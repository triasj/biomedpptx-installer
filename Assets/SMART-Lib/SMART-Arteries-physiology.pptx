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36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289" r:id="rId24"/>
    <p:sldId id="290" r:id="rId25"/>
    <p:sldId id="291" r:id="rId26"/>
    <p:sldId id="292" r:id="rId27"/>
    <p:sldId id="293" r:id="rId28"/>
    <p:sldId id="294" r:id="rId29"/>
    <p:sldId id="295" r:id="rId30"/>
    <p:sldId id="296" r:id="rId31"/>
    <p:sldId id="297" r:id="rId32"/>
    <p:sldId id="298" r:id="rId33"/>
    <p:sldId id="299" r:id="rId34"/>
    <p:sldId id="300" r:id="rId35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9733F3A5-EF1D-4B65-9CCE-99F8E0081647}" v="1" dt="2024-11-27T14:40:58.00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63" d="100"/>
          <a:sy n="63" d="100"/>
        </p:scale>
        <p:origin x="696" y="6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theme" Target="theme/theme1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microsoft.com/office/2015/10/relationships/revisionInfo" Target="revisionInfo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41" Type="http://schemas.microsoft.com/office/2016/11/relationships/changesInfo" Target="changesInfos/changesInfo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viewProps" Target="view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9733F3A5-EF1D-4B65-9CCE-99F8E0081647}"/>
    <pc:docChg chg="custSel modSld modMainMaster">
      <pc:chgData name="LESUR Christophe SI" userId="a0bda02c-4e6d-4ba6-bae4-63d8a5b4dc4b" providerId="ADAL" clId="{9733F3A5-EF1D-4B65-9CCE-99F8E0081647}" dt="2024-11-27T14:41:41.267" v="2" actId="2696"/>
      <pc:docMkLst>
        <pc:docMk/>
      </pc:docMkLst>
      <pc:sldChg chg="delSp modSp mod modClrScheme chgLayout">
        <pc:chgData name="LESUR Christophe SI" userId="a0bda02c-4e6d-4ba6-bae4-63d8a5b4dc4b" providerId="ADAL" clId="{9733F3A5-EF1D-4B65-9CCE-99F8E0081647}" dt="2024-11-27T14:41:07.360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9733F3A5-EF1D-4B65-9CCE-99F8E0081647}" dt="2024-11-27T14:41:07.360" v="1" actId="700"/>
          <ac:spMkLst>
            <pc:docMk/>
            <pc:sldMk cId="0" sldId="262"/>
            <ac:spMk id="2" creationId="{9352F9AE-1FF4-49B8-A24F-D03C1AECF73E}"/>
          </ac:spMkLst>
        </pc:spChg>
        <pc:spChg chg="mod ord">
          <ac:chgData name="LESUR Christophe SI" userId="a0bda02c-4e6d-4ba6-bae4-63d8a5b4dc4b" providerId="ADAL" clId="{9733F3A5-EF1D-4B65-9CCE-99F8E0081647}" dt="2024-11-27T14:41:07.360" v="1" actId="700"/>
          <ac:spMkLst>
            <pc:docMk/>
            <pc:sldMk cId="0" sldId="262"/>
            <ac:spMk id="5122" creationId="{229B19B4-D006-4CEC-A9A9-26B85B4701DC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72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72"/>
            <ac:spMk id="6146" creationId="{72893D26-C801-4F8A-BEE3-0D5679C6224B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73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73"/>
            <ac:spMk id="7170" creationId="{BF6A617A-D00A-4888-8257-DEDF1B46986B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74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74"/>
            <ac:spMk id="8194" creationId="{8DD2897B-AC42-4BEF-9F61-DE95EBA33B4D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75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75"/>
            <ac:spMk id="9218" creationId="{FE8B089A-81A1-46EA-BE4A-B29275163218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76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76"/>
            <ac:spMk id="10242" creationId="{F46B6B50-172E-44F3-AF2A-88D408C53270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77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77"/>
            <ac:spMk id="12290" creationId="{5E6AE280-1F35-44A4-92D1-EDFD7342956F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78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78"/>
            <ac:spMk id="13314" creationId="{367662A5-860C-4153-9BFC-C5A5E15511F6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79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79"/>
            <ac:spMk id="15362" creationId="{20B0D7E4-39C5-461F-8B86-98CD07B4BE52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80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80"/>
            <ac:spMk id="20482" creationId="{44814EE1-9409-4A12-BDCA-D213A156D30F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81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81"/>
            <ac:spMk id="23554" creationId="{9880D60B-DC5C-4716-B128-16600D802C1A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82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82"/>
            <ac:spMk id="24579" creationId="{DD4CB952-69DB-452A-8F7F-60172BECB4B2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83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83"/>
            <ac:spMk id="26626" creationId="{F8D6E349-71F5-448A-B345-2440DBD3F335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84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84"/>
            <ac:spMk id="29698" creationId="{C23A2FC4-BF0B-444E-8504-75B0DCDF36ED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85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85"/>
            <ac:spMk id="32770" creationId="{F63B79A7-BD3A-4663-B72A-D23B8CAB2E2B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86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86"/>
            <ac:spMk id="33794" creationId="{264E4101-254B-4254-9FD7-DDAA1C0D8C27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87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87"/>
            <ac:spMk id="34818" creationId="{715AB458-87DF-4142-BD6B-909209E618B5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88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88"/>
            <ac:spMk id="35842" creationId="{E135A49E-E2E3-4B80-91E7-4FA7F35068C3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89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89"/>
            <ac:spMk id="36866" creationId="{9CD5A960-E6AC-4344-BEE1-9737591D43D4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90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90"/>
            <ac:spMk id="37890" creationId="{1A5B0C0E-6B90-4E87-9A4B-7A4FC7ED2D93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91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91"/>
            <ac:spMk id="38914" creationId="{5F6729CF-F9A4-48B2-8891-A653209F961A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92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92"/>
            <ac:spMk id="39938" creationId="{A3189193-EC0B-440A-911E-FE3E38C8267C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93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93"/>
            <ac:spMk id="40962" creationId="{42B2125A-D2D1-4014-9BDD-FFA895438E3B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94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94"/>
            <ac:spMk id="41986" creationId="{523C0CD9-3FE8-401D-B6A4-89017D2D193B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95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95"/>
            <ac:spMk id="43011" creationId="{31CF1FBE-C18C-48E5-9325-2A1675EDC278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96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96"/>
            <ac:spMk id="44034" creationId="{BF5F7302-17D5-47DC-979C-41643D3698CA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97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97"/>
            <ac:spMk id="45058" creationId="{8AF0E74C-FADD-4E0D-BE64-D8D56507A68A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98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98"/>
            <ac:spMk id="46082" creationId="{B802AC84-C6AC-4752-BF02-C09719C7F4F6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299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299"/>
            <ac:spMk id="47106" creationId="{FE6FD25C-A6E1-4399-A635-437406CA988B}"/>
          </ac:spMkLst>
        </pc:spChg>
      </pc:sldChg>
      <pc:sldChg chg="modSp">
        <pc:chgData name="LESUR Christophe SI" userId="a0bda02c-4e6d-4ba6-bae4-63d8a5b4dc4b" providerId="ADAL" clId="{9733F3A5-EF1D-4B65-9CCE-99F8E0081647}" dt="2024-11-27T14:40:58.003" v="0"/>
        <pc:sldMkLst>
          <pc:docMk/>
          <pc:sldMk cId="0" sldId="300"/>
        </pc:sldMkLst>
        <pc:spChg chg="mod">
          <ac:chgData name="LESUR Christophe SI" userId="a0bda02c-4e6d-4ba6-bae4-63d8a5b4dc4b" providerId="ADAL" clId="{9733F3A5-EF1D-4B65-9CCE-99F8E0081647}" dt="2024-11-27T14:40:58.003" v="0"/>
          <ac:spMkLst>
            <pc:docMk/>
            <pc:sldMk cId="0" sldId="300"/>
            <ac:spMk id="48130" creationId="{4E514444-E705-48E0-B56D-99BE5244B0FD}"/>
          </ac:spMkLst>
        </pc:spChg>
      </pc:sldChg>
      <pc:sldMasterChg chg="delSldLayout modSldLayout">
        <pc:chgData name="LESUR Christophe SI" userId="a0bda02c-4e6d-4ba6-bae4-63d8a5b4dc4b" providerId="ADAL" clId="{9733F3A5-EF1D-4B65-9CCE-99F8E0081647}" dt="2024-11-27T14:41:41.267" v="2" actId="2696"/>
        <pc:sldMasterMkLst>
          <pc:docMk/>
          <pc:sldMasterMk cId="2059882576" sldId="2147483738"/>
        </pc:sldMasterMkLst>
        <pc:sldLayoutChg chg="delSp del">
          <pc:chgData name="LESUR Christophe SI" userId="a0bda02c-4e6d-4ba6-bae4-63d8a5b4dc4b" providerId="ADAL" clId="{9733F3A5-EF1D-4B65-9CCE-99F8E0081647}" dt="2024-11-27T14:41:41.267" v="2" actId="2696"/>
          <pc:sldLayoutMkLst>
            <pc:docMk/>
            <pc:sldMasterMk cId="2059882576" sldId="2147483738"/>
            <pc:sldLayoutMk cId="3750449494" sldId="2147483742"/>
          </pc:sldLayoutMkLst>
          <pc:spChg chg="del">
            <ac:chgData name="LESUR Christophe SI" userId="a0bda02c-4e6d-4ba6-bae4-63d8a5b4dc4b" providerId="ADAL" clId="{9733F3A5-EF1D-4B65-9CCE-99F8E0081647}" dt="2024-11-27T14:40:58.003" v="0"/>
            <ac:spMkLst>
              <pc:docMk/>
              <pc:sldMasterMk cId="2059882576" sldId="2147483738"/>
              <pc:sldLayoutMk cId="3750449494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8B19572-013A-4269-B440-F9DE09E63825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9DC6BEB-A9F1-4CCC-969A-206C3C4ADE3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5979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5" name="Espace réservé de l'image des diapositives 1">
            <a:extLst>
              <a:ext uri="{FF2B5EF4-FFF2-40B4-BE49-F238E27FC236}">
                <a16:creationId xmlns:a16="http://schemas.microsoft.com/office/drawing/2014/main" id="{83EBE3E4-50BF-43E4-AA16-96DF078B0E0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266" name="Espace réservé des commentaires 2">
            <a:extLst>
              <a:ext uri="{FF2B5EF4-FFF2-40B4-BE49-F238E27FC236}">
                <a16:creationId xmlns:a16="http://schemas.microsoft.com/office/drawing/2014/main" id="{916A7D62-FDFF-4DDA-BB94-ADD5BECDFC6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1267" name="Espace réservé du numéro de diapositive 3">
            <a:extLst>
              <a:ext uri="{FF2B5EF4-FFF2-40B4-BE49-F238E27FC236}">
                <a16:creationId xmlns:a16="http://schemas.microsoft.com/office/drawing/2014/main" id="{F8AF037D-2694-40CB-95A4-5B7E4305623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5CDD4C20-26D6-4E4A-8D97-DA9A7D6F09BC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7978686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2503420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973205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98825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024348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229B19B4-D006-4CEC-A9A9-26B85B4701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>
            <a:normAutofit/>
          </a:bodyPr>
          <a:lstStyle/>
          <a:p>
            <a:pPr algn="ctr">
              <a:defRPr/>
            </a:pPr>
            <a:r>
              <a:rPr lang="fr-FR" altLang="x-none" sz="6000" b="0"/>
              <a:t>Arteries - Physiology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72893D26-C801-4F8A-BEE3-0D5679C6224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Arterial circulation</a:t>
            </a:r>
          </a:p>
        </p:txBody>
      </p:sp>
      <p:grpSp>
        <p:nvGrpSpPr>
          <p:cNvPr id="12290" name="human-arterial-circulation-diagram">
            <a:extLst>
              <a:ext uri="{FF2B5EF4-FFF2-40B4-BE49-F238E27FC236}">
                <a16:creationId xmlns:a16="http://schemas.microsoft.com/office/drawing/2014/main" id="{2CC05D4C-0835-4CB8-89A2-027C1E743F34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1179513"/>
            <a:ext cx="2065338" cy="5345112"/>
            <a:chOff x="519" y="717"/>
            <a:chExt cx="1301" cy="3367"/>
          </a:xfrm>
        </p:grpSpPr>
        <p:grpSp>
          <p:nvGrpSpPr>
            <p:cNvPr id="12453" name="Group 4">
              <a:extLst>
                <a:ext uri="{FF2B5EF4-FFF2-40B4-BE49-F238E27FC236}">
                  <a16:creationId xmlns:a16="http://schemas.microsoft.com/office/drawing/2014/main" id="{7AE22F46-4B84-401D-A7E4-6E2663C675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" y="717"/>
              <a:ext cx="1301" cy="3367"/>
              <a:chOff x="519" y="717"/>
              <a:chExt cx="1301" cy="3367"/>
            </a:xfrm>
          </p:grpSpPr>
          <p:sp>
            <p:nvSpPr>
              <p:cNvPr id="12666" name="Freeform 5">
                <a:extLst>
                  <a:ext uri="{FF2B5EF4-FFF2-40B4-BE49-F238E27FC236}">
                    <a16:creationId xmlns:a16="http://schemas.microsoft.com/office/drawing/2014/main" id="{4D364668-BCBD-4352-94F0-A9F87646E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717"/>
                <a:ext cx="1301" cy="3367"/>
              </a:xfrm>
              <a:custGeom>
                <a:avLst/>
                <a:gdLst>
                  <a:gd name="T0" fmla="*/ 1394 w 967"/>
                  <a:gd name="T1" fmla="*/ 818 h 2504"/>
                  <a:gd name="T2" fmla="*/ 1573 w 967"/>
                  <a:gd name="T3" fmla="*/ 672 h 2504"/>
                  <a:gd name="T4" fmla="*/ 1566 w 967"/>
                  <a:gd name="T5" fmla="*/ 584 h 2504"/>
                  <a:gd name="T6" fmla="*/ 1545 w 967"/>
                  <a:gd name="T7" fmla="*/ 403 h 2504"/>
                  <a:gd name="T8" fmla="*/ 1522 w 967"/>
                  <a:gd name="T9" fmla="*/ 221 h 2504"/>
                  <a:gd name="T10" fmla="*/ 1440 w 967"/>
                  <a:gd name="T11" fmla="*/ 83 h 2504"/>
                  <a:gd name="T12" fmla="*/ 1306 w 967"/>
                  <a:gd name="T13" fmla="*/ 30 h 2504"/>
                  <a:gd name="T14" fmla="*/ 1183 w 967"/>
                  <a:gd name="T15" fmla="*/ 5 h 2504"/>
                  <a:gd name="T16" fmla="*/ 833 w 967"/>
                  <a:gd name="T17" fmla="*/ 410 h 2504"/>
                  <a:gd name="T18" fmla="*/ 928 w 967"/>
                  <a:gd name="T19" fmla="*/ 640 h 2504"/>
                  <a:gd name="T20" fmla="*/ 866 w 967"/>
                  <a:gd name="T21" fmla="*/ 945 h 2504"/>
                  <a:gd name="T22" fmla="*/ 351 w 967"/>
                  <a:gd name="T23" fmla="*/ 1604 h 2504"/>
                  <a:gd name="T24" fmla="*/ 225 w 967"/>
                  <a:gd name="T25" fmla="*/ 2849 h 2504"/>
                  <a:gd name="T26" fmla="*/ 43 w 967"/>
                  <a:gd name="T27" fmla="*/ 3282 h 2504"/>
                  <a:gd name="T28" fmla="*/ 147 w 967"/>
                  <a:gd name="T29" fmla="*/ 3274 h 2504"/>
                  <a:gd name="T30" fmla="*/ 256 w 967"/>
                  <a:gd name="T31" fmla="*/ 3590 h 2504"/>
                  <a:gd name="T32" fmla="*/ 362 w 967"/>
                  <a:gd name="T33" fmla="*/ 3540 h 2504"/>
                  <a:gd name="T34" fmla="*/ 452 w 967"/>
                  <a:gd name="T35" fmla="*/ 3278 h 2504"/>
                  <a:gd name="T36" fmla="*/ 565 w 967"/>
                  <a:gd name="T37" fmla="*/ 2502 h 2504"/>
                  <a:gd name="T38" fmla="*/ 620 w 967"/>
                  <a:gd name="T39" fmla="*/ 1835 h 2504"/>
                  <a:gd name="T40" fmla="*/ 692 w 967"/>
                  <a:gd name="T41" fmla="*/ 2595 h 2504"/>
                  <a:gd name="T42" fmla="*/ 720 w 967"/>
                  <a:gd name="T43" fmla="*/ 4365 h 2504"/>
                  <a:gd name="T44" fmla="*/ 887 w 967"/>
                  <a:gd name="T45" fmla="*/ 5638 h 2504"/>
                  <a:gd name="T46" fmla="*/ 727 w 967"/>
                  <a:gd name="T47" fmla="*/ 5947 h 2504"/>
                  <a:gd name="T48" fmla="*/ 724 w 967"/>
                  <a:gd name="T49" fmla="*/ 6023 h 2504"/>
                  <a:gd name="T50" fmla="*/ 844 w 967"/>
                  <a:gd name="T51" fmla="*/ 6060 h 2504"/>
                  <a:gd name="T52" fmla="*/ 1099 w 967"/>
                  <a:gd name="T53" fmla="*/ 5986 h 2504"/>
                  <a:gd name="T54" fmla="*/ 1078 w 967"/>
                  <a:gd name="T55" fmla="*/ 5545 h 2504"/>
                  <a:gd name="T56" fmla="*/ 1074 w 967"/>
                  <a:gd name="T57" fmla="*/ 4359 h 2504"/>
                  <a:gd name="T58" fmla="*/ 1211 w 967"/>
                  <a:gd name="T59" fmla="*/ 3817 h 2504"/>
                  <a:gd name="T60" fmla="*/ 1262 w 967"/>
                  <a:gd name="T61" fmla="*/ 5221 h 2504"/>
                  <a:gd name="T62" fmla="*/ 1253 w 967"/>
                  <a:gd name="T63" fmla="*/ 5916 h 2504"/>
                  <a:gd name="T64" fmla="*/ 1426 w 967"/>
                  <a:gd name="T65" fmla="*/ 6054 h 2504"/>
                  <a:gd name="T66" fmla="*/ 1588 w 967"/>
                  <a:gd name="T67" fmla="*/ 6037 h 2504"/>
                  <a:gd name="T68" fmla="*/ 1639 w 967"/>
                  <a:gd name="T69" fmla="*/ 6001 h 2504"/>
                  <a:gd name="T70" fmla="*/ 1458 w 967"/>
                  <a:gd name="T71" fmla="*/ 5723 h 2504"/>
                  <a:gd name="T72" fmla="*/ 1598 w 967"/>
                  <a:gd name="T73" fmla="*/ 4537 h 2504"/>
                  <a:gd name="T74" fmla="*/ 1729 w 967"/>
                  <a:gd name="T75" fmla="*/ 3117 h 2504"/>
                  <a:gd name="T76" fmla="*/ 1719 w 967"/>
                  <a:gd name="T77" fmla="*/ 1998 h 2504"/>
                  <a:gd name="T78" fmla="*/ 1746 w 967"/>
                  <a:gd name="T79" fmla="*/ 1956 h 2504"/>
                  <a:gd name="T80" fmla="*/ 1945 w 967"/>
                  <a:gd name="T81" fmla="*/ 2976 h 2504"/>
                  <a:gd name="T82" fmla="*/ 1940 w 967"/>
                  <a:gd name="T83" fmla="*/ 3467 h 2504"/>
                  <a:gd name="T84" fmla="*/ 2044 w 967"/>
                  <a:gd name="T85" fmla="*/ 3578 h 2504"/>
                  <a:gd name="T86" fmla="*/ 2170 w 967"/>
                  <a:gd name="T87" fmla="*/ 3457 h 2504"/>
                  <a:gd name="T88" fmla="*/ 2318 w 967"/>
                  <a:gd name="T89" fmla="*/ 3409 h 2504"/>
                  <a:gd name="T90" fmla="*/ 2158 w 967"/>
                  <a:gd name="T91" fmla="*/ 3025 h 2504"/>
                  <a:gd name="T92" fmla="*/ 2071 w 967"/>
                  <a:gd name="T93" fmla="*/ 2199 h 2504"/>
                  <a:gd name="T94" fmla="*/ 1807 w 967"/>
                  <a:gd name="T95" fmla="*/ 1074 h 250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67" h="2504">
                    <a:moveTo>
                      <a:pt x="557" y="363"/>
                    </a:moveTo>
                    <a:cubicBezTo>
                      <a:pt x="558" y="362"/>
                      <a:pt x="558" y="362"/>
                      <a:pt x="559" y="361"/>
                    </a:cubicBezTo>
                    <a:cubicBezTo>
                      <a:pt x="564" y="356"/>
                      <a:pt x="567" y="346"/>
                      <a:pt x="567" y="346"/>
                    </a:cubicBezTo>
                    <a:cubicBezTo>
                      <a:pt x="567" y="346"/>
                      <a:pt x="568" y="342"/>
                      <a:pt x="572" y="336"/>
                    </a:cubicBezTo>
                    <a:cubicBezTo>
                      <a:pt x="578" y="327"/>
                      <a:pt x="598" y="333"/>
                      <a:pt x="619" y="328"/>
                    </a:cubicBezTo>
                    <a:cubicBezTo>
                      <a:pt x="640" y="323"/>
                      <a:pt x="636" y="304"/>
                      <a:pt x="636" y="297"/>
                    </a:cubicBezTo>
                    <a:cubicBezTo>
                      <a:pt x="636" y="290"/>
                      <a:pt x="637" y="287"/>
                      <a:pt x="643" y="282"/>
                    </a:cubicBezTo>
                    <a:cubicBezTo>
                      <a:pt x="643" y="280"/>
                      <a:pt x="645" y="280"/>
                      <a:pt x="646" y="277"/>
                    </a:cubicBezTo>
                    <a:cubicBezTo>
                      <a:pt x="646" y="273"/>
                      <a:pt x="644" y="271"/>
                      <a:pt x="643" y="269"/>
                    </a:cubicBezTo>
                    <a:cubicBezTo>
                      <a:pt x="646" y="267"/>
                      <a:pt x="646" y="264"/>
                      <a:pt x="644" y="260"/>
                    </a:cubicBezTo>
                    <a:cubicBezTo>
                      <a:pt x="644" y="258"/>
                      <a:pt x="642" y="256"/>
                      <a:pt x="642" y="253"/>
                    </a:cubicBezTo>
                    <a:cubicBezTo>
                      <a:pt x="641" y="248"/>
                      <a:pt x="640" y="241"/>
                      <a:pt x="643" y="240"/>
                    </a:cubicBezTo>
                    <a:cubicBezTo>
                      <a:pt x="649" y="237"/>
                      <a:pt x="652" y="239"/>
                      <a:pt x="658" y="234"/>
                    </a:cubicBezTo>
                    <a:cubicBezTo>
                      <a:pt x="669" y="226"/>
                      <a:pt x="663" y="216"/>
                      <a:pt x="657" y="207"/>
                    </a:cubicBezTo>
                    <a:cubicBezTo>
                      <a:pt x="651" y="198"/>
                      <a:pt x="653" y="204"/>
                      <a:pt x="644" y="189"/>
                    </a:cubicBezTo>
                    <a:cubicBezTo>
                      <a:pt x="640" y="182"/>
                      <a:pt x="635" y="178"/>
                      <a:pt x="634" y="166"/>
                    </a:cubicBezTo>
                    <a:cubicBezTo>
                      <a:pt x="633" y="163"/>
                      <a:pt x="635" y="158"/>
                      <a:pt x="635" y="152"/>
                    </a:cubicBezTo>
                    <a:cubicBezTo>
                      <a:pt x="635" y="141"/>
                      <a:pt x="634" y="132"/>
                      <a:pt x="632" y="123"/>
                    </a:cubicBezTo>
                    <a:cubicBezTo>
                      <a:pt x="629" y="115"/>
                      <a:pt x="628" y="102"/>
                      <a:pt x="625" y="91"/>
                    </a:cubicBezTo>
                    <a:cubicBezTo>
                      <a:pt x="625" y="91"/>
                      <a:pt x="625" y="91"/>
                      <a:pt x="625" y="91"/>
                    </a:cubicBezTo>
                    <a:cubicBezTo>
                      <a:pt x="631" y="87"/>
                      <a:pt x="627" y="77"/>
                      <a:pt x="636" y="75"/>
                    </a:cubicBezTo>
                    <a:cubicBezTo>
                      <a:pt x="628" y="73"/>
                      <a:pt x="620" y="63"/>
                      <a:pt x="616" y="56"/>
                    </a:cubicBezTo>
                    <a:cubicBezTo>
                      <a:pt x="613" y="52"/>
                      <a:pt x="612" y="46"/>
                      <a:pt x="608" y="43"/>
                    </a:cubicBezTo>
                    <a:cubicBezTo>
                      <a:pt x="604" y="39"/>
                      <a:pt x="596" y="37"/>
                      <a:pt x="591" y="34"/>
                    </a:cubicBezTo>
                    <a:cubicBezTo>
                      <a:pt x="586" y="31"/>
                      <a:pt x="582" y="28"/>
                      <a:pt x="576" y="27"/>
                    </a:cubicBezTo>
                    <a:cubicBezTo>
                      <a:pt x="570" y="25"/>
                      <a:pt x="565" y="24"/>
                      <a:pt x="559" y="21"/>
                    </a:cubicBezTo>
                    <a:cubicBezTo>
                      <a:pt x="555" y="18"/>
                      <a:pt x="553" y="15"/>
                      <a:pt x="548" y="14"/>
                    </a:cubicBezTo>
                    <a:cubicBezTo>
                      <a:pt x="544" y="13"/>
                      <a:pt x="540" y="13"/>
                      <a:pt x="537" y="12"/>
                    </a:cubicBezTo>
                    <a:cubicBezTo>
                      <a:pt x="533" y="11"/>
                      <a:pt x="530" y="8"/>
                      <a:pt x="527" y="7"/>
                    </a:cubicBezTo>
                    <a:cubicBezTo>
                      <a:pt x="521" y="5"/>
                      <a:pt x="513" y="8"/>
                      <a:pt x="506" y="6"/>
                    </a:cubicBezTo>
                    <a:cubicBezTo>
                      <a:pt x="506" y="5"/>
                      <a:pt x="506" y="5"/>
                      <a:pt x="506" y="5"/>
                    </a:cubicBezTo>
                    <a:cubicBezTo>
                      <a:pt x="498" y="4"/>
                      <a:pt x="491" y="2"/>
                      <a:pt x="485" y="2"/>
                    </a:cubicBezTo>
                    <a:cubicBezTo>
                      <a:pt x="469" y="0"/>
                      <a:pt x="413" y="14"/>
                      <a:pt x="379" y="51"/>
                    </a:cubicBezTo>
                    <a:cubicBezTo>
                      <a:pt x="363" y="69"/>
                      <a:pt x="352" y="101"/>
                      <a:pt x="345" y="125"/>
                    </a:cubicBezTo>
                    <a:cubicBezTo>
                      <a:pt x="341" y="138"/>
                      <a:pt x="340" y="153"/>
                      <a:pt x="337" y="166"/>
                    </a:cubicBezTo>
                    <a:cubicBezTo>
                      <a:pt x="339" y="167"/>
                      <a:pt x="340" y="168"/>
                      <a:pt x="342" y="169"/>
                    </a:cubicBezTo>
                    <a:cubicBezTo>
                      <a:pt x="337" y="176"/>
                      <a:pt x="336" y="185"/>
                      <a:pt x="335" y="193"/>
                    </a:cubicBezTo>
                    <a:cubicBezTo>
                      <a:pt x="349" y="194"/>
                      <a:pt x="340" y="220"/>
                      <a:pt x="340" y="228"/>
                    </a:cubicBezTo>
                    <a:cubicBezTo>
                      <a:pt x="354" y="220"/>
                      <a:pt x="357" y="249"/>
                      <a:pt x="364" y="256"/>
                    </a:cubicBezTo>
                    <a:cubicBezTo>
                      <a:pt x="368" y="259"/>
                      <a:pt x="376" y="259"/>
                      <a:pt x="381" y="263"/>
                    </a:cubicBezTo>
                    <a:cubicBezTo>
                      <a:pt x="387" y="269"/>
                      <a:pt x="389" y="271"/>
                      <a:pt x="391" y="280"/>
                    </a:cubicBezTo>
                    <a:cubicBezTo>
                      <a:pt x="398" y="271"/>
                      <a:pt x="404" y="279"/>
                      <a:pt x="412" y="282"/>
                    </a:cubicBezTo>
                    <a:cubicBezTo>
                      <a:pt x="412" y="283"/>
                      <a:pt x="412" y="283"/>
                      <a:pt x="412" y="283"/>
                    </a:cubicBezTo>
                    <a:cubicBezTo>
                      <a:pt x="412" y="301"/>
                      <a:pt x="398" y="381"/>
                      <a:pt x="356" y="389"/>
                    </a:cubicBezTo>
                    <a:cubicBezTo>
                      <a:pt x="339" y="391"/>
                      <a:pt x="287" y="417"/>
                      <a:pt x="279" y="425"/>
                    </a:cubicBezTo>
                    <a:cubicBezTo>
                      <a:pt x="268" y="436"/>
                      <a:pt x="242" y="438"/>
                      <a:pt x="225" y="442"/>
                    </a:cubicBezTo>
                    <a:cubicBezTo>
                      <a:pt x="208" y="446"/>
                      <a:pt x="172" y="465"/>
                      <a:pt x="155" y="540"/>
                    </a:cubicBezTo>
                    <a:cubicBezTo>
                      <a:pt x="147" y="574"/>
                      <a:pt x="138" y="618"/>
                      <a:pt x="144" y="660"/>
                    </a:cubicBezTo>
                    <a:cubicBezTo>
                      <a:pt x="146" y="688"/>
                      <a:pt x="125" y="741"/>
                      <a:pt x="123" y="832"/>
                    </a:cubicBezTo>
                    <a:cubicBezTo>
                      <a:pt x="124" y="866"/>
                      <a:pt x="120" y="889"/>
                      <a:pt x="116" y="904"/>
                    </a:cubicBezTo>
                    <a:cubicBezTo>
                      <a:pt x="97" y="950"/>
                      <a:pt x="97" y="1079"/>
                      <a:pt x="96" y="1111"/>
                    </a:cubicBezTo>
                    <a:cubicBezTo>
                      <a:pt x="95" y="1130"/>
                      <a:pt x="95" y="1158"/>
                      <a:pt x="92" y="1172"/>
                    </a:cubicBezTo>
                    <a:cubicBezTo>
                      <a:pt x="88" y="1186"/>
                      <a:pt x="91" y="1199"/>
                      <a:pt x="87" y="1211"/>
                    </a:cubicBezTo>
                    <a:cubicBezTo>
                      <a:pt x="83" y="1222"/>
                      <a:pt x="85" y="1240"/>
                      <a:pt x="83" y="1244"/>
                    </a:cubicBezTo>
                    <a:cubicBezTo>
                      <a:pt x="75" y="1251"/>
                      <a:pt x="45" y="1295"/>
                      <a:pt x="38" y="1305"/>
                    </a:cubicBezTo>
                    <a:cubicBezTo>
                      <a:pt x="30" y="1315"/>
                      <a:pt x="22" y="1345"/>
                      <a:pt x="18" y="1350"/>
                    </a:cubicBezTo>
                    <a:cubicBezTo>
                      <a:pt x="13" y="1356"/>
                      <a:pt x="12" y="1370"/>
                      <a:pt x="8" y="1381"/>
                    </a:cubicBezTo>
                    <a:cubicBezTo>
                      <a:pt x="3" y="1393"/>
                      <a:pt x="0" y="1403"/>
                      <a:pt x="14" y="1402"/>
                    </a:cubicBezTo>
                    <a:cubicBezTo>
                      <a:pt x="26" y="1401"/>
                      <a:pt x="39" y="1381"/>
                      <a:pt x="41" y="1367"/>
                    </a:cubicBezTo>
                    <a:cubicBezTo>
                      <a:pt x="45" y="1365"/>
                      <a:pt x="52" y="1356"/>
                      <a:pt x="60" y="1347"/>
                    </a:cubicBezTo>
                    <a:cubicBezTo>
                      <a:pt x="58" y="1355"/>
                      <a:pt x="64" y="1362"/>
                      <a:pt x="70" y="1386"/>
                    </a:cubicBezTo>
                    <a:cubicBezTo>
                      <a:pt x="70" y="1394"/>
                      <a:pt x="76" y="1413"/>
                      <a:pt x="76" y="1422"/>
                    </a:cubicBezTo>
                    <a:cubicBezTo>
                      <a:pt x="75" y="1431"/>
                      <a:pt x="81" y="1455"/>
                      <a:pt x="84" y="1468"/>
                    </a:cubicBezTo>
                    <a:cubicBezTo>
                      <a:pt x="86" y="1480"/>
                      <a:pt x="97" y="1481"/>
                      <a:pt x="105" y="1477"/>
                    </a:cubicBezTo>
                    <a:cubicBezTo>
                      <a:pt x="105" y="1477"/>
                      <a:pt x="104" y="1488"/>
                      <a:pt x="115" y="1489"/>
                    </a:cubicBezTo>
                    <a:cubicBezTo>
                      <a:pt x="126" y="1491"/>
                      <a:pt x="128" y="1472"/>
                      <a:pt x="128" y="1472"/>
                    </a:cubicBezTo>
                    <a:cubicBezTo>
                      <a:pt x="128" y="1472"/>
                      <a:pt x="128" y="1479"/>
                      <a:pt x="136" y="1480"/>
                    </a:cubicBezTo>
                    <a:cubicBezTo>
                      <a:pt x="147" y="1480"/>
                      <a:pt x="149" y="1456"/>
                      <a:pt x="149" y="1456"/>
                    </a:cubicBezTo>
                    <a:cubicBezTo>
                      <a:pt x="150" y="1459"/>
                      <a:pt x="150" y="1461"/>
                      <a:pt x="156" y="1461"/>
                    </a:cubicBezTo>
                    <a:cubicBezTo>
                      <a:pt x="162" y="1461"/>
                      <a:pt x="167" y="1436"/>
                      <a:pt x="170" y="1426"/>
                    </a:cubicBezTo>
                    <a:cubicBezTo>
                      <a:pt x="172" y="1416"/>
                      <a:pt x="177" y="1406"/>
                      <a:pt x="178" y="1398"/>
                    </a:cubicBezTo>
                    <a:cubicBezTo>
                      <a:pt x="178" y="1390"/>
                      <a:pt x="179" y="1385"/>
                      <a:pt x="186" y="1348"/>
                    </a:cubicBezTo>
                    <a:cubicBezTo>
                      <a:pt x="193" y="1310"/>
                      <a:pt x="171" y="1271"/>
                      <a:pt x="174" y="1259"/>
                    </a:cubicBezTo>
                    <a:cubicBezTo>
                      <a:pt x="178" y="1246"/>
                      <a:pt x="166" y="1227"/>
                      <a:pt x="168" y="1224"/>
                    </a:cubicBezTo>
                    <a:cubicBezTo>
                      <a:pt x="169" y="1220"/>
                      <a:pt x="173" y="1206"/>
                      <a:pt x="175" y="1192"/>
                    </a:cubicBezTo>
                    <a:cubicBezTo>
                      <a:pt x="178" y="1178"/>
                      <a:pt x="228" y="1056"/>
                      <a:pt x="232" y="1029"/>
                    </a:cubicBezTo>
                    <a:cubicBezTo>
                      <a:pt x="243" y="976"/>
                      <a:pt x="242" y="953"/>
                      <a:pt x="236" y="917"/>
                    </a:cubicBezTo>
                    <a:cubicBezTo>
                      <a:pt x="237" y="890"/>
                      <a:pt x="248" y="818"/>
                      <a:pt x="250" y="805"/>
                    </a:cubicBezTo>
                    <a:cubicBezTo>
                      <a:pt x="251" y="802"/>
                      <a:pt x="251" y="789"/>
                      <a:pt x="253" y="780"/>
                    </a:cubicBezTo>
                    <a:cubicBezTo>
                      <a:pt x="253" y="775"/>
                      <a:pt x="254" y="766"/>
                      <a:pt x="255" y="755"/>
                    </a:cubicBezTo>
                    <a:cubicBezTo>
                      <a:pt x="255" y="756"/>
                      <a:pt x="255" y="756"/>
                      <a:pt x="255" y="756"/>
                    </a:cubicBezTo>
                    <a:cubicBezTo>
                      <a:pt x="255" y="768"/>
                      <a:pt x="259" y="789"/>
                      <a:pt x="261" y="822"/>
                    </a:cubicBezTo>
                    <a:cubicBezTo>
                      <a:pt x="259" y="849"/>
                      <a:pt x="272" y="898"/>
                      <a:pt x="274" y="923"/>
                    </a:cubicBezTo>
                    <a:cubicBezTo>
                      <a:pt x="271" y="932"/>
                      <a:pt x="284" y="1067"/>
                      <a:pt x="284" y="1067"/>
                    </a:cubicBezTo>
                    <a:cubicBezTo>
                      <a:pt x="279" y="1075"/>
                      <a:pt x="256" y="1178"/>
                      <a:pt x="255" y="1209"/>
                    </a:cubicBezTo>
                    <a:cubicBezTo>
                      <a:pt x="252" y="1225"/>
                      <a:pt x="258" y="1247"/>
                      <a:pt x="257" y="1282"/>
                    </a:cubicBezTo>
                    <a:cubicBezTo>
                      <a:pt x="255" y="1325"/>
                      <a:pt x="216" y="1497"/>
                      <a:pt x="287" y="1715"/>
                    </a:cubicBezTo>
                    <a:cubicBezTo>
                      <a:pt x="291" y="1727"/>
                      <a:pt x="292" y="1771"/>
                      <a:pt x="296" y="1795"/>
                    </a:cubicBezTo>
                    <a:cubicBezTo>
                      <a:pt x="297" y="1801"/>
                      <a:pt x="310" y="1828"/>
                      <a:pt x="310" y="1866"/>
                    </a:cubicBezTo>
                    <a:cubicBezTo>
                      <a:pt x="312" y="1926"/>
                      <a:pt x="305" y="2004"/>
                      <a:pt x="307" y="2048"/>
                    </a:cubicBezTo>
                    <a:cubicBezTo>
                      <a:pt x="310" y="2118"/>
                      <a:pt x="339" y="2183"/>
                      <a:pt x="351" y="2228"/>
                    </a:cubicBezTo>
                    <a:cubicBezTo>
                      <a:pt x="362" y="2273"/>
                      <a:pt x="366" y="2310"/>
                      <a:pt x="364" y="2319"/>
                    </a:cubicBezTo>
                    <a:cubicBezTo>
                      <a:pt x="362" y="2326"/>
                      <a:pt x="360" y="2341"/>
                      <a:pt x="367" y="2354"/>
                    </a:cubicBezTo>
                    <a:cubicBezTo>
                      <a:pt x="367" y="2355"/>
                      <a:pt x="347" y="2401"/>
                      <a:pt x="335" y="2408"/>
                    </a:cubicBezTo>
                    <a:cubicBezTo>
                      <a:pt x="325" y="2416"/>
                      <a:pt x="322" y="2424"/>
                      <a:pt x="314" y="2428"/>
                    </a:cubicBezTo>
                    <a:cubicBezTo>
                      <a:pt x="305" y="2433"/>
                      <a:pt x="301" y="2437"/>
                      <a:pt x="298" y="2446"/>
                    </a:cubicBezTo>
                    <a:cubicBezTo>
                      <a:pt x="295" y="2453"/>
                      <a:pt x="287" y="2463"/>
                      <a:pt x="293" y="2468"/>
                    </a:cubicBezTo>
                    <a:cubicBezTo>
                      <a:pt x="294" y="2469"/>
                      <a:pt x="295" y="2470"/>
                      <a:pt x="296" y="2470"/>
                    </a:cubicBezTo>
                    <a:cubicBezTo>
                      <a:pt x="296" y="2470"/>
                      <a:pt x="296" y="2470"/>
                      <a:pt x="296" y="2470"/>
                    </a:cubicBezTo>
                    <a:cubicBezTo>
                      <a:pt x="296" y="2473"/>
                      <a:pt x="296" y="2475"/>
                      <a:pt x="297" y="2477"/>
                    </a:cubicBezTo>
                    <a:cubicBezTo>
                      <a:pt x="300" y="2483"/>
                      <a:pt x="307" y="2484"/>
                      <a:pt x="314" y="2483"/>
                    </a:cubicBezTo>
                    <a:cubicBezTo>
                      <a:pt x="315" y="2482"/>
                      <a:pt x="315" y="2482"/>
                      <a:pt x="315" y="2482"/>
                    </a:cubicBezTo>
                    <a:cubicBezTo>
                      <a:pt x="315" y="2484"/>
                      <a:pt x="316" y="2486"/>
                      <a:pt x="318" y="2489"/>
                    </a:cubicBezTo>
                    <a:cubicBezTo>
                      <a:pt x="323" y="2496"/>
                      <a:pt x="340" y="2499"/>
                      <a:pt x="346" y="2493"/>
                    </a:cubicBezTo>
                    <a:cubicBezTo>
                      <a:pt x="355" y="2498"/>
                      <a:pt x="373" y="2499"/>
                      <a:pt x="380" y="2490"/>
                    </a:cubicBezTo>
                    <a:cubicBezTo>
                      <a:pt x="385" y="2504"/>
                      <a:pt x="405" y="2502"/>
                      <a:pt x="417" y="2499"/>
                    </a:cubicBezTo>
                    <a:cubicBezTo>
                      <a:pt x="429" y="2497"/>
                      <a:pt x="434" y="2490"/>
                      <a:pt x="441" y="2484"/>
                    </a:cubicBezTo>
                    <a:cubicBezTo>
                      <a:pt x="448" y="2479"/>
                      <a:pt x="453" y="2474"/>
                      <a:pt x="451" y="2462"/>
                    </a:cubicBezTo>
                    <a:cubicBezTo>
                      <a:pt x="449" y="2449"/>
                      <a:pt x="451" y="2449"/>
                      <a:pt x="452" y="2433"/>
                    </a:cubicBezTo>
                    <a:cubicBezTo>
                      <a:pt x="453" y="2424"/>
                      <a:pt x="461" y="2421"/>
                      <a:pt x="462" y="2406"/>
                    </a:cubicBezTo>
                    <a:cubicBezTo>
                      <a:pt x="463" y="2394"/>
                      <a:pt x="454" y="2343"/>
                      <a:pt x="455" y="2336"/>
                    </a:cubicBezTo>
                    <a:cubicBezTo>
                      <a:pt x="457" y="2320"/>
                      <a:pt x="446" y="2307"/>
                      <a:pt x="442" y="2281"/>
                    </a:cubicBezTo>
                    <a:cubicBezTo>
                      <a:pt x="438" y="2254"/>
                      <a:pt x="449" y="2165"/>
                      <a:pt x="449" y="2148"/>
                    </a:cubicBezTo>
                    <a:cubicBezTo>
                      <a:pt x="449" y="2117"/>
                      <a:pt x="465" y="2067"/>
                      <a:pt x="461" y="2003"/>
                    </a:cubicBezTo>
                    <a:cubicBezTo>
                      <a:pt x="458" y="1967"/>
                      <a:pt x="440" y="1855"/>
                      <a:pt x="440" y="1830"/>
                    </a:cubicBezTo>
                    <a:cubicBezTo>
                      <a:pt x="440" y="1826"/>
                      <a:pt x="439" y="1798"/>
                      <a:pt x="441" y="1793"/>
                    </a:cubicBezTo>
                    <a:cubicBezTo>
                      <a:pt x="446" y="1776"/>
                      <a:pt x="470" y="1572"/>
                      <a:pt x="470" y="1570"/>
                    </a:cubicBezTo>
                    <a:cubicBezTo>
                      <a:pt x="472" y="1546"/>
                      <a:pt x="482" y="1385"/>
                      <a:pt x="482" y="1385"/>
                    </a:cubicBezTo>
                    <a:cubicBezTo>
                      <a:pt x="484" y="1385"/>
                      <a:pt x="484" y="1385"/>
                      <a:pt x="484" y="1385"/>
                    </a:cubicBezTo>
                    <a:cubicBezTo>
                      <a:pt x="484" y="1385"/>
                      <a:pt x="494" y="1546"/>
                      <a:pt x="497" y="1570"/>
                    </a:cubicBezTo>
                    <a:cubicBezTo>
                      <a:pt x="497" y="1572"/>
                      <a:pt x="520" y="1776"/>
                      <a:pt x="525" y="1793"/>
                    </a:cubicBezTo>
                    <a:cubicBezTo>
                      <a:pt x="527" y="1798"/>
                      <a:pt x="526" y="1826"/>
                      <a:pt x="526" y="1830"/>
                    </a:cubicBezTo>
                    <a:cubicBezTo>
                      <a:pt x="526" y="1855"/>
                      <a:pt x="508" y="1967"/>
                      <a:pt x="506" y="2003"/>
                    </a:cubicBezTo>
                    <a:cubicBezTo>
                      <a:pt x="501" y="2067"/>
                      <a:pt x="518" y="2117"/>
                      <a:pt x="518" y="2148"/>
                    </a:cubicBezTo>
                    <a:cubicBezTo>
                      <a:pt x="518" y="2165"/>
                      <a:pt x="528" y="2254"/>
                      <a:pt x="524" y="2281"/>
                    </a:cubicBezTo>
                    <a:cubicBezTo>
                      <a:pt x="520" y="2307"/>
                      <a:pt x="509" y="2320"/>
                      <a:pt x="512" y="2336"/>
                    </a:cubicBezTo>
                    <a:cubicBezTo>
                      <a:pt x="513" y="2343"/>
                      <a:pt x="503" y="2394"/>
                      <a:pt x="504" y="2406"/>
                    </a:cubicBezTo>
                    <a:cubicBezTo>
                      <a:pt x="505" y="2421"/>
                      <a:pt x="513" y="2424"/>
                      <a:pt x="514" y="2433"/>
                    </a:cubicBezTo>
                    <a:cubicBezTo>
                      <a:pt x="516" y="2449"/>
                      <a:pt x="517" y="2449"/>
                      <a:pt x="515" y="2462"/>
                    </a:cubicBezTo>
                    <a:cubicBezTo>
                      <a:pt x="514" y="2474"/>
                      <a:pt x="518" y="2479"/>
                      <a:pt x="525" y="2484"/>
                    </a:cubicBezTo>
                    <a:cubicBezTo>
                      <a:pt x="532" y="2490"/>
                      <a:pt x="537" y="2497"/>
                      <a:pt x="549" y="2499"/>
                    </a:cubicBezTo>
                    <a:cubicBezTo>
                      <a:pt x="561" y="2502"/>
                      <a:pt x="582" y="2504"/>
                      <a:pt x="586" y="2490"/>
                    </a:cubicBezTo>
                    <a:cubicBezTo>
                      <a:pt x="593" y="2499"/>
                      <a:pt x="611" y="2498"/>
                      <a:pt x="620" y="2493"/>
                    </a:cubicBezTo>
                    <a:cubicBezTo>
                      <a:pt x="627" y="2499"/>
                      <a:pt x="644" y="2496"/>
                      <a:pt x="649" y="2489"/>
                    </a:cubicBezTo>
                    <a:cubicBezTo>
                      <a:pt x="651" y="2486"/>
                      <a:pt x="651" y="2484"/>
                      <a:pt x="651" y="2482"/>
                    </a:cubicBezTo>
                    <a:cubicBezTo>
                      <a:pt x="652" y="2483"/>
                      <a:pt x="652" y="2483"/>
                      <a:pt x="652" y="2483"/>
                    </a:cubicBezTo>
                    <a:cubicBezTo>
                      <a:pt x="660" y="2484"/>
                      <a:pt x="668" y="2481"/>
                      <a:pt x="669" y="2477"/>
                    </a:cubicBezTo>
                    <a:cubicBezTo>
                      <a:pt x="671" y="2475"/>
                      <a:pt x="671" y="2473"/>
                      <a:pt x="670" y="2470"/>
                    </a:cubicBezTo>
                    <a:cubicBezTo>
                      <a:pt x="670" y="2470"/>
                      <a:pt x="670" y="2470"/>
                      <a:pt x="670" y="2470"/>
                    </a:cubicBezTo>
                    <a:cubicBezTo>
                      <a:pt x="671" y="2470"/>
                      <a:pt x="672" y="2469"/>
                      <a:pt x="673" y="2468"/>
                    </a:cubicBezTo>
                    <a:cubicBezTo>
                      <a:pt x="679" y="2463"/>
                      <a:pt x="671" y="2453"/>
                      <a:pt x="668" y="2446"/>
                    </a:cubicBezTo>
                    <a:cubicBezTo>
                      <a:pt x="665" y="2437"/>
                      <a:pt x="661" y="2433"/>
                      <a:pt x="653" y="2428"/>
                    </a:cubicBezTo>
                    <a:cubicBezTo>
                      <a:pt x="644" y="2424"/>
                      <a:pt x="641" y="2416"/>
                      <a:pt x="631" y="2408"/>
                    </a:cubicBezTo>
                    <a:cubicBezTo>
                      <a:pt x="619" y="2401"/>
                      <a:pt x="599" y="2355"/>
                      <a:pt x="599" y="2354"/>
                    </a:cubicBezTo>
                    <a:cubicBezTo>
                      <a:pt x="606" y="2341"/>
                      <a:pt x="604" y="2326"/>
                      <a:pt x="602" y="2319"/>
                    </a:cubicBezTo>
                    <a:cubicBezTo>
                      <a:pt x="600" y="2310"/>
                      <a:pt x="604" y="2273"/>
                      <a:pt x="616" y="2228"/>
                    </a:cubicBezTo>
                    <a:cubicBezTo>
                      <a:pt x="627" y="2183"/>
                      <a:pt x="656" y="2118"/>
                      <a:pt x="659" y="2048"/>
                    </a:cubicBezTo>
                    <a:cubicBezTo>
                      <a:pt x="661" y="2004"/>
                      <a:pt x="655" y="1926"/>
                      <a:pt x="656" y="1866"/>
                    </a:cubicBezTo>
                    <a:cubicBezTo>
                      <a:pt x="657" y="1828"/>
                      <a:pt x="669" y="1801"/>
                      <a:pt x="670" y="1795"/>
                    </a:cubicBezTo>
                    <a:cubicBezTo>
                      <a:pt x="675" y="1771"/>
                      <a:pt x="675" y="1727"/>
                      <a:pt x="679" y="1715"/>
                    </a:cubicBezTo>
                    <a:cubicBezTo>
                      <a:pt x="750" y="1497"/>
                      <a:pt x="712" y="1325"/>
                      <a:pt x="710" y="1282"/>
                    </a:cubicBezTo>
                    <a:cubicBezTo>
                      <a:pt x="710" y="1282"/>
                      <a:pt x="710" y="1282"/>
                      <a:pt x="710" y="1282"/>
                    </a:cubicBezTo>
                    <a:cubicBezTo>
                      <a:pt x="708" y="1247"/>
                      <a:pt x="715" y="1225"/>
                      <a:pt x="712" y="1209"/>
                    </a:cubicBezTo>
                    <a:cubicBezTo>
                      <a:pt x="711" y="1178"/>
                      <a:pt x="688" y="1075"/>
                      <a:pt x="683" y="1067"/>
                    </a:cubicBezTo>
                    <a:cubicBezTo>
                      <a:pt x="683" y="1067"/>
                      <a:pt x="696" y="932"/>
                      <a:pt x="693" y="923"/>
                    </a:cubicBezTo>
                    <a:cubicBezTo>
                      <a:pt x="694" y="898"/>
                      <a:pt x="708" y="849"/>
                      <a:pt x="706" y="822"/>
                    </a:cubicBezTo>
                    <a:cubicBezTo>
                      <a:pt x="708" y="789"/>
                      <a:pt x="712" y="768"/>
                      <a:pt x="712" y="756"/>
                    </a:cubicBezTo>
                    <a:cubicBezTo>
                      <a:pt x="712" y="755"/>
                      <a:pt x="712" y="755"/>
                      <a:pt x="712" y="755"/>
                    </a:cubicBezTo>
                    <a:cubicBezTo>
                      <a:pt x="713" y="766"/>
                      <a:pt x="713" y="775"/>
                      <a:pt x="714" y="780"/>
                    </a:cubicBezTo>
                    <a:cubicBezTo>
                      <a:pt x="716" y="789"/>
                      <a:pt x="715" y="802"/>
                      <a:pt x="717" y="805"/>
                    </a:cubicBezTo>
                    <a:cubicBezTo>
                      <a:pt x="719" y="818"/>
                      <a:pt x="729" y="890"/>
                      <a:pt x="730" y="917"/>
                    </a:cubicBezTo>
                    <a:cubicBezTo>
                      <a:pt x="725" y="953"/>
                      <a:pt x="724" y="976"/>
                      <a:pt x="734" y="1029"/>
                    </a:cubicBezTo>
                    <a:cubicBezTo>
                      <a:pt x="739" y="1056"/>
                      <a:pt x="789" y="1178"/>
                      <a:pt x="791" y="1192"/>
                    </a:cubicBezTo>
                    <a:cubicBezTo>
                      <a:pt x="794" y="1206"/>
                      <a:pt x="797" y="1220"/>
                      <a:pt x="799" y="1224"/>
                    </a:cubicBezTo>
                    <a:cubicBezTo>
                      <a:pt x="800" y="1227"/>
                      <a:pt x="789" y="1246"/>
                      <a:pt x="792" y="1259"/>
                    </a:cubicBezTo>
                    <a:cubicBezTo>
                      <a:pt x="796" y="1271"/>
                      <a:pt x="774" y="1310"/>
                      <a:pt x="781" y="1348"/>
                    </a:cubicBezTo>
                    <a:cubicBezTo>
                      <a:pt x="787" y="1385"/>
                      <a:pt x="788" y="1390"/>
                      <a:pt x="789" y="1398"/>
                    </a:cubicBezTo>
                    <a:cubicBezTo>
                      <a:pt x="790" y="1406"/>
                      <a:pt x="794" y="1416"/>
                      <a:pt x="797" y="1426"/>
                    </a:cubicBezTo>
                    <a:cubicBezTo>
                      <a:pt x="800" y="1436"/>
                      <a:pt x="804" y="1461"/>
                      <a:pt x="811" y="1461"/>
                    </a:cubicBezTo>
                    <a:cubicBezTo>
                      <a:pt x="817" y="1461"/>
                      <a:pt x="817" y="1459"/>
                      <a:pt x="817" y="1456"/>
                    </a:cubicBezTo>
                    <a:cubicBezTo>
                      <a:pt x="817" y="1456"/>
                      <a:pt x="819" y="1480"/>
                      <a:pt x="831" y="1480"/>
                    </a:cubicBezTo>
                    <a:cubicBezTo>
                      <a:pt x="839" y="1479"/>
                      <a:pt x="839" y="1472"/>
                      <a:pt x="839" y="1472"/>
                    </a:cubicBezTo>
                    <a:cubicBezTo>
                      <a:pt x="839" y="1472"/>
                      <a:pt x="841" y="1491"/>
                      <a:pt x="852" y="1489"/>
                    </a:cubicBezTo>
                    <a:cubicBezTo>
                      <a:pt x="862" y="1488"/>
                      <a:pt x="862" y="1477"/>
                      <a:pt x="862" y="1477"/>
                    </a:cubicBezTo>
                    <a:cubicBezTo>
                      <a:pt x="870" y="1481"/>
                      <a:pt x="880" y="1480"/>
                      <a:pt x="883" y="1468"/>
                    </a:cubicBezTo>
                    <a:cubicBezTo>
                      <a:pt x="886" y="1455"/>
                      <a:pt x="892" y="1431"/>
                      <a:pt x="891" y="1422"/>
                    </a:cubicBezTo>
                    <a:cubicBezTo>
                      <a:pt x="890" y="1413"/>
                      <a:pt x="897" y="1394"/>
                      <a:pt x="897" y="1386"/>
                    </a:cubicBezTo>
                    <a:cubicBezTo>
                      <a:pt x="903" y="1362"/>
                      <a:pt x="909" y="1355"/>
                      <a:pt x="907" y="1347"/>
                    </a:cubicBezTo>
                    <a:cubicBezTo>
                      <a:pt x="914" y="1356"/>
                      <a:pt x="921" y="1365"/>
                      <a:pt x="925" y="1367"/>
                    </a:cubicBezTo>
                    <a:cubicBezTo>
                      <a:pt x="927" y="1381"/>
                      <a:pt x="941" y="1401"/>
                      <a:pt x="952" y="1402"/>
                    </a:cubicBezTo>
                    <a:cubicBezTo>
                      <a:pt x="967" y="1403"/>
                      <a:pt x="963" y="1393"/>
                      <a:pt x="959" y="1381"/>
                    </a:cubicBezTo>
                    <a:cubicBezTo>
                      <a:pt x="954" y="1370"/>
                      <a:pt x="953" y="1356"/>
                      <a:pt x="949" y="1350"/>
                    </a:cubicBezTo>
                    <a:cubicBezTo>
                      <a:pt x="945" y="1345"/>
                      <a:pt x="938" y="1315"/>
                      <a:pt x="931" y="1305"/>
                    </a:cubicBezTo>
                    <a:cubicBezTo>
                      <a:pt x="923" y="1295"/>
                      <a:pt x="893" y="1251"/>
                      <a:pt x="886" y="1244"/>
                    </a:cubicBezTo>
                    <a:cubicBezTo>
                      <a:pt x="883" y="1240"/>
                      <a:pt x="885" y="1222"/>
                      <a:pt x="881" y="1211"/>
                    </a:cubicBezTo>
                    <a:cubicBezTo>
                      <a:pt x="878" y="1199"/>
                      <a:pt x="878" y="1186"/>
                      <a:pt x="875" y="1172"/>
                    </a:cubicBezTo>
                    <a:cubicBezTo>
                      <a:pt x="872" y="1158"/>
                      <a:pt x="871" y="1130"/>
                      <a:pt x="871" y="1111"/>
                    </a:cubicBezTo>
                    <a:cubicBezTo>
                      <a:pt x="869" y="1079"/>
                      <a:pt x="869" y="950"/>
                      <a:pt x="850" y="904"/>
                    </a:cubicBezTo>
                    <a:cubicBezTo>
                      <a:pt x="846" y="889"/>
                      <a:pt x="843" y="866"/>
                      <a:pt x="843" y="832"/>
                    </a:cubicBezTo>
                    <a:cubicBezTo>
                      <a:pt x="841" y="741"/>
                      <a:pt x="821" y="688"/>
                      <a:pt x="823" y="660"/>
                    </a:cubicBezTo>
                    <a:cubicBezTo>
                      <a:pt x="828" y="618"/>
                      <a:pt x="819" y="574"/>
                      <a:pt x="812" y="540"/>
                    </a:cubicBezTo>
                    <a:cubicBezTo>
                      <a:pt x="795" y="465"/>
                      <a:pt x="759" y="446"/>
                      <a:pt x="742" y="442"/>
                    </a:cubicBezTo>
                    <a:cubicBezTo>
                      <a:pt x="725" y="438"/>
                      <a:pt x="686" y="427"/>
                      <a:pt x="672" y="421"/>
                    </a:cubicBezTo>
                    <a:cubicBezTo>
                      <a:pt x="655" y="414"/>
                      <a:pt x="614" y="390"/>
                      <a:pt x="598" y="384"/>
                    </a:cubicBezTo>
                    <a:cubicBezTo>
                      <a:pt x="584" y="379"/>
                      <a:pt x="558" y="363"/>
                      <a:pt x="558" y="363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7" name="Freeform 6">
                <a:extLst>
                  <a:ext uri="{FF2B5EF4-FFF2-40B4-BE49-F238E27FC236}">
                    <a16:creationId xmlns:a16="http://schemas.microsoft.com/office/drawing/2014/main" id="{066738CE-823F-417A-B4A3-6D20DC221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947"/>
                <a:ext cx="11" cy="16"/>
              </a:xfrm>
              <a:custGeom>
                <a:avLst/>
                <a:gdLst>
                  <a:gd name="T0" fmla="*/ 6 w 8"/>
                  <a:gd name="T1" fmla="*/ 0 h 12"/>
                  <a:gd name="T2" fmla="*/ 14 w 8"/>
                  <a:gd name="T3" fmla="*/ 28 h 12"/>
                  <a:gd name="T4" fmla="*/ 21 w 8"/>
                  <a:gd name="T5" fmla="*/ 15 h 12"/>
                  <a:gd name="T6" fmla="*/ 19 w 8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2" y="0"/>
                    </a:moveTo>
                    <a:cubicBezTo>
                      <a:pt x="0" y="6"/>
                      <a:pt x="1" y="12"/>
                      <a:pt x="5" y="12"/>
                    </a:cubicBezTo>
                    <a:cubicBezTo>
                      <a:pt x="7" y="12"/>
                      <a:pt x="7" y="9"/>
                      <a:pt x="8" y="6"/>
                    </a:cubicBezTo>
                    <a:cubicBezTo>
                      <a:pt x="8" y="3"/>
                      <a:pt x="7" y="0"/>
                      <a:pt x="7" y="0"/>
                    </a:cubicBezTo>
                  </a:path>
                </a:pathLst>
              </a:custGeom>
              <a:solidFill>
                <a:srgbClr val="B49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8" name="Freeform 7">
                <a:extLst>
                  <a:ext uri="{FF2B5EF4-FFF2-40B4-BE49-F238E27FC236}">
                    <a16:creationId xmlns:a16="http://schemas.microsoft.com/office/drawing/2014/main" id="{C34A4DA6-D57D-4031-9D7A-3E039AA94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3096"/>
                <a:ext cx="76" cy="81"/>
              </a:xfrm>
              <a:custGeom>
                <a:avLst/>
                <a:gdLst>
                  <a:gd name="T0" fmla="*/ 0 w 57"/>
                  <a:gd name="T1" fmla="*/ 104 h 60"/>
                  <a:gd name="T2" fmla="*/ 123 w 57"/>
                  <a:gd name="T3" fmla="*/ 0 h 60"/>
                  <a:gd name="T4" fmla="*/ 112 w 57"/>
                  <a:gd name="T5" fmla="*/ 84 h 60"/>
                  <a:gd name="T6" fmla="*/ 23 w 57"/>
                  <a:gd name="T7" fmla="*/ 115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60">
                    <a:moveTo>
                      <a:pt x="0" y="42"/>
                    </a:moveTo>
                    <a:cubicBezTo>
                      <a:pt x="23" y="60"/>
                      <a:pt x="46" y="15"/>
                      <a:pt x="52" y="0"/>
                    </a:cubicBezTo>
                    <a:cubicBezTo>
                      <a:pt x="53" y="12"/>
                      <a:pt x="57" y="24"/>
                      <a:pt x="47" y="34"/>
                    </a:cubicBezTo>
                    <a:cubicBezTo>
                      <a:pt x="39" y="43"/>
                      <a:pt x="22" y="47"/>
                      <a:pt x="10" y="47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9" name="Freeform 8">
                <a:extLst>
                  <a:ext uri="{FF2B5EF4-FFF2-40B4-BE49-F238E27FC236}">
                    <a16:creationId xmlns:a16="http://schemas.microsoft.com/office/drawing/2014/main" id="{BF8B5220-7CE2-417C-8B12-8B15171DB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3093"/>
                <a:ext cx="56" cy="80"/>
              </a:xfrm>
              <a:custGeom>
                <a:avLst/>
                <a:gdLst>
                  <a:gd name="T0" fmla="*/ 0 w 41"/>
                  <a:gd name="T1" fmla="*/ 114 h 59"/>
                  <a:gd name="T2" fmla="*/ 78 w 41"/>
                  <a:gd name="T3" fmla="*/ 0 h 59"/>
                  <a:gd name="T4" fmla="*/ 10 w 41"/>
                  <a:gd name="T5" fmla="*/ 12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9">
                    <a:moveTo>
                      <a:pt x="0" y="46"/>
                    </a:moveTo>
                    <a:cubicBezTo>
                      <a:pt x="24" y="57"/>
                      <a:pt x="32" y="13"/>
                      <a:pt x="31" y="0"/>
                    </a:cubicBezTo>
                    <a:cubicBezTo>
                      <a:pt x="41" y="19"/>
                      <a:pt x="32" y="59"/>
                      <a:pt x="4" y="4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0" name="Freeform 9">
                <a:extLst>
                  <a:ext uri="{FF2B5EF4-FFF2-40B4-BE49-F238E27FC236}">
                    <a16:creationId xmlns:a16="http://schemas.microsoft.com/office/drawing/2014/main" id="{F8051B75-0817-4643-B53A-CBE691E0C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308"/>
                <a:ext cx="213" cy="44"/>
              </a:xfrm>
              <a:custGeom>
                <a:avLst/>
                <a:gdLst>
                  <a:gd name="T0" fmla="*/ 84 w 158"/>
                  <a:gd name="T1" fmla="*/ 31 h 33"/>
                  <a:gd name="T2" fmla="*/ 241 w 158"/>
                  <a:gd name="T3" fmla="*/ 57 h 33"/>
                  <a:gd name="T4" fmla="*/ 387 w 158"/>
                  <a:gd name="T5" fmla="*/ 55 h 33"/>
                  <a:gd name="T6" fmla="*/ 194 w 158"/>
                  <a:gd name="T7" fmla="*/ 16 h 33"/>
                  <a:gd name="T8" fmla="*/ 0 w 158"/>
                  <a:gd name="T9" fmla="*/ 2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33">
                    <a:moveTo>
                      <a:pt x="34" y="13"/>
                    </a:moveTo>
                    <a:cubicBezTo>
                      <a:pt x="57" y="14"/>
                      <a:pt x="78" y="21"/>
                      <a:pt x="99" y="24"/>
                    </a:cubicBezTo>
                    <a:cubicBezTo>
                      <a:pt x="117" y="27"/>
                      <a:pt x="145" y="33"/>
                      <a:pt x="158" y="23"/>
                    </a:cubicBezTo>
                    <a:cubicBezTo>
                      <a:pt x="134" y="24"/>
                      <a:pt x="104" y="11"/>
                      <a:pt x="79" y="7"/>
                    </a:cubicBezTo>
                    <a:cubicBezTo>
                      <a:pt x="52" y="1"/>
                      <a:pt x="23" y="0"/>
                      <a:pt x="0" y="1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1" name="Freeform 10">
                <a:extLst>
                  <a:ext uri="{FF2B5EF4-FFF2-40B4-BE49-F238E27FC236}">
                    <a16:creationId xmlns:a16="http://schemas.microsoft.com/office/drawing/2014/main" id="{0FA2BE9D-23C4-4412-9EE5-AC744E3BF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579"/>
                <a:ext cx="128" cy="335"/>
              </a:xfrm>
              <a:custGeom>
                <a:avLst/>
                <a:gdLst>
                  <a:gd name="T0" fmla="*/ 218 w 95"/>
                  <a:gd name="T1" fmla="*/ 5 h 249"/>
                  <a:gd name="T2" fmla="*/ 220 w 95"/>
                  <a:gd name="T3" fmla="*/ 297 h 249"/>
                  <a:gd name="T4" fmla="*/ 203 w 95"/>
                  <a:gd name="T5" fmla="*/ 433 h 249"/>
                  <a:gd name="T6" fmla="*/ 190 w 95"/>
                  <a:gd name="T7" fmla="*/ 509 h 249"/>
                  <a:gd name="T8" fmla="*/ 168 w 95"/>
                  <a:gd name="T9" fmla="*/ 607 h 249"/>
                  <a:gd name="T10" fmla="*/ 182 w 95"/>
                  <a:gd name="T11" fmla="*/ 480 h 249"/>
                  <a:gd name="T12" fmla="*/ 177 w 95"/>
                  <a:gd name="T13" fmla="*/ 309 h 249"/>
                  <a:gd name="T14" fmla="*/ 96 w 95"/>
                  <a:gd name="T15" fmla="*/ 274 h 249"/>
                  <a:gd name="T16" fmla="*/ 0 w 95"/>
                  <a:gd name="T17" fmla="*/ 245 h 249"/>
                  <a:gd name="T18" fmla="*/ 73 w 95"/>
                  <a:gd name="T19" fmla="*/ 231 h 249"/>
                  <a:gd name="T20" fmla="*/ 155 w 95"/>
                  <a:gd name="T21" fmla="*/ 183 h 249"/>
                  <a:gd name="T22" fmla="*/ 63 w 95"/>
                  <a:gd name="T23" fmla="*/ 135 h 249"/>
                  <a:gd name="T24" fmla="*/ 141 w 95"/>
                  <a:gd name="T25" fmla="*/ 22 h 249"/>
                  <a:gd name="T26" fmla="*/ 209 w 95"/>
                  <a:gd name="T27" fmla="*/ 0 h 2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5" h="249">
                    <a:moveTo>
                      <a:pt x="89" y="2"/>
                    </a:moveTo>
                    <a:cubicBezTo>
                      <a:pt x="77" y="41"/>
                      <a:pt x="95" y="83"/>
                      <a:pt x="90" y="122"/>
                    </a:cubicBezTo>
                    <a:cubicBezTo>
                      <a:pt x="88" y="141"/>
                      <a:pt x="85" y="159"/>
                      <a:pt x="83" y="178"/>
                    </a:cubicBezTo>
                    <a:cubicBezTo>
                      <a:pt x="82" y="188"/>
                      <a:pt x="79" y="198"/>
                      <a:pt x="78" y="209"/>
                    </a:cubicBezTo>
                    <a:cubicBezTo>
                      <a:pt x="77" y="222"/>
                      <a:pt x="77" y="238"/>
                      <a:pt x="69" y="249"/>
                    </a:cubicBezTo>
                    <a:cubicBezTo>
                      <a:pt x="77" y="233"/>
                      <a:pt x="73" y="214"/>
                      <a:pt x="74" y="197"/>
                    </a:cubicBezTo>
                    <a:cubicBezTo>
                      <a:pt x="75" y="175"/>
                      <a:pt x="82" y="148"/>
                      <a:pt x="72" y="127"/>
                    </a:cubicBezTo>
                    <a:cubicBezTo>
                      <a:pt x="66" y="115"/>
                      <a:pt x="52" y="116"/>
                      <a:pt x="39" y="113"/>
                    </a:cubicBezTo>
                    <a:cubicBezTo>
                      <a:pt x="26" y="109"/>
                      <a:pt x="13" y="104"/>
                      <a:pt x="0" y="100"/>
                    </a:cubicBezTo>
                    <a:cubicBezTo>
                      <a:pt x="8" y="95"/>
                      <a:pt x="20" y="98"/>
                      <a:pt x="30" y="95"/>
                    </a:cubicBezTo>
                    <a:cubicBezTo>
                      <a:pt x="42" y="92"/>
                      <a:pt x="55" y="86"/>
                      <a:pt x="63" y="75"/>
                    </a:cubicBezTo>
                    <a:cubicBezTo>
                      <a:pt x="85" y="43"/>
                      <a:pt x="46" y="47"/>
                      <a:pt x="26" y="55"/>
                    </a:cubicBezTo>
                    <a:cubicBezTo>
                      <a:pt x="36" y="42"/>
                      <a:pt x="42" y="17"/>
                      <a:pt x="58" y="9"/>
                    </a:cubicBezTo>
                    <a:cubicBezTo>
                      <a:pt x="66" y="6"/>
                      <a:pt x="82" y="10"/>
                      <a:pt x="85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2" name="Freeform 11">
                <a:extLst>
                  <a:ext uri="{FF2B5EF4-FFF2-40B4-BE49-F238E27FC236}">
                    <a16:creationId xmlns:a16="http://schemas.microsoft.com/office/drawing/2014/main" id="{A533D84A-9F68-49F6-ABCA-A942CB699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938"/>
                <a:ext cx="69" cy="269"/>
              </a:xfrm>
              <a:custGeom>
                <a:avLst/>
                <a:gdLst>
                  <a:gd name="T0" fmla="*/ 104 w 51"/>
                  <a:gd name="T1" fmla="*/ 98 h 200"/>
                  <a:gd name="T2" fmla="*/ 106 w 51"/>
                  <a:gd name="T3" fmla="*/ 217 h 200"/>
                  <a:gd name="T4" fmla="*/ 97 w 51"/>
                  <a:gd name="T5" fmla="*/ 299 h 200"/>
                  <a:gd name="T6" fmla="*/ 83 w 51"/>
                  <a:gd name="T7" fmla="*/ 387 h 200"/>
                  <a:gd name="T8" fmla="*/ 0 w 51"/>
                  <a:gd name="T9" fmla="*/ 487 h 200"/>
                  <a:gd name="T10" fmla="*/ 58 w 51"/>
                  <a:gd name="T11" fmla="*/ 344 h 200"/>
                  <a:gd name="T12" fmla="*/ 20 w 51"/>
                  <a:gd name="T13" fmla="*/ 315 h 200"/>
                  <a:gd name="T14" fmla="*/ 64 w 51"/>
                  <a:gd name="T15" fmla="*/ 258 h 200"/>
                  <a:gd name="T16" fmla="*/ 97 w 51"/>
                  <a:gd name="T17" fmla="*/ 132 h 200"/>
                  <a:gd name="T18" fmla="*/ 110 w 51"/>
                  <a:gd name="T19" fmla="*/ 70 h 200"/>
                  <a:gd name="T20" fmla="*/ 126 w 51"/>
                  <a:gd name="T21" fmla="*/ 0 h 2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200">
                    <a:moveTo>
                      <a:pt x="42" y="40"/>
                    </a:moveTo>
                    <a:cubicBezTo>
                      <a:pt x="46" y="53"/>
                      <a:pt x="44" y="75"/>
                      <a:pt x="43" y="89"/>
                    </a:cubicBezTo>
                    <a:cubicBezTo>
                      <a:pt x="43" y="101"/>
                      <a:pt x="41" y="112"/>
                      <a:pt x="39" y="123"/>
                    </a:cubicBezTo>
                    <a:cubicBezTo>
                      <a:pt x="37" y="135"/>
                      <a:pt x="36" y="147"/>
                      <a:pt x="33" y="159"/>
                    </a:cubicBezTo>
                    <a:cubicBezTo>
                      <a:pt x="28" y="180"/>
                      <a:pt x="17" y="188"/>
                      <a:pt x="0" y="200"/>
                    </a:cubicBezTo>
                    <a:cubicBezTo>
                      <a:pt x="13" y="192"/>
                      <a:pt x="38" y="156"/>
                      <a:pt x="24" y="141"/>
                    </a:cubicBezTo>
                    <a:cubicBezTo>
                      <a:pt x="20" y="136"/>
                      <a:pt x="8" y="139"/>
                      <a:pt x="8" y="129"/>
                    </a:cubicBezTo>
                    <a:cubicBezTo>
                      <a:pt x="8" y="124"/>
                      <a:pt x="22" y="111"/>
                      <a:pt x="26" y="106"/>
                    </a:cubicBezTo>
                    <a:cubicBezTo>
                      <a:pt x="39" y="89"/>
                      <a:pt x="36" y="74"/>
                      <a:pt x="39" y="54"/>
                    </a:cubicBezTo>
                    <a:cubicBezTo>
                      <a:pt x="40" y="45"/>
                      <a:pt x="43" y="37"/>
                      <a:pt x="44" y="29"/>
                    </a:cubicBezTo>
                    <a:cubicBezTo>
                      <a:pt x="46" y="18"/>
                      <a:pt x="41" y="7"/>
                      <a:pt x="51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3" name="Freeform 12">
                <a:extLst>
                  <a:ext uri="{FF2B5EF4-FFF2-40B4-BE49-F238E27FC236}">
                    <a16:creationId xmlns:a16="http://schemas.microsoft.com/office/drawing/2014/main" id="{EF7B14E3-AEA7-4D53-9893-7DC10E4C9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613"/>
                <a:ext cx="173" cy="72"/>
              </a:xfrm>
              <a:custGeom>
                <a:avLst/>
                <a:gdLst>
                  <a:gd name="T0" fmla="*/ 15 w 128"/>
                  <a:gd name="T1" fmla="*/ 108 h 54"/>
                  <a:gd name="T2" fmla="*/ 191 w 128"/>
                  <a:gd name="T3" fmla="*/ 105 h 54"/>
                  <a:gd name="T4" fmla="*/ 245 w 128"/>
                  <a:gd name="T5" fmla="*/ 16 h 54"/>
                  <a:gd name="T6" fmla="*/ 173 w 128"/>
                  <a:gd name="T7" fmla="*/ 55 h 54"/>
                  <a:gd name="T8" fmla="*/ 0 w 128"/>
                  <a:gd name="T9" fmla="*/ 101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54">
                    <a:moveTo>
                      <a:pt x="6" y="46"/>
                    </a:moveTo>
                    <a:cubicBezTo>
                      <a:pt x="28" y="51"/>
                      <a:pt x="56" y="49"/>
                      <a:pt x="77" y="44"/>
                    </a:cubicBezTo>
                    <a:cubicBezTo>
                      <a:pt x="91" y="41"/>
                      <a:pt x="128" y="19"/>
                      <a:pt x="99" y="7"/>
                    </a:cubicBezTo>
                    <a:cubicBezTo>
                      <a:pt x="85" y="0"/>
                      <a:pt x="80" y="14"/>
                      <a:pt x="70" y="23"/>
                    </a:cubicBezTo>
                    <a:cubicBezTo>
                      <a:pt x="58" y="34"/>
                      <a:pt x="16" y="54"/>
                      <a:pt x="0" y="4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4" name="Freeform 13">
                <a:extLst>
                  <a:ext uri="{FF2B5EF4-FFF2-40B4-BE49-F238E27FC236}">
                    <a16:creationId xmlns:a16="http://schemas.microsoft.com/office/drawing/2014/main" id="{88D89CEB-E1E7-45CE-8B06-8A14577C4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328"/>
                <a:ext cx="101" cy="392"/>
              </a:xfrm>
              <a:custGeom>
                <a:avLst/>
                <a:gdLst>
                  <a:gd name="T0" fmla="*/ 0 w 75"/>
                  <a:gd name="T1" fmla="*/ 0 h 292"/>
                  <a:gd name="T2" fmla="*/ 127 w 75"/>
                  <a:gd name="T3" fmla="*/ 226 h 292"/>
                  <a:gd name="T4" fmla="*/ 151 w 75"/>
                  <a:gd name="T5" fmla="*/ 501 h 292"/>
                  <a:gd name="T6" fmla="*/ 183 w 75"/>
                  <a:gd name="T7" fmla="*/ 706 h 292"/>
                  <a:gd name="T8" fmla="*/ 112 w 75"/>
                  <a:gd name="T9" fmla="*/ 473 h 292"/>
                  <a:gd name="T10" fmla="*/ 0 w 75"/>
                  <a:gd name="T11" fmla="*/ 0 h 2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92">
                    <a:moveTo>
                      <a:pt x="0" y="0"/>
                    </a:moveTo>
                    <a:cubicBezTo>
                      <a:pt x="17" y="6"/>
                      <a:pt x="37" y="27"/>
                      <a:pt x="52" y="93"/>
                    </a:cubicBezTo>
                    <a:cubicBezTo>
                      <a:pt x="68" y="160"/>
                      <a:pt x="63" y="187"/>
                      <a:pt x="62" y="207"/>
                    </a:cubicBezTo>
                    <a:cubicBezTo>
                      <a:pt x="61" y="227"/>
                      <a:pt x="71" y="262"/>
                      <a:pt x="75" y="292"/>
                    </a:cubicBezTo>
                    <a:cubicBezTo>
                      <a:pt x="70" y="258"/>
                      <a:pt x="50" y="222"/>
                      <a:pt x="46" y="195"/>
                    </a:cubicBezTo>
                    <a:cubicBezTo>
                      <a:pt x="43" y="168"/>
                      <a:pt x="38" y="27"/>
                      <a:pt x="0" y="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5" name="Freeform 14">
                <a:extLst>
                  <a:ext uri="{FF2B5EF4-FFF2-40B4-BE49-F238E27FC236}">
                    <a16:creationId xmlns:a16="http://schemas.microsoft.com/office/drawing/2014/main" id="{C1955759-29C0-45B0-946B-1805A50BE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957"/>
                <a:ext cx="32" cy="354"/>
              </a:xfrm>
              <a:custGeom>
                <a:avLst/>
                <a:gdLst>
                  <a:gd name="T0" fmla="*/ 9 w 24"/>
                  <a:gd name="T1" fmla="*/ 281 h 263"/>
                  <a:gd name="T2" fmla="*/ 57 w 24"/>
                  <a:gd name="T3" fmla="*/ 641 h 263"/>
                  <a:gd name="T4" fmla="*/ 33 w 24"/>
                  <a:gd name="T5" fmla="*/ 312 h 263"/>
                  <a:gd name="T6" fmla="*/ 1 w 24"/>
                  <a:gd name="T7" fmla="*/ 0 h 263"/>
                  <a:gd name="T8" fmla="*/ 9 w 24"/>
                  <a:gd name="T9" fmla="*/ 281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63">
                    <a:moveTo>
                      <a:pt x="4" y="115"/>
                    </a:moveTo>
                    <a:cubicBezTo>
                      <a:pt x="5" y="138"/>
                      <a:pt x="16" y="231"/>
                      <a:pt x="24" y="263"/>
                    </a:cubicBezTo>
                    <a:cubicBezTo>
                      <a:pt x="22" y="244"/>
                      <a:pt x="16" y="189"/>
                      <a:pt x="14" y="128"/>
                    </a:cubicBezTo>
                    <a:cubicBezTo>
                      <a:pt x="13" y="68"/>
                      <a:pt x="7" y="27"/>
                      <a:pt x="1" y="0"/>
                    </a:cubicBezTo>
                    <a:cubicBezTo>
                      <a:pt x="0" y="28"/>
                      <a:pt x="3" y="89"/>
                      <a:pt x="4" y="115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6" name="Freeform 15">
                <a:extLst>
                  <a:ext uri="{FF2B5EF4-FFF2-40B4-BE49-F238E27FC236}">
                    <a16:creationId xmlns:a16="http://schemas.microsoft.com/office/drawing/2014/main" id="{0BDFCE16-5750-4FE9-B075-BC40F585A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453"/>
                <a:ext cx="92" cy="182"/>
              </a:xfrm>
              <a:custGeom>
                <a:avLst/>
                <a:gdLst>
                  <a:gd name="T0" fmla="*/ 58 w 68"/>
                  <a:gd name="T1" fmla="*/ 24 h 135"/>
                  <a:gd name="T2" fmla="*/ 100 w 68"/>
                  <a:gd name="T3" fmla="*/ 93 h 135"/>
                  <a:gd name="T4" fmla="*/ 152 w 68"/>
                  <a:gd name="T5" fmla="*/ 127 h 135"/>
                  <a:gd name="T6" fmla="*/ 152 w 68"/>
                  <a:gd name="T7" fmla="*/ 202 h 135"/>
                  <a:gd name="T8" fmla="*/ 118 w 68"/>
                  <a:gd name="T9" fmla="*/ 330 h 135"/>
                  <a:gd name="T10" fmla="*/ 135 w 68"/>
                  <a:gd name="T11" fmla="*/ 191 h 135"/>
                  <a:gd name="T12" fmla="*/ 87 w 68"/>
                  <a:gd name="T13" fmla="*/ 150 h 135"/>
                  <a:gd name="T14" fmla="*/ 32 w 68"/>
                  <a:gd name="T15" fmla="*/ 78 h 135"/>
                  <a:gd name="T16" fmla="*/ 35 w 68"/>
                  <a:gd name="T17" fmla="*/ 0 h 135"/>
                  <a:gd name="T18" fmla="*/ 50 w 68"/>
                  <a:gd name="T19" fmla="*/ 15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135">
                    <a:moveTo>
                      <a:pt x="24" y="10"/>
                    </a:moveTo>
                    <a:cubicBezTo>
                      <a:pt x="28" y="19"/>
                      <a:pt x="34" y="30"/>
                      <a:pt x="41" y="38"/>
                    </a:cubicBezTo>
                    <a:cubicBezTo>
                      <a:pt x="47" y="44"/>
                      <a:pt x="56" y="46"/>
                      <a:pt x="61" y="52"/>
                    </a:cubicBezTo>
                    <a:cubicBezTo>
                      <a:pt x="68" y="60"/>
                      <a:pt x="64" y="72"/>
                      <a:pt x="61" y="82"/>
                    </a:cubicBezTo>
                    <a:cubicBezTo>
                      <a:pt x="57" y="99"/>
                      <a:pt x="52" y="117"/>
                      <a:pt x="47" y="135"/>
                    </a:cubicBezTo>
                    <a:cubicBezTo>
                      <a:pt x="51" y="120"/>
                      <a:pt x="60" y="93"/>
                      <a:pt x="55" y="78"/>
                    </a:cubicBezTo>
                    <a:cubicBezTo>
                      <a:pt x="52" y="69"/>
                      <a:pt x="43" y="65"/>
                      <a:pt x="35" y="61"/>
                    </a:cubicBezTo>
                    <a:cubicBezTo>
                      <a:pt x="19" y="53"/>
                      <a:pt x="19" y="51"/>
                      <a:pt x="13" y="32"/>
                    </a:cubicBezTo>
                    <a:cubicBezTo>
                      <a:pt x="9" y="19"/>
                      <a:pt x="0" y="9"/>
                      <a:pt x="14" y="0"/>
                    </a:cubicBezTo>
                    <a:cubicBezTo>
                      <a:pt x="16" y="1"/>
                      <a:pt x="20" y="6"/>
                      <a:pt x="20" y="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7" name="Freeform 16">
                <a:extLst>
                  <a:ext uri="{FF2B5EF4-FFF2-40B4-BE49-F238E27FC236}">
                    <a16:creationId xmlns:a16="http://schemas.microsoft.com/office/drawing/2014/main" id="{E8653EC4-080D-4C49-B490-54AB3EB8E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448"/>
                <a:ext cx="78" cy="82"/>
              </a:xfrm>
              <a:custGeom>
                <a:avLst/>
                <a:gdLst>
                  <a:gd name="T0" fmla="*/ 141 w 58"/>
                  <a:gd name="T1" fmla="*/ 36 h 61"/>
                  <a:gd name="T2" fmla="*/ 54 w 58"/>
                  <a:gd name="T3" fmla="*/ 30 h 61"/>
                  <a:gd name="T4" fmla="*/ 15 w 58"/>
                  <a:gd name="T5" fmla="*/ 148 h 61"/>
                  <a:gd name="T6" fmla="*/ 56 w 58"/>
                  <a:gd name="T7" fmla="*/ 58 h 61"/>
                  <a:gd name="T8" fmla="*/ 136 w 58"/>
                  <a:gd name="T9" fmla="*/ 7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1">
                    <a:moveTo>
                      <a:pt x="58" y="15"/>
                    </a:moveTo>
                    <a:cubicBezTo>
                      <a:pt x="49" y="0"/>
                      <a:pt x="35" y="3"/>
                      <a:pt x="22" y="12"/>
                    </a:cubicBezTo>
                    <a:cubicBezTo>
                      <a:pt x="6" y="24"/>
                      <a:pt x="0" y="42"/>
                      <a:pt x="6" y="61"/>
                    </a:cubicBezTo>
                    <a:cubicBezTo>
                      <a:pt x="13" y="48"/>
                      <a:pt x="7" y="33"/>
                      <a:pt x="23" y="24"/>
                    </a:cubicBezTo>
                    <a:cubicBezTo>
                      <a:pt x="35" y="18"/>
                      <a:pt x="46" y="23"/>
                      <a:pt x="56" y="2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8" name="Freeform 17">
                <a:extLst>
                  <a:ext uri="{FF2B5EF4-FFF2-40B4-BE49-F238E27FC236}">
                    <a16:creationId xmlns:a16="http://schemas.microsoft.com/office/drawing/2014/main" id="{71861D6D-8975-412B-AC2D-B84A31F54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420"/>
                <a:ext cx="84" cy="165"/>
              </a:xfrm>
              <a:custGeom>
                <a:avLst/>
                <a:gdLst>
                  <a:gd name="T0" fmla="*/ 0 w 62"/>
                  <a:gd name="T1" fmla="*/ 0 h 123"/>
                  <a:gd name="T2" fmla="*/ 87 w 62"/>
                  <a:gd name="T3" fmla="*/ 142 h 123"/>
                  <a:gd name="T4" fmla="*/ 141 w 62"/>
                  <a:gd name="T5" fmla="*/ 296 h 123"/>
                  <a:gd name="T6" fmla="*/ 118 w 62"/>
                  <a:gd name="T7" fmla="*/ 232 h 123"/>
                  <a:gd name="T8" fmla="*/ 72 w 62"/>
                  <a:gd name="T9" fmla="*/ 196 h 123"/>
                  <a:gd name="T10" fmla="*/ 72 w 62"/>
                  <a:gd name="T11" fmla="*/ 137 h 123"/>
                  <a:gd name="T12" fmla="*/ 56 w 62"/>
                  <a:gd name="T13" fmla="*/ 97 h 123"/>
                  <a:gd name="T14" fmla="*/ 5 w 62"/>
                  <a:gd name="T15" fmla="*/ 12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123">
                    <a:moveTo>
                      <a:pt x="0" y="0"/>
                    </a:moveTo>
                    <a:cubicBezTo>
                      <a:pt x="12" y="20"/>
                      <a:pt x="24" y="39"/>
                      <a:pt x="35" y="59"/>
                    </a:cubicBezTo>
                    <a:cubicBezTo>
                      <a:pt x="44" y="76"/>
                      <a:pt x="62" y="102"/>
                      <a:pt x="57" y="123"/>
                    </a:cubicBezTo>
                    <a:cubicBezTo>
                      <a:pt x="48" y="121"/>
                      <a:pt x="51" y="103"/>
                      <a:pt x="47" y="96"/>
                    </a:cubicBezTo>
                    <a:cubicBezTo>
                      <a:pt x="42" y="86"/>
                      <a:pt x="34" y="88"/>
                      <a:pt x="29" y="81"/>
                    </a:cubicBezTo>
                    <a:cubicBezTo>
                      <a:pt x="25" y="75"/>
                      <a:pt x="30" y="64"/>
                      <a:pt x="29" y="57"/>
                    </a:cubicBezTo>
                    <a:cubicBezTo>
                      <a:pt x="28" y="51"/>
                      <a:pt x="26" y="46"/>
                      <a:pt x="22" y="40"/>
                    </a:cubicBezTo>
                    <a:cubicBezTo>
                      <a:pt x="15" y="30"/>
                      <a:pt x="10" y="15"/>
                      <a:pt x="2" y="5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9" name="Freeform 18">
                <a:extLst>
                  <a:ext uri="{FF2B5EF4-FFF2-40B4-BE49-F238E27FC236}">
                    <a16:creationId xmlns:a16="http://schemas.microsoft.com/office/drawing/2014/main" id="{9CA084FF-AE8B-4E28-8A4B-AA31C4EF5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937"/>
                <a:ext cx="101" cy="85"/>
              </a:xfrm>
              <a:custGeom>
                <a:avLst/>
                <a:gdLst>
                  <a:gd name="T0" fmla="*/ 40 w 75"/>
                  <a:gd name="T1" fmla="*/ 27 h 63"/>
                  <a:gd name="T2" fmla="*/ 183 w 75"/>
                  <a:gd name="T3" fmla="*/ 42 h 63"/>
                  <a:gd name="T4" fmla="*/ 104 w 75"/>
                  <a:gd name="T5" fmla="*/ 42 h 63"/>
                  <a:gd name="T6" fmla="*/ 0 w 75"/>
                  <a:gd name="T7" fmla="*/ 2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63">
                    <a:moveTo>
                      <a:pt x="16" y="11"/>
                    </a:moveTo>
                    <a:cubicBezTo>
                      <a:pt x="33" y="12"/>
                      <a:pt x="67" y="63"/>
                      <a:pt x="75" y="17"/>
                    </a:cubicBezTo>
                    <a:cubicBezTo>
                      <a:pt x="66" y="32"/>
                      <a:pt x="52" y="24"/>
                      <a:pt x="42" y="17"/>
                    </a:cubicBezTo>
                    <a:cubicBezTo>
                      <a:pt x="30" y="8"/>
                      <a:pt x="15" y="0"/>
                      <a:pt x="0" y="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0" name="Freeform 19">
                <a:extLst>
                  <a:ext uri="{FF2B5EF4-FFF2-40B4-BE49-F238E27FC236}">
                    <a16:creationId xmlns:a16="http://schemas.microsoft.com/office/drawing/2014/main" id="{C51EA7EA-E263-4647-BA7C-378D7CB56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942"/>
                <a:ext cx="86" cy="72"/>
              </a:xfrm>
              <a:custGeom>
                <a:avLst/>
                <a:gdLst>
                  <a:gd name="T0" fmla="*/ 7 w 64"/>
                  <a:gd name="T1" fmla="*/ 62 h 53"/>
                  <a:gd name="T2" fmla="*/ 156 w 64"/>
                  <a:gd name="T3" fmla="*/ 26 h 53"/>
                  <a:gd name="T4" fmla="*/ 0 w 64"/>
                  <a:gd name="T5" fmla="*/ 56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53">
                    <a:moveTo>
                      <a:pt x="3" y="25"/>
                    </a:moveTo>
                    <a:cubicBezTo>
                      <a:pt x="13" y="53"/>
                      <a:pt x="51" y="8"/>
                      <a:pt x="64" y="10"/>
                    </a:cubicBezTo>
                    <a:cubicBezTo>
                      <a:pt x="38" y="0"/>
                      <a:pt x="24" y="31"/>
                      <a:pt x="0" y="2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1" name="Freeform 20">
                <a:extLst>
                  <a:ext uri="{FF2B5EF4-FFF2-40B4-BE49-F238E27FC236}">
                    <a16:creationId xmlns:a16="http://schemas.microsoft.com/office/drawing/2014/main" id="{2CE04EFA-00D8-455C-97A3-F7F48C8A1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562"/>
                <a:ext cx="41" cy="387"/>
              </a:xfrm>
              <a:custGeom>
                <a:avLst/>
                <a:gdLst>
                  <a:gd name="T0" fmla="*/ 70 w 30"/>
                  <a:gd name="T1" fmla="*/ 0 h 288"/>
                  <a:gd name="T2" fmla="*/ 70 w 30"/>
                  <a:gd name="T3" fmla="*/ 296 h 288"/>
                  <a:gd name="T4" fmla="*/ 29 w 30"/>
                  <a:gd name="T5" fmla="*/ 613 h 288"/>
                  <a:gd name="T6" fmla="*/ 19 w 30"/>
                  <a:gd name="T7" fmla="*/ 699 h 288"/>
                  <a:gd name="T8" fmla="*/ 22 w 30"/>
                  <a:gd name="T9" fmla="*/ 410 h 288"/>
                  <a:gd name="T10" fmla="*/ 70 w 30"/>
                  <a:gd name="T11" fmla="*/ 0 h 2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88">
                    <a:moveTo>
                      <a:pt x="27" y="0"/>
                    </a:moveTo>
                    <a:cubicBezTo>
                      <a:pt x="29" y="21"/>
                      <a:pt x="29" y="84"/>
                      <a:pt x="27" y="122"/>
                    </a:cubicBezTo>
                    <a:cubicBezTo>
                      <a:pt x="24" y="161"/>
                      <a:pt x="16" y="231"/>
                      <a:pt x="11" y="252"/>
                    </a:cubicBezTo>
                    <a:cubicBezTo>
                      <a:pt x="7" y="274"/>
                      <a:pt x="7" y="288"/>
                      <a:pt x="7" y="288"/>
                    </a:cubicBezTo>
                    <a:cubicBezTo>
                      <a:pt x="0" y="257"/>
                      <a:pt x="8" y="189"/>
                      <a:pt x="9" y="169"/>
                    </a:cubicBezTo>
                    <a:cubicBezTo>
                      <a:pt x="10" y="148"/>
                      <a:pt x="30" y="27"/>
                      <a:pt x="27" y="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2" name="Freeform 21">
                <a:extLst>
                  <a:ext uri="{FF2B5EF4-FFF2-40B4-BE49-F238E27FC236}">
                    <a16:creationId xmlns:a16="http://schemas.microsoft.com/office/drawing/2014/main" id="{163CD038-BB50-44B9-BAE3-E2D6B2F25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1972"/>
                <a:ext cx="97" cy="374"/>
              </a:xfrm>
              <a:custGeom>
                <a:avLst/>
                <a:gdLst>
                  <a:gd name="T0" fmla="*/ 163 w 72"/>
                  <a:gd name="T1" fmla="*/ 0 h 278"/>
                  <a:gd name="T2" fmla="*/ 110 w 72"/>
                  <a:gd name="T3" fmla="*/ 355 h 278"/>
                  <a:gd name="T4" fmla="*/ 0 w 72"/>
                  <a:gd name="T5" fmla="*/ 677 h 278"/>
                  <a:gd name="T6" fmla="*/ 69 w 72"/>
                  <a:gd name="T7" fmla="*/ 373 h 278"/>
                  <a:gd name="T8" fmla="*/ 163 w 72"/>
                  <a:gd name="T9" fmla="*/ 0 h 2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278">
                    <a:moveTo>
                      <a:pt x="67" y="0"/>
                    </a:moveTo>
                    <a:cubicBezTo>
                      <a:pt x="68" y="31"/>
                      <a:pt x="72" y="78"/>
                      <a:pt x="45" y="146"/>
                    </a:cubicBezTo>
                    <a:cubicBezTo>
                      <a:pt x="18" y="213"/>
                      <a:pt x="3" y="259"/>
                      <a:pt x="0" y="278"/>
                    </a:cubicBezTo>
                    <a:cubicBezTo>
                      <a:pt x="2" y="250"/>
                      <a:pt x="16" y="188"/>
                      <a:pt x="28" y="153"/>
                    </a:cubicBezTo>
                    <a:cubicBezTo>
                      <a:pt x="40" y="117"/>
                      <a:pt x="72" y="25"/>
                      <a:pt x="67" y="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3" name="Freeform 22">
                <a:extLst>
                  <a:ext uri="{FF2B5EF4-FFF2-40B4-BE49-F238E27FC236}">
                    <a16:creationId xmlns:a16="http://schemas.microsoft.com/office/drawing/2014/main" id="{6119B190-D703-4D9D-B783-F578702D7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2479"/>
                <a:ext cx="84" cy="145"/>
              </a:xfrm>
              <a:custGeom>
                <a:avLst/>
                <a:gdLst>
                  <a:gd name="T0" fmla="*/ 0 w 62"/>
                  <a:gd name="T1" fmla="*/ 83 h 108"/>
                  <a:gd name="T2" fmla="*/ 92 w 62"/>
                  <a:gd name="T3" fmla="*/ 0 h 108"/>
                  <a:gd name="T4" fmla="*/ 84 w 62"/>
                  <a:gd name="T5" fmla="*/ 86 h 108"/>
                  <a:gd name="T6" fmla="*/ 103 w 62"/>
                  <a:gd name="T7" fmla="*/ 114 h 108"/>
                  <a:gd name="T8" fmla="*/ 138 w 62"/>
                  <a:gd name="T9" fmla="*/ 128 h 108"/>
                  <a:gd name="T10" fmla="*/ 107 w 62"/>
                  <a:gd name="T11" fmla="*/ 183 h 108"/>
                  <a:gd name="T12" fmla="*/ 72 w 62"/>
                  <a:gd name="T13" fmla="*/ 212 h 108"/>
                  <a:gd name="T14" fmla="*/ 57 w 62"/>
                  <a:gd name="T15" fmla="*/ 262 h 108"/>
                  <a:gd name="T16" fmla="*/ 12 w 62"/>
                  <a:gd name="T17" fmla="*/ 94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108">
                    <a:moveTo>
                      <a:pt x="0" y="34"/>
                    </a:moveTo>
                    <a:cubicBezTo>
                      <a:pt x="21" y="32"/>
                      <a:pt x="23" y="11"/>
                      <a:pt x="37" y="0"/>
                    </a:cubicBezTo>
                    <a:cubicBezTo>
                      <a:pt x="43" y="12"/>
                      <a:pt x="30" y="23"/>
                      <a:pt x="34" y="36"/>
                    </a:cubicBezTo>
                    <a:cubicBezTo>
                      <a:pt x="35" y="40"/>
                      <a:pt x="37" y="44"/>
                      <a:pt x="41" y="47"/>
                    </a:cubicBezTo>
                    <a:cubicBezTo>
                      <a:pt x="44" y="51"/>
                      <a:pt x="52" y="50"/>
                      <a:pt x="55" y="53"/>
                    </a:cubicBezTo>
                    <a:cubicBezTo>
                      <a:pt x="62" y="61"/>
                      <a:pt x="49" y="69"/>
                      <a:pt x="43" y="75"/>
                    </a:cubicBezTo>
                    <a:cubicBezTo>
                      <a:pt x="39" y="79"/>
                      <a:pt x="32" y="82"/>
                      <a:pt x="29" y="88"/>
                    </a:cubicBezTo>
                    <a:cubicBezTo>
                      <a:pt x="25" y="94"/>
                      <a:pt x="26" y="102"/>
                      <a:pt x="23" y="108"/>
                    </a:cubicBezTo>
                    <a:cubicBezTo>
                      <a:pt x="16" y="89"/>
                      <a:pt x="5" y="59"/>
                      <a:pt x="5" y="3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4" name="Freeform 23">
                <a:extLst>
                  <a:ext uri="{FF2B5EF4-FFF2-40B4-BE49-F238E27FC236}">
                    <a16:creationId xmlns:a16="http://schemas.microsoft.com/office/drawing/2014/main" id="{8B981A56-F95D-4CCB-B91C-36D972A27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2369"/>
                <a:ext cx="33" cy="194"/>
              </a:xfrm>
              <a:custGeom>
                <a:avLst/>
                <a:gdLst>
                  <a:gd name="T0" fmla="*/ 26 w 25"/>
                  <a:gd name="T1" fmla="*/ 59 h 145"/>
                  <a:gd name="T2" fmla="*/ 45 w 25"/>
                  <a:gd name="T3" fmla="*/ 177 h 145"/>
                  <a:gd name="T4" fmla="*/ 34 w 25"/>
                  <a:gd name="T5" fmla="*/ 348 h 145"/>
                  <a:gd name="T6" fmla="*/ 5 w 25"/>
                  <a:gd name="T7" fmla="*/ 143 h 145"/>
                  <a:gd name="T8" fmla="*/ 7 w 25"/>
                  <a:gd name="T9" fmla="*/ 78 h 145"/>
                  <a:gd name="T10" fmla="*/ 9 w 25"/>
                  <a:gd name="T11" fmla="*/ 0 h 145"/>
                  <a:gd name="T12" fmla="*/ 26 w 25"/>
                  <a:gd name="T13" fmla="*/ 43 h 145"/>
                  <a:gd name="T14" fmla="*/ 28 w 25"/>
                  <a:gd name="T15" fmla="*/ 79 h 1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45">
                    <a:moveTo>
                      <a:pt x="11" y="25"/>
                    </a:moveTo>
                    <a:cubicBezTo>
                      <a:pt x="10" y="45"/>
                      <a:pt x="17" y="55"/>
                      <a:pt x="20" y="74"/>
                    </a:cubicBezTo>
                    <a:cubicBezTo>
                      <a:pt x="25" y="97"/>
                      <a:pt x="23" y="124"/>
                      <a:pt x="15" y="145"/>
                    </a:cubicBezTo>
                    <a:cubicBezTo>
                      <a:pt x="22" y="116"/>
                      <a:pt x="8" y="88"/>
                      <a:pt x="2" y="60"/>
                    </a:cubicBezTo>
                    <a:cubicBezTo>
                      <a:pt x="0" y="48"/>
                      <a:pt x="2" y="43"/>
                      <a:pt x="3" y="32"/>
                    </a:cubicBezTo>
                    <a:cubicBezTo>
                      <a:pt x="4" y="21"/>
                      <a:pt x="2" y="11"/>
                      <a:pt x="4" y="0"/>
                    </a:cubicBezTo>
                    <a:cubicBezTo>
                      <a:pt x="6" y="6"/>
                      <a:pt x="10" y="13"/>
                      <a:pt x="11" y="18"/>
                    </a:cubicBezTo>
                    <a:cubicBezTo>
                      <a:pt x="13" y="23"/>
                      <a:pt x="11" y="28"/>
                      <a:pt x="12" y="3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5" name="Freeform 24">
                <a:extLst>
                  <a:ext uri="{FF2B5EF4-FFF2-40B4-BE49-F238E27FC236}">
                    <a16:creationId xmlns:a16="http://schemas.microsoft.com/office/drawing/2014/main" id="{C5712506-75EE-43F4-AE1F-0F2D012E1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2468"/>
                <a:ext cx="71" cy="74"/>
              </a:xfrm>
              <a:custGeom>
                <a:avLst/>
                <a:gdLst>
                  <a:gd name="T0" fmla="*/ 31 w 53"/>
                  <a:gd name="T1" fmla="*/ 94 h 55"/>
                  <a:gd name="T2" fmla="*/ 78 w 53"/>
                  <a:gd name="T3" fmla="*/ 77 h 55"/>
                  <a:gd name="T4" fmla="*/ 127 w 53"/>
                  <a:gd name="T5" fmla="*/ 0 h 55"/>
                  <a:gd name="T6" fmla="*/ 0 w 53"/>
                  <a:gd name="T7" fmla="*/ 135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55">
                    <a:moveTo>
                      <a:pt x="13" y="39"/>
                    </a:moveTo>
                    <a:cubicBezTo>
                      <a:pt x="19" y="33"/>
                      <a:pt x="25" y="34"/>
                      <a:pt x="32" y="31"/>
                    </a:cubicBezTo>
                    <a:cubicBezTo>
                      <a:pt x="46" y="25"/>
                      <a:pt x="48" y="13"/>
                      <a:pt x="53" y="0"/>
                    </a:cubicBezTo>
                    <a:cubicBezTo>
                      <a:pt x="35" y="20"/>
                      <a:pt x="6" y="28"/>
                      <a:pt x="0" y="55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6" name="Freeform 25">
                <a:extLst>
                  <a:ext uri="{FF2B5EF4-FFF2-40B4-BE49-F238E27FC236}">
                    <a16:creationId xmlns:a16="http://schemas.microsoft.com/office/drawing/2014/main" id="{5056F5FF-ACA3-4C11-ABF3-5A77545EE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1320"/>
                <a:ext cx="121" cy="320"/>
              </a:xfrm>
              <a:custGeom>
                <a:avLst/>
                <a:gdLst>
                  <a:gd name="T0" fmla="*/ 219 w 90"/>
                  <a:gd name="T1" fmla="*/ 0 h 238"/>
                  <a:gd name="T2" fmla="*/ 47 w 90"/>
                  <a:gd name="T3" fmla="*/ 190 h 238"/>
                  <a:gd name="T4" fmla="*/ 5 w 90"/>
                  <a:gd name="T5" fmla="*/ 465 h 238"/>
                  <a:gd name="T6" fmla="*/ 7 w 90"/>
                  <a:gd name="T7" fmla="*/ 578 h 238"/>
                  <a:gd name="T8" fmla="*/ 54 w 90"/>
                  <a:gd name="T9" fmla="*/ 319 h 238"/>
                  <a:gd name="T10" fmla="*/ 219 w 90"/>
                  <a:gd name="T11" fmla="*/ 0 h 2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238">
                    <a:moveTo>
                      <a:pt x="90" y="0"/>
                    </a:moveTo>
                    <a:cubicBezTo>
                      <a:pt x="68" y="0"/>
                      <a:pt x="35" y="26"/>
                      <a:pt x="19" y="78"/>
                    </a:cubicBezTo>
                    <a:cubicBezTo>
                      <a:pt x="4" y="130"/>
                      <a:pt x="3" y="173"/>
                      <a:pt x="2" y="191"/>
                    </a:cubicBezTo>
                    <a:cubicBezTo>
                      <a:pt x="0" y="210"/>
                      <a:pt x="6" y="225"/>
                      <a:pt x="3" y="238"/>
                    </a:cubicBezTo>
                    <a:cubicBezTo>
                      <a:pt x="7" y="219"/>
                      <a:pt x="15" y="154"/>
                      <a:pt x="22" y="131"/>
                    </a:cubicBezTo>
                    <a:cubicBezTo>
                      <a:pt x="29" y="109"/>
                      <a:pt x="41" y="8"/>
                      <a:pt x="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7" name="Freeform 26">
                <a:extLst>
                  <a:ext uri="{FF2B5EF4-FFF2-40B4-BE49-F238E27FC236}">
                    <a16:creationId xmlns:a16="http://schemas.microsoft.com/office/drawing/2014/main" id="{6B2A5E64-E918-43FD-B2D9-21E94378D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1972"/>
                <a:ext cx="27" cy="324"/>
              </a:xfrm>
              <a:custGeom>
                <a:avLst/>
                <a:gdLst>
                  <a:gd name="T0" fmla="*/ 0 w 20"/>
                  <a:gd name="T1" fmla="*/ 586 h 241"/>
                  <a:gd name="T2" fmla="*/ 16 w 20"/>
                  <a:gd name="T3" fmla="*/ 320 h 241"/>
                  <a:gd name="T4" fmla="*/ 43 w 20"/>
                  <a:gd name="T5" fmla="*/ 0 h 241"/>
                  <a:gd name="T6" fmla="*/ 47 w 20"/>
                  <a:gd name="T7" fmla="*/ 241 h 241"/>
                  <a:gd name="T8" fmla="*/ 0 w 20"/>
                  <a:gd name="T9" fmla="*/ 586 h 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41">
                    <a:moveTo>
                      <a:pt x="0" y="241"/>
                    </a:moveTo>
                    <a:cubicBezTo>
                      <a:pt x="0" y="234"/>
                      <a:pt x="7" y="176"/>
                      <a:pt x="7" y="132"/>
                    </a:cubicBezTo>
                    <a:cubicBezTo>
                      <a:pt x="7" y="83"/>
                      <a:pt x="11" y="35"/>
                      <a:pt x="18" y="0"/>
                    </a:cubicBezTo>
                    <a:cubicBezTo>
                      <a:pt x="14" y="22"/>
                      <a:pt x="18" y="67"/>
                      <a:pt x="19" y="99"/>
                    </a:cubicBezTo>
                    <a:cubicBezTo>
                      <a:pt x="20" y="130"/>
                      <a:pt x="11" y="212"/>
                      <a:pt x="0" y="2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8" name="Freeform 27">
                <a:extLst>
                  <a:ext uri="{FF2B5EF4-FFF2-40B4-BE49-F238E27FC236}">
                    <a16:creationId xmlns:a16="http://schemas.microsoft.com/office/drawing/2014/main" id="{BAEBDDE4-D365-4D9B-8D0F-E10C7761B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809"/>
                <a:ext cx="42" cy="346"/>
              </a:xfrm>
              <a:custGeom>
                <a:avLst/>
                <a:gdLst>
                  <a:gd name="T0" fmla="*/ 1 w 31"/>
                  <a:gd name="T1" fmla="*/ 0 h 257"/>
                  <a:gd name="T2" fmla="*/ 30 w 31"/>
                  <a:gd name="T3" fmla="*/ 203 h 257"/>
                  <a:gd name="T4" fmla="*/ 45 w 31"/>
                  <a:gd name="T5" fmla="*/ 431 h 257"/>
                  <a:gd name="T6" fmla="*/ 77 w 31"/>
                  <a:gd name="T7" fmla="*/ 627 h 257"/>
                  <a:gd name="T8" fmla="*/ 76 w 31"/>
                  <a:gd name="T9" fmla="*/ 413 h 257"/>
                  <a:gd name="T10" fmla="*/ 61 w 31"/>
                  <a:gd name="T11" fmla="*/ 178 h 257"/>
                  <a:gd name="T12" fmla="*/ 1 w 31"/>
                  <a:gd name="T13" fmla="*/ 0 h 2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57">
                    <a:moveTo>
                      <a:pt x="1" y="0"/>
                    </a:moveTo>
                    <a:cubicBezTo>
                      <a:pt x="6" y="36"/>
                      <a:pt x="6" y="51"/>
                      <a:pt x="12" y="83"/>
                    </a:cubicBezTo>
                    <a:cubicBezTo>
                      <a:pt x="18" y="114"/>
                      <a:pt x="14" y="133"/>
                      <a:pt x="18" y="177"/>
                    </a:cubicBezTo>
                    <a:cubicBezTo>
                      <a:pt x="21" y="221"/>
                      <a:pt x="23" y="242"/>
                      <a:pt x="31" y="257"/>
                    </a:cubicBezTo>
                    <a:cubicBezTo>
                      <a:pt x="29" y="231"/>
                      <a:pt x="29" y="192"/>
                      <a:pt x="30" y="169"/>
                    </a:cubicBezTo>
                    <a:cubicBezTo>
                      <a:pt x="31" y="145"/>
                      <a:pt x="30" y="93"/>
                      <a:pt x="24" y="73"/>
                    </a:cubicBezTo>
                    <a:cubicBezTo>
                      <a:pt x="18" y="53"/>
                      <a:pt x="0" y="8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9" name="Freeform 28">
                <a:extLst>
                  <a:ext uri="{FF2B5EF4-FFF2-40B4-BE49-F238E27FC236}">
                    <a16:creationId xmlns:a16="http://schemas.microsoft.com/office/drawing/2014/main" id="{72701EFD-C226-4C2C-A06A-709A43914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498"/>
                <a:ext cx="55" cy="481"/>
              </a:xfrm>
              <a:custGeom>
                <a:avLst/>
                <a:gdLst>
                  <a:gd name="T0" fmla="*/ 58 w 41"/>
                  <a:gd name="T1" fmla="*/ 411 h 358"/>
                  <a:gd name="T2" fmla="*/ 0 w 41"/>
                  <a:gd name="T3" fmla="*/ 868 h 358"/>
                  <a:gd name="T4" fmla="*/ 75 w 41"/>
                  <a:gd name="T5" fmla="*/ 545 h 358"/>
                  <a:gd name="T6" fmla="*/ 63 w 41"/>
                  <a:gd name="T7" fmla="*/ 0 h 358"/>
                  <a:gd name="T8" fmla="*/ 58 w 41"/>
                  <a:gd name="T9" fmla="*/ 411 h 3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58">
                    <a:moveTo>
                      <a:pt x="24" y="170"/>
                    </a:moveTo>
                    <a:cubicBezTo>
                      <a:pt x="26" y="212"/>
                      <a:pt x="5" y="333"/>
                      <a:pt x="0" y="358"/>
                    </a:cubicBezTo>
                    <a:cubicBezTo>
                      <a:pt x="10" y="331"/>
                      <a:pt x="22" y="296"/>
                      <a:pt x="31" y="225"/>
                    </a:cubicBezTo>
                    <a:cubicBezTo>
                      <a:pt x="41" y="154"/>
                      <a:pt x="37" y="52"/>
                      <a:pt x="26" y="0"/>
                    </a:cubicBezTo>
                    <a:cubicBezTo>
                      <a:pt x="28" y="42"/>
                      <a:pt x="21" y="137"/>
                      <a:pt x="24" y="17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0" name="Freeform 29">
                <a:extLst>
                  <a:ext uri="{FF2B5EF4-FFF2-40B4-BE49-F238E27FC236}">
                    <a16:creationId xmlns:a16="http://schemas.microsoft.com/office/drawing/2014/main" id="{61C89C83-A6D8-458B-AC25-71B337189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304"/>
                <a:ext cx="82" cy="445"/>
              </a:xfrm>
              <a:custGeom>
                <a:avLst/>
                <a:gdLst>
                  <a:gd name="T0" fmla="*/ 35 w 61"/>
                  <a:gd name="T1" fmla="*/ 0 h 331"/>
                  <a:gd name="T2" fmla="*/ 40 w 61"/>
                  <a:gd name="T3" fmla="*/ 423 h 331"/>
                  <a:gd name="T4" fmla="*/ 148 w 61"/>
                  <a:gd name="T5" fmla="*/ 804 h 331"/>
                  <a:gd name="T6" fmla="*/ 69 w 61"/>
                  <a:gd name="T7" fmla="*/ 409 h 331"/>
                  <a:gd name="T8" fmla="*/ 35 w 61"/>
                  <a:gd name="T9" fmla="*/ 0 h 3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31">
                    <a:moveTo>
                      <a:pt x="14" y="0"/>
                    </a:moveTo>
                    <a:cubicBezTo>
                      <a:pt x="13" y="40"/>
                      <a:pt x="0" y="96"/>
                      <a:pt x="16" y="174"/>
                    </a:cubicBezTo>
                    <a:cubicBezTo>
                      <a:pt x="33" y="252"/>
                      <a:pt x="55" y="305"/>
                      <a:pt x="61" y="331"/>
                    </a:cubicBezTo>
                    <a:cubicBezTo>
                      <a:pt x="54" y="297"/>
                      <a:pt x="33" y="199"/>
                      <a:pt x="28" y="168"/>
                    </a:cubicBezTo>
                    <a:cubicBezTo>
                      <a:pt x="23" y="137"/>
                      <a:pt x="11" y="44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1" name="Freeform 30">
                <a:extLst>
                  <a:ext uri="{FF2B5EF4-FFF2-40B4-BE49-F238E27FC236}">
                    <a16:creationId xmlns:a16="http://schemas.microsoft.com/office/drawing/2014/main" id="{E141585F-3CE0-418B-8302-516647C15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598"/>
                <a:ext cx="58" cy="585"/>
              </a:xfrm>
              <a:custGeom>
                <a:avLst/>
                <a:gdLst>
                  <a:gd name="T0" fmla="*/ 24 w 43"/>
                  <a:gd name="T1" fmla="*/ 592 h 435"/>
                  <a:gd name="T2" fmla="*/ 9 w 43"/>
                  <a:gd name="T3" fmla="*/ 1058 h 435"/>
                  <a:gd name="T4" fmla="*/ 43 w 43"/>
                  <a:gd name="T5" fmla="*/ 698 h 435"/>
                  <a:gd name="T6" fmla="*/ 105 w 43"/>
                  <a:gd name="T7" fmla="*/ 0 h 435"/>
                  <a:gd name="T8" fmla="*/ 24 w 43"/>
                  <a:gd name="T9" fmla="*/ 592 h 4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5">
                    <a:moveTo>
                      <a:pt x="10" y="243"/>
                    </a:moveTo>
                    <a:cubicBezTo>
                      <a:pt x="0" y="302"/>
                      <a:pt x="5" y="396"/>
                      <a:pt x="4" y="435"/>
                    </a:cubicBezTo>
                    <a:cubicBezTo>
                      <a:pt x="2" y="406"/>
                      <a:pt x="6" y="382"/>
                      <a:pt x="18" y="287"/>
                    </a:cubicBezTo>
                    <a:cubicBezTo>
                      <a:pt x="30" y="191"/>
                      <a:pt x="43" y="35"/>
                      <a:pt x="43" y="0"/>
                    </a:cubicBezTo>
                    <a:cubicBezTo>
                      <a:pt x="39" y="16"/>
                      <a:pt x="16" y="170"/>
                      <a:pt x="10" y="243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2" name="Freeform 31">
                <a:extLst>
                  <a:ext uri="{FF2B5EF4-FFF2-40B4-BE49-F238E27FC236}">
                    <a16:creationId xmlns:a16="http://schemas.microsoft.com/office/drawing/2014/main" id="{C113CED9-8DE8-42BF-BBC0-D2B4C0E08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3248"/>
                <a:ext cx="35" cy="414"/>
              </a:xfrm>
              <a:custGeom>
                <a:avLst/>
                <a:gdLst>
                  <a:gd name="T0" fmla="*/ 22 w 26"/>
                  <a:gd name="T1" fmla="*/ 0 h 308"/>
                  <a:gd name="T2" fmla="*/ 62 w 26"/>
                  <a:gd name="T3" fmla="*/ 366 h 308"/>
                  <a:gd name="T4" fmla="*/ 24 w 26"/>
                  <a:gd name="T5" fmla="*/ 747 h 308"/>
                  <a:gd name="T6" fmla="*/ 32 w 26"/>
                  <a:gd name="T7" fmla="*/ 277 h 308"/>
                  <a:gd name="T8" fmla="*/ 22 w 26"/>
                  <a:gd name="T9" fmla="*/ 0 h 3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8">
                    <a:moveTo>
                      <a:pt x="9" y="0"/>
                    </a:moveTo>
                    <a:cubicBezTo>
                      <a:pt x="15" y="28"/>
                      <a:pt x="26" y="108"/>
                      <a:pt x="25" y="150"/>
                    </a:cubicBezTo>
                    <a:cubicBezTo>
                      <a:pt x="24" y="191"/>
                      <a:pt x="13" y="241"/>
                      <a:pt x="10" y="308"/>
                    </a:cubicBezTo>
                    <a:cubicBezTo>
                      <a:pt x="4" y="277"/>
                      <a:pt x="15" y="150"/>
                      <a:pt x="13" y="114"/>
                    </a:cubicBezTo>
                    <a:cubicBezTo>
                      <a:pt x="12" y="79"/>
                      <a:pt x="0" y="8"/>
                      <a:pt x="9" y="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3" name="Freeform 32">
                <a:extLst>
                  <a:ext uri="{FF2B5EF4-FFF2-40B4-BE49-F238E27FC236}">
                    <a16:creationId xmlns:a16="http://schemas.microsoft.com/office/drawing/2014/main" id="{F340A7C3-372F-4049-844F-919C74678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3819"/>
                <a:ext cx="38" cy="184"/>
              </a:xfrm>
              <a:custGeom>
                <a:avLst/>
                <a:gdLst>
                  <a:gd name="T0" fmla="*/ 37 w 28"/>
                  <a:gd name="T1" fmla="*/ 31 h 137"/>
                  <a:gd name="T2" fmla="*/ 35 w 28"/>
                  <a:gd name="T3" fmla="*/ 106 h 137"/>
                  <a:gd name="T4" fmla="*/ 57 w 28"/>
                  <a:gd name="T5" fmla="*/ 164 h 137"/>
                  <a:gd name="T6" fmla="*/ 26 w 28"/>
                  <a:gd name="T7" fmla="*/ 332 h 137"/>
                  <a:gd name="T8" fmla="*/ 41 w 28"/>
                  <a:gd name="T9" fmla="*/ 238 h 137"/>
                  <a:gd name="T10" fmla="*/ 41 w 28"/>
                  <a:gd name="T11" fmla="*/ 205 h 137"/>
                  <a:gd name="T12" fmla="*/ 10 w 28"/>
                  <a:gd name="T13" fmla="*/ 189 h 137"/>
                  <a:gd name="T14" fmla="*/ 19 w 28"/>
                  <a:gd name="T15" fmla="*/ 121 h 137"/>
                  <a:gd name="T16" fmla="*/ 30 w 28"/>
                  <a:gd name="T17" fmla="*/ 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7">
                    <a:moveTo>
                      <a:pt x="15" y="13"/>
                    </a:moveTo>
                    <a:cubicBezTo>
                      <a:pt x="18" y="23"/>
                      <a:pt x="12" y="33"/>
                      <a:pt x="14" y="44"/>
                    </a:cubicBezTo>
                    <a:cubicBezTo>
                      <a:pt x="16" y="52"/>
                      <a:pt x="21" y="60"/>
                      <a:pt x="23" y="68"/>
                    </a:cubicBezTo>
                    <a:cubicBezTo>
                      <a:pt x="28" y="95"/>
                      <a:pt x="19" y="112"/>
                      <a:pt x="10" y="137"/>
                    </a:cubicBezTo>
                    <a:cubicBezTo>
                      <a:pt x="9" y="124"/>
                      <a:pt x="15" y="110"/>
                      <a:pt x="16" y="98"/>
                    </a:cubicBezTo>
                    <a:cubicBezTo>
                      <a:pt x="16" y="93"/>
                      <a:pt x="18" y="89"/>
                      <a:pt x="16" y="85"/>
                    </a:cubicBezTo>
                    <a:cubicBezTo>
                      <a:pt x="13" y="78"/>
                      <a:pt x="7" y="82"/>
                      <a:pt x="4" y="78"/>
                    </a:cubicBezTo>
                    <a:cubicBezTo>
                      <a:pt x="0" y="72"/>
                      <a:pt x="6" y="58"/>
                      <a:pt x="7" y="50"/>
                    </a:cubicBezTo>
                    <a:cubicBezTo>
                      <a:pt x="10" y="34"/>
                      <a:pt x="12" y="16"/>
                      <a:pt x="12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4" name="Freeform 33">
                <a:extLst>
                  <a:ext uri="{FF2B5EF4-FFF2-40B4-BE49-F238E27FC236}">
                    <a16:creationId xmlns:a16="http://schemas.microsoft.com/office/drawing/2014/main" id="{696588BF-FF84-4336-8B6A-5511524D4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3987"/>
                <a:ext cx="76" cy="86"/>
              </a:xfrm>
              <a:custGeom>
                <a:avLst/>
                <a:gdLst>
                  <a:gd name="T0" fmla="*/ 26 w 56"/>
                  <a:gd name="T1" fmla="*/ 156 h 64"/>
                  <a:gd name="T2" fmla="*/ 113 w 56"/>
                  <a:gd name="T3" fmla="*/ 112 h 64"/>
                  <a:gd name="T4" fmla="*/ 133 w 56"/>
                  <a:gd name="T5" fmla="*/ 0 h 64"/>
                  <a:gd name="T6" fmla="*/ 76 w 56"/>
                  <a:gd name="T7" fmla="*/ 78 h 64"/>
                  <a:gd name="T8" fmla="*/ 0 w 56"/>
                  <a:gd name="T9" fmla="*/ 142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64">
                    <a:moveTo>
                      <a:pt x="10" y="64"/>
                    </a:moveTo>
                    <a:cubicBezTo>
                      <a:pt x="25" y="63"/>
                      <a:pt x="35" y="58"/>
                      <a:pt x="45" y="46"/>
                    </a:cubicBezTo>
                    <a:cubicBezTo>
                      <a:pt x="56" y="31"/>
                      <a:pt x="53" y="18"/>
                      <a:pt x="53" y="0"/>
                    </a:cubicBezTo>
                    <a:cubicBezTo>
                      <a:pt x="45" y="11"/>
                      <a:pt x="50" y="33"/>
                      <a:pt x="30" y="32"/>
                    </a:cubicBezTo>
                    <a:cubicBezTo>
                      <a:pt x="32" y="51"/>
                      <a:pt x="16" y="56"/>
                      <a:pt x="0" y="5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5" name="Freeform 34">
                <a:extLst>
                  <a:ext uri="{FF2B5EF4-FFF2-40B4-BE49-F238E27FC236}">
                    <a16:creationId xmlns:a16="http://schemas.microsoft.com/office/drawing/2014/main" id="{89E71D2E-A680-40AA-9442-CBAD12F17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3960"/>
                <a:ext cx="66" cy="109"/>
              </a:xfrm>
              <a:custGeom>
                <a:avLst/>
                <a:gdLst>
                  <a:gd name="T0" fmla="*/ 0 w 49"/>
                  <a:gd name="T1" fmla="*/ 5 h 81"/>
                  <a:gd name="T2" fmla="*/ 16 w 49"/>
                  <a:gd name="T3" fmla="*/ 87 h 81"/>
                  <a:gd name="T4" fmla="*/ 36 w 49"/>
                  <a:gd name="T5" fmla="*/ 147 h 81"/>
                  <a:gd name="T6" fmla="*/ 69 w 49"/>
                  <a:gd name="T7" fmla="*/ 188 h 81"/>
                  <a:gd name="T8" fmla="*/ 120 w 49"/>
                  <a:gd name="T9" fmla="*/ 182 h 81"/>
                  <a:gd name="T10" fmla="*/ 58 w 49"/>
                  <a:gd name="T11" fmla="*/ 105 h 81"/>
                  <a:gd name="T12" fmla="*/ 36 w 49"/>
                  <a:gd name="T13" fmla="*/ 57 h 81"/>
                  <a:gd name="T14" fmla="*/ 9 w 49"/>
                  <a:gd name="T15" fmla="*/ 0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81">
                    <a:moveTo>
                      <a:pt x="0" y="2"/>
                    </a:moveTo>
                    <a:cubicBezTo>
                      <a:pt x="8" y="11"/>
                      <a:pt x="7" y="25"/>
                      <a:pt x="7" y="36"/>
                    </a:cubicBezTo>
                    <a:cubicBezTo>
                      <a:pt x="7" y="48"/>
                      <a:pt x="10" y="49"/>
                      <a:pt x="15" y="60"/>
                    </a:cubicBezTo>
                    <a:cubicBezTo>
                      <a:pt x="18" y="70"/>
                      <a:pt x="16" y="74"/>
                      <a:pt x="28" y="77"/>
                    </a:cubicBezTo>
                    <a:cubicBezTo>
                      <a:pt x="35" y="79"/>
                      <a:pt x="46" y="81"/>
                      <a:pt x="49" y="74"/>
                    </a:cubicBezTo>
                    <a:cubicBezTo>
                      <a:pt x="25" y="77"/>
                      <a:pt x="22" y="62"/>
                      <a:pt x="24" y="43"/>
                    </a:cubicBezTo>
                    <a:cubicBezTo>
                      <a:pt x="17" y="40"/>
                      <a:pt x="17" y="30"/>
                      <a:pt x="15" y="23"/>
                    </a:cubicBezTo>
                    <a:cubicBezTo>
                      <a:pt x="12" y="16"/>
                      <a:pt x="2" y="8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6" name="Freeform 35">
                <a:extLst>
                  <a:ext uri="{FF2B5EF4-FFF2-40B4-BE49-F238E27FC236}">
                    <a16:creationId xmlns:a16="http://schemas.microsoft.com/office/drawing/2014/main" id="{32318011-00B5-465F-818E-03F4C5081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3256"/>
                <a:ext cx="28" cy="452"/>
              </a:xfrm>
              <a:custGeom>
                <a:avLst/>
                <a:gdLst>
                  <a:gd name="T0" fmla="*/ 48 w 21"/>
                  <a:gd name="T1" fmla="*/ 791 h 336"/>
                  <a:gd name="T2" fmla="*/ 15 w 21"/>
                  <a:gd name="T3" fmla="*/ 439 h 336"/>
                  <a:gd name="T4" fmla="*/ 44 w 21"/>
                  <a:gd name="T5" fmla="*/ 0 h 336"/>
                  <a:gd name="T6" fmla="*/ 44 w 21"/>
                  <a:gd name="T7" fmla="*/ 324 h 336"/>
                  <a:gd name="T8" fmla="*/ 48 w 21"/>
                  <a:gd name="T9" fmla="*/ 791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6">
                    <a:moveTo>
                      <a:pt x="20" y="325"/>
                    </a:moveTo>
                    <a:cubicBezTo>
                      <a:pt x="19" y="336"/>
                      <a:pt x="12" y="246"/>
                      <a:pt x="6" y="180"/>
                    </a:cubicBezTo>
                    <a:cubicBezTo>
                      <a:pt x="0" y="114"/>
                      <a:pt x="8" y="44"/>
                      <a:pt x="19" y="0"/>
                    </a:cubicBezTo>
                    <a:cubicBezTo>
                      <a:pt x="18" y="15"/>
                      <a:pt x="17" y="102"/>
                      <a:pt x="19" y="133"/>
                    </a:cubicBezTo>
                    <a:cubicBezTo>
                      <a:pt x="21" y="164"/>
                      <a:pt x="21" y="315"/>
                      <a:pt x="20" y="3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7" name="Freeform 36">
                <a:extLst>
                  <a:ext uri="{FF2B5EF4-FFF2-40B4-BE49-F238E27FC236}">
                    <a16:creationId xmlns:a16="http://schemas.microsoft.com/office/drawing/2014/main" id="{001B1EDC-6138-4568-86A1-2D7147244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3306"/>
                <a:ext cx="65" cy="404"/>
              </a:xfrm>
              <a:custGeom>
                <a:avLst/>
                <a:gdLst>
                  <a:gd name="T0" fmla="*/ 0 w 48"/>
                  <a:gd name="T1" fmla="*/ 727 h 301"/>
                  <a:gd name="T2" fmla="*/ 89 w 48"/>
                  <a:gd name="T3" fmla="*/ 377 h 301"/>
                  <a:gd name="T4" fmla="*/ 93 w 48"/>
                  <a:gd name="T5" fmla="*/ 0 h 301"/>
                  <a:gd name="T6" fmla="*/ 64 w 48"/>
                  <a:gd name="T7" fmla="*/ 373 h 301"/>
                  <a:gd name="T8" fmla="*/ 0 w 48"/>
                  <a:gd name="T9" fmla="*/ 727 h 3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01">
                    <a:moveTo>
                      <a:pt x="0" y="301"/>
                    </a:moveTo>
                    <a:cubicBezTo>
                      <a:pt x="5" y="278"/>
                      <a:pt x="24" y="202"/>
                      <a:pt x="36" y="156"/>
                    </a:cubicBezTo>
                    <a:cubicBezTo>
                      <a:pt x="48" y="110"/>
                      <a:pt x="39" y="32"/>
                      <a:pt x="38" y="0"/>
                    </a:cubicBezTo>
                    <a:cubicBezTo>
                      <a:pt x="35" y="32"/>
                      <a:pt x="35" y="121"/>
                      <a:pt x="26" y="154"/>
                    </a:cubicBezTo>
                    <a:cubicBezTo>
                      <a:pt x="18" y="187"/>
                      <a:pt x="5" y="277"/>
                      <a:pt x="0" y="301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" name="Freeform 37">
                <a:extLst>
                  <a:ext uri="{FF2B5EF4-FFF2-40B4-BE49-F238E27FC236}">
                    <a16:creationId xmlns:a16="http://schemas.microsoft.com/office/drawing/2014/main" id="{319A45E5-73F2-4E1F-AE8D-D9AC72BC1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3986"/>
                <a:ext cx="105" cy="83"/>
              </a:xfrm>
              <a:custGeom>
                <a:avLst/>
                <a:gdLst>
                  <a:gd name="T0" fmla="*/ 85 w 78"/>
                  <a:gd name="T1" fmla="*/ 139 h 62"/>
                  <a:gd name="T2" fmla="*/ 125 w 78"/>
                  <a:gd name="T3" fmla="*/ 112 h 62"/>
                  <a:gd name="T4" fmla="*/ 176 w 78"/>
                  <a:gd name="T5" fmla="*/ 90 h 62"/>
                  <a:gd name="T6" fmla="*/ 156 w 78"/>
                  <a:gd name="T7" fmla="*/ 0 h 62"/>
                  <a:gd name="T8" fmla="*/ 121 w 78"/>
                  <a:gd name="T9" fmla="*/ 64 h 62"/>
                  <a:gd name="T10" fmla="*/ 90 w 78"/>
                  <a:gd name="T11" fmla="*/ 64 h 62"/>
                  <a:gd name="T12" fmla="*/ 85 w 78"/>
                  <a:gd name="T13" fmla="*/ 94 h 62"/>
                  <a:gd name="T14" fmla="*/ 27 w 78"/>
                  <a:gd name="T15" fmla="*/ 99 h 62"/>
                  <a:gd name="T16" fmla="*/ 15 w 78"/>
                  <a:gd name="T17" fmla="*/ 129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62">
                    <a:moveTo>
                      <a:pt x="35" y="58"/>
                    </a:moveTo>
                    <a:cubicBezTo>
                      <a:pt x="44" y="62"/>
                      <a:pt x="45" y="51"/>
                      <a:pt x="51" y="47"/>
                    </a:cubicBezTo>
                    <a:cubicBezTo>
                      <a:pt x="58" y="43"/>
                      <a:pt x="66" y="48"/>
                      <a:pt x="72" y="37"/>
                    </a:cubicBezTo>
                    <a:cubicBezTo>
                      <a:pt x="78" y="26"/>
                      <a:pt x="71" y="11"/>
                      <a:pt x="64" y="0"/>
                    </a:cubicBezTo>
                    <a:cubicBezTo>
                      <a:pt x="63" y="18"/>
                      <a:pt x="71" y="26"/>
                      <a:pt x="50" y="27"/>
                    </a:cubicBezTo>
                    <a:cubicBezTo>
                      <a:pt x="48" y="27"/>
                      <a:pt x="39" y="25"/>
                      <a:pt x="37" y="27"/>
                    </a:cubicBezTo>
                    <a:cubicBezTo>
                      <a:pt x="32" y="30"/>
                      <a:pt x="36" y="37"/>
                      <a:pt x="35" y="39"/>
                    </a:cubicBezTo>
                    <a:cubicBezTo>
                      <a:pt x="28" y="46"/>
                      <a:pt x="19" y="39"/>
                      <a:pt x="11" y="41"/>
                    </a:cubicBezTo>
                    <a:cubicBezTo>
                      <a:pt x="0" y="44"/>
                      <a:pt x="5" y="56"/>
                      <a:pt x="6" y="54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" name="Freeform 38">
                <a:extLst>
                  <a:ext uri="{FF2B5EF4-FFF2-40B4-BE49-F238E27FC236}">
                    <a16:creationId xmlns:a16="http://schemas.microsoft.com/office/drawing/2014/main" id="{782FBC1D-9CC9-4E89-9304-6F898AF8D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1292"/>
                <a:ext cx="65" cy="64"/>
              </a:xfrm>
              <a:custGeom>
                <a:avLst/>
                <a:gdLst>
                  <a:gd name="T0" fmla="*/ 107 w 48"/>
                  <a:gd name="T1" fmla="*/ 0 h 48"/>
                  <a:gd name="T2" fmla="*/ 0 w 48"/>
                  <a:gd name="T3" fmla="*/ 105 h 48"/>
                  <a:gd name="T4" fmla="*/ 84 w 48"/>
                  <a:gd name="T5" fmla="*/ 80 h 48"/>
                  <a:gd name="T6" fmla="*/ 112 w 48"/>
                  <a:gd name="T7" fmla="*/ 9 h 48"/>
                  <a:gd name="T8" fmla="*/ 119 w 48"/>
                  <a:gd name="T9" fmla="*/ 5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43" y="0"/>
                    </a:moveTo>
                    <a:cubicBezTo>
                      <a:pt x="32" y="16"/>
                      <a:pt x="26" y="47"/>
                      <a:pt x="0" y="44"/>
                    </a:cubicBezTo>
                    <a:cubicBezTo>
                      <a:pt x="16" y="45"/>
                      <a:pt x="22" y="48"/>
                      <a:pt x="34" y="34"/>
                    </a:cubicBezTo>
                    <a:cubicBezTo>
                      <a:pt x="40" y="26"/>
                      <a:pt x="48" y="15"/>
                      <a:pt x="45" y="4"/>
                    </a:cubicBezTo>
                    <a:cubicBezTo>
                      <a:pt x="46" y="4"/>
                      <a:pt x="47" y="3"/>
                      <a:pt x="4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" name="Freeform 39">
                <a:extLst>
                  <a:ext uri="{FF2B5EF4-FFF2-40B4-BE49-F238E27FC236}">
                    <a16:creationId xmlns:a16="http://schemas.microsoft.com/office/drawing/2014/main" id="{86F56259-AB93-447E-AE33-943D54C68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335"/>
                <a:ext cx="161" cy="22"/>
              </a:xfrm>
              <a:custGeom>
                <a:avLst/>
                <a:gdLst>
                  <a:gd name="T0" fmla="*/ 0 w 120"/>
                  <a:gd name="T1" fmla="*/ 0 h 17"/>
                  <a:gd name="T2" fmla="*/ 122 w 120"/>
                  <a:gd name="T3" fmla="*/ 10 h 17"/>
                  <a:gd name="T4" fmla="*/ 290 w 120"/>
                  <a:gd name="T5" fmla="*/ 22 h 17"/>
                  <a:gd name="T6" fmla="*/ 178 w 120"/>
                  <a:gd name="T7" fmla="*/ 30 h 17"/>
                  <a:gd name="T8" fmla="*/ 64 w 120"/>
                  <a:gd name="T9" fmla="*/ 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17">
                    <a:moveTo>
                      <a:pt x="0" y="0"/>
                    </a:moveTo>
                    <a:cubicBezTo>
                      <a:pt x="18" y="0"/>
                      <a:pt x="34" y="3"/>
                      <a:pt x="51" y="5"/>
                    </a:cubicBezTo>
                    <a:cubicBezTo>
                      <a:pt x="74" y="7"/>
                      <a:pt x="98" y="7"/>
                      <a:pt x="120" y="10"/>
                    </a:cubicBezTo>
                    <a:cubicBezTo>
                      <a:pt x="105" y="13"/>
                      <a:pt x="89" y="17"/>
                      <a:pt x="74" y="14"/>
                    </a:cubicBezTo>
                    <a:cubicBezTo>
                      <a:pt x="58" y="10"/>
                      <a:pt x="44" y="2"/>
                      <a:pt x="2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" name="Freeform 40">
                <a:extLst>
                  <a:ext uri="{FF2B5EF4-FFF2-40B4-BE49-F238E27FC236}">
                    <a16:creationId xmlns:a16="http://schemas.microsoft.com/office/drawing/2014/main" id="{14705AEB-6F0F-44FE-B833-96EFAC439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308"/>
                <a:ext cx="213" cy="44"/>
              </a:xfrm>
              <a:custGeom>
                <a:avLst/>
                <a:gdLst>
                  <a:gd name="T0" fmla="*/ 303 w 158"/>
                  <a:gd name="T1" fmla="*/ 31 h 33"/>
                  <a:gd name="T2" fmla="*/ 146 w 158"/>
                  <a:gd name="T3" fmla="*/ 57 h 33"/>
                  <a:gd name="T4" fmla="*/ 0 w 158"/>
                  <a:gd name="T5" fmla="*/ 55 h 33"/>
                  <a:gd name="T6" fmla="*/ 194 w 158"/>
                  <a:gd name="T7" fmla="*/ 16 h 33"/>
                  <a:gd name="T8" fmla="*/ 387 w 158"/>
                  <a:gd name="T9" fmla="*/ 2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33">
                    <a:moveTo>
                      <a:pt x="124" y="13"/>
                    </a:moveTo>
                    <a:cubicBezTo>
                      <a:pt x="102" y="14"/>
                      <a:pt x="80" y="21"/>
                      <a:pt x="59" y="24"/>
                    </a:cubicBezTo>
                    <a:cubicBezTo>
                      <a:pt x="42" y="27"/>
                      <a:pt x="14" y="33"/>
                      <a:pt x="0" y="23"/>
                    </a:cubicBezTo>
                    <a:cubicBezTo>
                      <a:pt x="25" y="24"/>
                      <a:pt x="54" y="11"/>
                      <a:pt x="79" y="7"/>
                    </a:cubicBezTo>
                    <a:cubicBezTo>
                      <a:pt x="106" y="1"/>
                      <a:pt x="135" y="0"/>
                      <a:pt x="158" y="1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" name="Freeform 41">
                <a:extLst>
                  <a:ext uri="{FF2B5EF4-FFF2-40B4-BE49-F238E27FC236}">
                    <a16:creationId xmlns:a16="http://schemas.microsoft.com/office/drawing/2014/main" id="{EB3C6409-7BA4-488C-8488-08B344C57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335"/>
                <a:ext cx="162" cy="22"/>
              </a:xfrm>
              <a:custGeom>
                <a:avLst/>
                <a:gdLst>
                  <a:gd name="T0" fmla="*/ 296 w 120"/>
                  <a:gd name="T1" fmla="*/ 0 h 17"/>
                  <a:gd name="T2" fmla="*/ 170 w 120"/>
                  <a:gd name="T3" fmla="*/ 10 h 17"/>
                  <a:gd name="T4" fmla="*/ 0 w 120"/>
                  <a:gd name="T5" fmla="*/ 22 h 17"/>
                  <a:gd name="T6" fmla="*/ 115 w 120"/>
                  <a:gd name="T7" fmla="*/ 30 h 17"/>
                  <a:gd name="T8" fmla="*/ 230 w 120"/>
                  <a:gd name="T9" fmla="*/ 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17">
                    <a:moveTo>
                      <a:pt x="120" y="0"/>
                    </a:moveTo>
                    <a:cubicBezTo>
                      <a:pt x="102" y="0"/>
                      <a:pt x="86" y="3"/>
                      <a:pt x="69" y="5"/>
                    </a:cubicBezTo>
                    <a:cubicBezTo>
                      <a:pt x="46" y="7"/>
                      <a:pt x="22" y="7"/>
                      <a:pt x="0" y="10"/>
                    </a:cubicBezTo>
                    <a:cubicBezTo>
                      <a:pt x="16" y="13"/>
                      <a:pt x="31" y="17"/>
                      <a:pt x="47" y="14"/>
                    </a:cubicBezTo>
                    <a:cubicBezTo>
                      <a:pt x="62" y="10"/>
                      <a:pt x="76" y="2"/>
                      <a:pt x="9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" name="Freeform 42">
                <a:extLst>
                  <a:ext uri="{FF2B5EF4-FFF2-40B4-BE49-F238E27FC236}">
                    <a16:creationId xmlns:a16="http://schemas.microsoft.com/office/drawing/2014/main" id="{5A824C48-A311-44B0-B3E5-8903BDC79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593"/>
                <a:ext cx="130" cy="88"/>
              </a:xfrm>
              <a:custGeom>
                <a:avLst/>
                <a:gdLst>
                  <a:gd name="T0" fmla="*/ 5 w 97"/>
                  <a:gd name="T1" fmla="*/ 21 h 66"/>
                  <a:gd name="T2" fmla="*/ 83 w 97"/>
                  <a:gd name="T3" fmla="*/ 129 h 66"/>
                  <a:gd name="T4" fmla="*/ 233 w 97"/>
                  <a:gd name="T5" fmla="*/ 148 h 66"/>
                  <a:gd name="T6" fmla="*/ 21 w 97"/>
                  <a:gd name="T7" fmla="*/ 0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66">
                    <a:moveTo>
                      <a:pt x="2" y="9"/>
                    </a:moveTo>
                    <a:cubicBezTo>
                      <a:pt x="0" y="26"/>
                      <a:pt x="19" y="47"/>
                      <a:pt x="34" y="55"/>
                    </a:cubicBezTo>
                    <a:cubicBezTo>
                      <a:pt x="56" y="66"/>
                      <a:pt x="74" y="60"/>
                      <a:pt x="97" y="62"/>
                    </a:cubicBezTo>
                    <a:cubicBezTo>
                      <a:pt x="72" y="63"/>
                      <a:pt x="1" y="31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" name="Freeform 43">
                <a:extLst>
                  <a:ext uri="{FF2B5EF4-FFF2-40B4-BE49-F238E27FC236}">
                    <a16:creationId xmlns:a16="http://schemas.microsoft.com/office/drawing/2014/main" id="{72D5EDC6-5680-4893-9A40-3E9EBC9B2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168"/>
                <a:ext cx="100" cy="91"/>
              </a:xfrm>
              <a:custGeom>
                <a:avLst/>
                <a:gdLst>
                  <a:gd name="T0" fmla="*/ 181 w 74"/>
                  <a:gd name="T1" fmla="*/ 0 h 68"/>
                  <a:gd name="T2" fmla="*/ 126 w 74"/>
                  <a:gd name="T3" fmla="*/ 111 h 68"/>
                  <a:gd name="T4" fmla="*/ 74 w 74"/>
                  <a:gd name="T5" fmla="*/ 139 h 68"/>
                  <a:gd name="T6" fmla="*/ 0 w 74"/>
                  <a:gd name="T7" fmla="*/ 163 h 68"/>
                  <a:gd name="T8" fmla="*/ 135 w 74"/>
                  <a:gd name="T9" fmla="*/ 127 h 68"/>
                  <a:gd name="T10" fmla="*/ 182 w 74"/>
                  <a:gd name="T11" fmla="*/ 28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68">
                    <a:moveTo>
                      <a:pt x="73" y="0"/>
                    </a:moveTo>
                    <a:cubicBezTo>
                      <a:pt x="69" y="17"/>
                      <a:pt x="67" y="35"/>
                      <a:pt x="51" y="46"/>
                    </a:cubicBezTo>
                    <a:cubicBezTo>
                      <a:pt x="45" y="51"/>
                      <a:pt x="37" y="56"/>
                      <a:pt x="30" y="58"/>
                    </a:cubicBezTo>
                    <a:cubicBezTo>
                      <a:pt x="20" y="61"/>
                      <a:pt x="9" y="64"/>
                      <a:pt x="0" y="68"/>
                    </a:cubicBezTo>
                    <a:cubicBezTo>
                      <a:pt x="16" y="65"/>
                      <a:pt x="40" y="62"/>
                      <a:pt x="55" y="53"/>
                    </a:cubicBezTo>
                    <a:cubicBezTo>
                      <a:pt x="70" y="44"/>
                      <a:pt x="71" y="27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" name="Freeform 44">
                <a:extLst>
                  <a:ext uri="{FF2B5EF4-FFF2-40B4-BE49-F238E27FC236}">
                    <a16:creationId xmlns:a16="http://schemas.microsoft.com/office/drawing/2014/main" id="{445E8731-9ABA-4B8D-81B6-BE39B3FF4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687"/>
                <a:ext cx="38" cy="346"/>
              </a:xfrm>
              <a:custGeom>
                <a:avLst/>
                <a:gdLst>
                  <a:gd name="T0" fmla="*/ 0 w 28"/>
                  <a:gd name="T1" fmla="*/ 0 h 257"/>
                  <a:gd name="T2" fmla="*/ 65 w 28"/>
                  <a:gd name="T3" fmla="*/ 627 h 257"/>
                  <a:gd name="T4" fmla="*/ 0 w 28"/>
                  <a:gd name="T5" fmla="*/ 0 h 2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7">
                    <a:moveTo>
                      <a:pt x="0" y="0"/>
                    </a:moveTo>
                    <a:cubicBezTo>
                      <a:pt x="0" y="48"/>
                      <a:pt x="13" y="171"/>
                      <a:pt x="26" y="257"/>
                    </a:cubicBezTo>
                    <a:cubicBezTo>
                      <a:pt x="28" y="205"/>
                      <a:pt x="16" y="4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" name="Freeform 45">
                <a:extLst>
                  <a:ext uri="{FF2B5EF4-FFF2-40B4-BE49-F238E27FC236}">
                    <a16:creationId xmlns:a16="http://schemas.microsoft.com/office/drawing/2014/main" id="{62C18ADC-B1C5-4E5E-93F5-0C77F10C4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174"/>
                <a:ext cx="45" cy="33"/>
              </a:xfrm>
              <a:custGeom>
                <a:avLst/>
                <a:gdLst>
                  <a:gd name="T0" fmla="*/ 0 w 33"/>
                  <a:gd name="T1" fmla="*/ 38 h 25"/>
                  <a:gd name="T2" fmla="*/ 65 w 33"/>
                  <a:gd name="T3" fmla="*/ 58 h 25"/>
                  <a:gd name="T4" fmla="*/ 0 w 33"/>
                  <a:gd name="T5" fmla="*/ 3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0" y="17"/>
                    </a:moveTo>
                    <a:cubicBezTo>
                      <a:pt x="7" y="10"/>
                      <a:pt x="22" y="14"/>
                      <a:pt x="26" y="25"/>
                    </a:cubicBezTo>
                    <a:cubicBezTo>
                      <a:pt x="33" y="16"/>
                      <a:pt x="6" y="0"/>
                      <a:pt x="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" name="Freeform 46">
                <a:extLst>
                  <a:ext uri="{FF2B5EF4-FFF2-40B4-BE49-F238E27FC236}">
                    <a16:creationId xmlns:a16="http://schemas.microsoft.com/office/drawing/2014/main" id="{046F7D1F-B025-4DE6-A32B-4D74E466F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1107"/>
                <a:ext cx="118" cy="104"/>
              </a:xfrm>
              <a:custGeom>
                <a:avLst/>
                <a:gdLst>
                  <a:gd name="T0" fmla="*/ 21 w 88"/>
                  <a:gd name="T1" fmla="*/ 155 h 77"/>
                  <a:gd name="T2" fmla="*/ 62 w 88"/>
                  <a:gd name="T3" fmla="*/ 97 h 77"/>
                  <a:gd name="T4" fmla="*/ 142 w 88"/>
                  <a:gd name="T5" fmla="*/ 84 h 77"/>
                  <a:gd name="T6" fmla="*/ 198 w 88"/>
                  <a:gd name="T7" fmla="*/ 62 h 77"/>
                  <a:gd name="T8" fmla="*/ 207 w 88"/>
                  <a:gd name="T9" fmla="*/ 0 h 77"/>
                  <a:gd name="T10" fmla="*/ 162 w 88"/>
                  <a:gd name="T11" fmla="*/ 47 h 77"/>
                  <a:gd name="T12" fmla="*/ 113 w 88"/>
                  <a:gd name="T13" fmla="*/ 55 h 77"/>
                  <a:gd name="T14" fmla="*/ 68 w 88"/>
                  <a:gd name="T15" fmla="*/ 72 h 77"/>
                  <a:gd name="T16" fmla="*/ 31 w 88"/>
                  <a:gd name="T17" fmla="*/ 93 h 77"/>
                  <a:gd name="T18" fmla="*/ 20 w 88"/>
                  <a:gd name="T19" fmla="*/ 126 h 77"/>
                  <a:gd name="T20" fmla="*/ 7 w 88"/>
                  <a:gd name="T21" fmla="*/ 150 h 77"/>
                  <a:gd name="T22" fmla="*/ 0 w 88"/>
                  <a:gd name="T23" fmla="*/ 189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8" h="77">
                    <a:moveTo>
                      <a:pt x="9" y="63"/>
                    </a:moveTo>
                    <a:cubicBezTo>
                      <a:pt x="18" y="59"/>
                      <a:pt x="16" y="44"/>
                      <a:pt x="25" y="39"/>
                    </a:cubicBezTo>
                    <a:cubicBezTo>
                      <a:pt x="35" y="33"/>
                      <a:pt x="48" y="35"/>
                      <a:pt x="59" y="34"/>
                    </a:cubicBezTo>
                    <a:cubicBezTo>
                      <a:pt x="67" y="33"/>
                      <a:pt x="77" y="32"/>
                      <a:pt x="82" y="25"/>
                    </a:cubicBezTo>
                    <a:cubicBezTo>
                      <a:pt x="85" y="20"/>
                      <a:pt x="88" y="6"/>
                      <a:pt x="86" y="0"/>
                    </a:cubicBezTo>
                    <a:cubicBezTo>
                      <a:pt x="83" y="11"/>
                      <a:pt x="77" y="15"/>
                      <a:pt x="67" y="19"/>
                    </a:cubicBezTo>
                    <a:cubicBezTo>
                      <a:pt x="61" y="21"/>
                      <a:pt x="54" y="21"/>
                      <a:pt x="47" y="22"/>
                    </a:cubicBezTo>
                    <a:cubicBezTo>
                      <a:pt x="41" y="24"/>
                      <a:pt x="34" y="27"/>
                      <a:pt x="28" y="29"/>
                    </a:cubicBezTo>
                    <a:cubicBezTo>
                      <a:pt x="23" y="31"/>
                      <a:pt x="17" y="33"/>
                      <a:pt x="13" y="38"/>
                    </a:cubicBezTo>
                    <a:cubicBezTo>
                      <a:pt x="11" y="41"/>
                      <a:pt x="10" y="47"/>
                      <a:pt x="8" y="51"/>
                    </a:cubicBezTo>
                    <a:cubicBezTo>
                      <a:pt x="7" y="55"/>
                      <a:pt x="5" y="58"/>
                      <a:pt x="3" y="61"/>
                    </a:cubicBezTo>
                    <a:cubicBezTo>
                      <a:pt x="1" y="66"/>
                      <a:pt x="1" y="72"/>
                      <a:pt x="0" y="77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" name="Freeform 47">
                <a:extLst>
                  <a:ext uri="{FF2B5EF4-FFF2-40B4-BE49-F238E27FC236}">
                    <a16:creationId xmlns:a16="http://schemas.microsoft.com/office/drawing/2014/main" id="{C433E6DA-A99D-4118-9770-FE0E78E18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955"/>
                <a:ext cx="58" cy="60"/>
              </a:xfrm>
              <a:custGeom>
                <a:avLst/>
                <a:gdLst>
                  <a:gd name="T0" fmla="*/ 62 w 43"/>
                  <a:gd name="T1" fmla="*/ 34 h 44"/>
                  <a:gd name="T2" fmla="*/ 12 w 43"/>
                  <a:gd name="T3" fmla="*/ 15 h 44"/>
                  <a:gd name="T4" fmla="*/ 7 w 43"/>
                  <a:gd name="T5" fmla="*/ 63 h 44"/>
                  <a:gd name="T6" fmla="*/ 32 w 43"/>
                  <a:gd name="T7" fmla="*/ 83 h 44"/>
                  <a:gd name="T8" fmla="*/ 58 w 43"/>
                  <a:gd name="T9" fmla="*/ 102 h 44"/>
                  <a:gd name="T10" fmla="*/ 89 w 43"/>
                  <a:gd name="T11" fmla="*/ 109 h 44"/>
                  <a:gd name="T12" fmla="*/ 84 w 43"/>
                  <a:gd name="T13" fmla="*/ 86 h 44"/>
                  <a:gd name="T14" fmla="*/ 77 w 43"/>
                  <a:gd name="T15" fmla="*/ 55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4">
                    <a:moveTo>
                      <a:pt x="25" y="13"/>
                    </a:moveTo>
                    <a:cubicBezTo>
                      <a:pt x="25" y="3"/>
                      <a:pt x="11" y="0"/>
                      <a:pt x="5" y="6"/>
                    </a:cubicBezTo>
                    <a:cubicBezTo>
                      <a:pt x="2" y="10"/>
                      <a:pt x="0" y="21"/>
                      <a:pt x="3" y="25"/>
                    </a:cubicBezTo>
                    <a:cubicBezTo>
                      <a:pt x="5" y="28"/>
                      <a:pt x="10" y="29"/>
                      <a:pt x="13" y="33"/>
                    </a:cubicBezTo>
                    <a:cubicBezTo>
                      <a:pt x="17" y="39"/>
                      <a:pt x="17" y="39"/>
                      <a:pt x="24" y="40"/>
                    </a:cubicBezTo>
                    <a:cubicBezTo>
                      <a:pt x="28" y="41"/>
                      <a:pt x="32" y="44"/>
                      <a:pt x="36" y="43"/>
                    </a:cubicBezTo>
                    <a:cubicBezTo>
                      <a:pt x="43" y="41"/>
                      <a:pt x="37" y="39"/>
                      <a:pt x="34" y="34"/>
                    </a:cubicBezTo>
                    <a:cubicBezTo>
                      <a:pt x="32" y="31"/>
                      <a:pt x="34" y="22"/>
                      <a:pt x="31" y="2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" name="Freeform 48">
                <a:extLst>
                  <a:ext uri="{FF2B5EF4-FFF2-40B4-BE49-F238E27FC236}">
                    <a16:creationId xmlns:a16="http://schemas.microsoft.com/office/drawing/2014/main" id="{0AEC612D-8150-49E4-B8C1-0B7C411A3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949"/>
                <a:ext cx="14" cy="16"/>
              </a:xfrm>
              <a:custGeom>
                <a:avLst/>
                <a:gdLst>
                  <a:gd name="T0" fmla="*/ 28 w 10"/>
                  <a:gd name="T1" fmla="*/ 0 h 12"/>
                  <a:gd name="T2" fmla="*/ 0 w 10"/>
                  <a:gd name="T3" fmla="*/ 15 h 12"/>
                  <a:gd name="T4" fmla="*/ 28 w 10"/>
                  <a:gd name="T5" fmla="*/ 28 h 12"/>
                  <a:gd name="T6" fmla="*/ 28 w 10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7" y="1"/>
                      <a:pt x="1" y="2"/>
                      <a:pt x="0" y="6"/>
                    </a:cubicBezTo>
                    <a:cubicBezTo>
                      <a:pt x="3" y="8"/>
                      <a:pt x="6" y="11"/>
                      <a:pt x="10" y="12"/>
                    </a:cubicBezTo>
                    <a:cubicBezTo>
                      <a:pt x="8" y="9"/>
                      <a:pt x="8" y="4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" name="Freeform 49">
                <a:extLst>
                  <a:ext uri="{FF2B5EF4-FFF2-40B4-BE49-F238E27FC236}">
                    <a16:creationId xmlns:a16="http://schemas.microsoft.com/office/drawing/2014/main" id="{8958E4AA-A978-4FE6-AE38-74B3F4AD8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756"/>
                <a:ext cx="107" cy="269"/>
              </a:xfrm>
              <a:custGeom>
                <a:avLst/>
                <a:gdLst>
                  <a:gd name="T0" fmla="*/ 186 w 80"/>
                  <a:gd name="T1" fmla="*/ 0 h 200"/>
                  <a:gd name="T2" fmla="*/ 28 w 80"/>
                  <a:gd name="T3" fmla="*/ 219 h 200"/>
                  <a:gd name="T4" fmla="*/ 7 w 80"/>
                  <a:gd name="T5" fmla="*/ 347 h 200"/>
                  <a:gd name="T6" fmla="*/ 5 w 80"/>
                  <a:gd name="T7" fmla="*/ 404 h 200"/>
                  <a:gd name="T8" fmla="*/ 36 w 80"/>
                  <a:gd name="T9" fmla="*/ 487 h 200"/>
                  <a:gd name="T10" fmla="*/ 48 w 80"/>
                  <a:gd name="T11" fmla="*/ 440 h 200"/>
                  <a:gd name="T12" fmla="*/ 37 w 80"/>
                  <a:gd name="T13" fmla="*/ 414 h 200"/>
                  <a:gd name="T14" fmla="*/ 70 w 80"/>
                  <a:gd name="T15" fmla="*/ 325 h 200"/>
                  <a:gd name="T16" fmla="*/ 106 w 80"/>
                  <a:gd name="T17" fmla="*/ 188 h 200"/>
                  <a:gd name="T18" fmla="*/ 158 w 80"/>
                  <a:gd name="T19" fmla="*/ 79 h 200"/>
                  <a:gd name="T20" fmla="*/ 191 w 80"/>
                  <a:gd name="T21" fmla="*/ 5 h 2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200">
                    <a:moveTo>
                      <a:pt x="78" y="0"/>
                    </a:moveTo>
                    <a:cubicBezTo>
                      <a:pt x="44" y="28"/>
                      <a:pt x="23" y="47"/>
                      <a:pt x="12" y="90"/>
                    </a:cubicBezTo>
                    <a:cubicBezTo>
                      <a:pt x="9" y="104"/>
                      <a:pt x="2" y="129"/>
                      <a:pt x="3" y="143"/>
                    </a:cubicBezTo>
                    <a:cubicBezTo>
                      <a:pt x="3" y="150"/>
                      <a:pt x="0" y="159"/>
                      <a:pt x="2" y="166"/>
                    </a:cubicBezTo>
                    <a:cubicBezTo>
                      <a:pt x="5" y="178"/>
                      <a:pt x="14" y="184"/>
                      <a:pt x="15" y="200"/>
                    </a:cubicBezTo>
                    <a:cubicBezTo>
                      <a:pt x="17" y="195"/>
                      <a:pt x="20" y="187"/>
                      <a:pt x="20" y="181"/>
                    </a:cubicBezTo>
                    <a:cubicBezTo>
                      <a:pt x="20" y="172"/>
                      <a:pt x="18" y="178"/>
                      <a:pt x="16" y="170"/>
                    </a:cubicBezTo>
                    <a:cubicBezTo>
                      <a:pt x="12" y="151"/>
                      <a:pt x="7" y="143"/>
                      <a:pt x="29" y="134"/>
                    </a:cubicBezTo>
                    <a:cubicBezTo>
                      <a:pt x="9" y="117"/>
                      <a:pt x="25" y="86"/>
                      <a:pt x="44" y="77"/>
                    </a:cubicBezTo>
                    <a:cubicBezTo>
                      <a:pt x="29" y="62"/>
                      <a:pt x="42" y="26"/>
                      <a:pt x="66" y="33"/>
                    </a:cubicBezTo>
                    <a:cubicBezTo>
                      <a:pt x="56" y="15"/>
                      <a:pt x="79" y="13"/>
                      <a:pt x="8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" name="Freeform 50">
                <a:extLst>
                  <a:ext uri="{FF2B5EF4-FFF2-40B4-BE49-F238E27FC236}">
                    <a16:creationId xmlns:a16="http://schemas.microsoft.com/office/drawing/2014/main" id="{A4BE8DA5-14EB-42AB-BD06-FAA9352BC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1859"/>
                <a:ext cx="98" cy="60"/>
              </a:xfrm>
              <a:custGeom>
                <a:avLst/>
                <a:gdLst>
                  <a:gd name="T0" fmla="*/ 15 w 73"/>
                  <a:gd name="T1" fmla="*/ 107 h 45"/>
                  <a:gd name="T2" fmla="*/ 54 w 73"/>
                  <a:gd name="T3" fmla="*/ 80 h 45"/>
                  <a:gd name="T4" fmla="*/ 91 w 73"/>
                  <a:gd name="T5" fmla="*/ 69 h 45"/>
                  <a:gd name="T6" fmla="*/ 122 w 73"/>
                  <a:gd name="T7" fmla="*/ 76 h 45"/>
                  <a:gd name="T8" fmla="*/ 149 w 73"/>
                  <a:gd name="T9" fmla="*/ 76 h 45"/>
                  <a:gd name="T10" fmla="*/ 172 w 73"/>
                  <a:gd name="T11" fmla="*/ 69 h 45"/>
                  <a:gd name="T12" fmla="*/ 142 w 73"/>
                  <a:gd name="T13" fmla="*/ 20 h 45"/>
                  <a:gd name="T14" fmla="*/ 72 w 73"/>
                  <a:gd name="T15" fmla="*/ 23 h 45"/>
                  <a:gd name="T16" fmla="*/ 23 w 73"/>
                  <a:gd name="T17" fmla="*/ 63 h 45"/>
                  <a:gd name="T18" fmla="*/ 15 w 73"/>
                  <a:gd name="T19" fmla="*/ 107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45">
                    <a:moveTo>
                      <a:pt x="6" y="45"/>
                    </a:moveTo>
                    <a:cubicBezTo>
                      <a:pt x="10" y="39"/>
                      <a:pt x="16" y="34"/>
                      <a:pt x="22" y="34"/>
                    </a:cubicBezTo>
                    <a:cubicBezTo>
                      <a:pt x="29" y="34"/>
                      <a:pt x="37" y="33"/>
                      <a:pt x="38" y="29"/>
                    </a:cubicBezTo>
                    <a:cubicBezTo>
                      <a:pt x="45" y="34"/>
                      <a:pt x="47" y="34"/>
                      <a:pt x="51" y="32"/>
                    </a:cubicBezTo>
                    <a:cubicBezTo>
                      <a:pt x="58" y="35"/>
                      <a:pt x="58" y="33"/>
                      <a:pt x="62" y="32"/>
                    </a:cubicBezTo>
                    <a:cubicBezTo>
                      <a:pt x="66" y="32"/>
                      <a:pt x="73" y="35"/>
                      <a:pt x="71" y="29"/>
                    </a:cubicBezTo>
                    <a:cubicBezTo>
                      <a:pt x="69" y="22"/>
                      <a:pt x="71" y="17"/>
                      <a:pt x="59" y="8"/>
                    </a:cubicBezTo>
                    <a:cubicBezTo>
                      <a:pt x="47" y="0"/>
                      <a:pt x="34" y="7"/>
                      <a:pt x="30" y="10"/>
                    </a:cubicBezTo>
                    <a:cubicBezTo>
                      <a:pt x="26" y="13"/>
                      <a:pt x="15" y="18"/>
                      <a:pt x="10" y="26"/>
                    </a:cubicBezTo>
                    <a:cubicBezTo>
                      <a:pt x="8" y="31"/>
                      <a:pt x="0" y="41"/>
                      <a:pt x="6" y="45"/>
                    </a:cubicBezTo>
                    <a:close/>
                  </a:path>
                </a:pathLst>
              </a:custGeom>
              <a:solidFill>
                <a:srgbClr val="F7C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" name="Freeform 51">
                <a:extLst>
                  <a:ext uri="{FF2B5EF4-FFF2-40B4-BE49-F238E27FC236}">
                    <a16:creationId xmlns:a16="http://schemas.microsoft.com/office/drawing/2014/main" id="{FE1D7004-7D22-43B6-916E-59A8B1D83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898"/>
                <a:ext cx="110" cy="161"/>
              </a:xfrm>
              <a:custGeom>
                <a:avLst/>
                <a:gdLst>
                  <a:gd name="T0" fmla="*/ 162 w 82"/>
                  <a:gd name="T1" fmla="*/ 105 h 120"/>
                  <a:gd name="T2" fmla="*/ 178 w 82"/>
                  <a:gd name="T3" fmla="*/ 7 h 120"/>
                  <a:gd name="T4" fmla="*/ 157 w 82"/>
                  <a:gd name="T5" fmla="*/ 7 h 120"/>
                  <a:gd name="T6" fmla="*/ 130 w 82"/>
                  <a:gd name="T7" fmla="*/ 7 h 120"/>
                  <a:gd name="T8" fmla="*/ 99 w 82"/>
                  <a:gd name="T9" fmla="*/ 0 h 120"/>
                  <a:gd name="T10" fmla="*/ 62 w 82"/>
                  <a:gd name="T11" fmla="*/ 12 h 120"/>
                  <a:gd name="T12" fmla="*/ 21 w 82"/>
                  <a:gd name="T13" fmla="*/ 38 h 120"/>
                  <a:gd name="T14" fmla="*/ 20 w 82"/>
                  <a:gd name="T15" fmla="*/ 38 h 120"/>
                  <a:gd name="T16" fmla="*/ 0 w 82"/>
                  <a:gd name="T17" fmla="*/ 141 h 120"/>
                  <a:gd name="T18" fmla="*/ 105 w 82"/>
                  <a:gd name="T19" fmla="*/ 288 h 120"/>
                  <a:gd name="T20" fmla="*/ 157 w 82"/>
                  <a:gd name="T21" fmla="*/ 185 h 120"/>
                  <a:gd name="T22" fmla="*/ 162 w 82"/>
                  <a:gd name="T23" fmla="*/ 105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120">
                    <a:moveTo>
                      <a:pt x="67" y="43"/>
                    </a:moveTo>
                    <a:cubicBezTo>
                      <a:pt x="82" y="33"/>
                      <a:pt x="82" y="15"/>
                      <a:pt x="74" y="3"/>
                    </a:cubicBezTo>
                    <a:cubicBezTo>
                      <a:pt x="73" y="5"/>
                      <a:pt x="68" y="3"/>
                      <a:pt x="65" y="3"/>
                    </a:cubicBezTo>
                    <a:cubicBezTo>
                      <a:pt x="61" y="4"/>
                      <a:pt x="61" y="6"/>
                      <a:pt x="54" y="3"/>
                    </a:cubicBezTo>
                    <a:cubicBezTo>
                      <a:pt x="50" y="5"/>
                      <a:pt x="48" y="5"/>
                      <a:pt x="41" y="0"/>
                    </a:cubicBezTo>
                    <a:cubicBezTo>
                      <a:pt x="40" y="4"/>
                      <a:pt x="32" y="5"/>
                      <a:pt x="25" y="5"/>
                    </a:cubicBezTo>
                    <a:cubicBezTo>
                      <a:pt x="19" y="5"/>
                      <a:pt x="13" y="10"/>
                      <a:pt x="9" y="16"/>
                    </a:cubicBezTo>
                    <a:cubicBezTo>
                      <a:pt x="9" y="16"/>
                      <a:pt x="8" y="16"/>
                      <a:pt x="8" y="16"/>
                    </a:cubicBezTo>
                    <a:cubicBezTo>
                      <a:pt x="3" y="26"/>
                      <a:pt x="0" y="39"/>
                      <a:pt x="0" y="58"/>
                    </a:cubicBezTo>
                    <a:cubicBezTo>
                      <a:pt x="1" y="102"/>
                      <a:pt x="21" y="117"/>
                      <a:pt x="43" y="119"/>
                    </a:cubicBezTo>
                    <a:cubicBezTo>
                      <a:pt x="58" y="120"/>
                      <a:pt x="82" y="100"/>
                      <a:pt x="65" y="77"/>
                    </a:cubicBezTo>
                    <a:cubicBezTo>
                      <a:pt x="69" y="70"/>
                      <a:pt x="76" y="62"/>
                      <a:pt x="67" y="43"/>
                    </a:cubicBezTo>
                    <a:close/>
                  </a:path>
                </a:pathLst>
              </a:custGeom>
              <a:solidFill>
                <a:srgbClr val="BF89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" name="Freeform 52">
                <a:extLst>
                  <a:ext uri="{FF2B5EF4-FFF2-40B4-BE49-F238E27FC236}">
                    <a16:creationId xmlns:a16="http://schemas.microsoft.com/office/drawing/2014/main" id="{41185A2B-9B2D-4036-A6A3-663EB338E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956"/>
                <a:ext cx="13" cy="6"/>
              </a:xfrm>
              <a:custGeom>
                <a:avLst/>
                <a:gdLst>
                  <a:gd name="T0" fmla="*/ 0 w 10"/>
                  <a:gd name="T1" fmla="*/ 8 h 5"/>
                  <a:gd name="T2" fmla="*/ 22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5" y="4"/>
                      <a:pt x="10" y="0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" name="Freeform 53">
                <a:extLst>
                  <a:ext uri="{FF2B5EF4-FFF2-40B4-BE49-F238E27FC236}">
                    <a16:creationId xmlns:a16="http://schemas.microsoft.com/office/drawing/2014/main" id="{04A9E229-FDEB-4C07-A35E-8F43B3B4F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993"/>
                <a:ext cx="7" cy="8"/>
              </a:xfrm>
              <a:custGeom>
                <a:avLst/>
                <a:gdLst>
                  <a:gd name="T0" fmla="*/ 1 w 5"/>
                  <a:gd name="T1" fmla="*/ 0 h 6"/>
                  <a:gd name="T2" fmla="*/ 14 w 5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1" y="0"/>
                      <a:pt x="0" y="0"/>
                      <a:pt x="5" y="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" name="Freeform 54">
                <a:extLst>
                  <a:ext uri="{FF2B5EF4-FFF2-40B4-BE49-F238E27FC236}">
                    <a16:creationId xmlns:a16="http://schemas.microsoft.com/office/drawing/2014/main" id="{3747D8D8-408B-4C7A-AC45-E647DD524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898"/>
                <a:ext cx="110" cy="161"/>
              </a:xfrm>
              <a:custGeom>
                <a:avLst/>
                <a:gdLst>
                  <a:gd name="T0" fmla="*/ 162 w 82"/>
                  <a:gd name="T1" fmla="*/ 105 h 120"/>
                  <a:gd name="T2" fmla="*/ 178 w 82"/>
                  <a:gd name="T3" fmla="*/ 7 h 120"/>
                  <a:gd name="T4" fmla="*/ 157 w 82"/>
                  <a:gd name="T5" fmla="*/ 7 h 120"/>
                  <a:gd name="T6" fmla="*/ 130 w 82"/>
                  <a:gd name="T7" fmla="*/ 7 h 120"/>
                  <a:gd name="T8" fmla="*/ 99 w 82"/>
                  <a:gd name="T9" fmla="*/ 0 h 120"/>
                  <a:gd name="T10" fmla="*/ 62 w 82"/>
                  <a:gd name="T11" fmla="*/ 12 h 120"/>
                  <a:gd name="T12" fmla="*/ 21 w 82"/>
                  <a:gd name="T13" fmla="*/ 38 h 120"/>
                  <a:gd name="T14" fmla="*/ 20 w 82"/>
                  <a:gd name="T15" fmla="*/ 38 h 120"/>
                  <a:gd name="T16" fmla="*/ 0 w 82"/>
                  <a:gd name="T17" fmla="*/ 141 h 120"/>
                  <a:gd name="T18" fmla="*/ 105 w 82"/>
                  <a:gd name="T19" fmla="*/ 288 h 120"/>
                  <a:gd name="T20" fmla="*/ 157 w 82"/>
                  <a:gd name="T21" fmla="*/ 185 h 120"/>
                  <a:gd name="T22" fmla="*/ 162 w 82"/>
                  <a:gd name="T23" fmla="*/ 105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120">
                    <a:moveTo>
                      <a:pt x="67" y="43"/>
                    </a:moveTo>
                    <a:cubicBezTo>
                      <a:pt x="82" y="33"/>
                      <a:pt x="82" y="15"/>
                      <a:pt x="74" y="3"/>
                    </a:cubicBezTo>
                    <a:cubicBezTo>
                      <a:pt x="73" y="5"/>
                      <a:pt x="68" y="3"/>
                      <a:pt x="65" y="3"/>
                    </a:cubicBezTo>
                    <a:cubicBezTo>
                      <a:pt x="61" y="4"/>
                      <a:pt x="61" y="6"/>
                      <a:pt x="54" y="3"/>
                    </a:cubicBezTo>
                    <a:cubicBezTo>
                      <a:pt x="50" y="5"/>
                      <a:pt x="48" y="5"/>
                      <a:pt x="41" y="0"/>
                    </a:cubicBezTo>
                    <a:cubicBezTo>
                      <a:pt x="40" y="4"/>
                      <a:pt x="32" y="5"/>
                      <a:pt x="25" y="5"/>
                    </a:cubicBezTo>
                    <a:cubicBezTo>
                      <a:pt x="19" y="5"/>
                      <a:pt x="13" y="10"/>
                      <a:pt x="9" y="16"/>
                    </a:cubicBezTo>
                    <a:cubicBezTo>
                      <a:pt x="9" y="16"/>
                      <a:pt x="8" y="16"/>
                      <a:pt x="8" y="16"/>
                    </a:cubicBezTo>
                    <a:cubicBezTo>
                      <a:pt x="3" y="26"/>
                      <a:pt x="0" y="39"/>
                      <a:pt x="0" y="58"/>
                    </a:cubicBezTo>
                    <a:cubicBezTo>
                      <a:pt x="1" y="102"/>
                      <a:pt x="21" y="117"/>
                      <a:pt x="43" y="119"/>
                    </a:cubicBezTo>
                    <a:cubicBezTo>
                      <a:pt x="58" y="120"/>
                      <a:pt x="82" y="100"/>
                      <a:pt x="65" y="77"/>
                    </a:cubicBezTo>
                    <a:cubicBezTo>
                      <a:pt x="69" y="70"/>
                      <a:pt x="76" y="62"/>
                      <a:pt x="67" y="4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" name="Freeform 55">
                <a:extLst>
                  <a:ext uri="{FF2B5EF4-FFF2-40B4-BE49-F238E27FC236}">
                    <a16:creationId xmlns:a16="http://schemas.microsoft.com/office/drawing/2014/main" id="{F9C81100-DA02-4FB9-82F7-500FB4D3C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008"/>
                <a:ext cx="51" cy="45"/>
              </a:xfrm>
              <a:custGeom>
                <a:avLst/>
                <a:gdLst>
                  <a:gd name="T0" fmla="*/ 70 w 38"/>
                  <a:gd name="T1" fmla="*/ 0 h 33"/>
                  <a:gd name="T2" fmla="*/ 64 w 38"/>
                  <a:gd name="T3" fmla="*/ 61 h 33"/>
                  <a:gd name="T4" fmla="*/ 0 w 38"/>
                  <a:gd name="T5" fmla="*/ 65 h 33"/>
                  <a:gd name="T6" fmla="*/ 70 w 38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3">
                    <a:moveTo>
                      <a:pt x="29" y="0"/>
                    </a:moveTo>
                    <a:cubicBezTo>
                      <a:pt x="36" y="6"/>
                      <a:pt x="38" y="16"/>
                      <a:pt x="27" y="24"/>
                    </a:cubicBezTo>
                    <a:cubicBezTo>
                      <a:pt x="17" y="33"/>
                      <a:pt x="0" y="26"/>
                      <a:pt x="0" y="26"/>
                    </a:cubicBezTo>
                    <a:cubicBezTo>
                      <a:pt x="10" y="26"/>
                      <a:pt x="35" y="22"/>
                      <a:pt x="29" y="0"/>
                    </a:cubicBezTo>
                    <a:close/>
                  </a:path>
                </a:pathLst>
              </a:custGeom>
              <a:solidFill>
                <a:srgbClr val="AC6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7" name="Freeform 56">
                <a:extLst>
                  <a:ext uri="{FF2B5EF4-FFF2-40B4-BE49-F238E27FC236}">
                    <a16:creationId xmlns:a16="http://schemas.microsoft.com/office/drawing/2014/main" id="{75F02C43-DB37-4D2B-ACE1-2EE2A71E4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1966"/>
                <a:ext cx="7" cy="22"/>
              </a:xfrm>
              <a:custGeom>
                <a:avLst/>
                <a:gdLst>
                  <a:gd name="T0" fmla="*/ 0 w 5"/>
                  <a:gd name="T1" fmla="*/ 0 h 16"/>
                  <a:gd name="T2" fmla="*/ 1 w 5"/>
                  <a:gd name="T3" fmla="*/ 4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5" y="4"/>
                      <a:pt x="4" y="8"/>
                      <a:pt x="1" y="16"/>
                    </a:cubicBezTo>
                  </a:path>
                </a:pathLst>
              </a:custGeom>
              <a:solidFill>
                <a:srgbClr val="AC6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8" name="Freeform 57">
                <a:extLst>
                  <a:ext uri="{FF2B5EF4-FFF2-40B4-BE49-F238E27FC236}">
                    <a16:creationId xmlns:a16="http://schemas.microsoft.com/office/drawing/2014/main" id="{F9EC5016-AA91-4515-929B-D5FCF949A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911"/>
                <a:ext cx="21" cy="41"/>
              </a:xfrm>
              <a:custGeom>
                <a:avLst/>
                <a:gdLst>
                  <a:gd name="T0" fmla="*/ 29 w 16"/>
                  <a:gd name="T1" fmla="*/ 0 h 30"/>
                  <a:gd name="T2" fmla="*/ 0 w 16"/>
                  <a:gd name="T3" fmla="*/ 77 h 30"/>
                  <a:gd name="T4" fmla="*/ 29 w 1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13" y="0"/>
                    </a:moveTo>
                    <a:cubicBezTo>
                      <a:pt x="16" y="18"/>
                      <a:pt x="11" y="25"/>
                      <a:pt x="0" y="30"/>
                    </a:cubicBezTo>
                    <a:cubicBezTo>
                      <a:pt x="5" y="24"/>
                      <a:pt x="12" y="11"/>
                      <a:pt x="13" y="0"/>
                    </a:cubicBezTo>
                    <a:close/>
                  </a:path>
                </a:pathLst>
              </a:custGeom>
              <a:solidFill>
                <a:srgbClr val="AC6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9" name="Freeform 58">
                <a:extLst>
                  <a:ext uri="{FF2B5EF4-FFF2-40B4-BE49-F238E27FC236}">
                    <a16:creationId xmlns:a16="http://schemas.microsoft.com/office/drawing/2014/main" id="{2C66DB0A-1F34-480C-9DEB-793E66AE0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862"/>
                <a:ext cx="51" cy="33"/>
              </a:xfrm>
              <a:custGeom>
                <a:avLst/>
                <a:gdLst>
                  <a:gd name="T0" fmla="*/ 0 w 38"/>
                  <a:gd name="T1" fmla="*/ 58 h 25"/>
                  <a:gd name="T2" fmla="*/ 91 w 38"/>
                  <a:gd name="T3" fmla="*/ 28 h 25"/>
                  <a:gd name="T4" fmla="*/ 62 w 38"/>
                  <a:gd name="T5" fmla="*/ 38 h 25"/>
                  <a:gd name="T6" fmla="*/ 36 w 38"/>
                  <a:gd name="T7" fmla="*/ 49 h 25"/>
                  <a:gd name="T8" fmla="*/ 16 w 38"/>
                  <a:gd name="T9" fmla="*/ 5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5">
                    <a:moveTo>
                      <a:pt x="0" y="25"/>
                    </a:moveTo>
                    <a:cubicBezTo>
                      <a:pt x="3" y="19"/>
                      <a:pt x="33" y="0"/>
                      <a:pt x="38" y="12"/>
                    </a:cubicBezTo>
                    <a:cubicBezTo>
                      <a:pt x="33" y="11"/>
                      <a:pt x="25" y="8"/>
                      <a:pt x="25" y="17"/>
                    </a:cubicBezTo>
                    <a:cubicBezTo>
                      <a:pt x="21" y="16"/>
                      <a:pt x="15" y="15"/>
                      <a:pt x="15" y="21"/>
                    </a:cubicBezTo>
                    <a:cubicBezTo>
                      <a:pt x="12" y="19"/>
                      <a:pt x="6" y="18"/>
                      <a:pt x="7" y="22"/>
                    </a:cubicBezTo>
                  </a:path>
                </a:pathLst>
              </a:custGeom>
              <a:solidFill>
                <a:srgbClr val="FDEF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0" name="Freeform 59">
                <a:extLst>
                  <a:ext uri="{FF2B5EF4-FFF2-40B4-BE49-F238E27FC236}">
                    <a16:creationId xmlns:a16="http://schemas.microsoft.com/office/drawing/2014/main" id="{73691AB4-49B3-4F3C-B705-E3B3CA8E1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1859"/>
                <a:ext cx="98" cy="60"/>
              </a:xfrm>
              <a:custGeom>
                <a:avLst/>
                <a:gdLst>
                  <a:gd name="T0" fmla="*/ 15 w 73"/>
                  <a:gd name="T1" fmla="*/ 107 h 45"/>
                  <a:gd name="T2" fmla="*/ 54 w 73"/>
                  <a:gd name="T3" fmla="*/ 80 h 45"/>
                  <a:gd name="T4" fmla="*/ 91 w 73"/>
                  <a:gd name="T5" fmla="*/ 69 h 45"/>
                  <a:gd name="T6" fmla="*/ 122 w 73"/>
                  <a:gd name="T7" fmla="*/ 76 h 45"/>
                  <a:gd name="T8" fmla="*/ 149 w 73"/>
                  <a:gd name="T9" fmla="*/ 76 h 45"/>
                  <a:gd name="T10" fmla="*/ 172 w 73"/>
                  <a:gd name="T11" fmla="*/ 69 h 45"/>
                  <a:gd name="T12" fmla="*/ 142 w 73"/>
                  <a:gd name="T13" fmla="*/ 20 h 45"/>
                  <a:gd name="T14" fmla="*/ 72 w 73"/>
                  <a:gd name="T15" fmla="*/ 23 h 45"/>
                  <a:gd name="T16" fmla="*/ 23 w 73"/>
                  <a:gd name="T17" fmla="*/ 63 h 45"/>
                  <a:gd name="T18" fmla="*/ 15 w 73"/>
                  <a:gd name="T19" fmla="*/ 107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45">
                    <a:moveTo>
                      <a:pt x="6" y="45"/>
                    </a:moveTo>
                    <a:cubicBezTo>
                      <a:pt x="10" y="39"/>
                      <a:pt x="16" y="34"/>
                      <a:pt x="22" y="34"/>
                    </a:cubicBezTo>
                    <a:cubicBezTo>
                      <a:pt x="29" y="34"/>
                      <a:pt x="37" y="33"/>
                      <a:pt x="38" y="29"/>
                    </a:cubicBezTo>
                    <a:cubicBezTo>
                      <a:pt x="45" y="34"/>
                      <a:pt x="47" y="34"/>
                      <a:pt x="51" y="32"/>
                    </a:cubicBezTo>
                    <a:cubicBezTo>
                      <a:pt x="58" y="35"/>
                      <a:pt x="58" y="33"/>
                      <a:pt x="62" y="32"/>
                    </a:cubicBezTo>
                    <a:cubicBezTo>
                      <a:pt x="66" y="32"/>
                      <a:pt x="73" y="35"/>
                      <a:pt x="71" y="29"/>
                    </a:cubicBezTo>
                    <a:cubicBezTo>
                      <a:pt x="69" y="22"/>
                      <a:pt x="71" y="17"/>
                      <a:pt x="59" y="8"/>
                    </a:cubicBezTo>
                    <a:cubicBezTo>
                      <a:pt x="47" y="0"/>
                      <a:pt x="34" y="7"/>
                      <a:pt x="30" y="10"/>
                    </a:cubicBezTo>
                    <a:cubicBezTo>
                      <a:pt x="26" y="13"/>
                      <a:pt x="15" y="18"/>
                      <a:pt x="10" y="26"/>
                    </a:cubicBezTo>
                    <a:cubicBezTo>
                      <a:pt x="8" y="31"/>
                      <a:pt x="0" y="41"/>
                      <a:pt x="6" y="4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BA7C4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1" name="Freeform 60">
                <a:extLst>
                  <a:ext uri="{FF2B5EF4-FFF2-40B4-BE49-F238E27FC236}">
                    <a16:creationId xmlns:a16="http://schemas.microsoft.com/office/drawing/2014/main" id="{E0F1A888-C434-4CE0-BAD2-3509BE2C0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870"/>
                <a:ext cx="28" cy="13"/>
              </a:xfrm>
              <a:custGeom>
                <a:avLst/>
                <a:gdLst>
                  <a:gd name="T0" fmla="*/ 0 w 21"/>
                  <a:gd name="T1" fmla="*/ 22 h 10"/>
                  <a:gd name="T2" fmla="*/ 49 w 21"/>
                  <a:gd name="T3" fmla="*/ 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0" y="10"/>
                    </a:moveTo>
                    <a:cubicBezTo>
                      <a:pt x="9" y="3"/>
                      <a:pt x="17" y="0"/>
                      <a:pt x="2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2" name="Freeform 61">
                <a:extLst>
                  <a:ext uri="{FF2B5EF4-FFF2-40B4-BE49-F238E27FC236}">
                    <a16:creationId xmlns:a16="http://schemas.microsoft.com/office/drawing/2014/main" id="{C36CA6CB-6424-4162-A98F-D1744075D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481"/>
                <a:ext cx="36" cy="38"/>
              </a:xfrm>
              <a:custGeom>
                <a:avLst/>
                <a:gdLst>
                  <a:gd name="T0" fmla="*/ 64 w 27"/>
                  <a:gd name="T1" fmla="*/ 71 h 28"/>
                  <a:gd name="T2" fmla="*/ 33 w 27"/>
                  <a:gd name="T3" fmla="*/ 33 h 28"/>
                  <a:gd name="T4" fmla="*/ 0 w 27"/>
                  <a:gd name="T5" fmla="*/ 0 h 28"/>
                  <a:gd name="T6" fmla="*/ 12 w 27"/>
                  <a:gd name="T7" fmla="*/ 19 h 28"/>
                  <a:gd name="T8" fmla="*/ 28 w 27"/>
                  <a:gd name="T9" fmla="*/ 33 h 28"/>
                  <a:gd name="T10" fmla="*/ 57 w 27"/>
                  <a:gd name="T11" fmla="*/ 6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8">
                    <a:moveTo>
                      <a:pt x="27" y="28"/>
                    </a:moveTo>
                    <a:cubicBezTo>
                      <a:pt x="21" y="24"/>
                      <a:pt x="19" y="18"/>
                      <a:pt x="14" y="13"/>
                    </a:cubicBezTo>
                    <a:cubicBezTo>
                      <a:pt x="10" y="8"/>
                      <a:pt x="2" y="6"/>
                      <a:pt x="0" y="0"/>
                    </a:cubicBezTo>
                    <a:cubicBezTo>
                      <a:pt x="1" y="2"/>
                      <a:pt x="3" y="5"/>
                      <a:pt x="5" y="7"/>
                    </a:cubicBezTo>
                    <a:cubicBezTo>
                      <a:pt x="7" y="10"/>
                      <a:pt x="10" y="11"/>
                      <a:pt x="12" y="13"/>
                    </a:cubicBezTo>
                    <a:cubicBezTo>
                      <a:pt x="17" y="16"/>
                      <a:pt x="19" y="23"/>
                      <a:pt x="24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3" name="Freeform 62">
                <a:extLst>
                  <a:ext uri="{FF2B5EF4-FFF2-40B4-BE49-F238E27FC236}">
                    <a16:creationId xmlns:a16="http://schemas.microsoft.com/office/drawing/2014/main" id="{0B5A978E-0170-4BF4-8E29-62830FE38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531"/>
                <a:ext cx="12" cy="14"/>
              </a:xfrm>
              <a:custGeom>
                <a:avLst/>
                <a:gdLst>
                  <a:gd name="T0" fmla="*/ 21 w 9"/>
                  <a:gd name="T1" fmla="*/ 28 h 10"/>
                  <a:gd name="T2" fmla="*/ 0 w 9"/>
                  <a:gd name="T3" fmla="*/ 0 h 10"/>
                  <a:gd name="T4" fmla="*/ 9 w 9"/>
                  <a:gd name="T5" fmla="*/ 14 h 10"/>
                  <a:gd name="T6" fmla="*/ 20 w 9"/>
                  <a:gd name="T7" fmla="*/ 2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9" y="10"/>
                    </a:moveTo>
                    <a:cubicBezTo>
                      <a:pt x="9" y="4"/>
                      <a:pt x="1" y="5"/>
                      <a:pt x="0" y="0"/>
                    </a:cubicBezTo>
                    <a:cubicBezTo>
                      <a:pt x="1" y="2"/>
                      <a:pt x="2" y="4"/>
                      <a:pt x="4" y="5"/>
                    </a:cubicBezTo>
                    <a:cubicBezTo>
                      <a:pt x="5" y="7"/>
                      <a:pt x="8" y="7"/>
                      <a:pt x="8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4" name="Freeform 63">
                <a:extLst>
                  <a:ext uri="{FF2B5EF4-FFF2-40B4-BE49-F238E27FC236}">
                    <a16:creationId xmlns:a16="http://schemas.microsoft.com/office/drawing/2014/main" id="{9AD456AA-6F62-48B6-931F-6CF33A2F8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491"/>
                <a:ext cx="19" cy="33"/>
              </a:xfrm>
              <a:custGeom>
                <a:avLst/>
                <a:gdLst>
                  <a:gd name="T0" fmla="*/ 35 w 14"/>
                  <a:gd name="T1" fmla="*/ 0 h 25"/>
                  <a:gd name="T2" fmla="*/ 0 w 14"/>
                  <a:gd name="T3" fmla="*/ 58 h 25"/>
                  <a:gd name="T4" fmla="*/ 35 w 14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5">
                    <a:moveTo>
                      <a:pt x="14" y="0"/>
                    </a:moveTo>
                    <a:cubicBezTo>
                      <a:pt x="11" y="4"/>
                      <a:pt x="1" y="13"/>
                      <a:pt x="0" y="25"/>
                    </a:cubicBezTo>
                    <a:cubicBezTo>
                      <a:pt x="0" y="13"/>
                      <a:pt x="7" y="4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5" name="Freeform 64">
                <a:extLst>
                  <a:ext uri="{FF2B5EF4-FFF2-40B4-BE49-F238E27FC236}">
                    <a16:creationId xmlns:a16="http://schemas.microsoft.com/office/drawing/2014/main" id="{90367F1B-9A94-4BC4-B29B-C02329289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510"/>
                <a:ext cx="8" cy="8"/>
              </a:xfrm>
              <a:custGeom>
                <a:avLst/>
                <a:gdLst>
                  <a:gd name="T0" fmla="*/ 15 w 6"/>
                  <a:gd name="T1" fmla="*/ 0 h 6"/>
                  <a:gd name="T2" fmla="*/ 0 w 6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6" y="0"/>
                      <a:pt x="0" y="6"/>
                      <a:pt x="0" y="6"/>
                    </a:cubicBezTo>
                  </a:path>
                </a:pathLst>
              </a:custGeom>
              <a:noFill/>
              <a:ln w="79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6" name="Freeform 65">
                <a:extLst>
                  <a:ext uri="{FF2B5EF4-FFF2-40B4-BE49-F238E27FC236}">
                    <a16:creationId xmlns:a16="http://schemas.microsoft.com/office/drawing/2014/main" id="{61C7754E-6126-4272-93DF-D250D1BAA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1374"/>
                <a:ext cx="19" cy="14"/>
              </a:xfrm>
              <a:custGeom>
                <a:avLst/>
                <a:gdLst>
                  <a:gd name="T0" fmla="*/ 35 w 14"/>
                  <a:gd name="T1" fmla="*/ 23 h 11"/>
                  <a:gd name="T2" fmla="*/ 0 w 14"/>
                  <a:gd name="T3" fmla="*/ 13 h 11"/>
                  <a:gd name="T4" fmla="*/ 27 w 14"/>
                  <a:gd name="T5" fmla="*/ 1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4" y="11"/>
                    </a:moveTo>
                    <a:cubicBezTo>
                      <a:pt x="13" y="3"/>
                      <a:pt x="5" y="0"/>
                      <a:pt x="0" y="6"/>
                    </a:cubicBezTo>
                    <a:cubicBezTo>
                      <a:pt x="5" y="3"/>
                      <a:pt x="8" y="5"/>
                      <a:pt x="1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7" name="Freeform 66">
                <a:extLst>
                  <a:ext uri="{FF2B5EF4-FFF2-40B4-BE49-F238E27FC236}">
                    <a16:creationId xmlns:a16="http://schemas.microsoft.com/office/drawing/2014/main" id="{715D365A-95A2-444A-B26D-E6D866C56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394"/>
                <a:ext cx="23" cy="62"/>
              </a:xfrm>
              <a:custGeom>
                <a:avLst/>
                <a:gdLst>
                  <a:gd name="T0" fmla="*/ 42 w 17"/>
                  <a:gd name="T1" fmla="*/ 7 h 46"/>
                  <a:gd name="T2" fmla="*/ 5 w 17"/>
                  <a:gd name="T3" fmla="*/ 43 h 46"/>
                  <a:gd name="T4" fmla="*/ 9 w 17"/>
                  <a:gd name="T5" fmla="*/ 113 h 46"/>
                  <a:gd name="T6" fmla="*/ 42 w 17"/>
                  <a:gd name="T7" fmla="*/ 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6">
                    <a:moveTo>
                      <a:pt x="17" y="3"/>
                    </a:moveTo>
                    <a:cubicBezTo>
                      <a:pt x="8" y="0"/>
                      <a:pt x="3" y="7"/>
                      <a:pt x="2" y="18"/>
                    </a:cubicBezTo>
                    <a:cubicBezTo>
                      <a:pt x="0" y="30"/>
                      <a:pt x="4" y="39"/>
                      <a:pt x="4" y="46"/>
                    </a:cubicBezTo>
                    <a:cubicBezTo>
                      <a:pt x="3" y="28"/>
                      <a:pt x="5" y="3"/>
                      <a:pt x="1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8" name="Freeform 67">
                <a:extLst>
                  <a:ext uri="{FF2B5EF4-FFF2-40B4-BE49-F238E27FC236}">
                    <a16:creationId xmlns:a16="http://schemas.microsoft.com/office/drawing/2014/main" id="{A3BB4B59-94B3-4283-8174-678E622B9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326"/>
                <a:ext cx="43" cy="9"/>
              </a:xfrm>
              <a:custGeom>
                <a:avLst/>
                <a:gdLst>
                  <a:gd name="T0" fmla="*/ 0 w 32"/>
                  <a:gd name="T1" fmla="*/ 14 h 6"/>
                  <a:gd name="T2" fmla="*/ 78 w 32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6">
                    <a:moveTo>
                      <a:pt x="0" y="4"/>
                    </a:moveTo>
                    <a:cubicBezTo>
                      <a:pt x="13" y="0"/>
                      <a:pt x="22" y="1"/>
                      <a:pt x="3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9" name="Freeform 68">
                <a:extLst>
                  <a:ext uri="{FF2B5EF4-FFF2-40B4-BE49-F238E27FC236}">
                    <a16:creationId xmlns:a16="http://schemas.microsoft.com/office/drawing/2014/main" id="{44D8B538-E006-4336-8E1D-368338C34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1329"/>
                <a:ext cx="74" cy="14"/>
              </a:xfrm>
              <a:custGeom>
                <a:avLst/>
                <a:gdLst>
                  <a:gd name="T0" fmla="*/ 135 w 55"/>
                  <a:gd name="T1" fmla="*/ 28 h 10"/>
                  <a:gd name="T2" fmla="*/ 78 w 55"/>
                  <a:gd name="T3" fmla="*/ 11 h 10"/>
                  <a:gd name="T4" fmla="*/ 0 w 55"/>
                  <a:gd name="T5" fmla="*/ 6 h 10"/>
                  <a:gd name="T6" fmla="*/ 48 w 55"/>
                  <a:gd name="T7" fmla="*/ 11 h 10"/>
                  <a:gd name="T8" fmla="*/ 73 w 55"/>
                  <a:gd name="T9" fmla="*/ 15 h 10"/>
                  <a:gd name="T10" fmla="*/ 98 w 55"/>
                  <a:gd name="T11" fmla="*/ 15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10">
                    <a:moveTo>
                      <a:pt x="55" y="10"/>
                    </a:moveTo>
                    <a:cubicBezTo>
                      <a:pt x="48" y="10"/>
                      <a:pt x="39" y="6"/>
                      <a:pt x="32" y="4"/>
                    </a:cubicBezTo>
                    <a:cubicBezTo>
                      <a:pt x="21" y="0"/>
                      <a:pt x="11" y="0"/>
                      <a:pt x="0" y="2"/>
                    </a:cubicBezTo>
                    <a:cubicBezTo>
                      <a:pt x="6" y="1"/>
                      <a:pt x="14" y="2"/>
                      <a:pt x="20" y="4"/>
                    </a:cubicBezTo>
                    <a:cubicBezTo>
                      <a:pt x="24" y="5"/>
                      <a:pt x="27" y="6"/>
                      <a:pt x="30" y="6"/>
                    </a:cubicBezTo>
                    <a:cubicBezTo>
                      <a:pt x="33" y="7"/>
                      <a:pt x="37" y="5"/>
                      <a:pt x="4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0" name="Line 69">
                <a:extLst>
                  <a:ext uri="{FF2B5EF4-FFF2-40B4-BE49-F238E27FC236}">
                    <a16:creationId xmlns:a16="http://schemas.microsoft.com/office/drawing/2014/main" id="{1D76094D-C313-456A-948B-4FF1E4826C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7" y="2199"/>
                <a:ext cx="114" cy="113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1" name="Line 70">
                <a:extLst>
                  <a:ext uri="{FF2B5EF4-FFF2-40B4-BE49-F238E27FC236}">
                    <a16:creationId xmlns:a16="http://schemas.microsoft.com/office/drawing/2014/main" id="{5638992D-BADF-4E89-8909-D1EFC952A7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1" y="2207"/>
                <a:ext cx="121" cy="12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2" name="Line 71">
                <a:extLst>
                  <a:ext uri="{FF2B5EF4-FFF2-40B4-BE49-F238E27FC236}">
                    <a16:creationId xmlns:a16="http://schemas.microsoft.com/office/drawing/2014/main" id="{53D8EC5E-C291-47A7-9E71-CA44C6598A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2" y="2215"/>
                <a:ext cx="128" cy="127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3" name="Line 72">
                <a:extLst>
                  <a:ext uri="{FF2B5EF4-FFF2-40B4-BE49-F238E27FC236}">
                    <a16:creationId xmlns:a16="http://schemas.microsoft.com/office/drawing/2014/main" id="{5B37BB35-9AD0-4697-8C1C-C3BEDE4549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7" y="2295"/>
                <a:ext cx="1" cy="262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" name="Line 73">
                <a:extLst>
                  <a:ext uri="{FF2B5EF4-FFF2-40B4-BE49-F238E27FC236}">
                    <a16:creationId xmlns:a16="http://schemas.microsoft.com/office/drawing/2014/main" id="{52851B7D-53B9-4AA2-8271-A912071CCF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6" y="2284"/>
                <a:ext cx="1" cy="262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" name="Freeform 74">
                <a:extLst>
                  <a:ext uri="{FF2B5EF4-FFF2-40B4-BE49-F238E27FC236}">
                    <a16:creationId xmlns:a16="http://schemas.microsoft.com/office/drawing/2014/main" id="{3F90D357-156D-4740-A1BA-6FEA6E1F4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292"/>
                <a:ext cx="29" cy="59"/>
              </a:xfrm>
              <a:custGeom>
                <a:avLst/>
                <a:gdLst>
                  <a:gd name="T0" fmla="*/ 7 w 22"/>
                  <a:gd name="T1" fmla="*/ 0 h 44"/>
                  <a:gd name="T2" fmla="*/ 5 w 22"/>
                  <a:gd name="T3" fmla="*/ 63 h 44"/>
                  <a:gd name="T4" fmla="*/ 29 w 22"/>
                  <a:gd name="T5" fmla="*/ 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4">
                    <a:moveTo>
                      <a:pt x="3" y="0"/>
                    </a:moveTo>
                    <a:cubicBezTo>
                      <a:pt x="2" y="8"/>
                      <a:pt x="0" y="18"/>
                      <a:pt x="2" y="26"/>
                    </a:cubicBezTo>
                    <a:cubicBezTo>
                      <a:pt x="8" y="44"/>
                      <a:pt x="22" y="13"/>
                      <a:pt x="13" y="1"/>
                    </a:cubicBezTo>
                  </a:path>
                </a:pathLst>
              </a:custGeom>
              <a:solidFill>
                <a:srgbClr val="FEF6F2"/>
              </a:solidFill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" name="Freeform 75">
                <a:extLst>
                  <a:ext uri="{FF2B5EF4-FFF2-40B4-BE49-F238E27FC236}">
                    <a16:creationId xmlns:a16="http://schemas.microsoft.com/office/drawing/2014/main" id="{9BB51D28-4F3E-4AF3-8A4B-D1C7AA0B5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292"/>
                <a:ext cx="29" cy="59"/>
              </a:xfrm>
              <a:custGeom>
                <a:avLst/>
                <a:gdLst>
                  <a:gd name="T0" fmla="*/ 7 w 22"/>
                  <a:gd name="T1" fmla="*/ 0 h 44"/>
                  <a:gd name="T2" fmla="*/ 5 w 22"/>
                  <a:gd name="T3" fmla="*/ 63 h 44"/>
                  <a:gd name="T4" fmla="*/ 29 w 22"/>
                  <a:gd name="T5" fmla="*/ 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4">
                    <a:moveTo>
                      <a:pt x="3" y="0"/>
                    </a:moveTo>
                    <a:cubicBezTo>
                      <a:pt x="2" y="8"/>
                      <a:pt x="0" y="18"/>
                      <a:pt x="2" y="26"/>
                    </a:cubicBezTo>
                    <a:cubicBezTo>
                      <a:pt x="8" y="44"/>
                      <a:pt x="22" y="13"/>
                      <a:pt x="13" y="1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" name="Freeform 76">
                <a:extLst>
                  <a:ext uri="{FF2B5EF4-FFF2-40B4-BE49-F238E27FC236}">
                    <a16:creationId xmlns:a16="http://schemas.microsoft.com/office/drawing/2014/main" id="{BE23ACB3-645A-473A-8CB8-1DEE53ED0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2654"/>
                <a:ext cx="65" cy="1"/>
              </a:xfrm>
              <a:custGeom>
                <a:avLst/>
                <a:gdLst>
                  <a:gd name="T0" fmla="*/ 0 w 65"/>
                  <a:gd name="T1" fmla="*/ 0 h 1"/>
                  <a:gd name="T2" fmla="*/ 65 w 65"/>
                  <a:gd name="T3" fmla="*/ 0 h 1"/>
                  <a:gd name="T4" fmla="*/ 0 w 6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1">
                    <a:moveTo>
                      <a:pt x="0" y="0"/>
                    </a:moveTo>
                    <a:lnTo>
                      <a:pt x="6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" name="Line 77">
                <a:extLst>
                  <a:ext uri="{FF2B5EF4-FFF2-40B4-BE49-F238E27FC236}">
                    <a16:creationId xmlns:a16="http://schemas.microsoft.com/office/drawing/2014/main" id="{73501C97-F574-4702-A124-426F36DD4D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7" y="2654"/>
                <a:ext cx="65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" name="Freeform 78">
                <a:extLst>
                  <a:ext uri="{FF2B5EF4-FFF2-40B4-BE49-F238E27FC236}">
                    <a16:creationId xmlns:a16="http://schemas.microsoft.com/office/drawing/2014/main" id="{3399E93E-4393-40F4-897F-9AA644437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2641"/>
                <a:ext cx="65" cy="1"/>
              </a:xfrm>
              <a:custGeom>
                <a:avLst/>
                <a:gdLst>
                  <a:gd name="T0" fmla="*/ 0 w 65"/>
                  <a:gd name="T1" fmla="*/ 0 h 1"/>
                  <a:gd name="T2" fmla="*/ 65 w 65"/>
                  <a:gd name="T3" fmla="*/ 0 h 1"/>
                  <a:gd name="T4" fmla="*/ 0 w 6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1">
                    <a:moveTo>
                      <a:pt x="0" y="0"/>
                    </a:moveTo>
                    <a:lnTo>
                      <a:pt x="6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" name="Line 79">
                <a:extLst>
                  <a:ext uri="{FF2B5EF4-FFF2-40B4-BE49-F238E27FC236}">
                    <a16:creationId xmlns:a16="http://schemas.microsoft.com/office/drawing/2014/main" id="{492A8D14-21FB-454A-990A-828843829C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7" y="2641"/>
                <a:ext cx="65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" name="Freeform 80">
                <a:extLst>
                  <a:ext uri="{FF2B5EF4-FFF2-40B4-BE49-F238E27FC236}">
                    <a16:creationId xmlns:a16="http://schemas.microsoft.com/office/drawing/2014/main" id="{EF16BD03-A354-4AF5-8C26-00872388F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625"/>
                <a:ext cx="66" cy="1"/>
              </a:xfrm>
              <a:custGeom>
                <a:avLst/>
                <a:gdLst>
                  <a:gd name="T0" fmla="*/ 0 w 66"/>
                  <a:gd name="T1" fmla="*/ 0 h 1"/>
                  <a:gd name="T2" fmla="*/ 66 w 66"/>
                  <a:gd name="T3" fmla="*/ 0 h 1"/>
                  <a:gd name="T4" fmla="*/ 0 w 6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">
                    <a:moveTo>
                      <a:pt x="0" y="0"/>
                    </a:moveTo>
                    <a:lnTo>
                      <a:pt x="6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" name="Line 81">
                <a:extLst>
                  <a:ext uri="{FF2B5EF4-FFF2-40B4-BE49-F238E27FC236}">
                    <a16:creationId xmlns:a16="http://schemas.microsoft.com/office/drawing/2014/main" id="{9F4E5E28-298A-463E-8855-52E62A906B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9" y="2625"/>
                <a:ext cx="66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" name="Freeform 82">
                <a:extLst>
                  <a:ext uri="{FF2B5EF4-FFF2-40B4-BE49-F238E27FC236}">
                    <a16:creationId xmlns:a16="http://schemas.microsoft.com/office/drawing/2014/main" id="{4B7C118C-57FA-4E27-B987-2A3172FEF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384"/>
                <a:ext cx="58" cy="133"/>
              </a:xfrm>
              <a:custGeom>
                <a:avLst/>
                <a:gdLst>
                  <a:gd name="T0" fmla="*/ 58 w 58"/>
                  <a:gd name="T1" fmla="*/ 0 h 133"/>
                  <a:gd name="T2" fmla="*/ 0 w 58"/>
                  <a:gd name="T3" fmla="*/ 133 h 133"/>
                  <a:gd name="T4" fmla="*/ 58 w 58"/>
                  <a:gd name="T5" fmla="*/ 0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33">
                    <a:moveTo>
                      <a:pt x="58" y="0"/>
                    </a:moveTo>
                    <a:lnTo>
                      <a:pt x="0" y="133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" name="Line 83">
                <a:extLst>
                  <a:ext uri="{FF2B5EF4-FFF2-40B4-BE49-F238E27FC236}">
                    <a16:creationId xmlns:a16="http://schemas.microsoft.com/office/drawing/2014/main" id="{CF5EED19-BCB2-4AF6-BB47-35A67ED6C9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1" y="1384"/>
                <a:ext cx="58" cy="133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" name="Freeform 84">
                <a:extLst>
                  <a:ext uri="{FF2B5EF4-FFF2-40B4-BE49-F238E27FC236}">
                    <a16:creationId xmlns:a16="http://schemas.microsoft.com/office/drawing/2014/main" id="{41E86A24-2097-4C98-AE5D-C47677D63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380"/>
                <a:ext cx="58" cy="133"/>
              </a:xfrm>
              <a:custGeom>
                <a:avLst/>
                <a:gdLst>
                  <a:gd name="T0" fmla="*/ 58 w 58"/>
                  <a:gd name="T1" fmla="*/ 0 h 133"/>
                  <a:gd name="T2" fmla="*/ 0 w 58"/>
                  <a:gd name="T3" fmla="*/ 133 h 133"/>
                  <a:gd name="T4" fmla="*/ 58 w 58"/>
                  <a:gd name="T5" fmla="*/ 0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33">
                    <a:moveTo>
                      <a:pt x="58" y="0"/>
                    </a:moveTo>
                    <a:lnTo>
                      <a:pt x="0" y="133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" name="Line 85">
                <a:extLst>
                  <a:ext uri="{FF2B5EF4-FFF2-40B4-BE49-F238E27FC236}">
                    <a16:creationId xmlns:a16="http://schemas.microsoft.com/office/drawing/2014/main" id="{E6B3044C-0F83-453C-92A3-0765FEA868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1" y="1380"/>
                <a:ext cx="58" cy="133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" name="Freeform 86">
                <a:extLst>
                  <a:ext uri="{FF2B5EF4-FFF2-40B4-BE49-F238E27FC236}">
                    <a16:creationId xmlns:a16="http://schemas.microsoft.com/office/drawing/2014/main" id="{A0A3BDEE-E6A7-4A1B-93DA-D858A67DC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562"/>
                <a:ext cx="54" cy="1"/>
              </a:xfrm>
              <a:custGeom>
                <a:avLst/>
                <a:gdLst>
                  <a:gd name="T0" fmla="*/ 0 w 54"/>
                  <a:gd name="T1" fmla="*/ 0 h 1"/>
                  <a:gd name="T2" fmla="*/ 54 w 54"/>
                  <a:gd name="T3" fmla="*/ 0 h 1"/>
                  <a:gd name="T4" fmla="*/ 0 w 5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" name="Line 87">
                <a:extLst>
                  <a:ext uri="{FF2B5EF4-FFF2-40B4-BE49-F238E27FC236}">
                    <a16:creationId xmlns:a16="http://schemas.microsoft.com/office/drawing/2014/main" id="{8A2FE5C6-BF96-4556-A766-5B09212F76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7" y="1562"/>
                <a:ext cx="54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" name="Freeform 88">
                <a:extLst>
                  <a:ext uri="{FF2B5EF4-FFF2-40B4-BE49-F238E27FC236}">
                    <a16:creationId xmlns:a16="http://schemas.microsoft.com/office/drawing/2014/main" id="{B1CBFD0A-042C-4BEA-9828-1829684D1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550"/>
                <a:ext cx="54" cy="1"/>
              </a:xfrm>
              <a:custGeom>
                <a:avLst/>
                <a:gdLst>
                  <a:gd name="T0" fmla="*/ 0 w 54"/>
                  <a:gd name="T1" fmla="*/ 0 h 1"/>
                  <a:gd name="T2" fmla="*/ 54 w 54"/>
                  <a:gd name="T3" fmla="*/ 0 h 1"/>
                  <a:gd name="T4" fmla="*/ 0 w 5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" name="Line 89">
                <a:extLst>
                  <a:ext uri="{FF2B5EF4-FFF2-40B4-BE49-F238E27FC236}">
                    <a16:creationId xmlns:a16="http://schemas.microsoft.com/office/drawing/2014/main" id="{88A7A3F2-CF3F-45AA-B170-8680269A60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7" y="1550"/>
                <a:ext cx="54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" name="Freeform 90">
                <a:extLst>
                  <a:ext uri="{FF2B5EF4-FFF2-40B4-BE49-F238E27FC236}">
                    <a16:creationId xmlns:a16="http://schemas.microsoft.com/office/drawing/2014/main" id="{F285C8F7-F175-4F8E-B7B4-31CC921B9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540"/>
                <a:ext cx="54" cy="1"/>
              </a:xfrm>
              <a:custGeom>
                <a:avLst/>
                <a:gdLst>
                  <a:gd name="T0" fmla="*/ 0 w 54"/>
                  <a:gd name="T1" fmla="*/ 0 h 1"/>
                  <a:gd name="T2" fmla="*/ 54 w 54"/>
                  <a:gd name="T3" fmla="*/ 0 h 1"/>
                  <a:gd name="T4" fmla="*/ 0 w 5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" name="Line 91">
                <a:extLst>
                  <a:ext uri="{FF2B5EF4-FFF2-40B4-BE49-F238E27FC236}">
                    <a16:creationId xmlns:a16="http://schemas.microsoft.com/office/drawing/2014/main" id="{C4B8EF28-F906-43C6-BA15-F2AA2303F3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7" y="1540"/>
                <a:ext cx="54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" name="Freeform 92">
                <a:extLst>
                  <a:ext uri="{FF2B5EF4-FFF2-40B4-BE49-F238E27FC236}">
                    <a16:creationId xmlns:a16="http://schemas.microsoft.com/office/drawing/2014/main" id="{B31BAECC-7356-4496-8F7C-21FA7CB6C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481"/>
                <a:ext cx="36" cy="38"/>
              </a:xfrm>
              <a:custGeom>
                <a:avLst/>
                <a:gdLst>
                  <a:gd name="T0" fmla="*/ 0 w 27"/>
                  <a:gd name="T1" fmla="*/ 71 h 28"/>
                  <a:gd name="T2" fmla="*/ 31 w 27"/>
                  <a:gd name="T3" fmla="*/ 33 h 28"/>
                  <a:gd name="T4" fmla="*/ 64 w 27"/>
                  <a:gd name="T5" fmla="*/ 0 h 28"/>
                  <a:gd name="T6" fmla="*/ 52 w 27"/>
                  <a:gd name="T7" fmla="*/ 19 h 28"/>
                  <a:gd name="T8" fmla="*/ 36 w 27"/>
                  <a:gd name="T9" fmla="*/ 33 h 28"/>
                  <a:gd name="T10" fmla="*/ 7 w 27"/>
                  <a:gd name="T11" fmla="*/ 6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8">
                    <a:moveTo>
                      <a:pt x="0" y="28"/>
                    </a:moveTo>
                    <a:cubicBezTo>
                      <a:pt x="7" y="24"/>
                      <a:pt x="8" y="18"/>
                      <a:pt x="13" y="13"/>
                    </a:cubicBezTo>
                    <a:cubicBezTo>
                      <a:pt x="17" y="8"/>
                      <a:pt x="25" y="6"/>
                      <a:pt x="27" y="0"/>
                    </a:cubicBezTo>
                    <a:cubicBezTo>
                      <a:pt x="26" y="2"/>
                      <a:pt x="24" y="5"/>
                      <a:pt x="22" y="7"/>
                    </a:cubicBezTo>
                    <a:cubicBezTo>
                      <a:pt x="20" y="10"/>
                      <a:pt x="18" y="11"/>
                      <a:pt x="15" y="13"/>
                    </a:cubicBezTo>
                    <a:cubicBezTo>
                      <a:pt x="10" y="16"/>
                      <a:pt x="8" y="23"/>
                      <a:pt x="3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" name="Freeform 93">
                <a:extLst>
                  <a:ext uri="{FF2B5EF4-FFF2-40B4-BE49-F238E27FC236}">
                    <a16:creationId xmlns:a16="http://schemas.microsoft.com/office/drawing/2014/main" id="{13DCABAA-FF29-40B6-B3B4-DEF59F104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531"/>
                <a:ext cx="10" cy="14"/>
              </a:xfrm>
              <a:custGeom>
                <a:avLst/>
                <a:gdLst>
                  <a:gd name="T0" fmla="*/ 0 w 8"/>
                  <a:gd name="T1" fmla="*/ 28 h 10"/>
                  <a:gd name="T2" fmla="*/ 16 w 8"/>
                  <a:gd name="T3" fmla="*/ 0 h 10"/>
                  <a:gd name="T4" fmla="*/ 10 w 8"/>
                  <a:gd name="T5" fmla="*/ 14 h 10"/>
                  <a:gd name="T6" fmla="*/ 0 w 8"/>
                  <a:gd name="T7" fmla="*/ 2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0" y="4"/>
                      <a:pt x="7" y="5"/>
                      <a:pt x="8" y="0"/>
                    </a:cubicBezTo>
                    <a:cubicBezTo>
                      <a:pt x="7" y="2"/>
                      <a:pt x="7" y="4"/>
                      <a:pt x="5" y="5"/>
                    </a:cubicBezTo>
                    <a:cubicBezTo>
                      <a:pt x="3" y="7"/>
                      <a:pt x="0" y="7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" name="Freeform 94">
                <a:extLst>
                  <a:ext uri="{FF2B5EF4-FFF2-40B4-BE49-F238E27FC236}">
                    <a16:creationId xmlns:a16="http://schemas.microsoft.com/office/drawing/2014/main" id="{6A8C3E68-8C03-4004-B77B-7B921EA8A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491"/>
                <a:ext cx="19" cy="33"/>
              </a:xfrm>
              <a:custGeom>
                <a:avLst/>
                <a:gdLst>
                  <a:gd name="T0" fmla="*/ 0 w 14"/>
                  <a:gd name="T1" fmla="*/ 0 h 25"/>
                  <a:gd name="T2" fmla="*/ 35 w 14"/>
                  <a:gd name="T3" fmla="*/ 58 h 25"/>
                  <a:gd name="T4" fmla="*/ 0 w 14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5">
                    <a:moveTo>
                      <a:pt x="0" y="0"/>
                    </a:moveTo>
                    <a:cubicBezTo>
                      <a:pt x="4" y="4"/>
                      <a:pt x="13" y="13"/>
                      <a:pt x="14" y="25"/>
                    </a:cubicBezTo>
                    <a:cubicBezTo>
                      <a:pt x="14" y="13"/>
                      <a:pt x="7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" name="Freeform 95">
                <a:extLst>
                  <a:ext uri="{FF2B5EF4-FFF2-40B4-BE49-F238E27FC236}">
                    <a16:creationId xmlns:a16="http://schemas.microsoft.com/office/drawing/2014/main" id="{C199FC95-83F0-47C2-92D4-A72C14C04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510"/>
                <a:ext cx="8" cy="8"/>
              </a:xfrm>
              <a:custGeom>
                <a:avLst/>
                <a:gdLst>
                  <a:gd name="T0" fmla="*/ 0 w 6"/>
                  <a:gd name="T1" fmla="*/ 0 h 6"/>
                  <a:gd name="T2" fmla="*/ 15 w 6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1" y="0"/>
                      <a:pt x="6" y="6"/>
                      <a:pt x="6" y="6"/>
                    </a:cubicBezTo>
                  </a:path>
                </a:pathLst>
              </a:custGeom>
              <a:noFill/>
              <a:ln w="79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" name="Freeform 96">
                <a:extLst>
                  <a:ext uri="{FF2B5EF4-FFF2-40B4-BE49-F238E27FC236}">
                    <a16:creationId xmlns:a16="http://schemas.microsoft.com/office/drawing/2014/main" id="{B5F36A78-C98A-4469-BB23-E8CC5B90E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394"/>
                <a:ext cx="10" cy="8"/>
              </a:xfrm>
              <a:custGeom>
                <a:avLst/>
                <a:gdLst>
                  <a:gd name="T0" fmla="*/ 0 w 7"/>
                  <a:gd name="T1" fmla="*/ 15 h 6"/>
                  <a:gd name="T2" fmla="*/ 20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1" y="3"/>
                      <a:pt x="4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" name="Freeform 97">
                <a:extLst>
                  <a:ext uri="{FF2B5EF4-FFF2-40B4-BE49-F238E27FC236}">
                    <a16:creationId xmlns:a16="http://schemas.microsoft.com/office/drawing/2014/main" id="{89BC9BA9-6986-4224-94C2-73143AA6B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374"/>
                <a:ext cx="20" cy="14"/>
              </a:xfrm>
              <a:custGeom>
                <a:avLst/>
                <a:gdLst>
                  <a:gd name="T0" fmla="*/ 0 w 15"/>
                  <a:gd name="T1" fmla="*/ 23 h 11"/>
                  <a:gd name="T2" fmla="*/ 36 w 15"/>
                  <a:gd name="T3" fmla="*/ 13 h 11"/>
                  <a:gd name="T4" fmla="*/ 7 w 15"/>
                  <a:gd name="T5" fmla="*/ 1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0" y="11"/>
                    </a:moveTo>
                    <a:cubicBezTo>
                      <a:pt x="1" y="3"/>
                      <a:pt x="9" y="0"/>
                      <a:pt x="15" y="6"/>
                    </a:cubicBezTo>
                    <a:cubicBezTo>
                      <a:pt x="9" y="3"/>
                      <a:pt x="7" y="5"/>
                      <a:pt x="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" name="Freeform 98">
                <a:extLst>
                  <a:ext uri="{FF2B5EF4-FFF2-40B4-BE49-F238E27FC236}">
                    <a16:creationId xmlns:a16="http://schemas.microsoft.com/office/drawing/2014/main" id="{D4B02FF7-D4A7-4EA8-B9BF-168124DE2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394"/>
                <a:ext cx="22" cy="62"/>
              </a:xfrm>
              <a:custGeom>
                <a:avLst/>
                <a:gdLst>
                  <a:gd name="T0" fmla="*/ 0 w 16"/>
                  <a:gd name="T1" fmla="*/ 7 h 46"/>
                  <a:gd name="T2" fmla="*/ 40 w 16"/>
                  <a:gd name="T3" fmla="*/ 43 h 46"/>
                  <a:gd name="T4" fmla="*/ 34 w 16"/>
                  <a:gd name="T5" fmla="*/ 113 h 46"/>
                  <a:gd name="T6" fmla="*/ 0 w 16"/>
                  <a:gd name="T7" fmla="*/ 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6">
                    <a:moveTo>
                      <a:pt x="0" y="3"/>
                    </a:moveTo>
                    <a:cubicBezTo>
                      <a:pt x="8" y="0"/>
                      <a:pt x="13" y="7"/>
                      <a:pt x="15" y="18"/>
                    </a:cubicBezTo>
                    <a:cubicBezTo>
                      <a:pt x="16" y="30"/>
                      <a:pt x="12" y="39"/>
                      <a:pt x="13" y="46"/>
                    </a:cubicBezTo>
                    <a:cubicBezTo>
                      <a:pt x="13" y="28"/>
                      <a:pt x="1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" name="Freeform 99">
                <a:extLst>
                  <a:ext uri="{FF2B5EF4-FFF2-40B4-BE49-F238E27FC236}">
                    <a16:creationId xmlns:a16="http://schemas.microsoft.com/office/drawing/2014/main" id="{5CDE5673-7DC2-4CD0-AA2E-0BEC3D72B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329"/>
                <a:ext cx="75" cy="14"/>
              </a:xfrm>
              <a:custGeom>
                <a:avLst/>
                <a:gdLst>
                  <a:gd name="T0" fmla="*/ 0 w 56"/>
                  <a:gd name="T1" fmla="*/ 28 h 10"/>
                  <a:gd name="T2" fmla="*/ 58 w 56"/>
                  <a:gd name="T3" fmla="*/ 11 h 10"/>
                  <a:gd name="T4" fmla="*/ 134 w 56"/>
                  <a:gd name="T5" fmla="*/ 6 h 10"/>
                  <a:gd name="T6" fmla="*/ 84 w 56"/>
                  <a:gd name="T7" fmla="*/ 11 h 10"/>
                  <a:gd name="T8" fmla="*/ 59 w 56"/>
                  <a:gd name="T9" fmla="*/ 15 h 10"/>
                  <a:gd name="T10" fmla="*/ 38 w 56"/>
                  <a:gd name="T11" fmla="*/ 15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0">
                    <a:moveTo>
                      <a:pt x="0" y="10"/>
                    </a:moveTo>
                    <a:cubicBezTo>
                      <a:pt x="8" y="10"/>
                      <a:pt x="16" y="6"/>
                      <a:pt x="24" y="4"/>
                    </a:cubicBezTo>
                    <a:cubicBezTo>
                      <a:pt x="34" y="0"/>
                      <a:pt x="44" y="0"/>
                      <a:pt x="56" y="2"/>
                    </a:cubicBezTo>
                    <a:cubicBezTo>
                      <a:pt x="49" y="1"/>
                      <a:pt x="41" y="2"/>
                      <a:pt x="35" y="4"/>
                    </a:cubicBezTo>
                    <a:cubicBezTo>
                      <a:pt x="32" y="5"/>
                      <a:pt x="28" y="6"/>
                      <a:pt x="25" y="6"/>
                    </a:cubicBezTo>
                    <a:cubicBezTo>
                      <a:pt x="22" y="7"/>
                      <a:pt x="19" y="5"/>
                      <a:pt x="16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" name="Line 100">
                <a:extLst>
                  <a:ext uri="{FF2B5EF4-FFF2-40B4-BE49-F238E27FC236}">
                    <a16:creationId xmlns:a16="http://schemas.microsoft.com/office/drawing/2014/main" id="{A2FE01D6-7885-45F9-95C0-56D98475D0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279" y="2199"/>
                <a:ext cx="116" cy="113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" name="Line 101">
                <a:extLst>
                  <a:ext uri="{FF2B5EF4-FFF2-40B4-BE49-F238E27FC236}">
                    <a16:creationId xmlns:a16="http://schemas.microsoft.com/office/drawing/2014/main" id="{1A12C332-BD25-4E90-9376-630DD9E247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278" y="2207"/>
                <a:ext cx="122" cy="12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" name="Line 102">
                <a:extLst>
                  <a:ext uri="{FF2B5EF4-FFF2-40B4-BE49-F238E27FC236}">
                    <a16:creationId xmlns:a16="http://schemas.microsoft.com/office/drawing/2014/main" id="{5694C2C7-1B75-4F13-811C-F7971003B8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280" y="2215"/>
                <a:ext cx="128" cy="127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" name="Line 103">
                <a:extLst>
                  <a:ext uri="{FF2B5EF4-FFF2-40B4-BE49-F238E27FC236}">
                    <a16:creationId xmlns:a16="http://schemas.microsoft.com/office/drawing/2014/main" id="{E6A6248B-FF27-4376-B2DA-2F78B946BE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84" y="2295"/>
                <a:ext cx="1" cy="262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" name="Line 104">
                <a:extLst>
                  <a:ext uri="{FF2B5EF4-FFF2-40B4-BE49-F238E27FC236}">
                    <a16:creationId xmlns:a16="http://schemas.microsoft.com/office/drawing/2014/main" id="{D51B862B-8DF6-4F5B-BA5A-24C7D0A5BC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4" y="2284"/>
                <a:ext cx="1" cy="262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" name="Freeform 105">
                <a:extLst>
                  <a:ext uri="{FF2B5EF4-FFF2-40B4-BE49-F238E27FC236}">
                    <a16:creationId xmlns:a16="http://schemas.microsoft.com/office/drawing/2014/main" id="{93211654-88B8-4585-BA98-2E1EE0BF4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292"/>
                <a:ext cx="29" cy="59"/>
              </a:xfrm>
              <a:custGeom>
                <a:avLst/>
                <a:gdLst>
                  <a:gd name="T0" fmla="*/ 42 w 22"/>
                  <a:gd name="T1" fmla="*/ 0 h 44"/>
                  <a:gd name="T2" fmla="*/ 44 w 22"/>
                  <a:gd name="T3" fmla="*/ 63 h 44"/>
                  <a:gd name="T4" fmla="*/ 20 w 22"/>
                  <a:gd name="T5" fmla="*/ 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4">
                    <a:moveTo>
                      <a:pt x="18" y="0"/>
                    </a:moveTo>
                    <a:cubicBezTo>
                      <a:pt x="20" y="8"/>
                      <a:pt x="22" y="18"/>
                      <a:pt x="19" y="26"/>
                    </a:cubicBezTo>
                    <a:cubicBezTo>
                      <a:pt x="13" y="44"/>
                      <a:pt x="0" y="13"/>
                      <a:pt x="8" y="1"/>
                    </a:cubicBezTo>
                  </a:path>
                </a:pathLst>
              </a:custGeom>
              <a:solidFill>
                <a:srgbClr val="FEF6F2"/>
              </a:solidFill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" name="Freeform 106">
                <a:extLst>
                  <a:ext uri="{FF2B5EF4-FFF2-40B4-BE49-F238E27FC236}">
                    <a16:creationId xmlns:a16="http://schemas.microsoft.com/office/drawing/2014/main" id="{192ADE81-366F-4948-9FE0-89B68158D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292"/>
                <a:ext cx="29" cy="59"/>
              </a:xfrm>
              <a:custGeom>
                <a:avLst/>
                <a:gdLst>
                  <a:gd name="T0" fmla="*/ 42 w 22"/>
                  <a:gd name="T1" fmla="*/ 0 h 44"/>
                  <a:gd name="T2" fmla="*/ 44 w 22"/>
                  <a:gd name="T3" fmla="*/ 63 h 44"/>
                  <a:gd name="T4" fmla="*/ 20 w 22"/>
                  <a:gd name="T5" fmla="*/ 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4">
                    <a:moveTo>
                      <a:pt x="18" y="0"/>
                    </a:moveTo>
                    <a:cubicBezTo>
                      <a:pt x="20" y="8"/>
                      <a:pt x="22" y="18"/>
                      <a:pt x="19" y="26"/>
                    </a:cubicBezTo>
                    <a:cubicBezTo>
                      <a:pt x="13" y="44"/>
                      <a:pt x="0" y="13"/>
                      <a:pt x="8" y="1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" name="Freeform 107">
                <a:extLst>
                  <a:ext uri="{FF2B5EF4-FFF2-40B4-BE49-F238E27FC236}">
                    <a16:creationId xmlns:a16="http://schemas.microsoft.com/office/drawing/2014/main" id="{6E2C7EE5-665D-4654-A591-DCE69D892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654"/>
                <a:ext cx="66" cy="1"/>
              </a:xfrm>
              <a:custGeom>
                <a:avLst/>
                <a:gdLst>
                  <a:gd name="T0" fmla="*/ 66 w 66"/>
                  <a:gd name="T1" fmla="*/ 0 h 1"/>
                  <a:gd name="T2" fmla="*/ 0 w 66"/>
                  <a:gd name="T3" fmla="*/ 0 h 1"/>
                  <a:gd name="T4" fmla="*/ 66 w 6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">
                    <a:moveTo>
                      <a:pt x="66" y="0"/>
                    </a:moveTo>
                    <a:lnTo>
                      <a:pt x="0" y="0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" name="Line 108">
                <a:extLst>
                  <a:ext uri="{FF2B5EF4-FFF2-40B4-BE49-F238E27FC236}">
                    <a16:creationId xmlns:a16="http://schemas.microsoft.com/office/drawing/2014/main" id="{A629F74E-712C-4196-B254-90188A8673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58" y="2654"/>
                <a:ext cx="66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" name="Freeform 109">
                <a:extLst>
                  <a:ext uri="{FF2B5EF4-FFF2-40B4-BE49-F238E27FC236}">
                    <a16:creationId xmlns:a16="http://schemas.microsoft.com/office/drawing/2014/main" id="{3046E880-EA99-431F-9C62-71B464D09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641"/>
                <a:ext cx="66" cy="1"/>
              </a:xfrm>
              <a:custGeom>
                <a:avLst/>
                <a:gdLst>
                  <a:gd name="T0" fmla="*/ 66 w 66"/>
                  <a:gd name="T1" fmla="*/ 0 h 1"/>
                  <a:gd name="T2" fmla="*/ 0 w 66"/>
                  <a:gd name="T3" fmla="*/ 0 h 1"/>
                  <a:gd name="T4" fmla="*/ 66 w 6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">
                    <a:moveTo>
                      <a:pt x="66" y="0"/>
                    </a:moveTo>
                    <a:lnTo>
                      <a:pt x="0" y="0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" name="Line 110">
                <a:extLst>
                  <a:ext uri="{FF2B5EF4-FFF2-40B4-BE49-F238E27FC236}">
                    <a16:creationId xmlns:a16="http://schemas.microsoft.com/office/drawing/2014/main" id="{FF8E6788-B8A6-47A7-A1FD-BADBFE3B0D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58" y="2641"/>
                <a:ext cx="66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" name="Freeform 111">
                <a:extLst>
                  <a:ext uri="{FF2B5EF4-FFF2-40B4-BE49-F238E27FC236}">
                    <a16:creationId xmlns:a16="http://schemas.microsoft.com/office/drawing/2014/main" id="{45E65F01-417E-48D3-BFA4-EB81C58B6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625"/>
                <a:ext cx="66" cy="1"/>
              </a:xfrm>
              <a:custGeom>
                <a:avLst/>
                <a:gdLst>
                  <a:gd name="T0" fmla="*/ 66 w 66"/>
                  <a:gd name="T1" fmla="*/ 0 h 1"/>
                  <a:gd name="T2" fmla="*/ 0 w 66"/>
                  <a:gd name="T3" fmla="*/ 0 h 1"/>
                  <a:gd name="T4" fmla="*/ 66 w 6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">
                    <a:moveTo>
                      <a:pt x="66" y="0"/>
                    </a:moveTo>
                    <a:lnTo>
                      <a:pt x="0" y="0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" name="Line 112">
                <a:extLst>
                  <a:ext uri="{FF2B5EF4-FFF2-40B4-BE49-F238E27FC236}">
                    <a16:creationId xmlns:a16="http://schemas.microsoft.com/office/drawing/2014/main" id="{92B0C3D9-98C2-4CE8-B45A-3EB3E5FFEF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65" y="2625"/>
                <a:ext cx="66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4" name="Freeform 113">
                <a:extLst>
                  <a:ext uri="{FF2B5EF4-FFF2-40B4-BE49-F238E27FC236}">
                    <a16:creationId xmlns:a16="http://schemas.microsoft.com/office/drawing/2014/main" id="{04519BCB-516F-4DB7-83BE-C76969EF7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384"/>
                <a:ext cx="58" cy="133"/>
              </a:xfrm>
              <a:custGeom>
                <a:avLst/>
                <a:gdLst>
                  <a:gd name="T0" fmla="*/ 0 w 58"/>
                  <a:gd name="T1" fmla="*/ 0 h 133"/>
                  <a:gd name="T2" fmla="*/ 58 w 58"/>
                  <a:gd name="T3" fmla="*/ 133 h 133"/>
                  <a:gd name="T4" fmla="*/ 0 w 58"/>
                  <a:gd name="T5" fmla="*/ 0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33">
                    <a:moveTo>
                      <a:pt x="0" y="0"/>
                    </a:moveTo>
                    <a:lnTo>
                      <a:pt x="58" y="1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5" name="Line 114">
                <a:extLst>
                  <a:ext uri="{FF2B5EF4-FFF2-40B4-BE49-F238E27FC236}">
                    <a16:creationId xmlns:a16="http://schemas.microsoft.com/office/drawing/2014/main" id="{0F01CACA-C71C-4CBE-9B2A-23E1BE2C00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81" y="1384"/>
                <a:ext cx="58" cy="133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6" name="Freeform 115">
                <a:extLst>
                  <a:ext uri="{FF2B5EF4-FFF2-40B4-BE49-F238E27FC236}">
                    <a16:creationId xmlns:a16="http://schemas.microsoft.com/office/drawing/2014/main" id="{AAA7B62D-4B7F-4B21-BA16-8D93962B0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380"/>
                <a:ext cx="58" cy="133"/>
              </a:xfrm>
              <a:custGeom>
                <a:avLst/>
                <a:gdLst>
                  <a:gd name="T0" fmla="*/ 0 w 58"/>
                  <a:gd name="T1" fmla="*/ 0 h 133"/>
                  <a:gd name="T2" fmla="*/ 58 w 58"/>
                  <a:gd name="T3" fmla="*/ 133 h 133"/>
                  <a:gd name="T4" fmla="*/ 0 w 58"/>
                  <a:gd name="T5" fmla="*/ 0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33">
                    <a:moveTo>
                      <a:pt x="0" y="0"/>
                    </a:moveTo>
                    <a:lnTo>
                      <a:pt x="58" y="1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7" name="Line 116">
                <a:extLst>
                  <a:ext uri="{FF2B5EF4-FFF2-40B4-BE49-F238E27FC236}">
                    <a16:creationId xmlns:a16="http://schemas.microsoft.com/office/drawing/2014/main" id="{493E6072-2429-4759-8B4A-BD8418B78B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91" y="1380"/>
                <a:ext cx="58" cy="133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8" name="Freeform 117">
                <a:extLst>
                  <a:ext uri="{FF2B5EF4-FFF2-40B4-BE49-F238E27FC236}">
                    <a16:creationId xmlns:a16="http://schemas.microsoft.com/office/drawing/2014/main" id="{71AA241C-DDE8-45BC-9F60-AE5EFB158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562"/>
                <a:ext cx="55" cy="1"/>
              </a:xfrm>
              <a:custGeom>
                <a:avLst/>
                <a:gdLst>
                  <a:gd name="T0" fmla="*/ 55 w 55"/>
                  <a:gd name="T1" fmla="*/ 0 h 1"/>
                  <a:gd name="T2" fmla="*/ 0 w 55"/>
                  <a:gd name="T3" fmla="*/ 0 h 1"/>
                  <a:gd name="T4" fmla="*/ 55 w 5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">
                    <a:moveTo>
                      <a:pt x="55" y="0"/>
                    </a:moveTo>
                    <a:lnTo>
                      <a:pt x="0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9" name="Line 118">
                <a:extLst>
                  <a:ext uri="{FF2B5EF4-FFF2-40B4-BE49-F238E27FC236}">
                    <a16:creationId xmlns:a16="http://schemas.microsoft.com/office/drawing/2014/main" id="{4566932D-D162-419A-982C-A67A31A8D0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09" y="1562"/>
                <a:ext cx="55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0" name="Freeform 119">
                <a:extLst>
                  <a:ext uri="{FF2B5EF4-FFF2-40B4-BE49-F238E27FC236}">
                    <a16:creationId xmlns:a16="http://schemas.microsoft.com/office/drawing/2014/main" id="{5E2D7335-5D7A-4864-A0F9-E379A7E55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550"/>
                <a:ext cx="55" cy="1"/>
              </a:xfrm>
              <a:custGeom>
                <a:avLst/>
                <a:gdLst>
                  <a:gd name="T0" fmla="*/ 55 w 55"/>
                  <a:gd name="T1" fmla="*/ 0 h 1"/>
                  <a:gd name="T2" fmla="*/ 0 w 55"/>
                  <a:gd name="T3" fmla="*/ 0 h 1"/>
                  <a:gd name="T4" fmla="*/ 55 w 5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">
                    <a:moveTo>
                      <a:pt x="55" y="0"/>
                    </a:moveTo>
                    <a:lnTo>
                      <a:pt x="0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1" name="Line 120">
                <a:extLst>
                  <a:ext uri="{FF2B5EF4-FFF2-40B4-BE49-F238E27FC236}">
                    <a16:creationId xmlns:a16="http://schemas.microsoft.com/office/drawing/2014/main" id="{69F7B906-1E6B-401D-BE09-9B2886B511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09" y="1550"/>
                <a:ext cx="55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2" name="Freeform 121">
                <a:extLst>
                  <a:ext uri="{FF2B5EF4-FFF2-40B4-BE49-F238E27FC236}">
                    <a16:creationId xmlns:a16="http://schemas.microsoft.com/office/drawing/2014/main" id="{9AB84EE9-5A71-4220-BF16-53F0A82A0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540"/>
                <a:ext cx="55" cy="1"/>
              </a:xfrm>
              <a:custGeom>
                <a:avLst/>
                <a:gdLst>
                  <a:gd name="T0" fmla="*/ 55 w 55"/>
                  <a:gd name="T1" fmla="*/ 0 h 1"/>
                  <a:gd name="T2" fmla="*/ 0 w 55"/>
                  <a:gd name="T3" fmla="*/ 0 h 1"/>
                  <a:gd name="T4" fmla="*/ 55 w 5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">
                    <a:moveTo>
                      <a:pt x="55" y="0"/>
                    </a:moveTo>
                    <a:lnTo>
                      <a:pt x="0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3" name="Line 122">
                <a:extLst>
                  <a:ext uri="{FF2B5EF4-FFF2-40B4-BE49-F238E27FC236}">
                    <a16:creationId xmlns:a16="http://schemas.microsoft.com/office/drawing/2014/main" id="{8C473029-132D-450B-B574-BF30D7F11C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09" y="1540"/>
                <a:ext cx="55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4" name="Freeform 123">
                <a:extLst>
                  <a:ext uri="{FF2B5EF4-FFF2-40B4-BE49-F238E27FC236}">
                    <a16:creationId xmlns:a16="http://schemas.microsoft.com/office/drawing/2014/main" id="{EC9B03D7-ED88-43AB-9311-171975F29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867"/>
                <a:ext cx="87" cy="43"/>
              </a:xfrm>
              <a:custGeom>
                <a:avLst/>
                <a:gdLst>
                  <a:gd name="T0" fmla="*/ 7 w 64"/>
                  <a:gd name="T1" fmla="*/ 65 h 32"/>
                  <a:gd name="T2" fmla="*/ 37 w 64"/>
                  <a:gd name="T3" fmla="*/ 62 h 32"/>
                  <a:gd name="T4" fmla="*/ 83 w 64"/>
                  <a:gd name="T5" fmla="*/ 48 h 32"/>
                  <a:gd name="T6" fmla="*/ 128 w 64"/>
                  <a:gd name="T7" fmla="*/ 58 h 32"/>
                  <a:gd name="T8" fmla="*/ 159 w 64"/>
                  <a:gd name="T9" fmla="*/ 63 h 32"/>
                  <a:gd name="T10" fmla="*/ 92 w 64"/>
                  <a:gd name="T11" fmla="*/ 1 h 32"/>
                  <a:gd name="T12" fmla="*/ 41 w 64"/>
                  <a:gd name="T13" fmla="*/ 7 h 32"/>
                  <a:gd name="T14" fmla="*/ 7 w 64"/>
                  <a:gd name="T15" fmla="*/ 65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32">
                    <a:moveTo>
                      <a:pt x="3" y="27"/>
                    </a:moveTo>
                    <a:cubicBezTo>
                      <a:pt x="7" y="27"/>
                      <a:pt x="12" y="32"/>
                      <a:pt x="15" y="25"/>
                    </a:cubicBezTo>
                    <a:cubicBezTo>
                      <a:pt x="19" y="18"/>
                      <a:pt x="28" y="20"/>
                      <a:pt x="33" y="20"/>
                    </a:cubicBezTo>
                    <a:cubicBezTo>
                      <a:pt x="42" y="23"/>
                      <a:pt x="46" y="26"/>
                      <a:pt x="51" y="24"/>
                    </a:cubicBezTo>
                    <a:cubicBezTo>
                      <a:pt x="60" y="26"/>
                      <a:pt x="62" y="29"/>
                      <a:pt x="63" y="26"/>
                    </a:cubicBezTo>
                    <a:cubicBezTo>
                      <a:pt x="64" y="23"/>
                      <a:pt x="52" y="1"/>
                      <a:pt x="37" y="1"/>
                    </a:cubicBezTo>
                    <a:cubicBezTo>
                      <a:pt x="24" y="0"/>
                      <a:pt x="25" y="0"/>
                      <a:pt x="16" y="3"/>
                    </a:cubicBezTo>
                    <a:cubicBezTo>
                      <a:pt x="8" y="7"/>
                      <a:pt x="0" y="19"/>
                      <a:pt x="3" y="27"/>
                    </a:cubicBezTo>
                    <a:close/>
                  </a:path>
                </a:pathLst>
              </a:custGeom>
              <a:solidFill>
                <a:srgbClr val="F7C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5" name="Freeform 124">
                <a:extLst>
                  <a:ext uri="{FF2B5EF4-FFF2-40B4-BE49-F238E27FC236}">
                    <a16:creationId xmlns:a16="http://schemas.microsoft.com/office/drawing/2014/main" id="{A5857C95-2AC9-4861-AF31-D8EBAD0C4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891"/>
                <a:ext cx="111" cy="164"/>
              </a:xfrm>
              <a:custGeom>
                <a:avLst/>
                <a:gdLst>
                  <a:gd name="T0" fmla="*/ 162 w 82"/>
                  <a:gd name="T1" fmla="*/ 15 h 122"/>
                  <a:gd name="T2" fmla="*/ 162 w 82"/>
                  <a:gd name="T3" fmla="*/ 20 h 122"/>
                  <a:gd name="T4" fmla="*/ 134 w 82"/>
                  <a:gd name="T5" fmla="*/ 15 h 122"/>
                  <a:gd name="T6" fmla="*/ 89 w 82"/>
                  <a:gd name="T7" fmla="*/ 5 h 122"/>
                  <a:gd name="T8" fmla="*/ 43 w 82"/>
                  <a:gd name="T9" fmla="*/ 16 h 122"/>
                  <a:gd name="T10" fmla="*/ 15 w 82"/>
                  <a:gd name="T11" fmla="*/ 22 h 122"/>
                  <a:gd name="T12" fmla="*/ 37 w 82"/>
                  <a:gd name="T13" fmla="*/ 109 h 122"/>
                  <a:gd name="T14" fmla="*/ 42 w 82"/>
                  <a:gd name="T15" fmla="*/ 191 h 122"/>
                  <a:gd name="T16" fmla="*/ 97 w 82"/>
                  <a:gd name="T17" fmla="*/ 294 h 122"/>
                  <a:gd name="T18" fmla="*/ 203 w 82"/>
                  <a:gd name="T19" fmla="*/ 147 h 122"/>
                  <a:gd name="T20" fmla="*/ 162 w 82"/>
                  <a:gd name="T21" fmla="*/ 15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122">
                    <a:moveTo>
                      <a:pt x="66" y="6"/>
                    </a:moveTo>
                    <a:cubicBezTo>
                      <a:pt x="66" y="7"/>
                      <a:pt x="66" y="8"/>
                      <a:pt x="66" y="8"/>
                    </a:cubicBezTo>
                    <a:cubicBezTo>
                      <a:pt x="65" y="11"/>
                      <a:pt x="63" y="8"/>
                      <a:pt x="54" y="6"/>
                    </a:cubicBezTo>
                    <a:cubicBezTo>
                      <a:pt x="49" y="8"/>
                      <a:pt x="45" y="5"/>
                      <a:pt x="36" y="2"/>
                    </a:cubicBezTo>
                    <a:cubicBezTo>
                      <a:pt x="31" y="2"/>
                      <a:pt x="22" y="0"/>
                      <a:pt x="18" y="7"/>
                    </a:cubicBezTo>
                    <a:cubicBezTo>
                      <a:pt x="15" y="14"/>
                      <a:pt x="10" y="9"/>
                      <a:pt x="6" y="9"/>
                    </a:cubicBezTo>
                    <a:cubicBezTo>
                      <a:pt x="0" y="21"/>
                      <a:pt x="2" y="36"/>
                      <a:pt x="15" y="45"/>
                    </a:cubicBezTo>
                    <a:cubicBezTo>
                      <a:pt x="6" y="64"/>
                      <a:pt x="13" y="72"/>
                      <a:pt x="17" y="79"/>
                    </a:cubicBezTo>
                    <a:cubicBezTo>
                      <a:pt x="0" y="102"/>
                      <a:pt x="24" y="122"/>
                      <a:pt x="39" y="121"/>
                    </a:cubicBezTo>
                    <a:cubicBezTo>
                      <a:pt x="62" y="119"/>
                      <a:pt x="81" y="104"/>
                      <a:pt x="82" y="60"/>
                    </a:cubicBezTo>
                    <a:cubicBezTo>
                      <a:pt x="82" y="32"/>
                      <a:pt x="75" y="16"/>
                      <a:pt x="66" y="6"/>
                    </a:cubicBezTo>
                    <a:close/>
                  </a:path>
                </a:pathLst>
              </a:custGeom>
              <a:solidFill>
                <a:srgbClr val="BF89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6" name="Freeform 125">
                <a:extLst>
                  <a:ext uri="{FF2B5EF4-FFF2-40B4-BE49-F238E27FC236}">
                    <a16:creationId xmlns:a16="http://schemas.microsoft.com/office/drawing/2014/main" id="{711B93EF-8C8C-4DB8-A863-48628E1F5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891"/>
                <a:ext cx="111" cy="164"/>
              </a:xfrm>
              <a:custGeom>
                <a:avLst/>
                <a:gdLst>
                  <a:gd name="T0" fmla="*/ 162 w 82"/>
                  <a:gd name="T1" fmla="*/ 15 h 122"/>
                  <a:gd name="T2" fmla="*/ 162 w 82"/>
                  <a:gd name="T3" fmla="*/ 20 h 122"/>
                  <a:gd name="T4" fmla="*/ 134 w 82"/>
                  <a:gd name="T5" fmla="*/ 15 h 122"/>
                  <a:gd name="T6" fmla="*/ 89 w 82"/>
                  <a:gd name="T7" fmla="*/ 5 h 122"/>
                  <a:gd name="T8" fmla="*/ 43 w 82"/>
                  <a:gd name="T9" fmla="*/ 16 h 122"/>
                  <a:gd name="T10" fmla="*/ 15 w 82"/>
                  <a:gd name="T11" fmla="*/ 22 h 122"/>
                  <a:gd name="T12" fmla="*/ 37 w 82"/>
                  <a:gd name="T13" fmla="*/ 109 h 122"/>
                  <a:gd name="T14" fmla="*/ 42 w 82"/>
                  <a:gd name="T15" fmla="*/ 191 h 122"/>
                  <a:gd name="T16" fmla="*/ 97 w 82"/>
                  <a:gd name="T17" fmla="*/ 294 h 122"/>
                  <a:gd name="T18" fmla="*/ 203 w 82"/>
                  <a:gd name="T19" fmla="*/ 147 h 122"/>
                  <a:gd name="T20" fmla="*/ 162 w 82"/>
                  <a:gd name="T21" fmla="*/ 15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122">
                    <a:moveTo>
                      <a:pt x="66" y="6"/>
                    </a:moveTo>
                    <a:cubicBezTo>
                      <a:pt x="66" y="7"/>
                      <a:pt x="66" y="8"/>
                      <a:pt x="66" y="8"/>
                    </a:cubicBezTo>
                    <a:cubicBezTo>
                      <a:pt x="65" y="11"/>
                      <a:pt x="63" y="8"/>
                      <a:pt x="54" y="6"/>
                    </a:cubicBezTo>
                    <a:cubicBezTo>
                      <a:pt x="49" y="8"/>
                      <a:pt x="45" y="5"/>
                      <a:pt x="36" y="2"/>
                    </a:cubicBezTo>
                    <a:cubicBezTo>
                      <a:pt x="31" y="2"/>
                      <a:pt x="22" y="0"/>
                      <a:pt x="18" y="7"/>
                    </a:cubicBezTo>
                    <a:cubicBezTo>
                      <a:pt x="15" y="14"/>
                      <a:pt x="10" y="9"/>
                      <a:pt x="6" y="9"/>
                    </a:cubicBezTo>
                    <a:cubicBezTo>
                      <a:pt x="0" y="21"/>
                      <a:pt x="2" y="36"/>
                      <a:pt x="15" y="45"/>
                    </a:cubicBezTo>
                    <a:cubicBezTo>
                      <a:pt x="6" y="64"/>
                      <a:pt x="13" y="72"/>
                      <a:pt x="17" y="79"/>
                    </a:cubicBezTo>
                    <a:cubicBezTo>
                      <a:pt x="0" y="102"/>
                      <a:pt x="24" y="122"/>
                      <a:pt x="39" y="121"/>
                    </a:cubicBezTo>
                    <a:cubicBezTo>
                      <a:pt x="62" y="119"/>
                      <a:pt x="81" y="104"/>
                      <a:pt x="82" y="60"/>
                    </a:cubicBezTo>
                    <a:cubicBezTo>
                      <a:pt x="82" y="32"/>
                      <a:pt x="75" y="16"/>
                      <a:pt x="66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7" name="Freeform 126">
                <a:extLst>
                  <a:ext uri="{FF2B5EF4-FFF2-40B4-BE49-F238E27FC236}">
                    <a16:creationId xmlns:a16="http://schemas.microsoft.com/office/drawing/2014/main" id="{862FB3B8-4FCB-4C09-9603-6D0CBF7D7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952"/>
                <a:ext cx="13" cy="6"/>
              </a:xfrm>
              <a:custGeom>
                <a:avLst/>
                <a:gdLst>
                  <a:gd name="T0" fmla="*/ 0 w 10"/>
                  <a:gd name="T1" fmla="*/ 0 h 5"/>
                  <a:gd name="T2" fmla="*/ 22 w 10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0" y="0"/>
                      <a:pt x="5" y="4"/>
                      <a:pt x="10" y="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" name="Freeform 127">
                <a:extLst>
                  <a:ext uri="{FF2B5EF4-FFF2-40B4-BE49-F238E27FC236}">
                    <a16:creationId xmlns:a16="http://schemas.microsoft.com/office/drawing/2014/main" id="{92F52DA4-7161-44F8-80EA-0383C8AD0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989"/>
                <a:ext cx="7" cy="8"/>
              </a:xfrm>
              <a:custGeom>
                <a:avLst/>
                <a:gdLst>
                  <a:gd name="T0" fmla="*/ 0 w 5"/>
                  <a:gd name="T1" fmla="*/ 15 h 6"/>
                  <a:gd name="T2" fmla="*/ 11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" name="Freeform 128">
                <a:extLst>
                  <a:ext uri="{FF2B5EF4-FFF2-40B4-BE49-F238E27FC236}">
                    <a16:creationId xmlns:a16="http://schemas.microsoft.com/office/drawing/2014/main" id="{5EDC3A51-A703-450F-B04E-C4ED738F4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1914"/>
                <a:ext cx="20" cy="32"/>
              </a:xfrm>
              <a:custGeom>
                <a:avLst/>
                <a:gdLst>
                  <a:gd name="T0" fmla="*/ 5 w 15"/>
                  <a:gd name="T1" fmla="*/ 0 h 24"/>
                  <a:gd name="T2" fmla="*/ 36 w 15"/>
                  <a:gd name="T3" fmla="*/ 57 h 24"/>
                  <a:gd name="T4" fmla="*/ 5 w 15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4">
                    <a:moveTo>
                      <a:pt x="2" y="0"/>
                    </a:moveTo>
                    <a:cubicBezTo>
                      <a:pt x="0" y="10"/>
                      <a:pt x="5" y="20"/>
                      <a:pt x="15" y="24"/>
                    </a:cubicBezTo>
                    <a:cubicBezTo>
                      <a:pt x="12" y="22"/>
                      <a:pt x="1" y="7"/>
                      <a:pt x="2" y="0"/>
                    </a:cubicBezTo>
                    <a:close/>
                  </a:path>
                </a:pathLst>
              </a:custGeom>
              <a:solidFill>
                <a:srgbClr val="E7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" name="Freeform 129">
                <a:extLst>
                  <a:ext uri="{FF2B5EF4-FFF2-40B4-BE49-F238E27FC236}">
                    <a16:creationId xmlns:a16="http://schemas.microsoft.com/office/drawing/2014/main" id="{8622A527-BD42-47AF-9811-B627E2C21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995"/>
                <a:ext cx="17" cy="41"/>
              </a:xfrm>
              <a:custGeom>
                <a:avLst/>
                <a:gdLst>
                  <a:gd name="T0" fmla="*/ 29 w 13"/>
                  <a:gd name="T1" fmla="*/ 0 h 31"/>
                  <a:gd name="T2" fmla="*/ 22 w 13"/>
                  <a:gd name="T3" fmla="*/ 71 h 31"/>
                  <a:gd name="T4" fmla="*/ 29 w 13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1">
                    <a:moveTo>
                      <a:pt x="13" y="0"/>
                    </a:moveTo>
                    <a:cubicBezTo>
                      <a:pt x="8" y="9"/>
                      <a:pt x="0" y="20"/>
                      <a:pt x="10" y="31"/>
                    </a:cubicBezTo>
                    <a:cubicBezTo>
                      <a:pt x="9" y="26"/>
                      <a:pt x="9" y="8"/>
                      <a:pt x="13" y="0"/>
                    </a:cubicBezTo>
                    <a:close/>
                  </a:path>
                </a:pathLst>
              </a:custGeom>
              <a:solidFill>
                <a:srgbClr val="E7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" name="Freeform 130">
                <a:extLst>
                  <a:ext uri="{FF2B5EF4-FFF2-40B4-BE49-F238E27FC236}">
                    <a16:creationId xmlns:a16="http://schemas.microsoft.com/office/drawing/2014/main" id="{685D50E9-786C-46DE-A084-C55C01722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962"/>
                <a:ext cx="6" cy="19"/>
              </a:xfrm>
              <a:custGeom>
                <a:avLst/>
                <a:gdLst>
                  <a:gd name="T0" fmla="*/ 8 w 5"/>
                  <a:gd name="T1" fmla="*/ 0 h 14"/>
                  <a:gd name="T2" fmla="*/ 6 w 5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0"/>
                    </a:moveTo>
                    <a:cubicBezTo>
                      <a:pt x="1" y="7"/>
                      <a:pt x="0" y="9"/>
                      <a:pt x="3" y="14"/>
                    </a:cubicBezTo>
                  </a:path>
                </a:pathLst>
              </a:custGeom>
              <a:solidFill>
                <a:srgbClr val="E7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" name="Freeform 131">
                <a:extLst>
                  <a:ext uri="{FF2B5EF4-FFF2-40B4-BE49-F238E27FC236}">
                    <a16:creationId xmlns:a16="http://schemas.microsoft.com/office/drawing/2014/main" id="{0193A3FA-1DD6-4AB5-B443-E65C937B1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923"/>
                <a:ext cx="59" cy="127"/>
              </a:xfrm>
              <a:custGeom>
                <a:avLst/>
                <a:gdLst>
                  <a:gd name="T0" fmla="*/ 79 w 44"/>
                  <a:gd name="T1" fmla="*/ 0 h 94"/>
                  <a:gd name="T2" fmla="*/ 0 w 44"/>
                  <a:gd name="T3" fmla="*/ 223 h 94"/>
                  <a:gd name="T4" fmla="*/ 79 w 44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94">
                    <a:moveTo>
                      <a:pt x="33" y="0"/>
                    </a:moveTo>
                    <a:cubicBezTo>
                      <a:pt x="42" y="14"/>
                      <a:pt x="44" y="94"/>
                      <a:pt x="0" y="90"/>
                    </a:cubicBezTo>
                    <a:cubicBezTo>
                      <a:pt x="11" y="88"/>
                      <a:pt x="39" y="61"/>
                      <a:pt x="33" y="0"/>
                    </a:cubicBezTo>
                    <a:close/>
                  </a:path>
                </a:pathLst>
              </a:custGeom>
              <a:solidFill>
                <a:srgbClr val="AC6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" name="Freeform 132">
                <a:extLst>
                  <a:ext uri="{FF2B5EF4-FFF2-40B4-BE49-F238E27FC236}">
                    <a16:creationId xmlns:a16="http://schemas.microsoft.com/office/drawing/2014/main" id="{D25D6B22-14EC-47FF-9C5D-BC4DB975F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868"/>
                <a:ext cx="37" cy="22"/>
              </a:xfrm>
              <a:custGeom>
                <a:avLst/>
                <a:gdLst>
                  <a:gd name="T0" fmla="*/ 0 w 28"/>
                  <a:gd name="T1" fmla="*/ 41 h 16"/>
                  <a:gd name="T2" fmla="*/ 65 w 28"/>
                  <a:gd name="T3" fmla="*/ 21 h 16"/>
                  <a:gd name="T4" fmla="*/ 45 w 28"/>
                  <a:gd name="T5" fmla="*/ 32 h 16"/>
                  <a:gd name="T6" fmla="*/ 29 w 28"/>
                  <a:gd name="T7" fmla="*/ 34 h 16"/>
                  <a:gd name="T8" fmla="*/ 12 w 28"/>
                  <a:gd name="T9" fmla="*/ 4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6">
                    <a:moveTo>
                      <a:pt x="0" y="16"/>
                    </a:moveTo>
                    <a:cubicBezTo>
                      <a:pt x="4" y="9"/>
                      <a:pt x="21" y="0"/>
                      <a:pt x="28" y="8"/>
                    </a:cubicBezTo>
                    <a:cubicBezTo>
                      <a:pt x="24" y="5"/>
                      <a:pt x="17" y="8"/>
                      <a:pt x="20" y="12"/>
                    </a:cubicBezTo>
                    <a:cubicBezTo>
                      <a:pt x="18" y="9"/>
                      <a:pt x="13" y="8"/>
                      <a:pt x="13" y="13"/>
                    </a:cubicBezTo>
                    <a:cubicBezTo>
                      <a:pt x="10" y="11"/>
                      <a:pt x="6" y="11"/>
                      <a:pt x="5" y="15"/>
                    </a:cubicBezTo>
                  </a:path>
                </a:pathLst>
              </a:custGeom>
              <a:solidFill>
                <a:srgbClr val="FDEF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" name="Freeform 133">
                <a:extLst>
                  <a:ext uri="{FF2B5EF4-FFF2-40B4-BE49-F238E27FC236}">
                    <a16:creationId xmlns:a16="http://schemas.microsoft.com/office/drawing/2014/main" id="{92A8942D-6FEB-4CD2-A49E-BBBD1FE53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867"/>
                <a:ext cx="87" cy="43"/>
              </a:xfrm>
              <a:custGeom>
                <a:avLst/>
                <a:gdLst>
                  <a:gd name="T0" fmla="*/ 7 w 64"/>
                  <a:gd name="T1" fmla="*/ 65 h 32"/>
                  <a:gd name="T2" fmla="*/ 37 w 64"/>
                  <a:gd name="T3" fmla="*/ 62 h 32"/>
                  <a:gd name="T4" fmla="*/ 83 w 64"/>
                  <a:gd name="T5" fmla="*/ 48 h 32"/>
                  <a:gd name="T6" fmla="*/ 128 w 64"/>
                  <a:gd name="T7" fmla="*/ 58 h 32"/>
                  <a:gd name="T8" fmla="*/ 159 w 64"/>
                  <a:gd name="T9" fmla="*/ 63 h 32"/>
                  <a:gd name="T10" fmla="*/ 92 w 64"/>
                  <a:gd name="T11" fmla="*/ 1 h 32"/>
                  <a:gd name="T12" fmla="*/ 41 w 64"/>
                  <a:gd name="T13" fmla="*/ 7 h 32"/>
                  <a:gd name="T14" fmla="*/ 7 w 64"/>
                  <a:gd name="T15" fmla="*/ 65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32">
                    <a:moveTo>
                      <a:pt x="3" y="27"/>
                    </a:moveTo>
                    <a:cubicBezTo>
                      <a:pt x="7" y="27"/>
                      <a:pt x="12" y="32"/>
                      <a:pt x="15" y="25"/>
                    </a:cubicBezTo>
                    <a:cubicBezTo>
                      <a:pt x="19" y="18"/>
                      <a:pt x="28" y="20"/>
                      <a:pt x="33" y="20"/>
                    </a:cubicBezTo>
                    <a:cubicBezTo>
                      <a:pt x="42" y="23"/>
                      <a:pt x="46" y="26"/>
                      <a:pt x="51" y="24"/>
                    </a:cubicBezTo>
                    <a:cubicBezTo>
                      <a:pt x="60" y="26"/>
                      <a:pt x="62" y="29"/>
                      <a:pt x="63" y="26"/>
                    </a:cubicBezTo>
                    <a:cubicBezTo>
                      <a:pt x="64" y="23"/>
                      <a:pt x="52" y="1"/>
                      <a:pt x="37" y="1"/>
                    </a:cubicBezTo>
                    <a:cubicBezTo>
                      <a:pt x="24" y="0"/>
                      <a:pt x="25" y="0"/>
                      <a:pt x="16" y="3"/>
                    </a:cubicBezTo>
                    <a:cubicBezTo>
                      <a:pt x="8" y="7"/>
                      <a:pt x="0" y="19"/>
                      <a:pt x="3" y="2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" name="Freeform 134">
                <a:extLst>
                  <a:ext uri="{FF2B5EF4-FFF2-40B4-BE49-F238E27FC236}">
                    <a16:creationId xmlns:a16="http://schemas.microsoft.com/office/drawing/2014/main" id="{250BE6DC-6610-4474-A5C1-1BF5AC120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004"/>
                <a:ext cx="7" cy="27"/>
              </a:xfrm>
              <a:custGeom>
                <a:avLst/>
                <a:gdLst>
                  <a:gd name="T0" fmla="*/ 14 w 5"/>
                  <a:gd name="T1" fmla="*/ 0 h 20"/>
                  <a:gd name="T2" fmla="*/ 8 w 5"/>
                  <a:gd name="T3" fmla="*/ 4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5" y="0"/>
                    </a:moveTo>
                    <a:cubicBezTo>
                      <a:pt x="2" y="5"/>
                      <a:pt x="0" y="14"/>
                      <a:pt x="3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" name="Freeform 135">
                <a:extLst>
                  <a:ext uri="{FF2B5EF4-FFF2-40B4-BE49-F238E27FC236}">
                    <a16:creationId xmlns:a16="http://schemas.microsoft.com/office/drawing/2014/main" id="{5B841463-6CD1-4EE8-848B-B7FAFB8DC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325"/>
                <a:ext cx="5" cy="30"/>
              </a:xfrm>
              <a:custGeom>
                <a:avLst/>
                <a:gdLst>
                  <a:gd name="T0" fmla="*/ 8 w 4"/>
                  <a:gd name="T1" fmla="*/ 0 h 22"/>
                  <a:gd name="T2" fmla="*/ 0 w 4"/>
                  <a:gd name="T3" fmla="*/ 5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2">
                    <a:moveTo>
                      <a:pt x="4" y="0"/>
                    </a:moveTo>
                    <a:cubicBezTo>
                      <a:pt x="4" y="7"/>
                      <a:pt x="2" y="15"/>
                      <a:pt x="0" y="22"/>
                    </a:cubicBezTo>
                  </a:path>
                </a:pathLst>
              </a:custGeom>
              <a:solidFill>
                <a:srgbClr val="FEF6F2"/>
              </a:solidFill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" name="Freeform 136">
                <a:extLst>
                  <a:ext uri="{FF2B5EF4-FFF2-40B4-BE49-F238E27FC236}">
                    <a16:creationId xmlns:a16="http://schemas.microsoft.com/office/drawing/2014/main" id="{286B5229-F8C4-4F8A-9B0B-186A52A00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325"/>
                <a:ext cx="5" cy="30"/>
              </a:xfrm>
              <a:custGeom>
                <a:avLst/>
                <a:gdLst>
                  <a:gd name="T0" fmla="*/ 8 w 4"/>
                  <a:gd name="T1" fmla="*/ 0 h 22"/>
                  <a:gd name="T2" fmla="*/ 0 w 4"/>
                  <a:gd name="T3" fmla="*/ 5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2">
                    <a:moveTo>
                      <a:pt x="4" y="0"/>
                    </a:moveTo>
                    <a:cubicBezTo>
                      <a:pt x="4" y="7"/>
                      <a:pt x="2" y="15"/>
                      <a:pt x="0" y="22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" name="Freeform 137">
                <a:extLst>
                  <a:ext uri="{FF2B5EF4-FFF2-40B4-BE49-F238E27FC236}">
                    <a16:creationId xmlns:a16="http://schemas.microsoft.com/office/drawing/2014/main" id="{E64646FB-924D-451A-95B0-A52A8622F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325"/>
                <a:ext cx="5" cy="30"/>
              </a:xfrm>
              <a:custGeom>
                <a:avLst/>
                <a:gdLst>
                  <a:gd name="T0" fmla="*/ 8 w 4"/>
                  <a:gd name="T1" fmla="*/ 0 h 22"/>
                  <a:gd name="T2" fmla="*/ 6 w 4"/>
                  <a:gd name="T3" fmla="*/ 27 h 22"/>
                  <a:gd name="T4" fmla="*/ 0 w 4"/>
                  <a:gd name="T5" fmla="*/ 5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2">
                    <a:moveTo>
                      <a:pt x="4" y="0"/>
                    </a:moveTo>
                    <a:cubicBezTo>
                      <a:pt x="4" y="4"/>
                      <a:pt x="4" y="7"/>
                      <a:pt x="3" y="11"/>
                    </a:cubicBezTo>
                    <a:cubicBezTo>
                      <a:pt x="2" y="15"/>
                      <a:pt x="0" y="18"/>
                      <a:pt x="0" y="22"/>
                    </a:cubicBezTo>
                  </a:path>
                </a:pathLst>
              </a:custGeom>
              <a:solidFill>
                <a:srgbClr val="FEF6F2"/>
              </a:solidFill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" name="Freeform 138">
                <a:extLst>
                  <a:ext uri="{FF2B5EF4-FFF2-40B4-BE49-F238E27FC236}">
                    <a16:creationId xmlns:a16="http://schemas.microsoft.com/office/drawing/2014/main" id="{BAFE0436-6C81-4DE3-96E4-0FD21A78F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325"/>
                <a:ext cx="5" cy="30"/>
              </a:xfrm>
              <a:custGeom>
                <a:avLst/>
                <a:gdLst>
                  <a:gd name="T0" fmla="*/ 8 w 4"/>
                  <a:gd name="T1" fmla="*/ 0 h 22"/>
                  <a:gd name="T2" fmla="*/ 6 w 4"/>
                  <a:gd name="T3" fmla="*/ 27 h 22"/>
                  <a:gd name="T4" fmla="*/ 0 w 4"/>
                  <a:gd name="T5" fmla="*/ 5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2">
                    <a:moveTo>
                      <a:pt x="4" y="0"/>
                    </a:moveTo>
                    <a:cubicBezTo>
                      <a:pt x="4" y="4"/>
                      <a:pt x="4" y="7"/>
                      <a:pt x="3" y="11"/>
                    </a:cubicBezTo>
                    <a:cubicBezTo>
                      <a:pt x="2" y="15"/>
                      <a:pt x="0" y="18"/>
                      <a:pt x="0" y="22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" name="Freeform 139">
                <a:extLst>
                  <a:ext uri="{FF2B5EF4-FFF2-40B4-BE49-F238E27FC236}">
                    <a16:creationId xmlns:a16="http://schemas.microsoft.com/office/drawing/2014/main" id="{67EB17DA-F8E4-4C96-BB4C-BF38C96A5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326"/>
                <a:ext cx="8" cy="27"/>
              </a:xfrm>
              <a:custGeom>
                <a:avLst/>
                <a:gdLst>
                  <a:gd name="T0" fmla="*/ 12 w 6"/>
                  <a:gd name="T1" fmla="*/ 0 h 20"/>
                  <a:gd name="T2" fmla="*/ 0 w 6"/>
                  <a:gd name="T3" fmla="*/ 4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5" y="0"/>
                    </a:moveTo>
                    <a:cubicBezTo>
                      <a:pt x="6" y="7"/>
                      <a:pt x="2" y="14"/>
                      <a:pt x="0" y="20"/>
                    </a:cubicBezTo>
                  </a:path>
                </a:pathLst>
              </a:custGeom>
              <a:solidFill>
                <a:srgbClr val="FEF6F2"/>
              </a:solidFill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" name="Freeform 140">
                <a:extLst>
                  <a:ext uri="{FF2B5EF4-FFF2-40B4-BE49-F238E27FC236}">
                    <a16:creationId xmlns:a16="http://schemas.microsoft.com/office/drawing/2014/main" id="{D0E4135B-F7A6-46A1-8C96-D2901990D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326"/>
                <a:ext cx="8" cy="27"/>
              </a:xfrm>
              <a:custGeom>
                <a:avLst/>
                <a:gdLst>
                  <a:gd name="T0" fmla="*/ 12 w 6"/>
                  <a:gd name="T1" fmla="*/ 0 h 20"/>
                  <a:gd name="T2" fmla="*/ 0 w 6"/>
                  <a:gd name="T3" fmla="*/ 4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5" y="0"/>
                    </a:moveTo>
                    <a:cubicBezTo>
                      <a:pt x="6" y="7"/>
                      <a:pt x="2" y="14"/>
                      <a:pt x="0" y="2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" name="Freeform 141">
                <a:extLst>
                  <a:ext uri="{FF2B5EF4-FFF2-40B4-BE49-F238E27FC236}">
                    <a16:creationId xmlns:a16="http://schemas.microsoft.com/office/drawing/2014/main" id="{8FF1CC98-35CF-46DF-BA4A-CC453C3A7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1325"/>
                <a:ext cx="8" cy="27"/>
              </a:xfrm>
              <a:custGeom>
                <a:avLst/>
                <a:gdLst>
                  <a:gd name="T0" fmla="*/ 15 w 6"/>
                  <a:gd name="T1" fmla="*/ 0 h 20"/>
                  <a:gd name="T2" fmla="*/ 0 w 6"/>
                  <a:gd name="T3" fmla="*/ 4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6" y="0"/>
                    </a:moveTo>
                    <a:cubicBezTo>
                      <a:pt x="5" y="6"/>
                      <a:pt x="1" y="15"/>
                      <a:pt x="0" y="20"/>
                    </a:cubicBezTo>
                  </a:path>
                </a:pathLst>
              </a:custGeom>
              <a:solidFill>
                <a:srgbClr val="FEF6F2"/>
              </a:solidFill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" name="Freeform 142">
                <a:extLst>
                  <a:ext uri="{FF2B5EF4-FFF2-40B4-BE49-F238E27FC236}">
                    <a16:creationId xmlns:a16="http://schemas.microsoft.com/office/drawing/2014/main" id="{CC2FDD32-9903-4F11-8022-2D025F9C7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1325"/>
                <a:ext cx="8" cy="27"/>
              </a:xfrm>
              <a:custGeom>
                <a:avLst/>
                <a:gdLst>
                  <a:gd name="T0" fmla="*/ 15 w 6"/>
                  <a:gd name="T1" fmla="*/ 0 h 20"/>
                  <a:gd name="T2" fmla="*/ 0 w 6"/>
                  <a:gd name="T3" fmla="*/ 4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6" y="0"/>
                    </a:moveTo>
                    <a:cubicBezTo>
                      <a:pt x="5" y="6"/>
                      <a:pt x="1" y="15"/>
                      <a:pt x="0" y="2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" name="Freeform 143">
                <a:extLst>
                  <a:ext uri="{FF2B5EF4-FFF2-40B4-BE49-F238E27FC236}">
                    <a16:creationId xmlns:a16="http://schemas.microsoft.com/office/drawing/2014/main" id="{91D62219-4669-497F-AA6A-0A12BFB9A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356"/>
                <a:ext cx="35" cy="8"/>
              </a:xfrm>
              <a:custGeom>
                <a:avLst/>
                <a:gdLst>
                  <a:gd name="T0" fmla="*/ 0 w 26"/>
                  <a:gd name="T1" fmla="*/ 0 h 6"/>
                  <a:gd name="T2" fmla="*/ 63 w 26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">
                    <a:moveTo>
                      <a:pt x="0" y="0"/>
                    </a:moveTo>
                    <a:cubicBezTo>
                      <a:pt x="8" y="3"/>
                      <a:pt x="18" y="4"/>
                      <a:pt x="26" y="6"/>
                    </a:cubicBezTo>
                  </a:path>
                </a:pathLst>
              </a:custGeom>
              <a:solidFill>
                <a:srgbClr val="FEF6F2"/>
              </a:solidFill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" name="Freeform 144">
                <a:extLst>
                  <a:ext uri="{FF2B5EF4-FFF2-40B4-BE49-F238E27FC236}">
                    <a16:creationId xmlns:a16="http://schemas.microsoft.com/office/drawing/2014/main" id="{4E507859-1C2C-44A5-8D64-18E4879B2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356"/>
                <a:ext cx="35" cy="8"/>
              </a:xfrm>
              <a:custGeom>
                <a:avLst/>
                <a:gdLst>
                  <a:gd name="T0" fmla="*/ 0 w 26"/>
                  <a:gd name="T1" fmla="*/ 0 h 6"/>
                  <a:gd name="T2" fmla="*/ 63 w 26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">
                    <a:moveTo>
                      <a:pt x="0" y="0"/>
                    </a:moveTo>
                    <a:cubicBezTo>
                      <a:pt x="8" y="3"/>
                      <a:pt x="18" y="4"/>
                      <a:pt x="26" y="6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" name="Freeform 145">
                <a:extLst>
                  <a:ext uri="{FF2B5EF4-FFF2-40B4-BE49-F238E27FC236}">
                    <a16:creationId xmlns:a16="http://schemas.microsoft.com/office/drawing/2014/main" id="{8C45E62E-B5B6-467E-8820-28DAFC17B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1360"/>
                <a:ext cx="25" cy="16"/>
              </a:xfrm>
              <a:custGeom>
                <a:avLst/>
                <a:gdLst>
                  <a:gd name="T0" fmla="*/ 0 w 19"/>
                  <a:gd name="T1" fmla="*/ 0 h 12"/>
                  <a:gd name="T2" fmla="*/ 43 w 19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0" y="0"/>
                    </a:moveTo>
                    <a:cubicBezTo>
                      <a:pt x="5" y="6"/>
                      <a:pt x="13" y="8"/>
                      <a:pt x="19" y="12"/>
                    </a:cubicBezTo>
                  </a:path>
                </a:pathLst>
              </a:custGeom>
              <a:solidFill>
                <a:srgbClr val="FEF6F2"/>
              </a:solidFill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" name="Freeform 146">
                <a:extLst>
                  <a:ext uri="{FF2B5EF4-FFF2-40B4-BE49-F238E27FC236}">
                    <a16:creationId xmlns:a16="http://schemas.microsoft.com/office/drawing/2014/main" id="{349320AF-DC6D-413E-A863-A65E0B558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1360"/>
                <a:ext cx="25" cy="16"/>
              </a:xfrm>
              <a:custGeom>
                <a:avLst/>
                <a:gdLst>
                  <a:gd name="T0" fmla="*/ 0 w 19"/>
                  <a:gd name="T1" fmla="*/ 0 h 12"/>
                  <a:gd name="T2" fmla="*/ 43 w 19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0" y="0"/>
                    </a:moveTo>
                    <a:cubicBezTo>
                      <a:pt x="5" y="6"/>
                      <a:pt x="13" y="8"/>
                      <a:pt x="19" y="12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8" name="Freeform 147">
                <a:extLst>
                  <a:ext uri="{FF2B5EF4-FFF2-40B4-BE49-F238E27FC236}">
                    <a16:creationId xmlns:a16="http://schemas.microsoft.com/office/drawing/2014/main" id="{265F7D25-22D3-4168-8120-6A3B67AFD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359"/>
                <a:ext cx="30" cy="4"/>
              </a:xfrm>
              <a:custGeom>
                <a:avLst/>
                <a:gdLst>
                  <a:gd name="T0" fmla="*/ 0 w 22"/>
                  <a:gd name="T1" fmla="*/ 7 h 3"/>
                  <a:gd name="T2" fmla="*/ 56 w 2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">
                    <a:moveTo>
                      <a:pt x="0" y="3"/>
                    </a:moveTo>
                    <a:cubicBezTo>
                      <a:pt x="7" y="1"/>
                      <a:pt x="15" y="1"/>
                      <a:pt x="22" y="0"/>
                    </a:cubicBezTo>
                  </a:path>
                </a:pathLst>
              </a:custGeom>
              <a:solidFill>
                <a:srgbClr val="FEF6F2"/>
              </a:solidFill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9" name="Freeform 148">
                <a:extLst>
                  <a:ext uri="{FF2B5EF4-FFF2-40B4-BE49-F238E27FC236}">
                    <a16:creationId xmlns:a16="http://schemas.microsoft.com/office/drawing/2014/main" id="{AC529004-73C4-4023-A772-DFA2A6471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359"/>
                <a:ext cx="30" cy="4"/>
              </a:xfrm>
              <a:custGeom>
                <a:avLst/>
                <a:gdLst>
                  <a:gd name="T0" fmla="*/ 0 w 22"/>
                  <a:gd name="T1" fmla="*/ 7 h 3"/>
                  <a:gd name="T2" fmla="*/ 56 w 2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">
                    <a:moveTo>
                      <a:pt x="0" y="3"/>
                    </a:moveTo>
                    <a:cubicBezTo>
                      <a:pt x="7" y="1"/>
                      <a:pt x="15" y="1"/>
                      <a:pt x="22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0" name="Freeform 149">
                <a:extLst>
                  <a:ext uri="{FF2B5EF4-FFF2-40B4-BE49-F238E27FC236}">
                    <a16:creationId xmlns:a16="http://schemas.microsoft.com/office/drawing/2014/main" id="{05F65F13-D95F-4C50-9496-9F6A0E3A4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359"/>
                <a:ext cx="30" cy="12"/>
              </a:xfrm>
              <a:custGeom>
                <a:avLst/>
                <a:gdLst>
                  <a:gd name="T0" fmla="*/ 0 w 22"/>
                  <a:gd name="T1" fmla="*/ 21 h 9"/>
                  <a:gd name="T2" fmla="*/ 56 w 2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9"/>
                    </a:moveTo>
                    <a:cubicBezTo>
                      <a:pt x="8" y="6"/>
                      <a:pt x="15" y="4"/>
                      <a:pt x="22" y="0"/>
                    </a:cubicBezTo>
                  </a:path>
                </a:pathLst>
              </a:custGeom>
              <a:solidFill>
                <a:srgbClr val="FEF6F2"/>
              </a:solidFill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1" name="Freeform 150">
                <a:extLst>
                  <a:ext uri="{FF2B5EF4-FFF2-40B4-BE49-F238E27FC236}">
                    <a16:creationId xmlns:a16="http://schemas.microsoft.com/office/drawing/2014/main" id="{AB476082-2775-4D4A-A2A7-03AF0F0A2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359"/>
                <a:ext cx="30" cy="12"/>
              </a:xfrm>
              <a:custGeom>
                <a:avLst/>
                <a:gdLst>
                  <a:gd name="T0" fmla="*/ 0 w 22"/>
                  <a:gd name="T1" fmla="*/ 21 h 9"/>
                  <a:gd name="T2" fmla="*/ 56 w 2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9"/>
                    </a:moveTo>
                    <a:cubicBezTo>
                      <a:pt x="8" y="6"/>
                      <a:pt x="15" y="4"/>
                      <a:pt x="22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2" name="Freeform 151">
                <a:extLst>
                  <a:ext uri="{FF2B5EF4-FFF2-40B4-BE49-F238E27FC236}">
                    <a16:creationId xmlns:a16="http://schemas.microsoft.com/office/drawing/2014/main" id="{0C4EB305-6FF2-4AD9-B6DA-25C3E9CE6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661"/>
                <a:ext cx="39" cy="39"/>
              </a:xfrm>
              <a:custGeom>
                <a:avLst/>
                <a:gdLst>
                  <a:gd name="T0" fmla="*/ 16 w 29"/>
                  <a:gd name="T1" fmla="*/ 1 h 29"/>
                  <a:gd name="T2" fmla="*/ 0 w 29"/>
                  <a:gd name="T3" fmla="*/ 0 h 29"/>
                  <a:gd name="T4" fmla="*/ 7 w 29"/>
                  <a:gd name="T5" fmla="*/ 54 h 29"/>
                  <a:gd name="T6" fmla="*/ 70 w 29"/>
                  <a:gd name="T7" fmla="*/ 58 h 29"/>
                  <a:gd name="T8" fmla="*/ 70 w 29"/>
                  <a:gd name="T9" fmla="*/ 51 h 29"/>
                  <a:gd name="T10" fmla="*/ 16 w 29"/>
                  <a:gd name="T11" fmla="*/ 1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9">
                    <a:moveTo>
                      <a:pt x="7" y="1"/>
                    </a:moveTo>
                    <a:cubicBezTo>
                      <a:pt x="2" y="0"/>
                      <a:pt x="1" y="1"/>
                      <a:pt x="0" y="0"/>
                    </a:cubicBezTo>
                    <a:cubicBezTo>
                      <a:pt x="2" y="9"/>
                      <a:pt x="0" y="16"/>
                      <a:pt x="3" y="22"/>
                    </a:cubicBezTo>
                    <a:cubicBezTo>
                      <a:pt x="5" y="27"/>
                      <a:pt x="26" y="29"/>
                      <a:pt x="29" y="24"/>
                    </a:cubicBezTo>
                    <a:cubicBezTo>
                      <a:pt x="29" y="24"/>
                      <a:pt x="29" y="22"/>
                      <a:pt x="29" y="21"/>
                    </a:cubicBezTo>
                    <a:cubicBezTo>
                      <a:pt x="20" y="16"/>
                      <a:pt x="12" y="10"/>
                      <a:pt x="7" y="1"/>
                    </a:cubicBez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3" name="Freeform 152">
                <a:extLst>
                  <a:ext uri="{FF2B5EF4-FFF2-40B4-BE49-F238E27FC236}">
                    <a16:creationId xmlns:a16="http://schemas.microsoft.com/office/drawing/2014/main" id="{C39973F6-8C00-4708-AB0F-1649E5A1B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435"/>
                <a:ext cx="43" cy="120"/>
              </a:xfrm>
              <a:custGeom>
                <a:avLst/>
                <a:gdLst>
                  <a:gd name="T0" fmla="*/ 78 w 32"/>
                  <a:gd name="T1" fmla="*/ 63 h 89"/>
                  <a:gd name="T2" fmla="*/ 75 w 32"/>
                  <a:gd name="T3" fmla="*/ 16 h 89"/>
                  <a:gd name="T4" fmla="*/ 1 w 32"/>
                  <a:gd name="T5" fmla="*/ 27 h 89"/>
                  <a:gd name="T6" fmla="*/ 7 w 32"/>
                  <a:gd name="T7" fmla="*/ 119 h 89"/>
                  <a:gd name="T8" fmla="*/ 0 w 32"/>
                  <a:gd name="T9" fmla="*/ 218 h 89"/>
                  <a:gd name="T10" fmla="*/ 0 w 32"/>
                  <a:gd name="T11" fmla="*/ 218 h 89"/>
                  <a:gd name="T12" fmla="*/ 23 w 32"/>
                  <a:gd name="T13" fmla="*/ 198 h 89"/>
                  <a:gd name="T14" fmla="*/ 43 w 32"/>
                  <a:gd name="T15" fmla="*/ 178 h 89"/>
                  <a:gd name="T16" fmla="*/ 73 w 32"/>
                  <a:gd name="T17" fmla="*/ 171 h 89"/>
                  <a:gd name="T18" fmla="*/ 70 w 32"/>
                  <a:gd name="T19" fmla="*/ 147 h 89"/>
                  <a:gd name="T20" fmla="*/ 78 w 32"/>
                  <a:gd name="T21" fmla="*/ 63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89">
                    <a:moveTo>
                      <a:pt x="32" y="26"/>
                    </a:moveTo>
                    <a:cubicBezTo>
                      <a:pt x="32" y="18"/>
                      <a:pt x="31" y="10"/>
                      <a:pt x="31" y="7"/>
                    </a:cubicBezTo>
                    <a:cubicBezTo>
                      <a:pt x="27" y="1"/>
                      <a:pt x="8" y="0"/>
                      <a:pt x="1" y="11"/>
                    </a:cubicBezTo>
                    <a:cubicBezTo>
                      <a:pt x="3" y="27"/>
                      <a:pt x="3" y="44"/>
                      <a:pt x="3" y="48"/>
                    </a:cubicBezTo>
                    <a:cubicBezTo>
                      <a:pt x="3" y="54"/>
                      <a:pt x="5" y="78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4" y="85"/>
                      <a:pt x="6" y="85"/>
                      <a:pt x="10" y="81"/>
                    </a:cubicBezTo>
                    <a:cubicBezTo>
                      <a:pt x="15" y="77"/>
                      <a:pt x="12" y="75"/>
                      <a:pt x="18" y="73"/>
                    </a:cubicBezTo>
                    <a:cubicBezTo>
                      <a:pt x="23" y="71"/>
                      <a:pt x="24" y="72"/>
                      <a:pt x="30" y="70"/>
                    </a:cubicBezTo>
                    <a:cubicBezTo>
                      <a:pt x="29" y="67"/>
                      <a:pt x="29" y="64"/>
                      <a:pt x="29" y="60"/>
                    </a:cubicBezTo>
                    <a:cubicBezTo>
                      <a:pt x="28" y="50"/>
                      <a:pt x="28" y="37"/>
                      <a:pt x="32" y="26"/>
                    </a:cubicBezTo>
                    <a:close/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4" name="Freeform 153">
                <a:extLst>
                  <a:ext uri="{FF2B5EF4-FFF2-40B4-BE49-F238E27FC236}">
                    <a16:creationId xmlns:a16="http://schemas.microsoft.com/office/drawing/2014/main" id="{D423EA1C-5C9B-451C-9A8F-C578ABCA9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516"/>
                <a:ext cx="206" cy="192"/>
              </a:xfrm>
              <a:custGeom>
                <a:avLst/>
                <a:gdLst>
                  <a:gd name="T0" fmla="*/ 339 w 153"/>
                  <a:gd name="T1" fmla="*/ 141 h 143"/>
                  <a:gd name="T2" fmla="*/ 294 w 153"/>
                  <a:gd name="T3" fmla="*/ 79 h 143"/>
                  <a:gd name="T4" fmla="*/ 273 w 153"/>
                  <a:gd name="T5" fmla="*/ 83 h 143"/>
                  <a:gd name="T6" fmla="*/ 252 w 153"/>
                  <a:gd name="T7" fmla="*/ 79 h 143"/>
                  <a:gd name="T8" fmla="*/ 219 w 153"/>
                  <a:gd name="T9" fmla="*/ 70 h 143"/>
                  <a:gd name="T10" fmla="*/ 195 w 153"/>
                  <a:gd name="T11" fmla="*/ 56 h 143"/>
                  <a:gd name="T12" fmla="*/ 195 w 153"/>
                  <a:gd name="T13" fmla="*/ 35 h 143"/>
                  <a:gd name="T14" fmla="*/ 205 w 153"/>
                  <a:gd name="T15" fmla="*/ 20 h 143"/>
                  <a:gd name="T16" fmla="*/ 205 w 153"/>
                  <a:gd name="T17" fmla="*/ 20 h 143"/>
                  <a:gd name="T18" fmla="*/ 205 w 153"/>
                  <a:gd name="T19" fmla="*/ 15 h 143"/>
                  <a:gd name="T20" fmla="*/ 106 w 153"/>
                  <a:gd name="T21" fmla="*/ 23 h 143"/>
                  <a:gd name="T22" fmla="*/ 104 w 153"/>
                  <a:gd name="T23" fmla="*/ 51 h 143"/>
                  <a:gd name="T24" fmla="*/ 73 w 153"/>
                  <a:gd name="T25" fmla="*/ 101 h 143"/>
                  <a:gd name="T26" fmla="*/ 32 w 153"/>
                  <a:gd name="T27" fmla="*/ 148 h 143"/>
                  <a:gd name="T28" fmla="*/ 12 w 153"/>
                  <a:gd name="T29" fmla="*/ 177 h 143"/>
                  <a:gd name="T30" fmla="*/ 1 w 153"/>
                  <a:gd name="T31" fmla="*/ 218 h 143"/>
                  <a:gd name="T32" fmla="*/ 7 w 153"/>
                  <a:gd name="T33" fmla="*/ 254 h 143"/>
                  <a:gd name="T34" fmla="*/ 9 w 153"/>
                  <a:gd name="T35" fmla="*/ 263 h 143"/>
                  <a:gd name="T36" fmla="*/ 193 w 153"/>
                  <a:gd name="T37" fmla="*/ 338 h 143"/>
                  <a:gd name="T38" fmla="*/ 288 w 153"/>
                  <a:gd name="T39" fmla="*/ 344 h 143"/>
                  <a:gd name="T40" fmla="*/ 330 w 153"/>
                  <a:gd name="T41" fmla="*/ 322 h 143"/>
                  <a:gd name="T42" fmla="*/ 350 w 153"/>
                  <a:gd name="T43" fmla="*/ 299 h 143"/>
                  <a:gd name="T44" fmla="*/ 339 w 153"/>
                  <a:gd name="T45" fmla="*/ 141 h 14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3" h="143">
                    <a:moveTo>
                      <a:pt x="139" y="58"/>
                    </a:moveTo>
                    <a:cubicBezTo>
                      <a:pt x="135" y="48"/>
                      <a:pt x="127" y="41"/>
                      <a:pt x="120" y="33"/>
                    </a:cubicBezTo>
                    <a:cubicBezTo>
                      <a:pt x="119" y="34"/>
                      <a:pt x="115" y="34"/>
                      <a:pt x="112" y="34"/>
                    </a:cubicBezTo>
                    <a:cubicBezTo>
                      <a:pt x="104" y="34"/>
                      <a:pt x="108" y="31"/>
                      <a:pt x="103" y="33"/>
                    </a:cubicBezTo>
                    <a:cubicBezTo>
                      <a:pt x="98" y="36"/>
                      <a:pt x="96" y="32"/>
                      <a:pt x="90" y="29"/>
                    </a:cubicBezTo>
                    <a:cubicBezTo>
                      <a:pt x="83" y="26"/>
                      <a:pt x="84" y="30"/>
                      <a:pt x="80" y="23"/>
                    </a:cubicBezTo>
                    <a:cubicBezTo>
                      <a:pt x="78" y="20"/>
                      <a:pt x="78" y="17"/>
                      <a:pt x="80" y="14"/>
                    </a:cubicBezTo>
                    <a:cubicBezTo>
                      <a:pt x="80" y="12"/>
                      <a:pt x="81" y="11"/>
                      <a:pt x="84" y="8"/>
                    </a:cubicBezTo>
                    <a:cubicBezTo>
                      <a:pt x="84" y="8"/>
                      <a:pt x="84" y="8"/>
                      <a:pt x="84" y="8"/>
                    </a:cubicBezTo>
                    <a:cubicBezTo>
                      <a:pt x="84" y="7"/>
                      <a:pt x="84" y="6"/>
                      <a:pt x="84" y="6"/>
                    </a:cubicBezTo>
                    <a:cubicBezTo>
                      <a:pt x="70" y="0"/>
                      <a:pt x="56" y="3"/>
                      <a:pt x="44" y="10"/>
                    </a:cubicBezTo>
                    <a:cubicBezTo>
                      <a:pt x="45" y="12"/>
                      <a:pt x="44" y="16"/>
                      <a:pt x="42" y="21"/>
                    </a:cubicBezTo>
                    <a:cubicBezTo>
                      <a:pt x="45" y="28"/>
                      <a:pt x="31" y="28"/>
                      <a:pt x="30" y="42"/>
                    </a:cubicBezTo>
                    <a:cubicBezTo>
                      <a:pt x="30" y="48"/>
                      <a:pt x="21" y="62"/>
                      <a:pt x="13" y="61"/>
                    </a:cubicBezTo>
                    <a:cubicBezTo>
                      <a:pt x="14" y="67"/>
                      <a:pt x="12" y="66"/>
                      <a:pt x="5" y="73"/>
                    </a:cubicBezTo>
                    <a:cubicBezTo>
                      <a:pt x="5" y="83"/>
                      <a:pt x="6" y="82"/>
                      <a:pt x="1" y="90"/>
                    </a:cubicBezTo>
                    <a:cubicBezTo>
                      <a:pt x="1" y="96"/>
                      <a:pt x="0" y="103"/>
                      <a:pt x="3" y="105"/>
                    </a:cubicBezTo>
                    <a:cubicBezTo>
                      <a:pt x="5" y="107"/>
                      <a:pt x="5" y="107"/>
                      <a:pt x="4" y="109"/>
                    </a:cubicBezTo>
                    <a:cubicBezTo>
                      <a:pt x="20" y="137"/>
                      <a:pt x="66" y="140"/>
                      <a:pt x="79" y="140"/>
                    </a:cubicBezTo>
                    <a:cubicBezTo>
                      <a:pt x="92" y="140"/>
                      <a:pt x="111" y="143"/>
                      <a:pt x="118" y="142"/>
                    </a:cubicBezTo>
                    <a:cubicBezTo>
                      <a:pt x="125" y="141"/>
                      <a:pt x="130" y="137"/>
                      <a:pt x="135" y="133"/>
                    </a:cubicBezTo>
                    <a:cubicBezTo>
                      <a:pt x="137" y="131"/>
                      <a:pt x="137" y="131"/>
                      <a:pt x="143" y="124"/>
                    </a:cubicBezTo>
                    <a:cubicBezTo>
                      <a:pt x="153" y="109"/>
                      <a:pt x="144" y="70"/>
                      <a:pt x="139" y="58"/>
                    </a:cubicBezTo>
                    <a:close/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5" name="Freeform 154">
                <a:extLst>
                  <a:ext uri="{FF2B5EF4-FFF2-40B4-BE49-F238E27FC236}">
                    <a16:creationId xmlns:a16="http://schemas.microsoft.com/office/drawing/2014/main" id="{1A7586DA-C199-46FB-80A1-E4D08EA5C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472"/>
                <a:ext cx="81" cy="63"/>
              </a:xfrm>
              <a:custGeom>
                <a:avLst/>
                <a:gdLst>
                  <a:gd name="T0" fmla="*/ 16 w 60"/>
                  <a:gd name="T1" fmla="*/ 36 h 47"/>
                  <a:gd name="T2" fmla="*/ 16 w 60"/>
                  <a:gd name="T3" fmla="*/ 28 h 47"/>
                  <a:gd name="T4" fmla="*/ 41 w 60"/>
                  <a:gd name="T5" fmla="*/ 0 h 47"/>
                  <a:gd name="T6" fmla="*/ 55 w 60"/>
                  <a:gd name="T7" fmla="*/ 5 h 47"/>
                  <a:gd name="T8" fmla="*/ 72 w 60"/>
                  <a:gd name="T9" fmla="*/ 1 h 47"/>
                  <a:gd name="T10" fmla="*/ 74 w 60"/>
                  <a:gd name="T11" fmla="*/ 1 h 47"/>
                  <a:gd name="T12" fmla="*/ 74 w 60"/>
                  <a:gd name="T13" fmla="*/ 1 h 47"/>
                  <a:gd name="T14" fmla="*/ 92 w 60"/>
                  <a:gd name="T15" fmla="*/ 1 h 47"/>
                  <a:gd name="T16" fmla="*/ 92 w 60"/>
                  <a:gd name="T17" fmla="*/ 1 h 47"/>
                  <a:gd name="T18" fmla="*/ 93 w 60"/>
                  <a:gd name="T19" fmla="*/ 1 h 47"/>
                  <a:gd name="T20" fmla="*/ 93 w 60"/>
                  <a:gd name="T21" fmla="*/ 1 h 47"/>
                  <a:gd name="T22" fmla="*/ 97 w 60"/>
                  <a:gd name="T23" fmla="*/ 1 h 47"/>
                  <a:gd name="T24" fmla="*/ 99 w 60"/>
                  <a:gd name="T25" fmla="*/ 1 h 47"/>
                  <a:gd name="T26" fmla="*/ 100 w 60"/>
                  <a:gd name="T27" fmla="*/ 1 h 47"/>
                  <a:gd name="T28" fmla="*/ 100 w 60"/>
                  <a:gd name="T29" fmla="*/ 1 h 47"/>
                  <a:gd name="T30" fmla="*/ 104 w 60"/>
                  <a:gd name="T31" fmla="*/ 5 h 47"/>
                  <a:gd name="T32" fmla="*/ 105 w 60"/>
                  <a:gd name="T33" fmla="*/ 5 h 47"/>
                  <a:gd name="T34" fmla="*/ 108 w 60"/>
                  <a:gd name="T35" fmla="*/ 5 h 47"/>
                  <a:gd name="T36" fmla="*/ 108 w 60"/>
                  <a:gd name="T37" fmla="*/ 5 h 47"/>
                  <a:gd name="T38" fmla="*/ 111 w 60"/>
                  <a:gd name="T39" fmla="*/ 5 h 47"/>
                  <a:gd name="T40" fmla="*/ 111 w 60"/>
                  <a:gd name="T41" fmla="*/ 5 h 47"/>
                  <a:gd name="T42" fmla="*/ 126 w 60"/>
                  <a:gd name="T43" fmla="*/ 12 h 47"/>
                  <a:gd name="T44" fmla="*/ 142 w 60"/>
                  <a:gd name="T45" fmla="*/ 23 h 47"/>
                  <a:gd name="T46" fmla="*/ 134 w 60"/>
                  <a:gd name="T47" fmla="*/ 68 h 47"/>
                  <a:gd name="T48" fmla="*/ 89 w 60"/>
                  <a:gd name="T49" fmla="*/ 113 h 47"/>
                  <a:gd name="T50" fmla="*/ 0 w 60"/>
                  <a:gd name="T51" fmla="*/ 113 h 4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0" h="47">
                    <a:moveTo>
                      <a:pt x="7" y="15"/>
                    </a:moveTo>
                    <a:cubicBezTo>
                      <a:pt x="7" y="14"/>
                      <a:pt x="7" y="13"/>
                      <a:pt x="7" y="12"/>
                    </a:cubicBezTo>
                    <a:cubicBezTo>
                      <a:pt x="8" y="5"/>
                      <a:pt x="12" y="2"/>
                      <a:pt x="16" y="0"/>
                    </a:cubicBezTo>
                    <a:cubicBezTo>
                      <a:pt x="18" y="2"/>
                      <a:pt x="18" y="2"/>
                      <a:pt x="22" y="2"/>
                    </a:cubicBezTo>
                    <a:cubicBezTo>
                      <a:pt x="23" y="2"/>
                      <a:pt x="26" y="1"/>
                      <a:pt x="29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2" y="1"/>
                      <a:pt x="34" y="1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40" y="1"/>
                      <a:pt x="40" y="1"/>
                    </a:cubicBezTo>
                    <a:cubicBezTo>
                      <a:pt x="40" y="1"/>
                      <a:pt x="40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2" y="2"/>
                      <a:pt x="42" y="2"/>
                    </a:cubicBezTo>
                    <a:cubicBezTo>
                      <a:pt x="42" y="2"/>
                      <a:pt x="42" y="2"/>
                      <a:pt x="43" y="2"/>
                    </a:cubicBezTo>
                    <a:cubicBezTo>
                      <a:pt x="43" y="2"/>
                      <a:pt x="43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5" y="2"/>
                      <a:pt x="45" y="2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7" y="3"/>
                      <a:pt x="49" y="4"/>
                      <a:pt x="51" y="5"/>
                    </a:cubicBezTo>
                    <a:cubicBezTo>
                      <a:pt x="54" y="6"/>
                      <a:pt x="56" y="8"/>
                      <a:pt x="58" y="10"/>
                    </a:cubicBezTo>
                    <a:cubicBezTo>
                      <a:pt x="60" y="17"/>
                      <a:pt x="60" y="24"/>
                      <a:pt x="54" y="28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0" y="47"/>
                      <a:pt x="0" y="47"/>
                      <a:pt x="0" y="47"/>
                    </a:cubicBezTo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6" name="Freeform 155">
                <a:extLst>
                  <a:ext uri="{FF2B5EF4-FFF2-40B4-BE49-F238E27FC236}">
                    <a16:creationId xmlns:a16="http://schemas.microsoft.com/office/drawing/2014/main" id="{3848F6D3-E5B9-47E1-A02A-0D02096E2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524"/>
                <a:ext cx="41" cy="32"/>
              </a:xfrm>
              <a:custGeom>
                <a:avLst/>
                <a:gdLst>
                  <a:gd name="T0" fmla="*/ 5 w 31"/>
                  <a:gd name="T1" fmla="*/ 1 h 24"/>
                  <a:gd name="T2" fmla="*/ 1 w 31"/>
                  <a:gd name="T3" fmla="*/ 27 h 24"/>
                  <a:gd name="T4" fmla="*/ 20 w 31"/>
                  <a:gd name="T5" fmla="*/ 49 h 24"/>
                  <a:gd name="T6" fmla="*/ 50 w 31"/>
                  <a:gd name="T7" fmla="*/ 55 h 24"/>
                  <a:gd name="T8" fmla="*/ 65 w 31"/>
                  <a:gd name="T9" fmla="*/ 52 h 24"/>
                  <a:gd name="T10" fmla="*/ 65 w 31"/>
                  <a:gd name="T11" fmla="*/ 37 h 24"/>
                  <a:gd name="T12" fmla="*/ 66 w 31"/>
                  <a:gd name="T13" fmla="*/ 16 h 24"/>
                  <a:gd name="T14" fmla="*/ 71 w 31"/>
                  <a:gd name="T15" fmla="*/ 5 h 24"/>
                  <a:gd name="T16" fmla="*/ 45 w 31"/>
                  <a:gd name="T17" fmla="*/ 5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24">
                    <a:moveTo>
                      <a:pt x="2" y="1"/>
                    </a:moveTo>
                    <a:cubicBezTo>
                      <a:pt x="0" y="2"/>
                      <a:pt x="1" y="9"/>
                      <a:pt x="1" y="11"/>
                    </a:cubicBezTo>
                    <a:cubicBezTo>
                      <a:pt x="2" y="16"/>
                      <a:pt x="2" y="20"/>
                      <a:pt x="8" y="21"/>
                    </a:cubicBezTo>
                    <a:cubicBezTo>
                      <a:pt x="13" y="22"/>
                      <a:pt x="17" y="24"/>
                      <a:pt x="22" y="23"/>
                    </a:cubicBezTo>
                    <a:cubicBezTo>
                      <a:pt x="23" y="23"/>
                      <a:pt x="27" y="23"/>
                      <a:pt x="28" y="22"/>
                    </a:cubicBezTo>
                    <a:cubicBezTo>
                      <a:pt x="29" y="21"/>
                      <a:pt x="28" y="17"/>
                      <a:pt x="28" y="16"/>
                    </a:cubicBezTo>
                    <a:cubicBezTo>
                      <a:pt x="28" y="13"/>
                      <a:pt x="29" y="10"/>
                      <a:pt x="29" y="7"/>
                    </a:cubicBezTo>
                    <a:cubicBezTo>
                      <a:pt x="30" y="5"/>
                      <a:pt x="31" y="4"/>
                      <a:pt x="31" y="2"/>
                    </a:cubicBezTo>
                    <a:cubicBezTo>
                      <a:pt x="30" y="0"/>
                      <a:pt x="22" y="1"/>
                      <a:pt x="20" y="2"/>
                    </a:cubicBezTo>
                  </a:path>
                </a:pathLst>
              </a:custGeom>
              <a:solidFill>
                <a:srgbClr val="00A9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7" name="Freeform 156">
                <a:extLst>
                  <a:ext uri="{FF2B5EF4-FFF2-40B4-BE49-F238E27FC236}">
                    <a16:creationId xmlns:a16="http://schemas.microsoft.com/office/drawing/2014/main" id="{E96919D2-E54E-4112-A5DF-DDFE0DCF6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540"/>
                <a:ext cx="25" cy="26"/>
              </a:xfrm>
              <a:custGeom>
                <a:avLst/>
                <a:gdLst>
                  <a:gd name="T0" fmla="*/ 29 w 19"/>
                  <a:gd name="T1" fmla="*/ 0 h 19"/>
                  <a:gd name="T2" fmla="*/ 29 w 19"/>
                  <a:gd name="T3" fmla="*/ 40 h 19"/>
                  <a:gd name="T4" fmla="*/ 0 w 19"/>
                  <a:gd name="T5" fmla="*/ 4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13" y="0"/>
                    </a:moveTo>
                    <a:cubicBezTo>
                      <a:pt x="15" y="5"/>
                      <a:pt x="19" y="12"/>
                      <a:pt x="13" y="15"/>
                    </a:cubicBezTo>
                    <a:cubicBezTo>
                      <a:pt x="10" y="16"/>
                      <a:pt x="2" y="19"/>
                      <a:pt x="0" y="15"/>
                    </a:cubicBezTo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8" name="Freeform 157">
                <a:extLst>
                  <a:ext uri="{FF2B5EF4-FFF2-40B4-BE49-F238E27FC236}">
                    <a16:creationId xmlns:a16="http://schemas.microsoft.com/office/drawing/2014/main" id="{94EE4C2E-AF11-4416-B018-6B4308959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503"/>
                <a:ext cx="64" cy="61"/>
              </a:xfrm>
              <a:custGeom>
                <a:avLst/>
                <a:gdLst>
                  <a:gd name="T0" fmla="*/ 63 w 47"/>
                  <a:gd name="T1" fmla="*/ 12 h 46"/>
                  <a:gd name="T2" fmla="*/ 42 w 47"/>
                  <a:gd name="T3" fmla="*/ 12 h 46"/>
                  <a:gd name="T4" fmla="*/ 30 w 47"/>
                  <a:gd name="T5" fmla="*/ 23 h 46"/>
                  <a:gd name="T6" fmla="*/ 19 w 47"/>
                  <a:gd name="T7" fmla="*/ 42 h 46"/>
                  <a:gd name="T8" fmla="*/ 7 w 47"/>
                  <a:gd name="T9" fmla="*/ 77 h 46"/>
                  <a:gd name="T10" fmla="*/ 34 w 47"/>
                  <a:gd name="T11" fmla="*/ 91 h 46"/>
                  <a:gd name="T12" fmla="*/ 65 w 47"/>
                  <a:gd name="T13" fmla="*/ 101 h 46"/>
                  <a:gd name="T14" fmla="*/ 89 w 47"/>
                  <a:gd name="T15" fmla="*/ 102 h 46"/>
                  <a:gd name="T16" fmla="*/ 113 w 47"/>
                  <a:gd name="T17" fmla="*/ 91 h 46"/>
                  <a:gd name="T18" fmla="*/ 101 w 47"/>
                  <a:gd name="T19" fmla="*/ 72 h 46"/>
                  <a:gd name="T20" fmla="*/ 63 w 47"/>
                  <a:gd name="T21" fmla="*/ 12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46">
                    <a:moveTo>
                      <a:pt x="25" y="5"/>
                    </a:moveTo>
                    <a:cubicBezTo>
                      <a:pt x="22" y="0"/>
                      <a:pt x="19" y="4"/>
                      <a:pt x="17" y="5"/>
                    </a:cubicBezTo>
                    <a:cubicBezTo>
                      <a:pt x="12" y="8"/>
                      <a:pt x="13" y="8"/>
                      <a:pt x="12" y="10"/>
                    </a:cubicBezTo>
                    <a:cubicBezTo>
                      <a:pt x="10" y="12"/>
                      <a:pt x="7" y="14"/>
                      <a:pt x="7" y="18"/>
                    </a:cubicBezTo>
                    <a:cubicBezTo>
                      <a:pt x="2" y="24"/>
                      <a:pt x="0" y="28"/>
                      <a:pt x="3" y="33"/>
                    </a:cubicBezTo>
                    <a:cubicBezTo>
                      <a:pt x="7" y="40"/>
                      <a:pt x="6" y="36"/>
                      <a:pt x="13" y="39"/>
                    </a:cubicBezTo>
                    <a:cubicBezTo>
                      <a:pt x="19" y="42"/>
                      <a:pt x="21" y="46"/>
                      <a:pt x="26" y="43"/>
                    </a:cubicBezTo>
                    <a:cubicBezTo>
                      <a:pt x="31" y="41"/>
                      <a:pt x="27" y="44"/>
                      <a:pt x="35" y="44"/>
                    </a:cubicBezTo>
                    <a:cubicBezTo>
                      <a:pt x="42" y="43"/>
                      <a:pt x="47" y="44"/>
                      <a:pt x="45" y="39"/>
                    </a:cubicBezTo>
                    <a:cubicBezTo>
                      <a:pt x="44" y="34"/>
                      <a:pt x="44" y="33"/>
                      <a:pt x="40" y="31"/>
                    </a:cubicBezTo>
                    <a:cubicBezTo>
                      <a:pt x="36" y="28"/>
                      <a:pt x="35" y="8"/>
                      <a:pt x="25" y="5"/>
                    </a:cubicBezTo>
                    <a:close/>
                  </a:path>
                </a:pathLst>
              </a:custGeom>
              <a:solidFill>
                <a:srgbClr val="EFB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9" name="Freeform 158">
                <a:extLst>
                  <a:ext uri="{FF2B5EF4-FFF2-40B4-BE49-F238E27FC236}">
                    <a16:creationId xmlns:a16="http://schemas.microsoft.com/office/drawing/2014/main" id="{C9591AC7-45A1-4FBF-9275-B1B519B5A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1515"/>
                <a:ext cx="32" cy="31"/>
              </a:xfrm>
              <a:custGeom>
                <a:avLst/>
                <a:gdLst>
                  <a:gd name="T0" fmla="*/ 48 w 24"/>
                  <a:gd name="T1" fmla="*/ 0 h 23"/>
                  <a:gd name="T2" fmla="*/ 37 w 24"/>
                  <a:gd name="T3" fmla="*/ 57 h 23"/>
                  <a:gd name="T4" fmla="*/ 55 w 24"/>
                  <a:gd name="T5" fmla="*/ 24 h 23"/>
                  <a:gd name="T6" fmla="*/ 57 w 2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20" y="0"/>
                    </a:moveTo>
                    <a:cubicBezTo>
                      <a:pt x="15" y="5"/>
                      <a:pt x="0" y="22"/>
                      <a:pt x="16" y="23"/>
                    </a:cubicBezTo>
                    <a:cubicBezTo>
                      <a:pt x="13" y="17"/>
                      <a:pt x="17" y="10"/>
                      <a:pt x="23" y="10"/>
                    </a:cubicBezTo>
                    <a:cubicBezTo>
                      <a:pt x="21" y="8"/>
                      <a:pt x="19" y="1"/>
                      <a:pt x="24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0" name="Freeform 159">
                <a:extLst>
                  <a:ext uri="{FF2B5EF4-FFF2-40B4-BE49-F238E27FC236}">
                    <a16:creationId xmlns:a16="http://schemas.microsoft.com/office/drawing/2014/main" id="{2F1D2FD0-5D39-4D98-BBCE-DBE6891D8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435"/>
                <a:ext cx="43" cy="120"/>
              </a:xfrm>
              <a:custGeom>
                <a:avLst/>
                <a:gdLst>
                  <a:gd name="T0" fmla="*/ 78 w 32"/>
                  <a:gd name="T1" fmla="*/ 63 h 89"/>
                  <a:gd name="T2" fmla="*/ 75 w 32"/>
                  <a:gd name="T3" fmla="*/ 16 h 89"/>
                  <a:gd name="T4" fmla="*/ 1 w 32"/>
                  <a:gd name="T5" fmla="*/ 27 h 89"/>
                  <a:gd name="T6" fmla="*/ 7 w 32"/>
                  <a:gd name="T7" fmla="*/ 119 h 89"/>
                  <a:gd name="T8" fmla="*/ 0 w 32"/>
                  <a:gd name="T9" fmla="*/ 218 h 89"/>
                  <a:gd name="T10" fmla="*/ 0 w 32"/>
                  <a:gd name="T11" fmla="*/ 218 h 89"/>
                  <a:gd name="T12" fmla="*/ 23 w 32"/>
                  <a:gd name="T13" fmla="*/ 198 h 89"/>
                  <a:gd name="T14" fmla="*/ 43 w 32"/>
                  <a:gd name="T15" fmla="*/ 178 h 89"/>
                  <a:gd name="T16" fmla="*/ 73 w 32"/>
                  <a:gd name="T17" fmla="*/ 171 h 89"/>
                  <a:gd name="T18" fmla="*/ 70 w 32"/>
                  <a:gd name="T19" fmla="*/ 147 h 89"/>
                  <a:gd name="T20" fmla="*/ 78 w 32"/>
                  <a:gd name="T21" fmla="*/ 63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89">
                    <a:moveTo>
                      <a:pt x="32" y="26"/>
                    </a:moveTo>
                    <a:cubicBezTo>
                      <a:pt x="32" y="18"/>
                      <a:pt x="31" y="10"/>
                      <a:pt x="31" y="7"/>
                    </a:cubicBezTo>
                    <a:cubicBezTo>
                      <a:pt x="27" y="1"/>
                      <a:pt x="8" y="0"/>
                      <a:pt x="1" y="11"/>
                    </a:cubicBezTo>
                    <a:cubicBezTo>
                      <a:pt x="3" y="27"/>
                      <a:pt x="3" y="44"/>
                      <a:pt x="3" y="48"/>
                    </a:cubicBezTo>
                    <a:cubicBezTo>
                      <a:pt x="3" y="54"/>
                      <a:pt x="5" y="78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4" y="85"/>
                      <a:pt x="6" y="85"/>
                      <a:pt x="10" y="81"/>
                    </a:cubicBezTo>
                    <a:cubicBezTo>
                      <a:pt x="15" y="77"/>
                      <a:pt x="12" y="75"/>
                      <a:pt x="18" y="73"/>
                    </a:cubicBezTo>
                    <a:cubicBezTo>
                      <a:pt x="23" y="71"/>
                      <a:pt x="24" y="72"/>
                      <a:pt x="30" y="70"/>
                    </a:cubicBezTo>
                    <a:cubicBezTo>
                      <a:pt x="29" y="67"/>
                      <a:pt x="29" y="64"/>
                      <a:pt x="29" y="60"/>
                    </a:cubicBezTo>
                    <a:cubicBezTo>
                      <a:pt x="28" y="50"/>
                      <a:pt x="28" y="37"/>
                      <a:pt x="32" y="2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1" name="Freeform 160">
                <a:extLst>
                  <a:ext uri="{FF2B5EF4-FFF2-40B4-BE49-F238E27FC236}">
                    <a16:creationId xmlns:a16="http://schemas.microsoft.com/office/drawing/2014/main" id="{1C46E0F2-BCD9-40A2-9E30-3251EBF0E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661"/>
                <a:ext cx="39" cy="39"/>
              </a:xfrm>
              <a:custGeom>
                <a:avLst/>
                <a:gdLst>
                  <a:gd name="T0" fmla="*/ 16 w 29"/>
                  <a:gd name="T1" fmla="*/ 1 h 29"/>
                  <a:gd name="T2" fmla="*/ 0 w 29"/>
                  <a:gd name="T3" fmla="*/ 0 h 29"/>
                  <a:gd name="T4" fmla="*/ 7 w 29"/>
                  <a:gd name="T5" fmla="*/ 54 h 29"/>
                  <a:gd name="T6" fmla="*/ 70 w 29"/>
                  <a:gd name="T7" fmla="*/ 58 h 29"/>
                  <a:gd name="T8" fmla="*/ 70 w 29"/>
                  <a:gd name="T9" fmla="*/ 51 h 29"/>
                  <a:gd name="T10" fmla="*/ 16 w 29"/>
                  <a:gd name="T11" fmla="*/ 1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9">
                    <a:moveTo>
                      <a:pt x="7" y="1"/>
                    </a:moveTo>
                    <a:cubicBezTo>
                      <a:pt x="2" y="0"/>
                      <a:pt x="1" y="1"/>
                      <a:pt x="0" y="0"/>
                    </a:cubicBezTo>
                    <a:cubicBezTo>
                      <a:pt x="2" y="9"/>
                      <a:pt x="0" y="16"/>
                      <a:pt x="3" y="22"/>
                    </a:cubicBezTo>
                    <a:cubicBezTo>
                      <a:pt x="5" y="27"/>
                      <a:pt x="26" y="29"/>
                      <a:pt x="29" y="24"/>
                    </a:cubicBezTo>
                    <a:cubicBezTo>
                      <a:pt x="29" y="24"/>
                      <a:pt x="29" y="22"/>
                      <a:pt x="29" y="21"/>
                    </a:cubicBezTo>
                    <a:cubicBezTo>
                      <a:pt x="20" y="16"/>
                      <a:pt x="12" y="10"/>
                      <a:pt x="7" y="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2" name="Freeform 161">
                <a:extLst>
                  <a:ext uri="{FF2B5EF4-FFF2-40B4-BE49-F238E27FC236}">
                    <a16:creationId xmlns:a16="http://schemas.microsoft.com/office/drawing/2014/main" id="{66B74700-E4B0-4907-BE46-03C882198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473"/>
                <a:ext cx="54" cy="36"/>
              </a:xfrm>
              <a:custGeom>
                <a:avLst/>
                <a:gdLst>
                  <a:gd name="T0" fmla="*/ 0 w 40"/>
                  <a:gd name="T1" fmla="*/ 1 h 27"/>
                  <a:gd name="T2" fmla="*/ 5 w 40"/>
                  <a:gd name="T3" fmla="*/ 1 h 27"/>
                  <a:gd name="T4" fmla="*/ 22 w 40"/>
                  <a:gd name="T5" fmla="*/ 0 h 27"/>
                  <a:gd name="T6" fmla="*/ 26 w 40"/>
                  <a:gd name="T7" fmla="*/ 0 h 27"/>
                  <a:gd name="T8" fmla="*/ 26 w 40"/>
                  <a:gd name="T9" fmla="*/ 0 h 27"/>
                  <a:gd name="T10" fmla="*/ 42 w 40"/>
                  <a:gd name="T11" fmla="*/ 0 h 27"/>
                  <a:gd name="T12" fmla="*/ 42 w 40"/>
                  <a:gd name="T13" fmla="*/ 0 h 27"/>
                  <a:gd name="T14" fmla="*/ 43 w 40"/>
                  <a:gd name="T15" fmla="*/ 0 h 27"/>
                  <a:gd name="T16" fmla="*/ 43 w 40"/>
                  <a:gd name="T17" fmla="*/ 0 h 27"/>
                  <a:gd name="T18" fmla="*/ 47 w 40"/>
                  <a:gd name="T19" fmla="*/ 0 h 27"/>
                  <a:gd name="T20" fmla="*/ 49 w 40"/>
                  <a:gd name="T21" fmla="*/ 0 h 27"/>
                  <a:gd name="T22" fmla="*/ 51 w 40"/>
                  <a:gd name="T23" fmla="*/ 0 h 27"/>
                  <a:gd name="T24" fmla="*/ 51 w 40"/>
                  <a:gd name="T25" fmla="*/ 0 h 27"/>
                  <a:gd name="T26" fmla="*/ 55 w 40"/>
                  <a:gd name="T27" fmla="*/ 1 h 27"/>
                  <a:gd name="T28" fmla="*/ 57 w 40"/>
                  <a:gd name="T29" fmla="*/ 1 h 27"/>
                  <a:gd name="T30" fmla="*/ 58 w 40"/>
                  <a:gd name="T31" fmla="*/ 1 h 27"/>
                  <a:gd name="T32" fmla="*/ 58 w 40"/>
                  <a:gd name="T33" fmla="*/ 1 h 27"/>
                  <a:gd name="T34" fmla="*/ 62 w 40"/>
                  <a:gd name="T35" fmla="*/ 1 h 27"/>
                  <a:gd name="T36" fmla="*/ 62 w 40"/>
                  <a:gd name="T37" fmla="*/ 1 h 27"/>
                  <a:gd name="T38" fmla="*/ 77 w 40"/>
                  <a:gd name="T39" fmla="*/ 9 h 27"/>
                  <a:gd name="T40" fmla="*/ 93 w 40"/>
                  <a:gd name="T41" fmla="*/ 21 h 27"/>
                  <a:gd name="T42" fmla="*/ 84 w 40"/>
                  <a:gd name="T43" fmla="*/ 64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" h="27">
                    <a:moveTo>
                      <a:pt x="0" y="1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3" y="1"/>
                      <a:pt x="6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2" y="0"/>
                      <a:pt x="14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2" y="1"/>
                      <a:pt x="22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7" y="2"/>
                      <a:pt x="29" y="3"/>
                      <a:pt x="31" y="4"/>
                    </a:cubicBezTo>
                    <a:cubicBezTo>
                      <a:pt x="34" y="5"/>
                      <a:pt x="36" y="7"/>
                      <a:pt x="38" y="9"/>
                    </a:cubicBezTo>
                    <a:cubicBezTo>
                      <a:pt x="40" y="16"/>
                      <a:pt x="40" y="23"/>
                      <a:pt x="34" y="2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3" name="Freeform 162">
                <a:extLst>
                  <a:ext uri="{FF2B5EF4-FFF2-40B4-BE49-F238E27FC236}">
                    <a16:creationId xmlns:a16="http://schemas.microsoft.com/office/drawing/2014/main" id="{6FE370FA-62DE-491E-A7F1-C3BF3F861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524"/>
                <a:ext cx="206" cy="184"/>
              </a:xfrm>
              <a:custGeom>
                <a:avLst/>
                <a:gdLst>
                  <a:gd name="T0" fmla="*/ 106 w 153"/>
                  <a:gd name="T1" fmla="*/ 9 h 137"/>
                  <a:gd name="T2" fmla="*/ 104 w 153"/>
                  <a:gd name="T3" fmla="*/ 36 h 137"/>
                  <a:gd name="T4" fmla="*/ 73 w 153"/>
                  <a:gd name="T5" fmla="*/ 86 h 137"/>
                  <a:gd name="T6" fmla="*/ 32 w 153"/>
                  <a:gd name="T7" fmla="*/ 133 h 137"/>
                  <a:gd name="T8" fmla="*/ 12 w 153"/>
                  <a:gd name="T9" fmla="*/ 163 h 137"/>
                  <a:gd name="T10" fmla="*/ 1 w 153"/>
                  <a:gd name="T11" fmla="*/ 204 h 137"/>
                  <a:gd name="T12" fmla="*/ 7 w 153"/>
                  <a:gd name="T13" fmla="*/ 240 h 137"/>
                  <a:gd name="T14" fmla="*/ 9 w 153"/>
                  <a:gd name="T15" fmla="*/ 248 h 137"/>
                  <a:gd name="T16" fmla="*/ 193 w 153"/>
                  <a:gd name="T17" fmla="*/ 325 h 137"/>
                  <a:gd name="T18" fmla="*/ 288 w 153"/>
                  <a:gd name="T19" fmla="*/ 330 h 137"/>
                  <a:gd name="T20" fmla="*/ 330 w 153"/>
                  <a:gd name="T21" fmla="*/ 309 h 137"/>
                  <a:gd name="T22" fmla="*/ 350 w 153"/>
                  <a:gd name="T23" fmla="*/ 285 h 137"/>
                  <a:gd name="T24" fmla="*/ 339 w 153"/>
                  <a:gd name="T25" fmla="*/ 126 h 137"/>
                  <a:gd name="T26" fmla="*/ 294 w 153"/>
                  <a:gd name="T27" fmla="*/ 64 h 137"/>
                  <a:gd name="T28" fmla="*/ 273 w 153"/>
                  <a:gd name="T29" fmla="*/ 68 h 137"/>
                  <a:gd name="T30" fmla="*/ 252 w 153"/>
                  <a:gd name="T31" fmla="*/ 64 h 137"/>
                  <a:gd name="T32" fmla="*/ 219 w 153"/>
                  <a:gd name="T33" fmla="*/ 56 h 137"/>
                  <a:gd name="T34" fmla="*/ 195 w 153"/>
                  <a:gd name="T35" fmla="*/ 42 h 137"/>
                  <a:gd name="T36" fmla="*/ 195 w 153"/>
                  <a:gd name="T37" fmla="*/ 20 h 137"/>
                  <a:gd name="T38" fmla="*/ 205 w 153"/>
                  <a:gd name="T39" fmla="*/ 5 h 137"/>
                  <a:gd name="T40" fmla="*/ 205 w 153"/>
                  <a:gd name="T41" fmla="*/ 5 h 137"/>
                  <a:gd name="T42" fmla="*/ 205 w 153"/>
                  <a:gd name="T43" fmla="*/ 0 h 13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53" h="137">
                    <a:moveTo>
                      <a:pt x="44" y="4"/>
                    </a:moveTo>
                    <a:cubicBezTo>
                      <a:pt x="45" y="6"/>
                      <a:pt x="44" y="10"/>
                      <a:pt x="42" y="15"/>
                    </a:cubicBezTo>
                    <a:cubicBezTo>
                      <a:pt x="45" y="22"/>
                      <a:pt x="31" y="22"/>
                      <a:pt x="30" y="36"/>
                    </a:cubicBezTo>
                    <a:cubicBezTo>
                      <a:pt x="30" y="42"/>
                      <a:pt x="21" y="56"/>
                      <a:pt x="13" y="55"/>
                    </a:cubicBezTo>
                    <a:cubicBezTo>
                      <a:pt x="14" y="61"/>
                      <a:pt x="12" y="60"/>
                      <a:pt x="5" y="67"/>
                    </a:cubicBezTo>
                    <a:cubicBezTo>
                      <a:pt x="5" y="77"/>
                      <a:pt x="6" y="76"/>
                      <a:pt x="1" y="84"/>
                    </a:cubicBezTo>
                    <a:cubicBezTo>
                      <a:pt x="1" y="90"/>
                      <a:pt x="0" y="97"/>
                      <a:pt x="3" y="99"/>
                    </a:cubicBezTo>
                    <a:cubicBezTo>
                      <a:pt x="5" y="101"/>
                      <a:pt x="5" y="101"/>
                      <a:pt x="4" y="103"/>
                    </a:cubicBezTo>
                    <a:cubicBezTo>
                      <a:pt x="20" y="131"/>
                      <a:pt x="66" y="134"/>
                      <a:pt x="79" y="134"/>
                    </a:cubicBezTo>
                    <a:cubicBezTo>
                      <a:pt x="92" y="134"/>
                      <a:pt x="111" y="137"/>
                      <a:pt x="118" y="136"/>
                    </a:cubicBezTo>
                    <a:cubicBezTo>
                      <a:pt x="125" y="135"/>
                      <a:pt x="130" y="131"/>
                      <a:pt x="135" y="127"/>
                    </a:cubicBezTo>
                    <a:cubicBezTo>
                      <a:pt x="137" y="125"/>
                      <a:pt x="137" y="125"/>
                      <a:pt x="143" y="118"/>
                    </a:cubicBezTo>
                    <a:cubicBezTo>
                      <a:pt x="153" y="103"/>
                      <a:pt x="144" y="64"/>
                      <a:pt x="139" y="52"/>
                    </a:cubicBezTo>
                    <a:cubicBezTo>
                      <a:pt x="135" y="42"/>
                      <a:pt x="127" y="35"/>
                      <a:pt x="120" y="27"/>
                    </a:cubicBezTo>
                    <a:cubicBezTo>
                      <a:pt x="119" y="28"/>
                      <a:pt x="115" y="28"/>
                      <a:pt x="112" y="28"/>
                    </a:cubicBezTo>
                    <a:cubicBezTo>
                      <a:pt x="104" y="28"/>
                      <a:pt x="108" y="25"/>
                      <a:pt x="103" y="27"/>
                    </a:cubicBezTo>
                    <a:cubicBezTo>
                      <a:pt x="98" y="30"/>
                      <a:pt x="96" y="26"/>
                      <a:pt x="90" y="23"/>
                    </a:cubicBezTo>
                    <a:cubicBezTo>
                      <a:pt x="83" y="20"/>
                      <a:pt x="84" y="24"/>
                      <a:pt x="80" y="17"/>
                    </a:cubicBezTo>
                    <a:cubicBezTo>
                      <a:pt x="78" y="14"/>
                      <a:pt x="78" y="11"/>
                      <a:pt x="80" y="8"/>
                    </a:cubicBezTo>
                    <a:cubicBezTo>
                      <a:pt x="80" y="6"/>
                      <a:pt x="81" y="5"/>
                      <a:pt x="84" y="2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4" y="1"/>
                      <a:pt x="84" y="0"/>
                      <a:pt x="8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4" name="Freeform 163">
                <a:extLst>
                  <a:ext uri="{FF2B5EF4-FFF2-40B4-BE49-F238E27FC236}">
                    <a16:creationId xmlns:a16="http://schemas.microsoft.com/office/drawing/2014/main" id="{E64B2D11-F7C1-4664-83B2-14483214D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562"/>
                <a:ext cx="105" cy="103"/>
              </a:xfrm>
              <a:custGeom>
                <a:avLst/>
                <a:gdLst>
                  <a:gd name="T0" fmla="*/ 77 w 78"/>
                  <a:gd name="T1" fmla="*/ 16 h 77"/>
                  <a:gd name="T2" fmla="*/ 24 w 78"/>
                  <a:gd name="T3" fmla="*/ 94 h 77"/>
                  <a:gd name="T4" fmla="*/ 27 w 78"/>
                  <a:gd name="T5" fmla="*/ 185 h 77"/>
                  <a:gd name="T6" fmla="*/ 71 w 78"/>
                  <a:gd name="T7" fmla="*/ 80 h 77"/>
                  <a:gd name="T8" fmla="*/ 190 w 78"/>
                  <a:gd name="T9" fmla="*/ 31 h 77"/>
                  <a:gd name="T10" fmla="*/ 83 w 78"/>
                  <a:gd name="T11" fmla="*/ 9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7">
                    <a:moveTo>
                      <a:pt x="31" y="7"/>
                    </a:moveTo>
                    <a:cubicBezTo>
                      <a:pt x="33" y="21"/>
                      <a:pt x="15" y="28"/>
                      <a:pt x="10" y="39"/>
                    </a:cubicBezTo>
                    <a:cubicBezTo>
                      <a:pt x="4" y="52"/>
                      <a:pt x="0" y="64"/>
                      <a:pt x="11" y="77"/>
                    </a:cubicBezTo>
                    <a:cubicBezTo>
                      <a:pt x="4" y="64"/>
                      <a:pt x="23" y="43"/>
                      <a:pt x="29" y="34"/>
                    </a:cubicBezTo>
                    <a:cubicBezTo>
                      <a:pt x="39" y="20"/>
                      <a:pt x="60" y="9"/>
                      <a:pt x="78" y="13"/>
                    </a:cubicBezTo>
                    <a:cubicBezTo>
                      <a:pt x="66" y="2"/>
                      <a:pt x="51" y="0"/>
                      <a:pt x="34" y="4"/>
                    </a:cubicBezTo>
                  </a:path>
                </a:pathLst>
              </a:custGeom>
              <a:solidFill>
                <a:srgbClr val="FCEE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5" name="Freeform 164">
                <a:extLst>
                  <a:ext uri="{FF2B5EF4-FFF2-40B4-BE49-F238E27FC236}">
                    <a16:creationId xmlns:a16="http://schemas.microsoft.com/office/drawing/2014/main" id="{E6A9F49B-091C-4C78-A4B2-8EB560F4A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603"/>
                <a:ext cx="127" cy="101"/>
              </a:xfrm>
              <a:custGeom>
                <a:avLst/>
                <a:gdLst>
                  <a:gd name="T0" fmla="*/ 0 w 95"/>
                  <a:gd name="T1" fmla="*/ 162 h 75"/>
                  <a:gd name="T2" fmla="*/ 110 w 95"/>
                  <a:gd name="T3" fmla="*/ 176 h 75"/>
                  <a:gd name="T4" fmla="*/ 175 w 95"/>
                  <a:gd name="T5" fmla="*/ 171 h 75"/>
                  <a:gd name="T6" fmla="*/ 219 w 95"/>
                  <a:gd name="T7" fmla="*/ 127 h 75"/>
                  <a:gd name="T8" fmla="*/ 206 w 95"/>
                  <a:gd name="T9" fmla="*/ 0 h 75"/>
                  <a:gd name="T10" fmla="*/ 190 w 95"/>
                  <a:gd name="T11" fmla="*/ 120 h 75"/>
                  <a:gd name="T12" fmla="*/ 0 w 95"/>
                  <a:gd name="T13" fmla="*/ 162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75">
                    <a:moveTo>
                      <a:pt x="0" y="66"/>
                    </a:moveTo>
                    <a:cubicBezTo>
                      <a:pt x="15" y="69"/>
                      <a:pt x="34" y="69"/>
                      <a:pt x="46" y="72"/>
                    </a:cubicBezTo>
                    <a:cubicBezTo>
                      <a:pt x="58" y="74"/>
                      <a:pt x="64" y="75"/>
                      <a:pt x="73" y="70"/>
                    </a:cubicBezTo>
                    <a:cubicBezTo>
                      <a:pt x="82" y="65"/>
                      <a:pt x="89" y="59"/>
                      <a:pt x="92" y="52"/>
                    </a:cubicBezTo>
                    <a:cubicBezTo>
                      <a:pt x="95" y="45"/>
                      <a:pt x="94" y="12"/>
                      <a:pt x="86" y="0"/>
                    </a:cubicBezTo>
                    <a:cubicBezTo>
                      <a:pt x="88" y="13"/>
                      <a:pt x="92" y="33"/>
                      <a:pt x="79" y="49"/>
                    </a:cubicBezTo>
                    <a:cubicBezTo>
                      <a:pt x="66" y="66"/>
                      <a:pt x="16" y="73"/>
                      <a:pt x="0" y="66"/>
                    </a:cubicBezTo>
                    <a:close/>
                  </a:path>
                </a:pathLst>
              </a:custGeom>
              <a:solidFill>
                <a:srgbClr val="EFB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6" name="Freeform 165">
                <a:extLst>
                  <a:ext uri="{FF2B5EF4-FFF2-40B4-BE49-F238E27FC236}">
                    <a16:creationId xmlns:a16="http://schemas.microsoft.com/office/drawing/2014/main" id="{AC84686F-F2B4-4519-8243-670AD595FF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07" y="1558"/>
                <a:ext cx="198" cy="150"/>
              </a:xfrm>
              <a:custGeom>
                <a:avLst/>
                <a:gdLst>
                  <a:gd name="T0" fmla="*/ 85 w 147"/>
                  <a:gd name="T1" fmla="*/ 197 h 112"/>
                  <a:gd name="T2" fmla="*/ 62 w 147"/>
                  <a:gd name="T3" fmla="*/ 169 h 112"/>
                  <a:gd name="T4" fmla="*/ 36 w 147"/>
                  <a:gd name="T5" fmla="*/ 129 h 112"/>
                  <a:gd name="T6" fmla="*/ 47 w 147"/>
                  <a:gd name="T7" fmla="*/ 99 h 112"/>
                  <a:gd name="T8" fmla="*/ 62 w 147"/>
                  <a:gd name="T9" fmla="*/ 64 h 112"/>
                  <a:gd name="T10" fmla="*/ 77 w 147"/>
                  <a:gd name="T11" fmla="*/ 86 h 112"/>
                  <a:gd name="T12" fmla="*/ 79 w 147"/>
                  <a:gd name="T13" fmla="*/ 118 h 112"/>
                  <a:gd name="T14" fmla="*/ 132 w 147"/>
                  <a:gd name="T15" fmla="*/ 150 h 112"/>
                  <a:gd name="T16" fmla="*/ 85 w 147"/>
                  <a:gd name="T17" fmla="*/ 104 h 112"/>
                  <a:gd name="T18" fmla="*/ 78 w 147"/>
                  <a:gd name="T19" fmla="*/ 78 h 112"/>
                  <a:gd name="T20" fmla="*/ 90 w 147"/>
                  <a:gd name="T21" fmla="*/ 0 h 112"/>
                  <a:gd name="T22" fmla="*/ 63 w 147"/>
                  <a:gd name="T23" fmla="*/ 48 h 112"/>
                  <a:gd name="T24" fmla="*/ 48 w 147"/>
                  <a:gd name="T25" fmla="*/ 84 h 112"/>
                  <a:gd name="T26" fmla="*/ 30 w 147"/>
                  <a:gd name="T27" fmla="*/ 121 h 112"/>
                  <a:gd name="T28" fmla="*/ 16 w 147"/>
                  <a:gd name="T29" fmla="*/ 150 h 112"/>
                  <a:gd name="T30" fmla="*/ 15 w 147"/>
                  <a:gd name="T31" fmla="*/ 165 h 112"/>
                  <a:gd name="T32" fmla="*/ 32 w 147"/>
                  <a:gd name="T33" fmla="*/ 224 h 112"/>
                  <a:gd name="T34" fmla="*/ 30 w 147"/>
                  <a:gd name="T35" fmla="*/ 143 h 112"/>
                  <a:gd name="T36" fmla="*/ 47 w 147"/>
                  <a:gd name="T37" fmla="*/ 162 h 112"/>
                  <a:gd name="T38" fmla="*/ 62 w 147"/>
                  <a:gd name="T39" fmla="*/ 192 h 112"/>
                  <a:gd name="T40" fmla="*/ 106 w 147"/>
                  <a:gd name="T41" fmla="*/ 218 h 112"/>
                  <a:gd name="T42" fmla="*/ 114 w 147"/>
                  <a:gd name="T43" fmla="*/ 213 h 112"/>
                  <a:gd name="T44" fmla="*/ 325 w 147"/>
                  <a:gd name="T45" fmla="*/ 143 h 112"/>
                  <a:gd name="T46" fmla="*/ 315 w 147"/>
                  <a:gd name="T47" fmla="*/ 111 h 112"/>
                  <a:gd name="T48" fmla="*/ 279 w 147"/>
                  <a:gd name="T49" fmla="*/ 23 h 112"/>
                  <a:gd name="T50" fmla="*/ 310 w 147"/>
                  <a:gd name="T51" fmla="*/ 27 h 112"/>
                  <a:gd name="T52" fmla="*/ 287 w 147"/>
                  <a:gd name="T53" fmla="*/ 15 h 112"/>
                  <a:gd name="T54" fmla="*/ 240 w 147"/>
                  <a:gd name="T55" fmla="*/ 9 h 112"/>
                  <a:gd name="T56" fmla="*/ 298 w 147"/>
                  <a:gd name="T57" fmla="*/ 90 h 112"/>
                  <a:gd name="T58" fmla="*/ 288 w 147"/>
                  <a:gd name="T59" fmla="*/ 139 h 112"/>
                  <a:gd name="T60" fmla="*/ 261 w 147"/>
                  <a:gd name="T61" fmla="*/ 183 h 112"/>
                  <a:gd name="T62" fmla="*/ 294 w 147"/>
                  <a:gd name="T63" fmla="*/ 150 h 112"/>
                  <a:gd name="T64" fmla="*/ 308 w 147"/>
                  <a:gd name="T65" fmla="*/ 121 h 112"/>
                  <a:gd name="T66" fmla="*/ 319 w 147"/>
                  <a:gd name="T67" fmla="*/ 173 h 112"/>
                  <a:gd name="T68" fmla="*/ 283 w 147"/>
                  <a:gd name="T69" fmla="*/ 232 h 112"/>
                  <a:gd name="T70" fmla="*/ 249 w 147"/>
                  <a:gd name="T71" fmla="*/ 240 h 112"/>
                  <a:gd name="T72" fmla="*/ 198 w 147"/>
                  <a:gd name="T73" fmla="*/ 233 h 112"/>
                  <a:gd name="T74" fmla="*/ 230 w 147"/>
                  <a:gd name="T75" fmla="*/ 238 h 112"/>
                  <a:gd name="T76" fmla="*/ 276 w 147"/>
                  <a:gd name="T77" fmla="*/ 240 h 112"/>
                  <a:gd name="T78" fmla="*/ 315 w 147"/>
                  <a:gd name="T79" fmla="*/ 221 h 112"/>
                  <a:gd name="T80" fmla="*/ 282 w 147"/>
                  <a:gd name="T81" fmla="*/ 268 h 112"/>
                  <a:gd name="T82" fmla="*/ 315 w 147"/>
                  <a:gd name="T83" fmla="*/ 242 h 112"/>
                  <a:gd name="T84" fmla="*/ 330 w 147"/>
                  <a:gd name="T85" fmla="*/ 194 h 112"/>
                  <a:gd name="T86" fmla="*/ 352 w 147"/>
                  <a:gd name="T87" fmla="*/ 183 h 112"/>
                  <a:gd name="T88" fmla="*/ 360 w 147"/>
                  <a:gd name="T89" fmla="*/ 179 h 11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47" h="112">
                    <a:moveTo>
                      <a:pt x="47" y="89"/>
                    </a:moveTo>
                    <a:cubicBezTo>
                      <a:pt x="43" y="85"/>
                      <a:pt x="43" y="85"/>
                      <a:pt x="43" y="85"/>
                    </a:cubicBezTo>
                    <a:cubicBezTo>
                      <a:pt x="41" y="83"/>
                      <a:pt x="38" y="83"/>
                      <a:pt x="35" y="82"/>
                    </a:cubicBezTo>
                    <a:cubicBezTo>
                      <a:pt x="32" y="81"/>
                      <a:pt x="29" y="81"/>
                      <a:pt x="27" y="78"/>
                    </a:cubicBezTo>
                    <a:cubicBezTo>
                      <a:pt x="26" y="77"/>
                      <a:pt x="26" y="75"/>
                      <a:pt x="26" y="74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4" y="67"/>
                      <a:pt x="22" y="66"/>
                      <a:pt x="21" y="65"/>
                    </a:cubicBezTo>
                    <a:cubicBezTo>
                      <a:pt x="19" y="63"/>
                      <a:pt x="19" y="63"/>
                      <a:pt x="19" y="63"/>
                    </a:cubicBezTo>
                    <a:cubicBezTo>
                      <a:pt x="17" y="61"/>
                      <a:pt x="15" y="57"/>
                      <a:pt x="15" y="54"/>
                    </a:cubicBezTo>
                    <a:cubicBezTo>
                      <a:pt x="16" y="53"/>
                      <a:pt x="16" y="50"/>
                      <a:pt x="16" y="50"/>
                    </a:cubicBezTo>
                    <a:cubicBezTo>
                      <a:pt x="16" y="48"/>
                      <a:pt x="16" y="46"/>
                      <a:pt x="17" y="44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21" y="40"/>
                      <a:pt x="22" y="39"/>
                      <a:pt x="23" y="36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29"/>
                      <a:pt x="24" y="29"/>
                      <a:pt x="25" y="27"/>
                    </a:cubicBezTo>
                    <a:cubicBezTo>
                      <a:pt x="26" y="26"/>
                      <a:pt x="27" y="25"/>
                      <a:pt x="28" y="24"/>
                    </a:cubicBezTo>
                    <a:cubicBezTo>
                      <a:pt x="28" y="27"/>
                      <a:pt x="29" y="30"/>
                      <a:pt x="30" y="33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5"/>
                      <a:pt x="31" y="47"/>
                      <a:pt x="33" y="49"/>
                    </a:cubicBezTo>
                    <a:cubicBezTo>
                      <a:pt x="35" y="56"/>
                      <a:pt x="36" y="58"/>
                      <a:pt x="45" y="59"/>
                    </a:cubicBezTo>
                    <a:cubicBezTo>
                      <a:pt x="52" y="61"/>
                      <a:pt x="52" y="61"/>
                      <a:pt x="54" y="64"/>
                    </a:cubicBezTo>
                    <a:cubicBezTo>
                      <a:pt x="54" y="63"/>
                      <a:pt x="54" y="63"/>
                      <a:pt x="54" y="63"/>
                    </a:cubicBezTo>
                    <a:cubicBezTo>
                      <a:pt x="52" y="60"/>
                      <a:pt x="52" y="59"/>
                      <a:pt x="44" y="57"/>
                    </a:cubicBezTo>
                    <a:cubicBezTo>
                      <a:pt x="37" y="56"/>
                      <a:pt x="38" y="54"/>
                      <a:pt x="35" y="48"/>
                    </a:cubicBezTo>
                    <a:cubicBezTo>
                      <a:pt x="34" y="46"/>
                      <a:pt x="35" y="45"/>
                      <a:pt x="35" y="43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1" y="29"/>
                      <a:pt x="30" y="23"/>
                      <a:pt x="31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4" y="14"/>
                      <a:pt x="36" y="6"/>
                      <a:pt x="37" y="0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6"/>
                      <a:pt x="31" y="12"/>
                      <a:pt x="28" y="16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4" y="21"/>
                      <a:pt x="23" y="23"/>
                      <a:pt x="22" y="24"/>
                    </a:cubicBezTo>
                    <a:cubicBezTo>
                      <a:pt x="21" y="27"/>
                      <a:pt x="20" y="29"/>
                      <a:pt x="20" y="31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19" y="36"/>
                      <a:pt x="18" y="37"/>
                      <a:pt x="17" y="39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2" y="45"/>
                      <a:pt x="12" y="48"/>
                      <a:pt x="12" y="50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59"/>
                      <a:pt x="7" y="61"/>
                      <a:pt x="7" y="63"/>
                    </a:cubicBezTo>
                    <a:cubicBezTo>
                      <a:pt x="4" y="66"/>
                      <a:pt x="0" y="71"/>
                      <a:pt x="1" y="74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2" y="75"/>
                      <a:pt x="4" y="71"/>
                      <a:pt x="6" y="69"/>
                    </a:cubicBezTo>
                    <a:cubicBezTo>
                      <a:pt x="6" y="74"/>
                      <a:pt x="4" y="86"/>
                      <a:pt x="11" y="93"/>
                    </a:cubicBezTo>
                    <a:cubicBezTo>
                      <a:pt x="13" y="95"/>
                      <a:pt x="14" y="94"/>
                      <a:pt x="15" y="95"/>
                    </a:cubicBezTo>
                    <a:cubicBezTo>
                      <a:pt x="13" y="93"/>
                      <a:pt x="13" y="93"/>
                      <a:pt x="13" y="93"/>
                    </a:cubicBezTo>
                    <a:cubicBezTo>
                      <a:pt x="6" y="88"/>
                      <a:pt x="10" y="73"/>
                      <a:pt x="10" y="68"/>
                    </a:cubicBezTo>
                    <a:cubicBezTo>
                      <a:pt x="10" y="66"/>
                      <a:pt x="10" y="66"/>
                      <a:pt x="10" y="66"/>
                    </a:cubicBezTo>
                    <a:cubicBezTo>
                      <a:pt x="10" y="64"/>
                      <a:pt x="11" y="62"/>
                      <a:pt x="12" y="60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4" y="62"/>
                      <a:pt x="15" y="64"/>
                      <a:pt x="17" y="65"/>
                    </a:cubicBezTo>
                    <a:cubicBezTo>
                      <a:pt x="17" y="65"/>
                      <a:pt x="19" y="67"/>
                      <a:pt x="19" y="67"/>
                    </a:cubicBezTo>
                    <a:cubicBezTo>
                      <a:pt x="20" y="68"/>
                      <a:pt x="21" y="69"/>
                      <a:pt x="22" y="71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3" y="76"/>
                      <a:pt x="23" y="78"/>
                      <a:pt x="25" y="80"/>
                    </a:cubicBezTo>
                    <a:cubicBezTo>
                      <a:pt x="27" y="83"/>
                      <a:pt x="31" y="84"/>
                      <a:pt x="35" y="85"/>
                    </a:cubicBezTo>
                    <a:cubicBezTo>
                      <a:pt x="37" y="85"/>
                      <a:pt x="40" y="86"/>
                      <a:pt x="42" y="88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7" y="95"/>
                      <a:pt x="51" y="100"/>
                      <a:pt x="65" y="101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52" y="99"/>
                      <a:pt x="49" y="93"/>
                      <a:pt x="47" y="89"/>
                    </a:cubicBezTo>
                    <a:close/>
                    <a:moveTo>
                      <a:pt x="147" y="75"/>
                    </a:moveTo>
                    <a:cubicBezTo>
                      <a:pt x="146" y="70"/>
                      <a:pt x="141" y="66"/>
                      <a:pt x="136" y="62"/>
                    </a:cubicBezTo>
                    <a:cubicBezTo>
                      <a:pt x="133" y="60"/>
                      <a:pt x="133" y="60"/>
                      <a:pt x="133" y="60"/>
                    </a:cubicBezTo>
                    <a:cubicBezTo>
                      <a:pt x="133" y="59"/>
                      <a:pt x="132" y="58"/>
                      <a:pt x="132" y="57"/>
                    </a:cubicBezTo>
                    <a:cubicBezTo>
                      <a:pt x="130" y="52"/>
                      <a:pt x="130" y="52"/>
                      <a:pt x="130" y="52"/>
                    </a:cubicBezTo>
                    <a:cubicBezTo>
                      <a:pt x="129" y="46"/>
                      <a:pt x="129" y="46"/>
                      <a:pt x="129" y="46"/>
                    </a:cubicBezTo>
                    <a:cubicBezTo>
                      <a:pt x="128" y="42"/>
                      <a:pt x="128" y="37"/>
                      <a:pt x="125" y="33"/>
                    </a:cubicBezTo>
                    <a:cubicBezTo>
                      <a:pt x="121" y="27"/>
                      <a:pt x="119" y="23"/>
                      <a:pt x="117" y="16"/>
                    </a:cubicBezTo>
                    <a:cubicBezTo>
                      <a:pt x="116" y="14"/>
                      <a:pt x="115" y="12"/>
                      <a:pt x="114" y="10"/>
                    </a:cubicBezTo>
                    <a:cubicBezTo>
                      <a:pt x="115" y="10"/>
                      <a:pt x="117" y="10"/>
                      <a:pt x="118" y="9"/>
                    </a:cubicBezTo>
                    <a:cubicBezTo>
                      <a:pt x="120" y="9"/>
                      <a:pt x="123" y="8"/>
                      <a:pt x="124" y="9"/>
                    </a:cubicBezTo>
                    <a:cubicBezTo>
                      <a:pt x="125" y="9"/>
                      <a:pt x="126" y="9"/>
                      <a:pt x="127" y="11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0"/>
                      <a:pt x="127" y="7"/>
                      <a:pt x="126" y="6"/>
                    </a:cubicBezTo>
                    <a:cubicBezTo>
                      <a:pt x="124" y="5"/>
                      <a:pt x="121" y="5"/>
                      <a:pt x="117" y="6"/>
                    </a:cubicBezTo>
                    <a:cubicBezTo>
                      <a:pt x="115" y="7"/>
                      <a:pt x="112" y="7"/>
                      <a:pt x="111" y="7"/>
                    </a:cubicBezTo>
                    <a:cubicBezTo>
                      <a:pt x="109" y="5"/>
                      <a:pt x="107" y="3"/>
                      <a:pt x="104" y="1"/>
                    </a:cubicBezTo>
                    <a:cubicBezTo>
                      <a:pt x="98" y="4"/>
                      <a:pt x="98" y="4"/>
                      <a:pt x="98" y="4"/>
                    </a:cubicBezTo>
                    <a:cubicBezTo>
                      <a:pt x="104" y="7"/>
                      <a:pt x="111" y="13"/>
                      <a:pt x="113" y="18"/>
                    </a:cubicBezTo>
                    <a:cubicBezTo>
                      <a:pt x="115" y="25"/>
                      <a:pt x="117" y="28"/>
                      <a:pt x="121" y="35"/>
                    </a:cubicBezTo>
                    <a:cubicBezTo>
                      <a:pt x="122" y="36"/>
                      <a:pt x="122" y="36"/>
                      <a:pt x="122" y="37"/>
                    </a:cubicBezTo>
                    <a:cubicBezTo>
                      <a:pt x="123" y="40"/>
                      <a:pt x="124" y="43"/>
                      <a:pt x="124" y="46"/>
                    </a:cubicBezTo>
                    <a:cubicBezTo>
                      <a:pt x="124" y="49"/>
                      <a:pt x="122" y="51"/>
                      <a:pt x="121" y="53"/>
                    </a:cubicBezTo>
                    <a:cubicBezTo>
                      <a:pt x="118" y="58"/>
                      <a:pt x="118" y="58"/>
                      <a:pt x="118" y="58"/>
                    </a:cubicBezTo>
                    <a:cubicBezTo>
                      <a:pt x="117" y="59"/>
                      <a:pt x="117" y="61"/>
                      <a:pt x="117" y="63"/>
                    </a:cubicBezTo>
                    <a:cubicBezTo>
                      <a:pt x="117" y="65"/>
                      <a:pt x="117" y="67"/>
                      <a:pt x="116" y="69"/>
                    </a:cubicBezTo>
                    <a:cubicBezTo>
                      <a:pt x="114" y="71"/>
                      <a:pt x="111" y="76"/>
                      <a:pt x="107" y="76"/>
                    </a:cubicBezTo>
                    <a:cubicBezTo>
                      <a:pt x="108" y="77"/>
                      <a:pt x="108" y="77"/>
                      <a:pt x="108" y="77"/>
                    </a:cubicBezTo>
                    <a:cubicBezTo>
                      <a:pt x="111" y="76"/>
                      <a:pt x="116" y="74"/>
                      <a:pt x="118" y="70"/>
                    </a:cubicBezTo>
                    <a:cubicBezTo>
                      <a:pt x="120" y="68"/>
                      <a:pt x="120" y="66"/>
                      <a:pt x="120" y="63"/>
                    </a:cubicBezTo>
                    <a:cubicBezTo>
                      <a:pt x="120" y="62"/>
                      <a:pt x="120" y="60"/>
                      <a:pt x="120" y="59"/>
                    </a:cubicBezTo>
                    <a:cubicBezTo>
                      <a:pt x="123" y="55"/>
                      <a:pt x="123" y="55"/>
                      <a:pt x="123" y="55"/>
                    </a:cubicBezTo>
                    <a:cubicBezTo>
                      <a:pt x="124" y="53"/>
                      <a:pt x="125" y="52"/>
                      <a:pt x="126" y="50"/>
                    </a:cubicBezTo>
                    <a:cubicBezTo>
                      <a:pt x="127" y="53"/>
                      <a:pt x="127" y="53"/>
                      <a:pt x="127" y="53"/>
                    </a:cubicBezTo>
                    <a:cubicBezTo>
                      <a:pt x="128" y="59"/>
                      <a:pt x="128" y="59"/>
                      <a:pt x="128" y="59"/>
                    </a:cubicBezTo>
                    <a:cubicBezTo>
                      <a:pt x="130" y="63"/>
                      <a:pt x="131" y="67"/>
                      <a:pt x="131" y="72"/>
                    </a:cubicBezTo>
                    <a:cubicBezTo>
                      <a:pt x="131" y="76"/>
                      <a:pt x="132" y="82"/>
                      <a:pt x="131" y="86"/>
                    </a:cubicBezTo>
                    <a:cubicBezTo>
                      <a:pt x="128" y="90"/>
                      <a:pt x="124" y="93"/>
                      <a:pt x="121" y="95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2" y="97"/>
                      <a:pt x="112" y="97"/>
                      <a:pt x="112" y="97"/>
                    </a:cubicBezTo>
                    <a:cubicBezTo>
                      <a:pt x="108" y="98"/>
                      <a:pt x="108" y="98"/>
                      <a:pt x="108" y="98"/>
                    </a:cubicBezTo>
                    <a:cubicBezTo>
                      <a:pt x="106" y="99"/>
                      <a:pt x="104" y="100"/>
                      <a:pt x="102" y="100"/>
                    </a:cubicBezTo>
                    <a:cubicBezTo>
                      <a:pt x="100" y="100"/>
                      <a:pt x="98" y="99"/>
                      <a:pt x="96" y="98"/>
                    </a:cubicBezTo>
                    <a:cubicBezTo>
                      <a:pt x="91" y="96"/>
                      <a:pt x="91" y="96"/>
                      <a:pt x="91" y="96"/>
                    </a:cubicBezTo>
                    <a:cubicBezTo>
                      <a:pt x="87" y="95"/>
                      <a:pt x="84" y="96"/>
                      <a:pt x="81" y="97"/>
                    </a:cubicBezTo>
                    <a:cubicBezTo>
                      <a:pt x="81" y="98"/>
                      <a:pt x="81" y="98"/>
                      <a:pt x="81" y="98"/>
                    </a:cubicBezTo>
                    <a:cubicBezTo>
                      <a:pt x="84" y="97"/>
                      <a:pt x="86" y="97"/>
                      <a:pt x="89" y="97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6" y="101"/>
                      <a:pt x="99" y="103"/>
                      <a:pt x="102" y="103"/>
                    </a:cubicBezTo>
                    <a:cubicBezTo>
                      <a:pt x="105" y="103"/>
                      <a:pt x="107" y="102"/>
                      <a:pt x="110" y="101"/>
                    </a:cubicBezTo>
                    <a:cubicBezTo>
                      <a:pt x="113" y="100"/>
                      <a:pt x="113" y="100"/>
                      <a:pt x="113" y="100"/>
                    </a:cubicBezTo>
                    <a:cubicBezTo>
                      <a:pt x="117" y="99"/>
                      <a:pt x="117" y="99"/>
                      <a:pt x="117" y="99"/>
                    </a:cubicBezTo>
                    <a:cubicBezTo>
                      <a:pt x="122" y="97"/>
                      <a:pt x="122" y="97"/>
                      <a:pt x="122" y="97"/>
                    </a:cubicBezTo>
                    <a:cubicBezTo>
                      <a:pt x="124" y="97"/>
                      <a:pt x="127" y="95"/>
                      <a:pt x="129" y="92"/>
                    </a:cubicBezTo>
                    <a:cubicBezTo>
                      <a:pt x="128" y="95"/>
                      <a:pt x="127" y="97"/>
                      <a:pt x="126" y="99"/>
                    </a:cubicBezTo>
                    <a:cubicBezTo>
                      <a:pt x="124" y="102"/>
                      <a:pt x="124" y="102"/>
                      <a:pt x="124" y="102"/>
                    </a:cubicBezTo>
                    <a:cubicBezTo>
                      <a:pt x="121" y="106"/>
                      <a:pt x="118" y="112"/>
                      <a:pt x="115" y="111"/>
                    </a:cubicBezTo>
                    <a:cubicBezTo>
                      <a:pt x="115" y="111"/>
                      <a:pt x="115" y="111"/>
                      <a:pt x="115" y="111"/>
                    </a:cubicBezTo>
                    <a:cubicBezTo>
                      <a:pt x="121" y="112"/>
                      <a:pt x="125" y="108"/>
                      <a:pt x="127" y="104"/>
                    </a:cubicBezTo>
                    <a:cubicBezTo>
                      <a:pt x="129" y="101"/>
                      <a:pt x="129" y="101"/>
                      <a:pt x="129" y="101"/>
                    </a:cubicBezTo>
                    <a:cubicBezTo>
                      <a:pt x="133" y="96"/>
                      <a:pt x="134" y="91"/>
                      <a:pt x="135" y="85"/>
                    </a:cubicBezTo>
                    <a:cubicBezTo>
                      <a:pt x="135" y="84"/>
                      <a:pt x="136" y="82"/>
                      <a:pt x="135" y="81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35" y="78"/>
                      <a:pt x="135" y="75"/>
                      <a:pt x="135" y="71"/>
                    </a:cubicBezTo>
                    <a:cubicBezTo>
                      <a:pt x="135" y="69"/>
                      <a:pt x="135" y="67"/>
                      <a:pt x="134" y="65"/>
                    </a:cubicBezTo>
                    <a:cubicBezTo>
                      <a:pt x="138" y="68"/>
                      <a:pt x="144" y="72"/>
                      <a:pt x="144" y="76"/>
                    </a:cubicBezTo>
                    <a:cubicBezTo>
                      <a:pt x="145" y="77"/>
                      <a:pt x="146" y="79"/>
                      <a:pt x="145" y="80"/>
                    </a:cubicBezTo>
                    <a:cubicBezTo>
                      <a:pt x="145" y="83"/>
                      <a:pt x="145" y="83"/>
                      <a:pt x="145" y="83"/>
                    </a:cubicBezTo>
                    <a:cubicBezTo>
                      <a:pt x="146" y="81"/>
                      <a:pt x="147" y="77"/>
                      <a:pt x="147" y="7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" name="Freeform 166">
                <a:extLst>
                  <a:ext uri="{FF2B5EF4-FFF2-40B4-BE49-F238E27FC236}">
                    <a16:creationId xmlns:a16="http://schemas.microsoft.com/office/drawing/2014/main" id="{24474A26-E675-4B74-A39E-4EBF5B27D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503"/>
                <a:ext cx="64" cy="61"/>
              </a:xfrm>
              <a:custGeom>
                <a:avLst/>
                <a:gdLst>
                  <a:gd name="T0" fmla="*/ 63 w 47"/>
                  <a:gd name="T1" fmla="*/ 12 h 46"/>
                  <a:gd name="T2" fmla="*/ 42 w 47"/>
                  <a:gd name="T3" fmla="*/ 12 h 46"/>
                  <a:gd name="T4" fmla="*/ 30 w 47"/>
                  <a:gd name="T5" fmla="*/ 23 h 46"/>
                  <a:gd name="T6" fmla="*/ 19 w 47"/>
                  <a:gd name="T7" fmla="*/ 42 h 46"/>
                  <a:gd name="T8" fmla="*/ 7 w 47"/>
                  <a:gd name="T9" fmla="*/ 77 h 46"/>
                  <a:gd name="T10" fmla="*/ 34 w 47"/>
                  <a:gd name="T11" fmla="*/ 91 h 46"/>
                  <a:gd name="T12" fmla="*/ 65 w 47"/>
                  <a:gd name="T13" fmla="*/ 101 h 46"/>
                  <a:gd name="T14" fmla="*/ 89 w 47"/>
                  <a:gd name="T15" fmla="*/ 102 h 46"/>
                  <a:gd name="T16" fmla="*/ 113 w 47"/>
                  <a:gd name="T17" fmla="*/ 91 h 46"/>
                  <a:gd name="T18" fmla="*/ 101 w 47"/>
                  <a:gd name="T19" fmla="*/ 72 h 46"/>
                  <a:gd name="T20" fmla="*/ 63 w 47"/>
                  <a:gd name="T21" fmla="*/ 12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46">
                    <a:moveTo>
                      <a:pt x="25" y="5"/>
                    </a:moveTo>
                    <a:cubicBezTo>
                      <a:pt x="22" y="0"/>
                      <a:pt x="19" y="4"/>
                      <a:pt x="17" y="5"/>
                    </a:cubicBezTo>
                    <a:cubicBezTo>
                      <a:pt x="12" y="8"/>
                      <a:pt x="13" y="8"/>
                      <a:pt x="12" y="10"/>
                    </a:cubicBezTo>
                    <a:cubicBezTo>
                      <a:pt x="10" y="12"/>
                      <a:pt x="7" y="14"/>
                      <a:pt x="7" y="18"/>
                    </a:cubicBezTo>
                    <a:cubicBezTo>
                      <a:pt x="2" y="24"/>
                      <a:pt x="0" y="28"/>
                      <a:pt x="3" y="33"/>
                    </a:cubicBezTo>
                    <a:cubicBezTo>
                      <a:pt x="7" y="40"/>
                      <a:pt x="6" y="36"/>
                      <a:pt x="13" y="39"/>
                    </a:cubicBezTo>
                    <a:cubicBezTo>
                      <a:pt x="19" y="42"/>
                      <a:pt x="21" y="46"/>
                      <a:pt x="26" y="43"/>
                    </a:cubicBezTo>
                    <a:cubicBezTo>
                      <a:pt x="31" y="41"/>
                      <a:pt x="27" y="44"/>
                      <a:pt x="35" y="44"/>
                    </a:cubicBezTo>
                    <a:cubicBezTo>
                      <a:pt x="42" y="43"/>
                      <a:pt x="47" y="44"/>
                      <a:pt x="45" y="39"/>
                    </a:cubicBezTo>
                    <a:cubicBezTo>
                      <a:pt x="44" y="34"/>
                      <a:pt x="44" y="33"/>
                      <a:pt x="40" y="31"/>
                    </a:cubicBezTo>
                    <a:cubicBezTo>
                      <a:pt x="36" y="28"/>
                      <a:pt x="35" y="8"/>
                      <a:pt x="25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" name="Freeform 167">
                <a:extLst>
                  <a:ext uri="{FF2B5EF4-FFF2-40B4-BE49-F238E27FC236}">
                    <a16:creationId xmlns:a16="http://schemas.microsoft.com/office/drawing/2014/main" id="{6AF4F23F-8AAA-4F2D-8106-4E15D5CF1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1091"/>
                <a:ext cx="22" cy="11"/>
              </a:xfrm>
              <a:custGeom>
                <a:avLst/>
                <a:gdLst>
                  <a:gd name="T0" fmla="*/ 41 w 16"/>
                  <a:gd name="T1" fmla="*/ 8 h 8"/>
                  <a:gd name="T2" fmla="*/ 0 w 16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16" y="3"/>
                    </a:moveTo>
                    <a:cubicBezTo>
                      <a:pt x="11" y="8"/>
                      <a:pt x="5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1A1A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" name="Freeform 168">
                <a:extLst>
                  <a:ext uri="{FF2B5EF4-FFF2-40B4-BE49-F238E27FC236}">
                    <a16:creationId xmlns:a16="http://schemas.microsoft.com/office/drawing/2014/main" id="{CB6640F3-1FD8-4C44-8161-78B2CF9D5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970"/>
                <a:ext cx="42" cy="46"/>
              </a:xfrm>
              <a:custGeom>
                <a:avLst/>
                <a:gdLst>
                  <a:gd name="T0" fmla="*/ 41 w 31"/>
                  <a:gd name="T1" fmla="*/ 0 h 34"/>
                  <a:gd name="T2" fmla="*/ 20 w 31"/>
                  <a:gd name="T3" fmla="*/ 9 h 34"/>
                  <a:gd name="T4" fmla="*/ 1 w 31"/>
                  <a:gd name="T5" fmla="*/ 22 h 34"/>
                  <a:gd name="T6" fmla="*/ 27 w 31"/>
                  <a:gd name="T7" fmla="*/ 72 h 34"/>
                  <a:gd name="T8" fmla="*/ 50 w 31"/>
                  <a:gd name="T9" fmla="*/ 72 h 34"/>
                  <a:gd name="T10" fmla="*/ 72 w 31"/>
                  <a:gd name="T11" fmla="*/ 78 h 34"/>
                  <a:gd name="T12" fmla="*/ 64 w 31"/>
                  <a:gd name="T13" fmla="*/ 62 h 34"/>
                  <a:gd name="T14" fmla="*/ 62 w 31"/>
                  <a:gd name="T15" fmla="*/ 30 h 34"/>
                  <a:gd name="T16" fmla="*/ 57 w 31"/>
                  <a:gd name="T17" fmla="*/ 26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34">
                    <a:moveTo>
                      <a:pt x="16" y="0"/>
                    </a:moveTo>
                    <a:cubicBezTo>
                      <a:pt x="11" y="2"/>
                      <a:pt x="10" y="4"/>
                      <a:pt x="8" y="4"/>
                    </a:cubicBezTo>
                    <a:cubicBezTo>
                      <a:pt x="6" y="4"/>
                      <a:pt x="2" y="4"/>
                      <a:pt x="1" y="9"/>
                    </a:cubicBezTo>
                    <a:cubicBezTo>
                      <a:pt x="0" y="14"/>
                      <a:pt x="6" y="29"/>
                      <a:pt x="11" y="29"/>
                    </a:cubicBezTo>
                    <a:cubicBezTo>
                      <a:pt x="15" y="29"/>
                      <a:pt x="19" y="28"/>
                      <a:pt x="20" y="29"/>
                    </a:cubicBezTo>
                    <a:cubicBezTo>
                      <a:pt x="21" y="30"/>
                      <a:pt x="26" y="34"/>
                      <a:pt x="29" y="32"/>
                    </a:cubicBezTo>
                    <a:cubicBezTo>
                      <a:pt x="31" y="29"/>
                      <a:pt x="27" y="27"/>
                      <a:pt x="26" y="25"/>
                    </a:cubicBezTo>
                    <a:cubicBezTo>
                      <a:pt x="25" y="24"/>
                      <a:pt x="25" y="12"/>
                      <a:pt x="25" y="12"/>
                    </a:cubicBezTo>
                    <a:cubicBezTo>
                      <a:pt x="24" y="10"/>
                      <a:pt x="23" y="10"/>
                      <a:pt x="23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" name="Freeform 169">
                <a:extLst>
                  <a:ext uri="{FF2B5EF4-FFF2-40B4-BE49-F238E27FC236}">
                    <a16:creationId xmlns:a16="http://schemas.microsoft.com/office/drawing/2014/main" id="{AFBEBF5A-C63D-48BE-BF80-8B5303CB9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1091"/>
                <a:ext cx="22" cy="11"/>
              </a:xfrm>
              <a:custGeom>
                <a:avLst/>
                <a:gdLst>
                  <a:gd name="T0" fmla="*/ 41 w 16"/>
                  <a:gd name="T1" fmla="*/ 8 h 8"/>
                  <a:gd name="T2" fmla="*/ 0 w 16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16" y="3"/>
                    </a:moveTo>
                    <a:cubicBezTo>
                      <a:pt x="11" y="8"/>
                      <a:pt x="5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" name="Freeform 170">
                <a:extLst>
                  <a:ext uri="{FF2B5EF4-FFF2-40B4-BE49-F238E27FC236}">
                    <a16:creationId xmlns:a16="http://schemas.microsoft.com/office/drawing/2014/main" id="{22080FAF-7A28-4FCD-A3BC-445D75E35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970"/>
                <a:ext cx="42" cy="46"/>
              </a:xfrm>
              <a:custGeom>
                <a:avLst/>
                <a:gdLst>
                  <a:gd name="T0" fmla="*/ 41 w 31"/>
                  <a:gd name="T1" fmla="*/ 0 h 34"/>
                  <a:gd name="T2" fmla="*/ 20 w 31"/>
                  <a:gd name="T3" fmla="*/ 9 h 34"/>
                  <a:gd name="T4" fmla="*/ 1 w 31"/>
                  <a:gd name="T5" fmla="*/ 22 h 34"/>
                  <a:gd name="T6" fmla="*/ 27 w 31"/>
                  <a:gd name="T7" fmla="*/ 72 h 34"/>
                  <a:gd name="T8" fmla="*/ 50 w 31"/>
                  <a:gd name="T9" fmla="*/ 72 h 34"/>
                  <a:gd name="T10" fmla="*/ 72 w 31"/>
                  <a:gd name="T11" fmla="*/ 78 h 34"/>
                  <a:gd name="T12" fmla="*/ 64 w 31"/>
                  <a:gd name="T13" fmla="*/ 62 h 34"/>
                  <a:gd name="T14" fmla="*/ 62 w 31"/>
                  <a:gd name="T15" fmla="*/ 30 h 34"/>
                  <a:gd name="T16" fmla="*/ 57 w 31"/>
                  <a:gd name="T17" fmla="*/ 26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34">
                    <a:moveTo>
                      <a:pt x="16" y="0"/>
                    </a:moveTo>
                    <a:cubicBezTo>
                      <a:pt x="11" y="2"/>
                      <a:pt x="10" y="4"/>
                      <a:pt x="8" y="4"/>
                    </a:cubicBezTo>
                    <a:cubicBezTo>
                      <a:pt x="6" y="4"/>
                      <a:pt x="2" y="4"/>
                      <a:pt x="1" y="9"/>
                    </a:cubicBezTo>
                    <a:cubicBezTo>
                      <a:pt x="0" y="14"/>
                      <a:pt x="6" y="29"/>
                      <a:pt x="11" y="29"/>
                    </a:cubicBezTo>
                    <a:cubicBezTo>
                      <a:pt x="15" y="29"/>
                      <a:pt x="19" y="28"/>
                      <a:pt x="20" y="29"/>
                    </a:cubicBezTo>
                    <a:cubicBezTo>
                      <a:pt x="21" y="30"/>
                      <a:pt x="26" y="34"/>
                      <a:pt x="29" y="32"/>
                    </a:cubicBezTo>
                    <a:cubicBezTo>
                      <a:pt x="31" y="29"/>
                      <a:pt x="27" y="27"/>
                      <a:pt x="26" y="25"/>
                    </a:cubicBezTo>
                    <a:cubicBezTo>
                      <a:pt x="25" y="24"/>
                      <a:pt x="25" y="12"/>
                      <a:pt x="25" y="12"/>
                    </a:cubicBezTo>
                    <a:cubicBezTo>
                      <a:pt x="24" y="10"/>
                      <a:pt x="23" y="10"/>
                      <a:pt x="23" y="10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" name="Freeform 171">
                <a:extLst>
                  <a:ext uri="{FF2B5EF4-FFF2-40B4-BE49-F238E27FC236}">
                    <a16:creationId xmlns:a16="http://schemas.microsoft.com/office/drawing/2014/main" id="{44DDB3F6-D76C-4EC0-8487-A516DD57C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939"/>
                <a:ext cx="68" cy="101"/>
              </a:xfrm>
              <a:custGeom>
                <a:avLst/>
                <a:gdLst>
                  <a:gd name="T0" fmla="*/ 73 w 51"/>
                  <a:gd name="T1" fmla="*/ 20 h 75"/>
                  <a:gd name="T2" fmla="*/ 5 w 51"/>
                  <a:gd name="T3" fmla="*/ 62 h 75"/>
                  <a:gd name="T4" fmla="*/ 48 w 51"/>
                  <a:gd name="T5" fmla="*/ 162 h 75"/>
                  <a:gd name="T6" fmla="*/ 92 w 51"/>
                  <a:gd name="T7" fmla="*/ 182 h 75"/>
                  <a:gd name="T8" fmla="*/ 121 w 51"/>
                  <a:gd name="T9" fmla="*/ 162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75">
                    <a:moveTo>
                      <a:pt x="31" y="8"/>
                    </a:moveTo>
                    <a:cubicBezTo>
                      <a:pt x="24" y="0"/>
                      <a:pt x="0" y="3"/>
                      <a:pt x="2" y="25"/>
                    </a:cubicBezTo>
                    <a:cubicBezTo>
                      <a:pt x="3" y="47"/>
                      <a:pt x="9" y="62"/>
                      <a:pt x="20" y="66"/>
                    </a:cubicBezTo>
                    <a:cubicBezTo>
                      <a:pt x="26" y="68"/>
                      <a:pt x="31" y="75"/>
                      <a:pt x="39" y="74"/>
                    </a:cubicBezTo>
                    <a:cubicBezTo>
                      <a:pt x="50" y="74"/>
                      <a:pt x="51" y="66"/>
                      <a:pt x="51" y="66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" name="Freeform 172">
                <a:extLst>
                  <a:ext uri="{FF2B5EF4-FFF2-40B4-BE49-F238E27FC236}">
                    <a16:creationId xmlns:a16="http://schemas.microsoft.com/office/drawing/2014/main" id="{DF358A3F-416F-441E-81C2-DAE37F173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830"/>
                <a:ext cx="4" cy="10"/>
              </a:xfrm>
              <a:custGeom>
                <a:avLst/>
                <a:gdLst>
                  <a:gd name="T0" fmla="*/ 0 w 3"/>
                  <a:gd name="T1" fmla="*/ 0 h 7"/>
                  <a:gd name="T2" fmla="*/ 7 w 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2"/>
                      <a:pt x="2" y="5"/>
                      <a:pt x="3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" name="Freeform 173">
                <a:extLst>
                  <a:ext uri="{FF2B5EF4-FFF2-40B4-BE49-F238E27FC236}">
                    <a16:creationId xmlns:a16="http://schemas.microsoft.com/office/drawing/2014/main" id="{643DD6CB-4997-4BD4-B96D-FD7BEA0AB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946"/>
                <a:ext cx="28" cy="35"/>
              </a:xfrm>
              <a:custGeom>
                <a:avLst/>
                <a:gdLst>
                  <a:gd name="T0" fmla="*/ 49 w 21"/>
                  <a:gd name="T1" fmla="*/ 0 h 26"/>
                  <a:gd name="T2" fmla="*/ 0 w 21"/>
                  <a:gd name="T3" fmla="*/ 16 h 26"/>
                  <a:gd name="T4" fmla="*/ 37 w 21"/>
                  <a:gd name="T5" fmla="*/ 32 h 26"/>
                  <a:gd name="T6" fmla="*/ 36 w 21"/>
                  <a:gd name="T7" fmla="*/ 47 h 26"/>
                  <a:gd name="T8" fmla="*/ 36 w 21"/>
                  <a:gd name="T9" fmla="*/ 6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6">
                    <a:moveTo>
                      <a:pt x="21" y="0"/>
                    </a:moveTo>
                    <a:cubicBezTo>
                      <a:pt x="15" y="0"/>
                      <a:pt x="6" y="1"/>
                      <a:pt x="0" y="7"/>
                    </a:cubicBezTo>
                    <a:cubicBezTo>
                      <a:pt x="3" y="11"/>
                      <a:pt x="12" y="14"/>
                      <a:pt x="16" y="13"/>
                    </a:cubicBezTo>
                    <a:cubicBezTo>
                      <a:pt x="18" y="16"/>
                      <a:pt x="15" y="15"/>
                      <a:pt x="15" y="19"/>
                    </a:cubicBezTo>
                    <a:cubicBezTo>
                      <a:pt x="15" y="22"/>
                      <a:pt x="15" y="26"/>
                      <a:pt x="15" y="2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" name="Freeform 174">
                <a:extLst>
                  <a:ext uri="{FF2B5EF4-FFF2-40B4-BE49-F238E27FC236}">
                    <a16:creationId xmlns:a16="http://schemas.microsoft.com/office/drawing/2014/main" id="{AFF638E0-1A80-4377-B4EA-219EE8881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939"/>
                <a:ext cx="34" cy="16"/>
              </a:xfrm>
              <a:custGeom>
                <a:avLst/>
                <a:gdLst>
                  <a:gd name="T0" fmla="*/ 0 w 25"/>
                  <a:gd name="T1" fmla="*/ 28 h 12"/>
                  <a:gd name="T2" fmla="*/ 63 w 25"/>
                  <a:gd name="T3" fmla="*/ 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2">
                    <a:moveTo>
                      <a:pt x="0" y="12"/>
                    </a:moveTo>
                    <a:cubicBezTo>
                      <a:pt x="8" y="3"/>
                      <a:pt x="19" y="0"/>
                      <a:pt x="25" y="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" name="Freeform 175">
                <a:extLst>
                  <a:ext uri="{FF2B5EF4-FFF2-40B4-BE49-F238E27FC236}">
                    <a16:creationId xmlns:a16="http://schemas.microsoft.com/office/drawing/2014/main" id="{C7EC9B01-9A43-4310-871D-B73009F54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912"/>
                <a:ext cx="44" cy="18"/>
              </a:xfrm>
              <a:custGeom>
                <a:avLst/>
                <a:gdLst>
                  <a:gd name="T0" fmla="*/ 0 w 33"/>
                  <a:gd name="T1" fmla="*/ 35 h 13"/>
                  <a:gd name="T2" fmla="*/ 59 w 33"/>
                  <a:gd name="T3" fmla="*/ 19 h 13"/>
                  <a:gd name="T4" fmla="*/ 76 w 33"/>
                  <a:gd name="T5" fmla="*/ 24 h 13"/>
                  <a:gd name="T6" fmla="*/ 48 w 33"/>
                  <a:gd name="T7" fmla="*/ 1 h 13"/>
                  <a:gd name="T8" fmla="*/ 0 w 33"/>
                  <a:gd name="T9" fmla="*/ 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3">
                    <a:moveTo>
                      <a:pt x="0" y="13"/>
                    </a:moveTo>
                    <a:cubicBezTo>
                      <a:pt x="13" y="7"/>
                      <a:pt x="20" y="4"/>
                      <a:pt x="25" y="7"/>
                    </a:cubicBezTo>
                    <a:cubicBezTo>
                      <a:pt x="29" y="11"/>
                      <a:pt x="31" y="12"/>
                      <a:pt x="32" y="9"/>
                    </a:cubicBezTo>
                    <a:cubicBezTo>
                      <a:pt x="33" y="4"/>
                      <a:pt x="28" y="0"/>
                      <a:pt x="20" y="1"/>
                    </a:cubicBezTo>
                    <a:cubicBezTo>
                      <a:pt x="12" y="2"/>
                      <a:pt x="7" y="7"/>
                      <a:pt x="0" y="13"/>
                    </a:cubicBezTo>
                    <a:close/>
                  </a:path>
                </a:pathLst>
              </a:custGeom>
              <a:solidFill>
                <a:srgbClr val="B49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" name="Freeform 176">
                <a:extLst>
                  <a:ext uri="{FF2B5EF4-FFF2-40B4-BE49-F238E27FC236}">
                    <a16:creationId xmlns:a16="http://schemas.microsoft.com/office/drawing/2014/main" id="{6F2788FD-44FE-4AD9-B3F4-E9317DF84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947"/>
                <a:ext cx="11" cy="16"/>
              </a:xfrm>
              <a:custGeom>
                <a:avLst/>
                <a:gdLst>
                  <a:gd name="T0" fmla="*/ 6 w 8"/>
                  <a:gd name="T1" fmla="*/ 0 h 12"/>
                  <a:gd name="T2" fmla="*/ 14 w 8"/>
                  <a:gd name="T3" fmla="*/ 28 h 12"/>
                  <a:gd name="T4" fmla="*/ 21 w 8"/>
                  <a:gd name="T5" fmla="*/ 15 h 12"/>
                  <a:gd name="T6" fmla="*/ 19 w 8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2" y="0"/>
                    </a:moveTo>
                    <a:cubicBezTo>
                      <a:pt x="0" y="6"/>
                      <a:pt x="1" y="12"/>
                      <a:pt x="5" y="12"/>
                    </a:cubicBezTo>
                    <a:cubicBezTo>
                      <a:pt x="7" y="12"/>
                      <a:pt x="7" y="9"/>
                      <a:pt x="8" y="6"/>
                    </a:cubicBezTo>
                    <a:cubicBezTo>
                      <a:pt x="8" y="3"/>
                      <a:pt x="7" y="0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" name="Freeform 177">
                <a:extLst>
                  <a:ext uri="{FF2B5EF4-FFF2-40B4-BE49-F238E27FC236}">
                    <a16:creationId xmlns:a16="http://schemas.microsoft.com/office/drawing/2014/main" id="{3FCBC7E2-6FC1-4CC4-9443-D0327D7D8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946"/>
                <a:ext cx="8" cy="4"/>
              </a:xfrm>
              <a:custGeom>
                <a:avLst/>
                <a:gdLst>
                  <a:gd name="T0" fmla="*/ 0 w 6"/>
                  <a:gd name="T1" fmla="*/ 1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3" y="3"/>
                      <a:pt x="4" y="0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" name="Freeform 178">
                <a:extLst>
                  <a:ext uri="{FF2B5EF4-FFF2-40B4-BE49-F238E27FC236}">
                    <a16:creationId xmlns:a16="http://schemas.microsoft.com/office/drawing/2014/main" id="{43CEA25E-478C-4904-AEA7-57DFED8C7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1015"/>
                <a:ext cx="34" cy="25"/>
              </a:xfrm>
              <a:custGeom>
                <a:avLst/>
                <a:gdLst>
                  <a:gd name="T0" fmla="*/ 22 w 25"/>
                  <a:gd name="T1" fmla="*/ 0 h 19"/>
                  <a:gd name="T2" fmla="*/ 7 w 25"/>
                  <a:gd name="T3" fmla="*/ 29 h 19"/>
                  <a:gd name="T4" fmla="*/ 35 w 25"/>
                  <a:gd name="T5" fmla="*/ 37 h 19"/>
                  <a:gd name="T6" fmla="*/ 63 w 25"/>
                  <a:gd name="T7" fmla="*/ 2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9">
                    <a:moveTo>
                      <a:pt x="9" y="0"/>
                    </a:moveTo>
                    <a:cubicBezTo>
                      <a:pt x="4" y="1"/>
                      <a:pt x="0" y="7"/>
                      <a:pt x="3" y="13"/>
                    </a:cubicBezTo>
                    <a:cubicBezTo>
                      <a:pt x="7" y="19"/>
                      <a:pt x="10" y="18"/>
                      <a:pt x="14" y="16"/>
                    </a:cubicBezTo>
                    <a:cubicBezTo>
                      <a:pt x="17" y="15"/>
                      <a:pt x="22" y="9"/>
                      <a:pt x="25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" name="Freeform 179">
                <a:extLst>
                  <a:ext uri="{FF2B5EF4-FFF2-40B4-BE49-F238E27FC236}">
                    <a16:creationId xmlns:a16="http://schemas.microsoft.com/office/drawing/2014/main" id="{ABCBB8AF-8358-48EE-B50B-94B8D1D86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717"/>
                <a:ext cx="1301" cy="3367"/>
              </a:xfrm>
              <a:custGeom>
                <a:avLst/>
                <a:gdLst>
                  <a:gd name="T0" fmla="*/ 1394 w 967"/>
                  <a:gd name="T1" fmla="*/ 818 h 2504"/>
                  <a:gd name="T2" fmla="*/ 1573 w 967"/>
                  <a:gd name="T3" fmla="*/ 672 h 2504"/>
                  <a:gd name="T4" fmla="*/ 1566 w 967"/>
                  <a:gd name="T5" fmla="*/ 584 h 2504"/>
                  <a:gd name="T6" fmla="*/ 1545 w 967"/>
                  <a:gd name="T7" fmla="*/ 403 h 2504"/>
                  <a:gd name="T8" fmla="*/ 1522 w 967"/>
                  <a:gd name="T9" fmla="*/ 221 h 2504"/>
                  <a:gd name="T10" fmla="*/ 1440 w 967"/>
                  <a:gd name="T11" fmla="*/ 83 h 2504"/>
                  <a:gd name="T12" fmla="*/ 1306 w 967"/>
                  <a:gd name="T13" fmla="*/ 30 h 2504"/>
                  <a:gd name="T14" fmla="*/ 1183 w 967"/>
                  <a:gd name="T15" fmla="*/ 5 h 2504"/>
                  <a:gd name="T16" fmla="*/ 833 w 967"/>
                  <a:gd name="T17" fmla="*/ 410 h 2504"/>
                  <a:gd name="T18" fmla="*/ 928 w 967"/>
                  <a:gd name="T19" fmla="*/ 640 h 2504"/>
                  <a:gd name="T20" fmla="*/ 866 w 967"/>
                  <a:gd name="T21" fmla="*/ 945 h 2504"/>
                  <a:gd name="T22" fmla="*/ 351 w 967"/>
                  <a:gd name="T23" fmla="*/ 1604 h 2504"/>
                  <a:gd name="T24" fmla="*/ 225 w 967"/>
                  <a:gd name="T25" fmla="*/ 2849 h 2504"/>
                  <a:gd name="T26" fmla="*/ 43 w 967"/>
                  <a:gd name="T27" fmla="*/ 3282 h 2504"/>
                  <a:gd name="T28" fmla="*/ 147 w 967"/>
                  <a:gd name="T29" fmla="*/ 3274 h 2504"/>
                  <a:gd name="T30" fmla="*/ 256 w 967"/>
                  <a:gd name="T31" fmla="*/ 3590 h 2504"/>
                  <a:gd name="T32" fmla="*/ 362 w 967"/>
                  <a:gd name="T33" fmla="*/ 3540 h 2504"/>
                  <a:gd name="T34" fmla="*/ 452 w 967"/>
                  <a:gd name="T35" fmla="*/ 3278 h 2504"/>
                  <a:gd name="T36" fmla="*/ 565 w 967"/>
                  <a:gd name="T37" fmla="*/ 2502 h 2504"/>
                  <a:gd name="T38" fmla="*/ 620 w 967"/>
                  <a:gd name="T39" fmla="*/ 1835 h 2504"/>
                  <a:gd name="T40" fmla="*/ 692 w 967"/>
                  <a:gd name="T41" fmla="*/ 2595 h 2504"/>
                  <a:gd name="T42" fmla="*/ 720 w 967"/>
                  <a:gd name="T43" fmla="*/ 4365 h 2504"/>
                  <a:gd name="T44" fmla="*/ 887 w 967"/>
                  <a:gd name="T45" fmla="*/ 5638 h 2504"/>
                  <a:gd name="T46" fmla="*/ 727 w 967"/>
                  <a:gd name="T47" fmla="*/ 5947 h 2504"/>
                  <a:gd name="T48" fmla="*/ 724 w 967"/>
                  <a:gd name="T49" fmla="*/ 6023 h 2504"/>
                  <a:gd name="T50" fmla="*/ 844 w 967"/>
                  <a:gd name="T51" fmla="*/ 6060 h 2504"/>
                  <a:gd name="T52" fmla="*/ 1099 w 967"/>
                  <a:gd name="T53" fmla="*/ 5986 h 2504"/>
                  <a:gd name="T54" fmla="*/ 1078 w 967"/>
                  <a:gd name="T55" fmla="*/ 5545 h 2504"/>
                  <a:gd name="T56" fmla="*/ 1074 w 967"/>
                  <a:gd name="T57" fmla="*/ 4359 h 2504"/>
                  <a:gd name="T58" fmla="*/ 1211 w 967"/>
                  <a:gd name="T59" fmla="*/ 3817 h 2504"/>
                  <a:gd name="T60" fmla="*/ 1262 w 967"/>
                  <a:gd name="T61" fmla="*/ 5221 h 2504"/>
                  <a:gd name="T62" fmla="*/ 1253 w 967"/>
                  <a:gd name="T63" fmla="*/ 5916 h 2504"/>
                  <a:gd name="T64" fmla="*/ 1426 w 967"/>
                  <a:gd name="T65" fmla="*/ 6054 h 2504"/>
                  <a:gd name="T66" fmla="*/ 1588 w 967"/>
                  <a:gd name="T67" fmla="*/ 6037 h 2504"/>
                  <a:gd name="T68" fmla="*/ 1639 w 967"/>
                  <a:gd name="T69" fmla="*/ 6001 h 2504"/>
                  <a:gd name="T70" fmla="*/ 1458 w 967"/>
                  <a:gd name="T71" fmla="*/ 5723 h 2504"/>
                  <a:gd name="T72" fmla="*/ 1598 w 967"/>
                  <a:gd name="T73" fmla="*/ 4537 h 2504"/>
                  <a:gd name="T74" fmla="*/ 1729 w 967"/>
                  <a:gd name="T75" fmla="*/ 3117 h 2504"/>
                  <a:gd name="T76" fmla="*/ 1719 w 967"/>
                  <a:gd name="T77" fmla="*/ 1998 h 2504"/>
                  <a:gd name="T78" fmla="*/ 1746 w 967"/>
                  <a:gd name="T79" fmla="*/ 1956 h 2504"/>
                  <a:gd name="T80" fmla="*/ 1945 w 967"/>
                  <a:gd name="T81" fmla="*/ 2976 h 2504"/>
                  <a:gd name="T82" fmla="*/ 1940 w 967"/>
                  <a:gd name="T83" fmla="*/ 3467 h 2504"/>
                  <a:gd name="T84" fmla="*/ 2044 w 967"/>
                  <a:gd name="T85" fmla="*/ 3578 h 2504"/>
                  <a:gd name="T86" fmla="*/ 2170 w 967"/>
                  <a:gd name="T87" fmla="*/ 3457 h 2504"/>
                  <a:gd name="T88" fmla="*/ 2318 w 967"/>
                  <a:gd name="T89" fmla="*/ 3409 h 2504"/>
                  <a:gd name="T90" fmla="*/ 2158 w 967"/>
                  <a:gd name="T91" fmla="*/ 3025 h 2504"/>
                  <a:gd name="T92" fmla="*/ 2071 w 967"/>
                  <a:gd name="T93" fmla="*/ 2199 h 2504"/>
                  <a:gd name="T94" fmla="*/ 1807 w 967"/>
                  <a:gd name="T95" fmla="*/ 1074 h 250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67" h="2504">
                    <a:moveTo>
                      <a:pt x="553" y="386"/>
                    </a:moveTo>
                    <a:cubicBezTo>
                      <a:pt x="553" y="386"/>
                      <a:pt x="551" y="369"/>
                      <a:pt x="559" y="361"/>
                    </a:cubicBezTo>
                    <a:cubicBezTo>
                      <a:pt x="564" y="356"/>
                      <a:pt x="567" y="346"/>
                      <a:pt x="567" y="346"/>
                    </a:cubicBezTo>
                    <a:cubicBezTo>
                      <a:pt x="567" y="346"/>
                      <a:pt x="568" y="342"/>
                      <a:pt x="572" y="336"/>
                    </a:cubicBezTo>
                    <a:cubicBezTo>
                      <a:pt x="578" y="327"/>
                      <a:pt x="598" y="333"/>
                      <a:pt x="619" y="328"/>
                    </a:cubicBezTo>
                    <a:cubicBezTo>
                      <a:pt x="640" y="323"/>
                      <a:pt x="636" y="304"/>
                      <a:pt x="636" y="297"/>
                    </a:cubicBezTo>
                    <a:cubicBezTo>
                      <a:pt x="636" y="290"/>
                      <a:pt x="637" y="287"/>
                      <a:pt x="643" y="282"/>
                    </a:cubicBezTo>
                    <a:cubicBezTo>
                      <a:pt x="643" y="280"/>
                      <a:pt x="645" y="280"/>
                      <a:pt x="646" y="277"/>
                    </a:cubicBezTo>
                    <a:cubicBezTo>
                      <a:pt x="646" y="273"/>
                      <a:pt x="644" y="271"/>
                      <a:pt x="643" y="269"/>
                    </a:cubicBezTo>
                    <a:cubicBezTo>
                      <a:pt x="646" y="267"/>
                      <a:pt x="646" y="264"/>
                      <a:pt x="644" y="260"/>
                    </a:cubicBezTo>
                    <a:cubicBezTo>
                      <a:pt x="644" y="258"/>
                      <a:pt x="642" y="256"/>
                      <a:pt x="642" y="253"/>
                    </a:cubicBezTo>
                    <a:cubicBezTo>
                      <a:pt x="641" y="248"/>
                      <a:pt x="640" y="241"/>
                      <a:pt x="643" y="240"/>
                    </a:cubicBezTo>
                    <a:cubicBezTo>
                      <a:pt x="649" y="237"/>
                      <a:pt x="652" y="239"/>
                      <a:pt x="658" y="234"/>
                    </a:cubicBezTo>
                    <a:cubicBezTo>
                      <a:pt x="669" y="226"/>
                      <a:pt x="663" y="216"/>
                      <a:pt x="657" y="207"/>
                    </a:cubicBezTo>
                    <a:cubicBezTo>
                      <a:pt x="651" y="198"/>
                      <a:pt x="653" y="204"/>
                      <a:pt x="644" y="189"/>
                    </a:cubicBezTo>
                    <a:cubicBezTo>
                      <a:pt x="640" y="182"/>
                      <a:pt x="635" y="178"/>
                      <a:pt x="634" y="166"/>
                    </a:cubicBezTo>
                    <a:cubicBezTo>
                      <a:pt x="633" y="163"/>
                      <a:pt x="635" y="158"/>
                      <a:pt x="635" y="152"/>
                    </a:cubicBezTo>
                    <a:cubicBezTo>
                      <a:pt x="635" y="141"/>
                      <a:pt x="634" y="132"/>
                      <a:pt x="632" y="123"/>
                    </a:cubicBezTo>
                    <a:cubicBezTo>
                      <a:pt x="629" y="115"/>
                      <a:pt x="628" y="102"/>
                      <a:pt x="625" y="91"/>
                    </a:cubicBezTo>
                    <a:cubicBezTo>
                      <a:pt x="625" y="91"/>
                      <a:pt x="625" y="91"/>
                      <a:pt x="625" y="91"/>
                    </a:cubicBezTo>
                    <a:cubicBezTo>
                      <a:pt x="631" y="87"/>
                      <a:pt x="627" y="77"/>
                      <a:pt x="636" y="75"/>
                    </a:cubicBezTo>
                    <a:cubicBezTo>
                      <a:pt x="628" y="73"/>
                      <a:pt x="620" y="63"/>
                      <a:pt x="616" y="56"/>
                    </a:cubicBezTo>
                    <a:cubicBezTo>
                      <a:pt x="613" y="52"/>
                      <a:pt x="612" y="46"/>
                      <a:pt x="608" y="43"/>
                    </a:cubicBezTo>
                    <a:cubicBezTo>
                      <a:pt x="604" y="39"/>
                      <a:pt x="596" y="37"/>
                      <a:pt x="591" y="34"/>
                    </a:cubicBezTo>
                    <a:cubicBezTo>
                      <a:pt x="586" y="31"/>
                      <a:pt x="582" y="28"/>
                      <a:pt x="576" y="27"/>
                    </a:cubicBezTo>
                    <a:cubicBezTo>
                      <a:pt x="570" y="25"/>
                      <a:pt x="565" y="24"/>
                      <a:pt x="559" y="21"/>
                    </a:cubicBezTo>
                    <a:cubicBezTo>
                      <a:pt x="555" y="18"/>
                      <a:pt x="553" y="15"/>
                      <a:pt x="548" y="14"/>
                    </a:cubicBezTo>
                    <a:cubicBezTo>
                      <a:pt x="544" y="13"/>
                      <a:pt x="540" y="13"/>
                      <a:pt x="537" y="12"/>
                    </a:cubicBezTo>
                    <a:cubicBezTo>
                      <a:pt x="533" y="11"/>
                      <a:pt x="530" y="8"/>
                      <a:pt x="527" y="7"/>
                    </a:cubicBezTo>
                    <a:cubicBezTo>
                      <a:pt x="521" y="5"/>
                      <a:pt x="513" y="8"/>
                      <a:pt x="506" y="6"/>
                    </a:cubicBezTo>
                    <a:cubicBezTo>
                      <a:pt x="506" y="5"/>
                      <a:pt x="506" y="5"/>
                      <a:pt x="506" y="5"/>
                    </a:cubicBezTo>
                    <a:cubicBezTo>
                      <a:pt x="498" y="4"/>
                      <a:pt x="491" y="2"/>
                      <a:pt x="485" y="2"/>
                    </a:cubicBezTo>
                    <a:cubicBezTo>
                      <a:pt x="469" y="0"/>
                      <a:pt x="413" y="14"/>
                      <a:pt x="379" y="51"/>
                    </a:cubicBezTo>
                    <a:cubicBezTo>
                      <a:pt x="363" y="69"/>
                      <a:pt x="352" y="101"/>
                      <a:pt x="345" y="125"/>
                    </a:cubicBezTo>
                    <a:cubicBezTo>
                      <a:pt x="341" y="138"/>
                      <a:pt x="340" y="153"/>
                      <a:pt x="337" y="166"/>
                    </a:cubicBezTo>
                    <a:cubicBezTo>
                      <a:pt x="339" y="167"/>
                      <a:pt x="340" y="168"/>
                      <a:pt x="342" y="169"/>
                    </a:cubicBezTo>
                    <a:cubicBezTo>
                      <a:pt x="337" y="176"/>
                      <a:pt x="336" y="185"/>
                      <a:pt x="335" y="193"/>
                    </a:cubicBezTo>
                    <a:cubicBezTo>
                      <a:pt x="349" y="194"/>
                      <a:pt x="340" y="220"/>
                      <a:pt x="340" y="228"/>
                    </a:cubicBezTo>
                    <a:cubicBezTo>
                      <a:pt x="354" y="220"/>
                      <a:pt x="357" y="249"/>
                      <a:pt x="364" y="256"/>
                    </a:cubicBezTo>
                    <a:cubicBezTo>
                      <a:pt x="368" y="259"/>
                      <a:pt x="376" y="259"/>
                      <a:pt x="381" y="263"/>
                    </a:cubicBezTo>
                    <a:cubicBezTo>
                      <a:pt x="387" y="269"/>
                      <a:pt x="389" y="271"/>
                      <a:pt x="391" y="280"/>
                    </a:cubicBezTo>
                    <a:cubicBezTo>
                      <a:pt x="398" y="271"/>
                      <a:pt x="404" y="279"/>
                      <a:pt x="412" y="282"/>
                    </a:cubicBezTo>
                    <a:cubicBezTo>
                      <a:pt x="412" y="283"/>
                      <a:pt x="412" y="283"/>
                      <a:pt x="412" y="283"/>
                    </a:cubicBezTo>
                    <a:cubicBezTo>
                      <a:pt x="412" y="301"/>
                      <a:pt x="398" y="381"/>
                      <a:pt x="356" y="389"/>
                    </a:cubicBezTo>
                    <a:cubicBezTo>
                      <a:pt x="339" y="391"/>
                      <a:pt x="287" y="417"/>
                      <a:pt x="279" y="425"/>
                    </a:cubicBezTo>
                    <a:cubicBezTo>
                      <a:pt x="268" y="436"/>
                      <a:pt x="242" y="438"/>
                      <a:pt x="225" y="442"/>
                    </a:cubicBezTo>
                    <a:cubicBezTo>
                      <a:pt x="208" y="446"/>
                      <a:pt x="172" y="465"/>
                      <a:pt x="155" y="540"/>
                    </a:cubicBezTo>
                    <a:cubicBezTo>
                      <a:pt x="147" y="574"/>
                      <a:pt x="138" y="618"/>
                      <a:pt x="144" y="660"/>
                    </a:cubicBezTo>
                    <a:cubicBezTo>
                      <a:pt x="146" y="688"/>
                      <a:pt x="125" y="741"/>
                      <a:pt x="123" y="832"/>
                    </a:cubicBezTo>
                    <a:cubicBezTo>
                      <a:pt x="124" y="866"/>
                      <a:pt x="120" y="889"/>
                      <a:pt x="116" y="904"/>
                    </a:cubicBezTo>
                    <a:cubicBezTo>
                      <a:pt x="97" y="950"/>
                      <a:pt x="97" y="1079"/>
                      <a:pt x="96" y="1111"/>
                    </a:cubicBezTo>
                    <a:cubicBezTo>
                      <a:pt x="95" y="1130"/>
                      <a:pt x="95" y="1158"/>
                      <a:pt x="92" y="1172"/>
                    </a:cubicBezTo>
                    <a:cubicBezTo>
                      <a:pt x="88" y="1186"/>
                      <a:pt x="91" y="1199"/>
                      <a:pt x="87" y="1211"/>
                    </a:cubicBezTo>
                    <a:cubicBezTo>
                      <a:pt x="83" y="1222"/>
                      <a:pt x="85" y="1240"/>
                      <a:pt x="83" y="1244"/>
                    </a:cubicBezTo>
                    <a:cubicBezTo>
                      <a:pt x="75" y="1251"/>
                      <a:pt x="45" y="1295"/>
                      <a:pt x="38" y="1305"/>
                    </a:cubicBezTo>
                    <a:cubicBezTo>
                      <a:pt x="30" y="1315"/>
                      <a:pt x="22" y="1345"/>
                      <a:pt x="18" y="1350"/>
                    </a:cubicBezTo>
                    <a:cubicBezTo>
                      <a:pt x="13" y="1356"/>
                      <a:pt x="12" y="1370"/>
                      <a:pt x="8" y="1381"/>
                    </a:cubicBezTo>
                    <a:cubicBezTo>
                      <a:pt x="3" y="1393"/>
                      <a:pt x="0" y="1403"/>
                      <a:pt x="14" y="1402"/>
                    </a:cubicBezTo>
                    <a:cubicBezTo>
                      <a:pt x="26" y="1401"/>
                      <a:pt x="39" y="1381"/>
                      <a:pt x="41" y="1367"/>
                    </a:cubicBezTo>
                    <a:cubicBezTo>
                      <a:pt x="45" y="1365"/>
                      <a:pt x="52" y="1356"/>
                      <a:pt x="60" y="1347"/>
                    </a:cubicBezTo>
                    <a:cubicBezTo>
                      <a:pt x="58" y="1355"/>
                      <a:pt x="64" y="1362"/>
                      <a:pt x="70" y="1386"/>
                    </a:cubicBezTo>
                    <a:cubicBezTo>
                      <a:pt x="70" y="1394"/>
                      <a:pt x="76" y="1413"/>
                      <a:pt x="76" y="1422"/>
                    </a:cubicBezTo>
                    <a:cubicBezTo>
                      <a:pt x="75" y="1431"/>
                      <a:pt x="81" y="1455"/>
                      <a:pt x="84" y="1468"/>
                    </a:cubicBezTo>
                    <a:cubicBezTo>
                      <a:pt x="86" y="1480"/>
                      <a:pt x="97" y="1481"/>
                      <a:pt x="105" y="1477"/>
                    </a:cubicBezTo>
                    <a:cubicBezTo>
                      <a:pt x="105" y="1477"/>
                      <a:pt x="104" y="1488"/>
                      <a:pt x="115" y="1489"/>
                    </a:cubicBezTo>
                    <a:cubicBezTo>
                      <a:pt x="126" y="1491"/>
                      <a:pt x="128" y="1472"/>
                      <a:pt x="128" y="1472"/>
                    </a:cubicBezTo>
                    <a:cubicBezTo>
                      <a:pt x="128" y="1472"/>
                      <a:pt x="128" y="1479"/>
                      <a:pt x="136" y="1480"/>
                    </a:cubicBezTo>
                    <a:cubicBezTo>
                      <a:pt x="147" y="1480"/>
                      <a:pt x="149" y="1456"/>
                      <a:pt x="149" y="1456"/>
                    </a:cubicBezTo>
                    <a:cubicBezTo>
                      <a:pt x="150" y="1459"/>
                      <a:pt x="150" y="1461"/>
                      <a:pt x="156" y="1461"/>
                    </a:cubicBezTo>
                    <a:cubicBezTo>
                      <a:pt x="162" y="1461"/>
                      <a:pt x="167" y="1436"/>
                      <a:pt x="170" y="1426"/>
                    </a:cubicBezTo>
                    <a:cubicBezTo>
                      <a:pt x="172" y="1416"/>
                      <a:pt x="177" y="1406"/>
                      <a:pt x="178" y="1398"/>
                    </a:cubicBezTo>
                    <a:cubicBezTo>
                      <a:pt x="178" y="1390"/>
                      <a:pt x="179" y="1385"/>
                      <a:pt x="186" y="1348"/>
                    </a:cubicBezTo>
                    <a:cubicBezTo>
                      <a:pt x="193" y="1310"/>
                      <a:pt x="171" y="1271"/>
                      <a:pt x="174" y="1259"/>
                    </a:cubicBezTo>
                    <a:cubicBezTo>
                      <a:pt x="178" y="1246"/>
                      <a:pt x="166" y="1227"/>
                      <a:pt x="168" y="1224"/>
                    </a:cubicBezTo>
                    <a:cubicBezTo>
                      <a:pt x="169" y="1220"/>
                      <a:pt x="173" y="1206"/>
                      <a:pt x="175" y="1192"/>
                    </a:cubicBezTo>
                    <a:cubicBezTo>
                      <a:pt x="178" y="1178"/>
                      <a:pt x="228" y="1056"/>
                      <a:pt x="232" y="1029"/>
                    </a:cubicBezTo>
                    <a:cubicBezTo>
                      <a:pt x="243" y="976"/>
                      <a:pt x="242" y="953"/>
                      <a:pt x="236" y="917"/>
                    </a:cubicBezTo>
                    <a:cubicBezTo>
                      <a:pt x="237" y="890"/>
                      <a:pt x="248" y="818"/>
                      <a:pt x="250" y="805"/>
                    </a:cubicBezTo>
                    <a:cubicBezTo>
                      <a:pt x="251" y="802"/>
                      <a:pt x="251" y="789"/>
                      <a:pt x="253" y="780"/>
                    </a:cubicBezTo>
                    <a:cubicBezTo>
                      <a:pt x="253" y="775"/>
                      <a:pt x="254" y="766"/>
                      <a:pt x="255" y="755"/>
                    </a:cubicBezTo>
                    <a:cubicBezTo>
                      <a:pt x="255" y="756"/>
                      <a:pt x="255" y="756"/>
                      <a:pt x="255" y="756"/>
                    </a:cubicBezTo>
                    <a:cubicBezTo>
                      <a:pt x="255" y="768"/>
                      <a:pt x="259" y="789"/>
                      <a:pt x="261" y="822"/>
                    </a:cubicBezTo>
                    <a:cubicBezTo>
                      <a:pt x="259" y="849"/>
                      <a:pt x="272" y="898"/>
                      <a:pt x="274" y="923"/>
                    </a:cubicBezTo>
                    <a:cubicBezTo>
                      <a:pt x="271" y="932"/>
                      <a:pt x="284" y="1067"/>
                      <a:pt x="284" y="1067"/>
                    </a:cubicBezTo>
                    <a:cubicBezTo>
                      <a:pt x="279" y="1075"/>
                      <a:pt x="256" y="1178"/>
                      <a:pt x="255" y="1209"/>
                    </a:cubicBezTo>
                    <a:cubicBezTo>
                      <a:pt x="252" y="1225"/>
                      <a:pt x="258" y="1247"/>
                      <a:pt x="257" y="1282"/>
                    </a:cubicBezTo>
                    <a:cubicBezTo>
                      <a:pt x="255" y="1325"/>
                      <a:pt x="216" y="1497"/>
                      <a:pt x="287" y="1715"/>
                    </a:cubicBezTo>
                    <a:cubicBezTo>
                      <a:pt x="291" y="1727"/>
                      <a:pt x="292" y="1771"/>
                      <a:pt x="296" y="1795"/>
                    </a:cubicBezTo>
                    <a:cubicBezTo>
                      <a:pt x="297" y="1801"/>
                      <a:pt x="310" y="1828"/>
                      <a:pt x="310" y="1866"/>
                    </a:cubicBezTo>
                    <a:cubicBezTo>
                      <a:pt x="312" y="1926"/>
                      <a:pt x="305" y="2004"/>
                      <a:pt x="307" y="2048"/>
                    </a:cubicBezTo>
                    <a:cubicBezTo>
                      <a:pt x="310" y="2118"/>
                      <a:pt x="339" y="2183"/>
                      <a:pt x="351" y="2228"/>
                    </a:cubicBezTo>
                    <a:cubicBezTo>
                      <a:pt x="362" y="2273"/>
                      <a:pt x="366" y="2310"/>
                      <a:pt x="364" y="2319"/>
                    </a:cubicBezTo>
                    <a:cubicBezTo>
                      <a:pt x="362" y="2326"/>
                      <a:pt x="360" y="2341"/>
                      <a:pt x="367" y="2354"/>
                    </a:cubicBezTo>
                    <a:cubicBezTo>
                      <a:pt x="367" y="2355"/>
                      <a:pt x="347" y="2401"/>
                      <a:pt x="335" y="2408"/>
                    </a:cubicBezTo>
                    <a:cubicBezTo>
                      <a:pt x="325" y="2416"/>
                      <a:pt x="322" y="2424"/>
                      <a:pt x="314" y="2428"/>
                    </a:cubicBezTo>
                    <a:cubicBezTo>
                      <a:pt x="305" y="2433"/>
                      <a:pt x="301" y="2437"/>
                      <a:pt x="298" y="2446"/>
                    </a:cubicBezTo>
                    <a:cubicBezTo>
                      <a:pt x="295" y="2453"/>
                      <a:pt x="287" y="2463"/>
                      <a:pt x="293" y="2468"/>
                    </a:cubicBezTo>
                    <a:cubicBezTo>
                      <a:pt x="294" y="2469"/>
                      <a:pt x="295" y="2470"/>
                      <a:pt x="296" y="2470"/>
                    </a:cubicBezTo>
                    <a:cubicBezTo>
                      <a:pt x="296" y="2470"/>
                      <a:pt x="296" y="2470"/>
                      <a:pt x="296" y="2470"/>
                    </a:cubicBezTo>
                    <a:cubicBezTo>
                      <a:pt x="296" y="2473"/>
                      <a:pt x="296" y="2475"/>
                      <a:pt x="297" y="2477"/>
                    </a:cubicBezTo>
                    <a:cubicBezTo>
                      <a:pt x="300" y="2483"/>
                      <a:pt x="307" y="2484"/>
                      <a:pt x="314" y="2483"/>
                    </a:cubicBezTo>
                    <a:cubicBezTo>
                      <a:pt x="315" y="2482"/>
                      <a:pt x="315" y="2482"/>
                      <a:pt x="315" y="2482"/>
                    </a:cubicBezTo>
                    <a:cubicBezTo>
                      <a:pt x="315" y="2484"/>
                      <a:pt x="316" y="2486"/>
                      <a:pt x="318" y="2489"/>
                    </a:cubicBezTo>
                    <a:cubicBezTo>
                      <a:pt x="323" y="2496"/>
                      <a:pt x="340" y="2499"/>
                      <a:pt x="346" y="2493"/>
                    </a:cubicBezTo>
                    <a:cubicBezTo>
                      <a:pt x="355" y="2498"/>
                      <a:pt x="373" y="2499"/>
                      <a:pt x="380" y="2490"/>
                    </a:cubicBezTo>
                    <a:cubicBezTo>
                      <a:pt x="385" y="2504"/>
                      <a:pt x="405" y="2502"/>
                      <a:pt x="417" y="2499"/>
                    </a:cubicBezTo>
                    <a:cubicBezTo>
                      <a:pt x="429" y="2497"/>
                      <a:pt x="434" y="2490"/>
                      <a:pt x="441" y="2484"/>
                    </a:cubicBezTo>
                    <a:cubicBezTo>
                      <a:pt x="448" y="2479"/>
                      <a:pt x="453" y="2474"/>
                      <a:pt x="451" y="2462"/>
                    </a:cubicBezTo>
                    <a:cubicBezTo>
                      <a:pt x="449" y="2449"/>
                      <a:pt x="451" y="2449"/>
                      <a:pt x="452" y="2433"/>
                    </a:cubicBezTo>
                    <a:cubicBezTo>
                      <a:pt x="453" y="2424"/>
                      <a:pt x="461" y="2421"/>
                      <a:pt x="462" y="2406"/>
                    </a:cubicBezTo>
                    <a:cubicBezTo>
                      <a:pt x="463" y="2394"/>
                      <a:pt x="454" y="2343"/>
                      <a:pt x="455" y="2336"/>
                    </a:cubicBezTo>
                    <a:cubicBezTo>
                      <a:pt x="457" y="2320"/>
                      <a:pt x="446" y="2307"/>
                      <a:pt x="442" y="2281"/>
                    </a:cubicBezTo>
                    <a:cubicBezTo>
                      <a:pt x="438" y="2254"/>
                      <a:pt x="449" y="2165"/>
                      <a:pt x="449" y="2148"/>
                    </a:cubicBezTo>
                    <a:cubicBezTo>
                      <a:pt x="449" y="2117"/>
                      <a:pt x="465" y="2067"/>
                      <a:pt x="461" y="2003"/>
                    </a:cubicBezTo>
                    <a:cubicBezTo>
                      <a:pt x="458" y="1967"/>
                      <a:pt x="440" y="1855"/>
                      <a:pt x="440" y="1830"/>
                    </a:cubicBezTo>
                    <a:cubicBezTo>
                      <a:pt x="440" y="1826"/>
                      <a:pt x="439" y="1798"/>
                      <a:pt x="441" y="1793"/>
                    </a:cubicBezTo>
                    <a:cubicBezTo>
                      <a:pt x="446" y="1776"/>
                      <a:pt x="470" y="1572"/>
                      <a:pt x="470" y="1570"/>
                    </a:cubicBezTo>
                    <a:cubicBezTo>
                      <a:pt x="472" y="1546"/>
                      <a:pt x="482" y="1385"/>
                      <a:pt x="482" y="1385"/>
                    </a:cubicBezTo>
                    <a:cubicBezTo>
                      <a:pt x="484" y="1385"/>
                      <a:pt x="484" y="1385"/>
                      <a:pt x="484" y="1385"/>
                    </a:cubicBezTo>
                    <a:cubicBezTo>
                      <a:pt x="484" y="1385"/>
                      <a:pt x="494" y="1546"/>
                      <a:pt x="497" y="1570"/>
                    </a:cubicBezTo>
                    <a:cubicBezTo>
                      <a:pt x="497" y="1572"/>
                      <a:pt x="520" y="1776"/>
                      <a:pt x="525" y="1793"/>
                    </a:cubicBezTo>
                    <a:cubicBezTo>
                      <a:pt x="527" y="1798"/>
                      <a:pt x="526" y="1826"/>
                      <a:pt x="526" y="1830"/>
                    </a:cubicBezTo>
                    <a:cubicBezTo>
                      <a:pt x="526" y="1855"/>
                      <a:pt x="508" y="1967"/>
                      <a:pt x="506" y="2003"/>
                    </a:cubicBezTo>
                    <a:cubicBezTo>
                      <a:pt x="501" y="2067"/>
                      <a:pt x="518" y="2117"/>
                      <a:pt x="518" y="2148"/>
                    </a:cubicBezTo>
                    <a:cubicBezTo>
                      <a:pt x="518" y="2165"/>
                      <a:pt x="528" y="2254"/>
                      <a:pt x="524" y="2281"/>
                    </a:cubicBezTo>
                    <a:cubicBezTo>
                      <a:pt x="520" y="2307"/>
                      <a:pt x="509" y="2320"/>
                      <a:pt x="512" y="2336"/>
                    </a:cubicBezTo>
                    <a:cubicBezTo>
                      <a:pt x="513" y="2343"/>
                      <a:pt x="503" y="2394"/>
                      <a:pt x="504" y="2406"/>
                    </a:cubicBezTo>
                    <a:cubicBezTo>
                      <a:pt x="505" y="2421"/>
                      <a:pt x="513" y="2424"/>
                      <a:pt x="514" y="2433"/>
                    </a:cubicBezTo>
                    <a:cubicBezTo>
                      <a:pt x="516" y="2449"/>
                      <a:pt x="517" y="2449"/>
                      <a:pt x="515" y="2462"/>
                    </a:cubicBezTo>
                    <a:cubicBezTo>
                      <a:pt x="514" y="2474"/>
                      <a:pt x="518" y="2479"/>
                      <a:pt x="525" y="2484"/>
                    </a:cubicBezTo>
                    <a:cubicBezTo>
                      <a:pt x="532" y="2490"/>
                      <a:pt x="537" y="2497"/>
                      <a:pt x="549" y="2499"/>
                    </a:cubicBezTo>
                    <a:cubicBezTo>
                      <a:pt x="561" y="2502"/>
                      <a:pt x="582" y="2504"/>
                      <a:pt x="586" y="2490"/>
                    </a:cubicBezTo>
                    <a:cubicBezTo>
                      <a:pt x="593" y="2499"/>
                      <a:pt x="611" y="2498"/>
                      <a:pt x="620" y="2493"/>
                    </a:cubicBezTo>
                    <a:cubicBezTo>
                      <a:pt x="627" y="2499"/>
                      <a:pt x="644" y="2496"/>
                      <a:pt x="649" y="2489"/>
                    </a:cubicBezTo>
                    <a:cubicBezTo>
                      <a:pt x="651" y="2486"/>
                      <a:pt x="651" y="2484"/>
                      <a:pt x="651" y="2482"/>
                    </a:cubicBezTo>
                    <a:cubicBezTo>
                      <a:pt x="652" y="2483"/>
                      <a:pt x="652" y="2483"/>
                      <a:pt x="652" y="2483"/>
                    </a:cubicBezTo>
                    <a:cubicBezTo>
                      <a:pt x="660" y="2484"/>
                      <a:pt x="668" y="2481"/>
                      <a:pt x="669" y="2477"/>
                    </a:cubicBezTo>
                    <a:cubicBezTo>
                      <a:pt x="671" y="2475"/>
                      <a:pt x="671" y="2473"/>
                      <a:pt x="670" y="2470"/>
                    </a:cubicBezTo>
                    <a:cubicBezTo>
                      <a:pt x="670" y="2470"/>
                      <a:pt x="670" y="2470"/>
                      <a:pt x="670" y="2470"/>
                    </a:cubicBezTo>
                    <a:cubicBezTo>
                      <a:pt x="671" y="2470"/>
                      <a:pt x="672" y="2469"/>
                      <a:pt x="673" y="2468"/>
                    </a:cubicBezTo>
                    <a:cubicBezTo>
                      <a:pt x="679" y="2463"/>
                      <a:pt x="671" y="2453"/>
                      <a:pt x="668" y="2446"/>
                    </a:cubicBezTo>
                    <a:cubicBezTo>
                      <a:pt x="665" y="2437"/>
                      <a:pt x="661" y="2433"/>
                      <a:pt x="653" y="2428"/>
                    </a:cubicBezTo>
                    <a:cubicBezTo>
                      <a:pt x="644" y="2424"/>
                      <a:pt x="641" y="2416"/>
                      <a:pt x="631" y="2408"/>
                    </a:cubicBezTo>
                    <a:cubicBezTo>
                      <a:pt x="619" y="2401"/>
                      <a:pt x="599" y="2355"/>
                      <a:pt x="599" y="2354"/>
                    </a:cubicBezTo>
                    <a:cubicBezTo>
                      <a:pt x="606" y="2341"/>
                      <a:pt x="604" y="2326"/>
                      <a:pt x="602" y="2319"/>
                    </a:cubicBezTo>
                    <a:cubicBezTo>
                      <a:pt x="600" y="2310"/>
                      <a:pt x="604" y="2273"/>
                      <a:pt x="616" y="2228"/>
                    </a:cubicBezTo>
                    <a:cubicBezTo>
                      <a:pt x="627" y="2183"/>
                      <a:pt x="656" y="2118"/>
                      <a:pt x="659" y="2048"/>
                    </a:cubicBezTo>
                    <a:cubicBezTo>
                      <a:pt x="661" y="2004"/>
                      <a:pt x="655" y="1926"/>
                      <a:pt x="656" y="1866"/>
                    </a:cubicBezTo>
                    <a:cubicBezTo>
                      <a:pt x="657" y="1828"/>
                      <a:pt x="669" y="1801"/>
                      <a:pt x="670" y="1795"/>
                    </a:cubicBezTo>
                    <a:cubicBezTo>
                      <a:pt x="675" y="1771"/>
                      <a:pt x="675" y="1727"/>
                      <a:pt x="679" y="1715"/>
                    </a:cubicBezTo>
                    <a:cubicBezTo>
                      <a:pt x="750" y="1497"/>
                      <a:pt x="712" y="1325"/>
                      <a:pt x="710" y="1282"/>
                    </a:cubicBezTo>
                    <a:cubicBezTo>
                      <a:pt x="710" y="1282"/>
                      <a:pt x="710" y="1282"/>
                      <a:pt x="710" y="1282"/>
                    </a:cubicBezTo>
                    <a:cubicBezTo>
                      <a:pt x="708" y="1247"/>
                      <a:pt x="715" y="1225"/>
                      <a:pt x="712" y="1209"/>
                    </a:cubicBezTo>
                    <a:cubicBezTo>
                      <a:pt x="711" y="1178"/>
                      <a:pt x="688" y="1075"/>
                      <a:pt x="683" y="1067"/>
                    </a:cubicBezTo>
                    <a:cubicBezTo>
                      <a:pt x="683" y="1067"/>
                      <a:pt x="696" y="932"/>
                      <a:pt x="693" y="923"/>
                    </a:cubicBezTo>
                    <a:cubicBezTo>
                      <a:pt x="694" y="898"/>
                      <a:pt x="708" y="849"/>
                      <a:pt x="706" y="822"/>
                    </a:cubicBezTo>
                    <a:cubicBezTo>
                      <a:pt x="708" y="789"/>
                      <a:pt x="712" y="768"/>
                      <a:pt x="712" y="756"/>
                    </a:cubicBezTo>
                    <a:cubicBezTo>
                      <a:pt x="712" y="755"/>
                      <a:pt x="712" y="755"/>
                      <a:pt x="712" y="755"/>
                    </a:cubicBezTo>
                    <a:cubicBezTo>
                      <a:pt x="713" y="766"/>
                      <a:pt x="713" y="775"/>
                      <a:pt x="714" y="780"/>
                    </a:cubicBezTo>
                    <a:cubicBezTo>
                      <a:pt x="716" y="789"/>
                      <a:pt x="715" y="802"/>
                      <a:pt x="717" y="805"/>
                    </a:cubicBezTo>
                    <a:cubicBezTo>
                      <a:pt x="719" y="818"/>
                      <a:pt x="729" y="890"/>
                      <a:pt x="730" y="917"/>
                    </a:cubicBezTo>
                    <a:cubicBezTo>
                      <a:pt x="725" y="953"/>
                      <a:pt x="724" y="976"/>
                      <a:pt x="734" y="1029"/>
                    </a:cubicBezTo>
                    <a:cubicBezTo>
                      <a:pt x="739" y="1056"/>
                      <a:pt x="789" y="1178"/>
                      <a:pt x="791" y="1192"/>
                    </a:cubicBezTo>
                    <a:cubicBezTo>
                      <a:pt x="794" y="1206"/>
                      <a:pt x="797" y="1220"/>
                      <a:pt x="799" y="1224"/>
                    </a:cubicBezTo>
                    <a:cubicBezTo>
                      <a:pt x="800" y="1227"/>
                      <a:pt x="789" y="1246"/>
                      <a:pt x="792" y="1259"/>
                    </a:cubicBezTo>
                    <a:cubicBezTo>
                      <a:pt x="796" y="1271"/>
                      <a:pt x="774" y="1310"/>
                      <a:pt x="781" y="1348"/>
                    </a:cubicBezTo>
                    <a:cubicBezTo>
                      <a:pt x="787" y="1385"/>
                      <a:pt x="788" y="1390"/>
                      <a:pt x="789" y="1398"/>
                    </a:cubicBezTo>
                    <a:cubicBezTo>
                      <a:pt x="790" y="1406"/>
                      <a:pt x="794" y="1416"/>
                      <a:pt x="797" y="1426"/>
                    </a:cubicBezTo>
                    <a:cubicBezTo>
                      <a:pt x="800" y="1436"/>
                      <a:pt x="804" y="1461"/>
                      <a:pt x="811" y="1461"/>
                    </a:cubicBezTo>
                    <a:cubicBezTo>
                      <a:pt x="817" y="1461"/>
                      <a:pt x="817" y="1459"/>
                      <a:pt x="817" y="1456"/>
                    </a:cubicBezTo>
                    <a:cubicBezTo>
                      <a:pt x="817" y="1456"/>
                      <a:pt x="819" y="1480"/>
                      <a:pt x="831" y="1480"/>
                    </a:cubicBezTo>
                    <a:cubicBezTo>
                      <a:pt x="839" y="1479"/>
                      <a:pt x="839" y="1472"/>
                      <a:pt x="839" y="1472"/>
                    </a:cubicBezTo>
                    <a:cubicBezTo>
                      <a:pt x="839" y="1472"/>
                      <a:pt x="841" y="1491"/>
                      <a:pt x="852" y="1489"/>
                    </a:cubicBezTo>
                    <a:cubicBezTo>
                      <a:pt x="862" y="1488"/>
                      <a:pt x="862" y="1477"/>
                      <a:pt x="862" y="1477"/>
                    </a:cubicBezTo>
                    <a:cubicBezTo>
                      <a:pt x="870" y="1481"/>
                      <a:pt x="880" y="1480"/>
                      <a:pt x="883" y="1468"/>
                    </a:cubicBezTo>
                    <a:cubicBezTo>
                      <a:pt x="886" y="1455"/>
                      <a:pt x="892" y="1431"/>
                      <a:pt x="891" y="1422"/>
                    </a:cubicBezTo>
                    <a:cubicBezTo>
                      <a:pt x="890" y="1413"/>
                      <a:pt x="897" y="1394"/>
                      <a:pt x="897" y="1386"/>
                    </a:cubicBezTo>
                    <a:cubicBezTo>
                      <a:pt x="903" y="1362"/>
                      <a:pt x="909" y="1355"/>
                      <a:pt x="907" y="1347"/>
                    </a:cubicBezTo>
                    <a:cubicBezTo>
                      <a:pt x="914" y="1356"/>
                      <a:pt x="921" y="1365"/>
                      <a:pt x="925" y="1367"/>
                    </a:cubicBezTo>
                    <a:cubicBezTo>
                      <a:pt x="927" y="1381"/>
                      <a:pt x="941" y="1401"/>
                      <a:pt x="952" y="1402"/>
                    </a:cubicBezTo>
                    <a:cubicBezTo>
                      <a:pt x="967" y="1403"/>
                      <a:pt x="963" y="1393"/>
                      <a:pt x="959" y="1381"/>
                    </a:cubicBezTo>
                    <a:cubicBezTo>
                      <a:pt x="954" y="1370"/>
                      <a:pt x="953" y="1356"/>
                      <a:pt x="949" y="1350"/>
                    </a:cubicBezTo>
                    <a:cubicBezTo>
                      <a:pt x="945" y="1345"/>
                      <a:pt x="938" y="1315"/>
                      <a:pt x="931" y="1305"/>
                    </a:cubicBezTo>
                    <a:cubicBezTo>
                      <a:pt x="923" y="1295"/>
                      <a:pt x="893" y="1251"/>
                      <a:pt x="886" y="1244"/>
                    </a:cubicBezTo>
                    <a:cubicBezTo>
                      <a:pt x="883" y="1240"/>
                      <a:pt x="885" y="1222"/>
                      <a:pt x="881" y="1211"/>
                    </a:cubicBezTo>
                    <a:cubicBezTo>
                      <a:pt x="878" y="1199"/>
                      <a:pt x="878" y="1186"/>
                      <a:pt x="875" y="1172"/>
                    </a:cubicBezTo>
                    <a:cubicBezTo>
                      <a:pt x="872" y="1158"/>
                      <a:pt x="871" y="1130"/>
                      <a:pt x="871" y="1111"/>
                    </a:cubicBezTo>
                    <a:cubicBezTo>
                      <a:pt x="869" y="1079"/>
                      <a:pt x="869" y="950"/>
                      <a:pt x="850" y="904"/>
                    </a:cubicBezTo>
                    <a:cubicBezTo>
                      <a:pt x="846" y="889"/>
                      <a:pt x="843" y="866"/>
                      <a:pt x="843" y="832"/>
                    </a:cubicBezTo>
                    <a:cubicBezTo>
                      <a:pt x="841" y="741"/>
                      <a:pt x="821" y="688"/>
                      <a:pt x="823" y="660"/>
                    </a:cubicBezTo>
                    <a:cubicBezTo>
                      <a:pt x="828" y="618"/>
                      <a:pt x="819" y="574"/>
                      <a:pt x="812" y="540"/>
                    </a:cubicBezTo>
                    <a:cubicBezTo>
                      <a:pt x="795" y="465"/>
                      <a:pt x="759" y="446"/>
                      <a:pt x="742" y="442"/>
                    </a:cubicBezTo>
                    <a:cubicBezTo>
                      <a:pt x="725" y="438"/>
                      <a:pt x="686" y="427"/>
                      <a:pt x="672" y="421"/>
                    </a:cubicBezTo>
                    <a:cubicBezTo>
                      <a:pt x="655" y="414"/>
                      <a:pt x="614" y="390"/>
                      <a:pt x="598" y="384"/>
                    </a:cubicBezTo>
                    <a:cubicBezTo>
                      <a:pt x="584" y="379"/>
                      <a:pt x="558" y="363"/>
                      <a:pt x="558" y="36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" name="Freeform 180">
                <a:extLst>
                  <a:ext uri="{FF2B5EF4-FFF2-40B4-BE49-F238E27FC236}">
                    <a16:creationId xmlns:a16="http://schemas.microsoft.com/office/drawing/2014/main" id="{4ABA8BC9-8073-42F0-83FD-ABCE3DB3C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951"/>
                <a:ext cx="34" cy="47"/>
              </a:xfrm>
              <a:custGeom>
                <a:avLst/>
                <a:gdLst>
                  <a:gd name="T0" fmla="*/ 57 w 25"/>
                  <a:gd name="T1" fmla="*/ 48 h 35"/>
                  <a:gd name="T2" fmla="*/ 56 w 25"/>
                  <a:gd name="T3" fmla="*/ 15 h 35"/>
                  <a:gd name="T4" fmla="*/ 14 w 25"/>
                  <a:gd name="T5" fmla="*/ 16 h 35"/>
                  <a:gd name="T6" fmla="*/ 10 w 25"/>
                  <a:gd name="T7" fmla="*/ 8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23" y="20"/>
                    </a:moveTo>
                    <a:cubicBezTo>
                      <a:pt x="25" y="19"/>
                      <a:pt x="25" y="11"/>
                      <a:pt x="22" y="6"/>
                    </a:cubicBezTo>
                    <a:cubicBezTo>
                      <a:pt x="19" y="2"/>
                      <a:pt x="10" y="0"/>
                      <a:pt x="5" y="7"/>
                    </a:cubicBezTo>
                    <a:cubicBezTo>
                      <a:pt x="1" y="12"/>
                      <a:pt x="0" y="25"/>
                      <a:pt x="4" y="3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" name="Freeform 181">
                <a:extLst>
                  <a:ext uri="{FF2B5EF4-FFF2-40B4-BE49-F238E27FC236}">
                    <a16:creationId xmlns:a16="http://schemas.microsoft.com/office/drawing/2014/main" id="{6013A01B-9C92-4797-8F8D-FF15E4A7A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955"/>
                <a:ext cx="5" cy="17"/>
              </a:xfrm>
              <a:custGeom>
                <a:avLst/>
                <a:gdLst>
                  <a:gd name="T0" fmla="*/ 8 w 4"/>
                  <a:gd name="T1" fmla="*/ 0 h 12"/>
                  <a:gd name="T2" fmla="*/ 6 w 4"/>
                  <a:gd name="T3" fmla="*/ 3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1" y="3"/>
                      <a:pt x="0" y="9"/>
                      <a:pt x="3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" name="Freeform 182">
                <a:extLst>
                  <a:ext uri="{FF2B5EF4-FFF2-40B4-BE49-F238E27FC236}">
                    <a16:creationId xmlns:a16="http://schemas.microsoft.com/office/drawing/2014/main" id="{46D22745-3CA1-4565-A427-815A0E097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1078"/>
                <a:ext cx="26" cy="9"/>
              </a:xfrm>
              <a:custGeom>
                <a:avLst/>
                <a:gdLst>
                  <a:gd name="T0" fmla="*/ 49 w 19"/>
                  <a:gd name="T1" fmla="*/ 0 h 7"/>
                  <a:gd name="T2" fmla="*/ 36 w 19"/>
                  <a:gd name="T3" fmla="*/ 8 h 7"/>
                  <a:gd name="T4" fmla="*/ 0 w 19"/>
                  <a:gd name="T5" fmla="*/ 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19" y="0"/>
                    </a:moveTo>
                    <a:cubicBezTo>
                      <a:pt x="17" y="2"/>
                      <a:pt x="16" y="2"/>
                      <a:pt x="14" y="4"/>
                    </a:cubicBezTo>
                    <a:cubicBezTo>
                      <a:pt x="8" y="7"/>
                      <a:pt x="6" y="2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" name="Freeform 183">
                <a:extLst>
                  <a:ext uri="{FF2B5EF4-FFF2-40B4-BE49-F238E27FC236}">
                    <a16:creationId xmlns:a16="http://schemas.microsoft.com/office/drawing/2014/main" id="{3197F16C-2E17-402E-BCD0-B70E77601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202"/>
                <a:ext cx="42" cy="24"/>
              </a:xfrm>
              <a:custGeom>
                <a:avLst/>
                <a:gdLst>
                  <a:gd name="T0" fmla="*/ 22 w 31"/>
                  <a:gd name="T1" fmla="*/ 0 h 18"/>
                  <a:gd name="T2" fmla="*/ 22 w 31"/>
                  <a:gd name="T3" fmla="*/ 36 h 18"/>
                  <a:gd name="T4" fmla="*/ 50 w 31"/>
                  <a:gd name="T5" fmla="*/ 1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8">
                    <a:moveTo>
                      <a:pt x="9" y="0"/>
                    </a:moveTo>
                    <a:cubicBezTo>
                      <a:pt x="0" y="2"/>
                      <a:pt x="0" y="12"/>
                      <a:pt x="9" y="15"/>
                    </a:cubicBezTo>
                    <a:cubicBezTo>
                      <a:pt x="16" y="18"/>
                      <a:pt x="31" y="9"/>
                      <a:pt x="20" y="7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" name="Freeform 184">
                <a:extLst>
                  <a:ext uri="{FF2B5EF4-FFF2-40B4-BE49-F238E27FC236}">
                    <a16:creationId xmlns:a16="http://schemas.microsoft.com/office/drawing/2014/main" id="{0AEFE3E4-285F-4746-803A-5202D8D5C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590"/>
                <a:ext cx="41" cy="40"/>
              </a:xfrm>
              <a:custGeom>
                <a:avLst/>
                <a:gdLst>
                  <a:gd name="T0" fmla="*/ 21 w 30"/>
                  <a:gd name="T1" fmla="*/ 9 h 30"/>
                  <a:gd name="T2" fmla="*/ 46 w 30"/>
                  <a:gd name="T3" fmla="*/ 63 h 30"/>
                  <a:gd name="T4" fmla="*/ 75 w 30"/>
                  <a:gd name="T5" fmla="*/ 33 h 30"/>
                  <a:gd name="T6" fmla="*/ 42 w 30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8" y="4"/>
                    </a:moveTo>
                    <a:cubicBezTo>
                      <a:pt x="0" y="13"/>
                      <a:pt x="4" y="30"/>
                      <a:pt x="18" y="26"/>
                    </a:cubicBezTo>
                    <a:cubicBezTo>
                      <a:pt x="24" y="25"/>
                      <a:pt x="28" y="20"/>
                      <a:pt x="29" y="14"/>
                    </a:cubicBezTo>
                    <a:cubicBezTo>
                      <a:pt x="30" y="6"/>
                      <a:pt x="24" y="3"/>
                      <a:pt x="17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" name="Freeform 185">
                <a:extLst>
                  <a:ext uri="{FF2B5EF4-FFF2-40B4-BE49-F238E27FC236}">
                    <a16:creationId xmlns:a16="http://schemas.microsoft.com/office/drawing/2014/main" id="{764841D1-A786-45B6-A92C-B5F52BFF2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1590"/>
                <a:ext cx="60" cy="54"/>
              </a:xfrm>
              <a:custGeom>
                <a:avLst/>
                <a:gdLst>
                  <a:gd name="T0" fmla="*/ 52 w 45"/>
                  <a:gd name="T1" fmla="*/ 0 h 40"/>
                  <a:gd name="T2" fmla="*/ 20 w 45"/>
                  <a:gd name="T3" fmla="*/ 57 h 40"/>
                  <a:gd name="T4" fmla="*/ 84 w 45"/>
                  <a:gd name="T5" fmla="*/ 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0">
                    <a:moveTo>
                      <a:pt x="22" y="0"/>
                    </a:moveTo>
                    <a:cubicBezTo>
                      <a:pt x="10" y="0"/>
                      <a:pt x="0" y="12"/>
                      <a:pt x="8" y="23"/>
                    </a:cubicBezTo>
                    <a:cubicBezTo>
                      <a:pt x="20" y="40"/>
                      <a:pt x="45" y="21"/>
                      <a:pt x="35" y="4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" name="Freeform 186">
                <a:extLst>
                  <a:ext uri="{FF2B5EF4-FFF2-40B4-BE49-F238E27FC236}">
                    <a16:creationId xmlns:a16="http://schemas.microsoft.com/office/drawing/2014/main" id="{CFEC36E2-E7D9-42BB-9177-9E49E4FAB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562"/>
                <a:ext cx="6" cy="172"/>
              </a:xfrm>
              <a:custGeom>
                <a:avLst/>
                <a:gdLst>
                  <a:gd name="T0" fmla="*/ 5 w 4"/>
                  <a:gd name="T1" fmla="*/ 310 h 128"/>
                  <a:gd name="T2" fmla="*/ 5 w 4"/>
                  <a:gd name="T3" fmla="*/ 309 h 128"/>
                  <a:gd name="T4" fmla="*/ 0 w 4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8">
                    <a:moveTo>
                      <a:pt x="1" y="128"/>
                    </a:moveTo>
                    <a:cubicBezTo>
                      <a:pt x="1" y="127"/>
                      <a:pt x="1" y="127"/>
                      <a:pt x="1" y="127"/>
                    </a:cubicBezTo>
                    <a:cubicBezTo>
                      <a:pt x="3" y="84"/>
                      <a:pt x="4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" name="Freeform 187">
                <a:extLst>
                  <a:ext uri="{FF2B5EF4-FFF2-40B4-BE49-F238E27FC236}">
                    <a16:creationId xmlns:a16="http://schemas.microsoft.com/office/drawing/2014/main" id="{076C9EEF-F335-4DE1-B814-56823D1F0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599"/>
                <a:ext cx="1" cy="4"/>
              </a:xfrm>
              <a:custGeom>
                <a:avLst/>
                <a:gdLst>
                  <a:gd name="T0" fmla="*/ 0 w 1"/>
                  <a:gd name="T1" fmla="*/ 7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" name="Freeform 188">
                <a:extLst>
                  <a:ext uri="{FF2B5EF4-FFF2-40B4-BE49-F238E27FC236}">
                    <a16:creationId xmlns:a16="http://schemas.microsoft.com/office/drawing/2014/main" id="{D3B0945B-411D-487F-B428-5A1275014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590"/>
                <a:ext cx="38" cy="39"/>
              </a:xfrm>
              <a:custGeom>
                <a:avLst/>
                <a:gdLst>
                  <a:gd name="T0" fmla="*/ 33 w 28"/>
                  <a:gd name="T1" fmla="*/ 0 h 29"/>
                  <a:gd name="T2" fmla="*/ 71 w 28"/>
                  <a:gd name="T3" fmla="*/ 36 h 29"/>
                  <a:gd name="T4" fmla="*/ 33 w 28"/>
                  <a:gd name="T5" fmla="*/ 70 h 29"/>
                  <a:gd name="T6" fmla="*/ 0 w 28"/>
                  <a:gd name="T7" fmla="*/ 5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9">
                    <a:moveTo>
                      <a:pt x="13" y="0"/>
                    </a:moveTo>
                    <a:cubicBezTo>
                      <a:pt x="21" y="0"/>
                      <a:pt x="28" y="7"/>
                      <a:pt x="28" y="15"/>
                    </a:cubicBezTo>
                    <a:cubicBezTo>
                      <a:pt x="28" y="23"/>
                      <a:pt x="21" y="29"/>
                      <a:pt x="13" y="29"/>
                    </a:cubicBezTo>
                    <a:cubicBezTo>
                      <a:pt x="8" y="29"/>
                      <a:pt x="3" y="26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" name="Oval 189">
                <a:extLst>
                  <a:ext uri="{FF2B5EF4-FFF2-40B4-BE49-F238E27FC236}">
                    <a16:creationId xmlns:a16="http://schemas.microsoft.com/office/drawing/2014/main" id="{9B3D8C8B-2D6B-460D-B79D-EF6CA2FDE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6" y="1605"/>
                <a:ext cx="11" cy="11"/>
              </a:xfrm>
              <a:prstGeom prst="ellipse">
                <a:avLst/>
              </a:prstGeom>
              <a:noFill/>
              <a:ln w="317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51" name="Freeform 190">
                <a:extLst>
                  <a:ext uri="{FF2B5EF4-FFF2-40B4-BE49-F238E27FC236}">
                    <a16:creationId xmlns:a16="http://schemas.microsoft.com/office/drawing/2014/main" id="{7856D5A1-B436-4096-92E6-BECE6CB9F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324"/>
                <a:ext cx="173" cy="19"/>
              </a:xfrm>
              <a:custGeom>
                <a:avLst/>
                <a:gdLst>
                  <a:gd name="T0" fmla="*/ 0 w 129"/>
                  <a:gd name="T1" fmla="*/ 1 h 14"/>
                  <a:gd name="T2" fmla="*/ 28 w 129"/>
                  <a:gd name="T3" fmla="*/ 5 h 14"/>
                  <a:gd name="T4" fmla="*/ 62 w 129"/>
                  <a:gd name="T5" fmla="*/ 7 h 14"/>
                  <a:gd name="T6" fmla="*/ 170 w 129"/>
                  <a:gd name="T7" fmla="*/ 22 h 14"/>
                  <a:gd name="T8" fmla="*/ 207 w 129"/>
                  <a:gd name="T9" fmla="*/ 30 h 14"/>
                  <a:gd name="T10" fmla="*/ 311 w 129"/>
                  <a:gd name="T11" fmla="*/ 30 h 14"/>
                  <a:gd name="T12" fmla="*/ 311 w 129"/>
                  <a:gd name="T13" fmla="*/ 30 h 14"/>
                  <a:gd name="T14" fmla="*/ 311 w 129"/>
                  <a:gd name="T15" fmla="*/ 30 h 14"/>
                  <a:gd name="T16" fmla="*/ 311 w 129"/>
                  <a:gd name="T17" fmla="*/ 30 h 14"/>
                  <a:gd name="T18" fmla="*/ 211 w 129"/>
                  <a:gd name="T19" fmla="*/ 26 h 14"/>
                  <a:gd name="T20" fmla="*/ 170 w 129"/>
                  <a:gd name="T21" fmla="*/ 19 h 14"/>
                  <a:gd name="T22" fmla="*/ 62 w 129"/>
                  <a:gd name="T23" fmla="*/ 1 h 14"/>
                  <a:gd name="T24" fmla="*/ 28 w 129"/>
                  <a:gd name="T25" fmla="*/ 0 h 14"/>
                  <a:gd name="T26" fmla="*/ 0 w 129"/>
                  <a:gd name="T27" fmla="*/ 1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9" h="14">
                    <a:moveTo>
                      <a:pt x="0" y="1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8" y="3"/>
                      <a:pt x="25" y="3"/>
                      <a:pt x="25" y="3"/>
                    </a:cubicBezTo>
                    <a:cubicBezTo>
                      <a:pt x="41" y="5"/>
                      <a:pt x="57" y="7"/>
                      <a:pt x="71" y="9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101" y="14"/>
                      <a:pt x="119" y="12"/>
                      <a:pt x="129" y="12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119" y="12"/>
                      <a:pt x="101" y="11"/>
                      <a:pt x="87" y="10"/>
                    </a:cubicBezTo>
                    <a:cubicBezTo>
                      <a:pt x="71" y="7"/>
                      <a:pt x="71" y="7"/>
                      <a:pt x="71" y="7"/>
                    </a:cubicBezTo>
                    <a:cubicBezTo>
                      <a:pt x="58" y="5"/>
                      <a:pt x="41" y="2"/>
                      <a:pt x="25" y="1"/>
                    </a:cubicBezTo>
                    <a:cubicBezTo>
                      <a:pt x="25" y="1"/>
                      <a:pt x="18" y="1"/>
                      <a:pt x="12" y="0"/>
                    </a:cubicBezTo>
                    <a:cubicBezTo>
                      <a:pt x="12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7A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" name="Freeform 191">
                <a:extLst>
                  <a:ext uri="{FF2B5EF4-FFF2-40B4-BE49-F238E27FC236}">
                    <a16:creationId xmlns:a16="http://schemas.microsoft.com/office/drawing/2014/main" id="{6061B7A2-A05E-4041-B7DF-0214EA724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261"/>
                <a:ext cx="81" cy="78"/>
              </a:xfrm>
              <a:custGeom>
                <a:avLst/>
                <a:gdLst>
                  <a:gd name="T0" fmla="*/ 72 w 60"/>
                  <a:gd name="T1" fmla="*/ 134 h 58"/>
                  <a:gd name="T2" fmla="*/ 63 w 60"/>
                  <a:gd name="T3" fmla="*/ 136 h 58"/>
                  <a:gd name="T4" fmla="*/ 55 w 60"/>
                  <a:gd name="T5" fmla="*/ 134 h 58"/>
                  <a:gd name="T6" fmla="*/ 0 w 60"/>
                  <a:gd name="T7" fmla="*/ 63 h 58"/>
                  <a:gd name="T8" fmla="*/ 0 w 60"/>
                  <a:gd name="T9" fmla="*/ 63 h 58"/>
                  <a:gd name="T10" fmla="*/ 55 w 60"/>
                  <a:gd name="T11" fmla="*/ 141 h 58"/>
                  <a:gd name="T12" fmla="*/ 63 w 60"/>
                  <a:gd name="T13" fmla="*/ 141 h 58"/>
                  <a:gd name="T14" fmla="*/ 72 w 60"/>
                  <a:gd name="T15" fmla="*/ 141 h 58"/>
                  <a:gd name="T16" fmla="*/ 147 w 60"/>
                  <a:gd name="T17" fmla="*/ 0 h 58"/>
                  <a:gd name="T18" fmla="*/ 147 w 60"/>
                  <a:gd name="T19" fmla="*/ 0 h 58"/>
                  <a:gd name="T20" fmla="*/ 72 w 60"/>
                  <a:gd name="T21" fmla="*/ 134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58">
                    <a:moveTo>
                      <a:pt x="29" y="55"/>
                    </a:moveTo>
                    <a:cubicBezTo>
                      <a:pt x="26" y="56"/>
                      <a:pt x="26" y="56"/>
                      <a:pt x="26" y="56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17" y="55"/>
                      <a:pt x="7" y="43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" y="33"/>
                      <a:pt x="12" y="57"/>
                      <a:pt x="22" y="58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41" y="56"/>
                      <a:pt x="55" y="22"/>
                      <a:pt x="6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5" y="24"/>
                      <a:pt x="39" y="54"/>
                      <a:pt x="29" y="5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" name="Freeform 192">
                <a:extLst>
                  <a:ext uri="{FF2B5EF4-FFF2-40B4-BE49-F238E27FC236}">
                    <a16:creationId xmlns:a16="http://schemas.microsoft.com/office/drawing/2014/main" id="{6E9FF23F-A053-446B-93E5-A1EA12546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200"/>
                <a:ext cx="46" cy="17"/>
              </a:xfrm>
              <a:custGeom>
                <a:avLst/>
                <a:gdLst>
                  <a:gd name="T0" fmla="*/ 0 w 34"/>
                  <a:gd name="T1" fmla="*/ 34 h 12"/>
                  <a:gd name="T2" fmla="*/ 41 w 34"/>
                  <a:gd name="T3" fmla="*/ 0 h 12"/>
                  <a:gd name="T4" fmla="*/ 84 w 34"/>
                  <a:gd name="T5" fmla="*/ 3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2">
                    <a:moveTo>
                      <a:pt x="0" y="12"/>
                    </a:moveTo>
                    <a:cubicBezTo>
                      <a:pt x="8" y="2"/>
                      <a:pt x="9" y="0"/>
                      <a:pt x="16" y="0"/>
                    </a:cubicBezTo>
                    <a:cubicBezTo>
                      <a:pt x="24" y="0"/>
                      <a:pt x="26" y="2"/>
                      <a:pt x="34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" name="Freeform 193">
                <a:extLst>
                  <a:ext uri="{FF2B5EF4-FFF2-40B4-BE49-F238E27FC236}">
                    <a16:creationId xmlns:a16="http://schemas.microsoft.com/office/drawing/2014/main" id="{60157C28-1ABC-49E7-B8F6-8D9FC648C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463"/>
                <a:ext cx="46" cy="6"/>
              </a:xfrm>
              <a:custGeom>
                <a:avLst/>
                <a:gdLst>
                  <a:gd name="T0" fmla="*/ 0 w 34"/>
                  <a:gd name="T1" fmla="*/ 0 h 5"/>
                  <a:gd name="T2" fmla="*/ 41 w 34"/>
                  <a:gd name="T3" fmla="*/ 8 h 5"/>
                  <a:gd name="T4" fmla="*/ 84 w 3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">
                    <a:moveTo>
                      <a:pt x="0" y="0"/>
                    </a:moveTo>
                    <a:cubicBezTo>
                      <a:pt x="8" y="4"/>
                      <a:pt x="9" y="5"/>
                      <a:pt x="16" y="5"/>
                    </a:cubicBezTo>
                    <a:cubicBezTo>
                      <a:pt x="24" y="5"/>
                      <a:pt x="26" y="4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" name="Freeform 194">
                <a:extLst>
                  <a:ext uri="{FF2B5EF4-FFF2-40B4-BE49-F238E27FC236}">
                    <a16:creationId xmlns:a16="http://schemas.microsoft.com/office/drawing/2014/main" id="{76EABF43-6BD6-4DE0-B527-5D14544C7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210"/>
                <a:ext cx="30" cy="13"/>
              </a:xfrm>
              <a:custGeom>
                <a:avLst/>
                <a:gdLst>
                  <a:gd name="T0" fmla="*/ 0 w 22"/>
                  <a:gd name="T1" fmla="*/ 0 h 10"/>
                  <a:gd name="T2" fmla="*/ 56 w 2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2" y="10"/>
                      <a:pt x="19" y="10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" name="Freeform 195">
                <a:extLst>
                  <a:ext uri="{FF2B5EF4-FFF2-40B4-BE49-F238E27FC236}">
                    <a16:creationId xmlns:a16="http://schemas.microsoft.com/office/drawing/2014/main" id="{B38294DF-0240-40ED-98BB-D889AE266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665"/>
                <a:ext cx="202" cy="33"/>
              </a:xfrm>
              <a:custGeom>
                <a:avLst/>
                <a:gdLst>
                  <a:gd name="T0" fmla="*/ 0 w 150"/>
                  <a:gd name="T1" fmla="*/ 0 h 24"/>
                  <a:gd name="T2" fmla="*/ 281 w 150"/>
                  <a:gd name="T3" fmla="*/ 29 h 24"/>
                  <a:gd name="T4" fmla="*/ 366 w 150"/>
                  <a:gd name="T5" fmla="*/ 14 h 24"/>
                  <a:gd name="T6" fmla="*/ 366 w 150"/>
                  <a:gd name="T7" fmla="*/ 14 h 24"/>
                  <a:gd name="T8" fmla="*/ 281 w 150"/>
                  <a:gd name="T9" fmla="*/ 23 h 24"/>
                  <a:gd name="T10" fmla="*/ 0 w 150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24">
                    <a:moveTo>
                      <a:pt x="0" y="0"/>
                    </a:moveTo>
                    <a:cubicBezTo>
                      <a:pt x="29" y="24"/>
                      <a:pt x="75" y="18"/>
                      <a:pt x="115" y="11"/>
                    </a:cubicBezTo>
                    <a:cubicBezTo>
                      <a:pt x="128" y="9"/>
                      <a:pt x="140" y="6"/>
                      <a:pt x="150" y="5"/>
                    </a:cubicBezTo>
                    <a:cubicBezTo>
                      <a:pt x="150" y="5"/>
                      <a:pt x="150" y="5"/>
                      <a:pt x="150" y="5"/>
                    </a:cubicBezTo>
                    <a:cubicBezTo>
                      <a:pt x="139" y="6"/>
                      <a:pt x="128" y="7"/>
                      <a:pt x="115" y="9"/>
                    </a:cubicBezTo>
                    <a:cubicBezTo>
                      <a:pt x="75" y="15"/>
                      <a:pt x="28" y="23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" name="Freeform 196">
                <a:extLst>
                  <a:ext uri="{FF2B5EF4-FFF2-40B4-BE49-F238E27FC236}">
                    <a16:creationId xmlns:a16="http://schemas.microsoft.com/office/drawing/2014/main" id="{3D98D9CE-6A8A-48AD-885C-181C3FFF3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1562"/>
                <a:ext cx="6" cy="172"/>
              </a:xfrm>
              <a:custGeom>
                <a:avLst/>
                <a:gdLst>
                  <a:gd name="T0" fmla="*/ 14 w 4"/>
                  <a:gd name="T1" fmla="*/ 310 h 128"/>
                  <a:gd name="T2" fmla="*/ 14 w 4"/>
                  <a:gd name="T3" fmla="*/ 309 h 128"/>
                  <a:gd name="T4" fmla="*/ 14 w 4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8">
                    <a:moveTo>
                      <a:pt x="4" y="128"/>
                    </a:moveTo>
                    <a:cubicBezTo>
                      <a:pt x="4" y="127"/>
                      <a:pt x="4" y="127"/>
                      <a:pt x="4" y="127"/>
                    </a:cubicBezTo>
                    <a:cubicBezTo>
                      <a:pt x="2" y="84"/>
                      <a:pt x="0" y="8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" name="Freeform 197">
                <a:extLst>
                  <a:ext uri="{FF2B5EF4-FFF2-40B4-BE49-F238E27FC236}">
                    <a16:creationId xmlns:a16="http://schemas.microsoft.com/office/drawing/2014/main" id="{AA6C3A33-2DA4-442D-A3A1-C971A0768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599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" name="Freeform 198">
                <a:extLst>
                  <a:ext uri="{FF2B5EF4-FFF2-40B4-BE49-F238E27FC236}">
                    <a16:creationId xmlns:a16="http://schemas.microsoft.com/office/drawing/2014/main" id="{A250F9E3-4AD8-4699-B76A-B6F1C0C85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1590"/>
                <a:ext cx="36" cy="39"/>
              </a:xfrm>
              <a:custGeom>
                <a:avLst/>
                <a:gdLst>
                  <a:gd name="T0" fmla="*/ 33 w 27"/>
                  <a:gd name="T1" fmla="*/ 0 h 29"/>
                  <a:gd name="T2" fmla="*/ 0 w 27"/>
                  <a:gd name="T3" fmla="*/ 36 h 29"/>
                  <a:gd name="T4" fmla="*/ 33 w 27"/>
                  <a:gd name="T5" fmla="*/ 70 h 29"/>
                  <a:gd name="T6" fmla="*/ 64 w 27"/>
                  <a:gd name="T7" fmla="*/ 5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9">
                    <a:moveTo>
                      <a:pt x="14" y="0"/>
                    </a:moveTo>
                    <a:cubicBezTo>
                      <a:pt x="6" y="0"/>
                      <a:pt x="0" y="7"/>
                      <a:pt x="0" y="15"/>
                    </a:cubicBezTo>
                    <a:cubicBezTo>
                      <a:pt x="0" y="23"/>
                      <a:pt x="6" y="29"/>
                      <a:pt x="14" y="29"/>
                    </a:cubicBezTo>
                    <a:cubicBezTo>
                      <a:pt x="20" y="29"/>
                      <a:pt x="25" y="26"/>
                      <a:pt x="27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" name="Oval 199">
                <a:extLst>
                  <a:ext uri="{FF2B5EF4-FFF2-40B4-BE49-F238E27FC236}">
                    <a16:creationId xmlns:a16="http://schemas.microsoft.com/office/drawing/2014/main" id="{A0309187-BD56-4665-94B6-C5F5C951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1605"/>
                <a:ext cx="11" cy="11"/>
              </a:xfrm>
              <a:prstGeom prst="ellipse">
                <a:avLst/>
              </a:prstGeom>
              <a:noFill/>
              <a:ln w="317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861" name="Freeform 200">
                <a:extLst>
                  <a:ext uri="{FF2B5EF4-FFF2-40B4-BE49-F238E27FC236}">
                    <a16:creationId xmlns:a16="http://schemas.microsoft.com/office/drawing/2014/main" id="{BAD59698-2C90-4BA1-87A3-AE2BE9072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324"/>
                <a:ext cx="173" cy="19"/>
              </a:xfrm>
              <a:custGeom>
                <a:avLst/>
                <a:gdLst>
                  <a:gd name="T0" fmla="*/ 254 w 128"/>
                  <a:gd name="T1" fmla="*/ 1 h 14"/>
                  <a:gd name="T2" fmla="*/ 142 w 128"/>
                  <a:gd name="T3" fmla="*/ 19 h 14"/>
                  <a:gd name="T4" fmla="*/ 104 w 128"/>
                  <a:gd name="T5" fmla="*/ 26 h 14"/>
                  <a:gd name="T6" fmla="*/ 0 w 128"/>
                  <a:gd name="T7" fmla="*/ 30 h 14"/>
                  <a:gd name="T8" fmla="*/ 0 w 128"/>
                  <a:gd name="T9" fmla="*/ 30 h 14"/>
                  <a:gd name="T10" fmla="*/ 0 w 128"/>
                  <a:gd name="T11" fmla="*/ 30 h 14"/>
                  <a:gd name="T12" fmla="*/ 0 w 128"/>
                  <a:gd name="T13" fmla="*/ 30 h 14"/>
                  <a:gd name="T14" fmla="*/ 104 w 128"/>
                  <a:gd name="T15" fmla="*/ 30 h 14"/>
                  <a:gd name="T16" fmla="*/ 142 w 128"/>
                  <a:gd name="T17" fmla="*/ 22 h 14"/>
                  <a:gd name="T18" fmla="*/ 258 w 128"/>
                  <a:gd name="T19" fmla="*/ 7 h 14"/>
                  <a:gd name="T20" fmla="*/ 287 w 128"/>
                  <a:gd name="T21" fmla="*/ 5 h 14"/>
                  <a:gd name="T22" fmla="*/ 316 w 128"/>
                  <a:gd name="T23" fmla="*/ 1 h 14"/>
                  <a:gd name="T24" fmla="*/ 316 w 128"/>
                  <a:gd name="T25" fmla="*/ 1 h 14"/>
                  <a:gd name="T26" fmla="*/ 287 w 128"/>
                  <a:gd name="T27" fmla="*/ 0 h 14"/>
                  <a:gd name="T28" fmla="*/ 254 w 128"/>
                  <a:gd name="T29" fmla="*/ 1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8" h="14">
                    <a:moveTo>
                      <a:pt x="103" y="1"/>
                    </a:moveTo>
                    <a:cubicBezTo>
                      <a:pt x="88" y="2"/>
                      <a:pt x="71" y="5"/>
                      <a:pt x="58" y="7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28" y="11"/>
                      <a:pt x="9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9" y="12"/>
                      <a:pt x="28" y="14"/>
                      <a:pt x="42" y="12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71" y="7"/>
                      <a:pt x="88" y="5"/>
                      <a:pt x="104" y="3"/>
                    </a:cubicBezTo>
                    <a:cubicBezTo>
                      <a:pt x="109" y="2"/>
                      <a:pt x="116" y="2"/>
                      <a:pt x="116" y="2"/>
                    </a:cubicBezTo>
                    <a:cubicBezTo>
                      <a:pt x="116" y="2"/>
                      <a:pt x="128" y="1"/>
                      <a:pt x="128" y="1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6" y="0"/>
                      <a:pt x="109" y="0"/>
                      <a:pt x="103" y="1"/>
                    </a:cubicBezTo>
                    <a:close/>
                  </a:path>
                </a:pathLst>
              </a:custGeom>
              <a:solidFill>
                <a:srgbClr val="A7A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" name="Freeform 201">
                <a:extLst>
                  <a:ext uri="{FF2B5EF4-FFF2-40B4-BE49-F238E27FC236}">
                    <a16:creationId xmlns:a16="http://schemas.microsoft.com/office/drawing/2014/main" id="{FA4578FE-4281-4E02-AA6C-EE2D5168B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665"/>
                <a:ext cx="202" cy="33"/>
              </a:xfrm>
              <a:custGeom>
                <a:avLst/>
                <a:gdLst>
                  <a:gd name="T0" fmla="*/ 85 w 150"/>
                  <a:gd name="T1" fmla="*/ 23 h 24"/>
                  <a:gd name="T2" fmla="*/ 0 w 150"/>
                  <a:gd name="T3" fmla="*/ 14 h 24"/>
                  <a:gd name="T4" fmla="*/ 0 w 150"/>
                  <a:gd name="T5" fmla="*/ 14 h 24"/>
                  <a:gd name="T6" fmla="*/ 83 w 150"/>
                  <a:gd name="T7" fmla="*/ 29 h 24"/>
                  <a:gd name="T8" fmla="*/ 366 w 150"/>
                  <a:gd name="T9" fmla="*/ 0 h 24"/>
                  <a:gd name="T10" fmla="*/ 366 w 150"/>
                  <a:gd name="T11" fmla="*/ 0 h 24"/>
                  <a:gd name="T12" fmla="*/ 85 w 150"/>
                  <a:gd name="T13" fmla="*/ 23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24">
                    <a:moveTo>
                      <a:pt x="35" y="9"/>
                    </a:moveTo>
                    <a:cubicBezTo>
                      <a:pt x="22" y="7"/>
                      <a:pt x="1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0" y="6"/>
                      <a:pt x="22" y="9"/>
                      <a:pt x="34" y="11"/>
                    </a:cubicBezTo>
                    <a:cubicBezTo>
                      <a:pt x="75" y="18"/>
                      <a:pt x="120" y="24"/>
                      <a:pt x="150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21" y="23"/>
                      <a:pt x="75" y="15"/>
                      <a:pt x="35" y="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" name="Freeform 202">
                <a:extLst>
                  <a:ext uri="{FF2B5EF4-FFF2-40B4-BE49-F238E27FC236}">
                    <a16:creationId xmlns:a16="http://schemas.microsoft.com/office/drawing/2014/main" id="{347134BE-9B15-4A9E-B8C9-23235F285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1542"/>
                <a:ext cx="33" cy="39"/>
              </a:xfrm>
              <a:custGeom>
                <a:avLst/>
                <a:gdLst>
                  <a:gd name="T0" fmla="*/ 0 w 25"/>
                  <a:gd name="T1" fmla="*/ 70 h 29"/>
                  <a:gd name="T2" fmla="*/ 0 w 25"/>
                  <a:gd name="T3" fmla="*/ 70 h 29"/>
                  <a:gd name="T4" fmla="*/ 58 w 25"/>
                  <a:gd name="T5" fmla="*/ 1 h 29"/>
                  <a:gd name="T6" fmla="*/ 53 w 25"/>
                  <a:gd name="T7" fmla="*/ 0 h 29"/>
                  <a:gd name="T8" fmla="*/ 0 w 25"/>
                  <a:gd name="T9" fmla="*/ 7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0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10" y="23"/>
                      <a:pt x="19" y="14"/>
                      <a:pt x="25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7" y="13"/>
                      <a:pt x="9" y="23"/>
                      <a:pt x="0" y="2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" name="Freeform 203">
                <a:extLst>
                  <a:ext uri="{FF2B5EF4-FFF2-40B4-BE49-F238E27FC236}">
                    <a16:creationId xmlns:a16="http://schemas.microsoft.com/office/drawing/2014/main" id="{CD22E884-9008-41E5-88B4-39BE3FFCF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542"/>
                <a:ext cx="35" cy="39"/>
              </a:xfrm>
              <a:custGeom>
                <a:avLst/>
                <a:gdLst>
                  <a:gd name="T0" fmla="*/ 0 w 26"/>
                  <a:gd name="T1" fmla="*/ 1 h 29"/>
                  <a:gd name="T2" fmla="*/ 63 w 26"/>
                  <a:gd name="T3" fmla="*/ 70 h 29"/>
                  <a:gd name="T4" fmla="*/ 63 w 26"/>
                  <a:gd name="T5" fmla="*/ 70 h 29"/>
                  <a:gd name="T6" fmla="*/ 5 w 26"/>
                  <a:gd name="T7" fmla="*/ 0 h 29"/>
                  <a:gd name="T8" fmla="*/ 0 w 26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9">
                    <a:moveTo>
                      <a:pt x="0" y="1"/>
                    </a:moveTo>
                    <a:cubicBezTo>
                      <a:pt x="7" y="14"/>
                      <a:pt x="16" y="23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16" y="23"/>
                      <a:pt x="9" y="13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" name="Freeform 204">
                <a:extLst>
                  <a:ext uri="{FF2B5EF4-FFF2-40B4-BE49-F238E27FC236}">
                    <a16:creationId xmlns:a16="http://schemas.microsoft.com/office/drawing/2014/main" id="{6ADBFE43-B426-44DB-9356-03007C95C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934"/>
                <a:ext cx="19" cy="17"/>
              </a:xfrm>
              <a:custGeom>
                <a:avLst/>
                <a:gdLst>
                  <a:gd name="T0" fmla="*/ 15 w 14"/>
                  <a:gd name="T1" fmla="*/ 29 h 13"/>
                  <a:gd name="T2" fmla="*/ 5 w 14"/>
                  <a:gd name="T3" fmla="*/ 2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6" y="13"/>
                    </a:moveTo>
                    <a:cubicBezTo>
                      <a:pt x="14" y="4"/>
                      <a:pt x="0" y="0"/>
                      <a:pt x="2" y="10"/>
                    </a:cubicBezTo>
                  </a:path>
                </a:pathLst>
              </a:custGeom>
              <a:noFill/>
              <a:ln w="3175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54" name="Group 205">
              <a:extLst>
                <a:ext uri="{FF2B5EF4-FFF2-40B4-BE49-F238E27FC236}">
                  <a16:creationId xmlns:a16="http://schemas.microsoft.com/office/drawing/2014/main" id="{C0C76D21-2375-4299-A055-BFEA6525CE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3" y="789"/>
              <a:ext cx="1255" cy="3274"/>
              <a:chOff x="543" y="789"/>
              <a:chExt cx="1255" cy="3274"/>
            </a:xfrm>
          </p:grpSpPr>
          <p:sp>
            <p:nvSpPr>
              <p:cNvPr id="12466" name="Freeform 206">
                <a:extLst>
                  <a:ext uri="{FF2B5EF4-FFF2-40B4-BE49-F238E27FC236}">
                    <a16:creationId xmlns:a16="http://schemas.microsoft.com/office/drawing/2014/main" id="{99EAB596-3D84-496A-9498-1C092032E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1029"/>
                <a:ext cx="5" cy="2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2" y="0"/>
                      <a:pt x="3" y="1"/>
                      <a:pt x="4" y="1"/>
                    </a:cubicBezTo>
                  </a:path>
                </a:pathLst>
              </a:custGeom>
              <a:noFill/>
              <a:ln w="3175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" name="Freeform 207">
                <a:extLst>
                  <a:ext uri="{FF2B5EF4-FFF2-40B4-BE49-F238E27FC236}">
                    <a16:creationId xmlns:a16="http://schemas.microsoft.com/office/drawing/2014/main" id="{99E86D78-1A55-4F23-94B5-1C08E5D98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989"/>
                <a:ext cx="8" cy="7"/>
              </a:xfrm>
              <a:custGeom>
                <a:avLst/>
                <a:gdLst>
                  <a:gd name="T0" fmla="*/ 15 w 6"/>
                  <a:gd name="T1" fmla="*/ 14 h 5"/>
                  <a:gd name="T2" fmla="*/ 0 w 6"/>
                  <a:gd name="T3" fmla="*/ 8 h 5"/>
                  <a:gd name="T4" fmla="*/ 9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5" y="5"/>
                      <a:pt x="1" y="5"/>
                      <a:pt x="0" y="3"/>
                    </a:cubicBezTo>
                    <a:cubicBezTo>
                      <a:pt x="0" y="1"/>
                      <a:pt x="4" y="0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" name="Freeform 208">
                <a:extLst>
                  <a:ext uri="{FF2B5EF4-FFF2-40B4-BE49-F238E27FC236}">
                    <a16:creationId xmlns:a16="http://schemas.microsoft.com/office/drawing/2014/main" id="{459930B9-929F-4E70-B788-FD8657FA6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974"/>
                <a:ext cx="7" cy="4"/>
              </a:xfrm>
              <a:custGeom>
                <a:avLst/>
                <a:gdLst>
                  <a:gd name="T0" fmla="*/ 0 w 5"/>
                  <a:gd name="T1" fmla="*/ 5 h 3"/>
                  <a:gd name="T2" fmla="*/ 14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2" y="2"/>
                      <a:pt x="5" y="3"/>
                      <a:pt x="5" y="0"/>
                    </a:cubicBezTo>
                  </a:path>
                </a:pathLst>
              </a:custGeom>
              <a:noFill/>
              <a:ln w="3175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" name="Freeform 209">
                <a:extLst>
                  <a:ext uri="{FF2B5EF4-FFF2-40B4-BE49-F238E27FC236}">
                    <a16:creationId xmlns:a16="http://schemas.microsoft.com/office/drawing/2014/main" id="{201C1E3D-E3E1-4982-B901-FE047E500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006"/>
                <a:ext cx="10" cy="17"/>
              </a:xfrm>
              <a:custGeom>
                <a:avLst/>
                <a:gdLst>
                  <a:gd name="T0" fmla="*/ 20 w 7"/>
                  <a:gd name="T1" fmla="*/ 26 h 12"/>
                  <a:gd name="T2" fmla="*/ 20 w 7"/>
                  <a:gd name="T3" fmla="*/ 3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9"/>
                    </a:moveTo>
                    <a:cubicBezTo>
                      <a:pt x="0" y="0"/>
                      <a:pt x="0" y="12"/>
                      <a:pt x="7" y="12"/>
                    </a:cubicBezTo>
                  </a:path>
                </a:pathLst>
              </a:custGeom>
              <a:noFill/>
              <a:ln w="3175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" name="Freeform 210">
                <a:extLst>
                  <a:ext uri="{FF2B5EF4-FFF2-40B4-BE49-F238E27FC236}">
                    <a16:creationId xmlns:a16="http://schemas.microsoft.com/office/drawing/2014/main" id="{064D122F-C026-4BBA-8531-4C8071E7C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076"/>
                <a:ext cx="16" cy="12"/>
              </a:xfrm>
              <a:custGeom>
                <a:avLst/>
                <a:gdLst>
                  <a:gd name="T0" fmla="*/ 1 w 12"/>
                  <a:gd name="T1" fmla="*/ 16 h 9"/>
                  <a:gd name="T2" fmla="*/ 5 w 12"/>
                  <a:gd name="T3" fmla="*/ 5 h 9"/>
                  <a:gd name="T4" fmla="*/ 16 w 12"/>
                  <a:gd name="T5" fmla="*/ 21 h 9"/>
                  <a:gd name="T6" fmla="*/ 21 w 1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" y="7"/>
                    </a:moveTo>
                    <a:cubicBezTo>
                      <a:pt x="0" y="5"/>
                      <a:pt x="0" y="3"/>
                      <a:pt x="2" y="2"/>
                    </a:cubicBezTo>
                    <a:cubicBezTo>
                      <a:pt x="4" y="3"/>
                      <a:pt x="4" y="8"/>
                      <a:pt x="7" y="9"/>
                    </a:cubicBezTo>
                    <a:cubicBezTo>
                      <a:pt x="12" y="9"/>
                      <a:pt x="10" y="2"/>
                      <a:pt x="9" y="0"/>
                    </a:cubicBezTo>
                  </a:path>
                </a:pathLst>
              </a:custGeom>
              <a:noFill/>
              <a:ln w="3175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1" name="Freeform 211">
                <a:extLst>
                  <a:ext uri="{FF2B5EF4-FFF2-40B4-BE49-F238E27FC236}">
                    <a16:creationId xmlns:a16="http://schemas.microsoft.com/office/drawing/2014/main" id="{5A68EF2A-21F3-401A-AC0D-AEA417DA5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091"/>
                <a:ext cx="1" cy="7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</a:path>
                </a:pathLst>
              </a:custGeom>
              <a:noFill/>
              <a:ln w="3175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2" name="Freeform 212">
                <a:extLst>
                  <a:ext uri="{FF2B5EF4-FFF2-40B4-BE49-F238E27FC236}">
                    <a16:creationId xmlns:a16="http://schemas.microsoft.com/office/drawing/2014/main" id="{29AEE620-D707-4FB7-B552-00FD2C363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227"/>
                <a:ext cx="11" cy="8"/>
              </a:xfrm>
              <a:custGeom>
                <a:avLst/>
                <a:gdLst>
                  <a:gd name="T0" fmla="*/ 1 w 8"/>
                  <a:gd name="T1" fmla="*/ 15 h 6"/>
                  <a:gd name="T2" fmla="*/ 21 w 8"/>
                  <a:gd name="T3" fmla="*/ 7 h 6"/>
                  <a:gd name="T4" fmla="*/ 0 w 8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1" y="6"/>
                    </a:moveTo>
                    <a:cubicBezTo>
                      <a:pt x="4" y="6"/>
                      <a:pt x="6" y="5"/>
                      <a:pt x="8" y="3"/>
                    </a:cubicBezTo>
                    <a:cubicBezTo>
                      <a:pt x="7" y="0"/>
                      <a:pt x="3" y="1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3" name="Freeform 213">
                <a:extLst>
                  <a:ext uri="{FF2B5EF4-FFF2-40B4-BE49-F238E27FC236}">
                    <a16:creationId xmlns:a16="http://schemas.microsoft.com/office/drawing/2014/main" id="{A5231DF5-626B-4962-AA06-1F8AA2363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577"/>
                <a:ext cx="24" cy="3"/>
              </a:xfrm>
              <a:custGeom>
                <a:avLst/>
                <a:gdLst>
                  <a:gd name="T0" fmla="*/ 0 w 18"/>
                  <a:gd name="T1" fmla="*/ 0 h 2"/>
                  <a:gd name="T2" fmla="*/ 43 w 1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">
                    <a:moveTo>
                      <a:pt x="0" y="0"/>
                    </a:moveTo>
                    <a:cubicBezTo>
                      <a:pt x="6" y="2"/>
                      <a:pt x="15" y="1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4" name="Freeform 214">
                <a:extLst>
                  <a:ext uri="{FF2B5EF4-FFF2-40B4-BE49-F238E27FC236}">
                    <a16:creationId xmlns:a16="http://schemas.microsoft.com/office/drawing/2014/main" id="{E80F4374-76FC-490A-8736-D988B51A9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2569"/>
                <a:ext cx="4" cy="23"/>
              </a:xfrm>
              <a:custGeom>
                <a:avLst/>
                <a:gdLst>
                  <a:gd name="T0" fmla="*/ 7 w 3"/>
                  <a:gd name="T1" fmla="*/ 0 h 17"/>
                  <a:gd name="T2" fmla="*/ 7 w 3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3" y="0"/>
                    </a:moveTo>
                    <a:cubicBezTo>
                      <a:pt x="0" y="5"/>
                      <a:pt x="2" y="12"/>
                      <a:pt x="3" y="17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5" name="Freeform 215">
                <a:extLst>
                  <a:ext uri="{FF2B5EF4-FFF2-40B4-BE49-F238E27FC236}">
                    <a16:creationId xmlns:a16="http://schemas.microsoft.com/office/drawing/2014/main" id="{BE5B7BF8-729E-46EC-AD76-21039061B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387"/>
                <a:ext cx="129" cy="903"/>
              </a:xfrm>
              <a:custGeom>
                <a:avLst/>
                <a:gdLst>
                  <a:gd name="T0" fmla="*/ 203 w 96"/>
                  <a:gd name="T1" fmla="*/ 125 h 671"/>
                  <a:gd name="T2" fmla="*/ 172 w 96"/>
                  <a:gd name="T3" fmla="*/ 171 h 671"/>
                  <a:gd name="T4" fmla="*/ 157 w 96"/>
                  <a:gd name="T5" fmla="*/ 168 h 671"/>
                  <a:gd name="T6" fmla="*/ 133 w 96"/>
                  <a:gd name="T7" fmla="*/ 30 h 671"/>
                  <a:gd name="T8" fmla="*/ 136 w 96"/>
                  <a:gd name="T9" fmla="*/ 0 h 671"/>
                  <a:gd name="T10" fmla="*/ 121 w 96"/>
                  <a:gd name="T11" fmla="*/ 0 h 671"/>
                  <a:gd name="T12" fmla="*/ 120 w 96"/>
                  <a:gd name="T13" fmla="*/ 27 h 671"/>
                  <a:gd name="T14" fmla="*/ 142 w 96"/>
                  <a:gd name="T15" fmla="*/ 183 h 671"/>
                  <a:gd name="T16" fmla="*/ 142 w 96"/>
                  <a:gd name="T17" fmla="*/ 195 h 671"/>
                  <a:gd name="T18" fmla="*/ 93 w 96"/>
                  <a:gd name="T19" fmla="*/ 270 h 671"/>
                  <a:gd name="T20" fmla="*/ 93 w 96"/>
                  <a:gd name="T21" fmla="*/ 270 h 671"/>
                  <a:gd name="T22" fmla="*/ 23 w 96"/>
                  <a:gd name="T23" fmla="*/ 284 h 671"/>
                  <a:gd name="T24" fmla="*/ 16 w 96"/>
                  <a:gd name="T25" fmla="*/ 277 h 671"/>
                  <a:gd name="T26" fmla="*/ 85 w 96"/>
                  <a:gd name="T27" fmla="*/ 295 h 671"/>
                  <a:gd name="T28" fmla="*/ 78 w 96"/>
                  <a:gd name="T29" fmla="*/ 324 h 671"/>
                  <a:gd name="T30" fmla="*/ 70 w 96"/>
                  <a:gd name="T31" fmla="*/ 472 h 671"/>
                  <a:gd name="T32" fmla="*/ 62 w 96"/>
                  <a:gd name="T33" fmla="*/ 480 h 671"/>
                  <a:gd name="T34" fmla="*/ 36 w 96"/>
                  <a:gd name="T35" fmla="*/ 444 h 671"/>
                  <a:gd name="T36" fmla="*/ 27 w 96"/>
                  <a:gd name="T37" fmla="*/ 408 h 671"/>
                  <a:gd name="T38" fmla="*/ 16 w 96"/>
                  <a:gd name="T39" fmla="*/ 409 h 671"/>
                  <a:gd name="T40" fmla="*/ 27 w 96"/>
                  <a:gd name="T41" fmla="*/ 445 h 671"/>
                  <a:gd name="T42" fmla="*/ 35 w 96"/>
                  <a:gd name="T43" fmla="*/ 472 h 671"/>
                  <a:gd name="T44" fmla="*/ 16 w 96"/>
                  <a:gd name="T45" fmla="*/ 538 h 671"/>
                  <a:gd name="T46" fmla="*/ 16 w 96"/>
                  <a:gd name="T47" fmla="*/ 561 h 671"/>
                  <a:gd name="T48" fmla="*/ 12 w 96"/>
                  <a:gd name="T49" fmla="*/ 604 h 671"/>
                  <a:gd name="T50" fmla="*/ 12 w 96"/>
                  <a:gd name="T51" fmla="*/ 719 h 671"/>
                  <a:gd name="T52" fmla="*/ 20 w 96"/>
                  <a:gd name="T53" fmla="*/ 717 h 671"/>
                  <a:gd name="T54" fmla="*/ 22 w 96"/>
                  <a:gd name="T55" fmla="*/ 607 h 671"/>
                  <a:gd name="T56" fmla="*/ 30 w 96"/>
                  <a:gd name="T57" fmla="*/ 561 h 671"/>
                  <a:gd name="T58" fmla="*/ 30 w 96"/>
                  <a:gd name="T59" fmla="*/ 536 h 671"/>
                  <a:gd name="T60" fmla="*/ 42 w 96"/>
                  <a:gd name="T61" fmla="*/ 486 h 671"/>
                  <a:gd name="T62" fmla="*/ 62 w 96"/>
                  <a:gd name="T63" fmla="*/ 494 h 671"/>
                  <a:gd name="T64" fmla="*/ 70 w 96"/>
                  <a:gd name="T65" fmla="*/ 509 h 671"/>
                  <a:gd name="T66" fmla="*/ 85 w 96"/>
                  <a:gd name="T67" fmla="*/ 838 h 671"/>
                  <a:gd name="T68" fmla="*/ 114 w 96"/>
                  <a:gd name="T69" fmla="*/ 968 h 671"/>
                  <a:gd name="T70" fmla="*/ 146 w 96"/>
                  <a:gd name="T71" fmla="*/ 1101 h 671"/>
                  <a:gd name="T72" fmla="*/ 156 w 96"/>
                  <a:gd name="T73" fmla="*/ 1184 h 671"/>
                  <a:gd name="T74" fmla="*/ 156 w 96"/>
                  <a:gd name="T75" fmla="*/ 1292 h 671"/>
                  <a:gd name="T76" fmla="*/ 153 w 96"/>
                  <a:gd name="T77" fmla="*/ 1379 h 671"/>
                  <a:gd name="T78" fmla="*/ 148 w 96"/>
                  <a:gd name="T79" fmla="*/ 1440 h 671"/>
                  <a:gd name="T80" fmla="*/ 172 w 96"/>
                  <a:gd name="T81" fmla="*/ 1635 h 671"/>
                  <a:gd name="T82" fmla="*/ 163 w 96"/>
                  <a:gd name="T83" fmla="*/ 1444 h 671"/>
                  <a:gd name="T84" fmla="*/ 163 w 96"/>
                  <a:gd name="T85" fmla="*/ 1432 h 671"/>
                  <a:gd name="T86" fmla="*/ 175 w 96"/>
                  <a:gd name="T87" fmla="*/ 1447 h 671"/>
                  <a:gd name="T88" fmla="*/ 183 w 96"/>
                  <a:gd name="T89" fmla="*/ 1457 h 671"/>
                  <a:gd name="T90" fmla="*/ 219 w 96"/>
                  <a:gd name="T91" fmla="*/ 1507 h 671"/>
                  <a:gd name="T92" fmla="*/ 231 w 96"/>
                  <a:gd name="T93" fmla="*/ 1560 h 671"/>
                  <a:gd name="T94" fmla="*/ 226 w 96"/>
                  <a:gd name="T95" fmla="*/ 1503 h 671"/>
                  <a:gd name="T96" fmla="*/ 195 w 96"/>
                  <a:gd name="T97" fmla="*/ 1447 h 671"/>
                  <a:gd name="T98" fmla="*/ 184 w 96"/>
                  <a:gd name="T99" fmla="*/ 1439 h 671"/>
                  <a:gd name="T100" fmla="*/ 168 w 96"/>
                  <a:gd name="T101" fmla="*/ 1389 h 671"/>
                  <a:gd name="T102" fmla="*/ 168 w 96"/>
                  <a:gd name="T103" fmla="*/ 1382 h 671"/>
                  <a:gd name="T104" fmla="*/ 175 w 96"/>
                  <a:gd name="T105" fmla="*/ 1295 h 671"/>
                  <a:gd name="T106" fmla="*/ 175 w 96"/>
                  <a:gd name="T107" fmla="*/ 1179 h 671"/>
                  <a:gd name="T108" fmla="*/ 164 w 96"/>
                  <a:gd name="T109" fmla="*/ 1101 h 671"/>
                  <a:gd name="T110" fmla="*/ 133 w 96"/>
                  <a:gd name="T111" fmla="*/ 964 h 671"/>
                  <a:gd name="T112" fmla="*/ 105 w 96"/>
                  <a:gd name="T113" fmla="*/ 837 h 671"/>
                  <a:gd name="T114" fmla="*/ 98 w 96"/>
                  <a:gd name="T115" fmla="*/ 326 h 671"/>
                  <a:gd name="T116" fmla="*/ 175 w 96"/>
                  <a:gd name="T117" fmla="*/ 192 h 671"/>
                  <a:gd name="T118" fmla="*/ 196 w 96"/>
                  <a:gd name="T119" fmla="*/ 210 h 67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96" h="671">
                    <a:moveTo>
                      <a:pt x="83" y="51"/>
                    </a:moveTo>
                    <a:cubicBezTo>
                      <a:pt x="82" y="57"/>
                      <a:pt x="77" y="69"/>
                      <a:pt x="71" y="70"/>
                    </a:cubicBezTo>
                    <a:cubicBezTo>
                      <a:pt x="70" y="71"/>
                      <a:pt x="66" y="70"/>
                      <a:pt x="65" y="69"/>
                    </a:cubicBezTo>
                    <a:cubicBezTo>
                      <a:pt x="50" y="57"/>
                      <a:pt x="53" y="32"/>
                      <a:pt x="55" y="12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7" y="32"/>
                      <a:pt x="42" y="60"/>
                      <a:pt x="59" y="75"/>
                    </a:cubicBezTo>
                    <a:cubicBezTo>
                      <a:pt x="60" y="75"/>
                      <a:pt x="60" y="79"/>
                      <a:pt x="59" y="80"/>
                    </a:cubicBezTo>
                    <a:cubicBezTo>
                      <a:pt x="50" y="87"/>
                      <a:pt x="42" y="99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28" y="120"/>
                      <a:pt x="19" y="128"/>
                      <a:pt x="10" y="117"/>
                    </a:cubicBezTo>
                    <a:cubicBezTo>
                      <a:pt x="7" y="114"/>
                      <a:pt x="7" y="114"/>
                      <a:pt x="7" y="114"/>
                    </a:cubicBezTo>
                    <a:cubicBezTo>
                      <a:pt x="12" y="126"/>
                      <a:pt x="21" y="135"/>
                      <a:pt x="35" y="121"/>
                    </a:cubicBezTo>
                    <a:cubicBezTo>
                      <a:pt x="34" y="125"/>
                      <a:pt x="33" y="129"/>
                      <a:pt x="32" y="133"/>
                    </a:cubicBezTo>
                    <a:cubicBezTo>
                      <a:pt x="30" y="149"/>
                      <a:pt x="30" y="171"/>
                      <a:pt x="29" y="194"/>
                    </a:cubicBezTo>
                    <a:cubicBezTo>
                      <a:pt x="29" y="196"/>
                      <a:pt x="26" y="198"/>
                      <a:pt x="25" y="197"/>
                    </a:cubicBezTo>
                    <a:cubicBezTo>
                      <a:pt x="19" y="194"/>
                      <a:pt x="16" y="190"/>
                      <a:pt x="15" y="182"/>
                    </a:cubicBezTo>
                    <a:cubicBezTo>
                      <a:pt x="14" y="178"/>
                      <a:pt x="13" y="173"/>
                      <a:pt x="11" y="167"/>
                    </a:cubicBezTo>
                    <a:cubicBezTo>
                      <a:pt x="7" y="168"/>
                      <a:pt x="7" y="168"/>
                      <a:pt x="7" y="168"/>
                    </a:cubicBezTo>
                    <a:cubicBezTo>
                      <a:pt x="9" y="174"/>
                      <a:pt x="10" y="178"/>
                      <a:pt x="11" y="183"/>
                    </a:cubicBezTo>
                    <a:cubicBezTo>
                      <a:pt x="11" y="187"/>
                      <a:pt x="12" y="191"/>
                      <a:pt x="14" y="194"/>
                    </a:cubicBezTo>
                    <a:cubicBezTo>
                      <a:pt x="6" y="199"/>
                      <a:pt x="7" y="212"/>
                      <a:pt x="7" y="221"/>
                    </a:cubicBezTo>
                    <a:cubicBezTo>
                      <a:pt x="7" y="230"/>
                      <a:pt x="7" y="230"/>
                      <a:pt x="7" y="230"/>
                    </a:cubicBezTo>
                    <a:cubicBezTo>
                      <a:pt x="5" y="248"/>
                      <a:pt x="5" y="248"/>
                      <a:pt x="5" y="248"/>
                    </a:cubicBezTo>
                    <a:cubicBezTo>
                      <a:pt x="2" y="264"/>
                      <a:pt x="0" y="279"/>
                      <a:pt x="5" y="295"/>
                    </a:cubicBezTo>
                    <a:cubicBezTo>
                      <a:pt x="8" y="294"/>
                      <a:pt x="8" y="294"/>
                      <a:pt x="8" y="294"/>
                    </a:cubicBezTo>
                    <a:cubicBezTo>
                      <a:pt x="3" y="280"/>
                      <a:pt x="7" y="264"/>
                      <a:pt x="9" y="249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20"/>
                      <a:pt x="12" y="220"/>
                      <a:pt x="12" y="220"/>
                    </a:cubicBezTo>
                    <a:cubicBezTo>
                      <a:pt x="11" y="210"/>
                      <a:pt x="13" y="202"/>
                      <a:pt x="17" y="199"/>
                    </a:cubicBezTo>
                    <a:cubicBezTo>
                      <a:pt x="19" y="201"/>
                      <a:pt x="22" y="202"/>
                      <a:pt x="25" y="203"/>
                    </a:cubicBezTo>
                    <a:cubicBezTo>
                      <a:pt x="27" y="204"/>
                      <a:pt x="29" y="207"/>
                      <a:pt x="29" y="209"/>
                    </a:cubicBezTo>
                    <a:cubicBezTo>
                      <a:pt x="29" y="258"/>
                      <a:pt x="32" y="314"/>
                      <a:pt x="35" y="344"/>
                    </a:cubicBezTo>
                    <a:cubicBezTo>
                      <a:pt x="36" y="355"/>
                      <a:pt x="41" y="376"/>
                      <a:pt x="47" y="397"/>
                    </a:cubicBezTo>
                    <a:cubicBezTo>
                      <a:pt x="54" y="425"/>
                      <a:pt x="61" y="438"/>
                      <a:pt x="60" y="452"/>
                    </a:cubicBezTo>
                    <a:cubicBezTo>
                      <a:pt x="60" y="463"/>
                      <a:pt x="62" y="475"/>
                      <a:pt x="64" y="486"/>
                    </a:cubicBezTo>
                    <a:cubicBezTo>
                      <a:pt x="66" y="496"/>
                      <a:pt x="65" y="516"/>
                      <a:pt x="64" y="530"/>
                    </a:cubicBezTo>
                    <a:cubicBezTo>
                      <a:pt x="63" y="542"/>
                      <a:pt x="64" y="554"/>
                      <a:pt x="63" y="566"/>
                    </a:cubicBezTo>
                    <a:cubicBezTo>
                      <a:pt x="61" y="591"/>
                      <a:pt x="61" y="591"/>
                      <a:pt x="61" y="591"/>
                    </a:cubicBezTo>
                    <a:cubicBezTo>
                      <a:pt x="59" y="620"/>
                      <a:pt x="58" y="648"/>
                      <a:pt x="71" y="671"/>
                    </a:cubicBezTo>
                    <a:cubicBezTo>
                      <a:pt x="59" y="651"/>
                      <a:pt x="65" y="620"/>
                      <a:pt x="67" y="592"/>
                    </a:cubicBezTo>
                    <a:cubicBezTo>
                      <a:pt x="67" y="588"/>
                      <a:pt x="67" y="588"/>
                      <a:pt x="67" y="588"/>
                    </a:cubicBezTo>
                    <a:cubicBezTo>
                      <a:pt x="68" y="589"/>
                      <a:pt x="70" y="591"/>
                      <a:pt x="72" y="594"/>
                    </a:cubicBezTo>
                    <a:cubicBezTo>
                      <a:pt x="75" y="598"/>
                      <a:pt x="75" y="598"/>
                      <a:pt x="75" y="598"/>
                    </a:cubicBezTo>
                    <a:cubicBezTo>
                      <a:pt x="80" y="605"/>
                      <a:pt x="87" y="610"/>
                      <a:pt x="90" y="618"/>
                    </a:cubicBezTo>
                    <a:cubicBezTo>
                      <a:pt x="92" y="622"/>
                      <a:pt x="95" y="640"/>
                      <a:pt x="95" y="640"/>
                    </a:cubicBezTo>
                    <a:cubicBezTo>
                      <a:pt x="95" y="640"/>
                      <a:pt x="96" y="625"/>
                      <a:pt x="93" y="617"/>
                    </a:cubicBezTo>
                    <a:cubicBezTo>
                      <a:pt x="90" y="608"/>
                      <a:pt x="85" y="601"/>
                      <a:pt x="80" y="594"/>
                    </a:cubicBezTo>
                    <a:cubicBezTo>
                      <a:pt x="76" y="590"/>
                      <a:pt x="76" y="590"/>
                      <a:pt x="76" y="590"/>
                    </a:cubicBezTo>
                    <a:cubicBezTo>
                      <a:pt x="71" y="583"/>
                      <a:pt x="70" y="578"/>
                      <a:pt x="69" y="570"/>
                    </a:cubicBezTo>
                    <a:cubicBezTo>
                      <a:pt x="69" y="567"/>
                      <a:pt x="69" y="567"/>
                      <a:pt x="69" y="567"/>
                    </a:cubicBezTo>
                    <a:cubicBezTo>
                      <a:pt x="69" y="555"/>
                      <a:pt x="71" y="543"/>
                      <a:pt x="72" y="531"/>
                    </a:cubicBezTo>
                    <a:cubicBezTo>
                      <a:pt x="73" y="517"/>
                      <a:pt x="74" y="494"/>
                      <a:pt x="72" y="484"/>
                    </a:cubicBezTo>
                    <a:cubicBezTo>
                      <a:pt x="70" y="473"/>
                      <a:pt x="68" y="463"/>
                      <a:pt x="68" y="452"/>
                    </a:cubicBezTo>
                    <a:cubicBezTo>
                      <a:pt x="69" y="437"/>
                      <a:pt x="62" y="425"/>
                      <a:pt x="55" y="395"/>
                    </a:cubicBezTo>
                    <a:cubicBezTo>
                      <a:pt x="49" y="374"/>
                      <a:pt x="44" y="354"/>
                      <a:pt x="43" y="343"/>
                    </a:cubicBezTo>
                    <a:cubicBezTo>
                      <a:pt x="39" y="297"/>
                      <a:pt x="34" y="184"/>
                      <a:pt x="40" y="134"/>
                    </a:cubicBezTo>
                    <a:cubicBezTo>
                      <a:pt x="44" y="106"/>
                      <a:pt x="55" y="91"/>
                      <a:pt x="72" y="79"/>
                    </a:cubicBezTo>
                    <a:cubicBezTo>
                      <a:pt x="76" y="78"/>
                      <a:pt x="79" y="77"/>
                      <a:pt x="81" y="86"/>
                    </a:cubicBezTo>
                  </a:path>
                </a:pathLst>
              </a:custGeom>
              <a:noFill/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6" name="Freeform 216">
                <a:extLst>
                  <a:ext uri="{FF2B5EF4-FFF2-40B4-BE49-F238E27FC236}">
                    <a16:creationId xmlns:a16="http://schemas.microsoft.com/office/drawing/2014/main" id="{24F79274-CF23-4546-BD95-59185EFC1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270"/>
                <a:ext cx="170" cy="301"/>
              </a:xfrm>
              <a:custGeom>
                <a:avLst/>
                <a:gdLst>
                  <a:gd name="T0" fmla="*/ 217 w 126"/>
                  <a:gd name="T1" fmla="*/ 410 h 224"/>
                  <a:gd name="T2" fmla="*/ 205 w 126"/>
                  <a:gd name="T3" fmla="*/ 395 h 224"/>
                  <a:gd name="T4" fmla="*/ 192 w 126"/>
                  <a:gd name="T5" fmla="*/ 325 h 224"/>
                  <a:gd name="T6" fmla="*/ 217 w 126"/>
                  <a:gd name="T7" fmla="*/ 331 h 224"/>
                  <a:gd name="T8" fmla="*/ 217 w 126"/>
                  <a:gd name="T9" fmla="*/ 320 h 224"/>
                  <a:gd name="T10" fmla="*/ 194 w 126"/>
                  <a:gd name="T11" fmla="*/ 316 h 224"/>
                  <a:gd name="T12" fmla="*/ 182 w 126"/>
                  <a:gd name="T13" fmla="*/ 298 h 224"/>
                  <a:gd name="T14" fmla="*/ 171 w 126"/>
                  <a:gd name="T15" fmla="*/ 269 h 224"/>
                  <a:gd name="T16" fmla="*/ 157 w 126"/>
                  <a:gd name="T17" fmla="*/ 241 h 224"/>
                  <a:gd name="T18" fmla="*/ 105 w 126"/>
                  <a:gd name="T19" fmla="*/ 114 h 224"/>
                  <a:gd name="T20" fmla="*/ 108 w 126"/>
                  <a:gd name="T21" fmla="*/ 101 h 224"/>
                  <a:gd name="T22" fmla="*/ 121 w 126"/>
                  <a:gd name="T23" fmla="*/ 93 h 224"/>
                  <a:gd name="T24" fmla="*/ 219 w 126"/>
                  <a:gd name="T25" fmla="*/ 98 h 224"/>
                  <a:gd name="T26" fmla="*/ 287 w 126"/>
                  <a:gd name="T27" fmla="*/ 138 h 224"/>
                  <a:gd name="T28" fmla="*/ 309 w 126"/>
                  <a:gd name="T29" fmla="*/ 120 h 224"/>
                  <a:gd name="T30" fmla="*/ 228 w 126"/>
                  <a:gd name="T31" fmla="*/ 70 h 224"/>
                  <a:gd name="T32" fmla="*/ 183 w 126"/>
                  <a:gd name="T33" fmla="*/ 58 h 224"/>
                  <a:gd name="T34" fmla="*/ 175 w 126"/>
                  <a:gd name="T35" fmla="*/ 48 h 224"/>
                  <a:gd name="T36" fmla="*/ 177 w 126"/>
                  <a:gd name="T37" fmla="*/ 30 h 224"/>
                  <a:gd name="T38" fmla="*/ 205 w 126"/>
                  <a:gd name="T39" fmla="*/ 15 h 224"/>
                  <a:gd name="T40" fmla="*/ 202 w 126"/>
                  <a:gd name="T41" fmla="*/ 1 h 224"/>
                  <a:gd name="T42" fmla="*/ 175 w 126"/>
                  <a:gd name="T43" fmla="*/ 15 h 224"/>
                  <a:gd name="T44" fmla="*/ 162 w 126"/>
                  <a:gd name="T45" fmla="*/ 15 h 224"/>
                  <a:gd name="T46" fmla="*/ 147 w 126"/>
                  <a:gd name="T47" fmla="*/ 0 h 224"/>
                  <a:gd name="T48" fmla="*/ 139 w 126"/>
                  <a:gd name="T49" fmla="*/ 12 h 224"/>
                  <a:gd name="T50" fmla="*/ 157 w 126"/>
                  <a:gd name="T51" fmla="*/ 30 h 224"/>
                  <a:gd name="T52" fmla="*/ 155 w 126"/>
                  <a:gd name="T53" fmla="*/ 48 h 224"/>
                  <a:gd name="T54" fmla="*/ 142 w 126"/>
                  <a:gd name="T55" fmla="*/ 56 h 224"/>
                  <a:gd name="T56" fmla="*/ 111 w 126"/>
                  <a:gd name="T57" fmla="*/ 65 h 224"/>
                  <a:gd name="T58" fmla="*/ 104 w 126"/>
                  <a:gd name="T59" fmla="*/ 70 h 224"/>
                  <a:gd name="T60" fmla="*/ 97 w 126"/>
                  <a:gd name="T61" fmla="*/ 65 h 224"/>
                  <a:gd name="T62" fmla="*/ 73 w 126"/>
                  <a:gd name="T63" fmla="*/ 27 h 224"/>
                  <a:gd name="T64" fmla="*/ 57 w 126"/>
                  <a:gd name="T65" fmla="*/ 43 h 224"/>
                  <a:gd name="T66" fmla="*/ 73 w 126"/>
                  <a:gd name="T67" fmla="*/ 78 h 224"/>
                  <a:gd name="T68" fmla="*/ 72 w 126"/>
                  <a:gd name="T69" fmla="*/ 98 h 224"/>
                  <a:gd name="T70" fmla="*/ 0 w 126"/>
                  <a:gd name="T71" fmla="*/ 254 h 224"/>
                  <a:gd name="T72" fmla="*/ 30 w 126"/>
                  <a:gd name="T73" fmla="*/ 262 h 224"/>
                  <a:gd name="T74" fmla="*/ 84 w 126"/>
                  <a:gd name="T75" fmla="*/ 126 h 224"/>
                  <a:gd name="T76" fmla="*/ 89 w 126"/>
                  <a:gd name="T77" fmla="*/ 128 h 224"/>
                  <a:gd name="T78" fmla="*/ 140 w 126"/>
                  <a:gd name="T79" fmla="*/ 249 h 224"/>
                  <a:gd name="T80" fmla="*/ 152 w 126"/>
                  <a:gd name="T81" fmla="*/ 277 h 224"/>
                  <a:gd name="T82" fmla="*/ 175 w 126"/>
                  <a:gd name="T83" fmla="*/ 335 h 224"/>
                  <a:gd name="T84" fmla="*/ 198 w 126"/>
                  <a:gd name="T85" fmla="*/ 453 h 224"/>
                  <a:gd name="T86" fmla="*/ 198 w 126"/>
                  <a:gd name="T87" fmla="*/ 542 h 224"/>
                  <a:gd name="T88" fmla="*/ 209 w 126"/>
                  <a:gd name="T89" fmla="*/ 543 h 224"/>
                  <a:gd name="T90" fmla="*/ 205 w 126"/>
                  <a:gd name="T91" fmla="*/ 422 h 224"/>
                  <a:gd name="T92" fmla="*/ 209 w 126"/>
                  <a:gd name="T93" fmla="*/ 417 h 224"/>
                  <a:gd name="T94" fmla="*/ 255 w 126"/>
                  <a:gd name="T95" fmla="*/ 430 h 224"/>
                  <a:gd name="T96" fmla="*/ 255 w 126"/>
                  <a:gd name="T97" fmla="*/ 419 h 224"/>
                  <a:gd name="T98" fmla="*/ 217 w 126"/>
                  <a:gd name="T99" fmla="*/ 410 h 22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6" h="224">
                    <a:moveTo>
                      <a:pt x="88" y="169"/>
                    </a:moveTo>
                    <a:cubicBezTo>
                      <a:pt x="86" y="168"/>
                      <a:pt x="84" y="163"/>
                      <a:pt x="84" y="163"/>
                    </a:cubicBezTo>
                    <a:cubicBezTo>
                      <a:pt x="82" y="153"/>
                      <a:pt x="80" y="143"/>
                      <a:pt x="78" y="134"/>
                    </a:cubicBezTo>
                    <a:cubicBezTo>
                      <a:pt x="81" y="135"/>
                      <a:pt x="85" y="136"/>
                      <a:pt x="88" y="136"/>
                    </a:cubicBezTo>
                    <a:cubicBezTo>
                      <a:pt x="88" y="132"/>
                      <a:pt x="88" y="132"/>
                      <a:pt x="88" y="132"/>
                    </a:cubicBezTo>
                    <a:cubicBezTo>
                      <a:pt x="85" y="132"/>
                      <a:pt x="82" y="131"/>
                      <a:pt x="79" y="130"/>
                    </a:cubicBezTo>
                    <a:cubicBezTo>
                      <a:pt x="76" y="128"/>
                      <a:pt x="75" y="125"/>
                      <a:pt x="74" y="123"/>
                    </a:cubicBezTo>
                    <a:cubicBezTo>
                      <a:pt x="73" y="119"/>
                      <a:pt x="71" y="115"/>
                      <a:pt x="70" y="111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56" y="84"/>
                      <a:pt x="46" y="63"/>
                      <a:pt x="43" y="47"/>
                    </a:cubicBezTo>
                    <a:cubicBezTo>
                      <a:pt x="43" y="46"/>
                      <a:pt x="44" y="42"/>
                      <a:pt x="44" y="42"/>
                    </a:cubicBezTo>
                    <a:cubicBezTo>
                      <a:pt x="46" y="40"/>
                      <a:pt x="48" y="39"/>
                      <a:pt x="50" y="38"/>
                    </a:cubicBezTo>
                    <a:cubicBezTo>
                      <a:pt x="61" y="33"/>
                      <a:pt x="73" y="34"/>
                      <a:pt x="89" y="40"/>
                    </a:cubicBezTo>
                    <a:cubicBezTo>
                      <a:pt x="95" y="43"/>
                      <a:pt x="105" y="48"/>
                      <a:pt x="117" y="57"/>
                    </a:cubicBezTo>
                    <a:cubicBezTo>
                      <a:pt x="126" y="49"/>
                      <a:pt x="126" y="49"/>
                      <a:pt x="126" y="49"/>
                    </a:cubicBezTo>
                    <a:cubicBezTo>
                      <a:pt x="112" y="38"/>
                      <a:pt x="101" y="33"/>
                      <a:pt x="93" y="29"/>
                    </a:cubicBezTo>
                    <a:cubicBezTo>
                      <a:pt x="87" y="26"/>
                      <a:pt x="81" y="25"/>
                      <a:pt x="75" y="24"/>
                    </a:cubicBezTo>
                    <a:cubicBezTo>
                      <a:pt x="71" y="23"/>
                      <a:pt x="71" y="20"/>
                      <a:pt x="71" y="20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4" y="11"/>
                      <a:pt x="78" y="9"/>
                      <a:pt x="84" y="6"/>
                    </a:cubicBezTo>
                    <a:cubicBezTo>
                      <a:pt x="82" y="1"/>
                      <a:pt x="82" y="1"/>
                      <a:pt x="82" y="1"/>
                    </a:cubicBezTo>
                    <a:cubicBezTo>
                      <a:pt x="77" y="2"/>
                      <a:pt x="74" y="4"/>
                      <a:pt x="71" y="6"/>
                    </a:cubicBezTo>
                    <a:cubicBezTo>
                      <a:pt x="70" y="6"/>
                      <a:pt x="66" y="6"/>
                      <a:pt x="66" y="6"/>
                    </a:cubicBezTo>
                    <a:cubicBezTo>
                      <a:pt x="63" y="3"/>
                      <a:pt x="60" y="0"/>
                      <a:pt x="60" y="0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64" y="12"/>
                      <a:pt x="64" y="12"/>
                      <a:pt x="64" y="12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0"/>
                      <a:pt x="63" y="23"/>
                      <a:pt x="58" y="23"/>
                    </a:cubicBezTo>
                    <a:cubicBezTo>
                      <a:pt x="54" y="24"/>
                      <a:pt x="49" y="25"/>
                      <a:pt x="45" y="27"/>
                    </a:cubicBezTo>
                    <a:cubicBezTo>
                      <a:pt x="44" y="28"/>
                      <a:pt x="43" y="28"/>
                      <a:pt x="42" y="29"/>
                    </a:cubicBezTo>
                    <a:cubicBezTo>
                      <a:pt x="41" y="29"/>
                      <a:pt x="39" y="28"/>
                      <a:pt x="39" y="27"/>
                    </a:cubicBezTo>
                    <a:cubicBezTo>
                      <a:pt x="37" y="21"/>
                      <a:pt x="34" y="16"/>
                      <a:pt x="30" y="11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6" y="22"/>
                      <a:pt x="28" y="27"/>
                      <a:pt x="30" y="32"/>
                    </a:cubicBezTo>
                    <a:cubicBezTo>
                      <a:pt x="30" y="34"/>
                      <a:pt x="29" y="39"/>
                      <a:pt x="29" y="40"/>
                    </a:cubicBezTo>
                    <a:cubicBezTo>
                      <a:pt x="14" y="56"/>
                      <a:pt x="6" y="81"/>
                      <a:pt x="0" y="105"/>
                    </a:cubicBezTo>
                    <a:cubicBezTo>
                      <a:pt x="12" y="108"/>
                      <a:pt x="12" y="108"/>
                      <a:pt x="12" y="108"/>
                    </a:cubicBezTo>
                    <a:cubicBezTo>
                      <a:pt x="16" y="89"/>
                      <a:pt x="23" y="67"/>
                      <a:pt x="34" y="52"/>
                    </a:cubicBezTo>
                    <a:cubicBezTo>
                      <a:pt x="34" y="52"/>
                      <a:pt x="36" y="52"/>
                      <a:pt x="36" y="53"/>
                    </a:cubicBezTo>
                    <a:cubicBezTo>
                      <a:pt x="40" y="70"/>
                      <a:pt x="50" y="88"/>
                      <a:pt x="57" y="103"/>
                    </a:cubicBezTo>
                    <a:cubicBezTo>
                      <a:pt x="62" y="114"/>
                      <a:pt x="62" y="114"/>
                      <a:pt x="62" y="114"/>
                    </a:cubicBezTo>
                    <a:cubicBezTo>
                      <a:pt x="66" y="123"/>
                      <a:pt x="69" y="128"/>
                      <a:pt x="71" y="138"/>
                    </a:cubicBezTo>
                    <a:cubicBezTo>
                      <a:pt x="73" y="145"/>
                      <a:pt x="80" y="179"/>
                      <a:pt x="81" y="187"/>
                    </a:cubicBezTo>
                    <a:cubicBezTo>
                      <a:pt x="81" y="199"/>
                      <a:pt x="82" y="212"/>
                      <a:pt x="81" y="223"/>
                    </a:cubicBezTo>
                    <a:cubicBezTo>
                      <a:pt x="85" y="224"/>
                      <a:pt x="85" y="224"/>
                      <a:pt x="85" y="224"/>
                    </a:cubicBezTo>
                    <a:cubicBezTo>
                      <a:pt x="86" y="207"/>
                      <a:pt x="85" y="189"/>
                      <a:pt x="84" y="174"/>
                    </a:cubicBezTo>
                    <a:cubicBezTo>
                      <a:pt x="83" y="172"/>
                      <a:pt x="85" y="172"/>
                      <a:pt x="85" y="172"/>
                    </a:cubicBezTo>
                    <a:cubicBezTo>
                      <a:pt x="90" y="176"/>
                      <a:pt x="96" y="178"/>
                      <a:pt x="104" y="177"/>
                    </a:cubicBezTo>
                    <a:cubicBezTo>
                      <a:pt x="104" y="173"/>
                      <a:pt x="104" y="173"/>
                      <a:pt x="104" y="173"/>
                    </a:cubicBezTo>
                    <a:cubicBezTo>
                      <a:pt x="97" y="174"/>
                      <a:pt x="92" y="173"/>
                      <a:pt x="88" y="16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7" name="Freeform 217">
                <a:extLst>
                  <a:ext uri="{FF2B5EF4-FFF2-40B4-BE49-F238E27FC236}">
                    <a16:creationId xmlns:a16="http://schemas.microsoft.com/office/drawing/2014/main" id="{97DC5535-BD3A-4DAB-9440-6ADC245E1F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79" y="2051"/>
                <a:ext cx="196" cy="1801"/>
              </a:xfrm>
              <a:custGeom>
                <a:avLst/>
                <a:gdLst>
                  <a:gd name="T0" fmla="*/ 265 w 145"/>
                  <a:gd name="T1" fmla="*/ 471 h 1339"/>
                  <a:gd name="T2" fmla="*/ 89 w 145"/>
                  <a:gd name="T3" fmla="*/ 90 h 1339"/>
                  <a:gd name="T4" fmla="*/ 62 w 145"/>
                  <a:gd name="T5" fmla="*/ 58 h 1339"/>
                  <a:gd name="T6" fmla="*/ 36 w 145"/>
                  <a:gd name="T7" fmla="*/ 0 h 1339"/>
                  <a:gd name="T8" fmla="*/ 0 w 145"/>
                  <a:gd name="T9" fmla="*/ 98 h 1339"/>
                  <a:gd name="T10" fmla="*/ 51 w 145"/>
                  <a:gd name="T11" fmla="*/ 125 h 1339"/>
                  <a:gd name="T12" fmla="*/ 134 w 145"/>
                  <a:gd name="T13" fmla="*/ 256 h 1339"/>
                  <a:gd name="T14" fmla="*/ 128 w 145"/>
                  <a:gd name="T15" fmla="*/ 299 h 1339"/>
                  <a:gd name="T16" fmla="*/ 92 w 145"/>
                  <a:gd name="T17" fmla="*/ 331 h 1339"/>
                  <a:gd name="T18" fmla="*/ 108 w 145"/>
                  <a:gd name="T19" fmla="*/ 360 h 1339"/>
                  <a:gd name="T20" fmla="*/ 139 w 145"/>
                  <a:gd name="T21" fmla="*/ 332 h 1339"/>
                  <a:gd name="T22" fmla="*/ 147 w 145"/>
                  <a:gd name="T23" fmla="*/ 332 h 1339"/>
                  <a:gd name="T24" fmla="*/ 289 w 145"/>
                  <a:gd name="T25" fmla="*/ 859 h 1339"/>
                  <a:gd name="T26" fmla="*/ 281 w 145"/>
                  <a:gd name="T27" fmla="*/ 1285 h 1339"/>
                  <a:gd name="T28" fmla="*/ 216 w 145"/>
                  <a:gd name="T29" fmla="*/ 1404 h 1339"/>
                  <a:gd name="T30" fmla="*/ 196 w 145"/>
                  <a:gd name="T31" fmla="*/ 1454 h 1339"/>
                  <a:gd name="T32" fmla="*/ 161 w 145"/>
                  <a:gd name="T33" fmla="*/ 1570 h 1339"/>
                  <a:gd name="T34" fmla="*/ 141 w 145"/>
                  <a:gd name="T35" fmla="*/ 1742 h 1339"/>
                  <a:gd name="T36" fmla="*/ 139 w 145"/>
                  <a:gd name="T37" fmla="*/ 1766 h 1339"/>
                  <a:gd name="T38" fmla="*/ 114 w 145"/>
                  <a:gd name="T39" fmla="*/ 1903 h 1339"/>
                  <a:gd name="T40" fmla="*/ 134 w 145"/>
                  <a:gd name="T41" fmla="*/ 1913 h 1339"/>
                  <a:gd name="T42" fmla="*/ 160 w 145"/>
                  <a:gd name="T43" fmla="*/ 1792 h 1339"/>
                  <a:gd name="T44" fmla="*/ 160 w 145"/>
                  <a:gd name="T45" fmla="*/ 1792 h 1339"/>
                  <a:gd name="T46" fmla="*/ 182 w 145"/>
                  <a:gd name="T47" fmla="*/ 1734 h 1339"/>
                  <a:gd name="T48" fmla="*/ 210 w 145"/>
                  <a:gd name="T49" fmla="*/ 1673 h 1339"/>
                  <a:gd name="T50" fmla="*/ 234 w 145"/>
                  <a:gd name="T51" fmla="*/ 1645 h 1339"/>
                  <a:gd name="T52" fmla="*/ 239 w 145"/>
                  <a:gd name="T53" fmla="*/ 1641 h 1339"/>
                  <a:gd name="T54" fmla="*/ 238 w 145"/>
                  <a:gd name="T55" fmla="*/ 1658 h 1339"/>
                  <a:gd name="T56" fmla="*/ 210 w 145"/>
                  <a:gd name="T57" fmla="*/ 1876 h 1339"/>
                  <a:gd name="T58" fmla="*/ 191 w 145"/>
                  <a:gd name="T59" fmla="*/ 2102 h 1339"/>
                  <a:gd name="T60" fmla="*/ 168 w 145"/>
                  <a:gd name="T61" fmla="*/ 2280 h 1339"/>
                  <a:gd name="T62" fmla="*/ 168 w 145"/>
                  <a:gd name="T63" fmla="*/ 2280 h 1339"/>
                  <a:gd name="T64" fmla="*/ 139 w 145"/>
                  <a:gd name="T65" fmla="*/ 2915 h 1339"/>
                  <a:gd name="T66" fmla="*/ 104 w 145"/>
                  <a:gd name="T67" fmla="*/ 3088 h 1339"/>
                  <a:gd name="T68" fmla="*/ 78 w 145"/>
                  <a:gd name="T69" fmla="*/ 3188 h 1339"/>
                  <a:gd name="T70" fmla="*/ 58 w 145"/>
                  <a:gd name="T71" fmla="*/ 3256 h 1339"/>
                  <a:gd name="T72" fmla="*/ 72 w 145"/>
                  <a:gd name="T73" fmla="*/ 3258 h 1339"/>
                  <a:gd name="T74" fmla="*/ 108 w 145"/>
                  <a:gd name="T75" fmla="*/ 3131 h 1339"/>
                  <a:gd name="T76" fmla="*/ 160 w 145"/>
                  <a:gd name="T77" fmla="*/ 2925 h 1339"/>
                  <a:gd name="T78" fmla="*/ 196 w 145"/>
                  <a:gd name="T79" fmla="*/ 2285 h 1339"/>
                  <a:gd name="T80" fmla="*/ 210 w 145"/>
                  <a:gd name="T81" fmla="*/ 2287 h 1339"/>
                  <a:gd name="T82" fmla="*/ 232 w 145"/>
                  <a:gd name="T83" fmla="*/ 2112 h 1339"/>
                  <a:gd name="T84" fmla="*/ 260 w 145"/>
                  <a:gd name="T85" fmla="*/ 1882 h 1339"/>
                  <a:gd name="T86" fmla="*/ 287 w 145"/>
                  <a:gd name="T87" fmla="*/ 1664 h 1339"/>
                  <a:gd name="T88" fmla="*/ 338 w 145"/>
                  <a:gd name="T89" fmla="*/ 855 h 1339"/>
                  <a:gd name="T90" fmla="*/ 292 w 145"/>
                  <a:gd name="T91" fmla="*/ 551 h 1339"/>
                  <a:gd name="T92" fmla="*/ 265 w 145"/>
                  <a:gd name="T93" fmla="*/ 471 h 1339"/>
                  <a:gd name="T94" fmla="*/ 246 w 145"/>
                  <a:gd name="T95" fmla="*/ 1606 h 1339"/>
                  <a:gd name="T96" fmla="*/ 224 w 145"/>
                  <a:gd name="T97" fmla="*/ 1630 h 1339"/>
                  <a:gd name="T98" fmla="*/ 196 w 145"/>
                  <a:gd name="T99" fmla="*/ 1662 h 1339"/>
                  <a:gd name="T100" fmla="*/ 166 w 145"/>
                  <a:gd name="T101" fmla="*/ 1728 h 1339"/>
                  <a:gd name="T102" fmla="*/ 162 w 145"/>
                  <a:gd name="T103" fmla="*/ 1736 h 1339"/>
                  <a:gd name="T104" fmla="*/ 181 w 145"/>
                  <a:gd name="T105" fmla="*/ 1574 h 1339"/>
                  <a:gd name="T106" fmla="*/ 218 w 145"/>
                  <a:gd name="T107" fmla="*/ 1462 h 1339"/>
                  <a:gd name="T108" fmla="*/ 234 w 145"/>
                  <a:gd name="T109" fmla="*/ 1410 h 1339"/>
                  <a:gd name="T110" fmla="*/ 281 w 145"/>
                  <a:gd name="T111" fmla="*/ 1317 h 1339"/>
                  <a:gd name="T112" fmla="*/ 246 w 145"/>
                  <a:gd name="T113" fmla="*/ 1606 h 133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45" h="1339">
                    <a:moveTo>
                      <a:pt x="107" y="193"/>
                    </a:moveTo>
                    <a:cubicBezTo>
                      <a:pt x="81" y="118"/>
                      <a:pt x="66" y="71"/>
                      <a:pt x="36" y="37"/>
                    </a:cubicBezTo>
                    <a:cubicBezTo>
                      <a:pt x="36" y="37"/>
                      <a:pt x="27" y="27"/>
                      <a:pt x="25" y="24"/>
                    </a:cubicBezTo>
                    <a:cubicBezTo>
                      <a:pt x="20" y="18"/>
                      <a:pt x="15" y="9"/>
                      <a:pt x="15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7" y="40"/>
                      <a:pt x="16" y="45"/>
                      <a:pt x="21" y="51"/>
                    </a:cubicBezTo>
                    <a:cubicBezTo>
                      <a:pt x="36" y="69"/>
                      <a:pt x="42" y="74"/>
                      <a:pt x="54" y="105"/>
                    </a:cubicBezTo>
                    <a:cubicBezTo>
                      <a:pt x="57" y="114"/>
                      <a:pt x="54" y="119"/>
                      <a:pt x="52" y="123"/>
                    </a:cubicBezTo>
                    <a:cubicBezTo>
                      <a:pt x="48" y="131"/>
                      <a:pt x="42" y="132"/>
                      <a:pt x="37" y="136"/>
                    </a:cubicBezTo>
                    <a:cubicBezTo>
                      <a:pt x="44" y="148"/>
                      <a:pt x="44" y="148"/>
                      <a:pt x="44" y="148"/>
                    </a:cubicBezTo>
                    <a:cubicBezTo>
                      <a:pt x="49" y="144"/>
                      <a:pt x="52" y="143"/>
                      <a:pt x="56" y="137"/>
                    </a:cubicBezTo>
                    <a:cubicBezTo>
                      <a:pt x="57" y="135"/>
                      <a:pt x="59" y="135"/>
                      <a:pt x="60" y="137"/>
                    </a:cubicBezTo>
                    <a:cubicBezTo>
                      <a:pt x="88" y="187"/>
                      <a:pt x="111" y="255"/>
                      <a:pt x="117" y="353"/>
                    </a:cubicBezTo>
                    <a:cubicBezTo>
                      <a:pt x="121" y="414"/>
                      <a:pt x="119" y="473"/>
                      <a:pt x="114" y="528"/>
                    </a:cubicBezTo>
                    <a:cubicBezTo>
                      <a:pt x="100" y="542"/>
                      <a:pt x="93" y="558"/>
                      <a:pt x="87" y="577"/>
                    </a:cubicBezTo>
                    <a:cubicBezTo>
                      <a:pt x="79" y="598"/>
                      <a:pt x="79" y="598"/>
                      <a:pt x="79" y="598"/>
                    </a:cubicBezTo>
                    <a:cubicBezTo>
                      <a:pt x="74" y="614"/>
                      <a:pt x="68" y="629"/>
                      <a:pt x="65" y="645"/>
                    </a:cubicBezTo>
                    <a:cubicBezTo>
                      <a:pt x="60" y="668"/>
                      <a:pt x="58" y="692"/>
                      <a:pt x="57" y="716"/>
                    </a:cubicBezTo>
                    <a:cubicBezTo>
                      <a:pt x="56" y="726"/>
                      <a:pt x="56" y="726"/>
                      <a:pt x="56" y="726"/>
                    </a:cubicBezTo>
                    <a:cubicBezTo>
                      <a:pt x="55" y="744"/>
                      <a:pt x="54" y="766"/>
                      <a:pt x="46" y="782"/>
                    </a:cubicBezTo>
                    <a:cubicBezTo>
                      <a:pt x="54" y="786"/>
                      <a:pt x="54" y="786"/>
                      <a:pt x="54" y="786"/>
                    </a:cubicBezTo>
                    <a:cubicBezTo>
                      <a:pt x="60" y="771"/>
                      <a:pt x="62" y="753"/>
                      <a:pt x="64" y="736"/>
                    </a:cubicBezTo>
                    <a:cubicBezTo>
                      <a:pt x="64" y="736"/>
                      <a:pt x="64" y="736"/>
                      <a:pt x="64" y="736"/>
                    </a:cubicBezTo>
                    <a:cubicBezTo>
                      <a:pt x="68" y="729"/>
                      <a:pt x="71" y="720"/>
                      <a:pt x="74" y="712"/>
                    </a:cubicBezTo>
                    <a:cubicBezTo>
                      <a:pt x="77" y="703"/>
                      <a:pt x="80" y="694"/>
                      <a:pt x="85" y="688"/>
                    </a:cubicBezTo>
                    <a:cubicBezTo>
                      <a:pt x="88" y="684"/>
                      <a:pt x="91" y="680"/>
                      <a:pt x="95" y="676"/>
                    </a:cubicBezTo>
                    <a:cubicBezTo>
                      <a:pt x="96" y="675"/>
                      <a:pt x="97" y="675"/>
                      <a:pt x="97" y="674"/>
                    </a:cubicBezTo>
                    <a:cubicBezTo>
                      <a:pt x="97" y="677"/>
                      <a:pt x="97" y="679"/>
                      <a:pt x="96" y="682"/>
                    </a:cubicBezTo>
                    <a:cubicBezTo>
                      <a:pt x="92" y="716"/>
                      <a:pt x="88" y="745"/>
                      <a:pt x="85" y="771"/>
                    </a:cubicBezTo>
                    <a:cubicBezTo>
                      <a:pt x="81" y="820"/>
                      <a:pt x="81" y="842"/>
                      <a:pt x="77" y="864"/>
                    </a:cubicBezTo>
                    <a:cubicBezTo>
                      <a:pt x="74" y="883"/>
                      <a:pt x="71" y="902"/>
                      <a:pt x="68" y="937"/>
                    </a:cubicBezTo>
                    <a:cubicBezTo>
                      <a:pt x="68" y="937"/>
                      <a:pt x="68" y="937"/>
                      <a:pt x="68" y="937"/>
                    </a:cubicBezTo>
                    <a:cubicBezTo>
                      <a:pt x="62" y="1010"/>
                      <a:pt x="59" y="1113"/>
                      <a:pt x="56" y="1198"/>
                    </a:cubicBezTo>
                    <a:cubicBezTo>
                      <a:pt x="55" y="1217"/>
                      <a:pt x="48" y="1247"/>
                      <a:pt x="42" y="1269"/>
                    </a:cubicBezTo>
                    <a:cubicBezTo>
                      <a:pt x="41" y="1273"/>
                      <a:pt x="34" y="1305"/>
                      <a:pt x="32" y="1310"/>
                    </a:cubicBezTo>
                    <a:cubicBezTo>
                      <a:pt x="28" y="1321"/>
                      <a:pt x="24" y="1328"/>
                      <a:pt x="24" y="1338"/>
                    </a:cubicBezTo>
                    <a:cubicBezTo>
                      <a:pt x="29" y="1339"/>
                      <a:pt x="29" y="1339"/>
                      <a:pt x="29" y="1339"/>
                    </a:cubicBezTo>
                    <a:cubicBezTo>
                      <a:pt x="32" y="1324"/>
                      <a:pt x="38" y="1306"/>
                      <a:pt x="44" y="1287"/>
                    </a:cubicBezTo>
                    <a:cubicBezTo>
                      <a:pt x="53" y="1258"/>
                      <a:pt x="63" y="1229"/>
                      <a:pt x="64" y="1202"/>
                    </a:cubicBezTo>
                    <a:cubicBezTo>
                      <a:pt x="67" y="1116"/>
                      <a:pt x="73" y="1012"/>
                      <a:pt x="79" y="939"/>
                    </a:cubicBezTo>
                    <a:cubicBezTo>
                      <a:pt x="85" y="940"/>
                      <a:pt x="85" y="940"/>
                      <a:pt x="85" y="940"/>
                    </a:cubicBezTo>
                    <a:cubicBezTo>
                      <a:pt x="88" y="905"/>
                      <a:pt x="91" y="887"/>
                      <a:pt x="94" y="868"/>
                    </a:cubicBezTo>
                    <a:cubicBezTo>
                      <a:pt x="97" y="847"/>
                      <a:pt x="101" y="822"/>
                      <a:pt x="105" y="773"/>
                    </a:cubicBezTo>
                    <a:cubicBezTo>
                      <a:pt x="107" y="748"/>
                      <a:pt x="111" y="718"/>
                      <a:pt x="116" y="684"/>
                    </a:cubicBezTo>
                    <a:cubicBezTo>
                      <a:pt x="129" y="593"/>
                      <a:pt x="145" y="479"/>
                      <a:pt x="137" y="352"/>
                    </a:cubicBezTo>
                    <a:cubicBezTo>
                      <a:pt x="134" y="304"/>
                      <a:pt x="127" y="263"/>
                      <a:pt x="118" y="227"/>
                    </a:cubicBezTo>
                    <a:cubicBezTo>
                      <a:pt x="115" y="216"/>
                      <a:pt x="112" y="206"/>
                      <a:pt x="107" y="193"/>
                    </a:cubicBezTo>
                    <a:close/>
                    <a:moveTo>
                      <a:pt x="100" y="660"/>
                    </a:moveTo>
                    <a:cubicBezTo>
                      <a:pt x="98" y="664"/>
                      <a:pt x="94" y="667"/>
                      <a:pt x="91" y="670"/>
                    </a:cubicBezTo>
                    <a:cubicBezTo>
                      <a:pt x="87" y="674"/>
                      <a:pt x="83" y="678"/>
                      <a:pt x="79" y="683"/>
                    </a:cubicBezTo>
                    <a:cubicBezTo>
                      <a:pt x="74" y="691"/>
                      <a:pt x="71" y="700"/>
                      <a:pt x="67" y="710"/>
                    </a:cubicBezTo>
                    <a:cubicBezTo>
                      <a:pt x="67" y="711"/>
                      <a:pt x="66" y="712"/>
                      <a:pt x="66" y="714"/>
                    </a:cubicBezTo>
                    <a:cubicBezTo>
                      <a:pt x="68" y="691"/>
                      <a:pt x="69" y="668"/>
                      <a:pt x="73" y="647"/>
                    </a:cubicBezTo>
                    <a:cubicBezTo>
                      <a:pt x="76" y="631"/>
                      <a:pt x="82" y="616"/>
                      <a:pt x="88" y="601"/>
                    </a:cubicBezTo>
                    <a:cubicBezTo>
                      <a:pt x="95" y="579"/>
                      <a:pt x="95" y="579"/>
                      <a:pt x="95" y="579"/>
                    </a:cubicBezTo>
                    <a:cubicBezTo>
                      <a:pt x="100" y="564"/>
                      <a:pt x="105" y="552"/>
                      <a:pt x="114" y="541"/>
                    </a:cubicBezTo>
                    <a:cubicBezTo>
                      <a:pt x="110" y="584"/>
                      <a:pt x="105" y="624"/>
                      <a:pt x="100" y="66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8" name="Freeform 218">
                <a:extLst>
                  <a:ext uri="{FF2B5EF4-FFF2-40B4-BE49-F238E27FC236}">
                    <a16:creationId xmlns:a16="http://schemas.microsoft.com/office/drawing/2014/main" id="{D8AE20A3-2504-451F-96B0-0CF89A3A15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38" y="1314"/>
                <a:ext cx="362" cy="1227"/>
              </a:xfrm>
              <a:custGeom>
                <a:avLst/>
                <a:gdLst>
                  <a:gd name="T0" fmla="*/ 632 w 269"/>
                  <a:gd name="T1" fmla="*/ 1993 h 912"/>
                  <a:gd name="T2" fmla="*/ 627 w 269"/>
                  <a:gd name="T3" fmla="*/ 1959 h 912"/>
                  <a:gd name="T4" fmla="*/ 591 w 269"/>
                  <a:gd name="T5" fmla="*/ 1678 h 912"/>
                  <a:gd name="T6" fmla="*/ 478 w 269"/>
                  <a:gd name="T7" fmla="*/ 1305 h 912"/>
                  <a:gd name="T8" fmla="*/ 456 w 269"/>
                  <a:gd name="T9" fmla="*/ 1243 h 912"/>
                  <a:gd name="T10" fmla="*/ 414 w 269"/>
                  <a:gd name="T11" fmla="*/ 704 h 912"/>
                  <a:gd name="T12" fmla="*/ 210 w 269"/>
                  <a:gd name="T13" fmla="*/ 163 h 912"/>
                  <a:gd name="T14" fmla="*/ 12 w 269"/>
                  <a:gd name="T15" fmla="*/ 0 h 912"/>
                  <a:gd name="T16" fmla="*/ 0 w 269"/>
                  <a:gd name="T17" fmla="*/ 27 h 912"/>
                  <a:gd name="T18" fmla="*/ 386 w 269"/>
                  <a:gd name="T19" fmla="*/ 706 h 912"/>
                  <a:gd name="T20" fmla="*/ 428 w 269"/>
                  <a:gd name="T21" fmla="*/ 1249 h 912"/>
                  <a:gd name="T22" fmla="*/ 431 w 269"/>
                  <a:gd name="T23" fmla="*/ 1341 h 912"/>
                  <a:gd name="T24" fmla="*/ 428 w 269"/>
                  <a:gd name="T25" fmla="*/ 1472 h 912"/>
                  <a:gd name="T26" fmla="*/ 444 w 269"/>
                  <a:gd name="T27" fmla="*/ 1680 h 912"/>
                  <a:gd name="T28" fmla="*/ 487 w 269"/>
                  <a:gd name="T29" fmla="*/ 1859 h 912"/>
                  <a:gd name="T30" fmla="*/ 509 w 269"/>
                  <a:gd name="T31" fmla="*/ 1975 h 912"/>
                  <a:gd name="T32" fmla="*/ 509 w 269"/>
                  <a:gd name="T33" fmla="*/ 1982 h 912"/>
                  <a:gd name="T34" fmla="*/ 505 w 269"/>
                  <a:gd name="T35" fmla="*/ 2025 h 912"/>
                  <a:gd name="T36" fmla="*/ 499 w 269"/>
                  <a:gd name="T37" fmla="*/ 2095 h 912"/>
                  <a:gd name="T38" fmla="*/ 576 w 269"/>
                  <a:gd name="T39" fmla="*/ 2212 h 912"/>
                  <a:gd name="T40" fmla="*/ 634 w 269"/>
                  <a:gd name="T41" fmla="*/ 2200 h 912"/>
                  <a:gd name="T42" fmla="*/ 655 w 269"/>
                  <a:gd name="T43" fmla="*/ 2123 h 912"/>
                  <a:gd name="T44" fmla="*/ 632 w 269"/>
                  <a:gd name="T45" fmla="*/ 1993 h 912"/>
                  <a:gd name="T46" fmla="*/ 619 w 269"/>
                  <a:gd name="T47" fmla="*/ 2186 h 912"/>
                  <a:gd name="T48" fmla="*/ 580 w 269"/>
                  <a:gd name="T49" fmla="*/ 2192 h 912"/>
                  <a:gd name="T50" fmla="*/ 523 w 269"/>
                  <a:gd name="T51" fmla="*/ 2029 h 912"/>
                  <a:gd name="T52" fmla="*/ 529 w 269"/>
                  <a:gd name="T53" fmla="*/ 1982 h 912"/>
                  <a:gd name="T54" fmla="*/ 529 w 269"/>
                  <a:gd name="T55" fmla="*/ 1982 h 912"/>
                  <a:gd name="T56" fmla="*/ 529 w 269"/>
                  <a:gd name="T57" fmla="*/ 1982 h 912"/>
                  <a:gd name="T58" fmla="*/ 529 w 269"/>
                  <a:gd name="T59" fmla="*/ 1975 h 912"/>
                  <a:gd name="T60" fmla="*/ 507 w 269"/>
                  <a:gd name="T61" fmla="*/ 1851 h 912"/>
                  <a:gd name="T62" fmla="*/ 464 w 269"/>
                  <a:gd name="T63" fmla="*/ 1676 h 912"/>
                  <a:gd name="T64" fmla="*/ 445 w 269"/>
                  <a:gd name="T65" fmla="*/ 1472 h 912"/>
                  <a:gd name="T66" fmla="*/ 451 w 269"/>
                  <a:gd name="T67" fmla="*/ 1341 h 912"/>
                  <a:gd name="T68" fmla="*/ 451 w 269"/>
                  <a:gd name="T69" fmla="*/ 1317 h 912"/>
                  <a:gd name="T70" fmla="*/ 460 w 269"/>
                  <a:gd name="T71" fmla="*/ 1312 h 912"/>
                  <a:gd name="T72" fmla="*/ 571 w 269"/>
                  <a:gd name="T73" fmla="*/ 1678 h 912"/>
                  <a:gd name="T74" fmla="*/ 607 w 269"/>
                  <a:gd name="T75" fmla="*/ 1962 h 912"/>
                  <a:gd name="T76" fmla="*/ 612 w 269"/>
                  <a:gd name="T77" fmla="*/ 1997 h 912"/>
                  <a:gd name="T78" fmla="*/ 612 w 269"/>
                  <a:gd name="T79" fmla="*/ 1997 h 912"/>
                  <a:gd name="T80" fmla="*/ 635 w 269"/>
                  <a:gd name="T81" fmla="*/ 2123 h 912"/>
                  <a:gd name="T82" fmla="*/ 619 w 269"/>
                  <a:gd name="T83" fmla="*/ 2186 h 9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9" h="912">
                    <a:moveTo>
                      <a:pt x="259" y="818"/>
                    </a:moveTo>
                    <a:cubicBezTo>
                      <a:pt x="259" y="817"/>
                      <a:pt x="257" y="804"/>
                      <a:pt x="257" y="804"/>
                    </a:cubicBezTo>
                    <a:cubicBezTo>
                      <a:pt x="254" y="791"/>
                      <a:pt x="250" y="772"/>
                      <a:pt x="242" y="689"/>
                    </a:cubicBezTo>
                    <a:cubicBezTo>
                      <a:pt x="235" y="610"/>
                      <a:pt x="210" y="563"/>
                      <a:pt x="196" y="536"/>
                    </a:cubicBezTo>
                    <a:cubicBezTo>
                      <a:pt x="190" y="525"/>
                      <a:pt x="187" y="511"/>
                      <a:pt x="187" y="511"/>
                    </a:cubicBezTo>
                    <a:cubicBezTo>
                      <a:pt x="187" y="511"/>
                      <a:pt x="183" y="474"/>
                      <a:pt x="170" y="289"/>
                    </a:cubicBezTo>
                    <a:cubicBezTo>
                      <a:pt x="163" y="185"/>
                      <a:pt x="124" y="109"/>
                      <a:pt x="86" y="67"/>
                    </a:cubicBezTo>
                    <a:cubicBezTo>
                      <a:pt x="54" y="30"/>
                      <a:pt x="34" y="14"/>
                      <a:pt x="5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61" y="41"/>
                      <a:pt x="147" y="129"/>
                      <a:pt x="158" y="290"/>
                    </a:cubicBezTo>
                    <a:cubicBezTo>
                      <a:pt x="171" y="476"/>
                      <a:pt x="175" y="512"/>
                      <a:pt x="175" y="513"/>
                    </a:cubicBezTo>
                    <a:cubicBezTo>
                      <a:pt x="175" y="513"/>
                      <a:pt x="177" y="540"/>
                      <a:pt x="177" y="551"/>
                    </a:cubicBezTo>
                    <a:cubicBezTo>
                      <a:pt x="176" y="566"/>
                      <a:pt x="175" y="584"/>
                      <a:pt x="175" y="604"/>
                    </a:cubicBezTo>
                    <a:cubicBezTo>
                      <a:pt x="175" y="631"/>
                      <a:pt x="177" y="661"/>
                      <a:pt x="182" y="690"/>
                    </a:cubicBezTo>
                    <a:cubicBezTo>
                      <a:pt x="189" y="723"/>
                      <a:pt x="195" y="745"/>
                      <a:pt x="200" y="763"/>
                    </a:cubicBezTo>
                    <a:cubicBezTo>
                      <a:pt x="206" y="782"/>
                      <a:pt x="209" y="795"/>
                      <a:pt x="209" y="811"/>
                    </a:cubicBezTo>
                    <a:cubicBezTo>
                      <a:pt x="209" y="812"/>
                      <a:pt x="209" y="813"/>
                      <a:pt x="209" y="814"/>
                    </a:cubicBezTo>
                    <a:cubicBezTo>
                      <a:pt x="209" y="814"/>
                      <a:pt x="207" y="832"/>
                      <a:pt x="207" y="832"/>
                    </a:cubicBezTo>
                    <a:cubicBezTo>
                      <a:pt x="206" y="841"/>
                      <a:pt x="205" y="851"/>
                      <a:pt x="205" y="860"/>
                    </a:cubicBezTo>
                    <a:cubicBezTo>
                      <a:pt x="205" y="881"/>
                      <a:pt x="211" y="901"/>
                      <a:pt x="236" y="908"/>
                    </a:cubicBezTo>
                    <a:cubicBezTo>
                      <a:pt x="249" y="912"/>
                      <a:pt x="256" y="907"/>
                      <a:pt x="260" y="903"/>
                    </a:cubicBezTo>
                    <a:cubicBezTo>
                      <a:pt x="266" y="897"/>
                      <a:pt x="269" y="885"/>
                      <a:pt x="269" y="872"/>
                    </a:cubicBezTo>
                    <a:cubicBezTo>
                      <a:pt x="269" y="852"/>
                      <a:pt x="263" y="829"/>
                      <a:pt x="259" y="818"/>
                    </a:cubicBezTo>
                    <a:close/>
                    <a:moveTo>
                      <a:pt x="254" y="898"/>
                    </a:moveTo>
                    <a:cubicBezTo>
                      <a:pt x="251" y="902"/>
                      <a:pt x="246" y="902"/>
                      <a:pt x="238" y="900"/>
                    </a:cubicBezTo>
                    <a:cubicBezTo>
                      <a:pt x="208" y="891"/>
                      <a:pt x="212" y="862"/>
                      <a:pt x="215" y="833"/>
                    </a:cubicBezTo>
                    <a:cubicBezTo>
                      <a:pt x="217" y="814"/>
                      <a:pt x="217" y="814"/>
                      <a:pt x="217" y="814"/>
                    </a:cubicBezTo>
                    <a:cubicBezTo>
                      <a:pt x="217" y="814"/>
                      <a:pt x="217" y="814"/>
                      <a:pt x="217" y="814"/>
                    </a:cubicBezTo>
                    <a:cubicBezTo>
                      <a:pt x="217" y="814"/>
                      <a:pt x="217" y="814"/>
                      <a:pt x="217" y="814"/>
                    </a:cubicBezTo>
                    <a:cubicBezTo>
                      <a:pt x="217" y="813"/>
                      <a:pt x="217" y="812"/>
                      <a:pt x="217" y="811"/>
                    </a:cubicBezTo>
                    <a:cubicBezTo>
                      <a:pt x="217" y="794"/>
                      <a:pt x="213" y="781"/>
                      <a:pt x="208" y="760"/>
                    </a:cubicBezTo>
                    <a:cubicBezTo>
                      <a:pt x="203" y="743"/>
                      <a:pt x="196" y="721"/>
                      <a:pt x="190" y="688"/>
                    </a:cubicBezTo>
                    <a:cubicBezTo>
                      <a:pt x="185" y="660"/>
                      <a:pt x="183" y="631"/>
                      <a:pt x="183" y="604"/>
                    </a:cubicBezTo>
                    <a:cubicBezTo>
                      <a:pt x="183" y="584"/>
                      <a:pt x="184" y="566"/>
                      <a:pt x="185" y="551"/>
                    </a:cubicBezTo>
                    <a:cubicBezTo>
                      <a:pt x="185" y="547"/>
                      <a:pt x="185" y="544"/>
                      <a:pt x="185" y="541"/>
                    </a:cubicBezTo>
                    <a:cubicBezTo>
                      <a:pt x="185" y="538"/>
                      <a:pt x="187" y="537"/>
                      <a:pt x="189" y="539"/>
                    </a:cubicBezTo>
                    <a:cubicBezTo>
                      <a:pt x="203" y="567"/>
                      <a:pt x="227" y="612"/>
                      <a:pt x="234" y="689"/>
                    </a:cubicBezTo>
                    <a:cubicBezTo>
                      <a:pt x="242" y="773"/>
                      <a:pt x="246" y="792"/>
                      <a:pt x="249" y="806"/>
                    </a:cubicBezTo>
                    <a:cubicBezTo>
                      <a:pt x="251" y="820"/>
                      <a:pt x="251" y="820"/>
                      <a:pt x="251" y="820"/>
                    </a:cubicBezTo>
                    <a:cubicBezTo>
                      <a:pt x="251" y="820"/>
                      <a:pt x="251" y="820"/>
                      <a:pt x="251" y="820"/>
                    </a:cubicBezTo>
                    <a:cubicBezTo>
                      <a:pt x="256" y="833"/>
                      <a:pt x="261" y="855"/>
                      <a:pt x="261" y="872"/>
                    </a:cubicBezTo>
                    <a:cubicBezTo>
                      <a:pt x="261" y="883"/>
                      <a:pt x="259" y="893"/>
                      <a:pt x="254" y="89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9" name="Freeform 219">
                <a:extLst>
                  <a:ext uri="{FF2B5EF4-FFF2-40B4-BE49-F238E27FC236}">
                    <a16:creationId xmlns:a16="http://schemas.microsoft.com/office/drawing/2014/main" id="{94D25981-1D22-4A3D-8CFA-BD48DC1BF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120"/>
                <a:ext cx="62" cy="160"/>
              </a:xfrm>
              <a:custGeom>
                <a:avLst/>
                <a:gdLst>
                  <a:gd name="T0" fmla="*/ 16 w 46"/>
                  <a:gd name="T1" fmla="*/ 0 h 119"/>
                  <a:gd name="T2" fmla="*/ 43 w 46"/>
                  <a:gd name="T3" fmla="*/ 93 h 119"/>
                  <a:gd name="T4" fmla="*/ 96 w 46"/>
                  <a:gd name="T5" fmla="*/ 233 h 119"/>
                  <a:gd name="T6" fmla="*/ 113 w 46"/>
                  <a:gd name="T7" fmla="*/ 289 h 119"/>
                  <a:gd name="T8" fmla="*/ 113 w 46"/>
                  <a:gd name="T9" fmla="*/ 289 h 119"/>
                  <a:gd name="T10" fmla="*/ 90 w 46"/>
                  <a:gd name="T11" fmla="*/ 241 h 119"/>
                  <a:gd name="T12" fmla="*/ 30 w 46"/>
                  <a:gd name="T13" fmla="*/ 98 h 119"/>
                  <a:gd name="T14" fmla="*/ 1 w 46"/>
                  <a:gd name="T15" fmla="*/ 0 h 119"/>
                  <a:gd name="T16" fmla="*/ 16 w 46"/>
                  <a:gd name="T17" fmla="*/ 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19">
                    <a:moveTo>
                      <a:pt x="7" y="0"/>
                    </a:moveTo>
                    <a:cubicBezTo>
                      <a:pt x="6" y="13"/>
                      <a:pt x="12" y="25"/>
                      <a:pt x="18" y="38"/>
                    </a:cubicBezTo>
                    <a:cubicBezTo>
                      <a:pt x="27" y="57"/>
                      <a:pt x="32" y="77"/>
                      <a:pt x="39" y="96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37" y="99"/>
                      <a:pt x="37" y="99"/>
                      <a:pt x="37" y="99"/>
                    </a:cubicBezTo>
                    <a:cubicBezTo>
                      <a:pt x="30" y="80"/>
                      <a:pt x="21" y="59"/>
                      <a:pt x="12" y="40"/>
                    </a:cubicBezTo>
                    <a:cubicBezTo>
                      <a:pt x="6" y="27"/>
                      <a:pt x="0" y="14"/>
                      <a:pt x="1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0" name="Freeform 220">
                <a:extLst>
                  <a:ext uri="{FF2B5EF4-FFF2-40B4-BE49-F238E27FC236}">
                    <a16:creationId xmlns:a16="http://schemas.microsoft.com/office/drawing/2014/main" id="{EE3191ED-7828-4A05-8EA2-D24716018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646"/>
                <a:ext cx="134" cy="564"/>
              </a:xfrm>
              <a:custGeom>
                <a:avLst/>
                <a:gdLst>
                  <a:gd name="T0" fmla="*/ 1 w 100"/>
                  <a:gd name="T1" fmla="*/ 397 h 419"/>
                  <a:gd name="T2" fmla="*/ 7 w 100"/>
                  <a:gd name="T3" fmla="*/ 339 h 419"/>
                  <a:gd name="T4" fmla="*/ 12 w 100"/>
                  <a:gd name="T5" fmla="*/ 256 h 419"/>
                  <a:gd name="T6" fmla="*/ 16 w 100"/>
                  <a:gd name="T7" fmla="*/ 203 h 419"/>
                  <a:gd name="T8" fmla="*/ 34 w 100"/>
                  <a:gd name="T9" fmla="*/ 0 h 419"/>
                  <a:gd name="T10" fmla="*/ 56 w 100"/>
                  <a:gd name="T11" fmla="*/ 22 h 419"/>
                  <a:gd name="T12" fmla="*/ 31 w 100"/>
                  <a:gd name="T13" fmla="*/ 203 h 419"/>
                  <a:gd name="T14" fmla="*/ 27 w 100"/>
                  <a:gd name="T15" fmla="*/ 258 h 419"/>
                  <a:gd name="T16" fmla="*/ 21 w 100"/>
                  <a:gd name="T17" fmla="*/ 339 h 419"/>
                  <a:gd name="T18" fmla="*/ 16 w 100"/>
                  <a:gd name="T19" fmla="*/ 397 h 419"/>
                  <a:gd name="T20" fmla="*/ 20 w 100"/>
                  <a:gd name="T21" fmla="*/ 459 h 419"/>
                  <a:gd name="T22" fmla="*/ 101 w 100"/>
                  <a:gd name="T23" fmla="*/ 598 h 419"/>
                  <a:gd name="T24" fmla="*/ 122 w 100"/>
                  <a:gd name="T25" fmla="*/ 629 h 419"/>
                  <a:gd name="T26" fmla="*/ 137 w 100"/>
                  <a:gd name="T27" fmla="*/ 649 h 419"/>
                  <a:gd name="T28" fmla="*/ 157 w 100"/>
                  <a:gd name="T29" fmla="*/ 677 h 419"/>
                  <a:gd name="T30" fmla="*/ 210 w 100"/>
                  <a:gd name="T31" fmla="*/ 774 h 419"/>
                  <a:gd name="T32" fmla="*/ 239 w 100"/>
                  <a:gd name="T33" fmla="*/ 938 h 419"/>
                  <a:gd name="T34" fmla="*/ 239 w 100"/>
                  <a:gd name="T35" fmla="*/ 980 h 419"/>
                  <a:gd name="T36" fmla="*/ 236 w 100"/>
                  <a:gd name="T37" fmla="*/ 1020 h 419"/>
                  <a:gd name="T38" fmla="*/ 221 w 100"/>
                  <a:gd name="T39" fmla="*/ 1022 h 419"/>
                  <a:gd name="T40" fmla="*/ 225 w 100"/>
                  <a:gd name="T41" fmla="*/ 979 h 419"/>
                  <a:gd name="T42" fmla="*/ 225 w 100"/>
                  <a:gd name="T43" fmla="*/ 938 h 419"/>
                  <a:gd name="T44" fmla="*/ 197 w 100"/>
                  <a:gd name="T45" fmla="*/ 777 h 419"/>
                  <a:gd name="T46" fmla="*/ 158 w 100"/>
                  <a:gd name="T47" fmla="*/ 707 h 419"/>
                  <a:gd name="T48" fmla="*/ 158 w 100"/>
                  <a:gd name="T49" fmla="*/ 711 h 419"/>
                  <a:gd name="T50" fmla="*/ 163 w 100"/>
                  <a:gd name="T51" fmla="*/ 766 h 419"/>
                  <a:gd name="T52" fmla="*/ 149 w 100"/>
                  <a:gd name="T53" fmla="*/ 770 h 419"/>
                  <a:gd name="T54" fmla="*/ 143 w 100"/>
                  <a:gd name="T55" fmla="*/ 711 h 419"/>
                  <a:gd name="T56" fmla="*/ 142 w 100"/>
                  <a:gd name="T57" fmla="*/ 682 h 419"/>
                  <a:gd name="T58" fmla="*/ 126 w 100"/>
                  <a:gd name="T59" fmla="*/ 658 h 419"/>
                  <a:gd name="T60" fmla="*/ 111 w 100"/>
                  <a:gd name="T61" fmla="*/ 635 h 419"/>
                  <a:gd name="T62" fmla="*/ 90 w 100"/>
                  <a:gd name="T63" fmla="*/ 607 h 419"/>
                  <a:gd name="T64" fmla="*/ 46 w 100"/>
                  <a:gd name="T65" fmla="*/ 548 h 419"/>
                  <a:gd name="T66" fmla="*/ 38 w 100"/>
                  <a:gd name="T67" fmla="*/ 549 h 419"/>
                  <a:gd name="T68" fmla="*/ 48 w 100"/>
                  <a:gd name="T69" fmla="*/ 629 h 419"/>
                  <a:gd name="T70" fmla="*/ 78 w 100"/>
                  <a:gd name="T71" fmla="*/ 826 h 419"/>
                  <a:gd name="T72" fmla="*/ 90 w 100"/>
                  <a:gd name="T73" fmla="*/ 859 h 419"/>
                  <a:gd name="T74" fmla="*/ 106 w 100"/>
                  <a:gd name="T75" fmla="*/ 896 h 419"/>
                  <a:gd name="T76" fmla="*/ 91 w 100"/>
                  <a:gd name="T77" fmla="*/ 902 h 419"/>
                  <a:gd name="T78" fmla="*/ 78 w 100"/>
                  <a:gd name="T79" fmla="*/ 864 h 419"/>
                  <a:gd name="T80" fmla="*/ 63 w 100"/>
                  <a:gd name="T81" fmla="*/ 832 h 419"/>
                  <a:gd name="T82" fmla="*/ 34 w 100"/>
                  <a:gd name="T83" fmla="*/ 629 h 419"/>
                  <a:gd name="T84" fmla="*/ 20 w 100"/>
                  <a:gd name="T85" fmla="*/ 528 h 419"/>
                  <a:gd name="T86" fmla="*/ 5 w 100"/>
                  <a:gd name="T87" fmla="*/ 464 h 419"/>
                  <a:gd name="T88" fmla="*/ 1 w 100"/>
                  <a:gd name="T89" fmla="*/ 397 h 41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0" h="419">
                    <a:moveTo>
                      <a:pt x="1" y="163"/>
                    </a:moveTo>
                    <a:cubicBezTo>
                      <a:pt x="3" y="139"/>
                      <a:pt x="3" y="139"/>
                      <a:pt x="3" y="139"/>
                    </a:cubicBezTo>
                    <a:cubicBezTo>
                      <a:pt x="3" y="126"/>
                      <a:pt x="4" y="114"/>
                      <a:pt x="5" y="105"/>
                    </a:cubicBezTo>
                    <a:cubicBezTo>
                      <a:pt x="6" y="102"/>
                      <a:pt x="6" y="94"/>
                      <a:pt x="7" y="83"/>
                    </a:cubicBezTo>
                    <a:cubicBezTo>
                      <a:pt x="11" y="44"/>
                      <a:pt x="13" y="9"/>
                      <a:pt x="14" y="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19" y="14"/>
                      <a:pt x="15" y="61"/>
                      <a:pt x="13" y="83"/>
                    </a:cubicBezTo>
                    <a:cubicBezTo>
                      <a:pt x="12" y="95"/>
                      <a:pt x="12" y="103"/>
                      <a:pt x="11" y="106"/>
                    </a:cubicBezTo>
                    <a:cubicBezTo>
                      <a:pt x="10" y="114"/>
                      <a:pt x="9" y="127"/>
                      <a:pt x="9" y="139"/>
                    </a:cubicBezTo>
                    <a:cubicBezTo>
                      <a:pt x="7" y="163"/>
                      <a:pt x="7" y="163"/>
                      <a:pt x="7" y="163"/>
                    </a:cubicBezTo>
                    <a:cubicBezTo>
                      <a:pt x="6" y="172"/>
                      <a:pt x="7" y="180"/>
                      <a:pt x="8" y="188"/>
                    </a:cubicBezTo>
                    <a:cubicBezTo>
                      <a:pt x="13" y="206"/>
                      <a:pt x="29" y="228"/>
                      <a:pt x="42" y="245"/>
                    </a:cubicBezTo>
                    <a:cubicBezTo>
                      <a:pt x="51" y="258"/>
                      <a:pt x="51" y="258"/>
                      <a:pt x="51" y="258"/>
                    </a:cubicBezTo>
                    <a:cubicBezTo>
                      <a:pt x="57" y="266"/>
                      <a:pt x="57" y="266"/>
                      <a:pt x="57" y="266"/>
                    </a:cubicBezTo>
                    <a:cubicBezTo>
                      <a:pt x="59" y="270"/>
                      <a:pt x="65" y="277"/>
                      <a:pt x="65" y="278"/>
                    </a:cubicBezTo>
                    <a:cubicBezTo>
                      <a:pt x="73" y="290"/>
                      <a:pt x="81" y="303"/>
                      <a:pt x="87" y="317"/>
                    </a:cubicBezTo>
                    <a:cubicBezTo>
                      <a:pt x="96" y="339"/>
                      <a:pt x="98" y="362"/>
                      <a:pt x="99" y="385"/>
                    </a:cubicBezTo>
                    <a:cubicBezTo>
                      <a:pt x="100" y="389"/>
                      <a:pt x="99" y="396"/>
                      <a:pt x="99" y="402"/>
                    </a:cubicBezTo>
                    <a:cubicBezTo>
                      <a:pt x="98" y="408"/>
                      <a:pt x="98" y="414"/>
                      <a:pt x="98" y="418"/>
                    </a:cubicBezTo>
                    <a:cubicBezTo>
                      <a:pt x="92" y="419"/>
                      <a:pt x="92" y="419"/>
                      <a:pt x="92" y="419"/>
                    </a:cubicBezTo>
                    <a:cubicBezTo>
                      <a:pt x="92" y="415"/>
                      <a:pt x="92" y="408"/>
                      <a:pt x="93" y="401"/>
                    </a:cubicBezTo>
                    <a:cubicBezTo>
                      <a:pt x="93" y="395"/>
                      <a:pt x="94" y="389"/>
                      <a:pt x="93" y="385"/>
                    </a:cubicBezTo>
                    <a:cubicBezTo>
                      <a:pt x="92" y="363"/>
                      <a:pt x="90" y="340"/>
                      <a:pt x="82" y="319"/>
                    </a:cubicBezTo>
                    <a:cubicBezTo>
                      <a:pt x="77" y="309"/>
                      <a:pt x="72" y="299"/>
                      <a:pt x="66" y="290"/>
                    </a:cubicBezTo>
                    <a:cubicBezTo>
                      <a:pt x="66" y="291"/>
                      <a:pt x="66" y="291"/>
                      <a:pt x="66" y="291"/>
                    </a:cubicBezTo>
                    <a:cubicBezTo>
                      <a:pt x="66" y="298"/>
                      <a:pt x="65" y="305"/>
                      <a:pt x="68" y="314"/>
                    </a:cubicBezTo>
                    <a:cubicBezTo>
                      <a:pt x="62" y="316"/>
                      <a:pt x="62" y="316"/>
                      <a:pt x="62" y="316"/>
                    </a:cubicBezTo>
                    <a:cubicBezTo>
                      <a:pt x="59" y="305"/>
                      <a:pt x="60" y="297"/>
                      <a:pt x="60" y="291"/>
                    </a:cubicBezTo>
                    <a:cubicBezTo>
                      <a:pt x="60" y="287"/>
                      <a:pt x="60" y="283"/>
                      <a:pt x="59" y="280"/>
                    </a:cubicBezTo>
                    <a:cubicBezTo>
                      <a:pt x="57" y="277"/>
                      <a:pt x="54" y="273"/>
                      <a:pt x="52" y="270"/>
                    </a:cubicBezTo>
                    <a:cubicBezTo>
                      <a:pt x="46" y="261"/>
                      <a:pt x="46" y="261"/>
                      <a:pt x="46" y="261"/>
                    </a:cubicBezTo>
                    <a:cubicBezTo>
                      <a:pt x="37" y="249"/>
                      <a:pt x="37" y="249"/>
                      <a:pt x="37" y="249"/>
                    </a:cubicBezTo>
                    <a:cubicBezTo>
                      <a:pt x="32" y="241"/>
                      <a:pt x="25" y="233"/>
                      <a:pt x="19" y="224"/>
                    </a:cubicBezTo>
                    <a:cubicBezTo>
                      <a:pt x="17" y="221"/>
                      <a:pt x="15" y="221"/>
                      <a:pt x="16" y="225"/>
                    </a:cubicBezTo>
                    <a:cubicBezTo>
                      <a:pt x="18" y="236"/>
                      <a:pt x="20" y="247"/>
                      <a:pt x="20" y="258"/>
                    </a:cubicBezTo>
                    <a:cubicBezTo>
                      <a:pt x="20" y="286"/>
                      <a:pt x="22" y="310"/>
                      <a:pt x="32" y="339"/>
                    </a:cubicBezTo>
                    <a:cubicBezTo>
                      <a:pt x="37" y="352"/>
                      <a:pt x="37" y="352"/>
                      <a:pt x="37" y="352"/>
                    </a:cubicBezTo>
                    <a:cubicBezTo>
                      <a:pt x="44" y="368"/>
                      <a:pt x="44" y="368"/>
                      <a:pt x="44" y="368"/>
                    </a:cubicBezTo>
                    <a:cubicBezTo>
                      <a:pt x="38" y="370"/>
                      <a:pt x="38" y="370"/>
                      <a:pt x="38" y="370"/>
                    </a:cubicBezTo>
                    <a:cubicBezTo>
                      <a:pt x="32" y="354"/>
                      <a:pt x="32" y="354"/>
                      <a:pt x="32" y="354"/>
                    </a:cubicBezTo>
                    <a:cubicBezTo>
                      <a:pt x="26" y="341"/>
                      <a:pt x="26" y="341"/>
                      <a:pt x="26" y="341"/>
                    </a:cubicBezTo>
                    <a:cubicBezTo>
                      <a:pt x="16" y="311"/>
                      <a:pt x="14" y="286"/>
                      <a:pt x="14" y="258"/>
                    </a:cubicBezTo>
                    <a:cubicBezTo>
                      <a:pt x="14" y="244"/>
                      <a:pt x="11" y="230"/>
                      <a:pt x="8" y="216"/>
                    </a:cubicBezTo>
                    <a:cubicBezTo>
                      <a:pt x="6" y="207"/>
                      <a:pt x="4" y="198"/>
                      <a:pt x="2" y="190"/>
                    </a:cubicBezTo>
                    <a:cubicBezTo>
                      <a:pt x="1" y="182"/>
                      <a:pt x="0" y="170"/>
                      <a:pt x="1" y="1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1" name="Freeform 221">
                <a:extLst>
                  <a:ext uri="{FF2B5EF4-FFF2-40B4-BE49-F238E27FC236}">
                    <a16:creationId xmlns:a16="http://schemas.microsoft.com/office/drawing/2014/main" id="{49F9FC8B-8753-4028-828F-6D4835215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383"/>
                <a:ext cx="180" cy="189"/>
              </a:xfrm>
              <a:custGeom>
                <a:avLst/>
                <a:gdLst>
                  <a:gd name="T0" fmla="*/ 43 w 134"/>
                  <a:gd name="T1" fmla="*/ 153 h 140"/>
                  <a:gd name="T2" fmla="*/ 42 w 134"/>
                  <a:gd name="T3" fmla="*/ 142 h 140"/>
                  <a:gd name="T4" fmla="*/ 0 w 134"/>
                  <a:gd name="T5" fmla="*/ 77 h 140"/>
                  <a:gd name="T6" fmla="*/ 9 w 134"/>
                  <a:gd name="T7" fmla="*/ 74 h 140"/>
                  <a:gd name="T8" fmla="*/ 70 w 134"/>
                  <a:gd name="T9" fmla="*/ 150 h 140"/>
                  <a:gd name="T10" fmla="*/ 132 w 134"/>
                  <a:gd name="T11" fmla="*/ 142 h 140"/>
                  <a:gd name="T12" fmla="*/ 157 w 134"/>
                  <a:gd name="T13" fmla="*/ 89 h 140"/>
                  <a:gd name="T14" fmla="*/ 149 w 134"/>
                  <a:gd name="T15" fmla="*/ 74 h 140"/>
                  <a:gd name="T16" fmla="*/ 99 w 134"/>
                  <a:gd name="T17" fmla="*/ 7 h 140"/>
                  <a:gd name="T18" fmla="*/ 101 w 134"/>
                  <a:gd name="T19" fmla="*/ 0 h 140"/>
                  <a:gd name="T20" fmla="*/ 109 w 134"/>
                  <a:gd name="T21" fmla="*/ 7 h 140"/>
                  <a:gd name="T22" fmla="*/ 109 w 134"/>
                  <a:gd name="T23" fmla="*/ 7 h 140"/>
                  <a:gd name="T24" fmla="*/ 220 w 134"/>
                  <a:gd name="T25" fmla="*/ 128 h 140"/>
                  <a:gd name="T26" fmla="*/ 294 w 134"/>
                  <a:gd name="T27" fmla="*/ 248 h 140"/>
                  <a:gd name="T28" fmla="*/ 310 w 134"/>
                  <a:gd name="T29" fmla="*/ 301 h 140"/>
                  <a:gd name="T30" fmla="*/ 325 w 134"/>
                  <a:gd name="T31" fmla="*/ 344 h 140"/>
                  <a:gd name="T32" fmla="*/ 325 w 134"/>
                  <a:gd name="T33" fmla="*/ 344 h 140"/>
                  <a:gd name="T34" fmla="*/ 304 w 134"/>
                  <a:gd name="T35" fmla="*/ 304 h 140"/>
                  <a:gd name="T36" fmla="*/ 283 w 134"/>
                  <a:gd name="T37" fmla="*/ 251 h 140"/>
                  <a:gd name="T38" fmla="*/ 216 w 134"/>
                  <a:gd name="T39" fmla="*/ 135 h 140"/>
                  <a:gd name="T40" fmla="*/ 172 w 134"/>
                  <a:gd name="T41" fmla="*/ 97 h 140"/>
                  <a:gd name="T42" fmla="*/ 164 w 134"/>
                  <a:gd name="T43" fmla="*/ 99 h 140"/>
                  <a:gd name="T44" fmla="*/ 136 w 134"/>
                  <a:gd name="T45" fmla="*/ 150 h 140"/>
                  <a:gd name="T46" fmla="*/ 120 w 134"/>
                  <a:gd name="T47" fmla="*/ 161 h 140"/>
                  <a:gd name="T48" fmla="*/ 116 w 134"/>
                  <a:gd name="T49" fmla="*/ 167 h 140"/>
                  <a:gd name="T50" fmla="*/ 116 w 134"/>
                  <a:gd name="T51" fmla="*/ 267 h 140"/>
                  <a:gd name="T52" fmla="*/ 106 w 134"/>
                  <a:gd name="T53" fmla="*/ 267 h 140"/>
                  <a:gd name="T54" fmla="*/ 106 w 134"/>
                  <a:gd name="T55" fmla="*/ 167 h 140"/>
                  <a:gd name="T56" fmla="*/ 101 w 134"/>
                  <a:gd name="T57" fmla="*/ 165 h 140"/>
                  <a:gd name="T58" fmla="*/ 85 w 134"/>
                  <a:gd name="T59" fmla="*/ 162 h 140"/>
                  <a:gd name="T60" fmla="*/ 79 w 134"/>
                  <a:gd name="T61" fmla="*/ 170 h 140"/>
                  <a:gd name="T62" fmla="*/ 78 w 134"/>
                  <a:gd name="T63" fmla="*/ 198 h 140"/>
                  <a:gd name="T64" fmla="*/ 75 w 134"/>
                  <a:gd name="T65" fmla="*/ 219 h 140"/>
                  <a:gd name="T66" fmla="*/ 73 w 134"/>
                  <a:gd name="T67" fmla="*/ 230 h 140"/>
                  <a:gd name="T68" fmla="*/ 73 w 134"/>
                  <a:gd name="T69" fmla="*/ 262 h 140"/>
                  <a:gd name="T70" fmla="*/ 63 w 134"/>
                  <a:gd name="T71" fmla="*/ 255 h 140"/>
                  <a:gd name="T72" fmla="*/ 63 w 134"/>
                  <a:gd name="T73" fmla="*/ 230 h 140"/>
                  <a:gd name="T74" fmla="*/ 64 w 134"/>
                  <a:gd name="T75" fmla="*/ 217 h 140"/>
                  <a:gd name="T76" fmla="*/ 69 w 134"/>
                  <a:gd name="T77" fmla="*/ 197 h 140"/>
                  <a:gd name="T78" fmla="*/ 70 w 134"/>
                  <a:gd name="T79" fmla="*/ 165 h 140"/>
                  <a:gd name="T80" fmla="*/ 69 w 134"/>
                  <a:gd name="T81" fmla="*/ 161 h 140"/>
                  <a:gd name="T82" fmla="*/ 62 w 134"/>
                  <a:gd name="T83" fmla="*/ 155 h 140"/>
                  <a:gd name="T84" fmla="*/ 54 w 134"/>
                  <a:gd name="T85" fmla="*/ 157 h 140"/>
                  <a:gd name="T86" fmla="*/ 47 w 134"/>
                  <a:gd name="T87" fmla="*/ 197 h 140"/>
                  <a:gd name="T88" fmla="*/ 35 w 134"/>
                  <a:gd name="T89" fmla="*/ 251 h 140"/>
                  <a:gd name="T90" fmla="*/ 23 w 134"/>
                  <a:gd name="T91" fmla="*/ 246 h 140"/>
                  <a:gd name="T92" fmla="*/ 36 w 134"/>
                  <a:gd name="T93" fmla="*/ 197 h 140"/>
                  <a:gd name="T94" fmla="*/ 43 w 134"/>
                  <a:gd name="T95" fmla="*/ 153 h 14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34" h="140">
                    <a:moveTo>
                      <a:pt x="18" y="62"/>
                    </a:moveTo>
                    <a:cubicBezTo>
                      <a:pt x="18" y="61"/>
                      <a:pt x="17" y="58"/>
                      <a:pt x="17" y="58"/>
                    </a:cubicBezTo>
                    <a:cubicBezTo>
                      <a:pt x="9" y="51"/>
                      <a:pt x="2" y="40"/>
                      <a:pt x="0" y="31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7" y="41"/>
                      <a:pt x="17" y="57"/>
                      <a:pt x="29" y="61"/>
                    </a:cubicBezTo>
                    <a:cubicBezTo>
                      <a:pt x="38" y="64"/>
                      <a:pt x="47" y="63"/>
                      <a:pt x="54" y="58"/>
                    </a:cubicBezTo>
                    <a:cubicBezTo>
                      <a:pt x="61" y="53"/>
                      <a:pt x="65" y="45"/>
                      <a:pt x="65" y="36"/>
                    </a:cubicBezTo>
                    <a:cubicBezTo>
                      <a:pt x="65" y="35"/>
                      <a:pt x="63" y="31"/>
                      <a:pt x="62" y="30"/>
                    </a:cubicBezTo>
                    <a:cubicBezTo>
                      <a:pt x="51" y="19"/>
                      <a:pt x="41" y="7"/>
                      <a:pt x="41" y="3"/>
                    </a:cubicBezTo>
                    <a:cubicBezTo>
                      <a:pt x="41" y="1"/>
                      <a:pt x="42" y="1"/>
                      <a:pt x="42" y="0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8"/>
                      <a:pt x="84" y="47"/>
                      <a:pt x="91" y="52"/>
                    </a:cubicBezTo>
                    <a:cubicBezTo>
                      <a:pt x="109" y="64"/>
                      <a:pt x="117" y="84"/>
                      <a:pt x="121" y="101"/>
                    </a:cubicBezTo>
                    <a:cubicBezTo>
                      <a:pt x="123" y="108"/>
                      <a:pt x="125" y="115"/>
                      <a:pt x="128" y="122"/>
                    </a:cubicBezTo>
                    <a:cubicBezTo>
                      <a:pt x="134" y="140"/>
                      <a:pt x="134" y="140"/>
                      <a:pt x="134" y="140"/>
                    </a:cubicBezTo>
                    <a:cubicBezTo>
                      <a:pt x="134" y="140"/>
                      <a:pt x="134" y="140"/>
                      <a:pt x="134" y="140"/>
                    </a:cubicBezTo>
                    <a:cubicBezTo>
                      <a:pt x="125" y="124"/>
                      <a:pt x="125" y="124"/>
                      <a:pt x="125" y="124"/>
                    </a:cubicBezTo>
                    <a:cubicBezTo>
                      <a:pt x="122" y="116"/>
                      <a:pt x="119" y="109"/>
                      <a:pt x="117" y="102"/>
                    </a:cubicBezTo>
                    <a:cubicBezTo>
                      <a:pt x="113" y="85"/>
                      <a:pt x="106" y="66"/>
                      <a:pt x="89" y="55"/>
                    </a:cubicBezTo>
                    <a:cubicBezTo>
                      <a:pt x="87" y="54"/>
                      <a:pt x="79" y="47"/>
                      <a:pt x="71" y="39"/>
                    </a:cubicBezTo>
                    <a:cubicBezTo>
                      <a:pt x="70" y="38"/>
                      <a:pt x="69" y="39"/>
                      <a:pt x="68" y="40"/>
                    </a:cubicBezTo>
                    <a:cubicBezTo>
                      <a:pt x="67" y="49"/>
                      <a:pt x="63" y="56"/>
                      <a:pt x="56" y="61"/>
                    </a:cubicBezTo>
                    <a:cubicBezTo>
                      <a:pt x="54" y="63"/>
                      <a:pt x="52" y="64"/>
                      <a:pt x="49" y="65"/>
                    </a:cubicBezTo>
                    <a:cubicBezTo>
                      <a:pt x="49" y="65"/>
                      <a:pt x="48" y="67"/>
                      <a:pt x="48" y="68"/>
                    </a:cubicBezTo>
                    <a:cubicBezTo>
                      <a:pt x="50" y="83"/>
                      <a:pt x="49" y="103"/>
                      <a:pt x="48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5" y="103"/>
                      <a:pt x="46" y="83"/>
                      <a:pt x="44" y="68"/>
                    </a:cubicBezTo>
                    <a:cubicBezTo>
                      <a:pt x="44" y="68"/>
                      <a:pt x="42" y="67"/>
                      <a:pt x="42" y="67"/>
                    </a:cubicBezTo>
                    <a:cubicBezTo>
                      <a:pt x="40" y="67"/>
                      <a:pt x="37" y="67"/>
                      <a:pt x="35" y="66"/>
                    </a:cubicBezTo>
                    <a:cubicBezTo>
                      <a:pt x="35" y="66"/>
                      <a:pt x="33" y="68"/>
                      <a:pt x="33" y="69"/>
                    </a:cubicBezTo>
                    <a:cubicBezTo>
                      <a:pt x="32" y="73"/>
                      <a:pt x="32" y="77"/>
                      <a:pt x="32" y="81"/>
                    </a:cubicBezTo>
                    <a:cubicBezTo>
                      <a:pt x="31" y="89"/>
                      <a:pt x="31" y="89"/>
                      <a:pt x="31" y="89"/>
                    </a:cubicBezTo>
                    <a:cubicBezTo>
                      <a:pt x="30" y="93"/>
                      <a:pt x="30" y="93"/>
                      <a:pt x="30" y="93"/>
                    </a:cubicBezTo>
                    <a:cubicBezTo>
                      <a:pt x="30" y="97"/>
                      <a:pt x="29" y="104"/>
                      <a:pt x="30" y="107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5" y="101"/>
                      <a:pt x="26" y="97"/>
                      <a:pt x="26" y="93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8" y="80"/>
                      <a:pt x="28" y="80"/>
                      <a:pt x="28" y="80"/>
                    </a:cubicBezTo>
                    <a:cubicBezTo>
                      <a:pt x="28" y="76"/>
                      <a:pt x="28" y="72"/>
                      <a:pt x="29" y="67"/>
                    </a:cubicBezTo>
                    <a:cubicBezTo>
                      <a:pt x="29" y="66"/>
                      <a:pt x="28" y="65"/>
                      <a:pt x="28" y="65"/>
                    </a:cubicBezTo>
                    <a:cubicBezTo>
                      <a:pt x="27" y="64"/>
                      <a:pt x="26" y="64"/>
                      <a:pt x="25" y="63"/>
                    </a:cubicBezTo>
                    <a:cubicBezTo>
                      <a:pt x="24" y="63"/>
                      <a:pt x="22" y="64"/>
                      <a:pt x="22" y="64"/>
                    </a:cubicBezTo>
                    <a:cubicBezTo>
                      <a:pt x="21" y="70"/>
                      <a:pt x="20" y="75"/>
                      <a:pt x="19" y="80"/>
                    </a:cubicBezTo>
                    <a:cubicBezTo>
                      <a:pt x="18" y="88"/>
                      <a:pt x="17" y="95"/>
                      <a:pt x="14" y="102"/>
                    </a:cubicBezTo>
                    <a:cubicBezTo>
                      <a:pt x="10" y="100"/>
                      <a:pt x="10" y="100"/>
                      <a:pt x="10" y="100"/>
                    </a:cubicBezTo>
                    <a:cubicBezTo>
                      <a:pt x="13" y="94"/>
                      <a:pt x="14" y="87"/>
                      <a:pt x="15" y="80"/>
                    </a:cubicBezTo>
                    <a:cubicBezTo>
                      <a:pt x="16" y="75"/>
                      <a:pt x="17" y="68"/>
                      <a:pt x="18" y="6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2" name="Freeform 222">
                <a:extLst>
                  <a:ext uri="{FF2B5EF4-FFF2-40B4-BE49-F238E27FC236}">
                    <a16:creationId xmlns:a16="http://schemas.microsoft.com/office/drawing/2014/main" id="{491E7392-7839-4FB9-88B2-C052EC81DD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94" y="2436"/>
                <a:ext cx="176" cy="275"/>
              </a:xfrm>
              <a:custGeom>
                <a:avLst/>
                <a:gdLst>
                  <a:gd name="T0" fmla="*/ 23 w 131"/>
                  <a:gd name="T1" fmla="*/ 402 h 205"/>
                  <a:gd name="T2" fmla="*/ 54 w 131"/>
                  <a:gd name="T3" fmla="*/ 200 h 205"/>
                  <a:gd name="T4" fmla="*/ 64 w 131"/>
                  <a:gd name="T5" fmla="*/ 205 h 205"/>
                  <a:gd name="T6" fmla="*/ 70 w 131"/>
                  <a:gd name="T7" fmla="*/ 468 h 205"/>
                  <a:gd name="T8" fmla="*/ 101 w 131"/>
                  <a:gd name="T9" fmla="*/ 299 h 205"/>
                  <a:gd name="T10" fmla="*/ 116 w 131"/>
                  <a:gd name="T11" fmla="*/ 217 h 205"/>
                  <a:gd name="T12" fmla="*/ 109 w 131"/>
                  <a:gd name="T13" fmla="*/ 347 h 205"/>
                  <a:gd name="T14" fmla="*/ 120 w 131"/>
                  <a:gd name="T15" fmla="*/ 490 h 205"/>
                  <a:gd name="T16" fmla="*/ 141 w 131"/>
                  <a:gd name="T17" fmla="*/ 439 h 205"/>
                  <a:gd name="T18" fmla="*/ 150 w 131"/>
                  <a:gd name="T19" fmla="*/ 346 h 205"/>
                  <a:gd name="T20" fmla="*/ 156 w 131"/>
                  <a:gd name="T21" fmla="*/ 228 h 205"/>
                  <a:gd name="T22" fmla="*/ 164 w 131"/>
                  <a:gd name="T23" fmla="*/ 306 h 205"/>
                  <a:gd name="T24" fmla="*/ 164 w 131"/>
                  <a:gd name="T25" fmla="*/ 465 h 205"/>
                  <a:gd name="T26" fmla="*/ 191 w 131"/>
                  <a:gd name="T27" fmla="*/ 431 h 205"/>
                  <a:gd name="T28" fmla="*/ 204 w 131"/>
                  <a:gd name="T29" fmla="*/ 290 h 205"/>
                  <a:gd name="T30" fmla="*/ 227 w 131"/>
                  <a:gd name="T31" fmla="*/ 107 h 205"/>
                  <a:gd name="T32" fmla="*/ 262 w 131"/>
                  <a:gd name="T33" fmla="*/ 144 h 205"/>
                  <a:gd name="T34" fmla="*/ 267 w 131"/>
                  <a:gd name="T35" fmla="*/ 141 h 205"/>
                  <a:gd name="T36" fmla="*/ 231 w 131"/>
                  <a:gd name="T37" fmla="*/ 63 h 205"/>
                  <a:gd name="T38" fmla="*/ 219 w 131"/>
                  <a:gd name="T39" fmla="*/ 101 h 205"/>
                  <a:gd name="T40" fmla="*/ 193 w 131"/>
                  <a:gd name="T41" fmla="*/ 290 h 205"/>
                  <a:gd name="T42" fmla="*/ 183 w 131"/>
                  <a:gd name="T43" fmla="*/ 427 h 205"/>
                  <a:gd name="T44" fmla="*/ 172 w 131"/>
                  <a:gd name="T45" fmla="*/ 459 h 205"/>
                  <a:gd name="T46" fmla="*/ 175 w 131"/>
                  <a:gd name="T47" fmla="*/ 306 h 205"/>
                  <a:gd name="T48" fmla="*/ 169 w 131"/>
                  <a:gd name="T49" fmla="*/ 204 h 205"/>
                  <a:gd name="T50" fmla="*/ 150 w 131"/>
                  <a:gd name="T51" fmla="*/ 170 h 205"/>
                  <a:gd name="T52" fmla="*/ 142 w 131"/>
                  <a:gd name="T53" fmla="*/ 291 h 205"/>
                  <a:gd name="T54" fmla="*/ 133 w 131"/>
                  <a:gd name="T55" fmla="*/ 431 h 205"/>
                  <a:gd name="T56" fmla="*/ 126 w 131"/>
                  <a:gd name="T57" fmla="*/ 479 h 205"/>
                  <a:gd name="T58" fmla="*/ 120 w 131"/>
                  <a:gd name="T59" fmla="*/ 449 h 205"/>
                  <a:gd name="T60" fmla="*/ 121 w 131"/>
                  <a:gd name="T61" fmla="*/ 268 h 205"/>
                  <a:gd name="T62" fmla="*/ 116 w 131"/>
                  <a:gd name="T63" fmla="*/ 168 h 205"/>
                  <a:gd name="T64" fmla="*/ 109 w 131"/>
                  <a:gd name="T65" fmla="*/ 204 h 205"/>
                  <a:gd name="T66" fmla="*/ 99 w 131"/>
                  <a:gd name="T67" fmla="*/ 169 h 205"/>
                  <a:gd name="T68" fmla="*/ 93 w 131"/>
                  <a:gd name="T69" fmla="*/ 360 h 205"/>
                  <a:gd name="T70" fmla="*/ 64 w 131"/>
                  <a:gd name="T71" fmla="*/ 354 h 205"/>
                  <a:gd name="T72" fmla="*/ 83 w 131"/>
                  <a:gd name="T73" fmla="*/ 157 h 205"/>
                  <a:gd name="T74" fmla="*/ 56 w 131"/>
                  <a:gd name="T75" fmla="*/ 185 h 205"/>
                  <a:gd name="T76" fmla="*/ 35 w 131"/>
                  <a:gd name="T77" fmla="*/ 291 h 205"/>
                  <a:gd name="T78" fmla="*/ 16 w 131"/>
                  <a:gd name="T79" fmla="*/ 346 h 205"/>
                  <a:gd name="T80" fmla="*/ 15 w 131"/>
                  <a:gd name="T81" fmla="*/ 204 h 205"/>
                  <a:gd name="T82" fmla="*/ 5 w 131"/>
                  <a:gd name="T83" fmla="*/ 204 h 205"/>
                  <a:gd name="T84" fmla="*/ 157 w 131"/>
                  <a:gd name="T85" fmla="*/ 184 h 205"/>
                  <a:gd name="T86" fmla="*/ 161 w 131"/>
                  <a:gd name="T87" fmla="*/ 217 h 20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31" h="205">
                    <a:moveTo>
                      <a:pt x="2" y="140"/>
                    </a:moveTo>
                    <a:cubicBezTo>
                      <a:pt x="3" y="143"/>
                      <a:pt x="3" y="143"/>
                      <a:pt x="3" y="143"/>
                    </a:cubicBezTo>
                    <a:cubicBezTo>
                      <a:pt x="3" y="152"/>
                      <a:pt x="4" y="164"/>
                      <a:pt x="10" y="167"/>
                    </a:cubicBezTo>
                    <a:cubicBezTo>
                      <a:pt x="10" y="167"/>
                      <a:pt x="13" y="167"/>
                      <a:pt x="14" y="163"/>
                    </a:cubicBezTo>
                    <a:cubicBezTo>
                      <a:pt x="17" y="150"/>
                      <a:pt x="18" y="135"/>
                      <a:pt x="18" y="121"/>
                    </a:cubicBezTo>
                    <a:cubicBezTo>
                      <a:pt x="19" y="108"/>
                      <a:pt x="19" y="96"/>
                      <a:pt x="22" y="83"/>
                    </a:cubicBezTo>
                    <a:cubicBezTo>
                      <a:pt x="22" y="83"/>
                      <a:pt x="23" y="82"/>
                      <a:pt x="23" y="82"/>
                    </a:cubicBezTo>
                    <a:cubicBezTo>
                      <a:pt x="24" y="82"/>
                      <a:pt x="25" y="82"/>
                      <a:pt x="25" y="83"/>
                    </a:cubicBezTo>
                    <a:cubicBezTo>
                      <a:pt x="26" y="83"/>
                      <a:pt x="27" y="84"/>
                      <a:pt x="27" y="85"/>
                    </a:cubicBezTo>
                    <a:cubicBezTo>
                      <a:pt x="25" y="97"/>
                      <a:pt x="25" y="109"/>
                      <a:pt x="24" y="121"/>
                    </a:cubicBezTo>
                    <a:cubicBezTo>
                      <a:pt x="23" y="135"/>
                      <a:pt x="23" y="135"/>
                      <a:pt x="23" y="135"/>
                    </a:cubicBezTo>
                    <a:cubicBezTo>
                      <a:pt x="23" y="136"/>
                      <a:pt x="22" y="186"/>
                      <a:pt x="29" y="194"/>
                    </a:cubicBezTo>
                    <a:cubicBezTo>
                      <a:pt x="29" y="194"/>
                      <a:pt x="34" y="196"/>
                      <a:pt x="35" y="192"/>
                    </a:cubicBezTo>
                    <a:cubicBezTo>
                      <a:pt x="40" y="183"/>
                      <a:pt x="42" y="150"/>
                      <a:pt x="42" y="150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2" y="112"/>
                      <a:pt x="42" y="100"/>
                      <a:pt x="43" y="88"/>
                    </a:cubicBezTo>
                    <a:cubicBezTo>
                      <a:pt x="43" y="89"/>
                      <a:pt x="43" y="89"/>
                      <a:pt x="43" y="89"/>
                    </a:cubicBezTo>
                    <a:cubicBezTo>
                      <a:pt x="45" y="88"/>
                      <a:pt x="47" y="89"/>
                      <a:pt x="48" y="90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7" y="97"/>
                      <a:pt x="47" y="104"/>
                      <a:pt x="46" y="111"/>
                    </a:cubicBezTo>
                    <a:cubicBezTo>
                      <a:pt x="46" y="122"/>
                      <a:pt x="45" y="133"/>
                      <a:pt x="45" y="144"/>
                    </a:cubicBezTo>
                    <a:cubicBezTo>
                      <a:pt x="45" y="184"/>
                      <a:pt x="45" y="184"/>
                      <a:pt x="45" y="184"/>
                    </a:cubicBezTo>
                    <a:cubicBezTo>
                      <a:pt x="45" y="186"/>
                      <a:pt x="45" y="186"/>
                      <a:pt x="45" y="186"/>
                    </a:cubicBezTo>
                    <a:cubicBezTo>
                      <a:pt x="45" y="191"/>
                      <a:pt x="45" y="199"/>
                      <a:pt x="49" y="203"/>
                    </a:cubicBezTo>
                    <a:cubicBezTo>
                      <a:pt x="51" y="205"/>
                      <a:pt x="54" y="204"/>
                      <a:pt x="55" y="201"/>
                    </a:cubicBezTo>
                    <a:cubicBezTo>
                      <a:pt x="57" y="197"/>
                      <a:pt x="57" y="192"/>
                      <a:pt x="58" y="188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9" y="178"/>
                      <a:pt x="59" y="178"/>
                      <a:pt x="59" y="178"/>
                    </a:cubicBezTo>
                    <a:cubicBezTo>
                      <a:pt x="60" y="170"/>
                      <a:pt x="61" y="163"/>
                      <a:pt x="62" y="154"/>
                    </a:cubicBezTo>
                    <a:cubicBezTo>
                      <a:pt x="62" y="143"/>
                      <a:pt x="62" y="143"/>
                      <a:pt x="62" y="143"/>
                    </a:cubicBezTo>
                    <a:cubicBezTo>
                      <a:pt x="63" y="134"/>
                      <a:pt x="63" y="125"/>
                      <a:pt x="63" y="115"/>
                    </a:cubicBezTo>
                    <a:cubicBezTo>
                      <a:pt x="63" y="111"/>
                      <a:pt x="63" y="104"/>
                      <a:pt x="63" y="97"/>
                    </a:cubicBezTo>
                    <a:cubicBezTo>
                      <a:pt x="63" y="96"/>
                      <a:pt x="64" y="95"/>
                      <a:pt x="64" y="95"/>
                    </a:cubicBezTo>
                    <a:cubicBezTo>
                      <a:pt x="64" y="95"/>
                      <a:pt x="66" y="94"/>
                      <a:pt x="68" y="94"/>
                    </a:cubicBezTo>
                    <a:cubicBezTo>
                      <a:pt x="69" y="101"/>
                      <a:pt x="68" y="108"/>
                      <a:pt x="68" y="116"/>
                    </a:cubicBezTo>
                    <a:cubicBezTo>
                      <a:pt x="68" y="127"/>
                      <a:pt x="68" y="127"/>
                      <a:pt x="68" y="127"/>
                    </a:cubicBezTo>
                    <a:cubicBezTo>
                      <a:pt x="68" y="140"/>
                      <a:pt x="67" y="153"/>
                      <a:pt x="67" y="165"/>
                    </a:cubicBezTo>
                    <a:cubicBezTo>
                      <a:pt x="66" y="180"/>
                      <a:pt x="66" y="180"/>
                      <a:pt x="66" y="180"/>
                    </a:cubicBezTo>
                    <a:cubicBezTo>
                      <a:pt x="65" y="185"/>
                      <a:pt x="65" y="191"/>
                      <a:pt x="68" y="193"/>
                    </a:cubicBezTo>
                    <a:cubicBezTo>
                      <a:pt x="69" y="194"/>
                      <a:pt x="71" y="195"/>
                      <a:pt x="74" y="193"/>
                    </a:cubicBezTo>
                    <a:cubicBezTo>
                      <a:pt x="79" y="191"/>
                      <a:pt x="79" y="185"/>
                      <a:pt x="79" y="180"/>
                    </a:cubicBezTo>
                    <a:cubicBezTo>
                      <a:pt x="79" y="178"/>
                      <a:pt x="79" y="178"/>
                      <a:pt x="79" y="178"/>
                    </a:cubicBezTo>
                    <a:cubicBezTo>
                      <a:pt x="80" y="171"/>
                      <a:pt x="80" y="165"/>
                      <a:pt x="80" y="159"/>
                    </a:cubicBezTo>
                    <a:cubicBezTo>
                      <a:pt x="80" y="152"/>
                      <a:pt x="80" y="145"/>
                      <a:pt x="81" y="138"/>
                    </a:cubicBezTo>
                    <a:cubicBezTo>
                      <a:pt x="84" y="120"/>
                      <a:pt x="84" y="120"/>
                      <a:pt x="84" y="120"/>
                    </a:cubicBezTo>
                    <a:cubicBezTo>
                      <a:pt x="88" y="101"/>
                      <a:pt x="88" y="101"/>
                      <a:pt x="88" y="101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94" y="45"/>
                      <a:pt x="94" y="45"/>
                      <a:pt x="94" y="45"/>
                    </a:cubicBezTo>
                    <a:cubicBezTo>
                      <a:pt x="94" y="45"/>
                      <a:pt x="95" y="44"/>
                      <a:pt x="96" y="45"/>
                    </a:cubicBezTo>
                    <a:cubicBezTo>
                      <a:pt x="98" y="50"/>
                      <a:pt x="101" y="53"/>
                      <a:pt x="106" y="58"/>
                    </a:cubicBezTo>
                    <a:cubicBezTo>
                      <a:pt x="108" y="60"/>
                      <a:pt x="108" y="60"/>
                      <a:pt x="108" y="60"/>
                    </a:cubicBezTo>
                    <a:cubicBezTo>
                      <a:pt x="116" y="67"/>
                      <a:pt x="126" y="75"/>
                      <a:pt x="131" y="85"/>
                    </a:cubicBezTo>
                    <a:cubicBezTo>
                      <a:pt x="131" y="85"/>
                      <a:pt x="131" y="85"/>
                      <a:pt x="131" y="85"/>
                    </a:cubicBezTo>
                    <a:cubicBezTo>
                      <a:pt x="126" y="74"/>
                      <a:pt x="119" y="66"/>
                      <a:pt x="110" y="58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2" y="50"/>
                      <a:pt x="100" y="44"/>
                      <a:pt x="97" y="37"/>
                    </a:cubicBezTo>
                    <a:cubicBezTo>
                      <a:pt x="97" y="37"/>
                      <a:pt x="95" y="31"/>
                      <a:pt x="95" y="26"/>
                    </a:cubicBezTo>
                    <a:cubicBezTo>
                      <a:pt x="96" y="17"/>
                      <a:pt x="96" y="8"/>
                      <a:pt x="94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3" y="12"/>
                      <a:pt x="91" y="29"/>
                      <a:pt x="90" y="42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84" y="100"/>
                      <a:pt x="84" y="100"/>
                      <a:pt x="84" y="100"/>
                    </a:cubicBezTo>
                    <a:cubicBezTo>
                      <a:pt x="80" y="120"/>
                      <a:pt x="80" y="120"/>
                      <a:pt x="80" y="120"/>
                    </a:cubicBezTo>
                    <a:cubicBezTo>
                      <a:pt x="77" y="137"/>
                      <a:pt x="77" y="137"/>
                      <a:pt x="77" y="137"/>
                    </a:cubicBezTo>
                    <a:cubicBezTo>
                      <a:pt x="76" y="145"/>
                      <a:pt x="76" y="152"/>
                      <a:pt x="76" y="159"/>
                    </a:cubicBezTo>
                    <a:cubicBezTo>
                      <a:pt x="76" y="165"/>
                      <a:pt x="76" y="171"/>
                      <a:pt x="75" y="177"/>
                    </a:cubicBezTo>
                    <a:cubicBezTo>
                      <a:pt x="75" y="180"/>
                      <a:pt x="75" y="180"/>
                      <a:pt x="75" y="180"/>
                    </a:cubicBezTo>
                    <a:cubicBezTo>
                      <a:pt x="75" y="184"/>
                      <a:pt x="75" y="189"/>
                      <a:pt x="73" y="190"/>
                    </a:cubicBezTo>
                    <a:cubicBezTo>
                      <a:pt x="72" y="190"/>
                      <a:pt x="71" y="190"/>
                      <a:pt x="71" y="190"/>
                    </a:cubicBezTo>
                    <a:cubicBezTo>
                      <a:pt x="69" y="189"/>
                      <a:pt x="69" y="186"/>
                      <a:pt x="70" y="180"/>
                    </a:cubicBezTo>
                    <a:cubicBezTo>
                      <a:pt x="71" y="165"/>
                      <a:pt x="71" y="165"/>
                      <a:pt x="71" y="165"/>
                    </a:cubicBezTo>
                    <a:cubicBezTo>
                      <a:pt x="71" y="153"/>
                      <a:pt x="72" y="140"/>
                      <a:pt x="72" y="127"/>
                    </a:cubicBezTo>
                    <a:cubicBezTo>
                      <a:pt x="72" y="116"/>
                      <a:pt x="72" y="116"/>
                      <a:pt x="72" y="116"/>
                    </a:cubicBezTo>
                    <a:cubicBezTo>
                      <a:pt x="73" y="107"/>
                      <a:pt x="73" y="98"/>
                      <a:pt x="71" y="89"/>
                    </a:cubicBezTo>
                    <a:cubicBezTo>
                      <a:pt x="70" y="84"/>
                      <a:pt x="70" y="84"/>
                      <a:pt x="70" y="84"/>
                    </a:cubicBezTo>
                    <a:cubicBezTo>
                      <a:pt x="70" y="79"/>
                      <a:pt x="69" y="73"/>
                      <a:pt x="67" y="70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60" y="83"/>
                      <a:pt x="59" y="96"/>
                      <a:pt x="59" y="106"/>
                    </a:cubicBezTo>
                    <a:cubicBezTo>
                      <a:pt x="59" y="110"/>
                      <a:pt x="59" y="113"/>
                      <a:pt x="59" y="115"/>
                    </a:cubicBezTo>
                    <a:cubicBezTo>
                      <a:pt x="59" y="117"/>
                      <a:pt x="59" y="119"/>
                      <a:pt x="59" y="121"/>
                    </a:cubicBezTo>
                    <a:cubicBezTo>
                      <a:pt x="59" y="128"/>
                      <a:pt x="59" y="136"/>
                      <a:pt x="58" y="143"/>
                    </a:cubicBezTo>
                    <a:cubicBezTo>
                      <a:pt x="58" y="154"/>
                      <a:pt x="58" y="154"/>
                      <a:pt x="58" y="154"/>
                    </a:cubicBezTo>
                    <a:cubicBezTo>
                      <a:pt x="57" y="162"/>
                      <a:pt x="56" y="170"/>
                      <a:pt x="55" y="178"/>
                    </a:cubicBezTo>
                    <a:cubicBezTo>
                      <a:pt x="54" y="182"/>
                      <a:pt x="54" y="182"/>
                      <a:pt x="54" y="182"/>
                    </a:cubicBezTo>
                    <a:cubicBezTo>
                      <a:pt x="54" y="187"/>
                      <a:pt x="54" y="187"/>
                      <a:pt x="54" y="187"/>
                    </a:cubicBezTo>
                    <a:cubicBezTo>
                      <a:pt x="53" y="191"/>
                      <a:pt x="53" y="195"/>
                      <a:pt x="52" y="198"/>
                    </a:cubicBezTo>
                    <a:cubicBezTo>
                      <a:pt x="52" y="199"/>
                      <a:pt x="50" y="198"/>
                      <a:pt x="50" y="197"/>
                    </a:cubicBezTo>
                    <a:cubicBezTo>
                      <a:pt x="49" y="195"/>
                      <a:pt x="49" y="192"/>
                      <a:pt x="49" y="189"/>
                    </a:cubicBezTo>
                    <a:cubicBezTo>
                      <a:pt x="49" y="188"/>
                      <a:pt x="49" y="187"/>
                      <a:pt x="49" y="186"/>
                    </a:cubicBezTo>
                    <a:cubicBezTo>
                      <a:pt x="49" y="184"/>
                      <a:pt x="49" y="184"/>
                      <a:pt x="49" y="184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33"/>
                      <a:pt x="50" y="122"/>
                      <a:pt x="50" y="111"/>
                    </a:cubicBezTo>
                    <a:cubicBezTo>
                      <a:pt x="51" y="101"/>
                      <a:pt x="52" y="90"/>
                      <a:pt x="52" y="79"/>
                    </a:cubicBezTo>
                    <a:cubicBezTo>
                      <a:pt x="52" y="75"/>
                      <a:pt x="52" y="72"/>
                      <a:pt x="52" y="69"/>
                    </a:cubicBezTo>
                    <a:cubicBezTo>
                      <a:pt x="48" y="69"/>
                      <a:pt x="48" y="69"/>
                      <a:pt x="48" y="69"/>
                    </a:cubicBezTo>
                    <a:cubicBezTo>
                      <a:pt x="48" y="74"/>
                      <a:pt x="48" y="79"/>
                      <a:pt x="48" y="84"/>
                    </a:cubicBezTo>
                    <a:cubicBezTo>
                      <a:pt x="48" y="84"/>
                      <a:pt x="47" y="85"/>
                      <a:pt x="46" y="85"/>
                    </a:cubicBezTo>
                    <a:cubicBezTo>
                      <a:pt x="46" y="85"/>
                      <a:pt x="45" y="85"/>
                      <a:pt x="45" y="84"/>
                    </a:cubicBezTo>
                    <a:cubicBezTo>
                      <a:pt x="44" y="84"/>
                      <a:pt x="43" y="83"/>
                      <a:pt x="43" y="83"/>
                    </a:cubicBezTo>
                    <a:cubicBezTo>
                      <a:pt x="44" y="79"/>
                      <a:pt x="44" y="75"/>
                      <a:pt x="45" y="71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38" y="86"/>
                      <a:pt x="38" y="103"/>
                      <a:pt x="38" y="119"/>
                    </a:cubicBezTo>
                    <a:cubicBezTo>
                      <a:pt x="38" y="121"/>
                      <a:pt x="38" y="122"/>
                      <a:pt x="38" y="124"/>
                    </a:cubicBezTo>
                    <a:cubicBezTo>
                      <a:pt x="38" y="149"/>
                      <a:pt x="38" y="149"/>
                      <a:pt x="38" y="149"/>
                    </a:cubicBezTo>
                    <a:cubicBezTo>
                      <a:pt x="37" y="158"/>
                      <a:pt x="35" y="181"/>
                      <a:pt x="32" y="189"/>
                    </a:cubicBezTo>
                    <a:cubicBezTo>
                      <a:pt x="32" y="189"/>
                      <a:pt x="31" y="189"/>
                      <a:pt x="31" y="188"/>
                    </a:cubicBezTo>
                    <a:cubicBezTo>
                      <a:pt x="28" y="181"/>
                      <a:pt x="27" y="161"/>
                      <a:pt x="27" y="147"/>
                    </a:cubicBezTo>
                    <a:cubicBezTo>
                      <a:pt x="27" y="142"/>
                      <a:pt x="27" y="138"/>
                      <a:pt x="27" y="136"/>
                    </a:cubicBezTo>
                    <a:cubicBezTo>
                      <a:pt x="28" y="122"/>
                      <a:pt x="28" y="122"/>
                      <a:pt x="28" y="122"/>
                    </a:cubicBezTo>
                    <a:cubicBezTo>
                      <a:pt x="29" y="102"/>
                      <a:pt x="30" y="83"/>
                      <a:pt x="34" y="65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29" y="69"/>
                      <a:pt x="28" y="74"/>
                      <a:pt x="28" y="79"/>
                    </a:cubicBezTo>
                    <a:cubicBezTo>
                      <a:pt x="26" y="79"/>
                      <a:pt x="24" y="78"/>
                      <a:pt x="23" y="77"/>
                    </a:cubicBezTo>
                    <a:cubicBezTo>
                      <a:pt x="25" y="72"/>
                      <a:pt x="26" y="67"/>
                      <a:pt x="29" y="62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16" y="79"/>
                      <a:pt x="15" y="100"/>
                      <a:pt x="14" y="121"/>
                    </a:cubicBezTo>
                    <a:cubicBezTo>
                      <a:pt x="14" y="133"/>
                      <a:pt x="13" y="146"/>
                      <a:pt x="10" y="159"/>
                    </a:cubicBezTo>
                    <a:cubicBezTo>
                      <a:pt x="10" y="159"/>
                      <a:pt x="9" y="159"/>
                      <a:pt x="9" y="158"/>
                    </a:cubicBezTo>
                    <a:cubicBezTo>
                      <a:pt x="7" y="154"/>
                      <a:pt x="7" y="147"/>
                      <a:pt x="7" y="143"/>
                    </a:cubicBezTo>
                    <a:cubicBezTo>
                      <a:pt x="6" y="140"/>
                      <a:pt x="6" y="140"/>
                      <a:pt x="6" y="140"/>
                    </a:cubicBezTo>
                    <a:cubicBezTo>
                      <a:pt x="5" y="131"/>
                      <a:pt x="5" y="121"/>
                      <a:pt x="5" y="112"/>
                    </a:cubicBezTo>
                    <a:cubicBezTo>
                      <a:pt x="5" y="103"/>
                      <a:pt x="5" y="94"/>
                      <a:pt x="6" y="84"/>
                    </a:cubicBezTo>
                    <a:cubicBezTo>
                      <a:pt x="7" y="63"/>
                      <a:pt x="9" y="38"/>
                      <a:pt x="19" y="20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5" y="37"/>
                      <a:pt x="3" y="62"/>
                      <a:pt x="2" y="84"/>
                    </a:cubicBezTo>
                    <a:cubicBezTo>
                      <a:pt x="1" y="102"/>
                      <a:pt x="0" y="121"/>
                      <a:pt x="2" y="140"/>
                    </a:cubicBezTo>
                    <a:close/>
                    <a:moveTo>
                      <a:pt x="64" y="89"/>
                    </a:moveTo>
                    <a:cubicBezTo>
                      <a:pt x="64" y="85"/>
                      <a:pt x="65" y="80"/>
                      <a:pt x="65" y="76"/>
                    </a:cubicBezTo>
                    <a:cubicBezTo>
                      <a:pt x="66" y="79"/>
                      <a:pt x="66" y="81"/>
                      <a:pt x="66" y="84"/>
                    </a:cubicBezTo>
                    <a:cubicBezTo>
                      <a:pt x="67" y="88"/>
                      <a:pt x="67" y="88"/>
                      <a:pt x="67" y="88"/>
                    </a:cubicBezTo>
                    <a:cubicBezTo>
                      <a:pt x="67" y="88"/>
                      <a:pt x="66" y="90"/>
                      <a:pt x="66" y="90"/>
                    </a:cubicBezTo>
                    <a:cubicBezTo>
                      <a:pt x="66" y="90"/>
                      <a:pt x="65" y="90"/>
                      <a:pt x="65" y="90"/>
                    </a:cubicBezTo>
                    <a:cubicBezTo>
                      <a:pt x="64" y="90"/>
                      <a:pt x="64" y="89"/>
                      <a:pt x="64" y="8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3" name="Freeform 223">
                <a:extLst>
                  <a:ext uri="{FF2B5EF4-FFF2-40B4-BE49-F238E27FC236}">
                    <a16:creationId xmlns:a16="http://schemas.microsoft.com/office/drawing/2014/main" id="{016B0CEE-750A-4603-B308-F9BE5D148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3303"/>
                <a:ext cx="84" cy="729"/>
              </a:xfrm>
              <a:custGeom>
                <a:avLst/>
                <a:gdLst>
                  <a:gd name="T0" fmla="*/ 0 w 62"/>
                  <a:gd name="T1" fmla="*/ 1247 h 542"/>
                  <a:gd name="T2" fmla="*/ 27 w 62"/>
                  <a:gd name="T3" fmla="*/ 1084 h 542"/>
                  <a:gd name="T4" fmla="*/ 50 w 62"/>
                  <a:gd name="T5" fmla="*/ 881 h 542"/>
                  <a:gd name="T6" fmla="*/ 112 w 62"/>
                  <a:gd name="T7" fmla="*/ 577 h 542"/>
                  <a:gd name="T8" fmla="*/ 118 w 62"/>
                  <a:gd name="T9" fmla="*/ 472 h 542"/>
                  <a:gd name="T10" fmla="*/ 121 w 62"/>
                  <a:gd name="T11" fmla="*/ 418 h 542"/>
                  <a:gd name="T12" fmla="*/ 112 w 62"/>
                  <a:gd name="T13" fmla="*/ 319 h 542"/>
                  <a:gd name="T14" fmla="*/ 103 w 62"/>
                  <a:gd name="T15" fmla="*/ 227 h 542"/>
                  <a:gd name="T16" fmla="*/ 89 w 62"/>
                  <a:gd name="T17" fmla="*/ 121 h 542"/>
                  <a:gd name="T18" fmla="*/ 76 w 62"/>
                  <a:gd name="T19" fmla="*/ 5 h 542"/>
                  <a:gd name="T20" fmla="*/ 104 w 62"/>
                  <a:gd name="T21" fmla="*/ 0 h 542"/>
                  <a:gd name="T22" fmla="*/ 110 w 62"/>
                  <a:gd name="T23" fmla="*/ 117 h 542"/>
                  <a:gd name="T24" fmla="*/ 121 w 62"/>
                  <a:gd name="T25" fmla="*/ 227 h 542"/>
                  <a:gd name="T26" fmla="*/ 133 w 62"/>
                  <a:gd name="T27" fmla="*/ 316 h 542"/>
                  <a:gd name="T28" fmla="*/ 141 w 62"/>
                  <a:gd name="T29" fmla="*/ 418 h 542"/>
                  <a:gd name="T30" fmla="*/ 138 w 62"/>
                  <a:gd name="T31" fmla="*/ 473 h 542"/>
                  <a:gd name="T32" fmla="*/ 133 w 62"/>
                  <a:gd name="T33" fmla="*/ 573 h 542"/>
                  <a:gd name="T34" fmla="*/ 68 w 62"/>
                  <a:gd name="T35" fmla="*/ 888 h 542"/>
                  <a:gd name="T36" fmla="*/ 47 w 62"/>
                  <a:gd name="T37" fmla="*/ 1079 h 542"/>
                  <a:gd name="T38" fmla="*/ 45 w 62"/>
                  <a:gd name="T39" fmla="*/ 1190 h 542"/>
                  <a:gd name="T40" fmla="*/ 45 w 62"/>
                  <a:gd name="T41" fmla="*/ 1190 h 542"/>
                  <a:gd name="T42" fmla="*/ 129 w 62"/>
                  <a:gd name="T43" fmla="*/ 1289 h 542"/>
                  <a:gd name="T44" fmla="*/ 154 w 62"/>
                  <a:gd name="T45" fmla="*/ 1302 h 542"/>
                  <a:gd name="T46" fmla="*/ 141 w 62"/>
                  <a:gd name="T47" fmla="*/ 1319 h 542"/>
                  <a:gd name="T48" fmla="*/ 118 w 62"/>
                  <a:gd name="T49" fmla="*/ 1302 h 542"/>
                  <a:gd name="T50" fmla="*/ 45 w 62"/>
                  <a:gd name="T51" fmla="*/ 1241 h 542"/>
                  <a:gd name="T52" fmla="*/ 27 w 62"/>
                  <a:gd name="T53" fmla="*/ 1239 h 542"/>
                  <a:gd name="T54" fmla="*/ 15 w 62"/>
                  <a:gd name="T55" fmla="*/ 1258 h 542"/>
                  <a:gd name="T56" fmla="*/ 0 w 62"/>
                  <a:gd name="T57" fmla="*/ 1247 h 54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2" h="542">
                    <a:moveTo>
                      <a:pt x="0" y="512"/>
                    </a:moveTo>
                    <a:cubicBezTo>
                      <a:pt x="11" y="497"/>
                      <a:pt x="15" y="464"/>
                      <a:pt x="11" y="445"/>
                    </a:cubicBezTo>
                    <a:cubicBezTo>
                      <a:pt x="7" y="425"/>
                      <a:pt x="9" y="388"/>
                      <a:pt x="20" y="362"/>
                    </a:cubicBezTo>
                    <a:cubicBezTo>
                      <a:pt x="31" y="336"/>
                      <a:pt x="49" y="261"/>
                      <a:pt x="45" y="237"/>
                    </a:cubicBezTo>
                    <a:cubicBezTo>
                      <a:pt x="43" y="223"/>
                      <a:pt x="45" y="208"/>
                      <a:pt x="47" y="194"/>
                    </a:cubicBezTo>
                    <a:cubicBezTo>
                      <a:pt x="48" y="186"/>
                      <a:pt x="49" y="179"/>
                      <a:pt x="49" y="172"/>
                    </a:cubicBezTo>
                    <a:cubicBezTo>
                      <a:pt x="50" y="158"/>
                      <a:pt x="48" y="145"/>
                      <a:pt x="45" y="131"/>
                    </a:cubicBezTo>
                    <a:cubicBezTo>
                      <a:pt x="43" y="119"/>
                      <a:pt x="41" y="106"/>
                      <a:pt x="41" y="94"/>
                    </a:cubicBezTo>
                    <a:cubicBezTo>
                      <a:pt x="41" y="80"/>
                      <a:pt x="39" y="65"/>
                      <a:pt x="36" y="50"/>
                    </a:cubicBezTo>
                    <a:cubicBezTo>
                      <a:pt x="34" y="34"/>
                      <a:pt x="31" y="19"/>
                      <a:pt x="30" y="2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17"/>
                      <a:pt x="41" y="33"/>
                      <a:pt x="44" y="48"/>
                    </a:cubicBezTo>
                    <a:cubicBezTo>
                      <a:pt x="47" y="64"/>
                      <a:pt x="49" y="80"/>
                      <a:pt x="49" y="94"/>
                    </a:cubicBezTo>
                    <a:cubicBezTo>
                      <a:pt x="49" y="106"/>
                      <a:pt x="51" y="118"/>
                      <a:pt x="53" y="130"/>
                    </a:cubicBezTo>
                    <a:cubicBezTo>
                      <a:pt x="55" y="143"/>
                      <a:pt x="58" y="158"/>
                      <a:pt x="57" y="172"/>
                    </a:cubicBezTo>
                    <a:cubicBezTo>
                      <a:pt x="57" y="180"/>
                      <a:pt x="56" y="187"/>
                      <a:pt x="55" y="195"/>
                    </a:cubicBezTo>
                    <a:cubicBezTo>
                      <a:pt x="53" y="208"/>
                      <a:pt x="51" y="223"/>
                      <a:pt x="53" y="236"/>
                    </a:cubicBezTo>
                    <a:cubicBezTo>
                      <a:pt x="58" y="263"/>
                      <a:pt x="38" y="340"/>
                      <a:pt x="27" y="365"/>
                    </a:cubicBezTo>
                    <a:cubicBezTo>
                      <a:pt x="17" y="390"/>
                      <a:pt x="16" y="425"/>
                      <a:pt x="19" y="443"/>
                    </a:cubicBezTo>
                    <a:cubicBezTo>
                      <a:pt x="22" y="456"/>
                      <a:pt x="21" y="473"/>
                      <a:pt x="18" y="489"/>
                    </a:cubicBezTo>
                    <a:cubicBezTo>
                      <a:pt x="18" y="489"/>
                      <a:pt x="18" y="489"/>
                      <a:pt x="18" y="489"/>
                    </a:cubicBezTo>
                    <a:cubicBezTo>
                      <a:pt x="20" y="508"/>
                      <a:pt x="37" y="519"/>
                      <a:pt x="52" y="529"/>
                    </a:cubicBezTo>
                    <a:cubicBezTo>
                      <a:pt x="62" y="535"/>
                      <a:pt x="62" y="535"/>
                      <a:pt x="62" y="535"/>
                    </a:cubicBezTo>
                    <a:cubicBezTo>
                      <a:pt x="57" y="542"/>
                      <a:pt x="57" y="542"/>
                      <a:pt x="57" y="542"/>
                    </a:cubicBezTo>
                    <a:cubicBezTo>
                      <a:pt x="47" y="535"/>
                      <a:pt x="47" y="535"/>
                      <a:pt x="47" y="535"/>
                    </a:cubicBezTo>
                    <a:cubicBezTo>
                      <a:pt x="37" y="529"/>
                      <a:pt x="25" y="521"/>
                      <a:pt x="18" y="510"/>
                    </a:cubicBezTo>
                    <a:cubicBezTo>
                      <a:pt x="16" y="508"/>
                      <a:pt x="12" y="507"/>
                      <a:pt x="11" y="509"/>
                    </a:cubicBezTo>
                    <a:cubicBezTo>
                      <a:pt x="10" y="512"/>
                      <a:pt x="8" y="515"/>
                      <a:pt x="6" y="517"/>
                    </a:cubicBezTo>
                    <a:lnTo>
                      <a:pt x="0" y="51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4" name="Freeform 224">
                <a:extLst>
                  <a:ext uri="{FF2B5EF4-FFF2-40B4-BE49-F238E27FC236}">
                    <a16:creationId xmlns:a16="http://schemas.microsoft.com/office/drawing/2014/main" id="{C050FD5C-795F-41EE-BB13-2F8E184A7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3116"/>
                <a:ext cx="202" cy="947"/>
              </a:xfrm>
              <a:custGeom>
                <a:avLst/>
                <a:gdLst>
                  <a:gd name="T0" fmla="*/ 0 w 150"/>
                  <a:gd name="T1" fmla="*/ 1375 h 704"/>
                  <a:gd name="T2" fmla="*/ 1 w 150"/>
                  <a:gd name="T3" fmla="*/ 1344 h 704"/>
                  <a:gd name="T4" fmla="*/ 1 w 150"/>
                  <a:gd name="T5" fmla="*/ 1310 h 704"/>
                  <a:gd name="T6" fmla="*/ 16 w 150"/>
                  <a:gd name="T7" fmla="*/ 1317 h 704"/>
                  <a:gd name="T8" fmla="*/ 22 w 150"/>
                  <a:gd name="T9" fmla="*/ 1361 h 704"/>
                  <a:gd name="T10" fmla="*/ 35 w 150"/>
                  <a:gd name="T11" fmla="*/ 1430 h 704"/>
                  <a:gd name="T12" fmla="*/ 79 w 150"/>
                  <a:gd name="T13" fmla="*/ 1616 h 704"/>
                  <a:gd name="T14" fmla="*/ 252 w 150"/>
                  <a:gd name="T15" fmla="*/ 1599 h 704"/>
                  <a:gd name="T16" fmla="*/ 261 w 150"/>
                  <a:gd name="T17" fmla="*/ 1585 h 704"/>
                  <a:gd name="T18" fmla="*/ 220 w 150"/>
                  <a:gd name="T19" fmla="*/ 1540 h 704"/>
                  <a:gd name="T20" fmla="*/ 184 w 150"/>
                  <a:gd name="T21" fmla="*/ 1511 h 704"/>
                  <a:gd name="T22" fmla="*/ 147 w 150"/>
                  <a:gd name="T23" fmla="*/ 1290 h 704"/>
                  <a:gd name="T24" fmla="*/ 147 w 150"/>
                  <a:gd name="T25" fmla="*/ 1289 h 704"/>
                  <a:gd name="T26" fmla="*/ 148 w 150"/>
                  <a:gd name="T27" fmla="*/ 1289 h 704"/>
                  <a:gd name="T28" fmla="*/ 225 w 150"/>
                  <a:gd name="T29" fmla="*/ 675 h 704"/>
                  <a:gd name="T30" fmla="*/ 182 w 150"/>
                  <a:gd name="T31" fmla="*/ 246 h 704"/>
                  <a:gd name="T32" fmla="*/ 154 w 150"/>
                  <a:gd name="T33" fmla="*/ 0 h 704"/>
                  <a:gd name="T34" fmla="*/ 183 w 150"/>
                  <a:gd name="T35" fmla="*/ 1 h 704"/>
                  <a:gd name="T36" fmla="*/ 183 w 150"/>
                  <a:gd name="T37" fmla="*/ 15 h 704"/>
                  <a:gd name="T38" fmla="*/ 210 w 150"/>
                  <a:gd name="T39" fmla="*/ 241 h 704"/>
                  <a:gd name="T40" fmla="*/ 255 w 150"/>
                  <a:gd name="T41" fmla="*/ 650 h 704"/>
                  <a:gd name="T42" fmla="*/ 255 w 150"/>
                  <a:gd name="T43" fmla="*/ 677 h 704"/>
                  <a:gd name="T44" fmla="*/ 176 w 150"/>
                  <a:gd name="T45" fmla="*/ 1295 h 704"/>
                  <a:gd name="T46" fmla="*/ 174 w 150"/>
                  <a:gd name="T47" fmla="*/ 1332 h 704"/>
                  <a:gd name="T48" fmla="*/ 210 w 150"/>
                  <a:gd name="T49" fmla="*/ 1494 h 704"/>
                  <a:gd name="T50" fmla="*/ 237 w 150"/>
                  <a:gd name="T51" fmla="*/ 1519 h 704"/>
                  <a:gd name="T52" fmla="*/ 290 w 150"/>
                  <a:gd name="T53" fmla="*/ 1579 h 704"/>
                  <a:gd name="T54" fmla="*/ 298 w 150"/>
                  <a:gd name="T55" fmla="*/ 1585 h 704"/>
                  <a:gd name="T56" fmla="*/ 315 w 150"/>
                  <a:gd name="T57" fmla="*/ 1594 h 704"/>
                  <a:gd name="T58" fmla="*/ 331 w 150"/>
                  <a:gd name="T59" fmla="*/ 1599 h 704"/>
                  <a:gd name="T60" fmla="*/ 366 w 150"/>
                  <a:gd name="T61" fmla="*/ 1629 h 704"/>
                  <a:gd name="T62" fmla="*/ 326 w 150"/>
                  <a:gd name="T63" fmla="*/ 1616 h 704"/>
                  <a:gd name="T64" fmla="*/ 308 w 150"/>
                  <a:gd name="T65" fmla="*/ 1609 h 704"/>
                  <a:gd name="T66" fmla="*/ 287 w 150"/>
                  <a:gd name="T67" fmla="*/ 1601 h 704"/>
                  <a:gd name="T68" fmla="*/ 287 w 150"/>
                  <a:gd name="T69" fmla="*/ 1601 h 704"/>
                  <a:gd name="T70" fmla="*/ 281 w 150"/>
                  <a:gd name="T71" fmla="*/ 1609 h 704"/>
                  <a:gd name="T72" fmla="*/ 310 w 150"/>
                  <a:gd name="T73" fmla="*/ 1630 h 704"/>
                  <a:gd name="T74" fmla="*/ 345 w 150"/>
                  <a:gd name="T75" fmla="*/ 1677 h 704"/>
                  <a:gd name="T76" fmla="*/ 298 w 150"/>
                  <a:gd name="T77" fmla="*/ 1642 h 704"/>
                  <a:gd name="T78" fmla="*/ 268 w 150"/>
                  <a:gd name="T79" fmla="*/ 1621 h 704"/>
                  <a:gd name="T80" fmla="*/ 246 w 150"/>
                  <a:gd name="T81" fmla="*/ 1636 h 704"/>
                  <a:gd name="T82" fmla="*/ 287 w 150"/>
                  <a:gd name="T83" fmla="*/ 1683 h 704"/>
                  <a:gd name="T84" fmla="*/ 296 w 150"/>
                  <a:gd name="T85" fmla="*/ 1714 h 704"/>
                  <a:gd name="T86" fmla="*/ 271 w 150"/>
                  <a:gd name="T87" fmla="*/ 1683 h 704"/>
                  <a:gd name="T88" fmla="*/ 226 w 150"/>
                  <a:gd name="T89" fmla="*/ 1645 h 704"/>
                  <a:gd name="T90" fmla="*/ 205 w 150"/>
                  <a:gd name="T91" fmla="*/ 1656 h 704"/>
                  <a:gd name="T92" fmla="*/ 218 w 150"/>
                  <a:gd name="T93" fmla="*/ 1712 h 704"/>
                  <a:gd name="T94" fmla="*/ 184 w 150"/>
                  <a:gd name="T95" fmla="*/ 1660 h 704"/>
                  <a:gd name="T96" fmla="*/ 110 w 150"/>
                  <a:gd name="T97" fmla="*/ 1665 h 704"/>
                  <a:gd name="T98" fmla="*/ 112 w 150"/>
                  <a:gd name="T99" fmla="*/ 1677 h 704"/>
                  <a:gd name="T100" fmla="*/ 119 w 150"/>
                  <a:gd name="T101" fmla="*/ 1714 h 704"/>
                  <a:gd name="T102" fmla="*/ 98 w 150"/>
                  <a:gd name="T103" fmla="*/ 1677 h 704"/>
                  <a:gd name="T104" fmla="*/ 90 w 150"/>
                  <a:gd name="T105" fmla="*/ 1657 h 704"/>
                  <a:gd name="T106" fmla="*/ 58 w 150"/>
                  <a:gd name="T107" fmla="*/ 1636 h 704"/>
                  <a:gd name="T108" fmla="*/ 5 w 150"/>
                  <a:gd name="T109" fmla="*/ 1426 h 704"/>
                  <a:gd name="T110" fmla="*/ 0 w 150"/>
                  <a:gd name="T111" fmla="*/ 1375 h 70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50" h="704">
                    <a:moveTo>
                      <a:pt x="0" y="565"/>
                    </a:moveTo>
                    <a:cubicBezTo>
                      <a:pt x="1" y="560"/>
                      <a:pt x="2" y="554"/>
                      <a:pt x="1" y="552"/>
                    </a:cubicBezTo>
                    <a:cubicBezTo>
                      <a:pt x="1" y="548"/>
                      <a:pt x="0" y="542"/>
                      <a:pt x="1" y="538"/>
                    </a:cubicBezTo>
                    <a:cubicBezTo>
                      <a:pt x="7" y="541"/>
                      <a:pt x="7" y="541"/>
                      <a:pt x="7" y="541"/>
                    </a:cubicBezTo>
                    <a:cubicBezTo>
                      <a:pt x="5" y="546"/>
                      <a:pt x="7" y="552"/>
                      <a:pt x="9" y="559"/>
                    </a:cubicBezTo>
                    <a:cubicBezTo>
                      <a:pt x="12" y="567"/>
                      <a:pt x="14" y="576"/>
                      <a:pt x="14" y="587"/>
                    </a:cubicBezTo>
                    <a:cubicBezTo>
                      <a:pt x="12" y="608"/>
                      <a:pt x="18" y="647"/>
                      <a:pt x="33" y="664"/>
                    </a:cubicBezTo>
                    <a:cubicBezTo>
                      <a:pt x="48" y="682"/>
                      <a:pt x="84" y="671"/>
                      <a:pt x="103" y="657"/>
                    </a:cubicBezTo>
                    <a:cubicBezTo>
                      <a:pt x="105" y="655"/>
                      <a:pt x="107" y="653"/>
                      <a:pt x="107" y="651"/>
                    </a:cubicBezTo>
                    <a:cubicBezTo>
                      <a:pt x="107" y="646"/>
                      <a:pt x="97" y="639"/>
                      <a:pt x="90" y="633"/>
                    </a:cubicBezTo>
                    <a:cubicBezTo>
                      <a:pt x="84" y="629"/>
                      <a:pt x="79" y="625"/>
                      <a:pt x="76" y="621"/>
                    </a:cubicBezTo>
                    <a:cubicBezTo>
                      <a:pt x="65" y="607"/>
                      <a:pt x="55" y="557"/>
                      <a:pt x="60" y="530"/>
                    </a:cubicBezTo>
                    <a:cubicBezTo>
                      <a:pt x="60" y="529"/>
                      <a:pt x="60" y="529"/>
                      <a:pt x="60" y="529"/>
                    </a:cubicBezTo>
                    <a:cubicBezTo>
                      <a:pt x="61" y="529"/>
                      <a:pt x="61" y="529"/>
                      <a:pt x="61" y="529"/>
                    </a:cubicBezTo>
                    <a:cubicBezTo>
                      <a:pt x="80" y="465"/>
                      <a:pt x="90" y="383"/>
                      <a:pt x="92" y="277"/>
                    </a:cubicBezTo>
                    <a:cubicBezTo>
                      <a:pt x="93" y="214"/>
                      <a:pt x="83" y="154"/>
                      <a:pt x="74" y="101"/>
                    </a:cubicBezTo>
                    <a:cubicBezTo>
                      <a:pt x="68" y="61"/>
                      <a:pt x="62" y="26"/>
                      <a:pt x="63" y="0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2"/>
                      <a:pt x="75" y="4"/>
                      <a:pt x="75" y="6"/>
                    </a:cubicBezTo>
                    <a:cubicBezTo>
                      <a:pt x="75" y="30"/>
                      <a:pt x="80" y="62"/>
                      <a:pt x="86" y="99"/>
                    </a:cubicBezTo>
                    <a:cubicBezTo>
                      <a:pt x="95" y="150"/>
                      <a:pt x="104" y="207"/>
                      <a:pt x="104" y="267"/>
                    </a:cubicBezTo>
                    <a:cubicBezTo>
                      <a:pt x="104" y="271"/>
                      <a:pt x="104" y="274"/>
                      <a:pt x="104" y="278"/>
                    </a:cubicBezTo>
                    <a:cubicBezTo>
                      <a:pt x="102" y="384"/>
                      <a:pt x="91" y="467"/>
                      <a:pt x="72" y="532"/>
                    </a:cubicBezTo>
                    <a:cubicBezTo>
                      <a:pt x="71" y="537"/>
                      <a:pt x="71" y="542"/>
                      <a:pt x="71" y="547"/>
                    </a:cubicBezTo>
                    <a:cubicBezTo>
                      <a:pt x="71" y="573"/>
                      <a:pt x="79" y="605"/>
                      <a:pt x="86" y="614"/>
                    </a:cubicBezTo>
                    <a:cubicBezTo>
                      <a:pt x="88" y="617"/>
                      <a:pt x="93" y="620"/>
                      <a:pt x="97" y="624"/>
                    </a:cubicBezTo>
                    <a:cubicBezTo>
                      <a:pt x="107" y="631"/>
                      <a:pt x="117" y="639"/>
                      <a:pt x="119" y="649"/>
                    </a:cubicBezTo>
                    <a:cubicBezTo>
                      <a:pt x="120" y="650"/>
                      <a:pt x="121" y="650"/>
                      <a:pt x="122" y="651"/>
                    </a:cubicBezTo>
                    <a:cubicBezTo>
                      <a:pt x="129" y="655"/>
                      <a:pt x="129" y="655"/>
                      <a:pt x="129" y="655"/>
                    </a:cubicBezTo>
                    <a:cubicBezTo>
                      <a:pt x="136" y="657"/>
                      <a:pt x="136" y="657"/>
                      <a:pt x="136" y="657"/>
                    </a:cubicBezTo>
                    <a:cubicBezTo>
                      <a:pt x="142" y="659"/>
                      <a:pt x="145" y="663"/>
                      <a:pt x="150" y="669"/>
                    </a:cubicBezTo>
                    <a:cubicBezTo>
                      <a:pt x="147" y="665"/>
                      <a:pt x="139" y="665"/>
                      <a:pt x="134" y="664"/>
                    </a:cubicBezTo>
                    <a:cubicBezTo>
                      <a:pt x="126" y="661"/>
                      <a:pt x="126" y="661"/>
                      <a:pt x="126" y="661"/>
                    </a:cubicBezTo>
                    <a:cubicBezTo>
                      <a:pt x="117" y="658"/>
                      <a:pt x="117" y="658"/>
                      <a:pt x="117" y="658"/>
                    </a:cubicBezTo>
                    <a:cubicBezTo>
                      <a:pt x="117" y="658"/>
                      <a:pt x="117" y="658"/>
                      <a:pt x="117" y="658"/>
                    </a:cubicBezTo>
                    <a:cubicBezTo>
                      <a:pt x="117" y="659"/>
                      <a:pt x="116" y="660"/>
                      <a:pt x="115" y="661"/>
                    </a:cubicBezTo>
                    <a:cubicBezTo>
                      <a:pt x="119" y="664"/>
                      <a:pt x="123" y="667"/>
                      <a:pt x="127" y="670"/>
                    </a:cubicBezTo>
                    <a:cubicBezTo>
                      <a:pt x="133" y="675"/>
                      <a:pt x="137" y="681"/>
                      <a:pt x="141" y="689"/>
                    </a:cubicBezTo>
                    <a:cubicBezTo>
                      <a:pt x="137" y="683"/>
                      <a:pt x="128" y="679"/>
                      <a:pt x="122" y="675"/>
                    </a:cubicBezTo>
                    <a:cubicBezTo>
                      <a:pt x="117" y="672"/>
                      <a:pt x="113" y="670"/>
                      <a:pt x="110" y="666"/>
                    </a:cubicBezTo>
                    <a:cubicBezTo>
                      <a:pt x="107" y="668"/>
                      <a:pt x="104" y="670"/>
                      <a:pt x="101" y="672"/>
                    </a:cubicBezTo>
                    <a:cubicBezTo>
                      <a:pt x="110" y="677"/>
                      <a:pt x="114" y="683"/>
                      <a:pt x="117" y="691"/>
                    </a:cubicBezTo>
                    <a:cubicBezTo>
                      <a:pt x="121" y="704"/>
                      <a:pt x="121" y="704"/>
                      <a:pt x="121" y="704"/>
                    </a:cubicBezTo>
                    <a:cubicBezTo>
                      <a:pt x="111" y="691"/>
                      <a:pt x="111" y="691"/>
                      <a:pt x="111" y="691"/>
                    </a:cubicBezTo>
                    <a:cubicBezTo>
                      <a:pt x="105" y="683"/>
                      <a:pt x="102" y="681"/>
                      <a:pt x="93" y="676"/>
                    </a:cubicBezTo>
                    <a:cubicBezTo>
                      <a:pt x="90" y="678"/>
                      <a:pt x="87" y="679"/>
                      <a:pt x="84" y="680"/>
                    </a:cubicBezTo>
                    <a:cubicBezTo>
                      <a:pt x="88" y="686"/>
                      <a:pt x="90" y="696"/>
                      <a:pt x="89" y="703"/>
                    </a:cubicBezTo>
                    <a:cubicBezTo>
                      <a:pt x="90" y="698"/>
                      <a:pt x="82" y="687"/>
                      <a:pt x="76" y="682"/>
                    </a:cubicBezTo>
                    <a:cubicBezTo>
                      <a:pt x="66" y="685"/>
                      <a:pt x="55" y="686"/>
                      <a:pt x="45" y="684"/>
                    </a:cubicBezTo>
                    <a:cubicBezTo>
                      <a:pt x="46" y="685"/>
                      <a:pt x="46" y="687"/>
                      <a:pt x="46" y="689"/>
                    </a:cubicBezTo>
                    <a:cubicBezTo>
                      <a:pt x="47" y="694"/>
                      <a:pt x="45" y="701"/>
                      <a:pt x="48" y="704"/>
                    </a:cubicBezTo>
                    <a:cubicBezTo>
                      <a:pt x="43" y="700"/>
                      <a:pt x="41" y="695"/>
                      <a:pt x="40" y="689"/>
                    </a:cubicBezTo>
                    <a:cubicBezTo>
                      <a:pt x="39" y="686"/>
                      <a:pt x="39" y="684"/>
                      <a:pt x="37" y="681"/>
                    </a:cubicBezTo>
                    <a:cubicBezTo>
                      <a:pt x="32" y="679"/>
                      <a:pt x="28" y="676"/>
                      <a:pt x="24" y="672"/>
                    </a:cubicBezTo>
                    <a:cubicBezTo>
                      <a:pt x="4" y="649"/>
                      <a:pt x="0" y="604"/>
                      <a:pt x="2" y="586"/>
                    </a:cubicBezTo>
                    <a:cubicBezTo>
                      <a:pt x="2" y="578"/>
                      <a:pt x="3" y="573"/>
                      <a:pt x="0" y="56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5" name="Freeform 225">
                <a:extLst>
                  <a:ext uri="{FF2B5EF4-FFF2-40B4-BE49-F238E27FC236}">
                    <a16:creationId xmlns:a16="http://schemas.microsoft.com/office/drawing/2014/main" id="{C84E1EDE-4E3B-4140-8DEB-7E3A54FC2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199"/>
                <a:ext cx="48" cy="218"/>
              </a:xfrm>
              <a:custGeom>
                <a:avLst/>
                <a:gdLst>
                  <a:gd name="T0" fmla="*/ 59 w 36"/>
                  <a:gd name="T1" fmla="*/ 1 h 162"/>
                  <a:gd name="T2" fmla="*/ 0 w 36"/>
                  <a:gd name="T3" fmla="*/ 388 h 162"/>
                  <a:gd name="T4" fmla="*/ 27 w 36"/>
                  <a:gd name="T5" fmla="*/ 394 h 162"/>
                  <a:gd name="T6" fmla="*/ 79 w 36"/>
                  <a:gd name="T7" fmla="*/ 0 h 162"/>
                  <a:gd name="T8" fmla="*/ 59 w 36"/>
                  <a:gd name="T9" fmla="*/ 1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62">
                    <a:moveTo>
                      <a:pt x="25" y="1"/>
                    </a:moveTo>
                    <a:cubicBezTo>
                      <a:pt x="28" y="37"/>
                      <a:pt x="14" y="105"/>
                      <a:pt x="0" y="159"/>
                    </a:cubicBezTo>
                    <a:cubicBezTo>
                      <a:pt x="11" y="162"/>
                      <a:pt x="11" y="162"/>
                      <a:pt x="11" y="162"/>
                    </a:cubicBezTo>
                    <a:cubicBezTo>
                      <a:pt x="26" y="107"/>
                      <a:pt x="36" y="37"/>
                      <a:pt x="33" y="0"/>
                    </a:cubicBezTo>
                    <a:lnTo>
                      <a:pt x="25" y="1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6" name="Freeform 226">
                <a:extLst>
                  <a:ext uri="{FF2B5EF4-FFF2-40B4-BE49-F238E27FC236}">
                    <a16:creationId xmlns:a16="http://schemas.microsoft.com/office/drawing/2014/main" id="{9D06AC8D-06D8-4A08-940D-79A24AE7E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047"/>
                <a:ext cx="25" cy="258"/>
              </a:xfrm>
              <a:custGeom>
                <a:avLst/>
                <a:gdLst>
                  <a:gd name="T0" fmla="*/ 16 w 19"/>
                  <a:gd name="T1" fmla="*/ 51 h 192"/>
                  <a:gd name="T2" fmla="*/ 5 w 19"/>
                  <a:gd name="T3" fmla="*/ 98 h 192"/>
                  <a:gd name="T4" fmla="*/ 14 w 19"/>
                  <a:gd name="T5" fmla="*/ 231 h 192"/>
                  <a:gd name="T6" fmla="*/ 18 w 19"/>
                  <a:gd name="T7" fmla="*/ 262 h 192"/>
                  <a:gd name="T8" fmla="*/ 12 w 19"/>
                  <a:gd name="T9" fmla="*/ 383 h 192"/>
                  <a:gd name="T10" fmla="*/ 9 w 19"/>
                  <a:gd name="T11" fmla="*/ 398 h 192"/>
                  <a:gd name="T12" fmla="*/ 9 w 19"/>
                  <a:gd name="T13" fmla="*/ 466 h 192"/>
                  <a:gd name="T14" fmla="*/ 22 w 19"/>
                  <a:gd name="T15" fmla="*/ 457 h 192"/>
                  <a:gd name="T16" fmla="*/ 28 w 19"/>
                  <a:gd name="T17" fmla="*/ 400 h 192"/>
                  <a:gd name="T18" fmla="*/ 29 w 19"/>
                  <a:gd name="T19" fmla="*/ 388 h 192"/>
                  <a:gd name="T20" fmla="*/ 37 w 19"/>
                  <a:gd name="T21" fmla="*/ 261 h 192"/>
                  <a:gd name="T22" fmla="*/ 29 w 19"/>
                  <a:gd name="T23" fmla="*/ 227 h 192"/>
                  <a:gd name="T24" fmla="*/ 18 w 19"/>
                  <a:gd name="T25" fmla="*/ 99 h 192"/>
                  <a:gd name="T26" fmla="*/ 24 w 19"/>
                  <a:gd name="T27" fmla="*/ 56 h 192"/>
                  <a:gd name="T28" fmla="*/ 34 w 19"/>
                  <a:gd name="T29" fmla="*/ 0 h 192"/>
                  <a:gd name="T30" fmla="*/ 24 w 19"/>
                  <a:gd name="T31" fmla="*/ 0 h 192"/>
                  <a:gd name="T32" fmla="*/ 16 w 19"/>
                  <a:gd name="T33" fmla="*/ 51 h 1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" h="192">
                    <a:moveTo>
                      <a:pt x="7" y="21"/>
                    </a:moveTo>
                    <a:cubicBezTo>
                      <a:pt x="5" y="26"/>
                      <a:pt x="3" y="32"/>
                      <a:pt x="2" y="40"/>
                    </a:cubicBezTo>
                    <a:cubicBezTo>
                      <a:pt x="0" y="57"/>
                      <a:pt x="2" y="77"/>
                      <a:pt x="6" y="95"/>
                    </a:cubicBezTo>
                    <a:cubicBezTo>
                      <a:pt x="8" y="108"/>
                      <a:pt x="8" y="108"/>
                      <a:pt x="8" y="108"/>
                    </a:cubicBezTo>
                    <a:cubicBezTo>
                      <a:pt x="11" y="125"/>
                      <a:pt x="8" y="141"/>
                      <a:pt x="5" y="158"/>
                    </a:cubicBezTo>
                    <a:cubicBezTo>
                      <a:pt x="4" y="164"/>
                      <a:pt x="4" y="164"/>
                      <a:pt x="4" y="164"/>
                    </a:cubicBezTo>
                    <a:cubicBezTo>
                      <a:pt x="2" y="176"/>
                      <a:pt x="0" y="187"/>
                      <a:pt x="4" y="192"/>
                    </a:cubicBezTo>
                    <a:cubicBezTo>
                      <a:pt x="10" y="188"/>
                      <a:pt x="10" y="188"/>
                      <a:pt x="10" y="188"/>
                    </a:cubicBezTo>
                    <a:cubicBezTo>
                      <a:pt x="8" y="185"/>
                      <a:pt x="11" y="172"/>
                      <a:pt x="12" y="165"/>
                    </a:cubicBezTo>
                    <a:cubicBezTo>
                      <a:pt x="13" y="160"/>
                      <a:pt x="13" y="160"/>
                      <a:pt x="13" y="160"/>
                    </a:cubicBezTo>
                    <a:cubicBezTo>
                      <a:pt x="16" y="142"/>
                      <a:pt x="19" y="125"/>
                      <a:pt x="16" y="107"/>
                    </a:cubicBezTo>
                    <a:cubicBezTo>
                      <a:pt x="13" y="94"/>
                      <a:pt x="13" y="94"/>
                      <a:pt x="13" y="94"/>
                    </a:cubicBezTo>
                    <a:cubicBezTo>
                      <a:pt x="10" y="76"/>
                      <a:pt x="6" y="56"/>
                      <a:pt x="8" y="41"/>
                    </a:cubicBezTo>
                    <a:cubicBezTo>
                      <a:pt x="9" y="33"/>
                      <a:pt x="10" y="28"/>
                      <a:pt x="11" y="23"/>
                    </a:cubicBezTo>
                    <a:cubicBezTo>
                      <a:pt x="13" y="16"/>
                      <a:pt x="15" y="10"/>
                      <a:pt x="15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8"/>
                      <a:pt x="8" y="14"/>
                      <a:pt x="7" y="2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7" name="Freeform 227">
                <a:extLst>
                  <a:ext uri="{FF2B5EF4-FFF2-40B4-BE49-F238E27FC236}">
                    <a16:creationId xmlns:a16="http://schemas.microsoft.com/office/drawing/2014/main" id="{69A3630C-5EF9-4A76-A1F5-0CB51A654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876"/>
                <a:ext cx="167" cy="362"/>
              </a:xfrm>
              <a:custGeom>
                <a:avLst/>
                <a:gdLst>
                  <a:gd name="T0" fmla="*/ 303 w 124"/>
                  <a:gd name="T1" fmla="*/ 23 h 269"/>
                  <a:gd name="T2" fmla="*/ 296 w 124"/>
                  <a:gd name="T3" fmla="*/ 27 h 269"/>
                  <a:gd name="T4" fmla="*/ 268 w 124"/>
                  <a:gd name="T5" fmla="*/ 54 h 269"/>
                  <a:gd name="T6" fmla="*/ 260 w 124"/>
                  <a:gd name="T7" fmla="*/ 58 h 269"/>
                  <a:gd name="T8" fmla="*/ 246 w 124"/>
                  <a:gd name="T9" fmla="*/ 51 h 269"/>
                  <a:gd name="T10" fmla="*/ 246 w 124"/>
                  <a:gd name="T11" fmla="*/ 42 h 269"/>
                  <a:gd name="T12" fmla="*/ 249 w 124"/>
                  <a:gd name="T13" fmla="*/ 7 h 269"/>
                  <a:gd name="T14" fmla="*/ 252 w 124"/>
                  <a:gd name="T15" fmla="*/ 0 h 269"/>
                  <a:gd name="T16" fmla="*/ 252 w 124"/>
                  <a:gd name="T17" fmla="*/ 0 h 269"/>
                  <a:gd name="T18" fmla="*/ 237 w 124"/>
                  <a:gd name="T19" fmla="*/ 43 h 269"/>
                  <a:gd name="T20" fmla="*/ 237 w 124"/>
                  <a:gd name="T21" fmla="*/ 65 h 269"/>
                  <a:gd name="T22" fmla="*/ 220 w 124"/>
                  <a:gd name="T23" fmla="*/ 85 h 269"/>
                  <a:gd name="T24" fmla="*/ 203 w 124"/>
                  <a:gd name="T25" fmla="*/ 98 h 269"/>
                  <a:gd name="T26" fmla="*/ 193 w 124"/>
                  <a:gd name="T27" fmla="*/ 106 h 269"/>
                  <a:gd name="T28" fmla="*/ 168 w 124"/>
                  <a:gd name="T29" fmla="*/ 77 h 269"/>
                  <a:gd name="T30" fmla="*/ 163 w 124"/>
                  <a:gd name="T31" fmla="*/ 78 h 269"/>
                  <a:gd name="T32" fmla="*/ 182 w 124"/>
                  <a:gd name="T33" fmla="*/ 110 h 269"/>
                  <a:gd name="T34" fmla="*/ 178 w 124"/>
                  <a:gd name="T35" fmla="*/ 129 h 269"/>
                  <a:gd name="T36" fmla="*/ 174 w 124"/>
                  <a:gd name="T37" fmla="*/ 167 h 269"/>
                  <a:gd name="T38" fmla="*/ 174 w 124"/>
                  <a:gd name="T39" fmla="*/ 168 h 269"/>
                  <a:gd name="T40" fmla="*/ 154 w 124"/>
                  <a:gd name="T41" fmla="*/ 219 h 269"/>
                  <a:gd name="T42" fmla="*/ 114 w 124"/>
                  <a:gd name="T43" fmla="*/ 258 h 269"/>
                  <a:gd name="T44" fmla="*/ 15 w 124"/>
                  <a:gd name="T45" fmla="*/ 404 h 269"/>
                  <a:gd name="T46" fmla="*/ 9 w 124"/>
                  <a:gd name="T47" fmla="*/ 544 h 269"/>
                  <a:gd name="T48" fmla="*/ 0 w 124"/>
                  <a:gd name="T49" fmla="*/ 655 h 269"/>
                  <a:gd name="T50" fmla="*/ 35 w 124"/>
                  <a:gd name="T51" fmla="*/ 619 h 269"/>
                  <a:gd name="T52" fmla="*/ 35 w 124"/>
                  <a:gd name="T53" fmla="*/ 541 h 269"/>
                  <a:gd name="T54" fmla="*/ 40 w 124"/>
                  <a:gd name="T55" fmla="*/ 409 h 269"/>
                  <a:gd name="T56" fmla="*/ 132 w 124"/>
                  <a:gd name="T57" fmla="*/ 277 h 269"/>
                  <a:gd name="T58" fmla="*/ 174 w 124"/>
                  <a:gd name="T59" fmla="*/ 237 h 269"/>
                  <a:gd name="T60" fmla="*/ 198 w 124"/>
                  <a:gd name="T61" fmla="*/ 168 h 269"/>
                  <a:gd name="T62" fmla="*/ 198 w 124"/>
                  <a:gd name="T63" fmla="*/ 167 h 269"/>
                  <a:gd name="T64" fmla="*/ 215 w 124"/>
                  <a:gd name="T65" fmla="*/ 112 h 269"/>
                  <a:gd name="T66" fmla="*/ 226 w 124"/>
                  <a:gd name="T67" fmla="*/ 104 h 269"/>
                  <a:gd name="T68" fmla="*/ 246 w 124"/>
                  <a:gd name="T69" fmla="*/ 85 h 269"/>
                  <a:gd name="T70" fmla="*/ 260 w 124"/>
                  <a:gd name="T71" fmla="*/ 70 h 269"/>
                  <a:gd name="T72" fmla="*/ 271 w 124"/>
                  <a:gd name="T73" fmla="*/ 65 h 269"/>
                  <a:gd name="T74" fmla="*/ 303 w 124"/>
                  <a:gd name="T75" fmla="*/ 23 h 2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4" h="269">
                    <a:moveTo>
                      <a:pt x="124" y="10"/>
                    </a:moveTo>
                    <a:cubicBezTo>
                      <a:pt x="123" y="10"/>
                      <a:pt x="122" y="9"/>
                      <a:pt x="121" y="11"/>
                    </a:cubicBezTo>
                    <a:cubicBezTo>
                      <a:pt x="119" y="14"/>
                      <a:pt x="118" y="19"/>
                      <a:pt x="110" y="22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5" y="24"/>
                      <a:pt x="102" y="24"/>
                      <a:pt x="101" y="21"/>
                    </a:cubicBezTo>
                    <a:cubicBezTo>
                      <a:pt x="101" y="19"/>
                      <a:pt x="101" y="18"/>
                      <a:pt x="101" y="17"/>
                    </a:cubicBezTo>
                    <a:cubicBezTo>
                      <a:pt x="100" y="12"/>
                      <a:pt x="99" y="5"/>
                      <a:pt x="102" y="3"/>
                    </a:cubicBezTo>
                    <a:cubicBezTo>
                      <a:pt x="103" y="2"/>
                      <a:pt x="102" y="1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95" y="4"/>
                      <a:pt x="95" y="11"/>
                      <a:pt x="97" y="18"/>
                    </a:cubicBezTo>
                    <a:cubicBezTo>
                      <a:pt x="97" y="21"/>
                      <a:pt x="97" y="27"/>
                      <a:pt x="97" y="27"/>
                    </a:cubicBezTo>
                    <a:cubicBezTo>
                      <a:pt x="96" y="33"/>
                      <a:pt x="93" y="33"/>
                      <a:pt x="90" y="35"/>
                    </a:cubicBezTo>
                    <a:cubicBezTo>
                      <a:pt x="83" y="40"/>
                      <a:pt x="83" y="40"/>
                      <a:pt x="83" y="40"/>
                    </a:cubicBezTo>
                    <a:cubicBezTo>
                      <a:pt x="81" y="41"/>
                      <a:pt x="80" y="42"/>
                      <a:pt x="79" y="44"/>
                    </a:cubicBezTo>
                    <a:cubicBezTo>
                      <a:pt x="77" y="40"/>
                      <a:pt x="72" y="33"/>
                      <a:pt x="69" y="31"/>
                    </a:cubicBezTo>
                    <a:cubicBezTo>
                      <a:pt x="67" y="29"/>
                      <a:pt x="67" y="32"/>
                      <a:pt x="67" y="32"/>
                    </a:cubicBezTo>
                    <a:cubicBezTo>
                      <a:pt x="71" y="36"/>
                      <a:pt x="74" y="39"/>
                      <a:pt x="74" y="45"/>
                    </a:cubicBezTo>
                    <a:cubicBezTo>
                      <a:pt x="74" y="46"/>
                      <a:pt x="75" y="50"/>
                      <a:pt x="73" y="53"/>
                    </a:cubicBezTo>
                    <a:cubicBezTo>
                      <a:pt x="72" y="57"/>
                      <a:pt x="71" y="62"/>
                      <a:pt x="71" y="68"/>
                    </a:cubicBezTo>
                    <a:cubicBezTo>
                      <a:pt x="71" y="69"/>
                      <a:pt x="71" y="69"/>
                      <a:pt x="71" y="69"/>
                    </a:cubicBezTo>
                    <a:cubicBezTo>
                      <a:pt x="71" y="80"/>
                      <a:pt x="71" y="82"/>
                      <a:pt x="63" y="90"/>
                    </a:cubicBezTo>
                    <a:cubicBezTo>
                      <a:pt x="58" y="96"/>
                      <a:pt x="52" y="101"/>
                      <a:pt x="47" y="106"/>
                    </a:cubicBezTo>
                    <a:cubicBezTo>
                      <a:pt x="29" y="123"/>
                      <a:pt x="11" y="140"/>
                      <a:pt x="6" y="166"/>
                    </a:cubicBezTo>
                    <a:cubicBezTo>
                      <a:pt x="3" y="184"/>
                      <a:pt x="3" y="204"/>
                      <a:pt x="4" y="223"/>
                    </a:cubicBezTo>
                    <a:cubicBezTo>
                      <a:pt x="4" y="233"/>
                      <a:pt x="5" y="252"/>
                      <a:pt x="0" y="269"/>
                    </a:cubicBezTo>
                    <a:cubicBezTo>
                      <a:pt x="14" y="254"/>
                      <a:pt x="14" y="254"/>
                      <a:pt x="14" y="254"/>
                    </a:cubicBezTo>
                    <a:cubicBezTo>
                      <a:pt x="14" y="244"/>
                      <a:pt x="14" y="233"/>
                      <a:pt x="14" y="222"/>
                    </a:cubicBezTo>
                    <a:cubicBezTo>
                      <a:pt x="13" y="204"/>
                      <a:pt x="13" y="185"/>
                      <a:pt x="16" y="168"/>
                    </a:cubicBezTo>
                    <a:cubicBezTo>
                      <a:pt x="20" y="145"/>
                      <a:pt x="36" y="130"/>
                      <a:pt x="54" y="114"/>
                    </a:cubicBezTo>
                    <a:cubicBezTo>
                      <a:pt x="59" y="108"/>
                      <a:pt x="65" y="103"/>
                      <a:pt x="71" y="97"/>
                    </a:cubicBezTo>
                    <a:cubicBezTo>
                      <a:pt x="81" y="86"/>
                      <a:pt x="81" y="81"/>
                      <a:pt x="81" y="69"/>
                    </a:cubicBezTo>
                    <a:cubicBezTo>
                      <a:pt x="81" y="68"/>
                      <a:pt x="81" y="68"/>
                      <a:pt x="81" y="68"/>
                    </a:cubicBezTo>
                    <a:cubicBezTo>
                      <a:pt x="81" y="58"/>
                      <a:pt x="82" y="51"/>
                      <a:pt x="88" y="46"/>
                    </a:cubicBezTo>
                    <a:cubicBezTo>
                      <a:pt x="93" y="42"/>
                      <a:pt x="93" y="42"/>
                      <a:pt x="93" y="42"/>
                    </a:cubicBezTo>
                    <a:cubicBezTo>
                      <a:pt x="96" y="41"/>
                      <a:pt x="99" y="39"/>
                      <a:pt x="101" y="35"/>
                    </a:cubicBezTo>
                    <a:cubicBezTo>
                      <a:pt x="102" y="33"/>
                      <a:pt x="105" y="29"/>
                      <a:pt x="106" y="29"/>
                    </a:cubicBezTo>
                    <a:cubicBezTo>
                      <a:pt x="111" y="27"/>
                      <a:pt x="111" y="27"/>
                      <a:pt x="111" y="27"/>
                    </a:cubicBezTo>
                    <a:cubicBezTo>
                      <a:pt x="118" y="23"/>
                      <a:pt x="121" y="18"/>
                      <a:pt x="124" y="1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8" name="Freeform 228">
                <a:extLst>
                  <a:ext uri="{FF2B5EF4-FFF2-40B4-BE49-F238E27FC236}">
                    <a16:creationId xmlns:a16="http://schemas.microsoft.com/office/drawing/2014/main" id="{776B8BEB-12D9-45DC-8B42-87573A074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794"/>
                <a:ext cx="315" cy="549"/>
              </a:xfrm>
              <a:custGeom>
                <a:avLst/>
                <a:gdLst>
                  <a:gd name="T0" fmla="*/ 543 w 234"/>
                  <a:gd name="T1" fmla="*/ 494 h 408"/>
                  <a:gd name="T2" fmla="*/ 522 w 234"/>
                  <a:gd name="T3" fmla="*/ 492 h 408"/>
                  <a:gd name="T4" fmla="*/ 530 w 234"/>
                  <a:gd name="T5" fmla="*/ 436 h 408"/>
                  <a:gd name="T6" fmla="*/ 528 w 234"/>
                  <a:gd name="T7" fmla="*/ 373 h 408"/>
                  <a:gd name="T8" fmla="*/ 522 w 234"/>
                  <a:gd name="T9" fmla="*/ 435 h 408"/>
                  <a:gd name="T10" fmla="*/ 513 w 234"/>
                  <a:gd name="T11" fmla="*/ 488 h 408"/>
                  <a:gd name="T12" fmla="*/ 506 w 234"/>
                  <a:gd name="T13" fmla="*/ 509 h 408"/>
                  <a:gd name="T14" fmla="*/ 444 w 234"/>
                  <a:gd name="T15" fmla="*/ 569 h 408"/>
                  <a:gd name="T16" fmla="*/ 394 w 234"/>
                  <a:gd name="T17" fmla="*/ 587 h 408"/>
                  <a:gd name="T18" fmla="*/ 324 w 234"/>
                  <a:gd name="T19" fmla="*/ 593 h 408"/>
                  <a:gd name="T20" fmla="*/ 289 w 234"/>
                  <a:gd name="T21" fmla="*/ 569 h 408"/>
                  <a:gd name="T22" fmla="*/ 318 w 234"/>
                  <a:gd name="T23" fmla="*/ 502 h 408"/>
                  <a:gd name="T24" fmla="*/ 389 w 234"/>
                  <a:gd name="T25" fmla="*/ 471 h 408"/>
                  <a:gd name="T26" fmla="*/ 413 w 234"/>
                  <a:gd name="T27" fmla="*/ 452 h 408"/>
                  <a:gd name="T28" fmla="*/ 451 w 234"/>
                  <a:gd name="T29" fmla="*/ 414 h 408"/>
                  <a:gd name="T30" fmla="*/ 408 w 234"/>
                  <a:gd name="T31" fmla="*/ 439 h 408"/>
                  <a:gd name="T32" fmla="*/ 381 w 234"/>
                  <a:gd name="T33" fmla="*/ 460 h 408"/>
                  <a:gd name="T34" fmla="*/ 323 w 234"/>
                  <a:gd name="T35" fmla="*/ 482 h 408"/>
                  <a:gd name="T36" fmla="*/ 312 w 234"/>
                  <a:gd name="T37" fmla="*/ 386 h 408"/>
                  <a:gd name="T38" fmla="*/ 283 w 234"/>
                  <a:gd name="T39" fmla="*/ 225 h 408"/>
                  <a:gd name="T40" fmla="*/ 341 w 234"/>
                  <a:gd name="T41" fmla="*/ 79 h 408"/>
                  <a:gd name="T42" fmla="*/ 417 w 234"/>
                  <a:gd name="T43" fmla="*/ 57 h 408"/>
                  <a:gd name="T44" fmla="*/ 365 w 234"/>
                  <a:gd name="T45" fmla="*/ 65 h 408"/>
                  <a:gd name="T46" fmla="*/ 361 w 234"/>
                  <a:gd name="T47" fmla="*/ 36 h 408"/>
                  <a:gd name="T48" fmla="*/ 351 w 234"/>
                  <a:gd name="T49" fmla="*/ 0 h 408"/>
                  <a:gd name="T50" fmla="*/ 334 w 234"/>
                  <a:gd name="T51" fmla="*/ 70 h 408"/>
                  <a:gd name="T52" fmla="*/ 252 w 234"/>
                  <a:gd name="T53" fmla="*/ 199 h 408"/>
                  <a:gd name="T54" fmla="*/ 153 w 234"/>
                  <a:gd name="T55" fmla="*/ 136 h 408"/>
                  <a:gd name="T56" fmla="*/ 163 w 234"/>
                  <a:gd name="T57" fmla="*/ 42 h 408"/>
                  <a:gd name="T58" fmla="*/ 183 w 234"/>
                  <a:gd name="T59" fmla="*/ 15 h 408"/>
                  <a:gd name="T60" fmla="*/ 148 w 234"/>
                  <a:gd name="T61" fmla="*/ 48 h 408"/>
                  <a:gd name="T62" fmla="*/ 114 w 234"/>
                  <a:gd name="T63" fmla="*/ 7 h 408"/>
                  <a:gd name="T64" fmla="*/ 135 w 234"/>
                  <a:gd name="T65" fmla="*/ 69 h 408"/>
                  <a:gd name="T66" fmla="*/ 121 w 234"/>
                  <a:gd name="T67" fmla="*/ 136 h 408"/>
                  <a:gd name="T68" fmla="*/ 51 w 234"/>
                  <a:gd name="T69" fmla="*/ 120 h 408"/>
                  <a:gd name="T70" fmla="*/ 35 w 234"/>
                  <a:gd name="T71" fmla="*/ 85 h 408"/>
                  <a:gd name="T72" fmla="*/ 40 w 234"/>
                  <a:gd name="T73" fmla="*/ 135 h 408"/>
                  <a:gd name="T74" fmla="*/ 1 w 234"/>
                  <a:gd name="T75" fmla="*/ 156 h 408"/>
                  <a:gd name="T76" fmla="*/ 118 w 234"/>
                  <a:gd name="T77" fmla="*/ 156 h 408"/>
                  <a:gd name="T78" fmla="*/ 263 w 234"/>
                  <a:gd name="T79" fmla="*/ 262 h 408"/>
                  <a:gd name="T80" fmla="*/ 288 w 234"/>
                  <a:gd name="T81" fmla="*/ 389 h 408"/>
                  <a:gd name="T82" fmla="*/ 277 w 234"/>
                  <a:gd name="T83" fmla="*/ 498 h 408"/>
                  <a:gd name="T84" fmla="*/ 198 w 234"/>
                  <a:gd name="T85" fmla="*/ 460 h 408"/>
                  <a:gd name="T86" fmla="*/ 136 w 234"/>
                  <a:gd name="T87" fmla="*/ 429 h 408"/>
                  <a:gd name="T88" fmla="*/ 127 w 234"/>
                  <a:gd name="T89" fmla="*/ 431 h 408"/>
                  <a:gd name="T90" fmla="*/ 193 w 234"/>
                  <a:gd name="T91" fmla="*/ 475 h 408"/>
                  <a:gd name="T92" fmla="*/ 276 w 234"/>
                  <a:gd name="T93" fmla="*/ 514 h 408"/>
                  <a:gd name="T94" fmla="*/ 256 w 234"/>
                  <a:gd name="T95" fmla="*/ 585 h 408"/>
                  <a:gd name="T96" fmla="*/ 156 w 234"/>
                  <a:gd name="T97" fmla="*/ 994 h 408"/>
                  <a:gd name="T98" fmla="*/ 241 w 234"/>
                  <a:gd name="T99" fmla="*/ 680 h 408"/>
                  <a:gd name="T100" fmla="*/ 261 w 234"/>
                  <a:gd name="T101" fmla="*/ 675 h 408"/>
                  <a:gd name="T102" fmla="*/ 289 w 234"/>
                  <a:gd name="T103" fmla="*/ 690 h 408"/>
                  <a:gd name="T104" fmla="*/ 256 w 234"/>
                  <a:gd name="T105" fmla="*/ 649 h 408"/>
                  <a:gd name="T106" fmla="*/ 287 w 234"/>
                  <a:gd name="T107" fmla="*/ 599 h 408"/>
                  <a:gd name="T108" fmla="*/ 386 w 234"/>
                  <a:gd name="T109" fmla="*/ 619 h 408"/>
                  <a:gd name="T110" fmla="*/ 428 w 234"/>
                  <a:gd name="T111" fmla="*/ 592 h 408"/>
                  <a:gd name="T112" fmla="*/ 481 w 234"/>
                  <a:gd name="T113" fmla="*/ 576 h 408"/>
                  <a:gd name="T114" fmla="*/ 543 w 234"/>
                  <a:gd name="T115" fmla="*/ 505 h 408"/>
                  <a:gd name="T116" fmla="*/ 569 w 234"/>
                  <a:gd name="T117" fmla="*/ 487 h 4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34" h="408">
                    <a:moveTo>
                      <a:pt x="233" y="200"/>
                    </a:moveTo>
                    <a:cubicBezTo>
                      <a:pt x="231" y="203"/>
                      <a:pt x="228" y="203"/>
                      <a:pt x="222" y="203"/>
                    </a:cubicBezTo>
                    <a:cubicBezTo>
                      <a:pt x="220" y="203"/>
                      <a:pt x="217" y="204"/>
                      <a:pt x="214" y="204"/>
                    </a:cubicBezTo>
                    <a:cubicBezTo>
                      <a:pt x="214" y="204"/>
                      <a:pt x="214" y="203"/>
                      <a:pt x="214" y="202"/>
                    </a:cubicBezTo>
                    <a:cubicBezTo>
                      <a:pt x="216" y="192"/>
                      <a:pt x="216" y="192"/>
                      <a:pt x="216" y="192"/>
                    </a:cubicBezTo>
                    <a:cubicBezTo>
                      <a:pt x="216" y="188"/>
                      <a:pt x="217" y="184"/>
                      <a:pt x="218" y="179"/>
                    </a:cubicBezTo>
                    <a:cubicBezTo>
                      <a:pt x="220" y="173"/>
                      <a:pt x="219" y="164"/>
                      <a:pt x="219" y="161"/>
                    </a:cubicBezTo>
                    <a:cubicBezTo>
                      <a:pt x="219" y="158"/>
                      <a:pt x="216" y="153"/>
                      <a:pt x="216" y="153"/>
                    </a:cubicBezTo>
                    <a:cubicBezTo>
                      <a:pt x="217" y="162"/>
                      <a:pt x="217" y="162"/>
                      <a:pt x="217" y="162"/>
                    </a:cubicBezTo>
                    <a:cubicBezTo>
                      <a:pt x="218" y="167"/>
                      <a:pt x="216" y="173"/>
                      <a:pt x="214" y="178"/>
                    </a:cubicBezTo>
                    <a:cubicBezTo>
                      <a:pt x="213" y="183"/>
                      <a:pt x="212" y="188"/>
                      <a:pt x="212" y="192"/>
                    </a:cubicBezTo>
                    <a:cubicBezTo>
                      <a:pt x="210" y="201"/>
                      <a:pt x="210" y="201"/>
                      <a:pt x="210" y="201"/>
                    </a:cubicBezTo>
                    <a:cubicBezTo>
                      <a:pt x="210" y="203"/>
                      <a:pt x="208" y="206"/>
                      <a:pt x="207" y="209"/>
                    </a:cubicBezTo>
                    <a:cubicBezTo>
                      <a:pt x="207" y="209"/>
                      <a:pt x="207" y="209"/>
                      <a:pt x="207" y="209"/>
                    </a:cubicBezTo>
                    <a:cubicBezTo>
                      <a:pt x="203" y="219"/>
                      <a:pt x="196" y="227"/>
                      <a:pt x="192" y="230"/>
                    </a:cubicBezTo>
                    <a:cubicBezTo>
                      <a:pt x="189" y="232"/>
                      <a:pt x="186" y="232"/>
                      <a:pt x="182" y="233"/>
                    </a:cubicBezTo>
                    <a:cubicBezTo>
                      <a:pt x="178" y="233"/>
                      <a:pt x="174" y="234"/>
                      <a:pt x="171" y="235"/>
                    </a:cubicBezTo>
                    <a:cubicBezTo>
                      <a:pt x="168" y="237"/>
                      <a:pt x="165" y="239"/>
                      <a:pt x="162" y="241"/>
                    </a:cubicBezTo>
                    <a:cubicBezTo>
                      <a:pt x="160" y="243"/>
                      <a:pt x="158" y="245"/>
                      <a:pt x="155" y="247"/>
                    </a:cubicBezTo>
                    <a:cubicBezTo>
                      <a:pt x="147" y="250"/>
                      <a:pt x="141" y="247"/>
                      <a:pt x="133" y="244"/>
                    </a:cubicBezTo>
                    <a:cubicBezTo>
                      <a:pt x="130" y="242"/>
                      <a:pt x="125" y="240"/>
                      <a:pt x="121" y="239"/>
                    </a:cubicBezTo>
                    <a:cubicBezTo>
                      <a:pt x="117" y="238"/>
                      <a:pt x="118" y="235"/>
                      <a:pt x="119" y="233"/>
                    </a:cubicBezTo>
                    <a:cubicBezTo>
                      <a:pt x="122" y="225"/>
                      <a:pt x="124" y="218"/>
                      <a:pt x="126" y="211"/>
                    </a:cubicBezTo>
                    <a:cubicBezTo>
                      <a:pt x="126" y="210"/>
                      <a:pt x="127" y="206"/>
                      <a:pt x="130" y="206"/>
                    </a:cubicBezTo>
                    <a:cubicBezTo>
                      <a:pt x="133" y="204"/>
                      <a:pt x="137" y="203"/>
                      <a:pt x="141" y="202"/>
                    </a:cubicBezTo>
                    <a:cubicBezTo>
                      <a:pt x="147" y="201"/>
                      <a:pt x="154" y="199"/>
                      <a:pt x="160" y="193"/>
                    </a:cubicBezTo>
                    <a:cubicBezTo>
                      <a:pt x="163" y="190"/>
                      <a:pt x="163" y="190"/>
                      <a:pt x="163" y="190"/>
                    </a:cubicBezTo>
                    <a:cubicBezTo>
                      <a:pt x="165" y="188"/>
                      <a:pt x="165" y="187"/>
                      <a:pt x="169" y="186"/>
                    </a:cubicBezTo>
                    <a:cubicBezTo>
                      <a:pt x="173" y="184"/>
                      <a:pt x="173" y="184"/>
                      <a:pt x="173" y="184"/>
                    </a:cubicBezTo>
                    <a:cubicBezTo>
                      <a:pt x="179" y="181"/>
                      <a:pt x="180" y="178"/>
                      <a:pt x="185" y="170"/>
                    </a:cubicBezTo>
                    <a:cubicBezTo>
                      <a:pt x="181" y="176"/>
                      <a:pt x="176" y="176"/>
                      <a:pt x="170" y="178"/>
                    </a:cubicBezTo>
                    <a:cubicBezTo>
                      <a:pt x="167" y="180"/>
                      <a:pt x="167" y="180"/>
                      <a:pt x="167" y="180"/>
                    </a:cubicBezTo>
                    <a:cubicBezTo>
                      <a:pt x="162" y="182"/>
                      <a:pt x="161" y="184"/>
                      <a:pt x="159" y="186"/>
                    </a:cubicBezTo>
                    <a:cubicBezTo>
                      <a:pt x="156" y="189"/>
                      <a:pt x="156" y="189"/>
                      <a:pt x="156" y="189"/>
                    </a:cubicBezTo>
                    <a:cubicBezTo>
                      <a:pt x="151" y="194"/>
                      <a:pt x="145" y="195"/>
                      <a:pt x="139" y="196"/>
                    </a:cubicBezTo>
                    <a:cubicBezTo>
                      <a:pt x="137" y="197"/>
                      <a:pt x="134" y="198"/>
                      <a:pt x="132" y="198"/>
                    </a:cubicBezTo>
                    <a:cubicBezTo>
                      <a:pt x="131" y="199"/>
                      <a:pt x="129" y="196"/>
                      <a:pt x="129" y="195"/>
                    </a:cubicBezTo>
                    <a:cubicBezTo>
                      <a:pt x="131" y="182"/>
                      <a:pt x="130" y="172"/>
                      <a:pt x="128" y="158"/>
                    </a:cubicBezTo>
                    <a:cubicBezTo>
                      <a:pt x="123" y="137"/>
                      <a:pt x="123" y="137"/>
                      <a:pt x="123" y="137"/>
                    </a:cubicBezTo>
                    <a:cubicBezTo>
                      <a:pt x="120" y="121"/>
                      <a:pt x="117" y="108"/>
                      <a:pt x="116" y="92"/>
                    </a:cubicBezTo>
                    <a:cubicBezTo>
                      <a:pt x="116" y="92"/>
                      <a:pt x="116" y="76"/>
                      <a:pt x="118" y="71"/>
                    </a:cubicBezTo>
                    <a:cubicBezTo>
                      <a:pt x="123" y="54"/>
                      <a:pt x="128" y="45"/>
                      <a:pt x="140" y="33"/>
                    </a:cubicBezTo>
                    <a:cubicBezTo>
                      <a:pt x="142" y="31"/>
                      <a:pt x="145" y="31"/>
                      <a:pt x="147" y="31"/>
                    </a:cubicBezTo>
                    <a:cubicBezTo>
                      <a:pt x="152" y="31"/>
                      <a:pt x="165" y="32"/>
                      <a:pt x="171" y="23"/>
                    </a:cubicBezTo>
                    <a:cubicBezTo>
                      <a:pt x="170" y="23"/>
                      <a:pt x="170" y="23"/>
                      <a:pt x="169" y="23"/>
                    </a:cubicBezTo>
                    <a:cubicBezTo>
                      <a:pt x="163" y="27"/>
                      <a:pt x="154" y="28"/>
                      <a:pt x="149" y="27"/>
                    </a:cubicBezTo>
                    <a:cubicBezTo>
                      <a:pt x="148" y="26"/>
                      <a:pt x="148" y="24"/>
                      <a:pt x="148" y="22"/>
                    </a:cubicBezTo>
                    <a:cubicBezTo>
                      <a:pt x="148" y="20"/>
                      <a:pt x="148" y="17"/>
                      <a:pt x="148" y="15"/>
                    </a:cubicBezTo>
                    <a:cubicBezTo>
                      <a:pt x="148" y="12"/>
                      <a:pt x="147" y="6"/>
                      <a:pt x="146" y="2"/>
                    </a:cubicBezTo>
                    <a:cubicBezTo>
                      <a:pt x="145" y="0"/>
                      <a:pt x="145" y="0"/>
                      <a:pt x="144" y="0"/>
                    </a:cubicBezTo>
                    <a:cubicBezTo>
                      <a:pt x="146" y="9"/>
                      <a:pt x="145" y="17"/>
                      <a:pt x="144" y="21"/>
                    </a:cubicBezTo>
                    <a:cubicBezTo>
                      <a:pt x="144" y="25"/>
                      <a:pt x="139" y="27"/>
                      <a:pt x="137" y="29"/>
                    </a:cubicBezTo>
                    <a:cubicBezTo>
                      <a:pt x="124" y="43"/>
                      <a:pt x="113" y="56"/>
                      <a:pt x="108" y="77"/>
                    </a:cubicBezTo>
                    <a:cubicBezTo>
                      <a:pt x="108" y="80"/>
                      <a:pt x="106" y="84"/>
                      <a:pt x="103" y="82"/>
                    </a:cubicBezTo>
                    <a:cubicBezTo>
                      <a:pt x="94" y="75"/>
                      <a:pt x="82" y="69"/>
                      <a:pt x="71" y="64"/>
                    </a:cubicBezTo>
                    <a:cubicBezTo>
                      <a:pt x="66" y="61"/>
                      <a:pt x="64" y="58"/>
                      <a:pt x="63" y="56"/>
                    </a:cubicBezTo>
                    <a:cubicBezTo>
                      <a:pt x="59" y="48"/>
                      <a:pt x="60" y="38"/>
                      <a:pt x="61" y="30"/>
                    </a:cubicBezTo>
                    <a:cubicBezTo>
                      <a:pt x="61" y="30"/>
                      <a:pt x="65" y="20"/>
                      <a:pt x="67" y="17"/>
                    </a:cubicBezTo>
                    <a:cubicBezTo>
                      <a:pt x="69" y="14"/>
                      <a:pt x="73" y="10"/>
                      <a:pt x="75" y="8"/>
                    </a:cubicBezTo>
                    <a:cubicBezTo>
                      <a:pt x="76" y="7"/>
                      <a:pt x="76" y="7"/>
                      <a:pt x="75" y="6"/>
                    </a:cubicBezTo>
                    <a:cubicBezTo>
                      <a:pt x="73" y="9"/>
                      <a:pt x="67" y="11"/>
                      <a:pt x="64" y="15"/>
                    </a:cubicBezTo>
                    <a:cubicBezTo>
                      <a:pt x="63" y="16"/>
                      <a:pt x="61" y="19"/>
                      <a:pt x="61" y="20"/>
                    </a:cubicBezTo>
                    <a:cubicBezTo>
                      <a:pt x="60" y="18"/>
                      <a:pt x="53" y="9"/>
                      <a:pt x="50" y="5"/>
                    </a:cubicBezTo>
                    <a:cubicBezTo>
                      <a:pt x="48" y="3"/>
                      <a:pt x="47" y="3"/>
                      <a:pt x="47" y="3"/>
                    </a:cubicBezTo>
                    <a:cubicBezTo>
                      <a:pt x="47" y="3"/>
                      <a:pt x="55" y="19"/>
                      <a:pt x="55" y="21"/>
                    </a:cubicBezTo>
                    <a:cubicBezTo>
                      <a:pt x="56" y="25"/>
                      <a:pt x="55" y="28"/>
                      <a:pt x="55" y="28"/>
                    </a:cubicBezTo>
                    <a:cubicBezTo>
                      <a:pt x="54" y="34"/>
                      <a:pt x="52" y="44"/>
                      <a:pt x="53" y="53"/>
                    </a:cubicBezTo>
                    <a:cubicBezTo>
                      <a:pt x="54" y="55"/>
                      <a:pt x="52" y="57"/>
                      <a:pt x="50" y="56"/>
                    </a:cubicBezTo>
                    <a:cubicBezTo>
                      <a:pt x="50" y="56"/>
                      <a:pt x="38" y="55"/>
                      <a:pt x="34" y="54"/>
                    </a:cubicBezTo>
                    <a:cubicBezTo>
                      <a:pt x="31" y="53"/>
                      <a:pt x="23" y="52"/>
                      <a:pt x="21" y="49"/>
                    </a:cubicBezTo>
                    <a:cubicBezTo>
                      <a:pt x="18" y="45"/>
                      <a:pt x="15" y="39"/>
                      <a:pt x="16" y="34"/>
                    </a:cubicBezTo>
                    <a:cubicBezTo>
                      <a:pt x="15" y="35"/>
                      <a:pt x="14" y="33"/>
                      <a:pt x="14" y="35"/>
                    </a:cubicBezTo>
                    <a:cubicBezTo>
                      <a:pt x="14" y="40"/>
                      <a:pt x="15" y="46"/>
                      <a:pt x="17" y="50"/>
                    </a:cubicBezTo>
                    <a:cubicBezTo>
                      <a:pt x="17" y="51"/>
                      <a:pt x="18" y="54"/>
                      <a:pt x="16" y="55"/>
                    </a:cubicBezTo>
                    <a:cubicBezTo>
                      <a:pt x="11" y="56"/>
                      <a:pt x="5" y="59"/>
                      <a:pt x="1" y="62"/>
                    </a:cubicBezTo>
                    <a:cubicBezTo>
                      <a:pt x="0" y="63"/>
                      <a:pt x="1" y="64"/>
                      <a:pt x="1" y="64"/>
                    </a:cubicBezTo>
                    <a:cubicBezTo>
                      <a:pt x="10" y="59"/>
                      <a:pt x="25" y="56"/>
                      <a:pt x="45" y="63"/>
                    </a:cubicBezTo>
                    <a:cubicBezTo>
                      <a:pt x="48" y="64"/>
                      <a:pt x="48" y="64"/>
                      <a:pt x="48" y="64"/>
                    </a:cubicBezTo>
                    <a:cubicBezTo>
                      <a:pt x="61" y="68"/>
                      <a:pt x="81" y="77"/>
                      <a:pt x="95" y="86"/>
                    </a:cubicBezTo>
                    <a:cubicBezTo>
                      <a:pt x="105" y="92"/>
                      <a:pt x="107" y="104"/>
                      <a:pt x="108" y="108"/>
                    </a:cubicBezTo>
                    <a:cubicBezTo>
                      <a:pt x="109" y="118"/>
                      <a:pt x="111" y="128"/>
                      <a:pt x="114" y="139"/>
                    </a:cubicBezTo>
                    <a:cubicBezTo>
                      <a:pt x="118" y="160"/>
                      <a:pt x="118" y="160"/>
                      <a:pt x="118" y="160"/>
                    </a:cubicBezTo>
                    <a:cubicBezTo>
                      <a:pt x="121" y="175"/>
                      <a:pt x="122" y="186"/>
                      <a:pt x="118" y="203"/>
                    </a:cubicBezTo>
                    <a:cubicBezTo>
                      <a:pt x="117" y="206"/>
                      <a:pt x="115" y="205"/>
                      <a:pt x="114" y="204"/>
                    </a:cubicBezTo>
                    <a:cubicBezTo>
                      <a:pt x="108" y="200"/>
                      <a:pt x="101" y="197"/>
                      <a:pt x="97" y="194"/>
                    </a:cubicBezTo>
                    <a:cubicBezTo>
                      <a:pt x="91" y="192"/>
                      <a:pt x="86" y="190"/>
                      <a:pt x="81" y="189"/>
                    </a:cubicBezTo>
                    <a:cubicBezTo>
                      <a:pt x="75" y="187"/>
                      <a:pt x="69" y="186"/>
                      <a:pt x="64" y="183"/>
                    </a:cubicBezTo>
                    <a:cubicBezTo>
                      <a:pt x="61" y="182"/>
                      <a:pt x="59" y="179"/>
                      <a:pt x="56" y="176"/>
                    </a:cubicBezTo>
                    <a:cubicBezTo>
                      <a:pt x="54" y="172"/>
                      <a:pt x="49" y="168"/>
                      <a:pt x="46" y="166"/>
                    </a:cubicBezTo>
                    <a:cubicBezTo>
                      <a:pt x="48" y="168"/>
                      <a:pt x="50" y="174"/>
                      <a:pt x="52" y="177"/>
                    </a:cubicBezTo>
                    <a:cubicBezTo>
                      <a:pt x="55" y="181"/>
                      <a:pt x="57" y="186"/>
                      <a:pt x="61" y="188"/>
                    </a:cubicBezTo>
                    <a:cubicBezTo>
                      <a:pt x="67" y="192"/>
                      <a:pt x="73" y="193"/>
                      <a:pt x="79" y="195"/>
                    </a:cubicBezTo>
                    <a:cubicBezTo>
                      <a:pt x="84" y="196"/>
                      <a:pt x="89" y="198"/>
                      <a:pt x="94" y="200"/>
                    </a:cubicBezTo>
                    <a:cubicBezTo>
                      <a:pt x="99" y="202"/>
                      <a:pt x="108" y="206"/>
                      <a:pt x="113" y="211"/>
                    </a:cubicBezTo>
                    <a:cubicBezTo>
                      <a:pt x="113" y="212"/>
                      <a:pt x="115" y="214"/>
                      <a:pt x="113" y="218"/>
                    </a:cubicBezTo>
                    <a:cubicBezTo>
                      <a:pt x="111" y="225"/>
                      <a:pt x="109" y="232"/>
                      <a:pt x="105" y="240"/>
                    </a:cubicBezTo>
                    <a:cubicBezTo>
                      <a:pt x="102" y="249"/>
                      <a:pt x="98" y="258"/>
                      <a:pt x="94" y="268"/>
                    </a:cubicBezTo>
                    <a:cubicBezTo>
                      <a:pt x="78" y="303"/>
                      <a:pt x="58" y="347"/>
                      <a:pt x="64" y="408"/>
                    </a:cubicBezTo>
                    <a:cubicBezTo>
                      <a:pt x="74" y="407"/>
                      <a:pt x="74" y="407"/>
                      <a:pt x="74" y="407"/>
                    </a:cubicBezTo>
                    <a:cubicBezTo>
                      <a:pt x="68" y="353"/>
                      <a:pt x="84" y="314"/>
                      <a:pt x="99" y="279"/>
                    </a:cubicBezTo>
                    <a:cubicBezTo>
                      <a:pt x="101" y="276"/>
                      <a:pt x="103" y="276"/>
                      <a:pt x="104" y="277"/>
                    </a:cubicBezTo>
                    <a:cubicBezTo>
                      <a:pt x="105" y="277"/>
                      <a:pt x="106" y="277"/>
                      <a:pt x="107" y="277"/>
                    </a:cubicBezTo>
                    <a:cubicBezTo>
                      <a:pt x="114" y="279"/>
                      <a:pt x="115" y="279"/>
                      <a:pt x="115" y="283"/>
                    </a:cubicBezTo>
                    <a:cubicBezTo>
                      <a:pt x="119" y="283"/>
                      <a:pt x="119" y="283"/>
                      <a:pt x="119" y="283"/>
                    </a:cubicBezTo>
                    <a:cubicBezTo>
                      <a:pt x="118" y="272"/>
                      <a:pt x="111" y="272"/>
                      <a:pt x="105" y="271"/>
                    </a:cubicBezTo>
                    <a:cubicBezTo>
                      <a:pt x="102" y="270"/>
                      <a:pt x="105" y="267"/>
                      <a:pt x="105" y="266"/>
                    </a:cubicBezTo>
                    <a:cubicBezTo>
                      <a:pt x="108" y="261"/>
                      <a:pt x="110" y="256"/>
                      <a:pt x="112" y="251"/>
                    </a:cubicBezTo>
                    <a:cubicBezTo>
                      <a:pt x="113" y="246"/>
                      <a:pt x="116" y="246"/>
                      <a:pt x="117" y="246"/>
                    </a:cubicBezTo>
                    <a:cubicBezTo>
                      <a:pt x="122" y="247"/>
                      <a:pt x="126" y="249"/>
                      <a:pt x="130" y="251"/>
                    </a:cubicBezTo>
                    <a:cubicBezTo>
                      <a:pt x="138" y="254"/>
                      <a:pt x="147" y="259"/>
                      <a:pt x="158" y="254"/>
                    </a:cubicBezTo>
                    <a:cubicBezTo>
                      <a:pt x="162" y="252"/>
                      <a:pt x="165" y="250"/>
                      <a:pt x="168" y="248"/>
                    </a:cubicBezTo>
                    <a:cubicBezTo>
                      <a:pt x="170" y="246"/>
                      <a:pt x="172" y="244"/>
                      <a:pt x="175" y="243"/>
                    </a:cubicBezTo>
                    <a:cubicBezTo>
                      <a:pt x="177" y="242"/>
                      <a:pt x="180" y="241"/>
                      <a:pt x="183" y="241"/>
                    </a:cubicBezTo>
                    <a:cubicBezTo>
                      <a:pt x="187" y="240"/>
                      <a:pt x="193" y="239"/>
                      <a:pt x="197" y="236"/>
                    </a:cubicBezTo>
                    <a:cubicBezTo>
                      <a:pt x="203" y="231"/>
                      <a:pt x="209" y="220"/>
                      <a:pt x="213" y="211"/>
                    </a:cubicBezTo>
                    <a:cubicBezTo>
                      <a:pt x="214" y="207"/>
                      <a:pt x="218" y="207"/>
                      <a:pt x="222" y="207"/>
                    </a:cubicBezTo>
                    <a:cubicBezTo>
                      <a:pt x="227" y="206"/>
                      <a:pt x="231" y="206"/>
                      <a:pt x="234" y="200"/>
                    </a:cubicBezTo>
                    <a:lnTo>
                      <a:pt x="233" y="20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9" name="Freeform 229">
                <a:extLst>
                  <a:ext uri="{FF2B5EF4-FFF2-40B4-BE49-F238E27FC236}">
                    <a16:creationId xmlns:a16="http://schemas.microsoft.com/office/drawing/2014/main" id="{DC609B2B-E00C-4C70-AAEB-B211EEF296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1" y="1259"/>
                <a:ext cx="541" cy="1282"/>
              </a:xfrm>
              <a:custGeom>
                <a:avLst/>
                <a:gdLst>
                  <a:gd name="T0" fmla="*/ 863 w 402"/>
                  <a:gd name="T1" fmla="*/ 70 h 953"/>
                  <a:gd name="T2" fmla="*/ 746 w 402"/>
                  <a:gd name="T3" fmla="*/ 54 h 953"/>
                  <a:gd name="T4" fmla="*/ 763 w 402"/>
                  <a:gd name="T5" fmla="*/ 9 h 953"/>
                  <a:gd name="T6" fmla="*/ 739 w 402"/>
                  <a:gd name="T7" fmla="*/ 12 h 953"/>
                  <a:gd name="T8" fmla="*/ 698 w 402"/>
                  <a:gd name="T9" fmla="*/ 0 h 953"/>
                  <a:gd name="T10" fmla="*/ 719 w 402"/>
                  <a:gd name="T11" fmla="*/ 27 h 953"/>
                  <a:gd name="T12" fmla="*/ 727 w 402"/>
                  <a:gd name="T13" fmla="*/ 58 h 953"/>
                  <a:gd name="T14" fmla="*/ 460 w 402"/>
                  <a:gd name="T15" fmla="*/ 269 h 953"/>
                  <a:gd name="T16" fmla="*/ 198 w 402"/>
                  <a:gd name="T17" fmla="*/ 1345 h 953"/>
                  <a:gd name="T18" fmla="*/ 63 w 402"/>
                  <a:gd name="T19" fmla="*/ 1777 h 953"/>
                  <a:gd name="T20" fmla="*/ 22 w 402"/>
                  <a:gd name="T21" fmla="*/ 2092 h 953"/>
                  <a:gd name="T22" fmla="*/ 20 w 402"/>
                  <a:gd name="T23" fmla="*/ 2298 h 953"/>
                  <a:gd name="T24" fmla="*/ 153 w 402"/>
                  <a:gd name="T25" fmla="*/ 2193 h 953"/>
                  <a:gd name="T26" fmla="*/ 143 w 402"/>
                  <a:gd name="T27" fmla="*/ 2081 h 953"/>
                  <a:gd name="T28" fmla="*/ 167 w 402"/>
                  <a:gd name="T29" fmla="*/ 1959 h 953"/>
                  <a:gd name="T30" fmla="*/ 226 w 402"/>
                  <a:gd name="T31" fmla="*/ 1571 h 953"/>
                  <a:gd name="T32" fmla="*/ 226 w 402"/>
                  <a:gd name="T33" fmla="*/ 1348 h 953"/>
                  <a:gd name="T34" fmla="*/ 766 w 402"/>
                  <a:gd name="T35" fmla="*/ 87 h 953"/>
                  <a:gd name="T36" fmla="*/ 813 w 402"/>
                  <a:gd name="T37" fmla="*/ 94 h 953"/>
                  <a:gd name="T38" fmla="*/ 782 w 402"/>
                  <a:gd name="T39" fmla="*/ 231 h 953"/>
                  <a:gd name="T40" fmla="*/ 777 w 402"/>
                  <a:gd name="T41" fmla="*/ 281 h 953"/>
                  <a:gd name="T42" fmla="*/ 721 w 402"/>
                  <a:gd name="T43" fmla="*/ 346 h 953"/>
                  <a:gd name="T44" fmla="*/ 775 w 402"/>
                  <a:gd name="T45" fmla="*/ 303 h 953"/>
                  <a:gd name="T46" fmla="*/ 777 w 402"/>
                  <a:gd name="T47" fmla="*/ 336 h 953"/>
                  <a:gd name="T48" fmla="*/ 763 w 402"/>
                  <a:gd name="T49" fmla="*/ 394 h 953"/>
                  <a:gd name="T50" fmla="*/ 754 w 402"/>
                  <a:gd name="T51" fmla="*/ 449 h 953"/>
                  <a:gd name="T52" fmla="*/ 748 w 402"/>
                  <a:gd name="T53" fmla="*/ 502 h 953"/>
                  <a:gd name="T54" fmla="*/ 763 w 402"/>
                  <a:gd name="T55" fmla="*/ 465 h 953"/>
                  <a:gd name="T56" fmla="*/ 774 w 402"/>
                  <a:gd name="T57" fmla="*/ 492 h 953"/>
                  <a:gd name="T58" fmla="*/ 774 w 402"/>
                  <a:gd name="T59" fmla="*/ 492 h 953"/>
                  <a:gd name="T60" fmla="*/ 777 w 402"/>
                  <a:gd name="T61" fmla="*/ 386 h 953"/>
                  <a:gd name="T62" fmla="*/ 798 w 402"/>
                  <a:gd name="T63" fmla="*/ 292 h 953"/>
                  <a:gd name="T64" fmla="*/ 813 w 402"/>
                  <a:gd name="T65" fmla="*/ 190 h 953"/>
                  <a:gd name="T66" fmla="*/ 848 w 402"/>
                  <a:gd name="T67" fmla="*/ 94 h 953"/>
                  <a:gd name="T68" fmla="*/ 951 w 402"/>
                  <a:gd name="T69" fmla="*/ 344 h 953"/>
                  <a:gd name="T70" fmla="*/ 973 w 402"/>
                  <a:gd name="T71" fmla="*/ 277 h 953"/>
                  <a:gd name="T72" fmla="*/ 148 w 402"/>
                  <a:gd name="T73" fmla="*/ 1951 h 953"/>
                  <a:gd name="T74" fmla="*/ 125 w 402"/>
                  <a:gd name="T75" fmla="*/ 2081 h 953"/>
                  <a:gd name="T76" fmla="*/ 125 w 402"/>
                  <a:gd name="T77" fmla="*/ 2081 h 953"/>
                  <a:gd name="T78" fmla="*/ 73 w 402"/>
                  <a:gd name="T79" fmla="*/ 2291 h 953"/>
                  <a:gd name="T80" fmla="*/ 20 w 402"/>
                  <a:gd name="T81" fmla="*/ 2222 h 953"/>
                  <a:gd name="T82" fmla="*/ 42 w 402"/>
                  <a:gd name="T83" fmla="*/ 2096 h 953"/>
                  <a:gd name="T84" fmla="*/ 83 w 402"/>
                  <a:gd name="T85" fmla="*/ 1777 h 953"/>
                  <a:gd name="T86" fmla="*/ 203 w 402"/>
                  <a:gd name="T87" fmla="*/ 1417 h 953"/>
                  <a:gd name="T88" fmla="*/ 206 w 402"/>
                  <a:gd name="T89" fmla="*/ 1571 h 95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02" h="953">
                    <a:moveTo>
                      <a:pt x="399" y="114"/>
                    </a:moveTo>
                    <a:cubicBezTo>
                      <a:pt x="389" y="69"/>
                      <a:pt x="375" y="41"/>
                      <a:pt x="354" y="29"/>
                    </a:cubicBezTo>
                    <a:cubicBezTo>
                      <a:pt x="341" y="21"/>
                      <a:pt x="327" y="20"/>
                      <a:pt x="310" y="24"/>
                    </a:cubicBezTo>
                    <a:cubicBezTo>
                      <a:pt x="306" y="25"/>
                      <a:pt x="306" y="22"/>
                      <a:pt x="306" y="22"/>
                    </a:cubicBezTo>
                    <a:cubicBezTo>
                      <a:pt x="305" y="11"/>
                      <a:pt x="305" y="11"/>
                      <a:pt x="305" y="11"/>
                    </a:cubicBezTo>
                    <a:cubicBezTo>
                      <a:pt x="313" y="4"/>
                      <a:pt x="313" y="4"/>
                      <a:pt x="313" y="4"/>
                    </a:cubicBezTo>
                    <a:cubicBezTo>
                      <a:pt x="309" y="0"/>
                      <a:pt x="309" y="0"/>
                      <a:pt x="309" y="0"/>
                    </a:cubicBezTo>
                    <a:cubicBezTo>
                      <a:pt x="309" y="0"/>
                      <a:pt x="306" y="3"/>
                      <a:pt x="303" y="5"/>
                    </a:cubicBezTo>
                    <a:cubicBezTo>
                      <a:pt x="302" y="6"/>
                      <a:pt x="299" y="6"/>
                      <a:pt x="299" y="6"/>
                    </a:cubicBezTo>
                    <a:cubicBezTo>
                      <a:pt x="296" y="4"/>
                      <a:pt x="292" y="2"/>
                      <a:pt x="287" y="0"/>
                    </a:cubicBezTo>
                    <a:cubicBezTo>
                      <a:pt x="285" y="6"/>
                      <a:pt x="285" y="6"/>
                      <a:pt x="285" y="6"/>
                    </a:cubicBezTo>
                    <a:cubicBezTo>
                      <a:pt x="289" y="8"/>
                      <a:pt x="293" y="10"/>
                      <a:pt x="295" y="11"/>
                    </a:cubicBezTo>
                    <a:cubicBezTo>
                      <a:pt x="296" y="11"/>
                      <a:pt x="297" y="16"/>
                      <a:pt x="297" y="16"/>
                    </a:cubicBezTo>
                    <a:cubicBezTo>
                      <a:pt x="298" y="24"/>
                      <a:pt x="298" y="24"/>
                      <a:pt x="298" y="24"/>
                    </a:cubicBezTo>
                    <a:cubicBezTo>
                      <a:pt x="298" y="24"/>
                      <a:pt x="300" y="28"/>
                      <a:pt x="295" y="30"/>
                    </a:cubicBezTo>
                    <a:cubicBezTo>
                      <a:pt x="266" y="43"/>
                      <a:pt x="225" y="71"/>
                      <a:pt x="189" y="111"/>
                    </a:cubicBezTo>
                    <a:cubicBezTo>
                      <a:pt x="151" y="154"/>
                      <a:pt x="105" y="226"/>
                      <a:pt x="98" y="330"/>
                    </a:cubicBezTo>
                    <a:cubicBezTo>
                      <a:pt x="85" y="515"/>
                      <a:pt x="81" y="552"/>
                      <a:pt x="81" y="552"/>
                    </a:cubicBezTo>
                    <a:cubicBezTo>
                      <a:pt x="81" y="552"/>
                      <a:pt x="78" y="566"/>
                      <a:pt x="73" y="577"/>
                    </a:cubicBezTo>
                    <a:cubicBezTo>
                      <a:pt x="58" y="604"/>
                      <a:pt x="33" y="651"/>
                      <a:pt x="26" y="730"/>
                    </a:cubicBezTo>
                    <a:cubicBezTo>
                      <a:pt x="19" y="813"/>
                      <a:pt x="14" y="832"/>
                      <a:pt x="12" y="845"/>
                    </a:cubicBezTo>
                    <a:cubicBezTo>
                      <a:pt x="12" y="845"/>
                      <a:pt x="9" y="858"/>
                      <a:pt x="9" y="859"/>
                    </a:cubicBezTo>
                    <a:cubicBezTo>
                      <a:pt x="5" y="870"/>
                      <a:pt x="0" y="893"/>
                      <a:pt x="0" y="913"/>
                    </a:cubicBezTo>
                    <a:cubicBezTo>
                      <a:pt x="0" y="926"/>
                      <a:pt x="2" y="938"/>
                      <a:pt x="8" y="944"/>
                    </a:cubicBezTo>
                    <a:cubicBezTo>
                      <a:pt x="12" y="948"/>
                      <a:pt x="19" y="953"/>
                      <a:pt x="32" y="949"/>
                    </a:cubicBezTo>
                    <a:cubicBezTo>
                      <a:pt x="57" y="942"/>
                      <a:pt x="63" y="922"/>
                      <a:pt x="63" y="901"/>
                    </a:cubicBezTo>
                    <a:cubicBezTo>
                      <a:pt x="63" y="892"/>
                      <a:pt x="62" y="882"/>
                      <a:pt x="61" y="873"/>
                    </a:cubicBezTo>
                    <a:cubicBezTo>
                      <a:pt x="61" y="873"/>
                      <a:pt x="59" y="855"/>
                      <a:pt x="59" y="855"/>
                    </a:cubicBezTo>
                    <a:cubicBezTo>
                      <a:pt x="59" y="854"/>
                      <a:pt x="59" y="853"/>
                      <a:pt x="59" y="852"/>
                    </a:cubicBezTo>
                    <a:cubicBezTo>
                      <a:pt x="59" y="836"/>
                      <a:pt x="63" y="823"/>
                      <a:pt x="68" y="804"/>
                    </a:cubicBezTo>
                    <a:cubicBezTo>
                      <a:pt x="73" y="786"/>
                      <a:pt x="80" y="764"/>
                      <a:pt x="86" y="731"/>
                    </a:cubicBezTo>
                    <a:cubicBezTo>
                      <a:pt x="91" y="702"/>
                      <a:pt x="93" y="672"/>
                      <a:pt x="93" y="645"/>
                    </a:cubicBezTo>
                    <a:cubicBezTo>
                      <a:pt x="93" y="625"/>
                      <a:pt x="92" y="607"/>
                      <a:pt x="91" y="592"/>
                    </a:cubicBezTo>
                    <a:cubicBezTo>
                      <a:pt x="91" y="581"/>
                      <a:pt x="93" y="554"/>
                      <a:pt x="93" y="554"/>
                    </a:cubicBezTo>
                    <a:cubicBezTo>
                      <a:pt x="93" y="553"/>
                      <a:pt x="97" y="517"/>
                      <a:pt x="110" y="331"/>
                    </a:cubicBezTo>
                    <a:cubicBezTo>
                      <a:pt x="123" y="147"/>
                      <a:pt x="264" y="50"/>
                      <a:pt x="314" y="36"/>
                    </a:cubicBezTo>
                    <a:cubicBezTo>
                      <a:pt x="319" y="34"/>
                      <a:pt x="325" y="34"/>
                      <a:pt x="330" y="34"/>
                    </a:cubicBezTo>
                    <a:cubicBezTo>
                      <a:pt x="335" y="34"/>
                      <a:pt x="335" y="37"/>
                      <a:pt x="334" y="39"/>
                    </a:cubicBezTo>
                    <a:cubicBezTo>
                      <a:pt x="332" y="51"/>
                      <a:pt x="331" y="63"/>
                      <a:pt x="327" y="75"/>
                    </a:cubicBezTo>
                    <a:cubicBezTo>
                      <a:pt x="325" y="82"/>
                      <a:pt x="323" y="88"/>
                      <a:pt x="321" y="95"/>
                    </a:cubicBezTo>
                    <a:cubicBezTo>
                      <a:pt x="320" y="100"/>
                      <a:pt x="320" y="105"/>
                      <a:pt x="320" y="110"/>
                    </a:cubicBezTo>
                    <a:cubicBezTo>
                      <a:pt x="320" y="112"/>
                      <a:pt x="319" y="115"/>
                      <a:pt x="319" y="115"/>
                    </a:cubicBezTo>
                    <a:cubicBezTo>
                      <a:pt x="318" y="117"/>
                      <a:pt x="317" y="119"/>
                      <a:pt x="316" y="120"/>
                    </a:cubicBezTo>
                    <a:cubicBezTo>
                      <a:pt x="313" y="127"/>
                      <a:pt x="303" y="140"/>
                      <a:pt x="296" y="142"/>
                    </a:cubicBezTo>
                    <a:cubicBezTo>
                      <a:pt x="297" y="146"/>
                      <a:pt x="297" y="146"/>
                      <a:pt x="297" y="146"/>
                    </a:cubicBezTo>
                    <a:cubicBezTo>
                      <a:pt x="305" y="143"/>
                      <a:pt x="315" y="130"/>
                      <a:pt x="318" y="124"/>
                    </a:cubicBezTo>
                    <a:cubicBezTo>
                      <a:pt x="319" y="124"/>
                      <a:pt x="320" y="124"/>
                      <a:pt x="320" y="126"/>
                    </a:cubicBezTo>
                    <a:cubicBezTo>
                      <a:pt x="320" y="130"/>
                      <a:pt x="320" y="134"/>
                      <a:pt x="319" y="138"/>
                    </a:cubicBezTo>
                    <a:cubicBezTo>
                      <a:pt x="319" y="144"/>
                      <a:pt x="317" y="149"/>
                      <a:pt x="316" y="154"/>
                    </a:cubicBezTo>
                    <a:cubicBezTo>
                      <a:pt x="313" y="162"/>
                      <a:pt x="313" y="162"/>
                      <a:pt x="313" y="162"/>
                    </a:cubicBezTo>
                    <a:cubicBezTo>
                      <a:pt x="312" y="166"/>
                      <a:pt x="312" y="170"/>
                      <a:pt x="312" y="173"/>
                    </a:cubicBezTo>
                    <a:cubicBezTo>
                      <a:pt x="311" y="175"/>
                      <a:pt x="310" y="182"/>
                      <a:pt x="309" y="184"/>
                    </a:cubicBezTo>
                    <a:cubicBezTo>
                      <a:pt x="306" y="191"/>
                      <a:pt x="304" y="199"/>
                      <a:pt x="307" y="206"/>
                    </a:cubicBezTo>
                    <a:cubicBezTo>
                      <a:pt x="307" y="206"/>
                      <a:pt x="307" y="206"/>
                      <a:pt x="307" y="206"/>
                    </a:cubicBezTo>
                    <a:cubicBezTo>
                      <a:pt x="305" y="201"/>
                      <a:pt x="309" y="195"/>
                      <a:pt x="311" y="190"/>
                    </a:cubicBezTo>
                    <a:cubicBezTo>
                      <a:pt x="311" y="189"/>
                      <a:pt x="313" y="189"/>
                      <a:pt x="313" y="191"/>
                    </a:cubicBezTo>
                    <a:cubicBezTo>
                      <a:pt x="313" y="194"/>
                      <a:pt x="316" y="198"/>
                      <a:pt x="317" y="202"/>
                    </a:cubicBezTo>
                    <a:cubicBezTo>
                      <a:pt x="317" y="202"/>
                      <a:pt x="317" y="202"/>
                      <a:pt x="317" y="202"/>
                    </a:cubicBezTo>
                    <a:cubicBezTo>
                      <a:pt x="317" y="202"/>
                      <a:pt x="317" y="202"/>
                      <a:pt x="317" y="202"/>
                    </a:cubicBezTo>
                    <a:cubicBezTo>
                      <a:pt x="317" y="202"/>
                      <a:pt x="317" y="202"/>
                      <a:pt x="317" y="202"/>
                    </a:cubicBezTo>
                    <a:cubicBezTo>
                      <a:pt x="314" y="188"/>
                      <a:pt x="314" y="178"/>
                      <a:pt x="317" y="165"/>
                    </a:cubicBezTo>
                    <a:cubicBezTo>
                      <a:pt x="319" y="158"/>
                      <a:pt x="319" y="158"/>
                      <a:pt x="319" y="158"/>
                    </a:cubicBezTo>
                    <a:cubicBezTo>
                      <a:pt x="321" y="152"/>
                      <a:pt x="325" y="145"/>
                      <a:pt x="326" y="138"/>
                    </a:cubicBezTo>
                    <a:cubicBezTo>
                      <a:pt x="327" y="132"/>
                      <a:pt x="328" y="126"/>
                      <a:pt x="328" y="120"/>
                    </a:cubicBezTo>
                    <a:cubicBezTo>
                      <a:pt x="328" y="112"/>
                      <a:pt x="327" y="104"/>
                      <a:pt x="329" y="96"/>
                    </a:cubicBezTo>
                    <a:cubicBezTo>
                      <a:pt x="330" y="90"/>
                      <a:pt x="332" y="84"/>
                      <a:pt x="334" y="78"/>
                    </a:cubicBezTo>
                    <a:cubicBezTo>
                      <a:pt x="339" y="65"/>
                      <a:pt x="340" y="53"/>
                      <a:pt x="342" y="39"/>
                    </a:cubicBezTo>
                    <a:cubicBezTo>
                      <a:pt x="342" y="38"/>
                      <a:pt x="343" y="36"/>
                      <a:pt x="348" y="39"/>
                    </a:cubicBezTo>
                    <a:cubicBezTo>
                      <a:pt x="365" y="50"/>
                      <a:pt x="379" y="76"/>
                      <a:pt x="387" y="116"/>
                    </a:cubicBezTo>
                    <a:cubicBezTo>
                      <a:pt x="389" y="125"/>
                      <a:pt x="390" y="141"/>
                      <a:pt x="390" y="141"/>
                    </a:cubicBezTo>
                    <a:cubicBezTo>
                      <a:pt x="402" y="141"/>
                      <a:pt x="402" y="141"/>
                      <a:pt x="402" y="141"/>
                    </a:cubicBezTo>
                    <a:cubicBezTo>
                      <a:pt x="402" y="140"/>
                      <a:pt x="401" y="123"/>
                      <a:pt x="399" y="114"/>
                    </a:cubicBezTo>
                    <a:close/>
                    <a:moveTo>
                      <a:pt x="78" y="729"/>
                    </a:moveTo>
                    <a:cubicBezTo>
                      <a:pt x="72" y="762"/>
                      <a:pt x="66" y="784"/>
                      <a:pt x="61" y="801"/>
                    </a:cubicBezTo>
                    <a:cubicBezTo>
                      <a:pt x="55" y="822"/>
                      <a:pt x="51" y="835"/>
                      <a:pt x="51" y="852"/>
                    </a:cubicBezTo>
                    <a:cubicBezTo>
                      <a:pt x="51" y="853"/>
                      <a:pt x="51" y="854"/>
                      <a:pt x="51" y="855"/>
                    </a:cubicBezTo>
                    <a:cubicBezTo>
                      <a:pt x="51" y="855"/>
                      <a:pt x="51" y="855"/>
                      <a:pt x="51" y="855"/>
                    </a:cubicBezTo>
                    <a:cubicBezTo>
                      <a:pt x="51" y="855"/>
                      <a:pt x="51" y="855"/>
                      <a:pt x="51" y="855"/>
                    </a:cubicBezTo>
                    <a:cubicBezTo>
                      <a:pt x="53" y="874"/>
                      <a:pt x="53" y="874"/>
                      <a:pt x="53" y="874"/>
                    </a:cubicBezTo>
                    <a:cubicBezTo>
                      <a:pt x="57" y="903"/>
                      <a:pt x="60" y="932"/>
                      <a:pt x="30" y="941"/>
                    </a:cubicBezTo>
                    <a:cubicBezTo>
                      <a:pt x="23" y="943"/>
                      <a:pt x="17" y="943"/>
                      <a:pt x="14" y="939"/>
                    </a:cubicBezTo>
                    <a:cubicBezTo>
                      <a:pt x="9" y="934"/>
                      <a:pt x="8" y="924"/>
                      <a:pt x="8" y="913"/>
                    </a:cubicBezTo>
                    <a:cubicBezTo>
                      <a:pt x="8" y="896"/>
                      <a:pt x="12" y="874"/>
                      <a:pt x="17" y="861"/>
                    </a:cubicBezTo>
                    <a:cubicBezTo>
                      <a:pt x="17" y="861"/>
                      <a:pt x="17" y="861"/>
                      <a:pt x="17" y="861"/>
                    </a:cubicBezTo>
                    <a:cubicBezTo>
                      <a:pt x="20" y="847"/>
                      <a:pt x="20" y="847"/>
                      <a:pt x="20" y="847"/>
                    </a:cubicBezTo>
                    <a:cubicBezTo>
                      <a:pt x="22" y="833"/>
                      <a:pt x="27" y="814"/>
                      <a:pt x="34" y="730"/>
                    </a:cubicBezTo>
                    <a:cubicBezTo>
                      <a:pt x="41" y="653"/>
                      <a:pt x="65" y="608"/>
                      <a:pt x="80" y="580"/>
                    </a:cubicBezTo>
                    <a:cubicBezTo>
                      <a:pt x="81" y="578"/>
                      <a:pt x="83" y="579"/>
                      <a:pt x="83" y="582"/>
                    </a:cubicBezTo>
                    <a:cubicBezTo>
                      <a:pt x="83" y="585"/>
                      <a:pt x="83" y="588"/>
                      <a:pt x="83" y="592"/>
                    </a:cubicBezTo>
                    <a:cubicBezTo>
                      <a:pt x="84" y="607"/>
                      <a:pt x="85" y="625"/>
                      <a:pt x="85" y="645"/>
                    </a:cubicBezTo>
                    <a:cubicBezTo>
                      <a:pt x="85" y="672"/>
                      <a:pt x="83" y="701"/>
                      <a:pt x="78" y="72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0" name="Freeform 230">
                <a:extLst>
                  <a:ext uri="{FF2B5EF4-FFF2-40B4-BE49-F238E27FC236}">
                    <a16:creationId xmlns:a16="http://schemas.microsoft.com/office/drawing/2014/main" id="{352776B0-FA7A-4501-A868-3B376475A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2120"/>
                <a:ext cx="62" cy="160"/>
              </a:xfrm>
              <a:custGeom>
                <a:avLst/>
                <a:gdLst>
                  <a:gd name="T0" fmla="*/ 96 w 46"/>
                  <a:gd name="T1" fmla="*/ 0 h 119"/>
                  <a:gd name="T2" fmla="*/ 69 w 46"/>
                  <a:gd name="T3" fmla="*/ 93 h 119"/>
                  <a:gd name="T4" fmla="*/ 16 w 46"/>
                  <a:gd name="T5" fmla="*/ 233 h 119"/>
                  <a:gd name="T6" fmla="*/ 0 w 46"/>
                  <a:gd name="T7" fmla="*/ 289 h 119"/>
                  <a:gd name="T8" fmla="*/ 0 w 46"/>
                  <a:gd name="T9" fmla="*/ 289 h 119"/>
                  <a:gd name="T10" fmla="*/ 22 w 46"/>
                  <a:gd name="T11" fmla="*/ 241 h 119"/>
                  <a:gd name="T12" fmla="*/ 84 w 46"/>
                  <a:gd name="T13" fmla="*/ 98 h 119"/>
                  <a:gd name="T14" fmla="*/ 111 w 46"/>
                  <a:gd name="T15" fmla="*/ 0 h 119"/>
                  <a:gd name="T16" fmla="*/ 96 w 46"/>
                  <a:gd name="T17" fmla="*/ 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19">
                    <a:moveTo>
                      <a:pt x="39" y="0"/>
                    </a:moveTo>
                    <a:cubicBezTo>
                      <a:pt x="40" y="13"/>
                      <a:pt x="34" y="25"/>
                      <a:pt x="28" y="38"/>
                    </a:cubicBezTo>
                    <a:cubicBezTo>
                      <a:pt x="19" y="57"/>
                      <a:pt x="14" y="77"/>
                      <a:pt x="7" y="96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9" y="99"/>
                      <a:pt x="9" y="99"/>
                      <a:pt x="9" y="99"/>
                    </a:cubicBezTo>
                    <a:cubicBezTo>
                      <a:pt x="16" y="80"/>
                      <a:pt x="25" y="59"/>
                      <a:pt x="34" y="40"/>
                    </a:cubicBezTo>
                    <a:cubicBezTo>
                      <a:pt x="40" y="27"/>
                      <a:pt x="46" y="14"/>
                      <a:pt x="45" y="0"/>
                    </a:cubicBezTo>
                    <a:lnTo>
                      <a:pt x="39" y="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1" name="Freeform 231">
                <a:extLst>
                  <a:ext uri="{FF2B5EF4-FFF2-40B4-BE49-F238E27FC236}">
                    <a16:creationId xmlns:a16="http://schemas.microsoft.com/office/drawing/2014/main" id="{6FBFE02F-8BD0-486C-989A-65E38D7E0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1646"/>
                <a:ext cx="133" cy="564"/>
              </a:xfrm>
              <a:custGeom>
                <a:avLst/>
                <a:gdLst>
                  <a:gd name="T0" fmla="*/ 238 w 99"/>
                  <a:gd name="T1" fmla="*/ 397 h 419"/>
                  <a:gd name="T2" fmla="*/ 235 w 99"/>
                  <a:gd name="T3" fmla="*/ 339 h 419"/>
                  <a:gd name="T4" fmla="*/ 227 w 99"/>
                  <a:gd name="T5" fmla="*/ 256 h 419"/>
                  <a:gd name="T6" fmla="*/ 224 w 99"/>
                  <a:gd name="T7" fmla="*/ 203 h 419"/>
                  <a:gd name="T8" fmla="*/ 206 w 99"/>
                  <a:gd name="T9" fmla="*/ 0 h 419"/>
                  <a:gd name="T10" fmla="*/ 185 w 99"/>
                  <a:gd name="T11" fmla="*/ 22 h 419"/>
                  <a:gd name="T12" fmla="*/ 210 w 99"/>
                  <a:gd name="T13" fmla="*/ 203 h 419"/>
                  <a:gd name="T14" fmla="*/ 214 w 99"/>
                  <a:gd name="T15" fmla="*/ 258 h 419"/>
                  <a:gd name="T16" fmla="*/ 220 w 99"/>
                  <a:gd name="T17" fmla="*/ 339 h 419"/>
                  <a:gd name="T18" fmla="*/ 224 w 99"/>
                  <a:gd name="T19" fmla="*/ 397 h 419"/>
                  <a:gd name="T20" fmla="*/ 220 w 99"/>
                  <a:gd name="T21" fmla="*/ 459 h 419"/>
                  <a:gd name="T22" fmla="*/ 138 w 99"/>
                  <a:gd name="T23" fmla="*/ 598 h 419"/>
                  <a:gd name="T24" fmla="*/ 116 w 99"/>
                  <a:gd name="T25" fmla="*/ 629 h 419"/>
                  <a:gd name="T26" fmla="*/ 101 w 99"/>
                  <a:gd name="T27" fmla="*/ 649 h 419"/>
                  <a:gd name="T28" fmla="*/ 83 w 99"/>
                  <a:gd name="T29" fmla="*/ 677 h 419"/>
                  <a:gd name="T30" fmla="*/ 28 w 99"/>
                  <a:gd name="T31" fmla="*/ 774 h 419"/>
                  <a:gd name="T32" fmla="*/ 0 w 99"/>
                  <a:gd name="T33" fmla="*/ 938 h 419"/>
                  <a:gd name="T34" fmla="*/ 1 w 99"/>
                  <a:gd name="T35" fmla="*/ 980 h 419"/>
                  <a:gd name="T36" fmla="*/ 1 w 99"/>
                  <a:gd name="T37" fmla="*/ 1020 h 419"/>
                  <a:gd name="T38" fmla="*/ 16 w 99"/>
                  <a:gd name="T39" fmla="*/ 1022 h 419"/>
                  <a:gd name="T40" fmla="*/ 16 w 99"/>
                  <a:gd name="T41" fmla="*/ 979 h 419"/>
                  <a:gd name="T42" fmla="*/ 15 w 99"/>
                  <a:gd name="T43" fmla="*/ 938 h 419"/>
                  <a:gd name="T44" fmla="*/ 43 w 99"/>
                  <a:gd name="T45" fmla="*/ 777 h 419"/>
                  <a:gd name="T46" fmla="*/ 79 w 99"/>
                  <a:gd name="T47" fmla="*/ 707 h 419"/>
                  <a:gd name="T48" fmla="*/ 79 w 99"/>
                  <a:gd name="T49" fmla="*/ 711 h 419"/>
                  <a:gd name="T50" fmla="*/ 75 w 99"/>
                  <a:gd name="T51" fmla="*/ 766 h 419"/>
                  <a:gd name="T52" fmla="*/ 90 w 99"/>
                  <a:gd name="T53" fmla="*/ 770 h 419"/>
                  <a:gd name="T54" fmla="*/ 94 w 99"/>
                  <a:gd name="T55" fmla="*/ 711 h 419"/>
                  <a:gd name="T56" fmla="*/ 98 w 99"/>
                  <a:gd name="T57" fmla="*/ 682 h 419"/>
                  <a:gd name="T58" fmla="*/ 114 w 99"/>
                  <a:gd name="T59" fmla="*/ 658 h 419"/>
                  <a:gd name="T60" fmla="*/ 128 w 99"/>
                  <a:gd name="T61" fmla="*/ 635 h 419"/>
                  <a:gd name="T62" fmla="*/ 150 w 99"/>
                  <a:gd name="T63" fmla="*/ 607 h 419"/>
                  <a:gd name="T64" fmla="*/ 193 w 99"/>
                  <a:gd name="T65" fmla="*/ 548 h 419"/>
                  <a:gd name="T66" fmla="*/ 202 w 99"/>
                  <a:gd name="T67" fmla="*/ 549 h 419"/>
                  <a:gd name="T68" fmla="*/ 191 w 99"/>
                  <a:gd name="T69" fmla="*/ 629 h 419"/>
                  <a:gd name="T70" fmla="*/ 163 w 99"/>
                  <a:gd name="T71" fmla="*/ 826 h 419"/>
                  <a:gd name="T72" fmla="*/ 150 w 99"/>
                  <a:gd name="T73" fmla="*/ 859 h 419"/>
                  <a:gd name="T74" fmla="*/ 133 w 99"/>
                  <a:gd name="T75" fmla="*/ 896 h 419"/>
                  <a:gd name="T76" fmla="*/ 148 w 99"/>
                  <a:gd name="T77" fmla="*/ 902 h 419"/>
                  <a:gd name="T78" fmla="*/ 163 w 99"/>
                  <a:gd name="T79" fmla="*/ 864 h 419"/>
                  <a:gd name="T80" fmla="*/ 177 w 99"/>
                  <a:gd name="T81" fmla="*/ 832 h 419"/>
                  <a:gd name="T82" fmla="*/ 206 w 99"/>
                  <a:gd name="T83" fmla="*/ 629 h 419"/>
                  <a:gd name="T84" fmla="*/ 224 w 99"/>
                  <a:gd name="T85" fmla="*/ 528 h 419"/>
                  <a:gd name="T86" fmla="*/ 235 w 99"/>
                  <a:gd name="T87" fmla="*/ 464 h 419"/>
                  <a:gd name="T88" fmla="*/ 238 w 99"/>
                  <a:gd name="T89" fmla="*/ 397 h 41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99" h="419">
                    <a:moveTo>
                      <a:pt x="98" y="163"/>
                    </a:moveTo>
                    <a:cubicBezTo>
                      <a:pt x="97" y="139"/>
                      <a:pt x="97" y="139"/>
                      <a:pt x="97" y="139"/>
                    </a:cubicBezTo>
                    <a:cubicBezTo>
                      <a:pt x="96" y="126"/>
                      <a:pt x="95" y="114"/>
                      <a:pt x="94" y="105"/>
                    </a:cubicBezTo>
                    <a:cubicBezTo>
                      <a:pt x="94" y="102"/>
                      <a:pt x="93" y="94"/>
                      <a:pt x="92" y="83"/>
                    </a:cubicBezTo>
                    <a:cubicBezTo>
                      <a:pt x="89" y="44"/>
                      <a:pt x="86" y="9"/>
                      <a:pt x="85" y="0"/>
                    </a:cubicBezTo>
                    <a:cubicBezTo>
                      <a:pt x="77" y="9"/>
                      <a:pt x="77" y="9"/>
                      <a:pt x="77" y="9"/>
                    </a:cubicBezTo>
                    <a:cubicBezTo>
                      <a:pt x="80" y="14"/>
                      <a:pt x="84" y="61"/>
                      <a:pt x="86" y="83"/>
                    </a:cubicBezTo>
                    <a:cubicBezTo>
                      <a:pt x="87" y="95"/>
                      <a:pt x="88" y="103"/>
                      <a:pt x="88" y="106"/>
                    </a:cubicBezTo>
                    <a:cubicBezTo>
                      <a:pt x="89" y="114"/>
                      <a:pt x="90" y="127"/>
                      <a:pt x="91" y="139"/>
                    </a:cubicBezTo>
                    <a:cubicBezTo>
                      <a:pt x="92" y="163"/>
                      <a:pt x="92" y="163"/>
                      <a:pt x="92" y="163"/>
                    </a:cubicBezTo>
                    <a:cubicBezTo>
                      <a:pt x="93" y="172"/>
                      <a:pt x="92" y="180"/>
                      <a:pt x="91" y="188"/>
                    </a:cubicBezTo>
                    <a:cubicBezTo>
                      <a:pt x="86" y="206"/>
                      <a:pt x="70" y="228"/>
                      <a:pt x="57" y="245"/>
                    </a:cubicBezTo>
                    <a:cubicBezTo>
                      <a:pt x="48" y="258"/>
                      <a:pt x="48" y="258"/>
                      <a:pt x="48" y="258"/>
                    </a:cubicBezTo>
                    <a:cubicBezTo>
                      <a:pt x="42" y="266"/>
                      <a:pt x="42" y="266"/>
                      <a:pt x="42" y="266"/>
                    </a:cubicBezTo>
                    <a:cubicBezTo>
                      <a:pt x="40" y="270"/>
                      <a:pt x="35" y="277"/>
                      <a:pt x="34" y="278"/>
                    </a:cubicBezTo>
                    <a:cubicBezTo>
                      <a:pt x="26" y="290"/>
                      <a:pt x="18" y="303"/>
                      <a:pt x="12" y="317"/>
                    </a:cubicBezTo>
                    <a:cubicBezTo>
                      <a:pt x="3" y="339"/>
                      <a:pt x="1" y="362"/>
                      <a:pt x="0" y="385"/>
                    </a:cubicBezTo>
                    <a:cubicBezTo>
                      <a:pt x="0" y="389"/>
                      <a:pt x="0" y="396"/>
                      <a:pt x="1" y="402"/>
                    </a:cubicBezTo>
                    <a:cubicBezTo>
                      <a:pt x="1" y="408"/>
                      <a:pt x="2" y="414"/>
                      <a:pt x="1" y="418"/>
                    </a:cubicBezTo>
                    <a:cubicBezTo>
                      <a:pt x="7" y="419"/>
                      <a:pt x="7" y="419"/>
                      <a:pt x="7" y="419"/>
                    </a:cubicBezTo>
                    <a:cubicBezTo>
                      <a:pt x="8" y="415"/>
                      <a:pt x="7" y="408"/>
                      <a:pt x="7" y="401"/>
                    </a:cubicBezTo>
                    <a:cubicBezTo>
                      <a:pt x="6" y="395"/>
                      <a:pt x="6" y="389"/>
                      <a:pt x="6" y="385"/>
                    </a:cubicBezTo>
                    <a:cubicBezTo>
                      <a:pt x="7" y="363"/>
                      <a:pt x="9" y="340"/>
                      <a:pt x="18" y="319"/>
                    </a:cubicBezTo>
                    <a:cubicBezTo>
                      <a:pt x="22" y="309"/>
                      <a:pt x="27" y="299"/>
                      <a:pt x="33" y="290"/>
                    </a:cubicBezTo>
                    <a:cubicBezTo>
                      <a:pt x="33" y="291"/>
                      <a:pt x="33" y="291"/>
                      <a:pt x="33" y="291"/>
                    </a:cubicBezTo>
                    <a:cubicBezTo>
                      <a:pt x="34" y="298"/>
                      <a:pt x="34" y="305"/>
                      <a:pt x="31" y="314"/>
                    </a:cubicBezTo>
                    <a:cubicBezTo>
                      <a:pt x="37" y="316"/>
                      <a:pt x="37" y="316"/>
                      <a:pt x="37" y="316"/>
                    </a:cubicBezTo>
                    <a:cubicBezTo>
                      <a:pt x="40" y="305"/>
                      <a:pt x="40" y="297"/>
                      <a:pt x="39" y="291"/>
                    </a:cubicBezTo>
                    <a:cubicBezTo>
                      <a:pt x="39" y="287"/>
                      <a:pt x="39" y="283"/>
                      <a:pt x="40" y="280"/>
                    </a:cubicBezTo>
                    <a:cubicBezTo>
                      <a:pt x="42" y="277"/>
                      <a:pt x="45" y="273"/>
                      <a:pt x="47" y="270"/>
                    </a:cubicBezTo>
                    <a:cubicBezTo>
                      <a:pt x="53" y="261"/>
                      <a:pt x="53" y="261"/>
                      <a:pt x="53" y="261"/>
                    </a:cubicBezTo>
                    <a:cubicBezTo>
                      <a:pt x="62" y="249"/>
                      <a:pt x="62" y="249"/>
                      <a:pt x="62" y="249"/>
                    </a:cubicBezTo>
                    <a:cubicBezTo>
                      <a:pt x="68" y="241"/>
                      <a:pt x="74" y="233"/>
                      <a:pt x="80" y="224"/>
                    </a:cubicBezTo>
                    <a:cubicBezTo>
                      <a:pt x="82" y="221"/>
                      <a:pt x="84" y="221"/>
                      <a:pt x="83" y="225"/>
                    </a:cubicBezTo>
                    <a:cubicBezTo>
                      <a:pt x="81" y="236"/>
                      <a:pt x="79" y="247"/>
                      <a:pt x="79" y="258"/>
                    </a:cubicBezTo>
                    <a:cubicBezTo>
                      <a:pt x="79" y="286"/>
                      <a:pt x="77" y="310"/>
                      <a:pt x="67" y="339"/>
                    </a:cubicBezTo>
                    <a:cubicBezTo>
                      <a:pt x="62" y="352"/>
                      <a:pt x="62" y="352"/>
                      <a:pt x="62" y="352"/>
                    </a:cubicBezTo>
                    <a:cubicBezTo>
                      <a:pt x="55" y="368"/>
                      <a:pt x="55" y="368"/>
                      <a:pt x="55" y="368"/>
                    </a:cubicBezTo>
                    <a:cubicBezTo>
                      <a:pt x="61" y="370"/>
                      <a:pt x="61" y="370"/>
                      <a:pt x="61" y="370"/>
                    </a:cubicBezTo>
                    <a:cubicBezTo>
                      <a:pt x="67" y="354"/>
                      <a:pt x="67" y="354"/>
                      <a:pt x="67" y="354"/>
                    </a:cubicBezTo>
                    <a:cubicBezTo>
                      <a:pt x="73" y="341"/>
                      <a:pt x="73" y="341"/>
                      <a:pt x="73" y="341"/>
                    </a:cubicBezTo>
                    <a:cubicBezTo>
                      <a:pt x="83" y="311"/>
                      <a:pt x="85" y="286"/>
                      <a:pt x="85" y="258"/>
                    </a:cubicBezTo>
                    <a:cubicBezTo>
                      <a:pt x="85" y="244"/>
                      <a:pt x="88" y="230"/>
                      <a:pt x="92" y="216"/>
                    </a:cubicBezTo>
                    <a:cubicBezTo>
                      <a:pt x="94" y="207"/>
                      <a:pt x="96" y="198"/>
                      <a:pt x="97" y="190"/>
                    </a:cubicBezTo>
                    <a:cubicBezTo>
                      <a:pt x="99" y="182"/>
                      <a:pt x="99" y="170"/>
                      <a:pt x="98" y="16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2" name="Freeform 232">
                <a:extLst>
                  <a:ext uri="{FF2B5EF4-FFF2-40B4-BE49-F238E27FC236}">
                    <a16:creationId xmlns:a16="http://schemas.microsoft.com/office/drawing/2014/main" id="{43AE025B-21B5-42B5-9AAB-C495E74D5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2383"/>
                <a:ext cx="179" cy="189"/>
              </a:xfrm>
              <a:custGeom>
                <a:avLst/>
                <a:gdLst>
                  <a:gd name="T0" fmla="*/ 281 w 133"/>
                  <a:gd name="T1" fmla="*/ 153 h 140"/>
                  <a:gd name="T2" fmla="*/ 284 w 133"/>
                  <a:gd name="T3" fmla="*/ 142 h 140"/>
                  <a:gd name="T4" fmla="*/ 324 w 133"/>
                  <a:gd name="T5" fmla="*/ 77 h 140"/>
                  <a:gd name="T6" fmla="*/ 315 w 133"/>
                  <a:gd name="T7" fmla="*/ 74 h 140"/>
                  <a:gd name="T8" fmla="*/ 253 w 133"/>
                  <a:gd name="T9" fmla="*/ 150 h 140"/>
                  <a:gd name="T10" fmla="*/ 192 w 133"/>
                  <a:gd name="T11" fmla="*/ 142 h 140"/>
                  <a:gd name="T12" fmla="*/ 167 w 133"/>
                  <a:gd name="T13" fmla="*/ 89 h 140"/>
                  <a:gd name="T14" fmla="*/ 174 w 133"/>
                  <a:gd name="T15" fmla="*/ 74 h 140"/>
                  <a:gd name="T16" fmla="*/ 225 w 133"/>
                  <a:gd name="T17" fmla="*/ 7 h 140"/>
                  <a:gd name="T18" fmla="*/ 221 w 133"/>
                  <a:gd name="T19" fmla="*/ 0 h 140"/>
                  <a:gd name="T20" fmla="*/ 214 w 133"/>
                  <a:gd name="T21" fmla="*/ 7 h 140"/>
                  <a:gd name="T22" fmla="*/ 214 w 133"/>
                  <a:gd name="T23" fmla="*/ 7 h 140"/>
                  <a:gd name="T24" fmla="*/ 104 w 133"/>
                  <a:gd name="T25" fmla="*/ 128 h 140"/>
                  <a:gd name="T26" fmla="*/ 30 w 133"/>
                  <a:gd name="T27" fmla="*/ 248 h 140"/>
                  <a:gd name="T28" fmla="*/ 12 w 133"/>
                  <a:gd name="T29" fmla="*/ 301 h 140"/>
                  <a:gd name="T30" fmla="*/ 0 w 133"/>
                  <a:gd name="T31" fmla="*/ 344 h 140"/>
                  <a:gd name="T32" fmla="*/ 0 w 133"/>
                  <a:gd name="T33" fmla="*/ 344 h 140"/>
                  <a:gd name="T34" fmla="*/ 20 w 133"/>
                  <a:gd name="T35" fmla="*/ 304 h 140"/>
                  <a:gd name="T36" fmla="*/ 40 w 133"/>
                  <a:gd name="T37" fmla="*/ 251 h 140"/>
                  <a:gd name="T38" fmla="*/ 106 w 133"/>
                  <a:gd name="T39" fmla="*/ 135 h 140"/>
                  <a:gd name="T40" fmla="*/ 153 w 133"/>
                  <a:gd name="T41" fmla="*/ 97 h 140"/>
                  <a:gd name="T42" fmla="*/ 157 w 133"/>
                  <a:gd name="T43" fmla="*/ 99 h 140"/>
                  <a:gd name="T44" fmla="*/ 188 w 133"/>
                  <a:gd name="T45" fmla="*/ 150 h 140"/>
                  <a:gd name="T46" fmla="*/ 205 w 133"/>
                  <a:gd name="T47" fmla="*/ 161 h 140"/>
                  <a:gd name="T48" fmla="*/ 206 w 133"/>
                  <a:gd name="T49" fmla="*/ 167 h 140"/>
                  <a:gd name="T50" fmla="*/ 206 w 133"/>
                  <a:gd name="T51" fmla="*/ 267 h 140"/>
                  <a:gd name="T52" fmla="*/ 218 w 133"/>
                  <a:gd name="T53" fmla="*/ 267 h 140"/>
                  <a:gd name="T54" fmla="*/ 218 w 133"/>
                  <a:gd name="T55" fmla="*/ 167 h 140"/>
                  <a:gd name="T56" fmla="*/ 221 w 133"/>
                  <a:gd name="T57" fmla="*/ 165 h 140"/>
                  <a:gd name="T58" fmla="*/ 240 w 133"/>
                  <a:gd name="T59" fmla="*/ 162 h 140"/>
                  <a:gd name="T60" fmla="*/ 245 w 133"/>
                  <a:gd name="T61" fmla="*/ 170 h 140"/>
                  <a:gd name="T62" fmla="*/ 248 w 133"/>
                  <a:gd name="T63" fmla="*/ 198 h 140"/>
                  <a:gd name="T64" fmla="*/ 248 w 133"/>
                  <a:gd name="T65" fmla="*/ 219 h 140"/>
                  <a:gd name="T66" fmla="*/ 252 w 133"/>
                  <a:gd name="T67" fmla="*/ 230 h 140"/>
                  <a:gd name="T68" fmla="*/ 252 w 133"/>
                  <a:gd name="T69" fmla="*/ 262 h 140"/>
                  <a:gd name="T70" fmla="*/ 262 w 133"/>
                  <a:gd name="T71" fmla="*/ 255 h 140"/>
                  <a:gd name="T72" fmla="*/ 261 w 133"/>
                  <a:gd name="T73" fmla="*/ 230 h 140"/>
                  <a:gd name="T74" fmla="*/ 258 w 133"/>
                  <a:gd name="T75" fmla="*/ 217 h 140"/>
                  <a:gd name="T76" fmla="*/ 258 w 133"/>
                  <a:gd name="T77" fmla="*/ 197 h 140"/>
                  <a:gd name="T78" fmla="*/ 253 w 133"/>
                  <a:gd name="T79" fmla="*/ 165 h 140"/>
                  <a:gd name="T80" fmla="*/ 258 w 133"/>
                  <a:gd name="T81" fmla="*/ 161 h 140"/>
                  <a:gd name="T82" fmla="*/ 266 w 133"/>
                  <a:gd name="T83" fmla="*/ 155 h 140"/>
                  <a:gd name="T84" fmla="*/ 271 w 133"/>
                  <a:gd name="T85" fmla="*/ 157 h 140"/>
                  <a:gd name="T86" fmla="*/ 277 w 133"/>
                  <a:gd name="T87" fmla="*/ 197 h 140"/>
                  <a:gd name="T88" fmla="*/ 289 w 133"/>
                  <a:gd name="T89" fmla="*/ 251 h 140"/>
                  <a:gd name="T90" fmla="*/ 300 w 133"/>
                  <a:gd name="T91" fmla="*/ 246 h 140"/>
                  <a:gd name="T92" fmla="*/ 288 w 133"/>
                  <a:gd name="T93" fmla="*/ 197 h 140"/>
                  <a:gd name="T94" fmla="*/ 281 w 133"/>
                  <a:gd name="T95" fmla="*/ 153 h 14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33" h="140">
                    <a:moveTo>
                      <a:pt x="115" y="62"/>
                    </a:moveTo>
                    <a:cubicBezTo>
                      <a:pt x="115" y="61"/>
                      <a:pt x="116" y="58"/>
                      <a:pt x="117" y="58"/>
                    </a:cubicBezTo>
                    <a:cubicBezTo>
                      <a:pt x="125" y="51"/>
                      <a:pt x="131" y="40"/>
                      <a:pt x="133" y="31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27" y="41"/>
                      <a:pt x="116" y="57"/>
                      <a:pt x="104" y="61"/>
                    </a:cubicBezTo>
                    <a:cubicBezTo>
                      <a:pt x="95" y="64"/>
                      <a:pt x="86" y="63"/>
                      <a:pt x="79" y="58"/>
                    </a:cubicBezTo>
                    <a:cubicBezTo>
                      <a:pt x="73" y="53"/>
                      <a:pt x="69" y="45"/>
                      <a:pt x="68" y="36"/>
                    </a:cubicBezTo>
                    <a:cubicBezTo>
                      <a:pt x="68" y="35"/>
                      <a:pt x="70" y="31"/>
                      <a:pt x="71" y="30"/>
                    </a:cubicBezTo>
                    <a:cubicBezTo>
                      <a:pt x="82" y="19"/>
                      <a:pt x="92" y="7"/>
                      <a:pt x="92" y="3"/>
                    </a:cubicBezTo>
                    <a:cubicBezTo>
                      <a:pt x="92" y="1"/>
                      <a:pt x="91" y="1"/>
                      <a:pt x="91" y="0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8"/>
                      <a:pt x="49" y="47"/>
                      <a:pt x="42" y="52"/>
                    </a:cubicBezTo>
                    <a:cubicBezTo>
                      <a:pt x="24" y="64"/>
                      <a:pt x="17" y="84"/>
                      <a:pt x="12" y="101"/>
                    </a:cubicBezTo>
                    <a:cubicBezTo>
                      <a:pt x="10" y="108"/>
                      <a:pt x="8" y="115"/>
                      <a:pt x="5" y="122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8" y="124"/>
                      <a:pt x="8" y="124"/>
                      <a:pt x="8" y="124"/>
                    </a:cubicBezTo>
                    <a:cubicBezTo>
                      <a:pt x="11" y="116"/>
                      <a:pt x="14" y="109"/>
                      <a:pt x="16" y="102"/>
                    </a:cubicBezTo>
                    <a:cubicBezTo>
                      <a:pt x="21" y="85"/>
                      <a:pt x="28" y="66"/>
                      <a:pt x="44" y="55"/>
                    </a:cubicBezTo>
                    <a:cubicBezTo>
                      <a:pt x="46" y="54"/>
                      <a:pt x="54" y="47"/>
                      <a:pt x="63" y="39"/>
                    </a:cubicBezTo>
                    <a:cubicBezTo>
                      <a:pt x="63" y="38"/>
                      <a:pt x="65" y="39"/>
                      <a:pt x="65" y="40"/>
                    </a:cubicBezTo>
                    <a:cubicBezTo>
                      <a:pt x="66" y="49"/>
                      <a:pt x="70" y="56"/>
                      <a:pt x="77" y="61"/>
                    </a:cubicBezTo>
                    <a:cubicBezTo>
                      <a:pt x="79" y="63"/>
                      <a:pt x="81" y="64"/>
                      <a:pt x="84" y="65"/>
                    </a:cubicBezTo>
                    <a:cubicBezTo>
                      <a:pt x="84" y="65"/>
                      <a:pt x="85" y="67"/>
                      <a:pt x="85" y="68"/>
                    </a:cubicBezTo>
                    <a:cubicBezTo>
                      <a:pt x="83" y="83"/>
                      <a:pt x="85" y="103"/>
                      <a:pt x="85" y="109"/>
                    </a:cubicBezTo>
                    <a:cubicBezTo>
                      <a:pt x="89" y="109"/>
                      <a:pt x="89" y="109"/>
                      <a:pt x="89" y="109"/>
                    </a:cubicBezTo>
                    <a:cubicBezTo>
                      <a:pt x="89" y="103"/>
                      <a:pt x="87" y="83"/>
                      <a:pt x="89" y="68"/>
                    </a:cubicBezTo>
                    <a:cubicBezTo>
                      <a:pt x="89" y="68"/>
                      <a:pt x="91" y="67"/>
                      <a:pt x="91" y="67"/>
                    </a:cubicBezTo>
                    <a:cubicBezTo>
                      <a:pt x="94" y="67"/>
                      <a:pt x="96" y="67"/>
                      <a:pt x="98" y="66"/>
                    </a:cubicBezTo>
                    <a:cubicBezTo>
                      <a:pt x="99" y="66"/>
                      <a:pt x="100" y="68"/>
                      <a:pt x="100" y="69"/>
                    </a:cubicBezTo>
                    <a:cubicBezTo>
                      <a:pt x="101" y="73"/>
                      <a:pt x="101" y="77"/>
                      <a:pt x="102" y="81"/>
                    </a:cubicBezTo>
                    <a:cubicBezTo>
                      <a:pt x="102" y="89"/>
                      <a:pt x="102" y="89"/>
                      <a:pt x="102" y="89"/>
                    </a:cubicBezTo>
                    <a:cubicBezTo>
                      <a:pt x="103" y="93"/>
                      <a:pt x="103" y="93"/>
                      <a:pt x="103" y="93"/>
                    </a:cubicBezTo>
                    <a:cubicBezTo>
                      <a:pt x="104" y="97"/>
                      <a:pt x="104" y="104"/>
                      <a:pt x="103" y="107"/>
                    </a:cubicBezTo>
                    <a:cubicBezTo>
                      <a:pt x="108" y="104"/>
                      <a:pt x="108" y="104"/>
                      <a:pt x="108" y="104"/>
                    </a:cubicBezTo>
                    <a:cubicBezTo>
                      <a:pt x="108" y="101"/>
                      <a:pt x="108" y="97"/>
                      <a:pt x="107" y="93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5" y="76"/>
                      <a:pt x="105" y="72"/>
                      <a:pt x="104" y="67"/>
                    </a:cubicBezTo>
                    <a:cubicBezTo>
                      <a:pt x="104" y="66"/>
                      <a:pt x="105" y="65"/>
                      <a:pt x="106" y="65"/>
                    </a:cubicBezTo>
                    <a:cubicBezTo>
                      <a:pt x="107" y="64"/>
                      <a:pt x="108" y="64"/>
                      <a:pt x="109" y="63"/>
                    </a:cubicBezTo>
                    <a:cubicBezTo>
                      <a:pt x="109" y="63"/>
                      <a:pt x="111" y="64"/>
                      <a:pt x="111" y="64"/>
                    </a:cubicBezTo>
                    <a:cubicBezTo>
                      <a:pt x="113" y="70"/>
                      <a:pt x="113" y="75"/>
                      <a:pt x="114" y="80"/>
                    </a:cubicBezTo>
                    <a:cubicBezTo>
                      <a:pt x="115" y="88"/>
                      <a:pt x="116" y="95"/>
                      <a:pt x="119" y="102"/>
                    </a:cubicBezTo>
                    <a:cubicBezTo>
                      <a:pt x="123" y="100"/>
                      <a:pt x="123" y="100"/>
                      <a:pt x="123" y="100"/>
                    </a:cubicBezTo>
                    <a:cubicBezTo>
                      <a:pt x="120" y="94"/>
                      <a:pt x="119" y="87"/>
                      <a:pt x="118" y="80"/>
                    </a:cubicBezTo>
                    <a:cubicBezTo>
                      <a:pt x="117" y="75"/>
                      <a:pt x="116" y="68"/>
                      <a:pt x="115" y="6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3" name="Freeform 233">
                <a:extLst>
                  <a:ext uri="{FF2B5EF4-FFF2-40B4-BE49-F238E27FC236}">
                    <a16:creationId xmlns:a16="http://schemas.microsoft.com/office/drawing/2014/main" id="{54386ADA-616B-42EC-B4F1-8AEB341CEB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0" y="2436"/>
                <a:ext cx="176" cy="275"/>
              </a:xfrm>
              <a:custGeom>
                <a:avLst/>
                <a:gdLst>
                  <a:gd name="T0" fmla="*/ 271 w 131"/>
                  <a:gd name="T1" fmla="*/ 48 h 205"/>
                  <a:gd name="T2" fmla="*/ 304 w 131"/>
                  <a:gd name="T3" fmla="*/ 338 h 205"/>
                  <a:gd name="T4" fmla="*/ 294 w 131"/>
                  <a:gd name="T5" fmla="*/ 384 h 205"/>
                  <a:gd name="T6" fmla="*/ 249 w 131"/>
                  <a:gd name="T7" fmla="*/ 149 h 205"/>
                  <a:gd name="T8" fmla="*/ 246 w 131"/>
                  <a:gd name="T9" fmla="*/ 154 h 205"/>
                  <a:gd name="T10" fmla="*/ 253 w 131"/>
                  <a:gd name="T11" fmla="*/ 327 h 205"/>
                  <a:gd name="T12" fmla="*/ 240 w 131"/>
                  <a:gd name="T13" fmla="*/ 457 h 205"/>
                  <a:gd name="T14" fmla="*/ 226 w 131"/>
                  <a:gd name="T15" fmla="*/ 288 h 205"/>
                  <a:gd name="T16" fmla="*/ 214 w 131"/>
                  <a:gd name="T17" fmla="*/ 200 h 205"/>
                  <a:gd name="T18" fmla="*/ 204 w 131"/>
                  <a:gd name="T19" fmla="*/ 204 h 205"/>
                  <a:gd name="T20" fmla="*/ 191 w 131"/>
                  <a:gd name="T21" fmla="*/ 190 h 205"/>
                  <a:gd name="T22" fmla="*/ 199 w 131"/>
                  <a:gd name="T23" fmla="*/ 444 h 205"/>
                  <a:gd name="T24" fmla="*/ 196 w 131"/>
                  <a:gd name="T25" fmla="*/ 475 h 205"/>
                  <a:gd name="T26" fmla="*/ 185 w 131"/>
                  <a:gd name="T27" fmla="*/ 439 h 205"/>
                  <a:gd name="T28" fmla="*/ 177 w 131"/>
                  <a:gd name="T29" fmla="*/ 346 h 205"/>
                  <a:gd name="T30" fmla="*/ 175 w 131"/>
                  <a:gd name="T31" fmla="*/ 255 h 205"/>
                  <a:gd name="T32" fmla="*/ 156 w 131"/>
                  <a:gd name="T33" fmla="*/ 169 h 205"/>
                  <a:gd name="T34" fmla="*/ 142 w 131"/>
                  <a:gd name="T35" fmla="*/ 280 h 205"/>
                  <a:gd name="T36" fmla="*/ 150 w 131"/>
                  <a:gd name="T37" fmla="*/ 433 h 205"/>
                  <a:gd name="T38" fmla="*/ 136 w 131"/>
                  <a:gd name="T39" fmla="*/ 433 h 205"/>
                  <a:gd name="T40" fmla="*/ 132 w 131"/>
                  <a:gd name="T41" fmla="*/ 331 h 205"/>
                  <a:gd name="T42" fmla="*/ 101 w 131"/>
                  <a:gd name="T43" fmla="*/ 122 h 205"/>
                  <a:gd name="T44" fmla="*/ 93 w 131"/>
                  <a:gd name="T45" fmla="*/ 0 h 205"/>
                  <a:gd name="T46" fmla="*/ 56 w 131"/>
                  <a:gd name="T47" fmla="*/ 135 h 205"/>
                  <a:gd name="T48" fmla="*/ 0 w 131"/>
                  <a:gd name="T49" fmla="*/ 205 h 205"/>
                  <a:gd name="T50" fmla="*/ 86 w 131"/>
                  <a:gd name="T51" fmla="*/ 107 h 205"/>
                  <a:gd name="T52" fmla="*/ 105 w 131"/>
                  <a:gd name="T53" fmla="*/ 243 h 205"/>
                  <a:gd name="T54" fmla="*/ 125 w 131"/>
                  <a:gd name="T55" fmla="*/ 384 h 205"/>
                  <a:gd name="T56" fmla="*/ 138 w 131"/>
                  <a:gd name="T57" fmla="*/ 465 h 205"/>
                  <a:gd name="T58" fmla="*/ 157 w 131"/>
                  <a:gd name="T59" fmla="*/ 397 h 205"/>
                  <a:gd name="T60" fmla="*/ 156 w 131"/>
                  <a:gd name="T61" fmla="*/ 227 h 205"/>
                  <a:gd name="T62" fmla="*/ 164 w 131"/>
                  <a:gd name="T63" fmla="*/ 278 h 205"/>
                  <a:gd name="T64" fmla="*/ 177 w 131"/>
                  <a:gd name="T65" fmla="*/ 431 h 205"/>
                  <a:gd name="T66" fmla="*/ 184 w 131"/>
                  <a:gd name="T67" fmla="*/ 486 h 205"/>
                  <a:gd name="T68" fmla="*/ 210 w 131"/>
                  <a:gd name="T69" fmla="*/ 444 h 205"/>
                  <a:gd name="T70" fmla="*/ 204 w 131"/>
                  <a:gd name="T71" fmla="*/ 217 h 205"/>
                  <a:gd name="T72" fmla="*/ 214 w 131"/>
                  <a:gd name="T73" fmla="*/ 212 h 205"/>
                  <a:gd name="T74" fmla="*/ 232 w 131"/>
                  <a:gd name="T75" fmla="*/ 464 h 205"/>
                  <a:gd name="T76" fmla="*/ 259 w 131"/>
                  <a:gd name="T77" fmla="*/ 291 h 205"/>
                  <a:gd name="T78" fmla="*/ 262 w 131"/>
                  <a:gd name="T79" fmla="*/ 199 h 205"/>
                  <a:gd name="T80" fmla="*/ 288 w 131"/>
                  <a:gd name="T81" fmla="*/ 394 h 205"/>
                  <a:gd name="T82" fmla="*/ 312 w 131"/>
                  <a:gd name="T83" fmla="*/ 338 h 205"/>
                  <a:gd name="T84" fmla="*/ 157 w 131"/>
                  <a:gd name="T85" fmla="*/ 217 h 205"/>
                  <a:gd name="T86" fmla="*/ 161 w 131"/>
                  <a:gd name="T87" fmla="*/ 184 h 20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31" h="205">
                    <a:moveTo>
                      <a:pt x="130" y="84"/>
                    </a:moveTo>
                    <a:cubicBezTo>
                      <a:pt x="129" y="62"/>
                      <a:pt x="127" y="37"/>
                      <a:pt x="115" y="18"/>
                    </a:cubicBezTo>
                    <a:cubicBezTo>
                      <a:pt x="112" y="20"/>
                      <a:pt x="112" y="20"/>
                      <a:pt x="112" y="20"/>
                    </a:cubicBezTo>
                    <a:cubicBezTo>
                      <a:pt x="123" y="38"/>
                      <a:pt x="125" y="63"/>
                      <a:pt x="126" y="84"/>
                    </a:cubicBezTo>
                    <a:cubicBezTo>
                      <a:pt x="126" y="94"/>
                      <a:pt x="126" y="103"/>
                      <a:pt x="126" y="112"/>
                    </a:cubicBezTo>
                    <a:cubicBezTo>
                      <a:pt x="126" y="121"/>
                      <a:pt x="126" y="131"/>
                      <a:pt x="125" y="140"/>
                    </a:cubicBezTo>
                    <a:cubicBezTo>
                      <a:pt x="125" y="143"/>
                      <a:pt x="125" y="143"/>
                      <a:pt x="125" y="143"/>
                    </a:cubicBezTo>
                    <a:cubicBezTo>
                      <a:pt x="124" y="147"/>
                      <a:pt x="124" y="154"/>
                      <a:pt x="122" y="158"/>
                    </a:cubicBezTo>
                    <a:cubicBezTo>
                      <a:pt x="122" y="159"/>
                      <a:pt x="121" y="159"/>
                      <a:pt x="121" y="159"/>
                    </a:cubicBezTo>
                    <a:cubicBezTo>
                      <a:pt x="118" y="146"/>
                      <a:pt x="118" y="133"/>
                      <a:pt x="117" y="121"/>
                    </a:cubicBezTo>
                    <a:cubicBezTo>
                      <a:pt x="116" y="100"/>
                      <a:pt x="115" y="79"/>
                      <a:pt x="106" y="60"/>
                    </a:cubicBezTo>
                    <a:cubicBezTo>
                      <a:pt x="103" y="62"/>
                      <a:pt x="103" y="62"/>
                      <a:pt x="103" y="62"/>
                    </a:cubicBezTo>
                    <a:cubicBezTo>
                      <a:pt x="105" y="67"/>
                      <a:pt x="107" y="72"/>
                      <a:pt x="108" y="77"/>
                    </a:cubicBezTo>
                    <a:cubicBezTo>
                      <a:pt x="107" y="78"/>
                      <a:pt x="105" y="79"/>
                      <a:pt x="104" y="79"/>
                    </a:cubicBezTo>
                    <a:cubicBezTo>
                      <a:pt x="103" y="74"/>
                      <a:pt x="102" y="69"/>
                      <a:pt x="101" y="64"/>
                    </a:cubicBezTo>
                    <a:cubicBezTo>
                      <a:pt x="97" y="65"/>
                      <a:pt x="97" y="65"/>
                      <a:pt x="97" y="65"/>
                    </a:cubicBezTo>
                    <a:cubicBezTo>
                      <a:pt x="101" y="83"/>
                      <a:pt x="102" y="102"/>
                      <a:pt x="103" y="122"/>
                    </a:cubicBezTo>
                    <a:cubicBezTo>
                      <a:pt x="104" y="136"/>
                      <a:pt x="104" y="136"/>
                      <a:pt x="104" y="136"/>
                    </a:cubicBezTo>
                    <a:cubicBezTo>
                      <a:pt x="104" y="138"/>
                      <a:pt x="104" y="142"/>
                      <a:pt x="104" y="147"/>
                    </a:cubicBezTo>
                    <a:cubicBezTo>
                      <a:pt x="104" y="161"/>
                      <a:pt x="103" y="181"/>
                      <a:pt x="101" y="188"/>
                    </a:cubicBezTo>
                    <a:cubicBezTo>
                      <a:pt x="100" y="189"/>
                      <a:pt x="99" y="189"/>
                      <a:pt x="99" y="189"/>
                    </a:cubicBezTo>
                    <a:cubicBezTo>
                      <a:pt x="96" y="181"/>
                      <a:pt x="94" y="158"/>
                      <a:pt x="94" y="149"/>
                    </a:cubicBezTo>
                    <a:cubicBezTo>
                      <a:pt x="93" y="124"/>
                      <a:pt x="93" y="124"/>
                      <a:pt x="93" y="124"/>
                    </a:cubicBezTo>
                    <a:cubicBezTo>
                      <a:pt x="93" y="122"/>
                      <a:pt x="93" y="121"/>
                      <a:pt x="93" y="119"/>
                    </a:cubicBezTo>
                    <a:cubicBezTo>
                      <a:pt x="93" y="103"/>
                      <a:pt x="93" y="86"/>
                      <a:pt x="90" y="70"/>
                    </a:cubicBezTo>
                    <a:cubicBezTo>
                      <a:pt x="86" y="71"/>
                      <a:pt x="86" y="71"/>
                      <a:pt x="86" y="71"/>
                    </a:cubicBezTo>
                    <a:cubicBezTo>
                      <a:pt x="87" y="75"/>
                      <a:pt x="88" y="79"/>
                      <a:pt x="88" y="83"/>
                    </a:cubicBezTo>
                    <a:cubicBezTo>
                      <a:pt x="88" y="83"/>
                      <a:pt x="87" y="84"/>
                      <a:pt x="87" y="84"/>
                    </a:cubicBezTo>
                    <a:cubicBezTo>
                      <a:pt x="86" y="85"/>
                      <a:pt x="85" y="85"/>
                      <a:pt x="85" y="85"/>
                    </a:cubicBezTo>
                    <a:cubicBezTo>
                      <a:pt x="84" y="85"/>
                      <a:pt x="84" y="84"/>
                      <a:pt x="84" y="84"/>
                    </a:cubicBezTo>
                    <a:cubicBezTo>
                      <a:pt x="83" y="79"/>
                      <a:pt x="83" y="74"/>
                      <a:pt x="84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0" y="72"/>
                      <a:pt x="79" y="75"/>
                      <a:pt x="79" y="79"/>
                    </a:cubicBezTo>
                    <a:cubicBezTo>
                      <a:pt x="79" y="90"/>
                      <a:pt x="80" y="101"/>
                      <a:pt x="81" y="111"/>
                    </a:cubicBezTo>
                    <a:cubicBezTo>
                      <a:pt x="82" y="122"/>
                      <a:pt x="82" y="133"/>
                      <a:pt x="82" y="144"/>
                    </a:cubicBezTo>
                    <a:cubicBezTo>
                      <a:pt x="82" y="184"/>
                      <a:pt x="82" y="184"/>
                      <a:pt x="82" y="184"/>
                    </a:cubicBezTo>
                    <a:cubicBezTo>
                      <a:pt x="82" y="186"/>
                      <a:pt x="82" y="186"/>
                      <a:pt x="82" y="186"/>
                    </a:cubicBezTo>
                    <a:cubicBezTo>
                      <a:pt x="82" y="187"/>
                      <a:pt x="82" y="188"/>
                      <a:pt x="82" y="189"/>
                    </a:cubicBezTo>
                    <a:cubicBezTo>
                      <a:pt x="82" y="192"/>
                      <a:pt x="82" y="195"/>
                      <a:pt x="81" y="197"/>
                    </a:cubicBezTo>
                    <a:cubicBezTo>
                      <a:pt x="81" y="198"/>
                      <a:pt x="79" y="199"/>
                      <a:pt x="79" y="198"/>
                    </a:cubicBezTo>
                    <a:cubicBezTo>
                      <a:pt x="78" y="195"/>
                      <a:pt x="78" y="191"/>
                      <a:pt x="78" y="187"/>
                    </a:cubicBezTo>
                    <a:cubicBezTo>
                      <a:pt x="77" y="182"/>
                      <a:pt x="77" y="182"/>
                      <a:pt x="77" y="182"/>
                    </a:cubicBezTo>
                    <a:cubicBezTo>
                      <a:pt x="77" y="178"/>
                      <a:pt x="77" y="178"/>
                      <a:pt x="77" y="178"/>
                    </a:cubicBezTo>
                    <a:cubicBezTo>
                      <a:pt x="75" y="170"/>
                      <a:pt x="74" y="162"/>
                      <a:pt x="74" y="154"/>
                    </a:cubicBezTo>
                    <a:cubicBezTo>
                      <a:pt x="73" y="143"/>
                      <a:pt x="73" y="143"/>
                      <a:pt x="73" y="143"/>
                    </a:cubicBezTo>
                    <a:cubicBezTo>
                      <a:pt x="73" y="136"/>
                      <a:pt x="72" y="128"/>
                      <a:pt x="72" y="121"/>
                    </a:cubicBezTo>
                    <a:cubicBezTo>
                      <a:pt x="72" y="119"/>
                      <a:pt x="72" y="117"/>
                      <a:pt x="72" y="115"/>
                    </a:cubicBezTo>
                    <a:cubicBezTo>
                      <a:pt x="72" y="113"/>
                      <a:pt x="72" y="110"/>
                      <a:pt x="72" y="106"/>
                    </a:cubicBezTo>
                    <a:cubicBezTo>
                      <a:pt x="72" y="96"/>
                      <a:pt x="72" y="83"/>
                      <a:pt x="69" y="71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2" y="73"/>
                      <a:pt x="61" y="79"/>
                      <a:pt x="61" y="84"/>
                    </a:cubicBezTo>
                    <a:cubicBezTo>
                      <a:pt x="60" y="89"/>
                      <a:pt x="60" y="89"/>
                      <a:pt x="60" y="89"/>
                    </a:cubicBezTo>
                    <a:cubicBezTo>
                      <a:pt x="59" y="98"/>
                      <a:pt x="59" y="107"/>
                      <a:pt x="59" y="116"/>
                    </a:cubicBezTo>
                    <a:cubicBezTo>
                      <a:pt x="59" y="127"/>
                      <a:pt x="59" y="127"/>
                      <a:pt x="59" y="127"/>
                    </a:cubicBezTo>
                    <a:cubicBezTo>
                      <a:pt x="59" y="140"/>
                      <a:pt x="60" y="153"/>
                      <a:pt x="61" y="165"/>
                    </a:cubicBezTo>
                    <a:cubicBezTo>
                      <a:pt x="62" y="180"/>
                      <a:pt x="62" y="180"/>
                      <a:pt x="62" y="180"/>
                    </a:cubicBezTo>
                    <a:cubicBezTo>
                      <a:pt x="62" y="186"/>
                      <a:pt x="62" y="189"/>
                      <a:pt x="61" y="190"/>
                    </a:cubicBezTo>
                    <a:cubicBezTo>
                      <a:pt x="60" y="190"/>
                      <a:pt x="59" y="190"/>
                      <a:pt x="59" y="190"/>
                    </a:cubicBezTo>
                    <a:cubicBezTo>
                      <a:pt x="56" y="189"/>
                      <a:pt x="56" y="184"/>
                      <a:pt x="56" y="180"/>
                    </a:cubicBezTo>
                    <a:cubicBezTo>
                      <a:pt x="56" y="177"/>
                      <a:pt x="56" y="177"/>
                      <a:pt x="56" y="177"/>
                    </a:cubicBezTo>
                    <a:cubicBezTo>
                      <a:pt x="55" y="171"/>
                      <a:pt x="55" y="165"/>
                      <a:pt x="55" y="159"/>
                    </a:cubicBezTo>
                    <a:cubicBezTo>
                      <a:pt x="55" y="152"/>
                      <a:pt x="55" y="145"/>
                      <a:pt x="54" y="137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47" y="100"/>
                      <a:pt x="47" y="100"/>
                      <a:pt x="47" y="100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1" y="42"/>
                      <a:pt x="41" y="42"/>
                      <a:pt x="41" y="42"/>
                    </a:cubicBezTo>
                    <a:cubicBezTo>
                      <a:pt x="40" y="29"/>
                      <a:pt x="38" y="12"/>
                      <a:pt x="41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8"/>
                      <a:pt x="36" y="17"/>
                      <a:pt x="36" y="26"/>
                    </a:cubicBezTo>
                    <a:cubicBezTo>
                      <a:pt x="36" y="31"/>
                      <a:pt x="34" y="37"/>
                      <a:pt x="34" y="37"/>
                    </a:cubicBezTo>
                    <a:cubicBezTo>
                      <a:pt x="32" y="44"/>
                      <a:pt x="29" y="50"/>
                      <a:pt x="23" y="56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12" y="66"/>
                      <a:pt x="6" y="74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5" y="75"/>
                      <a:pt x="15" y="67"/>
                      <a:pt x="23" y="60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30" y="53"/>
                      <a:pt x="33" y="50"/>
                      <a:pt x="36" y="45"/>
                    </a:cubicBezTo>
                    <a:cubicBezTo>
                      <a:pt x="36" y="44"/>
                      <a:pt x="38" y="45"/>
                      <a:pt x="38" y="45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50" y="138"/>
                      <a:pt x="50" y="138"/>
                      <a:pt x="50" y="138"/>
                    </a:cubicBezTo>
                    <a:cubicBezTo>
                      <a:pt x="51" y="145"/>
                      <a:pt x="51" y="152"/>
                      <a:pt x="51" y="159"/>
                    </a:cubicBezTo>
                    <a:cubicBezTo>
                      <a:pt x="51" y="165"/>
                      <a:pt x="51" y="171"/>
                      <a:pt x="52" y="178"/>
                    </a:cubicBezTo>
                    <a:cubicBezTo>
                      <a:pt x="52" y="180"/>
                      <a:pt x="52" y="180"/>
                      <a:pt x="52" y="180"/>
                    </a:cubicBezTo>
                    <a:cubicBezTo>
                      <a:pt x="52" y="185"/>
                      <a:pt x="52" y="191"/>
                      <a:pt x="57" y="193"/>
                    </a:cubicBezTo>
                    <a:cubicBezTo>
                      <a:pt x="60" y="195"/>
                      <a:pt x="62" y="194"/>
                      <a:pt x="63" y="193"/>
                    </a:cubicBezTo>
                    <a:cubicBezTo>
                      <a:pt x="66" y="191"/>
                      <a:pt x="66" y="185"/>
                      <a:pt x="66" y="180"/>
                    </a:cubicBezTo>
                    <a:cubicBezTo>
                      <a:pt x="65" y="165"/>
                      <a:pt x="65" y="165"/>
                      <a:pt x="65" y="165"/>
                    </a:cubicBezTo>
                    <a:cubicBezTo>
                      <a:pt x="64" y="153"/>
                      <a:pt x="63" y="140"/>
                      <a:pt x="63" y="127"/>
                    </a:cubicBezTo>
                    <a:cubicBezTo>
                      <a:pt x="63" y="116"/>
                      <a:pt x="63" y="116"/>
                      <a:pt x="63" y="116"/>
                    </a:cubicBezTo>
                    <a:cubicBezTo>
                      <a:pt x="63" y="108"/>
                      <a:pt x="63" y="101"/>
                      <a:pt x="64" y="94"/>
                    </a:cubicBezTo>
                    <a:cubicBezTo>
                      <a:pt x="65" y="94"/>
                      <a:pt x="67" y="95"/>
                      <a:pt x="67" y="95"/>
                    </a:cubicBezTo>
                    <a:cubicBezTo>
                      <a:pt x="67" y="95"/>
                      <a:pt x="68" y="96"/>
                      <a:pt x="68" y="97"/>
                    </a:cubicBezTo>
                    <a:cubicBezTo>
                      <a:pt x="68" y="104"/>
                      <a:pt x="68" y="111"/>
                      <a:pt x="68" y="115"/>
                    </a:cubicBezTo>
                    <a:cubicBezTo>
                      <a:pt x="68" y="125"/>
                      <a:pt x="68" y="134"/>
                      <a:pt x="69" y="143"/>
                    </a:cubicBezTo>
                    <a:cubicBezTo>
                      <a:pt x="70" y="154"/>
                      <a:pt x="70" y="154"/>
                      <a:pt x="70" y="154"/>
                    </a:cubicBezTo>
                    <a:cubicBezTo>
                      <a:pt x="70" y="163"/>
                      <a:pt x="71" y="170"/>
                      <a:pt x="73" y="178"/>
                    </a:cubicBezTo>
                    <a:cubicBezTo>
                      <a:pt x="73" y="182"/>
                      <a:pt x="73" y="182"/>
                      <a:pt x="73" y="182"/>
                    </a:cubicBezTo>
                    <a:cubicBezTo>
                      <a:pt x="74" y="188"/>
                      <a:pt x="74" y="188"/>
                      <a:pt x="74" y="188"/>
                    </a:cubicBezTo>
                    <a:cubicBezTo>
                      <a:pt x="74" y="192"/>
                      <a:pt x="74" y="197"/>
                      <a:pt x="76" y="201"/>
                    </a:cubicBezTo>
                    <a:cubicBezTo>
                      <a:pt x="77" y="204"/>
                      <a:pt x="81" y="205"/>
                      <a:pt x="83" y="203"/>
                    </a:cubicBezTo>
                    <a:cubicBezTo>
                      <a:pt x="87" y="199"/>
                      <a:pt x="86" y="191"/>
                      <a:pt x="86" y="186"/>
                    </a:cubicBezTo>
                    <a:cubicBezTo>
                      <a:pt x="86" y="184"/>
                      <a:pt x="86" y="184"/>
                      <a:pt x="86" y="184"/>
                    </a:cubicBezTo>
                    <a:cubicBezTo>
                      <a:pt x="86" y="144"/>
                      <a:pt x="86" y="144"/>
                      <a:pt x="86" y="144"/>
                    </a:cubicBezTo>
                    <a:cubicBezTo>
                      <a:pt x="86" y="133"/>
                      <a:pt x="86" y="122"/>
                      <a:pt x="85" y="111"/>
                    </a:cubicBezTo>
                    <a:cubicBezTo>
                      <a:pt x="84" y="104"/>
                      <a:pt x="84" y="97"/>
                      <a:pt x="84" y="90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4" y="89"/>
                      <a:pt x="86" y="88"/>
                      <a:pt x="88" y="89"/>
                    </a:cubicBezTo>
                    <a:cubicBezTo>
                      <a:pt x="88" y="88"/>
                      <a:pt x="88" y="88"/>
                      <a:pt x="88" y="88"/>
                    </a:cubicBezTo>
                    <a:cubicBezTo>
                      <a:pt x="89" y="100"/>
                      <a:pt x="89" y="112"/>
                      <a:pt x="89" y="124"/>
                    </a:cubicBezTo>
                    <a:cubicBezTo>
                      <a:pt x="90" y="150"/>
                      <a:pt x="90" y="150"/>
                      <a:pt x="90" y="150"/>
                    </a:cubicBezTo>
                    <a:cubicBezTo>
                      <a:pt x="90" y="150"/>
                      <a:pt x="91" y="183"/>
                      <a:pt x="96" y="192"/>
                    </a:cubicBezTo>
                    <a:cubicBezTo>
                      <a:pt x="98" y="196"/>
                      <a:pt x="102" y="194"/>
                      <a:pt x="102" y="194"/>
                    </a:cubicBezTo>
                    <a:cubicBezTo>
                      <a:pt x="109" y="186"/>
                      <a:pt x="108" y="136"/>
                      <a:pt x="108" y="135"/>
                    </a:cubicBezTo>
                    <a:cubicBezTo>
                      <a:pt x="107" y="121"/>
                      <a:pt x="107" y="121"/>
                      <a:pt x="107" y="121"/>
                    </a:cubicBezTo>
                    <a:cubicBezTo>
                      <a:pt x="106" y="109"/>
                      <a:pt x="106" y="97"/>
                      <a:pt x="104" y="85"/>
                    </a:cubicBezTo>
                    <a:cubicBezTo>
                      <a:pt x="104" y="84"/>
                      <a:pt x="105" y="83"/>
                      <a:pt x="106" y="83"/>
                    </a:cubicBezTo>
                    <a:cubicBezTo>
                      <a:pt x="107" y="82"/>
                      <a:pt x="107" y="82"/>
                      <a:pt x="108" y="82"/>
                    </a:cubicBezTo>
                    <a:cubicBezTo>
                      <a:pt x="108" y="82"/>
                      <a:pt x="109" y="83"/>
                      <a:pt x="110" y="83"/>
                    </a:cubicBezTo>
                    <a:cubicBezTo>
                      <a:pt x="112" y="96"/>
                      <a:pt x="113" y="108"/>
                      <a:pt x="113" y="121"/>
                    </a:cubicBezTo>
                    <a:cubicBezTo>
                      <a:pt x="114" y="135"/>
                      <a:pt x="114" y="150"/>
                      <a:pt x="118" y="163"/>
                    </a:cubicBezTo>
                    <a:cubicBezTo>
                      <a:pt x="118" y="167"/>
                      <a:pt x="121" y="167"/>
                      <a:pt x="121" y="167"/>
                    </a:cubicBezTo>
                    <a:cubicBezTo>
                      <a:pt x="127" y="164"/>
                      <a:pt x="128" y="152"/>
                      <a:pt x="129" y="143"/>
                    </a:cubicBezTo>
                    <a:cubicBezTo>
                      <a:pt x="129" y="140"/>
                      <a:pt x="129" y="140"/>
                      <a:pt x="129" y="140"/>
                    </a:cubicBezTo>
                    <a:cubicBezTo>
                      <a:pt x="131" y="121"/>
                      <a:pt x="130" y="102"/>
                      <a:pt x="130" y="84"/>
                    </a:cubicBezTo>
                    <a:close/>
                    <a:moveTo>
                      <a:pt x="66" y="90"/>
                    </a:moveTo>
                    <a:cubicBezTo>
                      <a:pt x="66" y="90"/>
                      <a:pt x="66" y="90"/>
                      <a:pt x="65" y="90"/>
                    </a:cubicBezTo>
                    <a:cubicBezTo>
                      <a:pt x="65" y="90"/>
                      <a:pt x="64" y="88"/>
                      <a:pt x="64" y="88"/>
                    </a:cubicBezTo>
                    <a:cubicBezTo>
                      <a:pt x="65" y="84"/>
                      <a:pt x="65" y="84"/>
                      <a:pt x="65" y="84"/>
                    </a:cubicBezTo>
                    <a:cubicBezTo>
                      <a:pt x="65" y="81"/>
                      <a:pt x="65" y="79"/>
                      <a:pt x="66" y="76"/>
                    </a:cubicBezTo>
                    <a:cubicBezTo>
                      <a:pt x="67" y="80"/>
                      <a:pt x="67" y="85"/>
                      <a:pt x="68" y="89"/>
                    </a:cubicBezTo>
                    <a:cubicBezTo>
                      <a:pt x="68" y="89"/>
                      <a:pt x="67" y="90"/>
                      <a:pt x="66" y="9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4" name="Freeform 234">
                <a:extLst>
                  <a:ext uri="{FF2B5EF4-FFF2-40B4-BE49-F238E27FC236}">
                    <a16:creationId xmlns:a16="http://schemas.microsoft.com/office/drawing/2014/main" id="{69493112-BD72-453A-B861-C5B567A51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303"/>
                <a:ext cx="82" cy="729"/>
              </a:xfrm>
              <a:custGeom>
                <a:avLst/>
                <a:gdLst>
                  <a:gd name="T0" fmla="*/ 148 w 61"/>
                  <a:gd name="T1" fmla="*/ 1247 h 542"/>
                  <a:gd name="T2" fmla="*/ 121 w 61"/>
                  <a:gd name="T3" fmla="*/ 1084 h 542"/>
                  <a:gd name="T4" fmla="*/ 101 w 61"/>
                  <a:gd name="T5" fmla="*/ 881 h 542"/>
                  <a:gd name="T6" fmla="*/ 40 w 61"/>
                  <a:gd name="T7" fmla="*/ 577 h 542"/>
                  <a:gd name="T8" fmla="*/ 35 w 61"/>
                  <a:gd name="T9" fmla="*/ 472 h 542"/>
                  <a:gd name="T10" fmla="*/ 30 w 61"/>
                  <a:gd name="T11" fmla="*/ 418 h 542"/>
                  <a:gd name="T12" fmla="*/ 40 w 61"/>
                  <a:gd name="T13" fmla="*/ 319 h 542"/>
                  <a:gd name="T14" fmla="*/ 48 w 61"/>
                  <a:gd name="T15" fmla="*/ 227 h 542"/>
                  <a:gd name="T16" fmla="*/ 62 w 61"/>
                  <a:gd name="T17" fmla="*/ 121 h 542"/>
                  <a:gd name="T18" fmla="*/ 75 w 61"/>
                  <a:gd name="T19" fmla="*/ 5 h 542"/>
                  <a:gd name="T20" fmla="*/ 47 w 61"/>
                  <a:gd name="T21" fmla="*/ 0 h 542"/>
                  <a:gd name="T22" fmla="*/ 42 w 61"/>
                  <a:gd name="T23" fmla="*/ 117 h 542"/>
                  <a:gd name="T24" fmla="*/ 30 w 61"/>
                  <a:gd name="T25" fmla="*/ 227 h 542"/>
                  <a:gd name="T26" fmla="*/ 20 w 61"/>
                  <a:gd name="T27" fmla="*/ 316 h 542"/>
                  <a:gd name="T28" fmla="*/ 9 w 61"/>
                  <a:gd name="T29" fmla="*/ 418 h 542"/>
                  <a:gd name="T30" fmla="*/ 15 w 61"/>
                  <a:gd name="T31" fmla="*/ 473 h 542"/>
                  <a:gd name="T32" fmla="*/ 20 w 61"/>
                  <a:gd name="T33" fmla="*/ 573 h 542"/>
                  <a:gd name="T34" fmla="*/ 83 w 61"/>
                  <a:gd name="T35" fmla="*/ 888 h 542"/>
                  <a:gd name="T36" fmla="*/ 101 w 61"/>
                  <a:gd name="T37" fmla="*/ 1079 h 542"/>
                  <a:gd name="T38" fmla="*/ 105 w 61"/>
                  <a:gd name="T39" fmla="*/ 1190 h 542"/>
                  <a:gd name="T40" fmla="*/ 105 w 61"/>
                  <a:gd name="T41" fmla="*/ 1190 h 542"/>
                  <a:gd name="T42" fmla="*/ 22 w 61"/>
                  <a:gd name="T43" fmla="*/ 1289 h 542"/>
                  <a:gd name="T44" fmla="*/ 0 w 61"/>
                  <a:gd name="T45" fmla="*/ 1302 h 542"/>
                  <a:gd name="T46" fmla="*/ 9 w 61"/>
                  <a:gd name="T47" fmla="*/ 1319 h 542"/>
                  <a:gd name="T48" fmla="*/ 35 w 61"/>
                  <a:gd name="T49" fmla="*/ 1302 h 542"/>
                  <a:gd name="T50" fmla="*/ 105 w 61"/>
                  <a:gd name="T51" fmla="*/ 1241 h 542"/>
                  <a:gd name="T52" fmla="*/ 121 w 61"/>
                  <a:gd name="T53" fmla="*/ 1239 h 542"/>
                  <a:gd name="T54" fmla="*/ 133 w 61"/>
                  <a:gd name="T55" fmla="*/ 1258 h 542"/>
                  <a:gd name="T56" fmla="*/ 148 w 61"/>
                  <a:gd name="T57" fmla="*/ 1247 h 54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1" h="542">
                    <a:moveTo>
                      <a:pt x="61" y="512"/>
                    </a:moveTo>
                    <a:cubicBezTo>
                      <a:pt x="50" y="497"/>
                      <a:pt x="46" y="464"/>
                      <a:pt x="50" y="445"/>
                    </a:cubicBezTo>
                    <a:cubicBezTo>
                      <a:pt x="54" y="425"/>
                      <a:pt x="52" y="388"/>
                      <a:pt x="42" y="362"/>
                    </a:cubicBezTo>
                    <a:cubicBezTo>
                      <a:pt x="30" y="336"/>
                      <a:pt x="12" y="261"/>
                      <a:pt x="16" y="237"/>
                    </a:cubicBezTo>
                    <a:cubicBezTo>
                      <a:pt x="18" y="223"/>
                      <a:pt x="16" y="208"/>
                      <a:pt x="14" y="194"/>
                    </a:cubicBezTo>
                    <a:cubicBezTo>
                      <a:pt x="14" y="186"/>
                      <a:pt x="13" y="179"/>
                      <a:pt x="12" y="172"/>
                    </a:cubicBezTo>
                    <a:cubicBezTo>
                      <a:pt x="12" y="158"/>
                      <a:pt x="14" y="145"/>
                      <a:pt x="16" y="131"/>
                    </a:cubicBezTo>
                    <a:cubicBezTo>
                      <a:pt x="18" y="119"/>
                      <a:pt x="20" y="106"/>
                      <a:pt x="20" y="94"/>
                    </a:cubicBezTo>
                    <a:cubicBezTo>
                      <a:pt x="20" y="80"/>
                      <a:pt x="23" y="65"/>
                      <a:pt x="25" y="50"/>
                    </a:cubicBezTo>
                    <a:cubicBezTo>
                      <a:pt x="28" y="34"/>
                      <a:pt x="30" y="19"/>
                      <a:pt x="31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0" y="17"/>
                      <a:pt x="20" y="33"/>
                      <a:pt x="17" y="48"/>
                    </a:cubicBezTo>
                    <a:cubicBezTo>
                      <a:pt x="15" y="64"/>
                      <a:pt x="12" y="80"/>
                      <a:pt x="12" y="94"/>
                    </a:cubicBezTo>
                    <a:cubicBezTo>
                      <a:pt x="12" y="106"/>
                      <a:pt x="10" y="118"/>
                      <a:pt x="8" y="130"/>
                    </a:cubicBezTo>
                    <a:cubicBezTo>
                      <a:pt x="6" y="143"/>
                      <a:pt x="4" y="158"/>
                      <a:pt x="4" y="172"/>
                    </a:cubicBezTo>
                    <a:cubicBezTo>
                      <a:pt x="5" y="180"/>
                      <a:pt x="6" y="187"/>
                      <a:pt x="6" y="195"/>
                    </a:cubicBezTo>
                    <a:cubicBezTo>
                      <a:pt x="8" y="208"/>
                      <a:pt x="10" y="223"/>
                      <a:pt x="8" y="236"/>
                    </a:cubicBezTo>
                    <a:cubicBezTo>
                      <a:pt x="3" y="263"/>
                      <a:pt x="23" y="340"/>
                      <a:pt x="34" y="365"/>
                    </a:cubicBezTo>
                    <a:cubicBezTo>
                      <a:pt x="44" y="390"/>
                      <a:pt x="46" y="425"/>
                      <a:pt x="42" y="443"/>
                    </a:cubicBezTo>
                    <a:cubicBezTo>
                      <a:pt x="40" y="456"/>
                      <a:pt x="40" y="473"/>
                      <a:pt x="43" y="489"/>
                    </a:cubicBezTo>
                    <a:cubicBezTo>
                      <a:pt x="43" y="489"/>
                      <a:pt x="43" y="489"/>
                      <a:pt x="43" y="489"/>
                    </a:cubicBezTo>
                    <a:cubicBezTo>
                      <a:pt x="42" y="508"/>
                      <a:pt x="25" y="519"/>
                      <a:pt x="9" y="529"/>
                    </a:cubicBezTo>
                    <a:cubicBezTo>
                      <a:pt x="0" y="535"/>
                      <a:pt x="0" y="535"/>
                      <a:pt x="0" y="535"/>
                    </a:cubicBezTo>
                    <a:cubicBezTo>
                      <a:pt x="4" y="542"/>
                      <a:pt x="4" y="542"/>
                      <a:pt x="4" y="542"/>
                    </a:cubicBezTo>
                    <a:cubicBezTo>
                      <a:pt x="14" y="535"/>
                      <a:pt x="14" y="535"/>
                      <a:pt x="14" y="535"/>
                    </a:cubicBezTo>
                    <a:cubicBezTo>
                      <a:pt x="24" y="529"/>
                      <a:pt x="36" y="521"/>
                      <a:pt x="43" y="510"/>
                    </a:cubicBezTo>
                    <a:cubicBezTo>
                      <a:pt x="45" y="508"/>
                      <a:pt x="49" y="507"/>
                      <a:pt x="50" y="509"/>
                    </a:cubicBezTo>
                    <a:cubicBezTo>
                      <a:pt x="52" y="512"/>
                      <a:pt x="53" y="515"/>
                      <a:pt x="55" y="517"/>
                    </a:cubicBezTo>
                    <a:lnTo>
                      <a:pt x="61" y="512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5" name="Freeform 235">
                <a:extLst>
                  <a:ext uri="{FF2B5EF4-FFF2-40B4-BE49-F238E27FC236}">
                    <a16:creationId xmlns:a16="http://schemas.microsoft.com/office/drawing/2014/main" id="{B33EC0FF-1047-4F27-BDEA-AE54D8F241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7" y="1699"/>
                <a:ext cx="309" cy="2153"/>
              </a:xfrm>
              <a:custGeom>
                <a:avLst/>
                <a:gdLst>
                  <a:gd name="T0" fmla="*/ 16 w 230"/>
                  <a:gd name="T1" fmla="*/ 1494 h 1601"/>
                  <a:gd name="T2" fmla="*/ 94 w 230"/>
                  <a:gd name="T3" fmla="*/ 2517 h 1601"/>
                  <a:gd name="T4" fmla="*/ 142 w 230"/>
                  <a:gd name="T5" fmla="*/ 2922 h 1601"/>
                  <a:gd name="T6" fmla="*/ 193 w 230"/>
                  <a:gd name="T7" fmla="*/ 3561 h 1601"/>
                  <a:gd name="T8" fmla="*/ 279 w 230"/>
                  <a:gd name="T9" fmla="*/ 3893 h 1601"/>
                  <a:gd name="T10" fmla="*/ 271 w 230"/>
                  <a:gd name="T11" fmla="*/ 3823 h 1601"/>
                  <a:gd name="T12" fmla="*/ 216 w 230"/>
                  <a:gd name="T13" fmla="*/ 3572 h 1601"/>
                  <a:gd name="T14" fmla="*/ 179 w 230"/>
                  <a:gd name="T15" fmla="*/ 2921 h 1601"/>
                  <a:gd name="T16" fmla="*/ 142 w 230"/>
                  <a:gd name="T17" fmla="*/ 2512 h 1601"/>
                  <a:gd name="T18" fmla="*/ 114 w 230"/>
                  <a:gd name="T19" fmla="*/ 2277 h 1601"/>
                  <a:gd name="T20" fmla="*/ 142 w 230"/>
                  <a:gd name="T21" fmla="*/ 2312 h 1601"/>
                  <a:gd name="T22" fmla="*/ 193 w 230"/>
                  <a:gd name="T23" fmla="*/ 2427 h 1601"/>
                  <a:gd name="T24" fmla="*/ 220 w 230"/>
                  <a:gd name="T25" fmla="*/ 2548 h 1601"/>
                  <a:gd name="T26" fmla="*/ 214 w 230"/>
                  <a:gd name="T27" fmla="*/ 2403 h 1601"/>
                  <a:gd name="T28" fmla="*/ 193 w 230"/>
                  <a:gd name="T29" fmla="*/ 2207 h 1601"/>
                  <a:gd name="T30" fmla="*/ 141 w 230"/>
                  <a:gd name="T31" fmla="*/ 2040 h 1601"/>
                  <a:gd name="T32" fmla="*/ 64 w 230"/>
                  <a:gd name="T33" fmla="*/ 1495 h 1601"/>
                  <a:gd name="T34" fmla="*/ 214 w 230"/>
                  <a:gd name="T35" fmla="*/ 971 h 1601"/>
                  <a:gd name="T36" fmla="*/ 259 w 230"/>
                  <a:gd name="T37" fmla="*/ 967 h 1601"/>
                  <a:gd name="T38" fmla="*/ 235 w 230"/>
                  <a:gd name="T39" fmla="*/ 917 h 1601"/>
                  <a:gd name="T40" fmla="*/ 394 w 230"/>
                  <a:gd name="T41" fmla="*/ 734 h 1601"/>
                  <a:gd name="T42" fmla="*/ 433 w 230"/>
                  <a:gd name="T43" fmla="*/ 636 h 1601"/>
                  <a:gd name="T44" fmla="*/ 433 w 230"/>
                  <a:gd name="T45" fmla="*/ 494 h 1601"/>
                  <a:gd name="T46" fmla="*/ 556 w 230"/>
                  <a:gd name="T47" fmla="*/ 545 h 1601"/>
                  <a:gd name="T48" fmla="*/ 543 w 230"/>
                  <a:gd name="T49" fmla="*/ 507 h 1601"/>
                  <a:gd name="T50" fmla="*/ 543 w 230"/>
                  <a:gd name="T51" fmla="*/ 492 h 1601"/>
                  <a:gd name="T52" fmla="*/ 543 w 230"/>
                  <a:gd name="T53" fmla="*/ 473 h 1601"/>
                  <a:gd name="T54" fmla="*/ 548 w 230"/>
                  <a:gd name="T55" fmla="*/ 452 h 1601"/>
                  <a:gd name="T56" fmla="*/ 489 w 230"/>
                  <a:gd name="T57" fmla="*/ 445 h 1601"/>
                  <a:gd name="T58" fmla="*/ 433 w 230"/>
                  <a:gd name="T59" fmla="*/ 9 h 1601"/>
                  <a:gd name="T60" fmla="*/ 361 w 230"/>
                  <a:gd name="T61" fmla="*/ 452 h 1601"/>
                  <a:gd name="T62" fmla="*/ 156 w 230"/>
                  <a:gd name="T63" fmla="*/ 465 h 1601"/>
                  <a:gd name="T64" fmla="*/ 101 w 230"/>
                  <a:gd name="T65" fmla="*/ 465 h 1601"/>
                  <a:gd name="T66" fmla="*/ 112 w 230"/>
                  <a:gd name="T67" fmla="*/ 492 h 1601"/>
                  <a:gd name="T68" fmla="*/ 132 w 230"/>
                  <a:gd name="T69" fmla="*/ 503 h 1601"/>
                  <a:gd name="T70" fmla="*/ 98 w 230"/>
                  <a:gd name="T71" fmla="*/ 547 h 1601"/>
                  <a:gd name="T72" fmla="*/ 214 w 230"/>
                  <a:gd name="T73" fmla="*/ 507 h 1601"/>
                  <a:gd name="T74" fmla="*/ 361 w 230"/>
                  <a:gd name="T75" fmla="*/ 518 h 1601"/>
                  <a:gd name="T76" fmla="*/ 340 w 230"/>
                  <a:gd name="T77" fmla="*/ 697 h 1601"/>
                  <a:gd name="T78" fmla="*/ 90 w 230"/>
                  <a:gd name="T79" fmla="*/ 1107 h 1601"/>
                  <a:gd name="T80" fmla="*/ 75 w 230"/>
                  <a:gd name="T81" fmla="*/ 1953 h 1601"/>
                  <a:gd name="T82" fmla="*/ 141 w 230"/>
                  <a:gd name="T83" fmla="*/ 2099 h 1601"/>
                  <a:gd name="T84" fmla="*/ 191 w 230"/>
                  <a:gd name="T85" fmla="*/ 2375 h 1601"/>
                  <a:gd name="T86" fmla="*/ 161 w 230"/>
                  <a:gd name="T87" fmla="*/ 2298 h 1601"/>
                  <a:gd name="T88" fmla="*/ 109 w 230"/>
                  <a:gd name="T89" fmla="*/ 2243 h 160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30" h="1601">
                    <a:moveTo>
                      <a:pt x="26" y="493"/>
                    </a:moveTo>
                    <a:cubicBezTo>
                      <a:pt x="17" y="527"/>
                      <a:pt x="10" y="567"/>
                      <a:pt x="7" y="614"/>
                    </a:cubicBezTo>
                    <a:cubicBezTo>
                      <a:pt x="0" y="741"/>
                      <a:pt x="15" y="855"/>
                      <a:pt x="28" y="946"/>
                    </a:cubicBezTo>
                    <a:cubicBezTo>
                      <a:pt x="33" y="980"/>
                      <a:pt x="37" y="1010"/>
                      <a:pt x="39" y="1035"/>
                    </a:cubicBezTo>
                    <a:cubicBezTo>
                      <a:pt x="43" y="1084"/>
                      <a:pt x="47" y="1109"/>
                      <a:pt x="51" y="1130"/>
                    </a:cubicBezTo>
                    <a:cubicBezTo>
                      <a:pt x="54" y="1149"/>
                      <a:pt x="57" y="1167"/>
                      <a:pt x="59" y="1202"/>
                    </a:cubicBezTo>
                    <a:cubicBezTo>
                      <a:pt x="66" y="1201"/>
                      <a:pt x="66" y="1201"/>
                      <a:pt x="66" y="1201"/>
                    </a:cubicBezTo>
                    <a:cubicBezTo>
                      <a:pt x="72" y="1274"/>
                      <a:pt x="77" y="1378"/>
                      <a:pt x="80" y="1464"/>
                    </a:cubicBezTo>
                    <a:cubicBezTo>
                      <a:pt x="82" y="1491"/>
                      <a:pt x="91" y="1520"/>
                      <a:pt x="100" y="1549"/>
                    </a:cubicBezTo>
                    <a:cubicBezTo>
                      <a:pt x="106" y="1568"/>
                      <a:pt x="112" y="1586"/>
                      <a:pt x="115" y="1601"/>
                    </a:cubicBezTo>
                    <a:cubicBezTo>
                      <a:pt x="121" y="1600"/>
                      <a:pt x="121" y="1600"/>
                      <a:pt x="121" y="1600"/>
                    </a:cubicBezTo>
                    <a:cubicBezTo>
                      <a:pt x="120" y="1590"/>
                      <a:pt x="116" y="1583"/>
                      <a:pt x="112" y="1572"/>
                    </a:cubicBezTo>
                    <a:cubicBezTo>
                      <a:pt x="111" y="1567"/>
                      <a:pt x="104" y="1535"/>
                      <a:pt x="103" y="1531"/>
                    </a:cubicBezTo>
                    <a:cubicBezTo>
                      <a:pt x="97" y="1509"/>
                      <a:pt x="90" y="1488"/>
                      <a:pt x="89" y="1469"/>
                    </a:cubicBezTo>
                    <a:cubicBezTo>
                      <a:pt x="86" y="1384"/>
                      <a:pt x="79" y="1274"/>
                      <a:pt x="73" y="1201"/>
                    </a:cubicBezTo>
                    <a:cubicBezTo>
                      <a:pt x="74" y="1201"/>
                      <a:pt x="74" y="1201"/>
                      <a:pt x="74" y="1201"/>
                    </a:cubicBezTo>
                    <a:cubicBezTo>
                      <a:pt x="71" y="1166"/>
                      <a:pt x="68" y="1147"/>
                      <a:pt x="65" y="1128"/>
                    </a:cubicBezTo>
                    <a:cubicBezTo>
                      <a:pt x="61" y="1106"/>
                      <a:pt x="63" y="1082"/>
                      <a:pt x="59" y="1033"/>
                    </a:cubicBezTo>
                    <a:cubicBezTo>
                      <a:pt x="57" y="1007"/>
                      <a:pt x="53" y="978"/>
                      <a:pt x="48" y="944"/>
                    </a:cubicBezTo>
                    <a:cubicBezTo>
                      <a:pt x="48" y="941"/>
                      <a:pt x="47" y="939"/>
                      <a:pt x="47" y="936"/>
                    </a:cubicBezTo>
                    <a:cubicBezTo>
                      <a:pt x="48" y="937"/>
                      <a:pt x="48" y="937"/>
                      <a:pt x="49" y="938"/>
                    </a:cubicBezTo>
                    <a:cubicBezTo>
                      <a:pt x="53" y="942"/>
                      <a:pt x="57" y="946"/>
                      <a:pt x="59" y="950"/>
                    </a:cubicBezTo>
                    <a:cubicBezTo>
                      <a:pt x="64" y="956"/>
                      <a:pt x="67" y="965"/>
                      <a:pt x="70" y="974"/>
                    </a:cubicBezTo>
                    <a:cubicBezTo>
                      <a:pt x="73" y="982"/>
                      <a:pt x="76" y="991"/>
                      <a:pt x="80" y="998"/>
                    </a:cubicBezTo>
                    <a:cubicBezTo>
                      <a:pt x="81" y="998"/>
                      <a:pt x="81" y="998"/>
                      <a:pt x="81" y="998"/>
                    </a:cubicBezTo>
                    <a:cubicBezTo>
                      <a:pt x="82" y="1015"/>
                      <a:pt x="84" y="1033"/>
                      <a:pt x="91" y="1048"/>
                    </a:cubicBezTo>
                    <a:cubicBezTo>
                      <a:pt x="98" y="1044"/>
                      <a:pt x="98" y="1044"/>
                      <a:pt x="98" y="1044"/>
                    </a:cubicBezTo>
                    <a:cubicBezTo>
                      <a:pt x="90" y="1028"/>
                      <a:pt x="89" y="1006"/>
                      <a:pt x="88" y="988"/>
                    </a:cubicBezTo>
                    <a:cubicBezTo>
                      <a:pt x="87" y="978"/>
                      <a:pt x="87" y="978"/>
                      <a:pt x="87" y="978"/>
                    </a:cubicBezTo>
                    <a:cubicBezTo>
                      <a:pt x="86" y="954"/>
                      <a:pt x="84" y="930"/>
                      <a:pt x="80" y="907"/>
                    </a:cubicBezTo>
                    <a:cubicBezTo>
                      <a:pt x="76" y="891"/>
                      <a:pt x="71" y="876"/>
                      <a:pt x="65" y="860"/>
                    </a:cubicBezTo>
                    <a:cubicBezTo>
                      <a:pt x="58" y="839"/>
                      <a:pt x="58" y="839"/>
                      <a:pt x="58" y="839"/>
                    </a:cubicBezTo>
                    <a:cubicBezTo>
                      <a:pt x="51" y="820"/>
                      <a:pt x="44" y="804"/>
                      <a:pt x="30" y="790"/>
                    </a:cubicBezTo>
                    <a:cubicBezTo>
                      <a:pt x="25" y="735"/>
                      <a:pt x="23" y="676"/>
                      <a:pt x="27" y="615"/>
                    </a:cubicBezTo>
                    <a:cubicBezTo>
                      <a:pt x="33" y="517"/>
                      <a:pt x="57" y="449"/>
                      <a:pt x="84" y="399"/>
                    </a:cubicBezTo>
                    <a:cubicBezTo>
                      <a:pt x="85" y="397"/>
                      <a:pt x="87" y="397"/>
                      <a:pt x="88" y="399"/>
                    </a:cubicBezTo>
                    <a:cubicBezTo>
                      <a:pt x="92" y="405"/>
                      <a:pt x="95" y="406"/>
                      <a:pt x="100" y="410"/>
                    </a:cubicBezTo>
                    <a:cubicBezTo>
                      <a:pt x="107" y="398"/>
                      <a:pt x="107" y="398"/>
                      <a:pt x="107" y="398"/>
                    </a:cubicBezTo>
                    <a:cubicBezTo>
                      <a:pt x="102" y="394"/>
                      <a:pt x="100" y="394"/>
                      <a:pt x="96" y="386"/>
                    </a:cubicBezTo>
                    <a:cubicBezTo>
                      <a:pt x="94" y="383"/>
                      <a:pt x="96" y="378"/>
                      <a:pt x="97" y="377"/>
                    </a:cubicBezTo>
                    <a:cubicBezTo>
                      <a:pt x="114" y="350"/>
                      <a:pt x="129" y="331"/>
                      <a:pt x="143" y="313"/>
                    </a:cubicBezTo>
                    <a:cubicBezTo>
                      <a:pt x="147" y="309"/>
                      <a:pt x="155" y="302"/>
                      <a:pt x="162" y="302"/>
                    </a:cubicBezTo>
                    <a:moveTo>
                      <a:pt x="193" y="300"/>
                    </a:moveTo>
                    <a:cubicBezTo>
                      <a:pt x="184" y="291"/>
                      <a:pt x="179" y="275"/>
                      <a:pt x="179" y="262"/>
                    </a:cubicBezTo>
                    <a:cubicBezTo>
                      <a:pt x="179" y="203"/>
                      <a:pt x="179" y="203"/>
                      <a:pt x="179" y="203"/>
                    </a:cubicBezTo>
                    <a:cubicBezTo>
                      <a:pt x="179" y="203"/>
                      <a:pt x="179" y="203"/>
                      <a:pt x="179" y="203"/>
                    </a:cubicBezTo>
                    <a:cubicBezTo>
                      <a:pt x="180" y="196"/>
                      <a:pt x="187" y="199"/>
                      <a:pt x="198" y="200"/>
                    </a:cubicBezTo>
                    <a:cubicBezTo>
                      <a:pt x="208" y="202"/>
                      <a:pt x="222" y="212"/>
                      <a:pt x="229" y="224"/>
                    </a:cubicBezTo>
                    <a:cubicBezTo>
                      <a:pt x="229" y="223"/>
                      <a:pt x="230" y="222"/>
                      <a:pt x="230" y="222"/>
                    </a:cubicBezTo>
                    <a:cubicBezTo>
                      <a:pt x="228" y="218"/>
                      <a:pt x="225" y="214"/>
                      <a:pt x="224" y="208"/>
                    </a:cubicBezTo>
                    <a:cubicBezTo>
                      <a:pt x="220" y="204"/>
                      <a:pt x="216" y="202"/>
                      <a:pt x="218" y="202"/>
                    </a:cubicBezTo>
                    <a:cubicBezTo>
                      <a:pt x="220" y="201"/>
                      <a:pt x="222" y="202"/>
                      <a:pt x="224" y="202"/>
                    </a:cubicBezTo>
                    <a:cubicBezTo>
                      <a:pt x="224" y="200"/>
                      <a:pt x="225" y="198"/>
                      <a:pt x="225" y="195"/>
                    </a:cubicBezTo>
                    <a:cubicBezTo>
                      <a:pt x="225" y="195"/>
                      <a:pt x="225" y="195"/>
                      <a:pt x="224" y="195"/>
                    </a:cubicBezTo>
                    <a:cubicBezTo>
                      <a:pt x="216" y="193"/>
                      <a:pt x="212" y="189"/>
                      <a:pt x="216" y="189"/>
                    </a:cubicBezTo>
                    <a:cubicBezTo>
                      <a:pt x="219" y="189"/>
                      <a:pt x="223" y="188"/>
                      <a:pt x="226" y="186"/>
                    </a:cubicBezTo>
                    <a:cubicBezTo>
                      <a:pt x="223" y="185"/>
                      <a:pt x="222" y="183"/>
                      <a:pt x="220" y="181"/>
                    </a:cubicBezTo>
                    <a:cubicBezTo>
                      <a:pt x="215" y="182"/>
                      <a:pt x="209" y="183"/>
                      <a:pt x="202" y="183"/>
                    </a:cubicBezTo>
                    <a:cubicBezTo>
                      <a:pt x="190" y="183"/>
                      <a:pt x="182" y="184"/>
                      <a:pt x="179" y="177"/>
                    </a:cubicBezTo>
                    <a:cubicBezTo>
                      <a:pt x="179" y="113"/>
                      <a:pt x="179" y="33"/>
                      <a:pt x="179" y="4"/>
                    </a:cubicBezTo>
                    <a:cubicBezTo>
                      <a:pt x="172" y="4"/>
                      <a:pt x="161" y="3"/>
                      <a:pt x="149" y="0"/>
                    </a:cubicBezTo>
                    <a:cubicBezTo>
                      <a:pt x="149" y="26"/>
                      <a:pt x="149" y="117"/>
                      <a:pt x="149" y="186"/>
                    </a:cubicBezTo>
                    <a:cubicBezTo>
                      <a:pt x="148" y="194"/>
                      <a:pt x="134" y="191"/>
                      <a:pt x="106" y="191"/>
                    </a:cubicBezTo>
                    <a:cubicBezTo>
                      <a:pt x="64" y="191"/>
                      <a:pt x="64" y="191"/>
                      <a:pt x="64" y="191"/>
                    </a:cubicBezTo>
                    <a:cubicBezTo>
                      <a:pt x="62" y="191"/>
                      <a:pt x="54" y="189"/>
                      <a:pt x="49" y="185"/>
                    </a:cubicBezTo>
                    <a:cubicBezTo>
                      <a:pt x="47" y="187"/>
                      <a:pt x="45" y="189"/>
                      <a:pt x="42" y="191"/>
                    </a:cubicBezTo>
                    <a:cubicBezTo>
                      <a:pt x="47" y="193"/>
                      <a:pt x="50" y="195"/>
                      <a:pt x="51" y="198"/>
                    </a:cubicBezTo>
                    <a:cubicBezTo>
                      <a:pt x="54" y="203"/>
                      <a:pt x="50" y="201"/>
                      <a:pt x="46" y="202"/>
                    </a:cubicBezTo>
                    <a:cubicBezTo>
                      <a:pt x="46" y="204"/>
                      <a:pt x="46" y="206"/>
                      <a:pt x="46" y="209"/>
                    </a:cubicBezTo>
                    <a:cubicBezTo>
                      <a:pt x="50" y="207"/>
                      <a:pt x="53" y="206"/>
                      <a:pt x="54" y="207"/>
                    </a:cubicBezTo>
                    <a:cubicBezTo>
                      <a:pt x="55" y="209"/>
                      <a:pt x="48" y="215"/>
                      <a:pt x="42" y="221"/>
                    </a:cubicBezTo>
                    <a:cubicBezTo>
                      <a:pt x="41" y="222"/>
                      <a:pt x="41" y="223"/>
                      <a:pt x="40" y="225"/>
                    </a:cubicBezTo>
                    <a:cubicBezTo>
                      <a:pt x="41" y="226"/>
                      <a:pt x="42" y="228"/>
                      <a:pt x="43" y="230"/>
                    </a:cubicBezTo>
                    <a:cubicBezTo>
                      <a:pt x="59" y="215"/>
                      <a:pt x="64" y="210"/>
                      <a:pt x="88" y="208"/>
                    </a:cubicBezTo>
                    <a:cubicBezTo>
                      <a:pt x="112" y="205"/>
                      <a:pt x="133" y="206"/>
                      <a:pt x="140" y="206"/>
                    </a:cubicBezTo>
                    <a:cubicBezTo>
                      <a:pt x="146" y="206"/>
                      <a:pt x="148" y="208"/>
                      <a:pt x="149" y="213"/>
                    </a:cubicBezTo>
                    <a:cubicBezTo>
                      <a:pt x="149" y="262"/>
                      <a:pt x="149" y="262"/>
                      <a:pt x="149" y="262"/>
                    </a:cubicBezTo>
                    <a:cubicBezTo>
                      <a:pt x="149" y="271"/>
                      <a:pt x="144" y="280"/>
                      <a:pt x="140" y="286"/>
                    </a:cubicBezTo>
                    <a:cubicBezTo>
                      <a:pt x="137" y="289"/>
                      <a:pt x="130" y="297"/>
                      <a:pt x="130" y="297"/>
                    </a:cubicBezTo>
                    <a:cubicBezTo>
                      <a:pt x="102" y="333"/>
                      <a:pt x="64" y="380"/>
                      <a:pt x="37" y="455"/>
                    </a:cubicBezTo>
                    <a:cubicBezTo>
                      <a:pt x="31" y="473"/>
                      <a:pt x="22" y="507"/>
                      <a:pt x="22" y="507"/>
                    </a:cubicBezTo>
                    <a:moveTo>
                      <a:pt x="31" y="803"/>
                    </a:moveTo>
                    <a:cubicBezTo>
                      <a:pt x="40" y="814"/>
                      <a:pt x="45" y="826"/>
                      <a:pt x="50" y="841"/>
                    </a:cubicBezTo>
                    <a:cubicBezTo>
                      <a:pt x="58" y="863"/>
                      <a:pt x="58" y="863"/>
                      <a:pt x="58" y="863"/>
                    </a:cubicBezTo>
                    <a:cubicBezTo>
                      <a:pt x="63" y="878"/>
                      <a:pt x="69" y="893"/>
                      <a:pt x="72" y="909"/>
                    </a:cubicBezTo>
                    <a:cubicBezTo>
                      <a:pt x="76" y="930"/>
                      <a:pt x="78" y="953"/>
                      <a:pt x="79" y="976"/>
                    </a:cubicBezTo>
                    <a:cubicBezTo>
                      <a:pt x="79" y="974"/>
                      <a:pt x="78" y="973"/>
                      <a:pt x="78" y="972"/>
                    </a:cubicBezTo>
                    <a:cubicBezTo>
                      <a:pt x="75" y="962"/>
                      <a:pt x="71" y="953"/>
                      <a:pt x="66" y="945"/>
                    </a:cubicBezTo>
                    <a:cubicBezTo>
                      <a:pt x="63" y="940"/>
                      <a:pt x="58" y="936"/>
                      <a:pt x="54" y="932"/>
                    </a:cubicBezTo>
                    <a:cubicBezTo>
                      <a:pt x="51" y="929"/>
                      <a:pt x="48" y="926"/>
                      <a:pt x="45" y="922"/>
                    </a:cubicBezTo>
                    <a:cubicBezTo>
                      <a:pt x="40" y="886"/>
                      <a:pt x="35" y="846"/>
                      <a:pt x="31" y="80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6" name="Freeform 236">
                <a:extLst>
                  <a:ext uri="{FF2B5EF4-FFF2-40B4-BE49-F238E27FC236}">
                    <a16:creationId xmlns:a16="http://schemas.microsoft.com/office/drawing/2014/main" id="{21738C57-08DB-4792-9993-234A4D343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3116"/>
                <a:ext cx="202" cy="947"/>
              </a:xfrm>
              <a:custGeom>
                <a:avLst/>
                <a:gdLst>
                  <a:gd name="T0" fmla="*/ 366 w 150"/>
                  <a:gd name="T1" fmla="*/ 1375 h 704"/>
                  <a:gd name="T2" fmla="*/ 365 w 150"/>
                  <a:gd name="T3" fmla="*/ 1344 h 704"/>
                  <a:gd name="T4" fmla="*/ 365 w 150"/>
                  <a:gd name="T5" fmla="*/ 1310 h 704"/>
                  <a:gd name="T6" fmla="*/ 351 w 150"/>
                  <a:gd name="T7" fmla="*/ 1317 h 704"/>
                  <a:gd name="T8" fmla="*/ 345 w 150"/>
                  <a:gd name="T9" fmla="*/ 1361 h 704"/>
                  <a:gd name="T10" fmla="*/ 334 w 150"/>
                  <a:gd name="T11" fmla="*/ 1430 h 704"/>
                  <a:gd name="T12" fmla="*/ 287 w 150"/>
                  <a:gd name="T13" fmla="*/ 1616 h 704"/>
                  <a:gd name="T14" fmla="*/ 119 w 150"/>
                  <a:gd name="T15" fmla="*/ 1599 h 704"/>
                  <a:gd name="T16" fmla="*/ 106 w 150"/>
                  <a:gd name="T17" fmla="*/ 1585 h 704"/>
                  <a:gd name="T18" fmla="*/ 147 w 150"/>
                  <a:gd name="T19" fmla="*/ 1540 h 704"/>
                  <a:gd name="T20" fmla="*/ 182 w 150"/>
                  <a:gd name="T21" fmla="*/ 1511 h 704"/>
                  <a:gd name="T22" fmla="*/ 220 w 150"/>
                  <a:gd name="T23" fmla="*/ 1290 h 704"/>
                  <a:gd name="T24" fmla="*/ 220 w 150"/>
                  <a:gd name="T25" fmla="*/ 1289 h 704"/>
                  <a:gd name="T26" fmla="*/ 220 w 150"/>
                  <a:gd name="T27" fmla="*/ 1289 h 704"/>
                  <a:gd name="T28" fmla="*/ 141 w 150"/>
                  <a:gd name="T29" fmla="*/ 675 h 704"/>
                  <a:gd name="T30" fmla="*/ 184 w 150"/>
                  <a:gd name="T31" fmla="*/ 246 h 704"/>
                  <a:gd name="T32" fmla="*/ 213 w 150"/>
                  <a:gd name="T33" fmla="*/ 0 h 704"/>
                  <a:gd name="T34" fmla="*/ 183 w 150"/>
                  <a:gd name="T35" fmla="*/ 1 h 704"/>
                  <a:gd name="T36" fmla="*/ 183 w 150"/>
                  <a:gd name="T37" fmla="*/ 15 h 704"/>
                  <a:gd name="T38" fmla="*/ 156 w 150"/>
                  <a:gd name="T39" fmla="*/ 241 h 704"/>
                  <a:gd name="T40" fmla="*/ 112 w 150"/>
                  <a:gd name="T41" fmla="*/ 650 h 704"/>
                  <a:gd name="T42" fmla="*/ 112 w 150"/>
                  <a:gd name="T43" fmla="*/ 677 h 704"/>
                  <a:gd name="T44" fmla="*/ 190 w 150"/>
                  <a:gd name="T45" fmla="*/ 1295 h 704"/>
                  <a:gd name="T46" fmla="*/ 193 w 150"/>
                  <a:gd name="T47" fmla="*/ 1332 h 704"/>
                  <a:gd name="T48" fmla="*/ 160 w 150"/>
                  <a:gd name="T49" fmla="*/ 1494 h 704"/>
                  <a:gd name="T50" fmla="*/ 129 w 150"/>
                  <a:gd name="T51" fmla="*/ 1519 h 704"/>
                  <a:gd name="T52" fmla="*/ 78 w 150"/>
                  <a:gd name="T53" fmla="*/ 1579 h 704"/>
                  <a:gd name="T54" fmla="*/ 71 w 150"/>
                  <a:gd name="T55" fmla="*/ 1585 h 704"/>
                  <a:gd name="T56" fmla="*/ 51 w 150"/>
                  <a:gd name="T57" fmla="*/ 1594 h 704"/>
                  <a:gd name="T58" fmla="*/ 35 w 150"/>
                  <a:gd name="T59" fmla="*/ 1599 h 704"/>
                  <a:gd name="T60" fmla="*/ 0 w 150"/>
                  <a:gd name="T61" fmla="*/ 1629 h 704"/>
                  <a:gd name="T62" fmla="*/ 40 w 150"/>
                  <a:gd name="T63" fmla="*/ 1616 h 704"/>
                  <a:gd name="T64" fmla="*/ 58 w 150"/>
                  <a:gd name="T65" fmla="*/ 1609 h 704"/>
                  <a:gd name="T66" fmla="*/ 79 w 150"/>
                  <a:gd name="T67" fmla="*/ 1601 h 704"/>
                  <a:gd name="T68" fmla="*/ 79 w 150"/>
                  <a:gd name="T69" fmla="*/ 1601 h 704"/>
                  <a:gd name="T70" fmla="*/ 85 w 150"/>
                  <a:gd name="T71" fmla="*/ 1609 h 704"/>
                  <a:gd name="T72" fmla="*/ 58 w 150"/>
                  <a:gd name="T73" fmla="*/ 1630 h 704"/>
                  <a:gd name="T74" fmla="*/ 22 w 150"/>
                  <a:gd name="T75" fmla="*/ 1677 h 704"/>
                  <a:gd name="T76" fmla="*/ 71 w 150"/>
                  <a:gd name="T77" fmla="*/ 1642 h 704"/>
                  <a:gd name="T78" fmla="*/ 98 w 150"/>
                  <a:gd name="T79" fmla="*/ 1621 h 704"/>
                  <a:gd name="T80" fmla="*/ 120 w 150"/>
                  <a:gd name="T81" fmla="*/ 1636 h 704"/>
                  <a:gd name="T82" fmla="*/ 79 w 150"/>
                  <a:gd name="T83" fmla="*/ 1683 h 704"/>
                  <a:gd name="T84" fmla="*/ 71 w 150"/>
                  <a:gd name="T85" fmla="*/ 1714 h 704"/>
                  <a:gd name="T86" fmla="*/ 96 w 150"/>
                  <a:gd name="T87" fmla="*/ 1683 h 704"/>
                  <a:gd name="T88" fmla="*/ 141 w 150"/>
                  <a:gd name="T89" fmla="*/ 1645 h 704"/>
                  <a:gd name="T90" fmla="*/ 162 w 150"/>
                  <a:gd name="T91" fmla="*/ 1656 h 704"/>
                  <a:gd name="T92" fmla="*/ 148 w 150"/>
                  <a:gd name="T93" fmla="*/ 1712 h 704"/>
                  <a:gd name="T94" fmla="*/ 182 w 150"/>
                  <a:gd name="T95" fmla="*/ 1660 h 704"/>
                  <a:gd name="T96" fmla="*/ 256 w 150"/>
                  <a:gd name="T97" fmla="*/ 1665 h 704"/>
                  <a:gd name="T98" fmla="*/ 255 w 150"/>
                  <a:gd name="T99" fmla="*/ 1677 h 704"/>
                  <a:gd name="T100" fmla="*/ 252 w 150"/>
                  <a:gd name="T101" fmla="*/ 1714 h 704"/>
                  <a:gd name="T102" fmla="*/ 268 w 150"/>
                  <a:gd name="T103" fmla="*/ 1677 h 704"/>
                  <a:gd name="T104" fmla="*/ 276 w 150"/>
                  <a:gd name="T105" fmla="*/ 1657 h 704"/>
                  <a:gd name="T106" fmla="*/ 308 w 150"/>
                  <a:gd name="T107" fmla="*/ 1636 h 704"/>
                  <a:gd name="T108" fmla="*/ 365 w 150"/>
                  <a:gd name="T109" fmla="*/ 1426 h 704"/>
                  <a:gd name="T110" fmla="*/ 366 w 150"/>
                  <a:gd name="T111" fmla="*/ 1375 h 70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50" h="704">
                    <a:moveTo>
                      <a:pt x="150" y="565"/>
                    </a:moveTo>
                    <a:cubicBezTo>
                      <a:pt x="149" y="560"/>
                      <a:pt x="149" y="554"/>
                      <a:pt x="149" y="552"/>
                    </a:cubicBezTo>
                    <a:cubicBezTo>
                      <a:pt x="149" y="548"/>
                      <a:pt x="150" y="542"/>
                      <a:pt x="149" y="538"/>
                    </a:cubicBezTo>
                    <a:cubicBezTo>
                      <a:pt x="144" y="541"/>
                      <a:pt x="144" y="541"/>
                      <a:pt x="144" y="541"/>
                    </a:cubicBezTo>
                    <a:cubicBezTo>
                      <a:pt x="145" y="546"/>
                      <a:pt x="143" y="552"/>
                      <a:pt x="141" y="559"/>
                    </a:cubicBezTo>
                    <a:cubicBezTo>
                      <a:pt x="139" y="567"/>
                      <a:pt x="136" y="576"/>
                      <a:pt x="137" y="587"/>
                    </a:cubicBezTo>
                    <a:cubicBezTo>
                      <a:pt x="138" y="608"/>
                      <a:pt x="132" y="647"/>
                      <a:pt x="117" y="664"/>
                    </a:cubicBezTo>
                    <a:cubicBezTo>
                      <a:pt x="102" y="682"/>
                      <a:pt x="66" y="671"/>
                      <a:pt x="48" y="657"/>
                    </a:cubicBezTo>
                    <a:cubicBezTo>
                      <a:pt x="46" y="655"/>
                      <a:pt x="44" y="653"/>
                      <a:pt x="44" y="651"/>
                    </a:cubicBezTo>
                    <a:cubicBezTo>
                      <a:pt x="43" y="646"/>
                      <a:pt x="53" y="639"/>
                      <a:pt x="60" y="633"/>
                    </a:cubicBezTo>
                    <a:cubicBezTo>
                      <a:pt x="66" y="629"/>
                      <a:pt x="71" y="625"/>
                      <a:pt x="74" y="621"/>
                    </a:cubicBezTo>
                    <a:cubicBezTo>
                      <a:pt x="85" y="607"/>
                      <a:pt x="95" y="557"/>
                      <a:pt x="90" y="530"/>
                    </a:cubicBezTo>
                    <a:cubicBezTo>
                      <a:pt x="90" y="529"/>
                      <a:pt x="90" y="529"/>
                      <a:pt x="90" y="529"/>
                    </a:cubicBezTo>
                    <a:cubicBezTo>
                      <a:pt x="90" y="529"/>
                      <a:pt x="90" y="529"/>
                      <a:pt x="90" y="529"/>
                    </a:cubicBezTo>
                    <a:cubicBezTo>
                      <a:pt x="71" y="465"/>
                      <a:pt x="60" y="383"/>
                      <a:pt x="58" y="277"/>
                    </a:cubicBezTo>
                    <a:cubicBezTo>
                      <a:pt x="57" y="214"/>
                      <a:pt x="67" y="154"/>
                      <a:pt x="76" y="101"/>
                    </a:cubicBezTo>
                    <a:cubicBezTo>
                      <a:pt x="82" y="61"/>
                      <a:pt x="88" y="26"/>
                      <a:pt x="87" y="0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2"/>
                      <a:pt x="75" y="4"/>
                      <a:pt x="75" y="6"/>
                    </a:cubicBezTo>
                    <a:cubicBezTo>
                      <a:pt x="75" y="30"/>
                      <a:pt x="70" y="62"/>
                      <a:pt x="64" y="99"/>
                    </a:cubicBezTo>
                    <a:cubicBezTo>
                      <a:pt x="56" y="150"/>
                      <a:pt x="46" y="207"/>
                      <a:pt x="46" y="267"/>
                    </a:cubicBezTo>
                    <a:cubicBezTo>
                      <a:pt x="46" y="271"/>
                      <a:pt x="46" y="274"/>
                      <a:pt x="46" y="278"/>
                    </a:cubicBezTo>
                    <a:cubicBezTo>
                      <a:pt x="48" y="384"/>
                      <a:pt x="59" y="467"/>
                      <a:pt x="78" y="532"/>
                    </a:cubicBezTo>
                    <a:cubicBezTo>
                      <a:pt x="79" y="537"/>
                      <a:pt x="79" y="542"/>
                      <a:pt x="79" y="547"/>
                    </a:cubicBezTo>
                    <a:cubicBezTo>
                      <a:pt x="79" y="573"/>
                      <a:pt x="71" y="605"/>
                      <a:pt x="65" y="614"/>
                    </a:cubicBezTo>
                    <a:cubicBezTo>
                      <a:pt x="62" y="617"/>
                      <a:pt x="58" y="620"/>
                      <a:pt x="53" y="624"/>
                    </a:cubicBezTo>
                    <a:cubicBezTo>
                      <a:pt x="44" y="631"/>
                      <a:pt x="33" y="639"/>
                      <a:pt x="32" y="649"/>
                    </a:cubicBezTo>
                    <a:cubicBezTo>
                      <a:pt x="31" y="650"/>
                      <a:pt x="30" y="650"/>
                      <a:pt x="29" y="651"/>
                    </a:cubicBezTo>
                    <a:cubicBezTo>
                      <a:pt x="21" y="655"/>
                      <a:pt x="21" y="655"/>
                      <a:pt x="21" y="655"/>
                    </a:cubicBezTo>
                    <a:cubicBezTo>
                      <a:pt x="14" y="657"/>
                      <a:pt x="14" y="657"/>
                      <a:pt x="14" y="657"/>
                    </a:cubicBezTo>
                    <a:cubicBezTo>
                      <a:pt x="8" y="659"/>
                      <a:pt x="5" y="663"/>
                      <a:pt x="0" y="669"/>
                    </a:cubicBezTo>
                    <a:cubicBezTo>
                      <a:pt x="4" y="665"/>
                      <a:pt x="11" y="665"/>
                      <a:pt x="16" y="664"/>
                    </a:cubicBezTo>
                    <a:cubicBezTo>
                      <a:pt x="24" y="661"/>
                      <a:pt x="24" y="661"/>
                      <a:pt x="24" y="661"/>
                    </a:cubicBezTo>
                    <a:cubicBezTo>
                      <a:pt x="33" y="658"/>
                      <a:pt x="33" y="658"/>
                      <a:pt x="33" y="658"/>
                    </a:cubicBezTo>
                    <a:cubicBezTo>
                      <a:pt x="33" y="658"/>
                      <a:pt x="33" y="658"/>
                      <a:pt x="33" y="658"/>
                    </a:cubicBezTo>
                    <a:cubicBezTo>
                      <a:pt x="34" y="659"/>
                      <a:pt x="34" y="660"/>
                      <a:pt x="35" y="661"/>
                    </a:cubicBezTo>
                    <a:cubicBezTo>
                      <a:pt x="32" y="664"/>
                      <a:pt x="28" y="667"/>
                      <a:pt x="24" y="670"/>
                    </a:cubicBezTo>
                    <a:cubicBezTo>
                      <a:pt x="17" y="675"/>
                      <a:pt x="14" y="681"/>
                      <a:pt x="9" y="689"/>
                    </a:cubicBezTo>
                    <a:cubicBezTo>
                      <a:pt x="13" y="683"/>
                      <a:pt x="23" y="679"/>
                      <a:pt x="29" y="675"/>
                    </a:cubicBezTo>
                    <a:cubicBezTo>
                      <a:pt x="33" y="672"/>
                      <a:pt x="37" y="670"/>
                      <a:pt x="40" y="666"/>
                    </a:cubicBezTo>
                    <a:cubicBezTo>
                      <a:pt x="43" y="668"/>
                      <a:pt x="46" y="670"/>
                      <a:pt x="49" y="672"/>
                    </a:cubicBezTo>
                    <a:cubicBezTo>
                      <a:pt x="41" y="677"/>
                      <a:pt x="36" y="683"/>
                      <a:pt x="33" y="691"/>
                    </a:cubicBezTo>
                    <a:cubicBezTo>
                      <a:pt x="29" y="704"/>
                      <a:pt x="29" y="704"/>
                      <a:pt x="29" y="704"/>
                    </a:cubicBezTo>
                    <a:cubicBezTo>
                      <a:pt x="39" y="691"/>
                      <a:pt x="39" y="691"/>
                      <a:pt x="39" y="691"/>
                    </a:cubicBezTo>
                    <a:cubicBezTo>
                      <a:pt x="45" y="683"/>
                      <a:pt x="48" y="681"/>
                      <a:pt x="58" y="676"/>
                    </a:cubicBezTo>
                    <a:cubicBezTo>
                      <a:pt x="60" y="678"/>
                      <a:pt x="63" y="679"/>
                      <a:pt x="66" y="680"/>
                    </a:cubicBezTo>
                    <a:cubicBezTo>
                      <a:pt x="62" y="686"/>
                      <a:pt x="60" y="696"/>
                      <a:pt x="61" y="703"/>
                    </a:cubicBezTo>
                    <a:cubicBezTo>
                      <a:pt x="60" y="698"/>
                      <a:pt x="69" y="687"/>
                      <a:pt x="74" y="682"/>
                    </a:cubicBezTo>
                    <a:cubicBezTo>
                      <a:pt x="84" y="685"/>
                      <a:pt x="95" y="686"/>
                      <a:pt x="105" y="684"/>
                    </a:cubicBezTo>
                    <a:cubicBezTo>
                      <a:pt x="104" y="685"/>
                      <a:pt x="104" y="687"/>
                      <a:pt x="104" y="689"/>
                    </a:cubicBezTo>
                    <a:cubicBezTo>
                      <a:pt x="103" y="694"/>
                      <a:pt x="105" y="701"/>
                      <a:pt x="103" y="704"/>
                    </a:cubicBezTo>
                    <a:cubicBezTo>
                      <a:pt x="107" y="700"/>
                      <a:pt x="110" y="695"/>
                      <a:pt x="110" y="689"/>
                    </a:cubicBezTo>
                    <a:cubicBezTo>
                      <a:pt x="111" y="686"/>
                      <a:pt x="112" y="684"/>
                      <a:pt x="113" y="681"/>
                    </a:cubicBezTo>
                    <a:cubicBezTo>
                      <a:pt x="118" y="679"/>
                      <a:pt x="122" y="676"/>
                      <a:pt x="126" y="672"/>
                    </a:cubicBezTo>
                    <a:cubicBezTo>
                      <a:pt x="146" y="649"/>
                      <a:pt x="150" y="604"/>
                      <a:pt x="149" y="586"/>
                    </a:cubicBezTo>
                    <a:cubicBezTo>
                      <a:pt x="148" y="578"/>
                      <a:pt x="148" y="573"/>
                      <a:pt x="150" y="56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7" name="Freeform 237">
                <a:extLst>
                  <a:ext uri="{FF2B5EF4-FFF2-40B4-BE49-F238E27FC236}">
                    <a16:creationId xmlns:a16="http://schemas.microsoft.com/office/drawing/2014/main" id="{2D9AA021-16A9-474A-9F83-256B032229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7" y="1699"/>
                <a:ext cx="309" cy="2153"/>
              </a:xfrm>
              <a:custGeom>
                <a:avLst/>
                <a:gdLst>
                  <a:gd name="T0" fmla="*/ 433 w 230"/>
                  <a:gd name="T1" fmla="*/ 636 h 1601"/>
                  <a:gd name="T2" fmla="*/ 433 w 230"/>
                  <a:gd name="T3" fmla="*/ 494 h 1601"/>
                  <a:gd name="T4" fmla="*/ 556 w 230"/>
                  <a:gd name="T5" fmla="*/ 545 h 1601"/>
                  <a:gd name="T6" fmla="*/ 543 w 230"/>
                  <a:gd name="T7" fmla="*/ 507 h 1601"/>
                  <a:gd name="T8" fmla="*/ 543 w 230"/>
                  <a:gd name="T9" fmla="*/ 492 h 1601"/>
                  <a:gd name="T10" fmla="*/ 543 w 230"/>
                  <a:gd name="T11" fmla="*/ 473 h 1601"/>
                  <a:gd name="T12" fmla="*/ 548 w 230"/>
                  <a:gd name="T13" fmla="*/ 452 h 1601"/>
                  <a:gd name="T14" fmla="*/ 489 w 230"/>
                  <a:gd name="T15" fmla="*/ 445 h 1601"/>
                  <a:gd name="T16" fmla="*/ 433 w 230"/>
                  <a:gd name="T17" fmla="*/ 9 h 1601"/>
                  <a:gd name="T18" fmla="*/ 361 w 230"/>
                  <a:gd name="T19" fmla="*/ 452 h 1601"/>
                  <a:gd name="T20" fmla="*/ 156 w 230"/>
                  <a:gd name="T21" fmla="*/ 465 h 1601"/>
                  <a:gd name="T22" fmla="*/ 101 w 230"/>
                  <a:gd name="T23" fmla="*/ 465 h 1601"/>
                  <a:gd name="T24" fmla="*/ 112 w 230"/>
                  <a:gd name="T25" fmla="*/ 492 h 1601"/>
                  <a:gd name="T26" fmla="*/ 132 w 230"/>
                  <a:gd name="T27" fmla="*/ 503 h 1601"/>
                  <a:gd name="T28" fmla="*/ 98 w 230"/>
                  <a:gd name="T29" fmla="*/ 547 h 1601"/>
                  <a:gd name="T30" fmla="*/ 214 w 230"/>
                  <a:gd name="T31" fmla="*/ 507 h 1601"/>
                  <a:gd name="T32" fmla="*/ 361 w 230"/>
                  <a:gd name="T33" fmla="*/ 518 h 1601"/>
                  <a:gd name="T34" fmla="*/ 340 w 230"/>
                  <a:gd name="T35" fmla="*/ 697 h 1601"/>
                  <a:gd name="T36" fmla="*/ 90 w 230"/>
                  <a:gd name="T37" fmla="*/ 1107 h 1601"/>
                  <a:gd name="T38" fmla="*/ 16 w 230"/>
                  <a:gd name="T39" fmla="*/ 1494 h 1601"/>
                  <a:gd name="T40" fmla="*/ 94 w 230"/>
                  <a:gd name="T41" fmla="*/ 2517 h 1601"/>
                  <a:gd name="T42" fmla="*/ 142 w 230"/>
                  <a:gd name="T43" fmla="*/ 2922 h 1601"/>
                  <a:gd name="T44" fmla="*/ 193 w 230"/>
                  <a:gd name="T45" fmla="*/ 3561 h 1601"/>
                  <a:gd name="T46" fmla="*/ 279 w 230"/>
                  <a:gd name="T47" fmla="*/ 3893 h 1601"/>
                  <a:gd name="T48" fmla="*/ 271 w 230"/>
                  <a:gd name="T49" fmla="*/ 3823 h 1601"/>
                  <a:gd name="T50" fmla="*/ 216 w 230"/>
                  <a:gd name="T51" fmla="*/ 3572 h 1601"/>
                  <a:gd name="T52" fmla="*/ 179 w 230"/>
                  <a:gd name="T53" fmla="*/ 2921 h 1601"/>
                  <a:gd name="T54" fmla="*/ 142 w 230"/>
                  <a:gd name="T55" fmla="*/ 2512 h 1601"/>
                  <a:gd name="T56" fmla="*/ 114 w 230"/>
                  <a:gd name="T57" fmla="*/ 2277 h 1601"/>
                  <a:gd name="T58" fmla="*/ 142 w 230"/>
                  <a:gd name="T59" fmla="*/ 2312 h 1601"/>
                  <a:gd name="T60" fmla="*/ 193 w 230"/>
                  <a:gd name="T61" fmla="*/ 2427 h 1601"/>
                  <a:gd name="T62" fmla="*/ 220 w 230"/>
                  <a:gd name="T63" fmla="*/ 2548 h 1601"/>
                  <a:gd name="T64" fmla="*/ 214 w 230"/>
                  <a:gd name="T65" fmla="*/ 2403 h 1601"/>
                  <a:gd name="T66" fmla="*/ 193 w 230"/>
                  <a:gd name="T67" fmla="*/ 2207 h 1601"/>
                  <a:gd name="T68" fmla="*/ 141 w 230"/>
                  <a:gd name="T69" fmla="*/ 2040 h 1601"/>
                  <a:gd name="T70" fmla="*/ 64 w 230"/>
                  <a:gd name="T71" fmla="*/ 1495 h 1601"/>
                  <a:gd name="T72" fmla="*/ 214 w 230"/>
                  <a:gd name="T73" fmla="*/ 971 h 1601"/>
                  <a:gd name="T74" fmla="*/ 259 w 230"/>
                  <a:gd name="T75" fmla="*/ 967 h 1601"/>
                  <a:gd name="T76" fmla="*/ 235 w 230"/>
                  <a:gd name="T77" fmla="*/ 917 h 1601"/>
                  <a:gd name="T78" fmla="*/ 394 w 230"/>
                  <a:gd name="T79" fmla="*/ 734 h 1601"/>
                  <a:gd name="T80" fmla="*/ 121 w 230"/>
                  <a:gd name="T81" fmla="*/ 2045 h 1601"/>
                  <a:gd name="T82" fmla="*/ 175 w 230"/>
                  <a:gd name="T83" fmla="*/ 2209 h 1601"/>
                  <a:gd name="T84" fmla="*/ 189 w 230"/>
                  <a:gd name="T85" fmla="*/ 2364 h 1601"/>
                  <a:gd name="T86" fmla="*/ 132 w 230"/>
                  <a:gd name="T87" fmla="*/ 2266 h 1601"/>
                  <a:gd name="T88" fmla="*/ 75 w 230"/>
                  <a:gd name="T89" fmla="*/ 1953 h 160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30" h="1601">
                    <a:moveTo>
                      <a:pt x="193" y="300"/>
                    </a:moveTo>
                    <a:cubicBezTo>
                      <a:pt x="184" y="291"/>
                      <a:pt x="179" y="275"/>
                      <a:pt x="179" y="262"/>
                    </a:cubicBezTo>
                    <a:cubicBezTo>
                      <a:pt x="179" y="203"/>
                      <a:pt x="179" y="203"/>
                      <a:pt x="179" y="203"/>
                    </a:cubicBezTo>
                    <a:cubicBezTo>
                      <a:pt x="179" y="203"/>
                      <a:pt x="179" y="203"/>
                      <a:pt x="179" y="203"/>
                    </a:cubicBezTo>
                    <a:cubicBezTo>
                      <a:pt x="180" y="196"/>
                      <a:pt x="187" y="199"/>
                      <a:pt x="198" y="200"/>
                    </a:cubicBezTo>
                    <a:cubicBezTo>
                      <a:pt x="208" y="202"/>
                      <a:pt x="222" y="212"/>
                      <a:pt x="229" y="224"/>
                    </a:cubicBezTo>
                    <a:cubicBezTo>
                      <a:pt x="229" y="223"/>
                      <a:pt x="230" y="222"/>
                      <a:pt x="230" y="222"/>
                    </a:cubicBezTo>
                    <a:cubicBezTo>
                      <a:pt x="228" y="218"/>
                      <a:pt x="225" y="214"/>
                      <a:pt x="224" y="208"/>
                    </a:cubicBezTo>
                    <a:cubicBezTo>
                      <a:pt x="220" y="204"/>
                      <a:pt x="216" y="202"/>
                      <a:pt x="218" y="202"/>
                    </a:cubicBezTo>
                    <a:cubicBezTo>
                      <a:pt x="220" y="201"/>
                      <a:pt x="222" y="202"/>
                      <a:pt x="224" y="202"/>
                    </a:cubicBezTo>
                    <a:cubicBezTo>
                      <a:pt x="224" y="200"/>
                      <a:pt x="225" y="198"/>
                      <a:pt x="225" y="195"/>
                    </a:cubicBezTo>
                    <a:cubicBezTo>
                      <a:pt x="225" y="195"/>
                      <a:pt x="225" y="195"/>
                      <a:pt x="224" y="195"/>
                    </a:cubicBezTo>
                    <a:cubicBezTo>
                      <a:pt x="216" y="193"/>
                      <a:pt x="212" y="189"/>
                      <a:pt x="216" y="189"/>
                    </a:cubicBezTo>
                    <a:cubicBezTo>
                      <a:pt x="219" y="189"/>
                      <a:pt x="223" y="188"/>
                      <a:pt x="226" y="186"/>
                    </a:cubicBezTo>
                    <a:cubicBezTo>
                      <a:pt x="223" y="185"/>
                      <a:pt x="222" y="183"/>
                      <a:pt x="220" y="181"/>
                    </a:cubicBezTo>
                    <a:cubicBezTo>
                      <a:pt x="215" y="182"/>
                      <a:pt x="209" y="183"/>
                      <a:pt x="202" y="183"/>
                    </a:cubicBezTo>
                    <a:cubicBezTo>
                      <a:pt x="190" y="183"/>
                      <a:pt x="182" y="184"/>
                      <a:pt x="179" y="177"/>
                    </a:cubicBezTo>
                    <a:cubicBezTo>
                      <a:pt x="179" y="113"/>
                      <a:pt x="179" y="33"/>
                      <a:pt x="179" y="4"/>
                    </a:cubicBezTo>
                    <a:cubicBezTo>
                      <a:pt x="172" y="4"/>
                      <a:pt x="161" y="3"/>
                      <a:pt x="149" y="0"/>
                    </a:cubicBezTo>
                    <a:cubicBezTo>
                      <a:pt x="149" y="26"/>
                      <a:pt x="149" y="117"/>
                      <a:pt x="149" y="186"/>
                    </a:cubicBezTo>
                    <a:cubicBezTo>
                      <a:pt x="148" y="194"/>
                      <a:pt x="134" y="191"/>
                      <a:pt x="106" y="191"/>
                    </a:cubicBezTo>
                    <a:cubicBezTo>
                      <a:pt x="64" y="191"/>
                      <a:pt x="64" y="191"/>
                      <a:pt x="64" y="191"/>
                    </a:cubicBezTo>
                    <a:cubicBezTo>
                      <a:pt x="62" y="191"/>
                      <a:pt x="54" y="189"/>
                      <a:pt x="49" y="185"/>
                    </a:cubicBezTo>
                    <a:cubicBezTo>
                      <a:pt x="47" y="187"/>
                      <a:pt x="45" y="189"/>
                      <a:pt x="42" y="191"/>
                    </a:cubicBezTo>
                    <a:cubicBezTo>
                      <a:pt x="47" y="193"/>
                      <a:pt x="50" y="195"/>
                      <a:pt x="51" y="198"/>
                    </a:cubicBezTo>
                    <a:cubicBezTo>
                      <a:pt x="54" y="203"/>
                      <a:pt x="50" y="201"/>
                      <a:pt x="46" y="202"/>
                    </a:cubicBezTo>
                    <a:cubicBezTo>
                      <a:pt x="46" y="204"/>
                      <a:pt x="46" y="206"/>
                      <a:pt x="46" y="209"/>
                    </a:cubicBezTo>
                    <a:cubicBezTo>
                      <a:pt x="50" y="207"/>
                      <a:pt x="53" y="206"/>
                      <a:pt x="54" y="207"/>
                    </a:cubicBezTo>
                    <a:cubicBezTo>
                      <a:pt x="55" y="209"/>
                      <a:pt x="48" y="215"/>
                      <a:pt x="42" y="221"/>
                    </a:cubicBezTo>
                    <a:cubicBezTo>
                      <a:pt x="41" y="222"/>
                      <a:pt x="41" y="223"/>
                      <a:pt x="40" y="225"/>
                    </a:cubicBezTo>
                    <a:cubicBezTo>
                      <a:pt x="41" y="226"/>
                      <a:pt x="42" y="228"/>
                      <a:pt x="43" y="230"/>
                    </a:cubicBezTo>
                    <a:cubicBezTo>
                      <a:pt x="59" y="215"/>
                      <a:pt x="64" y="210"/>
                      <a:pt x="88" y="208"/>
                    </a:cubicBezTo>
                    <a:cubicBezTo>
                      <a:pt x="112" y="205"/>
                      <a:pt x="133" y="206"/>
                      <a:pt x="140" y="206"/>
                    </a:cubicBezTo>
                    <a:cubicBezTo>
                      <a:pt x="146" y="206"/>
                      <a:pt x="148" y="208"/>
                      <a:pt x="149" y="213"/>
                    </a:cubicBezTo>
                    <a:cubicBezTo>
                      <a:pt x="149" y="262"/>
                      <a:pt x="149" y="262"/>
                      <a:pt x="149" y="262"/>
                    </a:cubicBezTo>
                    <a:cubicBezTo>
                      <a:pt x="149" y="271"/>
                      <a:pt x="144" y="280"/>
                      <a:pt x="140" y="286"/>
                    </a:cubicBezTo>
                    <a:cubicBezTo>
                      <a:pt x="137" y="289"/>
                      <a:pt x="130" y="297"/>
                      <a:pt x="130" y="297"/>
                    </a:cubicBezTo>
                    <a:cubicBezTo>
                      <a:pt x="102" y="333"/>
                      <a:pt x="64" y="380"/>
                      <a:pt x="37" y="455"/>
                    </a:cubicBezTo>
                    <a:cubicBezTo>
                      <a:pt x="37" y="455"/>
                      <a:pt x="28" y="483"/>
                      <a:pt x="27" y="489"/>
                    </a:cubicBezTo>
                    <a:cubicBezTo>
                      <a:pt x="17" y="525"/>
                      <a:pt x="10" y="566"/>
                      <a:pt x="7" y="614"/>
                    </a:cubicBezTo>
                    <a:cubicBezTo>
                      <a:pt x="0" y="741"/>
                      <a:pt x="15" y="855"/>
                      <a:pt x="28" y="946"/>
                    </a:cubicBezTo>
                    <a:cubicBezTo>
                      <a:pt x="33" y="980"/>
                      <a:pt x="37" y="1010"/>
                      <a:pt x="39" y="1035"/>
                    </a:cubicBezTo>
                    <a:cubicBezTo>
                      <a:pt x="43" y="1084"/>
                      <a:pt x="47" y="1109"/>
                      <a:pt x="51" y="1130"/>
                    </a:cubicBezTo>
                    <a:cubicBezTo>
                      <a:pt x="54" y="1149"/>
                      <a:pt x="57" y="1167"/>
                      <a:pt x="59" y="1202"/>
                    </a:cubicBezTo>
                    <a:cubicBezTo>
                      <a:pt x="66" y="1201"/>
                      <a:pt x="66" y="1201"/>
                      <a:pt x="66" y="1201"/>
                    </a:cubicBezTo>
                    <a:cubicBezTo>
                      <a:pt x="72" y="1274"/>
                      <a:pt x="77" y="1378"/>
                      <a:pt x="80" y="1464"/>
                    </a:cubicBezTo>
                    <a:cubicBezTo>
                      <a:pt x="82" y="1491"/>
                      <a:pt x="91" y="1520"/>
                      <a:pt x="100" y="1549"/>
                    </a:cubicBezTo>
                    <a:cubicBezTo>
                      <a:pt x="106" y="1568"/>
                      <a:pt x="112" y="1586"/>
                      <a:pt x="115" y="1601"/>
                    </a:cubicBezTo>
                    <a:cubicBezTo>
                      <a:pt x="121" y="1600"/>
                      <a:pt x="121" y="1600"/>
                      <a:pt x="121" y="1600"/>
                    </a:cubicBezTo>
                    <a:cubicBezTo>
                      <a:pt x="120" y="1590"/>
                      <a:pt x="116" y="1583"/>
                      <a:pt x="112" y="1572"/>
                    </a:cubicBezTo>
                    <a:cubicBezTo>
                      <a:pt x="111" y="1567"/>
                      <a:pt x="104" y="1535"/>
                      <a:pt x="103" y="1531"/>
                    </a:cubicBezTo>
                    <a:cubicBezTo>
                      <a:pt x="97" y="1509"/>
                      <a:pt x="90" y="1488"/>
                      <a:pt x="89" y="1469"/>
                    </a:cubicBezTo>
                    <a:cubicBezTo>
                      <a:pt x="86" y="1384"/>
                      <a:pt x="79" y="1274"/>
                      <a:pt x="73" y="1201"/>
                    </a:cubicBezTo>
                    <a:cubicBezTo>
                      <a:pt x="74" y="1201"/>
                      <a:pt x="74" y="1201"/>
                      <a:pt x="74" y="1201"/>
                    </a:cubicBezTo>
                    <a:cubicBezTo>
                      <a:pt x="71" y="1166"/>
                      <a:pt x="68" y="1147"/>
                      <a:pt x="65" y="1128"/>
                    </a:cubicBezTo>
                    <a:cubicBezTo>
                      <a:pt x="61" y="1106"/>
                      <a:pt x="63" y="1082"/>
                      <a:pt x="59" y="1033"/>
                    </a:cubicBezTo>
                    <a:cubicBezTo>
                      <a:pt x="57" y="1007"/>
                      <a:pt x="53" y="978"/>
                      <a:pt x="48" y="944"/>
                    </a:cubicBezTo>
                    <a:cubicBezTo>
                      <a:pt x="48" y="941"/>
                      <a:pt x="47" y="939"/>
                      <a:pt x="47" y="936"/>
                    </a:cubicBezTo>
                    <a:cubicBezTo>
                      <a:pt x="48" y="937"/>
                      <a:pt x="48" y="937"/>
                      <a:pt x="49" y="938"/>
                    </a:cubicBezTo>
                    <a:cubicBezTo>
                      <a:pt x="53" y="942"/>
                      <a:pt x="57" y="946"/>
                      <a:pt x="59" y="950"/>
                    </a:cubicBezTo>
                    <a:cubicBezTo>
                      <a:pt x="64" y="956"/>
                      <a:pt x="67" y="965"/>
                      <a:pt x="70" y="974"/>
                    </a:cubicBezTo>
                    <a:cubicBezTo>
                      <a:pt x="73" y="982"/>
                      <a:pt x="76" y="991"/>
                      <a:pt x="80" y="998"/>
                    </a:cubicBezTo>
                    <a:cubicBezTo>
                      <a:pt x="81" y="998"/>
                      <a:pt x="81" y="998"/>
                      <a:pt x="81" y="998"/>
                    </a:cubicBezTo>
                    <a:cubicBezTo>
                      <a:pt x="82" y="1015"/>
                      <a:pt x="84" y="1033"/>
                      <a:pt x="91" y="1048"/>
                    </a:cubicBezTo>
                    <a:cubicBezTo>
                      <a:pt x="98" y="1044"/>
                      <a:pt x="98" y="1044"/>
                      <a:pt x="98" y="1044"/>
                    </a:cubicBezTo>
                    <a:cubicBezTo>
                      <a:pt x="90" y="1028"/>
                      <a:pt x="89" y="1006"/>
                      <a:pt x="88" y="988"/>
                    </a:cubicBezTo>
                    <a:cubicBezTo>
                      <a:pt x="87" y="978"/>
                      <a:pt x="87" y="978"/>
                      <a:pt x="87" y="978"/>
                    </a:cubicBezTo>
                    <a:cubicBezTo>
                      <a:pt x="86" y="954"/>
                      <a:pt x="84" y="930"/>
                      <a:pt x="80" y="907"/>
                    </a:cubicBezTo>
                    <a:cubicBezTo>
                      <a:pt x="76" y="891"/>
                      <a:pt x="71" y="876"/>
                      <a:pt x="65" y="860"/>
                    </a:cubicBezTo>
                    <a:cubicBezTo>
                      <a:pt x="58" y="839"/>
                      <a:pt x="58" y="839"/>
                      <a:pt x="58" y="839"/>
                    </a:cubicBezTo>
                    <a:cubicBezTo>
                      <a:pt x="51" y="820"/>
                      <a:pt x="44" y="804"/>
                      <a:pt x="30" y="790"/>
                    </a:cubicBezTo>
                    <a:cubicBezTo>
                      <a:pt x="25" y="735"/>
                      <a:pt x="23" y="676"/>
                      <a:pt x="27" y="615"/>
                    </a:cubicBezTo>
                    <a:cubicBezTo>
                      <a:pt x="33" y="517"/>
                      <a:pt x="57" y="449"/>
                      <a:pt x="84" y="399"/>
                    </a:cubicBezTo>
                    <a:cubicBezTo>
                      <a:pt x="85" y="397"/>
                      <a:pt x="87" y="397"/>
                      <a:pt x="88" y="399"/>
                    </a:cubicBezTo>
                    <a:cubicBezTo>
                      <a:pt x="92" y="405"/>
                      <a:pt x="95" y="406"/>
                      <a:pt x="100" y="410"/>
                    </a:cubicBezTo>
                    <a:cubicBezTo>
                      <a:pt x="107" y="398"/>
                      <a:pt x="107" y="398"/>
                      <a:pt x="107" y="398"/>
                    </a:cubicBezTo>
                    <a:cubicBezTo>
                      <a:pt x="102" y="394"/>
                      <a:pt x="100" y="394"/>
                      <a:pt x="96" y="386"/>
                    </a:cubicBezTo>
                    <a:cubicBezTo>
                      <a:pt x="94" y="383"/>
                      <a:pt x="96" y="378"/>
                      <a:pt x="97" y="377"/>
                    </a:cubicBezTo>
                    <a:cubicBezTo>
                      <a:pt x="114" y="350"/>
                      <a:pt x="129" y="331"/>
                      <a:pt x="143" y="313"/>
                    </a:cubicBezTo>
                    <a:cubicBezTo>
                      <a:pt x="147" y="309"/>
                      <a:pt x="155" y="302"/>
                      <a:pt x="162" y="302"/>
                    </a:cubicBezTo>
                    <a:moveTo>
                      <a:pt x="31" y="803"/>
                    </a:moveTo>
                    <a:cubicBezTo>
                      <a:pt x="40" y="814"/>
                      <a:pt x="45" y="826"/>
                      <a:pt x="50" y="841"/>
                    </a:cubicBezTo>
                    <a:cubicBezTo>
                      <a:pt x="58" y="863"/>
                      <a:pt x="58" y="863"/>
                      <a:pt x="58" y="863"/>
                    </a:cubicBezTo>
                    <a:cubicBezTo>
                      <a:pt x="63" y="878"/>
                      <a:pt x="69" y="893"/>
                      <a:pt x="72" y="909"/>
                    </a:cubicBezTo>
                    <a:cubicBezTo>
                      <a:pt x="76" y="930"/>
                      <a:pt x="78" y="953"/>
                      <a:pt x="79" y="976"/>
                    </a:cubicBezTo>
                    <a:cubicBezTo>
                      <a:pt x="79" y="974"/>
                      <a:pt x="78" y="973"/>
                      <a:pt x="78" y="972"/>
                    </a:cubicBezTo>
                    <a:cubicBezTo>
                      <a:pt x="75" y="962"/>
                      <a:pt x="71" y="953"/>
                      <a:pt x="66" y="945"/>
                    </a:cubicBezTo>
                    <a:cubicBezTo>
                      <a:pt x="63" y="940"/>
                      <a:pt x="58" y="936"/>
                      <a:pt x="54" y="932"/>
                    </a:cubicBezTo>
                    <a:cubicBezTo>
                      <a:pt x="51" y="929"/>
                      <a:pt x="48" y="926"/>
                      <a:pt x="45" y="922"/>
                    </a:cubicBezTo>
                    <a:cubicBezTo>
                      <a:pt x="40" y="886"/>
                      <a:pt x="35" y="846"/>
                      <a:pt x="31" y="80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8" name="Freeform 238">
                <a:extLst>
                  <a:ext uri="{FF2B5EF4-FFF2-40B4-BE49-F238E27FC236}">
                    <a16:creationId xmlns:a16="http://schemas.microsoft.com/office/drawing/2014/main" id="{1CEEFB8E-8EF3-4C2C-AFCE-5AAB858D7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387"/>
                <a:ext cx="129" cy="903"/>
              </a:xfrm>
              <a:custGeom>
                <a:avLst/>
                <a:gdLst>
                  <a:gd name="T0" fmla="*/ 203 w 96"/>
                  <a:gd name="T1" fmla="*/ 125 h 671"/>
                  <a:gd name="T2" fmla="*/ 172 w 96"/>
                  <a:gd name="T3" fmla="*/ 171 h 671"/>
                  <a:gd name="T4" fmla="*/ 157 w 96"/>
                  <a:gd name="T5" fmla="*/ 168 h 671"/>
                  <a:gd name="T6" fmla="*/ 133 w 96"/>
                  <a:gd name="T7" fmla="*/ 30 h 671"/>
                  <a:gd name="T8" fmla="*/ 136 w 96"/>
                  <a:gd name="T9" fmla="*/ 0 h 671"/>
                  <a:gd name="T10" fmla="*/ 121 w 96"/>
                  <a:gd name="T11" fmla="*/ 0 h 671"/>
                  <a:gd name="T12" fmla="*/ 120 w 96"/>
                  <a:gd name="T13" fmla="*/ 27 h 671"/>
                  <a:gd name="T14" fmla="*/ 142 w 96"/>
                  <a:gd name="T15" fmla="*/ 183 h 671"/>
                  <a:gd name="T16" fmla="*/ 142 w 96"/>
                  <a:gd name="T17" fmla="*/ 195 h 671"/>
                  <a:gd name="T18" fmla="*/ 93 w 96"/>
                  <a:gd name="T19" fmla="*/ 270 h 671"/>
                  <a:gd name="T20" fmla="*/ 93 w 96"/>
                  <a:gd name="T21" fmla="*/ 270 h 671"/>
                  <a:gd name="T22" fmla="*/ 23 w 96"/>
                  <a:gd name="T23" fmla="*/ 284 h 671"/>
                  <a:gd name="T24" fmla="*/ 16 w 96"/>
                  <a:gd name="T25" fmla="*/ 277 h 671"/>
                  <a:gd name="T26" fmla="*/ 85 w 96"/>
                  <a:gd name="T27" fmla="*/ 295 h 671"/>
                  <a:gd name="T28" fmla="*/ 78 w 96"/>
                  <a:gd name="T29" fmla="*/ 324 h 671"/>
                  <a:gd name="T30" fmla="*/ 70 w 96"/>
                  <a:gd name="T31" fmla="*/ 472 h 671"/>
                  <a:gd name="T32" fmla="*/ 62 w 96"/>
                  <a:gd name="T33" fmla="*/ 480 h 671"/>
                  <a:gd name="T34" fmla="*/ 36 w 96"/>
                  <a:gd name="T35" fmla="*/ 444 h 671"/>
                  <a:gd name="T36" fmla="*/ 27 w 96"/>
                  <a:gd name="T37" fmla="*/ 408 h 671"/>
                  <a:gd name="T38" fmla="*/ 16 w 96"/>
                  <a:gd name="T39" fmla="*/ 409 h 671"/>
                  <a:gd name="T40" fmla="*/ 27 w 96"/>
                  <a:gd name="T41" fmla="*/ 445 h 671"/>
                  <a:gd name="T42" fmla="*/ 35 w 96"/>
                  <a:gd name="T43" fmla="*/ 472 h 671"/>
                  <a:gd name="T44" fmla="*/ 16 w 96"/>
                  <a:gd name="T45" fmla="*/ 538 h 671"/>
                  <a:gd name="T46" fmla="*/ 16 w 96"/>
                  <a:gd name="T47" fmla="*/ 561 h 671"/>
                  <a:gd name="T48" fmla="*/ 12 w 96"/>
                  <a:gd name="T49" fmla="*/ 604 h 671"/>
                  <a:gd name="T50" fmla="*/ 12 w 96"/>
                  <a:gd name="T51" fmla="*/ 719 h 671"/>
                  <a:gd name="T52" fmla="*/ 20 w 96"/>
                  <a:gd name="T53" fmla="*/ 717 h 671"/>
                  <a:gd name="T54" fmla="*/ 22 w 96"/>
                  <a:gd name="T55" fmla="*/ 607 h 671"/>
                  <a:gd name="T56" fmla="*/ 30 w 96"/>
                  <a:gd name="T57" fmla="*/ 561 h 671"/>
                  <a:gd name="T58" fmla="*/ 30 w 96"/>
                  <a:gd name="T59" fmla="*/ 536 h 671"/>
                  <a:gd name="T60" fmla="*/ 42 w 96"/>
                  <a:gd name="T61" fmla="*/ 486 h 671"/>
                  <a:gd name="T62" fmla="*/ 62 w 96"/>
                  <a:gd name="T63" fmla="*/ 494 h 671"/>
                  <a:gd name="T64" fmla="*/ 70 w 96"/>
                  <a:gd name="T65" fmla="*/ 509 h 671"/>
                  <a:gd name="T66" fmla="*/ 85 w 96"/>
                  <a:gd name="T67" fmla="*/ 838 h 671"/>
                  <a:gd name="T68" fmla="*/ 114 w 96"/>
                  <a:gd name="T69" fmla="*/ 968 h 671"/>
                  <a:gd name="T70" fmla="*/ 146 w 96"/>
                  <a:gd name="T71" fmla="*/ 1101 h 671"/>
                  <a:gd name="T72" fmla="*/ 156 w 96"/>
                  <a:gd name="T73" fmla="*/ 1184 h 671"/>
                  <a:gd name="T74" fmla="*/ 156 w 96"/>
                  <a:gd name="T75" fmla="*/ 1292 h 671"/>
                  <a:gd name="T76" fmla="*/ 153 w 96"/>
                  <a:gd name="T77" fmla="*/ 1379 h 671"/>
                  <a:gd name="T78" fmla="*/ 148 w 96"/>
                  <a:gd name="T79" fmla="*/ 1440 h 671"/>
                  <a:gd name="T80" fmla="*/ 172 w 96"/>
                  <a:gd name="T81" fmla="*/ 1635 h 671"/>
                  <a:gd name="T82" fmla="*/ 163 w 96"/>
                  <a:gd name="T83" fmla="*/ 1444 h 671"/>
                  <a:gd name="T84" fmla="*/ 163 w 96"/>
                  <a:gd name="T85" fmla="*/ 1432 h 671"/>
                  <a:gd name="T86" fmla="*/ 175 w 96"/>
                  <a:gd name="T87" fmla="*/ 1447 h 671"/>
                  <a:gd name="T88" fmla="*/ 183 w 96"/>
                  <a:gd name="T89" fmla="*/ 1457 h 671"/>
                  <a:gd name="T90" fmla="*/ 219 w 96"/>
                  <a:gd name="T91" fmla="*/ 1507 h 671"/>
                  <a:gd name="T92" fmla="*/ 231 w 96"/>
                  <a:gd name="T93" fmla="*/ 1560 h 671"/>
                  <a:gd name="T94" fmla="*/ 226 w 96"/>
                  <a:gd name="T95" fmla="*/ 1503 h 671"/>
                  <a:gd name="T96" fmla="*/ 195 w 96"/>
                  <a:gd name="T97" fmla="*/ 1447 h 671"/>
                  <a:gd name="T98" fmla="*/ 184 w 96"/>
                  <a:gd name="T99" fmla="*/ 1439 h 671"/>
                  <a:gd name="T100" fmla="*/ 168 w 96"/>
                  <a:gd name="T101" fmla="*/ 1389 h 671"/>
                  <a:gd name="T102" fmla="*/ 168 w 96"/>
                  <a:gd name="T103" fmla="*/ 1382 h 671"/>
                  <a:gd name="T104" fmla="*/ 175 w 96"/>
                  <a:gd name="T105" fmla="*/ 1295 h 671"/>
                  <a:gd name="T106" fmla="*/ 175 w 96"/>
                  <a:gd name="T107" fmla="*/ 1179 h 671"/>
                  <a:gd name="T108" fmla="*/ 164 w 96"/>
                  <a:gd name="T109" fmla="*/ 1101 h 671"/>
                  <a:gd name="T110" fmla="*/ 133 w 96"/>
                  <a:gd name="T111" fmla="*/ 964 h 671"/>
                  <a:gd name="T112" fmla="*/ 105 w 96"/>
                  <a:gd name="T113" fmla="*/ 837 h 671"/>
                  <a:gd name="T114" fmla="*/ 98 w 96"/>
                  <a:gd name="T115" fmla="*/ 326 h 671"/>
                  <a:gd name="T116" fmla="*/ 175 w 96"/>
                  <a:gd name="T117" fmla="*/ 192 h 671"/>
                  <a:gd name="T118" fmla="*/ 196 w 96"/>
                  <a:gd name="T119" fmla="*/ 210 h 67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96" h="671">
                    <a:moveTo>
                      <a:pt x="83" y="51"/>
                    </a:moveTo>
                    <a:cubicBezTo>
                      <a:pt x="82" y="57"/>
                      <a:pt x="77" y="69"/>
                      <a:pt x="71" y="70"/>
                    </a:cubicBezTo>
                    <a:cubicBezTo>
                      <a:pt x="70" y="71"/>
                      <a:pt x="66" y="70"/>
                      <a:pt x="65" y="69"/>
                    </a:cubicBezTo>
                    <a:cubicBezTo>
                      <a:pt x="50" y="57"/>
                      <a:pt x="53" y="32"/>
                      <a:pt x="55" y="12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7" y="32"/>
                      <a:pt x="42" y="60"/>
                      <a:pt x="59" y="75"/>
                    </a:cubicBezTo>
                    <a:cubicBezTo>
                      <a:pt x="60" y="75"/>
                      <a:pt x="60" y="79"/>
                      <a:pt x="59" y="80"/>
                    </a:cubicBezTo>
                    <a:cubicBezTo>
                      <a:pt x="50" y="87"/>
                      <a:pt x="42" y="99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28" y="120"/>
                      <a:pt x="19" y="128"/>
                      <a:pt x="10" y="117"/>
                    </a:cubicBezTo>
                    <a:cubicBezTo>
                      <a:pt x="7" y="114"/>
                      <a:pt x="7" y="114"/>
                      <a:pt x="7" y="114"/>
                    </a:cubicBezTo>
                    <a:cubicBezTo>
                      <a:pt x="12" y="126"/>
                      <a:pt x="21" y="135"/>
                      <a:pt x="35" y="121"/>
                    </a:cubicBezTo>
                    <a:cubicBezTo>
                      <a:pt x="34" y="125"/>
                      <a:pt x="33" y="129"/>
                      <a:pt x="32" y="133"/>
                    </a:cubicBezTo>
                    <a:cubicBezTo>
                      <a:pt x="30" y="149"/>
                      <a:pt x="30" y="171"/>
                      <a:pt x="29" y="194"/>
                    </a:cubicBezTo>
                    <a:cubicBezTo>
                      <a:pt x="29" y="196"/>
                      <a:pt x="26" y="198"/>
                      <a:pt x="25" y="197"/>
                    </a:cubicBezTo>
                    <a:cubicBezTo>
                      <a:pt x="19" y="194"/>
                      <a:pt x="16" y="190"/>
                      <a:pt x="15" y="182"/>
                    </a:cubicBezTo>
                    <a:cubicBezTo>
                      <a:pt x="14" y="178"/>
                      <a:pt x="13" y="173"/>
                      <a:pt x="11" y="167"/>
                    </a:cubicBezTo>
                    <a:cubicBezTo>
                      <a:pt x="7" y="168"/>
                      <a:pt x="7" y="168"/>
                      <a:pt x="7" y="168"/>
                    </a:cubicBezTo>
                    <a:cubicBezTo>
                      <a:pt x="9" y="174"/>
                      <a:pt x="10" y="178"/>
                      <a:pt x="11" y="183"/>
                    </a:cubicBezTo>
                    <a:cubicBezTo>
                      <a:pt x="11" y="187"/>
                      <a:pt x="12" y="191"/>
                      <a:pt x="14" y="194"/>
                    </a:cubicBezTo>
                    <a:cubicBezTo>
                      <a:pt x="6" y="199"/>
                      <a:pt x="7" y="212"/>
                      <a:pt x="7" y="221"/>
                    </a:cubicBezTo>
                    <a:cubicBezTo>
                      <a:pt x="7" y="230"/>
                      <a:pt x="7" y="230"/>
                      <a:pt x="7" y="230"/>
                    </a:cubicBezTo>
                    <a:cubicBezTo>
                      <a:pt x="5" y="248"/>
                      <a:pt x="5" y="248"/>
                      <a:pt x="5" y="248"/>
                    </a:cubicBezTo>
                    <a:cubicBezTo>
                      <a:pt x="2" y="264"/>
                      <a:pt x="0" y="279"/>
                      <a:pt x="5" y="295"/>
                    </a:cubicBezTo>
                    <a:cubicBezTo>
                      <a:pt x="8" y="294"/>
                      <a:pt x="8" y="294"/>
                      <a:pt x="8" y="294"/>
                    </a:cubicBezTo>
                    <a:cubicBezTo>
                      <a:pt x="3" y="280"/>
                      <a:pt x="7" y="264"/>
                      <a:pt x="9" y="249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20"/>
                      <a:pt x="12" y="220"/>
                      <a:pt x="12" y="220"/>
                    </a:cubicBezTo>
                    <a:cubicBezTo>
                      <a:pt x="11" y="210"/>
                      <a:pt x="13" y="202"/>
                      <a:pt x="17" y="199"/>
                    </a:cubicBezTo>
                    <a:cubicBezTo>
                      <a:pt x="19" y="201"/>
                      <a:pt x="22" y="202"/>
                      <a:pt x="25" y="203"/>
                    </a:cubicBezTo>
                    <a:cubicBezTo>
                      <a:pt x="27" y="204"/>
                      <a:pt x="29" y="207"/>
                      <a:pt x="29" y="209"/>
                    </a:cubicBezTo>
                    <a:cubicBezTo>
                      <a:pt x="29" y="258"/>
                      <a:pt x="32" y="314"/>
                      <a:pt x="35" y="344"/>
                    </a:cubicBezTo>
                    <a:cubicBezTo>
                      <a:pt x="36" y="355"/>
                      <a:pt x="41" y="376"/>
                      <a:pt x="47" y="397"/>
                    </a:cubicBezTo>
                    <a:cubicBezTo>
                      <a:pt x="54" y="425"/>
                      <a:pt x="61" y="438"/>
                      <a:pt x="60" y="452"/>
                    </a:cubicBezTo>
                    <a:cubicBezTo>
                      <a:pt x="60" y="463"/>
                      <a:pt x="62" y="475"/>
                      <a:pt x="64" y="486"/>
                    </a:cubicBezTo>
                    <a:cubicBezTo>
                      <a:pt x="66" y="496"/>
                      <a:pt x="65" y="516"/>
                      <a:pt x="64" y="530"/>
                    </a:cubicBezTo>
                    <a:cubicBezTo>
                      <a:pt x="63" y="542"/>
                      <a:pt x="64" y="554"/>
                      <a:pt x="63" y="566"/>
                    </a:cubicBezTo>
                    <a:cubicBezTo>
                      <a:pt x="61" y="591"/>
                      <a:pt x="61" y="591"/>
                      <a:pt x="61" y="591"/>
                    </a:cubicBezTo>
                    <a:cubicBezTo>
                      <a:pt x="59" y="620"/>
                      <a:pt x="58" y="648"/>
                      <a:pt x="71" y="671"/>
                    </a:cubicBezTo>
                    <a:cubicBezTo>
                      <a:pt x="59" y="651"/>
                      <a:pt x="65" y="620"/>
                      <a:pt x="67" y="592"/>
                    </a:cubicBezTo>
                    <a:cubicBezTo>
                      <a:pt x="67" y="588"/>
                      <a:pt x="67" y="588"/>
                      <a:pt x="67" y="588"/>
                    </a:cubicBezTo>
                    <a:cubicBezTo>
                      <a:pt x="68" y="589"/>
                      <a:pt x="70" y="591"/>
                      <a:pt x="72" y="594"/>
                    </a:cubicBezTo>
                    <a:cubicBezTo>
                      <a:pt x="75" y="598"/>
                      <a:pt x="75" y="598"/>
                      <a:pt x="75" y="598"/>
                    </a:cubicBezTo>
                    <a:cubicBezTo>
                      <a:pt x="80" y="605"/>
                      <a:pt x="87" y="610"/>
                      <a:pt x="90" y="618"/>
                    </a:cubicBezTo>
                    <a:cubicBezTo>
                      <a:pt x="92" y="622"/>
                      <a:pt x="95" y="640"/>
                      <a:pt x="95" y="640"/>
                    </a:cubicBezTo>
                    <a:cubicBezTo>
                      <a:pt x="95" y="640"/>
                      <a:pt x="96" y="625"/>
                      <a:pt x="93" y="617"/>
                    </a:cubicBezTo>
                    <a:cubicBezTo>
                      <a:pt x="90" y="608"/>
                      <a:pt x="85" y="601"/>
                      <a:pt x="80" y="594"/>
                    </a:cubicBezTo>
                    <a:cubicBezTo>
                      <a:pt x="76" y="590"/>
                      <a:pt x="76" y="590"/>
                      <a:pt x="76" y="590"/>
                    </a:cubicBezTo>
                    <a:cubicBezTo>
                      <a:pt x="71" y="583"/>
                      <a:pt x="70" y="578"/>
                      <a:pt x="69" y="570"/>
                    </a:cubicBezTo>
                    <a:cubicBezTo>
                      <a:pt x="69" y="567"/>
                      <a:pt x="69" y="567"/>
                      <a:pt x="69" y="567"/>
                    </a:cubicBezTo>
                    <a:cubicBezTo>
                      <a:pt x="69" y="555"/>
                      <a:pt x="71" y="543"/>
                      <a:pt x="72" y="531"/>
                    </a:cubicBezTo>
                    <a:cubicBezTo>
                      <a:pt x="73" y="517"/>
                      <a:pt x="74" y="494"/>
                      <a:pt x="72" y="484"/>
                    </a:cubicBezTo>
                    <a:cubicBezTo>
                      <a:pt x="70" y="473"/>
                      <a:pt x="68" y="463"/>
                      <a:pt x="68" y="452"/>
                    </a:cubicBezTo>
                    <a:cubicBezTo>
                      <a:pt x="69" y="437"/>
                      <a:pt x="62" y="425"/>
                      <a:pt x="55" y="395"/>
                    </a:cubicBezTo>
                    <a:cubicBezTo>
                      <a:pt x="49" y="374"/>
                      <a:pt x="44" y="354"/>
                      <a:pt x="43" y="343"/>
                    </a:cubicBezTo>
                    <a:cubicBezTo>
                      <a:pt x="39" y="297"/>
                      <a:pt x="34" y="184"/>
                      <a:pt x="40" y="134"/>
                    </a:cubicBezTo>
                    <a:cubicBezTo>
                      <a:pt x="44" y="106"/>
                      <a:pt x="55" y="91"/>
                      <a:pt x="72" y="79"/>
                    </a:cubicBezTo>
                    <a:cubicBezTo>
                      <a:pt x="76" y="78"/>
                      <a:pt x="79" y="77"/>
                      <a:pt x="81" y="86"/>
                    </a:cubicBezTo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9" name="Freeform 239">
                <a:extLst>
                  <a:ext uri="{FF2B5EF4-FFF2-40B4-BE49-F238E27FC236}">
                    <a16:creationId xmlns:a16="http://schemas.microsoft.com/office/drawing/2014/main" id="{824825AA-B2E4-4579-A8C3-CF219B5AE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199"/>
                <a:ext cx="48" cy="218"/>
              </a:xfrm>
              <a:custGeom>
                <a:avLst/>
                <a:gdLst>
                  <a:gd name="T0" fmla="*/ 59 w 36"/>
                  <a:gd name="T1" fmla="*/ 1 h 162"/>
                  <a:gd name="T2" fmla="*/ 0 w 36"/>
                  <a:gd name="T3" fmla="*/ 388 h 162"/>
                  <a:gd name="T4" fmla="*/ 27 w 36"/>
                  <a:gd name="T5" fmla="*/ 394 h 162"/>
                  <a:gd name="T6" fmla="*/ 79 w 36"/>
                  <a:gd name="T7" fmla="*/ 0 h 162"/>
                  <a:gd name="T8" fmla="*/ 59 w 36"/>
                  <a:gd name="T9" fmla="*/ 1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62">
                    <a:moveTo>
                      <a:pt x="25" y="1"/>
                    </a:moveTo>
                    <a:cubicBezTo>
                      <a:pt x="28" y="37"/>
                      <a:pt x="14" y="105"/>
                      <a:pt x="0" y="159"/>
                    </a:cubicBezTo>
                    <a:cubicBezTo>
                      <a:pt x="11" y="162"/>
                      <a:pt x="11" y="162"/>
                      <a:pt x="11" y="162"/>
                    </a:cubicBezTo>
                    <a:cubicBezTo>
                      <a:pt x="26" y="107"/>
                      <a:pt x="36" y="37"/>
                      <a:pt x="33" y="0"/>
                    </a:cubicBezTo>
                    <a:lnTo>
                      <a:pt x="25" y="1"/>
                    </a:ln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0" name="Freeform 240">
                <a:extLst>
                  <a:ext uri="{FF2B5EF4-FFF2-40B4-BE49-F238E27FC236}">
                    <a16:creationId xmlns:a16="http://schemas.microsoft.com/office/drawing/2014/main" id="{D8EAC3F6-00B3-4A23-89ED-06511B7DD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047"/>
                <a:ext cx="25" cy="258"/>
              </a:xfrm>
              <a:custGeom>
                <a:avLst/>
                <a:gdLst>
                  <a:gd name="T0" fmla="*/ 16 w 19"/>
                  <a:gd name="T1" fmla="*/ 51 h 192"/>
                  <a:gd name="T2" fmla="*/ 5 w 19"/>
                  <a:gd name="T3" fmla="*/ 98 h 192"/>
                  <a:gd name="T4" fmla="*/ 14 w 19"/>
                  <a:gd name="T5" fmla="*/ 231 h 192"/>
                  <a:gd name="T6" fmla="*/ 18 w 19"/>
                  <a:gd name="T7" fmla="*/ 262 h 192"/>
                  <a:gd name="T8" fmla="*/ 12 w 19"/>
                  <a:gd name="T9" fmla="*/ 383 h 192"/>
                  <a:gd name="T10" fmla="*/ 9 w 19"/>
                  <a:gd name="T11" fmla="*/ 398 h 192"/>
                  <a:gd name="T12" fmla="*/ 9 w 19"/>
                  <a:gd name="T13" fmla="*/ 466 h 192"/>
                  <a:gd name="T14" fmla="*/ 22 w 19"/>
                  <a:gd name="T15" fmla="*/ 457 h 192"/>
                  <a:gd name="T16" fmla="*/ 28 w 19"/>
                  <a:gd name="T17" fmla="*/ 400 h 192"/>
                  <a:gd name="T18" fmla="*/ 29 w 19"/>
                  <a:gd name="T19" fmla="*/ 388 h 192"/>
                  <a:gd name="T20" fmla="*/ 37 w 19"/>
                  <a:gd name="T21" fmla="*/ 261 h 192"/>
                  <a:gd name="T22" fmla="*/ 29 w 19"/>
                  <a:gd name="T23" fmla="*/ 227 h 192"/>
                  <a:gd name="T24" fmla="*/ 18 w 19"/>
                  <a:gd name="T25" fmla="*/ 99 h 192"/>
                  <a:gd name="T26" fmla="*/ 24 w 19"/>
                  <a:gd name="T27" fmla="*/ 56 h 192"/>
                  <a:gd name="T28" fmla="*/ 34 w 19"/>
                  <a:gd name="T29" fmla="*/ 0 h 192"/>
                  <a:gd name="T30" fmla="*/ 24 w 19"/>
                  <a:gd name="T31" fmla="*/ 0 h 192"/>
                  <a:gd name="T32" fmla="*/ 16 w 19"/>
                  <a:gd name="T33" fmla="*/ 51 h 1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" h="192">
                    <a:moveTo>
                      <a:pt x="7" y="21"/>
                    </a:moveTo>
                    <a:cubicBezTo>
                      <a:pt x="5" y="26"/>
                      <a:pt x="3" y="32"/>
                      <a:pt x="2" y="40"/>
                    </a:cubicBezTo>
                    <a:cubicBezTo>
                      <a:pt x="0" y="57"/>
                      <a:pt x="2" y="77"/>
                      <a:pt x="6" y="95"/>
                    </a:cubicBezTo>
                    <a:cubicBezTo>
                      <a:pt x="8" y="108"/>
                      <a:pt x="8" y="108"/>
                      <a:pt x="8" y="108"/>
                    </a:cubicBezTo>
                    <a:cubicBezTo>
                      <a:pt x="11" y="125"/>
                      <a:pt x="8" y="141"/>
                      <a:pt x="5" y="158"/>
                    </a:cubicBezTo>
                    <a:cubicBezTo>
                      <a:pt x="4" y="164"/>
                      <a:pt x="4" y="164"/>
                      <a:pt x="4" y="164"/>
                    </a:cubicBezTo>
                    <a:cubicBezTo>
                      <a:pt x="2" y="176"/>
                      <a:pt x="0" y="187"/>
                      <a:pt x="4" y="192"/>
                    </a:cubicBezTo>
                    <a:cubicBezTo>
                      <a:pt x="10" y="188"/>
                      <a:pt x="10" y="188"/>
                      <a:pt x="10" y="188"/>
                    </a:cubicBezTo>
                    <a:cubicBezTo>
                      <a:pt x="8" y="185"/>
                      <a:pt x="11" y="172"/>
                      <a:pt x="12" y="165"/>
                    </a:cubicBezTo>
                    <a:cubicBezTo>
                      <a:pt x="13" y="160"/>
                      <a:pt x="13" y="160"/>
                      <a:pt x="13" y="160"/>
                    </a:cubicBezTo>
                    <a:cubicBezTo>
                      <a:pt x="16" y="142"/>
                      <a:pt x="19" y="125"/>
                      <a:pt x="16" y="107"/>
                    </a:cubicBezTo>
                    <a:cubicBezTo>
                      <a:pt x="13" y="94"/>
                      <a:pt x="13" y="94"/>
                      <a:pt x="13" y="94"/>
                    </a:cubicBezTo>
                    <a:cubicBezTo>
                      <a:pt x="10" y="76"/>
                      <a:pt x="6" y="56"/>
                      <a:pt x="8" y="41"/>
                    </a:cubicBezTo>
                    <a:cubicBezTo>
                      <a:pt x="9" y="33"/>
                      <a:pt x="10" y="28"/>
                      <a:pt x="11" y="23"/>
                    </a:cubicBezTo>
                    <a:cubicBezTo>
                      <a:pt x="13" y="16"/>
                      <a:pt x="15" y="10"/>
                      <a:pt x="15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8"/>
                      <a:pt x="8" y="14"/>
                      <a:pt x="7" y="2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1" name="Freeform 241">
                <a:extLst>
                  <a:ext uri="{FF2B5EF4-FFF2-40B4-BE49-F238E27FC236}">
                    <a16:creationId xmlns:a16="http://schemas.microsoft.com/office/drawing/2014/main" id="{016851D1-01B9-4C01-9CC6-D9E5D3281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876"/>
                <a:ext cx="167" cy="362"/>
              </a:xfrm>
              <a:custGeom>
                <a:avLst/>
                <a:gdLst>
                  <a:gd name="T0" fmla="*/ 303 w 124"/>
                  <a:gd name="T1" fmla="*/ 23 h 269"/>
                  <a:gd name="T2" fmla="*/ 296 w 124"/>
                  <a:gd name="T3" fmla="*/ 27 h 269"/>
                  <a:gd name="T4" fmla="*/ 268 w 124"/>
                  <a:gd name="T5" fmla="*/ 54 h 269"/>
                  <a:gd name="T6" fmla="*/ 260 w 124"/>
                  <a:gd name="T7" fmla="*/ 58 h 269"/>
                  <a:gd name="T8" fmla="*/ 246 w 124"/>
                  <a:gd name="T9" fmla="*/ 51 h 269"/>
                  <a:gd name="T10" fmla="*/ 246 w 124"/>
                  <a:gd name="T11" fmla="*/ 42 h 269"/>
                  <a:gd name="T12" fmla="*/ 249 w 124"/>
                  <a:gd name="T13" fmla="*/ 7 h 269"/>
                  <a:gd name="T14" fmla="*/ 252 w 124"/>
                  <a:gd name="T15" fmla="*/ 0 h 269"/>
                  <a:gd name="T16" fmla="*/ 252 w 124"/>
                  <a:gd name="T17" fmla="*/ 0 h 269"/>
                  <a:gd name="T18" fmla="*/ 237 w 124"/>
                  <a:gd name="T19" fmla="*/ 43 h 269"/>
                  <a:gd name="T20" fmla="*/ 237 w 124"/>
                  <a:gd name="T21" fmla="*/ 65 h 269"/>
                  <a:gd name="T22" fmla="*/ 220 w 124"/>
                  <a:gd name="T23" fmla="*/ 85 h 269"/>
                  <a:gd name="T24" fmla="*/ 203 w 124"/>
                  <a:gd name="T25" fmla="*/ 98 h 269"/>
                  <a:gd name="T26" fmla="*/ 193 w 124"/>
                  <a:gd name="T27" fmla="*/ 106 h 269"/>
                  <a:gd name="T28" fmla="*/ 168 w 124"/>
                  <a:gd name="T29" fmla="*/ 77 h 269"/>
                  <a:gd name="T30" fmla="*/ 163 w 124"/>
                  <a:gd name="T31" fmla="*/ 78 h 269"/>
                  <a:gd name="T32" fmla="*/ 182 w 124"/>
                  <a:gd name="T33" fmla="*/ 110 h 269"/>
                  <a:gd name="T34" fmla="*/ 178 w 124"/>
                  <a:gd name="T35" fmla="*/ 129 h 269"/>
                  <a:gd name="T36" fmla="*/ 174 w 124"/>
                  <a:gd name="T37" fmla="*/ 167 h 269"/>
                  <a:gd name="T38" fmla="*/ 174 w 124"/>
                  <a:gd name="T39" fmla="*/ 168 h 269"/>
                  <a:gd name="T40" fmla="*/ 154 w 124"/>
                  <a:gd name="T41" fmla="*/ 219 h 269"/>
                  <a:gd name="T42" fmla="*/ 114 w 124"/>
                  <a:gd name="T43" fmla="*/ 258 h 269"/>
                  <a:gd name="T44" fmla="*/ 15 w 124"/>
                  <a:gd name="T45" fmla="*/ 404 h 269"/>
                  <a:gd name="T46" fmla="*/ 9 w 124"/>
                  <a:gd name="T47" fmla="*/ 544 h 269"/>
                  <a:gd name="T48" fmla="*/ 0 w 124"/>
                  <a:gd name="T49" fmla="*/ 655 h 269"/>
                  <a:gd name="T50" fmla="*/ 35 w 124"/>
                  <a:gd name="T51" fmla="*/ 619 h 269"/>
                  <a:gd name="T52" fmla="*/ 35 w 124"/>
                  <a:gd name="T53" fmla="*/ 541 h 269"/>
                  <a:gd name="T54" fmla="*/ 40 w 124"/>
                  <a:gd name="T55" fmla="*/ 409 h 269"/>
                  <a:gd name="T56" fmla="*/ 132 w 124"/>
                  <a:gd name="T57" fmla="*/ 277 h 269"/>
                  <a:gd name="T58" fmla="*/ 174 w 124"/>
                  <a:gd name="T59" fmla="*/ 237 h 269"/>
                  <a:gd name="T60" fmla="*/ 198 w 124"/>
                  <a:gd name="T61" fmla="*/ 168 h 269"/>
                  <a:gd name="T62" fmla="*/ 198 w 124"/>
                  <a:gd name="T63" fmla="*/ 167 h 269"/>
                  <a:gd name="T64" fmla="*/ 215 w 124"/>
                  <a:gd name="T65" fmla="*/ 112 h 269"/>
                  <a:gd name="T66" fmla="*/ 226 w 124"/>
                  <a:gd name="T67" fmla="*/ 104 h 269"/>
                  <a:gd name="T68" fmla="*/ 246 w 124"/>
                  <a:gd name="T69" fmla="*/ 85 h 269"/>
                  <a:gd name="T70" fmla="*/ 260 w 124"/>
                  <a:gd name="T71" fmla="*/ 70 h 269"/>
                  <a:gd name="T72" fmla="*/ 271 w 124"/>
                  <a:gd name="T73" fmla="*/ 65 h 269"/>
                  <a:gd name="T74" fmla="*/ 303 w 124"/>
                  <a:gd name="T75" fmla="*/ 23 h 2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4" h="269">
                    <a:moveTo>
                      <a:pt x="124" y="10"/>
                    </a:moveTo>
                    <a:cubicBezTo>
                      <a:pt x="123" y="10"/>
                      <a:pt x="122" y="9"/>
                      <a:pt x="121" y="11"/>
                    </a:cubicBezTo>
                    <a:cubicBezTo>
                      <a:pt x="119" y="14"/>
                      <a:pt x="118" y="19"/>
                      <a:pt x="110" y="22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5" y="24"/>
                      <a:pt x="102" y="24"/>
                      <a:pt x="101" y="21"/>
                    </a:cubicBezTo>
                    <a:cubicBezTo>
                      <a:pt x="101" y="19"/>
                      <a:pt x="101" y="18"/>
                      <a:pt x="101" y="17"/>
                    </a:cubicBezTo>
                    <a:cubicBezTo>
                      <a:pt x="100" y="12"/>
                      <a:pt x="99" y="5"/>
                      <a:pt x="102" y="3"/>
                    </a:cubicBezTo>
                    <a:cubicBezTo>
                      <a:pt x="103" y="2"/>
                      <a:pt x="102" y="1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95" y="4"/>
                      <a:pt x="95" y="11"/>
                      <a:pt x="97" y="18"/>
                    </a:cubicBezTo>
                    <a:cubicBezTo>
                      <a:pt x="97" y="21"/>
                      <a:pt x="97" y="27"/>
                      <a:pt x="97" y="27"/>
                    </a:cubicBezTo>
                    <a:cubicBezTo>
                      <a:pt x="96" y="33"/>
                      <a:pt x="93" y="33"/>
                      <a:pt x="90" y="35"/>
                    </a:cubicBezTo>
                    <a:cubicBezTo>
                      <a:pt x="83" y="40"/>
                      <a:pt x="83" y="40"/>
                      <a:pt x="83" y="40"/>
                    </a:cubicBezTo>
                    <a:cubicBezTo>
                      <a:pt x="81" y="41"/>
                      <a:pt x="80" y="42"/>
                      <a:pt x="79" y="44"/>
                    </a:cubicBezTo>
                    <a:cubicBezTo>
                      <a:pt x="77" y="40"/>
                      <a:pt x="72" y="33"/>
                      <a:pt x="69" y="31"/>
                    </a:cubicBezTo>
                    <a:cubicBezTo>
                      <a:pt x="67" y="29"/>
                      <a:pt x="67" y="32"/>
                      <a:pt x="67" y="32"/>
                    </a:cubicBezTo>
                    <a:cubicBezTo>
                      <a:pt x="71" y="36"/>
                      <a:pt x="74" y="39"/>
                      <a:pt x="74" y="45"/>
                    </a:cubicBezTo>
                    <a:cubicBezTo>
                      <a:pt x="74" y="46"/>
                      <a:pt x="75" y="50"/>
                      <a:pt x="73" y="53"/>
                    </a:cubicBezTo>
                    <a:cubicBezTo>
                      <a:pt x="72" y="57"/>
                      <a:pt x="71" y="62"/>
                      <a:pt x="71" y="68"/>
                    </a:cubicBezTo>
                    <a:cubicBezTo>
                      <a:pt x="71" y="69"/>
                      <a:pt x="71" y="69"/>
                      <a:pt x="71" y="69"/>
                    </a:cubicBezTo>
                    <a:cubicBezTo>
                      <a:pt x="71" y="80"/>
                      <a:pt x="71" y="82"/>
                      <a:pt x="63" y="90"/>
                    </a:cubicBezTo>
                    <a:cubicBezTo>
                      <a:pt x="58" y="96"/>
                      <a:pt x="52" y="101"/>
                      <a:pt x="47" y="106"/>
                    </a:cubicBezTo>
                    <a:cubicBezTo>
                      <a:pt x="29" y="123"/>
                      <a:pt x="11" y="140"/>
                      <a:pt x="6" y="166"/>
                    </a:cubicBezTo>
                    <a:cubicBezTo>
                      <a:pt x="3" y="184"/>
                      <a:pt x="3" y="204"/>
                      <a:pt x="4" y="223"/>
                    </a:cubicBezTo>
                    <a:cubicBezTo>
                      <a:pt x="4" y="233"/>
                      <a:pt x="5" y="252"/>
                      <a:pt x="0" y="269"/>
                    </a:cubicBezTo>
                    <a:cubicBezTo>
                      <a:pt x="14" y="254"/>
                      <a:pt x="14" y="254"/>
                      <a:pt x="14" y="254"/>
                    </a:cubicBezTo>
                    <a:cubicBezTo>
                      <a:pt x="14" y="244"/>
                      <a:pt x="14" y="233"/>
                      <a:pt x="14" y="222"/>
                    </a:cubicBezTo>
                    <a:cubicBezTo>
                      <a:pt x="13" y="204"/>
                      <a:pt x="13" y="185"/>
                      <a:pt x="16" y="168"/>
                    </a:cubicBezTo>
                    <a:cubicBezTo>
                      <a:pt x="20" y="145"/>
                      <a:pt x="36" y="130"/>
                      <a:pt x="54" y="114"/>
                    </a:cubicBezTo>
                    <a:cubicBezTo>
                      <a:pt x="59" y="108"/>
                      <a:pt x="65" y="103"/>
                      <a:pt x="71" y="97"/>
                    </a:cubicBezTo>
                    <a:cubicBezTo>
                      <a:pt x="81" y="86"/>
                      <a:pt x="81" y="81"/>
                      <a:pt x="81" y="69"/>
                    </a:cubicBezTo>
                    <a:cubicBezTo>
                      <a:pt x="81" y="68"/>
                      <a:pt x="81" y="68"/>
                      <a:pt x="81" y="68"/>
                    </a:cubicBezTo>
                    <a:cubicBezTo>
                      <a:pt x="81" y="58"/>
                      <a:pt x="82" y="51"/>
                      <a:pt x="88" y="46"/>
                    </a:cubicBezTo>
                    <a:cubicBezTo>
                      <a:pt x="93" y="42"/>
                      <a:pt x="93" y="42"/>
                      <a:pt x="93" y="42"/>
                    </a:cubicBezTo>
                    <a:cubicBezTo>
                      <a:pt x="96" y="41"/>
                      <a:pt x="99" y="39"/>
                      <a:pt x="101" y="35"/>
                    </a:cubicBezTo>
                    <a:cubicBezTo>
                      <a:pt x="102" y="33"/>
                      <a:pt x="105" y="29"/>
                      <a:pt x="106" y="29"/>
                    </a:cubicBezTo>
                    <a:cubicBezTo>
                      <a:pt x="111" y="27"/>
                      <a:pt x="111" y="27"/>
                      <a:pt x="111" y="27"/>
                    </a:cubicBezTo>
                    <a:cubicBezTo>
                      <a:pt x="118" y="23"/>
                      <a:pt x="121" y="18"/>
                      <a:pt x="124" y="1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2" name="Freeform 242">
                <a:extLst>
                  <a:ext uri="{FF2B5EF4-FFF2-40B4-BE49-F238E27FC236}">
                    <a16:creationId xmlns:a16="http://schemas.microsoft.com/office/drawing/2014/main" id="{D9917E86-CAE3-402C-9C14-DD39AA6AF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794"/>
                <a:ext cx="315" cy="549"/>
              </a:xfrm>
              <a:custGeom>
                <a:avLst/>
                <a:gdLst>
                  <a:gd name="T0" fmla="*/ 543 w 234"/>
                  <a:gd name="T1" fmla="*/ 494 h 408"/>
                  <a:gd name="T2" fmla="*/ 522 w 234"/>
                  <a:gd name="T3" fmla="*/ 492 h 408"/>
                  <a:gd name="T4" fmla="*/ 530 w 234"/>
                  <a:gd name="T5" fmla="*/ 436 h 408"/>
                  <a:gd name="T6" fmla="*/ 528 w 234"/>
                  <a:gd name="T7" fmla="*/ 373 h 408"/>
                  <a:gd name="T8" fmla="*/ 522 w 234"/>
                  <a:gd name="T9" fmla="*/ 435 h 408"/>
                  <a:gd name="T10" fmla="*/ 513 w 234"/>
                  <a:gd name="T11" fmla="*/ 488 h 408"/>
                  <a:gd name="T12" fmla="*/ 506 w 234"/>
                  <a:gd name="T13" fmla="*/ 509 h 408"/>
                  <a:gd name="T14" fmla="*/ 444 w 234"/>
                  <a:gd name="T15" fmla="*/ 569 h 408"/>
                  <a:gd name="T16" fmla="*/ 394 w 234"/>
                  <a:gd name="T17" fmla="*/ 587 h 408"/>
                  <a:gd name="T18" fmla="*/ 324 w 234"/>
                  <a:gd name="T19" fmla="*/ 593 h 408"/>
                  <a:gd name="T20" fmla="*/ 289 w 234"/>
                  <a:gd name="T21" fmla="*/ 569 h 408"/>
                  <a:gd name="T22" fmla="*/ 318 w 234"/>
                  <a:gd name="T23" fmla="*/ 502 h 408"/>
                  <a:gd name="T24" fmla="*/ 389 w 234"/>
                  <a:gd name="T25" fmla="*/ 471 h 408"/>
                  <a:gd name="T26" fmla="*/ 413 w 234"/>
                  <a:gd name="T27" fmla="*/ 452 h 408"/>
                  <a:gd name="T28" fmla="*/ 451 w 234"/>
                  <a:gd name="T29" fmla="*/ 414 h 408"/>
                  <a:gd name="T30" fmla="*/ 408 w 234"/>
                  <a:gd name="T31" fmla="*/ 439 h 408"/>
                  <a:gd name="T32" fmla="*/ 381 w 234"/>
                  <a:gd name="T33" fmla="*/ 460 h 408"/>
                  <a:gd name="T34" fmla="*/ 323 w 234"/>
                  <a:gd name="T35" fmla="*/ 482 h 408"/>
                  <a:gd name="T36" fmla="*/ 312 w 234"/>
                  <a:gd name="T37" fmla="*/ 386 h 408"/>
                  <a:gd name="T38" fmla="*/ 283 w 234"/>
                  <a:gd name="T39" fmla="*/ 225 h 408"/>
                  <a:gd name="T40" fmla="*/ 341 w 234"/>
                  <a:gd name="T41" fmla="*/ 79 h 408"/>
                  <a:gd name="T42" fmla="*/ 417 w 234"/>
                  <a:gd name="T43" fmla="*/ 57 h 408"/>
                  <a:gd name="T44" fmla="*/ 365 w 234"/>
                  <a:gd name="T45" fmla="*/ 65 h 408"/>
                  <a:gd name="T46" fmla="*/ 361 w 234"/>
                  <a:gd name="T47" fmla="*/ 36 h 408"/>
                  <a:gd name="T48" fmla="*/ 351 w 234"/>
                  <a:gd name="T49" fmla="*/ 0 h 408"/>
                  <a:gd name="T50" fmla="*/ 334 w 234"/>
                  <a:gd name="T51" fmla="*/ 70 h 408"/>
                  <a:gd name="T52" fmla="*/ 252 w 234"/>
                  <a:gd name="T53" fmla="*/ 199 h 408"/>
                  <a:gd name="T54" fmla="*/ 153 w 234"/>
                  <a:gd name="T55" fmla="*/ 136 h 408"/>
                  <a:gd name="T56" fmla="*/ 163 w 234"/>
                  <a:gd name="T57" fmla="*/ 42 h 408"/>
                  <a:gd name="T58" fmla="*/ 183 w 234"/>
                  <a:gd name="T59" fmla="*/ 15 h 408"/>
                  <a:gd name="T60" fmla="*/ 148 w 234"/>
                  <a:gd name="T61" fmla="*/ 48 h 408"/>
                  <a:gd name="T62" fmla="*/ 114 w 234"/>
                  <a:gd name="T63" fmla="*/ 7 h 408"/>
                  <a:gd name="T64" fmla="*/ 135 w 234"/>
                  <a:gd name="T65" fmla="*/ 69 h 408"/>
                  <a:gd name="T66" fmla="*/ 121 w 234"/>
                  <a:gd name="T67" fmla="*/ 136 h 408"/>
                  <a:gd name="T68" fmla="*/ 51 w 234"/>
                  <a:gd name="T69" fmla="*/ 120 h 408"/>
                  <a:gd name="T70" fmla="*/ 35 w 234"/>
                  <a:gd name="T71" fmla="*/ 85 h 408"/>
                  <a:gd name="T72" fmla="*/ 40 w 234"/>
                  <a:gd name="T73" fmla="*/ 135 h 408"/>
                  <a:gd name="T74" fmla="*/ 1 w 234"/>
                  <a:gd name="T75" fmla="*/ 156 h 408"/>
                  <a:gd name="T76" fmla="*/ 118 w 234"/>
                  <a:gd name="T77" fmla="*/ 156 h 408"/>
                  <a:gd name="T78" fmla="*/ 263 w 234"/>
                  <a:gd name="T79" fmla="*/ 262 h 408"/>
                  <a:gd name="T80" fmla="*/ 288 w 234"/>
                  <a:gd name="T81" fmla="*/ 389 h 408"/>
                  <a:gd name="T82" fmla="*/ 277 w 234"/>
                  <a:gd name="T83" fmla="*/ 498 h 408"/>
                  <a:gd name="T84" fmla="*/ 198 w 234"/>
                  <a:gd name="T85" fmla="*/ 460 h 408"/>
                  <a:gd name="T86" fmla="*/ 136 w 234"/>
                  <a:gd name="T87" fmla="*/ 429 h 408"/>
                  <a:gd name="T88" fmla="*/ 127 w 234"/>
                  <a:gd name="T89" fmla="*/ 431 h 408"/>
                  <a:gd name="T90" fmla="*/ 193 w 234"/>
                  <a:gd name="T91" fmla="*/ 475 h 408"/>
                  <a:gd name="T92" fmla="*/ 276 w 234"/>
                  <a:gd name="T93" fmla="*/ 514 h 408"/>
                  <a:gd name="T94" fmla="*/ 256 w 234"/>
                  <a:gd name="T95" fmla="*/ 585 h 408"/>
                  <a:gd name="T96" fmla="*/ 156 w 234"/>
                  <a:gd name="T97" fmla="*/ 994 h 408"/>
                  <a:gd name="T98" fmla="*/ 241 w 234"/>
                  <a:gd name="T99" fmla="*/ 680 h 408"/>
                  <a:gd name="T100" fmla="*/ 261 w 234"/>
                  <a:gd name="T101" fmla="*/ 675 h 408"/>
                  <a:gd name="T102" fmla="*/ 289 w 234"/>
                  <a:gd name="T103" fmla="*/ 690 h 408"/>
                  <a:gd name="T104" fmla="*/ 256 w 234"/>
                  <a:gd name="T105" fmla="*/ 649 h 408"/>
                  <a:gd name="T106" fmla="*/ 287 w 234"/>
                  <a:gd name="T107" fmla="*/ 599 h 408"/>
                  <a:gd name="T108" fmla="*/ 386 w 234"/>
                  <a:gd name="T109" fmla="*/ 619 h 408"/>
                  <a:gd name="T110" fmla="*/ 428 w 234"/>
                  <a:gd name="T111" fmla="*/ 592 h 408"/>
                  <a:gd name="T112" fmla="*/ 481 w 234"/>
                  <a:gd name="T113" fmla="*/ 576 h 408"/>
                  <a:gd name="T114" fmla="*/ 543 w 234"/>
                  <a:gd name="T115" fmla="*/ 505 h 408"/>
                  <a:gd name="T116" fmla="*/ 569 w 234"/>
                  <a:gd name="T117" fmla="*/ 487 h 4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34" h="408">
                    <a:moveTo>
                      <a:pt x="233" y="200"/>
                    </a:moveTo>
                    <a:cubicBezTo>
                      <a:pt x="231" y="203"/>
                      <a:pt x="228" y="203"/>
                      <a:pt x="222" y="203"/>
                    </a:cubicBezTo>
                    <a:cubicBezTo>
                      <a:pt x="220" y="203"/>
                      <a:pt x="217" y="204"/>
                      <a:pt x="214" y="204"/>
                    </a:cubicBezTo>
                    <a:cubicBezTo>
                      <a:pt x="214" y="204"/>
                      <a:pt x="214" y="203"/>
                      <a:pt x="214" y="202"/>
                    </a:cubicBezTo>
                    <a:cubicBezTo>
                      <a:pt x="216" y="192"/>
                      <a:pt x="216" y="192"/>
                      <a:pt x="216" y="192"/>
                    </a:cubicBezTo>
                    <a:cubicBezTo>
                      <a:pt x="216" y="188"/>
                      <a:pt x="217" y="184"/>
                      <a:pt x="218" y="179"/>
                    </a:cubicBezTo>
                    <a:cubicBezTo>
                      <a:pt x="220" y="173"/>
                      <a:pt x="219" y="164"/>
                      <a:pt x="219" y="161"/>
                    </a:cubicBezTo>
                    <a:cubicBezTo>
                      <a:pt x="219" y="158"/>
                      <a:pt x="216" y="153"/>
                      <a:pt x="216" y="153"/>
                    </a:cubicBezTo>
                    <a:cubicBezTo>
                      <a:pt x="217" y="162"/>
                      <a:pt x="217" y="162"/>
                      <a:pt x="217" y="162"/>
                    </a:cubicBezTo>
                    <a:cubicBezTo>
                      <a:pt x="218" y="167"/>
                      <a:pt x="216" y="173"/>
                      <a:pt x="214" y="178"/>
                    </a:cubicBezTo>
                    <a:cubicBezTo>
                      <a:pt x="213" y="183"/>
                      <a:pt x="212" y="188"/>
                      <a:pt x="212" y="192"/>
                    </a:cubicBezTo>
                    <a:cubicBezTo>
                      <a:pt x="210" y="201"/>
                      <a:pt x="210" y="201"/>
                      <a:pt x="210" y="201"/>
                    </a:cubicBezTo>
                    <a:cubicBezTo>
                      <a:pt x="210" y="203"/>
                      <a:pt x="208" y="206"/>
                      <a:pt x="207" y="209"/>
                    </a:cubicBezTo>
                    <a:cubicBezTo>
                      <a:pt x="207" y="209"/>
                      <a:pt x="207" y="209"/>
                      <a:pt x="207" y="209"/>
                    </a:cubicBezTo>
                    <a:cubicBezTo>
                      <a:pt x="203" y="219"/>
                      <a:pt x="196" y="227"/>
                      <a:pt x="192" y="230"/>
                    </a:cubicBezTo>
                    <a:cubicBezTo>
                      <a:pt x="189" y="232"/>
                      <a:pt x="186" y="232"/>
                      <a:pt x="182" y="233"/>
                    </a:cubicBezTo>
                    <a:cubicBezTo>
                      <a:pt x="178" y="233"/>
                      <a:pt x="174" y="234"/>
                      <a:pt x="171" y="235"/>
                    </a:cubicBezTo>
                    <a:cubicBezTo>
                      <a:pt x="168" y="237"/>
                      <a:pt x="165" y="239"/>
                      <a:pt x="162" y="241"/>
                    </a:cubicBezTo>
                    <a:cubicBezTo>
                      <a:pt x="160" y="243"/>
                      <a:pt x="158" y="245"/>
                      <a:pt x="155" y="247"/>
                    </a:cubicBezTo>
                    <a:cubicBezTo>
                      <a:pt x="147" y="250"/>
                      <a:pt x="141" y="247"/>
                      <a:pt x="133" y="244"/>
                    </a:cubicBezTo>
                    <a:cubicBezTo>
                      <a:pt x="130" y="242"/>
                      <a:pt x="125" y="240"/>
                      <a:pt x="121" y="239"/>
                    </a:cubicBezTo>
                    <a:cubicBezTo>
                      <a:pt x="117" y="238"/>
                      <a:pt x="118" y="235"/>
                      <a:pt x="119" y="233"/>
                    </a:cubicBezTo>
                    <a:cubicBezTo>
                      <a:pt x="122" y="225"/>
                      <a:pt x="124" y="218"/>
                      <a:pt x="126" y="211"/>
                    </a:cubicBezTo>
                    <a:cubicBezTo>
                      <a:pt x="126" y="210"/>
                      <a:pt x="127" y="206"/>
                      <a:pt x="130" y="206"/>
                    </a:cubicBezTo>
                    <a:cubicBezTo>
                      <a:pt x="133" y="204"/>
                      <a:pt x="137" y="203"/>
                      <a:pt x="141" y="202"/>
                    </a:cubicBezTo>
                    <a:cubicBezTo>
                      <a:pt x="147" y="201"/>
                      <a:pt x="154" y="199"/>
                      <a:pt x="160" y="193"/>
                    </a:cubicBezTo>
                    <a:cubicBezTo>
                      <a:pt x="163" y="190"/>
                      <a:pt x="163" y="190"/>
                      <a:pt x="163" y="190"/>
                    </a:cubicBezTo>
                    <a:cubicBezTo>
                      <a:pt x="165" y="188"/>
                      <a:pt x="165" y="187"/>
                      <a:pt x="169" y="186"/>
                    </a:cubicBezTo>
                    <a:cubicBezTo>
                      <a:pt x="173" y="184"/>
                      <a:pt x="173" y="184"/>
                      <a:pt x="173" y="184"/>
                    </a:cubicBezTo>
                    <a:cubicBezTo>
                      <a:pt x="179" y="181"/>
                      <a:pt x="180" y="178"/>
                      <a:pt x="185" y="170"/>
                    </a:cubicBezTo>
                    <a:cubicBezTo>
                      <a:pt x="181" y="176"/>
                      <a:pt x="176" y="176"/>
                      <a:pt x="170" y="178"/>
                    </a:cubicBezTo>
                    <a:cubicBezTo>
                      <a:pt x="167" y="180"/>
                      <a:pt x="167" y="180"/>
                      <a:pt x="167" y="180"/>
                    </a:cubicBezTo>
                    <a:cubicBezTo>
                      <a:pt x="162" y="182"/>
                      <a:pt x="161" y="184"/>
                      <a:pt x="159" y="186"/>
                    </a:cubicBezTo>
                    <a:cubicBezTo>
                      <a:pt x="156" y="189"/>
                      <a:pt x="156" y="189"/>
                      <a:pt x="156" y="189"/>
                    </a:cubicBezTo>
                    <a:cubicBezTo>
                      <a:pt x="151" y="194"/>
                      <a:pt x="145" y="195"/>
                      <a:pt x="139" y="196"/>
                    </a:cubicBezTo>
                    <a:cubicBezTo>
                      <a:pt x="137" y="197"/>
                      <a:pt x="134" y="198"/>
                      <a:pt x="132" y="198"/>
                    </a:cubicBezTo>
                    <a:cubicBezTo>
                      <a:pt x="131" y="199"/>
                      <a:pt x="129" y="196"/>
                      <a:pt x="129" y="195"/>
                    </a:cubicBezTo>
                    <a:cubicBezTo>
                      <a:pt x="131" y="182"/>
                      <a:pt x="130" y="172"/>
                      <a:pt x="128" y="158"/>
                    </a:cubicBezTo>
                    <a:cubicBezTo>
                      <a:pt x="123" y="137"/>
                      <a:pt x="123" y="137"/>
                      <a:pt x="123" y="137"/>
                    </a:cubicBezTo>
                    <a:cubicBezTo>
                      <a:pt x="120" y="121"/>
                      <a:pt x="117" y="108"/>
                      <a:pt x="116" y="92"/>
                    </a:cubicBezTo>
                    <a:cubicBezTo>
                      <a:pt x="116" y="92"/>
                      <a:pt x="116" y="76"/>
                      <a:pt x="118" y="71"/>
                    </a:cubicBezTo>
                    <a:cubicBezTo>
                      <a:pt x="123" y="54"/>
                      <a:pt x="128" y="45"/>
                      <a:pt x="140" y="33"/>
                    </a:cubicBezTo>
                    <a:cubicBezTo>
                      <a:pt x="142" y="31"/>
                      <a:pt x="145" y="31"/>
                      <a:pt x="147" y="31"/>
                    </a:cubicBezTo>
                    <a:cubicBezTo>
                      <a:pt x="152" y="31"/>
                      <a:pt x="165" y="32"/>
                      <a:pt x="171" y="23"/>
                    </a:cubicBezTo>
                    <a:cubicBezTo>
                      <a:pt x="170" y="23"/>
                      <a:pt x="170" y="23"/>
                      <a:pt x="169" y="23"/>
                    </a:cubicBezTo>
                    <a:cubicBezTo>
                      <a:pt x="163" y="27"/>
                      <a:pt x="154" y="28"/>
                      <a:pt x="149" y="27"/>
                    </a:cubicBezTo>
                    <a:cubicBezTo>
                      <a:pt x="148" y="26"/>
                      <a:pt x="148" y="24"/>
                      <a:pt x="148" y="22"/>
                    </a:cubicBezTo>
                    <a:cubicBezTo>
                      <a:pt x="148" y="20"/>
                      <a:pt x="148" y="17"/>
                      <a:pt x="148" y="15"/>
                    </a:cubicBezTo>
                    <a:cubicBezTo>
                      <a:pt x="148" y="12"/>
                      <a:pt x="147" y="6"/>
                      <a:pt x="146" y="2"/>
                    </a:cubicBezTo>
                    <a:cubicBezTo>
                      <a:pt x="145" y="0"/>
                      <a:pt x="145" y="0"/>
                      <a:pt x="144" y="0"/>
                    </a:cubicBezTo>
                    <a:cubicBezTo>
                      <a:pt x="146" y="9"/>
                      <a:pt x="145" y="17"/>
                      <a:pt x="144" y="21"/>
                    </a:cubicBezTo>
                    <a:cubicBezTo>
                      <a:pt x="144" y="25"/>
                      <a:pt x="139" y="27"/>
                      <a:pt x="137" y="29"/>
                    </a:cubicBezTo>
                    <a:cubicBezTo>
                      <a:pt x="124" y="43"/>
                      <a:pt x="113" y="56"/>
                      <a:pt x="108" y="77"/>
                    </a:cubicBezTo>
                    <a:cubicBezTo>
                      <a:pt x="108" y="80"/>
                      <a:pt x="106" y="84"/>
                      <a:pt x="103" y="82"/>
                    </a:cubicBezTo>
                    <a:cubicBezTo>
                      <a:pt x="94" y="75"/>
                      <a:pt x="82" y="69"/>
                      <a:pt x="71" y="64"/>
                    </a:cubicBezTo>
                    <a:cubicBezTo>
                      <a:pt x="66" y="61"/>
                      <a:pt x="64" y="58"/>
                      <a:pt x="63" y="56"/>
                    </a:cubicBezTo>
                    <a:cubicBezTo>
                      <a:pt x="59" y="48"/>
                      <a:pt x="60" y="38"/>
                      <a:pt x="61" y="30"/>
                    </a:cubicBezTo>
                    <a:cubicBezTo>
                      <a:pt x="61" y="30"/>
                      <a:pt x="65" y="20"/>
                      <a:pt x="67" y="17"/>
                    </a:cubicBezTo>
                    <a:cubicBezTo>
                      <a:pt x="69" y="14"/>
                      <a:pt x="73" y="10"/>
                      <a:pt x="75" y="8"/>
                    </a:cubicBezTo>
                    <a:cubicBezTo>
                      <a:pt x="76" y="7"/>
                      <a:pt x="76" y="7"/>
                      <a:pt x="75" y="6"/>
                    </a:cubicBezTo>
                    <a:cubicBezTo>
                      <a:pt x="73" y="9"/>
                      <a:pt x="67" y="11"/>
                      <a:pt x="64" y="15"/>
                    </a:cubicBezTo>
                    <a:cubicBezTo>
                      <a:pt x="63" y="16"/>
                      <a:pt x="61" y="19"/>
                      <a:pt x="61" y="20"/>
                    </a:cubicBezTo>
                    <a:cubicBezTo>
                      <a:pt x="60" y="18"/>
                      <a:pt x="53" y="9"/>
                      <a:pt x="50" y="5"/>
                    </a:cubicBezTo>
                    <a:cubicBezTo>
                      <a:pt x="48" y="3"/>
                      <a:pt x="47" y="3"/>
                      <a:pt x="47" y="3"/>
                    </a:cubicBezTo>
                    <a:cubicBezTo>
                      <a:pt x="47" y="3"/>
                      <a:pt x="55" y="19"/>
                      <a:pt x="55" y="21"/>
                    </a:cubicBezTo>
                    <a:cubicBezTo>
                      <a:pt x="56" y="25"/>
                      <a:pt x="55" y="28"/>
                      <a:pt x="55" y="28"/>
                    </a:cubicBezTo>
                    <a:cubicBezTo>
                      <a:pt x="54" y="34"/>
                      <a:pt x="52" y="44"/>
                      <a:pt x="53" y="53"/>
                    </a:cubicBezTo>
                    <a:cubicBezTo>
                      <a:pt x="54" y="55"/>
                      <a:pt x="52" y="57"/>
                      <a:pt x="50" y="56"/>
                    </a:cubicBezTo>
                    <a:cubicBezTo>
                      <a:pt x="50" y="56"/>
                      <a:pt x="38" y="55"/>
                      <a:pt x="34" y="54"/>
                    </a:cubicBezTo>
                    <a:cubicBezTo>
                      <a:pt x="31" y="53"/>
                      <a:pt x="23" y="52"/>
                      <a:pt x="21" y="49"/>
                    </a:cubicBezTo>
                    <a:cubicBezTo>
                      <a:pt x="18" y="45"/>
                      <a:pt x="15" y="39"/>
                      <a:pt x="16" y="34"/>
                    </a:cubicBezTo>
                    <a:cubicBezTo>
                      <a:pt x="15" y="35"/>
                      <a:pt x="14" y="33"/>
                      <a:pt x="14" y="35"/>
                    </a:cubicBezTo>
                    <a:cubicBezTo>
                      <a:pt x="14" y="40"/>
                      <a:pt x="15" y="46"/>
                      <a:pt x="17" y="50"/>
                    </a:cubicBezTo>
                    <a:cubicBezTo>
                      <a:pt x="17" y="51"/>
                      <a:pt x="18" y="54"/>
                      <a:pt x="16" y="55"/>
                    </a:cubicBezTo>
                    <a:cubicBezTo>
                      <a:pt x="11" y="56"/>
                      <a:pt x="5" y="59"/>
                      <a:pt x="1" y="62"/>
                    </a:cubicBezTo>
                    <a:cubicBezTo>
                      <a:pt x="0" y="63"/>
                      <a:pt x="1" y="64"/>
                      <a:pt x="1" y="64"/>
                    </a:cubicBezTo>
                    <a:cubicBezTo>
                      <a:pt x="10" y="59"/>
                      <a:pt x="25" y="56"/>
                      <a:pt x="45" y="63"/>
                    </a:cubicBezTo>
                    <a:cubicBezTo>
                      <a:pt x="48" y="64"/>
                      <a:pt x="48" y="64"/>
                      <a:pt x="48" y="64"/>
                    </a:cubicBezTo>
                    <a:cubicBezTo>
                      <a:pt x="61" y="68"/>
                      <a:pt x="81" y="77"/>
                      <a:pt x="95" y="86"/>
                    </a:cubicBezTo>
                    <a:cubicBezTo>
                      <a:pt x="105" y="92"/>
                      <a:pt x="107" y="104"/>
                      <a:pt x="108" y="108"/>
                    </a:cubicBezTo>
                    <a:cubicBezTo>
                      <a:pt x="109" y="118"/>
                      <a:pt x="111" y="128"/>
                      <a:pt x="114" y="139"/>
                    </a:cubicBezTo>
                    <a:cubicBezTo>
                      <a:pt x="118" y="160"/>
                      <a:pt x="118" y="160"/>
                      <a:pt x="118" y="160"/>
                    </a:cubicBezTo>
                    <a:cubicBezTo>
                      <a:pt x="121" y="175"/>
                      <a:pt x="122" y="186"/>
                      <a:pt x="118" y="203"/>
                    </a:cubicBezTo>
                    <a:cubicBezTo>
                      <a:pt x="117" y="206"/>
                      <a:pt x="115" y="205"/>
                      <a:pt x="114" y="204"/>
                    </a:cubicBezTo>
                    <a:cubicBezTo>
                      <a:pt x="108" y="200"/>
                      <a:pt x="101" y="197"/>
                      <a:pt x="97" y="194"/>
                    </a:cubicBezTo>
                    <a:cubicBezTo>
                      <a:pt x="91" y="192"/>
                      <a:pt x="86" y="190"/>
                      <a:pt x="81" y="189"/>
                    </a:cubicBezTo>
                    <a:cubicBezTo>
                      <a:pt x="75" y="187"/>
                      <a:pt x="69" y="186"/>
                      <a:pt x="64" y="183"/>
                    </a:cubicBezTo>
                    <a:cubicBezTo>
                      <a:pt x="61" y="182"/>
                      <a:pt x="59" y="179"/>
                      <a:pt x="56" y="176"/>
                    </a:cubicBezTo>
                    <a:cubicBezTo>
                      <a:pt x="54" y="172"/>
                      <a:pt x="49" y="168"/>
                      <a:pt x="46" y="166"/>
                    </a:cubicBezTo>
                    <a:cubicBezTo>
                      <a:pt x="48" y="168"/>
                      <a:pt x="50" y="174"/>
                      <a:pt x="52" y="177"/>
                    </a:cubicBezTo>
                    <a:cubicBezTo>
                      <a:pt x="55" y="181"/>
                      <a:pt x="57" y="186"/>
                      <a:pt x="61" y="188"/>
                    </a:cubicBezTo>
                    <a:cubicBezTo>
                      <a:pt x="67" y="192"/>
                      <a:pt x="73" y="193"/>
                      <a:pt x="79" y="195"/>
                    </a:cubicBezTo>
                    <a:cubicBezTo>
                      <a:pt x="84" y="196"/>
                      <a:pt x="89" y="198"/>
                      <a:pt x="94" y="200"/>
                    </a:cubicBezTo>
                    <a:cubicBezTo>
                      <a:pt x="99" y="202"/>
                      <a:pt x="108" y="206"/>
                      <a:pt x="113" y="211"/>
                    </a:cubicBezTo>
                    <a:cubicBezTo>
                      <a:pt x="113" y="212"/>
                      <a:pt x="115" y="214"/>
                      <a:pt x="113" y="218"/>
                    </a:cubicBezTo>
                    <a:cubicBezTo>
                      <a:pt x="111" y="225"/>
                      <a:pt x="109" y="232"/>
                      <a:pt x="105" y="240"/>
                    </a:cubicBezTo>
                    <a:cubicBezTo>
                      <a:pt x="102" y="249"/>
                      <a:pt x="98" y="258"/>
                      <a:pt x="94" y="268"/>
                    </a:cubicBezTo>
                    <a:cubicBezTo>
                      <a:pt x="78" y="303"/>
                      <a:pt x="58" y="347"/>
                      <a:pt x="64" y="408"/>
                    </a:cubicBezTo>
                    <a:cubicBezTo>
                      <a:pt x="74" y="407"/>
                      <a:pt x="74" y="407"/>
                      <a:pt x="74" y="407"/>
                    </a:cubicBezTo>
                    <a:cubicBezTo>
                      <a:pt x="68" y="353"/>
                      <a:pt x="84" y="314"/>
                      <a:pt x="99" y="279"/>
                    </a:cubicBezTo>
                    <a:cubicBezTo>
                      <a:pt x="101" y="276"/>
                      <a:pt x="103" y="276"/>
                      <a:pt x="104" y="277"/>
                    </a:cubicBezTo>
                    <a:cubicBezTo>
                      <a:pt x="105" y="277"/>
                      <a:pt x="106" y="277"/>
                      <a:pt x="107" y="277"/>
                    </a:cubicBezTo>
                    <a:cubicBezTo>
                      <a:pt x="114" y="279"/>
                      <a:pt x="115" y="279"/>
                      <a:pt x="115" y="283"/>
                    </a:cubicBezTo>
                    <a:cubicBezTo>
                      <a:pt x="119" y="283"/>
                      <a:pt x="119" y="283"/>
                      <a:pt x="119" y="283"/>
                    </a:cubicBezTo>
                    <a:cubicBezTo>
                      <a:pt x="118" y="272"/>
                      <a:pt x="111" y="272"/>
                      <a:pt x="105" y="271"/>
                    </a:cubicBezTo>
                    <a:cubicBezTo>
                      <a:pt x="102" y="270"/>
                      <a:pt x="105" y="267"/>
                      <a:pt x="105" y="266"/>
                    </a:cubicBezTo>
                    <a:cubicBezTo>
                      <a:pt x="108" y="261"/>
                      <a:pt x="110" y="256"/>
                      <a:pt x="112" y="251"/>
                    </a:cubicBezTo>
                    <a:cubicBezTo>
                      <a:pt x="113" y="246"/>
                      <a:pt x="116" y="246"/>
                      <a:pt x="117" y="246"/>
                    </a:cubicBezTo>
                    <a:cubicBezTo>
                      <a:pt x="122" y="247"/>
                      <a:pt x="126" y="249"/>
                      <a:pt x="130" y="251"/>
                    </a:cubicBezTo>
                    <a:cubicBezTo>
                      <a:pt x="138" y="254"/>
                      <a:pt x="147" y="259"/>
                      <a:pt x="158" y="254"/>
                    </a:cubicBezTo>
                    <a:cubicBezTo>
                      <a:pt x="162" y="252"/>
                      <a:pt x="165" y="250"/>
                      <a:pt x="168" y="248"/>
                    </a:cubicBezTo>
                    <a:cubicBezTo>
                      <a:pt x="170" y="246"/>
                      <a:pt x="172" y="244"/>
                      <a:pt x="175" y="243"/>
                    </a:cubicBezTo>
                    <a:cubicBezTo>
                      <a:pt x="177" y="242"/>
                      <a:pt x="180" y="241"/>
                      <a:pt x="183" y="241"/>
                    </a:cubicBezTo>
                    <a:cubicBezTo>
                      <a:pt x="187" y="240"/>
                      <a:pt x="193" y="239"/>
                      <a:pt x="197" y="236"/>
                    </a:cubicBezTo>
                    <a:cubicBezTo>
                      <a:pt x="203" y="231"/>
                      <a:pt x="209" y="220"/>
                      <a:pt x="213" y="211"/>
                    </a:cubicBezTo>
                    <a:cubicBezTo>
                      <a:pt x="214" y="207"/>
                      <a:pt x="218" y="207"/>
                      <a:pt x="222" y="207"/>
                    </a:cubicBezTo>
                    <a:cubicBezTo>
                      <a:pt x="227" y="206"/>
                      <a:pt x="231" y="206"/>
                      <a:pt x="234" y="200"/>
                    </a:cubicBezTo>
                    <a:lnTo>
                      <a:pt x="233" y="200"/>
                    </a:ln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3" name="Freeform 243">
                <a:extLst>
                  <a:ext uri="{FF2B5EF4-FFF2-40B4-BE49-F238E27FC236}">
                    <a16:creationId xmlns:a16="http://schemas.microsoft.com/office/drawing/2014/main" id="{73AB0B30-A2F8-4FC3-9035-827A84821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270"/>
                <a:ext cx="170" cy="301"/>
              </a:xfrm>
              <a:custGeom>
                <a:avLst/>
                <a:gdLst>
                  <a:gd name="T0" fmla="*/ 217 w 126"/>
                  <a:gd name="T1" fmla="*/ 410 h 224"/>
                  <a:gd name="T2" fmla="*/ 205 w 126"/>
                  <a:gd name="T3" fmla="*/ 395 h 224"/>
                  <a:gd name="T4" fmla="*/ 192 w 126"/>
                  <a:gd name="T5" fmla="*/ 325 h 224"/>
                  <a:gd name="T6" fmla="*/ 217 w 126"/>
                  <a:gd name="T7" fmla="*/ 331 h 224"/>
                  <a:gd name="T8" fmla="*/ 217 w 126"/>
                  <a:gd name="T9" fmla="*/ 320 h 224"/>
                  <a:gd name="T10" fmla="*/ 194 w 126"/>
                  <a:gd name="T11" fmla="*/ 316 h 224"/>
                  <a:gd name="T12" fmla="*/ 182 w 126"/>
                  <a:gd name="T13" fmla="*/ 298 h 224"/>
                  <a:gd name="T14" fmla="*/ 171 w 126"/>
                  <a:gd name="T15" fmla="*/ 269 h 224"/>
                  <a:gd name="T16" fmla="*/ 157 w 126"/>
                  <a:gd name="T17" fmla="*/ 241 h 224"/>
                  <a:gd name="T18" fmla="*/ 105 w 126"/>
                  <a:gd name="T19" fmla="*/ 114 h 224"/>
                  <a:gd name="T20" fmla="*/ 108 w 126"/>
                  <a:gd name="T21" fmla="*/ 101 h 224"/>
                  <a:gd name="T22" fmla="*/ 121 w 126"/>
                  <a:gd name="T23" fmla="*/ 93 h 224"/>
                  <a:gd name="T24" fmla="*/ 219 w 126"/>
                  <a:gd name="T25" fmla="*/ 98 h 224"/>
                  <a:gd name="T26" fmla="*/ 287 w 126"/>
                  <a:gd name="T27" fmla="*/ 138 h 224"/>
                  <a:gd name="T28" fmla="*/ 309 w 126"/>
                  <a:gd name="T29" fmla="*/ 120 h 224"/>
                  <a:gd name="T30" fmla="*/ 228 w 126"/>
                  <a:gd name="T31" fmla="*/ 70 h 224"/>
                  <a:gd name="T32" fmla="*/ 183 w 126"/>
                  <a:gd name="T33" fmla="*/ 58 h 224"/>
                  <a:gd name="T34" fmla="*/ 175 w 126"/>
                  <a:gd name="T35" fmla="*/ 48 h 224"/>
                  <a:gd name="T36" fmla="*/ 177 w 126"/>
                  <a:gd name="T37" fmla="*/ 30 h 224"/>
                  <a:gd name="T38" fmla="*/ 205 w 126"/>
                  <a:gd name="T39" fmla="*/ 15 h 224"/>
                  <a:gd name="T40" fmla="*/ 202 w 126"/>
                  <a:gd name="T41" fmla="*/ 1 h 224"/>
                  <a:gd name="T42" fmla="*/ 175 w 126"/>
                  <a:gd name="T43" fmla="*/ 15 h 224"/>
                  <a:gd name="T44" fmla="*/ 162 w 126"/>
                  <a:gd name="T45" fmla="*/ 15 h 224"/>
                  <a:gd name="T46" fmla="*/ 147 w 126"/>
                  <a:gd name="T47" fmla="*/ 0 h 224"/>
                  <a:gd name="T48" fmla="*/ 139 w 126"/>
                  <a:gd name="T49" fmla="*/ 12 h 224"/>
                  <a:gd name="T50" fmla="*/ 157 w 126"/>
                  <a:gd name="T51" fmla="*/ 30 h 224"/>
                  <a:gd name="T52" fmla="*/ 155 w 126"/>
                  <a:gd name="T53" fmla="*/ 48 h 224"/>
                  <a:gd name="T54" fmla="*/ 142 w 126"/>
                  <a:gd name="T55" fmla="*/ 56 h 224"/>
                  <a:gd name="T56" fmla="*/ 111 w 126"/>
                  <a:gd name="T57" fmla="*/ 65 h 224"/>
                  <a:gd name="T58" fmla="*/ 104 w 126"/>
                  <a:gd name="T59" fmla="*/ 70 h 224"/>
                  <a:gd name="T60" fmla="*/ 97 w 126"/>
                  <a:gd name="T61" fmla="*/ 65 h 224"/>
                  <a:gd name="T62" fmla="*/ 73 w 126"/>
                  <a:gd name="T63" fmla="*/ 27 h 224"/>
                  <a:gd name="T64" fmla="*/ 57 w 126"/>
                  <a:gd name="T65" fmla="*/ 43 h 224"/>
                  <a:gd name="T66" fmla="*/ 73 w 126"/>
                  <a:gd name="T67" fmla="*/ 78 h 224"/>
                  <a:gd name="T68" fmla="*/ 72 w 126"/>
                  <a:gd name="T69" fmla="*/ 98 h 224"/>
                  <a:gd name="T70" fmla="*/ 0 w 126"/>
                  <a:gd name="T71" fmla="*/ 254 h 224"/>
                  <a:gd name="T72" fmla="*/ 30 w 126"/>
                  <a:gd name="T73" fmla="*/ 262 h 224"/>
                  <a:gd name="T74" fmla="*/ 84 w 126"/>
                  <a:gd name="T75" fmla="*/ 126 h 224"/>
                  <a:gd name="T76" fmla="*/ 89 w 126"/>
                  <a:gd name="T77" fmla="*/ 128 h 224"/>
                  <a:gd name="T78" fmla="*/ 140 w 126"/>
                  <a:gd name="T79" fmla="*/ 249 h 224"/>
                  <a:gd name="T80" fmla="*/ 152 w 126"/>
                  <a:gd name="T81" fmla="*/ 277 h 224"/>
                  <a:gd name="T82" fmla="*/ 175 w 126"/>
                  <a:gd name="T83" fmla="*/ 335 h 224"/>
                  <a:gd name="T84" fmla="*/ 198 w 126"/>
                  <a:gd name="T85" fmla="*/ 453 h 224"/>
                  <a:gd name="T86" fmla="*/ 198 w 126"/>
                  <a:gd name="T87" fmla="*/ 542 h 224"/>
                  <a:gd name="T88" fmla="*/ 209 w 126"/>
                  <a:gd name="T89" fmla="*/ 543 h 224"/>
                  <a:gd name="T90" fmla="*/ 205 w 126"/>
                  <a:gd name="T91" fmla="*/ 422 h 224"/>
                  <a:gd name="T92" fmla="*/ 209 w 126"/>
                  <a:gd name="T93" fmla="*/ 417 h 224"/>
                  <a:gd name="T94" fmla="*/ 255 w 126"/>
                  <a:gd name="T95" fmla="*/ 430 h 224"/>
                  <a:gd name="T96" fmla="*/ 255 w 126"/>
                  <a:gd name="T97" fmla="*/ 419 h 224"/>
                  <a:gd name="T98" fmla="*/ 217 w 126"/>
                  <a:gd name="T99" fmla="*/ 410 h 22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6" h="224">
                    <a:moveTo>
                      <a:pt x="88" y="169"/>
                    </a:moveTo>
                    <a:cubicBezTo>
                      <a:pt x="86" y="168"/>
                      <a:pt x="84" y="163"/>
                      <a:pt x="84" y="163"/>
                    </a:cubicBezTo>
                    <a:cubicBezTo>
                      <a:pt x="82" y="153"/>
                      <a:pt x="80" y="143"/>
                      <a:pt x="78" y="134"/>
                    </a:cubicBezTo>
                    <a:cubicBezTo>
                      <a:pt x="81" y="135"/>
                      <a:pt x="85" y="136"/>
                      <a:pt x="88" y="136"/>
                    </a:cubicBezTo>
                    <a:cubicBezTo>
                      <a:pt x="88" y="132"/>
                      <a:pt x="88" y="132"/>
                      <a:pt x="88" y="132"/>
                    </a:cubicBezTo>
                    <a:cubicBezTo>
                      <a:pt x="85" y="132"/>
                      <a:pt x="82" y="131"/>
                      <a:pt x="79" y="130"/>
                    </a:cubicBezTo>
                    <a:cubicBezTo>
                      <a:pt x="76" y="128"/>
                      <a:pt x="75" y="125"/>
                      <a:pt x="74" y="123"/>
                    </a:cubicBezTo>
                    <a:cubicBezTo>
                      <a:pt x="73" y="119"/>
                      <a:pt x="71" y="115"/>
                      <a:pt x="70" y="111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56" y="84"/>
                      <a:pt x="46" y="63"/>
                      <a:pt x="43" y="47"/>
                    </a:cubicBezTo>
                    <a:cubicBezTo>
                      <a:pt x="43" y="46"/>
                      <a:pt x="44" y="42"/>
                      <a:pt x="44" y="42"/>
                    </a:cubicBezTo>
                    <a:cubicBezTo>
                      <a:pt x="46" y="40"/>
                      <a:pt x="48" y="39"/>
                      <a:pt x="50" y="38"/>
                    </a:cubicBezTo>
                    <a:cubicBezTo>
                      <a:pt x="61" y="33"/>
                      <a:pt x="73" y="34"/>
                      <a:pt x="89" y="40"/>
                    </a:cubicBezTo>
                    <a:cubicBezTo>
                      <a:pt x="95" y="43"/>
                      <a:pt x="105" y="48"/>
                      <a:pt x="117" y="57"/>
                    </a:cubicBezTo>
                    <a:cubicBezTo>
                      <a:pt x="126" y="49"/>
                      <a:pt x="126" y="49"/>
                      <a:pt x="126" y="49"/>
                    </a:cubicBezTo>
                    <a:cubicBezTo>
                      <a:pt x="112" y="38"/>
                      <a:pt x="101" y="33"/>
                      <a:pt x="93" y="29"/>
                    </a:cubicBezTo>
                    <a:cubicBezTo>
                      <a:pt x="87" y="26"/>
                      <a:pt x="81" y="25"/>
                      <a:pt x="75" y="24"/>
                    </a:cubicBezTo>
                    <a:cubicBezTo>
                      <a:pt x="71" y="23"/>
                      <a:pt x="71" y="20"/>
                      <a:pt x="71" y="20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4" y="11"/>
                      <a:pt x="78" y="9"/>
                      <a:pt x="84" y="6"/>
                    </a:cubicBezTo>
                    <a:cubicBezTo>
                      <a:pt x="82" y="1"/>
                      <a:pt x="82" y="1"/>
                      <a:pt x="82" y="1"/>
                    </a:cubicBezTo>
                    <a:cubicBezTo>
                      <a:pt x="77" y="2"/>
                      <a:pt x="74" y="4"/>
                      <a:pt x="71" y="6"/>
                    </a:cubicBezTo>
                    <a:cubicBezTo>
                      <a:pt x="70" y="6"/>
                      <a:pt x="66" y="6"/>
                      <a:pt x="66" y="6"/>
                    </a:cubicBezTo>
                    <a:cubicBezTo>
                      <a:pt x="63" y="3"/>
                      <a:pt x="60" y="0"/>
                      <a:pt x="60" y="0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64" y="12"/>
                      <a:pt x="64" y="12"/>
                      <a:pt x="64" y="12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0"/>
                      <a:pt x="63" y="23"/>
                      <a:pt x="58" y="23"/>
                    </a:cubicBezTo>
                    <a:cubicBezTo>
                      <a:pt x="54" y="24"/>
                      <a:pt x="49" y="25"/>
                      <a:pt x="45" y="27"/>
                    </a:cubicBezTo>
                    <a:cubicBezTo>
                      <a:pt x="44" y="28"/>
                      <a:pt x="43" y="28"/>
                      <a:pt x="42" y="29"/>
                    </a:cubicBezTo>
                    <a:cubicBezTo>
                      <a:pt x="41" y="29"/>
                      <a:pt x="39" y="28"/>
                      <a:pt x="39" y="27"/>
                    </a:cubicBezTo>
                    <a:cubicBezTo>
                      <a:pt x="37" y="21"/>
                      <a:pt x="34" y="16"/>
                      <a:pt x="30" y="11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6" y="22"/>
                      <a:pt x="28" y="27"/>
                      <a:pt x="30" y="32"/>
                    </a:cubicBezTo>
                    <a:cubicBezTo>
                      <a:pt x="30" y="34"/>
                      <a:pt x="29" y="39"/>
                      <a:pt x="29" y="40"/>
                    </a:cubicBezTo>
                    <a:cubicBezTo>
                      <a:pt x="14" y="56"/>
                      <a:pt x="6" y="81"/>
                      <a:pt x="0" y="105"/>
                    </a:cubicBezTo>
                    <a:cubicBezTo>
                      <a:pt x="12" y="108"/>
                      <a:pt x="12" y="108"/>
                      <a:pt x="12" y="108"/>
                    </a:cubicBezTo>
                    <a:cubicBezTo>
                      <a:pt x="16" y="89"/>
                      <a:pt x="23" y="67"/>
                      <a:pt x="34" y="52"/>
                    </a:cubicBezTo>
                    <a:cubicBezTo>
                      <a:pt x="34" y="52"/>
                      <a:pt x="36" y="52"/>
                      <a:pt x="36" y="53"/>
                    </a:cubicBezTo>
                    <a:cubicBezTo>
                      <a:pt x="40" y="70"/>
                      <a:pt x="50" y="88"/>
                      <a:pt x="57" y="103"/>
                    </a:cubicBezTo>
                    <a:cubicBezTo>
                      <a:pt x="62" y="114"/>
                      <a:pt x="62" y="114"/>
                      <a:pt x="62" y="114"/>
                    </a:cubicBezTo>
                    <a:cubicBezTo>
                      <a:pt x="66" y="123"/>
                      <a:pt x="69" y="128"/>
                      <a:pt x="71" y="138"/>
                    </a:cubicBezTo>
                    <a:cubicBezTo>
                      <a:pt x="73" y="145"/>
                      <a:pt x="80" y="179"/>
                      <a:pt x="81" y="187"/>
                    </a:cubicBezTo>
                    <a:cubicBezTo>
                      <a:pt x="81" y="199"/>
                      <a:pt x="82" y="212"/>
                      <a:pt x="81" y="223"/>
                    </a:cubicBezTo>
                    <a:cubicBezTo>
                      <a:pt x="85" y="224"/>
                      <a:pt x="85" y="224"/>
                      <a:pt x="85" y="224"/>
                    </a:cubicBezTo>
                    <a:cubicBezTo>
                      <a:pt x="86" y="207"/>
                      <a:pt x="85" y="189"/>
                      <a:pt x="84" y="174"/>
                    </a:cubicBezTo>
                    <a:cubicBezTo>
                      <a:pt x="83" y="172"/>
                      <a:pt x="85" y="172"/>
                      <a:pt x="85" y="172"/>
                    </a:cubicBezTo>
                    <a:cubicBezTo>
                      <a:pt x="90" y="176"/>
                      <a:pt x="96" y="178"/>
                      <a:pt x="104" y="177"/>
                    </a:cubicBezTo>
                    <a:cubicBezTo>
                      <a:pt x="104" y="173"/>
                      <a:pt x="104" y="173"/>
                      <a:pt x="104" y="173"/>
                    </a:cubicBezTo>
                    <a:cubicBezTo>
                      <a:pt x="97" y="174"/>
                      <a:pt x="92" y="173"/>
                      <a:pt x="88" y="16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4" name="Freeform 244">
                <a:extLst>
                  <a:ext uri="{FF2B5EF4-FFF2-40B4-BE49-F238E27FC236}">
                    <a16:creationId xmlns:a16="http://schemas.microsoft.com/office/drawing/2014/main" id="{F66B8FFE-665C-405D-8091-5CAD378D21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1" y="1259"/>
                <a:ext cx="541" cy="1282"/>
              </a:xfrm>
              <a:custGeom>
                <a:avLst/>
                <a:gdLst>
                  <a:gd name="T0" fmla="*/ 863 w 402"/>
                  <a:gd name="T1" fmla="*/ 70 h 953"/>
                  <a:gd name="T2" fmla="*/ 746 w 402"/>
                  <a:gd name="T3" fmla="*/ 54 h 953"/>
                  <a:gd name="T4" fmla="*/ 763 w 402"/>
                  <a:gd name="T5" fmla="*/ 9 h 953"/>
                  <a:gd name="T6" fmla="*/ 739 w 402"/>
                  <a:gd name="T7" fmla="*/ 12 h 953"/>
                  <a:gd name="T8" fmla="*/ 698 w 402"/>
                  <a:gd name="T9" fmla="*/ 0 h 953"/>
                  <a:gd name="T10" fmla="*/ 719 w 402"/>
                  <a:gd name="T11" fmla="*/ 27 h 953"/>
                  <a:gd name="T12" fmla="*/ 727 w 402"/>
                  <a:gd name="T13" fmla="*/ 58 h 953"/>
                  <a:gd name="T14" fmla="*/ 460 w 402"/>
                  <a:gd name="T15" fmla="*/ 269 h 953"/>
                  <a:gd name="T16" fmla="*/ 198 w 402"/>
                  <a:gd name="T17" fmla="*/ 1345 h 953"/>
                  <a:gd name="T18" fmla="*/ 63 w 402"/>
                  <a:gd name="T19" fmla="*/ 1777 h 953"/>
                  <a:gd name="T20" fmla="*/ 22 w 402"/>
                  <a:gd name="T21" fmla="*/ 2092 h 953"/>
                  <a:gd name="T22" fmla="*/ 20 w 402"/>
                  <a:gd name="T23" fmla="*/ 2298 h 953"/>
                  <a:gd name="T24" fmla="*/ 153 w 402"/>
                  <a:gd name="T25" fmla="*/ 2193 h 953"/>
                  <a:gd name="T26" fmla="*/ 143 w 402"/>
                  <a:gd name="T27" fmla="*/ 2081 h 953"/>
                  <a:gd name="T28" fmla="*/ 167 w 402"/>
                  <a:gd name="T29" fmla="*/ 1959 h 953"/>
                  <a:gd name="T30" fmla="*/ 226 w 402"/>
                  <a:gd name="T31" fmla="*/ 1571 h 953"/>
                  <a:gd name="T32" fmla="*/ 226 w 402"/>
                  <a:gd name="T33" fmla="*/ 1348 h 953"/>
                  <a:gd name="T34" fmla="*/ 766 w 402"/>
                  <a:gd name="T35" fmla="*/ 87 h 953"/>
                  <a:gd name="T36" fmla="*/ 813 w 402"/>
                  <a:gd name="T37" fmla="*/ 94 h 953"/>
                  <a:gd name="T38" fmla="*/ 782 w 402"/>
                  <a:gd name="T39" fmla="*/ 231 h 953"/>
                  <a:gd name="T40" fmla="*/ 777 w 402"/>
                  <a:gd name="T41" fmla="*/ 281 h 953"/>
                  <a:gd name="T42" fmla="*/ 721 w 402"/>
                  <a:gd name="T43" fmla="*/ 346 h 953"/>
                  <a:gd name="T44" fmla="*/ 775 w 402"/>
                  <a:gd name="T45" fmla="*/ 303 h 953"/>
                  <a:gd name="T46" fmla="*/ 777 w 402"/>
                  <a:gd name="T47" fmla="*/ 336 h 953"/>
                  <a:gd name="T48" fmla="*/ 763 w 402"/>
                  <a:gd name="T49" fmla="*/ 394 h 953"/>
                  <a:gd name="T50" fmla="*/ 754 w 402"/>
                  <a:gd name="T51" fmla="*/ 449 h 953"/>
                  <a:gd name="T52" fmla="*/ 748 w 402"/>
                  <a:gd name="T53" fmla="*/ 502 h 953"/>
                  <a:gd name="T54" fmla="*/ 763 w 402"/>
                  <a:gd name="T55" fmla="*/ 465 h 953"/>
                  <a:gd name="T56" fmla="*/ 774 w 402"/>
                  <a:gd name="T57" fmla="*/ 492 h 953"/>
                  <a:gd name="T58" fmla="*/ 774 w 402"/>
                  <a:gd name="T59" fmla="*/ 492 h 953"/>
                  <a:gd name="T60" fmla="*/ 777 w 402"/>
                  <a:gd name="T61" fmla="*/ 386 h 953"/>
                  <a:gd name="T62" fmla="*/ 798 w 402"/>
                  <a:gd name="T63" fmla="*/ 292 h 953"/>
                  <a:gd name="T64" fmla="*/ 813 w 402"/>
                  <a:gd name="T65" fmla="*/ 190 h 953"/>
                  <a:gd name="T66" fmla="*/ 848 w 402"/>
                  <a:gd name="T67" fmla="*/ 94 h 953"/>
                  <a:gd name="T68" fmla="*/ 951 w 402"/>
                  <a:gd name="T69" fmla="*/ 344 h 953"/>
                  <a:gd name="T70" fmla="*/ 973 w 402"/>
                  <a:gd name="T71" fmla="*/ 277 h 953"/>
                  <a:gd name="T72" fmla="*/ 148 w 402"/>
                  <a:gd name="T73" fmla="*/ 1951 h 953"/>
                  <a:gd name="T74" fmla="*/ 125 w 402"/>
                  <a:gd name="T75" fmla="*/ 2081 h 953"/>
                  <a:gd name="T76" fmla="*/ 125 w 402"/>
                  <a:gd name="T77" fmla="*/ 2081 h 953"/>
                  <a:gd name="T78" fmla="*/ 73 w 402"/>
                  <a:gd name="T79" fmla="*/ 2291 h 953"/>
                  <a:gd name="T80" fmla="*/ 20 w 402"/>
                  <a:gd name="T81" fmla="*/ 2222 h 953"/>
                  <a:gd name="T82" fmla="*/ 42 w 402"/>
                  <a:gd name="T83" fmla="*/ 2096 h 953"/>
                  <a:gd name="T84" fmla="*/ 83 w 402"/>
                  <a:gd name="T85" fmla="*/ 1777 h 953"/>
                  <a:gd name="T86" fmla="*/ 203 w 402"/>
                  <a:gd name="T87" fmla="*/ 1417 h 953"/>
                  <a:gd name="T88" fmla="*/ 206 w 402"/>
                  <a:gd name="T89" fmla="*/ 1571 h 95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02" h="953">
                    <a:moveTo>
                      <a:pt x="399" y="114"/>
                    </a:moveTo>
                    <a:cubicBezTo>
                      <a:pt x="389" y="69"/>
                      <a:pt x="375" y="41"/>
                      <a:pt x="354" y="29"/>
                    </a:cubicBezTo>
                    <a:cubicBezTo>
                      <a:pt x="341" y="21"/>
                      <a:pt x="327" y="20"/>
                      <a:pt x="310" y="24"/>
                    </a:cubicBezTo>
                    <a:cubicBezTo>
                      <a:pt x="306" y="25"/>
                      <a:pt x="306" y="22"/>
                      <a:pt x="306" y="22"/>
                    </a:cubicBezTo>
                    <a:cubicBezTo>
                      <a:pt x="305" y="11"/>
                      <a:pt x="305" y="11"/>
                      <a:pt x="305" y="11"/>
                    </a:cubicBezTo>
                    <a:cubicBezTo>
                      <a:pt x="313" y="4"/>
                      <a:pt x="313" y="4"/>
                      <a:pt x="313" y="4"/>
                    </a:cubicBezTo>
                    <a:cubicBezTo>
                      <a:pt x="309" y="0"/>
                      <a:pt x="309" y="0"/>
                      <a:pt x="309" y="0"/>
                    </a:cubicBezTo>
                    <a:cubicBezTo>
                      <a:pt x="309" y="0"/>
                      <a:pt x="306" y="3"/>
                      <a:pt x="303" y="5"/>
                    </a:cubicBezTo>
                    <a:cubicBezTo>
                      <a:pt x="302" y="6"/>
                      <a:pt x="299" y="6"/>
                      <a:pt x="299" y="6"/>
                    </a:cubicBezTo>
                    <a:cubicBezTo>
                      <a:pt x="296" y="4"/>
                      <a:pt x="292" y="2"/>
                      <a:pt x="287" y="0"/>
                    </a:cubicBezTo>
                    <a:cubicBezTo>
                      <a:pt x="285" y="6"/>
                      <a:pt x="285" y="6"/>
                      <a:pt x="285" y="6"/>
                    </a:cubicBezTo>
                    <a:cubicBezTo>
                      <a:pt x="289" y="8"/>
                      <a:pt x="293" y="10"/>
                      <a:pt x="295" y="11"/>
                    </a:cubicBezTo>
                    <a:cubicBezTo>
                      <a:pt x="296" y="11"/>
                      <a:pt x="297" y="16"/>
                      <a:pt x="297" y="16"/>
                    </a:cubicBezTo>
                    <a:cubicBezTo>
                      <a:pt x="298" y="24"/>
                      <a:pt x="298" y="24"/>
                      <a:pt x="298" y="24"/>
                    </a:cubicBezTo>
                    <a:cubicBezTo>
                      <a:pt x="298" y="24"/>
                      <a:pt x="300" y="28"/>
                      <a:pt x="295" y="30"/>
                    </a:cubicBezTo>
                    <a:cubicBezTo>
                      <a:pt x="266" y="43"/>
                      <a:pt x="225" y="71"/>
                      <a:pt x="189" y="111"/>
                    </a:cubicBezTo>
                    <a:cubicBezTo>
                      <a:pt x="151" y="154"/>
                      <a:pt x="105" y="226"/>
                      <a:pt x="98" y="330"/>
                    </a:cubicBezTo>
                    <a:cubicBezTo>
                      <a:pt x="85" y="515"/>
                      <a:pt x="81" y="552"/>
                      <a:pt x="81" y="552"/>
                    </a:cubicBezTo>
                    <a:cubicBezTo>
                      <a:pt x="81" y="552"/>
                      <a:pt x="78" y="566"/>
                      <a:pt x="73" y="577"/>
                    </a:cubicBezTo>
                    <a:cubicBezTo>
                      <a:pt x="58" y="604"/>
                      <a:pt x="33" y="651"/>
                      <a:pt x="26" y="730"/>
                    </a:cubicBezTo>
                    <a:cubicBezTo>
                      <a:pt x="19" y="813"/>
                      <a:pt x="14" y="832"/>
                      <a:pt x="12" y="845"/>
                    </a:cubicBezTo>
                    <a:cubicBezTo>
                      <a:pt x="12" y="845"/>
                      <a:pt x="9" y="858"/>
                      <a:pt x="9" y="859"/>
                    </a:cubicBezTo>
                    <a:cubicBezTo>
                      <a:pt x="5" y="870"/>
                      <a:pt x="0" y="893"/>
                      <a:pt x="0" y="913"/>
                    </a:cubicBezTo>
                    <a:cubicBezTo>
                      <a:pt x="0" y="926"/>
                      <a:pt x="2" y="938"/>
                      <a:pt x="8" y="944"/>
                    </a:cubicBezTo>
                    <a:cubicBezTo>
                      <a:pt x="12" y="948"/>
                      <a:pt x="19" y="953"/>
                      <a:pt x="32" y="949"/>
                    </a:cubicBezTo>
                    <a:cubicBezTo>
                      <a:pt x="57" y="942"/>
                      <a:pt x="63" y="922"/>
                      <a:pt x="63" y="901"/>
                    </a:cubicBezTo>
                    <a:cubicBezTo>
                      <a:pt x="63" y="892"/>
                      <a:pt x="62" y="882"/>
                      <a:pt x="61" y="873"/>
                    </a:cubicBezTo>
                    <a:cubicBezTo>
                      <a:pt x="61" y="873"/>
                      <a:pt x="59" y="855"/>
                      <a:pt x="59" y="855"/>
                    </a:cubicBezTo>
                    <a:cubicBezTo>
                      <a:pt x="59" y="854"/>
                      <a:pt x="59" y="853"/>
                      <a:pt x="59" y="852"/>
                    </a:cubicBezTo>
                    <a:cubicBezTo>
                      <a:pt x="59" y="836"/>
                      <a:pt x="63" y="823"/>
                      <a:pt x="68" y="804"/>
                    </a:cubicBezTo>
                    <a:cubicBezTo>
                      <a:pt x="73" y="786"/>
                      <a:pt x="80" y="764"/>
                      <a:pt x="86" y="731"/>
                    </a:cubicBezTo>
                    <a:cubicBezTo>
                      <a:pt x="91" y="702"/>
                      <a:pt x="93" y="672"/>
                      <a:pt x="93" y="645"/>
                    </a:cubicBezTo>
                    <a:cubicBezTo>
                      <a:pt x="93" y="625"/>
                      <a:pt x="92" y="607"/>
                      <a:pt x="91" y="592"/>
                    </a:cubicBezTo>
                    <a:cubicBezTo>
                      <a:pt x="91" y="581"/>
                      <a:pt x="93" y="554"/>
                      <a:pt x="93" y="554"/>
                    </a:cubicBezTo>
                    <a:cubicBezTo>
                      <a:pt x="93" y="553"/>
                      <a:pt x="97" y="517"/>
                      <a:pt x="110" y="331"/>
                    </a:cubicBezTo>
                    <a:cubicBezTo>
                      <a:pt x="123" y="147"/>
                      <a:pt x="264" y="50"/>
                      <a:pt x="314" y="36"/>
                    </a:cubicBezTo>
                    <a:cubicBezTo>
                      <a:pt x="319" y="34"/>
                      <a:pt x="325" y="34"/>
                      <a:pt x="330" y="34"/>
                    </a:cubicBezTo>
                    <a:cubicBezTo>
                      <a:pt x="335" y="34"/>
                      <a:pt x="335" y="37"/>
                      <a:pt x="334" y="39"/>
                    </a:cubicBezTo>
                    <a:cubicBezTo>
                      <a:pt x="332" y="51"/>
                      <a:pt x="331" y="63"/>
                      <a:pt x="327" y="75"/>
                    </a:cubicBezTo>
                    <a:cubicBezTo>
                      <a:pt x="325" y="82"/>
                      <a:pt x="323" y="88"/>
                      <a:pt x="321" y="95"/>
                    </a:cubicBezTo>
                    <a:cubicBezTo>
                      <a:pt x="320" y="100"/>
                      <a:pt x="320" y="105"/>
                      <a:pt x="320" y="110"/>
                    </a:cubicBezTo>
                    <a:cubicBezTo>
                      <a:pt x="320" y="112"/>
                      <a:pt x="319" y="115"/>
                      <a:pt x="319" y="115"/>
                    </a:cubicBezTo>
                    <a:cubicBezTo>
                      <a:pt x="318" y="117"/>
                      <a:pt x="317" y="119"/>
                      <a:pt x="316" y="120"/>
                    </a:cubicBezTo>
                    <a:cubicBezTo>
                      <a:pt x="313" y="127"/>
                      <a:pt x="303" y="140"/>
                      <a:pt x="296" y="142"/>
                    </a:cubicBezTo>
                    <a:cubicBezTo>
                      <a:pt x="297" y="146"/>
                      <a:pt x="297" y="146"/>
                      <a:pt x="297" y="146"/>
                    </a:cubicBezTo>
                    <a:cubicBezTo>
                      <a:pt x="305" y="143"/>
                      <a:pt x="315" y="130"/>
                      <a:pt x="318" y="124"/>
                    </a:cubicBezTo>
                    <a:cubicBezTo>
                      <a:pt x="319" y="124"/>
                      <a:pt x="320" y="124"/>
                      <a:pt x="320" y="126"/>
                    </a:cubicBezTo>
                    <a:cubicBezTo>
                      <a:pt x="320" y="130"/>
                      <a:pt x="320" y="134"/>
                      <a:pt x="319" y="138"/>
                    </a:cubicBezTo>
                    <a:cubicBezTo>
                      <a:pt x="319" y="144"/>
                      <a:pt x="317" y="149"/>
                      <a:pt x="316" y="154"/>
                    </a:cubicBezTo>
                    <a:cubicBezTo>
                      <a:pt x="313" y="162"/>
                      <a:pt x="313" y="162"/>
                      <a:pt x="313" y="162"/>
                    </a:cubicBezTo>
                    <a:cubicBezTo>
                      <a:pt x="312" y="166"/>
                      <a:pt x="312" y="170"/>
                      <a:pt x="312" y="173"/>
                    </a:cubicBezTo>
                    <a:cubicBezTo>
                      <a:pt x="311" y="175"/>
                      <a:pt x="310" y="182"/>
                      <a:pt x="309" y="184"/>
                    </a:cubicBezTo>
                    <a:cubicBezTo>
                      <a:pt x="306" y="191"/>
                      <a:pt x="304" y="199"/>
                      <a:pt x="307" y="206"/>
                    </a:cubicBezTo>
                    <a:cubicBezTo>
                      <a:pt x="307" y="206"/>
                      <a:pt x="307" y="206"/>
                      <a:pt x="307" y="206"/>
                    </a:cubicBezTo>
                    <a:cubicBezTo>
                      <a:pt x="305" y="201"/>
                      <a:pt x="309" y="195"/>
                      <a:pt x="311" y="190"/>
                    </a:cubicBezTo>
                    <a:cubicBezTo>
                      <a:pt x="311" y="189"/>
                      <a:pt x="313" y="189"/>
                      <a:pt x="313" y="191"/>
                    </a:cubicBezTo>
                    <a:cubicBezTo>
                      <a:pt x="313" y="194"/>
                      <a:pt x="316" y="198"/>
                      <a:pt x="317" y="202"/>
                    </a:cubicBezTo>
                    <a:cubicBezTo>
                      <a:pt x="317" y="202"/>
                      <a:pt x="317" y="202"/>
                      <a:pt x="317" y="202"/>
                    </a:cubicBezTo>
                    <a:cubicBezTo>
                      <a:pt x="317" y="202"/>
                      <a:pt x="317" y="202"/>
                      <a:pt x="317" y="202"/>
                    </a:cubicBezTo>
                    <a:cubicBezTo>
                      <a:pt x="317" y="202"/>
                      <a:pt x="317" y="202"/>
                      <a:pt x="317" y="202"/>
                    </a:cubicBezTo>
                    <a:cubicBezTo>
                      <a:pt x="314" y="188"/>
                      <a:pt x="314" y="178"/>
                      <a:pt x="317" y="165"/>
                    </a:cubicBezTo>
                    <a:cubicBezTo>
                      <a:pt x="319" y="158"/>
                      <a:pt x="319" y="158"/>
                      <a:pt x="319" y="158"/>
                    </a:cubicBezTo>
                    <a:cubicBezTo>
                      <a:pt x="321" y="152"/>
                      <a:pt x="325" y="145"/>
                      <a:pt x="326" y="138"/>
                    </a:cubicBezTo>
                    <a:cubicBezTo>
                      <a:pt x="327" y="132"/>
                      <a:pt x="328" y="126"/>
                      <a:pt x="328" y="120"/>
                    </a:cubicBezTo>
                    <a:cubicBezTo>
                      <a:pt x="328" y="112"/>
                      <a:pt x="327" y="104"/>
                      <a:pt x="329" y="96"/>
                    </a:cubicBezTo>
                    <a:cubicBezTo>
                      <a:pt x="330" y="90"/>
                      <a:pt x="332" y="84"/>
                      <a:pt x="334" y="78"/>
                    </a:cubicBezTo>
                    <a:cubicBezTo>
                      <a:pt x="339" y="65"/>
                      <a:pt x="340" y="53"/>
                      <a:pt x="342" y="39"/>
                    </a:cubicBezTo>
                    <a:cubicBezTo>
                      <a:pt x="342" y="38"/>
                      <a:pt x="343" y="36"/>
                      <a:pt x="348" y="39"/>
                    </a:cubicBezTo>
                    <a:cubicBezTo>
                      <a:pt x="365" y="50"/>
                      <a:pt x="379" y="76"/>
                      <a:pt x="387" y="116"/>
                    </a:cubicBezTo>
                    <a:cubicBezTo>
                      <a:pt x="389" y="125"/>
                      <a:pt x="390" y="141"/>
                      <a:pt x="390" y="141"/>
                    </a:cubicBezTo>
                    <a:cubicBezTo>
                      <a:pt x="402" y="141"/>
                      <a:pt x="402" y="141"/>
                      <a:pt x="402" y="141"/>
                    </a:cubicBezTo>
                    <a:cubicBezTo>
                      <a:pt x="402" y="140"/>
                      <a:pt x="401" y="123"/>
                      <a:pt x="399" y="114"/>
                    </a:cubicBezTo>
                    <a:close/>
                    <a:moveTo>
                      <a:pt x="78" y="729"/>
                    </a:moveTo>
                    <a:cubicBezTo>
                      <a:pt x="72" y="762"/>
                      <a:pt x="66" y="784"/>
                      <a:pt x="61" y="801"/>
                    </a:cubicBezTo>
                    <a:cubicBezTo>
                      <a:pt x="55" y="822"/>
                      <a:pt x="51" y="835"/>
                      <a:pt x="51" y="852"/>
                    </a:cubicBezTo>
                    <a:cubicBezTo>
                      <a:pt x="51" y="853"/>
                      <a:pt x="51" y="854"/>
                      <a:pt x="51" y="855"/>
                    </a:cubicBezTo>
                    <a:cubicBezTo>
                      <a:pt x="51" y="855"/>
                      <a:pt x="51" y="855"/>
                      <a:pt x="51" y="855"/>
                    </a:cubicBezTo>
                    <a:cubicBezTo>
                      <a:pt x="51" y="855"/>
                      <a:pt x="51" y="855"/>
                      <a:pt x="51" y="855"/>
                    </a:cubicBezTo>
                    <a:cubicBezTo>
                      <a:pt x="53" y="874"/>
                      <a:pt x="53" y="874"/>
                      <a:pt x="53" y="874"/>
                    </a:cubicBezTo>
                    <a:cubicBezTo>
                      <a:pt x="57" y="903"/>
                      <a:pt x="60" y="932"/>
                      <a:pt x="30" y="941"/>
                    </a:cubicBezTo>
                    <a:cubicBezTo>
                      <a:pt x="23" y="943"/>
                      <a:pt x="17" y="943"/>
                      <a:pt x="14" y="939"/>
                    </a:cubicBezTo>
                    <a:cubicBezTo>
                      <a:pt x="9" y="934"/>
                      <a:pt x="8" y="924"/>
                      <a:pt x="8" y="913"/>
                    </a:cubicBezTo>
                    <a:cubicBezTo>
                      <a:pt x="8" y="896"/>
                      <a:pt x="12" y="874"/>
                      <a:pt x="17" y="861"/>
                    </a:cubicBezTo>
                    <a:cubicBezTo>
                      <a:pt x="17" y="861"/>
                      <a:pt x="17" y="861"/>
                      <a:pt x="17" y="861"/>
                    </a:cubicBezTo>
                    <a:cubicBezTo>
                      <a:pt x="20" y="847"/>
                      <a:pt x="20" y="847"/>
                      <a:pt x="20" y="847"/>
                    </a:cubicBezTo>
                    <a:cubicBezTo>
                      <a:pt x="22" y="833"/>
                      <a:pt x="27" y="814"/>
                      <a:pt x="34" y="730"/>
                    </a:cubicBezTo>
                    <a:cubicBezTo>
                      <a:pt x="41" y="653"/>
                      <a:pt x="65" y="608"/>
                      <a:pt x="80" y="580"/>
                    </a:cubicBezTo>
                    <a:cubicBezTo>
                      <a:pt x="81" y="578"/>
                      <a:pt x="83" y="579"/>
                      <a:pt x="83" y="582"/>
                    </a:cubicBezTo>
                    <a:cubicBezTo>
                      <a:pt x="83" y="585"/>
                      <a:pt x="83" y="588"/>
                      <a:pt x="83" y="592"/>
                    </a:cubicBezTo>
                    <a:cubicBezTo>
                      <a:pt x="84" y="607"/>
                      <a:pt x="85" y="625"/>
                      <a:pt x="85" y="645"/>
                    </a:cubicBezTo>
                    <a:cubicBezTo>
                      <a:pt x="85" y="672"/>
                      <a:pt x="83" y="701"/>
                      <a:pt x="78" y="72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5" name="Freeform 245">
                <a:extLst>
                  <a:ext uri="{FF2B5EF4-FFF2-40B4-BE49-F238E27FC236}">
                    <a16:creationId xmlns:a16="http://schemas.microsoft.com/office/drawing/2014/main" id="{E3C1DFE4-7297-4CE1-89F3-9B6821528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2120"/>
                <a:ext cx="62" cy="160"/>
              </a:xfrm>
              <a:custGeom>
                <a:avLst/>
                <a:gdLst>
                  <a:gd name="T0" fmla="*/ 96 w 46"/>
                  <a:gd name="T1" fmla="*/ 0 h 119"/>
                  <a:gd name="T2" fmla="*/ 69 w 46"/>
                  <a:gd name="T3" fmla="*/ 93 h 119"/>
                  <a:gd name="T4" fmla="*/ 16 w 46"/>
                  <a:gd name="T5" fmla="*/ 233 h 119"/>
                  <a:gd name="T6" fmla="*/ 0 w 46"/>
                  <a:gd name="T7" fmla="*/ 289 h 119"/>
                  <a:gd name="T8" fmla="*/ 0 w 46"/>
                  <a:gd name="T9" fmla="*/ 289 h 119"/>
                  <a:gd name="T10" fmla="*/ 22 w 46"/>
                  <a:gd name="T11" fmla="*/ 241 h 119"/>
                  <a:gd name="T12" fmla="*/ 84 w 46"/>
                  <a:gd name="T13" fmla="*/ 98 h 119"/>
                  <a:gd name="T14" fmla="*/ 111 w 46"/>
                  <a:gd name="T15" fmla="*/ 0 h 119"/>
                  <a:gd name="T16" fmla="*/ 96 w 46"/>
                  <a:gd name="T17" fmla="*/ 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19">
                    <a:moveTo>
                      <a:pt x="39" y="0"/>
                    </a:moveTo>
                    <a:cubicBezTo>
                      <a:pt x="40" y="13"/>
                      <a:pt x="34" y="25"/>
                      <a:pt x="28" y="38"/>
                    </a:cubicBezTo>
                    <a:cubicBezTo>
                      <a:pt x="19" y="57"/>
                      <a:pt x="14" y="77"/>
                      <a:pt x="7" y="96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9" y="99"/>
                      <a:pt x="9" y="99"/>
                      <a:pt x="9" y="99"/>
                    </a:cubicBezTo>
                    <a:cubicBezTo>
                      <a:pt x="16" y="80"/>
                      <a:pt x="25" y="59"/>
                      <a:pt x="34" y="40"/>
                    </a:cubicBezTo>
                    <a:cubicBezTo>
                      <a:pt x="40" y="27"/>
                      <a:pt x="46" y="14"/>
                      <a:pt x="45" y="0"/>
                    </a:cubicBez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6" name="Freeform 246">
                <a:extLst>
                  <a:ext uri="{FF2B5EF4-FFF2-40B4-BE49-F238E27FC236}">
                    <a16:creationId xmlns:a16="http://schemas.microsoft.com/office/drawing/2014/main" id="{16FC83D4-4300-4BA5-BCE9-B0E73E89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1646"/>
                <a:ext cx="133" cy="564"/>
              </a:xfrm>
              <a:custGeom>
                <a:avLst/>
                <a:gdLst>
                  <a:gd name="T0" fmla="*/ 238 w 99"/>
                  <a:gd name="T1" fmla="*/ 397 h 419"/>
                  <a:gd name="T2" fmla="*/ 235 w 99"/>
                  <a:gd name="T3" fmla="*/ 339 h 419"/>
                  <a:gd name="T4" fmla="*/ 227 w 99"/>
                  <a:gd name="T5" fmla="*/ 256 h 419"/>
                  <a:gd name="T6" fmla="*/ 224 w 99"/>
                  <a:gd name="T7" fmla="*/ 203 h 419"/>
                  <a:gd name="T8" fmla="*/ 206 w 99"/>
                  <a:gd name="T9" fmla="*/ 0 h 419"/>
                  <a:gd name="T10" fmla="*/ 185 w 99"/>
                  <a:gd name="T11" fmla="*/ 22 h 419"/>
                  <a:gd name="T12" fmla="*/ 210 w 99"/>
                  <a:gd name="T13" fmla="*/ 203 h 419"/>
                  <a:gd name="T14" fmla="*/ 214 w 99"/>
                  <a:gd name="T15" fmla="*/ 258 h 419"/>
                  <a:gd name="T16" fmla="*/ 220 w 99"/>
                  <a:gd name="T17" fmla="*/ 339 h 419"/>
                  <a:gd name="T18" fmla="*/ 224 w 99"/>
                  <a:gd name="T19" fmla="*/ 397 h 419"/>
                  <a:gd name="T20" fmla="*/ 220 w 99"/>
                  <a:gd name="T21" fmla="*/ 459 h 419"/>
                  <a:gd name="T22" fmla="*/ 138 w 99"/>
                  <a:gd name="T23" fmla="*/ 598 h 419"/>
                  <a:gd name="T24" fmla="*/ 116 w 99"/>
                  <a:gd name="T25" fmla="*/ 629 h 419"/>
                  <a:gd name="T26" fmla="*/ 101 w 99"/>
                  <a:gd name="T27" fmla="*/ 649 h 419"/>
                  <a:gd name="T28" fmla="*/ 83 w 99"/>
                  <a:gd name="T29" fmla="*/ 677 h 419"/>
                  <a:gd name="T30" fmla="*/ 28 w 99"/>
                  <a:gd name="T31" fmla="*/ 774 h 419"/>
                  <a:gd name="T32" fmla="*/ 0 w 99"/>
                  <a:gd name="T33" fmla="*/ 938 h 419"/>
                  <a:gd name="T34" fmla="*/ 1 w 99"/>
                  <a:gd name="T35" fmla="*/ 980 h 419"/>
                  <a:gd name="T36" fmla="*/ 1 w 99"/>
                  <a:gd name="T37" fmla="*/ 1020 h 419"/>
                  <a:gd name="T38" fmla="*/ 16 w 99"/>
                  <a:gd name="T39" fmla="*/ 1022 h 419"/>
                  <a:gd name="T40" fmla="*/ 16 w 99"/>
                  <a:gd name="T41" fmla="*/ 979 h 419"/>
                  <a:gd name="T42" fmla="*/ 15 w 99"/>
                  <a:gd name="T43" fmla="*/ 938 h 419"/>
                  <a:gd name="T44" fmla="*/ 43 w 99"/>
                  <a:gd name="T45" fmla="*/ 777 h 419"/>
                  <a:gd name="T46" fmla="*/ 79 w 99"/>
                  <a:gd name="T47" fmla="*/ 707 h 419"/>
                  <a:gd name="T48" fmla="*/ 79 w 99"/>
                  <a:gd name="T49" fmla="*/ 711 h 419"/>
                  <a:gd name="T50" fmla="*/ 75 w 99"/>
                  <a:gd name="T51" fmla="*/ 766 h 419"/>
                  <a:gd name="T52" fmla="*/ 90 w 99"/>
                  <a:gd name="T53" fmla="*/ 770 h 419"/>
                  <a:gd name="T54" fmla="*/ 94 w 99"/>
                  <a:gd name="T55" fmla="*/ 711 h 419"/>
                  <a:gd name="T56" fmla="*/ 98 w 99"/>
                  <a:gd name="T57" fmla="*/ 682 h 419"/>
                  <a:gd name="T58" fmla="*/ 114 w 99"/>
                  <a:gd name="T59" fmla="*/ 658 h 419"/>
                  <a:gd name="T60" fmla="*/ 128 w 99"/>
                  <a:gd name="T61" fmla="*/ 635 h 419"/>
                  <a:gd name="T62" fmla="*/ 150 w 99"/>
                  <a:gd name="T63" fmla="*/ 607 h 419"/>
                  <a:gd name="T64" fmla="*/ 193 w 99"/>
                  <a:gd name="T65" fmla="*/ 548 h 419"/>
                  <a:gd name="T66" fmla="*/ 202 w 99"/>
                  <a:gd name="T67" fmla="*/ 549 h 419"/>
                  <a:gd name="T68" fmla="*/ 191 w 99"/>
                  <a:gd name="T69" fmla="*/ 629 h 419"/>
                  <a:gd name="T70" fmla="*/ 163 w 99"/>
                  <a:gd name="T71" fmla="*/ 826 h 419"/>
                  <a:gd name="T72" fmla="*/ 150 w 99"/>
                  <a:gd name="T73" fmla="*/ 859 h 419"/>
                  <a:gd name="T74" fmla="*/ 133 w 99"/>
                  <a:gd name="T75" fmla="*/ 896 h 419"/>
                  <a:gd name="T76" fmla="*/ 148 w 99"/>
                  <a:gd name="T77" fmla="*/ 902 h 419"/>
                  <a:gd name="T78" fmla="*/ 163 w 99"/>
                  <a:gd name="T79" fmla="*/ 864 h 419"/>
                  <a:gd name="T80" fmla="*/ 177 w 99"/>
                  <a:gd name="T81" fmla="*/ 832 h 419"/>
                  <a:gd name="T82" fmla="*/ 206 w 99"/>
                  <a:gd name="T83" fmla="*/ 629 h 419"/>
                  <a:gd name="T84" fmla="*/ 224 w 99"/>
                  <a:gd name="T85" fmla="*/ 528 h 419"/>
                  <a:gd name="T86" fmla="*/ 235 w 99"/>
                  <a:gd name="T87" fmla="*/ 464 h 419"/>
                  <a:gd name="T88" fmla="*/ 238 w 99"/>
                  <a:gd name="T89" fmla="*/ 397 h 41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99" h="419">
                    <a:moveTo>
                      <a:pt x="98" y="163"/>
                    </a:moveTo>
                    <a:cubicBezTo>
                      <a:pt x="97" y="139"/>
                      <a:pt x="97" y="139"/>
                      <a:pt x="97" y="139"/>
                    </a:cubicBezTo>
                    <a:cubicBezTo>
                      <a:pt x="96" y="126"/>
                      <a:pt x="95" y="114"/>
                      <a:pt x="94" y="105"/>
                    </a:cubicBezTo>
                    <a:cubicBezTo>
                      <a:pt x="94" y="102"/>
                      <a:pt x="93" y="94"/>
                      <a:pt x="92" y="83"/>
                    </a:cubicBezTo>
                    <a:cubicBezTo>
                      <a:pt x="89" y="44"/>
                      <a:pt x="86" y="9"/>
                      <a:pt x="85" y="0"/>
                    </a:cubicBezTo>
                    <a:cubicBezTo>
                      <a:pt x="77" y="9"/>
                      <a:pt x="77" y="9"/>
                      <a:pt x="77" y="9"/>
                    </a:cubicBezTo>
                    <a:cubicBezTo>
                      <a:pt x="80" y="14"/>
                      <a:pt x="84" y="61"/>
                      <a:pt x="86" y="83"/>
                    </a:cubicBezTo>
                    <a:cubicBezTo>
                      <a:pt x="87" y="95"/>
                      <a:pt x="88" y="103"/>
                      <a:pt x="88" y="106"/>
                    </a:cubicBezTo>
                    <a:cubicBezTo>
                      <a:pt x="89" y="114"/>
                      <a:pt x="90" y="127"/>
                      <a:pt x="91" y="139"/>
                    </a:cubicBezTo>
                    <a:cubicBezTo>
                      <a:pt x="92" y="163"/>
                      <a:pt x="92" y="163"/>
                      <a:pt x="92" y="163"/>
                    </a:cubicBezTo>
                    <a:cubicBezTo>
                      <a:pt x="93" y="172"/>
                      <a:pt x="92" y="180"/>
                      <a:pt x="91" y="188"/>
                    </a:cubicBezTo>
                    <a:cubicBezTo>
                      <a:pt x="86" y="206"/>
                      <a:pt x="70" y="228"/>
                      <a:pt x="57" y="245"/>
                    </a:cubicBezTo>
                    <a:cubicBezTo>
                      <a:pt x="48" y="258"/>
                      <a:pt x="48" y="258"/>
                      <a:pt x="48" y="258"/>
                    </a:cubicBezTo>
                    <a:cubicBezTo>
                      <a:pt x="42" y="266"/>
                      <a:pt x="42" y="266"/>
                      <a:pt x="42" y="266"/>
                    </a:cubicBezTo>
                    <a:cubicBezTo>
                      <a:pt x="40" y="270"/>
                      <a:pt x="35" y="277"/>
                      <a:pt x="34" y="278"/>
                    </a:cubicBezTo>
                    <a:cubicBezTo>
                      <a:pt x="26" y="290"/>
                      <a:pt x="18" y="303"/>
                      <a:pt x="12" y="317"/>
                    </a:cubicBezTo>
                    <a:cubicBezTo>
                      <a:pt x="3" y="339"/>
                      <a:pt x="1" y="362"/>
                      <a:pt x="0" y="385"/>
                    </a:cubicBezTo>
                    <a:cubicBezTo>
                      <a:pt x="0" y="389"/>
                      <a:pt x="0" y="396"/>
                      <a:pt x="1" y="402"/>
                    </a:cubicBezTo>
                    <a:cubicBezTo>
                      <a:pt x="1" y="408"/>
                      <a:pt x="2" y="414"/>
                      <a:pt x="1" y="418"/>
                    </a:cubicBezTo>
                    <a:cubicBezTo>
                      <a:pt x="7" y="419"/>
                      <a:pt x="7" y="419"/>
                      <a:pt x="7" y="419"/>
                    </a:cubicBezTo>
                    <a:cubicBezTo>
                      <a:pt x="8" y="415"/>
                      <a:pt x="7" y="408"/>
                      <a:pt x="7" y="401"/>
                    </a:cubicBezTo>
                    <a:cubicBezTo>
                      <a:pt x="6" y="395"/>
                      <a:pt x="6" y="389"/>
                      <a:pt x="6" y="385"/>
                    </a:cubicBezTo>
                    <a:cubicBezTo>
                      <a:pt x="7" y="363"/>
                      <a:pt x="9" y="340"/>
                      <a:pt x="18" y="319"/>
                    </a:cubicBezTo>
                    <a:cubicBezTo>
                      <a:pt x="22" y="309"/>
                      <a:pt x="27" y="299"/>
                      <a:pt x="33" y="290"/>
                    </a:cubicBezTo>
                    <a:cubicBezTo>
                      <a:pt x="33" y="291"/>
                      <a:pt x="33" y="291"/>
                      <a:pt x="33" y="291"/>
                    </a:cubicBezTo>
                    <a:cubicBezTo>
                      <a:pt x="34" y="298"/>
                      <a:pt x="34" y="305"/>
                      <a:pt x="31" y="314"/>
                    </a:cubicBezTo>
                    <a:cubicBezTo>
                      <a:pt x="37" y="316"/>
                      <a:pt x="37" y="316"/>
                      <a:pt x="37" y="316"/>
                    </a:cubicBezTo>
                    <a:cubicBezTo>
                      <a:pt x="40" y="305"/>
                      <a:pt x="40" y="297"/>
                      <a:pt x="39" y="291"/>
                    </a:cubicBezTo>
                    <a:cubicBezTo>
                      <a:pt x="39" y="287"/>
                      <a:pt x="39" y="283"/>
                      <a:pt x="40" y="280"/>
                    </a:cubicBezTo>
                    <a:cubicBezTo>
                      <a:pt x="42" y="277"/>
                      <a:pt x="45" y="273"/>
                      <a:pt x="47" y="270"/>
                    </a:cubicBezTo>
                    <a:cubicBezTo>
                      <a:pt x="53" y="261"/>
                      <a:pt x="53" y="261"/>
                      <a:pt x="53" y="261"/>
                    </a:cubicBezTo>
                    <a:cubicBezTo>
                      <a:pt x="62" y="249"/>
                      <a:pt x="62" y="249"/>
                      <a:pt x="62" y="249"/>
                    </a:cubicBezTo>
                    <a:cubicBezTo>
                      <a:pt x="68" y="241"/>
                      <a:pt x="74" y="233"/>
                      <a:pt x="80" y="224"/>
                    </a:cubicBezTo>
                    <a:cubicBezTo>
                      <a:pt x="82" y="221"/>
                      <a:pt x="84" y="221"/>
                      <a:pt x="83" y="225"/>
                    </a:cubicBezTo>
                    <a:cubicBezTo>
                      <a:pt x="81" y="236"/>
                      <a:pt x="79" y="247"/>
                      <a:pt x="79" y="258"/>
                    </a:cubicBezTo>
                    <a:cubicBezTo>
                      <a:pt x="79" y="286"/>
                      <a:pt x="77" y="310"/>
                      <a:pt x="67" y="339"/>
                    </a:cubicBezTo>
                    <a:cubicBezTo>
                      <a:pt x="62" y="352"/>
                      <a:pt x="62" y="352"/>
                      <a:pt x="62" y="352"/>
                    </a:cubicBezTo>
                    <a:cubicBezTo>
                      <a:pt x="55" y="368"/>
                      <a:pt x="55" y="368"/>
                      <a:pt x="55" y="368"/>
                    </a:cubicBezTo>
                    <a:cubicBezTo>
                      <a:pt x="61" y="370"/>
                      <a:pt x="61" y="370"/>
                      <a:pt x="61" y="370"/>
                    </a:cubicBezTo>
                    <a:cubicBezTo>
                      <a:pt x="67" y="354"/>
                      <a:pt x="67" y="354"/>
                      <a:pt x="67" y="354"/>
                    </a:cubicBezTo>
                    <a:cubicBezTo>
                      <a:pt x="73" y="341"/>
                      <a:pt x="73" y="341"/>
                      <a:pt x="73" y="341"/>
                    </a:cubicBezTo>
                    <a:cubicBezTo>
                      <a:pt x="83" y="311"/>
                      <a:pt x="85" y="286"/>
                      <a:pt x="85" y="258"/>
                    </a:cubicBezTo>
                    <a:cubicBezTo>
                      <a:pt x="85" y="244"/>
                      <a:pt x="88" y="230"/>
                      <a:pt x="92" y="216"/>
                    </a:cubicBezTo>
                    <a:cubicBezTo>
                      <a:pt x="94" y="207"/>
                      <a:pt x="96" y="198"/>
                      <a:pt x="97" y="190"/>
                    </a:cubicBezTo>
                    <a:cubicBezTo>
                      <a:pt x="99" y="182"/>
                      <a:pt x="99" y="170"/>
                      <a:pt x="98" y="16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7" name="Freeform 247">
                <a:extLst>
                  <a:ext uri="{FF2B5EF4-FFF2-40B4-BE49-F238E27FC236}">
                    <a16:creationId xmlns:a16="http://schemas.microsoft.com/office/drawing/2014/main" id="{479E5665-28C2-456B-9915-5437B2ECA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2383"/>
                <a:ext cx="179" cy="189"/>
              </a:xfrm>
              <a:custGeom>
                <a:avLst/>
                <a:gdLst>
                  <a:gd name="T0" fmla="*/ 281 w 133"/>
                  <a:gd name="T1" fmla="*/ 153 h 140"/>
                  <a:gd name="T2" fmla="*/ 284 w 133"/>
                  <a:gd name="T3" fmla="*/ 142 h 140"/>
                  <a:gd name="T4" fmla="*/ 324 w 133"/>
                  <a:gd name="T5" fmla="*/ 77 h 140"/>
                  <a:gd name="T6" fmla="*/ 315 w 133"/>
                  <a:gd name="T7" fmla="*/ 74 h 140"/>
                  <a:gd name="T8" fmla="*/ 253 w 133"/>
                  <a:gd name="T9" fmla="*/ 150 h 140"/>
                  <a:gd name="T10" fmla="*/ 192 w 133"/>
                  <a:gd name="T11" fmla="*/ 142 h 140"/>
                  <a:gd name="T12" fmla="*/ 167 w 133"/>
                  <a:gd name="T13" fmla="*/ 89 h 140"/>
                  <a:gd name="T14" fmla="*/ 174 w 133"/>
                  <a:gd name="T15" fmla="*/ 74 h 140"/>
                  <a:gd name="T16" fmla="*/ 225 w 133"/>
                  <a:gd name="T17" fmla="*/ 7 h 140"/>
                  <a:gd name="T18" fmla="*/ 221 w 133"/>
                  <a:gd name="T19" fmla="*/ 0 h 140"/>
                  <a:gd name="T20" fmla="*/ 214 w 133"/>
                  <a:gd name="T21" fmla="*/ 7 h 140"/>
                  <a:gd name="T22" fmla="*/ 214 w 133"/>
                  <a:gd name="T23" fmla="*/ 7 h 140"/>
                  <a:gd name="T24" fmla="*/ 104 w 133"/>
                  <a:gd name="T25" fmla="*/ 128 h 140"/>
                  <a:gd name="T26" fmla="*/ 30 w 133"/>
                  <a:gd name="T27" fmla="*/ 248 h 140"/>
                  <a:gd name="T28" fmla="*/ 12 w 133"/>
                  <a:gd name="T29" fmla="*/ 301 h 140"/>
                  <a:gd name="T30" fmla="*/ 0 w 133"/>
                  <a:gd name="T31" fmla="*/ 344 h 140"/>
                  <a:gd name="T32" fmla="*/ 0 w 133"/>
                  <a:gd name="T33" fmla="*/ 344 h 140"/>
                  <a:gd name="T34" fmla="*/ 20 w 133"/>
                  <a:gd name="T35" fmla="*/ 304 h 140"/>
                  <a:gd name="T36" fmla="*/ 40 w 133"/>
                  <a:gd name="T37" fmla="*/ 251 h 140"/>
                  <a:gd name="T38" fmla="*/ 106 w 133"/>
                  <a:gd name="T39" fmla="*/ 135 h 140"/>
                  <a:gd name="T40" fmla="*/ 153 w 133"/>
                  <a:gd name="T41" fmla="*/ 97 h 140"/>
                  <a:gd name="T42" fmla="*/ 157 w 133"/>
                  <a:gd name="T43" fmla="*/ 99 h 140"/>
                  <a:gd name="T44" fmla="*/ 188 w 133"/>
                  <a:gd name="T45" fmla="*/ 150 h 140"/>
                  <a:gd name="T46" fmla="*/ 205 w 133"/>
                  <a:gd name="T47" fmla="*/ 161 h 140"/>
                  <a:gd name="T48" fmla="*/ 206 w 133"/>
                  <a:gd name="T49" fmla="*/ 167 h 140"/>
                  <a:gd name="T50" fmla="*/ 206 w 133"/>
                  <a:gd name="T51" fmla="*/ 267 h 140"/>
                  <a:gd name="T52" fmla="*/ 218 w 133"/>
                  <a:gd name="T53" fmla="*/ 267 h 140"/>
                  <a:gd name="T54" fmla="*/ 218 w 133"/>
                  <a:gd name="T55" fmla="*/ 167 h 140"/>
                  <a:gd name="T56" fmla="*/ 221 w 133"/>
                  <a:gd name="T57" fmla="*/ 165 h 140"/>
                  <a:gd name="T58" fmla="*/ 240 w 133"/>
                  <a:gd name="T59" fmla="*/ 162 h 140"/>
                  <a:gd name="T60" fmla="*/ 245 w 133"/>
                  <a:gd name="T61" fmla="*/ 170 h 140"/>
                  <a:gd name="T62" fmla="*/ 248 w 133"/>
                  <a:gd name="T63" fmla="*/ 198 h 140"/>
                  <a:gd name="T64" fmla="*/ 248 w 133"/>
                  <a:gd name="T65" fmla="*/ 219 h 140"/>
                  <a:gd name="T66" fmla="*/ 252 w 133"/>
                  <a:gd name="T67" fmla="*/ 230 h 140"/>
                  <a:gd name="T68" fmla="*/ 252 w 133"/>
                  <a:gd name="T69" fmla="*/ 262 h 140"/>
                  <a:gd name="T70" fmla="*/ 262 w 133"/>
                  <a:gd name="T71" fmla="*/ 255 h 140"/>
                  <a:gd name="T72" fmla="*/ 261 w 133"/>
                  <a:gd name="T73" fmla="*/ 230 h 140"/>
                  <a:gd name="T74" fmla="*/ 258 w 133"/>
                  <a:gd name="T75" fmla="*/ 217 h 140"/>
                  <a:gd name="T76" fmla="*/ 258 w 133"/>
                  <a:gd name="T77" fmla="*/ 197 h 140"/>
                  <a:gd name="T78" fmla="*/ 253 w 133"/>
                  <a:gd name="T79" fmla="*/ 165 h 140"/>
                  <a:gd name="T80" fmla="*/ 258 w 133"/>
                  <a:gd name="T81" fmla="*/ 161 h 140"/>
                  <a:gd name="T82" fmla="*/ 266 w 133"/>
                  <a:gd name="T83" fmla="*/ 155 h 140"/>
                  <a:gd name="T84" fmla="*/ 271 w 133"/>
                  <a:gd name="T85" fmla="*/ 157 h 140"/>
                  <a:gd name="T86" fmla="*/ 277 w 133"/>
                  <a:gd name="T87" fmla="*/ 197 h 140"/>
                  <a:gd name="T88" fmla="*/ 289 w 133"/>
                  <a:gd name="T89" fmla="*/ 251 h 140"/>
                  <a:gd name="T90" fmla="*/ 300 w 133"/>
                  <a:gd name="T91" fmla="*/ 246 h 140"/>
                  <a:gd name="T92" fmla="*/ 288 w 133"/>
                  <a:gd name="T93" fmla="*/ 197 h 140"/>
                  <a:gd name="T94" fmla="*/ 281 w 133"/>
                  <a:gd name="T95" fmla="*/ 153 h 14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33" h="140">
                    <a:moveTo>
                      <a:pt x="115" y="62"/>
                    </a:moveTo>
                    <a:cubicBezTo>
                      <a:pt x="115" y="61"/>
                      <a:pt x="116" y="58"/>
                      <a:pt x="117" y="58"/>
                    </a:cubicBezTo>
                    <a:cubicBezTo>
                      <a:pt x="125" y="51"/>
                      <a:pt x="131" y="40"/>
                      <a:pt x="133" y="31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27" y="41"/>
                      <a:pt x="116" y="57"/>
                      <a:pt x="104" y="61"/>
                    </a:cubicBezTo>
                    <a:cubicBezTo>
                      <a:pt x="95" y="64"/>
                      <a:pt x="86" y="63"/>
                      <a:pt x="79" y="58"/>
                    </a:cubicBezTo>
                    <a:cubicBezTo>
                      <a:pt x="73" y="53"/>
                      <a:pt x="69" y="45"/>
                      <a:pt x="68" y="36"/>
                    </a:cubicBezTo>
                    <a:cubicBezTo>
                      <a:pt x="68" y="35"/>
                      <a:pt x="70" y="31"/>
                      <a:pt x="71" y="30"/>
                    </a:cubicBezTo>
                    <a:cubicBezTo>
                      <a:pt x="82" y="19"/>
                      <a:pt x="92" y="7"/>
                      <a:pt x="92" y="3"/>
                    </a:cubicBezTo>
                    <a:cubicBezTo>
                      <a:pt x="92" y="1"/>
                      <a:pt x="91" y="1"/>
                      <a:pt x="91" y="0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8"/>
                      <a:pt x="49" y="47"/>
                      <a:pt x="42" y="52"/>
                    </a:cubicBezTo>
                    <a:cubicBezTo>
                      <a:pt x="24" y="64"/>
                      <a:pt x="17" y="84"/>
                      <a:pt x="12" y="101"/>
                    </a:cubicBezTo>
                    <a:cubicBezTo>
                      <a:pt x="10" y="108"/>
                      <a:pt x="8" y="115"/>
                      <a:pt x="5" y="122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8" y="124"/>
                      <a:pt x="8" y="124"/>
                      <a:pt x="8" y="124"/>
                    </a:cubicBezTo>
                    <a:cubicBezTo>
                      <a:pt x="11" y="116"/>
                      <a:pt x="14" y="109"/>
                      <a:pt x="16" y="102"/>
                    </a:cubicBezTo>
                    <a:cubicBezTo>
                      <a:pt x="21" y="85"/>
                      <a:pt x="28" y="66"/>
                      <a:pt x="44" y="55"/>
                    </a:cubicBezTo>
                    <a:cubicBezTo>
                      <a:pt x="46" y="54"/>
                      <a:pt x="54" y="47"/>
                      <a:pt x="63" y="39"/>
                    </a:cubicBezTo>
                    <a:cubicBezTo>
                      <a:pt x="63" y="38"/>
                      <a:pt x="65" y="39"/>
                      <a:pt x="65" y="40"/>
                    </a:cubicBezTo>
                    <a:cubicBezTo>
                      <a:pt x="66" y="49"/>
                      <a:pt x="70" y="56"/>
                      <a:pt x="77" y="61"/>
                    </a:cubicBezTo>
                    <a:cubicBezTo>
                      <a:pt x="79" y="63"/>
                      <a:pt x="81" y="64"/>
                      <a:pt x="84" y="65"/>
                    </a:cubicBezTo>
                    <a:cubicBezTo>
                      <a:pt x="84" y="65"/>
                      <a:pt x="85" y="67"/>
                      <a:pt x="85" y="68"/>
                    </a:cubicBezTo>
                    <a:cubicBezTo>
                      <a:pt x="83" y="83"/>
                      <a:pt x="85" y="103"/>
                      <a:pt x="85" y="109"/>
                    </a:cubicBezTo>
                    <a:cubicBezTo>
                      <a:pt x="89" y="109"/>
                      <a:pt x="89" y="109"/>
                      <a:pt x="89" y="109"/>
                    </a:cubicBezTo>
                    <a:cubicBezTo>
                      <a:pt x="89" y="103"/>
                      <a:pt x="87" y="83"/>
                      <a:pt x="89" y="68"/>
                    </a:cubicBezTo>
                    <a:cubicBezTo>
                      <a:pt x="89" y="68"/>
                      <a:pt x="91" y="67"/>
                      <a:pt x="91" y="67"/>
                    </a:cubicBezTo>
                    <a:cubicBezTo>
                      <a:pt x="94" y="67"/>
                      <a:pt x="96" y="67"/>
                      <a:pt x="98" y="66"/>
                    </a:cubicBezTo>
                    <a:cubicBezTo>
                      <a:pt x="99" y="66"/>
                      <a:pt x="100" y="68"/>
                      <a:pt x="100" y="69"/>
                    </a:cubicBezTo>
                    <a:cubicBezTo>
                      <a:pt x="101" y="73"/>
                      <a:pt x="101" y="77"/>
                      <a:pt x="102" y="81"/>
                    </a:cubicBezTo>
                    <a:cubicBezTo>
                      <a:pt x="102" y="89"/>
                      <a:pt x="102" y="89"/>
                      <a:pt x="102" y="89"/>
                    </a:cubicBezTo>
                    <a:cubicBezTo>
                      <a:pt x="103" y="93"/>
                      <a:pt x="103" y="93"/>
                      <a:pt x="103" y="93"/>
                    </a:cubicBezTo>
                    <a:cubicBezTo>
                      <a:pt x="104" y="97"/>
                      <a:pt x="104" y="104"/>
                      <a:pt x="103" y="107"/>
                    </a:cubicBezTo>
                    <a:cubicBezTo>
                      <a:pt x="108" y="104"/>
                      <a:pt x="108" y="104"/>
                      <a:pt x="108" y="104"/>
                    </a:cubicBezTo>
                    <a:cubicBezTo>
                      <a:pt x="108" y="101"/>
                      <a:pt x="108" y="97"/>
                      <a:pt x="107" y="93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5" y="76"/>
                      <a:pt x="105" y="72"/>
                      <a:pt x="104" y="67"/>
                    </a:cubicBezTo>
                    <a:cubicBezTo>
                      <a:pt x="104" y="66"/>
                      <a:pt x="105" y="65"/>
                      <a:pt x="106" y="65"/>
                    </a:cubicBezTo>
                    <a:cubicBezTo>
                      <a:pt x="107" y="64"/>
                      <a:pt x="108" y="64"/>
                      <a:pt x="109" y="63"/>
                    </a:cubicBezTo>
                    <a:cubicBezTo>
                      <a:pt x="109" y="63"/>
                      <a:pt x="111" y="64"/>
                      <a:pt x="111" y="64"/>
                    </a:cubicBezTo>
                    <a:cubicBezTo>
                      <a:pt x="113" y="70"/>
                      <a:pt x="113" y="75"/>
                      <a:pt x="114" y="80"/>
                    </a:cubicBezTo>
                    <a:cubicBezTo>
                      <a:pt x="115" y="88"/>
                      <a:pt x="116" y="95"/>
                      <a:pt x="119" y="102"/>
                    </a:cubicBezTo>
                    <a:cubicBezTo>
                      <a:pt x="123" y="100"/>
                      <a:pt x="123" y="100"/>
                      <a:pt x="123" y="100"/>
                    </a:cubicBezTo>
                    <a:cubicBezTo>
                      <a:pt x="120" y="94"/>
                      <a:pt x="119" y="87"/>
                      <a:pt x="118" y="80"/>
                    </a:cubicBezTo>
                    <a:cubicBezTo>
                      <a:pt x="117" y="75"/>
                      <a:pt x="116" y="68"/>
                      <a:pt x="115" y="6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8" name="Freeform 248">
                <a:extLst>
                  <a:ext uri="{FF2B5EF4-FFF2-40B4-BE49-F238E27FC236}">
                    <a16:creationId xmlns:a16="http://schemas.microsoft.com/office/drawing/2014/main" id="{D34D13DF-C670-480A-A3CC-2F16CF2E2E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0" y="2436"/>
                <a:ext cx="176" cy="275"/>
              </a:xfrm>
              <a:custGeom>
                <a:avLst/>
                <a:gdLst>
                  <a:gd name="T0" fmla="*/ 271 w 131"/>
                  <a:gd name="T1" fmla="*/ 48 h 205"/>
                  <a:gd name="T2" fmla="*/ 304 w 131"/>
                  <a:gd name="T3" fmla="*/ 338 h 205"/>
                  <a:gd name="T4" fmla="*/ 294 w 131"/>
                  <a:gd name="T5" fmla="*/ 384 h 205"/>
                  <a:gd name="T6" fmla="*/ 249 w 131"/>
                  <a:gd name="T7" fmla="*/ 149 h 205"/>
                  <a:gd name="T8" fmla="*/ 246 w 131"/>
                  <a:gd name="T9" fmla="*/ 154 h 205"/>
                  <a:gd name="T10" fmla="*/ 253 w 131"/>
                  <a:gd name="T11" fmla="*/ 327 h 205"/>
                  <a:gd name="T12" fmla="*/ 240 w 131"/>
                  <a:gd name="T13" fmla="*/ 457 h 205"/>
                  <a:gd name="T14" fmla="*/ 226 w 131"/>
                  <a:gd name="T15" fmla="*/ 288 h 205"/>
                  <a:gd name="T16" fmla="*/ 214 w 131"/>
                  <a:gd name="T17" fmla="*/ 200 h 205"/>
                  <a:gd name="T18" fmla="*/ 204 w 131"/>
                  <a:gd name="T19" fmla="*/ 204 h 205"/>
                  <a:gd name="T20" fmla="*/ 191 w 131"/>
                  <a:gd name="T21" fmla="*/ 190 h 205"/>
                  <a:gd name="T22" fmla="*/ 199 w 131"/>
                  <a:gd name="T23" fmla="*/ 444 h 205"/>
                  <a:gd name="T24" fmla="*/ 196 w 131"/>
                  <a:gd name="T25" fmla="*/ 475 h 205"/>
                  <a:gd name="T26" fmla="*/ 185 w 131"/>
                  <a:gd name="T27" fmla="*/ 439 h 205"/>
                  <a:gd name="T28" fmla="*/ 177 w 131"/>
                  <a:gd name="T29" fmla="*/ 346 h 205"/>
                  <a:gd name="T30" fmla="*/ 175 w 131"/>
                  <a:gd name="T31" fmla="*/ 255 h 205"/>
                  <a:gd name="T32" fmla="*/ 156 w 131"/>
                  <a:gd name="T33" fmla="*/ 169 h 205"/>
                  <a:gd name="T34" fmla="*/ 142 w 131"/>
                  <a:gd name="T35" fmla="*/ 280 h 205"/>
                  <a:gd name="T36" fmla="*/ 150 w 131"/>
                  <a:gd name="T37" fmla="*/ 433 h 205"/>
                  <a:gd name="T38" fmla="*/ 136 w 131"/>
                  <a:gd name="T39" fmla="*/ 433 h 205"/>
                  <a:gd name="T40" fmla="*/ 132 w 131"/>
                  <a:gd name="T41" fmla="*/ 331 h 205"/>
                  <a:gd name="T42" fmla="*/ 101 w 131"/>
                  <a:gd name="T43" fmla="*/ 122 h 205"/>
                  <a:gd name="T44" fmla="*/ 93 w 131"/>
                  <a:gd name="T45" fmla="*/ 0 h 205"/>
                  <a:gd name="T46" fmla="*/ 56 w 131"/>
                  <a:gd name="T47" fmla="*/ 135 h 205"/>
                  <a:gd name="T48" fmla="*/ 0 w 131"/>
                  <a:gd name="T49" fmla="*/ 205 h 205"/>
                  <a:gd name="T50" fmla="*/ 86 w 131"/>
                  <a:gd name="T51" fmla="*/ 107 h 205"/>
                  <a:gd name="T52" fmla="*/ 105 w 131"/>
                  <a:gd name="T53" fmla="*/ 243 h 205"/>
                  <a:gd name="T54" fmla="*/ 125 w 131"/>
                  <a:gd name="T55" fmla="*/ 384 h 205"/>
                  <a:gd name="T56" fmla="*/ 138 w 131"/>
                  <a:gd name="T57" fmla="*/ 465 h 205"/>
                  <a:gd name="T58" fmla="*/ 157 w 131"/>
                  <a:gd name="T59" fmla="*/ 397 h 205"/>
                  <a:gd name="T60" fmla="*/ 156 w 131"/>
                  <a:gd name="T61" fmla="*/ 227 h 205"/>
                  <a:gd name="T62" fmla="*/ 164 w 131"/>
                  <a:gd name="T63" fmla="*/ 278 h 205"/>
                  <a:gd name="T64" fmla="*/ 177 w 131"/>
                  <a:gd name="T65" fmla="*/ 431 h 205"/>
                  <a:gd name="T66" fmla="*/ 184 w 131"/>
                  <a:gd name="T67" fmla="*/ 486 h 205"/>
                  <a:gd name="T68" fmla="*/ 210 w 131"/>
                  <a:gd name="T69" fmla="*/ 444 h 205"/>
                  <a:gd name="T70" fmla="*/ 204 w 131"/>
                  <a:gd name="T71" fmla="*/ 217 h 205"/>
                  <a:gd name="T72" fmla="*/ 214 w 131"/>
                  <a:gd name="T73" fmla="*/ 212 h 205"/>
                  <a:gd name="T74" fmla="*/ 232 w 131"/>
                  <a:gd name="T75" fmla="*/ 464 h 205"/>
                  <a:gd name="T76" fmla="*/ 259 w 131"/>
                  <a:gd name="T77" fmla="*/ 291 h 205"/>
                  <a:gd name="T78" fmla="*/ 262 w 131"/>
                  <a:gd name="T79" fmla="*/ 199 h 205"/>
                  <a:gd name="T80" fmla="*/ 288 w 131"/>
                  <a:gd name="T81" fmla="*/ 394 h 205"/>
                  <a:gd name="T82" fmla="*/ 312 w 131"/>
                  <a:gd name="T83" fmla="*/ 338 h 205"/>
                  <a:gd name="T84" fmla="*/ 157 w 131"/>
                  <a:gd name="T85" fmla="*/ 217 h 205"/>
                  <a:gd name="T86" fmla="*/ 161 w 131"/>
                  <a:gd name="T87" fmla="*/ 184 h 20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31" h="205">
                    <a:moveTo>
                      <a:pt x="130" y="84"/>
                    </a:moveTo>
                    <a:cubicBezTo>
                      <a:pt x="129" y="62"/>
                      <a:pt x="127" y="37"/>
                      <a:pt x="115" y="18"/>
                    </a:cubicBezTo>
                    <a:cubicBezTo>
                      <a:pt x="112" y="20"/>
                      <a:pt x="112" y="20"/>
                      <a:pt x="112" y="20"/>
                    </a:cubicBezTo>
                    <a:cubicBezTo>
                      <a:pt x="123" y="38"/>
                      <a:pt x="125" y="63"/>
                      <a:pt x="126" y="84"/>
                    </a:cubicBezTo>
                    <a:cubicBezTo>
                      <a:pt x="126" y="94"/>
                      <a:pt x="126" y="103"/>
                      <a:pt x="126" y="112"/>
                    </a:cubicBezTo>
                    <a:cubicBezTo>
                      <a:pt x="126" y="121"/>
                      <a:pt x="126" y="131"/>
                      <a:pt x="125" y="140"/>
                    </a:cubicBezTo>
                    <a:cubicBezTo>
                      <a:pt x="125" y="143"/>
                      <a:pt x="125" y="143"/>
                      <a:pt x="125" y="143"/>
                    </a:cubicBezTo>
                    <a:cubicBezTo>
                      <a:pt x="124" y="147"/>
                      <a:pt x="124" y="154"/>
                      <a:pt x="122" y="158"/>
                    </a:cubicBezTo>
                    <a:cubicBezTo>
                      <a:pt x="122" y="159"/>
                      <a:pt x="121" y="159"/>
                      <a:pt x="121" y="159"/>
                    </a:cubicBezTo>
                    <a:cubicBezTo>
                      <a:pt x="118" y="146"/>
                      <a:pt x="118" y="133"/>
                      <a:pt x="117" y="121"/>
                    </a:cubicBezTo>
                    <a:cubicBezTo>
                      <a:pt x="116" y="100"/>
                      <a:pt x="115" y="79"/>
                      <a:pt x="106" y="60"/>
                    </a:cubicBezTo>
                    <a:cubicBezTo>
                      <a:pt x="103" y="62"/>
                      <a:pt x="103" y="62"/>
                      <a:pt x="103" y="62"/>
                    </a:cubicBezTo>
                    <a:cubicBezTo>
                      <a:pt x="105" y="67"/>
                      <a:pt x="107" y="72"/>
                      <a:pt x="108" y="77"/>
                    </a:cubicBezTo>
                    <a:cubicBezTo>
                      <a:pt x="107" y="78"/>
                      <a:pt x="105" y="79"/>
                      <a:pt x="104" y="79"/>
                    </a:cubicBezTo>
                    <a:cubicBezTo>
                      <a:pt x="103" y="74"/>
                      <a:pt x="102" y="69"/>
                      <a:pt x="101" y="64"/>
                    </a:cubicBezTo>
                    <a:cubicBezTo>
                      <a:pt x="97" y="65"/>
                      <a:pt x="97" y="65"/>
                      <a:pt x="97" y="65"/>
                    </a:cubicBezTo>
                    <a:cubicBezTo>
                      <a:pt x="101" y="83"/>
                      <a:pt x="102" y="102"/>
                      <a:pt x="103" y="122"/>
                    </a:cubicBezTo>
                    <a:cubicBezTo>
                      <a:pt x="104" y="136"/>
                      <a:pt x="104" y="136"/>
                      <a:pt x="104" y="136"/>
                    </a:cubicBezTo>
                    <a:cubicBezTo>
                      <a:pt x="104" y="138"/>
                      <a:pt x="104" y="142"/>
                      <a:pt x="104" y="147"/>
                    </a:cubicBezTo>
                    <a:cubicBezTo>
                      <a:pt x="104" y="161"/>
                      <a:pt x="103" y="181"/>
                      <a:pt x="101" y="188"/>
                    </a:cubicBezTo>
                    <a:cubicBezTo>
                      <a:pt x="100" y="189"/>
                      <a:pt x="99" y="189"/>
                      <a:pt x="99" y="189"/>
                    </a:cubicBezTo>
                    <a:cubicBezTo>
                      <a:pt x="96" y="181"/>
                      <a:pt x="94" y="158"/>
                      <a:pt x="94" y="149"/>
                    </a:cubicBezTo>
                    <a:cubicBezTo>
                      <a:pt x="93" y="124"/>
                      <a:pt x="93" y="124"/>
                      <a:pt x="93" y="124"/>
                    </a:cubicBezTo>
                    <a:cubicBezTo>
                      <a:pt x="93" y="122"/>
                      <a:pt x="93" y="121"/>
                      <a:pt x="93" y="119"/>
                    </a:cubicBezTo>
                    <a:cubicBezTo>
                      <a:pt x="93" y="103"/>
                      <a:pt x="93" y="86"/>
                      <a:pt x="90" y="70"/>
                    </a:cubicBezTo>
                    <a:cubicBezTo>
                      <a:pt x="86" y="71"/>
                      <a:pt x="86" y="71"/>
                      <a:pt x="86" y="71"/>
                    </a:cubicBezTo>
                    <a:cubicBezTo>
                      <a:pt x="87" y="75"/>
                      <a:pt x="88" y="79"/>
                      <a:pt x="88" y="83"/>
                    </a:cubicBezTo>
                    <a:cubicBezTo>
                      <a:pt x="88" y="83"/>
                      <a:pt x="87" y="84"/>
                      <a:pt x="87" y="84"/>
                    </a:cubicBezTo>
                    <a:cubicBezTo>
                      <a:pt x="86" y="85"/>
                      <a:pt x="85" y="85"/>
                      <a:pt x="85" y="85"/>
                    </a:cubicBezTo>
                    <a:cubicBezTo>
                      <a:pt x="84" y="85"/>
                      <a:pt x="84" y="84"/>
                      <a:pt x="84" y="84"/>
                    </a:cubicBezTo>
                    <a:cubicBezTo>
                      <a:pt x="83" y="79"/>
                      <a:pt x="83" y="74"/>
                      <a:pt x="84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0" y="72"/>
                      <a:pt x="79" y="75"/>
                      <a:pt x="79" y="79"/>
                    </a:cubicBezTo>
                    <a:cubicBezTo>
                      <a:pt x="79" y="90"/>
                      <a:pt x="80" y="101"/>
                      <a:pt x="81" y="111"/>
                    </a:cubicBezTo>
                    <a:cubicBezTo>
                      <a:pt x="82" y="122"/>
                      <a:pt x="82" y="133"/>
                      <a:pt x="82" y="144"/>
                    </a:cubicBezTo>
                    <a:cubicBezTo>
                      <a:pt x="82" y="184"/>
                      <a:pt x="82" y="184"/>
                      <a:pt x="82" y="184"/>
                    </a:cubicBezTo>
                    <a:cubicBezTo>
                      <a:pt x="82" y="186"/>
                      <a:pt x="82" y="186"/>
                      <a:pt x="82" y="186"/>
                    </a:cubicBezTo>
                    <a:cubicBezTo>
                      <a:pt x="82" y="187"/>
                      <a:pt x="82" y="188"/>
                      <a:pt x="82" y="189"/>
                    </a:cubicBezTo>
                    <a:cubicBezTo>
                      <a:pt x="82" y="192"/>
                      <a:pt x="82" y="195"/>
                      <a:pt x="81" y="197"/>
                    </a:cubicBezTo>
                    <a:cubicBezTo>
                      <a:pt x="81" y="198"/>
                      <a:pt x="79" y="199"/>
                      <a:pt x="79" y="198"/>
                    </a:cubicBezTo>
                    <a:cubicBezTo>
                      <a:pt x="78" y="195"/>
                      <a:pt x="78" y="191"/>
                      <a:pt x="78" y="187"/>
                    </a:cubicBezTo>
                    <a:cubicBezTo>
                      <a:pt x="77" y="182"/>
                      <a:pt x="77" y="182"/>
                      <a:pt x="77" y="182"/>
                    </a:cubicBezTo>
                    <a:cubicBezTo>
                      <a:pt x="77" y="178"/>
                      <a:pt x="77" y="178"/>
                      <a:pt x="77" y="178"/>
                    </a:cubicBezTo>
                    <a:cubicBezTo>
                      <a:pt x="75" y="170"/>
                      <a:pt x="74" y="162"/>
                      <a:pt x="74" y="154"/>
                    </a:cubicBezTo>
                    <a:cubicBezTo>
                      <a:pt x="73" y="143"/>
                      <a:pt x="73" y="143"/>
                      <a:pt x="73" y="143"/>
                    </a:cubicBezTo>
                    <a:cubicBezTo>
                      <a:pt x="73" y="136"/>
                      <a:pt x="72" y="128"/>
                      <a:pt x="72" y="121"/>
                    </a:cubicBezTo>
                    <a:cubicBezTo>
                      <a:pt x="72" y="119"/>
                      <a:pt x="72" y="117"/>
                      <a:pt x="72" y="115"/>
                    </a:cubicBezTo>
                    <a:cubicBezTo>
                      <a:pt x="72" y="113"/>
                      <a:pt x="72" y="110"/>
                      <a:pt x="72" y="106"/>
                    </a:cubicBezTo>
                    <a:cubicBezTo>
                      <a:pt x="72" y="96"/>
                      <a:pt x="72" y="83"/>
                      <a:pt x="69" y="71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2" y="73"/>
                      <a:pt x="61" y="79"/>
                      <a:pt x="61" y="84"/>
                    </a:cubicBezTo>
                    <a:cubicBezTo>
                      <a:pt x="60" y="89"/>
                      <a:pt x="60" y="89"/>
                      <a:pt x="60" y="89"/>
                    </a:cubicBezTo>
                    <a:cubicBezTo>
                      <a:pt x="59" y="98"/>
                      <a:pt x="59" y="107"/>
                      <a:pt x="59" y="116"/>
                    </a:cubicBezTo>
                    <a:cubicBezTo>
                      <a:pt x="59" y="127"/>
                      <a:pt x="59" y="127"/>
                      <a:pt x="59" y="127"/>
                    </a:cubicBezTo>
                    <a:cubicBezTo>
                      <a:pt x="59" y="140"/>
                      <a:pt x="60" y="153"/>
                      <a:pt x="61" y="165"/>
                    </a:cubicBezTo>
                    <a:cubicBezTo>
                      <a:pt x="62" y="180"/>
                      <a:pt x="62" y="180"/>
                      <a:pt x="62" y="180"/>
                    </a:cubicBezTo>
                    <a:cubicBezTo>
                      <a:pt x="62" y="186"/>
                      <a:pt x="62" y="189"/>
                      <a:pt x="61" y="190"/>
                    </a:cubicBezTo>
                    <a:cubicBezTo>
                      <a:pt x="60" y="190"/>
                      <a:pt x="59" y="190"/>
                      <a:pt x="59" y="190"/>
                    </a:cubicBezTo>
                    <a:cubicBezTo>
                      <a:pt x="56" y="189"/>
                      <a:pt x="56" y="184"/>
                      <a:pt x="56" y="180"/>
                    </a:cubicBezTo>
                    <a:cubicBezTo>
                      <a:pt x="56" y="177"/>
                      <a:pt x="56" y="177"/>
                      <a:pt x="56" y="177"/>
                    </a:cubicBezTo>
                    <a:cubicBezTo>
                      <a:pt x="55" y="171"/>
                      <a:pt x="55" y="165"/>
                      <a:pt x="55" y="159"/>
                    </a:cubicBezTo>
                    <a:cubicBezTo>
                      <a:pt x="55" y="152"/>
                      <a:pt x="55" y="145"/>
                      <a:pt x="54" y="137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47" y="100"/>
                      <a:pt x="47" y="100"/>
                      <a:pt x="47" y="100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1" y="42"/>
                      <a:pt x="41" y="42"/>
                      <a:pt x="41" y="42"/>
                    </a:cubicBezTo>
                    <a:cubicBezTo>
                      <a:pt x="40" y="29"/>
                      <a:pt x="38" y="12"/>
                      <a:pt x="41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8"/>
                      <a:pt x="36" y="17"/>
                      <a:pt x="36" y="26"/>
                    </a:cubicBezTo>
                    <a:cubicBezTo>
                      <a:pt x="36" y="31"/>
                      <a:pt x="34" y="37"/>
                      <a:pt x="34" y="37"/>
                    </a:cubicBezTo>
                    <a:cubicBezTo>
                      <a:pt x="32" y="44"/>
                      <a:pt x="29" y="50"/>
                      <a:pt x="23" y="56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12" y="66"/>
                      <a:pt x="6" y="74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5" y="75"/>
                      <a:pt x="15" y="67"/>
                      <a:pt x="23" y="60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30" y="53"/>
                      <a:pt x="33" y="50"/>
                      <a:pt x="36" y="45"/>
                    </a:cubicBezTo>
                    <a:cubicBezTo>
                      <a:pt x="36" y="44"/>
                      <a:pt x="38" y="45"/>
                      <a:pt x="38" y="45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50" y="138"/>
                      <a:pt x="50" y="138"/>
                      <a:pt x="50" y="138"/>
                    </a:cubicBezTo>
                    <a:cubicBezTo>
                      <a:pt x="51" y="145"/>
                      <a:pt x="51" y="152"/>
                      <a:pt x="51" y="159"/>
                    </a:cubicBezTo>
                    <a:cubicBezTo>
                      <a:pt x="51" y="165"/>
                      <a:pt x="51" y="171"/>
                      <a:pt x="52" y="178"/>
                    </a:cubicBezTo>
                    <a:cubicBezTo>
                      <a:pt x="52" y="180"/>
                      <a:pt x="52" y="180"/>
                      <a:pt x="52" y="180"/>
                    </a:cubicBezTo>
                    <a:cubicBezTo>
                      <a:pt x="52" y="185"/>
                      <a:pt x="52" y="191"/>
                      <a:pt x="57" y="193"/>
                    </a:cubicBezTo>
                    <a:cubicBezTo>
                      <a:pt x="60" y="195"/>
                      <a:pt x="62" y="194"/>
                      <a:pt x="63" y="193"/>
                    </a:cubicBezTo>
                    <a:cubicBezTo>
                      <a:pt x="66" y="191"/>
                      <a:pt x="66" y="185"/>
                      <a:pt x="66" y="180"/>
                    </a:cubicBezTo>
                    <a:cubicBezTo>
                      <a:pt x="65" y="165"/>
                      <a:pt x="65" y="165"/>
                      <a:pt x="65" y="165"/>
                    </a:cubicBezTo>
                    <a:cubicBezTo>
                      <a:pt x="64" y="153"/>
                      <a:pt x="63" y="140"/>
                      <a:pt x="63" y="127"/>
                    </a:cubicBezTo>
                    <a:cubicBezTo>
                      <a:pt x="63" y="116"/>
                      <a:pt x="63" y="116"/>
                      <a:pt x="63" y="116"/>
                    </a:cubicBezTo>
                    <a:cubicBezTo>
                      <a:pt x="63" y="108"/>
                      <a:pt x="63" y="101"/>
                      <a:pt x="64" y="94"/>
                    </a:cubicBezTo>
                    <a:cubicBezTo>
                      <a:pt x="65" y="94"/>
                      <a:pt x="67" y="95"/>
                      <a:pt x="67" y="95"/>
                    </a:cubicBezTo>
                    <a:cubicBezTo>
                      <a:pt x="67" y="95"/>
                      <a:pt x="68" y="96"/>
                      <a:pt x="68" y="97"/>
                    </a:cubicBezTo>
                    <a:cubicBezTo>
                      <a:pt x="68" y="104"/>
                      <a:pt x="68" y="111"/>
                      <a:pt x="68" y="115"/>
                    </a:cubicBezTo>
                    <a:cubicBezTo>
                      <a:pt x="68" y="125"/>
                      <a:pt x="68" y="134"/>
                      <a:pt x="69" y="143"/>
                    </a:cubicBezTo>
                    <a:cubicBezTo>
                      <a:pt x="70" y="154"/>
                      <a:pt x="70" y="154"/>
                      <a:pt x="70" y="154"/>
                    </a:cubicBezTo>
                    <a:cubicBezTo>
                      <a:pt x="70" y="163"/>
                      <a:pt x="71" y="170"/>
                      <a:pt x="73" y="178"/>
                    </a:cubicBezTo>
                    <a:cubicBezTo>
                      <a:pt x="73" y="182"/>
                      <a:pt x="73" y="182"/>
                      <a:pt x="73" y="182"/>
                    </a:cubicBezTo>
                    <a:cubicBezTo>
                      <a:pt x="74" y="188"/>
                      <a:pt x="74" y="188"/>
                      <a:pt x="74" y="188"/>
                    </a:cubicBezTo>
                    <a:cubicBezTo>
                      <a:pt x="74" y="192"/>
                      <a:pt x="74" y="197"/>
                      <a:pt x="76" y="201"/>
                    </a:cubicBezTo>
                    <a:cubicBezTo>
                      <a:pt x="77" y="204"/>
                      <a:pt x="81" y="205"/>
                      <a:pt x="83" y="203"/>
                    </a:cubicBezTo>
                    <a:cubicBezTo>
                      <a:pt x="87" y="199"/>
                      <a:pt x="86" y="191"/>
                      <a:pt x="86" y="186"/>
                    </a:cubicBezTo>
                    <a:cubicBezTo>
                      <a:pt x="86" y="184"/>
                      <a:pt x="86" y="184"/>
                      <a:pt x="86" y="184"/>
                    </a:cubicBezTo>
                    <a:cubicBezTo>
                      <a:pt x="86" y="144"/>
                      <a:pt x="86" y="144"/>
                      <a:pt x="86" y="144"/>
                    </a:cubicBezTo>
                    <a:cubicBezTo>
                      <a:pt x="86" y="133"/>
                      <a:pt x="86" y="122"/>
                      <a:pt x="85" y="111"/>
                    </a:cubicBezTo>
                    <a:cubicBezTo>
                      <a:pt x="84" y="104"/>
                      <a:pt x="84" y="97"/>
                      <a:pt x="84" y="90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4" y="89"/>
                      <a:pt x="86" y="88"/>
                      <a:pt x="88" y="89"/>
                    </a:cubicBezTo>
                    <a:cubicBezTo>
                      <a:pt x="88" y="88"/>
                      <a:pt x="88" y="88"/>
                      <a:pt x="88" y="88"/>
                    </a:cubicBezTo>
                    <a:cubicBezTo>
                      <a:pt x="89" y="100"/>
                      <a:pt x="89" y="112"/>
                      <a:pt x="89" y="124"/>
                    </a:cubicBezTo>
                    <a:cubicBezTo>
                      <a:pt x="90" y="150"/>
                      <a:pt x="90" y="150"/>
                      <a:pt x="90" y="150"/>
                    </a:cubicBezTo>
                    <a:cubicBezTo>
                      <a:pt x="90" y="150"/>
                      <a:pt x="91" y="183"/>
                      <a:pt x="96" y="192"/>
                    </a:cubicBezTo>
                    <a:cubicBezTo>
                      <a:pt x="98" y="196"/>
                      <a:pt x="102" y="194"/>
                      <a:pt x="102" y="194"/>
                    </a:cubicBezTo>
                    <a:cubicBezTo>
                      <a:pt x="109" y="186"/>
                      <a:pt x="108" y="136"/>
                      <a:pt x="108" y="135"/>
                    </a:cubicBezTo>
                    <a:cubicBezTo>
                      <a:pt x="107" y="121"/>
                      <a:pt x="107" y="121"/>
                      <a:pt x="107" y="121"/>
                    </a:cubicBezTo>
                    <a:cubicBezTo>
                      <a:pt x="106" y="109"/>
                      <a:pt x="106" y="97"/>
                      <a:pt x="104" y="85"/>
                    </a:cubicBezTo>
                    <a:cubicBezTo>
                      <a:pt x="104" y="84"/>
                      <a:pt x="105" y="83"/>
                      <a:pt x="106" y="83"/>
                    </a:cubicBezTo>
                    <a:cubicBezTo>
                      <a:pt x="107" y="82"/>
                      <a:pt x="107" y="82"/>
                      <a:pt x="108" y="82"/>
                    </a:cubicBezTo>
                    <a:cubicBezTo>
                      <a:pt x="108" y="82"/>
                      <a:pt x="109" y="83"/>
                      <a:pt x="110" y="83"/>
                    </a:cubicBezTo>
                    <a:cubicBezTo>
                      <a:pt x="112" y="96"/>
                      <a:pt x="113" y="108"/>
                      <a:pt x="113" y="121"/>
                    </a:cubicBezTo>
                    <a:cubicBezTo>
                      <a:pt x="114" y="135"/>
                      <a:pt x="114" y="150"/>
                      <a:pt x="118" y="163"/>
                    </a:cubicBezTo>
                    <a:cubicBezTo>
                      <a:pt x="118" y="167"/>
                      <a:pt x="121" y="167"/>
                      <a:pt x="121" y="167"/>
                    </a:cubicBezTo>
                    <a:cubicBezTo>
                      <a:pt x="127" y="164"/>
                      <a:pt x="128" y="152"/>
                      <a:pt x="129" y="143"/>
                    </a:cubicBezTo>
                    <a:cubicBezTo>
                      <a:pt x="129" y="140"/>
                      <a:pt x="129" y="140"/>
                      <a:pt x="129" y="140"/>
                    </a:cubicBezTo>
                    <a:cubicBezTo>
                      <a:pt x="131" y="121"/>
                      <a:pt x="130" y="102"/>
                      <a:pt x="130" y="84"/>
                    </a:cubicBezTo>
                    <a:close/>
                    <a:moveTo>
                      <a:pt x="66" y="90"/>
                    </a:moveTo>
                    <a:cubicBezTo>
                      <a:pt x="66" y="90"/>
                      <a:pt x="66" y="90"/>
                      <a:pt x="65" y="90"/>
                    </a:cubicBezTo>
                    <a:cubicBezTo>
                      <a:pt x="65" y="90"/>
                      <a:pt x="64" y="88"/>
                      <a:pt x="64" y="88"/>
                    </a:cubicBezTo>
                    <a:cubicBezTo>
                      <a:pt x="65" y="84"/>
                      <a:pt x="65" y="84"/>
                      <a:pt x="65" y="84"/>
                    </a:cubicBezTo>
                    <a:cubicBezTo>
                      <a:pt x="65" y="81"/>
                      <a:pt x="65" y="79"/>
                      <a:pt x="66" y="76"/>
                    </a:cubicBezTo>
                    <a:cubicBezTo>
                      <a:pt x="67" y="80"/>
                      <a:pt x="67" y="85"/>
                      <a:pt x="68" y="89"/>
                    </a:cubicBezTo>
                    <a:cubicBezTo>
                      <a:pt x="68" y="89"/>
                      <a:pt x="67" y="90"/>
                      <a:pt x="66" y="9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9" name="Freeform 249">
                <a:extLst>
                  <a:ext uri="{FF2B5EF4-FFF2-40B4-BE49-F238E27FC236}">
                    <a16:creationId xmlns:a16="http://schemas.microsoft.com/office/drawing/2014/main" id="{10F95A58-DADD-4265-9BF3-984224F81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303"/>
                <a:ext cx="82" cy="729"/>
              </a:xfrm>
              <a:custGeom>
                <a:avLst/>
                <a:gdLst>
                  <a:gd name="T0" fmla="*/ 148 w 61"/>
                  <a:gd name="T1" fmla="*/ 1247 h 542"/>
                  <a:gd name="T2" fmla="*/ 121 w 61"/>
                  <a:gd name="T3" fmla="*/ 1084 h 542"/>
                  <a:gd name="T4" fmla="*/ 101 w 61"/>
                  <a:gd name="T5" fmla="*/ 881 h 542"/>
                  <a:gd name="T6" fmla="*/ 40 w 61"/>
                  <a:gd name="T7" fmla="*/ 577 h 542"/>
                  <a:gd name="T8" fmla="*/ 35 w 61"/>
                  <a:gd name="T9" fmla="*/ 472 h 542"/>
                  <a:gd name="T10" fmla="*/ 30 w 61"/>
                  <a:gd name="T11" fmla="*/ 418 h 542"/>
                  <a:gd name="T12" fmla="*/ 40 w 61"/>
                  <a:gd name="T13" fmla="*/ 319 h 542"/>
                  <a:gd name="T14" fmla="*/ 48 w 61"/>
                  <a:gd name="T15" fmla="*/ 227 h 542"/>
                  <a:gd name="T16" fmla="*/ 62 w 61"/>
                  <a:gd name="T17" fmla="*/ 121 h 542"/>
                  <a:gd name="T18" fmla="*/ 75 w 61"/>
                  <a:gd name="T19" fmla="*/ 5 h 542"/>
                  <a:gd name="T20" fmla="*/ 47 w 61"/>
                  <a:gd name="T21" fmla="*/ 0 h 542"/>
                  <a:gd name="T22" fmla="*/ 42 w 61"/>
                  <a:gd name="T23" fmla="*/ 117 h 542"/>
                  <a:gd name="T24" fmla="*/ 30 w 61"/>
                  <a:gd name="T25" fmla="*/ 227 h 542"/>
                  <a:gd name="T26" fmla="*/ 20 w 61"/>
                  <a:gd name="T27" fmla="*/ 316 h 542"/>
                  <a:gd name="T28" fmla="*/ 9 w 61"/>
                  <a:gd name="T29" fmla="*/ 418 h 542"/>
                  <a:gd name="T30" fmla="*/ 15 w 61"/>
                  <a:gd name="T31" fmla="*/ 473 h 542"/>
                  <a:gd name="T32" fmla="*/ 20 w 61"/>
                  <a:gd name="T33" fmla="*/ 573 h 542"/>
                  <a:gd name="T34" fmla="*/ 83 w 61"/>
                  <a:gd name="T35" fmla="*/ 888 h 542"/>
                  <a:gd name="T36" fmla="*/ 101 w 61"/>
                  <a:gd name="T37" fmla="*/ 1079 h 542"/>
                  <a:gd name="T38" fmla="*/ 105 w 61"/>
                  <a:gd name="T39" fmla="*/ 1190 h 542"/>
                  <a:gd name="T40" fmla="*/ 105 w 61"/>
                  <a:gd name="T41" fmla="*/ 1190 h 542"/>
                  <a:gd name="T42" fmla="*/ 22 w 61"/>
                  <a:gd name="T43" fmla="*/ 1289 h 542"/>
                  <a:gd name="T44" fmla="*/ 0 w 61"/>
                  <a:gd name="T45" fmla="*/ 1302 h 542"/>
                  <a:gd name="T46" fmla="*/ 9 w 61"/>
                  <a:gd name="T47" fmla="*/ 1319 h 542"/>
                  <a:gd name="T48" fmla="*/ 35 w 61"/>
                  <a:gd name="T49" fmla="*/ 1302 h 542"/>
                  <a:gd name="T50" fmla="*/ 105 w 61"/>
                  <a:gd name="T51" fmla="*/ 1241 h 542"/>
                  <a:gd name="T52" fmla="*/ 121 w 61"/>
                  <a:gd name="T53" fmla="*/ 1239 h 542"/>
                  <a:gd name="T54" fmla="*/ 133 w 61"/>
                  <a:gd name="T55" fmla="*/ 1258 h 542"/>
                  <a:gd name="T56" fmla="*/ 148 w 61"/>
                  <a:gd name="T57" fmla="*/ 1247 h 54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1" h="542">
                    <a:moveTo>
                      <a:pt x="61" y="512"/>
                    </a:moveTo>
                    <a:cubicBezTo>
                      <a:pt x="50" y="497"/>
                      <a:pt x="46" y="464"/>
                      <a:pt x="50" y="445"/>
                    </a:cubicBezTo>
                    <a:cubicBezTo>
                      <a:pt x="54" y="425"/>
                      <a:pt x="52" y="388"/>
                      <a:pt x="42" y="362"/>
                    </a:cubicBezTo>
                    <a:cubicBezTo>
                      <a:pt x="30" y="336"/>
                      <a:pt x="12" y="261"/>
                      <a:pt x="16" y="237"/>
                    </a:cubicBezTo>
                    <a:cubicBezTo>
                      <a:pt x="18" y="223"/>
                      <a:pt x="16" y="208"/>
                      <a:pt x="14" y="194"/>
                    </a:cubicBezTo>
                    <a:cubicBezTo>
                      <a:pt x="14" y="186"/>
                      <a:pt x="13" y="179"/>
                      <a:pt x="12" y="172"/>
                    </a:cubicBezTo>
                    <a:cubicBezTo>
                      <a:pt x="12" y="158"/>
                      <a:pt x="14" y="145"/>
                      <a:pt x="16" y="131"/>
                    </a:cubicBezTo>
                    <a:cubicBezTo>
                      <a:pt x="18" y="119"/>
                      <a:pt x="20" y="106"/>
                      <a:pt x="20" y="94"/>
                    </a:cubicBezTo>
                    <a:cubicBezTo>
                      <a:pt x="20" y="80"/>
                      <a:pt x="23" y="65"/>
                      <a:pt x="25" y="50"/>
                    </a:cubicBezTo>
                    <a:cubicBezTo>
                      <a:pt x="28" y="34"/>
                      <a:pt x="30" y="19"/>
                      <a:pt x="31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0" y="17"/>
                      <a:pt x="20" y="33"/>
                      <a:pt x="17" y="48"/>
                    </a:cubicBezTo>
                    <a:cubicBezTo>
                      <a:pt x="15" y="64"/>
                      <a:pt x="12" y="80"/>
                      <a:pt x="12" y="94"/>
                    </a:cubicBezTo>
                    <a:cubicBezTo>
                      <a:pt x="12" y="106"/>
                      <a:pt x="10" y="118"/>
                      <a:pt x="8" y="130"/>
                    </a:cubicBezTo>
                    <a:cubicBezTo>
                      <a:pt x="6" y="143"/>
                      <a:pt x="4" y="158"/>
                      <a:pt x="4" y="172"/>
                    </a:cubicBezTo>
                    <a:cubicBezTo>
                      <a:pt x="5" y="180"/>
                      <a:pt x="6" y="187"/>
                      <a:pt x="6" y="195"/>
                    </a:cubicBezTo>
                    <a:cubicBezTo>
                      <a:pt x="8" y="208"/>
                      <a:pt x="10" y="223"/>
                      <a:pt x="8" y="236"/>
                    </a:cubicBezTo>
                    <a:cubicBezTo>
                      <a:pt x="3" y="263"/>
                      <a:pt x="23" y="340"/>
                      <a:pt x="34" y="365"/>
                    </a:cubicBezTo>
                    <a:cubicBezTo>
                      <a:pt x="44" y="390"/>
                      <a:pt x="46" y="425"/>
                      <a:pt x="42" y="443"/>
                    </a:cubicBezTo>
                    <a:cubicBezTo>
                      <a:pt x="40" y="456"/>
                      <a:pt x="40" y="473"/>
                      <a:pt x="43" y="489"/>
                    </a:cubicBezTo>
                    <a:cubicBezTo>
                      <a:pt x="43" y="489"/>
                      <a:pt x="43" y="489"/>
                      <a:pt x="43" y="489"/>
                    </a:cubicBezTo>
                    <a:cubicBezTo>
                      <a:pt x="42" y="508"/>
                      <a:pt x="25" y="519"/>
                      <a:pt x="9" y="529"/>
                    </a:cubicBezTo>
                    <a:cubicBezTo>
                      <a:pt x="0" y="535"/>
                      <a:pt x="0" y="535"/>
                      <a:pt x="0" y="535"/>
                    </a:cubicBezTo>
                    <a:cubicBezTo>
                      <a:pt x="4" y="542"/>
                      <a:pt x="4" y="542"/>
                      <a:pt x="4" y="542"/>
                    </a:cubicBezTo>
                    <a:cubicBezTo>
                      <a:pt x="14" y="535"/>
                      <a:pt x="14" y="535"/>
                      <a:pt x="14" y="535"/>
                    </a:cubicBezTo>
                    <a:cubicBezTo>
                      <a:pt x="24" y="529"/>
                      <a:pt x="36" y="521"/>
                      <a:pt x="43" y="510"/>
                    </a:cubicBezTo>
                    <a:cubicBezTo>
                      <a:pt x="45" y="508"/>
                      <a:pt x="49" y="507"/>
                      <a:pt x="50" y="509"/>
                    </a:cubicBezTo>
                    <a:cubicBezTo>
                      <a:pt x="52" y="512"/>
                      <a:pt x="53" y="515"/>
                      <a:pt x="55" y="517"/>
                    </a:cubicBezTo>
                    <a:lnTo>
                      <a:pt x="61" y="512"/>
                    </a:ln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0" name="Freeform 250">
                <a:extLst>
                  <a:ext uri="{FF2B5EF4-FFF2-40B4-BE49-F238E27FC236}">
                    <a16:creationId xmlns:a16="http://schemas.microsoft.com/office/drawing/2014/main" id="{21726074-9CA8-4576-9DC2-6796B690D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3116"/>
                <a:ext cx="202" cy="947"/>
              </a:xfrm>
              <a:custGeom>
                <a:avLst/>
                <a:gdLst>
                  <a:gd name="T0" fmla="*/ 366 w 150"/>
                  <a:gd name="T1" fmla="*/ 1375 h 704"/>
                  <a:gd name="T2" fmla="*/ 365 w 150"/>
                  <a:gd name="T3" fmla="*/ 1344 h 704"/>
                  <a:gd name="T4" fmla="*/ 365 w 150"/>
                  <a:gd name="T5" fmla="*/ 1310 h 704"/>
                  <a:gd name="T6" fmla="*/ 351 w 150"/>
                  <a:gd name="T7" fmla="*/ 1317 h 704"/>
                  <a:gd name="T8" fmla="*/ 345 w 150"/>
                  <a:gd name="T9" fmla="*/ 1361 h 704"/>
                  <a:gd name="T10" fmla="*/ 334 w 150"/>
                  <a:gd name="T11" fmla="*/ 1430 h 704"/>
                  <a:gd name="T12" fmla="*/ 287 w 150"/>
                  <a:gd name="T13" fmla="*/ 1616 h 704"/>
                  <a:gd name="T14" fmla="*/ 119 w 150"/>
                  <a:gd name="T15" fmla="*/ 1599 h 704"/>
                  <a:gd name="T16" fmla="*/ 106 w 150"/>
                  <a:gd name="T17" fmla="*/ 1585 h 704"/>
                  <a:gd name="T18" fmla="*/ 147 w 150"/>
                  <a:gd name="T19" fmla="*/ 1540 h 704"/>
                  <a:gd name="T20" fmla="*/ 182 w 150"/>
                  <a:gd name="T21" fmla="*/ 1511 h 704"/>
                  <a:gd name="T22" fmla="*/ 220 w 150"/>
                  <a:gd name="T23" fmla="*/ 1290 h 704"/>
                  <a:gd name="T24" fmla="*/ 220 w 150"/>
                  <a:gd name="T25" fmla="*/ 1289 h 704"/>
                  <a:gd name="T26" fmla="*/ 220 w 150"/>
                  <a:gd name="T27" fmla="*/ 1289 h 704"/>
                  <a:gd name="T28" fmla="*/ 141 w 150"/>
                  <a:gd name="T29" fmla="*/ 675 h 704"/>
                  <a:gd name="T30" fmla="*/ 184 w 150"/>
                  <a:gd name="T31" fmla="*/ 246 h 704"/>
                  <a:gd name="T32" fmla="*/ 213 w 150"/>
                  <a:gd name="T33" fmla="*/ 0 h 704"/>
                  <a:gd name="T34" fmla="*/ 183 w 150"/>
                  <a:gd name="T35" fmla="*/ 1 h 704"/>
                  <a:gd name="T36" fmla="*/ 183 w 150"/>
                  <a:gd name="T37" fmla="*/ 15 h 704"/>
                  <a:gd name="T38" fmla="*/ 156 w 150"/>
                  <a:gd name="T39" fmla="*/ 241 h 704"/>
                  <a:gd name="T40" fmla="*/ 112 w 150"/>
                  <a:gd name="T41" fmla="*/ 650 h 704"/>
                  <a:gd name="T42" fmla="*/ 112 w 150"/>
                  <a:gd name="T43" fmla="*/ 677 h 704"/>
                  <a:gd name="T44" fmla="*/ 190 w 150"/>
                  <a:gd name="T45" fmla="*/ 1295 h 704"/>
                  <a:gd name="T46" fmla="*/ 193 w 150"/>
                  <a:gd name="T47" fmla="*/ 1332 h 704"/>
                  <a:gd name="T48" fmla="*/ 160 w 150"/>
                  <a:gd name="T49" fmla="*/ 1494 h 704"/>
                  <a:gd name="T50" fmla="*/ 129 w 150"/>
                  <a:gd name="T51" fmla="*/ 1519 h 704"/>
                  <a:gd name="T52" fmla="*/ 78 w 150"/>
                  <a:gd name="T53" fmla="*/ 1579 h 704"/>
                  <a:gd name="T54" fmla="*/ 71 w 150"/>
                  <a:gd name="T55" fmla="*/ 1585 h 704"/>
                  <a:gd name="T56" fmla="*/ 51 w 150"/>
                  <a:gd name="T57" fmla="*/ 1594 h 704"/>
                  <a:gd name="T58" fmla="*/ 35 w 150"/>
                  <a:gd name="T59" fmla="*/ 1599 h 704"/>
                  <a:gd name="T60" fmla="*/ 0 w 150"/>
                  <a:gd name="T61" fmla="*/ 1629 h 704"/>
                  <a:gd name="T62" fmla="*/ 40 w 150"/>
                  <a:gd name="T63" fmla="*/ 1616 h 704"/>
                  <a:gd name="T64" fmla="*/ 58 w 150"/>
                  <a:gd name="T65" fmla="*/ 1609 h 704"/>
                  <a:gd name="T66" fmla="*/ 79 w 150"/>
                  <a:gd name="T67" fmla="*/ 1601 h 704"/>
                  <a:gd name="T68" fmla="*/ 79 w 150"/>
                  <a:gd name="T69" fmla="*/ 1601 h 704"/>
                  <a:gd name="T70" fmla="*/ 85 w 150"/>
                  <a:gd name="T71" fmla="*/ 1609 h 704"/>
                  <a:gd name="T72" fmla="*/ 58 w 150"/>
                  <a:gd name="T73" fmla="*/ 1630 h 704"/>
                  <a:gd name="T74" fmla="*/ 22 w 150"/>
                  <a:gd name="T75" fmla="*/ 1677 h 704"/>
                  <a:gd name="T76" fmla="*/ 71 w 150"/>
                  <a:gd name="T77" fmla="*/ 1642 h 704"/>
                  <a:gd name="T78" fmla="*/ 98 w 150"/>
                  <a:gd name="T79" fmla="*/ 1621 h 704"/>
                  <a:gd name="T80" fmla="*/ 120 w 150"/>
                  <a:gd name="T81" fmla="*/ 1636 h 704"/>
                  <a:gd name="T82" fmla="*/ 79 w 150"/>
                  <a:gd name="T83" fmla="*/ 1683 h 704"/>
                  <a:gd name="T84" fmla="*/ 71 w 150"/>
                  <a:gd name="T85" fmla="*/ 1714 h 704"/>
                  <a:gd name="T86" fmla="*/ 96 w 150"/>
                  <a:gd name="T87" fmla="*/ 1683 h 704"/>
                  <a:gd name="T88" fmla="*/ 141 w 150"/>
                  <a:gd name="T89" fmla="*/ 1645 h 704"/>
                  <a:gd name="T90" fmla="*/ 162 w 150"/>
                  <a:gd name="T91" fmla="*/ 1656 h 704"/>
                  <a:gd name="T92" fmla="*/ 148 w 150"/>
                  <a:gd name="T93" fmla="*/ 1712 h 704"/>
                  <a:gd name="T94" fmla="*/ 182 w 150"/>
                  <a:gd name="T95" fmla="*/ 1660 h 704"/>
                  <a:gd name="T96" fmla="*/ 256 w 150"/>
                  <a:gd name="T97" fmla="*/ 1665 h 704"/>
                  <a:gd name="T98" fmla="*/ 255 w 150"/>
                  <a:gd name="T99" fmla="*/ 1677 h 704"/>
                  <a:gd name="T100" fmla="*/ 252 w 150"/>
                  <a:gd name="T101" fmla="*/ 1714 h 704"/>
                  <a:gd name="T102" fmla="*/ 268 w 150"/>
                  <a:gd name="T103" fmla="*/ 1677 h 704"/>
                  <a:gd name="T104" fmla="*/ 276 w 150"/>
                  <a:gd name="T105" fmla="*/ 1657 h 704"/>
                  <a:gd name="T106" fmla="*/ 308 w 150"/>
                  <a:gd name="T107" fmla="*/ 1636 h 704"/>
                  <a:gd name="T108" fmla="*/ 365 w 150"/>
                  <a:gd name="T109" fmla="*/ 1426 h 704"/>
                  <a:gd name="T110" fmla="*/ 366 w 150"/>
                  <a:gd name="T111" fmla="*/ 1375 h 70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50" h="704">
                    <a:moveTo>
                      <a:pt x="150" y="565"/>
                    </a:moveTo>
                    <a:cubicBezTo>
                      <a:pt x="149" y="560"/>
                      <a:pt x="149" y="554"/>
                      <a:pt x="149" y="552"/>
                    </a:cubicBezTo>
                    <a:cubicBezTo>
                      <a:pt x="149" y="548"/>
                      <a:pt x="150" y="542"/>
                      <a:pt x="149" y="538"/>
                    </a:cubicBezTo>
                    <a:cubicBezTo>
                      <a:pt x="144" y="541"/>
                      <a:pt x="144" y="541"/>
                      <a:pt x="144" y="541"/>
                    </a:cubicBezTo>
                    <a:cubicBezTo>
                      <a:pt x="145" y="546"/>
                      <a:pt x="143" y="552"/>
                      <a:pt x="141" y="559"/>
                    </a:cubicBezTo>
                    <a:cubicBezTo>
                      <a:pt x="139" y="567"/>
                      <a:pt x="136" y="576"/>
                      <a:pt x="137" y="587"/>
                    </a:cubicBezTo>
                    <a:cubicBezTo>
                      <a:pt x="138" y="608"/>
                      <a:pt x="132" y="647"/>
                      <a:pt x="117" y="664"/>
                    </a:cubicBezTo>
                    <a:cubicBezTo>
                      <a:pt x="102" y="682"/>
                      <a:pt x="66" y="671"/>
                      <a:pt x="48" y="657"/>
                    </a:cubicBezTo>
                    <a:cubicBezTo>
                      <a:pt x="46" y="655"/>
                      <a:pt x="44" y="653"/>
                      <a:pt x="44" y="651"/>
                    </a:cubicBezTo>
                    <a:cubicBezTo>
                      <a:pt x="43" y="646"/>
                      <a:pt x="53" y="639"/>
                      <a:pt x="60" y="633"/>
                    </a:cubicBezTo>
                    <a:cubicBezTo>
                      <a:pt x="66" y="629"/>
                      <a:pt x="71" y="625"/>
                      <a:pt x="74" y="621"/>
                    </a:cubicBezTo>
                    <a:cubicBezTo>
                      <a:pt x="85" y="607"/>
                      <a:pt x="95" y="557"/>
                      <a:pt x="90" y="530"/>
                    </a:cubicBezTo>
                    <a:cubicBezTo>
                      <a:pt x="90" y="529"/>
                      <a:pt x="90" y="529"/>
                      <a:pt x="90" y="529"/>
                    </a:cubicBezTo>
                    <a:cubicBezTo>
                      <a:pt x="90" y="529"/>
                      <a:pt x="90" y="529"/>
                      <a:pt x="90" y="529"/>
                    </a:cubicBezTo>
                    <a:cubicBezTo>
                      <a:pt x="71" y="465"/>
                      <a:pt x="60" y="383"/>
                      <a:pt x="58" y="277"/>
                    </a:cubicBezTo>
                    <a:cubicBezTo>
                      <a:pt x="57" y="214"/>
                      <a:pt x="67" y="154"/>
                      <a:pt x="76" y="101"/>
                    </a:cubicBezTo>
                    <a:cubicBezTo>
                      <a:pt x="82" y="61"/>
                      <a:pt x="88" y="26"/>
                      <a:pt x="87" y="0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2"/>
                      <a:pt x="75" y="4"/>
                      <a:pt x="75" y="6"/>
                    </a:cubicBezTo>
                    <a:cubicBezTo>
                      <a:pt x="75" y="30"/>
                      <a:pt x="70" y="62"/>
                      <a:pt x="64" y="99"/>
                    </a:cubicBezTo>
                    <a:cubicBezTo>
                      <a:pt x="56" y="150"/>
                      <a:pt x="46" y="207"/>
                      <a:pt x="46" y="267"/>
                    </a:cubicBezTo>
                    <a:cubicBezTo>
                      <a:pt x="46" y="271"/>
                      <a:pt x="46" y="274"/>
                      <a:pt x="46" y="278"/>
                    </a:cubicBezTo>
                    <a:cubicBezTo>
                      <a:pt x="48" y="384"/>
                      <a:pt x="59" y="467"/>
                      <a:pt x="78" y="532"/>
                    </a:cubicBezTo>
                    <a:cubicBezTo>
                      <a:pt x="79" y="537"/>
                      <a:pt x="79" y="542"/>
                      <a:pt x="79" y="547"/>
                    </a:cubicBezTo>
                    <a:cubicBezTo>
                      <a:pt x="79" y="573"/>
                      <a:pt x="71" y="605"/>
                      <a:pt x="65" y="614"/>
                    </a:cubicBezTo>
                    <a:cubicBezTo>
                      <a:pt x="62" y="617"/>
                      <a:pt x="58" y="620"/>
                      <a:pt x="53" y="624"/>
                    </a:cubicBezTo>
                    <a:cubicBezTo>
                      <a:pt x="44" y="631"/>
                      <a:pt x="33" y="639"/>
                      <a:pt x="32" y="649"/>
                    </a:cubicBezTo>
                    <a:cubicBezTo>
                      <a:pt x="31" y="650"/>
                      <a:pt x="30" y="650"/>
                      <a:pt x="29" y="651"/>
                    </a:cubicBezTo>
                    <a:cubicBezTo>
                      <a:pt x="21" y="655"/>
                      <a:pt x="21" y="655"/>
                      <a:pt x="21" y="655"/>
                    </a:cubicBezTo>
                    <a:cubicBezTo>
                      <a:pt x="14" y="657"/>
                      <a:pt x="14" y="657"/>
                      <a:pt x="14" y="657"/>
                    </a:cubicBezTo>
                    <a:cubicBezTo>
                      <a:pt x="8" y="659"/>
                      <a:pt x="5" y="663"/>
                      <a:pt x="0" y="669"/>
                    </a:cubicBezTo>
                    <a:cubicBezTo>
                      <a:pt x="4" y="665"/>
                      <a:pt x="11" y="665"/>
                      <a:pt x="16" y="664"/>
                    </a:cubicBezTo>
                    <a:cubicBezTo>
                      <a:pt x="24" y="661"/>
                      <a:pt x="24" y="661"/>
                      <a:pt x="24" y="661"/>
                    </a:cubicBezTo>
                    <a:cubicBezTo>
                      <a:pt x="33" y="658"/>
                      <a:pt x="33" y="658"/>
                      <a:pt x="33" y="658"/>
                    </a:cubicBezTo>
                    <a:cubicBezTo>
                      <a:pt x="33" y="658"/>
                      <a:pt x="33" y="658"/>
                      <a:pt x="33" y="658"/>
                    </a:cubicBezTo>
                    <a:cubicBezTo>
                      <a:pt x="34" y="659"/>
                      <a:pt x="34" y="660"/>
                      <a:pt x="35" y="661"/>
                    </a:cubicBezTo>
                    <a:cubicBezTo>
                      <a:pt x="32" y="664"/>
                      <a:pt x="28" y="667"/>
                      <a:pt x="24" y="670"/>
                    </a:cubicBezTo>
                    <a:cubicBezTo>
                      <a:pt x="17" y="675"/>
                      <a:pt x="14" y="681"/>
                      <a:pt x="9" y="689"/>
                    </a:cubicBezTo>
                    <a:cubicBezTo>
                      <a:pt x="13" y="683"/>
                      <a:pt x="23" y="679"/>
                      <a:pt x="29" y="675"/>
                    </a:cubicBezTo>
                    <a:cubicBezTo>
                      <a:pt x="33" y="672"/>
                      <a:pt x="37" y="670"/>
                      <a:pt x="40" y="666"/>
                    </a:cubicBezTo>
                    <a:cubicBezTo>
                      <a:pt x="43" y="668"/>
                      <a:pt x="46" y="670"/>
                      <a:pt x="49" y="672"/>
                    </a:cubicBezTo>
                    <a:cubicBezTo>
                      <a:pt x="41" y="677"/>
                      <a:pt x="36" y="683"/>
                      <a:pt x="33" y="691"/>
                    </a:cubicBezTo>
                    <a:cubicBezTo>
                      <a:pt x="29" y="704"/>
                      <a:pt x="29" y="704"/>
                      <a:pt x="29" y="704"/>
                    </a:cubicBezTo>
                    <a:cubicBezTo>
                      <a:pt x="39" y="691"/>
                      <a:pt x="39" y="691"/>
                      <a:pt x="39" y="691"/>
                    </a:cubicBezTo>
                    <a:cubicBezTo>
                      <a:pt x="45" y="683"/>
                      <a:pt x="48" y="681"/>
                      <a:pt x="58" y="676"/>
                    </a:cubicBezTo>
                    <a:cubicBezTo>
                      <a:pt x="60" y="678"/>
                      <a:pt x="63" y="679"/>
                      <a:pt x="66" y="680"/>
                    </a:cubicBezTo>
                    <a:cubicBezTo>
                      <a:pt x="62" y="686"/>
                      <a:pt x="60" y="696"/>
                      <a:pt x="61" y="703"/>
                    </a:cubicBezTo>
                    <a:cubicBezTo>
                      <a:pt x="60" y="698"/>
                      <a:pt x="69" y="687"/>
                      <a:pt x="74" y="682"/>
                    </a:cubicBezTo>
                    <a:cubicBezTo>
                      <a:pt x="84" y="685"/>
                      <a:pt x="95" y="686"/>
                      <a:pt x="105" y="684"/>
                    </a:cubicBezTo>
                    <a:cubicBezTo>
                      <a:pt x="104" y="685"/>
                      <a:pt x="104" y="687"/>
                      <a:pt x="104" y="689"/>
                    </a:cubicBezTo>
                    <a:cubicBezTo>
                      <a:pt x="103" y="694"/>
                      <a:pt x="105" y="701"/>
                      <a:pt x="103" y="704"/>
                    </a:cubicBezTo>
                    <a:cubicBezTo>
                      <a:pt x="107" y="700"/>
                      <a:pt x="110" y="695"/>
                      <a:pt x="110" y="689"/>
                    </a:cubicBezTo>
                    <a:cubicBezTo>
                      <a:pt x="111" y="686"/>
                      <a:pt x="112" y="684"/>
                      <a:pt x="113" y="681"/>
                    </a:cubicBezTo>
                    <a:cubicBezTo>
                      <a:pt x="118" y="679"/>
                      <a:pt x="122" y="676"/>
                      <a:pt x="126" y="672"/>
                    </a:cubicBezTo>
                    <a:cubicBezTo>
                      <a:pt x="146" y="649"/>
                      <a:pt x="150" y="604"/>
                      <a:pt x="149" y="586"/>
                    </a:cubicBezTo>
                    <a:cubicBezTo>
                      <a:pt x="148" y="578"/>
                      <a:pt x="148" y="573"/>
                      <a:pt x="150" y="56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1" name="Oval 251">
                <a:extLst>
                  <a:ext uri="{FF2B5EF4-FFF2-40B4-BE49-F238E27FC236}">
                    <a16:creationId xmlns:a16="http://schemas.microsoft.com/office/drawing/2014/main" id="{8F322D4B-223D-420D-AF51-13F54A075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2043"/>
                <a:ext cx="15" cy="12"/>
              </a:xfrm>
              <a:prstGeom prst="ellipse">
                <a:avLst/>
              </a:prstGeom>
              <a:solidFill>
                <a:srgbClr val="F4A687"/>
              </a:soli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12" name="Oval 252">
                <a:extLst>
                  <a:ext uri="{FF2B5EF4-FFF2-40B4-BE49-F238E27FC236}">
                    <a16:creationId xmlns:a16="http://schemas.microsoft.com/office/drawing/2014/main" id="{085D3412-7940-4BD0-A955-97FE5589A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" y="2047"/>
                <a:ext cx="4" cy="4"/>
              </a:xfrm>
              <a:prstGeom prst="ellipse">
                <a:avLst/>
              </a:prstGeom>
              <a:solidFill>
                <a:srgbClr val="F4A687"/>
              </a:soli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13" name="Freeform 253">
                <a:extLst>
                  <a:ext uri="{FF2B5EF4-FFF2-40B4-BE49-F238E27FC236}">
                    <a16:creationId xmlns:a16="http://schemas.microsoft.com/office/drawing/2014/main" id="{A330C27A-86D7-465B-BBE7-7E6F60641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16"/>
                <a:ext cx="15" cy="33"/>
              </a:xfrm>
              <a:custGeom>
                <a:avLst/>
                <a:gdLst>
                  <a:gd name="T0" fmla="*/ 0 w 11"/>
                  <a:gd name="T1" fmla="*/ 0 h 24"/>
                  <a:gd name="T2" fmla="*/ 0 w 11"/>
                  <a:gd name="T3" fmla="*/ 62 h 24"/>
                  <a:gd name="T4" fmla="*/ 15 w 11"/>
                  <a:gd name="T5" fmla="*/ 54 h 24"/>
                  <a:gd name="T6" fmla="*/ 27 w 11"/>
                  <a:gd name="T7" fmla="*/ 62 h 24"/>
                  <a:gd name="T8" fmla="*/ 26 w 1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4">
                    <a:moveTo>
                      <a:pt x="0" y="0"/>
                    </a:moveTo>
                    <a:cubicBezTo>
                      <a:pt x="0" y="0"/>
                      <a:pt x="0" y="16"/>
                      <a:pt x="0" y="24"/>
                    </a:cubicBezTo>
                    <a:cubicBezTo>
                      <a:pt x="0" y="22"/>
                      <a:pt x="3" y="20"/>
                      <a:pt x="6" y="20"/>
                    </a:cubicBezTo>
                    <a:cubicBezTo>
                      <a:pt x="9" y="20"/>
                      <a:pt x="11" y="22"/>
                      <a:pt x="11" y="24"/>
                    </a:cubicBezTo>
                    <a:cubicBezTo>
                      <a:pt x="10" y="20"/>
                      <a:pt x="10" y="6"/>
                      <a:pt x="10" y="0"/>
                    </a:cubicBezTo>
                  </a:path>
                </a:pathLst>
              </a:custGeom>
              <a:solidFill>
                <a:srgbClr val="E2001A"/>
              </a:solidFill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4" name="Freeform 254">
                <a:extLst>
                  <a:ext uri="{FF2B5EF4-FFF2-40B4-BE49-F238E27FC236}">
                    <a16:creationId xmlns:a16="http://schemas.microsoft.com/office/drawing/2014/main" id="{7FE83246-3354-4683-ACDD-77872082D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16"/>
                <a:ext cx="15" cy="33"/>
              </a:xfrm>
              <a:custGeom>
                <a:avLst/>
                <a:gdLst>
                  <a:gd name="T0" fmla="*/ 0 w 11"/>
                  <a:gd name="T1" fmla="*/ 0 h 24"/>
                  <a:gd name="T2" fmla="*/ 0 w 11"/>
                  <a:gd name="T3" fmla="*/ 62 h 24"/>
                  <a:gd name="T4" fmla="*/ 15 w 11"/>
                  <a:gd name="T5" fmla="*/ 54 h 24"/>
                  <a:gd name="T6" fmla="*/ 27 w 11"/>
                  <a:gd name="T7" fmla="*/ 62 h 24"/>
                  <a:gd name="T8" fmla="*/ 26 w 1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4">
                    <a:moveTo>
                      <a:pt x="0" y="0"/>
                    </a:moveTo>
                    <a:cubicBezTo>
                      <a:pt x="0" y="0"/>
                      <a:pt x="0" y="16"/>
                      <a:pt x="0" y="24"/>
                    </a:cubicBezTo>
                    <a:cubicBezTo>
                      <a:pt x="0" y="22"/>
                      <a:pt x="3" y="20"/>
                      <a:pt x="6" y="20"/>
                    </a:cubicBezTo>
                    <a:cubicBezTo>
                      <a:pt x="9" y="20"/>
                      <a:pt x="11" y="22"/>
                      <a:pt x="11" y="24"/>
                    </a:cubicBezTo>
                    <a:cubicBezTo>
                      <a:pt x="10" y="20"/>
                      <a:pt x="10" y="6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5" name="Freeform 255">
                <a:extLst>
                  <a:ext uri="{FF2B5EF4-FFF2-40B4-BE49-F238E27FC236}">
                    <a16:creationId xmlns:a16="http://schemas.microsoft.com/office/drawing/2014/main" id="{FC84DC35-3ABA-4D50-8AF0-F928EA339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032"/>
                <a:ext cx="12" cy="22"/>
              </a:xfrm>
              <a:custGeom>
                <a:avLst/>
                <a:gdLst>
                  <a:gd name="T0" fmla="*/ 12 w 9"/>
                  <a:gd name="T1" fmla="*/ 0 h 16"/>
                  <a:gd name="T2" fmla="*/ 21 w 9"/>
                  <a:gd name="T3" fmla="*/ 21 h 16"/>
                  <a:gd name="T4" fmla="*/ 9 w 9"/>
                  <a:gd name="T5" fmla="*/ 41 h 16"/>
                  <a:gd name="T6" fmla="*/ 0 w 9"/>
                  <a:gd name="T7" fmla="*/ 21 h 16"/>
                  <a:gd name="T8" fmla="*/ 12 w 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5" y="0"/>
                    </a:moveTo>
                    <a:cubicBezTo>
                      <a:pt x="7" y="1"/>
                      <a:pt x="9" y="4"/>
                      <a:pt x="9" y="8"/>
                    </a:cubicBezTo>
                    <a:cubicBezTo>
                      <a:pt x="9" y="13"/>
                      <a:pt x="7" y="16"/>
                      <a:pt x="4" y="16"/>
                    </a:cubicBezTo>
                    <a:cubicBezTo>
                      <a:pt x="2" y="16"/>
                      <a:pt x="0" y="12"/>
                      <a:pt x="0" y="8"/>
                    </a:cubicBezTo>
                    <a:cubicBezTo>
                      <a:pt x="0" y="4"/>
                      <a:pt x="2" y="0"/>
                      <a:pt x="5" y="0"/>
                    </a:cubicBezTo>
                    <a:close/>
                  </a:path>
                </a:pathLst>
              </a:custGeom>
              <a:solidFill>
                <a:srgbClr val="F4A687"/>
              </a:solidFill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6" name="Oval 256">
                <a:extLst>
                  <a:ext uri="{FF2B5EF4-FFF2-40B4-BE49-F238E27FC236}">
                    <a16:creationId xmlns:a16="http://schemas.microsoft.com/office/drawing/2014/main" id="{B5A08A03-0375-4025-80D2-7023F17CD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5" y="2040"/>
                <a:ext cx="3" cy="6"/>
              </a:xfrm>
              <a:prstGeom prst="ellipse">
                <a:avLst/>
              </a:prstGeom>
              <a:solidFill>
                <a:srgbClr val="F4A687"/>
              </a:soli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17" name="Freeform 257">
                <a:extLst>
                  <a:ext uri="{FF2B5EF4-FFF2-40B4-BE49-F238E27FC236}">
                    <a16:creationId xmlns:a16="http://schemas.microsoft.com/office/drawing/2014/main" id="{67CC0EB0-9053-413B-A2EC-05647EC2F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989"/>
                <a:ext cx="33" cy="64"/>
              </a:xfrm>
              <a:custGeom>
                <a:avLst/>
                <a:gdLst>
                  <a:gd name="T0" fmla="*/ 53 w 25"/>
                  <a:gd name="T1" fmla="*/ 0 h 47"/>
                  <a:gd name="T2" fmla="*/ 0 w 25"/>
                  <a:gd name="T3" fmla="*/ 82 h 47"/>
                  <a:gd name="T4" fmla="*/ 9 w 25"/>
                  <a:gd name="T5" fmla="*/ 101 h 47"/>
                  <a:gd name="T6" fmla="*/ 5 w 25"/>
                  <a:gd name="T7" fmla="*/ 118 h 47"/>
                  <a:gd name="T8" fmla="*/ 58 w 25"/>
                  <a:gd name="T9" fmla="*/ 5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7">
                    <a:moveTo>
                      <a:pt x="23" y="0"/>
                    </a:moveTo>
                    <a:cubicBezTo>
                      <a:pt x="22" y="13"/>
                      <a:pt x="4" y="29"/>
                      <a:pt x="0" y="32"/>
                    </a:cubicBezTo>
                    <a:cubicBezTo>
                      <a:pt x="2" y="33"/>
                      <a:pt x="4" y="36"/>
                      <a:pt x="4" y="40"/>
                    </a:cubicBezTo>
                    <a:cubicBezTo>
                      <a:pt x="4" y="43"/>
                      <a:pt x="3" y="45"/>
                      <a:pt x="2" y="47"/>
                    </a:cubicBezTo>
                    <a:cubicBezTo>
                      <a:pt x="8" y="42"/>
                      <a:pt x="21" y="30"/>
                      <a:pt x="25" y="21"/>
                    </a:cubicBezTo>
                  </a:path>
                </a:pathLst>
              </a:custGeom>
              <a:solidFill>
                <a:srgbClr val="E2001A"/>
              </a:solidFill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8" name="Freeform 258">
                <a:extLst>
                  <a:ext uri="{FF2B5EF4-FFF2-40B4-BE49-F238E27FC236}">
                    <a16:creationId xmlns:a16="http://schemas.microsoft.com/office/drawing/2014/main" id="{0E9B3FDC-5552-4EAA-816D-D0982192D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989"/>
                <a:ext cx="33" cy="64"/>
              </a:xfrm>
              <a:custGeom>
                <a:avLst/>
                <a:gdLst>
                  <a:gd name="T0" fmla="*/ 53 w 25"/>
                  <a:gd name="T1" fmla="*/ 0 h 47"/>
                  <a:gd name="T2" fmla="*/ 0 w 25"/>
                  <a:gd name="T3" fmla="*/ 82 h 47"/>
                  <a:gd name="T4" fmla="*/ 9 w 25"/>
                  <a:gd name="T5" fmla="*/ 101 h 47"/>
                  <a:gd name="T6" fmla="*/ 5 w 25"/>
                  <a:gd name="T7" fmla="*/ 118 h 47"/>
                  <a:gd name="T8" fmla="*/ 58 w 25"/>
                  <a:gd name="T9" fmla="*/ 5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7">
                    <a:moveTo>
                      <a:pt x="23" y="0"/>
                    </a:moveTo>
                    <a:cubicBezTo>
                      <a:pt x="22" y="13"/>
                      <a:pt x="4" y="29"/>
                      <a:pt x="0" y="32"/>
                    </a:cubicBezTo>
                    <a:cubicBezTo>
                      <a:pt x="2" y="33"/>
                      <a:pt x="4" y="36"/>
                      <a:pt x="4" y="40"/>
                    </a:cubicBezTo>
                    <a:cubicBezTo>
                      <a:pt x="4" y="43"/>
                      <a:pt x="3" y="45"/>
                      <a:pt x="2" y="47"/>
                    </a:cubicBezTo>
                    <a:cubicBezTo>
                      <a:pt x="8" y="42"/>
                      <a:pt x="21" y="30"/>
                      <a:pt x="25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9" name="Oval 259">
                <a:extLst>
                  <a:ext uri="{FF2B5EF4-FFF2-40B4-BE49-F238E27FC236}">
                    <a16:creationId xmlns:a16="http://schemas.microsoft.com/office/drawing/2014/main" id="{444A5699-40DC-4268-ACEE-05635FD14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884"/>
                <a:ext cx="13" cy="14"/>
              </a:xfrm>
              <a:prstGeom prst="ellipse">
                <a:avLst/>
              </a:prstGeom>
              <a:solidFill>
                <a:srgbClr val="F4A687"/>
              </a:soli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20" name="Oval 260">
                <a:extLst>
                  <a:ext uri="{FF2B5EF4-FFF2-40B4-BE49-F238E27FC236}">
                    <a16:creationId xmlns:a16="http://schemas.microsoft.com/office/drawing/2014/main" id="{966EEF13-FE48-404C-9FF5-95E047920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7" y="1889"/>
                <a:ext cx="4" cy="4"/>
              </a:xfrm>
              <a:prstGeom prst="ellipse">
                <a:avLst/>
              </a:prstGeom>
              <a:solidFill>
                <a:srgbClr val="F4A687"/>
              </a:soli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21" name="Oval 261">
                <a:extLst>
                  <a:ext uri="{FF2B5EF4-FFF2-40B4-BE49-F238E27FC236}">
                    <a16:creationId xmlns:a16="http://schemas.microsoft.com/office/drawing/2014/main" id="{90F6385A-6E6F-462F-B14B-7CC7C8C50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8" y="1866"/>
                <a:ext cx="14" cy="13"/>
              </a:xfrm>
              <a:prstGeom prst="ellipse">
                <a:avLst/>
              </a:prstGeom>
              <a:solidFill>
                <a:srgbClr val="F4A687"/>
              </a:soli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22" name="Oval 262">
                <a:extLst>
                  <a:ext uri="{FF2B5EF4-FFF2-40B4-BE49-F238E27FC236}">
                    <a16:creationId xmlns:a16="http://schemas.microsoft.com/office/drawing/2014/main" id="{361A259D-BA30-4064-95D6-0DCA5FD09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4" y="1871"/>
                <a:ext cx="3" cy="3"/>
              </a:xfrm>
              <a:prstGeom prst="ellipse">
                <a:avLst/>
              </a:prstGeom>
              <a:solidFill>
                <a:srgbClr val="F4A687"/>
              </a:soli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23" name="Freeform 263">
                <a:extLst>
                  <a:ext uri="{FF2B5EF4-FFF2-40B4-BE49-F238E27FC236}">
                    <a16:creationId xmlns:a16="http://schemas.microsoft.com/office/drawing/2014/main" id="{14DC63EE-25F0-4553-BE43-A67376B71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841"/>
                <a:ext cx="71" cy="57"/>
              </a:xfrm>
              <a:custGeom>
                <a:avLst/>
                <a:gdLst>
                  <a:gd name="T0" fmla="*/ 33 w 53"/>
                  <a:gd name="T1" fmla="*/ 19 h 42"/>
                  <a:gd name="T2" fmla="*/ 0 w 53"/>
                  <a:gd name="T3" fmla="*/ 71 h 42"/>
                  <a:gd name="T4" fmla="*/ 1 w 53"/>
                  <a:gd name="T5" fmla="*/ 71 h 42"/>
                  <a:gd name="T6" fmla="*/ 15 w 53"/>
                  <a:gd name="T7" fmla="*/ 83 h 42"/>
                  <a:gd name="T8" fmla="*/ 7 w 53"/>
                  <a:gd name="T9" fmla="*/ 96 h 42"/>
                  <a:gd name="T10" fmla="*/ 7 w 53"/>
                  <a:gd name="T11" fmla="*/ 96 h 42"/>
                  <a:gd name="T12" fmla="*/ 52 w 53"/>
                  <a:gd name="T13" fmla="*/ 61 h 42"/>
                  <a:gd name="T14" fmla="*/ 111 w 53"/>
                  <a:gd name="T15" fmla="*/ 105 h 42"/>
                  <a:gd name="T16" fmla="*/ 99 w 53"/>
                  <a:gd name="T17" fmla="*/ 92 h 42"/>
                  <a:gd name="T18" fmla="*/ 111 w 53"/>
                  <a:gd name="T19" fmla="*/ 79 h 42"/>
                  <a:gd name="T20" fmla="*/ 115 w 53"/>
                  <a:gd name="T21" fmla="*/ 79 h 42"/>
                  <a:gd name="T22" fmla="*/ 115 w 53"/>
                  <a:gd name="T23" fmla="*/ 79 h 42"/>
                  <a:gd name="T24" fmla="*/ 84 w 53"/>
                  <a:gd name="T25" fmla="*/ 61 h 42"/>
                  <a:gd name="T26" fmla="*/ 127 w 53"/>
                  <a:gd name="T27" fmla="*/ 68 h 42"/>
                  <a:gd name="T28" fmla="*/ 127 w 53"/>
                  <a:gd name="T29" fmla="*/ 68 h 42"/>
                  <a:gd name="T30" fmla="*/ 122 w 53"/>
                  <a:gd name="T31" fmla="*/ 71 h 42"/>
                  <a:gd name="T32" fmla="*/ 111 w 53"/>
                  <a:gd name="T33" fmla="*/ 57 h 42"/>
                  <a:gd name="T34" fmla="*/ 121 w 53"/>
                  <a:gd name="T35" fmla="*/ 45 h 42"/>
                  <a:gd name="T36" fmla="*/ 79 w 53"/>
                  <a:gd name="T37" fmla="*/ 35 h 42"/>
                  <a:gd name="T38" fmla="*/ 64 w 53"/>
                  <a:gd name="T39" fmla="*/ 0 h 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3" h="42">
                    <a:moveTo>
                      <a:pt x="14" y="7"/>
                    </a:moveTo>
                    <a:cubicBezTo>
                      <a:pt x="17" y="13"/>
                      <a:pt x="10" y="25"/>
                      <a:pt x="0" y="28"/>
                    </a:cubicBezTo>
                    <a:cubicBezTo>
                      <a:pt x="0" y="28"/>
                      <a:pt x="1" y="28"/>
                      <a:pt x="1" y="28"/>
                    </a:cubicBezTo>
                    <a:cubicBezTo>
                      <a:pt x="4" y="28"/>
                      <a:pt x="6" y="30"/>
                      <a:pt x="6" y="33"/>
                    </a:cubicBezTo>
                    <a:cubicBezTo>
                      <a:pt x="6" y="35"/>
                      <a:pt x="5" y="37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17" y="34"/>
                      <a:pt x="22" y="24"/>
                    </a:cubicBezTo>
                    <a:cubicBezTo>
                      <a:pt x="28" y="30"/>
                      <a:pt x="38" y="42"/>
                      <a:pt x="46" y="42"/>
                    </a:cubicBezTo>
                    <a:cubicBezTo>
                      <a:pt x="44" y="42"/>
                      <a:pt x="41" y="40"/>
                      <a:pt x="41" y="37"/>
                    </a:cubicBezTo>
                    <a:cubicBezTo>
                      <a:pt x="41" y="34"/>
                      <a:pt x="44" y="32"/>
                      <a:pt x="46" y="32"/>
                    </a:cubicBezTo>
                    <a:cubicBezTo>
                      <a:pt x="47" y="32"/>
                      <a:pt x="47" y="32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2" y="31"/>
                      <a:pt x="38" y="29"/>
                      <a:pt x="35" y="24"/>
                    </a:cubicBezTo>
                    <a:cubicBezTo>
                      <a:pt x="40" y="29"/>
                      <a:pt x="49" y="28"/>
                      <a:pt x="53" y="27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2" y="28"/>
                      <a:pt x="52" y="28"/>
                      <a:pt x="51" y="28"/>
                    </a:cubicBezTo>
                    <a:cubicBezTo>
                      <a:pt x="49" y="28"/>
                      <a:pt x="46" y="25"/>
                      <a:pt x="46" y="23"/>
                    </a:cubicBezTo>
                    <a:cubicBezTo>
                      <a:pt x="46" y="20"/>
                      <a:pt x="48" y="18"/>
                      <a:pt x="50" y="18"/>
                    </a:cubicBezTo>
                    <a:cubicBezTo>
                      <a:pt x="47" y="18"/>
                      <a:pt x="38" y="18"/>
                      <a:pt x="33" y="14"/>
                    </a:cubicBezTo>
                    <a:cubicBezTo>
                      <a:pt x="27" y="8"/>
                      <a:pt x="27" y="0"/>
                      <a:pt x="27" y="0"/>
                    </a:cubicBezTo>
                  </a:path>
                </a:pathLst>
              </a:custGeom>
              <a:solidFill>
                <a:srgbClr val="E2001A"/>
              </a:solidFill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4" name="Freeform 264">
                <a:extLst>
                  <a:ext uri="{FF2B5EF4-FFF2-40B4-BE49-F238E27FC236}">
                    <a16:creationId xmlns:a16="http://schemas.microsoft.com/office/drawing/2014/main" id="{6A0CF915-D94A-4A58-835B-1D669355F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841"/>
                <a:ext cx="71" cy="57"/>
              </a:xfrm>
              <a:custGeom>
                <a:avLst/>
                <a:gdLst>
                  <a:gd name="T0" fmla="*/ 33 w 53"/>
                  <a:gd name="T1" fmla="*/ 19 h 42"/>
                  <a:gd name="T2" fmla="*/ 0 w 53"/>
                  <a:gd name="T3" fmla="*/ 71 h 42"/>
                  <a:gd name="T4" fmla="*/ 1 w 53"/>
                  <a:gd name="T5" fmla="*/ 71 h 42"/>
                  <a:gd name="T6" fmla="*/ 15 w 53"/>
                  <a:gd name="T7" fmla="*/ 83 h 42"/>
                  <a:gd name="T8" fmla="*/ 7 w 53"/>
                  <a:gd name="T9" fmla="*/ 96 h 42"/>
                  <a:gd name="T10" fmla="*/ 7 w 53"/>
                  <a:gd name="T11" fmla="*/ 96 h 42"/>
                  <a:gd name="T12" fmla="*/ 52 w 53"/>
                  <a:gd name="T13" fmla="*/ 61 h 42"/>
                  <a:gd name="T14" fmla="*/ 111 w 53"/>
                  <a:gd name="T15" fmla="*/ 105 h 42"/>
                  <a:gd name="T16" fmla="*/ 99 w 53"/>
                  <a:gd name="T17" fmla="*/ 92 h 42"/>
                  <a:gd name="T18" fmla="*/ 111 w 53"/>
                  <a:gd name="T19" fmla="*/ 79 h 42"/>
                  <a:gd name="T20" fmla="*/ 115 w 53"/>
                  <a:gd name="T21" fmla="*/ 79 h 42"/>
                  <a:gd name="T22" fmla="*/ 115 w 53"/>
                  <a:gd name="T23" fmla="*/ 79 h 42"/>
                  <a:gd name="T24" fmla="*/ 84 w 53"/>
                  <a:gd name="T25" fmla="*/ 61 h 42"/>
                  <a:gd name="T26" fmla="*/ 127 w 53"/>
                  <a:gd name="T27" fmla="*/ 68 h 42"/>
                  <a:gd name="T28" fmla="*/ 127 w 53"/>
                  <a:gd name="T29" fmla="*/ 68 h 42"/>
                  <a:gd name="T30" fmla="*/ 122 w 53"/>
                  <a:gd name="T31" fmla="*/ 71 h 42"/>
                  <a:gd name="T32" fmla="*/ 111 w 53"/>
                  <a:gd name="T33" fmla="*/ 57 h 42"/>
                  <a:gd name="T34" fmla="*/ 121 w 53"/>
                  <a:gd name="T35" fmla="*/ 45 h 42"/>
                  <a:gd name="T36" fmla="*/ 79 w 53"/>
                  <a:gd name="T37" fmla="*/ 35 h 42"/>
                  <a:gd name="T38" fmla="*/ 64 w 53"/>
                  <a:gd name="T39" fmla="*/ 0 h 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3" h="42">
                    <a:moveTo>
                      <a:pt x="14" y="7"/>
                    </a:moveTo>
                    <a:cubicBezTo>
                      <a:pt x="17" y="13"/>
                      <a:pt x="10" y="25"/>
                      <a:pt x="0" y="28"/>
                    </a:cubicBezTo>
                    <a:cubicBezTo>
                      <a:pt x="0" y="28"/>
                      <a:pt x="1" y="28"/>
                      <a:pt x="1" y="28"/>
                    </a:cubicBezTo>
                    <a:cubicBezTo>
                      <a:pt x="4" y="28"/>
                      <a:pt x="6" y="30"/>
                      <a:pt x="6" y="33"/>
                    </a:cubicBezTo>
                    <a:cubicBezTo>
                      <a:pt x="6" y="35"/>
                      <a:pt x="5" y="37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17" y="34"/>
                      <a:pt x="22" y="24"/>
                    </a:cubicBezTo>
                    <a:cubicBezTo>
                      <a:pt x="28" y="30"/>
                      <a:pt x="38" y="42"/>
                      <a:pt x="46" y="42"/>
                    </a:cubicBezTo>
                    <a:cubicBezTo>
                      <a:pt x="44" y="42"/>
                      <a:pt x="41" y="40"/>
                      <a:pt x="41" y="37"/>
                    </a:cubicBezTo>
                    <a:cubicBezTo>
                      <a:pt x="41" y="34"/>
                      <a:pt x="44" y="32"/>
                      <a:pt x="46" y="32"/>
                    </a:cubicBezTo>
                    <a:cubicBezTo>
                      <a:pt x="47" y="32"/>
                      <a:pt x="47" y="32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2" y="31"/>
                      <a:pt x="38" y="29"/>
                      <a:pt x="35" y="24"/>
                    </a:cubicBezTo>
                    <a:cubicBezTo>
                      <a:pt x="40" y="29"/>
                      <a:pt x="49" y="28"/>
                      <a:pt x="53" y="27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2" y="28"/>
                      <a:pt x="52" y="28"/>
                      <a:pt x="51" y="28"/>
                    </a:cubicBezTo>
                    <a:cubicBezTo>
                      <a:pt x="49" y="28"/>
                      <a:pt x="46" y="25"/>
                      <a:pt x="46" y="23"/>
                    </a:cubicBezTo>
                    <a:cubicBezTo>
                      <a:pt x="46" y="20"/>
                      <a:pt x="48" y="18"/>
                      <a:pt x="50" y="18"/>
                    </a:cubicBezTo>
                    <a:cubicBezTo>
                      <a:pt x="47" y="18"/>
                      <a:pt x="38" y="18"/>
                      <a:pt x="33" y="14"/>
                    </a:cubicBezTo>
                    <a:cubicBezTo>
                      <a:pt x="27" y="8"/>
                      <a:pt x="27" y="0"/>
                      <a:pt x="2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5" name="Oval 265">
                <a:extLst>
                  <a:ext uri="{FF2B5EF4-FFF2-40B4-BE49-F238E27FC236}">
                    <a16:creationId xmlns:a16="http://schemas.microsoft.com/office/drawing/2014/main" id="{FF95D41B-9B84-4A33-B98E-E26A63A9B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915"/>
                <a:ext cx="15" cy="12"/>
              </a:xfrm>
              <a:prstGeom prst="ellipse">
                <a:avLst/>
              </a:prstGeom>
              <a:solidFill>
                <a:srgbClr val="F4A687"/>
              </a:soli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26" name="Oval 266">
                <a:extLst>
                  <a:ext uri="{FF2B5EF4-FFF2-40B4-BE49-F238E27FC236}">
                    <a16:creationId xmlns:a16="http://schemas.microsoft.com/office/drawing/2014/main" id="{77021D21-40C7-429B-B263-F90D23B73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" y="1919"/>
                <a:ext cx="4" cy="4"/>
              </a:xfrm>
              <a:prstGeom prst="ellipse">
                <a:avLst/>
              </a:prstGeom>
              <a:solidFill>
                <a:srgbClr val="F4A687"/>
              </a:soli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27" name="Freeform 267">
                <a:extLst>
                  <a:ext uri="{FF2B5EF4-FFF2-40B4-BE49-F238E27FC236}">
                    <a16:creationId xmlns:a16="http://schemas.microsoft.com/office/drawing/2014/main" id="{273DB9DF-3C4C-47DD-A85E-66900C76E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887"/>
                <a:ext cx="15" cy="34"/>
              </a:xfrm>
              <a:custGeom>
                <a:avLst/>
                <a:gdLst>
                  <a:gd name="T0" fmla="*/ 0 w 11"/>
                  <a:gd name="T1" fmla="*/ 0 h 25"/>
                  <a:gd name="T2" fmla="*/ 0 w 11"/>
                  <a:gd name="T3" fmla="*/ 63 h 25"/>
                  <a:gd name="T4" fmla="*/ 0 w 11"/>
                  <a:gd name="T5" fmla="*/ 63 h 25"/>
                  <a:gd name="T6" fmla="*/ 15 w 11"/>
                  <a:gd name="T7" fmla="*/ 53 h 25"/>
                  <a:gd name="T8" fmla="*/ 27 w 11"/>
                  <a:gd name="T9" fmla="*/ 63 h 25"/>
                  <a:gd name="T10" fmla="*/ 27 w 11"/>
                  <a:gd name="T11" fmla="*/ 63 h 25"/>
                  <a:gd name="T12" fmla="*/ 26 w 11"/>
                  <a:gd name="T13" fmla="*/ 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5">
                    <a:moveTo>
                      <a:pt x="0" y="0"/>
                    </a:moveTo>
                    <a:cubicBezTo>
                      <a:pt x="0" y="0"/>
                      <a:pt x="0" y="16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3"/>
                      <a:pt x="3" y="21"/>
                      <a:pt x="6" y="21"/>
                    </a:cubicBezTo>
                    <a:cubicBezTo>
                      <a:pt x="9" y="21"/>
                      <a:pt x="11" y="23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1"/>
                      <a:pt x="10" y="7"/>
                      <a:pt x="10" y="1"/>
                    </a:cubicBezTo>
                  </a:path>
                </a:pathLst>
              </a:custGeom>
              <a:solidFill>
                <a:srgbClr val="E2001A"/>
              </a:solidFill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8" name="Freeform 268">
                <a:extLst>
                  <a:ext uri="{FF2B5EF4-FFF2-40B4-BE49-F238E27FC236}">
                    <a16:creationId xmlns:a16="http://schemas.microsoft.com/office/drawing/2014/main" id="{8C4A9384-2E82-4EA6-A58A-80F8CDB26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887"/>
                <a:ext cx="15" cy="34"/>
              </a:xfrm>
              <a:custGeom>
                <a:avLst/>
                <a:gdLst>
                  <a:gd name="T0" fmla="*/ 0 w 11"/>
                  <a:gd name="T1" fmla="*/ 0 h 25"/>
                  <a:gd name="T2" fmla="*/ 0 w 11"/>
                  <a:gd name="T3" fmla="*/ 63 h 25"/>
                  <a:gd name="T4" fmla="*/ 0 w 11"/>
                  <a:gd name="T5" fmla="*/ 63 h 25"/>
                  <a:gd name="T6" fmla="*/ 15 w 11"/>
                  <a:gd name="T7" fmla="*/ 53 h 25"/>
                  <a:gd name="T8" fmla="*/ 27 w 11"/>
                  <a:gd name="T9" fmla="*/ 63 h 25"/>
                  <a:gd name="T10" fmla="*/ 27 w 11"/>
                  <a:gd name="T11" fmla="*/ 63 h 25"/>
                  <a:gd name="T12" fmla="*/ 26 w 11"/>
                  <a:gd name="T13" fmla="*/ 1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5">
                    <a:moveTo>
                      <a:pt x="0" y="0"/>
                    </a:moveTo>
                    <a:cubicBezTo>
                      <a:pt x="0" y="0"/>
                      <a:pt x="0" y="16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3"/>
                      <a:pt x="3" y="21"/>
                      <a:pt x="6" y="21"/>
                    </a:cubicBezTo>
                    <a:cubicBezTo>
                      <a:pt x="9" y="21"/>
                      <a:pt x="11" y="23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1"/>
                      <a:pt x="10" y="7"/>
                      <a:pt x="1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9" name="Freeform 269">
                <a:extLst>
                  <a:ext uri="{FF2B5EF4-FFF2-40B4-BE49-F238E27FC236}">
                    <a16:creationId xmlns:a16="http://schemas.microsoft.com/office/drawing/2014/main" id="{32E3192E-F056-4E6C-AB2B-54060E97F8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04" y="2011"/>
                <a:ext cx="29" cy="43"/>
              </a:xfrm>
              <a:custGeom>
                <a:avLst/>
                <a:gdLst>
                  <a:gd name="T0" fmla="*/ 0 w 22"/>
                  <a:gd name="T1" fmla="*/ 35 h 32"/>
                  <a:gd name="T2" fmla="*/ 49 w 22"/>
                  <a:gd name="T3" fmla="*/ 75 h 32"/>
                  <a:gd name="T4" fmla="*/ 45 w 22"/>
                  <a:gd name="T5" fmla="*/ 65 h 32"/>
                  <a:gd name="T6" fmla="*/ 50 w 22"/>
                  <a:gd name="T7" fmla="*/ 54 h 32"/>
                  <a:gd name="T8" fmla="*/ 5 w 22"/>
                  <a:gd name="T9" fmla="*/ 0 h 32"/>
                  <a:gd name="T10" fmla="*/ 50 w 22"/>
                  <a:gd name="T11" fmla="*/ 78 h 32"/>
                  <a:gd name="T12" fmla="*/ 50 w 22"/>
                  <a:gd name="T13" fmla="*/ 78 h 32"/>
                  <a:gd name="T14" fmla="*/ 50 w 22"/>
                  <a:gd name="T15" fmla="*/ 78 h 32"/>
                  <a:gd name="T16" fmla="*/ 50 w 22"/>
                  <a:gd name="T17" fmla="*/ 78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2">
                    <a:moveTo>
                      <a:pt x="0" y="14"/>
                    </a:moveTo>
                    <a:cubicBezTo>
                      <a:pt x="3" y="20"/>
                      <a:pt x="16" y="28"/>
                      <a:pt x="21" y="31"/>
                    </a:cubicBezTo>
                    <a:cubicBezTo>
                      <a:pt x="20" y="30"/>
                      <a:pt x="19" y="29"/>
                      <a:pt x="20" y="27"/>
                    </a:cubicBezTo>
                    <a:cubicBezTo>
                      <a:pt x="20" y="24"/>
                      <a:pt x="21" y="22"/>
                      <a:pt x="22" y="22"/>
                    </a:cubicBezTo>
                    <a:cubicBezTo>
                      <a:pt x="18" y="20"/>
                      <a:pt x="5" y="7"/>
                      <a:pt x="2" y="0"/>
                    </a:cubicBezTo>
                    <a:moveTo>
                      <a:pt x="22" y="32"/>
                    </a:move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lose/>
                  </a:path>
                </a:pathLst>
              </a:custGeom>
              <a:solidFill>
                <a:srgbClr val="E2001A"/>
              </a:solidFill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0" name="Freeform 270">
                <a:extLst>
                  <a:ext uri="{FF2B5EF4-FFF2-40B4-BE49-F238E27FC236}">
                    <a16:creationId xmlns:a16="http://schemas.microsoft.com/office/drawing/2014/main" id="{75D32FD5-9E20-4104-BDED-D24132A61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040"/>
                <a:ext cx="8" cy="14"/>
              </a:xfrm>
              <a:custGeom>
                <a:avLst/>
                <a:gdLst>
                  <a:gd name="T0" fmla="*/ 9 w 6"/>
                  <a:gd name="T1" fmla="*/ 0 h 10"/>
                  <a:gd name="T2" fmla="*/ 15 w 6"/>
                  <a:gd name="T3" fmla="*/ 14 h 10"/>
                  <a:gd name="T4" fmla="*/ 7 w 6"/>
                  <a:gd name="T5" fmla="*/ 28 h 10"/>
                  <a:gd name="T6" fmla="*/ 1 w 6"/>
                  <a:gd name="T7" fmla="*/ 14 h 10"/>
                  <a:gd name="T8" fmla="*/ 9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4" y="0"/>
                    </a:moveTo>
                    <a:cubicBezTo>
                      <a:pt x="5" y="0"/>
                      <a:pt x="6" y="2"/>
                      <a:pt x="6" y="5"/>
                    </a:cubicBezTo>
                    <a:cubicBezTo>
                      <a:pt x="6" y="8"/>
                      <a:pt x="5" y="10"/>
                      <a:pt x="3" y="10"/>
                    </a:cubicBezTo>
                    <a:cubicBezTo>
                      <a:pt x="2" y="10"/>
                      <a:pt x="0" y="8"/>
                      <a:pt x="1" y="5"/>
                    </a:cubicBezTo>
                    <a:cubicBezTo>
                      <a:pt x="1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4A687"/>
              </a:solidFill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1" name="Oval 271">
                <a:extLst>
                  <a:ext uri="{FF2B5EF4-FFF2-40B4-BE49-F238E27FC236}">
                    <a16:creationId xmlns:a16="http://schemas.microsoft.com/office/drawing/2014/main" id="{1F7E2009-8E51-4130-B2E4-983F80933C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3" y="2046"/>
                <a:ext cx="2" cy="3"/>
              </a:xfrm>
              <a:prstGeom prst="ellipse">
                <a:avLst/>
              </a:prstGeom>
              <a:solidFill>
                <a:srgbClr val="F4A687"/>
              </a:soli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32" name="Oval 272">
                <a:extLst>
                  <a:ext uri="{FF2B5EF4-FFF2-40B4-BE49-F238E27FC236}">
                    <a16:creationId xmlns:a16="http://schemas.microsoft.com/office/drawing/2014/main" id="{247C98B6-E201-44ED-A97E-31D48F924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1879"/>
                <a:ext cx="14" cy="14"/>
              </a:xfrm>
              <a:prstGeom prst="ellipse">
                <a:avLst/>
              </a:prstGeom>
              <a:solidFill>
                <a:srgbClr val="F4A687"/>
              </a:soli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33" name="Oval 273">
                <a:extLst>
                  <a:ext uri="{FF2B5EF4-FFF2-40B4-BE49-F238E27FC236}">
                    <a16:creationId xmlns:a16="http://schemas.microsoft.com/office/drawing/2014/main" id="{DFE7854A-5CD7-4FA1-8F1D-758158BC0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7" y="1884"/>
                <a:ext cx="4" cy="3"/>
              </a:xfrm>
              <a:prstGeom prst="ellipse">
                <a:avLst/>
              </a:prstGeom>
              <a:solidFill>
                <a:srgbClr val="F4A687"/>
              </a:soli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34" name="Freeform 274">
                <a:extLst>
                  <a:ext uri="{FF2B5EF4-FFF2-40B4-BE49-F238E27FC236}">
                    <a16:creationId xmlns:a16="http://schemas.microsoft.com/office/drawing/2014/main" id="{01E37B4A-15A0-4F61-A8FC-FF7DA888A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404"/>
                <a:ext cx="116" cy="146"/>
              </a:xfrm>
              <a:custGeom>
                <a:avLst/>
                <a:gdLst>
                  <a:gd name="T0" fmla="*/ 20 w 86"/>
                  <a:gd name="T1" fmla="*/ 266 h 108"/>
                  <a:gd name="T2" fmla="*/ 9 w 86"/>
                  <a:gd name="T3" fmla="*/ 230 h 108"/>
                  <a:gd name="T4" fmla="*/ 27 w 86"/>
                  <a:gd name="T5" fmla="*/ 93 h 108"/>
                  <a:gd name="T6" fmla="*/ 51 w 86"/>
                  <a:gd name="T7" fmla="*/ 68 h 108"/>
                  <a:gd name="T8" fmla="*/ 90 w 86"/>
                  <a:gd name="T9" fmla="*/ 47 h 108"/>
                  <a:gd name="T10" fmla="*/ 115 w 86"/>
                  <a:gd name="T11" fmla="*/ 42 h 108"/>
                  <a:gd name="T12" fmla="*/ 125 w 86"/>
                  <a:gd name="T13" fmla="*/ 7 h 108"/>
                  <a:gd name="T14" fmla="*/ 132 w 86"/>
                  <a:gd name="T15" fmla="*/ 9 h 108"/>
                  <a:gd name="T16" fmla="*/ 161 w 86"/>
                  <a:gd name="T17" fmla="*/ 7 h 108"/>
                  <a:gd name="T18" fmla="*/ 161 w 86"/>
                  <a:gd name="T19" fmla="*/ 5 h 108"/>
                  <a:gd name="T20" fmla="*/ 189 w 86"/>
                  <a:gd name="T21" fmla="*/ 12 h 108"/>
                  <a:gd name="T22" fmla="*/ 174 w 86"/>
                  <a:gd name="T23" fmla="*/ 57 h 108"/>
                  <a:gd name="T24" fmla="*/ 204 w 86"/>
                  <a:gd name="T25" fmla="*/ 92 h 108"/>
                  <a:gd name="T26" fmla="*/ 205 w 86"/>
                  <a:gd name="T27" fmla="*/ 135 h 108"/>
                  <a:gd name="T28" fmla="*/ 152 w 86"/>
                  <a:gd name="T29" fmla="*/ 126 h 108"/>
                  <a:gd name="T30" fmla="*/ 127 w 86"/>
                  <a:gd name="T31" fmla="*/ 120 h 108"/>
                  <a:gd name="T32" fmla="*/ 96 w 86"/>
                  <a:gd name="T33" fmla="*/ 173 h 108"/>
                  <a:gd name="T34" fmla="*/ 85 w 86"/>
                  <a:gd name="T35" fmla="*/ 233 h 108"/>
                  <a:gd name="T36" fmla="*/ 89 w 86"/>
                  <a:gd name="T37" fmla="*/ 260 h 108"/>
                  <a:gd name="T38" fmla="*/ 77 w 86"/>
                  <a:gd name="T39" fmla="*/ 265 h 10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6" h="108">
                    <a:moveTo>
                      <a:pt x="8" y="108"/>
                    </a:moveTo>
                    <a:cubicBezTo>
                      <a:pt x="7" y="108"/>
                      <a:pt x="4" y="93"/>
                      <a:pt x="4" y="93"/>
                    </a:cubicBezTo>
                    <a:cubicBezTo>
                      <a:pt x="2" y="78"/>
                      <a:pt x="0" y="54"/>
                      <a:pt x="11" y="38"/>
                    </a:cubicBezTo>
                    <a:cubicBezTo>
                      <a:pt x="14" y="34"/>
                      <a:pt x="17" y="30"/>
                      <a:pt x="21" y="27"/>
                    </a:cubicBezTo>
                    <a:cubicBezTo>
                      <a:pt x="25" y="24"/>
                      <a:pt x="32" y="20"/>
                      <a:pt x="37" y="19"/>
                    </a:cubicBezTo>
                    <a:cubicBezTo>
                      <a:pt x="40" y="18"/>
                      <a:pt x="43" y="17"/>
                      <a:pt x="47" y="17"/>
                    </a:cubicBezTo>
                    <a:cubicBezTo>
                      <a:pt x="48" y="13"/>
                      <a:pt x="49" y="7"/>
                      <a:pt x="51" y="3"/>
                    </a:cubicBezTo>
                    <a:cubicBezTo>
                      <a:pt x="52" y="1"/>
                      <a:pt x="54" y="4"/>
                      <a:pt x="54" y="4"/>
                    </a:cubicBezTo>
                    <a:cubicBezTo>
                      <a:pt x="57" y="3"/>
                      <a:pt x="63" y="0"/>
                      <a:pt x="65" y="3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8" y="2"/>
                      <a:pt x="75" y="2"/>
                      <a:pt x="77" y="5"/>
                    </a:cubicBezTo>
                    <a:cubicBezTo>
                      <a:pt x="78" y="8"/>
                      <a:pt x="73" y="18"/>
                      <a:pt x="71" y="23"/>
                    </a:cubicBezTo>
                    <a:cubicBezTo>
                      <a:pt x="76" y="26"/>
                      <a:pt x="80" y="31"/>
                      <a:pt x="83" y="37"/>
                    </a:cubicBezTo>
                    <a:cubicBezTo>
                      <a:pt x="86" y="42"/>
                      <a:pt x="86" y="49"/>
                      <a:pt x="84" y="55"/>
                    </a:cubicBezTo>
                    <a:cubicBezTo>
                      <a:pt x="76" y="50"/>
                      <a:pt x="68" y="50"/>
                      <a:pt x="62" y="51"/>
                    </a:cubicBezTo>
                    <a:cubicBezTo>
                      <a:pt x="60" y="48"/>
                      <a:pt x="54" y="48"/>
                      <a:pt x="52" y="49"/>
                    </a:cubicBezTo>
                    <a:cubicBezTo>
                      <a:pt x="46" y="52"/>
                      <a:pt x="39" y="55"/>
                      <a:pt x="39" y="70"/>
                    </a:cubicBezTo>
                    <a:cubicBezTo>
                      <a:pt x="36" y="78"/>
                      <a:pt x="35" y="87"/>
                      <a:pt x="35" y="94"/>
                    </a:cubicBezTo>
                    <a:cubicBezTo>
                      <a:pt x="35" y="96"/>
                      <a:pt x="34" y="102"/>
                      <a:pt x="36" y="105"/>
                    </a:cubicBezTo>
                    <a:cubicBezTo>
                      <a:pt x="37" y="107"/>
                      <a:pt x="32" y="107"/>
                      <a:pt x="31" y="107"/>
                    </a:cubicBezTo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5" name="Freeform 275">
                <a:extLst>
                  <a:ext uri="{FF2B5EF4-FFF2-40B4-BE49-F238E27FC236}">
                    <a16:creationId xmlns:a16="http://schemas.microsoft.com/office/drawing/2014/main" id="{11A9C114-076F-4F20-BB87-654E0D02F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423"/>
                <a:ext cx="70" cy="123"/>
              </a:xfrm>
              <a:custGeom>
                <a:avLst/>
                <a:gdLst>
                  <a:gd name="T0" fmla="*/ 100 w 52"/>
                  <a:gd name="T1" fmla="*/ 0 h 91"/>
                  <a:gd name="T2" fmla="*/ 90 w 52"/>
                  <a:gd name="T3" fmla="*/ 22 h 91"/>
                  <a:gd name="T4" fmla="*/ 120 w 52"/>
                  <a:gd name="T5" fmla="*/ 57 h 91"/>
                  <a:gd name="T6" fmla="*/ 121 w 52"/>
                  <a:gd name="T7" fmla="*/ 100 h 91"/>
                  <a:gd name="T8" fmla="*/ 69 w 52"/>
                  <a:gd name="T9" fmla="*/ 92 h 91"/>
                  <a:gd name="T10" fmla="*/ 43 w 52"/>
                  <a:gd name="T11" fmla="*/ 87 h 91"/>
                  <a:gd name="T12" fmla="*/ 12 w 52"/>
                  <a:gd name="T13" fmla="*/ 139 h 91"/>
                  <a:gd name="T14" fmla="*/ 1 w 52"/>
                  <a:gd name="T15" fmla="*/ 197 h 91"/>
                  <a:gd name="T16" fmla="*/ 5 w 52"/>
                  <a:gd name="T17" fmla="*/ 224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91">
                    <a:moveTo>
                      <a:pt x="41" y="0"/>
                    </a:moveTo>
                    <a:cubicBezTo>
                      <a:pt x="40" y="3"/>
                      <a:pt x="38" y="7"/>
                      <a:pt x="37" y="9"/>
                    </a:cubicBezTo>
                    <a:cubicBezTo>
                      <a:pt x="42" y="12"/>
                      <a:pt x="46" y="17"/>
                      <a:pt x="49" y="23"/>
                    </a:cubicBezTo>
                    <a:cubicBezTo>
                      <a:pt x="52" y="28"/>
                      <a:pt x="52" y="35"/>
                      <a:pt x="50" y="41"/>
                    </a:cubicBezTo>
                    <a:cubicBezTo>
                      <a:pt x="42" y="36"/>
                      <a:pt x="34" y="36"/>
                      <a:pt x="28" y="37"/>
                    </a:cubicBezTo>
                    <a:cubicBezTo>
                      <a:pt x="26" y="34"/>
                      <a:pt x="20" y="34"/>
                      <a:pt x="18" y="35"/>
                    </a:cubicBezTo>
                    <a:cubicBezTo>
                      <a:pt x="12" y="38"/>
                      <a:pt x="5" y="41"/>
                      <a:pt x="5" y="56"/>
                    </a:cubicBezTo>
                    <a:cubicBezTo>
                      <a:pt x="2" y="64"/>
                      <a:pt x="1" y="73"/>
                      <a:pt x="1" y="80"/>
                    </a:cubicBezTo>
                    <a:cubicBezTo>
                      <a:pt x="1" y="82"/>
                      <a:pt x="0" y="88"/>
                      <a:pt x="2" y="9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6" name="Freeform 276">
                <a:extLst>
                  <a:ext uri="{FF2B5EF4-FFF2-40B4-BE49-F238E27FC236}">
                    <a16:creationId xmlns:a16="http://schemas.microsoft.com/office/drawing/2014/main" id="{A8BE1118-6861-4D8E-9FA6-62A75716F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403"/>
                <a:ext cx="70" cy="127"/>
              </a:xfrm>
              <a:custGeom>
                <a:avLst/>
                <a:gdLst>
                  <a:gd name="T0" fmla="*/ 9 w 52"/>
                  <a:gd name="T1" fmla="*/ 232 h 94"/>
                  <a:gd name="T2" fmla="*/ 27 w 52"/>
                  <a:gd name="T3" fmla="*/ 97 h 94"/>
                  <a:gd name="T4" fmla="*/ 51 w 52"/>
                  <a:gd name="T5" fmla="*/ 69 h 94"/>
                  <a:gd name="T6" fmla="*/ 90 w 52"/>
                  <a:gd name="T7" fmla="*/ 49 h 94"/>
                  <a:gd name="T8" fmla="*/ 114 w 52"/>
                  <a:gd name="T9" fmla="*/ 43 h 94"/>
                  <a:gd name="T10" fmla="*/ 121 w 52"/>
                  <a:gd name="T11" fmla="*/ 15 h 94"/>
                  <a:gd name="T12" fmla="*/ 127 w 52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94">
                    <a:moveTo>
                      <a:pt x="4" y="94"/>
                    </a:moveTo>
                    <a:cubicBezTo>
                      <a:pt x="2" y="79"/>
                      <a:pt x="0" y="55"/>
                      <a:pt x="11" y="39"/>
                    </a:cubicBezTo>
                    <a:cubicBezTo>
                      <a:pt x="14" y="35"/>
                      <a:pt x="17" y="31"/>
                      <a:pt x="21" y="28"/>
                    </a:cubicBezTo>
                    <a:cubicBezTo>
                      <a:pt x="25" y="25"/>
                      <a:pt x="32" y="21"/>
                      <a:pt x="37" y="20"/>
                    </a:cubicBezTo>
                    <a:cubicBezTo>
                      <a:pt x="40" y="19"/>
                      <a:pt x="43" y="18"/>
                      <a:pt x="47" y="18"/>
                    </a:cubicBezTo>
                    <a:cubicBezTo>
                      <a:pt x="47" y="15"/>
                      <a:pt x="49" y="10"/>
                      <a:pt x="50" y="6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7" name="Freeform 277">
                <a:extLst>
                  <a:ext uri="{FF2B5EF4-FFF2-40B4-BE49-F238E27FC236}">
                    <a16:creationId xmlns:a16="http://schemas.microsoft.com/office/drawing/2014/main" id="{FF96572E-437B-45C3-927F-7A3F82C70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1380"/>
                <a:ext cx="14" cy="53"/>
              </a:xfrm>
              <a:custGeom>
                <a:avLst/>
                <a:gdLst>
                  <a:gd name="T0" fmla="*/ 6 w 11"/>
                  <a:gd name="T1" fmla="*/ 98 h 39"/>
                  <a:gd name="T2" fmla="*/ 10 w 11"/>
                  <a:gd name="T3" fmla="*/ 53 h 39"/>
                  <a:gd name="T4" fmla="*/ 23 w 11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9">
                    <a:moveTo>
                      <a:pt x="3" y="39"/>
                    </a:moveTo>
                    <a:cubicBezTo>
                      <a:pt x="0" y="35"/>
                      <a:pt x="4" y="26"/>
                      <a:pt x="5" y="21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8" name="Freeform 278">
                <a:extLst>
                  <a:ext uri="{FF2B5EF4-FFF2-40B4-BE49-F238E27FC236}">
                    <a16:creationId xmlns:a16="http://schemas.microsoft.com/office/drawing/2014/main" id="{234EE625-6002-4632-A7FA-1F2B9D2EF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520"/>
                <a:ext cx="91" cy="143"/>
              </a:xfrm>
              <a:custGeom>
                <a:avLst/>
                <a:gdLst>
                  <a:gd name="T0" fmla="*/ 58 w 68"/>
                  <a:gd name="T1" fmla="*/ 260 h 106"/>
                  <a:gd name="T2" fmla="*/ 36 w 68"/>
                  <a:gd name="T3" fmla="*/ 255 h 106"/>
                  <a:gd name="T4" fmla="*/ 5 w 68"/>
                  <a:gd name="T5" fmla="*/ 198 h 106"/>
                  <a:gd name="T6" fmla="*/ 1 w 68"/>
                  <a:gd name="T7" fmla="*/ 121 h 106"/>
                  <a:gd name="T8" fmla="*/ 16 w 68"/>
                  <a:gd name="T9" fmla="*/ 73 h 106"/>
                  <a:gd name="T10" fmla="*/ 44 w 68"/>
                  <a:gd name="T11" fmla="*/ 43 h 106"/>
                  <a:gd name="T12" fmla="*/ 64 w 68"/>
                  <a:gd name="T13" fmla="*/ 24 h 106"/>
                  <a:gd name="T14" fmla="*/ 96 w 68"/>
                  <a:gd name="T15" fmla="*/ 16 h 106"/>
                  <a:gd name="T16" fmla="*/ 127 w 68"/>
                  <a:gd name="T17" fmla="*/ 1 h 106"/>
                  <a:gd name="T18" fmla="*/ 149 w 68"/>
                  <a:gd name="T19" fmla="*/ 43 h 106"/>
                  <a:gd name="T20" fmla="*/ 120 w 68"/>
                  <a:gd name="T21" fmla="*/ 97 h 106"/>
                  <a:gd name="T22" fmla="*/ 79 w 68"/>
                  <a:gd name="T23" fmla="*/ 142 h 106"/>
                  <a:gd name="T24" fmla="*/ 59 w 68"/>
                  <a:gd name="T25" fmla="*/ 171 h 106"/>
                  <a:gd name="T26" fmla="*/ 50 w 68"/>
                  <a:gd name="T27" fmla="*/ 213 h 106"/>
                  <a:gd name="T28" fmla="*/ 55 w 68"/>
                  <a:gd name="T29" fmla="*/ 251 h 106"/>
                  <a:gd name="T30" fmla="*/ 58 w 68"/>
                  <a:gd name="T31" fmla="*/ 260 h 10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8" h="106">
                    <a:moveTo>
                      <a:pt x="24" y="106"/>
                    </a:moveTo>
                    <a:cubicBezTo>
                      <a:pt x="16" y="105"/>
                      <a:pt x="17" y="106"/>
                      <a:pt x="15" y="104"/>
                    </a:cubicBezTo>
                    <a:cubicBezTo>
                      <a:pt x="13" y="101"/>
                      <a:pt x="4" y="91"/>
                      <a:pt x="2" y="81"/>
                    </a:cubicBezTo>
                    <a:cubicBezTo>
                      <a:pt x="0" y="70"/>
                      <a:pt x="0" y="55"/>
                      <a:pt x="1" y="50"/>
                    </a:cubicBezTo>
                    <a:cubicBezTo>
                      <a:pt x="1" y="46"/>
                      <a:pt x="2" y="37"/>
                      <a:pt x="7" y="30"/>
                    </a:cubicBezTo>
                    <a:cubicBezTo>
                      <a:pt x="12" y="22"/>
                      <a:pt x="14" y="22"/>
                      <a:pt x="19" y="18"/>
                    </a:cubicBezTo>
                    <a:cubicBezTo>
                      <a:pt x="24" y="14"/>
                      <a:pt x="21" y="12"/>
                      <a:pt x="27" y="10"/>
                    </a:cubicBezTo>
                    <a:cubicBezTo>
                      <a:pt x="32" y="7"/>
                      <a:pt x="34" y="9"/>
                      <a:pt x="40" y="7"/>
                    </a:cubicBezTo>
                    <a:cubicBezTo>
                      <a:pt x="46" y="5"/>
                      <a:pt x="46" y="0"/>
                      <a:pt x="53" y="1"/>
                    </a:cubicBezTo>
                    <a:cubicBezTo>
                      <a:pt x="61" y="2"/>
                      <a:pt x="68" y="3"/>
                      <a:pt x="62" y="18"/>
                    </a:cubicBezTo>
                    <a:cubicBezTo>
                      <a:pt x="65" y="25"/>
                      <a:pt x="51" y="25"/>
                      <a:pt x="50" y="39"/>
                    </a:cubicBezTo>
                    <a:cubicBezTo>
                      <a:pt x="50" y="45"/>
                      <a:pt x="41" y="59"/>
                      <a:pt x="33" y="58"/>
                    </a:cubicBezTo>
                    <a:cubicBezTo>
                      <a:pt x="34" y="64"/>
                      <a:pt x="32" y="63"/>
                      <a:pt x="25" y="70"/>
                    </a:cubicBezTo>
                    <a:cubicBezTo>
                      <a:pt x="25" y="80"/>
                      <a:pt x="26" y="79"/>
                      <a:pt x="21" y="87"/>
                    </a:cubicBezTo>
                    <a:cubicBezTo>
                      <a:pt x="21" y="93"/>
                      <a:pt x="20" y="100"/>
                      <a:pt x="23" y="102"/>
                    </a:cubicBezTo>
                    <a:cubicBezTo>
                      <a:pt x="25" y="104"/>
                      <a:pt x="25" y="104"/>
                      <a:pt x="24" y="106"/>
                    </a:cubicBezTo>
                    <a:close/>
                  </a:path>
                </a:pathLst>
              </a:custGeom>
              <a:solidFill>
                <a:srgbClr val="EFB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9" name="Freeform 279">
                <a:extLst>
                  <a:ext uri="{FF2B5EF4-FFF2-40B4-BE49-F238E27FC236}">
                    <a16:creationId xmlns:a16="http://schemas.microsoft.com/office/drawing/2014/main" id="{D431525C-2F47-4409-B454-11991576A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534"/>
                <a:ext cx="52" cy="84"/>
              </a:xfrm>
              <a:custGeom>
                <a:avLst/>
                <a:gdLst>
                  <a:gd name="T0" fmla="*/ 64 w 39"/>
                  <a:gd name="T1" fmla="*/ 9 h 63"/>
                  <a:gd name="T2" fmla="*/ 21 w 39"/>
                  <a:gd name="T3" fmla="*/ 48 h 63"/>
                  <a:gd name="T4" fmla="*/ 5 w 39"/>
                  <a:gd name="T5" fmla="*/ 149 h 63"/>
                  <a:gd name="T6" fmla="*/ 20 w 39"/>
                  <a:gd name="T7" fmla="*/ 79 h 63"/>
                  <a:gd name="T8" fmla="*/ 48 w 39"/>
                  <a:gd name="T9" fmla="*/ 63 h 63"/>
                  <a:gd name="T10" fmla="*/ 63 w 39"/>
                  <a:gd name="T11" fmla="*/ 27 h 63"/>
                  <a:gd name="T12" fmla="*/ 85 w 39"/>
                  <a:gd name="T13" fmla="*/ 15 h 63"/>
                  <a:gd name="T14" fmla="*/ 92 w 39"/>
                  <a:gd name="T15" fmla="*/ 0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63">
                    <a:moveTo>
                      <a:pt x="27" y="4"/>
                    </a:moveTo>
                    <a:cubicBezTo>
                      <a:pt x="22" y="6"/>
                      <a:pt x="13" y="15"/>
                      <a:pt x="9" y="20"/>
                    </a:cubicBezTo>
                    <a:cubicBezTo>
                      <a:pt x="1" y="32"/>
                      <a:pt x="0" y="49"/>
                      <a:pt x="2" y="63"/>
                    </a:cubicBezTo>
                    <a:cubicBezTo>
                      <a:pt x="5" y="54"/>
                      <a:pt x="2" y="41"/>
                      <a:pt x="8" y="33"/>
                    </a:cubicBezTo>
                    <a:cubicBezTo>
                      <a:pt x="11" y="29"/>
                      <a:pt x="18" y="28"/>
                      <a:pt x="20" y="26"/>
                    </a:cubicBezTo>
                    <a:cubicBezTo>
                      <a:pt x="24" y="21"/>
                      <a:pt x="21" y="16"/>
                      <a:pt x="26" y="11"/>
                    </a:cubicBezTo>
                    <a:cubicBezTo>
                      <a:pt x="29" y="8"/>
                      <a:pt x="33" y="9"/>
                      <a:pt x="36" y="6"/>
                    </a:cubicBezTo>
                    <a:cubicBezTo>
                      <a:pt x="37" y="5"/>
                      <a:pt x="37" y="2"/>
                      <a:pt x="39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0" name="Freeform 280">
                <a:extLst>
                  <a:ext uri="{FF2B5EF4-FFF2-40B4-BE49-F238E27FC236}">
                    <a16:creationId xmlns:a16="http://schemas.microsoft.com/office/drawing/2014/main" id="{D11BEAA7-8AC2-45E5-A173-81EF1595F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520"/>
                <a:ext cx="91" cy="143"/>
              </a:xfrm>
              <a:custGeom>
                <a:avLst/>
                <a:gdLst>
                  <a:gd name="T0" fmla="*/ 58 w 68"/>
                  <a:gd name="T1" fmla="*/ 260 h 106"/>
                  <a:gd name="T2" fmla="*/ 36 w 68"/>
                  <a:gd name="T3" fmla="*/ 255 h 106"/>
                  <a:gd name="T4" fmla="*/ 5 w 68"/>
                  <a:gd name="T5" fmla="*/ 198 h 106"/>
                  <a:gd name="T6" fmla="*/ 1 w 68"/>
                  <a:gd name="T7" fmla="*/ 121 h 106"/>
                  <a:gd name="T8" fmla="*/ 16 w 68"/>
                  <a:gd name="T9" fmla="*/ 73 h 106"/>
                  <a:gd name="T10" fmla="*/ 44 w 68"/>
                  <a:gd name="T11" fmla="*/ 43 h 106"/>
                  <a:gd name="T12" fmla="*/ 64 w 68"/>
                  <a:gd name="T13" fmla="*/ 24 h 106"/>
                  <a:gd name="T14" fmla="*/ 96 w 68"/>
                  <a:gd name="T15" fmla="*/ 16 h 106"/>
                  <a:gd name="T16" fmla="*/ 127 w 68"/>
                  <a:gd name="T17" fmla="*/ 1 h 106"/>
                  <a:gd name="T18" fmla="*/ 149 w 68"/>
                  <a:gd name="T19" fmla="*/ 43 h 106"/>
                  <a:gd name="T20" fmla="*/ 120 w 68"/>
                  <a:gd name="T21" fmla="*/ 97 h 106"/>
                  <a:gd name="T22" fmla="*/ 79 w 68"/>
                  <a:gd name="T23" fmla="*/ 142 h 106"/>
                  <a:gd name="T24" fmla="*/ 59 w 68"/>
                  <a:gd name="T25" fmla="*/ 171 h 106"/>
                  <a:gd name="T26" fmla="*/ 50 w 68"/>
                  <a:gd name="T27" fmla="*/ 213 h 106"/>
                  <a:gd name="T28" fmla="*/ 55 w 68"/>
                  <a:gd name="T29" fmla="*/ 251 h 106"/>
                  <a:gd name="T30" fmla="*/ 58 w 68"/>
                  <a:gd name="T31" fmla="*/ 260 h 10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8" h="106">
                    <a:moveTo>
                      <a:pt x="24" y="106"/>
                    </a:moveTo>
                    <a:cubicBezTo>
                      <a:pt x="16" y="105"/>
                      <a:pt x="17" y="106"/>
                      <a:pt x="15" y="104"/>
                    </a:cubicBezTo>
                    <a:cubicBezTo>
                      <a:pt x="13" y="101"/>
                      <a:pt x="4" y="91"/>
                      <a:pt x="2" y="81"/>
                    </a:cubicBezTo>
                    <a:cubicBezTo>
                      <a:pt x="0" y="70"/>
                      <a:pt x="0" y="55"/>
                      <a:pt x="1" y="50"/>
                    </a:cubicBezTo>
                    <a:cubicBezTo>
                      <a:pt x="1" y="46"/>
                      <a:pt x="2" y="37"/>
                      <a:pt x="7" y="30"/>
                    </a:cubicBezTo>
                    <a:cubicBezTo>
                      <a:pt x="12" y="22"/>
                      <a:pt x="14" y="22"/>
                      <a:pt x="19" y="18"/>
                    </a:cubicBezTo>
                    <a:cubicBezTo>
                      <a:pt x="24" y="14"/>
                      <a:pt x="21" y="12"/>
                      <a:pt x="27" y="10"/>
                    </a:cubicBezTo>
                    <a:cubicBezTo>
                      <a:pt x="32" y="7"/>
                      <a:pt x="34" y="9"/>
                      <a:pt x="40" y="7"/>
                    </a:cubicBezTo>
                    <a:cubicBezTo>
                      <a:pt x="46" y="5"/>
                      <a:pt x="46" y="0"/>
                      <a:pt x="53" y="1"/>
                    </a:cubicBezTo>
                    <a:cubicBezTo>
                      <a:pt x="61" y="2"/>
                      <a:pt x="68" y="3"/>
                      <a:pt x="62" y="18"/>
                    </a:cubicBezTo>
                    <a:cubicBezTo>
                      <a:pt x="65" y="25"/>
                      <a:pt x="51" y="25"/>
                      <a:pt x="50" y="39"/>
                    </a:cubicBezTo>
                    <a:cubicBezTo>
                      <a:pt x="50" y="45"/>
                      <a:pt x="41" y="59"/>
                      <a:pt x="33" y="58"/>
                    </a:cubicBezTo>
                    <a:cubicBezTo>
                      <a:pt x="34" y="64"/>
                      <a:pt x="32" y="63"/>
                      <a:pt x="25" y="70"/>
                    </a:cubicBezTo>
                    <a:cubicBezTo>
                      <a:pt x="25" y="80"/>
                      <a:pt x="26" y="79"/>
                      <a:pt x="21" y="87"/>
                    </a:cubicBezTo>
                    <a:cubicBezTo>
                      <a:pt x="21" y="93"/>
                      <a:pt x="20" y="100"/>
                      <a:pt x="23" y="102"/>
                    </a:cubicBezTo>
                    <a:cubicBezTo>
                      <a:pt x="25" y="104"/>
                      <a:pt x="25" y="104"/>
                      <a:pt x="24" y="10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1" name="Line 281">
                <a:extLst>
                  <a:ext uri="{FF2B5EF4-FFF2-40B4-BE49-F238E27FC236}">
                    <a16:creationId xmlns:a16="http://schemas.microsoft.com/office/drawing/2014/main" id="{6D690BF4-E556-4676-9635-2ECF690838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19" y="1251"/>
                <a:ext cx="8" cy="22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2" name="Line 282">
                <a:extLst>
                  <a:ext uri="{FF2B5EF4-FFF2-40B4-BE49-F238E27FC236}">
                    <a16:creationId xmlns:a16="http://schemas.microsoft.com/office/drawing/2014/main" id="{D0D3631F-1A39-4ED1-AB3D-AD505F609D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27" y="1254"/>
                <a:ext cx="8" cy="23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3" name="Line 283">
                <a:extLst>
                  <a:ext uri="{FF2B5EF4-FFF2-40B4-BE49-F238E27FC236}">
                    <a16:creationId xmlns:a16="http://schemas.microsoft.com/office/drawing/2014/main" id="{CB7B7165-8939-4D49-A428-E5306F87A1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4" y="1251"/>
                <a:ext cx="15" cy="16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4" name="Line 284">
                <a:extLst>
                  <a:ext uri="{FF2B5EF4-FFF2-40B4-BE49-F238E27FC236}">
                    <a16:creationId xmlns:a16="http://schemas.microsoft.com/office/drawing/2014/main" id="{7AE0922A-A4D0-4B8E-92D8-2288BF97C1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6" y="1258"/>
                <a:ext cx="15" cy="16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5" name="Line 285">
                <a:extLst>
                  <a:ext uri="{FF2B5EF4-FFF2-40B4-BE49-F238E27FC236}">
                    <a16:creationId xmlns:a16="http://schemas.microsoft.com/office/drawing/2014/main" id="{A758C10F-00D1-4914-ABBF-9D21A85B9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6" y="1044"/>
                <a:ext cx="17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6" name="Line 286">
                <a:extLst>
                  <a:ext uri="{FF2B5EF4-FFF2-40B4-BE49-F238E27FC236}">
                    <a16:creationId xmlns:a16="http://schemas.microsoft.com/office/drawing/2014/main" id="{365F397B-AA9E-4088-B021-C032B52654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6" y="1052"/>
                <a:ext cx="17" cy="2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7" name="Line 287">
                <a:extLst>
                  <a:ext uri="{FF2B5EF4-FFF2-40B4-BE49-F238E27FC236}">
                    <a16:creationId xmlns:a16="http://schemas.microsoft.com/office/drawing/2014/main" id="{4FED5B6F-B481-45CC-B7B5-01A462432D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08" y="1012"/>
                <a:ext cx="12" cy="12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8" name="Line 288">
                <a:extLst>
                  <a:ext uri="{FF2B5EF4-FFF2-40B4-BE49-F238E27FC236}">
                    <a16:creationId xmlns:a16="http://schemas.microsoft.com/office/drawing/2014/main" id="{4144589A-CFD8-494D-992C-60B67FD0D5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16" y="1021"/>
                <a:ext cx="12" cy="12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9" name="Line 289">
                <a:extLst>
                  <a:ext uri="{FF2B5EF4-FFF2-40B4-BE49-F238E27FC236}">
                    <a16:creationId xmlns:a16="http://schemas.microsoft.com/office/drawing/2014/main" id="{4B0A1B14-35A0-4200-B0C6-196AF6B493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1" y="1020"/>
                <a:ext cx="15" cy="7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0" name="Line 290">
                <a:extLst>
                  <a:ext uri="{FF2B5EF4-FFF2-40B4-BE49-F238E27FC236}">
                    <a16:creationId xmlns:a16="http://schemas.microsoft.com/office/drawing/2014/main" id="{5DBD52BD-11CB-456D-A19C-EBEF828399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83" y="1024"/>
                <a:ext cx="19" cy="1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1" name="Line 291">
                <a:extLst>
                  <a:ext uri="{FF2B5EF4-FFF2-40B4-BE49-F238E27FC236}">
                    <a16:creationId xmlns:a16="http://schemas.microsoft.com/office/drawing/2014/main" id="{45A3D959-48A4-4335-8336-2EB42479DC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30" y="996"/>
                <a:ext cx="18" cy="5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2" name="Line 292">
                <a:extLst>
                  <a:ext uri="{FF2B5EF4-FFF2-40B4-BE49-F238E27FC236}">
                    <a16:creationId xmlns:a16="http://schemas.microsoft.com/office/drawing/2014/main" id="{CC477D59-2A19-42A8-A09F-FD8DD971CA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36" y="1004"/>
                <a:ext cx="16" cy="9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3" name="Line 293">
                <a:extLst>
                  <a:ext uri="{FF2B5EF4-FFF2-40B4-BE49-F238E27FC236}">
                    <a16:creationId xmlns:a16="http://schemas.microsoft.com/office/drawing/2014/main" id="{929085E2-CF89-478F-ACFE-3EEECF7243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6" y="1056"/>
                <a:ext cx="15" cy="10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4" name="Line 294">
                <a:extLst>
                  <a:ext uri="{FF2B5EF4-FFF2-40B4-BE49-F238E27FC236}">
                    <a16:creationId xmlns:a16="http://schemas.microsoft.com/office/drawing/2014/main" id="{68F73527-F1CA-43CE-8671-24CDA37B60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354" y="1060"/>
                <a:ext cx="11" cy="14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5" name="Line 295">
                <a:extLst>
                  <a:ext uri="{FF2B5EF4-FFF2-40B4-BE49-F238E27FC236}">
                    <a16:creationId xmlns:a16="http://schemas.microsoft.com/office/drawing/2014/main" id="{D754429B-3AF5-47AF-B3B1-FF4AA39657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97" y="1176"/>
                <a:ext cx="27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6" name="Line 296">
                <a:extLst>
                  <a:ext uri="{FF2B5EF4-FFF2-40B4-BE49-F238E27FC236}">
                    <a16:creationId xmlns:a16="http://schemas.microsoft.com/office/drawing/2014/main" id="{4A0D0E73-C643-4AEB-B823-2027754D1D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92" y="1162"/>
                <a:ext cx="24" cy="10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7" name="Line 297">
                <a:extLst>
                  <a:ext uri="{FF2B5EF4-FFF2-40B4-BE49-F238E27FC236}">
                    <a16:creationId xmlns:a16="http://schemas.microsoft.com/office/drawing/2014/main" id="{EFA3DE3F-E578-4B3B-A7EE-5B20F72B24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13" y="1197"/>
                <a:ext cx="34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8" name="Line 298">
                <a:extLst>
                  <a:ext uri="{FF2B5EF4-FFF2-40B4-BE49-F238E27FC236}">
                    <a16:creationId xmlns:a16="http://schemas.microsoft.com/office/drawing/2014/main" id="{1086D8DC-3760-46C7-9BCE-C59BBBF47E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09" y="1208"/>
                <a:ext cx="38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9" name="Line 299">
                <a:extLst>
                  <a:ext uri="{FF2B5EF4-FFF2-40B4-BE49-F238E27FC236}">
                    <a16:creationId xmlns:a16="http://schemas.microsoft.com/office/drawing/2014/main" id="{8D237C08-8119-48E6-8950-B23B658C22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09" y="1222"/>
                <a:ext cx="38" cy="1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0" name="Line 300">
                <a:extLst>
                  <a:ext uri="{FF2B5EF4-FFF2-40B4-BE49-F238E27FC236}">
                    <a16:creationId xmlns:a16="http://schemas.microsoft.com/office/drawing/2014/main" id="{9F5CCD8B-35DA-4C14-9AFB-3FF3D99A5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74" y="875"/>
                <a:ext cx="12" cy="9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1" name="Line 301">
                <a:extLst>
                  <a:ext uri="{FF2B5EF4-FFF2-40B4-BE49-F238E27FC236}">
                    <a16:creationId xmlns:a16="http://schemas.microsoft.com/office/drawing/2014/main" id="{CFAEC1E4-5DD1-4A65-B380-D360A2C47D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05" y="885"/>
                <a:ext cx="13" cy="6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2" name="Freeform 302">
                <a:extLst>
                  <a:ext uri="{FF2B5EF4-FFF2-40B4-BE49-F238E27FC236}">
                    <a16:creationId xmlns:a16="http://schemas.microsoft.com/office/drawing/2014/main" id="{1BF7704B-1EEA-4D6D-B9A7-1EBC11215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789"/>
                <a:ext cx="23" cy="18"/>
              </a:xfrm>
              <a:custGeom>
                <a:avLst/>
                <a:gdLst>
                  <a:gd name="T0" fmla="*/ 9 w 17"/>
                  <a:gd name="T1" fmla="*/ 10 h 14"/>
                  <a:gd name="T2" fmla="*/ 41 w 17"/>
                  <a:gd name="T3" fmla="*/ 15 h 14"/>
                  <a:gd name="T4" fmla="*/ 0 w 17"/>
                  <a:gd name="T5" fmla="*/ 3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4" y="5"/>
                    </a:moveTo>
                    <a:cubicBezTo>
                      <a:pt x="7" y="5"/>
                      <a:pt x="14" y="0"/>
                      <a:pt x="16" y="7"/>
                    </a:cubicBezTo>
                    <a:cubicBezTo>
                      <a:pt x="17" y="12"/>
                      <a:pt x="3" y="13"/>
                      <a:pt x="0" y="14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3" name="Freeform 303">
                <a:extLst>
                  <a:ext uri="{FF2B5EF4-FFF2-40B4-BE49-F238E27FC236}">
                    <a16:creationId xmlns:a16="http://schemas.microsoft.com/office/drawing/2014/main" id="{8FE9CBF1-2245-48C0-9F46-F36B539A1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821"/>
                <a:ext cx="17" cy="11"/>
              </a:xfrm>
              <a:custGeom>
                <a:avLst/>
                <a:gdLst>
                  <a:gd name="T0" fmla="*/ 0 w 13"/>
                  <a:gd name="T1" fmla="*/ 0 h 8"/>
                  <a:gd name="T2" fmla="*/ 29 w 13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5" y="2"/>
                      <a:pt x="9" y="4"/>
                      <a:pt x="13" y="8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4" name="Freeform 304">
                <a:extLst>
                  <a:ext uri="{FF2B5EF4-FFF2-40B4-BE49-F238E27FC236}">
                    <a16:creationId xmlns:a16="http://schemas.microsoft.com/office/drawing/2014/main" id="{3AD1AAF4-6EF0-475E-84F0-A9DF61445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824"/>
                <a:ext cx="14" cy="22"/>
              </a:xfrm>
              <a:custGeom>
                <a:avLst/>
                <a:gdLst>
                  <a:gd name="T0" fmla="*/ 0 w 11"/>
                  <a:gd name="T1" fmla="*/ 0 h 17"/>
                  <a:gd name="T2" fmla="*/ 23 w 11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7">
                    <a:moveTo>
                      <a:pt x="0" y="0"/>
                    </a:moveTo>
                    <a:cubicBezTo>
                      <a:pt x="3" y="7"/>
                      <a:pt x="5" y="11"/>
                      <a:pt x="11" y="17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5" name="Freeform 305">
                <a:extLst>
                  <a:ext uri="{FF2B5EF4-FFF2-40B4-BE49-F238E27FC236}">
                    <a16:creationId xmlns:a16="http://schemas.microsoft.com/office/drawing/2014/main" id="{A3C086AC-0909-443D-BA04-26E427D0A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794"/>
                <a:ext cx="23" cy="5"/>
              </a:xfrm>
              <a:custGeom>
                <a:avLst/>
                <a:gdLst>
                  <a:gd name="T0" fmla="*/ 0 w 17"/>
                  <a:gd name="T1" fmla="*/ 8 h 4"/>
                  <a:gd name="T2" fmla="*/ 42 w 1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4"/>
                    </a:moveTo>
                    <a:cubicBezTo>
                      <a:pt x="6" y="2"/>
                      <a:pt x="11" y="2"/>
                      <a:pt x="17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6" name="Freeform 306">
                <a:extLst>
                  <a:ext uri="{FF2B5EF4-FFF2-40B4-BE49-F238E27FC236}">
                    <a16:creationId xmlns:a16="http://schemas.microsoft.com/office/drawing/2014/main" id="{BFEA4B1A-E257-446B-97B2-D8913DE9F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802"/>
                <a:ext cx="24" cy="10"/>
              </a:xfrm>
              <a:custGeom>
                <a:avLst/>
                <a:gdLst>
                  <a:gd name="T0" fmla="*/ 0 w 18"/>
                  <a:gd name="T1" fmla="*/ 20 h 7"/>
                  <a:gd name="T2" fmla="*/ 43 w 1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cubicBezTo>
                      <a:pt x="5" y="4"/>
                      <a:pt x="12" y="1"/>
                      <a:pt x="18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7" name="Freeform 307">
                <a:extLst>
                  <a:ext uri="{FF2B5EF4-FFF2-40B4-BE49-F238E27FC236}">
                    <a16:creationId xmlns:a16="http://schemas.microsoft.com/office/drawing/2014/main" id="{ADEAF1AA-65FB-477D-9D67-99BF19A82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798"/>
                <a:ext cx="11" cy="11"/>
              </a:xfrm>
              <a:custGeom>
                <a:avLst/>
                <a:gdLst>
                  <a:gd name="T0" fmla="*/ 0 w 8"/>
                  <a:gd name="T1" fmla="*/ 0 h 8"/>
                  <a:gd name="T2" fmla="*/ 21 w 8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2"/>
                      <a:pt x="6" y="5"/>
                      <a:pt x="8" y="8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8" name="Freeform 308">
                <a:extLst>
                  <a:ext uri="{FF2B5EF4-FFF2-40B4-BE49-F238E27FC236}">
                    <a16:creationId xmlns:a16="http://schemas.microsoft.com/office/drawing/2014/main" id="{326435D7-769F-4B12-878D-DB623C2AB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802"/>
                <a:ext cx="14" cy="19"/>
              </a:xfrm>
              <a:custGeom>
                <a:avLst/>
                <a:gdLst>
                  <a:gd name="T0" fmla="*/ 0 w 10"/>
                  <a:gd name="T1" fmla="*/ 0 h 14"/>
                  <a:gd name="T2" fmla="*/ 28 w 10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3" y="5"/>
                      <a:pt x="6" y="10"/>
                      <a:pt x="10" y="14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9" name="Freeform 309">
                <a:extLst>
                  <a:ext uri="{FF2B5EF4-FFF2-40B4-BE49-F238E27FC236}">
                    <a16:creationId xmlns:a16="http://schemas.microsoft.com/office/drawing/2014/main" id="{FDD5490E-9662-4629-BDE0-C4A8F4B7F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829"/>
                <a:ext cx="19" cy="13"/>
              </a:xfrm>
              <a:custGeom>
                <a:avLst/>
                <a:gdLst>
                  <a:gd name="T0" fmla="*/ 0 w 14"/>
                  <a:gd name="T1" fmla="*/ 22 h 10"/>
                  <a:gd name="T2" fmla="*/ 35 w 1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cubicBezTo>
                      <a:pt x="5" y="8"/>
                      <a:pt x="8" y="2"/>
                      <a:pt x="14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0" name="Freeform 310">
                <a:extLst>
                  <a:ext uri="{FF2B5EF4-FFF2-40B4-BE49-F238E27FC236}">
                    <a16:creationId xmlns:a16="http://schemas.microsoft.com/office/drawing/2014/main" id="{B23C3AD9-21F4-481B-949F-C2A344693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842"/>
                <a:ext cx="22" cy="11"/>
              </a:xfrm>
              <a:custGeom>
                <a:avLst/>
                <a:gdLst>
                  <a:gd name="T0" fmla="*/ 0 w 16"/>
                  <a:gd name="T1" fmla="*/ 21 h 8"/>
                  <a:gd name="T2" fmla="*/ 41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5" y="5"/>
                      <a:pt x="11" y="3"/>
                      <a:pt x="16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1" name="Freeform 311">
                <a:extLst>
                  <a:ext uri="{FF2B5EF4-FFF2-40B4-BE49-F238E27FC236}">
                    <a16:creationId xmlns:a16="http://schemas.microsoft.com/office/drawing/2014/main" id="{7FA11206-AA4E-4328-860A-0CF01A61C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875"/>
                <a:ext cx="10" cy="16"/>
              </a:xfrm>
              <a:custGeom>
                <a:avLst/>
                <a:gdLst>
                  <a:gd name="T0" fmla="*/ 0 w 7"/>
                  <a:gd name="T1" fmla="*/ 0 h 12"/>
                  <a:gd name="T2" fmla="*/ 20 w 7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3" y="4"/>
                      <a:pt x="4" y="9"/>
                      <a:pt x="7" y="12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2" name="Freeform 312">
                <a:extLst>
                  <a:ext uri="{FF2B5EF4-FFF2-40B4-BE49-F238E27FC236}">
                    <a16:creationId xmlns:a16="http://schemas.microsoft.com/office/drawing/2014/main" id="{D2AF6059-C789-486D-BA6E-C00A9F907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865"/>
                <a:ext cx="15" cy="20"/>
              </a:xfrm>
              <a:custGeom>
                <a:avLst/>
                <a:gdLst>
                  <a:gd name="T0" fmla="*/ 0 w 11"/>
                  <a:gd name="T1" fmla="*/ 0 h 15"/>
                  <a:gd name="T2" fmla="*/ 27 w 11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3" y="6"/>
                      <a:pt x="9" y="10"/>
                      <a:pt x="11" y="15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3" name="Freeform 313">
                <a:extLst>
                  <a:ext uri="{FF2B5EF4-FFF2-40B4-BE49-F238E27FC236}">
                    <a16:creationId xmlns:a16="http://schemas.microsoft.com/office/drawing/2014/main" id="{B3F830C7-9334-4251-AF4D-945DF57BA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015"/>
                <a:ext cx="1" cy="21"/>
              </a:xfrm>
              <a:custGeom>
                <a:avLst/>
                <a:gdLst>
                  <a:gd name="T0" fmla="*/ 0 w 1"/>
                  <a:gd name="T1" fmla="*/ 0 h 16"/>
                  <a:gd name="T2" fmla="*/ 1 w 1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">
                    <a:moveTo>
                      <a:pt x="0" y="0"/>
                    </a:moveTo>
                    <a:cubicBezTo>
                      <a:pt x="1" y="6"/>
                      <a:pt x="1" y="11"/>
                      <a:pt x="1" y="1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4" name="Freeform 314">
                <a:extLst>
                  <a:ext uri="{FF2B5EF4-FFF2-40B4-BE49-F238E27FC236}">
                    <a16:creationId xmlns:a16="http://schemas.microsoft.com/office/drawing/2014/main" id="{A033FABC-5528-46E4-A227-3B47774B4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1002"/>
                <a:ext cx="5" cy="22"/>
              </a:xfrm>
              <a:custGeom>
                <a:avLst/>
                <a:gdLst>
                  <a:gd name="T0" fmla="*/ 13 w 3"/>
                  <a:gd name="T1" fmla="*/ 41 h 16"/>
                  <a:gd name="T2" fmla="*/ 0 w 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16"/>
                    </a:moveTo>
                    <a:cubicBezTo>
                      <a:pt x="3" y="12"/>
                      <a:pt x="1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5" name="Freeform 315">
                <a:extLst>
                  <a:ext uri="{FF2B5EF4-FFF2-40B4-BE49-F238E27FC236}">
                    <a16:creationId xmlns:a16="http://schemas.microsoft.com/office/drawing/2014/main" id="{E29CC511-832C-417E-B4C0-805C291B2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059"/>
                <a:ext cx="18" cy="8"/>
              </a:xfrm>
              <a:custGeom>
                <a:avLst/>
                <a:gdLst>
                  <a:gd name="T0" fmla="*/ 0 w 14"/>
                  <a:gd name="T1" fmla="*/ 0 h 6"/>
                  <a:gd name="T2" fmla="*/ 19 w 14"/>
                  <a:gd name="T3" fmla="*/ 9 h 6"/>
                  <a:gd name="T4" fmla="*/ 30 w 14"/>
                  <a:gd name="T5" fmla="*/ 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cubicBezTo>
                      <a:pt x="3" y="1"/>
                      <a:pt x="6" y="2"/>
                      <a:pt x="9" y="4"/>
                    </a:cubicBezTo>
                    <a:cubicBezTo>
                      <a:pt x="10" y="4"/>
                      <a:pt x="12" y="5"/>
                      <a:pt x="14" y="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6" name="Freeform 316">
                <a:extLst>
                  <a:ext uri="{FF2B5EF4-FFF2-40B4-BE49-F238E27FC236}">
                    <a16:creationId xmlns:a16="http://schemas.microsoft.com/office/drawing/2014/main" id="{EF09E441-1F34-4190-A16F-DA844BDDB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1051"/>
                <a:ext cx="17" cy="8"/>
              </a:xfrm>
              <a:custGeom>
                <a:avLst/>
                <a:gdLst>
                  <a:gd name="T0" fmla="*/ 29 w 13"/>
                  <a:gd name="T1" fmla="*/ 15 h 6"/>
                  <a:gd name="T2" fmla="*/ 16 w 13"/>
                  <a:gd name="T3" fmla="*/ 7 h 6"/>
                  <a:gd name="T4" fmla="*/ 0 w 1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11" y="5"/>
                      <a:pt x="8" y="4"/>
                      <a:pt x="7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7" name="Freeform 317">
                <a:extLst>
                  <a:ext uri="{FF2B5EF4-FFF2-40B4-BE49-F238E27FC236}">
                    <a16:creationId xmlns:a16="http://schemas.microsoft.com/office/drawing/2014/main" id="{6E04A5B7-2FFD-4C52-A9BE-E05128D3B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528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0"/>
                      <a:pt x="7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8" name="Freeform 318">
                <a:extLst>
                  <a:ext uri="{FF2B5EF4-FFF2-40B4-BE49-F238E27FC236}">
                    <a16:creationId xmlns:a16="http://schemas.microsoft.com/office/drawing/2014/main" id="{70AFD677-8780-47DB-AEEB-B87DC1C16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446"/>
                <a:ext cx="6" cy="14"/>
              </a:xfrm>
              <a:custGeom>
                <a:avLst/>
                <a:gdLst>
                  <a:gd name="T0" fmla="*/ 0 w 4"/>
                  <a:gd name="T1" fmla="*/ 0 h 10"/>
                  <a:gd name="T2" fmla="*/ 14 w 4"/>
                  <a:gd name="T3" fmla="*/ 2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3"/>
                      <a:pt x="2" y="7"/>
                      <a:pt x="4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9" name="Freeform 319">
                <a:extLst>
                  <a:ext uri="{FF2B5EF4-FFF2-40B4-BE49-F238E27FC236}">
                    <a16:creationId xmlns:a16="http://schemas.microsoft.com/office/drawing/2014/main" id="{252CDD21-1CB9-431D-9DCC-68333BE98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277"/>
                <a:ext cx="13" cy="12"/>
              </a:xfrm>
              <a:custGeom>
                <a:avLst/>
                <a:gdLst>
                  <a:gd name="T0" fmla="*/ 0 w 10"/>
                  <a:gd name="T1" fmla="*/ 0 h 9"/>
                  <a:gd name="T2" fmla="*/ 22 w 10"/>
                  <a:gd name="T3" fmla="*/ 15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2" y="1"/>
                      <a:pt x="9" y="9"/>
                      <a:pt x="10" y="6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0" name="Freeform 320">
                <a:extLst>
                  <a:ext uri="{FF2B5EF4-FFF2-40B4-BE49-F238E27FC236}">
                    <a16:creationId xmlns:a16="http://schemas.microsoft.com/office/drawing/2014/main" id="{844A820F-FCB0-4C9F-B867-B955F0074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262"/>
                <a:ext cx="13" cy="8"/>
              </a:xfrm>
              <a:custGeom>
                <a:avLst/>
                <a:gdLst>
                  <a:gd name="T0" fmla="*/ 0 w 10"/>
                  <a:gd name="T1" fmla="*/ 0 h 6"/>
                  <a:gd name="T2" fmla="*/ 22 w 10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3" y="2"/>
                      <a:pt x="6" y="4"/>
                      <a:pt x="10" y="6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1" name="Line 321">
                <a:extLst>
                  <a:ext uri="{FF2B5EF4-FFF2-40B4-BE49-F238E27FC236}">
                    <a16:creationId xmlns:a16="http://schemas.microsoft.com/office/drawing/2014/main" id="{BFEC26F4-20F8-4098-BBA5-58D963634C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0" y="1952"/>
                <a:ext cx="23" cy="3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2" name="Freeform 322">
                <a:extLst>
                  <a:ext uri="{FF2B5EF4-FFF2-40B4-BE49-F238E27FC236}">
                    <a16:creationId xmlns:a16="http://schemas.microsoft.com/office/drawing/2014/main" id="{6CF87051-3A9D-4F10-8D13-D3636E785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973"/>
                <a:ext cx="25" cy="34"/>
              </a:xfrm>
              <a:custGeom>
                <a:avLst/>
                <a:gdLst>
                  <a:gd name="T0" fmla="*/ 49 w 18"/>
                  <a:gd name="T1" fmla="*/ 0 h 25"/>
                  <a:gd name="T2" fmla="*/ 0 w 18"/>
                  <a:gd name="T3" fmla="*/ 63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5">
                    <a:moveTo>
                      <a:pt x="18" y="0"/>
                    </a:moveTo>
                    <a:cubicBezTo>
                      <a:pt x="16" y="2"/>
                      <a:pt x="2" y="21"/>
                      <a:pt x="0" y="25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3" name="Freeform 323">
                <a:extLst>
                  <a:ext uri="{FF2B5EF4-FFF2-40B4-BE49-F238E27FC236}">
                    <a16:creationId xmlns:a16="http://schemas.microsoft.com/office/drawing/2014/main" id="{FE7A6A80-DF79-44CB-BBF9-36D0ECBAD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2102"/>
                <a:ext cx="1" cy="35"/>
              </a:xfrm>
              <a:custGeom>
                <a:avLst/>
                <a:gdLst>
                  <a:gd name="T0" fmla="*/ 0 w 1"/>
                  <a:gd name="T1" fmla="*/ 0 h 26"/>
                  <a:gd name="T2" fmla="*/ 0 w 1"/>
                  <a:gd name="T3" fmla="*/ 6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6">
                    <a:moveTo>
                      <a:pt x="0" y="0"/>
                    </a:moveTo>
                    <a:cubicBezTo>
                      <a:pt x="0" y="0"/>
                      <a:pt x="0" y="20"/>
                      <a:pt x="0" y="26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4" name="Freeform 324">
                <a:extLst>
                  <a:ext uri="{FF2B5EF4-FFF2-40B4-BE49-F238E27FC236}">
                    <a16:creationId xmlns:a16="http://schemas.microsoft.com/office/drawing/2014/main" id="{F534550F-A221-47C2-8B91-C7C8499CF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2136"/>
                <a:ext cx="1" cy="38"/>
              </a:xfrm>
              <a:custGeom>
                <a:avLst/>
                <a:gdLst>
                  <a:gd name="T0" fmla="*/ 1 w 1"/>
                  <a:gd name="T1" fmla="*/ 0 h 28"/>
                  <a:gd name="T2" fmla="*/ 0 w 1"/>
                  <a:gd name="T3" fmla="*/ 7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8">
                    <a:moveTo>
                      <a:pt x="1" y="0"/>
                    </a:moveTo>
                    <a:cubicBezTo>
                      <a:pt x="1" y="5"/>
                      <a:pt x="0" y="23"/>
                      <a:pt x="0" y="28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5" name="Freeform 325">
                <a:extLst>
                  <a:ext uri="{FF2B5EF4-FFF2-40B4-BE49-F238E27FC236}">
                    <a16:creationId xmlns:a16="http://schemas.microsoft.com/office/drawing/2014/main" id="{2E583F90-E95E-4623-9130-17EB3EBD0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1421"/>
                <a:ext cx="22" cy="18"/>
              </a:xfrm>
              <a:custGeom>
                <a:avLst/>
                <a:gdLst>
                  <a:gd name="T0" fmla="*/ 0 w 16"/>
                  <a:gd name="T1" fmla="*/ 0 h 14"/>
                  <a:gd name="T2" fmla="*/ 1 w 16"/>
                  <a:gd name="T3" fmla="*/ 30 h 14"/>
                  <a:gd name="T4" fmla="*/ 41 w 16"/>
                  <a:gd name="T5" fmla="*/ 19 h 14"/>
                  <a:gd name="T6" fmla="*/ 29 w 16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1" y="3"/>
                      <a:pt x="1" y="11"/>
                      <a:pt x="1" y="14"/>
                    </a:cubicBezTo>
                    <a:cubicBezTo>
                      <a:pt x="6" y="13"/>
                      <a:pt x="11" y="10"/>
                      <a:pt x="16" y="9"/>
                    </a:cubicBezTo>
                    <a:cubicBezTo>
                      <a:pt x="14" y="10"/>
                      <a:pt x="12" y="1"/>
                      <a:pt x="11" y="0"/>
                    </a:cubicBezTo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6" name="Freeform 326">
                <a:extLst>
                  <a:ext uri="{FF2B5EF4-FFF2-40B4-BE49-F238E27FC236}">
                    <a16:creationId xmlns:a16="http://schemas.microsoft.com/office/drawing/2014/main" id="{492F4C56-688B-453B-94CE-E8B2E953E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2385"/>
                <a:ext cx="29" cy="4"/>
              </a:xfrm>
              <a:custGeom>
                <a:avLst/>
                <a:gdLst>
                  <a:gd name="T0" fmla="*/ 0 w 22"/>
                  <a:gd name="T1" fmla="*/ 0 h 3"/>
                  <a:gd name="T2" fmla="*/ 50 w 22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">
                    <a:moveTo>
                      <a:pt x="0" y="0"/>
                    </a:moveTo>
                    <a:cubicBezTo>
                      <a:pt x="7" y="1"/>
                      <a:pt x="15" y="1"/>
                      <a:pt x="22" y="3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7" name="Freeform 327">
                <a:extLst>
                  <a:ext uri="{FF2B5EF4-FFF2-40B4-BE49-F238E27FC236}">
                    <a16:creationId xmlns:a16="http://schemas.microsoft.com/office/drawing/2014/main" id="{7B703057-B2BD-4CA9-8C8E-3990E00F7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401"/>
                <a:ext cx="28" cy="4"/>
              </a:xfrm>
              <a:custGeom>
                <a:avLst/>
                <a:gdLst>
                  <a:gd name="T0" fmla="*/ 0 w 21"/>
                  <a:gd name="T1" fmla="*/ 0 h 3"/>
                  <a:gd name="T2" fmla="*/ 49 w 21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">
                    <a:moveTo>
                      <a:pt x="0" y="0"/>
                    </a:moveTo>
                    <a:cubicBezTo>
                      <a:pt x="7" y="2"/>
                      <a:pt x="14" y="3"/>
                      <a:pt x="21" y="2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8" name="Freeform 328">
                <a:extLst>
                  <a:ext uri="{FF2B5EF4-FFF2-40B4-BE49-F238E27FC236}">
                    <a16:creationId xmlns:a16="http://schemas.microsoft.com/office/drawing/2014/main" id="{C1901C82-F886-4E16-B7CC-021E1B577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783"/>
                <a:ext cx="13" cy="8"/>
              </a:xfrm>
              <a:custGeom>
                <a:avLst/>
                <a:gdLst>
                  <a:gd name="T0" fmla="*/ 0 w 10"/>
                  <a:gd name="T1" fmla="*/ 15 h 6"/>
                  <a:gd name="T2" fmla="*/ 22 w 1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4" y="5"/>
                      <a:pt x="10" y="2"/>
                      <a:pt x="1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9" name="Freeform 329">
                <a:extLst>
                  <a:ext uri="{FF2B5EF4-FFF2-40B4-BE49-F238E27FC236}">
                    <a16:creationId xmlns:a16="http://schemas.microsoft.com/office/drawing/2014/main" id="{77DDB665-BA1E-4674-9824-DCC20C742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769"/>
                <a:ext cx="19" cy="11"/>
              </a:xfrm>
              <a:custGeom>
                <a:avLst/>
                <a:gdLst>
                  <a:gd name="T0" fmla="*/ 0 w 14"/>
                  <a:gd name="T1" fmla="*/ 21 h 8"/>
                  <a:gd name="T2" fmla="*/ 35 w 1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0" y="8"/>
                    </a:moveTo>
                    <a:cubicBezTo>
                      <a:pt x="5" y="7"/>
                      <a:pt x="10" y="4"/>
                      <a:pt x="14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0" name="Freeform 330">
                <a:extLst>
                  <a:ext uri="{FF2B5EF4-FFF2-40B4-BE49-F238E27FC236}">
                    <a16:creationId xmlns:a16="http://schemas.microsoft.com/office/drawing/2014/main" id="{50ECE3C0-6BB6-41F3-B7BF-612F349CD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606"/>
                <a:ext cx="18" cy="9"/>
              </a:xfrm>
              <a:custGeom>
                <a:avLst/>
                <a:gdLst>
                  <a:gd name="T0" fmla="*/ 0 w 14"/>
                  <a:gd name="T1" fmla="*/ 21 h 6"/>
                  <a:gd name="T2" fmla="*/ 30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cubicBezTo>
                      <a:pt x="5" y="5"/>
                      <a:pt x="10" y="3"/>
                      <a:pt x="14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1" name="Freeform 331">
                <a:extLst>
                  <a:ext uri="{FF2B5EF4-FFF2-40B4-BE49-F238E27FC236}">
                    <a16:creationId xmlns:a16="http://schemas.microsoft.com/office/drawing/2014/main" id="{B39063B3-EB9F-4229-9FD8-0DA28C7B4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101"/>
                <a:ext cx="20" cy="14"/>
              </a:xfrm>
              <a:custGeom>
                <a:avLst/>
                <a:gdLst>
                  <a:gd name="T0" fmla="*/ 0 w 15"/>
                  <a:gd name="T1" fmla="*/ 28 h 10"/>
                  <a:gd name="T2" fmla="*/ 36 w 1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0" y="10"/>
                    </a:moveTo>
                    <a:cubicBezTo>
                      <a:pt x="6" y="8"/>
                      <a:pt x="11" y="3"/>
                      <a:pt x="15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2" name="Freeform 332">
                <a:extLst>
                  <a:ext uri="{FF2B5EF4-FFF2-40B4-BE49-F238E27FC236}">
                    <a16:creationId xmlns:a16="http://schemas.microsoft.com/office/drawing/2014/main" id="{E1BB8E84-6E3E-45E8-B2D9-02CCC8777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3089"/>
                <a:ext cx="21" cy="14"/>
              </a:xfrm>
              <a:custGeom>
                <a:avLst/>
                <a:gdLst>
                  <a:gd name="T0" fmla="*/ 0 w 16"/>
                  <a:gd name="T1" fmla="*/ 28 h 10"/>
                  <a:gd name="T2" fmla="*/ 37 w 1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0" y="10"/>
                    </a:moveTo>
                    <a:cubicBezTo>
                      <a:pt x="6" y="8"/>
                      <a:pt x="10" y="3"/>
                      <a:pt x="16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3" name="Freeform 333">
                <a:extLst>
                  <a:ext uri="{FF2B5EF4-FFF2-40B4-BE49-F238E27FC236}">
                    <a16:creationId xmlns:a16="http://schemas.microsoft.com/office/drawing/2014/main" id="{489EC381-335B-475E-8A57-888FC82B3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3070"/>
                <a:ext cx="28" cy="16"/>
              </a:xfrm>
              <a:custGeom>
                <a:avLst/>
                <a:gdLst>
                  <a:gd name="T0" fmla="*/ 0 w 21"/>
                  <a:gd name="T1" fmla="*/ 28 h 12"/>
                  <a:gd name="T2" fmla="*/ 49 w 2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2">
                    <a:moveTo>
                      <a:pt x="0" y="12"/>
                    </a:moveTo>
                    <a:cubicBezTo>
                      <a:pt x="7" y="9"/>
                      <a:pt x="13" y="1"/>
                      <a:pt x="21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4" name="Freeform 334">
                <a:extLst>
                  <a:ext uri="{FF2B5EF4-FFF2-40B4-BE49-F238E27FC236}">
                    <a16:creationId xmlns:a16="http://schemas.microsoft.com/office/drawing/2014/main" id="{BCB1372A-CB9C-41A5-9170-E878056EE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3205"/>
                <a:ext cx="12" cy="4"/>
              </a:xfrm>
              <a:custGeom>
                <a:avLst/>
                <a:gdLst>
                  <a:gd name="T0" fmla="*/ 0 w 9"/>
                  <a:gd name="T1" fmla="*/ 7 h 3"/>
                  <a:gd name="T2" fmla="*/ 21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3" y="3"/>
                      <a:pt x="6" y="2"/>
                      <a:pt x="9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5" name="Freeform 335">
                <a:extLst>
                  <a:ext uri="{FF2B5EF4-FFF2-40B4-BE49-F238E27FC236}">
                    <a16:creationId xmlns:a16="http://schemas.microsoft.com/office/drawing/2014/main" id="{416828D6-7A8C-4B79-B193-33796BA8C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3226"/>
                <a:ext cx="13" cy="4"/>
              </a:xfrm>
              <a:custGeom>
                <a:avLst/>
                <a:gdLst>
                  <a:gd name="T0" fmla="*/ 0 w 10"/>
                  <a:gd name="T1" fmla="*/ 7 h 3"/>
                  <a:gd name="T2" fmla="*/ 22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3" y="2"/>
                      <a:pt x="7" y="1"/>
                      <a:pt x="1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6" name="Freeform 336">
                <a:extLst>
                  <a:ext uri="{FF2B5EF4-FFF2-40B4-BE49-F238E27FC236}">
                    <a16:creationId xmlns:a16="http://schemas.microsoft.com/office/drawing/2014/main" id="{83319222-739A-40BA-BE63-66F14107D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3283"/>
                <a:ext cx="16" cy="11"/>
              </a:xfrm>
              <a:custGeom>
                <a:avLst/>
                <a:gdLst>
                  <a:gd name="T0" fmla="*/ 0 w 12"/>
                  <a:gd name="T1" fmla="*/ 21 h 8"/>
                  <a:gd name="T2" fmla="*/ 28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4" y="6"/>
                      <a:pt x="8" y="3"/>
                      <a:pt x="12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7" name="Freeform 337">
                <a:extLst>
                  <a:ext uri="{FF2B5EF4-FFF2-40B4-BE49-F238E27FC236}">
                    <a16:creationId xmlns:a16="http://schemas.microsoft.com/office/drawing/2014/main" id="{1BF2D2A9-D6F2-4870-ABE3-664EB0E7E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3267"/>
                <a:ext cx="16" cy="13"/>
              </a:xfrm>
              <a:custGeom>
                <a:avLst/>
                <a:gdLst>
                  <a:gd name="T0" fmla="*/ 0 w 12"/>
                  <a:gd name="T1" fmla="*/ 22 h 10"/>
                  <a:gd name="T2" fmla="*/ 28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3" y="6"/>
                      <a:pt x="7" y="2"/>
                      <a:pt x="12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8" name="Freeform 338">
                <a:extLst>
                  <a:ext uri="{FF2B5EF4-FFF2-40B4-BE49-F238E27FC236}">
                    <a16:creationId xmlns:a16="http://schemas.microsoft.com/office/drawing/2014/main" id="{39530881-9B2A-45C4-9046-F4DC10990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2616"/>
                <a:ext cx="20" cy="9"/>
              </a:xfrm>
              <a:custGeom>
                <a:avLst/>
                <a:gdLst>
                  <a:gd name="T0" fmla="*/ 0 w 15"/>
                  <a:gd name="T1" fmla="*/ 15 h 7"/>
                  <a:gd name="T2" fmla="*/ 36 w 1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cubicBezTo>
                      <a:pt x="4" y="6"/>
                      <a:pt x="15" y="2"/>
                      <a:pt x="15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9" name="Freeform 339">
                <a:extLst>
                  <a:ext uri="{FF2B5EF4-FFF2-40B4-BE49-F238E27FC236}">
                    <a16:creationId xmlns:a16="http://schemas.microsoft.com/office/drawing/2014/main" id="{582C3A48-3C7D-4C81-B73D-BBD133E04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226"/>
                <a:ext cx="21" cy="38"/>
              </a:xfrm>
              <a:custGeom>
                <a:avLst/>
                <a:gdLst>
                  <a:gd name="T0" fmla="*/ 37 w 16"/>
                  <a:gd name="T1" fmla="*/ 0 h 28"/>
                  <a:gd name="T2" fmla="*/ 0 w 16"/>
                  <a:gd name="T3" fmla="*/ 7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10" y="9"/>
                      <a:pt x="6" y="19"/>
                      <a:pt x="0" y="28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0" name="Freeform 340">
                <a:extLst>
                  <a:ext uri="{FF2B5EF4-FFF2-40B4-BE49-F238E27FC236}">
                    <a16:creationId xmlns:a16="http://schemas.microsoft.com/office/drawing/2014/main" id="{88981441-6456-4C8D-9318-AC04319D4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219"/>
                <a:ext cx="21" cy="43"/>
              </a:xfrm>
              <a:custGeom>
                <a:avLst/>
                <a:gdLst>
                  <a:gd name="T0" fmla="*/ 37 w 16"/>
                  <a:gd name="T1" fmla="*/ 0 h 32"/>
                  <a:gd name="T2" fmla="*/ 0 w 16"/>
                  <a:gd name="T3" fmla="*/ 7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2">
                    <a:moveTo>
                      <a:pt x="16" y="0"/>
                    </a:moveTo>
                    <a:cubicBezTo>
                      <a:pt x="11" y="11"/>
                      <a:pt x="6" y="22"/>
                      <a:pt x="0" y="32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1" name="Freeform 341">
                <a:extLst>
                  <a:ext uri="{FF2B5EF4-FFF2-40B4-BE49-F238E27FC236}">
                    <a16:creationId xmlns:a16="http://schemas.microsoft.com/office/drawing/2014/main" id="{E3029B20-783B-4422-9FA5-39FC51C1E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852"/>
                <a:ext cx="10" cy="4"/>
              </a:xfrm>
              <a:custGeom>
                <a:avLst/>
                <a:gdLst>
                  <a:gd name="T0" fmla="*/ 0 w 7"/>
                  <a:gd name="T1" fmla="*/ 7 h 3"/>
                  <a:gd name="T2" fmla="*/ 20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2" name="Freeform 342">
                <a:extLst>
                  <a:ext uri="{FF2B5EF4-FFF2-40B4-BE49-F238E27FC236}">
                    <a16:creationId xmlns:a16="http://schemas.microsoft.com/office/drawing/2014/main" id="{49BFFDEC-E8F8-4638-A288-A693394E6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1841"/>
                <a:ext cx="12" cy="9"/>
              </a:xfrm>
              <a:custGeom>
                <a:avLst/>
                <a:gdLst>
                  <a:gd name="T0" fmla="*/ 0 w 9"/>
                  <a:gd name="T1" fmla="*/ 8 h 6"/>
                  <a:gd name="T2" fmla="*/ 16 w 9"/>
                  <a:gd name="T3" fmla="*/ 5 h 6"/>
                  <a:gd name="T4" fmla="*/ 1 w 9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2"/>
                    </a:moveTo>
                    <a:cubicBezTo>
                      <a:pt x="2" y="1"/>
                      <a:pt x="6" y="0"/>
                      <a:pt x="7" y="1"/>
                    </a:cubicBezTo>
                    <a:cubicBezTo>
                      <a:pt x="9" y="4"/>
                      <a:pt x="2" y="6"/>
                      <a:pt x="1" y="6"/>
                    </a:cubicBezTo>
                  </a:path>
                </a:pathLst>
              </a:custGeom>
              <a:noFill/>
              <a:ln w="3175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3" name="Freeform 343">
                <a:extLst>
                  <a:ext uri="{FF2B5EF4-FFF2-40B4-BE49-F238E27FC236}">
                    <a16:creationId xmlns:a16="http://schemas.microsoft.com/office/drawing/2014/main" id="{E8BE9B15-1E3D-4951-A8C7-34959F965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1889"/>
                <a:ext cx="15" cy="13"/>
              </a:xfrm>
              <a:custGeom>
                <a:avLst/>
                <a:gdLst>
                  <a:gd name="T0" fmla="*/ 15 w 11"/>
                  <a:gd name="T1" fmla="*/ 0 h 10"/>
                  <a:gd name="T2" fmla="*/ 1 w 11"/>
                  <a:gd name="T3" fmla="*/ 7 h 10"/>
                  <a:gd name="T4" fmla="*/ 10 w 11"/>
                  <a:gd name="T5" fmla="*/ 9 h 10"/>
                  <a:gd name="T6" fmla="*/ 0 w 11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cubicBezTo>
                      <a:pt x="5" y="0"/>
                      <a:pt x="1" y="1"/>
                      <a:pt x="1" y="3"/>
                    </a:cubicBezTo>
                    <a:cubicBezTo>
                      <a:pt x="1" y="5"/>
                      <a:pt x="3" y="4"/>
                      <a:pt x="4" y="4"/>
                    </a:cubicBezTo>
                    <a:cubicBezTo>
                      <a:pt x="11" y="7"/>
                      <a:pt x="4" y="9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4" name="Freeform 344">
                <a:extLst>
                  <a:ext uri="{FF2B5EF4-FFF2-40B4-BE49-F238E27FC236}">
                    <a16:creationId xmlns:a16="http://schemas.microsoft.com/office/drawing/2014/main" id="{1AB1F9F3-EA70-4278-8330-D42BB3C12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016"/>
                <a:ext cx="12" cy="10"/>
              </a:xfrm>
              <a:custGeom>
                <a:avLst/>
                <a:gdLst>
                  <a:gd name="T0" fmla="*/ 16 w 9"/>
                  <a:gd name="T1" fmla="*/ 0 h 7"/>
                  <a:gd name="T2" fmla="*/ 21 w 9"/>
                  <a:gd name="T3" fmla="*/ 1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7" y="0"/>
                    </a:moveTo>
                    <a:cubicBezTo>
                      <a:pt x="0" y="1"/>
                      <a:pt x="1" y="7"/>
                      <a:pt x="9" y="5"/>
                    </a:cubicBezTo>
                  </a:path>
                </a:pathLst>
              </a:custGeom>
              <a:noFill/>
              <a:ln w="3175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5" name="Freeform 345">
                <a:extLst>
                  <a:ext uri="{FF2B5EF4-FFF2-40B4-BE49-F238E27FC236}">
                    <a16:creationId xmlns:a16="http://schemas.microsoft.com/office/drawing/2014/main" id="{1574DA08-63F9-4D81-A62A-BB2F18AE0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063"/>
                <a:ext cx="126" cy="190"/>
              </a:xfrm>
              <a:custGeom>
                <a:avLst/>
                <a:gdLst>
                  <a:gd name="T0" fmla="*/ 232 w 93"/>
                  <a:gd name="T1" fmla="*/ 0 h 141"/>
                  <a:gd name="T2" fmla="*/ 171 w 93"/>
                  <a:gd name="T3" fmla="*/ 85 h 141"/>
                  <a:gd name="T4" fmla="*/ 0 w 93"/>
                  <a:gd name="T5" fmla="*/ 345 h 141"/>
                  <a:gd name="T6" fmla="*/ 176 w 93"/>
                  <a:gd name="T7" fmla="*/ 96 h 141"/>
                  <a:gd name="T8" fmla="*/ 232 w 93"/>
                  <a:gd name="T9" fmla="*/ 0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41">
                    <a:moveTo>
                      <a:pt x="93" y="0"/>
                    </a:moveTo>
                    <a:cubicBezTo>
                      <a:pt x="93" y="5"/>
                      <a:pt x="86" y="17"/>
                      <a:pt x="69" y="35"/>
                    </a:cubicBezTo>
                    <a:cubicBezTo>
                      <a:pt x="51" y="53"/>
                      <a:pt x="11" y="117"/>
                      <a:pt x="0" y="141"/>
                    </a:cubicBezTo>
                    <a:cubicBezTo>
                      <a:pt x="9" y="126"/>
                      <a:pt x="59" y="52"/>
                      <a:pt x="71" y="39"/>
                    </a:cubicBezTo>
                    <a:cubicBezTo>
                      <a:pt x="83" y="26"/>
                      <a:pt x="93" y="9"/>
                      <a:pt x="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6" name="Freeform 346">
                <a:extLst>
                  <a:ext uri="{FF2B5EF4-FFF2-40B4-BE49-F238E27FC236}">
                    <a16:creationId xmlns:a16="http://schemas.microsoft.com/office/drawing/2014/main" id="{D1D30635-1EDB-43F6-95B1-39D4B6044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555"/>
                <a:ext cx="8" cy="89"/>
              </a:xfrm>
              <a:custGeom>
                <a:avLst/>
                <a:gdLst>
                  <a:gd name="T0" fmla="*/ 15 w 6"/>
                  <a:gd name="T1" fmla="*/ 0 h 66"/>
                  <a:gd name="T2" fmla="*/ 1 w 6"/>
                  <a:gd name="T3" fmla="*/ 162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6">
                    <a:moveTo>
                      <a:pt x="6" y="0"/>
                    </a:moveTo>
                    <a:cubicBezTo>
                      <a:pt x="2" y="6"/>
                      <a:pt x="0" y="57"/>
                      <a:pt x="1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7" name="Freeform 347">
                <a:extLst>
                  <a:ext uri="{FF2B5EF4-FFF2-40B4-BE49-F238E27FC236}">
                    <a16:creationId xmlns:a16="http://schemas.microsoft.com/office/drawing/2014/main" id="{74FA674A-5DBD-4EA6-B99E-5B9133742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387"/>
                <a:ext cx="129" cy="903"/>
              </a:xfrm>
              <a:custGeom>
                <a:avLst/>
                <a:gdLst>
                  <a:gd name="T0" fmla="*/ 36 w 96"/>
                  <a:gd name="T1" fmla="*/ 210 h 671"/>
                  <a:gd name="T2" fmla="*/ 62 w 96"/>
                  <a:gd name="T3" fmla="*/ 192 h 671"/>
                  <a:gd name="T4" fmla="*/ 136 w 96"/>
                  <a:gd name="T5" fmla="*/ 326 h 671"/>
                  <a:gd name="T6" fmla="*/ 128 w 96"/>
                  <a:gd name="T7" fmla="*/ 837 h 671"/>
                  <a:gd name="T8" fmla="*/ 101 w 96"/>
                  <a:gd name="T9" fmla="*/ 964 h 671"/>
                  <a:gd name="T10" fmla="*/ 69 w 96"/>
                  <a:gd name="T11" fmla="*/ 1101 h 671"/>
                  <a:gd name="T12" fmla="*/ 58 w 96"/>
                  <a:gd name="T13" fmla="*/ 1179 h 671"/>
                  <a:gd name="T14" fmla="*/ 58 w 96"/>
                  <a:gd name="T15" fmla="*/ 1295 h 671"/>
                  <a:gd name="T16" fmla="*/ 65 w 96"/>
                  <a:gd name="T17" fmla="*/ 1382 h 671"/>
                  <a:gd name="T18" fmla="*/ 69 w 96"/>
                  <a:gd name="T19" fmla="*/ 1389 h 671"/>
                  <a:gd name="T20" fmla="*/ 48 w 96"/>
                  <a:gd name="T21" fmla="*/ 1439 h 671"/>
                  <a:gd name="T22" fmla="*/ 40 w 96"/>
                  <a:gd name="T23" fmla="*/ 1447 h 671"/>
                  <a:gd name="T24" fmla="*/ 7 w 96"/>
                  <a:gd name="T25" fmla="*/ 1503 h 671"/>
                  <a:gd name="T26" fmla="*/ 1 w 96"/>
                  <a:gd name="T27" fmla="*/ 1560 h 671"/>
                  <a:gd name="T28" fmla="*/ 15 w 96"/>
                  <a:gd name="T29" fmla="*/ 1507 h 671"/>
                  <a:gd name="T30" fmla="*/ 51 w 96"/>
                  <a:gd name="T31" fmla="*/ 1457 h 671"/>
                  <a:gd name="T32" fmla="*/ 62 w 96"/>
                  <a:gd name="T33" fmla="*/ 1447 h 671"/>
                  <a:gd name="T34" fmla="*/ 70 w 96"/>
                  <a:gd name="T35" fmla="*/ 1432 h 671"/>
                  <a:gd name="T36" fmla="*/ 70 w 96"/>
                  <a:gd name="T37" fmla="*/ 1444 h 671"/>
                  <a:gd name="T38" fmla="*/ 62 w 96"/>
                  <a:gd name="T39" fmla="*/ 1635 h 671"/>
                  <a:gd name="T40" fmla="*/ 85 w 96"/>
                  <a:gd name="T41" fmla="*/ 1440 h 671"/>
                  <a:gd name="T42" fmla="*/ 79 w 96"/>
                  <a:gd name="T43" fmla="*/ 1379 h 671"/>
                  <a:gd name="T44" fmla="*/ 78 w 96"/>
                  <a:gd name="T45" fmla="*/ 1292 h 671"/>
                  <a:gd name="T46" fmla="*/ 78 w 96"/>
                  <a:gd name="T47" fmla="*/ 1184 h 671"/>
                  <a:gd name="T48" fmla="*/ 87 w 96"/>
                  <a:gd name="T49" fmla="*/ 1101 h 671"/>
                  <a:gd name="T50" fmla="*/ 120 w 96"/>
                  <a:gd name="T51" fmla="*/ 968 h 671"/>
                  <a:gd name="T52" fmla="*/ 148 w 96"/>
                  <a:gd name="T53" fmla="*/ 838 h 671"/>
                  <a:gd name="T54" fmla="*/ 163 w 96"/>
                  <a:gd name="T55" fmla="*/ 509 h 671"/>
                  <a:gd name="T56" fmla="*/ 172 w 96"/>
                  <a:gd name="T57" fmla="*/ 494 h 671"/>
                  <a:gd name="T58" fmla="*/ 191 w 96"/>
                  <a:gd name="T59" fmla="*/ 486 h 671"/>
                  <a:gd name="T60" fmla="*/ 204 w 96"/>
                  <a:gd name="T61" fmla="*/ 536 h 671"/>
                  <a:gd name="T62" fmla="*/ 204 w 96"/>
                  <a:gd name="T63" fmla="*/ 561 h 671"/>
                  <a:gd name="T64" fmla="*/ 211 w 96"/>
                  <a:gd name="T65" fmla="*/ 607 h 671"/>
                  <a:gd name="T66" fmla="*/ 216 w 96"/>
                  <a:gd name="T67" fmla="*/ 717 h 671"/>
                  <a:gd name="T68" fmla="*/ 220 w 96"/>
                  <a:gd name="T69" fmla="*/ 719 h 671"/>
                  <a:gd name="T70" fmla="*/ 220 w 96"/>
                  <a:gd name="T71" fmla="*/ 604 h 671"/>
                  <a:gd name="T72" fmla="*/ 216 w 96"/>
                  <a:gd name="T73" fmla="*/ 561 h 671"/>
                  <a:gd name="T74" fmla="*/ 216 w 96"/>
                  <a:gd name="T75" fmla="*/ 538 h 671"/>
                  <a:gd name="T76" fmla="*/ 203 w 96"/>
                  <a:gd name="T77" fmla="*/ 472 h 671"/>
                  <a:gd name="T78" fmla="*/ 210 w 96"/>
                  <a:gd name="T79" fmla="*/ 445 h 671"/>
                  <a:gd name="T80" fmla="*/ 216 w 96"/>
                  <a:gd name="T81" fmla="*/ 409 h 671"/>
                  <a:gd name="T82" fmla="*/ 206 w 96"/>
                  <a:gd name="T83" fmla="*/ 408 h 671"/>
                  <a:gd name="T84" fmla="*/ 199 w 96"/>
                  <a:gd name="T85" fmla="*/ 444 h 671"/>
                  <a:gd name="T86" fmla="*/ 172 w 96"/>
                  <a:gd name="T87" fmla="*/ 480 h 671"/>
                  <a:gd name="T88" fmla="*/ 163 w 96"/>
                  <a:gd name="T89" fmla="*/ 472 h 671"/>
                  <a:gd name="T90" fmla="*/ 156 w 96"/>
                  <a:gd name="T91" fmla="*/ 324 h 671"/>
                  <a:gd name="T92" fmla="*/ 151 w 96"/>
                  <a:gd name="T93" fmla="*/ 295 h 671"/>
                  <a:gd name="T94" fmla="*/ 216 w 96"/>
                  <a:gd name="T95" fmla="*/ 277 h 671"/>
                  <a:gd name="T96" fmla="*/ 210 w 96"/>
                  <a:gd name="T97" fmla="*/ 284 h 671"/>
                  <a:gd name="T98" fmla="*/ 142 w 96"/>
                  <a:gd name="T99" fmla="*/ 270 h 671"/>
                  <a:gd name="T100" fmla="*/ 142 w 96"/>
                  <a:gd name="T101" fmla="*/ 270 h 671"/>
                  <a:gd name="T102" fmla="*/ 93 w 96"/>
                  <a:gd name="T103" fmla="*/ 195 h 671"/>
                  <a:gd name="T104" fmla="*/ 93 w 96"/>
                  <a:gd name="T105" fmla="*/ 183 h 671"/>
                  <a:gd name="T106" fmla="*/ 114 w 96"/>
                  <a:gd name="T107" fmla="*/ 27 h 671"/>
                  <a:gd name="T108" fmla="*/ 112 w 96"/>
                  <a:gd name="T109" fmla="*/ 0 h 671"/>
                  <a:gd name="T110" fmla="*/ 99 w 96"/>
                  <a:gd name="T111" fmla="*/ 0 h 671"/>
                  <a:gd name="T112" fmla="*/ 101 w 96"/>
                  <a:gd name="T113" fmla="*/ 30 h 671"/>
                  <a:gd name="T114" fmla="*/ 75 w 96"/>
                  <a:gd name="T115" fmla="*/ 168 h 671"/>
                  <a:gd name="T116" fmla="*/ 63 w 96"/>
                  <a:gd name="T117" fmla="*/ 171 h 671"/>
                  <a:gd name="T118" fmla="*/ 31 w 96"/>
                  <a:gd name="T119" fmla="*/ 125 h 67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96" h="671">
                    <a:moveTo>
                      <a:pt x="15" y="86"/>
                    </a:moveTo>
                    <a:cubicBezTo>
                      <a:pt x="17" y="77"/>
                      <a:pt x="20" y="78"/>
                      <a:pt x="25" y="79"/>
                    </a:cubicBezTo>
                    <a:cubicBezTo>
                      <a:pt x="41" y="91"/>
                      <a:pt x="52" y="106"/>
                      <a:pt x="56" y="134"/>
                    </a:cubicBezTo>
                    <a:cubicBezTo>
                      <a:pt x="62" y="184"/>
                      <a:pt x="58" y="297"/>
                      <a:pt x="53" y="343"/>
                    </a:cubicBezTo>
                    <a:cubicBezTo>
                      <a:pt x="52" y="354"/>
                      <a:pt x="47" y="374"/>
                      <a:pt x="42" y="395"/>
                    </a:cubicBezTo>
                    <a:cubicBezTo>
                      <a:pt x="34" y="425"/>
                      <a:pt x="27" y="437"/>
                      <a:pt x="28" y="452"/>
                    </a:cubicBezTo>
                    <a:cubicBezTo>
                      <a:pt x="28" y="463"/>
                      <a:pt x="26" y="473"/>
                      <a:pt x="24" y="484"/>
                    </a:cubicBezTo>
                    <a:cubicBezTo>
                      <a:pt x="22" y="494"/>
                      <a:pt x="23" y="517"/>
                      <a:pt x="24" y="531"/>
                    </a:cubicBezTo>
                    <a:cubicBezTo>
                      <a:pt x="26" y="543"/>
                      <a:pt x="27" y="555"/>
                      <a:pt x="27" y="567"/>
                    </a:cubicBezTo>
                    <a:cubicBezTo>
                      <a:pt x="28" y="570"/>
                      <a:pt x="28" y="570"/>
                      <a:pt x="28" y="570"/>
                    </a:cubicBezTo>
                    <a:cubicBezTo>
                      <a:pt x="27" y="578"/>
                      <a:pt x="25" y="583"/>
                      <a:pt x="20" y="590"/>
                    </a:cubicBezTo>
                    <a:cubicBezTo>
                      <a:pt x="16" y="594"/>
                      <a:pt x="16" y="594"/>
                      <a:pt x="16" y="594"/>
                    </a:cubicBezTo>
                    <a:cubicBezTo>
                      <a:pt x="11" y="601"/>
                      <a:pt x="6" y="608"/>
                      <a:pt x="3" y="617"/>
                    </a:cubicBezTo>
                    <a:cubicBezTo>
                      <a:pt x="0" y="625"/>
                      <a:pt x="1" y="640"/>
                      <a:pt x="1" y="640"/>
                    </a:cubicBezTo>
                    <a:cubicBezTo>
                      <a:pt x="1" y="640"/>
                      <a:pt x="5" y="622"/>
                      <a:pt x="6" y="618"/>
                    </a:cubicBezTo>
                    <a:cubicBezTo>
                      <a:pt x="9" y="610"/>
                      <a:pt x="16" y="605"/>
                      <a:pt x="21" y="598"/>
                    </a:cubicBezTo>
                    <a:cubicBezTo>
                      <a:pt x="25" y="594"/>
                      <a:pt x="25" y="594"/>
                      <a:pt x="25" y="594"/>
                    </a:cubicBezTo>
                    <a:cubicBezTo>
                      <a:pt x="26" y="591"/>
                      <a:pt x="28" y="589"/>
                      <a:pt x="29" y="588"/>
                    </a:cubicBezTo>
                    <a:cubicBezTo>
                      <a:pt x="29" y="592"/>
                      <a:pt x="29" y="592"/>
                      <a:pt x="29" y="592"/>
                    </a:cubicBezTo>
                    <a:cubicBezTo>
                      <a:pt x="31" y="620"/>
                      <a:pt x="37" y="651"/>
                      <a:pt x="25" y="671"/>
                    </a:cubicBezTo>
                    <a:cubicBezTo>
                      <a:pt x="38" y="648"/>
                      <a:pt x="37" y="620"/>
                      <a:pt x="35" y="591"/>
                    </a:cubicBezTo>
                    <a:cubicBezTo>
                      <a:pt x="33" y="566"/>
                      <a:pt x="33" y="566"/>
                      <a:pt x="33" y="566"/>
                    </a:cubicBezTo>
                    <a:cubicBezTo>
                      <a:pt x="33" y="554"/>
                      <a:pt x="34" y="542"/>
                      <a:pt x="32" y="530"/>
                    </a:cubicBezTo>
                    <a:cubicBezTo>
                      <a:pt x="31" y="516"/>
                      <a:pt x="30" y="496"/>
                      <a:pt x="32" y="486"/>
                    </a:cubicBezTo>
                    <a:cubicBezTo>
                      <a:pt x="34" y="475"/>
                      <a:pt x="36" y="463"/>
                      <a:pt x="36" y="452"/>
                    </a:cubicBezTo>
                    <a:cubicBezTo>
                      <a:pt x="35" y="438"/>
                      <a:pt x="42" y="425"/>
                      <a:pt x="49" y="397"/>
                    </a:cubicBezTo>
                    <a:cubicBezTo>
                      <a:pt x="55" y="376"/>
                      <a:pt x="60" y="355"/>
                      <a:pt x="61" y="344"/>
                    </a:cubicBezTo>
                    <a:cubicBezTo>
                      <a:pt x="64" y="314"/>
                      <a:pt x="67" y="258"/>
                      <a:pt x="67" y="209"/>
                    </a:cubicBezTo>
                    <a:cubicBezTo>
                      <a:pt x="67" y="207"/>
                      <a:pt x="70" y="204"/>
                      <a:pt x="71" y="203"/>
                    </a:cubicBezTo>
                    <a:cubicBezTo>
                      <a:pt x="74" y="202"/>
                      <a:pt x="77" y="201"/>
                      <a:pt x="79" y="199"/>
                    </a:cubicBezTo>
                    <a:cubicBezTo>
                      <a:pt x="84" y="202"/>
                      <a:pt x="85" y="210"/>
                      <a:pt x="84" y="220"/>
                    </a:cubicBezTo>
                    <a:cubicBezTo>
                      <a:pt x="84" y="230"/>
                      <a:pt x="84" y="230"/>
                      <a:pt x="84" y="230"/>
                    </a:cubicBezTo>
                    <a:cubicBezTo>
                      <a:pt x="87" y="249"/>
                      <a:pt x="87" y="249"/>
                      <a:pt x="87" y="249"/>
                    </a:cubicBezTo>
                    <a:cubicBezTo>
                      <a:pt x="89" y="264"/>
                      <a:pt x="93" y="280"/>
                      <a:pt x="89" y="294"/>
                    </a:cubicBezTo>
                    <a:cubicBezTo>
                      <a:pt x="91" y="295"/>
                      <a:pt x="91" y="295"/>
                      <a:pt x="91" y="295"/>
                    </a:cubicBezTo>
                    <a:cubicBezTo>
                      <a:pt x="96" y="279"/>
                      <a:pt x="94" y="264"/>
                      <a:pt x="91" y="248"/>
                    </a:cubicBezTo>
                    <a:cubicBezTo>
                      <a:pt x="89" y="230"/>
                      <a:pt x="89" y="230"/>
                      <a:pt x="89" y="230"/>
                    </a:cubicBezTo>
                    <a:cubicBezTo>
                      <a:pt x="89" y="221"/>
                      <a:pt x="89" y="221"/>
                      <a:pt x="89" y="221"/>
                    </a:cubicBezTo>
                    <a:cubicBezTo>
                      <a:pt x="90" y="212"/>
                      <a:pt x="90" y="199"/>
                      <a:pt x="83" y="194"/>
                    </a:cubicBezTo>
                    <a:cubicBezTo>
                      <a:pt x="84" y="191"/>
                      <a:pt x="85" y="187"/>
                      <a:pt x="86" y="183"/>
                    </a:cubicBezTo>
                    <a:cubicBezTo>
                      <a:pt x="86" y="178"/>
                      <a:pt x="87" y="174"/>
                      <a:pt x="89" y="168"/>
                    </a:cubicBezTo>
                    <a:cubicBezTo>
                      <a:pt x="85" y="167"/>
                      <a:pt x="85" y="167"/>
                      <a:pt x="85" y="167"/>
                    </a:cubicBezTo>
                    <a:cubicBezTo>
                      <a:pt x="83" y="173"/>
                      <a:pt x="82" y="178"/>
                      <a:pt x="82" y="182"/>
                    </a:cubicBezTo>
                    <a:cubicBezTo>
                      <a:pt x="80" y="190"/>
                      <a:pt x="78" y="194"/>
                      <a:pt x="71" y="197"/>
                    </a:cubicBezTo>
                    <a:cubicBezTo>
                      <a:pt x="70" y="198"/>
                      <a:pt x="67" y="196"/>
                      <a:pt x="67" y="194"/>
                    </a:cubicBezTo>
                    <a:cubicBezTo>
                      <a:pt x="67" y="171"/>
                      <a:pt x="66" y="149"/>
                      <a:pt x="64" y="133"/>
                    </a:cubicBezTo>
                    <a:cubicBezTo>
                      <a:pt x="63" y="129"/>
                      <a:pt x="63" y="125"/>
                      <a:pt x="62" y="121"/>
                    </a:cubicBezTo>
                    <a:cubicBezTo>
                      <a:pt x="75" y="135"/>
                      <a:pt x="84" y="126"/>
                      <a:pt x="89" y="114"/>
                    </a:cubicBezTo>
                    <a:cubicBezTo>
                      <a:pt x="86" y="117"/>
                      <a:pt x="86" y="117"/>
                      <a:pt x="86" y="117"/>
                    </a:cubicBezTo>
                    <a:cubicBezTo>
                      <a:pt x="77" y="128"/>
                      <a:pt x="68" y="120"/>
                      <a:pt x="59" y="111"/>
                    </a:cubicBezTo>
                    <a:cubicBezTo>
                      <a:pt x="59" y="111"/>
                      <a:pt x="59" y="111"/>
                      <a:pt x="59" y="111"/>
                    </a:cubicBezTo>
                    <a:cubicBezTo>
                      <a:pt x="54" y="99"/>
                      <a:pt x="46" y="87"/>
                      <a:pt x="38" y="80"/>
                    </a:cubicBezTo>
                    <a:cubicBezTo>
                      <a:pt x="37" y="79"/>
                      <a:pt x="37" y="75"/>
                      <a:pt x="38" y="75"/>
                    </a:cubicBezTo>
                    <a:cubicBezTo>
                      <a:pt x="54" y="60"/>
                      <a:pt x="49" y="32"/>
                      <a:pt x="47" y="1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4" y="32"/>
                      <a:pt x="46" y="57"/>
                      <a:pt x="31" y="69"/>
                    </a:cubicBezTo>
                    <a:cubicBezTo>
                      <a:pt x="30" y="70"/>
                      <a:pt x="26" y="71"/>
                      <a:pt x="26" y="70"/>
                    </a:cubicBezTo>
                    <a:cubicBezTo>
                      <a:pt x="19" y="69"/>
                      <a:pt x="14" y="57"/>
                      <a:pt x="13" y="51"/>
                    </a:cubicBezTo>
                  </a:path>
                </a:pathLst>
              </a:custGeom>
              <a:noFill/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8" name="Freeform 348">
                <a:extLst>
                  <a:ext uri="{FF2B5EF4-FFF2-40B4-BE49-F238E27FC236}">
                    <a16:creationId xmlns:a16="http://schemas.microsoft.com/office/drawing/2014/main" id="{645E9AD5-8C52-428D-A240-6A5D0D60A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387"/>
                <a:ext cx="129" cy="903"/>
              </a:xfrm>
              <a:custGeom>
                <a:avLst/>
                <a:gdLst>
                  <a:gd name="T0" fmla="*/ 36 w 96"/>
                  <a:gd name="T1" fmla="*/ 210 h 671"/>
                  <a:gd name="T2" fmla="*/ 62 w 96"/>
                  <a:gd name="T3" fmla="*/ 192 h 671"/>
                  <a:gd name="T4" fmla="*/ 136 w 96"/>
                  <a:gd name="T5" fmla="*/ 326 h 671"/>
                  <a:gd name="T6" fmla="*/ 128 w 96"/>
                  <a:gd name="T7" fmla="*/ 837 h 671"/>
                  <a:gd name="T8" fmla="*/ 101 w 96"/>
                  <a:gd name="T9" fmla="*/ 964 h 671"/>
                  <a:gd name="T10" fmla="*/ 69 w 96"/>
                  <a:gd name="T11" fmla="*/ 1101 h 671"/>
                  <a:gd name="T12" fmla="*/ 58 w 96"/>
                  <a:gd name="T13" fmla="*/ 1179 h 671"/>
                  <a:gd name="T14" fmla="*/ 58 w 96"/>
                  <a:gd name="T15" fmla="*/ 1295 h 671"/>
                  <a:gd name="T16" fmla="*/ 65 w 96"/>
                  <a:gd name="T17" fmla="*/ 1382 h 671"/>
                  <a:gd name="T18" fmla="*/ 69 w 96"/>
                  <a:gd name="T19" fmla="*/ 1389 h 671"/>
                  <a:gd name="T20" fmla="*/ 48 w 96"/>
                  <a:gd name="T21" fmla="*/ 1439 h 671"/>
                  <a:gd name="T22" fmla="*/ 40 w 96"/>
                  <a:gd name="T23" fmla="*/ 1447 h 671"/>
                  <a:gd name="T24" fmla="*/ 7 w 96"/>
                  <a:gd name="T25" fmla="*/ 1503 h 671"/>
                  <a:gd name="T26" fmla="*/ 1 w 96"/>
                  <a:gd name="T27" fmla="*/ 1560 h 671"/>
                  <a:gd name="T28" fmla="*/ 15 w 96"/>
                  <a:gd name="T29" fmla="*/ 1507 h 671"/>
                  <a:gd name="T30" fmla="*/ 51 w 96"/>
                  <a:gd name="T31" fmla="*/ 1457 h 671"/>
                  <a:gd name="T32" fmla="*/ 62 w 96"/>
                  <a:gd name="T33" fmla="*/ 1447 h 671"/>
                  <a:gd name="T34" fmla="*/ 70 w 96"/>
                  <a:gd name="T35" fmla="*/ 1432 h 671"/>
                  <a:gd name="T36" fmla="*/ 70 w 96"/>
                  <a:gd name="T37" fmla="*/ 1444 h 671"/>
                  <a:gd name="T38" fmla="*/ 62 w 96"/>
                  <a:gd name="T39" fmla="*/ 1635 h 671"/>
                  <a:gd name="T40" fmla="*/ 85 w 96"/>
                  <a:gd name="T41" fmla="*/ 1440 h 671"/>
                  <a:gd name="T42" fmla="*/ 79 w 96"/>
                  <a:gd name="T43" fmla="*/ 1379 h 671"/>
                  <a:gd name="T44" fmla="*/ 78 w 96"/>
                  <a:gd name="T45" fmla="*/ 1292 h 671"/>
                  <a:gd name="T46" fmla="*/ 78 w 96"/>
                  <a:gd name="T47" fmla="*/ 1184 h 671"/>
                  <a:gd name="T48" fmla="*/ 87 w 96"/>
                  <a:gd name="T49" fmla="*/ 1101 h 671"/>
                  <a:gd name="T50" fmla="*/ 120 w 96"/>
                  <a:gd name="T51" fmla="*/ 968 h 671"/>
                  <a:gd name="T52" fmla="*/ 148 w 96"/>
                  <a:gd name="T53" fmla="*/ 838 h 671"/>
                  <a:gd name="T54" fmla="*/ 163 w 96"/>
                  <a:gd name="T55" fmla="*/ 509 h 671"/>
                  <a:gd name="T56" fmla="*/ 172 w 96"/>
                  <a:gd name="T57" fmla="*/ 494 h 671"/>
                  <a:gd name="T58" fmla="*/ 191 w 96"/>
                  <a:gd name="T59" fmla="*/ 486 h 671"/>
                  <a:gd name="T60" fmla="*/ 204 w 96"/>
                  <a:gd name="T61" fmla="*/ 536 h 671"/>
                  <a:gd name="T62" fmla="*/ 204 w 96"/>
                  <a:gd name="T63" fmla="*/ 561 h 671"/>
                  <a:gd name="T64" fmla="*/ 211 w 96"/>
                  <a:gd name="T65" fmla="*/ 607 h 671"/>
                  <a:gd name="T66" fmla="*/ 216 w 96"/>
                  <a:gd name="T67" fmla="*/ 717 h 671"/>
                  <a:gd name="T68" fmla="*/ 220 w 96"/>
                  <a:gd name="T69" fmla="*/ 719 h 671"/>
                  <a:gd name="T70" fmla="*/ 220 w 96"/>
                  <a:gd name="T71" fmla="*/ 604 h 671"/>
                  <a:gd name="T72" fmla="*/ 216 w 96"/>
                  <a:gd name="T73" fmla="*/ 561 h 671"/>
                  <a:gd name="T74" fmla="*/ 216 w 96"/>
                  <a:gd name="T75" fmla="*/ 538 h 671"/>
                  <a:gd name="T76" fmla="*/ 203 w 96"/>
                  <a:gd name="T77" fmla="*/ 472 h 671"/>
                  <a:gd name="T78" fmla="*/ 210 w 96"/>
                  <a:gd name="T79" fmla="*/ 445 h 671"/>
                  <a:gd name="T80" fmla="*/ 216 w 96"/>
                  <a:gd name="T81" fmla="*/ 409 h 671"/>
                  <a:gd name="T82" fmla="*/ 206 w 96"/>
                  <a:gd name="T83" fmla="*/ 408 h 671"/>
                  <a:gd name="T84" fmla="*/ 199 w 96"/>
                  <a:gd name="T85" fmla="*/ 444 h 671"/>
                  <a:gd name="T86" fmla="*/ 172 w 96"/>
                  <a:gd name="T87" fmla="*/ 480 h 671"/>
                  <a:gd name="T88" fmla="*/ 163 w 96"/>
                  <a:gd name="T89" fmla="*/ 472 h 671"/>
                  <a:gd name="T90" fmla="*/ 156 w 96"/>
                  <a:gd name="T91" fmla="*/ 324 h 671"/>
                  <a:gd name="T92" fmla="*/ 151 w 96"/>
                  <a:gd name="T93" fmla="*/ 295 h 671"/>
                  <a:gd name="T94" fmla="*/ 216 w 96"/>
                  <a:gd name="T95" fmla="*/ 277 h 671"/>
                  <a:gd name="T96" fmla="*/ 210 w 96"/>
                  <a:gd name="T97" fmla="*/ 284 h 671"/>
                  <a:gd name="T98" fmla="*/ 142 w 96"/>
                  <a:gd name="T99" fmla="*/ 270 h 671"/>
                  <a:gd name="T100" fmla="*/ 142 w 96"/>
                  <a:gd name="T101" fmla="*/ 270 h 671"/>
                  <a:gd name="T102" fmla="*/ 93 w 96"/>
                  <a:gd name="T103" fmla="*/ 195 h 671"/>
                  <a:gd name="T104" fmla="*/ 93 w 96"/>
                  <a:gd name="T105" fmla="*/ 183 h 671"/>
                  <a:gd name="T106" fmla="*/ 114 w 96"/>
                  <a:gd name="T107" fmla="*/ 27 h 671"/>
                  <a:gd name="T108" fmla="*/ 112 w 96"/>
                  <a:gd name="T109" fmla="*/ 0 h 671"/>
                  <a:gd name="T110" fmla="*/ 99 w 96"/>
                  <a:gd name="T111" fmla="*/ 0 h 671"/>
                  <a:gd name="T112" fmla="*/ 101 w 96"/>
                  <a:gd name="T113" fmla="*/ 30 h 671"/>
                  <a:gd name="T114" fmla="*/ 75 w 96"/>
                  <a:gd name="T115" fmla="*/ 168 h 671"/>
                  <a:gd name="T116" fmla="*/ 63 w 96"/>
                  <a:gd name="T117" fmla="*/ 171 h 671"/>
                  <a:gd name="T118" fmla="*/ 31 w 96"/>
                  <a:gd name="T119" fmla="*/ 125 h 67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96" h="671">
                    <a:moveTo>
                      <a:pt x="15" y="86"/>
                    </a:moveTo>
                    <a:cubicBezTo>
                      <a:pt x="17" y="77"/>
                      <a:pt x="20" y="78"/>
                      <a:pt x="25" y="79"/>
                    </a:cubicBezTo>
                    <a:cubicBezTo>
                      <a:pt x="41" y="91"/>
                      <a:pt x="52" y="106"/>
                      <a:pt x="56" y="134"/>
                    </a:cubicBezTo>
                    <a:cubicBezTo>
                      <a:pt x="62" y="184"/>
                      <a:pt x="58" y="297"/>
                      <a:pt x="53" y="343"/>
                    </a:cubicBezTo>
                    <a:cubicBezTo>
                      <a:pt x="52" y="354"/>
                      <a:pt x="47" y="374"/>
                      <a:pt x="42" y="395"/>
                    </a:cubicBezTo>
                    <a:cubicBezTo>
                      <a:pt x="34" y="425"/>
                      <a:pt x="27" y="437"/>
                      <a:pt x="28" y="452"/>
                    </a:cubicBezTo>
                    <a:cubicBezTo>
                      <a:pt x="28" y="463"/>
                      <a:pt x="26" y="473"/>
                      <a:pt x="24" y="484"/>
                    </a:cubicBezTo>
                    <a:cubicBezTo>
                      <a:pt x="22" y="494"/>
                      <a:pt x="23" y="517"/>
                      <a:pt x="24" y="531"/>
                    </a:cubicBezTo>
                    <a:cubicBezTo>
                      <a:pt x="26" y="543"/>
                      <a:pt x="27" y="555"/>
                      <a:pt x="27" y="567"/>
                    </a:cubicBezTo>
                    <a:cubicBezTo>
                      <a:pt x="28" y="570"/>
                      <a:pt x="28" y="570"/>
                      <a:pt x="28" y="570"/>
                    </a:cubicBezTo>
                    <a:cubicBezTo>
                      <a:pt x="27" y="578"/>
                      <a:pt x="25" y="583"/>
                      <a:pt x="20" y="590"/>
                    </a:cubicBezTo>
                    <a:cubicBezTo>
                      <a:pt x="16" y="594"/>
                      <a:pt x="16" y="594"/>
                      <a:pt x="16" y="594"/>
                    </a:cubicBezTo>
                    <a:cubicBezTo>
                      <a:pt x="11" y="601"/>
                      <a:pt x="6" y="608"/>
                      <a:pt x="3" y="617"/>
                    </a:cubicBezTo>
                    <a:cubicBezTo>
                      <a:pt x="0" y="625"/>
                      <a:pt x="1" y="640"/>
                      <a:pt x="1" y="640"/>
                    </a:cubicBezTo>
                    <a:cubicBezTo>
                      <a:pt x="1" y="640"/>
                      <a:pt x="5" y="622"/>
                      <a:pt x="6" y="618"/>
                    </a:cubicBezTo>
                    <a:cubicBezTo>
                      <a:pt x="9" y="610"/>
                      <a:pt x="16" y="605"/>
                      <a:pt x="21" y="598"/>
                    </a:cubicBezTo>
                    <a:cubicBezTo>
                      <a:pt x="25" y="594"/>
                      <a:pt x="25" y="594"/>
                      <a:pt x="25" y="594"/>
                    </a:cubicBezTo>
                    <a:cubicBezTo>
                      <a:pt x="26" y="591"/>
                      <a:pt x="28" y="589"/>
                      <a:pt x="29" y="588"/>
                    </a:cubicBezTo>
                    <a:cubicBezTo>
                      <a:pt x="29" y="592"/>
                      <a:pt x="29" y="592"/>
                      <a:pt x="29" y="592"/>
                    </a:cubicBezTo>
                    <a:cubicBezTo>
                      <a:pt x="31" y="620"/>
                      <a:pt x="37" y="651"/>
                      <a:pt x="25" y="671"/>
                    </a:cubicBezTo>
                    <a:cubicBezTo>
                      <a:pt x="38" y="648"/>
                      <a:pt x="37" y="620"/>
                      <a:pt x="35" y="591"/>
                    </a:cubicBezTo>
                    <a:cubicBezTo>
                      <a:pt x="33" y="566"/>
                      <a:pt x="33" y="566"/>
                      <a:pt x="33" y="566"/>
                    </a:cubicBezTo>
                    <a:cubicBezTo>
                      <a:pt x="33" y="554"/>
                      <a:pt x="34" y="542"/>
                      <a:pt x="32" y="530"/>
                    </a:cubicBezTo>
                    <a:cubicBezTo>
                      <a:pt x="31" y="516"/>
                      <a:pt x="30" y="496"/>
                      <a:pt x="32" y="486"/>
                    </a:cubicBezTo>
                    <a:cubicBezTo>
                      <a:pt x="34" y="475"/>
                      <a:pt x="36" y="463"/>
                      <a:pt x="36" y="452"/>
                    </a:cubicBezTo>
                    <a:cubicBezTo>
                      <a:pt x="35" y="438"/>
                      <a:pt x="42" y="425"/>
                      <a:pt x="49" y="397"/>
                    </a:cubicBezTo>
                    <a:cubicBezTo>
                      <a:pt x="55" y="376"/>
                      <a:pt x="60" y="355"/>
                      <a:pt x="61" y="344"/>
                    </a:cubicBezTo>
                    <a:cubicBezTo>
                      <a:pt x="64" y="314"/>
                      <a:pt x="67" y="258"/>
                      <a:pt x="67" y="209"/>
                    </a:cubicBezTo>
                    <a:cubicBezTo>
                      <a:pt x="67" y="207"/>
                      <a:pt x="70" y="204"/>
                      <a:pt x="71" y="203"/>
                    </a:cubicBezTo>
                    <a:cubicBezTo>
                      <a:pt x="74" y="202"/>
                      <a:pt x="77" y="201"/>
                      <a:pt x="79" y="199"/>
                    </a:cubicBezTo>
                    <a:cubicBezTo>
                      <a:pt x="84" y="202"/>
                      <a:pt x="85" y="210"/>
                      <a:pt x="84" y="220"/>
                    </a:cubicBezTo>
                    <a:cubicBezTo>
                      <a:pt x="84" y="230"/>
                      <a:pt x="84" y="230"/>
                      <a:pt x="84" y="230"/>
                    </a:cubicBezTo>
                    <a:cubicBezTo>
                      <a:pt x="87" y="249"/>
                      <a:pt x="87" y="249"/>
                      <a:pt x="87" y="249"/>
                    </a:cubicBezTo>
                    <a:cubicBezTo>
                      <a:pt x="89" y="264"/>
                      <a:pt x="93" y="280"/>
                      <a:pt x="89" y="294"/>
                    </a:cubicBezTo>
                    <a:cubicBezTo>
                      <a:pt x="91" y="295"/>
                      <a:pt x="91" y="295"/>
                      <a:pt x="91" y="295"/>
                    </a:cubicBezTo>
                    <a:cubicBezTo>
                      <a:pt x="96" y="279"/>
                      <a:pt x="94" y="264"/>
                      <a:pt x="91" y="248"/>
                    </a:cubicBezTo>
                    <a:cubicBezTo>
                      <a:pt x="89" y="230"/>
                      <a:pt x="89" y="230"/>
                      <a:pt x="89" y="230"/>
                    </a:cubicBezTo>
                    <a:cubicBezTo>
                      <a:pt x="89" y="221"/>
                      <a:pt x="89" y="221"/>
                      <a:pt x="89" y="221"/>
                    </a:cubicBezTo>
                    <a:cubicBezTo>
                      <a:pt x="90" y="212"/>
                      <a:pt x="90" y="199"/>
                      <a:pt x="83" y="194"/>
                    </a:cubicBezTo>
                    <a:cubicBezTo>
                      <a:pt x="84" y="191"/>
                      <a:pt x="85" y="187"/>
                      <a:pt x="86" y="183"/>
                    </a:cubicBezTo>
                    <a:cubicBezTo>
                      <a:pt x="86" y="178"/>
                      <a:pt x="87" y="174"/>
                      <a:pt x="89" y="168"/>
                    </a:cubicBezTo>
                    <a:cubicBezTo>
                      <a:pt x="85" y="167"/>
                      <a:pt x="85" y="167"/>
                      <a:pt x="85" y="167"/>
                    </a:cubicBezTo>
                    <a:cubicBezTo>
                      <a:pt x="83" y="173"/>
                      <a:pt x="82" y="178"/>
                      <a:pt x="82" y="182"/>
                    </a:cubicBezTo>
                    <a:cubicBezTo>
                      <a:pt x="80" y="190"/>
                      <a:pt x="78" y="194"/>
                      <a:pt x="71" y="197"/>
                    </a:cubicBezTo>
                    <a:cubicBezTo>
                      <a:pt x="70" y="198"/>
                      <a:pt x="67" y="196"/>
                      <a:pt x="67" y="194"/>
                    </a:cubicBezTo>
                    <a:cubicBezTo>
                      <a:pt x="67" y="171"/>
                      <a:pt x="66" y="149"/>
                      <a:pt x="64" y="133"/>
                    </a:cubicBezTo>
                    <a:cubicBezTo>
                      <a:pt x="63" y="129"/>
                      <a:pt x="63" y="125"/>
                      <a:pt x="62" y="121"/>
                    </a:cubicBezTo>
                    <a:cubicBezTo>
                      <a:pt x="75" y="135"/>
                      <a:pt x="84" y="126"/>
                      <a:pt x="89" y="114"/>
                    </a:cubicBezTo>
                    <a:cubicBezTo>
                      <a:pt x="86" y="117"/>
                      <a:pt x="86" y="117"/>
                      <a:pt x="86" y="117"/>
                    </a:cubicBezTo>
                    <a:cubicBezTo>
                      <a:pt x="77" y="128"/>
                      <a:pt x="68" y="120"/>
                      <a:pt x="59" y="111"/>
                    </a:cubicBezTo>
                    <a:cubicBezTo>
                      <a:pt x="59" y="111"/>
                      <a:pt x="59" y="111"/>
                      <a:pt x="59" y="111"/>
                    </a:cubicBezTo>
                    <a:cubicBezTo>
                      <a:pt x="54" y="99"/>
                      <a:pt x="46" y="87"/>
                      <a:pt x="38" y="80"/>
                    </a:cubicBezTo>
                    <a:cubicBezTo>
                      <a:pt x="37" y="79"/>
                      <a:pt x="37" y="75"/>
                      <a:pt x="38" y="75"/>
                    </a:cubicBezTo>
                    <a:cubicBezTo>
                      <a:pt x="54" y="60"/>
                      <a:pt x="49" y="32"/>
                      <a:pt x="47" y="1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4" y="32"/>
                      <a:pt x="46" y="57"/>
                      <a:pt x="31" y="69"/>
                    </a:cubicBezTo>
                    <a:cubicBezTo>
                      <a:pt x="30" y="70"/>
                      <a:pt x="26" y="71"/>
                      <a:pt x="26" y="70"/>
                    </a:cubicBezTo>
                    <a:cubicBezTo>
                      <a:pt x="19" y="69"/>
                      <a:pt x="14" y="57"/>
                      <a:pt x="13" y="51"/>
                    </a:cubicBezTo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9" name="Freeform 349">
                <a:extLst>
                  <a:ext uri="{FF2B5EF4-FFF2-40B4-BE49-F238E27FC236}">
                    <a16:creationId xmlns:a16="http://schemas.microsoft.com/office/drawing/2014/main" id="{D8802DCB-FB4E-4429-9190-9ADAE07AA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385"/>
                <a:ext cx="29" cy="4"/>
              </a:xfrm>
              <a:custGeom>
                <a:avLst/>
                <a:gdLst>
                  <a:gd name="T0" fmla="*/ 50 w 22"/>
                  <a:gd name="T1" fmla="*/ 0 h 3"/>
                  <a:gd name="T2" fmla="*/ 0 w 22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">
                    <a:moveTo>
                      <a:pt x="22" y="0"/>
                    </a:moveTo>
                    <a:cubicBezTo>
                      <a:pt x="15" y="1"/>
                      <a:pt x="7" y="1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0" name="Freeform 350">
                <a:extLst>
                  <a:ext uri="{FF2B5EF4-FFF2-40B4-BE49-F238E27FC236}">
                    <a16:creationId xmlns:a16="http://schemas.microsoft.com/office/drawing/2014/main" id="{426879EB-28D4-408C-95D8-BC7A5ECA7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401"/>
                <a:ext cx="28" cy="4"/>
              </a:xfrm>
              <a:custGeom>
                <a:avLst/>
                <a:gdLst>
                  <a:gd name="T0" fmla="*/ 49 w 21"/>
                  <a:gd name="T1" fmla="*/ 0 h 3"/>
                  <a:gd name="T2" fmla="*/ 0 w 21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">
                    <a:moveTo>
                      <a:pt x="21" y="0"/>
                    </a:moveTo>
                    <a:cubicBezTo>
                      <a:pt x="14" y="2"/>
                      <a:pt x="7" y="3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1" name="Freeform 351">
                <a:extLst>
                  <a:ext uri="{FF2B5EF4-FFF2-40B4-BE49-F238E27FC236}">
                    <a16:creationId xmlns:a16="http://schemas.microsoft.com/office/drawing/2014/main" id="{FE3927F6-8BD6-4808-BBE4-D9ADF7B17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783"/>
                <a:ext cx="13" cy="8"/>
              </a:xfrm>
              <a:custGeom>
                <a:avLst/>
                <a:gdLst>
                  <a:gd name="T0" fmla="*/ 22 w 10"/>
                  <a:gd name="T1" fmla="*/ 15 h 6"/>
                  <a:gd name="T2" fmla="*/ 0 w 1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6"/>
                    </a:moveTo>
                    <a:cubicBezTo>
                      <a:pt x="7" y="5"/>
                      <a:pt x="0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2" name="Freeform 352">
                <a:extLst>
                  <a:ext uri="{FF2B5EF4-FFF2-40B4-BE49-F238E27FC236}">
                    <a16:creationId xmlns:a16="http://schemas.microsoft.com/office/drawing/2014/main" id="{472387A3-3250-49C1-B2DA-5B45CC004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769"/>
                <a:ext cx="19" cy="11"/>
              </a:xfrm>
              <a:custGeom>
                <a:avLst/>
                <a:gdLst>
                  <a:gd name="T0" fmla="*/ 35 w 14"/>
                  <a:gd name="T1" fmla="*/ 21 h 8"/>
                  <a:gd name="T2" fmla="*/ 0 w 1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14" y="8"/>
                    </a:moveTo>
                    <a:cubicBezTo>
                      <a:pt x="9" y="7"/>
                      <a:pt x="4" y="4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3" name="Freeform 353">
                <a:extLst>
                  <a:ext uri="{FF2B5EF4-FFF2-40B4-BE49-F238E27FC236}">
                    <a16:creationId xmlns:a16="http://schemas.microsoft.com/office/drawing/2014/main" id="{5A03DC0F-B894-4B9A-AF8E-2BAB276F4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606"/>
                <a:ext cx="18" cy="9"/>
              </a:xfrm>
              <a:custGeom>
                <a:avLst/>
                <a:gdLst>
                  <a:gd name="T0" fmla="*/ 30 w 14"/>
                  <a:gd name="T1" fmla="*/ 21 h 6"/>
                  <a:gd name="T2" fmla="*/ 0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cubicBezTo>
                      <a:pt x="9" y="5"/>
                      <a:pt x="5" y="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4" name="Freeform 354">
                <a:extLst>
                  <a:ext uri="{FF2B5EF4-FFF2-40B4-BE49-F238E27FC236}">
                    <a16:creationId xmlns:a16="http://schemas.microsoft.com/office/drawing/2014/main" id="{8E8E6FB4-6EF8-4078-97D2-6FB488F30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205"/>
                <a:ext cx="12" cy="4"/>
              </a:xfrm>
              <a:custGeom>
                <a:avLst/>
                <a:gdLst>
                  <a:gd name="T0" fmla="*/ 21 w 9"/>
                  <a:gd name="T1" fmla="*/ 7 h 3"/>
                  <a:gd name="T2" fmla="*/ 0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3"/>
                    </a:moveTo>
                    <a:cubicBezTo>
                      <a:pt x="6" y="3"/>
                      <a:pt x="3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5" name="Freeform 355">
                <a:extLst>
                  <a:ext uri="{FF2B5EF4-FFF2-40B4-BE49-F238E27FC236}">
                    <a16:creationId xmlns:a16="http://schemas.microsoft.com/office/drawing/2014/main" id="{881DA9B7-41CC-495D-B81D-D2ACCD841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3226"/>
                <a:ext cx="13" cy="4"/>
              </a:xfrm>
              <a:custGeom>
                <a:avLst/>
                <a:gdLst>
                  <a:gd name="T0" fmla="*/ 22 w 10"/>
                  <a:gd name="T1" fmla="*/ 7 h 3"/>
                  <a:gd name="T2" fmla="*/ 0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3"/>
                    </a:moveTo>
                    <a:cubicBezTo>
                      <a:pt x="7" y="2"/>
                      <a:pt x="4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6" name="Freeform 356">
                <a:extLst>
                  <a:ext uri="{FF2B5EF4-FFF2-40B4-BE49-F238E27FC236}">
                    <a16:creationId xmlns:a16="http://schemas.microsoft.com/office/drawing/2014/main" id="{D7FFA965-364C-44A9-B9A1-9C0375456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3283"/>
                <a:ext cx="16" cy="11"/>
              </a:xfrm>
              <a:custGeom>
                <a:avLst/>
                <a:gdLst>
                  <a:gd name="T0" fmla="*/ 28 w 12"/>
                  <a:gd name="T1" fmla="*/ 21 h 8"/>
                  <a:gd name="T2" fmla="*/ 0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6"/>
                      <a:pt x="4" y="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7" name="Freeform 357">
                <a:extLst>
                  <a:ext uri="{FF2B5EF4-FFF2-40B4-BE49-F238E27FC236}">
                    <a16:creationId xmlns:a16="http://schemas.microsoft.com/office/drawing/2014/main" id="{7F74EB99-CBD9-4082-9747-A6F39C736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3267"/>
                <a:ext cx="16" cy="13"/>
              </a:xfrm>
              <a:custGeom>
                <a:avLst/>
                <a:gdLst>
                  <a:gd name="T0" fmla="*/ 28 w 12"/>
                  <a:gd name="T1" fmla="*/ 22 h 10"/>
                  <a:gd name="T2" fmla="*/ 0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2" y="10"/>
                    </a:moveTo>
                    <a:cubicBezTo>
                      <a:pt x="10" y="6"/>
                      <a:pt x="5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8" name="Freeform 358">
                <a:extLst>
                  <a:ext uri="{FF2B5EF4-FFF2-40B4-BE49-F238E27FC236}">
                    <a16:creationId xmlns:a16="http://schemas.microsoft.com/office/drawing/2014/main" id="{8A171CFD-5E2B-4C6F-BD8E-92DDB8367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616"/>
                <a:ext cx="20" cy="9"/>
              </a:xfrm>
              <a:custGeom>
                <a:avLst/>
                <a:gdLst>
                  <a:gd name="T0" fmla="*/ 36 w 15"/>
                  <a:gd name="T1" fmla="*/ 15 h 7"/>
                  <a:gd name="T2" fmla="*/ 0 w 1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15" y="7"/>
                    </a:moveTo>
                    <a:cubicBezTo>
                      <a:pt x="11" y="6"/>
                      <a:pt x="0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9" name="Freeform 359">
                <a:extLst>
                  <a:ext uri="{FF2B5EF4-FFF2-40B4-BE49-F238E27FC236}">
                    <a16:creationId xmlns:a16="http://schemas.microsoft.com/office/drawing/2014/main" id="{C9CBC255-D4F3-4F00-89A5-1236E0E83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557"/>
                <a:ext cx="7" cy="88"/>
              </a:xfrm>
              <a:custGeom>
                <a:avLst/>
                <a:gdLst>
                  <a:gd name="T0" fmla="*/ 0 w 5"/>
                  <a:gd name="T1" fmla="*/ 0 h 66"/>
                  <a:gd name="T2" fmla="*/ 14 w 5"/>
                  <a:gd name="T3" fmla="*/ 156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6">
                    <a:moveTo>
                      <a:pt x="0" y="0"/>
                    </a:moveTo>
                    <a:cubicBezTo>
                      <a:pt x="3" y="6"/>
                      <a:pt x="5" y="57"/>
                      <a:pt x="5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0" name="Freeform 360">
                <a:extLst>
                  <a:ext uri="{FF2B5EF4-FFF2-40B4-BE49-F238E27FC236}">
                    <a16:creationId xmlns:a16="http://schemas.microsoft.com/office/drawing/2014/main" id="{29B21F82-44F7-4482-A96B-3F531265F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543"/>
                <a:ext cx="18" cy="316"/>
              </a:xfrm>
              <a:custGeom>
                <a:avLst/>
                <a:gdLst>
                  <a:gd name="T0" fmla="*/ 6 w 13"/>
                  <a:gd name="T1" fmla="*/ 0 h 235"/>
                  <a:gd name="T2" fmla="*/ 35 w 13"/>
                  <a:gd name="T3" fmla="*/ 571 h 2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5">
                    <a:moveTo>
                      <a:pt x="2" y="0"/>
                    </a:moveTo>
                    <a:cubicBezTo>
                      <a:pt x="0" y="10"/>
                      <a:pt x="0" y="153"/>
                      <a:pt x="13" y="2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1" name="Freeform 361">
                <a:extLst>
                  <a:ext uri="{FF2B5EF4-FFF2-40B4-BE49-F238E27FC236}">
                    <a16:creationId xmlns:a16="http://schemas.microsoft.com/office/drawing/2014/main" id="{ACDEFCB0-5B5A-4DA3-B547-BBDAD41C5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3501"/>
                <a:ext cx="21" cy="255"/>
              </a:xfrm>
              <a:custGeom>
                <a:avLst/>
                <a:gdLst>
                  <a:gd name="T0" fmla="*/ 0 w 16"/>
                  <a:gd name="T1" fmla="*/ 0 h 190"/>
                  <a:gd name="T2" fmla="*/ 37 w 16"/>
                  <a:gd name="T3" fmla="*/ 459 h 1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0">
                    <a:moveTo>
                      <a:pt x="0" y="0"/>
                    </a:moveTo>
                    <a:cubicBezTo>
                      <a:pt x="0" y="23"/>
                      <a:pt x="2" y="126"/>
                      <a:pt x="16" y="19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2" name="Freeform 362">
                <a:extLst>
                  <a:ext uri="{FF2B5EF4-FFF2-40B4-BE49-F238E27FC236}">
                    <a16:creationId xmlns:a16="http://schemas.microsoft.com/office/drawing/2014/main" id="{F5A76557-4A66-436E-BAE6-1E5F30F7F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3385"/>
                <a:ext cx="14" cy="165"/>
              </a:xfrm>
              <a:custGeom>
                <a:avLst/>
                <a:gdLst>
                  <a:gd name="T0" fmla="*/ 0 w 10"/>
                  <a:gd name="T1" fmla="*/ 0 h 123"/>
                  <a:gd name="T2" fmla="*/ 15 w 10"/>
                  <a:gd name="T3" fmla="*/ 296 h 1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3">
                    <a:moveTo>
                      <a:pt x="0" y="0"/>
                    </a:moveTo>
                    <a:cubicBezTo>
                      <a:pt x="2" y="18"/>
                      <a:pt x="10" y="93"/>
                      <a:pt x="6" y="1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3" name="Freeform 363">
                <a:extLst>
                  <a:ext uri="{FF2B5EF4-FFF2-40B4-BE49-F238E27FC236}">
                    <a16:creationId xmlns:a16="http://schemas.microsoft.com/office/drawing/2014/main" id="{11C66964-FC0B-4FD2-BB41-E7222D0B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3892"/>
                <a:ext cx="61" cy="93"/>
              </a:xfrm>
              <a:custGeom>
                <a:avLst/>
                <a:gdLst>
                  <a:gd name="T0" fmla="*/ 0 w 45"/>
                  <a:gd name="T1" fmla="*/ 168 h 69"/>
                  <a:gd name="T2" fmla="*/ 56 w 45"/>
                  <a:gd name="T3" fmla="*/ 119 h 69"/>
                  <a:gd name="T4" fmla="*/ 113 w 45"/>
                  <a:gd name="T5" fmla="*/ 0 h 69"/>
                  <a:gd name="T6" fmla="*/ 70 w 45"/>
                  <a:gd name="T7" fmla="*/ 120 h 69"/>
                  <a:gd name="T8" fmla="*/ 0 w 45"/>
                  <a:gd name="T9" fmla="*/ 16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69">
                    <a:moveTo>
                      <a:pt x="0" y="69"/>
                    </a:moveTo>
                    <a:cubicBezTo>
                      <a:pt x="2" y="60"/>
                      <a:pt x="11" y="54"/>
                      <a:pt x="22" y="48"/>
                    </a:cubicBezTo>
                    <a:cubicBezTo>
                      <a:pt x="34" y="42"/>
                      <a:pt x="41" y="25"/>
                      <a:pt x="45" y="0"/>
                    </a:cubicBezTo>
                    <a:cubicBezTo>
                      <a:pt x="45" y="18"/>
                      <a:pt x="37" y="44"/>
                      <a:pt x="28" y="49"/>
                    </a:cubicBezTo>
                    <a:cubicBezTo>
                      <a:pt x="18" y="54"/>
                      <a:pt x="4" y="61"/>
                      <a:pt x="0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4" name="Freeform 364">
                <a:extLst>
                  <a:ext uri="{FF2B5EF4-FFF2-40B4-BE49-F238E27FC236}">
                    <a16:creationId xmlns:a16="http://schemas.microsoft.com/office/drawing/2014/main" id="{2BC7B514-86B6-4FD8-A62D-7FE257FF5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1316"/>
                <a:ext cx="218" cy="270"/>
              </a:xfrm>
              <a:custGeom>
                <a:avLst/>
                <a:gdLst>
                  <a:gd name="T0" fmla="*/ 156 w 162"/>
                  <a:gd name="T1" fmla="*/ 216 h 201"/>
                  <a:gd name="T2" fmla="*/ 394 w 162"/>
                  <a:gd name="T3" fmla="*/ 0 h 201"/>
                  <a:gd name="T4" fmla="*/ 0 w 162"/>
                  <a:gd name="T5" fmla="*/ 488 h 201"/>
                  <a:gd name="T6" fmla="*/ 156 w 162"/>
                  <a:gd name="T7" fmla="*/ 216 h 2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01">
                    <a:moveTo>
                      <a:pt x="64" y="89"/>
                    </a:moveTo>
                    <a:cubicBezTo>
                      <a:pt x="91" y="53"/>
                      <a:pt x="124" y="23"/>
                      <a:pt x="162" y="0"/>
                    </a:cubicBezTo>
                    <a:cubicBezTo>
                      <a:pt x="146" y="6"/>
                      <a:pt x="31" y="80"/>
                      <a:pt x="0" y="201"/>
                    </a:cubicBezTo>
                    <a:cubicBezTo>
                      <a:pt x="6" y="186"/>
                      <a:pt x="30" y="135"/>
                      <a:pt x="64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5" name="Freeform 365">
                <a:extLst>
                  <a:ext uri="{FF2B5EF4-FFF2-40B4-BE49-F238E27FC236}">
                    <a16:creationId xmlns:a16="http://schemas.microsoft.com/office/drawing/2014/main" id="{0210E9A1-0395-4660-8C8E-F13518E28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441"/>
                <a:ext cx="39" cy="54"/>
              </a:xfrm>
              <a:custGeom>
                <a:avLst/>
                <a:gdLst>
                  <a:gd name="T0" fmla="*/ 0 w 29"/>
                  <a:gd name="T1" fmla="*/ 99 h 40"/>
                  <a:gd name="T2" fmla="*/ 70 w 29"/>
                  <a:gd name="T3" fmla="*/ 0 h 40"/>
                  <a:gd name="T4" fmla="*/ 0 w 29"/>
                  <a:gd name="T5" fmla="*/ 9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0">
                    <a:moveTo>
                      <a:pt x="0" y="40"/>
                    </a:moveTo>
                    <a:cubicBezTo>
                      <a:pt x="3" y="19"/>
                      <a:pt x="11" y="4"/>
                      <a:pt x="29" y="0"/>
                    </a:cubicBezTo>
                    <a:cubicBezTo>
                      <a:pt x="20" y="4"/>
                      <a:pt x="1" y="33"/>
                      <a:pt x="0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6" name="Freeform 366">
                <a:extLst>
                  <a:ext uri="{FF2B5EF4-FFF2-40B4-BE49-F238E27FC236}">
                    <a16:creationId xmlns:a16="http://schemas.microsoft.com/office/drawing/2014/main" id="{DCC037FB-5AD5-429A-8F0C-AFA85BD8D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458"/>
                <a:ext cx="7" cy="69"/>
              </a:xfrm>
              <a:custGeom>
                <a:avLst/>
                <a:gdLst>
                  <a:gd name="T0" fmla="*/ 0 w 5"/>
                  <a:gd name="T1" fmla="*/ 0 h 51"/>
                  <a:gd name="T2" fmla="*/ 6 w 5"/>
                  <a:gd name="T3" fmla="*/ 12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1">
                    <a:moveTo>
                      <a:pt x="0" y="0"/>
                    </a:moveTo>
                    <a:cubicBezTo>
                      <a:pt x="5" y="10"/>
                      <a:pt x="5" y="44"/>
                      <a:pt x="2" y="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7" name="Freeform 367">
                <a:extLst>
                  <a:ext uri="{FF2B5EF4-FFF2-40B4-BE49-F238E27FC236}">
                    <a16:creationId xmlns:a16="http://schemas.microsoft.com/office/drawing/2014/main" id="{FFD03F38-54B2-4DAD-B184-2F6D1764B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930"/>
                <a:ext cx="20" cy="98"/>
              </a:xfrm>
              <a:custGeom>
                <a:avLst/>
                <a:gdLst>
                  <a:gd name="T0" fmla="*/ 0 w 15"/>
                  <a:gd name="T1" fmla="*/ 0 h 73"/>
                  <a:gd name="T2" fmla="*/ 27 w 15"/>
                  <a:gd name="T3" fmla="*/ 90 h 73"/>
                  <a:gd name="T4" fmla="*/ 36 w 15"/>
                  <a:gd name="T5" fmla="*/ 177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3">
                    <a:moveTo>
                      <a:pt x="0" y="0"/>
                    </a:moveTo>
                    <a:cubicBezTo>
                      <a:pt x="3" y="8"/>
                      <a:pt x="8" y="22"/>
                      <a:pt x="11" y="37"/>
                    </a:cubicBezTo>
                    <a:cubicBezTo>
                      <a:pt x="14" y="52"/>
                      <a:pt x="15" y="67"/>
                      <a:pt x="15" y="7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8" name="Freeform 368">
                <a:extLst>
                  <a:ext uri="{FF2B5EF4-FFF2-40B4-BE49-F238E27FC236}">
                    <a16:creationId xmlns:a16="http://schemas.microsoft.com/office/drawing/2014/main" id="{ACBA49F2-EC31-4D9D-AE37-7EDC15105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119"/>
                <a:ext cx="13" cy="124"/>
              </a:xfrm>
              <a:custGeom>
                <a:avLst/>
                <a:gdLst>
                  <a:gd name="T0" fmla="*/ 12 w 10"/>
                  <a:gd name="T1" fmla="*/ 0 h 92"/>
                  <a:gd name="T2" fmla="*/ 12 w 10"/>
                  <a:gd name="T3" fmla="*/ 119 h 92"/>
                  <a:gd name="T4" fmla="*/ 0 w 10"/>
                  <a:gd name="T5" fmla="*/ 225 h 92"/>
                  <a:gd name="T6" fmla="*/ 21 w 10"/>
                  <a:gd name="T7" fmla="*/ 115 h 92"/>
                  <a:gd name="T8" fmla="*/ 12 w 10"/>
                  <a:gd name="T9" fmla="*/ 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2">
                    <a:moveTo>
                      <a:pt x="5" y="0"/>
                    </a:moveTo>
                    <a:cubicBezTo>
                      <a:pt x="4" y="12"/>
                      <a:pt x="4" y="28"/>
                      <a:pt x="5" y="48"/>
                    </a:cubicBezTo>
                    <a:cubicBezTo>
                      <a:pt x="7" y="68"/>
                      <a:pt x="3" y="82"/>
                      <a:pt x="0" y="92"/>
                    </a:cubicBezTo>
                    <a:cubicBezTo>
                      <a:pt x="8" y="78"/>
                      <a:pt x="10" y="58"/>
                      <a:pt x="9" y="47"/>
                    </a:cubicBezTo>
                    <a:cubicBezTo>
                      <a:pt x="9" y="35"/>
                      <a:pt x="4" y="5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9" name="Freeform 369">
                <a:extLst>
                  <a:ext uri="{FF2B5EF4-FFF2-40B4-BE49-F238E27FC236}">
                    <a16:creationId xmlns:a16="http://schemas.microsoft.com/office/drawing/2014/main" id="{6425936C-8264-4784-8617-86444F679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263"/>
                <a:ext cx="33" cy="151"/>
              </a:xfrm>
              <a:custGeom>
                <a:avLst/>
                <a:gdLst>
                  <a:gd name="T0" fmla="*/ 0 w 25"/>
                  <a:gd name="T1" fmla="*/ 275 h 112"/>
                  <a:gd name="T2" fmla="*/ 55 w 25"/>
                  <a:gd name="T3" fmla="*/ 0 h 112"/>
                  <a:gd name="T4" fmla="*/ 0 w 25"/>
                  <a:gd name="T5" fmla="*/ 275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12">
                    <a:moveTo>
                      <a:pt x="0" y="112"/>
                    </a:moveTo>
                    <a:cubicBezTo>
                      <a:pt x="11" y="92"/>
                      <a:pt x="25" y="17"/>
                      <a:pt x="24" y="0"/>
                    </a:cubicBezTo>
                    <a:cubicBezTo>
                      <a:pt x="22" y="13"/>
                      <a:pt x="6" y="99"/>
                      <a:pt x="0" y="1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0" name="Freeform 370">
                <a:extLst>
                  <a:ext uri="{FF2B5EF4-FFF2-40B4-BE49-F238E27FC236}">
                    <a16:creationId xmlns:a16="http://schemas.microsoft.com/office/drawing/2014/main" id="{48E85A3D-54D1-4537-A992-0872770AA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958"/>
                <a:ext cx="96" cy="7"/>
              </a:xfrm>
              <a:custGeom>
                <a:avLst/>
                <a:gdLst>
                  <a:gd name="T0" fmla="*/ 0 w 72"/>
                  <a:gd name="T1" fmla="*/ 0 h 5"/>
                  <a:gd name="T2" fmla="*/ 84 w 72"/>
                  <a:gd name="T3" fmla="*/ 14 h 5"/>
                  <a:gd name="T4" fmla="*/ 171 w 72"/>
                  <a:gd name="T5" fmla="*/ 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5">
                    <a:moveTo>
                      <a:pt x="0" y="0"/>
                    </a:moveTo>
                    <a:cubicBezTo>
                      <a:pt x="5" y="3"/>
                      <a:pt x="19" y="5"/>
                      <a:pt x="35" y="5"/>
                    </a:cubicBezTo>
                    <a:cubicBezTo>
                      <a:pt x="49" y="5"/>
                      <a:pt x="65" y="5"/>
                      <a:pt x="7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1" name="Freeform 371">
                <a:extLst>
                  <a:ext uri="{FF2B5EF4-FFF2-40B4-BE49-F238E27FC236}">
                    <a16:creationId xmlns:a16="http://schemas.microsoft.com/office/drawing/2014/main" id="{EBEDDD84-C3B7-4795-B73A-D003D175C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892"/>
                <a:ext cx="19" cy="11"/>
              </a:xfrm>
              <a:custGeom>
                <a:avLst/>
                <a:gdLst>
                  <a:gd name="T0" fmla="*/ 0 w 14"/>
                  <a:gd name="T1" fmla="*/ 0 h 8"/>
                  <a:gd name="T2" fmla="*/ 35 w 14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4" y="3"/>
                      <a:pt x="9" y="5"/>
                      <a:pt x="14" y="8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2" name="Freeform 372">
                <a:extLst>
                  <a:ext uri="{FF2B5EF4-FFF2-40B4-BE49-F238E27FC236}">
                    <a16:creationId xmlns:a16="http://schemas.microsoft.com/office/drawing/2014/main" id="{CB6FA687-0C07-45C8-B7B2-E9F178F37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910"/>
                <a:ext cx="14" cy="16"/>
              </a:xfrm>
              <a:custGeom>
                <a:avLst/>
                <a:gdLst>
                  <a:gd name="T0" fmla="*/ 0 w 10"/>
                  <a:gd name="T1" fmla="*/ 28 h 12"/>
                  <a:gd name="T2" fmla="*/ 28 w 10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0" y="12"/>
                    </a:moveTo>
                    <a:cubicBezTo>
                      <a:pt x="3" y="8"/>
                      <a:pt x="6" y="4"/>
                      <a:pt x="1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3" name="Freeform 373">
                <a:extLst>
                  <a:ext uri="{FF2B5EF4-FFF2-40B4-BE49-F238E27FC236}">
                    <a16:creationId xmlns:a16="http://schemas.microsoft.com/office/drawing/2014/main" id="{CCD6A6A8-84D0-4FC0-B16D-31CE2A007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915"/>
                <a:ext cx="17" cy="15"/>
              </a:xfrm>
              <a:custGeom>
                <a:avLst/>
                <a:gdLst>
                  <a:gd name="T0" fmla="*/ 0 w 13"/>
                  <a:gd name="T1" fmla="*/ 27 h 11"/>
                  <a:gd name="T2" fmla="*/ 29 w 1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0" y="11"/>
                    </a:moveTo>
                    <a:cubicBezTo>
                      <a:pt x="5" y="8"/>
                      <a:pt x="10" y="4"/>
                      <a:pt x="13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4" name="Freeform 374">
                <a:extLst>
                  <a:ext uri="{FF2B5EF4-FFF2-40B4-BE49-F238E27FC236}">
                    <a16:creationId xmlns:a16="http://schemas.microsoft.com/office/drawing/2014/main" id="{50EACE8D-A6D9-4C9C-88E0-05A672DCA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453"/>
                <a:ext cx="22" cy="55"/>
              </a:xfrm>
              <a:custGeom>
                <a:avLst/>
                <a:gdLst>
                  <a:gd name="T0" fmla="*/ 40 w 16"/>
                  <a:gd name="T1" fmla="*/ 31 h 41"/>
                  <a:gd name="T2" fmla="*/ 26 w 16"/>
                  <a:gd name="T3" fmla="*/ 99 h 41"/>
                  <a:gd name="T4" fmla="*/ 29 w 16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1">
                    <a:moveTo>
                      <a:pt x="15" y="13"/>
                    </a:moveTo>
                    <a:cubicBezTo>
                      <a:pt x="13" y="21"/>
                      <a:pt x="16" y="35"/>
                      <a:pt x="10" y="41"/>
                    </a:cubicBezTo>
                    <a:cubicBezTo>
                      <a:pt x="0" y="38"/>
                      <a:pt x="11" y="9"/>
                      <a:pt x="11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5" name="Freeform 375">
                <a:extLst>
                  <a:ext uri="{FF2B5EF4-FFF2-40B4-BE49-F238E27FC236}">
                    <a16:creationId xmlns:a16="http://schemas.microsoft.com/office/drawing/2014/main" id="{6DAD51E5-7D3E-4441-9341-4281C4D4B9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79" y="2051"/>
                <a:ext cx="196" cy="1801"/>
              </a:xfrm>
              <a:custGeom>
                <a:avLst/>
                <a:gdLst>
                  <a:gd name="T0" fmla="*/ 265 w 145"/>
                  <a:gd name="T1" fmla="*/ 471 h 1339"/>
                  <a:gd name="T2" fmla="*/ 89 w 145"/>
                  <a:gd name="T3" fmla="*/ 90 h 1339"/>
                  <a:gd name="T4" fmla="*/ 62 w 145"/>
                  <a:gd name="T5" fmla="*/ 58 h 1339"/>
                  <a:gd name="T6" fmla="*/ 36 w 145"/>
                  <a:gd name="T7" fmla="*/ 0 h 1339"/>
                  <a:gd name="T8" fmla="*/ 0 w 145"/>
                  <a:gd name="T9" fmla="*/ 98 h 1339"/>
                  <a:gd name="T10" fmla="*/ 51 w 145"/>
                  <a:gd name="T11" fmla="*/ 125 h 1339"/>
                  <a:gd name="T12" fmla="*/ 134 w 145"/>
                  <a:gd name="T13" fmla="*/ 256 h 1339"/>
                  <a:gd name="T14" fmla="*/ 128 w 145"/>
                  <a:gd name="T15" fmla="*/ 299 h 1339"/>
                  <a:gd name="T16" fmla="*/ 92 w 145"/>
                  <a:gd name="T17" fmla="*/ 331 h 1339"/>
                  <a:gd name="T18" fmla="*/ 108 w 145"/>
                  <a:gd name="T19" fmla="*/ 360 h 1339"/>
                  <a:gd name="T20" fmla="*/ 139 w 145"/>
                  <a:gd name="T21" fmla="*/ 332 h 1339"/>
                  <a:gd name="T22" fmla="*/ 147 w 145"/>
                  <a:gd name="T23" fmla="*/ 332 h 1339"/>
                  <a:gd name="T24" fmla="*/ 289 w 145"/>
                  <a:gd name="T25" fmla="*/ 859 h 1339"/>
                  <a:gd name="T26" fmla="*/ 281 w 145"/>
                  <a:gd name="T27" fmla="*/ 1285 h 1339"/>
                  <a:gd name="T28" fmla="*/ 216 w 145"/>
                  <a:gd name="T29" fmla="*/ 1404 h 1339"/>
                  <a:gd name="T30" fmla="*/ 196 w 145"/>
                  <a:gd name="T31" fmla="*/ 1454 h 1339"/>
                  <a:gd name="T32" fmla="*/ 161 w 145"/>
                  <a:gd name="T33" fmla="*/ 1570 h 1339"/>
                  <a:gd name="T34" fmla="*/ 141 w 145"/>
                  <a:gd name="T35" fmla="*/ 1742 h 1339"/>
                  <a:gd name="T36" fmla="*/ 139 w 145"/>
                  <a:gd name="T37" fmla="*/ 1766 h 1339"/>
                  <a:gd name="T38" fmla="*/ 114 w 145"/>
                  <a:gd name="T39" fmla="*/ 1903 h 1339"/>
                  <a:gd name="T40" fmla="*/ 134 w 145"/>
                  <a:gd name="T41" fmla="*/ 1913 h 1339"/>
                  <a:gd name="T42" fmla="*/ 160 w 145"/>
                  <a:gd name="T43" fmla="*/ 1792 h 1339"/>
                  <a:gd name="T44" fmla="*/ 160 w 145"/>
                  <a:gd name="T45" fmla="*/ 1792 h 1339"/>
                  <a:gd name="T46" fmla="*/ 182 w 145"/>
                  <a:gd name="T47" fmla="*/ 1734 h 1339"/>
                  <a:gd name="T48" fmla="*/ 210 w 145"/>
                  <a:gd name="T49" fmla="*/ 1673 h 1339"/>
                  <a:gd name="T50" fmla="*/ 234 w 145"/>
                  <a:gd name="T51" fmla="*/ 1645 h 1339"/>
                  <a:gd name="T52" fmla="*/ 239 w 145"/>
                  <a:gd name="T53" fmla="*/ 1641 h 1339"/>
                  <a:gd name="T54" fmla="*/ 238 w 145"/>
                  <a:gd name="T55" fmla="*/ 1658 h 1339"/>
                  <a:gd name="T56" fmla="*/ 210 w 145"/>
                  <a:gd name="T57" fmla="*/ 1876 h 1339"/>
                  <a:gd name="T58" fmla="*/ 191 w 145"/>
                  <a:gd name="T59" fmla="*/ 2102 h 1339"/>
                  <a:gd name="T60" fmla="*/ 168 w 145"/>
                  <a:gd name="T61" fmla="*/ 2280 h 1339"/>
                  <a:gd name="T62" fmla="*/ 168 w 145"/>
                  <a:gd name="T63" fmla="*/ 2280 h 1339"/>
                  <a:gd name="T64" fmla="*/ 139 w 145"/>
                  <a:gd name="T65" fmla="*/ 2915 h 1339"/>
                  <a:gd name="T66" fmla="*/ 104 w 145"/>
                  <a:gd name="T67" fmla="*/ 3088 h 1339"/>
                  <a:gd name="T68" fmla="*/ 78 w 145"/>
                  <a:gd name="T69" fmla="*/ 3188 h 1339"/>
                  <a:gd name="T70" fmla="*/ 58 w 145"/>
                  <a:gd name="T71" fmla="*/ 3256 h 1339"/>
                  <a:gd name="T72" fmla="*/ 72 w 145"/>
                  <a:gd name="T73" fmla="*/ 3258 h 1339"/>
                  <a:gd name="T74" fmla="*/ 108 w 145"/>
                  <a:gd name="T75" fmla="*/ 3131 h 1339"/>
                  <a:gd name="T76" fmla="*/ 160 w 145"/>
                  <a:gd name="T77" fmla="*/ 2925 h 1339"/>
                  <a:gd name="T78" fmla="*/ 196 w 145"/>
                  <a:gd name="T79" fmla="*/ 2285 h 1339"/>
                  <a:gd name="T80" fmla="*/ 210 w 145"/>
                  <a:gd name="T81" fmla="*/ 2287 h 1339"/>
                  <a:gd name="T82" fmla="*/ 232 w 145"/>
                  <a:gd name="T83" fmla="*/ 2112 h 1339"/>
                  <a:gd name="T84" fmla="*/ 260 w 145"/>
                  <a:gd name="T85" fmla="*/ 1882 h 1339"/>
                  <a:gd name="T86" fmla="*/ 287 w 145"/>
                  <a:gd name="T87" fmla="*/ 1664 h 1339"/>
                  <a:gd name="T88" fmla="*/ 338 w 145"/>
                  <a:gd name="T89" fmla="*/ 855 h 1339"/>
                  <a:gd name="T90" fmla="*/ 292 w 145"/>
                  <a:gd name="T91" fmla="*/ 551 h 1339"/>
                  <a:gd name="T92" fmla="*/ 246 w 145"/>
                  <a:gd name="T93" fmla="*/ 1606 h 1339"/>
                  <a:gd name="T94" fmla="*/ 224 w 145"/>
                  <a:gd name="T95" fmla="*/ 1630 h 1339"/>
                  <a:gd name="T96" fmla="*/ 196 w 145"/>
                  <a:gd name="T97" fmla="*/ 1662 h 1339"/>
                  <a:gd name="T98" fmla="*/ 166 w 145"/>
                  <a:gd name="T99" fmla="*/ 1728 h 1339"/>
                  <a:gd name="T100" fmla="*/ 162 w 145"/>
                  <a:gd name="T101" fmla="*/ 1736 h 1339"/>
                  <a:gd name="T102" fmla="*/ 181 w 145"/>
                  <a:gd name="T103" fmla="*/ 1574 h 1339"/>
                  <a:gd name="T104" fmla="*/ 218 w 145"/>
                  <a:gd name="T105" fmla="*/ 1462 h 1339"/>
                  <a:gd name="T106" fmla="*/ 234 w 145"/>
                  <a:gd name="T107" fmla="*/ 1410 h 1339"/>
                  <a:gd name="T108" fmla="*/ 281 w 145"/>
                  <a:gd name="T109" fmla="*/ 1317 h 1339"/>
                  <a:gd name="T110" fmla="*/ 246 w 145"/>
                  <a:gd name="T111" fmla="*/ 1606 h 13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45" h="1339">
                    <a:moveTo>
                      <a:pt x="107" y="193"/>
                    </a:moveTo>
                    <a:cubicBezTo>
                      <a:pt x="81" y="118"/>
                      <a:pt x="66" y="71"/>
                      <a:pt x="36" y="37"/>
                    </a:cubicBezTo>
                    <a:cubicBezTo>
                      <a:pt x="36" y="37"/>
                      <a:pt x="27" y="27"/>
                      <a:pt x="25" y="24"/>
                    </a:cubicBezTo>
                    <a:cubicBezTo>
                      <a:pt x="20" y="18"/>
                      <a:pt x="15" y="9"/>
                      <a:pt x="15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7" y="40"/>
                      <a:pt x="16" y="45"/>
                      <a:pt x="21" y="51"/>
                    </a:cubicBezTo>
                    <a:cubicBezTo>
                      <a:pt x="36" y="69"/>
                      <a:pt x="42" y="74"/>
                      <a:pt x="54" y="105"/>
                    </a:cubicBezTo>
                    <a:cubicBezTo>
                      <a:pt x="57" y="114"/>
                      <a:pt x="54" y="119"/>
                      <a:pt x="52" y="123"/>
                    </a:cubicBezTo>
                    <a:cubicBezTo>
                      <a:pt x="48" y="131"/>
                      <a:pt x="42" y="132"/>
                      <a:pt x="37" y="136"/>
                    </a:cubicBezTo>
                    <a:cubicBezTo>
                      <a:pt x="44" y="148"/>
                      <a:pt x="44" y="148"/>
                      <a:pt x="44" y="148"/>
                    </a:cubicBezTo>
                    <a:cubicBezTo>
                      <a:pt x="49" y="144"/>
                      <a:pt x="52" y="143"/>
                      <a:pt x="56" y="137"/>
                    </a:cubicBezTo>
                    <a:cubicBezTo>
                      <a:pt x="57" y="135"/>
                      <a:pt x="59" y="135"/>
                      <a:pt x="60" y="137"/>
                    </a:cubicBezTo>
                    <a:cubicBezTo>
                      <a:pt x="88" y="187"/>
                      <a:pt x="111" y="255"/>
                      <a:pt x="117" y="353"/>
                    </a:cubicBezTo>
                    <a:cubicBezTo>
                      <a:pt x="121" y="414"/>
                      <a:pt x="119" y="473"/>
                      <a:pt x="114" y="528"/>
                    </a:cubicBezTo>
                    <a:cubicBezTo>
                      <a:pt x="100" y="542"/>
                      <a:pt x="93" y="558"/>
                      <a:pt x="87" y="577"/>
                    </a:cubicBezTo>
                    <a:cubicBezTo>
                      <a:pt x="79" y="598"/>
                      <a:pt x="79" y="598"/>
                      <a:pt x="79" y="598"/>
                    </a:cubicBezTo>
                    <a:cubicBezTo>
                      <a:pt x="74" y="614"/>
                      <a:pt x="68" y="629"/>
                      <a:pt x="65" y="645"/>
                    </a:cubicBezTo>
                    <a:cubicBezTo>
                      <a:pt x="60" y="668"/>
                      <a:pt x="58" y="692"/>
                      <a:pt x="57" y="716"/>
                    </a:cubicBezTo>
                    <a:cubicBezTo>
                      <a:pt x="56" y="726"/>
                      <a:pt x="56" y="726"/>
                      <a:pt x="56" y="726"/>
                    </a:cubicBezTo>
                    <a:cubicBezTo>
                      <a:pt x="55" y="744"/>
                      <a:pt x="54" y="766"/>
                      <a:pt x="46" y="782"/>
                    </a:cubicBezTo>
                    <a:cubicBezTo>
                      <a:pt x="54" y="786"/>
                      <a:pt x="54" y="786"/>
                      <a:pt x="54" y="786"/>
                    </a:cubicBezTo>
                    <a:cubicBezTo>
                      <a:pt x="60" y="771"/>
                      <a:pt x="62" y="753"/>
                      <a:pt x="64" y="736"/>
                    </a:cubicBezTo>
                    <a:cubicBezTo>
                      <a:pt x="64" y="736"/>
                      <a:pt x="64" y="736"/>
                      <a:pt x="64" y="736"/>
                    </a:cubicBezTo>
                    <a:cubicBezTo>
                      <a:pt x="68" y="729"/>
                      <a:pt x="71" y="720"/>
                      <a:pt x="74" y="712"/>
                    </a:cubicBezTo>
                    <a:cubicBezTo>
                      <a:pt x="77" y="703"/>
                      <a:pt x="80" y="694"/>
                      <a:pt x="85" y="688"/>
                    </a:cubicBezTo>
                    <a:cubicBezTo>
                      <a:pt x="88" y="684"/>
                      <a:pt x="91" y="680"/>
                      <a:pt x="95" y="676"/>
                    </a:cubicBezTo>
                    <a:cubicBezTo>
                      <a:pt x="96" y="675"/>
                      <a:pt x="97" y="675"/>
                      <a:pt x="97" y="674"/>
                    </a:cubicBezTo>
                    <a:cubicBezTo>
                      <a:pt x="97" y="677"/>
                      <a:pt x="97" y="679"/>
                      <a:pt x="96" y="682"/>
                    </a:cubicBezTo>
                    <a:cubicBezTo>
                      <a:pt x="92" y="716"/>
                      <a:pt x="88" y="745"/>
                      <a:pt x="85" y="771"/>
                    </a:cubicBezTo>
                    <a:cubicBezTo>
                      <a:pt x="81" y="820"/>
                      <a:pt x="81" y="842"/>
                      <a:pt x="77" y="864"/>
                    </a:cubicBezTo>
                    <a:cubicBezTo>
                      <a:pt x="74" y="883"/>
                      <a:pt x="71" y="902"/>
                      <a:pt x="68" y="937"/>
                    </a:cubicBezTo>
                    <a:cubicBezTo>
                      <a:pt x="68" y="937"/>
                      <a:pt x="68" y="937"/>
                      <a:pt x="68" y="937"/>
                    </a:cubicBezTo>
                    <a:cubicBezTo>
                      <a:pt x="62" y="1010"/>
                      <a:pt x="59" y="1113"/>
                      <a:pt x="56" y="1198"/>
                    </a:cubicBezTo>
                    <a:cubicBezTo>
                      <a:pt x="55" y="1217"/>
                      <a:pt x="48" y="1247"/>
                      <a:pt x="42" y="1269"/>
                    </a:cubicBezTo>
                    <a:cubicBezTo>
                      <a:pt x="41" y="1273"/>
                      <a:pt x="34" y="1305"/>
                      <a:pt x="32" y="1310"/>
                    </a:cubicBezTo>
                    <a:cubicBezTo>
                      <a:pt x="28" y="1321"/>
                      <a:pt x="24" y="1328"/>
                      <a:pt x="24" y="1338"/>
                    </a:cubicBezTo>
                    <a:cubicBezTo>
                      <a:pt x="29" y="1339"/>
                      <a:pt x="29" y="1339"/>
                      <a:pt x="29" y="1339"/>
                    </a:cubicBezTo>
                    <a:cubicBezTo>
                      <a:pt x="32" y="1324"/>
                      <a:pt x="38" y="1306"/>
                      <a:pt x="44" y="1287"/>
                    </a:cubicBezTo>
                    <a:cubicBezTo>
                      <a:pt x="53" y="1258"/>
                      <a:pt x="63" y="1229"/>
                      <a:pt x="64" y="1202"/>
                    </a:cubicBezTo>
                    <a:cubicBezTo>
                      <a:pt x="67" y="1116"/>
                      <a:pt x="73" y="1012"/>
                      <a:pt x="79" y="939"/>
                    </a:cubicBezTo>
                    <a:cubicBezTo>
                      <a:pt x="85" y="940"/>
                      <a:pt x="85" y="940"/>
                      <a:pt x="85" y="940"/>
                    </a:cubicBezTo>
                    <a:cubicBezTo>
                      <a:pt x="88" y="905"/>
                      <a:pt x="91" y="887"/>
                      <a:pt x="94" y="868"/>
                    </a:cubicBezTo>
                    <a:cubicBezTo>
                      <a:pt x="97" y="847"/>
                      <a:pt x="101" y="822"/>
                      <a:pt x="105" y="773"/>
                    </a:cubicBezTo>
                    <a:cubicBezTo>
                      <a:pt x="107" y="748"/>
                      <a:pt x="111" y="718"/>
                      <a:pt x="116" y="684"/>
                    </a:cubicBezTo>
                    <a:cubicBezTo>
                      <a:pt x="129" y="593"/>
                      <a:pt x="145" y="479"/>
                      <a:pt x="137" y="352"/>
                    </a:cubicBezTo>
                    <a:cubicBezTo>
                      <a:pt x="134" y="304"/>
                      <a:pt x="127" y="263"/>
                      <a:pt x="118" y="227"/>
                    </a:cubicBezTo>
                    <a:moveTo>
                      <a:pt x="100" y="660"/>
                    </a:moveTo>
                    <a:cubicBezTo>
                      <a:pt x="98" y="664"/>
                      <a:pt x="94" y="667"/>
                      <a:pt x="91" y="670"/>
                    </a:cubicBezTo>
                    <a:cubicBezTo>
                      <a:pt x="87" y="674"/>
                      <a:pt x="83" y="678"/>
                      <a:pt x="79" y="683"/>
                    </a:cubicBezTo>
                    <a:cubicBezTo>
                      <a:pt x="74" y="691"/>
                      <a:pt x="71" y="700"/>
                      <a:pt x="67" y="710"/>
                    </a:cubicBezTo>
                    <a:cubicBezTo>
                      <a:pt x="67" y="711"/>
                      <a:pt x="66" y="712"/>
                      <a:pt x="66" y="714"/>
                    </a:cubicBezTo>
                    <a:cubicBezTo>
                      <a:pt x="68" y="691"/>
                      <a:pt x="69" y="668"/>
                      <a:pt x="73" y="647"/>
                    </a:cubicBezTo>
                    <a:cubicBezTo>
                      <a:pt x="76" y="631"/>
                      <a:pt x="82" y="616"/>
                      <a:pt x="88" y="601"/>
                    </a:cubicBezTo>
                    <a:cubicBezTo>
                      <a:pt x="95" y="579"/>
                      <a:pt x="95" y="579"/>
                      <a:pt x="95" y="579"/>
                    </a:cubicBezTo>
                    <a:cubicBezTo>
                      <a:pt x="100" y="564"/>
                      <a:pt x="105" y="552"/>
                      <a:pt x="114" y="541"/>
                    </a:cubicBezTo>
                    <a:cubicBezTo>
                      <a:pt x="110" y="584"/>
                      <a:pt x="105" y="624"/>
                      <a:pt x="100" y="66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6" name="Freeform 376">
                <a:extLst>
                  <a:ext uri="{FF2B5EF4-FFF2-40B4-BE49-F238E27FC236}">
                    <a16:creationId xmlns:a16="http://schemas.microsoft.com/office/drawing/2014/main" id="{8822DCF4-021F-4845-8550-0FA980E42FC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38" y="1314"/>
                <a:ext cx="362" cy="1227"/>
              </a:xfrm>
              <a:custGeom>
                <a:avLst/>
                <a:gdLst>
                  <a:gd name="T0" fmla="*/ 632 w 269"/>
                  <a:gd name="T1" fmla="*/ 1993 h 912"/>
                  <a:gd name="T2" fmla="*/ 627 w 269"/>
                  <a:gd name="T3" fmla="*/ 1959 h 912"/>
                  <a:gd name="T4" fmla="*/ 591 w 269"/>
                  <a:gd name="T5" fmla="*/ 1678 h 912"/>
                  <a:gd name="T6" fmla="*/ 478 w 269"/>
                  <a:gd name="T7" fmla="*/ 1305 h 912"/>
                  <a:gd name="T8" fmla="*/ 456 w 269"/>
                  <a:gd name="T9" fmla="*/ 1243 h 912"/>
                  <a:gd name="T10" fmla="*/ 414 w 269"/>
                  <a:gd name="T11" fmla="*/ 704 h 912"/>
                  <a:gd name="T12" fmla="*/ 210 w 269"/>
                  <a:gd name="T13" fmla="*/ 163 h 912"/>
                  <a:gd name="T14" fmla="*/ 12 w 269"/>
                  <a:gd name="T15" fmla="*/ 0 h 912"/>
                  <a:gd name="T16" fmla="*/ 0 w 269"/>
                  <a:gd name="T17" fmla="*/ 27 h 912"/>
                  <a:gd name="T18" fmla="*/ 386 w 269"/>
                  <a:gd name="T19" fmla="*/ 706 h 912"/>
                  <a:gd name="T20" fmla="*/ 428 w 269"/>
                  <a:gd name="T21" fmla="*/ 1249 h 912"/>
                  <a:gd name="T22" fmla="*/ 431 w 269"/>
                  <a:gd name="T23" fmla="*/ 1341 h 912"/>
                  <a:gd name="T24" fmla="*/ 428 w 269"/>
                  <a:gd name="T25" fmla="*/ 1472 h 912"/>
                  <a:gd name="T26" fmla="*/ 444 w 269"/>
                  <a:gd name="T27" fmla="*/ 1680 h 912"/>
                  <a:gd name="T28" fmla="*/ 487 w 269"/>
                  <a:gd name="T29" fmla="*/ 1859 h 912"/>
                  <a:gd name="T30" fmla="*/ 509 w 269"/>
                  <a:gd name="T31" fmla="*/ 1975 h 912"/>
                  <a:gd name="T32" fmla="*/ 509 w 269"/>
                  <a:gd name="T33" fmla="*/ 1982 h 912"/>
                  <a:gd name="T34" fmla="*/ 505 w 269"/>
                  <a:gd name="T35" fmla="*/ 2025 h 912"/>
                  <a:gd name="T36" fmla="*/ 499 w 269"/>
                  <a:gd name="T37" fmla="*/ 2095 h 912"/>
                  <a:gd name="T38" fmla="*/ 576 w 269"/>
                  <a:gd name="T39" fmla="*/ 2212 h 912"/>
                  <a:gd name="T40" fmla="*/ 634 w 269"/>
                  <a:gd name="T41" fmla="*/ 2200 h 912"/>
                  <a:gd name="T42" fmla="*/ 655 w 269"/>
                  <a:gd name="T43" fmla="*/ 2123 h 912"/>
                  <a:gd name="T44" fmla="*/ 632 w 269"/>
                  <a:gd name="T45" fmla="*/ 1993 h 912"/>
                  <a:gd name="T46" fmla="*/ 619 w 269"/>
                  <a:gd name="T47" fmla="*/ 2186 h 912"/>
                  <a:gd name="T48" fmla="*/ 580 w 269"/>
                  <a:gd name="T49" fmla="*/ 2192 h 912"/>
                  <a:gd name="T50" fmla="*/ 523 w 269"/>
                  <a:gd name="T51" fmla="*/ 2029 h 912"/>
                  <a:gd name="T52" fmla="*/ 529 w 269"/>
                  <a:gd name="T53" fmla="*/ 1982 h 912"/>
                  <a:gd name="T54" fmla="*/ 529 w 269"/>
                  <a:gd name="T55" fmla="*/ 1982 h 912"/>
                  <a:gd name="T56" fmla="*/ 529 w 269"/>
                  <a:gd name="T57" fmla="*/ 1982 h 912"/>
                  <a:gd name="T58" fmla="*/ 529 w 269"/>
                  <a:gd name="T59" fmla="*/ 1975 h 912"/>
                  <a:gd name="T60" fmla="*/ 507 w 269"/>
                  <a:gd name="T61" fmla="*/ 1851 h 912"/>
                  <a:gd name="T62" fmla="*/ 464 w 269"/>
                  <a:gd name="T63" fmla="*/ 1676 h 912"/>
                  <a:gd name="T64" fmla="*/ 445 w 269"/>
                  <a:gd name="T65" fmla="*/ 1472 h 912"/>
                  <a:gd name="T66" fmla="*/ 451 w 269"/>
                  <a:gd name="T67" fmla="*/ 1341 h 912"/>
                  <a:gd name="T68" fmla="*/ 451 w 269"/>
                  <a:gd name="T69" fmla="*/ 1317 h 912"/>
                  <a:gd name="T70" fmla="*/ 460 w 269"/>
                  <a:gd name="T71" fmla="*/ 1312 h 912"/>
                  <a:gd name="T72" fmla="*/ 571 w 269"/>
                  <a:gd name="T73" fmla="*/ 1678 h 912"/>
                  <a:gd name="T74" fmla="*/ 607 w 269"/>
                  <a:gd name="T75" fmla="*/ 1962 h 912"/>
                  <a:gd name="T76" fmla="*/ 612 w 269"/>
                  <a:gd name="T77" fmla="*/ 1997 h 912"/>
                  <a:gd name="T78" fmla="*/ 612 w 269"/>
                  <a:gd name="T79" fmla="*/ 1997 h 912"/>
                  <a:gd name="T80" fmla="*/ 635 w 269"/>
                  <a:gd name="T81" fmla="*/ 2123 h 912"/>
                  <a:gd name="T82" fmla="*/ 619 w 269"/>
                  <a:gd name="T83" fmla="*/ 2186 h 9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9" h="912">
                    <a:moveTo>
                      <a:pt x="259" y="818"/>
                    </a:moveTo>
                    <a:cubicBezTo>
                      <a:pt x="259" y="817"/>
                      <a:pt x="257" y="804"/>
                      <a:pt x="257" y="804"/>
                    </a:cubicBezTo>
                    <a:cubicBezTo>
                      <a:pt x="254" y="791"/>
                      <a:pt x="250" y="772"/>
                      <a:pt x="242" y="689"/>
                    </a:cubicBezTo>
                    <a:cubicBezTo>
                      <a:pt x="235" y="610"/>
                      <a:pt x="210" y="563"/>
                      <a:pt x="196" y="536"/>
                    </a:cubicBezTo>
                    <a:cubicBezTo>
                      <a:pt x="190" y="525"/>
                      <a:pt x="187" y="511"/>
                      <a:pt x="187" y="511"/>
                    </a:cubicBezTo>
                    <a:cubicBezTo>
                      <a:pt x="187" y="511"/>
                      <a:pt x="183" y="474"/>
                      <a:pt x="170" y="289"/>
                    </a:cubicBezTo>
                    <a:cubicBezTo>
                      <a:pt x="163" y="185"/>
                      <a:pt x="124" y="109"/>
                      <a:pt x="86" y="67"/>
                    </a:cubicBezTo>
                    <a:cubicBezTo>
                      <a:pt x="54" y="30"/>
                      <a:pt x="34" y="14"/>
                      <a:pt x="5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61" y="41"/>
                      <a:pt x="147" y="129"/>
                      <a:pt x="158" y="290"/>
                    </a:cubicBezTo>
                    <a:cubicBezTo>
                      <a:pt x="171" y="476"/>
                      <a:pt x="175" y="512"/>
                      <a:pt x="175" y="513"/>
                    </a:cubicBezTo>
                    <a:cubicBezTo>
                      <a:pt x="175" y="513"/>
                      <a:pt x="177" y="540"/>
                      <a:pt x="177" y="551"/>
                    </a:cubicBezTo>
                    <a:cubicBezTo>
                      <a:pt x="176" y="566"/>
                      <a:pt x="175" y="584"/>
                      <a:pt x="175" y="604"/>
                    </a:cubicBezTo>
                    <a:cubicBezTo>
                      <a:pt x="175" y="631"/>
                      <a:pt x="177" y="661"/>
                      <a:pt x="182" y="690"/>
                    </a:cubicBezTo>
                    <a:cubicBezTo>
                      <a:pt x="189" y="723"/>
                      <a:pt x="195" y="745"/>
                      <a:pt x="200" y="763"/>
                    </a:cubicBezTo>
                    <a:cubicBezTo>
                      <a:pt x="206" y="782"/>
                      <a:pt x="209" y="795"/>
                      <a:pt x="209" y="811"/>
                    </a:cubicBezTo>
                    <a:cubicBezTo>
                      <a:pt x="209" y="812"/>
                      <a:pt x="209" y="813"/>
                      <a:pt x="209" y="814"/>
                    </a:cubicBezTo>
                    <a:cubicBezTo>
                      <a:pt x="209" y="814"/>
                      <a:pt x="207" y="832"/>
                      <a:pt x="207" y="832"/>
                    </a:cubicBezTo>
                    <a:cubicBezTo>
                      <a:pt x="206" y="841"/>
                      <a:pt x="205" y="851"/>
                      <a:pt x="205" y="860"/>
                    </a:cubicBezTo>
                    <a:cubicBezTo>
                      <a:pt x="205" y="881"/>
                      <a:pt x="211" y="901"/>
                      <a:pt x="236" y="908"/>
                    </a:cubicBezTo>
                    <a:cubicBezTo>
                      <a:pt x="249" y="912"/>
                      <a:pt x="256" y="907"/>
                      <a:pt x="260" y="903"/>
                    </a:cubicBezTo>
                    <a:cubicBezTo>
                      <a:pt x="266" y="897"/>
                      <a:pt x="269" y="885"/>
                      <a:pt x="269" y="872"/>
                    </a:cubicBezTo>
                    <a:cubicBezTo>
                      <a:pt x="269" y="852"/>
                      <a:pt x="263" y="829"/>
                      <a:pt x="259" y="818"/>
                    </a:cubicBezTo>
                    <a:close/>
                    <a:moveTo>
                      <a:pt x="254" y="898"/>
                    </a:moveTo>
                    <a:cubicBezTo>
                      <a:pt x="251" y="902"/>
                      <a:pt x="246" y="902"/>
                      <a:pt x="238" y="900"/>
                    </a:cubicBezTo>
                    <a:cubicBezTo>
                      <a:pt x="208" y="891"/>
                      <a:pt x="212" y="862"/>
                      <a:pt x="215" y="833"/>
                    </a:cubicBezTo>
                    <a:cubicBezTo>
                      <a:pt x="217" y="814"/>
                      <a:pt x="217" y="814"/>
                      <a:pt x="217" y="814"/>
                    </a:cubicBezTo>
                    <a:cubicBezTo>
                      <a:pt x="217" y="814"/>
                      <a:pt x="217" y="814"/>
                      <a:pt x="217" y="814"/>
                    </a:cubicBezTo>
                    <a:cubicBezTo>
                      <a:pt x="217" y="814"/>
                      <a:pt x="217" y="814"/>
                      <a:pt x="217" y="814"/>
                    </a:cubicBezTo>
                    <a:cubicBezTo>
                      <a:pt x="217" y="813"/>
                      <a:pt x="217" y="812"/>
                      <a:pt x="217" y="811"/>
                    </a:cubicBezTo>
                    <a:cubicBezTo>
                      <a:pt x="217" y="794"/>
                      <a:pt x="213" y="781"/>
                      <a:pt x="208" y="760"/>
                    </a:cubicBezTo>
                    <a:cubicBezTo>
                      <a:pt x="203" y="743"/>
                      <a:pt x="196" y="721"/>
                      <a:pt x="190" y="688"/>
                    </a:cubicBezTo>
                    <a:cubicBezTo>
                      <a:pt x="185" y="660"/>
                      <a:pt x="183" y="631"/>
                      <a:pt x="183" y="604"/>
                    </a:cubicBezTo>
                    <a:cubicBezTo>
                      <a:pt x="183" y="584"/>
                      <a:pt x="184" y="566"/>
                      <a:pt x="185" y="551"/>
                    </a:cubicBezTo>
                    <a:cubicBezTo>
                      <a:pt x="185" y="547"/>
                      <a:pt x="185" y="544"/>
                      <a:pt x="185" y="541"/>
                    </a:cubicBezTo>
                    <a:cubicBezTo>
                      <a:pt x="185" y="538"/>
                      <a:pt x="187" y="537"/>
                      <a:pt x="189" y="539"/>
                    </a:cubicBezTo>
                    <a:cubicBezTo>
                      <a:pt x="203" y="567"/>
                      <a:pt x="227" y="612"/>
                      <a:pt x="234" y="689"/>
                    </a:cubicBezTo>
                    <a:cubicBezTo>
                      <a:pt x="242" y="773"/>
                      <a:pt x="246" y="792"/>
                      <a:pt x="249" y="806"/>
                    </a:cubicBezTo>
                    <a:cubicBezTo>
                      <a:pt x="251" y="820"/>
                      <a:pt x="251" y="820"/>
                      <a:pt x="251" y="820"/>
                    </a:cubicBezTo>
                    <a:cubicBezTo>
                      <a:pt x="251" y="820"/>
                      <a:pt x="251" y="820"/>
                      <a:pt x="251" y="820"/>
                    </a:cubicBezTo>
                    <a:cubicBezTo>
                      <a:pt x="256" y="833"/>
                      <a:pt x="261" y="855"/>
                      <a:pt x="261" y="872"/>
                    </a:cubicBezTo>
                    <a:cubicBezTo>
                      <a:pt x="261" y="883"/>
                      <a:pt x="259" y="893"/>
                      <a:pt x="254" y="89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7" name="Freeform 377">
                <a:extLst>
                  <a:ext uri="{FF2B5EF4-FFF2-40B4-BE49-F238E27FC236}">
                    <a16:creationId xmlns:a16="http://schemas.microsoft.com/office/drawing/2014/main" id="{06E1A743-1F0C-4E73-841B-4AC95DCCE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120"/>
                <a:ext cx="62" cy="160"/>
              </a:xfrm>
              <a:custGeom>
                <a:avLst/>
                <a:gdLst>
                  <a:gd name="T0" fmla="*/ 16 w 46"/>
                  <a:gd name="T1" fmla="*/ 0 h 119"/>
                  <a:gd name="T2" fmla="*/ 43 w 46"/>
                  <a:gd name="T3" fmla="*/ 93 h 119"/>
                  <a:gd name="T4" fmla="*/ 96 w 46"/>
                  <a:gd name="T5" fmla="*/ 233 h 119"/>
                  <a:gd name="T6" fmla="*/ 113 w 46"/>
                  <a:gd name="T7" fmla="*/ 289 h 119"/>
                  <a:gd name="T8" fmla="*/ 113 w 46"/>
                  <a:gd name="T9" fmla="*/ 289 h 119"/>
                  <a:gd name="T10" fmla="*/ 90 w 46"/>
                  <a:gd name="T11" fmla="*/ 241 h 119"/>
                  <a:gd name="T12" fmla="*/ 30 w 46"/>
                  <a:gd name="T13" fmla="*/ 98 h 119"/>
                  <a:gd name="T14" fmla="*/ 1 w 46"/>
                  <a:gd name="T15" fmla="*/ 0 h 119"/>
                  <a:gd name="T16" fmla="*/ 16 w 46"/>
                  <a:gd name="T17" fmla="*/ 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19">
                    <a:moveTo>
                      <a:pt x="7" y="0"/>
                    </a:moveTo>
                    <a:cubicBezTo>
                      <a:pt x="6" y="13"/>
                      <a:pt x="12" y="25"/>
                      <a:pt x="18" y="38"/>
                    </a:cubicBezTo>
                    <a:cubicBezTo>
                      <a:pt x="27" y="57"/>
                      <a:pt x="32" y="77"/>
                      <a:pt x="39" y="96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37" y="99"/>
                      <a:pt x="37" y="99"/>
                      <a:pt x="37" y="99"/>
                    </a:cubicBezTo>
                    <a:cubicBezTo>
                      <a:pt x="30" y="80"/>
                      <a:pt x="21" y="59"/>
                      <a:pt x="12" y="40"/>
                    </a:cubicBezTo>
                    <a:cubicBezTo>
                      <a:pt x="6" y="27"/>
                      <a:pt x="0" y="14"/>
                      <a:pt x="1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8" name="Freeform 378">
                <a:extLst>
                  <a:ext uri="{FF2B5EF4-FFF2-40B4-BE49-F238E27FC236}">
                    <a16:creationId xmlns:a16="http://schemas.microsoft.com/office/drawing/2014/main" id="{02D24F65-1448-459F-B10C-E5424CFF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646"/>
                <a:ext cx="134" cy="564"/>
              </a:xfrm>
              <a:custGeom>
                <a:avLst/>
                <a:gdLst>
                  <a:gd name="T0" fmla="*/ 1 w 100"/>
                  <a:gd name="T1" fmla="*/ 397 h 419"/>
                  <a:gd name="T2" fmla="*/ 7 w 100"/>
                  <a:gd name="T3" fmla="*/ 339 h 419"/>
                  <a:gd name="T4" fmla="*/ 12 w 100"/>
                  <a:gd name="T5" fmla="*/ 256 h 419"/>
                  <a:gd name="T6" fmla="*/ 16 w 100"/>
                  <a:gd name="T7" fmla="*/ 203 h 419"/>
                  <a:gd name="T8" fmla="*/ 34 w 100"/>
                  <a:gd name="T9" fmla="*/ 0 h 419"/>
                  <a:gd name="T10" fmla="*/ 56 w 100"/>
                  <a:gd name="T11" fmla="*/ 22 h 419"/>
                  <a:gd name="T12" fmla="*/ 31 w 100"/>
                  <a:gd name="T13" fmla="*/ 203 h 419"/>
                  <a:gd name="T14" fmla="*/ 27 w 100"/>
                  <a:gd name="T15" fmla="*/ 258 h 419"/>
                  <a:gd name="T16" fmla="*/ 21 w 100"/>
                  <a:gd name="T17" fmla="*/ 339 h 419"/>
                  <a:gd name="T18" fmla="*/ 16 w 100"/>
                  <a:gd name="T19" fmla="*/ 397 h 419"/>
                  <a:gd name="T20" fmla="*/ 20 w 100"/>
                  <a:gd name="T21" fmla="*/ 459 h 419"/>
                  <a:gd name="T22" fmla="*/ 101 w 100"/>
                  <a:gd name="T23" fmla="*/ 598 h 419"/>
                  <a:gd name="T24" fmla="*/ 122 w 100"/>
                  <a:gd name="T25" fmla="*/ 629 h 419"/>
                  <a:gd name="T26" fmla="*/ 137 w 100"/>
                  <a:gd name="T27" fmla="*/ 649 h 419"/>
                  <a:gd name="T28" fmla="*/ 157 w 100"/>
                  <a:gd name="T29" fmla="*/ 677 h 419"/>
                  <a:gd name="T30" fmla="*/ 210 w 100"/>
                  <a:gd name="T31" fmla="*/ 774 h 419"/>
                  <a:gd name="T32" fmla="*/ 239 w 100"/>
                  <a:gd name="T33" fmla="*/ 938 h 419"/>
                  <a:gd name="T34" fmla="*/ 239 w 100"/>
                  <a:gd name="T35" fmla="*/ 980 h 419"/>
                  <a:gd name="T36" fmla="*/ 236 w 100"/>
                  <a:gd name="T37" fmla="*/ 1020 h 419"/>
                  <a:gd name="T38" fmla="*/ 221 w 100"/>
                  <a:gd name="T39" fmla="*/ 1022 h 419"/>
                  <a:gd name="T40" fmla="*/ 225 w 100"/>
                  <a:gd name="T41" fmla="*/ 979 h 419"/>
                  <a:gd name="T42" fmla="*/ 225 w 100"/>
                  <a:gd name="T43" fmla="*/ 938 h 419"/>
                  <a:gd name="T44" fmla="*/ 197 w 100"/>
                  <a:gd name="T45" fmla="*/ 777 h 419"/>
                  <a:gd name="T46" fmla="*/ 158 w 100"/>
                  <a:gd name="T47" fmla="*/ 707 h 419"/>
                  <a:gd name="T48" fmla="*/ 158 w 100"/>
                  <a:gd name="T49" fmla="*/ 711 h 419"/>
                  <a:gd name="T50" fmla="*/ 163 w 100"/>
                  <a:gd name="T51" fmla="*/ 766 h 419"/>
                  <a:gd name="T52" fmla="*/ 149 w 100"/>
                  <a:gd name="T53" fmla="*/ 770 h 419"/>
                  <a:gd name="T54" fmla="*/ 143 w 100"/>
                  <a:gd name="T55" fmla="*/ 711 h 419"/>
                  <a:gd name="T56" fmla="*/ 142 w 100"/>
                  <a:gd name="T57" fmla="*/ 682 h 419"/>
                  <a:gd name="T58" fmla="*/ 126 w 100"/>
                  <a:gd name="T59" fmla="*/ 658 h 419"/>
                  <a:gd name="T60" fmla="*/ 111 w 100"/>
                  <a:gd name="T61" fmla="*/ 635 h 419"/>
                  <a:gd name="T62" fmla="*/ 90 w 100"/>
                  <a:gd name="T63" fmla="*/ 607 h 419"/>
                  <a:gd name="T64" fmla="*/ 46 w 100"/>
                  <a:gd name="T65" fmla="*/ 548 h 419"/>
                  <a:gd name="T66" fmla="*/ 38 w 100"/>
                  <a:gd name="T67" fmla="*/ 549 h 419"/>
                  <a:gd name="T68" fmla="*/ 48 w 100"/>
                  <a:gd name="T69" fmla="*/ 629 h 419"/>
                  <a:gd name="T70" fmla="*/ 78 w 100"/>
                  <a:gd name="T71" fmla="*/ 826 h 419"/>
                  <a:gd name="T72" fmla="*/ 90 w 100"/>
                  <a:gd name="T73" fmla="*/ 859 h 419"/>
                  <a:gd name="T74" fmla="*/ 106 w 100"/>
                  <a:gd name="T75" fmla="*/ 896 h 419"/>
                  <a:gd name="T76" fmla="*/ 91 w 100"/>
                  <a:gd name="T77" fmla="*/ 902 h 419"/>
                  <a:gd name="T78" fmla="*/ 78 w 100"/>
                  <a:gd name="T79" fmla="*/ 864 h 419"/>
                  <a:gd name="T80" fmla="*/ 63 w 100"/>
                  <a:gd name="T81" fmla="*/ 832 h 419"/>
                  <a:gd name="T82" fmla="*/ 34 w 100"/>
                  <a:gd name="T83" fmla="*/ 629 h 419"/>
                  <a:gd name="T84" fmla="*/ 20 w 100"/>
                  <a:gd name="T85" fmla="*/ 528 h 419"/>
                  <a:gd name="T86" fmla="*/ 5 w 100"/>
                  <a:gd name="T87" fmla="*/ 464 h 419"/>
                  <a:gd name="T88" fmla="*/ 1 w 100"/>
                  <a:gd name="T89" fmla="*/ 397 h 41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0" h="419">
                    <a:moveTo>
                      <a:pt x="1" y="163"/>
                    </a:moveTo>
                    <a:cubicBezTo>
                      <a:pt x="3" y="139"/>
                      <a:pt x="3" y="139"/>
                      <a:pt x="3" y="139"/>
                    </a:cubicBezTo>
                    <a:cubicBezTo>
                      <a:pt x="3" y="126"/>
                      <a:pt x="4" y="114"/>
                      <a:pt x="5" y="105"/>
                    </a:cubicBezTo>
                    <a:cubicBezTo>
                      <a:pt x="6" y="102"/>
                      <a:pt x="6" y="94"/>
                      <a:pt x="7" y="83"/>
                    </a:cubicBezTo>
                    <a:cubicBezTo>
                      <a:pt x="11" y="44"/>
                      <a:pt x="13" y="9"/>
                      <a:pt x="14" y="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19" y="14"/>
                      <a:pt x="15" y="61"/>
                      <a:pt x="13" y="83"/>
                    </a:cubicBezTo>
                    <a:cubicBezTo>
                      <a:pt x="12" y="95"/>
                      <a:pt x="12" y="103"/>
                      <a:pt x="11" y="106"/>
                    </a:cubicBezTo>
                    <a:cubicBezTo>
                      <a:pt x="10" y="114"/>
                      <a:pt x="9" y="127"/>
                      <a:pt x="9" y="139"/>
                    </a:cubicBezTo>
                    <a:cubicBezTo>
                      <a:pt x="7" y="163"/>
                      <a:pt x="7" y="163"/>
                      <a:pt x="7" y="163"/>
                    </a:cubicBezTo>
                    <a:cubicBezTo>
                      <a:pt x="6" y="172"/>
                      <a:pt x="7" y="180"/>
                      <a:pt x="8" y="188"/>
                    </a:cubicBezTo>
                    <a:cubicBezTo>
                      <a:pt x="13" y="206"/>
                      <a:pt x="29" y="228"/>
                      <a:pt x="42" y="245"/>
                    </a:cubicBezTo>
                    <a:cubicBezTo>
                      <a:pt x="51" y="258"/>
                      <a:pt x="51" y="258"/>
                      <a:pt x="51" y="258"/>
                    </a:cubicBezTo>
                    <a:cubicBezTo>
                      <a:pt x="57" y="266"/>
                      <a:pt x="57" y="266"/>
                      <a:pt x="57" y="266"/>
                    </a:cubicBezTo>
                    <a:cubicBezTo>
                      <a:pt x="59" y="270"/>
                      <a:pt x="65" y="277"/>
                      <a:pt x="65" y="278"/>
                    </a:cubicBezTo>
                    <a:cubicBezTo>
                      <a:pt x="73" y="290"/>
                      <a:pt x="81" y="303"/>
                      <a:pt x="87" y="317"/>
                    </a:cubicBezTo>
                    <a:cubicBezTo>
                      <a:pt x="96" y="339"/>
                      <a:pt x="98" y="362"/>
                      <a:pt x="99" y="385"/>
                    </a:cubicBezTo>
                    <a:cubicBezTo>
                      <a:pt x="100" y="389"/>
                      <a:pt x="99" y="396"/>
                      <a:pt x="99" y="402"/>
                    </a:cubicBezTo>
                    <a:cubicBezTo>
                      <a:pt x="98" y="408"/>
                      <a:pt x="98" y="414"/>
                      <a:pt x="98" y="418"/>
                    </a:cubicBezTo>
                    <a:cubicBezTo>
                      <a:pt x="92" y="419"/>
                      <a:pt x="92" y="419"/>
                      <a:pt x="92" y="419"/>
                    </a:cubicBezTo>
                    <a:cubicBezTo>
                      <a:pt x="92" y="415"/>
                      <a:pt x="92" y="408"/>
                      <a:pt x="93" y="401"/>
                    </a:cubicBezTo>
                    <a:cubicBezTo>
                      <a:pt x="93" y="395"/>
                      <a:pt x="94" y="389"/>
                      <a:pt x="93" y="385"/>
                    </a:cubicBezTo>
                    <a:cubicBezTo>
                      <a:pt x="92" y="363"/>
                      <a:pt x="90" y="340"/>
                      <a:pt x="82" y="319"/>
                    </a:cubicBezTo>
                    <a:cubicBezTo>
                      <a:pt x="77" y="309"/>
                      <a:pt x="72" y="299"/>
                      <a:pt x="66" y="290"/>
                    </a:cubicBezTo>
                    <a:cubicBezTo>
                      <a:pt x="66" y="291"/>
                      <a:pt x="66" y="291"/>
                      <a:pt x="66" y="291"/>
                    </a:cubicBezTo>
                    <a:cubicBezTo>
                      <a:pt x="66" y="298"/>
                      <a:pt x="65" y="305"/>
                      <a:pt x="68" y="314"/>
                    </a:cubicBezTo>
                    <a:cubicBezTo>
                      <a:pt x="62" y="316"/>
                      <a:pt x="62" y="316"/>
                      <a:pt x="62" y="316"/>
                    </a:cubicBezTo>
                    <a:cubicBezTo>
                      <a:pt x="59" y="305"/>
                      <a:pt x="60" y="297"/>
                      <a:pt x="60" y="291"/>
                    </a:cubicBezTo>
                    <a:cubicBezTo>
                      <a:pt x="60" y="287"/>
                      <a:pt x="60" y="283"/>
                      <a:pt x="59" y="280"/>
                    </a:cubicBezTo>
                    <a:cubicBezTo>
                      <a:pt x="57" y="277"/>
                      <a:pt x="54" y="273"/>
                      <a:pt x="52" y="270"/>
                    </a:cubicBezTo>
                    <a:cubicBezTo>
                      <a:pt x="46" y="261"/>
                      <a:pt x="46" y="261"/>
                      <a:pt x="46" y="261"/>
                    </a:cubicBezTo>
                    <a:cubicBezTo>
                      <a:pt x="37" y="249"/>
                      <a:pt x="37" y="249"/>
                      <a:pt x="37" y="249"/>
                    </a:cubicBezTo>
                    <a:cubicBezTo>
                      <a:pt x="32" y="241"/>
                      <a:pt x="25" y="233"/>
                      <a:pt x="19" y="224"/>
                    </a:cubicBezTo>
                    <a:cubicBezTo>
                      <a:pt x="17" y="221"/>
                      <a:pt x="15" y="221"/>
                      <a:pt x="16" y="225"/>
                    </a:cubicBezTo>
                    <a:cubicBezTo>
                      <a:pt x="18" y="236"/>
                      <a:pt x="20" y="247"/>
                      <a:pt x="20" y="258"/>
                    </a:cubicBezTo>
                    <a:cubicBezTo>
                      <a:pt x="20" y="286"/>
                      <a:pt x="22" y="310"/>
                      <a:pt x="32" y="339"/>
                    </a:cubicBezTo>
                    <a:cubicBezTo>
                      <a:pt x="37" y="352"/>
                      <a:pt x="37" y="352"/>
                      <a:pt x="37" y="352"/>
                    </a:cubicBezTo>
                    <a:cubicBezTo>
                      <a:pt x="44" y="368"/>
                      <a:pt x="44" y="368"/>
                      <a:pt x="44" y="368"/>
                    </a:cubicBezTo>
                    <a:cubicBezTo>
                      <a:pt x="38" y="370"/>
                      <a:pt x="38" y="370"/>
                      <a:pt x="38" y="370"/>
                    </a:cubicBezTo>
                    <a:cubicBezTo>
                      <a:pt x="32" y="354"/>
                      <a:pt x="32" y="354"/>
                      <a:pt x="32" y="354"/>
                    </a:cubicBezTo>
                    <a:cubicBezTo>
                      <a:pt x="26" y="341"/>
                      <a:pt x="26" y="341"/>
                      <a:pt x="26" y="341"/>
                    </a:cubicBezTo>
                    <a:cubicBezTo>
                      <a:pt x="16" y="311"/>
                      <a:pt x="14" y="286"/>
                      <a:pt x="14" y="258"/>
                    </a:cubicBezTo>
                    <a:cubicBezTo>
                      <a:pt x="14" y="244"/>
                      <a:pt x="11" y="230"/>
                      <a:pt x="8" y="216"/>
                    </a:cubicBezTo>
                    <a:cubicBezTo>
                      <a:pt x="6" y="207"/>
                      <a:pt x="4" y="198"/>
                      <a:pt x="2" y="190"/>
                    </a:cubicBezTo>
                    <a:cubicBezTo>
                      <a:pt x="1" y="182"/>
                      <a:pt x="0" y="170"/>
                      <a:pt x="1" y="16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9" name="Freeform 379">
                <a:extLst>
                  <a:ext uri="{FF2B5EF4-FFF2-40B4-BE49-F238E27FC236}">
                    <a16:creationId xmlns:a16="http://schemas.microsoft.com/office/drawing/2014/main" id="{A1373F98-1471-4E7C-8883-F1B6594D0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383"/>
                <a:ext cx="180" cy="189"/>
              </a:xfrm>
              <a:custGeom>
                <a:avLst/>
                <a:gdLst>
                  <a:gd name="T0" fmla="*/ 43 w 134"/>
                  <a:gd name="T1" fmla="*/ 153 h 140"/>
                  <a:gd name="T2" fmla="*/ 42 w 134"/>
                  <a:gd name="T3" fmla="*/ 142 h 140"/>
                  <a:gd name="T4" fmla="*/ 0 w 134"/>
                  <a:gd name="T5" fmla="*/ 77 h 140"/>
                  <a:gd name="T6" fmla="*/ 9 w 134"/>
                  <a:gd name="T7" fmla="*/ 74 h 140"/>
                  <a:gd name="T8" fmla="*/ 70 w 134"/>
                  <a:gd name="T9" fmla="*/ 150 h 140"/>
                  <a:gd name="T10" fmla="*/ 132 w 134"/>
                  <a:gd name="T11" fmla="*/ 142 h 140"/>
                  <a:gd name="T12" fmla="*/ 157 w 134"/>
                  <a:gd name="T13" fmla="*/ 89 h 140"/>
                  <a:gd name="T14" fmla="*/ 149 w 134"/>
                  <a:gd name="T15" fmla="*/ 74 h 140"/>
                  <a:gd name="T16" fmla="*/ 99 w 134"/>
                  <a:gd name="T17" fmla="*/ 7 h 140"/>
                  <a:gd name="T18" fmla="*/ 101 w 134"/>
                  <a:gd name="T19" fmla="*/ 0 h 140"/>
                  <a:gd name="T20" fmla="*/ 109 w 134"/>
                  <a:gd name="T21" fmla="*/ 7 h 140"/>
                  <a:gd name="T22" fmla="*/ 109 w 134"/>
                  <a:gd name="T23" fmla="*/ 7 h 140"/>
                  <a:gd name="T24" fmla="*/ 220 w 134"/>
                  <a:gd name="T25" fmla="*/ 128 h 140"/>
                  <a:gd name="T26" fmla="*/ 294 w 134"/>
                  <a:gd name="T27" fmla="*/ 248 h 140"/>
                  <a:gd name="T28" fmla="*/ 310 w 134"/>
                  <a:gd name="T29" fmla="*/ 301 h 140"/>
                  <a:gd name="T30" fmla="*/ 325 w 134"/>
                  <a:gd name="T31" fmla="*/ 344 h 140"/>
                  <a:gd name="T32" fmla="*/ 325 w 134"/>
                  <a:gd name="T33" fmla="*/ 344 h 140"/>
                  <a:gd name="T34" fmla="*/ 304 w 134"/>
                  <a:gd name="T35" fmla="*/ 304 h 140"/>
                  <a:gd name="T36" fmla="*/ 283 w 134"/>
                  <a:gd name="T37" fmla="*/ 251 h 140"/>
                  <a:gd name="T38" fmla="*/ 216 w 134"/>
                  <a:gd name="T39" fmla="*/ 135 h 140"/>
                  <a:gd name="T40" fmla="*/ 172 w 134"/>
                  <a:gd name="T41" fmla="*/ 97 h 140"/>
                  <a:gd name="T42" fmla="*/ 164 w 134"/>
                  <a:gd name="T43" fmla="*/ 99 h 140"/>
                  <a:gd name="T44" fmla="*/ 136 w 134"/>
                  <a:gd name="T45" fmla="*/ 150 h 140"/>
                  <a:gd name="T46" fmla="*/ 120 w 134"/>
                  <a:gd name="T47" fmla="*/ 161 h 140"/>
                  <a:gd name="T48" fmla="*/ 116 w 134"/>
                  <a:gd name="T49" fmla="*/ 167 h 140"/>
                  <a:gd name="T50" fmla="*/ 116 w 134"/>
                  <a:gd name="T51" fmla="*/ 267 h 140"/>
                  <a:gd name="T52" fmla="*/ 106 w 134"/>
                  <a:gd name="T53" fmla="*/ 267 h 140"/>
                  <a:gd name="T54" fmla="*/ 106 w 134"/>
                  <a:gd name="T55" fmla="*/ 167 h 140"/>
                  <a:gd name="T56" fmla="*/ 101 w 134"/>
                  <a:gd name="T57" fmla="*/ 165 h 140"/>
                  <a:gd name="T58" fmla="*/ 85 w 134"/>
                  <a:gd name="T59" fmla="*/ 162 h 140"/>
                  <a:gd name="T60" fmla="*/ 79 w 134"/>
                  <a:gd name="T61" fmla="*/ 170 h 140"/>
                  <a:gd name="T62" fmla="*/ 78 w 134"/>
                  <a:gd name="T63" fmla="*/ 198 h 140"/>
                  <a:gd name="T64" fmla="*/ 75 w 134"/>
                  <a:gd name="T65" fmla="*/ 219 h 140"/>
                  <a:gd name="T66" fmla="*/ 73 w 134"/>
                  <a:gd name="T67" fmla="*/ 230 h 140"/>
                  <a:gd name="T68" fmla="*/ 73 w 134"/>
                  <a:gd name="T69" fmla="*/ 262 h 140"/>
                  <a:gd name="T70" fmla="*/ 63 w 134"/>
                  <a:gd name="T71" fmla="*/ 255 h 140"/>
                  <a:gd name="T72" fmla="*/ 63 w 134"/>
                  <a:gd name="T73" fmla="*/ 230 h 140"/>
                  <a:gd name="T74" fmla="*/ 64 w 134"/>
                  <a:gd name="T75" fmla="*/ 217 h 140"/>
                  <a:gd name="T76" fmla="*/ 69 w 134"/>
                  <a:gd name="T77" fmla="*/ 197 h 140"/>
                  <a:gd name="T78" fmla="*/ 70 w 134"/>
                  <a:gd name="T79" fmla="*/ 165 h 140"/>
                  <a:gd name="T80" fmla="*/ 69 w 134"/>
                  <a:gd name="T81" fmla="*/ 161 h 140"/>
                  <a:gd name="T82" fmla="*/ 62 w 134"/>
                  <a:gd name="T83" fmla="*/ 155 h 140"/>
                  <a:gd name="T84" fmla="*/ 54 w 134"/>
                  <a:gd name="T85" fmla="*/ 157 h 140"/>
                  <a:gd name="T86" fmla="*/ 47 w 134"/>
                  <a:gd name="T87" fmla="*/ 197 h 140"/>
                  <a:gd name="T88" fmla="*/ 35 w 134"/>
                  <a:gd name="T89" fmla="*/ 251 h 140"/>
                  <a:gd name="T90" fmla="*/ 23 w 134"/>
                  <a:gd name="T91" fmla="*/ 246 h 140"/>
                  <a:gd name="T92" fmla="*/ 36 w 134"/>
                  <a:gd name="T93" fmla="*/ 197 h 140"/>
                  <a:gd name="T94" fmla="*/ 43 w 134"/>
                  <a:gd name="T95" fmla="*/ 153 h 14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34" h="140">
                    <a:moveTo>
                      <a:pt x="18" y="62"/>
                    </a:moveTo>
                    <a:cubicBezTo>
                      <a:pt x="18" y="61"/>
                      <a:pt x="17" y="58"/>
                      <a:pt x="17" y="58"/>
                    </a:cubicBezTo>
                    <a:cubicBezTo>
                      <a:pt x="9" y="51"/>
                      <a:pt x="2" y="40"/>
                      <a:pt x="0" y="31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7" y="41"/>
                      <a:pt x="17" y="57"/>
                      <a:pt x="29" y="61"/>
                    </a:cubicBezTo>
                    <a:cubicBezTo>
                      <a:pt x="38" y="64"/>
                      <a:pt x="47" y="63"/>
                      <a:pt x="54" y="58"/>
                    </a:cubicBezTo>
                    <a:cubicBezTo>
                      <a:pt x="61" y="53"/>
                      <a:pt x="65" y="45"/>
                      <a:pt x="65" y="36"/>
                    </a:cubicBezTo>
                    <a:cubicBezTo>
                      <a:pt x="65" y="35"/>
                      <a:pt x="63" y="31"/>
                      <a:pt x="62" y="30"/>
                    </a:cubicBezTo>
                    <a:cubicBezTo>
                      <a:pt x="51" y="19"/>
                      <a:pt x="41" y="7"/>
                      <a:pt x="41" y="3"/>
                    </a:cubicBezTo>
                    <a:cubicBezTo>
                      <a:pt x="41" y="1"/>
                      <a:pt x="42" y="1"/>
                      <a:pt x="42" y="0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8"/>
                      <a:pt x="84" y="47"/>
                      <a:pt x="91" y="52"/>
                    </a:cubicBezTo>
                    <a:cubicBezTo>
                      <a:pt x="109" y="64"/>
                      <a:pt x="117" y="84"/>
                      <a:pt x="121" y="101"/>
                    </a:cubicBezTo>
                    <a:cubicBezTo>
                      <a:pt x="123" y="108"/>
                      <a:pt x="125" y="115"/>
                      <a:pt x="128" y="122"/>
                    </a:cubicBezTo>
                    <a:cubicBezTo>
                      <a:pt x="134" y="140"/>
                      <a:pt x="134" y="140"/>
                      <a:pt x="134" y="140"/>
                    </a:cubicBezTo>
                    <a:cubicBezTo>
                      <a:pt x="134" y="140"/>
                      <a:pt x="134" y="140"/>
                      <a:pt x="134" y="140"/>
                    </a:cubicBezTo>
                    <a:cubicBezTo>
                      <a:pt x="125" y="124"/>
                      <a:pt x="125" y="124"/>
                      <a:pt x="125" y="124"/>
                    </a:cubicBezTo>
                    <a:cubicBezTo>
                      <a:pt x="122" y="116"/>
                      <a:pt x="119" y="109"/>
                      <a:pt x="117" y="102"/>
                    </a:cubicBezTo>
                    <a:cubicBezTo>
                      <a:pt x="113" y="85"/>
                      <a:pt x="106" y="66"/>
                      <a:pt x="89" y="55"/>
                    </a:cubicBezTo>
                    <a:cubicBezTo>
                      <a:pt x="87" y="54"/>
                      <a:pt x="79" y="47"/>
                      <a:pt x="71" y="39"/>
                    </a:cubicBezTo>
                    <a:cubicBezTo>
                      <a:pt x="70" y="38"/>
                      <a:pt x="69" y="39"/>
                      <a:pt x="68" y="40"/>
                    </a:cubicBezTo>
                    <a:cubicBezTo>
                      <a:pt x="67" y="49"/>
                      <a:pt x="63" y="56"/>
                      <a:pt x="56" y="61"/>
                    </a:cubicBezTo>
                    <a:cubicBezTo>
                      <a:pt x="54" y="63"/>
                      <a:pt x="52" y="64"/>
                      <a:pt x="49" y="65"/>
                    </a:cubicBezTo>
                    <a:cubicBezTo>
                      <a:pt x="49" y="65"/>
                      <a:pt x="48" y="67"/>
                      <a:pt x="48" y="68"/>
                    </a:cubicBezTo>
                    <a:cubicBezTo>
                      <a:pt x="50" y="83"/>
                      <a:pt x="49" y="103"/>
                      <a:pt x="48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5" y="103"/>
                      <a:pt x="46" y="83"/>
                      <a:pt x="44" y="68"/>
                    </a:cubicBezTo>
                    <a:cubicBezTo>
                      <a:pt x="44" y="68"/>
                      <a:pt x="42" y="67"/>
                      <a:pt x="42" y="67"/>
                    </a:cubicBezTo>
                    <a:cubicBezTo>
                      <a:pt x="40" y="67"/>
                      <a:pt x="37" y="67"/>
                      <a:pt x="35" y="66"/>
                    </a:cubicBezTo>
                    <a:cubicBezTo>
                      <a:pt x="35" y="66"/>
                      <a:pt x="33" y="68"/>
                      <a:pt x="33" y="69"/>
                    </a:cubicBezTo>
                    <a:cubicBezTo>
                      <a:pt x="32" y="73"/>
                      <a:pt x="32" y="77"/>
                      <a:pt x="32" y="81"/>
                    </a:cubicBezTo>
                    <a:cubicBezTo>
                      <a:pt x="31" y="89"/>
                      <a:pt x="31" y="89"/>
                      <a:pt x="31" y="89"/>
                    </a:cubicBezTo>
                    <a:cubicBezTo>
                      <a:pt x="30" y="93"/>
                      <a:pt x="30" y="93"/>
                      <a:pt x="30" y="93"/>
                    </a:cubicBezTo>
                    <a:cubicBezTo>
                      <a:pt x="30" y="97"/>
                      <a:pt x="29" y="104"/>
                      <a:pt x="30" y="107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5" y="101"/>
                      <a:pt x="26" y="97"/>
                      <a:pt x="26" y="93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8" y="80"/>
                      <a:pt x="28" y="80"/>
                      <a:pt x="28" y="80"/>
                    </a:cubicBezTo>
                    <a:cubicBezTo>
                      <a:pt x="28" y="76"/>
                      <a:pt x="28" y="72"/>
                      <a:pt x="29" y="67"/>
                    </a:cubicBezTo>
                    <a:cubicBezTo>
                      <a:pt x="29" y="66"/>
                      <a:pt x="28" y="65"/>
                      <a:pt x="28" y="65"/>
                    </a:cubicBezTo>
                    <a:cubicBezTo>
                      <a:pt x="27" y="64"/>
                      <a:pt x="26" y="64"/>
                      <a:pt x="25" y="63"/>
                    </a:cubicBezTo>
                    <a:cubicBezTo>
                      <a:pt x="24" y="63"/>
                      <a:pt x="22" y="64"/>
                      <a:pt x="22" y="64"/>
                    </a:cubicBezTo>
                    <a:cubicBezTo>
                      <a:pt x="21" y="70"/>
                      <a:pt x="20" y="75"/>
                      <a:pt x="19" y="80"/>
                    </a:cubicBezTo>
                    <a:cubicBezTo>
                      <a:pt x="18" y="88"/>
                      <a:pt x="17" y="95"/>
                      <a:pt x="14" y="102"/>
                    </a:cubicBezTo>
                    <a:cubicBezTo>
                      <a:pt x="10" y="100"/>
                      <a:pt x="10" y="100"/>
                      <a:pt x="10" y="100"/>
                    </a:cubicBezTo>
                    <a:cubicBezTo>
                      <a:pt x="13" y="94"/>
                      <a:pt x="14" y="87"/>
                      <a:pt x="15" y="80"/>
                    </a:cubicBezTo>
                    <a:cubicBezTo>
                      <a:pt x="16" y="75"/>
                      <a:pt x="17" y="68"/>
                      <a:pt x="18" y="6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0" name="Freeform 380">
                <a:extLst>
                  <a:ext uri="{FF2B5EF4-FFF2-40B4-BE49-F238E27FC236}">
                    <a16:creationId xmlns:a16="http://schemas.microsoft.com/office/drawing/2014/main" id="{80BEA2D7-24AE-477F-8753-2670DF7862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94" y="2436"/>
                <a:ext cx="176" cy="275"/>
              </a:xfrm>
              <a:custGeom>
                <a:avLst/>
                <a:gdLst>
                  <a:gd name="T0" fmla="*/ 23 w 131"/>
                  <a:gd name="T1" fmla="*/ 402 h 205"/>
                  <a:gd name="T2" fmla="*/ 54 w 131"/>
                  <a:gd name="T3" fmla="*/ 200 h 205"/>
                  <a:gd name="T4" fmla="*/ 64 w 131"/>
                  <a:gd name="T5" fmla="*/ 205 h 205"/>
                  <a:gd name="T6" fmla="*/ 70 w 131"/>
                  <a:gd name="T7" fmla="*/ 468 h 205"/>
                  <a:gd name="T8" fmla="*/ 101 w 131"/>
                  <a:gd name="T9" fmla="*/ 299 h 205"/>
                  <a:gd name="T10" fmla="*/ 116 w 131"/>
                  <a:gd name="T11" fmla="*/ 217 h 205"/>
                  <a:gd name="T12" fmla="*/ 109 w 131"/>
                  <a:gd name="T13" fmla="*/ 347 h 205"/>
                  <a:gd name="T14" fmla="*/ 120 w 131"/>
                  <a:gd name="T15" fmla="*/ 490 h 205"/>
                  <a:gd name="T16" fmla="*/ 141 w 131"/>
                  <a:gd name="T17" fmla="*/ 439 h 205"/>
                  <a:gd name="T18" fmla="*/ 150 w 131"/>
                  <a:gd name="T19" fmla="*/ 346 h 205"/>
                  <a:gd name="T20" fmla="*/ 156 w 131"/>
                  <a:gd name="T21" fmla="*/ 228 h 205"/>
                  <a:gd name="T22" fmla="*/ 164 w 131"/>
                  <a:gd name="T23" fmla="*/ 306 h 205"/>
                  <a:gd name="T24" fmla="*/ 164 w 131"/>
                  <a:gd name="T25" fmla="*/ 465 h 205"/>
                  <a:gd name="T26" fmla="*/ 191 w 131"/>
                  <a:gd name="T27" fmla="*/ 431 h 205"/>
                  <a:gd name="T28" fmla="*/ 204 w 131"/>
                  <a:gd name="T29" fmla="*/ 290 h 205"/>
                  <a:gd name="T30" fmla="*/ 227 w 131"/>
                  <a:gd name="T31" fmla="*/ 107 h 205"/>
                  <a:gd name="T32" fmla="*/ 262 w 131"/>
                  <a:gd name="T33" fmla="*/ 144 h 205"/>
                  <a:gd name="T34" fmla="*/ 267 w 131"/>
                  <a:gd name="T35" fmla="*/ 141 h 205"/>
                  <a:gd name="T36" fmla="*/ 231 w 131"/>
                  <a:gd name="T37" fmla="*/ 63 h 205"/>
                  <a:gd name="T38" fmla="*/ 219 w 131"/>
                  <a:gd name="T39" fmla="*/ 101 h 205"/>
                  <a:gd name="T40" fmla="*/ 193 w 131"/>
                  <a:gd name="T41" fmla="*/ 290 h 205"/>
                  <a:gd name="T42" fmla="*/ 183 w 131"/>
                  <a:gd name="T43" fmla="*/ 427 h 205"/>
                  <a:gd name="T44" fmla="*/ 172 w 131"/>
                  <a:gd name="T45" fmla="*/ 459 h 205"/>
                  <a:gd name="T46" fmla="*/ 175 w 131"/>
                  <a:gd name="T47" fmla="*/ 306 h 205"/>
                  <a:gd name="T48" fmla="*/ 169 w 131"/>
                  <a:gd name="T49" fmla="*/ 204 h 205"/>
                  <a:gd name="T50" fmla="*/ 150 w 131"/>
                  <a:gd name="T51" fmla="*/ 170 h 205"/>
                  <a:gd name="T52" fmla="*/ 142 w 131"/>
                  <a:gd name="T53" fmla="*/ 291 h 205"/>
                  <a:gd name="T54" fmla="*/ 133 w 131"/>
                  <a:gd name="T55" fmla="*/ 431 h 205"/>
                  <a:gd name="T56" fmla="*/ 126 w 131"/>
                  <a:gd name="T57" fmla="*/ 479 h 205"/>
                  <a:gd name="T58" fmla="*/ 120 w 131"/>
                  <a:gd name="T59" fmla="*/ 449 h 205"/>
                  <a:gd name="T60" fmla="*/ 121 w 131"/>
                  <a:gd name="T61" fmla="*/ 268 h 205"/>
                  <a:gd name="T62" fmla="*/ 116 w 131"/>
                  <a:gd name="T63" fmla="*/ 168 h 205"/>
                  <a:gd name="T64" fmla="*/ 109 w 131"/>
                  <a:gd name="T65" fmla="*/ 204 h 205"/>
                  <a:gd name="T66" fmla="*/ 99 w 131"/>
                  <a:gd name="T67" fmla="*/ 169 h 205"/>
                  <a:gd name="T68" fmla="*/ 93 w 131"/>
                  <a:gd name="T69" fmla="*/ 360 h 205"/>
                  <a:gd name="T70" fmla="*/ 64 w 131"/>
                  <a:gd name="T71" fmla="*/ 354 h 205"/>
                  <a:gd name="T72" fmla="*/ 83 w 131"/>
                  <a:gd name="T73" fmla="*/ 157 h 205"/>
                  <a:gd name="T74" fmla="*/ 56 w 131"/>
                  <a:gd name="T75" fmla="*/ 185 h 205"/>
                  <a:gd name="T76" fmla="*/ 35 w 131"/>
                  <a:gd name="T77" fmla="*/ 291 h 205"/>
                  <a:gd name="T78" fmla="*/ 16 w 131"/>
                  <a:gd name="T79" fmla="*/ 346 h 205"/>
                  <a:gd name="T80" fmla="*/ 15 w 131"/>
                  <a:gd name="T81" fmla="*/ 204 h 205"/>
                  <a:gd name="T82" fmla="*/ 5 w 131"/>
                  <a:gd name="T83" fmla="*/ 204 h 205"/>
                  <a:gd name="T84" fmla="*/ 157 w 131"/>
                  <a:gd name="T85" fmla="*/ 184 h 205"/>
                  <a:gd name="T86" fmla="*/ 161 w 131"/>
                  <a:gd name="T87" fmla="*/ 217 h 20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31" h="205">
                    <a:moveTo>
                      <a:pt x="2" y="140"/>
                    </a:moveTo>
                    <a:cubicBezTo>
                      <a:pt x="3" y="143"/>
                      <a:pt x="3" y="143"/>
                      <a:pt x="3" y="143"/>
                    </a:cubicBezTo>
                    <a:cubicBezTo>
                      <a:pt x="3" y="152"/>
                      <a:pt x="4" y="164"/>
                      <a:pt x="10" y="167"/>
                    </a:cubicBezTo>
                    <a:cubicBezTo>
                      <a:pt x="10" y="167"/>
                      <a:pt x="13" y="167"/>
                      <a:pt x="14" y="163"/>
                    </a:cubicBezTo>
                    <a:cubicBezTo>
                      <a:pt x="17" y="150"/>
                      <a:pt x="18" y="135"/>
                      <a:pt x="18" y="121"/>
                    </a:cubicBezTo>
                    <a:cubicBezTo>
                      <a:pt x="19" y="108"/>
                      <a:pt x="19" y="96"/>
                      <a:pt x="22" y="83"/>
                    </a:cubicBezTo>
                    <a:cubicBezTo>
                      <a:pt x="22" y="83"/>
                      <a:pt x="23" y="82"/>
                      <a:pt x="23" y="82"/>
                    </a:cubicBezTo>
                    <a:cubicBezTo>
                      <a:pt x="24" y="82"/>
                      <a:pt x="25" y="82"/>
                      <a:pt x="25" y="83"/>
                    </a:cubicBezTo>
                    <a:cubicBezTo>
                      <a:pt x="26" y="83"/>
                      <a:pt x="27" y="84"/>
                      <a:pt x="27" y="85"/>
                    </a:cubicBezTo>
                    <a:cubicBezTo>
                      <a:pt x="25" y="97"/>
                      <a:pt x="25" y="109"/>
                      <a:pt x="24" y="121"/>
                    </a:cubicBezTo>
                    <a:cubicBezTo>
                      <a:pt x="23" y="135"/>
                      <a:pt x="23" y="135"/>
                      <a:pt x="23" y="135"/>
                    </a:cubicBezTo>
                    <a:cubicBezTo>
                      <a:pt x="23" y="136"/>
                      <a:pt x="22" y="186"/>
                      <a:pt x="29" y="194"/>
                    </a:cubicBezTo>
                    <a:cubicBezTo>
                      <a:pt x="29" y="194"/>
                      <a:pt x="34" y="196"/>
                      <a:pt x="35" y="192"/>
                    </a:cubicBezTo>
                    <a:cubicBezTo>
                      <a:pt x="40" y="183"/>
                      <a:pt x="42" y="150"/>
                      <a:pt x="42" y="150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2" y="112"/>
                      <a:pt x="42" y="100"/>
                      <a:pt x="43" y="88"/>
                    </a:cubicBezTo>
                    <a:cubicBezTo>
                      <a:pt x="43" y="89"/>
                      <a:pt x="43" y="89"/>
                      <a:pt x="43" y="89"/>
                    </a:cubicBezTo>
                    <a:cubicBezTo>
                      <a:pt x="45" y="88"/>
                      <a:pt x="47" y="89"/>
                      <a:pt x="48" y="90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7" y="97"/>
                      <a:pt x="47" y="104"/>
                      <a:pt x="46" y="111"/>
                    </a:cubicBezTo>
                    <a:cubicBezTo>
                      <a:pt x="46" y="122"/>
                      <a:pt x="45" y="133"/>
                      <a:pt x="45" y="144"/>
                    </a:cubicBezTo>
                    <a:cubicBezTo>
                      <a:pt x="45" y="184"/>
                      <a:pt x="45" y="184"/>
                      <a:pt x="45" y="184"/>
                    </a:cubicBezTo>
                    <a:cubicBezTo>
                      <a:pt x="45" y="186"/>
                      <a:pt x="45" y="186"/>
                      <a:pt x="45" y="186"/>
                    </a:cubicBezTo>
                    <a:cubicBezTo>
                      <a:pt x="45" y="191"/>
                      <a:pt x="45" y="199"/>
                      <a:pt x="49" y="203"/>
                    </a:cubicBezTo>
                    <a:cubicBezTo>
                      <a:pt x="51" y="205"/>
                      <a:pt x="54" y="204"/>
                      <a:pt x="55" y="201"/>
                    </a:cubicBezTo>
                    <a:cubicBezTo>
                      <a:pt x="57" y="197"/>
                      <a:pt x="57" y="192"/>
                      <a:pt x="58" y="188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9" y="178"/>
                      <a:pt x="59" y="178"/>
                      <a:pt x="59" y="178"/>
                    </a:cubicBezTo>
                    <a:cubicBezTo>
                      <a:pt x="60" y="170"/>
                      <a:pt x="61" y="163"/>
                      <a:pt x="62" y="154"/>
                    </a:cubicBezTo>
                    <a:cubicBezTo>
                      <a:pt x="62" y="143"/>
                      <a:pt x="62" y="143"/>
                      <a:pt x="62" y="143"/>
                    </a:cubicBezTo>
                    <a:cubicBezTo>
                      <a:pt x="63" y="134"/>
                      <a:pt x="63" y="125"/>
                      <a:pt x="63" y="115"/>
                    </a:cubicBezTo>
                    <a:cubicBezTo>
                      <a:pt x="63" y="111"/>
                      <a:pt x="63" y="104"/>
                      <a:pt x="63" y="97"/>
                    </a:cubicBezTo>
                    <a:cubicBezTo>
                      <a:pt x="63" y="96"/>
                      <a:pt x="64" y="95"/>
                      <a:pt x="64" y="95"/>
                    </a:cubicBezTo>
                    <a:cubicBezTo>
                      <a:pt x="64" y="95"/>
                      <a:pt x="66" y="94"/>
                      <a:pt x="68" y="94"/>
                    </a:cubicBezTo>
                    <a:cubicBezTo>
                      <a:pt x="69" y="101"/>
                      <a:pt x="68" y="108"/>
                      <a:pt x="68" y="116"/>
                    </a:cubicBezTo>
                    <a:cubicBezTo>
                      <a:pt x="68" y="127"/>
                      <a:pt x="68" y="127"/>
                      <a:pt x="68" y="127"/>
                    </a:cubicBezTo>
                    <a:cubicBezTo>
                      <a:pt x="68" y="140"/>
                      <a:pt x="67" y="153"/>
                      <a:pt x="67" y="165"/>
                    </a:cubicBezTo>
                    <a:cubicBezTo>
                      <a:pt x="66" y="180"/>
                      <a:pt x="66" y="180"/>
                      <a:pt x="66" y="180"/>
                    </a:cubicBezTo>
                    <a:cubicBezTo>
                      <a:pt x="65" y="185"/>
                      <a:pt x="65" y="191"/>
                      <a:pt x="68" y="193"/>
                    </a:cubicBezTo>
                    <a:cubicBezTo>
                      <a:pt x="69" y="194"/>
                      <a:pt x="71" y="195"/>
                      <a:pt x="74" y="193"/>
                    </a:cubicBezTo>
                    <a:cubicBezTo>
                      <a:pt x="79" y="191"/>
                      <a:pt x="79" y="185"/>
                      <a:pt x="79" y="180"/>
                    </a:cubicBezTo>
                    <a:cubicBezTo>
                      <a:pt x="79" y="178"/>
                      <a:pt x="79" y="178"/>
                      <a:pt x="79" y="178"/>
                    </a:cubicBezTo>
                    <a:cubicBezTo>
                      <a:pt x="80" y="171"/>
                      <a:pt x="80" y="165"/>
                      <a:pt x="80" y="159"/>
                    </a:cubicBezTo>
                    <a:cubicBezTo>
                      <a:pt x="80" y="152"/>
                      <a:pt x="80" y="145"/>
                      <a:pt x="81" y="138"/>
                    </a:cubicBezTo>
                    <a:cubicBezTo>
                      <a:pt x="84" y="120"/>
                      <a:pt x="84" y="120"/>
                      <a:pt x="84" y="120"/>
                    </a:cubicBezTo>
                    <a:cubicBezTo>
                      <a:pt x="88" y="101"/>
                      <a:pt x="88" y="101"/>
                      <a:pt x="88" y="101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94" y="45"/>
                      <a:pt x="94" y="45"/>
                      <a:pt x="94" y="45"/>
                    </a:cubicBezTo>
                    <a:cubicBezTo>
                      <a:pt x="94" y="45"/>
                      <a:pt x="95" y="44"/>
                      <a:pt x="96" y="45"/>
                    </a:cubicBezTo>
                    <a:cubicBezTo>
                      <a:pt x="98" y="50"/>
                      <a:pt x="101" y="53"/>
                      <a:pt x="106" y="58"/>
                    </a:cubicBezTo>
                    <a:cubicBezTo>
                      <a:pt x="108" y="60"/>
                      <a:pt x="108" y="60"/>
                      <a:pt x="108" y="60"/>
                    </a:cubicBezTo>
                    <a:cubicBezTo>
                      <a:pt x="116" y="67"/>
                      <a:pt x="126" y="75"/>
                      <a:pt x="131" y="85"/>
                    </a:cubicBezTo>
                    <a:cubicBezTo>
                      <a:pt x="131" y="85"/>
                      <a:pt x="131" y="85"/>
                      <a:pt x="131" y="85"/>
                    </a:cubicBezTo>
                    <a:cubicBezTo>
                      <a:pt x="126" y="74"/>
                      <a:pt x="119" y="66"/>
                      <a:pt x="110" y="58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2" y="50"/>
                      <a:pt x="100" y="44"/>
                      <a:pt x="97" y="37"/>
                    </a:cubicBezTo>
                    <a:cubicBezTo>
                      <a:pt x="97" y="37"/>
                      <a:pt x="95" y="31"/>
                      <a:pt x="95" y="26"/>
                    </a:cubicBezTo>
                    <a:cubicBezTo>
                      <a:pt x="96" y="17"/>
                      <a:pt x="96" y="8"/>
                      <a:pt x="94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3" y="12"/>
                      <a:pt x="91" y="29"/>
                      <a:pt x="90" y="42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84" y="100"/>
                      <a:pt x="84" y="100"/>
                      <a:pt x="84" y="100"/>
                    </a:cubicBezTo>
                    <a:cubicBezTo>
                      <a:pt x="80" y="120"/>
                      <a:pt x="80" y="120"/>
                      <a:pt x="80" y="120"/>
                    </a:cubicBezTo>
                    <a:cubicBezTo>
                      <a:pt x="77" y="137"/>
                      <a:pt x="77" y="137"/>
                      <a:pt x="77" y="137"/>
                    </a:cubicBezTo>
                    <a:cubicBezTo>
                      <a:pt x="76" y="145"/>
                      <a:pt x="76" y="152"/>
                      <a:pt x="76" y="159"/>
                    </a:cubicBezTo>
                    <a:cubicBezTo>
                      <a:pt x="76" y="165"/>
                      <a:pt x="76" y="171"/>
                      <a:pt x="75" y="177"/>
                    </a:cubicBezTo>
                    <a:cubicBezTo>
                      <a:pt x="75" y="180"/>
                      <a:pt x="75" y="180"/>
                      <a:pt x="75" y="180"/>
                    </a:cubicBezTo>
                    <a:cubicBezTo>
                      <a:pt x="75" y="184"/>
                      <a:pt x="75" y="189"/>
                      <a:pt x="73" y="190"/>
                    </a:cubicBezTo>
                    <a:cubicBezTo>
                      <a:pt x="72" y="190"/>
                      <a:pt x="71" y="190"/>
                      <a:pt x="71" y="190"/>
                    </a:cubicBezTo>
                    <a:cubicBezTo>
                      <a:pt x="69" y="189"/>
                      <a:pt x="69" y="186"/>
                      <a:pt x="70" y="180"/>
                    </a:cubicBezTo>
                    <a:cubicBezTo>
                      <a:pt x="71" y="165"/>
                      <a:pt x="71" y="165"/>
                      <a:pt x="71" y="165"/>
                    </a:cubicBezTo>
                    <a:cubicBezTo>
                      <a:pt x="71" y="153"/>
                      <a:pt x="72" y="140"/>
                      <a:pt x="72" y="127"/>
                    </a:cubicBezTo>
                    <a:cubicBezTo>
                      <a:pt x="72" y="116"/>
                      <a:pt x="72" y="116"/>
                      <a:pt x="72" y="116"/>
                    </a:cubicBezTo>
                    <a:cubicBezTo>
                      <a:pt x="73" y="107"/>
                      <a:pt x="73" y="98"/>
                      <a:pt x="71" y="89"/>
                    </a:cubicBezTo>
                    <a:cubicBezTo>
                      <a:pt x="70" y="84"/>
                      <a:pt x="70" y="84"/>
                      <a:pt x="70" y="84"/>
                    </a:cubicBezTo>
                    <a:cubicBezTo>
                      <a:pt x="70" y="79"/>
                      <a:pt x="69" y="73"/>
                      <a:pt x="67" y="70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60" y="83"/>
                      <a:pt x="59" y="96"/>
                      <a:pt x="59" y="106"/>
                    </a:cubicBezTo>
                    <a:cubicBezTo>
                      <a:pt x="59" y="110"/>
                      <a:pt x="59" y="113"/>
                      <a:pt x="59" y="115"/>
                    </a:cubicBezTo>
                    <a:cubicBezTo>
                      <a:pt x="59" y="117"/>
                      <a:pt x="59" y="119"/>
                      <a:pt x="59" y="121"/>
                    </a:cubicBezTo>
                    <a:cubicBezTo>
                      <a:pt x="59" y="128"/>
                      <a:pt x="59" y="136"/>
                      <a:pt x="58" y="143"/>
                    </a:cubicBezTo>
                    <a:cubicBezTo>
                      <a:pt x="58" y="154"/>
                      <a:pt x="58" y="154"/>
                      <a:pt x="58" y="154"/>
                    </a:cubicBezTo>
                    <a:cubicBezTo>
                      <a:pt x="57" y="162"/>
                      <a:pt x="56" y="170"/>
                      <a:pt x="55" y="178"/>
                    </a:cubicBezTo>
                    <a:cubicBezTo>
                      <a:pt x="54" y="182"/>
                      <a:pt x="54" y="182"/>
                      <a:pt x="54" y="182"/>
                    </a:cubicBezTo>
                    <a:cubicBezTo>
                      <a:pt x="54" y="187"/>
                      <a:pt x="54" y="187"/>
                      <a:pt x="54" y="187"/>
                    </a:cubicBezTo>
                    <a:cubicBezTo>
                      <a:pt x="53" y="191"/>
                      <a:pt x="53" y="195"/>
                      <a:pt x="52" y="198"/>
                    </a:cubicBezTo>
                    <a:cubicBezTo>
                      <a:pt x="52" y="199"/>
                      <a:pt x="50" y="198"/>
                      <a:pt x="50" y="197"/>
                    </a:cubicBezTo>
                    <a:cubicBezTo>
                      <a:pt x="49" y="195"/>
                      <a:pt x="49" y="192"/>
                      <a:pt x="49" y="189"/>
                    </a:cubicBezTo>
                    <a:cubicBezTo>
                      <a:pt x="49" y="188"/>
                      <a:pt x="49" y="187"/>
                      <a:pt x="49" y="186"/>
                    </a:cubicBezTo>
                    <a:cubicBezTo>
                      <a:pt x="49" y="184"/>
                      <a:pt x="49" y="184"/>
                      <a:pt x="49" y="184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33"/>
                      <a:pt x="50" y="122"/>
                      <a:pt x="50" y="111"/>
                    </a:cubicBezTo>
                    <a:cubicBezTo>
                      <a:pt x="51" y="101"/>
                      <a:pt x="52" y="90"/>
                      <a:pt x="52" y="79"/>
                    </a:cubicBezTo>
                    <a:cubicBezTo>
                      <a:pt x="52" y="75"/>
                      <a:pt x="52" y="72"/>
                      <a:pt x="52" y="69"/>
                    </a:cubicBezTo>
                    <a:cubicBezTo>
                      <a:pt x="48" y="69"/>
                      <a:pt x="48" y="69"/>
                      <a:pt x="48" y="69"/>
                    </a:cubicBezTo>
                    <a:cubicBezTo>
                      <a:pt x="48" y="74"/>
                      <a:pt x="48" y="79"/>
                      <a:pt x="48" y="84"/>
                    </a:cubicBezTo>
                    <a:cubicBezTo>
                      <a:pt x="48" y="84"/>
                      <a:pt x="47" y="85"/>
                      <a:pt x="46" y="85"/>
                    </a:cubicBezTo>
                    <a:cubicBezTo>
                      <a:pt x="46" y="85"/>
                      <a:pt x="45" y="85"/>
                      <a:pt x="45" y="84"/>
                    </a:cubicBezTo>
                    <a:cubicBezTo>
                      <a:pt x="44" y="84"/>
                      <a:pt x="43" y="83"/>
                      <a:pt x="43" y="83"/>
                    </a:cubicBezTo>
                    <a:cubicBezTo>
                      <a:pt x="44" y="79"/>
                      <a:pt x="44" y="75"/>
                      <a:pt x="45" y="71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38" y="86"/>
                      <a:pt x="38" y="103"/>
                      <a:pt x="38" y="119"/>
                    </a:cubicBezTo>
                    <a:cubicBezTo>
                      <a:pt x="38" y="121"/>
                      <a:pt x="38" y="122"/>
                      <a:pt x="38" y="124"/>
                    </a:cubicBezTo>
                    <a:cubicBezTo>
                      <a:pt x="38" y="149"/>
                      <a:pt x="38" y="149"/>
                      <a:pt x="38" y="149"/>
                    </a:cubicBezTo>
                    <a:cubicBezTo>
                      <a:pt x="37" y="158"/>
                      <a:pt x="35" y="181"/>
                      <a:pt x="32" y="189"/>
                    </a:cubicBezTo>
                    <a:cubicBezTo>
                      <a:pt x="32" y="189"/>
                      <a:pt x="31" y="189"/>
                      <a:pt x="31" y="188"/>
                    </a:cubicBezTo>
                    <a:cubicBezTo>
                      <a:pt x="28" y="181"/>
                      <a:pt x="27" y="161"/>
                      <a:pt x="27" y="147"/>
                    </a:cubicBezTo>
                    <a:cubicBezTo>
                      <a:pt x="27" y="142"/>
                      <a:pt x="27" y="138"/>
                      <a:pt x="27" y="136"/>
                    </a:cubicBezTo>
                    <a:cubicBezTo>
                      <a:pt x="28" y="122"/>
                      <a:pt x="28" y="122"/>
                      <a:pt x="28" y="122"/>
                    </a:cubicBezTo>
                    <a:cubicBezTo>
                      <a:pt x="29" y="102"/>
                      <a:pt x="30" y="83"/>
                      <a:pt x="34" y="65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29" y="69"/>
                      <a:pt x="28" y="74"/>
                      <a:pt x="28" y="79"/>
                    </a:cubicBezTo>
                    <a:cubicBezTo>
                      <a:pt x="26" y="79"/>
                      <a:pt x="24" y="78"/>
                      <a:pt x="23" y="77"/>
                    </a:cubicBezTo>
                    <a:cubicBezTo>
                      <a:pt x="25" y="72"/>
                      <a:pt x="26" y="67"/>
                      <a:pt x="29" y="62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16" y="79"/>
                      <a:pt x="15" y="100"/>
                      <a:pt x="14" y="121"/>
                    </a:cubicBezTo>
                    <a:cubicBezTo>
                      <a:pt x="14" y="133"/>
                      <a:pt x="13" y="146"/>
                      <a:pt x="10" y="159"/>
                    </a:cubicBezTo>
                    <a:cubicBezTo>
                      <a:pt x="10" y="159"/>
                      <a:pt x="9" y="159"/>
                      <a:pt x="9" y="158"/>
                    </a:cubicBezTo>
                    <a:cubicBezTo>
                      <a:pt x="7" y="154"/>
                      <a:pt x="7" y="147"/>
                      <a:pt x="7" y="143"/>
                    </a:cubicBezTo>
                    <a:cubicBezTo>
                      <a:pt x="6" y="140"/>
                      <a:pt x="6" y="140"/>
                      <a:pt x="6" y="140"/>
                    </a:cubicBezTo>
                    <a:cubicBezTo>
                      <a:pt x="5" y="131"/>
                      <a:pt x="5" y="121"/>
                      <a:pt x="5" y="112"/>
                    </a:cubicBezTo>
                    <a:cubicBezTo>
                      <a:pt x="5" y="103"/>
                      <a:pt x="5" y="94"/>
                      <a:pt x="6" y="84"/>
                    </a:cubicBezTo>
                    <a:cubicBezTo>
                      <a:pt x="7" y="63"/>
                      <a:pt x="9" y="38"/>
                      <a:pt x="19" y="20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5" y="37"/>
                      <a:pt x="3" y="62"/>
                      <a:pt x="2" y="84"/>
                    </a:cubicBezTo>
                    <a:cubicBezTo>
                      <a:pt x="1" y="102"/>
                      <a:pt x="0" y="121"/>
                      <a:pt x="2" y="140"/>
                    </a:cubicBezTo>
                    <a:close/>
                    <a:moveTo>
                      <a:pt x="64" y="89"/>
                    </a:moveTo>
                    <a:cubicBezTo>
                      <a:pt x="64" y="85"/>
                      <a:pt x="65" y="80"/>
                      <a:pt x="65" y="76"/>
                    </a:cubicBezTo>
                    <a:cubicBezTo>
                      <a:pt x="66" y="79"/>
                      <a:pt x="66" y="81"/>
                      <a:pt x="66" y="84"/>
                    </a:cubicBezTo>
                    <a:cubicBezTo>
                      <a:pt x="67" y="88"/>
                      <a:pt x="67" y="88"/>
                      <a:pt x="67" y="88"/>
                    </a:cubicBezTo>
                    <a:cubicBezTo>
                      <a:pt x="67" y="88"/>
                      <a:pt x="66" y="90"/>
                      <a:pt x="66" y="90"/>
                    </a:cubicBezTo>
                    <a:cubicBezTo>
                      <a:pt x="66" y="90"/>
                      <a:pt x="65" y="90"/>
                      <a:pt x="65" y="90"/>
                    </a:cubicBezTo>
                    <a:cubicBezTo>
                      <a:pt x="64" y="90"/>
                      <a:pt x="64" y="89"/>
                      <a:pt x="64" y="8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1" name="Freeform 381">
                <a:extLst>
                  <a:ext uri="{FF2B5EF4-FFF2-40B4-BE49-F238E27FC236}">
                    <a16:creationId xmlns:a16="http://schemas.microsoft.com/office/drawing/2014/main" id="{C237C114-651B-4AE9-985F-54C4A9526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3303"/>
                <a:ext cx="84" cy="729"/>
              </a:xfrm>
              <a:custGeom>
                <a:avLst/>
                <a:gdLst>
                  <a:gd name="T0" fmla="*/ 0 w 62"/>
                  <a:gd name="T1" fmla="*/ 1247 h 542"/>
                  <a:gd name="T2" fmla="*/ 27 w 62"/>
                  <a:gd name="T3" fmla="*/ 1084 h 542"/>
                  <a:gd name="T4" fmla="*/ 50 w 62"/>
                  <a:gd name="T5" fmla="*/ 881 h 542"/>
                  <a:gd name="T6" fmla="*/ 112 w 62"/>
                  <a:gd name="T7" fmla="*/ 577 h 542"/>
                  <a:gd name="T8" fmla="*/ 118 w 62"/>
                  <a:gd name="T9" fmla="*/ 472 h 542"/>
                  <a:gd name="T10" fmla="*/ 121 w 62"/>
                  <a:gd name="T11" fmla="*/ 418 h 542"/>
                  <a:gd name="T12" fmla="*/ 112 w 62"/>
                  <a:gd name="T13" fmla="*/ 319 h 542"/>
                  <a:gd name="T14" fmla="*/ 103 w 62"/>
                  <a:gd name="T15" fmla="*/ 227 h 542"/>
                  <a:gd name="T16" fmla="*/ 89 w 62"/>
                  <a:gd name="T17" fmla="*/ 121 h 542"/>
                  <a:gd name="T18" fmla="*/ 76 w 62"/>
                  <a:gd name="T19" fmla="*/ 5 h 542"/>
                  <a:gd name="T20" fmla="*/ 104 w 62"/>
                  <a:gd name="T21" fmla="*/ 0 h 542"/>
                  <a:gd name="T22" fmla="*/ 110 w 62"/>
                  <a:gd name="T23" fmla="*/ 117 h 542"/>
                  <a:gd name="T24" fmla="*/ 121 w 62"/>
                  <a:gd name="T25" fmla="*/ 227 h 542"/>
                  <a:gd name="T26" fmla="*/ 133 w 62"/>
                  <a:gd name="T27" fmla="*/ 316 h 542"/>
                  <a:gd name="T28" fmla="*/ 141 w 62"/>
                  <a:gd name="T29" fmla="*/ 418 h 542"/>
                  <a:gd name="T30" fmla="*/ 138 w 62"/>
                  <a:gd name="T31" fmla="*/ 473 h 542"/>
                  <a:gd name="T32" fmla="*/ 133 w 62"/>
                  <a:gd name="T33" fmla="*/ 573 h 542"/>
                  <a:gd name="T34" fmla="*/ 68 w 62"/>
                  <a:gd name="T35" fmla="*/ 888 h 542"/>
                  <a:gd name="T36" fmla="*/ 47 w 62"/>
                  <a:gd name="T37" fmla="*/ 1079 h 542"/>
                  <a:gd name="T38" fmla="*/ 45 w 62"/>
                  <a:gd name="T39" fmla="*/ 1190 h 542"/>
                  <a:gd name="T40" fmla="*/ 45 w 62"/>
                  <a:gd name="T41" fmla="*/ 1190 h 542"/>
                  <a:gd name="T42" fmla="*/ 129 w 62"/>
                  <a:gd name="T43" fmla="*/ 1289 h 542"/>
                  <a:gd name="T44" fmla="*/ 154 w 62"/>
                  <a:gd name="T45" fmla="*/ 1302 h 542"/>
                  <a:gd name="T46" fmla="*/ 141 w 62"/>
                  <a:gd name="T47" fmla="*/ 1319 h 542"/>
                  <a:gd name="T48" fmla="*/ 118 w 62"/>
                  <a:gd name="T49" fmla="*/ 1302 h 542"/>
                  <a:gd name="T50" fmla="*/ 45 w 62"/>
                  <a:gd name="T51" fmla="*/ 1241 h 542"/>
                  <a:gd name="T52" fmla="*/ 27 w 62"/>
                  <a:gd name="T53" fmla="*/ 1239 h 542"/>
                  <a:gd name="T54" fmla="*/ 15 w 62"/>
                  <a:gd name="T55" fmla="*/ 1258 h 542"/>
                  <a:gd name="T56" fmla="*/ 0 w 62"/>
                  <a:gd name="T57" fmla="*/ 1247 h 54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2" h="542">
                    <a:moveTo>
                      <a:pt x="0" y="512"/>
                    </a:moveTo>
                    <a:cubicBezTo>
                      <a:pt x="11" y="497"/>
                      <a:pt x="15" y="464"/>
                      <a:pt x="11" y="445"/>
                    </a:cubicBezTo>
                    <a:cubicBezTo>
                      <a:pt x="7" y="425"/>
                      <a:pt x="9" y="388"/>
                      <a:pt x="20" y="362"/>
                    </a:cubicBezTo>
                    <a:cubicBezTo>
                      <a:pt x="31" y="336"/>
                      <a:pt x="49" y="261"/>
                      <a:pt x="45" y="237"/>
                    </a:cubicBezTo>
                    <a:cubicBezTo>
                      <a:pt x="43" y="223"/>
                      <a:pt x="45" y="208"/>
                      <a:pt x="47" y="194"/>
                    </a:cubicBezTo>
                    <a:cubicBezTo>
                      <a:pt x="48" y="186"/>
                      <a:pt x="49" y="179"/>
                      <a:pt x="49" y="172"/>
                    </a:cubicBezTo>
                    <a:cubicBezTo>
                      <a:pt x="50" y="158"/>
                      <a:pt x="48" y="145"/>
                      <a:pt x="45" y="131"/>
                    </a:cubicBezTo>
                    <a:cubicBezTo>
                      <a:pt x="43" y="119"/>
                      <a:pt x="41" y="106"/>
                      <a:pt x="41" y="94"/>
                    </a:cubicBezTo>
                    <a:cubicBezTo>
                      <a:pt x="41" y="80"/>
                      <a:pt x="39" y="65"/>
                      <a:pt x="36" y="50"/>
                    </a:cubicBezTo>
                    <a:cubicBezTo>
                      <a:pt x="34" y="34"/>
                      <a:pt x="31" y="19"/>
                      <a:pt x="30" y="2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17"/>
                      <a:pt x="41" y="33"/>
                      <a:pt x="44" y="48"/>
                    </a:cubicBezTo>
                    <a:cubicBezTo>
                      <a:pt x="47" y="64"/>
                      <a:pt x="49" y="80"/>
                      <a:pt x="49" y="94"/>
                    </a:cubicBezTo>
                    <a:cubicBezTo>
                      <a:pt x="49" y="106"/>
                      <a:pt x="51" y="118"/>
                      <a:pt x="53" y="130"/>
                    </a:cubicBezTo>
                    <a:cubicBezTo>
                      <a:pt x="55" y="143"/>
                      <a:pt x="58" y="158"/>
                      <a:pt x="57" y="172"/>
                    </a:cubicBezTo>
                    <a:cubicBezTo>
                      <a:pt x="57" y="180"/>
                      <a:pt x="56" y="187"/>
                      <a:pt x="55" y="195"/>
                    </a:cubicBezTo>
                    <a:cubicBezTo>
                      <a:pt x="53" y="208"/>
                      <a:pt x="51" y="223"/>
                      <a:pt x="53" y="236"/>
                    </a:cubicBezTo>
                    <a:cubicBezTo>
                      <a:pt x="58" y="263"/>
                      <a:pt x="38" y="340"/>
                      <a:pt x="27" y="365"/>
                    </a:cubicBezTo>
                    <a:cubicBezTo>
                      <a:pt x="17" y="390"/>
                      <a:pt x="16" y="425"/>
                      <a:pt x="19" y="443"/>
                    </a:cubicBezTo>
                    <a:cubicBezTo>
                      <a:pt x="22" y="456"/>
                      <a:pt x="21" y="473"/>
                      <a:pt x="18" y="489"/>
                    </a:cubicBezTo>
                    <a:cubicBezTo>
                      <a:pt x="18" y="489"/>
                      <a:pt x="18" y="489"/>
                      <a:pt x="18" y="489"/>
                    </a:cubicBezTo>
                    <a:cubicBezTo>
                      <a:pt x="20" y="508"/>
                      <a:pt x="37" y="519"/>
                      <a:pt x="52" y="529"/>
                    </a:cubicBezTo>
                    <a:cubicBezTo>
                      <a:pt x="62" y="535"/>
                      <a:pt x="62" y="535"/>
                      <a:pt x="62" y="535"/>
                    </a:cubicBezTo>
                    <a:cubicBezTo>
                      <a:pt x="57" y="542"/>
                      <a:pt x="57" y="542"/>
                      <a:pt x="57" y="542"/>
                    </a:cubicBezTo>
                    <a:cubicBezTo>
                      <a:pt x="47" y="535"/>
                      <a:pt x="47" y="535"/>
                      <a:pt x="47" y="535"/>
                    </a:cubicBezTo>
                    <a:cubicBezTo>
                      <a:pt x="37" y="529"/>
                      <a:pt x="25" y="521"/>
                      <a:pt x="18" y="510"/>
                    </a:cubicBezTo>
                    <a:cubicBezTo>
                      <a:pt x="16" y="508"/>
                      <a:pt x="12" y="507"/>
                      <a:pt x="11" y="509"/>
                    </a:cubicBezTo>
                    <a:cubicBezTo>
                      <a:pt x="10" y="512"/>
                      <a:pt x="8" y="515"/>
                      <a:pt x="6" y="517"/>
                    </a:cubicBezTo>
                    <a:lnTo>
                      <a:pt x="0" y="512"/>
                    </a:ln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2" name="Freeform 382">
                <a:extLst>
                  <a:ext uri="{FF2B5EF4-FFF2-40B4-BE49-F238E27FC236}">
                    <a16:creationId xmlns:a16="http://schemas.microsoft.com/office/drawing/2014/main" id="{ABC58EC7-4159-4F03-8FAB-A63C5D264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3116"/>
                <a:ext cx="202" cy="947"/>
              </a:xfrm>
              <a:custGeom>
                <a:avLst/>
                <a:gdLst>
                  <a:gd name="T0" fmla="*/ 0 w 150"/>
                  <a:gd name="T1" fmla="*/ 1375 h 704"/>
                  <a:gd name="T2" fmla="*/ 1 w 150"/>
                  <a:gd name="T3" fmla="*/ 1344 h 704"/>
                  <a:gd name="T4" fmla="*/ 1 w 150"/>
                  <a:gd name="T5" fmla="*/ 1310 h 704"/>
                  <a:gd name="T6" fmla="*/ 16 w 150"/>
                  <a:gd name="T7" fmla="*/ 1317 h 704"/>
                  <a:gd name="T8" fmla="*/ 22 w 150"/>
                  <a:gd name="T9" fmla="*/ 1361 h 704"/>
                  <a:gd name="T10" fmla="*/ 35 w 150"/>
                  <a:gd name="T11" fmla="*/ 1430 h 704"/>
                  <a:gd name="T12" fmla="*/ 79 w 150"/>
                  <a:gd name="T13" fmla="*/ 1616 h 704"/>
                  <a:gd name="T14" fmla="*/ 252 w 150"/>
                  <a:gd name="T15" fmla="*/ 1599 h 704"/>
                  <a:gd name="T16" fmla="*/ 261 w 150"/>
                  <a:gd name="T17" fmla="*/ 1585 h 704"/>
                  <a:gd name="T18" fmla="*/ 220 w 150"/>
                  <a:gd name="T19" fmla="*/ 1540 h 704"/>
                  <a:gd name="T20" fmla="*/ 184 w 150"/>
                  <a:gd name="T21" fmla="*/ 1511 h 704"/>
                  <a:gd name="T22" fmla="*/ 147 w 150"/>
                  <a:gd name="T23" fmla="*/ 1290 h 704"/>
                  <a:gd name="T24" fmla="*/ 147 w 150"/>
                  <a:gd name="T25" fmla="*/ 1289 h 704"/>
                  <a:gd name="T26" fmla="*/ 148 w 150"/>
                  <a:gd name="T27" fmla="*/ 1289 h 704"/>
                  <a:gd name="T28" fmla="*/ 225 w 150"/>
                  <a:gd name="T29" fmla="*/ 675 h 704"/>
                  <a:gd name="T30" fmla="*/ 182 w 150"/>
                  <a:gd name="T31" fmla="*/ 246 h 704"/>
                  <a:gd name="T32" fmla="*/ 154 w 150"/>
                  <a:gd name="T33" fmla="*/ 0 h 704"/>
                  <a:gd name="T34" fmla="*/ 183 w 150"/>
                  <a:gd name="T35" fmla="*/ 1 h 704"/>
                  <a:gd name="T36" fmla="*/ 183 w 150"/>
                  <a:gd name="T37" fmla="*/ 15 h 704"/>
                  <a:gd name="T38" fmla="*/ 210 w 150"/>
                  <a:gd name="T39" fmla="*/ 241 h 704"/>
                  <a:gd name="T40" fmla="*/ 255 w 150"/>
                  <a:gd name="T41" fmla="*/ 650 h 704"/>
                  <a:gd name="T42" fmla="*/ 255 w 150"/>
                  <a:gd name="T43" fmla="*/ 677 h 704"/>
                  <a:gd name="T44" fmla="*/ 176 w 150"/>
                  <a:gd name="T45" fmla="*/ 1295 h 704"/>
                  <a:gd name="T46" fmla="*/ 174 w 150"/>
                  <a:gd name="T47" fmla="*/ 1332 h 704"/>
                  <a:gd name="T48" fmla="*/ 210 w 150"/>
                  <a:gd name="T49" fmla="*/ 1494 h 704"/>
                  <a:gd name="T50" fmla="*/ 237 w 150"/>
                  <a:gd name="T51" fmla="*/ 1519 h 704"/>
                  <a:gd name="T52" fmla="*/ 290 w 150"/>
                  <a:gd name="T53" fmla="*/ 1579 h 704"/>
                  <a:gd name="T54" fmla="*/ 298 w 150"/>
                  <a:gd name="T55" fmla="*/ 1585 h 704"/>
                  <a:gd name="T56" fmla="*/ 315 w 150"/>
                  <a:gd name="T57" fmla="*/ 1594 h 704"/>
                  <a:gd name="T58" fmla="*/ 331 w 150"/>
                  <a:gd name="T59" fmla="*/ 1599 h 704"/>
                  <a:gd name="T60" fmla="*/ 366 w 150"/>
                  <a:gd name="T61" fmla="*/ 1629 h 704"/>
                  <a:gd name="T62" fmla="*/ 326 w 150"/>
                  <a:gd name="T63" fmla="*/ 1616 h 704"/>
                  <a:gd name="T64" fmla="*/ 308 w 150"/>
                  <a:gd name="T65" fmla="*/ 1609 h 704"/>
                  <a:gd name="T66" fmla="*/ 287 w 150"/>
                  <a:gd name="T67" fmla="*/ 1601 h 704"/>
                  <a:gd name="T68" fmla="*/ 287 w 150"/>
                  <a:gd name="T69" fmla="*/ 1601 h 704"/>
                  <a:gd name="T70" fmla="*/ 281 w 150"/>
                  <a:gd name="T71" fmla="*/ 1609 h 704"/>
                  <a:gd name="T72" fmla="*/ 310 w 150"/>
                  <a:gd name="T73" fmla="*/ 1630 h 704"/>
                  <a:gd name="T74" fmla="*/ 345 w 150"/>
                  <a:gd name="T75" fmla="*/ 1677 h 704"/>
                  <a:gd name="T76" fmla="*/ 298 w 150"/>
                  <a:gd name="T77" fmla="*/ 1642 h 704"/>
                  <a:gd name="T78" fmla="*/ 268 w 150"/>
                  <a:gd name="T79" fmla="*/ 1621 h 704"/>
                  <a:gd name="T80" fmla="*/ 246 w 150"/>
                  <a:gd name="T81" fmla="*/ 1636 h 704"/>
                  <a:gd name="T82" fmla="*/ 287 w 150"/>
                  <a:gd name="T83" fmla="*/ 1683 h 704"/>
                  <a:gd name="T84" fmla="*/ 296 w 150"/>
                  <a:gd name="T85" fmla="*/ 1714 h 704"/>
                  <a:gd name="T86" fmla="*/ 271 w 150"/>
                  <a:gd name="T87" fmla="*/ 1683 h 704"/>
                  <a:gd name="T88" fmla="*/ 226 w 150"/>
                  <a:gd name="T89" fmla="*/ 1645 h 704"/>
                  <a:gd name="T90" fmla="*/ 205 w 150"/>
                  <a:gd name="T91" fmla="*/ 1656 h 704"/>
                  <a:gd name="T92" fmla="*/ 218 w 150"/>
                  <a:gd name="T93" fmla="*/ 1712 h 704"/>
                  <a:gd name="T94" fmla="*/ 184 w 150"/>
                  <a:gd name="T95" fmla="*/ 1660 h 704"/>
                  <a:gd name="T96" fmla="*/ 110 w 150"/>
                  <a:gd name="T97" fmla="*/ 1665 h 704"/>
                  <a:gd name="T98" fmla="*/ 112 w 150"/>
                  <a:gd name="T99" fmla="*/ 1677 h 704"/>
                  <a:gd name="T100" fmla="*/ 119 w 150"/>
                  <a:gd name="T101" fmla="*/ 1714 h 704"/>
                  <a:gd name="T102" fmla="*/ 98 w 150"/>
                  <a:gd name="T103" fmla="*/ 1677 h 704"/>
                  <a:gd name="T104" fmla="*/ 90 w 150"/>
                  <a:gd name="T105" fmla="*/ 1657 h 704"/>
                  <a:gd name="T106" fmla="*/ 58 w 150"/>
                  <a:gd name="T107" fmla="*/ 1636 h 704"/>
                  <a:gd name="T108" fmla="*/ 5 w 150"/>
                  <a:gd name="T109" fmla="*/ 1426 h 704"/>
                  <a:gd name="T110" fmla="*/ 0 w 150"/>
                  <a:gd name="T111" fmla="*/ 1375 h 70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50" h="704">
                    <a:moveTo>
                      <a:pt x="0" y="565"/>
                    </a:moveTo>
                    <a:cubicBezTo>
                      <a:pt x="1" y="560"/>
                      <a:pt x="2" y="554"/>
                      <a:pt x="1" y="552"/>
                    </a:cubicBezTo>
                    <a:cubicBezTo>
                      <a:pt x="1" y="548"/>
                      <a:pt x="0" y="542"/>
                      <a:pt x="1" y="538"/>
                    </a:cubicBezTo>
                    <a:cubicBezTo>
                      <a:pt x="7" y="541"/>
                      <a:pt x="7" y="541"/>
                      <a:pt x="7" y="541"/>
                    </a:cubicBezTo>
                    <a:cubicBezTo>
                      <a:pt x="5" y="546"/>
                      <a:pt x="7" y="552"/>
                      <a:pt x="9" y="559"/>
                    </a:cubicBezTo>
                    <a:cubicBezTo>
                      <a:pt x="12" y="567"/>
                      <a:pt x="14" y="576"/>
                      <a:pt x="14" y="587"/>
                    </a:cubicBezTo>
                    <a:cubicBezTo>
                      <a:pt x="12" y="608"/>
                      <a:pt x="18" y="647"/>
                      <a:pt x="33" y="664"/>
                    </a:cubicBezTo>
                    <a:cubicBezTo>
                      <a:pt x="48" y="682"/>
                      <a:pt x="84" y="671"/>
                      <a:pt x="103" y="657"/>
                    </a:cubicBezTo>
                    <a:cubicBezTo>
                      <a:pt x="105" y="655"/>
                      <a:pt x="107" y="653"/>
                      <a:pt x="107" y="651"/>
                    </a:cubicBezTo>
                    <a:cubicBezTo>
                      <a:pt x="107" y="646"/>
                      <a:pt x="97" y="639"/>
                      <a:pt x="90" y="633"/>
                    </a:cubicBezTo>
                    <a:cubicBezTo>
                      <a:pt x="84" y="629"/>
                      <a:pt x="79" y="625"/>
                      <a:pt x="76" y="621"/>
                    </a:cubicBezTo>
                    <a:cubicBezTo>
                      <a:pt x="65" y="607"/>
                      <a:pt x="55" y="557"/>
                      <a:pt x="60" y="530"/>
                    </a:cubicBezTo>
                    <a:cubicBezTo>
                      <a:pt x="60" y="529"/>
                      <a:pt x="60" y="529"/>
                      <a:pt x="60" y="529"/>
                    </a:cubicBezTo>
                    <a:cubicBezTo>
                      <a:pt x="61" y="529"/>
                      <a:pt x="61" y="529"/>
                      <a:pt x="61" y="529"/>
                    </a:cubicBezTo>
                    <a:cubicBezTo>
                      <a:pt x="80" y="465"/>
                      <a:pt x="90" y="383"/>
                      <a:pt x="92" y="277"/>
                    </a:cubicBezTo>
                    <a:cubicBezTo>
                      <a:pt x="93" y="214"/>
                      <a:pt x="83" y="154"/>
                      <a:pt x="74" y="101"/>
                    </a:cubicBezTo>
                    <a:cubicBezTo>
                      <a:pt x="68" y="61"/>
                      <a:pt x="62" y="26"/>
                      <a:pt x="63" y="0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2"/>
                      <a:pt x="75" y="4"/>
                      <a:pt x="75" y="6"/>
                    </a:cubicBezTo>
                    <a:cubicBezTo>
                      <a:pt x="75" y="30"/>
                      <a:pt x="80" y="62"/>
                      <a:pt x="86" y="99"/>
                    </a:cubicBezTo>
                    <a:cubicBezTo>
                      <a:pt x="95" y="150"/>
                      <a:pt x="104" y="207"/>
                      <a:pt x="104" y="267"/>
                    </a:cubicBezTo>
                    <a:cubicBezTo>
                      <a:pt x="104" y="271"/>
                      <a:pt x="104" y="274"/>
                      <a:pt x="104" y="278"/>
                    </a:cubicBezTo>
                    <a:cubicBezTo>
                      <a:pt x="102" y="384"/>
                      <a:pt x="91" y="467"/>
                      <a:pt x="72" y="532"/>
                    </a:cubicBezTo>
                    <a:cubicBezTo>
                      <a:pt x="71" y="537"/>
                      <a:pt x="71" y="542"/>
                      <a:pt x="71" y="547"/>
                    </a:cubicBezTo>
                    <a:cubicBezTo>
                      <a:pt x="71" y="573"/>
                      <a:pt x="79" y="605"/>
                      <a:pt x="86" y="614"/>
                    </a:cubicBezTo>
                    <a:cubicBezTo>
                      <a:pt x="88" y="617"/>
                      <a:pt x="93" y="620"/>
                      <a:pt x="97" y="624"/>
                    </a:cubicBezTo>
                    <a:cubicBezTo>
                      <a:pt x="107" y="631"/>
                      <a:pt x="117" y="639"/>
                      <a:pt x="119" y="649"/>
                    </a:cubicBezTo>
                    <a:cubicBezTo>
                      <a:pt x="120" y="650"/>
                      <a:pt x="121" y="650"/>
                      <a:pt x="122" y="651"/>
                    </a:cubicBezTo>
                    <a:cubicBezTo>
                      <a:pt x="129" y="655"/>
                      <a:pt x="129" y="655"/>
                      <a:pt x="129" y="655"/>
                    </a:cubicBezTo>
                    <a:cubicBezTo>
                      <a:pt x="136" y="657"/>
                      <a:pt x="136" y="657"/>
                      <a:pt x="136" y="657"/>
                    </a:cubicBezTo>
                    <a:cubicBezTo>
                      <a:pt x="142" y="659"/>
                      <a:pt x="145" y="663"/>
                      <a:pt x="150" y="669"/>
                    </a:cubicBezTo>
                    <a:cubicBezTo>
                      <a:pt x="147" y="665"/>
                      <a:pt x="139" y="665"/>
                      <a:pt x="134" y="664"/>
                    </a:cubicBezTo>
                    <a:cubicBezTo>
                      <a:pt x="126" y="661"/>
                      <a:pt x="126" y="661"/>
                      <a:pt x="126" y="661"/>
                    </a:cubicBezTo>
                    <a:cubicBezTo>
                      <a:pt x="117" y="658"/>
                      <a:pt x="117" y="658"/>
                      <a:pt x="117" y="658"/>
                    </a:cubicBezTo>
                    <a:cubicBezTo>
                      <a:pt x="117" y="658"/>
                      <a:pt x="117" y="658"/>
                      <a:pt x="117" y="658"/>
                    </a:cubicBezTo>
                    <a:cubicBezTo>
                      <a:pt x="117" y="659"/>
                      <a:pt x="116" y="660"/>
                      <a:pt x="115" y="661"/>
                    </a:cubicBezTo>
                    <a:cubicBezTo>
                      <a:pt x="119" y="664"/>
                      <a:pt x="123" y="667"/>
                      <a:pt x="127" y="670"/>
                    </a:cubicBezTo>
                    <a:cubicBezTo>
                      <a:pt x="133" y="675"/>
                      <a:pt x="137" y="681"/>
                      <a:pt x="141" y="689"/>
                    </a:cubicBezTo>
                    <a:cubicBezTo>
                      <a:pt x="137" y="683"/>
                      <a:pt x="128" y="679"/>
                      <a:pt x="122" y="675"/>
                    </a:cubicBezTo>
                    <a:cubicBezTo>
                      <a:pt x="117" y="672"/>
                      <a:pt x="113" y="670"/>
                      <a:pt x="110" y="666"/>
                    </a:cubicBezTo>
                    <a:cubicBezTo>
                      <a:pt x="107" y="668"/>
                      <a:pt x="104" y="670"/>
                      <a:pt x="101" y="672"/>
                    </a:cubicBezTo>
                    <a:cubicBezTo>
                      <a:pt x="110" y="677"/>
                      <a:pt x="114" y="683"/>
                      <a:pt x="117" y="691"/>
                    </a:cubicBezTo>
                    <a:cubicBezTo>
                      <a:pt x="121" y="704"/>
                      <a:pt x="121" y="704"/>
                      <a:pt x="121" y="704"/>
                    </a:cubicBezTo>
                    <a:cubicBezTo>
                      <a:pt x="111" y="691"/>
                      <a:pt x="111" y="691"/>
                      <a:pt x="111" y="691"/>
                    </a:cubicBezTo>
                    <a:cubicBezTo>
                      <a:pt x="105" y="683"/>
                      <a:pt x="102" y="681"/>
                      <a:pt x="93" y="676"/>
                    </a:cubicBezTo>
                    <a:cubicBezTo>
                      <a:pt x="90" y="678"/>
                      <a:pt x="87" y="679"/>
                      <a:pt x="84" y="680"/>
                    </a:cubicBezTo>
                    <a:cubicBezTo>
                      <a:pt x="88" y="686"/>
                      <a:pt x="90" y="696"/>
                      <a:pt x="89" y="703"/>
                    </a:cubicBezTo>
                    <a:cubicBezTo>
                      <a:pt x="90" y="698"/>
                      <a:pt x="82" y="687"/>
                      <a:pt x="76" y="682"/>
                    </a:cubicBezTo>
                    <a:cubicBezTo>
                      <a:pt x="66" y="685"/>
                      <a:pt x="55" y="686"/>
                      <a:pt x="45" y="684"/>
                    </a:cubicBezTo>
                    <a:cubicBezTo>
                      <a:pt x="46" y="685"/>
                      <a:pt x="46" y="687"/>
                      <a:pt x="46" y="689"/>
                    </a:cubicBezTo>
                    <a:cubicBezTo>
                      <a:pt x="47" y="694"/>
                      <a:pt x="45" y="701"/>
                      <a:pt x="48" y="704"/>
                    </a:cubicBezTo>
                    <a:cubicBezTo>
                      <a:pt x="43" y="700"/>
                      <a:pt x="41" y="695"/>
                      <a:pt x="40" y="689"/>
                    </a:cubicBezTo>
                    <a:cubicBezTo>
                      <a:pt x="39" y="686"/>
                      <a:pt x="39" y="684"/>
                      <a:pt x="37" y="681"/>
                    </a:cubicBezTo>
                    <a:cubicBezTo>
                      <a:pt x="32" y="679"/>
                      <a:pt x="28" y="676"/>
                      <a:pt x="24" y="672"/>
                    </a:cubicBezTo>
                    <a:cubicBezTo>
                      <a:pt x="4" y="649"/>
                      <a:pt x="0" y="604"/>
                      <a:pt x="2" y="586"/>
                    </a:cubicBezTo>
                    <a:cubicBezTo>
                      <a:pt x="2" y="578"/>
                      <a:pt x="3" y="573"/>
                      <a:pt x="0" y="56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3" name="Freeform 383">
                <a:extLst>
                  <a:ext uri="{FF2B5EF4-FFF2-40B4-BE49-F238E27FC236}">
                    <a16:creationId xmlns:a16="http://schemas.microsoft.com/office/drawing/2014/main" id="{A5927C3B-6077-4B6E-B763-7273F4363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2277"/>
                <a:ext cx="13" cy="12"/>
              </a:xfrm>
              <a:custGeom>
                <a:avLst/>
                <a:gdLst>
                  <a:gd name="T0" fmla="*/ 22 w 10"/>
                  <a:gd name="T1" fmla="*/ 0 h 9"/>
                  <a:gd name="T2" fmla="*/ 0 w 10"/>
                  <a:gd name="T3" fmla="*/ 15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8" y="1"/>
                      <a:pt x="1" y="9"/>
                      <a:pt x="0" y="6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4" name="Freeform 384">
                <a:extLst>
                  <a:ext uri="{FF2B5EF4-FFF2-40B4-BE49-F238E27FC236}">
                    <a16:creationId xmlns:a16="http://schemas.microsoft.com/office/drawing/2014/main" id="{DAAE2853-C7B6-4231-BF24-FAC554DCA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262"/>
                <a:ext cx="13" cy="8"/>
              </a:xfrm>
              <a:custGeom>
                <a:avLst/>
                <a:gdLst>
                  <a:gd name="T0" fmla="*/ 22 w 10"/>
                  <a:gd name="T1" fmla="*/ 0 h 6"/>
                  <a:gd name="T2" fmla="*/ 0 w 10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7" y="2"/>
                      <a:pt x="4" y="4"/>
                      <a:pt x="0" y="6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5" name="Line 385">
                <a:extLst>
                  <a:ext uri="{FF2B5EF4-FFF2-40B4-BE49-F238E27FC236}">
                    <a16:creationId xmlns:a16="http://schemas.microsoft.com/office/drawing/2014/main" id="{A2DFFA89-46D8-46ED-AEB2-7F9516CB02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567" y="1952"/>
                <a:ext cx="23" cy="3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6" name="Freeform 386">
                <a:extLst>
                  <a:ext uri="{FF2B5EF4-FFF2-40B4-BE49-F238E27FC236}">
                    <a16:creationId xmlns:a16="http://schemas.microsoft.com/office/drawing/2014/main" id="{2E240750-249C-4A33-B597-1F51D959B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973"/>
                <a:ext cx="25" cy="34"/>
              </a:xfrm>
              <a:custGeom>
                <a:avLst/>
                <a:gdLst>
                  <a:gd name="T0" fmla="*/ 0 w 18"/>
                  <a:gd name="T1" fmla="*/ 0 h 25"/>
                  <a:gd name="T2" fmla="*/ 49 w 18"/>
                  <a:gd name="T3" fmla="*/ 63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5">
                    <a:moveTo>
                      <a:pt x="0" y="0"/>
                    </a:moveTo>
                    <a:cubicBezTo>
                      <a:pt x="2" y="2"/>
                      <a:pt x="16" y="21"/>
                      <a:pt x="18" y="25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7" name="Freeform 387">
                <a:extLst>
                  <a:ext uri="{FF2B5EF4-FFF2-40B4-BE49-F238E27FC236}">
                    <a16:creationId xmlns:a16="http://schemas.microsoft.com/office/drawing/2014/main" id="{8A50FC4B-28FA-4B02-84C5-F3077A47D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102"/>
                <a:ext cx="2" cy="35"/>
              </a:xfrm>
              <a:custGeom>
                <a:avLst/>
                <a:gdLst>
                  <a:gd name="T0" fmla="*/ 0 w 1"/>
                  <a:gd name="T1" fmla="*/ 0 h 26"/>
                  <a:gd name="T2" fmla="*/ 0 w 1"/>
                  <a:gd name="T3" fmla="*/ 6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6">
                    <a:moveTo>
                      <a:pt x="0" y="0"/>
                    </a:moveTo>
                    <a:cubicBezTo>
                      <a:pt x="0" y="0"/>
                      <a:pt x="1" y="20"/>
                      <a:pt x="0" y="26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8" name="Freeform 388">
                <a:extLst>
                  <a:ext uri="{FF2B5EF4-FFF2-40B4-BE49-F238E27FC236}">
                    <a16:creationId xmlns:a16="http://schemas.microsoft.com/office/drawing/2014/main" id="{37E55EFF-6382-4232-A1DF-7E0EED45A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136"/>
                <a:ext cx="1" cy="38"/>
              </a:xfrm>
              <a:custGeom>
                <a:avLst/>
                <a:gdLst>
                  <a:gd name="T0" fmla="*/ 0 w 1"/>
                  <a:gd name="T1" fmla="*/ 0 h 28"/>
                  <a:gd name="T2" fmla="*/ 1 w 1"/>
                  <a:gd name="T3" fmla="*/ 7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8">
                    <a:moveTo>
                      <a:pt x="0" y="0"/>
                    </a:moveTo>
                    <a:cubicBezTo>
                      <a:pt x="0" y="5"/>
                      <a:pt x="1" y="23"/>
                      <a:pt x="1" y="28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9" name="Freeform 389">
                <a:extLst>
                  <a:ext uri="{FF2B5EF4-FFF2-40B4-BE49-F238E27FC236}">
                    <a16:creationId xmlns:a16="http://schemas.microsoft.com/office/drawing/2014/main" id="{36E1C279-9BA7-436F-A1F9-FFFDE3527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3101"/>
                <a:ext cx="20" cy="14"/>
              </a:xfrm>
              <a:custGeom>
                <a:avLst/>
                <a:gdLst>
                  <a:gd name="T0" fmla="*/ 36 w 15"/>
                  <a:gd name="T1" fmla="*/ 28 h 10"/>
                  <a:gd name="T2" fmla="*/ 0 w 1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15" y="10"/>
                    </a:moveTo>
                    <a:cubicBezTo>
                      <a:pt x="10" y="8"/>
                      <a:pt x="5" y="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0" name="Freeform 390">
                <a:extLst>
                  <a:ext uri="{FF2B5EF4-FFF2-40B4-BE49-F238E27FC236}">
                    <a16:creationId xmlns:a16="http://schemas.microsoft.com/office/drawing/2014/main" id="{AB4DC4C6-0971-4E35-A8F4-1B8319668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3089"/>
                <a:ext cx="21" cy="14"/>
              </a:xfrm>
              <a:custGeom>
                <a:avLst/>
                <a:gdLst>
                  <a:gd name="T0" fmla="*/ 37 w 16"/>
                  <a:gd name="T1" fmla="*/ 28 h 10"/>
                  <a:gd name="T2" fmla="*/ 0 w 1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16" y="10"/>
                    </a:moveTo>
                    <a:cubicBezTo>
                      <a:pt x="10" y="8"/>
                      <a:pt x="6" y="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1" name="Freeform 391">
                <a:extLst>
                  <a:ext uri="{FF2B5EF4-FFF2-40B4-BE49-F238E27FC236}">
                    <a16:creationId xmlns:a16="http://schemas.microsoft.com/office/drawing/2014/main" id="{1639226F-D8B2-40A7-B57A-24017F6FD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070"/>
                <a:ext cx="28" cy="16"/>
              </a:xfrm>
              <a:custGeom>
                <a:avLst/>
                <a:gdLst>
                  <a:gd name="T0" fmla="*/ 49 w 21"/>
                  <a:gd name="T1" fmla="*/ 28 h 12"/>
                  <a:gd name="T2" fmla="*/ 0 w 2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2">
                    <a:moveTo>
                      <a:pt x="21" y="12"/>
                    </a:moveTo>
                    <a:cubicBezTo>
                      <a:pt x="14" y="9"/>
                      <a:pt x="8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2" name="Freeform 392">
                <a:extLst>
                  <a:ext uri="{FF2B5EF4-FFF2-40B4-BE49-F238E27FC236}">
                    <a16:creationId xmlns:a16="http://schemas.microsoft.com/office/drawing/2014/main" id="{ED6B14E0-E01B-421B-A488-0F2FE1DD4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226"/>
                <a:ext cx="22" cy="38"/>
              </a:xfrm>
              <a:custGeom>
                <a:avLst/>
                <a:gdLst>
                  <a:gd name="T0" fmla="*/ 0 w 16"/>
                  <a:gd name="T1" fmla="*/ 0 h 28"/>
                  <a:gd name="T2" fmla="*/ 41 w 16"/>
                  <a:gd name="T3" fmla="*/ 7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0" y="0"/>
                    </a:moveTo>
                    <a:cubicBezTo>
                      <a:pt x="6" y="9"/>
                      <a:pt x="10" y="19"/>
                      <a:pt x="16" y="28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3" name="Freeform 393">
                <a:extLst>
                  <a:ext uri="{FF2B5EF4-FFF2-40B4-BE49-F238E27FC236}">
                    <a16:creationId xmlns:a16="http://schemas.microsoft.com/office/drawing/2014/main" id="{421A069B-786B-4C1A-9DA4-64443E9D8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219"/>
                <a:ext cx="21" cy="43"/>
              </a:xfrm>
              <a:custGeom>
                <a:avLst/>
                <a:gdLst>
                  <a:gd name="T0" fmla="*/ 0 w 16"/>
                  <a:gd name="T1" fmla="*/ 0 h 32"/>
                  <a:gd name="T2" fmla="*/ 37 w 16"/>
                  <a:gd name="T3" fmla="*/ 7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2">
                    <a:moveTo>
                      <a:pt x="0" y="0"/>
                    </a:moveTo>
                    <a:cubicBezTo>
                      <a:pt x="5" y="11"/>
                      <a:pt x="10" y="22"/>
                      <a:pt x="16" y="32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4" name="Freeform 394">
                <a:extLst>
                  <a:ext uri="{FF2B5EF4-FFF2-40B4-BE49-F238E27FC236}">
                    <a16:creationId xmlns:a16="http://schemas.microsoft.com/office/drawing/2014/main" id="{F38C4544-A86F-4B89-9DA3-FEEBB3B41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453"/>
                <a:ext cx="23" cy="55"/>
              </a:xfrm>
              <a:custGeom>
                <a:avLst/>
                <a:gdLst>
                  <a:gd name="T0" fmla="*/ 0 w 17"/>
                  <a:gd name="T1" fmla="*/ 23 h 41"/>
                  <a:gd name="T2" fmla="*/ 15 w 17"/>
                  <a:gd name="T3" fmla="*/ 99 h 41"/>
                  <a:gd name="T4" fmla="*/ 12 w 17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1">
                    <a:moveTo>
                      <a:pt x="0" y="10"/>
                    </a:moveTo>
                    <a:cubicBezTo>
                      <a:pt x="2" y="18"/>
                      <a:pt x="0" y="35"/>
                      <a:pt x="6" y="41"/>
                    </a:cubicBezTo>
                    <a:cubicBezTo>
                      <a:pt x="17" y="38"/>
                      <a:pt x="5" y="9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5" name="Line 395">
                <a:extLst>
                  <a:ext uri="{FF2B5EF4-FFF2-40B4-BE49-F238E27FC236}">
                    <a16:creationId xmlns:a16="http://schemas.microsoft.com/office/drawing/2014/main" id="{5B93D9C5-F9BB-43DE-B246-C61867FEA5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78" y="1262"/>
                <a:ext cx="16" cy="19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6" name="Line 396">
                <a:extLst>
                  <a:ext uri="{FF2B5EF4-FFF2-40B4-BE49-F238E27FC236}">
                    <a16:creationId xmlns:a16="http://schemas.microsoft.com/office/drawing/2014/main" id="{ED85A3BF-AA61-4B15-9578-AE569E18E3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8" y="1263"/>
                <a:ext cx="12" cy="24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7" name="Line 397">
                <a:extLst>
                  <a:ext uri="{FF2B5EF4-FFF2-40B4-BE49-F238E27FC236}">
                    <a16:creationId xmlns:a16="http://schemas.microsoft.com/office/drawing/2014/main" id="{615F1165-FFA8-4A9A-87D9-A6CD09495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07" y="1265"/>
                <a:ext cx="12" cy="24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8" name="Line 398">
                <a:extLst>
                  <a:ext uri="{FF2B5EF4-FFF2-40B4-BE49-F238E27FC236}">
                    <a16:creationId xmlns:a16="http://schemas.microsoft.com/office/drawing/2014/main" id="{7799F9E9-E376-447D-BD14-5A9DC836FA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86" y="1270"/>
                <a:ext cx="13" cy="17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9" name="Line 399">
                <a:extLst>
                  <a:ext uri="{FF2B5EF4-FFF2-40B4-BE49-F238E27FC236}">
                    <a16:creationId xmlns:a16="http://schemas.microsoft.com/office/drawing/2014/main" id="{AD67466E-2FDA-4D69-9DA0-F8E1D60726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37" y="1278"/>
                <a:ext cx="23" cy="18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0" name="Line 400">
                <a:extLst>
                  <a:ext uri="{FF2B5EF4-FFF2-40B4-BE49-F238E27FC236}">
                    <a16:creationId xmlns:a16="http://schemas.microsoft.com/office/drawing/2014/main" id="{85EBF2D3-A32E-40F7-B8A3-F4760F4AC2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40" y="1287"/>
                <a:ext cx="27" cy="18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1" name="Line 401">
                <a:extLst>
                  <a:ext uri="{FF2B5EF4-FFF2-40B4-BE49-F238E27FC236}">
                    <a16:creationId xmlns:a16="http://schemas.microsoft.com/office/drawing/2014/main" id="{31296BEA-9DCB-4943-8307-432A60C8B7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3" y="1571"/>
                <a:ext cx="18" cy="2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2" name="Line 402">
                <a:extLst>
                  <a:ext uri="{FF2B5EF4-FFF2-40B4-BE49-F238E27FC236}">
                    <a16:creationId xmlns:a16="http://schemas.microsoft.com/office/drawing/2014/main" id="{325BBDA7-289C-4777-A285-D98CA1FF03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52" y="1497"/>
                <a:ext cx="1" cy="14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3" name="Line 403">
                <a:extLst>
                  <a:ext uri="{FF2B5EF4-FFF2-40B4-BE49-F238E27FC236}">
                    <a16:creationId xmlns:a16="http://schemas.microsoft.com/office/drawing/2014/main" id="{962F45C6-F0A2-44C4-B4CC-ED73B042E0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41" y="1497"/>
                <a:ext cx="3" cy="14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4" name="Line 404">
                <a:extLst>
                  <a:ext uri="{FF2B5EF4-FFF2-40B4-BE49-F238E27FC236}">
                    <a16:creationId xmlns:a16="http://schemas.microsoft.com/office/drawing/2014/main" id="{1BB109B1-2AD6-4668-8764-9D5EFBD79C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29" y="1442"/>
                <a:ext cx="2" cy="14"/>
              </a:xfrm>
              <a:prstGeom prst="line">
                <a:avLst/>
              </a:prstGeom>
              <a:noFill/>
              <a:ln w="7938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5" name="Freeform 405">
                <a:extLst>
                  <a:ext uri="{FF2B5EF4-FFF2-40B4-BE49-F238E27FC236}">
                    <a16:creationId xmlns:a16="http://schemas.microsoft.com/office/drawing/2014/main" id="{282B1123-BCE5-45A5-958F-DD260F26B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421"/>
                <a:ext cx="31" cy="320"/>
              </a:xfrm>
              <a:custGeom>
                <a:avLst/>
                <a:gdLst>
                  <a:gd name="T0" fmla="*/ 20 w 23"/>
                  <a:gd name="T1" fmla="*/ 578 h 238"/>
                  <a:gd name="T2" fmla="*/ 0 w 23"/>
                  <a:gd name="T3" fmla="*/ 0 h 238"/>
                  <a:gd name="T4" fmla="*/ 20 w 23"/>
                  <a:gd name="T5" fmla="*/ 578 h 2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8">
                    <a:moveTo>
                      <a:pt x="8" y="238"/>
                    </a:moveTo>
                    <a:cubicBezTo>
                      <a:pt x="23" y="132"/>
                      <a:pt x="11" y="23"/>
                      <a:pt x="0" y="0"/>
                    </a:cubicBezTo>
                    <a:cubicBezTo>
                      <a:pt x="6" y="49"/>
                      <a:pt x="18" y="154"/>
                      <a:pt x="8" y="2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455" name="Freeform 406">
              <a:extLst>
                <a:ext uri="{FF2B5EF4-FFF2-40B4-BE49-F238E27FC236}">
                  <a16:creationId xmlns:a16="http://schemas.microsoft.com/office/drawing/2014/main" id="{863120CB-9EF7-47DE-BC98-5C9701092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49"/>
              <a:ext cx="31" cy="314"/>
            </a:xfrm>
            <a:custGeom>
              <a:avLst/>
              <a:gdLst>
                <a:gd name="T0" fmla="*/ 57 w 23"/>
                <a:gd name="T1" fmla="*/ 0 h 234"/>
                <a:gd name="T2" fmla="*/ 35 w 23"/>
                <a:gd name="T3" fmla="*/ 248 h 234"/>
                <a:gd name="T4" fmla="*/ 1 w 23"/>
                <a:gd name="T5" fmla="*/ 565 h 234"/>
                <a:gd name="T6" fmla="*/ 49 w 23"/>
                <a:gd name="T7" fmla="*/ 244 h 234"/>
                <a:gd name="T8" fmla="*/ 57 w 23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4">
                  <a:moveTo>
                    <a:pt x="23" y="0"/>
                  </a:moveTo>
                  <a:cubicBezTo>
                    <a:pt x="21" y="27"/>
                    <a:pt x="15" y="80"/>
                    <a:pt x="14" y="103"/>
                  </a:cubicBezTo>
                  <a:cubicBezTo>
                    <a:pt x="12" y="127"/>
                    <a:pt x="0" y="186"/>
                    <a:pt x="1" y="234"/>
                  </a:cubicBezTo>
                  <a:cubicBezTo>
                    <a:pt x="2" y="219"/>
                    <a:pt x="19" y="127"/>
                    <a:pt x="20" y="101"/>
                  </a:cubicBezTo>
                  <a:cubicBezTo>
                    <a:pt x="22" y="76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6" name="Freeform 407">
              <a:extLst>
                <a:ext uri="{FF2B5EF4-FFF2-40B4-BE49-F238E27FC236}">
                  <a16:creationId xmlns:a16="http://schemas.microsoft.com/office/drawing/2014/main" id="{3AADC88B-E258-48D7-9AA4-9CDF43319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994"/>
              <a:ext cx="35" cy="26"/>
            </a:xfrm>
            <a:custGeom>
              <a:avLst/>
              <a:gdLst>
                <a:gd name="T0" fmla="*/ 0 w 26"/>
                <a:gd name="T1" fmla="*/ 49 h 19"/>
                <a:gd name="T2" fmla="*/ 63 w 2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9">
                  <a:moveTo>
                    <a:pt x="0" y="19"/>
                  </a:moveTo>
                  <a:cubicBezTo>
                    <a:pt x="14" y="15"/>
                    <a:pt x="24" y="7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7" name="Freeform 408">
              <a:extLst>
                <a:ext uri="{FF2B5EF4-FFF2-40B4-BE49-F238E27FC236}">
                  <a16:creationId xmlns:a16="http://schemas.microsoft.com/office/drawing/2014/main" id="{D35FCF0A-5630-48BD-9D39-D80195922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432"/>
              <a:ext cx="41" cy="324"/>
            </a:xfrm>
            <a:custGeom>
              <a:avLst/>
              <a:gdLst>
                <a:gd name="T0" fmla="*/ 38 w 31"/>
                <a:gd name="T1" fmla="*/ 0 h 241"/>
                <a:gd name="T2" fmla="*/ 0 w 31"/>
                <a:gd name="T3" fmla="*/ 586 h 241"/>
                <a:gd name="T4" fmla="*/ 38 w 31"/>
                <a:gd name="T5" fmla="*/ 0 h 2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1">
                  <a:moveTo>
                    <a:pt x="17" y="0"/>
                  </a:moveTo>
                  <a:cubicBezTo>
                    <a:pt x="23" y="35"/>
                    <a:pt x="12" y="170"/>
                    <a:pt x="0" y="241"/>
                  </a:cubicBezTo>
                  <a:cubicBezTo>
                    <a:pt x="13" y="211"/>
                    <a:pt x="31" y="53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8" name="Freeform 409">
              <a:extLst>
                <a:ext uri="{FF2B5EF4-FFF2-40B4-BE49-F238E27FC236}">
                  <a16:creationId xmlns:a16="http://schemas.microsoft.com/office/drawing/2014/main" id="{93EA88CE-4B3E-4AA4-9F48-7D9B8C630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112"/>
              <a:ext cx="45" cy="63"/>
            </a:xfrm>
            <a:custGeom>
              <a:avLst/>
              <a:gdLst>
                <a:gd name="T0" fmla="*/ 79 w 34"/>
                <a:gd name="T1" fmla="*/ 113 h 47"/>
                <a:gd name="T2" fmla="*/ 0 w 34"/>
                <a:gd name="T3" fmla="*/ 0 h 47"/>
                <a:gd name="T4" fmla="*/ 79 w 34"/>
                <a:gd name="T5" fmla="*/ 11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7">
                  <a:moveTo>
                    <a:pt x="34" y="47"/>
                  </a:moveTo>
                  <a:cubicBezTo>
                    <a:pt x="34" y="29"/>
                    <a:pt x="10" y="3"/>
                    <a:pt x="0" y="0"/>
                  </a:cubicBezTo>
                  <a:cubicBezTo>
                    <a:pt x="8" y="5"/>
                    <a:pt x="29" y="35"/>
                    <a:pt x="34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9" name="Freeform 410">
              <a:extLst>
                <a:ext uri="{FF2B5EF4-FFF2-40B4-BE49-F238E27FC236}">
                  <a16:creationId xmlns:a16="http://schemas.microsoft.com/office/drawing/2014/main" id="{EBA188D0-96BE-44CD-956D-76E4D4102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856"/>
              <a:ext cx="14" cy="23"/>
            </a:xfrm>
            <a:custGeom>
              <a:avLst/>
              <a:gdLst>
                <a:gd name="T0" fmla="*/ 22 w 11"/>
                <a:gd name="T1" fmla="*/ 0 h 17"/>
                <a:gd name="T2" fmla="*/ 0 w 11"/>
                <a:gd name="T3" fmla="*/ 42 h 17"/>
                <a:gd name="T4" fmla="*/ 22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0" y="0"/>
                  </a:moveTo>
                  <a:cubicBezTo>
                    <a:pt x="11" y="7"/>
                    <a:pt x="4" y="14"/>
                    <a:pt x="0" y="17"/>
                  </a:cubicBezTo>
                  <a:cubicBezTo>
                    <a:pt x="8" y="15"/>
                    <a:pt x="11" y="8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0" name="Freeform 411">
              <a:extLst>
                <a:ext uri="{FF2B5EF4-FFF2-40B4-BE49-F238E27FC236}">
                  <a16:creationId xmlns:a16="http://schemas.microsoft.com/office/drawing/2014/main" id="{B966D193-DB49-44BB-8605-02803708D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001"/>
              <a:ext cx="21" cy="31"/>
            </a:xfrm>
            <a:custGeom>
              <a:avLst/>
              <a:gdLst>
                <a:gd name="T0" fmla="*/ 0 w 15"/>
                <a:gd name="T1" fmla="*/ 57 h 23"/>
                <a:gd name="T2" fmla="*/ 41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0" y="23"/>
                  </a:moveTo>
                  <a:cubicBezTo>
                    <a:pt x="7" y="18"/>
                    <a:pt x="14" y="4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1" name="Freeform 412">
              <a:extLst>
                <a:ext uri="{FF2B5EF4-FFF2-40B4-BE49-F238E27FC236}">
                  <a16:creationId xmlns:a16="http://schemas.microsoft.com/office/drawing/2014/main" id="{6125F627-6EA8-4AA9-AF16-EF90844BE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328"/>
              <a:ext cx="156" cy="177"/>
            </a:xfrm>
            <a:custGeom>
              <a:avLst/>
              <a:gdLst>
                <a:gd name="T0" fmla="*/ 0 w 116"/>
                <a:gd name="T1" fmla="*/ 0 h 132"/>
                <a:gd name="T2" fmla="*/ 282 w 116"/>
                <a:gd name="T3" fmla="*/ 318 h 132"/>
                <a:gd name="T4" fmla="*/ 0 w 116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132">
                  <a:moveTo>
                    <a:pt x="0" y="0"/>
                  </a:moveTo>
                  <a:cubicBezTo>
                    <a:pt x="13" y="5"/>
                    <a:pt x="85" y="53"/>
                    <a:pt x="116" y="132"/>
                  </a:cubicBezTo>
                  <a:cubicBezTo>
                    <a:pt x="104" y="110"/>
                    <a:pt x="55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2" name="Freeform 413">
              <a:extLst>
                <a:ext uri="{FF2B5EF4-FFF2-40B4-BE49-F238E27FC236}">
                  <a16:creationId xmlns:a16="http://schemas.microsoft.com/office/drawing/2014/main" id="{C84B8EBE-2F80-4E2D-B87E-CB8D839B5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437"/>
              <a:ext cx="27" cy="50"/>
            </a:xfrm>
            <a:custGeom>
              <a:avLst/>
              <a:gdLst>
                <a:gd name="T0" fmla="*/ 49 w 20"/>
                <a:gd name="T1" fmla="*/ 35 h 37"/>
                <a:gd name="T2" fmla="*/ 41 w 20"/>
                <a:gd name="T3" fmla="*/ 57 h 37"/>
                <a:gd name="T4" fmla="*/ 26 w 20"/>
                <a:gd name="T5" fmla="*/ 89 h 37"/>
                <a:gd name="T6" fmla="*/ 12 w 20"/>
                <a:gd name="T7" fmla="*/ 89 h 37"/>
                <a:gd name="T8" fmla="*/ 1 w 20"/>
                <a:gd name="T9" fmla="*/ 77 h 37"/>
                <a:gd name="T10" fmla="*/ 27 w 20"/>
                <a:gd name="T11" fmla="*/ 22 h 37"/>
                <a:gd name="T12" fmla="*/ 36 w 20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7">
                  <a:moveTo>
                    <a:pt x="20" y="14"/>
                  </a:moveTo>
                  <a:cubicBezTo>
                    <a:pt x="18" y="17"/>
                    <a:pt x="17" y="20"/>
                    <a:pt x="16" y="23"/>
                  </a:cubicBezTo>
                  <a:cubicBezTo>
                    <a:pt x="15" y="26"/>
                    <a:pt x="13" y="34"/>
                    <a:pt x="10" y="36"/>
                  </a:cubicBezTo>
                  <a:cubicBezTo>
                    <a:pt x="8" y="37"/>
                    <a:pt x="6" y="37"/>
                    <a:pt x="5" y="36"/>
                  </a:cubicBezTo>
                  <a:cubicBezTo>
                    <a:pt x="1" y="36"/>
                    <a:pt x="0" y="35"/>
                    <a:pt x="1" y="31"/>
                  </a:cubicBezTo>
                  <a:cubicBezTo>
                    <a:pt x="2" y="23"/>
                    <a:pt x="6" y="15"/>
                    <a:pt x="11" y="9"/>
                  </a:cubicBezTo>
                  <a:cubicBezTo>
                    <a:pt x="12" y="7"/>
                    <a:pt x="15" y="3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3" name="Freeform 414">
              <a:extLst>
                <a:ext uri="{FF2B5EF4-FFF2-40B4-BE49-F238E27FC236}">
                  <a16:creationId xmlns:a16="http://schemas.microsoft.com/office/drawing/2014/main" id="{65A1E6D1-5085-4042-8D19-D952724CB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2436"/>
              <a:ext cx="26" cy="58"/>
            </a:xfrm>
            <a:custGeom>
              <a:avLst/>
              <a:gdLst>
                <a:gd name="T0" fmla="*/ 0 w 19"/>
                <a:gd name="T1" fmla="*/ 35 h 43"/>
                <a:gd name="T2" fmla="*/ 7 w 19"/>
                <a:gd name="T3" fmla="*/ 69 h 43"/>
                <a:gd name="T4" fmla="*/ 34 w 19"/>
                <a:gd name="T5" fmla="*/ 104 h 43"/>
                <a:gd name="T6" fmla="*/ 47 w 19"/>
                <a:gd name="T7" fmla="*/ 58 h 43"/>
                <a:gd name="T8" fmla="*/ 36 w 19"/>
                <a:gd name="T9" fmla="*/ 16 h 43"/>
                <a:gd name="T10" fmla="*/ 29 w 19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3">
                  <a:moveTo>
                    <a:pt x="0" y="14"/>
                  </a:moveTo>
                  <a:cubicBezTo>
                    <a:pt x="2" y="19"/>
                    <a:pt x="2" y="24"/>
                    <a:pt x="3" y="28"/>
                  </a:cubicBezTo>
                  <a:cubicBezTo>
                    <a:pt x="4" y="32"/>
                    <a:pt x="7" y="43"/>
                    <a:pt x="13" y="42"/>
                  </a:cubicBezTo>
                  <a:cubicBezTo>
                    <a:pt x="19" y="42"/>
                    <a:pt x="19" y="28"/>
                    <a:pt x="18" y="24"/>
                  </a:cubicBezTo>
                  <a:cubicBezTo>
                    <a:pt x="18" y="19"/>
                    <a:pt x="16" y="12"/>
                    <a:pt x="14" y="7"/>
                  </a:cubicBezTo>
                  <a:cubicBezTo>
                    <a:pt x="13" y="5"/>
                    <a:pt x="12" y="2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4" name="Freeform 415">
              <a:extLst>
                <a:ext uri="{FF2B5EF4-FFF2-40B4-BE49-F238E27FC236}">
                  <a16:creationId xmlns:a16="http://schemas.microsoft.com/office/drawing/2014/main" id="{C8BDB5EA-C5E1-44CF-A1C8-EA579E891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355"/>
              <a:ext cx="21" cy="8"/>
            </a:xfrm>
            <a:custGeom>
              <a:avLst/>
              <a:gdLst>
                <a:gd name="T0" fmla="*/ 0 w 16"/>
                <a:gd name="T1" fmla="*/ 15 h 6"/>
                <a:gd name="T2" fmla="*/ 37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6"/>
                    <a:pt x="10" y="1"/>
                    <a:pt x="16" y="0"/>
                  </a:cubicBezTo>
                </a:path>
              </a:pathLst>
            </a:custGeom>
            <a:solidFill>
              <a:srgbClr val="FEF6F2"/>
            </a:solidFill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65" name="Freeform 416">
              <a:extLst>
                <a:ext uri="{FF2B5EF4-FFF2-40B4-BE49-F238E27FC236}">
                  <a16:creationId xmlns:a16="http://schemas.microsoft.com/office/drawing/2014/main" id="{3737C5C2-1371-4014-8B29-0BF7FF0B3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355"/>
              <a:ext cx="21" cy="8"/>
            </a:xfrm>
            <a:custGeom>
              <a:avLst/>
              <a:gdLst>
                <a:gd name="T0" fmla="*/ 0 w 16"/>
                <a:gd name="T1" fmla="*/ 15 h 6"/>
                <a:gd name="T2" fmla="*/ 37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6"/>
                    <a:pt x="10" y="1"/>
                    <a:pt x="16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1" name="human-arterial-circulation-diagram">
            <a:extLst>
              <a:ext uri="{FF2B5EF4-FFF2-40B4-BE49-F238E27FC236}">
                <a16:creationId xmlns:a16="http://schemas.microsoft.com/office/drawing/2014/main" id="{19A16D50-9132-45CB-9D64-68974AB38D34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1247775"/>
            <a:ext cx="1992313" cy="5189538"/>
            <a:chOff x="3776" y="850"/>
            <a:chExt cx="1255" cy="3269"/>
          </a:xfrm>
        </p:grpSpPr>
        <p:sp>
          <p:nvSpPr>
            <p:cNvPr id="12292" name="Freeform 418">
              <a:extLst>
                <a:ext uri="{FF2B5EF4-FFF2-40B4-BE49-F238E27FC236}">
                  <a16:creationId xmlns:a16="http://schemas.microsoft.com/office/drawing/2014/main" id="{A78EAF62-AAA2-4344-896F-A2F7A8B1A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915"/>
              <a:ext cx="98" cy="60"/>
            </a:xfrm>
            <a:custGeom>
              <a:avLst/>
              <a:gdLst>
                <a:gd name="T0" fmla="*/ 15 w 73"/>
                <a:gd name="T1" fmla="*/ 107 h 45"/>
                <a:gd name="T2" fmla="*/ 54 w 73"/>
                <a:gd name="T3" fmla="*/ 80 h 45"/>
                <a:gd name="T4" fmla="*/ 91 w 73"/>
                <a:gd name="T5" fmla="*/ 69 h 45"/>
                <a:gd name="T6" fmla="*/ 122 w 73"/>
                <a:gd name="T7" fmla="*/ 76 h 45"/>
                <a:gd name="T8" fmla="*/ 149 w 73"/>
                <a:gd name="T9" fmla="*/ 76 h 45"/>
                <a:gd name="T10" fmla="*/ 172 w 73"/>
                <a:gd name="T11" fmla="*/ 69 h 45"/>
                <a:gd name="T12" fmla="*/ 142 w 73"/>
                <a:gd name="T13" fmla="*/ 20 h 45"/>
                <a:gd name="T14" fmla="*/ 72 w 73"/>
                <a:gd name="T15" fmla="*/ 23 h 45"/>
                <a:gd name="T16" fmla="*/ 23 w 73"/>
                <a:gd name="T17" fmla="*/ 63 h 45"/>
                <a:gd name="T18" fmla="*/ 15 w 73"/>
                <a:gd name="T19" fmla="*/ 107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45">
                  <a:moveTo>
                    <a:pt x="6" y="45"/>
                  </a:moveTo>
                  <a:cubicBezTo>
                    <a:pt x="10" y="39"/>
                    <a:pt x="16" y="34"/>
                    <a:pt x="22" y="34"/>
                  </a:cubicBezTo>
                  <a:cubicBezTo>
                    <a:pt x="29" y="34"/>
                    <a:pt x="37" y="33"/>
                    <a:pt x="38" y="29"/>
                  </a:cubicBezTo>
                  <a:cubicBezTo>
                    <a:pt x="45" y="34"/>
                    <a:pt x="47" y="34"/>
                    <a:pt x="51" y="32"/>
                  </a:cubicBezTo>
                  <a:cubicBezTo>
                    <a:pt x="58" y="35"/>
                    <a:pt x="58" y="33"/>
                    <a:pt x="62" y="32"/>
                  </a:cubicBezTo>
                  <a:cubicBezTo>
                    <a:pt x="66" y="32"/>
                    <a:pt x="73" y="35"/>
                    <a:pt x="71" y="29"/>
                  </a:cubicBezTo>
                  <a:cubicBezTo>
                    <a:pt x="69" y="22"/>
                    <a:pt x="71" y="17"/>
                    <a:pt x="59" y="8"/>
                  </a:cubicBezTo>
                  <a:cubicBezTo>
                    <a:pt x="47" y="0"/>
                    <a:pt x="34" y="7"/>
                    <a:pt x="30" y="10"/>
                  </a:cubicBezTo>
                  <a:cubicBezTo>
                    <a:pt x="26" y="13"/>
                    <a:pt x="15" y="18"/>
                    <a:pt x="10" y="26"/>
                  </a:cubicBezTo>
                  <a:cubicBezTo>
                    <a:pt x="8" y="31"/>
                    <a:pt x="0" y="41"/>
                    <a:pt x="6" y="45"/>
                  </a:cubicBezTo>
                  <a:close/>
                </a:path>
              </a:pathLst>
            </a:custGeom>
            <a:solidFill>
              <a:srgbClr val="F7C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3" name="Freeform 419">
              <a:extLst>
                <a:ext uri="{FF2B5EF4-FFF2-40B4-BE49-F238E27FC236}">
                  <a16:creationId xmlns:a16="http://schemas.microsoft.com/office/drawing/2014/main" id="{E1BE0D71-6726-44A1-89F3-6F4784965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954"/>
              <a:ext cx="110" cy="161"/>
            </a:xfrm>
            <a:custGeom>
              <a:avLst/>
              <a:gdLst>
                <a:gd name="T0" fmla="*/ 162 w 82"/>
                <a:gd name="T1" fmla="*/ 105 h 120"/>
                <a:gd name="T2" fmla="*/ 178 w 82"/>
                <a:gd name="T3" fmla="*/ 7 h 120"/>
                <a:gd name="T4" fmla="*/ 157 w 82"/>
                <a:gd name="T5" fmla="*/ 7 h 120"/>
                <a:gd name="T6" fmla="*/ 130 w 82"/>
                <a:gd name="T7" fmla="*/ 7 h 120"/>
                <a:gd name="T8" fmla="*/ 99 w 82"/>
                <a:gd name="T9" fmla="*/ 0 h 120"/>
                <a:gd name="T10" fmla="*/ 62 w 82"/>
                <a:gd name="T11" fmla="*/ 12 h 120"/>
                <a:gd name="T12" fmla="*/ 21 w 82"/>
                <a:gd name="T13" fmla="*/ 38 h 120"/>
                <a:gd name="T14" fmla="*/ 20 w 82"/>
                <a:gd name="T15" fmla="*/ 38 h 120"/>
                <a:gd name="T16" fmla="*/ 0 w 82"/>
                <a:gd name="T17" fmla="*/ 141 h 120"/>
                <a:gd name="T18" fmla="*/ 105 w 82"/>
                <a:gd name="T19" fmla="*/ 288 h 120"/>
                <a:gd name="T20" fmla="*/ 157 w 82"/>
                <a:gd name="T21" fmla="*/ 185 h 120"/>
                <a:gd name="T22" fmla="*/ 162 w 82"/>
                <a:gd name="T23" fmla="*/ 105 h 1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20">
                  <a:moveTo>
                    <a:pt x="67" y="43"/>
                  </a:moveTo>
                  <a:cubicBezTo>
                    <a:pt x="82" y="33"/>
                    <a:pt x="82" y="15"/>
                    <a:pt x="74" y="3"/>
                  </a:cubicBezTo>
                  <a:cubicBezTo>
                    <a:pt x="73" y="5"/>
                    <a:pt x="68" y="3"/>
                    <a:pt x="65" y="3"/>
                  </a:cubicBezTo>
                  <a:cubicBezTo>
                    <a:pt x="61" y="4"/>
                    <a:pt x="61" y="6"/>
                    <a:pt x="54" y="3"/>
                  </a:cubicBezTo>
                  <a:cubicBezTo>
                    <a:pt x="50" y="5"/>
                    <a:pt x="48" y="5"/>
                    <a:pt x="41" y="0"/>
                  </a:cubicBezTo>
                  <a:cubicBezTo>
                    <a:pt x="40" y="4"/>
                    <a:pt x="32" y="5"/>
                    <a:pt x="25" y="5"/>
                  </a:cubicBezTo>
                  <a:cubicBezTo>
                    <a:pt x="19" y="5"/>
                    <a:pt x="13" y="10"/>
                    <a:pt x="9" y="16"/>
                  </a:cubicBezTo>
                  <a:cubicBezTo>
                    <a:pt x="9" y="16"/>
                    <a:pt x="8" y="16"/>
                    <a:pt x="8" y="16"/>
                  </a:cubicBezTo>
                  <a:cubicBezTo>
                    <a:pt x="3" y="26"/>
                    <a:pt x="0" y="39"/>
                    <a:pt x="0" y="58"/>
                  </a:cubicBezTo>
                  <a:cubicBezTo>
                    <a:pt x="1" y="102"/>
                    <a:pt x="21" y="117"/>
                    <a:pt x="43" y="119"/>
                  </a:cubicBezTo>
                  <a:cubicBezTo>
                    <a:pt x="58" y="120"/>
                    <a:pt x="82" y="100"/>
                    <a:pt x="65" y="77"/>
                  </a:cubicBezTo>
                  <a:cubicBezTo>
                    <a:pt x="69" y="70"/>
                    <a:pt x="76" y="62"/>
                    <a:pt x="67" y="43"/>
                  </a:cubicBezTo>
                  <a:close/>
                </a:path>
              </a:pathLst>
            </a:custGeom>
            <a:solidFill>
              <a:srgbClr val="BF8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4" name="Freeform 420">
              <a:extLst>
                <a:ext uri="{FF2B5EF4-FFF2-40B4-BE49-F238E27FC236}">
                  <a16:creationId xmlns:a16="http://schemas.microsoft.com/office/drawing/2014/main" id="{D552C403-2EB8-4A7D-BAA8-4208DF758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012"/>
              <a:ext cx="14" cy="6"/>
            </a:xfrm>
            <a:custGeom>
              <a:avLst/>
              <a:gdLst>
                <a:gd name="T0" fmla="*/ 0 w 10"/>
                <a:gd name="T1" fmla="*/ 8 h 5"/>
                <a:gd name="T2" fmla="*/ 2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5" y="4"/>
                    <a:pt x="10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5" name="Freeform 421">
              <a:extLst>
                <a:ext uri="{FF2B5EF4-FFF2-40B4-BE49-F238E27FC236}">
                  <a16:creationId xmlns:a16="http://schemas.microsoft.com/office/drawing/2014/main" id="{DEDA815A-3A06-4CD2-8A88-9C4BC69CD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049"/>
              <a:ext cx="7" cy="8"/>
            </a:xfrm>
            <a:custGeom>
              <a:avLst/>
              <a:gdLst>
                <a:gd name="T0" fmla="*/ 1 w 5"/>
                <a:gd name="T1" fmla="*/ 0 h 6"/>
                <a:gd name="T2" fmla="*/ 14 w 5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1" y="0"/>
                    <a:pt x="0" y="0"/>
                    <a:pt x="5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" name="Freeform 422">
              <a:extLst>
                <a:ext uri="{FF2B5EF4-FFF2-40B4-BE49-F238E27FC236}">
                  <a16:creationId xmlns:a16="http://schemas.microsoft.com/office/drawing/2014/main" id="{2C41787C-93BB-47F5-8763-E6E8AC963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954"/>
              <a:ext cx="110" cy="161"/>
            </a:xfrm>
            <a:custGeom>
              <a:avLst/>
              <a:gdLst>
                <a:gd name="T0" fmla="*/ 162 w 82"/>
                <a:gd name="T1" fmla="*/ 105 h 120"/>
                <a:gd name="T2" fmla="*/ 178 w 82"/>
                <a:gd name="T3" fmla="*/ 7 h 120"/>
                <a:gd name="T4" fmla="*/ 157 w 82"/>
                <a:gd name="T5" fmla="*/ 7 h 120"/>
                <a:gd name="T6" fmla="*/ 130 w 82"/>
                <a:gd name="T7" fmla="*/ 7 h 120"/>
                <a:gd name="T8" fmla="*/ 99 w 82"/>
                <a:gd name="T9" fmla="*/ 0 h 120"/>
                <a:gd name="T10" fmla="*/ 62 w 82"/>
                <a:gd name="T11" fmla="*/ 12 h 120"/>
                <a:gd name="T12" fmla="*/ 21 w 82"/>
                <a:gd name="T13" fmla="*/ 38 h 120"/>
                <a:gd name="T14" fmla="*/ 20 w 82"/>
                <a:gd name="T15" fmla="*/ 38 h 120"/>
                <a:gd name="T16" fmla="*/ 0 w 82"/>
                <a:gd name="T17" fmla="*/ 141 h 120"/>
                <a:gd name="T18" fmla="*/ 105 w 82"/>
                <a:gd name="T19" fmla="*/ 288 h 120"/>
                <a:gd name="T20" fmla="*/ 157 w 82"/>
                <a:gd name="T21" fmla="*/ 185 h 120"/>
                <a:gd name="T22" fmla="*/ 162 w 82"/>
                <a:gd name="T23" fmla="*/ 105 h 1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20">
                  <a:moveTo>
                    <a:pt x="67" y="43"/>
                  </a:moveTo>
                  <a:cubicBezTo>
                    <a:pt x="82" y="33"/>
                    <a:pt x="82" y="15"/>
                    <a:pt x="74" y="3"/>
                  </a:cubicBezTo>
                  <a:cubicBezTo>
                    <a:pt x="73" y="5"/>
                    <a:pt x="68" y="3"/>
                    <a:pt x="65" y="3"/>
                  </a:cubicBezTo>
                  <a:cubicBezTo>
                    <a:pt x="61" y="4"/>
                    <a:pt x="61" y="6"/>
                    <a:pt x="54" y="3"/>
                  </a:cubicBezTo>
                  <a:cubicBezTo>
                    <a:pt x="50" y="5"/>
                    <a:pt x="48" y="5"/>
                    <a:pt x="41" y="0"/>
                  </a:cubicBezTo>
                  <a:cubicBezTo>
                    <a:pt x="40" y="4"/>
                    <a:pt x="32" y="5"/>
                    <a:pt x="25" y="5"/>
                  </a:cubicBezTo>
                  <a:cubicBezTo>
                    <a:pt x="19" y="5"/>
                    <a:pt x="13" y="10"/>
                    <a:pt x="9" y="16"/>
                  </a:cubicBezTo>
                  <a:cubicBezTo>
                    <a:pt x="9" y="16"/>
                    <a:pt x="8" y="16"/>
                    <a:pt x="8" y="16"/>
                  </a:cubicBezTo>
                  <a:cubicBezTo>
                    <a:pt x="3" y="26"/>
                    <a:pt x="0" y="39"/>
                    <a:pt x="0" y="58"/>
                  </a:cubicBezTo>
                  <a:cubicBezTo>
                    <a:pt x="1" y="102"/>
                    <a:pt x="21" y="117"/>
                    <a:pt x="43" y="119"/>
                  </a:cubicBezTo>
                  <a:cubicBezTo>
                    <a:pt x="58" y="120"/>
                    <a:pt x="82" y="100"/>
                    <a:pt x="65" y="77"/>
                  </a:cubicBezTo>
                  <a:cubicBezTo>
                    <a:pt x="69" y="70"/>
                    <a:pt x="76" y="62"/>
                    <a:pt x="67" y="4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" name="Freeform 423">
              <a:extLst>
                <a:ext uri="{FF2B5EF4-FFF2-40B4-BE49-F238E27FC236}">
                  <a16:creationId xmlns:a16="http://schemas.microsoft.com/office/drawing/2014/main" id="{3327B626-AD99-4A74-99CA-1AC991A24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064"/>
              <a:ext cx="52" cy="44"/>
            </a:xfrm>
            <a:custGeom>
              <a:avLst/>
              <a:gdLst>
                <a:gd name="T0" fmla="*/ 75 w 38"/>
                <a:gd name="T1" fmla="*/ 0 h 33"/>
                <a:gd name="T2" fmla="*/ 70 w 38"/>
                <a:gd name="T3" fmla="*/ 57 h 33"/>
                <a:gd name="T4" fmla="*/ 0 w 38"/>
                <a:gd name="T5" fmla="*/ 63 h 33"/>
                <a:gd name="T6" fmla="*/ 75 w 38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3">
                  <a:moveTo>
                    <a:pt x="29" y="0"/>
                  </a:moveTo>
                  <a:cubicBezTo>
                    <a:pt x="36" y="6"/>
                    <a:pt x="38" y="16"/>
                    <a:pt x="27" y="24"/>
                  </a:cubicBezTo>
                  <a:cubicBezTo>
                    <a:pt x="17" y="33"/>
                    <a:pt x="0" y="26"/>
                    <a:pt x="0" y="26"/>
                  </a:cubicBezTo>
                  <a:cubicBezTo>
                    <a:pt x="10" y="26"/>
                    <a:pt x="35" y="22"/>
                    <a:pt x="29" y="0"/>
                  </a:cubicBezTo>
                  <a:close/>
                </a:path>
              </a:pathLst>
            </a:custGeom>
            <a:solidFill>
              <a:srgbClr val="AC63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" name="Freeform 424">
              <a:extLst>
                <a:ext uri="{FF2B5EF4-FFF2-40B4-BE49-F238E27FC236}">
                  <a16:creationId xmlns:a16="http://schemas.microsoft.com/office/drawing/2014/main" id="{909F7973-74CF-4F6A-BB8E-E11950ACF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022"/>
              <a:ext cx="7" cy="22"/>
            </a:xfrm>
            <a:custGeom>
              <a:avLst/>
              <a:gdLst>
                <a:gd name="T0" fmla="*/ 0 w 5"/>
                <a:gd name="T1" fmla="*/ 0 h 16"/>
                <a:gd name="T2" fmla="*/ 1 w 5"/>
                <a:gd name="T3" fmla="*/ 4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5" y="4"/>
                    <a:pt x="4" y="8"/>
                    <a:pt x="1" y="16"/>
                  </a:cubicBezTo>
                </a:path>
              </a:pathLst>
            </a:custGeom>
            <a:solidFill>
              <a:srgbClr val="AC63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" name="Freeform 425">
              <a:extLst>
                <a:ext uri="{FF2B5EF4-FFF2-40B4-BE49-F238E27FC236}">
                  <a16:creationId xmlns:a16="http://schemas.microsoft.com/office/drawing/2014/main" id="{F0D9E4B5-FE81-4D83-9A53-5BB41F975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967"/>
              <a:ext cx="22" cy="41"/>
            </a:xfrm>
            <a:custGeom>
              <a:avLst/>
              <a:gdLst>
                <a:gd name="T0" fmla="*/ 34 w 16"/>
                <a:gd name="T1" fmla="*/ 0 h 30"/>
                <a:gd name="T2" fmla="*/ 0 w 16"/>
                <a:gd name="T3" fmla="*/ 77 h 30"/>
                <a:gd name="T4" fmla="*/ 34 w 1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13" y="0"/>
                  </a:moveTo>
                  <a:cubicBezTo>
                    <a:pt x="16" y="18"/>
                    <a:pt x="11" y="25"/>
                    <a:pt x="0" y="30"/>
                  </a:cubicBezTo>
                  <a:cubicBezTo>
                    <a:pt x="5" y="24"/>
                    <a:pt x="12" y="11"/>
                    <a:pt x="13" y="0"/>
                  </a:cubicBezTo>
                  <a:close/>
                </a:path>
              </a:pathLst>
            </a:custGeom>
            <a:solidFill>
              <a:srgbClr val="AC63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" name="Freeform 426">
              <a:extLst>
                <a:ext uri="{FF2B5EF4-FFF2-40B4-BE49-F238E27FC236}">
                  <a16:creationId xmlns:a16="http://schemas.microsoft.com/office/drawing/2014/main" id="{EF110971-8A51-4ECB-981F-FE34EF137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917"/>
              <a:ext cx="51" cy="34"/>
            </a:xfrm>
            <a:custGeom>
              <a:avLst/>
              <a:gdLst>
                <a:gd name="T0" fmla="*/ 0 w 38"/>
                <a:gd name="T1" fmla="*/ 63 h 25"/>
                <a:gd name="T2" fmla="*/ 91 w 38"/>
                <a:gd name="T3" fmla="*/ 30 h 25"/>
                <a:gd name="T4" fmla="*/ 62 w 38"/>
                <a:gd name="T5" fmla="*/ 42 h 25"/>
                <a:gd name="T6" fmla="*/ 36 w 38"/>
                <a:gd name="T7" fmla="*/ 53 h 25"/>
                <a:gd name="T8" fmla="*/ 16 w 38"/>
                <a:gd name="T9" fmla="*/ 5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5">
                  <a:moveTo>
                    <a:pt x="0" y="25"/>
                  </a:moveTo>
                  <a:cubicBezTo>
                    <a:pt x="3" y="19"/>
                    <a:pt x="33" y="0"/>
                    <a:pt x="38" y="12"/>
                  </a:cubicBezTo>
                  <a:cubicBezTo>
                    <a:pt x="33" y="11"/>
                    <a:pt x="25" y="8"/>
                    <a:pt x="25" y="17"/>
                  </a:cubicBezTo>
                  <a:cubicBezTo>
                    <a:pt x="21" y="16"/>
                    <a:pt x="15" y="15"/>
                    <a:pt x="15" y="21"/>
                  </a:cubicBezTo>
                  <a:cubicBezTo>
                    <a:pt x="12" y="19"/>
                    <a:pt x="6" y="18"/>
                    <a:pt x="7" y="22"/>
                  </a:cubicBezTo>
                </a:path>
              </a:pathLst>
            </a:custGeom>
            <a:solidFill>
              <a:srgbClr val="FDEF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" name="Freeform 427">
              <a:extLst>
                <a:ext uri="{FF2B5EF4-FFF2-40B4-BE49-F238E27FC236}">
                  <a16:creationId xmlns:a16="http://schemas.microsoft.com/office/drawing/2014/main" id="{20CFFACE-9379-43D3-B323-EE1B4B807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915"/>
              <a:ext cx="98" cy="60"/>
            </a:xfrm>
            <a:custGeom>
              <a:avLst/>
              <a:gdLst>
                <a:gd name="T0" fmla="*/ 15 w 73"/>
                <a:gd name="T1" fmla="*/ 107 h 45"/>
                <a:gd name="T2" fmla="*/ 54 w 73"/>
                <a:gd name="T3" fmla="*/ 80 h 45"/>
                <a:gd name="T4" fmla="*/ 91 w 73"/>
                <a:gd name="T5" fmla="*/ 69 h 45"/>
                <a:gd name="T6" fmla="*/ 122 w 73"/>
                <a:gd name="T7" fmla="*/ 76 h 45"/>
                <a:gd name="T8" fmla="*/ 149 w 73"/>
                <a:gd name="T9" fmla="*/ 76 h 45"/>
                <a:gd name="T10" fmla="*/ 172 w 73"/>
                <a:gd name="T11" fmla="*/ 69 h 45"/>
                <a:gd name="T12" fmla="*/ 142 w 73"/>
                <a:gd name="T13" fmla="*/ 20 h 45"/>
                <a:gd name="T14" fmla="*/ 72 w 73"/>
                <a:gd name="T15" fmla="*/ 23 h 45"/>
                <a:gd name="T16" fmla="*/ 23 w 73"/>
                <a:gd name="T17" fmla="*/ 63 h 45"/>
                <a:gd name="T18" fmla="*/ 15 w 73"/>
                <a:gd name="T19" fmla="*/ 107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45">
                  <a:moveTo>
                    <a:pt x="6" y="45"/>
                  </a:moveTo>
                  <a:cubicBezTo>
                    <a:pt x="10" y="39"/>
                    <a:pt x="16" y="34"/>
                    <a:pt x="22" y="34"/>
                  </a:cubicBezTo>
                  <a:cubicBezTo>
                    <a:pt x="29" y="34"/>
                    <a:pt x="37" y="33"/>
                    <a:pt x="38" y="29"/>
                  </a:cubicBezTo>
                  <a:cubicBezTo>
                    <a:pt x="45" y="34"/>
                    <a:pt x="47" y="34"/>
                    <a:pt x="51" y="32"/>
                  </a:cubicBezTo>
                  <a:cubicBezTo>
                    <a:pt x="58" y="35"/>
                    <a:pt x="58" y="33"/>
                    <a:pt x="62" y="32"/>
                  </a:cubicBezTo>
                  <a:cubicBezTo>
                    <a:pt x="66" y="32"/>
                    <a:pt x="73" y="35"/>
                    <a:pt x="71" y="29"/>
                  </a:cubicBezTo>
                  <a:cubicBezTo>
                    <a:pt x="69" y="22"/>
                    <a:pt x="71" y="17"/>
                    <a:pt x="59" y="8"/>
                  </a:cubicBezTo>
                  <a:cubicBezTo>
                    <a:pt x="47" y="0"/>
                    <a:pt x="34" y="7"/>
                    <a:pt x="30" y="10"/>
                  </a:cubicBezTo>
                  <a:cubicBezTo>
                    <a:pt x="26" y="13"/>
                    <a:pt x="15" y="18"/>
                    <a:pt x="10" y="26"/>
                  </a:cubicBezTo>
                  <a:cubicBezTo>
                    <a:pt x="8" y="31"/>
                    <a:pt x="0" y="41"/>
                    <a:pt x="6" y="45"/>
                  </a:cubicBezTo>
                  <a:close/>
                </a:path>
              </a:pathLst>
            </a:custGeom>
            <a:noFill/>
            <a:ln w="4763" cap="rnd">
              <a:solidFill>
                <a:srgbClr val="BA7C4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" name="Freeform 428">
              <a:extLst>
                <a:ext uri="{FF2B5EF4-FFF2-40B4-BE49-F238E27FC236}">
                  <a16:creationId xmlns:a16="http://schemas.microsoft.com/office/drawing/2014/main" id="{05C1551E-487E-4CE2-8974-E090002CF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926"/>
              <a:ext cx="28" cy="13"/>
            </a:xfrm>
            <a:custGeom>
              <a:avLst/>
              <a:gdLst>
                <a:gd name="T0" fmla="*/ 0 w 21"/>
                <a:gd name="T1" fmla="*/ 22 h 10"/>
                <a:gd name="T2" fmla="*/ 49 w 21"/>
                <a:gd name="T3" fmla="*/ 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0">
                  <a:moveTo>
                    <a:pt x="0" y="10"/>
                  </a:moveTo>
                  <a:cubicBezTo>
                    <a:pt x="9" y="3"/>
                    <a:pt x="17" y="0"/>
                    <a:pt x="2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" name="Freeform 429">
              <a:extLst>
                <a:ext uri="{FF2B5EF4-FFF2-40B4-BE49-F238E27FC236}">
                  <a16:creationId xmlns:a16="http://schemas.microsoft.com/office/drawing/2014/main" id="{A7F3E1BA-825E-4E6B-93CF-B64E53375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566"/>
              <a:ext cx="8" cy="8"/>
            </a:xfrm>
            <a:custGeom>
              <a:avLst/>
              <a:gdLst>
                <a:gd name="T0" fmla="*/ 15 w 6"/>
                <a:gd name="T1" fmla="*/ 0 h 6"/>
                <a:gd name="T2" fmla="*/ 0 w 6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6" y="0"/>
                    <a:pt x="0" y="6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" name="Freeform 430">
              <a:extLst>
                <a:ext uri="{FF2B5EF4-FFF2-40B4-BE49-F238E27FC236}">
                  <a16:creationId xmlns:a16="http://schemas.microsoft.com/office/drawing/2014/main" id="{8EFD5CA5-0E21-435D-9DC2-EC5ED9B0F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385"/>
              <a:ext cx="74" cy="13"/>
            </a:xfrm>
            <a:custGeom>
              <a:avLst/>
              <a:gdLst>
                <a:gd name="T0" fmla="*/ 135 w 55"/>
                <a:gd name="T1" fmla="*/ 22 h 10"/>
                <a:gd name="T2" fmla="*/ 78 w 55"/>
                <a:gd name="T3" fmla="*/ 9 h 10"/>
                <a:gd name="T4" fmla="*/ 0 w 55"/>
                <a:gd name="T5" fmla="*/ 5 h 10"/>
                <a:gd name="T6" fmla="*/ 48 w 55"/>
                <a:gd name="T7" fmla="*/ 9 h 10"/>
                <a:gd name="T8" fmla="*/ 73 w 55"/>
                <a:gd name="T9" fmla="*/ 13 h 10"/>
                <a:gd name="T10" fmla="*/ 98 w 55"/>
                <a:gd name="T11" fmla="*/ 13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0">
                  <a:moveTo>
                    <a:pt x="55" y="10"/>
                  </a:moveTo>
                  <a:cubicBezTo>
                    <a:pt x="48" y="10"/>
                    <a:pt x="39" y="6"/>
                    <a:pt x="32" y="4"/>
                  </a:cubicBezTo>
                  <a:cubicBezTo>
                    <a:pt x="21" y="0"/>
                    <a:pt x="11" y="0"/>
                    <a:pt x="0" y="2"/>
                  </a:cubicBezTo>
                  <a:cubicBezTo>
                    <a:pt x="6" y="1"/>
                    <a:pt x="14" y="2"/>
                    <a:pt x="20" y="4"/>
                  </a:cubicBezTo>
                  <a:cubicBezTo>
                    <a:pt x="24" y="5"/>
                    <a:pt x="27" y="6"/>
                    <a:pt x="30" y="6"/>
                  </a:cubicBezTo>
                  <a:cubicBezTo>
                    <a:pt x="33" y="7"/>
                    <a:pt x="37" y="5"/>
                    <a:pt x="4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" name="Freeform 431">
              <a:extLst>
                <a:ext uri="{FF2B5EF4-FFF2-40B4-BE49-F238E27FC236}">
                  <a16:creationId xmlns:a16="http://schemas.microsoft.com/office/drawing/2014/main" id="{0ABB5083-CD1B-418A-AEE5-6DE699350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566"/>
              <a:ext cx="8" cy="8"/>
            </a:xfrm>
            <a:custGeom>
              <a:avLst/>
              <a:gdLst>
                <a:gd name="T0" fmla="*/ 0 w 6"/>
                <a:gd name="T1" fmla="*/ 0 h 6"/>
                <a:gd name="T2" fmla="*/ 15 w 6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0"/>
                    <a:pt x="6" y="6"/>
                    <a:pt x="6" y="6"/>
                  </a:cubicBezTo>
                </a:path>
              </a:pathLst>
            </a:custGeom>
            <a:noFill/>
            <a:ln w="79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" name="Freeform 432">
              <a:extLst>
                <a:ext uri="{FF2B5EF4-FFF2-40B4-BE49-F238E27FC236}">
                  <a16:creationId xmlns:a16="http://schemas.microsoft.com/office/drawing/2014/main" id="{564BE87F-B2B4-4CBF-9AE1-E9C699156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429"/>
              <a:ext cx="20" cy="15"/>
            </a:xfrm>
            <a:custGeom>
              <a:avLst/>
              <a:gdLst>
                <a:gd name="T0" fmla="*/ 0 w 15"/>
                <a:gd name="T1" fmla="*/ 27 h 11"/>
                <a:gd name="T2" fmla="*/ 36 w 15"/>
                <a:gd name="T3" fmla="*/ 15 h 11"/>
                <a:gd name="T4" fmla="*/ 7 w 15"/>
                <a:gd name="T5" fmla="*/ 2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1" y="3"/>
                    <a:pt x="9" y="0"/>
                    <a:pt x="15" y="6"/>
                  </a:cubicBezTo>
                  <a:cubicBezTo>
                    <a:pt x="9" y="3"/>
                    <a:pt x="7" y="5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" name="Freeform 433">
              <a:extLst>
                <a:ext uri="{FF2B5EF4-FFF2-40B4-BE49-F238E27FC236}">
                  <a16:creationId xmlns:a16="http://schemas.microsoft.com/office/drawing/2014/main" id="{7790128C-7F35-4976-B42B-D8838B814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618"/>
              <a:ext cx="56" cy="1"/>
            </a:xfrm>
            <a:custGeom>
              <a:avLst/>
              <a:gdLst>
                <a:gd name="T0" fmla="*/ 56 w 56"/>
                <a:gd name="T1" fmla="*/ 0 h 1"/>
                <a:gd name="T2" fmla="*/ 0 w 56"/>
                <a:gd name="T3" fmla="*/ 0 h 1"/>
                <a:gd name="T4" fmla="*/ 56 w 5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">
                  <a:moveTo>
                    <a:pt x="56" y="0"/>
                  </a:moveTo>
                  <a:lnTo>
                    <a:pt x="0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" name="Freeform 434">
              <a:extLst>
                <a:ext uri="{FF2B5EF4-FFF2-40B4-BE49-F238E27FC236}">
                  <a16:creationId xmlns:a16="http://schemas.microsoft.com/office/drawing/2014/main" id="{E70CDCB8-87FE-4C38-9AAA-CD5B10631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606"/>
              <a:ext cx="56" cy="1"/>
            </a:xfrm>
            <a:custGeom>
              <a:avLst/>
              <a:gdLst>
                <a:gd name="T0" fmla="*/ 56 w 56"/>
                <a:gd name="T1" fmla="*/ 0 h 1"/>
                <a:gd name="T2" fmla="*/ 0 w 56"/>
                <a:gd name="T3" fmla="*/ 0 h 1"/>
                <a:gd name="T4" fmla="*/ 56 w 5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">
                  <a:moveTo>
                    <a:pt x="56" y="0"/>
                  </a:moveTo>
                  <a:lnTo>
                    <a:pt x="0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" name="Freeform 435">
              <a:extLst>
                <a:ext uri="{FF2B5EF4-FFF2-40B4-BE49-F238E27FC236}">
                  <a16:creationId xmlns:a16="http://schemas.microsoft.com/office/drawing/2014/main" id="{D17B334E-077A-437B-958C-610F5E068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596"/>
              <a:ext cx="56" cy="1"/>
            </a:xfrm>
            <a:custGeom>
              <a:avLst/>
              <a:gdLst>
                <a:gd name="T0" fmla="*/ 56 w 56"/>
                <a:gd name="T1" fmla="*/ 0 h 1"/>
                <a:gd name="T2" fmla="*/ 0 w 56"/>
                <a:gd name="T3" fmla="*/ 0 h 1"/>
                <a:gd name="T4" fmla="*/ 56 w 5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">
                  <a:moveTo>
                    <a:pt x="56" y="0"/>
                  </a:moveTo>
                  <a:lnTo>
                    <a:pt x="0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0" name="Freeform 436">
              <a:extLst>
                <a:ext uri="{FF2B5EF4-FFF2-40B4-BE49-F238E27FC236}">
                  <a16:creationId xmlns:a16="http://schemas.microsoft.com/office/drawing/2014/main" id="{E2E98486-7287-4084-B877-69E05670F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923"/>
              <a:ext cx="86" cy="43"/>
            </a:xfrm>
            <a:custGeom>
              <a:avLst/>
              <a:gdLst>
                <a:gd name="T0" fmla="*/ 7 w 64"/>
                <a:gd name="T1" fmla="*/ 65 h 32"/>
                <a:gd name="T2" fmla="*/ 36 w 64"/>
                <a:gd name="T3" fmla="*/ 62 h 32"/>
                <a:gd name="T4" fmla="*/ 79 w 64"/>
                <a:gd name="T5" fmla="*/ 48 h 32"/>
                <a:gd name="T6" fmla="*/ 125 w 64"/>
                <a:gd name="T7" fmla="*/ 58 h 32"/>
                <a:gd name="T8" fmla="*/ 153 w 64"/>
                <a:gd name="T9" fmla="*/ 63 h 32"/>
                <a:gd name="T10" fmla="*/ 90 w 64"/>
                <a:gd name="T11" fmla="*/ 1 h 32"/>
                <a:gd name="T12" fmla="*/ 40 w 64"/>
                <a:gd name="T13" fmla="*/ 7 h 32"/>
                <a:gd name="T14" fmla="*/ 7 w 64"/>
                <a:gd name="T15" fmla="*/ 6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32">
                  <a:moveTo>
                    <a:pt x="3" y="27"/>
                  </a:moveTo>
                  <a:cubicBezTo>
                    <a:pt x="7" y="27"/>
                    <a:pt x="12" y="32"/>
                    <a:pt x="15" y="25"/>
                  </a:cubicBezTo>
                  <a:cubicBezTo>
                    <a:pt x="19" y="18"/>
                    <a:pt x="28" y="20"/>
                    <a:pt x="33" y="20"/>
                  </a:cubicBezTo>
                  <a:cubicBezTo>
                    <a:pt x="42" y="23"/>
                    <a:pt x="46" y="26"/>
                    <a:pt x="51" y="24"/>
                  </a:cubicBezTo>
                  <a:cubicBezTo>
                    <a:pt x="60" y="26"/>
                    <a:pt x="62" y="29"/>
                    <a:pt x="63" y="26"/>
                  </a:cubicBezTo>
                  <a:cubicBezTo>
                    <a:pt x="64" y="23"/>
                    <a:pt x="52" y="1"/>
                    <a:pt x="37" y="1"/>
                  </a:cubicBezTo>
                  <a:cubicBezTo>
                    <a:pt x="24" y="0"/>
                    <a:pt x="25" y="0"/>
                    <a:pt x="16" y="3"/>
                  </a:cubicBezTo>
                  <a:cubicBezTo>
                    <a:pt x="8" y="7"/>
                    <a:pt x="0" y="19"/>
                    <a:pt x="3" y="27"/>
                  </a:cubicBezTo>
                  <a:close/>
                </a:path>
              </a:pathLst>
            </a:custGeom>
            <a:solidFill>
              <a:srgbClr val="F7C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1" name="Freeform 437">
              <a:extLst>
                <a:ext uri="{FF2B5EF4-FFF2-40B4-BE49-F238E27FC236}">
                  <a16:creationId xmlns:a16="http://schemas.microsoft.com/office/drawing/2014/main" id="{B401CE50-6AAF-40A8-97CA-BB59CA7AC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947"/>
              <a:ext cx="110" cy="164"/>
            </a:xfrm>
            <a:custGeom>
              <a:avLst/>
              <a:gdLst>
                <a:gd name="T0" fmla="*/ 160 w 82"/>
                <a:gd name="T1" fmla="*/ 15 h 122"/>
                <a:gd name="T2" fmla="*/ 160 w 82"/>
                <a:gd name="T3" fmla="*/ 20 h 122"/>
                <a:gd name="T4" fmla="*/ 130 w 82"/>
                <a:gd name="T5" fmla="*/ 15 h 122"/>
                <a:gd name="T6" fmla="*/ 86 w 82"/>
                <a:gd name="T7" fmla="*/ 5 h 122"/>
                <a:gd name="T8" fmla="*/ 43 w 82"/>
                <a:gd name="T9" fmla="*/ 16 h 122"/>
                <a:gd name="T10" fmla="*/ 15 w 82"/>
                <a:gd name="T11" fmla="*/ 22 h 122"/>
                <a:gd name="T12" fmla="*/ 36 w 82"/>
                <a:gd name="T13" fmla="*/ 109 h 122"/>
                <a:gd name="T14" fmla="*/ 42 w 82"/>
                <a:gd name="T15" fmla="*/ 191 h 122"/>
                <a:gd name="T16" fmla="*/ 94 w 82"/>
                <a:gd name="T17" fmla="*/ 294 h 122"/>
                <a:gd name="T18" fmla="*/ 199 w 82"/>
                <a:gd name="T19" fmla="*/ 147 h 122"/>
                <a:gd name="T20" fmla="*/ 160 w 82"/>
                <a:gd name="T21" fmla="*/ 15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22">
                  <a:moveTo>
                    <a:pt x="66" y="6"/>
                  </a:moveTo>
                  <a:cubicBezTo>
                    <a:pt x="66" y="7"/>
                    <a:pt x="66" y="8"/>
                    <a:pt x="66" y="8"/>
                  </a:cubicBezTo>
                  <a:cubicBezTo>
                    <a:pt x="65" y="11"/>
                    <a:pt x="63" y="8"/>
                    <a:pt x="54" y="6"/>
                  </a:cubicBezTo>
                  <a:cubicBezTo>
                    <a:pt x="49" y="8"/>
                    <a:pt x="45" y="5"/>
                    <a:pt x="36" y="2"/>
                  </a:cubicBezTo>
                  <a:cubicBezTo>
                    <a:pt x="31" y="2"/>
                    <a:pt x="22" y="0"/>
                    <a:pt x="18" y="7"/>
                  </a:cubicBezTo>
                  <a:cubicBezTo>
                    <a:pt x="15" y="14"/>
                    <a:pt x="10" y="9"/>
                    <a:pt x="6" y="9"/>
                  </a:cubicBezTo>
                  <a:cubicBezTo>
                    <a:pt x="0" y="21"/>
                    <a:pt x="2" y="36"/>
                    <a:pt x="15" y="45"/>
                  </a:cubicBezTo>
                  <a:cubicBezTo>
                    <a:pt x="6" y="64"/>
                    <a:pt x="13" y="72"/>
                    <a:pt x="17" y="79"/>
                  </a:cubicBezTo>
                  <a:cubicBezTo>
                    <a:pt x="0" y="102"/>
                    <a:pt x="24" y="122"/>
                    <a:pt x="39" y="121"/>
                  </a:cubicBezTo>
                  <a:cubicBezTo>
                    <a:pt x="62" y="119"/>
                    <a:pt x="81" y="104"/>
                    <a:pt x="82" y="60"/>
                  </a:cubicBezTo>
                  <a:cubicBezTo>
                    <a:pt x="82" y="32"/>
                    <a:pt x="75" y="16"/>
                    <a:pt x="66" y="6"/>
                  </a:cubicBezTo>
                  <a:close/>
                </a:path>
              </a:pathLst>
            </a:custGeom>
            <a:solidFill>
              <a:srgbClr val="BF8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2" name="Freeform 438">
              <a:extLst>
                <a:ext uri="{FF2B5EF4-FFF2-40B4-BE49-F238E27FC236}">
                  <a16:creationId xmlns:a16="http://schemas.microsoft.com/office/drawing/2014/main" id="{19A40963-CE22-4372-A738-67D05048A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947"/>
              <a:ext cx="110" cy="164"/>
            </a:xfrm>
            <a:custGeom>
              <a:avLst/>
              <a:gdLst>
                <a:gd name="T0" fmla="*/ 160 w 82"/>
                <a:gd name="T1" fmla="*/ 15 h 122"/>
                <a:gd name="T2" fmla="*/ 160 w 82"/>
                <a:gd name="T3" fmla="*/ 20 h 122"/>
                <a:gd name="T4" fmla="*/ 130 w 82"/>
                <a:gd name="T5" fmla="*/ 15 h 122"/>
                <a:gd name="T6" fmla="*/ 86 w 82"/>
                <a:gd name="T7" fmla="*/ 5 h 122"/>
                <a:gd name="T8" fmla="*/ 43 w 82"/>
                <a:gd name="T9" fmla="*/ 16 h 122"/>
                <a:gd name="T10" fmla="*/ 15 w 82"/>
                <a:gd name="T11" fmla="*/ 22 h 122"/>
                <a:gd name="T12" fmla="*/ 36 w 82"/>
                <a:gd name="T13" fmla="*/ 109 h 122"/>
                <a:gd name="T14" fmla="*/ 42 w 82"/>
                <a:gd name="T15" fmla="*/ 191 h 122"/>
                <a:gd name="T16" fmla="*/ 94 w 82"/>
                <a:gd name="T17" fmla="*/ 294 h 122"/>
                <a:gd name="T18" fmla="*/ 199 w 82"/>
                <a:gd name="T19" fmla="*/ 147 h 122"/>
                <a:gd name="T20" fmla="*/ 160 w 82"/>
                <a:gd name="T21" fmla="*/ 15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22">
                  <a:moveTo>
                    <a:pt x="66" y="6"/>
                  </a:moveTo>
                  <a:cubicBezTo>
                    <a:pt x="66" y="7"/>
                    <a:pt x="66" y="8"/>
                    <a:pt x="66" y="8"/>
                  </a:cubicBezTo>
                  <a:cubicBezTo>
                    <a:pt x="65" y="11"/>
                    <a:pt x="63" y="8"/>
                    <a:pt x="54" y="6"/>
                  </a:cubicBezTo>
                  <a:cubicBezTo>
                    <a:pt x="49" y="8"/>
                    <a:pt x="45" y="5"/>
                    <a:pt x="36" y="2"/>
                  </a:cubicBezTo>
                  <a:cubicBezTo>
                    <a:pt x="31" y="2"/>
                    <a:pt x="22" y="0"/>
                    <a:pt x="18" y="7"/>
                  </a:cubicBezTo>
                  <a:cubicBezTo>
                    <a:pt x="15" y="14"/>
                    <a:pt x="10" y="9"/>
                    <a:pt x="6" y="9"/>
                  </a:cubicBezTo>
                  <a:cubicBezTo>
                    <a:pt x="0" y="21"/>
                    <a:pt x="2" y="36"/>
                    <a:pt x="15" y="45"/>
                  </a:cubicBezTo>
                  <a:cubicBezTo>
                    <a:pt x="6" y="64"/>
                    <a:pt x="13" y="72"/>
                    <a:pt x="17" y="79"/>
                  </a:cubicBezTo>
                  <a:cubicBezTo>
                    <a:pt x="0" y="102"/>
                    <a:pt x="24" y="122"/>
                    <a:pt x="39" y="121"/>
                  </a:cubicBezTo>
                  <a:cubicBezTo>
                    <a:pt x="62" y="119"/>
                    <a:pt x="81" y="104"/>
                    <a:pt x="82" y="60"/>
                  </a:cubicBezTo>
                  <a:cubicBezTo>
                    <a:pt x="82" y="32"/>
                    <a:pt x="75" y="16"/>
                    <a:pt x="66" y="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3" name="Freeform 439">
              <a:extLst>
                <a:ext uri="{FF2B5EF4-FFF2-40B4-BE49-F238E27FC236}">
                  <a16:creationId xmlns:a16="http://schemas.microsoft.com/office/drawing/2014/main" id="{5ED5C204-249C-4EEA-9D34-5172E0503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008"/>
              <a:ext cx="13" cy="6"/>
            </a:xfrm>
            <a:custGeom>
              <a:avLst/>
              <a:gdLst>
                <a:gd name="T0" fmla="*/ 0 w 10"/>
                <a:gd name="T1" fmla="*/ 0 h 5"/>
                <a:gd name="T2" fmla="*/ 22 w 10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5" y="4"/>
                    <a:pt x="10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4" name="Freeform 440">
              <a:extLst>
                <a:ext uri="{FF2B5EF4-FFF2-40B4-BE49-F238E27FC236}">
                  <a16:creationId xmlns:a16="http://schemas.microsoft.com/office/drawing/2014/main" id="{CA45F2F1-FED1-4589-8353-B6F71309A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045"/>
              <a:ext cx="6" cy="8"/>
            </a:xfrm>
            <a:custGeom>
              <a:avLst/>
              <a:gdLst>
                <a:gd name="T0" fmla="*/ 0 w 5"/>
                <a:gd name="T1" fmla="*/ 15 h 6"/>
                <a:gd name="T2" fmla="*/ 7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5" name="Freeform 441">
              <a:extLst>
                <a:ext uri="{FF2B5EF4-FFF2-40B4-BE49-F238E27FC236}">
                  <a16:creationId xmlns:a16="http://schemas.microsoft.com/office/drawing/2014/main" id="{CBDE945B-5EAB-485F-8E89-DF583D9AB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970"/>
              <a:ext cx="20" cy="32"/>
            </a:xfrm>
            <a:custGeom>
              <a:avLst/>
              <a:gdLst>
                <a:gd name="T0" fmla="*/ 5 w 15"/>
                <a:gd name="T1" fmla="*/ 0 h 24"/>
                <a:gd name="T2" fmla="*/ 36 w 15"/>
                <a:gd name="T3" fmla="*/ 57 h 24"/>
                <a:gd name="T4" fmla="*/ 5 w 15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2" y="0"/>
                  </a:moveTo>
                  <a:cubicBezTo>
                    <a:pt x="0" y="10"/>
                    <a:pt x="5" y="20"/>
                    <a:pt x="15" y="24"/>
                  </a:cubicBezTo>
                  <a:cubicBezTo>
                    <a:pt x="12" y="22"/>
                    <a:pt x="1" y="7"/>
                    <a:pt x="2" y="0"/>
                  </a:cubicBezTo>
                  <a:close/>
                </a:path>
              </a:pathLst>
            </a:custGeom>
            <a:solidFill>
              <a:srgbClr val="E7D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6" name="Freeform 442">
              <a:extLst>
                <a:ext uri="{FF2B5EF4-FFF2-40B4-BE49-F238E27FC236}">
                  <a16:creationId xmlns:a16="http://schemas.microsoft.com/office/drawing/2014/main" id="{0A78CECE-5A98-49A1-A5BE-C08BE1BC7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051"/>
              <a:ext cx="18" cy="41"/>
            </a:xfrm>
            <a:custGeom>
              <a:avLst/>
              <a:gdLst>
                <a:gd name="T0" fmla="*/ 35 w 13"/>
                <a:gd name="T1" fmla="*/ 0 h 31"/>
                <a:gd name="T2" fmla="*/ 26 w 13"/>
                <a:gd name="T3" fmla="*/ 71 h 31"/>
                <a:gd name="T4" fmla="*/ 35 w 13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1">
                  <a:moveTo>
                    <a:pt x="13" y="0"/>
                  </a:moveTo>
                  <a:cubicBezTo>
                    <a:pt x="8" y="9"/>
                    <a:pt x="0" y="20"/>
                    <a:pt x="10" y="31"/>
                  </a:cubicBezTo>
                  <a:cubicBezTo>
                    <a:pt x="9" y="26"/>
                    <a:pt x="9" y="8"/>
                    <a:pt x="13" y="0"/>
                  </a:cubicBezTo>
                  <a:close/>
                </a:path>
              </a:pathLst>
            </a:custGeom>
            <a:solidFill>
              <a:srgbClr val="E7D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7" name="Freeform 443">
              <a:extLst>
                <a:ext uri="{FF2B5EF4-FFF2-40B4-BE49-F238E27FC236}">
                  <a16:creationId xmlns:a16="http://schemas.microsoft.com/office/drawing/2014/main" id="{39DC9CC0-DFD3-4BAC-AFB3-A8DF87E24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018"/>
              <a:ext cx="7" cy="19"/>
            </a:xfrm>
            <a:custGeom>
              <a:avLst/>
              <a:gdLst>
                <a:gd name="T0" fmla="*/ 14 w 5"/>
                <a:gd name="T1" fmla="*/ 0 h 14"/>
                <a:gd name="T2" fmla="*/ 8 w 5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1" y="7"/>
                    <a:pt x="0" y="9"/>
                    <a:pt x="3" y="14"/>
                  </a:cubicBezTo>
                </a:path>
              </a:pathLst>
            </a:custGeom>
            <a:solidFill>
              <a:srgbClr val="E7D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8" name="Freeform 444">
              <a:extLst>
                <a:ext uri="{FF2B5EF4-FFF2-40B4-BE49-F238E27FC236}">
                  <a16:creationId xmlns:a16="http://schemas.microsoft.com/office/drawing/2014/main" id="{3425F4BF-D935-4930-B381-4F6E76D14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1979"/>
              <a:ext cx="59" cy="127"/>
            </a:xfrm>
            <a:custGeom>
              <a:avLst/>
              <a:gdLst>
                <a:gd name="T0" fmla="*/ 79 w 44"/>
                <a:gd name="T1" fmla="*/ 0 h 94"/>
                <a:gd name="T2" fmla="*/ 0 w 44"/>
                <a:gd name="T3" fmla="*/ 223 h 94"/>
                <a:gd name="T4" fmla="*/ 79 w 44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94">
                  <a:moveTo>
                    <a:pt x="33" y="0"/>
                  </a:moveTo>
                  <a:cubicBezTo>
                    <a:pt x="42" y="14"/>
                    <a:pt x="44" y="94"/>
                    <a:pt x="0" y="90"/>
                  </a:cubicBezTo>
                  <a:cubicBezTo>
                    <a:pt x="11" y="88"/>
                    <a:pt x="39" y="61"/>
                    <a:pt x="33" y="0"/>
                  </a:cubicBezTo>
                  <a:close/>
                </a:path>
              </a:pathLst>
            </a:custGeom>
            <a:solidFill>
              <a:srgbClr val="AC63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9" name="Freeform 445">
              <a:extLst>
                <a:ext uri="{FF2B5EF4-FFF2-40B4-BE49-F238E27FC236}">
                  <a16:creationId xmlns:a16="http://schemas.microsoft.com/office/drawing/2014/main" id="{1959DD70-0D6F-41B6-B82B-8E7297CF7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924"/>
              <a:ext cx="38" cy="22"/>
            </a:xfrm>
            <a:custGeom>
              <a:avLst/>
              <a:gdLst>
                <a:gd name="T0" fmla="*/ 0 w 28"/>
                <a:gd name="T1" fmla="*/ 41 h 16"/>
                <a:gd name="T2" fmla="*/ 71 w 28"/>
                <a:gd name="T3" fmla="*/ 21 h 16"/>
                <a:gd name="T4" fmla="*/ 50 w 28"/>
                <a:gd name="T5" fmla="*/ 32 h 16"/>
                <a:gd name="T6" fmla="*/ 33 w 28"/>
                <a:gd name="T7" fmla="*/ 34 h 16"/>
                <a:gd name="T8" fmla="*/ 14 w 28"/>
                <a:gd name="T9" fmla="*/ 4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6">
                  <a:moveTo>
                    <a:pt x="0" y="16"/>
                  </a:moveTo>
                  <a:cubicBezTo>
                    <a:pt x="4" y="9"/>
                    <a:pt x="21" y="0"/>
                    <a:pt x="28" y="8"/>
                  </a:cubicBezTo>
                  <a:cubicBezTo>
                    <a:pt x="24" y="5"/>
                    <a:pt x="17" y="8"/>
                    <a:pt x="20" y="12"/>
                  </a:cubicBezTo>
                  <a:cubicBezTo>
                    <a:pt x="18" y="9"/>
                    <a:pt x="13" y="8"/>
                    <a:pt x="13" y="13"/>
                  </a:cubicBezTo>
                  <a:cubicBezTo>
                    <a:pt x="10" y="11"/>
                    <a:pt x="6" y="11"/>
                    <a:pt x="5" y="15"/>
                  </a:cubicBezTo>
                </a:path>
              </a:pathLst>
            </a:custGeom>
            <a:solidFill>
              <a:srgbClr val="FDEF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0" name="Freeform 446">
              <a:extLst>
                <a:ext uri="{FF2B5EF4-FFF2-40B4-BE49-F238E27FC236}">
                  <a16:creationId xmlns:a16="http://schemas.microsoft.com/office/drawing/2014/main" id="{7E2E8265-380B-4A68-B06E-836396FE7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923"/>
              <a:ext cx="86" cy="43"/>
            </a:xfrm>
            <a:custGeom>
              <a:avLst/>
              <a:gdLst>
                <a:gd name="T0" fmla="*/ 7 w 64"/>
                <a:gd name="T1" fmla="*/ 65 h 32"/>
                <a:gd name="T2" fmla="*/ 36 w 64"/>
                <a:gd name="T3" fmla="*/ 62 h 32"/>
                <a:gd name="T4" fmla="*/ 79 w 64"/>
                <a:gd name="T5" fmla="*/ 48 h 32"/>
                <a:gd name="T6" fmla="*/ 125 w 64"/>
                <a:gd name="T7" fmla="*/ 58 h 32"/>
                <a:gd name="T8" fmla="*/ 153 w 64"/>
                <a:gd name="T9" fmla="*/ 63 h 32"/>
                <a:gd name="T10" fmla="*/ 90 w 64"/>
                <a:gd name="T11" fmla="*/ 1 h 32"/>
                <a:gd name="T12" fmla="*/ 40 w 64"/>
                <a:gd name="T13" fmla="*/ 7 h 32"/>
                <a:gd name="T14" fmla="*/ 7 w 64"/>
                <a:gd name="T15" fmla="*/ 6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32">
                  <a:moveTo>
                    <a:pt x="3" y="27"/>
                  </a:moveTo>
                  <a:cubicBezTo>
                    <a:pt x="7" y="27"/>
                    <a:pt x="12" y="32"/>
                    <a:pt x="15" y="25"/>
                  </a:cubicBezTo>
                  <a:cubicBezTo>
                    <a:pt x="19" y="18"/>
                    <a:pt x="28" y="20"/>
                    <a:pt x="33" y="20"/>
                  </a:cubicBezTo>
                  <a:cubicBezTo>
                    <a:pt x="42" y="23"/>
                    <a:pt x="46" y="26"/>
                    <a:pt x="51" y="24"/>
                  </a:cubicBezTo>
                  <a:cubicBezTo>
                    <a:pt x="60" y="26"/>
                    <a:pt x="62" y="29"/>
                    <a:pt x="63" y="26"/>
                  </a:cubicBezTo>
                  <a:cubicBezTo>
                    <a:pt x="64" y="23"/>
                    <a:pt x="52" y="1"/>
                    <a:pt x="37" y="1"/>
                  </a:cubicBezTo>
                  <a:cubicBezTo>
                    <a:pt x="24" y="0"/>
                    <a:pt x="25" y="0"/>
                    <a:pt x="16" y="3"/>
                  </a:cubicBezTo>
                  <a:cubicBezTo>
                    <a:pt x="8" y="7"/>
                    <a:pt x="0" y="19"/>
                    <a:pt x="3" y="2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1" name="Freeform 447">
              <a:extLst>
                <a:ext uri="{FF2B5EF4-FFF2-40B4-BE49-F238E27FC236}">
                  <a16:creationId xmlns:a16="http://schemas.microsoft.com/office/drawing/2014/main" id="{B6E75352-3C72-441D-A93E-41E717001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060"/>
              <a:ext cx="6" cy="27"/>
            </a:xfrm>
            <a:custGeom>
              <a:avLst/>
              <a:gdLst>
                <a:gd name="T0" fmla="*/ 8 w 5"/>
                <a:gd name="T1" fmla="*/ 0 h 20"/>
                <a:gd name="T2" fmla="*/ 6 w 5"/>
                <a:gd name="T3" fmla="*/ 4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2" y="5"/>
                    <a:pt x="0" y="14"/>
                    <a:pt x="3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2" name="Freeform 448">
              <a:extLst>
                <a:ext uri="{FF2B5EF4-FFF2-40B4-BE49-F238E27FC236}">
                  <a16:creationId xmlns:a16="http://schemas.microsoft.com/office/drawing/2014/main" id="{3BD86062-442B-4513-9901-E18292ABA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717"/>
              <a:ext cx="39" cy="39"/>
            </a:xfrm>
            <a:custGeom>
              <a:avLst/>
              <a:gdLst>
                <a:gd name="T0" fmla="*/ 16 w 29"/>
                <a:gd name="T1" fmla="*/ 1 h 29"/>
                <a:gd name="T2" fmla="*/ 0 w 29"/>
                <a:gd name="T3" fmla="*/ 0 h 29"/>
                <a:gd name="T4" fmla="*/ 7 w 29"/>
                <a:gd name="T5" fmla="*/ 54 h 29"/>
                <a:gd name="T6" fmla="*/ 70 w 29"/>
                <a:gd name="T7" fmla="*/ 58 h 29"/>
                <a:gd name="T8" fmla="*/ 70 w 29"/>
                <a:gd name="T9" fmla="*/ 51 h 29"/>
                <a:gd name="T10" fmla="*/ 16 w 29"/>
                <a:gd name="T11" fmla="*/ 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7" y="1"/>
                  </a:moveTo>
                  <a:cubicBezTo>
                    <a:pt x="2" y="0"/>
                    <a:pt x="1" y="1"/>
                    <a:pt x="0" y="0"/>
                  </a:cubicBezTo>
                  <a:cubicBezTo>
                    <a:pt x="2" y="9"/>
                    <a:pt x="0" y="16"/>
                    <a:pt x="3" y="22"/>
                  </a:cubicBezTo>
                  <a:cubicBezTo>
                    <a:pt x="5" y="27"/>
                    <a:pt x="26" y="29"/>
                    <a:pt x="29" y="24"/>
                  </a:cubicBezTo>
                  <a:cubicBezTo>
                    <a:pt x="29" y="24"/>
                    <a:pt x="29" y="22"/>
                    <a:pt x="29" y="21"/>
                  </a:cubicBezTo>
                  <a:cubicBezTo>
                    <a:pt x="20" y="16"/>
                    <a:pt x="12" y="10"/>
                    <a:pt x="7" y="1"/>
                  </a:cubicBez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3" name="Freeform 449">
              <a:extLst>
                <a:ext uri="{FF2B5EF4-FFF2-40B4-BE49-F238E27FC236}">
                  <a16:creationId xmlns:a16="http://schemas.microsoft.com/office/drawing/2014/main" id="{988734FA-43BC-4306-8D6F-1B8CC89D0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491"/>
              <a:ext cx="43" cy="120"/>
            </a:xfrm>
            <a:custGeom>
              <a:avLst/>
              <a:gdLst>
                <a:gd name="T0" fmla="*/ 78 w 32"/>
                <a:gd name="T1" fmla="*/ 63 h 89"/>
                <a:gd name="T2" fmla="*/ 75 w 32"/>
                <a:gd name="T3" fmla="*/ 16 h 89"/>
                <a:gd name="T4" fmla="*/ 1 w 32"/>
                <a:gd name="T5" fmla="*/ 27 h 89"/>
                <a:gd name="T6" fmla="*/ 7 w 32"/>
                <a:gd name="T7" fmla="*/ 119 h 89"/>
                <a:gd name="T8" fmla="*/ 0 w 32"/>
                <a:gd name="T9" fmla="*/ 218 h 89"/>
                <a:gd name="T10" fmla="*/ 0 w 32"/>
                <a:gd name="T11" fmla="*/ 218 h 89"/>
                <a:gd name="T12" fmla="*/ 23 w 32"/>
                <a:gd name="T13" fmla="*/ 198 h 89"/>
                <a:gd name="T14" fmla="*/ 43 w 32"/>
                <a:gd name="T15" fmla="*/ 178 h 89"/>
                <a:gd name="T16" fmla="*/ 73 w 32"/>
                <a:gd name="T17" fmla="*/ 171 h 89"/>
                <a:gd name="T18" fmla="*/ 70 w 32"/>
                <a:gd name="T19" fmla="*/ 147 h 89"/>
                <a:gd name="T20" fmla="*/ 78 w 32"/>
                <a:gd name="T21" fmla="*/ 63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89">
                  <a:moveTo>
                    <a:pt x="32" y="26"/>
                  </a:moveTo>
                  <a:cubicBezTo>
                    <a:pt x="32" y="18"/>
                    <a:pt x="31" y="10"/>
                    <a:pt x="31" y="7"/>
                  </a:cubicBezTo>
                  <a:cubicBezTo>
                    <a:pt x="27" y="1"/>
                    <a:pt x="8" y="0"/>
                    <a:pt x="1" y="11"/>
                  </a:cubicBezTo>
                  <a:cubicBezTo>
                    <a:pt x="3" y="27"/>
                    <a:pt x="3" y="44"/>
                    <a:pt x="3" y="48"/>
                  </a:cubicBezTo>
                  <a:cubicBezTo>
                    <a:pt x="3" y="54"/>
                    <a:pt x="5" y="78"/>
                    <a:pt x="0" y="89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4" y="85"/>
                    <a:pt x="6" y="85"/>
                    <a:pt x="10" y="81"/>
                  </a:cubicBezTo>
                  <a:cubicBezTo>
                    <a:pt x="15" y="77"/>
                    <a:pt x="12" y="75"/>
                    <a:pt x="18" y="73"/>
                  </a:cubicBezTo>
                  <a:cubicBezTo>
                    <a:pt x="23" y="71"/>
                    <a:pt x="24" y="72"/>
                    <a:pt x="30" y="70"/>
                  </a:cubicBezTo>
                  <a:cubicBezTo>
                    <a:pt x="29" y="67"/>
                    <a:pt x="29" y="64"/>
                    <a:pt x="29" y="60"/>
                  </a:cubicBezTo>
                  <a:cubicBezTo>
                    <a:pt x="28" y="50"/>
                    <a:pt x="28" y="37"/>
                    <a:pt x="32" y="26"/>
                  </a:cubicBez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4" name="Freeform 450">
              <a:extLst>
                <a:ext uri="{FF2B5EF4-FFF2-40B4-BE49-F238E27FC236}">
                  <a16:creationId xmlns:a16="http://schemas.microsoft.com/office/drawing/2014/main" id="{125CA23C-C822-4889-9FF7-16B201BFF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572"/>
              <a:ext cx="206" cy="192"/>
            </a:xfrm>
            <a:custGeom>
              <a:avLst/>
              <a:gdLst>
                <a:gd name="T0" fmla="*/ 339 w 153"/>
                <a:gd name="T1" fmla="*/ 141 h 143"/>
                <a:gd name="T2" fmla="*/ 294 w 153"/>
                <a:gd name="T3" fmla="*/ 79 h 143"/>
                <a:gd name="T4" fmla="*/ 273 w 153"/>
                <a:gd name="T5" fmla="*/ 83 h 143"/>
                <a:gd name="T6" fmla="*/ 252 w 153"/>
                <a:gd name="T7" fmla="*/ 79 h 143"/>
                <a:gd name="T8" fmla="*/ 219 w 153"/>
                <a:gd name="T9" fmla="*/ 70 h 143"/>
                <a:gd name="T10" fmla="*/ 195 w 153"/>
                <a:gd name="T11" fmla="*/ 56 h 143"/>
                <a:gd name="T12" fmla="*/ 195 w 153"/>
                <a:gd name="T13" fmla="*/ 35 h 143"/>
                <a:gd name="T14" fmla="*/ 205 w 153"/>
                <a:gd name="T15" fmla="*/ 20 h 143"/>
                <a:gd name="T16" fmla="*/ 205 w 153"/>
                <a:gd name="T17" fmla="*/ 20 h 143"/>
                <a:gd name="T18" fmla="*/ 205 w 153"/>
                <a:gd name="T19" fmla="*/ 15 h 143"/>
                <a:gd name="T20" fmla="*/ 106 w 153"/>
                <a:gd name="T21" fmla="*/ 23 h 143"/>
                <a:gd name="T22" fmla="*/ 104 w 153"/>
                <a:gd name="T23" fmla="*/ 51 h 143"/>
                <a:gd name="T24" fmla="*/ 73 w 153"/>
                <a:gd name="T25" fmla="*/ 101 h 143"/>
                <a:gd name="T26" fmla="*/ 32 w 153"/>
                <a:gd name="T27" fmla="*/ 148 h 143"/>
                <a:gd name="T28" fmla="*/ 12 w 153"/>
                <a:gd name="T29" fmla="*/ 177 h 143"/>
                <a:gd name="T30" fmla="*/ 1 w 153"/>
                <a:gd name="T31" fmla="*/ 218 h 143"/>
                <a:gd name="T32" fmla="*/ 7 w 153"/>
                <a:gd name="T33" fmla="*/ 254 h 143"/>
                <a:gd name="T34" fmla="*/ 9 w 153"/>
                <a:gd name="T35" fmla="*/ 263 h 143"/>
                <a:gd name="T36" fmla="*/ 193 w 153"/>
                <a:gd name="T37" fmla="*/ 338 h 143"/>
                <a:gd name="T38" fmla="*/ 288 w 153"/>
                <a:gd name="T39" fmla="*/ 344 h 143"/>
                <a:gd name="T40" fmla="*/ 330 w 153"/>
                <a:gd name="T41" fmla="*/ 322 h 143"/>
                <a:gd name="T42" fmla="*/ 350 w 153"/>
                <a:gd name="T43" fmla="*/ 299 h 143"/>
                <a:gd name="T44" fmla="*/ 339 w 153"/>
                <a:gd name="T45" fmla="*/ 141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3" h="143">
                  <a:moveTo>
                    <a:pt x="139" y="58"/>
                  </a:moveTo>
                  <a:cubicBezTo>
                    <a:pt x="135" y="48"/>
                    <a:pt x="127" y="41"/>
                    <a:pt x="120" y="33"/>
                  </a:cubicBezTo>
                  <a:cubicBezTo>
                    <a:pt x="119" y="34"/>
                    <a:pt x="115" y="34"/>
                    <a:pt x="112" y="34"/>
                  </a:cubicBezTo>
                  <a:cubicBezTo>
                    <a:pt x="104" y="34"/>
                    <a:pt x="108" y="31"/>
                    <a:pt x="103" y="33"/>
                  </a:cubicBezTo>
                  <a:cubicBezTo>
                    <a:pt x="98" y="36"/>
                    <a:pt x="96" y="32"/>
                    <a:pt x="90" y="29"/>
                  </a:cubicBezTo>
                  <a:cubicBezTo>
                    <a:pt x="83" y="26"/>
                    <a:pt x="84" y="30"/>
                    <a:pt x="80" y="23"/>
                  </a:cubicBezTo>
                  <a:cubicBezTo>
                    <a:pt x="78" y="20"/>
                    <a:pt x="78" y="17"/>
                    <a:pt x="80" y="14"/>
                  </a:cubicBezTo>
                  <a:cubicBezTo>
                    <a:pt x="80" y="12"/>
                    <a:pt x="81" y="11"/>
                    <a:pt x="84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4" y="7"/>
                    <a:pt x="84" y="6"/>
                    <a:pt x="84" y="6"/>
                  </a:cubicBezTo>
                  <a:cubicBezTo>
                    <a:pt x="70" y="0"/>
                    <a:pt x="56" y="3"/>
                    <a:pt x="44" y="10"/>
                  </a:cubicBezTo>
                  <a:cubicBezTo>
                    <a:pt x="45" y="12"/>
                    <a:pt x="44" y="16"/>
                    <a:pt x="42" y="21"/>
                  </a:cubicBezTo>
                  <a:cubicBezTo>
                    <a:pt x="45" y="28"/>
                    <a:pt x="31" y="28"/>
                    <a:pt x="30" y="42"/>
                  </a:cubicBezTo>
                  <a:cubicBezTo>
                    <a:pt x="30" y="48"/>
                    <a:pt x="21" y="62"/>
                    <a:pt x="13" y="61"/>
                  </a:cubicBezTo>
                  <a:cubicBezTo>
                    <a:pt x="14" y="67"/>
                    <a:pt x="12" y="66"/>
                    <a:pt x="5" y="73"/>
                  </a:cubicBezTo>
                  <a:cubicBezTo>
                    <a:pt x="5" y="83"/>
                    <a:pt x="6" y="82"/>
                    <a:pt x="1" y="90"/>
                  </a:cubicBezTo>
                  <a:cubicBezTo>
                    <a:pt x="1" y="96"/>
                    <a:pt x="0" y="103"/>
                    <a:pt x="3" y="105"/>
                  </a:cubicBezTo>
                  <a:cubicBezTo>
                    <a:pt x="5" y="107"/>
                    <a:pt x="5" y="107"/>
                    <a:pt x="4" y="109"/>
                  </a:cubicBezTo>
                  <a:cubicBezTo>
                    <a:pt x="20" y="137"/>
                    <a:pt x="66" y="140"/>
                    <a:pt x="79" y="140"/>
                  </a:cubicBezTo>
                  <a:cubicBezTo>
                    <a:pt x="92" y="140"/>
                    <a:pt x="111" y="143"/>
                    <a:pt x="118" y="142"/>
                  </a:cubicBezTo>
                  <a:cubicBezTo>
                    <a:pt x="125" y="141"/>
                    <a:pt x="130" y="137"/>
                    <a:pt x="135" y="133"/>
                  </a:cubicBezTo>
                  <a:cubicBezTo>
                    <a:pt x="137" y="131"/>
                    <a:pt x="137" y="131"/>
                    <a:pt x="143" y="124"/>
                  </a:cubicBezTo>
                  <a:cubicBezTo>
                    <a:pt x="153" y="109"/>
                    <a:pt x="144" y="70"/>
                    <a:pt x="139" y="58"/>
                  </a:cubicBezTo>
                  <a:close/>
                </a:path>
              </a:pathLst>
            </a:custGeom>
            <a:solidFill>
              <a:srgbClr val="F5D3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5" name="Freeform 451">
              <a:extLst>
                <a:ext uri="{FF2B5EF4-FFF2-40B4-BE49-F238E27FC236}">
                  <a16:creationId xmlns:a16="http://schemas.microsoft.com/office/drawing/2014/main" id="{CAEF24C5-A2D4-42C5-B6A6-E342B4BA4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528"/>
              <a:ext cx="80" cy="63"/>
            </a:xfrm>
            <a:custGeom>
              <a:avLst/>
              <a:gdLst>
                <a:gd name="T0" fmla="*/ 16 w 60"/>
                <a:gd name="T1" fmla="*/ 36 h 47"/>
                <a:gd name="T2" fmla="*/ 16 w 60"/>
                <a:gd name="T3" fmla="*/ 28 h 47"/>
                <a:gd name="T4" fmla="*/ 37 w 60"/>
                <a:gd name="T5" fmla="*/ 0 h 47"/>
                <a:gd name="T6" fmla="*/ 52 w 60"/>
                <a:gd name="T7" fmla="*/ 5 h 47"/>
                <a:gd name="T8" fmla="*/ 69 w 60"/>
                <a:gd name="T9" fmla="*/ 1 h 47"/>
                <a:gd name="T10" fmla="*/ 71 w 60"/>
                <a:gd name="T11" fmla="*/ 1 h 47"/>
                <a:gd name="T12" fmla="*/ 71 w 60"/>
                <a:gd name="T13" fmla="*/ 1 h 47"/>
                <a:gd name="T14" fmla="*/ 87 w 60"/>
                <a:gd name="T15" fmla="*/ 1 h 47"/>
                <a:gd name="T16" fmla="*/ 87 w 60"/>
                <a:gd name="T17" fmla="*/ 1 h 47"/>
                <a:gd name="T18" fmla="*/ 91 w 60"/>
                <a:gd name="T19" fmla="*/ 1 h 47"/>
                <a:gd name="T20" fmla="*/ 91 w 60"/>
                <a:gd name="T21" fmla="*/ 1 h 47"/>
                <a:gd name="T22" fmla="*/ 92 w 60"/>
                <a:gd name="T23" fmla="*/ 1 h 47"/>
                <a:gd name="T24" fmla="*/ 95 w 60"/>
                <a:gd name="T25" fmla="*/ 1 h 47"/>
                <a:gd name="T26" fmla="*/ 97 w 60"/>
                <a:gd name="T27" fmla="*/ 1 h 47"/>
                <a:gd name="T28" fmla="*/ 97 w 60"/>
                <a:gd name="T29" fmla="*/ 1 h 47"/>
                <a:gd name="T30" fmla="*/ 100 w 60"/>
                <a:gd name="T31" fmla="*/ 5 h 47"/>
                <a:gd name="T32" fmla="*/ 101 w 60"/>
                <a:gd name="T33" fmla="*/ 5 h 47"/>
                <a:gd name="T34" fmla="*/ 105 w 60"/>
                <a:gd name="T35" fmla="*/ 5 h 47"/>
                <a:gd name="T36" fmla="*/ 105 w 60"/>
                <a:gd name="T37" fmla="*/ 5 h 47"/>
                <a:gd name="T38" fmla="*/ 107 w 60"/>
                <a:gd name="T39" fmla="*/ 5 h 47"/>
                <a:gd name="T40" fmla="*/ 107 w 60"/>
                <a:gd name="T41" fmla="*/ 5 h 47"/>
                <a:gd name="T42" fmla="*/ 121 w 60"/>
                <a:gd name="T43" fmla="*/ 12 h 47"/>
                <a:gd name="T44" fmla="*/ 137 w 60"/>
                <a:gd name="T45" fmla="*/ 23 h 47"/>
                <a:gd name="T46" fmla="*/ 128 w 60"/>
                <a:gd name="T47" fmla="*/ 68 h 47"/>
                <a:gd name="T48" fmla="*/ 85 w 60"/>
                <a:gd name="T49" fmla="*/ 113 h 47"/>
                <a:gd name="T50" fmla="*/ 0 w 60"/>
                <a:gd name="T51" fmla="*/ 113 h 4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0" h="47">
                  <a:moveTo>
                    <a:pt x="7" y="15"/>
                  </a:moveTo>
                  <a:cubicBezTo>
                    <a:pt x="7" y="14"/>
                    <a:pt x="7" y="13"/>
                    <a:pt x="7" y="12"/>
                  </a:cubicBezTo>
                  <a:cubicBezTo>
                    <a:pt x="8" y="5"/>
                    <a:pt x="12" y="2"/>
                    <a:pt x="16" y="0"/>
                  </a:cubicBezTo>
                  <a:cubicBezTo>
                    <a:pt x="18" y="2"/>
                    <a:pt x="18" y="2"/>
                    <a:pt x="22" y="2"/>
                  </a:cubicBezTo>
                  <a:cubicBezTo>
                    <a:pt x="23" y="2"/>
                    <a:pt x="26" y="1"/>
                    <a:pt x="29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2" y="1"/>
                    <a:pt x="34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8" y="1"/>
                    <a:pt x="38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9" y="1"/>
                    <a:pt x="40" y="1"/>
                    <a:pt x="40" y="1"/>
                  </a:cubicBezTo>
                  <a:cubicBezTo>
                    <a:pt x="40" y="1"/>
                    <a:pt x="40" y="1"/>
                    <a:pt x="41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1"/>
                    <a:pt x="42" y="2"/>
                    <a:pt x="42" y="2"/>
                  </a:cubicBezTo>
                  <a:cubicBezTo>
                    <a:pt x="42" y="2"/>
                    <a:pt x="42" y="2"/>
                    <a:pt x="43" y="2"/>
                  </a:cubicBezTo>
                  <a:cubicBezTo>
                    <a:pt x="43" y="2"/>
                    <a:pt x="43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5" y="2"/>
                    <a:pt x="45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7" y="3"/>
                    <a:pt x="49" y="4"/>
                    <a:pt x="51" y="5"/>
                  </a:cubicBezTo>
                  <a:cubicBezTo>
                    <a:pt x="54" y="6"/>
                    <a:pt x="56" y="8"/>
                    <a:pt x="58" y="10"/>
                  </a:cubicBezTo>
                  <a:cubicBezTo>
                    <a:pt x="60" y="17"/>
                    <a:pt x="60" y="24"/>
                    <a:pt x="54" y="28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0" y="47"/>
                    <a:pt x="0" y="47"/>
                    <a:pt x="0" y="47"/>
                  </a:cubicBezTo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6" name="Freeform 452">
              <a:extLst>
                <a:ext uri="{FF2B5EF4-FFF2-40B4-BE49-F238E27FC236}">
                  <a16:creationId xmlns:a16="http://schemas.microsoft.com/office/drawing/2014/main" id="{309E1A07-516B-40CA-A54B-120D7D215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1580"/>
              <a:ext cx="42" cy="32"/>
            </a:xfrm>
            <a:custGeom>
              <a:avLst/>
              <a:gdLst>
                <a:gd name="T0" fmla="*/ 5 w 31"/>
                <a:gd name="T1" fmla="*/ 1 h 24"/>
                <a:gd name="T2" fmla="*/ 1 w 31"/>
                <a:gd name="T3" fmla="*/ 27 h 24"/>
                <a:gd name="T4" fmla="*/ 20 w 31"/>
                <a:gd name="T5" fmla="*/ 49 h 24"/>
                <a:gd name="T6" fmla="*/ 56 w 31"/>
                <a:gd name="T7" fmla="*/ 55 h 24"/>
                <a:gd name="T8" fmla="*/ 69 w 31"/>
                <a:gd name="T9" fmla="*/ 52 h 24"/>
                <a:gd name="T10" fmla="*/ 69 w 31"/>
                <a:gd name="T11" fmla="*/ 37 h 24"/>
                <a:gd name="T12" fmla="*/ 72 w 31"/>
                <a:gd name="T13" fmla="*/ 16 h 24"/>
                <a:gd name="T14" fmla="*/ 77 w 31"/>
                <a:gd name="T15" fmla="*/ 5 h 24"/>
                <a:gd name="T16" fmla="*/ 50 w 31"/>
                <a:gd name="T17" fmla="*/ 5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4">
                  <a:moveTo>
                    <a:pt x="2" y="1"/>
                  </a:moveTo>
                  <a:cubicBezTo>
                    <a:pt x="0" y="2"/>
                    <a:pt x="1" y="9"/>
                    <a:pt x="1" y="11"/>
                  </a:cubicBezTo>
                  <a:cubicBezTo>
                    <a:pt x="2" y="16"/>
                    <a:pt x="2" y="20"/>
                    <a:pt x="8" y="21"/>
                  </a:cubicBezTo>
                  <a:cubicBezTo>
                    <a:pt x="13" y="22"/>
                    <a:pt x="17" y="24"/>
                    <a:pt x="22" y="23"/>
                  </a:cubicBezTo>
                  <a:cubicBezTo>
                    <a:pt x="23" y="23"/>
                    <a:pt x="27" y="23"/>
                    <a:pt x="28" y="22"/>
                  </a:cubicBezTo>
                  <a:cubicBezTo>
                    <a:pt x="29" y="21"/>
                    <a:pt x="28" y="17"/>
                    <a:pt x="28" y="16"/>
                  </a:cubicBezTo>
                  <a:cubicBezTo>
                    <a:pt x="28" y="13"/>
                    <a:pt x="29" y="10"/>
                    <a:pt x="29" y="7"/>
                  </a:cubicBezTo>
                  <a:cubicBezTo>
                    <a:pt x="30" y="5"/>
                    <a:pt x="31" y="4"/>
                    <a:pt x="31" y="2"/>
                  </a:cubicBezTo>
                  <a:cubicBezTo>
                    <a:pt x="30" y="0"/>
                    <a:pt x="22" y="1"/>
                    <a:pt x="20" y="2"/>
                  </a:cubicBezTo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7" name="Freeform 453">
              <a:extLst>
                <a:ext uri="{FF2B5EF4-FFF2-40B4-BE49-F238E27FC236}">
                  <a16:creationId xmlns:a16="http://schemas.microsoft.com/office/drawing/2014/main" id="{0E7444EE-3350-4900-B3D8-A82884959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596"/>
              <a:ext cx="26" cy="26"/>
            </a:xfrm>
            <a:custGeom>
              <a:avLst/>
              <a:gdLst>
                <a:gd name="T0" fmla="*/ 34 w 19"/>
                <a:gd name="T1" fmla="*/ 0 h 19"/>
                <a:gd name="T2" fmla="*/ 34 w 19"/>
                <a:gd name="T3" fmla="*/ 40 h 19"/>
                <a:gd name="T4" fmla="*/ 0 w 19"/>
                <a:gd name="T5" fmla="*/ 4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3" y="0"/>
                  </a:moveTo>
                  <a:cubicBezTo>
                    <a:pt x="15" y="5"/>
                    <a:pt x="19" y="12"/>
                    <a:pt x="13" y="15"/>
                  </a:cubicBezTo>
                  <a:cubicBezTo>
                    <a:pt x="10" y="16"/>
                    <a:pt x="2" y="19"/>
                    <a:pt x="0" y="15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8" name="Freeform 454">
              <a:extLst>
                <a:ext uri="{FF2B5EF4-FFF2-40B4-BE49-F238E27FC236}">
                  <a16:creationId xmlns:a16="http://schemas.microsoft.com/office/drawing/2014/main" id="{E59E65B5-3150-431C-898C-6902BB327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558"/>
              <a:ext cx="63" cy="62"/>
            </a:xfrm>
            <a:custGeom>
              <a:avLst/>
              <a:gdLst>
                <a:gd name="T0" fmla="*/ 62 w 47"/>
                <a:gd name="T1" fmla="*/ 12 h 46"/>
                <a:gd name="T2" fmla="*/ 42 w 47"/>
                <a:gd name="T3" fmla="*/ 12 h 46"/>
                <a:gd name="T4" fmla="*/ 28 w 47"/>
                <a:gd name="T5" fmla="*/ 24 h 46"/>
                <a:gd name="T6" fmla="*/ 16 w 47"/>
                <a:gd name="T7" fmla="*/ 43 h 46"/>
                <a:gd name="T8" fmla="*/ 7 w 47"/>
                <a:gd name="T9" fmla="*/ 80 h 46"/>
                <a:gd name="T10" fmla="*/ 31 w 47"/>
                <a:gd name="T11" fmla="*/ 96 h 46"/>
                <a:gd name="T12" fmla="*/ 63 w 47"/>
                <a:gd name="T13" fmla="*/ 105 h 46"/>
                <a:gd name="T14" fmla="*/ 84 w 47"/>
                <a:gd name="T15" fmla="*/ 108 h 46"/>
                <a:gd name="T16" fmla="*/ 107 w 47"/>
                <a:gd name="T17" fmla="*/ 96 h 46"/>
                <a:gd name="T18" fmla="*/ 97 w 47"/>
                <a:gd name="T19" fmla="*/ 77 h 46"/>
                <a:gd name="T20" fmla="*/ 62 w 47"/>
                <a:gd name="T21" fmla="*/ 12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6">
                  <a:moveTo>
                    <a:pt x="25" y="5"/>
                  </a:moveTo>
                  <a:cubicBezTo>
                    <a:pt x="22" y="0"/>
                    <a:pt x="19" y="4"/>
                    <a:pt x="17" y="5"/>
                  </a:cubicBezTo>
                  <a:cubicBezTo>
                    <a:pt x="12" y="8"/>
                    <a:pt x="13" y="8"/>
                    <a:pt x="12" y="10"/>
                  </a:cubicBezTo>
                  <a:cubicBezTo>
                    <a:pt x="10" y="12"/>
                    <a:pt x="7" y="14"/>
                    <a:pt x="7" y="18"/>
                  </a:cubicBezTo>
                  <a:cubicBezTo>
                    <a:pt x="2" y="24"/>
                    <a:pt x="0" y="28"/>
                    <a:pt x="3" y="33"/>
                  </a:cubicBezTo>
                  <a:cubicBezTo>
                    <a:pt x="7" y="40"/>
                    <a:pt x="6" y="36"/>
                    <a:pt x="13" y="39"/>
                  </a:cubicBezTo>
                  <a:cubicBezTo>
                    <a:pt x="19" y="42"/>
                    <a:pt x="21" y="46"/>
                    <a:pt x="26" y="43"/>
                  </a:cubicBezTo>
                  <a:cubicBezTo>
                    <a:pt x="31" y="41"/>
                    <a:pt x="27" y="44"/>
                    <a:pt x="35" y="44"/>
                  </a:cubicBezTo>
                  <a:cubicBezTo>
                    <a:pt x="42" y="43"/>
                    <a:pt x="47" y="44"/>
                    <a:pt x="45" y="39"/>
                  </a:cubicBezTo>
                  <a:cubicBezTo>
                    <a:pt x="44" y="34"/>
                    <a:pt x="44" y="33"/>
                    <a:pt x="40" y="31"/>
                  </a:cubicBezTo>
                  <a:cubicBezTo>
                    <a:pt x="36" y="28"/>
                    <a:pt x="35" y="8"/>
                    <a:pt x="25" y="5"/>
                  </a:cubicBezTo>
                  <a:close/>
                </a:path>
              </a:pathLst>
            </a:custGeom>
            <a:solidFill>
              <a:srgbClr val="EFB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9" name="Freeform 455">
              <a:extLst>
                <a:ext uri="{FF2B5EF4-FFF2-40B4-BE49-F238E27FC236}">
                  <a16:creationId xmlns:a16="http://schemas.microsoft.com/office/drawing/2014/main" id="{25FEB35B-B715-4016-9C98-7281F067C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571"/>
              <a:ext cx="33" cy="30"/>
            </a:xfrm>
            <a:custGeom>
              <a:avLst/>
              <a:gdLst>
                <a:gd name="T0" fmla="*/ 54 w 24"/>
                <a:gd name="T1" fmla="*/ 0 h 23"/>
                <a:gd name="T2" fmla="*/ 41 w 24"/>
                <a:gd name="T3" fmla="*/ 51 h 23"/>
                <a:gd name="T4" fmla="*/ 61 w 24"/>
                <a:gd name="T5" fmla="*/ 22 h 23"/>
                <a:gd name="T6" fmla="*/ 62 w 24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3">
                  <a:moveTo>
                    <a:pt x="20" y="0"/>
                  </a:moveTo>
                  <a:cubicBezTo>
                    <a:pt x="15" y="5"/>
                    <a:pt x="0" y="22"/>
                    <a:pt x="16" y="23"/>
                  </a:cubicBezTo>
                  <a:cubicBezTo>
                    <a:pt x="13" y="17"/>
                    <a:pt x="17" y="10"/>
                    <a:pt x="23" y="10"/>
                  </a:cubicBezTo>
                  <a:cubicBezTo>
                    <a:pt x="21" y="8"/>
                    <a:pt x="19" y="1"/>
                    <a:pt x="24" y="0"/>
                  </a:cubicBezTo>
                </a:path>
              </a:pathLst>
            </a:custGeom>
            <a:solidFill>
              <a:srgbClr val="F5D3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0" name="Freeform 456">
              <a:extLst>
                <a:ext uri="{FF2B5EF4-FFF2-40B4-BE49-F238E27FC236}">
                  <a16:creationId xmlns:a16="http://schemas.microsoft.com/office/drawing/2014/main" id="{09EB604A-5A71-4385-A51B-F178B7421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491"/>
              <a:ext cx="43" cy="120"/>
            </a:xfrm>
            <a:custGeom>
              <a:avLst/>
              <a:gdLst>
                <a:gd name="T0" fmla="*/ 78 w 32"/>
                <a:gd name="T1" fmla="*/ 63 h 89"/>
                <a:gd name="T2" fmla="*/ 75 w 32"/>
                <a:gd name="T3" fmla="*/ 16 h 89"/>
                <a:gd name="T4" fmla="*/ 1 w 32"/>
                <a:gd name="T5" fmla="*/ 27 h 89"/>
                <a:gd name="T6" fmla="*/ 7 w 32"/>
                <a:gd name="T7" fmla="*/ 119 h 89"/>
                <a:gd name="T8" fmla="*/ 0 w 32"/>
                <a:gd name="T9" fmla="*/ 218 h 89"/>
                <a:gd name="T10" fmla="*/ 0 w 32"/>
                <a:gd name="T11" fmla="*/ 218 h 89"/>
                <a:gd name="T12" fmla="*/ 23 w 32"/>
                <a:gd name="T13" fmla="*/ 198 h 89"/>
                <a:gd name="T14" fmla="*/ 43 w 32"/>
                <a:gd name="T15" fmla="*/ 178 h 89"/>
                <a:gd name="T16" fmla="*/ 73 w 32"/>
                <a:gd name="T17" fmla="*/ 171 h 89"/>
                <a:gd name="T18" fmla="*/ 70 w 32"/>
                <a:gd name="T19" fmla="*/ 147 h 89"/>
                <a:gd name="T20" fmla="*/ 78 w 32"/>
                <a:gd name="T21" fmla="*/ 63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89">
                  <a:moveTo>
                    <a:pt x="32" y="26"/>
                  </a:moveTo>
                  <a:cubicBezTo>
                    <a:pt x="32" y="18"/>
                    <a:pt x="31" y="10"/>
                    <a:pt x="31" y="7"/>
                  </a:cubicBezTo>
                  <a:cubicBezTo>
                    <a:pt x="27" y="1"/>
                    <a:pt x="8" y="0"/>
                    <a:pt x="1" y="11"/>
                  </a:cubicBezTo>
                  <a:cubicBezTo>
                    <a:pt x="3" y="27"/>
                    <a:pt x="3" y="44"/>
                    <a:pt x="3" y="48"/>
                  </a:cubicBezTo>
                  <a:cubicBezTo>
                    <a:pt x="3" y="54"/>
                    <a:pt x="5" y="78"/>
                    <a:pt x="0" y="89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4" y="85"/>
                    <a:pt x="6" y="85"/>
                    <a:pt x="10" y="81"/>
                  </a:cubicBezTo>
                  <a:cubicBezTo>
                    <a:pt x="15" y="77"/>
                    <a:pt x="12" y="75"/>
                    <a:pt x="18" y="73"/>
                  </a:cubicBezTo>
                  <a:cubicBezTo>
                    <a:pt x="23" y="71"/>
                    <a:pt x="24" y="72"/>
                    <a:pt x="30" y="70"/>
                  </a:cubicBezTo>
                  <a:cubicBezTo>
                    <a:pt x="29" y="67"/>
                    <a:pt x="29" y="64"/>
                    <a:pt x="29" y="60"/>
                  </a:cubicBezTo>
                  <a:cubicBezTo>
                    <a:pt x="28" y="50"/>
                    <a:pt x="28" y="37"/>
                    <a:pt x="32" y="2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1" name="Freeform 457">
              <a:extLst>
                <a:ext uri="{FF2B5EF4-FFF2-40B4-BE49-F238E27FC236}">
                  <a16:creationId xmlns:a16="http://schemas.microsoft.com/office/drawing/2014/main" id="{9205741F-DB9B-4F00-BECB-E8952B409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717"/>
              <a:ext cx="39" cy="39"/>
            </a:xfrm>
            <a:custGeom>
              <a:avLst/>
              <a:gdLst>
                <a:gd name="T0" fmla="*/ 16 w 29"/>
                <a:gd name="T1" fmla="*/ 1 h 29"/>
                <a:gd name="T2" fmla="*/ 0 w 29"/>
                <a:gd name="T3" fmla="*/ 0 h 29"/>
                <a:gd name="T4" fmla="*/ 7 w 29"/>
                <a:gd name="T5" fmla="*/ 54 h 29"/>
                <a:gd name="T6" fmla="*/ 70 w 29"/>
                <a:gd name="T7" fmla="*/ 58 h 29"/>
                <a:gd name="T8" fmla="*/ 70 w 29"/>
                <a:gd name="T9" fmla="*/ 51 h 29"/>
                <a:gd name="T10" fmla="*/ 16 w 29"/>
                <a:gd name="T11" fmla="*/ 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7" y="1"/>
                  </a:moveTo>
                  <a:cubicBezTo>
                    <a:pt x="2" y="0"/>
                    <a:pt x="1" y="1"/>
                    <a:pt x="0" y="0"/>
                  </a:cubicBezTo>
                  <a:cubicBezTo>
                    <a:pt x="2" y="9"/>
                    <a:pt x="0" y="16"/>
                    <a:pt x="3" y="22"/>
                  </a:cubicBezTo>
                  <a:cubicBezTo>
                    <a:pt x="5" y="27"/>
                    <a:pt x="26" y="29"/>
                    <a:pt x="29" y="24"/>
                  </a:cubicBezTo>
                  <a:cubicBezTo>
                    <a:pt x="29" y="24"/>
                    <a:pt x="29" y="22"/>
                    <a:pt x="29" y="21"/>
                  </a:cubicBezTo>
                  <a:cubicBezTo>
                    <a:pt x="20" y="16"/>
                    <a:pt x="12" y="10"/>
                    <a:pt x="7" y="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2" name="Freeform 458">
              <a:extLst>
                <a:ext uri="{FF2B5EF4-FFF2-40B4-BE49-F238E27FC236}">
                  <a16:creationId xmlns:a16="http://schemas.microsoft.com/office/drawing/2014/main" id="{7FD7BB7C-75CF-4A22-B28B-1E29DF75C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529"/>
              <a:ext cx="53" cy="36"/>
            </a:xfrm>
            <a:custGeom>
              <a:avLst/>
              <a:gdLst>
                <a:gd name="T0" fmla="*/ 0 w 40"/>
                <a:gd name="T1" fmla="*/ 1 h 27"/>
                <a:gd name="T2" fmla="*/ 5 w 40"/>
                <a:gd name="T3" fmla="*/ 1 h 27"/>
                <a:gd name="T4" fmla="*/ 21 w 40"/>
                <a:gd name="T5" fmla="*/ 0 h 27"/>
                <a:gd name="T6" fmla="*/ 23 w 40"/>
                <a:gd name="T7" fmla="*/ 0 h 27"/>
                <a:gd name="T8" fmla="*/ 23 w 40"/>
                <a:gd name="T9" fmla="*/ 0 h 27"/>
                <a:gd name="T10" fmla="*/ 40 w 40"/>
                <a:gd name="T11" fmla="*/ 0 h 27"/>
                <a:gd name="T12" fmla="*/ 40 w 40"/>
                <a:gd name="T13" fmla="*/ 0 h 27"/>
                <a:gd name="T14" fmla="*/ 42 w 40"/>
                <a:gd name="T15" fmla="*/ 0 h 27"/>
                <a:gd name="T16" fmla="*/ 42 w 40"/>
                <a:gd name="T17" fmla="*/ 0 h 27"/>
                <a:gd name="T18" fmla="*/ 44 w 40"/>
                <a:gd name="T19" fmla="*/ 0 h 27"/>
                <a:gd name="T20" fmla="*/ 48 w 40"/>
                <a:gd name="T21" fmla="*/ 0 h 27"/>
                <a:gd name="T22" fmla="*/ 49 w 40"/>
                <a:gd name="T23" fmla="*/ 0 h 27"/>
                <a:gd name="T24" fmla="*/ 49 w 40"/>
                <a:gd name="T25" fmla="*/ 0 h 27"/>
                <a:gd name="T26" fmla="*/ 50 w 40"/>
                <a:gd name="T27" fmla="*/ 1 h 27"/>
                <a:gd name="T28" fmla="*/ 53 w 40"/>
                <a:gd name="T29" fmla="*/ 1 h 27"/>
                <a:gd name="T30" fmla="*/ 56 w 40"/>
                <a:gd name="T31" fmla="*/ 1 h 27"/>
                <a:gd name="T32" fmla="*/ 56 w 40"/>
                <a:gd name="T33" fmla="*/ 1 h 27"/>
                <a:gd name="T34" fmla="*/ 58 w 40"/>
                <a:gd name="T35" fmla="*/ 1 h 27"/>
                <a:gd name="T36" fmla="*/ 58 w 40"/>
                <a:gd name="T37" fmla="*/ 1 h 27"/>
                <a:gd name="T38" fmla="*/ 72 w 40"/>
                <a:gd name="T39" fmla="*/ 9 h 27"/>
                <a:gd name="T40" fmla="*/ 87 w 40"/>
                <a:gd name="T41" fmla="*/ 21 h 27"/>
                <a:gd name="T42" fmla="*/ 80 w 40"/>
                <a:gd name="T43" fmla="*/ 64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0" h="27">
                  <a:moveTo>
                    <a:pt x="0" y="1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6" y="0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20" y="0"/>
                    <a:pt x="20" y="0"/>
                  </a:cubicBezTo>
                  <a:cubicBezTo>
                    <a:pt x="20" y="0"/>
                    <a:pt x="20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2" y="1"/>
                    <a:pt x="22" y="1"/>
                  </a:cubicBezTo>
                  <a:cubicBezTo>
                    <a:pt x="22" y="1"/>
                    <a:pt x="22" y="1"/>
                    <a:pt x="23" y="1"/>
                  </a:cubicBezTo>
                  <a:cubicBezTo>
                    <a:pt x="23" y="1"/>
                    <a:pt x="23" y="1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5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7" y="2"/>
                    <a:pt x="29" y="3"/>
                    <a:pt x="31" y="4"/>
                  </a:cubicBezTo>
                  <a:cubicBezTo>
                    <a:pt x="34" y="5"/>
                    <a:pt x="36" y="7"/>
                    <a:pt x="38" y="9"/>
                  </a:cubicBezTo>
                  <a:cubicBezTo>
                    <a:pt x="40" y="16"/>
                    <a:pt x="40" y="23"/>
                    <a:pt x="34" y="2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3" name="Freeform 459">
              <a:extLst>
                <a:ext uri="{FF2B5EF4-FFF2-40B4-BE49-F238E27FC236}">
                  <a16:creationId xmlns:a16="http://schemas.microsoft.com/office/drawing/2014/main" id="{3F5B00BF-D117-435C-9C8A-EB43AD3BA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580"/>
              <a:ext cx="206" cy="184"/>
            </a:xfrm>
            <a:custGeom>
              <a:avLst/>
              <a:gdLst>
                <a:gd name="T0" fmla="*/ 106 w 153"/>
                <a:gd name="T1" fmla="*/ 9 h 137"/>
                <a:gd name="T2" fmla="*/ 104 w 153"/>
                <a:gd name="T3" fmla="*/ 36 h 137"/>
                <a:gd name="T4" fmla="*/ 73 w 153"/>
                <a:gd name="T5" fmla="*/ 86 h 137"/>
                <a:gd name="T6" fmla="*/ 32 w 153"/>
                <a:gd name="T7" fmla="*/ 133 h 137"/>
                <a:gd name="T8" fmla="*/ 12 w 153"/>
                <a:gd name="T9" fmla="*/ 163 h 137"/>
                <a:gd name="T10" fmla="*/ 1 w 153"/>
                <a:gd name="T11" fmla="*/ 204 h 137"/>
                <a:gd name="T12" fmla="*/ 7 w 153"/>
                <a:gd name="T13" fmla="*/ 240 h 137"/>
                <a:gd name="T14" fmla="*/ 9 w 153"/>
                <a:gd name="T15" fmla="*/ 248 h 137"/>
                <a:gd name="T16" fmla="*/ 193 w 153"/>
                <a:gd name="T17" fmla="*/ 325 h 137"/>
                <a:gd name="T18" fmla="*/ 288 w 153"/>
                <a:gd name="T19" fmla="*/ 330 h 137"/>
                <a:gd name="T20" fmla="*/ 330 w 153"/>
                <a:gd name="T21" fmla="*/ 309 h 137"/>
                <a:gd name="T22" fmla="*/ 350 w 153"/>
                <a:gd name="T23" fmla="*/ 285 h 137"/>
                <a:gd name="T24" fmla="*/ 339 w 153"/>
                <a:gd name="T25" fmla="*/ 126 h 137"/>
                <a:gd name="T26" fmla="*/ 294 w 153"/>
                <a:gd name="T27" fmla="*/ 64 h 137"/>
                <a:gd name="T28" fmla="*/ 273 w 153"/>
                <a:gd name="T29" fmla="*/ 68 h 137"/>
                <a:gd name="T30" fmla="*/ 252 w 153"/>
                <a:gd name="T31" fmla="*/ 64 h 137"/>
                <a:gd name="T32" fmla="*/ 219 w 153"/>
                <a:gd name="T33" fmla="*/ 56 h 137"/>
                <a:gd name="T34" fmla="*/ 195 w 153"/>
                <a:gd name="T35" fmla="*/ 42 h 137"/>
                <a:gd name="T36" fmla="*/ 195 w 153"/>
                <a:gd name="T37" fmla="*/ 20 h 137"/>
                <a:gd name="T38" fmla="*/ 205 w 153"/>
                <a:gd name="T39" fmla="*/ 5 h 137"/>
                <a:gd name="T40" fmla="*/ 205 w 153"/>
                <a:gd name="T41" fmla="*/ 5 h 137"/>
                <a:gd name="T42" fmla="*/ 205 w 153"/>
                <a:gd name="T43" fmla="*/ 0 h 13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3" h="137">
                  <a:moveTo>
                    <a:pt x="44" y="4"/>
                  </a:moveTo>
                  <a:cubicBezTo>
                    <a:pt x="45" y="6"/>
                    <a:pt x="44" y="10"/>
                    <a:pt x="42" y="15"/>
                  </a:cubicBezTo>
                  <a:cubicBezTo>
                    <a:pt x="45" y="22"/>
                    <a:pt x="31" y="22"/>
                    <a:pt x="30" y="36"/>
                  </a:cubicBezTo>
                  <a:cubicBezTo>
                    <a:pt x="30" y="42"/>
                    <a:pt x="21" y="56"/>
                    <a:pt x="13" y="55"/>
                  </a:cubicBezTo>
                  <a:cubicBezTo>
                    <a:pt x="14" y="61"/>
                    <a:pt x="12" y="60"/>
                    <a:pt x="5" y="67"/>
                  </a:cubicBezTo>
                  <a:cubicBezTo>
                    <a:pt x="5" y="77"/>
                    <a:pt x="6" y="76"/>
                    <a:pt x="1" y="84"/>
                  </a:cubicBezTo>
                  <a:cubicBezTo>
                    <a:pt x="1" y="90"/>
                    <a:pt x="0" y="97"/>
                    <a:pt x="3" y="99"/>
                  </a:cubicBezTo>
                  <a:cubicBezTo>
                    <a:pt x="5" y="101"/>
                    <a:pt x="5" y="101"/>
                    <a:pt x="4" y="103"/>
                  </a:cubicBezTo>
                  <a:cubicBezTo>
                    <a:pt x="20" y="131"/>
                    <a:pt x="66" y="134"/>
                    <a:pt x="79" y="134"/>
                  </a:cubicBezTo>
                  <a:cubicBezTo>
                    <a:pt x="92" y="134"/>
                    <a:pt x="111" y="137"/>
                    <a:pt x="118" y="136"/>
                  </a:cubicBezTo>
                  <a:cubicBezTo>
                    <a:pt x="125" y="135"/>
                    <a:pt x="130" y="131"/>
                    <a:pt x="135" y="127"/>
                  </a:cubicBezTo>
                  <a:cubicBezTo>
                    <a:pt x="137" y="125"/>
                    <a:pt x="137" y="125"/>
                    <a:pt x="143" y="118"/>
                  </a:cubicBezTo>
                  <a:cubicBezTo>
                    <a:pt x="153" y="103"/>
                    <a:pt x="144" y="64"/>
                    <a:pt x="139" y="52"/>
                  </a:cubicBezTo>
                  <a:cubicBezTo>
                    <a:pt x="135" y="42"/>
                    <a:pt x="127" y="35"/>
                    <a:pt x="120" y="27"/>
                  </a:cubicBezTo>
                  <a:cubicBezTo>
                    <a:pt x="119" y="28"/>
                    <a:pt x="115" y="28"/>
                    <a:pt x="112" y="28"/>
                  </a:cubicBezTo>
                  <a:cubicBezTo>
                    <a:pt x="104" y="28"/>
                    <a:pt x="108" y="25"/>
                    <a:pt x="103" y="27"/>
                  </a:cubicBezTo>
                  <a:cubicBezTo>
                    <a:pt x="98" y="30"/>
                    <a:pt x="96" y="26"/>
                    <a:pt x="90" y="23"/>
                  </a:cubicBezTo>
                  <a:cubicBezTo>
                    <a:pt x="83" y="20"/>
                    <a:pt x="84" y="24"/>
                    <a:pt x="80" y="17"/>
                  </a:cubicBezTo>
                  <a:cubicBezTo>
                    <a:pt x="78" y="14"/>
                    <a:pt x="78" y="11"/>
                    <a:pt x="80" y="8"/>
                  </a:cubicBezTo>
                  <a:cubicBezTo>
                    <a:pt x="80" y="6"/>
                    <a:pt x="81" y="5"/>
                    <a:pt x="84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4" y="1"/>
                    <a:pt x="84" y="0"/>
                    <a:pt x="84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4" name="Freeform 460">
              <a:extLst>
                <a:ext uri="{FF2B5EF4-FFF2-40B4-BE49-F238E27FC236}">
                  <a16:creationId xmlns:a16="http://schemas.microsoft.com/office/drawing/2014/main" id="{1204E7D9-EADB-4B6A-887B-080D2829E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618"/>
              <a:ext cx="105" cy="103"/>
            </a:xfrm>
            <a:custGeom>
              <a:avLst/>
              <a:gdLst>
                <a:gd name="T0" fmla="*/ 77 w 78"/>
                <a:gd name="T1" fmla="*/ 16 h 77"/>
                <a:gd name="T2" fmla="*/ 24 w 78"/>
                <a:gd name="T3" fmla="*/ 94 h 77"/>
                <a:gd name="T4" fmla="*/ 27 w 78"/>
                <a:gd name="T5" fmla="*/ 185 h 77"/>
                <a:gd name="T6" fmla="*/ 71 w 78"/>
                <a:gd name="T7" fmla="*/ 80 h 77"/>
                <a:gd name="T8" fmla="*/ 190 w 78"/>
                <a:gd name="T9" fmla="*/ 31 h 77"/>
                <a:gd name="T10" fmla="*/ 83 w 78"/>
                <a:gd name="T11" fmla="*/ 9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77">
                  <a:moveTo>
                    <a:pt x="31" y="7"/>
                  </a:moveTo>
                  <a:cubicBezTo>
                    <a:pt x="33" y="21"/>
                    <a:pt x="15" y="28"/>
                    <a:pt x="10" y="39"/>
                  </a:cubicBezTo>
                  <a:cubicBezTo>
                    <a:pt x="4" y="52"/>
                    <a:pt x="0" y="64"/>
                    <a:pt x="11" y="77"/>
                  </a:cubicBezTo>
                  <a:cubicBezTo>
                    <a:pt x="4" y="64"/>
                    <a:pt x="23" y="43"/>
                    <a:pt x="29" y="34"/>
                  </a:cubicBezTo>
                  <a:cubicBezTo>
                    <a:pt x="39" y="20"/>
                    <a:pt x="60" y="9"/>
                    <a:pt x="78" y="13"/>
                  </a:cubicBezTo>
                  <a:cubicBezTo>
                    <a:pt x="66" y="2"/>
                    <a:pt x="51" y="0"/>
                    <a:pt x="34" y="4"/>
                  </a:cubicBezTo>
                </a:path>
              </a:pathLst>
            </a:custGeom>
            <a:solidFill>
              <a:srgbClr val="FC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5" name="Freeform 461">
              <a:extLst>
                <a:ext uri="{FF2B5EF4-FFF2-40B4-BE49-F238E27FC236}">
                  <a16:creationId xmlns:a16="http://schemas.microsoft.com/office/drawing/2014/main" id="{8F432D8D-B3EE-41C3-A7DB-632B5E04A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1659"/>
              <a:ext cx="128" cy="101"/>
            </a:xfrm>
            <a:custGeom>
              <a:avLst/>
              <a:gdLst>
                <a:gd name="T0" fmla="*/ 0 w 95"/>
                <a:gd name="T1" fmla="*/ 162 h 75"/>
                <a:gd name="T2" fmla="*/ 113 w 95"/>
                <a:gd name="T3" fmla="*/ 176 h 75"/>
                <a:gd name="T4" fmla="*/ 178 w 95"/>
                <a:gd name="T5" fmla="*/ 171 h 75"/>
                <a:gd name="T6" fmla="*/ 225 w 95"/>
                <a:gd name="T7" fmla="*/ 127 h 75"/>
                <a:gd name="T8" fmla="*/ 210 w 95"/>
                <a:gd name="T9" fmla="*/ 0 h 75"/>
                <a:gd name="T10" fmla="*/ 193 w 95"/>
                <a:gd name="T11" fmla="*/ 120 h 75"/>
                <a:gd name="T12" fmla="*/ 0 w 95"/>
                <a:gd name="T13" fmla="*/ 16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75">
                  <a:moveTo>
                    <a:pt x="0" y="66"/>
                  </a:moveTo>
                  <a:cubicBezTo>
                    <a:pt x="15" y="69"/>
                    <a:pt x="34" y="69"/>
                    <a:pt x="46" y="72"/>
                  </a:cubicBezTo>
                  <a:cubicBezTo>
                    <a:pt x="58" y="74"/>
                    <a:pt x="64" y="75"/>
                    <a:pt x="73" y="70"/>
                  </a:cubicBezTo>
                  <a:cubicBezTo>
                    <a:pt x="82" y="65"/>
                    <a:pt x="89" y="59"/>
                    <a:pt x="92" y="52"/>
                  </a:cubicBezTo>
                  <a:cubicBezTo>
                    <a:pt x="95" y="45"/>
                    <a:pt x="94" y="12"/>
                    <a:pt x="86" y="0"/>
                  </a:cubicBezTo>
                  <a:cubicBezTo>
                    <a:pt x="88" y="13"/>
                    <a:pt x="92" y="33"/>
                    <a:pt x="79" y="49"/>
                  </a:cubicBezTo>
                  <a:cubicBezTo>
                    <a:pt x="66" y="66"/>
                    <a:pt x="16" y="73"/>
                    <a:pt x="0" y="66"/>
                  </a:cubicBezTo>
                  <a:close/>
                </a:path>
              </a:pathLst>
            </a:custGeom>
            <a:solidFill>
              <a:srgbClr val="EFB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6" name="Freeform 462">
              <a:extLst>
                <a:ext uri="{FF2B5EF4-FFF2-40B4-BE49-F238E27FC236}">
                  <a16:creationId xmlns:a16="http://schemas.microsoft.com/office/drawing/2014/main" id="{6A2AEA75-CEDA-409F-B871-75D3E50EB0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39" y="1614"/>
              <a:ext cx="198" cy="150"/>
            </a:xfrm>
            <a:custGeom>
              <a:avLst/>
              <a:gdLst>
                <a:gd name="T0" fmla="*/ 85 w 147"/>
                <a:gd name="T1" fmla="*/ 197 h 112"/>
                <a:gd name="T2" fmla="*/ 62 w 147"/>
                <a:gd name="T3" fmla="*/ 169 h 112"/>
                <a:gd name="T4" fmla="*/ 36 w 147"/>
                <a:gd name="T5" fmla="*/ 129 h 112"/>
                <a:gd name="T6" fmla="*/ 47 w 147"/>
                <a:gd name="T7" fmla="*/ 99 h 112"/>
                <a:gd name="T8" fmla="*/ 62 w 147"/>
                <a:gd name="T9" fmla="*/ 64 h 112"/>
                <a:gd name="T10" fmla="*/ 77 w 147"/>
                <a:gd name="T11" fmla="*/ 86 h 112"/>
                <a:gd name="T12" fmla="*/ 79 w 147"/>
                <a:gd name="T13" fmla="*/ 118 h 112"/>
                <a:gd name="T14" fmla="*/ 132 w 147"/>
                <a:gd name="T15" fmla="*/ 150 h 112"/>
                <a:gd name="T16" fmla="*/ 85 w 147"/>
                <a:gd name="T17" fmla="*/ 104 h 112"/>
                <a:gd name="T18" fmla="*/ 78 w 147"/>
                <a:gd name="T19" fmla="*/ 78 h 112"/>
                <a:gd name="T20" fmla="*/ 90 w 147"/>
                <a:gd name="T21" fmla="*/ 0 h 112"/>
                <a:gd name="T22" fmla="*/ 63 w 147"/>
                <a:gd name="T23" fmla="*/ 48 h 112"/>
                <a:gd name="T24" fmla="*/ 48 w 147"/>
                <a:gd name="T25" fmla="*/ 84 h 112"/>
                <a:gd name="T26" fmla="*/ 30 w 147"/>
                <a:gd name="T27" fmla="*/ 121 h 112"/>
                <a:gd name="T28" fmla="*/ 16 w 147"/>
                <a:gd name="T29" fmla="*/ 150 h 112"/>
                <a:gd name="T30" fmla="*/ 15 w 147"/>
                <a:gd name="T31" fmla="*/ 165 h 112"/>
                <a:gd name="T32" fmla="*/ 32 w 147"/>
                <a:gd name="T33" fmla="*/ 224 h 112"/>
                <a:gd name="T34" fmla="*/ 30 w 147"/>
                <a:gd name="T35" fmla="*/ 143 h 112"/>
                <a:gd name="T36" fmla="*/ 47 w 147"/>
                <a:gd name="T37" fmla="*/ 162 h 112"/>
                <a:gd name="T38" fmla="*/ 62 w 147"/>
                <a:gd name="T39" fmla="*/ 192 h 112"/>
                <a:gd name="T40" fmla="*/ 106 w 147"/>
                <a:gd name="T41" fmla="*/ 218 h 112"/>
                <a:gd name="T42" fmla="*/ 114 w 147"/>
                <a:gd name="T43" fmla="*/ 213 h 112"/>
                <a:gd name="T44" fmla="*/ 325 w 147"/>
                <a:gd name="T45" fmla="*/ 143 h 112"/>
                <a:gd name="T46" fmla="*/ 315 w 147"/>
                <a:gd name="T47" fmla="*/ 111 h 112"/>
                <a:gd name="T48" fmla="*/ 279 w 147"/>
                <a:gd name="T49" fmla="*/ 23 h 112"/>
                <a:gd name="T50" fmla="*/ 310 w 147"/>
                <a:gd name="T51" fmla="*/ 27 h 112"/>
                <a:gd name="T52" fmla="*/ 287 w 147"/>
                <a:gd name="T53" fmla="*/ 15 h 112"/>
                <a:gd name="T54" fmla="*/ 240 w 147"/>
                <a:gd name="T55" fmla="*/ 9 h 112"/>
                <a:gd name="T56" fmla="*/ 298 w 147"/>
                <a:gd name="T57" fmla="*/ 90 h 112"/>
                <a:gd name="T58" fmla="*/ 288 w 147"/>
                <a:gd name="T59" fmla="*/ 139 h 112"/>
                <a:gd name="T60" fmla="*/ 261 w 147"/>
                <a:gd name="T61" fmla="*/ 183 h 112"/>
                <a:gd name="T62" fmla="*/ 294 w 147"/>
                <a:gd name="T63" fmla="*/ 150 h 112"/>
                <a:gd name="T64" fmla="*/ 308 w 147"/>
                <a:gd name="T65" fmla="*/ 121 h 112"/>
                <a:gd name="T66" fmla="*/ 319 w 147"/>
                <a:gd name="T67" fmla="*/ 173 h 112"/>
                <a:gd name="T68" fmla="*/ 283 w 147"/>
                <a:gd name="T69" fmla="*/ 232 h 112"/>
                <a:gd name="T70" fmla="*/ 249 w 147"/>
                <a:gd name="T71" fmla="*/ 240 h 112"/>
                <a:gd name="T72" fmla="*/ 198 w 147"/>
                <a:gd name="T73" fmla="*/ 233 h 112"/>
                <a:gd name="T74" fmla="*/ 230 w 147"/>
                <a:gd name="T75" fmla="*/ 238 h 112"/>
                <a:gd name="T76" fmla="*/ 276 w 147"/>
                <a:gd name="T77" fmla="*/ 240 h 112"/>
                <a:gd name="T78" fmla="*/ 315 w 147"/>
                <a:gd name="T79" fmla="*/ 221 h 112"/>
                <a:gd name="T80" fmla="*/ 282 w 147"/>
                <a:gd name="T81" fmla="*/ 268 h 112"/>
                <a:gd name="T82" fmla="*/ 315 w 147"/>
                <a:gd name="T83" fmla="*/ 242 h 112"/>
                <a:gd name="T84" fmla="*/ 330 w 147"/>
                <a:gd name="T85" fmla="*/ 194 h 112"/>
                <a:gd name="T86" fmla="*/ 352 w 147"/>
                <a:gd name="T87" fmla="*/ 183 h 112"/>
                <a:gd name="T88" fmla="*/ 360 w 147"/>
                <a:gd name="T89" fmla="*/ 179 h 1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47" h="112">
                  <a:moveTo>
                    <a:pt x="47" y="89"/>
                  </a:moveTo>
                  <a:cubicBezTo>
                    <a:pt x="43" y="85"/>
                    <a:pt x="43" y="85"/>
                    <a:pt x="43" y="85"/>
                  </a:cubicBezTo>
                  <a:cubicBezTo>
                    <a:pt x="41" y="83"/>
                    <a:pt x="38" y="83"/>
                    <a:pt x="35" y="82"/>
                  </a:cubicBezTo>
                  <a:cubicBezTo>
                    <a:pt x="32" y="81"/>
                    <a:pt x="29" y="81"/>
                    <a:pt x="27" y="78"/>
                  </a:cubicBezTo>
                  <a:cubicBezTo>
                    <a:pt x="26" y="77"/>
                    <a:pt x="26" y="75"/>
                    <a:pt x="26" y="74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4" y="67"/>
                    <a:pt x="22" y="66"/>
                    <a:pt x="21" y="65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7" y="61"/>
                    <a:pt x="15" y="57"/>
                    <a:pt x="15" y="54"/>
                  </a:cubicBezTo>
                  <a:cubicBezTo>
                    <a:pt x="16" y="53"/>
                    <a:pt x="16" y="50"/>
                    <a:pt x="16" y="50"/>
                  </a:cubicBezTo>
                  <a:cubicBezTo>
                    <a:pt x="16" y="48"/>
                    <a:pt x="16" y="46"/>
                    <a:pt x="17" y="44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40"/>
                    <a:pt x="22" y="39"/>
                    <a:pt x="23" y="36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29"/>
                    <a:pt x="24" y="29"/>
                    <a:pt x="25" y="27"/>
                  </a:cubicBezTo>
                  <a:cubicBezTo>
                    <a:pt x="26" y="26"/>
                    <a:pt x="27" y="25"/>
                    <a:pt x="28" y="24"/>
                  </a:cubicBezTo>
                  <a:cubicBezTo>
                    <a:pt x="28" y="27"/>
                    <a:pt x="29" y="30"/>
                    <a:pt x="30" y="33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5"/>
                    <a:pt x="31" y="47"/>
                    <a:pt x="33" y="49"/>
                  </a:cubicBezTo>
                  <a:cubicBezTo>
                    <a:pt x="35" y="56"/>
                    <a:pt x="36" y="58"/>
                    <a:pt x="45" y="59"/>
                  </a:cubicBezTo>
                  <a:cubicBezTo>
                    <a:pt x="52" y="61"/>
                    <a:pt x="52" y="61"/>
                    <a:pt x="54" y="64"/>
                  </a:cubicBezTo>
                  <a:cubicBezTo>
                    <a:pt x="54" y="63"/>
                    <a:pt x="54" y="63"/>
                    <a:pt x="54" y="63"/>
                  </a:cubicBezTo>
                  <a:cubicBezTo>
                    <a:pt x="52" y="60"/>
                    <a:pt x="52" y="59"/>
                    <a:pt x="44" y="57"/>
                  </a:cubicBezTo>
                  <a:cubicBezTo>
                    <a:pt x="37" y="56"/>
                    <a:pt x="38" y="54"/>
                    <a:pt x="35" y="48"/>
                  </a:cubicBezTo>
                  <a:cubicBezTo>
                    <a:pt x="34" y="46"/>
                    <a:pt x="35" y="45"/>
                    <a:pt x="35" y="43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1" y="29"/>
                    <a:pt x="30" y="23"/>
                    <a:pt x="31" y="19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4" y="14"/>
                    <a:pt x="36" y="6"/>
                    <a:pt x="37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6"/>
                    <a:pt x="31" y="12"/>
                    <a:pt x="28" y="16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4" y="21"/>
                    <a:pt x="23" y="23"/>
                    <a:pt x="22" y="24"/>
                  </a:cubicBezTo>
                  <a:cubicBezTo>
                    <a:pt x="21" y="27"/>
                    <a:pt x="20" y="29"/>
                    <a:pt x="20" y="31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19" y="36"/>
                    <a:pt x="18" y="37"/>
                    <a:pt x="17" y="39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5"/>
                    <a:pt x="12" y="48"/>
                    <a:pt x="12" y="50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8" y="59"/>
                    <a:pt x="7" y="61"/>
                    <a:pt x="7" y="63"/>
                  </a:cubicBezTo>
                  <a:cubicBezTo>
                    <a:pt x="4" y="66"/>
                    <a:pt x="0" y="71"/>
                    <a:pt x="1" y="74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5"/>
                    <a:pt x="4" y="71"/>
                    <a:pt x="6" y="69"/>
                  </a:cubicBezTo>
                  <a:cubicBezTo>
                    <a:pt x="6" y="74"/>
                    <a:pt x="4" y="86"/>
                    <a:pt x="11" y="93"/>
                  </a:cubicBezTo>
                  <a:cubicBezTo>
                    <a:pt x="13" y="95"/>
                    <a:pt x="14" y="94"/>
                    <a:pt x="15" y="95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6" y="88"/>
                    <a:pt x="10" y="73"/>
                    <a:pt x="10" y="68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0" y="64"/>
                    <a:pt x="11" y="62"/>
                    <a:pt x="12" y="60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4" y="62"/>
                    <a:pt x="15" y="64"/>
                    <a:pt x="17" y="65"/>
                  </a:cubicBezTo>
                  <a:cubicBezTo>
                    <a:pt x="17" y="65"/>
                    <a:pt x="19" y="67"/>
                    <a:pt x="19" y="67"/>
                  </a:cubicBezTo>
                  <a:cubicBezTo>
                    <a:pt x="20" y="68"/>
                    <a:pt x="21" y="69"/>
                    <a:pt x="22" y="71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23" y="76"/>
                    <a:pt x="23" y="78"/>
                    <a:pt x="25" y="80"/>
                  </a:cubicBezTo>
                  <a:cubicBezTo>
                    <a:pt x="27" y="83"/>
                    <a:pt x="31" y="84"/>
                    <a:pt x="35" y="85"/>
                  </a:cubicBezTo>
                  <a:cubicBezTo>
                    <a:pt x="37" y="85"/>
                    <a:pt x="40" y="86"/>
                    <a:pt x="42" y="88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7" y="95"/>
                    <a:pt x="51" y="100"/>
                    <a:pt x="65" y="101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52" y="99"/>
                    <a:pt x="49" y="93"/>
                    <a:pt x="47" y="89"/>
                  </a:cubicBezTo>
                  <a:close/>
                  <a:moveTo>
                    <a:pt x="147" y="75"/>
                  </a:moveTo>
                  <a:cubicBezTo>
                    <a:pt x="146" y="70"/>
                    <a:pt x="141" y="66"/>
                    <a:pt x="136" y="62"/>
                  </a:cubicBezTo>
                  <a:cubicBezTo>
                    <a:pt x="133" y="60"/>
                    <a:pt x="133" y="60"/>
                    <a:pt x="133" y="60"/>
                  </a:cubicBezTo>
                  <a:cubicBezTo>
                    <a:pt x="133" y="59"/>
                    <a:pt x="132" y="58"/>
                    <a:pt x="132" y="57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8" y="42"/>
                    <a:pt x="128" y="37"/>
                    <a:pt x="125" y="33"/>
                  </a:cubicBezTo>
                  <a:cubicBezTo>
                    <a:pt x="121" y="27"/>
                    <a:pt x="119" y="23"/>
                    <a:pt x="117" y="16"/>
                  </a:cubicBezTo>
                  <a:cubicBezTo>
                    <a:pt x="116" y="14"/>
                    <a:pt x="115" y="12"/>
                    <a:pt x="114" y="10"/>
                  </a:cubicBezTo>
                  <a:cubicBezTo>
                    <a:pt x="115" y="10"/>
                    <a:pt x="117" y="10"/>
                    <a:pt x="118" y="9"/>
                  </a:cubicBezTo>
                  <a:cubicBezTo>
                    <a:pt x="120" y="9"/>
                    <a:pt x="123" y="8"/>
                    <a:pt x="124" y="9"/>
                  </a:cubicBezTo>
                  <a:cubicBezTo>
                    <a:pt x="125" y="9"/>
                    <a:pt x="126" y="9"/>
                    <a:pt x="127" y="11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0"/>
                    <a:pt x="127" y="7"/>
                    <a:pt x="126" y="6"/>
                  </a:cubicBezTo>
                  <a:cubicBezTo>
                    <a:pt x="124" y="5"/>
                    <a:pt x="121" y="5"/>
                    <a:pt x="117" y="6"/>
                  </a:cubicBezTo>
                  <a:cubicBezTo>
                    <a:pt x="115" y="7"/>
                    <a:pt x="112" y="7"/>
                    <a:pt x="111" y="7"/>
                  </a:cubicBezTo>
                  <a:cubicBezTo>
                    <a:pt x="109" y="5"/>
                    <a:pt x="107" y="3"/>
                    <a:pt x="104" y="1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104" y="7"/>
                    <a:pt x="111" y="13"/>
                    <a:pt x="113" y="18"/>
                  </a:cubicBezTo>
                  <a:cubicBezTo>
                    <a:pt x="115" y="25"/>
                    <a:pt x="117" y="28"/>
                    <a:pt x="121" y="35"/>
                  </a:cubicBezTo>
                  <a:cubicBezTo>
                    <a:pt x="122" y="36"/>
                    <a:pt x="122" y="36"/>
                    <a:pt x="122" y="37"/>
                  </a:cubicBezTo>
                  <a:cubicBezTo>
                    <a:pt x="123" y="40"/>
                    <a:pt x="124" y="43"/>
                    <a:pt x="124" y="46"/>
                  </a:cubicBezTo>
                  <a:cubicBezTo>
                    <a:pt x="124" y="49"/>
                    <a:pt x="122" y="51"/>
                    <a:pt x="121" y="53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7" y="59"/>
                    <a:pt x="117" y="61"/>
                    <a:pt x="117" y="63"/>
                  </a:cubicBezTo>
                  <a:cubicBezTo>
                    <a:pt x="117" y="65"/>
                    <a:pt x="117" y="67"/>
                    <a:pt x="116" y="69"/>
                  </a:cubicBezTo>
                  <a:cubicBezTo>
                    <a:pt x="114" y="71"/>
                    <a:pt x="111" y="76"/>
                    <a:pt x="107" y="76"/>
                  </a:cubicBezTo>
                  <a:cubicBezTo>
                    <a:pt x="108" y="77"/>
                    <a:pt x="108" y="77"/>
                    <a:pt x="108" y="77"/>
                  </a:cubicBezTo>
                  <a:cubicBezTo>
                    <a:pt x="111" y="76"/>
                    <a:pt x="116" y="74"/>
                    <a:pt x="118" y="70"/>
                  </a:cubicBezTo>
                  <a:cubicBezTo>
                    <a:pt x="120" y="68"/>
                    <a:pt x="120" y="66"/>
                    <a:pt x="120" y="63"/>
                  </a:cubicBezTo>
                  <a:cubicBezTo>
                    <a:pt x="120" y="62"/>
                    <a:pt x="120" y="60"/>
                    <a:pt x="120" y="59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4" y="53"/>
                    <a:pt x="125" y="52"/>
                    <a:pt x="126" y="50"/>
                  </a:cubicBezTo>
                  <a:cubicBezTo>
                    <a:pt x="127" y="53"/>
                    <a:pt x="127" y="53"/>
                    <a:pt x="127" y="53"/>
                  </a:cubicBezTo>
                  <a:cubicBezTo>
                    <a:pt x="128" y="59"/>
                    <a:pt x="128" y="59"/>
                    <a:pt x="128" y="59"/>
                  </a:cubicBezTo>
                  <a:cubicBezTo>
                    <a:pt x="130" y="63"/>
                    <a:pt x="131" y="67"/>
                    <a:pt x="131" y="72"/>
                  </a:cubicBezTo>
                  <a:cubicBezTo>
                    <a:pt x="131" y="76"/>
                    <a:pt x="132" y="82"/>
                    <a:pt x="131" y="86"/>
                  </a:cubicBezTo>
                  <a:cubicBezTo>
                    <a:pt x="128" y="90"/>
                    <a:pt x="124" y="93"/>
                    <a:pt x="121" y="95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2" y="97"/>
                    <a:pt x="112" y="97"/>
                    <a:pt x="112" y="97"/>
                  </a:cubicBezTo>
                  <a:cubicBezTo>
                    <a:pt x="108" y="98"/>
                    <a:pt x="108" y="98"/>
                    <a:pt x="108" y="98"/>
                  </a:cubicBezTo>
                  <a:cubicBezTo>
                    <a:pt x="106" y="99"/>
                    <a:pt x="104" y="100"/>
                    <a:pt x="102" y="100"/>
                  </a:cubicBezTo>
                  <a:cubicBezTo>
                    <a:pt x="100" y="100"/>
                    <a:pt x="98" y="99"/>
                    <a:pt x="96" y="98"/>
                  </a:cubicBezTo>
                  <a:cubicBezTo>
                    <a:pt x="91" y="96"/>
                    <a:pt x="91" y="96"/>
                    <a:pt x="91" y="96"/>
                  </a:cubicBezTo>
                  <a:cubicBezTo>
                    <a:pt x="87" y="95"/>
                    <a:pt x="84" y="96"/>
                    <a:pt x="81" y="97"/>
                  </a:cubicBezTo>
                  <a:cubicBezTo>
                    <a:pt x="81" y="98"/>
                    <a:pt x="81" y="98"/>
                    <a:pt x="81" y="98"/>
                  </a:cubicBezTo>
                  <a:cubicBezTo>
                    <a:pt x="84" y="97"/>
                    <a:pt x="86" y="97"/>
                    <a:pt x="89" y="97"/>
                  </a:cubicBezTo>
                  <a:cubicBezTo>
                    <a:pt x="94" y="99"/>
                    <a:pt x="94" y="99"/>
                    <a:pt x="94" y="99"/>
                  </a:cubicBezTo>
                  <a:cubicBezTo>
                    <a:pt x="96" y="101"/>
                    <a:pt x="99" y="103"/>
                    <a:pt x="102" y="103"/>
                  </a:cubicBezTo>
                  <a:cubicBezTo>
                    <a:pt x="105" y="103"/>
                    <a:pt x="107" y="102"/>
                    <a:pt x="110" y="101"/>
                  </a:cubicBezTo>
                  <a:cubicBezTo>
                    <a:pt x="113" y="100"/>
                    <a:pt x="113" y="100"/>
                    <a:pt x="113" y="100"/>
                  </a:cubicBezTo>
                  <a:cubicBezTo>
                    <a:pt x="117" y="99"/>
                    <a:pt x="117" y="99"/>
                    <a:pt x="117" y="99"/>
                  </a:cubicBezTo>
                  <a:cubicBezTo>
                    <a:pt x="122" y="97"/>
                    <a:pt x="122" y="97"/>
                    <a:pt x="122" y="97"/>
                  </a:cubicBezTo>
                  <a:cubicBezTo>
                    <a:pt x="124" y="97"/>
                    <a:pt x="127" y="95"/>
                    <a:pt x="129" y="92"/>
                  </a:cubicBezTo>
                  <a:cubicBezTo>
                    <a:pt x="128" y="95"/>
                    <a:pt x="127" y="97"/>
                    <a:pt x="126" y="99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121" y="106"/>
                    <a:pt x="118" y="112"/>
                    <a:pt x="115" y="111"/>
                  </a:cubicBezTo>
                  <a:cubicBezTo>
                    <a:pt x="115" y="111"/>
                    <a:pt x="115" y="111"/>
                    <a:pt x="115" y="111"/>
                  </a:cubicBezTo>
                  <a:cubicBezTo>
                    <a:pt x="121" y="112"/>
                    <a:pt x="125" y="108"/>
                    <a:pt x="127" y="104"/>
                  </a:cubicBezTo>
                  <a:cubicBezTo>
                    <a:pt x="129" y="101"/>
                    <a:pt x="129" y="101"/>
                    <a:pt x="129" y="101"/>
                  </a:cubicBezTo>
                  <a:cubicBezTo>
                    <a:pt x="133" y="96"/>
                    <a:pt x="134" y="91"/>
                    <a:pt x="135" y="85"/>
                  </a:cubicBezTo>
                  <a:cubicBezTo>
                    <a:pt x="135" y="84"/>
                    <a:pt x="136" y="82"/>
                    <a:pt x="135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5" y="78"/>
                    <a:pt x="135" y="75"/>
                    <a:pt x="135" y="71"/>
                  </a:cubicBezTo>
                  <a:cubicBezTo>
                    <a:pt x="135" y="69"/>
                    <a:pt x="135" y="67"/>
                    <a:pt x="134" y="65"/>
                  </a:cubicBezTo>
                  <a:cubicBezTo>
                    <a:pt x="138" y="68"/>
                    <a:pt x="144" y="72"/>
                    <a:pt x="144" y="76"/>
                  </a:cubicBezTo>
                  <a:cubicBezTo>
                    <a:pt x="145" y="77"/>
                    <a:pt x="146" y="79"/>
                    <a:pt x="145" y="80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6" y="81"/>
                    <a:pt x="147" y="77"/>
                    <a:pt x="147" y="75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7" name="Freeform 463">
              <a:extLst>
                <a:ext uri="{FF2B5EF4-FFF2-40B4-BE49-F238E27FC236}">
                  <a16:creationId xmlns:a16="http://schemas.microsoft.com/office/drawing/2014/main" id="{1248C12C-DB64-4FF9-B0DA-73318C590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558"/>
              <a:ext cx="63" cy="62"/>
            </a:xfrm>
            <a:custGeom>
              <a:avLst/>
              <a:gdLst>
                <a:gd name="T0" fmla="*/ 62 w 47"/>
                <a:gd name="T1" fmla="*/ 12 h 46"/>
                <a:gd name="T2" fmla="*/ 42 w 47"/>
                <a:gd name="T3" fmla="*/ 12 h 46"/>
                <a:gd name="T4" fmla="*/ 28 w 47"/>
                <a:gd name="T5" fmla="*/ 24 h 46"/>
                <a:gd name="T6" fmla="*/ 16 w 47"/>
                <a:gd name="T7" fmla="*/ 43 h 46"/>
                <a:gd name="T8" fmla="*/ 7 w 47"/>
                <a:gd name="T9" fmla="*/ 80 h 46"/>
                <a:gd name="T10" fmla="*/ 31 w 47"/>
                <a:gd name="T11" fmla="*/ 96 h 46"/>
                <a:gd name="T12" fmla="*/ 63 w 47"/>
                <a:gd name="T13" fmla="*/ 105 h 46"/>
                <a:gd name="T14" fmla="*/ 84 w 47"/>
                <a:gd name="T15" fmla="*/ 108 h 46"/>
                <a:gd name="T16" fmla="*/ 107 w 47"/>
                <a:gd name="T17" fmla="*/ 96 h 46"/>
                <a:gd name="T18" fmla="*/ 97 w 47"/>
                <a:gd name="T19" fmla="*/ 77 h 46"/>
                <a:gd name="T20" fmla="*/ 62 w 47"/>
                <a:gd name="T21" fmla="*/ 12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6">
                  <a:moveTo>
                    <a:pt x="25" y="5"/>
                  </a:moveTo>
                  <a:cubicBezTo>
                    <a:pt x="22" y="0"/>
                    <a:pt x="19" y="4"/>
                    <a:pt x="17" y="5"/>
                  </a:cubicBezTo>
                  <a:cubicBezTo>
                    <a:pt x="12" y="8"/>
                    <a:pt x="13" y="8"/>
                    <a:pt x="12" y="10"/>
                  </a:cubicBezTo>
                  <a:cubicBezTo>
                    <a:pt x="10" y="12"/>
                    <a:pt x="7" y="14"/>
                    <a:pt x="7" y="18"/>
                  </a:cubicBezTo>
                  <a:cubicBezTo>
                    <a:pt x="2" y="24"/>
                    <a:pt x="0" y="28"/>
                    <a:pt x="3" y="33"/>
                  </a:cubicBezTo>
                  <a:cubicBezTo>
                    <a:pt x="7" y="40"/>
                    <a:pt x="6" y="36"/>
                    <a:pt x="13" y="39"/>
                  </a:cubicBezTo>
                  <a:cubicBezTo>
                    <a:pt x="19" y="42"/>
                    <a:pt x="21" y="46"/>
                    <a:pt x="26" y="43"/>
                  </a:cubicBezTo>
                  <a:cubicBezTo>
                    <a:pt x="31" y="41"/>
                    <a:pt x="27" y="44"/>
                    <a:pt x="35" y="44"/>
                  </a:cubicBezTo>
                  <a:cubicBezTo>
                    <a:pt x="42" y="43"/>
                    <a:pt x="47" y="44"/>
                    <a:pt x="45" y="39"/>
                  </a:cubicBezTo>
                  <a:cubicBezTo>
                    <a:pt x="44" y="34"/>
                    <a:pt x="44" y="33"/>
                    <a:pt x="40" y="31"/>
                  </a:cubicBezTo>
                  <a:cubicBezTo>
                    <a:pt x="36" y="28"/>
                    <a:pt x="35" y="8"/>
                    <a:pt x="25" y="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8" name="Freeform 464">
              <a:extLst>
                <a:ext uri="{FF2B5EF4-FFF2-40B4-BE49-F238E27FC236}">
                  <a16:creationId xmlns:a16="http://schemas.microsoft.com/office/drawing/2014/main" id="{D6291F4D-E331-4609-8F9C-502516D0E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443"/>
              <a:ext cx="129" cy="903"/>
            </a:xfrm>
            <a:custGeom>
              <a:avLst/>
              <a:gdLst>
                <a:gd name="T0" fmla="*/ 203 w 96"/>
                <a:gd name="T1" fmla="*/ 125 h 671"/>
                <a:gd name="T2" fmla="*/ 172 w 96"/>
                <a:gd name="T3" fmla="*/ 171 h 671"/>
                <a:gd name="T4" fmla="*/ 157 w 96"/>
                <a:gd name="T5" fmla="*/ 168 h 671"/>
                <a:gd name="T6" fmla="*/ 133 w 96"/>
                <a:gd name="T7" fmla="*/ 30 h 671"/>
                <a:gd name="T8" fmla="*/ 136 w 96"/>
                <a:gd name="T9" fmla="*/ 0 h 671"/>
                <a:gd name="T10" fmla="*/ 121 w 96"/>
                <a:gd name="T11" fmla="*/ 0 h 671"/>
                <a:gd name="T12" fmla="*/ 120 w 96"/>
                <a:gd name="T13" fmla="*/ 27 h 671"/>
                <a:gd name="T14" fmla="*/ 142 w 96"/>
                <a:gd name="T15" fmla="*/ 183 h 671"/>
                <a:gd name="T16" fmla="*/ 142 w 96"/>
                <a:gd name="T17" fmla="*/ 195 h 671"/>
                <a:gd name="T18" fmla="*/ 93 w 96"/>
                <a:gd name="T19" fmla="*/ 270 h 671"/>
                <a:gd name="T20" fmla="*/ 93 w 96"/>
                <a:gd name="T21" fmla="*/ 270 h 671"/>
                <a:gd name="T22" fmla="*/ 23 w 96"/>
                <a:gd name="T23" fmla="*/ 284 h 671"/>
                <a:gd name="T24" fmla="*/ 16 w 96"/>
                <a:gd name="T25" fmla="*/ 277 h 671"/>
                <a:gd name="T26" fmla="*/ 85 w 96"/>
                <a:gd name="T27" fmla="*/ 295 h 671"/>
                <a:gd name="T28" fmla="*/ 78 w 96"/>
                <a:gd name="T29" fmla="*/ 324 h 671"/>
                <a:gd name="T30" fmla="*/ 70 w 96"/>
                <a:gd name="T31" fmla="*/ 472 h 671"/>
                <a:gd name="T32" fmla="*/ 62 w 96"/>
                <a:gd name="T33" fmla="*/ 480 h 671"/>
                <a:gd name="T34" fmla="*/ 36 w 96"/>
                <a:gd name="T35" fmla="*/ 444 h 671"/>
                <a:gd name="T36" fmla="*/ 27 w 96"/>
                <a:gd name="T37" fmla="*/ 408 h 671"/>
                <a:gd name="T38" fmla="*/ 16 w 96"/>
                <a:gd name="T39" fmla="*/ 409 h 671"/>
                <a:gd name="T40" fmla="*/ 27 w 96"/>
                <a:gd name="T41" fmla="*/ 445 h 671"/>
                <a:gd name="T42" fmla="*/ 35 w 96"/>
                <a:gd name="T43" fmla="*/ 472 h 671"/>
                <a:gd name="T44" fmla="*/ 16 w 96"/>
                <a:gd name="T45" fmla="*/ 538 h 671"/>
                <a:gd name="T46" fmla="*/ 16 w 96"/>
                <a:gd name="T47" fmla="*/ 561 h 671"/>
                <a:gd name="T48" fmla="*/ 12 w 96"/>
                <a:gd name="T49" fmla="*/ 604 h 671"/>
                <a:gd name="T50" fmla="*/ 12 w 96"/>
                <a:gd name="T51" fmla="*/ 719 h 671"/>
                <a:gd name="T52" fmla="*/ 20 w 96"/>
                <a:gd name="T53" fmla="*/ 717 h 671"/>
                <a:gd name="T54" fmla="*/ 22 w 96"/>
                <a:gd name="T55" fmla="*/ 607 h 671"/>
                <a:gd name="T56" fmla="*/ 30 w 96"/>
                <a:gd name="T57" fmla="*/ 561 h 671"/>
                <a:gd name="T58" fmla="*/ 30 w 96"/>
                <a:gd name="T59" fmla="*/ 536 h 671"/>
                <a:gd name="T60" fmla="*/ 42 w 96"/>
                <a:gd name="T61" fmla="*/ 486 h 671"/>
                <a:gd name="T62" fmla="*/ 62 w 96"/>
                <a:gd name="T63" fmla="*/ 494 h 671"/>
                <a:gd name="T64" fmla="*/ 70 w 96"/>
                <a:gd name="T65" fmla="*/ 509 h 671"/>
                <a:gd name="T66" fmla="*/ 85 w 96"/>
                <a:gd name="T67" fmla="*/ 838 h 671"/>
                <a:gd name="T68" fmla="*/ 114 w 96"/>
                <a:gd name="T69" fmla="*/ 968 h 671"/>
                <a:gd name="T70" fmla="*/ 146 w 96"/>
                <a:gd name="T71" fmla="*/ 1101 h 671"/>
                <a:gd name="T72" fmla="*/ 156 w 96"/>
                <a:gd name="T73" fmla="*/ 1184 h 671"/>
                <a:gd name="T74" fmla="*/ 156 w 96"/>
                <a:gd name="T75" fmla="*/ 1292 h 671"/>
                <a:gd name="T76" fmla="*/ 153 w 96"/>
                <a:gd name="T77" fmla="*/ 1379 h 671"/>
                <a:gd name="T78" fmla="*/ 148 w 96"/>
                <a:gd name="T79" fmla="*/ 1440 h 671"/>
                <a:gd name="T80" fmla="*/ 172 w 96"/>
                <a:gd name="T81" fmla="*/ 1635 h 671"/>
                <a:gd name="T82" fmla="*/ 163 w 96"/>
                <a:gd name="T83" fmla="*/ 1444 h 671"/>
                <a:gd name="T84" fmla="*/ 163 w 96"/>
                <a:gd name="T85" fmla="*/ 1432 h 671"/>
                <a:gd name="T86" fmla="*/ 175 w 96"/>
                <a:gd name="T87" fmla="*/ 1447 h 671"/>
                <a:gd name="T88" fmla="*/ 183 w 96"/>
                <a:gd name="T89" fmla="*/ 1457 h 671"/>
                <a:gd name="T90" fmla="*/ 219 w 96"/>
                <a:gd name="T91" fmla="*/ 1507 h 671"/>
                <a:gd name="T92" fmla="*/ 231 w 96"/>
                <a:gd name="T93" fmla="*/ 1560 h 671"/>
                <a:gd name="T94" fmla="*/ 226 w 96"/>
                <a:gd name="T95" fmla="*/ 1503 h 671"/>
                <a:gd name="T96" fmla="*/ 195 w 96"/>
                <a:gd name="T97" fmla="*/ 1447 h 671"/>
                <a:gd name="T98" fmla="*/ 184 w 96"/>
                <a:gd name="T99" fmla="*/ 1439 h 671"/>
                <a:gd name="T100" fmla="*/ 168 w 96"/>
                <a:gd name="T101" fmla="*/ 1389 h 671"/>
                <a:gd name="T102" fmla="*/ 168 w 96"/>
                <a:gd name="T103" fmla="*/ 1382 h 671"/>
                <a:gd name="T104" fmla="*/ 175 w 96"/>
                <a:gd name="T105" fmla="*/ 1295 h 671"/>
                <a:gd name="T106" fmla="*/ 175 w 96"/>
                <a:gd name="T107" fmla="*/ 1179 h 671"/>
                <a:gd name="T108" fmla="*/ 164 w 96"/>
                <a:gd name="T109" fmla="*/ 1101 h 671"/>
                <a:gd name="T110" fmla="*/ 133 w 96"/>
                <a:gd name="T111" fmla="*/ 964 h 671"/>
                <a:gd name="T112" fmla="*/ 105 w 96"/>
                <a:gd name="T113" fmla="*/ 837 h 671"/>
                <a:gd name="T114" fmla="*/ 98 w 96"/>
                <a:gd name="T115" fmla="*/ 326 h 671"/>
                <a:gd name="T116" fmla="*/ 175 w 96"/>
                <a:gd name="T117" fmla="*/ 192 h 671"/>
                <a:gd name="T118" fmla="*/ 196 w 96"/>
                <a:gd name="T119" fmla="*/ 210 h 67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6" h="671">
                  <a:moveTo>
                    <a:pt x="83" y="51"/>
                  </a:moveTo>
                  <a:cubicBezTo>
                    <a:pt x="82" y="57"/>
                    <a:pt x="77" y="69"/>
                    <a:pt x="71" y="70"/>
                  </a:cubicBezTo>
                  <a:cubicBezTo>
                    <a:pt x="70" y="71"/>
                    <a:pt x="66" y="70"/>
                    <a:pt x="65" y="69"/>
                  </a:cubicBezTo>
                  <a:cubicBezTo>
                    <a:pt x="50" y="57"/>
                    <a:pt x="53" y="32"/>
                    <a:pt x="55" y="12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7" y="32"/>
                    <a:pt x="42" y="60"/>
                    <a:pt x="59" y="75"/>
                  </a:cubicBezTo>
                  <a:cubicBezTo>
                    <a:pt x="60" y="75"/>
                    <a:pt x="60" y="79"/>
                    <a:pt x="59" y="80"/>
                  </a:cubicBezTo>
                  <a:cubicBezTo>
                    <a:pt x="50" y="87"/>
                    <a:pt x="42" y="99"/>
                    <a:pt x="38" y="111"/>
                  </a:cubicBezTo>
                  <a:cubicBezTo>
                    <a:pt x="38" y="111"/>
                    <a:pt x="38" y="111"/>
                    <a:pt x="38" y="111"/>
                  </a:cubicBezTo>
                  <a:cubicBezTo>
                    <a:pt x="28" y="120"/>
                    <a:pt x="19" y="128"/>
                    <a:pt x="10" y="117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12" y="126"/>
                    <a:pt x="21" y="135"/>
                    <a:pt x="35" y="121"/>
                  </a:cubicBezTo>
                  <a:cubicBezTo>
                    <a:pt x="34" y="125"/>
                    <a:pt x="33" y="129"/>
                    <a:pt x="32" y="133"/>
                  </a:cubicBezTo>
                  <a:cubicBezTo>
                    <a:pt x="30" y="149"/>
                    <a:pt x="30" y="171"/>
                    <a:pt x="29" y="194"/>
                  </a:cubicBezTo>
                  <a:cubicBezTo>
                    <a:pt x="29" y="196"/>
                    <a:pt x="26" y="198"/>
                    <a:pt x="25" y="197"/>
                  </a:cubicBezTo>
                  <a:cubicBezTo>
                    <a:pt x="19" y="194"/>
                    <a:pt x="16" y="190"/>
                    <a:pt x="15" y="182"/>
                  </a:cubicBezTo>
                  <a:cubicBezTo>
                    <a:pt x="14" y="178"/>
                    <a:pt x="13" y="173"/>
                    <a:pt x="11" y="167"/>
                  </a:cubicBezTo>
                  <a:cubicBezTo>
                    <a:pt x="7" y="168"/>
                    <a:pt x="7" y="168"/>
                    <a:pt x="7" y="168"/>
                  </a:cubicBezTo>
                  <a:cubicBezTo>
                    <a:pt x="9" y="174"/>
                    <a:pt x="10" y="178"/>
                    <a:pt x="11" y="183"/>
                  </a:cubicBezTo>
                  <a:cubicBezTo>
                    <a:pt x="11" y="187"/>
                    <a:pt x="12" y="191"/>
                    <a:pt x="14" y="194"/>
                  </a:cubicBezTo>
                  <a:cubicBezTo>
                    <a:pt x="6" y="199"/>
                    <a:pt x="7" y="212"/>
                    <a:pt x="7" y="221"/>
                  </a:cubicBezTo>
                  <a:cubicBezTo>
                    <a:pt x="7" y="230"/>
                    <a:pt x="7" y="230"/>
                    <a:pt x="7" y="230"/>
                  </a:cubicBezTo>
                  <a:cubicBezTo>
                    <a:pt x="5" y="248"/>
                    <a:pt x="5" y="248"/>
                    <a:pt x="5" y="248"/>
                  </a:cubicBezTo>
                  <a:cubicBezTo>
                    <a:pt x="2" y="264"/>
                    <a:pt x="0" y="279"/>
                    <a:pt x="5" y="295"/>
                  </a:cubicBezTo>
                  <a:cubicBezTo>
                    <a:pt x="8" y="294"/>
                    <a:pt x="8" y="294"/>
                    <a:pt x="8" y="294"/>
                  </a:cubicBezTo>
                  <a:cubicBezTo>
                    <a:pt x="3" y="280"/>
                    <a:pt x="7" y="264"/>
                    <a:pt x="9" y="249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20"/>
                    <a:pt x="12" y="220"/>
                    <a:pt x="12" y="220"/>
                  </a:cubicBezTo>
                  <a:cubicBezTo>
                    <a:pt x="11" y="210"/>
                    <a:pt x="13" y="202"/>
                    <a:pt x="17" y="199"/>
                  </a:cubicBezTo>
                  <a:cubicBezTo>
                    <a:pt x="19" y="201"/>
                    <a:pt x="22" y="202"/>
                    <a:pt x="25" y="203"/>
                  </a:cubicBezTo>
                  <a:cubicBezTo>
                    <a:pt x="27" y="204"/>
                    <a:pt x="29" y="207"/>
                    <a:pt x="29" y="209"/>
                  </a:cubicBezTo>
                  <a:cubicBezTo>
                    <a:pt x="29" y="258"/>
                    <a:pt x="32" y="314"/>
                    <a:pt x="35" y="344"/>
                  </a:cubicBezTo>
                  <a:cubicBezTo>
                    <a:pt x="36" y="355"/>
                    <a:pt x="41" y="376"/>
                    <a:pt x="47" y="397"/>
                  </a:cubicBezTo>
                  <a:cubicBezTo>
                    <a:pt x="54" y="425"/>
                    <a:pt x="61" y="438"/>
                    <a:pt x="60" y="452"/>
                  </a:cubicBezTo>
                  <a:cubicBezTo>
                    <a:pt x="60" y="463"/>
                    <a:pt x="62" y="475"/>
                    <a:pt x="64" y="486"/>
                  </a:cubicBezTo>
                  <a:cubicBezTo>
                    <a:pt x="66" y="496"/>
                    <a:pt x="65" y="516"/>
                    <a:pt x="64" y="530"/>
                  </a:cubicBezTo>
                  <a:cubicBezTo>
                    <a:pt x="63" y="542"/>
                    <a:pt x="64" y="554"/>
                    <a:pt x="63" y="566"/>
                  </a:cubicBezTo>
                  <a:cubicBezTo>
                    <a:pt x="61" y="591"/>
                    <a:pt x="61" y="591"/>
                    <a:pt x="61" y="591"/>
                  </a:cubicBezTo>
                  <a:cubicBezTo>
                    <a:pt x="59" y="620"/>
                    <a:pt x="58" y="648"/>
                    <a:pt x="71" y="671"/>
                  </a:cubicBezTo>
                  <a:cubicBezTo>
                    <a:pt x="59" y="651"/>
                    <a:pt x="65" y="620"/>
                    <a:pt x="67" y="592"/>
                  </a:cubicBezTo>
                  <a:cubicBezTo>
                    <a:pt x="67" y="588"/>
                    <a:pt x="67" y="588"/>
                    <a:pt x="67" y="588"/>
                  </a:cubicBezTo>
                  <a:cubicBezTo>
                    <a:pt x="68" y="589"/>
                    <a:pt x="70" y="591"/>
                    <a:pt x="72" y="594"/>
                  </a:cubicBezTo>
                  <a:cubicBezTo>
                    <a:pt x="75" y="598"/>
                    <a:pt x="75" y="598"/>
                    <a:pt x="75" y="598"/>
                  </a:cubicBezTo>
                  <a:cubicBezTo>
                    <a:pt x="80" y="605"/>
                    <a:pt x="87" y="610"/>
                    <a:pt x="90" y="618"/>
                  </a:cubicBezTo>
                  <a:cubicBezTo>
                    <a:pt x="92" y="622"/>
                    <a:pt x="95" y="640"/>
                    <a:pt x="95" y="640"/>
                  </a:cubicBezTo>
                  <a:cubicBezTo>
                    <a:pt x="95" y="640"/>
                    <a:pt x="96" y="625"/>
                    <a:pt x="93" y="617"/>
                  </a:cubicBezTo>
                  <a:cubicBezTo>
                    <a:pt x="90" y="608"/>
                    <a:pt x="85" y="601"/>
                    <a:pt x="80" y="594"/>
                  </a:cubicBezTo>
                  <a:cubicBezTo>
                    <a:pt x="76" y="590"/>
                    <a:pt x="76" y="590"/>
                    <a:pt x="76" y="590"/>
                  </a:cubicBezTo>
                  <a:cubicBezTo>
                    <a:pt x="71" y="583"/>
                    <a:pt x="70" y="578"/>
                    <a:pt x="69" y="570"/>
                  </a:cubicBezTo>
                  <a:cubicBezTo>
                    <a:pt x="69" y="567"/>
                    <a:pt x="69" y="567"/>
                    <a:pt x="69" y="567"/>
                  </a:cubicBezTo>
                  <a:cubicBezTo>
                    <a:pt x="69" y="555"/>
                    <a:pt x="71" y="543"/>
                    <a:pt x="72" y="531"/>
                  </a:cubicBezTo>
                  <a:cubicBezTo>
                    <a:pt x="73" y="517"/>
                    <a:pt x="74" y="494"/>
                    <a:pt x="72" y="484"/>
                  </a:cubicBezTo>
                  <a:cubicBezTo>
                    <a:pt x="70" y="473"/>
                    <a:pt x="68" y="463"/>
                    <a:pt x="68" y="452"/>
                  </a:cubicBezTo>
                  <a:cubicBezTo>
                    <a:pt x="69" y="437"/>
                    <a:pt x="62" y="425"/>
                    <a:pt x="55" y="395"/>
                  </a:cubicBezTo>
                  <a:cubicBezTo>
                    <a:pt x="49" y="374"/>
                    <a:pt x="44" y="354"/>
                    <a:pt x="43" y="343"/>
                  </a:cubicBezTo>
                  <a:cubicBezTo>
                    <a:pt x="39" y="297"/>
                    <a:pt x="34" y="184"/>
                    <a:pt x="40" y="134"/>
                  </a:cubicBezTo>
                  <a:cubicBezTo>
                    <a:pt x="44" y="106"/>
                    <a:pt x="55" y="91"/>
                    <a:pt x="72" y="79"/>
                  </a:cubicBezTo>
                  <a:cubicBezTo>
                    <a:pt x="76" y="78"/>
                    <a:pt x="79" y="77"/>
                    <a:pt x="81" y="86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9" name="Freeform 465">
              <a:extLst>
                <a:ext uri="{FF2B5EF4-FFF2-40B4-BE49-F238E27FC236}">
                  <a16:creationId xmlns:a16="http://schemas.microsoft.com/office/drawing/2014/main" id="{A71B24F0-EA31-4976-B36E-7F5EDCB22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326"/>
              <a:ext cx="169" cy="301"/>
            </a:xfrm>
            <a:custGeom>
              <a:avLst/>
              <a:gdLst>
                <a:gd name="T0" fmla="*/ 212 w 126"/>
                <a:gd name="T1" fmla="*/ 410 h 224"/>
                <a:gd name="T2" fmla="*/ 204 w 126"/>
                <a:gd name="T3" fmla="*/ 395 h 224"/>
                <a:gd name="T4" fmla="*/ 189 w 126"/>
                <a:gd name="T5" fmla="*/ 325 h 224"/>
                <a:gd name="T6" fmla="*/ 212 w 126"/>
                <a:gd name="T7" fmla="*/ 331 h 224"/>
                <a:gd name="T8" fmla="*/ 212 w 126"/>
                <a:gd name="T9" fmla="*/ 320 h 224"/>
                <a:gd name="T10" fmla="*/ 190 w 126"/>
                <a:gd name="T11" fmla="*/ 316 h 224"/>
                <a:gd name="T12" fmla="*/ 178 w 126"/>
                <a:gd name="T13" fmla="*/ 298 h 224"/>
                <a:gd name="T14" fmla="*/ 169 w 126"/>
                <a:gd name="T15" fmla="*/ 269 h 224"/>
                <a:gd name="T16" fmla="*/ 154 w 126"/>
                <a:gd name="T17" fmla="*/ 241 h 224"/>
                <a:gd name="T18" fmla="*/ 105 w 126"/>
                <a:gd name="T19" fmla="*/ 114 h 224"/>
                <a:gd name="T20" fmla="*/ 106 w 126"/>
                <a:gd name="T21" fmla="*/ 101 h 224"/>
                <a:gd name="T22" fmla="*/ 121 w 126"/>
                <a:gd name="T23" fmla="*/ 93 h 224"/>
                <a:gd name="T24" fmla="*/ 215 w 126"/>
                <a:gd name="T25" fmla="*/ 98 h 224"/>
                <a:gd name="T26" fmla="*/ 283 w 126"/>
                <a:gd name="T27" fmla="*/ 138 h 224"/>
                <a:gd name="T28" fmla="*/ 304 w 126"/>
                <a:gd name="T29" fmla="*/ 120 h 224"/>
                <a:gd name="T30" fmla="*/ 225 w 126"/>
                <a:gd name="T31" fmla="*/ 70 h 224"/>
                <a:gd name="T32" fmla="*/ 181 w 126"/>
                <a:gd name="T33" fmla="*/ 58 h 224"/>
                <a:gd name="T34" fmla="*/ 170 w 126"/>
                <a:gd name="T35" fmla="*/ 48 h 224"/>
                <a:gd name="T36" fmla="*/ 174 w 126"/>
                <a:gd name="T37" fmla="*/ 30 h 224"/>
                <a:gd name="T38" fmla="*/ 204 w 126"/>
                <a:gd name="T39" fmla="*/ 15 h 224"/>
                <a:gd name="T40" fmla="*/ 199 w 126"/>
                <a:gd name="T41" fmla="*/ 1 h 224"/>
                <a:gd name="T42" fmla="*/ 170 w 126"/>
                <a:gd name="T43" fmla="*/ 15 h 224"/>
                <a:gd name="T44" fmla="*/ 160 w 126"/>
                <a:gd name="T45" fmla="*/ 15 h 224"/>
                <a:gd name="T46" fmla="*/ 144 w 126"/>
                <a:gd name="T47" fmla="*/ 0 h 224"/>
                <a:gd name="T48" fmla="*/ 135 w 126"/>
                <a:gd name="T49" fmla="*/ 12 h 224"/>
                <a:gd name="T50" fmla="*/ 154 w 126"/>
                <a:gd name="T51" fmla="*/ 30 h 224"/>
                <a:gd name="T52" fmla="*/ 153 w 126"/>
                <a:gd name="T53" fmla="*/ 48 h 224"/>
                <a:gd name="T54" fmla="*/ 141 w 126"/>
                <a:gd name="T55" fmla="*/ 56 h 224"/>
                <a:gd name="T56" fmla="*/ 107 w 126"/>
                <a:gd name="T57" fmla="*/ 65 h 224"/>
                <a:gd name="T58" fmla="*/ 101 w 126"/>
                <a:gd name="T59" fmla="*/ 70 h 224"/>
                <a:gd name="T60" fmla="*/ 94 w 126"/>
                <a:gd name="T61" fmla="*/ 65 h 224"/>
                <a:gd name="T62" fmla="*/ 72 w 126"/>
                <a:gd name="T63" fmla="*/ 27 h 224"/>
                <a:gd name="T64" fmla="*/ 56 w 126"/>
                <a:gd name="T65" fmla="*/ 43 h 224"/>
                <a:gd name="T66" fmla="*/ 72 w 126"/>
                <a:gd name="T67" fmla="*/ 78 h 224"/>
                <a:gd name="T68" fmla="*/ 70 w 126"/>
                <a:gd name="T69" fmla="*/ 98 h 224"/>
                <a:gd name="T70" fmla="*/ 0 w 126"/>
                <a:gd name="T71" fmla="*/ 254 h 224"/>
                <a:gd name="T72" fmla="*/ 28 w 126"/>
                <a:gd name="T73" fmla="*/ 262 h 224"/>
                <a:gd name="T74" fmla="*/ 83 w 126"/>
                <a:gd name="T75" fmla="*/ 126 h 224"/>
                <a:gd name="T76" fmla="*/ 86 w 126"/>
                <a:gd name="T77" fmla="*/ 128 h 224"/>
                <a:gd name="T78" fmla="*/ 137 w 126"/>
                <a:gd name="T79" fmla="*/ 249 h 224"/>
                <a:gd name="T80" fmla="*/ 149 w 126"/>
                <a:gd name="T81" fmla="*/ 277 h 224"/>
                <a:gd name="T82" fmla="*/ 170 w 126"/>
                <a:gd name="T83" fmla="*/ 335 h 224"/>
                <a:gd name="T84" fmla="*/ 196 w 126"/>
                <a:gd name="T85" fmla="*/ 453 h 224"/>
                <a:gd name="T86" fmla="*/ 196 w 126"/>
                <a:gd name="T87" fmla="*/ 542 h 224"/>
                <a:gd name="T88" fmla="*/ 205 w 126"/>
                <a:gd name="T89" fmla="*/ 543 h 224"/>
                <a:gd name="T90" fmla="*/ 204 w 126"/>
                <a:gd name="T91" fmla="*/ 422 h 224"/>
                <a:gd name="T92" fmla="*/ 205 w 126"/>
                <a:gd name="T93" fmla="*/ 417 h 224"/>
                <a:gd name="T94" fmla="*/ 249 w 126"/>
                <a:gd name="T95" fmla="*/ 430 h 224"/>
                <a:gd name="T96" fmla="*/ 249 w 126"/>
                <a:gd name="T97" fmla="*/ 419 h 224"/>
                <a:gd name="T98" fmla="*/ 212 w 126"/>
                <a:gd name="T99" fmla="*/ 410 h 22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6" h="224">
                  <a:moveTo>
                    <a:pt x="88" y="169"/>
                  </a:moveTo>
                  <a:cubicBezTo>
                    <a:pt x="86" y="168"/>
                    <a:pt x="84" y="163"/>
                    <a:pt x="84" y="163"/>
                  </a:cubicBezTo>
                  <a:cubicBezTo>
                    <a:pt x="82" y="153"/>
                    <a:pt x="80" y="143"/>
                    <a:pt x="78" y="134"/>
                  </a:cubicBezTo>
                  <a:cubicBezTo>
                    <a:pt x="81" y="135"/>
                    <a:pt x="85" y="136"/>
                    <a:pt x="88" y="136"/>
                  </a:cubicBezTo>
                  <a:cubicBezTo>
                    <a:pt x="88" y="132"/>
                    <a:pt x="88" y="132"/>
                    <a:pt x="88" y="132"/>
                  </a:cubicBezTo>
                  <a:cubicBezTo>
                    <a:pt x="85" y="132"/>
                    <a:pt x="82" y="131"/>
                    <a:pt x="79" y="130"/>
                  </a:cubicBezTo>
                  <a:cubicBezTo>
                    <a:pt x="76" y="128"/>
                    <a:pt x="75" y="125"/>
                    <a:pt x="74" y="123"/>
                  </a:cubicBezTo>
                  <a:cubicBezTo>
                    <a:pt x="73" y="119"/>
                    <a:pt x="71" y="115"/>
                    <a:pt x="70" y="111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56" y="84"/>
                    <a:pt x="46" y="63"/>
                    <a:pt x="43" y="47"/>
                  </a:cubicBezTo>
                  <a:cubicBezTo>
                    <a:pt x="43" y="46"/>
                    <a:pt x="44" y="42"/>
                    <a:pt x="44" y="42"/>
                  </a:cubicBezTo>
                  <a:cubicBezTo>
                    <a:pt x="46" y="40"/>
                    <a:pt x="48" y="39"/>
                    <a:pt x="50" y="38"/>
                  </a:cubicBezTo>
                  <a:cubicBezTo>
                    <a:pt x="61" y="33"/>
                    <a:pt x="73" y="34"/>
                    <a:pt x="89" y="40"/>
                  </a:cubicBezTo>
                  <a:cubicBezTo>
                    <a:pt x="95" y="43"/>
                    <a:pt x="105" y="48"/>
                    <a:pt x="117" y="57"/>
                  </a:cubicBezTo>
                  <a:cubicBezTo>
                    <a:pt x="126" y="49"/>
                    <a:pt x="126" y="49"/>
                    <a:pt x="126" y="49"/>
                  </a:cubicBezTo>
                  <a:cubicBezTo>
                    <a:pt x="112" y="38"/>
                    <a:pt x="101" y="33"/>
                    <a:pt x="93" y="29"/>
                  </a:cubicBezTo>
                  <a:cubicBezTo>
                    <a:pt x="87" y="26"/>
                    <a:pt x="81" y="25"/>
                    <a:pt x="75" y="24"/>
                  </a:cubicBezTo>
                  <a:cubicBezTo>
                    <a:pt x="71" y="23"/>
                    <a:pt x="71" y="20"/>
                    <a:pt x="71" y="20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4" y="11"/>
                    <a:pt x="78" y="9"/>
                    <a:pt x="84" y="6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77" y="2"/>
                    <a:pt x="74" y="4"/>
                    <a:pt x="71" y="6"/>
                  </a:cubicBezTo>
                  <a:cubicBezTo>
                    <a:pt x="70" y="6"/>
                    <a:pt x="66" y="6"/>
                    <a:pt x="66" y="6"/>
                  </a:cubicBezTo>
                  <a:cubicBezTo>
                    <a:pt x="63" y="3"/>
                    <a:pt x="60" y="0"/>
                    <a:pt x="60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3" y="20"/>
                    <a:pt x="63" y="23"/>
                    <a:pt x="58" y="23"/>
                  </a:cubicBezTo>
                  <a:cubicBezTo>
                    <a:pt x="54" y="24"/>
                    <a:pt x="49" y="25"/>
                    <a:pt x="45" y="27"/>
                  </a:cubicBezTo>
                  <a:cubicBezTo>
                    <a:pt x="44" y="28"/>
                    <a:pt x="43" y="28"/>
                    <a:pt x="42" y="29"/>
                  </a:cubicBezTo>
                  <a:cubicBezTo>
                    <a:pt x="41" y="29"/>
                    <a:pt x="39" y="28"/>
                    <a:pt x="39" y="27"/>
                  </a:cubicBezTo>
                  <a:cubicBezTo>
                    <a:pt x="37" y="21"/>
                    <a:pt x="34" y="16"/>
                    <a:pt x="30" y="11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6" y="22"/>
                    <a:pt x="28" y="27"/>
                    <a:pt x="30" y="32"/>
                  </a:cubicBezTo>
                  <a:cubicBezTo>
                    <a:pt x="30" y="34"/>
                    <a:pt x="29" y="39"/>
                    <a:pt x="29" y="40"/>
                  </a:cubicBezTo>
                  <a:cubicBezTo>
                    <a:pt x="14" y="56"/>
                    <a:pt x="6" y="81"/>
                    <a:pt x="0" y="105"/>
                  </a:cubicBezTo>
                  <a:cubicBezTo>
                    <a:pt x="12" y="108"/>
                    <a:pt x="12" y="108"/>
                    <a:pt x="12" y="108"/>
                  </a:cubicBezTo>
                  <a:cubicBezTo>
                    <a:pt x="16" y="89"/>
                    <a:pt x="23" y="67"/>
                    <a:pt x="34" y="52"/>
                  </a:cubicBezTo>
                  <a:cubicBezTo>
                    <a:pt x="34" y="52"/>
                    <a:pt x="36" y="52"/>
                    <a:pt x="36" y="53"/>
                  </a:cubicBezTo>
                  <a:cubicBezTo>
                    <a:pt x="40" y="70"/>
                    <a:pt x="50" y="88"/>
                    <a:pt x="57" y="103"/>
                  </a:cubicBezTo>
                  <a:cubicBezTo>
                    <a:pt x="62" y="114"/>
                    <a:pt x="62" y="114"/>
                    <a:pt x="62" y="114"/>
                  </a:cubicBezTo>
                  <a:cubicBezTo>
                    <a:pt x="66" y="123"/>
                    <a:pt x="69" y="128"/>
                    <a:pt x="71" y="138"/>
                  </a:cubicBezTo>
                  <a:cubicBezTo>
                    <a:pt x="73" y="145"/>
                    <a:pt x="80" y="179"/>
                    <a:pt x="81" y="187"/>
                  </a:cubicBezTo>
                  <a:cubicBezTo>
                    <a:pt x="81" y="199"/>
                    <a:pt x="82" y="212"/>
                    <a:pt x="81" y="223"/>
                  </a:cubicBezTo>
                  <a:cubicBezTo>
                    <a:pt x="85" y="224"/>
                    <a:pt x="85" y="224"/>
                    <a:pt x="85" y="224"/>
                  </a:cubicBezTo>
                  <a:cubicBezTo>
                    <a:pt x="86" y="207"/>
                    <a:pt x="85" y="189"/>
                    <a:pt x="84" y="174"/>
                  </a:cubicBezTo>
                  <a:cubicBezTo>
                    <a:pt x="83" y="172"/>
                    <a:pt x="85" y="172"/>
                    <a:pt x="85" y="172"/>
                  </a:cubicBezTo>
                  <a:cubicBezTo>
                    <a:pt x="90" y="176"/>
                    <a:pt x="96" y="178"/>
                    <a:pt x="104" y="177"/>
                  </a:cubicBezTo>
                  <a:cubicBezTo>
                    <a:pt x="104" y="173"/>
                    <a:pt x="104" y="173"/>
                    <a:pt x="104" y="173"/>
                  </a:cubicBezTo>
                  <a:cubicBezTo>
                    <a:pt x="97" y="174"/>
                    <a:pt x="92" y="173"/>
                    <a:pt x="88" y="16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0" name="Freeform 466">
              <a:extLst>
                <a:ext uri="{FF2B5EF4-FFF2-40B4-BE49-F238E27FC236}">
                  <a16:creationId xmlns:a16="http://schemas.microsoft.com/office/drawing/2014/main" id="{AF617E0D-2AF0-48CF-AF2F-D511327726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12" y="2107"/>
              <a:ext cx="195" cy="1801"/>
            </a:xfrm>
            <a:custGeom>
              <a:avLst/>
              <a:gdLst>
                <a:gd name="T0" fmla="*/ 261 w 145"/>
                <a:gd name="T1" fmla="*/ 471 h 1339"/>
                <a:gd name="T2" fmla="*/ 87 w 145"/>
                <a:gd name="T3" fmla="*/ 90 h 1339"/>
                <a:gd name="T4" fmla="*/ 62 w 145"/>
                <a:gd name="T5" fmla="*/ 58 h 1339"/>
                <a:gd name="T6" fmla="*/ 36 w 145"/>
                <a:gd name="T7" fmla="*/ 0 h 1339"/>
                <a:gd name="T8" fmla="*/ 0 w 145"/>
                <a:gd name="T9" fmla="*/ 98 h 1339"/>
                <a:gd name="T10" fmla="*/ 51 w 145"/>
                <a:gd name="T11" fmla="*/ 125 h 1339"/>
                <a:gd name="T12" fmla="*/ 132 w 145"/>
                <a:gd name="T13" fmla="*/ 256 h 1339"/>
                <a:gd name="T14" fmla="*/ 126 w 145"/>
                <a:gd name="T15" fmla="*/ 299 h 1339"/>
                <a:gd name="T16" fmla="*/ 90 w 145"/>
                <a:gd name="T17" fmla="*/ 331 h 1339"/>
                <a:gd name="T18" fmla="*/ 106 w 145"/>
                <a:gd name="T19" fmla="*/ 360 h 1339"/>
                <a:gd name="T20" fmla="*/ 136 w 145"/>
                <a:gd name="T21" fmla="*/ 332 h 1339"/>
                <a:gd name="T22" fmla="*/ 147 w 145"/>
                <a:gd name="T23" fmla="*/ 332 h 1339"/>
                <a:gd name="T24" fmla="*/ 284 w 145"/>
                <a:gd name="T25" fmla="*/ 859 h 1339"/>
                <a:gd name="T26" fmla="*/ 277 w 145"/>
                <a:gd name="T27" fmla="*/ 1285 h 1339"/>
                <a:gd name="T28" fmla="*/ 211 w 145"/>
                <a:gd name="T29" fmla="*/ 1404 h 1339"/>
                <a:gd name="T30" fmla="*/ 192 w 145"/>
                <a:gd name="T31" fmla="*/ 1454 h 1339"/>
                <a:gd name="T32" fmla="*/ 157 w 145"/>
                <a:gd name="T33" fmla="*/ 1570 h 1339"/>
                <a:gd name="T34" fmla="*/ 140 w 145"/>
                <a:gd name="T35" fmla="*/ 1742 h 1339"/>
                <a:gd name="T36" fmla="*/ 136 w 145"/>
                <a:gd name="T37" fmla="*/ 1766 h 1339"/>
                <a:gd name="T38" fmla="*/ 112 w 145"/>
                <a:gd name="T39" fmla="*/ 1903 h 1339"/>
                <a:gd name="T40" fmla="*/ 132 w 145"/>
                <a:gd name="T41" fmla="*/ 1913 h 1339"/>
                <a:gd name="T42" fmla="*/ 156 w 145"/>
                <a:gd name="T43" fmla="*/ 1792 h 1339"/>
                <a:gd name="T44" fmla="*/ 156 w 145"/>
                <a:gd name="T45" fmla="*/ 1792 h 1339"/>
                <a:gd name="T46" fmla="*/ 180 w 145"/>
                <a:gd name="T47" fmla="*/ 1734 h 1339"/>
                <a:gd name="T48" fmla="*/ 206 w 145"/>
                <a:gd name="T49" fmla="*/ 1673 h 1339"/>
                <a:gd name="T50" fmla="*/ 231 w 145"/>
                <a:gd name="T51" fmla="*/ 1645 h 1339"/>
                <a:gd name="T52" fmla="*/ 235 w 145"/>
                <a:gd name="T53" fmla="*/ 1641 h 1339"/>
                <a:gd name="T54" fmla="*/ 233 w 145"/>
                <a:gd name="T55" fmla="*/ 1658 h 1339"/>
                <a:gd name="T56" fmla="*/ 206 w 145"/>
                <a:gd name="T57" fmla="*/ 1876 h 1339"/>
                <a:gd name="T58" fmla="*/ 188 w 145"/>
                <a:gd name="T59" fmla="*/ 2102 h 1339"/>
                <a:gd name="T60" fmla="*/ 164 w 145"/>
                <a:gd name="T61" fmla="*/ 2280 h 1339"/>
                <a:gd name="T62" fmla="*/ 164 w 145"/>
                <a:gd name="T63" fmla="*/ 2280 h 1339"/>
                <a:gd name="T64" fmla="*/ 136 w 145"/>
                <a:gd name="T65" fmla="*/ 2915 h 1339"/>
                <a:gd name="T66" fmla="*/ 101 w 145"/>
                <a:gd name="T67" fmla="*/ 3088 h 1339"/>
                <a:gd name="T68" fmla="*/ 78 w 145"/>
                <a:gd name="T69" fmla="*/ 3188 h 1339"/>
                <a:gd name="T70" fmla="*/ 58 w 145"/>
                <a:gd name="T71" fmla="*/ 3256 h 1339"/>
                <a:gd name="T72" fmla="*/ 70 w 145"/>
                <a:gd name="T73" fmla="*/ 3258 h 1339"/>
                <a:gd name="T74" fmla="*/ 106 w 145"/>
                <a:gd name="T75" fmla="*/ 3131 h 1339"/>
                <a:gd name="T76" fmla="*/ 156 w 145"/>
                <a:gd name="T77" fmla="*/ 2925 h 1339"/>
                <a:gd name="T78" fmla="*/ 192 w 145"/>
                <a:gd name="T79" fmla="*/ 2285 h 1339"/>
                <a:gd name="T80" fmla="*/ 206 w 145"/>
                <a:gd name="T81" fmla="*/ 2287 h 1339"/>
                <a:gd name="T82" fmla="*/ 227 w 145"/>
                <a:gd name="T83" fmla="*/ 2112 h 1339"/>
                <a:gd name="T84" fmla="*/ 256 w 145"/>
                <a:gd name="T85" fmla="*/ 1882 h 1339"/>
                <a:gd name="T86" fmla="*/ 282 w 145"/>
                <a:gd name="T87" fmla="*/ 1664 h 1339"/>
                <a:gd name="T88" fmla="*/ 332 w 145"/>
                <a:gd name="T89" fmla="*/ 855 h 1339"/>
                <a:gd name="T90" fmla="*/ 288 w 145"/>
                <a:gd name="T91" fmla="*/ 551 h 1339"/>
                <a:gd name="T92" fmla="*/ 261 w 145"/>
                <a:gd name="T93" fmla="*/ 471 h 1339"/>
                <a:gd name="T94" fmla="*/ 242 w 145"/>
                <a:gd name="T95" fmla="*/ 1606 h 1339"/>
                <a:gd name="T96" fmla="*/ 221 w 145"/>
                <a:gd name="T97" fmla="*/ 1630 h 1339"/>
                <a:gd name="T98" fmla="*/ 192 w 145"/>
                <a:gd name="T99" fmla="*/ 1662 h 1339"/>
                <a:gd name="T100" fmla="*/ 163 w 145"/>
                <a:gd name="T101" fmla="*/ 1728 h 1339"/>
                <a:gd name="T102" fmla="*/ 161 w 145"/>
                <a:gd name="T103" fmla="*/ 1736 h 1339"/>
                <a:gd name="T104" fmla="*/ 178 w 145"/>
                <a:gd name="T105" fmla="*/ 1574 h 1339"/>
                <a:gd name="T106" fmla="*/ 214 w 145"/>
                <a:gd name="T107" fmla="*/ 1462 h 1339"/>
                <a:gd name="T108" fmla="*/ 231 w 145"/>
                <a:gd name="T109" fmla="*/ 1410 h 1339"/>
                <a:gd name="T110" fmla="*/ 277 w 145"/>
                <a:gd name="T111" fmla="*/ 1317 h 1339"/>
                <a:gd name="T112" fmla="*/ 242 w 145"/>
                <a:gd name="T113" fmla="*/ 1606 h 133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5" h="1339">
                  <a:moveTo>
                    <a:pt x="107" y="193"/>
                  </a:moveTo>
                  <a:cubicBezTo>
                    <a:pt x="81" y="118"/>
                    <a:pt x="66" y="71"/>
                    <a:pt x="36" y="37"/>
                  </a:cubicBezTo>
                  <a:cubicBezTo>
                    <a:pt x="36" y="37"/>
                    <a:pt x="27" y="27"/>
                    <a:pt x="25" y="24"/>
                  </a:cubicBezTo>
                  <a:cubicBezTo>
                    <a:pt x="20" y="18"/>
                    <a:pt x="15" y="9"/>
                    <a:pt x="15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7" y="40"/>
                    <a:pt x="16" y="45"/>
                    <a:pt x="21" y="51"/>
                  </a:cubicBezTo>
                  <a:cubicBezTo>
                    <a:pt x="36" y="69"/>
                    <a:pt x="42" y="74"/>
                    <a:pt x="54" y="105"/>
                  </a:cubicBezTo>
                  <a:cubicBezTo>
                    <a:pt x="57" y="114"/>
                    <a:pt x="54" y="119"/>
                    <a:pt x="52" y="123"/>
                  </a:cubicBezTo>
                  <a:cubicBezTo>
                    <a:pt x="48" y="131"/>
                    <a:pt x="42" y="132"/>
                    <a:pt x="37" y="136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49" y="144"/>
                    <a:pt x="52" y="143"/>
                    <a:pt x="56" y="137"/>
                  </a:cubicBezTo>
                  <a:cubicBezTo>
                    <a:pt x="57" y="135"/>
                    <a:pt x="59" y="135"/>
                    <a:pt x="60" y="137"/>
                  </a:cubicBezTo>
                  <a:cubicBezTo>
                    <a:pt x="88" y="187"/>
                    <a:pt x="111" y="255"/>
                    <a:pt x="117" y="353"/>
                  </a:cubicBezTo>
                  <a:cubicBezTo>
                    <a:pt x="121" y="414"/>
                    <a:pt x="119" y="473"/>
                    <a:pt x="114" y="528"/>
                  </a:cubicBezTo>
                  <a:cubicBezTo>
                    <a:pt x="100" y="542"/>
                    <a:pt x="93" y="558"/>
                    <a:pt x="87" y="577"/>
                  </a:cubicBezTo>
                  <a:cubicBezTo>
                    <a:pt x="79" y="598"/>
                    <a:pt x="79" y="598"/>
                    <a:pt x="79" y="598"/>
                  </a:cubicBezTo>
                  <a:cubicBezTo>
                    <a:pt x="74" y="614"/>
                    <a:pt x="68" y="629"/>
                    <a:pt x="65" y="645"/>
                  </a:cubicBezTo>
                  <a:cubicBezTo>
                    <a:pt x="60" y="668"/>
                    <a:pt x="58" y="692"/>
                    <a:pt x="57" y="716"/>
                  </a:cubicBezTo>
                  <a:cubicBezTo>
                    <a:pt x="56" y="726"/>
                    <a:pt x="56" y="726"/>
                    <a:pt x="56" y="726"/>
                  </a:cubicBezTo>
                  <a:cubicBezTo>
                    <a:pt x="55" y="744"/>
                    <a:pt x="54" y="766"/>
                    <a:pt x="46" y="782"/>
                  </a:cubicBezTo>
                  <a:cubicBezTo>
                    <a:pt x="54" y="786"/>
                    <a:pt x="54" y="786"/>
                    <a:pt x="54" y="786"/>
                  </a:cubicBezTo>
                  <a:cubicBezTo>
                    <a:pt x="60" y="771"/>
                    <a:pt x="62" y="753"/>
                    <a:pt x="64" y="736"/>
                  </a:cubicBezTo>
                  <a:cubicBezTo>
                    <a:pt x="64" y="736"/>
                    <a:pt x="64" y="736"/>
                    <a:pt x="64" y="736"/>
                  </a:cubicBezTo>
                  <a:cubicBezTo>
                    <a:pt x="68" y="729"/>
                    <a:pt x="71" y="720"/>
                    <a:pt x="74" y="712"/>
                  </a:cubicBezTo>
                  <a:cubicBezTo>
                    <a:pt x="77" y="703"/>
                    <a:pt x="80" y="694"/>
                    <a:pt x="85" y="688"/>
                  </a:cubicBezTo>
                  <a:cubicBezTo>
                    <a:pt x="88" y="684"/>
                    <a:pt x="91" y="680"/>
                    <a:pt x="95" y="676"/>
                  </a:cubicBezTo>
                  <a:cubicBezTo>
                    <a:pt x="96" y="675"/>
                    <a:pt x="97" y="675"/>
                    <a:pt x="97" y="674"/>
                  </a:cubicBezTo>
                  <a:cubicBezTo>
                    <a:pt x="97" y="677"/>
                    <a:pt x="97" y="679"/>
                    <a:pt x="96" y="682"/>
                  </a:cubicBezTo>
                  <a:cubicBezTo>
                    <a:pt x="92" y="716"/>
                    <a:pt x="88" y="745"/>
                    <a:pt x="85" y="771"/>
                  </a:cubicBezTo>
                  <a:cubicBezTo>
                    <a:pt x="81" y="820"/>
                    <a:pt x="81" y="842"/>
                    <a:pt x="77" y="864"/>
                  </a:cubicBezTo>
                  <a:cubicBezTo>
                    <a:pt x="74" y="883"/>
                    <a:pt x="71" y="902"/>
                    <a:pt x="68" y="937"/>
                  </a:cubicBezTo>
                  <a:cubicBezTo>
                    <a:pt x="68" y="937"/>
                    <a:pt x="68" y="937"/>
                    <a:pt x="68" y="937"/>
                  </a:cubicBezTo>
                  <a:cubicBezTo>
                    <a:pt x="62" y="1010"/>
                    <a:pt x="59" y="1113"/>
                    <a:pt x="56" y="1198"/>
                  </a:cubicBezTo>
                  <a:cubicBezTo>
                    <a:pt x="55" y="1217"/>
                    <a:pt x="48" y="1247"/>
                    <a:pt x="42" y="1269"/>
                  </a:cubicBezTo>
                  <a:cubicBezTo>
                    <a:pt x="41" y="1273"/>
                    <a:pt x="34" y="1305"/>
                    <a:pt x="32" y="1310"/>
                  </a:cubicBezTo>
                  <a:cubicBezTo>
                    <a:pt x="28" y="1321"/>
                    <a:pt x="24" y="1328"/>
                    <a:pt x="24" y="1338"/>
                  </a:cubicBezTo>
                  <a:cubicBezTo>
                    <a:pt x="29" y="1339"/>
                    <a:pt x="29" y="1339"/>
                    <a:pt x="29" y="1339"/>
                  </a:cubicBezTo>
                  <a:cubicBezTo>
                    <a:pt x="32" y="1324"/>
                    <a:pt x="38" y="1306"/>
                    <a:pt x="44" y="1287"/>
                  </a:cubicBezTo>
                  <a:cubicBezTo>
                    <a:pt x="53" y="1258"/>
                    <a:pt x="63" y="1229"/>
                    <a:pt x="64" y="1202"/>
                  </a:cubicBezTo>
                  <a:cubicBezTo>
                    <a:pt x="67" y="1116"/>
                    <a:pt x="73" y="1012"/>
                    <a:pt x="79" y="939"/>
                  </a:cubicBezTo>
                  <a:cubicBezTo>
                    <a:pt x="85" y="940"/>
                    <a:pt x="85" y="940"/>
                    <a:pt x="85" y="940"/>
                  </a:cubicBezTo>
                  <a:cubicBezTo>
                    <a:pt x="88" y="905"/>
                    <a:pt x="91" y="887"/>
                    <a:pt x="94" y="868"/>
                  </a:cubicBezTo>
                  <a:cubicBezTo>
                    <a:pt x="97" y="847"/>
                    <a:pt x="101" y="822"/>
                    <a:pt x="105" y="773"/>
                  </a:cubicBezTo>
                  <a:cubicBezTo>
                    <a:pt x="107" y="748"/>
                    <a:pt x="111" y="718"/>
                    <a:pt x="116" y="684"/>
                  </a:cubicBezTo>
                  <a:cubicBezTo>
                    <a:pt x="129" y="593"/>
                    <a:pt x="145" y="479"/>
                    <a:pt x="137" y="352"/>
                  </a:cubicBezTo>
                  <a:cubicBezTo>
                    <a:pt x="134" y="304"/>
                    <a:pt x="127" y="263"/>
                    <a:pt x="118" y="227"/>
                  </a:cubicBezTo>
                  <a:cubicBezTo>
                    <a:pt x="115" y="216"/>
                    <a:pt x="112" y="206"/>
                    <a:pt x="107" y="193"/>
                  </a:cubicBezTo>
                  <a:close/>
                  <a:moveTo>
                    <a:pt x="100" y="660"/>
                  </a:moveTo>
                  <a:cubicBezTo>
                    <a:pt x="98" y="664"/>
                    <a:pt x="94" y="667"/>
                    <a:pt x="91" y="670"/>
                  </a:cubicBezTo>
                  <a:cubicBezTo>
                    <a:pt x="87" y="674"/>
                    <a:pt x="83" y="678"/>
                    <a:pt x="79" y="683"/>
                  </a:cubicBezTo>
                  <a:cubicBezTo>
                    <a:pt x="74" y="691"/>
                    <a:pt x="71" y="700"/>
                    <a:pt x="67" y="710"/>
                  </a:cubicBezTo>
                  <a:cubicBezTo>
                    <a:pt x="67" y="711"/>
                    <a:pt x="66" y="712"/>
                    <a:pt x="66" y="714"/>
                  </a:cubicBezTo>
                  <a:cubicBezTo>
                    <a:pt x="68" y="691"/>
                    <a:pt x="69" y="668"/>
                    <a:pt x="73" y="647"/>
                  </a:cubicBezTo>
                  <a:cubicBezTo>
                    <a:pt x="76" y="631"/>
                    <a:pt x="82" y="616"/>
                    <a:pt x="88" y="601"/>
                  </a:cubicBezTo>
                  <a:cubicBezTo>
                    <a:pt x="95" y="579"/>
                    <a:pt x="95" y="579"/>
                    <a:pt x="95" y="579"/>
                  </a:cubicBezTo>
                  <a:cubicBezTo>
                    <a:pt x="100" y="564"/>
                    <a:pt x="105" y="552"/>
                    <a:pt x="114" y="541"/>
                  </a:cubicBezTo>
                  <a:cubicBezTo>
                    <a:pt x="110" y="584"/>
                    <a:pt x="105" y="624"/>
                    <a:pt x="100" y="66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1" name="Freeform 467">
              <a:extLst>
                <a:ext uri="{FF2B5EF4-FFF2-40B4-BE49-F238E27FC236}">
                  <a16:creationId xmlns:a16="http://schemas.microsoft.com/office/drawing/2014/main" id="{F81A9E7D-828C-4F9C-87F4-706ACDDEE4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71" y="1370"/>
              <a:ext cx="361" cy="1227"/>
            </a:xfrm>
            <a:custGeom>
              <a:avLst/>
              <a:gdLst>
                <a:gd name="T0" fmla="*/ 627 w 269"/>
                <a:gd name="T1" fmla="*/ 1993 h 912"/>
                <a:gd name="T2" fmla="*/ 621 w 269"/>
                <a:gd name="T3" fmla="*/ 1959 h 912"/>
                <a:gd name="T4" fmla="*/ 585 w 269"/>
                <a:gd name="T5" fmla="*/ 1678 h 912"/>
                <a:gd name="T6" fmla="*/ 474 w 269"/>
                <a:gd name="T7" fmla="*/ 1305 h 912"/>
                <a:gd name="T8" fmla="*/ 452 w 269"/>
                <a:gd name="T9" fmla="*/ 1243 h 912"/>
                <a:gd name="T10" fmla="*/ 411 w 269"/>
                <a:gd name="T11" fmla="*/ 704 h 912"/>
                <a:gd name="T12" fmla="*/ 207 w 269"/>
                <a:gd name="T13" fmla="*/ 163 h 912"/>
                <a:gd name="T14" fmla="*/ 12 w 269"/>
                <a:gd name="T15" fmla="*/ 0 h 912"/>
                <a:gd name="T16" fmla="*/ 0 w 269"/>
                <a:gd name="T17" fmla="*/ 27 h 912"/>
                <a:gd name="T18" fmla="*/ 382 w 269"/>
                <a:gd name="T19" fmla="*/ 706 h 912"/>
                <a:gd name="T20" fmla="*/ 423 w 269"/>
                <a:gd name="T21" fmla="*/ 1249 h 912"/>
                <a:gd name="T22" fmla="*/ 428 w 269"/>
                <a:gd name="T23" fmla="*/ 1341 h 912"/>
                <a:gd name="T24" fmla="*/ 423 w 269"/>
                <a:gd name="T25" fmla="*/ 1472 h 912"/>
                <a:gd name="T26" fmla="*/ 439 w 269"/>
                <a:gd name="T27" fmla="*/ 1680 h 912"/>
                <a:gd name="T28" fmla="*/ 483 w 269"/>
                <a:gd name="T29" fmla="*/ 1859 h 912"/>
                <a:gd name="T30" fmla="*/ 505 w 269"/>
                <a:gd name="T31" fmla="*/ 1975 h 912"/>
                <a:gd name="T32" fmla="*/ 505 w 269"/>
                <a:gd name="T33" fmla="*/ 1982 h 912"/>
                <a:gd name="T34" fmla="*/ 501 w 269"/>
                <a:gd name="T35" fmla="*/ 2025 h 912"/>
                <a:gd name="T36" fmla="*/ 495 w 269"/>
                <a:gd name="T37" fmla="*/ 2095 h 912"/>
                <a:gd name="T38" fmla="*/ 570 w 269"/>
                <a:gd name="T39" fmla="*/ 2212 h 912"/>
                <a:gd name="T40" fmla="*/ 628 w 269"/>
                <a:gd name="T41" fmla="*/ 2200 h 912"/>
                <a:gd name="T42" fmla="*/ 650 w 269"/>
                <a:gd name="T43" fmla="*/ 2123 h 912"/>
                <a:gd name="T44" fmla="*/ 627 w 269"/>
                <a:gd name="T45" fmla="*/ 1993 h 912"/>
                <a:gd name="T46" fmla="*/ 615 w 269"/>
                <a:gd name="T47" fmla="*/ 2186 h 912"/>
                <a:gd name="T48" fmla="*/ 574 w 269"/>
                <a:gd name="T49" fmla="*/ 2192 h 912"/>
                <a:gd name="T50" fmla="*/ 521 w 269"/>
                <a:gd name="T51" fmla="*/ 2029 h 912"/>
                <a:gd name="T52" fmla="*/ 525 w 269"/>
                <a:gd name="T53" fmla="*/ 1982 h 912"/>
                <a:gd name="T54" fmla="*/ 525 w 269"/>
                <a:gd name="T55" fmla="*/ 1982 h 912"/>
                <a:gd name="T56" fmla="*/ 525 w 269"/>
                <a:gd name="T57" fmla="*/ 1982 h 912"/>
                <a:gd name="T58" fmla="*/ 525 w 269"/>
                <a:gd name="T59" fmla="*/ 1975 h 912"/>
                <a:gd name="T60" fmla="*/ 502 w 269"/>
                <a:gd name="T61" fmla="*/ 1851 h 912"/>
                <a:gd name="T62" fmla="*/ 459 w 269"/>
                <a:gd name="T63" fmla="*/ 1676 h 912"/>
                <a:gd name="T64" fmla="*/ 443 w 269"/>
                <a:gd name="T65" fmla="*/ 1472 h 912"/>
                <a:gd name="T66" fmla="*/ 447 w 269"/>
                <a:gd name="T67" fmla="*/ 1341 h 912"/>
                <a:gd name="T68" fmla="*/ 447 w 269"/>
                <a:gd name="T69" fmla="*/ 1317 h 912"/>
                <a:gd name="T70" fmla="*/ 458 w 269"/>
                <a:gd name="T71" fmla="*/ 1312 h 912"/>
                <a:gd name="T72" fmla="*/ 565 w 269"/>
                <a:gd name="T73" fmla="*/ 1678 h 912"/>
                <a:gd name="T74" fmla="*/ 601 w 269"/>
                <a:gd name="T75" fmla="*/ 1962 h 912"/>
                <a:gd name="T76" fmla="*/ 607 w 269"/>
                <a:gd name="T77" fmla="*/ 1997 h 912"/>
                <a:gd name="T78" fmla="*/ 607 w 269"/>
                <a:gd name="T79" fmla="*/ 1997 h 912"/>
                <a:gd name="T80" fmla="*/ 631 w 269"/>
                <a:gd name="T81" fmla="*/ 2123 h 912"/>
                <a:gd name="T82" fmla="*/ 615 w 269"/>
                <a:gd name="T83" fmla="*/ 2186 h 91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69" h="912">
                  <a:moveTo>
                    <a:pt x="259" y="818"/>
                  </a:moveTo>
                  <a:cubicBezTo>
                    <a:pt x="259" y="817"/>
                    <a:pt x="257" y="804"/>
                    <a:pt x="257" y="804"/>
                  </a:cubicBezTo>
                  <a:cubicBezTo>
                    <a:pt x="254" y="791"/>
                    <a:pt x="250" y="772"/>
                    <a:pt x="242" y="689"/>
                  </a:cubicBezTo>
                  <a:cubicBezTo>
                    <a:pt x="235" y="610"/>
                    <a:pt x="210" y="563"/>
                    <a:pt x="196" y="536"/>
                  </a:cubicBezTo>
                  <a:cubicBezTo>
                    <a:pt x="190" y="525"/>
                    <a:pt x="187" y="511"/>
                    <a:pt x="187" y="511"/>
                  </a:cubicBezTo>
                  <a:cubicBezTo>
                    <a:pt x="187" y="511"/>
                    <a:pt x="183" y="474"/>
                    <a:pt x="170" y="289"/>
                  </a:cubicBezTo>
                  <a:cubicBezTo>
                    <a:pt x="163" y="185"/>
                    <a:pt x="124" y="109"/>
                    <a:pt x="86" y="67"/>
                  </a:cubicBezTo>
                  <a:cubicBezTo>
                    <a:pt x="54" y="30"/>
                    <a:pt x="34" y="14"/>
                    <a:pt x="5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61" y="41"/>
                    <a:pt x="147" y="129"/>
                    <a:pt x="158" y="290"/>
                  </a:cubicBezTo>
                  <a:cubicBezTo>
                    <a:pt x="171" y="476"/>
                    <a:pt x="175" y="512"/>
                    <a:pt x="175" y="513"/>
                  </a:cubicBezTo>
                  <a:cubicBezTo>
                    <a:pt x="175" y="513"/>
                    <a:pt x="177" y="540"/>
                    <a:pt x="177" y="551"/>
                  </a:cubicBezTo>
                  <a:cubicBezTo>
                    <a:pt x="176" y="566"/>
                    <a:pt x="175" y="584"/>
                    <a:pt x="175" y="604"/>
                  </a:cubicBezTo>
                  <a:cubicBezTo>
                    <a:pt x="175" y="631"/>
                    <a:pt x="177" y="661"/>
                    <a:pt x="182" y="690"/>
                  </a:cubicBezTo>
                  <a:cubicBezTo>
                    <a:pt x="189" y="723"/>
                    <a:pt x="195" y="745"/>
                    <a:pt x="200" y="763"/>
                  </a:cubicBezTo>
                  <a:cubicBezTo>
                    <a:pt x="206" y="782"/>
                    <a:pt x="209" y="795"/>
                    <a:pt x="209" y="811"/>
                  </a:cubicBezTo>
                  <a:cubicBezTo>
                    <a:pt x="209" y="812"/>
                    <a:pt x="209" y="813"/>
                    <a:pt x="209" y="814"/>
                  </a:cubicBezTo>
                  <a:cubicBezTo>
                    <a:pt x="209" y="814"/>
                    <a:pt x="207" y="832"/>
                    <a:pt x="207" y="832"/>
                  </a:cubicBezTo>
                  <a:cubicBezTo>
                    <a:pt x="206" y="841"/>
                    <a:pt x="205" y="851"/>
                    <a:pt x="205" y="860"/>
                  </a:cubicBezTo>
                  <a:cubicBezTo>
                    <a:pt x="205" y="881"/>
                    <a:pt x="211" y="901"/>
                    <a:pt x="236" y="908"/>
                  </a:cubicBezTo>
                  <a:cubicBezTo>
                    <a:pt x="249" y="912"/>
                    <a:pt x="256" y="907"/>
                    <a:pt x="260" y="903"/>
                  </a:cubicBezTo>
                  <a:cubicBezTo>
                    <a:pt x="266" y="897"/>
                    <a:pt x="269" y="885"/>
                    <a:pt x="269" y="872"/>
                  </a:cubicBezTo>
                  <a:cubicBezTo>
                    <a:pt x="269" y="852"/>
                    <a:pt x="263" y="829"/>
                    <a:pt x="259" y="818"/>
                  </a:cubicBezTo>
                  <a:close/>
                  <a:moveTo>
                    <a:pt x="254" y="898"/>
                  </a:moveTo>
                  <a:cubicBezTo>
                    <a:pt x="251" y="902"/>
                    <a:pt x="246" y="902"/>
                    <a:pt x="238" y="900"/>
                  </a:cubicBezTo>
                  <a:cubicBezTo>
                    <a:pt x="208" y="891"/>
                    <a:pt x="212" y="862"/>
                    <a:pt x="215" y="833"/>
                  </a:cubicBezTo>
                  <a:cubicBezTo>
                    <a:pt x="217" y="814"/>
                    <a:pt x="217" y="814"/>
                    <a:pt x="217" y="814"/>
                  </a:cubicBezTo>
                  <a:cubicBezTo>
                    <a:pt x="217" y="814"/>
                    <a:pt x="217" y="814"/>
                    <a:pt x="217" y="814"/>
                  </a:cubicBezTo>
                  <a:cubicBezTo>
                    <a:pt x="217" y="814"/>
                    <a:pt x="217" y="814"/>
                    <a:pt x="217" y="814"/>
                  </a:cubicBezTo>
                  <a:cubicBezTo>
                    <a:pt x="217" y="813"/>
                    <a:pt x="217" y="812"/>
                    <a:pt x="217" y="811"/>
                  </a:cubicBezTo>
                  <a:cubicBezTo>
                    <a:pt x="217" y="794"/>
                    <a:pt x="213" y="781"/>
                    <a:pt x="208" y="760"/>
                  </a:cubicBezTo>
                  <a:cubicBezTo>
                    <a:pt x="203" y="743"/>
                    <a:pt x="196" y="721"/>
                    <a:pt x="190" y="688"/>
                  </a:cubicBezTo>
                  <a:cubicBezTo>
                    <a:pt x="185" y="660"/>
                    <a:pt x="183" y="631"/>
                    <a:pt x="183" y="604"/>
                  </a:cubicBezTo>
                  <a:cubicBezTo>
                    <a:pt x="183" y="584"/>
                    <a:pt x="184" y="566"/>
                    <a:pt x="185" y="551"/>
                  </a:cubicBezTo>
                  <a:cubicBezTo>
                    <a:pt x="185" y="547"/>
                    <a:pt x="185" y="544"/>
                    <a:pt x="185" y="541"/>
                  </a:cubicBezTo>
                  <a:cubicBezTo>
                    <a:pt x="185" y="538"/>
                    <a:pt x="187" y="537"/>
                    <a:pt x="189" y="539"/>
                  </a:cubicBezTo>
                  <a:cubicBezTo>
                    <a:pt x="203" y="567"/>
                    <a:pt x="227" y="612"/>
                    <a:pt x="234" y="689"/>
                  </a:cubicBezTo>
                  <a:cubicBezTo>
                    <a:pt x="242" y="773"/>
                    <a:pt x="246" y="792"/>
                    <a:pt x="249" y="806"/>
                  </a:cubicBezTo>
                  <a:cubicBezTo>
                    <a:pt x="251" y="820"/>
                    <a:pt x="251" y="820"/>
                    <a:pt x="251" y="820"/>
                  </a:cubicBezTo>
                  <a:cubicBezTo>
                    <a:pt x="251" y="820"/>
                    <a:pt x="251" y="820"/>
                    <a:pt x="251" y="820"/>
                  </a:cubicBezTo>
                  <a:cubicBezTo>
                    <a:pt x="256" y="833"/>
                    <a:pt x="261" y="855"/>
                    <a:pt x="261" y="872"/>
                  </a:cubicBezTo>
                  <a:cubicBezTo>
                    <a:pt x="261" y="883"/>
                    <a:pt x="259" y="893"/>
                    <a:pt x="254" y="89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2" name="Freeform 468">
              <a:extLst>
                <a:ext uri="{FF2B5EF4-FFF2-40B4-BE49-F238E27FC236}">
                  <a16:creationId xmlns:a16="http://schemas.microsoft.com/office/drawing/2014/main" id="{5CB23A31-C4B7-4D2B-AE27-F9D71F756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176"/>
              <a:ext cx="62" cy="160"/>
            </a:xfrm>
            <a:custGeom>
              <a:avLst/>
              <a:gdLst>
                <a:gd name="T0" fmla="*/ 16 w 46"/>
                <a:gd name="T1" fmla="*/ 0 h 119"/>
                <a:gd name="T2" fmla="*/ 43 w 46"/>
                <a:gd name="T3" fmla="*/ 93 h 119"/>
                <a:gd name="T4" fmla="*/ 96 w 46"/>
                <a:gd name="T5" fmla="*/ 233 h 119"/>
                <a:gd name="T6" fmla="*/ 113 w 46"/>
                <a:gd name="T7" fmla="*/ 289 h 119"/>
                <a:gd name="T8" fmla="*/ 113 w 46"/>
                <a:gd name="T9" fmla="*/ 289 h 119"/>
                <a:gd name="T10" fmla="*/ 90 w 46"/>
                <a:gd name="T11" fmla="*/ 241 h 119"/>
                <a:gd name="T12" fmla="*/ 30 w 46"/>
                <a:gd name="T13" fmla="*/ 98 h 119"/>
                <a:gd name="T14" fmla="*/ 1 w 46"/>
                <a:gd name="T15" fmla="*/ 0 h 119"/>
                <a:gd name="T16" fmla="*/ 16 w 46"/>
                <a:gd name="T17" fmla="*/ 0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19">
                  <a:moveTo>
                    <a:pt x="7" y="0"/>
                  </a:moveTo>
                  <a:cubicBezTo>
                    <a:pt x="6" y="13"/>
                    <a:pt x="12" y="25"/>
                    <a:pt x="18" y="38"/>
                  </a:cubicBezTo>
                  <a:cubicBezTo>
                    <a:pt x="27" y="57"/>
                    <a:pt x="32" y="77"/>
                    <a:pt x="39" y="96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30" y="80"/>
                    <a:pt x="21" y="59"/>
                    <a:pt x="12" y="40"/>
                  </a:cubicBezTo>
                  <a:cubicBezTo>
                    <a:pt x="6" y="27"/>
                    <a:pt x="0" y="14"/>
                    <a:pt x="1" y="0"/>
                  </a:cubicBezTo>
                  <a:lnTo>
                    <a:pt x="7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3" name="Freeform 469">
              <a:extLst>
                <a:ext uri="{FF2B5EF4-FFF2-40B4-BE49-F238E27FC236}">
                  <a16:creationId xmlns:a16="http://schemas.microsoft.com/office/drawing/2014/main" id="{D8347190-AD59-41B0-A2E1-F0CFC7E21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702"/>
              <a:ext cx="134" cy="564"/>
            </a:xfrm>
            <a:custGeom>
              <a:avLst/>
              <a:gdLst>
                <a:gd name="T0" fmla="*/ 1 w 100"/>
                <a:gd name="T1" fmla="*/ 397 h 419"/>
                <a:gd name="T2" fmla="*/ 7 w 100"/>
                <a:gd name="T3" fmla="*/ 339 h 419"/>
                <a:gd name="T4" fmla="*/ 12 w 100"/>
                <a:gd name="T5" fmla="*/ 256 h 419"/>
                <a:gd name="T6" fmla="*/ 16 w 100"/>
                <a:gd name="T7" fmla="*/ 203 h 419"/>
                <a:gd name="T8" fmla="*/ 34 w 100"/>
                <a:gd name="T9" fmla="*/ 0 h 419"/>
                <a:gd name="T10" fmla="*/ 56 w 100"/>
                <a:gd name="T11" fmla="*/ 22 h 419"/>
                <a:gd name="T12" fmla="*/ 31 w 100"/>
                <a:gd name="T13" fmla="*/ 203 h 419"/>
                <a:gd name="T14" fmla="*/ 27 w 100"/>
                <a:gd name="T15" fmla="*/ 258 h 419"/>
                <a:gd name="T16" fmla="*/ 21 w 100"/>
                <a:gd name="T17" fmla="*/ 339 h 419"/>
                <a:gd name="T18" fmla="*/ 16 w 100"/>
                <a:gd name="T19" fmla="*/ 397 h 419"/>
                <a:gd name="T20" fmla="*/ 20 w 100"/>
                <a:gd name="T21" fmla="*/ 459 h 419"/>
                <a:gd name="T22" fmla="*/ 101 w 100"/>
                <a:gd name="T23" fmla="*/ 598 h 419"/>
                <a:gd name="T24" fmla="*/ 122 w 100"/>
                <a:gd name="T25" fmla="*/ 629 h 419"/>
                <a:gd name="T26" fmla="*/ 137 w 100"/>
                <a:gd name="T27" fmla="*/ 649 h 419"/>
                <a:gd name="T28" fmla="*/ 157 w 100"/>
                <a:gd name="T29" fmla="*/ 677 h 419"/>
                <a:gd name="T30" fmla="*/ 210 w 100"/>
                <a:gd name="T31" fmla="*/ 774 h 419"/>
                <a:gd name="T32" fmla="*/ 239 w 100"/>
                <a:gd name="T33" fmla="*/ 938 h 419"/>
                <a:gd name="T34" fmla="*/ 239 w 100"/>
                <a:gd name="T35" fmla="*/ 980 h 419"/>
                <a:gd name="T36" fmla="*/ 236 w 100"/>
                <a:gd name="T37" fmla="*/ 1020 h 419"/>
                <a:gd name="T38" fmla="*/ 221 w 100"/>
                <a:gd name="T39" fmla="*/ 1022 h 419"/>
                <a:gd name="T40" fmla="*/ 225 w 100"/>
                <a:gd name="T41" fmla="*/ 979 h 419"/>
                <a:gd name="T42" fmla="*/ 225 w 100"/>
                <a:gd name="T43" fmla="*/ 938 h 419"/>
                <a:gd name="T44" fmla="*/ 197 w 100"/>
                <a:gd name="T45" fmla="*/ 777 h 419"/>
                <a:gd name="T46" fmla="*/ 158 w 100"/>
                <a:gd name="T47" fmla="*/ 707 h 419"/>
                <a:gd name="T48" fmla="*/ 158 w 100"/>
                <a:gd name="T49" fmla="*/ 711 h 419"/>
                <a:gd name="T50" fmla="*/ 163 w 100"/>
                <a:gd name="T51" fmla="*/ 766 h 419"/>
                <a:gd name="T52" fmla="*/ 149 w 100"/>
                <a:gd name="T53" fmla="*/ 770 h 419"/>
                <a:gd name="T54" fmla="*/ 143 w 100"/>
                <a:gd name="T55" fmla="*/ 711 h 419"/>
                <a:gd name="T56" fmla="*/ 142 w 100"/>
                <a:gd name="T57" fmla="*/ 682 h 419"/>
                <a:gd name="T58" fmla="*/ 126 w 100"/>
                <a:gd name="T59" fmla="*/ 658 h 419"/>
                <a:gd name="T60" fmla="*/ 111 w 100"/>
                <a:gd name="T61" fmla="*/ 635 h 419"/>
                <a:gd name="T62" fmla="*/ 90 w 100"/>
                <a:gd name="T63" fmla="*/ 607 h 419"/>
                <a:gd name="T64" fmla="*/ 46 w 100"/>
                <a:gd name="T65" fmla="*/ 548 h 419"/>
                <a:gd name="T66" fmla="*/ 38 w 100"/>
                <a:gd name="T67" fmla="*/ 549 h 419"/>
                <a:gd name="T68" fmla="*/ 48 w 100"/>
                <a:gd name="T69" fmla="*/ 629 h 419"/>
                <a:gd name="T70" fmla="*/ 78 w 100"/>
                <a:gd name="T71" fmla="*/ 826 h 419"/>
                <a:gd name="T72" fmla="*/ 90 w 100"/>
                <a:gd name="T73" fmla="*/ 859 h 419"/>
                <a:gd name="T74" fmla="*/ 106 w 100"/>
                <a:gd name="T75" fmla="*/ 896 h 419"/>
                <a:gd name="T76" fmla="*/ 91 w 100"/>
                <a:gd name="T77" fmla="*/ 902 h 419"/>
                <a:gd name="T78" fmla="*/ 78 w 100"/>
                <a:gd name="T79" fmla="*/ 864 h 419"/>
                <a:gd name="T80" fmla="*/ 63 w 100"/>
                <a:gd name="T81" fmla="*/ 832 h 419"/>
                <a:gd name="T82" fmla="*/ 34 w 100"/>
                <a:gd name="T83" fmla="*/ 629 h 419"/>
                <a:gd name="T84" fmla="*/ 20 w 100"/>
                <a:gd name="T85" fmla="*/ 528 h 419"/>
                <a:gd name="T86" fmla="*/ 5 w 100"/>
                <a:gd name="T87" fmla="*/ 464 h 419"/>
                <a:gd name="T88" fmla="*/ 1 w 100"/>
                <a:gd name="T89" fmla="*/ 397 h 4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0" h="419">
                  <a:moveTo>
                    <a:pt x="1" y="163"/>
                  </a:moveTo>
                  <a:cubicBezTo>
                    <a:pt x="3" y="139"/>
                    <a:pt x="3" y="139"/>
                    <a:pt x="3" y="139"/>
                  </a:cubicBezTo>
                  <a:cubicBezTo>
                    <a:pt x="3" y="126"/>
                    <a:pt x="4" y="114"/>
                    <a:pt x="5" y="105"/>
                  </a:cubicBezTo>
                  <a:cubicBezTo>
                    <a:pt x="6" y="102"/>
                    <a:pt x="6" y="94"/>
                    <a:pt x="7" y="83"/>
                  </a:cubicBezTo>
                  <a:cubicBezTo>
                    <a:pt x="11" y="44"/>
                    <a:pt x="13" y="9"/>
                    <a:pt x="14" y="0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19" y="14"/>
                    <a:pt x="15" y="61"/>
                    <a:pt x="13" y="83"/>
                  </a:cubicBezTo>
                  <a:cubicBezTo>
                    <a:pt x="12" y="95"/>
                    <a:pt x="12" y="103"/>
                    <a:pt x="11" y="106"/>
                  </a:cubicBezTo>
                  <a:cubicBezTo>
                    <a:pt x="10" y="114"/>
                    <a:pt x="9" y="127"/>
                    <a:pt x="9" y="139"/>
                  </a:cubicBezTo>
                  <a:cubicBezTo>
                    <a:pt x="7" y="163"/>
                    <a:pt x="7" y="163"/>
                    <a:pt x="7" y="163"/>
                  </a:cubicBezTo>
                  <a:cubicBezTo>
                    <a:pt x="6" y="172"/>
                    <a:pt x="7" y="180"/>
                    <a:pt x="8" y="188"/>
                  </a:cubicBezTo>
                  <a:cubicBezTo>
                    <a:pt x="13" y="206"/>
                    <a:pt x="29" y="228"/>
                    <a:pt x="42" y="245"/>
                  </a:cubicBezTo>
                  <a:cubicBezTo>
                    <a:pt x="51" y="258"/>
                    <a:pt x="51" y="258"/>
                    <a:pt x="51" y="258"/>
                  </a:cubicBezTo>
                  <a:cubicBezTo>
                    <a:pt x="57" y="266"/>
                    <a:pt x="57" y="266"/>
                    <a:pt x="57" y="266"/>
                  </a:cubicBezTo>
                  <a:cubicBezTo>
                    <a:pt x="59" y="270"/>
                    <a:pt x="65" y="277"/>
                    <a:pt x="65" y="278"/>
                  </a:cubicBezTo>
                  <a:cubicBezTo>
                    <a:pt x="73" y="290"/>
                    <a:pt x="81" y="303"/>
                    <a:pt x="87" y="317"/>
                  </a:cubicBezTo>
                  <a:cubicBezTo>
                    <a:pt x="96" y="339"/>
                    <a:pt x="98" y="362"/>
                    <a:pt x="99" y="385"/>
                  </a:cubicBezTo>
                  <a:cubicBezTo>
                    <a:pt x="100" y="389"/>
                    <a:pt x="99" y="396"/>
                    <a:pt x="99" y="402"/>
                  </a:cubicBezTo>
                  <a:cubicBezTo>
                    <a:pt x="98" y="408"/>
                    <a:pt x="98" y="414"/>
                    <a:pt x="98" y="418"/>
                  </a:cubicBezTo>
                  <a:cubicBezTo>
                    <a:pt x="92" y="419"/>
                    <a:pt x="92" y="419"/>
                    <a:pt x="92" y="419"/>
                  </a:cubicBezTo>
                  <a:cubicBezTo>
                    <a:pt x="92" y="415"/>
                    <a:pt x="92" y="408"/>
                    <a:pt x="93" y="401"/>
                  </a:cubicBezTo>
                  <a:cubicBezTo>
                    <a:pt x="93" y="395"/>
                    <a:pt x="94" y="389"/>
                    <a:pt x="93" y="385"/>
                  </a:cubicBezTo>
                  <a:cubicBezTo>
                    <a:pt x="92" y="363"/>
                    <a:pt x="90" y="340"/>
                    <a:pt x="82" y="319"/>
                  </a:cubicBezTo>
                  <a:cubicBezTo>
                    <a:pt x="77" y="309"/>
                    <a:pt x="72" y="299"/>
                    <a:pt x="66" y="290"/>
                  </a:cubicBezTo>
                  <a:cubicBezTo>
                    <a:pt x="66" y="291"/>
                    <a:pt x="66" y="291"/>
                    <a:pt x="66" y="291"/>
                  </a:cubicBezTo>
                  <a:cubicBezTo>
                    <a:pt x="66" y="298"/>
                    <a:pt x="65" y="305"/>
                    <a:pt x="68" y="314"/>
                  </a:cubicBezTo>
                  <a:cubicBezTo>
                    <a:pt x="62" y="316"/>
                    <a:pt x="62" y="316"/>
                    <a:pt x="62" y="316"/>
                  </a:cubicBezTo>
                  <a:cubicBezTo>
                    <a:pt x="59" y="305"/>
                    <a:pt x="60" y="297"/>
                    <a:pt x="60" y="291"/>
                  </a:cubicBezTo>
                  <a:cubicBezTo>
                    <a:pt x="60" y="287"/>
                    <a:pt x="60" y="283"/>
                    <a:pt x="59" y="280"/>
                  </a:cubicBezTo>
                  <a:cubicBezTo>
                    <a:pt x="57" y="277"/>
                    <a:pt x="54" y="273"/>
                    <a:pt x="52" y="270"/>
                  </a:cubicBezTo>
                  <a:cubicBezTo>
                    <a:pt x="46" y="261"/>
                    <a:pt x="46" y="261"/>
                    <a:pt x="46" y="261"/>
                  </a:cubicBezTo>
                  <a:cubicBezTo>
                    <a:pt x="37" y="249"/>
                    <a:pt x="37" y="249"/>
                    <a:pt x="37" y="249"/>
                  </a:cubicBezTo>
                  <a:cubicBezTo>
                    <a:pt x="32" y="241"/>
                    <a:pt x="25" y="233"/>
                    <a:pt x="19" y="224"/>
                  </a:cubicBezTo>
                  <a:cubicBezTo>
                    <a:pt x="17" y="221"/>
                    <a:pt x="15" y="221"/>
                    <a:pt x="16" y="225"/>
                  </a:cubicBezTo>
                  <a:cubicBezTo>
                    <a:pt x="18" y="236"/>
                    <a:pt x="20" y="247"/>
                    <a:pt x="20" y="258"/>
                  </a:cubicBezTo>
                  <a:cubicBezTo>
                    <a:pt x="20" y="286"/>
                    <a:pt x="22" y="310"/>
                    <a:pt x="32" y="339"/>
                  </a:cubicBezTo>
                  <a:cubicBezTo>
                    <a:pt x="37" y="352"/>
                    <a:pt x="37" y="352"/>
                    <a:pt x="37" y="352"/>
                  </a:cubicBezTo>
                  <a:cubicBezTo>
                    <a:pt x="44" y="368"/>
                    <a:pt x="44" y="368"/>
                    <a:pt x="44" y="368"/>
                  </a:cubicBezTo>
                  <a:cubicBezTo>
                    <a:pt x="38" y="370"/>
                    <a:pt x="38" y="370"/>
                    <a:pt x="38" y="370"/>
                  </a:cubicBezTo>
                  <a:cubicBezTo>
                    <a:pt x="32" y="354"/>
                    <a:pt x="32" y="354"/>
                    <a:pt x="32" y="354"/>
                  </a:cubicBezTo>
                  <a:cubicBezTo>
                    <a:pt x="26" y="341"/>
                    <a:pt x="26" y="341"/>
                    <a:pt x="26" y="341"/>
                  </a:cubicBezTo>
                  <a:cubicBezTo>
                    <a:pt x="16" y="311"/>
                    <a:pt x="14" y="286"/>
                    <a:pt x="14" y="258"/>
                  </a:cubicBezTo>
                  <a:cubicBezTo>
                    <a:pt x="14" y="244"/>
                    <a:pt x="11" y="230"/>
                    <a:pt x="8" y="216"/>
                  </a:cubicBezTo>
                  <a:cubicBezTo>
                    <a:pt x="6" y="207"/>
                    <a:pt x="4" y="198"/>
                    <a:pt x="2" y="190"/>
                  </a:cubicBezTo>
                  <a:cubicBezTo>
                    <a:pt x="1" y="182"/>
                    <a:pt x="0" y="170"/>
                    <a:pt x="1" y="16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4" name="Freeform 470">
              <a:extLst>
                <a:ext uri="{FF2B5EF4-FFF2-40B4-BE49-F238E27FC236}">
                  <a16:creationId xmlns:a16="http://schemas.microsoft.com/office/drawing/2014/main" id="{63DB9E09-BF5F-4CD3-BD10-669998222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439"/>
              <a:ext cx="181" cy="188"/>
            </a:xfrm>
            <a:custGeom>
              <a:avLst/>
              <a:gdLst>
                <a:gd name="T0" fmla="*/ 43 w 134"/>
                <a:gd name="T1" fmla="*/ 149 h 140"/>
                <a:gd name="T2" fmla="*/ 42 w 134"/>
                <a:gd name="T3" fmla="*/ 141 h 140"/>
                <a:gd name="T4" fmla="*/ 0 w 134"/>
                <a:gd name="T5" fmla="*/ 75 h 140"/>
                <a:gd name="T6" fmla="*/ 9 w 134"/>
                <a:gd name="T7" fmla="*/ 73 h 140"/>
                <a:gd name="T8" fmla="*/ 72 w 134"/>
                <a:gd name="T9" fmla="*/ 148 h 140"/>
                <a:gd name="T10" fmla="*/ 134 w 134"/>
                <a:gd name="T11" fmla="*/ 141 h 140"/>
                <a:gd name="T12" fmla="*/ 161 w 134"/>
                <a:gd name="T13" fmla="*/ 86 h 140"/>
                <a:gd name="T14" fmla="*/ 153 w 134"/>
                <a:gd name="T15" fmla="*/ 73 h 140"/>
                <a:gd name="T16" fmla="*/ 100 w 134"/>
                <a:gd name="T17" fmla="*/ 7 h 140"/>
                <a:gd name="T18" fmla="*/ 104 w 134"/>
                <a:gd name="T19" fmla="*/ 0 h 140"/>
                <a:gd name="T20" fmla="*/ 111 w 134"/>
                <a:gd name="T21" fmla="*/ 7 h 140"/>
                <a:gd name="T22" fmla="*/ 111 w 134"/>
                <a:gd name="T23" fmla="*/ 7 h 140"/>
                <a:gd name="T24" fmla="*/ 224 w 134"/>
                <a:gd name="T25" fmla="*/ 126 h 140"/>
                <a:gd name="T26" fmla="*/ 297 w 134"/>
                <a:gd name="T27" fmla="*/ 246 h 140"/>
                <a:gd name="T28" fmla="*/ 316 w 134"/>
                <a:gd name="T29" fmla="*/ 295 h 140"/>
                <a:gd name="T30" fmla="*/ 330 w 134"/>
                <a:gd name="T31" fmla="*/ 338 h 140"/>
                <a:gd name="T32" fmla="*/ 330 w 134"/>
                <a:gd name="T33" fmla="*/ 338 h 140"/>
                <a:gd name="T34" fmla="*/ 308 w 134"/>
                <a:gd name="T35" fmla="*/ 301 h 140"/>
                <a:gd name="T36" fmla="*/ 288 w 134"/>
                <a:gd name="T37" fmla="*/ 247 h 140"/>
                <a:gd name="T38" fmla="*/ 219 w 134"/>
                <a:gd name="T39" fmla="*/ 133 h 140"/>
                <a:gd name="T40" fmla="*/ 176 w 134"/>
                <a:gd name="T41" fmla="*/ 94 h 140"/>
                <a:gd name="T42" fmla="*/ 167 w 134"/>
                <a:gd name="T43" fmla="*/ 98 h 140"/>
                <a:gd name="T44" fmla="*/ 139 w 134"/>
                <a:gd name="T45" fmla="*/ 148 h 140"/>
                <a:gd name="T46" fmla="*/ 120 w 134"/>
                <a:gd name="T47" fmla="*/ 157 h 140"/>
                <a:gd name="T48" fmla="*/ 119 w 134"/>
                <a:gd name="T49" fmla="*/ 164 h 140"/>
                <a:gd name="T50" fmla="*/ 119 w 134"/>
                <a:gd name="T51" fmla="*/ 263 h 140"/>
                <a:gd name="T52" fmla="*/ 108 w 134"/>
                <a:gd name="T53" fmla="*/ 263 h 140"/>
                <a:gd name="T54" fmla="*/ 108 w 134"/>
                <a:gd name="T55" fmla="*/ 164 h 140"/>
                <a:gd name="T56" fmla="*/ 104 w 134"/>
                <a:gd name="T57" fmla="*/ 162 h 140"/>
                <a:gd name="T58" fmla="*/ 85 w 134"/>
                <a:gd name="T59" fmla="*/ 161 h 140"/>
                <a:gd name="T60" fmla="*/ 82 w 134"/>
                <a:gd name="T61" fmla="*/ 168 h 140"/>
                <a:gd name="T62" fmla="*/ 78 w 134"/>
                <a:gd name="T63" fmla="*/ 196 h 140"/>
                <a:gd name="T64" fmla="*/ 77 w 134"/>
                <a:gd name="T65" fmla="*/ 216 h 140"/>
                <a:gd name="T66" fmla="*/ 74 w 134"/>
                <a:gd name="T67" fmla="*/ 226 h 140"/>
                <a:gd name="T68" fmla="*/ 74 w 134"/>
                <a:gd name="T69" fmla="*/ 259 h 140"/>
                <a:gd name="T70" fmla="*/ 63 w 134"/>
                <a:gd name="T71" fmla="*/ 252 h 140"/>
                <a:gd name="T72" fmla="*/ 63 w 134"/>
                <a:gd name="T73" fmla="*/ 226 h 140"/>
                <a:gd name="T74" fmla="*/ 66 w 134"/>
                <a:gd name="T75" fmla="*/ 212 h 140"/>
                <a:gd name="T76" fmla="*/ 69 w 134"/>
                <a:gd name="T77" fmla="*/ 193 h 140"/>
                <a:gd name="T78" fmla="*/ 72 w 134"/>
                <a:gd name="T79" fmla="*/ 162 h 140"/>
                <a:gd name="T80" fmla="*/ 69 w 134"/>
                <a:gd name="T81" fmla="*/ 157 h 140"/>
                <a:gd name="T82" fmla="*/ 62 w 134"/>
                <a:gd name="T83" fmla="*/ 153 h 140"/>
                <a:gd name="T84" fmla="*/ 55 w 134"/>
                <a:gd name="T85" fmla="*/ 154 h 140"/>
                <a:gd name="T86" fmla="*/ 47 w 134"/>
                <a:gd name="T87" fmla="*/ 193 h 140"/>
                <a:gd name="T88" fmla="*/ 35 w 134"/>
                <a:gd name="T89" fmla="*/ 247 h 140"/>
                <a:gd name="T90" fmla="*/ 26 w 134"/>
                <a:gd name="T91" fmla="*/ 242 h 140"/>
                <a:gd name="T92" fmla="*/ 36 w 134"/>
                <a:gd name="T93" fmla="*/ 193 h 140"/>
                <a:gd name="T94" fmla="*/ 43 w 134"/>
                <a:gd name="T95" fmla="*/ 149 h 1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34" h="140">
                  <a:moveTo>
                    <a:pt x="18" y="62"/>
                  </a:moveTo>
                  <a:cubicBezTo>
                    <a:pt x="18" y="61"/>
                    <a:pt x="17" y="58"/>
                    <a:pt x="17" y="58"/>
                  </a:cubicBezTo>
                  <a:cubicBezTo>
                    <a:pt x="9" y="51"/>
                    <a:pt x="2" y="40"/>
                    <a:pt x="0" y="31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7" y="41"/>
                    <a:pt x="17" y="57"/>
                    <a:pt x="29" y="61"/>
                  </a:cubicBezTo>
                  <a:cubicBezTo>
                    <a:pt x="38" y="64"/>
                    <a:pt x="47" y="63"/>
                    <a:pt x="54" y="58"/>
                  </a:cubicBezTo>
                  <a:cubicBezTo>
                    <a:pt x="61" y="53"/>
                    <a:pt x="65" y="45"/>
                    <a:pt x="65" y="36"/>
                  </a:cubicBezTo>
                  <a:cubicBezTo>
                    <a:pt x="65" y="35"/>
                    <a:pt x="63" y="31"/>
                    <a:pt x="62" y="30"/>
                  </a:cubicBezTo>
                  <a:cubicBezTo>
                    <a:pt x="51" y="19"/>
                    <a:pt x="41" y="7"/>
                    <a:pt x="41" y="3"/>
                  </a:cubicBezTo>
                  <a:cubicBezTo>
                    <a:pt x="41" y="1"/>
                    <a:pt x="42" y="1"/>
                    <a:pt x="42" y="0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8"/>
                    <a:pt x="84" y="47"/>
                    <a:pt x="91" y="52"/>
                  </a:cubicBezTo>
                  <a:cubicBezTo>
                    <a:pt x="109" y="64"/>
                    <a:pt x="117" y="84"/>
                    <a:pt x="121" y="101"/>
                  </a:cubicBezTo>
                  <a:cubicBezTo>
                    <a:pt x="123" y="108"/>
                    <a:pt x="125" y="115"/>
                    <a:pt x="128" y="122"/>
                  </a:cubicBezTo>
                  <a:cubicBezTo>
                    <a:pt x="134" y="140"/>
                    <a:pt x="134" y="140"/>
                    <a:pt x="134" y="140"/>
                  </a:cubicBezTo>
                  <a:cubicBezTo>
                    <a:pt x="134" y="140"/>
                    <a:pt x="134" y="140"/>
                    <a:pt x="134" y="140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2" y="116"/>
                    <a:pt x="119" y="109"/>
                    <a:pt x="117" y="102"/>
                  </a:cubicBezTo>
                  <a:cubicBezTo>
                    <a:pt x="113" y="85"/>
                    <a:pt x="106" y="66"/>
                    <a:pt x="89" y="55"/>
                  </a:cubicBezTo>
                  <a:cubicBezTo>
                    <a:pt x="87" y="54"/>
                    <a:pt x="79" y="47"/>
                    <a:pt x="71" y="39"/>
                  </a:cubicBezTo>
                  <a:cubicBezTo>
                    <a:pt x="70" y="38"/>
                    <a:pt x="69" y="39"/>
                    <a:pt x="68" y="40"/>
                  </a:cubicBezTo>
                  <a:cubicBezTo>
                    <a:pt x="67" y="49"/>
                    <a:pt x="63" y="56"/>
                    <a:pt x="56" y="61"/>
                  </a:cubicBezTo>
                  <a:cubicBezTo>
                    <a:pt x="54" y="63"/>
                    <a:pt x="52" y="64"/>
                    <a:pt x="49" y="65"/>
                  </a:cubicBezTo>
                  <a:cubicBezTo>
                    <a:pt x="49" y="65"/>
                    <a:pt x="48" y="67"/>
                    <a:pt x="48" y="68"/>
                  </a:cubicBezTo>
                  <a:cubicBezTo>
                    <a:pt x="50" y="83"/>
                    <a:pt x="49" y="103"/>
                    <a:pt x="48" y="109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5" y="103"/>
                    <a:pt x="46" y="83"/>
                    <a:pt x="44" y="68"/>
                  </a:cubicBezTo>
                  <a:cubicBezTo>
                    <a:pt x="44" y="68"/>
                    <a:pt x="42" y="67"/>
                    <a:pt x="42" y="67"/>
                  </a:cubicBezTo>
                  <a:cubicBezTo>
                    <a:pt x="40" y="67"/>
                    <a:pt x="37" y="67"/>
                    <a:pt x="35" y="66"/>
                  </a:cubicBezTo>
                  <a:cubicBezTo>
                    <a:pt x="35" y="66"/>
                    <a:pt x="33" y="68"/>
                    <a:pt x="33" y="69"/>
                  </a:cubicBezTo>
                  <a:cubicBezTo>
                    <a:pt x="32" y="73"/>
                    <a:pt x="32" y="77"/>
                    <a:pt x="32" y="81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0" y="97"/>
                    <a:pt x="29" y="104"/>
                    <a:pt x="30" y="107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01"/>
                    <a:pt x="26" y="97"/>
                    <a:pt x="26" y="93"/>
                  </a:cubicBezTo>
                  <a:cubicBezTo>
                    <a:pt x="27" y="88"/>
                    <a:pt x="27" y="88"/>
                    <a:pt x="27" y="88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28" y="76"/>
                    <a:pt x="28" y="72"/>
                    <a:pt x="29" y="67"/>
                  </a:cubicBezTo>
                  <a:cubicBezTo>
                    <a:pt x="29" y="66"/>
                    <a:pt x="28" y="65"/>
                    <a:pt x="28" y="65"/>
                  </a:cubicBezTo>
                  <a:cubicBezTo>
                    <a:pt x="27" y="64"/>
                    <a:pt x="26" y="64"/>
                    <a:pt x="25" y="63"/>
                  </a:cubicBezTo>
                  <a:cubicBezTo>
                    <a:pt x="24" y="63"/>
                    <a:pt x="22" y="64"/>
                    <a:pt x="22" y="64"/>
                  </a:cubicBezTo>
                  <a:cubicBezTo>
                    <a:pt x="21" y="70"/>
                    <a:pt x="20" y="75"/>
                    <a:pt x="19" y="80"/>
                  </a:cubicBezTo>
                  <a:cubicBezTo>
                    <a:pt x="18" y="88"/>
                    <a:pt x="17" y="95"/>
                    <a:pt x="14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13" y="94"/>
                    <a:pt x="14" y="87"/>
                    <a:pt x="15" y="80"/>
                  </a:cubicBezTo>
                  <a:cubicBezTo>
                    <a:pt x="16" y="75"/>
                    <a:pt x="17" y="68"/>
                    <a:pt x="18" y="6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5" name="Freeform 471">
              <a:extLst>
                <a:ext uri="{FF2B5EF4-FFF2-40B4-BE49-F238E27FC236}">
                  <a16:creationId xmlns:a16="http://schemas.microsoft.com/office/drawing/2014/main" id="{C1F80103-F2B5-425E-9D20-354F778536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6" y="2492"/>
              <a:ext cx="176" cy="275"/>
            </a:xfrm>
            <a:custGeom>
              <a:avLst/>
              <a:gdLst>
                <a:gd name="T0" fmla="*/ 23 w 131"/>
                <a:gd name="T1" fmla="*/ 402 h 205"/>
                <a:gd name="T2" fmla="*/ 54 w 131"/>
                <a:gd name="T3" fmla="*/ 200 h 205"/>
                <a:gd name="T4" fmla="*/ 64 w 131"/>
                <a:gd name="T5" fmla="*/ 205 h 205"/>
                <a:gd name="T6" fmla="*/ 70 w 131"/>
                <a:gd name="T7" fmla="*/ 468 h 205"/>
                <a:gd name="T8" fmla="*/ 101 w 131"/>
                <a:gd name="T9" fmla="*/ 299 h 205"/>
                <a:gd name="T10" fmla="*/ 116 w 131"/>
                <a:gd name="T11" fmla="*/ 217 h 205"/>
                <a:gd name="T12" fmla="*/ 109 w 131"/>
                <a:gd name="T13" fmla="*/ 347 h 205"/>
                <a:gd name="T14" fmla="*/ 120 w 131"/>
                <a:gd name="T15" fmla="*/ 490 h 205"/>
                <a:gd name="T16" fmla="*/ 141 w 131"/>
                <a:gd name="T17" fmla="*/ 439 h 205"/>
                <a:gd name="T18" fmla="*/ 150 w 131"/>
                <a:gd name="T19" fmla="*/ 346 h 205"/>
                <a:gd name="T20" fmla="*/ 156 w 131"/>
                <a:gd name="T21" fmla="*/ 228 h 205"/>
                <a:gd name="T22" fmla="*/ 164 w 131"/>
                <a:gd name="T23" fmla="*/ 306 h 205"/>
                <a:gd name="T24" fmla="*/ 164 w 131"/>
                <a:gd name="T25" fmla="*/ 465 h 205"/>
                <a:gd name="T26" fmla="*/ 191 w 131"/>
                <a:gd name="T27" fmla="*/ 431 h 205"/>
                <a:gd name="T28" fmla="*/ 204 w 131"/>
                <a:gd name="T29" fmla="*/ 290 h 205"/>
                <a:gd name="T30" fmla="*/ 227 w 131"/>
                <a:gd name="T31" fmla="*/ 107 h 205"/>
                <a:gd name="T32" fmla="*/ 262 w 131"/>
                <a:gd name="T33" fmla="*/ 144 h 205"/>
                <a:gd name="T34" fmla="*/ 267 w 131"/>
                <a:gd name="T35" fmla="*/ 141 h 205"/>
                <a:gd name="T36" fmla="*/ 231 w 131"/>
                <a:gd name="T37" fmla="*/ 63 h 205"/>
                <a:gd name="T38" fmla="*/ 219 w 131"/>
                <a:gd name="T39" fmla="*/ 101 h 205"/>
                <a:gd name="T40" fmla="*/ 193 w 131"/>
                <a:gd name="T41" fmla="*/ 290 h 205"/>
                <a:gd name="T42" fmla="*/ 183 w 131"/>
                <a:gd name="T43" fmla="*/ 427 h 205"/>
                <a:gd name="T44" fmla="*/ 172 w 131"/>
                <a:gd name="T45" fmla="*/ 459 h 205"/>
                <a:gd name="T46" fmla="*/ 175 w 131"/>
                <a:gd name="T47" fmla="*/ 306 h 205"/>
                <a:gd name="T48" fmla="*/ 169 w 131"/>
                <a:gd name="T49" fmla="*/ 204 h 205"/>
                <a:gd name="T50" fmla="*/ 150 w 131"/>
                <a:gd name="T51" fmla="*/ 170 h 205"/>
                <a:gd name="T52" fmla="*/ 142 w 131"/>
                <a:gd name="T53" fmla="*/ 291 h 205"/>
                <a:gd name="T54" fmla="*/ 133 w 131"/>
                <a:gd name="T55" fmla="*/ 431 h 205"/>
                <a:gd name="T56" fmla="*/ 126 w 131"/>
                <a:gd name="T57" fmla="*/ 479 h 205"/>
                <a:gd name="T58" fmla="*/ 120 w 131"/>
                <a:gd name="T59" fmla="*/ 449 h 205"/>
                <a:gd name="T60" fmla="*/ 121 w 131"/>
                <a:gd name="T61" fmla="*/ 268 h 205"/>
                <a:gd name="T62" fmla="*/ 116 w 131"/>
                <a:gd name="T63" fmla="*/ 168 h 205"/>
                <a:gd name="T64" fmla="*/ 109 w 131"/>
                <a:gd name="T65" fmla="*/ 204 h 205"/>
                <a:gd name="T66" fmla="*/ 99 w 131"/>
                <a:gd name="T67" fmla="*/ 169 h 205"/>
                <a:gd name="T68" fmla="*/ 93 w 131"/>
                <a:gd name="T69" fmla="*/ 360 h 205"/>
                <a:gd name="T70" fmla="*/ 64 w 131"/>
                <a:gd name="T71" fmla="*/ 354 h 205"/>
                <a:gd name="T72" fmla="*/ 83 w 131"/>
                <a:gd name="T73" fmla="*/ 157 h 205"/>
                <a:gd name="T74" fmla="*/ 56 w 131"/>
                <a:gd name="T75" fmla="*/ 185 h 205"/>
                <a:gd name="T76" fmla="*/ 35 w 131"/>
                <a:gd name="T77" fmla="*/ 291 h 205"/>
                <a:gd name="T78" fmla="*/ 16 w 131"/>
                <a:gd name="T79" fmla="*/ 346 h 205"/>
                <a:gd name="T80" fmla="*/ 15 w 131"/>
                <a:gd name="T81" fmla="*/ 204 h 205"/>
                <a:gd name="T82" fmla="*/ 5 w 131"/>
                <a:gd name="T83" fmla="*/ 204 h 205"/>
                <a:gd name="T84" fmla="*/ 157 w 131"/>
                <a:gd name="T85" fmla="*/ 184 h 205"/>
                <a:gd name="T86" fmla="*/ 161 w 131"/>
                <a:gd name="T87" fmla="*/ 217 h 2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1" h="205">
                  <a:moveTo>
                    <a:pt x="2" y="140"/>
                  </a:moveTo>
                  <a:cubicBezTo>
                    <a:pt x="3" y="143"/>
                    <a:pt x="3" y="143"/>
                    <a:pt x="3" y="143"/>
                  </a:cubicBezTo>
                  <a:cubicBezTo>
                    <a:pt x="3" y="152"/>
                    <a:pt x="4" y="164"/>
                    <a:pt x="10" y="167"/>
                  </a:cubicBezTo>
                  <a:cubicBezTo>
                    <a:pt x="10" y="167"/>
                    <a:pt x="13" y="167"/>
                    <a:pt x="14" y="163"/>
                  </a:cubicBezTo>
                  <a:cubicBezTo>
                    <a:pt x="17" y="150"/>
                    <a:pt x="18" y="135"/>
                    <a:pt x="18" y="121"/>
                  </a:cubicBezTo>
                  <a:cubicBezTo>
                    <a:pt x="19" y="108"/>
                    <a:pt x="19" y="96"/>
                    <a:pt x="22" y="83"/>
                  </a:cubicBezTo>
                  <a:cubicBezTo>
                    <a:pt x="22" y="83"/>
                    <a:pt x="23" y="82"/>
                    <a:pt x="23" y="82"/>
                  </a:cubicBezTo>
                  <a:cubicBezTo>
                    <a:pt x="24" y="82"/>
                    <a:pt x="25" y="82"/>
                    <a:pt x="25" y="83"/>
                  </a:cubicBezTo>
                  <a:cubicBezTo>
                    <a:pt x="26" y="83"/>
                    <a:pt x="27" y="84"/>
                    <a:pt x="27" y="85"/>
                  </a:cubicBezTo>
                  <a:cubicBezTo>
                    <a:pt x="25" y="97"/>
                    <a:pt x="25" y="109"/>
                    <a:pt x="24" y="12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136"/>
                    <a:pt x="22" y="186"/>
                    <a:pt x="29" y="194"/>
                  </a:cubicBezTo>
                  <a:cubicBezTo>
                    <a:pt x="29" y="194"/>
                    <a:pt x="34" y="196"/>
                    <a:pt x="35" y="192"/>
                  </a:cubicBezTo>
                  <a:cubicBezTo>
                    <a:pt x="40" y="183"/>
                    <a:pt x="42" y="150"/>
                    <a:pt x="42" y="150"/>
                  </a:cubicBezTo>
                  <a:cubicBezTo>
                    <a:pt x="42" y="124"/>
                    <a:pt x="42" y="124"/>
                    <a:pt x="42" y="124"/>
                  </a:cubicBezTo>
                  <a:cubicBezTo>
                    <a:pt x="42" y="112"/>
                    <a:pt x="42" y="100"/>
                    <a:pt x="43" y="88"/>
                  </a:cubicBezTo>
                  <a:cubicBezTo>
                    <a:pt x="43" y="89"/>
                    <a:pt x="43" y="89"/>
                    <a:pt x="43" y="89"/>
                  </a:cubicBezTo>
                  <a:cubicBezTo>
                    <a:pt x="45" y="88"/>
                    <a:pt x="47" y="89"/>
                    <a:pt x="48" y="90"/>
                  </a:cubicBezTo>
                  <a:cubicBezTo>
                    <a:pt x="48" y="90"/>
                    <a:pt x="48" y="90"/>
                    <a:pt x="48" y="90"/>
                  </a:cubicBezTo>
                  <a:cubicBezTo>
                    <a:pt x="47" y="97"/>
                    <a:pt x="47" y="104"/>
                    <a:pt x="46" y="111"/>
                  </a:cubicBezTo>
                  <a:cubicBezTo>
                    <a:pt x="46" y="122"/>
                    <a:pt x="45" y="133"/>
                    <a:pt x="45" y="144"/>
                  </a:cubicBezTo>
                  <a:cubicBezTo>
                    <a:pt x="45" y="184"/>
                    <a:pt x="45" y="184"/>
                    <a:pt x="45" y="184"/>
                  </a:cubicBezTo>
                  <a:cubicBezTo>
                    <a:pt x="45" y="186"/>
                    <a:pt x="45" y="186"/>
                    <a:pt x="45" y="186"/>
                  </a:cubicBezTo>
                  <a:cubicBezTo>
                    <a:pt x="45" y="191"/>
                    <a:pt x="45" y="199"/>
                    <a:pt x="49" y="203"/>
                  </a:cubicBezTo>
                  <a:cubicBezTo>
                    <a:pt x="51" y="205"/>
                    <a:pt x="54" y="204"/>
                    <a:pt x="55" y="201"/>
                  </a:cubicBezTo>
                  <a:cubicBezTo>
                    <a:pt x="57" y="197"/>
                    <a:pt x="57" y="192"/>
                    <a:pt x="58" y="188"/>
                  </a:cubicBezTo>
                  <a:cubicBezTo>
                    <a:pt x="58" y="182"/>
                    <a:pt x="58" y="182"/>
                    <a:pt x="58" y="182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60" y="170"/>
                    <a:pt x="61" y="163"/>
                    <a:pt x="62" y="154"/>
                  </a:cubicBezTo>
                  <a:cubicBezTo>
                    <a:pt x="62" y="143"/>
                    <a:pt x="62" y="143"/>
                    <a:pt x="62" y="143"/>
                  </a:cubicBezTo>
                  <a:cubicBezTo>
                    <a:pt x="63" y="134"/>
                    <a:pt x="63" y="125"/>
                    <a:pt x="63" y="115"/>
                  </a:cubicBezTo>
                  <a:cubicBezTo>
                    <a:pt x="63" y="111"/>
                    <a:pt x="63" y="104"/>
                    <a:pt x="63" y="97"/>
                  </a:cubicBezTo>
                  <a:cubicBezTo>
                    <a:pt x="63" y="96"/>
                    <a:pt x="64" y="95"/>
                    <a:pt x="64" y="95"/>
                  </a:cubicBezTo>
                  <a:cubicBezTo>
                    <a:pt x="64" y="95"/>
                    <a:pt x="66" y="94"/>
                    <a:pt x="68" y="94"/>
                  </a:cubicBezTo>
                  <a:cubicBezTo>
                    <a:pt x="69" y="101"/>
                    <a:pt x="68" y="108"/>
                    <a:pt x="68" y="116"/>
                  </a:cubicBezTo>
                  <a:cubicBezTo>
                    <a:pt x="68" y="127"/>
                    <a:pt x="68" y="127"/>
                    <a:pt x="68" y="127"/>
                  </a:cubicBezTo>
                  <a:cubicBezTo>
                    <a:pt x="68" y="140"/>
                    <a:pt x="67" y="153"/>
                    <a:pt x="67" y="165"/>
                  </a:cubicBezTo>
                  <a:cubicBezTo>
                    <a:pt x="66" y="180"/>
                    <a:pt x="66" y="180"/>
                    <a:pt x="66" y="180"/>
                  </a:cubicBezTo>
                  <a:cubicBezTo>
                    <a:pt x="65" y="185"/>
                    <a:pt x="65" y="191"/>
                    <a:pt x="68" y="193"/>
                  </a:cubicBezTo>
                  <a:cubicBezTo>
                    <a:pt x="69" y="194"/>
                    <a:pt x="71" y="195"/>
                    <a:pt x="74" y="193"/>
                  </a:cubicBezTo>
                  <a:cubicBezTo>
                    <a:pt x="79" y="191"/>
                    <a:pt x="79" y="185"/>
                    <a:pt x="79" y="180"/>
                  </a:cubicBezTo>
                  <a:cubicBezTo>
                    <a:pt x="79" y="178"/>
                    <a:pt x="79" y="178"/>
                    <a:pt x="79" y="178"/>
                  </a:cubicBezTo>
                  <a:cubicBezTo>
                    <a:pt x="80" y="171"/>
                    <a:pt x="80" y="165"/>
                    <a:pt x="80" y="159"/>
                  </a:cubicBezTo>
                  <a:cubicBezTo>
                    <a:pt x="80" y="152"/>
                    <a:pt x="80" y="145"/>
                    <a:pt x="81" y="138"/>
                  </a:cubicBezTo>
                  <a:cubicBezTo>
                    <a:pt x="84" y="120"/>
                    <a:pt x="84" y="120"/>
                    <a:pt x="84" y="120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45"/>
                    <a:pt x="94" y="45"/>
                    <a:pt x="94" y="45"/>
                  </a:cubicBezTo>
                  <a:cubicBezTo>
                    <a:pt x="94" y="45"/>
                    <a:pt x="95" y="44"/>
                    <a:pt x="96" y="45"/>
                  </a:cubicBezTo>
                  <a:cubicBezTo>
                    <a:pt x="98" y="50"/>
                    <a:pt x="101" y="53"/>
                    <a:pt x="106" y="58"/>
                  </a:cubicBezTo>
                  <a:cubicBezTo>
                    <a:pt x="108" y="60"/>
                    <a:pt x="108" y="60"/>
                    <a:pt x="108" y="60"/>
                  </a:cubicBezTo>
                  <a:cubicBezTo>
                    <a:pt x="116" y="67"/>
                    <a:pt x="126" y="75"/>
                    <a:pt x="131" y="85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126" y="74"/>
                    <a:pt x="119" y="66"/>
                    <a:pt x="110" y="58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2" y="50"/>
                    <a:pt x="100" y="44"/>
                    <a:pt x="97" y="37"/>
                  </a:cubicBezTo>
                  <a:cubicBezTo>
                    <a:pt x="97" y="37"/>
                    <a:pt x="95" y="31"/>
                    <a:pt x="95" y="26"/>
                  </a:cubicBezTo>
                  <a:cubicBezTo>
                    <a:pt x="96" y="17"/>
                    <a:pt x="96" y="8"/>
                    <a:pt x="94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93" y="12"/>
                    <a:pt x="91" y="29"/>
                    <a:pt x="90" y="42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0" y="120"/>
                    <a:pt x="80" y="120"/>
                    <a:pt x="80" y="120"/>
                  </a:cubicBezTo>
                  <a:cubicBezTo>
                    <a:pt x="77" y="137"/>
                    <a:pt x="77" y="137"/>
                    <a:pt x="77" y="137"/>
                  </a:cubicBezTo>
                  <a:cubicBezTo>
                    <a:pt x="76" y="145"/>
                    <a:pt x="76" y="152"/>
                    <a:pt x="76" y="159"/>
                  </a:cubicBezTo>
                  <a:cubicBezTo>
                    <a:pt x="76" y="165"/>
                    <a:pt x="76" y="171"/>
                    <a:pt x="75" y="177"/>
                  </a:cubicBezTo>
                  <a:cubicBezTo>
                    <a:pt x="75" y="180"/>
                    <a:pt x="75" y="180"/>
                    <a:pt x="75" y="180"/>
                  </a:cubicBezTo>
                  <a:cubicBezTo>
                    <a:pt x="75" y="184"/>
                    <a:pt x="75" y="189"/>
                    <a:pt x="73" y="190"/>
                  </a:cubicBezTo>
                  <a:cubicBezTo>
                    <a:pt x="72" y="190"/>
                    <a:pt x="71" y="190"/>
                    <a:pt x="71" y="190"/>
                  </a:cubicBezTo>
                  <a:cubicBezTo>
                    <a:pt x="69" y="189"/>
                    <a:pt x="69" y="186"/>
                    <a:pt x="70" y="180"/>
                  </a:cubicBezTo>
                  <a:cubicBezTo>
                    <a:pt x="71" y="165"/>
                    <a:pt x="71" y="165"/>
                    <a:pt x="71" y="165"/>
                  </a:cubicBezTo>
                  <a:cubicBezTo>
                    <a:pt x="71" y="153"/>
                    <a:pt x="72" y="140"/>
                    <a:pt x="72" y="127"/>
                  </a:cubicBezTo>
                  <a:cubicBezTo>
                    <a:pt x="72" y="116"/>
                    <a:pt x="72" y="116"/>
                    <a:pt x="72" y="116"/>
                  </a:cubicBezTo>
                  <a:cubicBezTo>
                    <a:pt x="73" y="107"/>
                    <a:pt x="73" y="98"/>
                    <a:pt x="71" y="89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0" y="79"/>
                    <a:pt x="69" y="73"/>
                    <a:pt x="67" y="70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60" y="83"/>
                    <a:pt x="59" y="96"/>
                    <a:pt x="59" y="106"/>
                  </a:cubicBezTo>
                  <a:cubicBezTo>
                    <a:pt x="59" y="110"/>
                    <a:pt x="59" y="113"/>
                    <a:pt x="59" y="115"/>
                  </a:cubicBezTo>
                  <a:cubicBezTo>
                    <a:pt x="59" y="117"/>
                    <a:pt x="59" y="119"/>
                    <a:pt x="59" y="121"/>
                  </a:cubicBezTo>
                  <a:cubicBezTo>
                    <a:pt x="59" y="128"/>
                    <a:pt x="59" y="136"/>
                    <a:pt x="58" y="143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57" y="162"/>
                    <a:pt x="56" y="170"/>
                    <a:pt x="55" y="178"/>
                  </a:cubicBezTo>
                  <a:cubicBezTo>
                    <a:pt x="54" y="182"/>
                    <a:pt x="54" y="182"/>
                    <a:pt x="54" y="182"/>
                  </a:cubicBezTo>
                  <a:cubicBezTo>
                    <a:pt x="54" y="187"/>
                    <a:pt x="54" y="187"/>
                    <a:pt x="54" y="187"/>
                  </a:cubicBezTo>
                  <a:cubicBezTo>
                    <a:pt x="53" y="191"/>
                    <a:pt x="53" y="195"/>
                    <a:pt x="52" y="198"/>
                  </a:cubicBezTo>
                  <a:cubicBezTo>
                    <a:pt x="52" y="199"/>
                    <a:pt x="50" y="198"/>
                    <a:pt x="50" y="197"/>
                  </a:cubicBezTo>
                  <a:cubicBezTo>
                    <a:pt x="49" y="195"/>
                    <a:pt x="49" y="192"/>
                    <a:pt x="49" y="189"/>
                  </a:cubicBezTo>
                  <a:cubicBezTo>
                    <a:pt x="49" y="188"/>
                    <a:pt x="49" y="187"/>
                    <a:pt x="49" y="186"/>
                  </a:cubicBezTo>
                  <a:cubicBezTo>
                    <a:pt x="49" y="184"/>
                    <a:pt x="49" y="184"/>
                    <a:pt x="49" y="184"/>
                  </a:cubicBezTo>
                  <a:cubicBezTo>
                    <a:pt x="49" y="144"/>
                    <a:pt x="49" y="144"/>
                    <a:pt x="49" y="144"/>
                  </a:cubicBezTo>
                  <a:cubicBezTo>
                    <a:pt x="49" y="133"/>
                    <a:pt x="50" y="122"/>
                    <a:pt x="50" y="111"/>
                  </a:cubicBezTo>
                  <a:cubicBezTo>
                    <a:pt x="51" y="101"/>
                    <a:pt x="52" y="90"/>
                    <a:pt x="52" y="79"/>
                  </a:cubicBezTo>
                  <a:cubicBezTo>
                    <a:pt x="52" y="75"/>
                    <a:pt x="52" y="72"/>
                    <a:pt x="52" y="69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8" y="74"/>
                    <a:pt x="48" y="79"/>
                    <a:pt x="48" y="84"/>
                  </a:cubicBezTo>
                  <a:cubicBezTo>
                    <a:pt x="48" y="84"/>
                    <a:pt x="47" y="85"/>
                    <a:pt x="46" y="85"/>
                  </a:cubicBezTo>
                  <a:cubicBezTo>
                    <a:pt x="46" y="85"/>
                    <a:pt x="45" y="85"/>
                    <a:pt x="45" y="84"/>
                  </a:cubicBezTo>
                  <a:cubicBezTo>
                    <a:pt x="44" y="84"/>
                    <a:pt x="43" y="83"/>
                    <a:pt x="43" y="83"/>
                  </a:cubicBezTo>
                  <a:cubicBezTo>
                    <a:pt x="44" y="79"/>
                    <a:pt x="44" y="75"/>
                    <a:pt x="45" y="71"/>
                  </a:cubicBezTo>
                  <a:cubicBezTo>
                    <a:pt x="41" y="70"/>
                    <a:pt x="41" y="70"/>
                    <a:pt x="41" y="70"/>
                  </a:cubicBezTo>
                  <a:cubicBezTo>
                    <a:pt x="38" y="86"/>
                    <a:pt x="38" y="103"/>
                    <a:pt x="38" y="119"/>
                  </a:cubicBezTo>
                  <a:cubicBezTo>
                    <a:pt x="38" y="121"/>
                    <a:pt x="38" y="122"/>
                    <a:pt x="38" y="124"/>
                  </a:cubicBezTo>
                  <a:cubicBezTo>
                    <a:pt x="38" y="149"/>
                    <a:pt x="38" y="149"/>
                    <a:pt x="38" y="149"/>
                  </a:cubicBezTo>
                  <a:cubicBezTo>
                    <a:pt x="37" y="158"/>
                    <a:pt x="35" y="181"/>
                    <a:pt x="32" y="189"/>
                  </a:cubicBezTo>
                  <a:cubicBezTo>
                    <a:pt x="32" y="189"/>
                    <a:pt x="31" y="189"/>
                    <a:pt x="31" y="188"/>
                  </a:cubicBezTo>
                  <a:cubicBezTo>
                    <a:pt x="28" y="181"/>
                    <a:pt x="27" y="161"/>
                    <a:pt x="27" y="147"/>
                  </a:cubicBezTo>
                  <a:cubicBezTo>
                    <a:pt x="27" y="142"/>
                    <a:pt x="27" y="138"/>
                    <a:pt x="27" y="136"/>
                  </a:cubicBezTo>
                  <a:cubicBezTo>
                    <a:pt x="28" y="122"/>
                    <a:pt x="28" y="122"/>
                    <a:pt x="28" y="122"/>
                  </a:cubicBezTo>
                  <a:cubicBezTo>
                    <a:pt x="29" y="102"/>
                    <a:pt x="30" y="83"/>
                    <a:pt x="34" y="65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29" y="69"/>
                    <a:pt x="28" y="74"/>
                    <a:pt x="28" y="79"/>
                  </a:cubicBezTo>
                  <a:cubicBezTo>
                    <a:pt x="26" y="79"/>
                    <a:pt x="24" y="78"/>
                    <a:pt x="23" y="77"/>
                  </a:cubicBezTo>
                  <a:cubicBezTo>
                    <a:pt x="25" y="72"/>
                    <a:pt x="26" y="67"/>
                    <a:pt x="29" y="62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16" y="79"/>
                    <a:pt x="15" y="100"/>
                    <a:pt x="14" y="121"/>
                  </a:cubicBezTo>
                  <a:cubicBezTo>
                    <a:pt x="14" y="133"/>
                    <a:pt x="13" y="146"/>
                    <a:pt x="10" y="159"/>
                  </a:cubicBezTo>
                  <a:cubicBezTo>
                    <a:pt x="10" y="159"/>
                    <a:pt x="9" y="159"/>
                    <a:pt x="9" y="158"/>
                  </a:cubicBezTo>
                  <a:cubicBezTo>
                    <a:pt x="7" y="154"/>
                    <a:pt x="7" y="147"/>
                    <a:pt x="7" y="143"/>
                  </a:cubicBezTo>
                  <a:cubicBezTo>
                    <a:pt x="6" y="140"/>
                    <a:pt x="6" y="140"/>
                    <a:pt x="6" y="140"/>
                  </a:cubicBezTo>
                  <a:cubicBezTo>
                    <a:pt x="5" y="131"/>
                    <a:pt x="5" y="121"/>
                    <a:pt x="5" y="112"/>
                  </a:cubicBezTo>
                  <a:cubicBezTo>
                    <a:pt x="5" y="103"/>
                    <a:pt x="5" y="94"/>
                    <a:pt x="6" y="84"/>
                  </a:cubicBezTo>
                  <a:cubicBezTo>
                    <a:pt x="7" y="63"/>
                    <a:pt x="9" y="38"/>
                    <a:pt x="19" y="20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5" y="37"/>
                    <a:pt x="3" y="62"/>
                    <a:pt x="2" y="84"/>
                  </a:cubicBezTo>
                  <a:cubicBezTo>
                    <a:pt x="1" y="102"/>
                    <a:pt x="0" y="121"/>
                    <a:pt x="2" y="140"/>
                  </a:cubicBezTo>
                  <a:close/>
                  <a:moveTo>
                    <a:pt x="64" y="89"/>
                  </a:moveTo>
                  <a:cubicBezTo>
                    <a:pt x="64" y="85"/>
                    <a:pt x="65" y="80"/>
                    <a:pt x="65" y="76"/>
                  </a:cubicBezTo>
                  <a:cubicBezTo>
                    <a:pt x="66" y="79"/>
                    <a:pt x="66" y="81"/>
                    <a:pt x="66" y="84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7" y="88"/>
                    <a:pt x="66" y="90"/>
                    <a:pt x="66" y="90"/>
                  </a:cubicBezTo>
                  <a:cubicBezTo>
                    <a:pt x="66" y="90"/>
                    <a:pt x="65" y="90"/>
                    <a:pt x="65" y="90"/>
                  </a:cubicBezTo>
                  <a:cubicBezTo>
                    <a:pt x="64" y="90"/>
                    <a:pt x="64" y="89"/>
                    <a:pt x="64" y="8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6" name="Freeform 472">
              <a:extLst>
                <a:ext uri="{FF2B5EF4-FFF2-40B4-BE49-F238E27FC236}">
                  <a16:creationId xmlns:a16="http://schemas.microsoft.com/office/drawing/2014/main" id="{7AF454D9-37EA-4E0B-9FA4-2E2AFA1F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359"/>
              <a:ext cx="83" cy="729"/>
            </a:xfrm>
            <a:custGeom>
              <a:avLst/>
              <a:gdLst>
                <a:gd name="T0" fmla="*/ 0 w 62"/>
                <a:gd name="T1" fmla="*/ 1247 h 542"/>
                <a:gd name="T2" fmla="*/ 27 w 62"/>
                <a:gd name="T3" fmla="*/ 1084 h 542"/>
                <a:gd name="T4" fmla="*/ 48 w 62"/>
                <a:gd name="T5" fmla="*/ 881 h 542"/>
                <a:gd name="T6" fmla="*/ 107 w 62"/>
                <a:gd name="T7" fmla="*/ 577 h 542"/>
                <a:gd name="T8" fmla="*/ 112 w 62"/>
                <a:gd name="T9" fmla="*/ 472 h 542"/>
                <a:gd name="T10" fmla="*/ 118 w 62"/>
                <a:gd name="T11" fmla="*/ 418 h 542"/>
                <a:gd name="T12" fmla="*/ 107 w 62"/>
                <a:gd name="T13" fmla="*/ 319 h 542"/>
                <a:gd name="T14" fmla="*/ 99 w 62"/>
                <a:gd name="T15" fmla="*/ 227 h 542"/>
                <a:gd name="T16" fmla="*/ 86 w 62"/>
                <a:gd name="T17" fmla="*/ 121 h 542"/>
                <a:gd name="T18" fmla="*/ 72 w 62"/>
                <a:gd name="T19" fmla="*/ 5 h 542"/>
                <a:gd name="T20" fmla="*/ 100 w 62"/>
                <a:gd name="T21" fmla="*/ 0 h 542"/>
                <a:gd name="T22" fmla="*/ 106 w 62"/>
                <a:gd name="T23" fmla="*/ 117 h 542"/>
                <a:gd name="T24" fmla="*/ 118 w 62"/>
                <a:gd name="T25" fmla="*/ 227 h 542"/>
                <a:gd name="T26" fmla="*/ 127 w 62"/>
                <a:gd name="T27" fmla="*/ 316 h 542"/>
                <a:gd name="T28" fmla="*/ 137 w 62"/>
                <a:gd name="T29" fmla="*/ 418 h 542"/>
                <a:gd name="T30" fmla="*/ 133 w 62"/>
                <a:gd name="T31" fmla="*/ 473 h 542"/>
                <a:gd name="T32" fmla="*/ 127 w 62"/>
                <a:gd name="T33" fmla="*/ 573 h 542"/>
                <a:gd name="T34" fmla="*/ 64 w 62"/>
                <a:gd name="T35" fmla="*/ 888 h 542"/>
                <a:gd name="T36" fmla="*/ 44 w 62"/>
                <a:gd name="T37" fmla="*/ 1079 h 542"/>
                <a:gd name="T38" fmla="*/ 43 w 62"/>
                <a:gd name="T39" fmla="*/ 1190 h 542"/>
                <a:gd name="T40" fmla="*/ 43 w 62"/>
                <a:gd name="T41" fmla="*/ 1190 h 542"/>
                <a:gd name="T42" fmla="*/ 126 w 62"/>
                <a:gd name="T43" fmla="*/ 1289 h 542"/>
                <a:gd name="T44" fmla="*/ 149 w 62"/>
                <a:gd name="T45" fmla="*/ 1302 h 542"/>
                <a:gd name="T46" fmla="*/ 137 w 62"/>
                <a:gd name="T47" fmla="*/ 1319 h 542"/>
                <a:gd name="T48" fmla="*/ 112 w 62"/>
                <a:gd name="T49" fmla="*/ 1302 h 542"/>
                <a:gd name="T50" fmla="*/ 43 w 62"/>
                <a:gd name="T51" fmla="*/ 1241 h 542"/>
                <a:gd name="T52" fmla="*/ 27 w 62"/>
                <a:gd name="T53" fmla="*/ 1239 h 542"/>
                <a:gd name="T54" fmla="*/ 15 w 62"/>
                <a:gd name="T55" fmla="*/ 1258 h 542"/>
                <a:gd name="T56" fmla="*/ 0 w 62"/>
                <a:gd name="T57" fmla="*/ 1247 h 54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542">
                  <a:moveTo>
                    <a:pt x="0" y="512"/>
                  </a:moveTo>
                  <a:cubicBezTo>
                    <a:pt x="11" y="497"/>
                    <a:pt x="15" y="464"/>
                    <a:pt x="11" y="445"/>
                  </a:cubicBezTo>
                  <a:cubicBezTo>
                    <a:pt x="7" y="425"/>
                    <a:pt x="9" y="388"/>
                    <a:pt x="20" y="362"/>
                  </a:cubicBezTo>
                  <a:cubicBezTo>
                    <a:pt x="31" y="336"/>
                    <a:pt x="49" y="261"/>
                    <a:pt x="45" y="237"/>
                  </a:cubicBezTo>
                  <a:cubicBezTo>
                    <a:pt x="43" y="223"/>
                    <a:pt x="45" y="208"/>
                    <a:pt x="47" y="194"/>
                  </a:cubicBezTo>
                  <a:cubicBezTo>
                    <a:pt x="48" y="186"/>
                    <a:pt x="49" y="179"/>
                    <a:pt x="49" y="172"/>
                  </a:cubicBezTo>
                  <a:cubicBezTo>
                    <a:pt x="50" y="158"/>
                    <a:pt x="48" y="145"/>
                    <a:pt x="45" y="131"/>
                  </a:cubicBezTo>
                  <a:cubicBezTo>
                    <a:pt x="43" y="119"/>
                    <a:pt x="41" y="106"/>
                    <a:pt x="41" y="94"/>
                  </a:cubicBezTo>
                  <a:cubicBezTo>
                    <a:pt x="41" y="80"/>
                    <a:pt x="39" y="65"/>
                    <a:pt x="36" y="50"/>
                  </a:cubicBezTo>
                  <a:cubicBezTo>
                    <a:pt x="34" y="34"/>
                    <a:pt x="31" y="19"/>
                    <a:pt x="30" y="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1" y="17"/>
                    <a:pt x="41" y="33"/>
                    <a:pt x="44" y="48"/>
                  </a:cubicBezTo>
                  <a:cubicBezTo>
                    <a:pt x="47" y="64"/>
                    <a:pt x="49" y="80"/>
                    <a:pt x="49" y="94"/>
                  </a:cubicBezTo>
                  <a:cubicBezTo>
                    <a:pt x="49" y="106"/>
                    <a:pt x="51" y="118"/>
                    <a:pt x="53" y="130"/>
                  </a:cubicBezTo>
                  <a:cubicBezTo>
                    <a:pt x="55" y="143"/>
                    <a:pt x="58" y="158"/>
                    <a:pt x="57" y="172"/>
                  </a:cubicBezTo>
                  <a:cubicBezTo>
                    <a:pt x="57" y="180"/>
                    <a:pt x="56" y="187"/>
                    <a:pt x="55" y="195"/>
                  </a:cubicBezTo>
                  <a:cubicBezTo>
                    <a:pt x="53" y="208"/>
                    <a:pt x="51" y="223"/>
                    <a:pt x="53" y="236"/>
                  </a:cubicBezTo>
                  <a:cubicBezTo>
                    <a:pt x="58" y="263"/>
                    <a:pt x="38" y="340"/>
                    <a:pt x="27" y="365"/>
                  </a:cubicBezTo>
                  <a:cubicBezTo>
                    <a:pt x="17" y="390"/>
                    <a:pt x="16" y="425"/>
                    <a:pt x="19" y="443"/>
                  </a:cubicBezTo>
                  <a:cubicBezTo>
                    <a:pt x="22" y="456"/>
                    <a:pt x="21" y="473"/>
                    <a:pt x="18" y="489"/>
                  </a:cubicBezTo>
                  <a:cubicBezTo>
                    <a:pt x="18" y="489"/>
                    <a:pt x="18" y="489"/>
                    <a:pt x="18" y="489"/>
                  </a:cubicBezTo>
                  <a:cubicBezTo>
                    <a:pt x="20" y="508"/>
                    <a:pt x="37" y="519"/>
                    <a:pt x="52" y="529"/>
                  </a:cubicBezTo>
                  <a:cubicBezTo>
                    <a:pt x="62" y="535"/>
                    <a:pt x="62" y="535"/>
                    <a:pt x="62" y="535"/>
                  </a:cubicBezTo>
                  <a:cubicBezTo>
                    <a:pt x="57" y="542"/>
                    <a:pt x="57" y="542"/>
                    <a:pt x="57" y="542"/>
                  </a:cubicBezTo>
                  <a:cubicBezTo>
                    <a:pt x="47" y="535"/>
                    <a:pt x="47" y="535"/>
                    <a:pt x="47" y="535"/>
                  </a:cubicBezTo>
                  <a:cubicBezTo>
                    <a:pt x="37" y="529"/>
                    <a:pt x="25" y="521"/>
                    <a:pt x="18" y="510"/>
                  </a:cubicBezTo>
                  <a:cubicBezTo>
                    <a:pt x="16" y="508"/>
                    <a:pt x="12" y="507"/>
                    <a:pt x="11" y="509"/>
                  </a:cubicBezTo>
                  <a:cubicBezTo>
                    <a:pt x="10" y="512"/>
                    <a:pt x="8" y="515"/>
                    <a:pt x="6" y="517"/>
                  </a:cubicBezTo>
                  <a:lnTo>
                    <a:pt x="0" y="51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7" name="Freeform 473">
              <a:extLst>
                <a:ext uri="{FF2B5EF4-FFF2-40B4-BE49-F238E27FC236}">
                  <a16:creationId xmlns:a16="http://schemas.microsoft.com/office/drawing/2014/main" id="{A0E336A1-C03C-46CE-8F5F-30E2C6A1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172"/>
              <a:ext cx="202" cy="947"/>
            </a:xfrm>
            <a:custGeom>
              <a:avLst/>
              <a:gdLst>
                <a:gd name="T0" fmla="*/ 0 w 150"/>
                <a:gd name="T1" fmla="*/ 1375 h 704"/>
                <a:gd name="T2" fmla="*/ 1 w 150"/>
                <a:gd name="T3" fmla="*/ 1344 h 704"/>
                <a:gd name="T4" fmla="*/ 1 w 150"/>
                <a:gd name="T5" fmla="*/ 1310 h 704"/>
                <a:gd name="T6" fmla="*/ 16 w 150"/>
                <a:gd name="T7" fmla="*/ 1317 h 704"/>
                <a:gd name="T8" fmla="*/ 22 w 150"/>
                <a:gd name="T9" fmla="*/ 1361 h 704"/>
                <a:gd name="T10" fmla="*/ 35 w 150"/>
                <a:gd name="T11" fmla="*/ 1430 h 704"/>
                <a:gd name="T12" fmla="*/ 79 w 150"/>
                <a:gd name="T13" fmla="*/ 1616 h 704"/>
                <a:gd name="T14" fmla="*/ 252 w 150"/>
                <a:gd name="T15" fmla="*/ 1599 h 704"/>
                <a:gd name="T16" fmla="*/ 261 w 150"/>
                <a:gd name="T17" fmla="*/ 1585 h 704"/>
                <a:gd name="T18" fmla="*/ 220 w 150"/>
                <a:gd name="T19" fmla="*/ 1540 h 704"/>
                <a:gd name="T20" fmla="*/ 184 w 150"/>
                <a:gd name="T21" fmla="*/ 1511 h 704"/>
                <a:gd name="T22" fmla="*/ 147 w 150"/>
                <a:gd name="T23" fmla="*/ 1290 h 704"/>
                <a:gd name="T24" fmla="*/ 147 w 150"/>
                <a:gd name="T25" fmla="*/ 1289 h 704"/>
                <a:gd name="T26" fmla="*/ 148 w 150"/>
                <a:gd name="T27" fmla="*/ 1289 h 704"/>
                <a:gd name="T28" fmla="*/ 225 w 150"/>
                <a:gd name="T29" fmla="*/ 675 h 704"/>
                <a:gd name="T30" fmla="*/ 182 w 150"/>
                <a:gd name="T31" fmla="*/ 246 h 704"/>
                <a:gd name="T32" fmla="*/ 154 w 150"/>
                <a:gd name="T33" fmla="*/ 0 h 704"/>
                <a:gd name="T34" fmla="*/ 183 w 150"/>
                <a:gd name="T35" fmla="*/ 1 h 704"/>
                <a:gd name="T36" fmla="*/ 183 w 150"/>
                <a:gd name="T37" fmla="*/ 15 h 704"/>
                <a:gd name="T38" fmla="*/ 210 w 150"/>
                <a:gd name="T39" fmla="*/ 241 h 704"/>
                <a:gd name="T40" fmla="*/ 255 w 150"/>
                <a:gd name="T41" fmla="*/ 650 h 704"/>
                <a:gd name="T42" fmla="*/ 255 w 150"/>
                <a:gd name="T43" fmla="*/ 677 h 704"/>
                <a:gd name="T44" fmla="*/ 176 w 150"/>
                <a:gd name="T45" fmla="*/ 1295 h 704"/>
                <a:gd name="T46" fmla="*/ 174 w 150"/>
                <a:gd name="T47" fmla="*/ 1332 h 704"/>
                <a:gd name="T48" fmla="*/ 210 w 150"/>
                <a:gd name="T49" fmla="*/ 1494 h 704"/>
                <a:gd name="T50" fmla="*/ 237 w 150"/>
                <a:gd name="T51" fmla="*/ 1519 h 704"/>
                <a:gd name="T52" fmla="*/ 290 w 150"/>
                <a:gd name="T53" fmla="*/ 1579 h 704"/>
                <a:gd name="T54" fmla="*/ 298 w 150"/>
                <a:gd name="T55" fmla="*/ 1585 h 704"/>
                <a:gd name="T56" fmla="*/ 315 w 150"/>
                <a:gd name="T57" fmla="*/ 1594 h 704"/>
                <a:gd name="T58" fmla="*/ 331 w 150"/>
                <a:gd name="T59" fmla="*/ 1599 h 704"/>
                <a:gd name="T60" fmla="*/ 366 w 150"/>
                <a:gd name="T61" fmla="*/ 1629 h 704"/>
                <a:gd name="T62" fmla="*/ 326 w 150"/>
                <a:gd name="T63" fmla="*/ 1616 h 704"/>
                <a:gd name="T64" fmla="*/ 308 w 150"/>
                <a:gd name="T65" fmla="*/ 1609 h 704"/>
                <a:gd name="T66" fmla="*/ 287 w 150"/>
                <a:gd name="T67" fmla="*/ 1601 h 704"/>
                <a:gd name="T68" fmla="*/ 287 w 150"/>
                <a:gd name="T69" fmla="*/ 1601 h 704"/>
                <a:gd name="T70" fmla="*/ 281 w 150"/>
                <a:gd name="T71" fmla="*/ 1609 h 704"/>
                <a:gd name="T72" fmla="*/ 310 w 150"/>
                <a:gd name="T73" fmla="*/ 1630 h 704"/>
                <a:gd name="T74" fmla="*/ 345 w 150"/>
                <a:gd name="T75" fmla="*/ 1677 h 704"/>
                <a:gd name="T76" fmla="*/ 298 w 150"/>
                <a:gd name="T77" fmla="*/ 1642 h 704"/>
                <a:gd name="T78" fmla="*/ 268 w 150"/>
                <a:gd name="T79" fmla="*/ 1621 h 704"/>
                <a:gd name="T80" fmla="*/ 246 w 150"/>
                <a:gd name="T81" fmla="*/ 1636 h 704"/>
                <a:gd name="T82" fmla="*/ 287 w 150"/>
                <a:gd name="T83" fmla="*/ 1683 h 704"/>
                <a:gd name="T84" fmla="*/ 296 w 150"/>
                <a:gd name="T85" fmla="*/ 1714 h 704"/>
                <a:gd name="T86" fmla="*/ 271 w 150"/>
                <a:gd name="T87" fmla="*/ 1683 h 704"/>
                <a:gd name="T88" fmla="*/ 226 w 150"/>
                <a:gd name="T89" fmla="*/ 1645 h 704"/>
                <a:gd name="T90" fmla="*/ 205 w 150"/>
                <a:gd name="T91" fmla="*/ 1656 h 704"/>
                <a:gd name="T92" fmla="*/ 218 w 150"/>
                <a:gd name="T93" fmla="*/ 1712 h 704"/>
                <a:gd name="T94" fmla="*/ 184 w 150"/>
                <a:gd name="T95" fmla="*/ 1660 h 704"/>
                <a:gd name="T96" fmla="*/ 110 w 150"/>
                <a:gd name="T97" fmla="*/ 1665 h 704"/>
                <a:gd name="T98" fmla="*/ 112 w 150"/>
                <a:gd name="T99" fmla="*/ 1677 h 704"/>
                <a:gd name="T100" fmla="*/ 119 w 150"/>
                <a:gd name="T101" fmla="*/ 1714 h 704"/>
                <a:gd name="T102" fmla="*/ 98 w 150"/>
                <a:gd name="T103" fmla="*/ 1677 h 704"/>
                <a:gd name="T104" fmla="*/ 90 w 150"/>
                <a:gd name="T105" fmla="*/ 1657 h 704"/>
                <a:gd name="T106" fmla="*/ 58 w 150"/>
                <a:gd name="T107" fmla="*/ 1636 h 704"/>
                <a:gd name="T108" fmla="*/ 5 w 150"/>
                <a:gd name="T109" fmla="*/ 1426 h 704"/>
                <a:gd name="T110" fmla="*/ 0 w 150"/>
                <a:gd name="T111" fmla="*/ 1375 h 70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50" h="704">
                  <a:moveTo>
                    <a:pt x="0" y="565"/>
                  </a:moveTo>
                  <a:cubicBezTo>
                    <a:pt x="1" y="560"/>
                    <a:pt x="2" y="554"/>
                    <a:pt x="1" y="552"/>
                  </a:cubicBezTo>
                  <a:cubicBezTo>
                    <a:pt x="1" y="548"/>
                    <a:pt x="0" y="542"/>
                    <a:pt x="1" y="538"/>
                  </a:cubicBezTo>
                  <a:cubicBezTo>
                    <a:pt x="7" y="541"/>
                    <a:pt x="7" y="541"/>
                    <a:pt x="7" y="541"/>
                  </a:cubicBezTo>
                  <a:cubicBezTo>
                    <a:pt x="5" y="546"/>
                    <a:pt x="7" y="552"/>
                    <a:pt x="9" y="559"/>
                  </a:cubicBezTo>
                  <a:cubicBezTo>
                    <a:pt x="12" y="567"/>
                    <a:pt x="14" y="576"/>
                    <a:pt x="14" y="587"/>
                  </a:cubicBezTo>
                  <a:cubicBezTo>
                    <a:pt x="12" y="608"/>
                    <a:pt x="18" y="647"/>
                    <a:pt x="33" y="664"/>
                  </a:cubicBezTo>
                  <a:cubicBezTo>
                    <a:pt x="48" y="682"/>
                    <a:pt x="84" y="671"/>
                    <a:pt x="103" y="657"/>
                  </a:cubicBezTo>
                  <a:cubicBezTo>
                    <a:pt x="105" y="655"/>
                    <a:pt x="107" y="653"/>
                    <a:pt x="107" y="651"/>
                  </a:cubicBezTo>
                  <a:cubicBezTo>
                    <a:pt x="107" y="646"/>
                    <a:pt x="97" y="639"/>
                    <a:pt x="90" y="633"/>
                  </a:cubicBezTo>
                  <a:cubicBezTo>
                    <a:pt x="84" y="629"/>
                    <a:pt x="79" y="625"/>
                    <a:pt x="76" y="621"/>
                  </a:cubicBezTo>
                  <a:cubicBezTo>
                    <a:pt x="65" y="607"/>
                    <a:pt x="55" y="557"/>
                    <a:pt x="60" y="530"/>
                  </a:cubicBezTo>
                  <a:cubicBezTo>
                    <a:pt x="60" y="529"/>
                    <a:pt x="60" y="529"/>
                    <a:pt x="60" y="529"/>
                  </a:cubicBezTo>
                  <a:cubicBezTo>
                    <a:pt x="61" y="529"/>
                    <a:pt x="61" y="529"/>
                    <a:pt x="61" y="529"/>
                  </a:cubicBezTo>
                  <a:cubicBezTo>
                    <a:pt x="80" y="465"/>
                    <a:pt x="90" y="383"/>
                    <a:pt x="92" y="277"/>
                  </a:cubicBezTo>
                  <a:cubicBezTo>
                    <a:pt x="93" y="214"/>
                    <a:pt x="83" y="154"/>
                    <a:pt x="74" y="101"/>
                  </a:cubicBezTo>
                  <a:cubicBezTo>
                    <a:pt x="68" y="61"/>
                    <a:pt x="62" y="26"/>
                    <a:pt x="63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5" y="2"/>
                    <a:pt x="75" y="4"/>
                    <a:pt x="75" y="6"/>
                  </a:cubicBezTo>
                  <a:cubicBezTo>
                    <a:pt x="75" y="30"/>
                    <a:pt x="80" y="62"/>
                    <a:pt x="86" y="99"/>
                  </a:cubicBezTo>
                  <a:cubicBezTo>
                    <a:pt x="95" y="150"/>
                    <a:pt x="104" y="207"/>
                    <a:pt x="104" y="267"/>
                  </a:cubicBezTo>
                  <a:cubicBezTo>
                    <a:pt x="104" y="271"/>
                    <a:pt x="104" y="274"/>
                    <a:pt x="104" y="278"/>
                  </a:cubicBezTo>
                  <a:cubicBezTo>
                    <a:pt x="102" y="384"/>
                    <a:pt x="91" y="467"/>
                    <a:pt x="72" y="532"/>
                  </a:cubicBezTo>
                  <a:cubicBezTo>
                    <a:pt x="71" y="537"/>
                    <a:pt x="71" y="542"/>
                    <a:pt x="71" y="547"/>
                  </a:cubicBezTo>
                  <a:cubicBezTo>
                    <a:pt x="71" y="573"/>
                    <a:pt x="79" y="605"/>
                    <a:pt x="86" y="614"/>
                  </a:cubicBezTo>
                  <a:cubicBezTo>
                    <a:pt x="88" y="617"/>
                    <a:pt x="93" y="620"/>
                    <a:pt x="97" y="624"/>
                  </a:cubicBezTo>
                  <a:cubicBezTo>
                    <a:pt x="107" y="631"/>
                    <a:pt x="117" y="639"/>
                    <a:pt x="119" y="649"/>
                  </a:cubicBezTo>
                  <a:cubicBezTo>
                    <a:pt x="120" y="650"/>
                    <a:pt x="121" y="650"/>
                    <a:pt x="122" y="651"/>
                  </a:cubicBezTo>
                  <a:cubicBezTo>
                    <a:pt x="129" y="655"/>
                    <a:pt x="129" y="655"/>
                    <a:pt x="129" y="655"/>
                  </a:cubicBezTo>
                  <a:cubicBezTo>
                    <a:pt x="136" y="657"/>
                    <a:pt x="136" y="657"/>
                    <a:pt x="136" y="657"/>
                  </a:cubicBezTo>
                  <a:cubicBezTo>
                    <a:pt x="142" y="659"/>
                    <a:pt x="145" y="663"/>
                    <a:pt x="150" y="669"/>
                  </a:cubicBezTo>
                  <a:cubicBezTo>
                    <a:pt x="147" y="665"/>
                    <a:pt x="139" y="665"/>
                    <a:pt x="134" y="664"/>
                  </a:cubicBezTo>
                  <a:cubicBezTo>
                    <a:pt x="126" y="661"/>
                    <a:pt x="126" y="661"/>
                    <a:pt x="126" y="661"/>
                  </a:cubicBezTo>
                  <a:cubicBezTo>
                    <a:pt x="117" y="658"/>
                    <a:pt x="117" y="658"/>
                    <a:pt x="117" y="658"/>
                  </a:cubicBezTo>
                  <a:cubicBezTo>
                    <a:pt x="117" y="658"/>
                    <a:pt x="117" y="658"/>
                    <a:pt x="117" y="658"/>
                  </a:cubicBezTo>
                  <a:cubicBezTo>
                    <a:pt x="117" y="659"/>
                    <a:pt x="116" y="660"/>
                    <a:pt x="115" y="661"/>
                  </a:cubicBezTo>
                  <a:cubicBezTo>
                    <a:pt x="119" y="664"/>
                    <a:pt x="123" y="667"/>
                    <a:pt x="127" y="670"/>
                  </a:cubicBezTo>
                  <a:cubicBezTo>
                    <a:pt x="133" y="675"/>
                    <a:pt x="137" y="681"/>
                    <a:pt x="141" y="689"/>
                  </a:cubicBezTo>
                  <a:cubicBezTo>
                    <a:pt x="137" y="683"/>
                    <a:pt x="128" y="679"/>
                    <a:pt x="122" y="675"/>
                  </a:cubicBezTo>
                  <a:cubicBezTo>
                    <a:pt x="117" y="672"/>
                    <a:pt x="113" y="670"/>
                    <a:pt x="110" y="666"/>
                  </a:cubicBezTo>
                  <a:cubicBezTo>
                    <a:pt x="107" y="668"/>
                    <a:pt x="104" y="670"/>
                    <a:pt x="101" y="672"/>
                  </a:cubicBezTo>
                  <a:cubicBezTo>
                    <a:pt x="110" y="677"/>
                    <a:pt x="114" y="683"/>
                    <a:pt x="117" y="691"/>
                  </a:cubicBezTo>
                  <a:cubicBezTo>
                    <a:pt x="121" y="704"/>
                    <a:pt x="121" y="704"/>
                    <a:pt x="121" y="704"/>
                  </a:cubicBezTo>
                  <a:cubicBezTo>
                    <a:pt x="111" y="691"/>
                    <a:pt x="111" y="691"/>
                    <a:pt x="111" y="691"/>
                  </a:cubicBezTo>
                  <a:cubicBezTo>
                    <a:pt x="105" y="683"/>
                    <a:pt x="102" y="681"/>
                    <a:pt x="93" y="676"/>
                  </a:cubicBezTo>
                  <a:cubicBezTo>
                    <a:pt x="90" y="678"/>
                    <a:pt x="87" y="679"/>
                    <a:pt x="84" y="680"/>
                  </a:cubicBezTo>
                  <a:cubicBezTo>
                    <a:pt x="88" y="686"/>
                    <a:pt x="90" y="696"/>
                    <a:pt x="89" y="703"/>
                  </a:cubicBezTo>
                  <a:cubicBezTo>
                    <a:pt x="90" y="698"/>
                    <a:pt x="82" y="687"/>
                    <a:pt x="76" y="682"/>
                  </a:cubicBezTo>
                  <a:cubicBezTo>
                    <a:pt x="66" y="685"/>
                    <a:pt x="55" y="686"/>
                    <a:pt x="45" y="684"/>
                  </a:cubicBezTo>
                  <a:cubicBezTo>
                    <a:pt x="46" y="685"/>
                    <a:pt x="46" y="687"/>
                    <a:pt x="46" y="689"/>
                  </a:cubicBezTo>
                  <a:cubicBezTo>
                    <a:pt x="47" y="694"/>
                    <a:pt x="45" y="701"/>
                    <a:pt x="48" y="704"/>
                  </a:cubicBezTo>
                  <a:cubicBezTo>
                    <a:pt x="43" y="700"/>
                    <a:pt x="41" y="695"/>
                    <a:pt x="40" y="689"/>
                  </a:cubicBezTo>
                  <a:cubicBezTo>
                    <a:pt x="39" y="686"/>
                    <a:pt x="39" y="684"/>
                    <a:pt x="37" y="681"/>
                  </a:cubicBezTo>
                  <a:cubicBezTo>
                    <a:pt x="32" y="679"/>
                    <a:pt x="28" y="676"/>
                    <a:pt x="24" y="672"/>
                  </a:cubicBezTo>
                  <a:cubicBezTo>
                    <a:pt x="4" y="649"/>
                    <a:pt x="0" y="604"/>
                    <a:pt x="2" y="586"/>
                  </a:cubicBezTo>
                  <a:cubicBezTo>
                    <a:pt x="2" y="578"/>
                    <a:pt x="3" y="573"/>
                    <a:pt x="0" y="56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8" name="Freeform 474">
              <a:extLst>
                <a:ext uri="{FF2B5EF4-FFF2-40B4-BE49-F238E27FC236}">
                  <a16:creationId xmlns:a16="http://schemas.microsoft.com/office/drawing/2014/main" id="{896B6324-14BD-40F2-9483-081E8B263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1255"/>
              <a:ext cx="49" cy="217"/>
            </a:xfrm>
            <a:custGeom>
              <a:avLst/>
              <a:gdLst>
                <a:gd name="T0" fmla="*/ 63 w 36"/>
                <a:gd name="T1" fmla="*/ 1 h 162"/>
                <a:gd name="T2" fmla="*/ 0 w 36"/>
                <a:gd name="T3" fmla="*/ 382 h 162"/>
                <a:gd name="T4" fmla="*/ 27 w 36"/>
                <a:gd name="T5" fmla="*/ 390 h 162"/>
                <a:gd name="T6" fmla="*/ 83 w 36"/>
                <a:gd name="T7" fmla="*/ 0 h 162"/>
                <a:gd name="T8" fmla="*/ 63 w 36"/>
                <a:gd name="T9" fmla="*/ 1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62">
                  <a:moveTo>
                    <a:pt x="25" y="1"/>
                  </a:moveTo>
                  <a:cubicBezTo>
                    <a:pt x="28" y="37"/>
                    <a:pt x="14" y="105"/>
                    <a:pt x="0" y="159"/>
                  </a:cubicBezTo>
                  <a:cubicBezTo>
                    <a:pt x="11" y="162"/>
                    <a:pt x="11" y="162"/>
                    <a:pt x="11" y="162"/>
                  </a:cubicBezTo>
                  <a:cubicBezTo>
                    <a:pt x="26" y="107"/>
                    <a:pt x="36" y="37"/>
                    <a:pt x="33" y="0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9" name="Freeform 475">
              <a:extLst>
                <a:ext uri="{FF2B5EF4-FFF2-40B4-BE49-F238E27FC236}">
                  <a16:creationId xmlns:a16="http://schemas.microsoft.com/office/drawing/2014/main" id="{A1AE0F07-6E2D-41F5-A591-174810D52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103"/>
              <a:ext cx="26" cy="258"/>
            </a:xfrm>
            <a:custGeom>
              <a:avLst/>
              <a:gdLst>
                <a:gd name="T0" fmla="*/ 19 w 19"/>
                <a:gd name="T1" fmla="*/ 51 h 192"/>
                <a:gd name="T2" fmla="*/ 5 w 19"/>
                <a:gd name="T3" fmla="*/ 98 h 192"/>
                <a:gd name="T4" fmla="*/ 15 w 19"/>
                <a:gd name="T5" fmla="*/ 231 h 192"/>
                <a:gd name="T6" fmla="*/ 21 w 19"/>
                <a:gd name="T7" fmla="*/ 262 h 192"/>
                <a:gd name="T8" fmla="*/ 14 w 19"/>
                <a:gd name="T9" fmla="*/ 383 h 192"/>
                <a:gd name="T10" fmla="*/ 10 w 19"/>
                <a:gd name="T11" fmla="*/ 398 h 192"/>
                <a:gd name="T12" fmla="*/ 10 w 19"/>
                <a:gd name="T13" fmla="*/ 466 h 192"/>
                <a:gd name="T14" fmla="*/ 26 w 19"/>
                <a:gd name="T15" fmla="*/ 457 h 192"/>
                <a:gd name="T16" fmla="*/ 30 w 19"/>
                <a:gd name="T17" fmla="*/ 400 h 192"/>
                <a:gd name="T18" fmla="*/ 34 w 19"/>
                <a:gd name="T19" fmla="*/ 388 h 192"/>
                <a:gd name="T20" fmla="*/ 41 w 19"/>
                <a:gd name="T21" fmla="*/ 261 h 192"/>
                <a:gd name="T22" fmla="*/ 34 w 19"/>
                <a:gd name="T23" fmla="*/ 227 h 192"/>
                <a:gd name="T24" fmla="*/ 21 w 19"/>
                <a:gd name="T25" fmla="*/ 99 h 192"/>
                <a:gd name="T26" fmla="*/ 29 w 19"/>
                <a:gd name="T27" fmla="*/ 56 h 192"/>
                <a:gd name="T28" fmla="*/ 40 w 19"/>
                <a:gd name="T29" fmla="*/ 0 h 192"/>
                <a:gd name="T30" fmla="*/ 29 w 19"/>
                <a:gd name="T31" fmla="*/ 0 h 192"/>
                <a:gd name="T32" fmla="*/ 19 w 19"/>
                <a:gd name="T33" fmla="*/ 51 h 1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92">
                  <a:moveTo>
                    <a:pt x="7" y="21"/>
                  </a:moveTo>
                  <a:cubicBezTo>
                    <a:pt x="5" y="26"/>
                    <a:pt x="3" y="32"/>
                    <a:pt x="2" y="40"/>
                  </a:cubicBezTo>
                  <a:cubicBezTo>
                    <a:pt x="0" y="57"/>
                    <a:pt x="2" y="77"/>
                    <a:pt x="6" y="95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1" y="125"/>
                    <a:pt x="8" y="141"/>
                    <a:pt x="5" y="158"/>
                  </a:cubicBezTo>
                  <a:cubicBezTo>
                    <a:pt x="4" y="164"/>
                    <a:pt x="4" y="164"/>
                    <a:pt x="4" y="164"/>
                  </a:cubicBezTo>
                  <a:cubicBezTo>
                    <a:pt x="2" y="176"/>
                    <a:pt x="0" y="187"/>
                    <a:pt x="4" y="192"/>
                  </a:cubicBezTo>
                  <a:cubicBezTo>
                    <a:pt x="10" y="188"/>
                    <a:pt x="10" y="188"/>
                    <a:pt x="10" y="188"/>
                  </a:cubicBezTo>
                  <a:cubicBezTo>
                    <a:pt x="8" y="185"/>
                    <a:pt x="11" y="172"/>
                    <a:pt x="12" y="165"/>
                  </a:cubicBezTo>
                  <a:cubicBezTo>
                    <a:pt x="13" y="160"/>
                    <a:pt x="13" y="160"/>
                    <a:pt x="13" y="160"/>
                  </a:cubicBezTo>
                  <a:cubicBezTo>
                    <a:pt x="16" y="142"/>
                    <a:pt x="19" y="125"/>
                    <a:pt x="16" y="107"/>
                  </a:cubicBezTo>
                  <a:cubicBezTo>
                    <a:pt x="13" y="94"/>
                    <a:pt x="13" y="94"/>
                    <a:pt x="13" y="94"/>
                  </a:cubicBezTo>
                  <a:cubicBezTo>
                    <a:pt x="10" y="76"/>
                    <a:pt x="6" y="56"/>
                    <a:pt x="8" y="41"/>
                  </a:cubicBezTo>
                  <a:cubicBezTo>
                    <a:pt x="9" y="33"/>
                    <a:pt x="10" y="28"/>
                    <a:pt x="11" y="23"/>
                  </a:cubicBezTo>
                  <a:cubicBezTo>
                    <a:pt x="13" y="16"/>
                    <a:pt x="15" y="10"/>
                    <a:pt x="1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8"/>
                    <a:pt x="8" y="14"/>
                    <a:pt x="7" y="21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0" name="Freeform 476">
              <a:extLst>
                <a:ext uri="{FF2B5EF4-FFF2-40B4-BE49-F238E27FC236}">
                  <a16:creationId xmlns:a16="http://schemas.microsoft.com/office/drawing/2014/main" id="{1FCBCE9C-B930-477B-B3C7-AD1FA6C8D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932"/>
              <a:ext cx="167" cy="362"/>
            </a:xfrm>
            <a:custGeom>
              <a:avLst/>
              <a:gdLst>
                <a:gd name="T0" fmla="*/ 303 w 124"/>
                <a:gd name="T1" fmla="*/ 23 h 269"/>
                <a:gd name="T2" fmla="*/ 296 w 124"/>
                <a:gd name="T3" fmla="*/ 27 h 269"/>
                <a:gd name="T4" fmla="*/ 268 w 124"/>
                <a:gd name="T5" fmla="*/ 54 h 269"/>
                <a:gd name="T6" fmla="*/ 260 w 124"/>
                <a:gd name="T7" fmla="*/ 58 h 269"/>
                <a:gd name="T8" fmla="*/ 246 w 124"/>
                <a:gd name="T9" fmla="*/ 51 h 269"/>
                <a:gd name="T10" fmla="*/ 246 w 124"/>
                <a:gd name="T11" fmla="*/ 42 h 269"/>
                <a:gd name="T12" fmla="*/ 249 w 124"/>
                <a:gd name="T13" fmla="*/ 7 h 269"/>
                <a:gd name="T14" fmla="*/ 252 w 124"/>
                <a:gd name="T15" fmla="*/ 0 h 269"/>
                <a:gd name="T16" fmla="*/ 252 w 124"/>
                <a:gd name="T17" fmla="*/ 0 h 269"/>
                <a:gd name="T18" fmla="*/ 237 w 124"/>
                <a:gd name="T19" fmla="*/ 43 h 269"/>
                <a:gd name="T20" fmla="*/ 237 w 124"/>
                <a:gd name="T21" fmla="*/ 65 h 269"/>
                <a:gd name="T22" fmla="*/ 220 w 124"/>
                <a:gd name="T23" fmla="*/ 85 h 269"/>
                <a:gd name="T24" fmla="*/ 203 w 124"/>
                <a:gd name="T25" fmla="*/ 98 h 269"/>
                <a:gd name="T26" fmla="*/ 193 w 124"/>
                <a:gd name="T27" fmla="*/ 106 h 269"/>
                <a:gd name="T28" fmla="*/ 168 w 124"/>
                <a:gd name="T29" fmla="*/ 77 h 269"/>
                <a:gd name="T30" fmla="*/ 163 w 124"/>
                <a:gd name="T31" fmla="*/ 78 h 269"/>
                <a:gd name="T32" fmla="*/ 182 w 124"/>
                <a:gd name="T33" fmla="*/ 110 h 269"/>
                <a:gd name="T34" fmla="*/ 178 w 124"/>
                <a:gd name="T35" fmla="*/ 129 h 269"/>
                <a:gd name="T36" fmla="*/ 174 w 124"/>
                <a:gd name="T37" fmla="*/ 167 h 269"/>
                <a:gd name="T38" fmla="*/ 174 w 124"/>
                <a:gd name="T39" fmla="*/ 168 h 269"/>
                <a:gd name="T40" fmla="*/ 154 w 124"/>
                <a:gd name="T41" fmla="*/ 219 h 269"/>
                <a:gd name="T42" fmla="*/ 114 w 124"/>
                <a:gd name="T43" fmla="*/ 258 h 269"/>
                <a:gd name="T44" fmla="*/ 15 w 124"/>
                <a:gd name="T45" fmla="*/ 404 h 269"/>
                <a:gd name="T46" fmla="*/ 9 w 124"/>
                <a:gd name="T47" fmla="*/ 544 h 269"/>
                <a:gd name="T48" fmla="*/ 0 w 124"/>
                <a:gd name="T49" fmla="*/ 655 h 269"/>
                <a:gd name="T50" fmla="*/ 35 w 124"/>
                <a:gd name="T51" fmla="*/ 619 h 269"/>
                <a:gd name="T52" fmla="*/ 35 w 124"/>
                <a:gd name="T53" fmla="*/ 541 h 269"/>
                <a:gd name="T54" fmla="*/ 40 w 124"/>
                <a:gd name="T55" fmla="*/ 409 h 269"/>
                <a:gd name="T56" fmla="*/ 132 w 124"/>
                <a:gd name="T57" fmla="*/ 277 h 269"/>
                <a:gd name="T58" fmla="*/ 174 w 124"/>
                <a:gd name="T59" fmla="*/ 237 h 269"/>
                <a:gd name="T60" fmla="*/ 198 w 124"/>
                <a:gd name="T61" fmla="*/ 168 h 269"/>
                <a:gd name="T62" fmla="*/ 198 w 124"/>
                <a:gd name="T63" fmla="*/ 167 h 269"/>
                <a:gd name="T64" fmla="*/ 215 w 124"/>
                <a:gd name="T65" fmla="*/ 112 h 269"/>
                <a:gd name="T66" fmla="*/ 226 w 124"/>
                <a:gd name="T67" fmla="*/ 104 h 269"/>
                <a:gd name="T68" fmla="*/ 246 w 124"/>
                <a:gd name="T69" fmla="*/ 85 h 269"/>
                <a:gd name="T70" fmla="*/ 260 w 124"/>
                <a:gd name="T71" fmla="*/ 70 h 269"/>
                <a:gd name="T72" fmla="*/ 271 w 124"/>
                <a:gd name="T73" fmla="*/ 65 h 269"/>
                <a:gd name="T74" fmla="*/ 303 w 124"/>
                <a:gd name="T75" fmla="*/ 23 h 26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4" h="269">
                  <a:moveTo>
                    <a:pt x="124" y="10"/>
                  </a:moveTo>
                  <a:cubicBezTo>
                    <a:pt x="123" y="10"/>
                    <a:pt x="122" y="9"/>
                    <a:pt x="121" y="11"/>
                  </a:cubicBezTo>
                  <a:cubicBezTo>
                    <a:pt x="119" y="14"/>
                    <a:pt x="118" y="19"/>
                    <a:pt x="110" y="22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5" y="24"/>
                    <a:pt x="102" y="24"/>
                    <a:pt x="101" y="21"/>
                  </a:cubicBezTo>
                  <a:cubicBezTo>
                    <a:pt x="101" y="19"/>
                    <a:pt x="101" y="18"/>
                    <a:pt x="101" y="17"/>
                  </a:cubicBezTo>
                  <a:cubicBezTo>
                    <a:pt x="100" y="12"/>
                    <a:pt x="99" y="5"/>
                    <a:pt x="102" y="3"/>
                  </a:cubicBezTo>
                  <a:cubicBezTo>
                    <a:pt x="103" y="2"/>
                    <a:pt x="102" y="1"/>
                    <a:pt x="103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95" y="4"/>
                    <a:pt x="95" y="11"/>
                    <a:pt x="97" y="18"/>
                  </a:cubicBezTo>
                  <a:cubicBezTo>
                    <a:pt x="97" y="21"/>
                    <a:pt x="97" y="27"/>
                    <a:pt x="97" y="27"/>
                  </a:cubicBezTo>
                  <a:cubicBezTo>
                    <a:pt x="96" y="33"/>
                    <a:pt x="93" y="33"/>
                    <a:pt x="90" y="35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1" y="41"/>
                    <a:pt x="80" y="42"/>
                    <a:pt x="79" y="44"/>
                  </a:cubicBezTo>
                  <a:cubicBezTo>
                    <a:pt x="77" y="40"/>
                    <a:pt x="72" y="33"/>
                    <a:pt x="69" y="31"/>
                  </a:cubicBezTo>
                  <a:cubicBezTo>
                    <a:pt x="67" y="29"/>
                    <a:pt x="67" y="32"/>
                    <a:pt x="67" y="32"/>
                  </a:cubicBezTo>
                  <a:cubicBezTo>
                    <a:pt x="71" y="36"/>
                    <a:pt x="74" y="39"/>
                    <a:pt x="74" y="45"/>
                  </a:cubicBezTo>
                  <a:cubicBezTo>
                    <a:pt x="74" y="46"/>
                    <a:pt x="75" y="50"/>
                    <a:pt x="73" y="53"/>
                  </a:cubicBezTo>
                  <a:cubicBezTo>
                    <a:pt x="72" y="57"/>
                    <a:pt x="71" y="62"/>
                    <a:pt x="71" y="68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80"/>
                    <a:pt x="71" y="82"/>
                    <a:pt x="63" y="90"/>
                  </a:cubicBezTo>
                  <a:cubicBezTo>
                    <a:pt x="58" y="96"/>
                    <a:pt x="52" y="101"/>
                    <a:pt x="47" y="106"/>
                  </a:cubicBezTo>
                  <a:cubicBezTo>
                    <a:pt x="29" y="123"/>
                    <a:pt x="11" y="140"/>
                    <a:pt x="6" y="166"/>
                  </a:cubicBezTo>
                  <a:cubicBezTo>
                    <a:pt x="3" y="184"/>
                    <a:pt x="3" y="204"/>
                    <a:pt x="4" y="223"/>
                  </a:cubicBezTo>
                  <a:cubicBezTo>
                    <a:pt x="4" y="233"/>
                    <a:pt x="5" y="252"/>
                    <a:pt x="0" y="269"/>
                  </a:cubicBezTo>
                  <a:cubicBezTo>
                    <a:pt x="14" y="254"/>
                    <a:pt x="14" y="254"/>
                    <a:pt x="14" y="254"/>
                  </a:cubicBezTo>
                  <a:cubicBezTo>
                    <a:pt x="14" y="244"/>
                    <a:pt x="14" y="233"/>
                    <a:pt x="14" y="222"/>
                  </a:cubicBezTo>
                  <a:cubicBezTo>
                    <a:pt x="13" y="204"/>
                    <a:pt x="13" y="185"/>
                    <a:pt x="16" y="168"/>
                  </a:cubicBezTo>
                  <a:cubicBezTo>
                    <a:pt x="20" y="145"/>
                    <a:pt x="36" y="130"/>
                    <a:pt x="54" y="114"/>
                  </a:cubicBezTo>
                  <a:cubicBezTo>
                    <a:pt x="59" y="108"/>
                    <a:pt x="65" y="103"/>
                    <a:pt x="71" y="97"/>
                  </a:cubicBezTo>
                  <a:cubicBezTo>
                    <a:pt x="81" y="86"/>
                    <a:pt x="81" y="81"/>
                    <a:pt x="81" y="69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58"/>
                    <a:pt x="82" y="51"/>
                    <a:pt x="88" y="46"/>
                  </a:cubicBezTo>
                  <a:cubicBezTo>
                    <a:pt x="93" y="42"/>
                    <a:pt x="93" y="42"/>
                    <a:pt x="93" y="42"/>
                  </a:cubicBezTo>
                  <a:cubicBezTo>
                    <a:pt x="96" y="41"/>
                    <a:pt x="99" y="39"/>
                    <a:pt x="101" y="35"/>
                  </a:cubicBezTo>
                  <a:cubicBezTo>
                    <a:pt x="102" y="33"/>
                    <a:pt x="105" y="29"/>
                    <a:pt x="106" y="29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18" y="23"/>
                    <a:pt x="121" y="18"/>
                    <a:pt x="124" y="1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1" name="Freeform 477">
              <a:extLst>
                <a:ext uri="{FF2B5EF4-FFF2-40B4-BE49-F238E27FC236}">
                  <a16:creationId xmlns:a16="http://schemas.microsoft.com/office/drawing/2014/main" id="{D4983A08-9C13-46BC-A482-BE9D167AC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850"/>
              <a:ext cx="314" cy="548"/>
            </a:xfrm>
            <a:custGeom>
              <a:avLst/>
              <a:gdLst>
                <a:gd name="T0" fmla="*/ 537 w 234"/>
                <a:gd name="T1" fmla="*/ 493 h 408"/>
                <a:gd name="T2" fmla="*/ 517 w 234"/>
                <a:gd name="T3" fmla="*/ 489 h 408"/>
                <a:gd name="T4" fmla="*/ 527 w 234"/>
                <a:gd name="T5" fmla="*/ 432 h 408"/>
                <a:gd name="T6" fmla="*/ 522 w 234"/>
                <a:gd name="T7" fmla="*/ 369 h 408"/>
                <a:gd name="T8" fmla="*/ 517 w 234"/>
                <a:gd name="T9" fmla="*/ 431 h 408"/>
                <a:gd name="T10" fmla="*/ 507 w 234"/>
                <a:gd name="T11" fmla="*/ 488 h 408"/>
                <a:gd name="T12" fmla="*/ 501 w 234"/>
                <a:gd name="T13" fmla="*/ 506 h 408"/>
                <a:gd name="T14" fmla="*/ 439 w 234"/>
                <a:gd name="T15" fmla="*/ 564 h 408"/>
                <a:gd name="T16" fmla="*/ 390 w 234"/>
                <a:gd name="T17" fmla="*/ 584 h 408"/>
                <a:gd name="T18" fmla="*/ 321 w 234"/>
                <a:gd name="T19" fmla="*/ 592 h 408"/>
                <a:gd name="T20" fmla="*/ 289 w 234"/>
                <a:gd name="T21" fmla="*/ 564 h 408"/>
                <a:gd name="T22" fmla="*/ 313 w 234"/>
                <a:gd name="T23" fmla="*/ 500 h 408"/>
                <a:gd name="T24" fmla="*/ 388 w 234"/>
                <a:gd name="T25" fmla="*/ 467 h 408"/>
                <a:gd name="T26" fmla="*/ 409 w 234"/>
                <a:gd name="T27" fmla="*/ 451 h 408"/>
                <a:gd name="T28" fmla="*/ 447 w 234"/>
                <a:gd name="T29" fmla="*/ 411 h 408"/>
                <a:gd name="T30" fmla="*/ 404 w 234"/>
                <a:gd name="T31" fmla="*/ 437 h 408"/>
                <a:gd name="T32" fmla="*/ 376 w 234"/>
                <a:gd name="T33" fmla="*/ 458 h 408"/>
                <a:gd name="T34" fmla="*/ 319 w 234"/>
                <a:gd name="T35" fmla="*/ 479 h 408"/>
                <a:gd name="T36" fmla="*/ 310 w 234"/>
                <a:gd name="T37" fmla="*/ 383 h 408"/>
                <a:gd name="T38" fmla="*/ 280 w 234"/>
                <a:gd name="T39" fmla="*/ 224 h 408"/>
                <a:gd name="T40" fmla="*/ 338 w 234"/>
                <a:gd name="T41" fmla="*/ 79 h 408"/>
                <a:gd name="T42" fmla="*/ 412 w 234"/>
                <a:gd name="T43" fmla="*/ 56 h 408"/>
                <a:gd name="T44" fmla="*/ 360 w 234"/>
                <a:gd name="T45" fmla="*/ 64 h 408"/>
                <a:gd name="T46" fmla="*/ 358 w 234"/>
                <a:gd name="T47" fmla="*/ 36 h 408"/>
                <a:gd name="T48" fmla="*/ 348 w 234"/>
                <a:gd name="T49" fmla="*/ 0 h 408"/>
                <a:gd name="T50" fmla="*/ 331 w 234"/>
                <a:gd name="T51" fmla="*/ 70 h 408"/>
                <a:gd name="T52" fmla="*/ 248 w 234"/>
                <a:gd name="T53" fmla="*/ 199 h 408"/>
                <a:gd name="T54" fmla="*/ 153 w 234"/>
                <a:gd name="T55" fmla="*/ 136 h 408"/>
                <a:gd name="T56" fmla="*/ 162 w 234"/>
                <a:gd name="T57" fmla="*/ 42 h 408"/>
                <a:gd name="T58" fmla="*/ 182 w 234"/>
                <a:gd name="T59" fmla="*/ 15 h 408"/>
                <a:gd name="T60" fmla="*/ 148 w 234"/>
                <a:gd name="T61" fmla="*/ 48 h 408"/>
                <a:gd name="T62" fmla="*/ 114 w 234"/>
                <a:gd name="T63" fmla="*/ 7 h 408"/>
                <a:gd name="T64" fmla="*/ 133 w 234"/>
                <a:gd name="T65" fmla="*/ 69 h 408"/>
                <a:gd name="T66" fmla="*/ 121 w 234"/>
                <a:gd name="T67" fmla="*/ 136 h 408"/>
                <a:gd name="T68" fmla="*/ 51 w 234"/>
                <a:gd name="T69" fmla="*/ 120 h 408"/>
                <a:gd name="T70" fmla="*/ 34 w 234"/>
                <a:gd name="T71" fmla="*/ 85 h 408"/>
                <a:gd name="T72" fmla="*/ 38 w 234"/>
                <a:gd name="T73" fmla="*/ 133 h 408"/>
                <a:gd name="T74" fmla="*/ 1 w 234"/>
                <a:gd name="T75" fmla="*/ 156 h 408"/>
                <a:gd name="T76" fmla="*/ 115 w 234"/>
                <a:gd name="T77" fmla="*/ 156 h 408"/>
                <a:gd name="T78" fmla="*/ 262 w 234"/>
                <a:gd name="T79" fmla="*/ 262 h 408"/>
                <a:gd name="T80" fmla="*/ 284 w 234"/>
                <a:gd name="T81" fmla="*/ 388 h 408"/>
                <a:gd name="T82" fmla="*/ 275 w 234"/>
                <a:gd name="T83" fmla="*/ 494 h 408"/>
                <a:gd name="T84" fmla="*/ 196 w 234"/>
                <a:gd name="T85" fmla="*/ 458 h 408"/>
                <a:gd name="T86" fmla="*/ 136 w 234"/>
                <a:gd name="T87" fmla="*/ 426 h 408"/>
                <a:gd name="T88" fmla="*/ 126 w 234"/>
                <a:gd name="T89" fmla="*/ 430 h 408"/>
                <a:gd name="T90" fmla="*/ 191 w 234"/>
                <a:gd name="T91" fmla="*/ 473 h 408"/>
                <a:gd name="T92" fmla="*/ 274 w 234"/>
                <a:gd name="T93" fmla="*/ 510 h 408"/>
                <a:gd name="T94" fmla="*/ 254 w 234"/>
                <a:gd name="T95" fmla="*/ 580 h 408"/>
                <a:gd name="T96" fmla="*/ 154 w 234"/>
                <a:gd name="T97" fmla="*/ 989 h 408"/>
                <a:gd name="T98" fmla="*/ 239 w 234"/>
                <a:gd name="T99" fmla="*/ 677 h 408"/>
                <a:gd name="T100" fmla="*/ 259 w 234"/>
                <a:gd name="T101" fmla="*/ 672 h 408"/>
                <a:gd name="T102" fmla="*/ 289 w 234"/>
                <a:gd name="T103" fmla="*/ 685 h 408"/>
                <a:gd name="T104" fmla="*/ 254 w 234"/>
                <a:gd name="T105" fmla="*/ 643 h 408"/>
                <a:gd name="T106" fmla="*/ 283 w 234"/>
                <a:gd name="T107" fmla="*/ 595 h 408"/>
                <a:gd name="T108" fmla="*/ 381 w 234"/>
                <a:gd name="T109" fmla="*/ 615 h 408"/>
                <a:gd name="T110" fmla="*/ 423 w 234"/>
                <a:gd name="T111" fmla="*/ 588 h 408"/>
                <a:gd name="T112" fmla="*/ 475 w 234"/>
                <a:gd name="T113" fmla="*/ 572 h 408"/>
                <a:gd name="T114" fmla="*/ 537 w 234"/>
                <a:gd name="T115" fmla="*/ 501 h 408"/>
                <a:gd name="T116" fmla="*/ 564 w 234"/>
                <a:gd name="T117" fmla="*/ 485 h 40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34" h="408">
                  <a:moveTo>
                    <a:pt x="233" y="200"/>
                  </a:moveTo>
                  <a:cubicBezTo>
                    <a:pt x="231" y="203"/>
                    <a:pt x="228" y="203"/>
                    <a:pt x="222" y="203"/>
                  </a:cubicBezTo>
                  <a:cubicBezTo>
                    <a:pt x="220" y="203"/>
                    <a:pt x="217" y="204"/>
                    <a:pt x="214" y="204"/>
                  </a:cubicBezTo>
                  <a:cubicBezTo>
                    <a:pt x="214" y="204"/>
                    <a:pt x="214" y="203"/>
                    <a:pt x="214" y="202"/>
                  </a:cubicBezTo>
                  <a:cubicBezTo>
                    <a:pt x="216" y="192"/>
                    <a:pt x="216" y="192"/>
                    <a:pt x="216" y="192"/>
                  </a:cubicBezTo>
                  <a:cubicBezTo>
                    <a:pt x="216" y="188"/>
                    <a:pt x="217" y="184"/>
                    <a:pt x="218" y="179"/>
                  </a:cubicBezTo>
                  <a:cubicBezTo>
                    <a:pt x="220" y="173"/>
                    <a:pt x="219" y="164"/>
                    <a:pt x="219" y="161"/>
                  </a:cubicBezTo>
                  <a:cubicBezTo>
                    <a:pt x="219" y="158"/>
                    <a:pt x="216" y="153"/>
                    <a:pt x="216" y="153"/>
                  </a:cubicBezTo>
                  <a:cubicBezTo>
                    <a:pt x="217" y="162"/>
                    <a:pt x="217" y="162"/>
                    <a:pt x="217" y="162"/>
                  </a:cubicBezTo>
                  <a:cubicBezTo>
                    <a:pt x="218" y="167"/>
                    <a:pt x="216" y="173"/>
                    <a:pt x="214" y="178"/>
                  </a:cubicBezTo>
                  <a:cubicBezTo>
                    <a:pt x="213" y="183"/>
                    <a:pt x="212" y="188"/>
                    <a:pt x="212" y="192"/>
                  </a:cubicBezTo>
                  <a:cubicBezTo>
                    <a:pt x="210" y="201"/>
                    <a:pt x="210" y="201"/>
                    <a:pt x="210" y="201"/>
                  </a:cubicBezTo>
                  <a:cubicBezTo>
                    <a:pt x="210" y="203"/>
                    <a:pt x="208" y="206"/>
                    <a:pt x="207" y="209"/>
                  </a:cubicBezTo>
                  <a:cubicBezTo>
                    <a:pt x="207" y="209"/>
                    <a:pt x="207" y="209"/>
                    <a:pt x="207" y="209"/>
                  </a:cubicBezTo>
                  <a:cubicBezTo>
                    <a:pt x="203" y="219"/>
                    <a:pt x="196" y="227"/>
                    <a:pt x="192" y="230"/>
                  </a:cubicBezTo>
                  <a:cubicBezTo>
                    <a:pt x="189" y="232"/>
                    <a:pt x="186" y="232"/>
                    <a:pt x="182" y="233"/>
                  </a:cubicBezTo>
                  <a:cubicBezTo>
                    <a:pt x="178" y="233"/>
                    <a:pt x="174" y="234"/>
                    <a:pt x="171" y="235"/>
                  </a:cubicBezTo>
                  <a:cubicBezTo>
                    <a:pt x="168" y="237"/>
                    <a:pt x="165" y="239"/>
                    <a:pt x="162" y="241"/>
                  </a:cubicBezTo>
                  <a:cubicBezTo>
                    <a:pt x="160" y="243"/>
                    <a:pt x="158" y="245"/>
                    <a:pt x="155" y="247"/>
                  </a:cubicBezTo>
                  <a:cubicBezTo>
                    <a:pt x="147" y="250"/>
                    <a:pt x="141" y="247"/>
                    <a:pt x="133" y="244"/>
                  </a:cubicBezTo>
                  <a:cubicBezTo>
                    <a:pt x="130" y="242"/>
                    <a:pt x="125" y="240"/>
                    <a:pt x="121" y="239"/>
                  </a:cubicBezTo>
                  <a:cubicBezTo>
                    <a:pt x="117" y="238"/>
                    <a:pt x="118" y="235"/>
                    <a:pt x="119" y="233"/>
                  </a:cubicBezTo>
                  <a:cubicBezTo>
                    <a:pt x="122" y="225"/>
                    <a:pt x="124" y="218"/>
                    <a:pt x="126" y="211"/>
                  </a:cubicBezTo>
                  <a:cubicBezTo>
                    <a:pt x="126" y="210"/>
                    <a:pt x="127" y="206"/>
                    <a:pt x="130" y="206"/>
                  </a:cubicBezTo>
                  <a:cubicBezTo>
                    <a:pt x="133" y="204"/>
                    <a:pt x="137" y="203"/>
                    <a:pt x="141" y="202"/>
                  </a:cubicBezTo>
                  <a:cubicBezTo>
                    <a:pt x="147" y="201"/>
                    <a:pt x="154" y="199"/>
                    <a:pt x="160" y="193"/>
                  </a:cubicBezTo>
                  <a:cubicBezTo>
                    <a:pt x="163" y="190"/>
                    <a:pt x="163" y="190"/>
                    <a:pt x="163" y="190"/>
                  </a:cubicBezTo>
                  <a:cubicBezTo>
                    <a:pt x="165" y="188"/>
                    <a:pt x="165" y="187"/>
                    <a:pt x="169" y="186"/>
                  </a:cubicBezTo>
                  <a:cubicBezTo>
                    <a:pt x="173" y="184"/>
                    <a:pt x="173" y="184"/>
                    <a:pt x="173" y="184"/>
                  </a:cubicBezTo>
                  <a:cubicBezTo>
                    <a:pt x="179" y="181"/>
                    <a:pt x="180" y="178"/>
                    <a:pt x="185" y="170"/>
                  </a:cubicBezTo>
                  <a:cubicBezTo>
                    <a:pt x="181" y="176"/>
                    <a:pt x="176" y="176"/>
                    <a:pt x="170" y="178"/>
                  </a:cubicBezTo>
                  <a:cubicBezTo>
                    <a:pt x="167" y="180"/>
                    <a:pt x="167" y="180"/>
                    <a:pt x="167" y="180"/>
                  </a:cubicBezTo>
                  <a:cubicBezTo>
                    <a:pt x="162" y="182"/>
                    <a:pt x="161" y="184"/>
                    <a:pt x="159" y="186"/>
                  </a:cubicBezTo>
                  <a:cubicBezTo>
                    <a:pt x="156" y="189"/>
                    <a:pt x="156" y="189"/>
                    <a:pt x="156" y="189"/>
                  </a:cubicBezTo>
                  <a:cubicBezTo>
                    <a:pt x="151" y="194"/>
                    <a:pt x="145" y="195"/>
                    <a:pt x="139" y="196"/>
                  </a:cubicBezTo>
                  <a:cubicBezTo>
                    <a:pt x="137" y="197"/>
                    <a:pt x="134" y="198"/>
                    <a:pt x="132" y="198"/>
                  </a:cubicBezTo>
                  <a:cubicBezTo>
                    <a:pt x="131" y="199"/>
                    <a:pt x="129" y="196"/>
                    <a:pt x="129" y="195"/>
                  </a:cubicBezTo>
                  <a:cubicBezTo>
                    <a:pt x="131" y="182"/>
                    <a:pt x="130" y="172"/>
                    <a:pt x="128" y="158"/>
                  </a:cubicBezTo>
                  <a:cubicBezTo>
                    <a:pt x="123" y="137"/>
                    <a:pt x="123" y="137"/>
                    <a:pt x="123" y="137"/>
                  </a:cubicBezTo>
                  <a:cubicBezTo>
                    <a:pt x="120" y="121"/>
                    <a:pt x="117" y="108"/>
                    <a:pt x="116" y="92"/>
                  </a:cubicBezTo>
                  <a:cubicBezTo>
                    <a:pt x="116" y="92"/>
                    <a:pt x="116" y="76"/>
                    <a:pt x="118" y="71"/>
                  </a:cubicBezTo>
                  <a:cubicBezTo>
                    <a:pt x="123" y="54"/>
                    <a:pt x="128" y="45"/>
                    <a:pt x="140" y="33"/>
                  </a:cubicBezTo>
                  <a:cubicBezTo>
                    <a:pt x="142" y="31"/>
                    <a:pt x="145" y="31"/>
                    <a:pt x="147" y="31"/>
                  </a:cubicBezTo>
                  <a:cubicBezTo>
                    <a:pt x="152" y="31"/>
                    <a:pt x="165" y="32"/>
                    <a:pt x="171" y="23"/>
                  </a:cubicBezTo>
                  <a:cubicBezTo>
                    <a:pt x="170" y="23"/>
                    <a:pt x="170" y="23"/>
                    <a:pt x="169" y="23"/>
                  </a:cubicBezTo>
                  <a:cubicBezTo>
                    <a:pt x="163" y="27"/>
                    <a:pt x="154" y="28"/>
                    <a:pt x="149" y="27"/>
                  </a:cubicBezTo>
                  <a:cubicBezTo>
                    <a:pt x="148" y="26"/>
                    <a:pt x="148" y="24"/>
                    <a:pt x="148" y="22"/>
                  </a:cubicBezTo>
                  <a:cubicBezTo>
                    <a:pt x="148" y="20"/>
                    <a:pt x="148" y="17"/>
                    <a:pt x="148" y="15"/>
                  </a:cubicBezTo>
                  <a:cubicBezTo>
                    <a:pt x="148" y="12"/>
                    <a:pt x="147" y="6"/>
                    <a:pt x="146" y="2"/>
                  </a:cubicBezTo>
                  <a:cubicBezTo>
                    <a:pt x="145" y="0"/>
                    <a:pt x="145" y="0"/>
                    <a:pt x="144" y="0"/>
                  </a:cubicBezTo>
                  <a:cubicBezTo>
                    <a:pt x="146" y="9"/>
                    <a:pt x="145" y="17"/>
                    <a:pt x="144" y="21"/>
                  </a:cubicBezTo>
                  <a:cubicBezTo>
                    <a:pt x="144" y="25"/>
                    <a:pt x="139" y="27"/>
                    <a:pt x="137" y="29"/>
                  </a:cubicBezTo>
                  <a:cubicBezTo>
                    <a:pt x="124" y="43"/>
                    <a:pt x="113" y="56"/>
                    <a:pt x="108" y="77"/>
                  </a:cubicBezTo>
                  <a:cubicBezTo>
                    <a:pt x="108" y="80"/>
                    <a:pt x="106" y="84"/>
                    <a:pt x="103" y="82"/>
                  </a:cubicBezTo>
                  <a:cubicBezTo>
                    <a:pt x="94" y="75"/>
                    <a:pt x="82" y="69"/>
                    <a:pt x="71" y="64"/>
                  </a:cubicBezTo>
                  <a:cubicBezTo>
                    <a:pt x="66" y="61"/>
                    <a:pt x="64" y="58"/>
                    <a:pt x="63" y="56"/>
                  </a:cubicBezTo>
                  <a:cubicBezTo>
                    <a:pt x="59" y="48"/>
                    <a:pt x="60" y="38"/>
                    <a:pt x="61" y="30"/>
                  </a:cubicBezTo>
                  <a:cubicBezTo>
                    <a:pt x="61" y="30"/>
                    <a:pt x="65" y="20"/>
                    <a:pt x="67" y="17"/>
                  </a:cubicBezTo>
                  <a:cubicBezTo>
                    <a:pt x="69" y="14"/>
                    <a:pt x="73" y="10"/>
                    <a:pt x="75" y="8"/>
                  </a:cubicBezTo>
                  <a:cubicBezTo>
                    <a:pt x="76" y="7"/>
                    <a:pt x="76" y="7"/>
                    <a:pt x="75" y="6"/>
                  </a:cubicBezTo>
                  <a:cubicBezTo>
                    <a:pt x="73" y="9"/>
                    <a:pt x="67" y="11"/>
                    <a:pt x="64" y="15"/>
                  </a:cubicBezTo>
                  <a:cubicBezTo>
                    <a:pt x="63" y="16"/>
                    <a:pt x="61" y="19"/>
                    <a:pt x="61" y="20"/>
                  </a:cubicBezTo>
                  <a:cubicBezTo>
                    <a:pt x="60" y="18"/>
                    <a:pt x="53" y="9"/>
                    <a:pt x="50" y="5"/>
                  </a:cubicBezTo>
                  <a:cubicBezTo>
                    <a:pt x="48" y="3"/>
                    <a:pt x="47" y="3"/>
                    <a:pt x="47" y="3"/>
                  </a:cubicBezTo>
                  <a:cubicBezTo>
                    <a:pt x="47" y="3"/>
                    <a:pt x="55" y="19"/>
                    <a:pt x="55" y="21"/>
                  </a:cubicBezTo>
                  <a:cubicBezTo>
                    <a:pt x="56" y="25"/>
                    <a:pt x="55" y="28"/>
                    <a:pt x="55" y="28"/>
                  </a:cubicBezTo>
                  <a:cubicBezTo>
                    <a:pt x="54" y="34"/>
                    <a:pt x="52" y="44"/>
                    <a:pt x="53" y="53"/>
                  </a:cubicBezTo>
                  <a:cubicBezTo>
                    <a:pt x="54" y="55"/>
                    <a:pt x="52" y="57"/>
                    <a:pt x="50" y="56"/>
                  </a:cubicBezTo>
                  <a:cubicBezTo>
                    <a:pt x="50" y="56"/>
                    <a:pt x="38" y="55"/>
                    <a:pt x="34" y="54"/>
                  </a:cubicBezTo>
                  <a:cubicBezTo>
                    <a:pt x="31" y="53"/>
                    <a:pt x="23" y="52"/>
                    <a:pt x="21" y="49"/>
                  </a:cubicBezTo>
                  <a:cubicBezTo>
                    <a:pt x="18" y="45"/>
                    <a:pt x="15" y="39"/>
                    <a:pt x="16" y="34"/>
                  </a:cubicBezTo>
                  <a:cubicBezTo>
                    <a:pt x="15" y="35"/>
                    <a:pt x="14" y="33"/>
                    <a:pt x="14" y="35"/>
                  </a:cubicBezTo>
                  <a:cubicBezTo>
                    <a:pt x="14" y="40"/>
                    <a:pt x="15" y="46"/>
                    <a:pt x="17" y="50"/>
                  </a:cubicBezTo>
                  <a:cubicBezTo>
                    <a:pt x="17" y="51"/>
                    <a:pt x="18" y="54"/>
                    <a:pt x="16" y="55"/>
                  </a:cubicBezTo>
                  <a:cubicBezTo>
                    <a:pt x="11" y="56"/>
                    <a:pt x="5" y="59"/>
                    <a:pt x="1" y="62"/>
                  </a:cubicBezTo>
                  <a:cubicBezTo>
                    <a:pt x="0" y="63"/>
                    <a:pt x="1" y="64"/>
                    <a:pt x="1" y="64"/>
                  </a:cubicBezTo>
                  <a:cubicBezTo>
                    <a:pt x="10" y="59"/>
                    <a:pt x="25" y="56"/>
                    <a:pt x="45" y="63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61" y="68"/>
                    <a:pt x="81" y="77"/>
                    <a:pt x="95" y="86"/>
                  </a:cubicBezTo>
                  <a:cubicBezTo>
                    <a:pt x="105" y="92"/>
                    <a:pt x="107" y="104"/>
                    <a:pt x="108" y="108"/>
                  </a:cubicBezTo>
                  <a:cubicBezTo>
                    <a:pt x="109" y="118"/>
                    <a:pt x="111" y="128"/>
                    <a:pt x="114" y="139"/>
                  </a:cubicBezTo>
                  <a:cubicBezTo>
                    <a:pt x="118" y="160"/>
                    <a:pt x="118" y="160"/>
                    <a:pt x="118" y="160"/>
                  </a:cubicBezTo>
                  <a:cubicBezTo>
                    <a:pt x="121" y="175"/>
                    <a:pt x="122" y="186"/>
                    <a:pt x="118" y="203"/>
                  </a:cubicBezTo>
                  <a:cubicBezTo>
                    <a:pt x="117" y="206"/>
                    <a:pt x="115" y="205"/>
                    <a:pt x="114" y="204"/>
                  </a:cubicBezTo>
                  <a:cubicBezTo>
                    <a:pt x="108" y="200"/>
                    <a:pt x="101" y="197"/>
                    <a:pt x="97" y="194"/>
                  </a:cubicBezTo>
                  <a:cubicBezTo>
                    <a:pt x="91" y="192"/>
                    <a:pt x="86" y="190"/>
                    <a:pt x="81" y="189"/>
                  </a:cubicBezTo>
                  <a:cubicBezTo>
                    <a:pt x="75" y="187"/>
                    <a:pt x="69" y="186"/>
                    <a:pt x="64" y="183"/>
                  </a:cubicBezTo>
                  <a:cubicBezTo>
                    <a:pt x="61" y="182"/>
                    <a:pt x="59" y="179"/>
                    <a:pt x="56" y="176"/>
                  </a:cubicBezTo>
                  <a:cubicBezTo>
                    <a:pt x="54" y="172"/>
                    <a:pt x="49" y="168"/>
                    <a:pt x="46" y="166"/>
                  </a:cubicBezTo>
                  <a:cubicBezTo>
                    <a:pt x="48" y="168"/>
                    <a:pt x="50" y="174"/>
                    <a:pt x="52" y="177"/>
                  </a:cubicBezTo>
                  <a:cubicBezTo>
                    <a:pt x="55" y="181"/>
                    <a:pt x="57" y="186"/>
                    <a:pt x="61" y="188"/>
                  </a:cubicBezTo>
                  <a:cubicBezTo>
                    <a:pt x="67" y="192"/>
                    <a:pt x="73" y="193"/>
                    <a:pt x="79" y="195"/>
                  </a:cubicBezTo>
                  <a:cubicBezTo>
                    <a:pt x="84" y="196"/>
                    <a:pt x="89" y="198"/>
                    <a:pt x="94" y="200"/>
                  </a:cubicBezTo>
                  <a:cubicBezTo>
                    <a:pt x="99" y="202"/>
                    <a:pt x="108" y="206"/>
                    <a:pt x="113" y="211"/>
                  </a:cubicBezTo>
                  <a:cubicBezTo>
                    <a:pt x="113" y="212"/>
                    <a:pt x="115" y="214"/>
                    <a:pt x="113" y="218"/>
                  </a:cubicBezTo>
                  <a:cubicBezTo>
                    <a:pt x="111" y="225"/>
                    <a:pt x="109" y="232"/>
                    <a:pt x="105" y="240"/>
                  </a:cubicBezTo>
                  <a:cubicBezTo>
                    <a:pt x="102" y="249"/>
                    <a:pt x="98" y="258"/>
                    <a:pt x="94" y="268"/>
                  </a:cubicBezTo>
                  <a:cubicBezTo>
                    <a:pt x="78" y="303"/>
                    <a:pt x="58" y="347"/>
                    <a:pt x="64" y="408"/>
                  </a:cubicBezTo>
                  <a:cubicBezTo>
                    <a:pt x="74" y="407"/>
                    <a:pt x="74" y="407"/>
                    <a:pt x="74" y="407"/>
                  </a:cubicBezTo>
                  <a:cubicBezTo>
                    <a:pt x="68" y="353"/>
                    <a:pt x="84" y="314"/>
                    <a:pt x="99" y="279"/>
                  </a:cubicBezTo>
                  <a:cubicBezTo>
                    <a:pt x="101" y="276"/>
                    <a:pt x="103" y="276"/>
                    <a:pt x="104" y="277"/>
                  </a:cubicBezTo>
                  <a:cubicBezTo>
                    <a:pt x="105" y="277"/>
                    <a:pt x="106" y="277"/>
                    <a:pt x="107" y="277"/>
                  </a:cubicBezTo>
                  <a:cubicBezTo>
                    <a:pt x="114" y="279"/>
                    <a:pt x="115" y="279"/>
                    <a:pt x="115" y="283"/>
                  </a:cubicBezTo>
                  <a:cubicBezTo>
                    <a:pt x="119" y="283"/>
                    <a:pt x="119" y="283"/>
                    <a:pt x="119" y="283"/>
                  </a:cubicBezTo>
                  <a:cubicBezTo>
                    <a:pt x="118" y="272"/>
                    <a:pt x="111" y="272"/>
                    <a:pt x="105" y="271"/>
                  </a:cubicBezTo>
                  <a:cubicBezTo>
                    <a:pt x="102" y="270"/>
                    <a:pt x="105" y="267"/>
                    <a:pt x="105" y="266"/>
                  </a:cubicBezTo>
                  <a:cubicBezTo>
                    <a:pt x="108" y="261"/>
                    <a:pt x="110" y="256"/>
                    <a:pt x="112" y="251"/>
                  </a:cubicBezTo>
                  <a:cubicBezTo>
                    <a:pt x="113" y="246"/>
                    <a:pt x="116" y="246"/>
                    <a:pt x="117" y="246"/>
                  </a:cubicBezTo>
                  <a:cubicBezTo>
                    <a:pt x="122" y="247"/>
                    <a:pt x="126" y="249"/>
                    <a:pt x="130" y="251"/>
                  </a:cubicBezTo>
                  <a:cubicBezTo>
                    <a:pt x="138" y="254"/>
                    <a:pt x="147" y="259"/>
                    <a:pt x="158" y="254"/>
                  </a:cubicBezTo>
                  <a:cubicBezTo>
                    <a:pt x="162" y="252"/>
                    <a:pt x="165" y="250"/>
                    <a:pt x="168" y="248"/>
                  </a:cubicBezTo>
                  <a:cubicBezTo>
                    <a:pt x="170" y="246"/>
                    <a:pt x="172" y="244"/>
                    <a:pt x="175" y="243"/>
                  </a:cubicBezTo>
                  <a:cubicBezTo>
                    <a:pt x="177" y="242"/>
                    <a:pt x="180" y="241"/>
                    <a:pt x="183" y="241"/>
                  </a:cubicBezTo>
                  <a:cubicBezTo>
                    <a:pt x="187" y="240"/>
                    <a:pt x="193" y="239"/>
                    <a:pt x="197" y="236"/>
                  </a:cubicBezTo>
                  <a:cubicBezTo>
                    <a:pt x="203" y="231"/>
                    <a:pt x="209" y="220"/>
                    <a:pt x="213" y="211"/>
                  </a:cubicBezTo>
                  <a:cubicBezTo>
                    <a:pt x="214" y="207"/>
                    <a:pt x="218" y="207"/>
                    <a:pt x="222" y="207"/>
                  </a:cubicBezTo>
                  <a:cubicBezTo>
                    <a:pt x="227" y="206"/>
                    <a:pt x="231" y="206"/>
                    <a:pt x="234" y="200"/>
                  </a:cubicBezTo>
                  <a:lnTo>
                    <a:pt x="233" y="200"/>
                  </a:ln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2" name="Freeform 478">
              <a:extLst>
                <a:ext uri="{FF2B5EF4-FFF2-40B4-BE49-F238E27FC236}">
                  <a16:creationId xmlns:a16="http://schemas.microsoft.com/office/drawing/2014/main" id="{3BB98772-9DCF-42B0-8AFF-C5367D62A8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4" y="1315"/>
              <a:ext cx="541" cy="1282"/>
            </a:xfrm>
            <a:custGeom>
              <a:avLst/>
              <a:gdLst>
                <a:gd name="T0" fmla="*/ 863 w 402"/>
                <a:gd name="T1" fmla="*/ 70 h 953"/>
                <a:gd name="T2" fmla="*/ 746 w 402"/>
                <a:gd name="T3" fmla="*/ 54 h 953"/>
                <a:gd name="T4" fmla="*/ 763 w 402"/>
                <a:gd name="T5" fmla="*/ 9 h 953"/>
                <a:gd name="T6" fmla="*/ 739 w 402"/>
                <a:gd name="T7" fmla="*/ 12 h 953"/>
                <a:gd name="T8" fmla="*/ 698 w 402"/>
                <a:gd name="T9" fmla="*/ 0 h 953"/>
                <a:gd name="T10" fmla="*/ 719 w 402"/>
                <a:gd name="T11" fmla="*/ 27 h 953"/>
                <a:gd name="T12" fmla="*/ 727 w 402"/>
                <a:gd name="T13" fmla="*/ 58 h 953"/>
                <a:gd name="T14" fmla="*/ 460 w 402"/>
                <a:gd name="T15" fmla="*/ 269 h 953"/>
                <a:gd name="T16" fmla="*/ 198 w 402"/>
                <a:gd name="T17" fmla="*/ 1345 h 953"/>
                <a:gd name="T18" fmla="*/ 63 w 402"/>
                <a:gd name="T19" fmla="*/ 1777 h 953"/>
                <a:gd name="T20" fmla="*/ 22 w 402"/>
                <a:gd name="T21" fmla="*/ 2092 h 953"/>
                <a:gd name="T22" fmla="*/ 20 w 402"/>
                <a:gd name="T23" fmla="*/ 2298 h 953"/>
                <a:gd name="T24" fmla="*/ 153 w 402"/>
                <a:gd name="T25" fmla="*/ 2193 h 953"/>
                <a:gd name="T26" fmla="*/ 143 w 402"/>
                <a:gd name="T27" fmla="*/ 2081 h 953"/>
                <a:gd name="T28" fmla="*/ 167 w 402"/>
                <a:gd name="T29" fmla="*/ 1959 h 953"/>
                <a:gd name="T30" fmla="*/ 226 w 402"/>
                <a:gd name="T31" fmla="*/ 1571 h 953"/>
                <a:gd name="T32" fmla="*/ 226 w 402"/>
                <a:gd name="T33" fmla="*/ 1348 h 953"/>
                <a:gd name="T34" fmla="*/ 766 w 402"/>
                <a:gd name="T35" fmla="*/ 87 h 953"/>
                <a:gd name="T36" fmla="*/ 813 w 402"/>
                <a:gd name="T37" fmla="*/ 94 h 953"/>
                <a:gd name="T38" fmla="*/ 782 w 402"/>
                <a:gd name="T39" fmla="*/ 231 h 953"/>
                <a:gd name="T40" fmla="*/ 777 w 402"/>
                <a:gd name="T41" fmla="*/ 281 h 953"/>
                <a:gd name="T42" fmla="*/ 721 w 402"/>
                <a:gd name="T43" fmla="*/ 346 h 953"/>
                <a:gd name="T44" fmla="*/ 775 w 402"/>
                <a:gd name="T45" fmla="*/ 303 h 953"/>
                <a:gd name="T46" fmla="*/ 777 w 402"/>
                <a:gd name="T47" fmla="*/ 336 h 953"/>
                <a:gd name="T48" fmla="*/ 763 w 402"/>
                <a:gd name="T49" fmla="*/ 394 h 953"/>
                <a:gd name="T50" fmla="*/ 754 w 402"/>
                <a:gd name="T51" fmla="*/ 449 h 953"/>
                <a:gd name="T52" fmla="*/ 748 w 402"/>
                <a:gd name="T53" fmla="*/ 502 h 953"/>
                <a:gd name="T54" fmla="*/ 763 w 402"/>
                <a:gd name="T55" fmla="*/ 465 h 953"/>
                <a:gd name="T56" fmla="*/ 774 w 402"/>
                <a:gd name="T57" fmla="*/ 492 h 953"/>
                <a:gd name="T58" fmla="*/ 774 w 402"/>
                <a:gd name="T59" fmla="*/ 492 h 953"/>
                <a:gd name="T60" fmla="*/ 777 w 402"/>
                <a:gd name="T61" fmla="*/ 386 h 953"/>
                <a:gd name="T62" fmla="*/ 798 w 402"/>
                <a:gd name="T63" fmla="*/ 292 h 953"/>
                <a:gd name="T64" fmla="*/ 813 w 402"/>
                <a:gd name="T65" fmla="*/ 190 h 953"/>
                <a:gd name="T66" fmla="*/ 848 w 402"/>
                <a:gd name="T67" fmla="*/ 94 h 953"/>
                <a:gd name="T68" fmla="*/ 951 w 402"/>
                <a:gd name="T69" fmla="*/ 344 h 953"/>
                <a:gd name="T70" fmla="*/ 973 w 402"/>
                <a:gd name="T71" fmla="*/ 277 h 953"/>
                <a:gd name="T72" fmla="*/ 148 w 402"/>
                <a:gd name="T73" fmla="*/ 1951 h 953"/>
                <a:gd name="T74" fmla="*/ 125 w 402"/>
                <a:gd name="T75" fmla="*/ 2081 h 953"/>
                <a:gd name="T76" fmla="*/ 125 w 402"/>
                <a:gd name="T77" fmla="*/ 2081 h 953"/>
                <a:gd name="T78" fmla="*/ 73 w 402"/>
                <a:gd name="T79" fmla="*/ 2291 h 953"/>
                <a:gd name="T80" fmla="*/ 20 w 402"/>
                <a:gd name="T81" fmla="*/ 2222 h 953"/>
                <a:gd name="T82" fmla="*/ 42 w 402"/>
                <a:gd name="T83" fmla="*/ 2096 h 953"/>
                <a:gd name="T84" fmla="*/ 83 w 402"/>
                <a:gd name="T85" fmla="*/ 1777 h 953"/>
                <a:gd name="T86" fmla="*/ 203 w 402"/>
                <a:gd name="T87" fmla="*/ 1417 h 953"/>
                <a:gd name="T88" fmla="*/ 206 w 402"/>
                <a:gd name="T89" fmla="*/ 1571 h 95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02" h="953">
                  <a:moveTo>
                    <a:pt x="399" y="114"/>
                  </a:moveTo>
                  <a:cubicBezTo>
                    <a:pt x="389" y="69"/>
                    <a:pt x="375" y="41"/>
                    <a:pt x="354" y="29"/>
                  </a:cubicBezTo>
                  <a:cubicBezTo>
                    <a:pt x="341" y="21"/>
                    <a:pt x="327" y="20"/>
                    <a:pt x="310" y="24"/>
                  </a:cubicBezTo>
                  <a:cubicBezTo>
                    <a:pt x="306" y="25"/>
                    <a:pt x="306" y="22"/>
                    <a:pt x="306" y="22"/>
                  </a:cubicBezTo>
                  <a:cubicBezTo>
                    <a:pt x="305" y="11"/>
                    <a:pt x="305" y="11"/>
                    <a:pt x="305" y="11"/>
                  </a:cubicBezTo>
                  <a:cubicBezTo>
                    <a:pt x="313" y="4"/>
                    <a:pt x="313" y="4"/>
                    <a:pt x="313" y="4"/>
                  </a:cubicBezTo>
                  <a:cubicBezTo>
                    <a:pt x="309" y="0"/>
                    <a:pt x="309" y="0"/>
                    <a:pt x="309" y="0"/>
                  </a:cubicBezTo>
                  <a:cubicBezTo>
                    <a:pt x="309" y="0"/>
                    <a:pt x="306" y="3"/>
                    <a:pt x="303" y="5"/>
                  </a:cubicBezTo>
                  <a:cubicBezTo>
                    <a:pt x="302" y="6"/>
                    <a:pt x="299" y="6"/>
                    <a:pt x="299" y="6"/>
                  </a:cubicBezTo>
                  <a:cubicBezTo>
                    <a:pt x="296" y="4"/>
                    <a:pt x="292" y="2"/>
                    <a:pt x="287" y="0"/>
                  </a:cubicBezTo>
                  <a:cubicBezTo>
                    <a:pt x="285" y="6"/>
                    <a:pt x="285" y="6"/>
                    <a:pt x="285" y="6"/>
                  </a:cubicBezTo>
                  <a:cubicBezTo>
                    <a:pt x="289" y="8"/>
                    <a:pt x="293" y="10"/>
                    <a:pt x="295" y="11"/>
                  </a:cubicBezTo>
                  <a:cubicBezTo>
                    <a:pt x="296" y="11"/>
                    <a:pt x="297" y="16"/>
                    <a:pt x="297" y="16"/>
                  </a:cubicBezTo>
                  <a:cubicBezTo>
                    <a:pt x="298" y="24"/>
                    <a:pt x="298" y="24"/>
                    <a:pt x="298" y="24"/>
                  </a:cubicBezTo>
                  <a:cubicBezTo>
                    <a:pt x="298" y="24"/>
                    <a:pt x="300" y="28"/>
                    <a:pt x="295" y="30"/>
                  </a:cubicBezTo>
                  <a:cubicBezTo>
                    <a:pt x="266" y="43"/>
                    <a:pt x="225" y="71"/>
                    <a:pt x="189" y="111"/>
                  </a:cubicBezTo>
                  <a:cubicBezTo>
                    <a:pt x="151" y="154"/>
                    <a:pt x="105" y="226"/>
                    <a:pt x="98" y="330"/>
                  </a:cubicBezTo>
                  <a:cubicBezTo>
                    <a:pt x="85" y="515"/>
                    <a:pt x="81" y="552"/>
                    <a:pt x="81" y="552"/>
                  </a:cubicBezTo>
                  <a:cubicBezTo>
                    <a:pt x="81" y="552"/>
                    <a:pt x="78" y="566"/>
                    <a:pt x="73" y="577"/>
                  </a:cubicBezTo>
                  <a:cubicBezTo>
                    <a:pt x="58" y="604"/>
                    <a:pt x="33" y="651"/>
                    <a:pt x="26" y="730"/>
                  </a:cubicBezTo>
                  <a:cubicBezTo>
                    <a:pt x="19" y="813"/>
                    <a:pt x="14" y="832"/>
                    <a:pt x="12" y="845"/>
                  </a:cubicBezTo>
                  <a:cubicBezTo>
                    <a:pt x="12" y="845"/>
                    <a:pt x="9" y="858"/>
                    <a:pt x="9" y="859"/>
                  </a:cubicBezTo>
                  <a:cubicBezTo>
                    <a:pt x="5" y="870"/>
                    <a:pt x="0" y="893"/>
                    <a:pt x="0" y="913"/>
                  </a:cubicBezTo>
                  <a:cubicBezTo>
                    <a:pt x="0" y="926"/>
                    <a:pt x="2" y="938"/>
                    <a:pt x="8" y="944"/>
                  </a:cubicBezTo>
                  <a:cubicBezTo>
                    <a:pt x="12" y="948"/>
                    <a:pt x="19" y="953"/>
                    <a:pt x="32" y="949"/>
                  </a:cubicBezTo>
                  <a:cubicBezTo>
                    <a:pt x="57" y="942"/>
                    <a:pt x="63" y="922"/>
                    <a:pt x="63" y="901"/>
                  </a:cubicBezTo>
                  <a:cubicBezTo>
                    <a:pt x="63" y="892"/>
                    <a:pt x="62" y="882"/>
                    <a:pt x="61" y="873"/>
                  </a:cubicBezTo>
                  <a:cubicBezTo>
                    <a:pt x="61" y="873"/>
                    <a:pt x="59" y="855"/>
                    <a:pt x="59" y="855"/>
                  </a:cubicBezTo>
                  <a:cubicBezTo>
                    <a:pt x="59" y="854"/>
                    <a:pt x="59" y="853"/>
                    <a:pt x="59" y="852"/>
                  </a:cubicBezTo>
                  <a:cubicBezTo>
                    <a:pt x="59" y="836"/>
                    <a:pt x="63" y="823"/>
                    <a:pt x="68" y="804"/>
                  </a:cubicBezTo>
                  <a:cubicBezTo>
                    <a:pt x="73" y="786"/>
                    <a:pt x="80" y="764"/>
                    <a:pt x="86" y="731"/>
                  </a:cubicBezTo>
                  <a:cubicBezTo>
                    <a:pt x="91" y="702"/>
                    <a:pt x="93" y="672"/>
                    <a:pt x="93" y="645"/>
                  </a:cubicBezTo>
                  <a:cubicBezTo>
                    <a:pt x="93" y="625"/>
                    <a:pt x="92" y="607"/>
                    <a:pt x="91" y="592"/>
                  </a:cubicBezTo>
                  <a:cubicBezTo>
                    <a:pt x="91" y="581"/>
                    <a:pt x="93" y="554"/>
                    <a:pt x="93" y="554"/>
                  </a:cubicBezTo>
                  <a:cubicBezTo>
                    <a:pt x="93" y="553"/>
                    <a:pt x="97" y="517"/>
                    <a:pt x="110" y="331"/>
                  </a:cubicBezTo>
                  <a:cubicBezTo>
                    <a:pt x="123" y="147"/>
                    <a:pt x="264" y="50"/>
                    <a:pt x="314" y="36"/>
                  </a:cubicBezTo>
                  <a:cubicBezTo>
                    <a:pt x="319" y="34"/>
                    <a:pt x="325" y="34"/>
                    <a:pt x="330" y="34"/>
                  </a:cubicBezTo>
                  <a:cubicBezTo>
                    <a:pt x="335" y="34"/>
                    <a:pt x="335" y="37"/>
                    <a:pt x="334" y="39"/>
                  </a:cubicBezTo>
                  <a:cubicBezTo>
                    <a:pt x="332" y="51"/>
                    <a:pt x="331" y="63"/>
                    <a:pt x="327" y="75"/>
                  </a:cubicBezTo>
                  <a:cubicBezTo>
                    <a:pt x="325" y="82"/>
                    <a:pt x="323" y="88"/>
                    <a:pt x="321" y="95"/>
                  </a:cubicBezTo>
                  <a:cubicBezTo>
                    <a:pt x="320" y="100"/>
                    <a:pt x="320" y="105"/>
                    <a:pt x="320" y="110"/>
                  </a:cubicBezTo>
                  <a:cubicBezTo>
                    <a:pt x="320" y="112"/>
                    <a:pt x="319" y="115"/>
                    <a:pt x="319" y="115"/>
                  </a:cubicBezTo>
                  <a:cubicBezTo>
                    <a:pt x="318" y="117"/>
                    <a:pt x="317" y="119"/>
                    <a:pt x="316" y="120"/>
                  </a:cubicBezTo>
                  <a:cubicBezTo>
                    <a:pt x="313" y="127"/>
                    <a:pt x="303" y="140"/>
                    <a:pt x="296" y="142"/>
                  </a:cubicBezTo>
                  <a:cubicBezTo>
                    <a:pt x="297" y="146"/>
                    <a:pt x="297" y="146"/>
                    <a:pt x="297" y="146"/>
                  </a:cubicBezTo>
                  <a:cubicBezTo>
                    <a:pt x="305" y="143"/>
                    <a:pt x="315" y="130"/>
                    <a:pt x="318" y="124"/>
                  </a:cubicBezTo>
                  <a:cubicBezTo>
                    <a:pt x="319" y="124"/>
                    <a:pt x="320" y="124"/>
                    <a:pt x="320" y="126"/>
                  </a:cubicBezTo>
                  <a:cubicBezTo>
                    <a:pt x="320" y="130"/>
                    <a:pt x="320" y="134"/>
                    <a:pt x="319" y="138"/>
                  </a:cubicBezTo>
                  <a:cubicBezTo>
                    <a:pt x="319" y="144"/>
                    <a:pt x="317" y="149"/>
                    <a:pt x="316" y="154"/>
                  </a:cubicBezTo>
                  <a:cubicBezTo>
                    <a:pt x="313" y="162"/>
                    <a:pt x="313" y="162"/>
                    <a:pt x="313" y="162"/>
                  </a:cubicBezTo>
                  <a:cubicBezTo>
                    <a:pt x="312" y="166"/>
                    <a:pt x="312" y="170"/>
                    <a:pt x="312" y="173"/>
                  </a:cubicBezTo>
                  <a:cubicBezTo>
                    <a:pt x="311" y="175"/>
                    <a:pt x="310" y="182"/>
                    <a:pt x="309" y="184"/>
                  </a:cubicBezTo>
                  <a:cubicBezTo>
                    <a:pt x="306" y="191"/>
                    <a:pt x="304" y="199"/>
                    <a:pt x="307" y="206"/>
                  </a:cubicBezTo>
                  <a:cubicBezTo>
                    <a:pt x="307" y="206"/>
                    <a:pt x="307" y="206"/>
                    <a:pt x="307" y="206"/>
                  </a:cubicBezTo>
                  <a:cubicBezTo>
                    <a:pt x="305" y="201"/>
                    <a:pt x="309" y="195"/>
                    <a:pt x="311" y="190"/>
                  </a:cubicBezTo>
                  <a:cubicBezTo>
                    <a:pt x="311" y="189"/>
                    <a:pt x="313" y="189"/>
                    <a:pt x="313" y="191"/>
                  </a:cubicBezTo>
                  <a:cubicBezTo>
                    <a:pt x="313" y="194"/>
                    <a:pt x="316" y="198"/>
                    <a:pt x="317" y="202"/>
                  </a:cubicBezTo>
                  <a:cubicBezTo>
                    <a:pt x="317" y="202"/>
                    <a:pt x="317" y="202"/>
                    <a:pt x="317" y="202"/>
                  </a:cubicBezTo>
                  <a:cubicBezTo>
                    <a:pt x="317" y="202"/>
                    <a:pt x="317" y="202"/>
                    <a:pt x="317" y="202"/>
                  </a:cubicBezTo>
                  <a:cubicBezTo>
                    <a:pt x="317" y="202"/>
                    <a:pt x="317" y="202"/>
                    <a:pt x="317" y="202"/>
                  </a:cubicBezTo>
                  <a:cubicBezTo>
                    <a:pt x="314" y="188"/>
                    <a:pt x="314" y="178"/>
                    <a:pt x="317" y="165"/>
                  </a:cubicBezTo>
                  <a:cubicBezTo>
                    <a:pt x="319" y="158"/>
                    <a:pt x="319" y="158"/>
                    <a:pt x="319" y="158"/>
                  </a:cubicBezTo>
                  <a:cubicBezTo>
                    <a:pt x="321" y="152"/>
                    <a:pt x="325" y="145"/>
                    <a:pt x="326" y="138"/>
                  </a:cubicBezTo>
                  <a:cubicBezTo>
                    <a:pt x="327" y="132"/>
                    <a:pt x="328" y="126"/>
                    <a:pt x="328" y="120"/>
                  </a:cubicBezTo>
                  <a:cubicBezTo>
                    <a:pt x="328" y="112"/>
                    <a:pt x="327" y="104"/>
                    <a:pt x="329" y="96"/>
                  </a:cubicBezTo>
                  <a:cubicBezTo>
                    <a:pt x="330" y="90"/>
                    <a:pt x="332" y="84"/>
                    <a:pt x="334" y="78"/>
                  </a:cubicBezTo>
                  <a:cubicBezTo>
                    <a:pt x="339" y="65"/>
                    <a:pt x="340" y="53"/>
                    <a:pt x="342" y="39"/>
                  </a:cubicBezTo>
                  <a:cubicBezTo>
                    <a:pt x="342" y="38"/>
                    <a:pt x="343" y="36"/>
                    <a:pt x="348" y="39"/>
                  </a:cubicBezTo>
                  <a:cubicBezTo>
                    <a:pt x="365" y="50"/>
                    <a:pt x="379" y="76"/>
                    <a:pt x="387" y="116"/>
                  </a:cubicBezTo>
                  <a:cubicBezTo>
                    <a:pt x="389" y="125"/>
                    <a:pt x="390" y="141"/>
                    <a:pt x="390" y="141"/>
                  </a:cubicBezTo>
                  <a:cubicBezTo>
                    <a:pt x="402" y="141"/>
                    <a:pt x="402" y="141"/>
                    <a:pt x="402" y="141"/>
                  </a:cubicBezTo>
                  <a:cubicBezTo>
                    <a:pt x="402" y="140"/>
                    <a:pt x="401" y="123"/>
                    <a:pt x="399" y="114"/>
                  </a:cubicBezTo>
                  <a:close/>
                  <a:moveTo>
                    <a:pt x="78" y="729"/>
                  </a:moveTo>
                  <a:cubicBezTo>
                    <a:pt x="72" y="762"/>
                    <a:pt x="66" y="784"/>
                    <a:pt x="61" y="801"/>
                  </a:cubicBezTo>
                  <a:cubicBezTo>
                    <a:pt x="55" y="822"/>
                    <a:pt x="51" y="835"/>
                    <a:pt x="51" y="852"/>
                  </a:cubicBezTo>
                  <a:cubicBezTo>
                    <a:pt x="51" y="853"/>
                    <a:pt x="51" y="854"/>
                    <a:pt x="51" y="855"/>
                  </a:cubicBezTo>
                  <a:cubicBezTo>
                    <a:pt x="51" y="855"/>
                    <a:pt x="51" y="855"/>
                    <a:pt x="51" y="855"/>
                  </a:cubicBezTo>
                  <a:cubicBezTo>
                    <a:pt x="51" y="855"/>
                    <a:pt x="51" y="855"/>
                    <a:pt x="51" y="855"/>
                  </a:cubicBezTo>
                  <a:cubicBezTo>
                    <a:pt x="53" y="874"/>
                    <a:pt x="53" y="874"/>
                    <a:pt x="53" y="874"/>
                  </a:cubicBezTo>
                  <a:cubicBezTo>
                    <a:pt x="57" y="903"/>
                    <a:pt x="60" y="932"/>
                    <a:pt x="30" y="941"/>
                  </a:cubicBezTo>
                  <a:cubicBezTo>
                    <a:pt x="23" y="943"/>
                    <a:pt x="17" y="943"/>
                    <a:pt x="14" y="939"/>
                  </a:cubicBezTo>
                  <a:cubicBezTo>
                    <a:pt x="9" y="934"/>
                    <a:pt x="8" y="924"/>
                    <a:pt x="8" y="913"/>
                  </a:cubicBezTo>
                  <a:cubicBezTo>
                    <a:pt x="8" y="896"/>
                    <a:pt x="12" y="874"/>
                    <a:pt x="17" y="861"/>
                  </a:cubicBezTo>
                  <a:cubicBezTo>
                    <a:pt x="17" y="861"/>
                    <a:pt x="17" y="861"/>
                    <a:pt x="17" y="861"/>
                  </a:cubicBezTo>
                  <a:cubicBezTo>
                    <a:pt x="20" y="847"/>
                    <a:pt x="20" y="847"/>
                    <a:pt x="20" y="847"/>
                  </a:cubicBezTo>
                  <a:cubicBezTo>
                    <a:pt x="22" y="833"/>
                    <a:pt x="27" y="814"/>
                    <a:pt x="34" y="730"/>
                  </a:cubicBezTo>
                  <a:cubicBezTo>
                    <a:pt x="41" y="653"/>
                    <a:pt x="65" y="608"/>
                    <a:pt x="80" y="580"/>
                  </a:cubicBezTo>
                  <a:cubicBezTo>
                    <a:pt x="81" y="578"/>
                    <a:pt x="83" y="579"/>
                    <a:pt x="83" y="582"/>
                  </a:cubicBezTo>
                  <a:cubicBezTo>
                    <a:pt x="83" y="585"/>
                    <a:pt x="83" y="588"/>
                    <a:pt x="83" y="592"/>
                  </a:cubicBezTo>
                  <a:cubicBezTo>
                    <a:pt x="84" y="607"/>
                    <a:pt x="85" y="625"/>
                    <a:pt x="85" y="645"/>
                  </a:cubicBezTo>
                  <a:cubicBezTo>
                    <a:pt x="85" y="672"/>
                    <a:pt x="83" y="701"/>
                    <a:pt x="78" y="72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3" name="Freeform 479">
              <a:extLst>
                <a:ext uri="{FF2B5EF4-FFF2-40B4-BE49-F238E27FC236}">
                  <a16:creationId xmlns:a16="http://schemas.microsoft.com/office/drawing/2014/main" id="{0106AB8D-AF9F-423D-A53C-39827216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176"/>
              <a:ext cx="62" cy="160"/>
            </a:xfrm>
            <a:custGeom>
              <a:avLst/>
              <a:gdLst>
                <a:gd name="T0" fmla="*/ 96 w 46"/>
                <a:gd name="T1" fmla="*/ 0 h 119"/>
                <a:gd name="T2" fmla="*/ 69 w 46"/>
                <a:gd name="T3" fmla="*/ 93 h 119"/>
                <a:gd name="T4" fmla="*/ 16 w 46"/>
                <a:gd name="T5" fmla="*/ 233 h 119"/>
                <a:gd name="T6" fmla="*/ 0 w 46"/>
                <a:gd name="T7" fmla="*/ 289 h 119"/>
                <a:gd name="T8" fmla="*/ 0 w 46"/>
                <a:gd name="T9" fmla="*/ 289 h 119"/>
                <a:gd name="T10" fmla="*/ 22 w 46"/>
                <a:gd name="T11" fmla="*/ 241 h 119"/>
                <a:gd name="T12" fmla="*/ 84 w 46"/>
                <a:gd name="T13" fmla="*/ 98 h 119"/>
                <a:gd name="T14" fmla="*/ 111 w 46"/>
                <a:gd name="T15" fmla="*/ 0 h 119"/>
                <a:gd name="T16" fmla="*/ 96 w 46"/>
                <a:gd name="T17" fmla="*/ 0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19">
                  <a:moveTo>
                    <a:pt x="39" y="0"/>
                  </a:moveTo>
                  <a:cubicBezTo>
                    <a:pt x="40" y="13"/>
                    <a:pt x="34" y="25"/>
                    <a:pt x="28" y="38"/>
                  </a:cubicBezTo>
                  <a:cubicBezTo>
                    <a:pt x="19" y="57"/>
                    <a:pt x="14" y="77"/>
                    <a:pt x="7" y="96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16" y="80"/>
                    <a:pt x="25" y="59"/>
                    <a:pt x="34" y="40"/>
                  </a:cubicBezTo>
                  <a:cubicBezTo>
                    <a:pt x="40" y="27"/>
                    <a:pt x="46" y="14"/>
                    <a:pt x="45" y="0"/>
                  </a:cubicBezTo>
                  <a:lnTo>
                    <a:pt x="39" y="0"/>
                  </a:ln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4" name="Freeform 480">
              <a:extLst>
                <a:ext uri="{FF2B5EF4-FFF2-40B4-BE49-F238E27FC236}">
                  <a16:creationId xmlns:a16="http://schemas.microsoft.com/office/drawing/2014/main" id="{D61CC200-5004-4DCC-BC78-BF0471D91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702"/>
              <a:ext cx="133" cy="564"/>
            </a:xfrm>
            <a:custGeom>
              <a:avLst/>
              <a:gdLst>
                <a:gd name="T0" fmla="*/ 238 w 99"/>
                <a:gd name="T1" fmla="*/ 397 h 419"/>
                <a:gd name="T2" fmla="*/ 235 w 99"/>
                <a:gd name="T3" fmla="*/ 339 h 419"/>
                <a:gd name="T4" fmla="*/ 227 w 99"/>
                <a:gd name="T5" fmla="*/ 256 h 419"/>
                <a:gd name="T6" fmla="*/ 224 w 99"/>
                <a:gd name="T7" fmla="*/ 203 h 419"/>
                <a:gd name="T8" fmla="*/ 206 w 99"/>
                <a:gd name="T9" fmla="*/ 0 h 419"/>
                <a:gd name="T10" fmla="*/ 185 w 99"/>
                <a:gd name="T11" fmla="*/ 22 h 419"/>
                <a:gd name="T12" fmla="*/ 210 w 99"/>
                <a:gd name="T13" fmla="*/ 203 h 419"/>
                <a:gd name="T14" fmla="*/ 214 w 99"/>
                <a:gd name="T15" fmla="*/ 258 h 419"/>
                <a:gd name="T16" fmla="*/ 220 w 99"/>
                <a:gd name="T17" fmla="*/ 339 h 419"/>
                <a:gd name="T18" fmla="*/ 224 w 99"/>
                <a:gd name="T19" fmla="*/ 397 h 419"/>
                <a:gd name="T20" fmla="*/ 220 w 99"/>
                <a:gd name="T21" fmla="*/ 459 h 419"/>
                <a:gd name="T22" fmla="*/ 138 w 99"/>
                <a:gd name="T23" fmla="*/ 598 h 419"/>
                <a:gd name="T24" fmla="*/ 116 w 99"/>
                <a:gd name="T25" fmla="*/ 629 h 419"/>
                <a:gd name="T26" fmla="*/ 101 w 99"/>
                <a:gd name="T27" fmla="*/ 649 h 419"/>
                <a:gd name="T28" fmla="*/ 83 w 99"/>
                <a:gd name="T29" fmla="*/ 677 h 419"/>
                <a:gd name="T30" fmla="*/ 28 w 99"/>
                <a:gd name="T31" fmla="*/ 774 h 419"/>
                <a:gd name="T32" fmla="*/ 0 w 99"/>
                <a:gd name="T33" fmla="*/ 938 h 419"/>
                <a:gd name="T34" fmla="*/ 1 w 99"/>
                <a:gd name="T35" fmla="*/ 980 h 419"/>
                <a:gd name="T36" fmla="*/ 1 w 99"/>
                <a:gd name="T37" fmla="*/ 1020 h 419"/>
                <a:gd name="T38" fmla="*/ 16 w 99"/>
                <a:gd name="T39" fmla="*/ 1022 h 419"/>
                <a:gd name="T40" fmla="*/ 16 w 99"/>
                <a:gd name="T41" fmla="*/ 979 h 419"/>
                <a:gd name="T42" fmla="*/ 15 w 99"/>
                <a:gd name="T43" fmla="*/ 938 h 419"/>
                <a:gd name="T44" fmla="*/ 43 w 99"/>
                <a:gd name="T45" fmla="*/ 777 h 419"/>
                <a:gd name="T46" fmla="*/ 79 w 99"/>
                <a:gd name="T47" fmla="*/ 707 h 419"/>
                <a:gd name="T48" fmla="*/ 79 w 99"/>
                <a:gd name="T49" fmla="*/ 711 h 419"/>
                <a:gd name="T50" fmla="*/ 75 w 99"/>
                <a:gd name="T51" fmla="*/ 766 h 419"/>
                <a:gd name="T52" fmla="*/ 90 w 99"/>
                <a:gd name="T53" fmla="*/ 770 h 419"/>
                <a:gd name="T54" fmla="*/ 94 w 99"/>
                <a:gd name="T55" fmla="*/ 711 h 419"/>
                <a:gd name="T56" fmla="*/ 98 w 99"/>
                <a:gd name="T57" fmla="*/ 682 h 419"/>
                <a:gd name="T58" fmla="*/ 114 w 99"/>
                <a:gd name="T59" fmla="*/ 658 h 419"/>
                <a:gd name="T60" fmla="*/ 128 w 99"/>
                <a:gd name="T61" fmla="*/ 635 h 419"/>
                <a:gd name="T62" fmla="*/ 150 w 99"/>
                <a:gd name="T63" fmla="*/ 607 h 419"/>
                <a:gd name="T64" fmla="*/ 193 w 99"/>
                <a:gd name="T65" fmla="*/ 548 h 419"/>
                <a:gd name="T66" fmla="*/ 202 w 99"/>
                <a:gd name="T67" fmla="*/ 549 h 419"/>
                <a:gd name="T68" fmla="*/ 191 w 99"/>
                <a:gd name="T69" fmla="*/ 629 h 419"/>
                <a:gd name="T70" fmla="*/ 163 w 99"/>
                <a:gd name="T71" fmla="*/ 826 h 419"/>
                <a:gd name="T72" fmla="*/ 150 w 99"/>
                <a:gd name="T73" fmla="*/ 859 h 419"/>
                <a:gd name="T74" fmla="*/ 133 w 99"/>
                <a:gd name="T75" fmla="*/ 896 h 419"/>
                <a:gd name="T76" fmla="*/ 148 w 99"/>
                <a:gd name="T77" fmla="*/ 902 h 419"/>
                <a:gd name="T78" fmla="*/ 163 w 99"/>
                <a:gd name="T79" fmla="*/ 864 h 419"/>
                <a:gd name="T80" fmla="*/ 177 w 99"/>
                <a:gd name="T81" fmla="*/ 832 h 419"/>
                <a:gd name="T82" fmla="*/ 206 w 99"/>
                <a:gd name="T83" fmla="*/ 629 h 419"/>
                <a:gd name="T84" fmla="*/ 224 w 99"/>
                <a:gd name="T85" fmla="*/ 528 h 419"/>
                <a:gd name="T86" fmla="*/ 235 w 99"/>
                <a:gd name="T87" fmla="*/ 464 h 419"/>
                <a:gd name="T88" fmla="*/ 238 w 99"/>
                <a:gd name="T89" fmla="*/ 397 h 4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9" h="419">
                  <a:moveTo>
                    <a:pt x="98" y="163"/>
                  </a:moveTo>
                  <a:cubicBezTo>
                    <a:pt x="97" y="139"/>
                    <a:pt x="97" y="139"/>
                    <a:pt x="97" y="139"/>
                  </a:cubicBezTo>
                  <a:cubicBezTo>
                    <a:pt x="96" y="126"/>
                    <a:pt x="95" y="114"/>
                    <a:pt x="94" y="105"/>
                  </a:cubicBezTo>
                  <a:cubicBezTo>
                    <a:pt x="94" y="102"/>
                    <a:pt x="93" y="94"/>
                    <a:pt x="92" y="83"/>
                  </a:cubicBezTo>
                  <a:cubicBezTo>
                    <a:pt x="89" y="44"/>
                    <a:pt x="86" y="9"/>
                    <a:pt x="85" y="0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80" y="14"/>
                    <a:pt x="84" y="61"/>
                    <a:pt x="86" y="83"/>
                  </a:cubicBezTo>
                  <a:cubicBezTo>
                    <a:pt x="87" y="95"/>
                    <a:pt x="88" y="103"/>
                    <a:pt x="88" y="106"/>
                  </a:cubicBezTo>
                  <a:cubicBezTo>
                    <a:pt x="89" y="114"/>
                    <a:pt x="90" y="127"/>
                    <a:pt x="91" y="139"/>
                  </a:cubicBezTo>
                  <a:cubicBezTo>
                    <a:pt x="92" y="163"/>
                    <a:pt x="92" y="163"/>
                    <a:pt x="92" y="163"/>
                  </a:cubicBezTo>
                  <a:cubicBezTo>
                    <a:pt x="93" y="172"/>
                    <a:pt x="92" y="180"/>
                    <a:pt x="91" y="188"/>
                  </a:cubicBezTo>
                  <a:cubicBezTo>
                    <a:pt x="86" y="206"/>
                    <a:pt x="70" y="228"/>
                    <a:pt x="57" y="245"/>
                  </a:cubicBezTo>
                  <a:cubicBezTo>
                    <a:pt x="48" y="258"/>
                    <a:pt x="48" y="258"/>
                    <a:pt x="48" y="258"/>
                  </a:cubicBezTo>
                  <a:cubicBezTo>
                    <a:pt x="42" y="266"/>
                    <a:pt x="42" y="266"/>
                    <a:pt x="42" y="266"/>
                  </a:cubicBezTo>
                  <a:cubicBezTo>
                    <a:pt x="40" y="270"/>
                    <a:pt x="35" y="277"/>
                    <a:pt x="34" y="278"/>
                  </a:cubicBezTo>
                  <a:cubicBezTo>
                    <a:pt x="26" y="290"/>
                    <a:pt x="18" y="303"/>
                    <a:pt x="12" y="317"/>
                  </a:cubicBezTo>
                  <a:cubicBezTo>
                    <a:pt x="3" y="339"/>
                    <a:pt x="1" y="362"/>
                    <a:pt x="0" y="385"/>
                  </a:cubicBezTo>
                  <a:cubicBezTo>
                    <a:pt x="0" y="389"/>
                    <a:pt x="0" y="396"/>
                    <a:pt x="1" y="402"/>
                  </a:cubicBezTo>
                  <a:cubicBezTo>
                    <a:pt x="1" y="408"/>
                    <a:pt x="2" y="414"/>
                    <a:pt x="1" y="418"/>
                  </a:cubicBezTo>
                  <a:cubicBezTo>
                    <a:pt x="7" y="419"/>
                    <a:pt x="7" y="419"/>
                    <a:pt x="7" y="419"/>
                  </a:cubicBezTo>
                  <a:cubicBezTo>
                    <a:pt x="8" y="415"/>
                    <a:pt x="7" y="408"/>
                    <a:pt x="7" y="401"/>
                  </a:cubicBezTo>
                  <a:cubicBezTo>
                    <a:pt x="6" y="395"/>
                    <a:pt x="6" y="389"/>
                    <a:pt x="6" y="385"/>
                  </a:cubicBezTo>
                  <a:cubicBezTo>
                    <a:pt x="7" y="363"/>
                    <a:pt x="9" y="340"/>
                    <a:pt x="18" y="319"/>
                  </a:cubicBezTo>
                  <a:cubicBezTo>
                    <a:pt x="22" y="309"/>
                    <a:pt x="27" y="299"/>
                    <a:pt x="33" y="290"/>
                  </a:cubicBezTo>
                  <a:cubicBezTo>
                    <a:pt x="33" y="291"/>
                    <a:pt x="33" y="291"/>
                    <a:pt x="33" y="291"/>
                  </a:cubicBezTo>
                  <a:cubicBezTo>
                    <a:pt x="34" y="298"/>
                    <a:pt x="34" y="305"/>
                    <a:pt x="31" y="314"/>
                  </a:cubicBezTo>
                  <a:cubicBezTo>
                    <a:pt x="37" y="316"/>
                    <a:pt x="37" y="316"/>
                    <a:pt x="37" y="316"/>
                  </a:cubicBezTo>
                  <a:cubicBezTo>
                    <a:pt x="40" y="305"/>
                    <a:pt x="40" y="297"/>
                    <a:pt x="39" y="291"/>
                  </a:cubicBezTo>
                  <a:cubicBezTo>
                    <a:pt x="39" y="287"/>
                    <a:pt x="39" y="283"/>
                    <a:pt x="40" y="280"/>
                  </a:cubicBezTo>
                  <a:cubicBezTo>
                    <a:pt x="42" y="277"/>
                    <a:pt x="45" y="273"/>
                    <a:pt x="47" y="270"/>
                  </a:cubicBezTo>
                  <a:cubicBezTo>
                    <a:pt x="53" y="261"/>
                    <a:pt x="53" y="261"/>
                    <a:pt x="53" y="261"/>
                  </a:cubicBezTo>
                  <a:cubicBezTo>
                    <a:pt x="62" y="249"/>
                    <a:pt x="62" y="249"/>
                    <a:pt x="62" y="249"/>
                  </a:cubicBezTo>
                  <a:cubicBezTo>
                    <a:pt x="68" y="241"/>
                    <a:pt x="74" y="233"/>
                    <a:pt x="80" y="224"/>
                  </a:cubicBezTo>
                  <a:cubicBezTo>
                    <a:pt x="82" y="221"/>
                    <a:pt x="84" y="221"/>
                    <a:pt x="83" y="225"/>
                  </a:cubicBezTo>
                  <a:cubicBezTo>
                    <a:pt x="81" y="236"/>
                    <a:pt x="79" y="247"/>
                    <a:pt x="79" y="258"/>
                  </a:cubicBezTo>
                  <a:cubicBezTo>
                    <a:pt x="79" y="286"/>
                    <a:pt x="77" y="310"/>
                    <a:pt x="67" y="339"/>
                  </a:cubicBezTo>
                  <a:cubicBezTo>
                    <a:pt x="62" y="352"/>
                    <a:pt x="62" y="352"/>
                    <a:pt x="62" y="352"/>
                  </a:cubicBezTo>
                  <a:cubicBezTo>
                    <a:pt x="55" y="368"/>
                    <a:pt x="55" y="368"/>
                    <a:pt x="55" y="368"/>
                  </a:cubicBezTo>
                  <a:cubicBezTo>
                    <a:pt x="61" y="370"/>
                    <a:pt x="61" y="370"/>
                    <a:pt x="61" y="370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73" y="341"/>
                    <a:pt x="73" y="341"/>
                    <a:pt x="73" y="341"/>
                  </a:cubicBezTo>
                  <a:cubicBezTo>
                    <a:pt x="83" y="311"/>
                    <a:pt x="85" y="286"/>
                    <a:pt x="85" y="258"/>
                  </a:cubicBezTo>
                  <a:cubicBezTo>
                    <a:pt x="85" y="244"/>
                    <a:pt x="88" y="230"/>
                    <a:pt x="92" y="216"/>
                  </a:cubicBezTo>
                  <a:cubicBezTo>
                    <a:pt x="94" y="207"/>
                    <a:pt x="96" y="198"/>
                    <a:pt x="97" y="190"/>
                  </a:cubicBezTo>
                  <a:cubicBezTo>
                    <a:pt x="99" y="182"/>
                    <a:pt x="99" y="170"/>
                    <a:pt x="98" y="163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5" name="Freeform 481">
              <a:extLst>
                <a:ext uri="{FF2B5EF4-FFF2-40B4-BE49-F238E27FC236}">
                  <a16:creationId xmlns:a16="http://schemas.microsoft.com/office/drawing/2014/main" id="{99D3E859-7073-4FB1-AD9F-8038F9CDE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39"/>
              <a:ext cx="179" cy="188"/>
            </a:xfrm>
            <a:custGeom>
              <a:avLst/>
              <a:gdLst>
                <a:gd name="T0" fmla="*/ 281 w 133"/>
                <a:gd name="T1" fmla="*/ 149 h 140"/>
                <a:gd name="T2" fmla="*/ 284 w 133"/>
                <a:gd name="T3" fmla="*/ 141 h 140"/>
                <a:gd name="T4" fmla="*/ 324 w 133"/>
                <a:gd name="T5" fmla="*/ 75 h 140"/>
                <a:gd name="T6" fmla="*/ 315 w 133"/>
                <a:gd name="T7" fmla="*/ 73 h 140"/>
                <a:gd name="T8" fmla="*/ 253 w 133"/>
                <a:gd name="T9" fmla="*/ 148 h 140"/>
                <a:gd name="T10" fmla="*/ 192 w 133"/>
                <a:gd name="T11" fmla="*/ 141 h 140"/>
                <a:gd name="T12" fmla="*/ 167 w 133"/>
                <a:gd name="T13" fmla="*/ 86 h 140"/>
                <a:gd name="T14" fmla="*/ 174 w 133"/>
                <a:gd name="T15" fmla="*/ 73 h 140"/>
                <a:gd name="T16" fmla="*/ 225 w 133"/>
                <a:gd name="T17" fmla="*/ 7 h 140"/>
                <a:gd name="T18" fmla="*/ 221 w 133"/>
                <a:gd name="T19" fmla="*/ 0 h 140"/>
                <a:gd name="T20" fmla="*/ 214 w 133"/>
                <a:gd name="T21" fmla="*/ 7 h 140"/>
                <a:gd name="T22" fmla="*/ 214 w 133"/>
                <a:gd name="T23" fmla="*/ 7 h 140"/>
                <a:gd name="T24" fmla="*/ 104 w 133"/>
                <a:gd name="T25" fmla="*/ 126 h 140"/>
                <a:gd name="T26" fmla="*/ 30 w 133"/>
                <a:gd name="T27" fmla="*/ 246 h 140"/>
                <a:gd name="T28" fmla="*/ 12 w 133"/>
                <a:gd name="T29" fmla="*/ 295 h 140"/>
                <a:gd name="T30" fmla="*/ 0 w 133"/>
                <a:gd name="T31" fmla="*/ 338 h 140"/>
                <a:gd name="T32" fmla="*/ 0 w 133"/>
                <a:gd name="T33" fmla="*/ 338 h 140"/>
                <a:gd name="T34" fmla="*/ 20 w 133"/>
                <a:gd name="T35" fmla="*/ 301 h 140"/>
                <a:gd name="T36" fmla="*/ 40 w 133"/>
                <a:gd name="T37" fmla="*/ 247 h 140"/>
                <a:gd name="T38" fmla="*/ 106 w 133"/>
                <a:gd name="T39" fmla="*/ 133 h 140"/>
                <a:gd name="T40" fmla="*/ 153 w 133"/>
                <a:gd name="T41" fmla="*/ 94 h 140"/>
                <a:gd name="T42" fmla="*/ 157 w 133"/>
                <a:gd name="T43" fmla="*/ 98 h 140"/>
                <a:gd name="T44" fmla="*/ 188 w 133"/>
                <a:gd name="T45" fmla="*/ 148 h 140"/>
                <a:gd name="T46" fmla="*/ 205 w 133"/>
                <a:gd name="T47" fmla="*/ 157 h 140"/>
                <a:gd name="T48" fmla="*/ 206 w 133"/>
                <a:gd name="T49" fmla="*/ 164 h 140"/>
                <a:gd name="T50" fmla="*/ 206 w 133"/>
                <a:gd name="T51" fmla="*/ 263 h 140"/>
                <a:gd name="T52" fmla="*/ 218 w 133"/>
                <a:gd name="T53" fmla="*/ 263 h 140"/>
                <a:gd name="T54" fmla="*/ 218 w 133"/>
                <a:gd name="T55" fmla="*/ 164 h 140"/>
                <a:gd name="T56" fmla="*/ 221 w 133"/>
                <a:gd name="T57" fmla="*/ 162 h 140"/>
                <a:gd name="T58" fmla="*/ 240 w 133"/>
                <a:gd name="T59" fmla="*/ 161 h 140"/>
                <a:gd name="T60" fmla="*/ 245 w 133"/>
                <a:gd name="T61" fmla="*/ 168 h 140"/>
                <a:gd name="T62" fmla="*/ 248 w 133"/>
                <a:gd name="T63" fmla="*/ 196 h 140"/>
                <a:gd name="T64" fmla="*/ 248 w 133"/>
                <a:gd name="T65" fmla="*/ 216 h 140"/>
                <a:gd name="T66" fmla="*/ 252 w 133"/>
                <a:gd name="T67" fmla="*/ 226 h 140"/>
                <a:gd name="T68" fmla="*/ 252 w 133"/>
                <a:gd name="T69" fmla="*/ 259 h 140"/>
                <a:gd name="T70" fmla="*/ 262 w 133"/>
                <a:gd name="T71" fmla="*/ 252 h 140"/>
                <a:gd name="T72" fmla="*/ 261 w 133"/>
                <a:gd name="T73" fmla="*/ 226 h 140"/>
                <a:gd name="T74" fmla="*/ 258 w 133"/>
                <a:gd name="T75" fmla="*/ 212 h 140"/>
                <a:gd name="T76" fmla="*/ 258 w 133"/>
                <a:gd name="T77" fmla="*/ 193 h 140"/>
                <a:gd name="T78" fmla="*/ 253 w 133"/>
                <a:gd name="T79" fmla="*/ 162 h 140"/>
                <a:gd name="T80" fmla="*/ 258 w 133"/>
                <a:gd name="T81" fmla="*/ 157 h 140"/>
                <a:gd name="T82" fmla="*/ 266 w 133"/>
                <a:gd name="T83" fmla="*/ 153 h 140"/>
                <a:gd name="T84" fmla="*/ 271 w 133"/>
                <a:gd name="T85" fmla="*/ 154 h 140"/>
                <a:gd name="T86" fmla="*/ 277 w 133"/>
                <a:gd name="T87" fmla="*/ 193 h 140"/>
                <a:gd name="T88" fmla="*/ 289 w 133"/>
                <a:gd name="T89" fmla="*/ 247 h 140"/>
                <a:gd name="T90" fmla="*/ 300 w 133"/>
                <a:gd name="T91" fmla="*/ 242 h 140"/>
                <a:gd name="T92" fmla="*/ 288 w 133"/>
                <a:gd name="T93" fmla="*/ 193 h 140"/>
                <a:gd name="T94" fmla="*/ 281 w 133"/>
                <a:gd name="T95" fmla="*/ 149 h 1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33" h="140">
                  <a:moveTo>
                    <a:pt x="115" y="62"/>
                  </a:moveTo>
                  <a:cubicBezTo>
                    <a:pt x="115" y="61"/>
                    <a:pt x="116" y="58"/>
                    <a:pt x="117" y="58"/>
                  </a:cubicBezTo>
                  <a:cubicBezTo>
                    <a:pt x="125" y="51"/>
                    <a:pt x="131" y="40"/>
                    <a:pt x="133" y="31"/>
                  </a:cubicBezTo>
                  <a:cubicBezTo>
                    <a:pt x="129" y="30"/>
                    <a:pt x="129" y="30"/>
                    <a:pt x="129" y="30"/>
                  </a:cubicBezTo>
                  <a:cubicBezTo>
                    <a:pt x="127" y="41"/>
                    <a:pt x="116" y="57"/>
                    <a:pt x="104" y="61"/>
                  </a:cubicBezTo>
                  <a:cubicBezTo>
                    <a:pt x="95" y="64"/>
                    <a:pt x="86" y="63"/>
                    <a:pt x="79" y="58"/>
                  </a:cubicBezTo>
                  <a:cubicBezTo>
                    <a:pt x="73" y="53"/>
                    <a:pt x="69" y="45"/>
                    <a:pt x="68" y="36"/>
                  </a:cubicBezTo>
                  <a:cubicBezTo>
                    <a:pt x="68" y="35"/>
                    <a:pt x="70" y="31"/>
                    <a:pt x="71" y="30"/>
                  </a:cubicBezTo>
                  <a:cubicBezTo>
                    <a:pt x="82" y="19"/>
                    <a:pt x="92" y="7"/>
                    <a:pt x="92" y="3"/>
                  </a:cubicBezTo>
                  <a:cubicBezTo>
                    <a:pt x="92" y="1"/>
                    <a:pt x="91" y="1"/>
                    <a:pt x="91" y="0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8"/>
                    <a:pt x="49" y="47"/>
                    <a:pt x="42" y="52"/>
                  </a:cubicBezTo>
                  <a:cubicBezTo>
                    <a:pt x="24" y="64"/>
                    <a:pt x="17" y="84"/>
                    <a:pt x="12" y="101"/>
                  </a:cubicBezTo>
                  <a:cubicBezTo>
                    <a:pt x="10" y="108"/>
                    <a:pt x="8" y="115"/>
                    <a:pt x="5" y="122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11" y="116"/>
                    <a:pt x="14" y="109"/>
                    <a:pt x="16" y="102"/>
                  </a:cubicBezTo>
                  <a:cubicBezTo>
                    <a:pt x="21" y="85"/>
                    <a:pt x="28" y="66"/>
                    <a:pt x="44" y="55"/>
                  </a:cubicBezTo>
                  <a:cubicBezTo>
                    <a:pt x="46" y="54"/>
                    <a:pt x="54" y="47"/>
                    <a:pt x="63" y="39"/>
                  </a:cubicBezTo>
                  <a:cubicBezTo>
                    <a:pt x="63" y="38"/>
                    <a:pt x="65" y="39"/>
                    <a:pt x="65" y="40"/>
                  </a:cubicBezTo>
                  <a:cubicBezTo>
                    <a:pt x="66" y="49"/>
                    <a:pt x="70" y="56"/>
                    <a:pt x="77" y="61"/>
                  </a:cubicBezTo>
                  <a:cubicBezTo>
                    <a:pt x="79" y="63"/>
                    <a:pt x="81" y="64"/>
                    <a:pt x="84" y="65"/>
                  </a:cubicBezTo>
                  <a:cubicBezTo>
                    <a:pt x="84" y="65"/>
                    <a:pt x="85" y="67"/>
                    <a:pt x="85" y="68"/>
                  </a:cubicBezTo>
                  <a:cubicBezTo>
                    <a:pt x="83" y="83"/>
                    <a:pt x="85" y="103"/>
                    <a:pt x="85" y="109"/>
                  </a:cubicBezTo>
                  <a:cubicBezTo>
                    <a:pt x="89" y="109"/>
                    <a:pt x="89" y="109"/>
                    <a:pt x="89" y="109"/>
                  </a:cubicBezTo>
                  <a:cubicBezTo>
                    <a:pt x="89" y="103"/>
                    <a:pt x="87" y="83"/>
                    <a:pt x="89" y="68"/>
                  </a:cubicBezTo>
                  <a:cubicBezTo>
                    <a:pt x="89" y="68"/>
                    <a:pt x="91" y="67"/>
                    <a:pt x="91" y="67"/>
                  </a:cubicBezTo>
                  <a:cubicBezTo>
                    <a:pt x="94" y="67"/>
                    <a:pt x="96" y="67"/>
                    <a:pt x="98" y="66"/>
                  </a:cubicBezTo>
                  <a:cubicBezTo>
                    <a:pt x="99" y="66"/>
                    <a:pt x="100" y="68"/>
                    <a:pt x="100" y="69"/>
                  </a:cubicBezTo>
                  <a:cubicBezTo>
                    <a:pt x="101" y="73"/>
                    <a:pt x="101" y="77"/>
                    <a:pt x="102" y="81"/>
                  </a:cubicBezTo>
                  <a:cubicBezTo>
                    <a:pt x="102" y="89"/>
                    <a:pt x="102" y="89"/>
                    <a:pt x="102" y="89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4" y="97"/>
                    <a:pt x="104" y="104"/>
                    <a:pt x="103" y="107"/>
                  </a:cubicBezTo>
                  <a:cubicBezTo>
                    <a:pt x="108" y="104"/>
                    <a:pt x="108" y="104"/>
                    <a:pt x="108" y="104"/>
                  </a:cubicBezTo>
                  <a:cubicBezTo>
                    <a:pt x="108" y="101"/>
                    <a:pt x="108" y="97"/>
                    <a:pt x="107" y="93"/>
                  </a:cubicBezTo>
                  <a:cubicBezTo>
                    <a:pt x="106" y="88"/>
                    <a:pt x="106" y="88"/>
                    <a:pt x="106" y="88"/>
                  </a:cubicBezTo>
                  <a:cubicBezTo>
                    <a:pt x="106" y="80"/>
                    <a:pt x="106" y="80"/>
                    <a:pt x="106" y="80"/>
                  </a:cubicBezTo>
                  <a:cubicBezTo>
                    <a:pt x="105" y="76"/>
                    <a:pt x="105" y="72"/>
                    <a:pt x="104" y="67"/>
                  </a:cubicBezTo>
                  <a:cubicBezTo>
                    <a:pt x="104" y="66"/>
                    <a:pt x="105" y="65"/>
                    <a:pt x="106" y="65"/>
                  </a:cubicBezTo>
                  <a:cubicBezTo>
                    <a:pt x="107" y="64"/>
                    <a:pt x="108" y="64"/>
                    <a:pt x="109" y="63"/>
                  </a:cubicBezTo>
                  <a:cubicBezTo>
                    <a:pt x="109" y="63"/>
                    <a:pt x="111" y="64"/>
                    <a:pt x="111" y="64"/>
                  </a:cubicBezTo>
                  <a:cubicBezTo>
                    <a:pt x="113" y="70"/>
                    <a:pt x="113" y="75"/>
                    <a:pt x="114" y="80"/>
                  </a:cubicBezTo>
                  <a:cubicBezTo>
                    <a:pt x="115" y="88"/>
                    <a:pt x="116" y="95"/>
                    <a:pt x="119" y="102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20" y="94"/>
                    <a:pt x="119" y="87"/>
                    <a:pt x="118" y="80"/>
                  </a:cubicBezTo>
                  <a:cubicBezTo>
                    <a:pt x="117" y="75"/>
                    <a:pt x="116" y="68"/>
                    <a:pt x="115" y="62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6" name="Freeform 482">
              <a:extLst>
                <a:ext uri="{FF2B5EF4-FFF2-40B4-BE49-F238E27FC236}">
                  <a16:creationId xmlns:a16="http://schemas.microsoft.com/office/drawing/2014/main" id="{D4537959-1626-4DCF-BA80-721ADCC398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3" y="2492"/>
              <a:ext cx="176" cy="275"/>
            </a:xfrm>
            <a:custGeom>
              <a:avLst/>
              <a:gdLst>
                <a:gd name="T0" fmla="*/ 271 w 131"/>
                <a:gd name="T1" fmla="*/ 48 h 205"/>
                <a:gd name="T2" fmla="*/ 304 w 131"/>
                <a:gd name="T3" fmla="*/ 338 h 205"/>
                <a:gd name="T4" fmla="*/ 294 w 131"/>
                <a:gd name="T5" fmla="*/ 384 h 205"/>
                <a:gd name="T6" fmla="*/ 249 w 131"/>
                <a:gd name="T7" fmla="*/ 149 h 205"/>
                <a:gd name="T8" fmla="*/ 246 w 131"/>
                <a:gd name="T9" fmla="*/ 154 h 205"/>
                <a:gd name="T10" fmla="*/ 253 w 131"/>
                <a:gd name="T11" fmla="*/ 327 h 205"/>
                <a:gd name="T12" fmla="*/ 240 w 131"/>
                <a:gd name="T13" fmla="*/ 457 h 205"/>
                <a:gd name="T14" fmla="*/ 226 w 131"/>
                <a:gd name="T15" fmla="*/ 288 h 205"/>
                <a:gd name="T16" fmla="*/ 214 w 131"/>
                <a:gd name="T17" fmla="*/ 200 h 205"/>
                <a:gd name="T18" fmla="*/ 204 w 131"/>
                <a:gd name="T19" fmla="*/ 204 h 205"/>
                <a:gd name="T20" fmla="*/ 191 w 131"/>
                <a:gd name="T21" fmla="*/ 190 h 205"/>
                <a:gd name="T22" fmla="*/ 199 w 131"/>
                <a:gd name="T23" fmla="*/ 444 h 205"/>
                <a:gd name="T24" fmla="*/ 196 w 131"/>
                <a:gd name="T25" fmla="*/ 475 h 205"/>
                <a:gd name="T26" fmla="*/ 185 w 131"/>
                <a:gd name="T27" fmla="*/ 439 h 205"/>
                <a:gd name="T28" fmla="*/ 177 w 131"/>
                <a:gd name="T29" fmla="*/ 346 h 205"/>
                <a:gd name="T30" fmla="*/ 175 w 131"/>
                <a:gd name="T31" fmla="*/ 255 h 205"/>
                <a:gd name="T32" fmla="*/ 156 w 131"/>
                <a:gd name="T33" fmla="*/ 169 h 205"/>
                <a:gd name="T34" fmla="*/ 142 w 131"/>
                <a:gd name="T35" fmla="*/ 280 h 205"/>
                <a:gd name="T36" fmla="*/ 150 w 131"/>
                <a:gd name="T37" fmla="*/ 433 h 205"/>
                <a:gd name="T38" fmla="*/ 136 w 131"/>
                <a:gd name="T39" fmla="*/ 433 h 205"/>
                <a:gd name="T40" fmla="*/ 132 w 131"/>
                <a:gd name="T41" fmla="*/ 331 h 205"/>
                <a:gd name="T42" fmla="*/ 101 w 131"/>
                <a:gd name="T43" fmla="*/ 122 h 205"/>
                <a:gd name="T44" fmla="*/ 93 w 131"/>
                <a:gd name="T45" fmla="*/ 0 h 205"/>
                <a:gd name="T46" fmla="*/ 56 w 131"/>
                <a:gd name="T47" fmla="*/ 135 h 205"/>
                <a:gd name="T48" fmla="*/ 0 w 131"/>
                <a:gd name="T49" fmla="*/ 205 h 205"/>
                <a:gd name="T50" fmla="*/ 86 w 131"/>
                <a:gd name="T51" fmla="*/ 107 h 205"/>
                <a:gd name="T52" fmla="*/ 105 w 131"/>
                <a:gd name="T53" fmla="*/ 243 h 205"/>
                <a:gd name="T54" fmla="*/ 125 w 131"/>
                <a:gd name="T55" fmla="*/ 384 h 205"/>
                <a:gd name="T56" fmla="*/ 138 w 131"/>
                <a:gd name="T57" fmla="*/ 465 h 205"/>
                <a:gd name="T58" fmla="*/ 157 w 131"/>
                <a:gd name="T59" fmla="*/ 397 h 205"/>
                <a:gd name="T60" fmla="*/ 156 w 131"/>
                <a:gd name="T61" fmla="*/ 227 h 205"/>
                <a:gd name="T62" fmla="*/ 164 w 131"/>
                <a:gd name="T63" fmla="*/ 278 h 205"/>
                <a:gd name="T64" fmla="*/ 177 w 131"/>
                <a:gd name="T65" fmla="*/ 431 h 205"/>
                <a:gd name="T66" fmla="*/ 184 w 131"/>
                <a:gd name="T67" fmla="*/ 486 h 205"/>
                <a:gd name="T68" fmla="*/ 210 w 131"/>
                <a:gd name="T69" fmla="*/ 444 h 205"/>
                <a:gd name="T70" fmla="*/ 204 w 131"/>
                <a:gd name="T71" fmla="*/ 217 h 205"/>
                <a:gd name="T72" fmla="*/ 214 w 131"/>
                <a:gd name="T73" fmla="*/ 212 h 205"/>
                <a:gd name="T74" fmla="*/ 232 w 131"/>
                <a:gd name="T75" fmla="*/ 464 h 205"/>
                <a:gd name="T76" fmla="*/ 259 w 131"/>
                <a:gd name="T77" fmla="*/ 291 h 205"/>
                <a:gd name="T78" fmla="*/ 262 w 131"/>
                <a:gd name="T79" fmla="*/ 199 h 205"/>
                <a:gd name="T80" fmla="*/ 288 w 131"/>
                <a:gd name="T81" fmla="*/ 394 h 205"/>
                <a:gd name="T82" fmla="*/ 312 w 131"/>
                <a:gd name="T83" fmla="*/ 338 h 205"/>
                <a:gd name="T84" fmla="*/ 157 w 131"/>
                <a:gd name="T85" fmla="*/ 217 h 205"/>
                <a:gd name="T86" fmla="*/ 161 w 131"/>
                <a:gd name="T87" fmla="*/ 184 h 2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1" h="205">
                  <a:moveTo>
                    <a:pt x="130" y="84"/>
                  </a:moveTo>
                  <a:cubicBezTo>
                    <a:pt x="129" y="62"/>
                    <a:pt x="127" y="37"/>
                    <a:pt x="115" y="18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123" y="38"/>
                    <a:pt x="125" y="63"/>
                    <a:pt x="126" y="84"/>
                  </a:cubicBezTo>
                  <a:cubicBezTo>
                    <a:pt x="126" y="94"/>
                    <a:pt x="126" y="103"/>
                    <a:pt x="126" y="112"/>
                  </a:cubicBezTo>
                  <a:cubicBezTo>
                    <a:pt x="126" y="121"/>
                    <a:pt x="126" y="131"/>
                    <a:pt x="125" y="140"/>
                  </a:cubicBezTo>
                  <a:cubicBezTo>
                    <a:pt x="125" y="143"/>
                    <a:pt x="125" y="143"/>
                    <a:pt x="125" y="143"/>
                  </a:cubicBezTo>
                  <a:cubicBezTo>
                    <a:pt x="124" y="147"/>
                    <a:pt x="124" y="154"/>
                    <a:pt x="122" y="158"/>
                  </a:cubicBezTo>
                  <a:cubicBezTo>
                    <a:pt x="122" y="159"/>
                    <a:pt x="121" y="159"/>
                    <a:pt x="121" y="159"/>
                  </a:cubicBezTo>
                  <a:cubicBezTo>
                    <a:pt x="118" y="146"/>
                    <a:pt x="118" y="133"/>
                    <a:pt x="117" y="121"/>
                  </a:cubicBezTo>
                  <a:cubicBezTo>
                    <a:pt x="116" y="100"/>
                    <a:pt x="115" y="79"/>
                    <a:pt x="106" y="60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7"/>
                    <a:pt x="107" y="72"/>
                    <a:pt x="108" y="77"/>
                  </a:cubicBezTo>
                  <a:cubicBezTo>
                    <a:pt x="107" y="78"/>
                    <a:pt x="105" y="79"/>
                    <a:pt x="104" y="79"/>
                  </a:cubicBezTo>
                  <a:cubicBezTo>
                    <a:pt x="103" y="74"/>
                    <a:pt x="102" y="69"/>
                    <a:pt x="101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101" y="83"/>
                    <a:pt x="102" y="102"/>
                    <a:pt x="103" y="122"/>
                  </a:cubicBezTo>
                  <a:cubicBezTo>
                    <a:pt x="104" y="136"/>
                    <a:pt x="104" y="136"/>
                    <a:pt x="104" y="136"/>
                  </a:cubicBezTo>
                  <a:cubicBezTo>
                    <a:pt x="104" y="138"/>
                    <a:pt x="104" y="142"/>
                    <a:pt x="104" y="147"/>
                  </a:cubicBezTo>
                  <a:cubicBezTo>
                    <a:pt x="104" y="161"/>
                    <a:pt x="103" y="181"/>
                    <a:pt x="101" y="188"/>
                  </a:cubicBezTo>
                  <a:cubicBezTo>
                    <a:pt x="100" y="189"/>
                    <a:pt x="99" y="189"/>
                    <a:pt x="99" y="189"/>
                  </a:cubicBezTo>
                  <a:cubicBezTo>
                    <a:pt x="96" y="181"/>
                    <a:pt x="94" y="158"/>
                    <a:pt x="94" y="149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3" y="122"/>
                    <a:pt x="93" y="121"/>
                    <a:pt x="93" y="119"/>
                  </a:cubicBezTo>
                  <a:cubicBezTo>
                    <a:pt x="93" y="103"/>
                    <a:pt x="93" y="86"/>
                    <a:pt x="90" y="70"/>
                  </a:cubicBezTo>
                  <a:cubicBezTo>
                    <a:pt x="86" y="71"/>
                    <a:pt x="86" y="71"/>
                    <a:pt x="86" y="71"/>
                  </a:cubicBezTo>
                  <a:cubicBezTo>
                    <a:pt x="87" y="75"/>
                    <a:pt x="88" y="79"/>
                    <a:pt x="88" y="83"/>
                  </a:cubicBezTo>
                  <a:cubicBezTo>
                    <a:pt x="88" y="83"/>
                    <a:pt x="87" y="84"/>
                    <a:pt x="87" y="84"/>
                  </a:cubicBezTo>
                  <a:cubicBezTo>
                    <a:pt x="86" y="85"/>
                    <a:pt x="85" y="85"/>
                    <a:pt x="85" y="85"/>
                  </a:cubicBezTo>
                  <a:cubicBezTo>
                    <a:pt x="84" y="85"/>
                    <a:pt x="84" y="84"/>
                    <a:pt x="84" y="84"/>
                  </a:cubicBezTo>
                  <a:cubicBezTo>
                    <a:pt x="83" y="79"/>
                    <a:pt x="83" y="74"/>
                    <a:pt x="84" y="69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80" y="72"/>
                    <a:pt x="79" y="75"/>
                    <a:pt x="79" y="79"/>
                  </a:cubicBezTo>
                  <a:cubicBezTo>
                    <a:pt x="79" y="90"/>
                    <a:pt x="80" y="101"/>
                    <a:pt x="81" y="111"/>
                  </a:cubicBezTo>
                  <a:cubicBezTo>
                    <a:pt x="82" y="122"/>
                    <a:pt x="82" y="133"/>
                    <a:pt x="82" y="144"/>
                  </a:cubicBezTo>
                  <a:cubicBezTo>
                    <a:pt x="82" y="184"/>
                    <a:pt x="82" y="184"/>
                    <a:pt x="82" y="184"/>
                  </a:cubicBezTo>
                  <a:cubicBezTo>
                    <a:pt x="82" y="186"/>
                    <a:pt x="82" y="186"/>
                    <a:pt x="82" y="186"/>
                  </a:cubicBezTo>
                  <a:cubicBezTo>
                    <a:pt x="82" y="187"/>
                    <a:pt x="82" y="188"/>
                    <a:pt x="82" y="189"/>
                  </a:cubicBezTo>
                  <a:cubicBezTo>
                    <a:pt x="82" y="192"/>
                    <a:pt x="82" y="195"/>
                    <a:pt x="81" y="197"/>
                  </a:cubicBezTo>
                  <a:cubicBezTo>
                    <a:pt x="81" y="198"/>
                    <a:pt x="79" y="199"/>
                    <a:pt x="79" y="198"/>
                  </a:cubicBezTo>
                  <a:cubicBezTo>
                    <a:pt x="78" y="195"/>
                    <a:pt x="78" y="191"/>
                    <a:pt x="78" y="187"/>
                  </a:cubicBezTo>
                  <a:cubicBezTo>
                    <a:pt x="77" y="182"/>
                    <a:pt x="77" y="182"/>
                    <a:pt x="77" y="182"/>
                  </a:cubicBezTo>
                  <a:cubicBezTo>
                    <a:pt x="77" y="178"/>
                    <a:pt x="77" y="178"/>
                    <a:pt x="77" y="178"/>
                  </a:cubicBezTo>
                  <a:cubicBezTo>
                    <a:pt x="75" y="170"/>
                    <a:pt x="74" y="162"/>
                    <a:pt x="74" y="154"/>
                  </a:cubicBezTo>
                  <a:cubicBezTo>
                    <a:pt x="73" y="143"/>
                    <a:pt x="73" y="143"/>
                    <a:pt x="73" y="143"/>
                  </a:cubicBezTo>
                  <a:cubicBezTo>
                    <a:pt x="73" y="136"/>
                    <a:pt x="72" y="128"/>
                    <a:pt x="72" y="121"/>
                  </a:cubicBezTo>
                  <a:cubicBezTo>
                    <a:pt x="72" y="119"/>
                    <a:pt x="72" y="117"/>
                    <a:pt x="72" y="115"/>
                  </a:cubicBezTo>
                  <a:cubicBezTo>
                    <a:pt x="72" y="113"/>
                    <a:pt x="72" y="110"/>
                    <a:pt x="72" y="106"/>
                  </a:cubicBezTo>
                  <a:cubicBezTo>
                    <a:pt x="72" y="96"/>
                    <a:pt x="72" y="83"/>
                    <a:pt x="69" y="71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62" y="73"/>
                    <a:pt x="61" y="79"/>
                    <a:pt x="61" y="84"/>
                  </a:cubicBezTo>
                  <a:cubicBezTo>
                    <a:pt x="60" y="89"/>
                    <a:pt x="60" y="89"/>
                    <a:pt x="60" y="89"/>
                  </a:cubicBezTo>
                  <a:cubicBezTo>
                    <a:pt x="59" y="98"/>
                    <a:pt x="59" y="107"/>
                    <a:pt x="59" y="116"/>
                  </a:cubicBezTo>
                  <a:cubicBezTo>
                    <a:pt x="59" y="127"/>
                    <a:pt x="59" y="127"/>
                    <a:pt x="59" y="127"/>
                  </a:cubicBezTo>
                  <a:cubicBezTo>
                    <a:pt x="59" y="140"/>
                    <a:pt x="60" y="153"/>
                    <a:pt x="61" y="165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6"/>
                    <a:pt x="62" y="189"/>
                    <a:pt x="61" y="190"/>
                  </a:cubicBezTo>
                  <a:cubicBezTo>
                    <a:pt x="60" y="190"/>
                    <a:pt x="59" y="190"/>
                    <a:pt x="59" y="190"/>
                  </a:cubicBezTo>
                  <a:cubicBezTo>
                    <a:pt x="56" y="189"/>
                    <a:pt x="56" y="184"/>
                    <a:pt x="56" y="180"/>
                  </a:cubicBezTo>
                  <a:cubicBezTo>
                    <a:pt x="56" y="177"/>
                    <a:pt x="56" y="177"/>
                    <a:pt x="56" y="177"/>
                  </a:cubicBezTo>
                  <a:cubicBezTo>
                    <a:pt x="55" y="171"/>
                    <a:pt x="55" y="165"/>
                    <a:pt x="55" y="159"/>
                  </a:cubicBezTo>
                  <a:cubicBezTo>
                    <a:pt x="55" y="152"/>
                    <a:pt x="55" y="145"/>
                    <a:pt x="54" y="137"/>
                  </a:cubicBezTo>
                  <a:cubicBezTo>
                    <a:pt x="51" y="120"/>
                    <a:pt x="51" y="120"/>
                    <a:pt x="51" y="120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0" y="29"/>
                    <a:pt x="38" y="12"/>
                    <a:pt x="4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6" y="8"/>
                    <a:pt x="36" y="17"/>
                    <a:pt x="36" y="26"/>
                  </a:cubicBezTo>
                  <a:cubicBezTo>
                    <a:pt x="36" y="31"/>
                    <a:pt x="34" y="37"/>
                    <a:pt x="34" y="37"/>
                  </a:cubicBezTo>
                  <a:cubicBezTo>
                    <a:pt x="32" y="44"/>
                    <a:pt x="29" y="50"/>
                    <a:pt x="23" y="56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2" y="66"/>
                    <a:pt x="6" y="74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5" y="75"/>
                    <a:pt x="15" y="67"/>
                    <a:pt x="23" y="60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30" y="53"/>
                    <a:pt x="33" y="50"/>
                    <a:pt x="36" y="45"/>
                  </a:cubicBezTo>
                  <a:cubicBezTo>
                    <a:pt x="36" y="44"/>
                    <a:pt x="38" y="45"/>
                    <a:pt x="38" y="45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50" y="138"/>
                    <a:pt x="50" y="138"/>
                    <a:pt x="50" y="138"/>
                  </a:cubicBezTo>
                  <a:cubicBezTo>
                    <a:pt x="51" y="145"/>
                    <a:pt x="51" y="152"/>
                    <a:pt x="51" y="159"/>
                  </a:cubicBezTo>
                  <a:cubicBezTo>
                    <a:pt x="51" y="165"/>
                    <a:pt x="51" y="171"/>
                    <a:pt x="52" y="178"/>
                  </a:cubicBezTo>
                  <a:cubicBezTo>
                    <a:pt x="52" y="180"/>
                    <a:pt x="52" y="180"/>
                    <a:pt x="52" y="180"/>
                  </a:cubicBezTo>
                  <a:cubicBezTo>
                    <a:pt x="52" y="185"/>
                    <a:pt x="52" y="191"/>
                    <a:pt x="57" y="193"/>
                  </a:cubicBezTo>
                  <a:cubicBezTo>
                    <a:pt x="60" y="195"/>
                    <a:pt x="62" y="194"/>
                    <a:pt x="63" y="193"/>
                  </a:cubicBezTo>
                  <a:cubicBezTo>
                    <a:pt x="66" y="191"/>
                    <a:pt x="66" y="185"/>
                    <a:pt x="66" y="180"/>
                  </a:cubicBezTo>
                  <a:cubicBezTo>
                    <a:pt x="65" y="165"/>
                    <a:pt x="65" y="165"/>
                    <a:pt x="65" y="165"/>
                  </a:cubicBezTo>
                  <a:cubicBezTo>
                    <a:pt x="64" y="153"/>
                    <a:pt x="63" y="140"/>
                    <a:pt x="63" y="127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63" y="108"/>
                    <a:pt x="63" y="101"/>
                    <a:pt x="64" y="94"/>
                  </a:cubicBezTo>
                  <a:cubicBezTo>
                    <a:pt x="65" y="94"/>
                    <a:pt x="67" y="95"/>
                    <a:pt x="67" y="95"/>
                  </a:cubicBezTo>
                  <a:cubicBezTo>
                    <a:pt x="67" y="95"/>
                    <a:pt x="68" y="96"/>
                    <a:pt x="68" y="97"/>
                  </a:cubicBezTo>
                  <a:cubicBezTo>
                    <a:pt x="68" y="104"/>
                    <a:pt x="68" y="111"/>
                    <a:pt x="68" y="115"/>
                  </a:cubicBezTo>
                  <a:cubicBezTo>
                    <a:pt x="68" y="125"/>
                    <a:pt x="68" y="134"/>
                    <a:pt x="69" y="143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70" y="163"/>
                    <a:pt x="71" y="170"/>
                    <a:pt x="73" y="178"/>
                  </a:cubicBezTo>
                  <a:cubicBezTo>
                    <a:pt x="73" y="182"/>
                    <a:pt x="73" y="182"/>
                    <a:pt x="73" y="182"/>
                  </a:cubicBezTo>
                  <a:cubicBezTo>
                    <a:pt x="74" y="188"/>
                    <a:pt x="74" y="188"/>
                    <a:pt x="74" y="188"/>
                  </a:cubicBezTo>
                  <a:cubicBezTo>
                    <a:pt x="74" y="192"/>
                    <a:pt x="74" y="197"/>
                    <a:pt x="76" y="201"/>
                  </a:cubicBezTo>
                  <a:cubicBezTo>
                    <a:pt x="77" y="204"/>
                    <a:pt x="81" y="205"/>
                    <a:pt x="83" y="203"/>
                  </a:cubicBezTo>
                  <a:cubicBezTo>
                    <a:pt x="87" y="199"/>
                    <a:pt x="86" y="191"/>
                    <a:pt x="86" y="186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86" y="144"/>
                    <a:pt x="86" y="144"/>
                    <a:pt x="86" y="144"/>
                  </a:cubicBezTo>
                  <a:cubicBezTo>
                    <a:pt x="86" y="133"/>
                    <a:pt x="86" y="122"/>
                    <a:pt x="85" y="111"/>
                  </a:cubicBezTo>
                  <a:cubicBezTo>
                    <a:pt x="84" y="104"/>
                    <a:pt x="84" y="97"/>
                    <a:pt x="84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4" y="89"/>
                    <a:pt x="86" y="88"/>
                    <a:pt x="88" y="89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9" y="100"/>
                    <a:pt x="89" y="112"/>
                    <a:pt x="89" y="124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90" y="150"/>
                    <a:pt x="91" y="183"/>
                    <a:pt x="96" y="192"/>
                  </a:cubicBezTo>
                  <a:cubicBezTo>
                    <a:pt x="98" y="196"/>
                    <a:pt x="102" y="194"/>
                    <a:pt x="102" y="194"/>
                  </a:cubicBezTo>
                  <a:cubicBezTo>
                    <a:pt x="109" y="186"/>
                    <a:pt x="108" y="136"/>
                    <a:pt x="108" y="135"/>
                  </a:cubicBezTo>
                  <a:cubicBezTo>
                    <a:pt x="107" y="121"/>
                    <a:pt x="107" y="121"/>
                    <a:pt x="107" y="121"/>
                  </a:cubicBezTo>
                  <a:cubicBezTo>
                    <a:pt x="106" y="109"/>
                    <a:pt x="106" y="97"/>
                    <a:pt x="104" y="85"/>
                  </a:cubicBezTo>
                  <a:cubicBezTo>
                    <a:pt x="104" y="84"/>
                    <a:pt x="105" y="83"/>
                    <a:pt x="106" y="83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2"/>
                    <a:pt x="109" y="83"/>
                    <a:pt x="110" y="83"/>
                  </a:cubicBezTo>
                  <a:cubicBezTo>
                    <a:pt x="112" y="96"/>
                    <a:pt x="113" y="108"/>
                    <a:pt x="113" y="121"/>
                  </a:cubicBezTo>
                  <a:cubicBezTo>
                    <a:pt x="114" y="135"/>
                    <a:pt x="114" y="150"/>
                    <a:pt x="118" y="163"/>
                  </a:cubicBezTo>
                  <a:cubicBezTo>
                    <a:pt x="118" y="167"/>
                    <a:pt x="121" y="167"/>
                    <a:pt x="121" y="167"/>
                  </a:cubicBezTo>
                  <a:cubicBezTo>
                    <a:pt x="127" y="164"/>
                    <a:pt x="128" y="152"/>
                    <a:pt x="129" y="143"/>
                  </a:cubicBezTo>
                  <a:cubicBezTo>
                    <a:pt x="129" y="140"/>
                    <a:pt x="129" y="140"/>
                    <a:pt x="129" y="140"/>
                  </a:cubicBezTo>
                  <a:cubicBezTo>
                    <a:pt x="131" y="121"/>
                    <a:pt x="130" y="102"/>
                    <a:pt x="130" y="84"/>
                  </a:cubicBezTo>
                  <a:close/>
                  <a:moveTo>
                    <a:pt x="66" y="90"/>
                  </a:moveTo>
                  <a:cubicBezTo>
                    <a:pt x="66" y="90"/>
                    <a:pt x="66" y="90"/>
                    <a:pt x="65" y="90"/>
                  </a:cubicBezTo>
                  <a:cubicBezTo>
                    <a:pt x="65" y="90"/>
                    <a:pt x="64" y="88"/>
                    <a:pt x="64" y="88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1"/>
                    <a:pt x="65" y="79"/>
                    <a:pt x="66" y="76"/>
                  </a:cubicBezTo>
                  <a:cubicBezTo>
                    <a:pt x="67" y="80"/>
                    <a:pt x="67" y="85"/>
                    <a:pt x="68" y="89"/>
                  </a:cubicBezTo>
                  <a:cubicBezTo>
                    <a:pt x="68" y="89"/>
                    <a:pt x="67" y="90"/>
                    <a:pt x="66" y="9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7" name="Freeform 483">
              <a:extLst>
                <a:ext uri="{FF2B5EF4-FFF2-40B4-BE49-F238E27FC236}">
                  <a16:creationId xmlns:a16="http://schemas.microsoft.com/office/drawing/2014/main" id="{C50B2000-4F1C-407D-9ED7-88D45FDBB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359"/>
              <a:ext cx="82" cy="729"/>
            </a:xfrm>
            <a:custGeom>
              <a:avLst/>
              <a:gdLst>
                <a:gd name="T0" fmla="*/ 148 w 61"/>
                <a:gd name="T1" fmla="*/ 1247 h 542"/>
                <a:gd name="T2" fmla="*/ 121 w 61"/>
                <a:gd name="T3" fmla="*/ 1084 h 542"/>
                <a:gd name="T4" fmla="*/ 101 w 61"/>
                <a:gd name="T5" fmla="*/ 881 h 542"/>
                <a:gd name="T6" fmla="*/ 40 w 61"/>
                <a:gd name="T7" fmla="*/ 577 h 542"/>
                <a:gd name="T8" fmla="*/ 35 w 61"/>
                <a:gd name="T9" fmla="*/ 472 h 542"/>
                <a:gd name="T10" fmla="*/ 30 w 61"/>
                <a:gd name="T11" fmla="*/ 418 h 542"/>
                <a:gd name="T12" fmla="*/ 40 w 61"/>
                <a:gd name="T13" fmla="*/ 319 h 542"/>
                <a:gd name="T14" fmla="*/ 48 w 61"/>
                <a:gd name="T15" fmla="*/ 227 h 542"/>
                <a:gd name="T16" fmla="*/ 62 w 61"/>
                <a:gd name="T17" fmla="*/ 121 h 542"/>
                <a:gd name="T18" fmla="*/ 75 w 61"/>
                <a:gd name="T19" fmla="*/ 5 h 542"/>
                <a:gd name="T20" fmla="*/ 47 w 61"/>
                <a:gd name="T21" fmla="*/ 0 h 542"/>
                <a:gd name="T22" fmla="*/ 42 w 61"/>
                <a:gd name="T23" fmla="*/ 117 h 542"/>
                <a:gd name="T24" fmla="*/ 30 w 61"/>
                <a:gd name="T25" fmla="*/ 227 h 542"/>
                <a:gd name="T26" fmla="*/ 20 w 61"/>
                <a:gd name="T27" fmla="*/ 316 h 542"/>
                <a:gd name="T28" fmla="*/ 9 w 61"/>
                <a:gd name="T29" fmla="*/ 418 h 542"/>
                <a:gd name="T30" fmla="*/ 15 w 61"/>
                <a:gd name="T31" fmla="*/ 473 h 542"/>
                <a:gd name="T32" fmla="*/ 20 w 61"/>
                <a:gd name="T33" fmla="*/ 573 h 542"/>
                <a:gd name="T34" fmla="*/ 83 w 61"/>
                <a:gd name="T35" fmla="*/ 888 h 542"/>
                <a:gd name="T36" fmla="*/ 101 w 61"/>
                <a:gd name="T37" fmla="*/ 1079 h 542"/>
                <a:gd name="T38" fmla="*/ 105 w 61"/>
                <a:gd name="T39" fmla="*/ 1190 h 542"/>
                <a:gd name="T40" fmla="*/ 105 w 61"/>
                <a:gd name="T41" fmla="*/ 1190 h 542"/>
                <a:gd name="T42" fmla="*/ 22 w 61"/>
                <a:gd name="T43" fmla="*/ 1289 h 542"/>
                <a:gd name="T44" fmla="*/ 0 w 61"/>
                <a:gd name="T45" fmla="*/ 1302 h 542"/>
                <a:gd name="T46" fmla="*/ 9 w 61"/>
                <a:gd name="T47" fmla="*/ 1319 h 542"/>
                <a:gd name="T48" fmla="*/ 35 w 61"/>
                <a:gd name="T49" fmla="*/ 1302 h 542"/>
                <a:gd name="T50" fmla="*/ 105 w 61"/>
                <a:gd name="T51" fmla="*/ 1241 h 542"/>
                <a:gd name="T52" fmla="*/ 121 w 61"/>
                <a:gd name="T53" fmla="*/ 1239 h 542"/>
                <a:gd name="T54" fmla="*/ 133 w 61"/>
                <a:gd name="T55" fmla="*/ 1258 h 542"/>
                <a:gd name="T56" fmla="*/ 148 w 61"/>
                <a:gd name="T57" fmla="*/ 1247 h 54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1" h="542">
                  <a:moveTo>
                    <a:pt x="61" y="512"/>
                  </a:moveTo>
                  <a:cubicBezTo>
                    <a:pt x="50" y="497"/>
                    <a:pt x="46" y="464"/>
                    <a:pt x="50" y="445"/>
                  </a:cubicBezTo>
                  <a:cubicBezTo>
                    <a:pt x="54" y="425"/>
                    <a:pt x="52" y="388"/>
                    <a:pt x="42" y="362"/>
                  </a:cubicBezTo>
                  <a:cubicBezTo>
                    <a:pt x="30" y="336"/>
                    <a:pt x="12" y="261"/>
                    <a:pt x="16" y="237"/>
                  </a:cubicBezTo>
                  <a:cubicBezTo>
                    <a:pt x="18" y="223"/>
                    <a:pt x="16" y="208"/>
                    <a:pt x="14" y="194"/>
                  </a:cubicBezTo>
                  <a:cubicBezTo>
                    <a:pt x="14" y="186"/>
                    <a:pt x="13" y="179"/>
                    <a:pt x="12" y="172"/>
                  </a:cubicBezTo>
                  <a:cubicBezTo>
                    <a:pt x="12" y="158"/>
                    <a:pt x="14" y="145"/>
                    <a:pt x="16" y="131"/>
                  </a:cubicBezTo>
                  <a:cubicBezTo>
                    <a:pt x="18" y="119"/>
                    <a:pt x="20" y="106"/>
                    <a:pt x="20" y="94"/>
                  </a:cubicBezTo>
                  <a:cubicBezTo>
                    <a:pt x="20" y="80"/>
                    <a:pt x="23" y="65"/>
                    <a:pt x="25" y="50"/>
                  </a:cubicBezTo>
                  <a:cubicBezTo>
                    <a:pt x="28" y="34"/>
                    <a:pt x="30" y="19"/>
                    <a:pt x="31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17"/>
                    <a:pt x="20" y="33"/>
                    <a:pt x="17" y="48"/>
                  </a:cubicBezTo>
                  <a:cubicBezTo>
                    <a:pt x="15" y="64"/>
                    <a:pt x="12" y="80"/>
                    <a:pt x="12" y="94"/>
                  </a:cubicBezTo>
                  <a:cubicBezTo>
                    <a:pt x="12" y="106"/>
                    <a:pt x="10" y="118"/>
                    <a:pt x="8" y="130"/>
                  </a:cubicBezTo>
                  <a:cubicBezTo>
                    <a:pt x="6" y="143"/>
                    <a:pt x="4" y="158"/>
                    <a:pt x="4" y="172"/>
                  </a:cubicBezTo>
                  <a:cubicBezTo>
                    <a:pt x="5" y="180"/>
                    <a:pt x="6" y="187"/>
                    <a:pt x="6" y="195"/>
                  </a:cubicBezTo>
                  <a:cubicBezTo>
                    <a:pt x="8" y="208"/>
                    <a:pt x="10" y="223"/>
                    <a:pt x="8" y="236"/>
                  </a:cubicBezTo>
                  <a:cubicBezTo>
                    <a:pt x="3" y="263"/>
                    <a:pt x="23" y="340"/>
                    <a:pt x="34" y="365"/>
                  </a:cubicBezTo>
                  <a:cubicBezTo>
                    <a:pt x="44" y="390"/>
                    <a:pt x="46" y="425"/>
                    <a:pt x="42" y="443"/>
                  </a:cubicBezTo>
                  <a:cubicBezTo>
                    <a:pt x="40" y="456"/>
                    <a:pt x="40" y="473"/>
                    <a:pt x="43" y="489"/>
                  </a:cubicBezTo>
                  <a:cubicBezTo>
                    <a:pt x="43" y="489"/>
                    <a:pt x="43" y="489"/>
                    <a:pt x="43" y="489"/>
                  </a:cubicBezTo>
                  <a:cubicBezTo>
                    <a:pt x="42" y="508"/>
                    <a:pt x="25" y="519"/>
                    <a:pt x="9" y="529"/>
                  </a:cubicBezTo>
                  <a:cubicBezTo>
                    <a:pt x="0" y="535"/>
                    <a:pt x="0" y="535"/>
                    <a:pt x="0" y="535"/>
                  </a:cubicBezTo>
                  <a:cubicBezTo>
                    <a:pt x="4" y="542"/>
                    <a:pt x="4" y="542"/>
                    <a:pt x="4" y="542"/>
                  </a:cubicBezTo>
                  <a:cubicBezTo>
                    <a:pt x="14" y="535"/>
                    <a:pt x="14" y="535"/>
                    <a:pt x="14" y="535"/>
                  </a:cubicBezTo>
                  <a:cubicBezTo>
                    <a:pt x="24" y="529"/>
                    <a:pt x="36" y="521"/>
                    <a:pt x="43" y="510"/>
                  </a:cubicBezTo>
                  <a:cubicBezTo>
                    <a:pt x="45" y="508"/>
                    <a:pt x="49" y="507"/>
                    <a:pt x="50" y="509"/>
                  </a:cubicBezTo>
                  <a:cubicBezTo>
                    <a:pt x="52" y="512"/>
                    <a:pt x="53" y="515"/>
                    <a:pt x="55" y="517"/>
                  </a:cubicBezTo>
                  <a:lnTo>
                    <a:pt x="61" y="512"/>
                  </a:ln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8" name="Freeform 484">
              <a:extLst>
                <a:ext uri="{FF2B5EF4-FFF2-40B4-BE49-F238E27FC236}">
                  <a16:creationId xmlns:a16="http://schemas.microsoft.com/office/drawing/2014/main" id="{313015F1-FC56-4F7B-ABF5-2DACB4F1BF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9" y="1755"/>
              <a:ext cx="310" cy="2153"/>
            </a:xfrm>
            <a:custGeom>
              <a:avLst/>
              <a:gdLst>
                <a:gd name="T0" fmla="*/ 16 w 230"/>
                <a:gd name="T1" fmla="*/ 1494 h 1601"/>
                <a:gd name="T2" fmla="*/ 96 w 230"/>
                <a:gd name="T3" fmla="*/ 2517 h 1601"/>
                <a:gd name="T4" fmla="*/ 146 w 230"/>
                <a:gd name="T5" fmla="*/ 2922 h 1601"/>
                <a:gd name="T6" fmla="*/ 197 w 230"/>
                <a:gd name="T7" fmla="*/ 3561 h 1601"/>
                <a:gd name="T8" fmla="*/ 282 w 230"/>
                <a:gd name="T9" fmla="*/ 3893 h 1601"/>
                <a:gd name="T10" fmla="*/ 275 w 230"/>
                <a:gd name="T11" fmla="*/ 3823 h 1601"/>
                <a:gd name="T12" fmla="*/ 218 w 230"/>
                <a:gd name="T13" fmla="*/ 3572 h 1601"/>
                <a:gd name="T14" fmla="*/ 182 w 230"/>
                <a:gd name="T15" fmla="*/ 2921 h 1601"/>
                <a:gd name="T16" fmla="*/ 146 w 230"/>
                <a:gd name="T17" fmla="*/ 2512 h 1601"/>
                <a:gd name="T18" fmla="*/ 115 w 230"/>
                <a:gd name="T19" fmla="*/ 2277 h 1601"/>
                <a:gd name="T20" fmla="*/ 146 w 230"/>
                <a:gd name="T21" fmla="*/ 2312 h 1601"/>
                <a:gd name="T22" fmla="*/ 197 w 230"/>
                <a:gd name="T23" fmla="*/ 2427 h 1601"/>
                <a:gd name="T24" fmla="*/ 224 w 230"/>
                <a:gd name="T25" fmla="*/ 2548 h 1601"/>
                <a:gd name="T26" fmla="*/ 216 w 230"/>
                <a:gd name="T27" fmla="*/ 2403 h 1601"/>
                <a:gd name="T28" fmla="*/ 197 w 230"/>
                <a:gd name="T29" fmla="*/ 2207 h 1601"/>
                <a:gd name="T30" fmla="*/ 142 w 230"/>
                <a:gd name="T31" fmla="*/ 2040 h 1601"/>
                <a:gd name="T32" fmla="*/ 66 w 230"/>
                <a:gd name="T33" fmla="*/ 1495 h 1601"/>
                <a:gd name="T34" fmla="*/ 216 w 230"/>
                <a:gd name="T35" fmla="*/ 971 h 1601"/>
                <a:gd name="T36" fmla="*/ 261 w 230"/>
                <a:gd name="T37" fmla="*/ 967 h 1601"/>
                <a:gd name="T38" fmla="*/ 239 w 230"/>
                <a:gd name="T39" fmla="*/ 917 h 1601"/>
                <a:gd name="T40" fmla="*/ 396 w 230"/>
                <a:gd name="T41" fmla="*/ 734 h 1601"/>
                <a:gd name="T42" fmla="*/ 438 w 230"/>
                <a:gd name="T43" fmla="*/ 636 h 1601"/>
                <a:gd name="T44" fmla="*/ 438 w 230"/>
                <a:gd name="T45" fmla="*/ 494 h 1601"/>
                <a:gd name="T46" fmla="*/ 561 w 230"/>
                <a:gd name="T47" fmla="*/ 545 h 1601"/>
                <a:gd name="T48" fmla="*/ 549 w 230"/>
                <a:gd name="T49" fmla="*/ 507 h 1601"/>
                <a:gd name="T50" fmla="*/ 549 w 230"/>
                <a:gd name="T51" fmla="*/ 492 h 1601"/>
                <a:gd name="T52" fmla="*/ 549 w 230"/>
                <a:gd name="T53" fmla="*/ 473 h 1601"/>
                <a:gd name="T54" fmla="*/ 554 w 230"/>
                <a:gd name="T55" fmla="*/ 452 h 1601"/>
                <a:gd name="T56" fmla="*/ 495 w 230"/>
                <a:gd name="T57" fmla="*/ 445 h 1601"/>
                <a:gd name="T58" fmla="*/ 438 w 230"/>
                <a:gd name="T59" fmla="*/ 9 h 1601"/>
                <a:gd name="T60" fmla="*/ 365 w 230"/>
                <a:gd name="T61" fmla="*/ 452 h 1601"/>
                <a:gd name="T62" fmla="*/ 156 w 230"/>
                <a:gd name="T63" fmla="*/ 465 h 1601"/>
                <a:gd name="T64" fmla="*/ 104 w 230"/>
                <a:gd name="T65" fmla="*/ 465 h 1601"/>
                <a:gd name="T66" fmla="*/ 113 w 230"/>
                <a:gd name="T67" fmla="*/ 492 h 1601"/>
                <a:gd name="T68" fmla="*/ 132 w 230"/>
                <a:gd name="T69" fmla="*/ 503 h 1601"/>
                <a:gd name="T70" fmla="*/ 98 w 230"/>
                <a:gd name="T71" fmla="*/ 547 h 1601"/>
                <a:gd name="T72" fmla="*/ 216 w 230"/>
                <a:gd name="T73" fmla="*/ 507 h 1601"/>
                <a:gd name="T74" fmla="*/ 365 w 230"/>
                <a:gd name="T75" fmla="*/ 518 h 1601"/>
                <a:gd name="T76" fmla="*/ 344 w 230"/>
                <a:gd name="T77" fmla="*/ 697 h 1601"/>
                <a:gd name="T78" fmla="*/ 90 w 230"/>
                <a:gd name="T79" fmla="*/ 1107 h 1601"/>
                <a:gd name="T80" fmla="*/ 77 w 230"/>
                <a:gd name="T81" fmla="*/ 1953 h 1601"/>
                <a:gd name="T82" fmla="*/ 142 w 230"/>
                <a:gd name="T83" fmla="*/ 2099 h 1601"/>
                <a:gd name="T84" fmla="*/ 193 w 230"/>
                <a:gd name="T85" fmla="*/ 2375 h 1601"/>
                <a:gd name="T86" fmla="*/ 162 w 230"/>
                <a:gd name="T87" fmla="*/ 2298 h 1601"/>
                <a:gd name="T88" fmla="*/ 111 w 230"/>
                <a:gd name="T89" fmla="*/ 2243 h 160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30" h="1601">
                  <a:moveTo>
                    <a:pt x="26" y="493"/>
                  </a:moveTo>
                  <a:cubicBezTo>
                    <a:pt x="17" y="527"/>
                    <a:pt x="10" y="567"/>
                    <a:pt x="7" y="614"/>
                  </a:cubicBezTo>
                  <a:cubicBezTo>
                    <a:pt x="0" y="741"/>
                    <a:pt x="15" y="855"/>
                    <a:pt x="28" y="946"/>
                  </a:cubicBezTo>
                  <a:cubicBezTo>
                    <a:pt x="33" y="980"/>
                    <a:pt x="37" y="1010"/>
                    <a:pt x="39" y="1035"/>
                  </a:cubicBezTo>
                  <a:cubicBezTo>
                    <a:pt x="43" y="1084"/>
                    <a:pt x="47" y="1109"/>
                    <a:pt x="51" y="1130"/>
                  </a:cubicBezTo>
                  <a:cubicBezTo>
                    <a:pt x="54" y="1149"/>
                    <a:pt x="57" y="1167"/>
                    <a:pt x="59" y="1202"/>
                  </a:cubicBezTo>
                  <a:cubicBezTo>
                    <a:pt x="66" y="1201"/>
                    <a:pt x="66" y="1201"/>
                    <a:pt x="66" y="1201"/>
                  </a:cubicBezTo>
                  <a:cubicBezTo>
                    <a:pt x="72" y="1274"/>
                    <a:pt x="77" y="1378"/>
                    <a:pt x="80" y="1464"/>
                  </a:cubicBezTo>
                  <a:cubicBezTo>
                    <a:pt x="82" y="1491"/>
                    <a:pt x="91" y="1520"/>
                    <a:pt x="100" y="1549"/>
                  </a:cubicBezTo>
                  <a:cubicBezTo>
                    <a:pt x="106" y="1568"/>
                    <a:pt x="112" y="1586"/>
                    <a:pt x="115" y="1601"/>
                  </a:cubicBezTo>
                  <a:cubicBezTo>
                    <a:pt x="121" y="1600"/>
                    <a:pt x="121" y="1600"/>
                    <a:pt x="121" y="1600"/>
                  </a:cubicBezTo>
                  <a:cubicBezTo>
                    <a:pt x="120" y="1590"/>
                    <a:pt x="116" y="1583"/>
                    <a:pt x="112" y="1572"/>
                  </a:cubicBezTo>
                  <a:cubicBezTo>
                    <a:pt x="111" y="1567"/>
                    <a:pt x="104" y="1535"/>
                    <a:pt x="103" y="1531"/>
                  </a:cubicBezTo>
                  <a:cubicBezTo>
                    <a:pt x="97" y="1509"/>
                    <a:pt x="90" y="1488"/>
                    <a:pt x="89" y="1469"/>
                  </a:cubicBezTo>
                  <a:cubicBezTo>
                    <a:pt x="86" y="1384"/>
                    <a:pt x="79" y="1274"/>
                    <a:pt x="73" y="1201"/>
                  </a:cubicBezTo>
                  <a:cubicBezTo>
                    <a:pt x="74" y="1201"/>
                    <a:pt x="74" y="1201"/>
                    <a:pt x="74" y="1201"/>
                  </a:cubicBezTo>
                  <a:cubicBezTo>
                    <a:pt x="71" y="1166"/>
                    <a:pt x="68" y="1147"/>
                    <a:pt x="65" y="1128"/>
                  </a:cubicBezTo>
                  <a:cubicBezTo>
                    <a:pt x="61" y="1106"/>
                    <a:pt x="63" y="1082"/>
                    <a:pt x="59" y="1033"/>
                  </a:cubicBezTo>
                  <a:cubicBezTo>
                    <a:pt x="57" y="1007"/>
                    <a:pt x="53" y="978"/>
                    <a:pt x="48" y="944"/>
                  </a:cubicBezTo>
                  <a:cubicBezTo>
                    <a:pt x="48" y="941"/>
                    <a:pt x="47" y="939"/>
                    <a:pt x="47" y="936"/>
                  </a:cubicBezTo>
                  <a:cubicBezTo>
                    <a:pt x="48" y="937"/>
                    <a:pt x="48" y="937"/>
                    <a:pt x="49" y="938"/>
                  </a:cubicBezTo>
                  <a:cubicBezTo>
                    <a:pt x="53" y="942"/>
                    <a:pt x="57" y="946"/>
                    <a:pt x="59" y="950"/>
                  </a:cubicBezTo>
                  <a:cubicBezTo>
                    <a:pt x="64" y="956"/>
                    <a:pt x="67" y="965"/>
                    <a:pt x="70" y="974"/>
                  </a:cubicBezTo>
                  <a:cubicBezTo>
                    <a:pt x="73" y="982"/>
                    <a:pt x="76" y="991"/>
                    <a:pt x="80" y="998"/>
                  </a:cubicBezTo>
                  <a:cubicBezTo>
                    <a:pt x="81" y="998"/>
                    <a:pt x="81" y="998"/>
                    <a:pt x="81" y="998"/>
                  </a:cubicBezTo>
                  <a:cubicBezTo>
                    <a:pt x="82" y="1015"/>
                    <a:pt x="84" y="1033"/>
                    <a:pt x="91" y="1048"/>
                  </a:cubicBezTo>
                  <a:cubicBezTo>
                    <a:pt x="98" y="1044"/>
                    <a:pt x="98" y="1044"/>
                    <a:pt x="98" y="1044"/>
                  </a:cubicBezTo>
                  <a:cubicBezTo>
                    <a:pt x="90" y="1028"/>
                    <a:pt x="89" y="1006"/>
                    <a:pt x="88" y="988"/>
                  </a:cubicBezTo>
                  <a:cubicBezTo>
                    <a:pt x="87" y="978"/>
                    <a:pt x="87" y="978"/>
                    <a:pt x="87" y="978"/>
                  </a:cubicBezTo>
                  <a:cubicBezTo>
                    <a:pt x="86" y="954"/>
                    <a:pt x="84" y="930"/>
                    <a:pt x="80" y="907"/>
                  </a:cubicBezTo>
                  <a:cubicBezTo>
                    <a:pt x="76" y="891"/>
                    <a:pt x="71" y="876"/>
                    <a:pt x="65" y="860"/>
                  </a:cubicBezTo>
                  <a:cubicBezTo>
                    <a:pt x="58" y="839"/>
                    <a:pt x="58" y="839"/>
                    <a:pt x="58" y="839"/>
                  </a:cubicBezTo>
                  <a:cubicBezTo>
                    <a:pt x="51" y="820"/>
                    <a:pt x="44" y="804"/>
                    <a:pt x="30" y="790"/>
                  </a:cubicBezTo>
                  <a:cubicBezTo>
                    <a:pt x="25" y="735"/>
                    <a:pt x="23" y="676"/>
                    <a:pt x="27" y="615"/>
                  </a:cubicBezTo>
                  <a:cubicBezTo>
                    <a:pt x="33" y="517"/>
                    <a:pt x="57" y="449"/>
                    <a:pt x="84" y="399"/>
                  </a:cubicBezTo>
                  <a:cubicBezTo>
                    <a:pt x="85" y="397"/>
                    <a:pt x="87" y="397"/>
                    <a:pt x="88" y="399"/>
                  </a:cubicBezTo>
                  <a:cubicBezTo>
                    <a:pt x="92" y="405"/>
                    <a:pt x="95" y="406"/>
                    <a:pt x="100" y="410"/>
                  </a:cubicBezTo>
                  <a:cubicBezTo>
                    <a:pt x="107" y="398"/>
                    <a:pt x="107" y="398"/>
                    <a:pt x="107" y="398"/>
                  </a:cubicBezTo>
                  <a:cubicBezTo>
                    <a:pt x="102" y="394"/>
                    <a:pt x="100" y="394"/>
                    <a:pt x="96" y="386"/>
                  </a:cubicBezTo>
                  <a:cubicBezTo>
                    <a:pt x="94" y="383"/>
                    <a:pt x="96" y="378"/>
                    <a:pt x="97" y="377"/>
                  </a:cubicBezTo>
                  <a:cubicBezTo>
                    <a:pt x="114" y="350"/>
                    <a:pt x="129" y="331"/>
                    <a:pt x="143" y="313"/>
                  </a:cubicBezTo>
                  <a:cubicBezTo>
                    <a:pt x="147" y="309"/>
                    <a:pt x="155" y="302"/>
                    <a:pt x="162" y="302"/>
                  </a:cubicBezTo>
                  <a:moveTo>
                    <a:pt x="193" y="300"/>
                  </a:moveTo>
                  <a:cubicBezTo>
                    <a:pt x="184" y="291"/>
                    <a:pt x="179" y="275"/>
                    <a:pt x="179" y="262"/>
                  </a:cubicBezTo>
                  <a:cubicBezTo>
                    <a:pt x="179" y="203"/>
                    <a:pt x="179" y="203"/>
                    <a:pt x="179" y="203"/>
                  </a:cubicBezTo>
                  <a:cubicBezTo>
                    <a:pt x="179" y="203"/>
                    <a:pt x="179" y="203"/>
                    <a:pt x="179" y="203"/>
                  </a:cubicBezTo>
                  <a:cubicBezTo>
                    <a:pt x="180" y="196"/>
                    <a:pt x="187" y="199"/>
                    <a:pt x="198" y="200"/>
                  </a:cubicBezTo>
                  <a:cubicBezTo>
                    <a:pt x="208" y="202"/>
                    <a:pt x="222" y="212"/>
                    <a:pt x="229" y="224"/>
                  </a:cubicBezTo>
                  <a:cubicBezTo>
                    <a:pt x="229" y="223"/>
                    <a:pt x="230" y="222"/>
                    <a:pt x="230" y="222"/>
                  </a:cubicBezTo>
                  <a:cubicBezTo>
                    <a:pt x="228" y="218"/>
                    <a:pt x="225" y="214"/>
                    <a:pt x="224" y="208"/>
                  </a:cubicBezTo>
                  <a:cubicBezTo>
                    <a:pt x="220" y="204"/>
                    <a:pt x="216" y="202"/>
                    <a:pt x="218" y="202"/>
                  </a:cubicBezTo>
                  <a:cubicBezTo>
                    <a:pt x="220" y="201"/>
                    <a:pt x="222" y="202"/>
                    <a:pt x="224" y="202"/>
                  </a:cubicBezTo>
                  <a:cubicBezTo>
                    <a:pt x="224" y="200"/>
                    <a:pt x="225" y="198"/>
                    <a:pt x="225" y="195"/>
                  </a:cubicBezTo>
                  <a:cubicBezTo>
                    <a:pt x="225" y="195"/>
                    <a:pt x="225" y="195"/>
                    <a:pt x="224" y="195"/>
                  </a:cubicBezTo>
                  <a:cubicBezTo>
                    <a:pt x="216" y="193"/>
                    <a:pt x="212" y="189"/>
                    <a:pt x="216" y="189"/>
                  </a:cubicBezTo>
                  <a:cubicBezTo>
                    <a:pt x="219" y="189"/>
                    <a:pt x="223" y="188"/>
                    <a:pt x="226" y="186"/>
                  </a:cubicBezTo>
                  <a:cubicBezTo>
                    <a:pt x="223" y="185"/>
                    <a:pt x="222" y="183"/>
                    <a:pt x="220" y="181"/>
                  </a:cubicBezTo>
                  <a:cubicBezTo>
                    <a:pt x="215" y="182"/>
                    <a:pt x="209" y="183"/>
                    <a:pt x="202" y="183"/>
                  </a:cubicBezTo>
                  <a:cubicBezTo>
                    <a:pt x="190" y="183"/>
                    <a:pt x="182" y="184"/>
                    <a:pt x="179" y="177"/>
                  </a:cubicBezTo>
                  <a:cubicBezTo>
                    <a:pt x="179" y="113"/>
                    <a:pt x="179" y="33"/>
                    <a:pt x="179" y="4"/>
                  </a:cubicBezTo>
                  <a:cubicBezTo>
                    <a:pt x="172" y="4"/>
                    <a:pt x="161" y="3"/>
                    <a:pt x="149" y="0"/>
                  </a:cubicBezTo>
                  <a:cubicBezTo>
                    <a:pt x="149" y="26"/>
                    <a:pt x="149" y="117"/>
                    <a:pt x="149" y="186"/>
                  </a:cubicBezTo>
                  <a:cubicBezTo>
                    <a:pt x="148" y="194"/>
                    <a:pt x="134" y="191"/>
                    <a:pt x="106" y="191"/>
                  </a:cubicBezTo>
                  <a:cubicBezTo>
                    <a:pt x="64" y="191"/>
                    <a:pt x="64" y="191"/>
                    <a:pt x="64" y="191"/>
                  </a:cubicBezTo>
                  <a:cubicBezTo>
                    <a:pt x="62" y="191"/>
                    <a:pt x="54" y="189"/>
                    <a:pt x="49" y="185"/>
                  </a:cubicBezTo>
                  <a:cubicBezTo>
                    <a:pt x="47" y="187"/>
                    <a:pt x="45" y="189"/>
                    <a:pt x="42" y="191"/>
                  </a:cubicBezTo>
                  <a:cubicBezTo>
                    <a:pt x="47" y="193"/>
                    <a:pt x="50" y="195"/>
                    <a:pt x="51" y="198"/>
                  </a:cubicBezTo>
                  <a:cubicBezTo>
                    <a:pt x="54" y="203"/>
                    <a:pt x="50" y="201"/>
                    <a:pt x="46" y="202"/>
                  </a:cubicBezTo>
                  <a:cubicBezTo>
                    <a:pt x="46" y="204"/>
                    <a:pt x="46" y="206"/>
                    <a:pt x="46" y="209"/>
                  </a:cubicBezTo>
                  <a:cubicBezTo>
                    <a:pt x="50" y="207"/>
                    <a:pt x="53" y="206"/>
                    <a:pt x="54" y="207"/>
                  </a:cubicBezTo>
                  <a:cubicBezTo>
                    <a:pt x="55" y="209"/>
                    <a:pt x="48" y="215"/>
                    <a:pt x="42" y="221"/>
                  </a:cubicBezTo>
                  <a:cubicBezTo>
                    <a:pt x="41" y="222"/>
                    <a:pt x="41" y="223"/>
                    <a:pt x="40" y="225"/>
                  </a:cubicBezTo>
                  <a:cubicBezTo>
                    <a:pt x="41" y="226"/>
                    <a:pt x="42" y="228"/>
                    <a:pt x="43" y="230"/>
                  </a:cubicBezTo>
                  <a:cubicBezTo>
                    <a:pt x="59" y="215"/>
                    <a:pt x="64" y="210"/>
                    <a:pt x="88" y="208"/>
                  </a:cubicBezTo>
                  <a:cubicBezTo>
                    <a:pt x="112" y="205"/>
                    <a:pt x="133" y="206"/>
                    <a:pt x="140" y="206"/>
                  </a:cubicBezTo>
                  <a:cubicBezTo>
                    <a:pt x="146" y="206"/>
                    <a:pt x="148" y="208"/>
                    <a:pt x="149" y="213"/>
                  </a:cubicBezTo>
                  <a:cubicBezTo>
                    <a:pt x="149" y="262"/>
                    <a:pt x="149" y="262"/>
                    <a:pt x="149" y="262"/>
                  </a:cubicBezTo>
                  <a:cubicBezTo>
                    <a:pt x="149" y="271"/>
                    <a:pt x="144" y="280"/>
                    <a:pt x="140" y="286"/>
                  </a:cubicBezTo>
                  <a:cubicBezTo>
                    <a:pt x="137" y="289"/>
                    <a:pt x="130" y="297"/>
                    <a:pt x="130" y="297"/>
                  </a:cubicBezTo>
                  <a:cubicBezTo>
                    <a:pt x="102" y="333"/>
                    <a:pt x="64" y="380"/>
                    <a:pt x="37" y="455"/>
                  </a:cubicBezTo>
                  <a:cubicBezTo>
                    <a:pt x="31" y="473"/>
                    <a:pt x="22" y="507"/>
                    <a:pt x="22" y="507"/>
                  </a:cubicBezTo>
                  <a:moveTo>
                    <a:pt x="31" y="803"/>
                  </a:moveTo>
                  <a:cubicBezTo>
                    <a:pt x="40" y="814"/>
                    <a:pt x="45" y="826"/>
                    <a:pt x="50" y="841"/>
                  </a:cubicBezTo>
                  <a:cubicBezTo>
                    <a:pt x="58" y="863"/>
                    <a:pt x="58" y="863"/>
                    <a:pt x="58" y="863"/>
                  </a:cubicBezTo>
                  <a:cubicBezTo>
                    <a:pt x="63" y="878"/>
                    <a:pt x="69" y="893"/>
                    <a:pt x="72" y="909"/>
                  </a:cubicBezTo>
                  <a:cubicBezTo>
                    <a:pt x="76" y="930"/>
                    <a:pt x="78" y="953"/>
                    <a:pt x="79" y="976"/>
                  </a:cubicBezTo>
                  <a:cubicBezTo>
                    <a:pt x="79" y="974"/>
                    <a:pt x="78" y="973"/>
                    <a:pt x="78" y="972"/>
                  </a:cubicBezTo>
                  <a:cubicBezTo>
                    <a:pt x="75" y="962"/>
                    <a:pt x="71" y="953"/>
                    <a:pt x="66" y="945"/>
                  </a:cubicBezTo>
                  <a:cubicBezTo>
                    <a:pt x="63" y="940"/>
                    <a:pt x="58" y="936"/>
                    <a:pt x="54" y="932"/>
                  </a:cubicBezTo>
                  <a:cubicBezTo>
                    <a:pt x="51" y="929"/>
                    <a:pt x="48" y="926"/>
                    <a:pt x="45" y="922"/>
                  </a:cubicBezTo>
                  <a:cubicBezTo>
                    <a:pt x="40" y="886"/>
                    <a:pt x="35" y="846"/>
                    <a:pt x="31" y="803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9" name="Freeform 485">
              <a:extLst>
                <a:ext uri="{FF2B5EF4-FFF2-40B4-BE49-F238E27FC236}">
                  <a16:creationId xmlns:a16="http://schemas.microsoft.com/office/drawing/2014/main" id="{9569D145-12F3-4BC1-90CD-B71F58FC5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3172"/>
              <a:ext cx="202" cy="947"/>
            </a:xfrm>
            <a:custGeom>
              <a:avLst/>
              <a:gdLst>
                <a:gd name="T0" fmla="*/ 366 w 150"/>
                <a:gd name="T1" fmla="*/ 1375 h 704"/>
                <a:gd name="T2" fmla="*/ 365 w 150"/>
                <a:gd name="T3" fmla="*/ 1344 h 704"/>
                <a:gd name="T4" fmla="*/ 365 w 150"/>
                <a:gd name="T5" fmla="*/ 1310 h 704"/>
                <a:gd name="T6" fmla="*/ 351 w 150"/>
                <a:gd name="T7" fmla="*/ 1317 h 704"/>
                <a:gd name="T8" fmla="*/ 345 w 150"/>
                <a:gd name="T9" fmla="*/ 1361 h 704"/>
                <a:gd name="T10" fmla="*/ 334 w 150"/>
                <a:gd name="T11" fmla="*/ 1430 h 704"/>
                <a:gd name="T12" fmla="*/ 287 w 150"/>
                <a:gd name="T13" fmla="*/ 1616 h 704"/>
                <a:gd name="T14" fmla="*/ 119 w 150"/>
                <a:gd name="T15" fmla="*/ 1599 h 704"/>
                <a:gd name="T16" fmla="*/ 106 w 150"/>
                <a:gd name="T17" fmla="*/ 1585 h 704"/>
                <a:gd name="T18" fmla="*/ 147 w 150"/>
                <a:gd name="T19" fmla="*/ 1540 h 704"/>
                <a:gd name="T20" fmla="*/ 182 w 150"/>
                <a:gd name="T21" fmla="*/ 1511 h 704"/>
                <a:gd name="T22" fmla="*/ 220 w 150"/>
                <a:gd name="T23" fmla="*/ 1290 h 704"/>
                <a:gd name="T24" fmla="*/ 220 w 150"/>
                <a:gd name="T25" fmla="*/ 1289 h 704"/>
                <a:gd name="T26" fmla="*/ 220 w 150"/>
                <a:gd name="T27" fmla="*/ 1289 h 704"/>
                <a:gd name="T28" fmla="*/ 141 w 150"/>
                <a:gd name="T29" fmla="*/ 675 h 704"/>
                <a:gd name="T30" fmla="*/ 184 w 150"/>
                <a:gd name="T31" fmla="*/ 246 h 704"/>
                <a:gd name="T32" fmla="*/ 213 w 150"/>
                <a:gd name="T33" fmla="*/ 0 h 704"/>
                <a:gd name="T34" fmla="*/ 183 w 150"/>
                <a:gd name="T35" fmla="*/ 1 h 704"/>
                <a:gd name="T36" fmla="*/ 183 w 150"/>
                <a:gd name="T37" fmla="*/ 15 h 704"/>
                <a:gd name="T38" fmla="*/ 156 w 150"/>
                <a:gd name="T39" fmla="*/ 241 h 704"/>
                <a:gd name="T40" fmla="*/ 112 w 150"/>
                <a:gd name="T41" fmla="*/ 650 h 704"/>
                <a:gd name="T42" fmla="*/ 112 w 150"/>
                <a:gd name="T43" fmla="*/ 677 h 704"/>
                <a:gd name="T44" fmla="*/ 190 w 150"/>
                <a:gd name="T45" fmla="*/ 1295 h 704"/>
                <a:gd name="T46" fmla="*/ 193 w 150"/>
                <a:gd name="T47" fmla="*/ 1332 h 704"/>
                <a:gd name="T48" fmla="*/ 160 w 150"/>
                <a:gd name="T49" fmla="*/ 1494 h 704"/>
                <a:gd name="T50" fmla="*/ 129 w 150"/>
                <a:gd name="T51" fmla="*/ 1519 h 704"/>
                <a:gd name="T52" fmla="*/ 78 w 150"/>
                <a:gd name="T53" fmla="*/ 1579 h 704"/>
                <a:gd name="T54" fmla="*/ 71 w 150"/>
                <a:gd name="T55" fmla="*/ 1585 h 704"/>
                <a:gd name="T56" fmla="*/ 51 w 150"/>
                <a:gd name="T57" fmla="*/ 1594 h 704"/>
                <a:gd name="T58" fmla="*/ 35 w 150"/>
                <a:gd name="T59" fmla="*/ 1599 h 704"/>
                <a:gd name="T60" fmla="*/ 0 w 150"/>
                <a:gd name="T61" fmla="*/ 1629 h 704"/>
                <a:gd name="T62" fmla="*/ 40 w 150"/>
                <a:gd name="T63" fmla="*/ 1616 h 704"/>
                <a:gd name="T64" fmla="*/ 58 w 150"/>
                <a:gd name="T65" fmla="*/ 1609 h 704"/>
                <a:gd name="T66" fmla="*/ 79 w 150"/>
                <a:gd name="T67" fmla="*/ 1601 h 704"/>
                <a:gd name="T68" fmla="*/ 79 w 150"/>
                <a:gd name="T69" fmla="*/ 1601 h 704"/>
                <a:gd name="T70" fmla="*/ 85 w 150"/>
                <a:gd name="T71" fmla="*/ 1609 h 704"/>
                <a:gd name="T72" fmla="*/ 58 w 150"/>
                <a:gd name="T73" fmla="*/ 1630 h 704"/>
                <a:gd name="T74" fmla="*/ 22 w 150"/>
                <a:gd name="T75" fmla="*/ 1677 h 704"/>
                <a:gd name="T76" fmla="*/ 71 w 150"/>
                <a:gd name="T77" fmla="*/ 1642 h 704"/>
                <a:gd name="T78" fmla="*/ 98 w 150"/>
                <a:gd name="T79" fmla="*/ 1621 h 704"/>
                <a:gd name="T80" fmla="*/ 120 w 150"/>
                <a:gd name="T81" fmla="*/ 1636 h 704"/>
                <a:gd name="T82" fmla="*/ 79 w 150"/>
                <a:gd name="T83" fmla="*/ 1683 h 704"/>
                <a:gd name="T84" fmla="*/ 71 w 150"/>
                <a:gd name="T85" fmla="*/ 1714 h 704"/>
                <a:gd name="T86" fmla="*/ 96 w 150"/>
                <a:gd name="T87" fmla="*/ 1683 h 704"/>
                <a:gd name="T88" fmla="*/ 141 w 150"/>
                <a:gd name="T89" fmla="*/ 1645 h 704"/>
                <a:gd name="T90" fmla="*/ 162 w 150"/>
                <a:gd name="T91" fmla="*/ 1656 h 704"/>
                <a:gd name="T92" fmla="*/ 148 w 150"/>
                <a:gd name="T93" fmla="*/ 1712 h 704"/>
                <a:gd name="T94" fmla="*/ 182 w 150"/>
                <a:gd name="T95" fmla="*/ 1660 h 704"/>
                <a:gd name="T96" fmla="*/ 256 w 150"/>
                <a:gd name="T97" fmla="*/ 1665 h 704"/>
                <a:gd name="T98" fmla="*/ 255 w 150"/>
                <a:gd name="T99" fmla="*/ 1677 h 704"/>
                <a:gd name="T100" fmla="*/ 252 w 150"/>
                <a:gd name="T101" fmla="*/ 1714 h 704"/>
                <a:gd name="T102" fmla="*/ 268 w 150"/>
                <a:gd name="T103" fmla="*/ 1677 h 704"/>
                <a:gd name="T104" fmla="*/ 276 w 150"/>
                <a:gd name="T105" fmla="*/ 1657 h 704"/>
                <a:gd name="T106" fmla="*/ 308 w 150"/>
                <a:gd name="T107" fmla="*/ 1636 h 704"/>
                <a:gd name="T108" fmla="*/ 365 w 150"/>
                <a:gd name="T109" fmla="*/ 1426 h 704"/>
                <a:gd name="T110" fmla="*/ 366 w 150"/>
                <a:gd name="T111" fmla="*/ 1375 h 70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50" h="704">
                  <a:moveTo>
                    <a:pt x="150" y="565"/>
                  </a:moveTo>
                  <a:cubicBezTo>
                    <a:pt x="149" y="560"/>
                    <a:pt x="149" y="554"/>
                    <a:pt x="149" y="552"/>
                  </a:cubicBezTo>
                  <a:cubicBezTo>
                    <a:pt x="149" y="548"/>
                    <a:pt x="150" y="542"/>
                    <a:pt x="149" y="538"/>
                  </a:cubicBezTo>
                  <a:cubicBezTo>
                    <a:pt x="144" y="541"/>
                    <a:pt x="144" y="541"/>
                    <a:pt x="144" y="541"/>
                  </a:cubicBezTo>
                  <a:cubicBezTo>
                    <a:pt x="145" y="546"/>
                    <a:pt x="143" y="552"/>
                    <a:pt x="141" y="559"/>
                  </a:cubicBezTo>
                  <a:cubicBezTo>
                    <a:pt x="139" y="567"/>
                    <a:pt x="136" y="576"/>
                    <a:pt x="137" y="587"/>
                  </a:cubicBezTo>
                  <a:cubicBezTo>
                    <a:pt x="138" y="608"/>
                    <a:pt x="132" y="647"/>
                    <a:pt x="117" y="664"/>
                  </a:cubicBezTo>
                  <a:cubicBezTo>
                    <a:pt x="102" y="682"/>
                    <a:pt x="66" y="671"/>
                    <a:pt x="48" y="657"/>
                  </a:cubicBezTo>
                  <a:cubicBezTo>
                    <a:pt x="46" y="655"/>
                    <a:pt x="44" y="653"/>
                    <a:pt x="44" y="651"/>
                  </a:cubicBezTo>
                  <a:cubicBezTo>
                    <a:pt x="43" y="646"/>
                    <a:pt x="53" y="639"/>
                    <a:pt x="60" y="633"/>
                  </a:cubicBezTo>
                  <a:cubicBezTo>
                    <a:pt x="66" y="629"/>
                    <a:pt x="71" y="625"/>
                    <a:pt x="74" y="621"/>
                  </a:cubicBezTo>
                  <a:cubicBezTo>
                    <a:pt x="85" y="607"/>
                    <a:pt x="95" y="557"/>
                    <a:pt x="90" y="530"/>
                  </a:cubicBezTo>
                  <a:cubicBezTo>
                    <a:pt x="90" y="529"/>
                    <a:pt x="90" y="529"/>
                    <a:pt x="90" y="529"/>
                  </a:cubicBezTo>
                  <a:cubicBezTo>
                    <a:pt x="90" y="529"/>
                    <a:pt x="90" y="529"/>
                    <a:pt x="90" y="529"/>
                  </a:cubicBezTo>
                  <a:cubicBezTo>
                    <a:pt x="71" y="465"/>
                    <a:pt x="60" y="383"/>
                    <a:pt x="58" y="277"/>
                  </a:cubicBezTo>
                  <a:cubicBezTo>
                    <a:pt x="57" y="214"/>
                    <a:pt x="67" y="154"/>
                    <a:pt x="76" y="101"/>
                  </a:cubicBezTo>
                  <a:cubicBezTo>
                    <a:pt x="82" y="61"/>
                    <a:pt x="88" y="26"/>
                    <a:pt x="87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5" y="2"/>
                    <a:pt x="75" y="4"/>
                    <a:pt x="75" y="6"/>
                  </a:cubicBezTo>
                  <a:cubicBezTo>
                    <a:pt x="75" y="30"/>
                    <a:pt x="70" y="62"/>
                    <a:pt x="64" y="99"/>
                  </a:cubicBezTo>
                  <a:cubicBezTo>
                    <a:pt x="56" y="150"/>
                    <a:pt x="46" y="207"/>
                    <a:pt x="46" y="267"/>
                  </a:cubicBezTo>
                  <a:cubicBezTo>
                    <a:pt x="46" y="271"/>
                    <a:pt x="46" y="274"/>
                    <a:pt x="46" y="278"/>
                  </a:cubicBezTo>
                  <a:cubicBezTo>
                    <a:pt x="48" y="384"/>
                    <a:pt x="59" y="467"/>
                    <a:pt x="78" y="532"/>
                  </a:cubicBezTo>
                  <a:cubicBezTo>
                    <a:pt x="79" y="537"/>
                    <a:pt x="79" y="542"/>
                    <a:pt x="79" y="547"/>
                  </a:cubicBezTo>
                  <a:cubicBezTo>
                    <a:pt x="79" y="573"/>
                    <a:pt x="71" y="605"/>
                    <a:pt x="65" y="614"/>
                  </a:cubicBezTo>
                  <a:cubicBezTo>
                    <a:pt x="62" y="617"/>
                    <a:pt x="58" y="620"/>
                    <a:pt x="53" y="624"/>
                  </a:cubicBezTo>
                  <a:cubicBezTo>
                    <a:pt x="44" y="631"/>
                    <a:pt x="33" y="639"/>
                    <a:pt x="32" y="649"/>
                  </a:cubicBezTo>
                  <a:cubicBezTo>
                    <a:pt x="31" y="650"/>
                    <a:pt x="30" y="650"/>
                    <a:pt x="29" y="651"/>
                  </a:cubicBezTo>
                  <a:cubicBezTo>
                    <a:pt x="21" y="655"/>
                    <a:pt x="21" y="655"/>
                    <a:pt x="21" y="655"/>
                  </a:cubicBezTo>
                  <a:cubicBezTo>
                    <a:pt x="14" y="657"/>
                    <a:pt x="14" y="657"/>
                    <a:pt x="14" y="657"/>
                  </a:cubicBezTo>
                  <a:cubicBezTo>
                    <a:pt x="8" y="659"/>
                    <a:pt x="5" y="663"/>
                    <a:pt x="0" y="669"/>
                  </a:cubicBezTo>
                  <a:cubicBezTo>
                    <a:pt x="4" y="665"/>
                    <a:pt x="11" y="665"/>
                    <a:pt x="16" y="664"/>
                  </a:cubicBezTo>
                  <a:cubicBezTo>
                    <a:pt x="24" y="661"/>
                    <a:pt x="24" y="661"/>
                    <a:pt x="24" y="661"/>
                  </a:cubicBezTo>
                  <a:cubicBezTo>
                    <a:pt x="33" y="658"/>
                    <a:pt x="33" y="658"/>
                    <a:pt x="33" y="658"/>
                  </a:cubicBezTo>
                  <a:cubicBezTo>
                    <a:pt x="33" y="658"/>
                    <a:pt x="33" y="658"/>
                    <a:pt x="33" y="658"/>
                  </a:cubicBezTo>
                  <a:cubicBezTo>
                    <a:pt x="34" y="659"/>
                    <a:pt x="34" y="660"/>
                    <a:pt x="35" y="661"/>
                  </a:cubicBezTo>
                  <a:cubicBezTo>
                    <a:pt x="32" y="664"/>
                    <a:pt x="28" y="667"/>
                    <a:pt x="24" y="670"/>
                  </a:cubicBezTo>
                  <a:cubicBezTo>
                    <a:pt x="17" y="675"/>
                    <a:pt x="14" y="681"/>
                    <a:pt x="9" y="689"/>
                  </a:cubicBezTo>
                  <a:cubicBezTo>
                    <a:pt x="13" y="683"/>
                    <a:pt x="23" y="679"/>
                    <a:pt x="29" y="675"/>
                  </a:cubicBezTo>
                  <a:cubicBezTo>
                    <a:pt x="33" y="672"/>
                    <a:pt x="37" y="670"/>
                    <a:pt x="40" y="666"/>
                  </a:cubicBezTo>
                  <a:cubicBezTo>
                    <a:pt x="43" y="668"/>
                    <a:pt x="46" y="670"/>
                    <a:pt x="49" y="672"/>
                  </a:cubicBezTo>
                  <a:cubicBezTo>
                    <a:pt x="41" y="677"/>
                    <a:pt x="36" y="683"/>
                    <a:pt x="33" y="691"/>
                  </a:cubicBezTo>
                  <a:cubicBezTo>
                    <a:pt x="29" y="704"/>
                    <a:pt x="29" y="704"/>
                    <a:pt x="29" y="704"/>
                  </a:cubicBezTo>
                  <a:cubicBezTo>
                    <a:pt x="39" y="691"/>
                    <a:pt x="39" y="691"/>
                    <a:pt x="39" y="691"/>
                  </a:cubicBezTo>
                  <a:cubicBezTo>
                    <a:pt x="45" y="683"/>
                    <a:pt x="48" y="681"/>
                    <a:pt x="58" y="676"/>
                  </a:cubicBezTo>
                  <a:cubicBezTo>
                    <a:pt x="60" y="678"/>
                    <a:pt x="63" y="679"/>
                    <a:pt x="66" y="680"/>
                  </a:cubicBezTo>
                  <a:cubicBezTo>
                    <a:pt x="62" y="686"/>
                    <a:pt x="60" y="696"/>
                    <a:pt x="61" y="703"/>
                  </a:cubicBezTo>
                  <a:cubicBezTo>
                    <a:pt x="60" y="698"/>
                    <a:pt x="69" y="687"/>
                    <a:pt x="74" y="682"/>
                  </a:cubicBezTo>
                  <a:cubicBezTo>
                    <a:pt x="84" y="685"/>
                    <a:pt x="95" y="686"/>
                    <a:pt x="105" y="684"/>
                  </a:cubicBezTo>
                  <a:cubicBezTo>
                    <a:pt x="104" y="685"/>
                    <a:pt x="104" y="687"/>
                    <a:pt x="104" y="689"/>
                  </a:cubicBezTo>
                  <a:cubicBezTo>
                    <a:pt x="103" y="694"/>
                    <a:pt x="105" y="701"/>
                    <a:pt x="103" y="704"/>
                  </a:cubicBezTo>
                  <a:cubicBezTo>
                    <a:pt x="107" y="700"/>
                    <a:pt x="110" y="695"/>
                    <a:pt x="110" y="689"/>
                  </a:cubicBezTo>
                  <a:cubicBezTo>
                    <a:pt x="111" y="686"/>
                    <a:pt x="112" y="684"/>
                    <a:pt x="113" y="681"/>
                  </a:cubicBezTo>
                  <a:cubicBezTo>
                    <a:pt x="118" y="679"/>
                    <a:pt x="122" y="676"/>
                    <a:pt x="126" y="672"/>
                  </a:cubicBezTo>
                  <a:cubicBezTo>
                    <a:pt x="146" y="649"/>
                    <a:pt x="150" y="604"/>
                    <a:pt x="149" y="586"/>
                  </a:cubicBezTo>
                  <a:cubicBezTo>
                    <a:pt x="148" y="578"/>
                    <a:pt x="148" y="573"/>
                    <a:pt x="150" y="565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0" name="Freeform 486">
              <a:extLst>
                <a:ext uri="{FF2B5EF4-FFF2-40B4-BE49-F238E27FC236}">
                  <a16:creationId xmlns:a16="http://schemas.microsoft.com/office/drawing/2014/main" id="{4A9CA65D-84A2-4C0A-8DA0-5EC67AD1DE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9" y="1755"/>
              <a:ext cx="310" cy="2153"/>
            </a:xfrm>
            <a:custGeom>
              <a:avLst/>
              <a:gdLst>
                <a:gd name="T0" fmla="*/ 438 w 230"/>
                <a:gd name="T1" fmla="*/ 636 h 1601"/>
                <a:gd name="T2" fmla="*/ 438 w 230"/>
                <a:gd name="T3" fmla="*/ 494 h 1601"/>
                <a:gd name="T4" fmla="*/ 561 w 230"/>
                <a:gd name="T5" fmla="*/ 545 h 1601"/>
                <a:gd name="T6" fmla="*/ 549 w 230"/>
                <a:gd name="T7" fmla="*/ 507 h 1601"/>
                <a:gd name="T8" fmla="*/ 549 w 230"/>
                <a:gd name="T9" fmla="*/ 492 h 1601"/>
                <a:gd name="T10" fmla="*/ 549 w 230"/>
                <a:gd name="T11" fmla="*/ 473 h 1601"/>
                <a:gd name="T12" fmla="*/ 554 w 230"/>
                <a:gd name="T13" fmla="*/ 452 h 1601"/>
                <a:gd name="T14" fmla="*/ 495 w 230"/>
                <a:gd name="T15" fmla="*/ 445 h 1601"/>
                <a:gd name="T16" fmla="*/ 438 w 230"/>
                <a:gd name="T17" fmla="*/ 9 h 1601"/>
                <a:gd name="T18" fmla="*/ 365 w 230"/>
                <a:gd name="T19" fmla="*/ 452 h 1601"/>
                <a:gd name="T20" fmla="*/ 156 w 230"/>
                <a:gd name="T21" fmla="*/ 465 h 1601"/>
                <a:gd name="T22" fmla="*/ 104 w 230"/>
                <a:gd name="T23" fmla="*/ 465 h 1601"/>
                <a:gd name="T24" fmla="*/ 113 w 230"/>
                <a:gd name="T25" fmla="*/ 492 h 1601"/>
                <a:gd name="T26" fmla="*/ 132 w 230"/>
                <a:gd name="T27" fmla="*/ 503 h 1601"/>
                <a:gd name="T28" fmla="*/ 98 w 230"/>
                <a:gd name="T29" fmla="*/ 547 h 1601"/>
                <a:gd name="T30" fmla="*/ 216 w 230"/>
                <a:gd name="T31" fmla="*/ 507 h 1601"/>
                <a:gd name="T32" fmla="*/ 365 w 230"/>
                <a:gd name="T33" fmla="*/ 518 h 1601"/>
                <a:gd name="T34" fmla="*/ 344 w 230"/>
                <a:gd name="T35" fmla="*/ 697 h 1601"/>
                <a:gd name="T36" fmla="*/ 90 w 230"/>
                <a:gd name="T37" fmla="*/ 1107 h 1601"/>
                <a:gd name="T38" fmla="*/ 16 w 230"/>
                <a:gd name="T39" fmla="*/ 1494 h 1601"/>
                <a:gd name="T40" fmla="*/ 96 w 230"/>
                <a:gd name="T41" fmla="*/ 2517 h 1601"/>
                <a:gd name="T42" fmla="*/ 146 w 230"/>
                <a:gd name="T43" fmla="*/ 2922 h 1601"/>
                <a:gd name="T44" fmla="*/ 197 w 230"/>
                <a:gd name="T45" fmla="*/ 3561 h 1601"/>
                <a:gd name="T46" fmla="*/ 282 w 230"/>
                <a:gd name="T47" fmla="*/ 3893 h 1601"/>
                <a:gd name="T48" fmla="*/ 275 w 230"/>
                <a:gd name="T49" fmla="*/ 3823 h 1601"/>
                <a:gd name="T50" fmla="*/ 218 w 230"/>
                <a:gd name="T51" fmla="*/ 3572 h 1601"/>
                <a:gd name="T52" fmla="*/ 182 w 230"/>
                <a:gd name="T53" fmla="*/ 2921 h 1601"/>
                <a:gd name="T54" fmla="*/ 146 w 230"/>
                <a:gd name="T55" fmla="*/ 2512 h 1601"/>
                <a:gd name="T56" fmla="*/ 115 w 230"/>
                <a:gd name="T57" fmla="*/ 2277 h 1601"/>
                <a:gd name="T58" fmla="*/ 146 w 230"/>
                <a:gd name="T59" fmla="*/ 2312 h 1601"/>
                <a:gd name="T60" fmla="*/ 197 w 230"/>
                <a:gd name="T61" fmla="*/ 2427 h 1601"/>
                <a:gd name="T62" fmla="*/ 224 w 230"/>
                <a:gd name="T63" fmla="*/ 2548 h 1601"/>
                <a:gd name="T64" fmla="*/ 216 w 230"/>
                <a:gd name="T65" fmla="*/ 2403 h 1601"/>
                <a:gd name="T66" fmla="*/ 197 w 230"/>
                <a:gd name="T67" fmla="*/ 2207 h 1601"/>
                <a:gd name="T68" fmla="*/ 142 w 230"/>
                <a:gd name="T69" fmla="*/ 2040 h 1601"/>
                <a:gd name="T70" fmla="*/ 66 w 230"/>
                <a:gd name="T71" fmla="*/ 1495 h 1601"/>
                <a:gd name="T72" fmla="*/ 216 w 230"/>
                <a:gd name="T73" fmla="*/ 971 h 1601"/>
                <a:gd name="T74" fmla="*/ 261 w 230"/>
                <a:gd name="T75" fmla="*/ 967 h 1601"/>
                <a:gd name="T76" fmla="*/ 239 w 230"/>
                <a:gd name="T77" fmla="*/ 917 h 1601"/>
                <a:gd name="T78" fmla="*/ 396 w 230"/>
                <a:gd name="T79" fmla="*/ 734 h 1601"/>
                <a:gd name="T80" fmla="*/ 121 w 230"/>
                <a:gd name="T81" fmla="*/ 2045 h 1601"/>
                <a:gd name="T82" fmla="*/ 177 w 230"/>
                <a:gd name="T83" fmla="*/ 2209 h 1601"/>
                <a:gd name="T84" fmla="*/ 191 w 230"/>
                <a:gd name="T85" fmla="*/ 2364 h 1601"/>
                <a:gd name="T86" fmla="*/ 132 w 230"/>
                <a:gd name="T87" fmla="*/ 2266 h 1601"/>
                <a:gd name="T88" fmla="*/ 77 w 230"/>
                <a:gd name="T89" fmla="*/ 1953 h 160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30" h="1601">
                  <a:moveTo>
                    <a:pt x="193" y="300"/>
                  </a:moveTo>
                  <a:cubicBezTo>
                    <a:pt x="184" y="291"/>
                    <a:pt x="179" y="275"/>
                    <a:pt x="179" y="262"/>
                  </a:cubicBezTo>
                  <a:cubicBezTo>
                    <a:pt x="179" y="203"/>
                    <a:pt x="179" y="203"/>
                    <a:pt x="179" y="203"/>
                  </a:cubicBezTo>
                  <a:cubicBezTo>
                    <a:pt x="179" y="203"/>
                    <a:pt x="179" y="203"/>
                    <a:pt x="179" y="203"/>
                  </a:cubicBezTo>
                  <a:cubicBezTo>
                    <a:pt x="180" y="196"/>
                    <a:pt x="187" y="199"/>
                    <a:pt x="198" y="200"/>
                  </a:cubicBezTo>
                  <a:cubicBezTo>
                    <a:pt x="208" y="202"/>
                    <a:pt x="222" y="212"/>
                    <a:pt x="229" y="224"/>
                  </a:cubicBezTo>
                  <a:cubicBezTo>
                    <a:pt x="229" y="223"/>
                    <a:pt x="230" y="222"/>
                    <a:pt x="230" y="222"/>
                  </a:cubicBezTo>
                  <a:cubicBezTo>
                    <a:pt x="228" y="218"/>
                    <a:pt x="225" y="214"/>
                    <a:pt x="224" y="208"/>
                  </a:cubicBezTo>
                  <a:cubicBezTo>
                    <a:pt x="220" y="204"/>
                    <a:pt x="216" y="202"/>
                    <a:pt x="218" y="202"/>
                  </a:cubicBezTo>
                  <a:cubicBezTo>
                    <a:pt x="220" y="201"/>
                    <a:pt x="222" y="202"/>
                    <a:pt x="224" y="202"/>
                  </a:cubicBezTo>
                  <a:cubicBezTo>
                    <a:pt x="224" y="200"/>
                    <a:pt x="225" y="198"/>
                    <a:pt x="225" y="195"/>
                  </a:cubicBezTo>
                  <a:cubicBezTo>
                    <a:pt x="225" y="195"/>
                    <a:pt x="225" y="195"/>
                    <a:pt x="224" y="195"/>
                  </a:cubicBezTo>
                  <a:cubicBezTo>
                    <a:pt x="216" y="193"/>
                    <a:pt x="212" y="189"/>
                    <a:pt x="216" y="189"/>
                  </a:cubicBezTo>
                  <a:cubicBezTo>
                    <a:pt x="219" y="189"/>
                    <a:pt x="223" y="188"/>
                    <a:pt x="226" y="186"/>
                  </a:cubicBezTo>
                  <a:cubicBezTo>
                    <a:pt x="223" y="185"/>
                    <a:pt x="222" y="183"/>
                    <a:pt x="220" y="181"/>
                  </a:cubicBezTo>
                  <a:cubicBezTo>
                    <a:pt x="215" y="182"/>
                    <a:pt x="209" y="183"/>
                    <a:pt x="202" y="183"/>
                  </a:cubicBezTo>
                  <a:cubicBezTo>
                    <a:pt x="190" y="183"/>
                    <a:pt x="182" y="184"/>
                    <a:pt x="179" y="177"/>
                  </a:cubicBezTo>
                  <a:cubicBezTo>
                    <a:pt x="179" y="113"/>
                    <a:pt x="179" y="33"/>
                    <a:pt x="179" y="4"/>
                  </a:cubicBezTo>
                  <a:cubicBezTo>
                    <a:pt x="172" y="4"/>
                    <a:pt x="161" y="3"/>
                    <a:pt x="149" y="0"/>
                  </a:cubicBezTo>
                  <a:cubicBezTo>
                    <a:pt x="149" y="26"/>
                    <a:pt x="149" y="117"/>
                    <a:pt x="149" y="186"/>
                  </a:cubicBezTo>
                  <a:cubicBezTo>
                    <a:pt x="148" y="194"/>
                    <a:pt x="134" y="191"/>
                    <a:pt x="106" y="191"/>
                  </a:cubicBezTo>
                  <a:cubicBezTo>
                    <a:pt x="64" y="191"/>
                    <a:pt x="64" y="191"/>
                    <a:pt x="64" y="191"/>
                  </a:cubicBezTo>
                  <a:cubicBezTo>
                    <a:pt x="62" y="191"/>
                    <a:pt x="54" y="189"/>
                    <a:pt x="49" y="185"/>
                  </a:cubicBezTo>
                  <a:cubicBezTo>
                    <a:pt x="47" y="187"/>
                    <a:pt x="45" y="189"/>
                    <a:pt x="42" y="191"/>
                  </a:cubicBezTo>
                  <a:cubicBezTo>
                    <a:pt x="47" y="193"/>
                    <a:pt x="50" y="195"/>
                    <a:pt x="51" y="198"/>
                  </a:cubicBezTo>
                  <a:cubicBezTo>
                    <a:pt x="54" y="203"/>
                    <a:pt x="50" y="201"/>
                    <a:pt x="46" y="202"/>
                  </a:cubicBezTo>
                  <a:cubicBezTo>
                    <a:pt x="46" y="204"/>
                    <a:pt x="46" y="206"/>
                    <a:pt x="46" y="209"/>
                  </a:cubicBezTo>
                  <a:cubicBezTo>
                    <a:pt x="50" y="207"/>
                    <a:pt x="53" y="206"/>
                    <a:pt x="54" y="207"/>
                  </a:cubicBezTo>
                  <a:cubicBezTo>
                    <a:pt x="55" y="209"/>
                    <a:pt x="48" y="215"/>
                    <a:pt x="42" y="221"/>
                  </a:cubicBezTo>
                  <a:cubicBezTo>
                    <a:pt x="41" y="222"/>
                    <a:pt x="41" y="223"/>
                    <a:pt x="40" y="225"/>
                  </a:cubicBezTo>
                  <a:cubicBezTo>
                    <a:pt x="41" y="226"/>
                    <a:pt x="42" y="228"/>
                    <a:pt x="43" y="230"/>
                  </a:cubicBezTo>
                  <a:cubicBezTo>
                    <a:pt x="59" y="215"/>
                    <a:pt x="64" y="210"/>
                    <a:pt x="88" y="208"/>
                  </a:cubicBezTo>
                  <a:cubicBezTo>
                    <a:pt x="112" y="205"/>
                    <a:pt x="133" y="206"/>
                    <a:pt x="140" y="206"/>
                  </a:cubicBezTo>
                  <a:cubicBezTo>
                    <a:pt x="146" y="206"/>
                    <a:pt x="148" y="208"/>
                    <a:pt x="149" y="213"/>
                  </a:cubicBezTo>
                  <a:cubicBezTo>
                    <a:pt x="149" y="262"/>
                    <a:pt x="149" y="262"/>
                    <a:pt x="149" y="262"/>
                  </a:cubicBezTo>
                  <a:cubicBezTo>
                    <a:pt x="149" y="271"/>
                    <a:pt x="144" y="280"/>
                    <a:pt x="140" y="286"/>
                  </a:cubicBezTo>
                  <a:cubicBezTo>
                    <a:pt x="137" y="289"/>
                    <a:pt x="130" y="297"/>
                    <a:pt x="130" y="297"/>
                  </a:cubicBezTo>
                  <a:cubicBezTo>
                    <a:pt x="102" y="333"/>
                    <a:pt x="64" y="380"/>
                    <a:pt x="37" y="455"/>
                  </a:cubicBezTo>
                  <a:cubicBezTo>
                    <a:pt x="37" y="455"/>
                    <a:pt x="28" y="483"/>
                    <a:pt x="27" y="489"/>
                  </a:cubicBezTo>
                  <a:cubicBezTo>
                    <a:pt x="17" y="525"/>
                    <a:pt x="10" y="566"/>
                    <a:pt x="7" y="614"/>
                  </a:cubicBezTo>
                  <a:cubicBezTo>
                    <a:pt x="0" y="741"/>
                    <a:pt x="15" y="855"/>
                    <a:pt x="28" y="946"/>
                  </a:cubicBezTo>
                  <a:cubicBezTo>
                    <a:pt x="33" y="980"/>
                    <a:pt x="37" y="1010"/>
                    <a:pt x="39" y="1035"/>
                  </a:cubicBezTo>
                  <a:cubicBezTo>
                    <a:pt x="43" y="1084"/>
                    <a:pt x="47" y="1109"/>
                    <a:pt x="51" y="1130"/>
                  </a:cubicBezTo>
                  <a:cubicBezTo>
                    <a:pt x="54" y="1149"/>
                    <a:pt x="57" y="1167"/>
                    <a:pt x="59" y="1202"/>
                  </a:cubicBezTo>
                  <a:cubicBezTo>
                    <a:pt x="66" y="1201"/>
                    <a:pt x="66" y="1201"/>
                    <a:pt x="66" y="1201"/>
                  </a:cubicBezTo>
                  <a:cubicBezTo>
                    <a:pt x="72" y="1274"/>
                    <a:pt x="77" y="1378"/>
                    <a:pt x="80" y="1464"/>
                  </a:cubicBezTo>
                  <a:cubicBezTo>
                    <a:pt x="82" y="1491"/>
                    <a:pt x="91" y="1520"/>
                    <a:pt x="100" y="1549"/>
                  </a:cubicBezTo>
                  <a:cubicBezTo>
                    <a:pt x="106" y="1568"/>
                    <a:pt x="112" y="1586"/>
                    <a:pt x="115" y="1601"/>
                  </a:cubicBezTo>
                  <a:cubicBezTo>
                    <a:pt x="121" y="1600"/>
                    <a:pt x="121" y="1600"/>
                    <a:pt x="121" y="1600"/>
                  </a:cubicBezTo>
                  <a:cubicBezTo>
                    <a:pt x="120" y="1590"/>
                    <a:pt x="116" y="1583"/>
                    <a:pt x="112" y="1572"/>
                  </a:cubicBezTo>
                  <a:cubicBezTo>
                    <a:pt x="111" y="1567"/>
                    <a:pt x="104" y="1535"/>
                    <a:pt x="103" y="1531"/>
                  </a:cubicBezTo>
                  <a:cubicBezTo>
                    <a:pt x="97" y="1509"/>
                    <a:pt x="90" y="1488"/>
                    <a:pt x="89" y="1469"/>
                  </a:cubicBezTo>
                  <a:cubicBezTo>
                    <a:pt x="86" y="1384"/>
                    <a:pt x="79" y="1274"/>
                    <a:pt x="73" y="1201"/>
                  </a:cubicBezTo>
                  <a:cubicBezTo>
                    <a:pt x="74" y="1201"/>
                    <a:pt x="74" y="1201"/>
                    <a:pt x="74" y="1201"/>
                  </a:cubicBezTo>
                  <a:cubicBezTo>
                    <a:pt x="71" y="1166"/>
                    <a:pt x="68" y="1147"/>
                    <a:pt x="65" y="1128"/>
                  </a:cubicBezTo>
                  <a:cubicBezTo>
                    <a:pt x="61" y="1106"/>
                    <a:pt x="63" y="1082"/>
                    <a:pt x="59" y="1033"/>
                  </a:cubicBezTo>
                  <a:cubicBezTo>
                    <a:pt x="57" y="1007"/>
                    <a:pt x="53" y="978"/>
                    <a:pt x="48" y="944"/>
                  </a:cubicBezTo>
                  <a:cubicBezTo>
                    <a:pt x="48" y="941"/>
                    <a:pt x="47" y="939"/>
                    <a:pt x="47" y="936"/>
                  </a:cubicBezTo>
                  <a:cubicBezTo>
                    <a:pt x="48" y="937"/>
                    <a:pt x="48" y="937"/>
                    <a:pt x="49" y="938"/>
                  </a:cubicBezTo>
                  <a:cubicBezTo>
                    <a:pt x="53" y="942"/>
                    <a:pt x="57" y="946"/>
                    <a:pt x="59" y="950"/>
                  </a:cubicBezTo>
                  <a:cubicBezTo>
                    <a:pt x="64" y="956"/>
                    <a:pt x="67" y="965"/>
                    <a:pt x="70" y="974"/>
                  </a:cubicBezTo>
                  <a:cubicBezTo>
                    <a:pt x="73" y="982"/>
                    <a:pt x="76" y="991"/>
                    <a:pt x="80" y="998"/>
                  </a:cubicBezTo>
                  <a:cubicBezTo>
                    <a:pt x="81" y="998"/>
                    <a:pt x="81" y="998"/>
                    <a:pt x="81" y="998"/>
                  </a:cubicBezTo>
                  <a:cubicBezTo>
                    <a:pt x="82" y="1015"/>
                    <a:pt x="84" y="1033"/>
                    <a:pt x="91" y="1048"/>
                  </a:cubicBezTo>
                  <a:cubicBezTo>
                    <a:pt x="98" y="1044"/>
                    <a:pt x="98" y="1044"/>
                    <a:pt x="98" y="1044"/>
                  </a:cubicBezTo>
                  <a:cubicBezTo>
                    <a:pt x="90" y="1028"/>
                    <a:pt x="89" y="1006"/>
                    <a:pt x="88" y="988"/>
                  </a:cubicBezTo>
                  <a:cubicBezTo>
                    <a:pt x="87" y="978"/>
                    <a:pt x="87" y="978"/>
                    <a:pt x="87" y="978"/>
                  </a:cubicBezTo>
                  <a:cubicBezTo>
                    <a:pt x="86" y="954"/>
                    <a:pt x="84" y="930"/>
                    <a:pt x="80" y="907"/>
                  </a:cubicBezTo>
                  <a:cubicBezTo>
                    <a:pt x="76" y="891"/>
                    <a:pt x="71" y="876"/>
                    <a:pt x="65" y="860"/>
                  </a:cubicBezTo>
                  <a:cubicBezTo>
                    <a:pt x="58" y="839"/>
                    <a:pt x="58" y="839"/>
                    <a:pt x="58" y="839"/>
                  </a:cubicBezTo>
                  <a:cubicBezTo>
                    <a:pt x="51" y="820"/>
                    <a:pt x="44" y="804"/>
                    <a:pt x="30" y="790"/>
                  </a:cubicBezTo>
                  <a:cubicBezTo>
                    <a:pt x="25" y="735"/>
                    <a:pt x="23" y="676"/>
                    <a:pt x="27" y="615"/>
                  </a:cubicBezTo>
                  <a:cubicBezTo>
                    <a:pt x="33" y="517"/>
                    <a:pt x="57" y="449"/>
                    <a:pt x="84" y="399"/>
                  </a:cubicBezTo>
                  <a:cubicBezTo>
                    <a:pt x="85" y="397"/>
                    <a:pt x="87" y="397"/>
                    <a:pt x="88" y="399"/>
                  </a:cubicBezTo>
                  <a:cubicBezTo>
                    <a:pt x="92" y="405"/>
                    <a:pt x="95" y="406"/>
                    <a:pt x="100" y="410"/>
                  </a:cubicBezTo>
                  <a:cubicBezTo>
                    <a:pt x="107" y="398"/>
                    <a:pt x="107" y="398"/>
                    <a:pt x="107" y="398"/>
                  </a:cubicBezTo>
                  <a:cubicBezTo>
                    <a:pt x="102" y="394"/>
                    <a:pt x="100" y="394"/>
                    <a:pt x="96" y="386"/>
                  </a:cubicBezTo>
                  <a:cubicBezTo>
                    <a:pt x="94" y="383"/>
                    <a:pt x="96" y="378"/>
                    <a:pt x="97" y="377"/>
                  </a:cubicBezTo>
                  <a:cubicBezTo>
                    <a:pt x="114" y="350"/>
                    <a:pt x="129" y="331"/>
                    <a:pt x="143" y="313"/>
                  </a:cubicBezTo>
                  <a:cubicBezTo>
                    <a:pt x="147" y="309"/>
                    <a:pt x="155" y="302"/>
                    <a:pt x="162" y="302"/>
                  </a:cubicBezTo>
                  <a:moveTo>
                    <a:pt x="31" y="803"/>
                  </a:moveTo>
                  <a:cubicBezTo>
                    <a:pt x="40" y="814"/>
                    <a:pt x="45" y="826"/>
                    <a:pt x="50" y="841"/>
                  </a:cubicBezTo>
                  <a:cubicBezTo>
                    <a:pt x="58" y="863"/>
                    <a:pt x="58" y="863"/>
                    <a:pt x="58" y="863"/>
                  </a:cubicBezTo>
                  <a:cubicBezTo>
                    <a:pt x="63" y="878"/>
                    <a:pt x="69" y="893"/>
                    <a:pt x="72" y="909"/>
                  </a:cubicBezTo>
                  <a:cubicBezTo>
                    <a:pt x="76" y="930"/>
                    <a:pt x="78" y="953"/>
                    <a:pt x="79" y="976"/>
                  </a:cubicBezTo>
                  <a:cubicBezTo>
                    <a:pt x="79" y="974"/>
                    <a:pt x="78" y="973"/>
                    <a:pt x="78" y="972"/>
                  </a:cubicBezTo>
                  <a:cubicBezTo>
                    <a:pt x="75" y="962"/>
                    <a:pt x="71" y="953"/>
                    <a:pt x="66" y="945"/>
                  </a:cubicBezTo>
                  <a:cubicBezTo>
                    <a:pt x="63" y="940"/>
                    <a:pt x="58" y="936"/>
                    <a:pt x="54" y="932"/>
                  </a:cubicBezTo>
                  <a:cubicBezTo>
                    <a:pt x="51" y="929"/>
                    <a:pt x="48" y="926"/>
                    <a:pt x="45" y="922"/>
                  </a:cubicBezTo>
                  <a:cubicBezTo>
                    <a:pt x="40" y="886"/>
                    <a:pt x="35" y="846"/>
                    <a:pt x="31" y="803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1" name="Freeform 487">
              <a:extLst>
                <a:ext uri="{FF2B5EF4-FFF2-40B4-BE49-F238E27FC236}">
                  <a16:creationId xmlns:a16="http://schemas.microsoft.com/office/drawing/2014/main" id="{4A833A81-F912-41BB-9836-95A26F1F2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443"/>
              <a:ext cx="129" cy="903"/>
            </a:xfrm>
            <a:custGeom>
              <a:avLst/>
              <a:gdLst>
                <a:gd name="T0" fmla="*/ 203 w 96"/>
                <a:gd name="T1" fmla="*/ 125 h 671"/>
                <a:gd name="T2" fmla="*/ 172 w 96"/>
                <a:gd name="T3" fmla="*/ 171 h 671"/>
                <a:gd name="T4" fmla="*/ 157 w 96"/>
                <a:gd name="T5" fmla="*/ 168 h 671"/>
                <a:gd name="T6" fmla="*/ 133 w 96"/>
                <a:gd name="T7" fmla="*/ 30 h 671"/>
                <a:gd name="T8" fmla="*/ 136 w 96"/>
                <a:gd name="T9" fmla="*/ 0 h 671"/>
                <a:gd name="T10" fmla="*/ 121 w 96"/>
                <a:gd name="T11" fmla="*/ 0 h 671"/>
                <a:gd name="T12" fmla="*/ 120 w 96"/>
                <a:gd name="T13" fmla="*/ 27 h 671"/>
                <a:gd name="T14" fmla="*/ 142 w 96"/>
                <a:gd name="T15" fmla="*/ 183 h 671"/>
                <a:gd name="T16" fmla="*/ 142 w 96"/>
                <a:gd name="T17" fmla="*/ 195 h 671"/>
                <a:gd name="T18" fmla="*/ 93 w 96"/>
                <a:gd name="T19" fmla="*/ 270 h 671"/>
                <a:gd name="T20" fmla="*/ 93 w 96"/>
                <a:gd name="T21" fmla="*/ 270 h 671"/>
                <a:gd name="T22" fmla="*/ 23 w 96"/>
                <a:gd name="T23" fmla="*/ 284 h 671"/>
                <a:gd name="T24" fmla="*/ 16 w 96"/>
                <a:gd name="T25" fmla="*/ 277 h 671"/>
                <a:gd name="T26" fmla="*/ 85 w 96"/>
                <a:gd name="T27" fmla="*/ 295 h 671"/>
                <a:gd name="T28" fmla="*/ 78 w 96"/>
                <a:gd name="T29" fmla="*/ 324 h 671"/>
                <a:gd name="T30" fmla="*/ 70 w 96"/>
                <a:gd name="T31" fmla="*/ 472 h 671"/>
                <a:gd name="T32" fmla="*/ 62 w 96"/>
                <a:gd name="T33" fmla="*/ 480 h 671"/>
                <a:gd name="T34" fmla="*/ 36 w 96"/>
                <a:gd name="T35" fmla="*/ 444 h 671"/>
                <a:gd name="T36" fmla="*/ 27 w 96"/>
                <a:gd name="T37" fmla="*/ 408 h 671"/>
                <a:gd name="T38" fmla="*/ 16 w 96"/>
                <a:gd name="T39" fmla="*/ 409 h 671"/>
                <a:gd name="T40" fmla="*/ 27 w 96"/>
                <a:gd name="T41" fmla="*/ 445 h 671"/>
                <a:gd name="T42" fmla="*/ 35 w 96"/>
                <a:gd name="T43" fmla="*/ 472 h 671"/>
                <a:gd name="T44" fmla="*/ 16 w 96"/>
                <a:gd name="T45" fmla="*/ 538 h 671"/>
                <a:gd name="T46" fmla="*/ 16 w 96"/>
                <a:gd name="T47" fmla="*/ 561 h 671"/>
                <a:gd name="T48" fmla="*/ 12 w 96"/>
                <a:gd name="T49" fmla="*/ 604 h 671"/>
                <a:gd name="T50" fmla="*/ 12 w 96"/>
                <a:gd name="T51" fmla="*/ 719 h 671"/>
                <a:gd name="T52" fmla="*/ 20 w 96"/>
                <a:gd name="T53" fmla="*/ 717 h 671"/>
                <a:gd name="T54" fmla="*/ 22 w 96"/>
                <a:gd name="T55" fmla="*/ 607 h 671"/>
                <a:gd name="T56" fmla="*/ 30 w 96"/>
                <a:gd name="T57" fmla="*/ 561 h 671"/>
                <a:gd name="T58" fmla="*/ 30 w 96"/>
                <a:gd name="T59" fmla="*/ 536 h 671"/>
                <a:gd name="T60" fmla="*/ 42 w 96"/>
                <a:gd name="T61" fmla="*/ 486 h 671"/>
                <a:gd name="T62" fmla="*/ 62 w 96"/>
                <a:gd name="T63" fmla="*/ 494 h 671"/>
                <a:gd name="T64" fmla="*/ 70 w 96"/>
                <a:gd name="T65" fmla="*/ 509 h 671"/>
                <a:gd name="T66" fmla="*/ 85 w 96"/>
                <a:gd name="T67" fmla="*/ 838 h 671"/>
                <a:gd name="T68" fmla="*/ 114 w 96"/>
                <a:gd name="T69" fmla="*/ 968 h 671"/>
                <a:gd name="T70" fmla="*/ 146 w 96"/>
                <a:gd name="T71" fmla="*/ 1101 h 671"/>
                <a:gd name="T72" fmla="*/ 156 w 96"/>
                <a:gd name="T73" fmla="*/ 1184 h 671"/>
                <a:gd name="T74" fmla="*/ 156 w 96"/>
                <a:gd name="T75" fmla="*/ 1292 h 671"/>
                <a:gd name="T76" fmla="*/ 153 w 96"/>
                <a:gd name="T77" fmla="*/ 1379 h 671"/>
                <a:gd name="T78" fmla="*/ 148 w 96"/>
                <a:gd name="T79" fmla="*/ 1440 h 671"/>
                <a:gd name="T80" fmla="*/ 172 w 96"/>
                <a:gd name="T81" fmla="*/ 1635 h 671"/>
                <a:gd name="T82" fmla="*/ 163 w 96"/>
                <a:gd name="T83" fmla="*/ 1444 h 671"/>
                <a:gd name="T84" fmla="*/ 163 w 96"/>
                <a:gd name="T85" fmla="*/ 1432 h 671"/>
                <a:gd name="T86" fmla="*/ 175 w 96"/>
                <a:gd name="T87" fmla="*/ 1447 h 671"/>
                <a:gd name="T88" fmla="*/ 183 w 96"/>
                <a:gd name="T89" fmla="*/ 1457 h 671"/>
                <a:gd name="T90" fmla="*/ 219 w 96"/>
                <a:gd name="T91" fmla="*/ 1507 h 671"/>
                <a:gd name="T92" fmla="*/ 231 w 96"/>
                <a:gd name="T93" fmla="*/ 1560 h 671"/>
                <a:gd name="T94" fmla="*/ 226 w 96"/>
                <a:gd name="T95" fmla="*/ 1503 h 671"/>
                <a:gd name="T96" fmla="*/ 195 w 96"/>
                <a:gd name="T97" fmla="*/ 1447 h 671"/>
                <a:gd name="T98" fmla="*/ 184 w 96"/>
                <a:gd name="T99" fmla="*/ 1439 h 671"/>
                <a:gd name="T100" fmla="*/ 168 w 96"/>
                <a:gd name="T101" fmla="*/ 1389 h 671"/>
                <a:gd name="T102" fmla="*/ 168 w 96"/>
                <a:gd name="T103" fmla="*/ 1382 h 671"/>
                <a:gd name="T104" fmla="*/ 175 w 96"/>
                <a:gd name="T105" fmla="*/ 1295 h 671"/>
                <a:gd name="T106" fmla="*/ 175 w 96"/>
                <a:gd name="T107" fmla="*/ 1179 h 671"/>
                <a:gd name="T108" fmla="*/ 164 w 96"/>
                <a:gd name="T109" fmla="*/ 1101 h 671"/>
                <a:gd name="T110" fmla="*/ 133 w 96"/>
                <a:gd name="T111" fmla="*/ 964 h 671"/>
                <a:gd name="T112" fmla="*/ 105 w 96"/>
                <a:gd name="T113" fmla="*/ 837 h 671"/>
                <a:gd name="T114" fmla="*/ 98 w 96"/>
                <a:gd name="T115" fmla="*/ 326 h 671"/>
                <a:gd name="T116" fmla="*/ 175 w 96"/>
                <a:gd name="T117" fmla="*/ 192 h 671"/>
                <a:gd name="T118" fmla="*/ 196 w 96"/>
                <a:gd name="T119" fmla="*/ 210 h 67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6" h="671">
                  <a:moveTo>
                    <a:pt x="83" y="51"/>
                  </a:moveTo>
                  <a:cubicBezTo>
                    <a:pt x="82" y="57"/>
                    <a:pt x="77" y="69"/>
                    <a:pt x="71" y="70"/>
                  </a:cubicBezTo>
                  <a:cubicBezTo>
                    <a:pt x="70" y="71"/>
                    <a:pt x="66" y="70"/>
                    <a:pt x="65" y="69"/>
                  </a:cubicBezTo>
                  <a:cubicBezTo>
                    <a:pt x="50" y="57"/>
                    <a:pt x="53" y="32"/>
                    <a:pt x="55" y="12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7" y="32"/>
                    <a:pt x="42" y="60"/>
                    <a:pt x="59" y="75"/>
                  </a:cubicBezTo>
                  <a:cubicBezTo>
                    <a:pt x="60" y="75"/>
                    <a:pt x="60" y="79"/>
                    <a:pt x="59" y="80"/>
                  </a:cubicBezTo>
                  <a:cubicBezTo>
                    <a:pt x="50" y="87"/>
                    <a:pt x="42" y="99"/>
                    <a:pt x="38" y="111"/>
                  </a:cubicBezTo>
                  <a:cubicBezTo>
                    <a:pt x="38" y="111"/>
                    <a:pt x="38" y="111"/>
                    <a:pt x="38" y="111"/>
                  </a:cubicBezTo>
                  <a:cubicBezTo>
                    <a:pt x="28" y="120"/>
                    <a:pt x="19" y="128"/>
                    <a:pt x="10" y="117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12" y="126"/>
                    <a:pt x="21" y="135"/>
                    <a:pt x="35" y="121"/>
                  </a:cubicBezTo>
                  <a:cubicBezTo>
                    <a:pt x="34" y="125"/>
                    <a:pt x="33" y="129"/>
                    <a:pt x="32" y="133"/>
                  </a:cubicBezTo>
                  <a:cubicBezTo>
                    <a:pt x="30" y="149"/>
                    <a:pt x="30" y="171"/>
                    <a:pt x="29" y="194"/>
                  </a:cubicBezTo>
                  <a:cubicBezTo>
                    <a:pt x="29" y="196"/>
                    <a:pt x="26" y="198"/>
                    <a:pt x="25" y="197"/>
                  </a:cubicBezTo>
                  <a:cubicBezTo>
                    <a:pt x="19" y="194"/>
                    <a:pt x="16" y="190"/>
                    <a:pt x="15" y="182"/>
                  </a:cubicBezTo>
                  <a:cubicBezTo>
                    <a:pt x="14" y="178"/>
                    <a:pt x="13" y="173"/>
                    <a:pt x="11" y="167"/>
                  </a:cubicBezTo>
                  <a:cubicBezTo>
                    <a:pt x="7" y="168"/>
                    <a:pt x="7" y="168"/>
                    <a:pt x="7" y="168"/>
                  </a:cubicBezTo>
                  <a:cubicBezTo>
                    <a:pt x="9" y="174"/>
                    <a:pt x="10" y="178"/>
                    <a:pt x="11" y="183"/>
                  </a:cubicBezTo>
                  <a:cubicBezTo>
                    <a:pt x="11" y="187"/>
                    <a:pt x="12" y="191"/>
                    <a:pt x="14" y="194"/>
                  </a:cubicBezTo>
                  <a:cubicBezTo>
                    <a:pt x="6" y="199"/>
                    <a:pt x="7" y="212"/>
                    <a:pt x="7" y="221"/>
                  </a:cubicBezTo>
                  <a:cubicBezTo>
                    <a:pt x="7" y="230"/>
                    <a:pt x="7" y="230"/>
                    <a:pt x="7" y="230"/>
                  </a:cubicBezTo>
                  <a:cubicBezTo>
                    <a:pt x="5" y="248"/>
                    <a:pt x="5" y="248"/>
                    <a:pt x="5" y="248"/>
                  </a:cubicBezTo>
                  <a:cubicBezTo>
                    <a:pt x="2" y="264"/>
                    <a:pt x="0" y="279"/>
                    <a:pt x="5" y="295"/>
                  </a:cubicBezTo>
                  <a:cubicBezTo>
                    <a:pt x="8" y="294"/>
                    <a:pt x="8" y="294"/>
                    <a:pt x="8" y="294"/>
                  </a:cubicBezTo>
                  <a:cubicBezTo>
                    <a:pt x="3" y="280"/>
                    <a:pt x="7" y="264"/>
                    <a:pt x="9" y="249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20"/>
                    <a:pt x="12" y="220"/>
                    <a:pt x="12" y="220"/>
                  </a:cubicBezTo>
                  <a:cubicBezTo>
                    <a:pt x="11" y="210"/>
                    <a:pt x="13" y="202"/>
                    <a:pt x="17" y="199"/>
                  </a:cubicBezTo>
                  <a:cubicBezTo>
                    <a:pt x="19" y="201"/>
                    <a:pt x="22" y="202"/>
                    <a:pt x="25" y="203"/>
                  </a:cubicBezTo>
                  <a:cubicBezTo>
                    <a:pt x="27" y="204"/>
                    <a:pt x="29" y="207"/>
                    <a:pt x="29" y="209"/>
                  </a:cubicBezTo>
                  <a:cubicBezTo>
                    <a:pt x="29" y="258"/>
                    <a:pt x="32" y="314"/>
                    <a:pt x="35" y="344"/>
                  </a:cubicBezTo>
                  <a:cubicBezTo>
                    <a:pt x="36" y="355"/>
                    <a:pt x="41" y="376"/>
                    <a:pt x="47" y="397"/>
                  </a:cubicBezTo>
                  <a:cubicBezTo>
                    <a:pt x="54" y="425"/>
                    <a:pt x="61" y="438"/>
                    <a:pt x="60" y="452"/>
                  </a:cubicBezTo>
                  <a:cubicBezTo>
                    <a:pt x="60" y="463"/>
                    <a:pt x="62" y="475"/>
                    <a:pt x="64" y="486"/>
                  </a:cubicBezTo>
                  <a:cubicBezTo>
                    <a:pt x="66" y="496"/>
                    <a:pt x="65" y="516"/>
                    <a:pt x="64" y="530"/>
                  </a:cubicBezTo>
                  <a:cubicBezTo>
                    <a:pt x="63" y="542"/>
                    <a:pt x="64" y="554"/>
                    <a:pt x="63" y="566"/>
                  </a:cubicBezTo>
                  <a:cubicBezTo>
                    <a:pt x="61" y="591"/>
                    <a:pt x="61" y="591"/>
                    <a:pt x="61" y="591"/>
                  </a:cubicBezTo>
                  <a:cubicBezTo>
                    <a:pt x="59" y="620"/>
                    <a:pt x="58" y="648"/>
                    <a:pt x="71" y="671"/>
                  </a:cubicBezTo>
                  <a:cubicBezTo>
                    <a:pt x="59" y="651"/>
                    <a:pt x="65" y="620"/>
                    <a:pt x="67" y="592"/>
                  </a:cubicBezTo>
                  <a:cubicBezTo>
                    <a:pt x="67" y="588"/>
                    <a:pt x="67" y="588"/>
                    <a:pt x="67" y="588"/>
                  </a:cubicBezTo>
                  <a:cubicBezTo>
                    <a:pt x="68" y="589"/>
                    <a:pt x="70" y="591"/>
                    <a:pt x="72" y="594"/>
                  </a:cubicBezTo>
                  <a:cubicBezTo>
                    <a:pt x="75" y="598"/>
                    <a:pt x="75" y="598"/>
                    <a:pt x="75" y="598"/>
                  </a:cubicBezTo>
                  <a:cubicBezTo>
                    <a:pt x="80" y="605"/>
                    <a:pt x="87" y="610"/>
                    <a:pt x="90" y="618"/>
                  </a:cubicBezTo>
                  <a:cubicBezTo>
                    <a:pt x="92" y="622"/>
                    <a:pt x="95" y="640"/>
                    <a:pt x="95" y="640"/>
                  </a:cubicBezTo>
                  <a:cubicBezTo>
                    <a:pt x="95" y="640"/>
                    <a:pt x="96" y="625"/>
                    <a:pt x="93" y="617"/>
                  </a:cubicBezTo>
                  <a:cubicBezTo>
                    <a:pt x="90" y="608"/>
                    <a:pt x="85" y="601"/>
                    <a:pt x="80" y="594"/>
                  </a:cubicBezTo>
                  <a:cubicBezTo>
                    <a:pt x="76" y="590"/>
                    <a:pt x="76" y="590"/>
                    <a:pt x="76" y="590"/>
                  </a:cubicBezTo>
                  <a:cubicBezTo>
                    <a:pt x="71" y="583"/>
                    <a:pt x="70" y="578"/>
                    <a:pt x="69" y="570"/>
                  </a:cubicBezTo>
                  <a:cubicBezTo>
                    <a:pt x="69" y="567"/>
                    <a:pt x="69" y="567"/>
                    <a:pt x="69" y="567"/>
                  </a:cubicBezTo>
                  <a:cubicBezTo>
                    <a:pt x="69" y="555"/>
                    <a:pt x="71" y="543"/>
                    <a:pt x="72" y="531"/>
                  </a:cubicBezTo>
                  <a:cubicBezTo>
                    <a:pt x="73" y="517"/>
                    <a:pt x="74" y="494"/>
                    <a:pt x="72" y="484"/>
                  </a:cubicBezTo>
                  <a:cubicBezTo>
                    <a:pt x="70" y="473"/>
                    <a:pt x="68" y="463"/>
                    <a:pt x="68" y="452"/>
                  </a:cubicBezTo>
                  <a:cubicBezTo>
                    <a:pt x="69" y="437"/>
                    <a:pt x="62" y="425"/>
                    <a:pt x="55" y="395"/>
                  </a:cubicBezTo>
                  <a:cubicBezTo>
                    <a:pt x="49" y="374"/>
                    <a:pt x="44" y="354"/>
                    <a:pt x="43" y="343"/>
                  </a:cubicBezTo>
                  <a:cubicBezTo>
                    <a:pt x="39" y="297"/>
                    <a:pt x="34" y="184"/>
                    <a:pt x="40" y="134"/>
                  </a:cubicBezTo>
                  <a:cubicBezTo>
                    <a:pt x="44" y="106"/>
                    <a:pt x="55" y="91"/>
                    <a:pt x="72" y="79"/>
                  </a:cubicBezTo>
                  <a:cubicBezTo>
                    <a:pt x="76" y="78"/>
                    <a:pt x="79" y="77"/>
                    <a:pt x="81" y="86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2" name="Freeform 488">
              <a:extLst>
                <a:ext uri="{FF2B5EF4-FFF2-40B4-BE49-F238E27FC236}">
                  <a16:creationId xmlns:a16="http://schemas.microsoft.com/office/drawing/2014/main" id="{714F25E9-8AA2-4E05-92C8-B64C06A03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1255"/>
              <a:ext cx="49" cy="217"/>
            </a:xfrm>
            <a:custGeom>
              <a:avLst/>
              <a:gdLst>
                <a:gd name="T0" fmla="*/ 63 w 36"/>
                <a:gd name="T1" fmla="*/ 1 h 162"/>
                <a:gd name="T2" fmla="*/ 0 w 36"/>
                <a:gd name="T3" fmla="*/ 382 h 162"/>
                <a:gd name="T4" fmla="*/ 27 w 36"/>
                <a:gd name="T5" fmla="*/ 390 h 162"/>
                <a:gd name="T6" fmla="*/ 83 w 36"/>
                <a:gd name="T7" fmla="*/ 0 h 162"/>
                <a:gd name="T8" fmla="*/ 63 w 36"/>
                <a:gd name="T9" fmla="*/ 1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62">
                  <a:moveTo>
                    <a:pt x="25" y="1"/>
                  </a:moveTo>
                  <a:cubicBezTo>
                    <a:pt x="28" y="37"/>
                    <a:pt x="14" y="105"/>
                    <a:pt x="0" y="159"/>
                  </a:cubicBezTo>
                  <a:cubicBezTo>
                    <a:pt x="11" y="162"/>
                    <a:pt x="11" y="162"/>
                    <a:pt x="11" y="162"/>
                  </a:cubicBezTo>
                  <a:cubicBezTo>
                    <a:pt x="26" y="107"/>
                    <a:pt x="36" y="37"/>
                    <a:pt x="33" y="0"/>
                  </a:cubicBezTo>
                  <a:lnTo>
                    <a:pt x="25" y="1"/>
                  </a:ln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3" name="Freeform 489">
              <a:extLst>
                <a:ext uri="{FF2B5EF4-FFF2-40B4-BE49-F238E27FC236}">
                  <a16:creationId xmlns:a16="http://schemas.microsoft.com/office/drawing/2014/main" id="{51C0C682-79DE-4784-95AB-44E3396C4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103"/>
              <a:ext cx="26" cy="258"/>
            </a:xfrm>
            <a:custGeom>
              <a:avLst/>
              <a:gdLst>
                <a:gd name="T0" fmla="*/ 19 w 19"/>
                <a:gd name="T1" fmla="*/ 51 h 192"/>
                <a:gd name="T2" fmla="*/ 5 w 19"/>
                <a:gd name="T3" fmla="*/ 98 h 192"/>
                <a:gd name="T4" fmla="*/ 15 w 19"/>
                <a:gd name="T5" fmla="*/ 231 h 192"/>
                <a:gd name="T6" fmla="*/ 21 w 19"/>
                <a:gd name="T7" fmla="*/ 262 h 192"/>
                <a:gd name="T8" fmla="*/ 14 w 19"/>
                <a:gd name="T9" fmla="*/ 383 h 192"/>
                <a:gd name="T10" fmla="*/ 10 w 19"/>
                <a:gd name="T11" fmla="*/ 398 h 192"/>
                <a:gd name="T12" fmla="*/ 10 w 19"/>
                <a:gd name="T13" fmla="*/ 466 h 192"/>
                <a:gd name="T14" fmla="*/ 26 w 19"/>
                <a:gd name="T15" fmla="*/ 457 h 192"/>
                <a:gd name="T16" fmla="*/ 30 w 19"/>
                <a:gd name="T17" fmla="*/ 400 h 192"/>
                <a:gd name="T18" fmla="*/ 34 w 19"/>
                <a:gd name="T19" fmla="*/ 388 h 192"/>
                <a:gd name="T20" fmla="*/ 41 w 19"/>
                <a:gd name="T21" fmla="*/ 261 h 192"/>
                <a:gd name="T22" fmla="*/ 34 w 19"/>
                <a:gd name="T23" fmla="*/ 227 h 192"/>
                <a:gd name="T24" fmla="*/ 21 w 19"/>
                <a:gd name="T25" fmla="*/ 99 h 192"/>
                <a:gd name="T26" fmla="*/ 29 w 19"/>
                <a:gd name="T27" fmla="*/ 56 h 192"/>
                <a:gd name="T28" fmla="*/ 40 w 19"/>
                <a:gd name="T29" fmla="*/ 0 h 192"/>
                <a:gd name="T30" fmla="*/ 29 w 19"/>
                <a:gd name="T31" fmla="*/ 0 h 192"/>
                <a:gd name="T32" fmla="*/ 19 w 19"/>
                <a:gd name="T33" fmla="*/ 51 h 1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92">
                  <a:moveTo>
                    <a:pt x="7" y="21"/>
                  </a:moveTo>
                  <a:cubicBezTo>
                    <a:pt x="5" y="26"/>
                    <a:pt x="3" y="32"/>
                    <a:pt x="2" y="40"/>
                  </a:cubicBezTo>
                  <a:cubicBezTo>
                    <a:pt x="0" y="57"/>
                    <a:pt x="2" y="77"/>
                    <a:pt x="6" y="95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1" y="125"/>
                    <a:pt x="8" y="141"/>
                    <a:pt x="5" y="158"/>
                  </a:cubicBezTo>
                  <a:cubicBezTo>
                    <a:pt x="4" y="164"/>
                    <a:pt x="4" y="164"/>
                    <a:pt x="4" y="164"/>
                  </a:cubicBezTo>
                  <a:cubicBezTo>
                    <a:pt x="2" y="176"/>
                    <a:pt x="0" y="187"/>
                    <a:pt x="4" y="192"/>
                  </a:cubicBezTo>
                  <a:cubicBezTo>
                    <a:pt x="10" y="188"/>
                    <a:pt x="10" y="188"/>
                    <a:pt x="10" y="188"/>
                  </a:cubicBezTo>
                  <a:cubicBezTo>
                    <a:pt x="8" y="185"/>
                    <a:pt x="11" y="172"/>
                    <a:pt x="12" y="165"/>
                  </a:cubicBezTo>
                  <a:cubicBezTo>
                    <a:pt x="13" y="160"/>
                    <a:pt x="13" y="160"/>
                    <a:pt x="13" y="160"/>
                  </a:cubicBezTo>
                  <a:cubicBezTo>
                    <a:pt x="16" y="142"/>
                    <a:pt x="19" y="125"/>
                    <a:pt x="16" y="107"/>
                  </a:cubicBezTo>
                  <a:cubicBezTo>
                    <a:pt x="13" y="94"/>
                    <a:pt x="13" y="94"/>
                    <a:pt x="13" y="94"/>
                  </a:cubicBezTo>
                  <a:cubicBezTo>
                    <a:pt x="10" y="76"/>
                    <a:pt x="6" y="56"/>
                    <a:pt x="8" y="41"/>
                  </a:cubicBezTo>
                  <a:cubicBezTo>
                    <a:pt x="9" y="33"/>
                    <a:pt x="10" y="28"/>
                    <a:pt x="11" y="23"/>
                  </a:cubicBezTo>
                  <a:cubicBezTo>
                    <a:pt x="13" y="16"/>
                    <a:pt x="15" y="10"/>
                    <a:pt x="1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8"/>
                    <a:pt x="8" y="14"/>
                    <a:pt x="7" y="2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4" name="Freeform 490">
              <a:extLst>
                <a:ext uri="{FF2B5EF4-FFF2-40B4-BE49-F238E27FC236}">
                  <a16:creationId xmlns:a16="http://schemas.microsoft.com/office/drawing/2014/main" id="{33B59742-B6CE-4F36-8BBF-A6CCBDD87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932"/>
              <a:ext cx="167" cy="362"/>
            </a:xfrm>
            <a:custGeom>
              <a:avLst/>
              <a:gdLst>
                <a:gd name="T0" fmla="*/ 303 w 124"/>
                <a:gd name="T1" fmla="*/ 23 h 269"/>
                <a:gd name="T2" fmla="*/ 296 w 124"/>
                <a:gd name="T3" fmla="*/ 27 h 269"/>
                <a:gd name="T4" fmla="*/ 268 w 124"/>
                <a:gd name="T5" fmla="*/ 54 h 269"/>
                <a:gd name="T6" fmla="*/ 260 w 124"/>
                <a:gd name="T7" fmla="*/ 58 h 269"/>
                <a:gd name="T8" fmla="*/ 246 w 124"/>
                <a:gd name="T9" fmla="*/ 51 h 269"/>
                <a:gd name="T10" fmla="*/ 246 w 124"/>
                <a:gd name="T11" fmla="*/ 42 h 269"/>
                <a:gd name="T12" fmla="*/ 249 w 124"/>
                <a:gd name="T13" fmla="*/ 7 h 269"/>
                <a:gd name="T14" fmla="*/ 252 w 124"/>
                <a:gd name="T15" fmla="*/ 0 h 269"/>
                <a:gd name="T16" fmla="*/ 252 w 124"/>
                <a:gd name="T17" fmla="*/ 0 h 269"/>
                <a:gd name="T18" fmla="*/ 237 w 124"/>
                <a:gd name="T19" fmla="*/ 43 h 269"/>
                <a:gd name="T20" fmla="*/ 237 w 124"/>
                <a:gd name="T21" fmla="*/ 65 h 269"/>
                <a:gd name="T22" fmla="*/ 220 w 124"/>
                <a:gd name="T23" fmla="*/ 85 h 269"/>
                <a:gd name="T24" fmla="*/ 203 w 124"/>
                <a:gd name="T25" fmla="*/ 98 h 269"/>
                <a:gd name="T26" fmla="*/ 193 w 124"/>
                <a:gd name="T27" fmla="*/ 106 h 269"/>
                <a:gd name="T28" fmla="*/ 168 w 124"/>
                <a:gd name="T29" fmla="*/ 77 h 269"/>
                <a:gd name="T30" fmla="*/ 163 w 124"/>
                <a:gd name="T31" fmla="*/ 78 h 269"/>
                <a:gd name="T32" fmla="*/ 182 w 124"/>
                <a:gd name="T33" fmla="*/ 110 h 269"/>
                <a:gd name="T34" fmla="*/ 178 w 124"/>
                <a:gd name="T35" fmla="*/ 129 h 269"/>
                <a:gd name="T36" fmla="*/ 174 w 124"/>
                <a:gd name="T37" fmla="*/ 167 h 269"/>
                <a:gd name="T38" fmla="*/ 174 w 124"/>
                <a:gd name="T39" fmla="*/ 168 h 269"/>
                <a:gd name="T40" fmla="*/ 154 w 124"/>
                <a:gd name="T41" fmla="*/ 219 h 269"/>
                <a:gd name="T42" fmla="*/ 114 w 124"/>
                <a:gd name="T43" fmla="*/ 258 h 269"/>
                <a:gd name="T44" fmla="*/ 15 w 124"/>
                <a:gd name="T45" fmla="*/ 404 h 269"/>
                <a:gd name="T46" fmla="*/ 9 w 124"/>
                <a:gd name="T47" fmla="*/ 544 h 269"/>
                <a:gd name="T48" fmla="*/ 0 w 124"/>
                <a:gd name="T49" fmla="*/ 655 h 269"/>
                <a:gd name="T50" fmla="*/ 35 w 124"/>
                <a:gd name="T51" fmla="*/ 619 h 269"/>
                <a:gd name="T52" fmla="*/ 35 w 124"/>
                <a:gd name="T53" fmla="*/ 541 h 269"/>
                <a:gd name="T54" fmla="*/ 40 w 124"/>
                <a:gd name="T55" fmla="*/ 409 h 269"/>
                <a:gd name="T56" fmla="*/ 132 w 124"/>
                <a:gd name="T57" fmla="*/ 277 h 269"/>
                <a:gd name="T58" fmla="*/ 174 w 124"/>
                <a:gd name="T59" fmla="*/ 237 h 269"/>
                <a:gd name="T60" fmla="*/ 198 w 124"/>
                <a:gd name="T61" fmla="*/ 168 h 269"/>
                <a:gd name="T62" fmla="*/ 198 w 124"/>
                <a:gd name="T63" fmla="*/ 167 h 269"/>
                <a:gd name="T64" fmla="*/ 215 w 124"/>
                <a:gd name="T65" fmla="*/ 112 h 269"/>
                <a:gd name="T66" fmla="*/ 226 w 124"/>
                <a:gd name="T67" fmla="*/ 104 h 269"/>
                <a:gd name="T68" fmla="*/ 246 w 124"/>
                <a:gd name="T69" fmla="*/ 85 h 269"/>
                <a:gd name="T70" fmla="*/ 260 w 124"/>
                <a:gd name="T71" fmla="*/ 70 h 269"/>
                <a:gd name="T72" fmla="*/ 271 w 124"/>
                <a:gd name="T73" fmla="*/ 65 h 269"/>
                <a:gd name="T74" fmla="*/ 303 w 124"/>
                <a:gd name="T75" fmla="*/ 23 h 26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4" h="269">
                  <a:moveTo>
                    <a:pt x="124" y="10"/>
                  </a:moveTo>
                  <a:cubicBezTo>
                    <a:pt x="123" y="10"/>
                    <a:pt x="122" y="9"/>
                    <a:pt x="121" y="11"/>
                  </a:cubicBezTo>
                  <a:cubicBezTo>
                    <a:pt x="119" y="14"/>
                    <a:pt x="118" y="19"/>
                    <a:pt x="110" y="22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5" y="24"/>
                    <a:pt x="102" y="24"/>
                    <a:pt x="101" y="21"/>
                  </a:cubicBezTo>
                  <a:cubicBezTo>
                    <a:pt x="101" y="19"/>
                    <a:pt x="101" y="18"/>
                    <a:pt x="101" y="17"/>
                  </a:cubicBezTo>
                  <a:cubicBezTo>
                    <a:pt x="100" y="12"/>
                    <a:pt x="99" y="5"/>
                    <a:pt x="102" y="3"/>
                  </a:cubicBezTo>
                  <a:cubicBezTo>
                    <a:pt x="103" y="2"/>
                    <a:pt x="102" y="1"/>
                    <a:pt x="103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95" y="4"/>
                    <a:pt x="95" y="11"/>
                    <a:pt x="97" y="18"/>
                  </a:cubicBezTo>
                  <a:cubicBezTo>
                    <a:pt x="97" y="21"/>
                    <a:pt x="97" y="27"/>
                    <a:pt x="97" y="27"/>
                  </a:cubicBezTo>
                  <a:cubicBezTo>
                    <a:pt x="96" y="33"/>
                    <a:pt x="93" y="33"/>
                    <a:pt x="90" y="35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1" y="41"/>
                    <a:pt x="80" y="42"/>
                    <a:pt x="79" y="44"/>
                  </a:cubicBezTo>
                  <a:cubicBezTo>
                    <a:pt x="77" y="40"/>
                    <a:pt x="72" y="33"/>
                    <a:pt x="69" y="31"/>
                  </a:cubicBezTo>
                  <a:cubicBezTo>
                    <a:pt x="67" y="29"/>
                    <a:pt x="67" y="32"/>
                    <a:pt x="67" y="32"/>
                  </a:cubicBezTo>
                  <a:cubicBezTo>
                    <a:pt x="71" y="36"/>
                    <a:pt x="74" y="39"/>
                    <a:pt x="74" y="45"/>
                  </a:cubicBezTo>
                  <a:cubicBezTo>
                    <a:pt x="74" y="46"/>
                    <a:pt x="75" y="50"/>
                    <a:pt x="73" y="53"/>
                  </a:cubicBezTo>
                  <a:cubicBezTo>
                    <a:pt x="72" y="57"/>
                    <a:pt x="71" y="62"/>
                    <a:pt x="71" y="68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80"/>
                    <a:pt x="71" y="82"/>
                    <a:pt x="63" y="90"/>
                  </a:cubicBezTo>
                  <a:cubicBezTo>
                    <a:pt x="58" y="96"/>
                    <a:pt x="52" y="101"/>
                    <a:pt x="47" y="106"/>
                  </a:cubicBezTo>
                  <a:cubicBezTo>
                    <a:pt x="29" y="123"/>
                    <a:pt x="11" y="140"/>
                    <a:pt x="6" y="166"/>
                  </a:cubicBezTo>
                  <a:cubicBezTo>
                    <a:pt x="3" y="184"/>
                    <a:pt x="3" y="204"/>
                    <a:pt x="4" y="223"/>
                  </a:cubicBezTo>
                  <a:cubicBezTo>
                    <a:pt x="4" y="233"/>
                    <a:pt x="5" y="252"/>
                    <a:pt x="0" y="269"/>
                  </a:cubicBezTo>
                  <a:cubicBezTo>
                    <a:pt x="14" y="254"/>
                    <a:pt x="14" y="254"/>
                    <a:pt x="14" y="254"/>
                  </a:cubicBezTo>
                  <a:cubicBezTo>
                    <a:pt x="14" y="244"/>
                    <a:pt x="14" y="233"/>
                    <a:pt x="14" y="222"/>
                  </a:cubicBezTo>
                  <a:cubicBezTo>
                    <a:pt x="13" y="204"/>
                    <a:pt x="13" y="185"/>
                    <a:pt x="16" y="168"/>
                  </a:cubicBezTo>
                  <a:cubicBezTo>
                    <a:pt x="20" y="145"/>
                    <a:pt x="36" y="130"/>
                    <a:pt x="54" y="114"/>
                  </a:cubicBezTo>
                  <a:cubicBezTo>
                    <a:pt x="59" y="108"/>
                    <a:pt x="65" y="103"/>
                    <a:pt x="71" y="97"/>
                  </a:cubicBezTo>
                  <a:cubicBezTo>
                    <a:pt x="81" y="86"/>
                    <a:pt x="81" y="81"/>
                    <a:pt x="81" y="69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58"/>
                    <a:pt x="82" y="51"/>
                    <a:pt x="88" y="46"/>
                  </a:cubicBezTo>
                  <a:cubicBezTo>
                    <a:pt x="93" y="42"/>
                    <a:pt x="93" y="42"/>
                    <a:pt x="93" y="42"/>
                  </a:cubicBezTo>
                  <a:cubicBezTo>
                    <a:pt x="96" y="41"/>
                    <a:pt x="99" y="39"/>
                    <a:pt x="101" y="35"/>
                  </a:cubicBezTo>
                  <a:cubicBezTo>
                    <a:pt x="102" y="33"/>
                    <a:pt x="105" y="29"/>
                    <a:pt x="106" y="29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18" y="23"/>
                    <a:pt x="121" y="18"/>
                    <a:pt x="124" y="1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5" name="Freeform 491">
              <a:extLst>
                <a:ext uri="{FF2B5EF4-FFF2-40B4-BE49-F238E27FC236}">
                  <a16:creationId xmlns:a16="http://schemas.microsoft.com/office/drawing/2014/main" id="{ADE76131-61AC-4F3A-B28A-82F6FEA12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850"/>
              <a:ext cx="314" cy="548"/>
            </a:xfrm>
            <a:custGeom>
              <a:avLst/>
              <a:gdLst>
                <a:gd name="T0" fmla="*/ 537 w 234"/>
                <a:gd name="T1" fmla="*/ 493 h 408"/>
                <a:gd name="T2" fmla="*/ 517 w 234"/>
                <a:gd name="T3" fmla="*/ 489 h 408"/>
                <a:gd name="T4" fmla="*/ 527 w 234"/>
                <a:gd name="T5" fmla="*/ 432 h 408"/>
                <a:gd name="T6" fmla="*/ 522 w 234"/>
                <a:gd name="T7" fmla="*/ 369 h 408"/>
                <a:gd name="T8" fmla="*/ 517 w 234"/>
                <a:gd name="T9" fmla="*/ 431 h 408"/>
                <a:gd name="T10" fmla="*/ 507 w 234"/>
                <a:gd name="T11" fmla="*/ 488 h 408"/>
                <a:gd name="T12" fmla="*/ 501 w 234"/>
                <a:gd name="T13" fmla="*/ 506 h 408"/>
                <a:gd name="T14" fmla="*/ 439 w 234"/>
                <a:gd name="T15" fmla="*/ 564 h 408"/>
                <a:gd name="T16" fmla="*/ 390 w 234"/>
                <a:gd name="T17" fmla="*/ 584 h 408"/>
                <a:gd name="T18" fmla="*/ 321 w 234"/>
                <a:gd name="T19" fmla="*/ 592 h 408"/>
                <a:gd name="T20" fmla="*/ 289 w 234"/>
                <a:gd name="T21" fmla="*/ 564 h 408"/>
                <a:gd name="T22" fmla="*/ 313 w 234"/>
                <a:gd name="T23" fmla="*/ 500 h 408"/>
                <a:gd name="T24" fmla="*/ 388 w 234"/>
                <a:gd name="T25" fmla="*/ 467 h 408"/>
                <a:gd name="T26" fmla="*/ 409 w 234"/>
                <a:gd name="T27" fmla="*/ 451 h 408"/>
                <a:gd name="T28" fmla="*/ 447 w 234"/>
                <a:gd name="T29" fmla="*/ 411 h 408"/>
                <a:gd name="T30" fmla="*/ 404 w 234"/>
                <a:gd name="T31" fmla="*/ 437 h 408"/>
                <a:gd name="T32" fmla="*/ 376 w 234"/>
                <a:gd name="T33" fmla="*/ 458 h 408"/>
                <a:gd name="T34" fmla="*/ 319 w 234"/>
                <a:gd name="T35" fmla="*/ 479 h 408"/>
                <a:gd name="T36" fmla="*/ 310 w 234"/>
                <a:gd name="T37" fmla="*/ 383 h 408"/>
                <a:gd name="T38" fmla="*/ 280 w 234"/>
                <a:gd name="T39" fmla="*/ 224 h 408"/>
                <a:gd name="T40" fmla="*/ 338 w 234"/>
                <a:gd name="T41" fmla="*/ 79 h 408"/>
                <a:gd name="T42" fmla="*/ 412 w 234"/>
                <a:gd name="T43" fmla="*/ 56 h 408"/>
                <a:gd name="T44" fmla="*/ 360 w 234"/>
                <a:gd name="T45" fmla="*/ 64 h 408"/>
                <a:gd name="T46" fmla="*/ 358 w 234"/>
                <a:gd name="T47" fmla="*/ 36 h 408"/>
                <a:gd name="T48" fmla="*/ 348 w 234"/>
                <a:gd name="T49" fmla="*/ 0 h 408"/>
                <a:gd name="T50" fmla="*/ 331 w 234"/>
                <a:gd name="T51" fmla="*/ 70 h 408"/>
                <a:gd name="T52" fmla="*/ 248 w 234"/>
                <a:gd name="T53" fmla="*/ 199 h 408"/>
                <a:gd name="T54" fmla="*/ 153 w 234"/>
                <a:gd name="T55" fmla="*/ 136 h 408"/>
                <a:gd name="T56" fmla="*/ 162 w 234"/>
                <a:gd name="T57" fmla="*/ 42 h 408"/>
                <a:gd name="T58" fmla="*/ 182 w 234"/>
                <a:gd name="T59" fmla="*/ 15 h 408"/>
                <a:gd name="T60" fmla="*/ 148 w 234"/>
                <a:gd name="T61" fmla="*/ 48 h 408"/>
                <a:gd name="T62" fmla="*/ 114 w 234"/>
                <a:gd name="T63" fmla="*/ 7 h 408"/>
                <a:gd name="T64" fmla="*/ 133 w 234"/>
                <a:gd name="T65" fmla="*/ 69 h 408"/>
                <a:gd name="T66" fmla="*/ 121 w 234"/>
                <a:gd name="T67" fmla="*/ 136 h 408"/>
                <a:gd name="T68" fmla="*/ 51 w 234"/>
                <a:gd name="T69" fmla="*/ 120 h 408"/>
                <a:gd name="T70" fmla="*/ 34 w 234"/>
                <a:gd name="T71" fmla="*/ 85 h 408"/>
                <a:gd name="T72" fmla="*/ 38 w 234"/>
                <a:gd name="T73" fmla="*/ 133 h 408"/>
                <a:gd name="T74" fmla="*/ 1 w 234"/>
                <a:gd name="T75" fmla="*/ 156 h 408"/>
                <a:gd name="T76" fmla="*/ 115 w 234"/>
                <a:gd name="T77" fmla="*/ 156 h 408"/>
                <a:gd name="T78" fmla="*/ 262 w 234"/>
                <a:gd name="T79" fmla="*/ 262 h 408"/>
                <a:gd name="T80" fmla="*/ 284 w 234"/>
                <a:gd name="T81" fmla="*/ 388 h 408"/>
                <a:gd name="T82" fmla="*/ 275 w 234"/>
                <a:gd name="T83" fmla="*/ 494 h 408"/>
                <a:gd name="T84" fmla="*/ 196 w 234"/>
                <a:gd name="T85" fmla="*/ 458 h 408"/>
                <a:gd name="T86" fmla="*/ 136 w 234"/>
                <a:gd name="T87" fmla="*/ 426 h 408"/>
                <a:gd name="T88" fmla="*/ 126 w 234"/>
                <a:gd name="T89" fmla="*/ 430 h 408"/>
                <a:gd name="T90" fmla="*/ 191 w 234"/>
                <a:gd name="T91" fmla="*/ 473 h 408"/>
                <a:gd name="T92" fmla="*/ 274 w 234"/>
                <a:gd name="T93" fmla="*/ 510 h 408"/>
                <a:gd name="T94" fmla="*/ 254 w 234"/>
                <a:gd name="T95" fmla="*/ 580 h 408"/>
                <a:gd name="T96" fmla="*/ 154 w 234"/>
                <a:gd name="T97" fmla="*/ 989 h 408"/>
                <a:gd name="T98" fmla="*/ 239 w 234"/>
                <a:gd name="T99" fmla="*/ 677 h 408"/>
                <a:gd name="T100" fmla="*/ 259 w 234"/>
                <a:gd name="T101" fmla="*/ 672 h 408"/>
                <a:gd name="T102" fmla="*/ 289 w 234"/>
                <a:gd name="T103" fmla="*/ 685 h 408"/>
                <a:gd name="T104" fmla="*/ 254 w 234"/>
                <a:gd name="T105" fmla="*/ 643 h 408"/>
                <a:gd name="T106" fmla="*/ 283 w 234"/>
                <a:gd name="T107" fmla="*/ 595 h 408"/>
                <a:gd name="T108" fmla="*/ 381 w 234"/>
                <a:gd name="T109" fmla="*/ 615 h 408"/>
                <a:gd name="T110" fmla="*/ 423 w 234"/>
                <a:gd name="T111" fmla="*/ 588 h 408"/>
                <a:gd name="T112" fmla="*/ 475 w 234"/>
                <a:gd name="T113" fmla="*/ 572 h 408"/>
                <a:gd name="T114" fmla="*/ 537 w 234"/>
                <a:gd name="T115" fmla="*/ 501 h 408"/>
                <a:gd name="T116" fmla="*/ 564 w 234"/>
                <a:gd name="T117" fmla="*/ 485 h 40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34" h="408">
                  <a:moveTo>
                    <a:pt x="233" y="200"/>
                  </a:moveTo>
                  <a:cubicBezTo>
                    <a:pt x="231" y="203"/>
                    <a:pt x="228" y="203"/>
                    <a:pt x="222" y="203"/>
                  </a:cubicBezTo>
                  <a:cubicBezTo>
                    <a:pt x="220" y="203"/>
                    <a:pt x="217" y="204"/>
                    <a:pt x="214" y="204"/>
                  </a:cubicBezTo>
                  <a:cubicBezTo>
                    <a:pt x="214" y="204"/>
                    <a:pt x="214" y="203"/>
                    <a:pt x="214" y="202"/>
                  </a:cubicBezTo>
                  <a:cubicBezTo>
                    <a:pt x="216" y="192"/>
                    <a:pt x="216" y="192"/>
                    <a:pt x="216" y="192"/>
                  </a:cubicBezTo>
                  <a:cubicBezTo>
                    <a:pt x="216" y="188"/>
                    <a:pt x="217" y="184"/>
                    <a:pt x="218" y="179"/>
                  </a:cubicBezTo>
                  <a:cubicBezTo>
                    <a:pt x="220" y="173"/>
                    <a:pt x="219" y="164"/>
                    <a:pt x="219" y="161"/>
                  </a:cubicBezTo>
                  <a:cubicBezTo>
                    <a:pt x="219" y="158"/>
                    <a:pt x="216" y="153"/>
                    <a:pt x="216" y="153"/>
                  </a:cubicBezTo>
                  <a:cubicBezTo>
                    <a:pt x="217" y="162"/>
                    <a:pt x="217" y="162"/>
                    <a:pt x="217" y="162"/>
                  </a:cubicBezTo>
                  <a:cubicBezTo>
                    <a:pt x="218" y="167"/>
                    <a:pt x="216" y="173"/>
                    <a:pt x="214" y="178"/>
                  </a:cubicBezTo>
                  <a:cubicBezTo>
                    <a:pt x="213" y="183"/>
                    <a:pt x="212" y="188"/>
                    <a:pt x="212" y="192"/>
                  </a:cubicBezTo>
                  <a:cubicBezTo>
                    <a:pt x="210" y="201"/>
                    <a:pt x="210" y="201"/>
                    <a:pt x="210" y="201"/>
                  </a:cubicBezTo>
                  <a:cubicBezTo>
                    <a:pt x="210" y="203"/>
                    <a:pt x="208" y="206"/>
                    <a:pt x="207" y="209"/>
                  </a:cubicBezTo>
                  <a:cubicBezTo>
                    <a:pt x="207" y="209"/>
                    <a:pt x="207" y="209"/>
                    <a:pt x="207" y="209"/>
                  </a:cubicBezTo>
                  <a:cubicBezTo>
                    <a:pt x="203" y="219"/>
                    <a:pt x="196" y="227"/>
                    <a:pt x="192" y="230"/>
                  </a:cubicBezTo>
                  <a:cubicBezTo>
                    <a:pt x="189" y="232"/>
                    <a:pt x="186" y="232"/>
                    <a:pt x="182" y="233"/>
                  </a:cubicBezTo>
                  <a:cubicBezTo>
                    <a:pt x="178" y="233"/>
                    <a:pt x="174" y="234"/>
                    <a:pt x="171" y="235"/>
                  </a:cubicBezTo>
                  <a:cubicBezTo>
                    <a:pt x="168" y="237"/>
                    <a:pt x="165" y="239"/>
                    <a:pt x="162" y="241"/>
                  </a:cubicBezTo>
                  <a:cubicBezTo>
                    <a:pt x="160" y="243"/>
                    <a:pt x="158" y="245"/>
                    <a:pt x="155" y="247"/>
                  </a:cubicBezTo>
                  <a:cubicBezTo>
                    <a:pt x="147" y="250"/>
                    <a:pt x="141" y="247"/>
                    <a:pt x="133" y="244"/>
                  </a:cubicBezTo>
                  <a:cubicBezTo>
                    <a:pt x="130" y="242"/>
                    <a:pt x="125" y="240"/>
                    <a:pt x="121" y="239"/>
                  </a:cubicBezTo>
                  <a:cubicBezTo>
                    <a:pt x="117" y="238"/>
                    <a:pt x="118" y="235"/>
                    <a:pt x="119" y="233"/>
                  </a:cubicBezTo>
                  <a:cubicBezTo>
                    <a:pt x="122" y="225"/>
                    <a:pt x="124" y="218"/>
                    <a:pt x="126" y="211"/>
                  </a:cubicBezTo>
                  <a:cubicBezTo>
                    <a:pt x="126" y="210"/>
                    <a:pt x="127" y="206"/>
                    <a:pt x="130" y="206"/>
                  </a:cubicBezTo>
                  <a:cubicBezTo>
                    <a:pt x="133" y="204"/>
                    <a:pt x="137" y="203"/>
                    <a:pt x="141" y="202"/>
                  </a:cubicBezTo>
                  <a:cubicBezTo>
                    <a:pt x="147" y="201"/>
                    <a:pt x="154" y="199"/>
                    <a:pt x="160" y="193"/>
                  </a:cubicBezTo>
                  <a:cubicBezTo>
                    <a:pt x="163" y="190"/>
                    <a:pt x="163" y="190"/>
                    <a:pt x="163" y="190"/>
                  </a:cubicBezTo>
                  <a:cubicBezTo>
                    <a:pt x="165" y="188"/>
                    <a:pt x="165" y="187"/>
                    <a:pt x="169" y="186"/>
                  </a:cubicBezTo>
                  <a:cubicBezTo>
                    <a:pt x="173" y="184"/>
                    <a:pt x="173" y="184"/>
                    <a:pt x="173" y="184"/>
                  </a:cubicBezTo>
                  <a:cubicBezTo>
                    <a:pt x="179" y="181"/>
                    <a:pt x="180" y="178"/>
                    <a:pt x="185" y="170"/>
                  </a:cubicBezTo>
                  <a:cubicBezTo>
                    <a:pt x="181" y="176"/>
                    <a:pt x="176" y="176"/>
                    <a:pt x="170" y="178"/>
                  </a:cubicBezTo>
                  <a:cubicBezTo>
                    <a:pt x="167" y="180"/>
                    <a:pt x="167" y="180"/>
                    <a:pt x="167" y="180"/>
                  </a:cubicBezTo>
                  <a:cubicBezTo>
                    <a:pt x="162" y="182"/>
                    <a:pt x="161" y="184"/>
                    <a:pt x="159" y="186"/>
                  </a:cubicBezTo>
                  <a:cubicBezTo>
                    <a:pt x="156" y="189"/>
                    <a:pt x="156" y="189"/>
                    <a:pt x="156" y="189"/>
                  </a:cubicBezTo>
                  <a:cubicBezTo>
                    <a:pt x="151" y="194"/>
                    <a:pt x="145" y="195"/>
                    <a:pt x="139" y="196"/>
                  </a:cubicBezTo>
                  <a:cubicBezTo>
                    <a:pt x="137" y="197"/>
                    <a:pt x="134" y="198"/>
                    <a:pt x="132" y="198"/>
                  </a:cubicBezTo>
                  <a:cubicBezTo>
                    <a:pt x="131" y="199"/>
                    <a:pt x="129" y="196"/>
                    <a:pt x="129" y="195"/>
                  </a:cubicBezTo>
                  <a:cubicBezTo>
                    <a:pt x="131" y="182"/>
                    <a:pt x="130" y="172"/>
                    <a:pt x="128" y="158"/>
                  </a:cubicBezTo>
                  <a:cubicBezTo>
                    <a:pt x="123" y="137"/>
                    <a:pt x="123" y="137"/>
                    <a:pt x="123" y="137"/>
                  </a:cubicBezTo>
                  <a:cubicBezTo>
                    <a:pt x="120" y="121"/>
                    <a:pt x="117" y="108"/>
                    <a:pt x="116" y="92"/>
                  </a:cubicBezTo>
                  <a:cubicBezTo>
                    <a:pt x="116" y="92"/>
                    <a:pt x="116" y="76"/>
                    <a:pt x="118" y="71"/>
                  </a:cubicBezTo>
                  <a:cubicBezTo>
                    <a:pt x="123" y="54"/>
                    <a:pt x="128" y="45"/>
                    <a:pt x="140" y="33"/>
                  </a:cubicBezTo>
                  <a:cubicBezTo>
                    <a:pt x="142" y="31"/>
                    <a:pt x="145" y="31"/>
                    <a:pt x="147" y="31"/>
                  </a:cubicBezTo>
                  <a:cubicBezTo>
                    <a:pt x="152" y="31"/>
                    <a:pt x="165" y="32"/>
                    <a:pt x="171" y="23"/>
                  </a:cubicBezTo>
                  <a:cubicBezTo>
                    <a:pt x="170" y="23"/>
                    <a:pt x="170" y="23"/>
                    <a:pt x="169" y="23"/>
                  </a:cubicBezTo>
                  <a:cubicBezTo>
                    <a:pt x="163" y="27"/>
                    <a:pt x="154" y="28"/>
                    <a:pt x="149" y="27"/>
                  </a:cubicBezTo>
                  <a:cubicBezTo>
                    <a:pt x="148" y="26"/>
                    <a:pt x="148" y="24"/>
                    <a:pt x="148" y="22"/>
                  </a:cubicBezTo>
                  <a:cubicBezTo>
                    <a:pt x="148" y="20"/>
                    <a:pt x="148" y="17"/>
                    <a:pt x="148" y="15"/>
                  </a:cubicBezTo>
                  <a:cubicBezTo>
                    <a:pt x="148" y="12"/>
                    <a:pt x="147" y="6"/>
                    <a:pt x="146" y="2"/>
                  </a:cubicBezTo>
                  <a:cubicBezTo>
                    <a:pt x="145" y="0"/>
                    <a:pt x="145" y="0"/>
                    <a:pt x="144" y="0"/>
                  </a:cubicBezTo>
                  <a:cubicBezTo>
                    <a:pt x="146" y="9"/>
                    <a:pt x="145" y="17"/>
                    <a:pt x="144" y="21"/>
                  </a:cubicBezTo>
                  <a:cubicBezTo>
                    <a:pt x="144" y="25"/>
                    <a:pt x="139" y="27"/>
                    <a:pt x="137" y="29"/>
                  </a:cubicBezTo>
                  <a:cubicBezTo>
                    <a:pt x="124" y="43"/>
                    <a:pt x="113" y="56"/>
                    <a:pt x="108" y="77"/>
                  </a:cubicBezTo>
                  <a:cubicBezTo>
                    <a:pt x="108" y="80"/>
                    <a:pt x="106" y="84"/>
                    <a:pt x="103" y="82"/>
                  </a:cubicBezTo>
                  <a:cubicBezTo>
                    <a:pt x="94" y="75"/>
                    <a:pt x="82" y="69"/>
                    <a:pt x="71" y="64"/>
                  </a:cubicBezTo>
                  <a:cubicBezTo>
                    <a:pt x="66" y="61"/>
                    <a:pt x="64" y="58"/>
                    <a:pt x="63" y="56"/>
                  </a:cubicBezTo>
                  <a:cubicBezTo>
                    <a:pt x="59" y="48"/>
                    <a:pt x="60" y="38"/>
                    <a:pt x="61" y="30"/>
                  </a:cubicBezTo>
                  <a:cubicBezTo>
                    <a:pt x="61" y="30"/>
                    <a:pt x="65" y="20"/>
                    <a:pt x="67" y="17"/>
                  </a:cubicBezTo>
                  <a:cubicBezTo>
                    <a:pt x="69" y="14"/>
                    <a:pt x="73" y="10"/>
                    <a:pt x="75" y="8"/>
                  </a:cubicBezTo>
                  <a:cubicBezTo>
                    <a:pt x="76" y="7"/>
                    <a:pt x="76" y="7"/>
                    <a:pt x="75" y="6"/>
                  </a:cubicBezTo>
                  <a:cubicBezTo>
                    <a:pt x="73" y="9"/>
                    <a:pt x="67" y="11"/>
                    <a:pt x="64" y="15"/>
                  </a:cubicBezTo>
                  <a:cubicBezTo>
                    <a:pt x="63" y="16"/>
                    <a:pt x="61" y="19"/>
                    <a:pt x="61" y="20"/>
                  </a:cubicBezTo>
                  <a:cubicBezTo>
                    <a:pt x="60" y="18"/>
                    <a:pt x="53" y="9"/>
                    <a:pt x="50" y="5"/>
                  </a:cubicBezTo>
                  <a:cubicBezTo>
                    <a:pt x="48" y="3"/>
                    <a:pt x="47" y="3"/>
                    <a:pt x="47" y="3"/>
                  </a:cubicBezTo>
                  <a:cubicBezTo>
                    <a:pt x="47" y="3"/>
                    <a:pt x="55" y="19"/>
                    <a:pt x="55" y="21"/>
                  </a:cubicBezTo>
                  <a:cubicBezTo>
                    <a:pt x="56" y="25"/>
                    <a:pt x="55" y="28"/>
                    <a:pt x="55" y="28"/>
                  </a:cubicBezTo>
                  <a:cubicBezTo>
                    <a:pt x="54" y="34"/>
                    <a:pt x="52" y="44"/>
                    <a:pt x="53" y="53"/>
                  </a:cubicBezTo>
                  <a:cubicBezTo>
                    <a:pt x="54" y="55"/>
                    <a:pt x="52" y="57"/>
                    <a:pt x="50" y="56"/>
                  </a:cubicBezTo>
                  <a:cubicBezTo>
                    <a:pt x="50" y="56"/>
                    <a:pt x="38" y="55"/>
                    <a:pt x="34" y="54"/>
                  </a:cubicBezTo>
                  <a:cubicBezTo>
                    <a:pt x="31" y="53"/>
                    <a:pt x="23" y="52"/>
                    <a:pt x="21" y="49"/>
                  </a:cubicBezTo>
                  <a:cubicBezTo>
                    <a:pt x="18" y="45"/>
                    <a:pt x="15" y="39"/>
                    <a:pt x="16" y="34"/>
                  </a:cubicBezTo>
                  <a:cubicBezTo>
                    <a:pt x="15" y="35"/>
                    <a:pt x="14" y="33"/>
                    <a:pt x="14" y="35"/>
                  </a:cubicBezTo>
                  <a:cubicBezTo>
                    <a:pt x="14" y="40"/>
                    <a:pt x="15" y="46"/>
                    <a:pt x="17" y="50"/>
                  </a:cubicBezTo>
                  <a:cubicBezTo>
                    <a:pt x="17" y="51"/>
                    <a:pt x="18" y="54"/>
                    <a:pt x="16" y="55"/>
                  </a:cubicBezTo>
                  <a:cubicBezTo>
                    <a:pt x="11" y="56"/>
                    <a:pt x="5" y="59"/>
                    <a:pt x="1" y="62"/>
                  </a:cubicBezTo>
                  <a:cubicBezTo>
                    <a:pt x="0" y="63"/>
                    <a:pt x="1" y="64"/>
                    <a:pt x="1" y="64"/>
                  </a:cubicBezTo>
                  <a:cubicBezTo>
                    <a:pt x="10" y="59"/>
                    <a:pt x="25" y="56"/>
                    <a:pt x="45" y="63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61" y="68"/>
                    <a:pt x="81" y="77"/>
                    <a:pt x="95" y="86"/>
                  </a:cubicBezTo>
                  <a:cubicBezTo>
                    <a:pt x="105" y="92"/>
                    <a:pt x="107" y="104"/>
                    <a:pt x="108" y="108"/>
                  </a:cubicBezTo>
                  <a:cubicBezTo>
                    <a:pt x="109" y="118"/>
                    <a:pt x="111" y="128"/>
                    <a:pt x="114" y="139"/>
                  </a:cubicBezTo>
                  <a:cubicBezTo>
                    <a:pt x="118" y="160"/>
                    <a:pt x="118" y="160"/>
                    <a:pt x="118" y="160"/>
                  </a:cubicBezTo>
                  <a:cubicBezTo>
                    <a:pt x="121" y="175"/>
                    <a:pt x="122" y="186"/>
                    <a:pt x="118" y="203"/>
                  </a:cubicBezTo>
                  <a:cubicBezTo>
                    <a:pt x="117" y="206"/>
                    <a:pt x="115" y="205"/>
                    <a:pt x="114" y="204"/>
                  </a:cubicBezTo>
                  <a:cubicBezTo>
                    <a:pt x="108" y="200"/>
                    <a:pt x="101" y="197"/>
                    <a:pt x="97" y="194"/>
                  </a:cubicBezTo>
                  <a:cubicBezTo>
                    <a:pt x="91" y="192"/>
                    <a:pt x="86" y="190"/>
                    <a:pt x="81" y="189"/>
                  </a:cubicBezTo>
                  <a:cubicBezTo>
                    <a:pt x="75" y="187"/>
                    <a:pt x="69" y="186"/>
                    <a:pt x="64" y="183"/>
                  </a:cubicBezTo>
                  <a:cubicBezTo>
                    <a:pt x="61" y="182"/>
                    <a:pt x="59" y="179"/>
                    <a:pt x="56" y="176"/>
                  </a:cubicBezTo>
                  <a:cubicBezTo>
                    <a:pt x="54" y="172"/>
                    <a:pt x="49" y="168"/>
                    <a:pt x="46" y="166"/>
                  </a:cubicBezTo>
                  <a:cubicBezTo>
                    <a:pt x="48" y="168"/>
                    <a:pt x="50" y="174"/>
                    <a:pt x="52" y="177"/>
                  </a:cubicBezTo>
                  <a:cubicBezTo>
                    <a:pt x="55" y="181"/>
                    <a:pt x="57" y="186"/>
                    <a:pt x="61" y="188"/>
                  </a:cubicBezTo>
                  <a:cubicBezTo>
                    <a:pt x="67" y="192"/>
                    <a:pt x="73" y="193"/>
                    <a:pt x="79" y="195"/>
                  </a:cubicBezTo>
                  <a:cubicBezTo>
                    <a:pt x="84" y="196"/>
                    <a:pt x="89" y="198"/>
                    <a:pt x="94" y="200"/>
                  </a:cubicBezTo>
                  <a:cubicBezTo>
                    <a:pt x="99" y="202"/>
                    <a:pt x="108" y="206"/>
                    <a:pt x="113" y="211"/>
                  </a:cubicBezTo>
                  <a:cubicBezTo>
                    <a:pt x="113" y="212"/>
                    <a:pt x="115" y="214"/>
                    <a:pt x="113" y="218"/>
                  </a:cubicBezTo>
                  <a:cubicBezTo>
                    <a:pt x="111" y="225"/>
                    <a:pt x="109" y="232"/>
                    <a:pt x="105" y="240"/>
                  </a:cubicBezTo>
                  <a:cubicBezTo>
                    <a:pt x="102" y="249"/>
                    <a:pt x="98" y="258"/>
                    <a:pt x="94" y="268"/>
                  </a:cubicBezTo>
                  <a:cubicBezTo>
                    <a:pt x="78" y="303"/>
                    <a:pt x="58" y="347"/>
                    <a:pt x="64" y="408"/>
                  </a:cubicBezTo>
                  <a:cubicBezTo>
                    <a:pt x="74" y="407"/>
                    <a:pt x="74" y="407"/>
                    <a:pt x="74" y="407"/>
                  </a:cubicBezTo>
                  <a:cubicBezTo>
                    <a:pt x="68" y="353"/>
                    <a:pt x="84" y="314"/>
                    <a:pt x="99" y="279"/>
                  </a:cubicBezTo>
                  <a:cubicBezTo>
                    <a:pt x="101" y="276"/>
                    <a:pt x="103" y="276"/>
                    <a:pt x="104" y="277"/>
                  </a:cubicBezTo>
                  <a:cubicBezTo>
                    <a:pt x="105" y="277"/>
                    <a:pt x="106" y="277"/>
                    <a:pt x="107" y="277"/>
                  </a:cubicBezTo>
                  <a:cubicBezTo>
                    <a:pt x="114" y="279"/>
                    <a:pt x="115" y="279"/>
                    <a:pt x="115" y="283"/>
                  </a:cubicBezTo>
                  <a:cubicBezTo>
                    <a:pt x="119" y="283"/>
                    <a:pt x="119" y="283"/>
                    <a:pt x="119" y="283"/>
                  </a:cubicBezTo>
                  <a:cubicBezTo>
                    <a:pt x="118" y="272"/>
                    <a:pt x="111" y="272"/>
                    <a:pt x="105" y="271"/>
                  </a:cubicBezTo>
                  <a:cubicBezTo>
                    <a:pt x="102" y="270"/>
                    <a:pt x="105" y="267"/>
                    <a:pt x="105" y="266"/>
                  </a:cubicBezTo>
                  <a:cubicBezTo>
                    <a:pt x="108" y="261"/>
                    <a:pt x="110" y="256"/>
                    <a:pt x="112" y="251"/>
                  </a:cubicBezTo>
                  <a:cubicBezTo>
                    <a:pt x="113" y="246"/>
                    <a:pt x="116" y="246"/>
                    <a:pt x="117" y="246"/>
                  </a:cubicBezTo>
                  <a:cubicBezTo>
                    <a:pt x="122" y="247"/>
                    <a:pt x="126" y="249"/>
                    <a:pt x="130" y="251"/>
                  </a:cubicBezTo>
                  <a:cubicBezTo>
                    <a:pt x="138" y="254"/>
                    <a:pt x="147" y="259"/>
                    <a:pt x="158" y="254"/>
                  </a:cubicBezTo>
                  <a:cubicBezTo>
                    <a:pt x="162" y="252"/>
                    <a:pt x="165" y="250"/>
                    <a:pt x="168" y="248"/>
                  </a:cubicBezTo>
                  <a:cubicBezTo>
                    <a:pt x="170" y="246"/>
                    <a:pt x="172" y="244"/>
                    <a:pt x="175" y="243"/>
                  </a:cubicBezTo>
                  <a:cubicBezTo>
                    <a:pt x="177" y="242"/>
                    <a:pt x="180" y="241"/>
                    <a:pt x="183" y="241"/>
                  </a:cubicBezTo>
                  <a:cubicBezTo>
                    <a:pt x="187" y="240"/>
                    <a:pt x="193" y="239"/>
                    <a:pt x="197" y="236"/>
                  </a:cubicBezTo>
                  <a:cubicBezTo>
                    <a:pt x="203" y="231"/>
                    <a:pt x="209" y="220"/>
                    <a:pt x="213" y="211"/>
                  </a:cubicBezTo>
                  <a:cubicBezTo>
                    <a:pt x="214" y="207"/>
                    <a:pt x="218" y="207"/>
                    <a:pt x="222" y="207"/>
                  </a:cubicBezTo>
                  <a:cubicBezTo>
                    <a:pt x="227" y="206"/>
                    <a:pt x="231" y="206"/>
                    <a:pt x="234" y="200"/>
                  </a:cubicBezTo>
                  <a:lnTo>
                    <a:pt x="233" y="200"/>
                  </a:ln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6" name="Freeform 492">
              <a:extLst>
                <a:ext uri="{FF2B5EF4-FFF2-40B4-BE49-F238E27FC236}">
                  <a16:creationId xmlns:a16="http://schemas.microsoft.com/office/drawing/2014/main" id="{3CD9A735-F183-4B75-A960-BBDDDAB88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326"/>
              <a:ext cx="169" cy="301"/>
            </a:xfrm>
            <a:custGeom>
              <a:avLst/>
              <a:gdLst>
                <a:gd name="T0" fmla="*/ 212 w 126"/>
                <a:gd name="T1" fmla="*/ 410 h 224"/>
                <a:gd name="T2" fmla="*/ 204 w 126"/>
                <a:gd name="T3" fmla="*/ 395 h 224"/>
                <a:gd name="T4" fmla="*/ 189 w 126"/>
                <a:gd name="T5" fmla="*/ 325 h 224"/>
                <a:gd name="T6" fmla="*/ 212 w 126"/>
                <a:gd name="T7" fmla="*/ 331 h 224"/>
                <a:gd name="T8" fmla="*/ 212 w 126"/>
                <a:gd name="T9" fmla="*/ 320 h 224"/>
                <a:gd name="T10" fmla="*/ 190 w 126"/>
                <a:gd name="T11" fmla="*/ 316 h 224"/>
                <a:gd name="T12" fmla="*/ 178 w 126"/>
                <a:gd name="T13" fmla="*/ 298 h 224"/>
                <a:gd name="T14" fmla="*/ 169 w 126"/>
                <a:gd name="T15" fmla="*/ 269 h 224"/>
                <a:gd name="T16" fmla="*/ 154 w 126"/>
                <a:gd name="T17" fmla="*/ 241 h 224"/>
                <a:gd name="T18" fmla="*/ 105 w 126"/>
                <a:gd name="T19" fmla="*/ 114 h 224"/>
                <a:gd name="T20" fmla="*/ 106 w 126"/>
                <a:gd name="T21" fmla="*/ 101 h 224"/>
                <a:gd name="T22" fmla="*/ 121 w 126"/>
                <a:gd name="T23" fmla="*/ 93 h 224"/>
                <a:gd name="T24" fmla="*/ 215 w 126"/>
                <a:gd name="T25" fmla="*/ 98 h 224"/>
                <a:gd name="T26" fmla="*/ 283 w 126"/>
                <a:gd name="T27" fmla="*/ 138 h 224"/>
                <a:gd name="T28" fmla="*/ 304 w 126"/>
                <a:gd name="T29" fmla="*/ 120 h 224"/>
                <a:gd name="T30" fmla="*/ 225 w 126"/>
                <a:gd name="T31" fmla="*/ 70 h 224"/>
                <a:gd name="T32" fmla="*/ 181 w 126"/>
                <a:gd name="T33" fmla="*/ 58 h 224"/>
                <a:gd name="T34" fmla="*/ 170 w 126"/>
                <a:gd name="T35" fmla="*/ 48 h 224"/>
                <a:gd name="T36" fmla="*/ 174 w 126"/>
                <a:gd name="T37" fmla="*/ 30 h 224"/>
                <a:gd name="T38" fmla="*/ 204 w 126"/>
                <a:gd name="T39" fmla="*/ 15 h 224"/>
                <a:gd name="T40" fmla="*/ 199 w 126"/>
                <a:gd name="T41" fmla="*/ 1 h 224"/>
                <a:gd name="T42" fmla="*/ 170 w 126"/>
                <a:gd name="T43" fmla="*/ 15 h 224"/>
                <a:gd name="T44" fmla="*/ 160 w 126"/>
                <a:gd name="T45" fmla="*/ 15 h 224"/>
                <a:gd name="T46" fmla="*/ 144 w 126"/>
                <a:gd name="T47" fmla="*/ 0 h 224"/>
                <a:gd name="T48" fmla="*/ 135 w 126"/>
                <a:gd name="T49" fmla="*/ 12 h 224"/>
                <a:gd name="T50" fmla="*/ 154 w 126"/>
                <a:gd name="T51" fmla="*/ 30 h 224"/>
                <a:gd name="T52" fmla="*/ 153 w 126"/>
                <a:gd name="T53" fmla="*/ 48 h 224"/>
                <a:gd name="T54" fmla="*/ 141 w 126"/>
                <a:gd name="T55" fmla="*/ 56 h 224"/>
                <a:gd name="T56" fmla="*/ 107 w 126"/>
                <a:gd name="T57" fmla="*/ 65 h 224"/>
                <a:gd name="T58" fmla="*/ 101 w 126"/>
                <a:gd name="T59" fmla="*/ 70 h 224"/>
                <a:gd name="T60" fmla="*/ 94 w 126"/>
                <a:gd name="T61" fmla="*/ 65 h 224"/>
                <a:gd name="T62" fmla="*/ 72 w 126"/>
                <a:gd name="T63" fmla="*/ 27 h 224"/>
                <a:gd name="T64" fmla="*/ 56 w 126"/>
                <a:gd name="T65" fmla="*/ 43 h 224"/>
                <a:gd name="T66" fmla="*/ 72 w 126"/>
                <a:gd name="T67" fmla="*/ 78 h 224"/>
                <a:gd name="T68" fmla="*/ 70 w 126"/>
                <a:gd name="T69" fmla="*/ 98 h 224"/>
                <a:gd name="T70" fmla="*/ 0 w 126"/>
                <a:gd name="T71" fmla="*/ 254 h 224"/>
                <a:gd name="T72" fmla="*/ 28 w 126"/>
                <a:gd name="T73" fmla="*/ 262 h 224"/>
                <a:gd name="T74" fmla="*/ 83 w 126"/>
                <a:gd name="T75" fmla="*/ 126 h 224"/>
                <a:gd name="T76" fmla="*/ 86 w 126"/>
                <a:gd name="T77" fmla="*/ 128 h 224"/>
                <a:gd name="T78" fmla="*/ 137 w 126"/>
                <a:gd name="T79" fmla="*/ 249 h 224"/>
                <a:gd name="T80" fmla="*/ 149 w 126"/>
                <a:gd name="T81" fmla="*/ 277 h 224"/>
                <a:gd name="T82" fmla="*/ 170 w 126"/>
                <a:gd name="T83" fmla="*/ 335 h 224"/>
                <a:gd name="T84" fmla="*/ 196 w 126"/>
                <a:gd name="T85" fmla="*/ 453 h 224"/>
                <a:gd name="T86" fmla="*/ 196 w 126"/>
                <a:gd name="T87" fmla="*/ 542 h 224"/>
                <a:gd name="T88" fmla="*/ 205 w 126"/>
                <a:gd name="T89" fmla="*/ 543 h 224"/>
                <a:gd name="T90" fmla="*/ 204 w 126"/>
                <a:gd name="T91" fmla="*/ 422 h 224"/>
                <a:gd name="T92" fmla="*/ 205 w 126"/>
                <a:gd name="T93" fmla="*/ 417 h 224"/>
                <a:gd name="T94" fmla="*/ 249 w 126"/>
                <a:gd name="T95" fmla="*/ 430 h 224"/>
                <a:gd name="T96" fmla="*/ 249 w 126"/>
                <a:gd name="T97" fmla="*/ 419 h 224"/>
                <a:gd name="T98" fmla="*/ 212 w 126"/>
                <a:gd name="T99" fmla="*/ 410 h 22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6" h="224">
                  <a:moveTo>
                    <a:pt x="88" y="169"/>
                  </a:moveTo>
                  <a:cubicBezTo>
                    <a:pt x="86" y="168"/>
                    <a:pt x="84" y="163"/>
                    <a:pt x="84" y="163"/>
                  </a:cubicBezTo>
                  <a:cubicBezTo>
                    <a:pt x="82" y="153"/>
                    <a:pt x="80" y="143"/>
                    <a:pt x="78" y="134"/>
                  </a:cubicBezTo>
                  <a:cubicBezTo>
                    <a:pt x="81" y="135"/>
                    <a:pt x="85" y="136"/>
                    <a:pt x="88" y="136"/>
                  </a:cubicBezTo>
                  <a:cubicBezTo>
                    <a:pt x="88" y="132"/>
                    <a:pt x="88" y="132"/>
                    <a:pt x="88" y="132"/>
                  </a:cubicBezTo>
                  <a:cubicBezTo>
                    <a:pt x="85" y="132"/>
                    <a:pt x="82" y="131"/>
                    <a:pt x="79" y="130"/>
                  </a:cubicBezTo>
                  <a:cubicBezTo>
                    <a:pt x="76" y="128"/>
                    <a:pt x="75" y="125"/>
                    <a:pt x="74" y="123"/>
                  </a:cubicBezTo>
                  <a:cubicBezTo>
                    <a:pt x="73" y="119"/>
                    <a:pt x="71" y="115"/>
                    <a:pt x="70" y="111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56" y="84"/>
                    <a:pt x="46" y="63"/>
                    <a:pt x="43" y="47"/>
                  </a:cubicBezTo>
                  <a:cubicBezTo>
                    <a:pt x="43" y="46"/>
                    <a:pt x="44" y="42"/>
                    <a:pt x="44" y="42"/>
                  </a:cubicBezTo>
                  <a:cubicBezTo>
                    <a:pt x="46" y="40"/>
                    <a:pt x="48" y="39"/>
                    <a:pt x="50" y="38"/>
                  </a:cubicBezTo>
                  <a:cubicBezTo>
                    <a:pt x="61" y="33"/>
                    <a:pt x="73" y="34"/>
                    <a:pt x="89" y="40"/>
                  </a:cubicBezTo>
                  <a:cubicBezTo>
                    <a:pt x="95" y="43"/>
                    <a:pt x="105" y="48"/>
                    <a:pt x="117" y="57"/>
                  </a:cubicBezTo>
                  <a:cubicBezTo>
                    <a:pt x="126" y="49"/>
                    <a:pt x="126" y="49"/>
                    <a:pt x="126" y="49"/>
                  </a:cubicBezTo>
                  <a:cubicBezTo>
                    <a:pt x="112" y="38"/>
                    <a:pt x="101" y="33"/>
                    <a:pt x="93" y="29"/>
                  </a:cubicBezTo>
                  <a:cubicBezTo>
                    <a:pt x="87" y="26"/>
                    <a:pt x="81" y="25"/>
                    <a:pt x="75" y="24"/>
                  </a:cubicBezTo>
                  <a:cubicBezTo>
                    <a:pt x="71" y="23"/>
                    <a:pt x="71" y="20"/>
                    <a:pt x="71" y="20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4" y="11"/>
                    <a:pt x="78" y="9"/>
                    <a:pt x="84" y="6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77" y="2"/>
                    <a:pt x="74" y="4"/>
                    <a:pt x="71" y="6"/>
                  </a:cubicBezTo>
                  <a:cubicBezTo>
                    <a:pt x="70" y="6"/>
                    <a:pt x="66" y="6"/>
                    <a:pt x="66" y="6"/>
                  </a:cubicBezTo>
                  <a:cubicBezTo>
                    <a:pt x="63" y="3"/>
                    <a:pt x="60" y="0"/>
                    <a:pt x="60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3" y="20"/>
                    <a:pt x="63" y="23"/>
                    <a:pt x="58" y="23"/>
                  </a:cubicBezTo>
                  <a:cubicBezTo>
                    <a:pt x="54" y="24"/>
                    <a:pt x="49" y="25"/>
                    <a:pt x="45" y="27"/>
                  </a:cubicBezTo>
                  <a:cubicBezTo>
                    <a:pt x="44" y="28"/>
                    <a:pt x="43" y="28"/>
                    <a:pt x="42" y="29"/>
                  </a:cubicBezTo>
                  <a:cubicBezTo>
                    <a:pt x="41" y="29"/>
                    <a:pt x="39" y="28"/>
                    <a:pt x="39" y="27"/>
                  </a:cubicBezTo>
                  <a:cubicBezTo>
                    <a:pt x="37" y="21"/>
                    <a:pt x="34" y="16"/>
                    <a:pt x="30" y="11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6" y="22"/>
                    <a:pt x="28" y="27"/>
                    <a:pt x="30" y="32"/>
                  </a:cubicBezTo>
                  <a:cubicBezTo>
                    <a:pt x="30" y="34"/>
                    <a:pt x="29" y="39"/>
                    <a:pt x="29" y="40"/>
                  </a:cubicBezTo>
                  <a:cubicBezTo>
                    <a:pt x="14" y="56"/>
                    <a:pt x="6" y="81"/>
                    <a:pt x="0" y="105"/>
                  </a:cubicBezTo>
                  <a:cubicBezTo>
                    <a:pt x="12" y="108"/>
                    <a:pt x="12" y="108"/>
                    <a:pt x="12" y="108"/>
                  </a:cubicBezTo>
                  <a:cubicBezTo>
                    <a:pt x="16" y="89"/>
                    <a:pt x="23" y="67"/>
                    <a:pt x="34" y="52"/>
                  </a:cubicBezTo>
                  <a:cubicBezTo>
                    <a:pt x="34" y="52"/>
                    <a:pt x="36" y="52"/>
                    <a:pt x="36" y="53"/>
                  </a:cubicBezTo>
                  <a:cubicBezTo>
                    <a:pt x="40" y="70"/>
                    <a:pt x="50" y="88"/>
                    <a:pt x="57" y="103"/>
                  </a:cubicBezTo>
                  <a:cubicBezTo>
                    <a:pt x="62" y="114"/>
                    <a:pt x="62" y="114"/>
                    <a:pt x="62" y="114"/>
                  </a:cubicBezTo>
                  <a:cubicBezTo>
                    <a:pt x="66" y="123"/>
                    <a:pt x="69" y="128"/>
                    <a:pt x="71" y="138"/>
                  </a:cubicBezTo>
                  <a:cubicBezTo>
                    <a:pt x="73" y="145"/>
                    <a:pt x="80" y="179"/>
                    <a:pt x="81" y="187"/>
                  </a:cubicBezTo>
                  <a:cubicBezTo>
                    <a:pt x="81" y="199"/>
                    <a:pt x="82" y="212"/>
                    <a:pt x="81" y="223"/>
                  </a:cubicBezTo>
                  <a:cubicBezTo>
                    <a:pt x="85" y="224"/>
                    <a:pt x="85" y="224"/>
                    <a:pt x="85" y="224"/>
                  </a:cubicBezTo>
                  <a:cubicBezTo>
                    <a:pt x="86" y="207"/>
                    <a:pt x="85" y="189"/>
                    <a:pt x="84" y="174"/>
                  </a:cubicBezTo>
                  <a:cubicBezTo>
                    <a:pt x="83" y="172"/>
                    <a:pt x="85" y="172"/>
                    <a:pt x="85" y="172"/>
                  </a:cubicBezTo>
                  <a:cubicBezTo>
                    <a:pt x="90" y="176"/>
                    <a:pt x="96" y="178"/>
                    <a:pt x="104" y="177"/>
                  </a:cubicBezTo>
                  <a:cubicBezTo>
                    <a:pt x="104" y="173"/>
                    <a:pt x="104" y="173"/>
                    <a:pt x="104" y="173"/>
                  </a:cubicBezTo>
                  <a:cubicBezTo>
                    <a:pt x="97" y="174"/>
                    <a:pt x="92" y="173"/>
                    <a:pt x="88" y="169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7" name="Freeform 493">
              <a:extLst>
                <a:ext uri="{FF2B5EF4-FFF2-40B4-BE49-F238E27FC236}">
                  <a16:creationId xmlns:a16="http://schemas.microsoft.com/office/drawing/2014/main" id="{AB401B74-89DD-44FE-A389-D791B8670A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4" y="1315"/>
              <a:ext cx="541" cy="1282"/>
            </a:xfrm>
            <a:custGeom>
              <a:avLst/>
              <a:gdLst>
                <a:gd name="T0" fmla="*/ 863 w 402"/>
                <a:gd name="T1" fmla="*/ 70 h 953"/>
                <a:gd name="T2" fmla="*/ 746 w 402"/>
                <a:gd name="T3" fmla="*/ 54 h 953"/>
                <a:gd name="T4" fmla="*/ 763 w 402"/>
                <a:gd name="T5" fmla="*/ 9 h 953"/>
                <a:gd name="T6" fmla="*/ 739 w 402"/>
                <a:gd name="T7" fmla="*/ 12 h 953"/>
                <a:gd name="T8" fmla="*/ 698 w 402"/>
                <a:gd name="T9" fmla="*/ 0 h 953"/>
                <a:gd name="T10" fmla="*/ 719 w 402"/>
                <a:gd name="T11" fmla="*/ 27 h 953"/>
                <a:gd name="T12" fmla="*/ 727 w 402"/>
                <a:gd name="T13" fmla="*/ 58 h 953"/>
                <a:gd name="T14" fmla="*/ 460 w 402"/>
                <a:gd name="T15" fmla="*/ 269 h 953"/>
                <a:gd name="T16" fmla="*/ 198 w 402"/>
                <a:gd name="T17" fmla="*/ 1345 h 953"/>
                <a:gd name="T18" fmla="*/ 63 w 402"/>
                <a:gd name="T19" fmla="*/ 1777 h 953"/>
                <a:gd name="T20" fmla="*/ 22 w 402"/>
                <a:gd name="T21" fmla="*/ 2092 h 953"/>
                <a:gd name="T22" fmla="*/ 20 w 402"/>
                <a:gd name="T23" fmla="*/ 2298 h 953"/>
                <a:gd name="T24" fmla="*/ 153 w 402"/>
                <a:gd name="T25" fmla="*/ 2193 h 953"/>
                <a:gd name="T26" fmla="*/ 143 w 402"/>
                <a:gd name="T27" fmla="*/ 2081 h 953"/>
                <a:gd name="T28" fmla="*/ 167 w 402"/>
                <a:gd name="T29" fmla="*/ 1959 h 953"/>
                <a:gd name="T30" fmla="*/ 226 w 402"/>
                <a:gd name="T31" fmla="*/ 1571 h 953"/>
                <a:gd name="T32" fmla="*/ 226 w 402"/>
                <a:gd name="T33" fmla="*/ 1348 h 953"/>
                <a:gd name="T34" fmla="*/ 766 w 402"/>
                <a:gd name="T35" fmla="*/ 87 h 953"/>
                <a:gd name="T36" fmla="*/ 813 w 402"/>
                <a:gd name="T37" fmla="*/ 94 h 953"/>
                <a:gd name="T38" fmla="*/ 782 w 402"/>
                <a:gd name="T39" fmla="*/ 231 h 953"/>
                <a:gd name="T40" fmla="*/ 777 w 402"/>
                <a:gd name="T41" fmla="*/ 281 h 953"/>
                <a:gd name="T42" fmla="*/ 721 w 402"/>
                <a:gd name="T43" fmla="*/ 346 h 953"/>
                <a:gd name="T44" fmla="*/ 775 w 402"/>
                <a:gd name="T45" fmla="*/ 303 h 953"/>
                <a:gd name="T46" fmla="*/ 777 w 402"/>
                <a:gd name="T47" fmla="*/ 336 h 953"/>
                <a:gd name="T48" fmla="*/ 763 w 402"/>
                <a:gd name="T49" fmla="*/ 394 h 953"/>
                <a:gd name="T50" fmla="*/ 754 w 402"/>
                <a:gd name="T51" fmla="*/ 449 h 953"/>
                <a:gd name="T52" fmla="*/ 748 w 402"/>
                <a:gd name="T53" fmla="*/ 502 h 953"/>
                <a:gd name="T54" fmla="*/ 763 w 402"/>
                <a:gd name="T55" fmla="*/ 465 h 953"/>
                <a:gd name="T56" fmla="*/ 774 w 402"/>
                <a:gd name="T57" fmla="*/ 492 h 953"/>
                <a:gd name="T58" fmla="*/ 774 w 402"/>
                <a:gd name="T59" fmla="*/ 492 h 953"/>
                <a:gd name="T60" fmla="*/ 777 w 402"/>
                <a:gd name="T61" fmla="*/ 386 h 953"/>
                <a:gd name="T62" fmla="*/ 798 w 402"/>
                <a:gd name="T63" fmla="*/ 292 h 953"/>
                <a:gd name="T64" fmla="*/ 813 w 402"/>
                <a:gd name="T65" fmla="*/ 190 h 953"/>
                <a:gd name="T66" fmla="*/ 848 w 402"/>
                <a:gd name="T67" fmla="*/ 94 h 953"/>
                <a:gd name="T68" fmla="*/ 951 w 402"/>
                <a:gd name="T69" fmla="*/ 344 h 953"/>
                <a:gd name="T70" fmla="*/ 973 w 402"/>
                <a:gd name="T71" fmla="*/ 277 h 953"/>
                <a:gd name="T72" fmla="*/ 148 w 402"/>
                <a:gd name="T73" fmla="*/ 1951 h 953"/>
                <a:gd name="T74" fmla="*/ 125 w 402"/>
                <a:gd name="T75" fmla="*/ 2081 h 953"/>
                <a:gd name="T76" fmla="*/ 125 w 402"/>
                <a:gd name="T77" fmla="*/ 2081 h 953"/>
                <a:gd name="T78" fmla="*/ 73 w 402"/>
                <a:gd name="T79" fmla="*/ 2291 h 953"/>
                <a:gd name="T80" fmla="*/ 20 w 402"/>
                <a:gd name="T81" fmla="*/ 2222 h 953"/>
                <a:gd name="T82" fmla="*/ 42 w 402"/>
                <a:gd name="T83" fmla="*/ 2096 h 953"/>
                <a:gd name="T84" fmla="*/ 83 w 402"/>
                <a:gd name="T85" fmla="*/ 1777 h 953"/>
                <a:gd name="T86" fmla="*/ 203 w 402"/>
                <a:gd name="T87" fmla="*/ 1417 h 953"/>
                <a:gd name="T88" fmla="*/ 206 w 402"/>
                <a:gd name="T89" fmla="*/ 1571 h 95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02" h="953">
                  <a:moveTo>
                    <a:pt x="399" y="114"/>
                  </a:moveTo>
                  <a:cubicBezTo>
                    <a:pt x="389" y="69"/>
                    <a:pt x="375" y="41"/>
                    <a:pt x="354" y="29"/>
                  </a:cubicBezTo>
                  <a:cubicBezTo>
                    <a:pt x="341" y="21"/>
                    <a:pt x="327" y="20"/>
                    <a:pt x="310" y="24"/>
                  </a:cubicBezTo>
                  <a:cubicBezTo>
                    <a:pt x="306" y="25"/>
                    <a:pt x="306" y="22"/>
                    <a:pt x="306" y="22"/>
                  </a:cubicBezTo>
                  <a:cubicBezTo>
                    <a:pt x="305" y="11"/>
                    <a:pt x="305" y="11"/>
                    <a:pt x="305" y="11"/>
                  </a:cubicBezTo>
                  <a:cubicBezTo>
                    <a:pt x="313" y="4"/>
                    <a:pt x="313" y="4"/>
                    <a:pt x="313" y="4"/>
                  </a:cubicBezTo>
                  <a:cubicBezTo>
                    <a:pt x="309" y="0"/>
                    <a:pt x="309" y="0"/>
                    <a:pt x="309" y="0"/>
                  </a:cubicBezTo>
                  <a:cubicBezTo>
                    <a:pt x="309" y="0"/>
                    <a:pt x="306" y="3"/>
                    <a:pt x="303" y="5"/>
                  </a:cubicBezTo>
                  <a:cubicBezTo>
                    <a:pt x="302" y="6"/>
                    <a:pt x="299" y="6"/>
                    <a:pt x="299" y="6"/>
                  </a:cubicBezTo>
                  <a:cubicBezTo>
                    <a:pt x="296" y="4"/>
                    <a:pt x="292" y="2"/>
                    <a:pt x="287" y="0"/>
                  </a:cubicBezTo>
                  <a:cubicBezTo>
                    <a:pt x="285" y="6"/>
                    <a:pt x="285" y="6"/>
                    <a:pt x="285" y="6"/>
                  </a:cubicBezTo>
                  <a:cubicBezTo>
                    <a:pt x="289" y="8"/>
                    <a:pt x="293" y="10"/>
                    <a:pt x="295" y="11"/>
                  </a:cubicBezTo>
                  <a:cubicBezTo>
                    <a:pt x="296" y="11"/>
                    <a:pt x="297" y="16"/>
                    <a:pt x="297" y="16"/>
                  </a:cubicBezTo>
                  <a:cubicBezTo>
                    <a:pt x="298" y="24"/>
                    <a:pt x="298" y="24"/>
                    <a:pt x="298" y="24"/>
                  </a:cubicBezTo>
                  <a:cubicBezTo>
                    <a:pt x="298" y="24"/>
                    <a:pt x="300" y="28"/>
                    <a:pt x="295" y="30"/>
                  </a:cubicBezTo>
                  <a:cubicBezTo>
                    <a:pt x="266" y="43"/>
                    <a:pt x="225" y="71"/>
                    <a:pt x="189" y="111"/>
                  </a:cubicBezTo>
                  <a:cubicBezTo>
                    <a:pt x="151" y="154"/>
                    <a:pt x="105" y="226"/>
                    <a:pt x="98" y="330"/>
                  </a:cubicBezTo>
                  <a:cubicBezTo>
                    <a:pt x="85" y="515"/>
                    <a:pt x="81" y="552"/>
                    <a:pt x="81" y="552"/>
                  </a:cubicBezTo>
                  <a:cubicBezTo>
                    <a:pt x="81" y="552"/>
                    <a:pt x="78" y="566"/>
                    <a:pt x="73" y="577"/>
                  </a:cubicBezTo>
                  <a:cubicBezTo>
                    <a:pt x="58" y="604"/>
                    <a:pt x="33" y="651"/>
                    <a:pt x="26" y="730"/>
                  </a:cubicBezTo>
                  <a:cubicBezTo>
                    <a:pt x="19" y="813"/>
                    <a:pt x="14" y="832"/>
                    <a:pt x="12" y="845"/>
                  </a:cubicBezTo>
                  <a:cubicBezTo>
                    <a:pt x="12" y="845"/>
                    <a:pt x="9" y="858"/>
                    <a:pt x="9" y="859"/>
                  </a:cubicBezTo>
                  <a:cubicBezTo>
                    <a:pt x="5" y="870"/>
                    <a:pt x="0" y="893"/>
                    <a:pt x="0" y="913"/>
                  </a:cubicBezTo>
                  <a:cubicBezTo>
                    <a:pt x="0" y="926"/>
                    <a:pt x="2" y="938"/>
                    <a:pt x="8" y="944"/>
                  </a:cubicBezTo>
                  <a:cubicBezTo>
                    <a:pt x="12" y="948"/>
                    <a:pt x="19" y="953"/>
                    <a:pt x="32" y="949"/>
                  </a:cubicBezTo>
                  <a:cubicBezTo>
                    <a:pt x="57" y="942"/>
                    <a:pt x="63" y="922"/>
                    <a:pt x="63" y="901"/>
                  </a:cubicBezTo>
                  <a:cubicBezTo>
                    <a:pt x="63" y="892"/>
                    <a:pt x="62" y="882"/>
                    <a:pt x="61" y="873"/>
                  </a:cubicBezTo>
                  <a:cubicBezTo>
                    <a:pt x="61" y="873"/>
                    <a:pt x="59" y="855"/>
                    <a:pt x="59" y="855"/>
                  </a:cubicBezTo>
                  <a:cubicBezTo>
                    <a:pt x="59" y="854"/>
                    <a:pt x="59" y="853"/>
                    <a:pt x="59" y="852"/>
                  </a:cubicBezTo>
                  <a:cubicBezTo>
                    <a:pt x="59" y="836"/>
                    <a:pt x="63" y="823"/>
                    <a:pt x="68" y="804"/>
                  </a:cubicBezTo>
                  <a:cubicBezTo>
                    <a:pt x="73" y="786"/>
                    <a:pt x="80" y="764"/>
                    <a:pt x="86" y="731"/>
                  </a:cubicBezTo>
                  <a:cubicBezTo>
                    <a:pt x="91" y="702"/>
                    <a:pt x="93" y="672"/>
                    <a:pt x="93" y="645"/>
                  </a:cubicBezTo>
                  <a:cubicBezTo>
                    <a:pt x="93" y="625"/>
                    <a:pt x="92" y="607"/>
                    <a:pt x="91" y="592"/>
                  </a:cubicBezTo>
                  <a:cubicBezTo>
                    <a:pt x="91" y="581"/>
                    <a:pt x="93" y="554"/>
                    <a:pt x="93" y="554"/>
                  </a:cubicBezTo>
                  <a:cubicBezTo>
                    <a:pt x="93" y="553"/>
                    <a:pt x="97" y="517"/>
                    <a:pt x="110" y="331"/>
                  </a:cubicBezTo>
                  <a:cubicBezTo>
                    <a:pt x="123" y="147"/>
                    <a:pt x="264" y="50"/>
                    <a:pt x="314" y="36"/>
                  </a:cubicBezTo>
                  <a:cubicBezTo>
                    <a:pt x="319" y="34"/>
                    <a:pt x="325" y="34"/>
                    <a:pt x="330" y="34"/>
                  </a:cubicBezTo>
                  <a:cubicBezTo>
                    <a:pt x="335" y="34"/>
                    <a:pt x="335" y="37"/>
                    <a:pt x="334" y="39"/>
                  </a:cubicBezTo>
                  <a:cubicBezTo>
                    <a:pt x="332" y="51"/>
                    <a:pt x="331" y="63"/>
                    <a:pt x="327" y="75"/>
                  </a:cubicBezTo>
                  <a:cubicBezTo>
                    <a:pt x="325" y="82"/>
                    <a:pt x="323" y="88"/>
                    <a:pt x="321" y="95"/>
                  </a:cubicBezTo>
                  <a:cubicBezTo>
                    <a:pt x="320" y="100"/>
                    <a:pt x="320" y="105"/>
                    <a:pt x="320" y="110"/>
                  </a:cubicBezTo>
                  <a:cubicBezTo>
                    <a:pt x="320" y="112"/>
                    <a:pt x="319" y="115"/>
                    <a:pt x="319" y="115"/>
                  </a:cubicBezTo>
                  <a:cubicBezTo>
                    <a:pt x="318" y="117"/>
                    <a:pt x="317" y="119"/>
                    <a:pt x="316" y="120"/>
                  </a:cubicBezTo>
                  <a:cubicBezTo>
                    <a:pt x="313" y="127"/>
                    <a:pt x="303" y="140"/>
                    <a:pt x="296" y="142"/>
                  </a:cubicBezTo>
                  <a:cubicBezTo>
                    <a:pt x="297" y="146"/>
                    <a:pt x="297" y="146"/>
                    <a:pt x="297" y="146"/>
                  </a:cubicBezTo>
                  <a:cubicBezTo>
                    <a:pt x="305" y="143"/>
                    <a:pt x="315" y="130"/>
                    <a:pt x="318" y="124"/>
                  </a:cubicBezTo>
                  <a:cubicBezTo>
                    <a:pt x="319" y="124"/>
                    <a:pt x="320" y="124"/>
                    <a:pt x="320" y="126"/>
                  </a:cubicBezTo>
                  <a:cubicBezTo>
                    <a:pt x="320" y="130"/>
                    <a:pt x="320" y="134"/>
                    <a:pt x="319" y="138"/>
                  </a:cubicBezTo>
                  <a:cubicBezTo>
                    <a:pt x="319" y="144"/>
                    <a:pt x="317" y="149"/>
                    <a:pt x="316" y="154"/>
                  </a:cubicBezTo>
                  <a:cubicBezTo>
                    <a:pt x="313" y="162"/>
                    <a:pt x="313" y="162"/>
                    <a:pt x="313" y="162"/>
                  </a:cubicBezTo>
                  <a:cubicBezTo>
                    <a:pt x="312" y="166"/>
                    <a:pt x="312" y="170"/>
                    <a:pt x="312" y="173"/>
                  </a:cubicBezTo>
                  <a:cubicBezTo>
                    <a:pt x="311" y="175"/>
                    <a:pt x="310" y="182"/>
                    <a:pt x="309" y="184"/>
                  </a:cubicBezTo>
                  <a:cubicBezTo>
                    <a:pt x="306" y="191"/>
                    <a:pt x="304" y="199"/>
                    <a:pt x="307" y="206"/>
                  </a:cubicBezTo>
                  <a:cubicBezTo>
                    <a:pt x="307" y="206"/>
                    <a:pt x="307" y="206"/>
                    <a:pt x="307" y="206"/>
                  </a:cubicBezTo>
                  <a:cubicBezTo>
                    <a:pt x="305" y="201"/>
                    <a:pt x="309" y="195"/>
                    <a:pt x="311" y="190"/>
                  </a:cubicBezTo>
                  <a:cubicBezTo>
                    <a:pt x="311" y="189"/>
                    <a:pt x="313" y="189"/>
                    <a:pt x="313" y="191"/>
                  </a:cubicBezTo>
                  <a:cubicBezTo>
                    <a:pt x="313" y="194"/>
                    <a:pt x="316" y="198"/>
                    <a:pt x="317" y="202"/>
                  </a:cubicBezTo>
                  <a:cubicBezTo>
                    <a:pt x="317" y="202"/>
                    <a:pt x="317" y="202"/>
                    <a:pt x="317" y="202"/>
                  </a:cubicBezTo>
                  <a:cubicBezTo>
                    <a:pt x="317" y="202"/>
                    <a:pt x="317" y="202"/>
                    <a:pt x="317" y="202"/>
                  </a:cubicBezTo>
                  <a:cubicBezTo>
                    <a:pt x="317" y="202"/>
                    <a:pt x="317" y="202"/>
                    <a:pt x="317" y="202"/>
                  </a:cubicBezTo>
                  <a:cubicBezTo>
                    <a:pt x="314" y="188"/>
                    <a:pt x="314" y="178"/>
                    <a:pt x="317" y="165"/>
                  </a:cubicBezTo>
                  <a:cubicBezTo>
                    <a:pt x="319" y="158"/>
                    <a:pt x="319" y="158"/>
                    <a:pt x="319" y="158"/>
                  </a:cubicBezTo>
                  <a:cubicBezTo>
                    <a:pt x="321" y="152"/>
                    <a:pt x="325" y="145"/>
                    <a:pt x="326" y="138"/>
                  </a:cubicBezTo>
                  <a:cubicBezTo>
                    <a:pt x="327" y="132"/>
                    <a:pt x="328" y="126"/>
                    <a:pt x="328" y="120"/>
                  </a:cubicBezTo>
                  <a:cubicBezTo>
                    <a:pt x="328" y="112"/>
                    <a:pt x="327" y="104"/>
                    <a:pt x="329" y="96"/>
                  </a:cubicBezTo>
                  <a:cubicBezTo>
                    <a:pt x="330" y="90"/>
                    <a:pt x="332" y="84"/>
                    <a:pt x="334" y="78"/>
                  </a:cubicBezTo>
                  <a:cubicBezTo>
                    <a:pt x="339" y="65"/>
                    <a:pt x="340" y="53"/>
                    <a:pt x="342" y="39"/>
                  </a:cubicBezTo>
                  <a:cubicBezTo>
                    <a:pt x="342" y="38"/>
                    <a:pt x="343" y="36"/>
                    <a:pt x="348" y="39"/>
                  </a:cubicBezTo>
                  <a:cubicBezTo>
                    <a:pt x="365" y="50"/>
                    <a:pt x="379" y="76"/>
                    <a:pt x="387" y="116"/>
                  </a:cubicBezTo>
                  <a:cubicBezTo>
                    <a:pt x="389" y="125"/>
                    <a:pt x="390" y="141"/>
                    <a:pt x="390" y="141"/>
                  </a:cubicBezTo>
                  <a:cubicBezTo>
                    <a:pt x="402" y="141"/>
                    <a:pt x="402" y="141"/>
                    <a:pt x="402" y="141"/>
                  </a:cubicBezTo>
                  <a:cubicBezTo>
                    <a:pt x="402" y="140"/>
                    <a:pt x="401" y="123"/>
                    <a:pt x="399" y="114"/>
                  </a:cubicBezTo>
                  <a:close/>
                  <a:moveTo>
                    <a:pt x="78" y="729"/>
                  </a:moveTo>
                  <a:cubicBezTo>
                    <a:pt x="72" y="762"/>
                    <a:pt x="66" y="784"/>
                    <a:pt x="61" y="801"/>
                  </a:cubicBezTo>
                  <a:cubicBezTo>
                    <a:pt x="55" y="822"/>
                    <a:pt x="51" y="835"/>
                    <a:pt x="51" y="852"/>
                  </a:cubicBezTo>
                  <a:cubicBezTo>
                    <a:pt x="51" y="853"/>
                    <a:pt x="51" y="854"/>
                    <a:pt x="51" y="855"/>
                  </a:cubicBezTo>
                  <a:cubicBezTo>
                    <a:pt x="51" y="855"/>
                    <a:pt x="51" y="855"/>
                    <a:pt x="51" y="855"/>
                  </a:cubicBezTo>
                  <a:cubicBezTo>
                    <a:pt x="51" y="855"/>
                    <a:pt x="51" y="855"/>
                    <a:pt x="51" y="855"/>
                  </a:cubicBezTo>
                  <a:cubicBezTo>
                    <a:pt x="53" y="874"/>
                    <a:pt x="53" y="874"/>
                    <a:pt x="53" y="874"/>
                  </a:cubicBezTo>
                  <a:cubicBezTo>
                    <a:pt x="57" y="903"/>
                    <a:pt x="60" y="932"/>
                    <a:pt x="30" y="941"/>
                  </a:cubicBezTo>
                  <a:cubicBezTo>
                    <a:pt x="23" y="943"/>
                    <a:pt x="17" y="943"/>
                    <a:pt x="14" y="939"/>
                  </a:cubicBezTo>
                  <a:cubicBezTo>
                    <a:pt x="9" y="934"/>
                    <a:pt x="8" y="924"/>
                    <a:pt x="8" y="913"/>
                  </a:cubicBezTo>
                  <a:cubicBezTo>
                    <a:pt x="8" y="896"/>
                    <a:pt x="12" y="874"/>
                    <a:pt x="17" y="861"/>
                  </a:cubicBezTo>
                  <a:cubicBezTo>
                    <a:pt x="17" y="861"/>
                    <a:pt x="17" y="861"/>
                    <a:pt x="17" y="861"/>
                  </a:cubicBezTo>
                  <a:cubicBezTo>
                    <a:pt x="20" y="847"/>
                    <a:pt x="20" y="847"/>
                    <a:pt x="20" y="847"/>
                  </a:cubicBezTo>
                  <a:cubicBezTo>
                    <a:pt x="22" y="833"/>
                    <a:pt x="27" y="814"/>
                    <a:pt x="34" y="730"/>
                  </a:cubicBezTo>
                  <a:cubicBezTo>
                    <a:pt x="41" y="653"/>
                    <a:pt x="65" y="608"/>
                    <a:pt x="80" y="580"/>
                  </a:cubicBezTo>
                  <a:cubicBezTo>
                    <a:pt x="81" y="578"/>
                    <a:pt x="83" y="579"/>
                    <a:pt x="83" y="582"/>
                  </a:cubicBezTo>
                  <a:cubicBezTo>
                    <a:pt x="83" y="585"/>
                    <a:pt x="83" y="588"/>
                    <a:pt x="83" y="592"/>
                  </a:cubicBezTo>
                  <a:cubicBezTo>
                    <a:pt x="84" y="607"/>
                    <a:pt x="85" y="625"/>
                    <a:pt x="85" y="645"/>
                  </a:cubicBezTo>
                  <a:cubicBezTo>
                    <a:pt x="85" y="672"/>
                    <a:pt x="83" y="701"/>
                    <a:pt x="78" y="729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8" name="Freeform 494">
              <a:extLst>
                <a:ext uri="{FF2B5EF4-FFF2-40B4-BE49-F238E27FC236}">
                  <a16:creationId xmlns:a16="http://schemas.microsoft.com/office/drawing/2014/main" id="{8323F825-38C9-48CC-B943-FBEA109A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176"/>
              <a:ext cx="62" cy="160"/>
            </a:xfrm>
            <a:custGeom>
              <a:avLst/>
              <a:gdLst>
                <a:gd name="T0" fmla="*/ 96 w 46"/>
                <a:gd name="T1" fmla="*/ 0 h 119"/>
                <a:gd name="T2" fmla="*/ 69 w 46"/>
                <a:gd name="T3" fmla="*/ 93 h 119"/>
                <a:gd name="T4" fmla="*/ 16 w 46"/>
                <a:gd name="T5" fmla="*/ 233 h 119"/>
                <a:gd name="T6" fmla="*/ 0 w 46"/>
                <a:gd name="T7" fmla="*/ 289 h 119"/>
                <a:gd name="T8" fmla="*/ 0 w 46"/>
                <a:gd name="T9" fmla="*/ 289 h 119"/>
                <a:gd name="T10" fmla="*/ 22 w 46"/>
                <a:gd name="T11" fmla="*/ 241 h 119"/>
                <a:gd name="T12" fmla="*/ 84 w 46"/>
                <a:gd name="T13" fmla="*/ 98 h 119"/>
                <a:gd name="T14" fmla="*/ 111 w 46"/>
                <a:gd name="T15" fmla="*/ 0 h 119"/>
                <a:gd name="T16" fmla="*/ 96 w 46"/>
                <a:gd name="T17" fmla="*/ 0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19">
                  <a:moveTo>
                    <a:pt x="39" y="0"/>
                  </a:moveTo>
                  <a:cubicBezTo>
                    <a:pt x="40" y="13"/>
                    <a:pt x="34" y="25"/>
                    <a:pt x="28" y="38"/>
                  </a:cubicBezTo>
                  <a:cubicBezTo>
                    <a:pt x="19" y="57"/>
                    <a:pt x="14" y="77"/>
                    <a:pt x="7" y="96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16" y="80"/>
                    <a:pt x="25" y="59"/>
                    <a:pt x="34" y="40"/>
                  </a:cubicBezTo>
                  <a:cubicBezTo>
                    <a:pt x="40" y="27"/>
                    <a:pt x="46" y="14"/>
                    <a:pt x="45" y="0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9" name="Freeform 495">
              <a:extLst>
                <a:ext uri="{FF2B5EF4-FFF2-40B4-BE49-F238E27FC236}">
                  <a16:creationId xmlns:a16="http://schemas.microsoft.com/office/drawing/2014/main" id="{A365E223-EFA1-4CF6-9A4E-EC9827C8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702"/>
              <a:ext cx="133" cy="564"/>
            </a:xfrm>
            <a:custGeom>
              <a:avLst/>
              <a:gdLst>
                <a:gd name="T0" fmla="*/ 238 w 99"/>
                <a:gd name="T1" fmla="*/ 397 h 419"/>
                <a:gd name="T2" fmla="*/ 235 w 99"/>
                <a:gd name="T3" fmla="*/ 339 h 419"/>
                <a:gd name="T4" fmla="*/ 227 w 99"/>
                <a:gd name="T5" fmla="*/ 256 h 419"/>
                <a:gd name="T6" fmla="*/ 224 w 99"/>
                <a:gd name="T7" fmla="*/ 203 h 419"/>
                <a:gd name="T8" fmla="*/ 206 w 99"/>
                <a:gd name="T9" fmla="*/ 0 h 419"/>
                <a:gd name="T10" fmla="*/ 185 w 99"/>
                <a:gd name="T11" fmla="*/ 22 h 419"/>
                <a:gd name="T12" fmla="*/ 210 w 99"/>
                <a:gd name="T13" fmla="*/ 203 h 419"/>
                <a:gd name="T14" fmla="*/ 214 w 99"/>
                <a:gd name="T15" fmla="*/ 258 h 419"/>
                <a:gd name="T16" fmla="*/ 220 w 99"/>
                <a:gd name="T17" fmla="*/ 339 h 419"/>
                <a:gd name="T18" fmla="*/ 224 w 99"/>
                <a:gd name="T19" fmla="*/ 397 h 419"/>
                <a:gd name="T20" fmla="*/ 220 w 99"/>
                <a:gd name="T21" fmla="*/ 459 h 419"/>
                <a:gd name="T22" fmla="*/ 138 w 99"/>
                <a:gd name="T23" fmla="*/ 598 h 419"/>
                <a:gd name="T24" fmla="*/ 116 w 99"/>
                <a:gd name="T25" fmla="*/ 629 h 419"/>
                <a:gd name="T26" fmla="*/ 101 w 99"/>
                <a:gd name="T27" fmla="*/ 649 h 419"/>
                <a:gd name="T28" fmla="*/ 83 w 99"/>
                <a:gd name="T29" fmla="*/ 677 h 419"/>
                <a:gd name="T30" fmla="*/ 28 w 99"/>
                <a:gd name="T31" fmla="*/ 774 h 419"/>
                <a:gd name="T32" fmla="*/ 0 w 99"/>
                <a:gd name="T33" fmla="*/ 938 h 419"/>
                <a:gd name="T34" fmla="*/ 1 w 99"/>
                <a:gd name="T35" fmla="*/ 980 h 419"/>
                <a:gd name="T36" fmla="*/ 1 w 99"/>
                <a:gd name="T37" fmla="*/ 1020 h 419"/>
                <a:gd name="T38" fmla="*/ 16 w 99"/>
                <a:gd name="T39" fmla="*/ 1022 h 419"/>
                <a:gd name="T40" fmla="*/ 16 w 99"/>
                <a:gd name="T41" fmla="*/ 979 h 419"/>
                <a:gd name="T42" fmla="*/ 15 w 99"/>
                <a:gd name="T43" fmla="*/ 938 h 419"/>
                <a:gd name="T44" fmla="*/ 43 w 99"/>
                <a:gd name="T45" fmla="*/ 777 h 419"/>
                <a:gd name="T46" fmla="*/ 79 w 99"/>
                <a:gd name="T47" fmla="*/ 707 h 419"/>
                <a:gd name="T48" fmla="*/ 79 w 99"/>
                <a:gd name="T49" fmla="*/ 711 h 419"/>
                <a:gd name="T50" fmla="*/ 75 w 99"/>
                <a:gd name="T51" fmla="*/ 766 h 419"/>
                <a:gd name="T52" fmla="*/ 90 w 99"/>
                <a:gd name="T53" fmla="*/ 770 h 419"/>
                <a:gd name="T54" fmla="*/ 94 w 99"/>
                <a:gd name="T55" fmla="*/ 711 h 419"/>
                <a:gd name="T56" fmla="*/ 98 w 99"/>
                <a:gd name="T57" fmla="*/ 682 h 419"/>
                <a:gd name="T58" fmla="*/ 114 w 99"/>
                <a:gd name="T59" fmla="*/ 658 h 419"/>
                <a:gd name="T60" fmla="*/ 128 w 99"/>
                <a:gd name="T61" fmla="*/ 635 h 419"/>
                <a:gd name="T62" fmla="*/ 150 w 99"/>
                <a:gd name="T63" fmla="*/ 607 h 419"/>
                <a:gd name="T64" fmla="*/ 193 w 99"/>
                <a:gd name="T65" fmla="*/ 548 h 419"/>
                <a:gd name="T66" fmla="*/ 202 w 99"/>
                <a:gd name="T67" fmla="*/ 549 h 419"/>
                <a:gd name="T68" fmla="*/ 191 w 99"/>
                <a:gd name="T69" fmla="*/ 629 h 419"/>
                <a:gd name="T70" fmla="*/ 163 w 99"/>
                <a:gd name="T71" fmla="*/ 826 h 419"/>
                <a:gd name="T72" fmla="*/ 150 w 99"/>
                <a:gd name="T73" fmla="*/ 859 h 419"/>
                <a:gd name="T74" fmla="*/ 133 w 99"/>
                <a:gd name="T75" fmla="*/ 896 h 419"/>
                <a:gd name="T76" fmla="*/ 148 w 99"/>
                <a:gd name="T77" fmla="*/ 902 h 419"/>
                <a:gd name="T78" fmla="*/ 163 w 99"/>
                <a:gd name="T79" fmla="*/ 864 h 419"/>
                <a:gd name="T80" fmla="*/ 177 w 99"/>
                <a:gd name="T81" fmla="*/ 832 h 419"/>
                <a:gd name="T82" fmla="*/ 206 w 99"/>
                <a:gd name="T83" fmla="*/ 629 h 419"/>
                <a:gd name="T84" fmla="*/ 224 w 99"/>
                <a:gd name="T85" fmla="*/ 528 h 419"/>
                <a:gd name="T86" fmla="*/ 235 w 99"/>
                <a:gd name="T87" fmla="*/ 464 h 419"/>
                <a:gd name="T88" fmla="*/ 238 w 99"/>
                <a:gd name="T89" fmla="*/ 397 h 4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9" h="419">
                  <a:moveTo>
                    <a:pt x="98" y="163"/>
                  </a:moveTo>
                  <a:cubicBezTo>
                    <a:pt x="97" y="139"/>
                    <a:pt x="97" y="139"/>
                    <a:pt x="97" y="139"/>
                  </a:cubicBezTo>
                  <a:cubicBezTo>
                    <a:pt x="96" y="126"/>
                    <a:pt x="95" y="114"/>
                    <a:pt x="94" y="105"/>
                  </a:cubicBezTo>
                  <a:cubicBezTo>
                    <a:pt x="94" y="102"/>
                    <a:pt x="93" y="94"/>
                    <a:pt x="92" y="83"/>
                  </a:cubicBezTo>
                  <a:cubicBezTo>
                    <a:pt x="89" y="44"/>
                    <a:pt x="86" y="9"/>
                    <a:pt x="85" y="0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80" y="14"/>
                    <a:pt x="84" y="61"/>
                    <a:pt x="86" y="83"/>
                  </a:cubicBezTo>
                  <a:cubicBezTo>
                    <a:pt x="87" y="95"/>
                    <a:pt x="88" y="103"/>
                    <a:pt x="88" y="106"/>
                  </a:cubicBezTo>
                  <a:cubicBezTo>
                    <a:pt x="89" y="114"/>
                    <a:pt x="90" y="127"/>
                    <a:pt x="91" y="139"/>
                  </a:cubicBezTo>
                  <a:cubicBezTo>
                    <a:pt x="92" y="163"/>
                    <a:pt x="92" y="163"/>
                    <a:pt x="92" y="163"/>
                  </a:cubicBezTo>
                  <a:cubicBezTo>
                    <a:pt x="93" y="172"/>
                    <a:pt x="92" y="180"/>
                    <a:pt x="91" y="188"/>
                  </a:cubicBezTo>
                  <a:cubicBezTo>
                    <a:pt x="86" y="206"/>
                    <a:pt x="70" y="228"/>
                    <a:pt x="57" y="245"/>
                  </a:cubicBezTo>
                  <a:cubicBezTo>
                    <a:pt x="48" y="258"/>
                    <a:pt x="48" y="258"/>
                    <a:pt x="48" y="258"/>
                  </a:cubicBezTo>
                  <a:cubicBezTo>
                    <a:pt x="42" y="266"/>
                    <a:pt x="42" y="266"/>
                    <a:pt x="42" y="266"/>
                  </a:cubicBezTo>
                  <a:cubicBezTo>
                    <a:pt x="40" y="270"/>
                    <a:pt x="35" y="277"/>
                    <a:pt x="34" y="278"/>
                  </a:cubicBezTo>
                  <a:cubicBezTo>
                    <a:pt x="26" y="290"/>
                    <a:pt x="18" y="303"/>
                    <a:pt x="12" y="317"/>
                  </a:cubicBezTo>
                  <a:cubicBezTo>
                    <a:pt x="3" y="339"/>
                    <a:pt x="1" y="362"/>
                    <a:pt x="0" y="385"/>
                  </a:cubicBezTo>
                  <a:cubicBezTo>
                    <a:pt x="0" y="389"/>
                    <a:pt x="0" y="396"/>
                    <a:pt x="1" y="402"/>
                  </a:cubicBezTo>
                  <a:cubicBezTo>
                    <a:pt x="1" y="408"/>
                    <a:pt x="2" y="414"/>
                    <a:pt x="1" y="418"/>
                  </a:cubicBezTo>
                  <a:cubicBezTo>
                    <a:pt x="7" y="419"/>
                    <a:pt x="7" y="419"/>
                    <a:pt x="7" y="419"/>
                  </a:cubicBezTo>
                  <a:cubicBezTo>
                    <a:pt x="8" y="415"/>
                    <a:pt x="7" y="408"/>
                    <a:pt x="7" y="401"/>
                  </a:cubicBezTo>
                  <a:cubicBezTo>
                    <a:pt x="6" y="395"/>
                    <a:pt x="6" y="389"/>
                    <a:pt x="6" y="385"/>
                  </a:cubicBezTo>
                  <a:cubicBezTo>
                    <a:pt x="7" y="363"/>
                    <a:pt x="9" y="340"/>
                    <a:pt x="18" y="319"/>
                  </a:cubicBezTo>
                  <a:cubicBezTo>
                    <a:pt x="22" y="309"/>
                    <a:pt x="27" y="299"/>
                    <a:pt x="33" y="290"/>
                  </a:cubicBezTo>
                  <a:cubicBezTo>
                    <a:pt x="33" y="291"/>
                    <a:pt x="33" y="291"/>
                    <a:pt x="33" y="291"/>
                  </a:cubicBezTo>
                  <a:cubicBezTo>
                    <a:pt x="34" y="298"/>
                    <a:pt x="34" y="305"/>
                    <a:pt x="31" y="314"/>
                  </a:cubicBezTo>
                  <a:cubicBezTo>
                    <a:pt x="37" y="316"/>
                    <a:pt x="37" y="316"/>
                    <a:pt x="37" y="316"/>
                  </a:cubicBezTo>
                  <a:cubicBezTo>
                    <a:pt x="40" y="305"/>
                    <a:pt x="40" y="297"/>
                    <a:pt x="39" y="291"/>
                  </a:cubicBezTo>
                  <a:cubicBezTo>
                    <a:pt x="39" y="287"/>
                    <a:pt x="39" y="283"/>
                    <a:pt x="40" y="280"/>
                  </a:cubicBezTo>
                  <a:cubicBezTo>
                    <a:pt x="42" y="277"/>
                    <a:pt x="45" y="273"/>
                    <a:pt x="47" y="270"/>
                  </a:cubicBezTo>
                  <a:cubicBezTo>
                    <a:pt x="53" y="261"/>
                    <a:pt x="53" y="261"/>
                    <a:pt x="53" y="261"/>
                  </a:cubicBezTo>
                  <a:cubicBezTo>
                    <a:pt x="62" y="249"/>
                    <a:pt x="62" y="249"/>
                    <a:pt x="62" y="249"/>
                  </a:cubicBezTo>
                  <a:cubicBezTo>
                    <a:pt x="68" y="241"/>
                    <a:pt x="74" y="233"/>
                    <a:pt x="80" y="224"/>
                  </a:cubicBezTo>
                  <a:cubicBezTo>
                    <a:pt x="82" y="221"/>
                    <a:pt x="84" y="221"/>
                    <a:pt x="83" y="225"/>
                  </a:cubicBezTo>
                  <a:cubicBezTo>
                    <a:pt x="81" y="236"/>
                    <a:pt x="79" y="247"/>
                    <a:pt x="79" y="258"/>
                  </a:cubicBezTo>
                  <a:cubicBezTo>
                    <a:pt x="79" y="286"/>
                    <a:pt x="77" y="310"/>
                    <a:pt x="67" y="339"/>
                  </a:cubicBezTo>
                  <a:cubicBezTo>
                    <a:pt x="62" y="352"/>
                    <a:pt x="62" y="352"/>
                    <a:pt x="62" y="352"/>
                  </a:cubicBezTo>
                  <a:cubicBezTo>
                    <a:pt x="55" y="368"/>
                    <a:pt x="55" y="368"/>
                    <a:pt x="55" y="368"/>
                  </a:cubicBezTo>
                  <a:cubicBezTo>
                    <a:pt x="61" y="370"/>
                    <a:pt x="61" y="370"/>
                    <a:pt x="61" y="370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73" y="341"/>
                    <a:pt x="73" y="341"/>
                    <a:pt x="73" y="341"/>
                  </a:cubicBezTo>
                  <a:cubicBezTo>
                    <a:pt x="83" y="311"/>
                    <a:pt x="85" y="286"/>
                    <a:pt x="85" y="258"/>
                  </a:cubicBezTo>
                  <a:cubicBezTo>
                    <a:pt x="85" y="244"/>
                    <a:pt x="88" y="230"/>
                    <a:pt x="92" y="216"/>
                  </a:cubicBezTo>
                  <a:cubicBezTo>
                    <a:pt x="94" y="207"/>
                    <a:pt x="96" y="198"/>
                    <a:pt x="97" y="190"/>
                  </a:cubicBezTo>
                  <a:cubicBezTo>
                    <a:pt x="99" y="182"/>
                    <a:pt x="99" y="170"/>
                    <a:pt x="98" y="163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" name="Freeform 496">
              <a:extLst>
                <a:ext uri="{FF2B5EF4-FFF2-40B4-BE49-F238E27FC236}">
                  <a16:creationId xmlns:a16="http://schemas.microsoft.com/office/drawing/2014/main" id="{6EB25315-C623-4776-A7DC-EF60D803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39"/>
              <a:ext cx="179" cy="188"/>
            </a:xfrm>
            <a:custGeom>
              <a:avLst/>
              <a:gdLst>
                <a:gd name="T0" fmla="*/ 281 w 133"/>
                <a:gd name="T1" fmla="*/ 149 h 140"/>
                <a:gd name="T2" fmla="*/ 284 w 133"/>
                <a:gd name="T3" fmla="*/ 141 h 140"/>
                <a:gd name="T4" fmla="*/ 324 w 133"/>
                <a:gd name="T5" fmla="*/ 75 h 140"/>
                <a:gd name="T6" fmla="*/ 315 w 133"/>
                <a:gd name="T7" fmla="*/ 73 h 140"/>
                <a:gd name="T8" fmla="*/ 253 w 133"/>
                <a:gd name="T9" fmla="*/ 148 h 140"/>
                <a:gd name="T10" fmla="*/ 192 w 133"/>
                <a:gd name="T11" fmla="*/ 141 h 140"/>
                <a:gd name="T12" fmla="*/ 167 w 133"/>
                <a:gd name="T13" fmla="*/ 86 h 140"/>
                <a:gd name="T14" fmla="*/ 174 w 133"/>
                <a:gd name="T15" fmla="*/ 73 h 140"/>
                <a:gd name="T16" fmla="*/ 225 w 133"/>
                <a:gd name="T17" fmla="*/ 7 h 140"/>
                <a:gd name="T18" fmla="*/ 221 w 133"/>
                <a:gd name="T19" fmla="*/ 0 h 140"/>
                <a:gd name="T20" fmla="*/ 214 w 133"/>
                <a:gd name="T21" fmla="*/ 7 h 140"/>
                <a:gd name="T22" fmla="*/ 214 w 133"/>
                <a:gd name="T23" fmla="*/ 7 h 140"/>
                <a:gd name="T24" fmla="*/ 104 w 133"/>
                <a:gd name="T25" fmla="*/ 126 h 140"/>
                <a:gd name="T26" fmla="*/ 30 w 133"/>
                <a:gd name="T27" fmla="*/ 246 h 140"/>
                <a:gd name="T28" fmla="*/ 12 w 133"/>
                <a:gd name="T29" fmla="*/ 295 h 140"/>
                <a:gd name="T30" fmla="*/ 0 w 133"/>
                <a:gd name="T31" fmla="*/ 338 h 140"/>
                <a:gd name="T32" fmla="*/ 0 w 133"/>
                <a:gd name="T33" fmla="*/ 338 h 140"/>
                <a:gd name="T34" fmla="*/ 20 w 133"/>
                <a:gd name="T35" fmla="*/ 301 h 140"/>
                <a:gd name="T36" fmla="*/ 40 w 133"/>
                <a:gd name="T37" fmla="*/ 247 h 140"/>
                <a:gd name="T38" fmla="*/ 106 w 133"/>
                <a:gd name="T39" fmla="*/ 133 h 140"/>
                <a:gd name="T40" fmla="*/ 153 w 133"/>
                <a:gd name="T41" fmla="*/ 94 h 140"/>
                <a:gd name="T42" fmla="*/ 157 w 133"/>
                <a:gd name="T43" fmla="*/ 98 h 140"/>
                <a:gd name="T44" fmla="*/ 188 w 133"/>
                <a:gd name="T45" fmla="*/ 148 h 140"/>
                <a:gd name="T46" fmla="*/ 205 w 133"/>
                <a:gd name="T47" fmla="*/ 157 h 140"/>
                <a:gd name="T48" fmla="*/ 206 w 133"/>
                <a:gd name="T49" fmla="*/ 164 h 140"/>
                <a:gd name="T50" fmla="*/ 206 w 133"/>
                <a:gd name="T51" fmla="*/ 263 h 140"/>
                <a:gd name="T52" fmla="*/ 218 w 133"/>
                <a:gd name="T53" fmla="*/ 263 h 140"/>
                <a:gd name="T54" fmla="*/ 218 w 133"/>
                <a:gd name="T55" fmla="*/ 164 h 140"/>
                <a:gd name="T56" fmla="*/ 221 w 133"/>
                <a:gd name="T57" fmla="*/ 162 h 140"/>
                <a:gd name="T58" fmla="*/ 240 w 133"/>
                <a:gd name="T59" fmla="*/ 161 h 140"/>
                <a:gd name="T60" fmla="*/ 245 w 133"/>
                <a:gd name="T61" fmla="*/ 168 h 140"/>
                <a:gd name="T62" fmla="*/ 248 w 133"/>
                <a:gd name="T63" fmla="*/ 196 h 140"/>
                <a:gd name="T64" fmla="*/ 248 w 133"/>
                <a:gd name="T65" fmla="*/ 216 h 140"/>
                <a:gd name="T66" fmla="*/ 252 w 133"/>
                <a:gd name="T67" fmla="*/ 226 h 140"/>
                <a:gd name="T68" fmla="*/ 252 w 133"/>
                <a:gd name="T69" fmla="*/ 259 h 140"/>
                <a:gd name="T70" fmla="*/ 262 w 133"/>
                <a:gd name="T71" fmla="*/ 252 h 140"/>
                <a:gd name="T72" fmla="*/ 261 w 133"/>
                <a:gd name="T73" fmla="*/ 226 h 140"/>
                <a:gd name="T74" fmla="*/ 258 w 133"/>
                <a:gd name="T75" fmla="*/ 212 h 140"/>
                <a:gd name="T76" fmla="*/ 258 w 133"/>
                <a:gd name="T77" fmla="*/ 193 h 140"/>
                <a:gd name="T78" fmla="*/ 253 w 133"/>
                <a:gd name="T79" fmla="*/ 162 h 140"/>
                <a:gd name="T80" fmla="*/ 258 w 133"/>
                <a:gd name="T81" fmla="*/ 157 h 140"/>
                <a:gd name="T82" fmla="*/ 266 w 133"/>
                <a:gd name="T83" fmla="*/ 153 h 140"/>
                <a:gd name="T84" fmla="*/ 271 w 133"/>
                <a:gd name="T85" fmla="*/ 154 h 140"/>
                <a:gd name="T86" fmla="*/ 277 w 133"/>
                <a:gd name="T87" fmla="*/ 193 h 140"/>
                <a:gd name="T88" fmla="*/ 289 w 133"/>
                <a:gd name="T89" fmla="*/ 247 h 140"/>
                <a:gd name="T90" fmla="*/ 300 w 133"/>
                <a:gd name="T91" fmla="*/ 242 h 140"/>
                <a:gd name="T92" fmla="*/ 288 w 133"/>
                <a:gd name="T93" fmla="*/ 193 h 140"/>
                <a:gd name="T94" fmla="*/ 281 w 133"/>
                <a:gd name="T95" fmla="*/ 149 h 1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33" h="140">
                  <a:moveTo>
                    <a:pt x="115" y="62"/>
                  </a:moveTo>
                  <a:cubicBezTo>
                    <a:pt x="115" y="61"/>
                    <a:pt x="116" y="58"/>
                    <a:pt x="117" y="58"/>
                  </a:cubicBezTo>
                  <a:cubicBezTo>
                    <a:pt x="125" y="51"/>
                    <a:pt x="131" y="40"/>
                    <a:pt x="133" y="31"/>
                  </a:cubicBezTo>
                  <a:cubicBezTo>
                    <a:pt x="129" y="30"/>
                    <a:pt x="129" y="30"/>
                    <a:pt x="129" y="30"/>
                  </a:cubicBezTo>
                  <a:cubicBezTo>
                    <a:pt x="127" y="41"/>
                    <a:pt x="116" y="57"/>
                    <a:pt x="104" y="61"/>
                  </a:cubicBezTo>
                  <a:cubicBezTo>
                    <a:pt x="95" y="64"/>
                    <a:pt x="86" y="63"/>
                    <a:pt x="79" y="58"/>
                  </a:cubicBezTo>
                  <a:cubicBezTo>
                    <a:pt x="73" y="53"/>
                    <a:pt x="69" y="45"/>
                    <a:pt x="68" y="36"/>
                  </a:cubicBezTo>
                  <a:cubicBezTo>
                    <a:pt x="68" y="35"/>
                    <a:pt x="70" y="31"/>
                    <a:pt x="71" y="30"/>
                  </a:cubicBezTo>
                  <a:cubicBezTo>
                    <a:pt x="82" y="19"/>
                    <a:pt x="92" y="7"/>
                    <a:pt x="92" y="3"/>
                  </a:cubicBezTo>
                  <a:cubicBezTo>
                    <a:pt x="92" y="1"/>
                    <a:pt x="91" y="1"/>
                    <a:pt x="91" y="0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8"/>
                    <a:pt x="49" y="47"/>
                    <a:pt x="42" y="52"/>
                  </a:cubicBezTo>
                  <a:cubicBezTo>
                    <a:pt x="24" y="64"/>
                    <a:pt x="17" y="84"/>
                    <a:pt x="12" y="101"/>
                  </a:cubicBezTo>
                  <a:cubicBezTo>
                    <a:pt x="10" y="108"/>
                    <a:pt x="8" y="115"/>
                    <a:pt x="5" y="122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11" y="116"/>
                    <a:pt x="14" y="109"/>
                    <a:pt x="16" y="102"/>
                  </a:cubicBezTo>
                  <a:cubicBezTo>
                    <a:pt x="21" y="85"/>
                    <a:pt x="28" y="66"/>
                    <a:pt x="44" y="55"/>
                  </a:cubicBezTo>
                  <a:cubicBezTo>
                    <a:pt x="46" y="54"/>
                    <a:pt x="54" y="47"/>
                    <a:pt x="63" y="39"/>
                  </a:cubicBezTo>
                  <a:cubicBezTo>
                    <a:pt x="63" y="38"/>
                    <a:pt x="65" y="39"/>
                    <a:pt x="65" y="40"/>
                  </a:cubicBezTo>
                  <a:cubicBezTo>
                    <a:pt x="66" y="49"/>
                    <a:pt x="70" y="56"/>
                    <a:pt x="77" y="61"/>
                  </a:cubicBezTo>
                  <a:cubicBezTo>
                    <a:pt x="79" y="63"/>
                    <a:pt x="81" y="64"/>
                    <a:pt x="84" y="65"/>
                  </a:cubicBezTo>
                  <a:cubicBezTo>
                    <a:pt x="84" y="65"/>
                    <a:pt x="85" y="67"/>
                    <a:pt x="85" y="68"/>
                  </a:cubicBezTo>
                  <a:cubicBezTo>
                    <a:pt x="83" y="83"/>
                    <a:pt x="85" y="103"/>
                    <a:pt x="85" y="109"/>
                  </a:cubicBezTo>
                  <a:cubicBezTo>
                    <a:pt x="89" y="109"/>
                    <a:pt x="89" y="109"/>
                    <a:pt x="89" y="109"/>
                  </a:cubicBezTo>
                  <a:cubicBezTo>
                    <a:pt x="89" y="103"/>
                    <a:pt x="87" y="83"/>
                    <a:pt x="89" y="68"/>
                  </a:cubicBezTo>
                  <a:cubicBezTo>
                    <a:pt x="89" y="68"/>
                    <a:pt x="91" y="67"/>
                    <a:pt x="91" y="67"/>
                  </a:cubicBezTo>
                  <a:cubicBezTo>
                    <a:pt x="94" y="67"/>
                    <a:pt x="96" y="67"/>
                    <a:pt x="98" y="66"/>
                  </a:cubicBezTo>
                  <a:cubicBezTo>
                    <a:pt x="99" y="66"/>
                    <a:pt x="100" y="68"/>
                    <a:pt x="100" y="69"/>
                  </a:cubicBezTo>
                  <a:cubicBezTo>
                    <a:pt x="101" y="73"/>
                    <a:pt x="101" y="77"/>
                    <a:pt x="102" y="81"/>
                  </a:cubicBezTo>
                  <a:cubicBezTo>
                    <a:pt x="102" y="89"/>
                    <a:pt x="102" y="89"/>
                    <a:pt x="102" y="89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4" y="97"/>
                    <a:pt x="104" y="104"/>
                    <a:pt x="103" y="107"/>
                  </a:cubicBezTo>
                  <a:cubicBezTo>
                    <a:pt x="108" y="104"/>
                    <a:pt x="108" y="104"/>
                    <a:pt x="108" y="104"/>
                  </a:cubicBezTo>
                  <a:cubicBezTo>
                    <a:pt x="108" y="101"/>
                    <a:pt x="108" y="97"/>
                    <a:pt x="107" y="93"/>
                  </a:cubicBezTo>
                  <a:cubicBezTo>
                    <a:pt x="106" y="88"/>
                    <a:pt x="106" y="88"/>
                    <a:pt x="106" y="88"/>
                  </a:cubicBezTo>
                  <a:cubicBezTo>
                    <a:pt x="106" y="80"/>
                    <a:pt x="106" y="80"/>
                    <a:pt x="106" y="80"/>
                  </a:cubicBezTo>
                  <a:cubicBezTo>
                    <a:pt x="105" y="76"/>
                    <a:pt x="105" y="72"/>
                    <a:pt x="104" y="67"/>
                  </a:cubicBezTo>
                  <a:cubicBezTo>
                    <a:pt x="104" y="66"/>
                    <a:pt x="105" y="65"/>
                    <a:pt x="106" y="65"/>
                  </a:cubicBezTo>
                  <a:cubicBezTo>
                    <a:pt x="107" y="64"/>
                    <a:pt x="108" y="64"/>
                    <a:pt x="109" y="63"/>
                  </a:cubicBezTo>
                  <a:cubicBezTo>
                    <a:pt x="109" y="63"/>
                    <a:pt x="111" y="64"/>
                    <a:pt x="111" y="64"/>
                  </a:cubicBezTo>
                  <a:cubicBezTo>
                    <a:pt x="113" y="70"/>
                    <a:pt x="113" y="75"/>
                    <a:pt x="114" y="80"/>
                  </a:cubicBezTo>
                  <a:cubicBezTo>
                    <a:pt x="115" y="88"/>
                    <a:pt x="116" y="95"/>
                    <a:pt x="119" y="102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20" y="94"/>
                    <a:pt x="119" y="87"/>
                    <a:pt x="118" y="80"/>
                  </a:cubicBezTo>
                  <a:cubicBezTo>
                    <a:pt x="117" y="75"/>
                    <a:pt x="116" y="68"/>
                    <a:pt x="115" y="62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" name="Freeform 497">
              <a:extLst>
                <a:ext uri="{FF2B5EF4-FFF2-40B4-BE49-F238E27FC236}">
                  <a16:creationId xmlns:a16="http://schemas.microsoft.com/office/drawing/2014/main" id="{5FE141EB-77F8-4EED-A015-B49EC90C8B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3" y="2492"/>
              <a:ext cx="176" cy="275"/>
            </a:xfrm>
            <a:custGeom>
              <a:avLst/>
              <a:gdLst>
                <a:gd name="T0" fmla="*/ 271 w 131"/>
                <a:gd name="T1" fmla="*/ 48 h 205"/>
                <a:gd name="T2" fmla="*/ 304 w 131"/>
                <a:gd name="T3" fmla="*/ 338 h 205"/>
                <a:gd name="T4" fmla="*/ 294 w 131"/>
                <a:gd name="T5" fmla="*/ 384 h 205"/>
                <a:gd name="T6" fmla="*/ 249 w 131"/>
                <a:gd name="T7" fmla="*/ 149 h 205"/>
                <a:gd name="T8" fmla="*/ 246 w 131"/>
                <a:gd name="T9" fmla="*/ 154 h 205"/>
                <a:gd name="T10" fmla="*/ 253 w 131"/>
                <a:gd name="T11" fmla="*/ 327 h 205"/>
                <a:gd name="T12" fmla="*/ 240 w 131"/>
                <a:gd name="T13" fmla="*/ 457 h 205"/>
                <a:gd name="T14" fmla="*/ 226 w 131"/>
                <a:gd name="T15" fmla="*/ 288 h 205"/>
                <a:gd name="T16" fmla="*/ 214 w 131"/>
                <a:gd name="T17" fmla="*/ 200 h 205"/>
                <a:gd name="T18" fmla="*/ 204 w 131"/>
                <a:gd name="T19" fmla="*/ 204 h 205"/>
                <a:gd name="T20" fmla="*/ 191 w 131"/>
                <a:gd name="T21" fmla="*/ 190 h 205"/>
                <a:gd name="T22" fmla="*/ 199 w 131"/>
                <a:gd name="T23" fmla="*/ 444 h 205"/>
                <a:gd name="T24" fmla="*/ 196 w 131"/>
                <a:gd name="T25" fmla="*/ 475 h 205"/>
                <a:gd name="T26" fmla="*/ 185 w 131"/>
                <a:gd name="T27" fmla="*/ 439 h 205"/>
                <a:gd name="T28" fmla="*/ 177 w 131"/>
                <a:gd name="T29" fmla="*/ 346 h 205"/>
                <a:gd name="T30" fmla="*/ 175 w 131"/>
                <a:gd name="T31" fmla="*/ 255 h 205"/>
                <a:gd name="T32" fmla="*/ 156 w 131"/>
                <a:gd name="T33" fmla="*/ 169 h 205"/>
                <a:gd name="T34" fmla="*/ 142 w 131"/>
                <a:gd name="T35" fmla="*/ 280 h 205"/>
                <a:gd name="T36" fmla="*/ 150 w 131"/>
                <a:gd name="T37" fmla="*/ 433 h 205"/>
                <a:gd name="T38" fmla="*/ 136 w 131"/>
                <a:gd name="T39" fmla="*/ 433 h 205"/>
                <a:gd name="T40" fmla="*/ 132 w 131"/>
                <a:gd name="T41" fmla="*/ 331 h 205"/>
                <a:gd name="T42" fmla="*/ 101 w 131"/>
                <a:gd name="T43" fmla="*/ 122 h 205"/>
                <a:gd name="T44" fmla="*/ 93 w 131"/>
                <a:gd name="T45" fmla="*/ 0 h 205"/>
                <a:gd name="T46" fmla="*/ 56 w 131"/>
                <a:gd name="T47" fmla="*/ 135 h 205"/>
                <a:gd name="T48" fmla="*/ 0 w 131"/>
                <a:gd name="T49" fmla="*/ 205 h 205"/>
                <a:gd name="T50" fmla="*/ 86 w 131"/>
                <a:gd name="T51" fmla="*/ 107 h 205"/>
                <a:gd name="T52" fmla="*/ 105 w 131"/>
                <a:gd name="T53" fmla="*/ 243 h 205"/>
                <a:gd name="T54" fmla="*/ 125 w 131"/>
                <a:gd name="T55" fmla="*/ 384 h 205"/>
                <a:gd name="T56" fmla="*/ 138 w 131"/>
                <a:gd name="T57" fmla="*/ 465 h 205"/>
                <a:gd name="T58" fmla="*/ 157 w 131"/>
                <a:gd name="T59" fmla="*/ 397 h 205"/>
                <a:gd name="T60" fmla="*/ 156 w 131"/>
                <a:gd name="T61" fmla="*/ 227 h 205"/>
                <a:gd name="T62" fmla="*/ 164 w 131"/>
                <a:gd name="T63" fmla="*/ 278 h 205"/>
                <a:gd name="T64" fmla="*/ 177 w 131"/>
                <a:gd name="T65" fmla="*/ 431 h 205"/>
                <a:gd name="T66" fmla="*/ 184 w 131"/>
                <a:gd name="T67" fmla="*/ 486 h 205"/>
                <a:gd name="T68" fmla="*/ 210 w 131"/>
                <a:gd name="T69" fmla="*/ 444 h 205"/>
                <a:gd name="T70" fmla="*/ 204 w 131"/>
                <a:gd name="T71" fmla="*/ 217 h 205"/>
                <a:gd name="T72" fmla="*/ 214 w 131"/>
                <a:gd name="T73" fmla="*/ 212 h 205"/>
                <a:gd name="T74" fmla="*/ 232 w 131"/>
                <a:gd name="T75" fmla="*/ 464 h 205"/>
                <a:gd name="T76" fmla="*/ 259 w 131"/>
                <a:gd name="T77" fmla="*/ 291 h 205"/>
                <a:gd name="T78" fmla="*/ 262 w 131"/>
                <a:gd name="T79" fmla="*/ 199 h 205"/>
                <a:gd name="T80" fmla="*/ 288 w 131"/>
                <a:gd name="T81" fmla="*/ 394 h 205"/>
                <a:gd name="T82" fmla="*/ 312 w 131"/>
                <a:gd name="T83" fmla="*/ 338 h 205"/>
                <a:gd name="T84" fmla="*/ 157 w 131"/>
                <a:gd name="T85" fmla="*/ 217 h 205"/>
                <a:gd name="T86" fmla="*/ 161 w 131"/>
                <a:gd name="T87" fmla="*/ 184 h 2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1" h="205">
                  <a:moveTo>
                    <a:pt x="130" y="84"/>
                  </a:moveTo>
                  <a:cubicBezTo>
                    <a:pt x="129" y="62"/>
                    <a:pt x="127" y="37"/>
                    <a:pt x="115" y="18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123" y="38"/>
                    <a:pt x="125" y="63"/>
                    <a:pt x="126" y="84"/>
                  </a:cubicBezTo>
                  <a:cubicBezTo>
                    <a:pt x="126" y="94"/>
                    <a:pt x="126" y="103"/>
                    <a:pt x="126" y="112"/>
                  </a:cubicBezTo>
                  <a:cubicBezTo>
                    <a:pt x="126" y="121"/>
                    <a:pt x="126" y="131"/>
                    <a:pt x="125" y="140"/>
                  </a:cubicBezTo>
                  <a:cubicBezTo>
                    <a:pt x="125" y="143"/>
                    <a:pt x="125" y="143"/>
                    <a:pt x="125" y="143"/>
                  </a:cubicBezTo>
                  <a:cubicBezTo>
                    <a:pt x="124" y="147"/>
                    <a:pt x="124" y="154"/>
                    <a:pt x="122" y="158"/>
                  </a:cubicBezTo>
                  <a:cubicBezTo>
                    <a:pt x="122" y="159"/>
                    <a:pt x="121" y="159"/>
                    <a:pt x="121" y="159"/>
                  </a:cubicBezTo>
                  <a:cubicBezTo>
                    <a:pt x="118" y="146"/>
                    <a:pt x="118" y="133"/>
                    <a:pt x="117" y="121"/>
                  </a:cubicBezTo>
                  <a:cubicBezTo>
                    <a:pt x="116" y="100"/>
                    <a:pt x="115" y="79"/>
                    <a:pt x="106" y="60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7"/>
                    <a:pt x="107" y="72"/>
                    <a:pt x="108" y="77"/>
                  </a:cubicBezTo>
                  <a:cubicBezTo>
                    <a:pt x="107" y="78"/>
                    <a:pt x="105" y="79"/>
                    <a:pt x="104" y="79"/>
                  </a:cubicBezTo>
                  <a:cubicBezTo>
                    <a:pt x="103" y="74"/>
                    <a:pt x="102" y="69"/>
                    <a:pt x="101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101" y="83"/>
                    <a:pt x="102" y="102"/>
                    <a:pt x="103" y="122"/>
                  </a:cubicBezTo>
                  <a:cubicBezTo>
                    <a:pt x="104" y="136"/>
                    <a:pt x="104" y="136"/>
                    <a:pt x="104" y="136"/>
                  </a:cubicBezTo>
                  <a:cubicBezTo>
                    <a:pt x="104" y="138"/>
                    <a:pt x="104" y="142"/>
                    <a:pt x="104" y="147"/>
                  </a:cubicBezTo>
                  <a:cubicBezTo>
                    <a:pt x="104" y="161"/>
                    <a:pt x="103" y="181"/>
                    <a:pt x="101" y="188"/>
                  </a:cubicBezTo>
                  <a:cubicBezTo>
                    <a:pt x="100" y="189"/>
                    <a:pt x="99" y="189"/>
                    <a:pt x="99" y="189"/>
                  </a:cubicBezTo>
                  <a:cubicBezTo>
                    <a:pt x="96" y="181"/>
                    <a:pt x="94" y="158"/>
                    <a:pt x="94" y="149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3" y="122"/>
                    <a:pt x="93" y="121"/>
                    <a:pt x="93" y="119"/>
                  </a:cubicBezTo>
                  <a:cubicBezTo>
                    <a:pt x="93" y="103"/>
                    <a:pt x="93" y="86"/>
                    <a:pt x="90" y="70"/>
                  </a:cubicBezTo>
                  <a:cubicBezTo>
                    <a:pt x="86" y="71"/>
                    <a:pt x="86" y="71"/>
                    <a:pt x="86" y="71"/>
                  </a:cubicBezTo>
                  <a:cubicBezTo>
                    <a:pt x="87" y="75"/>
                    <a:pt x="88" y="79"/>
                    <a:pt x="88" y="83"/>
                  </a:cubicBezTo>
                  <a:cubicBezTo>
                    <a:pt x="88" y="83"/>
                    <a:pt x="87" y="84"/>
                    <a:pt x="87" y="84"/>
                  </a:cubicBezTo>
                  <a:cubicBezTo>
                    <a:pt x="86" y="85"/>
                    <a:pt x="85" y="85"/>
                    <a:pt x="85" y="85"/>
                  </a:cubicBezTo>
                  <a:cubicBezTo>
                    <a:pt x="84" y="85"/>
                    <a:pt x="84" y="84"/>
                    <a:pt x="84" y="84"/>
                  </a:cubicBezTo>
                  <a:cubicBezTo>
                    <a:pt x="83" y="79"/>
                    <a:pt x="83" y="74"/>
                    <a:pt x="84" y="69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80" y="72"/>
                    <a:pt x="79" y="75"/>
                    <a:pt x="79" y="79"/>
                  </a:cubicBezTo>
                  <a:cubicBezTo>
                    <a:pt x="79" y="90"/>
                    <a:pt x="80" y="101"/>
                    <a:pt x="81" y="111"/>
                  </a:cubicBezTo>
                  <a:cubicBezTo>
                    <a:pt x="82" y="122"/>
                    <a:pt x="82" y="133"/>
                    <a:pt x="82" y="144"/>
                  </a:cubicBezTo>
                  <a:cubicBezTo>
                    <a:pt x="82" y="184"/>
                    <a:pt x="82" y="184"/>
                    <a:pt x="82" y="184"/>
                  </a:cubicBezTo>
                  <a:cubicBezTo>
                    <a:pt x="82" y="186"/>
                    <a:pt x="82" y="186"/>
                    <a:pt x="82" y="186"/>
                  </a:cubicBezTo>
                  <a:cubicBezTo>
                    <a:pt x="82" y="187"/>
                    <a:pt x="82" y="188"/>
                    <a:pt x="82" y="189"/>
                  </a:cubicBezTo>
                  <a:cubicBezTo>
                    <a:pt x="82" y="192"/>
                    <a:pt x="82" y="195"/>
                    <a:pt x="81" y="197"/>
                  </a:cubicBezTo>
                  <a:cubicBezTo>
                    <a:pt x="81" y="198"/>
                    <a:pt x="79" y="199"/>
                    <a:pt x="79" y="198"/>
                  </a:cubicBezTo>
                  <a:cubicBezTo>
                    <a:pt x="78" y="195"/>
                    <a:pt x="78" y="191"/>
                    <a:pt x="78" y="187"/>
                  </a:cubicBezTo>
                  <a:cubicBezTo>
                    <a:pt x="77" y="182"/>
                    <a:pt x="77" y="182"/>
                    <a:pt x="77" y="182"/>
                  </a:cubicBezTo>
                  <a:cubicBezTo>
                    <a:pt x="77" y="178"/>
                    <a:pt x="77" y="178"/>
                    <a:pt x="77" y="178"/>
                  </a:cubicBezTo>
                  <a:cubicBezTo>
                    <a:pt x="75" y="170"/>
                    <a:pt x="74" y="162"/>
                    <a:pt x="74" y="154"/>
                  </a:cubicBezTo>
                  <a:cubicBezTo>
                    <a:pt x="73" y="143"/>
                    <a:pt x="73" y="143"/>
                    <a:pt x="73" y="143"/>
                  </a:cubicBezTo>
                  <a:cubicBezTo>
                    <a:pt x="73" y="136"/>
                    <a:pt x="72" y="128"/>
                    <a:pt x="72" y="121"/>
                  </a:cubicBezTo>
                  <a:cubicBezTo>
                    <a:pt x="72" y="119"/>
                    <a:pt x="72" y="117"/>
                    <a:pt x="72" y="115"/>
                  </a:cubicBezTo>
                  <a:cubicBezTo>
                    <a:pt x="72" y="113"/>
                    <a:pt x="72" y="110"/>
                    <a:pt x="72" y="106"/>
                  </a:cubicBezTo>
                  <a:cubicBezTo>
                    <a:pt x="72" y="96"/>
                    <a:pt x="72" y="83"/>
                    <a:pt x="69" y="71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62" y="73"/>
                    <a:pt x="61" y="79"/>
                    <a:pt x="61" y="84"/>
                  </a:cubicBezTo>
                  <a:cubicBezTo>
                    <a:pt x="60" y="89"/>
                    <a:pt x="60" y="89"/>
                    <a:pt x="60" y="89"/>
                  </a:cubicBezTo>
                  <a:cubicBezTo>
                    <a:pt x="59" y="98"/>
                    <a:pt x="59" y="107"/>
                    <a:pt x="59" y="116"/>
                  </a:cubicBezTo>
                  <a:cubicBezTo>
                    <a:pt x="59" y="127"/>
                    <a:pt x="59" y="127"/>
                    <a:pt x="59" y="127"/>
                  </a:cubicBezTo>
                  <a:cubicBezTo>
                    <a:pt x="59" y="140"/>
                    <a:pt x="60" y="153"/>
                    <a:pt x="61" y="165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6"/>
                    <a:pt x="62" y="189"/>
                    <a:pt x="61" y="190"/>
                  </a:cubicBezTo>
                  <a:cubicBezTo>
                    <a:pt x="60" y="190"/>
                    <a:pt x="59" y="190"/>
                    <a:pt x="59" y="190"/>
                  </a:cubicBezTo>
                  <a:cubicBezTo>
                    <a:pt x="56" y="189"/>
                    <a:pt x="56" y="184"/>
                    <a:pt x="56" y="180"/>
                  </a:cubicBezTo>
                  <a:cubicBezTo>
                    <a:pt x="56" y="177"/>
                    <a:pt x="56" y="177"/>
                    <a:pt x="56" y="177"/>
                  </a:cubicBezTo>
                  <a:cubicBezTo>
                    <a:pt x="55" y="171"/>
                    <a:pt x="55" y="165"/>
                    <a:pt x="55" y="159"/>
                  </a:cubicBezTo>
                  <a:cubicBezTo>
                    <a:pt x="55" y="152"/>
                    <a:pt x="55" y="145"/>
                    <a:pt x="54" y="137"/>
                  </a:cubicBezTo>
                  <a:cubicBezTo>
                    <a:pt x="51" y="120"/>
                    <a:pt x="51" y="120"/>
                    <a:pt x="51" y="120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0" y="29"/>
                    <a:pt x="38" y="12"/>
                    <a:pt x="4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6" y="8"/>
                    <a:pt x="36" y="17"/>
                    <a:pt x="36" y="26"/>
                  </a:cubicBezTo>
                  <a:cubicBezTo>
                    <a:pt x="36" y="31"/>
                    <a:pt x="34" y="37"/>
                    <a:pt x="34" y="37"/>
                  </a:cubicBezTo>
                  <a:cubicBezTo>
                    <a:pt x="32" y="44"/>
                    <a:pt x="29" y="50"/>
                    <a:pt x="23" y="56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2" y="66"/>
                    <a:pt x="6" y="74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5" y="75"/>
                    <a:pt x="15" y="67"/>
                    <a:pt x="23" y="60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30" y="53"/>
                    <a:pt x="33" y="50"/>
                    <a:pt x="36" y="45"/>
                  </a:cubicBezTo>
                  <a:cubicBezTo>
                    <a:pt x="36" y="44"/>
                    <a:pt x="38" y="45"/>
                    <a:pt x="38" y="45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50" y="138"/>
                    <a:pt x="50" y="138"/>
                    <a:pt x="50" y="138"/>
                  </a:cubicBezTo>
                  <a:cubicBezTo>
                    <a:pt x="51" y="145"/>
                    <a:pt x="51" y="152"/>
                    <a:pt x="51" y="159"/>
                  </a:cubicBezTo>
                  <a:cubicBezTo>
                    <a:pt x="51" y="165"/>
                    <a:pt x="51" y="171"/>
                    <a:pt x="52" y="178"/>
                  </a:cubicBezTo>
                  <a:cubicBezTo>
                    <a:pt x="52" y="180"/>
                    <a:pt x="52" y="180"/>
                    <a:pt x="52" y="180"/>
                  </a:cubicBezTo>
                  <a:cubicBezTo>
                    <a:pt x="52" y="185"/>
                    <a:pt x="52" y="191"/>
                    <a:pt x="57" y="193"/>
                  </a:cubicBezTo>
                  <a:cubicBezTo>
                    <a:pt x="60" y="195"/>
                    <a:pt x="62" y="194"/>
                    <a:pt x="63" y="193"/>
                  </a:cubicBezTo>
                  <a:cubicBezTo>
                    <a:pt x="66" y="191"/>
                    <a:pt x="66" y="185"/>
                    <a:pt x="66" y="180"/>
                  </a:cubicBezTo>
                  <a:cubicBezTo>
                    <a:pt x="65" y="165"/>
                    <a:pt x="65" y="165"/>
                    <a:pt x="65" y="165"/>
                  </a:cubicBezTo>
                  <a:cubicBezTo>
                    <a:pt x="64" y="153"/>
                    <a:pt x="63" y="140"/>
                    <a:pt x="63" y="127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63" y="108"/>
                    <a:pt x="63" y="101"/>
                    <a:pt x="64" y="94"/>
                  </a:cubicBezTo>
                  <a:cubicBezTo>
                    <a:pt x="65" y="94"/>
                    <a:pt x="67" y="95"/>
                    <a:pt x="67" y="95"/>
                  </a:cubicBezTo>
                  <a:cubicBezTo>
                    <a:pt x="67" y="95"/>
                    <a:pt x="68" y="96"/>
                    <a:pt x="68" y="97"/>
                  </a:cubicBezTo>
                  <a:cubicBezTo>
                    <a:pt x="68" y="104"/>
                    <a:pt x="68" y="111"/>
                    <a:pt x="68" y="115"/>
                  </a:cubicBezTo>
                  <a:cubicBezTo>
                    <a:pt x="68" y="125"/>
                    <a:pt x="68" y="134"/>
                    <a:pt x="69" y="143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70" y="163"/>
                    <a:pt x="71" y="170"/>
                    <a:pt x="73" y="178"/>
                  </a:cubicBezTo>
                  <a:cubicBezTo>
                    <a:pt x="73" y="182"/>
                    <a:pt x="73" y="182"/>
                    <a:pt x="73" y="182"/>
                  </a:cubicBezTo>
                  <a:cubicBezTo>
                    <a:pt x="74" y="188"/>
                    <a:pt x="74" y="188"/>
                    <a:pt x="74" y="188"/>
                  </a:cubicBezTo>
                  <a:cubicBezTo>
                    <a:pt x="74" y="192"/>
                    <a:pt x="74" y="197"/>
                    <a:pt x="76" y="201"/>
                  </a:cubicBezTo>
                  <a:cubicBezTo>
                    <a:pt x="77" y="204"/>
                    <a:pt x="81" y="205"/>
                    <a:pt x="83" y="203"/>
                  </a:cubicBezTo>
                  <a:cubicBezTo>
                    <a:pt x="87" y="199"/>
                    <a:pt x="86" y="191"/>
                    <a:pt x="86" y="186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86" y="144"/>
                    <a:pt x="86" y="144"/>
                    <a:pt x="86" y="144"/>
                  </a:cubicBezTo>
                  <a:cubicBezTo>
                    <a:pt x="86" y="133"/>
                    <a:pt x="86" y="122"/>
                    <a:pt x="85" y="111"/>
                  </a:cubicBezTo>
                  <a:cubicBezTo>
                    <a:pt x="84" y="104"/>
                    <a:pt x="84" y="97"/>
                    <a:pt x="84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4" y="89"/>
                    <a:pt x="86" y="88"/>
                    <a:pt x="88" y="89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9" y="100"/>
                    <a:pt x="89" y="112"/>
                    <a:pt x="89" y="124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90" y="150"/>
                    <a:pt x="91" y="183"/>
                    <a:pt x="96" y="192"/>
                  </a:cubicBezTo>
                  <a:cubicBezTo>
                    <a:pt x="98" y="196"/>
                    <a:pt x="102" y="194"/>
                    <a:pt x="102" y="194"/>
                  </a:cubicBezTo>
                  <a:cubicBezTo>
                    <a:pt x="109" y="186"/>
                    <a:pt x="108" y="136"/>
                    <a:pt x="108" y="135"/>
                  </a:cubicBezTo>
                  <a:cubicBezTo>
                    <a:pt x="107" y="121"/>
                    <a:pt x="107" y="121"/>
                    <a:pt x="107" y="121"/>
                  </a:cubicBezTo>
                  <a:cubicBezTo>
                    <a:pt x="106" y="109"/>
                    <a:pt x="106" y="97"/>
                    <a:pt x="104" y="85"/>
                  </a:cubicBezTo>
                  <a:cubicBezTo>
                    <a:pt x="104" y="84"/>
                    <a:pt x="105" y="83"/>
                    <a:pt x="106" y="83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2"/>
                    <a:pt x="109" y="83"/>
                    <a:pt x="110" y="83"/>
                  </a:cubicBezTo>
                  <a:cubicBezTo>
                    <a:pt x="112" y="96"/>
                    <a:pt x="113" y="108"/>
                    <a:pt x="113" y="121"/>
                  </a:cubicBezTo>
                  <a:cubicBezTo>
                    <a:pt x="114" y="135"/>
                    <a:pt x="114" y="150"/>
                    <a:pt x="118" y="163"/>
                  </a:cubicBezTo>
                  <a:cubicBezTo>
                    <a:pt x="118" y="167"/>
                    <a:pt x="121" y="167"/>
                    <a:pt x="121" y="167"/>
                  </a:cubicBezTo>
                  <a:cubicBezTo>
                    <a:pt x="127" y="164"/>
                    <a:pt x="128" y="152"/>
                    <a:pt x="129" y="143"/>
                  </a:cubicBezTo>
                  <a:cubicBezTo>
                    <a:pt x="129" y="140"/>
                    <a:pt x="129" y="140"/>
                    <a:pt x="129" y="140"/>
                  </a:cubicBezTo>
                  <a:cubicBezTo>
                    <a:pt x="131" y="121"/>
                    <a:pt x="130" y="102"/>
                    <a:pt x="130" y="84"/>
                  </a:cubicBezTo>
                  <a:close/>
                  <a:moveTo>
                    <a:pt x="66" y="90"/>
                  </a:moveTo>
                  <a:cubicBezTo>
                    <a:pt x="66" y="90"/>
                    <a:pt x="66" y="90"/>
                    <a:pt x="65" y="90"/>
                  </a:cubicBezTo>
                  <a:cubicBezTo>
                    <a:pt x="65" y="90"/>
                    <a:pt x="64" y="88"/>
                    <a:pt x="64" y="88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1"/>
                    <a:pt x="65" y="79"/>
                    <a:pt x="66" y="76"/>
                  </a:cubicBezTo>
                  <a:cubicBezTo>
                    <a:pt x="67" y="80"/>
                    <a:pt x="67" y="85"/>
                    <a:pt x="68" y="89"/>
                  </a:cubicBezTo>
                  <a:cubicBezTo>
                    <a:pt x="68" y="89"/>
                    <a:pt x="67" y="90"/>
                    <a:pt x="66" y="9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" name="Freeform 498">
              <a:extLst>
                <a:ext uri="{FF2B5EF4-FFF2-40B4-BE49-F238E27FC236}">
                  <a16:creationId xmlns:a16="http://schemas.microsoft.com/office/drawing/2014/main" id="{FD9CC678-A85C-4A09-BC05-A45C759A7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359"/>
              <a:ext cx="82" cy="729"/>
            </a:xfrm>
            <a:custGeom>
              <a:avLst/>
              <a:gdLst>
                <a:gd name="T0" fmla="*/ 148 w 61"/>
                <a:gd name="T1" fmla="*/ 1247 h 542"/>
                <a:gd name="T2" fmla="*/ 121 w 61"/>
                <a:gd name="T3" fmla="*/ 1084 h 542"/>
                <a:gd name="T4" fmla="*/ 101 w 61"/>
                <a:gd name="T5" fmla="*/ 881 h 542"/>
                <a:gd name="T6" fmla="*/ 40 w 61"/>
                <a:gd name="T7" fmla="*/ 577 h 542"/>
                <a:gd name="T8" fmla="*/ 35 w 61"/>
                <a:gd name="T9" fmla="*/ 472 h 542"/>
                <a:gd name="T10" fmla="*/ 30 w 61"/>
                <a:gd name="T11" fmla="*/ 418 h 542"/>
                <a:gd name="T12" fmla="*/ 40 w 61"/>
                <a:gd name="T13" fmla="*/ 319 h 542"/>
                <a:gd name="T14" fmla="*/ 48 w 61"/>
                <a:gd name="T15" fmla="*/ 227 h 542"/>
                <a:gd name="T16" fmla="*/ 62 w 61"/>
                <a:gd name="T17" fmla="*/ 121 h 542"/>
                <a:gd name="T18" fmla="*/ 75 w 61"/>
                <a:gd name="T19" fmla="*/ 5 h 542"/>
                <a:gd name="T20" fmla="*/ 47 w 61"/>
                <a:gd name="T21" fmla="*/ 0 h 542"/>
                <a:gd name="T22" fmla="*/ 42 w 61"/>
                <a:gd name="T23" fmla="*/ 117 h 542"/>
                <a:gd name="T24" fmla="*/ 30 w 61"/>
                <a:gd name="T25" fmla="*/ 227 h 542"/>
                <a:gd name="T26" fmla="*/ 20 w 61"/>
                <a:gd name="T27" fmla="*/ 316 h 542"/>
                <a:gd name="T28" fmla="*/ 9 w 61"/>
                <a:gd name="T29" fmla="*/ 418 h 542"/>
                <a:gd name="T30" fmla="*/ 15 w 61"/>
                <a:gd name="T31" fmla="*/ 473 h 542"/>
                <a:gd name="T32" fmla="*/ 20 w 61"/>
                <a:gd name="T33" fmla="*/ 573 h 542"/>
                <a:gd name="T34" fmla="*/ 83 w 61"/>
                <a:gd name="T35" fmla="*/ 888 h 542"/>
                <a:gd name="T36" fmla="*/ 101 w 61"/>
                <a:gd name="T37" fmla="*/ 1079 h 542"/>
                <a:gd name="T38" fmla="*/ 105 w 61"/>
                <a:gd name="T39" fmla="*/ 1190 h 542"/>
                <a:gd name="T40" fmla="*/ 105 w 61"/>
                <a:gd name="T41" fmla="*/ 1190 h 542"/>
                <a:gd name="T42" fmla="*/ 22 w 61"/>
                <a:gd name="T43" fmla="*/ 1289 h 542"/>
                <a:gd name="T44" fmla="*/ 0 w 61"/>
                <a:gd name="T45" fmla="*/ 1302 h 542"/>
                <a:gd name="T46" fmla="*/ 9 w 61"/>
                <a:gd name="T47" fmla="*/ 1319 h 542"/>
                <a:gd name="T48" fmla="*/ 35 w 61"/>
                <a:gd name="T49" fmla="*/ 1302 h 542"/>
                <a:gd name="T50" fmla="*/ 105 w 61"/>
                <a:gd name="T51" fmla="*/ 1241 h 542"/>
                <a:gd name="T52" fmla="*/ 121 w 61"/>
                <a:gd name="T53" fmla="*/ 1239 h 542"/>
                <a:gd name="T54" fmla="*/ 133 w 61"/>
                <a:gd name="T55" fmla="*/ 1258 h 542"/>
                <a:gd name="T56" fmla="*/ 148 w 61"/>
                <a:gd name="T57" fmla="*/ 1247 h 54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1" h="542">
                  <a:moveTo>
                    <a:pt x="61" y="512"/>
                  </a:moveTo>
                  <a:cubicBezTo>
                    <a:pt x="50" y="497"/>
                    <a:pt x="46" y="464"/>
                    <a:pt x="50" y="445"/>
                  </a:cubicBezTo>
                  <a:cubicBezTo>
                    <a:pt x="54" y="425"/>
                    <a:pt x="52" y="388"/>
                    <a:pt x="42" y="362"/>
                  </a:cubicBezTo>
                  <a:cubicBezTo>
                    <a:pt x="30" y="336"/>
                    <a:pt x="12" y="261"/>
                    <a:pt x="16" y="237"/>
                  </a:cubicBezTo>
                  <a:cubicBezTo>
                    <a:pt x="18" y="223"/>
                    <a:pt x="16" y="208"/>
                    <a:pt x="14" y="194"/>
                  </a:cubicBezTo>
                  <a:cubicBezTo>
                    <a:pt x="14" y="186"/>
                    <a:pt x="13" y="179"/>
                    <a:pt x="12" y="172"/>
                  </a:cubicBezTo>
                  <a:cubicBezTo>
                    <a:pt x="12" y="158"/>
                    <a:pt x="14" y="145"/>
                    <a:pt x="16" y="131"/>
                  </a:cubicBezTo>
                  <a:cubicBezTo>
                    <a:pt x="18" y="119"/>
                    <a:pt x="20" y="106"/>
                    <a:pt x="20" y="94"/>
                  </a:cubicBezTo>
                  <a:cubicBezTo>
                    <a:pt x="20" y="80"/>
                    <a:pt x="23" y="65"/>
                    <a:pt x="25" y="50"/>
                  </a:cubicBezTo>
                  <a:cubicBezTo>
                    <a:pt x="28" y="34"/>
                    <a:pt x="30" y="19"/>
                    <a:pt x="31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17"/>
                    <a:pt x="20" y="33"/>
                    <a:pt x="17" y="48"/>
                  </a:cubicBezTo>
                  <a:cubicBezTo>
                    <a:pt x="15" y="64"/>
                    <a:pt x="12" y="80"/>
                    <a:pt x="12" y="94"/>
                  </a:cubicBezTo>
                  <a:cubicBezTo>
                    <a:pt x="12" y="106"/>
                    <a:pt x="10" y="118"/>
                    <a:pt x="8" y="130"/>
                  </a:cubicBezTo>
                  <a:cubicBezTo>
                    <a:pt x="6" y="143"/>
                    <a:pt x="4" y="158"/>
                    <a:pt x="4" y="172"/>
                  </a:cubicBezTo>
                  <a:cubicBezTo>
                    <a:pt x="5" y="180"/>
                    <a:pt x="6" y="187"/>
                    <a:pt x="6" y="195"/>
                  </a:cubicBezTo>
                  <a:cubicBezTo>
                    <a:pt x="8" y="208"/>
                    <a:pt x="10" y="223"/>
                    <a:pt x="8" y="236"/>
                  </a:cubicBezTo>
                  <a:cubicBezTo>
                    <a:pt x="3" y="263"/>
                    <a:pt x="23" y="340"/>
                    <a:pt x="34" y="365"/>
                  </a:cubicBezTo>
                  <a:cubicBezTo>
                    <a:pt x="44" y="390"/>
                    <a:pt x="46" y="425"/>
                    <a:pt x="42" y="443"/>
                  </a:cubicBezTo>
                  <a:cubicBezTo>
                    <a:pt x="40" y="456"/>
                    <a:pt x="40" y="473"/>
                    <a:pt x="43" y="489"/>
                  </a:cubicBezTo>
                  <a:cubicBezTo>
                    <a:pt x="43" y="489"/>
                    <a:pt x="43" y="489"/>
                    <a:pt x="43" y="489"/>
                  </a:cubicBezTo>
                  <a:cubicBezTo>
                    <a:pt x="42" y="508"/>
                    <a:pt x="25" y="519"/>
                    <a:pt x="9" y="529"/>
                  </a:cubicBezTo>
                  <a:cubicBezTo>
                    <a:pt x="0" y="535"/>
                    <a:pt x="0" y="535"/>
                    <a:pt x="0" y="535"/>
                  </a:cubicBezTo>
                  <a:cubicBezTo>
                    <a:pt x="4" y="542"/>
                    <a:pt x="4" y="542"/>
                    <a:pt x="4" y="542"/>
                  </a:cubicBezTo>
                  <a:cubicBezTo>
                    <a:pt x="14" y="535"/>
                    <a:pt x="14" y="535"/>
                    <a:pt x="14" y="535"/>
                  </a:cubicBezTo>
                  <a:cubicBezTo>
                    <a:pt x="24" y="529"/>
                    <a:pt x="36" y="521"/>
                    <a:pt x="43" y="510"/>
                  </a:cubicBezTo>
                  <a:cubicBezTo>
                    <a:pt x="45" y="508"/>
                    <a:pt x="49" y="507"/>
                    <a:pt x="50" y="509"/>
                  </a:cubicBezTo>
                  <a:cubicBezTo>
                    <a:pt x="52" y="512"/>
                    <a:pt x="53" y="515"/>
                    <a:pt x="55" y="517"/>
                  </a:cubicBezTo>
                  <a:lnTo>
                    <a:pt x="61" y="512"/>
                  </a:ln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" name="Freeform 499">
              <a:extLst>
                <a:ext uri="{FF2B5EF4-FFF2-40B4-BE49-F238E27FC236}">
                  <a16:creationId xmlns:a16="http://schemas.microsoft.com/office/drawing/2014/main" id="{6A37B031-837E-4F8E-AF28-274BF9A95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3172"/>
              <a:ext cx="202" cy="947"/>
            </a:xfrm>
            <a:custGeom>
              <a:avLst/>
              <a:gdLst>
                <a:gd name="T0" fmla="*/ 366 w 150"/>
                <a:gd name="T1" fmla="*/ 1375 h 704"/>
                <a:gd name="T2" fmla="*/ 365 w 150"/>
                <a:gd name="T3" fmla="*/ 1344 h 704"/>
                <a:gd name="T4" fmla="*/ 365 w 150"/>
                <a:gd name="T5" fmla="*/ 1310 h 704"/>
                <a:gd name="T6" fmla="*/ 351 w 150"/>
                <a:gd name="T7" fmla="*/ 1317 h 704"/>
                <a:gd name="T8" fmla="*/ 345 w 150"/>
                <a:gd name="T9" fmla="*/ 1361 h 704"/>
                <a:gd name="T10" fmla="*/ 334 w 150"/>
                <a:gd name="T11" fmla="*/ 1430 h 704"/>
                <a:gd name="T12" fmla="*/ 287 w 150"/>
                <a:gd name="T13" fmla="*/ 1616 h 704"/>
                <a:gd name="T14" fmla="*/ 119 w 150"/>
                <a:gd name="T15" fmla="*/ 1599 h 704"/>
                <a:gd name="T16" fmla="*/ 106 w 150"/>
                <a:gd name="T17" fmla="*/ 1585 h 704"/>
                <a:gd name="T18" fmla="*/ 147 w 150"/>
                <a:gd name="T19" fmla="*/ 1540 h 704"/>
                <a:gd name="T20" fmla="*/ 182 w 150"/>
                <a:gd name="T21" fmla="*/ 1511 h 704"/>
                <a:gd name="T22" fmla="*/ 220 w 150"/>
                <a:gd name="T23" fmla="*/ 1290 h 704"/>
                <a:gd name="T24" fmla="*/ 220 w 150"/>
                <a:gd name="T25" fmla="*/ 1289 h 704"/>
                <a:gd name="T26" fmla="*/ 220 w 150"/>
                <a:gd name="T27" fmla="*/ 1289 h 704"/>
                <a:gd name="T28" fmla="*/ 141 w 150"/>
                <a:gd name="T29" fmla="*/ 675 h 704"/>
                <a:gd name="T30" fmla="*/ 184 w 150"/>
                <a:gd name="T31" fmla="*/ 246 h 704"/>
                <a:gd name="T32" fmla="*/ 213 w 150"/>
                <a:gd name="T33" fmla="*/ 0 h 704"/>
                <a:gd name="T34" fmla="*/ 183 w 150"/>
                <a:gd name="T35" fmla="*/ 1 h 704"/>
                <a:gd name="T36" fmla="*/ 183 w 150"/>
                <a:gd name="T37" fmla="*/ 15 h 704"/>
                <a:gd name="T38" fmla="*/ 156 w 150"/>
                <a:gd name="T39" fmla="*/ 241 h 704"/>
                <a:gd name="T40" fmla="*/ 112 w 150"/>
                <a:gd name="T41" fmla="*/ 650 h 704"/>
                <a:gd name="T42" fmla="*/ 112 w 150"/>
                <a:gd name="T43" fmla="*/ 677 h 704"/>
                <a:gd name="T44" fmla="*/ 190 w 150"/>
                <a:gd name="T45" fmla="*/ 1295 h 704"/>
                <a:gd name="T46" fmla="*/ 193 w 150"/>
                <a:gd name="T47" fmla="*/ 1332 h 704"/>
                <a:gd name="T48" fmla="*/ 160 w 150"/>
                <a:gd name="T49" fmla="*/ 1494 h 704"/>
                <a:gd name="T50" fmla="*/ 129 w 150"/>
                <a:gd name="T51" fmla="*/ 1519 h 704"/>
                <a:gd name="T52" fmla="*/ 78 w 150"/>
                <a:gd name="T53" fmla="*/ 1579 h 704"/>
                <a:gd name="T54" fmla="*/ 71 w 150"/>
                <a:gd name="T55" fmla="*/ 1585 h 704"/>
                <a:gd name="T56" fmla="*/ 51 w 150"/>
                <a:gd name="T57" fmla="*/ 1594 h 704"/>
                <a:gd name="T58" fmla="*/ 35 w 150"/>
                <a:gd name="T59" fmla="*/ 1599 h 704"/>
                <a:gd name="T60" fmla="*/ 0 w 150"/>
                <a:gd name="T61" fmla="*/ 1629 h 704"/>
                <a:gd name="T62" fmla="*/ 40 w 150"/>
                <a:gd name="T63" fmla="*/ 1616 h 704"/>
                <a:gd name="T64" fmla="*/ 58 w 150"/>
                <a:gd name="T65" fmla="*/ 1609 h 704"/>
                <a:gd name="T66" fmla="*/ 79 w 150"/>
                <a:gd name="T67" fmla="*/ 1601 h 704"/>
                <a:gd name="T68" fmla="*/ 79 w 150"/>
                <a:gd name="T69" fmla="*/ 1601 h 704"/>
                <a:gd name="T70" fmla="*/ 85 w 150"/>
                <a:gd name="T71" fmla="*/ 1609 h 704"/>
                <a:gd name="T72" fmla="*/ 58 w 150"/>
                <a:gd name="T73" fmla="*/ 1630 h 704"/>
                <a:gd name="T74" fmla="*/ 22 w 150"/>
                <a:gd name="T75" fmla="*/ 1677 h 704"/>
                <a:gd name="T76" fmla="*/ 71 w 150"/>
                <a:gd name="T77" fmla="*/ 1642 h 704"/>
                <a:gd name="T78" fmla="*/ 98 w 150"/>
                <a:gd name="T79" fmla="*/ 1621 h 704"/>
                <a:gd name="T80" fmla="*/ 120 w 150"/>
                <a:gd name="T81" fmla="*/ 1636 h 704"/>
                <a:gd name="T82" fmla="*/ 79 w 150"/>
                <a:gd name="T83" fmla="*/ 1683 h 704"/>
                <a:gd name="T84" fmla="*/ 71 w 150"/>
                <a:gd name="T85" fmla="*/ 1714 h 704"/>
                <a:gd name="T86" fmla="*/ 96 w 150"/>
                <a:gd name="T87" fmla="*/ 1683 h 704"/>
                <a:gd name="T88" fmla="*/ 141 w 150"/>
                <a:gd name="T89" fmla="*/ 1645 h 704"/>
                <a:gd name="T90" fmla="*/ 162 w 150"/>
                <a:gd name="T91" fmla="*/ 1656 h 704"/>
                <a:gd name="T92" fmla="*/ 148 w 150"/>
                <a:gd name="T93" fmla="*/ 1712 h 704"/>
                <a:gd name="T94" fmla="*/ 182 w 150"/>
                <a:gd name="T95" fmla="*/ 1660 h 704"/>
                <a:gd name="T96" fmla="*/ 256 w 150"/>
                <a:gd name="T97" fmla="*/ 1665 h 704"/>
                <a:gd name="T98" fmla="*/ 255 w 150"/>
                <a:gd name="T99" fmla="*/ 1677 h 704"/>
                <a:gd name="T100" fmla="*/ 252 w 150"/>
                <a:gd name="T101" fmla="*/ 1714 h 704"/>
                <a:gd name="T102" fmla="*/ 268 w 150"/>
                <a:gd name="T103" fmla="*/ 1677 h 704"/>
                <a:gd name="T104" fmla="*/ 276 w 150"/>
                <a:gd name="T105" fmla="*/ 1657 h 704"/>
                <a:gd name="T106" fmla="*/ 308 w 150"/>
                <a:gd name="T107" fmla="*/ 1636 h 704"/>
                <a:gd name="T108" fmla="*/ 365 w 150"/>
                <a:gd name="T109" fmla="*/ 1426 h 704"/>
                <a:gd name="T110" fmla="*/ 366 w 150"/>
                <a:gd name="T111" fmla="*/ 1375 h 70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50" h="704">
                  <a:moveTo>
                    <a:pt x="150" y="565"/>
                  </a:moveTo>
                  <a:cubicBezTo>
                    <a:pt x="149" y="560"/>
                    <a:pt x="149" y="554"/>
                    <a:pt x="149" y="552"/>
                  </a:cubicBezTo>
                  <a:cubicBezTo>
                    <a:pt x="149" y="548"/>
                    <a:pt x="150" y="542"/>
                    <a:pt x="149" y="538"/>
                  </a:cubicBezTo>
                  <a:cubicBezTo>
                    <a:pt x="144" y="541"/>
                    <a:pt x="144" y="541"/>
                    <a:pt x="144" y="541"/>
                  </a:cubicBezTo>
                  <a:cubicBezTo>
                    <a:pt x="145" y="546"/>
                    <a:pt x="143" y="552"/>
                    <a:pt x="141" y="559"/>
                  </a:cubicBezTo>
                  <a:cubicBezTo>
                    <a:pt x="139" y="567"/>
                    <a:pt x="136" y="576"/>
                    <a:pt x="137" y="587"/>
                  </a:cubicBezTo>
                  <a:cubicBezTo>
                    <a:pt x="138" y="608"/>
                    <a:pt x="132" y="647"/>
                    <a:pt x="117" y="664"/>
                  </a:cubicBezTo>
                  <a:cubicBezTo>
                    <a:pt x="102" y="682"/>
                    <a:pt x="66" y="671"/>
                    <a:pt x="48" y="657"/>
                  </a:cubicBezTo>
                  <a:cubicBezTo>
                    <a:pt x="46" y="655"/>
                    <a:pt x="44" y="653"/>
                    <a:pt x="44" y="651"/>
                  </a:cubicBezTo>
                  <a:cubicBezTo>
                    <a:pt x="43" y="646"/>
                    <a:pt x="53" y="639"/>
                    <a:pt x="60" y="633"/>
                  </a:cubicBezTo>
                  <a:cubicBezTo>
                    <a:pt x="66" y="629"/>
                    <a:pt x="71" y="625"/>
                    <a:pt x="74" y="621"/>
                  </a:cubicBezTo>
                  <a:cubicBezTo>
                    <a:pt x="85" y="607"/>
                    <a:pt x="95" y="557"/>
                    <a:pt x="90" y="530"/>
                  </a:cubicBezTo>
                  <a:cubicBezTo>
                    <a:pt x="90" y="529"/>
                    <a:pt x="90" y="529"/>
                    <a:pt x="90" y="529"/>
                  </a:cubicBezTo>
                  <a:cubicBezTo>
                    <a:pt x="90" y="529"/>
                    <a:pt x="90" y="529"/>
                    <a:pt x="90" y="529"/>
                  </a:cubicBezTo>
                  <a:cubicBezTo>
                    <a:pt x="71" y="465"/>
                    <a:pt x="60" y="383"/>
                    <a:pt x="58" y="277"/>
                  </a:cubicBezTo>
                  <a:cubicBezTo>
                    <a:pt x="57" y="214"/>
                    <a:pt x="67" y="154"/>
                    <a:pt x="76" y="101"/>
                  </a:cubicBezTo>
                  <a:cubicBezTo>
                    <a:pt x="82" y="61"/>
                    <a:pt x="88" y="26"/>
                    <a:pt x="87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5" y="2"/>
                    <a:pt x="75" y="4"/>
                    <a:pt x="75" y="6"/>
                  </a:cubicBezTo>
                  <a:cubicBezTo>
                    <a:pt x="75" y="30"/>
                    <a:pt x="70" y="62"/>
                    <a:pt x="64" y="99"/>
                  </a:cubicBezTo>
                  <a:cubicBezTo>
                    <a:pt x="56" y="150"/>
                    <a:pt x="46" y="207"/>
                    <a:pt x="46" y="267"/>
                  </a:cubicBezTo>
                  <a:cubicBezTo>
                    <a:pt x="46" y="271"/>
                    <a:pt x="46" y="274"/>
                    <a:pt x="46" y="278"/>
                  </a:cubicBezTo>
                  <a:cubicBezTo>
                    <a:pt x="48" y="384"/>
                    <a:pt x="59" y="467"/>
                    <a:pt x="78" y="532"/>
                  </a:cubicBezTo>
                  <a:cubicBezTo>
                    <a:pt x="79" y="537"/>
                    <a:pt x="79" y="542"/>
                    <a:pt x="79" y="547"/>
                  </a:cubicBezTo>
                  <a:cubicBezTo>
                    <a:pt x="79" y="573"/>
                    <a:pt x="71" y="605"/>
                    <a:pt x="65" y="614"/>
                  </a:cubicBezTo>
                  <a:cubicBezTo>
                    <a:pt x="62" y="617"/>
                    <a:pt x="58" y="620"/>
                    <a:pt x="53" y="624"/>
                  </a:cubicBezTo>
                  <a:cubicBezTo>
                    <a:pt x="44" y="631"/>
                    <a:pt x="33" y="639"/>
                    <a:pt x="32" y="649"/>
                  </a:cubicBezTo>
                  <a:cubicBezTo>
                    <a:pt x="31" y="650"/>
                    <a:pt x="30" y="650"/>
                    <a:pt x="29" y="651"/>
                  </a:cubicBezTo>
                  <a:cubicBezTo>
                    <a:pt x="21" y="655"/>
                    <a:pt x="21" y="655"/>
                    <a:pt x="21" y="655"/>
                  </a:cubicBezTo>
                  <a:cubicBezTo>
                    <a:pt x="14" y="657"/>
                    <a:pt x="14" y="657"/>
                    <a:pt x="14" y="657"/>
                  </a:cubicBezTo>
                  <a:cubicBezTo>
                    <a:pt x="8" y="659"/>
                    <a:pt x="5" y="663"/>
                    <a:pt x="0" y="669"/>
                  </a:cubicBezTo>
                  <a:cubicBezTo>
                    <a:pt x="4" y="665"/>
                    <a:pt x="11" y="665"/>
                    <a:pt x="16" y="664"/>
                  </a:cubicBezTo>
                  <a:cubicBezTo>
                    <a:pt x="24" y="661"/>
                    <a:pt x="24" y="661"/>
                    <a:pt x="24" y="661"/>
                  </a:cubicBezTo>
                  <a:cubicBezTo>
                    <a:pt x="33" y="658"/>
                    <a:pt x="33" y="658"/>
                    <a:pt x="33" y="658"/>
                  </a:cubicBezTo>
                  <a:cubicBezTo>
                    <a:pt x="33" y="658"/>
                    <a:pt x="33" y="658"/>
                    <a:pt x="33" y="658"/>
                  </a:cubicBezTo>
                  <a:cubicBezTo>
                    <a:pt x="34" y="659"/>
                    <a:pt x="34" y="660"/>
                    <a:pt x="35" y="661"/>
                  </a:cubicBezTo>
                  <a:cubicBezTo>
                    <a:pt x="32" y="664"/>
                    <a:pt x="28" y="667"/>
                    <a:pt x="24" y="670"/>
                  </a:cubicBezTo>
                  <a:cubicBezTo>
                    <a:pt x="17" y="675"/>
                    <a:pt x="14" y="681"/>
                    <a:pt x="9" y="689"/>
                  </a:cubicBezTo>
                  <a:cubicBezTo>
                    <a:pt x="13" y="683"/>
                    <a:pt x="23" y="679"/>
                    <a:pt x="29" y="675"/>
                  </a:cubicBezTo>
                  <a:cubicBezTo>
                    <a:pt x="33" y="672"/>
                    <a:pt x="37" y="670"/>
                    <a:pt x="40" y="666"/>
                  </a:cubicBezTo>
                  <a:cubicBezTo>
                    <a:pt x="43" y="668"/>
                    <a:pt x="46" y="670"/>
                    <a:pt x="49" y="672"/>
                  </a:cubicBezTo>
                  <a:cubicBezTo>
                    <a:pt x="41" y="677"/>
                    <a:pt x="36" y="683"/>
                    <a:pt x="33" y="691"/>
                  </a:cubicBezTo>
                  <a:cubicBezTo>
                    <a:pt x="29" y="704"/>
                    <a:pt x="29" y="704"/>
                    <a:pt x="29" y="704"/>
                  </a:cubicBezTo>
                  <a:cubicBezTo>
                    <a:pt x="39" y="691"/>
                    <a:pt x="39" y="691"/>
                    <a:pt x="39" y="691"/>
                  </a:cubicBezTo>
                  <a:cubicBezTo>
                    <a:pt x="45" y="683"/>
                    <a:pt x="48" y="681"/>
                    <a:pt x="58" y="676"/>
                  </a:cubicBezTo>
                  <a:cubicBezTo>
                    <a:pt x="60" y="678"/>
                    <a:pt x="63" y="679"/>
                    <a:pt x="66" y="680"/>
                  </a:cubicBezTo>
                  <a:cubicBezTo>
                    <a:pt x="62" y="686"/>
                    <a:pt x="60" y="696"/>
                    <a:pt x="61" y="703"/>
                  </a:cubicBezTo>
                  <a:cubicBezTo>
                    <a:pt x="60" y="698"/>
                    <a:pt x="69" y="687"/>
                    <a:pt x="74" y="682"/>
                  </a:cubicBezTo>
                  <a:cubicBezTo>
                    <a:pt x="84" y="685"/>
                    <a:pt x="95" y="686"/>
                    <a:pt x="105" y="684"/>
                  </a:cubicBezTo>
                  <a:cubicBezTo>
                    <a:pt x="104" y="685"/>
                    <a:pt x="104" y="687"/>
                    <a:pt x="104" y="689"/>
                  </a:cubicBezTo>
                  <a:cubicBezTo>
                    <a:pt x="103" y="694"/>
                    <a:pt x="105" y="701"/>
                    <a:pt x="103" y="704"/>
                  </a:cubicBezTo>
                  <a:cubicBezTo>
                    <a:pt x="107" y="700"/>
                    <a:pt x="110" y="695"/>
                    <a:pt x="110" y="689"/>
                  </a:cubicBezTo>
                  <a:cubicBezTo>
                    <a:pt x="111" y="686"/>
                    <a:pt x="112" y="684"/>
                    <a:pt x="113" y="681"/>
                  </a:cubicBezTo>
                  <a:cubicBezTo>
                    <a:pt x="118" y="679"/>
                    <a:pt x="122" y="676"/>
                    <a:pt x="126" y="672"/>
                  </a:cubicBezTo>
                  <a:cubicBezTo>
                    <a:pt x="146" y="649"/>
                    <a:pt x="150" y="604"/>
                    <a:pt x="149" y="586"/>
                  </a:cubicBezTo>
                  <a:cubicBezTo>
                    <a:pt x="148" y="578"/>
                    <a:pt x="148" y="573"/>
                    <a:pt x="150" y="565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" name="Oval 500">
              <a:extLst>
                <a:ext uri="{FF2B5EF4-FFF2-40B4-BE49-F238E27FC236}">
                  <a16:creationId xmlns:a16="http://schemas.microsoft.com/office/drawing/2014/main" id="{D24B0FE2-CF9C-49C1-B72B-713C5EE5A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2" y="2099"/>
              <a:ext cx="15" cy="12"/>
            </a:xfrm>
            <a:prstGeom prst="ellipse">
              <a:avLst/>
            </a:prstGeom>
            <a:solidFill>
              <a:srgbClr val="F4A687"/>
            </a:solidFill>
            <a:ln w="476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5" name="Oval 501">
              <a:extLst>
                <a:ext uri="{FF2B5EF4-FFF2-40B4-BE49-F238E27FC236}">
                  <a16:creationId xmlns:a16="http://schemas.microsoft.com/office/drawing/2014/main" id="{43B66217-1096-43CD-9CFF-F04BE6686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7" y="2103"/>
              <a:ext cx="4" cy="4"/>
            </a:xfrm>
            <a:prstGeom prst="ellipse">
              <a:avLst/>
            </a:prstGeom>
            <a:solidFill>
              <a:srgbClr val="F4A687"/>
            </a:solidFill>
            <a:ln w="476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6" name="Freeform 502">
              <a:extLst>
                <a:ext uri="{FF2B5EF4-FFF2-40B4-BE49-F238E27FC236}">
                  <a16:creationId xmlns:a16="http://schemas.microsoft.com/office/drawing/2014/main" id="{4A033A60-A692-4462-8C93-6F57D1E33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072"/>
              <a:ext cx="15" cy="32"/>
            </a:xfrm>
            <a:custGeom>
              <a:avLst/>
              <a:gdLst>
                <a:gd name="T0" fmla="*/ 0 w 11"/>
                <a:gd name="T1" fmla="*/ 0 h 24"/>
                <a:gd name="T2" fmla="*/ 0 w 11"/>
                <a:gd name="T3" fmla="*/ 57 h 24"/>
                <a:gd name="T4" fmla="*/ 15 w 11"/>
                <a:gd name="T5" fmla="*/ 48 h 24"/>
                <a:gd name="T6" fmla="*/ 27 w 11"/>
                <a:gd name="T7" fmla="*/ 57 h 24"/>
                <a:gd name="T8" fmla="*/ 26 w 11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4">
                  <a:moveTo>
                    <a:pt x="0" y="0"/>
                  </a:moveTo>
                  <a:cubicBezTo>
                    <a:pt x="0" y="0"/>
                    <a:pt x="0" y="16"/>
                    <a:pt x="0" y="24"/>
                  </a:cubicBezTo>
                  <a:cubicBezTo>
                    <a:pt x="0" y="22"/>
                    <a:pt x="3" y="20"/>
                    <a:pt x="6" y="20"/>
                  </a:cubicBezTo>
                  <a:cubicBezTo>
                    <a:pt x="9" y="20"/>
                    <a:pt x="11" y="22"/>
                    <a:pt x="11" y="24"/>
                  </a:cubicBezTo>
                  <a:cubicBezTo>
                    <a:pt x="10" y="20"/>
                    <a:pt x="10" y="6"/>
                    <a:pt x="10" y="0"/>
                  </a:cubicBezTo>
                </a:path>
              </a:pathLst>
            </a:custGeom>
            <a:solidFill>
              <a:srgbClr val="E2001A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77" name="Freeform 503">
              <a:extLst>
                <a:ext uri="{FF2B5EF4-FFF2-40B4-BE49-F238E27FC236}">
                  <a16:creationId xmlns:a16="http://schemas.microsoft.com/office/drawing/2014/main" id="{FF1E5A3A-4A6B-4399-B268-F20D68515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072"/>
              <a:ext cx="15" cy="32"/>
            </a:xfrm>
            <a:custGeom>
              <a:avLst/>
              <a:gdLst>
                <a:gd name="T0" fmla="*/ 0 w 11"/>
                <a:gd name="T1" fmla="*/ 0 h 24"/>
                <a:gd name="T2" fmla="*/ 0 w 11"/>
                <a:gd name="T3" fmla="*/ 57 h 24"/>
                <a:gd name="T4" fmla="*/ 15 w 11"/>
                <a:gd name="T5" fmla="*/ 48 h 24"/>
                <a:gd name="T6" fmla="*/ 27 w 11"/>
                <a:gd name="T7" fmla="*/ 57 h 24"/>
                <a:gd name="T8" fmla="*/ 26 w 11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4">
                  <a:moveTo>
                    <a:pt x="0" y="0"/>
                  </a:moveTo>
                  <a:cubicBezTo>
                    <a:pt x="0" y="0"/>
                    <a:pt x="0" y="16"/>
                    <a:pt x="0" y="24"/>
                  </a:cubicBezTo>
                  <a:cubicBezTo>
                    <a:pt x="0" y="22"/>
                    <a:pt x="3" y="20"/>
                    <a:pt x="6" y="20"/>
                  </a:cubicBezTo>
                  <a:cubicBezTo>
                    <a:pt x="9" y="20"/>
                    <a:pt x="11" y="22"/>
                    <a:pt x="11" y="24"/>
                  </a:cubicBezTo>
                  <a:cubicBezTo>
                    <a:pt x="10" y="20"/>
                    <a:pt x="10" y="6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" name="Freeform 504">
              <a:extLst>
                <a:ext uri="{FF2B5EF4-FFF2-40B4-BE49-F238E27FC236}">
                  <a16:creationId xmlns:a16="http://schemas.microsoft.com/office/drawing/2014/main" id="{EB69269D-5298-409C-B3D4-EFF59AF5D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088"/>
              <a:ext cx="13" cy="22"/>
            </a:xfrm>
            <a:custGeom>
              <a:avLst/>
              <a:gdLst>
                <a:gd name="T0" fmla="*/ 14 w 9"/>
                <a:gd name="T1" fmla="*/ 0 h 16"/>
                <a:gd name="T2" fmla="*/ 27 w 9"/>
                <a:gd name="T3" fmla="*/ 21 h 16"/>
                <a:gd name="T4" fmla="*/ 13 w 9"/>
                <a:gd name="T5" fmla="*/ 41 h 16"/>
                <a:gd name="T6" fmla="*/ 0 w 9"/>
                <a:gd name="T7" fmla="*/ 21 h 16"/>
                <a:gd name="T8" fmla="*/ 14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5" y="0"/>
                  </a:moveTo>
                  <a:cubicBezTo>
                    <a:pt x="7" y="1"/>
                    <a:pt x="9" y="4"/>
                    <a:pt x="9" y="8"/>
                  </a:cubicBezTo>
                  <a:cubicBezTo>
                    <a:pt x="9" y="13"/>
                    <a:pt x="7" y="16"/>
                    <a:pt x="4" y="16"/>
                  </a:cubicBezTo>
                  <a:cubicBezTo>
                    <a:pt x="2" y="16"/>
                    <a:pt x="0" y="12"/>
                    <a:pt x="0" y="8"/>
                  </a:cubicBezTo>
                  <a:cubicBezTo>
                    <a:pt x="0" y="4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F4A687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79" name="Oval 505">
              <a:extLst>
                <a:ext uri="{FF2B5EF4-FFF2-40B4-BE49-F238E27FC236}">
                  <a16:creationId xmlns:a16="http://schemas.microsoft.com/office/drawing/2014/main" id="{EED1A50C-3BA8-4410-A831-A64B1FF71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7" y="2096"/>
              <a:ext cx="3" cy="6"/>
            </a:xfrm>
            <a:prstGeom prst="ellipse">
              <a:avLst/>
            </a:prstGeom>
            <a:solidFill>
              <a:srgbClr val="F4A687"/>
            </a:solidFill>
            <a:ln w="476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0" name="Freeform 506">
              <a:extLst>
                <a:ext uri="{FF2B5EF4-FFF2-40B4-BE49-F238E27FC236}">
                  <a16:creationId xmlns:a16="http://schemas.microsoft.com/office/drawing/2014/main" id="{1C79FDB1-0856-4BB6-91A7-66E9B34C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045"/>
              <a:ext cx="34" cy="63"/>
            </a:xfrm>
            <a:custGeom>
              <a:avLst/>
              <a:gdLst>
                <a:gd name="T0" fmla="*/ 57 w 25"/>
                <a:gd name="T1" fmla="*/ 0 h 47"/>
                <a:gd name="T2" fmla="*/ 0 w 25"/>
                <a:gd name="T3" fmla="*/ 78 h 47"/>
                <a:gd name="T4" fmla="*/ 10 w 25"/>
                <a:gd name="T5" fmla="*/ 97 h 47"/>
                <a:gd name="T6" fmla="*/ 5 w 25"/>
                <a:gd name="T7" fmla="*/ 113 h 47"/>
                <a:gd name="T8" fmla="*/ 63 w 25"/>
                <a:gd name="T9" fmla="*/ 5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7">
                  <a:moveTo>
                    <a:pt x="23" y="0"/>
                  </a:moveTo>
                  <a:cubicBezTo>
                    <a:pt x="22" y="13"/>
                    <a:pt x="4" y="29"/>
                    <a:pt x="0" y="32"/>
                  </a:cubicBezTo>
                  <a:cubicBezTo>
                    <a:pt x="2" y="33"/>
                    <a:pt x="4" y="36"/>
                    <a:pt x="4" y="40"/>
                  </a:cubicBezTo>
                  <a:cubicBezTo>
                    <a:pt x="4" y="43"/>
                    <a:pt x="3" y="45"/>
                    <a:pt x="2" y="47"/>
                  </a:cubicBezTo>
                  <a:cubicBezTo>
                    <a:pt x="8" y="42"/>
                    <a:pt x="21" y="30"/>
                    <a:pt x="25" y="21"/>
                  </a:cubicBezTo>
                </a:path>
              </a:pathLst>
            </a:custGeom>
            <a:solidFill>
              <a:srgbClr val="E2001A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81" name="Freeform 507">
              <a:extLst>
                <a:ext uri="{FF2B5EF4-FFF2-40B4-BE49-F238E27FC236}">
                  <a16:creationId xmlns:a16="http://schemas.microsoft.com/office/drawing/2014/main" id="{221CC70E-E5A4-47EF-B35C-2C8E93FC4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045"/>
              <a:ext cx="34" cy="63"/>
            </a:xfrm>
            <a:custGeom>
              <a:avLst/>
              <a:gdLst>
                <a:gd name="T0" fmla="*/ 57 w 25"/>
                <a:gd name="T1" fmla="*/ 0 h 47"/>
                <a:gd name="T2" fmla="*/ 0 w 25"/>
                <a:gd name="T3" fmla="*/ 78 h 47"/>
                <a:gd name="T4" fmla="*/ 10 w 25"/>
                <a:gd name="T5" fmla="*/ 97 h 47"/>
                <a:gd name="T6" fmla="*/ 5 w 25"/>
                <a:gd name="T7" fmla="*/ 113 h 47"/>
                <a:gd name="T8" fmla="*/ 63 w 25"/>
                <a:gd name="T9" fmla="*/ 5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7">
                  <a:moveTo>
                    <a:pt x="23" y="0"/>
                  </a:moveTo>
                  <a:cubicBezTo>
                    <a:pt x="22" y="13"/>
                    <a:pt x="4" y="29"/>
                    <a:pt x="0" y="32"/>
                  </a:cubicBezTo>
                  <a:cubicBezTo>
                    <a:pt x="2" y="33"/>
                    <a:pt x="4" y="36"/>
                    <a:pt x="4" y="40"/>
                  </a:cubicBezTo>
                  <a:cubicBezTo>
                    <a:pt x="4" y="43"/>
                    <a:pt x="3" y="45"/>
                    <a:pt x="2" y="47"/>
                  </a:cubicBezTo>
                  <a:cubicBezTo>
                    <a:pt x="8" y="42"/>
                    <a:pt x="21" y="30"/>
                    <a:pt x="25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2" name="Oval 508">
              <a:extLst>
                <a:ext uri="{FF2B5EF4-FFF2-40B4-BE49-F238E27FC236}">
                  <a16:creationId xmlns:a16="http://schemas.microsoft.com/office/drawing/2014/main" id="{8A825853-9BFA-46ED-BA79-B8873710D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4" y="1940"/>
              <a:ext cx="14" cy="14"/>
            </a:xfrm>
            <a:prstGeom prst="ellipse">
              <a:avLst/>
            </a:prstGeom>
            <a:solidFill>
              <a:srgbClr val="F4A687"/>
            </a:solidFill>
            <a:ln w="476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3" name="Oval 509">
              <a:extLst>
                <a:ext uri="{FF2B5EF4-FFF2-40B4-BE49-F238E27FC236}">
                  <a16:creationId xmlns:a16="http://schemas.microsoft.com/office/drawing/2014/main" id="{3A5E3AD4-4E5A-43D2-9046-0BA9EDEDE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0" y="1944"/>
              <a:ext cx="4" cy="4"/>
            </a:xfrm>
            <a:prstGeom prst="ellipse">
              <a:avLst/>
            </a:prstGeom>
            <a:solidFill>
              <a:srgbClr val="F4A687"/>
            </a:solidFill>
            <a:ln w="476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4" name="Oval 510">
              <a:extLst>
                <a:ext uri="{FF2B5EF4-FFF2-40B4-BE49-F238E27FC236}">
                  <a16:creationId xmlns:a16="http://schemas.microsoft.com/office/drawing/2014/main" id="{8098E6D4-1503-4E59-86F7-7B8C3F35C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1" y="1922"/>
              <a:ext cx="13" cy="13"/>
            </a:xfrm>
            <a:prstGeom prst="ellipse">
              <a:avLst/>
            </a:prstGeom>
            <a:solidFill>
              <a:srgbClr val="F4A687"/>
            </a:solidFill>
            <a:ln w="476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5" name="Oval 511">
              <a:extLst>
                <a:ext uri="{FF2B5EF4-FFF2-40B4-BE49-F238E27FC236}">
                  <a16:creationId xmlns:a16="http://schemas.microsoft.com/office/drawing/2014/main" id="{68298ED0-C97C-49CA-AF25-FD52A8DE7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6" y="1927"/>
              <a:ext cx="3" cy="3"/>
            </a:xfrm>
            <a:prstGeom prst="ellipse">
              <a:avLst/>
            </a:prstGeom>
            <a:solidFill>
              <a:srgbClr val="F4A687"/>
            </a:solidFill>
            <a:ln w="476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6" name="Freeform 512">
              <a:extLst>
                <a:ext uri="{FF2B5EF4-FFF2-40B4-BE49-F238E27FC236}">
                  <a16:creationId xmlns:a16="http://schemas.microsoft.com/office/drawing/2014/main" id="{DB747DD2-FC78-414A-946C-2286BA06B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897"/>
              <a:ext cx="71" cy="57"/>
            </a:xfrm>
            <a:custGeom>
              <a:avLst/>
              <a:gdLst>
                <a:gd name="T0" fmla="*/ 33 w 53"/>
                <a:gd name="T1" fmla="*/ 19 h 42"/>
                <a:gd name="T2" fmla="*/ 0 w 53"/>
                <a:gd name="T3" fmla="*/ 71 h 42"/>
                <a:gd name="T4" fmla="*/ 1 w 53"/>
                <a:gd name="T5" fmla="*/ 71 h 42"/>
                <a:gd name="T6" fmla="*/ 15 w 53"/>
                <a:gd name="T7" fmla="*/ 83 h 42"/>
                <a:gd name="T8" fmla="*/ 7 w 53"/>
                <a:gd name="T9" fmla="*/ 96 h 42"/>
                <a:gd name="T10" fmla="*/ 7 w 53"/>
                <a:gd name="T11" fmla="*/ 96 h 42"/>
                <a:gd name="T12" fmla="*/ 52 w 53"/>
                <a:gd name="T13" fmla="*/ 61 h 42"/>
                <a:gd name="T14" fmla="*/ 111 w 53"/>
                <a:gd name="T15" fmla="*/ 105 h 42"/>
                <a:gd name="T16" fmla="*/ 99 w 53"/>
                <a:gd name="T17" fmla="*/ 92 h 42"/>
                <a:gd name="T18" fmla="*/ 111 w 53"/>
                <a:gd name="T19" fmla="*/ 79 h 42"/>
                <a:gd name="T20" fmla="*/ 115 w 53"/>
                <a:gd name="T21" fmla="*/ 79 h 42"/>
                <a:gd name="T22" fmla="*/ 115 w 53"/>
                <a:gd name="T23" fmla="*/ 79 h 42"/>
                <a:gd name="T24" fmla="*/ 84 w 53"/>
                <a:gd name="T25" fmla="*/ 61 h 42"/>
                <a:gd name="T26" fmla="*/ 127 w 53"/>
                <a:gd name="T27" fmla="*/ 68 h 42"/>
                <a:gd name="T28" fmla="*/ 127 w 53"/>
                <a:gd name="T29" fmla="*/ 68 h 42"/>
                <a:gd name="T30" fmla="*/ 122 w 53"/>
                <a:gd name="T31" fmla="*/ 71 h 42"/>
                <a:gd name="T32" fmla="*/ 111 w 53"/>
                <a:gd name="T33" fmla="*/ 57 h 42"/>
                <a:gd name="T34" fmla="*/ 121 w 53"/>
                <a:gd name="T35" fmla="*/ 45 h 42"/>
                <a:gd name="T36" fmla="*/ 79 w 53"/>
                <a:gd name="T37" fmla="*/ 35 h 42"/>
                <a:gd name="T38" fmla="*/ 64 w 53"/>
                <a:gd name="T39" fmla="*/ 0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" h="42">
                  <a:moveTo>
                    <a:pt x="14" y="7"/>
                  </a:moveTo>
                  <a:cubicBezTo>
                    <a:pt x="17" y="13"/>
                    <a:pt x="10" y="25"/>
                    <a:pt x="0" y="28"/>
                  </a:cubicBezTo>
                  <a:cubicBezTo>
                    <a:pt x="0" y="28"/>
                    <a:pt x="1" y="28"/>
                    <a:pt x="1" y="28"/>
                  </a:cubicBezTo>
                  <a:cubicBezTo>
                    <a:pt x="4" y="28"/>
                    <a:pt x="6" y="30"/>
                    <a:pt x="6" y="33"/>
                  </a:cubicBezTo>
                  <a:cubicBezTo>
                    <a:pt x="6" y="35"/>
                    <a:pt x="5" y="37"/>
                    <a:pt x="3" y="38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3" y="38"/>
                    <a:pt x="17" y="34"/>
                    <a:pt x="22" y="24"/>
                  </a:cubicBezTo>
                  <a:cubicBezTo>
                    <a:pt x="28" y="30"/>
                    <a:pt x="38" y="42"/>
                    <a:pt x="46" y="42"/>
                  </a:cubicBezTo>
                  <a:cubicBezTo>
                    <a:pt x="44" y="42"/>
                    <a:pt x="41" y="40"/>
                    <a:pt x="41" y="37"/>
                  </a:cubicBezTo>
                  <a:cubicBezTo>
                    <a:pt x="41" y="34"/>
                    <a:pt x="44" y="32"/>
                    <a:pt x="46" y="32"/>
                  </a:cubicBezTo>
                  <a:cubicBezTo>
                    <a:pt x="47" y="32"/>
                    <a:pt x="47" y="32"/>
                    <a:pt x="48" y="3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2" y="31"/>
                    <a:pt x="38" y="29"/>
                    <a:pt x="35" y="24"/>
                  </a:cubicBezTo>
                  <a:cubicBezTo>
                    <a:pt x="40" y="29"/>
                    <a:pt x="49" y="28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2" y="28"/>
                    <a:pt x="51" y="28"/>
                  </a:cubicBezTo>
                  <a:cubicBezTo>
                    <a:pt x="49" y="28"/>
                    <a:pt x="46" y="25"/>
                    <a:pt x="46" y="23"/>
                  </a:cubicBezTo>
                  <a:cubicBezTo>
                    <a:pt x="46" y="20"/>
                    <a:pt x="48" y="18"/>
                    <a:pt x="50" y="18"/>
                  </a:cubicBezTo>
                  <a:cubicBezTo>
                    <a:pt x="47" y="18"/>
                    <a:pt x="38" y="18"/>
                    <a:pt x="33" y="14"/>
                  </a:cubicBezTo>
                  <a:cubicBezTo>
                    <a:pt x="27" y="8"/>
                    <a:pt x="27" y="0"/>
                    <a:pt x="27" y="0"/>
                  </a:cubicBezTo>
                </a:path>
              </a:pathLst>
            </a:custGeom>
            <a:solidFill>
              <a:srgbClr val="E2001A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Freeform 513">
              <a:extLst>
                <a:ext uri="{FF2B5EF4-FFF2-40B4-BE49-F238E27FC236}">
                  <a16:creationId xmlns:a16="http://schemas.microsoft.com/office/drawing/2014/main" id="{70249F48-4CEA-41C5-9D1D-24E7E227F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897"/>
              <a:ext cx="71" cy="57"/>
            </a:xfrm>
            <a:custGeom>
              <a:avLst/>
              <a:gdLst>
                <a:gd name="T0" fmla="*/ 33 w 53"/>
                <a:gd name="T1" fmla="*/ 19 h 42"/>
                <a:gd name="T2" fmla="*/ 0 w 53"/>
                <a:gd name="T3" fmla="*/ 71 h 42"/>
                <a:gd name="T4" fmla="*/ 1 w 53"/>
                <a:gd name="T5" fmla="*/ 71 h 42"/>
                <a:gd name="T6" fmla="*/ 15 w 53"/>
                <a:gd name="T7" fmla="*/ 83 h 42"/>
                <a:gd name="T8" fmla="*/ 7 w 53"/>
                <a:gd name="T9" fmla="*/ 96 h 42"/>
                <a:gd name="T10" fmla="*/ 7 w 53"/>
                <a:gd name="T11" fmla="*/ 96 h 42"/>
                <a:gd name="T12" fmla="*/ 52 w 53"/>
                <a:gd name="T13" fmla="*/ 61 h 42"/>
                <a:gd name="T14" fmla="*/ 111 w 53"/>
                <a:gd name="T15" fmla="*/ 105 h 42"/>
                <a:gd name="T16" fmla="*/ 99 w 53"/>
                <a:gd name="T17" fmla="*/ 92 h 42"/>
                <a:gd name="T18" fmla="*/ 111 w 53"/>
                <a:gd name="T19" fmla="*/ 79 h 42"/>
                <a:gd name="T20" fmla="*/ 115 w 53"/>
                <a:gd name="T21" fmla="*/ 79 h 42"/>
                <a:gd name="T22" fmla="*/ 115 w 53"/>
                <a:gd name="T23" fmla="*/ 79 h 42"/>
                <a:gd name="T24" fmla="*/ 84 w 53"/>
                <a:gd name="T25" fmla="*/ 61 h 42"/>
                <a:gd name="T26" fmla="*/ 127 w 53"/>
                <a:gd name="T27" fmla="*/ 68 h 42"/>
                <a:gd name="T28" fmla="*/ 127 w 53"/>
                <a:gd name="T29" fmla="*/ 68 h 42"/>
                <a:gd name="T30" fmla="*/ 122 w 53"/>
                <a:gd name="T31" fmla="*/ 71 h 42"/>
                <a:gd name="T32" fmla="*/ 111 w 53"/>
                <a:gd name="T33" fmla="*/ 57 h 42"/>
                <a:gd name="T34" fmla="*/ 121 w 53"/>
                <a:gd name="T35" fmla="*/ 45 h 42"/>
                <a:gd name="T36" fmla="*/ 79 w 53"/>
                <a:gd name="T37" fmla="*/ 35 h 42"/>
                <a:gd name="T38" fmla="*/ 64 w 53"/>
                <a:gd name="T39" fmla="*/ 0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" h="42">
                  <a:moveTo>
                    <a:pt x="14" y="7"/>
                  </a:moveTo>
                  <a:cubicBezTo>
                    <a:pt x="17" y="13"/>
                    <a:pt x="10" y="25"/>
                    <a:pt x="0" y="28"/>
                  </a:cubicBezTo>
                  <a:cubicBezTo>
                    <a:pt x="0" y="28"/>
                    <a:pt x="1" y="28"/>
                    <a:pt x="1" y="28"/>
                  </a:cubicBezTo>
                  <a:cubicBezTo>
                    <a:pt x="4" y="28"/>
                    <a:pt x="6" y="30"/>
                    <a:pt x="6" y="33"/>
                  </a:cubicBezTo>
                  <a:cubicBezTo>
                    <a:pt x="6" y="35"/>
                    <a:pt x="5" y="37"/>
                    <a:pt x="3" y="38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3" y="38"/>
                    <a:pt x="17" y="34"/>
                    <a:pt x="22" y="24"/>
                  </a:cubicBezTo>
                  <a:cubicBezTo>
                    <a:pt x="28" y="30"/>
                    <a:pt x="38" y="42"/>
                    <a:pt x="46" y="42"/>
                  </a:cubicBezTo>
                  <a:cubicBezTo>
                    <a:pt x="44" y="42"/>
                    <a:pt x="41" y="40"/>
                    <a:pt x="41" y="37"/>
                  </a:cubicBezTo>
                  <a:cubicBezTo>
                    <a:pt x="41" y="34"/>
                    <a:pt x="44" y="32"/>
                    <a:pt x="46" y="32"/>
                  </a:cubicBezTo>
                  <a:cubicBezTo>
                    <a:pt x="47" y="32"/>
                    <a:pt x="47" y="32"/>
                    <a:pt x="48" y="3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2" y="31"/>
                    <a:pt x="38" y="29"/>
                    <a:pt x="35" y="24"/>
                  </a:cubicBezTo>
                  <a:cubicBezTo>
                    <a:pt x="40" y="29"/>
                    <a:pt x="49" y="28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2" y="28"/>
                    <a:pt x="51" y="28"/>
                  </a:cubicBezTo>
                  <a:cubicBezTo>
                    <a:pt x="49" y="28"/>
                    <a:pt x="46" y="25"/>
                    <a:pt x="46" y="23"/>
                  </a:cubicBezTo>
                  <a:cubicBezTo>
                    <a:pt x="46" y="20"/>
                    <a:pt x="48" y="18"/>
                    <a:pt x="50" y="18"/>
                  </a:cubicBezTo>
                  <a:cubicBezTo>
                    <a:pt x="47" y="18"/>
                    <a:pt x="38" y="18"/>
                    <a:pt x="33" y="14"/>
                  </a:cubicBezTo>
                  <a:cubicBezTo>
                    <a:pt x="27" y="8"/>
                    <a:pt x="27" y="0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8" name="Oval 514">
              <a:extLst>
                <a:ext uri="{FF2B5EF4-FFF2-40B4-BE49-F238E27FC236}">
                  <a16:creationId xmlns:a16="http://schemas.microsoft.com/office/drawing/2014/main" id="{CB5C23F3-48C2-471C-89C6-97CC1E01C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2" y="1971"/>
              <a:ext cx="15" cy="12"/>
            </a:xfrm>
            <a:prstGeom prst="ellipse">
              <a:avLst/>
            </a:prstGeom>
            <a:solidFill>
              <a:srgbClr val="F4A687"/>
            </a:solidFill>
            <a:ln w="476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89" name="Oval 515">
              <a:extLst>
                <a:ext uri="{FF2B5EF4-FFF2-40B4-BE49-F238E27FC236}">
                  <a16:creationId xmlns:a16="http://schemas.microsoft.com/office/drawing/2014/main" id="{37B87F6A-ECB5-4B83-9810-AAEE7A7FC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7" y="1975"/>
              <a:ext cx="4" cy="4"/>
            </a:xfrm>
            <a:prstGeom prst="ellipse">
              <a:avLst/>
            </a:prstGeom>
            <a:solidFill>
              <a:srgbClr val="F4A687"/>
            </a:solidFill>
            <a:ln w="476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0" name="Freeform 516">
              <a:extLst>
                <a:ext uri="{FF2B5EF4-FFF2-40B4-BE49-F238E27FC236}">
                  <a16:creationId xmlns:a16="http://schemas.microsoft.com/office/drawing/2014/main" id="{561B8477-D749-4916-9A0C-DF49B3034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943"/>
              <a:ext cx="15" cy="34"/>
            </a:xfrm>
            <a:custGeom>
              <a:avLst/>
              <a:gdLst>
                <a:gd name="T0" fmla="*/ 0 w 11"/>
                <a:gd name="T1" fmla="*/ 0 h 25"/>
                <a:gd name="T2" fmla="*/ 0 w 11"/>
                <a:gd name="T3" fmla="*/ 63 h 25"/>
                <a:gd name="T4" fmla="*/ 0 w 11"/>
                <a:gd name="T5" fmla="*/ 63 h 25"/>
                <a:gd name="T6" fmla="*/ 15 w 11"/>
                <a:gd name="T7" fmla="*/ 53 h 25"/>
                <a:gd name="T8" fmla="*/ 27 w 11"/>
                <a:gd name="T9" fmla="*/ 63 h 25"/>
                <a:gd name="T10" fmla="*/ 27 w 11"/>
                <a:gd name="T11" fmla="*/ 63 h 25"/>
                <a:gd name="T12" fmla="*/ 26 w 11"/>
                <a:gd name="T13" fmla="*/ 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0" y="0"/>
                    <a:pt x="0" y="16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23"/>
                    <a:pt x="3" y="21"/>
                    <a:pt x="6" y="21"/>
                  </a:cubicBezTo>
                  <a:cubicBezTo>
                    <a:pt x="9" y="21"/>
                    <a:pt x="11" y="23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1"/>
                    <a:pt x="10" y="7"/>
                    <a:pt x="10" y="1"/>
                  </a:cubicBezTo>
                </a:path>
              </a:pathLst>
            </a:custGeom>
            <a:solidFill>
              <a:srgbClr val="E2001A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1" name="Freeform 517">
              <a:extLst>
                <a:ext uri="{FF2B5EF4-FFF2-40B4-BE49-F238E27FC236}">
                  <a16:creationId xmlns:a16="http://schemas.microsoft.com/office/drawing/2014/main" id="{82EB4AFC-6B78-430D-BEB1-07DF1A655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943"/>
              <a:ext cx="15" cy="34"/>
            </a:xfrm>
            <a:custGeom>
              <a:avLst/>
              <a:gdLst>
                <a:gd name="T0" fmla="*/ 0 w 11"/>
                <a:gd name="T1" fmla="*/ 0 h 25"/>
                <a:gd name="T2" fmla="*/ 0 w 11"/>
                <a:gd name="T3" fmla="*/ 63 h 25"/>
                <a:gd name="T4" fmla="*/ 0 w 11"/>
                <a:gd name="T5" fmla="*/ 63 h 25"/>
                <a:gd name="T6" fmla="*/ 15 w 11"/>
                <a:gd name="T7" fmla="*/ 53 h 25"/>
                <a:gd name="T8" fmla="*/ 27 w 11"/>
                <a:gd name="T9" fmla="*/ 63 h 25"/>
                <a:gd name="T10" fmla="*/ 27 w 11"/>
                <a:gd name="T11" fmla="*/ 63 h 25"/>
                <a:gd name="T12" fmla="*/ 26 w 11"/>
                <a:gd name="T13" fmla="*/ 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0" y="0"/>
                    <a:pt x="0" y="16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23"/>
                    <a:pt x="3" y="21"/>
                    <a:pt x="6" y="21"/>
                  </a:cubicBezTo>
                  <a:cubicBezTo>
                    <a:pt x="9" y="21"/>
                    <a:pt x="11" y="23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1"/>
                    <a:pt x="10" y="7"/>
                    <a:pt x="10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" name="Freeform 518">
              <a:extLst>
                <a:ext uri="{FF2B5EF4-FFF2-40B4-BE49-F238E27FC236}">
                  <a16:creationId xmlns:a16="http://schemas.microsoft.com/office/drawing/2014/main" id="{5EAE0928-EF80-4178-AA98-B0F11CDC87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6" y="2067"/>
              <a:ext cx="30" cy="43"/>
            </a:xfrm>
            <a:custGeom>
              <a:avLst/>
              <a:gdLst>
                <a:gd name="T0" fmla="*/ 0 w 22"/>
                <a:gd name="T1" fmla="*/ 35 h 32"/>
                <a:gd name="T2" fmla="*/ 55 w 22"/>
                <a:gd name="T3" fmla="*/ 75 h 32"/>
                <a:gd name="T4" fmla="*/ 50 w 22"/>
                <a:gd name="T5" fmla="*/ 65 h 32"/>
                <a:gd name="T6" fmla="*/ 56 w 22"/>
                <a:gd name="T7" fmla="*/ 54 h 32"/>
                <a:gd name="T8" fmla="*/ 5 w 22"/>
                <a:gd name="T9" fmla="*/ 0 h 32"/>
                <a:gd name="T10" fmla="*/ 56 w 22"/>
                <a:gd name="T11" fmla="*/ 78 h 32"/>
                <a:gd name="T12" fmla="*/ 56 w 22"/>
                <a:gd name="T13" fmla="*/ 78 h 32"/>
                <a:gd name="T14" fmla="*/ 56 w 22"/>
                <a:gd name="T15" fmla="*/ 78 h 32"/>
                <a:gd name="T16" fmla="*/ 56 w 22"/>
                <a:gd name="T17" fmla="*/ 7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2">
                  <a:moveTo>
                    <a:pt x="0" y="14"/>
                  </a:moveTo>
                  <a:cubicBezTo>
                    <a:pt x="3" y="20"/>
                    <a:pt x="16" y="28"/>
                    <a:pt x="21" y="31"/>
                  </a:cubicBezTo>
                  <a:cubicBezTo>
                    <a:pt x="20" y="30"/>
                    <a:pt x="19" y="29"/>
                    <a:pt x="20" y="27"/>
                  </a:cubicBezTo>
                  <a:cubicBezTo>
                    <a:pt x="20" y="24"/>
                    <a:pt x="21" y="22"/>
                    <a:pt x="22" y="22"/>
                  </a:cubicBezTo>
                  <a:cubicBezTo>
                    <a:pt x="18" y="20"/>
                    <a:pt x="5" y="7"/>
                    <a:pt x="2" y="0"/>
                  </a:cubicBezTo>
                  <a:moveTo>
                    <a:pt x="22" y="32"/>
                  </a:move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3" name="Freeform 519">
              <a:extLst>
                <a:ext uri="{FF2B5EF4-FFF2-40B4-BE49-F238E27FC236}">
                  <a16:creationId xmlns:a16="http://schemas.microsoft.com/office/drawing/2014/main" id="{D76671F0-F9F4-4B84-908F-BCDCEF639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096"/>
              <a:ext cx="8" cy="14"/>
            </a:xfrm>
            <a:custGeom>
              <a:avLst/>
              <a:gdLst>
                <a:gd name="T0" fmla="*/ 9 w 6"/>
                <a:gd name="T1" fmla="*/ 0 h 10"/>
                <a:gd name="T2" fmla="*/ 15 w 6"/>
                <a:gd name="T3" fmla="*/ 14 h 10"/>
                <a:gd name="T4" fmla="*/ 7 w 6"/>
                <a:gd name="T5" fmla="*/ 28 h 10"/>
                <a:gd name="T6" fmla="*/ 1 w 6"/>
                <a:gd name="T7" fmla="*/ 14 h 10"/>
                <a:gd name="T8" fmla="*/ 9 w 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4" y="0"/>
                  </a:moveTo>
                  <a:cubicBezTo>
                    <a:pt x="5" y="0"/>
                    <a:pt x="6" y="2"/>
                    <a:pt x="6" y="5"/>
                  </a:cubicBezTo>
                  <a:cubicBezTo>
                    <a:pt x="6" y="8"/>
                    <a:pt x="5" y="10"/>
                    <a:pt x="3" y="10"/>
                  </a:cubicBezTo>
                  <a:cubicBezTo>
                    <a:pt x="2" y="10"/>
                    <a:pt x="0" y="8"/>
                    <a:pt x="1" y="5"/>
                  </a:cubicBezTo>
                  <a:cubicBezTo>
                    <a:pt x="1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4A687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Oval 520">
              <a:extLst>
                <a:ext uri="{FF2B5EF4-FFF2-40B4-BE49-F238E27FC236}">
                  <a16:creationId xmlns:a16="http://schemas.microsoft.com/office/drawing/2014/main" id="{628D3DE3-0D9E-4122-8C32-9D72AE42E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6" y="2102"/>
              <a:ext cx="1" cy="2"/>
            </a:xfrm>
            <a:prstGeom prst="ellipse">
              <a:avLst/>
            </a:prstGeom>
            <a:solidFill>
              <a:srgbClr val="F4A687"/>
            </a:solidFill>
            <a:ln w="476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5" name="Oval 521">
              <a:extLst>
                <a:ext uri="{FF2B5EF4-FFF2-40B4-BE49-F238E27FC236}">
                  <a16:creationId xmlns:a16="http://schemas.microsoft.com/office/drawing/2014/main" id="{412BDE79-7402-4D66-9404-6668B52D3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1935"/>
              <a:ext cx="13" cy="13"/>
            </a:xfrm>
            <a:prstGeom prst="ellipse">
              <a:avLst/>
            </a:prstGeom>
            <a:solidFill>
              <a:srgbClr val="F4A687"/>
            </a:solidFill>
            <a:ln w="476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6" name="Oval 522">
              <a:extLst>
                <a:ext uri="{FF2B5EF4-FFF2-40B4-BE49-F238E27FC236}">
                  <a16:creationId xmlns:a16="http://schemas.microsoft.com/office/drawing/2014/main" id="{CBDD19D3-016C-477F-A696-F2591E755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9" y="1940"/>
              <a:ext cx="4" cy="3"/>
            </a:xfrm>
            <a:prstGeom prst="ellipse">
              <a:avLst/>
            </a:prstGeom>
            <a:solidFill>
              <a:srgbClr val="F4A687"/>
            </a:solidFill>
            <a:ln w="476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" name="Freeform 523">
              <a:extLst>
                <a:ext uri="{FF2B5EF4-FFF2-40B4-BE49-F238E27FC236}">
                  <a16:creationId xmlns:a16="http://schemas.microsoft.com/office/drawing/2014/main" id="{4E7912B0-293F-4AF0-8495-D713200B5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460"/>
              <a:ext cx="116" cy="146"/>
            </a:xfrm>
            <a:custGeom>
              <a:avLst/>
              <a:gdLst>
                <a:gd name="T0" fmla="*/ 20 w 86"/>
                <a:gd name="T1" fmla="*/ 266 h 108"/>
                <a:gd name="T2" fmla="*/ 9 w 86"/>
                <a:gd name="T3" fmla="*/ 230 h 108"/>
                <a:gd name="T4" fmla="*/ 27 w 86"/>
                <a:gd name="T5" fmla="*/ 93 h 108"/>
                <a:gd name="T6" fmla="*/ 51 w 86"/>
                <a:gd name="T7" fmla="*/ 68 h 108"/>
                <a:gd name="T8" fmla="*/ 90 w 86"/>
                <a:gd name="T9" fmla="*/ 47 h 108"/>
                <a:gd name="T10" fmla="*/ 115 w 86"/>
                <a:gd name="T11" fmla="*/ 42 h 108"/>
                <a:gd name="T12" fmla="*/ 125 w 86"/>
                <a:gd name="T13" fmla="*/ 7 h 108"/>
                <a:gd name="T14" fmla="*/ 132 w 86"/>
                <a:gd name="T15" fmla="*/ 9 h 108"/>
                <a:gd name="T16" fmla="*/ 161 w 86"/>
                <a:gd name="T17" fmla="*/ 7 h 108"/>
                <a:gd name="T18" fmla="*/ 161 w 86"/>
                <a:gd name="T19" fmla="*/ 5 h 108"/>
                <a:gd name="T20" fmla="*/ 189 w 86"/>
                <a:gd name="T21" fmla="*/ 12 h 108"/>
                <a:gd name="T22" fmla="*/ 174 w 86"/>
                <a:gd name="T23" fmla="*/ 57 h 108"/>
                <a:gd name="T24" fmla="*/ 204 w 86"/>
                <a:gd name="T25" fmla="*/ 92 h 108"/>
                <a:gd name="T26" fmla="*/ 205 w 86"/>
                <a:gd name="T27" fmla="*/ 135 h 108"/>
                <a:gd name="T28" fmla="*/ 152 w 86"/>
                <a:gd name="T29" fmla="*/ 126 h 108"/>
                <a:gd name="T30" fmla="*/ 127 w 86"/>
                <a:gd name="T31" fmla="*/ 120 h 108"/>
                <a:gd name="T32" fmla="*/ 96 w 86"/>
                <a:gd name="T33" fmla="*/ 173 h 108"/>
                <a:gd name="T34" fmla="*/ 85 w 86"/>
                <a:gd name="T35" fmla="*/ 233 h 108"/>
                <a:gd name="T36" fmla="*/ 89 w 86"/>
                <a:gd name="T37" fmla="*/ 260 h 108"/>
                <a:gd name="T38" fmla="*/ 77 w 86"/>
                <a:gd name="T39" fmla="*/ 265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6" h="108">
                  <a:moveTo>
                    <a:pt x="8" y="108"/>
                  </a:moveTo>
                  <a:cubicBezTo>
                    <a:pt x="7" y="108"/>
                    <a:pt x="4" y="93"/>
                    <a:pt x="4" y="93"/>
                  </a:cubicBezTo>
                  <a:cubicBezTo>
                    <a:pt x="2" y="78"/>
                    <a:pt x="0" y="54"/>
                    <a:pt x="11" y="38"/>
                  </a:cubicBezTo>
                  <a:cubicBezTo>
                    <a:pt x="14" y="34"/>
                    <a:pt x="17" y="30"/>
                    <a:pt x="21" y="27"/>
                  </a:cubicBezTo>
                  <a:cubicBezTo>
                    <a:pt x="25" y="24"/>
                    <a:pt x="32" y="20"/>
                    <a:pt x="37" y="19"/>
                  </a:cubicBezTo>
                  <a:cubicBezTo>
                    <a:pt x="40" y="18"/>
                    <a:pt x="43" y="17"/>
                    <a:pt x="47" y="17"/>
                  </a:cubicBezTo>
                  <a:cubicBezTo>
                    <a:pt x="48" y="13"/>
                    <a:pt x="49" y="7"/>
                    <a:pt x="51" y="3"/>
                  </a:cubicBezTo>
                  <a:cubicBezTo>
                    <a:pt x="52" y="1"/>
                    <a:pt x="54" y="4"/>
                    <a:pt x="54" y="4"/>
                  </a:cubicBezTo>
                  <a:cubicBezTo>
                    <a:pt x="57" y="3"/>
                    <a:pt x="63" y="0"/>
                    <a:pt x="65" y="3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8" y="2"/>
                    <a:pt x="75" y="2"/>
                    <a:pt x="77" y="5"/>
                  </a:cubicBezTo>
                  <a:cubicBezTo>
                    <a:pt x="78" y="8"/>
                    <a:pt x="73" y="18"/>
                    <a:pt x="71" y="23"/>
                  </a:cubicBezTo>
                  <a:cubicBezTo>
                    <a:pt x="76" y="26"/>
                    <a:pt x="80" y="31"/>
                    <a:pt x="83" y="37"/>
                  </a:cubicBezTo>
                  <a:cubicBezTo>
                    <a:pt x="86" y="42"/>
                    <a:pt x="86" y="49"/>
                    <a:pt x="84" y="55"/>
                  </a:cubicBezTo>
                  <a:cubicBezTo>
                    <a:pt x="76" y="50"/>
                    <a:pt x="68" y="50"/>
                    <a:pt x="62" y="51"/>
                  </a:cubicBezTo>
                  <a:cubicBezTo>
                    <a:pt x="60" y="48"/>
                    <a:pt x="54" y="48"/>
                    <a:pt x="52" y="49"/>
                  </a:cubicBezTo>
                  <a:cubicBezTo>
                    <a:pt x="46" y="52"/>
                    <a:pt x="39" y="55"/>
                    <a:pt x="39" y="70"/>
                  </a:cubicBezTo>
                  <a:cubicBezTo>
                    <a:pt x="36" y="78"/>
                    <a:pt x="35" y="87"/>
                    <a:pt x="35" y="94"/>
                  </a:cubicBezTo>
                  <a:cubicBezTo>
                    <a:pt x="35" y="96"/>
                    <a:pt x="34" y="102"/>
                    <a:pt x="36" y="105"/>
                  </a:cubicBezTo>
                  <a:cubicBezTo>
                    <a:pt x="37" y="107"/>
                    <a:pt x="32" y="107"/>
                    <a:pt x="31" y="107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Freeform 524">
              <a:extLst>
                <a:ext uri="{FF2B5EF4-FFF2-40B4-BE49-F238E27FC236}">
                  <a16:creationId xmlns:a16="http://schemas.microsoft.com/office/drawing/2014/main" id="{6FB3499E-20F8-4AA0-AEC5-774D7CCBC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1479"/>
              <a:ext cx="70" cy="122"/>
            </a:xfrm>
            <a:custGeom>
              <a:avLst/>
              <a:gdLst>
                <a:gd name="T0" fmla="*/ 100 w 52"/>
                <a:gd name="T1" fmla="*/ 0 h 91"/>
                <a:gd name="T2" fmla="*/ 90 w 52"/>
                <a:gd name="T3" fmla="*/ 21 h 91"/>
                <a:gd name="T4" fmla="*/ 120 w 52"/>
                <a:gd name="T5" fmla="*/ 56 h 91"/>
                <a:gd name="T6" fmla="*/ 121 w 52"/>
                <a:gd name="T7" fmla="*/ 99 h 91"/>
                <a:gd name="T8" fmla="*/ 69 w 52"/>
                <a:gd name="T9" fmla="*/ 90 h 91"/>
                <a:gd name="T10" fmla="*/ 43 w 52"/>
                <a:gd name="T11" fmla="*/ 84 h 91"/>
                <a:gd name="T12" fmla="*/ 12 w 52"/>
                <a:gd name="T13" fmla="*/ 135 h 91"/>
                <a:gd name="T14" fmla="*/ 1 w 52"/>
                <a:gd name="T15" fmla="*/ 192 h 91"/>
                <a:gd name="T16" fmla="*/ 5 w 52"/>
                <a:gd name="T17" fmla="*/ 22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91">
                  <a:moveTo>
                    <a:pt x="41" y="0"/>
                  </a:moveTo>
                  <a:cubicBezTo>
                    <a:pt x="40" y="3"/>
                    <a:pt x="38" y="7"/>
                    <a:pt x="37" y="9"/>
                  </a:cubicBezTo>
                  <a:cubicBezTo>
                    <a:pt x="42" y="12"/>
                    <a:pt x="46" y="17"/>
                    <a:pt x="49" y="23"/>
                  </a:cubicBezTo>
                  <a:cubicBezTo>
                    <a:pt x="52" y="28"/>
                    <a:pt x="52" y="35"/>
                    <a:pt x="50" y="41"/>
                  </a:cubicBezTo>
                  <a:cubicBezTo>
                    <a:pt x="42" y="36"/>
                    <a:pt x="34" y="36"/>
                    <a:pt x="28" y="37"/>
                  </a:cubicBezTo>
                  <a:cubicBezTo>
                    <a:pt x="26" y="34"/>
                    <a:pt x="20" y="34"/>
                    <a:pt x="18" y="35"/>
                  </a:cubicBezTo>
                  <a:cubicBezTo>
                    <a:pt x="12" y="38"/>
                    <a:pt x="5" y="41"/>
                    <a:pt x="5" y="56"/>
                  </a:cubicBezTo>
                  <a:cubicBezTo>
                    <a:pt x="2" y="64"/>
                    <a:pt x="1" y="73"/>
                    <a:pt x="1" y="80"/>
                  </a:cubicBezTo>
                  <a:cubicBezTo>
                    <a:pt x="1" y="82"/>
                    <a:pt x="0" y="88"/>
                    <a:pt x="2" y="9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9" name="Freeform 525">
              <a:extLst>
                <a:ext uri="{FF2B5EF4-FFF2-40B4-BE49-F238E27FC236}">
                  <a16:creationId xmlns:a16="http://schemas.microsoft.com/office/drawing/2014/main" id="{2E75D6AA-43B6-4F7C-94C0-0AA6B5573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459"/>
              <a:ext cx="70" cy="126"/>
            </a:xfrm>
            <a:custGeom>
              <a:avLst/>
              <a:gdLst>
                <a:gd name="T0" fmla="*/ 9 w 52"/>
                <a:gd name="T1" fmla="*/ 227 h 94"/>
                <a:gd name="T2" fmla="*/ 27 w 52"/>
                <a:gd name="T3" fmla="*/ 94 h 94"/>
                <a:gd name="T4" fmla="*/ 51 w 52"/>
                <a:gd name="T5" fmla="*/ 68 h 94"/>
                <a:gd name="T6" fmla="*/ 90 w 52"/>
                <a:gd name="T7" fmla="*/ 48 h 94"/>
                <a:gd name="T8" fmla="*/ 114 w 52"/>
                <a:gd name="T9" fmla="*/ 43 h 94"/>
                <a:gd name="T10" fmla="*/ 121 w 52"/>
                <a:gd name="T11" fmla="*/ 15 h 94"/>
                <a:gd name="T12" fmla="*/ 127 w 52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94">
                  <a:moveTo>
                    <a:pt x="4" y="94"/>
                  </a:moveTo>
                  <a:cubicBezTo>
                    <a:pt x="2" y="79"/>
                    <a:pt x="0" y="55"/>
                    <a:pt x="11" y="39"/>
                  </a:cubicBezTo>
                  <a:cubicBezTo>
                    <a:pt x="14" y="35"/>
                    <a:pt x="17" y="31"/>
                    <a:pt x="21" y="28"/>
                  </a:cubicBezTo>
                  <a:cubicBezTo>
                    <a:pt x="25" y="25"/>
                    <a:pt x="32" y="21"/>
                    <a:pt x="37" y="20"/>
                  </a:cubicBezTo>
                  <a:cubicBezTo>
                    <a:pt x="40" y="19"/>
                    <a:pt x="43" y="18"/>
                    <a:pt x="47" y="18"/>
                  </a:cubicBezTo>
                  <a:cubicBezTo>
                    <a:pt x="47" y="15"/>
                    <a:pt x="49" y="10"/>
                    <a:pt x="50" y="6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0" name="Freeform 526">
              <a:extLst>
                <a:ext uri="{FF2B5EF4-FFF2-40B4-BE49-F238E27FC236}">
                  <a16:creationId xmlns:a16="http://schemas.microsoft.com/office/drawing/2014/main" id="{BCF4E2DE-B7E2-42E8-8380-8299D6FC6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436"/>
              <a:ext cx="15" cy="53"/>
            </a:xfrm>
            <a:custGeom>
              <a:avLst/>
              <a:gdLst>
                <a:gd name="T0" fmla="*/ 7 w 11"/>
                <a:gd name="T1" fmla="*/ 98 h 39"/>
                <a:gd name="T2" fmla="*/ 14 w 11"/>
                <a:gd name="T3" fmla="*/ 53 h 39"/>
                <a:gd name="T4" fmla="*/ 27 w 1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9">
                  <a:moveTo>
                    <a:pt x="3" y="39"/>
                  </a:moveTo>
                  <a:cubicBezTo>
                    <a:pt x="0" y="35"/>
                    <a:pt x="4" y="26"/>
                    <a:pt x="5" y="21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Freeform 527">
              <a:extLst>
                <a:ext uri="{FF2B5EF4-FFF2-40B4-BE49-F238E27FC236}">
                  <a16:creationId xmlns:a16="http://schemas.microsoft.com/office/drawing/2014/main" id="{BE4CD85E-2D63-4A5F-8AB7-33CB486AB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576"/>
              <a:ext cx="92" cy="142"/>
            </a:xfrm>
            <a:custGeom>
              <a:avLst/>
              <a:gdLst>
                <a:gd name="T0" fmla="*/ 58 w 68"/>
                <a:gd name="T1" fmla="*/ 255 h 106"/>
                <a:gd name="T2" fmla="*/ 37 w 68"/>
                <a:gd name="T3" fmla="*/ 249 h 106"/>
                <a:gd name="T4" fmla="*/ 5 w 68"/>
                <a:gd name="T5" fmla="*/ 196 h 106"/>
                <a:gd name="T6" fmla="*/ 1 w 68"/>
                <a:gd name="T7" fmla="*/ 121 h 106"/>
                <a:gd name="T8" fmla="*/ 16 w 68"/>
                <a:gd name="T9" fmla="*/ 72 h 106"/>
                <a:gd name="T10" fmla="*/ 47 w 68"/>
                <a:gd name="T11" fmla="*/ 43 h 106"/>
                <a:gd name="T12" fmla="*/ 68 w 68"/>
                <a:gd name="T13" fmla="*/ 23 h 106"/>
                <a:gd name="T14" fmla="*/ 99 w 68"/>
                <a:gd name="T15" fmla="*/ 16 h 106"/>
                <a:gd name="T16" fmla="*/ 131 w 68"/>
                <a:gd name="T17" fmla="*/ 1 h 106"/>
                <a:gd name="T18" fmla="*/ 154 w 68"/>
                <a:gd name="T19" fmla="*/ 43 h 106"/>
                <a:gd name="T20" fmla="*/ 124 w 68"/>
                <a:gd name="T21" fmla="*/ 94 h 106"/>
                <a:gd name="T22" fmla="*/ 83 w 68"/>
                <a:gd name="T23" fmla="*/ 139 h 106"/>
                <a:gd name="T24" fmla="*/ 62 w 68"/>
                <a:gd name="T25" fmla="*/ 169 h 106"/>
                <a:gd name="T26" fmla="*/ 51 w 68"/>
                <a:gd name="T27" fmla="*/ 210 h 106"/>
                <a:gd name="T28" fmla="*/ 57 w 68"/>
                <a:gd name="T29" fmla="*/ 246 h 106"/>
                <a:gd name="T30" fmla="*/ 58 w 68"/>
                <a:gd name="T31" fmla="*/ 255 h 10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8" h="106">
                  <a:moveTo>
                    <a:pt x="24" y="106"/>
                  </a:moveTo>
                  <a:cubicBezTo>
                    <a:pt x="16" y="105"/>
                    <a:pt x="17" y="106"/>
                    <a:pt x="15" y="104"/>
                  </a:cubicBezTo>
                  <a:cubicBezTo>
                    <a:pt x="13" y="101"/>
                    <a:pt x="4" y="91"/>
                    <a:pt x="2" y="81"/>
                  </a:cubicBezTo>
                  <a:cubicBezTo>
                    <a:pt x="0" y="70"/>
                    <a:pt x="0" y="55"/>
                    <a:pt x="1" y="50"/>
                  </a:cubicBezTo>
                  <a:cubicBezTo>
                    <a:pt x="1" y="46"/>
                    <a:pt x="2" y="37"/>
                    <a:pt x="7" y="30"/>
                  </a:cubicBezTo>
                  <a:cubicBezTo>
                    <a:pt x="12" y="22"/>
                    <a:pt x="14" y="22"/>
                    <a:pt x="19" y="18"/>
                  </a:cubicBezTo>
                  <a:cubicBezTo>
                    <a:pt x="24" y="14"/>
                    <a:pt x="21" y="12"/>
                    <a:pt x="27" y="10"/>
                  </a:cubicBezTo>
                  <a:cubicBezTo>
                    <a:pt x="32" y="7"/>
                    <a:pt x="34" y="9"/>
                    <a:pt x="40" y="7"/>
                  </a:cubicBezTo>
                  <a:cubicBezTo>
                    <a:pt x="46" y="5"/>
                    <a:pt x="46" y="0"/>
                    <a:pt x="53" y="1"/>
                  </a:cubicBezTo>
                  <a:cubicBezTo>
                    <a:pt x="61" y="2"/>
                    <a:pt x="68" y="3"/>
                    <a:pt x="62" y="18"/>
                  </a:cubicBezTo>
                  <a:cubicBezTo>
                    <a:pt x="65" y="25"/>
                    <a:pt x="51" y="25"/>
                    <a:pt x="50" y="39"/>
                  </a:cubicBezTo>
                  <a:cubicBezTo>
                    <a:pt x="50" y="45"/>
                    <a:pt x="41" y="59"/>
                    <a:pt x="33" y="58"/>
                  </a:cubicBezTo>
                  <a:cubicBezTo>
                    <a:pt x="34" y="64"/>
                    <a:pt x="32" y="63"/>
                    <a:pt x="25" y="70"/>
                  </a:cubicBezTo>
                  <a:cubicBezTo>
                    <a:pt x="25" y="80"/>
                    <a:pt x="26" y="79"/>
                    <a:pt x="21" y="87"/>
                  </a:cubicBezTo>
                  <a:cubicBezTo>
                    <a:pt x="21" y="93"/>
                    <a:pt x="20" y="100"/>
                    <a:pt x="23" y="102"/>
                  </a:cubicBezTo>
                  <a:cubicBezTo>
                    <a:pt x="25" y="104"/>
                    <a:pt x="25" y="104"/>
                    <a:pt x="24" y="106"/>
                  </a:cubicBezTo>
                  <a:close/>
                </a:path>
              </a:pathLst>
            </a:custGeom>
            <a:solidFill>
              <a:srgbClr val="EFB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2" name="Freeform 528">
              <a:extLst>
                <a:ext uri="{FF2B5EF4-FFF2-40B4-BE49-F238E27FC236}">
                  <a16:creationId xmlns:a16="http://schemas.microsoft.com/office/drawing/2014/main" id="{71A2240C-2938-4B7D-BF02-BF5CCF844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589"/>
              <a:ext cx="52" cy="85"/>
            </a:xfrm>
            <a:custGeom>
              <a:avLst/>
              <a:gdLst>
                <a:gd name="T0" fmla="*/ 64 w 39"/>
                <a:gd name="T1" fmla="*/ 9 h 63"/>
                <a:gd name="T2" fmla="*/ 21 w 39"/>
                <a:gd name="T3" fmla="*/ 49 h 63"/>
                <a:gd name="T4" fmla="*/ 5 w 39"/>
                <a:gd name="T5" fmla="*/ 155 h 63"/>
                <a:gd name="T6" fmla="*/ 20 w 39"/>
                <a:gd name="T7" fmla="*/ 82 h 63"/>
                <a:gd name="T8" fmla="*/ 48 w 39"/>
                <a:gd name="T9" fmla="*/ 63 h 63"/>
                <a:gd name="T10" fmla="*/ 63 w 39"/>
                <a:gd name="T11" fmla="*/ 27 h 63"/>
                <a:gd name="T12" fmla="*/ 85 w 39"/>
                <a:gd name="T13" fmla="*/ 15 h 63"/>
                <a:gd name="T14" fmla="*/ 92 w 39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63">
                  <a:moveTo>
                    <a:pt x="27" y="4"/>
                  </a:moveTo>
                  <a:cubicBezTo>
                    <a:pt x="22" y="6"/>
                    <a:pt x="13" y="15"/>
                    <a:pt x="9" y="20"/>
                  </a:cubicBezTo>
                  <a:cubicBezTo>
                    <a:pt x="1" y="32"/>
                    <a:pt x="0" y="49"/>
                    <a:pt x="2" y="63"/>
                  </a:cubicBezTo>
                  <a:cubicBezTo>
                    <a:pt x="5" y="54"/>
                    <a:pt x="2" y="41"/>
                    <a:pt x="8" y="33"/>
                  </a:cubicBezTo>
                  <a:cubicBezTo>
                    <a:pt x="11" y="29"/>
                    <a:pt x="18" y="28"/>
                    <a:pt x="20" y="26"/>
                  </a:cubicBezTo>
                  <a:cubicBezTo>
                    <a:pt x="24" y="21"/>
                    <a:pt x="21" y="16"/>
                    <a:pt x="26" y="11"/>
                  </a:cubicBezTo>
                  <a:cubicBezTo>
                    <a:pt x="29" y="8"/>
                    <a:pt x="33" y="9"/>
                    <a:pt x="36" y="6"/>
                  </a:cubicBezTo>
                  <a:cubicBezTo>
                    <a:pt x="37" y="5"/>
                    <a:pt x="37" y="2"/>
                    <a:pt x="39" y="0"/>
                  </a:cubicBezTo>
                </a:path>
              </a:pathLst>
            </a:custGeom>
            <a:solidFill>
              <a:srgbClr val="F5D3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3" name="Freeform 529">
              <a:extLst>
                <a:ext uri="{FF2B5EF4-FFF2-40B4-BE49-F238E27FC236}">
                  <a16:creationId xmlns:a16="http://schemas.microsoft.com/office/drawing/2014/main" id="{DE710CC0-E61F-4440-9D12-E56D1318D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576"/>
              <a:ext cx="92" cy="142"/>
            </a:xfrm>
            <a:custGeom>
              <a:avLst/>
              <a:gdLst>
                <a:gd name="T0" fmla="*/ 58 w 68"/>
                <a:gd name="T1" fmla="*/ 255 h 106"/>
                <a:gd name="T2" fmla="*/ 37 w 68"/>
                <a:gd name="T3" fmla="*/ 249 h 106"/>
                <a:gd name="T4" fmla="*/ 5 w 68"/>
                <a:gd name="T5" fmla="*/ 196 h 106"/>
                <a:gd name="T6" fmla="*/ 1 w 68"/>
                <a:gd name="T7" fmla="*/ 121 h 106"/>
                <a:gd name="T8" fmla="*/ 16 w 68"/>
                <a:gd name="T9" fmla="*/ 72 h 106"/>
                <a:gd name="T10" fmla="*/ 47 w 68"/>
                <a:gd name="T11" fmla="*/ 43 h 106"/>
                <a:gd name="T12" fmla="*/ 68 w 68"/>
                <a:gd name="T13" fmla="*/ 23 h 106"/>
                <a:gd name="T14" fmla="*/ 99 w 68"/>
                <a:gd name="T15" fmla="*/ 16 h 106"/>
                <a:gd name="T16" fmla="*/ 131 w 68"/>
                <a:gd name="T17" fmla="*/ 1 h 106"/>
                <a:gd name="T18" fmla="*/ 154 w 68"/>
                <a:gd name="T19" fmla="*/ 43 h 106"/>
                <a:gd name="T20" fmla="*/ 124 w 68"/>
                <a:gd name="T21" fmla="*/ 94 h 106"/>
                <a:gd name="T22" fmla="*/ 83 w 68"/>
                <a:gd name="T23" fmla="*/ 139 h 106"/>
                <a:gd name="T24" fmla="*/ 62 w 68"/>
                <a:gd name="T25" fmla="*/ 169 h 106"/>
                <a:gd name="T26" fmla="*/ 51 w 68"/>
                <a:gd name="T27" fmla="*/ 210 h 106"/>
                <a:gd name="T28" fmla="*/ 57 w 68"/>
                <a:gd name="T29" fmla="*/ 246 h 106"/>
                <a:gd name="T30" fmla="*/ 58 w 68"/>
                <a:gd name="T31" fmla="*/ 255 h 10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8" h="106">
                  <a:moveTo>
                    <a:pt x="24" y="106"/>
                  </a:moveTo>
                  <a:cubicBezTo>
                    <a:pt x="16" y="105"/>
                    <a:pt x="17" y="106"/>
                    <a:pt x="15" y="104"/>
                  </a:cubicBezTo>
                  <a:cubicBezTo>
                    <a:pt x="13" y="101"/>
                    <a:pt x="4" y="91"/>
                    <a:pt x="2" y="81"/>
                  </a:cubicBezTo>
                  <a:cubicBezTo>
                    <a:pt x="0" y="70"/>
                    <a:pt x="0" y="55"/>
                    <a:pt x="1" y="50"/>
                  </a:cubicBezTo>
                  <a:cubicBezTo>
                    <a:pt x="1" y="46"/>
                    <a:pt x="2" y="37"/>
                    <a:pt x="7" y="30"/>
                  </a:cubicBezTo>
                  <a:cubicBezTo>
                    <a:pt x="12" y="22"/>
                    <a:pt x="14" y="22"/>
                    <a:pt x="19" y="18"/>
                  </a:cubicBezTo>
                  <a:cubicBezTo>
                    <a:pt x="24" y="14"/>
                    <a:pt x="21" y="12"/>
                    <a:pt x="27" y="10"/>
                  </a:cubicBezTo>
                  <a:cubicBezTo>
                    <a:pt x="32" y="7"/>
                    <a:pt x="34" y="9"/>
                    <a:pt x="40" y="7"/>
                  </a:cubicBezTo>
                  <a:cubicBezTo>
                    <a:pt x="46" y="5"/>
                    <a:pt x="46" y="0"/>
                    <a:pt x="53" y="1"/>
                  </a:cubicBezTo>
                  <a:cubicBezTo>
                    <a:pt x="61" y="2"/>
                    <a:pt x="68" y="3"/>
                    <a:pt x="62" y="18"/>
                  </a:cubicBezTo>
                  <a:cubicBezTo>
                    <a:pt x="65" y="25"/>
                    <a:pt x="51" y="25"/>
                    <a:pt x="50" y="39"/>
                  </a:cubicBezTo>
                  <a:cubicBezTo>
                    <a:pt x="50" y="45"/>
                    <a:pt x="41" y="59"/>
                    <a:pt x="33" y="58"/>
                  </a:cubicBezTo>
                  <a:cubicBezTo>
                    <a:pt x="34" y="64"/>
                    <a:pt x="32" y="63"/>
                    <a:pt x="25" y="70"/>
                  </a:cubicBezTo>
                  <a:cubicBezTo>
                    <a:pt x="25" y="80"/>
                    <a:pt x="26" y="79"/>
                    <a:pt x="21" y="87"/>
                  </a:cubicBezTo>
                  <a:cubicBezTo>
                    <a:pt x="21" y="93"/>
                    <a:pt x="20" y="100"/>
                    <a:pt x="23" y="102"/>
                  </a:cubicBezTo>
                  <a:cubicBezTo>
                    <a:pt x="25" y="104"/>
                    <a:pt x="25" y="104"/>
                    <a:pt x="24" y="10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4" name="Freeform 530">
              <a:extLst>
                <a:ext uri="{FF2B5EF4-FFF2-40B4-BE49-F238E27FC236}">
                  <a16:creationId xmlns:a16="http://schemas.microsoft.com/office/drawing/2014/main" id="{70D43944-7E70-40BD-A8CC-8806F714F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070"/>
              <a:ext cx="2" cy="22"/>
            </a:xfrm>
            <a:custGeom>
              <a:avLst/>
              <a:gdLst>
                <a:gd name="T0" fmla="*/ 0 w 1"/>
                <a:gd name="T1" fmla="*/ 0 h 16"/>
                <a:gd name="T2" fmla="*/ 8 w 1"/>
                <a:gd name="T3" fmla="*/ 4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0" y="0"/>
                  </a:moveTo>
                  <a:cubicBezTo>
                    <a:pt x="1" y="6"/>
                    <a:pt x="1" y="11"/>
                    <a:pt x="1" y="1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5" name="Freeform 531">
              <a:extLst>
                <a:ext uri="{FF2B5EF4-FFF2-40B4-BE49-F238E27FC236}">
                  <a16:creationId xmlns:a16="http://schemas.microsoft.com/office/drawing/2014/main" id="{CE383488-3812-4F6C-BFD0-1F05372EC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058"/>
              <a:ext cx="4" cy="22"/>
            </a:xfrm>
            <a:custGeom>
              <a:avLst/>
              <a:gdLst>
                <a:gd name="T0" fmla="*/ 7 w 3"/>
                <a:gd name="T1" fmla="*/ 41 h 16"/>
                <a:gd name="T2" fmla="*/ 0 w 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16"/>
                  </a:moveTo>
                  <a:cubicBezTo>
                    <a:pt x="3" y="12"/>
                    <a:pt x="1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6" name="Freeform 532">
              <a:extLst>
                <a:ext uri="{FF2B5EF4-FFF2-40B4-BE49-F238E27FC236}">
                  <a16:creationId xmlns:a16="http://schemas.microsoft.com/office/drawing/2014/main" id="{5AB03ADC-242A-40DD-91D7-95C515000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15"/>
              <a:ext cx="19" cy="8"/>
            </a:xfrm>
            <a:custGeom>
              <a:avLst/>
              <a:gdLst>
                <a:gd name="T0" fmla="*/ 0 w 14"/>
                <a:gd name="T1" fmla="*/ 0 h 6"/>
                <a:gd name="T2" fmla="*/ 22 w 14"/>
                <a:gd name="T3" fmla="*/ 9 h 6"/>
                <a:gd name="T4" fmla="*/ 35 w 14"/>
                <a:gd name="T5" fmla="*/ 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3" y="1"/>
                    <a:pt x="6" y="2"/>
                    <a:pt x="9" y="4"/>
                  </a:cubicBezTo>
                  <a:cubicBezTo>
                    <a:pt x="10" y="4"/>
                    <a:pt x="12" y="5"/>
                    <a:pt x="14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7" name="Freeform 533">
              <a:extLst>
                <a:ext uri="{FF2B5EF4-FFF2-40B4-BE49-F238E27FC236}">
                  <a16:creationId xmlns:a16="http://schemas.microsoft.com/office/drawing/2014/main" id="{29836193-2CE0-4C99-8CD7-CB52FC1B1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107"/>
              <a:ext cx="18" cy="8"/>
            </a:xfrm>
            <a:custGeom>
              <a:avLst/>
              <a:gdLst>
                <a:gd name="T0" fmla="*/ 35 w 13"/>
                <a:gd name="T1" fmla="*/ 15 h 6"/>
                <a:gd name="T2" fmla="*/ 19 w 13"/>
                <a:gd name="T3" fmla="*/ 7 h 6"/>
                <a:gd name="T4" fmla="*/ 0 w 1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11" y="5"/>
                    <a:pt x="8" y="4"/>
                    <a:pt x="7" y="3"/>
                  </a:cubicBez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8" name="Line 534">
              <a:extLst>
                <a:ext uri="{FF2B5EF4-FFF2-40B4-BE49-F238E27FC236}">
                  <a16:creationId xmlns:a16="http://schemas.microsoft.com/office/drawing/2014/main" id="{BBD78298-B768-46DB-ABA8-2765671C9E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83" y="2008"/>
              <a:ext cx="23" cy="3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Freeform 535">
              <a:extLst>
                <a:ext uri="{FF2B5EF4-FFF2-40B4-BE49-F238E27FC236}">
                  <a16:creationId xmlns:a16="http://schemas.microsoft.com/office/drawing/2014/main" id="{7921F46F-B6D7-43D3-BAB4-991CD0B65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029"/>
              <a:ext cx="24" cy="34"/>
            </a:xfrm>
            <a:custGeom>
              <a:avLst/>
              <a:gdLst>
                <a:gd name="T0" fmla="*/ 43 w 18"/>
                <a:gd name="T1" fmla="*/ 0 h 25"/>
                <a:gd name="T2" fmla="*/ 0 w 18"/>
                <a:gd name="T3" fmla="*/ 6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5">
                  <a:moveTo>
                    <a:pt x="18" y="0"/>
                  </a:moveTo>
                  <a:cubicBezTo>
                    <a:pt x="16" y="2"/>
                    <a:pt x="2" y="21"/>
                    <a:pt x="0" y="25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Freeform 536">
              <a:extLst>
                <a:ext uri="{FF2B5EF4-FFF2-40B4-BE49-F238E27FC236}">
                  <a16:creationId xmlns:a16="http://schemas.microsoft.com/office/drawing/2014/main" id="{AB608734-BC25-44F3-BE5A-2FA9B880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158"/>
              <a:ext cx="1" cy="35"/>
            </a:xfrm>
            <a:custGeom>
              <a:avLst/>
              <a:gdLst>
                <a:gd name="T0" fmla="*/ 0 w 1"/>
                <a:gd name="T1" fmla="*/ 0 h 26"/>
                <a:gd name="T2" fmla="*/ 0 w 1"/>
                <a:gd name="T3" fmla="*/ 6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6">
                  <a:moveTo>
                    <a:pt x="0" y="0"/>
                  </a:moveTo>
                  <a:cubicBezTo>
                    <a:pt x="0" y="0"/>
                    <a:pt x="0" y="20"/>
                    <a:pt x="0" y="26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1" name="Freeform 537">
              <a:extLst>
                <a:ext uri="{FF2B5EF4-FFF2-40B4-BE49-F238E27FC236}">
                  <a16:creationId xmlns:a16="http://schemas.microsoft.com/office/drawing/2014/main" id="{24D72AD4-E5B3-43BE-B688-F9A92668F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192"/>
              <a:ext cx="2" cy="37"/>
            </a:xfrm>
            <a:custGeom>
              <a:avLst/>
              <a:gdLst>
                <a:gd name="T0" fmla="*/ 8 w 1"/>
                <a:gd name="T1" fmla="*/ 0 h 28"/>
                <a:gd name="T2" fmla="*/ 0 w 1"/>
                <a:gd name="T3" fmla="*/ 6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8">
                  <a:moveTo>
                    <a:pt x="1" y="0"/>
                  </a:moveTo>
                  <a:cubicBezTo>
                    <a:pt x="1" y="5"/>
                    <a:pt x="0" y="23"/>
                    <a:pt x="0" y="2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2" name="Freeform 538">
              <a:extLst>
                <a:ext uri="{FF2B5EF4-FFF2-40B4-BE49-F238E27FC236}">
                  <a16:creationId xmlns:a16="http://schemas.microsoft.com/office/drawing/2014/main" id="{3339538A-19F2-4948-9BB3-653277151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1476"/>
              <a:ext cx="21" cy="19"/>
            </a:xfrm>
            <a:custGeom>
              <a:avLst/>
              <a:gdLst>
                <a:gd name="T0" fmla="*/ 0 w 16"/>
                <a:gd name="T1" fmla="*/ 0 h 14"/>
                <a:gd name="T2" fmla="*/ 1 w 16"/>
                <a:gd name="T3" fmla="*/ 35 h 14"/>
                <a:gd name="T4" fmla="*/ 37 w 16"/>
                <a:gd name="T5" fmla="*/ 22 h 14"/>
                <a:gd name="T6" fmla="*/ 24 w 16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1" y="3"/>
                    <a:pt x="1" y="11"/>
                    <a:pt x="1" y="14"/>
                  </a:cubicBezTo>
                  <a:cubicBezTo>
                    <a:pt x="6" y="13"/>
                    <a:pt x="11" y="10"/>
                    <a:pt x="16" y="9"/>
                  </a:cubicBezTo>
                  <a:cubicBezTo>
                    <a:pt x="14" y="10"/>
                    <a:pt x="12" y="1"/>
                    <a:pt x="11" y="0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Freeform 539">
              <a:extLst>
                <a:ext uri="{FF2B5EF4-FFF2-40B4-BE49-F238E27FC236}">
                  <a16:creationId xmlns:a16="http://schemas.microsoft.com/office/drawing/2014/main" id="{0FAC2EFC-2CCC-435A-8E71-E656E706D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908"/>
              <a:ext cx="9" cy="4"/>
            </a:xfrm>
            <a:custGeom>
              <a:avLst/>
              <a:gdLst>
                <a:gd name="T0" fmla="*/ 0 w 7"/>
                <a:gd name="T1" fmla="*/ 7 h 3"/>
                <a:gd name="T2" fmla="*/ 15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3"/>
                    <a:pt x="5" y="1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Freeform 540">
              <a:extLst>
                <a:ext uri="{FF2B5EF4-FFF2-40B4-BE49-F238E27FC236}">
                  <a16:creationId xmlns:a16="http://schemas.microsoft.com/office/drawing/2014/main" id="{39C2DB60-6DE0-43FA-BAA2-21CCBBC0E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897"/>
              <a:ext cx="12" cy="8"/>
            </a:xfrm>
            <a:custGeom>
              <a:avLst/>
              <a:gdLst>
                <a:gd name="T0" fmla="*/ 0 w 9"/>
                <a:gd name="T1" fmla="*/ 5 h 6"/>
                <a:gd name="T2" fmla="*/ 16 w 9"/>
                <a:gd name="T3" fmla="*/ 1 h 6"/>
                <a:gd name="T4" fmla="*/ 1 w 9"/>
                <a:gd name="T5" fmla="*/ 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2"/>
                  </a:moveTo>
                  <a:cubicBezTo>
                    <a:pt x="2" y="1"/>
                    <a:pt x="6" y="0"/>
                    <a:pt x="7" y="1"/>
                  </a:cubicBezTo>
                  <a:cubicBezTo>
                    <a:pt x="9" y="4"/>
                    <a:pt x="2" y="6"/>
                    <a:pt x="1" y="6"/>
                  </a:cubicBezTo>
                </a:path>
              </a:pathLst>
            </a:custGeom>
            <a:noFill/>
            <a:ln w="4763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5" name="Freeform 541">
              <a:extLst>
                <a:ext uri="{FF2B5EF4-FFF2-40B4-BE49-F238E27FC236}">
                  <a16:creationId xmlns:a16="http://schemas.microsoft.com/office/drawing/2014/main" id="{D6250D02-E577-4BB9-BEF3-29C06AE92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1944"/>
              <a:ext cx="15" cy="14"/>
            </a:xfrm>
            <a:custGeom>
              <a:avLst/>
              <a:gdLst>
                <a:gd name="T0" fmla="*/ 15 w 11"/>
                <a:gd name="T1" fmla="*/ 0 h 10"/>
                <a:gd name="T2" fmla="*/ 1 w 11"/>
                <a:gd name="T3" fmla="*/ 8 h 10"/>
                <a:gd name="T4" fmla="*/ 10 w 11"/>
                <a:gd name="T5" fmla="*/ 11 h 10"/>
                <a:gd name="T6" fmla="*/ 0 w 11"/>
                <a:gd name="T7" fmla="*/ 2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5" y="0"/>
                    <a:pt x="1" y="1"/>
                    <a:pt x="1" y="3"/>
                  </a:cubicBezTo>
                  <a:cubicBezTo>
                    <a:pt x="1" y="5"/>
                    <a:pt x="3" y="4"/>
                    <a:pt x="4" y="4"/>
                  </a:cubicBezTo>
                  <a:cubicBezTo>
                    <a:pt x="11" y="7"/>
                    <a:pt x="4" y="9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6" name="Freeform 542">
              <a:extLst>
                <a:ext uri="{FF2B5EF4-FFF2-40B4-BE49-F238E27FC236}">
                  <a16:creationId xmlns:a16="http://schemas.microsoft.com/office/drawing/2014/main" id="{1D5CB838-7849-4FEB-8781-93364408B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072"/>
              <a:ext cx="13" cy="10"/>
            </a:xfrm>
            <a:custGeom>
              <a:avLst/>
              <a:gdLst>
                <a:gd name="T0" fmla="*/ 20 w 9"/>
                <a:gd name="T1" fmla="*/ 0 h 7"/>
                <a:gd name="T2" fmla="*/ 27 w 9"/>
                <a:gd name="T3" fmla="*/ 1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cubicBezTo>
                    <a:pt x="0" y="1"/>
                    <a:pt x="1" y="7"/>
                    <a:pt x="9" y="5"/>
                  </a:cubicBezTo>
                </a:path>
              </a:pathLst>
            </a:custGeom>
            <a:noFill/>
            <a:ln w="4763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7" name="Freeform 543">
              <a:extLst>
                <a:ext uri="{FF2B5EF4-FFF2-40B4-BE49-F238E27FC236}">
                  <a16:creationId xmlns:a16="http://schemas.microsoft.com/office/drawing/2014/main" id="{3CCB5FDF-B15C-43DB-BACE-A7CCFEE9E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119"/>
              <a:ext cx="125" cy="190"/>
            </a:xfrm>
            <a:custGeom>
              <a:avLst/>
              <a:gdLst>
                <a:gd name="T0" fmla="*/ 226 w 93"/>
                <a:gd name="T1" fmla="*/ 0 h 141"/>
                <a:gd name="T2" fmla="*/ 168 w 93"/>
                <a:gd name="T3" fmla="*/ 85 h 141"/>
                <a:gd name="T4" fmla="*/ 0 w 93"/>
                <a:gd name="T5" fmla="*/ 345 h 141"/>
                <a:gd name="T6" fmla="*/ 172 w 93"/>
                <a:gd name="T7" fmla="*/ 96 h 141"/>
                <a:gd name="T8" fmla="*/ 226 w 93"/>
                <a:gd name="T9" fmla="*/ 0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41">
                  <a:moveTo>
                    <a:pt x="93" y="0"/>
                  </a:moveTo>
                  <a:cubicBezTo>
                    <a:pt x="93" y="5"/>
                    <a:pt x="86" y="17"/>
                    <a:pt x="69" y="35"/>
                  </a:cubicBezTo>
                  <a:cubicBezTo>
                    <a:pt x="51" y="53"/>
                    <a:pt x="11" y="117"/>
                    <a:pt x="0" y="141"/>
                  </a:cubicBezTo>
                  <a:cubicBezTo>
                    <a:pt x="9" y="126"/>
                    <a:pt x="59" y="52"/>
                    <a:pt x="71" y="39"/>
                  </a:cubicBezTo>
                  <a:cubicBezTo>
                    <a:pt x="83" y="26"/>
                    <a:pt x="93" y="9"/>
                    <a:pt x="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Freeform 544">
              <a:extLst>
                <a:ext uri="{FF2B5EF4-FFF2-40B4-BE49-F238E27FC236}">
                  <a16:creationId xmlns:a16="http://schemas.microsoft.com/office/drawing/2014/main" id="{72249796-A35E-470A-B3AC-6BB71191C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611"/>
              <a:ext cx="8" cy="89"/>
            </a:xfrm>
            <a:custGeom>
              <a:avLst/>
              <a:gdLst>
                <a:gd name="T0" fmla="*/ 15 w 6"/>
                <a:gd name="T1" fmla="*/ 0 h 66"/>
                <a:gd name="T2" fmla="*/ 1 w 6"/>
                <a:gd name="T3" fmla="*/ 162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6">
                  <a:moveTo>
                    <a:pt x="6" y="0"/>
                  </a:moveTo>
                  <a:cubicBezTo>
                    <a:pt x="2" y="6"/>
                    <a:pt x="0" y="57"/>
                    <a:pt x="1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9" name="Freeform 545">
              <a:extLst>
                <a:ext uri="{FF2B5EF4-FFF2-40B4-BE49-F238E27FC236}">
                  <a16:creationId xmlns:a16="http://schemas.microsoft.com/office/drawing/2014/main" id="{220C8512-8A9C-4875-B1DB-4D24C655D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443"/>
              <a:ext cx="129" cy="903"/>
            </a:xfrm>
            <a:custGeom>
              <a:avLst/>
              <a:gdLst>
                <a:gd name="T0" fmla="*/ 36 w 96"/>
                <a:gd name="T1" fmla="*/ 210 h 671"/>
                <a:gd name="T2" fmla="*/ 62 w 96"/>
                <a:gd name="T3" fmla="*/ 192 h 671"/>
                <a:gd name="T4" fmla="*/ 136 w 96"/>
                <a:gd name="T5" fmla="*/ 326 h 671"/>
                <a:gd name="T6" fmla="*/ 128 w 96"/>
                <a:gd name="T7" fmla="*/ 837 h 671"/>
                <a:gd name="T8" fmla="*/ 101 w 96"/>
                <a:gd name="T9" fmla="*/ 964 h 671"/>
                <a:gd name="T10" fmla="*/ 69 w 96"/>
                <a:gd name="T11" fmla="*/ 1101 h 671"/>
                <a:gd name="T12" fmla="*/ 58 w 96"/>
                <a:gd name="T13" fmla="*/ 1179 h 671"/>
                <a:gd name="T14" fmla="*/ 58 w 96"/>
                <a:gd name="T15" fmla="*/ 1295 h 671"/>
                <a:gd name="T16" fmla="*/ 65 w 96"/>
                <a:gd name="T17" fmla="*/ 1382 h 671"/>
                <a:gd name="T18" fmla="*/ 69 w 96"/>
                <a:gd name="T19" fmla="*/ 1389 h 671"/>
                <a:gd name="T20" fmla="*/ 48 w 96"/>
                <a:gd name="T21" fmla="*/ 1439 h 671"/>
                <a:gd name="T22" fmla="*/ 40 w 96"/>
                <a:gd name="T23" fmla="*/ 1447 h 671"/>
                <a:gd name="T24" fmla="*/ 7 w 96"/>
                <a:gd name="T25" fmla="*/ 1503 h 671"/>
                <a:gd name="T26" fmla="*/ 1 w 96"/>
                <a:gd name="T27" fmla="*/ 1560 h 671"/>
                <a:gd name="T28" fmla="*/ 15 w 96"/>
                <a:gd name="T29" fmla="*/ 1507 h 671"/>
                <a:gd name="T30" fmla="*/ 51 w 96"/>
                <a:gd name="T31" fmla="*/ 1457 h 671"/>
                <a:gd name="T32" fmla="*/ 62 w 96"/>
                <a:gd name="T33" fmla="*/ 1447 h 671"/>
                <a:gd name="T34" fmla="*/ 70 w 96"/>
                <a:gd name="T35" fmla="*/ 1432 h 671"/>
                <a:gd name="T36" fmla="*/ 70 w 96"/>
                <a:gd name="T37" fmla="*/ 1444 h 671"/>
                <a:gd name="T38" fmla="*/ 62 w 96"/>
                <a:gd name="T39" fmla="*/ 1635 h 671"/>
                <a:gd name="T40" fmla="*/ 85 w 96"/>
                <a:gd name="T41" fmla="*/ 1440 h 671"/>
                <a:gd name="T42" fmla="*/ 79 w 96"/>
                <a:gd name="T43" fmla="*/ 1379 h 671"/>
                <a:gd name="T44" fmla="*/ 78 w 96"/>
                <a:gd name="T45" fmla="*/ 1292 h 671"/>
                <a:gd name="T46" fmla="*/ 78 w 96"/>
                <a:gd name="T47" fmla="*/ 1184 h 671"/>
                <a:gd name="T48" fmla="*/ 87 w 96"/>
                <a:gd name="T49" fmla="*/ 1101 h 671"/>
                <a:gd name="T50" fmla="*/ 120 w 96"/>
                <a:gd name="T51" fmla="*/ 968 h 671"/>
                <a:gd name="T52" fmla="*/ 148 w 96"/>
                <a:gd name="T53" fmla="*/ 838 h 671"/>
                <a:gd name="T54" fmla="*/ 163 w 96"/>
                <a:gd name="T55" fmla="*/ 509 h 671"/>
                <a:gd name="T56" fmla="*/ 172 w 96"/>
                <a:gd name="T57" fmla="*/ 494 h 671"/>
                <a:gd name="T58" fmla="*/ 191 w 96"/>
                <a:gd name="T59" fmla="*/ 486 h 671"/>
                <a:gd name="T60" fmla="*/ 204 w 96"/>
                <a:gd name="T61" fmla="*/ 536 h 671"/>
                <a:gd name="T62" fmla="*/ 204 w 96"/>
                <a:gd name="T63" fmla="*/ 561 h 671"/>
                <a:gd name="T64" fmla="*/ 211 w 96"/>
                <a:gd name="T65" fmla="*/ 607 h 671"/>
                <a:gd name="T66" fmla="*/ 216 w 96"/>
                <a:gd name="T67" fmla="*/ 717 h 671"/>
                <a:gd name="T68" fmla="*/ 220 w 96"/>
                <a:gd name="T69" fmla="*/ 719 h 671"/>
                <a:gd name="T70" fmla="*/ 220 w 96"/>
                <a:gd name="T71" fmla="*/ 604 h 671"/>
                <a:gd name="T72" fmla="*/ 216 w 96"/>
                <a:gd name="T73" fmla="*/ 561 h 671"/>
                <a:gd name="T74" fmla="*/ 216 w 96"/>
                <a:gd name="T75" fmla="*/ 538 h 671"/>
                <a:gd name="T76" fmla="*/ 203 w 96"/>
                <a:gd name="T77" fmla="*/ 472 h 671"/>
                <a:gd name="T78" fmla="*/ 210 w 96"/>
                <a:gd name="T79" fmla="*/ 445 h 671"/>
                <a:gd name="T80" fmla="*/ 216 w 96"/>
                <a:gd name="T81" fmla="*/ 409 h 671"/>
                <a:gd name="T82" fmla="*/ 206 w 96"/>
                <a:gd name="T83" fmla="*/ 408 h 671"/>
                <a:gd name="T84" fmla="*/ 199 w 96"/>
                <a:gd name="T85" fmla="*/ 444 h 671"/>
                <a:gd name="T86" fmla="*/ 172 w 96"/>
                <a:gd name="T87" fmla="*/ 480 h 671"/>
                <a:gd name="T88" fmla="*/ 163 w 96"/>
                <a:gd name="T89" fmla="*/ 472 h 671"/>
                <a:gd name="T90" fmla="*/ 156 w 96"/>
                <a:gd name="T91" fmla="*/ 324 h 671"/>
                <a:gd name="T92" fmla="*/ 151 w 96"/>
                <a:gd name="T93" fmla="*/ 295 h 671"/>
                <a:gd name="T94" fmla="*/ 216 w 96"/>
                <a:gd name="T95" fmla="*/ 277 h 671"/>
                <a:gd name="T96" fmla="*/ 210 w 96"/>
                <a:gd name="T97" fmla="*/ 284 h 671"/>
                <a:gd name="T98" fmla="*/ 142 w 96"/>
                <a:gd name="T99" fmla="*/ 270 h 671"/>
                <a:gd name="T100" fmla="*/ 142 w 96"/>
                <a:gd name="T101" fmla="*/ 270 h 671"/>
                <a:gd name="T102" fmla="*/ 93 w 96"/>
                <a:gd name="T103" fmla="*/ 195 h 671"/>
                <a:gd name="T104" fmla="*/ 93 w 96"/>
                <a:gd name="T105" fmla="*/ 183 h 671"/>
                <a:gd name="T106" fmla="*/ 114 w 96"/>
                <a:gd name="T107" fmla="*/ 27 h 671"/>
                <a:gd name="T108" fmla="*/ 112 w 96"/>
                <a:gd name="T109" fmla="*/ 0 h 671"/>
                <a:gd name="T110" fmla="*/ 99 w 96"/>
                <a:gd name="T111" fmla="*/ 0 h 671"/>
                <a:gd name="T112" fmla="*/ 101 w 96"/>
                <a:gd name="T113" fmla="*/ 30 h 671"/>
                <a:gd name="T114" fmla="*/ 75 w 96"/>
                <a:gd name="T115" fmla="*/ 168 h 671"/>
                <a:gd name="T116" fmla="*/ 63 w 96"/>
                <a:gd name="T117" fmla="*/ 171 h 671"/>
                <a:gd name="T118" fmla="*/ 31 w 96"/>
                <a:gd name="T119" fmla="*/ 125 h 67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6" h="671">
                  <a:moveTo>
                    <a:pt x="15" y="86"/>
                  </a:moveTo>
                  <a:cubicBezTo>
                    <a:pt x="17" y="77"/>
                    <a:pt x="20" y="78"/>
                    <a:pt x="25" y="79"/>
                  </a:cubicBezTo>
                  <a:cubicBezTo>
                    <a:pt x="41" y="91"/>
                    <a:pt x="52" y="106"/>
                    <a:pt x="56" y="134"/>
                  </a:cubicBezTo>
                  <a:cubicBezTo>
                    <a:pt x="62" y="184"/>
                    <a:pt x="58" y="297"/>
                    <a:pt x="53" y="343"/>
                  </a:cubicBezTo>
                  <a:cubicBezTo>
                    <a:pt x="52" y="354"/>
                    <a:pt x="47" y="374"/>
                    <a:pt x="42" y="395"/>
                  </a:cubicBezTo>
                  <a:cubicBezTo>
                    <a:pt x="34" y="425"/>
                    <a:pt x="27" y="437"/>
                    <a:pt x="28" y="452"/>
                  </a:cubicBezTo>
                  <a:cubicBezTo>
                    <a:pt x="28" y="463"/>
                    <a:pt x="26" y="473"/>
                    <a:pt x="24" y="484"/>
                  </a:cubicBezTo>
                  <a:cubicBezTo>
                    <a:pt x="22" y="494"/>
                    <a:pt x="23" y="517"/>
                    <a:pt x="24" y="531"/>
                  </a:cubicBezTo>
                  <a:cubicBezTo>
                    <a:pt x="26" y="543"/>
                    <a:pt x="27" y="555"/>
                    <a:pt x="27" y="567"/>
                  </a:cubicBezTo>
                  <a:cubicBezTo>
                    <a:pt x="28" y="570"/>
                    <a:pt x="28" y="570"/>
                    <a:pt x="28" y="570"/>
                  </a:cubicBezTo>
                  <a:cubicBezTo>
                    <a:pt x="27" y="578"/>
                    <a:pt x="25" y="583"/>
                    <a:pt x="20" y="590"/>
                  </a:cubicBezTo>
                  <a:cubicBezTo>
                    <a:pt x="16" y="594"/>
                    <a:pt x="16" y="594"/>
                    <a:pt x="16" y="594"/>
                  </a:cubicBezTo>
                  <a:cubicBezTo>
                    <a:pt x="11" y="601"/>
                    <a:pt x="6" y="608"/>
                    <a:pt x="3" y="617"/>
                  </a:cubicBezTo>
                  <a:cubicBezTo>
                    <a:pt x="0" y="625"/>
                    <a:pt x="1" y="640"/>
                    <a:pt x="1" y="640"/>
                  </a:cubicBezTo>
                  <a:cubicBezTo>
                    <a:pt x="1" y="640"/>
                    <a:pt x="5" y="622"/>
                    <a:pt x="6" y="618"/>
                  </a:cubicBezTo>
                  <a:cubicBezTo>
                    <a:pt x="9" y="610"/>
                    <a:pt x="16" y="605"/>
                    <a:pt x="21" y="598"/>
                  </a:cubicBezTo>
                  <a:cubicBezTo>
                    <a:pt x="25" y="594"/>
                    <a:pt x="25" y="594"/>
                    <a:pt x="25" y="594"/>
                  </a:cubicBezTo>
                  <a:cubicBezTo>
                    <a:pt x="26" y="591"/>
                    <a:pt x="28" y="589"/>
                    <a:pt x="29" y="588"/>
                  </a:cubicBezTo>
                  <a:cubicBezTo>
                    <a:pt x="29" y="592"/>
                    <a:pt x="29" y="592"/>
                    <a:pt x="29" y="592"/>
                  </a:cubicBezTo>
                  <a:cubicBezTo>
                    <a:pt x="31" y="620"/>
                    <a:pt x="37" y="651"/>
                    <a:pt x="25" y="671"/>
                  </a:cubicBezTo>
                  <a:cubicBezTo>
                    <a:pt x="38" y="648"/>
                    <a:pt x="37" y="620"/>
                    <a:pt x="35" y="591"/>
                  </a:cubicBezTo>
                  <a:cubicBezTo>
                    <a:pt x="33" y="566"/>
                    <a:pt x="33" y="566"/>
                    <a:pt x="33" y="566"/>
                  </a:cubicBezTo>
                  <a:cubicBezTo>
                    <a:pt x="33" y="554"/>
                    <a:pt x="34" y="542"/>
                    <a:pt x="32" y="530"/>
                  </a:cubicBezTo>
                  <a:cubicBezTo>
                    <a:pt x="31" y="516"/>
                    <a:pt x="30" y="496"/>
                    <a:pt x="32" y="486"/>
                  </a:cubicBezTo>
                  <a:cubicBezTo>
                    <a:pt x="34" y="475"/>
                    <a:pt x="36" y="463"/>
                    <a:pt x="36" y="452"/>
                  </a:cubicBezTo>
                  <a:cubicBezTo>
                    <a:pt x="35" y="438"/>
                    <a:pt x="42" y="425"/>
                    <a:pt x="49" y="397"/>
                  </a:cubicBezTo>
                  <a:cubicBezTo>
                    <a:pt x="55" y="376"/>
                    <a:pt x="60" y="355"/>
                    <a:pt x="61" y="344"/>
                  </a:cubicBezTo>
                  <a:cubicBezTo>
                    <a:pt x="64" y="314"/>
                    <a:pt x="67" y="258"/>
                    <a:pt x="67" y="209"/>
                  </a:cubicBezTo>
                  <a:cubicBezTo>
                    <a:pt x="67" y="207"/>
                    <a:pt x="70" y="204"/>
                    <a:pt x="71" y="203"/>
                  </a:cubicBezTo>
                  <a:cubicBezTo>
                    <a:pt x="74" y="202"/>
                    <a:pt x="77" y="201"/>
                    <a:pt x="79" y="199"/>
                  </a:cubicBezTo>
                  <a:cubicBezTo>
                    <a:pt x="84" y="202"/>
                    <a:pt x="85" y="210"/>
                    <a:pt x="84" y="220"/>
                  </a:cubicBezTo>
                  <a:cubicBezTo>
                    <a:pt x="84" y="230"/>
                    <a:pt x="84" y="230"/>
                    <a:pt x="84" y="230"/>
                  </a:cubicBezTo>
                  <a:cubicBezTo>
                    <a:pt x="87" y="249"/>
                    <a:pt x="87" y="249"/>
                    <a:pt x="87" y="249"/>
                  </a:cubicBezTo>
                  <a:cubicBezTo>
                    <a:pt x="89" y="264"/>
                    <a:pt x="93" y="280"/>
                    <a:pt x="89" y="294"/>
                  </a:cubicBezTo>
                  <a:cubicBezTo>
                    <a:pt x="91" y="295"/>
                    <a:pt x="91" y="295"/>
                    <a:pt x="91" y="295"/>
                  </a:cubicBezTo>
                  <a:cubicBezTo>
                    <a:pt x="96" y="279"/>
                    <a:pt x="94" y="264"/>
                    <a:pt x="91" y="248"/>
                  </a:cubicBezTo>
                  <a:cubicBezTo>
                    <a:pt x="89" y="230"/>
                    <a:pt x="89" y="230"/>
                    <a:pt x="89" y="230"/>
                  </a:cubicBezTo>
                  <a:cubicBezTo>
                    <a:pt x="89" y="221"/>
                    <a:pt x="89" y="221"/>
                    <a:pt x="89" y="221"/>
                  </a:cubicBezTo>
                  <a:cubicBezTo>
                    <a:pt x="90" y="212"/>
                    <a:pt x="90" y="199"/>
                    <a:pt x="83" y="194"/>
                  </a:cubicBezTo>
                  <a:cubicBezTo>
                    <a:pt x="84" y="191"/>
                    <a:pt x="85" y="187"/>
                    <a:pt x="86" y="183"/>
                  </a:cubicBezTo>
                  <a:cubicBezTo>
                    <a:pt x="86" y="178"/>
                    <a:pt x="87" y="174"/>
                    <a:pt x="89" y="168"/>
                  </a:cubicBezTo>
                  <a:cubicBezTo>
                    <a:pt x="85" y="167"/>
                    <a:pt x="85" y="167"/>
                    <a:pt x="85" y="167"/>
                  </a:cubicBezTo>
                  <a:cubicBezTo>
                    <a:pt x="83" y="173"/>
                    <a:pt x="82" y="178"/>
                    <a:pt x="82" y="182"/>
                  </a:cubicBezTo>
                  <a:cubicBezTo>
                    <a:pt x="80" y="190"/>
                    <a:pt x="78" y="194"/>
                    <a:pt x="71" y="197"/>
                  </a:cubicBezTo>
                  <a:cubicBezTo>
                    <a:pt x="70" y="198"/>
                    <a:pt x="67" y="196"/>
                    <a:pt x="67" y="194"/>
                  </a:cubicBezTo>
                  <a:cubicBezTo>
                    <a:pt x="67" y="171"/>
                    <a:pt x="66" y="149"/>
                    <a:pt x="64" y="133"/>
                  </a:cubicBezTo>
                  <a:cubicBezTo>
                    <a:pt x="63" y="129"/>
                    <a:pt x="63" y="125"/>
                    <a:pt x="62" y="121"/>
                  </a:cubicBezTo>
                  <a:cubicBezTo>
                    <a:pt x="75" y="135"/>
                    <a:pt x="84" y="126"/>
                    <a:pt x="89" y="114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77" y="128"/>
                    <a:pt x="68" y="120"/>
                    <a:pt x="59" y="111"/>
                  </a:cubicBezTo>
                  <a:cubicBezTo>
                    <a:pt x="59" y="111"/>
                    <a:pt x="59" y="111"/>
                    <a:pt x="59" y="111"/>
                  </a:cubicBezTo>
                  <a:cubicBezTo>
                    <a:pt x="54" y="99"/>
                    <a:pt x="46" y="87"/>
                    <a:pt x="38" y="80"/>
                  </a:cubicBezTo>
                  <a:cubicBezTo>
                    <a:pt x="37" y="79"/>
                    <a:pt x="37" y="75"/>
                    <a:pt x="38" y="75"/>
                  </a:cubicBezTo>
                  <a:cubicBezTo>
                    <a:pt x="54" y="60"/>
                    <a:pt x="49" y="32"/>
                    <a:pt x="47" y="1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4" y="32"/>
                    <a:pt x="46" y="57"/>
                    <a:pt x="31" y="69"/>
                  </a:cubicBezTo>
                  <a:cubicBezTo>
                    <a:pt x="30" y="70"/>
                    <a:pt x="26" y="71"/>
                    <a:pt x="26" y="70"/>
                  </a:cubicBezTo>
                  <a:cubicBezTo>
                    <a:pt x="19" y="69"/>
                    <a:pt x="14" y="57"/>
                    <a:pt x="13" y="51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0" name="Freeform 546">
              <a:extLst>
                <a:ext uri="{FF2B5EF4-FFF2-40B4-BE49-F238E27FC236}">
                  <a16:creationId xmlns:a16="http://schemas.microsoft.com/office/drawing/2014/main" id="{495F548E-EB95-4567-8867-9E1EF38E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443"/>
              <a:ext cx="129" cy="903"/>
            </a:xfrm>
            <a:custGeom>
              <a:avLst/>
              <a:gdLst>
                <a:gd name="T0" fmla="*/ 36 w 96"/>
                <a:gd name="T1" fmla="*/ 210 h 671"/>
                <a:gd name="T2" fmla="*/ 62 w 96"/>
                <a:gd name="T3" fmla="*/ 192 h 671"/>
                <a:gd name="T4" fmla="*/ 136 w 96"/>
                <a:gd name="T5" fmla="*/ 326 h 671"/>
                <a:gd name="T6" fmla="*/ 128 w 96"/>
                <a:gd name="T7" fmla="*/ 837 h 671"/>
                <a:gd name="T8" fmla="*/ 101 w 96"/>
                <a:gd name="T9" fmla="*/ 964 h 671"/>
                <a:gd name="T10" fmla="*/ 69 w 96"/>
                <a:gd name="T11" fmla="*/ 1101 h 671"/>
                <a:gd name="T12" fmla="*/ 58 w 96"/>
                <a:gd name="T13" fmla="*/ 1179 h 671"/>
                <a:gd name="T14" fmla="*/ 58 w 96"/>
                <a:gd name="T15" fmla="*/ 1295 h 671"/>
                <a:gd name="T16" fmla="*/ 65 w 96"/>
                <a:gd name="T17" fmla="*/ 1382 h 671"/>
                <a:gd name="T18" fmla="*/ 69 w 96"/>
                <a:gd name="T19" fmla="*/ 1389 h 671"/>
                <a:gd name="T20" fmla="*/ 48 w 96"/>
                <a:gd name="T21" fmla="*/ 1439 h 671"/>
                <a:gd name="T22" fmla="*/ 40 w 96"/>
                <a:gd name="T23" fmla="*/ 1447 h 671"/>
                <a:gd name="T24" fmla="*/ 7 w 96"/>
                <a:gd name="T25" fmla="*/ 1503 h 671"/>
                <a:gd name="T26" fmla="*/ 1 w 96"/>
                <a:gd name="T27" fmla="*/ 1560 h 671"/>
                <a:gd name="T28" fmla="*/ 15 w 96"/>
                <a:gd name="T29" fmla="*/ 1507 h 671"/>
                <a:gd name="T30" fmla="*/ 51 w 96"/>
                <a:gd name="T31" fmla="*/ 1457 h 671"/>
                <a:gd name="T32" fmla="*/ 62 w 96"/>
                <a:gd name="T33" fmla="*/ 1447 h 671"/>
                <a:gd name="T34" fmla="*/ 70 w 96"/>
                <a:gd name="T35" fmla="*/ 1432 h 671"/>
                <a:gd name="T36" fmla="*/ 70 w 96"/>
                <a:gd name="T37" fmla="*/ 1444 h 671"/>
                <a:gd name="T38" fmla="*/ 62 w 96"/>
                <a:gd name="T39" fmla="*/ 1635 h 671"/>
                <a:gd name="T40" fmla="*/ 85 w 96"/>
                <a:gd name="T41" fmla="*/ 1440 h 671"/>
                <a:gd name="T42" fmla="*/ 79 w 96"/>
                <a:gd name="T43" fmla="*/ 1379 h 671"/>
                <a:gd name="T44" fmla="*/ 78 w 96"/>
                <a:gd name="T45" fmla="*/ 1292 h 671"/>
                <a:gd name="T46" fmla="*/ 78 w 96"/>
                <a:gd name="T47" fmla="*/ 1184 h 671"/>
                <a:gd name="T48" fmla="*/ 87 w 96"/>
                <a:gd name="T49" fmla="*/ 1101 h 671"/>
                <a:gd name="T50" fmla="*/ 120 w 96"/>
                <a:gd name="T51" fmla="*/ 968 h 671"/>
                <a:gd name="T52" fmla="*/ 148 w 96"/>
                <a:gd name="T53" fmla="*/ 838 h 671"/>
                <a:gd name="T54" fmla="*/ 163 w 96"/>
                <a:gd name="T55" fmla="*/ 509 h 671"/>
                <a:gd name="T56" fmla="*/ 172 w 96"/>
                <a:gd name="T57" fmla="*/ 494 h 671"/>
                <a:gd name="T58" fmla="*/ 191 w 96"/>
                <a:gd name="T59" fmla="*/ 486 h 671"/>
                <a:gd name="T60" fmla="*/ 204 w 96"/>
                <a:gd name="T61" fmla="*/ 536 h 671"/>
                <a:gd name="T62" fmla="*/ 204 w 96"/>
                <a:gd name="T63" fmla="*/ 561 h 671"/>
                <a:gd name="T64" fmla="*/ 211 w 96"/>
                <a:gd name="T65" fmla="*/ 607 h 671"/>
                <a:gd name="T66" fmla="*/ 216 w 96"/>
                <a:gd name="T67" fmla="*/ 717 h 671"/>
                <a:gd name="T68" fmla="*/ 220 w 96"/>
                <a:gd name="T69" fmla="*/ 719 h 671"/>
                <a:gd name="T70" fmla="*/ 220 w 96"/>
                <a:gd name="T71" fmla="*/ 604 h 671"/>
                <a:gd name="T72" fmla="*/ 216 w 96"/>
                <a:gd name="T73" fmla="*/ 561 h 671"/>
                <a:gd name="T74" fmla="*/ 216 w 96"/>
                <a:gd name="T75" fmla="*/ 538 h 671"/>
                <a:gd name="T76" fmla="*/ 203 w 96"/>
                <a:gd name="T77" fmla="*/ 472 h 671"/>
                <a:gd name="T78" fmla="*/ 210 w 96"/>
                <a:gd name="T79" fmla="*/ 445 h 671"/>
                <a:gd name="T80" fmla="*/ 216 w 96"/>
                <a:gd name="T81" fmla="*/ 409 h 671"/>
                <a:gd name="T82" fmla="*/ 206 w 96"/>
                <a:gd name="T83" fmla="*/ 408 h 671"/>
                <a:gd name="T84" fmla="*/ 199 w 96"/>
                <a:gd name="T85" fmla="*/ 444 h 671"/>
                <a:gd name="T86" fmla="*/ 172 w 96"/>
                <a:gd name="T87" fmla="*/ 480 h 671"/>
                <a:gd name="T88" fmla="*/ 163 w 96"/>
                <a:gd name="T89" fmla="*/ 472 h 671"/>
                <a:gd name="T90" fmla="*/ 156 w 96"/>
                <a:gd name="T91" fmla="*/ 324 h 671"/>
                <a:gd name="T92" fmla="*/ 151 w 96"/>
                <a:gd name="T93" fmla="*/ 295 h 671"/>
                <a:gd name="T94" fmla="*/ 216 w 96"/>
                <a:gd name="T95" fmla="*/ 277 h 671"/>
                <a:gd name="T96" fmla="*/ 210 w 96"/>
                <a:gd name="T97" fmla="*/ 284 h 671"/>
                <a:gd name="T98" fmla="*/ 142 w 96"/>
                <a:gd name="T99" fmla="*/ 270 h 671"/>
                <a:gd name="T100" fmla="*/ 142 w 96"/>
                <a:gd name="T101" fmla="*/ 270 h 671"/>
                <a:gd name="T102" fmla="*/ 93 w 96"/>
                <a:gd name="T103" fmla="*/ 195 h 671"/>
                <a:gd name="T104" fmla="*/ 93 w 96"/>
                <a:gd name="T105" fmla="*/ 183 h 671"/>
                <a:gd name="T106" fmla="*/ 114 w 96"/>
                <a:gd name="T107" fmla="*/ 27 h 671"/>
                <a:gd name="T108" fmla="*/ 112 w 96"/>
                <a:gd name="T109" fmla="*/ 0 h 671"/>
                <a:gd name="T110" fmla="*/ 99 w 96"/>
                <a:gd name="T111" fmla="*/ 0 h 671"/>
                <a:gd name="T112" fmla="*/ 101 w 96"/>
                <a:gd name="T113" fmla="*/ 30 h 671"/>
                <a:gd name="T114" fmla="*/ 75 w 96"/>
                <a:gd name="T115" fmla="*/ 168 h 671"/>
                <a:gd name="T116" fmla="*/ 63 w 96"/>
                <a:gd name="T117" fmla="*/ 171 h 671"/>
                <a:gd name="T118" fmla="*/ 31 w 96"/>
                <a:gd name="T119" fmla="*/ 125 h 67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6" h="671">
                  <a:moveTo>
                    <a:pt x="15" y="86"/>
                  </a:moveTo>
                  <a:cubicBezTo>
                    <a:pt x="17" y="77"/>
                    <a:pt x="20" y="78"/>
                    <a:pt x="25" y="79"/>
                  </a:cubicBezTo>
                  <a:cubicBezTo>
                    <a:pt x="41" y="91"/>
                    <a:pt x="52" y="106"/>
                    <a:pt x="56" y="134"/>
                  </a:cubicBezTo>
                  <a:cubicBezTo>
                    <a:pt x="62" y="184"/>
                    <a:pt x="58" y="297"/>
                    <a:pt x="53" y="343"/>
                  </a:cubicBezTo>
                  <a:cubicBezTo>
                    <a:pt x="52" y="354"/>
                    <a:pt x="47" y="374"/>
                    <a:pt x="42" y="395"/>
                  </a:cubicBezTo>
                  <a:cubicBezTo>
                    <a:pt x="34" y="425"/>
                    <a:pt x="27" y="437"/>
                    <a:pt x="28" y="452"/>
                  </a:cubicBezTo>
                  <a:cubicBezTo>
                    <a:pt x="28" y="463"/>
                    <a:pt x="26" y="473"/>
                    <a:pt x="24" y="484"/>
                  </a:cubicBezTo>
                  <a:cubicBezTo>
                    <a:pt x="22" y="494"/>
                    <a:pt x="23" y="517"/>
                    <a:pt x="24" y="531"/>
                  </a:cubicBezTo>
                  <a:cubicBezTo>
                    <a:pt x="26" y="543"/>
                    <a:pt x="27" y="555"/>
                    <a:pt x="27" y="567"/>
                  </a:cubicBezTo>
                  <a:cubicBezTo>
                    <a:pt x="28" y="570"/>
                    <a:pt x="28" y="570"/>
                    <a:pt x="28" y="570"/>
                  </a:cubicBezTo>
                  <a:cubicBezTo>
                    <a:pt x="27" y="578"/>
                    <a:pt x="25" y="583"/>
                    <a:pt x="20" y="590"/>
                  </a:cubicBezTo>
                  <a:cubicBezTo>
                    <a:pt x="16" y="594"/>
                    <a:pt x="16" y="594"/>
                    <a:pt x="16" y="594"/>
                  </a:cubicBezTo>
                  <a:cubicBezTo>
                    <a:pt x="11" y="601"/>
                    <a:pt x="6" y="608"/>
                    <a:pt x="3" y="617"/>
                  </a:cubicBezTo>
                  <a:cubicBezTo>
                    <a:pt x="0" y="625"/>
                    <a:pt x="1" y="640"/>
                    <a:pt x="1" y="640"/>
                  </a:cubicBezTo>
                  <a:cubicBezTo>
                    <a:pt x="1" y="640"/>
                    <a:pt x="5" y="622"/>
                    <a:pt x="6" y="618"/>
                  </a:cubicBezTo>
                  <a:cubicBezTo>
                    <a:pt x="9" y="610"/>
                    <a:pt x="16" y="605"/>
                    <a:pt x="21" y="598"/>
                  </a:cubicBezTo>
                  <a:cubicBezTo>
                    <a:pt x="25" y="594"/>
                    <a:pt x="25" y="594"/>
                    <a:pt x="25" y="594"/>
                  </a:cubicBezTo>
                  <a:cubicBezTo>
                    <a:pt x="26" y="591"/>
                    <a:pt x="28" y="589"/>
                    <a:pt x="29" y="588"/>
                  </a:cubicBezTo>
                  <a:cubicBezTo>
                    <a:pt x="29" y="592"/>
                    <a:pt x="29" y="592"/>
                    <a:pt x="29" y="592"/>
                  </a:cubicBezTo>
                  <a:cubicBezTo>
                    <a:pt x="31" y="620"/>
                    <a:pt x="37" y="651"/>
                    <a:pt x="25" y="671"/>
                  </a:cubicBezTo>
                  <a:cubicBezTo>
                    <a:pt x="38" y="648"/>
                    <a:pt x="37" y="620"/>
                    <a:pt x="35" y="591"/>
                  </a:cubicBezTo>
                  <a:cubicBezTo>
                    <a:pt x="33" y="566"/>
                    <a:pt x="33" y="566"/>
                    <a:pt x="33" y="566"/>
                  </a:cubicBezTo>
                  <a:cubicBezTo>
                    <a:pt x="33" y="554"/>
                    <a:pt x="34" y="542"/>
                    <a:pt x="32" y="530"/>
                  </a:cubicBezTo>
                  <a:cubicBezTo>
                    <a:pt x="31" y="516"/>
                    <a:pt x="30" y="496"/>
                    <a:pt x="32" y="486"/>
                  </a:cubicBezTo>
                  <a:cubicBezTo>
                    <a:pt x="34" y="475"/>
                    <a:pt x="36" y="463"/>
                    <a:pt x="36" y="452"/>
                  </a:cubicBezTo>
                  <a:cubicBezTo>
                    <a:pt x="35" y="438"/>
                    <a:pt x="42" y="425"/>
                    <a:pt x="49" y="397"/>
                  </a:cubicBezTo>
                  <a:cubicBezTo>
                    <a:pt x="55" y="376"/>
                    <a:pt x="60" y="355"/>
                    <a:pt x="61" y="344"/>
                  </a:cubicBezTo>
                  <a:cubicBezTo>
                    <a:pt x="64" y="314"/>
                    <a:pt x="67" y="258"/>
                    <a:pt x="67" y="209"/>
                  </a:cubicBezTo>
                  <a:cubicBezTo>
                    <a:pt x="67" y="207"/>
                    <a:pt x="70" y="204"/>
                    <a:pt x="71" y="203"/>
                  </a:cubicBezTo>
                  <a:cubicBezTo>
                    <a:pt x="74" y="202"/>
                    <a:pt x="77" y="201"/>
                    <a:pt x="79" y="199"/>
                  </a:cubicBezTo>
                  <a:cubicBezTo>
                    <a:pt x="84" y="202"/>
                    <a:pt x="85" y="210"/>
                    <a:pt x="84" y="220"/>
                  </a:cubicBezTo>
                  <a:cubicBezTo>
                    <a:pt x="84" y="230"/>
                    <a:pt x="84" y="230"/>
                    <a:pt x="84" y="230"/>
                  </a:cubicBezTo>
                  <a:cubicBezTo>
                    <a:pt x="87" y="249"/>
                    <a:pt x="87" y="249"/>
                    <a:pt x="87" y="249"/>
                  </a:cubicBezTo>
                  <a:cubicBezTo>
                    <a:pt x="89" y="264"/>
                    <a:pt x="93" y="280"/>
                    <a:pt x="89" y="294"/>
                  </a:cubicBezTo>
                  <a:cubicBezTo>
                    <a:pt x="91" y="295"/>
                    <a:pt x="91" y="295"/>
                    <a:pt x="91" y="295"/>
                  </a:cubicBezTo>
                  <a:cubicBezTo>
                    <a:pt x="96" y="279"/>
                    <a:pt x="94" y="264"/>
                    <a:pt x="91" y="248"/>
                  </a:cubicBezTo>
                  <a:cubicBezTo>
                    <a:pt x="89" y="230"/>
                    <a:pt x="89" y="230"/>
                    <a:pt x="89" y="230"/>
                  </a:cubicBezTo>
                  <a:cubicBezTo>
                    <a:pt x="89" y="221"/>
                    <a:pt x="89" y="221"/>
                    <a:pt x="89" y="221"/>
                  </a:cubicBezTo>
                  <a:cubicBezTo>
                    <a:pt x="90" y="212"/>
                    <a:pt x="90" y="199"/>
                    <a:pt x="83" y="194"/>
                  </a:cubicBezTo>
                  <a:cubicBezTo>
                    <a:pt x="84" y="191"/>
                    <a:pt x="85" y="187"/>
                    <a:pt x="86" y="183"/>
                  </a:cubicBezTo>
                  <a:cubicBezTo>
                    <a:pt x="86" y="178"/>
                    <a:pt x="87" y="174"/>
                    <a:pt x="89" y="168"/>
                  </a:cubicBezTo>
                  <a:cubicBezTo>
                    <a:pt x="85" y="167"/>
                    <a:pt x="85" y="167"/>
                    <a:pt x="85" y="167"/>
                  </a:cubicBezTo>
                  <a:cubicBezTo>
                    <a:pt x="83" y="173"/>
                    <a:pt x="82" y="178"/>
                    <a:pt x="82" y="182"/>
                  </a:cubicBezTo>
                  <a:cubicBezTo>
                    <a:pt x="80" y="190"/>
                    <a:pt x="78" y="194"/>
                    <a:pt x="71" y="197"/>
                  </a:cubicBezTo>
                  <a:cubicBezTo>
                    <a:pt x="70" y="198"/>
                    <a:pt x="67" y="196"/>
                    <a:pt x="67" y="194"/>
                  </a:cubicBezTo>
                  <a:cubicBezTo>
                    <a:pt x="67" y="171"/>
                    <a:pt x="66" y="149"/>
                    <a:pt x="64" y="133"/>
                  </a:cubicBezTo>
                  <a:cubicBezTo>
                    <a:pt x="63" y="129"/>
                    <a:pt x="63" y="125"/>
                    <a:pt x="62" y="121"/>
                  </a:cubicBezTo>
                  <a:cubicBezTo>
                    <a:pt x="75" y="135"/>
                    <a:pt x="84" y="126"/>
                    <a:pt x="89" y="114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77" y="128"/>
                    <a:pt x="68" y="120"/>
                    <a:pt x="59" y="111"/>
                  </a:cubicBezTo>
                  <a:cubicBezTo>
                    <a:pt x="59" y="111"/>
                    <a:pt x="59" y="111"/>
                    <a:pt x="59" y="111"/>
                  </a:cubicBezTo>
                  <a:cubicBezTo>
                    <a:pt x="54" y="99"/>
                    <a:pt x="46" y="87"/>
                    <a:pt x="38" y="80"/>
                  </a:cubicBezTo>
                  <a:cubicBezTo>
                    <a:pt x="37" y="79"/>
                    <a:pt x="37" y="75"/>
                    <a:pt x="38" y="75"/>
                  </a:cubicBezTo>
                  <a:cubicBezTo>
                    <a:pt x="54" y="60"/>
                    <a:pt x="49" y="32"/>
                    <a:pt x="47" y="1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4" y="32"/>
                    <a:pt x="46" y="57"/>
                    <a:pt x="31" y="69"/>
                  </a:cubicBezTo>
                  <a:cubicBezTo>
                    <a:pt x="30" y="70"/>
                    <a:pt x="26" y="71"/>
                    <a:pt x="26" y="70"/>
                  </a:cubicBezTo>
                  <a:cubicBezTo>
                    <a:pt x="19" y="69"/>
                    <a:pt x="14" y="57"/>
                    <a:pt x="13" y="51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Freeform 547">
              <a:extLst>
                <a:ext uri="{FF2B5EF4-FFF2-40B4-BE49-F238E27FC236}">
                  <a16:creationId xmlns:a16="http://schemas.microsoft.com/office/drawing/2014/main" id="{85FD3A37-401A-45E0-A766-D0FAF8220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2613"/>
              <a:ext cx="7" cy="88"/>
            </a:xfrm>
            <a:custGeom>
              <a:avLst/>
              <a:gdLst>
                <a:gd name="T0" fmla="*/ 0 w 5"/>
                <a:gd name="T1" fmla="*/ 0 h 66"/>
                <a:gd name="T2" fmla="*/ 14 w 5"/>
                <a:gd name="T3" fmla="*/ 156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6">
                  <a:moveTo>
                    <a:pt x="0" y="0"/>
                  </a:moveTo>
                  <a:cubicBezTo>
                    <a:pt x="3" y="6"/>
                    <a:pt x="5" y="57"/>
                    <a:pt x="5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Freeform 548">
              <a:extLst>
                <a:ext uri="{FF2B5EF4-FFF2-40B4-BE49-F238E27FC236}">
                  <a16:creationId xmlns:a16="http://schemas.microsoft.com/office/drawing/2014/main" id="{35F96105-E15F-49EE-9B2D-5C1A6B1C9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599"/>
              <a:ext cx="17" cy="316"/>
            </a:xfrm>
            <a:custGeom>
              <a:avLst/>
              <a:gdLst>
                <a:gd name="T0" fmla="*/ 5 w 13"/>
                <a:gd name="T1" fmla="*/ 0 h 235"/>
                <a:gd name="T2" fmla="*/ 29 w 13"/>
                <a:gd name="T3" fmla="*/ 571 h 2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5">
                  <a:moveTo>
                    <a:pt x="2" y="0"/>
                  </a:moveTo>
                  <a:cubicBezTo>
                    <a:pt x="0" y="10"/>
                    <a:pt x="0" y="153"/>
                    <a:pt x="13" y="2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" name="Freeform 549">
              <a:extLst>
                <a:ext uri="{FF2B5EF4-FFF2-40B4-BE49-F238E27FC236}">
                  <a16:creationId xmlns:a16="http://schemas.microsoft.com/office/drawing/2014/main" id="{D4D09904-2486-491D-8CBD-D7E6B6EC4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557"/>
              <a:ext cx="22" cy="255"/>
            </a:xfrm>
            <a:custGeom>
              <a:avLst/>
              <a:gdLst>
                <a:gd name="T0" fmla="*/ 0 w 16"/>
                <a:gd name="T1" fmla="*/ 0 h 190"/>
                <a:gd name="T2" fmla="*/ 41 w 16"/>
                <a:gd name="T3" fmla="*/ 459 h 1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0">
                  <a:moveTo>
                    <a:pt x="0" y="0"/>
                  </a:moveTo>
                  <a:cubicBezTo>
                    <a:pt x="0" y="23"/>
                    <a:pt x="2" y="126"/>
                    <a:pt x="16" y="19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" name="Freeform 550">
              <a:extLst>
                <a:ext uri="{FF2B5EF4-FFF2-40B4-BE49-F238E27FC236}">
                  <a16:creationId xmlns:a16="http://schemas.microsoft.com/office/drawing/2014/main" id="{C3275AD9-7949-4EE5-A2CE-AA6B6698F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3441"/>
              <a:ext cx="13" cy="165"/>
            </a:xfrm>
            <a:custGeom>
              <a:avLst/>
              <a:gdLst>
                <a:gd name="T0" fmla="*/ 0 w 10"/>
                <a:gd name="T1" fmla="*/ 0 h 123"/>
                <a:gd name="T2" fmla="*/ 13 w 10"/>
                <a:gd name="T3" fmla="*/ 296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3">
                  <a:moveTo>
                    <a:pt x="0" y="0"/>
                  </a:moveTo>
                  <a:cubicBezTo>
                    <a:pt x="2" y="18"/>
                    <a:pt x="10" y="93"/>
                    <a:pt x="6" y="1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" name="Freeform 551">
              <a:extLst>
                <a:ext uri="{FF2B5EF4-FFF2-40B4-BE49-F238E27FC236}">
                  <a16:creationId xmlns:a16="http://schemas.microsoft.com/office/drawing/2014/main" id="{7BCBD9B5-CAF7-49CB-AC18-6F1961A90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3948"/>
              <a:ext cx="60" cy="93"/>
            </a:xfrm>
            <a:custGeom>
              <a:avLst/>
              <a:gdLst>
                <a:gd name="T0" fmla="*/ 0 w 45"/>
                <a:gd name="T1" fmla="*/ 168 h 69"/>
                <a:gd name="T2" fmla="*/ 52 w 45"/>
                <a:gd name="T3" fmla="*/ 119 h 69"/>
                <a:gd name="T4" fmla="*/ 107 w 45"/>
                <a:gd name="T5" fmla="*/ 0 h 69"/>
                <a:gd name="T6" fmla="*/ 65 w 45"/>
                <a:gd name="T7" fmla="*/ 120 h 69"/>
                <a:gd name="T8" fmla="*/ 0 w 45"/>
                <a:gd name="T9" fmla="*/ 16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9">
                  <a:moveTo>
                    <a:pt x="0" y="69"/>
                  </a:moveTo>
                  <a:cubicBezTo>
                    <a:pt x="2" y="60"/>
                    <a:pt x="11" y="54"/>
                    <a:pt x="22" y="48"/>
                  </a:cubicBezTo>
                  <a:cubicBezTo>
                    <a:pt x="34" y="42"/>
                    <a:pt x="41" y="25"/>
                    <a:pt x="45" y="0"/>
                  </a:cubicBezTo>
                  <a:cubicBezTo>
                    <a:pt x="45" y="18"/>
                    <a:pt x="37" y="44"/>
                    <a:pt x="28" y="49"/>
                  </a:cubicBezTo>
                  <a:cubicBezTo>
                    <a:pt x="18" y="54"/>
                    <a:pt x="4" y="61"/>
                    <a:pt x="0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" name="Freeform 552">
              <a:extLst>
                <a:ext uri="{FF2B5EF4-FFF2-40B4-BE49-F238E27FC236}">
                  <a16:creationId xmlns:a16="http://schemas.microsoft.com/office/drawing/2014/main" id="{733E8B86-3599-4EAB-8CF8-4D12E066C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372"/>
              <a:ext cx="218" cy="270"/>
            </a:xfrm>
            <a:custGeom>
              <a:avLst/>
              <a:gdLst>
                <a:gd name="T0" fmla="*/ 156 w 162"/>
                <a:gd name="T1" fmla="*/ 216 h 201"/>
                <a:gd name="T2" fmla="*/ 394 w 162"/>
                <a:gd name="T3" fmla="*/ 0 h 201"/>
                <a:gd name="T4" fmla="*/ 0 w 162"/>
                <a:gd name="T5" fmla="*/ 488 h 201"/>
                <a:gd name="T6" fmla="*/ 156 w 162"/>
                <a:gd name="T7" fmla="*/ 216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01">
                  <a:moveTo>
                    <a:pt x="64" y="89"/>
                  </a:moveTo>
                  <a:cubicBezTo>
                    <a:pt x="91" y="53"/>
                    <a:pt x="124" y="23"/>
                    <a:pt x="162" y="0"/>
                  </a:cubicBezTo>
                  <a:cubicBezTo>
                    <a:pt x="146" y="6"/>
                    <a:pt x="31" y="80"/>
                    <a:pt x="0" y="201"/>
                  </a:cubicBezTo>
                  <a:cubicBezTo>
                    <a:pt x="6" y="186"/>
                    <a:pt x="30" y="135"/>
                    <a:pt x="64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" name="Freeform 553">
              <a:extLst>
                <a:ext uri="{FF2B5EF4-FFF2-40B4-BE49-F238E27FC236}">
                  <a16:creationId xmlns:a16="http://schemas.microsoft.com/office/drawing/2014/main" id="{61AC2AFF-CAAD-44CE-82C0-71F3059BB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497"/>
              <a:ext cx="39" cy="53"/>
            </a:xfrm>
            <a:custGeom>
              <a:avLst/>
              <a:gdLst>
                <a:gd name="T0" fmla="*/ 0 w 29"/>
                <a:gd name="T1" fmla="*/ 93 h 40"/>
                <a:gd name="T2" fmla="*/ 70 w 29"/>
                <a:gd name="T3" fmla="*/ 0 h 40"/>
                <a:gd name="T4" fmla="*/ 0 w 29"/>
                <a:gd name="T5" fmla="*/ 9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0">
                  <a:moveTo>
                    <a:pt x="0" y="40"/>
                  </a:moveTo>
                  <a:cubicBezTo>
                    <a:pt x="3" y="19"/>
                    <a:pt x="11" y="4"/>
                    <a:pt x="29" y="0"/>
                  </a:cubicBezTo>
                  <a:cubicBezTo>
                    <a:pt x="20" y="4"/>
                    <a:pt x="1" y="33"/>
                    <a:pt x="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" name="Freeform 554">
              <a:extLst>
                <a:ext uri="{FF2B5EF4-FFF2-40B4-BE49-F238E27FC236}">
                  <a16:creationId xmlns:a16="http://schemas.microsoft.com/office/drawing/2014/main" id="{4355E322-6AE7-412F-B602-E0F59399F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514"/>
              <a:ext cx="7" cy="69"/>
            </a:xfrm>
            <a:custGeom>
              <a:avLst/>
              <a:gdLst>
                <a:gd name="T0" fmla="*/ 0 w 5"/>
                <a:gd name="T1" fmla="*/ 0 h 51"/>
                <a:gd name="T2" fmla="*/ 6 w 5"/>
                <a:gd name="T3" fmla="*/ 126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1">
                  <a:moveTo>
                    <a:pt x="0" y="0"/>
                  </a:moveTo>
                  <a:cubicBezTo>
                    <a:pt x="5" y="10"/>
                    <a:pt x="5" y="44"/>
                    <a:pt x="2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" name="Freeform 555">
              <a:extLst>
                <a:ext uri="{FF2B5EF4-FFF2-40B4-BE49-F238E27FC236}">
                  <a16:creationId xmlns:a16="http://schemas.microsoft.com/office/drawing/2014/main" id="{F17D5128-1D24-4A78-A2C6-722A41F5C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986"/>
              <a:ext cx="21" cy="98"/>
            </a:xfrm>
            <a:custGeom>
              <a:avLst/>
              <a:gdLst>
                <a:gd name="T0" fmla="*/ 0 w 15"/>
                <a:gd name="T1" fmla="*/ 0 h 73"/>
                <a:gd name="T2" fmla="*/ 29 w 15"/>
                <a:gd name="T3" fmla="*/ 90 h 73"/>
                <a:gd name="T4" fmla="*/ 41 w 15"/>
                <a:gd name="T5" fmla="*/ 177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3">
                  <a:moveTo>
                    <a:pt x="0" y="0"/>
                  </a:moveTo>
                  <a:cubicBezTo>
                    <a:pt x="3" y="8"/>
                    <a:pt x="8" y="22"/>
                    <a:pt x="11" y="37"/>
                  </a:cubicBezTo>
                  <a:cubicBezTo>
                    <a:pt x="14" y="52"/>
                    <a:pt x="15" y="67"/>
                    <a:pt x="15" y="7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" name="Freeform 556">
              <a:extLst>
                <a:ext uri="{FF2B5EF4-FFF2-40B4-BE49-F238E27FC236}">
                  <a16:creationId xmlns:a16="http://schemas.microsoft.com/office/drawing/2014/main" id="{FF7D20C1-04F2-4650-BEA8-3B44DA09F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75"/>
              <a:ext cx="14" cy="124"/>
            </a:xfrm>
            <a:custGeom>
              <a:avLst/>
              <a:gdLst>
                <a:gd name="T0" fmla="*/ 14 w 10"/>
                <a:gd name="T1" fmla="*/ 0 h 92"/>
                <a:gd name="T2" fmla="*/ 14 w 10"/>
                <a:gd name="T3" fmla="*/ 119 h 92"/>
                <a:gd name="T4" fmla="*/ 0 w 10"/>
                <a:gd name="T5" fmla="*/ 225 h 92"/>
                <a:gd name="T6" fmla="*/ 25 w 10"/>
                <a:gd name="T7" fmla="*/ 115 h 92"/>
                <a:gd name="T8" fmla="*/ 14 w 10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2">
                  <a:moveTo>
                    <a:pt x="5" y="0"/>
                  </a:moveTo>
                  <a:cubicBezTo>
                    <a:pt x="4" y="12"/>
                    <a:pt x="4" y="28"/>
                    <a:pt x="5" y="48"/>
                  </a:cubicBezTo>
                  <a:cubicBezTo>
                    <a:pt x="7" y="68"/>
                    <a:pt x="3" y="82"/>
                    <a:pt x="0" y="92"/>
                  </a:cubicBezTo>
                  <a:cubicBezTo>
                    <a:pt x="8" y="78"/>
                    <a:pt x="10" y="58"/>
                    <a:pt x="9" y="47"/>
                  </a:cubicBezTo>
                  <a:cubicBezTo>
                    <a:pt x="9" y="35"/>
                    <a:pt x="4" y="5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" name="Freeform 557">
              <a:extLst>
                <a:ext uri="{FF2B5EF4-FFF2-40B4-BE49-F238E27FC236}">
                  <a16:creationId xmlns:a16="http://schemas.microsoft.com/office/drawing/2014/main" id="{F24C800C-5E91-4160-B475-B699C26B6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319"/>
              <a:ext cx="34" cy="151"/>
            </a:xfrm>
            <a:custGeom>
              <a:avLst/>
              <a:gdLst>
                <a:gd name="T0" fmla="*/ 0 w 25"/>
                <a:gd name="T1" fmla="*/ 275 h 112"/>
                <a:gd name="T2" fmla="*/ 61 w 25"/>
                <a:gd name="T3" fmla="*/ 0 h 112"/>
                <a:gd name="T4" fmla="*/ 0 w 25"/>
                <a:gd name="T5" fmla="*/ 275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2">
                  <a:moveTo>
                    <a:pt x="0" y="112"/>
                  </a:moveTo>
                  <a:cubicBezTo>
                    <a:pt x="11" y="92"/>
                    <a:pt x="25" y="17"/>
                    <a:pt x="24" y="0"/>
                  </a:cubicBezTo>
                  <a:cubicBezTo>
                    <a:pt x="22" y="13"/>
                    <a:pt x="6" y="99"/>
                    <a:pt x="0" y="1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" name="Freeform 558">
              <a:extLst>
                <a:ext uri="{FF2B5EF4-FFF2-40B4-BE49-F238E27FC236}">
                  <a16:creationId xmlns:a16="http://schemas.microsoft.com/office/drawing/2014/main" id="{60F7C7B3-5F3E-4CA7-9AD2-7770EEE92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014"/>
              <a:ext cx="97" cy="7"/>
            </a:xfrm>
            <a:custGeom>
              <a:avLst/>
              <a:gdLst>
                <a:gd name="T0" fmla="*/ 0 w 72"/>
                <a:gd name="T1" fmla="*/ 0 h 5"/>
                <a:gd name="T2" fmla="*/ 85 w 72"/>
                <a:gd name="T3" fmla="*/ 14 h 5"/>
                <a:gd name="T4" fmla="*/ 176 w 72"/>
                <a:gd name="T5" fmla="*/ 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5">
                  <a:moveTo>
                    <a:pt x="0" y="0"/>
                  </a:moveTo>
                  <a:cubicBezTo>
                    <a:pt x="5" y="3"/>
                    <a:pt x="19" y="5"/>
                    <a:pt x="35" y="5"/>
                  </a:cubicBezTo>
                  <a:cubicBezTo>
                    <a:pt x="49" y="5"/>
                    <a:pt x="65" y="5"/>
                    <a:pt x="7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" name="Freeform 559">
              <a:extLst>
                <a:ext uri="{FF2B5EF4-FFF2-40B4-BE49-F238E27FC236}">
                  <a16:creationId xmlns:a16="http://schemas.microsoft.com/office/drawing/2014/main" id="{24575904-8336-4934-A63C-4840B9DEF3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12" y="2107"/>
              <a:ext cx="195" cy="1801"/>
            </a:xfrm>
            <a:custGeom>
              <a:avLst/>
              <a:gdLst>
                <a:gd name="T0" fmla="*/ 261 w 145"/>
                <a:gd name="T1" fmla="*/ 471 h 1339"/>
                <a:gd name="T2" fmla="*/ 87 w 145"/>
                <a:gd name="T3" fmla="*/ 90 h 1339"/>
                <a:gd name="T4" fmla="*/ 62 w 145"/>
                <a:gd name="T5" fmla="*/ 58 h 1339"/>
                <a:gd name="T6" fmla="*/ 36 w 145"/>
                <a:gd name="T7" fmla="*/ 0 h 1339"/>
                <a:gd name="T8" fmla="*/ 0 w 145"/>
                <a:gd name="T9" fmla="*/ 98 h 1339"/>
                <a:gd name="T10" fmla="*/ 51 w 145"/>
                <a:gd name="T11" fmla="*/ 125 h 1339"/>
                <a:gd name="T12" fmla="*/ 132 w 145"/>
                <a:gd name="T13" fmla="*/ 256 h 1339"/>
                <a:gd name="T14" fmla="*/ 126 w 145"/>
                <a:gd name="T15" fmla="*/ 299 h 1339"/>
                <a:gd name="T16" fmla="*/ 90 w 145"/>
                <a:gd name="T17" fmla="*/ 331 h 1339"/>
                <a:gd name="T18" fmla="*/ 106 w 145"/>
                <a:gd name="T19" fmla="*/ 360 h 1339"/>
                <a:gd name="T20" fmla="*/ 136 w 145"/>
                <a:gd name="T21" fmla="*/ 332 h 1339"/>
                <a:gd name="T22" fmla="*/ 147 w 145"/>
                <a:gd name="T23" fmla="*/ 332 h 1339"/>
                <a:gd name="T24" fmla="*/ 284 w 145"/>
                <a:gd name="T25" fmla="*/ 859 h 1339"/>
                <a:gd name="T26" fmla="*/ 277 w 145"/>
                <a:gd name="T27" fmla="*/ 1285 h 1339"/>
                <a:gd name="T28" fmla="*/ 211 w 145"/>
                <a:gd name="T29" fmla="*/ 1404 h 1339"/>
                <a:gd name="T30" fmla="*/ 192 w 145"/>
                <a:gd name="T31" fmla="*/ 1454 h 1339"/>
                <a:gd name="T32" fmla="*/ 157 w 145"/>
                <a:gd name="T33" fmla="*/ 1570 h 1339"/>
                <a:gd name="T34" fmla="*/ 140 w 145"/>
                <a:gd name="T35" fmla="*/ 1742 h 1339"/>
                <a:gd name="T36" fmla="*/ 136 w 145"/>
                <a:gd name="T37" fmla="*/ 1766 h 1339"/>
                <a:gd name="T38" fmla="*/ 112 w 145"/>
                <a:gd name="T39" fmla="*/ 1903 h 1339"/>
                <a:gd name="T40" fmla="*/ 132 w 145"/>
                <a:gd name="T41" fmla="*/ 1913 h 1339"/>
                <a:gd name="T42" fmla="*/ 156 w 145"/>
                <a:gd name="T43" fmla="*/ 1792 h 1339"/>
                <a:gd name="T44" fmla="*/ 156 w 145"/>
                <a:gd name="T45" fmla="*/ 1792 h 1339"/>
                <a:gd name="T46" fmla="*/ 180 w 145"/>
                <a:gd name="T47" fmla="*/ 1734 h 1339"/>
                <a:gd name="T48" fmla="*/ 206 w 145"/>
                <a:gd name="T49" fmla="*/ 1673 h 1339"/>
                <a:gd name="T50" fmla="*/ 231 w 145"/>
                <a:gd name="T51" fmla="*/ 1645 h 1339"/>
                <a:gd name="T52" fmla="*/ 235 w 145"/>
                <a:gd name="T53" fmla="*/ 1641 h 1339"/>
                <a:gd name="T54" fmla="*/ 233 w 145"/>
                <a:gd name="T55" fmla="*/ 1658 h 1339"/>
                <a:gd name="T56" fmla="*/ 206 w 145"/>
                <a:gd name="T57" fmla="*/ 1876 h 1339"/>
                <a:gd name="T58" fmla="*/ 188 w 145"/>
                <a:gd name="T59" fmla="*/ 2102 h 1339"/>
                <a:gd name="T60" fmla="*/ 164 w 145"/>
                <a:gd name="T61" fmla="*/ 2280 h 1339"/>
                <a:gd name="T62" fmla="*/ 164 w 145"/>
                <a:gd name="T63" fmla="*/ 2280 h 1339"/>
                <a:gd name="T64" fmla="*/ 136 w 145"/>
                <a:gd name="T65" fmla="*/ 2915 h 1339"/>
                <a:gd name="T66" fmla="*/ 101 w 145"/>
                <a:gd name="T67" fmla="*/ 3088 h 1339"/>
                <a:gd name="T68" fmla="*/ 78 w 145"/>
                <a:gd name="T69" fmla="*/ 3188 h 1339"/>
                <a:gd name="T70" fmla="*/ 58 w 145"/>
                <a:gd name="T71" fmla="*/ 3256 h 1339"/>
                <a:gd name="T72" fmla="*/ 70 w 145"/>
                <a:gd name="T73" fmla="*/ 3258 h 1339"/>
                <a:gd name="T74" fmla="*/ 106 w 145"/>
                <a:gd name="T75" fmla="*/ 3131 h 1339"/>
                <a:gd name="T76" fmla="*/ 156 w 145"/>
                <a:gd name="T77" fmla="*/ 2925 h 1339"/>
                <a:gd name="T78" fmla="*/ 192 w 145"/>
                <a:gd name="T79" fmla="*/ 2285 h 1339"/>
                <a:gd name="T80" fmla="*/ 206 w 145"/>
                <a:gd name="T81" fmla="*/ 2287 h 1339"/>
                <a:gd name="T82" fmla="*/ 227 w 145"/>
                <a:gd name="T83" fmla="*/ 2112 h 1339"/>
                <a:gd name="T84" fmla="*/ 256 w 145"/>
                <a:gd name="T85" fmla="*/ 1882 h 1339"/>
                <a:gd name="T86" fmla="*/ 282 w 145"/>
                <a:gd name="T87" fmla="*/ 1664 h 1339"/>
                <a:gd name="T88" fmla="*/ 332 w 145"/>
                <a:gd name="T89" fmla="*/ 855 h 1339"/>
                <a:gd name="T90" fmla="*/ 288 w 145"/>
                <a:gd name="T91" fmla="*/ 551 h 1339"/>
                <a:gd name="T92" fmla="*/ 242 w 145"/>
                <a:gd name="T93" fmla="*/ 1606 h 1339"/>
                <a:gd name="T94" fmla="*/ 221 w 145"/>
                <a:gd name="T95" fmla="*/ 1630 h 1339"/>
                <a:gd name="T96" fmla="*/ 192 w 145"/>
                <a:gd name="T97" fmla="*/ 1662 h 1339"/>
                <a:gd name="T98" fmla="*/ 163 w 145"/>
                <a:gd name="T99" fmla="*/ 1728 h 1339"/>
                <a:gd name="T100" fmla="*/ 161 w 145"/>
                <a:gd name="T101" fmla="*/ 1736 h 1339"/>
                <a:gd name="T102" fmla="*/ 178 w 145"/>
                <a:gd name="T103" fmla="*/ 1574 h 1339"/>
                <a:gd name="T104" fmla="*/ 214 w 145"/>
                <a:gd name="T105" fmla="*/ 1462 h 1339"/>
                <a:gd name="T106" fmla="*/ 231 w 145"/>
                <a:gd name="T107" fmla="*/ 1410 h 1339"/>
                <a:gd name="T108" fmla="*/ 277 w 145"/>
                <a:gd name="T109" fmla="*/ 1317 h 1339"/>
                <a:gd name="T110" fmla="*/ 242 w 145"/>
                <a:gd name="T111" fmla="*/ 1606 h 133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45" h="1339">
                  <a:moveTo>
                    <a:pt x="107" y="193"/>
                  </a:moveTo>
                  <a:cubicBezTo>
                    <a:pt x="81" y="118"/>
                    <a:pt x="66" y="71"/>
                    <a:pt x="36" y="37"/>
                  </a:cubicBezTo>
                  <a:cubicBezTo>
                    <a:pt x="36" y="37"/>
                    <a:pt x="27" y="27"/>
                    <a:pt x="25" y="24"/>
                  </a:cubicBezTo>
                  <a:cubicBezTo>
                    <a:pt x="20" y="18"/>
                    <a:pt x="15" y="9"/>
                    <a:pt x="15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7" y="40"/>
                    <a:pt x="16" y="45"/>
                    <a:pt x="21" y="51"/>
                  </a:cubicBezTo>
                  <a:cubicBezTo>
                    <a:pt x="36" y="69"/>
                    <a:pt x="42" y="74"/>
                    <a:pt x="54" y="105"/>
                  </a:cubicBezTo>
                  <a:cubicBezTo>
                    <a:pt x="57" y="114"/>
                    <a:pt x="54" y="119"/>
                    <a:pt x="52" y="123"/>
                  </a:cubicBezTo>
                  <a:cubicBezTo>
                    <a:pt x="48" y="131"/>
                    <a:pt x="42" y="132"/>
                    <a:pt x="37" y="136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49" y="144"/>
                    <a:pt x="52" y="143"/>
                    <a:pt x="56" y="137"/>
                  </a:cubicBezTo>
                  <a:cubicBezTo>
                    <a:pt x="57" y="135"/>
                    <a:pt x="59" y="135"/>
                    <a:pt x="60" y="137"/>
                  </a:cubicBezTo>
                  <a:cubicBezTo>
                    <a:pt x="88" y="187"/>
                    <a:pt x="111" y="255"/>
                    <a:pt x="117" y="353"/>
                  </a:cubicBezTo>
                  <a:cubicBezTo>
                    <a:pt x="121" y="414"/>
                    <a:pt x="119" y="473"/>
                    <a:pt x="114" y="528"/>
                  </a:cubicBezTo>
                  <a:cubicBezTo>
                    <a:pt x="100" y="542"/>
                    <a:pt x="93" y="558"/>
                    <a:pt x="87" y="577"/>
                  </a:cubicBezTo>
                  <a:cubicBezTo>
                    <a:pt x="79" y="598"/>
                    <a:pt x="79" y="598"/>
                    <a:pt x="79" y="598"/>
                  </a:cubicBezTo>
                  <a:cubicBezTo>
                    <a:pt x="74" y="614"/>
                    <a:pt x="68" y="629"/>
                    <a:pt x="65" y="645"/>
                  </a:cubicBezTo>
                  <a:cubicBezTo>
                    <a:pt x="60" y="668"/>
                    <a:pt x="58" y="692"/>
                    <a:pt x="57" y="716"/>
                  </a:cubicBezTo>
                  <a:cubicBezTo>
                    <a:pt x="56" y="726"/>
                    <a:pt x="56" y="726"/>
                    <a:pt x="56" y="726"/>
                  </a:cubicBezTo>
                  <a:cubicBezTo>
                    <a:pt x="55" y="744"/>
                    <a:pt x="54" y="766"/>
                    <a:pt x="46" y="782"/>
                  </a:cubicBezTo>
                  <a:cubicBezTo>
                    <a:pt x="54" y="786"/>
                    <a:pt x="54" y="786"/>
                    <a:pt x="54" y="786"/>
                  </a:cubicBezTo>
                  <a:cubicBezTo>
                    <a:pt x="60" y="771"/>
                    <a:pt x="62" y="753"/>
                    <a:pt x="64" y="736"/>
                  </a:cubicBezTo>
                  <a:cubicBezTo>
                    <a:pt x="64" y="736"/>
                    <a:pt x="64" y="736"/>
                    <a:pt x="64" y="736"/>
                  </a:cubicBezTo>
                  <a:cubicBezTo>
                    <a:pt x="68" y="729"/>
                    <a:pt x="71" y="720"/>
                    <a:pt x="74" y="712"/>
                  </a:cubicBezTo>
                  <a:cubicBezTo>
                    <a:pt x="77" y="703"/>
                    <a:pt x="80" y="694"/>
                    <a:pt x="85" y="688"/>
                  </a:cubicBezTo>
                  <a:cubicBezTo>
                    <a:pt x="88" y="684"/>
                    <a:pt x="91" y="680"/>
                    <a:pt x="95" y="676"/>
                  </a:cubicBezTo>
                  <a:cubicBezTo>
                    <a:pt x="96" y="675"/>
                    <a:pt x="97" y="675"/>
                    <a:pt x="97" y="674"/>
                  </a:cubicBezTo>
                  <a:cubicBezTo>
                    <a:pt x="97" y="677"/>
                    <a:pt x="97" y="679"/>
                    <a:pt x="96" y="682"/>
                  </a:cubicBezTo>
                  <a:cubicBezTo>
                    <a:pt x="92" y="716"/>
                    <a:pt x="88" y="745"/>
                    <a:pt x="85" y="771"/>
                  </a:cubicBezTo>
                  <a:cubicBezTo>
                    <a:pt x="81" y="820"/>
                    <a:pt x="81" y="842"/>
                    <a:pt x="77" y="864"/>
                  </a:cubicBezTo>
                  <a:cubicBezTo>
                    <a:pt x="74" y="883"/>
                    <a:pt x="71" y="902"/>
                    <a:pt x="68" y="937"/>
                  </a:cubicBezTo>
                  <a:cubicBezTo>
                    <a:pt x="68" y="937"/>
                    <a:pt x="68" y="937"/>
                    <a:pt x="68" y="937"/>
                  </a:cubicBezTo>
                  <a:cubicBezTo>
                    <a:pt x="62" y="1010"/>
                    <a:pt x="59" y="1113"/>
                    <a:pt x="56" y="1198"/>
                  </a:cubicBezTo>
                  <a:cubicBezTo>
                    <a:pt x="55" y="1217"/>
                    <a:pt x="48" y="1247"/>
                    <a:pt x="42" y="1269"/>
                  </a:cubicBezTo>
                  <a:cubicBezTo>
                    <a:pt x="41" y="1273"/>
                    <a:pt x="34" y="1305"/>
                    <a:pt x="32" y="1310"/>
                  </a:cubicBezTo>
                  <a:cubicBezTo>
                    <a:pt x="28" y="1321"/>
                    <a:pt x="24" y="1328"/>
                    <a:pt x="24" y="1338"/>
                  </a:cubicBezTo>
                  <a:cubicBezTo>
                    <a:pt x="29" y="1339"/>
                    <a:pt x="29" y="1339"/>
                    <a:pt x="29" y="1339"/>
                  </a:cubicBezTo>
                  <a:cubicBezTo>
                    <a:pt x="32" y="1324"/>
                    <a:pt x="38" y="1306"/>
                    <a:pt x="44" y="1287"/>
                  </a:cubicBezTo>
                  <a:cubicBezTo>
                    <a:pt x="53" y="1258"/>
                    <a:pt x="63" y="1229"/>
                    <a:pt x="64" y="1202"/>
                  </a:cubicBezTo>
                  <a:cubicBezTo>
                    <a:pt x="67" y="1116"/>
                    <a:pt x="73" y="1012"/>
                    <a:pt x="79" y="939"/>
                  </a:cubicBezTo>
                  <a:cubicBezTo>
                    <a:pt x="85" y="940"/>
                    <a:pt x="85" y="940"/>
                    <a:pt x="85" y="940"/>
                  </a:cubicBezTo>
                  <a:cubicBezTo>
                    <a:pt x="88" y="905"/>
                    <a:pt x="91" y="887"/>
                    <a:pt x="94" y="868"/>
                  </a:cubicBezTo>
                  <a:cubicBezTo>
                    <a:pt x="97" y="847"/>
                    <a:pt x="101" y="822"/>
                    <a:pt x="105" y="773"/>
                  </a:cubicBezTo>
                  <a:cubicBezTo>
                    <a:pt x="107" y="748"/>
                    <a:pt x="111" y="718"/>
                    <a:pt x="116" y="684"/>
                  </a:cubicBezTo>
                  <a:cubicBezTo>
                    <a:pt x="129" y="593"/>
                    <a:pt x="145" y="479"/>
                    <a:pt x="137" y="352"/>
                  </a:cubicBezTo>
                  <a:cubicBezTo>
                    <a:pt x="134" y="304"/>
                    <a:pt x="127" y="263"/>
                    <a:pt x="118" y="227"/>
                  </a:cubicBezTo>
                  <a:moveTo>
                    <a:pt x="100" y="660"/>
                  </a:moveTo>
                  <a:cubicBezTo>
                    <a:pt x="98" y="664"/>
                    <a:pt x="94" y="667"/>
                    <a:pt x="91" y="670"/>
                  </a:cubicBezTo>
                  <a:cubicBezTo>
                    <a:pt x="87" y="674"/>
                    <a:pt x="83" y="678"/>
                    <a:pt x="79" y="683"/>
                  </a:cubicBezTo>
                  <a:cubicBezTo>
                    <a:pt x="74" y="691"/>
                    <a:pt x="71" y="700"/>
                    <a:pt x="67" y="710"/>
                  </a:cubicBezTo>
                  <a:cubicBezTo>
                    <a:pt x="67" y="711"/>
                    <a:pt x="66" y="712"/>
                    <a:pt x="66" y="714"/>
                  </a:cubicBezTo>
                  <a:cubicBezTo>
                    <a:pt x="68" y="691"/>
                    <a:pt x="69" y="668"/>
                    <a:pt x="73" y="647"/>
                  </a:cubicBezTo>
                  <a:cubicBezTo>
                    <a:pt x="76" y="631"/>
                    <a:pt x="82" y="616"/>
                    <a:pt x="88" y="601"/>
                  </a:cubicBezTo>
                  <a:cubicBezTo>
                    <a:pt x="95" y="579"/>
                    <a:pt x="95" y="579"/>
                    <a:pt x="95" y="579"/>
                  </a:cubicBezTo>
                  <a:cubicBezTo>
                    <a:pt x="100" y="564"/>
                    <a:pt x="105" y="552"/>
                    <a:pt x="114" y="541"/>
                  </a:cubicBezTo>
                  <a:cubicBezTo>
                    <a:pt x="110" y="584"/>
                    <a:pt x="105" y="624"/>
                    <a:pt x="100" y="66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" name="Freeform 560">
              <a:extLst>
                <a:ext uri="{FF2B5EF4-FFF2-40B4-BE49-F238E27FC236}">
                  <a16:creationId xmlns:a16="http://schemas.microsoft.com/office/drawing/2014/main" id="{CDE8E7E6-BD37-4294-8D75-BD30E72282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71" y="1370"/>
              <a:ext cx="361" cy="1227"/>
            </a:xfrm>
            <a:custGeom>
              <a:avLst/>
              <a:gdLst>
                <a:gd name="T0" fmla="*/ 627 w 269"/>
                <a:gd name="T1" fmla="*/ 1993 h 912"/>
                <a:gd name="T2" fmla="*/ 621 w 269"/>
                <a:gd name="T3" fmla="*/ 1959 h 912"/>
                <a:gd name="T4" fmla="*/ 585 w 269"/>
                <a:gd name="T5" fmla="*/ 1678 h 912"/>
                <a:gd name="T6" fmla="*/ 474 w 269"/>
                <a:gd name="T7" fmla="*/ 1305 h 912"/>
                <a:gd name="T8" fmla="*/ 452 w 269"/>
                <a:gd name="T9" fmla="*/ 1243 h 912"/>
                <a:gd name="T10" fmla="*/ 411 w 269"/>
                <a:gd name="T11" fmla="*/ 704 h 912"/>
                <a:gd name="T12" fmla="*/ 207 w 269"/>
                <a:gd name="T13" fmla="*/ 163 h 912"/>
                <a:gd name="T14" fmla="*/ 12 w 269"/>
                <a:gd name="T15" fmla="*/ 0 h 912"/>
                <a:gd name="T16" fmla="*/ 0 w 269"/>
                <a:gd name="T17" fmla="*/ 27 h 912"/>
                <a:gd name="T18" fmla="*/ 382 w 269"/>
                <a:gd name="T19" fmla="*/ 706 h 912"/>
                <a:gd name="T20" fmla="*/ 423 w 269"/>
                <a:gd name="T21" fmla="*/ 1249 h 912"/>
                <a:gd name="T22" fmla="*/ 428 w 269"/>
                <a:gd name="T23" fmla="*/ 1341 h 912"/>
                <a:gd name="T24" fmla="*/ 423 w 269"/>
                <a:gd name="T25" fmla="*/ 1472 h 912"/>
                <a:gd name="T26" fmla="*/ 439 w 269"/>
                <a:gd name="T27" fmla="*/ 1680 h 912"/>
                <a:gd name="T28" fmla="*/ 483 w 269"/>
                <a:gd name="T29" fmla="*/ 1859 h 912"/>
                <a:gd name="T30" fmla="*/ 505 w 269"/>
                <a:gd name="T31" fmla="*/ 1975 h 912"/>
                <a:gd name="T32" fmla="*/ 505 w 269"/>
                <a:gd name="T33" fmla="*/ 1982 h 912"/>
                <a:gd name="T34" fmla="*/ 501 w 269"/>
                <a:gd name="T35" fmla="*/ 2025 h 912"/>
                <a:gd name="T36" fmla="*/ 495 w 269"/>
                <a:gd name="T37" fmla="*/ 2095 h 912"/>
                <a:gd name="T38" fmla="*/ 570 w 269"/>
                <a:gd name="T39" fmla="*/ 2212 h 912"/>
                <a:gd name="T40" fmla="*/ 628 w 269"/>
                <a:gd name="T41" fmla="*/ 2200 h 912"/>
                <a:gd name="T42" fmla="*/ 650 w 269"/>
                <a:gd name="T43" fmla="*/ 2123 h 912"/>
                <a:gd name="T44" fmla="*/ 627 w 269"/>
                <a:gd name="T45" fmla="*/ 1993 h 912"/>
                <a:gd name="T46" fmla="*/ 615 w 269"/>
                <a:gd name="T47" fmla="*/ 2186 h 912"/>
                <a:gd name="T48" fmla="*/ 574 w 269"/>
                <a:gd name="T49" fmla="*/ 2192 h 912"/>
                <a:gd name="T50" fmla="*/ 521 w 269"/>
                <a:gd name="T51" fmla="*/ 2029 h 912"/>
                <a:gd name="T52" fmla="*/ 525 w 269"/>
                <a:gd name="T53" fmla="*/ 1982 h 912"/>
                <a:gd name="T54" fmla="*/ 525 w 269"/>
                <a:gd name="T55" fmla="*/ 1982 h 912"/>
                <a:gd name="T56" fmla="*/ 525 w 269"/>
                <a:gd name="T57" fmla="*/ 1982 h 912"/>
                <a:gd name="T58" fmla="*/ 525 w 269"/>
                <a:gd name="T59" fmla="*/ 1975 h 912"/>
                <a:gd name="T60" fmla="*/ 502 w 269"/>
                <a:gd name="T61" fmla="*/ 1851 h 912"/>
                <a:gd name="T62" fmla="*/ 459 w 269"/>
                <a:gd name="T63" fmla="*/ 1676 h 912"/>
                <a:gd name="T64" fmla="*/ 443 w 269"/>
                <a:gd name="T65" fmla="*/ 1472 h 912"/>
                <a:gd name="T66" fmla="*/ 447 w 269"/>
                <a:gd name="T67" fmla="*/ 1341 h 912"/>
                <a:gd name="T68" fmla="*/ 447 w 269"/>
                <a:gd name="T69" fmla="*/ 1317 h 912"/>
                <a:gd name="T70" fmla="*/ 458 w 269"/>
                <a:gd name="T71" fmla="*/ 1312 h 912"/>
                <a:gd name="T72" fmla="*/ 565 w 269"/>
                <a:gd name="T73" fmla="*/ 1678 h 912"/>
                <a:gd name="T74" fmla="*/ 601 w 269"/>
                <a:gd name="T75" fmla="*/ 1962 h 912"/>
                <a:gd name="T76" fmla="*/ 607 w 269"/>
                <a:gd name="T77" fmla="*/ 1997 h 912"/>
                <a:gd name="T78" fmla="*/ 607 w 269"/>
                <a:gd name="T79" fmla="*/ 1997 h 912"/>
                <a:gd name="T80" fmla="*/ 631 w 269"/>
                <a:gd name="T81" fmla="*/ 2123 h 912"/>
                <a:gd name="T82" fmla="*/ 615 w 269"/>
                <a:gd name="T83" fmla="*/ 2186 h 91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69" h="912">
                  <a:moveTo>
                    <a:pt x="259" y="818"/>
                  </a:moveTo>
                  <a:cubicBezTo>
                    <a:pt x="259" y="817"/>
                    <a:pt x="257" y="804"/>
                    <a:pt x="257" y="804"/>
                  </a:cubicBezTo>
                  <a:cubicBezTo>
                    <a:pt x="254" y="791"/>
                    <a:pt x="250" y="772"/>
                    <a:pt x="242" y="689"/>
                  </a:cubicBezTo>
                  <a:cubicBezTo>
                    <a:pt x="235" y="610"/>
                    <a:pt x="210" y="563"/>
                    <a:pt x="196" y="536"/>
                  </a:cubicBezTo>
                  <a:cubicBezTo>
                    <a:pt x="190" y="525"/>
                    <a:pt x="187" y="511"/>
                    <a:pt x="187" y="511"/>
                  </a:cubicBezTo>
                  <a:cubicBezTo>
                    <a:pt x="187" y="511"/>
                    <a:pt x="183" y="474"/>
                    <a:pt x="170" y="289"/>
                  </a:cubicBezTo>
                  <a:cubicBezTo>
                    <a:pt x="163" y="185"/>
                    <a:pt x="124" y="109"/>
                    <a:pt x="86" y="67"/>
                  </a:cubicBezTo>
                  <a:cubicBezTo>
                    <a:pt x="54" y="30"/>
                    <a:pt x="34" y="14"/>
                    <a:pt x="5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61" y="41"/>
                    <a:pt x="147" y="129"/>
                    <a:pt x="158" y="290"/>
                  </a:cubicBezTo>
                  <a:cubicBezTo>
                    <a:pt x="171" y="476"/>
                    <a:pt x="175" y="512"/>
                    <a:pt x="175" y="513"/>
                  </a:cubicBezTo>
                  <a:cubicBezTo>
                    <a:pt x="175" y="513"/>
                    <a:pt x="177" y="540"/>
                    <a:pt x="177" y="551"/>
                  </a:cubicBezTo>
                  <a:cubicBezTo>
                    <a:pt x="176" y="566"/>
                    <a:pt x="175" y="584"/>
                    <a:pt x="175" y="604"/>
                  </a:cubicBezTo>
                  <a:cubicBezTo>
                    <a:pt x="175" y="631"/>
                    <a:pt x="177" y="661"/>
                    <a:pt x="182" y="690"/>
                  </a:cubicBezTo>
                  <a:cubicBezTo>
                    <a:pt x="189" y="723"/>
                    <a:pt x="195" y="745"/>
                    <a:pt x="200" y="763"/>
                  </a:cubicBezTo>
                  <a:cubicBezTo>
                    <a:pt x="206" y="782"/>
                    <a:pt x="209" y="795"/>
                    <a:pt x="209" y="811"/>
                  </a:cubicBezTo>
                  <a:cubicBezTo>
                    <a:pt x="209" y="812"/>
                    <a:pt x="209" y="813"/>
                    <a:pt x="209" y="814"/>
                  </a:cubicBezTo>
                  <a:cubicBezTo>
                    <a:pt x="209" y="814"/>
                    <a:pt x="207" y="832"/>
                    <a:pt x="207" y="832"/>
                  </a:cubicBezTo>
                  <a:cubicBezTo>
                    <a:pt x="206" y="841"/>
                    <a:pt x="205" y="851"/>
                    <a:pt x="205" y="860"/>
                  </a:cubicBezTo>
                  <a:cubicBezTo>
                    <a:pt x="205" y="881"/>
                    <a:pt x="211" y="901"/>
                    <a:pt x="236" y="908"/>
                  </a:cubicBezTo>
                  <a:cubicBezTo>
                    <a:pt x="249" y="912"/>
                    <a:pt x="256" y="907"/>
                    <a:pt x="260" y="903"/>
                  </a:cubicBezTo>
                  <a:cubicBezTo>
                    <a:pt x="266" y="897"/>
                    <a:pt x="269" y="885"/>
                    <a:pt x="269" y="872"/>
                  </a:cubicBezTo>
                  <a:cubicBezTo>
                    <a:pt x="269" y="852"/>
                    <a:pt x="263" y="829"/>
                    <a:pt x="259" y="818"/>
                  </a:cubicBezTo>
                  <a:close/>
                  <a:moveTo>
                    <a:pt x="254" y="898"/>
                  </a:moveTo>
                  <a:cubicBezTo>
                    <a:pt x="251" y="902"/>
                    <a:pt x="246" y="902"/>
                    <a:pt x="238" y="900"/>
                  </a:cubicBezTo>
                  <a:cubicBezTo>
                    <a:pt x="208" y="891"/>
                    <a:pt x="212" y="862"/>
                    <a:pt x="215" y="833"/>
                  </a:cubicBezTo>
                  <a:cubicBezTo>
                    <a:pt x="217" y="814"/>
                    <a:pt x="217" y="814"/>
                    <a:pt x="217" y="814"/>
                  </a:cubicBezTo>
                  <a:cubicBezTo>
                    <a:pt x="217" y="814"/>
                    <a:pt x="217" y="814"/>
                    <a:pt x="217" y="814"/>
                  </a:cubicBezTo>
                  <a:cubicBezTo>
                    <a:pt x="217" y="814"/>
                    <a:pt x="217" y="814"/>
                    <a:pt x="217" y="814"/>
                  </a:cubicBezTo>
                  <a:cubicBezTo>
                    <a:pt x="217" y="813"/>
                    <a:pt x="217" y="812"/>
                    <a:pt x="217" y="811"/>
                  </a:cubicBezTo>
                  <a:cubicBezTo>
                    <a:pt x="217" y="794"/>
                    <a:pt x="213" y="781"/>
                    <a:pt x="208" y="760"/>
                  </a:cubicBezTo>
                  <a:cubicBezTo>
                    <a:pt x="203" y="743"/>
                    <a:pt x="196" y="721"/>
                    <a:pt x="190" y="688"/>
                  </a:cubicBezTo>
                  <a:cubicBezTo>
                    <a:pt x="185" y="660"/>
                    <a:pt x="183" y="631"/>
                    <a:pt x="183" y="604"/>
                  </a:cubicBezTo>
                  <a:cubicBezTo>
                    <a:pt x="183" y="584"/>
                    <a:pt x="184" y="566"/>
                    <a:pt x="185" y="551"/>
                  </a:cubicBezTo>
                  <a:cubicBezTo>
                    <a:pt x="185" y="547"/>
                    <a:pt x="185" y="544"/>
                    <a:pt x="185" y="541"/>
                  </a:cubicBezTo>
                  <a:cubicBezTo>
                    <a:pt x="185" y="538"/>
                    <a:pt x="187" y="537"/>
                    <a:pt x="189" y="539"/>
                  </a:cubicBezTo>
                  <a:cubicBezTo>
                    <a:pt x="203" y="567"/>
                    <a:pt x="227" y="612"/>
                    <a:pt x="234" y="689"/>
                  </a:cubicBezTo>
                  <a:cubicBezTo>
                    <a:pt x="242" y="773"/>
                    <a:pt x="246" y="792"/>
                    <a:pt x="249" y="806"/>
                  </a:cubicBezTo>
                  <a:cubicBezTo>
                    <a:pt x="251" y="820"/>
                    <a:pt x="251" y="820"/>
                    <a:pt x="251" y="820"/>
                  </a:cubicBezTo>
                  <a:cubicBezTo>
                    <a:pt x="251" y="820"/>
                    <a:pt x="251" y="820"/>
                    <a:pt x="251" y="820"/>
                  </a:cubicBezTo>
                  <a:cubicBezTo>
                    <a:pt x="256" y="833"/>
                    <a:pt x="261" y="855"/>
                    <a:pt x="261" y="872"/>
                  </a:cubicBezTo>
                  <a:cubicBezTo>
                    <a:pt x="261" y="883"/>
                    <a:pt x="259" y="893"/>
                    <a:pt x="254" y="898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" name="Freeform 561">
              <a:extLst>
                <a:ext uri="{FF2B5EF4-FFF2-40B4-BE49-F238E27FC236}">
                  <a16:creationId xmlns:a16="http://schemas.microsoft.com/office/drawing/2014/main" id="{2F0CFF8B-1946-4F67-989E-A1D539A07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176"/>
              <a:ext cx="62" cy="160"/>
            </a:xfrm>
            <a:custGeom>
              <a:avLst/>
              <a:gdLst>
                <a:gd name="T0" fmla="*/ 16 w 46"/>
                <a:gd name="T1" fmla="*/ 0 h 119"/>
                <a:gd name="T2" fmla="*/ 43 w 46"/>
                <a:gd name="T3" fmla="*/ 93 h 119"/>
                <a:gd name="T4" fmla="*/ 96 w 46"/>
                <a:gd name="T5" fmla="*/ 233 h 119"/>
                <a:gd name="T6" fmla="*/ 113 w 46"/>
                <a:gd name="T7" fmla="*/ 289 h 119"/>
                <a:gd name="T8" fmla="*/ 113 w 46"/>
                <a:gd name="T9" fmla="*/ 289 h 119"/>
                <a:gd name="T10" fmla="*/ 90 w 46"/>
                <a:gd name="T11" fmla="*/ 241 h 119"/>
                <a:gd name="T12" fmla="*/ 30 w 46"/>
                <a:gd name="T13" fmla="*/ 98 h 119"/>
                <a:gd name="T14" fmla="*/ 1 w 46"/>
                <a:gd name="T15" fmla="*/ 0 h 119"/>
                <a:gd name="T16" fmla="*/ 16 w 46"/>
                <a:gd name="T17" fmla="*/ 0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19">
                  <a:moveTo>
                    <a:pt x="7" y="0"/>
                  </a:moveTo>
                  <a:cubicBezTo>
                    <a:pt x="6" y="13"/>
                    <a:pt x="12" y="25"/>
                    <a:pt x="18" y="38"/>
                  </a:cubicBezTo>
                  <a:cubicBezTo>
                    <a:pt x="27" y="57"/>
                    <a:pt x="32" y="77"/>
                    <a:pt x="39" y="96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30" y="80"/>
                    <a:pt x="21" y="59"/>
                    <a:pt x="12" y="40"/>
                  </a:cubicBezTo>
                  <a:cubicBezTo>
                    <a:pt x="6" y="27"/>
                    <a:pt x="0" y="14"/>
                    <a:pt x="1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" name="Freeform 562">
              <a:extLst>
                <a:ext uri="{FF2B5EF4-FFF2-40B4-BE49-F238E27FC236}">
                  <a16:creationId xmlns:a16="http://schemas.microsoft.com/office/drawing/2014/main" id="{BE303633-05FF-4B4F-AC6B-94C57F75C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702"/>
              <a:ext cx="134" cy="564"/>
            </a:xfrm>
            <a:custGeom>
              <a:avLst/>
              <a:gdLst>
                <a:gd name="T0" fmla="*/ 1 w 100"/>
                <a:gd name="T1" fmla="*/ 397 h 419"/>
                <a:gd name="T2" fmla="*/ 7 w 100"/>
                <a:gd name="T3" fmla="*/ 339 h 419"/>
                <a:gd name="T4" fmla="*/ 12 w 100"/>
                <a:gd name="T5" fmla="*/ 256 h 419"/>
                <a:gd name="T6" fmla="*/ 16 w 100"/>
                <a:gd name="T7" fmla="*/ 203 h 419"/>
                <a:gd name="T8" fmla="*/ 34 w 100"/>
                <a:gd name="T9" fmla="*/ 0 h 419"/>
                <a:gd name="T10" fmla="*/ 56 w 100"/>
                <a:gd name="T11" fmla="*/ 22 h 419"/>
                <a:gd name="T12" fmla="*/ 31 w 100"/>
                <a:gd name="T13" fmla="*/ 203 h 419"/>
                <a:gd name="T14" fmla="*/ 27 w 100"/>
                <a:gd name="T15" fmla="*/ 258 h 419"/>
                <a:gd name="T16" fmla="*/ 21 w 100"/>
                <a:gd name="T17" fmla="*/ 339 h 419"/>
                <a:gd name="T18" fmla="*/ 16 w 100"/>
                <a:gd name="T19" fmla="*/ 397 h 419"/>
                <a:gd name="T20" fmla="*/ 20 w 100"/>
                <a:gd name="T21" fmla="*/ 459 h 419"/>
                <a:gd name="T22" fmla="*/ 101 w 100"/>
                <a:gd name="T23" fmla="*/ 598 h 419"/>
                <a:gd name="T24" fmla="*/ 122 w 100"/>
                <a:gd name="T25" fmla="*/ 629 h 419"/>
                <a:gd name="T26" fmla="*/ 137 w 100"/>
                <a:gd name="T27" fmla="*/ 649 h 419"/>
                <a:gd name="T28" fmla="*/ 157 w 100"/>
                <a:gd name="T29" fmla="*/ 677 h 419"/>
                <a:gd name="T30" fmla="*/ 210 w 100"/>
                <a:gd name="T31" fmla="*/ 774 h 419"/>
                <a:gd name="T32" fmla="*/ 239 w 100"/>
                <a:gd name="T33" fmla="*/ 938 h 419"/>
                <a:gd name="T34" fmla="*/ 239 w 100"/>
                <a:gd name="T35" fmla="*/ 980 h 419"/>
                <a:gd name="T36" fmla="*/ 236 w 100"/>
                <a:gd name="T37" fmla="*/ 1020 h 419"/>
                <a:gd name="T38" fmla="*/ 221 w 100"/>
                <a:gd name="T39" fmla="*/ 1022 h 419"/>
                <a:gd name="T40" fmla="*/ 225 w 100"/>
                <a:gd name="T41" fmla="*/ 979 h 419"/>
                <a:gd name="T42" fmla="*/ 225 w 100"/>
                <a:gd name="T43" fmla="*/ 938 h 419"/>
                <a:gd name="T44" fmla="*/ 197 w 100"/>
                <a:gd name="T45" fmla="*/ 777 h 419"/>
                <a:gd name="T46" fmla="*/ 158 w 100"/>
                <a:gd name="T47" fmla="*/ 707 h 419"/>
                <a:gd name="T48" fmla="*/ 158 w 100"/>
                <a:gd name="T49" fmla="*/ 711 h 419"/>
                <a:gd name="T50" fmla="*/ 163 w 100"/>
                <a:gd name="T51" fmla="*/ 766 h 419"/>
                <a:gd name="T52" fmla="*/ 149 w 100"/>
                <a:gd name="T53" fmla="*/ 770 h 419"/>
                <a:gd name="T54" fmla="*/ 143 w 100"/>
                <a:gd name="T55" fmla="*/ 711 h 419"/>
                <a:gd name="T56" fmla="*/ 142 w 100"/>
                <a:gd name="T57" fmla="*/ 682 h 419"/>
                <a:gd name="T58" fmla="*/ 126 w 100"/>
                <a:gd name="T59" fmla="*/ 658 h 419"/>
                <a:gd name="T60" fmla="*/ 111 w 100"/>
                <a:gd name="T61" fmla="*/ 635 h 419"/>
                <a:gd name="T62" fmla="*/ 90 w 100"/>
                <a:gd name="T63" fmla="*/ 607 h 419"/>
                <a:gd name="T64" fmla="*/ 46 w 100"/>
                <a:gd name="T65" fmla="*/ 548 h 419"/>
                <a:gd name="T66" fmla="*/ 38 w 100"/>
                <a:gd name="T67" fmla="*/ 549 h 419"/>
                <a:gd name="T68" fmla="*/ 48 w 100"/>
                <a:gd name="T69" fmla="*/ 629 h 419"/>
                <a:gd name="T70" fmla="*/ 78 w 100"/>
                <a:gd name="T71" fmla="*/ 826 h 419"/>
                <a:gd name="T72" fmla="*/ 90 w 100"/>
                <a:gd name="T73" fmla="*/ 859 h 419"/>
                <a:gd name="T74" fmla="*/ 106 w 100"/>
                <a:gd name="T75" fmla="*/ 896 h 419"/>
                <a:gd name="T76" fmla="*/ 91 w 100"/>
                <a:gd name="T77" fmla="*/ 902 h 419"/>
                <a:gd name="T78" fmla="*/ 78 w 100"/>
                <a:gd name="T79" fmla="*/ 864 h 419"/>
                <a:gd name="T80" fmla="*/ 63 w 100"/>
                <a:gd name="T81" fmla="*/ 832 h 419"/>
                <a:gd name="T82" fmla="*/ 34 w 100"/>
                <a:gd name="T83" fmla="*/ 629 h 419"/>
                <a:gd name="T84" fmla="*/ 20 w 100"/>
                <a:gd name="T85" fmla="*/ 528 h 419"/>
                <a:gd name="T86" fmla="*/ 5 w 100"/>
                <a:gd name="T87" fmla="*/ 464 h 419"/>
                <a:gd name="T88" fmla="*/ 1 w 100"/>
                <a:gd name="T89" fmla="*/ 397 h 4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0" h="419">
                  <a:moveTo>
                    <a:pt x="1" y="163"/>
                  </a:moveTo>
                  <a:cubicBezTo>
                    <a:pt x="3" y="139"/>
                    <a:pt x="3" y="139"/>
                    <a:pt x="3" y="139"/>
                  </a:cubicBezTo>
                  <a:cubicBezTo>
                    <a:pt x="3" y="126"/>
                    <a:pt x="4" y="114"/>
                    <a:pt x="5" y="105"/>
                  </a:cubicBezTo>
                  <a:cubicBezTo>
                    <a:pt x="6" y="102"/>
                    <a:pt x="6" y="94"/>
                    <a:pt x="7" y="83"/>
                  </a:cubicBezTo>
                  <a:cubicBezTo>
                    <a:pt x="11" y="44"/>
                    <a:pt x="13" y="9"/>
                    <a:pt x="14" y="0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19" y="14"/>
                    <a:pt x="15" y="61"/>
                    <a:pt x="13" y="83"/>
                  </a:cubicBezTo>
                  <a:cubicBezTo>
                    <a:pt x="12" y="95"/>
                    <a:pt x="12" y="103"/>
                    <a:pt x="11" y="106"/>
                  </a:cubicBezTo>
                  <a:cubicBezTo>
                    <a:pt x="10" y="114"/>
                    <a:pt x="9" y="127"/>
                    <a:pt x="9" y="139"/>
                  </a:cubicBezTo>
                  <a:cubicBezTo>
                    <a:pt x="7" y="163"/>
                    <a:pt x="7" y="163"/>
                    <a:pt x="7" y="163"/>
                  </a:cubicBezTo>
                  <a:cubicBezTo>
                    <a:pt x="6" y="172"/>
                    <a:pt x="7" y="180"/>
                    <a:pt x="8" y="188"/>
                  </a:cubicBezTo>
                  <a:cubicBezTo>
                    <a:pt x="13" y="206"/>
                    <a:pt x="29" y="228"/>
                    <a:pt x="42" y="245"/>
                  </a:cubicBezTo>
                  <a:cubicBezTo>
                    <a:pt x="51" y="258"/>
                    <a:pt x="51" y="258"/>
                    <a:pt x="51" y="258"/>
                  </a:cubicBezTo>
                  <a:cubicBezTo>
                    <a:pt x="57" y="266"/>
                    <a:pt x="57" y="266"/>
                    <a:pt x="57" y="266"/>
                  </a:cubicBezTo>
                  <a:cubicBezTo>
                    <a:pt x="59" y="270"/>
                    <a:pt x="65" y="277"/>
                    <a:pt x="65" y="278"/>
                  </a:cubicBezTo>
                  <a:cubicBezTo>
                    <a:pt x="73" y="290"/>
                    <a:pt x="81" y="303"/>
                    <a:pt x="87" y="317"/>
                  </a:cubicBezTo>
                  <a:cubicBezTo>
                    <a:pt x="96" y="339"/>
                    <a:pt x="98" y="362"/>
                    <a:pt x="99" y="385"/>
                  </a:cubicBezTo>
                  <a:cubicBezTo>
                    <a:pt x="100" y="389"/>
                    <a:pt x="99" y="396"/>
                    <a:pt x="99" y="402"/>
                  </a:cubicBezTo>
                  <a:cubicBezTo>
                    <a:pt x="98" y="408"/>
                    <a:pt x="98" y="414"/>
                    <a:pt x="98" y="418"/>
                  </a:cubicBezTo>
                  <a:cubicBezTo>
                    <a:pt x="92" y="419"/>
                    <a:pt x="92" y="419"/>
                    <a:pt x="92" y="419"/>
                  </a:cubicBezTo>
                  <a:cubicBezTo>
                    <a:pt x="92" y="415"/>
                    <a:pt x="92" y="408"/>
                    <a:pt x="93" y="401"/>
                  </a:cubicBezTo>
                  <a:cubicBezTo>
                    <a:pt x="93" y="395"/>
                    <a:pt x="94" y="389"/>
                    <a:pt x="93" y="385"/>
                  </a:cubicBezTo>
                  <a:cubicBezTo>
                    <a:pt x="92" y="363"/>
                    <a:pt x="90" y="340"/>
                    <a:pt x="82" y="319"/>
                  </a:cubicBezTo>
                  <a:cubicBezTo>
                    <a:pt x="77" y="309"/>
                    <a:pt x="72" y="299"/>
                    <a:pt x="66" y="290"/>
                  </a:cubicBezTo>
                  <a:cubicBezTo>
                    <a:pt x="66" y="291"/>
                    <a:pt x="66" y="291"/>
                    <a:pt x="66" y="291"/>
                  </a:cubicBezTo>
                  <a:cubicBezTo>
                    <a:pt x="66" y="298"/>
                    <a:pt x="65" y="305"/>
                    <a:pt x="68" y="314"/>
                  </a:cubicBezTo>
                  <a:cubicBezTo>
                    <a:pt x="62" y="316"/>
                    <a:pt x="62" y="316"/>
                    <a:pt x="62" y="316"/>
                  </a:cubicBezTo>
                  <a:cubicBezTo>
                    <a:pt x="59" y="305"/>
                    <a:pt x="60" y="297"/>
                    <a:pt x="60" y="291"/>
                  </a:cubicBezTo>
                  <a:cubicBezTo>
                    <a:pt x="60" y="287"/>
                    <a:pt x="60" y="283"/>
                    <a:pt x="59" y="280"/>
                  </a:cubicBezTo>
                  <a:cubicBezTo>
                    <a:pt x="57" y="277"/>
                    <a:pt x="54" y="273"/>
                    <a:pt x="52" y="270"/>
                  </a:cubicBezTo>
                  <a:cubicBezTo>
                    <a:pt x="46" y="261"/>
                    <a:pt x="46" y="261"/>
                    <a:pt x="46" y="261"/>
                  </a:cubicBezTo>
                  <a:cubicBezTo>
                    <a:pt x="37" y="249"/>
                    <a:pt x="37" y="249"/>
                    <a:pt x="37" y="249"/>
                  </a:cubicBezTo>
                  <a:cubicBezTo>
                    <a:pt x="32" y="241"/>
                    <a:pt x="25" y="233"/>
                    <a:pt x="19" y="224"/>
                  </a:cubicBezTo>
                  <a:cubicBezTo>
                    <a:pt x="17" y="221"/>
                    <a:pt x="15" y="221"/>
                    <a:pt x="16" y="225"/>
                  </a:cubicBezTo>
                  <a:cubicBezTo>
                    <a:pt x="18" y="236"/>
                    <a:pt x="20" y="247"/>
                    <a:pt x="20" y="258"/>
                  </a:cubicBezTo>
                  <a:cubicBezTo>
                    <a:pt x="20" y="286"/>
                    <a:pt x="22" y="310"/>
                    <a:pt x="32" y="339"/>
                  </a:cubicBezTo>
                  <a:cubicBezTo>
                    <a:pt x="37" y="352"/>
                    <a:pt x="37" y="352"/>
                    <a:pt x="37" y="352"/>
                  </a:cubicBezTo>
                  <a:cubicBezTo>
                    <a:pt x="44" y="368"/>
                    <a:pt x="44" y="368"/>
                    <a:pt x="44" y="368"/>
                  </a:cubicBezTo>
                  <a:cubicBezTo>
                    <a:pt x="38" y="370"/>
                    <a:pt x="38" y="370"/>
                    <a:pt x="38" y="370"/>
                  </a:cubicBezTo>
                  <a:cubicBezTo>
                    <a:pt x="32" y="354"/>
                    <a:pt x="32" y="354"/>
                    <a:pt x="32" y="354"/>
                  </a:cubicBezTo>
                  <a:cubicBezTo>
                    <a:pt x="26" y="341"/>
                    <a:pt x="26" y="341"/>
                    <a:pt x="26" y="341"/>
                  </a:cubicBezTo>
                  <a:cubicBezTo>
                    <a:pt x="16" y="311"/>
                    <a:pt x="14" y="286"/>
                    <a:pt x="14" y="258"/>
                  </a:cubicBezTo>
                  <a:cubicBezTo>
                    <a:pt x="14" y="244"/>
                    <a:pt x="11" y="230"/>
                    <a:pt x="8" y="216"/>
                  </a:cubicBezTo>
                  <a:cubicBezTo>
                    <a:pt x="6" y="207"/>
                    <a:pt x="4" y="198"/>
                    <a:pt x="2" y="190"/>
                  </a:cubicBezTo>
                  <a:cubicBezTo>
                    <a:pt x="1" y="182"/>
                    <a:pt x="0" y="170"/>
                    <a:pt x="1" y="163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" name="Freeform 563">
              <a:extLst>
                <a:ext uri="{FF2B5EF4-FFF2-40B4-BE49-F238E27FC236}">
                  <a16:creationId xmlns:a16="http://schemas.microsoft.com/office/drawing/2014/main" id="{49D9E37C-B993-4CE0-9839-BC5F21002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439"/>
              <a:ext cx="181" cy="188"/>
            </a:xfrm>
            <a:custGeom>
              <a:avLst/>
              <a:gdLst>
                <a:gd name="T0" fmla="*/ 43 w 134"/>
                <a:gd name="T1" fmla="*/ 149 h 140"/>
                <a:gd name="T2" fmla="*/ 42 w 134"/>
                <a:gd name="T3" fmla="*/ 141 h 140"/>
                <a:gd name="T4" fmla="*/ 0 w 134"/>
                <a:gd name="T5" fmla="*/ 75 h 140"/>
                <a:gd name="T6" fmla="*/ 9 w 134"/>
                <a:gd name="T7" fmla="*/ 73 h 140"/>
                <a:gd name="T8" fmla="*/ 72 w 134"/>
                <a:gd name="T9" fmla="*/ 148 h 140"/>
                <a:gd name="T10" fmla="*/ 134 w 134"/>
                <a:gd name="T11" fmla="*/ 141 h 140"/>
                <a:gd name="T12" fmla="*/ 161 w 134"/>
                <a:gd name="T13" fmla="*/ 86 h 140"/>
                <a:gd name="T14" fmla="*/ 153 w 134"/>
                <a:gd name="T15" fmla="*/ 73 h 140"/>
                <a:gd name="T16" fmla="*/ 100 w 134"/>
                <a:gd name="T17" fmla="*/ 7 h 140"/>
                <a:gd name="T18" fmla="*/ 104 w 134"/>
                <a:gd name="T19" fmla="*/ 0 h 140"/>
                <a:gd name="T20" fmla="*/ 111 w 134"/>
                <a:gd name="T21" fmla="*/ 7 h 140"/>
                <a:gd name="T22" fmla="*/ 111 w 134"/>
                <a:gd name="T23" fmla="*/ 7 h 140"/>
                <a:gd name="T24" fmla="*/ 224 w 134"/>
                <a:gd name="T25" fmla="*/ 126 h 140"/>
                <a:gd name="T26" fmla="*/ 297 w 134"/>
                <a:gd name="T27" fmla="*/ 246 h 140"/>
                <a:gd name="T28" fmla="*/ 316 w 134"/>
                <a:gd name="T29" fmla="*/ 295 h 140"/>
                <a:gd name="T30" fmla="*/ 330 w 134"/>
                <a:gd name="T31" fmla="*/ 338 h 140"/>
                <a:gd name="T32" fmla="*/ 330 w 134"/>
                <a:gd name="T33" fmla="*/ 338 h 140"/>
                <a:gd name="T34" fmla="*/ 308 w 134"/>
                <a:gd name="T35" fmla="*/ 301 h 140"/>
                <a:gd name="T36" fmla="*/ 288 w 134"/>
                <a:gd name="T37" fmla="*/ 247 h 140"/>
                <a:gd name="T38" fmla="*/ 219 w 134"/>
                <a:gd name="T39" fmla="*/ 133 h 140"/>
                <a:gd name="T40" fmla="*/ 176 w 134"/>
                <a:gd name="T41" fmla="*/ 94 h 140"/>
                <a:gd name="T42" fmla="*/ 167 w 134"/>
                <a:gd name="T43" fmla="*/ 98 h 140"/>
                <a:gd name="T44" fmla="*/ 139 w 134"/>
                <a:gd name="T45" fmla="*/ 148 h 140"/>
                <a:gd name="T46" fmla="*/ 120 w 134"/>
                <a:gd name="T47" fmla="*/ 157 h 140"/>
                <a:gd name="T48" fmla="*/ 119 w 134"/>
                <a:gd name="T49" fmla="*/ 164 h 140"/>
                <a:gd name="T50" fmla="*/ 119 w 134"/>
                <a:gd name="T51" fmla="*/ 263 h 140"/>
                <a:gd name="T52" fmla="*/ 108 w 134"/>
                <a:gd name="T53" fmla="*/ 263 h 140"/>
                <a:gd name="T54" fmla="*/ 108 w 134"/>
                <a:gd name="T55" fmla="*/ 164 h 140"/>
                <a:gd name="T56" fmla="*/ 104 w 134"/>
                <a:gd name="T57" fmla="*/ 162 h 140"/>
                <a:gd name="T58" fmla="*/ 85 w 134"/>
                <a:gd name="T59" fmla="*/ 161 h 140"/>
                <a:gd name="T60" fmla="*/ 82 w 134"/>
                <a:gd name="T61" fmla="*/ 168 h 140"/>
                <a:gd name="T62" fmla="*/ 78 w 134"/>
                <a:gd name="T63" fmla="*/ 196 h 140"/>
                <a:gd name="T64" fmla="*/ 77 w 134"/>
                <a:gd name="T65" fmla="*/ 216 h 140"/>
                <a:gd name="T66" fmla="*/ 74 w 134"/>
                <a:gd name="T67" fmla="*/ 226 h 140"/>
                <a:gd name="T68" fmla="*/ 74 w 134"/>
                <a:gd name="T69" fmla="*/ 259 h 140"/>
                <a:gd name="T70" fmla="*/ 63 w 134"/>
                <a:gd name="T71" fmla="*/ 252 h 140"/>
                <a:gd name="T72" fmla="*/ 63 w 134"/>
                <a:gd name="T73" fmla="*/ 226 h 140"/>
                <a:gd name="T74" fmla="*/ 66 w 134"/>
                <a:gd name="T75" fmla="*/ 212 h 140"/>
                <a:gd name="T76" fmla="*/ 69 w 134"/>
                <a:gd name="T77" fmla="*/ 193 h 140"/>
                <a:gd name="T78" fmla="*/ 72 w 134"/>
                <a:gd name="T79" fmla="*/ 162 h 140"/>
                <a:gd name="T80" fmla="*/ 69 w 134"/>
                <a:gd name="T81" fmla="*/ 157 h 140"/>
                <a:gd name="T82" fmla="*/ 62 w 134"/>
                <a:gd name="T83" fmla="*/ 153 h 140"/>
                <a:gd name="T84" fmla="*/ 55 w 134"/>
                <a:gd name="T85" fmla="*/ 154 h 140"/>
                <a:gd name="T86" fmla="*/ 47 w 134"/>
                <a:gd name="T87" fmla="*/ 193 h 140"/>
                <a:gd name="T88" fmla="*/ 35 w 134"/>
                <a:gd name="T89" fmla="*/ 247 h 140"/>
                <a:gd name="T90" fmla="*/ 26 w 134"/>
                <a:gd name="T91" fmla="*/ 242 h 140"/>
                <a:gd name="T92" fmla="*/ 36 w 134"/>
                <a:gd name="T93" fmla="*/ 193 h 140"/>
                <a:gd name="T94" fmla="*/ 43 w 134"/>
                <a:gd name="T95" fmla="*/ 149 h 1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34" h="140">
                  <a:moveTo>
                    <a:pt x="18" y="62"/>
                  </a:moveTo>
                  <a:cubicBezTo>
                    <a:pt x="18" y="61"/>
                    <a:pt x="17" y="58"/>
                    <a:pt x="17" y="58"/>
                  </a:cubicBezTo>
                  <a:cubicBezTo>
                    <a:pt x="9" y="51"/>
                    <a:pt x="2" y="40"/>
                    <a:pt x="0" y="31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7" y="41"/>
                    <a:pt x="17" y="57"/>
                    <a:pt x="29" y="61"/>
                  </a:cubicBezTo>
                  <a:cubicBezTo>
                    <a:pt x="38" y="64"/>
                    <a:pt x="47" y="63"/>
                    <a:pt x="54" y="58"/>
                  </a:cubicBezTo>
                  <a:cubicBezTo>
                    <a:pt x="61" y="53"/>
                    <a:pt x="65" y="45"/>
                    <a:pt x="65" y="36"/>
                  </a:cubicBezTo>
                  <a:cubicBezTo>
                    <a:pt x="65" y="35"/>
                    <a:pt x="63" y="31"/>
                    <a:pt x="62" y="30"/>
                  </a:cubicBezTo>
                  <a:cubicBezTo>
                    <a:pt x="51" y="19"/>
                    <a:pt x="41" y="7"/>
                    <a:pt x="41" y="3"/>
                  </a:cubicBezTo>
                  <a:cubicBezTo>
                    <a:pt x="41" y="1"/>
                    <a:pt x="42" y="1"/>
                    <a:pt x="42" y="0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8"/>
                    <a:pt x="84" y="47"/>
                    <a:pt x="91" y="52"/>
                  </a:cubicBezTo>
                  <a:cubicBezTo>
                    <a:pt x="109" y="64"/>
                    <a:pt x="117" y="84"/>
                    <a:pt x="121" y="101"/>
                  </a:cubicBezTo>
                  <a:cubicBezTo>
                    <a:pt x="123" y="108"/>
                    <a:pt x="125" y="115"/>
                    <a:pt x="128" y="122"/>
                  </a:cubicBezTo>
                  <a:cubicBezTo>
                    <a:pt x="134" y="140"/>
                    <a:pt x="134" y="140"/>
                    <a:pt x="134" y="140"/>
                  </a:cubicBezTo>
                  <a:cubicBezTo>
                    <a:pt x="134" y="140"/>
                    <a:pt x="134" y="140"/>
                    <a:pt x="134" y="140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2" y="116"/>
                    <a:pt x="119" y="109"/>
                    <a:pt x="117" y="102"/>
                  </a:cubicBezTo>
                  <a:cubicBezTo>
                    <a:pt x="113" y="85"/>
                    <a:pt x="106" y="66"/>
                    <a:pt x="89" y="55"/>
                  </a:cubicBezTo>
                  <a:cubicBezTo>
                    <a:pt x="87" y="54"/>
                    <a:pt x="79" y="47"/>
                    <a:pt x="71" y="39"/>
                  </a:cubicBezTo>
                  <a:cubicBezTo>
                    <a:pt x="70" y="38"/>
                    <a:pt x="69" y="39"/>
                    <a:pt x="68" y="40"/>
                  </a:cubicBezTo>
                  <a:cubicBezTo>
                    <a:pt x="67" y="49"/>
                    <a:pt x="63" y="56"/>
                    <a:pt x="56" y="61"/>
                  </a:cubicBezTo>
                  <a:cubicBezTo>
                    <a:pt x="54" y="63"/>
                    <a:pt x="52" y="64"/>
                    <a:pt x="49" y="65"/>
                  </a:cubicBezTo>
                  <a:cubicBezTo>
                    <a:pt x="49" y="65"/>
                    <a:pt x="48" y="67"/>
                    <a:pt x="48" y="68"/>
                  </a:cubicBezTo>
                  <a:cubicBezTo>
                    <a:pt x="50" y="83"/>
                    <a:pt x="49" y="103"/>
                    <a:pt x="48" y="109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5" y="103"/>
                    <a:pt x="46" y="83"/>
                    <a:pt x="44" y="68"/>
                  </a:cubicBezTo>
                  <a:cubicBezTo>
                    <a:pt x="44" y="68"/>
                    <a:pt x="42" y="67"/>
                    <a:pt x="42" y="67"/>
                  </a:cubicBezTo>
                  <a:cubicBezTo>
                    <a:pt x="40" y="67"/>
                    <a:pt x="37" y="67"/>
                    <a:pt x="35" y="66"/>
                  </a:cubicBezTo>
                  <a:cubicBezTo>
                    <a:pt x="35" y="66"/>
                    <a:pt x="33" y="68"/>
                    <a:pt x="33" y="69"/>
                  </a:cubicBezTo>
                  <a:cubicBezTo>
                    <a:pt x="32" y="73"/>
                    <a:pt x="32" y="77"/>
                    <a:pt x="32" y="81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0" y="97"/>
                    <a:pt x="29" y="104"/>
                    <a:pt x="30" y="107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01"/>
                    <a:pt x="26" y="97"/>
                    <a:pt x="26" y="93"/>
                  </a:cubicBezTo>
                  <a:cubicBezTo>
                    <a:pt x="27" y="88"/>
                    <a:pt x="27" y="88"/>
                    <a:pt x="27" y="88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28" y="76"/>
                    <a:pt x="28" y="72"/>
                    <a:pt x="29" y="67"/>
                  </a:cubicBezTo>
                  <a:cubicBezTo>
                    <a:pt x="29" y="66"/>
                    <a:pt x="28" y="65"/>
                    <a:pt x="28" y="65"/>
                  </a:cubicBezTo>
                  <a:cubicBezTo>
                    <a:pt x="27" y="64"/>
                    <a:pt x="26" y="64"/>
                    <a:pt x="25" y="63"/>
                  </a:cubicBezTo>
                  <a:cubicBezTo>
                    <a:pt x="24" y="63"/>
                    <a:pt x="22" y="64"/>
                    <a:pt x="22" y="64"/>
                  </a:cubicBezTo>
                  <a:cubicBezTo>
                    <a:pt x="21" y="70"/>
                    <a:pt x="20" y="75"/>
                    <a:pt x="19" y="80"/>
                  </a:cubicBezTo>
                  <a:cubicBezTo>
                    <a:pt x="18" y="88"/>
                    <a:pt x="17" y="95"/>
                    <a:pt x="14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13" y="94"/>
                    <a:pt x="14" y="87"/>
                    <a:pt x="15" y="80"/>
                  </a:cubicBezTo>
                  <a:cubicBezTo>
                    <a:pt x="16" y="75"/>
                    <a:pt x="17" y="68"/>
                    <a:pt x="18" y="62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" name="Freeform 564">
              <a:extLst>
                <a:ext uri="{FF2B5EF4-FFF2-40B4-BE49-F238E27FC236}">
                  <a16:creationId xmlns:a16="http://schemas.microsoft.com/office/drawing/2014/main" id="{94888F92-3A3F-40C6-ABAB-E531D949B3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6" y="2492"/>
              <a:ext cx="176" cy="275"/>
            </a:xfrm>
            <a:custGeom>
              <a:avLst/>
              <a:gdLst>
                <a:gd name="T0" fmla="*/ 23 w 131"/>
                <a:gd name="T1" fmla="*/ 402 h 205"/>
                <a:gd name="T2" fmla="*/ 54 w 131"/>
                <a:gd name="T3" fmla="*/ 200 h 205"/>
                <a:gd name="T4" fmla="*/ 64 w 131"/>
                <a:gd name="T5" fmla="*/ 205 h 205"/>
                <a:gd name="T6" fmla="*/ 70 w 131"/>
                <a:gd name="T7" fmla="*/ 468 h 205"/>
                <a:gd name="T8" fmla="*/ 101 w 131"/>
                <a:gd name="T9" fmla="*/ 299 h 205"/>
                <a:gd name="T10" fmla="*/ 116 w 131"/>
                <a:gd name="T11" fmla="*/ 217 h 205"/>
                <a:gd name="T12" fmla="*/ 109 w 131"/>
                <a:gd name="T13" fmla="*/ 347 h 205"/>
                <a:gd name="T14" fmla="*/ 120 w 131"/>
                <a:gd name="T15" fmla="*/ 490 h 205"/>
                <a:gd name="T16" fmla="*/ 141 w 131"/>
                <a:gd name="T17" fmla="*/ 439 h 205"/>
                <a:gd name="T18" fmla="*/ 150 w 131"/>
                <a:gd name="T19" fmla="*/ 346 h 205"/>
                <a:gd name="T20" fmla="*/ 156 w 131"/>
                <a:gd name="T21" fmla="*/ 228 h 205"/>
                <a:gd name="T22" fmla="*/ 164 w 131"/>
                <a:gd name="T23" fmla="*/ 306 h 205"/>
                <a:gd name="T24" fmla="*/ 164 w 131"/>
                <a:gd name="T25" fmla="*/ 465 h 205"/>
                <a:gd name="T26" fmla="*/ 191 w 131"/>
                <a:gd name="T27" fmla="*/ 431 h 205"/>
                <a:gd name="T28" fmla="*/ 204 w 131"/>
                <a:gd name="T29" fmla="*/ 290 h 205"/>
                <a:gd name="T30" fmla="*/ 227 w 131"/>
                <a:gd name="T31" fmla="*/ 107 h 205"/>
                <a:gd name="T32" fmla="*/ 262 w 131"/>
                <a:gd name="T33" fmla="*/ 144 h 205"/>
                <a:gd name="T34" fmla="*/ 267 w 131"/>
                <a:gd name="T35" fmla="*/ 141 h 205"/>
                <a:gd name="T36" fmla="*/ 231 w 131"/>
                <a:gd name="T37" fmla="*/ 63 h 205"/>
                <a:gd name="T38" fmla="*/ 219 w 131"/>
                <a:gd name="T39" fmla="*/ 101 h 205"/>
                <a:gd name="T40" fmla="*/ 193 w 131"/>
                <a:gd name="T41" fmla="*/ 290 h 205"/>
                <a:gd name="T42" fmla="*/ 183 w 131"/>
                <a:gd name="T43" fmla="*/ 427 h 205"/>
                <a:gd name="T44" fmla="*/ 172 w 131"/>
                <a:gd name="T45" fmla="*/ 459 h 205"/>
                <a:gd name="T46" fmla="*/ 175 w 131"/>
                <a:gd name="T47" fmla="*/ 306 h 205"/>
                <a:gd name="T48" fmla="*/ 169 w 131"/>
                <a:gd name="T49" fmla="*/ 204 h 205"/>
                <a:gd name="T50" fmla="*/ 150 w 131"/>
                <a:gd name="T51" fmla="*/ 170 h 205"/>
                <a:gd name="T52" fmla="*/ 142 w 131"/>
                <a:gd name="T53" fmla="*/ 291 h 205"/>
                <a:gd name="T54" fmla="*/ 133 w 131"/>
                <a:gd name="T55" fmla="*/ 431 h 205"/>
                <a:gd name="T56" fmla="*/ 126 w 131"/>
                <a:gd name="T57" fmla="*/ 479 h 205"/>
                <a:gd name="T58" fmla="*/ 120 w 131"/>
                <a:gd name="T59" fmla="*/ 449 h 205"/>
                <a:gd name="T60" fmla="*/ 121 w 131"/>
                <a:gd name="T61" fmla="*/ 268 h 205"/>
                <a:gd name="T62" fmla="*/ 116 w 131"/>
                <a:gd name="T63" fmla="*/ 168 h 205"/>
                <a:gd name="T64" fmla="*/ 109 w 131"/>
                <a:gd name="T65" fmla="*/ 204 h 205"/>
                <a:gd name="T66" fmla="*/ 99 w 131"/>
                <a:gd name="T67" fmla="*/ 169 h 205"/>
                <a:gd name="T68" fmla="*/ 93 w 131"/>
                <a:gd name="T69" fmla="*/ 360 h 205"/>
                <a:gd name="T70" fmla="*/ 64 w 131"/>
                <a:gd name="T71" fmla="*/ 354 h 205"/>
                <a:gd name="T72" fmla="*/ 83 w 131"/>
                <a:gd name="T73" fmla="*/ 157 h 205"/>
                <a:gd name="T74" fmla="*/ 56 w 131"/>
                <a:gd name="T75" fmla="*/ 185 h 205"/>
                <a:gd name="T76" fmla="*/ 35 w 131"/>
                <a:gd name="T77" fmla="*/ 291 h 205"/>
                <a:gd name="T78" fmla="*/ 16 w 131"/>
                <a:gd name="T79" fmla="*/ 346 h 205"/>
                <a:gd name="T80" fmla="*/ 15 w 131"/>
                <a:gd name="T81" fmla="*/ 204 h 205"/>
                <a:gd name="T82" fmla="*/ 5 w 131"/>
                <a:gd name="T83" fmla="*/ 204 h 205"/>
                <a:gd name="T84" fmla="*/ 157 w 131"/>
                <a:gd name="T85" fmla="*/ 184 h 205"/>
                <a:gd name="T86" fmla="*/ 161 w 131"/>
                <a:gd name="T87" fmla="*/ 217 h 2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1" h="205">
                  <a:moveTo>
                    <a:pt x="2" y="140"/>
                  </a:moveTo>
                  <a:cubicBezTo>
                    <a:pt x="3" y="143"/>
                    <a:pt x="3" y="143"/>
                    <a:pt x="3" y="143"/>
                  </a:cubicBezTo>
                  <a:cubicBezTo>
                    <a:pt x="3" y="152"/>
                    <a:pt x="4" y="164"/>
                    <a:pt x="10" y="167"/>
                  </a:cubicBezTo>
                  <a:cubicBezTo>
                    <a:pt x="10" y="167"/>
                    <a:pt x="13" y="167"/>
                    <a:pt x="14" y="163"/>
                  </a:cubicBezTo>
                  <a:cubicBezTo>
                    <a:pt x="17" y="150"/>
                    <a:pt x="18" y="135"/>
                    <a:pt x="18" y="121"/>
                  </a:cubicBezTo>
                  <a:cubicBezTo>
                    <a:pt x="19" y="108"/>
                    <a:pt x="19" y="96"/>
                    <a:pt x="22" y="83"/>
                  </a:cubicBezTo>
                  <a:cubicBezTo>
                    <a:pt x="22" y="83"/>
                    <a:pt x="23" y="82"/>
                    <a:pt x="23" y="82"/>
                  </a:cubicBezTo>
                  <a:cubicBezTo>
                    <a:pt x="24" y="82"/>
                    <a:pt x="25" y="82"/>
                    <a:pt x="25" y="83"/>
                  </a:cubicBezTo>
                  <a:cubicBezTo>
                    <a:pt x="26" y="83"/>
                    <a:pt x="27" y="84"/>
                    <a:pt x="27" y="85"/>
                  </a:cubicBezTo>
                  <a:cubicBezTo>
                    <a:pt x="25" y="97"/>
                    <a:pt x="25" y="109"/>
                    <a:pt x="24" y="12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136"/>
                    <a:pt x="22" y="186"/>
                    <a:pt x="29" y="194"/>
                  </a:cubicBezTo>
                  <a:cubicBezTo>
                    <a:pt x="29" y="194"/>
                    <a:pt x="34" y="196"/>
                    <a:pt x="35" y="192"/>
                  </a:cubicBezTo>
                  <a:cubicBezTo>
                    <a:pt x="40" y="183"/>
                    <a:pt x="42" y="150"/>
                    <a:pt x="42" y="150"/>
                  </a:cubicBezTo>
                  <a:cubicBezTo>
                    <a:pt x="42" y="124"/>
                    <a:pt x="42" y="124"/>
                    <a:pt x="42" y="124"/>
                  </a:cubicBezTo>
                  <a:cubicBezTo>
                    <a:pt x="42" y="112"/>
                    <a:pt x="42" y="100"/>
                    <a:pt x="43" y="88"/>
                  </a:cubicBezTo>
                  <a:cubicBezTo>
                    <a:pt x="43" y="89"/>
                    <a:pt x="43" y="89"/>
                    <a:pt x="43" y="89"/>
                  </a:cubicBezTo>
                  <a:cubicBezTo>
                    <a:pt x="45" y="88"/>
                    <a:pt x="47" y="89"/>
                    <a:pt x="48" y="90"/>
                  </a:cubicBezTo>
                  <a:cubicBezTo>
                    <a:pt x="48" y="90"/>
                    <a:pt x="48" y="90"/>
                    <a:pt x="48" y="90"/>
                  </a:cubicBezTo>
                  <a:cubicBezTo>
                    <a:pt x="47" y="97"/>
                    <a:pt x="47" y="104"/>
                    <a:pt x="46" y="111"/>
                  </a:cubicBezTo>
                  <a:cubicBezTo>
                    <a:pt x="46" y="122"/>
                    <a:pt x="45" y="133"/>
                    <a:pt x="45" y="144"/>
                  </a:cubicBezTo>
                  <a:cubicBezTo>
                    <a:pt x="45" y="184"/>
                    <a:pt x="45" y="184"/>
                    <a:pt x="45" y="184"/>
                  </a:cubicBezTo>
                  <a:cubicBezTo>
                    <a:pt x="45" y="186"/>
                    <a:pt x="45" y="186"/>
                    <a:pt x="45" y="186"/>
                  </a:cubicBezTo>
                  <a:cubicBezTo>
                    <a:pt x="45" y="191"/>
                    <a:pt x="45" y="199"/>
                    <a:pt x="49" y="203"/>
                  </a:cubicBezTo>
                  <a:cubicBezTo>
                    <a:pt x="51" y="205"/>
                    <a:pt x="54" y="204"/>
                    <a:pt x="55" y="201"/>
                  </a:cubicBezTo>
                  <a:cubicBezTo>
                    <a:pt x="57" y="197"/>
                    <a:pt x="57" y="192"/>
                    <a:pt x="58" y="188"/>
                  </a:cubicBezTo>
                  <a:cubicBezTo>
                    <a:pt x="58" y="182"/>
                    <a:pt x="58" y="182"/>
                    <a:pt x="58" y="182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60" y="170"/>
                    <a:pt x="61" y="163"/>
                    <a:pt x="62" y="154"/>
                  </a:cubicBezTo>
                  <a:cubicBezTo>
                    <a:pt x="62" y="143"/>
                    <a:pt x="62" y="143"/>
                    <a:pt x="62" y="143"/>
                  </a:cubicBezTo>
                  <a:cubicBezTo>
                    <a:pt x="63" y="134"/>
                    <a:pt x="63" y="125"/>
                    <a:pt x="63" y="115"/>
                  </a:cubicBezTo>
                  <a:cubicBezTo>
                    <a:pt x="63" y="111"/>
                    <a:pt x="63" y="104"/>
                    <a:pt x="63" y="97"/>
                  </a:cubicBezTo>
                  <a:cubicBezTo>
                    <a:pt x="63" y="96"/>
                    <a:pt x="64" y="95"/>
                    <a:pt x="64" y="95"/>
                  </a:cubicBezTo>
                  <a:cubicBezTo>
                    <a:pt x="64" y="95"/>
                    <a:pt x="66" y="94"/>
                    <a:pt x="68" y="94"/>
                  </a:cubicBezTo>
                  <a:cubicBezTo>
                    <a:pt x="69" y="101"/>
                    <a:pt x="68" y="108"/>
                    <a:pt x="68" y="116"/>
                  </a:cubicBezTo>
                  <a:cubicBezTo>
                    <a:pt x="68" y="127"/>
                    <a:pt x="68" y="127"/>
                    <a:pt x="68" y="127"/>
                  </a:cubicBezTo>
                  <a:cubicBezTo>
                    <a:pt x="68" y="140"/>
                    <a:pt x="67" y="153"/>
                    <a:pt x="67" y="165"/>
                  </a:cubicBezTo>
                  <a:cubicBezTo>
                    <a:pt x="66" y="180"/>
                    <a:pt x="66" y="180"/>
                    <a:pt x="66" y="180"/>
                  </a:cubicBezTo>
                  <a:cubicBezTo>
                    <a:pt x="65" y="185"/>
                    <a:pt x="65" y="191"/>
                    <a:pt x="68" y="193"/>
                  </a:cubicBezTo>
                  <a:cubicBezTo>
                    <a:pt x="69" y="194"/>
                    <a:pt x="71" y="195"/>
                    <a:pt x="74" y="193"/>
                  </a:cubicBezTo>
                  <a:cubicBezTo>
                    <a:pt x="79" y="191"/>
                    <a:pt x="79" y="185"/>
                    <a:pt x="79" y="180"/>
                  </a:cubicBezTo>
                  <a:cubicBezTo>
                    <a:pt x="79" y="178"/>
                    <a:pt x="79" y="178"/>
                    <a:pt x="79" y="178"/>
                  </a:cubicBezTo>
                  <a:cubicBezTo>
                    <a:pt x="80" y="171"/>
                    <a:pt x="80" y="165"/>
                    <a:pt x="80" y="159"/>
                  </a:cubicBezTo>
                  <a:cubicBezTo>
                    <a:pt x="80" y="152"/>
                    <a:pt x="80" y="145"/>
                    <a:pt x="81" y="138"/>
                  </a:cubicBezTo>
                  <a:cubicBezTo>
                    <a:pt x="84" y="120"/>
                    <a:pt x="84" y="120"/>
                    <a:pt x="84" y="120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45"/>
                    <a:pt x="94" y="45"/>
                    <a:pt x="94" y="45"/>
                  </a:cubicBezTo>
                  <a:cubicBezTo>
                    <a:pt x="94" y="45"/>
                    <a:pt x="95" y="44"/>
                    <a:pt x="96" y="45"/>
                  </a:cubicBezTo>
                  <a:cubicBezTo>
                    <a:pt x="98" y="50"/>
                    <a:pt x="101" y="53"/>
                    <a:pt x="106" y="58"/>
                  </a:cubicBezTo>
                  <a:cubicBezTo>
                    <a:pt x="108" y="60"/>
                    <a:pt x="108" y="60"/>
                    <a:pt x="108" y="60"/>
                  </a:cubicBezTo>
                  <a:cubicBezTo>
                    <a:pt x="116" y="67"/>
                    <a:pt x="126" y="75"/>
                    <a:pt x="131" y="85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126" y="74"/>
                    <a:pt x="119" y="66"/>
                    <a:pt x="110" y="58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2" y="50"/>
                    <a:pt x="100" y="44"/>
                    <a:pt x="97" y="37"/>
                  </a:cubicBezTo>
                  <a:cubicBezTo>
                    <a:pt x="97" y="37"/>
                    <a:pt x="95" y="31"/>
                    <a:pt x="95" y="26"/>
                  </a:cubicBezTo>
                  <a:cubicBezTo>
                    <a:pt x="96" y="17"/>
                    <a:pt x="96" y="8"/>
                    <a:pt x="94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93" y="12"/>
                    <a:pt x="91" y="29"/>
                    <a:pt x="90" y="42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0" y="120"/>
                    <a:pt x="80" y="120"/>
                    <a:pt x="80" y="120"/>
                  </a:cubicBezTo>
                  <a:cubicBezTo>
                    <a:pt x="77" y="137"/>
                    <a:pt x="77" y="137"/>
                    <a:pt x="77" y="137"/>
                  </a:cubicBezTo>
                  <a:cubicBezTo>
                    <a:pt x="76" y="145"/>
                    <a:pt x="76" y="152"/>
                    <a:pt x="76" y="159"/>
                  </a:cubicBezTo>
                  <a:cubicBezTo>
                    <a:pt x="76" y="165"/>
                    <a:pt x="76" y="171"/>
                    <a:pt x="75" y="177"/>
                  </a:cubicBezTo>
                  <a:cubicBezTo>
                    <a:pt x="75" y="180"/>
                    <a:pt x="75" y="180"/>
                    <a:pt x="75" y="180"/>
                  </a:cubicBezTo>
                  <a:cubicBezTo>
                    <a:pt x="75" y="184"/>
                    <a:pt x="75" y="189"/>
                    <a:pt x="73" y="190"/>
                  </a:cubicBezTo>
                  <a:cubicBezTo>
                    <a:pt x="72" y="190"/>
                    <a:pt x="71" y="190"/>
                    <a:pt x="71" y="190"/>
                  </a:cubicBezTo>
                  <a:cubicBezTo>
                    <a:pt x="69" y="189"/>
                    <a:pt x="69" y="186"/>
                    <a:pt x="70" y="180"/>
                  </a:cubicBezTo>
                  <a:cubicBezTo>
                    <a:pt x="71" y="165"/>
                    <a:pt x="71" y="165"/>
                    <a:pt x="71" y="165"/>
                  </a:cubicBezTo>
                  <a:cubicBezTo>
                    <a:pt x="71" y="153"/>
                    <a:pt x="72" y="140"/>
                    <a:pt x="72" y="127"/>
                  </a:cubicBezTo>
                  <a:cubicBezTo>
                    <a:pt x="72" y="116"/>
                    <a:pt x="72" y="116"/>
                    <a:pt x="72" y="116"/>
                  </a:cubicBezTo>
                  <a:cubicBezTo>
                    <a:pt x="73" y="107"/>
                    <a:pt x="73" y="98"/>
                    <a:pt x="71" y="89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0" y="79"/>
                    <a:pt x="69" y="73"/>
                    <a:pt x="67" y="70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60" y="83"/>
                    <a:pt x="59" y="96"/>
                    <a:pt x="59" y="106"/>
                  </a:cubicBezTo>
                  <a:cubicBezTo>
                    <a:pt x="59" y="110"/>
                    <a:pt x="59" y="113"/>
                    <a:pt x="59" y="115"/>
                  </a:cubicBezTo>
                  <a:cubicBezTo>
                    <a:pt x="59" y="117"/>
                    <a:pt x="59" y="119"/>
                    <a:pt x="59" y="121"/>
                  </a:cubicBezTo>
                  <a:cubicBezTo>
                    <a:pt x="59" y="128"/>
                    <a:pt x="59" y="136"/>
                    <a:pt x="58" y="143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57" y="162"/>
                    <a:pt x="56" y="170"/>
                    <a:pt x="55" y="178"/>
                  </a:cubicBezTo>
                  <a:cubicBezTo>
                    <a:pt x="54" y="182"/>
                    <a:pt x="54" y="182"/>
                    <a:pt x="54" y="182"/>
                  </a:cubicBezTo>
                  <a:cubicBezTo>
                    <a:pt x="54" y="187"/>
                    <a:pt x="54" y="187"/>
                    <a:pt x="54" y="187"/>
                  </a:cubicBezTo>
                  <a:cubicBezTo>
                    <a:pt x="53" y="191"/>
                    <a:pt x="53" y="195"/>
                    <a:pt x="52" y="198"/>
                  </a:cubicBezTo>
                  <a:cubicBezTo>
                    <a:pt x="52" y="199"/>
                    <a:pt x="50" y="198"/>
                    <a:pt x="50" y="197"/>
                  </a:cubicBezTo>
                  <a:cubicBezTo>
                    <a:pt x="49" y="195"/>
                    <a:pt x="49" y="192"/>
                    <a:pt x="49" y="189"/>
                  </a:cubicBezTo>
                  <a:cubicBezTo>
                    <a:pt x="49" y="188"/>
                    <a:pt x="49" y="187"/>
                    <a:pt x="49" y="186"/>
                  </a:cubicBezTo>
                  <a:cubicBezTo>
                    <a:pt x="49" y="184"/>
                    <a:pt x="49" y="184"/>
                    <a:pt x="49" y="184"/>
                  </a:cubicBezTo>
                  <a:cubicBezTo>
                    <a:pt x="49" y="144"/>
                    <a:pt x="49" y="144"/>
                    <a:pt x="49" y="144"/>
                  </a:cubicBezTo>
                  <a:cubicBezTo>
                    <a:pt x="49" y="133"/>
                    <a:pt x="50" y="122"/>
                    <a:pt x="50" y="111"/>
                  </a:cubicBezTo>
                  <a:cubicBezTo>
                    <a:pt x="51" y="101"/>
                    <a:pt x="52" y="90"/>
                    <a:pt x="52" y="79"/>
                  </a:cubicBezTo>
                  <a:cubicBezTo>
                    <a:pt x="52" y="75"/>
                    <a:pt x="52" y="72"/>
                    <a:pt x="52" y="69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8" y="74"/>
                    <a:pt x="48" y="79"/>
                    <a:pt x="48" y="84"/>
                  </a:cubicBezTo>
                  <a:cubicBezTo>
                    <a:pt x="48" y="84"/>
                    <a:pt x="47" y="85"/>
                    <a:pt x="46" y="85"/>
                  </a:cubicBezTo>
                  <a:cubicBezTo>
                    <a:pt x="46" y="85"/>
                    <a:pt x="45" y="85"/>
                    <a:pt x="45" y="84"/>
                  </a:cubicBezTo>
                  <a:cubicBezTo>
                    <a:pt x="44" y="84"/>
                    <a:pt x="43" y="83"/>
                    <a:pt x="43" y="83"/>
                  </a:cubicBezTo>
                  <a:cubicBezTo>
                    <a:pt x="44" y="79"/>
                    <a:pt x="44" y="75"/>
                    <a:pt x="45" y="71"/>
                  </a:cubicBezTo>
                  <a:cubicBezTo>
                    <a:pt x="41" y="70"/>
                    <a:pt x="41" y="70"/>
                    <a:pt x="41" y="70"/>
                  </a:cubicBezTo>
                  <a:cubicBezTo>
                    <a:pt x="38" y="86"/>
                    <a:pt x="38" y="103"/>
                    <a:pt x="38" y="119"/>
                  </a:cubicBezTo>
                  <a:cubicBezTo>
                    <a:pt x="38" y="121"/>
                    <a:pt x="38" y="122"/>
                    <a:pt x="38" y="124"/>
                  </a:cubicBezTo>
                  <a:cubicBezTo>
                    <a:pt x="38" y="149"/>
                    <a:pt x="38" y="149"/>
                    <a:pt x="38" y="149"/>
                  </a:cubicBezTo>
                  <a:cubicBezTo>
                    <a:pt x="37" y="158"/>
                    <a:pt x="35" y="181"/>
                    <a:pt x="32" y="189"/>
                  </a:cubicBezTo>
                  <a:cubicBezTo>
                    <a:pt x="32" y="189"/>
                    <a:pt x="31" y="189"/>
                    <a:pt x="31" y="188"/>
                  </a:cubicBezTo>
                  <a:cubicBezTo>
                    <a:pt x="28" y="181"/>
                    <a:pt x="27" y="161"/>
                    <a:pt x="27" y="147"/>
                  </a:cubicBezTo>
                  <a:cubicBezTo>
                    <a:pt x="27" y="142"/>
                    <a:pt x="27" y="138"/>
                    <a:pt x="27" y="136"/>
                  </a:cubicBezTo>
                  <a:cubicBezTo>
                    <a:pt x="28" y="122"/>
                    <a:pt x="28" y="122"/>
                    <a:pt x="28" y="122"/>
                  </a:cubicBezTo>
                  <a:cubicBezTo>
                    <a:pt x="29" y="102"/>
                    <a:pt x="30" y="83"/>
                    <a:pt x="34" y="65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29" y="69"/>
                    <a:pt x="28" y="74"/>
                    <a:pt x="28" y="79"/>
                  </a:cubicBezTo>
                  <a:cubicBezTo>
                    <a:pt x="26" y="79"/>
                    <a:pt x="24" y="78"/>
                    <a:pt x="23" y="77"/>
                  </a:cubicBezTo>
                  <a:cubicBezTo>
                    <a:pt x="25" y="72"/>
                    <a:pt x="26" y="67"/>
                    <a:pt x="29" y="62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16" y="79"/>
                    <a:pt x="15" y="100"/>
                    <a:pt x="14" y="121"/>
                  </a:cubicBezTo>
                  <a:cubicBezTo>
                    <a:pt x="14" y="133"/>
                    <a:pt x="13" y="146"/>
                    <a:pt x="10" y="159"/>
                  </a:cubicBezTo>
                  <a:cubicBezTo>
                    <a:pt x="10" y="159"/>
                    <a:pt x="9" y="159"/>
                    <a:pt x="9" y="158"/>
                  </a:cubicBezTo>
                  <a:cubicBezTo>
                    <a:pt x="7" y="154"/>
                    <a:pt x="7" y="147"/>
                    <a:pt x="7" y="143"/>
                  </a:cubicBezTo>
                  <a:cubicBezTo>
                    <a:pt x="6" y="140"/>
                    <a:pt x="6" y="140"/>
                    <a:pt x="6" y="140"/>
                  </a:cubicBezTo>
                  <a:cubicBezTo>
                    <a:pt x="5" y="131"/>
                    <a:pt x="5" y="121"/>
                    <a:pt x="5" y="112"/>
                  </a:cubicBezTo>
                  <a:cubicBezTo>
                    <a:pt x="5" y="103"/>
                    <a:pt x="5" y="94"/>
                    <a:pt x="6" y="84"/>
                  </a:cubicBezTo>
                  <a:cubicBezTo>
                    <a:pt x="7" y="63"/>
                    <a:pt x="9" y="38"/>
                    <a:pt x="19" y="20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5" y="37"/>
                    <a:pt x="3" y="62"/>
                    <a:pt x="2" y="84"/>
                  </a:cubicBezTo>
                  <a:cubicBezTo>
                    <a:pt x="1" y="102"/>
                    <a:pt x="0" y="121"/>
                    <a:pt x="2" y="140"/>
                  </a:cubicBezTo>
                  <a:close/>
                  <a:moveTo>
                    <a:pt x="64" y="89"/>
                  </a:moveTo>
                  <a:cubicBezTo>
                    <a:pt x="64" y="85"/>
                    <a:pt x="65" y="80"/>
                    <a:pt x="65" y="76"/>
                  </a:cubicBezTo>
                  <a:cubicBezTo>
                    <a:pt x="66" y="79"/>
                    <a:pt x="66" y="81"/>
                    <a:pt x="66" y="84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7" y="88"/>
                    <a:pt x="66" y="90"/>
                    <a:pt x="66" y="90"/>
                  </a:cubicBezTo>
                  <a:cubicBezTo>
                    <a:pt x="66" y="90"/>
                    <a:pt x="65" y="90"/>
                    <a:pt x="65" y="90"/>
                  </a:cubicBezTo>
                  <a:cubicBezTo>
                    <a:pt x="64" y="90"/>
                    <a:pt x="64" y="89"/>
                    <a:pt x="64" y="89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" name="Freeform 565">
              <a:extLst>
                <a:ext uri="{FF2B5EF4-FFF2-40B4-BE49-F238E27FC236}">
                  <a16:creationId xmlns:a16="http://schemas.microsoft.com/office/drawing/2014/main" id="{155CA24F-1C22-4952-A30C-A54CD333B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359"/>
              <a:ext cx="83" cy="729"/>
            </a:xfrm>
            <a:custGeom>
              <a:avLst/>
              <a:gdLst>
                <a:gd name="T0" fmla="*/ 0 w 62"/>
                <a:gd name="T1" fmla="*/ 1247 h 542"/>
                <a:gd name="T2" fmla="*/ 27 w 62"/>
                <a:gd name="T3" fmla="*/ 1084 h 542"/>
                <a:gd name="T4" fmla="*/ 48 w 62"/>
                <a:gd name="T5" fmla="*/ 881 h 542"/>
                <a:gd name="T6" fmla="*/ 107 w 62"/>
                <a:gd name="T7" fmla="*/ 577 h 542"/>
                <a:gd name="T8" fmla="*/ 112 w 62"/>
                <a:gd name="T9" fmla="*/ 472 h 542"/>
                <a:gd name="T10" fmla="*/ 118 w 62"/>
                <a:gd name="T11" fmla="*/ 418 h 542"/>
                <a:gd name="T12" fmla="*/ 107 w 62"/>
                <a:gd name="T13" fmla="*/ 319 h 542"/>
                <a:gd name="T14" fmla="*/ 99 w 62"/>
                <a:gd name="T15" fmla="*/ 227 h 542"/>
                <a:gd name="T16" fmla="*/ 86 w 62"/>
                <a:gd name="T17" fmla="*/ 121 h 542"/>
                <a:gd name="T18" fmla="*/ 72 w 62"/>
                <a:gd name="T19" fmla="*/ 5 h 542"/>
                <a:gd name="T20" fmla="*/ 100 w 62"/>
                <a:gd name="T21" fmla="*/ 0 h 542"/>
                <a:gd name="T22" fmla="*/ 106 w 62"/>
                <a:gd name="T23" fmla="*/ 117 h 542"/>
                <a:gd name="T24" fmla="*/ 118 w 62"/>
                <a:gd name="T25" fmla="*/ 227 h 542"/>
                <a:gd name="T26" fmla="*/ 127 w 62"/>
                <a:gd name="T27" fmla="*/ 316 h 542"/>
                <a:gd name="T28" fmla="*/ 137 w 62"/>
                <a:gd name="T29" fmla="*/ 418 h 542"/>
                <a:gd name="T30" fmla="*/ 133 w 62"/>
                <a:gd name="T31" fmla="*/ 473 h 542"/>
                <a:gd name="T32" fmla="*/ 127 w 62"/>
                <a:gd name="T33" fmla="*/ 573 h 542"/>
                <a:gd name="T34" fmla="*/ 64 w 62"/>
                <a:gd name="T35" fmla="*/ 888 h 542"/>
                <a:gd name="T36" fmla="*/ 44 w 62"/>
                <a:gd name="T37" fmla="*/ 1079 h 542"/>
                <a:gd name="T38" fmla="*/ 43 w 62"/>
                <a:gd name="T39" fmla="*/ 1190 h 542"/>
                <a:gd name="T40" fmla="*/ 43 w 62"/>
                <a:gd name="T41" fmla="*/ 1190 h 542"/>
                <a:gd name="T42" fmla="*/ 126 w 62"/>
                <a:gd name="T43" fmla="*/ 1289 h 542"/>
                <a:gd name="T44" fmla="*/ 149 w 62"/>
                <a:gd name="T45" fmla="*/ 1302 h 542"/>
                <a:gd name="T46" fmla="*/ 137 w 62"/>
                <a:gd name="T47" fmla="*/ 1319 h 542"/>
                <a:gd name="T48" fmla="*/ 112 w 62"/>
                <a:gd name="T49" fmla="*/ 1302 h 542"/>
                <a:gd name="T50" fmla="*/ 43 w 62"/>
                <a:gd name="T51" fmla="*/ 1241 h 542"/>
                <a:gd name="T52" fmla="*/ 27 w 62"/>
                <a:gd name="T53" fmla="*/ 1239 h 542"/>
                <a:gd name="T54" fmla="*/ 15 w 62"/>
                <a:gd name="T55" fmla="*/ 1258 h 542"/>
                <a:gd name="T56" fmla="*/ 0 w 62"/>
                <a:gd name="T57" fmla="*/ 1247 h 54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542">
                  <a:moveTo>
                    <a:pt x="0" y="512"/>
                  </a:moveTo>
                  <a:cubicBezTo>
                    <a:pt x="11" y="497"/>
                    <a:pt x="15" y="464"/>
                    <a:pt x="11" y="445"/>
                  </a:cubicBezTo>
                  <a:cubicBezTo>
                    <a:pt x="7" y="425"/>
                    <a:pt x="9" y="388"/>
                    <a:pt x="20" y="362"/>
                  </a:cubicBezTo>
                  <a:cubicBezTo>
                    <a:pt x="31" y="336"/>
                    <a:pt x="49" y="261"/>
                    <a:pt x="45" y="237"/>
                  </a:cubicBezTo>
                  <a:cubicBezTo>
                    <a:pt x="43" y="223"/>
                    <a:pt x="45" y="208"/>
                    <a:pt x="47" y="194"/>
                  </a:cubicBezTo>
                  <a:cubicBezTo>
                    <a:pt x="48" y="186"/>
                    <a:pt x="49" y="179"/>
                    <a:pt x="49" y="172"/>
                  </a:cubicBezTo>
                  <a:cubicBezTo>
                    <a:pt x="50" y="158"/>
                    <a:pt x="48" y="145"/>
                    <a:pt x="45" y="131"/>
                  </a:cubicBezTo>
                  <a:cubicBezTo>
                    <a:pt x="43" y="119"/>
                    <a:pt x="41" y="106"/>
                    <a:pt x="41" y="94"/>
                  </a:cubicBezTo>
                  <a:cubicBezTo>
                    <a:pt x="41" y="80"/>
                    <a:pt x="39" y="65"/>
                    <a:pt x="36" y="50"/>
                  </a:cubicBezTo>
                  <a:cubicBezTo>
                    <a:pt x="34" y="34"/>
                    <a:pt x="31" y="19"/>
                    <a:pt x="30" y="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1" y="17"/>
                    <a:pt x="41" y="33"/>
                    <a:pt x="44" y="48"/>
                  </a:cubicBezTo>
                  <a:cubicBezTo>
                    <a:pt x="47" y="64"/>
                    <a:pt x="49" y="80"/>
                    <a:pt x="49" y="94"/>
                  </a:cubicBezTo>
                  <a:cubicBezTo>
                    <a:pt x="49" y="106"/>
                    <a:pt x="51" y="118"/>
                    <a:pt x="53" y="130"/>
                  </a:cubicBezTo>
                  <a:cubicBezTo>
                    <a:pt x="55" y="143"/>
                    <a:pt x="58" y="158"/>
                    <a:pt x="57" y="172"/>
                  </a:cubicBezTo>
                  <a:cubicBezTo>
                    <a:pt x="57" y="180"/>
                    <a:pt x="56" y="187"/>
                    <a:pt x="55" y="195"/>
                  </a:cubicBezTo>
                  <a:cubicBezTo>
                    <a:pt x="53" y="208"/>
                    <a:pt x="51" y="223"/>
                    <a:pt x="53" y="236"/>
                  </a:cubicBezTo>
                  <a:cubicBezTo>
                    <a:pt x="58" y="263"/>
                    <a:pt x="38" y="340"/>
                    <a:pt x="27" y="365"/>
                  </a:cubicBezTo>
                  <a:cubicBezTo>
                    <a:pt x="17" y="390"/>
                    <a:pt x="16" y="425"/>
                    <a:pt x="19" y="443"/>
                  </a:cubicBezTo>
                  <a:cubicBezTo>
                    <a:pt x="22" y="456"/>
                    <a:pt x="21" y="473"/>
                    <a:pt x="18" y="489"/>
                  </a:cubicBezTo>
                  <a:cubicBezTo>
                    <a:pt x="18" y="489"/>
                    <a:pt x="18" y="489"/>
                    <a:pt x="18" y="489"/>
                  </a:cubicBezTo>
                  <a:cubicBezTo>
                    <a:pt x="20" y="508"/>
                    <a:pt x="37" y="519"/>
                    <a:pt x="52" y="529"/>
                  </a:cubicBezTo>
                  <a:cubicBezTo>
                    <a:pt x="62" y="535"/>
                    <a:pt x="62" y="535"/>
                    <a:pt x="62" y="535"/>
                  </a:cubicBezTo>
                  <a:cubicBezTo>
                    <a:pt x="57" y="542"/>
                    <a:pt x="57" y="542"/>
                    <a:pt x="57" y="542"/>
                  </a:cubicBezTo>
                  <a:cubicBezTo>
                    <a:pt x="47" y="535"/>
                    <a:pt x="47" y="535"/>
                    <a:pt x="47" y="535"/>
                  </a:cubicBezTo>
                  <a:cubicBezTo>
                    <a:pt x="37" y="529"/>
                    <a:pt x="25" y="521"/>
                    <a:pt x="18" y="510"/>
                  </a:cubicBezTo>
                  <a:cubicBezTo>
                    <a:pt x="16" y="508"/>
                    <a:pt x="12" y="507"/>
                    <a:pt x="11" y="509"/>
                  </a:cubicBezTo>
                  <a:cubicBezTo>
                    <a:pt x="10" y="512"/>
                    <a:pt x="8" y="515"/>
                    <a:pt x="6" y="517"/>
                  </a:cubicBezTo>
                  <a:lnTo>
                    <a:pt x="0" y="512"/>
                  </a:ln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0" name="Freeform 566">
              <a:extLst>
                <a:ext uri="{FF2B5EF4-FFF2-40B4-BE49-F238E27FC236}">
                  <a16:creationId xmlns:a16="http://schemas.microsoft.com/office/drawing/2014/main" id="{8011B36D-F840-47CC-8665-BF22B1CFA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172"/>
              <a:ext cx="202" cy="947"/>
            </a:xfrm>
            <a:custGeom>
              <a:avLst/>
              <a:gdLst>
                <a:gd name="T0" fmla="*/ 0 w 150"/>
                <a:gd name="T1" fmla="*/ 1375 h 704"/>
                <a:gd name="T2" fmla="*/ 1 w 150"/>
                <a:gd name="T3" fmla="*/ 1344 h 704"/>
                <a:gd name="T4" fmla="*/ 1 w 150"/>
                <a:gd name="T5" fmla="*/ 1310 h 704"/>
                <a:gd name="T6" fmla="*/ 16 w 150"/>
                <a:gd name="T7" fmla="*/ 1317 h 704"/>
                <a:gd name="T8" fmla="*/ 22 w 150"/>
                <a:gd name="T9" fmla="*/ 1361 h 704"/>
                <a:gd name="T10" fmla="*/ 35 w 150"/>
                <a:gd name="T11" fmla="*/ 1430 h 704"/>
                <a:gd name="T12" fmla="*/ 79 w 150"/>
                <a:gd name="T13" fmla="*/ 1616 h 704"/>
                <a:gd name="T14" fmla="*/ 252 w 150"/>
                <a:gd name="T15" fmla="*/ 1599 h 704"/>
                <a:gd name="T16" fmla="*/ 261 w 150"/>
                <a:gd name="T17" fmla="*/ 1585 h 704"/>
                <a:gd name="T18" fmla="*/ 220 w 150"/>
                <a:gd name="T19" fmla="*/ 1540 h 704"/>
                <a:gd name="T20" fmla="*/ 184 w 150"/>
                <a:gd name="T21" fmla="*/ 1511 h 704"/>
                <a:gd name="T22" fmla="*/ 147 w 150"/>
                <a:gd name="T23" fmla="*/ 1290 h 704"/>
                <a:gd name="T24" fmla="*/ 147 w 150"/>
                <a:gd name="T25" fmla="*/ 1289 h 704"/>
                <a:gd name="T26" fmla="*/ 148 w 150"/>
                <a:gd name="T27" fmla="*/ 1289 h 704"/>
                <a:gd name="T28" fmla="*/ 225 w 150"/>
                <a:gd name="T29" fmla="*/ 675 h 704"/>
                <a:gd name="T30" fmla="*/ 182 w 150"/>
                <a:gd name="T31" fmla="*/ 246 h 704"/>
                <a:gd name="T32" fmla="*/ 154 w 150"/>
                <a:gd name="T33" fmla="*/ 0 h 704"/>
                <a:gd name="T34" fmla="*/ 183 w 150"/>
                <a:gd name="T35" fmla="*/ 1 h 704"/>
                <a:gd name="T36" fmla="*/ 183 w 150"/>
                <a:gd name="T37" fmla="*/ 15 h 704"/>
                <a:gd name="T38" fmla="*/ 210 w 150"/>
                <a:gd name="T39" fmla="*/ 241 h 704"/>
                <a:gd name="T40" fmla="*/ 255 w 150"/>
                <a:gd name="T41" fmla="*/ 650 h 704"/>
                <a:gd name="T42" fmla="*/ 255 w 150"/>
                <a:gd name="T43" fmla="*/ 677 h 704"/>
                <a:gd name="T44" fmla="*/ 176 w 150"/>
                <a:gd name="T45" fmla="*/ 1295 h 704"/>
                <a:gd name="T46" fmla="*/ 174 w 150"/>
                <a:gd name="T47" fmla="*/ 1332 h 704"/>
                <a:gd name="T48" fmla="*/ 210 w 150"/>
                <a:gd name="T49" fmla="*/ 1494 h 704"/>
                <a:gd name="T50" fmla="*/ 237 w 150"/>
                <a:gd name="T51" fmla="*/ 1519 h 704"/>
                <a:gd name="T52" fmla="*/ 290 w 150"/>
                <a:gd name="T53" fmla="*/ 1579 h 704"/>
                <a:gd name="T54" fmla="*/ 298 w 150"/>
                <a:gd name="T55" fmla="*/ 1585 h 704"/>
                <a:gd name="T56" fmla="*/ 315 w 150"/>
                <a:gd name="T57" fmla="*/ 1594 h 704"/>
                <a:gd name="T58" fmla="*/ 331 w 150"/>
                <a:gd name="T59" fmla="*/ 1599 h 704"/>
                <a:gd name="T60" fmla="*/ 366 w 150"/>
                <a:gd name="T61" fmla="*/ 1629 h 704"/>
                <a:gd name="T62" fmla="*/ 326 w 150"/>
                <a:gd name="T63" fmla="*/ 1616 h 704"/>
                <a:gd name="T64" fmla="*/ 308 w 150"/>
                <a:gd name="T65" fmla="*/ 1609 h 704"/>
                <a:gd name="T66" fmla="*/ 287 w 150"/>
                <a:gd name="T67" fmla="*/ 1601 h 704"/>
                <a:gd name="T68" fmla="*/ 287 w 150"/>
                <a:gd name="T69" fmla="*/ 1601 h 704"/>
                <a:gd name="T70" fmla="*/ 281 w 150"/>
                <a:gd name="T71" fmla="*/ 1609 h 704"/>
                <a:gd name="T72" fmla="*/ 310 w 150"/>
                <a:gd name="T73" fmla="*/ 1630 h 704"/>
                <a:gd name="T74" fmla="*/ 345 w 150"/>
                <a:gd name="T75" fmla="*/ 1677 h 704"/>
                <a:gd name="T76" fmla="*/ 298 w 150"/>
                <a:gd name="T77" fmla="*/ 1642 h 704"/>
                <a:gd name="T78" fmla="*/ 268 w 150"/>
                <a:gd name="T79" fmla="*/ 1621 h 704"/>
                <a:gd name="T80" fmla="*/ 246 w 150"/>
                <a:gd name="T81" fmla="*/ 1636 h 704"/>
                <a:gd name="T82" fmla="*/ 287 w 150"/>
                <a:gd name="T83" fmla="*/ 1683 h 704"/>
                <a:gd name="T84" fmla="*/ 296 w 150"/>
                <a:gd name="T85" fmla="*/ 1714 h 704"/>
                <a:gd name="T86" fmla="*/ 271 w 150"/>
                <a:gd name="T87" fmla="*/ 1683 h 704"/>
                <a:gd name="T88" fmla="*/ 226 w 150"/>
                <a:gd name="T89" fmla="*/ 1645 h 704"/>
                <a:gd name="T90" fmla="*/ 205 w 150"/>
                <a:gd name="T91" fmla="*/ 1656 h 704"/>
                <a:gd name="T92" fmla="*/ 218 w 150"/>
                <a:gd name="T93" fmla="*/ 1712 h 704"/>
                <a:gd name="T94" fmla="*/ 184 w 150"/>
                <a:gd name="T95" fmla="*/ 1660 h 704"/>
                <a:gd name="T96" fmla="*/ 110 w 150"/>
                <a:gd name="T97" fmla="*/ 1665 h 704"/>
                <a:gd name="T98" fmla="*/ 112 w 150"/>
                <a:gd name="T99" fmla="*/ 1677 h 704"/>
                <a:gd name="T100" fmla="*/ 119 w 150"/>
                <a:gd name="T101" fmla="*/ 1714 h 704"/>
                <a:gd name="T102" fmla="*/ 98 w 150"/>
                <a:gd name="T103" fmla="*/ 1677 h 704"/>
                <a:gd name="T104" fmla="*/ 90 w 150"/>
                <a:gd name="T105" fmla="*/ 1657 h 704"/>
                <a:gd name="T106" fmla="*/ 58 w 150"/>
                <a:gd name="T107" fmla="*/ 1636 h 704"/>
                <a:gd name="T108" fmla="*/ 5 w 150"/>
                <a:gd name="T109" fmla="*/ 1426 h 704"/>
                <a:gd name="T110" fmla="*/ 0 w 150"/>
                <a:gd name="T111" fmla="*/ 1375 h 70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50" h="704">
                  <a:moveTo>
                    <a:pt x="0" y="565"/>
                  </a:moveTo>
                  <a:cubicBezTo>
                    <a:pt x="1" y="560"/>
                    <a:pt x="2" y="554"/>
                    <a:pt x="1" y="552"/>
                  </a:cubicBezTo>
                  <a:cubicBezTo>
                    <a:pt x="1" y="548"/>
                    <a:pt x="0" y="542"/>
                    <a:pt x="1" y="538"/>
                  </a:cubicBezTo>
                  <a:cubicBezTo>
                    <a:pt x="7" y="541"/>
                    <a:pt x="7" y="541"/>
                    <a:pt x="7" y="541"/>
                  </a:cubicBezTo>
                  <a:cubicBezTo>
                    <a:pt x="5" y="546"/>
                    <a:pt x="7" y="552"/>
                    <a:pt x="9" y="559"/>
                  </a:cubicBezTo>
                  <a:cubicBezTo>
                    <a:pt x="12" y="567"/>
                    <a:pt x="14" y="576"/>
                    <a:pt x="14" y="587"/>
                  </a:cubicBezTo>
                  <a:cubicBezTo>
                    <a:pt x="12" y="608"/>
                    <a:pt x="18" y="647"/>
                    <a:pt x="33" y="664"/>
                  </a:cubicBezTo>
                  <a:cubicBezTo>
                    <a:pt x="48" y="682"/>
                    <a:pt x="84" y="671"/>
                    <a:pt x="103" y="657"/>
                  </a:cubicBezTo>
                  <a:cubicBezTo>
                    <a:pt x="105" y="655"/>
                    <a:pt x="107" y="653"/>
                    <a:pt x="107" y="651"/>
                  </a:cubicBezTo>
                  <a:cubicBezTo>
                    <a:pt x="107" y="646"/>
                    <a:pt x="97" y="639"/>
                    <a:pt x="90" y="633"/>
                  </a:cubicBezTo>
                  <a:cubicBezTo>
                    <a:pt x="84" y="629"/>
                    <a:pt x="79" y="625"/>
                    <a:pt x="76" y="621"/>
                  </a:cubicBezTo>
                  <a:cubicBezTo>
                    <a:pt x="65" y="607"/>
                    <a:pt x="55" y="557"/>
                    <a:pt x="60" y="530"/>
                  </a:cubicBezTo>
                  <a:cubicBezTo>
                    <a:pt x="60" y="529"/>
                    <a:pt x="60" y="529"/>
                    <a:pt x="60" y="529"/>
                  </a:cubicBezTo>
                  <a:cubicBezTo>
                    <a:pt x="61" y="529"/>
                    <a:pt x="61" y="529"/>
                    <a:pt x="61" y="529"/>
                  </a:cubicBezTo>
                  <a:cubicBezTo>
                    <a:pt x="80" y="465"/>
                    <a:pt x="90" y="383"/>
                    <a:pt x="92" y="277"/>
                  </a:cubicBezTo>
                  <a:cubicBezTo>
                    <a:pt x="93" y="214"/>
                    <a:pt x="83" y="154"/>
                    <a:pt x="74" y="101"/>
                  </a:cubicBezTo>
                  <a:cubicBezTo>
                    <a:pt x="68" y="61"/>
                    <a:pt x="62" y="26"/>
                    <a:pt x="63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5" y="2"/>
                    <a:pt x="75" y="4"/>
                    <a:pt x="75" y="6"/>
                  </a:cubicBezTo>
                  <a:cubicBezTo>
                    <a:pt x="75" y="30"/>
                    <a:pt x="80" y="62"/>
                    <a:pt x="86" y="99"/>
                  </a:cubicBezTo>
                  <a:cubicBezTo>
                    <a:pt x="95" y="150"/>
                    <a:pt x="104" y="207"/>
                    <a:pt x="104" y="267"/>
                  </a:cubicBezTo>
                  <a:cubicBezTo>
                    <a:pt x="104" y="271"/>
                    <a:pt x="104" y="274"/>
                    <a:pt x="104" y="278"/>
                  </a:cubicBezTo>
                  <a:cubicBezTo>
                    <a:pt x="102" y="384"/>
                    <a:pt x="91" y="467"/>
                    <a:pt x="72" y="532"/>
                  </a:cubicBezTo>
                  <a:cubicBezTo>
                    <a:pt x="71" y="537"/>
                    <a:pt x="71" y="542"/>
                    <a:pt x="71" y="547"/>
                  </a:cubicBezTo>
                  <a:cubicBezTo>
                    <a:pt x="71" y="573"/>
                    <a:pt x="79" y="605"/>
                    <a:pt x="86" y="614"/>
                  </a:cubicBezTo>
                  <a:cubicBezTo>
                    <a:pt x="88" y="617"/>
                    <a:pt x="93" y="620"/>
                    <a:pt x="97" y="624"/>
                  </a:cubicBezTo>
                  <a:cubicBezTo>
                    <a:pt x="107" y="631"/>
                    <a:pt x="117" y="639"/>
                    <a:pt x="119" y="649"/>
                  </a:cubicBezTo>
                  <a:cubicBezTo>
                    <a:pt x="120" y="650"/>
                    <a:pt x="121" y="650"/>
                    <a:pt x="122" y="651"/>
                  </a:cubicBezTo>
                  <a:cubicBezTo>
                    <a:pt x="129" y="655"/>
                    <a:pt x="129" y="655"/>
                    <a:pt x="129" y="655"/>
                  </a:cubicBezTo>
                  <a:cubicBezTo>
                    <a:pt x="136" y="657"/>
                    <a:pt x="136" y="657"/>
                    <a:pt x="136" y="657"/>
                  </a:cubicBezTo>
                  <a:cubicBezTo>
                    <a:pt x="142" y="659"/>
                    <a:pt x="145" y="663"/>
                    <a:pt x="150" y="669"/>
                  </a:cubicBezTo>
                  <a:cubicBezTo>
                    <a:pt x="147" y="665"/>
                    <a:pt x="139" y="665"/>
                    <a:pt x="134" y="664"/>
                  </a:cubicBezTo>
                  <a:cubicBezTo>
                    <a:pt x="126" y="661"/>
                    <a:pt x="126" y="661"/>
                    <a:pt x="126" y="661"/>
                  </a:cubicBezTo>
                  <a:cubicBezTo>
                    <a:pt x="117" y="658"/>
                    <a:pt x="117" y="658"/>
                    <a:pt x="117" y="658"/>
                  </a:cubicBezTo>
                  <a:cubicBezTo>
                    <a:pt x="117" y="658"/>
                    <a:pt x="117" y="658"/>
                    <a:pt x="117" y="658"/>
                  </a:cubicBezTo>
                  <a:cubicBezTo>
                    <a:pt x="117" y="659"/>
                    <a:pt x="116" y="660"/>
                    <a:pt x="115" y="661"/>
                  </a:cubicBezTo>
                  <a:cubicBezTo>
                    <a:pt x="119" y="664"/>
                    <a:pt x="123" y="667"/>
                    <a:pt x="127" y="670"/>
                  </a:cubicBezTo>
                  <a:cubicBezTo>
                    <a:pt x="133" y="675"/>
                    <a:pt x="137" y="681"/>
                    <a:pt x="141" y="689"/>
                  </a:cubicBezTo>
                  <a:cubicBezTo>
                    <a:pt x="137" y="683"/>
                    <a:pt x="128" y="679"/>
                    <a:pt x="122" y="675"/>
                  </a:cubicBezTo>
                  <a:cubicBezTo>
                    <a:pt x="117" y="672"/>
                    <a:pt x="113" y="670"/>
                    <a:pt x="110" y="666"/>
                  </a:cubicBezTo>
                  <a:cubicBezTo>
                    <a:pt x="107" y="668"/>
                    <a:pt x="104" y="670"/>
                    <a:pt x="101" y="672"/>
                  </a:cubicBezTo>
                  <a:cubicBezTo>
                    <a:pt x="110" y="677"/>
                    <a:pt x="114" y="683"/>
                    <a:pt x="117" y="691"/>
                  </a:cubicBezTo>
                  <a:cubicBezTo>
                    <a:pt x="121" y="704"/>
                    <a:pt x="121" y="704"/>
                    <a:pt x="121" y="704"/>
                  </a:cubicBezTo>
                  <a:cubicBezTo>
                    <a:pt x="111" y="691"/>
                    <a:pt x="111" y="691"/>
                    <a:pt x="111" y="691"/>
                  </a:cubicBezTo>
                  <a:cubicBezTo>
                    <a:pt x="105" y="683"/>
                    <a:pt x="102" y="681"/>
                    <a:pt x="93" y="676"/>
                  </a:cubicBezTo>
                  <a:cubicBezTo>
                    <a:pt x="90" y="678"/>
                    <a:pt x="87" y="679"/>
                    <a:pt x="84" y="680"/>
                  </a:cubicBezTo>
                  <a:cubicBezTo>
                    <a:pt x="88" y="686"/>
                    <a:pt x="90" y="696"/>
                    <a:pt x="89" y="703"/>
                  </a:cubicBezTo>
                  <a:cubicBezTo>
                    <a:pt x="90" y="698"/>
                    <a:pt x="82" y="687"/>
                    <a:pt x="76" y="682"/>
                  </a:cubicBezTo>
                  <a:cubicBezTo>
                    <a:pt x="66" y="685"/>
                    <a:pt x="55" y="686"/>
                    <a:pt x="45" y="684"/>
                  </a:cubicBezTo>
                  <a:cubicBezTo>
                    <a:pt x="46" y="685"/>
                    <a:pt x="46" y="687"/>
                    <a:pt x="46" y="689"/>
                  </a:cubicBezTo>
                  <a:cubicBezTo>
                    <a:pt x="47" y="694"/>
                    <a:pt x="45" y="701"/>
                    <a:pt x="48" y="704"/>
                  </a:cubicBezTo>
                  <a:cubicBezTo>
                    <a:pt x="43" y="700"/>
                    <a:pt x="41" y="695"/>
                    <a:pt x="40" y="689"/>
                  </a:cubicBezTo>
                  <a:cubicBezTo>
                    <a:pt x="39" y="686"/>
                    <a:pt x="39" y="684"/>
                    <a:pt x="37" y="681"/>
                  </a:cubicBezTo>
                  <a:cubicBezTo>
                    <a:pt x="32" y="679"/>
                    <a:pt x="28" y="676"/>
                    <a:pt x="24" y="672"/>
                  </a:cubicBezTo>
                  <a:cubicBezTo>
                    <a:pt x="4" y="649"/>
                    <a:pt x="0" y="604"/>
                    <a:pt x="2" y="586"/>
                  </a:cubicBezTo>
                  <a:cubicBezTo>
                    <a:pt x="2" y="578"/>
                    <a:pt x="3" y="573"/>
                    <a:pt x="0" y="565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1" name="Line 567">
              <a:extLst>
                <a:ext uri="{FF2B5EF4-FFF2-40B4-BE49-F238E27FC236}">
                  <a16:creationId xmlns:a16="http://schemas.microsoft.com/office/drawing/2014/main" id="{A5439E4B-4A78-4243-9655-E09A314136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99" y="2008"/>
              <a:ext cx="23" cy="31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2" name="Freeform 568">
              <a:extLst>
                <a:ext uri="{FF2B5EF4-FFF2-40B4-BE49-F238E27FC236}">
                  <a16:creationId xmlns:a16="http://schemas.microsoft.com/office/drawing/2014/main" id="{B67A8E6C-22A0-4FD1-8AD3-8F82DA07C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2029"/>
              <a:ext cx="24" cy="34"/>
            </a:xfrm>
            <a:custGeom>
              <a:avLst/>
              <a:gdLst>
                <a:gd name="T0" fmla="*/ 0 w 18"/>
                <a:gd name="T1" fmla="*/ 0 h 25"/>
                <a:gd name="T2" fmla="*/ 43 w 18"/>
                <a:gd name="T3" fmla="*/ 6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2" y="2"/>
                    <a:pt x="16" y="21"/>
                    <a:pt x="18" y="25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3" name="Freeform 569">
              <a:extLst>
                <a:ext uri="{FF2B5EF4-FFF2-40B4-BE49-F238E27FC236}">
                  <a16:creationId xmlns:a16="http://schemas.microsoft.com/office/drawing/2014/main" id="{683DED93-1468-46BD-9F14-573060D3D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158"/>
              <a:ext cx="1" cy="35"/>
            </a:xfrm>
            <a:custGeom>
              <a:avLst/>
              <a:gdLst>
                <a:gd name="T0" fmla="*/ 0 w 1"/>
                <a:gd name="T1" fmla="*/ 0 h 26"/>
                <a:gd name="T2" fmla="*/ 0 w 1"/>
                <a:gd name="T3" fmla="*/ 6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6">
                  <a:moveTo>
                    <a:pt x="0" y="0"/>
                  </a:moveTo>
                  <a:cubicBezTo>
                    <a:pt x="0" y="0"/>
                    <a:pt x="1" y="20"/>
                    <a:pt x="0" y="26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4" name="Freeform 570">
              <a:extLst>
                <a:ext uri="{FF2B5EF4-FFF2-40B4-BE49-F238E27FC236}">
                  <a16:creationId xmlns:a16="http://schemas.microsoft.com/office/drawing/2014/main" id="{D73CC069-4619-470F-B352-EB3B8B8C6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192"/>
              <a:ext cx="1" cy="37"/>
            </a:xfrm>
            <a:custGeom>
              <a:avLst/>
              <a:gdLst>
                <a:gd name="T0" fmla="*/ 0 w 1"/>
                <a:gd name="T1" fmla="*/ 0 h 28"/>
                <a:gd name="T2" fmla="*/ 1 w 1"/>
                <a:gd name="T3" fmla="*/ 6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5"/>
                    <a:pt x="1" y="23"/>
                    <a:pt x="1" y="2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5" name="Freeform 571">
              <a:extLst>
                <a:ext uri="{FF2B5EF4-FFF2-40B4-BE49-F238E27FC236}">
                  <a16:creationId xmlns:a16="http://schemas.microsoft.com/office/drawing/2014/main" id="{06E14519-1BD7-4C05-A6DA-2A25A4E63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477"/>
              <a:ext cx="31" cy="320"/>
            </a:xfrm>
            <a:custGeom>
              <a:avLst/>
              <a:gdLst>
                <a:gd name="T0" fmla="*/ 20 w 23"/>
                <a:gd name="T1" fmla="*/ 578 h 238"/>
                <a:gd name="T2" fmla="*/ 0 w 23"/>
                <a:gd name="T3" fmla="*/ 0 h 238"/>
                <a:gd name="T4" fmla="*/ 20 w 23"/>
                <a:gd name="T5" fmla="*/ 578 h 2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8">
                  <a:moveTo>
                    <a:pt x="8" y="238"/>
                  </a:moveTo>
                  <a:cubicBezTo>
                    <a:pt x="23" y="132"/>
                    <a:pt x="11" y="23"/>
                    <a:pt x="0" y="0"/>
                  </a:cubicBezTo>
                  <a:cubicBezTo>
                    <a:pt x="6" y="49"/>
                    <a:pt x="18" y="154"/>
                    <a:pt x="8" y="2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6" name="Freeform 572">
              <a:extLst>
                <a:ext uri="{FF2B5EF4-FFF2-40B4-BE49-F238E27FC236}">
                  <a16:creationId xmlns:a16="http://schemas.microsoft.com/office/drawing/2014/main" id="{A387554D-4CBF-41F7-89E9-692A91E76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3105"/>
              <a:ext cx="31" cy="315"/>
            </a:xfrm>
            <a:custGeom>
              <a:avLst/>
              <a:gdLst>
                <a:gd name="T0" fmla="*/ 57 w 23"/>
                <a:gd name="T1" fmla="*/ 0 h 234"/>
                <a:gd name="T2" fmla="*/ 35 w 23"/>
                <a:gd name="T3" fmla="*/ 252 h 234"/>
                <a:gd name="T4" fmla="*/ 1 w 23"/>
                <a:gd name="T5" fmla="*/ 571 h 234"/>
                <a:gd name="T6" fmla="*/ 49 w 23"/>
                <a:gd name="T7" fmla="*/ 246 h 234"/>
                <a:gd name="T8" fmla="*/ 57 w 23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4">
                  <a:moveTo>
                    <a:pt x="23" y="0"/>
                  </a:moveTo>
                  <a:cubicBezTo>
                    <a:pt x="21" y="27"/>
                    <a:pt x="15" y="80"/>
                    <a:pt x="14" y="103"/>
                  </a:cubicBezTo>
                  <a:cubicBezTo>
                    <a:pt x="12" y="127"/>
                    <a:pt x="0" y="186"/>
                    <a:pt x="1" y="234"/>
                  </a:cubicBezTo>
                  <a:cubicBezTo>
                    <a:pt x="2" y="219"/>
                    <a:pt x="19" y="127"/>
                    <a:pt x="20" y="101"/>
                  </a:cubicBezTo>
                  <a:cubicBezTo>
                    <a:pt x="22" y="76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7" name="Freeform 573">
              <a:extLst>
                <a:ext uri="{FF2B5EF4-FFF2-40B4-BE49-F238E27FC236}">
                  <a16:creationId xmlns:a16="http://schemas.microsoft.com/office/drawing/2014/main" id="{0F30E8DD-42DE-45E0-B0B2-8F1EB1554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4050"/>
              <a:ext cx="35" cy="26"/>
            </a:xfrm>
            <a:custGeom>
              <a:avLst/>
              <a:gdLst>
                <a:gd name="T0" fmla="*/ 0 w 26"/>
                <a:gd name="T1" fmla="*/ 49 h 19"/>
                <a:gd name="T2" fmla="*/ 63 w 2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9">
                  <a:moveTo>
                    <a:pt x="0" y="19"/>
                  </a:moveTo>
                  <a:cubicBezTo>
                    <a:pt x="14" y="15"/>
                    <a:pt x="24" y="7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8" name="Freeform 574">
              <a:extLst>
                <a:ext uri="{FF2B5EF4-FFF2-40B4-BE49-F238E27FC236}">
                  <a16:creationId xmlns:a16="http://schemas.microsoft.com/office/drawing/2014/main" id="{91FB1137-77C4-4FFD-BB55-E9E0DF7DB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488"/>
              <a:ext cx="42" cy="324"/>
            </a:xfrm>
            <a:custGeom>
              <a:avLst/>
              <a:gdLst>
                <a:gd name="T0" fmla="*/ 42 w 31"/>
                <a:gd name="T1" fmla="*/ 0 h 241"/>
                <a:gd name="T2" fmla="*/ 0 w 31"/>
                <a:gd name="T3" fmla="*/ 586 h 241"/>
                <a:gd name="T4" fmla="*/ 42 w 31"/>
                <a:gd name="T5" fmla="*/ 0 h 2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1">
                  <a:moveTo>
                    <a:pt x="17" y="0"/>
                  </a:moveTo>
                  <a:cubicBezTo>
                    <a:pt x="23" y="35"/>
                    <a:pt x="12" y="170"/>
                    <a:pt x="0" y="241"/>
                  </a:cubicBezTo>
                  <a:cubicBezTo>
                    <a:pt x="13" y="211"/>
                    <a:pt x="31" y="53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9" name="Freeform 575">
              <a:extLst>
                <a:ext uri="{FF2B5EF4-FFF2-40B4-BE49-F238E27FC236}">
                  <a16:creationId xmlns:a16="http://schemas.microsoft.com/office/drawing/2014/main" id="{CD7A9CB4-2577-4641-83BA-4DEA97E9A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168"/>
              <a:ext cx="46" cy="63"/>
            </a:xfrm>
            <a:custGeom>
              <a:avLst/>
              <a:gdLst>
                <a:gd name="T0" fmla="*/ 84 w 34"/>
                <a:gd name="T1" fmla="*/ 113 h 47"/>
                <a:gd name="T2" fmla="*/ 0 w 34"/>
                <a:gd name="T3" fmla="*/ 0 h 47"/>
                <a:gd name="T4" fmla="*/ 84 w 34"/>
                <a:gd name="T5" fmla="*/ 11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7">
                  <a:moveTo>
                    <a:pt x="34" y="47"/>
                  </a:moveTo>
                  <a:cubicBezTo>
                    <a:pt x="34" y="29"/>
                    <a:pt x="10" y="3"/>
                    <a:pt x="0" y="0"/>
                  </a:cubicBezTo>
                  <a:cubicBezTo>
                    <a:pt x="8" y="5"/>
                    <a:pt x="29" y="35"/>
                    <a:pt x="34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0" name="Freeform 576">
              <a:extLst>
                <a:ext uri="{FF2B5EF4-FFF2-40B4-BE49-F238E27FC236}">
                  <a16:creationId xmlns:a16="http://schemas.microsoft.com/office/drawing/2014/main" id="{80CC6F17-A387-4500-98D1-5F0A58510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912"/>
              <a:ext cx="15" cy="23"/>
            </a:xfrm>
            <a:custGeom>
              <a:avLst/>
              <a:gdLst>
                <a:gd name="T0" fmla="*/ 26 w 11"/>
                <a:gd name="T1" fmla="*/ 0 h 17"/>
                <a:gd name="T2" fmla="*/ 0 w 11"/>
                <a:gd name="T3" fmla="*/ 42 h 17"/>
                <a:gd name="T4" fmla="*/ 26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0" y="0"/>
                  </a:moveTo>
                  <a:cubicBezTo>
                    <a:pt x="11" y="7"/>
                    <a:pt x="4" y="14"/>
                    <a:pt x="0" y="17"/>
                  </a:cubicBezTo>
                  <a:cubicBezTo>
                    <a:pt x="8" y="15"/>
                    <a:pt x="11" y="8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1" name="Freeform 577">
              <a:extLst>
                <a:ext uri="{FF2B5EF4-FFF2-40B4-BE49-F238E27FC236}">
                  <a16:creationId xmlns:a16="http://schemas.microsoft.com/office/drawing/2014/main" id="{8B746168-49B9-49C6-B971-FEA91A7C9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057"/>
              <a:ext cx="20" cy="31"/>
            </a:xfrm>
            <a:custGeom>
              <a:avLst/>
              <a:gdLst>
                <a:gd name="T0" fmla="*/ 0 w 15"/>
                <a:gd name="T1" fmla="*/ 57 h 23"/>
                <a:gd name="T2" fmla="*/ 36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0" y="23"/>
                  </a:moveTo>
                  <a:cubicBezTo>
                    <a:pt x="7" y="18"/>
                    <a:pt x="14" y="4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2" name="Freeform 578">
              <a:extLst>
                <a:ext uri="{FF2B5EF4-FFF2-40B4-BE49-F238E27FC236}">
                  <a16:creationId xmlns:a16="http://schemas.microsoft.com/office/drawing/2014/main" id="{59545467-0BDE-48E9-AEF2-8C292135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384"/>
              <a:ext cx="156" cy="177"/>
            </a:xfrm>
            <a:custGeom>
              <a:avLst/>
              <a:gdLst>
                <a:gd name="T0" fmla="*/ 0 w 116"/>
                <a:gd name="T1" fmla="*/ 0 h 132"/>
                <a:gd name="T2" fmla="*/ 282 w 116"/>
                <a:gd name="T3" fmla="*/ 318 h 132"/>
                <a:gd name="T4" fmla="*/ 0 w 116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132">
                  <a:moveTo>
                    <a:pt x="0" y="0"/>
                  </a:moveTo>
                  <a:cubicBezTo>
                    <a:pt x="13" y="5"/>
                    <a:pt x="85" y="53"/>
                    <a:pt x="116" y="132"/>
                  </a:cubicBezTo>
                  <a:cubicBezTo>
                    <a:pt x="104" y="110"/>
                    <a:pt x="55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BF6A617A-D00A-4888-8257-DEDF1B4698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Head and neck arteries</a:t>
            </a:r>
          </a:p>
        </p:txBody>
      </p:sp>
      <p:grpSp>
        <p:nvGrpSpPr>
          <p:cNvPr id="13314" name="head-and-neck-arteries-diagram">
            <a:extLst>
              <a:ext uri="{FF2B5EF4-FFF2-40B4-BE49-F238E27FC236}">
                <a16:creationId xmlns:a16="http://schemas.microsoft.com/office/drawing/2014/main" id="{C9D3E71B-BB1B-4C72-B716-9D9EA896937B}"/>
              </a:ext>
            </a:extLst>
          </p:cNvPr>
          <p:cNvGrpSpPr>
            <a:grpSpLocks/>
          </p:cNvGrpSpPr>
          <p:nvPr/>
        </p:nvGrpSpPr>
        <p:grpSpPr bwMode="auto">
          <a:xfrm>
            <a:off x="4483100" y="1433513"/>
            <a:ext cx="3262313" cy="4659312"/>
            <a:chOff x="1864" y="813"/>
            <a:chExt cx="2055" cy="2935"/>
          </a:xfrm>
        </p:grpSpPr>
        <p:grpSp>
          <p:nvGrpSpPr>
            <p:cNvPr id="13315" name="Group 4">
              <a:extLst>
                <a:ext uri="{FF2B5EF4-FFF2-40B4-BE49-F238E27FC236}">
                  <a16:creationId xmlns:a16="http://schemas.microsoft.com/office/drawing/2014/main" id="{541AD3AD-2266-4742-BC5C-5203AADD31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64" y="813"/>
              <a:ext cx="2055" cy="2935"/>
              <a:chOff x="1864" y="813"/>
              <a:chExt cx="2055" cy="2935"/>
            </a:xfrm>
          </p:grpSpPr>
          <p:sp>
            <p:nvSpPr>
              <p:cNvPr id="13499" name="Freeform 5">
                <a:extLst>
                  <a:ext uri="{FF2B5EF4-FFF2-40B4-BE49-F238E27FC236}">
                    <a16:creationId xmlns:a16="http://schemas.microsoft.com/office/drawing/2014/main" id="{858AA219-7434-4E13-BCA8-20ADD0A9D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813"/>
                <a:ext cx="2055" cy="2932"/>
              </a:xfrm>
              <a:custGeom>
                <a:avLst/>
                <a:gdLst>
                  <a:gd name="T0" fmla="*/ 15237 w 675"/>
                  <a:gd name="T1" fmla="*/ 25149 h 963"/>
                  <a:gd name="T2" fmla="*/ 13746 w 675"/>
                  <a:gd name="T3" fmla="*/ 22293 h 963"/>
                  <a:gd name="T4" fmla="*/ 13319 w 675"/>
                  <a:gd name="T5" fmla="*/ 19531 h 963"/>
                  <a:gd name="T6" fmla="*/ 15913 w 675"/>
                  <a:gd name="T7" fmla="*/ 18402 h 963"/>
                  <a:gd name="T8" fmla="*/ 17268 w 675"/>
                  <a:gd name="T9" fmla="*/ 16426 h 963"/>
                  <a:gd name="T10" fmla="*/ 17582 w 675"/>
                  <a:gd name="T11" fmla="*/ 14703 h 963"/>
                  <a:gd name="T12" fmla="*/ 17499 w 675"/>
                  <a:gd name="T13" fmla="*/ 12812 h 963"/>
                  <a:gd name="T14" fmla="*/ 18592 w 675"/>
                  <a:gd name="T15" fmla="*/ 11180 h 963"/>
                  <a:gd name="T16" fmla="*/ 17295 w 675"/>
                  <a:gd name="T17" fmla="*/ 8890 h 963"/>
                  <a:gd name="T18" fmla="*/ 17268 w 675"/>
                  <a:gd name="T19" fmla="*/ 6044 h 963"/>
                  <a:gd name="T20" fmla="*/ 16562 w 675"/>
                  <a:gd name="T21" fmla="*/ 4266 h 963"/>
                  <a:gd name="T22" fmla="*/ 16480 w 675"/>
                  <a:gd name="T23" fmla="*/ 3699 h 963"/>
                  <a:gd name="T24" fmla="*/ 16285 w 675"/>
                  <a:gd name="T25" fmla="*/ 2789 h 963"/>
                  <a:gd name="T26" fmla="*/ 16081 w 675"/>
                  <a:gd name="T27" fmla="*/ 2430 h 963"/>
                  <a:gd name="T28" fmla="*/ 15292 w 675"/>
                  <a:gd name="T29" fmla="*/ 1751 h 963"/>
                  <a:gd name="T30" fmla="*/ 12921 w 675"/>
                  <a:gd name="T31" fmla="*/ 734 h 963"/>
                  <a:gd name="T32" fmla="*/ 10159 w 675"/>
                  <a:gd name="T33" fmla="*/ 222 h 963"/>
                  <a:gd name="T34" fmla="*/ 8722 w 675"/>
                  <a:gd name="T35" fmla="*/ 82 h 963"/>
                  <a:gd name="T36" fmla="*/ 6211 w 675"/>
                  <a:gd name="T37" fmla="*/ 566 h 963"/>
                  <a:gd name="T38" fmla="*/ 4262 w 675"/>
                  <a:gd name="T39" fmla="*/ 1723 h 963"/>
                  <a:gd name="T40" fmla="*/ 3781 w 675"/>
                  <a:gd name="T41" fmla="*/ 2512 h 963"/>
                  <a:gd name="T42" fmla="*/ 2235 w 675"/>
                  <a:gd name="T43" fmla="*/ 3867 h 963"/>
                  <a:gd name="T44" fmla="*/ 1577 w 675"/>
                  <a:gd name="T45" fmla="*/ 4914 h 963"/>
                  <a:gd name="T46" fmla="*/ 1519 w 675"/>
                  <a:gd name="T47" fmla="*/ 5952 h 963"/>
                  <a:gd name="T48" fmla="*/ 1102 w 675"/>
                  <a:gd name="T49" fmla="*/ 7843 h 963"/>
                  <a:gd name="T50" fmla="*/ 1215 w 675"/>
                  <a:gd name="T51" fmla="*/ 9204 h 963"/>
                  <a:gd name="T52" fmla="*/ 1577 w 675"/>
                  <a:gd name="T53" fmla="*/ 10699 h 963"/>
                  <a:gd name="T54" fmla="*/ 2652 w 675"/>
                  <a:gd name="T55" fmla="*/ 12337 h 963"/>
                  <a:gd name="T56" fmla="*/ 3726 w 675"/>
                  <a:gd name="T57" fmla="*/ 13098 h 963"/>
                  <a:gd name="T58" fmla="*/ 4207 w 675"/>
                  <a:gd name="T59" fmla="*/ 13774 h 963"/>
                  <a:gd name="T60" fmla="*/ 5504 w 675"/>
                  <a:gd name="T61" fmla="*/ 14730 h 963"/>
                  <a:gd name="T62" fmla="*/ 3699 w 675"/>
                  <a:gd name="T63" fmla="*/ 19531 h 963"/>
                  <a:gd name="T64" fmla="*/ 0 w 675"/>
                  <a:gd name="T65" fmla="*/ 27180 h 9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75" h="963">
                    <a:moveTo>
                      <a:pt x="568" y="960"/>
                    </a:moveTo>
                    <a:cubicBezTo>
                      <a:pt x="561" y="939"/>
                      <a:pt x="547" y="909"/>
                      <a:pt x="540" y="891"/>
                    </a:cubicBezTo>
                    <a:cubicBezTo>
                      <a:pt x="527" y="862"/>
                      <a:pt x="526" y="842"/>
                      <a:pt x="519" y="824"/>
                    </a:cubicBezTo>
                    <a:cubicBezTo>
                      <a:pt x="512" y="807"/>
                      <a:pt x="499" y="799"/>
                      <a:pt x="487" y="790"/>
                    </a:cubicBezTo>
                    <a:cubicBezTo>
                      <a:pt x="480" y="785"/>
                      <a:pt x="465" y="753"/>
                      <a:pt x="470" y="741"/>
                    </a:cubicBezTo>
                    <a:cubicBezTo>
                      <a:pt x="478" y="721"/>
                      <a:pt x="471" y="704"/>
                      <a:pt x="472" y="692"/>
                    </a:cubicBezTo>
                    <a:cubicBezTo>
                      <a:pt x="474" y="680"/>
                      <a:pt x="478" y="646"/>
                      <a:pt x="503" y="645"/>
                    </a:cubicBezTo>
                    <a:cubicBezTo>
                      <a:pt x="521" y="644"/>
                      <a:pt x="534" y="649"/>
                      <a:pt x="564" y="652"/>
                    </a:cubicBezTo>
                    <a:cubicBezTo>
                      <a:pt x="593" y="655"/>
                      <a:pt x="614" y="642"/>
                      <a:pt x="617" y="620"/>
                    </a:cubicBezTo>
                    <a:cubicBezTo>
                      <a:pt x="620" y="599"/>
                      <a:pt x="613" y="595"/>
                      <a:pt x="612" y="582"/>
                    </a:cubicBezTo>
                    <a:cubicBezTo>
                      <a:pt x="611" y="570"/>
                      <a:pt x="627" y="549"/>
                      <a:pt x="628" y="545"/>
                    </a:cubicBezTo>
                    <a:cubicBezTo>
                      <a:pt x="629" y="541"/>
                      <a:pt x="628" y="533"/>
                      <a:pt x="623" y="521"/>
                    </a:cubicBezTo>
                    <a:cubicBezTo>
                      <a:pt x="628" y="519"/>
                      <a:pt x="633" y="508"/>
                      <a:pt x="630" y="503"/>
                    </a:cubicBezTo>
                    <a:cubicBezTo>
                      <a:pt x="627" y="498"/>
                      <a:pt x="619" y="463"/>
                      <a:pt x="620" y="454"/>
                    </a:cubicBezTo>
                    <a:cubicBezTo>
                      <a:pt x="621" y="445"/>
                      <a:pt x="629" y="444"/>
                      <a:pt x="649" y="438"/>
                    </a:cubicBezTo>
                    <a:cubicBezTo>
                      <a:pt x="675" y="430"/>
                      <a:pt x="667" y="405"/>
                      <a:pt x="659" y="396"/>
                    </a:cubicBezTo>
                    <a:cubicBezTo>
                      <a:pt x="651" y="387"/>
                      <a:pt x="650" y="381"/>
                      <a:pt x="638" y="364"/>
                    </a:cubicBezTo>
                    <a:cubicBezTo>
                      <a:pt x="625" y="347"/>
                      <a:pt x="619" y="328"/>
                      <a:pt x="613" y="315"/>
                    </a:cubicBezTo>
                    <a:cubicBezTo>
                      <a:pt x="607" y="302"/>
                      <a:pt x="608" y="292"/>
                      <a:pt x="612" y="275"/>
                    </a:cubicBezTo>
                    <a:cubicBezTo>
                      <a:pt x="616" y="258"/>
                      <a:pt x="617" y="233"/>
                      <a:pt x="612" y="214"/>
                    </a:cubicBezTo>
                    <a:cubicBezTo>
                      <a:pt x="609" y="203"/>
                      <a:pt x="598" y="169"/>
                      <a:pt x="587" y="151"/>
                    </a:cubicBezTo>
                    <a:cubicBezTo>
                      <a:pt x="587" y="151"/>
                      <a:pt x="587" y="151"/>
                      <a:pt x="587" y="151"/>
                    </a:cubicBezTo>
                    <a:cubicBezTo>
                      <a:pt x="584" y="148"/>
                      <a:pt x="586" y="133"/>
                      <a:pt x="584" y="131"/>
                    </a:cubicBezTo>
                    <a:cubicBezTo>
                      <a:pt x="584" y="131"/>
                      <a:pt x="584" y="131"/>
                      <a:pt x="584" y="131"/>
                    </a:cubicBezTo>
                    <a:cubicBezTo>
                      <a:pt x="589" y="133"/>
                      <a:pt x="588" y="116"/>
                      <a:pt x="585" y="112"/>
                    </a:cubicBezTo>
                    <a:cubicBezTo>
                      <a:pt x="582" y="109"/>
                      <a:pt x="578" y="104"/>
                      <a:pt x="577" y="99"/>
                    </a:cubicBezTo>
                    <a:cubicBezTo>
                      <a:pt x="576" y="96"/>
                      <a:pt x="577" y="92"/>
                      <a:pt x="576" y="90"/>
                    </a:cubicBezTo>
                    <a:cubicBezTo>
                      <a:pt x="574" y="85"/>
                      <a:pt x="575" y="88"/>
                      <a:pt x="570" y="86"/>
                    </a:cubicBezTo>
                    <a:cubicBezTo>
                      <a:pt x="563" y="83"/>
                      <a:pt x="557" y="81"/>
                      <a:pt x="551" y="76"/>
                    </a:cubicBezTo>
                    <a:cubicBezTo>
                      <a:pt x="547" y="72"/>
                      <a:pt x="546" y="66"/>
                      <a:pt x="542" y="62"/>
                    </a:cubicBezTo>
                    <a:cubicBezTo>
                      <a:pt x="536" y="55"/>
                      <a:pt x="516" y="56"/>
                      <a:pt x="506" y="53"/>
                    </a:cubicBezTo>
                    <a:cubicBezTo>
                      <a:pt x="487" y="47"/>
                      <a:pt x="474" y="38"/>
                      <a:pt x="458" y="26"/>
                    </a:cubicBezTo>
                    <a:cubicBezTo>
                      <a:pt x="445" y="15"/>
                      <a:pt x="426" y="11"/>
                      <a:pt x="409" y="12"/>
                    </a:cubicBezTo>
                    <a:cubicBezTo>
                      <a:pt x="391" y="14"/>
                      <a:pt x="377" y="15"/>
                      <a:pt x="360" y="8"/>
                    </a:cubicBezTo>
                    <a:cubicBezTo>
                      <a:pt x="350" y="4"/>
                      <a:pt x="336" y="2"/>
                      <a:pt x="326" y="3"/>
                    </a:cubicBezTo>
                    <a:cubicBezTo>
                      <a:pt x="314" y="4"/>
                      <a:pt x="306" y="4"/>
                      <a:pt x="309" y="3"/>
                    </a:cubicBezTo>
                    <a:cubicBezTo>
                      <a:pt x="321" y="0"/>
                      <a:pt x="284" y="8"/>
                      <a:pt x="271" y="10"/>
                    </a:cubicBezTo>
                    <a:cubicBezTo>
                      <a:pt x="253" y="12"/>
                      <a:pt x="237" y="12"/>
                      <a:pt x="220" y="20"/>
                    </a:cubicBezTo>
                    <a:cubicBezTo>
                      <a:pt x="205" y="26"/>
                      <a:pt x="196" y="36"/>
                      <a:pt x="183" y="44"/>
                    </a:cubicBezTo>
                    <a:cubicBezTo>
                      <a:pt x="173" y="51"/>
                      <a:pt x="159" y="51"/>
                      <a:pt x="151" y="61"/>
                    </a:cubicBezTo>
                    <a:cubicBezTo>
                      <a:pt x="149" y="64"/>
                      <a:pt x="149" y="68"/>
                      <a:pt x="147" y="72"/>
                    </a:cubicBezTo>
                    <a:cubicBezTo>
                      <a:pt x="144" y="79"/>
                      <a:pt x="139" y="84"/>
                      <a:pt x="134" y="89"/>
                    </a:cubicBezTo>
                    <a:cubicBezTo>
                      <a:pt x="123" y="99"/>
                      <a:pt x="105" y="105"/>
                      <a:pt x="97" y="116"/>
                    </a:cubicBezTo>
                    <a:cubicBezTo>
                      <a:pt x="106" y="124"/>
                      <a:pt x="84" y="130"/>
                      <a:pt x="79" y="137"/>
                    </a:cubicBezTo>
                    <a:cubicBezTo>
                      <a:pt x="75" y="143"/>
                      <a:pt x="72" y="150"/>
                      <a:pt x="68" y="156"/>
                    </a:cubicBezTo>
                    <a:cubicBezTo>
                      <a:pt x="65" y="161"/>
                      <a:pt x="56" y="169"/>
                      <a:pt x="56" y="174"/>
                    </a:cubicBezTo>
                    <a:cubicBezTo>
                      <a:pt x="56" y="178"/>
                      <a:pt x="59" y="182"/>
                      <a:pt x="59" y="186"/>
                    </a:cubicBezTo>
                    <a:cubicBezTo>
                      <a:pt x="60" y="193"/>
                      <a:pt x="55" y="204"/>
                      <a:pt x="54" y="211"/>
                    </a:cubicBezTo>
                    <a:cubicBezTo>
                      <a:pt x="51" y="225"/>
                      <a:pt x="44" y="237"/>
                      <a:pt x="41" y="251"/>
                    </a:cubicBezTo>
                    <a:cubicBezTo>
                      <a:pt x="39" y="259"/>
                      <a:pt x="37" y="270"/>
                      <a:pt x="39" y="278"/>
                    </a:cubicBezTo>
                    <a:cubicBezTo>
                      <a:pt x="41" y="286"/>
                      <a:pt x="40" y="287"/>
                      <a:pt x="39" y="297"/>
                    </a:cubicBezTo>
                    <a:cubicBezTo>
                      <a:pt x="37" y="306"/>
                      <a:pt x="45" y="317"/>
                      <a:pt x="43" y="326"/>
                    </a:cubicBezTo>
                    <a:cubicBezTo>
                      <a:pt x="42" y="335"/>
                      <a:pt x="43" y="344"/>
                      <a:pt x="41" y="353"/>
                    </a:cubicBezTo>
                    <a:cubicBezTo>
                      <a:pt x="38" y="364"/>
                      <a:pt x="50" y="369"/>
                      <a:pt x="56" y="379"/>
                    </a:cubicBezTo>
                    <a:cubicBezTo>
                      <a:pt x="62" y="389"/>
                      <a:pt x="58" y="389"/>
                      <a:pt x="64" y="399"/>
                    </a:cubicBezTo>
                    <a:cubicBezTo>
                      <a:pt x="69" y="409"/>
                      <a:pt x="81" y="428"/>
                      <a:pt x="94" y="437"/>
                    </a:cubicBezTo>
                    <a:cubicBezTo>
                      <a:pt x="103" y="444"/>
                      <a:pt x="113" y="441"/>
                      <a:pt x="117" y="451"/>
                    </a:cubicBezTo>
                    <a:cubicBezTo>
                      <a:pt x="119" y="456"/>
                      <a:pt x="129" y="459"/>
                      <a:pt x="132" y="464"/>
                    </a:cubicBezTo>
                    <a:cubicBezTo>
                      <a:pt x="136" y="469"/>
                      <a:pt x="139" y="470"/>
                      <a:pt x="142" y="476"/>
                    </a:cubicBezTo>
                    <a:cubicBezTo>
                      <a:pt x="144" y="480"/>
                      <a:pt x="147" y="484"/>
                      <a:pt x="149" y="488"/>
                    </a:cubicBezTo>
                    <a:cubicBezTo>
                      <a:pt x="152" y="492"/>
                      <a:pt x="163" y="504"/>
                      <a:pt x="167" y="505"/>
                    </a:cubicBezTo>
                    <a:cubicBezTo>
                      <a:pt x="172" y="506"/>
                      <a:pt x="191" y="519"/>
                      <a:pt x="195" y="522"/>
                    </a:cubicBezTo>
                    <a:cubicBezTo>
                      <a:pt x="208" y="529"/>
                      <a:pt x="205" y="571"/>
                      <a:pt x="200" y="588"/>
                    </a:cubicBezTo>
                    <a:cubicBezTo>
                      <a:pt x="196" y="605"/>
                      <a:pt x="161" y="664"/>
                      <a:pt x="131" y="692"/>
                    </a:cubicBezTo>
                    <a:cubicBezTo>
                      <a:pt x="109" y="712"/>
                      <a:pt x="94" y="733"/>
                      <a:pt x="81" y="751"/>
                    </a:cubicBezTo>
                    <a:cubicBezTo>
                      <a:pt x="32" y="813"/>
                      <a:pt x="8" y="879"/>
                      <a:pt x="0" y="963"/>
                    </a:cubicBezTo>
                    <a:cubicBezTo>
                      <a:pt x="567" y="963"/>
                      <a:pt x="567" y="963"/>
                      <a:pt x="567" y="96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0" name="Freeform 6">
                <a:extLst>
                  <a:ext uri="{FF2B5EF4-FFF2-40B4-BE49-F238E27FC236}">
                    <a16:creationId xmlns:a16="http://schemas.microsoft.com/office/drawing/2014/main" id="{C9A0A8CD-548A-4B49-8A1B-B55E86EDC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232"/>
                <a:ext cx="43" cy="24"/>
              </a:xfrm>
              <a:custGeom>
                <a:avLst/>
                <a:gdLst>
                  <a:gd name="T0" fmla="*/ 0 w 14"/>
                  <a:gd name="T1" fmla="*/ 216 h 8"/>
                  <a:gd name="T2" fmla="*/ 405 w 1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0" y="8"/>
                    </a:moveTo>
                    <a:cubicBezTo>
                      <a:pt x="4" y="5"/>
                      <a:pt x="9" y="3"/>
                      <a:pt x="14" y="0"/>
                    </a:cubicBezTo>
                  </a:path>
                </a:pathLst>
              </a:custGeom>
              <a:noFill/>
              <a:ln w="39688" cap="flat">
                <a:solidFill>
                  <a:srgbClr val="E2001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1" name="Freeform 7">
                <a:extLst>
                  <a:ext uri="{FF2B5EF4-FFF2-40B4-BE49-F238E27FC236}">
                    <a16:creationId xmlns:a16="http://schemas.microsoft.com/office/drawing/2014/main" id="{70E1D520-ACD3-401E-AC38-80FE232A5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174"/>
                <a:ext cx="43" cy="82"/>
              </a:xfrm>
              <a:custGeom>
                <a:avLst/>
                <a:gdLst>
                  <a:gd name="T0" fmla="*/ 86 w 14"/>
                  <a:gd name="T1" fmla="*/ 756 h 27"/>
                  <a:gd name="T2" fmla="*/ 292 w 14"/>
                  <a:gd name="T3" fmla="*/ 425 h 27"/>
                  <a:gd name="T4" fmla="*/ 378 w 14"/>
                  <a:gd name="T5" fmla="*/ 249 h 27"/>
                  <a:gd name="T6" fmla="*/ 292 w 14"/>
                  <a:gd name="T7" fmla="*/ 27 h 27"/>
                  <a:gd name="T8" fmla="*/ 55 w 14"/>
                  <a:gd name="T9" fmla="*/ 109 h 27"/>
                  <a:gd name="T10" fmla="*/ 0 w 14"/>
                  <a:gd name="T11" fmla="*/ 222 h 27"/>
                  <a:gd name="T12" fmla="*/ 86 w 14"/>
                  <a:gd name="T13" fmla="*/ 75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7">
                    <a:moveTo>
                      <a:pt x="3" y="27"/>
                    </a:moveTo>
                    <a:cubicBezTo>
                      <a:pt x="6" y="22"/>
                      <a:pt x="8" y="18"/>
                      <a:pt x="10" y="1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6"/>
                      <a:pt x="13" y="3"/>
                      <a:pt x="10" y="1"/>
                    </a:cubicBezTo>
                    <a:cubicBezTo>
                      <a:pt x="7" y="0"/>
                      <a:pt x="3" y="1"/>
                      <a:pt x="2" y="4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4"/>
                      <a:pt x="2" y="21"/>
                      <a:pt x="3" y="2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2" name="Freeform 8">
                <a:extLst>
                  <a:ext uri="{FF2B5EF4-FFF2-40B4-BE49-F238E27FC236}">
                    <a16:creationId xmlns:a16="http://schemas.microsoft.com/office/drawing/2014/main" id="{8E284B46-D2B8-4502-818B-D5F87FFB0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098"/>
                <a:ext cx="27" cy="27"/>
              </a:xfrm>
              <a:custGeom>
                <a:avLst/>
                <a:gdLst>
                  <a:gd name="T0" fmla="*/ 0 w 9"/>
                  <a:gd name="T1" fmla="*/ 243 h 9"/>
                  <a:gd name="T2" fmla="*/ 243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3" y="6"/>
                      <a:pt x="6" y="2"/>
                      <a:pt x="9" y="0"/>
                    </a:cubicBezTo>
                  </a:path>
                </a:pathLst>
              </a:custGeom>
              <a:noFill/>
              <a:ln w="3968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3" name="Freeform 9">
                <a:extLst>
                  <a:ext uri="{FF2B5EF4-FFF2-40B4-BE49-F238E27FC236}">
                    <a16:creationId xmlns:a16="http://schemas.microsoft.com/office/drawing/2014/main" id="{4B29A31F-8A12-497B-963A-BF2C484E3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031"/>
                <a:ext cx="57" cy="70"/>
              </a:xfrm>
              <a:custGeom>
                <a:avLst/>
                <a:gdLst>
                  <a:gd name="T0" fmla="*/ 0 w 19"/>
                  <a:gd name="T1" fmla="*/ 648 h 23"/>
                  <a:gd name="T2" fmla="*/ 513 w 1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3">
                    <a:moveTo>
                      <a:pt x="0" y="23"/>
                    </a:moveTo>
                    <a:cubicBezTo>
                      <a:pt x="8" y="17"/>
                      <a:pt x="19" y="0"/>
                      <a:pt x="19" y="0"/>
                    </a:cubicBezTo>
                  </a:path>
                </a:pathLst>
              </a:custGeom>
              <a:noFill/>
              <a:ln w="39688" cap="flat">
                <a:solidFill>
                  <a:srgbClr val="E2001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4" name="Freeform 10">
                <a:extLst>
                  <a:ext uri="{FF2B5EF4-FFF2-40B4-BE49-F238E27FC236}">
                    <a16:creationId xmlns:a16="http://schemas.microsoft.com/office/drawing/2014/main" id="{074E5609-F941-4A18-AAA0-82F0604D9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2478"/>
                <a:ext cx="18" cy="1"/>
              </a:xfrm>
              <a:custGeom>
                <a:avLst/>
                <a:gdLst>
                  <a:gd name="T0" fmla="*/ 0 w 6"/>
                  <a:gd name="T1" fmla="*/ 0 h 1"/>
                  <a:gd name="T2" fmla="*/ 162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5" y="0"/>
                      <a:pt x="6" y="0"/>
                    </a:cubicBezTo>
                  </a:path>
                </a:pathLst>
              </a:custGeom>
              <a:noFill/>
              <a:ln w="587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5" name="Freeform 11">
                <a:extLst>
                  <a:ext uri="{FF2B5EF4-FFF2-40B4-BE49-F238E27FC236}">
                    <a16:creationId xmlns:a16="http://schemas.microsoft.com/office/drawing/2014/main" id="{902F9425-AFC5-4FFC-9C0F-D61EE5C52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3243"/>
                <a:ext cx="347" cy="505"/>
              </a:xfrm>
              <a:custGeom>
                <a:avLst/>
                <a:gdLst>
                  <a:gd name="T0" fmla="*/ 2112 w 114"/>
                  <a:gd name="T1" fmla="*/ 4673 h 166"/>
                  <a:gd name="T2" fmla="*/ 140 w 114"/>
                  <a:gd name="T3" fmla="*/ 1600 h 166"/>
                  <a:gd name="T4" fmla="*/ 0 w 114"/>
                  <a:gd name="T5" fmla="*/ 399 h 166"/>
                  <a:gd name="T6" fmla="*/ 454 w 114"/>
                  <a:gd name="T7" fmla="*/ 140 h 166"/>
                  <a:gd name="T8" fmla="*/ 1047 w 114"/>
                  <a:gd name="T9" fmla="*/ 140 h 166"/>
                  <a:gd name="T10" fmla="*/ 1519 w 114"/>
                  <a:gd name="T11" fmla="*/ 453 h 166"/>
                  <a:gd name="T12" fmla="*/ 1972 w 114"/>
                  <a:gd name="T13" fmla="*/ 1658 h 166"/>
                  <a:gd name="T14" fmla="*/ 3214 w 114"/>
                  <a:gd name="T15" fmla="*/ 4591 h 1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4" h="166">
                    <a:moveTo>
                      <a:pt x="75" y="166"/>
                    </a:moveTo>
                    <a:cubicBezTo>
                      <a:pt x="63" y="137"/>
                      <a:pt x="6" y="67"/>
                      <a:pt x="5" y="57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7" y="10"/>
                      <a:pt x="16" y="5"/>
                    </a:cubicBezTo>
                    <a:cubicBezTo>
                      <a:pt x="20" y="2"/>
                      <a:pt x="23" y="0"/>
                      <a:pt x="37" y="5"/>
                    </a:cubicBezTo>
                    <a:cubicBezTo>
                      <a:pt x="46" y="6"/>
                      <a:pt x="50" y="15"/>
                      <a:pt x="54" y="16"/>
                    </a:cubicBezTo>
                    <a:cubicBezTo>
                      <a:pt x="64" y="19"/>
                      <a:pt x="67" y="46"/>
                      <a:pt x="70" y="59"/>
                    </a:cubicBezTo>
                    <a:cubicBezTo>
                      <a:pt x="81" y="83"/>
                      <a:pt x="95" y="134"/>
                      <a:pt x="114" y="16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6" name="Freeform 12">
                <a:extLst>
                  <a:ext uri="{FF2B5EF4-FFF2-40B4-BE49-F238E27FC236}">
                    <a16:creationId xmlns:a16="http://schemas.microsoft.com/office/drawing/2014/main" id="{C1729583-8A32-4D65-A838-4A479911B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3243"/>
                <a:ext cx="347" cy="505"/>
              </a:xfrm>
              <a:custGeom>
                <a:avLst/>
                <a:gdLst>
                  <a:gd name="T0" fmla="*/ 2112 w 114"/>
                  <a:gd name="T1" fmla="*/ 4673 h 166"/>
                  <a:gd name="T2" fmla="*/ 140 w 114"/>
                  <a:gd name="T3" fmla="*/ 1600 h 166"/>
                  <a:gd name="T4" fmla="*/ 0 w 114"/>
                  <a:gd name="T5" fmla="*/ 399 h 166"/>
                  <a:gd name="T6" fmla="*/ 454 w 114"/>
                  <a:gd name="T7" fmla="*/ 140 h 166"/>
                  <a:gd name="T8" fmla="*/ 1047 w 114"/>
                  <a:gd name="T9" fmla="*/ 140 h 166"/>
                  <a:gd name="T10" fmla="*/ 1519 w 114"/>
                  <a:gd name="T11" fmla="*/ 453 h 166"/>
                  <a:gd name="T12" fmla="*/ 1972 w 114"/>
                  <a:gd name="T13" fmla="*/ 1658 h 166"/>
                  <a:gd name="T14" fmla="*/ 3214 w 114"/>
                  <a:gd name="T15" fmla="*/ 4591 h 1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4" h="166">
                    <a:moveTo>
                      <a:pt x="75" y="166"/>
                    </a:moveTo>
                    <a:cubicBezTo>
                      <a:pt x="63" y="137"/>
                      <a:pt x="6" y="67"/>
                      <a:pt x="5" y="57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7" y="10"/>
                      <a:pt x="16" y="5"/>
                    </a:cubicBezTo>
                    <a:cubicBezTo>
                      <a:pt x="20" y="2"/>
                      <a:pt x="23" y="0"/>
                      <a:pt x="37" y="5"/>
                    </a:cubicBezTo>
                    <a:cubicBezTo>
                      <a:pt x="46" y="6"/>
                      <a:pt x="50" y="15"/>
                      <a:pt x="54" y="16"/>
                    </a:cubicBezTo>
                    <a:cubicBezTo>
                      <a:pt x="64" y="19"/>
                      <a:pt x="67" y="46"/>
                      <a:pt x="70" y="59"/>
                    </a:cubicBezTo>
                    <a:cubicBezTo>
                      <a:pt x="81" y="83"/>
                      <a:pt x="95" y="134"/>
                      <a:pt x="114" y="163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7" name="Freeform 13">
                <a:extLst>
                  <a:ext uri="{FF2B5EF4-FFF2-40B4-BE49-F238E27FC236}">
                    <a16:creationId xmlns:a16="http://schemas.microsoft.com/office/drawing/2014/main" id="{69F4D805-24C2-4531-BC7E-2A050E676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813"/>
                <a:ext cx="612" cy="341"/>
              </a:xfrm>
              <a:custGeom>
                <a:avLst/>
                <a:gdLst>
                  <a:gd name="T0" fmla="*/ 2819 w 201"/>
                  <a:gd name="T1" fmla="*/ 2031 h 112"/>
                  <a:gd name="T2" fmla="*/ 3441 w 201"/>
                  <a:gd name="T3" fmla="*/ 1751 h 112"/>
                  <a:gd name="T4" fmla="*/ 3645 w 201"/>
                  <a:gd name="T5" fmla="*/ 2512 h 112"/>
                  <a:gd name="T6" fmla="*/ 4153 w 201"/>
                  <a:gd name="T7" fmla="*/ 2652 h 112"/>
                  <a:gd name="T8" fmla="*/ 5219 w 201"/>
                  <a:gd name="T9" fmla="*/ 3106 h 112"/>
                  <a:gd name="T10" fmla="*/ 5423 w 201"/>
                  <a:gd name="T11" fmla="*/ 2512 h 112"/>
                  <a:gd name="T12" fmla="*/ 5423 w 201"/>
                  <a:gd name="T13" fmla="*/ 1836 h 112"/>
                  <a:gd name="T14" fmla="*/ 4089 w 201"/>
                  <a:gd name="T15" fmla="*/ 1297 h 112"/>
                  <a:gd name="T16" fmla="*/ 3754 w 201"/>
                  <a:gd name="T17" fmla="*/ 789 h 112"/>
                  <a:gd name="T18" fmla="*/ 2679 w 201"/>
                  <a:gd name="T19" fmla="*/ 399 h 112"/>
                  <a:gd name="T20" fmla="*/ 2625 w 201"/>
                  <a:gd name="T21" fmla="*/ 1047 h 112"/>
                  <a:gd name="T22" fmla="*/ 2317 w 201"/>
                  <a:gd name="T23" fmla="*/ 1519 h 112"/>
                  <a:gd name="T24" fmla="*/ 1696 w 201"/>
                  <a:gd name="T25" fmla="*/ 1891 h 112"/>
                  <a:gd name="T26" fmla="*/ 1075 w 201"/>
                  <a:gd name="T27" fmla="*/ 2113 h 112"/>
                  <a:gd name="T28" fmla="*/ 426 w 201"/>
                  <a:gd name="T29" fmla="*/ 2168 h 112"/>
                  <a:gd name="T30" fmla="*/ 140 w 201"/>
                  <a:gd name="T31" fmla="*/ 2567 h 112"/>
                  <a:gd name="T32" fmla="*/ 277 w 201"/>
                  <a:gd name="T33" fmla="*/ 3078 h 112"/>
                  <a:gd name="T34" fmla="*/ 1215 w 201"/>
                  <a:gd name="T35" fmla="*/ 2734 h 112"/>
                  <a:gd name="T36" fmla="*/ 1809 w 201"/>
                  <a:gd name="T37" fmla="*/ 2652 h 112"/>
                  <a:gd name="T38" fmla="*/ 2372 w 201"/>
                  <a:gd name="T39" fmla="*/ 2512 h 1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1" h="112">
                    <a:moveTo>
                      <a:pt x="100" y="72"/>
                    </a:moveTo>
                    <a:cubicBezTo>
                      <a:pt x="102" y="68"/>
                      <a:pt x="107" y="57"/>
                      <a:pt x="122" y="62"/>
                    </a:cubicBezTo>
                    <a:cubicBezTo>
                      <a:pt x="136" y="68"/>
                      <a:pt x="127" y="84"/>
                      <a:pt x="129" y="89"/>
                    </a:cubicBezTo>
                    <a:cubicBezTo>
                      <a:pt x="130" y="94"/>
                      <a:pt x="139" y="94"/>
                      <a:pt x="147" y="94"/>
                    </a:cubicBezTo>
                    <a:cubicBezTo>
                      <a:pt x="154" y="94"/>
                      <a:pt x="178" y="112"/>
                      <a:pt x="185" y="110"/>
                    </a:cubicBezTo>
                    <a:cubicBezTo>
                      <a:pt x="193" y="107"/>
                      <a:pt x="192" y="99"/>
                      <a:pt x="192" y="89"/>
                    </a:cubicBezTo>
                    <a:cubicBezTo>
                      <a:pt x="192" y="78"/>
                      <a:pt x="201" y="78"/>
                      <a:pt x="192" y="65"/>
                    </a:cubicBezTo>
                    <a:cubicBezTo>
                      <a:pt x="182" y="52"/>
                      <a:pt x="163" y="49"/>
                      <a:pt x="145" y="46"/>
                    </a:cubicBezTo>
                    <a:cubicBezTo>
                      <a:pt x="138" y="44"/>
                      <a:pt x="138" y="44"/>
                      <a:pt x="133" y="28"/>
                    </a:cubicBezTo>
                    <a:cubicBezTo>
                      <a:pt x="128" y="13"/>
                      <a:pt x="102" y="0"/>
                      <a:pt x="95" y="14"/>
                    </a:cubicBezTo>
                    <a:cubicBezTo>
                      <a:pt x="89" y="29"/>
                      <a:pt x="95" y="31"/>
                      <a:pt x="93" y="37"/>
                    </a:cubicBezTo>
                    <a:cubicBezTo>
                      <a:pt x="91" y="44"/>
                      <a:pt x="82" y="54"/>
                      <a:pt x="82" y="54"/>
                    </a:cubicBezTo>
                    <a:cubicBezTo>
                      <a:pt x="78" y="58"/>
                      <a:pt x="67" y="63"/>
                      <a:pt x="60" y="67"/>
                    </a:cubicBezTo>
                    <a:cubicBezTo>
                      <a:pt x="50" y="72"/>
                      <a:pt x="50" y="73"/>
                      <a:pt x="38" y="75"/>
                    </a:cubicBezTo>
                    <a:cubicBezTo>
                      <a:pt x="24" y="77"/>
                      <a:pt x="22" y="77"/>
                      <a:pt x="15" y="77"/>
                    </a:cubicBezTo>
                    <a:cubicBezTo>
                      <a:pt x="8" y="78"/>
                      <a:pt x="5" y="82"/>
                      <a:pt x="5" y="91"/>
                    </a:cubicBezTo>
                    <a:cubicBezTo>
                      <a:pt x="5" y="100"/>
                      <a:pt x="0" y="109"/>
                      <a:pt x="10" y="109"/>
                    </a:cubicBezTo>
                    <a:cubicBezTo>
                      <a:pt x="21" y="108"/>
                      <a:pt x="30" y="100"/>
                      <a:pt x="43" y="97"/>
                    </a:cubicBezTo>
                    <a:cubicBezTo>
                      <a:pt x="50" y="95"/>
                      <a:pt x="56" y="95"/>
                      <a:pt x="64" y="94"/>
                    </a:cubicBezTo>
                    <a:cubicBezTo>
                      <a:pt x="74" y="91"/>
                      <a:pt x="84" y="89"/>
                      <a:pt x="84" y="8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8" name="Freeform 14">
                <a:extLst>
                  <a:ext uri="{FF2B5EF4-FFF2-40B4-BE49-F238E27FC236}">
                    <a16:creationId xmlns:a16="http://schemas.microsoft.com/office/drawing/2014/main" id="{FD4B8957-CB31-4F2A-828B-1081D93F7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3033"/>
                <a:ext cx="168" cy="103"/>
              </a:xfrm>
              <a:custGeom>
                <a:avLst/>
                <a:gdLst>
                  <a:gd name="T0" fmla="*/ 1457 w 55"/>
                  <a:gd name="T1" fmla="*/ 0 h 34"/>
                  <a:gd name="T2" fmla="*/ 1457 w 55"/>
                  <a:gd name="T3" fmla="*/ 303 h 34"/>
                  <a:gd name="T4" fmla="*/ 1512 w 55"/>
                  <a:gd name="T5" fmla="*/ 506 h 34"/>
                  <a:gd name="T6" fmla="*/ 1194 w 55"/>
                  <a:gd name="T7" fmla="*/ 560 h 34"/>
                  <a:gd name="T8" fmla="*/ 913 w 55"/>
                  <a:gd name="T9" fmla="*/ 642 h 34"/>
                  <a:gd name="T10" fmla="*/ 596 w 55"/>
                  <a:gd name="T11" fmla="*/ 751 h 34"/>
                  <a:gd name="T12" fmla="*/ 250 w 55"/>
                  <a:gd name="T13" fmla="*/ 918 h 34"/>
                  <a:gd name="T14" fmla="*/ 82 w 55"/>
                  <a:gd name="T15" fmla="*/ 918 h 34"/>
                  <a:gd name="T16" fmla="*/ 55 w 55"/>
                  <a:gd name="T17" fmla="*/ 782 h 34"/>
                  <a:gd name="T18" fmla="*/ 141 w 55"/>
                  <a:gd name="T19" fmla="*/ 479 h 34"/>
                  <a:gd name="T20" fmla="*/ 223 w 55"/>
                  <a:gd name="T21" fmla="*/ 751 h 34"/>
                  <a:gd name="T22" fmla="*/ 541 w 55"/>
                  <a:gd name="T23" fmla="*/ 560 h 34"/>
                  <a:gd name="T24" fmla="*/ 709 w 55"/>
                  <a:gd name="T25" fmla="*/ 479 h 34"/>
                  <a:gd name="T26" fmla="*/ 971 w 55"/>
                  <a:gd name="T27" fmla="*/ 479 h 34"/>
                  <a:gd name="T28" fmla="*/ 1222 w 55"/>
                  <a:gd name="T29" fmla="*/ 303 h 34"/>
                  <a:gd name="T30" fmla="*/ 1317 w 55"/>
                  <a:gd name="T31" fmla="*/ 109 h 3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5" h="34">
                    <a:moveTo>
                      <a:pt x="51" y="0"/>
                    </a:moveTo>
                    <a:cubicBezTo>
                      <a:pt x="50" y="3"/>
                      <a:pt x="50" y="8"/>
                      <a:pt x="51" y="11"/>
                    </a:cubicBezTo>
                    <a:cubicBezTo>
                      <a:pt x="53" y="14"/>
                      <a:pt x="55" y="16"/>
                      <a:pt x="53" y="18"/>
                    </a:cubicBezTo>
                    <a:cubicBezTo>
                      <a:pt x="50" y="20"/>
                      <a:pt x="45" y="20"/>
                      <a:pt x="42" y="20"/>
                    </a:cubicBezTo>
                    <a:cubicBezTo>
                      <a:pt x="39" y="21"/>
                      <a:pt x="35" y="22"/>
                      <a:pt x="32" y="23"/>
                    </a:cubicBezTo>
                    <a:cubicBezTo>
                      <a:pt x="28" y="24"/>
                      <a:pt x="24" y="25"/>
                      <a:pt x="21" y="27"/>
                    </a:cubicBezTo>
                    <a:cubicBezTo>
                      <a:pt x="17" y="29"/>
                      <a:pt x="13" y="32"/>
                      <a:pt x="9" y="33"/>
                    </a:cubicBezTo>
                    <a:cubicBezTo>
                      <a:pt x="7" y="34"/>
                      <a:pt x="5" y="34"/>
                      <a:pt x="3" y="33"/>
                    </a:cubicBezTo>
                    <a:cubicBezTo>
                      <a:pt x="0" y="32"/>
                      <a:pt x="1" y="31"/>
                      <a:pt x="2" y="28"/>
                    </a:cubicBezTo>
                    <a:cubicBezTo>
                      <a:pt x="3" y="26"/>
                      <a:pt x="2" y="16"/>
                      <a:pt x="5" y="17"/>
                    </a:cubicBezTo>
                    <a:cubicBezTo>
                      <a:pt x="6" y="20"/>
                      <a:pt x="3" y="26"/>
                      <a:pt x="8" y="27"/>
                    </a:cubicBezTo>
                    <a:cubicBezTo>
                      <a:pt x="11" y="27"/>
                      <a:pt x="17" y="22"/>
                      <a:pt x="19" y="20"/>
                    </a:cubicBezTo>
                    <a:cubicBezTo>
                      <a:pt x="21" y="19"/>
                      <a:pt x="23" y="18"/>
                      <a:pt x="25" y="17"/>
                    </a:cubicBezTo>
                    <a:cubicBezTo>
                      <a:pt x="28" y="17"/>
                      <a:pt x="31" y="17"/>
                      <a:pt x="34" y="17"/>
                    </a:cubicBezTo>
                    <a:cubicBezTo>
                      <a:pt x="37" y="16"/>
                      <a:pt x="41" y="14"/>
                      <a:pt x="43" y="11"/>
                    </a:cubicBezTo>
                    <a:cubicBezTo>
                      <a:pt x="45" y="9"/>
                      <a:pt x="45" y="6"/>
                      <a:pt x="4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9" name="Freeform 15">
                <a:extLst>
                  <a:ext uri="{FF2B5EF4-FFF2-40B4-BE49-F238E27FC236}">
                    <a16:creationId xmlns:a16="http://schemas.microsoft.com/office/drawing/2014/main" id="{CF0B44FD-241E-40F2-948C-257A7EBAC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375"/>
                <a:ext cx="393" cy="222"/>
              </a:xfrm>
              <a:custGeom>
                <a:avLst/>
                <a:gdLst>
                  <a:gd name="T0" fmla="*/ 1782 w 129"/>
                  <a:gd name="T1" fmla="*/ 702 h 73"/>
                  <a:gd name="T2" fmla="*/ 1188 w 129"/>
                  <a:gd name="T3" fmla="*/ 897 h 73"/>
                  <a:gd name="T4" fmla="*/ 454 w 129"/>
                  <a:gd name="T5" fmla="*/ 1350 h 73"/>
                  <a:gd name="T6" fmla="*/ 195 w 129"/>
                  <a:gd name="T7" fmla="*/ 1654 h 73"/>
                  <a:gd name="T8" fmla="*/ 168 w 129"/>
                  <a:gd name="T9" fmla="*/ 2025 h 73"/>
                  <a:gd name="T10" fmla="*/ 621 w 129"/>
                  <a:gd name="T11" fmla="*/ 1803 h 73"/>
                  <a:gd name="T12" fmla="*/ 1356 w 129"/>
                  <a:gd name="T13" fmla="*/ 1405 h 73"/>
                  <a:gd name="T14" fmla="*/ 1755 w 129"/>
                  <a:gd name="T15" fmla="*/ 1210 h 73"/>
                  <a:gd name="T16" fmla="*/ 2032 w 129"/>
                  <a:gd name="T17" fmla="*/ 1128 h 73"/>
                  <a:gd name="T18" fmla="*/ 2404 w 129"/>
                  <a:gd name="T19" fmla="*/ 1128 h 73"/>
                  <a:gd name="T20" fmla="*/ 2916 w 129"/>
                  <a:gd name="T21" fmla="*/ 1183 h 73"/>
                  <a:gd name="T22" fmla="*/ 3592 w 129"/>
                  <a:gd name="T23" fmla="*/ 1627 h 73"/>
                  <a:gd name="T24" fmla="*/ 3537 w 129"/>
                  <a:gd name="T25" fmla="*/ 757 h 73"/>
                  <a:gd name="T26" fmla="*/ 3138 w 129"/>
                  <a:gd name="T27" fmla="*/ 566 h 73"/>
                  <a:gd name="T28" fmla="*/ 2459 w 129"/>
                  <a:gd name="T29" fmla="*/ 426 h 73"/>
                  <a:gd name="T30" fmla="*/ 2117 w 129"/>
                  <a:gd name="T31" fmla="*/ 109 h 73"/>
                  <a:gd name="T32" fmla="*/ 1810 w 129"/>
                  <a:gd name="T33" fmla="*/ 371 h 73"/>
                  <a:gd name="T34" fmla="*/ 1782 w 129"/>
                  <a:gd name="T35" fmla="*/ 702 h 7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9" h="73">
                    <a:moveTo>
                      <a:pt x="63" y="25"/>
                    </a:moveTo>
                    <a:cubicBezTo>
                      <a:pt x="55" y="25"/>
                      <a:pt x="47" y="27"/>
                      <a:pt x="42" y="32"/>
                    </a:cubicBezTo>
                    <a:cubicBezTo>
                      <a:pt x="36" y="36"/>
                      <a:pt x="23" y="44"/>
                      <a:pt x="16" y="48"/>
                    </a:cubicBezTo>
                    <a:cubicBezTo>
                      <a:pt x="9" y="53"/>
                      <a:pt x="8" y="53"/>
                      <a:pt x="7" y="59"/>
                    </a:cubicBezTo>
                    <a:cubicBezTo>
                      <a:pt x="5" y="65"/>
                      <a:pt x="0" y="72"/>
                      <a:pt x="6" y="72"/>
                    </a:cubicBezTo>
                    <a:cubicBezTo>
                      <a:pt x="12" y="73"/>
                      <a:pt x="16" y="71"/>
                      <a:pt x="22" y="64"/>
                    </a:cubicBezTo>
                    <a:cubicBezTo>
                      <a:pt x="28" y="58"/>
                      <a:pt x="42" y="54"/>
                      <a:pt x="48" y="50"/>
                    </a:cubicBezTo>
                    <a:cubicBezTo>
                      <a:pt x="54" y="46"/>
                      <a:pt x="60" y="41"/>
                      <a:pt x="62" y="43"/>
                    </a:cubicBezTo>
                    <a:cubicBezTo>
                      <a:pt x="65" y="45"/>
                      <a:pt x="65" y="44"/>
                      <a:pt x="72" y="40"/>
                    </a:cubicBezTo>
                    <a:cubicBezTo>
                      <a:pt x="80" y="36"/>
                      <a:pt x="84" y="36"/>
                      <a:pt x="85" y="40"/>
                    </a:cubicBezTo>
                    <a:cubicBezTo>
                      <a:pt x="86" y="43"/>
                      <a:pt x="95" y="39"/>
                      <a:pt x="103" y="42"/>
                    </a:cubicBezTo>
                    <a:cubicBezTo>
                      <a:pt x="111" y="45"/>
                      <a:pt x="125" y="56"/>
                      <a:pt x="127" y="58"/>
                    </a:cubicBezTo>
                    <a:cubicBezTo>
                      <a:pt x="129" y="60"/>
                      <a:pt x="128" y="32"/>
                      <a:pt x="125" y="27"/>
                    </a:cubicBezTo>
                    <a:cubicBezTo>
                      <a:pt x="122" y="22"/>
                      <a:pt x="114" y="24"/>
                      <a:pt x="111" y="20"/>
                    </a:cubicBezTo>
                    <a:cubicBezTo>
                      <a:pt x="108" y="15"/>
                      <a:pt x="102" y="0"/>
                      <a:pt x="87" y="15"/>
                    </a:cubicBezTo>
                    <a:cubicBezTo>
                      <a:pt x="83" y="18"/>
                      <a:pt x="83" y="3"/>
                      <a:pt x="75" y="4"/>
                    </a:cubicBezTo>
                    <a:cubicBezTo>
                      <a:pt x="67" y="5"/>
                      <a:pt x="63" y="6"/>
                      <a:pt x="64" y="13"/>
                    </a:cubicBezTo>
                    <a:cubicBezTo>
                      <a:pt x="64" y="19"/>
                      <a:pt x="65" y="23"/>
                      <a:pt x="63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0" name="Freeform 16">
                <a:extLst>
                  <a:ext uri="{FF2B5EF4-FFF2-40B4-BE49-F238E27FC236}">
                    <a16:creationId xmlns:a16="http://schemas.microsoft.com/office/drawing/2014/main" id="{E43F879B-0F41-429D-90CA-0BDDA3827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259"/>
                <a:ext cx="402" cy="253"/>
              </a:xfrm>
              <a:custGeom>
                <a:avLst/>
                <a:gdLst>
                  <a:gd name="T0" fmla="*/ 344 w 132"/>
                  <a:gd name="T1" fmla="*/ 2183 h 83"/>
                  <a:gd name="T2" fmla="*/ 816 w 132"/>
                  <a:gd name="T3" fmla="*/ 1951 h 83"/>
                  <a:gd name="T4" fmla="*/ 1754 w 132"/>
                  <a:gd name="T5" fmla="*/ 1588 h 83"/>
                  <a:gd name="T6" fmla="*/ 1977 w 132"/>
                  <a:gd name="T7" fmla="*/ 1533 h 83"/>
                  <a:gd name="T8" fmla="*/ 1977 w 132"/>
                  <a:gd name="T9" fmla="*/ 1439 h 83"/>
                  <a:gd name="T10" fmla="*/ 2290 w 132"/>
                  <a:gd name="T11" fmla="*/ 1189 h 83"/>
                  <a:gd name="T12" fmla="*/ 2540 w 132"/>
                  <a:gd name="T13" fmla="*/ 1411 h 83"/>
                  <a:gd name="T14" fmla="*/ 2735 w 132"/>
                  <a:gd name="T15" fmla="*/ 1384 h 83"/>
                  <a:gd name="T16" fmla="*/ 3106 w 132"/>
                  <a:gd name="T17" fmla="*/ 1384 h 83"/>
                  <a:gd name="T18" fmla="*/ 3533 w 132"/>
                  <a:gd name="T19" fmla="*/ 1533 h 83"/>
                  <a:gd name="T20" fmla="*/ 3673 w 132"/>
                  <a:gd name="T21" fmla="*/ 1356 h 83"/>
                  <a:gd name="T22" fmla="*/ 3106 w 132"/>
                  <a:gd name="T23" fmla="*/ 113 h 83"/>
                  <a:gd name="T24" fmla="*/ 2485 w 132"/>
                  <a:gd name="T25" fmla="*/ 344 h 83"/>
                  <a:gd name="T26" fmla="*/ 2004 w 132"/>
                  <a:gd name="T27" fmla="*/ 512 h 83"/>
                  <a:gd name="T28" fmla="*/ 1614 w 132"/>
                  <a:gd name="T29" fmla="*/ 762 h 83"/>
                  <a:gd name="T30" fmla="*/ 704 w 132"/>
                  <a:gd name="T31" fmla="*/ 1189 h 83"/>
                  <a:gd name="T32" fmla="*/ 195 w 132"/>
                  <a:gd name="T33" fmla="*/ 1302 h 83"/>
                  <a:gd name="T34" fmla="*/ 0 w 132"/>
                  <a:gd name="T35" fmla="*/ 2036 h 83"/>
                  <a:gd name="T36" fmla="*/ 344 w 132"/>
                  <a:gd name="T37" fmla="*/ 2183 h 8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" h="83">
                    <a:moveTo>
                      <a:pt x="12" y="77"/>
                    </a:moveTo>
                    <a:cubicBezTo>
                      <a:pt x="16" y="72"/>
                      <a:pt x="20" y="73"/>
                      <a:pt x="29" y="69"/>
                    </a:cubicBezTo>
                    <a:cubicBezTo>
                      <a:pt x="38" y="64"/>
                      <a:pt x="54" y="57"/>
                      <a:pt x="62" y="56"/>
                    </a:cubicBezTo>
                    <a:cubicBezTo>
                      <a:pt x="64" y="55"/>
                      <a:pt x="67" y="55"/>
                      <a:pt x="70" y="54"/>
                    </a:cubicBezTo>
                    <a:cubicBezTo>
                      <a:pt x="70" y="53"/>
                      <a:pt x="70" y="52"/>
                      <a:pt x="70" y="51"/>
                    </a:cubicBezTo>
                    <a:cubicBezTo>
                      <a:pt x="69" y="44"/>
                      <a:pt x="73" y="43"/>
                      <a:pt x="81" y="42"/>
                    </a:cubicBezTo>
                    <a:cubicBezTo>
                      <a:pt x="86" y="41"/>
                      <a:pt x="88" y="47"/>
                      <a:pt x="90" y="50"/>
                    </a:cubicBezTo>
                    <a:cubicBezTo>
                      <a:pt x="92" y="50"/>
                      <a:pt x="95" y="50"/>
                      <a:pt x="97" y="49"/>
                    </a:cubicBezTo>
                    <a:cubicBezTo>
                      <a:pt x="103" y="45"/>
                      <a:pt x="107" y="46"/>
                      <a:pt x="110" y="49"/>
                    </a:cubicBezTo>
                    <a:cubicBezTo>
                      <a:pt x="116" y="50"/>
                      <a:pt x="122" y="52"/>
                      <a:pt x="125" y="54"/>
                    </a:cubicBezTo>
                    <a:cubicBezTo>
                      <a:pt x="127" y="54"/>
                      <a:pt x="132" y="62"/>
                      <a:pt x="130" y="48"/>
                    </a:cubicBezTo>
                    <a:cubicBezTo>
                      <a:pt x="127" y="35"/>
                      <a:pt x="117" y="0"/>
                      <a:pt x="110" y="4"/>
                    </a:cubicBezTo>
                    <a:cubicBezTo>
                      <a:pt x="104" y="9"/>
                      <a:pt x="96" y="8"/>
                      <a:pt x="88" y="12"/>
                    </a:cubicBezTo>
                    <a:cubicBezTo>
                      <a:pt x="79" y="15"/>
                      <a:pt x="78" y="16"/>
                      <a:pt x="71" y="18"/>
                    </a:cubicBezTo>
                    <a:cubicBezTo>
                      <a:pt x="64" y="20"/>
                      <a:pt x="62" y="21"/>
                      <a:pt x="57" y="27"/>
                    </a:cubicBezTo>
                    <a:cubicBezTo>
                      <a:pt x="53" y="32"/>
                      <a:pt x="32" y="39"/>
                      <a:pt x="25" y="42"/>
                    </a:cubicBezTo>
                    <a:cubicBezTo>
                      <a:pt x="17" y="44"/>
                      <a:pt x="11" y="41"/>
                      <a:pt x="7" y="46"/>
                    </a:cubicBezTo>
                    <a:cubicBezTo>
                      <a:pt x="2" y="51"/>
                      <a:pt x="0" y="60"/>
                      <a:pt x="0" y="72"/>
                    </a:cubicBezTo>
                    <a:cubicBezTo>
                      <a:pt x="1" y="83"/>
                      <a:pt x="8" y="83"/>
                      <a:pt x="12" y="7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1" name="Freeform 17">
                <a:extLst>
                  <a:ext uri="{FF2B5EF4-FFF2-40B4-BE49-F238E27FC236}">
                    <a16:creationId xmlns:a16="http://schemas.microsoft.com/office/drawing/2014/main" id="{477C0161-51D8-4702-BB9B-CBE6624DF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488"/>
                <a:ext cx="396" cy="194"/>
              </a:xfrm>
              <a:custGeom>
                <a:avLst/>
                <a:gdLst>
                  <a:gd name="T0" fmla="*/ 3506 w 130"/>
                  <a:gd name="T1" fmla="*/ 615 h 64"/>
                  <a:gd name="T2" fmla="*/ 3192 w 130"/>
                  <a:gd name="T3" fmla="*/ 385 h 64"/>
                  <a:gd name="T4" fmla="*/ 2830 w 130"/>
                  <a:gd name="T5" fmla="*/ 194 h 64"/>
                  <a:gd name="T6" fmla="*/ 2486 w 130"/>
                  <a:gd name="T7" fmla="*/ 303 h 64"/>
                  <a:gd name="T8" fmla="*/ 2376 w 130"/>
                  <a:gd name="T9" fmla="*/ 0 h 64"/>
                  <a:gd name="T10" fmla="*/ 2117 w 130"/>
                  <a:gd name="T11" fmla="*/ 82 h 64"/>
                  <a:gd name="T12" fmla="*/ 1892 w 130"/>
                  <a:gd name="T13" fmla="*/ 194 h 64"/>
                  <a:gd name="T14" fmla="*/ 1642 w 130"/>
                  <a:gd name="T15" fmla="*/ 479 h 64"/>
                  <a:gd name="T16" fmla="*/ 1075 w 130"/>
                  <a:gd name="T17" fmla="*/ 837 h 64"/>
                  <a:gd name="T18" fmla="*/ 344 w 130"/>
                  <a:gd name="T19" fmla="*/ 1140 h 64"/>
                  <a:gd name="T20" fmla="*/ 140 w 130"/>
                  <a:gd name="T21" fmla="*/ 1452 h 64"/>
                  <a:gd name="T22" fmla="*/ 168 w 130"/>
                  <a:gd name="T23" fmla="*/ 1782 h 64"/>
                  <a:gd name="T24" fmla="*/ 594 w 130"/>
                  <a:gd name="T25" fmla="*/ 1561 h 64"/>
                  <a:gd name="T26" fmla="*/ 1243 w 130"/>
                  <a:gd name="T27" fmla="*/ 1249 h 64"/>
                  <a:gd name="T28" fmla="*/ 1697 w 130"/>
                  <a:gd name="T29" fmla="*/ 1058 h 64"/>
                  <a:gd name="T30" fmla="*/ 2004 w 130"/>
                  <a:gd name="T31" fmla="*/ 864 h 64"/>
                  <a:gd name="T32" fmla="*/ 2431 w 130"/>
                  <a:gd name="T33" fmla="*/ 697 h 64"/>
                  <a:gd name="T34" fmla="*/ 2571 w 130"/>
                  <a:gd name="T35" fmla="*/ 1000 h 64"/>
                  <a:gd name="T36" fmla="*/ 3275 w 130"/>
                  <a:gd name="T37" fmla="*/ 1425 h 64"/>
                  <a:gd name="T38" fmla="*/ 3674 w 130"/>
                  <a:gd name="T39" fmla="*/ 1561 h 64"/>
                  <a:gd name="T40" fmla="*/ 3674 w 130"/>
                  <a:gd name="T41" fmla="*/ 918 h 64"/>
                  <a:gd name="T42" fmla="*/ 3506 w 130"/>
                  <a:gd name="T43" fmla="*/ 615 h 6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0" h="64">
                    <a:moveTo>
                      <a:pt x="124" y="22"/>
                    </a:moveTo>
                    <a:cubicBezTo>
                      <a:pt x="120" y="20"/>
                      <a:pt x="113" y="17"/>
                      <a:pt x="113" y="14"/>
                    </a:cubicBezTo>
                    <a:cubicBezTo>
                      <a:pt x="113" y="12"/>
                      <a:pt x="109" y="4"/>
                      <a:pt x="100" y="7"/>
                    </a:cubicBezTo>
                    <a:cubicBezTo>
                      <a:pt x="92" y="10"/>
                      <a:pt x="91" y="14"/>
                      <a:pt x="88" y="11"/>
                    </a:cubicBezTo>
                    <a:cubicBezTo>
                      <a:pt x="87" y="8"/>
                      <a:pt x="85" y="4"/>
                      <a:pt x="84" y="0"/>
                    </a:cubicBezTo>
                    <a:cubicBezTo>
                      <a:pt x="82" y="0"/>
                      <a:pt x="79" y="1"/>
                      <a:pt x="75" y="3"/>
                    </a:cubicBezTo>
                    <a:cubicBezTo>
                      <a:pt x="70" y="6"/>
                      <a:pt x="68" y="7"/>
                      <a:pt x="67" y="7"/>
                    </a:cubicBezTo>
                    <a:cubicBezTo>
                      <a:pt x="64" y="11"/>
                      <a:pt x="61" y="14"/>
                      <a:pt x="58" y="17"/>
                    </a:cubicBezTo>
                    <a:cubicBezTo>
                      <a:pt x="53" y="22"/>
                      <a:pt x="46" y="26"/>
                      <a:pt x="38" y="30"/>
                    </a:cubicBezTo>
                    <a:cubicBezTo>
                      <a:pt x="30" y="34"/>
                      <a:pt x="19" y="39"/>
                      <a:pt x="12" y="41"/>
                    </a:cubicBezTo>
                    <a:cubicBezTo>
                      <a:pt x="6" y="43"/>
                      <a:pt x="6" y="44"/>
                      <a:pt x="5" y="52"/>
                    </a:cubicBezTo>
                    <a:cubicBezTo>
                      <a:pt x="4" y="59"/>
                      <a:pt x="0" y="63"/>
                      <a:pt x="6" y="64"/>
                    </a:cubicBezTo>
                    <a:cubicBezTo>
                      <a:pt x="11" y="64"/>
                      <a:pt x="18" y="61"/>
                      <a:pt x="21" y="56"/>
                    </a:cubicBezTo>
                    <a:cubicBezTo>
                      <a:pt x="25" y="52"/>
                      <a:pt x="35" y="49"/>
                      <a:pt x="44" y="45"/>
                    </a:cubicBezTo>
                    <a:cubicBezTo>
                      <a:pt x="53" y="41"/>
                      <a:pt x="55" y="42"/>
                      <a:pt x="60" y="38"/>
                    </a:cubicBezTo>
                    <a:cubicBezTo>
                      <a:pt x="65" y="34"/>
                      <a:pt x="63" y="33"/>
                      <a:pt x="71" y="31"/>
                    </a:cubicBezTo>
                    <a:cubicBezTo>
                      <a:pt x="78" y="30"/>
                      <a:pt x="84" y="24"/>
                      <a:pt x="86" y="25"/>
                    </a:cubicBezTo>
                    <a:cubicBezTo>
                      <a:pt x="89" y="27"/>
                      <a:pt x="84" y="33"/>
                      <a:pt x="91" y="36"/>
                    </a:cubicBezTo>
                    <a:cubicBezTo>
                      <a:pt x="99" y="39"/>
                      <a:pt x="106" y="43"/>
                      <a:pt x="116" y="51"/>
                    </a:cubicBezTo>
                    <a:cubicBezTo>
                      <a:pt x="125" y="60"/>
                      <a:pt x="129" y="60"/>
                      <a:pt x="130" y="56"/>
                    </a:cubicBezTo>
                    <a:cubicBezTo>
                      <a:pt x="130" y="51"/>
                      <a:pt x="130" y="40"/>
                      <a:pt x="130" y="33"/>
                    </a:cubicBezTo>
                    <a:cubicBezTo>
                      <a:pt x="130" y="26"/>
                      <a:pt x="128" y="24"/>
                      <a:pt x="124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2" name="Freeform 18">
                <a:extLst>
                  <a:ext uri="{FF2B5EF4-FFF2-40B4-BE49-F238E27FC236}">
                    <a16:creationId xmlns:a16="http://schemas.microsoft.com/office/drawing/2014/main" id="{23B4BD2B-61DC-42C2-9108-1BBED3101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567"/>
                <a:ext cx="426" cy="219"/>
              </a:xfrm>
              <a:custGeom>
                <a:avLst/>
                <a:gdLst>
                  <a:gd name="T0" fmla="*/ 3834 w 140"/>
                  <a:gd name="T1" fmla="*/ 1074 h 72"/>
                  <a:gd name="T2" fmla="*/ 3463 w 140"/>
                  <a:gd name="T3" fmla="*/ 815 h 72"/>
                  <a:gd name="T4" fmla="*/ 3073 w 140"/>
                  <a:gd name="T5" fmla="*/ 426 h 72"/>
                  <a:gd name="T6" fmla="*/ 2705 w 140"/>
                  <a:gd name="T7" fmla="*/ 82 h 72"/>
                  <a:gd name="T8" fmla="*/ 2675 w 140"/>
                  <a:gd name="T9" fmla="*/ 0 h 72"/>
                  <a:gd name="T10" fmla="*/ 2343 w 140"/>
                  <a:gd name="T11" fmla="*/ 140 h 72"/>
                  <a:gd name="T12" fmla="*/ 2027 w 140"/>
                  <a:gd name="T13" fmla="*/ 344 h 72"/>
                  <a:gd name="T14" fmla="*/ 2027 w 140"/>
                  <a:gd name="T15" fmla="*/ 535 h 72"/>
                  <a:gd name="T16" fmla="*/ 1464 w 140"/>
                  <a:gd name="T17" fmla="*/ 730 h 72"/>
                  <a:gd name="T18" fmla="*/ 593 w 140"/>
                  <a:gd name="T19" fmla="*/ 1156 h 72"/>
                  <a:gd name="T20" fmla="*/ 222 w 140"/>
                  <a:gd name="T21" fmla="*/ 1433 h 72"/>
                  <a:gd name="T22" fmla="*/ 167 w 140"/>
                  <a:gd name="T23" fmla="*/ 1889 h 72"/>
                  <a:gd name="T24" fmla="*/ 703 w 140"/>
                  <a:gd name="T25" fmla="*/ 1573 h 72"/>
                  <a:gd name="T26" fmla="*/ 1573 w 140"/>
                  <a:gd name="T27" fmla="*/ 1211 h 72"/>
                  <a:gd name="T28" fmla="*/ 1972 w 140"/>
                  <a:gd name="T29" fmla="*/ 1156 h 72"/>
                  <a:gd name="T30" fmla="*/ 2398 w 140"/>
                  <a:gd name="T31" fmla="*/ 979 h 72"/>
                  <a:gd name="T32" fmla="*/ 2760 w 140"/>
                  <a:gd name="T33" fmla="*/ 1241 h 72"/>
                  <a:gd name="T34" fmla="*/ 3213 w 140"/>
                  <a:gd name="T35" fmla="*/ 1433 h 72"/>
                  <a:gd name="T36" fmla="*/ 3807 w 140"/>
                  <a:gd name="T37" fmla="*/ 1971 h 72"/>
                  <a:gd name="T38" fmla="*/ 3889 w 140"/>
                  <a:gd name="T39" fmla="*/ 1463 h 72"/>
                  <a:gd name="T40" fmla="*/ 3834 w 140"/>
                  <a:gd name="T41" fmla="*/ 1074 h 7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0" h="72">
                    <a:moveTo>
                      <a:pt x="136" y="38"/>
                    </a:moveTo>
                    <a:cubicBezTo>
                      <a:pt x="134" y="37"/>
                      <a:pt x="125" y="30"/>
                      <a:pt x="123" y="29"/>
                    </a:cubicBezTo>
                    <a:cubicBezTo>
                      <a:pt x="121" y="27"/>
                      <a:pt x="118" y="18"/>
                      <a:pt x="109" y="15"/>
                    </a:cubicBezTo>
                    <a:cubicBezTo>
                      <a:pt x="99" y="11"/>
                      <a:pt x="98" y="14"/>
                      <a:pt x="96" y="3"/>
                    </a:cubicBezTo>
                    <a:cubicBezTo>
                      <a:pt x="96" y="2"/>
                      <a:pt x="95" y="1"/>
                      <a:pt x="95" y="0"/>
                    </a:cubicBezTo>
                    <a:cubicBezTo>
                      <a:pt x="92" y="1"/>
                      <a:pt x="88" y="4"/>
                      <a:pt x="83" y="5"/>
                    </a:cubicBezTo>
                    <a:cubicBezTo>
                      <a:pt x="76" y="7"/>
                      <a:pt x="77" y="8"/>
                      <a:pt x="72" y="12"/>
                    </a:cubicBezTo>
                    <a:cubicBezTo>
                      <a:pt x="73" y="14"/>
                      <a:pt x="73" y="17"/>
                      <a:pt x="72" y="19"/>
                    </a:cubicBezTo>
                    <a:cubicBezTo>
                      <a:pt x="70" y="22"/>
                      <a:pt x="60" y="22"/>
                      <a:pt x="52" y="26"/>
                    </a:cubicBezTo>
                    <a:cubicBezTo>
                      <a:pt x="44" y="30"/>
                      <a:pt x="25" y="39"/>
                      <a:pt x="21" y="41"/>
                    </a:cubicBezTo>
                    <a:cubicBezTo>
                      <a:pt x="12" y="44"/>
                      <a:pt x="12" y="42"/>
                      <a:pt x="8" y="51"/>
                    </a:cubicBezTo>
                    <a:cubicBezTo>
                      <a:pt x="5" y="60"/>
                      <a:pt x="0" y="66"/>
                      <a:pt x="6" y="67"/>
                    </a:cubicBezTo>
                    <a:cubicBezTo>
                      <a:pt x="12" y="68"/>
                      <a:pt x="19" y="59"/>
                      <a:pt x="25" y="56"/>
                    </a:cubicBezTo>
                    <a:cubicBezTo>
                      <a:pt x="30" y="53"/>
                      <a:pt x="50" y="45"/>
                      <a:pt x="56" y="43"/>
                    </a:cubicBezTo>
                    <a:cubicBezTo>
                      <a:pt x="62" y="42"/>
                      <a:pt x="66" y="39"/>
                      <a:pt x="70" y="41"/>
                    </a:cubicBezTo>
                    <a:cubicBezTo>
                      <a:pt x="74" y="42"/>
                      <a:pt x="77" y="37"/>
                      <a:pt x="85" y="35"/>
                    </a:cubicBezTo>
                    <a:cubicBezTo>
                      <a:pt x="94" y="34"/>
                      <a:pt x="98" y="38"/>
                      <a:pt x="98" y="44"/>
                    </a:cubicBezTo>
                    <a:cubicBezTo>
                      <a:pt x="98" y="49"/>
                      <a:pt x="104" y="44"/>
                      <a:pt x="114" y="51"/>
                    </a:cubicBezTo>
                    <a:cubicBezTo>
                      <a:pt x="124" y="58"/>
                      <a:pt x="131" y="72"/>
                      <a:pt x="135" y="70"/>
                    </a:cubicBezTo>
                    <a:cubicBezTo>
                      <a:pt x="140" y="68"/>
                      <a:pt x="137" y="60"/>
                      <a:pt x="138" y="52"/>
                    </a:cubicBezTo>
                    <a:cubicBezTo>
                      <a:pt x="140" y="45"/>
                      <a:pt x="139" y="40"/>
                      <a:pt x="136" y="3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3" name="Freeform 19">
                <a:extLst>
                  <a:ext uri="{FF2B5EF4-FFF2-40B4-BE49-F238E27FC236}">
                    <a16:creationId xmlns:a16="http://schemas.microsoft.com/office/drawing/2014/main" id="{CA68EEDC-CF7A-4B79-9E86-97CD396A5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673"/>
                <a:ext cx="460" cy="204"/>
              </a:xfrm>
              <a:custGeom>
                <a:avLst/>
                <a:gdLst>
                  <a:gd name="T0" fmla="*/ 3927 w 151"/>
                  <a:gd name="T1" fmla="*/ 898 h 67"/>
                  <a:gd name="T2" fmla="*/ 3732 w 151"/>
                  <a:gd name="T3" fmla="*/ 703 h 67"/>
                  <a:gd name="T4" fmla="*/ 3397 w 151"/>
                  <a:gd name="T5" fmla="*/ 426 h 67"/>
                  <a:gd name="T6" fmla="*/ 3220 w 151"/>
                  <a:gd name="T7" fmla="*/ 371 h 67"/>
                  <a:gd name="T8" fmla="*/ 2998 w 151"/>
                  <a:gd name="T9" fmla="*/ 0 h 67"/>
                  <a:gd name="T10" fmla="*/ 2915 w 151"/>
                  <a:gd name="T11" fmla="*/ 0 h 67"/>
                  <a:gd name="T12" fmla="*/ 2486 w 151"/>
                  <a:gd name="T13" fmla="*/ 167 h 67"/>
                  <a:gd name="T14" fmla="*/ 2458 w 151"/>
                  <a:gd name="T15" fmla="*/ 140 h 67"/>
                  <a:gd name="T16" fmla="*/ 2349 w 151"/>
                  <a:gd name="T17" fmla="*/ 222 h 67"/>
                  <a:gd name="T18" fmla="*/ 1755 w 151"/>
                  <a:gd name="T19" fmla="*/ 508 h 67"/>
                  <a:gd name="T20" fmla="*/ 1106 w 151"/>
                  <a:gd name="T21" fmla="*/ 926 h 67"/>
                  <a:gd name="T22" fmla="*/ 250 w 151"/>
                  <a:gd name="T23" fmla="*/ 1297 h 67"/>
                  <a:gd name="T24" fmla="*/ 113 w 151"/>
                  <a:gd name="T25" fmla="*/ 1723 h 67"/>
                  <a:gd name="T26" fmla="*/ 594 w 151"/>
                  <a:gd name="T27" fmla="*/ 1586 h 67"/>
                  <a:gd name="T28" fmla="*/ 1532 w 151"/>
                  <a:gd name="T29" fmla="*/ 1215 h 67"/>
                  <a:gd name="T30" fmla="*/ 2059 w 151"/>
                  <a:gd name="T31" fmla="*/ 965 h 67"/>
                  <a:gd name="T32" fmla="*/ 2236 w 151"/>
                  <a:gd name="T33" fmla="*/ 1047 h 67"/>
                  <a:gd name="T34" fmla="*/ 2857 w 151"/>
                  <a:gd name="T35" fmla="*/ 898 h 67"/>
                  <a:gd name="T36" fmla="*/ 2970 w 151"/>
                  <a:gd name="T37" fmla="*/ 1130 h 67"/>
                  <a:gd name="T38" fmla="*/ 3452 w 151"/>
                  <a:gd name="T39" fmla="*/ 1437 h 67"/>
                  <a:gd name="T40" fmla="*/ 3991 w 151"/>
                  <a:gd name="T41" fmla="*/ 1863 h 67"/>
                  <a:gd name="T42" fmla="*/ 4213 w 151"/>
                  <a:gd name="T43" fmla="*/ 1410 h 67"/>
                  <a:gd name="T44" fmla="*/ 4131 w 151"/>
                  <a:gd name="T45" fmla="*/ 1102 h 67"/>
                  <a:gd name="T46" fmla="*/ 3927 w 151"/>
                  <a:gd name="T47" fmla="*/ 898 h 6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1" h="67">
                    <a:moveTo>
                      <a:pt x="139" y="32"/>
                    </a:moveTo>
                    <a:cubicBezTo>
                      <a:pt x="139" y="32"/>
                      <a:pt x="139" y="27"/>
                      <a:pt x="132" y="25"/>
                    </a:cubicBezTo>
                    <a:cubicBezTo>
                      <a:pt x="126" y="22"/>
                      <a:pt x="122" y="18"/>
                      <a:pt x="120" y="15"/>
                    </a:cubicBezTo>
                    <a:cubicBezTo>
                      <a:pt x="118" y="11"/>
                      <a:pt x="117" y="15"/>
                      <a:pt x="114" y="13"/>
                    </a:cubicBezTo>
                    <a:cubicBezTo>
                      <a:pt x="112" y="10"/>
                      <a:pt x="110" y="3"/>
                      <a:pt x="106" y="0"/>
                    </a:cubicBezTo>
                    <a:cubicBezTo>
                      <a:pt x="105" y="0"/>
                      <a:pt x="104" y="0"/>
                      <a:pt x="103" y="0"/>
                    </a:cubicBezTo>
                    <a:cubicBezTo>
                      <a:pt x="95" y="2"/>
                      <a:pt x="92" y="7"/>
                      <a:pt x="88" y="6"/>
                    </a:cubicBezTo>
                    <a:cubicBezTo>
                      <a:pt x="88" y="6"/>
                      <a:pt x="87" y="6"/>
                      <a:pt x="87" y="5"/>
                    </a:cubicBezTo>
                    <a:cubicBezTo>
                      <a:pt x="85" y="7"/>
                      <a:pt x="84" y="8"/>
                      <a:pt x="83" y="8"/>
                    </a:cubicBezTo>
                    <a:cubicBezTo>
                      <a:pt x="77" y="13"/>
                      <a:pt x="70" y="11"/>
                      <a:pt x="62" y="18"/>
                    </a:cubicBezTo>
                    <a:cubicBezTo>
                      <a:pt x="54" y="24"/>
                      <a:pt x="47" y="30"/>
                      <a:pt x="39" y="33"/>
                    </a:cubicBezTo>
                    <a:cubicBezTo>
                      <a:pt x="32" y="36"/>
                      <a:pt x="13" y="40"/>
                      <a:pt x="9" y="46"/>
                    </a:cubicBezTo>
                    <a:cubicBezTo>
                      <a:pt x="5" y="52"/>
                      <a:pt x="0" y="61"/>
                      <a:pt x="4" y="61"/>
                    </a:cubicBezTo>
                    <a:cubicBezTo>
                      <a:pt x="9" y="62"/>
                      <a:pt x="16" y="60"/>
                      <a:pt x="21" y="56"/>
                    </a:cubicBezTo>
                    <a:cubicBezTo>
                      <a:pt x="26" y="52"/>
                      <a:pt x="45" y="46"/>
                      <a:pt x="54" y="43"/>
                    </a:cubicBezTo>
                    <a:cubicBezTo>
                      <a:pt x="63" y="39"/>
                      <a:pt x="70" y="32"/>
                      <a:pt x="73" y="34"/>
                    </a:cubicBezTo>
                    <a:cubicBezTo>
                      <a:pt x="76" y="36"/>
                      <a:pt x="70" y="39"/>
                      <a:pt x="79" y="37"/>
                    </a:cubicBezTo>
                    <a:cubicBezTo>
                      <a:pt x="88" y="36"/>
                      <a:pt x="95" y="34"/>
                      <a:pt x="101" y="32"/>
                    </a:cubicBezTo>
                    <a:cubicBezTo>
                      <a:pt x="107" y="30"/>
                      <a:pt x="101" y="36"/>
                      <a:pt x="105" y="40"/>
                    </a:cubicBezTo>
                    <a:cubicBezTo>
                      <a:pt x="108" y="45"/>
                      <a:pt x="112" y="43"/>
                      <a:pt x="122" y="51"/>
                    </a:cubicBezTo>
                    <a:cubicBezTo>
                      <a:pt x="131" y="58"/>
                      <a:pt x="137" y="67"/>
                      <a:pt x="141" y="66"/>
                    </a:cubicBezTo>
                    <a:cubicBezTo>
                      <a:pt x="146" y="64"/>
                      <a:pt x="147" y="56"/>
                      <a:pt x="149" y="50"/>
                    </a:cubicBezTo>
                    <a:cubicBezTo>
                      <a:pt x="151" y="44"/>
                      <a:pt x="148" y="42"/>
                      <a:pt x="146" y="39"/>
                    </a:cubicBezTo>
                    <a:cubicBezTo>
                      <a:pt x="144" y="37"/>
                      <a:pt x="139" y="32"/>
                      <a:pt x="139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4" name="Freeform 20">
                <a:extLst>
                  <a:ext uri="{FF2B5EF4-FFF2-40B4-BE49-F238E27FC236}">
                    <a16:creationId xmlns:a16="http://schemas.microsoft.com/office/drawing/2014/main" id="{BA6268FB-EA96-4B38-A957-6E61220E78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54" y="2780"/>
                <a:ext cx="536" cy="216"/>
              </a:xfrm>
              <a:custGeom>
                <a:avLst/>
                <a:gdLst>
                  <a:gd name="T0" fmla="*/ 789 w 176"/>
                  <a:gd name="T1" fmla="*/ 1074 h 71"/>
                  <a:gd name="T2" fmla="*/ 168 w 176"/>
                  <a:gd name="T3" fmla="*/ 1518 h 71"/>
                  <a:gd name="T4" fmla="*/ 317 w 176"/>
                  <a:gd name="T5" fmla="*/ 1859 h 71"/>
                  <a:gd name="T6" fmla="*/ 1614 w 176"/>
                  <a:gd name="T7" fmla="*/ 1463 h 71"/>
                  <a:gd name="T8" fmla="*/ 1754 w 176"/>
                  <a:gd name="T9" fmla="*/ 1436 h 71"/>
                  <a:gd name="T10" fmla="*/ 1782 w 176"/>
                  <a:gd name="T11" fmla="*/ 1351 h 71"/>
                  <a:gd name="T12" fmla="*/ 1836 w 176"/>
                  <a:gd name="T13" fmla="*/ 703 h 71"/>
                  <a:gd name="T14" fmla="*/ 1836 w 176"/>
                  <a:gd name="T15" fmla="*/ 703 h 71"/>
                  <a:gd name="T16" fmla="*/ 1520 w 176"/>
                  <a:gd name="T17" fmla="*/ 843 h 71"/>
                  <a:gd name="T18" fmla="*/ 789 w 176"/>
                  <a:gd name="T19" fmla="*/ 1074 h 71"/>
                  <a:gd name="T20" fmla="*/ 4833 w 176"/>
                  <a:gd name="T21" fmla="*/ 1047 h 71"/>
                  <a:gd name="T22" fmla="*/ 4267 w 176"/>
                  <a:gd name="T23" fmla="*/ 648 h 71"/>
                  <a:gd name="T24" fmla="*/ 3923 w 176"/>
                  <a:gd name="T25" fmla="*/ 344 h 71"/>
                  <a:gd name="T26" fmla="*/ 3560 w 176"/>
                  <a:gd name="T27" fmla="*/ 167 h 71"/>
                  <a:gd name="T28" fmla="*/ 3505 w 176"/>
                  <a:gd name="T29" fmla="*/ 0 h 71"/>
                  <a:gd name="T30" fmla="*/ 3219 w 176"/>
                  <a:gd name="T31" fmla="*/ 55 h 71"/>
                  <a:gd name="T32" fmla="*/ 3079 w 176"/>
                  <a:gd name="T33" fmla="*/ 55 h 71"/>
                  <a:gd name="T34" fmla="*/ 2997 w 176"/>
                  <a:gd name="T35" fmla="*/ 82 h 71"/>
                  <a:gd name="T36" fmla="*/ 2235 w 176"/>
                  <a:gd name="T37" fmla="*/ 535 h 71"/>
                  <a:gd name="T38" fmla="*/ 2235 w 176"/>
                  <a:gd name="T39" fmla="*/ 535 h 71"/>
                  <a:gd name="T40" fmla="*/ 2911 w 176"/>
                  <a:gd name="T41" fmla="*/ 1101 h 71"/>
                  <a:gd name="T42" fmla="*/ 2969 w 176"/>
                  <a:gd name="T43" fmla="*/ 1241 h 71"/>
                  <a:gd name="T44" fmla="*/ 3219 w 176"/>
                  <a:gd name="T45" fmla="*/ 1156 h 71"/>
                  <a:gd name="T46" fmla="*/ 3274 w 176"/>
                  <a:gd name="T47" fmla="*/ 1463 h 71"/>
                  <a:gd name="T48" fmla="*/ 4008 w 176"/>
                  <a:gd name="T49" fmla="*/ 1628 h 71"/>
                  <a:gd name="T50" fmla="*/ 4666 w 176"/>
                  <a:gd name="T51" fmla="*/ 1971 h 71"/>
                  <a:gd name="T52" fmla="*/ 4861 w 176"/>
                  <a:gd name="T53" fmla="*/ 1491 h 71"/>
                  <a:gd name="T54" fmla="*/ 4833 w 176"/>
                  <a:gd name="T55" fmla="*/ 1047 h 7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76" h="71">
                    <a:moveTo>
                      <a:pt x="28" y="38"/>
                    </a:moveTo>
                    <a:cubicBezTo>
                      <a:pt x="23" y="42"/>
                      <a:pt x="6" y="46"/>
                      <a:pt x="6" y="54"/>
                    </a:cubicBezTo>
                    <a:cubicBezTo>
                      <a:pt x="6" y="62"/>
                      <a:pt x="0" y="68"/>
                      <a:pt x="11" y="66"/>
                    </a:cubicBezTo>
                    <a:cubicBezTo>
                      <a:pt x="21" y="64"/>
                      <a:pt x="48" y="53"/>
                      <a:pt x="57" y="52"/>
                    </a:cubicBezTo>
                    <a:cubicBezTo>
                      <a:pt x="59" y="51"/>
                      <a:pt x="60" y="51"/>
                      <a:pt x="62" y="51"/>
                    </a:cubicBezTo>
                    <a:cubicBezTo>
                      <a:pt x="62" y="50"/>
                      <a:pt x="63" y="49"/>
                      <a:pt x="63" y="48"/>
                    </a:cubicBezTo>
                    <a:cubicBezTo>
                      <a:pt x="65" y="42"/>
                      <a:pt x="59" y="40"/>
                      <a:pt x="65" y="25"/>
                    </a:cubicBezTo>
                    <a:cubicBezTo>
                      <a:pt x="65" y="25"/>
                      <a:pt x="65" y="25"/>
                      <a:pt x="65" y="25"/>
                    </a:cubicBezTo>
                    <a:cubicBezTo>
                      <a:pt x="63" y="26"/>
                      <a:pt x="60" y="27"/>
                      <a:pt x="54" y="30"/>
                    </a:cubicBezTo>
                    <a:cubicBezTo>
                      <a:pt x="42" y="36"/>
                      <a:pt x="39" y="33"/>
                      <a:pt x="28" y="38"/>
                    </a:cubicBezTo>
                    <a:close/>
                    <a:moveTo>
                      <a:pt x="171" y="37"/>
                    </a:moveTo>
                    <a:cubicBezTo>
                      <a:pt x="167" y="31"/>
                      <a:pt x="156" y="29"/>
                      <a:pt x="151" y="23"/>
                    </a:cubicBezTo>
                    <a:cubicBezTo>
                      <a:pt x="146" y="17"/>
                      <a:pt x="147" y="15"/>
                      <a:pt x="139" y="12"/>
                    </a:cubicBezTo>
                    <a:cubicBezTo>
                      <a:pt x="130" y="9"/>
                      <a:pt x="130" y="14"/>
                      <a:pt x="126" y="6"/>
                    </a:cubicBezTo>
                    <a:cubicBezTo>
                      <a:pt x="125" y="4"/>
                      <a:pt x="125" y="2"/>
                      <a:pt x="124" y="0"/>
                    </a:cubicBezTo>
                    <a:cubicBezTo>
                      <a:pt x="121" y="1"/>
                      <a:pt x="118" y="2"/>
                      <a:pt x="114" y="2"/>
                    </a:cubicBezTo>
                    <a:cubicBezTo>
                      <a:pt x="110" y="3"/>
                      <a:pt x="109" y="3"/>
                      <a:pt x="109" y="2"/>
                    </a:cubicBezTo>
                    <a:cubicBezTo>
                      <a:pt x="108" y="2"/>
                      <a:pt x="107" y="3"/>
                      <a:pt x="106" y="3"/>
                    </a:cubicBezTo>
                    <a:cubicBezTo>
                      <a:pt x="97" y="7"/>
                      <a:pt x="92" y="12"/>
                      <a:pt x="79" y="19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89" y="21"/>
                      <a:pt x="100" y="29"/>
                      <a:pt x="103" y="39"/>
                    </a:cubicBezTo>
                    <a:cubicBezTo>
                      <a:pt x="104" y="41"/>
                      <a:pt x="104" y="43"/>
                      <a:pt x="105" y="44"/>
                    </a:cubicBezTo>
                    <a:cubicBezTo>
                      <a:pt x="108" y="43"/>
                      <a:pt x="112" y="41"/>
                      <a:pt x="114" y="41"/>
                    </a:cubicBezTo>
                    <a:cubicBezTo>
                      <a:pt x="118" y="40"/>
                      <a:pt x="115" y="47"/>
                      <a:pt x="116" y="52"/>
                    </a:cubicBezTo>
                    <a:cubicBezTo>
                      <a:pt x="117" y="56"/>
                      <a:pt x="130" y="55"/>
                      <a:pt x="142" y="58"/>
                    </a:cubicBezTo>
                    <a:cubicBezTo>
                      <a:pt x="153" y="62"/>
                      <a:pt x="158" y="69"/>
                      <a:pt x="165" y="70"/>
                    </a:cubicBezTo>
                    <a:cubicBezTo>
                      <a:pt x="171" y="71"/>
                      <a:pt x="171" y="62"/>
                      <a:pt x="172" y="53"/>
                    </a:cubicBezTo>
                    <a:cubicBezTo>
                      <a:pt x="173" y="44"/>
                      <a:pt x="176" y="43"/>
                      <a:pt x="171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5" name="Freeform 21">
                <a:extLst>
                  <a:ext uri="{FF2B5EF4-FFF2-40B4-BE49-F238E27FC236}">
                    <a16:creationId xmlns:a16="http://schemas.microsoft.com/office/drawing/2014/main" id="{1817BC3A-EA72-42D2-BE87-B1541ECF7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156"/>
                <a:ext cx="323" cy="188"/>
              </a:xfrm>
              <a:custGeom>
                <a:avLst/>
                <a:gdLst>
                  <a:gd name="T0" fmla="*/ 2803 w 106"/>
                  <a:gd name="T1" fmla="*/ 452 h 62"/>
                  <a:gd name="T2" fmla="*/ 2432 w 106"/>
                  <a:gd name="T3" fmla="*/ 55 h 62"/>
                  <a:gd name="T4" fmla="*/ 2182 w 106"/>
                  <a:gd name="T5" fmla="*/ 0 h 62"/>
                  <a:gd name="T6" fmla="*/ 2322 w 106"/>
                  <a:gd name="T7" fmla="*/ 136 h 62"/>
                  <a:gd name="T8" fmla="*/ 1837 w 106"/>
                  <a:gd name="T9" fmla="*/ 331 h 62"/>
                  <a:gd name="T10" fmla="*/ 1865 w 106"/>
                  <a:gd name="T11" fmla="*/ 0 h 62"/>
                  <a:gd name="T12" fmla="*/ 1560 w 106"/>
                  <a:gd name="T13" fmla="*/ 82 h 62"/>
                  <a:gd name="T14" fmla="*/ 1188 w 106"/>
                  <a:gd name="T15" fmla="*/ 506 h 62"/>
                  <a:gd name="T16" fmla="*/ 427 w 106"/>
                  <a:gd name="T17" fmla="*/ 810 h 62"/>
                  <a:gd name="T18" fmla="*/ 27 w 106"/>
                  <a:gd name="T19" fmla="*/ 1452 h 62"/>
                  <a:gd name="T20" fmla="*/ 277 w 106"/>
                  <a:gd name="T21" fmla="*/ 1701 h 62"/>
                  <a:gd name="T22" fmla="*/ 734 w 106"/>
                  <a:gd name="T23" fmla="*/ 1452 h 62"/>
                  <a:gd name="T24" fmla="*/ 1438 w 106"/>
                  <a:gd name="T25" fmla="*/ 1316 h 62"/>
                  <a:gd name="T26" fmla="*/ 1615 w 106"/>
                  <a:gd name="T27" fmla="*/ 1507 h 62"/>
                  <a:gd name="T28" fmla="*/ 1755 w 106"/>
                  <a:gd name="T29" fmla="*/ 1452 h 62"/>
                  <a:gd name="T30" fmla="*/ 2237 w 106"/>
                  <a:gd name="T31" fmla="*/ 1277 h 62"/>
                  <a:gd name="T32" fmla="*/ 2861 w 106"/>
                  <a:gd name="T33" fmla="*/ 1058 h 62"/>
                  <a:gd name="T34" fmla="*/ 2889 w 106"/>
                  <a:gd name="T35" fmla="*/ 810 h 62"/>
                  <a:gd name="T36" fmla="*/ 2803 w 106"/>
                  <a:gd name="T37" fmla="*/ 452 h 6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6" h="62">
                    <a:moveTo>
                      <a:pt x="99" y="16"/>
                    </a:moveTo>
                    <a:cubicBezTo>
                      <a:pt x="93" y="10"/>
                      <a:pt x="93" y="7"/>
                      <a:pt x="86" y="2"/>
                    </a:cubicBezTo>
                    <a:cubicBezTo>
                      <a:pt x="84" y="1"/>
                      <a:pt x="81" y="0"/>
                      <a:pt x="77" y="0"/>
                    </a:cubicBezTo>
                    <a:cubicBezTo>
                      <a:pt x="79" y="2"/>
                      <a:pt x="81" y="4"/>
                      <a:pt x="82" y="5"/>
                    </a:cubicBezTo>
                    <a:cubicBezTo>
                      <a:pt x="79" y="8"/>
                      <a:pt x="71" y="11"/>
                      <a:pt x="65" y="12"/>
                    </a:cubicBezTo>
                    <a:cubicBezTo>
                      <a:pt x="63" y="6"/>
                      <a:pt x="64" y="2"/>
                      <a:pt x="66" y="0"/>
                    </a:cubicBezTo>
                    <a:cubicBezTo>
                      <a:pt x="62" y="1"/>
                      <a:pt x="58" y="2"/>
                      <a:pt x="55" y="3"/>
                    </a:cubicBezTo>
                    <a:cubicBezTo>
                      <a:pt x="44" y="8"/>
                      <a:pt x="45" y="13"/>
                      <a:pt x="42" y="18"/>
                    </a:cubicBezTo>
                    <a:cubicBezTo>
                      <a:pt x="39" y="24"/>
                      <a:pt x="26" y="24"/>
                      <a:pt x="15" y="29"/>
                    </a:cubicBezTo>
                    <a:cubicBezTo>
                      <a:pt x="5" y="34"/>
                      <a:pt x="1" y="46"/>
                      <a:pt x="1" y="52"/>
                    </a:cubicBezTo>
                    <a:cubicBezTo>
                      <a:pt x="0" y="55"/>
                      <a:pt x="5" y="62"/>
                      <a:pt x="10" y="61"/>
                    </a:cubicBezTo>
                    <a:cubicBezTo>
                      <a:pt x="15" y="61"/>
                      <a:pt x="21" y="54"/>
                      <a:pt x="26" y="52"/>
                    </a:cubicBezTo>
                    <a:cubicBezTo>
                      <a:pt x="37" y="47"/>
                      <a:pt x="44" y="43"/>
                      <a:pt x="51" y="47"/>
                    </a:cubicBezTo>
                    <a:cubicBezTo>
                      <a:pt x="53" y="48"/>
                      <a:pt x="55" y="51"/>
                      <a:pt x="57" y="54"/>
                    </a:cubicBezTo>
                    <a:cubicBezTo>
                      <a:pt x="58" y="53"/>
                      <a:pt x="60" y="53"/>
                      <a:pt x="62" y="52"/>
                    </a:cubicBezTo>
                    <a:cubicBezTo>
                      <a:pt x="69" y="50"/>
                      <a:pt x="70" y="49"/>
                      <a:pt x="79" y="46"/>
                    </a:cubicBezTo>
                    <a:cubicBezTo>
                      <a:pt x="87" y="42"/>
                      <a:pt x="95" y="43"/>
                      <a:pt x="101" y="38"/>
                    </a:cubicBezTo>
                    <a:cubicBezTo>
                      <a:pt x="101" y="38"/>
                      <a:pt x="98" y="32"/>
                      <a:pt x="102" y="29"/>
                    </a:cubicBezTo>
                    <a:cubicBezTo>
                      <a:pt x="106" y="26"/>
                      <a:pt x="105" y="22"/>
                      <a:pt x="99" y="1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6" name="Freeform 22">
                <a:extLst>
                  <a:ext uri="{FF2B5EF4-FFF2-40B4-BE49-F238E27FC236}">
                    <a16:creationId xmlns:a16="http://schemas.microsoft.com/office/drawing/2014/main" id="{A09CE69C-A0A2-4C04-8566-E2C82788E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141"/>
                <a:ext cx="58" cy="51"/>
              </a:xfrm>
              <a:custGeom>
                <a:avLst/>
                <a:gdLst>
                  <a:gd name="T0" fmla="*/ 540 w 19"/>
                  <a:gd name="T1" fmla="*/ 270 h 17"/>
                  <a:gd name="T2" fmla="*/ 168 w 19"/>
                  <a:gd name="T3" fmla="*/ 81 h 17"/>
                  <a:gd name="T4" fmla="*/ 55 w 19"/>
                  <a:gd name="T5" fmla="*/ 459 h 17"/>
                  <a:gd name="T6" fmla="*/ 540 w 19"/>
                  <a:gd name="T7" fmla="*/ 27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7">
                    <a:moveTo>
                      <a:pt x="19" y="10"/>
                    </a:moveTo>
                    <a:cubicBezTo>
                      <a:pt x="17" y="7"/>
                      <a:pt x="11" y="0"/>
                      <a:pt x="6" y="3"/>
                    </a:cubicBezTo>
                    <a:cubicBezTo>
                      <a:pt x="2" y="5"/>
                      <a:pt x="0" y="8"/>
                      <a:pt x="2" y="17"/>
                    </a:cubicBezTo>
                    <a:cubicBezTo>
                      <a:pt x="8" y="16"/>
                      <a:pt x="16" y="13"/>
                      <a:pt x="19" y="1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7" name="Freeform 23">
                <a:extLst>
                  <a:ext uri="{FF2B5EF4-FFF2-40B4-BE49-F238E27FC236}">
                    <a16:creationId xmlns:a16="http://schemas.microsoft.com/office/drawing/2014/main" id="{B25EECFF-A21C-4CA8-8B61-0B392F6CE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3063"/>
                <a:ext cx="36" cy="12"/>
              </a:xfrm>
              <a:custGeom>
                <a:avLst/>
                <a:gdLst>
                  <a:gd name="T0" fmla="*/ 0 w 12"/>
                  <a:gd name="T1" fmla="*/ 108 h 4"/>
                  <a:gd name="T2" fmla="*/ 324 w 12"/>
                  <a:gd name="T3" fmla="*/ 10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cubicBezTo>
                      <a:pt x="3" y="2"/>
                      <a:pt x="9" y="0"/>
                      <a:pt x="12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8" name="Freeform 24">
                <a:extLst>
                  <a:ext uri="{FF2B5EF4-FFF2-40B4-BE49-F238E27FC236}">
                    <a16:creationId xmlns:a16="http://schemas.microsoft.com/office/drawing/2014/main" id="{CFA14282-8193-4144-8CB2-E6E445490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3051"/>
                <a:ext cx="140" cy="79"/>
              </a:xfrm>
              <a:custGeom>
                <a:avLst/>
                <a:gdLst>
                  <a:gd name="T0" fmla="*/ 82 w 46"/>
                  <a:gd name="T1" fmla="*/ 331 h 26"/>
                  <a:gd name="T2" fmla="*/ 426 w 46"/>
                  <a:gd name="T3" fmla="*/ 398 h 26"/>
                  <a:gd name="T4" fmla="*/ 676 w 46"/>
                  <a:gd name="T5" fmla="*/ 562 h 26"/>
                  <a:gd name="T6" fmla="*/ 1074 w 46"/>
                  <a:gd name="T7" fmla="*/ 729 h 26"/>
                  <a:gd name="T8" fmla="*/ 1214 w 46"/>
                  <a:gd name="T9" fmla="*/ 398 h 26"/>
                  <a:gd name="T10" fmla="*/ 1242 w 46"/>
                  <a:gd name="T11" fmla="*/ 194 h 26"/>
                  <a:gd name="T12" fmla="*/ 1297 w 46"/>
                  <a:gd name="T13" fmla="*/ 0 h 26"/>
                  <a:gd name="T14" fmla="*/ 843 w 46"/>
                  <a:gd name="T15" fmla="*/ 249 h 26"/>
                  <a:gd name="T16" fmla="*/ 453 w 46"/>
                  <a:gd name="T17" fmla="*/ 194 h 26"/>
                  <a:gd name="T18" fmla="*/ 0 w 46"/>
                  <a:gd name="T19" fmla="*/ 249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26">
                    <a:moveTo>
                      <a:pt x="3" y="12"/>
                    </a:moveTo>
                    <a:cubicBezTo>
                      <a:pt x="6" y="13"/>
                      <a:pt x="11" y="13"/>
                      <a:pt x="15" y="14"/>
                    </a:cubicBezTo>
                    <a:cubicBezTo>
                      <a:pt x="18" y="16"/>
                      <a:pt x="21" y="18"/>
                      <a:pt x="24" y="20"/>
                    </a:cubicBezTo>
                    <a:cubicBezTo>
                      <a:pt x="27" y="22"/>
                      <a:pt x="34" y="26"/>
                      <a:pt x="38" y="26"/>
                    </a:cubicBezTo>
                    <a:cubicBezTo>
                      <a:pt x="43" y="26"/>
                      <a:pt x="43" y="18"/>
                      <a:pt x="43" y="14"/>
                    </a:cubicBezTo>
                    <a:cubicBezTo>
                      <a:pt x="43" y="12"/>
                      <a:pt x="43" y="9"/>
                      <a:pt x="44" y="7"/>
                    </a:cubicBezTo>
                    <a:cubicBezTo>
                      <a:pt x="44" y="4"/>
                      <a:pt x="46" y="2"/>
                      <a:pt x="46" y="0"/>
                    </a:cubicBezTo>
                    <a:cubicBezTo>
                      <a:pt x="38" y="1"/>
                      <a:pt x="40" y="12"/>
                      <a:pt x="30" y="9"/>
                    </a:cubicBezTo>
                    <a:cubicBezTo>
                      <a:pt x="25" y="8"/>
                      <a:pt x="21" y="6"/>
                      <a:pt x="16" y="7"/>
                    </a:cubicBezTo>
                    <a:cubicBezTo>
                      <a:pt x="11" y="8"/>
                      <a:pt x="5" y="8"/>
                      <a:pt x="0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9" name="Freeform 25">
                <a:extLst>
                  <a:ext uri="{FF2B5EF4-FFF2-40B4-BE49-F238E27FC236}">
                    <a16:creationId xmlns:a16="http://schemas.microsoft.com/office/drawing/2014/main" id="{A71322AE-690C-4EFE-ADAE-4B4D25408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3005"/>
                <a:ext cx="39" cy="43"/>
              </a:xfrm>
              <a:custGeom>
                <a:avLst/>
                <a:gdLst>
                  <a:gd name="T0" fmla="*/ 54 w 13"/>
                  <a:gd name="T1" fmla="*/ 28 h 14"/>
                  <a:gd name="T2" fmla="*/ 81 w 13"/>
                  <a:gd name="T3" fmla="*/ 319 h 14"/>
                  <a:gd name="T4" fmla="*/ 351 w 13"/>
                  <a:gd name="T5" fmla="*/ 141 h 14"/>
                  <a:gd name="T6" fmla="*/ 135 w 1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2" y="1"/>
                    </a:moveTo>
                    <a:cubicBezTo>
                      <a:pt x="0" y="4"/>
                      <a:pt x="0" y="9"/>
                      <a:pt x="3" y="11"/>
                    </a:cubicBezTo>
                    <a:cubicBezTo>
                      <a:pt x="9" y="14"/>
                      <a:pt x="11" y="8"/>
                      <a:pt x="13" y="5"/>
                    </a:cubicBezTo>
                    <a:cubicBezTo>
                      <a:pt x="11" y="11"/>
                      <a:pt x="2" y="3"/>
                      <a:pt x="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0" name="Freeform 26">
                <a:extLst>
                  <a:ext uri="{FF2B5EF4-FFF2-40B4-BE49-F238E27FC236}">
                    <a16:creationId xmlns:a16="http://schemas.microsoft.com/office/drawing/2014/main" id="{83AF6EFB-2F11-4D21-8BDD-78BAC4EC9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890"/>
                <a:ext cx="24" cy="24"/>
              </a:xfrm>
              <a:custGeom>
                <a:avLst/>
                <a:gdLst>
                  <a:gd name="T0" fmla="*/ 0 w 8"/>
                  <a:gd name="T1" fmla="*/ 27 h 8"/>
                  <a:gd name="T2" fmla="*/ 27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1"/>
                    </a:moveTo>
                    <a:cubicBezTo>
                      <a:pt x="1" y="8"/>
                      <a:pt x="8" y="4"/>
                      <a:pt x="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1" name="Freeform 27">
                <a:extLst>
                  <a:ext uri="{FF2B5EF4-FFF2-40B4-BE49-F238E27FC236}">
                    <a16:creationId xmlns:a16="http://schemas.microsoft.com/office/drawing/2014/main" id="{FC6791C1-CF53-4F34-A401-E15BE15D2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905"/>
                <a:ext cx="131" cy="76"/>
              </a:xfrm>
              <a:custGeom>
                <a:avLst/>
                <a:gdLst>
                  <a:gd name="T0" fmla="*/ 0 w 43"/>
                  <a:gd name="T1" fmla="*/ 249 h 25"/>
                  <a:gd name="T2" fmla="*/ 621 w 43"/>
                  <a:gd name="T3" fmla="*/ 398 h 25"/>
                  <a:gd name="T4" fmla="*/ 966 w 43"/>
                  <a:gd name="T5" fmla="*/ 620 h 25"/>
                  <a:gd name="T6" fmla="*/ 1188 w 43"/>
                  <a:gd name="T7" fmla="*/ 453 h 25"/>
                  <a:gd name="T8" fmla="*/ 1161 w 43"/>
                  <a:gd name="T9" fmla="*/ 249 h 25"/>
                  <a:gd name="T10" fmla="*/ 1216 w 43"/>
                  <a:gd name="T11" fmla="*/ 27 h 25"/>
                  <a:gd name="T12" fmla="*/ 1021 w 43"/>
                  <a:gd name="T13" fmla="*/ 195 h 25"/>
                  <a:gd name="T14" fmla="*/ 816 w 43"/>
                  <a:gd name="T15" fmla="*/ 277 h 25"/>
                  <a:gd name="T16" fmla="*/ 512 w 43"/>
                  <a:gd name="T17" fmla="*/ 304 h 25"/>
                  <a:gd name="T18" fmla="*/ 250 w 43"/>
                  <a:gd name="T19" fmla="*/ 249 h 25"/>
                  <a:gd name="T20" fmla="*/ 55 w 43"/>
                  <a:gd name="T21" fmla="*/ 222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25">
                    <a:moveTo>
                      <a:pt x="0" y="9"/>
                    </a:moveTo>
                    <a:cubicBezTo>
                      <a:pt x="7" y="12"/>
                      <a:pt x="15" y="10"/>
                      <a:pt x="22" y="14"/>
                    </a:cubicBezTo>
                    <a:cubicBezTo>
                      <a:pt x="26" y="16"/>
                      <a:pt x="30" y="19"/>
                      <a:pt x="34" y="22"/>
                    </a:cubicBezTo>
                    <a:cubicBezTo>
                      <a:pt x="38" y="25"/>
                      <a:pt x="41" y="22"/>
                      <a:pt x="42" y="16"/>
                    </a:cubicBezTo>
                    <a:cubicBezTo>
                      <a:pt x="42" y="14"/>
                      <a:pt x="41" y="11"/>
                      <a:pt x="41" y="9"/>
                    </a:cubicBezTo>
                    <a:cubicBezTo>
                      <a:pt x="41" y="6"/>
                      <a:pt x="42" y="4"/>
                      <a:pt x="43" y="1"/>
                    </a:cubicBezTo>
                    <a:cubicBezTo>
                      <a:pt x="39" y="0"/>
                      <a:pt x="37" y="4"/>
                      <a:pt x="36" y="7"/>
                    </a:cubicBezTo>
                    <a:cubicBezTo>
                      <a:pt x="34" y="11"/>
                      <a:pt x="34" y="12"/>
                      <a:pt x="29" y="10"/>
                    </a:cubicBezTo>
                    <a:cubicBezTo>
                      <a:pt x="25" y="9"/>
                      <a:pt x="22" y="11"/>
                      <a:pt x="18" y="11"/>
                    </a:cubicBezTo>
                    <a:cubicBezTo>
                      <a:pt x="15" y="11"/>
                      <a:pt x="12" y="10"/>
                      <a:pt x="9" y="9"/>
                    </a:cubicBezTo>
                    <a:cubicBezTo>
                      <a:pt x="7" y="9"/>
                      <a:pt x="4" y="10"/>
                      <a:pt x="2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2" name="Freeform 28">
                <a:extLst>
                  <a:ext uri="{FF2B5EF4-FFF2-40B4-BE49-F238E27FC236}">
                    <a16:creationId xmlns:a16="http://schemas.microsoft.com/office/drawing/2014/main" id="{AB5AD95C-0F30-4E32-B01A-98C796744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816"/>
                <a:ext cx="125" cy="113"/>
              </a:xfrm>
              <a:custGeom>
                <a:avLst/>
                <a:gdLst>
                  <a:gd name="T0" fmla="*/ 168 w 41"/>
                  <a:gd name="T1" fmla="*/ 318 h 37"/>
                  <a:gd name="T2" fmla="*/ 485 w 41"/>
                  <a:gd name="T3" fmla="*/ 568 h 37"/>
                  <a:gd name="T4" fmla="*/ 567 w 41"/>
                  <a:gd name="T5" fmla="*/ 709 h 37"/>
                  <a:gd name="T6" fmla="*/ 680 w 41"/>
                  <a:gd name="T7" fmla="*/ 709 h 37"/>
                  <a:gd name="T8" fmla="*/ 939 w 41"/>
                  <a:gd name="T9" fmla="*/ 764 h 37"/>
                  <a:gd name="T10" fmla="*/ 994 w 41"/>
                  <a:gd name="T11" fmla="*/ 1054 h 37"/>
                  <a:gd name="T12" fmla="*/ 1134 w 41"/>
                  <a:gd name="T13" fmla="*/ 913 h 37"/>
                  <a:gd name="T14" fmla="*/ 1052 w 41"/>
                  <a:gd name="T15" fmla="*/ 736 h 37"/>
                  <a:gd name="T16" fmla="*/ 649 w 41"/>
                  <a:gd name="T17" fmla="*/ 541 h 37"/>
                  <a:gd name="T18" fmla="*/ 317 w 41"/>
                  <a:gd name="T19" fmla="*/ 0 h 37"/>
                  <a:gd name="T20" fmla="*/ 0 w 41"/>
                  <a:gd name="T21" fmla="*/ 195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7">
                    <a:moveTo>
                      <a:pt x="6" y="11"/>
                    </a:moveTo>
                    <a:cubicBezTo>
                      <a:pt x="11" y="12"/>
                      <a:pt x="15" y="15"/>
                      <a:pt x="17" y="20"/>
                    </a:cubicBezTo>
                    <a:cubicBezTo>
                      <a:pt x="18" y="21"/>
                      <a:pt x="19" y="24"/>
                      <a:pt x="20" y="25"/>
                    </a:cubicBezTo>
                    <a:cubicBezTo>
                      <a:pt x="22" y="27"/>
                      <a:pt x="22" y="26"/>
                      <a:pt x="24" y="25"/>
                    </a:cubicBezTo>
                    <a:cubicBezTo>
                      <a:pt x="27" y="25"/>
                      <a:pt x="31" y="24"/>
                      <a:pt x="33" y="27"/>
                    </a:cubicBezTo>
                    <a:cubicBezTo>
                      <a:pt x="34" y="30"/>
                      <a:pt x="32" y="36"/>
                      <a:pt x="35" y="37"/>
                    </a:cubicBezTo>
                    <a:cubicBezTo>
                      <a:pt x="36" y="37"/>
                      <a:pt x="39" y="33"/>
                      <a:pt x="40" y="32"/>
                    </a:cubicBezTo>
                    <a:cubicBezTo>
                      <a:pt x="41" y="29"/>
                      <a:pt x="39" y="28"/>
                      <a:pt x="37" y="26"/>
                    </a:cubicBezTo>
                    <a:cubicBezTo>
                      <a:pt x="33" y="22"/>
                      <a:pt x="27" y="21"/>
                      <a:pt x="23" y="19"/>
                    </a:cubicBezTo>
                    <a:cubicBezTo>
                      <a:pt x="15" y="15"/>
                      <a:pt x="6" y="11"/>
                      <a:pt x="11" y="0"/>
                    </a:cubicBezTo>
                    <a:cubicBezTo>
                      <a:pt x="7" y="1"/>
                      <a:pt x="5" y="6"/>
                      <a:pt x="0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3" name="Freeform 29">
                <a:extLst>
                  <a:ext uri="{FF2B5EF4-FFF2-40B4-BE49-F238E27FC236}">
                    <a16:creationId xmlns:a16="http://schemas.microsoft.com/office/drawing/2014/main" id="{B9C3C618-DE1F-4A63-B230-FD8FCFAA6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783"/>
                <a:ext cx="52" cy="55"/>
              </a:xfrm>
              <a:custGeom>
                <a:avLst/>
                <a:gdLst>
                  <a:gd name="T0" fmla="*/ 141 w 17"/>
                  <a:gd name="T1" fmla="*/ 113 h 18"/>
                  <a:gd name="T2" fmla="*/ 486 w 17"/>
                  <a:gd name="T3" fmla="*/ 113 h 18"/>
                  <a:gd name="T4" fmla="*/ 431 w 17"/>
                  <a:gd name="T5" fmla="*/ 290 h 18"/>
                  <a:gd name="T6" fmla="*/ 459 w 17"/>
                  <a:gd name="T7" fmla="*/ 513 h 18"/>
                  <a:gd name="T8" fmla="*/ 318 w 17"/>
                  <a:gd name="T9" fmla="*/ 223 h 18"/>
                  <a:gd name="T10" fmla="*/ 0 w 17"/>
                  <a:gd name="T11" fmla="*/ 196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8">
                    <a:moveTo>
                      <a:pt x="5" y="4"/>
                    </a:moveTo>
                    <a:cubicBezTo>
                      <a:pt x="8" y="4"/>
                      <a:pt x="15" y="0"/>
                      <a:pt x="17" y="4"/>
                    </a:cubicBezTo>
                    <a:cubicBezTo>
                      <a:pt x="17" y="5"/>
                      <a:pt x="15" y="9"/>
                      <a:pt x="15" y="10"/>
                    </a:cubicBezTo>
                    <a:cubicBezTo>
                      <a:pt x="15" y="13"/>
                      <a:pt x="17" y="16"/>
                      <a:pt x="16" y="18"/>
                    </a:cubicBezTo>
                    <a:cubicBezTo>
                      <a:pt x="12" y="16"/>
                      <a:pt x="14" y="11"/>
                      <a:pt x="11" y="8"/>
                    </a:cubicBezTo>
                    <a:cubicBezTo>
                      <a:pt x="9" y="6"/>
                      <a:pt x="3" y="6"/>
                      <a:pt x="0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4" name="Freeform 30">
                <a:extLst>
                  <a:ext uri="{FF2B5EF4-FFF2-40B4-BE49-F238E27FC236}">
                    <a16:creationId xmlns:a16="http://schemas.microsoft.com/office/drawing/2014/main" id="{7C9E8136-080A-48B3-A796-AC84A9D02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856"/>
                <a:ext cx="67" cy="85"/>
              </a:xfrm>
              <a:custGeom>
                <a:avLst/>
                <a:gdLst>
                  <a:gd name="T0" fmla="*/ 621 w 22"/>
                  <a:gd name="T1" fmla="*/ 304 h 28"/>
                  <a:gd name="T2" fmla="*/ 317 w 22"/>
                  <a:gd name="T3" fmla="*/ 27 h 28"/>
                  <a:gd name="T4" fmla="*/ 55 w 22"/>
                  <a:gd name="T5" fmla="*/ 194 h 28"/>
                  <a:gd name="T6" fmla="*/ 426 w 22"/>
                  <a:gd name="T7" fmla="*/ 674 h 28"/>
                  <a:gd name="T8" fmla="*/ 222 w 22"/>
                  <a:gd name="T9" fmla="*/ 304 h 28"/>
                  <a:gd name="T10" fmla="*/ 566 w 22"/>
                  <a:gd name="T11" fmla="*/ 249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8">
                    <a:moveTo>
                      <a:pt x="22" y="11"/>
                    </a:moveTo>
                    <a:cubicBezTo>
                      <a:pt x="22" y="7"/>
                      <a:pt x="15" y="1"/>
                      <a:pt x="11" y="1"/>
                    </a:cubicBezTo>
                    <a:cubicBezTo>
                      <a:pt x="7" y="0"/>
                      <a:pt x="2" y="2"/>
                      <a:pt x="2" y="7"/>
                    </a:cubicBezTo>
                    <a:cubicBezTo>
                      <a:pt x="0" y="13"/>
                      <a:pt x="7" y="28"/>
                      <a:pt x="15" y="24"/>
                    </a:cubicBezTo>
                    <a:cubicBezTo>
                      <a:pt x="12" y="22"/>
                      <a:pt x="6" y="15"/>
                      <a:pt x="8" y="11"/>
                    </a:cubicBezTo>
                    <a:cubicBezTo>
                      <a:pt x="11" y="6"/>
                      <a:pt x="17" y="11"/>
                      <a:pt x="20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5" name="Freeform 31">
                <a:extLst>
                  <a:ext uri="{FF2B5EF4-FFF2-40B4-BE49-F238E27FC236}">
                    <a16:creationId xmlns:a16="http://schemas.microsoft.com/office/drawing/2014/main" id="{DBCE24BA-1C2B-48F7-AD2B-88613CD87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947"/>
                <a:ext cx="30" cy="40"/>
              </a:xfrm>
              <a:custGeom>
                <a:avLst/>
                <a:gdLst>
                  <a:gd name="T0" fmla="*/ 216 w 10"/>
                  <a:gd name="T1" fmla="*/ 0 h 13"/>
                  <a:gd name="T2" fmla="*/ 189 w 10"/>
                  <a:gd name="T3" fmla="*/ 378 h 13"/>
                  <a:gd name="T4" fmla="*/ 0 w 10"/>
                  <a:gd name="T5" fmla="*/ 323 h 13"/>
                  <a:gd name="T6" fmla="*/ 135 w 10"/>
                  <a:gd name="T7" fmla="*/ 5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8" y="0"/>
                    </a:moveTo>
                    <a:cubicBezTo>
                      <a:pt x="8" y="4"/>
                      <a:pt x="10" y="10"/>
                      <a:pt x="7" y="13"/>
                    </a:cubicBezTo>
                    <a:cubicBezTo>
                      <a:pt x="5" y="11"/>
                      <a:pt x="3" y="11"/>
                      <a:pt x="0" y="11"/>
                    </a:cubicBezTo>
                    <a:cubicBezTo>
                      <a:pt x="1" y="8"/>
                      <a:pt x="5" y="6"/>
                      <a:pt x="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6" name="Freeform 32">
                <a:extLst>
                  <a:ext uri="{FF2B5EF4-FFF2-40B4-BE49-F238E27FC236}">
                    <a16:creationId xmlns:a16="http://schemas.microsoft.com/office/drawing/2014/main" id="{13D6C06E-5777-4CDF-84B8-301070A05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877"/>
                <a:ext cx="164" cy="101"/>
              </a:xfrm>
              <a:custGeom>
                <a:avLst/>
                <a:gdLst>
                  <a:gd name="T0" fmla="*/ 55 w 54"/>
                  <a:gd name="T1" fmla="*/ 627 h 33"/>
                  <a:gd name="T2" fmla="*/ 27 w 54"/>
                  <a:gd name="T3" fmla="*/ 863 h 33"/>
                  <a:gd name="T4" fmla="*/ 276 w 54"/>
                  <a:gd name="T5" fmla="*/ 805 h 33"/>
                  <a:gd name="T6" fmla="*/ 866 w 54"/>
                  <a:gd name="T7" fmla="*/ 627 h 33"/>
                  <a:gd name="T8" fmla="*/ 1403 w 54"/>
                  <a:gd name="T9" fmla="*/ 459 h 33"/>
                  <a:gd name="T10" fmla="*/ 1430 w 54"/>
                  <a:gd name="T11" fmla="*/ 291 h 33"/>
                  <a:gd name="T12" fmla="*/ 1458 w 54"/>
                  <a:gd name="T13" fmla="*/ 0 h 33"/>
                  <a:gd name="T14" fmla="*/ 1236 w 54"/>
                  <a:gd name="T15" fmla="*/ 223 h 33"/>
                  <a:gd name="T16" fmla="*/ 896 w 54"/>
                  <a:gd name="T17" fmla="*/ 459 h 33"/>
                  <a:gd name="T18" fmla="*/ 647 w 54"/>
                  <a:gd name="T19" fmla="*/ 487 h 33"/>
                  <a:gd name="T20" fmla="*/ 480 w 54"/>
                  <a:gd name="T21" fmla="*/ 627 h 33"/>
                  <a:gd name="T22" fmla="*/ 140 w 54"/>
                  <a:gd name="T23" fmla="*/ 545 h 33"/>
                  <a:gd name="T24" fmla="*/ 140 w 54"/>
                  <a:gd name="T25" fmla="*/ 514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" h="33">
                    <a:moveTo>
                      <a:pt x="2" y="22"/>
                    </a:moveTo>
                    <a:cubicBezTo>
                      <a:pt x="2" y="24"/>
                      <a:pt x="0" y="29"/>
                      <a:pt x="1" y="30"/>
                    </a:cubicBezTo>
                    <a:cubicBezTo>
                      <a:pt x="3" y="33"/>
                      <a:pt x="8" y="29"/>
                      <a:pt x="10" y="28"/>
                    </a:cubicBezTo>
                    <a:cubicBezTo>
                      <a:pt x="17" y="25"/>
                      <a:pt x="24" y="24"/>
                      <a:pt x="31" y="22"/>
                    </a:cubicBezTo>
                    <a:cubicBezTo>
                      <a:pt x="37" y="20"/>
                      <a:pt x="44" y="18"/>
                      <a:pt x="50" y="16"/>
                    </a:cubicBezTo>
                    <a:cubicBezTo>
                      <a:pt x="54" y="15"/>
                      <a:pt x="53" y="15"/>
                      <a:pt x="51" y="10"/>
                    </a:cubicBezTo>
                    <a:cubicBezTo>
                      <a:pt x="50" y="6"/>
                      <a:pt x="52" y="4"/>
                      <a:pt x="52" y="0"/>
                    </a:cubicBezTo>
                    <a:cubicBezTo>
                      <a:pt x="48" y="2"/>
                      <a:pt x="46" y="5"/>
                      <a:pt x="44" y="8"/>
                    </a:cubicBezTo>
                    <a:cubicBezTo>
                      <a:pt x="41" y="13"/>
                      <a:pt x="37" y="14"/>
                      <a:pt x="32" y="16"/>
                    </a:cubicBezTo>
                    <a:cubicBezTo>
                      <a:pt x="29" y="17"/>
                      <a:pt x="26" y="17"/>
                      <a:pt x="23" y="17"/>
                    </a:cubicBezTo>
                    <a:cubicBezTo>
                      <a:pt x="20" y="18"/>
                      <a:pt x="20" y="20"/>
                      <a:pt x="17" y="22"/>
                    </a:cubicBezTo>
                    <a:cubicBezTo>
                      <a:pt x="13" y="25"/>
                      <a:pt x="8" y="22"/>
                      <a:pt x="5" y="19"/>
                    </a:cubicBezTo>
                    <a:cubicBezTo>
                      <a:pt x="5" y="19"/>
                      <a:pt x="5" y="18"/>
                      <a:pt x="5" y="1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7" name="Freeform 33">
                <a:extLst>
                  <a:ext uri="{FF2B5EF4-FFF2-40B4-BE49-F238E27FC236}">
                    <a16:creationId xmlns:a16="http://schemas.microsoft.com/office/drawing/2014/main" id="{7E1A725B-7DBD-40A7-B2AE-33B6B52AB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725"/>
                <a:ext cx="213" cy="128"/>
              </a:xfrm>
              <a:custGeom>
                <a:avLst/>
                <a:gdLst>
                  <a:gd name="T0" fmla="*/ 222 w 70"/>
                  <a:gd name="T1" fmla="*/ 844 h 42"/>
                  <a:gd name="T2" fmla="*/ 113 w 70"/>
                  <a:gd name="T3" fmla="*/ 1134 h 42"/>
                  <a:gd name="T4" fmla="*/ 399 w 70"/>
                  <a:gd name="T5" fmla="*/ 1048 h 42"/>
                  <a:gd name="T6" fmla="*/ 1019 w 70"/>
                  <a:gd name="T7" fmla="*/ 762 h 42"/>
                  <a:gd name="T8" fmla="*/ 1573 w 70"/>
                  <a:gd name="T9" fmla="*/ 482 h 42"/>
                  <a:gd name="T10" fmla="*/ 1804 w 70"/>
                  <a:gd name="T11" fmla="*/ 344 h 42"/>
                  <a:gd name="T12" fmla="*/ 1972 w 70"/>
                  <a:gd name="T13" fmla="*/ 0 h 42"/>
                  <a:gd name="T14" fmla="*/ 1269 w 70"/>
                  <a:gd name="T15" fmla="*/ 512 h 42"/>
                  <a:gd name="T16" fmla="*/ 344 w 70"/>
                  <a:gd name="T17" fmla="*/ 817 h 42"/>
                  <a:gd name="T18" fmla="*/ 371 w 70"/>
                  <a:gd name="T19" fmla="*/ 76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42">
                    <a:moveTo>
                      <a:pt x="8" y="30"/>
                    </a:moveTo>
                    <a:cubicBezTo>
                      <a:pt x="7" y="32"/>
                      <a:pt x="0" y="38"/>
                      <a:pt x="4" y="40"/>
                    </a:cubicBezTo>
                    <a:cubicBezTo>
                      <a:pt x="6" y="42"/>
                      <a:pt x="12" y="38"/>
                      <a:pt x="14" y="37"/>
                    </a:cubicBezTo>
                    <a:cubicBezTo>
                      <a:pt x="21" y="33"/>
                      <a:pt x="28" y="29"/>
                      <a:pt x="36" y="27"/>
                    </a:cubicBezTo>
                    <a:cubicBezTo>
                      <a:pt x="43" y="24"/>
                      <a:pt x="50" y="21"/>
                      <a:pt x="56" y="17"/>
                    </a:cubicBezTo>
                    <a:cubicBezTo>
                      <a:pt x="58" y="15"/>
                      <a:pt x="62" y="15"/>
                      <a:pt x="64" y="12"/>
                    </a:cubicBezTo>
                    <a:cubicBezTo>
                      <a:pt x="67" y="9"/>
                      <a:pt x="67" y="4"/>
                      <a:pt x="70" y="0"/>
                    </a:cubicBezTo>
                    <a:cubicBezTo>
                      <a:pt x="60" y="5"/>
                      <a:pt x="54" y="14"/>
                      <a:pt x="45" y="18"/>
                    </a:cubicBezTo>
                    <a:cubicBezTo>
                      <a:pt x="35" y="23"/>
                      <a:pt x="23" y="30"/>
                      <a:pt x="12" y="29"/>
                    </a:cubicBezTo>
                    <a:cubicBezTo>
                      <a:pt x="12" y="28"/>
                      <a:pt x="12" y="27"/>
                      <a:pt x="13" y="2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8" name="Freeform 34">
                <a:extLst>
                  <a:ext uri="{FF2B5EF4-FFF2-40B4-BE49-F238E27FC236}">
                    <a16:creationId xmlns:a16="http://schemas.microsoft.com/office/drawing/2014/main" id="{3DC9B6C7-4447-478E-AA48-FB02CB1ED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689"/>
                <a:ext cx="119" cy="88"/>
              </a:xfrm>
              <a:custGeom>
                <a:avLst/>
                <a:gdLst>
                  <a:gd name="T0" fmla="*/ 140 w 39"/>
                  <a:gd name="T1" fmla="*/ 452 h 29"/>
                  <a:gd name="T2" fmla="*/ 195 w 39"/>
                  <a:gd name="T3" fmla="*/ 810 h 29"/>
                  <a:gd name="T4" fmla="*/ 513 w 39"/>
                  <a:gd name="T5" fmla="*/ 701 h 29"/>
                  <a:gd name="T6" fmla="*/ 821 w 39"/>
                  <a:gd name="T7" fmla="*/ 643 h 29"/>
                  <a:gd name="T8" fmla="*/ 912 w 39"/>
                  <a:gd name="T9" fmla="*/ 643 h 29"/>
                  <a:gd name="T10" fmla="*/ 995 w 39"/>
                  <a:gd name="T11" fmla="*/ 701 h 29"/>
                  <a:gd name="T12" fmla="*/ 1053 w 39"/>
                  <a:gd name="T13" fmla="*/ 534 h 29"/>
                  <a:gd name="T14" fmla="*/ 940 w 39"/>
                  <a:gd name="T15" fmla="*/ 82 h 29"/>
                  <a:gd name="T16" fmla="*/ 763 w 39"/>
                  <a:gd name="T17" fmla="*/ 452 h 29"/>
                  <a:gd name="T18" fmla="*/ 458 w 39"/>
                  <a:gd name="T19" fmla="*/ 507 h 29"/>
                  <a:gd name="T20" fmla="*/ 168 w 39"/>
                  <a:gd name="T21" fmla="*/ 452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29">
                    <a:moveTo>
                      <a:pt x="5" y="16"/>
                    </a:moveTo>
                    <a:cubicBezTo>
                      <a:pt x="2" y="20"/>
                      <a:pt x="0" y="29"/>
                      <a:pt x="7" y="29"/>
                    </a:cubicBezTo>
                    <a:cubicBezTo>
                      <a:pt x="11" y="28"/>
                      <a:pt x="14" y="26"/>
                      <a:pt x="18" y="25"/>
                    </a:cubicBezTo>
                    <a:cubicBezTo>
                      <a:pt x="21" y="25"/>
                      <a:pt x="25" y="23"/>
                      <a:pt x="29" y="23"/>
                    </a:cubicBezTo>
                    <a:cubicBezTo>
                      <a:pt x="30" y="23"/>
                      <a:pt x="31" y="23"/>
                      <a:pt x="32" y="23"/>
                    </a:cubicBezTo>
                    <a:cubicBezTo>
                      <a:pt x="34" y="23"/>
                      <a:pt x="34" y="25"/>
                      <a:pt x="35" y="25"/>
                    </a:cubicBezTo>
                    <a:cubicBezTo>
                      <a:pt x="39" y="26"/>
                      <a:pt x="39" y="22"/>
                      <a:pt x="37" y="19"/>
                    </a:cubicBezTo>
                    <a:cubicBezTo>
                      <a:pt x="34" y="14"/>
                      <a:pt x="29" y="9"/>
                      <a:pt x="33" y="3"/>
                    </a:cubicBezTo>
                    <a:cubicBezTo>
                      <a:pt x="27" y="0"/>
                      <a:pt x="30" y="14"/>
                      <a:pt x="27" y="16"/>
                    </a:cubicBezTo>
                    <a:cubicBezTo>
                      <a:pt x="25" y="18"/>
                      <a:pt x="19" y="17"/>
                      <a:pt x="16" y="18"/>
                    </a:cubicBezTo>
                    <a:cubicBezTo>
                      <a:pt x="12" y="20"/>
                      <a:pt x="10" y="20"/>
                      <a:pt x="6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9" name="Freeform 35">
                <a:extLst>
                  <a:ext uri="{FF2B5EF4-FFF2-40B4-BE49-F238E27FC236}">
                    <a16:creationId xmlns:a16="http://schemas.microsoft.com/office/drawing/2014/main" id="{59BAF4B2-AE88-4AD5-9BFC-57D958DE2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746"/>
                <a:ext cx="43" cy="28"/>
              </a:xfrm>
              <a:custGeom>
                <a:avLst/>
                <a:gdLst>
                  <a:gd name="T0" fmla="*/ 55 w 14"/>
                  <a:gd name="T1" fmla="*/ 0 h 9"/>
                  <a:gd name="T2" fmla="*/ 55 w 14"/>
                  <a:gd name="T3" fmla="*/ 243 h 9"/>
                  <a:gd name="T4" fmla="*/ 319 w 14"/>
                  <a:gd name="T5" fmla="*/ 271 h 9"/>
                  <a:gd name="T6" fmla="*/ 292 w 14"/>
                  <a:gd name="T7" fmla="*/ 115 h 9"/>
                  <a:gd name="T8" fmla="*/ 141 w 1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2" y="0"/>
                    </a:moveTo>
                    <a:cubicBezTo>
                      <a:pt x="2" y="2"/>
                      <a:pt x="0" y="6"/>
                      <a:pt x="2" y="8"/>
                    </a:cubicBezTo>
                    <a:cubicBezTo>
                      <a:pt x="3" y="9"/>
                      <a:pt x="10" y="9"/>
                      <a:pt x="11" y="9"/>
                    </a:cubicBezTo>
                    <a:cubicBezTo>
                      <a:pt x="14" y="7"/>
                      <a:pt x="12" y="5"/>
                      <a:pt x="10" y="4"/>
                    </a:cubicBezTo>
                    <a:cubicBezTo>
                      <a:pt x="8" y="3"/>
                      <a:pt x="3" y="5"/>
                      <a:pt x="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0" name="Freeform 36">
                <a:extLst>
                  <a:ext uri="{FF2B5EF4-FFF2-40B4-BE49-F238E27FC236}">
                    <a16:creationId xmlns:a16="http://schemas.microsoft.com/office/drawing/2014/main" id="{1CC450D6-617F-4C60-A7AF-E5F729C4E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804"/>
                <a:ext cx="73" cy="76"/>
              </a:xfrm>
              <a:custGeom>
                <a:avLst/>
                <a:gdLst>
                  <a:gd name="T0" fmla="*/ 0 w 24"/>
                  <a:gd name="T1" fmla="*/ 55 h 25"/>
                  <a:gd name="T2" fmla="*/ 222 w 24"/>
                  <a:gd name="T3" fmla="*/ 249 h 25"/>
                  <a:gd name="T4" fmla="*/ 426 w 24"/>
                  <a:gd name="T5" fmla="*/ 480 h 25"/>
                  <a:gd name="T6" fmla="*/ 675 w 24"/>
                  <a:gd name="T7" fmla="*/ 140 h 25"/>
                  <a:gd name="T8" fmla="*/ 535 w 24"/>
                  <a:gd name="T9" fmla="*/ 195 h 25"/>
                  <a:gd name="T10" fmla="*/ 453 w 24"/>
                  <a:gd name="T11" fmla="*/ 304 h 25"/>
                  <a:gd name="T12" fmla="*/ 0 w 24"/>
                  <a:gd name="T13" fmla="*/ 5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5">
                    <a:moveTo>
                      <a:pt x="0" y="2"/>
                    </a:moveTo>
                    <a:cubicBezTo>
                      <a:pt x="3" y="5"/>
                      <a:pt x="6" y="6"/>
                      <a:pt x="8" y="9"/>
                    </a:cubicBezTo>
                    <a:cubicBezTo>
                      <a:pt x="10" y="12"/>
                      <a:pt x="12" y="15"/>
                      <a:pt x="15" y="17"/>
                    </a:cubicBezTo>
                    <a:cubicBezTo>
                      <a:pt x="21" y="25"/>
                      <a:pt x="23" y="9"/>
                      <a:pt x="24" y="5"/>
                    </a:cubicBezTo>
                    <a:cubicBezTo>
                      <a:pt x="22" y="4"/>
                      <a:pt x="21" y="6"/>
                      <a:pt x="19" y="7"/>
                    </a:cubicBezTo>
                    <a:cubicBezTo>
                      <a:pt x="18" y="8"/>
                      <a:pt x="16" y="11"/>
                      <a:pt x="16" y="11"/>
                    </a:cubicBezTo>
                    <a:cubicBezTo>
                      <a:pt x="11" y="12"/>
                      <a:pt x="6" y="0"/>
                      <a:pt x="0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1" name="Freeform 37">
                <a:extLst>
                  <a:ext uri="{FF2B5EF4-FFF2-40B4-BE49-F238E27FC236}">
                    <a16:creationId xmlns:a16="http://schemas.microsoft.com/office/drawing/2014/main" id="{05F1A36B-1FF0-4901-BFF6-FA15A5BD0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963"/>
                <a:ext cx="104" cy="54"/>
              </a:xfrm>
              <a:custGeom>
                <a:avLst/>
                <a:gdLst>
                  <a:gd name="T0" fmla="*/ 86 w 34"/>
                  <a:gd name="T1" fmla="*/ 270 h 18"/>
                  <a:gd name="T2" fmla="*/ 263 w 34"/>
                  <a:gd name="T3" fmla="*/ 486 h 18"/>
                  <a:gd name="T4" fmla="*/ 514 w 34"/>
                  <a:gd name="T5" fmla="*/ 243 h 18"/>
                  <a:gd name="T6" fmla="*/ 973 w 34"/>
                  <a:gd name="T7" fmla="*/ 378 h 18"/>
                  <a:gd name="T8" fmla="*/ 777 w 34"/>
                  <a:gd name="T9" fmla="*/ 27 h 18"/>
                  <a:gd name="T10" fmla="*/ 404 w 34"/>
                  <a:gd name="T11" fmla="*/ 135 h 18"/>
                  <a:gd name="T12" fmla="*/ 141 w 34"/>
                  <a:gd name="T13" fmla="*/ 243 h 18"/>
                  <a:gd name="T14" fmla="*/ 0 w 34"/>
                  <a:gd name="T15" fmla="*/ 54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8">
                    <a:moveTo>
                      <a:pt x="3" y="10"/>
                    </a:moveTo>
                    <a:cubicBezTo>
                      <a:pt x="6" y="11"/>
                      <a:pt x="8" y="15"/>
                      <a:pt x="9" y="18"/>
                    </a:cubicBezTo>
                    <a:cubicBezTo>
                      <a:pt x="11" y="13"/>
                      <a:pt x="13" y="10"/>
                      <a:pt x="18" y="9"/>
                    </a:cubicBezTo>
                    <a:cubicBezTo>
                      <a:pt x="25" y="7"/>
                      <a:pt x="30" y="8"/>
                      <a:pt x="34" y="14"/>
                    </a:cubicBezTo>
                    <a:cubicBezTo>
                      <a:pt x="33" y="10"/>
                      <a:pt x="32" y="2"/>
                      <a:pt x="27" y="1"/>
                    </a:cubicBezTo>
                    <a:cubicBezTo>
                      <a:pt x="23" y="0"/>
                      <a:pt x="18" y="3"/>
                      <a:pt x="14" y="5"/>
                    </a:cubicBezTo>
                    <a:cubicBezTo>
                      <a:pt x="12" y="7"/>
                      <a:pt x="8" y="11"/>
                      <a:pt x="5" y="9"/>
                    </a:cubicBezTo>
                    <a:cubicBezTo>
                      <a:pt x="3" y="9"/>
                      <a:pt x="1" y="4"/>
                      <a:pt x="0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2" name="Freeform 38">
                <a:extLst>
                  <a:ext uri="{FF2B5EF4-FFF2-40B4-BE49-F238E27FC236}">
                    <a16:creationId xmlns:a16="http://schemas.microsoft.com/office/drawing/2014/main" id="{4A652BC5-BB50-410D-8F82-EB20D40E6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692"/>
                <a:ext cx="95" cy="85"/>
              </a:xfrm>
              <a:custGeom>
                <a:avLst/>
                <a:gdLst>
                  <a:gd name="T0" fmla="*/ 0 w 31"/>
                  <a:gd name="T1" fmla="*/ 55 h 28"/>
                  <a:gd name="T2" fmla="*/ 432 w 31"/>
                  <a:gd name="T3" fmla="*/ 249 h 28"/>
                  <a:gd name="T4" fmla="*/ 659 w 31"/>
                  <a:gd name="T5" fmla="*/ 562 h 28"/>
                  <a:gd name="T6" fmla="*/ 864 w 31"/>
                  <a:gd name="T7" fmla="*/ 616 h 28"/>
                  <a:gd name="T8" fmla="*/ 837 w 31"/>
                  <a:gd name="T9" fmla="*/ 398 h 28"/>
                  <a:gd name="T10" fmla="*/ 837 w 31"/>
                  <a:gd name="T11" fmla="*/ 27 h 28"/>
                  <a:gd name="T12" fmla="*/ 723 w 31"/>
                  <a:gd name="T13" fmla="*/ 331 h 28"/>
                  <a:gd name="T14" fmla="*/ 141 w 31"/>
                  <a:gd name="T15" fmla="*/ 82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8">
                    <a:moveTo>
                      <a:pt x="0" y="2"/>
                    </a:moveTo>
                    <a:cubicBezTo>
                      <a:pt x="6" y="4"/>
                      <a:pt x="11" y="4"/>
                      <a:pt x="15" y="9"/>
                    </a:cubicBezTo>
                    <a:cubicBezTo>
                      <a:pt x="18" y="12"/>
                      <a:pt x="20" y="16"/>
                      <a:pt x="23" y="20"/>
                    </a:cubicBezTo>
                    <a:cubicBezTo>
                      <a:pt x="24" y="22"/>
                      <a:pt x="29" y="28"/>
                      <a:pt x="30" y="22"/>
                    </a:cubicBezTo>
                    <a:cubicBezTo>
                      <a:pt x="31" y="20"/>
                      <a:pt x="29" y="16"/>
                      <a:pt x="29" y="14"/>
                    </a:cubicBezTo>
                    <a:cubicBezTo>
                      <a:pt x="29" y="10"/>
                      <a:pt x="30" y="5"/>
                      <a:pt x="29" y="1"/>
                    </a:cubicBezTo>
                    <a:cubicBezTo>
                      <a:pt x="26" y="3"/>
                      <a:pt x="27" y="9"/>
                      <a:pt x="25" y="12"/>
                    </a:cubicBezTo>
                    <a:cubicBezTo>
                      <a:pt x="19" y="10"/>
                      <a:pt x="12" y="0"/>
                      <a:pt x="5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3" name="Freeform 39">
                <a:extLst>
                  <a:ext uri="{FF2B5EF4-FFF2-40B4-BE49-F238E27FC236}">
                    <a16:creationId xmlns:a16="http://schemas.microsoft.com/office/drawing/2014/main" id="{5629D70B-24AE-47E1-AB67-1CE7077EA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619"/>
                <a:ext cx="52" cy="45"/>
              </a:xfrm>
              <a:custGeom>
                <a:avLst/>
                <a:gdLst>
                  <a:gd name="T0" fmla="*/ 0 w 17"/>
                  <a:gd name="T1" fmla="*/ 0 h 15"/>
                  <a:gd name="T2" fmla="*/ 346 w 17"/>
                  <a:gd name="T3" fmla="*/ 270 h 15"/>
                  <a:gd name="T4" fmla="*/ 113 w 17"/>
                  <a:gd name="T5" fmla="*/ 10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0" y="0"/>
                    </a:moveTo>
                    <a:cubicBezTo>
                      <a:pt x="2" y="4"/>
                      <a:pt x="6" y="15"/>
                      <a:pt x="12" y="10"/>
                    </a:cubicBezTo>
                    <a:cubicBezTo>
                      <a:pt x="17" y="6"/>
                      <a:pt x="5" y="5"/>
                      <a:pt x="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4" name="Freeform 40">
                <a:extLst>
                  <a:ext uri="{FF2B5EF4-FFF2-40B4-BE49-F238E27FC236}">
                    <a16:creationId xmlns:a16="http://schemas.microsoft.com/office/drawing/2014/main" id="{2398423C-B975-443A-9912-4BC9B8CBC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512"/>
                <a:ext cx="52" cy="46"/>
              </a:xfrm>
              <a:custGeom>
                <a:avLst/>
                <a:gdLst>
                  <a:gd name="T0" fmla="*/ 0 w 17"/>
                  <a:gd name="T1" fmla="*/ 141 h 15"/>
                  <a:gd name="T2" fmla="*/ 168 w 17"/>
                  <a:gd name="T3" fmla="*/ 319 h 15"/>
                  <a:gd name="T4" fmla="*/ 318 w 17"/>
                  <a:gd name="T5" fmla="*/ 377 h 15"/>
                  <a:gd name="T6" fmla="*/ 141 w 17"/>
                  <a:gd name="T7" fmla="*/ 169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0" y="5"/>
                    </a:moveTo>
                    <a:cubicBezTo>
                      <a:pt x="2" y="7"/>
                      <a:pt x="4" y="8"/>
                      <a:pt x="6" y="11"/>
                    </a:cubicBezTo>
                    <a:cubicBezTo>
                      <a:pt x="8" y="13"/>
                      <a:pt x="8" y="15"/>
                      <a:pt x="11" y="13"/>
                    </a:cubicBezTo>
                    <a:cubicBezTo>
                      <a:pt x="17" y="8"/>
                      <a:pt x="10" y="0"/>
                      <a:pt x="5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5" name="Freeform 41">
                <a:extLst>
                  <a:ext uri="{FF2B5EF4-FFF2-40B4-BE49-F238E27FC236}">
                    <a16:creationId xmlns:a16="http://schemas.microsoft.com/office/drawing/2014/main" id="{B245C9D8-7524-48B1-8D76-5C9FB049B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585"/>
                <a:ext cx="82" cy="67"/>
              </a:xfrm>
              <a:custGeom>
                <a:avLst/>
                <a:gdLst>
                  <a:gd name="T0" fmla="*/ 0 w 27"/>
                  <a:gd name="T1" fmla="*/ 113 h 22"/>
                  <a:gd name="T2" fmla="*/ 398 w 27"/>
                  <a:gd name="T3" fmla="*/ 426 h 22"/>
                  <a:gd name="T4" fmla="*/ 729 w 27"/>
                  <a:gd name="T5" fmla="*/ 621 h 22"/>
                  <a:gd name="T6" fmla="*/ 674 w 27"/>
                  <a:gd name="T7" fmla="*/ 0 h 22"/>
                  <a:gd name="T8" fmla="*/ 589 w 27"/>
                  <a:gd name="T9" fmla="*/ 344 h 22"/>
                  <a:gd name="T10" fmla="*/ 358 w 27"/>
                  <a:gd name="T11" fmla="*/ 168 h 22"/>
                  <a:gd name="T12" fmla="*/ 0 w 27"/>
                  <a:gd name="T13" fmla="*/ 8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2">
                    <a:moveTo>
                      <a:pt x="0" y="4"/>
                    </a:moveTo>
                    <a:cubicBezTo>
                      <a:pt x="6" y="5"/>
                      <a:pt x="10" y="11"/>
                      <a:pt x="14" y="15"/>
                    </a:cubicBezTo>
                    <a:cubicBezTo>
                      <a:pt x="17" y="17"/>
                      <a:pt x="22" y="22"/>
                      <a:pt x="26" y="22"/>
                    </a:cubicBezTo>
                    <a:cubicBezTo>
                      <a:pt x="27" y="17"/>
                      <a:pt x="27" y="3"/>
                      <a:pt x="24" y="0"/>
                    </a:cubicBezTo>
                    <a:cubicBezTo>
                      <a:pt x="22" y="3"/>
                      <a:pt x="24" y="9"/>
                      <a:pt x="21" y="12"/>
                    </a:cubicBezTo>
                    <a:cubicBezTo>
                      <a:pt x="18" y="11"/>
                      <a:pt x="16" y="8"/>
                      <a:pt x="13" y="6"/>
                    </a:cubicBezTo>
                    <a:cubicBezTo>
                      <a:pt x="9" y="4"/>
                      <a:pt x="4" y="5"/>
                      <a:pt x="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6" name="Freeform 42">
                <a:extLst>
                  <a:ext uri="{FF2B5EF4-FFF2-40B4-BE49-F238E27FC236}">
                    <a16:creationId xmlns:a16="http://schemas.microsoft.com/office/drawing/2014/main" id="{CF070E37-509C-429B-9DFC-8AD1D1180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472"/>
                <a:ext cx="67" cy="61"/>
              </a:xfrm>
              <a:custGeom>
                <a:avLst/>
                <a:gdLst>
                  <a:gd name="T0" fmla="*/ 0 w 22"/>
                  <a:gd name="T1" fmla="*/ 223 h 20"/>
                  <a:gd name="T2" fmla="*/ 222 w 22"/>
                  <a:gd name="T3" fmla="*/ 400 h 20"/>
                  <a:gd name="T4" fmla="*/ 454 w 22"/>
                  <a:gd name="T5" fmla="*/ 540 h 20"/>
                  <a:gd name="T6" fmla="*/ 372 w 22"/>
                  <a:gd name="T7" fmla="*/ 0 h 20"/>
                  <a:gd name="T8" fmla="*/ 399 w 22"/>
                  <a:gd name="T9" fmla="*/ 317 h 20"/>
                  <a:gd name="T10" fmla="*/ 55 w 22"/>
                  <a:gd name="T11" fmla="*/ 317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0">
                    <a:moveTo>
                      <a:pt x="0" y="8"/>
                    </a:moveTo>
                    <a:cubicBezTo>
                      <a:pt x="3" y="10"/>
                      <a:pt x="6" y="12"/>
                      <a:pt x="8" y="14"/>
                    </a:cubicBezTo>
                    <a:cubicBezTo>
                      <a:pt x="10" y="15"/>
                      <a:pt x="13" y="19"/>
                      <a:pt x="16" y="19"/>
                    </a:cubicBezTo>
                    <a:cubicBezTo>
                      <a:pt x="22" y="20"/>
                      <a:pt x="17" y="2"/>
                      <a:pt x="13" y="0"/>
                    </a:cubicBezTo>
                    <a:cubicBezTo>
                      <a:pt x="13" y="2"/>
                      <a:pt x="16" y="9"/>
                      <a:pt x="14" y="11"/>
                    </a:cubicBezTo>
                    <a:cubicBezTo>
                      <a:pt x="11" y="13"/>
                      <a:pt x="5" y="9"/>
                      <a:pt x="2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7" name="Freeform 43">
                <a:extLst>
                  <a:ext uri="{FF2B5EF4-FFF2-40B4-BE49-F238E27FC236}">
                    <a16:creationId xmlns:a16="http://schemas.microsoft.com/office/drawing/2014/main" id="{937B2616-46C5-4C3A-B5D6-A3932557C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436"/>
                <a:ext cx="37" cy="36"/>
              </a:xfrm>
              <a:custGeom>
                <a:avLst/>
                <a:gdLst>
                  <a:gd name="T0" fmla="*/ 0 w 12"/>
                  <a:gd name="T1" fmla="*/ 0 h 12"/>
                  <a:gd name="T2" fmla="*/ 237 w 12"/>
                  <a:gd name="T3" fmla="*/ 243 h 12"/>
                  <a:gd name="T4" fmla="*/ 182 w 12"/>
                  <a:gd name="T5" fmla="*/ 5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1" y="4"/>
                      <a:pt x="3" y="12"/>
                      <a:pt x="8" y="9"/>
                    </a:cubicBezTo>
                    <a:cubicBezTo>
                      <a:pt x="12" y="6"/>
                      <a:pt x="10" y="1"/>
                      <a:pt x="6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8" name="Freeform 44">
                <a:extLst>
                  <a:ext uri="{FF2B5EF4-FFF2-40B4-BE49-F238E27FC236}">
                    <a16:creationId xmlns:a16="http://schemas.microsoft.com/office/drawing/2014/main" id="{E3B4AB94-7339-4EEC-B5CB-7820FB965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320"/>
                <a:ext cx="55" cy="95"/>
              </a:xfrm>
              <a:custGeom>
                <a:avLst/>
                <a:gdLst>
                  <a:gd name="T0" fmla="*/ 0 w 18"/>
                  <a:gd name="T1" fmla="*/ 264 h 31"/>
                  <a:gd name="T2" fmla="*/ 0 w 18"/>
                  <a:gd name="T3" fmla="*/ 659 h 31"/>
                  <a:gd name="T4" fmla="*/ 318 w 18"/>
                  <a:gd name="T5" fmla="*/ 751 h 31"/>
                  <a:gd name="T6" fmla="*/ 513 w 18"/>
                  <a:gd name="T7" fmla="*/ 837 h 31"/>
                  <a:gd name="T8" fmla="*/ 373 w 18"/>
                  <a:gd name="T9" fmla="*/ 405 h 31"/>
                  <a:gd name="T10" fmla="*/ 223 w 18"/>
                  <a:gd name="T11" fmla="*/ 0 h 31"/>
                  <a:gd name="T12" fmla="*/ 318 w 18"/>
                  <a:gd name="T13" fmla="*/ 487 h 31"/>
                  <a:gd name="T14" fmla="*/ 86 w 18"/>
                  <a:gd name="T15" fmla="*/ 573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31">
                    <a:moveTo>
                      <a:pt x="0" y="9"/>
                    </a:moveTo>
                    <a:cubicBezTo>
                      <a:pt x="0" y="14"/>
                      <a:pt x="0" y="18"/>
                      <a:pt x="0" y="23"/>
                    </a:cubicBezTo>
                    <a:cubicBezTo>
                      <a:pt x="3" y="24"/>
                      <a:pt x="7" y="24"/>
                      <a:pt x="11" y="26"/>
                    </a:cubicBezTo>
                    <a:cubicBezTo>
                      <a:pt x="13" y="27"/>
                      <a:pt x="16" y="31"/>
                      <a:pt x="18" y="29"/>
                    </a:cubicBezTo>
                    <a:cubicBezTo>
                      <a:pt x="17" y="24"/>
                      <a:pt x="16" y="20"/>
                      <a:pt x="13" y="14"/>
                    </a:cubicBezTo>
                    <a:cubicBezTo>
                      <a:pt x="11" y="10"/>
                      <a:pt x="12" y="4"/>
                      <a:pt x="8" y="0"/>
                    </a:cubicBezTo>
                    <a:cubicBezTo>
                      <a:pt x="7" y="4"/>
                      <a:pt x="12" y="11"/>
                      <a:pt x="11" y="17"/>
                    </a:cubicBezTo>
                    <a:cubicBezTo>
                      <a:pt x="10" y="21"/>
                      <a:pt x="7" y="20"/>
                      <a:pt x="3" y="2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9" name="Freeform 45">
                <a:extLst>
                  <a:ext uri="{FF2B5EF4-FFF2-40B4-BE49-F238E27FC236}">
                    <a16:creationId xmlns:a16="http://schemas.microsoft.com/office/drawing/2014/main" id="{D25F0524-08D3-44C5-A59E-9531FF9D9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335"/>
                <a:ext cx="54" cy="31"/>
              </a:xfrm>
              <a:custGeom>
                <a:avLst/>
                <a:gdLst>
                  <a:gd name="T0" fmla="*/ 162 w 18"/>
                  <a:gd name="T1" fmla="*/ 0 h 10"/>
                  <a:gd name="T2" fmla="*/ 405 w 18"/>
                  <a:gd name="T3" fmla="*/ 2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0">
                    <a:moveTo>
                      <a:pt x="6" y="0"/>
                    </a:moveTo>
                    <a:cubicBezTo>
                      <a:pt x="0" y="8"/>
                      <a:pt x="18" y="10"/>
                      <a:pt x="15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0" name="Freeform 46">
                <a:extLst>
                  <a:ext uri="{FF2B5EF4-FFF2-40B4-BE49-F238E27FC236}">
                    <a16:creationId xmlns:a16="http://schemas.microsoft.com/office/drawing/2014/main" id="{557AA9DE-835B-49B8-9D2C-AA5526264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399"/>
                <a:ext cx="49" cy="76"/>
              </a:xfrm>
              <a:custGeom>
                <a:avLst/>
                <a:gdLst>
                  <a:gd name="T0" fmla="*/ 0 w 16"/>
                  <a:gd name="T1" fmla="*/ 27 h 25"/>
                  <a:gd name="T2" fmla="*/ 319 w 16"/>
                  <a:gd name="T3" fmla="*/ 82 h 25"/>
                  <a:gd name="T4" fmla="*/ 432 w 16"/>
                  <a:gd name="T5" fmla="*/ 453 h 25"/>
                  <a:gd name="T6" fmla="*/ 346 w 16"/>
                  <a:gd name="T7" fmla="*/ 593 h 25"/>
                  <a:gd name="T8" fmla="*/ 263 w 16"/>
                  <a:gd name="T9" fmla="*/ 675 h 25"/>
                  <a:gd name="T10" fmla="*/ 55 w 16"/>
                  <a:gd name="T11" fmla="*/ 702 h 25"/>
                  <a:gd name="T12" fmla="*/ 263 w 16"/>
                  <a:gd name="T13" fmla="*/ 426 h 25"/>
                  <a:gd name="T14" fmla="*/ 86 w 16"/>
                  <a:gd name="T15" fmla="*/ 8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5">
                    <a:moveTo>
                      <a:pt x="0" y="1"/>
                    </a:moveTo>
                    <a:cubicBezTo>
                      <a:pt x="4" y="2"/>
                      <a:pt x="7" y="0"/>
                      <a:pt x="11" y="3"/>
                    </a:cubicBezTo>
                    <a:cubicBezTo>
                      <a:pt x="14" y="7"/>
                      <a:pt x="14" y="11"/>
                      <a:pt x="15" y="16"/>
                    </a:cubicBezTo>
                    <a:cubicBezTo>
                      <a:pt x="16" y="20"/>
                      <a:pt x="16" y="19"/>
                      <a:pt x="12" y="21"/>
                    </a:cubicBezTo>
                    <a:cubicBezTo>
                      <a:pt x="11" y="22"/>
                      <a:pt x="10" y="24"/>
                      <a:pt x="9" y="24"/>
                    </a:cubicBezTo>
                    <a:cubicBezTo>
                      <a:pt x="7" y="25"/>
                      <a:pt x="4" y="23"/>
                      <a:pt x="2" y="25"/>
                    </a:cubicBezTo>
                    <a:cubicBezTo>
                      <a:pt x="4" y="22"/>
                      <a:pt x="8" y="18"/>
                      <a:pt x="9" y="15"/>
                    </a:cubicBezTo>
                    <a:cubicBezTo>
                      <a:pt x="11" y="8"/>
                      <a:pt x="3" y="8"/>
                      <a:pt x="3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1" name="Freeform 47">
                <a:extLst>
                  <a:ext uri="{FF2B5EF4-FFF2-40B4-BE49-F238E27FC236}">
                    <a16:creationId xmlns:a16="http://schemas.microsoft.com/office/drawing/2014/main" id="{2C777100-1CD3-4998-B740-E92CD9FA4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503"/>
                <a:ext cx="43" cy="61"/>
              </a:xfrm>
              <a:custGeom>
                <a:avLst/>
                <a:gdLst>
                  <a:gd name="T0" fmla="*/ 86 w 14"/>
                  <a:gd name="T1" fmla="*/ 113 h 20"/>
                  <a:gd name="T2" fmla="*/ 292 w 14"/>
                  <a:gd name="T3" fmla="*/ 113 h 20"/>
                  <a:gd name="T4" fmla="*/ 405 w 14"/>
                  <a:gd name="T5" fmla="*/ 427 h 20"/>
                  <a:gd name="T6" fmla="*/ 28 w 14"/>
                  <a:gd name="T7" fmla="*/ 567 h 20"/>
                  <a:gd name="T8" fmla="*/ 86 w 14"/>
                  <a:gd name="T9" fmla="*/ 427 h 20"/>
                  <a:gd name="T10" fmla="*/ 86 w 14"/>
                  <a:gd name="T11" fmla="*/ 14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0">
                    <a:moveTo>
                      <a:pt x="3" y="4"/>
                    </a:moveTo>
                    <a:cubicBezTo>
                      <a:pt x="6" y="0"/>
                      <a:pt x="9" y="0"/>
                      <a:pt x="10" y="4"/>
                    </a:cubicBezTo>
                    <a:cubicBezTo>
                      <a:pt x="11" y="8"/>
                      <a:pt x="11" y="12"/>
                      <a:pt x="14" y="15"/>
                    </a:cubicBezTo>
                    <a:cubicBezTo>
                      <a:pt x="11" y="17"/>
                      <a:pt x="5" y="19"/>
                      <a:pt x="1" y="20"/>
                    </a:cubicBezTo>
                    <a:cubicBezTo>
                      <a:pt x="0" y="17"/>
                      <a:pt x="2" y="17"/>
                      <a:pt x="3" y="15"/>
                    </a:cubicBezTo>
                    <a:cubicBezTo>
                      <a:pt x="5" y="12"/>
                      <a:pt x="6" y="8"/>
                      <a:pt x="3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2" name="Freeform 48">
                <a:extLst>
                  <a:ext uri="{FF2B5EF4-FFF2-40B4-BE49-F238E27FC236}">
                    <a16:creationId xmlns:a16="http://schemas.microsoft.com/office/drawing/2014/main" id="{F1048CDF-898B-4EEA-8479-8FB36B7EA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558"/>
                <a:ext cx="171" cy="115"/>
              </a:xfrm>
              <a:custGeom>
                <a:avLst/>
                <a:gdLst>
                  <a:gd name="T0" fmla="*/ 1566 w 56"/>
                  <a:gd name="T1" fmla="*/ 0 h 38"/>
                  <a:gd name="T2" fmla="*/ 1426 w 56"/>
                  <a:gd name="T3" fmla="*/ 384 h 38"/>
                  <a:gd name="T4" fmla="*/ 913 w 56"/>
                  <a:gd name="T5" fmla="*/ 560 h 38"/>
                  <a:gd name="T6" fmla="*/ 318 w 56"/>
                  <a:gd name="T7" fmla="*/ 890 h 38"/>
                  <a:gd name="T8" fmla="*/ 140 w 56"/>
                  <a:gd name="T9" fmla="*/ 1053 h 38"/>
                  <a:gd name="T10" fmla="*/ 140 w 56"/>
                  <a:gd name="T11" fmla="*/ 805 h 38"/>
                  <a:gd name="T12" fmla="*/ 708 w 56"/>
                  <a:gd name="T13" fmla="*/ 493 h 38"/>
                  <a:gd name="T14" fmla="*/ 1166 w 56"/>
                  <a:gd name="T15" fmla="*/ 357 h 38"/>
                  <a:gd name="T16" fmla="*/ 1512 w 56"/>
                  <a:gd name="T17" fmla="*/ 54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38">
                    <a:moveTo>
                      <a:pt x="55" y="0"/>
                    </a:moveTo>
                    <a:cubicBezTo>
                      <a:pt x="53" y="5"/>
                      <a:pt x="56" y="11"/>
                      <a:pt x="50" y="14"/>
                    </a:cubicBezTo>
                    <a:cubicBezTo>
                      <a:pt x="44" y="16"/>
                      <a:pt x="38" y="17"/>
                      <a:pt x="32" y="20"/>
                    </a:cubicBezTo>
                    <a:cubicBezTo>
                      <a:pt x="25" y="23"/>
                      <a:pt x="17" y="27"/>
                      <a:pt x="11" y="32"/>
                    </a:cubicBezTo>
                    <a:cubicBezTo>
                      <a:pt x="9" y="33"/>
                      <a:pt x="6" y="38"/>
                      <a:pt x="5" y="38"/>
                    </a:cubicBezTo>
                    <a:cubicBezTo>
                      <a:pt x="0" y="37"/>
                      <a:pt x="5" y="30"/>
                      <a:pt x="5" y="29"/>
                    </a:cubicBezTo>
                    <a:cubicBezTo>
                      <a:pt x="8" y="33"/>
                      <a:pt x="22" y="20"/>
                      <a:pt x="25" y="18"/>
                    </a:cubicBezTo>
                    <a:cubicBezTo>
                      <a:pt x="30" y="15"/>
                      <a:pt x="35" y="14"/>
                      <a:pt x="41" y="13"/>
                    </a:cubicBezTo>
                    <a:cubicBezTo>
                      <a:pt x="48" y="11"/>
                      <a:pt x="49" y="7"/>
                      <a:pt x="5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3" name="Freeform 49">
                <a:extLst>
                  <a:ext uri="{FF2B5EF4-FFF2-40B4-BE49-F238E27FC236}">
                    <a16:creationId xmlns:a16="http://schemas.microsoft.com/office/drawing/2014/main" id="{0C01E6B7-1325-4270-A732-EACA5F7AF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466"/>
                <a:ext cx="158" cy="119"/>
              </a:xfrm>
              <a:custGeom>
                <a:avLst/>
                <a:gdLst>
                  <a:gd name="T0" fmla="*/ 82 w 52"/>
                  <a:gd name="T1" fmla="*/ 857 h 39"/>
                  <a:gd name="T2" fmla="*/ 82 w 52"/>
                  <a:gd name="T3" fmla="*/ 1053 h 39"/>
                  <a:gd name="T4" fmla="*/ 222 w 52"/>
                  <a:gd name="T5" fmla="*/ 995 h 39"/>
                  <a:gd name="T6" fmla="*/ 811 w 52"/>
                  <a:gd name="T7" fmla="*/ 622 h 39"/>
                  <a:gd name="T8" fmla="*/ 1209 w 52"/>
                  <a:gd name="T9" fmla="*/ 317 h 39"/>
                  <a:gd name="T10" fmla="*/ 1404 w 52"/>
                  <a:gd name="T11" fmla="*/ 250 h 39"/>
                  <a:gd name="T12" fmla="*/ 1431 w 52"/>
                  <a:gd name="T13" fmla="*/ 0 h 39"/>
                  <a:gd name="T14" fmla="*/ 1155 w 52"/>
                  <a:gd name="T15" fmla="*/ 223 h 39"/>
                  <a:gd name="T16" fmla="*/ 924 w 52"/>
                  <a:gd name="T17" fmla="*/ 317 h 39"/>
                  <a:gd name="T18" fmla="*/ 535 w 52"/>
                  <a:gd name="T19" fmla="*/ 595 h 39"/>
                  <a:gd name="T20" fmla="*/ 167 w 52"/>
                  <a:gd name="T21" fmla="*/ 763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39">
                    <a:moveTo>
                      <a:pt x="3" y="30"/>
                    </a:moveTo>
                    <a:cubicBezTo>
                      <a:pt x="1" y="32"/>
                      <a:pt x="0" y="36"/>
                      <a:pt x="3" y="37"/>
                    </a:cubicBezTo>
                    <a:cubicBezTo>
                      <a:pt x="7" y="39"/>
                      <a:pt x="6" y="37"/>
                      <a:pt x="8" y="35"/>
                    </a:cubicBezTo>
                    <a:cubicBezTo>
                      <a:pt x="12" y="29"/>
                      <a:pt x="23" y="24"/>
                      <a:pt x="29" y="22"/>
                    </a:cubicBezTo>
                    <a:cubicBezTo>
                      <a:pt x="34" y="19"/>
                      <a:pt x="39" y="16"/>
                      <a:pt x="43" y="11"/>
                    </a:cubicBezTo>
                    <a:cubicBezTo>
                      <a:pt x="46" y="8"/>
                      <a:pt x="47" y="11"/>
                      <a:pt x="50" y="9"/>
                    </a:cubicBezTo>
                    <a:cubicBezTo>
                      <a:pt x="52" y="8"/>
                      <a:pt x="51" y="2"/>
                      <a:pt x="51" y="0"/>
                    </a:cubicBezTo>
                    <a:cubicBezTo>
                      <a:pt x="47" y="2"/>
                      <a:pt x="45" y="6"/>
                      <a:pt x="41" y="8"/>
                    </a:cubicBezTo>
                    <a:cubicBezTo>
                      <a:pt x="38" y="9"/>
                      <a:pt x="35" y="8"/>
                      <a:pt x="33" y="11"/>
                    </a:cubicBezTo>
                    <a:cubicBezTo>
                      <a:pt x="28" y="16"/>
                      <a:pt x="24" y="18"/>
                      <a:pt x="19" y="21"/>
                    </a:cubicBezTo>
                    <a:cubicBezTo>
                      <a:pt x="15" y="23"/>
                      <a:pt x="10" y="30"/>
                      <a:pt x="6" y="2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4" name="Freeform 50">
                <a:extLst>
                  <a:ext uri="{FF2B5EF4-FFF2-40B4-BE49-F238E27FC236}">
                    <a16:creationId xmlns:a16="http://schemas.microsoft.com/office/drawing/2014/main" id="{F6928D39-FE85-45A4-B8EF-6C38B8C33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378"/>
                <a:ext cx="222" cy="119"/>
              </a:xfrm>
              <a:custGeom>
                <a:avLst/>
                <a:gdLst>
                  <a:gd name="T0" fmla="*/ 55 w 73"/>
                  <a:gd name="T1" fmla="*/ 622 h 39"/>
                  <a:gd name="T2" fmla="*/ 195 w 73"/>
                  <a:gd name="T3" fmla="*/ 995 h 39"/>
                  <a:gd name="T4" fmla="*/ 398 w 73"/>
                  <a:gd name="T5" fmla="*/ 821 h 39"/>
                  <a:gd name="T6" fmla="*/ 648 w 73"/>
                  <a:gd name="T7" fmla="*/ 763 h 39"/>
                  <a:gd name="T8" fmla="*/ 1128 w 73"/>
                  <a:gd name="T9" fmla="*/ 540 h 39"/>
                  <a:gd name="T10" fmla="*/ 1432 w 73"/>
                  <a:gd name="T11" fmla="*/ 427 h 39"/>
                  <a:gd name="T12" fmla="*/ 1682 w 73"/>
                  <a:gd name="T13" fmla="*/ 372 h 39"/>
                  <a:gd name="T14" fmla="*/ 1831 w 73"/>
                  <a:gd name="T15" fmla="*/ 195 h 39"/>
                  <a:gd name="T16" fmla="*/ 1971 w 73"/>
                  <a:gd name="T17" fmla="*/ 82 h 39"/>
                  <a:gd name="T18" fmla="*/ 1971 w 73"/>
                  <a:gd name="T19" fmla="*/ 27 h 39"/>
                  <a:gd name="T20" fmla="*/ 1545 w 73"/>
                  <a:gd name="T21" fmla="*/ 168 h 39"/>
                  <a:gd name="T22" fmla="*/ 593 w 73"/>
                  <a:gd name="T23" fmla="*/ 568 h 39"/>
                  <a:gd name="T24" fmla="*/ 249 w 73"/>
                  <a:gd name="T25" fmla="*/ 485 h 39"/>
                  <a:gd name="T26" fmla="*/ 140 w 73"/>
                  <a:gd name="T27" fmla="*/ 400 h 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" h="39">
                    <a:moveTo>
                      <a:pt x="2" y="22"/>
                    </a:moveTo>
                    <a:cubicBezTo>
                      <a:pt x="1" y="26"/>
                      <a:pt x="0" y="39"/>
                      <a:pt x="7" y="35"/>
                    </a:cubicBezTo>
                    <a:cubicBezTo>
                      <a:pt x="10" y="33"/>
                      <a:pt x="11" y="31"/>
                      <a:pt x="14" y="29"/>
                    </a:cubicBezTo>
                    <a:cubicBezTo>
                      <a:pt x="17" y="28"/>
                      <a:pt x="20" y="28"/>
                      <a:pt x="23" y="27"/>
                    </a:cubicBezTo>
                    <a:cubicBezTo>
                      <a:pt x="29" y="24"/>
                      <a:pt x="34" y="21"/>
                      <a:pt x="40" y="19"/>
                    </a:cubicBezTo>
                    <a:cubicBezTo>
                      <a:pt x="43" y="17"/>
                      <a:pt x="47" y="16"/>
                      <a:pt x="51" y="15"/>
                    </a:cubicBezTo>
                    <a:cubicBezTo>
                      <a:pt x="54" y="14"/>
                      <a:pt x="57" y="14"/>
                      <a:pt x="60" y="13"/>
                    </a:cubicBezTo>
                    <a:cubicBezTo>
                      <a:pt x="63" y="11"/>
                      <a:pt x="63" y="10"/>
                      <a:pt x="65" y="7"/>
                    </a:cubicBezTo>
                    <a:cubicBezTo>
                      <a:pt x="66" y="5"/>
                      <a:pt x="68" y="5"/>
                      <a:pt x="70" y="3"/>
                    </a:cubicBezTo>
                    <a:cubicBezTo>
                      <a:pt x="72" y="1"/>
                      <a:pt x="73" y="0"/>
                      <a:pt x="70" y="1"/>
                    </a:cubicBezTo>
                    <a:cubicBezTo>
                      <a:pt x="65" y="1"/>
                      <a:pt x="59" y="4"/>
                      <a:pt x="55" y="6"/>
                    </a:cubicBezTo>
                    <a:cubicBezTo>
                      <a:pt x="43" y="10"/>
                      <a:pt x="32" y="16"/>
                      <a:pt x="21" y="20"/>
                    </a:cubicBezTo>
                    <a:cubicBezTo>
                      <a:pt x="16" y="22"/>
                      <a:pt x="11" y="23"/>
                      <a:pt x="9" y="17"/>
                    </a:cubicBezTo>
                    <a:cubicBezTo>
                      <a:pt x="9" y="14"/>
                      <a:pt x="9" y="9"/>
                      <a:pt x="5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5" name="Freeform 51">
                <a:extLst>
                  <a:ext uri="{FF2B5EF4-FFF2-40B4-BE49-F238E27FC236}">
                    <a16:creationId xmlns:a16="http://schemas.microsoft.com/office/drawing/2014/main" id="{487D7856-B65D-48C3-9B07-3C5F1F7CC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396"/>
                <a:ext cx="27" cy="12"/>
              </a:xfrm>
              <a:custGeom>
                <a:avLst/>
                <a:gdLst>
                  <a:gd name="T0" fmla="*/ 0 w 9"/>
                  <a:gd name="T1" fmla="*/ 0 h 4"/>
                  <a:gd name="T2" fmla="*/ 243 w 9"/>
                  <a:gd name="T3" fmla="*/ 5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3" y="4"/>
                      <a:pt x="5" y="2"/>
                      <a:pt x="9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6" name="Freeform 52">
                <a:extLst>
                  <a:ext uri="{FF2B5EF4-FFF2-40B4-BE49-F238E27FC236}">
                    <a16:creationId xmlns:a16="http://schemas.microsoft.com/office/drawing/2014/main" id="{BF055D9B-5EE8-45CC-A82E-928515E09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634"/>
                <a:ext cx="140" cy="48"/>
              </a:xfrm>
              <a:custGeom>
                <a:avLst/>
                <a:gdLst>
                  <a:gd name="T0" fmla="*/ 167 w 46"/>
                  <a:gd name="T1" fmla="*/ 27 h 16"/>
                  <a:gd name="T2" fmla="*/ 55 w 46"/>
                  <a:gd name="T3" fmla="*/ 378 h 16"/>
                  <a:gd name="T4" fmla="*/ 481 w 46"/>
                  <a:gd name="T5" fmla="*/ 270 h 16"/>
                  <a:gd name="T6" fmla="*/ 816 w 46"/>
                  <a:gd name="T7" fmla="*/ 378 h 16"/>
                  <a:gd name="T8" fmla="*/ 1297 w 46"/>
                  <a:gd name="T9" fmla="*/ 270 h 16"/>
                  <a:gd name="T10" fmla="*/ 925 w 46"/>
                  <a:gd name="T11" fmla="*/ 324 h 16"/>
                  <a:gd name="T12" fmla="*/ 730 w 46"/>
                  <a:gd name="T13" fmla="*/ 81 h 16"/>
                  <a:gd name="T14" fmla="*/ 371 w 46"/>
                  <a:gd name="T15" fmla="*/ 135 h 16"/>
                  <a:gd name="T16" fmla="*/ 222 w 46"/>
                  <a:gd name="T17" fmla="*/ 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6">
                    <a:moveTo>
                      <a:pt x="6" y="1"/>
                    </a:moveTo>
                    <a:cubicBezTo>
                      <a:pt x="8" y="5"/>
                      <a:pt x="0" y="11"/>
                      <a:pt x="2" y="14"/>
                    </a:cubicBezTo>
                    <a:cubicBezTo>
                      <a:pt x="3" y="16"/>
                      <a:pt x="13" y="10"/>
                      <a:pt x="17" y="10"/>
                    </a:cubicBezTo>
                    <a:cubicBezTo>
                      <a:pt x="22" y="10"/>
                      <a:pt x="24" y="12"/>
                      <a:pt x="29" y="14"/>
                    </a:cubicBezTo>
                    <a:cubicBezTo>
                      <a:pt x="34" y="16"/>
                      <a:pt x="42" y="13"/>
                      <a:pt x="46" y="10"/>
                    </a:cubicBezTo>
                    <a:cubicBezTo>
                      <a:pt x="41" y="11"/>
                      <a:pt x="37" y="14"/>
                      <a:pt x="33" y="12"/>
                    </a:cubicBezTo>
                    <a:cubicBezTo>
                      <a:pt x="29" y="10"/>
                      <a:pt x="29" y="5"/>
                      <a:pt x="26" y="3"/>
                    </a:cubicBezTo>
                    <a:cubicBezTo>
                      <a:pt x="23" y="1"/>
                      <a:pt x="17" y="6"/>
                      <a:pt x="13" y="5"/>
                    </a:cubicBezTo>
                    <a:cubicBezTo>
                      <a:pt x="10" y="5"/>
                      <a:pt x="9" y="3"/>
                      <a:pt x="8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7" name="Freeform 53">
                <a:extLst>
                  <a:ext uri="{FF2B5EF4-FFF2-40B4-BE49-F238E27FC236}">
                    <a16:creationId xmlns:a16="http://schemas.microsoft.com/office/drawing/2014/main" id="{43D940A9-35CB-4CF9-9899-D2E9408B4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582"/>
                <a:ext cx="49" cy="37"/>
              </a:xfrm>
              <a:custGeom>
                <a:avLst/>
                <a:gdLst>
                  <a:gd name="T0" fmla="*/ 55 w 16"/>
                  <a:gd name="T1" fmla="*/ 142 h 12"/>
                  <a:gd name="T2" fmla="*/ 404 w 16"/>
                  <a:gd name="T3" fmla="*/ 59 h 12"/>
                  <a:gd name="T4" fmla="*/ 459 w 16"/>
                  <a:gd name="T5" fmla="*/ 352 h 12"/>
                  <a:gd name="T6" fmla="*/ 0 w 16"/>
                  <a:gd name="T7" fmla="*/ 18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2" y="5"/>
                    </a:moveTo>
                    <a:cubicBezTo>
                      <a:pt x="6" y="5"/>
                      <a:pt x="11" y="0"/>
                      <a:pt x="14" y="2"/>
                    </a:cubicBezTo>
                    <a:cubicBezTo>
                      <a:pt x="14" y="6"/>
                      <a:pt x="13" y="9"/>
                      <a:pt x="16" y="12"/>
                    </a:cubicBezTo>
                    <a:cubicBezTo>
                      <a:pt x="12" y="9"/>
                      <a:pt x="5" y="1"/>
                      <a:pt x="0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8" name="Freeform 54">
                <a:extLst>
                  <a:ext uri="{FF2B5EF4-FFF2-40B4-BE49-F238E27FC236}">
                    <a16:creationId xmlns:a16="http://schemas.microsoft.com/office/drawing/2014/main" id="{F18B9284-5937-450D-AAE1-E09168346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643"/>
                <a:ext cx="195" cy="119"/>
              </a:xfrm>
              <a:custGeom>
                <a:avLst/>
                <a:gdLst>
                  <a:gd name="T0" fmla="*/ 222 w 64"/>
                  <a:gd name="T1" fmla="*/ 735 h 39"/>
                  <a:gd name="T2" fmla="*/ 82 w 64"/>
                  <a:gd name="T3" fmla="*/ 1053 h 39"/>
                  <a:gd name="T4" fmla="*/ 344 w 64"/>
                  <a:gd name="T5" fmla="*/ 885 h 39"/>
                  <a:gd name="T6" fmla="*/ 871 w 64"/>
                  <a:gd name="T7" fmla="*/ 622 h 39"/>
                  <a:gd name="T8" fmla="*/ 1496 w 64"/>
                  <a:gd name="T9" fmla="*/ 400 h 39"/>
                  <a:gd name="T10" fmla="*/ 1642 w 64"/>
                  <a:gd name="T11" fmla="*/ 223 h 39"/>
                  <a:gd name="T12" fmla="*/ 1782 w 64"/>
                  <a:gd name="T13" fmla="*/ 0 h 39"/>
                  <a:gd name="T14" fmla="*/ 1466 w 64"/>
                  <a:gd name="T15" fmla="*/ 290 h 39"/>
                  <a:gd name="T16" fmla="*/ 1243 w 64"/>
                  <a:gd name="T17" fmla="*/ 317 h 39"/>
                  <a:gd name="T18" fmla="*/ 1076 w 64"/>
                  <a:gd name="T19" fmla="*/ 400 h 39"/>
                  <a:gd name="T20" fmla="*/ 512 w 64"/>
                  <a:gd name="T21" fmla="*/ 622 h 39"/>
                  <a:gd name="T22" fmla="*/ 277 w 64"/>
                  <a:gd name="T23" fmla="*/ 653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39">
                    <a:moveTo>
                      <a:pt x="8" y="26"/>
                    </a:moveTo>
                    <a:cubicBezTo>
                      <a:pt x="6" y="28"/>
                      <a:pt x="0" y="35"/>
                      <a:pt x="3" y="37"/>
                    </a:cubicBezTo>
                    <a:cubicBezTo>
                      <a:pt x="6" y="39"/>
                      <a:pt x="11" y="33"/>
                      <a:pt x="12" y="31"/>
                    </a:cubicBezTo>
                    <a:cubicBezTo>
                      <a:pt x="17" y="25"/>
                      <a:pt x="24" y="24"/>
                      <a:pt x="31" y="22"/>
                    </a:cubicBezTo>
                    <a:cubicBezTo>
                      <a:pt x="38" y="19"/>
                      <a:pt x="45" y="16"/>
                      <a:pt x="53" y="14"/>
                    </a:cubicBezTo>
                    <a:cubicBezTo>
                      <a:pt x="57" y="13"/>
                      <a:pt x="56" y="12"/>
                      <a:pt x="58" y="8"/>
                    </a:cubicBezTo>
                    <a:cubicBezTo>
                      <a:pt x="60" y="5"/>
                      <a:pt x="64" y="3"/>
                      <a:pt x="63" y="0"/>
                    </a:cubicBezTo>
                    <a:cubicBezTo>
                      <a:pt x="59" y="2"/>
                      <a:pt x="56" y="8"/>
                      <a:pt x="52" y="10"/>
                    </a:cubicBezTo>
                    <a:cubicBezTo>
                      <a:pt x="49" y="11"/>
                      <a:pt x="47" y="10"/>
                      <a:pt x="44" y="11"/>
                    </a:cubicBezTo>
                    <a:cubicBezTo>
                      <a:pt x="42" y="12"/>
                      <a:pt x="40" y="13"/>
                      <a:pt x="38" y="14"/>
                    </a:cubicBezTo>
                    <a:cubicBezTo>
                      <a:pt x="32" y="17"/>
                      <a:pt x="24" y="18"/>
                      <a:pt x="18" y="22"/>
                    </a:cubicBezTo>
                    <a:cubicBezTo>
                      <a:pt x="17" y="23"/>
                      <a:pt x="8" y="30"/>
                      <a:pt x="10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9" name="Freeform 55">
                <a:extLst>
                  <a:ext uri="{FF2B5EF4-FFF2-40B4-BE49-F238E27FC236}">
                    <a16:creationId xmlns:a16="http://schemas.microsoft.com/office/drawing/2014/main" id="{ACA81C93-BC5B-4508-9AF7-8E0D801B1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819"/>
                <a:ext cx="43" cy="61"/>
              </a:xfrm>
              <a:custGeom>
                <a:avLst/>
                <a:gdLst>
                  <a:gd name="T0" fmla="*/ 28 w 14"/>
                  <a:gd name="T1" fmla="*/ 0 h 20"/>
                  <a:gd name="T2" fmla="*/ 114 w 14"/>
                  <a:gd name="T3" fmla="*/ 345 h 20"/>
                  <a:gd name="T4" fmla="*/ 405 w 14"/>
                  <a:gd name="T5" fmla="*/ 567 h 20"/>
                  <a:gd name="T6" fmla="*/ 237 w 14"/>
                  <a:gd name="T7" fmla="*/ 223 h 20"/>
                  <a:gd name="T8" fmla="*/ 86 w 14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0">
                    <a:moveTo>
                      <a:pt x="1" y="0"/>
                    </a:moveTo>
                    <a:cubicBezTo>
                      <a:pt x="0" y="4"/>
                      <a:pt x="2" y="9"/>
                      <a:pt x="4" y="12"/>
                    </a:cubicBezTo>
                    <a:cubicBezTo>
                      <a:pt x="6" y="17"/>
                      <a:pt x="10" y="16"/>
                      <a:pt x="14" y="20"/>
                    </a:cubicBezTo>
                    <a:cubicBezTo>
                      <a:pt x="8" y="19"/>
                      <a:pt x="9" y="13"/>
                      <a:pt x="8" y="8"/>
                    </a:cubicBezTo>
                    <a:cubicBezTo>
                      <a:pt x="7" y="5"/>
                      <a:pt x="5" y="2"/>
                      <a:pt x="3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0" name="Freeform 56">
                <a:extLst>
                  <a:ext uri="{FF2B5EF4-FFF2-40B4-BE49-F238E27FC236}">
                    <a16:creationId xmlns:a16="http://schemas.microsoft.com/office/drawing/2014/main" id="{A3FBB1FD-95B5-4F50-97C2-79C2B8224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838"/>
                <a:ext cx="54" cy="109"/>
              </a:xfrm>
              <a:custGeom>
                <a:avLst/>
                <a:gdLst>
                  <a:gd name="T0" fmla="*/ 0 w 18"/>
                  <a:gd name="T1" fmla="*/ 27 h 36"/>
                  <a:gd name="T2" fmla="*/ 324 w 18"/>
                  <a:gd name="T3" fmla="*/ 466 h 36"/>
                  <a:gd name="T4" fmla="*/ 351 w 18"/>
                  <a:gd name="T5" fmla="*/ 724 h 36"/>
                  <a:gd name="T6" fmla="*/ 135 w 18"/>
                  <a:gd name="T7" fmla="*/ 890 h 36"/>
                  <a:gd name="T8" fmla="*/ 459 w 18"/>
                  <a:gd name="T9" fmla="*/ 999 h 36"/>
                  <a:gd name="T10" fmla="*/ 459 w 18"/>
                  <a:gd name="T11" fmla="*/ 890 h 36"/>
                  <a:gd name="T12" fmla="*/ 486 w 18"/>
                  <a:gd name="T13" fmla="*/ 724 h 36"/>
                  <a:gd name="T14" fmla="*/ 405 w 18"/>
                  <a:gd name="T15" fmla="*/ 412 h 36"/>
                  <a:gd name="T16" fmla="*/ 216 w 18"/>
                  <a:gd name="T17" fmla="*/ 194 h 36"/>
                  <a:gd name="T18" fmla="*/ 0 w 18"/>
                  <a:gd name="T19" fmla="*/ 0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36">
                    <a:moveTo>
                      <a:pt x="0" y="1"/>
                    </a:moveTo>
                    <a:cubicBezTo>
                      <a:pt x="0" y="10"/>
                      <a:pt x="9" y="11"/>
                      <a:pt x="12" y="17"/>
                    </a:cubicBezTo>
                    <a:cubicBezTo>
                      <a:pt x="14" y="20"/>
                      <a:pt x="13" y="24"/>
                      <a:pt x="13" y="26"/>
                    </a:cubicBezTo>
                    <a:cubicBezTo>
                      <a:pt x="11" y="30"/>
                      <a:pt x="8" y="31"/>
                      <a:pt x="5" y="32"/>
                    </a:cubicBezTo>
                    <a:cubicBezTo>
                      <a:pt x="9" y="35"/>
                      <a:pt x="13" y="36"/>
                      <a:pt x="17" y="36"/>
                    </a:cubicBezTo>
                    <a:cubicBezTo>
                      <a:pt x="18" y="34"/>
                      <a:pt x="17" y="33"/>
                      <a:pt x="17" y="32"/>
                    </a:cubicBezTo>
                    <a:cubicBezTo>
                      <a:pt x="17" y="30"/>
                      <a:pt x="18" y="28"/>
                      <a:pt x="18" y="26"/>
                    </a:cubicBezTo>
                    <a:cubicBezTo>
                      <a:pt x="18" y="22"/>
                      <a:pt x="16" y="19"/>
                      <a:pt x="15" y="15"/>
                    </a:cubicBezTo>
                    <a:cubicBezTo>
                      <a:pt x="13" y="12"/>
                      <a:pt x="11" y="9"/>
                      <a:pt x="8" y="7"/>
                    </a:cubicBezTo>
                    <a:cubicBezTo>
                      <a:pt x="5" y="5"/>
                      <a:pt x="0" y="4"/>
                      <a:pt x="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1" name="Freeform 57">
                <a:extLst>
                  <a:ext uri="{FF2B5EF4-FFF2-40B4-BE49-F238E27FC236}">
                    <a16:creationId xmlns:a16="http://schemas.microsoft.com/office/drawing/2014/main" id="{19B734F4-F3AD-4D79-B5BB-FDFE960D8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198"/>
                <a:ext cx="143" cy="113"/>
              </a:xfrm>
              <a:custGeom>
                <a:avLst/>
                <a:gdLst>
                  <a:gd name="T0" fmla="*/ 0 w 47"/>
                  <a:gd name="T1" fmla="*/ 858 h 37"/>
                  <a:gd name="T2" fmla="*/ 167 w 47"/>
                  <a:gd name="T3" fmla="*/ 1026 h 37"/>
                  <a:gd name="T4" fmla="*/ 399 w 47"/>
                  <a:gd name="T5" fmla="*/ 971 h 37"/>
                  <a:gd name="T6" fmla="*/ 1019 w 47"/>
                  <a:gd name="T7" fmla="*/ 736 h 37"/>
                  <a:gd name="T8" fmla="*/ 1214 w 47"/>
                  <a:gd name="T9" fmla="*/ 681 h 37"/>
                  <a:gd name="T10" fmla="*/ 1241 w 47"/>
                  <a:gd name="T11" fmla="*/ 458 h 37"/>
                  <a:gd name="T12" fmla="*/ 1324 w 47"/>
                  <a:gd name="T13" fmla="*/ 250 h 37"/>
                  <a:gd name="T14" fmla="*/ 1129 w 47"/>
                  <a:gd name="T15" fmla="*/ 0 h 37"/>
                  <a:gd name="T16" fmla="*/ 788 w 47"/>
                  <a:gd name="T17" fmla="*/ 596 h 37"/>
                  <a:gd name="T18" fmla="*/ 481 w 47"/>
                  <a:gd name="T19" fmla="*/ 596 h 37"/>
                  <a:gd name="T20" fmla="*/ 277 w 47"/>
                  <a:gd name="T21" fmla="*/ 596 h 37"/>
                  <a:gd name="T22" fmla="*/ 27 w 47"/>
                  <a:gd name="T23" fmla="*/ 709 h 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37">
                    <a:moveTo>
                      <a:pt x="0" y="30"/>
                    </a:moveTo>
                    <a:cubicBezTo>
                      <a:pt x="4" y="30"/>
                      <a:pt x="4" y="34"/>
                      <a:pt x="6" y="36"/>
                    </a:cubicBezTo>
                    <a:cubicBezTo>
                      <a:pt x="8" y="37"/>
                      <a:pt x="12" y="34"/>
                      <a:pt x="14" y="34"/>
                    </a:cubicBezTo>
                    <a:cubicBezTo>
                      <a:pt x="21" y="31"/>
                      <a:pt x="28" y="28"/>
                      <a:pt x="36" y="26"/>
                    </a:cubicBezTo>
                    <a:cubicBezTo>
                      <a:pt x="38" y="26"/>
                      <a:pt x="41" y="25"/>
                      <a:pt x="43" y="24"/>
                    </a:cubicBezTo>
                    <a:cubicBezTo>
                      <a:pt x="44" y="21"/>
                      <a:pt x="43" y="19"/>
                      <a:pt x="44" y="16"/>
                    </a:cubicBezTo>
                    <a:cubicBezTo>
                      <a:pt x="45" y="13"/>
                      <a:pt x="47" y="12"/>
                      <a:pt x="47" y="9"/>
                    </a:cubicBezTo>
                    <a:cubicBezTo>
                      <a:pt x="46" y="6"/>
                      <a:pt x="43" y="2"/>
                      <a:pt x="40" y="0"/>
                    </a:cubicBezTo>
                    <a:cubicBezTo>
                      <a:pt x="37" y="7"/>
                      <a:pt x="36" y="18"/>
                      <a:pt x="28" y="21"/>
                    </a:cubicBezTo>
                    <a:cubicBezTo>
                      <a:pt x="24" y="23"/>
                      <a:pt x="21" y="22"/>
                      <a:pt x="17" y="21"/>
                    </a:cubicBezTo>
                    <a:cubicBezTo>
                      <a:pt x="14" y="20"/>
                      <a:pt x="13" y="19"/>
                      <a:pt x="10" y="21"/>
                    </a:cubicBezTo>
                    <a:cubicBezTo>
                      <a:pt x="7" y="22"/>
                      <a:pt x="4" y="24"/>
                      <a:pt x="1" y="2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2" name="Freeform 58">
                <a:extLst>
                  <a:ext uri="{FF2B5EF4-FFF2-40B4-BE49-F238E27FC236}">
                    <a16:creationId xmlns:a16="http://schemas.microsoft.com/office/drawing/2014/main" id="{FAE0CC15-8EAE-4158-A856-0DD208963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171"/>
                <a:ext cx="134" cy="119"/>
              </a:xfrm>
              <a:custGeom>
                <a:avLst/>
                <a:gdLst>
                  <a:gd name="T0" fmla="*/ 0 w 44"/>
                  <a:gd name="T1" fmla="*/ 1108 h 39"/>
                  <a:gd name="T2" fmla="*/ 621 w 44"/>
                  <a:gd name="T3" fmla="*/ 790 h 39"/>
                  <a:gd name="T4" fmla="*/ 898 w 44"/>
                  <a:gd name="T5" fmla="*/ 568 h 39"/>
                  <a:gd name="T6" fmla="*/ 1020 w 44"/>
                  <a:gd name="T7" fmla="*/ 223 h 39"/>
                  <a:gd name="T8" fmla="*/ 1188 w 44"/>
                  <a:gd name="T9" fmla="*/ 140 h 39"/>
                  <a:gd name="T10" fmla="*/ 1160 w 44"/>
                  <a:gd name="T11" fmla="*/ 0 h 39"/>
                  <a:gd name="T12" fmla="*/ 898 w 44"/>
                  <a:gd name="T13" fmla="*/ 250 h 39"/>
                  <a:gd name="T14" fmla="*/ 734 w 44"/>
                  <a:gd name="T15" fmla="*/ 568 h 39"/>
                  <a:gd name="T16" fmla="*/ 399 w 44"/>
                  <a:gd name="T17" fmla="*/ 857 h 39"/>
                  <a:gd name="T18" fmla="*/ 195 w 44"/>
                  <a:gd name="T19" fmla="*/ 995 h 39"/>
                  <a:gd name="T20" fmla="*/ 0 w 44"/>
                  <a:gd name="T21" fmla="*/ 1080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39">
                    <a:moveTo>
                      <a:pt x="0" y="39"/>
                    </a:moveTo>
                    <a:cubicBezTo>
                      <a:pt x="7" y="39"/>
                      <a:pt x="16" y="32"/>
                      <a:pt x="22" y="28"/>
                    </a:cubicBezTo>
                    <a:cubicBezTo>
                      <a:pt x="26" y="26"/>
                      <a:pt x="30" y="24"/>
                      <a:pt x="32" y="20"/>
                    </a:cubicBezTo>
                    <a:cubicBezTo>
                      <a:pt x="35" y="17"/>
                      <a:pt x="33" y="11"/>
                      <a:pt x="36" y="8"/>
                    </a:cubicBezTo>
                    <a:cubicBezTo>
                      <a:pt x="38" y="7"/>
                      <a:pt x="41" y="8"/>
                      <a:pt x="42" y="5"/>
                    </a:cubicBezTo>
                    <a:cubicBezTo>
                      <a:pt x="44" y="3"/>
                      <a:pt x="43" y="2"/>
                      <a:pt x="41" y="0"/>
                    </a:cubicBezTo>
                    <a:cubicBezTo>
                      <a:pt x="37" y="2"/>
                      <a:pt x="34" y="5"/>
                      <a:pt x="32" y="9"/>
                    </a:cubicBezTo>
                    <a:cubicBezTo>
                      <a:pt x="29" y="13"/>
                      <a:pt x="29" y="17"/>
                      <a:pt x="26" y="20"/>
                    </a:cubicBezTo>
                    <a:cubicBezTo>
                      <a:pt x="22" y="23"/>
                      <a:pt x="18" y="27"/>
                      <a:pt x="14" y="30"/>
                    </a:cubicBezTo>
                    <a:cubicBezTo>
                      <a:pt x="12" y="32"/>
                      <a:pt x="10" y="34"/>
                      <a:pt x="7" y="35"/>
                    </a:cubicBezTo>
                    <a:cubicBezTo>
                      <a:pt x="5" y="36"/>
                      <a:pt x="1" y="36"/>
                      <a:pt x="0" y="3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3" name="Freeform 59">
                <a:extLst>
                  <a:ext uri="{FF2B5EF4-FFF2-40B4-BE49-F238E27FC236}">
                    <a16:creationId xmlns:a16="http://schemas.microsoft.com/office/drawing/2014/main" id="{59F24A95-57C6-4FF0-8126-7054FAAE6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360"/>
                <a:ext cx="143" cy="51"/>
              </a:xfrm>
              <a:custGeom>
                <a:avLst/>
                <a:gdLst>
                  <a:gd name="T0" fmla="*/ 0 w 47"/>
                  <a:gd name="T1" fmla="*/ 459 h 17"/>
                  <a:gd name="T2" fmla="*/ 82 w 47"/>
                  <a:gd name="T3" fmla="*/ 405 h 17"/>
                  <a:gd name="T4" fmla="*/ 195 w 47"/>
                  <a:gd name="T5" fmla="*/ 378 h 17"/>
                  <a:gd name="T6" fmla="*/ 508 w 47"/>
                  <a:gd name="T7" fmla="*/ 297 h 17"/>
                  <a:gd name="T8" fmla="*/ 1324 w 47"/>
                  <a:gd name="T9" fmla="*/ 0 h 17"/>
                  <a:gd name="T10" fmla="*/ 1047 w 47"/>
                  <a:gd name="T11" fmla="*/ 162 h 17"/>
                  <a:gd name="T12" fmla="*/ 730 w 47"/>
                  <a:gd name="T13" fmla="*/ 351 h 17"/>
                  <a:gd name="T14" fmla="*/ 82 w 47"/>
                  <a:gd name="T15" fmla="*/ 432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7">
                    <a:moveTo>
                      <a:pt x="0" y="17"/>
                    </a:moveTo>
                    <a:cubicBezTo>
                      <a:pt x="1" y="16"/>
                      <a:pt x="2" y="15"/>
                      <a:pt x="3" y="15"/>
                    </a:cubicBezTo>
                    <a:cubicBezTo>
                      <a:pt x="5" y="14"/>
                      <a:pt x="5" y="14"/>
                      <a:pt x="7" y="14"/>
                    </a:cubicBezTo>
                    <a:cubicBezTo>
                      <a:pt x="11" y="14"/>
                      <a:pt x="14" y="12"/>
                      <a:pt x="18" y="11"/>
                    </a:cubicBezTo>
                    <a:cubicBezTo>
                      <a:pt x="27" y="8"/>
                      <a:pt x="40" y="6"/>
                      <a:pt x="47" y="0"/>
                    </a:cubicBezTo>
                    <a:cubicBezTo>
                      <a:pt x="44" y="0"/>
                      <a:pt x="40" y="4"/>
                      <a:pt x="37" y="6"/>
                    </a:cubicBezTo>
                    <a:cubicBezTo>
                      <a:pt x="33" y="8"/>
                      <a:pt x="30" y="11"/>
                      <a:pt x="26" y="13"/>
                    </a:cubicBezTo>
                    <a:cubicBezTo>
                      <a:pt x="19" y="16"/>
                      <a:pt x="11" y="13"/>
                      <a:pt x="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4" name="Freeform 60">
                <a:extLst>
                  <a:ext uri="{FF2B5EF4-FFF2-40B4-BE49-F238E27FC236}">
                    <a16:creationId xmlns:a16="http://schemas.microsoft.com/office/drawing/2014/main" id="{407B691C-66F2-4225-A7CB-1D86C4A8D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308"/>
                <a:ext cx="64" cy="27"/>
              </a:xfrm>
              <a:custGeom>
                <a:avLst/>
                <a:gdLst>
                  <a:gd name="T0" fmla="*/ 0 w 21"/>
                  <a:gd name="T1" fmla="*/ 243 h 9"/>
                  <a:gd name="T2" fmla="*/ 594 w 21"/>
                  <a:gd name="T3" fmla="*/ 0 h 9"/>
                  <a:gd name="T4" fmla="*/ 0 w 21"/>
                  <a:gd name="T5" fmla="*/ 24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4" y="2"/>
                      <a:pt x="16" y="5"/>
                      <a:pt x="21" y="0"/>
                    </a:cubicBezTo>
                    <a:cubicBezTo>
                      <a:pt x="15" y="4"/>
                      <a:pt x="7" y="6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5" name="Freeform 61">
                <a:extLst>
                  <a:ext uri="{FF2B5EF4-FFF2-40B4-BE49-F238E27FC236}">
                    <a16:creationId xmlns:a16="http://schemas.microsoft.com/office/drawing/2014/main" id="{A1C9586D-11E5-47AE-82EA-3365A92FD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357"/>
                <a:ext cx="51" cy="24"/>
              </a:xfrm>
              <a:custGeom>
                <a:avLst/>
                <a:gdLst>
                  <a:gd name="T0" fmla="*/ 27 w 17"/>
                  <a:gd name="T1" fmla="*/ 54 h 8"/>
                  <a:gd name="T2" fmla="*/ 459 w 17"/>
                  <a:gd name="T3" fmla="*/ 0 h 8"/>
                  <a:gd name="T4" fmla="*/ 351 w 17"/>
                  <a:gd name="T5" fmla="*/ 162 h 8"/>
                  <a:gd name="T6" fmla="*/ 0 w 17"/>
                  <a:gd name="T7" fmla="*/ 5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1" y="2"/>
                    </a:moveTo>
                    <a:cubicBezTo>
                      <a:pt x="4" y="6"/>
                      <a:pt x="14" y="4"/>
                      <a:pt x="17" y="0"/>
                    </a:cubicBezTo>
                    <a:cubicBezTo>
                      <a:pt x="15" y="2"/>
                      <a:pt x="15" y="5"/>
                      <a:pt x="13" y="6"/>
                    </a:cubicBezTo>
                    <a:cubicBezTo>
                      <a:pt x="8" y="8"/>
                      <a:pt x="4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6" name="Freeform 62">
                <a:extLst>
                  <a:ext uri="{FF2B5EF4-FFF2-40B4-BE49-F238E27FC236}">
                    <a16:creationId xmlns:a16="http://schemas.microsoft.com/office/drawing/2014/main" id="{0B4B16EE-7FF5-406F-BD44-E0CDF0065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457"/>
                <a:ext cx="52" cy="28"/>
              </a:xfrm>
              <a:custGeom>
                <a:avLst/>
                <a:gdLst>
                  <a:gd name="T0" fmla="*/ 28 w 17"/>
                  <a:gd name="T1" fmla="*/ 87 h 9"/>
                  <a:gd name="T2" fmla="*/ 486 w 17"/>
                  <a:gd name="T3" fmla="*/ 0 h 9"/>
                  <a:gd name="T4" fmla="*/ 346 w 17"/>
                  <a:gd name="T5" fmla="*/ 243 h 9"/>
                  <a:gd name="T6" fmla="*/ 0 w 17"/>
                  <a:gd name="T7" fmla="*/ 15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1" y="3"/>
                    </a:moveTo>
                    <a:cubicBezTo>
                      <a:pt x="4" y="7"/>
                      <a:pt x="15" y="4"/>
                      <a:pt x="17" y="0"/>
                    </a:cubicBezTo>
                    <a:cubicBezTo>
                      <a:pt x="16" y="2"/>
                      <a:pt x="14" y="7"/>
                      <a:pt x="12" y="8"/>
                    </a:cubicBezTo>
                    <a:cubicBezTo>
                      <a:pt x="9" y="9"/>
                      <a:pt x="3" y="6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7" name="Freeform 63">
                <a:extLst>
                  <a:ext uri="{FF2B5EF4-FFF2-40B4-BE49-F238E27FC236}">
                    <a16:creationId xmlns:a16="http://schemas.microsoft.com/office/drawing/2014/main" id="{D5D047D8-4967-4042-A4B8-AB43E1254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491"/>
                <a:ext cx="67" cy="36"/>
              </a:xfrm>
              <a:custGeom>
                <a:avLst/>
                <a:gdLst>
                  <a:gd name="T0" fmla="*/ 0 w 22"/>
                  <a:gd name="T1" fmla="*/ 324 h 12"/>
                  <a:gd name="T2" fmla="*/ 621 w 2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12"/>
                    </a:moveTo>
                    <a:cubicBezTo>
                      <a:pt x="7" y="9"/>
                      <a:pt x="14" y="0"/>
                      <a:pt x="2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8" name="Freeform 64">
                <a:extLst>
                  <a:ext uri="{FF2B5EF4-FFF2-40B4-BE49-F238E27FC236}">
                    <a16:creationId xmlns:a16="http://schemas.microsoft.com/office/drawing/2014/main" id="{7FBD8E8F-145F-4D42-9679-0011CB2FC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198"/>
                <a:ext cx="64" cy="55"/>
              </a:xfrm>
              <a:custGeom>
                <a:avLst/>
                <a:gdLst>
                  <a:gd name="T0" fmla="*/ 0 w 21"/>
                  <a:gd name="T1" fmla="*/ 513 h 18"/>
                  <a:gd name="T2" fmla="*/ 168 w 21"/>
                  <a:gd name="T3" fmla="*/ 168 h 18"/>
                  <a:gd name="T4" fmla="*/ 594 w 21"/>
                  <a:gd name="T5" fmla="*/ 0 h 18"/>
                  <a:gd name="T6" fmla="*/ 250 w 21"/>
                  <a:gd name="T7" fmla="*/ 196 h 18"/>
                  <a:gd name="T8" fmla="*/ 113 w 21"/>
                  <a:gd name="T9" fmla="*/ 37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">
                    <a:moveTo>
                      <a:pt x="0" y="18"/>
                    </a:moveTo>
                    <a:cubicBezTo>
                      <a:pt x="5" y="16"/>
                      <a:pt x="4" y="10"/>
                      <a:pt x="6" y="6"/>
                    </a:cubicBezTo>
                    <a:cubicBezTo>
                      <a:pt x="8" y="2"/>
                      <a:pt x="17" y="1"/>
                      <a:pt x="21" y="0"/>
                    </a:cubicBezTo>
                    <a:cubicBezTo>
                      <a:pt x="17" y="2"/>
                      <a:pt x="12" y="3"/>
                      <a:pt x="9" y="7"/>
                    </a:cubicBezTo>
                    <a:cubicBezTo>
                      <a:pt x="7" y="9"/>
                      <a:pt x="7" y="12"/>
                      <a:pt x="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9" name="Freeform 65">
                <a:extLst>
                  <a:ext uri="{FF2B5EF4-FFF2-40B4-BE49-F238E27FC236}">
                    <a16:creationId xmlns:a16="http://schemas.microsoft.com/office/drawing/2014/main" id="{B38B01F4-864B-4733-8D95-8423EEB5F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156"/>
                <a:ext cx="16" cy="24"/>
              </a:xfrm>
              <a:custGeom>
                <a:avLst/>
                <a:gdLst>
                  <a:gd name="T0" fmla="*/ 163 w 5"/>
                  <a:gd name="T1" fmla="*/ 0 h 8"/>
                  <a:gd name="T2" fmla="*/ 102 w 5"/>
                  <a:gd name="T3" fmla="*/ 2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2" y="1"/>
                      <a:pt x="0" y="7"/>
                      <a:pt x="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0" name="Freeform 66">
                <a:extLst>
                  <a:ext uri="{FF2B5EF4-FFF2-40B4-BE49-F238E27FC236}">
                    <a16:creationId xmlns:a16="http://schemas.microsoft.com/office/drawing/2014/main" id="{6AEDE664-51B2-446A-9E55-184A2250C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159"/>
                <a:ext cx="24" cy="24"/>
              </a:xfrm>
              <a:custGeom>
                <a:avLst/>
                <a:gdLst>
                  <a:gd name="T0" fmla="*/ 54 w 8"/>
                  <a:gd name="T1" fmla="*/ 0 h 8"/>
                  <a:gd name="T2" fmla="*/ 0 w 8"/>
                  <a:gd name="T3" fmla="*/ 216 h 8"/>
                  <a:gd name="T4" fmla="*/ 54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8" y="3"/>
                      <a:pt x="5" y="6"/>
                      <a:pt x="0" y="8"/>
                    </a:cubicBezTo>
                    <a:cubicBezTo>
                      <a:pt x="2" y="6"/>
                      <a:pt x="3" y="4"/>
                      <a:pt x="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1" name="Freeform 67">
                <a:extLst>
                  <a:ext uri="{FF2B5EF4-FFF2-40B4-BE49-F238E27FC236}">
                    <a16:creationId xmlns:a16="http://schemas.microsoft.com/office/drawing/2014/main" id="{835D6F2E-761F-4D6B-BD4F-80658F1B4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515"/>
                <a:ext cx="12" cy="52"/>
              </a:xfrm>
              <a:custGeom>
                <a:avLst/>
                <a:gdLst>
                  <a:gd name="T0" fmla="*/ 81 w 4"/>
                  <a:gd name="T1" fmla="*/ 0 h 17"/>
                  <a:gd name="T2" fmla="*/ 0 w 4"/>
                  <a:gd name="T3" fmla="*/ 196 h 17"/>
                  <a:gd name="T4" fmla="*/ 0 w 4"/>
                  <a:gd name="T5" fmla="*/ 486 h 17"/>
                  <a:gd name="T6" fmla="*/ 108 w 4"/>
                  <a:gd name="T7" fmla="*/ 2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7">
                    <a:moveTo>
                      <a:pt x="3" y="0"/>
                    </a:moveTo>
                    <a:cubicBezTo>
                      <a:pt x="2" y="3"/>
                      <a:pt x="0" y="3"/>
                      <a:pt x="0" y="7"/>
                    </a:cubicBezTo>
                    <a:cubicBezTo>
                      <a:pt x="0" y="10"/>
                      <a:pt x="0" y="14"/>
                      <a:pt x="0" y="17"/>
                    </a:cubicBezTo>
                    <a:cubicBezTo>
                      <a:pt x="4" y="12"/>
                      <a:pt x="1" y="6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2" name="Freeform 68">
                <a:extLst>
                  <a:ext uri="{FF2B5EF4-FFF2-40B4-BE49-F238E27FC236}">
                    <a16:creationId xmlns:a16="http://schemas.microsoft.com/office/drawing/2014/main" id="{BE6F5762-1765-4DE2-8715-894BC3A4C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411"/>
                <a:ext cx="15" cy="67"/>
              </a:xfrm>
              <a:custGeom>
                <a:avLst/>
                <a:gdLst>
                  <a:gd name="T0" fmla="*/ 27 w 5"/>
                  <a:gd name="T1" fmla="*/ 27 h 22"/>
                  <a:gd name="T2" fmla="*/ 54 w 5"/>
                  <a:gd name="T3" fmla="*/ 317 h 22"/>
                  <a:gd name="T4" fmla="*/ 27 w 5"/>
                  <a:gd name="T5" fmla="*/ 621 h 22"/>
                  <a:gd name="T6" fmla="*/ 108 w 5"/>
                  <a:gd name="T7" fmla="*/ 344 h 22"/>
                  <a:gd name="T8" fmla="*/ 135 w 5"/>
                  <a:gd name="T9" fmla="*/ 195 h 22"/>
                  <a:gd name="T10" fmla="*/ 81 w 5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22">
                    <a:moveTo>
                      <a:pt x="1" y="1"/>
                    </a:moveTo>
                    <a:cubicBezTo>
                      <a:pt x="0" y="4"/>
                      <a:pt x="2" y="8"/>
                      <a:pt x="2" y="11"/>
                    </a:cubicBezTo>
                    <a:cubicBezTo>
                      <a:pt x="2" y="14"/>
                      <a:pt x="0" y="20"/>
                      <a:pt x="1" y="22"/>
                    </a:cubicBezTo>
                    <a:cubicBezTo>
                      <a:pt x="4" y="22"/>
                      <a:pt x="4" y="15"/>
                      <a:pt x="4" y="12"/>
                    </a:cubicBezTo>
                    <a:cubicBezTo>
                      <a:pt x="4" y="11"/>
                      <a:pt x="5" y="9"/>
                      <a:pt x="5" y="7"/>
                    </a:cubicBezTo>
                    <a:cubicBezTo>
                      <a:pt x="4" y="5"/>
                      <a:pt x="2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3" name="Freeform 69">
                <a:extLst>
                  <a:ext uri="{FF2B5EF4-FFF2-40B4-BE49-F238E27FC236}">
                    <a16:creationId xmlns:a16="http://schemas.microsoft.com/office/drawing/2014/main" id="{3CE49927-84C6-45F7-B2A6-F3C5360B9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548"/>
                <a:ext cx="25" cy="25"/>
              </a:xfrm>
              <a:custGeom>
                <a:avLst/>
                <a:gdLst>
                  <a:gd name="T0" fmla="*/ 0 w 8"/>
                  <a:gd name="T1" fmla="*/ 0 h 8"/>
                  <a:gd name="T2" fmla="*/ 244 w 8"/>
                  <a:gd name="T3" fmla="*/ 15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2" y="2"/>
                      <a:pt x="5" y="8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4" name="Freeform 70">
                <a:extLst>
                  <a:ext uri="{FF2B5EF4-FFF2-40B4-BE49-F238E27FC236}">
                    <a16:creationId xmlns:a16="http://schemas.microsoft.com/office/drawing/2014/main" id="{2535B437-1391-41D7-B5E9-72257AE79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600"/>
                <a:ext cx="58" cy="31"/>
              </a:xfrm>
              <a:custGeom>
                <a:avLst/>
                <a:gdLst>
                  <a:gd name="T0" fmla="*/ 27 w 19"/>
                  <a:gd name="T1" fmla="*/ 298 h 10"/>
                  <a:gd name="T2" fmla="*/ 195 w 19"/>
                  <a:gd name="T3" fmla="*/ 155 h 10"/>
                  <a:gd name="T4" fmla="*/ 540 w 19"/>
                  <a:gd name="T5" fmla="*/ 0 h 10"/>
                  <a:gd name="T6" fmla="*/ 250 w 19"/>
                  <a:gd name="T7" fmla="*/ 183 h 10"/>
                  <a:gd name="T8" fmla="*/ 113 w 19"/>
                  <a:gd name="T9" fmla="*/ 242 h 10"/>
                  <a:gd name="T10" fmla="*/ 0 w 19"/>
                  <a:gd name="T11" fmla="*/ 29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1" y="10"/>
                    </a:moveTo>
                    <a:cubicBezTo>
                      <a:pt x="0" y="5"/>
                      <a:pt x="4" y="6"/>
                      <a:pt x="7" y="5"/>
                    </a:cubicBezTo>
                    <a:cubicBezTo>
                      <a:pt x="11" y="4"/>
                      <a:pt x="15" y="2"/>
                      <a:pt x="19" y="0"/>
                    </a:cubicBezTo>
                    <a:cubicBezTo>
                      <a:pt x="15" y="1"/>
                      <a:pt x="12" y="5"/>
                      <a:pt x="9" y="6"/>
                    </a:cubicBezTo>
                    <a:cubicBezTo>
                      <a:pt x="7" y="7"/>
                      <a:pt x="6" y="7"/>
                      <a:pt x="4" y="8"/>
                    </a:cubicBezTo>
                    <a:cubicBezTo>
                      <a:pt x="3" y="9"/>
                      <a:pt x="3" y="10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5" name="Freeform 71">
                <a:extLst>
                  <a:ext uri="{FF2B5EF4-FFF2-40B4-BE49-F238E27FC236}">
                    <a16:creationId xmlns:a16="http://schemas.microsoft.com/office/drawing/2014/main" id="{F813E849-72CD-437C-85A6-504F86362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649"/>
                <a:ext cx="82" cy="27"/>
              </a:xfrm>
              <a:custGeom>
                <a:avLst/>
                <a:gdLst>
                  <a:gd name="T0" fmla="*/ 0 w 27"/>
                  <a:gd name="T1" fmla="*/ 243 h 9"/>
                  <a:gd name="T2" fmla="*/ 453 w 27"/>
                  <a:gd name="T3" fmla="*/ 81 h 9"/>
                  <a:gd name="T4" fmla="*/ 589 w 27"/>
                  <a:gd name="T5" fmla="*/ 27 h 9"/>
                  <a:gd name="T6" fmla="*/ 756 w 27"/>
                  <a:gd name="T7" fmla="*/ 27 h 9"/>
                  <a:gd name="T8" fmla="*/ 331 w 27"/>
                  <a:gd name="T9" fmla="*/ 13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9">
                    <a:moveTo>
                      <a:pt x="0" y="9"/>
                    </a:moveTo>
                    <a:cubicBezTo>
                      <a:pt x="5" y="8"/>
                      <a:pt x="11" y="5"/>
                      <a:pt x="16" y="3"/>
                    </a:cubicBezTo>
                    <a:cubicBezTo>
                      <a:pt x="18" y="2"/>
                      <a:pt x="18" y="1"/>
                      <a:pt x="21" y="1"/>
                    </a:cubicBezTo>
                    <a:cubicBezTo>
                      <a:pt x="23" y="0"/>
                      <a:pt x="24" y="1"/>
                      <a:pt x="27" y="1"/>
                    </a:cubicBezTo>
                    <a:cubicBezTo>
                      <a:pt x="22" y="1"/>
                      <a:pt x="17" y="4"/>
                      <a:pt x="1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6" name="Freeform 72">
                <a:extLst>
                  <a:ext uri="{FF2B5EF4-FFF2-40B4-BE49-F238E27FC236}">
                    <a16:creationId xmlns:a16="http://schemas.microsoft.com/office/drawing/2014/main" id="{80C35F4F-23FA-4041-9A9C-55CF26F41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603"/>
                <a:ext cx="18" cy="28"/>
              </a:xfrm>
              <a:custGeom>
                <a:avLst/>
                <a:gdLst>
                  <a:gd name="T0" fmla="*/ 135 w 6"/>
                  <a:gd name="T1" fmla="*/ 0 h 9"/>
                  <a:gd name="T2" fmla="*/ 81 w 6"/>
                  <a:gd name="T3" fmla="*/ 271 h 9"/>
                  <a:gd name="T4" fmla="*/ 162 w 6"/>
                  <a:gd name="T5" fmla="*/ 5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cubicBezTo>
                      <a:pt x="0" y="0"/>
                      <a:pt x="1" y="5"/>
                      <a:pt x="3" y="9"/>
                    </a:cubicBezTo>
                    <a:cubicBezTo>
                      <a:pt x="2" y="6"/>
                      <a:pt x="4" y="3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7" name="Freeform 73">
                <a:extLst>
                  <a:ext uri="{FF2B5EF4-FFF2-40B4-BE49-F238E27FC236}">
                    <a16:creationId xmlns:a16="http://schemas.microsoft.com/office/drawing/2014/main" id="{DF0FFBC2-C2CA-4226-AB75-5BCB70BAD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786"/>
                <a:ext cx="45" cy="18"/>
              </a:xfrm>
              <a:custGeom>
                <a:avLst/>
                <a:gdLst>
                  <a:gd name="T0" fmla="*/ 0 w 15"/>
                  <a:gd name="T1" fmla="*/ 162 h 6"/>
                  <a:gd name="T2" fmla="*/ 405 w 1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">
                    <a:moveTo>
                      <a:pt x="0" y="6"/>
                    </a:moveTo>
                    <a:cubicBezTo>
                      <a:pt x="6" y="6"/>
                      <a:pt x="11" y="3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8" name="Freeform 74">
                <a:extLst>
                  <a:ext uri="{FF2B5EF4-FFF2-40B4-BE49-F238E27FC236}">
                    <a16:creationId xmlns:a16="http://schemas.microsoft.com/office/drawing/2014/main" id="{AB6E2D3A-37E1-4BFA-997C-1B71ECD7F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886"/>
                <a:ext cx="85" cy="37"/>
              </a:xfrm>
              <a:custGeom>
                <a:avLst/>
                <a:gdLst>
                  <a:gd name="T0" fmla="*/ 0 w 28"/>
                  <a:gd name="T1" fmla="*/ 352 h 12"/>
                  <a:gd name="T2" fmla="*/ 358 w 28"/>
                  <a:gd name="T3" fmla="*/ 114 h 12"/>
                  <a:gd name="T4" fmla="*/ 534 w 28"/>
                  <a:gd name="T5" fmla="*/ 86 h 12"/>
                  <a:gd name="T6" fmla="*/ 783 w 28"/>
                  <a:gd name="T7" fmla="*/ 0 h 12"/>
                  <a:gd name="T8" fmla="*/ 480 w 28"/>
                  <a:gd name="T9" fmla="*/ 182 h 12"/>
                  <a:gd name="T10" fmla="*/ 194 w 28"/>
                  <a:gd name="T11" fmla="*/ 26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2">
                    <a:moveTo>
                      <a:pt x="0" y="12"/>
                    </a:moveTo>
                    <a:cubicBezTo>
                      <a:pt x="5" y="9"/>
                      <a:pt x="8" y="5"/>
                      <a:pt x="13" y="4"/>
                    </a:cubicBezTo>
                    <a:cubicBezTo>
                      <a:pt x="15" y="3"/>
                      <a:pt x="17" y="3"/>
                      <a:pt x="19" y="3"/>
                    </a:cubicBezTo>
                    <a:cubicBezTo>
                      <a:pt x="22" y="2"/>
                      <a:pt x="25" y="1"/>
                      <a:pt x="28" y="0"/>
                    </a:cubicBezTo>
                    <a:cubicBezTo>
                      <a:pt x="25" y="2"/>
                      <a:pt x="21" y="4"/>
                      <a:pt x="17" y="6"/>
                    </a:cubicBezTo>
                    <a:cubicBezTo>
                      <a:pt x="14" y="7"/>
                      <a:pt x="10" y="7"/>
                      <a:pt x="7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9" name="Freeform 75">
                <a:extLst>
                  <a:ext uri="{FF2B5EF4-FFF2-40B4-BE49-F238E27FC236}">
                    <a16:creationId xmlns:a16="http://schemas.microsoft.com/office/drawing/2014/main" id="{527A657C-35FE-44B3-9685-E1DEB7F06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914"/>
                <a:ext cx="109" cy="64"/>
              </a:xfrm>
              <a:custGeom>
                <a:avLst/>
                <a:gdLst>
                  <a:gd name="T0" fmla="*/ 27 w 36"/>
                  <a:gd name="T1" fmla="*/ 0 h 21"/>
                  <a:gd name="T2" fmla="*/ 385 w 36"/>
                  <a:gd name="T3" fmla="*/ 427 h 21"/>
                  <a:gd name="T4" fmla="*/ 999 w 36"/>
                  <a:gd name="T5" fmla="*/ 594 h 21"/>
                  <a:gd name="T6" fmla="*/ 330 w 36"/>
                  <a:gd name="T7" fmla="*/ 482 h 21"/>
                  <a:gd name="T8" fmla="*/ 0 w 36"/>
                  <a:gd name="T9" fmla="*/ 5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1" y="0"/>
                    </a:moveTo>
                    <a:cubicBezTo>
                      <a:pt x="4" y="7"/>
                      <a:pt x="6" y="13"/>
                      <a:pt x="14" y="15"/>
                    </a:cubicBezTo>
                    <a:cubicBezTo>
                      <a:pt x="21" y="16"/>
                      <a:pt x="30" y="17"/>
                      <a:pt x="36" y="21"/>
                    </a:cubicBezTo>
                    <a:cubicBezTo>
                      <a:pt x="27" y="18"/>
                      <a:pt x="20" y="19"/>
                      <a:pt x="12" y="17"/>
                    </a:cubicBezTo>
                    <a:cubicBezTo>
                      <a:pt x="4" y="16"/>
                      <a:pt x="2" y="8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0" name="Freeform 76">
                <a:extLst>
                  <a:ext uri="{FF2B5EF4-FFF2-40B4-BE49-F238E27FC236}">
                    <a16:creationId xmlns:a16="http://schemas.microsoft.com/office/drawing/2014/main" id="{1A72060A-C53E-42AA-8682-A01A98A48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020"/>
                <a:ext cx="61" cy="52"/>
              </a:xfrm>
              <a:custGeom>
                <a:avLst/>
                <a:gdLst>
                  <a:gd name="T0" fmla="*/ 0 w 20"/>
                  <a:gd name="T1" fmla="*/ 373 h 17"/>
                  <a:gd name="T2" fmla="*/ 567 w 20"/>
                  <a:gd name="T3" fmla="*/ 0 h 17"/>
                  <a:gd name="T4" fmla="*/ 512 w 20"/>
                  <a:gd name="T5" fmla="*/ 263 h 17"/>
                  <a:gd name="T6" fmla="*/ 168 w 20"/>
                  <a:gd name="T7" fmla="*/ 43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0" y="13"/>
                    </a:moveTo>
                    <a:cubicBezTo>
                      <a:pt x="7" y="17"/>
                      <a:pt x="19" y="7"/>
                      <a:pt x="20" y="0"/>
                    </a:cubicBezTo>
                    <a:cubicBezTo>
                      <a:pt x="18" y="3"/>
                      <a:pt x="20" y="7"/>
                      <a:pt x="18" y="9"/>
                    </a:cubicBezTo>
                    <a:cubicBezTo>
                      <a:pt x="16" y="14"/>
                      <a:pt x="10" y="13"/>
                      <a:pt x="6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1" name="Freeform 77">
                <a:extLst>
                  <a:ext uri="{FF2B5EF4-FFF2-40B4-BE49-F238E27FC236}">
                    <a16:creationId xmlns:a16="http://schemas.microsoft.com/office/drawing/2014/main" id="{0531169D-6994-4139-BF69-DF1F2AAC3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3051"/>
                <a:ext cx="89" cy="24"/>
              </a:xfrm>
              <a:custGeom>
                <a:avLst/>
                <a:gdLst>
                  <a:gd name="T0" fmla="*/ 55 w 29"/>
                  <a:gd name="T1" fmla="*/ 189 h 8"/>
                  <a:gd name="T2" fmla="*/ 292 w 29"/>
                  <a:gd name="T3" fmla="*/ 81 h 8"/>
                  <a:gd name="T4" fmla="*/ 838 w 29"/>
                  <a:gd name="T5" fmla="*/ 0 h 8"/>
                  <a:gd name="T6" fmla="*/ 377 w 29"/>
                  <a:gd name="T7" fmla="*/ 189 h 8"/>
                  <a:gd name="T8" fmla="*/ 28 w 29"/>
                  <a:gd name="T9" fmla="*/ 18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8">
                    <a:moveTo>
                      <a:pt x="2" y="7"/>
                    </a:moveTo>
                    <a:cubicBezTo>
                      <a:pt x="0" y="2"/>
                      <a:pt x="8" y="3"/>
                      <a:pt x="10" y="3"/>
                    </a:cubicBezTo>
                    <a:cubicBezTo>
                      <a:pt x="17" y="3"/>
                      <a:pt x="23" y="2"/>
                      <a:pt x="29" y="0"/>
                    </a:cubicBezTo>
                    <a:cubicBezTo>
                      <a:pt x="23" y="2"/>
                      <a:pt x="18" y="7"/>
                      <a:pt x="13" y="7"/>
                    </a:cubicBezTo>
                    <a:cubicBezTo>
                      <a:pt x="9" y="8"/>
                      <a:pt x="5" y="3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2" name="Freeform 78">
                <a:extLst>
                  <a:ext uri="{FF2B5EF4-FFF2-40B4-BE49-F238E27FC236}">
                    <a16:creationId xmlns:a16="http://schemas.microsoft.com/office/drawing/2014/main" id="{A67959D3-7217-4E7D-AFD9-A363DDDE3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430"/>
                <a:ext cx="40" cy="36"/>
              </a:xfrm>
              <a:custGeom>
                <a:avLst/>
                <a:gdLst>
                  <a:gd name="T0" fmla="*/ 28 w 13"/>
                  <a:gd name="T1" fmla="*/ 135 h 12"/>
                  <a:gd name="T2" fmla="*/ 237 w 13"/>
                  <a:gd name="T3" fmla="*/ 270 h 12"/>
                  <a:gd name="T4" fmla="*/ 114 w 13"/>
                  <a:gd name="T5" fmla="*/ 8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" y="5"/>
                    </a:moveTo>
                    <a:cubicBezTo>
                      <a:pt x="0" y="8"/>
                      <a:pt x="5" y="12"/>
                      <a:pt x="8" y="10"/>
                    </a:cubicBezTo>
                    <a:cubicBezTo>
                      <a:pt x="13" y="7"/>
                      <a:pt x="9" y="0"/>
                      <a:pt x="4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3" name="Freeform 79">
                <a:extLst>
                  <a:ext uri="{FF2B5EF4-FFF2-40B4-BE49-F238E27FC236}">
                    <a16:creationId xmlns:a16="http://schemas.microsoft.com/office/drawing/2014/main" id="{8E2ABE85-0320-4FEA-9E2F-FFDC66860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527"/>
                <a:ext cx="45" cy="52"/>
              </a:xfrm>
              <a:custGeom>
                <a:avLst/>
                <a:gdLst>
                  <a:gd name="T0" fmla="*/ 0 w 15"/>
                  <a:gd name="T1" fmla="*/ 86 h 17"/>
                  <a:gd name="T2" fmla="*/ 81 w 1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0" y="3"/>
                    </a:moveTo>
                    <a:cubicBezTo>
                      <a:pt x="0" y="17"/>
                      <a:pt x="15" y="2"/>
                      <a:pt x="3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4" name="Freeform 80">
                <a:extLst>
                  <a:ext uri="{FF2B5EF4-FFF2-40B4-BE49-F238E27FC236}">
                    <a16:creationId xmlns:a16="http://schemas.microsoft.com/office/drawing/2014/main" id="{5C9A434F-11D7-4122-B719-36A61F2B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631"/>
                <a:ext cx="34" cy="24"/>
              </a:xfrm>
              <a:custGeom>
                <a:avLst/>
                <a:gdLst>
                  <a:gd name="T0" fmla="*/ 0 w 11"/>
                  <a:gd name="T1" fmla="*/ 81 h 8"/>
                  <a:gd name="T2" fmla="*/ 269 w 11"/>
                  <a:gd name="T3" fmla="*/ 162 h 8"/>
                  <a:gd name="T4" fmla="*/ 182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2" y="4"/>
                      <a:pt x="7" y="8"/>
                      <a:pt x="9" y="6"/>
                    </a:cubicBezTo>
                    <a:cubicBezTo>
                      <a:pt x="11" y="4"/>
                      <a:pt x="9" y="0"/>
                      <a:pt x="6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5" name="Freeform 81">
                <a:extLst>
                  <a:ext uri="{FF2B5EF4-FFF2-40B4-BE49-F238E27FC236}">
                    <a16:creationId xmlns:a16="http://schemas.microsoft.com/office/drawing/2014/main" id="{5FF46580-4513-4C94-B9EE-377C44C75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746"/>
                <a:ext cx="31" cy="40"/>
              </a:xfrm>
              <a:custGeom>
                <a:avLst/>
                <a:gdLst>
                  <a:gd name="T0" fmla="*/ 59 w 10"/>
                  <a:gd name="T1" fmla="*/ 28 h 13"/>
                  <a:gd name="T2" fmla="*/ 298 w 10"/>
                  <a:gd name="T3" fmla="*/ 237 h 13"/>
                  <a:gd name="T4" fmla="*/ 87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2" y="1"/>
                    </a:moveTo>
                    <a:cubicBezTo>
                      <a:pt x="0" y="7"/>
                      <a:pt x="4" y="13"/>
                      <a:pt x="10" y="8"/>
                    </a:cubicBezTo>
                    <a:cubicBezTo>
                      <a:pt x="9" y="5"/>
                      <a:pt x="6" y="1"/>
                      <a:pt x="3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6" name="Freeform 82">
                <a:extLst>
                  <a:ext uri="{FF2B5EF4-FFF2-40B4-BE49-F238E27FC236}">
                    <a16:creationId xmlns:a16="http://schemas.microsoft.com/office/drawing/2014/main" id="{0FE50959-6EDA-43DE-8A1F-A2EF19C95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832"/>
                <a:ext cx="42" cy="33"/>
              </a:xfrm>
              <a:custGeom>
                <a:avLst/>
                <a:gdLst>
                  <a:gd name="T0" fmla="*/ 0 w 14"/>
                  <a:gd name="T1" fmla="*/ 27 h 11"/>
                  <a:gd name="T2" fmla="*/ 216 w 14"/>
                  <a:gd name="T3" fmla="*/ 297 h 11"/>
                  <a:gd name="T4" fmla="*/ 378 w 14"/>
                  <a:gd name="T5" fmla="*/ 0 h 11"/>
                  <a:gd name="T6" fmla="*/ 108 w 14"/>
                  <a:gd name="T7" fmla="*/ 13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1"/>
                    </a:moveTo>
                    <a:cubicBezTo>
                      <a:pt x="1" y="3"/>
                      <a:pt x="5" y="10"/>
                      <a:pt x="8" y="11"/>
                    </a:cubicBezTo>
                    <a:cubicBezTo>
                      <a:pt x="13" y="11"/>
                      <a:pt x="14" y="4"/>
                      <a:pt x="14" y="0"/>
                    </a:cubicBezTo>
                    <a:cubicBezTo>
                      <a:pt x="12" y="4"/>
                      <a:pt x="9" y="8"/>
                      <a:pt x="4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7" name="Freeform 83">
                <a:extLst>
                  <a:ext uri="{FF2B5EF4-FFF2-40B4-BE49-F238E27FC236}">
                    <a16:creationId xmlns:a16="http://schemas.microsoft.com/office/drawing/2014/main" id="{BE757864-0336-4CCA-83C8-4F46847A6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719"/>
                <a:ext cx="31" cy="43"/>
              </a:xfrm>
              <a:custGeom>
                <a:avLst/>
                <a:gdLst>
                  <a:gd name="T0" fmla="*/ 0 w 10"/>
                  <a:gd name="T1" fmla="*/ 141 h 14"/>
                  <a:gd name="T2" fmla="*/ 211 w 10"/>
                  <a:gd name="T3" fmla="*/ 378 h 14"/>
                  <a:gd name="T4" fmla="*/ 183 w 10"/>
                  <a:gd name="T5" fmla="*/ 0 h 14"/>
                  <a:gd name="T6" fmla="*/ 115 w 10"/>
                  <a:gd name="T7" fmla="*/ 23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0" y="5"/>
                    </a:moveTo>
                    <a:cubicBezTo>
                      <a:pt x="1" y="7"/>
                      <a:pt x="4" y="14"/>
                      <a:pt x="7" y="13"/>
                    </a:cubicBezTo>
                    <a:cubicBezTo>
                      <a:pt x="10" y="12"/>
                      <a:pt x="6" y="3"/>
                      <a:pt x="6" y="0"/>
                    </a:cubicBezTo>
                    <a:cubicBezTo>
                      <a:pt x="5" y="3"/>
                      <a:pt x="6" y="6"/>
                      <a:pt x="4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8" name="Freeform 84">
                <a:extLst>
                  <a:ext uri="{FF2B5EF4-FFF2-40B4-BE49-F238E27FC236}">
                    <a16:creationId xmlns:a16="http://schemas.microsoft.com/office/drawing/2014/main" id="{E37341EA-B172-424A-91D4-2027B7EBF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606"/>
                <a:ext cx="34" cy="46"/>
              </a:xfrm>
              <a:custGeom>
                <a:avLst/>
                <a:gdLst>
                  <a:gd name="T0" fmla="*/ 0 w 11"/>
                  <a:gd name="T1" fmla="*/ 196 h 15"/>
                  <a:gd name="T2" fmla="*/ 238 w 11"/>
                  <a:gd name="T3" fmla="*/ 377 h 15"/>
                  <a:gd name="T4" fmla="*/ 182 w 11"/>
                  <a:gd name="T5" fmla="*/ 0 h 15"/>
                  <a:gd name="T6" fmla="*/ 87 w 11"/>
                  <a:gd name="T7" fmla="*/ 26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0" y="7"/>
                    </a:moveTo>
                    <a:cubicBezTo>
                      <a:pt x="1" y="9"/>
                      <a:pt x="5" y="15"/>
                      <a:pt x="8" y="13"/>
                    </a:cubicBezTo>
                    <a:cubicBezTo>
                      <a:pt x="11" y="11"/>
                      <a:pt x="7" y="2"/>
                      <a:pt x="6" y="0"/>
                    </a:cubicBezTo>
                    <a:cubicBezTo>
                      <a:pt x="7" y="3"/>
                      <a:pt x="9" y="10"/>
                      <a:pt x="3" y="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9" name="Freeform 85">
                <a:extLst>
                  <a:ext uri="{FF2B5EF4-FFF2-40B4-BE49-F238E27FC236}">
                    <a16:creationId xmlns:a16="http://schemas.microsoft.com/office/drawing/2014/main" id="{1469004F-82DA-445B-97A0-735CDCA33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97"/>
                <a:ext cx="27" cy="39"/>
              </a:xfrm>
              <a:custGeom>
                <a:avLst/>
                <a:gdLst>
                  <a:gd name="T0" fmla="*/ 0 w 9"/>
                  <a:gd name="T1" fmla="*/ 162 h 13"/>
                  <a:gd name="T2" fmla="*/ 162 w 9"/>
                  <a:gd name="T3" fmla="*/ 297 h 13"/>
                  <a:gd name="T4" fmla="*/ 108 w 9"/>
                  <a:gd name="T5" fmla="*/ 0 h 13"/>
                  <a:gd name="T6" fmla="*/ 81 w 9"/>
                  <a:gd name="T7" fmla="*/ 24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6"/>
                    </a:moveTo>
                    <a:cubicBezTo>
                      <a:pt x="1" y="8"/>
                      <a:pt x="3" y="13"/>
                      <a:pt x="6" y="11"/>
                    </a:cubicBezTo>
                    <a:cubicBezTo>
                      <a:pt x="9" y="9"/>
                      <a:pt x="6" y="3"/>
                      <a:pt x="4" y="0"/>
                    </a:cubicBezTo>
                    <a:cubicBezTo>
                      <a:pt x="4" y="3"/>
                      <a:pt x="6" y="7"/>
                      <a:pt x="3" y="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0" name="Freeform 86">
                <a:extLst>
                  <a:ext uri="{FF2B5EF4-FFF2-40B4-BE49-F238E27FC236}">
                    <a16:creationId xmlns:a16="http://schemas.microsoft.com/office/drawing/2014/main" id="{9EE7ACB3-8142-40CC-9951-56A28101C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366"/>
                <a:ext cx="49" cy="49"/>
              </a:xfrm>
              <a:custGeom>
                <a:avLst/>
                <a:gdLst>
                  <a:gd name="T0" fmla="*/ 0 w 16"/>
                  <a:gd name="T1" fmla="*/ 291 h 16"/>
                  <a:gd name="T2" fmla="*/ 377 w 16"/>
                  <a:gd name="T3" fmla="*/ 377 h 16"/>
                  <a:gd name="T4" fmla="*/ 196 w 16"/>
                  <a:gd name="T5" fmla="*/ 0 h 16"/>
                  <a:gd name="T6" fmla="*/ 141 w 16"/>
                  <a:gd name="T7" fmla="*/ 29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10"/>
                    </a:moveTo>
                    <a:cubicBezTo>
                      <a:pt x="4" y="9"/>
                      <a:pt x="11" y="16"/>
                      <a:pt x="13" y="13"/>
                    </a:cubicBezTo>
                    <a:cubicBezTo>
                      <a:pt x="16" y="9"/>
                      <a:pt x="8" y="3"/>
                      <a:pt x="7" y="0"/>
                    </a:cubicBezTo>
                    <a:cubicBezTo>
                      <a:pt x="9" y="3"/>
                      <a:pt x="12" y="11"/>
                      <a:pt x="5" y="1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1" name="Freeform 87">
                <a:extLst>
                  <a:ext uri="{FF2B5EF4-FFF2-40B4-BE49-F238E27FC236}">
                    <a16:creationId xmlns:a16="http://schemas.microsoft.com/office/drawing/2014/main" id="{37C6B1D3-5B6C-410F-843A-506FF351A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226"/>
                <a:ext cx="24" cy="18"/>
              </a:xfrm>
              <a:custGeom>
                <a:avLst/>
                <a:gdLst>
                  <a:gd name="T0" fmla="*/ 81 w 8"/>
                  <a:gd name="T1" fmla="*/ 0 h 6"/>
                  <a:gd name="T2" fmla="*/ 0 w 8"/>
                  <a:gd name="T3" fmla="*/ 27 h 6"/>
                  <a:gd name="T4" fmla="*/ 216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6"/>
                      <a:pt x="7" y="4"/>
                      <a:pt x="8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2" name="Freeform 88">
                <a:extLst>
                  <a:ext uri="{FF2B5EF4-FFF2-40B4-BE49-F238E27FC236}">
                    <a16:creationId xmlns:a16="http://schemas.microsoft.com/office/drawing/2014/main" id="{E410AF80-A269-43E9-B7B1-01DFAB740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214"/>
                <a:ext cx="79" cy="82"/>
              </a:xfrm>
              <a:custGeom>
                <a:avLst/>
                <a:gdLst>
                  <a:gd name="T0" fmla="*/ 0 w 26"/>
                  <a:gd name="T1" fmla="*/ 756 h 27"/>
                  <a:gd name="T2" fmla="*/ 562 w 26"/>
                  <a:gd name="T3" fmla="*/ 535 h 27"/>
                  <a:gd name="T4" fmla="*/ 589 w 26"/>
                  <a:gd name="T5" fmla="*/ 0 h 27"/>
                  <a:gd name="T6" fmla="*/ 425 w 26"/>
                  <a:gd name="T7" fmla="*/ 331 h 27"/>
                  <a:gd name="T8" fmla="*/ 167 w 26"/>
                  <a:gd name="T9" fmla="*/ 507 h 27"/>
                  <a:gd name="T10" fmla="*/ 371 w 26"/>
                  <a:gd name="T11" fmla="*/ 507 h 27"/>
                  <a:gd name="T12" fmla="*/ 304 w 26"/>
                  <a:gd name="T13" fmla="*/ 61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7">
                    <a:moveTo>
                      <a:pt x="0" y="27"/>
                    </a:moveTo>
                    <a:cubicBezTo>
                      <a:pt x="6" y="25"/>
                      <a:pt x="16" y="23"/>
                      <a:pt x="20" y="19"/>
                    </a:cubicBezTo>
                    <a:cubicBezTo>
                      <a:pt x="26" y="14"/>
                      <a:pt x="20" y="6"/>
                      <a:pt x="21" y="0"/>
                    </a:cubicBezTo>
                    <a:cubicBezTo>
                      <a:pt x="18" y="2"/>
                      <a:pt x="17" y="9"/>
                      <a:pt x="15" y="12"/>
                    </a:cubicBezTo>
                    <a:cubicBezTo>
                      <a:pt x="13" y="17"/>
                      <a:pt x="11" y="17"/>
                      <a:pt x="6" y="18"/>
                    </a:cubicBezTo>
                    <a:cubicBezTo>
                      <a:pt x="8" y="18"/>
                      <a:pt x="11" y="17"/>
                      <a:pt x="13" y="18"/>
                    </a:cubicBezTo>
                    <a:cubicBezTo>
                      <a:pt x="13" y="19"/>
                      <a:pt x="12" y="21"/>
                      <a:pt x="11" y="2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3" name="Freeform 89">
                <a:extLst>
                  <a:ext uri="{FF2B5EF4-FFF2-40B4-BE49-F238E27FC236}">
                    <a16:creationId xmlns:a16="http://schemas.microsoft.com/office/drawing/2014/main" id="{0265A911-17C6-4EC7-AF47-2CEBB6A0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445"/>
                <a:ext cx="67" cy="40"/>
              </a:xfrm>
              <a:custGeom>
                <a:avLst/>
                <a:gdLst>
                  <a:gd name="T0" fmla="*/ 82 w 22"/>
                  <a:gd name="T1" fmla="*/ 0 h 13"/>
                  <a:gd name="T2" fmla="*/ 168 w 22"/>
                  <a:gd name="T3" fmla="*/ 378 h 13"/>
                  <a:gd name="T4" fmla="*/ 399 w 22"/>
                  <a:gd name="T5" fmla="*/ 169 h 13"/>
                  <a:gd name="T6" fmla="*/ 621 w 22"/>
                  <a:gd name="T7" fmla="*/ 142 h 13"/>
                  <a:gd name="T8" fmla="*/ 168 w 22"/>
                  <a:gd name="T9" fmla="*/ 11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3">
                    <a:moveTo>
                      <a:pt x="3" y="0"/>
                    </a:moveTo>
                    <a:cubicBezTo>
                      <a:pt x="3" y="4"/>
                      <a:pt x="0" y="13"/>
                      <a:pt x="6" y="13"/>
                    </a:cubicBezTo>
                    <a:cubicBezTo>
                      <a:pt x="9" y="13"/>
                      <a:pt x="11" y="7"/>
                      <a:pt x="14" y="6"/>
                    </a:cubicBezTo>
                    <a:cubicBezTo>
                      <a:pt x="16" y="5"/>
                      <a:pt x="20" y="6"/>
                      <a:pt x="22" y="5"/>
                    </a:cubicBezTo>
                    <a:cubicBezTo>
                      <a:pt x="19" y="2"/>
                      <a:pt x="7" y="13"/>
                      <a:pt x="6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4" name="Freeform 90">
                <a:extLst>
                  <a:ext uri="{FF2B5EF4-FFF2-40B4-BE49-F238E27FC236}">
                    <a16:creationId xmlns:a16="http://schemas.microsoft.com/office/drawing/2014/main" id="{CA2C2FB8-C9D3-466F-B907-D2EE3D592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567"/>
                <a:ext cx="34" cy="36"/>
              </a:xfrm>
              <a:custGeom>
                <a:avLst/>
                <a:gdLst>
                  <a:gd name="T0" fmla="*/ 325 w 11"/>
                  <a:gd name="T1" fmla="*/ 0 h 12"/>
                  <a:gd name="T2" fmla="*/ 269 w 11"/>
                  <a:gd name="T3" fmla="*/ 270 h 12"/>
                  <a:gd name="T4" fmla="*/ 0 w 11"/>
                  <a:gd name="T5" fmla="*/ 3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cubicBezTo>
                      <a:pt x="11" y="3"/>
                      <a:pt x="11" y="7"/>
                      <a:pt x="9" y="10"/>
                    </a:cubicBezTo>
                    <a:cubicBezTo>
                      <a:pt x="8" y="11"/>
                      <a:pt x="2" y="11"/>
                      <a:pt x="0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5" name="Freeform 91">
                <a:extLst>
                  <a:ext uri="{FF2B5EF4-FFF2-40B4-BE49-F238E27FC236}">
                    <a16:creationId xmlns:a16="http://schemas.microsoft.com/office/drawing/2014/main" id="{9402D216-82E4-4A27-8D9B-203BC01DC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731"/>
                <a:ext cx="64" cy="34"/>
              </a:xfrm>
              <a:custGeom>
                <a:avLst/>
                <a:gdLst>
                  <a:gd name="T0" fmla="*/ 0 w 21"/>
                  <a:gd name="T1" fmla="*/ 325 h 11"/>
                  <a:gd name="T2" fmla="*/ 344 w 21"/>
                  <a:gd name="T3" fmla="*/ 238 h 11"/>
                  <a:gd name="T4" fmla="*/ 594 w 21"/>
                  <a:gd name="T5" fmla="*/ 297 h 11"/>
                  <a:gd name="T6" fmla="*/ 427 w 21"/>
                  <a:gd name="T7" fmla="*/ 0 h 11"/>
                  <a:gd name="T8" fmla="*/ 317 w 21"/>
                  <a:gd name="T9" fmla="*/ 18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1">
                    <a:moveTo>
                      <a:pt x="0" y="11"/>
                    </a:moveTo>
                    <a:cubicBezTo>
                      <a:pt x="4" y="10"/>
                      <a:pt x="8" y="8"/>
                      <a:pt x="12" y="8"/>
                    </a:cubicBezTo>
                    <a:cubicBezTo>
                      <a:pt x="15" y="8"/>
                      <a:pt x="18" y="11"/>
                      <a:pt x="21" y="10"/>
                    </a:cubicBezTo>
                    <a:cubicBezTo>
                      <a:pt x="20" y="6"/>
                      <a:pt x="17" y="4"/>
                      <a:pt x="15" y="0"/>
                    </a:cubicBezTo>
                    <a:cubicBezTo>
                      <a:pt x="17" y="4"/>
                      <a:pt x="14" y="6"/>
                      <a:pt x="11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6" name="Freeform 92">
                <a:extLst>
                  <a:ext uri="{FF2B5EF4-FFF2-40B4-BE49-F238E27FC236}">
                    <a16:creationId xmlns:a16="http://schemas.microsoft.com/office/drawing/2014/main" id="{0DB8BC76-CBA4-48B3-BB4A-0A35B28EF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932"/>
                <a:ext cx="64" cy="43"/>
              </a:xfrm>
              <a:custGeom>
                <a:avLst/>
                <a:gdLst>
                  <a:gd name="T0" fmla="*/ 0 w 21"/>
                  <a:gd name="T1" fmla="*/ 141 h 14"/>
                  <a:gd name="T2" fmla="*/ 399 w 21"/>
                  <a:gd name="T3" fmla="*/ 405 h 14"/>
                  <a:gd name="T4" fmla="*/ 512 w 21"/>
                  <a:gd name="T5" fmla="*/ 0 h 14"/>
                  <a:gd name="T6" fmla="*/ 195 w 21"/>
                  <a:gd name="T7" fmla="*/ 16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0" y="5"/>
                    </a:moveTo>
                    <a:cubicBezTo>
                      <a:pt x="4" y="8"/>
                      <a:pt x="10" y="14"/>
                      <a:pt x="14" y="14"/>
                    </a:cubicBezTo>
                    <a:cubicBezTo>
                      <a:pt x="21" y="14"/>
                      <a:pt x="19" y="6"/>
                      <a:pt x="18" y="0"/>
                    </a:cubicBezTo>
                    <a:cubicBezTo>
                      <a:pt x="17" y="6"/>
                      <a:pt x="13" y="12"/>
                      <a:pt x="7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7" name="Freeform 93">
                <a:extLst>
                  <a:ext uri="{FF2B5EF4-FFF2-40B4-BE49-F238E27FC236}">
                    <a16:creationId xmlns:a16="http://schemas.microsoft.com/office/drawing/2014/main" id="{5D16D970-82E7-48D3-95E8-407C887BE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3072"/>
                <a:ext cx="57" cy="67"/>
              </a:xfrm>
              <a:custGeom>
                <a:avLst/>
                <a:gdLst>
                  <a:gd name="T0" fmla="*/ 0 w 19"/>
                  <a:gd name="T1" fmla="*/ 399 h 22"/>
                  <a:gd name="T2" fmla="*/ 486 w 19"/>
                  <a:gd name="T3" fmla="*/ 454 h 22"/>
                  <a:gd name="T4" fmla="*/ 432 w 19"/>
                  <a:gd name="T5" fmla="*/ 222 h 22"/>
                  <a:gd name="T6" fmla="*/ 486 w 19"/>
                  <a:gd name="T7" fmla="*/ 0 h 22"/>
                  <a:gd name="T8" fmla="*/ 108 w 19"/>
                  <a:gd name="T9" fmla="*/ 39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2">
                    <a:moveTo>
                      <a:pt x="0" y="14"/>
                    </a:moveTo>
                    <a:cubicBezTo>
                      <a:pt x="4" y="17"/>
                      <a:pt x="16" y="22"/>
                      <a:pt x="18" y="16"/>
                    </a:cubicBezTo>
                    <a:cubicBezTo>
                      <a:pt x="19" y="14"/>
                      <a:pt x="16" y="10"/>
                      <a:pt x="16" y="8"/>
                    </a:cubicBezTo>
                    <a:cubicBezTo>
                      <a:pt x="16" y="5"/>
                      <a:pt x="19" y="3"/>
                      <a:pt x="18" y="0"/>
                    </a:cubicBezTo>
                    <a:cubicBezTo>
                      <a:pt x="15" y="11"/>
                      <a:pt x="15" y="13"/>
                      <a:pt x="4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8" name="Freeform 94">
                <a:extLst>
                  <a:ext uri="{FF2B5EF4-FFF2-40B4-BE49-F238E27FC236}">
                    <a16:creationId xmlns:a16="http://schemas.microsoft.com/office/drawing/2014/main" id="{A00D854A-F8E8-4884-8821-2E9B2ACE6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3054"/>
                <a:ext cx="43" cy="40"/>
              </a:xfrm>
              <a:custGeom>
                <a:avLst/>
                <a:gdLst>
                  <a:gd name="T0" fmla="*/ 292 w 14"/>
                  <a:gd name="T1" fmla="*/ 0 h 13"/>
                  <a:gd name="T2" fmla="*/ 405 w 14"/>
                  <a:gd name="T3" fmla="*/ 292 h 13"/>
                  <a:gd name="T4" fmla="*/ 0 w 14"/>
                  <a:gd name="T5" fmla="*/ 378 h 13"/>
                  <a:gd name="T6" fmla="*/ 264 w 14"/>
                  <a:gd name="T7" fmla="*/ 2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10" y="0"/>
                    </a:moveTo>
                    <a:cubicBezTo>
                      <a:pt x="12" y="3"/>
                      <a:pt x="13" y="7"/>
                      <a:pt x="14" y="10"/>
                    </a:cubicBezTo>
                    <a:cubicBezTo>
                      <a:pt x="10" y="12"/>
                      <a:pt x="5" y="12"/>
                      <a:pt x="0" y="13"/>
                    </a:cubicBezTo>
                    <a:cubicBezTo>
                      <a:pt x="6" y="11"/>
                      <a:pt x="11" y="7"/>
                      <a:pt x="9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9" name="Freeform 95">
                <a:extLst>
                  <a:ext uri="{FF2B5EF4-FFF2-40B4-BE49-F238E27FC236}">
                    <a16:creationId xmlns:a16="http://schemas.microsoft.com/office/drawing/2014/main" id="{8FABA27B-F48F-4335-A614-3FA1B42E3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883"/>
                <a:ext cx="31" cy="49"/>
              </a:xfrm>
              <a:custGeom>
                <a:avLst/>
                <a:gdLst>
                  <a:gd name="T0" fmla="*/ 298 w 10"/>
                  <a:gd name="T1" fmla="*/ 0 h 16"/>
                  <a:gd name="T2" fmla="*/ 298 w 10"/>
                  <a:gd name="T3" fmla="*/ 404 h 16"/>
                  <a:gd name="T4" fmla="*/ 0 w 10"/>
                  <a:gd name="T5" fmla="*/ 459 h 16"/>
                  <a:gd name="T6" fmla="*/ 211 w 10"/>
                  <a:gd name="T7" fmla="*/ 14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cubicBezTo>
                      <a:pt x="6" y="3"/>
                      <a:pt x="8" y="10"/>
                      <a:pt x="10" y="14"/>
                    </a:cubicBezTo>
                    <a:cubicBezTo>
                      <a:pt x="7" y="16"/>
                      <a:pt x="3" y="16"/>
                      <a:pt x="0" y="16"/>
                    </a:cubicBezTo>
                    <a:cubicBezTo>
                      <a:pt x="3" y="13"/>
                      <a:pt x="6" y="9"/>
                      <a:pt x="7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0" name="Freeform 96">
                <a:extLst>
                  <a:ext uri="{FF2B5EF4-FFF2-40B4-BE49-F238E27FC236}">
                    <a16:creationId xmlns:a16="http://schemas.microsoft.com/office/drawing/2014/main" id="{55981D2D-5396-4D71-9DC3-0CC7F70E8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734"/>
                <a:ext cx="27" cy="40"/>
              </a:xfrm>
              <a:custGeom>
                <a:avLst/>
                <a:gdLst>
                  <a:gd name="T0" fmla="*/ 243 w 9"/>
                  <a:gd name="T1" fmla="*/ 0 h 13"/>
                  <a:gd name="T2" fmla="*/ 189 w 9"/>
                  <a:gd name="T3" fmla="*/ 378 h 13"/>
                  <a:gd name="T4" fmla="*/ 0 w 9"/>
                  <a:gd name="T5" fmla="*/ 351 h 13"/>
                  <a:gd name="T6" fmla="*/ 54 w 9"/>
                  <a:gd name="T7" fmla="*/ 32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7" y="4"/>
                      <a:pt x="6" y="9"/>
                      <a:pt x="7" y="13"/>
                    </a:cubicBezTo>
                    <a:cubicBezTo>
                      <a:pt x="5" y="12"/>
                      <a:pt x="3" y="12"/>
                      <a:pt x="0" y="12"/>
                    </a:cubicBezTo>
                    <a:cubicBezTo>
                      <a:pt x="1" y="12"/>
                      <a:pt x="1" y="11"/>
                      <a:pt x="2" y="1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1" name="Freeform 97">
                <a:extLst>
                  <a:ext uri="{FF2B5EF4-FFF2-40B4-BE49-F238E27FC236}">
                    <a16:creationId xmlns:a16="http://schemas.microsoft.com/office/drawing/2014/main" id="{1119183F-CDB0-4BF0-B63E-CE4A678AA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996"/>
                <a:ext cx="67" cy="55"/>
              </a:xfrm>
              <a:custGeom>
                <a:avLst/>
                <a:gdLst>
                  <a:gd name="T0" fmla="*/ 195 w 22"/>
                  <a:gd name="T1" fmla="*/ 0 h 18"/>
                  <a:gd name="T2" fmla="*/ 250 w 22"/>
                  <a:gd name="T3" fmla="*/ 513 h 18"/>
                  <a:gd name="T4" fmla="*/ 621 w 22"/>
                  <a:gd name="T5" fmla="*/ 16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7" y="0"/>
                    </a:moveTo>
                    <a:cubicBezTo>
                      <a:pt x="0" y="4"/>
                      <a:pt x="1" y="18"/>
                      <a:pt x="9" y="18"/>
                    </a:cubicBezTo>
                    <a:cubicBezTo>
                      <a:pt x="17" y="18"/>
                      <a:pt x="20" y="12"/>
                      <a:pt x="22" y="6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2" name="Freeform 98">
                <a:extLst>
                  <a:ext uri="{FF2B5EF4-FFF2-40B4-BE49-F238E27FC236}">
                    <a16:creationId xmlns:a16="http://schemas.microsoft.com/office/drawing/2014/main" id="{30278CA0-AD13-4216-AF20-BD636809E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3057"/>
                <a:ext cx="36" cy="18"/>
              </a:xfrm>
              <a:custGeom>
                <a:avLst/>
                <a:gdLst>
                  <a:gd name="T0" fmla="*/ 0 w 12"/>
                  <a:gd name="T1" fmla="*/ 81 h 6"/>
                  <a:gd name="T2" fmla="*/ 324 w 12"/>
                  <a:gd name="T3" fmla="*/ 16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3"/>
                    </a:moveTo>
                    <a:cubicBezTo>
                      <a:pt x="8" y="0"/>
                      <a:pt x="10" y="2"/>
                      <a:pt x="12" y="6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3" name="Freeform 99">
                <a:extLst>
                  <a:ext uri="{FF2B5EF4-FFF2-40B4-BE49-F238E27FC236}">
                    <a16:creationId xmlns:a16="http://schemas.microsoft.com/office/drawing/2014/main" id="{3289591E-3D34-4724-BE05-372DDA407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813"/>
                <a:ext cx="612" cy="341"/>
              </a:xfrm>
              <a:custGeom>
                <a:avLst/>
                <a:gdLst>
                  <a:gd name="T0" fmla="*/ 2819 w 201"/>
                  <a:gd name="T1" fmla="*/ 2031 h 112"/>
                  <a:gd name="T2" fmla="*/ 3441 w 201"/>
                  <a:gd name="T3" fmla="*/ 1751 h 112"/>
                  <a:gd name="T4" fmla="*/ 3645 w 201"/>
                  <a:gd name="T5" fmla="*/ 2512 h 112"/>
                  <a:gd name="T6" fmla="*/ 4153 w 201"/>
                  <a:gd name="T7" fmla="*/ 2652 h 112"/>
                  <a:gd name="T8" fmla="*/ 5219 w 201"/>
                  <a:gd name="T9" fmla="*/ 3106 h 112"/>
                  <a:gd name="T10" fmla="*/ 5423 w 201"/>
                  <a:gd name="T11" fmla="*/ 2512 h 112"/>
                  <a:gd name="T12" fmla="*/ 5423 w 201"/>
                  <a:gd name="T13" fmla="*/ 1836 h 112"/>
                  <a:gd name="T14" fmla="*/ 4089 w 201"/>
                  <a:gd name="T15" fmla="*/ 1297 h 112"/>
                  <a:gd name="T16" fmla="*/ 3754 w 201"/>
                  <a:gd name="T17" fmla="*/ 789 h 112"/>
                  <a:gd name="T18" fmla="*/ 2679 w 201"/>
                  <a:gd name="T19" fmla="*/ 399 h 112"/>
                  <a:gd name="T20" fmla="*/ 2625 w 201"/>
                  <a:gd name="T21" fmla="*/ 1047 h 112"/>
                  <a:gd name="T22" fmla="*/ 2317 w 201"/>
                  <a:gd name="T23" fmla="*/ 1519 h 112"/>
                  <a:gd name="T24" fmla="*/ 1696 w 201"/>
                  <a:gd name="T25" fmla="*/ 1891 h 112"/>
                  <a:gd name="T26" fmla="*/ 1075 w 201"/>
                  <a:gd name="T27" fmla="*/ 2113 h 112"/>
                  <a:gd name="T28" fmla="*/ 426 w 201"/>
                  <a:gd name="T29" fmla="*/ 2168 h 112"/>
                  <a:gd name="T30" fmla="*/ 140 w 201"/>
                  <a:gd name="T31" fmla="*/ 2567 h 112"/>
                  <a:gd name="T32" fmla="*/ 277 w 201"/>
                  <a:gd name="T33" fmla="*/ 3078 h 112"/>
                  <a:gd name="T34" fmla="*/ 1215 w 201"/>
                  <a:gd name="T35" fmla="*/ 2734 h 112"/>
                  <a:gd name="T36" fmla="*/ 1809 w 201"/>
                  <a:gd name="T37" fmla="*/ 2652 h 112"/>
                  <a:gd name="T38" fmla="*/ 2372 w 201"/>
                  <a:gd name="T39" fmla="*/ 2512 h 1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1" h="112">
                    <a:moveTo>
                      <a:pt x="100" y="72"/>
                    </a:moveTo>
                    <a:cubicBezTo>
                      <a:pt x="102" y="68"/>
                      <a:pt x="107" y="57"/>
                      <a:pt x="122" y="62"/>
                    </a:cubicBezTo>
                    <a:cubicBezTo>
                      <a:pt x="136" y="68"/>
                      <a:pt x="127" y="84"/>
                      <a:pt x="129" y="89"/>
                    </a:cubicBezTo>
                    <a:cubicBezTo>
                      <a:pt x="130" y="94"/>
                      <a:pt x="139" y="94"/>
                      <a:pt x="147" y="94"/>
                    </a:cubicBezTo>
                    <a:cubicBezTo>
                      <a:pt x="154" y="94"/>
                      <a:pt x="178" y="112"/>
                      <a:pt x="185" y="110"/>
                    </a:cubicBezTo>
                    <a:cubicBezTo>
                      <a:pt x="193" y="107"/>
                      <a:pt x="192" y="99"/>
                      <a:pt x="192" y="89"/>
                    </a:cubicBezTo>
                    <a:cubicBezTo>
                      <a:pt x="192" y="78"/>
                      <a:pt x="201" y="78"/>
                      <a:pt x="192" y="65"/>
                    </a:cubicBezTo>
                    <a:cubicBezTo>
                      <a:pt x="182" y="52"/>
                      <a:pt x="163" y="49"/>
                      <a:pt x="145" y="46"/>
                    </a:cubicBezTo>
                    <a:cubicBezTo>
                      <a:pt x="138" y="44"/>
                      <a:pt x="138" y="44"/>
                      <a:pt x="133" y="28"/>
                    </a:cubicBezTo>
                    <a:cubicBezTo>
                      <a:pt x="128" y="13"/>
                      <a:pt x="102" y="0"/>
                      <a:pt x="95" y="14"/>
                    </a:cubicBezTo>
                    <a:cubicBezTo>
                      <a:pt x="89" y="29"/>
                      <a:pt x="95" y="31"/>
                      <a:pt x="93" y="37"/>
                    </a:cubicBezTo>
                    <a:cubicBezTo>
                      <a:pt x="91" y="44"/>
                      <a:pt x="82" y="54"/>
                      <a:pt x="82" y="54"/>
                    </a:cubicBezTo>
                    <a:cubicBezTo>
                      <a:pt x="78" y="58"/>
                      <a:pt x="67" y="63"/>
                      <a:pt x="60" y="67"/>
                    </a:cubicBezTo>
                    <a:cubicBezTo>
                      <a:pt x="50" y="72"/>
                      <a:pt x="50" y="73"/>
                      <a:pt x="38" y="75"/>
                    </a:cubicBezTo>
                    <a:cubicBezTo>
                      <a:pt x="24" y="77"/>
                      <a:pt x="22" y="77"/>
                      <a:pt x="15" y="77"/>
                    </a:cubicBezTo>
                    <a:cubicBezTo>
                      <a:pt x="8" y="78"/>
                      <a:pt x="5" y="82"/>
                      <a:pt x="5" y="91"/>
                    </a:cubicBezTo>
                    <a:cubicBezTo>
                      <a:pt x="5" y="100"/>
                      <a:pt x="0" y="109"/>
                      <a:pt x="10" y="109"/>
                    </a:cubicBezTo>
                    <a:cubicBezTo>
                      <a:pt x="21" y="108"/>
                      <a:pt x="30" y="100"/>
                      <a:pt x="43" y="97"/>
                    </a:cubicBezTo>
                    <a:cubicBezTo>
                      <a:pt x="50" y="95"/>
                      <a:pt x="56" y="95"/>
                      <a:pt x="64" y="94"/>
                    </a:cubicBezTo>
                    <a:cubicBezTo>
                      <a:pt x="74" y="91"/>
                      <a:pt x="84" y="89"/>
                      <a:pt x="84" y="89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4" name="Freeform 100">
                <a:extLst>
                  <a:ext uri="{FF2B5EF4-FFF2-40B4-BE49-F238E27FC236}">
                    <a16:creationId xmlns:a16="http://schemas.microsoft.com/office/drawing/2014/main" id="{02763EA4-3E86-4D5B-A908-EF3843CE8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850"/>
                <a:ext cx="64" cy="61"/>
              </a:xfrm>
              <a:custGeom>
                <a:avLst/>
                <a:gdLst>
                  <a:gd name="T0" fmla="*/ 82 w 21"/>
                  <a:gd name="T1" fmla="*/ 567 h 20"/>
                  <a:gd name="T2" fmla="*/ 113 w 21"/>
                  <a:gd name="T3" fmla="*/ 140 h 20"/>
                  <a:gd name="T4" fmla="*/ 594 w 21"/>
                  <a:gd name="T5" fmla="*/ 25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3" y="20"/>
                    </a:moveTo>
                    <a:cubicBezTo>
                      <a:pt x="1" y="15"/>
                      <a:pt x="0" y="9"/>
                      <a:pt x="4" y="5"/>
                    </a:cubicBezTo>
                    <a:cubicBezTo>
                      <a:pt x="9" y="0"/>
                      <a:pt x="18" y="4"/>
                      <a:pt x="21" y="9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5" name="Freeform 101">
                <a:extLst>
                  <a:ext uri="{FF2B5EF4-FFF2-40B4-BE49-F238E27FC236}">
                    <a16:creationId xmlns:a16="http://schemas.microsoft.com/office/drawing/2014/main" id="{308EA120-3856-42A7-8F10-4CC3ED445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917"/>
                <a:ext cx="6" cy="67"/>
              </a:xfrm>
              <a:custGeom>
                <a:avLst/>
                <a:gdLst>
                  <a:gd name="T0" fmla="*/ 0 w 2"/>
                  <a:gd name="T1" fmla="*/ 0 h 22"/>
                  <a:gd name="T2" fmla="*/ 27 w 2"/>
                  <a:gd name="T3" fmla="*/ 62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2">
                    <a:moveTo>
                      <a:pt x="0" y="0"/>
                    </a:moveTo>
                    <a:cubicBezTo>
                      <a:pt x="0" y="7"/>
                      <a:pt x="2" y="15"/>
                      <a:pt x="1" y="22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6" name="Freeform 102">
                <a:extLst>
                  <a:ext uri="{FF2B5EF4-FFF2-40B4-BE49-F238E27FC236}">
                    <a16:creationId xmlns:a16="http://schemas.microsoft.com/office/drawing/2014/main" id="{3D3670CD-B83A-4AD3-8CAB-DF4FCB65D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375"/>
                <a:ext cx="393" cy="222"/>
              </a:xfrm>
              <a:custGeom>
                <a:avLst/>
                <a:gdLst>
                  <a:gd name="T0" fmla="*/ 1782 w 129"/>
                  <a:gd name="T1" fmla="*/ 702 h 73"/>
                  <a:gd name="T2" fmla="*/ 1188 w 129"/>
                  <a:gd name="T3" fmla="*/ 897 h 73"/>
                  <a:gd name="T4" fmla="*/ 454 w 129"/>
                  <a:gd name="T5" fmla="*/ 1350 h 73"/>
                  <a:gd name="T6" fmla="*/ 195 w 129"/>
                  <a:gd name="T7" fmla="*/ 1654 h 73"/>
                  <a:gd name="T8" fmla="*/ 168 w 129"/>
                  <a:gd name="T9" fmla="*/ 2025 h 73"/>
                  <a:gd name="T10" fmla="*/ 621 w 129"/>
                  <a:gd name="T11" fmla="*/ 1803 h 73"/>
                  <a:gd name="T12" fmla="*/ 1356 w 129"/>
                  <a:gd name="T13" fmla="*/ 1405 h 73"/>
                  <a:gd name="T14" fmla="*/ 1755 w 129"/>
                  <a:gd name="T15" fmla="*/ 1210 h 73"/>
                  <a:gd name="T16" fmla="*/ 2032 w 129"/>
                  <a:gd name="T17" fmla="*/ 1128 h 73"/>
                  <a:gd name="T18" fmla="*/ 2404 w 129"/>
                  <a:gd name="T19" fmla="*/ 1128 h 73"/>
                  <a:gd name="T20" fmla="*/ 2916 w 129"/>
                  <a:gd name="T21" fmla="*/ 1183 h 73"/>
                  <a:gd name="T22" fmla="*/ 3592 w 129"/>
                  <a:gd name="T23" fmla="*/ 1627 h 73"/>
                  <a:gd name="T24" fmla="*/ 3537 w 129"/>
                  <a:gd name="T25" fmla="*/ 757 h 73"/>
                  <a:gd name="T26" fmla="*/ 3138 w 129"/>
                  <a:gd name="T27" fmla="*/ 566 h 73"/>
                  <a:gd name="T28" fmla="*/ 2459 w 129"/>
                  <a:gd name="T29" fmla="*/ 426 h 73"/>
                  <a:gd name="T30" fmla="*/ 2117 w 129"/>
                  <a:gd name="T31" fmla="*/ 109 h 73"/>
                  <a:gd name="T32" fmla="*/ 1810 w 129"/>
                  <a:gd name="T33" fmla="*/ 371 h 73"/>
                  <a:gd name="T34" fmla="*/ 1782 w 129"/>
                  <a:gd name="T35" fmla="*/ 702 h 7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9" h="73">
                    <a:moveTo>
                      <a:pt x="63" y="25"/>
                    </a:moveTo>
                    <a:cubicBezTo>
                      <a:pt x="55" y="25"/>
                      <a:pt x="47" y="27"/>
                      <a:pt x="42" y="32"/>
                    </a:cubicBezTo>
                    <a:cubicBezTo>
                      <a:pt x="36" y="36"/>
                      <a:pt x="23" y="44"/>
                      <a:pt x="16" y="48"/>
                    </a:cubicBezTo>
                    <a:cubicBezTo>
                      <a:pt x="9" y="53"/>
                      <a:pt x="8" y="53"/>
                      <a:pt x="7" y="59"/>
                    </a:cubicBezTo>
                    <a:cubicBezTo>
                      <a:pt x="5" y="65"/>
                      <a:pt x="0" y="72"/>
                      <a:pt x="6" y="72"/>
                    </a:cubicBezTo>
                    <a:cubicBezTo>
                      <a:pt x="12" y="73"/>
                      <a:pt x="16" y="71"/>
                      <a:pt x="22" y="64"/>
                    </a:cubicBezTo>
                    <a:cubicBezTo>
                      <a:pt x="28" y="58"/>
                      <a:pt x="42" y="54"/>
                      <a:pt x="48" y="50"/>
                    </a:cubicBezTo>
                    <a:cubicBezTo>
                      <a:pt x="54" y="46"/>
                      <a:pt x="60" y="41"/>
                      <a:pt x="62" y="43"/>
                    </a:cubicBezTo>
                    <a:cubicBezTo>
                      <a:pt x="65" y="45"/>
                      <a:pt x="65" y="44"/>
                      <a:pt x="72" y="40"/>
                    </a:cubicBezTo>
                    <a:cubicBezTo>
                      <a:pt x="80" y="36"/>
                      <a:pt x="84" y="36"/>
                      <a:pt x="85" y="40"/>
                    </a:cubicBezTo>
                    <a:cubicBezTo>
                      <a:pt x="86" y="43"/>
                      <a:pt x="95" y="39"/>
                      <a:pt x="103" y="42"/>
                    </a:cubicBezTo>
                    <a:cubicBezTo>
                      <a:pt x="111" y="45"/>
                      <a:pt x="125" y="56"/>
                      <a:pt x="127" y="58"/>
                    </a:cubicBezTo>
                    <a:cubicBezTo>
                      <a:pt x="129" y="60"/>
                      <a:pt x="128" y="32"/>
                      <a:pt x="125" y="27"/>
                    </a:cubicBezTo>
                    <a:cubicBezTo>
                      <a:pt x="122" y="22"/>
                      <a:pt x="114" y="24"/>
                      <a:pt x="111" y="20"/>
                    </a:cubicBezTo>
                    <a:cubicBezTo>
                      <a:pt x="108" y="15"/>
                      <a:pt x="102" y="0"/>
                      <a:pt x="87" y="15"/>
                    </a:cubicBezTo>
                    <a:cubicBezTo>
                      <a:pt x="83" y="18"/>
                      <a:pt x="83" y="3"/>
                      <a:pt x="75" y="4"/>
                    </a:cubicBezTo>
                    <a:cubicBezTo>
                      <a:pt x="67" y="5"/>
                      <a:pt x="63" y="6"/>
                      <a:pt x="64" y="13"/>
                    </a:cubicBezTo>
                    <a:cubicBezTo>
                      <a:pt x="64" y="19"/>
                      <a:pt x="65" y="23"/>
                      <a:pt x="63" y="2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7" name="Freeform 103">
                <a:extLst>
                  <a:ext uri="{FF2B5EF4-FFF2-40B4-BE49-F238E27FC236}">
                    <a16:creationId xmlns:a16="http://schemas.microsoft.com/office/drawing/2014/main" id="{330FD0CE-A424-4C70-BB87-85DC2B11F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259"/>
                <a:ext cx="402" cy="253"/>
              </a:xfrm>
              <a:custGeom>
                <a:avLst/>
                <a:gdLst>
                  <a:gd name="T0" fmla="*/ 344 w 132"/>
                  <a:gd name="T1" fmla="*/ 2183 h 83"/>
                  <a:gd name="T2" fmla="*/ 816 w 132"/>
                  <a:gd name="T3" fmla="*/ 1951 h 83"/>
                  <a:gd name="T4" fmla="*/ 1754 w 132"/>
                  <a:gd name="T5" fmla="*/ 1588 h 83"/>
                  <a:gd name="T6" fmla="*/ 1977 w 132"/>
                  <a:gd name="T7" fmla="*/ 1533 h 83"/>
                  <a:gd name="T8" fmla="*/ 1977 w 132"/>
                  <a:gd name="T9" fmla="*/ 1439 h 83"/>
                  <a:gd name="T10" fmla="*/ 2290 w 132"/>
                  <a:gd name="T11" fmla="*/ 1189 h 83"/>
                  <a:gd name="T12" fmla="*/ 2540 w 132"/>
                  <a:gd name="T13" fmla="*/ 1411 h 83"/>
                  <a:gd name="T14" fmla="*/ 2735 w 132"/>
                  <a:gd name="T15" fmla="*/ 1384 h 83"/>
                  <a:gd name="T16" fmla="*/ 3106 w 132"/>
                  <a:gd name="T17" fmla="*/ 1384 h 83"/>
                  <a:gd name="T18" fmla="*/ 3533 w 132"/>
                  <a:gd name="T19" fmla="*/ 1533 h 83"/>
                  <a:gd name="T20" fmla="*/ 3673 w 132"/>
                  <a:gd name="T21" fmla="*/ 1356 h 83"/>
                  <a:gd name="T22" fmla="*/ 3106 w 132"/>
                  <a:gd name="T23" fmla="*/ 113 h 83"/>
                  <a:gd name="T24" fmla="*/ 2485 w 132"/>
                  <a:gd name="T25" fmla="*/ 344 h 83"/>
                  <a:gd name="T26" fmla="*/ 2004 w 132"/>
                  <a:gd name="T27" fmla="*/ 512 h 83"/>
                  <a:gd name="T28" fmla="*/ 1614 w 132"/>
                  <a:gd name="T29" fmla="*/ 762 h 83"/>
                  <a:gd name="T30" fmla="*/ 704 w 132"/>
                  <a:gd name="T31" fmla="*/ 1189 h 83"/>
                  <a:gd name="T32" fmla="*/ 195 w 132"/>
                  <a:gd name="T33" fmla="*/ 1302 h 83"/>
                  <a:gd name="T34" fmla="*/ 0 w 132"/>
                  <a:gd name="T35" fmla="*/ 2036 h 83"/>
                  <a:gd name="T36" fmla="*/ 344 w 132"/>
                  <a:gd name="T37" fmla="*/ 2183 h 8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" h="83">
                    <a:moveTo>
                      <a:pt x="12" y="77"/>
                    </a:moveTo>
                    <a:cubicBezTo>
                      <a:pt x="16" y="72"/>
                      <a:pt x="20" y="73"/>
                      <a:pt x="29" y="69"/>
                    </a:cubicBezTo>
                    <a:cubicBezTo>
                      <a:pt x="38" y="64"/>
                      <a:pt x="54" y="57"/>
                      <a:pt x="62" y="56"/>
                    </a:cubicBezTo>
                    <a:cubicBezTo>
                      <a:pt x="64" y="55"/>
                      <a:pt x="67" y="55"/>
                      <a:pt x="70" y="54"/>
                    </a:cubicBezTo>
                    <a:cubicBezTo>
                      <a:pt x="70" y="53"/>
                      <a:pt x="70" y="52"/>
                      <a:pt x="70" y="51"/>
                    </a:cubicBezTo>
                    <a:cubicBezTo>
                      <a:pt x="69" y="44"/>
                      <a:pt x="73" y="43"/>
                      <a:pt x="81" y="42"/>
                    </a:cubicBezTo>
                    <a:cubicBezTo>
                      <a:pt x="86" y="41"/>
                      <a:pt x="88" y="47"/>
                      <a:pt x="90" y="50"/>
                    </a:cubicBezTo>
                    <a:cubicBezTo>
                      <a:pt x="92" y="50"/>
                      <a:pt x="95" y="50"/>
                      <a:pt x="97" y="49"/>
                    </a:cubicBezTo>
                    <a:cubicBezTo>
                      <a:pt x="103" y="45"/>
                      <a:pt x="107" y="46"/>
                      <a:pt x="110" y="49"/>
                    </a:cubicBezTo>
                    <a:cubicBezTo>
                      <a:pt x="116" y="50"/>
                      <a:pt x="122" y="52"/>
                      <a:pt x="125" y="54"/>
                    </a:cubicBezTo>
                    <a:cubicBezTo>
                      <a:pt x="127" y="54"/>
                      <a:pt x="132" y="62"/>
                      <a:pt x="130" y="48"/>
                    </a:cubicBezTo>
                    <a:cubicBezTo>
                      <a:pt x="127" y="35"/>
                      <a:pt x="117" y="0"/>
                      <a:pt x="110" y="4"/>
                    </a:cubicBezTo>
                    <a:cubicBezTo>
                      <a:pt x="104" y="9"/>
                      <a:pt x="96" y="8"/>
                      <a:pt x="88" y="12"/>
                    </a:cubicBezTo>
                    <a:cubicBezTo>
                      <a:pt x="79" y="15"/>
                      <a:pt x="78" y="16"/>
                      <a:pt x="71" y="18"/>
                    </a:cubicBezTo>
                    <a:cubicBezTo>
                      <a:pt x="64" y="20"/>
                      <a:pt x="62" y="21"/>
                      <a:pt x="57" y="27"/>
                    </a:cubicBezTo>
                    <a:cubicBezTo>
                      <a:pt x="53" y="32"/>
                      <a:pt x="32" y="39"/>
                      <a:pt x="25" y="42"/>
                    </a:cubicBezTo>
                    <a:cubicBezTo>
                      <a:pt x="17" y="44"/>
                      <a:pt x="11" y="41"/>
                      <a:pt x="7" y="46"/>
                    </a:cubicBezTo>
                    <a:cubicBezTo>
                      <a:pt x="2" y="51"/>
                      <a:pt x="0" y="60"/>
                      <a:pt x="0" y="72"/>
                    </a:cubicBezTo>
                    <a:cubicBezTo>
                      <a:pt x="1" y="83"/>
                      <a:pt x="8" y="83"/>
                      <a:pt x="12" y="7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8" name="Freeform 104">
                <a:extLst>
                  <a:ext uri="{FF2B5EF4-FFF2-40B4-BE49-F238E27FC236}">
                    <a16:creationId xmlns:a16="http://schemas.microsoft.com/office/drawing/2014/main" id="{79386294-6DAD-44AC-8D37-511A03CD5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451"/>
                <a:ext cx="12" cy="55"/>
              </a:xfrm>
              <a:custGeom>
                <a:avLst/>
                <a:gdLst>
                  <a:gd name="T0" fmla="*/ 54 w 4"/>
                  <a:gd name="T1" fmla="*/ 0 h 18"/>
                  <a:gd name="T2" fmla="*/ 27 w 4"/>
                  <a:gd name="T3" fmla="*/ 51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8">
                    <a:moveTo>
                      <a:pt x="2" y="0"/>
                    </a:moveTo>
                    <a:cubicBezTo>
                      <a:pt x="4" y="3"/>
                      <a:pt x="0" y="13"/>
                      <a:pt x="1" y="18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9" name="Freeform 105">
                <a:extLst>
                  <a:ext uri="{FF2B5EF4-FFF2-40B4-BE49-F238E27FC236}">
                    <a16:creationId xmlns:a16="http://schemas.microsoft.com/office/drawing/2014/main" id="{4577FCAC-CA5E-4268-BD11-6C015B5D8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418"/>
                <a:ext cx="67" cy="60"/>
              </a:xfrm>
              <a:custGeom>
                <a:avLst/>
                <a:gdLst>
                  <a:gd name="T0" fmla="*/ 0 w 22"/>
                  <a:gd name="T1" fmla="*/ 0 h 20"/>
                  <a:gd name="T2" fmla="*/ 426 w 22"/>
                  <a:gd name="T3" fmla="*/ 405 h 20"/>
                  <a:gd name="T4" fmla="*/ 372 w 22"/>
                  <a:gd name="T5" fmla="*/ 21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0" y="0"/>
                    </a:moveTo>
                    <a:cubicBezTo>
                      <a:pt x="4" y="8"/>
                      <a:pt x="7" y="20"/>
                      <a:pt x="15" y="15"/>
                    </a:cubicBezTo>
                    <a:cubicBezTo>
                      <a:pt x="22" y="9"/>
                      <a:pt x="14" y="7"/>
                      <a:pt x="13" y="8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0" name="Freeform 106">
                <a:extLst>
                  <a:ext uri="{FF2B5EF4-FFF2-40B4-BE49-F238E27FC236}">
                    <a16:creationId xmlns:a16="http://schemas.microsoft.com/office/drawing/2014/main" id="{8FF022BB-BE3E-4970-A976-FE1CDE23E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448"/>
                <a:ext cx="51" cy="49"/>
              </a:xfrm>
              <a:custGeom>
                <a:avLst/>
                <a:gdLst>
                  <a:gd name="T0" fmla="*/ 351 w 17"/>
                  <a:gd name="T1" fmla="*/ 0 h 16"/>
                  <a:gd name="T2" fmla="*/ 0 w 17"/>
                  <a:gd name="T3" fmla="*/ 45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13" y="0"/>
                    </a:moveTo>
                    <a:cubicBezTo>
                      <a:pt x="17" y="6"/>
                      <a:pt x="9" y="16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1" name="Freeform 107">
                <a:extLst>
                  <a:ext uri="{FF2B5EF4-FFF2-40B4-BE49-F238E27FC236}">
                    <a16:creationId xmlns:a16="http://schemas.microsoft.com/office/drawing/2014/main" id="{6CAA833C-CF2B-482C-A615-EB8067D4E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488"/>
                <a:ext cx="396" cy="194"/>
              </a:xfrm>
              <a:custGeom>
                <a:avLst/>
                <a:gdLst>
                  <a:gd name="T0" fmla="*/ 3506 w 130"/>
                  <a:gd name="T1" fmla="*/ 615 h 64"/>
                  <a:gd name="T2" fmla="*/ 3192 w 130"/>
                  <a:gd name="T3" fmla="*/ 385 h 64"/>
                  <a:gd name="T4" fmla="*/ 2830 w 130"/>
                  <a:gd name="T5" fmla="*/ 194 h 64"/>
                  <a:gd name="T6" fmla="*/ 2486 w 130"/>
                  <a:gd name="T7" fmla="*/ 303 h 64"/>
                  <a:gd name="T8" fmla="*/ 2376 w 130"/>
                  <a:gd name="T9" fmla="*/ 0 h 64"/>
                  <a:gd name="T10" fmla="*/ 2117 w 130"/>
                  <a:gd name="T11" fmla="*/ 82 h 64"/>
                  <a:gd name="T12" fmla="*/ 1892 w 130"/>
                  <a:gd name="T13" fmla="*/ 194 h 64"/>
                  <a:gd name="T14" fmla="*/ 1642 w 130"/>
                  <a:gd name="T15" fmla="*/ 479 h 64"/>
                  <a:gd name="T16" fmla="*/ 1075 w 130"/>
                  <a:gd name="T17" fmla="*/ 837 h 64"/>
                  <a:gd name="T18" fmla="*/ 344 w 130"/>
                  <a:gd name="T19" fmla="*/ 1140 h 64"/>
                  <a:gd name="T20" fmla="*/ 140 w 130"/>
                  <a:gd name="T21" fmla="*/ 1452 h 64"/>
                  <a:gd name="T22" fmla="*/ 168 w 130"/>
                  <a:gd name="T23" fmla="*/ 1782 h 64"/>
                  <a:gd name="T24" fmla="*/ 594 w 130"/>
                  <a:gd name="T25" fmla="*/ 1561 h 64"/>
                  <a:gd name="T26" fmla="*/ 1243 w 130"/>
                  <a:gd name="T27" fmla="*/ 1249 h 64"/>
                  <a:gd name="T28" fmla="*/ 1697 w 130"/>
                  <a:gd name="T29" fmla="*/ 1058 h 64"/>
                  <a:gd name="T30" fmla="*/ 2004 w 130"/>
                  <a:gd name="T31" fmla="*/ 864 h 64"/>
                  <a:gd name="T32" fmla="*/ 2431 w 130"/>
                  <a:gd name="T33" fmla="*/ 697 h 64"/>
                  <a:gd name="T34" fmla="*/ 2571 w 130"/>
                  <a:gd name="T35" fmla="*/ 1000 h 64"/>
                  <a:gd name="T36" fmla="*/ 3275 w 130"/>
                  <a:gd name="T37" fmla="*/ 1425 h 64"/>
                  <a:gd name="T38" fmla="*/ 3674 w 130"/>
                  <a:gd name="T39" fmla="*/ 1561 h 64"/>
                  <a:gd name="T40" fmla="*/ 3674 w 130"/>
                  <a:gd name="T41" fmla="*/ 918 h 64"/>
                  <a:gd name="T42" fmla="*/ 3506 w 130"/>
                  <a:gd name="T43" fmla="*/ 615 h 6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0" h="64">
                    <a:moveTo>
                      <a:pt x="124" y="22"/>
                    </a:moveTo>
                    <a:cubicBezTo>
                      <a:pt x="120" y="20"/>
                      <a:pt x="113" y="17"/>
                      <a:pt x="113" y="14"/>
                    </a:cubicBezTo>
                    <a:cubicBezTo>
                      <a:pt x="113" y="12"/>
                      <a:pt x="109" y="4"/>
                      <a:pt x="100" y="7"/>
                    </a:cubicBezTo>
                    <a:cubicBezTo>
                      <a:pt x="92" y="10"/>
                      <a:pt x="91" y="14"/>
                      <a:pt x="88" y="11"/>
                    </a:cubicBezTo>
                    <a:cubicBezTo>
                      <a:pt x="87" y="8"/>
                      <a:pt x="85" y="4"/>
                      <a:pt x="84" y="0"/>
                    </a:cubicBezTo>
                    <a:cubicBezTo>
                      <a:pt x="82" y="0"/>
                      <a:pt x="79" y="1"/>
                      <a:pt x="75" y="3"/>
                    </a:cubicBezTo>
                    <a:cubicBezTo>
                      <a:pt x="70" y="6"/>
                      <a:pt x="68" y="7"/>
                      <a:pt x="67" y="7"/>
                    </a:cubicBezTo>
                    <a:cubicBezTo>
                      <a:pt x="64" y="11"/>
                      <a:pt x="61" y="14"/>
                      <a:pt x="58" y="17"/>
                    </a:cubicBezTo>
                    <a:cubicBezTo>
                      <a:pt x="53" y="22"/>
                      <a:pt x="46" y="26"/>
                      <a:pt x="38" y="30"/>
                    </a:cubicBezTo>
                    <a:cubicBezTo>
                      <a:pt x="30" y="34"/>
                      <a:pt x="19" y="39"/>
                      <a:pt x="12" y="41"/>
                    </a:cubicBezTo>
                    <a:cubicBezTo>
                      <a:pt x="6" y="43"/>
                      <a:pt x="6" y="44"/>
                      <a:pt x="5" y="52"/>
                    </a:cubicBezTo>
                    <a:cubicBezTo>
                      <a:pt x="4" y="59"/>
                      <a:pt x="0" y="63"/>
                      <a:pt x="6" y="64"/>
                    </a:cubicBezTo>
                    <a:cubicBezTo>
                      <a:pt x="11" y="64"/>
                      <a:pt x="18" y="61"/>
                      <a:pt x="21" y="56"/>
                    </a:cubicBezTo>
                    <a:cubicBezTo>
                      <a:pt x="25" y="52"/>
                      <a:pt x="35" y="49"/>
                      <a:pt x="44" y="45"/>
                    </a:cubicBezTo>
                    <a:cubicBezTo>
                      <a:pt x="53" y="41"/>
                      <a:pt x="55" y="42"/>
                      <a:pt x="60" y="38"/>
                    </a:cubicBezTo>
                    <a:cubicBezTo>
                      <a:pt x="65" y="34"/>
                      <a:pt x="63" y="33"/>
                      <a:pt x="71" y="31"/>
                    </a:cubicBezTo>
                    <a:cubicBezTo>
                      <a:pt x="78" y="30"/>
                      <a:pt x="84" y="24"/>
                      <a:pt x="86" y="25"/>
                    </a:cubicBezTo>
                    <a:cubicBezTo>
                      <a:pt x="89" y="27"/>
                      <a:pt x="84" y="33"/>
                      <a:pt x="91" y="36"/>
                    </a:cubicBezTo>
                    <a:cubicBezTo>
                      <a:pt x="99" y="39"/>
                      <a:pt x="106" y="43"/>
                      <a:pt x="116" y="51"/>
                    </a:cubicBezTo>
                    <a:cubicBezTo>
                      <a:pt x="125" y="60"/>
                      <a:pt x="129" y="60"/>
                      <a:pt x="130" y="56"/>
                    </a:cubicBezTo>
                    <a:cubicBezTo>
                      <a:pt x="130" y="51"/>
                      <a:pt x="130" y="40"/>
                      <a:pt x="130" y="33"/>
                    </a:cubicBezTo>
                    <a:cubicBezTo>
                      <a:pt x="130" y="26"/>
                      <a:pt x="128" y="24"/>
                      <a:pt x="124" y="2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2" name="Freeform 108">
                <a:extLst>
                  <a:ext uri="{FF2B5EF4-FFF2-40B4-BE49-F238E27FC236}">
                    <a16:creationId xmlns:a16="http://schemas.microsoft.com/office/drawing/2014/main" id="{DED2F455-C1A7-459E-BD10-15785E0AA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536"/>
                <a:ext cx="94" cy="58"/>
              </a:xfrm>
              <a:custGeom>
                <a:avLst/>
                <a:gdLst>
                  <a:gd name="T0" fmla="*/ 0 w 31"/>
                  <a:gd name="T1" fmla="*/ 250 h 19"/>
                  <a:gd name="T2" fmla="*/ 358 w 31"/>
                  <a:gd name="T3" fmla="*/ 372 h 19"/>
                  <a:gd name="T4" fmla="*/ 782 w 3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9">
                    <a:moveTo>
                      <a:pt x="0" y="9"/>
                    </a:moveTo>
                    <a:cubicBezTo>
                      <a:pt x="7" y="7"/>
                      <a:pt x="7" y="7"/>
                      <a:pt x="13" y="13"/>
                    </a:cubicBezTo>
                    <a:cubicBezTo>
                      <a:pt x="18" y="19"/>
                      <a:pt x="31" y="9"/>
                      <a:pt x="28" y="0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3" name="Freeform 109">
                <a:extLst>
                  <a:ext uri="{FF2B5EF4-FFF2-40B4-BE49-F238E27FC236}">
                    <a16:creationId xmlns:a16="http://schemas.microsoft.com/office/drawing/2014/main" id="{B63F9967-5EB0-4347-A5AC-D24AB2A00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521"/>
                <a:ext cx="49" cy="37"/>
              </a:xfrm>
              <a:custGeom>
                <a:avLst/>
                <a:gdLst>
                  <a:gd name="T0" fmla="*/ 0 w 16"/>
                  <a:gd name="T1" fmla="*/ 86 h 12"/>
                  <a:gd name="T2" fmla="*/ 291 w 16"/>
                  <a:gd name="T3" fmla="*/ 296 h 12"/>
                  <a:gd name="T4" fmla="*/ 319 w 16"/>
                  <a:gd name="T5" fmla="*/ 2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0" y="3"/>
                    </a:moveTo>
                    <a:cubicBezTo>
                      <a:pt x="7" y="4"/>
                      <a:pt x="5" y="12"/>
                      <a:pt x="10" y="10"/>
                    </a:cubicBezTo>
                    <a:cubicBezTo>
                      <a:pt x="16" y="8"/>
                      <a:pt x="14" y="0"/>
                      <a:pt x="11" y="1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4" name="Freeform 110">
                <a:extLst>
                  <a:ext uri="{FF2B5EF4-FFF2-40B4-BE49-F238E27FC236}">
                    <a16:creationId xmlns:a16="http://schemas.microsoft.com/office/drawing/2014/main" id="{712EACF4-8E25-49B3-A064-6A8D3D8DD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545"/>
                <a:ext cx="18" cy="43"/>
              </a:xfrm>
              <a:custGeom>
                <a:avLst/>
                <a:gdLst>
                  <a:gd name="T0" fmla="*/ 108 w 6"/>
                  <a:gd name="T1" fmla="*/ 0 h 14"/>
                  <a:gd name="T2" fmla="*/ 162 w 6"/>
                  <a:gd name="T3" fmla="*/ 40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4" y="0"/>
                    </a:moveTo>
                    <a:cubicBezTo>
                      <a:pt x="5" y="7"/>
                      <a:pt x="0" y="14"/>
                      <a:pt x="6" y="14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5" name="Freeform 111">
                <a:extLst>
                  <a:ext uri="{FF2B5EF4-FFF2-40B4-BE49-F238E27FC236}">
                    <a16:creationId xmlns:a16="http://schemas.microsoft.com/office/drawing/2014/main" id="{CE59C1B0-A211-4EDB-9F76-EE261AC3F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567"/>
                <a:ext cx="426" cy="219"/>
              </a:xfrm>
              <a:custGeom>
                <a:avLst/>
                <a:gdLst>
                  <a:gd name="T0" fmla="*/ 3834 w 140"/>
                  <a:gd name="T1" fmla="*/ 1074 h 72"/>
                  <a:gd name="T2" fmla="*/ 3463 w 140"/>
                  <a:gd name="T3" fmla="*/ 815 h 72"/>
                  <a:gd name="T4" fmla="*/ 3073 w 140"/>
                  <a:gd name="T5" fmla="*/ 426 h 72"/>
                  <a:gd name="T6" fmla="*/ 2705 w 140"/>
                  <a:gd name="T7" fmla="*/ 82 h 72"/>
                  <a:gd name="T8" fmla="*/ 2675 w 140"/>
                  <a:gd name="T9" fmla="*/ 0 h 72"/>
                  <a:gd name="T10" fmla="*/ 2343 w 140"/>
                  <a:gd name="T11" fmla="*/ 140 h 72"/>
                  <a:gd name="T12" fmla="*/ 2027 w 140"/>
                  <a:gd name="T13" fmla="*/ 344 h 72"/>
                  <a:gd name="T14" fmla="*/ 2027 w 140"/>
                  <a:gd name="T15" fmla="*/ 535 h 72"/>
                  <a:gd name="T16" fmla="*/ 1464 w 140"/>
                  <a:gd name="T17" fmla="*/ 730 h 72"/>
                  <a:gd name="T18" fmla="*/ 593 w 140"/>
                  <a:gd name="T19" fmla="*/ 1156 h 72"/>
                  <a:gd name="T20" fmla="*/ 222 w 140"/>
                  <a:gd name="T21" fmla="*/ 1433 h 72"/>
                  <a:gd name="T22" fmla="*/ 167 w 140"/>
                  <a:gd name="T23" fmla="*/ 1889 h 72"/>
                  <a:gd name="T24" fmla="*/ 703 w 140"/>
                  <a:gd name="T25" fmla="*/ 1573 h 72"/>
                  <a:gd name="T26" fmla="*/ 1573 w 140"/>
                  <a:gd name="T27" fmla="*/ 1211 h 72"/>
                  <a:gd name="T28" fmla="*/ 1972 w 140"/>
                  <a:gd name="T29" fmla="*/ 1156 h 72"/>
                  <a:gd name="T30" fmla="*/ 2398 w 140"/>
                  <a:gd name="T31" fmla="*/ 979 h 72"/>
                  <a:gd name="T32" fmla="*/ 2760 w 140"/>
                  <a:gd name="T33" fmla="*/ 1241 h 72"/>
                  <a:gd name="T34" fmla="*/ 3213 w 140"/>
                  <a:gd name="T35" fmla="*/ 1433 h 72"/>
                  <a:gd name="T36" fmla="*/ 3807 w 140"/>
                  <a:gd name="T37" fmla="*/ 1971 h 72"/>
                  <a:gd name="T38" fmla="*/ 3889 w 140"/>
                  <a:gd name="T39" fmla="*/ 1463 h 72"/>
                  <a:gd name="T40" fmla="*/ 3834 w 140"/>
                  <a:gd name="T41" fmla="*/ 1074 h 7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0" h="72">
                    <a:moveTo>
                      <a:pt x="136" y="38"/>
                    </a:moveTo>
                    <a:cubicBezTo>
                      <a:pt x="134" y="37"/>
                      <a:pt x="125" y="30"/>
                      <a:pt x="123" y="29"/>
                    </a:cubicBezTo>
                    <a:cubicBezTo>
                      <a:pt x="121" y="27"/>
                      <a:pt x="118" y="18"/>
                      <a:pt x="109" y="15"/>
                    </a:cubicBezTo>
                    <a:cubicBezTo>
                      <a:pt x="99" y="11"/>
                      <a:pt x="98" y="14"/>
                      <a:pt x="96" y="3"/>
                    </a:cubicBezTo>
                    <a:cubicBezTo>
                      <a:pt x="96" y="2"/>
                      <a:pt x="95" y="1"/>
                      <a:pt x="95" y="0"/>
                    </a:cubicBezTo>
                    <a:cubicBezTo>
                      <a:pt x="92" y="1"/>
                      <a:pt x="88" y="4"/>
                      <a:pt x="83" y="5"/>
                    </a:cubicBezTo>
                    <a:cubicBezTo>
                      <a:pt x="76" y="7"/>
                      <a:pt x="77" y="8"/>
                      <a:pt x="72" y="12"/>
                    </a:cubicBezTo>
                    <a:cubicBezTo>
                      <a:pt x="73" y="14"/>
                      <a:pt x="73" y="17"/>
                      <a:pt x="72" y="19"/>
                    </a:cubicBezTo>
                    <a:cubicBezTo>
                      <a:pt x="70" y="22"/>
                      <a:pt x="60" y="22"/>
                      <a:pt x="52" y="26"/>
                    </a:cubicBezTo>
                    <a:cubicBezTo>
                      <a:pt x="44" y="30"/>
                      <a:pt x="25" y="39"/>
                      <a:pt x="21" y="41"/>
                    </a:cubicBezTo>
                    <a:cubicBezTo>
                      <a:pt x="12" y="44"/>
                      <a:pt x="12" y="42"/>
                      <a:pt x="8" y="51"/>
                    </a:cubicBezTo>
                    <a:cubicBezTo>
                      <a:pt x="5" y="60"/>
                      <a:pt x="0" y="66"/>
                      <a:pt x="6" y="67"/>
                    </a:cubicBezTo>
                    <a:cubicBezTo>
                      <a:pt x="12" y="68"/>
                      <a:pt x="19" y="59"/>
                      <a:pt x="25" y="56"/>
                    </a:cubicBezTo>
                    <a:cubicBezTo>
                      <a:pt x="30" y="53"/>
                      <a:pt x="50" y="45"/>
                      <a:pt x="56" y="43"/>
                    </a:cubicBezTo>
                    <a:cubicBezTo>
                      <a:pt x="62" y="42"/>
                      <a:pt x="66" y="39"/>
                      <a:pt x="70" y="41"/>
                    </a:cubicBezTo>
                    <a:cubicBezTo>
                      <a:pt x="74" y="42"/>
                      <a:pt x="77" y="37"/>
                      <a:pt x="85" y="35"/>
                    </a:cubicBezTo>
                    <a:cubicBezTo>
                      <a:pt x="94" y="34"/>
                      <a:pt x="98" y="38"/>
                      <a:pt x="98" y="44"/>
                    </a:cubicBezTo>
                    <a:cubicBezTo>
                      <a:pt x="98" y="49"/>
                      <a:pt x="104" y="44"/>
                      <a:pt x="114" y="51"/>
                    </a:cubicBezTo>
                    <a:cubicBezTo>
                      <a:pt x="124" y="58"/>
                      <a:pt x="131" y="72"/>
                      <a:pt x="135" y="70"/>
                    </a:cubicBezTo>
                    <a:cubicBezTo>
                      <a:pt x="140" y="68"/>
                      <a:pt x="137" y="60"/>
                      <a:pt x="138" y="52"/>
                    </a:cubicBezTo>
                    <a:cubicBezTo>
                      <a:pt x="140" y="45"/>
                      <a:pt x="139" y="40"/>
                      <a:pt x="136" y="3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6" name="Freeform 112">
                <a:extLst>
                  <a:ext uri="{FF2B5EF4-FFF2-40B4-BE49-F238E27FC236}">
                    <a16:creationId xmlns:a16="http://schemas.microsoft.com/office/drawing/2014/main" id="{4C0AA9CD-D854-44AD-B972-83EB93E2B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625"/>
                <a:ext cx="34" cy="67"/>
              </a:xfrm>
              <a:custGeom>
                <a:avLst/>
                <a:gdLst>
                  <a:gd name="T0" fmla="*/ 238 w 11"/>
                  <a:gd name="T1" fmla="*/ 0 h 22"/>
                  <a:gd name="T2" fmla="*/ 114 w 11"/>
                  <a:gd name="T3" fmla="*/ 399 h 22"/>
                  <a:gd name="T4" fmla="*/ 87 w 11"/>
                  <a:gd name="T5" fmla="*/ 62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2">
                    <a:moveTo>
                      <a:pt x="8" y="0"/>
                    </a:moveTo>
                    <a:cubicBezTo>
                      <a:pt x="11" y="4"/>
                      <a:pt x="8" y="9"/>
                      <a:pt x="4" y="14"/>
                    </a:cubicBezTo>
                    <a:cubicBezTo>
                      <a:pt x="0" y="20"/>
                      <a:pt x="0" y="21"/>
                      <a:pt x="3" y="22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7" name="Freeform 113">
                <a:extLst>
                  <a:ext uri="{FF2B5EF4-FFF2-40B4-BE49-F238E27FC236}">
                    <a16:creationId xmlns:a16="http://schemas.microsoft.com/office/drawing/2014/main" id="{47C2D719-1CBF-48FB-8537-81BA1E327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655"/>
                <a:ext cx="82" cy="46"/>
              </a:xfrm>
              <a:custGeom>
                <a:avLst/>
                <a:gdLst>
                  <a:gd name="T0" fmla="*/ 0 w 27"/>
                  <a:gd name="T1" fmla="*/ 432 h 15"/>
                  <a:gd name="T2" fmla="*/ 304 w 27"/>
                  <a:gd name="T3" fmla="*/ 291 h 15"/>
                  <a:gd name="T4" fmla="*/ 702 w 27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5">
                    <a:moveTo>
                      <a:pt x="0" y="15"/>
                    </a:moveTo>
                    <a:cubicBezTo>
                      <a:pt x="2" y="10"/>
                      <a:pt x="2" y="10"/>
                      <a:pt x="11" y="10"/>
                    </a:cubicBezTo>
                    <a:cubicBezTo>
                      <a:pt x="21" y="10"/>
                      <a:pt x="27" y="6"/>
                      <a:pt x="25" y="0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8" name="Freeform 114">
                <a:extLst>
                  <a:ext uri="{FF2B5EF4-FFF2-40B4-BE49-F238E27FC236}">
                    <a16:creationId xmlns:a16="http://schemas.microsoft.com/office/drawing/2014/main" id="{F8EF52C9-0EE5-4344-A72E-F65C6E20F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615"/>
                <a:ext cx="64" cy="40"/>
              </a:xfrm>
              <a:custGeom>
                <a:avLst/>
                <a:gdLst>
                  <a:gd name="T0" fmla="*/ 0 w 21"/>
                  <a:gd name="T1" fmla="*/ 0 h 13"/>
                  <a:gd name="T2" fmla="*/ 372 w 21"/>
                  <a:gd name="T3" fmla="*/ 378 h 13"/>
                  <a:gd name="T4" fmla="*/ 399 w 21"/>
                  <a:gd name="T5" fmla="*/ 16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0" y="0"/>
                    </a:moveTo>
                    <a:cubicBezTo>
                      <a:pt x="9" y="6"/>
                      <a:pt x="4" y="12"/>
                      <a:pt x="13" y="13"/>
                    </a:cubicBezTo>
                    <a:cubicBezTo>
                      <a:pt x="21" y="13"/>
                      <a:pt x="18" y="6"/>
                      <a:pt x="14" y="6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9" name="Freeform 115">
                <a:extLst>
                  <a:ext uri="{FF2B5EF4-FFF2-40B4-BE49-F238E27FC236}">
                    <a16:creationId xmlns:a16="http://schemas.microsoft.com/office/drawing/2014/main" id="{154FB6B2-7C67-4E7B-8E95-89D3A660F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673"/>
                <a:ext cx="460" cy="204"/>
              </a:xfrm>
              <a:custGeom>
                <a:avLst/>
                <a:gdLst>
                  <a:gd name="T0" fmla="*/ 3927 w 151"/>
                  <a:gd name="T1" fmla="*/ 898 h 67"/>
                  <a:gd name="T2" fmla="*/ 3732 w 151"/>
                  <a:gd name="T3" fmla="*/ 703 h 67"/>
                  <a:gd name="T4" fmla="*/ 3397 w 151"/>
                  <a:gd name="T5" fmla="*/ 426 h 67"/>
                  <a:gd name="T6" fmla="*/ 3220 w 151"/>
                  <a:gd name="T7" fmla="*/ 371 h 67"/>
                  <a:gd name="T8" fmla="*/ 2998 w 151"/>
                  <a:gd name="T9" fmla="*/ 0 h 67"/>
                  <a:gd name="T10" fmla="*/ 2915 w 151"/>
                  <a:gd name="T11" fmla="*/ 0 h 67"/>
                  <a:gd name="T12" fmla="*/ 2486 w 151"/>
                  <a:gd name="T13" fmla="*/ 167 h 67"/>
                  <a:gd name="T14" fmla="*/ 2458 w 151"/>
                  <a:gd name="T15" fmla="*/ 140 h 67"/>
                  <a:gd name="T16" fmla="*/ 2349 w 151"/>
                  <a:gd name="T17" fmla="*/ 222 h 67"/>
                  <a:gd name="T18" fmla="*/ 1755 w 151"/>
                  <a:gd name="T19" fmla="*/ 508 h 67"/>
                  <a:gd name="T20" fmla="*/ 1106 w 151"/>
                  <a:gd name="T21" fmla="*/ 926 h 67"/>
                  <a:gd name="T22" fmla="*/ 250 w 151"/>
                  <a:gd name="T23" fmla="*/ 1297 h 67"/>
                  <a:gd name="T24" fmla="*/ 113 w 151"/>
                  <a:gd name="T25" fmla="*/ 1723 h 67"/>
                  <a:gd name="T26" fmla="*/ 594 w 151"/>
                  <a:gd name="T27" fmla="*/ 1586 h 67"/>
                  <a:gd name="T28" fmla="*/ 1532 w 151"/>
                  <a:gd name="T29" fmla="*/ 1215 h 67"/>
                  <a:gd name="T30" fmla="*/ 2059 w 151"/>
                  <a:gd name="T31" fmla="*/ 965 h 67"/>
                  <a:gd name="T32" fmla="*/ 2236 w 151"/>
                  <a:gd name="T33" fmla="*/ 1047 h 67"/>
                  <a:gd name="T34" fmla="*/ 2857 w 151"/>
                  <a:gd name="T35" fmla="*/ 898 h 67"/>
                  <a:gd name="T36" fmla="*/ 2970 w 151"/>
                  <a:gd name="T37" fmla="*/ 1130 h 67"/>
                  <a:gd name="T38" fmla="*/ 3452 w 151"/>
                  <a:gd name="T39" fmla="*/ 1437 h 67"/>
                  <a:gd name="T40" fmla="*/ 3991 w 151"/>
                  <a:gd name="T41" fmla="*/ 1863 h 67"/>
                  <a:gd name="T42" fmla="*/ 4213 w 151"/>
                  <a:gd name="T43" fmla="*/ 1410 h 67"/>
                  <a:gd name="T44" fmla="*/ 4131 w 151"/>
                  <a:gd name="T45" fmla="*/ 1102 h 67"/>
                  <a:gd name="T46" fmla="*/ 3927 w 151"/>
                  <a:gd name="T47" fmla="*/ 898 h 6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1" h="67">
                    <a:moveTo>
                      <a:pt x="139" y="32"/>
                    </a:moveTo>
                    <a:cubicBezTo>
                      <a:pt x="139" y="32"/>
                      <a:pt x="139" y="27"/>
                      <a:pt x="132" y="25"/>
                    </a:cubicBezTo>
                    <a:cubicBezTo>
                      <a:pt x="126" y="22"/>
                      <a:pt x="122" y="18"/>
                      <a:pt x="120" y="15"/>
                    </a:cubicBezTo>
                    <a:cubicBezTo>
                      <a:pt x="118" y="11"/>
                      <a:pt x="117" y="15"/>
                      <a:pt x="114" y="13"/>
                    </a:cubicBezTo>
                    <a:cubicBezTo>
                      <a:pt x="112" y="10"/>
                      <a:pt x="110" y="3"/>
                      <a:pt x="106" y="0"/>
                    </a:cubicBezTo>
                    <a:cubicBezTo>
                      <a:pt x="105" y="0"/>
                      <a:pt x="104" y="0"/>
                      <a:pt x="103" y="0"/>
                    </a:cubicBezTo>
                    <a:cubicBezTo>
                      <a:pt x="95" y="2"/>
                      <a:pt x="92" y="7"/>
                      <a:pt x="88" y="6"/>
                    </a:cubicBezTo>
                    <a:cubicBezTo>
                      <a:pt x="88" y="6"/>
                      <a:pt x="87" y="6"/>
                      <a:pt x="87" y="5"/>
                    </a:cubicBezTo>
                    <a:cubicBezTo>
                      <a:pt x="85" y="7"/>
                      <a:pt x="84" y="8"/>
                      <a:pt x="83" y="8"/>
                    </a:cubicBezTo>
                    <a:cubicBezTo>
                      <a:pt x="77" y="13"/>
                      <a:pt x="70" y="11"/>
                      <a:pt x="62" y="18"/>
                    </a:cubicBezTo>
                    <a:cubicBezTo>
                      <a:pt x="54" y="24"/>
                      <a:pt x="47" y="30"/>
                      <a:pt x="39" y="33"/>
                    </a:cubicBezTo>
                    <a:cubicBezTo>
                      <a:pt x="32" y="36"/>
                      <a:pt x="13" y="40"/>
                      <a:pt x="9" y="46"/>
                    </a:cubicBezTo>
                    <a:cubicBezTo>
                      <a:pt x="5" y="52"/>
                      <a:pt x="0" y="61"/>
                      <a:pt x="4" y="61"/>
                    </a:cubicBezTo>
                    <a:cubicBezTo>
                      <a:pt x="9" y="62"/>
                      <a:pt x="16" y="60"/>
                      <a:pt x="21" y="56"/>
                    </a:cubicBezTo>
                    <a:cubicBezTo>
                      <a:pt x="26" y="52"/>
                      <a:pt x="45" y="46"/>
                      <a:pt x="54" y="43"/>
                    </a:cubicBezTo>
                    <a:cubicBezTo>
                      <a:pt x="63" y="39"/>
                      <a:pt x="70" y="32"/>
                      <a:pt x="73" y="34"/>
                    </a:cubicBezTo>
                    <a:cubicBezTo>
                      <a:pt x="76" y="36"/>
                      <a:pt x="70" y="39"/>
                      <a:pt x="79" y="37"/>
                    </a:cubicBezTo>
                    <a:cubicBezTo>
                      <a:pt x="88" y="36"/>
                      <a:pt x="95" y="34"/>
                      <a:pt x="101" y="32"/>
                    </a:cubicBezTo>
                    <a:cubicBezTo>
                      <a:pt x="107" y="30"/>
                      <a:pt x="101" y="36"/>
                      <a:pt x="105" y="40"/>
                    </a:cubicBezTo>
                    <a:cubicBezTo>
                      <a:pt x="108" y="45"/>
                      <a:pt x="112" y="43"/>
                      <a:pt x="122" y="51"/>
                    </a:cubicBezTo>
                    <a:cubicBezTo>
                      <a:pt x="131" y="58"/>
                      <a:pt x="137" y="67"/>
                      <a:pt x="141" y="66"/>
                    </a:cubicBezTo>
                    <a:cubicBezTo>
                      <a:pt x="146" y="64"/>
                      <a:pt x="147" y="56"/>
                      <a:pt x="149" y="50"/>
                    </a:cubicBezTo>
                    <a:cubicBezTo>
                      <a:pt x="151" y="44"/>
                      <a:pt x="148" y="42"/>
                      <a:pt x="146" y="39"/>
                    </a:cubicBezTo>
                    <a:cubicBezTo>
                      <a:pt x="144" y="37"/>
                      <a:pt x="139" y="32"/>
                      <a:pt x="139" y="3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0" name="Freeform 116">
                <a:extLst>
                  <a:ext uri="{FF2B5EF4-FFF2-40B4-BE49-F238E27FC236}">
                    <a16:creationId xmlns:a16="http://schemas.microsoft.com/office/drawing/2014/main" id="{AA2C862F-55A0-41B1-91F3-2E48099348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54" y="2780"/>
                <a:ext cx="536" cy="216"/>
              </a:xfrm>
              <a:custGeom>
                <a:avLst/>
                <a:gdLst>
                  <a:gd name="T0" fmla="*/ 789 w 176"/>
                  <a:gd name="T1" fmla="*/ 1074 h 71"/>
                  <a:gd name="T2" fmla="*/ 168 w 176"/>
                  <a:gd name="T3" fmla="*/ 1518 h 71"/>
                  <a:gd name="T4" fmla="*/ 317 w 176"/>
                  <a:gd name="T5" fmla="*/ 1859 h 71"/>
                  <a:gd name="T6" fmla="*/ 1614 w 176"/>
                  <a:gd name="T7" fmla="*/ 1463 h 71"/>
                  <a:gd name="T8" fmla="*/ 1754 w 176"/>
                  <a:gd name="T9" fmla="*/ 1436 h 71"/>
                  <a:gd name="T10" fmla="*/ 1782 w 176"/>
                  <a:gd name="T11" fmla="*/ 1351 h 71"/>
                  <a:gd name="T12" fmla="*/ 1836 w 176"/>
                  <a:gd name="T13" fmla="*/ 703 h 71"/>
                  <a:gd name="T14" fmla="*/ 1836 w 176"/>
                  <a:gd name="T15" fmla="*/ 703 h 71"/>
                  <a:gd name="T16" fmla="*/ 1520 w 176"/>
                  <a:gd name="T17" fmla="*/ 843 h 71"/>
                  <a:gd name="T18" fmla="*/ 789 w 176"/>
                  <a:gd name="T19" fmla="*/ 1074 h 71"/>
                  <a:gd name="T20" fmla="*/ 4833 w 176"/>
                  <a:gd name="T21" fmla="*/ 1047 h 71"/>
                  <a:gd name="T22" fmla="*/ 4267 w 176"/>
                  <a:gd name="T23" fmla="*/ 648 h 71"/>
                  <a:gd name="T24" fmla="*/ 3923 w 176"/>
                  <a:gd name="T25" fmla="*/ 344 h 71"/>
                  <a:gd name="T26" fmla="*/ 3560 w 176"/>
                  <a:gd name="T27" fmla="*/ 167 h 71"/>
                  <a:gd name="T28" fmla="*/ 3505 w 176"/>
                  <a:gd name="T29" fmla="*/ 0 h 71"/>
                  <a:gd name="T30" fmla="*/ 3219 w 176"/>
                  <a:gd name="T31" fmla="*/ 55 h 71"/>
                  <a:gd name="T32" fmla="*/ 3079 w 176"/>
                  <a:gd name="T33" fmla="*/ 55 h 71"/>
                  <a:gd name="T34" fmla="*/ 2997 w 176"/>
                  <a:gd name="T35" fmla="*/ 82 h 71"/>
                  <a:gd name="T36" fmla="*/ 2235 w 176"/>
                  <a:gd name="T37" fmla="*/ 535 h 71"/>
                  <a:gd name="T38" fmla="*/ 2235 w 176"/>
                  <a:gd name="T39" fmla="*/ 535 h 71"/>
                  <a:gd name="T40" fmla="*/ 2911 w 176"/>
                  <a:gd name="T41" fmla="*/ 1101 h 71"/>
                  <a:gd name="T42" fmla="*/ 2969 w 176"/>
                  <a:gd name="T43" fmla="*/ 1241 h 71"/>
                  <a:gd name="T44" fmla="*/ 3219 w 176"/>
                  <a:gd name="T45" fmla="*/ 1156 h 71"/>
                  <a:gd name="T46" fmla="*/ 3274 w 176"/>
                  <a:gd name="T47" fmla="*/ 1463 h 71"/>
                  <a:gd name="T48" fmla="*/ 4008 w 176"/>
                  <a:gd name="T49" fmla="*/ 1628 h 71"/>
                  <a:gd name="T50" fmla="*/ 4666 w 176"/>
                  <a:gd name="T51" fmla="*/ 1971 h 71"/>
                  <a:gd name="T52" fmla="*/ 4861 w 176"/>
                  <a:gd name="T53" fmla="*/ 1491 h 71"/>
                  <a:gd name="T54" fmla="*/ 4833 w 176"/>
                  <a:gd name="T55" fmla="*/ 1047 h 7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76" h="71">
                    <a:moveTo>
                      <a:pt x="28" y="38"/>
                    </a:moveTo>
                    <a:cubicBezTo>
                      <a:pt x="23" y="42"/>
                      <a:pt x="6" y="46"/>
                      <a:pt x="6" y="54"/>
                    </a:cubicBezTo>
                    <a:cubicBezTo>
                      <a:pt x="6" y="62"/>
                      <a:pt x="0" y="68"/>
                      <a:pt x="11" y="66"/>
                    </a:cubicBezTo>
                    <a:cubicBezTo>
                      <a:pt x="21" y="64"/>
                      <a:pt x="48" y="53"/>
                      <a:pt x="57" y="52"/>
                    </a:cubicBezTo>
                    <a:cubicBezTo>
                      <a:pt x="59" y="51"/>
                      <a:pt x="60" y="51"/>
                      <a:pt x="62" y="51"/>
                    </a:cubicBezTo>
                    <a:cubicBezTo>
                      <a:pt x="62" y="50"/>
                      <a:pt x="63" y="49"/>
                      <a:pt x="63" y="48"/>
                    </a:cubicBezTo>
                    <a:cubicBezTo>
                      <a:pt x="65" y="42"/>
                      <a:pt x="59" y="40"/>
                      <a:pt x="65" y="25"/>
                    </a:cubicBezTo>
                    <a:cubicBezTo>
                      <a:pt x="65" y="25"/>
                      <a:pt x="65" y="25"/>
                      <a:pt x="65" y="25"/>
                    </a:cubicBezTo>
                    <a:cubicBezTo>
                      <a:pt x="63" y="26"/>
                      <a:pt x="60" y="27"/>
                      <a:pt x="54" y="30"/>
                    </a:cubicBezTo>
                    <a:cubicBezTo>
                      <a:pt x="42" y="36"/>
                      <a:pt x="39" y="33"/>
                      <a:pt x="28" y="38"/>
                    </a:cubicBezTo>
                    <a:close/>
                    <a:moveTo>
                      <a:pt x="171" y="37"/>
                    </a:moveTo>
                    <a:cubicBezTo>
                      <a:pt x="167" y="31"/>
                      <a:pt x="156" y="29"/>
                      <a:pt x="151" y="23"/>
                    </a:cubicBezTo>
                    <a:cubicBezTo>
                      <a:pt x="146" y="17"/>
                      <a:pt x="147" y="15"/>
                      <a:pt x="139" y="12"/>
                    </a:cubicBezTo>
                    <a:cubicBezTo>
                      <a:pt x="130" y="9"/>
                      <a:pt x="130" y="14"/>
                      <a:pt x="126" y="6"/>
                    </a:cubicBezTo>
                    <a:cubicBezTo>
                      <a:pt x="125" y="4"/>
                      <a:pt x="125" y="2"/>
                      <a:pt x="124" y="0"/>
                    </a:cubicBezTo>
                    <a:cubicBezTo>
                      <a:pt x="121" y="1"/>
                      <a:pt x="118" y="2"/>
                      <a:pt x="114" y="2"/>
                    </a:cubicBezTo>
                    <a:cubicBezTo>
                      <a:pt x="110" y="3"/>
                      <a:pt x="109" y="3"/>
                      <a:pt x="109" y="2"/>
                    </a:cubicBezTo>
                    <a:cubicBezTo>
                      <a:pt x="108" y="2"/>
                      <a:pt x="107" y="3"/>
                      <a:pt x="106" y="3"/>
                    </a:cubicBezTo>
                    <a:cubicBezTo>
                      <a:pt x="97" y="7"/>
                      <a:pt x="92" y="12"/>
                      <a:pt x="79" y="19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89" y="21"/>
                      <a:pt x="100" y="29"/>
                      <a:pt x="103" y="39"/>
                    </a:cubicBezTo>
                    <a:cubicBezTo>
                      <a:pt x="104" y="41"/>
                      <a:pt x="104" y="43"/>
                      <a:pt x="105" y="44"/>
                    </a:cubicBezTo>
                    <a:cubicBezTo>
                      <a:pt x="108" y="43"/>
                      <a:pt x="112" y="41"/>
                      <a:pt x="114" y="41"/>
                    </a:cubicBezTo>
                    <a:cubicBezTo>
                      <a:pt x="118" y="40"/>
                      <a:pt x="115" y="47"/>
                      <a:pt x="116" y="52"/>
                    </a:cubicBezTo>
                    <a:cubicBezTo>
                      <a:pt x="117" y="56"/>
                      <a:pt x="130" y="55"/>
                      <a:pt x="142" y="58"/>
                    </a:cubicBezTo>
                    <a:cubicBezTo>
                      <a:pt x="153" y="62"/>
                      <a:pt x="158" y="69"/>
                      <a:pt x="165" y="70"/>
                    </a:cubicBezTo>
                    <a:cubicBezTo>
                      <a:pt x="171" y="71"/>
                      <a:pt x="171" y="62"/>
                      <a:pt x="172" y="53"/>
                    </a:cubicBezTo>
                    <a:cubicBezTo>
                      <a:pt x="173" y="44"/>
                      <a:pt x="176" y="43"/>
                      <a:pt x="171" y="3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1" name="Freeform 117">
                <a:extLst>
                  <a:ext uri="{FF2B5EF4-FFF2-40B4-BE49-F238E27FC236}">
                    <a16:creationId xmlns:a16="http://schemas.microsoft.com/office/drawing/2014/main" id="{A6A276C6-A265-427C-8146-7736999A8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713"/>
                <a:ext cx="27" cy="64"/>
              </a:xfrm>
              <a:custGeom>
                <a:avLst/>
                <a:gdLst>
                  <a:gd name="T0" fmla="*/ 243 w 9"/>
                  <a:gd name="T1" fmla="*/ 0 h 21"/>
                  <a:gd name="T2" fmla="*/ 81 w 9"/>
                  <a:gd name="T3" fmla="*/ 59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9" y="0"/>
                    </a:moveTo>
                    <a:cubicBezTo>
                      <a:pt x="8" y="7"/>
                      <a:pt x="0" y="15"/>
                      <a:pt x="3" y="21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2" name="Freeform 118">
                <a:extLst>
                  <a:ext uri="{FF2B5EF4-FFF2-40B4-BE49-F238E27FC236}">
                    <a16:creationId xmlns:a16="http://schemas.microsoft.com/office/drawing/2014/main" id="{7E01E3C3-541D-4554-83D5-8F182F54D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771"/>
                <a:ext cx="106" cy="39"/>
              </a:xfrm>
              <a:custGeom>
                <a:avLst/>
                <a:gdLst>
                  <a:gd name="T0" fmla="*/ 0 w 35"/>
                  <a:gd name="T1" fmla="*/ 27 h 13"/>
                  <a:gd name="T2" fmla="*/ 303 w 35"/>
                  <a:gd name="T3" fmla="*/ 216 h 13"/>
                  <a:gd name="T4" fmla="*/ 560 w 35"/>
                  <a:gd name="T5" fmla="*/ 243 h 13"/>
                  <a:gd name="T6" fmla="*/ 836 w 35"/>
                  <a:gd name="T7" fmla="*/ 135 h 13"/>
                  <a:gd name="T8" fmla="*/ 918 w 35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">
                    <a:moveTo>
                      <a:pt x="0" y="1"/>
                    </a:moveTo>
                    <a:cubicBezTo>
                      <a:pt x="6" y="0"/>
                      <a:pt x="7" y="3"/>
                      <a:pt x="11" y="8"/>
                    </a:cubicBezTo>
                    <a:cubicBezTo>
                      <a:pt x="15" y="13"/>
                      <a:pt x="15" y="11"/>
                      <a:pt x="20" y="9"/>
                    </a:cubicBezTo>
                    <a:cubicBezTo>
                      <a:pt x="25" y="7"/>
                      <a:pt x="25" y="7"/>
                      <a:pt x="30" y="5"/>
                    </a:cubicBezTo>
                    <a:cubicBezTo>
                      <a:pt x="35" y="4"/>
                      <a:pt x="33" y="0"/>
                      <a:pt x="33" y="0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3" name="Freeform 119">
                <a:extLst>
                  <a:ext uri="{FF2B5EF4-FFF2-40B4-BE49-F238E27FC236}">
                    <a16:creationId xmlns:a16="http://schemas.microsoft.com/office/drawing/2014/main" id="{110F041F-9E4F-4B24-8D0E-AE2FFA249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722"/>
                <a:ext cx="18" cy="46"/>
              </a:xfrm>
              <a:custGeom>
                <a:avLst/>
                <a:gdLst>
                  <a:gd name="T0" fmla="*/ 0 w 6"/>
                  <a:gd name="T1" fmla="*/ 0 h 15"/>
                  <a:gd name="T2" fmla="*/ 135 w 6"/>
                  <a:gd name="T3" fmla="*/ 43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6" y="6"/>
                      <a:pt x="5" y="11"/>
                      <a:pt x="5" y="15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4" name="Freeform 120">
                <a:extLst>
                  <a:ext uri="{FF2B5EF4-FFF2-40B4-BE49-F238E27FC236}">
                    <a16:creationId xmlns:a16="http://schemas.microsoft.com/office/drawing/2014/main" id="{55183180-37FC-47D7-A69F-F4874C846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743"/>
                <a:ext cx="18" cy="31"/>
              </a:xfrm>
              <a:custGeom>
                <a:avLst/>
                <a:gdLst>
                  <a:gd name="T0" fmla="*/ 27 w 6"/>
                  <a:gd name="T1" fmla="*/ 0 h 10"/>
                  <a:gd name="T2" fmla="*/ 162 w 6"/>
                  <a:gd name="T3" fmla="*/ 29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1" y="0"/>
                    </a:moveTo>
                    <a:cubicBezTo>
                      <a:pt x="2" y="6"/>
                      <a:pt x="0" y="9"/>
                      <a:pt x="6" y="10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5" name="Freeform 121">
                <a:extLst>
                  <a:ext uri="{FF2B5EF4-FFF2-40B4-BE49-F238E27FC236}">
                    <a16:creationId xmlns:a16="http://schemas.microsoft.com/office/drawing/2014/main" id="{7897C811-A5C1-4F14-9952-21CA95AB7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165"/>
                <a:ext cx="207" cy="140"/>
              </a:xfrm>
              <a:custGeom>
                <a:avLst/>
                <a:gdLst>
                  <a:gd name="T0" fmla="*/ 1918 w 68"/>
                  <a:gd name="T1" fmla="*/ 0 h 46"/>
                  <a:gd name="T2" fmla="*/ 1242 w 68"/>
                  <a:gd name="T3" fmla="*/ 277 h 46"/>
                  <a:gd name="T4" fmla="*/ 1047 w 68"/>
                  <a:gd name="T5" fmla="*/ 676 h 46"/>
                  <a:gd name="T6" fmla="*/ 0 w 68"/>
                  <a:gd name="T7" fmla="*/ 1214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6">
                    <a:moveTo>
                      <a:pt x="68" y="0"/>
                    </a:moveTo>
                    <a:cubicBezTo>
                      <a:pt x="66" y="6"/>
                      <a:pt x="50" y="11"/>
                      <a:pt x="44" y="10"/>
                    </a:cubicBezTo>
                    <a:cubicBezTo>
                      <a:pt x="37" y="9"/>
                      <a:pt x="40" y="19"/>
                      <a:pt x="37" y="24"/>
                    </a:cubicBezTo>
                    <a:cubicBezTo>
                      <a:pt x="34" y="29"/>
                      <a:pt x="1" y="46"/>
                      <a:pt x="0" y="43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6" name="Freeform 122">
                <a:extLst>
                  <a:ext uri="{FF2B5EF4-FFF2-40B4-BE49-F238E27FC236}">
                    <a16:creationId xmlns:a16="http://schemas.microsoft.com/office/drawing/2014/main" id="{240283E8-491A-4A6D-8782-361543802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293"/>
                <a:ext cx="100" cy="112"/>
              </a:xfrm>
              <a:custGeom>
                <a:avLst/>
                <a:gdLst>
                  <a:gd name="T0" fmla="*/ 864 w 33"/>
                  <a:gd name="T1" fmla="*/ 0 h 37"/>
                  <a:gd name="T2" fmla="*/ 670 w 33"/>
                  <a:gd name="T3" fmla="*/ 493 h 37"/>
                  <a:gd name="T4" fmla="*/ 561 w 33"/>
                  <a:gd name="T5" fmla="*/ 999 h 37"/>
                  <a:gd name="T6" fmla="*/ 0 w 33"/>
                  <a:gd name="T7" fmla="*/ 86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7">
                    <a:moveTo>
                      <a:pt x="31" y="0"/>
                    </a:moveTo>
                    <a:cubicBezTo>
                      <a:pt x="33" y="8"/>
                      <a:pt x="24" y="11"/>
                      <a:pt x="24" y="18"/>
                    </a:cubicBezTo>
                    <a:cubicBezTo>
                      <a:pt x="25" y="25"/>
                      <a:pt x="26" y="34"/>
                      <a:pt x="20" y="36"/>
                    </a:cubicBezTo>
                    <a:cubicBezTo>
                      <a:pt x="14" y="37"/>
                      <a:pt x="7" y="28"/>
                      <a:pt x="0" y="31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7" name="Freeform 123">
                <a:extLst>
                  <a:ext uri="{FF2B5EF4-FFF2-40B4-BE49-F238E27FC236}">
                    <a16:creationId xmlns:a16="http://schemas.microsoft.com/office/drawing/2014/main" id="{CA3BB0A2-EDB2-427E-B777-B44640861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338"/>
                <a:ext cx="49" cy="25"/>
              </a:xfrm>
              <a:custGeom>
                <a:avLst/>
                <a:gdLst>
                  <a:gd name="T0" fmla="*/ 0 w 16"/>
                  <a:gd name="T1" fmla="*/ 59 h 8"/>
                  <a:gd name="T2" fmla="*/ 291 w 16"/>
                  <a:gd name="T3" fmla="*/ 184 h 8"/>
                  <a:gd name="T4" fmla="*/ 346 w 1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2"/>
                    </a:moveTo>
                    <a:cubicBezTo>
                      <a:pt x="1" y="7"/>
                      <a:pt x="4" y="8"/>
                      <a:pt x="10" y="6"/>
                    </a:cubicBezTo>
                    <a:cubicBezTo>
                      <a:pt x="16" y="4"/>
                      <a:pt x="12" y="0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8" name="Freeform 124">
                <a:extLst>
                  <a:ext uri="{FF2B5EF4-FFF2-40B4-BE49-F238E27FC236}">
                    <a16:creationId xmlns:a16="http://schemas.microsoft.com/office/drawing/2014/main" id="{7F69F3BF-7ABE-414C-A3C5-C054851FE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786"/>
                <a:ext cx="27" cy="61"/>
              </a:xfrm>
              <a:custGeom>
                <a:avLst/>
                <a:gdLst>
                  <a:gd name="T0" fmla="*/ 243 w 9"/>
                  <a:gd name="T1" fmla="*/ 0 h 20"/>
                  <a:gd name="T2" fmla="*/ 0 w 9"/>
                  <a:gd name="T3" fmla="*/ 56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9" y="0"/>
                    </a:moveTo>
                    <a:cubicBezTo>
                      <a:pt x="0" y="7"/>
                      <a:pt x="1" y="11"/>
                      <a:pt x="0" y="20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9" name="Freeform 125">
                <a:extLst>
                  <a:ext uri="{FF2B5EF4-FFF2-40B4-BE49-F238E27FC236}">
                    <a16:creationId xmlns:a16="http://schemas.microsoft.com/office/drawing/2014/main" id="{9FE24C6E-30E2-4512-AB2B-E539660CF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844"/>
                <a:ext cx="79" cy="91"/>
              </a:xfrm>
              <a:custGeom>
                <a:avLst/>
                <a:gdLst>
                  <a:gd name="T0" fmla="*/ 0 w 26"/>
                  <a:gd name="T1" fmla="*/ 561 h 30"/>
                  <a:gd name="T2" fmla="*/ 562 w 26"/>
                  <a:gd name="T3" fmla="*/ 783 h 30"/>
                  <a:gd name="T4" fmla="*/ 589 w 26"/>
                  <a:gd name="T5" fmla="*/ 385 h 30"/>
                  <a:gd name="T6" fmla="*/ 249 w 26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0">
                    <a:moveTo>
                      <a:pt x="0" y="20"/>
                    </a:moveTo>
                    <a:cubicBezTo>
                      <a:pt x="10" y="26"/>
                      <a:pt x="14" y="30"/>
                      <a:pt x="20" y="28"/>
                    </a:cubicBezTo>
                    <a:cubicBezTo>
                      <a:pt x="25" y="26"/>
                      <a:pt x="26" y="18"/>
                      <a:pt x="21" y="14"/>
                    </a:cubicBezTo>
                    <a:cubicBezTo>
                      <a:pt x="16" y="9"/>
                      <a:pt x="9" y="3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0" name="Freeform 126">
                <a:extLst>
                  <a:ext uri="{FF2B5EF4-FFF2-40B4-BE49-F238E27FC236}">
                    <a16:creationId xmlns:a16="http://schemas.microsoft.com/office/drawing/2014/main" id="{01FA801B-15AA-4F7B-B33F-1947879BA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810"/>
                <a:ext cx="73" cy="104"/>
              </a:xfrm>
              <a:custGeom>
                <a:avLst/>
                <a:gdLst>
                  <a:gd name="T0" fmla="*/ 0 w 24"/>
                  <a:gd name="T1" fmla="*/ 0 h 34"/>
                  <a:gd name="T2" fmla="*/ 277 w 24"/>
                  <a:gd name="T3" fmla="*/ 600 h 34"/>
                  <a:gd name="T4" fmla="*/ 621 w 24"/>
                  <a:gd name="T5" fmla="*/ 860 h 34"/>
                  <a:gd name="T6" fmla="*/ 508 w 24"/>
                  <a:gd name="T7" fmla="*/ 71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4">
                    <a:moveTo>
                      <a:pt x="0" y="0"/>
                    </a:moveTo>
                    <a:cubicBezTo>
                      <a:pt x="0" y="9"/>
                      <a:pt x="2" y="17"/>
                      <a:pt x="10" y="21"/>
                    </a:cubicBezTo>
                    <a:cubicBezTo>
                      <a:pt x="18" y="25"/>
                      <a:pt x="19" y="34"/>
                      <a:pt x="22" y="30"/>
                    </a:cubicBezTo>
                    <a:cubicBezTo>
                      <a:pt x="24" y="27"/>
                      <a:pt x="18" y="25"/>
                      <a:pt x="18" y="25"/>
                    </a:cubicBezTo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1" name="Freeform 127">
                <a:extLst>
                  <a:ext uri="{FF2B5EF4-FFF2-40B4-BE49-F238E27FC236}">
                    <a16:creationId xmlns:a16="http://schemas.microsoft.com/office/drawing/2014/main" id="{9CE156F2-C812-435F-AE72-C5CB979BC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141"/>
                <a:ext cx="58" cy="51"/>
              </a:xfrm>
              <a:custGeom>
                <a:avLst/>
                <a:gdLst>
                  <a:gd name="T0" fmla="*/ 540 w 19"/>
                  <a:gd name="T1" fmla="*/ 270 h 17"/>
                  <a:gd name="T2" fmla="*/ 168 w 19"/>
                  <a:gd name="T3" fmla="*/ 81 h 17"/>
                  <a:gd name="T4" fmla="*/ 55 w 19"/>
                  <a:gd name="T5" fmla="*/ 459 h 17"/>
                  <a:gd name="T6" fmla="*/ 540 w 19"/>
                  <a:gd name="T7" fmla="*/ 27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7">
                    <a:moveTo>
                      <a:pt x="19" y="10"/>
                    </a:moveTo>
                    <a:cubicBezTo>
                      <a:pt x="17" y="7"/>
                      <a:pt x="11" y="0"/>
                      <a:pt x="6" y="3"/>
                    </a:cubicBezTo>
                    <a:cubicBezTo>
                      <a:pt x="2" y="5"/>
                      <a:pt x="0" y="8"/>
                      <a:pt x="2" y="17"/>
                    </a:cubicBezTo>
                    <a:cubicBezTo>
                      <a:pt x="8" y="16"/>
                      <a:pt x="16" y="13"/>
                      <a:pt x="19" y="1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2" name="Freeform 128">
                <a:extLst>
                  <a:ext uri="{FF2B5EF4-FFF2-40B4-BE49-F238E27FC236}">
                    <a16:creationId xmlns:a16="http://schemas.microsoft.com/office/drawing/2014/main" id="{095AA18A-93F7-425D-85A5-7F13E6A60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156"/>
                <a:ext cx="320" cy="188"/>
              </a:xfrm>
              <a:custGeom>
                <a:avLst/>
                <a:gdLst>
                  <a:gd name="T0" fmla="*/ 2776 w 105"/>
                  <a:gd name="T1" fmla="*/ 452 h 62"/>
                  <a:gd name="T2" fmla="*/ 2405 w 105"/>
                  <a:gd name="T3" fmla="*/ 55 h 62"/>
                  <a:gd name="T4" fmla="*/ 2155 w 105"/>
                  <a:gd name="T5" fmla="*/ 0 h 62"/>
                  <a:gd name="T6" fmla="*/ 2295 w 105"/>
                  <a:gd name="T7" fmla="*/ 136 h 62"/>
                  <a:gd name="T8" fmla="*/ 1810 w 105"/>
                  <a:gd name="T9" fmla="*/ 331 h 62"/>
                  <a:gd name="T10" fmla="*/ 1838 w 105"/>
                  <a:gd name="T11" fmla="*/ 0 h 62"/>
                  <a:gd name="T12" fmla="*/ 1533 w 105"/>
                  <a:gd name="T13" fmla="*/ 82 h 62"/>
                  <a:gd name="T14" fmla="*/ 1161 w 105"/>
                  <a:gd name="T15" fmla="*/ 506 h 62"/>
                  <a:gd name="T16" fmla="*/ 399 w 105"/>
                  <a:gd name="T17" fmla="*/ 810 h 62"/>
                  <a:gd name="T18" fmla="*/ 0 w 105"/>
                  <a:gd name="T19" fmla="*/ 1452 h 62"/>
                  <a:gd name="T20" fmla="*/ 222 w 105"/>
                  <a:gd name="T21" fmla="*/ 1701 h 62"/>
                  <a:gd name="T22" fmla="*/ 707 w 105"/>
                  <a:gd name="T23" fmla="*/ 1452 h 62"/>
                  <a:gd name="T24" fmla="*/ 1411 w 105"/>
                  <a:gd name="T25" fmla="*/ 1316 h 62"/>
                  <a:gd name="T26" fmla="*/ 1588 w 105"/>
                  <a:gd name="T27" fmla="*/ 1507 h 62"/>
                  <a:gd name="T28" fmla="*/ 1728 w 105"/>
                  <a:gd name="T29" fmla="*/ 1452 h 62"/>
                  <a:gd name="T30" fmla="*/ 2210 w 105"/>
                  <a:gd name="T31" fmla="*/ 1277 h 62"/>
                  <a:gd name="T32" fmla="*/ 2834 w 105"/>
                  <a:gd name="T33" fmla="*/ 1058 h 62"/>
                  <a:gd name="T34" fmla="*/ 2862 w 105"/>
                  <a:gd name="T35" fmla="*/ 810 h 62"/>
                  <a:gd name="T36" fmla="*/ 2776 w 105"/>
                  <a:gd name="T37" fmla="*/ 452 h 6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5" h="62">
                    <a:moveTo>
                      <a:pt x="98" y="16"/>
                    </a:moveTo>
                    <a:cubicBezTo>
                      <a:pt x="92" y="10"/>
                      <a:pt x="92" y="7"/>
                      <a:pt x="85" y="2"/>
                    </a:cubicBezTo>
                    <a:cubicBezTo>
                      <a:pt x="83" y="1"/>
                      <a:pt x="80" y="0"/>
                      <a:pt x="76" y="0"/>
                    </a:cubicBezTo>
                    <a:cubicBezTo>
                      <a:pt x="78" y="2"/>
                      <a:pt x="80" y="4"/>
                      <a:pt x="81" y="5"/>
                    </a:cubicBezTo>
                    <a:cubicBezTo>
                      <a:pt x="78" y="8"/>
                      <a:pt x="70" y="11"/>
                      <a:pt x="64" y="12"/>
                    </a:cubicBezTo>
                    <a:cubicBezTo>
                      <a:pt x="62" y="6"/>
                      <a:pt x="63" y="2"/>
                      <a:pt x="65" y="0"/>
                    </a:cubicBezTo>
                    <a:cubicBezTo>
                      <a:pt x="61" y="1"/>
                      <a:pt x="57" y="2"/>
                      <a:pt x="54" y="3"/>
                    </a:cubicBezTo>
                    <a:cubicBezTo>
                      <a:pt x="43" y="8"/>
                      <a:pt x="44" y="13"/>
                      <a:pt x="41" y="18"/>
                    </a:cubicBezTo>
                    <a:cubicBezTo>
                      <a:pt x="38" y="24"/>
                      <a:pt x="25" y="24"/>
                      <a:pt x="14" y="29"/>
                    </a:cubicBezTo>
                    <a:cubicBezTo>
                      <a:pt x="4" y="34"/>
                      <a:pt x="0" y="46"/>
                      <a:pt x="0" y="52"/>
                    </a:cubicBezTo>
                    <a:cubicBezTo>
                      <a:pt x="0" y="54"/>
                      <a:pt x="4" y="61"/>
                      <a:pt x="8" y="61"/>
                    </a:cubicBezTo>
                    <a:cubicBezTo>
                      <a:pt x="14" y="62"/>
                      <a:pt x="19" y="54"/>
                      <a:pt x="25" y="52"/>
                    </a:cubicBezTo>
                    <a:cubicBezTo>
                      <a:pt x="36" y="47"/>
                      <a:pt x="43" y="43"/>
                      <a:pt x="50" y="47"/>
                    </a:cubicBezTo>
                    <a:cubicBezTo>
                      <a:pt x="52" y="48"/>
                      <a:pt x="54" y="51"/>
                      <a:pt x="56" y="54"/>
                    </a:cubicBezTo>
                    <a:cubicBezTo>
                      <a:pt x="57" y="53"/>
                      <a:pt x="59" y="53"/>
                      <a:pt x="61" y="52"/>
                    </a:cubicBezTo>
                    <a:cubicBezTo>
                      <a:pt x="68" y="50"/>
                      <a:pt x="69" y="49"/>
                      <a:pt x="78" y="46"/>
                    </a:cubicBezTo>
                    <a:cubicBezTo>
                      <a:pt x="86" y="42"/>
                      <a:pt x="94" y="43"/>
                      <a:pt x="100" y="38"/>
                    </a:cubicBezTo>
                    <a:cubicBezTo>
                      <a:pt x="100" y="38"/>
                      <a:pt x="97" y="32"/>
                      <a:pt x="101" y="29"/>
                    </a:cubicBezTo>
                    <a:cubicBezTo>
                      <a:pt x="105" y="26"/>
                      <a:pt x="104" y="22"/>
                      <a:pt x="98" y="1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3" name="Freeform 129">
                <a:extLst>
                  <a:ext uri="{FF2B5EF4-FFF2-40B4-BE49-F238E27FC236}">
                    <a16:creationId xmlns:a16="http://schemas.microsoft.com/office/drawing/2014/main" id="{9356431B-F6FA-4561-BE90-BE0BF069E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3057"/>
                <a:ext cx="9" cy="15"/>
              </a:xfrm>
              <a:custGeom>
                <a:avLst/>
                <a:gdLst>
                  <a:gd name="T0" fmla="*/ 0 w 3"/>
                  <a:gd name="T1" fmla="*/ 135 h 5"/>
                  <a:gd name="T2" fmla="*/ 81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4" name="Freeform 130">
                <a:extLst>
                  <a:ext uri="{FF2B5EF4-FFF2-40B4-BE49-F238E27FC236}">
                    <a16:creationId xmlns:a16="http://schemas.microsoft.com/office/drawing/2014/main" id="{6E96820B-2AC0-48B7-A087-807F5E299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020"/>
                <a:ext cx="12" cy="7"/>
              </a:xfrm>
              <a:custGeom>
                <a:avLst/>
                <a:gdLst>
                  <a:gd name="T0" fmla="*/ 0 w 4"/>
                  <a:gd name="T1" fmla="*/ 0 h 2"/>
                  <a:gd name="T2" fmla="*/ 108 w 4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3" y="2"/>
                      <a:pt x="4" y="2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5" name="Freeform 131">
                <a:extLst>
                  <a:ext uri="{FF2B5EF4-FFF2-40B4-BE49-F238E27FC236}">
                    <a16:creationId xmlns:a16="http://schemas.microsoft.com/office/drawing/2014/main" id="{C9BEC04A-1E32-4329-8B5C-3B8F0C055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3042"/>
                <a:ext cx="12" cy="3"/>
              </a:xfrm>
              <a:custGeom>
                <a:avLst/>
                <a:gdLst>
                  <a:gd name="T0" fmla="*/ 0 w 4"/>
                  <a:gd name="T1" fmla="*/ 0 h 1"/>
                  <a:gd name="T2" fmla="*/ 108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1"/>
                      <a:pt x="4" y="1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6" name="Freeform 132">
                <a:extLst>
                  <a:ext uri="{FF2B5EF4-FFF2-40B4-BE49-F238E27FC236}">
                    <a16:creationId xmlns:a16="http://schemas.microsoft.com/office/drawing/2014/main" id="{5381A434-EC3C-47E4-A0B0-22708DB3A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975"/>
                <a:ext cx="15" cy="3"/>
              </a:xfrm>
              <a:custGeom>
                <a:avLst/>
                <a:gdLst>
                  <a:gd name="T0" fmla="*/ 0 w 5"/>
                  <a:gd name="T1" fmla="*/ 27 h 1"/>
                  <a:gd name="T2" fmla="*/ 135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7" name="Freeform 133">
                <a:extLst>
                  <a:ext uri="{FF2B5EF4-FFF2-40B4-BE49-F238E27FC236}">
                    <a16:creationId xmlns:a16="http://schemas.microsoft.com/office/drawing/2014/main" id="{F7DD041F-60D0-4BE1-80AB-93197AFCC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862"/>
                <a:ext cx="6" cy="6"/>
              </a:xfrm>
              <a:custGeom>
                <a:avLst/>
                <a:gdLst>
                  <a:gd name="T0" fmla="*/ 0 w 2"/>
                  <a:gd name="T1" fmla="*/ 54 h 2"/>
                  <a:gd name="T2" fmla="*/ 54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8" name="Freeform 134">
                <a:extLst>
                  <a:ext uri="{FF2B5EF4-FFF2-40B4-BE49-F238E27FC236}">
                    <a16:creationId xmlns:a16="http://schemas.microsoft.com/office/drawing/2014/main" id="{76549B16-D89C-4050-BE6A-F5E3188E5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902"/>
                <a:ext cx="12" cy="1"/>
              </a:xfrm>
              <a:custGeom>
                <a:avLst/>
                <a:gdLst>
                  <a:gd name="T0" fmla="*/ 0 w 4"/>
                  <a:gd name="T1" fmla="*/ 0 h 1"/>
                  <a:gd name="T2" fmla="*/ 10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4" y="0"/>
                      <a:pt x="4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9" name="Freeform 135">
                <a:extLst>
                  <a:ext uri="{FF2B5EF4-FFF2-40B4-BE49-F238E27FC236}">
                    <a16:creationId xmlns:a16="http://schemas.microsoft.com/office/drawing/2014/main" id="{31D030F1-4CB6-4D80-A425-D49CC3DAD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835"/>
                <a:ext cx="27" cy="3"/>
              </a:xfrm>
              <a:custGeom>
                <a:avLst/>
                <a:gdLst>
                  <a:gd name="T0" fmla="*/ 0 w 9"/>
                  <a:gd name="T1" fmla="*/ 27 h 1"/>
                  <a:gd name="T2" fmla="*/ 243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3" y="0"/>
                      <a:pt x="6" y="1"/>
                      <a:pt x="9" y="1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0" name="Freeform 136">
                <a:extLst>
                  <a:ext uri="{FF2B5EF4-FFF2-40B4-BE49-F238E27FC236}">
                    <a16:creationId xmlns:a16="http://schemas.microsoft.com/office/drawing/2014/main" id="{7ADC7B2E-2E1A-4D5B-A0EF-DBABCE436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847"/>
                <a:ext cx="19" cy="3"/>
              </a:xfrm>
              <a:custGeom>
                <a:avLst/>
                <a:gdLst>
                  <a:gd name="T0" fmla="*/ 0 w 6"/>
                  <a:gd name="T1" fmla="*/ 27 h 1"/>
                  <a:gd name="T2" fmla="*/ 19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1" name="Freeform 137">
                <a:extLst>
                  <a:ext uri="{FF2B5EF4-FFF2-40B4-BE49-F238E27FC236}">
                    <a16:creationId xmlns:a16="http://schemas.microsoft.com/office/drawing/2014/main" id="{9CF5C52A-4183-489B-8F4C-BCFC37D16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905"/>
                <a:ext cx="9" cy="15"/>
              </a:xfrm>
              <a:custGeom>
                <a:avLst/>
                <a:gdLst>
                  <a:gd name="T0" fmla="*/ 81 w 3"/>
                  <a:gd name="T1" fmla="*/ 0 h 5"/>
                  <a:gd name="T2" fmla="*/ 0 w 3"/>
                  <a:gd name="T3" fmla="*/ 13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1" y="3"/>
                      <a:pt x="0" y="5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2" name="Freeform 138">
                <a:extLst>
                  <a:ext uri="{FF2B5EF4-FFF2-40B4-BE49-F238E27FC236}">
                    <a16:creationId xmlns:a16="http://schemas.microsoft.com/office/drawing/2014/main" id="{CDB21D08-C131-44B2-A431-94F4394E7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725"/>
                <a:ext cx="12" cy="9"/>
              </a:xfrm>
              <a:custGeom>
                <a:avLst/>
                <a:gdLst>
                  <a:gd name="T0" fmla="*/ 0 w 4"/>
                  <a:gd name="T1" fmla="*/ 81 h 3"/>
                  <a:gd name="T2" fmla="*/ 10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3" name="Freeform 139">
                <a:extLst>
                  <a:ext uri="{FF2B5EF4-FFF2-40B4-BE49-F238E27FC236}">
                    <a16:creationId xmlns:a16="http://schemas.microsoft.com/office/drawing/2014/main" id="{893CA055-A227-4356-9F0C-6265ED320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615"/>
                <a:ext cx="15" cy="13"/>
              </a:xfrm>
              <a:custGeom>
                <a:avLst/>
                <a:gdLst>
                  <a:gd name="T0" fmla="*/ 0 w 5"/>
                  <a:gd name="T1" fmla="*/ 137 h 4"/>
                  <a:gd name="T2" fmla="*/ 135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3" y="1"/>
                      <a:pt x="5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4" name="Freeform 140">
                <a:extLst>
                  <a:ext uri="{FF2B5EF4-FFF2-40B4-BE49-F238E27FC236}">
                    <a16:creationId xmlns:a16="http://schemas.microsoft.com/office/drawing/2014/main" id="{CB6A412A-C71D-44D4-9095-7F01B9124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552"/>
                <a:ext cx="12" cy="3"/>
              </a:xfrm>
              <a:custGeom>
                <a:avLst/>
                <a:gdLst>
                  <a:gd name="T0" fmla="*/ 0 w 4"/>
                  <a:gd name="T1" fmla="*/ 27 h 1"/>
                  <a:gd name="T2" fmla="*/ 108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5" name="Freeform 141">
                <a:extLst>
                  <a:ext uri="{FF2B5EF4-FFF2-40B4-BE49-F238E27FC236}">
                    <a16:creationId xmlns:a16="http://schemas.microsoft.com/office/drawing/2014/main" id="{339F442E-AA69-4D72-A432-F42047EEE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530"/>
                <a:ext cx="10" cy="12"/>
              </a:xfrm>
              <a:custGeom>
                <a:avLst/>
                <a:gdLst>
                  <a:gd name="T0" fmla="*/ 110 w 3"/>
                  <a:gd name="T1" fmla="*/ 0 h 4"/>
                  <a:gd name="T2" fmla="*/ 0 w 3"/>
                  <a:gd name="T3" fmla="*/ 10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6" name="Freeform 142">
                <a:extLst>
                  <a:ext uri="{FF2B5EF4-FFF2-40B4-BE49-F238E27FC236}">
                    <a16:creationId xmlns:a16="http://schemas.microsoft.com/office/drawing/2014/main" id="{3349FDEB-7F1A-4482-9F3B-221F90E6A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302"/>
                <a:ext cx="12" cy="6"/>
              </a:xfrm>
              <a:custGeom>
                <a:avLst/>
                <a:gdLst>
                  <a:gd name="T0" fmla="*/ 108 w 4"/>
                  <a:gd name="T1" fmla="*/ 54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7" name="Freeform 143">
                <a:extLst>
                  <a:ext uri="{FF2B5EF4-FFF2-40B4-BE49-F238E27FC236}">
                    <a16:creationId xmlns:a16="http://schemas.microsoft.com/office/drawing/2014/main" id="{ECC511CA-91E9-4F02-B057-2EF7224F0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348"/>
                <a:ext cx="9" cy="9"/>
              </a:xfrm>
              <a:custGeom>
                <a:avLst/>
                <a:gdLst>
                  <a:gd name="T0" fmla="*/ 81 w 3"/>
                  <a:gd name="T1" fmla="*/ 0 h 3"/>
                  <a:gd name="T2" fmla="*/ 0 w 3"/>
                  <a:gd name="T3" fmla="*/ 8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8" name="Freeform 144">
                <a:extLst>
                  <a:ext uri="{FF2B5EF4-FFF2-40B4-BE49-F238E27FC236}">
                    <a16:creationId xmlns:a16="http://schemas.microsoft.com/office/drawing/2014/main" id="{02581FCA-92C2-4D1C-ACF3-544D98CEE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293"/>
                <a:ext cx="1" cy="18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6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9" name="Freeform 145">
                <a:extLst>
                  <a:ext uri="{FF2B5EF4-FFF2-40B4-BE49-F238E27FC236}">
                    <a16:creationId xmlns:a16="http://schemas.microsoft.com/office/drawing/2014/main" id="{C1E06653-924A-4173-B826-73DB87583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220"/>
                <a:ext cx="6" cy="6"/>
              </a:xfrm>
              <a:custGeom>
                <a:avLst/>
                <a:gdLst>
                  <a:gd name="T0" fmla="*/ 0 w 2"/>
                  <a:gd name="T1" fmla="*/ 0 h 2"/>
                  <a:gd name="T2" fmla="*/ 54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0" name="Freeform 146">
                <a:extLst>
                  <a:ext uri="{FF2B5EF4-FFF2-40B4-BE49-F238E27FC236}">
                    <a16:creationId xmlns:a16="http://schemas.microsoft.com/office/drawing/2014/main" id="{51D6F139-BED0-48A1-973A-D6BC4D035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314"/>
                <a:ext cx="427" cy="125"/>
              </a:xfrm>
              <a:custGeom>
                <a:avLst/>
                <a:gdLst>
                  <a:gd name="T0" fmla="*/ 735 w 140"/>
                  <a:gd name="T1" fmla="*/ 707 h 41"/>
                  <a:gd name="T2" fmla="*/ 427 w 140"/>
                  <a:gd name="T3" fmla="*/ 622 h 41"/>
                  <a:gd name="T4" fmla="*/ 250 w 140"/>
                  <a:gd name="T5" fmla="*/ 622 h 41"/>
                  <a:gd name="T6" fmla="*/ 55 w 140"/>
                  <a:gd name="T7" fmla="*/ 567 h 41"/>
                  <a:gd name="T8" fmla="*/ 27 w 140"/>
                  <a:gd name="T9" fmla="*/ 223 h 41"/>
                  <a:gd name="T10" fmla="*/ 317 w 140"/>
                  <a:gd name="T11" fmla="*/ 0 h 41"/>
                  <a:gd name="T12" fmla="*/ 622 w 140"/>
                  <a:gd name="T13" fmla="*/ 55 h 41"/>
                  <a:gd name="T14" fmla="*/ 885 w 140"/>
                  <a:gd name="T15" fmla="*/ 140 h 41"/>
                  <a:gd name="T16" fmla="*/ 1247 w 140"/>
                  <a:gd name="T17" fmla="*/ 140 h 41"/>
                  <a:gd name="T18" fmla="*/ 1534 w 140"/>
                  <a:gd name="T19" fmla="*/ 372 h 41"/>
                  <a:gd name="T20" fmla="*/ 1592 w 140"/>
                  <a:gd name="T21" fmla="*/ 250 h 41"/>
                  <a:gd name="T22" fmla="*/ 1842 w 140"/>
                  <a:gd name="T23" fmla="*/ 250 h 41"/>
                  <a:gd name="T24" fmla="*/ 2047 w 140"/>
                  <a:gd name="T25" fmla="*/ 317 h 41"/>
                  <a:gd name="T26" fmla="*/ 2297 w 140"/>
                  <a:gd name="T27" fmla="*/ 399 h 41"/>
                  <a:gd name="T28" fmla="*/ 2382 w 140"/>
                  <a:gd name="T29" fmla="*/ 317 h 41"/>
                  <a:gd name="T30" fmla="*/ 2669 w 140"/>
                  <a:gd name="T31" fmla="*/ 399 h 41"/>
                  <a:gd name="T32" fmla="*/ 2894 w 140"/>
                  <a:gd name="T33" fmla="*/ 345 h 41"/>
                  <a:gd name="T34" fmla="*/ 3181 w 140"/>
                  <a:gd name="T35" fmla="*/ 454 h 41"/>
                  <a:gd name="T36" fmla="*/ 3267 w 140"/>
                  <a:gd name="T37" fmla="*/ 345 h 41"/>
                  <a:gd name="T38" fmla="*/ 3462 w 140"/>
                  <a:gd name="T39" fmla="*/ 427 h 41"/>
                  <a:gd name="T40" fmla="*/ 3694 w 140"/>
                  <a:gd name="T41" fmla="*/ 372 h 41"/>
                  <a:gd name="T42" fmla="*/ 3861 w 140"/>
                  <a:gd name="T43" fmla="*/ 454 h 41"/>
                  <a:gd name="T44" fmla="*/ 3971 w 140"/>
                  <a:gd name="T45" fmla="*/ 845 h 41"/>
                  <a:gd name="T46" fmla="*/ 3834 w 140"/>
                  <a:gd name="T47" fmla="*/ 1134 h 41"/>
                  <a:gd name="T48" fmla="*/ 3599 w 140"/>
                  <a:gd name="T49" fmla="*/ 1079 h 41"/>
                  <a:gd name="T50" fmla="*/ 3321 w 140"/>
                  <a:gd name="T51" fmla="*/ 1021 h 41"/>
                  <a:gd name="T52" fmla="*/ 3181 w 140"/>
                  <a:gd name="T53" fmla="*/ 884 h 41"/>
                  <a:gd name="T54" fmla="*/ 2977 w 140"/>
                  <a:gd name="T55" fmla="*/ 1021 h 41"/>
                  <a:gd name="T56" fmla="*/ 2727 w 140"/>
                  <a:gd name="T57" fmla="*/ 845 h 41"/>
                  <a:gd name="T58" fmla="*/ 2492 w 140"/>
                  <a:gd name="T59" fmla="*/ 1052 h 41"/>
                  <a:gd name="T60" fmla="*/ 2327 w 140"/>
                  <a:gd name="T61" fmla="*/ 912 h 41"/>
                  <a:gd name="T62" fmla="*/ 2074 w 140"/>
                  <a:gd name="T63" fmla="*/ 994 h 41"/>
                  <a:gd name="T64" fmla="*/ 1815 w 140"/>
                  <a:gd name="T65" fmla="*/ 939 h 41"/>
                  <a:gd name="T66" fmla="*/ 1562 w 140"/>
                  <a:gd name="T67" fmla="*/ 762 h 41"/>
                  <a:gd name="T68" fmla="*/ 1247 w 140"/>
                  <a:gd name="T69" fmla="*/ 845 h 41"/>
                  <a:gd name="T70" fmla="*/ 1052 w 140"/>
                  <a:gd name="T71" fmla="*/ 817 h 41"/>
                  <a:gd name="T72" fmla="*/ 735 w 140"/>
                  <a:gd name="T73" fmla="*/ 707 h 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40" h="41">
                    <a:moveTo>
                      <a:pt x="26" y="25"/>
                    </a:moveTo>
                    <a:cubicBezTo>
                      <a:pt x="22" y="27"/>
                      <a:pt x="17" y="23"/>
                      <a:pt x="15" y="22"/>
                    </a:cubicBezTo>
                    <a:cubicBezTo>
                      <a:pt x="13" y="21"/>
                      <a:pt x="11" y="22"/>
                      <a:pt x="9" y="22"/>
                    </a:cubicBezTo>
                    <a:cubicBezTo>
                      <a:pt x="7" y="22"/>
                      <a:pt x="2" y="21"/>
                      <a:pt x="2" y="20"/>
                    </a:cubicBezTo>
                    <a:cubicBezTo>
                      <a:pt x="1" y="18"/>
                      <a:pt x="0" y="11"/>
                      <a:pt x="1" y="8"/>
                    </a:cubicBezTo>
                    <a:cubicBezTo>
                      <a:pt x="3" y="4"/>
                      <a:pt x="7" y="0"/>
                      <a:pt x="11" y="0"/>
                    </a:cubicBezTo>
                    <a:cubicBezTo>
                      <a:pt x="15" y="0"/>
                      <a:pt x="18" y="2"/>
                      <a:pt x="22" y="2"/>
                    </a:cubicBezTo>
                    <a:cubicBezTo>
                      <a:pt x="26" y="2"/>
                      <a:pt x="27" y="2"/>
                      <a:pt x="31" y="5"/>
                    </a:cubicBezTo>
                    <a:cubicBezTo>
                      <a:pt x="32" y="3"/>
                      <a:pt x="37" y="4"/>
                      <a:pt x="44" y="5"/>
                    </a:cubicBezTo>
                    <a:cubicBezTo>
                      <a:pt x="50" y="6"/>
                      <a:pt x="49" y="7"/>
                      <a:pt x="54" y="13"/>
                    </a:cubicBezTo>
                    <a:cubicBezTo>
                      <a:pt x="54" y="13"/>
                      <a:pt x="55" y="11"/>
                      <a:pt x="56" y="9"/>
                    </a:cubicBezTo>
                    <a:cubicBezTo>
                      <a:pt x="58" y="8"/>
                      <a:pt x="61" y="7"/>
                      <a:pt x="65" y="9"/>
                    </a:cubicBezTo>
                    <a:cubicBezTo>
                      <a:pt x="68" y="11"/>
                      <a:pt x="69" y="11"/>
                      <a:pt x="72" y="11"/>
                    </a:cubicBezTo>
                    <a:cubicBezTo>
                      <a:pt x="74" y="10"/>
                      <a:pt x="78" y="10"/>
                      <a:pt x="81" y="14"/>
                    </a:cubicBezTo>
                    <a:cubicBezTo>
                      <a:pt x="81" y="14"/>
                      <a:pt x="81" y="13"/>
                      <a:pt x="84" y="11"/>
                    </a:cubicBezTo>
                    <a:cubicBezTo>
                      <a:pt x="88" y="9"/>
                      <a:pt x="88" y="10"/>
                      <a:pt x="94" y="14"/>
                    </a:cubicBezTo>
                    <a:cubicBezTo>
                      <a:pt x="96" y="12"/>
                      <a:pt x="97" y="12"/>
                      <a:pt x="102" y="12"/>
                    </a:cubicBezTo>
                    <a:cubicBezTo>
                      <a:pt x="108" y="13"/>
                      <a:pt x="107" y="13"/>
                      <a:pt x="112" y="16"/>
                    </a:cubicBezTo>
                    <a:cubicBezTo>
                      <a:pt x="112" y="16"/>
                      <a:pt x="112" y="14"/>
                      <a:pt x="115" y="12"/>
                    </a:cubicBezTo>
                    <a:cubicBezTo>
                      <a:pt x="118" y="10"/>
                      <a:pt x="118" y="12"/>
                      <a:pt x="122" y="15"/>
                    </a:cubicBezTo>
                    <a:cubicBezTo>
                      <a:pt x="124" y="12"/>
                      <a:pt x="127" y="10"/>
                      <a:pt x="130" y="13"/>
                    </a:cubicBezTo>
                    <a:cubicBezTo>
                      <a:pt x="132" y="12"/>
                      <a:pt x="135" y="12"/>
                      <a:pt x="136" y="16"/>
                    </a:cubicBezTo>
                    <a:cubicBezTo>
                      <a:pt x="138" y="19"/>
                      <a:pt x="140" y="23"/>
                      <a:pt x="140" y="30"/>
                    </a:cubicBezTo>
                    <a:cubicBezTo>
                      <a:pt x="140" y="38"/>
                      <a:pt x="138" y="40"/>
                      <a:pt x="135" y="40"/>
                    </a:cubicBezTo>
                    <a:cubicBezTo>
                      <a:pt x="133" y="41"/>
                      <a:pt x="129" y="40"/>
                      <a:pt x="127" y="38"/>
                    </a:cubicBezTo>
                    <a:cubicBezTo>
                      <a:pt x="125" y="40"/>
                      <a:pt x="119" y="38"/>
                      <a:pt x="117" y="36"/>
                    </a:cubicBezTo>
                    <a:cubicBezTo>
                      <a:pt x="114" y="33"/>
                      <a:pt x="112" y="31"/>
                      <a:pt x="112" y="31"/>
                    </a:cubicBezTo>
                    <a:cubicBezTo>
                      <a:pt x="110" y="35"/>
                      <a:pt x="107" y="36"/>
                      <a:pt x="105" y="36"/>
                    </a:cubicBezTo>
                    <a:cubicBezTo>
                      <a:pt x="102" y="36"/>
                      <a:pt x="97" y="32"/>
                      <a:pt x="96" y="30"/>
                    </a:cubicBezTo>
                    <a:cubicBezTo>
                      <a:pt x="94" y="33"/>
                      <a:pt x="92" y="37"/>
                      <a:pt x="88" y="37"/>
                    </a:cubicBezTo>
                    <a:cubicBezTo>
                      <a:pt x="84" y="36"/>
                      <a:pt x="82" y="32"/>
                      <a:pt x="82" y="32"/>
                    </a:cubicBezTo>
                    <a:cubicBezTo>
                      <a:pt x="79" y="35"/>
                      <a:pt x="77" y="35"/>
                      <a:pt x="73" y="35"/>
                    </a:cubicBezTo>
                    <a:cubicBezTo>
                      <a:pt x="69" y="35"/>
                      <a:pt x="68" y="33"/>
                      <a:pt x="64" y="33"/>
                    </a:cubicBezTo>
                    <a:cubicBezTo>
                      <a:pt x="60" y="32"/>
                      <a:pt x="56" y="28"/>
                      <a:pt x="55" y="27"/>
                    </a:cubicBezTo>
                    <a:cubicBezTo>
                      <a:pt x="51" y="30"/>
                      <a:pt x="48" y="30"/>
                      <a:pt x="44" y="30"/>
                    </a:cubicBezTo>
                    <a:cubicBezTo>
                      <a:pt x="41" y="30"/>
                      <a:pt x="41" y="28"/>
                      <a:pt x="37" y="29"/>
                    </a:cubicBezTo>
                    <a:cubicBezTo>
                      <a:pt x="34" y="29"/>
                      <a:pt x="30" y="30"/>
                      <a:pt x="26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1" name="Freeform 147">
                <a:extLst>
                  <a:ext uri="{FF2B5EF4-FFF2-40B4-BE49-F238E27FC236}">
                    <a16:creationId xmlns:a16="http://schemas.microsoft.com/office/drawing/2014/main" id="{01BAAD43-C19D-46D7-9B65-B6D5365A7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384"/>
                <a:ext cx="420" cy="134"/>
              </a:xfrm>
              <a:custGeom>
                <a:avLst/>
                <a:gdLst>
                  <a:gd name="T0" fmla="*/ 3780 w 138"/>
                  <a:gd name="T1" fmla="*/ 512 h 44"/>
                  <a:gd name="T2" fmla="*/ 3835 w 138"/>
                  <a:gd name="T3" fmla="*/ 734 h 44"/>
                  <a:gd name="T4" fmla="*/ 3667 w 138"/>
                  <a:gd name="T5" fmla="*/ 1160 h 44"/>
                  <a:gd name="T6" fmla="*/ 3521 w 138"/>
                  <a:gd name="T7" fmla="*/ 1215 h 44"/>
                  <a:gd name="T8" fmla="*/ 3296 w 138"/>
                  <a:gd name="T9" fmla="*/ 1188 h 44"/>
                  <a:gd name="T10" fmla="*/ 3132 w 138"/>
                  <a:gd name="T11" fmla="*/ 1133 h 44"/>
                  <a:gd name="T12" fmla="*/ 2815 w 138"/>
                  <a:gd name="T13" fmla="*/ 1020 h 44"/>
                  <a:gd name="T14" fmla="*/ 2483 w 138"/>
                  <a:gd name="T15" fmla="*/ 1102 h 44"/>
                  <a:gd name="T16" fmla="*/ 2222 w 138"/>
                  <a:gd name="T17" fmla="*/ 1020 h 44"/>
                  <a:gd name="T18" fmla="*/ 1750 w 138"/>
                  <a:gd name="T19" fmla="*/ 965 h 44"/>
                  <a:gd name="T20" fmla="*/ 1491 w 138"/>
                  <a:gd name="T21" fmla="*/ 816 h 44"/>
                  <a:gd name="T22" fmla="*/ 1187 w 138"/>
                  <a:gd name="T23" fmla="*/ 816 h 44"/>
                  <a:gd name="T24" fmla="*/ 992 w 138"/>
                  <a:gd name="T25" fmla="*/ 761 h 44"/>
                  <a:gd name="T26" fmla="*/ 788 w 138"/>
                  <a:gd name="T27" fmla="*/ 649 h 44"/>
                  <a:gd name="T28" fmla="*/ 508 w 138"/>
                  <a:gd name="T29" fmla="*/ 704 h 44"/>
                  <a:gd name="T30" fmla="*/ 250 w 138"/>
                  <a:gd name="T31" fmla="*/ 649 h 44"/>
                  <a:gd name="T32" fmla="*/ 27 w 138"/>
                  <a:gd name="T33" fmla="*/ 399 h 44"/>
                  <a:gd name="T34" fmla="*/ 27 w 138"/>
                  <a:gd name="T35" fmla="*/ 82 h 44"/>
                  <a:gd name="T36" fmla="*/ 222 w 138"/>
                  <a:gd name="T37" fmla="*/ 0 h 44"/>
                  <a:gd name="T38" fmla="*/ 453 w 138"/>
                  <a:gd name="T39" fmla="*/ 113 h 44"/>
                  <a:gd name="T40" fmla="*/ 703 w 138"/>
                  <a:gd name="T41" fmla="*/ 168 h 44"/>
                  <a:gd name="T42" fmla="*/ 816 w 138"/>
                  <a:gd name="T43" fmla="*/ 344 h 44"/>
                  <a:gd name="T44" fmla="*/ 1047 w 138"/>
                  <a:gd name="T45" fmla="*/ 195 h 44"/>
                  <a:gd name="T46" fmla="*/ 1214 w 138"/>
                  <a:gd name="T47" fmla="*/ 222 h 44"/>
                  <a:gd name="T48" fmla="*/ 1519 w 138"/>
                  <a:gd name="T49" fmla="*/ 344 h 44"/>
                  <a:gd name="T50" fmla="*/ 1723 w 138"/>
                  <a:gd name="T51" fmla="*/ 277 h 44"/>
                  <a:gd name="T52" fmla="*/ 1917 w 138"/>
                  <a:gd name="T53" fmla="*/ 372 h 44"/>
                  <a:gd name="T54" fmla="*/ 2316 w 138"/>
                  <a:gd name="T55" fmla="*/ 426 h 44"/>
                  <a:gd name="T56" fmla="*/ 2593 w 138"/>
                  <a:gd name="T57" fmla="*/ 426 h 44"/>
                  <a:gd name="T58" fmla="*/ 2937 w 138"/>
                  <a:gd name="T59" fmla="*/ 454 h 44"/>
                  <a:gd name="T60" fmla="*/ 3269 w 138"/>
                  <a:gd name="T61" fmla="*/ 481 h 44"/>
                  <a:gd name="T62" fmla="*/ 3491 w 138"/>
                  <a:gd name="T63" fmla="*/ 481 h 44"/>
                  <a:gd name="T64" fmla="*/ 3780 w 138"/>
                  <a:gd name="T65" fmla="*/ 512 h 4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8" h="44">
                    <a:moveTo>
                      <a:pt x="134" y="18"/>
                    </a:moveTo>
                    <a:cubicBezTo>
                      <a:pt x="137" y="19"/>
                      <a:pt x="138" y="22"/>
                      <a:pt x="136" y="26"/>
                    </a:cubicBezTo>
                    <a:cubicBezTo>
                      <a:pt x="135" y="31"/>
                      <a:pt x="131" y="39"/>
                      <a:pt x="130" y="41"/>
                    </a:cubicBezTo>
                    <a:cubicBezTo>
                      <a:pt x="129" y="44"/>
                      <a:pt x="125" y="43"/>
                      <a:pt x="125" y="43"/>
                    </a:cubicBezTo>
                    <a:cubicBezTo>
                      <a:pt x="121" y="44"/>
                      <a:pt x="117" y="42"/>
                      <a:pt x="117" y="42"/>
                    </a:cubicBezTo>
                    <a:cubicBezTo>
                      <a:pt x="113" y="43"/>
                      <a:pt x="111" y="40"/>
                      <a:pt x="111" y="40"/>
                    </a:cubicBezTo>
                    <a:cubicBezTo>
                      <a:pt x="107" y="44"/>
                      <a:pt x="102" y="38"/>
                      <a:pt x="100" y="36"/>
                    </a:cubicBezTo>
                    <a:cubicBezTo>
                      <a:pt x="96" y="39"/>
                      <a:pt x="93" y="39"/>
                      <a:pt x="88" y="39"/>
                    </a:cubicBezTo>
                    <a:cubicBezTo>
                      <a:pt x="83" y="40"/>
                      <a:pt x="79" y="36"/>
                      <a:pt x="79" y="36"/>
                    </a:cubicBezTo>
                    <a:cubicBezTo>
                      <a:pt x="73" y="38"/>
                      <a:pt x="66" y="34"/>
                      <a:pt x="62" y="34"/>
                    </a:cubicBezTo>
                    <a:cubicBezTo>
                      <a:pt x="58" y="33"/>
                      <a:pt x="53" y="29"/>
                      <a:pt x="53" y="29"/>
                    </a:cubicBezTo>
                    <a:cubicBezTo>
                      <a:pt x="50" y="32"/>
                      <a:pt x="45" y="29"/>
                      <a:pt x="42" y="29"/>
                    </a:cubicBezTo>
                    <a:cubicBezTo>
                      <a:pt x="39" y="29"/>
                      <a:pt x="39" y="28"/>
                      <a:pt x="35" y="27"/>
                    </a:cubicBezTo>
                    <a:cubicBezTo>
                      <a:pt x="31" y="26"/>
                      <a:pt x="28" y="27"/>
                      <a:pt x="28" y="23"/>
                    </a:cubicBezTo>
                    <a:cubicBezTo>
                      <a:pt x="24" y="26"/>
                      <a:pt x="22" y="26"/>
                      <a:pt x="18" y="25"/>
                    </a:cubicBezTo>
                    <a:cubicBezTo>
                      <a:pt x="14" y="24"/>
                      <a:pt x="11" y="23"/>
                      <a:pt x="9" y="23"/>
                    </a:cubicBezTo>
                    <a:cubicBezTo>
                      <a:pt x="7" y="22"/>
                      <a:pt x="2" y="18"/>
                      <a:pt x="1" y="14"/>
                    </a:cubicBezTo>
                    <a:cubicBezTo>
                      <a:pt x="0" y="9"/>
                      <a:pt x="0" y="7"/>
                      <a:pt x="1" y="3"/>
                    </a:cubicBezTo>
                    <a:cubicBezTo>
                      <a:pt x="2" y="0"/>
                      <a:pt x="4" y="0"/>
                      <a:pt x="8" y="0"/>
                    </a:cubicBezTo>
                    <a:cubicBezTo>
                      <a:pt x="12" y="0"/>
                      <a:pt x="14" y="4"/>
                      <a:pt x="16" y="4"/>
                    </a:cubicBezTo>
                    <a:cubicBezTo>
                      <a:pt x="17" y="4"/>
                      <a:pt x="22" y="3"/>
                      <a:pt x="25" y="6"/>
                    </a:cubicBezTo>
                    <a:cubicBezTo>
                      <a:pt x="28" y="9"/>
                      <a:pt x="29" y="12"/>
                      <a:pt x="29" y="12"/>
                    </a:cubicBezTo>
                    <a:cubicBezTo>
                      <a:pt x="31" y="9"/>
                      <a:pt x="34" y="7"/>
                      <a:pt x="37" y="7"/>
                    </a:cubicBezTo>
                    <a:cubicBezTo>
                      <a:pt x="40" y="7"/>
                      <a:pt x="42" y="9"/>
                      <a:pt x="43" y="8"/>
                    </a:cubicBezTo>
                    <a:cubicBezTo>
                      <a:pt x="45" y="8"/>
                      <a:pt x="52" y="7"/>
                      <a:pt x="54" y="12"/>
                    </a:cubicBezTo>
                    <a:cubicBezTo>
                      <a:pt x="57" y="10"/>
                      <a:pt x="56" y="10"/>
                      <a:pt x="61" y="10"/>
                    </a:cubicBezTo>
                    <a:cubicBezTo>
                      <a:pt x="66" y="11"/>
                      <a:pt x="65" y="13"/>
                      <a:pt x="68" y="13"/>
                    </a:cubicBezTo>
                    <a:cubicBezTo>
                      <a:pt x="72" y="12"/>
                      <a:pt x="82" y="13"/>
                      <a:pt x="82" y="15"/>
                    </a:cubicBezTo>
                    <a:cubicBezTo>
                      <a:pt x="85" y="14"/>
                      <a:pt x="88" y="16"/>
                      <a:pt x="92" y="15"/>
                    </a:cubicBezTo>
                    <a:cubicBezTo>
                      <a:pt x="96" y="14"/>
                      <a:pt x="103" y="14"/>
                      <a:pt x="104" y="16"/>
                    </a:cubicBezTo>
                    <a:cubicBezTo>
                      <a:pt x="108" y="15"/>
                      <a:pt x="112" y="12"/>
                      <a:pt x="116" y="17"/>
                    </a:cubicBezTo>
                    <a:cubicBezTo>
                      <a:pt x="117" y="16"/>
                      <a:pt x="120" y="16"/>
                      <a:pt x="124" y="17"/>
                    </a:cubicBezTo>
                    <a:cubicBezTo>
                      <a:pt x="127" y="17"/>
                      <a:pt x="132" y="18"/>
                      <a:pt x="134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2" name="Freeform 148">
                <a:extLst>
                  <a:ext uri="{FF2B5EF4-FFF2-40B4-BE49-F238E27FC236}">
                    <a16:creationId xmlns:a16="http://schemas.microsoft.com/office/drawing/2014/main" id="{F4BE108A-19F7-4B2D-9129-D0B5B2AA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019"/>
                <a:ext cx="785" cy="740"/>
              </a:xfrm>
              <a:custGeom>
                <a:avLst/>
                <a:gdLst>
                  <a:gd name="T0" fmla="*/ 7044 w 258"/>
                  <a:gd name="T1" fmla="*/ 5083 h 243"/>
                  <a:gd name="T2" fmla="*/ 7074 w 258"/>
                  <a:gd name="T3" fmla="*/ 4598 h 243"/>
                  <a:gd name="T4" fmla="*/ 7044 w 258"/>
                  <a:gd name="T5" fmla="*/ 4571 h 243"/>
                  <a:gd name="T6" fmla="*/ 6925 w 258"/>
                  <a:gd name="T7" fmla="*/ 4598 h 243"/>
                  <a:gd name="T8" fmla="*/ 6703 w 258"/>
                  <a:gd name="T9" fmla="*/ 4571 h 243"/>
                  <a:gd name="T10" fmla="*/ 6536 w 258"/>
                  <a:gd name="T11" fmla="*/ 4516 h 243"/>
                  <a:gd name="T12" fmla="*/ 6222 w 258"/>
                  <a:gd name="T13" fmla="*/ 4407 h 243"/>
                  <a:gd name="T14" fmla="*/ 5888 w 258"/>
                  <a:gd name="T15" fmla="*/ 4489 h 243"/>
                  <a:gd name="T16" fmla="*/ 5638 w 258"/>
                  <a:gd name="T17" fmla="*/ 4407 h 243"/>
                  <a:gd name="T18" fmla="*/ 5157 w 258"/>
                  <a:gd name="T19" fmla="*/ 4349 h 243"/>
                  <a:gd name="T20" fmla="*/ 4899 w 258"/>
                  <a:gd name="T21" fmla="*/ 4212 h 243"/>
                  <a:gd name="T22" fmla="*/ 4591 w 258"/>
                  <a:gd name="T23" fmla="*/ 4212 h 243"/>
                  <a:gd name="T24" fmla="*/ 4397 w 258"/>
                  <a:gd name="T25" fmla="*/ 4154 h 243"/>
                  <a:gd name="T26" fmla="*/ 4193 w 258"/>
                  <a:gd name="T27" fmla="*/ 4035 h 243"/>
                  <a:gd name="T28" fmla="*/ 3916 w 258"/>
                  <a:gd name="T29" fmla="*/ 4099 h 243"/>
                  <a:gd name="T30" fmla="*/ 3666 w 258"/>
                  <a:gd name="T31" fmla="*/ 4035 h 243"/>
                  <a:gd name="T32" fmla="*/ 3435 w 258"/>
                  <a:gd name="T33" fmla="*/ 3782 h 243"/>
                  <a:gd name="T34" fmla="*/ 3435 w 258"/>
                  <a:gd name="T35" fmla="*/ 3727 h 243"/>
                  <a:gd name="T36" fmla="*/ 3408 w 258"/>
                  <a:gd name="T37" fmla="*/ 3727 h 243"/>
                  <a:gd name="T38" fmla="*/ 3268 w 258"/>
                  <a:gd name="T39" fmla="*/ 1949 h 243"/>
                  <a:gd name="T40" fmla="*/ 3639 w 258"/>
                  <a:gd name="T41" fmla="*/ 1048 h 243"/>
                  <a:gd name="T42" fmla="*/ 3749 w 258"/>
                  <a:gd name="T43" fmla="*/ 344 h 243"/>
                  <a:gd name="T44" fmla="*/ 3435 w 258"/>
                  <a:gd name="T45" fmla="*/ 222 h 243"/>
                  <a:gd name="T46" fmla="*/ 3018 w 258"/>
                  <a:gd name="T47" fmla="*/ 82 h 243"/>
                  <a:gd name="T48" fmla="*/ 1999 w 258"/>
                  <a:gd name="T49" fmla="*/ 1133 h 243"/>
                  <a:gd name="T50" fmla="*/ 1156 w 258"/>
                  <a:gd name="T51" fmla="*/ 761 h 243"/>
                  <a:gd name="T52" fmla="*/ 1047 w 258"/>
                  <a:gd name="T53" fmla="*/ 539 h 243"/>
                  <a:gd name="T54" fmla="*/ 1047 w 258"/>
                  <a:gd name="T55" fmla="*/ 509 h 243"/>
                  <a:gd name="T56" fmla="*/ 536 w 258"/>
                  <a:gd name="T57" fmla="*/ 0 h 243"/>
                  <a:gd name="T58" fmla="*/ 0 w 258"/>
                  <a:gd name="T59" fmla="*/ 509 h 243"/>
                  <a:gd name="T60" fmla="*/ 195 w 258"/>
                  <a:gd name="T61" fmla="*/ 898 h 243"/>
                  <a:gd name="T62" fmla="*/ 277 w 258"/>
                  <a:gd name="T63" fmla="*/ 1133 h 243"/>
                  <a:gd name="T64" fmla="*/ 593 w 258"/>
                  <a:gd name="T65" fmla="*/ 2113 h 243"/>
                  <a:gd name="T66" fmla="*/ 675 w 258"/>
                  <a:gd name="T67" fmla="*/ 3895 h 243"/>
                  <a:gd name="T68" fmla="*/ 952 w 258"/>
                  <a:gd name="T69" fmla="*/ 5083 h 243"/>
                  <a:gd name="T70" fmla="*/ 2084 w 258"/>
                  <a:gd name="T71" fmla="*/ 5844 h 243"/>
                  <a:gd name="T72" fmla="*/ 4537 w 258"/>
                  <a:gd name="T73" fmla="*/ 6380 h 243"/>
                  <a:gd name="T74" fmla="*/ 6481 w 258"/>
                  <a:gd name="T75" fmla="*/ 6751 h 243"/>
                  <a:gd name="T76" fmla="*/ 7238 w 258"/>
                  <a:gd name="T77" fmla="*/ 5963 h 243"/>
                  <a:gd name="T78" fmla="*/ 7044 w 258"/>
                  <a:gd name="T79" fmla="*/ 5083 h 24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58" h="243">
                    <a:moveTo>
                      <a:pt x="250" y="180"/>
                    </a:moveTo>
                    <a:cubicBezTo>
                      <a:pt x="252" y="168"/>
                      <a:pt x="251" y="163"/>
                      <a:pt x="251" y="163"/>
                    </a:cubicBezTo>
                    <a:cubicBezTo>
                      <a:pt x="250" y="162"/>
                      <a:pt x="250" y="162"/>
                      <a:pt x="250" y="162"/>
                    </a:cubicBezTo>
                    <a:cubicBezTo>
                      <a:pt x="248" y="163"/>
                      <a:pt x="246" y="163"/>
                      <a:pt x="246" y="163"/>
                    </a:cubicBezTo>
                    <a:cubicBezTo>
                      <a:pt x="242" y="164"/>
                      <a:pt x="238" y="162"/>
                      <a:pt x="238" y="162"/>
                    </a:cubicBezTo>
                    <a:cubicBezTo>
                      <a:pt x="234" y="163"/>
                      <a:pt x="232" y="160"/>
                      <a:pt x="232" y="160"/>
                    </a:cubicBezTo>
                    <a:cubicBezTo>
                      <a:pt x="228" y="164"/>
                      <a:pt x="223" y="158"/>
                      <a:pt x="221" y="156"/>
                    </a:cubicBezTo>
                    <a:cubicBezTo>
                      <a:pt x="217" y="159"/>
                      <a:pt x="214" y="159"/>
                      <a:pt x="209" y="159"/>
                    </a:cubicBezTo>
                    <a:cubicBezTo>
                      <a:pt x="204" y="160"/>
                      <a:pt x="200" y="156"/>
                      <a:pt x="200" y="156"/>
                    </a:cubicBezTo>
                    <a:cubicBezTo>
                      <a:pt x="194" y="158"/>
                      <a:pt x="187" y="154"/>
                      <a:pt x="183" y="154"/>
                    </a:cubicBezTo>
                    <a:cubicBezTo>
                      <a:pt x="179" y="153"/>
                      <a:pt x="174" y="149"/>
                      <a:pt x="174" y="149"/>
                    </a:cubicBezTo>
                    <a:cubicBezTo>
                      <a:pt x="171" y="152"/>
                      <a:pt x="166" y="149"/>
                      <a:pt x="163" y="149"/>
                    </a:cubicBezTo>
                    <a:cubicBezTo>
                      <a:pt x="160" y="149"/>
                      <a:pt x="160" y="148"/>
                      <a:pt x="156" y="147"/>
                    </a:cubicBezTo>
                    <a:cubicBezTo>
                      <a:pt x="152" y="146"/>
                      <a:pt x="149" y="147"/>
                      <a:pt x="149" y="143"/>
                    </a:cubicBezTo>
                    <a:cubicBezTo>
                      <a:pt x="145" y="146"/>
                      <a:pt x="143" y="146"/>
                      <a:pt x="139" y="145"/>
                    </a:cubicBezTo>
                    <a:cubicBezTo>
                      <a:pt x="135" y="144"/>
                      <a:pt x="132" y="143"/>
                      <a:pt x="130" y="143"/>
                    </a:cubicBezTo>
                    <a:cubicBezTo>
                      <a:pt x="128" y="142"/>
                      <a:pt x="123" y="138"/>
                      <a:pt x="122" y="134"/>
                    </a:cubicBezTo>
                    <a:cubicBezTo>
                      <a:pt x="122" y="133"/>
                      <a:pt x="122" y="132"/>
                      <a:pt x="122" y="132"/>
                    </a:cubicBezTo>
                    <a:cubicBezTo>
                      <a:pt x="121" y="132"/>
                      <a:pt x="121" y="132"/>
                      <a:pt x="121" y="132"/>
                    </a:cubicBezTo>
                    <a:cubicBezTo>
                      <a:pt x="116" y="113"/>
                      <a:pt x="114" y="85"/>
                      <a:pt x="116" y="69"/>
                    </a:cubicBezTo>
                    <a:cubicBezTo>
                      <a:pt x="118" y="55"/>
                      <a:pt x="127" y="45"/>
                      <a:pt x="129" y="37"/>
                    </a:cubicBezTo>
                    <a:cubicBezTo>
                      <a:pt x="134" y="28"/>
                      <a:pt x="134" y="19"/>
                      <a:pt x="133" y="12"/>
                    </a:cubicBezTo>
                    <a:cubicBezTo>
                      <a:pt x="130" y="11"/>
                      <a:pt x="126" y="9"/>
                      <a:pt x="122" y="8"/>
                    </a:cubicBezTo>
                    <a:cubicBezTo>
                      <a:pt x="116" y="6"/>
                      <a:pt x="111" y="4"/>
                      <a:pt x="107" y="3"/>
                    </a:cubicBezTo>
                    <a:cubicBezTo>
                      <a:pt x="98" y="8"/>
                      <a:pt x="89" y="39"/>
                      <a:pt x="71" y="40"/>
                    </a:cubicBezTo>
                    <a:cubicBezTo>
                      <a:pt x="58" y="40"/>
                      <a:pt x="46" y="35"/>
                      <a:pt x="41" y="27"/>
                    </a:cubicBezTo>
                    <a:cubicBezTo>
                      <a:pt x="39" y="23"/>
                      <a:pt x="37" y="21"/>
                      <a:pt x="37" y="19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8"/>
                      <a:pt x="29" y="0"/>
                      <a:pt x="19" y="0"/>
                    </a:cubicBezTo>
                    <a:cubicBezTo>
                      <a:pt x="9" y="0"/>
                      <a:pt x="0" y="8"/>
                      <a:pt x="0" y="18"/>
                    </a:cubicBezTo>
                    <a:cubicBezTo>
                      <a:pt x="0" y="23"/>
                      <a:pt x="3" y="28"/>
                      <a:pt x="7" y="32"/>
                    </a:cubicBezTo>
                    <a:cubicBezTo>
                      <a:pt x="9" y="34"/>
                      <a:pt x="10" y="38"/>
                      <a:pt x="10" y="40"/>
                    </a:cubicBezTo>
                    <a:cubicBezTo>
                      <a:pt x="13" y="50"/>
                      <a:pt x="16" y="63"/>
                      <a:pt x="21" y="75"/>
                    </a:cubicBezTo>
                    <a:cubicBezTo>
                      <a:pt x="27" y="91"/>
                      <a:pt x="27" y="119"/>
                      <a:pt x="24" y="138"/>
                    </a:cubicBezTo>
                    <a:cubicBezTo>
                      <a:pt x="21" y="158"/>
                      <a:pt x="28" y="172"/>
                      <a:pt x="34" y="180"/>
                    </a:cubicBezTo>
                    <a:cubicBezTo>
                      <a:pt x="40" y="188"/>
                      <a:pt x="48" y="199"/>
                      <a:pt x="74" y="207"/>
                    </a:cubicBezTo>
                    <a:cubicBezTo>
                      <a:pt x="100" y="215"/>
                      <a:pt x="137" y="219"/>
                      <a:pt x="161" y="226"/>
                    </a:cubicBezTo>
                    <a:cubicBezTo>
                      <a:pt x="186" y="233"/>
                      <a:pt x="211" y="243"/>
                      <a:pt x="230" y="239"/>
                    </a:cubicBezTo>
                    <a:cubicBezTo>
                      <a:pt x="249" y="235"/>
                      <a:pt x="256" y="224"/>
                      <a:pt x="257" y="211"/>
                    </a:cubicBezTo>
                    <a:cubicBezTo>
                      <a:pt x="258" y="198"/>
                      <a:pt x="248" y="192"/>
                      <a:pt x="250" y="18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3" name="Freeform 149">
                <a:extLst>
                  <a:ext uri="{FF2B5EF4-FFF2-40B4-BE49-F238E27FC236}">
                    <a16:creationId xmlns:a16="http://schemas.microsoft.com/office/drawing/2014/main" id="{C470E51C-F453-4345-8BB4-2146A0736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886"/>
                <a:ext cx="1690" cy="1477"/>
              </a:xfrm>
              <a:custGeom>
                <a:avLst/>
                <a:gdLst>
                  <a:gd name="T0" fmla="*/ 8356 w 555"/>
                  <a:gd name="T1" fmla="*/ 10479 h 485"/>
                  <a:gd name="T2" fmla="*/ 10052 w 555"/>
                  <a:gd name="T3" fmla="*/ 10537 h 485"/>
                  <a:gd name="T4" fmla="*/ 11072 w 555"/>
                  <a:gd name="T5" fmla="*/ 10592 h 485"/>
                  <a:gd name="T6" fmla="*/ 11154 w 555"/>
                  <a:gd name="T7" fmla="*/ 10619 h 485"/>
                  <a:gd name="T8" fmla="*/ 11489 w 555"/>
                  <a:gd name="T9" fmla="*/ 10729 h 485"/>
                  <a:gd name="T10" fmla="*/ 11571 w 555"/>
                  <a:gd name="T11" fmla="*/ 10759 h 485"/>
                  <a:gd name="T12" fmla="*/ 11666 w 555"/>
                  <a:gd name="T13" fmla="*/ 10787 h 485"/>
                  <a:gd name="T14" fmla="*/ 11748 w 555"/>
                  <a:gd name="T15" fmla="*/ 10841 h 485"/>
                  <a:gd name="T16" fmla="*/ 11803 w 555"/>
                  <a:gd name="T17" fmla="*/ 10841 h 485"/>
                  <a:gd name="T18" fmla="*/ 11830 w 555"/>
                  <a:gd name="T19" fmla="*/ 10869 h 485"/>
                  <a:gd name="T20" fmla="*/ 11693 w 555"/>
                  <a:gd name="T21" fmla="*/ 11557 h 485"/>
                  <a:gd name="T22" fmla="*/ 11321 w 555"/>
                  <a:gd name="T23" fmla="*/ 13448 h 485"/>
                  <a:gd name="T24" fmla="*/ 11489 w 555"/>
                  <a:gd name="T25" fmla="*/ 13476 h 485"/>
                  <a:gd name="T26" fmla="*/ 12083 w 555"/>
                  <a:gd name="T27" fmla="*/ 13299 h 485"/>
                  <a:gd name="T28" fmla="*/ 12704 w 555"/>
                  <a:gd name="T29" fmla="*/ 13393 h 485"/>
                  <a:gd name="T30" fmla="*/ 13045 w 555"/>
                  <a:gd name="T31" fmla="*/ 13503 h 485"/>
                  <a:gd name="T32" fmla="*/ 13502 w 555"/>
                  <a:gd name="T33" fmla="*/ 13558 h 485"/>
                  <a:gd name="T34" fmla="*/ 13834 w 555"/>
                  <a:gd name="T35" fmla="*/ 13558 h 485"/>
                  <a:gd name="T36" fmla="*/ 14345 w 555"/>
                  <a:gd name="T37" fmla="*/ 13585 h 485"/>
                  <a:gd name="T38" fmla="*/ 14705 w 555"/>
                  <a:gd name="T39" fmla="*/ 13585 h 485"/>
                  <a:gd name="T40" fmla="*/ 15134 w 555"/>
                  <a:gd name="T41" fmla="*/ 13616 h 485"/>
                  <a:gd name="T42" fmla="*/ 15216 w 555"/>
                  <a:gd name="T43" fmla="*/ 12733 h 485"/>
                  <a:gd name="T44" fmla="*/ 14650 w 555"/>
                  <a:gd name="T45" fmla="*/ 11974 h 485"/>
                  <a:gd name="T46" fmla="*/ 15243 w 555"/>
                  <a:gd name="T47" fmla="*/ 9748 h 485"/>
                  <a:gd name="T48" fmla="*/ 15420 w 555"/>
                  <a:gd name="T49" fmla="*/ 9599 h 485"/>
                  <a:gd name="T50" fmla="*/ 15161 w 555"/>
                  <a:gd name="T51" fmla="*/ 8384 h 485"/>
                  <a:gd name="T52" fmla="*/ 14595 w 555"/>
                  <a:gd name="T53" fmla="*/ 4072 h 485"/>
                  <a:gd name="T54" fmla="*/ 222 w 555"/>
                  <a:gd name="T55" fmla="*/ 5427 h 485"/>
                  <a:gd name="T56" fmla="*/ 3812 w 555"/>
                  <a:gd name="T57" fmla="*/ 11128 h 485"/>
                  <a:gd name="T58" fmla="*/ 5481 w 555"/>
                  <a:gd name="T59" fmla="*/ 11667 h 485"/>
                  <a:gd name="T60" fmla="*/ 6888 w 555"/>
                  <a:gd name="T61" fmla="*/ 12084 h 485"/>
                  <a:gd name="T62" fmla="*/ 7677 w 555"/>
                  <a:gd name="T63" fmla="*/ 10369 h 48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55" h="485">
                    <a:moveTo>
                      <a:pt x="272" y="367"/>
                    </a:moveTo>
                    <a:cubicBezTo>
                      <a:pt x="280" y="368"/>
                      <a:pt x="288" y="373"/>
                      <a:pt x="296" y="371"/>
                    </a:cubicBezTo>
                    <a:cubicBezTo>
                      <a:pt x="305" y="368"/>
                      <a:pt x="309" y="372"/>
                      <a:pt x="318" y="373"/>
                    </a:cubicBezTo>
                    <a:cubicBezTo>
                      <a:pt x="326" y="375"/>
                      <a:pt x="339" y="373"/>
                      <a:pt x="356" y="373"/>
                    </a:cubicBezTo>
                    <a:cubicBezTo>
                      <a:pt x="372" y="374"/>
                      <a:pt x="379" y="372"/>
                      <a:pt x="392" y="375"/>
                    </a:cubicBezTo>
                    <a:cubicBezTo>
                      <a:pt x="392" y="375"/>
                      <a:pt x="392" y="375"/>
                      <a:pt x="392" y="375"/>
                    </a:cubicBezTo>
                    <a:cubicBezTo>
                      <a:pt x="392" y="375"/>
                      <a:pt x="392" y="375"/>
                      <a:pt x="392" y="375"/>
                    </a:cubicBezTo>
                    <a:cubicBezTo>
                      <a:pt x="393" y="376"/>
                      <a:pt x="394" y="376"/>
                      <a:pt x="395" y="376"/>
                    </a:cubicBezTo>
                    <a:cubicBezTo>
                      <a:pt x="395" y="376"/>
                      <a:pt x="395" y="376"/>
                      <a:pt x="395" y="376"/>
                    </a:cubicBezTo>
                    <a:cubicBezTo>
                      <a:pt x="399" y="377"/>
                      <a:pt x="403" y="378"/>
                      <a:pt x="407" y="380"/>
                    </a:cubicBezTo>
                    <a:cubicBezTo>
                      <a:pt x="408" y="380"/>
                      <a:pt x="409" y="381"/>
                      <a:pt x="410" y="381"/>
                    </a:cubicBezTo>
                    <a:cubicBezTo>
                      <a:pt x="410" y="381"/>
                      <a:pt x="410" y="381"/>
                      <a:pt x="410" y="381"/>
                    </a:cubicBezTo>
                    <a:cubicBezTo>
                      <a:pt x="411" y="381"/>
                      <a:pt x="412" y="382"/>
                      <a:pt x="413" y="382"/>
                    </a:cubicBezTo>
                    <a:cubicBezTo>
                      <a:pt x="413" y="382"/>
                      <a:pt x="413" y="382"/>
                      <a:pt x="413" y="382"/>
                    </a:cubicBezTo>
                    <a:cubicBezTo>
                      <a:pt x="413" y="382"/>
                      <a:pt x="413" y="382"/>
                      <a:pt x="413" y="382"/>
                    </a:cubicBezTo>
                    <a:cubicBezTo>
                      <a:pt x="414" y="383"/>
                      <a:pt x="415" y="383"/>
                      <a:pt x="416" y="384"/>
                    </a:cubicBezTo>
                    <a:cubicBezTo>
                      <a:pt x="416" y="384"/>
                      <a:pt x="416" y="384"/>
                      <a:pt x="417" y="384"/>
                    </a:cubicBezTo>
                    <a:cubicBezTo>
                      <a:pt x="417" y="384"/>
                      <a:pt x="417" y="384"/>
                      <a:pt x="418" y="384"/>
                    </a:cubicBezTo>
                    <a:cubicBezTo>
                      <a:pt x="418" y="384"/>
                      <a:pt x="418" y="384"/>
                      <a:pt x="418" y="384"/>
                    </a:cubicBezTo>
                    <a:cubicBezTo>
                      <a:pt x="418" y="385"/>
                      <a:pt x="418" y="385"/>
                      <a:pt x="419" y="385"/>
                    </a:cubicBezTo>
                    <a:cubicBezTo>
                      <a:pt x="418" y="385"/>
                      <a:pt x="418" y="385"/>
                      <a:pt x="418" y="385"/>
                    </a:cubicBezTo>
                    <a:cubicBezTo>
                      <a:pt x="419" y="392"/>
                      <a:pt x="419" y="401"/>
                      <a:pt x="414" y="409"/>
                    </a:cubicBezTo>
                    <a:cubicBezTo>
                      <a:pt x="412" y="417"/>
                      <a:pt x="403" y="427"/>
                      <a:pt x="401" y="441"/>
                    </a:cubicBezTo>
                    <a:cubicBezTo>
                      <a:pt x="400" y="451"/>
                      <a:pt x="400" y="463"/>
                      <a:pt x="401" y="476"/>
                    </a:cubicBezTo>
                    <a:cubicBezTo>
                      <a:pt x="407" y="478"/>
                      <a:pt x="407" y="478"/>
                      <a:pt x="407" y="478"/>
                    </a:cubicBezTo>
                    <a:cubicBezTo>
                      <a:pt x="407" y="478"/>
                      <a:pt x="407" y="477"/>
                      <a:pt x="407" y="477"/>
                    </a:cubicBezTo>
                    <a:cubicBezTo>
                      <a:pt x="409" y="473"/>
                      <a:pt x="413" y="469"/>
                      <a:pt x="417" y="469"/>
                    </a:cubicBezTo>
                    <a:cubicBezTo>
                      <a:pt x="421" y="469"/>
                      <a:pt x="424" y="471"/>
                      <a:pt x="428" y="471"/>
                    </a:cubicBezTo>
                    <a:cubicBezTo>
                      <a:pt x="432" y="471"/>
                      <a:pt x="433" y="471"/>
                      <a:pt x="437" y="474"/>
                    </a:cubicBezTo>
                    <a:cubicBezTo>
                      <a:pt x="438" y="472"/>
                      <a:pt x="443" y="473"/>
                      <a:pt x="450" y="474"/>
                    </a:cubicBezTo>
                    <a:cubicBezTo>
                      <a:pt x="456" y="475"/>
                      <a:pt x="455" y="476"/>
                      <a:pt x="460" y="482"/>
                    </a:cubicBezTo>
                    <a:cubicBezTo>
                      <a:pt x="460" y="482"/>
                      <a:pt x="461" y="480"/>
                      <a:pt x="462" y="478"/>
                    </a:cubicBezTo>
                    <a:cubicBezTo>
                      <a:pt x="464" y="477"/>
                      <a:pt x="467" y="476"/>
                      <a:pt x="471" y="478"/>
                    </a:cubicBezTo>
                    <a:cubicBezTo>
                      <a:pt x="474" y="480"/>
                      <a:pt x="475" y="480"/>
                      <a:pt x="478" y="480"/>
                    </a:cubicBezTo>
                    <a:cubicBezTo>
                      <a:pt x="480" y="479"/>
                      <a:pt x="484" y="479"/>
                      <a:pt x="487" y="483"/>
                    </a:cubicBezTo>
                    <a:cubicBezTo>
                      <a:pt x="487" y="483"/>
                      <a:pt x="487" y="482"/>
                      <a:pt x="490" y="480"/>
                    </a:cubicBezTo>
                    <a:cubicBezTo>
                      <a:pt x="494" y="478"/>
                      <a:pt x="494" y="479"/>
                      <a:pt x="500" y="483"/>
                    </a:cubicBezTo>
                    <a:cubicBezTo>
                      <a:pt x="502" y="481"/>
                      <a:pt x="503" y="481"/>
                      <a:pt x="508" y="481"/>
                    </a:cubicBezTo>
                    <a:cubicBezTo>
                      <a:pt x="514" y="482"/>
                      <a:pt x="513" y="482"/>
                      <a:pt x="518" y="485"/>
                    </a:cubicBezTo>
                    <a:cubicBezTo>
                      <a:pt x="518" y="485"/>
                      <a:pt x="518" y="483"/>
                      <a:pt x="521" y="481"/>
                    </a:cubicBezTo>
                    <a:cubicBezTo>
                      <a:pt x="524" y="479"/>
                      <a:pt x="524" y="481"/>
                      <a:pt x="528" y="484"/>
                    </a:cubicBezTo>
                    <a:cubicBezTo>
                      <a:pt x="530" y="481"/>
                      <a:pt x="533" y="479"/>
                      <a:pt x="536" y="482"/>
                    </a:cubicBezTo>
                    <a:cubicBezTo>
                      <a:pt x="537" y="481"/>
                      <a:pt x="540" y="481"/>
                      <a:pt x="542" y="484"/>
                    </a:cubicBezTo>
                    <a:cubicBezTo>
                      <a:pt x="545" y="473"/>
                      <a:pt x="540" y="464"/>
                      <a:pt x="539" y="451"/>
                    </a:cubicBezTo>
                    <a:cubicBezTo>
                      <a:pt x="538" y="438"/>
                      <a:pt x="533" y="434"/>
                      <a:pt x="542" y="425"/>
                    </a:cubicBezTo>
                    <a:cubicBezTo>
                      <a:pt x="537" y="423"/>
                      <a:pt x="529" y="426"/>
                      <a:pt x="519" y="424"/>
                    </a:cubicBezTo>
                    <a:cubicBezTo>
                      <a:pt x="497" y="415"/>
                      <a:pt x="530" y="357"/>
                      <a:pt x="534" y="355"/>
                    </a:cubicBezTo>
                    <a:cubicBezTo>
                      <a:pt x="538" y="353"/>
                      <a:pt x="540" y="345"/>
                      <a:pt x="540" y="345"/>
                    </a:cubicBezTo>
                    <a:cubicBezTo>
                      <a:pt x="545" y="346"/>
                      <a:pt x="545" y="346"/>
                      <a:pt x="545" y="346"/>
                    </a:cubicBezTo>
                    <a:cubicBezTo>
                      <a:pt x="546" y="340"/>
                      <a:pt x="546" y="340"/>
                      <a:pt x="546" y="340"/>
                    </a:cubicBezTo>
                    <a:cubicBezTo>
                      <a:pt x="555" y="331"/>
                      <a:pt x="555" y="331"/>
                      <a:pt x="555" y="331"/>
                    </a:cubicBezTo>
                    <a:cubicBezTo>
                      <a:pt x="555" y="323"/>
                      <a:pt x="542" y="311"/>
                      <a:pt x="537" y="297"/>
                    </a:cubicBezTo>
                    <a:cubicBezTo>
                      <a:pt x="531" y="283"/>
                      <a:pt x="531" y="264"/>
                      <a:pt x="536" y="246"/>
                    </a:cubicBezTo>
                    <a:cubicBezTo>
                      <a:pt x="544" y="219"/>
                      <a:pt x="537" y="191"/>
                      <a:pt x="517" y="144"/>
                    </a:cubicBezTo>
                    <a:cubicBezTo>
                      <a:pt x="502" y="105"/>
                      <a:pt x="426" y="16"/>
                      <a:pt x="271" y="8"/>
                    </a:cubicBezTo>
                    <a:cubicBezTo>
                      <a:pt x="116" y="0"/>
                      <a:pt x="18" y="130"/>
                      <a:pt x="8" y="192"/>
                    </a:cubicBezTo>
                    <a:cubicBezTo>
                      <a:pt x="0" y="235"/>
                      <a:pt x="5" y="282"/>
                      <a:pt x="24" y="318"/>
                    </a:cubicBezTo>
                    <a:cubicBezTo>
                      <a:pt x="52" y="369"/>
                      <a:pt x="117" y="389"/>
                      <a:pt x="135" y="394"/>
                    </a:cubicBezTo>
                    <a:cubicBezTo>
                      <a:pt x="145" y="397"/>
                      <a:pt x="163" y="401"/>
                      <a:pt x="175" y="403"/>
                    </a:cubicBezTo>
                    <a:cubicBezTo>
                      <a:pt x="185" y="404"/>
                      <a:pt x="192" y="409"/>
                      <a:pt x="194" y="413"/>
                    </a:cubicBezTo>
                    <a:cubicBezTo>
                      <a:pt x="200" y="425"/>
                      <a:pt x="210" y="433"/>
                      <a:pt x="225" y="438"/>
                    </a:cubicBezTo>
                    <a:cubicBezTo>
                      <a:pt x="244" y="444"/>
                      <a:pt x="244" y="428"/>
                      <a:pt x="244" y="428"/>
                    </a:cubicBezTo>
                    <a:cubicBezTo>
                      <a:pt x="246" y="421"/>
                      <a:pt x="247" y="401"/>
                      <a:pt x="252" y="384"/>
                    </a:cubicBezTo>
                    <a:cubicBezTo>
                      <a:pt x="255" y="373"/>
                      <a:pt x="263" y="366"/>
                      <a:pt x="272" y="36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4" name="Freeform 150">
                <a:extLst>
                  <a:ext uri="{FF2B5EF4-FFF2-40B4-BE49-F238E27FC236}">
                    <a16:creationId xmlns:a16="http://schemas.microsoft.com/office/drawing/2014/main" id="{D7B45FE5-E9FA-4196-B40B-7CEC16B15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892"/>
                <a:ext cx="834" cy="932"/>
              </a:xfrm>
              <a:custGeom>
                <a:avLst/>
                <a:gdLst>
                  <a:gd name="T0" fmla="*/ 7698 w 274"/>
                  <a:gd name="T1" fmla="*/ 222 h 306"/>
                  <a:gd name="T2" fmla="*/ 277 w 274"/>
                  <a:gd name="T3" fmla="*/ 5428 h 306"/>
                  <a:gd name="T4" fmla="*/ 566 w 274"/>
                  <a:gd name="T5" fmla="*/ 8647 h 306"/>
                  <a:gd name="T6" fmla="*/ 898 w 274"/>
                  <a:gd name="T7" fmla="*/ 4380 h 306"/>
                  <a:gd name="T8" fmla="*/ 7728 w 274"/>
                  <a:gd name="T9" fmla="*/ 222 h 3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4" h="306">
                    <a:moveTo>
                      <a:pt x="273" y="8"/>
                    </a:moveTo>
                    <a:cubicBezTo>
                      <a:pt x="118" y="0"/>
                      <a:pt x="20" y="130"/>
                      <a:pt x="10" y="192"/>
                    </a:cubicBezTo>
                    <a:cubicBezTo>
                      <a:pt x="3" y="230"/>
                      <a:pt x="6" y="272"/>
                      <a:pt x="20" y="306"/>
                    </a:cubicBezTo>
                    <a:cubicBezTo>
                      <a:pt x="13" y="268"/>
                      <a:pt x="0" y="219"/>
                      <a:pt x="32" y="155"/>
                    </a:cubicBezTo>
                    <a:cubicBezTo>
                      <a:pt x="65" y="91"/>
                      <a:pt x="149" y="5"/>
                      <a:pt x="274" y="8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5" name="Freeform 151">
                <a:extLst>
                  <a:ext uri="{FF2B5EF4-FFF2-40B4-BE49-F238E27FC236}">
                    <a16:creationId xmlns:a16="http://schemas.microsoft.com/office/drawing/2014/main" id="{A5929FDF-E968-4F20-9F05-B0101D160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629"/>
                <a:ext cx="201" cy="353"/>
              </a:xfrm>
              <a:custGeom>
                <a:avLst/>
                <a:gdLst>
                  <a:gd name="T0" fmla="*/ 1809 w 66"/>
                  <a:gd name="T1" fmla="*/ 2398 h 116"/>
                  <a:gd name="T2" fmla="*/ 82 w 66"/>
                  <a:gd name="T3" fmla="*/ 1862 h 116"/>
                  <a:gd name="T4" fmla="*/ 1492 w 66"/>
                  <a:gd name="T5" fmla="*/ 0 h 116"/>
                  <a:gd name="T6" fmla="*/ 1809 w 66"/>
                  <a:gd name="T7" fmla="*/ 453 h 116"/>
                  <a:gd name="T8" fmla="*/ 1270 w 66"/>
                  <a:gd name="T9" fmla="*/ 1573 h 116"/>
                  <a:gd name="T10" fmla="*/ 1864 w 66"/>
                  <a:gd name="T11" fmla="*/ 1722 h 116"/>
                  <a:gd name="T12" fmla="*/ 1642 w 66"/>
                  <a:gd name="T13" fmla="*/ 2167 h 116"/>
                  <a:gd name="T14" fmla="*/ 1809 w 66"/>
                  <a:gd name="T15" fmla="*/ 2398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116">
                    <a:moveTo>
                      <a:pt x="64" y="85"/>
                    </a:moveTo>
                    <a:cubicBezTo>
                      <a:pt x="39" y="116"/>
                      <a:pt x="0" y="103"/>
                      <a:pt x="3" y="66"/>
                    </a:cubicBezTo>
                    <a:cubicBezTo>
                      <a:pt x="6" y="33"/>
                      <a:pt x="31" y="0"/>
                      <a:pt x="53" y="0"/>
                    </a:cubicBezTo>
                    <a:cubicBezTo>
                      <a:pt x="62" y="0"/>
                      <a:pt x="66" y="9"/>
                      <a:pt x="64" y="16"/>
                    </a:cubicBezTo>
                    <a:cubicBezTo>
                      <a:pt x="59" y="4"/>
                      <a:pt x="43" y="43"/>
                      <a:pt x="45" y="56"/>
                    </a:cubicBezTo>
                    <a:cubicBezTo>
                      <a:pt x="46" y="69"/>
                      <a:pt x="62" y="73"/>
                      <a:pt x="66" y="61"/>
                    </a:cubicBezTo>
                    <a:cubicBezTo>
                      <a:pt x="65" y="67"/>
                      <a:pt x="64" y="74"/>
                      <a:pt x="58" y="77"/>
                    </a:cubicBezTo>
                    <a:cubicBezTo>
                      <a:pt x="53" y="79"/>
                      <a:pt x="57" y="84"/>
                      <a:pt x="64" y="85"/>
                    </a:cubicBezTo>
                    <a:close/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6" name="Freeform 152">
                <a:extLst>
                  <a:ext uri="{FF2B5EF4-FFF2-40B4-BE49-F238E27FC236}">
                    <a16:creationId xmlns:a16="http://schemas.microsoft.com/office/drawing/2014/main" id="{BC1D71FC-9ED3-45C4-B551-2B2D125C4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003"/>
                <a:ext cx="201" cy="351"/>
              </a:xfrm>
              <a:custGeom>
                <a:avLst/>
                <a:gdLst>
                  <a:gd name="T0" fmla="*/ 1437 w 66"/>
                  <a:gd name="T1" fmla="*/ 1276 h 115"/>
                  <a:gd name="T2" fmla="*/ 1160 w 66"/>
                  <a:gd name="T3" fmla="*/ 653 h 115"/>
                  <a:gd name="T4" fmla="*/ 1188 w 66"/>
                  <a:gd name="T5" fmla="*/ 568 h 115"/>
                  <a:gd name="T6" fmla="*/ 1215 w 66"/>
                  <a:gd name="T7" fmla="*/ 485 h 115"/>
                  <a:gd name="T8" fmla="*/ 1270 w 66"/>
                  <a:gd name="T9" fmla="*/ 345 h 115"/>
                  <a:gd name="T10" fmla="*/ 1328 w 66"/>
                  <a:gd name="T11" fmla="*/ 290 h 115"/>
                  <a:gd name="T12" fmla="*/ 1465 w 66"/>
                  <a:gd name="T13" fmla="*/ 195 h 115"/>
                  <a:gd name="T14" fmla="*/ 1559 w 66"/>
                  <a:gd name="T15" fmla="*/ 168 h 115"/>
                  <a:gd name="T16" fmla="*/ 1696 w 66"/>
                  <a:gd name="T17" fmla="*/ 140 h 115"/>
                  <a:gd name="T18" fmla="*/ 1864 w 66"/>
                  <a:gd name="T19" fmla="*/ 113 h 115"/>
                  <a:gd name="T20" fmla="*/ 1410 w 66"/>
                  <a:gd name="T21" fmla="*/ 113 h 115"/>
                  <a:gd name="T22" fmla="*/ 1355 w 66"/>
                  <a:gd name="T23" fmla="*/ 113 h 115"/>
                  <a:gd name="T24" fmla="*/ 1328 w 66"/>
                  <a:gd name="T25" fmla="*/ 113 h 115"/>
                  <a:gd name="T26" fmla="*/ 1270 w 66"/>
                  <a:gd name="T27" fmla="*/ 113 h 115"/>
                  <a:gd name="T28" fmla="*/ 1243 w 66"/>
                  <a:gd name="T29" fmla="*/ 113 h 115"/>
                  <a:gd name="T30" fmla="*/ 1188 w 66"/>
                  <a:gd name="T31" fmla="*/ 113 h 115"/>
                  <a:gd name="T32" fmla="*/ 1160 w 66"/>
                  <a:gd name="T33" fmla="*/ 82 h 115"/>
                  <a:gd name="T34" fmla="*/ 1102 w 66"/>
                  <a:gd name="T35" fmla="*/ 82 h 115"/>
                  <a:gd name="T36" fmla="*/ 993 w 66"/>
                  <a:gd name="T37" fmla="*/ 55 h 115"/>
                  <a:gd name="T38" fmla="*/ 965 w 66"/>
                  <a:gd name="T39" fmla="*/ 27 h 115"/>
                  <a:gd name="T40" fmla="*/ 938 w 66"/>
                  <a:gd name="T41" fmla="*/ 27 h 115"/>
                  <a:gd name="T42" fmla="*/ 871 w 66"/>
                  <a:gd name="T43" fmla="*/ 27 h 115"/>
                  <a:gd name="T44" fmla="*/ 844 w 66"/>
                  <a:gd name="T45" fmla="*/ 0 h 115"/>
                  <a:gd name="T46" fmla="*/ 789 w 66"/>
                  <a:gd name="T47" fmla="*/ 0 h 115"/>
                  <a:gd name="T48" fmla="*/ 704 w 66"/>
                  <a:gd name="T49" fmla="*/ 0 h 115"/>
                  <a:gd name="T50" fmla="*/ 621 w 66"/>
                  <a:gd name="T51" fmla="*/ 0 h 115"/>
                  <a:gd name="T52" fmla="*/ 481 w 66"/>
                  <a:gd name="T53" fmla="*/ 82 h 115"/>
                  <a:gd name="T54" fmla="*/ 426 w 66"/>
                  <a:gd name="T55" fmla="*/ 140 h 115"/>
                  <a:gd name="T56" fmla="*/ 317 w 66"/>
                  <a:gd name="T57" fmla="*/ 250 h 115"/>
                  <a:gd name="T58" fmla="*/ 27 w 66"/>
                  <a:gd name="T59" fmla="*/ 1566 h 115"/>
                  <a:gd name="T60" fmla="*/ 789 w 66"/>
                  <a:gd name="T61" fmla="*/ 2188 h 115"/>
                  <a:gd name="T62" fmla="*/ 1188 w 66"/>
                  <a:gd name="T63" fmla="*/ 1993 h 11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6" h="115">
                    <a:moveTo>
                      <a:pt x="52" y="47"/>
                    </a:moveTo>
                    <a:cubicBezTo>
                      <a:pt x="52" y="47"/>
                      <a:pt x="51" y="46"/>
                      <a:pt x="51" y="45"/>
                    </a:cubicBezTo>
                    <a:cubicBezTo>
                      <a:pt x="51" y="43"/>
                      <a:pt x="50" y="39"/>
                      <a:pt x="48" y="37"/>
                    </a:cubicBezTo>
                    <a:cubicBezTo>
                      <a:pt x="44" y="33"/>
                      <a:pt x="41" y="28"/>
                      <a:pt x="41" y="23"/>
                    </a:cubicBezTo>
                    <a:cubicBezTo>
                      <a:pt x="41" y="22"/>
                      <a:pt x="42" y="21"/>
                      <a:pt x="42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19"/>
                      <a:pt x="42" y="18"/>
                      <a:pt x="42" y="17"/>
                    </a:cubicBezTo>
                    <a:cubicBezTo>
                      <a:pt x="42" y="17"/>
                      <a:pt x="43" y="17"/>
                      <a:pt x="43" y="17"/>
                    </a:cubicBezTo>
                    <a:cubicBezTo>
                      <a:pt x="43" y="15"/>
                      <a:pt x="44" y="14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6" y="11"/>
                      <a:pt x="46" y="11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9" y="9"/>
                      <a:pt x="50" y="8"/>
                      <a:pt x="52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3" y="6"/>
                      <a:pt x="54" y="6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6" y="5"/>
                      <a:pt x="58" y="5"/>
                      <a:pt x="60" y="5"/>
                    </a:cubicBezTo>
                    <a:cubicBezTo>
                      <a:pt x="61" y="5"/>
                      <a:pt x="63" y="5"/>
                      <a:pt x="65" y="6"/>
                    </a:cubicBezTo>
                    <a:cubicBezTo>
                      <a:pt x="65" y="5"/>
                      <a:pt x="65" y="5"/>
                      <a:pt x="66" y="4"/>
                    </a:cubicBezTo>
                    <a:cubicBezTo>
                      <a:pt x="61" y="3"/>
                      <a:pt x="58" y="2"/>
                      <a:pt x="52" y="4"/>
                    </a:cubicBezTo>
                    <a:cubicBezTo>
                      <a:pt x="51" y="4"/>
                      <a:pt x="51" y="4"/>
                      <a:pt x="50" y="4"/>
                    </a:cubicBezTo>
                    <a:cubicBezTo>
                      <a:pt x="50" y="4"/>
                      <a:pt x="49" y="4"/>
                      <a:pt x="49" y="4"/>
                    </a:cubicBezTo>
                    <a:cubicBezTo>
                      <a:pt x="49" y="4"/>
                      <a:pt x="49" y="4"/>
                      <a:pt x="48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4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2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1" y="4"/>
                      <a:pt x="41" y="3"/>
                      <a:pt x="41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39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8" y="2"/>
                      <a:pt x="37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1" y="1"/>
                    </a:cubicBezTo>
                    <a:cubicBezTo>
                      <a:pt x="31" y="1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1"/>
                      <a:pt x="19" y="2"/>
                      <a:pt x="1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6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4" y="6"/>
                      <a:pt x="12" y="7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0" y="11"/>
                      <a:pt x="10" y="12"/>
                    </a:cubicBezTo>
                    <a:cubicBezTo>
                      <a:pt x="5" y="26"/>
                      <a:pt x="3" y="44"/>
                      <a:pt x="1" y="55"/>
                    </a:cubicBezTo>
                    <a:cubicBezTo>
                      <a:pt x="0" y="59"/>
                      <a:pt x="6" y="65"/>
                      <a:pt x="14" y="66"/>
                    </a:cubicBezTo>
                    <a:cubicBezTo>
                      <a:pt x="16" y="66"/>
                      <a:pt x="25" y="68"/>
                      <a:pt x="28" y="77"/>
                    </a:cubicBezTo>
                    <a:cubicBezTo>
                      <a:pt x="31" y="91"/>
                      <a:pt x="38" y="109"/>
                      <a:pt x="44" y="112"/>
                    </a:cubicBezTo>
                    <a:cubicBezTo>
                      <a:pt x="53" y="115"/>
                      <a:pt x="34" y="81"/>
                      <a:pt x="42" y="70"/>
                    </a:cubicBezTo>
                    <a:cubicBezTo>
                      <a:pt x="48" y="62"/>
                      <a:pt x="50" y="55"/>
                      <a:pt x="52" y="4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7" name="Freeform 153">
                <a:extLst>
                  <a:ext uri="{FF2B5EF4-FFF2-40B4-BE49-F238E27FC236}">
                    <a16:creationId xmlns:a16="http://schemas.microsoft.com/office/drawing/2014/main" id="{9CDD386D-FA28-4C95-9173-E67180DAE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19"/>
                <a:ext cx="186" cy="112"/>
              </a:xfrm>
              <a:custGeom>
                <a:avLst/>
                <a:gdLst>
                  <a:gd name="T0" fmla="*/ 967 w 61"/>
                  <a:gd name="T1" fmla="*/ 1026 h 37"/>
                  <a:gd name="T2" fmla="*/ 1729 w 61"/>
                  <a:gd name="T3" fmla="*/ 82 h 37"/>
                  <a:gd name="T4" fmla="*/ 1729 w 61"/>
                  <a:gd name="T5" fmla="*/ 82 h 37"/>
                  <a:gd name="T6" fmla="*/ 707 w 61"/>
                  <a:gd name="T7" fmla="*/ 27 h 37"/>
                  <a:gd name="T8" fmla="*/ 0 w 61"/>
                  <a:gd name="T9" fmla="*/ 54 h 37"/>
                  <a:gd name="T10" fmla="*/ 0 w 61"/>
                  <a:gd name="T11" fmla="*/ 54 h 37"/>
                  <a:gd name="T12" fmla="*/ 967 w 61"/>
                  <a:gd name="T13" fmla="*/ 10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37">
                    <a:moveTo>
                      <a:pt x="34" y="37"/>
                    </a:moveTo>
                    <a:cubicBezTo>
                      <a:pt x="46" y="29"/>
                      <a:pt x="54" y="7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48" y="0"/>
                      <a:pt x="41" y="2"/>
                      <a:pt x="25" y="1"/>
                    </a:cubicBezTo>
                    <a:cubicBezTo>
                      <a:pt x="15" y="1"/>
                      <a:pt x="7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4" y="1"/>
                      <a:pt x="33" y="22"/>
                      <a:pt x="34" y="37"/>
                    </a:cubicBezTo>
                    <a:close/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8" name="Freeform 154">
                <a:extLst>
                  <a:ext uri="{FF2B5EF4-FFF2-40B4-BE49-F238E27FC236}">
                    <a16:creationId xmlns:a16="http://schemas.microsoft.com/office/drawing/2014/main" id="{9DC6876B-63F7-4A59-84D4-F206C2EE9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287"/>
                <a:ext cx="22" cy="54"/>
              </a:xfrm>
              <a:custGeom>
                <a:avLst/>
                <a:gdLst>
                  <a:gd name="T0" fmla="*/ 129 w 7"/>
                  <a:gd name="T1" fmla="*/ 0 h 18"/>
                  <a:gd name="T2" fmla="*/ 217 w 7"/>
                  <a:gd name="T3" fmla="*/ 459 h 18"/>
                  <a:gd name="T4" fmla="*/ 0 w 7"/>
                  <a:gd name="T5" fmla="*/ 459 h 18"/>
                  <a:gd name="T6" fmla="*/ 129 w 7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8">
                    <a:moveTo>
                      <a:pt x="4" y="0"/>
                    </a:moveTo>
                    <a:cubicBezTo>
                      <a:pt x="6" y="4"/>
                      <a:pt x="7" y="13"/>
                      <a:pt x="7" y="17"/>
                    </a:cubicBezTo>
                    <a:cubicBezTo>
                      <a:pt x="5" y="18"/>
                      <a:pt x="2" y="17"/>
                      <a:pt x="0" y="17"/>
                    </a:cubicBezTo>
                    <a:cubicBezTo>
                      <a:pt x="6" y="15"/>
                      <a:pt x="4" y="5"/>
                      <a:pt x="4" y="0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9" name="Freeform 155">
                <a:extLst>
                  <a:ext uri="{FF2B5EF4-FFF2-40B4-BE49-F238E27FC236}">
                    <a16:creationId xmlns:a16="http://schemas.microsoft.com/office/drawing/2014/main" id="{B2271C17-7D13-46E8-AC07-4856F007E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296"/>
                <a:ext cx="27" cy="48"/>
              </a:xfrm>
              <a:custGeom>
                <a:avLst/>
                <a:gdLst>
                  <a:gd name="T0" fmla="*/ 81 w 9"/>
                  <a:gd name="T1" fmla="*/ 0 h 16"/>
                  <a:gd name="T2" fmla="*/ 216 w 9"/>
                  <a:gd name="T3" fmla="*/ 432 h 16"/>
                  <a:gd name="T4" fmla="*/ 0 w 9"/>
                  <a:gd name="T5" fmla="*/ 432 h 16"/>
                  <a:gd name="T6" fmla="*/ 81 w 9"/>
                  <a:gd name="T7" fmla="*/ 2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3" y="0"/>
                    </a:moveTo>
                    <a:cubicBezTo>
                      <a:pt x="6" y="4"/>
                      <a:pt x="9" y="10"/>
                      <a:pt x="8" y="16"/>
                    </a:cubicBezTo>
                    <a:cubicBezTo>
                      <a:pt x="5" y="16"/>
                      <a:pt x="3" y="15"/>
                      <a:pt x="0" y="16"/>
                    </a:cubicBezTo>
                    <a:cubicBezTo>
                      <a:pt x="6" y="14"/>
                      <a:pt x="1" y="5"/>
                      <a:pt x="3" y="1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0" name="Freeform 156">
                <a:extLst>
                  <a:ext uri="{FF2B5EF4-FFF2-40B4-BE49-F238E27FC236}">
                    <a16:creationId xmlns:a16="http://schemas.microsoft.com/office/drawing/2014/main" id="{C5B25B19-A477-4A33-BC65-71BD8B63A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293"/>
                <a:ext cx="30" cy="55"/>
              </a:xfrm>
              <a:custGeom>
                <a:avLst/>
                <a:gdLst>
                  <a:gd name="T0" fmla="*/ 54 w 10"/>
                  <a:gd name="T1" fmla="*/ 0 h 18"/>
                  <a:gd name="T2" fmla="*/ 243 w 10"/>
                  <a:gd name="T3" fmla="*/ 513 h 18"/>
                  <a:gd name="T4" fmla="*/ 54 w 10"/>
                  <a:gd name="T5" fmla="*/ 486 h 18"/>
                  <a:gd name="T6" fmla="*/ 27 w 1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2" y="0"/>
                    </a:moveTo>
                    <a:cubicBezTo>
                      <a:pt x="6" y="5"/>
                      <a:pt x="10" y="13"/>
                      <a:pt x="9" y="18"/>
                    </a:cubicBezTo>
                    <a:cubicBezTo>
                      <a:pt x="7" y="17"/>
                      <a:pt x="4" y="17"/>
                      <a:pt x="2" y="17"/>
                    </a:cubicBezTo>
                    <a:cubicBezTo>
                      <a:pt x="9" y="13"/>
                      <a:pt x="0" y="5"/>
                      <a:pt x="1" y="0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1" name="Freeform 157">
                <a:extLst>
                  <a:ext uri="{FF2B5EF4-FFF2-40B4-BE49-F238E27FC236}">
                    <a16:creationId xmlns:a16="http://schemas.microsoft.com/office/drawing/2014/main" id="{8C50F235-CE23-4C8C-900C-89DED4DB4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305"/>
                <a:ext cx="28" cy="43"/>
              </a:xfrm>
              <a:custGeom>
                <a:avLst/>
                <a:gdLst>
                  <a:gd name="T0" fmla="*/ 115 w 9"/>
                  <a:gd name="T1" fmla="*/ 0 h 14"/>
                  <a:gd name="T2" fmla="*/ 212 w 9"/>
                  <a:gd name="T3" fmla="*/ 405 h 14"/>
                  <a:gd name="T4" fmla="*/ 0 w 9"/>
                  <a:gd name="T5" fmla="*/ 378 h 14"/>
                  <a:gd name="T6" fmla="*/ 87 w 9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4" y="0"/>
                    </a:moveTo>
                    <a:cubicBezTo>
                      <a:pt x="6" y="4"/>
                      <a:pt x="9" y="10"/>
                      <a:pt x="7" y="14"/>
                    </a:cubicBezTo>
                    <a:cubicBezTo>
                      <a:pt x="5" y="13"/>
                      <a:pt x="2" y="13"/>
                      <a:pt x="0" y="13"/>
                    </a:cubicBezTo>
                    <a:cubicBezTo>
                      <a:pt x="4" y="12"/>
                      <a:pt x="3" y="4"/>
                      <a:pt x="3" y="0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2" name="Freeform 158">
                <a:extLst>
                  <a:ext uri="{FF2B5EF4-FFF2-40B4-BE49-F238E27FC236}">
                    <a16:creationId xmlns:a16="http://schemas.microsoft.com/office/drawing/2014/main" id="{98E5F499-42B0-4839-89D3-58280F84D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290"/>
                <a:ext cx="25" cy="48"/>
              </a:xfrm>
              <a:custGeom>
                <a:avLst/>
                <a:gdLst>
                  <a:gd name="T0" fmla="*/ 184 w 8"/>
                  <a:gd name="T1" fmla="*/ 0 h 16"/>
                  <a:gd name="T2" fmla="*/ 184 w 8"/>
                  <a:gd name="T3" fmla="*/ 432 h 16"/>
                  <a:gd name="T4" fmla="*/ 0 w 8"/>
                  <a:gd name="T5" fmla="*/ 324 h 16"/>
                  <a:gd name="T6" fmla="*/ 156 w 8"/>
                  <a:gd name="T7" fmla="*/ 2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6">
                    <a:moveTo>
                      <a:pt x="6" y="0"/>
                    </a:moveTo>
                    <a:cubicBezTo>
                      <a:pt x="7" y="5"/>
                      <a:pt x="8" y="11"/>
                      <a:pt x="6" y="16"/>
                    </a:cubicBezTo>
                    <a:cubicBezTo>
                      <a:pt x="5" y="13"/>
                      <a:pt x="2" y="13"/>
                      <a:pt x="0" y="12"/>
                    </a:cubicBezTo>
                    <a:cubicBezTo>
                      <a:pt x="3" y="8"/>
                      <a:pt x="5" y="6"/>
                      <a:pt x="5" y="1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3" name="Freeform 159">
                <a:extLst>
                  <a:ext uri="{FF2B5EF4-FFF2-40B4-BE49-F238E27FC236}">
                    <a16:creationId xmlns:a16="http://schemas.microsoft.com/office/drawing/2014/main" id="{B2A95C20-80E0-42A4-8D58-3C7687D6A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281"/>
                <a:ext cx="28" cy="36"/>
              </a:xfrm>
              <a:custGeom>
                <a:avLst/>
                <a:gdLst>
                  <a:gd name="T0" fmla="*/ 243 w 9"/>
                  <a:gd name="T1" fmla="*/ 0 h 12"/>
                  <a:gd name="T2" fmla="*/ 271 w 9"/>
                  <a:gd name="T3" fmla="*/ 297 h 12"/>
                  <a:gd name="T4" fmla="*/ 0 w 9"/>
                  <a:gd name="T5" fmla="*/ 270 h 12"/>
                  <a:gd name="T6" fmla="*/ 212 w 9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8" y="0"/>
                    </a:moveTo>
                    <a:cubicBezTo>
                      <a:pt x="8" y="4"/>
                      <a:pt x="9" y="7"/>
                      <a:pt x="9" y="11"/>
                    </a:cubicBezTo>
                    <a:cubicBezTo>
                      <a:pt x="6" y="10"/>
                      <a:pt x="2" y="12"/>
                      <a:pt x="0" y="10"/>
                    </a:cubicBezTo>
                    <a:cubicBezTo>
                      <a:pt x="4" y="8"/>
                      <a:pt x="5" y="4"/>
                      <a:pt x="7" y="0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4" name="Freeform 160">
                <a:extLst>
                  <a:ext uri="{FF2B5EF4-FFF2-40B4-BE49-F238E27FC236}">
                    <a16:creationId xmlns:a16="http://schemas.microsoft.com/office/drawing/2014/main" id="{86549FFA-A498-4F26-9B6C-74DF93C69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434"/>
                <a:ext cx="849" cy="506"/>
              </a:xfrm>
              <a:custGeom>
                <a:avLst/>
                <a:gdLst>
                  <a:gd name="T0" fmla="*/ 7863 w 279"/>
                  <a:gd name="T1" fmla="*/ 0 h 166"/>
                  <a:gd name="T2" fmla="*/ 6990 w 279"/>
                  <a:gd name="T3" fmla="*/ 1728 h 166"/>
                  <a:gd name="T4" fmla="*/ 5973 w 279"/>
                  <a:gd name="T5" fmla="*/ 3652 h 166"/>
                  <a:gd name="T6" fmla="*/ 3408 w 279"/>
                  <a:gd name="T7" fmla="*/ 4563 h 166"/>
                  <a:gd name="T8" fmla="*/ 0 w 279"/>
                  <a:gd name="T9" fmla="*/ 2945 h 166"/>
                  <a:gd name="T10" fmla="*/ 2371 w 279"/>
                  <a:gd name="T11" fmla="*/ 4191 h 166"/>
                  <a:gd name="T12" fmla="*/ 5639 w 279"/>
                  <a:gd name="T13" fmla="*/ 3734 h 166"/>
                  <a:gd name="T14" fmla="*/ 6731 w 279"/>
                  <a:gd name="T15" fmla="*/ 1841 h 166"/>
                  <a:gd name="T16" fmla="*/ 7863 w 279"/>
                  <a:gd name="T17" fmla="*/ 0 h 1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9" h="166">
                    <a:moveTo>
                      <a:pt x="279" y="0"/>
                    </a:moveTo>
                    <a:cubicBezTo>
                      <a:pt x="277" y="43"/>
                      <a:pt x="273" y="37"/>
                      <a:pt x="248" y="61"/>
                    </a:cubicBezTo>
                    <a:cubicBezTo>
                      <a:pt x="223" y="86"/>
                      <a:pt x="219" y="103"/>
                      <a:pt x="212" y="129"/>
                    </a:cubicBezTo>
                    <a:cubicBezTo>
                      <a:pt x="205" y="155"/>
                      <a:pt x="192" y="166"/>
                      <a:pt x="121" y="161"/>
                    </a:cubicBezTo>
                    <a:cubicBezTo>
                      <a:pt x="49" y="156"/>
                      <a:pt x="29" y="124"/>
                      <a:pt x="0" y="104"/>
                    </a:cubicBezTo>
                    <a:cubicBezTo>
                      <a:pt x="12" y="112"/>
                      <a:pt x="49" y="141"/>
                      <a:pt x="84" y="148"/>
                    </a:cubicBezTo>
                    <a:cubicBezTo>
                      <a:pt x="120" y="156"/>
                      <a:pt x="192" y="156"/>
                      <a:pt x="200" y="132"/>
                    </a:cubicBezTo>
                    <a:cubicBezTo>
                      <a:pt x="208" y="108"/>
                      <a:pt x="216" y="82"/>
                      <a:pt x="239" y="65"/>
                    </a:cubicBezTo>
                    <a:cubicBezTo>
                      <a:pt x="261" y="48"/>
                      <a:pt x="275" y="51"/>
                      <a:pt x="279" y="0"/>
                    </a:cubicBezTo>
                    <a:close/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5" name="Freeform 161">
                <a:extLst>
                  <a:ext uri="{FF2B5EF4-FFF2-40B4-BE49-F238E27FC236}">
                    <a16:creationId xmlns:a16="http://schemas.microsoft.com/office/drawing/2014/main" id="{C25716F6-4991-4E31-BC11-7E6C08EF8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1629"/>
                <a:ext cx="140" cy="314"/>
              </a:xfrm>
              <a:custGeom>
                <a:avLst/>
                <a:gdLst>
                  <a:gd name="T0" fmla="*/ 843 w 46"/>
                  <a:gd name="T1" fmla="*/ 344 h 103"/>
                  <a:gd name="T2" fmla="*/ 222 w 46"/>
                  <a:gd name="T3" fmla="*/ 1134 h 103"/>
                  <a:gd name="T4" fmla="*/ 27 w 46"/>
                  <a:gd name="T5" fmla="*/ 2006 h 103"/>
                  <a:gd name="T6" fmla="*/ 344 w 46"/>
                  <a:gd name="T7" fmla="*/ 2750 h 103"/>
                  <a:gd name="T8" fmla="*/ 1187 w 46"/>
                  <a:gd name="T9" fmla="*/ 2780 h 103"/>
                  <a:gd name="T10" fmla="*/ 481 w 46"/>
                  <a:gd name="T11" fmla="*/ 2323 h 103"/>
                  <a:gd name="T12" fmla="*/ 566 w 46"/>
                  <a:gd name="T13" fmla="*/ 1134 h 103"/>
                  <a:gd name="T14" fmla="*/ 898 w 46"/>
                  <a:gd name="T15" fmla="*/ 454 h 103"/>
                  <a:gd name="T16" fmla="*/ 1297 w 46"/>
                  <a:gd name="T17" fmla="*/ 0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03">
                    <a:moveTo>
                      <a:pt x="30" y="12"/>
                    </a:moveTo>
                    <a:cubicBezTo>
                      <a:pt x="22" y="20"/>
                      <a:pt x="13" y="28"/>
                      <a:pt x="8" y="40"/>
                    </a:cubicBezTo>
                    <a:cubicBezTo>
                      <a:pt x="5" y="50"/>
                      <a:pt x="0" y="61"/>
                      <a:pt x="1" y="71"/>
                    </a:cubicBezTo>
                    <a:cubicBezTo>
                      <a:pt x="1" y="80"/>
                      <a:pt x="4" y="91"/>
                      <a:pt x="12" y="97"/>
                    </a:cubicBezTo>
                    <a:cubicBezTo>
                      <a:pt x="20" y="103"/>
                      <a:pt x="33" y="101"/>
                      <a:pt x="42" y="98"/>
                    </a:cubicBezTo>
                    <a:cubicBezTo>
                      <a:pt x="31" y="101"/>
                      <a:pt x="20" y="92"/>
                      <a:pt x="17" y="82"/>
                    </a:cubicBezTo>
                    <a:cubicBezTo>
                      <a:pt x="13" y="68"/>
                      <a:pt x="14" y="53"/>
                      <a:pt x="20" y="40"/>
                    </a:cubicBezTo>
                    <a:cubicBezTo>
                      <a:pt x="23" y="31"/>
                      <a:pt x="27" y="24"/>
                      <a:pt x="32" y="16"/>
                    </a:cubicBezTo>
                    <a:cubicBezTo>
                      <a:pt x="35" y="11"/>
                      <a:pt x="41" y="3"/>
                      <a:pt x="46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6" name="Freeform 162">
                <a:extLst>
                  <a:ext uri="{FF2B5EF4-FFF2-40B4-BE49-F238E27FC236}">
                    <a16:creationId xmlns:a16="http://schemas.microsoft.com/office/drawing/2014/main" id="{0EDB7F07-E1CE-46C7-B84A-10A6311F9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460"/>
                <a:ext cx="79" cy="64"/>
              </a:xfrm>
              <a:custGeom>
                <a:avLst/>
                <a:gdLst>
                  <a:gd name="T0" fmla="*/ 729 w 26"/>
                  <a:gd name="T1" fmla="*/ 140 h 21"/>
                  <a:gd name="T2" fmla="*/ 480 w 26"/>
                  <a:gd name="T3" fmla="*/ 250 h 21"/>
                  <a:gd name="T4" fmla="*/ 535 w 26"/>
                  <a:gd name="T5" fmla="*/ 594 h 21"/>
                  <a:gd name="T6" fmla="*/ 0 w 26"/>
                  <a:gd name="T7" fmla="*/ 0 h 21"/>
                  <a:gd name="T8" fmla="*/ 507 w 26"/>
                  <a:gd name="T9" fmla="*/ 5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26" y="5"/>
                    </a:moveTo>
                    <a:cubicBezTo>
                      <a:pt x="23" y="5"/>
                      <a:pt x="18" y="6"/>
                      <a:pt x="17" y="9"/>
                    </a:cubicBezTo>
                    <a:cubicBezTo>
                      <a:pt x="15" y="13"/>
                      <a:pt x="18" y="17"/>
                      <a:pt x="19" y="21"/>
                    </a:cubicBezTo>
                    <a:cubicBezTo>
                      <a:pt x="17" y="12"/>
                      <a:pt x="3" y="8"/>
                      <a:pt x="0" y="0"/>
                    </a:cubicBezTo>
                    <a:cubicBezTo>
                      <a:pt x="6" y="1"/>
                      <a:pt x="13" y="4"/>
                      <a:pt x="18" y="2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7" name="Freeform 163">
                <a:extLst>
                  <a:ext uri="{FF2B5EF4-FFF2-40B4-BE49-F238E27FC236}">
                    <a16:creationId xmlns:a16="http://schemas.microsoft.com/office/drawing/2014/main" id="{C51CE1EA-1FF8-4562-969F-3C2F308AF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510"/>
                <a:ext cx="840" cy="430"/>
              </a:xfrm>
              <a:custGeom>
                <a:avLst/>
                <a:gdLst>
                  <a:gd name="T0" fmla="*/ 0 w 276"/>
                  <a:gd name="T1" fmla="*/ 2241 h 141"/>
                  <a:gd name="T2" fmla="*/ 3409 w 276"/>
                  <a:gd name="T3" fmla="*/ 3861 h 141"/>
                  <a:gd name="T4" fmla="*/ 5974 w 276"/>
                  <a:gd name="T5" fmla="*/ 2976 h 141"/>
                  <a:gd name="T6" fmla="*/ 6994 w 276"/>
                  <a:gd name="T7" fmla="*/ 1022 h 141"/>
                  <a:gd name="T8" fmla="*/ 7782 w 276"/>
                  <a:gd name="T9" fmla="*/ 0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6" h="141">
                    <a:moveTo>
                      <a:pt x="0" y="79"/>
                    </a:moveTo>
                    <a:cubicBezTo>
                      <a:pt x="29" y="99"/>
                      <a:pt x="49" y="131"/>
                      <a:pt x="121" y="136"/>
                    </a:cubicBezTo>
                    <a:cubicBezTo>
                      <a:pt x="192" y="141"/>
                      <a:pt x="205" y="131"/>
                      <a:pt x="212" y="105"/>
                    </a:cubicBezTo>
                    <a:cubicBezTo>
                      <a:pt x="219" y="79"/>
                      <a:pt x="223" y="61"/>
                      <a:pt x="248" y="36"/>
                    </a:cubicBezTo>
                    <a:cubicBezTo>
                      <a:pt x="267" y="18"/>
                      <a:pt x="274" y="17"/>
                      <a:pt x="276" y="0"/>
                    </a:cubicBezTo>
                  </a:path>
                </a:pathLst>
              </a:custGeom>
              <a:noFill/>
              <a:ln w="20638" cap="flat">
                <a:solidFill>
                  <a:srgbClr val="E6CA8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8" name="Freeform 164">
                <a:extLst>
                  <a:ext uri="{FF2B5EF4-FFF2-40B4-BE49-F238E27FC236}">
                    <a16:creationId xmlns:a16="http://schemas.microsoft.com/office/drawing/2014/main" id="{11832F9B-1A51-452C-B658-84EF54CF8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541"/>
                <a:ext cx="831" cy="417"/>
              </a:xfrm>
              <a:custGeom>
                <a:avLst/>
                <a:gdLst>
                  <a:gd name="T0" fmla="*/ 0 w 273"/>
                  <a:gd name="T1" fmla="*/ 2030 h 137"/>
                  <a:gd name="T2" fmla="*/ 3464 w 273"/>
                  <a:gd name="T3" fmla="*/ 3726 h 137"/>
                  <a:gd name="T4" fmla="*/ 6033 w 273"/>
                  <a:gd name="T5" fmla="*/ 2816 h 137"/>
                  <a:gd name="T6" fmla="*/ 7080 w 273"/>
                  <a:gd name="T7" fmla="*/ 925 h 137"/>
                  <a:gd name="T8" fmla="*/ 7701 w 273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137">
                    <a:moveTo>
                      <a:pt x="0" y="72"/>
                    </a:moveTo>
                    <a:cubicBezTo>
                      <a:pt x="29" y="92"/>
                      <a:pt x="52" y="127"/>
                      <a:pt x="123" y="132"/>
                    </a:cubicBezTo>
                    <a:cubicBezTo>
                      <a:pt x="195" y="137"/>
                      <a:pt x="207" y="126"/>
                      <a:pt x="214" y="100"/>
                    </a:cubicBezTo>
                    <a:cubicBezTo>
                      <a:pt x="221" y="74"/>
                      <a:pt x="225" y="57"/>
                      <a:pt x="251" y="33"/>
                    </a:cubicBezTo>
                    <a:cubicBezTo>
                      <a:pt x="265" y="19"/>
                      <a:pt x="270" y="11"/>
                      <a:pt x="273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9" name="Freeform 165">
                <a:extLst>
                  <a:ext uri="{FF2B5EF4-FFF2-40B4-BE49-F238E27FC236}">
                    <a16:creationId xmlns:a16="http://schemas.microsoft.com/office/drawing/2014/main" id="{A8F57DF4-CC82-4CAB-A66D-36196C029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632"/>
                <a:ext cx="143" cy="301"/>
              </a:xfrm>
              <a:custGeom>
                <a:avLst/>
                <a:gdLst>
                  <a:gd name="T0" fmla="*/ 1324 w 47"/>
                  <a:gd name="T1" fmla="*/ 0 h 99"/>
                  <a:gd name="T2" fmla="*/ 27 w 47"/>
                  <a:gd name="T3" fmla="*/ 1803 h 99"/>
                  <a:gd name="T4" fmla="*/ 648 w 47"/>
                  <a:gd name="T5" fmla="*/ 2782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99">
                    <a:moveTo>
                      <a:pt x="47" y="0"/>
                    </a:moveTo>
                    <a:cubicBezTo>
                      <a:pt x="26" y="5"/>
                      <a:pt x="4" y="33"/>
                      <a:pt x="1" y="64"/>
                    </a:cubicBezTo>
                    <a:cubicBezTo>
                      <a:pt x="0" y="83"/>
                      <a:pt x="10" y="96"/>
                      <a:pt x="23" y="99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0" name="Freeform 166">
                <a:extLst>
                  <a:ext uri="{FF2B5EF4-FFF2-40B4-BE49-F238E27FC236}">
                    <a16:creationId xmlns:a16="http://schemas.microsoft.com/office/drawing/2014/main" id="{4782BABB-80AD-449E-A1DA-F873934C5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512"/>
                <a:ext cx="162" cy="33"/>
              </a:xfrm>
              <a:custGeom>
                <a:avLst/>
                <a:gdLst>
                  <a:gd name="T0" fmla="*/ 0 w 53"/>
                  <a:gd name="T1" fmla="*/ 0 h 11"/>
                  <a:gd name="T2" fmla="*/ 290 w 53"/>
                  <a:gd name="T3" fmla="*/ 27 h 11"/>
                  <a:gd name="T4" fmla="*/ 859 w 53"/>
                  <a:gd name="T5" fmla="*/ 54 h 11"/>
                  <a:gd name="T6" fmla="*/ 1140 w 53"/>
                  <a:gd name="T7" fmla="*/ 162 h 11"/>
                  <a:gd name="T8" fmla="*/ 1372 w 53"/>
                  <a:gd name="T9" fmla="*/ 189 h 11"/>
                  <a:gd name="T10" fmla="*/ 1513 w 53"/>
                  <a:gd name="T11" fmla="*/ 189 h 11"/>
                  <a:gd name="T12" fmla="*/ 1400 w 53"/>
                  <a:gd name="T13" fmla="*/ 270 h 11"/>
                  <a:gd name="T14" fmla="*/ 859 w 53"/>
                  <a:gd name="T15" fmla="*/ 162 h 11"/>
                  <a:gd name="T16" fmla="*/ 263 w 53"/>
                  <a:gd name="T17" fmla="*/ 81 h 11"/>
                  <a:gd name="T18" fmla="*/ 0 w 53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11">
                    <a:moveTo>
                      <a:pt x="0" y="0"/>
                    </a:moveTo>
                    <a:cubicBezTo>
                      <a:pt x="6" y="2"/>
                      <a:pt x="6" y="0"/>
                      <a:pt x="10" y="1"/>
                    </a:cubicBezTo>
                    <a:cubicBezTo>
                      <a:pt x="13" y="2"/>
                      <a:pt x="24" y="5"/>
                      <a:pt x="30" y="2"/>
                    </a:cubicBezTo>
                    <a:cubicBezTo>
                      <a:pt x="32" y="6"/>
                      <a:pt x="36" y="6"/>
                      <a:pt x="40" y="6"/>
                    </a:cubicBezTo>
                    <a:cubicBezTo>
                      <a:pt x="44" y="8"/>
                      <a:pt x="48" y="7"/>
                      <a:pt x="48" y="7"/>
                    </a:cubicBezTo>
                    <a:cubicBezTo>
                      <a:pt x="50" y="10"/>
                      <a:pt x="53" y="7"/>
                      <a:pt x="53" y="7"/>
                    </a:cubicBezTo>
                    <a:cubicBezTo>
                      <a:pt x="51" y="10"/>
                      <a:pt x="53" y="10"/>
                      <a:pt x="49" y="10"/>
                    </a:cubicBezTo>
                    <a:cubicBezTo>
                      <a:pt x="40" y="11"/>
                      <a:pt x="30" y="8"/>
                      <a:pt x="30" y="6"/>
                    </a:cubicBezTo>
                    <a:cubicBezTo>
                      <a:pt x="26" y="7"/>
                      <a:pt x="13" y="4"/>
                      <a:pt x="9" y="3"/>
                    </a:cubicBezTo>
                    <a:cubicBezTo>
                      <a:pt x="5" y="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1" name="Freeform 167">
                <a:extLst>
                  <a:ext uri="{FF2B5EF4-FFF2-40B4-BE49-F238E27FC236}">
                    <a16:creationId xmlns:a16="http://schemas.microsoft.com/office/drawing/2014/main" id="{B0DCF37E-ED72-45BF-9E44-1BDB5C56C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617"/>
                <a:ext cx="149" cy="262"/>
              </a:xfrm>
              <a:custGeom>
                <a:avLst/>
                <a:gdLst>
                  <a:gd name="T0" fmla="*/ 1377 w 49"/>
                  <a:gd name="T1" fmla="*/ 0 h 86"/>
                  <a:gd name="T2" fmla="*/ 398 w 49"/>
                  <a:gd name="T3" fmla="*/ 1243 h 86"/>
                  <a:gd name="T4" fmla="*/ 0 w 49"/>
                  <a:gd name="T5" fmla="*/ 2431 h 86"/>
                  <a:gd name="T6" fmla="*/ 535 w 49"/>
                  <a:gd name="T7" fmla="*/ 1243 h 86"/>
                  <a:gd name="T8" fmla="*/ 1377 w 49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86">
                    <a:moveTo>
                      <a:pt x="49" y="0"/>
                    </a:moveTo>
                    <a:cubicBezTo>
                      <a:pt x="44" y="2"/>
                      <a:pt x="22" y="24"/>
                      <a:pt x="14" y="44"/>
                    </a:cubicBezTo>
                    <a:cubicBezTo>
                      <a:pt x="6" y="64"/>
                      <a:pt x="5" y="78"/>
                      <a:pt x="0" y="86"/>
                    </a:cubicBezTo>
                    <a:cubicBezTo>
                      <a:pt x="8" y="77"/>
                      <a:pt x="14" y="55"/>
                      <a:pt x="19" y="44"/>
                    </a:cubicBezTo>
                    <a:cubicBezTo>
                      <a:pt x="24" y="32"/>
                      <a:pt x="40" y="8"/>
                      <a:pt x="49" y="0"/>
                    </a:cubicBezTo>
                    <a:close/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2" name="Freeform 168">
                <a:extLst>
                  <a:ext uri="{FF2B5EF4-FFF2-40B4-BE49-F238E27FC236}">
                    <a16:creationId xmlns:a16="http://schemas.microsoft.com/office/drawing/2014/main" id="{7EA384C9-F419-4A56-84A2-940CD2EAA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997"/>
                <a:ext cx="104" cy="186"/>
              </a:xfrm>
              <a:custGeom>
                <a:avLst/>
                <a:gdLst>
                  <a:gd name="T0" fmla="*/ 0 w 34"/>
                  <a:gd name="T1" fmla="*/ 1247 h 61"/>
                  <a:gd name="T2" fmla="*/ 777 w 34"/>
                  <a:gd name="T3" fmla="*/ 1329 h 61"/>
                  <a:gd name="T4" fmla="*/ 973 w 34"/>
                  <a:gd name="T5" fmla="*/ 680 h 61"/>
                  <a:gd name="T6" fmla="*/ 541 w 34"/>
                  <a:gd name="T7" fmla="*/ 82 h 61"/>
                  <a:gd name="T8" fmla="*/ 0 w 34"/>
                  <a:gd name="T9" fmla="*/ 96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61">
                    <a:moveTo>
                      <a:pt x="0" y="44"/>
                    </a:moveTo>
                    <a:cubicBezTo>
                      <a:pt x="4" y="61"/>
                      <a:pt x="18" y="57"/>
                      <a:pt x="27" y="47"/>
                    </a:cubicBezTo>
                    <a:cubicBezTo>
                      <a:pt x="32" y="40"/>
                      <a:pt x="34" y="30"/>
                      <a:pt x="34" y="24"/>
                    </a:cubicBezTo>
                    <a:cubicBezTo>
                      <a:pt x="33" y="16"/>
                      <a:pt x="30" y="0"/>
                      <a:pt x="19" y="3"/>
                    </a:cubicBezTo>
                    <a:cubicBezTo>
                      <a:pt x="6" y="8"/>
                      <a:pt x="7" y="25"/>
                      <a:pt x="0" y="34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3" name="Freeform 169">
                <a:extLst>
                  <a:ext uri="{FF2B5EF4-FFF2-40B4-BE49-F238E27FC236}">
                    <a16:creationId xmlns:a16="http://schemas.microsoft.com/office/drawing/2014/main" id="{694C83EC-4BB7-4769-810B-062527E25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013"/>
                <a:ext cx="39" cy="39"/>
              </a:xfrm>
              <a:custGeom>
                <a:avLst/>
                <a:gdLst>
                  <a:gd name="T0" fmla="*/ 81 w 13"/>
                  <a:gd name="T1" fmla="*/ 0 h 13"/>
                  <a:gd name="T2" fmla="*/ 351 w 13"/>
                  <a:gd name="T3" fmla="*/ 81 h 13"/>
                  <a:gd name="T4" fmla="*/ 216 w 13"/>
                  <a:gd name="T5" fmla="*/ 351 h 13"/>
                  <a:gd name="T6" fmla="*/ 0 w 13"/>
                  <a:gd name="T7" fmla="*/ 5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3" y="0"/>
                    </a:moveTo>
                    <a:cubicBezTo>
                      <a:pt x="6" y="2"/>
                      <a:pt x="10" y="1"/>
                      <a:pt x="13" y="3"/>
                    </a:cubicBezTo>
                    <a:cubicBezTo>
                      <a:pt x="9" y="5"/>
                      <a:pt x="8" y="9"/>
                      <a:pt x="8" y="13"/>
                    </a:cubicBezTo>
                    <a:cubicBezTo>
                      <a:pt x="8" y="9"/>
                      <a:pt x="5" y="2"/>
                      <a:pt x="0" y="2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4" name="Freeform 170">
                <a:extLst>
                  <a:ext uri="{FF2B5EF4-FFF2-40B4-BE49-F238E27FC236}">
                    <a16:creationId xmlns:a16="http://schemas.microsoft.com/office/drawing/2014/main" id="{5F27973C-CF7F-4A75-A150-A66F7C511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046"/>
                <a:ext cx="109" cy="372"/>
              </a:xfrm>
              <a:custGeom>
                <a:avLst/>
                <a:gdLst>
                  <a:gd name="T0" fmla="*/ 221 w 36"/>
                  <a:gd name="T1" fmla="*/ 0 h 122"/>
                  <a:gd name="T2" fmla="*/ 276 w 36"/>
                  <a:gd name="T3" fmla="*/ 1357 h 122"/>
                  <a:gd name="T4" fmla="*/ 221 w 36"/>
                  <a:gd name="T5" fmla="*/ 3458 h 122"/>
                  <a:gd name="T6" fmla="*/ 167 w 36"/>
                  <a:gd name="T7" fmla="*/ 1217 h 122"/>
                  <a:gd name="T8" fmla="*/ 27 w 36"/>
                  <a:gd name="T9" fmla="*/ 113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22">
                    <a:moveTo>
                      <a:pt x="8" y="0"/>
                    </a:moveTo>
                    <a:cubicBezTo>
                      <a:pt x="36" y="5"/>
                      <a:pt x="15" y="32"/>
                      <a:pt x="10" y="48"/>
                    </a:cubicBezTo>
                    <a:cubicBezTo>
                      <a:pt x="2" y="70"/>
                      <a:pt x="4" y="98"/>
                      <a:pt x="8" y="122"/>
                    </a:cubicBezTo>
                    <a:cubicBezTo>
                      <a:pt x="4" y="94"/>
                      <a:pt x="0" y="71"/>
                      <a:pt x="6" y="43"/>
                    </a:cubicBezTo>
                    <a:cubicBezTo>
                      <a:pt x="9" y="29"/>
                      <a:pt x="13" y="14"/>
                      <a:pt x="1" y="4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5" name="Freeform 171">
                <a:extLst>
                  <a:ext uri="{FF2B5EF4-FFF2-40B4-BE49-F238E27FC236}">
                    <a16:creationId xmlns:a16="http://schemas.microsoft.com/office/drawing/2014/main" id="{1396B19B-249C-4D7F-B2F0-713F43840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070"/>
                <a:ext cx="174" cy="229"/>
              </a:xfrm>
              <a:custGeom>
                <a:avLst/>
                <a:gdLst>
                  <a:gd name="T0" fmla="*/ 568 w 57"/>
                  <a:gd name="T1" fmla="*/ 55 h 75"/>
                  <a:gd name="T2" fmla="*/ 250 w 57"/>
                  <a:gd name="T3" fmla="*/ 971 h 75"/>
                  <a:gd name="T4" fmla="*/ 113 w 57"/>
                  <a:gd name="T5" fmla="*/ 2134 h 75"/>
                  <a:gd name="T6" fmla="*/ 681 w 57"/>
                  <a:gd name="T7" fmla="*/ 736 h 75"/>
                  <a:gd name="T8" fmla="*/ 1621 w 57"/>
                  <a:gd name="T9" fmla="*/ 568 h 75"/>
                  <a:gd name="T10" fmla="*/ 1053 w 57"/>
                  <a:gd name="T11" fmla="*/ 345 h 75"/>
                  <a:gd name="T12" fmla="*/ 540 w 57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75">
                    <a:moveTo>
                      <a:pt x="20" y="2"/>
                    </a:moveTo>
                    <a:cubicBezTo>
                      <a:pt x="21" y="14"/>
                      <a:pt x="14" y="24"/>
                      <a:pt x="9" y="34"/>
                    </a:cubicBezTo>
                    <a:cubicBezTo>
                      <a:pt x="2" y="47"/>
                      <a:pt x="2" y="61"/>
                      <a:pt x="4" y="75"/>
                    </a:cubicBezTo>
                    <a:cubicBezTo>
                      <a:pt x="0" y="60"/>
                      <a:pt x="12" y="34"/>
                      <a:pt x="24" y="26"/>
                    </a:cubicBezTo>
                    <a:cubicBezTo>
                      <a:pt x="34" y="20"/>
                      <a:pt x="47" y="30"/>
                      <a:pt x="57" y="20"/>
                    </a:cubicBezTo>
                    <a:cubicBezTo>
                      <a:pt x="50" y="17"/>
                      <a:pt x="43" y="15"/>
                      <a:pt x="37" y="12"/>
                    </a:cubicBezTo>
                    <a:cubicBezTo>
                      <a:pt x="30" y="8"/>
                      <a:pt x="26" y="3"/>
                      <a:pt x="19" y="0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6" name="Freeform 172">
                <a:extLst>
                  <a:ext uri="{FF2B5EF4-FFF2-40B4-BE49-F238E27FC236}">
                    <a16:creationId xmlns:a16="http://schemas.microsoft.com/office/drawing/2014/main" id="{C8CAAC57-951B-4555-98C5-38E84F3E6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141"/>
                <a:ext cx="118" cy="197"/>
              </a:xfrm>
              <a:custGeom>
                <a:avLst/>
                <a:gdLst>
                  <a:gd name="T0" fmla="*/ 136 w 39"/>
                  <a:gd name="T1" fmla="*/ 0 h 65"/>
                  <a:gd name="T2" fmla="*/ 805 w 39"/>
                  <a:gd name="T3" fmla="*/ 439 h 65"/>
                  <a:gd name="T4" fmla="*/ 917 w 39"/>
                  <a:gd name="T5" fmla="*/ 1809 h 65"/>
                  <a:gd name="T6" fmla="*/ 439 w 39"/>
                  <a:gd name="T7" fmla="*/ 1424 h 65"/>
                  <a:gd name="T8" fmla="*/ 466 w 39"/>
                  <a:gd name="T9" fmla="*/ 809 h 65"/>
                  <a:gd name="T10" fmla="*/ 194 w 39"/>
                  <a:gd name="T11" fmla="*/ 588 h 65"/>
                  <a:gd name="T12" fmla="*/ 136 w 39"/>
                  <a:gd name="T13" fmla="*/ 27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65">
                    <a:moveTo>
                      <a:pt x="5" y="0"/>
                    </a:moveTo>
                    <a:cubicBezTo>
                      <a:pt x="0" y="15"/>
                      <a:pt x="20" y="16"/>
                      <a:pt x="29" y="16"/>
                    </a:cubicBezTo>
                    <a:cubicBezTo>
                      <a:pt x="22" y="31"/>
                      <a:pt x="39" y="49"/>
                      <a:pt x="33" y="65"/>
                    </a:cubicBezTo>
                    <a:cubicBezTo>
                      <a:pt x="32" y="59"/>
                      <a:pt x="25" y="43"/>
                      <a:pt x="16" y="51"/>
                    </a:cubicBezTo>
                    <a:cubicBezTo>
                      <a:pt x="17" y="44"/>
                      <a:pt x="23" y="36"/>
                      <a:pt x="17" y="29"/>
                    </a:cubicBezTo>
                    <a:cubicBezTo>
                      <a:pt x="15" y="25"/>
                      <a:pt x="10" y="24"/>
                      <a:pt x="7" y="21"/>
                    </a:cubicBezTo>
                    <a:cubicBezTo>
                      <a:pt x="3" y="15"/>
                      <a:pt x="4" y="6"/>
                      <a:pt x="5" y="1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7" name="Freeform 173">
                <a:extLst>
                  <a:ext uri="{FF2B5EF4-FFF2-40B4-BE49-F238E27FC236}">
                    <a16:creationId xmlns:a16="http://schemas.microsoft.com/office/drawing/2014/main" id="{681F35F1-5643-45F2-B85F-E25752BE5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545"/>
                <a:ext cx="219" cy="220"/>
              </a:xfrm>
              <a:custGeom>
                <a:avLst/>
                <a:gdLst>
                  <a:gd name="T0" fmla="*/ 1804 w 72"/>
                  <a:gd name="T1" fmla="*/ 0 h 72"/>
                  <a:gd name="T2" fmla="*/ 1944 w 72"/>
                  <a:gd name="T3" fmla="*/ 776 h 72"/>
                  <a:gd name="T4" fmla="*/ 1722 w 72"/>
                  <a:gd name="T5" fmla="*/ 1458 h 72"/>
                  <a:gd name="T6" fmla="*/ 0 w 72"/>
                  <a:gd name="T7" fmla="*/ 1568 h 72"/>
                  <a:gd name="T8" fmla="*/ 1655 w 72"/>
                  <a:gd name="T9" fmla="*/ 1112 h 72"/>
                  <a:gd name="T10" fmla="*/ 1573 w 72"/>
                  <a:gd name="T11" fmla="*/ 626 h 72"/>
                  <a:gd name="T12" fmla="*/ 1749 w 72"/>
                  <a:gd name="T13" fmla="*/ 28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72">
                    <a:moveTo>
                      <a:pt x="64" y="0"/>
                    </a:moveTo>
                    <a:cubicBezTo>
                      <a:pt x="64" y="11"/>
                      <a:pt x="66" y="17"/>
                      <a:pt x="69" y="27"/>
                    </a:cubicBezTo>
                    <a:cubicBezTo>
                      <a:pt x="72" y="38"/>
                      <a:pt x="69" y="43"/>
                      <a:pt x="61" y="51"/>
                    </a:cubicBezTo>
                    <a:cubicBezTo>
                      <a:pt x="43" y="72"/>
                      <a:pt x="23" y="60"/>
                      <a:pt x="0" y="55"/>
                    </a:cubicBezTo>
                    <a:cubicBezTo>
                      <a:pt x="14" y="55"/>
                      <a:pt x="58" y="61"/>
                      <a:pt x="59" y="39"/>
                    </a:cubicBezTo>
                    <a:cubicBezTo>
                      <a:pt x="59" y="32"/>
                      <a:pt x="54" y="30"/>
                      <a:pt x="56" y="22"/>
                    </a:cubicBezTo>
                    <a:cubicBezTo>
                      <a:pt x="58" y="16"/>
                      <a:pt x="64" y="8"/>
                      <a:pt x="62" y="1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8" name="Freeform 174">
                <a:extLst>
                  <a:ext uri="{FF2B5EF4-FFF2-40B4-BE49-F238E27FC236}">
                    <a16:creationId xmlns:a16="http://schemas.microsoft.com/office/drawing/2014/main" id="{5E507316-7514-4279-82A3-62E306F05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107"/>
                <a:ext cx="52" cy="164"/>
              </a:xfrm>
              <a:custGeom>
                <a:avLst/>
                <a:gdLst>
                  <a:gd name="T0" fmla="*/ 223 w 17"/>
                  <a:gd name="T1" fmla="*/ 0 h 54"/>
                  <a:gd name="T2" fmla="*/ 459 w 17"/>
                  <a:gd name="T3" fmla="*/ 304 h 54"/>
                  <a:gd name="T4" fmla="*/ 373 w 17"/>
                  <a:gd name="T5" fmla="*/ 647 h 54"/>
                  <a:gd name="T6" fmla="*/ 141 w 17"/>
                  <a:gd name="T7" fmla="*/ 1512 h 54"/>
                  <a:gd name="T8" fmla="*/ 28 w 17"/>
                  <a:gd name="T9" fmla="*/ 1115 h 54"/>
                  <a:gd name="T10" fmla="*/ 113 w 17"/>
                  <a:gd name="T11" fmla="*/ 811 h 54"/>
                  <a:gd name="T12" fmla="*/ 223 w 17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4">
                    <a:moveTo>
                      <a:pt x="8" y="0"/>
                    </a:moveTo>
                    <a:cubicBezTo>
                      <a:pt x="10" y="4"/>
                      <a:pt x="15" y="6"/>
                      <a:pt x="16" y="11"/>
                    </a:cubicBezTo>
                    <a:cubicBezTo>
                      <a:pt x="17" y="15"/>
                      <a:pt x="15" y="19"/>
                      <a:pt x="13" y="23"/>
                    </a:cubicBezTo>
                    <a:cubicBezTo>
                      <a:pt x="8" y="33"/>
                      <a:pt x="0" y="41"/>
                      <a:pt x="5" y="54"/>
                    </a:cubicBezTo>
                    <a:cubicBezTo>
                      <a:pt x="3" y="50"/>
                      <a:pt x="1" y="45"/>
                      <a:pt x="1" y="40"/>
                    </a:cubicBezTo>
                    <a:cubicBezTo>
                      <a:pt x="0" y="35"/>
                      <a:pt x="2" y="33"/>
                      <a:pt x="4" y="29"/>
                    </a:cubicBezTo>
                    <a:cubicBezTo>
                      <a:pt x="10" y="19"/>
                      <a:pt x="8" y="11"/>
                      <a:pt x="8" y="0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9" name="Freeform 175">
                <a:extLst>
                  <a:ext uri="{FF2B5EF4-FFF2-40B4-BE49-F238E27FC236}">
                    <a16:creationId xmlns:a16="http://schemas.microsoft.com/office/drawing/2014/main" id="{9E9847CC-4562-4973-A341-1651852AD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022"/>
                <a:ext cx="82" cy="109"/>
              </a:xfrm>
              <a:custGeom>
                <a:avLst/>
                <a:gdLst>
                  <a:gd name="T0" fmla="*/ 0 w 27"/>
                  <a:gd name="T1" fmla="*/ 194 h 36"/>
                  <a:gd name="T2" fmla="*/ 647 w 27"/>
                  <a:gd name="T3" fmla="*/ 248 h 36"/>
                  <a:gd name="T4" fmla="*/ 674 w 27"/>
                  <a:gd name="T5" fmla="*/ 615 h 36"/>
                  <a:gd name="T6" fmla="*/ 756 w 27"/>
                  <a:gd name="T7" fmla="*/ 999 h 36"/>
                  <a:gd name="T8" fmla="*/ 589 w 27"/>
                  <a:gd name="T9" fmla="*/ 724 h 36"/>
                  <a:gd name="T10" fmla="*/ 535 w 27"/>
                  <a:gd name="T11" fmla="*/ 439 h 36"/>
                  <a:gd name="T12" fmla="*/ 167 w 27"/>
                  <a:gd name="T13" fmla="*/ 10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6">
                    <a:moveTo>
                      <a:pt x="0" y="7"/>
                    </a:moveTo>
                    <a:cubicBezTo>
                      <a:pt x="8" y="0"/>
                      <a:pt x="18" y="0"/>
                      <a:pt x="23" y="9"/>
                    </a:cubicBezTo>
                    <a:cubicBezTo>
                      <a:pt x="26" y="14"/>
                      <a:pt x="24" y="17"/>
                      <a:pt x="24" y="22"/>
                    </a:cubicBezTo>
                    <a:cubicBezTo>
                      <a:pt x="24" y="26"/>
                      <a:pt x="25" y="32"/>
                      <a:pt x="27" y="36"/>
                    </a:cubicBezTo>
                    <a:cubicBezTo>
                      <a:pt x="26" y="32"/>
                      <a:pt x="23" y="29"/>
                      <a:pt x="21" y="26"/>
                    </a:cubicBezTo>
                    <a:cubicBezTo>
                      <a:pt x="20" y="22"/>
                      <a:pt x="20" y="20"/>
                      <a:pt x="19" y="16"/>
                    </a:cubicBezTo>
                    <a:cubicBezTo>
                      <a:pt x="17" y="10"/>
                      <a:pt x="11" y="8"/>
                      <a:pt x="6" y="4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0" name="Freeform 176">
                <a:extLst>
                  <a:ext uri="{FF2B5EF4-FFF2-40B4-BE49-F238E27FC236}">
                    <a16:creationId xmlns:a16="http://schemas.microsoft.com/office/drawing/2014/main" id="{4C27DC3A-54DE-444A-8F61-574E8EDDD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110"/>
                <a:ext cx="112" cy="58"/>
              </a:xfrm>
              <a:custGeom>
                <a:avLst/>
                <a:gdLst>
                  <a:gd name="T0" fmla="*/ 27 w 37"/>
                  <a:gd name="T1" fmla="*/ 0 h 19"/>
                  <a:gd name="T2" fmla="*/ 330 w 37"/>
                  <a:gd name="T3" fmla="*/ 485 h 19"/>
                  <a:gd name="T4" fmla="*/ 614 w 37"/>
                  <a:gd name="T5" fmla="*/ 427 h 19"/>
                  <a:gd name="T6" fmla="*/ 1026 w 37"/>
                  <a:gd name="T7" fmla="*/ 317 h 19"/>
                  <a:gd name="T8" fmla="*/ 642 w 37"/>
                  <a:gd name="T9" fmla="*/ 317 h 19"/>
                  <a:gd name="T10" fmla="*/ 54 w 37"/>
                  <a:gd name="T11" fmla="*/ 55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9">
                    <a:moveTo>
                      <a:pt x="1" y="0"/>
                    </a:moveTo>
                    <a:cubicBezTo>
                      <a:pt x="0" y="6"/>
                      <a:pt x="7" y="15"/>
                      <a:pt x="12" y="17"/>
                    </a:cubicBezTo>
                    <a:cubicBezTo>
                      <a:pt x="16" y="19"/>
                      <a:pt x="19" y="16"/>
                      <a:pt x="22" y="15"/>
                    </a:cubicBezTo>
                    <a:cubicBezTo>
                      <a:pt x="26" y="14"/>
                      <a:pt x="36" y="15"/>
                      <a:pt x="37" y="11"/>
                    </a:cubicBezTo>
                    <a:cubicBezTo>
                      <a:pt x="34" y="9"/>
                      <a:pt x="26" y="11"/>
                      <a:pt x="23" y="11"/>
                    </a:cubicBezTo>
                    <a:cubicBezTo>
                      <a:pt x="15" y="11"/>
                      <a:pt x="8" y="9"/>
                      <a:pt x="2" y="2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1" name="Freeform 177">
                <a:extLst>
                  <a:ext uri="{FF2B5EF4-FFF2-40B4-BE49-F238E27FC236}">
                    <a16:creationId xmlns:a16="http://schemas.microsoft.com/office/drawing/2014/main" id="{9CC09766-48DF-4E9F-AC1A-68BE7F5C7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994"/>
                <a:ext cx="302" cy="122"/>
              </a:xfrm>
              <a:custGeom>
                <a:avLst/>
                <a:gdLst>
                  <a:gd name="T0" fmla="*/ 0 w 99"/>
                  <a:gd name="T1" fmla="*/ 250 h 40"/>
                  <a:gd name="T2" fmla="*/ 1843 w 99"/>
                  <a:gd name="T3" fmla="*/ 912 h 40"/>
                  <a:gd name="T4" fmla="*/ 2810 w 99"/>
                  <a:gd name="T5" fmla="*/ 1135 h 40"/>
                  <a:gd name="T6" fmla="*/ 2215 w 99"/>
                  <a:gd name="T7" fmla="*/ 0 h 40"/>
                  <a:gd name="T8" fmla="*/ 2132 w 99"/>
                  <a:gd name="T9" fmla="*/ 735 h 40"/>
                  <a:gd name="T10" fmla="*/ 0 w 99"/>
                  <a:gd name="T11" fmla="*/ 25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40">
                    <a:moveTo>
                      <a:pt x="0" y="9"/>
                    </a:moveTo>
                    <a:cubicBezTo>
                      <a:pt x="11" y="17"/>
                      <a:pt x="49" y="30"/>
                      <a:pt x="65" y="32"/>
                    </a:cubicBezTo>
                    <a:cubicBezTo>
                      <a:pt x="81" y="35"/>
                      <a:pt x="92" y="35"/>
                      <a:pt x="99" y="40"/>
                    </a:cubicBezTo>
                    <a:cubicBezTo>
                      <a:pt x="94" y="28"/>
                      <a:pt x="86" y="4"/>
                      <a:pt x="78" y="0"/>
                    </a:cubicBezTo>
                    <a:cubicBezTo>
                      <a:pt x="85" y="8"/>
                      <a:pt x="88" y="22"/>
                      <a:pt x="75" y="26"/>
                    </a:cubicBezTo>
                    <a:cubicBezTo>
                      <a:pt x="62" y="29"/>
                      <a:pt x="14" y="17"/>
                      <a:pt x="0" y="9"/>
                    </a:cubicBezTo>
                    <a:close/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2" name="Freeform 178">
                <a:extLst>
                  <a:ext uri="{FF2B5EF4-FFF2-40B4-BE49-F238E27FC236}">
                    <a16:creationId xmlns:a16="http://schemas.microsoft.com/office/drawing/2014/main" id="{A6885788-B2C0-453B-B13A-2B5AB59D8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997"/>
                <a:ext cx="131" cy="207"/>
              </a:xfrm>
              <a:custGeom>
                <a:avLst/>
                <a:gdLst>
                  <a:gd name="T0" fmla="*/ 0 w 43"/>
                  <a:gd name="T1" fmla="*/ 0 h 68"/>
                  <a:gd name="T2" fmla="*/ 1216 w 43"/>
                  <a:gd name="T3" fmla="*/ 1918 h 68"/>
                  <a:gd name="T4" fmla="*/ 539 w 43"/>
                  <a:gd name="T5" fmla="*/ 992 h 68"/>
                  <a:gd name="T6" fmla="*/ 0 w 43"/>
                  <a:gd name="T7" fmla="*/ 0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8">
                    <a:moveTo>
                      <a:pt x="0" y="0"/>
                    </a:moveTo>
                    <a:cubicBezTo>
                      <a:pt x="7" y="13"/>
                      <a:pt x="19" y="59"/>
                      <a:pt x="43" y="68"/>
                    </a:cubicBezTo>
                    <a:cubicBezTo>
                      <a:pt x="35" y="59"/>
                      <a:pt x="25" y="49"/>
                      <a:pt x="19" y="35"/>
                    </a:cubicBezTo>
                    <a:cubicBezTo>
                      <a:pt x="12" y="20"/>
                      <a:pt x="2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3" name="Freeform 179">
                <a:extLst>
                  <a:ext uri="{FF2B5EF4-FFF2-40B4-BE49-F238E27FC236}">
                    <a16:creationId xmlns:a16="http://schemas.microsoft.com/office/drawing/2014/main" id="{118B90B8-6831-46D6-B715-338C753F5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979"/>
                <a:ext cx="103" cy="228"/>
              </a:xfrm>
              <a:custGeom>
                <a:avLst/>
                <a:gdLst>
                  <a:gd name="T0" fmla="*/ 945 w 34"/>
                  <a:gd name="T1" fmla="*/ 140 h 75"/>
                  <a:gd name="T2" fmla="*/ 303 w 34"/>
                  <a:gd name="T3" fmla="*/ 869 h 75"/>
                  <a:gd name="T4" fmla="*/ 0 w 34"/>
                  <a:gd name="T5" fmla="*/ 2107 h 75"/>
                  <a:gd name="T6" fmla="*/ 82 w 34"/>
                  <a:gd name="T7" fmla="*/ 897 h 75"/>
                  <a:gd name="T8" fmla="*/ 945 w 34"/>
                  <a:gd name="T9" fmla="*/ 14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5">
                    <a:moveTo>
                      <a:pt x="34" y="5"/>
                    </a:moveTo>
                    <a:cubicBezTo>
                      <a:pt x="19" y="6"/>
                      <a:pt x="14" y="13"/>
                      <a:pt x="11" y="31"/>
                    </a:cubicBezTo>
                    <a:cubicBezTo>
                      <a:pt x="8" y="48"/>
                      <a:pt x="7" y="73"/>
                      <a:pt x="0" y="75"/>
                    </a:cubicBezTo>
                    <a:cubicBezTo>
                      <a:pt x="5" y="67"/>
                      <a:pt x="3" y="51"/>
                      <a:pt x="3" y="32"/>
                    </a:cubicBezTo>
                    <a:cubicBezTo>
                      <a:pt x="3" y="13"/>
                      <a:pt x="14" y="0"/>
                      <a:pt x="34" y="5"/>
                    </a:cubicBezTo>
                    <a:close/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4" name="Freeform 180">
                <a:extLst>
                  <a:ext uri="{FF2B5EF4-FFF2-40B4-BE49-F238E27FC236}">
                    <a16:creationId xmlns:a16="http://schemas.microsoft.com/office/drawing/2014/main" id="{05651DEF-A155-4106-BC79-A81B7084D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991"/>
                <a:ext cx="445" cy="119"/>
              </a:xfrm>
              <a:custGeom>
                <a:avLst/>
                <a:gdLst>
                  <a:gd name="T0" fmla="*/ 0 w 146"/>
                  <a:gd name="T1" fmla="*/ 223 h 39"/>
                  <a:gd name="T2" fmla="*/ 1411 w 146"/>
                  <a:gd name="T3" fmla="*/ 195 h 39"/>
                  <a:gd name="T4" fmla="*/ 3112 w 146"/>
                  <a:gd name="T5" fmla="*/ 680 h 39"/>
                  <a:gd name="T6" fmla="*/ 4133 w 146"/>
                  <a:gd name="T7" fmla="*/ 1108 h 39"/>
                  <a:gd name="T8" fmla="*/ 2862 w 146"/>
                  <a:gd name="T9" fmla="*/ 372 h 39"/>
                  <a:gd name="T10" fmla="*/ 1079 w 146"/>
                  <a:gd name="T11" fmla="*/ 55 h 39"/>
                  <a:gd name="T12" fmla="*/ 0 w 146"/>
                  <a:gd name="T13" fmla="*/ 22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39">
                    <a:moveTo>
                      <a:pt x="0" y="8"/>
                    </a:moveTo>
                    <a:cubicBezTo>
                      <a:pt x="13" y="10"/>
                      <a:pt x="28" y="5"/>
                      <a:pt x="50" y="7"/>
                    </a:cubicBezTo>
                    <a:cubicBezTo>
                      <a:pt x="71" y="9"/>
                      <a:pt x="82" y="9"/>
                      <a:pt x="110" y="24"/>
                    </a:cubicBezTo>
                    <a:cubicBezTo>
                      <a:pt x="138" y="39"/>
                      <a:pt x="146" y="39"/>
                      <a:pt x="146" y="39"/>
                    </a:cubicBezTo>
                    <a:cubicBezTo>
                      <a:pt x="132" y="34"/>
                      <a:pt x="116" y="21"/>
                      <a:pt x="101" y="13"/>
                    </a:cubicBezTo>
                    <a:cubicBezTo>
                      <a:pt x="87" y="4"/>
                      <a:pt x="65" y="0"/>
                      <a:pt x="38" y="2"/>
                    </a:cubicBezTo>
                    <a:cubicBezTo>
                      <a:pt x="12" y="4"/>
                      <a:pt x="6" y="8"/>
                      <a:pt x="0" y="8"/>
                    </a:cubicBezTo>
                    <a:close/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5" name="Freeform 181">
                <a:extLst>
                  <a:ext uri="{FF2B5EF4-FFF2-40B4-BE49-F238E27FC236}">
                    <a16:creationId xmlns:a16="http://schemas.microsoft.com/office/drawing/2014/main" id="{E76D5885-335E-42ED-B4FF-98503B82B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708"/>
                <a:ext cx="73" cy="225"/>
              </a:xfrm>
              <a:custGeom>
                <a:avLst/>
                <a:gdLst>
                  <a:gd name="T0" fmla="*/ 82 w 24"/>
                  <a:gd name="T1" fmla="*/ 0 h 74"/>
                  <a:gd name="T2" fmla="*/ 140 w 24"/>
                  <a:gd name="T3" fmla="*/ 593 h 74"/>
                  <a:gd name="T4" fmla="*/ 344 w 24"/>
                  <a:gd name="T5" fmla="*/ 1073 h 74"/>
                  <a:gd name="T6" fmla="*/ 675 w 24"/>
                  <a:gd name="T7" fmla="*/ 1545 h 74"/>
                  <a:gd name="T8" fmla="*/ 566 w 24"/>
                  <a:gd name="T9" fmla="*/ 1748 h 74"/>
                  <a:gd name="T10" fmla="*/ 481 w 24"/>
                  <a:gd name="T11" fmla="*/ 1998 h 74"/>
                  <a:gd name="T12" fmla="*/ 222 w 24"/>
                  <a:gd name="T13" fmla="*/ 2080 h 74"/>
                  <a:gd name="T14" fmla="*/ 222 w 24"/>
                  <a:gd name="T15" fmla="*/ 1295 h 74"/>
                  <a:gd name="T16" fmla="*/ 55 w 24"/>
                  <a:gd name="T17" fmla="*/ 815 h 74"/>
                  <a:gd name="T18" fmla="*/ 0 w 24"/>
                  <a:gd name="T19" fmla="*/ 167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74">
                    <a:moveTo>
                      <a:pt x="3" y="0"/>
                    </a:moveTo>
                    <a:cubicBezTo>
                      <a:pt x="1" y="5"/>
                      <a:pt x="4" y="15"/>
                      <a:pt x="5" y="21"/>
                    </a:cubicBezTo>
                    <a:cubicBezTo>
                      <a:pt x="6" y="27"/>
                      <a:pt x="9" y="33"/>
                      <a:pt x="12" y="38"/>
                    </a:cubicBezTo>
                    <a:cubicBezTo>
                      <a:pt x="15" y="42"/>
                      <a:pt x="24" y="51"/>
                      <a:pt x="24" y="55"/>
                    </a:cubicBezTo>
                    <a:cubicBezTo>
                      <a:pt x="24" y="58"/>
                      <a:pt x="21" y="59"/>
                      <a:pt x="20" y="62"/>
                    </a:cubicBezTo>
                    <a:cubicBezTo>
                      <a:pt x="18" y="65"/>
                      <a:pt x="18" y="68"/>
                      <a:pt x="17" y="71"/>
                    </a:cubicBezTo>
                    <a:cubicBezTo>
                      <a:pt x="13" y="70"/>
                      <a:pt x="9" y="69"/>
                      <a:pt x="8" y="74"/>
                    </a:cubicBezTo>
                    <a:cubicBezTo>
                      <a:pt x="12" y="63"/>
                      <a:pt x="16" y="57"/>
                      <a:pt x="8" y="46"/>
                    </a:cubicBezTo>
                    <a:cubicBezTo>
                      <a:pt x="4" y="40"/>
                      <a:pt x="2" y="37"/>
                      <a:pt x="2" y="29"/>
                    </a:cubicBezTo>
                    <a:cubicBezTo>
                      <a:pt x="2" y="22"/>
                      <a:pt x="2" y="13"/>
                      <a:pt x="0" y="6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6" name="Freeform 182">
                <a:extLst>
                  <a:ext uri="{FF2B5EF4-FFF2-40B4-BE49-F238E27FC236}">
                    <a16:creationId xmlns:a16="http://schemas.microsoft.com/office/drawing/2014/main" id="{C7FE4384-7FCA-484F-83F6-BE8E1EDF4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821"/>
                <a:ext cx="49" cy="45"/>
              </a:xfrm>
              <a:custGeom>
                <a:avLst/>
                <a:gdLst>
                  <a:gd name="T0" fmla="*/ 0 w 16"/>
                  <a:gd name="T1" fmla="*/ 0 h 15"/>
                  <a:gd name="T2" fmla="*/ 196 w 16"/>
                  <a:gd name="T3" fmla="*/ 351 h 15"/>
                  <a:gd name="T4" fmla="*/ 459 w 16"/>
                  <a:gd name="T5" fmla="*/ 108 h 15"/>
                  <a:gd name="T6" fmla="*/ 291 w 16"/>
                  <a:gd name="T7" fmla="*/ 216 h 15"/>
                  <a:gd name="T8" fmla="*/ 86 w 16"/>
                  <a:gd name="T9" fmla="*/ 8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cubicBezTo>
                      <a:pt x="1" y="4"/>
                      <a:pt x="3" y="12"/>
                      <a:pt x="7" y="13"/>
                    </a:cubicBezTo>
                    <a:cubicBezTo>
                      <a:pt x="12" y="15"/>
                      <a:pt x="14" y="8"/>
                      <a:pt x="16" y="4"/>
                    </a:cubicBezTo>
                    <a:cubicBezTo>
                      <a:pt x="15" y="7"/>
                      <a:pt x="13" y="8"/>
                      <a:pt x="10" y="8"/>
                    </a:cubicBezTo>
                    <a:cubicBezTo>
                      <a:pt x="6" y="8"/>
                      <a:pt x="6" y="5"/>
                      <a:pt x="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7" name="Freeform 183">
                <a:extLst>
                  <a:ext uri="{FF2B5EF4-FFF2-40B4-BE49-F238E27FC236}">
                    <a16:creationId xmlns:a16="http://schemas.microsoft.com/office/drawing/2014/main" id="{E7A06830-7356-4D0E-939E-DA8D029B7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025"/>
                <a:ext cx="128" cy="88"/>
              </a:xfrm>
              <a:custGeom>
                <a:avLst/>
                <a:gdLst>
                  <a:gd name="T0" fmla="*/ 0 w 42"/>
                  <a:gd name="T1" fmla="*/ 55 h 29"/>
                  <a:gd name="T2" fmla="*/ 707 w 42"/>
                  <a:gd name="T3" fmla="*/ 167 h 29"/>
                  <a:gd name="T4" fmla="*/ 707 w 42"/>
                  <a:gd name="T5" fmla="*/ 810 h 29"/>
                  <a:gd name="T6" fmla="*/ 1189 w 42"/>
                  <a:gd name="T7" fmla="*/ 82 h 29"/>
                  <a:gd name="T8" fmla="*/ 399 w 42"/>
                  <a:gd name="T9" fmla="*/ 5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9">
                    <a:moveTo>
                      <a:pt x="0" y="2"/>
                    </a:moveTo>
                    <a:cubicBezTo>
                      <a:pt x="8" y="2"/>
                      <a:pt x="19" y="1"/>
                      <a:pt x="25" y="6"/>
                    </a:cubicBezTo>
                    <a:cubicBezTo>
                      <a:pt x="32" y="11"/>
                      <a:pt x="26" y="22"/>
                      <a:pt x="25" y="29"/>
                    </a:cubicBezTo>
                    <a:cubicBezTo>
                      <a:pt x="34" y="23"/>
                      <a:pt x="36" y="10"/>
                      <a:pt x="42" y="3"/>
                    </a:cubicBezTo>
                    <a:cubicBezTo>
                      <a:pt x="36" y="0"/>
                      <a:pt x="20" y="0"/>
                      <a:pt x="14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8" name="Freeform 184">
                <a:extLst>
                  <a:ext uri="{FF2B5EF4-FFF2-40B4-BE49-F238E27FC236}">
                    <a16:creationId xmlns:a16="http://schemas.microsoft.com/office/drawing/2014/main" id="{A28C9F5D-E077-49DD-A38B-C41E52ACA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031"/>
                <a:ext cx="91" cy="204"/>
              </a:xfrm>
              <a:custGeom>
                <a:avLst/>
                <a:gdLst>
                  <a:gd name="T0" fmla="*/ 479 w 30"/>
                  <a:gd name="T1" fmla="*/ 27 h 67"/>
                  <a:gd name="T2" fmla="*/ 755 w 30"/>
                  <a:gd name="T3" fmla="*/ 926 h 67"/>
                  <a:gd name="T4" fmla="*/ 837 w 30"/>
                  <a:gd name="T5" fmla="*/ 454 h 67"/>
                  <a:gd name="T6" fmla="*/ 670 w 30"/>
                  <a:gd name="T7" fmla="*/ 55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67">
                    <a:moveTo>
                      <a:pt x="17" y="1"/>
                    </a:moveTo>
                    <a:cubicBezTo>
                      <a:pt x="0" y="5"/>
                      <a:pt x="2" y="67"/>
                      <a:pt x="27" y="33"/>
                    </a:cubicBezTo>
                    <a:cubicBezTo>
                      <a:pt x="5" y="46"/>
                      <a:pt x="19" y="0"/>
                      <a:pt x="30" y="16"/>
                    </a:cubicBezTo>
                    <a:cubicBezTo>
                      <a:pt x="30" y="11"/>
                      <a:pt x="27" y="6"/>
                      <a:pt x="24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9" name="Freeform 185">
                <a:extLst>
                  <a:ext uri="{FF2B5EF4-FFF2-40B4-BE49-F238E27FC236}">
                    <a16:creationId xmlns:a16="http://schemas.microsoft.com/office/drawing/2014/main" id="{D9B5D33B-7912-46B7-B20B-DD8480D32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064"/>
                <a:ext cx="95" cy="116"/>
              </a:xfrm>
              <a:custGeom>
                <a:avLst/>
                <a:gdLst>
                  <a:gd name="T0" fmla="*/ 264 w 31"/>
                  <a:gd name="T1" fmla="*/ 0 h 38"/>
                  <a:gd name="T2" fmla="*/ 0 w 31"/>
                  <a:gd name="T3" fmla="*/ 1081 h 38"/>
                  <a:gd name="T4" fmla="*/ 377 w 31"/>
                  <a:gd name="T5" fmla="*/ 485 h 38"/>
                  <a:gd name="T6" fmla="*/ 892 w 31"/>
                  <a:gd name="T7" fmla="*/ 345 h 38"/>
                  <a:gd name="T8" fmla="*/ 291 w 31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8">
                    <a:moveTo>
                      <a:pt x="9" y="0"/>
                    </a:moveTo>
                    <a:cubicBezTo>
                      <a:pt x="18" y="8"/>
                      <a:pt x="2" y="29"/>
                      <a:pt x="0" y="38"/>
                    </a:cubicBezTo>
                    <a:cubicBezTo>
                      <a:pt x="5" y="32"/>
                      <a:pt x="8" y="22"/>
                      <a:pt x="13" y="17"/>
                    </a:cubicBezTo>
                    <a:cubicBezTo>
                      <a:pt x="17" y="11"/>
                      <a:pt x="25" y="14"/>
                      <a:pt x="31" y="12"/>
                    </a:cubicBezTo>
                    <a:cubicBezTo>
                      <a:pt x="24" y="9"/>
                      <a:pt x="16" y="3"/>
                      <a:pt x="1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0" name="Freeform 186">
                <a:extLst>
                  <a:ext uri="{FF2B5EF4-FFF2-40B4-BE49-F238E27FC236}">
                    <a16:creationId xmlns:a16="http://schemas.microsoft.com/office/drawing/2014/main" id="{E41D1F3D-BD21-4001-BD39-2D4654629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186"/>
                <a:ext cx="52" cy="107"/>
              </a:xfrm>
              <a:custGeom>
                <a:avLst/>
                <a:gdLst>
                  <a:gd name="T0" fmla="*/ 0 w 17"/>
                  <a:gd name="T1" fmla="*/ 0 h 35"/>
                  <a:gd name="T2" fmla="*/ 346 w 17"/>
                  <a:gd name="T3" fmla="*/ 55 h 35"/>
                  <a:gd name="T4" fmla="*/ 431 w 17"/>
                  <a:gd name="T5" fmla="*/ 1000 h 35"/>
                  <a:gd name="T6" fmla="*/ 263 w 17"/>
                  <a:gd name="T7" fmla="*/ 486 h 35"/>
                  <a:gd name="T8" fmla="*/ 168 w 17"/>
                  <a:gd name="T9" fmla="*/ 373 h 35"/>
                  <a:gd name="T10" fmla="*/ 263 w 17"/>
                  <a:gd name="T11" fmla="*/ 14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5">
                    <a:moveTo>
                      <a:pt x="0" y="0"/>
                    </a:moveTo>
                    <a:cubicBezTo>
                      <a:pt x="4" y="3"/>
                      <a:pt x="8" y="1"/>
                      <a:pt x="12" y="2"/>
                    </a:cubicBezTo>
                    <a:cubicBezTo>
                      <a:pt x="9" y="14"/>
                      <a:pt x="17" y="24"/>
                      <a:pt x="15" y="35"/>
                    </a:cubicBezTo>
                    <a:cubicBezTo>
                      <a:pt x="12" y="30"/>
                      <a:pt x="12" y="23"/>
                      <a:pt x="9" y="17"/>
                    </a:cubicBezTo>
                    <a:cubicBezTo>
                      <a:pt x="8" y="15"/>
                      <a:pt x="7" y="17"/>
                      <a:pt x="6" y="13"/>
                    </a:cubicBezTo>
                    <a:cubicBezTo>
                      <a:pt x="6" y="11"/>
                      <a:pt x="9" y="8"/>
                      <a:pt x="9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1" name="Freeform 187">
                <a:extLst>
                  <a:ext uri="{FF2B5EF4-FFF2-40B4-BE49-F238E27FC236}">
                    <a16:creationId xmlns:a16="http://schemas.microsoft.com/office/drawing/2014/main" id="{5DE96755-D003-46C0-A205-2657595BC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585"/>
                <a:ext cx="27" cy="30"/>
              </a:xfrm>
              <a:custGeom>
                <a:avLst/>
                <a:gdLst>
                  <a:gd name="T0" fmla="*/ 243 w 9"/>
                  <a:gd name="T1" fmla="*/ 135 h 10"/>
                  <a:gd name="T2" fmla="*/ 108 w 9"/>
                  <a:gd name="T3" fmla="*/ 270 h 10"/>
                  <a:gd name="T4" fmla="*/ 135 w 9"/>
                  <a:gd name="T5" fmla="*/ 216 h 10"/>
                  <a:gd name="T6" fmla="*/ 189 w 9"/>
                  <a:gd name="T7" fmla="*/ 21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9" y="5"/>
                    </a:moveTo>
                    <a:cubicBezTo>
                      <a:pt x="6" y="0"/>
                      <a:pt x="0" y="6"/>
                      <a:pt x="4" y="10"/>
                    </a:cubicBezTo>
                    <a:cubicBezTo>
                      <a:pt x="4" y="9"/>
                      <a:pt x="4" y="8"/>
                      <a:pt x="5" y="8"/>
                    </a:cubicBezTo>
                    <a:cubicBezTo>
                      <a:pt x="6" y="7"/>
                      <a:pt x="6" y="8"/>
                      <a:pt x="7" y="8"/>
                    </a:cubicBezTo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2" name="Freeform 188">
                <a:extLst>
                  <a:ext uri="{FF2B5EF4-FFF2-40B4-BE49-F238E27FC236}">
                    <a16:creationId xmlns:a16="http://schemas.microsoft.com/office/drawing/2014/main" id="{3EEFF475-7817-478B-9299-886A6D4EF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223"/>
                <a:ext cx="73" cy="365"/>
              </a:xfrm>
              <a:custGeom>
                <a:avLst/>
                <a:gdLst>
                  <a:gd name="T0" fmla="*/ 304 w 24"/>
                  <a:gd name="T1" fmla="*/ 1776 h 120"/>
                  <a:gd name="T2" fmla="*/ 0 w 24"/>
                  <a:gd name="T3" fmla="*/ 0 h 120"/>
                  <a:gd name="T4" fmla="*/ 195 w 24"/>
                  <a:gd name="T5" fmla="*/ 1600 h 120"/>
                  <a:gd name="T6" fmla="*/ 675 w 24"/>
                  <a:gd name="T7" fmla="*/ 3376 h 120"/>
                  <a:gd name="T8" fmla="*/ 304 w 24"/>
                  <a:gd name="T9" fmla="*/ 1776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20">
                    <a:moveTo>
                      <a:pt x="11" y="63"/>
                    </a:moveTo>
                    <a:cubicBezTo>
                      <a:pt x="11" y="48"/>
                      <a:pt x="13" y="24"/>
                      <a:pt x="0" y="0"/>
                    </a:cubicBezTo>
                    <a:cubicBezTo>
                      <a:pt x="6" y="11"/>
                      <a:pt x="11" y="38"/>
                      <a:pt x="7" y="57"/>
                    </a:cubicBezTo>
                    <a:cubicBezTo>
                      <a:pt x="4" y="76"/>
                      <a:pt x="1" y="100"/>
                      <a:pt x="24" y="120"/>
                    </a:cubicBezTo>
                    <a:cubicBezTo>
                      <a:pt x="17" y="109"/>
                      <a:pt x="11" y="86"/>
                      <a:pt x="11" y="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3" name="Freeform 189">
                <a:extLst>
                  <a:ext uri="{FF2B5EF4-FFF2-40B4-BE49-F238E27FC236}">
                    <a16:creationId xmlns:a16="http://schemas.microsoft.com/office/drawing/2014/main" id="{B5895A71-0E44-4193-B934-E6923793A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247"/>
                <a:ext cx="28" cy="73"/>
              </a:xfrm>
              <a:custGeom>
                <a:avLst/>
                <a:gdLst>
                  <a:gd name="T0" fmla="*/ 0 w 9"/>
                  <a:gd name="T1" fmla="*/ 0 h 24"/>
                  <a:gd name="T2" fmla="*/ 271 w 9"/>
                  <a:gd name="T3" fmla="*/ 6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4">
                    <a:moveTo>
                      <a:pt x="0" y="0"/>
                    </a:moveTo>
                    <a:cubicBezTo>
                      <a:pt x="1" y="8"/>
                      <a:pt x="4" y="18"/>
                      <a:pt x="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4" name="Freeform 190">
                <a:extLst>
                  <a:ext uri="{FF2B5EF4-FFF2-40B4-BE49-F238E27FC236}">
                    <a16:creationId xmlns:a16="http://schemas.microsoft.com/office/drawing/2014/main" id="{C3097CD4-B0C0-4688-9FCC-C562C5F42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074"/>
                <a:ext cx="55" cy="60"/>
              </a:xfrm>
              <a:custGeom>
                <a:avLst/>
                <a:gdLst>
                  <a:gd name="T0" fmla="*/ 0 w 18"/>
                  <a:gd name="T1" fmla="*/ 540 h 20"/>
                  <a:gd name="T2" fmla="*/ 513 w 18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0" y="20"/>
                    </a:moveTo>
                    <a:cubicBezTo>
                      <a:pt x="9" y="18"/>
                      <a:pt x="17" y="5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5" name="Freeform 191">
                <a:extLst>
                  <a:ext uri="{FF2B5EF4-FFF2-40B4-BE49-F238E27FC236}">
                    <a16:creationId xmlns:a16="http://schemas.microsoft.com/office/drawing/2014/main" id="{4558EA4F-E59F-48A4-B9F1-8BBFDFFCC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215"/>
                <a:ext cx="271" cy="247"/>
              </a:xfrm>
              <a:custGeom>
                <a:avLst/>
                <a:gdLst>
                  <a:gd name="T0" fmla="*/ 0 w 89"/>
                  <a:gd name="T1" fmla="*/ 0 h 81"/>
                  <a:gd name="T2" fmla="*/ 2512 w 89"/>
                  <a:gd name="T3" fmla="*/ 2296 h 81"/>
                  <a:gd name="T4" fmla="*/ 0 w 89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81">
                    <a:moveTo>
                      <a:pt x="0" y="0"/>
                    </a:moveTo>
                    <a:cubicBezTo>
                      <a:pt x="17" y="5"/>
                      <a:pt x="81" y="36"/>
                      <a:pt x="89" y="81"/>
                    </a:cubicBezTo>
                    <a:cubicBezTo>
                      <a:pt x="80" y="48"/>
                      <a:pt x="56" y="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6" name="Freeform 192">
                <a:extLst>
                  <a:ext uri="{FF2B5EF4-FFF2-40B4-BE49-F238E27FC236}">
                    <a16:creationId xmlns:a16="http://schemas.microsoft.com/office/drawing/2014/main" id="{650399AD-1349-4D1B-A488-DACF844D8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052"/>
                <a:ext cx="21" cy="52"/>
              </a:xfrm>
              <a:custGeom>
                <a:avLst/>
                <a:gdLst>
                  <a:gd name="T0" fmla="*/ 135 w 7"/>
                  <a:gd name="T1" fmla="*/ 0 h 17"/>
                  <a:gd name="T2" fmla="*/ 189 w 7"/>
                  <a:gd name="T3" fmla="*/ 48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5" y="0"/>
                    </a:moveTo>
                    <a:cubicBezTo>
                      <a:pt x="0" y="4"/>
                      <a:pt x="4" y="16"/>
                      <a:pt x="7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7" name="Freeform 193">
                <a:extLst>
                  <a:ext uri="{FF2B5EF4-FFF2-40B4-BE49-F238E27FC236}">
                    <a16:creationId xmlns:a16="http://schemas.microsoft.com/office/drawing/2014/main" id="{3119A87A-AE29-40C3-85D7-22B4B1D85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299"/>
                <a:ext cx="6" cy="36"/>
              </a:xfrm>
              <a:custGeom>
                <a:avLst/>
                <a:gdLst>
                  <a:gd name="T0" fmla="*/ 0 w 2"/>
                  <a:gd name="T1" fmla="*/ 0 h 12"/>
                  <a:gd name="T2" fmla="*/ 27 w 2"/>
                  <a:gd name="T3" fmla="*/ 3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cubicBezTo>
                      <a:pt x="2" y="3"/>
                      <a:pt x="1" y="8"/>
                      <a:pt x="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8" name="Freeform 194">
                <a:extLst>
                  <a:ext uri="{FF2B5EF4-FFF2-40B4-BE49-F238E27FC236}">
                    <a16:creationId xmlns:a16="http://schemas.microsoft.com/office/drawing/2014/main" id="{1E973D01-6F05-43FC-9A4D-FA1F0CFF4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305"/>
                <a:ext cx="12" cy="36"/>
              </a:xfrm>
              <a:custGeom>
                <a:avLst/>
                <a:gdLst>
                  <a:gd name="T0" fmla="*/ 0 w 4"/>
                  <a:gd name="T1" fmla="*/ 0 h 12"/>
                  <a:gd name="T2" fmla="*/ 54 w 4"/>
                  <a:gd name="T3" fmla="*/ 3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cubicBezTo>
                      <a:pt x="4" y="3"/>
                      <a:pt x="1" y="8"/>
                      <a:pt x="2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9" name="Freeform 195">
                <a:extLst>
                  <a:ext uri="{FF2B5EF4-FFF2-40B4-BE49-F238E27FC236}">
                    <a16:creationId xmlns:a16="http://schemas.microsoft.com/office/drawing/2014/main" id="{E693D097-EA35-4DC7-8336-879ED1DD8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302"/>
                <a:ext cx="13" cy="42"/>
              </a:xfrm>
              <a:custGeom>
                <a:avLst/>
                <a:gdLst>
                  <a:gd name="T0" fmla="*/ 0 w 4"/>
                  <a:gd name="T1" fmla="*/ 0 h 14"/>
                  <a:gd name="T2" fmla="*/ 75 w 4"/>
                  <a:gd name="T3" fmla="*/ 37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cubicBezTo>
                      <a:pt x="1" y="4"/>
                      <a:pt x="4" y="9"/>
                      <a:pt x="2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0" name="Freeform 196">
                <a:extLst>
                  <a:ext uri="{FF2B5EF4-FFF2-40B4-BE49-F238E27FC236}">
                    <a16:creationId xmlns:a16="http://schemas.microsoft.com/office/drawing/2014/main" id="{AC9BEAC5-6A28-4139-B3A7-943B4A8CC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057"/>
                <a:ext cx="356" cy="700"/>
              </a:xfrm>
              <a:custGeom>
                <a:avLst/>
                <a:gdLst>
                  <a:gd name="T0" fmla="*/ 0 w 117"/>
                  <a:gd name="T1" fmla="*/ 0 h 230"/>
                  <a:gd name="T2" fmla="*/ 2398 w 117"/>
                  <a:gd name="T3" fmla="*/ 2167 h 230"/>
                  <a:gd name="T4" fmla="*/ 3158 w 117"/>
                  <a:gd name="T5" fmla="*/ 5213 h 230"/>
                  <a:gd name="T6" fmla="*/ 3046 w 117"/>
                  <a:gd name="T7" fmla="*/ 6114 h 230"/>
                  <a:gd name="T8" fmla="*/ 3046 w 117"/>
                  <a:gd name="T9" fmla="*/ 6087 h 230"/>
                  <a:gd name="T10" fmla="*/ 2927 w 117"/>
                  <a:gd name="T11" fmla="*/ 4596 h 230"/>
                  <a:gd name="T12" fmla="*/ 0 w 117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230">
                    <a:moveTo>
                      <a:pt x="0" y="0"/>
                    </a:moveTo>
                    <a:cubicBezTo>
                      <a:pt x="16" y="7"/>
                      <a:pt x="63" y="38"/>
                      <a:pt x="85" y="77"/>
                    </a:cubicBezTo>
                    <a:cubicBezTo>
                      <a:pt x="108" y="116"/>
                      <a:pt x="117" y="163"/>
                      <a:pt x="112" y="185"/>
                    </a:cubicBezTo>
                    <a:cubicBezTo>
                      <a:pt x="106" y="207"/>
                      <a:pt x="108" y="217"/>
                      <a:pt x="108" y="217"/>
                    </a:cubicBezTo>
                    <a:cubicBezTo>
                      <a:pt x="108" y="217"/>
                      <a:pt x="112" y="230"/>
                      <a:pt x="108" y="216"/>
                    </a:cubicBezTo>
                    <a:cubicBezTo>
                      <a:pt x="104" y="201"/>
                      <a:pt x="106" y="187"/>
                      <a:pt x="104" y="163"/>
                    </a:cubicBezTo>
                    <a:cubicBezTo>
                      <a:pt x="101" y="138"/>
                      <a:pt x="85" y="49"/>
                      <a:pt x="0" y="0"/>
                    </a:cubicBezTo>
                    <a:close/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1" name="Freeform 197">
                <a:extLst>
                  <a:ext uri="{FF2B5EF4-FFF2-40B4-BE49-F238E27FC236}">
                    <a16:creationId xmlns:a16="http://schemas.microsoft.com/office/drawing/2014/main" id="{B71E4ED7-3F86-4D75-8B1A-8CA4E5C8C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191"/>
                <a:ext cx="548" cy="307"/>
              </a:xfrm>
              <a:custGeom>
                <a:avLst/>
                <a:gdLst>
                  <a:gd name="T0" fmla="*/ 5078 w 180"/>
                  <a:gd name="T1" fmla="*/ 331 h 101"/>
                  <a:gd name="T2" fmla="*/ 0 w 180"/>
                  <a:gd name="T3" fmla="*/ 2836 h 101"/>
                  <a:gd name="T4" fmla="*/ 5078 w 180"/>
                  <a:gd name="T5" fmla="*/ 331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101">
                    <a:moveTo>
                      <a:pt x="180" y="12"/>
                    </a:moveTo>
                    <a:cubicBezTo>
                      <a:pt x="94" y="0"/>
                      <a:pt x="13" y="51"/>
                      <a:pt x="0" y="101"/>
                    </a:cubicBezTo>
                    <a:cubicBezTo>
                      <a:pt x="5" y="72"/>
                      <a:pt x="77" y="5"/>
                      <a:pt x="18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2" name="Freeform 198">
                <a:extLst>
                  <a:ext uri="{FF2B5EF4-FFF2-40B4-BE49-F238E27FC236}">
                    <a16:creationId xmlns:a16="http://schemas.microsoft.com/office/drawing/2014/main" id="{1D16E2C5-8A81-4032-A676-D7E1A9C40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169"/>
                <a:ext cx="548" cy="317"/>
              </a:xfrm>
              <a:custGeom>
                <a:avLst/>
                <a:gdLst>
                  <a:gd name="T0" fmla="*/ 5078 w 180"/>
                  <a:gd name="T1" fmla="*/ 399 h 104"/>
                  <a:gd name="T2" fmla="*/ 0 w 180"/>
                  <a:gd name="T3" fmla="*/ 2944 h 104"/>
                  <a:gd name="T4" fmla="*/ 5078 w 180"/>
                  <a:gd name="T5" fmla="*/ 399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104">
                    <a:moveTo>
                      <a:pt x="180" y="14"/>
                    </a:moveTo>
                    <a:cubicBezTo>
                      <a:pt x="84" y="0"/>
                      <a:pt x="13" y="53"/>
                      <a:pt x="0" y="104"/>
                    </a:cubicBezTo>
                    <a:cubicBezTo>
                      <a:pt x="5" y="75"/>
                      <a:pt x="78" y="7"/>
                      <a:pt x="180" y="14"/>
                    </a:cubicBezTo>
                    <a:close/>
                  </a:path>
                </a:pathLst>
              </a:custGeom>
              <a:solidFill>
                <a:srgbClr val="FCE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3" name="Freeform 199">
                <a:extLst>
                  <a:ext uri="{FF2B5EF4-FFF2-40B4-BE49-F238E27FC236}">
                    <a16:creationId xmlns:a16="http://schemas.microsoft.com/office/drawing/2014/main" id="{073DD47D-3C0D-412C-879C-DC056E2B1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038"/>
                <a:ext cx="368" cy="414"/>
              </a:xfrm>
              <a:custGeom>
                <a:avLst/>
                <a:gdLst>
                  <a:gd name="T0" fmla="*/ 3403 w 121"/>
                  <a:gd name="T1" fmla="*/ 0 h 136"/>
                  <a:gd name="T2" fmla="*/ 1128 w 121"/>
                  <a:gd name="T3" fmla="*/ 1613 h 136"/>
                  <a:gd name="T4" fmla="*/ 0 w 121"/>
                  <a:gd name="T5" fmla="*/ 3836 h 136"/>
                  <a:gd name="T6" fmla="*/ 3403 w 121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36">
                    <a:moveTo>
                      <a:pt x="121" y="0"/>
                    </a:moveTo>
                    <a:cubicBezTo>
                      <a:pt x="94" y="10"/>
                      <a:pt x="62" y="31"/>
                      <a:pt x="40" y="57"/>
                    </a:cubicBezTo>
                    <a:cubicBezTo>
                      <a:pt x="18" y="83"/>
                      <a:pt x="6" y="115"/>
                      <a:pt x="0" y="136"/>
                    </a:cubicBezTo>
                    <a:cubicBezTo>
                      <a:pt x="16" y="98"/>
                      <a:pt x="66" y="26"/>
                      <a:pt x="1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4" name="Freeform 200">
                <a:extLst>
                  <a:ext uri="{FF2B5EF4-FFF2-40B4-BE49-F238E27FC236}">
                    <a16:creationId xmlns:a16="http://schemas.microsoft.com/office/drawing/2014/main" id="{97A51A49-B45D-4567-8FA0-A485AAAE6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462"/>
                <a:ext cx="204" cy="554"/>
              </a:xfrm>
              <a:custGeom>
                <a:avLst/>
                <a:gdLst>
                  <a:gd name="T0" fmla="*/ 55 w 67"/>
                  <a:gd name="T1" fmla="*/ 0 h 182"/>
                  <a:gd name="T2" fmla="*/ 82 w 67"/>
                  <a:gd name="T3" fmla="*/ 304 h 182"/>
                  <a:gd name="T4" fmla="*/ 250 w 67"/>
                  <a:gd name="T5" fmla="*/ 399 h 182"/>
                  <a:gd name="T6" fmla="*/ 250 w 67"/>
                  <a:gd name="T7" fmla="*/ 539 h 182"/>
                  <a:gd name="T8" fmla="*/ 250 w 67"/>
                  <a:gd name="T9" fmla="*/ 648 h 182"/>
                  <a:gd name="T10" fmla="*/ 399 w 67"/>
                  <a:gd name="T11" fmla="*/ 731 h 182"/>
                  <a:gd name="T12" fmla="*/ 426 w 67"/>
                  <a:gd name="T13" fmla="*/ 1020 h 182"/>
                  <a:gd name="T14" fmla="*/ 566 w 67"/>
                  <a:gd name="T15" fmla="*/ 1075 h 182"/>
                  <a:gd name="T16" fmla="*/ 539 w 67"/>
                  <a:gd name="T17" fmla="*/ 1187 h 182"/>
                  <a:gd name="T18" fmla="*/ 649 w 67"/>
                  <a:gd name="T19" fmla="*/ 1437 h 182"/>
                  <a:gd name="T20" fmla="*/ 761 w 67"/>
                  <a:gd name="T21" fmla="*/ 1695 h 182"/>
                  <a:gd name="T22" fmla="*/ 734 w 67"/>
                  <a:gd name="T23" fmla="*/ 1836 h 182"/>
                  <a:gd name="T24" fmla="*/ 816 w 67"/>
                  <a:gd name="T25" fmla="*/ 1890 h 182"/>
                  <a:gd name="T26" fmla="*/ 965 w 67"/>
                  <a:gd name="T27" fmla="*/ 1945 h 182"/>
                  <a:gd name="T28" fmla="*/ 965 w 67"/>
                  <a:gd name="T29" fmla="*/ 2085 h 182"/>
                  <a:gd name="T30" fmla="*/ 926 w 67"/>
                  <a:gd name="T31" fmla="*/ 2225 h 182"/>
                  <a:gd name="T32" fmla="*/ 1102 w 67"/>
                  <a:gd name="T33" fmla="*/ 2371 h 182"/>
                  <a:gd name="T34" fmla="*/ 1382 w 67"/>
                  <a:gd name="T35" fmla="*/ 2761 h 182"/>
                  <a:gd name="T36" fmla="*/ 1809 w 67"/>
                  <a:gd name="T37" fmla="*/ 3132 h 182"/>
                  <a:gd name="T38" fmla="*/ 1723 w 67"/>
                  <a:gd name="T39" fmla="*/ 3272 h 182"/>
                  <a:gd name="T40" fmla="*/ 1863 w 67"/>
                  <a:gd name="T41" fmla="*/ 3354 h 182"/>
                  <a:gd name="T42" fmla="*/ 1891 w 67"/>
                  <a:gd name="T43" fmla="*/ 3808 h 182"/>
                  <a:gd name="T44" fmla="*/ 1809 w 67"/>
                  <a:gd name="T45" fmla="*/ 4030 h 182"/>
                  <a:gd name="T46" fmla="*/ 1891 w 67"/>
                  <a:gd name="T47" fmla="*/ 4289 h 182"/>
                  <a:gd name="T48" fmla="*/ 1781 w 67"/>
                  <a:gd name="T49" fmla="*/ 4484 h 182"/>
                  <a:gd name="T50" fmla="*/ 1781 w 67"/>
                  <a:gd name="T51" fmla="*/ 4733 h 182"/>
                  <a:gd name="T52" fmla="*/ 1696 w 67"/>
                  <a:gd name="T53" fmla="*/ 5132 h 18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7" h="182">
                    <a:moveTo>
                      <a:pt x="2" y="0"/>
                    </a:moveTo>
                    <a:cubicBezTo>
                      <a:pt x="2" y="5"/>
                      <a:pt x="0" y="5"/>
                      <a:pt x="3" y="11"/>
                    </a:cubicBezTo>
                    <a:cubicBezTo>
                      <a:pt x="3" y="12"/>
                      <a:pt x="8" y="12"/>
                      <a:pt x="9" y="14"/>
                    </a:cubicBezTo>
                    <a:cubicBezTo>
                      <a:pt x="9" y="15"/>
                      <a:pt x="9" y="18"/>
                      <a:pt x="9" y="19"/>
                    </a:cubicBezTo>
                    <a:cubicBezTo>
                      <a:pt x="8" y="18"/>
                      <a:pt x="9" y="23"/>
                      <a:pt x="9" y="23"/>
                    </a:cubicBezTo>
                    <a:cubicBezTo>
                      <a:pt x="9" y="25"/>
                      <a:pt x="13" y="24"/>
                      <a:pt x="14" y="26"/>
                    </a:cubicBezTo>
                    <a:cubicBezTo>
                      <a:pt x="15" y="29"/>
                      <a:pt x="14" y="33"/>
                      <a:pt x="15" y="36"/>
                    </a:cubicBezTo>
                    <a:cubicBezTo>
                      <a:pt x="16" y="37"/>
                      <a:pt x="19" y="36"/>
                      <a:pt x="20" y="38"/>
                    </a:cubicBezTo>
                    <a:cubicBezTo>
                      <a:pt x="20" y="39"/>
                      <a:pt x="19" y="41"/>
                      <a:pt x="19" y="42"/>
                    </a:cubicBezTo>
                    <a:cubicBezTo>
                      <a:pt x="20" y="46"/>
                      <a:pt x="22" y="48"/>
                      <a:pt x="23" y="51"/>
                    </a:cubicBezTo>
                    <a:cubicBezTo>
                      <a:pt x="25" y="54"/>
                      <a:pt x="25" y="57"/>
                      <a:pt x="27" y="60"/>
                    </a:cubicBezTo>
                    <a:cubicBezTo>
                      <a:pt x="27" y="61"/>
                      <a:pt x="25" y="63"/>
                      <a:pt x="26" y="65"/>
                    </a:cubicBezTo>
                    <a:cubicBezTo>
                      <a:pt x="27" y="66"/>
                      <a:pt x="29" y="66"/>
                      <a:pt x="29" y="67"/>
                    </a:cubicBezTo>
                    <a:cubicBezTo>
                      <a:pt x="30" y="68"/>
                      <a:pt x="33" y="67"/>
                      <a:pt x="34" y="69"/>
                    </a:cubicBezTo>
                    <a:cubicBezTo>
                      <a:pt x="35" y="70"/>
                      <a:pt x="33" y="72"/>
                      <a:pt x="34" y="74"/>
                    </a:cubicBezTo>
                    <a:cubicBezTo>
                      <a:pt x="34" y="75"/>
                      <a:pt x="33" y="77"/>
                      <a:pt x="33" y="79"/>
                    </a:cubicBezTo>
                    <a:cubicBezTo>
                      <a:pt x="34" y="82"/>
                      <a:pt x="38" y="82"/>
                      <a:pt x="39" y="84"/>
                    </a:cubicBezTo>
                    <a:cubicBezTo>
                      <a:pt x="42" y="92"/>
                      <a:pt x="42" y="92"/>
                      <a:pt x="49" y="98"/>
                    </a:cubicBezTo>
                    <a:cubicBezTo>
                      <a:pt x="55" y="102"/>
                      <a:pt x="57" y="110"/>
                      <a:pt x="64" y="111"/>
                    </a:cubicBezTo>
                    <a:cubicBezTo>
                      <a:pt x="63" y="112"/>
                      <a:pt x="63" y="115"/>
                      <a:pt x="61" y="116"/>
                    </a:cubicBezTo>
                    <a:cubicBezTo>
                      <a:pt x="63" y="116"/>
                      <a:pt x="65" y="119"/>
                      <a:pt x="66" y="119"/>
                    </a:cubicBezTo>
                    <a:cubicBezTo>
                      <a:pt x="61" y="125"/>
                      <a:pt x="67" y="129"/>
                      <a:pt x="67" y="135"/>
                    </a:cubicBezTo>
                    <a:cubicBezTo>
                      <a:pt x="67" y="138"/>
                      <a:pt x="64" y="140"/>
                      <a:pt x="64" y="143"/>
                    </a:cubicBezTo>
                    <a:cubicBezTo>
                      <a:pt x="64" y="146"/>
                      <a:pt x="67" y="150"/>
                      <a:pt x="67" y="152"/>
                    </a:cubicBezTo>
                    <a:cubicBezTo>
                      <a:pt x="66" y="155"/>
                      <a:pt x="63" y="156"/>
                      <a:pt x="63" y="159"/>
                    </a:cubicBezTo>
                    <a:cubicBezTo>
                      <a:pt x="62" y="162"/>
                      <a:pt x="64" y="165"/>
                      <a:pt x="63" y="168"/>
                    </a:cubicBezTo>
                    <a:cubicBezTo>
                      <a:pt x="63" y="172"/>
                      <a:pt x="62" y="180"/>
                      <a:pt x="60" y="182"/>
                    </a:cubicBezTo>
                  </a:path>
                </a:pathLst>
              </a:custGeom>
              <a:noFill/>
              <a:ln w="20638" cap="flat">
                <a:solidFill>
                  <a:srgbClr val="FFF5E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5" name="Freeform 201">
                <a:extLst>
                  <a:ext uri="{FF2B5EF4-FFF2-40B4-BE49-F238E27FC236}">
                    <a16:creationId xmlns:a16="http://schemas.microsoft.com/office/drawing/2014/main" id="{759F3C1B-930F-4F51-94C8-B1AB46D3B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1541"/>
                <a:ext cx="208" cy="125"/>
              </a:xfrm>
              <a:custGeom>
                <a:avLst/>
                <a:gdLst>
                  <a:gd name="T0" fmla="*/ 0 w 68"/>
                  <a:gd name="T1" fmla="*/ 82 h 41"/>
                  <a:gd name="T2" fmla="*/ 291 w 68"/>
                  <a:gd name="T3" fmla="*/ 0 h 41"/>
                  <a:gd name="T4" fmla="*/ 832 w 68"/>
                  <a:gd name="T5" fmla="*/ 55 h 41"/>
                  <a:gd name="T6" fmla="*/ 1028 w 68"/>
                  <a:gd name="T7" fmla="*/ 223 h 41"/>
                  <a:gd name="T8" fmla="*/ 1058 w 68"/>
                  <a:gd name="T9" fmla="*/ 454 h 41"/>
                  <a:gd name="T10" fmla="*/ 1168 w 68"/>
                  <a:gd name="T11" fmla="*/ 540 h 41"/>
                  <a:gd name="T12" fmla="*/ 1376 w 68"/>
                  <a:gd name="T13" fmla="*/ 567 h 41"/>
                  <a:gd name="T14" fmla="*/ 1404 w 68"/>
                  <a:gd name="T15" fmla="*/ 884 h 41"/>
                  <a:gd name="T16" fmla="*/ 1685 w 68"/>
                  <a:gd name="T17" fmla="*/ 845 h 41"/>
                  <a:gd name="T18" fmla="*/ 1863 w 68"/>
                  <a:gd name="T19" fmla="*/ 1134 h 41"/>
                  <a:gd name="T20" fmla="*/ 1945 w 68"/>
                  <a:gd name="T21" fmla="*/ 1107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41">
                    <a:moveTo>
                      <a:pt x="0" y="3"/>
                    </a:moveTo>
                    <a:cubicBezTo>
                      <a:pt x="3" y="4"/>
                      <a:pt x="7" y="2"/>
                      <a:pt x="10" y="0"/>
                    </a:cubicBezTo>
                    <a:cubicBezTo>
                      <a:pt x="13" y="10"/>
                      <a:pt x="22" y="2"/>
                      <a:pt x="29" y="2"/>
                    </a:cubicBezTo>
                    <a:cubicBezTo>
                      <a:pt x="29" y="6"/>
                      <a:pt x="31" y="10"/>
                      <a:pt x="36" y="8"/>
                    </a:cubicBezTo>
                    <a:cubicBezTo>
                      <a:pt x="37" y="9"/>
                      <a:pt x="36" y="15"/>
                      <a:pt x="37" y="16"/>
                    </a:cubicBezTo>
                    <a:cubicBezTo>
                      <a:pt x="39" y="19"/>
                      <a:pt x="40" y="17"/>
                      <a:pt x="41" y="19"/>
                    </a:cubicBezTo>
                    <a:cubicBezTo>
                      <a:pt x="43" y="20"/>
                      <a:pt x="46" y="17"/>
                      <a:pt x="48" y="20"/>
                    </a:cubicBezTo>
                    <a:cubicBezTo>
                      <a:pt x="50" y="21"/>
                      <a:pt x="49" y="28"/>
                      <a:pt x="49" y="31"/>
                    </a:cubicBezTo>
                    <a:cubicBezTo>
                      <a:pt x="51" y="31"/>
                      <a:pt x="57" y="29"/>
                      <a:pt x="59" y="30"/>
                    </a:cubicBezTo>
                    <a:cubicBezTo>
                      <a:pt x="62" y="32"/>
                      <a:pt x="63" y="37"/>
                      <a:pt x="65" y="40"/>
                    </a:cubicBezTo>
                    <a:cubicBezTo>
                      <a:pt x="66" y="41"/>
                      <a:pt x="67" y="37"/>
                      <a:pt x="68" y="39"/>
                    </a:cubicBezTo>
                  </a:path>
                </a:pathLst>
              </a:custGeom>
              <a:noFill/>
              <a:ln w="20638" cap="flat">
                <a:solidFill>
                  <a:srgbClr val="FFF5E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6" name="Freeform 202">
                <a:extLst>
                  <a:ext uri="{FF2B5EF4-FFF2-40B4-BE49-F238E27FC236}">
                    <a16:creationId xmlns:a16="http://schemas.microsoft.com/office/drawing/2014/main" id="{E9BCB122-F88E-4707-8A96-3D8EA2AE3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935"/>
                <a:ext cx="82" cy="609"/>
              </a:xfrm>
              <a:custGeom>
                <a:avLst/>
                <a:gdLst>
                  <a:gd name="T0" fmla="*/ 674 w 27"/>
                  <a:gd name="T1" fmla="*/ 5645 h 200"/>
                  <a:gd name="T2" fmla="*/ 729 w 27"/>
                  <a:gd name="T3" fmla="*/ 5423 h 200"/>
                  <a:gd name="T4" fmla="*/ 589 w 27"/>
                  <a:gd name="T5" fmla="*/ 5341 h 200"/>
                  <a:gd name="T6" fmla="*/ 702 w 27"/>
                  <a:gd name="T7" fmla="*/ 4720 h 200"/>
                  <a:gd name="T8" fmla="*/ 507 w 27"/>
                  <a:gd name="T9" fmla="*/ 4571 h 200"/>
                  <a:gd name="T10" fmla="*/ 702 w 27"/>
                  <a:gd name="T11" fmla="*/ 4376 h 200"/>
                  <a:gd name="T12" fmla="*/ 507 w 27"/>
                  <a:gd name="T13" fmla="*/ 4181 h 200"/>
                  <a:gd name="T14" fmla="*/ 425 w 27"/>
                  <a:gd name="T15" fmla="*/ 3383 h 200"/>
                  <a:gd name="T16" fmla="*/ 617 w 27"/>
                  <a:gd name="T17" fmla="*/ 2996 h 200"/>
                  <a:gd name="T18" fmla="*/ 398 w 27"/>
                  <a:gd name="T19" fmla="*/ 2938 h 200"/>
                  <a:gd name="T20" fmla="*/ 617 w 27"/>
                  <a:gd name="T21" fmla="*/ 2680 h 200"/>
                  <a:gd name="T22" fmla="*/ 249 w 27"/>
                  <a:gd name="T23" fmla="*/ 2597 h 200"/>
                  <a:gd name="T24" fmla="*/ 647 w 27"/>
                  <a:gd name="T25" fmla="*/ 2290 h 200"/>
                  <a:gd name="T26" fmla="*/ 358 w 27"/>
                  <a:gd name="T27" fmla="*/ 2113 h 200"/>
                  <a:gd name="T28" fmla="*/ 647 w 27"/>
                  <a:gd name="T29" fmla="*/ 1946 h 200"/>
                  <a:gd name="T30" fmla="*/ 535 w 27"/>
                  <a:gd name="T31" fmla="*/ 1836 h 200"/>
                  <a:gd name="T32" fmla="*/ 647 w 27"/>
                  <a:gd name="T33" fmla="*/ 1641 h 200"/>
                  <a:gd name="T34" fmla="*/ 0 w 27"/>
                  <a:gd name="T35" fmla="*/ 1614 h 200"/>
                  <a:gd name="T36" fmla="*/ 535 w 27"/>
                  <a:gd name="T37" fmla="*/ 1242 h 200"/>
                  <a:gd name="T38" fmla="*/ 194 w 27"/>
                  <a:gd name="T39" fmla="*/ 1075 h 200"/>
                  <a:gd name="T40" fmla="*/ 480 w 27"/>
                  <a:gd name="T41" fmla="*/ 789 h 200"/>
                  <a:gd name="T42" fmla="*/ 167 w 27"/>
                  <a:gd name="T43" fmla="*/ 703 h 200"/>
                  <a:gd name="T44" fmla="*/ 331 w 27"/>
                  <a:gd name="T45" fmla="*/ 481 h 200"/>
                  <a:gd name="T46" fmla="*/ 55 w 27"/>
                  <a:gd name="T47" fmla="*/ 399 h 200"/>
                  <a:gd name="T48" fmla="*/ 249 w 27"/>
                  <a:gd name="T49" fmla="*/ 222 h 200"/>
                  <a:gd name="T50" fmla="*/ 82 w 27"/>
                  <a:gd name="T51" fmla="*/ 113 h 200"/>
                  <a:gd name="T52" fmla="*/ 167 w 27"/>
                  <a:gd name="T53" fmla="*/ 0 h 20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" h="200">
                    <a:moveTo>
                      <a:pt x="24" y="200"/>
                    </a:moveTo>
                    <a:cubicBezTo>
                      <a:pt x="24" y="197"/>
                      <a:pt x="25" y="195"/>
                      <a:pt x="26" y="192"/>
                    </a:cubicBezTo>
                    <a:cubicBezTo>
                      <a:pt x="24" y="191"/>
                      <a:pt x="23" y="190"/>
                      <a:pt x="21" y="189"/>
                    </a:cubicBezTo>
                    <a:cubicBezTo>
                      <a:pt x="24" y="179"/>
                      <a:pt x="10" y="173"/>
                      <a:pt x="25" y="167"/>
                    </a:cubicBezTo>
                    <a:cubicBezTo>
                      <a:pt x="23" y="166"/>
                      <a:pt x="20" y="163"/>
                      <a:pt x="18" y="162"/>
                    </a:cubicBezTo>
                    <a:cubicBezTo>
                      <a:pt x="20" y="161"/>
                      <a:pt x="23" y="157"/>
                      <a:pt x="25" y="155"/>
                    </a:cubicBezTo>
                    <a:cubicBezTo>
                      <a:pt x="24" y="154"/>
                      <a:pt x="20" y="149"/>
                      <a:pt x="18" y="148"/>
                    </a:cubicBezTo>
                    <a:cubicBezTo>
                      <a:pt x="27" y="142"/>
                      <a:pt x="26" y="123"/>
                      <a:pt x="15" y="120"/>
                    </a:cubicBezTo>
                    <a:cubicBezTo>
                      <a:pt x="17" y="114"/>
                      <a:pt x="21" y="112"/>
                      <a:pt x="22" y="106"/>
                    </a:cubicBezTo>
                    <a:cubicBezTo>
                      <a:pt x="19" y="106"/>
                      <a:pt x="16" y="105"/>
                      <a:pt x="14" y="104"/>
                    </a:cubicBezTo>
                    <a:cubicBezTo>
                      <a:pt x="16" y="102"/>
                      <a:pt x="18" y="97"/>
                      <a:pt x="22" y="95"/>
                    </a:cubicBezTo>
                    <a:cubicBezTo>
                      <a:pt x="18" y="93"/>
                      <a:pt x="13" y="92"/>
                      <a:pt x="9" y="92"/>
                    </a:cubicBezTo>
                    <a:cubicBezTo>
                      <a:pt x="13" y="87"/>
                      <a:pt x="19" y="86"/>
                      <a:pt x="23" y="81"/>
                    </a:cubicBezTo>
                    <a:cubicBezTo>
                      <a:pt x="21" y="80"/>
                      <a:pt x="15" y="76"/>
                      <a:pt x="13" y="75"/>
                    </a:cubicBezTo>
                    <a:cubicBezTo>
                      <a:pt x="17" y="74"/>
                      <a:pt x="19" y="70"/>
                      <a:pt x="23" y="69"/>
                    </a:cubicBezTo>
                    <a:cubicBezTo>
                      <a:pt x="22" y="68"/>
                      <a:pt x="20" y="66"/>
                      <a:pt x="19" y="65"/>
                    </a:cubicBezTo>
                    <a:cubicBezTo>
                      <a:pt x="21" y="63"/>
                      <a:pt x="22" y="59"/>
                      <a:pt x="23" y="58"/>
                    </a:cubicBezTo>
                    <a:cubicBezTo>
                      <a:pt x="16" y="53"/>
                      <a:pt x="7" y="59"/>
                      <a:pt x="0" y="57"/>
                    </a:cubicBezTo>
                    <a:cubicBezTo>
                      <a:pt x="2" y="49"/>
                      <a:pt x="14" y="50"/>
                      <a:pt x="19" y="44"/>
                    </a:cubicBezTo>
                    <a:cubicBezTo>
                      <a:pt x="16" y="41"/>
                      <a:pt x="11" y="39"/>
                      <a:pt x="7" y="38"/>
                    </a:cubicBezTo>
                    <a:cubicBezTo>
                      <a:pt x="10" y="35"/>
                      <a:pt x="14" y="32"/>
                      <a:pt x="17" y="28"/>
                    </a:cubicBezTo>
                    <a:cubicBezTo>
                      <a:pt x="14" y="28"/>
                      <a:pt x="8" y="25"/>
                      <a:pt x="6" y="25"/>
                    </a:cubicBezTo>
                    <a:cubicBezTo>
                      <a:pt x="8" y="23"/>
                      <a:pt x="10" y="19"/>
                      <a:pt x="12" y="17"/>
                    </a:cubicBezTo>
                    <a:cubicBezTo>
                      <a:pt x="9" y="17"/>
                      <a:pt x="5" y="14"/>
                      <a:pt x="2" y="14"/>
                    </a:cubicBezTo>
                    <a:cubicBezTo>
                      <a:pt x="3" y="11"/>
                      <a:pt x="7" y="11"/>
                      <a:pt x="9" y="8"/>
                    </a:cubicBezTo>
                    <a:cubicBezTo>
                      <a:pt x="10" y="6"/>
                      <a:pt x="4" y="5"/>
                      <a:pt x="3" y="4"/>
                    </a:cubicBezTo>
                    <a:cubicBezTo>
                      <a:pt x="2" y="3"/>
                      <a:pt x="6" y="0"/>
                      <a:pt x="6" y="0"/>
                    </a:cubicBezTo>
                  </a:path>
                </a:pathLst>
              </a:custGeom>
              <a:noFill/>
              <a:ln w="20638" cap="flat">
                <a:solidFill>
                  <a:srgbClr val="FFF5E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7" name="Freeform 203">
                <a:extLst>
                  <a:ext uri="{FF2B5EF4-FFF2-40B4-BE49-F238E27FC236}">
                    <a16:creationId xmlns:a16="http://schemas.microsoft.com/office/drawing/2014/main" id="{F9F11270-B764-42A4-8A62-428E4EE13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553"/>
                <a:ext cx="109" cy="374"/>
              </a:xfrm>
              <a:custGeom>
                <a:avLst/>
                <a:gdLst>
                  <a:gd name="T0" fmla="*/ 999 w 36"/>
                  <a:gd name="T1" fmla="*/ 0 h 123"/>
                  <a:gd name="T2" fmla="*/ 751 w 36"/>
                  <a:gd name="T3" fmla="*/ 304 h 123"/>
                  <a:gd name="T4" fmla="*/ 533 w 36"/>
                  <a:gd name="T5" fmla="*/ 675 h 123"/>
                  <a:gd name="T6" fmla="*/ 385 w 36"/>
                  <a:gd name="T7" fmla="*/ 757 h 123"/>
                  <a:gd name="T8" fmla="*/ 330 w 36"/>
                  <a:gd name="T9" fmla="*/ 924 h 123"/>
                  <a:gd name="T10" fmla="*/ 0 w 36"/>
                  <a:gd name="T11" fmla="*/ 1155 h 123"/>
                  <a:gd name="T12" fmla="*/ 136 w 36"/>
                  <a:gd name="T13" fmla="*/ 1377 h 123"/>
                  <a:gd name="T14" fmla="*/ 109 w 36"/>
                  <a:gd name="T15" fmla="*/ 1517 h 123"/>
                  <a:gd name="T16" fmla="*/ 330 w 36"/>
                  <a:gd name="T17" fmla="*/ 1654 h 123"/>
                  <a:gd name="T18" fmla="*/ 357 w 36"/>
                  <a:gd name="T19" fmla="*/ 2025 h 123"/>
                  <a:gd name="T20" fmla="*/ 560 w 36"/>
                  <a:gd name="T21" fmla="*/ 2302 h 123"/>
                  <a:gd name="T22" fmla="*/ 560 w 36"/>
                  <a:gd name="T23" fmla="*/ 2645 h 123"/>
                  <a:gd name="T24" fmla="*/ 669 w 36"/>
                  <a:gd name="T25" fmla="*/ 2755 h 123"/>
                  <a:gd name="T26" fmla="*/ 642 w 36"/>
                  <a:gd name="T27" fmla="*/ 2949 h 123"/>
                  <a:gd name="T28" fmla="*/ 696 w 36"/>
                  <a:gd name="T29" fmla="*/ 3457 h 1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123">
                    <a:moveTo>
                      <a:pt x="36" y="0"/>
                    </a:moveTo>
                    <a:cubicBezTo>
                      <a:pt x="34" y="4"/>
                      <a:pt x="29" y="6"/>
                      <a:pt x="27" y="11"/>
                    </a:cubicBezTo>
                    <a:cubicBezTo>
                      <a:pt x="23" y="18"/>
                      <a:pt x="25" y="19"/>
                      <a:pt x="19" y="24"/>
                    </a:cubicBezTo>
                    <a:cubicBezTo>
                      <a:pt x="18" y="25"/>
                      <a:pt x="15" y="26"/>
                      <a:pt x="14" y="27"/>
                    </a:cubicBezTo>
                    <a:cubicBezTo>
                      <a:pt x="12" y="29"/>
                      <a:pt x="13" y="33"/>
                      <a:pt x="12" y="33"/>
                    </a:cubicBezTo>
                    <a:cubicBezTo>
                      <a:pt x="8" y="37"/>
                      <a:pt x="5" y="38"/>
                      <a:pt x="0" y="41"/>
                    </a:cubicBezTo>
                    <a:cubicBezTo>
                      <a:pt x="4" y="43"/>
                      <a:pt x="4" y="46"/>
                      <a:pt x="5" y="49"/>
                    </a:cubicBezTo>
                    <a:cubicBezTo>
                      <a:pt x="6" y="50"/>
                      <a:pt x="4" y="52"/>
                      <a:pt x="4" y="54"/>
                    </a:cubicBezTo>
                    <a:cubicBezTo>
                      <a:pt x="6" y="57"/>
                      <a:pt x="10" y="57"/>
                      <a:pt x="12" y="59"/>
                    </a:cubicBezTo>
                    <a:cubicBezTo>
                      <a:pt x="15" y="65"/>
                      <a:pt x="11" y="67"/>
                      <a:pt x="13" y="72"/>
                    </a:cubicBezTo>
                    <a:cubicBezTo>
                      <a:pt x="14" y="77"/>
                      <a:pt x="19" y="77"/>
                      <a:pt x="20" y="82"/>
                    </a:cubicBezTo>
                    <a:cubicBezTo>
                      <a:pt x="21" y="85"/>
                      <a:pt x="19" y="90"/>
                      <a:pt x="20" y="94"/>
                    </a:cubicBezTo>
                    <a:cubicBezTo>
                      <a:pt x="20" y="96"/>
                      <a:pt x="23" y="96"/>
                      <a:pt x="24" y="98"/>
                    </a:cubicBezTo>
                    <a:cubicBezTo>
                      <a:pt x="24" y="101"/>
                      <a:pt x="22" y="103"/>
                      <a:pt x="23" y="105"/>
                    </a:cubicBezTo>
                    <a:cubicBezTo>
                      <a:pt x="24" y="111"/>
                      <a:pt x="26" y="119"/>
                      <a:pt x="25" y="123"/>
                    </a:cubicBezTo>
                  </a:path>
                </a:pathLst>
              </a:custGeom>
              <a:noFill/>
              <a:ln w="20638" cap="flat">
                <a:solidFill>
                  <a:srgbClr val="FFF5E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8" name="Freeform 204">
                <a:extLst>
                  <a:ext uri="{FF2B5EF4-FFF2-40B4-BE49-F238E27FC236}">
                    <a16:creationId xmlns:a16="http://schemas.microsoft.com/office/drawing/2014/main" id="{E8127037-3E02-4B8D-8DB6-F6926B3BE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492"/>
                <a:ext cx="673" cy="338"/>
              </a:xfrm>
              <a:custGeom>
                <a:avLst/>
                <a:gdLst>
                  <a:gd name="T0" fmla="*/ 0 w 221"/>
                  <a:gd name="T1" fmla="*/ 3133 h 111"/>
                  <a:gd name="T2" fmla="*/ 399 w 221"/>
                  <a:gd name="T3" fmla="*/ 3133 h 111"/>
                  <a:gd name="T4" fmla="*/ 676 w 221"/>
                  <a:gd name="T5" fmla="*/ 3106 h 111"/>
                  <a:gd name="T6" fmla="*/ 1075 w 221"/>
                  <a:gd name="T7" fmla="*/ 2966 h 111"/>
                  <a:gd name="T8" fmla="*/ 1325 w 221"/>
                  <a:gd name="T9" fmla="*/ 2792 h 111"/>
                  <a:gd name="T10" fmla="*/ 1465 w 221"/>
                  <a:gd name="T11" fmla="*/ 2597 h 111"/>
                  <a:gd name="T12" fmla="*/ 1520 w 221"/>
                  <a:gd name="T13" fmla="*/ 2345 h 111"/>
                  <a:gd name="T14" fmla="*/ 1587 w 221"/>
                  <a:gd name="T15" fmla="*/ 2004 h 111"/>
                  <a:gd name="T16" fmla="*/ 1754 w 221"/>
                  <a:gd name="T17" fmla="*/ 1723 h 111"/>
                  <a:gd name="T18" fmla="*/ 1781 w 221"/>
                  <a:gd name="T19" fmla="*/ 1465 h 111"/>
                  <a:gd name="T20" fmla="*/ 1754 w 221"/>
                  <a:gd name="T21" fmla="*/ 1355 h 111"/>
                  <a:gd name="T22" fmla="*/ 2141 w 221"/>
                  <a:gd name="T23" fmla="*/ 843 h 111"/>
                  <a:gd name="T24" fmla="*/ 2570 w 221"/>
                  <a:gd name="T25" fmla="*/ 426 h 111"/>
                  <a:gd name="T26" fmla="*/ 2966 w 221"/>
                  <a:gd name="T27" fmla="*/ 250 h 111"/>
                  <a:gd name="T28" fmla="*/ 3386 w 221"/>
                  <a:gd name="T29" fmla="*/ 277 h 111"/>
                  <a:gd name="T30" fmla="*/ 4212 w 221"/>
                  <a:gd name="T31" fmla="*/ 0 h 111"/>
                  <a:gd name="T32" fmla="*/ 4656 w 221"/>
                  <a:gd name="T33" fmla="*/ 167 h 111"/>
                  <a:gd name="T34" fmla="*/ 4915 w 221"/>
                  <a:gd name="T35" fmla="*/ 277 h 111"/>
                  <a:gd name="T36" fmla="*/ 5110 w 221"/>
                  <a:gd name="T37" fmla="*/ 371 h 111"/>
                  <a:gd name="T38" fmla="*/ 5396 w 221"/>
                  <a:gd name="T39" fmla="*/ 676 h 111"/>
                  <a:gd name="T40" fmla="*/ 5424 w 221"/>
                  <a:gd name="T41" fmla="*/ 843 h 111"/>
                  <a:gd name="T42" fmla="*/ 5676 w 221"/>
                  <a:gd name="T43" fmla="*/ 929 h 111"/>
                  <a:gd name="T44" fmla="*/ 5899 w 221"/>
                  <a:gd name="T45" fmla="*/ 1465 h 111"/>
                  <a:gd name="T46" fmla="*/ 6075 w 221"/>
                  <a:gd name="T47" fmla="*/ 1519 h 111"/>
                  <a:gd name="T48" fmla="*/ 6048 w 221"/>
                  <a:gd name="T49" fmla="*/ 1641 h 111"/>
                  <a:gd name="T50" fmla="*/ 6240 w 221"/>
                  <a:gd name="T51" fmla="*/ 1723 h 11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21" h="111">
                    <a:moveTo>
                      <a:pt x="0" y="111"/>
                    </a:moveTo>
                    <a:cubicBezTo>
                      <a:pt x="5" y="111"/>
                      <a:pt x="9" y="111"/>
                      <a:pt x="14" y="111"/>
                    </a:cubicBezTo>
                    <a:cubicBezTo>
                      <a:pt x="18" y="110"/>
                      <a:pt x="19" y="104"/>
                      <a:pt x="24" y="110"/>
                    </a:cubicBezTo>
                    <a:cubicBezTo>
                      <a:pt x="26" y="107"/>
                      <a:pt x="35" y="106"/>
                      <a:pt x="38" y="105"/>
                    </a:cubicBezTo>
                    <a:cubicBezTo>
                      <a:pt x="46" y="103"/>
                      <a:pt x="42" y="105"/>
                      <a:pt x="47" y="99"/>
                    </a:cubicBezTo>
                    <a:cubicBezTo>
                      <a:pt x="49" y="97"/>
                      <a:pt x="51" y="95"/>
                      <a:pt x="52" y="92"/>
                    </a:cubicBezTo>
                    <a:cubicBezTo>
                      <a:pt x="52" y="91"/>
                      <a:pt x="54" y="84"/>
                      <a:pt x="54" y="83"/>
                    </a:cubicBezTo>
                    <a:cubicBezTo>
                      <a:pt x="55" y="80"/>
                      <a:pt x="55" y="74"/>
                      <a:pt x="56" y="71"/>
                    </a:cubicBezTo>
                    <a:cubicBezTo>
                      <a:pt x="57" y="67"/>
                      <a:pt x="61" y="66"/>
                      <a:pt x="62" y="61"/>
                    </a:cubicBezTo>
                    <a:cubicBezTo>
                      <a:pt x="63" y="58"/>
                      <a:pt x="61" y="54"/>
                      <a:pt x="63" y="52"/>
                    </a:cubicBezTo>
                    <a:cubicBezTo>
                      <a:pt x="62" y="51"/>
                      <a:pt x="62" y="50"/>
                      <a:pt x="62" y="48"/>
                    </a:cubicBezTo>
                    <a:cubicBezTo>
                      <a:pt x="76" y="48"/>
                      <a:pt x="70" y="37"/>
                      <a:pt x="76" y="30"/>
                    </a:cubicBezTo>
                    <a:cubicBezTo>
                      <a:pt x="82" y="24"/>
                      <a:pt x="89" y="26"/>
                      <a:pt x="91" y="15"/>
                    </a:cubicBezTo>
                    <a:cubicBezTo>
                      <a:pt x="99" y="18"/>
                      <a:pt x="100" y="11"/>
                      <a:pt x="105" y="9"/>
                    </a:cubicBezTo>
                    <a:cubicBezTo>
                      <a:pt x="109" y="7"/>
                      <a:pt x="117" y="10"/>
                      <a:pt x="120" y="10"/>
                    </a:cubicBezTo>
                    <a:cubicBezTo>
                      <a:pt x="131" y="11"/>
                      <a:pt x="143" y="11"/>
                      <a:pt x="149" y="0"/>
                    </a:cubicBezTo>
                    <a:cubicBezTo>
                      <a:pt x="150" y="11"/>
                      <a:pt x="158" y="5"/>
                      <a:pt x="165" y="6"/>
                    </a:cubicBezTo>
                    <a:cubicBezTo>
                      <a:pt x="165" y="7"/>
                      <a:pt x="173" y="10"/>
                      <a:pt x="174" y="10"/>
                    </a:cubicBezTo>
                    <a:cubicBezTo>
                      <a:pt x="176" y="11"/>
                      <a:pt x="178" y="11"/>
                      <a:pt x="181" y="13"/>
                    </a:cubicBezTo>
                    <a:cubicBezTo>
                      <a:pt x="187" y="15"/>
                      <a:pt x="188" y="19"/>
                      <a:pt x="191" y="24"/>
                    </a:cubicBezTo>
                    <a:cubicBezTo>
                      <a:pt x="192" y="27"/>
                      <a:pt x="188" y="27"/>
                      <a:pt x="192" y="30"/>
                    </a:cubicBezTo>
                    <a:cubicBezTo>
                      <a:pt x="193" y="32"/>
                      <a:pt x="199" y="31"/>
                      <a:pt x="201" y="33"/>
                    </a:cubicBezTo>
                    <a:cubicBezTo>
                      <a:pt x="194" y="45"/>
                      <a:pt x="216" y="40"/>
                      <a:pt x="209" y="52"/>
                    </a:cubicBezTo>
                    <a:cubicBezTo>
                      <a:pt x="211" y="52"/>
                      <a:pt x="213" y="54"/>
                      <a:pt x="215" y="54"/>
                    </a:cubicBezTo>
                    <a:cubicBezTo>
                      <a:pt x="214" y="55"/>
                      <a:pt x="214" y="57"/>
                      <a:pt x="214" y="58"/>
                    </a:cubicBezTo>
                    <a:cubicBezTo>
                      <a:pt x="217" y="58"/>
                      <a:pt x="218" y="60"/>
                      <a:pt x="221" y="61"/>
                    </a:cubicBezTo>
                  </a:path>
                </a:pathLst>
              </a:custGeom>
              <a:noFill/>
              <a:ln w="20638" cap="flat">
                <a:solidFill>
                  <a:srgbClr val="FFF5E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316" name="Freeform 205">
              <a:extLst>
                <a:ext uri="{FF2B5EF4-FFF2-40B4-BE49-F238E27FC236}">
                  <a16:creationId xmlns:a16="http://schemas.microsoft.com/office/drawing/2014/main" id="{8E115BE2-1AE4-4D54-8D39-4616DE4A6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1629"/>
              <a:ext cx="177" cy="338"/>
            </a:xfrm>
            <a:custGeom>
              <a:avLst/>
              <a:gdLst>
                <a:gd name="T0" fmla="*/ 1453 w 58"/>
                <a:gd name="T1" fmla="*/ 0 h 111"/>
                <a:gd name="T2" fmla="*/ 55 w 58"/>
                <a:gd name="T3" fmla="*/ 1918 h 111"/>
                <a:gd name="T4" fmla="*/ 1648 w 58"/>
                <a:gd name="T5" fmla="*/ 243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11">
                  <a:moveTo>
                    <a:pt x="51" y="0"/>
                  </a:moveTo>
                  <a:cubicBezTo>
                    <a:pt x="29" y="0"/>
                    <a:pt x="4" y="35"/>
                    <a:pt x="2" y="68"/>
                  </a:cubicBezTo>
                  <a:cubicBezTo>
                    <a:pt x="0" y="101"/>
                    <a:pt x="32" y="111"/>
                    <a:pt x="58" y="86"/>
                  </a:cubicBezTo>
                </a:path>
              </a:pathLst>
            </a:custGeom>
            <a:noFill/>
            <a:ln w="20638" cap="flat">
              <a:solidFill>
                <a:srgbClr val="E6CA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" name="Freeform 206">
              <a:extLst>
                <a:ext uri="{FF2B5EF4-FFF2-40B4-BE49-F238E27FC236}">
                  <a16:creationId xmlns:a16="http://schemas.microsoft.com/office/drawing/2014/main" id="{8DB92F39-8F3F-4AA5-AF43-626AA181E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381"/>
              <a:ext cx="1" cy="18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6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6"/>
                    <a:pt x="0" y="6"/>
                  </a:cubicBezTo>
                </a:path>
              </a:pathLst>
            </a:custGeom>
            <a:noFill/>
            <a:ln w="9525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" name="Freeform 207">
              <a:extLst>
                <a:ext uri="{FF2B5EF4-FFF2-40B4-BE49-F238E27FC236}">
                  <a16:creationId xmlns:a16="http://schemas.microsoft.com/office/drawing/2014/main" id="{F6AEB5D7-93D8-4115-A392-ED661CA02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363"/>
              <a:ext cx="1" cy="18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6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3"/>
                    <a:pt x="0" y="6"/>
                    <a:pt x="0" y="6"/>
                  </a:cubicBezTo>
                </a:path>
              </a:pathLst>
            </a:custGeom>
            <a:noFill/>
            <a:ln w="9525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" name="Freeform 208">
              <a:extLst>
                <a:ext uri="{FF2B5EF4-FFF2-40B4-BE49-F238E27FC236}">
                  <a16:creationId xmlns:a16="http://schemas.microsoft.com/office/drawing/2014/main" id="{C1135A97-1D5B-4CC9-B8AF-FC454A299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393"/>
              <a:ext cx="6" cy="22"/>
            </a:xfrm>
            <a:custGeom>
              <a:avLst/>
              <a:gdLst>
                <a:gd name="T0" fmla="*/ 27 w 2"/>
                <a:gd name="T1" fmla="*/ 0 h 7"/>
                <a:gd name="T2" fmla="*/ 54 w 2"/>
                <a:gd name="T3" fmla="*/ 2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3"/>
                    <a:pt x="2" y="7"/>
                    <a:pt x="2" y="7"/>
                  </a:cubicBezTo>
                </a:path>
              </a:pathLst>
            </a:custGeom>
            <a:noFill/>
            <a:ln w="9525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" name="Freeform 209">
              <a:extLst>
                <a:ext uri="{FF2B5EF4-FFF2-40B4-BE49-F238E27FC236}">
                  <a16:creationId xmlns:a16="http://schemas.microsoft.com/office/drawing/2014/main" id="{8567A3B3-A741-4F42-870B-9748FB7D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390"/>
              <a:ext cx="21" cy="3"/>
            </a:xfrm>
            <a:custGeom>
              <a:avLst/>
              <a:gdLst>
                <a:gd name="T0" fmla="*/ 189 w 7"/>
                <a:gd name="T1" fmla="*/ 27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9525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" name="Freeform 210">
              <a:extLst>
                <a:ext uri="{FF2B5EF4-FFF2-40B4-BE49-F238E27FC236}">
                  <a16:creationId xmlns:a16="http://schemas.microsoft.com/office/drawing/2014/main" id="{C14E36BF-93E7-42CA-857A-C5B9C8119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375"/>
              <a:ext cx="18" cy="6"/>
            </a:xfrm>
            <a:custGeom>
              <a:avLst/>
              <a:gdLst>
                <a:gd name="T0" fmla="*/ 162 w 6"/>
                <a:gd name="T1" fmla="*/ 27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2" y="2"/>
                    <a:pt x="0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" name="Freeform 211">
              <a:extLst>
                <a:ext uri="{FF2B5EF4-FFF2-40B4-BE49-F238E27FC236}">
                  <a16:creationId xmlns:a16="http://schemas.microsoft.com/office/drawing/2014/main" id="{19093BEF-7798-4501-8B56-8EB7F686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357"/>
              <a:ext cx="21" cy="6"/>
            </a:xfrm>
            <a:custGeom>
              <a:avLst/>
              <a:gdLst>
                <a:gd name="T0" fmla="*/ 189 w 7"/>
                <a:gd name="T1" fmla="*/ 27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4" y="2"/>
                    <a:pt x="1" y="1"/>
                    <a:pt x="0" y="0"/>
                  </a:cubicBezTo>
                </a:path>
              </a:pathLst>
            </a:custGeom>
            <a:noFill/>
            <a:ln w="9525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" name="Freeform 212">
              <a:extLst>
                <a:ext uri="{FF2B5EF4-FFF2-40B4-BE49-F238E27FC236}">
                  <a16:creationId xmlns:a16="http://schemas.microsoft.com/office/drawing/2014/main" id="{63DFEEBD-1715-4BD1-9B96-81811294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396"/>
              <a:ext cx="3" cy="19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19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6"/>
                    <a:pt x="0" y="6"/>
                  </a:cubicBezTo>
                </a:path>
              </a:pathLst>
            </a:custGeom>
            <a:noFill/>
            <a:ln w="9525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" name="Freeform 213">
              <a:extLst>
                <a:ext uri="{FF2B5EF4-FFF2-40B4-BE49-F238E27FC236}">
                  <a16:creationId xmlns:a16="http://schemas.microsoft.com/office/drawing/2014/main" id="{A71F14BA-4E8B-4E7F-86E2-FFCB6A879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408"/>
              <a:ext cx="6" cy="28"/>
            </a:xfrm>
            <a:custGeom>
              <a:avLst/>
              <a:gdLst>
                <a:gd name="T0" fmla="*/ 54 w 2"/>
                <a:gd name="T1" fmla="*/ 0 h 9"/>
                <a:gd name="T2" fmla="*/ 0 w 2"/>
                <a:gd name="T3" fmla="*/ 2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1" y="3"/>
                    <a:pt x="0" y="9"/>
                    <a:pt x="0" y="9"/>
                  </a:cubicBezTo>
                </a:path>
              </a:pathLst>
            </a:custGeom>
            <a:noFill/>
            <a:ln w="9525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5" name="Freeform 214">
              <a:extLst>
                <a:ext uri="{FF2B5EF4-FFF2-40B4-BE49-F238E27FC236}">
                  <a16:creationId xmlns:a16="http://schemas.microsoft.com/office/drawing/2014/main" id="{B8F6BE2E-84D9-4B7A-A7D5-B5CE7CBF2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427"/>
              <a:ext cx="3" cy="15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3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1"/>
                    <a:pt x="0" y="5"/>
                    <a:pt x="0" y="5"/>
                  </a:cubicBezTo>
                </a:path>
              </a:pathLst>
            </a:custGeom>
            <a:noFill/>
            <a:ln w="9525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6" name="Freeform 215">
              <a:extLst>
                <a:ext uri="{FF2B5EF4-FFF2-40B4-BE49-F238E27FC236}">
                  <a16:creationId xmlns:a16="http://schemas.microsoft.com/office/drawing/2014/main" id="{AFAF0E29-FC0F-439D-878D-7834A2B38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442"/>
              <a:ext cx="21" cy="6"/>
            </a:xfrm>
            <a:custGeom>
              <a:avLst/>
              <a:gdLst>
                <a:gd name="T0" fmla="*/ 189 w 7"/>
                <a:gd name="T1" fmla="*/ 54 h 2"/>
                <a:gd name="T2" fmla="*/ 0 w 7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2"/>
                    <a:pt x="1" y="0"/>
                    <a:pt x="0" y="1"/>
                  </a:cubicBezTo>
                </a:path>
              </a:pathLst>
            </a:custGeom>
            <a:noFill/>
            <a:ln w="9525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7" name="Freeform 216">
              <a:extLst>
                <a:ext uri="{FF2B5EF4-FFF2-40B4-BE49-F238E27FC236}">
                  <a16:creationId xmlns:a16="http://schemas.microsoft.com/office/drawing/2014/main" id="{1F502927-E321-4F15-A248-4CD1F472D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436"/>
              <a:ext cx="21" cy="3"/>
            </a:xfrm>
            <a:custGeom>
              <a:avLst/>
              <a:gdLst>
                <a:gd name="T0" fmla="*/ 189 w 7"/>
                <a:gd name="T1" fmla="*/ 0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6" y="1"/>
                    <a:pt x="0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8" name="Freeform 217">
              <a:extLst>
                <a:ext uri="{FF2B5EF4-FFF2-40B4-BE49-F238E27FC236}">
                  <a16:creationId xmlns:a16="http://schemas.microsoft.com/office/drawing/2014/main" id="{F09620C6-114A-4417-9081-75731F8E9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418"/>
              <a:ext cx="18" cy="6"/>
            </a:xfrm>
            <a:custGeom>
              <a:avLst/>
              <a:gdLst>
                <a:gd name="T0" fmla="*/ 162 w 6"/>
                <a:gd name="T1" fmla="*/ 54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3" y="2"/>
                    <a:pt x="0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9" name="Freeform 218">
              <a:extLst>
                <a:ext uri="{FF2B5EF4-FFF2-40B4-BE49-F238E27FC236}">
                  <a16:creationId xmlns:a16="http://schemas.microsoft.com/office/drawing/2014/main" id="{63408838-B333-4C69-BF5E-4D182C52D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544"/>
              <a:ext cx="235" cy="161"/>
            </a:xfrm>
            <a:custGeom>
              <a:avLst/>
              <a:gdLst>
                <a:gd name="T0" fmla="*/ 0 w 77"/>
                <a:gd name="T1" fmla="*/ 82 h 53"/>
                <a:gd name="T2" fmla="*/ 317 w 77"/>
                <a:gd name="T3" fmla="*/ 0 h 53"/>
                <a:gd name="T4" fmla="*/ 830 w 77"/>
                <a:gd name="T5" fmla="*/ 55 h 53"/>
                <a:gd name="T6" fmla="*/ 1053 w 77"/>
                <a:gd name="T7" fmla="*/ 222 h 53"/>
                <a:gd name="T8" fmla="*/ 1053 w 77"/>
                <a:gd name="T9" fmla="*/ 453 h 53"/>
                <a:gd name="T10" fmla="*/ 1193 w 77"/>
                <a:gd name="T11" fmla="*/ 535 h 53"/>
                <a:gd name="T12" fmla="*/ 1398 w 77"/>
                <a:gd name="T13" fmla="*/ 562 h 53"/>
                <a:gd name="T14" fmla="*/ 1425 w 77"/>
                <a:gd name="T15" fmla="*/ 838 h 53"/>
                <a:gd name="T16" fmla="*/ 1706 w 77"/>
                <a:gd name="T17" fmla="*/ 838 h 53"/>
                <a:gd name="T18" fmla="*/ 1871 w 77"/>
                <a:gd name="T19" fmla="*/ 1088 h 53"/>
                <a:gd name="T20" fmla="*/ 1993 w 77"/>
                <a:gd name="T21" fmla="*/ 1088 h 53"/>
                <a:gd name="T22" fmla="*/ 2078 w 77"/>
                <a:gd name="T23" fmla="*/ 1264 h 53"/>
                <a:gd name="T24" fmla="*/ 2188 w 77"/>
                <a:gd name="T25" fmla="*/ 1485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" h="53">
                  <a:moveTo>
                    <a:pt x="0" y="3"/>
                  </a:moveTo>
                  <a:cubicBezTo>
                    <a:pt x="4" y="4"/>
                    <a:pt x="8" y="2"/>
                    <a:pt x="11" y="0"/>
                  </a:cubicBezTo>
                  <a:cubicBezTo>
                    <a:pt x="14" y="9"/>
                    <a:pt x="23" y="2"/>
                    <a:pt x="29" y="2"/>
                  </a:cubicBezTo>
                  <a:cubicBezTo>
                    <a:pt x="30" y="6"/>
                    <a:pt x="32" y="10"/>
                    <a:pt x="37" y="8"/>
                  </a:cubicBezTo>
                  <a:cubicBezTo>
                    <a:pt x="37" y="9"/>
                    <a:pt x="37" y="15"/>
                    <a:pt x="37" y="16"/>
                  </a:cubicBezTo>
                  <a:cubicBezTo>
                    <a:pt x="39" y="19"/>
                    <a:pt x="40" y="17"/>
                    <a:pt x="42" y="19"/>
                  </a:cubicBezTo>
                  <a:cubicBezTo>
                    <a:pt x="43" y="20"/>
                    <a:pt x="46" y="17"/>
                    <a:pt x="49" y="20"/>
                  </a:cubicBezTo>
                  <a:cubicBezTo>
                    <a:pt x="50" y="21"/>
                    <a:pt x="50" y="28"/>
                    <a:pt x="50" y="30"/>
                  </a:cubicBezTo>
                  <a:cubicBezTo>
                    <a:pt x="52" y="31"/>
                    <a:pt x="58" y="29"/>
                    <a:pt x="60" y="30"/>
                  </a:cubicBezTo>
                  <a:cubicBezTo>
                    <a:pt x="63" y="31"/>
                    <a:pt x="63" y="37"/>
                    <a:pt x="66" y="39"/>
                  </a:cubicBezTo>
                  <a:cubicBezTo>
                    <a:pt x="66" y="41"/>
                    <a:pt x="69" y="38"/>
                    <a:pt x="70" y="39"/>
                  </a:cubicBezTo>
                  <a:cubicBezTo>
                    <a:pt x="71" y="41"/>
                    <a:pt x="71" y="43"/>
                    <a:pt x="73" y="45"/>
                  </a:cubicBezTo>
                  <a:cubicBezTo>
                    <a:pt x="74" y="47"/>
                    <a:pt x="76" y="51"/>
                    <a:pt x="77" y="53"/>
                  </a:cubicBezTo>
                </a:path>
              </a:pathLst>
            </a:custGeom>
            <a:noFill/>
            <a:ln w="9525" cap="flat">
              <a:solidFill>
                <a:srgbClr val="EAD9B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0" name="Freeform 219">
              <a:extLst>
                <a:ext uri="{FF2B5EF4-FFF2-40B4-BE49-F238E27FC236}">
                  <a16:creationId xmlns:a16="http://schemas.microsoft.com/office/drawing/2014/main" id="{5B35F682-6788-4416-91A4-D1E251139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666"/>
              <a:ext cx="110" cy="42"/>
            </a:xfrm>
            <a:custGeom>
              <a:avLst/>
              <a:gdLst>
                <a:gd name="T0" fmla="*/ 0 w 36"/>
                <a:gd name="T1" fmla="*/ 378 h 14"/>
                <a:gd name="T2" fmla="*/ 223 w 36"/>
                <a:gd name="T3" fmla="*/ 162 h 14"/>
                <a:gd name="T4" fmla="*/ 318 w 36"/>
                <a:gd name="T5" fmla="*/ 216 h 14"/>
                <a:gd name="T6" fmla="*/ 626 w 36"/>
                <a:gd name="T7" fmla="*/ 0 h 14"/>
                <a:gd name="T8" fmla="*/ 681 w 36"/>
                <a:gd name="T9" fmla="*/ 108 h 14"/>
                <a:gd name="T10" fmla="*/ 804 w 36"/>
                <a:gd name="T11" fmla="*/ 54 h 14"/>
                <a:gd name="T12" fmla="*/ 831 w 36"/>
                <a:gd name="T13" fmla="*/ 162 h 14"/>
                <a:gd name="T14" fmla="*/ 944 w 36"/>
                <a:gd name="T15" fmla="*/ 135 h 14"/>
                <a:gd name="T16" fmla="*/ 1027 w 36"/>
                <a:gd name="T17" fmla="*/ 297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4">
                  <a:moveTo>
                    <a:pt x="0" y="14"/>
                  </a:moveTo>
                  <a:cubicBezTo>
                    <a:pt x="2" y="13"/>
                    <a:pt x="6" y="9"/>
                    <a:pt x="8" y="6"/>
                  </a:cubicBezTo>
                  <a:cubicBezTo>
                    <a:pt x="9" y="7"/>
                    <a:pt x="10" y="7"/>
                    <a:pt x="11" y="8"/>
                  </a:cubicBezTo>
                  <a:cubicBezTo>
                    <a:pt x="15" y="6"/>
                    <a:pt x="17" y="0"/>
                    <a:pt x="22" y="0"/>
                  </a:cubicBezTo>
                  <a:cubicBezTo>
                    <a:pt x="23" y="1"/>
                    <a:pt x="24" y="3"/>
                    <a:pt x="24" y="4"/>
                  </a:cubicBezTo>
                  <a:cubicBezTo>
                    <a:pt x="26" y="3"/>
                    <a:pt x="27" y="3"/>
                    <a:pt x="28" y="2"/>
                  </a:cubicBezTo>
                  <a:cubicBezTo>
                    <a:pt x="28" y="3"/>
                    <a:pt x="29" y="4"/>
                    <a:pt x="29" y="6"/>
                  </a:cubicBezTo>
                  <a:cubicBezTo>
                    <a:pt x="30" y="5"/>
                    <a:pt x="32" y="5"/>
                    <a:pt x="33" y="5"/>
                  </a:cubicBezTo>
                  <a:cubicBezTo>
                    <a:pt x="34" y="7"/>
                    <a:pt x="36" y="10"/>
                    <a:pt x="36" y="11"/>
                  </a:cubicBezTo>
                </a:path>
              </a:pathLst>
            </a:custGeom>
            <a:noFill/>
            <a:ln w="9525" cap="flat">
              <a:solidFill>
                <a:srgbClr val="EAD9B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1" name="Freeform 220">
              <a:extLst>
                <a:ext uri="{FF2B5EF4-FFF2-40B4-BE49-F238E27FC236}">
                  <a16:creationId xmlns:a16="http://schemas.microsoft.com/office/drawing/2014/main" id="{81F90054-C8FC-4768-AAA3-200C1E6F1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1188"/>
              <a:ext cx="861" cy="761"/>
            </a:xfrm>
            <a:custGeom>
              <a:avLst/>
              <a:gdLst>
                <a:gd name="T0" fmla="*/ 0 w 283"/>
                <a:gd name="T1" fmla="*/ 5190 h 250"/>
                <a:gd name="T2" fmla="*/ 3517 w 283"/>
                <a:gd name="T3" fmla="*/ 6913 h 250"/>
                <a:gd name="T4" fmla="*/ 6082 w 283"/>
                <a:gd name="T5" fmla="*/ 6006 h 250"/>
                <a:gd name="T6" fmla="*/ 7101 w 283"/>
                <a:gd name="T7" fmla="*/ 4085 h 250"/>
                <a:gd name="T8" fmla="*/ 7859 w 283"/>
                <a:gd name="T9" fmla="*/ 2992 h 250"/>
                <a:gd name="T10" fmla="*/ 4056 w 283"/>
                <a:gd name="T11" fmla="*/ 195 h 2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3" h="250">
                  <a:moveTo>
                    <a:pt x="0" y="184"/>
                  </a:moveTo>
                  <a:cubicBezTo>
                    <a:pt x="29" y="205"/>
                    <a:pt x="53" y="240"/>
                    <a:pt x="125" y="245"/>
                  </a:cubicBezTo>
                  <a:cubicBezTo>
                    <a:pt x="197" y="250"/>
                    <a:pt x="209" y="239"/>
                    <a:pt x="216" y="213"/>
                  </a:cubicBezTo>
                  <a:cubicBezTo>
                    <a:pt x="223" y="186"/>
                    <a:pt x="227" y="169"/>
                    <a:pt x="252" y="145"/>
                  </a:cubicBezTo>
                  <a:cubicBezTo>
                    <a:pt x="271" y="127"/>
                    <a:pt x="276" y="124"/>
                    <a:pt x="279" y="106"/>
                  </a:cubicBezTo>
                  <a:cubicBezTo>
                    <a:pt x="283" y="64"/>
                    <a:pt x="209" y="0"/>
                    <a:pt x="144" y="7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2" name="Freeform 221">
              <a:extLst>
                <a:ext uri="{FF2B5EF4-FFF2-40B4-BE49-F238E27FC236}">
                  <a16:creationId xmlns:a16="http://schemas.microsoft.com/office/drawing/2014/main" id="{2884DC9A-95B8-4818-8A54-27ADE8AA7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979"/>
              <a:ext cx="95" cy="168"/>
            </a:xfrm>
            <a:custGeom>
              <a:avLst/>
              <a:gdLst>
                <a:gd name="T0" fmla="*/ 0 w 31"/>
                <a:gd name="T1" fmla="*/ 0 h 55"/>
                <a:gd name="T2" fmla="*/ 892 w 31"/>
                <a:gd name="T3" fmla="*/ 1567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5">
                  <a:moveTo>
                    <a:pt x="0" y="0"/>
                  </a:moveTo>
                  <a:cubicBezTo>
                    <a:pt x="15" y="6"/>
                    <a:pt x="18" y="33"/>
                    <a:pt x="31" y="5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3" name="Freeform 222">
              <a:extLst>
                <a:ext uri="{FF2B5EF4-FFF2-40B4-BE49-F238E27FC236}">
                  <a16:creationId xmlns:a16="http://schemas.microsoft.com/office/drawing/2014/main" id="{82C4992F-3486-4E57-9176-BB85A82F3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421"/>
              <a:ext cx="159" cy="146"/>
            </a:xfrm>
            <a:custGeom>
              <a:avLst/>
              <a:gdLst>
                <a:gd name="T0" fmla="*/ 0 w 52"/>
                <a:gd name="T1" fmla="*/ 0 h 48"/>
                <a:gd name="T2" fmla="*/ 1486 w 52"/>
                <a:gd name="T3" fmla="*/ 135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48">
                  <a:moveTo>
                    <a:pt x="0" y="0"/>
                  </a:moveTo>
                  <a:cubicBezTo>
                    <a:pt x="3" y="20"/>
                    <a:pt x="24" y="40"/>
                    <a:pt x="52" y="4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4" name="Freeform 223">
              <a:extLst>
                <a:ext uri="{FF2B5EF4-FFF2-40B4-BE49-F238E27FC236}">
                  <a16:creationId xmlns:a16="http://schemas.microsoft.com/office/drawing/2014/main" id="{8F00C73E-CCBB-4C29-90BC-3050D3C79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314"/>
              <a:ext cx="427" cy="125"/>
            </a:xfrm>
            <a:custGeom>
              <a:avLst/>
              <a:gdLst>
                <a:gd name="T0" fmla="*/ 735 w 140"/>
                <a:gd name="T1" fmla="*/ 707 h 41"/>
                <a:gd name="T2" fmla="*/ 427 w 140"/>
                <a:gd name="T3" fmla="*/ 622 h 41"/>
                <a:gd name="T4" fmla="*/ 250 w 140"/>
                <a:gd name="T5" fmla="*/ 622 h 41"/>
                <a:gd name="T6" fmla="*/ 55 w 140"/>
                <a:gd name="T7" fmla="*/ 567 h 41"/>
                <a:gd name="T8" fmla="*/ 27 w 140"/>
                <a:gd name="T9" fmla="*/ 223 h 41"/>
                <a:gd name="T10" fmla="*/ 317 w 140"/>
                <a:gd name="T11" fmla="*/ 0 h 41"/>
                <a:gd name="T12" fmla="*/ 622 w 140"/>
                <a:gd name="T13" fmla="*/ 55 h 41"/>
                <a:gd name="T14" fmla="*/ 885 w 140"/>
                <a:gd name="T15" fmla="*/ 140 h 41"/>
                <a:gd name="T16" fmla="*/ 1247 w 140"/>
                <a:gd name="T17" fmla="*/ 140 h 41"/>
                <a:gd name="T18" fmla="*/ 1534 w 140"/>
                <a:gd name="T19" fmla="*/ 372 h 41"/>
                <a:gd name="T20" fmla="*/ 1592 w 140"/>
                <a:gd name="T21" fmla="*/ 250 h 41"/>
                <a:gd name="T22" fmla="*/ 1842 w 140"/>
                <a:gd name="T23" fmla="*/ 250 h 41"/>
                <a:gd name="T24" fmla="*/ 2047 w 140"/>
                <a:gd name="T25" fmla="*/ 317 h 41"/>
                <a:gd name="T26" fmla="*/ 2297 w 140"/>
                <a:gd name="T27" fmla="*/ 399 h 41"/>
                <a:gd name="T28" fmla="*/ 2382 w 140"/>
                <a:gd name="T29" fmla="*/ 317 h 41"/>
                <a:gd name="T30" fmla="*/ 2669 w 140"/>
                <a:gd name="T31" fmla="*/ 399 h 41"/>
                <a:gd name="T32" fmla="*/ 2894 w 140"/>
                <a:gd name="T33" fmla="*/ 345 h 41"/>
                <a:gd name="T34" fmla="*/ 3181 w 140"/>
                <a:gd name="T35" fmla="*/ 454 h 41"/>
                <a:gd name="T36" fmla="*/ 3267 w 140"/>
                <a:gd name="T37" fmla="*/ 345 h 41"/>
                <a:gd name="T38" fmla="*/ 3462 w 140"/>
                <a:gd name="T39" fmla="*/ 427 h 41"/>
                <a:gd name="T40" fmla="*/ 3694 w 140"/>
                <a:gd name="T41" fmla="*/ 372 h 41"/>
                <a:gd name="T42" fmla="*/ 3861 w 140"/>
                <a:gd name="T43" fmla="*/ 454 h 41"/>
                <a:gd name="T44" fmla="*/ 3971 w 140"/>
                <a:gd name="T45" fmla="*/ 845 h 41"/>
                <a:gd name="T46" fmla="*/ 3834 w 140"/>
                <a:gd name="T47" fmla="*/ 1134 h 41"/>
                <a:gd name="T48" fmla="*/ 3599 w 140"/>
                <a:gd name="T49" fmla="*/ 1079 h 41"/>
                <a:gd name="T50" fmla="*/ 3321 w 140"/>
                <a:gd name="T51" fmla="*/ 1021 h 41"/>
                <a:gd name="T52" fmla="*/ 3181 w 140"/>
                <a:gd name="T53" fmla="*/ 884 h 41"/>
                <a:gd name="T54" fmla="*/ 2977 w 140"/>
                <a:gd name="T55" fmla="*/ 1021 h 41"/>
                <a:gd name="T56" fmla="*/ 2727 w 140"/>
                <a:gd name="T57" fmla="*/ 845 h 41"/>
                <a:gd name="T58" fmla="*/ 2492 w 140"/>
                <a:gd name="T59" fmla="*/ 1052 h 41"/>
                <a:gd name="T60" fmla="*/ 2327 w 140"/>
                <a:gd name="T61" fmla="*/ 912 h 41"/>
                <a:gd name="T62" fmla="*/ 2074 w 140"/>
                <a:gd name="T63" fmla="*/ 994 h 41"/>
                <a:gd name="T64" fmla="*/ 1815 w 140"/>
                <a:gd name="T65" fmla="*/ 939 h 41"/>
                <a:gd name="T66" fmla="*/ 1562 w 140"/>
                <a:gd name="T67" fmla="*/ 762 h 41"/>
                <a:gd name="T68" fmla="*/ 1247 w 140"/>
                <a:gd name="T69" fmla="*/ 845 h 41"/>
                <a:gd name="T70" fmla="*/ 1052 w 140"/>
                <a:gd name="T71" fmla="*/ 817 h 41"/>
                <a:gd name="T72" fmla="*/ 735 w 140"/>
                <a:gd name="T73" fmla="*/ 707 h 4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40" h="41">
                  <a:moveTo>
                    <a:pt x="26" y="25"/>
                  </a:moveTo>
                  <a:cubicBezTo>
                    <a:pt x="22" y="27"/>
                    <a:pt x="17" y="23"/>
                    <a:pt x="15" y="22"/>
                  </a:cubicBezTo>
                  <a:cubicBezTo>
                    <a:pt x="13" y="21"/>
                    <a:pt x="11" y="22"/>
                    <a:pt x="9" y="22"/>
                  </a:cubicBezTo>
                  <a:cubicBezTo>
                    <a:pt x="7" y="22"/>
                    <a:pt x="2" y="21"/>
                    <a:pt x="2" y="20"/>
                  </a:cubicBezTo>
                  <a:cubicBezTo>
                    <a:pt x="1" y="18"/>
                    <a:pt x="0" y="11"/>
                    <a:pt x="1" y="8"/>
                  </a:cubicBezTo>
                  <a:cubicBezTo>
                    <a:pt x="3" y="4"/>
                    <a:pt x="7" y="0"/>
                    <a:pt x="11" y="0"/>
                  </a:cubicBezTo>
                  <a:cubicBezTo>
                    <a:pt x="15" y="0"/>
                    <a:pt x="18" y="2"/>
                    <a:pt x="22" y="2"/>
                  </a:cubicBezTo>
                  <a:cubicBezTo>
                    <a:pt x="26" y="2"/>
                    <a:pt x="27" y="2"/>
                    <a:pt x="31" y="5"/>
                  </a:cubicBezTo>
                  <a:cubicBezTo>
                    <a:pt x="32" y="3"/>
                    <a:pt x="37" y="4"/>
                    <a:pt x="44" y="5"/>
                  </a:cubicBezTo>
                  <a:cubicBezTo>
                    <a:pt x="50" y="6"/>
                    <a:pt x="49" y="7"/>
                    <a:pt x="54" y="13"/>
                  </a:cubicBezTo>
                  <a:cubicBezTo>
                    <a:pt x="54" y="13"/>
                    <a:pt x="55" y="11"/>
                    <a:pt x="56" y="9"/>
                  </a:cubicBezTo>
                  <a:cubicBezTo>
                    <a:pt x="58" y="8"/>
                    <a:pt x="61" y="7"/>
                    <a:pt x="65" y="9"/>
                  </a:cubicBezTo>
                  <a:cubicBezTo>
                    <a:pt x="68" y="11"/>
                    <a:pt x="69" y="11"/>
                    <a:pt x="72" y="11"/>
                  </a:cubicBezTo>
                  <a:cubicBezTo>
                    <a:pt x="74" y="10"/>
                    <a:pt x="78" y="10"/>
                    <a:pt x="81" y="14"/>
                  </a:cubicBezTo>
                  <a:cubicBezTo>
                    <a:pt x="81" y="14"/>
                    <a:pt x="81" y="13"/>
                    <a:pt x="84" y="11"/>
                  </a:cubicBezTo>
                  <a:cubicBezTo>
                    <a:pt x="88" y="9"/>
                    <a:pt x="88" y="10"/>
                    <a:pt x="94" y="14"/>
                  </a:cubicBezTo>
                  <a:cubicBezTo>
                    <a:pt x="96" y="12"/>
                    <a:pt x="97" y="12"/>
                    <a:pt x="102" y="12"/>
                  </a:cubicBezTo>
                  <a:cubicBezTo>
                    <a:pt x="108" y="13"/>
                    <a:pt x="107" y="13"/>
                    <a:pt x="112" y="16"/>
                  </a:cubicBezTo>
                  <a:cubicBezTo>
                    <a:pt x="112" y="16"/>
                    <a:pt x="112" y="14"/>
                    <a:pt x="115" y="12"/>
                  </a:cubicBezTo>
                  <a:cubicBezTo>
                    <a:pt x="118" y="10"/>
                    <a:pt x="118" y="12"/>
                    <a:pt x="122" y="15"/>
                  </a:cubicBezTo>
                  <a:cubicBezTo>
                    <a:pt x="124" y="12"/>
                    <a:pt x="127" y="10"/>
                    <a:pt x="130" y="13"/>
                  </a:cubicBezTo>
                  <a:cubicBezTo>
                    <a:pt x="132" y="12"/>
                    <a:pt x="135" y="12"/>
                    <a:pt x="136" y="16"/>
                  </a:cubicBezTo>
                  <a:cubicBezTo>
                    <a:pt x="138" y="19"/>
                    <a:pt x="140" y="23"/>
                    <a:pt x="140" y="30"/>
                  </a:cubicBezTo>
                  <a:cubicBezTo>
                    <a:pt x="140" y="38"/>
                    <a:pt x="138" y="40"/>
                    <a:pt x="135" y="40"/>
                  </a:cubicBezTo>
                  <a:cubicBezTo>
                    <a:pt x="133" y="41"/>
                    <a:pt x="129" y="40"/>
                    <a:pt x="127" y="38"/>
                  </a:cubicBezTo>
                  <a:cubicBezTo>
                    <a:pt x="125" y="40"/>
                    <a:pt x="119" y="38"/>
                    <a:pt x="117" y="36"/>
                  </a:cubicBezTo>
                  <a:cubicBezTo>
                    <a:pt x="114" y="33"/>
                    <a:pt x="112" y="31"/>
                    <a:pt x="112" y="31"/>
                  </a:cubicBezTo>
                  <a:cubicBezTo>
                    <a:pt x="110" y="35"/>
                    <a:pt x="107" y="36"/>
                    <a:pt x="105" y="36"/>
                  </a:cubicBezTo>
                  <a:cubicBezTo>
                    <a:pt x="102" y="36"/>
                    <a:pt x="97" y="32"/>
                    <a:pt x="96" y="30"/>
                  </a:cubicBezTo>
                  <a:cubicBezTo>
                    <a:pt x="94" y="33"/>
                    <a:pt x="92" y="37"/>
                    <a:pt x="88" y="37"/>
                  </a:cubicBezTo>
                  <a:cubicBezTo>
                    <a:pt x="84" y="36"/>
                    <a:pt x="82" y="32"/>
                    <a:pt x="82" y="32"/>
                  </a:cubicBezTo>
                  <a:cubicBezTo>
                    <a:pt x="79" y="35"/>
                    <a:pt x="77" y="35"/>
                    <a:pt x="73" y="35"/>
                  </a:cubicBezTo>
                  <a:cubicBezTo>
                    <a:pt x="69" y="35"/>
                    <a:pt x="68" y="33"/>
                    <a:pt x="64" y="33"/>
                  </a:cubicBezTo>
                  <a:cubicBezTo>
                    <a:pt x="60" y="32"/>
                    <a:pt x="56" y="28"/>
                    <a:pt x="55" y="27"/>
                  </a:cubicBezTo>
                  <a:cubicBezTo>
                    <a:pt x="51" y="30"/>
                    <a:pt x="48" y="30"/>
                    <a:pt x="44" y="30"/>
                  </a:cubicBezTo>
                  <a:cubicBezTo>
                    <a:pt x="41" y="30"/>
                    <a:pt x="41" y="28"/>
                    <a:pt x="37" y="29"/>
                  </a:cubicBezTo>
                  <a:cubicBezTo>
                    <a:pt x="34" y="29"/>
                    <a:pt x="30" y="30"/>
                    <a:pt x="26" y="25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5" name="Freeform 224">
              <a:extLst>
                <a:ext uri="{FF2B5EF4-FFF2-40B4-BE49-F238E27FC236}">
                  <a16:creationId xmlns:a16="http://schemas.microsoft.com/office/drawing/2014/main" id="{CBC21A80-BF36-440C-929B-D3C0A6E8C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329"/>
              <a:ext cx="19" cy="61"/>
            </a:xfrm>
            <a:custGeom>
              <a:avLst/>
              <a:gdLst>
                <a:gd name="T0" fmla="*/ 190 w 6"/>
                <a:gd name="T1" fmla="*/ 0 h 20"/>
                <a:gd name="T2" fmla="*/ 32 w 6"/>
                <a:gd name="T3" fmla="*/ 56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3" y="4"/>
                    <a:pt x="0" y="17"/>
                    <a:pt x="1" y="2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6" name="Freeform 225">
              <a:extLst>
                <a:ext uri="{FF2B5EF4-FFF2-40B4-BE49-F238E27FC236}">
                  <a16:creationId xmlns:a16="http://schemas.microsoft.com/office/drawing/2014/main" id="{F0849286-C238-4365-AF05-97B4346D5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354"/>
              <a:ext cx="3" cy="42"/>
            </a:xfrm>
            <a:custGeom>
              <a:avLst/>
              <a:gdLst>
                <a:gd name="T0" fmla="*/ 0 w 1"/>
                <a:gd name="T1" fmla="*/ 0 h 14"/>
                <a:gd name="T2" fmla="*/ 27 w 1"/>
                <a:gd name="T3" fmla="*/ 3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1" y="5"/>
                    <a:pt x="1" y="14"/>
                    <a:pt x="1" y="1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7" name="Freeform 226">
              <a:extLst>
                <a:ext uri="{FF2B5EF4-FFF2-40B4-BE49-F238E27FC236}">
                  <a16:creationId xmlns:a16="http://schemas.microsoft.com/office/drawing/2014/main" id="{8312786F-4765-42FB-A636-921726246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357"/>
              <a:ext cx="6" cy="54"/>
            </a:xfrm>
            <a:custGeom>
              <a:avLst/>
              <a:gdLst>
                <a:gd name="T0" fmla="*/ 0 w 2"/>
                <a:gd name="T1" fmla="*/ 0 h 18"/>
                <a:gd name="T2" fmla="*/ 27 w 2"/>
                <a:gd name="T3" fmla="*/ 48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1" y="3"/>
                    <a:pt x="2" y="16"/>
                    <a:pt x="1" y="1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8" name="Freeform 227">
              <a:extLst>
                <a:ext uri="{FF2B5EF4-FFF2-40B4-BE49-F238E27FC236}">
                  <a16:creationId xmlns:a16="http://schemas.microsoft.com/office/drawing/2014/main" id="{4F74C2CB-1E53-402E-BB16-7CA08482B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357"/>
              <a:ext cx="10" cy="48"/>
            </a:xfrm>
            <a:custGeom>
              <a:avLst/>
              <a:gdLst>
                <a:gd name="T0" fmla="*/ 0 w 3"/>
                <a:gd name="T1" fmla="*/ 0 h 16"/>
                <a:gd name="T2" fmla="*/ 77 w 3"/>
                <a:gd name="T3" fmla="*/ 43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1" y="2"/>
                    <a:pt x="3" y="14"/>
                    <a:pt x="2" y="1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9" name="Freeform 228">
              <a:extLst>
                <a:ext uri="{FF2B5EF4-FFF2-40B4-BE49-F238E27FC236}">
                  <a16:creationId xmlns:a16="http://schemas.microsoft.com/office/drawing/2014/main" id="{6B335FF0-97D2-40C7-9962-60A1ED169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363"/>
              <a:ext cx="1" cy="48"/>
            </a:xfrm>
            <a:custGeom>
              <a:avLst/>
              <a:gdLst>
                <a:gd name="T0" fmla="*/ 0 w 1"/>
                <a:gd name="T1" fmla="*/ 0 h 16"/>
                <a:gd name="T2" fmla="*/ 0 w 1"/>
                <a:gd name="T3" fmla="*/ 43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0" y="0"/>
                  </a:moveTo>
                  <a:cubicBezTo>
                    <a:pt x="0" y="2"/>
                    <a:pt x="0" y="16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0" name="Freeform 229">
              <a:extLst>
                <a:ext uri="{FF2B5EF4-FFF2-40B4-BE49-F238E27FC236}">
                  <a16:creationId xmlns:a16="http://schemas.microsoft.com/office/drawing/2014/main" id="{F216525A-DAD4-4F5C-9D03-CF307CE42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360"/>
              <a:ext cx="15" cy="70"/>
            </a:xfrm>
            <a:custGeom>
              <a:avLst/>
              <a:gdLst>
                <a:gd name="T0" fmla="*/ 0 w 5"/>
                <a:gd name="T1" fmla="*/ 0 h 23"/>
                <a:gd name="T2" fmla="*/ 135 w 5"/>
                <a:gd name="T3" fmla="*/ 250 h 23"/>
                <a:gd name="T4" fmla="*/ 135 w 5"/>
                <a:gd name="T5" fmla="*/ 64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3">
                  <a:moveTo>
                    <a:pt x="0" y="0"/>
                  </a:moveTo>
                  <a:cubicBezTo>
                    <a:pt x="2" y="1"/>
                    <a:pt x="4" y="7"/>
                    <a:pt x="5" y="9"/>
                  </a:cubicBezTo>
                  <a:cubicBezTo>
                    <a:pt x="5" y="12"/>
                    <a:pt x="5" y="23"/>
                    <a:pt x="5" y="2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1" name="Freeform 230">
              <a:extLst>
                <a:ext uri="{FF2B5EF4-FFF2-40B4-BE49-F238E27FC236}">
                  <a16:creationId xmlns:a16="http://schemas.microsoft.com/office/drawing/2014/main" id="{548969E5-778E-451C-B247-3BC7B5BE3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354"/>
              <a:ext cx="21" cy="79"/>
            </a:xfrm>
            <a:custGeom>
              <a:avLst/>
              <a:gdLst>
                <a:gd name="T0" fmla="*/ 0 w 7"/>
                <a:gd name="T1" fmla="*/ 0 h 26"/>
                <a:gd name="T2" fmla="*/ 81 w 7"/>
                <a:gd name="T3" fmla="*/ 72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0" y="0"/>
                  </a:moveTo>
                  <a:cubicBezTo>
                    <a:pt x="1" y="2"/>
                    <a:pt x="7" y="12"/>
                    <a:pt x="3" y="2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2" name="Freeform 231">
              <a:extLst>
                <a:ext uri="{FF2B5EF4-FFF2-40B4-BE49-F238E27FC236}">
                  <a16:creationId xmlns:a16="http://schemas.microsoft.com/office/drawing/2014/main" id="{1A85CC74-B2E4-486C-8D29-BED0BBA5D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290"/>
              <a:ext cx="21" cy="51"/>
            </a:xfrm>
            <a:custGeom>
              <a:avLst/>
              <a:gdLst>
                <a:gd name="T0" fmla="*/ 0 w 7"/>
                <a:gd name="T1" fmla="*/ 0 h 17"/>
                <a:gd name="T2" fmla="*/ 189 w 7"/>
                <a:gd name="T3" fmla="*/ 45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0" y="0"/>
                  </a:moveTo>
                  <a:cubicBezTo>
                    <a:pt x="2" y="4"/>
                    <a:pt x="7" y="13"/>
                    <a:pt x="7" y="17"/>
                  </a:cubicBezTo>
                </a:path>
              </a:pathLst>
            </a:custGeom>
            <a:noFill/>
            <a:ln w="9525" cap="rnd">
              <a:solidFill>
                <a:srgbClr val="E6CA8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3" name="Freeform 232">
              <a:extLst>
                <a:ext uri="{FF2B5EF4-FFF2-40B4-BE49-F238E27FC236}">
                  <a16:creationId xmlns:a16="http://schemas.microsoft.com/office/drawing/2014/main" id="{6CF0C151-E860-4AAB-8D59-997F60FCE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299"/>
              <a:ext cx="12" cy="36"/>
            </a:xfrm>
            <a:custGeom>
              <a:avLst/>
              <a:gdLst>
                <a:gd name="T0" fmla="*/ 0 w 4"/>
                <a:gd name="T1" fmla="*/ 0 h 12"/>
                <a:gd name="T2" fmla="*/ 108 w 4"/>
                <a:gd name="T3" fmla="*/ 32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3" y="5"/>
                    <a:pt x="4" y="10"/>
                    <a:pt x="4" y="12"/>
                  </a:cubicBezTo>
                </a:path>
              </a:pathLst>
            </a:custGeom>
            <a:noFill/>
            <a:ln w="9525" cap="rnd">
              <a:solidFill>
                <a:srgbClr val="E6CA8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4" name="Freeform 233">
              <a:extLst>
                <a:ext uri="{FF2B5EF4-FFF2-40B4-BE49-F238E27FC236}">
                  <a16:creationId xmlns:a16="http://schemas.microsoft.com/office/drawing/2014/main" id="{7FED1BBF-2FB0-42F8-A32F-15E32B52F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293"/>
              <a:ext cx="9" cy="42"/>
            </a:xfrm>
            <a:custGeom>
              <a:avLst/>
              <a:gdLst>
                <a:gd name="T0" fmla="*/ 0 w 3"/>
                <a:gd name="T1" fmla="*/ 0 h 14"/>
                <a:gd name="T2" fmla="*/ 81 w 3"/>
                <a:gd name="T3" fmla="*/ 3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1" y="5"/>
                    <a:pt x="3" y="14"/>
                    <a:pt x="3" y="14"/>
                  </a:cubicBezTo>
                </a:path>
              </a:pathLst>
            </a:custGeom>
            <a:noFill/>
            <a:ln w="9525" cap="rnd">
              <a:solidFill>
                <a:srgbClr val="E6CA8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5" name="Freeform 234">
              <a:extLst>
                <a:ext uri="{FF2B5EF4-FFF2-40B4-BE49-F238E27FC236}">
                  <a16:creationId xmlns:a16="http://schemas.microsoft.com/office/drawing/2014/main" id="{77C5F9D2-2AAE-413B-B3BB-FE7CD8378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290"/>
              <a:ext cx="3" cy="39"/>
            </a:xfrm>
            <a:custGeom>
              <a:avLst/>
              <a:gdLst>
                <a:gd name="T0" fmla="*/ 0 w 1"/>
                <a:gd name="T1" fmla="*/ 0 h 13"/>
                <a:gd name="T2" fmla="*/ 27 w 1"/>
                <a:gd name="T3" fmla="*/ 35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4"/>
                    <a:pt x="1" y="11"/>
                    <a:pt x="1" y="13"/>
                  </a:cubicBezTo>
                </a:path>
              </a:pathLst>
            </a:custGeom>
            <a:noFill/>
            <a:ln w="9525" cap="rnd">
              <a:solidFill>
                <a:srgbClr val="E6CA8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6" name="Freeform 235">
              <a:extLst>
                <a:ext uri="{FF2B5EF4-FFF2-40B4-BE49-F238E27FC236}">
                  <a16:creationId xmlns:a16="http://schemas.microsoft.com/office/drawing/2014/main" id="{B229CEFB-B383-44A8-929E-668B97945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281"/>
              <a:ext cx="7" cy="30"/>
            </a:xfrm>
            <a:custGeom>
              <a:avLst/>
              <a:gdLst>
                <a:gd name="T0" fmla="*/ 0 w 2"/>
                <a:gd name="T1" fmla="*/ 0 h 10"/>
                <a:gd name="T2" fmla="*/ 88 w 2"/>
                <a:gd name="T3" fmla="*/ 27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2" y="5"/>
                    <a:pt x="1" y="9"/>
                    <a:pt x="2" y="10"/>
                  </a:cubicBezTo>
                </a:path>
              </a:pathLst>
            </a:custGeom>
            <a:noFill/>
            <a:ln w="9525" cap="rnd">
              <a:solidFill>
                <a:srgbClr val="E6CA8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7" name="Freeform 236">
              <a:extLst>
                <a:ext uri="{FF2B5EF4-FFF2-40B4-BE49-F238E27FC236}">
                  <a16:creationId xmlns:a16="http://schemas.microsoft.com/office/drawing/2014/main" id="{28933696-A16B-4486-A4F7-F149AF1E5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305"/>
              <a:ext cx="10" cy="27"/>
            </a:xfrm>
            <a:custGeom>
              <a:avLst/>
              <a:gdLst>
                <a:gd name="T0" fmla="*/ 0 w 3"/>
                <a:gd name="T1" fmla="*/ 0 h 9"/>
                <a:gd name="T2" fmla="*/ 110 w 3"/>
                <a:gd name="T3" fmla="*/ 24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2" y="3"/>
                    <a:pt x="3" y="8"/>
                    <a:pt x="3" y="9"/>
                  </a:cubicBezTo>
                </a:path>
              </a:pathLst>
            </a:custGeom>
            <a:noFill/>
            <a:ln w="9525" cap="rnd">
              <a:solidFill>
                <a:srgbClr val="E6CA8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8" name="Freeform 237">
              <a:extLst>
                <a:ext uri="{FF2B5EF4-FFF2-40B4-BE49-F238E27FC236}">
                  <a16:creationId xmlns:a16="http://schemas.microsoft.com/office/drawing/2014/main" id="{7D02FB78-B725-4AB6-B576-C80E86365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384"/>
              <a:ext cx="420" cy="134"/>
            </a:xfrm>
            <a:custGeom>
              <a:avLst/>
              <a:gdLst>
                <a:gd name="T0" fmla="*/ 3780 w 138"/>
                <a:gd name="T1" fmla="*/ 512 h 44"/>
                <a:gd name="T2" fmla="*/ 3835 w 138"/>
                <a:gd name="T3" fmla="*/ 734 h 44"/>
                <a:gd name="T4" fmla="*/ 3667 w 138"/>
                <a:gd name="T5" fmla="*/ 1160 h 44"/>
                <a:gd name="T6" fmla="*/ 3521 w 138"/>
                <a:gd name="T7" fmla="*/ 1215 h 44"/>
                <a:gd name="T8" fmla="*/ 3296 w 138"/>
                <a:gd name="T9" fmla="*/ 1188 h 44"/>
                <a:gd name="T10" fmla="*/ 3132 w 138"/>
                <a:gd name="T11" fmla="*/ 1133 h 44"/>
                <a:gd name="T12" fmla="*/ 2815 w 138"/>
                <a:gd name="T13" fmla="*/ 1020 h 44"/>
                <a:gd name="T14" fmla="*/ 2483 w 138"/>
                <a:gd name="T15" fmla="*/ 1102 h 44"/>
                <a:gd name="T16" fmla="*/ 2222 w 138"/>
                <a:gd name="T17" fmla="*/ 1020 h 44"/>
                <a:gd name="T18" fmla="*/ 1750 w 138"/>
                <a:gd name="T19" fmla="*/ 965 h 44"/>
                <a:gd name="T20" fmla="*/ 1491 w 138"/>
                <a:gd name="T21" fmla="*/ 816 h 44"/>
                <a:gd name="T22" fmla="*/ 1187 w 138"/>
                <a:gd name="T23" fmla="*/ 816 h 44"/>
                <a:gd name="T24" fmla="*/ 992 w 138"/>
                <a:gd name="T25" fmla="*/ 761 h 44"/>
                <a:gd name="T26" fmla="*/ 788 w 138"/>
                <a:gd name="T27" fmla="*/ 649 h 44"/>
                <a:gd name="T28" fmla="*/ 508 w 138"/>
                <a:gd name="T29" fmla="*/ 704 h 44"/>
                <a:gd name="T30" fmla="*/ 250 w 138"/>
                <a:gd name="T31" fmla="*/ 649 h 44"/>
                <a:gd name="T32" fmla="*/ 27 w 138"/>
                <a:gd name="T33" fmla="*/ 399 h 44"/>
                <a:gd name="T34" fmla="*/ 27 w 138"/>
                <a:gd name="T35" fmla="*/ 82 h 44"/>
                <a:gd name="T36" fmla="*/ 222 w 138"/>
                <a:gd name="T37" fmla="*/ 0 h 44"/>
                <a:gd name="T38" fmla="*/ 453 w 138"/>
                <a:gd name="T39" fmla="*/ 113 h 44"/>
                <a:gd name="T40" fmla="*/ 703 w 138"/>
                <a:gd name="T41" fmla="*/ 168 h 44"/>
                <a:gd name="T42" fmla="*/ 816 w 138"/>
                <a:gd name="T43" fmla="*/ 344 h 44"/>
                <a:gd name="T44" fmla="*/ 1047 w 138"/>
                <a:gd name="T45" fmla="*/ 195 h 44"/>
                <a:gd name="T46" fmla="*/ 1214 w 138"/>
                <a:gd name="T47" fmla="*/ 222 h 44"/>
                <a:gd name="T48" fmla="*/ 1519 w 138"/>
                <a:gd name="T49" fmla="*/ 344 h 44"/>
                <a:gd name="T50" fmla="*/ 1723 w 138"/>
                <a:gd name="T51" fmla="*/ 277 h 44"/>
                <a:gd name="T52" fmla="*/ 1917 w 138"/>
                <a:gd name="T53" fmla="*/ 372 h 44"/>
                <a:gd name="T54" fmla="*/ 2316 w 138"/>
                <a:gd name="T55" fmla="*/ 426 h 44"/>
                <a:gd name="T56" fmla="*/ 2593 w 138"/>
                <a:gd name="T57" fmla="*/ 426 h 44"/>
                <a:gd name="T58" fmla="*/ 2937 w 138"/>
                <a:gd name="T59" fmla="*/ 454 h 44"/>
                <a:gd name="T60" fmla="*/ 3269 w 138"/>
                <a:gd name="T61" fmla="*/ 481 h 44"/>
                <a:gd name="T62" fmla="*/ 3491 w 138"/>
                <a:gd name="T63" fmla="*/ 481 h 44"/>
                <a:gd name="T64" fmla="*/ 3780 w 138"/>
                <a:gd name="T65" fmla="*/ 512 h 4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8" h="44">
                  <a:moveTo>
                    <a:pt x="134" y="18"/>
                  </a:moveTo>
                  <a:cubicBezTo>
                    <a:pt x="137" y="19"/>
                    <a:pt x="138" y="22"/>
                    <a:pt x="136" y="26"/>
                  </a:cubicBezTo>
                  <a:cubicBezTo>
                    <a:pt x="135" y="31"/>
                    <a:pt x="131" y="39"/>
                    <a:pt x="130" y="41"/>
                  </a:cubicBezTo>
                  <a:cubicBezTo>
                    <a:pt x="129" y="44"/>
                    <a:pt x="125" y="43"/>
                    <a:pt x="125" y="43"/>
                  </a:cubicBezTo>
                  <a:cubicBezTo>
                    <a:pt x="121" y="44"/>
                    <a:pt x="117" y="42"/>
                    <a:pt x="117" y="42"/>
                  </a:cubicBezTo>
                  <a:cubicBezTo>
                    <a:pt x="113" y="43"/>
                    <a:pt x="111" y="40"/>
                    <a:pt x="111" y="40"/>
                  </a:cubicBezTo>
                  <a:cubicBezTo>
                    <a:pt x="107" y="44"/>
                    <a:pt x="102" y="38"/>
                    <a:pt x="100" y="36"/>
                  </a:cubicBezTo>
                  <a:cubicBezTo>
                    <a:pt x="96" y="39"/>
                    <a:pt x="93" y="39"/>
                    <a:pt x="88" y="39"/>
                  </a:cubicBezTo>
                  <a:cubicBezTo>
                    <a:pt x="83" y="40"/>
                    <a:pt x="79" y="36"/>
                    <a:pt x="79" y="36"/>
                  </a:cubicBezTo>
                  <a:cubicBezTo>
                    <a:pt x="73" y="38"/>
                    <a:pt x="66" y="34"/>
                    <a:pt x="62" y="34"/>
                  </a:cubicBezTo>
                  <a:cubicBezTo>
                    <a:pt x="58" y="33"/>
                    <a:pt x="53" y="29"/>
                    <a:pt x="53" y="29"/>
                  </a:cubicBezTo>
                  <a:cubicBezTo>
                    <a:pt x="50" y="32"/>
                    <a:pt x="45" y="29"/>
                    <a:pt x="42" y="29"/>
                  </a:cubicBezTo>
                  <a:cubicBezTo>
                    <a:pt x="39" y="29"/>
                    <a:pt x="39" y="28"/>
                    <a:pt x="35" y="27"/>
                  </a:cubicBezTo>
                  <a:cubicBezTo>
                    <a:pt x="31" y="26"/>
                    <a:pt x="28" y="27"/>
                    <a:pt x="28" y="23"/>
                  </a:cubicBezTo>
                  <a:cubicBezTo>
                    <a:pt x="24" y="26"/>
                    <a:pt x="22" y="26"/>
                    <a:pt x="18" y="25"/>
                  </a:cubicBezTo>
                  <a:cubicBezTo>
                    <a:pt x="14" y="24"/>
                    <a:pt x="11" y="23"/>
                    <a:pt x="9" y="23"/>
                  </a:cubicBezTo>
                  <a:cubicBezTo>
                    <a:pt x="7" y="22"/>
                    <a:pt x="2" y="18"/>
                    <a:pt x="1" y="14"/>
                  </a:cubicBezTo>
                  <a:cubicBezTo>
                    <a:pt x="0" y="9"/>
                    <a:pt x="0" y="7"/>
                    <a:pt x="1" y="3"/>
                  </a:cubicBezTo>
                  <a:cubicBezTo>
                    <a:pt x="2" y="0"/>
                    <a:pt x="4" y="0"/>
                    <a:pt x="8" y="0"/>
                  </a:cubicBezTo>
                  <a:cubicBezTo>
                    <a:pt x="12" y="0"/>
                    <a:pt x="14" y="4"/>
                    <a:pt x="16" y="4"/>
                  </a:cubicBezTo>
                  <a:cubicBezTo>
                    <a:pt x="17" y="4"/>
                    <a:pt x="22" y="3"/>
                    <a:pt x="25" y="6"/>
                  </a:cubicBezTo>
                  <a:cubicBezTo>
                    <a:pt x="28" y="9"/>
                    <a:pt x="29" y="12"/>
                    <a:pt x="29" y="12"/>
                  </a:cubicBezTo>
                  <a:cubicBezTo>
                    <a:pt x="31" y="9"/>
                    <a:pt x="34" y="7"/>
                    <a:pt x="37" y="7"/>
                  </a:cubicBezTo>
                  <a:cubicBezTo>
                    <a:pt x="40" y="7"/>
                    <a:pt x="42" y="9"/>
                    <a:pt x="43" y="8"/>
                  </a:cubicBezTo>
                  <a:cubicBezTo>
                    <a:pt x="45" y="8"/>
                    <a:pt x="52" y="7"/>
                    <a:pt x="54" y="12"/>
                  </a:cubicBezTo>
                  <a:cubicBezTo>
                    <a:pt x="57" y="10"/>
                    <a:pt x="56" y="10"/>
                    <a:pt x="61" y="10"/>
                  </a:cubicBezTo>
                  <a:cubicBezTo>
                    <a:pt x="66" y="11"/>
                    <a:pt x="65" y="13"/>
                    <a:pt x="68" y="13"/>
                  </a:cubicBezTo>
                  <a:cubicBezTo>
                    <a:pt x="72" y="12"/>
                    <a:pt x="82" y="13"/>
                    <a:pt x="82" y="15"/>
                  </a:cubicBezTo>
                  <a:cubicBezTo>
                    <a:pt x="85" y="14"/>
                    <a:pt x="88" y="16"/>
                    <a:pt x="92" y="15"/>
                  </a:cubicBezTo>
                  <a:cubicBezTo>
                    <a:pt x="96" y="14"/>
                    <a:pt x="103" y="14"/>
                    <a:pt x="104" y="16"/>
                  </a:cubicBezTo>
                  <a:cubicBezTo>
                    <a:pt x="108" y="15"/>
                    <a:pt x="112" y="12"/>
                    <a:pt x="116" y="17"/>
                  </a:cubicBezTo>
                  <a:cubicBezTo>
                    <a:pt x="117" y="16"/>
                    <a:pt x="120" y="16"/>
                    <a:pt x="124" y="17"/>
                  </a:cubicBezTo>
                  <a:cubicBezTo>
                    <a:pt x="127" y="17"/>
                    <a:pt x="132" y="18"/>
                    <a:pt x="134" y="1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9" name="Freeform 238">
              <a:extLst>
                <a:ext uri="{FF2B5EF4-FFF2-40B4-BE49-F238E27FC236}">
                  <a16:creationId xmlns:a16="http://schemas.microsoft.com/office/drawing/2014/main" id="{DBBD4079-E0D1-4CDF-8951-036D37C1F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442"/>
              <a:ext cx="21" cy="73"/>
            </a:xfrm>
            <a:custGeom>
              <a:avLst/>
              <a:gdLst>
                <a:gd name="T0" fmla="*/ 162 w 7"/>
                <a:gd name="T1" fmla="*/ 0 h 24"/>
                <a:gd name="T2" fmla="*/ 0 w 7"/>
                <a:gd name="T3" fmla="*/ 6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6" y="0"/>
                  </a:moveTo>
                  <a:cubicBezTo>
                    <a:pt x="7" y="4"/>
                    <a:pt x="3" y="20"/>
                    <a:pt x="0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0" name="Freeform 239">
              <a:extLst>
                <a:ext uri="{FF2B5EF4-FFF2-40B4-BE49-F238E27FC236}">
                  <a16:creationId xmlns:a16="http://schemas.microsoft.com/office/drawing/2014/main" id="{44A99ECA-1477-450F-ABAC-234136C93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439"/>
              <a:ext cx="27" cy="73"/>
            </a:xfrm>
            <a:custGeom>
              <a:avLst/>
              <a:gdLst>
                <a:gd name="T0" fmla="*/ 216 w 9"/>
                <a:gd name="T1" fmla="*/ 0 h 24"/>
                <a:gd name="T2" fmla="*/ 0 w 9"/>
                <a:gd name="T3" fmla="*/ 6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8" y="0"/>
                  </a:moveTo>
                  <a:cubicBezTo>
                    <a:pt x="9" y="5"/>
                    <a:pt x="2" y="21"/>
                    <a:pt x="0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1" name="Freeform 240">
              <a:extLst>
                <a:ext uri="{FF2B5EF4-FFF2-40B4-BE49-F238E27FC236}">
                  <a16:creationId xmlns:a16="http://schemas.microsoft.com/office/drawing/2014/main" id="{02B8BD66-D322-40BD-B25B-75692F83E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2436"/>
              <a:ext cx="18" cy="70"/>
            </a:xfrm>
            <a:custGeom>
              <a:avLst/>
              <a:gdLst>
                <a:gd name="T0" fmla="*/ 135 w 6"/>
                <a:gd name="T1" fmla="*/ 0 h 23"/>
                <a:gd name="T2" fmla="*/ 0 w 6"/>
                <a:gd name="T3" fmla="*/ 64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5" y="0"/>
                  </a:moveTo>
                  <a:cubicBezTo>
                    <a:pt x="6" y="5"/>
                    <a:pt x="2" y="20"/>
                    <a:pt x="0" y="2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2" name="Freeform 241">
              <a:extLst>
                <a:ext uri="{FF2B5EF4-FFF2-40B4-BE49-F238E27FC236}">
                  <a16:creationId xmlns:a16="http://schemas.microsoft.com/office/drawing/2014/main" id="{CADC11F5-3E73-4052-ABB1-95C4E0B19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433"/>
              <a:ext cx="12" cy="58"/>
            </a:xfrm>
            <a:custGeom>
              <a:avLst/>
              <a:gdLst>
                <a:gd name="T0" fmla="*/ 108 w 4"/>
                <a:gd name="T1" fmla="*/ 0 h 19"/>
                <a:gd name="T2" fmla="*/ 27 w 4"/>
                <a:gd name="T3" fmla="*/ 5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4" y="0"/>
                  </a:moveTo>
                  <a:cubicBezTo>
                    <a:pt x="2" y="6"/>
                    <a:pt x="0" y="18"/>
                    <a:pt x="1" y="1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3" name="Freeform 242">
              <a:extLst>
                <a:ext uri="{FF2B5EF4-FFF2-40B4-BE49-F238E27FC236}">
                  <a16:creationId xmlns:a16="http://schemas.microsoft.com/office/drawing/2014/main" id="{38ED5792-BDB1-48B6-8F79-BED87D2FB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430"/>
              <a:ext cx="9" cy="61"/>
            </a:xfrm>
            <a:custGeom>
              <a:avLst/>
              <a:gdLst>
                <a:gd name="T0" fmla="*/ 81 w 3"/>
                <a:gd name="T1" fmla="*/ 0 h 20"/>
                <a:gd name="T2" fmla="*/ 27 w 3"/>
                <a:gd name="T3" fmla="*/ 56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2" y="5"/>
                    <a:pt x="0" y="17"/>
                    <a:pt x="1" y="2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4" name="Freeform 243">
              <a:extLst>
                <a:ext uri="{FF2B5EF4-FFF2-40B4-BE49-F238E27FC236}">
                  <a16:creationId xmlns:a16="http://schemas.microsoft.com/office/drawing/2014/main" id="{25727CD4-1961-4E6D-BB09-7C3EE379C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421"/>
              <a:ext cx="6" cy="51"/>
            </a:xfrm>
            <a:custGeom>
              <a:avLst/>
              <a:gdLst>
                <a:gd name="T0" fmla="*/ 54 w 2"/>
                <a:gd name="T1" fmla="*/ 0 h 17"/>
                <a:gd name="T2" fmla="*/ 27 w 2"/>
                <a:gd name="T3" fmla="*/ 45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0" y="4"/>
                    <a:pt x="1" y="17"/>
                    <a:pt x="1" y="17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5" name="Freeform 244">
              <a:extLst>
                <a:ext uri="{FF2B5EF4-FFF2-40B4-BE49-F238E27FC236}">
                  <a16:creationId xmlns:a16="http://schemas.microsoft.com/office/drawing/2014/main" id="{338AC4DF-357D-4893-8FF6-EF99784D1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421"/>
              <a:ext cx="3" cy="33"/>
            </a:xfrm>
            <a:custGeom>
              <a:avLst/>
              <a:gdLst>
                <a:gd name="T0" fmla="*/ 27 w 1"/>
                <a:gd name="T1" fmla="*/ 0 h 11"/>
                <a:gd name="T2" fmla="*/ 0 w 1"/>
                <a:gd name="T3" fmla="*/ 29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0" y="4"/>
                    <a:pt x="0" y="11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6" name="Freeform 245">
              <a:extLst>
                <a:ext uri="{FF2B5EF4-FFF2-40B4-BE49-F238E27FC236}">
                  <a16:creationId xmlns:a16="http://schemas.microsoft.com/office/drawing/2014/main" id="{F3317EF1-E51B-4C9D-9146-A0CE571C6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058"/>
              <a:ext cx="143" cy="61"/>
            </a:xfrm>
            <a:custGeom>
              <a:avLst/>
              <a:gdLst>
                <a:gd name="T0" fmla="*/ 1324 w 47"/>
                <a:gd name="T1" fmla="*/ 567 h 20"/>
                <a:gd name="T2" fmla="*/ 0 w 4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0">
                  <a:moveTo>
                    <a:pt x="47" y="20"/>
                  </a:moveTo>
                  <a:cubicBezTo>
                    <a:pt x="24" y="17"/>
                    <a:pt x="15" y="7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7" name="Freeform 246">
              <a:extLst>
                <a:ext uri="{FF2B5EF4-FFF2-40B4-BE49-F238E27FC236}">
                  <a16:creationId xmlns:a16="http://schemas.microsoft.com/office/drawing/2014/main" id="{D8FD3D3E-4A61-4153-8B5C-3A099EC97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491"/>
              <a:ext cx="9" cy="36"/>
            </a:xfrm>
            <a:custGeom>
              <a:avLst/>
              <a:gdLst>
                <a:gd name="T0" fmla="*/ 81 w 3"/>
                <a:gd name="T1" fmla="*/ 0 h 12"/>
                <a:gd name="T2" fmla="*/ 0 w 3"/>
                <a:gd name="T3" fmla="*/ 32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2" y="4"/>
                    <a:pt x="0" y="12"/>
                    <a:pt x="0" y="12"/>
                  </a:cubicBezTo>
                </a:path>
              </a:pathLst>
            </a:custGeom>
            <a:noFill/>
            <a:ln w="9525" cap="rnd">
              <a:solidFill>
                <a:srgbClr val="E6CA8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8" name="Freeform 247">
              <a:extLst>
                <a:ext uri="{FF2B5EF4-FFF2-40B4-BE49-F238E27FC236}">
                  <a16:creationId xmlns:a16="http://schemas.microsoft.com/office/drawing/2014/main" id="{0EC652DD-671C-4C9A-9DB1-2EBA49BDD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509"/>
              <a:ext cx="9" cy="33"/>
            </a:xfrm>
            <a:custGeom>
              <a:avLst/>
              <a:gdLst>
                <a:gd name="T0" fmla="*/ 81 w 3"/>
                <a:gd name="T1" fmla="*/ 0 h 11"/>
                <a:gd name="T2" fmla="*/ 0 w 3"/>
                <a:gd name="T3" fmla="*/ 29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3" y="4"/>
                    <a:pt x="2" y="10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E6CA8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9" name="Freeform 248">
              <a:extLst>
                <a:ext uri="{FF2B5EF4-FFF2-40B4-BE49-F238E27FC236}">
                  <a16:creationId xmlns:a16="http://schemas.microsoft.com/office/drawing/2014/main" id="{1D56CD3D-5D34-4AD6-B13F-BF16ADF40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515"/>
              <a:ext cx="9" cy="37"/>
            </a:xfrm>
            <a:custGeom>
              <a:avLst/>
              <a:gdLst>
                <a:gd name="T0" fmla="*/ 81 w 3"/>
                <a:gd name="T1" fmla="*/ 0 h 12"/>
                <a:gd name="T2" fmla="*/ 0 w 3"/>
                <a:gd name="T3" fmla="*/ 3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3" y="4"/>
                    <a:pt x="2" y="8"/>
                    <a:pt x="0" y="12"/>
                  </a:cubicBezTo>
                </a:path>
              </a:pathLst>
            </a:custGeom>
            <a:noFill/>
            <a:ln w="9525" cap="rnd">
              <a:solidFill>
                <a:srgbClr val="E6CA8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0" name="Freeform 249">
              <a:extLst>
                <a:ext uri="{FF2B5EF4-FFF2-40B4-BE49-F238E27FC236}">
                  <a16:creationId xmlns:a16="http://schemas.microsoft.com/office/drawing/2014/main" id="{510F66D9-3C4C-4F1B-B2CE-30276150C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524"/>
              <a:ext cx="9" cy="37"/>
            </a:xfrm>
            <a:custGeom>
              <a:avLst/>
              <a:gdLst>
                <a:gd name="T0" fmla="*/ 81 w 3"/>
                <a:gd name="T1" fmla="*/ 0 h 12"/>
                <a:gd name="T2" fmla="*/ 0 w 3"/>
                <a:gd name="T3" fmla="*/ 3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3" y="4"/>
                    <a:pt x="0" y="12"/>
                    <a:pt x="0" y="12"/>
                  </a:cubicBezTo>
                </a:path>
              </a:pathLst>
            </a:custGeom>
            <a:noFill/>
            <a:ln w="9525" cap="rnd">
              <a:solidFill>
                <a:srgbClr val="E6CA8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1" name="Freeform 250">
              <a:extLst>
                <a:ext uri="{FF2B5EF4-FFF2-40B4-BE49-F238E27FC236}">
                  <a16:creationId xmlns:a16="http://schemas.microsoft.com/office/drawing/2014/main" id="{9499A5A0-BCE8-47F9-B899-B434610EC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019"/>
              <a:ext cx="785" cy="740"/>
            </a:xfrm>
            <a:custGeom>
              <a:avLst/>
              <a:gdLst>
                <a:gd name="T0" fmla="*/ 7044 w 258"/>
                <a:gd name="T1" fmla="*/ 5083 h 243"/>
                <a:gd name="T2" fmla="*/ 7074 w 258"/>
                <a:gd name="T3" fmla="*/ 4598 h 243"/>
                <a:gd name="T4" fmla="*/ 7044 w 258"/>
                <a:gd name="T5" fmla="*/ 4571 h 243"/>
                <a:gd name="T6" fmla="*/ 6925 w 258"/>
                <a:gd name="T7" fmla="*/ 4598 h 243"/>
                <a:gd name="T8" fmla="*/ 6703 w 258"/>
                <a:gd name="T9" fmla="*/ 4571 h 243"/>
                <a:gd name="T10" fmla="*/ 6536 w 258"/>
                <a:gd name="T11" fmla="*/ 4516 h 243"/>
                <a:gd name="T12" fmla="*/ 6222 w 258"/>
                <a:gd name="T13" fmla="*/ 4407 h 243"/>
                <a:gd name="T14" fmla="*/ 5888 w 258"/>
                <a:gd name="T15" fmla="*/ 4489 h 243"/>
                <a:gd name="T16" fmla="*/ 5638 w 258"/>
                <a:gd name="T17" fmla="*/ 4407 h 243"/>
                <a:gd name="T18" fmla="*/ 5157 w 258"/>
                <a:gd name="T19" fmla="*/ 4349 h 243"/>
                <a:gd name="T20" fmla="*/ 4899 w 258"/>
                <a:gd name="T21" fmla="*/ 4212 h 243"/>
                <a:gd name="T22" fmla="*/ 4591 w 258"/>
                <a:gd name="T23" fmla="*/ 4212 h 243"/>
                <a:gd name="T24" fmla="*/ 4397 w 258"/>
                <a:gd name="T25" fmla="*/ 4154 h 243"/>
                <a:gd name="T26" fmla="*/ 4193 w 258"/>
                <a:gd name="T27" fmla="*/ 4035 h 243"/>
                <a:gd name="T28" fmla="*/ 3916 w 258"/>
                <a:gd name="T29" fmla="*/ 4099 h 243"/>
                <a:gd name="T30" fmla="*/ 3666 w 258"/>
                <a:gd name="T31" fmla="*/ 4035 h 243"/>
                <a:gd name="T32" fmla="*/ 3435 w 258"/>
                <a:gd name="T33" fmla="*/ 3782 h 243"/>
                <a:gd name="T34" fmla="*/ 3435 w 258"/>
                <a:gd name="T35" fmla="*/ 3727 h 243"/>
                <a:gd name="T36" fmla="*/ 3408 w 258"/>
                <a:gd name="T37" fmla="*/ 3727 h 243"/>
                <a:gd name="T38" fmla="*/ 3268 w 258"/>
                <a:gd name="T39" fmla="*/ 1949 h 243"/>
                <a:gd name="T40" fmla="*/ 3639 w 258"/>
                <a:gd name="T41" fmla="*/ 1048 h 243"/>
                <a:gd name="T42" fmla="*/ 3749 w 258"/>
                <a:gd name="T43" fmla="*/ 344 h 243"/>
                <a:gd name="T44" fmla="*/ 3435 w 258"/>
                <a:gd name="T45" fmla="*/ 222 h 243"/>
                <a:gd name="T46" fmla="*/ 3018 w 258"/>
                <a:gd name="T47" fmla="*/ 82 h 243"/>
                <a:gd name="T48" fmla="*/ 1999 w 258"/>
                <a:gd name="T49" fmla="*/ 1133 h 243"/>
                <a:gd name="T50" fmla="*/ 1156 w 258"/>
                <a:gd name="T51" fmla="*/ 761 h 243"/>
                <a:gd name="T52" fmla="*/ 1047 w 258"/>
                <a:gd name="T53" fmla="*/ 539 h 243"/>
                <a:gd name="T54" fmla="*/ 1047 w 258"/>
                <a:gd name="T55" fmla="*/ 509 h 243"/>
                <a:gd name="T56" fmla="*/ 536 w 258"/>
                <a:gd name="T57" fmla="*/ 0 h 243"/>
                <a:gd name="T58" fmla="*/ 0 w 258"/>
                <a:gd name="T59" fmla="*/ 509 h 243"/>
                <a:gd name="T60" fmla="*/ 195 w 258"/>
                <a:gd name="T61" fmla="*/ 898 h 243"/>
                <a:gd name="T62" fmla="*/ 277 w 258"/>
                <a:gd name="T63" fmla="*/ 1133 h 243"/>
                <a:gd name="T64" fmla="*/ 593 w 258"/>
                <a:gd name="T65" fmla="*/ 2113 h 243"/>
                <a:gd name="T66" fmla="*/ 675 w 258"/>
                <a:gd name="T67" fmla="*/ 3895 h 243"/>
                <a:gd name="T68" fmla="*/ 952 w 258"/>
                <a:gd name="T69" fmla="*/ 5083 h 243"/>
                <a:gd name="T70" fmla="*/ 2084 w 258"/>
                <a:gd name="T71" fmla="*/ 5844 h 243"/>
                <a:gd name="T72" fmla="*/ 4537 w 258"/>
                <a:gd name="T73" fmla="*/ 6380 h 243"/>
                <a:gd name="T74" fmla="*/ 6481 w 258"/>
                <a:gd name="T75" fmla="*/ 6751 h 243"/>
                <a:gd name="T76" fmla="*/ 7238 w 258"/>
                <a:gd name="T77" fmla="*/ 5963 h 243"/>
                <a:gd name="T78" fmla="*/ 7044 w 258"/>
                <a:gd name="T79" fmla="*/ 5083 h 24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58" h="243">
                  <a:moveTo>
                    <a:pt x="250" y="180"/>
                  </a:moveTo>
                  <a:cubicBezTo>
                    <a:pt x="252" y="168"/>
                    <a:pt x="251" y="163"/>
                    <a:pt x="251" y="163"/>
                  </a:cubicBezTo>
                  <a:cubicBezTo>
                    <a:pt x="250" y="162"/>
                    <a:pt x="250" y="162"/>
                    <a:pt x="250" y="162"/>
                  </a:cubicBezTo>
                  <a:cubicBezTo>
                    <a:pt x="248" y="163"/>
                    <a:pt x="246" y="163"/>
                    <a:pt x="246" y="163"/>
                  </a:cubicBezTo>
                  <a:cubicBezTo>
                    <a:pt x="242" y="164"/>
                    <a:pt x="238" y="162"/>
                    <a:pt x="238" y="162"/>
                  </a:cubicBezTo>
                  <a:cubicBezTo>
                    <a:pt x="234" y="163"/>
                    <a:pt x="232" y="160"/>
                    <a:pt x="232" y="160"/>
                  </a:cubicBezTo>
                  <a:cubicBezTo>
                    <a:pt x="228" y="164"/>
                    <a:pt x="223" y="158"/>
                    <a:pt x="221" y="156"/>
                  </a:cubicBezTo>
                  <a:cubicBezTo>
                    <a:pt x="217" y="159"/>
                    <a:pt x="214" y="159"/>
                    <a:pt x="209" y="159"/>
                  </a:cubicBezTo>
                  <a:cubicBezTo>
                    <a:pt x="204" y="160"/>
                    <a:pt x="200" y="156"/>
                    <a:pt x="200" y="156"/>
                  </a:cubicBezTo>
                  <a:cubicBezTo>
                    <a:pt x="194" y="158"/>
                    <a:pt x="187" y="154"/>
                    <a:pt x="183" y="154"/>
                  </a:cubicBezTo>
                  <a:cubicBezTo>
                    <a:pt x="179" y="153"/>
                    <a:pt x="174" y="149"/>
                    <a:pt x="174" y="149"/>
                  </a:cubicBezTo>
                  <a:cubicBezTo>
                    <a:pt x="171" y="152"/>
                    <a:pt x="166" y="149"/>
                    <a:pt x="163" y="149"/>
                  </a:cubicBezTo>
                  <a:cubicBezTo>
                    <a:pt x="160" y="149"/>
                    <a:pt x="160" y="148"/>
                    <a:pt x="156" y="147"/>
                  </a:cubicBezTo>
                  <a:cubicBezTo>
                    <a:pt x="152" y="146"/>
                    <a:pt x="149" y="147"/>
                    <a:pt x="149" y="143"/>
                  </a:cubicBezTo>
                  <a:cubicBezTo>
                    <a:pt x="145" y="146"/>
                    <a:pt x="143" y="146"/>
                    <a:pt x="139" y="145"/>
                  </a:cubicBezTo>
                  <a:cubicBezTo>
                    <a:pt x="135" y="144"/>
                    <a:pt x="132" y="143"/>
                    <a:pt x="130" y="143"/>
                  </a:cubicBezTo>
                  <a:cubicBezTo>
                    <a:pt x="128" y="142"/>
                    <a:pt x="123" y="138"/>
                    <a:pt x="122" y="134"/>
                  </a:cubicBezTo>
                  <a:cubicBezTo>
                    <a:pt x="122" y="133"/>
                    <a:pt x="122" y="132"/>
                    <a:pt x="122" y="132"/>
                  </a:cubicBezTo>
                  <a:cubicBezTo>
                    <a:pt x="121" y="132"/>
                    <a:pt x="121" y="132"/>
                    <a:pt x="121" y="132"/>
                  </a:cubicBezTo>
                  <a:cubicBezTo>
                    <a:pt x="116" y="113"/>
                    <a:pt x="114" y="85"/>
                    <a:pt x="116" y="69"/>
                  </a:cubicBezTo>
                  <a:cubicBezTo>
                    <a:pt x="118" y="55"/>
                    <a:pt x="127" y="45"/>
                    <a:pt x="129" y="37"/>
                  </a:cubicBezTo>
                  <a:cubicBezTo>
                    <a:pt x="134" y="28"/>
                    <a:pt x="134" y="19"/>
                    <a:pt x="133" y="12"/>
                  </a:cubicBezTo>
                  <a:cubicBezTo>
                    <a:pt x="130" y="11"/>
                    <a:pt x="126" y="9"/>
                    <a:pt x="122" y="8"/>
                  </a:cubicBezTo>
                  <a:cubicBezTo>
                    <a:pt x="116" y="6"/>
                    <a:pt x="111" y="4"/>
                    <a:pt x="107" y="3"/>
                  </a:cubicBezTo>
                  <a:cubicBezTo>
                    <a:pt x="98" y="8"/>
                    <a:pt x="89" y="39"/>
                    <a:pt x="71" y="40"/>
                  </a:cubicBezTo>
                  <a:cubicBezTo>
                    <a:pt x="58" y="40"/>
                    <a:pt x="46" y="35"/>
                    <a:pt x="41" y="27"/>
                  </a:cubicBezTo>
                  <a:cubicBezTo>
                    <a:pt x="39" y="23"/>
                    <a:pt x="37" y="21"/>
                    <a:pt x="37" y="19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7" y="8"/>
                    <a:pt x="29" y="0"/>
                    <a:pt x="19" y="0"/>
                  </a:cubicBezTo>
                  <a:cubicBezTo>
                    <a:pt x="9" y="0"/>
                    <a:pt x="0" y="8"/>
                    <a:pt x="0" y="18"/>
                  </a:cubicBezTo>
                  <a:cubicBezTo>
                    <a:pt x="0" y="23"/>
                    <a:pt x="3" y="28"/>
                    <a:pt x="7" y="32"/>
                  </a:cubicBezTo>
                  <a:cubicBezTo>
                    <a:pt x="9" y="34"/>
                    <a:pt x="10" y="38"/>
                    <a:pt x="10" y="40"/>
                  </a:cubicBezTo>
                  <a:cubicBezTo>
                    <a:pt x="13" y="50"/>
                    <a:pt x="16" y="63"/>
                    <a:pt x="21" y="75"/>
                  </a:cubicBezTo>
                  <a:cubicBezTo>
                    <a:pt x="27" y="91"/>
                    <a:pt x="27" y="119"/>
                    <a:pt x="24" y="138"/>
                  </a:cubicBezTo>
                  <a:cubicBezTo>
                    <a:pt x="21" y="158"/>
                    <a:pt x="28" y="172"/>
                    <a:pt x="34" y="180"/>
                  </a:cubicBezTo>
                  <a:cubicBezTo>
                    <a:pt x="40" y="188"/>
                    <a:pt x="48" y="199"/>
                    <a:pt x="74" y="207"/>
                  </a:cubicBezTo>
                  <a:cubicBezTo>
                    <a:pt x="100" y="215"/>
                    <a:pt x="137" y="219"/>
                    <a:pt x="161" y="226"/>
                  </a:cubicBezTo>
                  <a:cubicBezTo>
                    <a:pt x="186" y="233"/>
                    <a:pt x="211" y="243"/>
                    <a:pt x="230" y="239"/>
                  </a:cubicBezTo>
                  <a:cubicBezTo>
                    <a:pt x="249" y="235"/>
                    <a:pt x="256" y="224"/>
                    <a:pt x="257" y="211"/>
                  </a:cubicBezTo>
                  <a:cubicBezTo>
                    <a:pt x="258" y="198"/>
                    <a:pt x="248" y="192"/>
                    <a:pt x="250" y="18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2" name="Freeform 251">
              <a:extLst>
                <a:ext uri="{FF2B5EF4-FFF2-40B4-BE49-F238E27FC236}">
                  <a16:creationId xmlns:a16="http://schemas.microsoft.com/office/drawing/2014/main" id="{35D89EF0-B0F1-4FA3-BF83-4DFB0EA61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003"/>
              <a:ext cx="201" cy="351"/>
            </a:xfrm>
            <a:custGeom>
              <a:avLst/>
              <a:gdLst>
                <a:gd name="T0" fmla="*/ 1437 w 66"/>
                <a:gd name="T1" fmla="*/ 1276 h 115"/>
                <a:gd name="T2" fmla="*/ 1160 w 66"/>
                <a:gd name="T3" fmla="*/ 653 h 115"/>
                <a:gd name="T4" fmla="*/ 1188 w 66"/>
                <a:gd name="T5" fmla="*/ 568 h 115"/>
                <a:gd name="T6" fmla="*/ 1215 w 66"/>
                <a:gd name="T7" fmla="*/ 485 h 115"/>
                <a:gd name="T8" fmla="*/ 1270 w 66"/>
                <a:gd name="T9" fmla="*/ 345 h 115"/>
                <a:gd name="T10" fmla="*/ 1328 w 66"/>
                <a:gd name="T11" fmla="*/ 290 h 115"/>
                <a:gd name="T12" fmla="*/ 1465 w 66"/>
                <a:gd name="T13" fmla="*/ 195 h 115"/>
                <a:gd name="T14" fmla="*/ 1559 w 66"/>
                <a:gd name="T15" fmla="*/ 168 h 115"/>
                <a:gd name="T16" fmla="*/ 1696 w 66"/>
                <a:gd name="T17" fmla="*/ 140 h 115"/>
                <a:gd name="T18" fmla="*/ 1864 w 66"/>
                <a:gd name="T19" fmla="*/ 113 h 115"/>
                <a:gd name="T20" fmla="*/ 1410 w 66"/>
                <a:gd name="T21" fmla="*/ 113 h 115"/>
                <a:gd name="T22" fmla="*/ 1355 w 66"/>
                <a:gd name="T23" fmla="*/ 113 h 115"/>
                <a:gd name="T24" fmla="*/ 1328 w 66"/>
                <a:gd name="T25" fmla="*/ 113 h 115"/>
                <a:gd name="T26" fmla="*/ 1270 w 66"/>
                <a:gd name="T27" fmla="*/ 113 h 115"/>
                <a:gd name="T28" fmla="*/ 1243 w 66"/>
                <a:gd name="T29" fmla="*/ 113 h 115"/>
                <a:gd name="T30" fmla="*/ 1188 w 66"/>
                <a:gd name="T31" fmla="*/ 113 h 115"/>
                <a:gd name="T32" fmla="*/ 1160 w 66"/>
                <a:gd name="T33" fmla="*/ 82 h 115"/>
                <a:gd name="T34" fmla="*/ 1102 w 66"/>
                <a:gd name="T35" fmla="*/ 82 h 115"/>
                <a:gd name="T36" fmla="*/ 993 w 66"/>
                <a:gd name="T37" fmla="*/ 55 h 115"/>
                <a:gd name="T38" fmla="*/ 965 w 66"/>
                <a:gd name="T39" fmla="*/ 27 h 115"/>
                <a:gd name="T40" fmla="*/ 938 w 66"/>
                <a:gd name="T41" fmla="*/ 27 h 115"/>
                <a:gd name="T42" fmla="*/ 871 w 66"/>
                <a:gd name="T43" fmla="*/ 27 h 115"/>
                <a:gd name="T44" fmla="*/ 844 w 66"/>
                <a:gd name="T45" fmla="*/ 0 h 115"/>
                <a:gd name="T46" fmla="*/ 789 w 66"/>
                <a:gd name="T47" fmla="*/ 0 h 115"/>
                <a:gd name="T48" fmla="*/ 704 w 66"/>
                <a:gd name="T49" fmla="*/ 0 h 115"/>
                <a:gd name="T50" fmla="*/ 621 w 66"/>
                <a:gd name="T51" fmla="*/ 0 h 115"/>
                <a:gd name="T52" fmla="*/ 481 w 66"/>
                <a:gd name="T53" fmla="*/ 82 h 115"/>
                <a:gd name="T54" fmla="*/ 426 w 66"/>
                <a:gd name="T55" fmla="*/ 140 h 115"/>
                <a:gd name="T56" fmla="*/ 317 w 66"/>
                <a:gd name="T57" fmla="*/ 250 h 115"/>
                <a:gd name="T58" fmla="*/ 27 w 66"/>
                <a:gd name="T59" fmla="*/ 1566 h 115"/>
                <a:gd name="T60" fmla="*/ 789 w 66"/>
                <a:gd name="T61" fmla="*/ 2188 h 115"/>
                <a:gd name="T62" fmla="*/ 1188 w 66"/>
                <a:gd name="T63" fmla="*/ 1993 h 11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6" h="115">
                  <a:moveTo>
                    <a:pt x="52" y="47"/>
                  </a:moveTo>
                  <a:cubicBezTo>
                    <a:pt x="52" y="47"/>
                    <a:pt x="51" y="46"/>
                    <a:pt x="51" y="45"/>
                  </a:cubicBezTo>
                  <a:cubicBezTo>
                    <a:pt x="51" y="43"/>
                    <a:pt x="50" y="39"/>
                    <a:pt x="48" y="37"/>
                  </a:cubicBezTo>
                  <a:cubicBezTo>
                    <a:pt x="44" y="33"/>
                    <a:pt x="41" y="28"/>
                    <a:pt x="41" y="23"/>
                  </a:cubicBezTo>
                  <a:cubicBezTo>
                    <a:pt x="41" y="22"/>
                    <a:pt x="42" y="21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2" y="18"/>
                    <a:pt x="42" y="17"/>
                  </a:cubicBezTo>
                  <a:cubicBezTo>
                    <a:pt x="42" y="17"/>
                    <a:pt x="43" y="17"/>
                    <a:pt x="43" y="17"/>
                  </a:cubicBezTo>
                  <a:cubicBezTo>
                    <a:pt x="43" y="15"/>
                    <a:pt x="44" y="14"/>
                    <a:pt x="45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6" y="11"/>
                    <a:pt x="46" y="11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9" y="9"/>
                    <a:pt x="50" y="8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3" y="6"/>
                    <a:pt x="54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6" y="5"/>
                    <a:pt x="58" y="5"/>
                    <a:pt x="60" y="5"/>
                  </a:cubicBezTo>
                  <a:cubicBezTo>
                    <a:pt x="61" y="5"/>
                    <a:pt x="63" y="5"/>
                    <a:pt x="65" y="6"/>
                  </a:cubicBezTo>
                  <a:cubicBezTo>
                    <a:pt x="65" y="5"/>
                    <a:pt x="65" y="5"/>
                    <a:pt x="66" y="4"/>
                  </a:cubicBezTo>
                  <a:cubicBezTo>
                    <a:pt x="61" y="3"/>
                    <a:pt x="58" y="2"/>
                    <a:pt x="52" y="4"/>
                  </a:cubicBezTo>
                  <a:cubicBezTo>
                    <a:pt x="51" y="4"/>
                    <a:pt x="51" y="4"/>
                    <a:pt x="50" y="4"/>
                  </a:cubicBezTo>
                  <a:cubicBezTo>
                    <a:pt x="50" y="4"/>
                    <a:pt x="49" y="4"/>
                    <a:pt x="49" y="4"/>
                  </a:cubicBezTo>
                  <a:cubicBezTo>
                    <a:pt x="49" y="4"/>
                    <a:pt x="49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43" y="4"/>
                    <a:pt x="43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1" y="4"/>
                    <a:pt x="41" y="3"/>
                    <a:pt x="41" y="3"/>
                  </a:cubicBezTo>
                  <a:cubicBezTo>
                    <a:pt x="41" y="3"/>
                    <a:pt x="40" y="3"/>
                    <a:pt x="40" y="3"/>
                  </a:cubicBezTo>
                  <a:cubicBezTo>
                    <a:pt x="40" y="3"/>
                    <a:pt x="40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8" y="2"/>
                    <a:pt x="37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2"/>
                    <a:pt x="35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2" y="1"/>
                    <a:pt x="32" y="1"/>
                  </a:cubicBezTo>
                  <a:cubicBezTo>
                    <a:pt x="32" y="1"/>
                    <a:pt x="32" y="1"/>
                    <a:pt x="31" y="1"/>
                  </a:cubicBezTo>
                  <a:cubicBezTo>
                    <a:pt x="31" y="1"/>
                    <a:pt x="31" y="0"/>
                    <a:pt x="3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29" y="0"/>
                  </a:cubicBezTo>
                  <a:cubicBezTo>
                    <a:pt x="29" y="0"/>
                    <a:pt x="28" y="0"/>
                    <a:pt x="28" y="0"/>
                  </a:cubicBezTo>
                  <a:cubicBezTo>
                    <a:pt x="27" y="0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0"/>
                    <a:pt x="23" y="0"/>
                    <a:pt x="2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1"/>
                    <a:pt x="19" y="2"/>
                    <a:pt x="18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5" y="4"/>
                    <a:pt x="15" y="4"/>
                    <a:pt x="15" y="5"/>
                  </a:cubicBezTo>
                  <a:cubicBezTo>
                    <a:pt x="14" y="6"/>
                    <a:pt x="12" y="7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10" y="11"/>
                    <a:pt x="10" y="12"/>
                  </a:cubicBezTo>
                  <a:cubicBezTo>
                    <a:pt x="5" y="26"/>
                    <a:pt x="3" y="44"/>
                    <a:pt x="1" y="55"/>
                  </a:cubicBezTo>
                  <a:cubicBezTo>
                    <a:pt x="0" y="59"/>
                    <a:pt x="6" y="65"/>
                    <a:pt x="14" y="66"/>
                  </a:cubicBezTo>
                  <a:cubicBezTo>
                    <a:pt x="16" y="66"/>
                    <a:pt x="25" y="68"/>
                    <a:pt x="28" y="77"/>
                  </a:cubicBezTo>
                  <a:cubicBezTo>
                    <a:pt x="31" y="91"/>
                    <a:pt x="38" y="109"/>
                    <a:pt x="44" y="112"/>
                  </a:cubicBezTo>
                  <a:cubicBezTo>
                    <a:pt x="53" y="115"/>
                    <a:pt x="34" y="81"/>
                    <a:pt x="42" y="70"/>
                  </a:cubicBezTo>
                  <a:cubicBezTo>
                    <a:pt x="48" y="62"/>
                    <a:pt x="50" y="55"/>
                    <a:pt x="52" y="4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3" name="Freeform 252">
              <a:extLst>
                <a:ext uri="{FF2B5EF4-FFF2-40B4-BE49-F238E27FC236}">
                  <a16:creationId xmlns:a16="http://schemas.microsoft.com/office/drawing/2014/main" id="{7F8B3E7D-7B5E-4651-B79E-AE2646F64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067"/>
              <a:ext cx="28" cy="89"/>
            </a:xfrm>
            <a:custGeom>
              <a:avLst/>
              <a:gdLst>
                <a:gd name="T0" fmla="*/ 0 w 9"/>
                <a:gd name="T1" fmla="*/ 0 h 29"/>
                <a:gd name="T2" fmla="*/ 271 w 9"/>
                <a:gd name="T3" fmla="*/ 83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9">
                  <a:moveTo>
                    <a:pt x="0" y="0"/>
                  </a:moveTo>
                  <a:cubicBezTo>
                    <a:pt x="1" y="13"/>
                    <a:pt x="3" y="22"/>
                    <a:pt x="9" y="2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4" name="Freeform 253">
              <a:extLst>
                <a:ext uri="{FF2B5EF4-FFF2-40B4-BE49-F238E27FC236}">
                  <a16:creationId xmlns:a16="http://schemas.microsoft.com/office/drawing/2014/main" id="{2207E26D-1254-4D74-90ED-C83E87247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031"/>
              <a:ext cx="101" cy="152"/>
            </a:xfrm>
            <a:custGeom>
              <a:avLst/>
              <a:gdLst>
                <a:gd name="T0" fmla="*/ 0 w 33"/>
                <a:gd name="T1" fmla="*/ 1155 h 50"/>
                <a:gd name="T2" fmla="*/ 722 w 33"/>
                <a:gd name="T3" fmla="*/ 897 h 50"/>
                <a:gd name="T4" fmla="*/ 777 w 33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0">
                  <a:moveTo>
                    <a:pt x="0" y="41"/>
                  </a:moveTo>
                  <a:cubicBezTo>
                    <a:pt x="6" y="50"/>
                    <a:pt x="21" y="42"/>
                    <a:pt x="25" y="32"/>
                  </a:cubicBezTo>
                  <a:cubicBezTo>
                    <a:pt x="30" y="22"/>
                    <a:pt x="33" y="5"/>
                    <a:pt x="27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5" name="Freeform 254">
              <a:extLst>
                <a:ext uri="{FF2B5EF4-FFF2-40B4-BE49-F238E27FC236}">
                  <a16:creationId xmlns:a16="http://schemas.microsoft.com/office/drawing/2014/main" id="{63BE9B4C-75CE-4F60-9D94-113494A42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019"/>
              <a:ext cx="49" cy="58"/>
            </a:xfrm>
            <a:custGeom>
              <a:avLst/>
              <a:gdLst>
                <a:gd name="T0" fmla="*/ 0 w 16"/>
                <a:gd name="T1" fmla="*/ 113 h 19"/>
                <a:gd name="T2" fmla="*/ 459 w 16"/>
                <a:gd name="T3" fmla="*/ 5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4"/>
                  </a:moveTo>
                  <a:cubicBezTo>
                    <a:pt x="8" y="0"/>
                    <a:pt x="16" y="7"/>
                    <a:pt x="16" y="1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6" name="Freeform 255">
              <a:extLst>
                <a:ext uri="{FF2B5EF4-FFF2-40B4-BE49-F238E27FC236}">
                  <a16:creationId xmlns:a16="http://schemas.microsoft.com/office/drawing/2014/main" id="{BDA87927-814F-4FC2-AB51-FC196E824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019"/>
              <a:ext cx="186" cy="112"/>
            </a:xfrm>
            <a:custGeom>
              <a:avLst/>
              <a:gdLst>
                <a:gd name="T0" fmla="*/ 967 w 61"/>
                <a:gd name="T1" fmla="*/ 1026 h 37"/>
                <a:gd name="T2" fmla="*/ 1729 w 61"/>
                <a:gd name="T3" fmla="*/ 82 h 37"/>
                <a:gd name="T4" fmla="*/ 1729 w 61"/>
                <a:gd name="T5" fmla="*/ 82 h 37"/>
                <a:gd name="T6" fmla="*/ 707 w 61"/>
                <a:gd name="T7" fmla="*/ 27 h 37"/>
                <a:gd name="T8" fmla="*/ 0 w 61"/>
                <a:gd name="T9" fmla="*/ 54 h 37"/>
                <a:gd name="T10" fmla="*/ 0 w 61"/>
                <a:gd name="T11" fmla="*/ 54 h 37"/>
                <a:gd name="T12" fmla="*/ 967 w 61"/>
                <a:gd name="T13" fmla="*/ 102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37">
                  <a:moveTo>
                    <a:pt x="34" y="37"/>
                  </a:moveTo>
                  <a:cubicBezTo>
                    <a:pt x="46" y="29"/>
                    <a:pt x="54" y="7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48" y="0"/>
                    <a:pt x="41" y="2"/>
                    <a:pt x="25" y="1"/>
                  </a:cubicBezTo>
                  <a:cubicBezTo>
                    <a:pt x="15" y="1"/>
                    <a:pt x="7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4" y="1"/>
                    <a:pt x="33" y="22"/>
                    <a:pt x="34" y="3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7" name="Freeform 256">
              <a:extLst>
                <a:ext uri="{FF2B5EF4-FFF2-40B4-BE49-F238E27FC236}">
                  <a16:creationId xmlns:a16="http://schemas.microsoft.com/office/drawing/2014/main" id="{2C2A1301-DBEF-4BFE-83A1-E189141AF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594"/>
              <a:ext cx="24" cy="28"/>
            </a:xfrm>
            <a:custGeom>
              <a:avLst/>
              <a:gdLst>
                <a:gd name="T0" fmla="*/ 108 w 8"/>
                <a:gd name="T1" fmla="*/ 0 h 9"/>
                <a:gd name="T2" fmla="*/ 216 w 8"/>
                <a:gd name="T3" fmla="*/ 2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1" y="0"/>
                    <a:pt x="0" y="9"/>
                    <a:pt x="8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8" name="Freeform 257">
              <a:extLst>
                <a:ext uri="{FF2B5EF4-FFF2-40B4-BE49-F238E27FC236}">
                  <a16:creationId xmlns:a16="http://schemas.microsoft.com/office/drawing/2014/main" id="{7C64924B-C709-4E04-8406-E21D0CE35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550"/>
              <a:ext cx="109" cy="377"/>
            </a:xfrm>
            <a:custGeom>
              <a:avLst/>
              <a:gdLst>
                <a:gd name="T0" fmla="*/ 999 w 36"/>
                <a:gd name="T1" fmla="*/ 0 h 124"/>
                <a:gd name="T2" fmla="*/ 751 w 36"/>
                <a:gd name="T3" fmla="*/ 304 h 124"/>
                <a:gd name="T4" fmla="*/ 533 w 36"/>
                <a:gd name="T5" fmla="*/ 702 h 124"/>
                <a:gd name="T6" fmla="*/ 385 w 36"/>
                <a:gd name="T7" fmla="*/ 784 h 124"/>
                <a:gd name="T8" fmla="*/ 330 w 36"/>
                <a:gd name="T9" fmla="*/ 952 h 124"/>
                <a:gd name="T10" fmla="*/ 0 w 36"/>
                <a:gd name="T11" fmla="*/ 1155 h 124"/>
                <a:gd name="T12" fmla="*/ 167 w 36"/>
                <a:gd name="T13" fmla="*/ 1405 h 124"/>
                <a:gd name="T14" fmla="*/ 136 w 36"/>
                <a:gd name="T15" fmla="*/ 1544 h 124"/>
                <a:gd name="T16" fmla="*/ 330 w 36"/>
                <a:gd name="T17" fmla="*/ 1681 h 124"/>
                <a:gd name="T18" fmla="*/ 357 w 36"/>
                <a:gd name="T19" fmla="*/ 2052 h 124"/>
                <a:gd name="T20" fmla="*/ 560 w 36"/>
                <a:gd name="T21" fmla="*/ 2329 h 124"/>
                <a:gd name="T22" fmla="*/ 560 w 36"/>
                <a:gd name="T23" fmla="*/ 2672 h 124"/>
                <a:gd name="T24" fmla="*/ 669 w 36"/>
                <a:gd name="T25" fmla="*/ 2782 h 124"/>
                <a:gd name="T26" fmla="*/ 642 w 36"/>
                <a:gd name="T27" fmla="*/ 2949 h 124"/>
                <a:gd name="T28" fmla="*/ 751 w 36"/>
                <a:gd name="T29" fmla="*/ 3484 h 1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" h="124">
                  <a:moveTo>
                    <a:pt x="36" y="0"/>
                  </a:moveTo>
                  <a:cubicBezTo>
                    <a:pt x="35" y="5"/>
                    <a:pt x="29" y="7"/>
                    <a:pt x="27" y="11"/>
                  </a:cubicBezTo>
                  <a:cubicBezTo>
                    <a:pt x="24" y="18"/>
                    <a:pt x="26" y="19"/>
                    <a:pt x="19" y="25"/>
                  </a:cubicBezTo>
                  <a:cubicBezTo>
                    <a:pt x="18" y="26"/>
                    <a:pt x="15" y="26"/>
                    <a:pt x="14" y="28"/>
                  </a:cubicBezTo>
                  <a:cubicBezTo>
                    <a:pt x="13" y="29"/>
                    <a:pt x="13" y="33"/>
                    <a:pt x="12" y="34"/>
                  </a:cubicBezTo>
                  <a:cubicBezTo>
                    <a:pt x="8" y="38"/>
                    <a:pt x="6" y="38"/>
                    <a:pt x="0" y="41"/>
                  </a:cubicBezTo>
                  <a:cubicBezTo>
                    <a:pt x="4" y="44"/>
                    <a:pt x="4" y="47"/>
                    <a:pt x="6" y="50"/>
                  </a:cubicBezTo>
                  <a:cubicBezTo>
                    <a:pt x="6" y="51"/>
                    <a:pt x="4" y="53"/>
                    <a:pt x="5" y="55"/>
                  </a:cubicBezTo>
                  <a:cubicBezTo>
                    <a:pt x="6" y="57"/>
                    <a:pt x="10" y="58"/>
                    <a:pt x="12" y="60"/>
                  </a:cubicBezTo>
                  <a:cubicBezTo>
                    <a:pt x="16" y="66"/>
                    <a:pt x="11" y="67"/>
                    <a:pt x="13" y="73"/>
                  </a:cubicBezTo>
                  <a:cubicBezTo>
                    <a:pt x="14" y="77"/>
                    <a:pt x="19" y="78"/>
                    <a:pt x="20" y="83"/>
                  </a:cubicBezTo>
                  <a:cubicBezTo>
                    <a:pt x="21" y="86"/>
                    <a:pt x="19" y="91"/>
                    <a:pt x="20" y="95"/>
                  </a:cubicBezTo>
                  <a:cubicBezTo>
                    <a:pt x="20" y="96"/>
                    <a:pt x="23" y="97"/>
                    <a:pt x="24" y="99"/>
                  </a:cubicBezTo>
                  <a:cubicBezTo>
                    <a:pt x="25" y="101"/>
                    <a:pt x="22" y="103"/>
                    <a:pt x="23" y="105"/>
                  </a:cubicBezTo>
                  <a:cubicBezTo>
                    <a:pt x="24" y="111"/>
                    <a:pt x="28" y="120"/>
                    <a:pt x="27" y="124"/>
                  </a:cubicBezTo>
                </a:path>
              </a:pathLst>
            </a:custGeom>
            <a:noFill/>
            <a:ln w="9525" cap="flat">
              <a:solidFill>
                <a:srgbClr val="EAD9B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9" name="Freeform 258">
              <a:extLst>
                <a:ext uri="{FF2B5EF4-FFF2-40B4-BE49-F238E27FC236}">
                  <a16:creationId xmlns:a16="http://schemas.microsoft.com/office/drawing/2014/main" id="{C5A5EC6E-1548-45C8-A0AB-A530BE934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391"/>
              <a:ext cx="234" cy="628"/>
            </a:xfrm>
            <a:custGeom>
              <a:avLst/>
              <a:gdLst>
                <a:gd name="T0" fmla="*/ 109 w 77"/>
                <a:gd name="T1" fmla="*/ 0 h 206"/>
                <a:gd name="T2" fmla="*/ 331 w 77"/>
                <a:gd name="T3" fmla="*/ 680 h 206"/>
                <a:gd name="T4" fmla="*/ 331 w 77"/>
                <a:gd name="T5" fmla="*/ 966 h 206"/>
                <a:gd name="T6" fmla="*/ 508 w 77"/>
                <a:gd name="T7" fmla="*/ 1079 h 206"/>
                <a:gd name="T8" fmla="*/ 508 w 77"/>
                <a:gd name="T9" fmla="*/ 1216 h 206"/>
                <a:gd name="T10" fmla="*/ 508 w 77"/>
                <a:gd name="T11" fmla="*/ 1329 h 206"/>
                <a:gd name="T12" fmla="*/ 647 w 77"/>
                <a:gd name="T13" fmla="*/ 1411 h 206"/>
                <a:gd name="T14" fmla="*/ 675 w 77"/>
                <a:gd name="T15" fmla="*/ 1701 h 206"/>
                <a:gd name="T16" fmla="*/ 811 w 77"/>
                <a:gd name="T17" fmla="*/ 1756 h 206"/>
                <a:gd name="T18" fmla="*/ 784 w 77"/>
                <a:gd name="T19" fmla="*/ 1869 h 206"/>
                <a:gd name="T20" fmla="*/ 896 w 77"/>
                <a:gd name="T21" fmla="*/ 2128 h 206"/>
                <a:gd name="T22" fmla="*/ 1006 w 77"/>
                <a:gd name="T23" fmla="*/ 2378 h 206"/>
                <a:gd name="T24" fmla="*/ 979 w 77"/>
                <a:gd name="T25" fmla="*/ 2491 h 206"/>
                <a:gd name="T26" fmla="*/ 1061 w 77"/>
                <a:gd name="T27" fmla="*/ 2573 h 206"/>
                <a:gd name="T28" fmla="*/ 1210 w 77"/>
                <a:gd name="T29" fmla="*/ 2640 h 206"/>
                <a:gd name="T30" fmla="*/ 1210 w 77"/>
                <a:gd name="T31" fmla="*/ 2780 h 206"/>
                <a:gd name="T32" fmla="*/ 1182 w 77"/>
                <a:gd name="T33" fmla="*/ 2917 h 206"/>
                <a:gd name="T34" fmla="*/ 1349 w 77"/>
                <a:gd name="T35" fmla="*/ 3058 h 206"/>
                <a:gd name="T36" fmla="*/ 1653 w 77"/>
                <a:gd name="T37" fmla="*/ 3457 h 206"/>
                <a:gd name="T38" fmla="*/ 2051 w 77"/>
                <a:gd name="T39" fmla="*/ 3829 h 206"/>
                <a:gd name="T40" fmla="*/ 1994 w 77"/>
                <a:gd name="T41" fmla="*/ 3969 h 206"/>
                <a:gd name="T42" fmla="*/ 2133 w 77"/>
                <a:gd name="T43" fmla="*/ 4052 h 206"/>
                <a:gd name="T44" fmla="*/ 2161 w 77"/>
                <a:gd name="T45" fmla="*/ 4509 h 206"/>
                <a:gd name="T46" fmla="*/ 2051 w 77"/>
                <a:gd name="T47" fmla="*/ 4731 h 206"/>
                <a:gd name="T48" fmla="*/ 2133 w 77"/>
                <a:gd name="T49" fmla="*/ 4990 h 206"/>
                <a:gd name="T50" fmla="*/ 2024 w 77"/>
                <a:gd name="T51" fmla="*/ 5158 h 206"/>
                <a:gd name="T52" fmla="*/ 2024 w 77"/>
                <a:gd name="T53" fmla="*/ 5436 h 206"/>
                <a:gd name="T54" fmla="*/ 1939 w 77"/>
                <a:gd name="T55" fmla="*/ 5835 h 20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7" h="206">
                  <a:moveTo>
                    <a:pt x="4" y="0"/>
                  </a:moveTo>
                  <a:cubicBezTo>
                    <a:pt x="0" y="11"/>
                    <a:pt x="11" y="15"/>
                    <a:pt x="12" y="24"/>
                  </a:cubicBezTo>
                  <a:cubicBezTo>
                    <a:pt x="13" y="29"/>
                    <a:pt x="9" y="29"/>
                    <a:pt x="12" y="34"/>
                  </a:cubicBezTo>
                  <a:cubicBezTo>
                    <a:pt x="12" y="36"/>
                    <a:pt x="17" y="36"/>
                    <a:pt x="18" y="38"/>
                  </a:cubicBezTo>
                  <a:cubicBezTo>
                    <a:pt x="19" y="39"/>
                    <a:pt x="18" y="42"/>
                    <a:pt x="18" y="43"/>
                  </a:cubicBezTo>
                  <a:cubicBezTo>
                    <a:pt x="18" y="42"/>
                    <a:pt x="18" y="47"/>
                    <a:pt x="18" y="47"/>
                  </a:cubicBezTo>
                  <a:cubicBezTo>
                    <a:pt x="18" y="49"/>
                    <a:pt x="23" y="48"/>
                    <a:pt x="23" y="50"/>
                  </a:cubicBezTo>
                  <a:cubicBezTo>
                    <a:pt x="24" y="53"/>
                    <a:pt x="23" y="57"/>
                    <a:pt x="24" y="60"/>
                  </a:cubicBezTo>
                  <a:cubicBezTo>
                    <a:pt x="25" y="61"/>
                    <a:pt x="28" y="60"/>
                    <a:pt x="29" y="62"/>
                  </a:cubicBezTo>
                  <a:cubicBezTo>
                    <a:pt x="29" y="63"/>
                    <a:pt x="28" y="65"/>
                    <a:pt x="28" y="66"/>
                  </a:cubicBezTo>
                  <a:cubicBezTo>
                    <a:pt x="30" y="69"/>
                    <a:pt x="31" y="72"/>
                    <a:pt x="32" y="75"/>
                  </a:cubicBezTo>
                  <a:cubicBezTo>
                    <a:pt x="34" y="78"/>
                    <a:pt x="35" y="81"/>
                    <a:pt x="36" y="84"/>
                  </a:cubicBezTo>
                  <a:cubicBezTo>
                    <a:pt x="36" y="85"/>
                    <a:pt x="35" y="87"/>
                    <a:pt x="35" y="88"/>
                  </a:cubicBezTo>
                  <a:cubicBezTo>
                    <a:pt x="36" y="90"/>
                    <a:pt x="38" y="90"/>
                    <a:pt x="38" y="91"/>
                  </a:cubicBezTo>
                  <a:cubicBezTo>
                    <a:pt x="39" y="92"/>
                    <a:pt x="42" y="91"/>
                    <a:pt x="43" y="93"/>
                  </a:cubicBezTo>
                  <a:cubicBezTo>
                    <a:pt x="44" y="94"/>
                    <a:pt x="42" y="96"/>
                    <a:pt x="43" y="98"/>
                  </a:cubicBezTo>
                  <a:cubicBezTo>
                    <a:pt x="44" y="99"/>
                    <a:pt x="42" y="101"/>
                    <a:pt x="42" y="103"/>
                  </a:cubicBezTo>
                  <a:cubicBezTo>
                    <a:pt x="43" y="106"/>
                    <a:pt x="47" y="106"/>
                    <a:pt x="48" y="108"/>
                  </a:cubicBezTo>
                  <a:cubicBezTo>
                    <a:pt x="51" y="116"/>
                    <a:pt x="51" y="116"/>
                    <a:pt x="59" y="122"/>
                  </a:cubicBezTo>
                  <a:cubicBezTo>
                    <a:pt x="64" y="126"/>
                    <a:pt x="66" y="134"/>
                    <a:pt x="73" y="135"/>
                  </a:cubicBezTo>
                  <a:cubicBezTo>
                    <a:pt x="72" y="136"/>
                    <a:pt x="72" y="139"/>
                    <a:pt x="71" y="140"/>
                  </a:cubicBezTo>
                  <a:cubicBezTo>
                    <a:pt x="72" y="140"/>
                    <a:pt x="74" y="143"/>
                    <a:pt x="76" y="143"/>
                  </a:cubicBezTo>
                  <a:cubicBezTo>
                    <a:pt x="70" y="149"/>
                    <a:pt x="77" y="153"/>
                    <a:pt x="77" y="159"/>
                  </a:cubicBezTo>
                  <a:cubicBezTo>
                    <a:pt x="77" y="161"/>
                    <a:pt x="73" y="164"/>
                    <a:pt x="73" y="167"/>
                  </a:cubicBezTo>
                  <a:cubicBezTo>
                    <a:pt x="73" y="170"/>
                    <a:pt x="76" y="174"/>
                    <a:pt x="76" y="176"/>
                  </a:cubicBezTo>
                  <a:cubicBezTo>
                    <a:pt x="75" y="179"/>
                    <a:pt x="72" y="180"/>
                    <a:pt x="72" y="182"/>
                  </a:cubicBezTo>
                  <a:cubicBezTo>
                    <a:pt x="72" y="186"/>
                    <a:pt x="73" y="189"/>
                    <a:pt x="72" y="192"/>
                  </a:cubicBezTo>
                  <a:cubicBezTo>
                    <a:pt x="72" y="196"/>
                    <a:pt x="71" y="204"/>
                    <a:pt x="69" y="206"/>
                  </a:cubicBezTo>
                </a:path>
              </a:pathLst>
            </a:custGeom>
            <a:noFill/>
            <a:ln w="9525" cap="flat">
              <a:solidFill>
                <a:srgbClr val="EAD9B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0" name="Freeform 259">
              <a:extLst>
                <a:ext uri="{FF2B5EF4-FFF2-40B4-BE49-F238E27FC236}">
                  <a16:creationId xmlns:a16="http://schemas.microsoft.com/office/drawing/2014/main" id="{F9F8B32A-2363-43FE-9402-FFE021C1C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489"/>
              <a:ext cx="670" cy="338"/>
            </a:xfrm>
            <a:custGeom>
              <a:avLst/>
              <a:gdLst>
                <a:gd name="T0" fmla="*/ 0 w 220"/>
                <a:gd name="T1" fmla="*/ 3133 h 111"/>
                <a:gd name="T2" fmla="*/ 372 w 220"/>
                <a:gd name="T3" fmla="*/ 3133 h 111"/>
                <a:gd name="T4" fmla="*/ 649 w 220"/>
                <a:gd name="T5" fmla="*/ 3106 h 111"/>
                <a:gd name="T6" fmla="*/ 1075 w 220"/>
                <a:gd name="T7" fmla="*/ 2966 h 111"/>
                <a:gd name="T8" fmla="*/ 1297 w 220"/>
                <a:gd name="T9" fmla="*/ 2792 h 111"/>
                <a:gd name="T10" fmla="*/ 1437 w 220"/>
                <a:gd name="T11" fmla="*/ 2597 h 111"/>
                <a:gd name="T12" fmla="*/ 1492 w 220"/>
                <a:gd name="T13" fmla="*/ 2345 h 111"/>
                <a:gd name="T14" fmla="*/ 1587 w 220"/>
                <a:gd name="T15" fmla="*/ 2004 h 111"/>
                <a:gd name="T16" fmla="*/ 1724 w 220"/>
                <a:gd name="T17" fmla="*/ 1723 h 111"/>
                <a:gd name="T18" fmla="*/ 1754 w 220"/>
                <a:gd name="T19" fmla="*/ 1465 h 111"/>
                <a:gd name="T20" fmla="*/ 1754 w 220"/>
                <a:gd name="T21" fmla="*/ 1355 h 111"/>
                <a:gd name="T22" fmla="*/ 2144 w 220"/>
                <a:gd name="T23" fmla="*/ 843 h 111"/>
                <a:gd name="T24" fmla="*/ 2540 w 220"/>
                <a:gd name="T25" fmla="*/ 426 h 111"/>
                <a:gd name="T26" fmla="*/ 2969 w 220"/>
                <a:gd name="T27" fmla="*/ 250 h 111"/>
                <a:gd name="T28" fmla="*/ 3387 w 220"/>
                <a:gd name="T29" fmla="*/ 277 h 111"/>
                <a:gd name="T30" fmla="*/ 4212 w 220"/>
                <a:gd name="T31" fmla="*/ 0 h 111"/>
                <a:gd name="T32" fmla="*/ 4629 w 220"/>
                <a:gd name="T33" fmla="*/ 167 h 111"/>
                <a:gd name="T34" fmla="*/ 4888 w 220"/>
                <a:gd name="T35" fmla="*/ 277 h 111"/>
                <a:gd name="T36" fmla="*/ 5083 w 220"/>
                <a:gd name="T37" fmla="*/ 344 h 111"/>
                <a:gd name="T38" fmla="*/ 5369 w 220"/>
                <a:gd name="T39" fmla="*/ 676 h 111"/>
                <a:gd name="T40" fmla="*/ 5397 w 220"/>
                <a:gd name="T41" fmla="*/ 843 h 111"/>
                <a:gd name="T42" fmla="*/ 5677 w 220"/>
                <a:gd name="T43" fmla="*/ 929 h 111"/>
                <a:gd name="T44" fmla="*/ 5872 w 220"/>
                <a:gd name="T45" fmla="*/ 1465 h 111"/>
                <a:gd name="T46" fmla="*/ 6048 w 220"/>
                <a:gd name="T47" fmla="*/ 1519 h 111"/>
                <a:gd name="T48" fmla="*/ 6021 w 220"/>
                <a:gd name="T49" fmla="*/ 1641 h 111"/>
                <a:gd name="T50" fmla="*/ 6213 w 220"/>
                <a:gd name="T51" fmla="*/ 1723 h 11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20" h="111">
                  <a:moveTo>
                    <a:pt x="0" y="111"/>
                  </a:moveTo>
                  <a:cubicBezTo>
                    <a:pt x="5" y="111"/>
                    <a:pt x="9" y="111"/>
                    <a:pt x="13" y="111"/>
                  </a:cubicBezTo>
                  <a:cubicBezTo>
                    <a:pt x="18" y="110"/>
                    <a:pt x="19" y="104"/>
                    <a:pt x="23" y="110"/>
                  </a:cubicBezTo>
                  <a:cubicBezTo>
                    <a:pt x="26" y="107"/>
                    <a:pt x="34" y="106"/>
                    <a:pt x="38" y="105"/>
                  </a:cubicBezTo>
                  <a:cubicBezTo>
                    <a:pt x="45" y="103"/>
                    <a:pt x="42" y="105"/>
                    <a:pt x="46" y="99"/>
                  </a:cubicBezTo>
                  <a:cubicBezTo>
                    <a:pt x="48" y="96"/>
                    <a:pt x="50" y="95"/>
                    <a:pt x="51" y="92"/>
                  </a:cubicBezTo>
                  <a:cubicBezTo>
                    <a:pt x="52" y="91"/>
                    <a:pt x="53" y="84"/>
                    <a:pt x="53" y="83"/>
                  </a:cubicBezTo>
                  <a:cubicBezTo>
                    <a:pt x="54" y="80"/>
                    <a:pt x="55" y="74"/>
                    <a:pt x="56" y="71"/>
                  </a:cubicBezTo>
                  <a:cubicBezTo>
                    <a:pt x="57" y="67"/>
                    <a:pt x="60" y="66"/>
                    <a:pt x="61" y="61"/>
                  </a:cubicBezTo>
                  <a:cubicBezTo>
                    <a:pt x="62" y="58"/>
                    <a:pt x="61" y="54"/>
                    <a:pt x="62" y="52"/>
                  </a:cubicBezTo>
                  <a:cubicBezTo>
                    <a:pt x="61" y="50"/>
                    <a:pt x="62" y="50"/>
                    <a:pt x="62" y="48"/>
                  </a:cubicBezTo>
                  <a:cubicBezTo>
                    <a:pt x="75" y="48"/>
                    <a:pt x="70" y="37"/>
                    <a:pt x="76" y="30"/>
                  </a:cubicBezTo>
                  <a:cubicBezTo>
                    <a:pt x="81" y="24"/>
                    <a:pt x="89" y="26"/>
                    <a:pt x="90" y="15"/>
                  </a:cubicBezTo>
                  <a:cubicBezTo>
                    <a:pt x="98" y="18"/>
                    <a:pt x="99" y="11"/>
                    <a:pt x="105" y="9"/>
                  </a:cubicBezTo>
                  <a:cubicBezTo>
                    <a:pt x="109" y="7"/>
                    <a:pt x="116" y="10"/>
                    <a:pt x="120" y="10"/>
                  </a:cubicBezTo>
                  <a:cubicBezTo>
                    <a:pt x="131" y="11"/>
                    <a:pt x="142" y="11"/>
                    <a:pt x="149" y="0"/>
                  </a:cubicBezTo>
                  <a:cubicBezTo>
                    <a:pt x="149" y="11"/>
                    <a:pt x="157" y="5"/>
                    <a:pt x="164" y="6"/>
                  </a:cubicBezTo>
                  <a:cubicBezTo>
                    <a:pt x="165" y="6"/>
                    <a:pt x="172" y="10"/>
                    <a:pt x="173" y="10"/>
                  </a:cubicBezTo>
                  <a:cubicBezTo>
                    <a:pt x="175" y="11"/>
                    <a:pt x="178" y="11"/>
                    <a:pt x="180" y="12"/>
                  </a:cubicBezTo>
                  <a:cubicBezTo>
                    <a:pt x="186" y="15"/>
                    <a:pt x="188" y="19"/>
                    <a:pt x="190" y="24"/>
                  </a:cubicBezTo>
                  <a:cubicBezTo>
                    <a:pt x="192" y="27"/>
                    <a:pt x="187" y="27"/>
                    <a:pt x="191" y="30"/>
                  </a:cubicBezTo>
                  <a:cubicBezTo>
                    <a:pt x="193" y="32"/>
                    <a:pt x="199" y="31"/>
                    <a:pt x="201" y="33"/>
                  </a:cubicBezTo>
                  <a:cubicBezTo>
                    <a:pt x="194" y="45"/>
                    <a:pt x="215" y="40"/>
                    <a:pt x="208" y="52"/>
                  </a:cubicBezTo>
                  <a:cubicBezTo>
                    <a:pt x="210" y="52"/>
                    <a:pt x="212" y="54"/>
                    <a:pt x="214" y="54"/>
                  </a:cubicBezTo>
                  <a:cubicBezTo>
                    <a:pt x="214" y="55"/>
                    <a:pt x="214" y="57"/>
                    <a:pt x="213" y="58"/>
                  </a:cubicBezTo>
                  <a:cubicBezTo>
                    <a:pt x="216" y="58"/>
                    <a:pt x="218" y="60"/>
                    <a:pt x="220" y="61"/>
                  </a:cubicBezTo>
                </a:path>
              </a:pathLst>
            </a:custGeom>
            <a:noFill/>
            <a:ln w="9525" cap="flat">
              <a:solidFill>
                <a:srgbClr val="EAD9B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1" name="Freeform 260">
              <a:extLst>
                <a:ext uri="{FF2B5EF4-FFF2-40B4-BE49-F238E27FC236}">
                  <a16:creationId xmlns:a16="http://schemas.microsoft.com/office/drawing/2014/main" id="{11500056-EDEB-4596-82C3-21087C775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935"/>
              <a:ext cx="82" cy="612"/>
            </a:xfrm>
            <a:custGeom>
              <a:avLst/>
              <a:gdLst>
                <a:gd name="T0" fmla="*/ 647 w 27"/>
                <a:gd name="T1" fmla="*/ 5672 h 201"/>
                <a:gd name="T2" fmla="*/ 702 w 27"/>
                <a:gd name="T3" fmla="*/ 5450 h 201"/>
                <a:gd name="T4" fmla="*/ 589 w 27"/>
                <a:gd name="T5" fmla="*/ 5368 h 201"/>
                <a:gd name="T6" fmla="*/ 674 w 27"/>
                <a:gd name="T7" fmla="*/ 4747 h 201"/>
                <a:gd name="T8" fmla="*/ 507 w 27"/>
                <a:gd name="T9" fmla="*/ 4598 h 201"/>
                <a:gd name="T10" fmla="*/ 702 w 27"/>
                <a:gd name="T11" fmla="*/ 4403 h 201"/>
                <a:gd name="T12" fmla="*/ 480 w 27"/>
                <a:gd name="T13" fmla="*/ 4208 h 201"/>
                <a:gd name="T14" fmla="*/ 425 w 27"/>
                <a:gd name="T15" fmla="*/ 3410 h 201"/>
                <a:gd name="T16" fmla="*/ 617 w 27"/>
                <a:gd name="T17" fmla="*/ 3023 h 201"/>
                <a:gd name="T18" fmla="*/ 398 w 27"/>
                <a:gd name="T19" fmla="*/ 2966 h 201"/>
                <a:gd name="T20" fmla="*/ 589 w 27"/>
                <a:gd name="T21" fmla="*/ 2707 h 201"/>
                <a:gd name="T22" fmla="*/ 249 w 27"/>
                <a:gd name="T23" fmla="*/ 2597 h 201"/>
                <a:gd name="T24" fmla="*/ 647 w 27"/>
                <a:gd name="T25" fmla="*/ 2317 h 201"/>
                <a:gd name="T26" fmla="*/ 358 w 27"/>
                <a:gd name="T27" fmla="*/ 2140 h 201"/>
                <a:gd name="T28" fmla="*/ 647 w 27"/>
                <a:gd name="T29" fmla="*/ 1976 h 201"/>
                <a:gd name="T30" fmla="*/ 507 w 27"/>
                <a:gd name="T31" fmla="*/ 1863 h 201"/>
                <a:gd name="T32" fmla="*/ 647 w 27"/>
                <a:gd name="T33" fmla="*/ 1669 h 201"/>
                <a:gd name="T34" fmla="*/ 0 w 27"/>
                <a:gd name="T35" fmla="*/ 1641 h 201"/>
                <a:gd name="T36" fmla="*/ 507 w 27"/>
                <a:gd name="T37" fmla="*/ 1270 h 201"/>
                <a:gd name="T38" fmla="*/ 194 w 27"/>
                <a:gd name="T39" fmla="*/ 1102 h 201"/>
                <a:gd name="T40" fmla="*/ 453 w 27"/>
                <a:gd name="T41" fmla="*/ 816 h 201"/>
                <a:gd name="T42" fmla="*/ 140 w 27"/>
                <a:gd name="T43" fmla="*/ 734 h 201"/>
                <a:gd name="T44" fmla="*/ 331 w 27"/>
                <a:gd name="T45" fmla="*/ 508 h 201"/>
                <a:gd name="T46" fmla="*/ 27 w 27"/>
                <a:gd name="T47" fmla="*/ 426 h 201"/>
                <a:gd name="T48" fmla="*/ 249 w 27"/>
                <a:gd name="T49" fmla="*/ 250 h 201"/>
                <a:gd name="T50" fmla="*/ 55 w 27"/>
                <a:gd name="T51" fmla="*/ 140 h 201"/>
                <a:gd name="T52" fmla="*/ 167 w 27"/>
                <a:gd name="T53" fmla="*/ 0 h 20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7" h="201">
                  <a:moveTo>
                    <a:pt x="23" y="201"/>
                  </a:moveTo>
                  <a:cubicBezTo>
                    <a:pt x="24" y="198"/>
                    <a:pt x="25" y="195"/>
                    <a:pt x="25" y="193"/>
                  </a:cubicBezTo>
                  <a:cubicBezTo>
                    <a:pt x="24" y="192"/>
                    <a:pt x="22" y="191"/>
                    <a:pt x="21" y="190"/>
                  </a:cubicBezTo>
                  <a:cubicBezTo>
                    <a:pt x="23" y="180"/>
                    <a:pt x="10" y="174"/>
                    <a:pt x="24" y="168"/>
                  </a:cubicBezTo>
                  <a:cubicBezTo>
                    <a:pt x="23" y="167"/>
                    <a:pt x="20" y="164"/>
                    <a:pt x="18" y="163"/>
                  </a:cubicBezTo>
                  <a:cubicBezTo>
                    <a:pt x="20" y="162"/>
                    <a:pt x="22" y="158"/>
                    <a:pt x="25" y="156"/>
                  </a:cubicBezTo>
                  <a:cubicBezTo>
                    <a:pt x="23" y="155"/>
                    <a:pt x="19" y="150"/>
                    <a:pt x="17" y="149"/>
                  </a:cubicBezTo>
                  <a:cubicBezTo>
                    <a:pt x="27" y="143"/>
                    <a:pt x="26" y="123"/>
                    <a:pt x="15" y="121"/>
                  </a:cubicBezTo>
                  <a:cubicBezTo>
                    <a:pt x="16" y="115"/>
                    <a:pt x="21" y="113"/>
                    <a:pt x="22" y="107"/>
                  </a:cubicBezTo>
                  <a:cubicBezTo>
                    <a:pt x="19" y="107"/>
                    <a:pt x="16" y="106"/>
                    <a:pt x="14" y="105"/>
                  </a:cubicBezTo>
                  <a:cubicBezTo>
                    <a:pt x="16" y="103"/>
                    <a:pt x="18" y="98"/>
                    <a:pt x="21" y="96"/>
                  </a:cubicBezTo>
                  <a:cubicBezTo>
                    <a:pt x="18" y="94"/>
                    <a:pt x="13" y="93"/>
                    <a:pt x="9" y="92"/>
                  </a:cubicBezTo>
                  <a:cubicBezTo>
                    <a:pt x="12" y="88"/>
                    <a:pt x="19" y="86"/>
                    <a:pt x="23" y="82"/>
                  </a:cubicBezTo>
                  <a:cubicBezTo>
                    <a:pt x="20" y="81"/>
                    <a:pt x="15" y="77"/>
                    <a:pt x="13" y="76"/>
                  </a:cubicBezTo>
                  <a:cubicBezTo>
                    <a:pt x="16" y="74"/>
                    <a:pt x="18" y="71"/>
                    <a:pt x="23" y="70"/>
                  </a:cubicBezTo>
                  <a:cubicBezTo>
                    <a:pt x="22" y="69"/>
                    <a:pt x="20" y="67"/>
                    <a:pt x="18" y="66"/>
                  </a:cubicBezTo>
                  <a:cubicBezTo>
                    <a:pt x="21" y="64"/>
                    <a:pt x="21" y="60"/>
                    <a:pt x="23" y="59"/>
                  </a:cubicBezTo>
                  <a:cubicBezTo>
                    <a:pt x="15" y="54"/>
                    <a:pt x="7" y="60"/>
                    <a:pt x="0" y="58"/>
                  </a:cubicBezTo>
                  <a:cubicBezTo>
                    <a:pt x="1" y="49"/>
                    <a:pt x="13" y="51"/>
                    <a:pt x="18" y="45"/>
                  </a:cubicBezTo>
                  <a:cubicBezTo>
                    <a:pt x="15" y="42"/>
                    <a:pt x="11" y="40"/>
                    <a:pt x="7" y="39"/>
                  </a:cubicBezTo>
                  <a:cubicBezTo>
                    <a:pt x="10" y="36"/>
                    <a:pt x="13" y="32"/>
                    <a:pt x="16" y="29"/>
                  </a:cubicBezTo>
                  <a:cubicBezTo>
                    <a:pt x="14" y="29"/>
                    <a:pt x="8" y="26"/>
                    <a:pt x="5" y="26"/>
                  </a:cubicBezTo>
                  <a:cubicBezTo>
                    <a:pt x="8" y="24"/>
                    <a:pt x="9" y="20"/>
                    <a:pt x="12" y="18"/>
                  </a:cubicBezTo>
                  <a:cubicBezTo>
                    <a:pt x="9" y="17"/>
                    <a:pt x="5" y="15"/>
                    <a:pt x="1" y="15"/>
                  </a:cubicBezTo>
                  <a:cubicBezTo>
                    <a:pt x="3" y="12"/>
                    <a:pt x="6" y="12"/>
                    <a:pt x="9" y="9"/>
                  </a:cubicBezTo>
                  <a:cubicBezTo>
                    <a:pt x="10" y="7"/>
                    <a:pt x="4" y="6"/>
                    <a:pt x="2" y="5"/>
                  </a:cubicBezTo>
                  <a:cubicBezTo>
                    <a:pt x="1" y="3"/>
                    <a:pt x="6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EAD9B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2" name="Freeform 261">
              <a:extLst>
                <a:ext uri="{FF2B5EF4-FFF2-40B4-BE49-F238E27FC236}">
                  <a16:creationId xmlns:a16="http://schemas.microsoft.com/office/drawing/2014/main" id="{E5BF1BC4-2070-48B3-BA90-9F5D70F6D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681"/>
              <a:ext cx="244" cy="55"/>
            </a:xfrm>
            <a:custGeom>
              <a:avLst/>
              <a:gdLst>
                <a:gd name="T0" fmla="*/ 0 w 80"/>
                <a:gd name="T1" fmla="*/ 373 h 18"/>
                <a:gd name="T2" fmla="*/ 290 w 80"/>
                <a:gd name="T3" fmla="*/ 318 h 18"/>
                <a:gd name="T4" fmla="*/ 622 w 80"/>
                <a:gd name="T5" fmla="*/ 223 h 18"/>
                <a:gd name="T6" fmla="*/ 967 w 80"/>
                <a:gd name="T7" fmla="*/ 373 h 18"/>
                <a:gd name="T8" fmla="*/ 1052 w 80"/>
                <a:gd name="T9" fmla="*/ 318 h 18"/>
                <a:gd name="T10" fmla="*/ 1330 w 80"/>
                <a:gd name="T11" fmla="*/ 486 h 18"/>
                <a:gd name="T12" fmla="*/ 1507 w 80"/>
                <a:gd name="T13" fmla="*/ 373 h 18"/>
                <a:gd name="T14" fmla="*/ 1620 w 80"/>
                <a:gd name="T15" fmla="*/ 486 h 18"/>
                <a:gd name="T16" fmla="*/ 1897 w 80"/>
                <a:gd name="T17" fmla="*/ 400 h 18"/>
                <a:gd name="T18" fmla="*/ 1955 w 80"/>
                <a:gd name="T19" fmla="*/ 290 h 18"/>
                <a:gd name="T20" fmla="*/ 2074 w 80"/>
                <a:gd name="T21" fmla="*/ 345 h 18"/>
                <a:gd name="T22" fmla="*/ 2269 w 80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18">
                  <a:moveTo>
                    <a:pt x="0" y="13"/>
                  </a:moveTo>
                  <a:cubicBezTo>
                    <a:pt x="3" y="18"/>
                    <a:pt x="7" y="14"/>
                    <a:pt x="10" y="11"/>
                  </a:cubicBezTo>
                  <a:cubicBezTo>
                    <a:pt x="16" y="15"/>
                    <a:pt x="17" y="8"/>
                    <a:pt x="22" y="8"/>
                  </a:cubicBezTo>
                  <a:cubicBezTo>
                    <a:pt x="26" y="7"/>
                    <a:pt x="31" y="11"/>
                    <a:pt x="34" y="13"/>
                  </a:cubicBezTo>
                  <a:cubicBezTo>
                    <a:pt x="35" y="13"/>
                    <a:pt x="36" y="12"/>
                    <a:pt x="37" y="11"/>
                  </a:cubicBezTo>
                  <a:cubicBezTo>
                    <a:pt x="39" y="18"/>
                    <a:pt x="45" y="11"/>
                    <a:pt x="47" y="17"/>
                  </a:cubicBezTo>
                  <a:cubicBezTo>
                    <a:pt x="48" y="16"/>
                    <a:pt x="52" y="14"/>
                    <a:pt x="53" y="13"/>
                  </a:cubicBezTo>
                  <a:cubicBezTo>
                    <a:pt x="54" y="14"/>
                    <a:pt x="56" y="15"/>
                    <a:pt x="57" y="17"/>
                  </a:cubicBezTo>
                  <a:cubicBezTo>
                    <a:pt x="59" y="13"/>
                    <a:pt x="63" y="11"/>
                    <a:pt x="67" y="14"/>
                  </a:cubicBezTo>
                  <a:cubicBezTo>
                    <a:pt x="68" y="13"/>
                    <a:pt x="69" y="11"/>
                    <a:pt x="69" y="10"/>
                  </a:cubicBezTo>
                  <a:cubicBezTo>
                    <a:pt x="70" y="11"/>
                    <a:pt x="72" y="11"/>
                    <a:pt x="73" y="12"/>
                  </a:cubicBezTo>
                  <a:cubicBezTo>
                    <a:pt x="74" y="8"/>
                    <a:pt x="76" y="1"/>
                    <a:pt x="80" y="0"/>
                  </a:cubicBezTo>
                </a:path>
              </a:pathLst>
            </a:custGeom>
            <a:noFill/>
            <a:ln w="9525" cap="flat">
              <a:solidFill>
                <a:srgbClr val="EAD9B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3" name="Freeform 262">
              <a:extLst>
                <a:ext uri="{FF2B5EF4-FFF2-40B4-BE49-F238E27FC236}">
                  <a16:creationId xmlns:a16="http://schemas.microsoft.com/office/drawing/2014/main" id="{F6C19DB0-036E-456E-9FC4-7F09AF217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720"/>
              <a:ext cx="46" cy="253"/>
            </a:xfrm>
            <a:custGeom>
              <a:avLst/>
              <a:gdLst>
                <a:gd name="T0" fmla="*/ 0 w 15"/>
                <a:gd name="T1" fmla="*/ 0 h 83"/>
                <a:gd name="T2" fmla="*/ 0 w 15"/>
                <a:gd name="T3" fmla="*/ 250 h 83"/>
                <a:gd name="T4" fmla="*/ 28 w 15"/>
                <a:gd name="T5" fmla="*/ 454 h 83"/>
                <a:gd name="T6" fmla="*/ 86 w 15"/>
                <a:gd name="T7" fmla="*/ 594 h 83"/>
                <a:gd name="T8" fmla="*/ 169 w 15"/>
                <a:gd name="T9" fmla="*/ 762 h 83"/>
                <a:gd name="T10" fmla="*/ 169 w 15"/>
                <a:gd name="T11" fmla="*/ 1021 h 83"/>
                <a:gd name="T12" fmla="*/ 141 w 15"/>
                <a:gd name="T13" fmla="*/ 1356 h 83"/>
                <a:gd name="T14" fmla="*/ 291 w 15"/>
                <a:gd name="T15" fmla="*/ 1783 h 83"/>
                <a:gd name="T16" fmla="*/ 377 w 15"/>
                <a:gd name="T17" fmla="*/ 1869 h 83"/>
                <a:gd name="T18" fmla="*/ 347 w 15"/>
                <a:gd name="T19" fmla="*/ 2073 h 83"/>
                <a:gd name="T20" fmla="*/ 432 w 15"/>
                <a:gd name="T21" fmla="*/ 2350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83">
                  <a:moveTo>
                    <a:pt x="0" y="0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1" y="11"/>
                    <a:pt x="1" y="15"/>
                    <a:pt x="1" y="16"/>
                  </a:cubicBezTo>
                  <a:cubicBezTo>
                    <a:pt x="1" y="14"/>
                    <a:pt x="4" y="22"/>
                    <a:pt x="3" y="21"/>
                  </a:cubicBezTo>
                  <a:cubicBezTo>
                    <a:pt x="5" y="23"/>
                    <a:pt x="1" y="24"/>
                    <a:pt x="6" y="27"/>
                  </a:cubicBezTo>
                  <a:cubicBezTo>
                    <a:pt x="3" y="32"/>
                    <a:pt x="6" y="32"/>
                    <a:pt x="6" y="36"/>
                  </a:cubicBezTo>
                  <a:cubicBezTo>
                    <a:pt x="6" y="40"/>
                    <a:pt x="7" y="43"/>
                    <a:pt x="5" y="48"/>
                  </a:cubicBezTo>
                  <a:cubicBezTo>
                    <a:pt x="13" y="50"/>
                    <a:pt x="9" y="57"/>
                    <a:pt x="10" y="63"/>
                  </a:cubicBezTo>
                  <a:cubicBezTo>
                    <a:pt x="10" y="64"/>
                    <a:pt x="13" y="64"/>
                    <a:pt x="13" y="66"/>
                  </a:cubicBezTo>
                  <a:cubicBezTo>
                    <a:pt x="14" y="68"/>
                    <a:pt x="12" y="70"/>
                    <a:pt x="12" y="73"/>
                  </a:cubicBezTo>
                  <a:cubicBezTo>
                    <a:pt x="13" y="76"/>
                    <a:pt x="14" y="79"/>
                    <a:pt x="15" y="83"/>
                  </a:cubicBezTo>
                </a:path>
              </a:pathLst>
            </a:custGeom>
            <a:noFill/>
            <a:ln w="9525" cap="flat">
              <a:solidFill>
                <a:srgbClr val="EAD9B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4" name="Freeform 263">
              <a:extLst>
                <a:ext uri="{FF2B5EF4-FFF2-40B4-BE49-F238E27FC236}">
                  <a16:creationId xmlns:a16="http://schemas.microsoft.com/office/drawing/2014/main" id="{5BB780CE-EFC6-4222-8934-999593C3A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723"/>
              <a:ext cx="46" cy="180"/>
            </a:xfrm>
            <a:custGeom>
              <a:avLst/>
              <a:gdLst>
                <a:gd name="T0" fmla="*/ 405 w 15"/>
                <a:gd name="T1" fmla="*/ 0 h 59"/>
                <a:gd name="T2" fmla="*/ 264 w 15"/>
                <a:gd name="T3" fmla="*/ 708 h 59"/>
                <a:gd name="T4" fmla="*/ 291 w 15"/>
                <a:gd name="T5" fmla="*/ 1107 h 59"/>
                <a:gd name="T6" fmla="*/ 319 w 15"/>
                <a:gd name="T7" fmla="*/ 1275 h 59"/>
                <a:gd name="T8" fmla="*/ 319 w 15"/>
                <a:gd name="T9" fmla="*/ 1507 h 59"/>
                <a:gd name="T10" fmla="*/ 0 w 15"/>
                <a:gd name="T11" fmla="*/ 167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59">
                  <a:moveTo>
                    <a:pt x="14" y="0"/>
                  </a:moveTo>
                  <a:cubicBezTo>
                    <a:pt x="15" y="7"/>
                    <a:pt x="10" y="19"/>
                    <a:pt x="9" y="25"/>
                  </a:cubicBezTo>
                  <a:cubicBezTo>
                    <a:pt x="9" y="28"/>
                    <a:pt x="10" y="35"/>
                    <a:pt x="10" y="39"/>
                  </a:cubicBezTo>
                  <a:cubicBezTo>
                    <a:pt x="10" y="39"/>
                    <a:pt x="11" y="45"/>
                    <a:pt x="11" y="45"/>
                  </a:cubicBezTo>
                  <a:cubicBezTo>
                    <a:pt x="11" y="49"/>
                    <a:pt x="8" y="49"/>
                    <a:pt x="11" y="53"/>
                  </a:cubicBezTo>
                  <a:cubicBezTo>
                    <a:pt x="8" y="56"/>
                    <a:pt x="4" y="58"/>
                    <a:pt x="0" y="59"/>
                  </a:cubicBezTo>
                </a:path>
              </a:pathLst>
            </a:custGeom>
            <a:noFill/>
            <a:ln w="9525" cap="flat">
              <a:solidFill>
                <a:srgbClr val="EAD9B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5" name="Freeform 264">
              <a:extLst>
                <a:ext uri="{FF2B5EF4-FFF2-40B4-BE49-F238E27FC236}">
                  <a16:creationId xmlns:a16="http://schemas.microsoft.com/office/drawing/2014/main" id="{16717B3D-9816-4194-BC25-89C80C0EF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860"/>
              <a:ext cx="100" cy="40"/>
            </a:xfrm>
            <a:custGeom>
              <a:avLst/>
              <a:gdLst>
                <a:gd name="T0" fmla="*/ 0 w 33"/>
                <a:gd name="T1" fmla="*/ 292 h 13"/>
                <a:gd name="T2" fmla="*/ 82 w 33"/>
                <a:gd name="T3" fmla="*/ 351 h 13"/>
                <a:gd name="T4" fmla="*/ 136 w 33"/>
                <a:gd name="T5" fmla="*/ 265 h 13"/>
                <a:gd name="T6" fmla="*/ 248 w 33"/>
                <a:gd name="T7" fmla="*/ 351 h 13"/>
                <a:gd name="T8" fmla="*/ 506 w 33"/>
                <a:gd name="T9" fmla="*/ 292 h 13"/>
                <a:gd name="T10" fmla="*/ 588 w 33"/>
                <a:gd name="T11" fmla="*/ 142 h 13"/>
                <a:gd name="T12" fmla="*/ 918 w 3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3">
                  <a:moveTo>
                    <a:pt x="0" y="10"/>
                  </a:moveTo>
                  <a:cubicBezTo>
                    <a:pt x="1" y="10"/>
                    <a:pt x="1" y="11"/>
                    <a:pt x="3" y="12"/>
                  </a:cubicBezTo>
                  <a:cubicBezTo>
                    <a:pt x="3" y="11"/>
                    <a:pt x="5" y="10"/>
                    <a:pt x="5" y="9"/>
                  </a:cubicBezTo>
                  <a:cubicBezTo>
                    <a:pt x="6" y="10"/>
                    <a:pt x="8" y="11"/>
                    <a:pt x="9" y="12"/>
                  </a:cubicBezTo>
                  <a:cubicBezTo>
                    <a:pt x="11" y="9"/>
                    <a:pt x="15" y="8"/>
                    <a:pt x="18" y="10"/>
                  </a:cubicBezTo>
                  <a:cubicBezTo>
                    <a:pt x="18" y="9"/>
                    <a:pt x="21" y="7"/>
                    <a:pt x="21" y="5"/>
                  </a:cubicBezTo>
                  <a:cubicBezTo>
                    <a:pt x="26" y="13"/>
                    <a:pt x="28" y="2"/>
                    <a:pt x="33" y="0"/>
                  </a:cubicBezTo>
                </a:path>
              </a:pathLst>
            </a:custGeom>
            <a:noFill/>
            <a:ln w="9525" cap="flat">
              <a:solidFill>
                <a:srgbClr val="EAD9B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6" name="Freeform 265">
              <a:extLst>
                <a:ext uri="{FF2B5EF4-FFF2-40B4-BE49-F238E27FC236}">
                  <a16:creationId xmlns:a16="http://schemas.microsoft.com/office/drawing/2014/main" id="{5F89E07C-BC35-4521-BE2F-A24AB9080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720"/>
              <a:ext cx="24" cy="140"/>
            </a:xfrm>
            <a:custGeom>
              <a:avLst/>
              <a:gdLst>
                <a:gd name="T0" fmla="*/ 0 w 8"/>
                <a:gd name="T1" fmla="*/ 0 h 46"/>
                <a:gd name="T2" fmla="*/ 54 w 8"/>
                <a:gd name="T3" fmla="*/ 250 h 46"/>
                <a:gd name="T4" fmla="*/ 81 w 8"/>
                <a:gd name="T5" fmla="*/ 481 h 46"/>
                <a:gd name="T6" fmla="*/ 216 w 8"/>
                <a:gd name="T7" fmla="*/ 953 h 46"/>
                <a:gd name="T8" fmla="*/ 135 w 8"/>
                <a:gd name="T9" fmla="*/ 129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6">
                  <a:moveTo>
                    <a:pt x="0" y="0"/>
                  </a:moveTo>
                  <a:cubicBezTo>
                    <a:pt x="0" y="3"/>
                    <a:pt x="2" y="7"/>
                    <a:pt x="2" y="9"/>
                  </a:cubicBezTo>
                  <a:cubicBezTo>
                    <a:pt x="3" y="11"/>
                    <a:pt x="3" y="14"/>
                    <a:pt x="3" y="17"/>
                  </a:cubicBezTo>
                  <a:cubicBezTo>
                    <a:pt x="4" y="22"/>
                    <a:pt x="5" y="29"/>
                    <a:pt x="8" y="34"/>
                  </a:cubicBezTo>
                  <a:cubicBezTo>
                    <a:pt x="5" y="37"/>
                    <a:pt x="4" y="42"/>
                    <a:pt x="5" y="46"/>
                  </a:cubicBezTo>
                </a:path>
              </a:pathLst>
            </a:custGeom>
            <a:noFill/>
            <a:ln w="9525" cap="flat">
              <a:solidFill>
                <a:srgbClr val="EAD9B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7" name="Freeform 266">
              <a:extLst>
                <a:ext uri="{FF2B5EF4-FFF2-40B4-BE49-F238E27FC236}">
                  <a16:creationId xmlns:a16="http://schemas.microsoft.com/office/drawing/2014/main" id="{1493741F-0CEB-479A-B63C-732F0FFB3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784"/>
              <a:ext cx="70" cy="92"/>
            </a:xfrm>
            <a:custGeom>
              <a:avLst/>
              <a:gdLst>
                <a:gd name="T0" fmla="*/ 0 w 23"/>
                <a:gd name="T1" fmla="*/ 169 h 30"/>
                <a:gd name="T2" fmla="*/ 371 w 23"/>
                <a:gd name="T3" fmla="*/ 751 h 30"/>
                <a:gd name="T4" fmla="*/ 648 w 23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0">
                  <a:moveTo>
                    <a:pt x="0" y="6"/>
                  </a:moveTo>
                  <a:cubicBezTo>
                    <a:pt x="1" y="17"/>
                    <a:pt x="6" y="30"/>
                    <a:pt x="13" y="26"/>
                  </a:cubicBezTo>
                  <a:cubicBezTo>
                    <a:pt x="20" y="21"/>
                    <a:pt x="23" y="14"/>
                    <a:pt x="23" y="0"/>
                  </a:cubicBezTo>
                </a:path>
              </a:pathLst>
            </a:custGeom>
            <a:noFill/>
            <a:ln w="9525" cap="flat">
              <a:solidFill>
                <a:srgbClr val="EAD9B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8" name="Freeform 267">
              <a:extLst>
                <a:ext uri="{FF2B5EF4-FFF2-40B4-BE49-F238E27FC236}">
                  <a16:creationId xmlns:a16="http://schemas.microsoft.com/office/drawing/2014/main" id="{EC607E39-52A8-45A7-BD25-E4FECAD33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912"/>
              <a:ext cx="9" cy="9"/>
            </a:xfrm>
            <a:custGeom>
              <a:avLst/>
              <a:gdLst>
                <a:gd name="T0" fmla="*/ 54 w 3"/>
                <a:gd name="T1" fmla="*/ 0 h 3"/>
                <a:gd name="T2" fmla="*/ 81 w 3"/>
                <a:gd name="T3" fmla="*/ 54 h 3"/>
                <a:gd name="T4" fmla="*/ 54 w 3"/>
                <a:gd name="T5" fmla="*/ 81 h 3"/>
                <a:gd name="T6" fmla="*/ 0 w 3"/>
                <a:gd name="T7" fmla="*/ 54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9" name="Freeform 268">
              <a:extLst>
                <a:ext uri="{FF2B5EF4-FFF2-40B4-BE49-F238E27FC236}">
                  <a16:creationId xmlns:a16="http://schemas.microsoft.com/office/drawing/2014/main" id="{61205C9D-82AC-4625-B5B5-61F9A536F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891"/>
              <a:ext cx="116" cy="225"/>
            </a:xfrm>
            <a:custGeom>
              <a:avLst/>
              <a:gdLst>
                <a:gd name="T0" fmla="*/ 0 w 38"/>
                <a:gd name="T1" fmla="*/ 2080 h 74"/>
                <a:gd name="T2" fmla="*/ 168 w 38"/>
                <a:gd name="T3" fmla="*/ 1943 h 74"/>
                <a:gd name="T4" fmla="*/ 290 w 38"/>
                <a:gd name="T5" fmla="*/ 1712 h 74"/>
                <a:gd name="T6" fmla="*/ 317 w 38"/>
                <a:gd name="T7" fmla="*/ 1490 h 74"/>
                <a:gd name="T8" fmla="*/ 400 w 38"/>
                <a:gd name="T9" fmla="*/ 1350 h 74"/>
                <a:gd name="T10" fmla="*/ 513 w 38"/>
                <a:gd name="T11" fmla="*/ 1101 h 74"/>
                <a:gd name="T12" fmla="*/ 595 w 38"/>
                <a:gd name="T13" fmla="*/ 897 h 74"/>
                <a:gd name="T14" fmla="*/ 653 w 38"/>
                <a:gd name="T15" fmla="*/ 730 h 74"/>
                <a:gd name="T16" fmla="*/ 791 w 38"/>
                <a:gd name="T17" fmla="*/ 535 h 74"/>
                <a:gd name="T18" fmla="*/ 940 w 38"/>
                <a:gd name="T19" fmla="*/ 371 h 74"/>
                <a:gd name="T20" fmla="*/ 1081 w 38"/>
                <a:gd name="T21" fmla="*/ 277 h 74"/>
                <a:gd name="T22" fmla="*/ 1053 w 38"/>
                <a:gd name="T23" fmla="*/ 0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74">
                  <a:moveTo>
                    <a:pt x="0" y="74"/>
                  </a:moveTo>
                  <a:cubicBezTo>
                    <a:pt x="1" y="73"/>
                    <a:pt x="5" y="71"/>
                    <a:pt x="6" y="69"/>
                  </a:cubicBezTo>
                  <a:cubicBezTo>
                    <a:pt x="7" y="66"/>
                    <a:pt x="10" y="61"/>
                    <a:pt x="10" y="61"/>
                  </a:cubicBezTo>
                  <a:cubicBezTo>
                    <a:pt x="10" y="61"/>
                    <a:pt x="9" y="56"/>
                    <a:pt x="11" y="53"/>
                  </a:cubicBezTo>
                  <a:cubicBezTo>
                    <a:pt x="11" y="51"/>
                    <a:pt x="13" y="50"/>
                    <a:pt x="14" y="48"/>
                  </a:cubicBezTo>
                  <a:cubicBezTo>
                    <a:pt x="15" y="45"/>
                    <a:pt x="17" y="42"/>
                    <a:pt x="18" y="39"/>
                  </a:cubicBezTo>
                  <a:cubicBezTo>
                    <a:pt x="18" y="37"/>
                    <a:pt x="21" y="33"/>
                    <a:pt x="21" y="32"/>
                  </a:cubicBezTo>
                  <a:cubicBezTo>
                    <a:pt x="22" y="29"/>
                    <a:pt x="22" y="28"/>
                    <a:pt x="23" y="26"/>
                  </a:cubicBezTo>
                  <a:cubicBezTo>
                    <a:pt x="24" y="24"/>
                    <a:pt x="26" y="22"/>
                    <a:pt x="28" y="19"/>
                  </a:cubicBezTo>
                  <a:cubicBezTo>
                    <a:pt x="29" y="18"/>
                    <a:pt x="33" y="13"/>
                    <a:pt x="33" y="13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0"/>
                    <a:pt x="38" y="2"/>
                    <a:pt x="37" y="0"/>
                  </a:cubicBezTo>
                </a:path>
              </a:pathLst>
            </a:custGeom>
            <a:noFill/>
            <a:ln w="9525" cap="flat">
              <a:solidFill>
                <a:srgbClr val="EAD9B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0" name="Freeform 269">
              <a:extLst>
                <a:ext uri="{FF2B5EF4-FFF2-40B4-BE49-F238E27FC236}">
                  <a16:creationId xmlns:a16="http://schemas.microsoft.com/office/drawing/2014/main" id="{885BA4CF-C2CA-4DF8-8440-0DD212C26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293"/>
              <a:ext cx="22" cy="21"/>
            </a:xfrm>
            <a:custGeom>
              <a:avLst/>
              <a:gdLst>
                <a:gd name="T0" fmla="*/ 217 w 7"/>
                <a:gd name="T1" fmla="*/ 27 h 7"/>
                <a:gd name="T2" fmla="*/ 0 w 7"/>
                <a:gd name="T3" fmla="*/ 135 h 7"/>
                <a:gd name="T4" fmla="*/ 217 w 7"/>
                <a:gd name="T5" fmla="*/ 13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1"/>
                  </a:moveTo>
                  <a:cubicBezTo>
                    <a:pt x="4" y="0"/>
                    <a:pt x="1" y="3"/>
                    <a:pt x="0" y="5"/>
                  </a:cubicBezTo>
                  <a:cubicBezTo>
                    <a:pt x="2" y="7"/>
                    <a:pt x="5" y="6"/>
                    <a:pt x="7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1" name="Freeform 270">
              <a:extLst>
                <a:ext uri="{FF2B5EF4-FFF2-40B4-BE49-F238E27FC236}">
                  <a16:creationId xmlns:a16="http://schemas.microsoft.com/office/drawing/2014/main" id="{1CCB818F-F610-4121-A51E-5FF47B325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296"/>
              <a:ext cx="25" cy="21"/>
            </a:xfrm>
            <a:custGeom>
              <a:avLst/>
              <a:gdLst>
                <a:gd name="T0" fmla="*/ 156 w 8"/>
                <a:gd name="T1" fmla="*/ 27 h 7"/>
                <a:gd name="T2" fmla="*/ 0 w 8"/>
                <a:gd name="T3" fmla="*/ 81 h 7"/>
                <a:gd name="T4" fmla="*/ 244 w 8"/>
                <a:gd name="T5" fmla="*/ 189 h 7"/>
                <a:gd name="T6" fmla="*/ 216 w 8"/>
                <a:gd name="T7" fmla="*/ 18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5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5"/>
                    <a:pt x="6" y="3"/>
                    <a:pt x="8" y="7"/>
                  </a:cubicBezTo>
                  <a:cubicBezTo>
                    <a:pt x="8" y="7"/>
                    <a:pt x="7" y="7"/>
                    <a:pt x="7" y="7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2" name="Freeform 271">
              <a:extLst>
                <a:ext uri="{FF2B5EF4-FFF2-40B4-BE49-F238E27FC236}">
                  <a16:creationId xmlns:a16="http://schemas.microsoft.com/office/drawing/2014/main" id="{028DC2C7-48C3-41B0-AF8D-4E5F47137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305"/>
              <a:ext cx="21" cy="24"/>
            </a:xfrm>
            <a:custGeom>
              <a:avLst/>
              <a:gdLst>
                <a:gd name="T0" fmla="*/ 162 w 7"/>
                <a:gd name="T1" fmla="*/ 0 h 8"/>
                <a:gd name="T2" fmla="*/ 27 w 7"/>
                <a:gd name="T3" fmla="*/ 81 h 8"/>
                <a:gd name="T4" fmla="*/ 189 w 7"/>
                <a:gd name="T5" fmla="*/ 10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4" y="0"/>
                    <a:pt x="1" y="1"/>
                    <a:pt x="1" y="3"/>
                  </a:cubicBezTo>
                  <a:cubicBezTo>
                    <a:pt x="0" y="8"/>
                    <a:pt x="5" y="5"/>
                    <a:pt x="7" y="4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3" name="Freeform 272">
              <a:extLst>
                <a:ext uri="{FF2B5EF4-FFF2-40B4-BE49-F238E27FC236}">
                  <a16:creationId xmlns:a16="http://schemas.microsoft.com/office/drawing/2014/main" id="{9FB90BCF-FE91-4696-BBEF-B460A10BC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293"/>
              <a:ext cx="42" cy="39"/>
            </a:xfrm>
            <a:custGeom>
              <a:avLst/>
              <a:gdLst>
                <a:gd name="T0" fmla="*/ 243 w 14"/>
                <a:gd name="T1" fmla="*/ 0 h 13"/>
                <a:gd name="T2" fmla="*/ 243 w 14"/>
                <a:gd name="T3" fmla="*/ 162 h 13"/>
                <a:gd name="T4" fmla="*/ 378 w 14"/>
                <a:gd name="T5" fmla="*/ 216 h 13"/>
                <a:gd name="T6" fmla="*/ 216 w 14"/>
                <a:gd name="T7" fmla="*/ 35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9" y="0"/>
                  </a:moveTo>
                  <a:cubicBezTo>
                    <a:pt x="4" y="3"/>
                    <a:pt x="0" y="6"/>
                    <a:pt x="9" y="6"/>
                  </a:cubicBezTo>
                  <a:cubicBezTo>
                    <a:pt x="11" y="6"/>
                    <a:pt x="14" y="4"/>
                    <a:pt x="14" y="8"/>
                  </a:cubicBezTo>
                  <a:cubicBezTo>
                    <a:pt x="14" y="11"/>
                    <a:pt x="10" y="12"/>
                    <a:pt x="8" y="13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4" name="Freeform 273">
              <a:extLst>
                <a:ext uri="{FF2B5EF4-FFF2-40B4-BE49-F238E27FC236}">
                  <a16:creationId xmlns:a16="http://schemas.microsoft.com/office/drawing/2014/main" id="{01782DD1-2064-44E9-A822-E1900437D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311"/>
              <a:ext cx="34" cy="21"/>
            </a:xfrm>
            <a:custGeom>
              <a:avLst/>
              <a:gdLst>
                <a:gd name="T0" fmla="*/ 182 w 11"/>
                <a:gd name="T1" fmla="*/ 0 h 7"/>
                <a:gd name="T2" fmla="*/ 28 w 11"/>
                <a:gd name="T3" fmla="*/ 108 h 7"/>
                <a:gd name="T4" fmla="*/ 325 w 11"/>
                <a:gd name="T5" fmla="*/ 10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6" y="0"/>
                  </a:moveTo>
                  <a:cubicBezTo>
                    <a:pt x="4" y="0"/>
                    <a:pt x="0" y="1"/>
                    <a:pt x="1" y="4"/>
                  </a:cubicBezTo>
                  <a:cubicBezTo>
                    <a:pt x="2" y="7"/>
                    <a:pt x="9" y="5"/>
                    <a:pt x="11" y="4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5" name="Freeform 274">
              <a:extLst>
                <a:ext uri="{FF2B5EF4-FFF2-40B4-BE49-F238E27FC236}">
                  <a16:creationId xmlns:a16="http://schemas.microsoft.com/office/drawing/2014/main" id="{A4F34214-9C71-460F-B402-49DAD1932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287"/>
              <a:ext cx="19" cy="6"/>
            </a:xfrm>
            <a:custGeom>
              <a:avLst/>
              <a:gdLst>
                <a:gd name="T0" fmla="*/ 190 w 6"/>
                <a:gd name="T1" fmla="*/ 0 h 2"/>
                <a:gd name="T2" fmla="*/ 0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5" y="2"/>
                    <a:pt x="2" y="2"/>
                    <a:pt x="0" y="2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6" name="Freeform 275">
              <a:extLst>
                <a:ext uri="{FF2B5EF4-FFF2-40B4-BE49-F238E27FC236}">
                  <a16:creationId xmlns:a16="http://schemas.microsoft.com/office/drawing/2014/main" id="{61EDA50F-CA24-4113-8CDE-B85A73687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503"/>
              <a:ext cx="34" cy="27"/>
            </a:xfrm>
            <a:custGeom>
              <a:avLst/>
              <a:gdLst>
                <a:gd name="T0" fmla="*/ 210 w 11"/>
                <a:gd name="T1" fmla="*/ 189 h 9"/>
                <a:gd name="T2" fmla="*/ 28 w 11"/>
                <a:gd name="T3" fmla="*/ 108 h 9"/>
                <a:gd name="T4" fmla="*/ 325 w 11"/>
                <a:gd name="T5" fmla="*/ 8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7" y="7"/>
                  </a:moveTo>
                  <a:cubicBezTo>
                    <a:pt x="5" y="9"/>
                    <a:pt x="0" y="6"/>
                    <a:pt x="1" y="4"/>
                  </a:cubicBezTo>
                  <a:cubicBezTo>
                    <a:pt x="2" y="0"/>
                    <a:pt x="9" y="3"/>
                    <a:pt x="11" y="3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7" name="Freeform 276">
              <a:extLst>
                <a:ext uri="{FF2B5EF4-FFF2-40B4-BE49-F238E27FC236}">
                  <a16:creationId xmlns:a16="http://schemas.microsoft.com/office/drawing/2014/main" id="{4270C5FD-4453-46B6-B6C3-316B05E34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527"/>
              <a:ext cx="31" cy="15"/>
            </a:xfrm>
            <a:custGeom>
              <a:avLst/>
              <a:gdLst>
                <a:gd name="T0" fmla="*/ 183 w 10"/>
                <a:gd name="T1" fmla="*/ 135 h 5"/>
                <a:gd name="T2" fmla="*/ 0 w 10"/>
                <a:gd name="T3" fmla="*/ 27 h 5"/>
                <a:gd name="T4" fmla="*/ 298 w 10"/>
                <a:gd name="T5" fmla="*/ 5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6" y="5"/>
                  </a:moveTo>
                  <a:cubicBezTo>
                    <a:pt x="4" y="5"/>
                    <a:pt x="1" y="4"/>
                    <a:pt x="0" y="1"/>
                  </a:cubicBezTo>
                  <a:cubicBezTo>
                    <a:pt x="3" y="0"/>
                    <a:pt x="7" y="2"/>
                    <a:pt x="10" y="2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8" name="Freeform 277">
              <a:extLst>
                <a:ext uri="{FF2B5EF4-FFF2-40B4-BE49-F238E27FC236}">
                  <a16:creationId xmlns:a16="http://schemas.microsoft.com/office/drawing/2014/main" id="{5DD1D30B-4BFA-45DF-8D8C-A8986C84A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542"/>
              <a:ext cx="19" cy="3"/>
            </a:xfrm>
            <a:custGeom>
              <a:avLst/>
              <a:gdLst>
                <a:gd name="T0" fmla="*/ 190 w 6"/>
                <a:gd name="T1" fmla="*/ 27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9" name="Freeform 278">
              <a:extLst>
                <a:ext uri="{FF2B5EF4-FFF2-40B4-BE49-F238E27FC236}">
                  <a16:creationId xmlns:a16="http://schemas.microsoft.com/office/drawing/2014/main" id="{D7B79AE3-0D1C-4E7D-BA90-0B53CDA32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548"/>
              <a:ext cx="27" cy="4"/>
            </a:xfrm>
            <a:custGeom>
              <a:avLst/>
              <a:gdLst>
                <a:gd name="T0" fmla="*/ 243 w 9"/>
                <a:gd name="T1" fmla="*/ 64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1"/>
                  </a:move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0" name="Freeform 279">
              <a:extLst>
                <a:ext uri="{FF2B5EF4-FFF2-40B4-BE49-F238E27FC236}">
                  <a16:creationId xmlns:a16="http://schemas.microsoft.com/office/drawing/2014/main" id="{E8177770-2E4F-42B5-B2DF-5005E05ED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748"/>
              <a:ext cx="48" cy="39"/>
            </a:xfrm>
            <a:custGeom>
              <a:avLst/>
              <a:gdLst>
                <a:gd name="T0" fmla="*/ 0 w 16"/>
                <a:gd name="T1" fmla="*/ 135 h 13"/>
                <a:gd name="T2" fmla="*/ 162 w 16"/>
                <a:gd name="T3" fmla="*/ 0 h 13"/>
                <a:gd name="T4" fmla="*/ 81 w 16"/>
                <a:gd name="T5" fmla="*/ 270 h 13"/>
                <a:gd name="T6" fmla="*/ 432 w 16"/>
                <a:gd name="T7" fmla="*/ 5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7" y="4"/>
                    <a:pt x="5" y="7"/>
                    <a:pt x="3" y="10"/>
                  </a:cubicBezTo>
                  <a:cubicBezTo>
                    <a:pt x="8" y="13"/>
                    <a:pt x="14" y="6"/>
                    <a:pt x="16" y="2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1" name="Freeform 280">
              <a:extLst>
                <a:ext uri="{FF2B5EF4-FFF2-40B4-BE49-F238E27FC236}">
                  <a16:creationId xmlns:a16="http://schemas.microsoft.com/office/drawing/2014/main" id="{C58B30A6-0A89-4CB4-AE0D-C3B89894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197"/>
              <a:ext cx="3" cy="24"/>
            </a:xfrm>
            <a:custGeom>
              <a:avLst/>
              <a:gdLst>
                <a:gd name="T0" fmla="*/ 27 w 1"/>
                <a:gd name="T1" fmla="*/ 0 h 8"/>
                <a:gd name="T2" fmla="*/ 0 w 1"/>
                <a:gd name="T3" fmla="*/ 2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0" y="5"/>
                    <a:pt x="0" y="8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2" name="Freeform 281">
              <a:extLst>
                <a:ext uri="{FF2B5EF4-FFF2-40B4-BE49-F238E27FC236}">
                  <a16:creationId xmlns:a16="http://schemas.microsoft.com/office/drawing/2014/main" id="{6FFC52B0-BC07-425B-AE44-9D4763FC8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527"/>
              <a:ext cx="61" cy="46"/>
            </a:xfrm>
            <a:custGeom>
              <a:avLst/>
              <a:gdLst>
                <a:gd name="T0" fmla="*/ 540 w 20"/>
                <a:gd name="T1" fmla="*/ 432 h 15"/>
                <a:gd name="T2" fmla="*/ 540 w 20"/>
                <a:gd name="T3" fmla="*/ 236 h 15"/>
                <a:gd name="T4" fmla="*/ 372 w 20"/>
                <a:gd name="T5" fmla="*/ 377 h 15"/>
                <a:gd name="T6" fmla="*/ 55 w 20"/>
                <a:gd name="T7" fmla="*/ 31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19" y="15"/>
                  </a:moveTo>
                  <a:cubicBezTo>
                    <a:pt x="20" y="12"/>
                    <a:pt x="20" y="10"/>
                    <a:pt x="19" y="8"/>
                  </a:cubicBezTo>
                  <a:cubicBezTo>
                    <a:pt x="17" y="9"/>
                    <a:pt x="15" y="11"/>
                    <a:pt x="13" y="13"/>
                  </a:cubicBezTo>
                  <a:cubicBezTo>
                    <a:pt x="17" y="1"/>
                    <a:pt x="0" y="0"/>
                    <a:pt x="2" y="11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3" name="Freeform 282">
              <a:extLst>
                <a:ext uri="{FF2B5EF4-FFF2-40B4-BE49-F238E27FC236}">
                  <a16:creationId xmlns:a16="http://schemas.microsoft.com/office/drawing/2014/main" id="{14030C6E-92EE-48E2-AA62-6AC3CC945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609"/>
              <a:ext cx="9" cy="13"/>
            </a:xfrm>
            <a:custGeom>
              <a:avLst/>
              <a:gdLst>
                <a:gd name="T0" fmla="*/ 81 w 3"/>
                <a:gd name="T1" fmla="*/ 0 h 4"/>
                <a:gd name="T2" fmla="*/ 0 w 3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4" name="Freeform 283">
              <a:extLst>
                <a:ext uri="{FF2B5EF4-FFF2-40B4-BE49-F238E27FC236}">
                  <a16:creationId xmlns:a16="http://schemas.microsoft.com/office/drawing/2014/main" id="{E264E61F-A514-4860-8F6B-9B1FE8FF0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793"/>
              <a:ext cx="30" cy="22"/>
            </a:xfrm>
            <a:custGeom>
              <a:avLst/>
              <a:gdLst>
                <a:gd name="T0" fmla="*/ 0 w 10"/>
                <a:gd name="T1" fmla="*/ 28 h 7"/>
                <a:gd name="T2" fmla="*/ 270 w 10"/>
                <a:gd name="T3" fmla="*/ 88 h 7"/>
                <a:gd name="T4" fmla="*/ 0 w 10"/>
                <a:gd name="T5" fmla="*/ 15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4" y="0"/>
                    <a:pt x="8" y="0"/>
                    <a:pt x="10" y="3"/>
                  </a:cubicBezTo>
                  <a:cubicBezTo>
                    <a:pt x="8" y="6"/>
                    <a:pt x="3" y="7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5" name="Freeform 284">
              <a:extLst>
                <a:ext uri="{FF2B5EF4-FFF2-40B4-BE49-F238E27FC236}">
                  <a16:creationId xmlns:a16="http://schemas.microsoft.com/office/drawing/2014/main" id="{5DE96C38-4211-4A94-B469-A60A4313A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159"/>
              <a:ext cx="3" cy="12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10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6" name="Freeform 285">
              <a:extLst>
                <a:ext uri="{FF2B5EF4-FFF2-40B4-BE49-F238E27FC236}">
                  <a16:creationId xmlns:a16="http://schemas.microsoft.com/office/drawing/2014/main" id="{A11F4EAD-7117-491E-8153-B282B365E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976"/>
              <a:ext cx="22" cy="24"/>
            </a:xfrm>
            <a:custGeom>
              <a:avLst/>
              <a:gdLst>
                <a:gd name="T0" fmla="*/ 0 w 7"/>
                <a:gd name="T1" fmla="*/ 162 h 8"/>
                <a:gd name="T2" fmla="*/ 157 w 7"/>
                <a:gd name="T3" fmla="*/ 0 h 8"/>
                <a:gd name="T4" fmla="*/ 28 w 7"/>
                <a:gd name="T5" fmla="*/ 2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1" y="3"/>
                    <a:pt x="3" y="1"/>
                    <a:pt x="5" y="0"/>
                  </a:cubicBezTo>
                  <a:cubicBezTo>
                    <a:pt x="7" y="4"/>
                    <a:pt x="4" y="7"/>
                    <a:pt x="1" y="8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7" name="Freeform 286">
              <a:extLst>
                <a:ext uri="{FF2B5EF4-FFF2-40B4-BE49-F238E27FC236}">
                  <a16:creationId xmlns:a16="http://schemas.microsoft.com/office/drawing/2014/main" id="{BC983D0B-56EB-41C9-A3CD-F4B364776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131"/>
              <a:ext cx="24" cy="25"/>
            </a:xfrm>
            <a:custGeom>
              <a:avLst/>
              <a:gdLst>
                <a:gd name="T0" fmla="*/ 216 w 8"/>
                <a:gd name="T1" fmla="*/ 156 h 8"/>
                <a:gd name="T2" fmla="*/ 27 w 8"/>
                <a:gd name="T3" fmla="*/ 244 h 8"/>
                <a:gd name="T4" fmla="*/ 135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6" y="7"/>
                    <a:pt x="3" y="8"/>
                    <a:pt x="1" y="8"/>
                  </a:cubicBezTo>
                  <a:cubicBezTo>
                    <a:pt x="0" y="5"/>
                    <a:pt x="2" y="1"/>
                    <a:pt x="5" y="0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8" name="Freeform 287">
              <a:extLst>
                <a:ext uri="{FF2B5EF4-FFF2-40B4-BE49-F238E27FC236}">
                  <a16:creationId xmlns:a16="http://schemas.microsoft.com/office/drawing/2014/main" id="{094B35BE-9C52-4CC9-8A34-A823A38B9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040"/>
              <a:ext cx="9" cy="3"/>
            </a:xfrm>
            <a:custGeom>
              <a:avLst/>
              <a:gdLst>
                <a:gd name="T0" fmla="*/ 27 w 3"/>
                <a:gd name="T1" fmla="*/ 0 h 1"/>
                <a:gd name="T2" fmla="*/ 27 w 3"/>
                <a:gd name="T3" fmla="*/ 27 h 1"/>
                <a:gd name="T4" fmla="*/ 81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3" y="0"/>
                    <a:pt x="3" y="0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9" name="Freeform 288">
              <a:extLst>
                <a:ext uri="{FF2B5EF4-FFF2-40B4-BE49-F238E27FC236}">
                  <a16:creationId xmlns:a16="http://schemas.microsoft.com/office/drawing/2014/main" id="{11E43ED3-4748-4C45-90B9-C282FA390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022"/>
              <a:ext cx="9" cy="12"/>
            </a:xfrm>
            <a:custGeom>
              <a:avLst/>
              <a:gdLst>
                <a:gd name="T0" fmla="*/ 27 w 3"/>
                <a:gd name="T1" fmla="*/ 108 h 4"/>
                <a:gd name="T2" fmla="*/ 27 w 3"/>
                <a:gd name="T3" fmla="*/ 27 h 4"/>
                <a:gd name="T4" fmla="*/ 81 w 3"/>
                <a:gd name="T5" fmla="*/ 8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3"/>
                    <a:pt x="0" y="1"/>
                    <a:pt x="1" y="1"/>
                  </a:cubicBezTo>
                  <a:cubicBezTo>
                    <a:pt x="3" y="0"/>
                    <a:pt x="3" y="2"/>
                    <a:pt x="3" y="3"/>
                  </a:cubicBezTo>
                </a:path>
              </a:pathLst>
            </a:custGeom>
            <a:noFill/>
            <a:ln w="9525" cap="flat">
              <a:solidFill>
                <a:srgbClr val="FCE0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0" name="Freeform 289">
              <a:extLst>
                <a:ext uri="{FF2B5EF4-FFF2-40B4-BE49-F238E27FC236}">
                  <a16:creationId xmlns:a16="http://schemas.microsoft.com/office/drawing/2014/main" id="{AA3AEE10-BF6B-4BE0-AB63-F05D05647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049"/>
              <a:ext cx="13" cy="31"/>
            </a:xfrm>
            <a:custGeom>
              <a:avLst/>
              <a:gdLst>
                <a:gd name="T0" fmla="*/ 75 w 4"/>
                <a:gd name="T1" fmla="*/ 298 h 10"/>
                <a:gd name="T2" fmla="*/ 137 w 4"/>
                <a:gd name="T3" fmla="*/ 270 h 10"/>
                <a:gd name="T4" fmla="*/ 33 w 4"/>
                <a:gd name="T5" fmla="*/ 242 h 10"/>
                <a:gd name="T6" fmla="*/ 107 w 4"/>
                <a:gd name="T7" fmla="*/ 155 h 10"/>
                <a:gd name="T8" fmla="*/ 33 w 4"/>
                <a:gd name="T9" fmla="*/ 115 h 10"/>
                <a:gd name="T10" fmla="*/ 107 w 4"/>
                <a:gd name="T11" fmla="*/ 59 h 10"/>
                <a:gd name="T12" fmla="*/ 0 w 4"/>
                <a:gd name="T13" fmla="*/ 2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0">
                  <a:moveTo>
                    <a:pt x="2" y="10"/>
                  </a:moveTo>
                  <a:cubicBezTo>
                    <a:pt x="2" y="10"/>
                    <a:pt x="4" y="9"/>
                    <a:pt x="4" y="9"/>
                  </a:cubicBezTo>
                  <a:cubicBezTo>
                    <a:pt x="4" y="8"/>
                    <a:pt x="2" y="8"/>
                    <a:pt x="1" y="8"/>
                  </a:cubicBezTo>
                  <a:cubicBezTo>
                    <a:pt x="2" y="7"/>
                    <a:pt x="3" y="6"/>
                    <a:pt x="3" y="5"/>
                  </a:cubicBezTo>
                  <a:cubicBezTo>
                    <a:pt x="4" y="4"/>
                    <a:pt x="2" y="4"/>
                    <a:pt x="1" y="4"/>
                  </a:cubicBezTo>
                  <a:cubicBezTo>
                    <a:pt x="2" y="3"/>
                    <a:pt x="4" y="3"/>
                    <a:pt x="3" y="2"/>
                  </a:cubicBezTo>
                  <a:cubicBezTo>
                    <a:pt x="3" y="0"/>
                    <a:pt x="1" y="1"/>
                    <a:pt x="0" y="1"/>
                  </a:cubicBezTo>
                </a:path>
              </a:pathLst>
            </a:custGeom>
            <a:noFill/>
            <a:ln w="9525" cap="rnd">
              <a:solidFill>
                <a:srgbClr val="FCE0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1" name="Freeform 290">
              <a:extLst>
                <a:ext uri="{FF2B5EF4-FFF2-40B4-BE49-F238E27FC236}">
                  <a16:creationId xmlns:a16="http://schemas.microsoft.com/office/drawing/2014/main" id="{BE65E8EA-B646-4D57-870E-621E87568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305"/>
              <a:ext cx="12" cy="39"/>
            </a:xfrm>
            <a:custGeom>
              <a:avLst/>
              <a:gdLst>
                <a:gd name="T0" fmla="*/ 0 w 4"/>
                <a:gd name="T1" fmla="*/ 0 h 13"/>
                <a:gd name="T2" fmla="*/ 108 w 4"/>
                <a:gd name="T3" fmla="*/ 35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4" y="2"/>
                    <a:pt x="4" y="9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2" name="Freeform 291">
              <a:extLst>
                <a:ext uri="{FF2B5EF4-FFF2-40B4-BE49-F238E27FC236}">
                  <a16:creationId xmlns:a16="http://schemas.microsoft.com/office/drawing/2014/main" id="{97E9E1F6-D28D-4D81-95D9-1B937A116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308"/>
              <a:ext cx="9" cy="33"/>
            </a:xfrm>
            <a:custGeom>
              <a:avLst/>
              <a:gdLst>
                <a:gd name="T0" fmla="*/ 0 w 3"/>
                <a:gd name="T1" fmla="*/ 0 h 11"/>
                <a:gd name="T2" fmla="*/ 81 w 3"/>
                <a:gd name="T3" fmla="*/ 29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3" y="3"/>
                    <a:pt x="3" y="8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3" name="Freeform 292">
              <a:extLst>
                <a:ext uri="{FF2B5EF4-FFF2-40B4-BE49-F238E27FC236}">
                  <a16:creationId xmlns:a16="http://schemas.microsoft.com/office/drawing/2014/main" id="{95E1122B-1A1C-46FE-8E38-8D02BB6E0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281"/>
              <a:ext cx="6" cy="39"/>
            </a:xfrm>
            <a:custGeom>
              <a:avLst/>
              <a:gdLst>
                <a:gd name="T0" fmla="*/ 0 w 2"/>
                <a:gd name="T1" fmla="*/ 0 h 13"/>
                <a:gd name="T2" fmla="*/ 54 w 2"/>
                <a:gd name="T3" fmla="*/ 35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1" y="4"/>
                    <a:pt x="2" y="8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4" name="Freeform 293">
              <a:extLst>
                <a:ext uri="{FF2B5EF4-FFF2-40B4-BE49-F238E27FC236}">
                  <a16:creationId xmlns:a16="http://schemas.microsoft.com/office/drawing/2014/main" id="{CC2D2FC3-AA2B-4409-8BEE-F4ED79CE8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243"/>
              <a:ext cx="347" cy="505"/>
            </a:xfrm>
            <a:custGeom>
              <a:avLst/>
              <a:gdLst>
                <a:gd name="T0" fmla="*/ 2112 w 114"/>
                <a:gd name="T1" fmla="*/ 4673 h 166"/>
                <a:gd name="T2" fmla="*/ 140 w 114"/>
                <a:gd name="T3" fmla="*/ 1600 h 166"/>
                <a:gd name="T4" fmla="*/ 0 w 114"/>
                <a:gd name="T5" fmla="*/ 399 h 166"/>
                <a:gd name="T6" fmla="*/ 454 w 114"/>
                <a:gd name="T7" fmla="*/ 140 h 166"/>
                <a:gd name="T8" fmla="*/ 1047 w 114"/>
                <a:gd name="T9" fmla="*/ 140 h 166"/>
                <a:gd name="T10" fmla="*/ 1519 w 114"/>
                <a:gd name="T11" fmla="*/ 453 h 166"/>
                <a:gd name="T12" fmla="*/ 1972 w 114"/>
                <a:gd name="T13" fmla="*/ 1658 h 166"/>
                <a:gd name="T14" fmla="*/ 3214 w 114"/>
                <a:gd name="T15" fmla="*/ 4591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66">
                  <a:moveTo>
                    <a:pt x="75" y="166"/>
                  </a:moveTo>
                  <a:cubicBezTo>
                    <a:pt x="63" y="137"/>
                    <a:pt x="6" y="67"/>
                    <a:pt x="5" y="57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7" y="10"/>
                    <a:pt x="16" y="5"/>
                  </a:cubicBezTo>
                  <a:cubicBezTo>
                    <a:pt x="20" y="2"/>
                    <a:pt x="23" y="0"/>
                    <a:pt x="37" y="5"/>
                  </a:cubicBezTo>
                  <a:cubicBezTo>
                    <a:pt x="46" y="6"/>
                    <a:pt x="50" y="15"/>
                    <a:pt x="54" y="16"/>
                  </a:cubicBezTo>
                  <a:cubicBezTo>
                    <a:pt x="64" y="19"/>
                    <a:pt x="67" y="46"/>
                    <a:pt x="70" y="59"/>
                  </a:cubicBezTo>
                  <a:cubicBezTo>
                    <a:pt x="81" y="83"/>
                    <a:pt x="95" y="134"/>
                    <a:pt x="114" y="163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5" name="Freeform 294">
              <a:extLst>
                <a:ext uri="{FF2B5EF4-FFF2-40B4-BE49-F238E27FC236}">
                  <a16:creationId xmlns:a16="http://schemas.microsoft.com/office/drawing/2014/main" id="{0CAB9192-371D-4932-9D82-D46DA39DB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975"/>
              <a:ext cx="798" cy="478"/>
            </a:xfrm>
            <a:custGeom>
              <a:avLst/>
              <a:gdLst>
                <a:gd name="T0" fmla="*/ 1559 w 262"/>
                <a:gd name="T1" fmla="*/ 277 h 157"/>
                <a:gd name="T2" fmla="*/ 1438 w 262"/>
                <a:gd name="T3" fmla="*/ 1160 h 157"/>
                <a:gd name="T4" fmla="*/ 1642 w 262"/>
                <a:gd name="T5" fmla="*/ 2484 h 157"/>
                <a:gd name="T6" fmla="*/ 4748 w 262"/>
                <a:gd name="T7" fmla="*/ 3328 h 157"/>
                <a:gd name="T8" fmla="*/ 4943 w 262"/>
                <a:gd name="T9" fmla="*/ 3355 h 157"/>
                <a:gd name="T10" fmla="*/ 5196 w 262"/>
                <a:gd name="T11" fmla="*/ 3328 h 157"/>
                <a:gd name="T12" fmla="*/ 6439 w 262"/>
                <a:gd name="T13" fmla="*/ 2911 h 157"/>
                <a:gd name="T14" fmla="*/ 7264 w 262"/>
                <a:gd name="T15" fmla="*/ 3504 h 157"/>
                <a:gd name="T16" fmla="*/ 7033 w 262"/>
                <a:gd name="T17" fmla="*/ 4235 h 157"/>
                <a:gd name="T18" fmla="*/ 5510 w 262"/>
                <a:gd name="T19" fmla="*/ 4402 h 157"/>
                <a:gd name="T20" fmla="*/ 5111 w 262"/>
                <a:gd name="T21" fmla="*/ 4402 h 157"/>
                <a:gd name="T22" fmla="*/ 5111 w 262"/>
                <a:gd name="T23" fmla="*/ 4402 h 157"/>
                <a:gd name="T24" fmla="*/ 4916 w 262"/>
                <a:gd name="T25" fmla="*/ 4348 h 157"/>
                <a:gd name="T26" fmla="*/ 4721 w 262"/>
                <a:gd name="T27" fmla="*/ 4375 h 157"/>
                <a:gd name="T28" fmla="*/ 966 w 262"/>
                <a:gd name="T29" fmla="*/ 3300 h 157"/>
                <a:gd name="T30" fmla="*/ 649 w 262"/>
                <a:gd name="T31" fmla="*/ 344 h 157"/>
                <a:gd name="T32" fmla="*/ 1559 w 262"/>
                <a:gd name="T33" fmla="*/ 277 h 1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2" h="157">
                  <a:moveTo>
                    <a:pt x="55" y="10"/>
                  </a:moveTo>
                  <a:cubicBezTo>
                    <a:pt x="61" y="16"/>
                    <a:pt x="58" y="35"/>
                    <a:pt x="51" y="41"/>
                  </a:cubicBezTo>
                  <a:cubicBezTo>
                    <a:pt x="44" y="46"/>
                    <a:pt x="34" y="71"/>
                    <a:pt x="58" y="88"/>
                  </a:cubicBezTo>
                  <a:cubicBezTo>
                    <a:pt x="88" y="107"/>
                    <a:pt x="116" y="116"/>
                    <a:pt x="168" y="118"/>
                  </a:cubicBezTo>
                  <a:cubicBezTo>
                    <a:pt x="171" y="118"/>
                    <a:pt x="172" y="119"/>
                    <a:pt x="175" y="119"/>
                  </a:cubicBezTo>
                  <a:cubicBezTo>
                    <a:pt x="178" y="119"/>
                    <a:pt x="181" y="118"/>
                    <a:pt x="184" y="118"/>
                  </a:cubicBezTo>
                  <a:cubicBezTo>
                    <a:pt x="212" y="118"/>
                    <a:pt x="206" y="112"/>
                    <a:pt x="228" y="103"/>
                  </a:cubicBezTo>
                  <a:cubicBezTo>
                    <a:pt x="238" y="97"/>
                    <a:pt x="252" y="115"/>
                    <a:pt x="257" y="124"/>
                  </a:cubicBezTo>
                  <a:cubicBezTo>
                    <a:pt x="262" y="133"/>
                    <a:pt x="256" y="149"/>
                    <a:pt x="249" y="150"/>
                  </a:cubicBezTo>
                  <a:cubicBezTo>
                    <a:pt x="243" y="152"/>
                    <a:pt x="229" y="155"/>
                    <a:pt x="195" y="156"/>
                  </a:cubicBezTo>
                  <a:cubicBezTo>
                    <a:pt x="192" y="157"/>
                    <a:pt x="187" y="156"/>
                    <a:pt x="181" y="156"/>
                  </a:cubicBezTo>
                  <a:cubicBezTo>
                    <a:pt x="181" y="156"/>
                    <a:pt x="181" y="156"/>
                    <a:pt x="181" y="156"/>
                  </a:cubicBezTo>
                  <a:cubicBezTo>
                    <a:pt x="179" y="156"/>
                    <a:pt x="176" y="154"/>
                    <a:pt x="174" y="154"/>
                  </a:cubicBezTo>
                  <a:cubicBezTo>
                    <a:pt x="172" y="154"/>
                    <a:pt x="170" y="155"/>
                    <a:pt x="167" y="155"/>
                  </a:cubicBezTo>
                  <a:cubicBezTo>
                    <a:pt x="118" y="149"/>
                    <a:pt x="61" y="136"/>
                    <a:pt x="34" y="117"/>
                  </a:cubicBezTo>
                  <a:cubicBezTo>
                    <a:pt x="0" y="93"/>
                    <a:pt x="2" y="26"/>
                    <a:pt x="23" y="12"/>
                  </a:cubicBezTo>
                  <a:cubicBezTo>
                    <a:pt x="32" y="7"/>
                    <a:pt x="46" y="0"/>
                    <a:pt x="55" y="1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6" name="Freeform 295">
              <a:extLst>
                <a:ext uri="{FF2B5EF4-FFF2-40B4-BE49-F238E27FC236}">
                  <a16:creationId xmlns:a16="http://schemas.microsoft.com/office/drawing/2014/main" id="{04B1BCA6-A2D6-4ADC-9C5D-710D2659D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270"/>
              <a:ext cx="268" cy="183"/>
            </a:xfrm>
            <a:custGeom>
              <a:avLst/>
              <a:gdLst>
                <a:gd name="T0" fmla="*/ 27 w 88"/>
                <a:gd name="T1" fmla="*/ 622 h 60"/>
                <a:gd name="T2" fmla="*/ 27 w 88"/>
                <a:gd name="T3" fmla="*/ 622 h 60"/>
                <a:gd name="T4" fmla="*/ 277 w 88"/>
                <a:gd name="T5" fmla="*/ 595 h 60"/>
                <a:gd name="T6" fmla="*/ 1520 w 88"/>
                <a:gd name="T7" fmla="*/ 168 h 60"/>
                <a:gd name="T8" fmla="*/ 2348 w 88"/>
                <a:gd name="T9" fmla="*/ 763 h 60"/>
                <a:gd name="T10" fmla="*/ 2114 w 88"/>
                <a:gd name="T11" fmla="*/ 1507 h 60"/>
                <a:gd name="T12" fmla="*/ 594 w 88"/>
                <a:gd name="T13" fmla="*/ 1674 h 60"/>
                <a:gd name="T14" fmla="*/ 195 w 88"/>
                <a:gd name="T15" fmla="*/ 1674 h 60"/>
                <a:gd name="T16" fmla="*/ 195 w 88"/>
                <a:gd name="T17" fmla="*/ 1674 h 60"/>
                <a:gd name="T18" fmla="*/ 0 w 88"/>
                <a:gd name="T19" fmla="*/ 1620 h 60"/>
                <a:gd name="T20" fmla="*/ 0 w 88"/>
                <a:gd name="T21" fmla="*/ 1620 h 60"/>
                <a:gd name="T22" fmla="*/ 0 w 88"/>
                <a:gd name="T23" fmla="*/ 1620 h 60"/>
                <a:gd name="T24" fmla="*/ 27 w 88"/>
                <a:gd name="T25" fmla="*/ 622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" h="60">
                  <a:moveTo>
                    <a:pt x="1" y="22"/>
                  </a:moveTo>
                  <a:cubicBezTo>
                    <a:pt x="1" y="22"/>
                    <a:pt x="1" y="22"/>
                    <a:pt x="1" y="22"/>
                  </a:cubicBezTo>
                  <a:cubicBezTo>
                    <a:pt x="4" y="22"/>
                    <a:pt x="7" y="21"/>
                    <a:pt x="10" y="21"/>
                  </a:cubicBezTo>
                  <a:cubicBezTo>
                    <a:pt x="38" y="21"/>
                    <a:pt x="32" y="15"/>
                    <a:pt x="54" y="6"/>
                  </a:cubicBezTo>
                  <a:cubicBezTo>
                    <a:pt x="64" y="0"/>
                    <a:pt x="78" y="18"/>
                    <a:pt x="83" y="27"/>
                  </a:cubicBezTo>
                  <a:cubicBezTo>
                    <a:pt x="88" y="36"/>
                    <a:pt x="82" y="52"/>
                    <a:pt x="75" y="53"/>
                  </a:cubicBezTo>
                  <a:cubicBezTo>
                    <a:pt x="69" y="55"/>
                    <a:pt x="55" y="58"/>
                    <a:pt x="21" y="59"/>
                  </a:cubicBezTo>
                  <a:cubicBezTo>
                    <a:pt x="18" y="60"/>
                    <a:pt x="13" y="59"/>
                    <a:pt x="7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5" y="59"/>
                    <a:pt x="2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8" y="56"/>
                    <a:pt x="7" y="25"/>
                    <a:pt x="1" y="22"/>
                  </a:cubicBezTo>
                  <a:close/>
                </a:path>
              </a:pathLst>
            </a:custGeom>
            <a:solidFill>
              <a:srgbClr val="BAD5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7" name="Freeform 296">
              <a:extLst>
                <a:ext uri="{FF2B5EF4-FFF2-40B4-BE49-F238E27FC236}">
                  <a16:creationId xmlns:a16="http://schemas.microsoft.com/office/drawing/2014/main" id="{9F587363-FE42-45D5-9D41-0ADB9AFAE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975"/>
              <a:ext cx="798" cy="478"/>
            </a:xfrm>
            <a:custGeom>
              <a:avLst/>
              <a:gdLst>
                <a:gd name="T0" fmla="*/ 1559 w 262"/>
                <a:gd name="T1" fmla="*/ 277 h 157"/>
                <a:gd name="T2" fmla="*/ 1438 w 262"/>
                <a:gd name="T3" fmla="*/ 1160 h 157"/>
                <a:gd name="T4" fmla="*/ 1642 w 262"/>
                <a:gd name="T5" fmla="*/ 2484 h 157"/>
                <a:gd name="T6" fmla="*/ 4748 w 262"/>
                <a:gd name="T7" fmla="*/ 3328 h 157"/>
                <a:gd name="T8" fmla="*/ 4943 w 262"/>
                <a:gd name="T9" fmla="*/ 3355 h 157"/>
                <a:gd name="T10" fmla="*/ 5196 w 262"/>
                <a:gd name="T11" fmla="*/ 3328 h 157"/>
                <a:gd name="T12" fmla="*/ 6439 w 262"/>
                <a:gd name="T13" fmla="*/ 2911 h 157"/>
                <a:gd name="T14" fmla="*/ 7264 w 262"/>
                <a:gd name="T15" fmla="*/ 3504 h 157"/>
                <a:gd name="T16" fmla="*/ 7033 w 262"/>
                <a:gd name="T17" fmla="*/ 4235 h 157"/>
                <a:gd name="T18" fmla="*/ 5510 w 262"/>
                <a:gd name="T19" fmla="*/ 4402 h 157"/>
                <a:gd name="T20" fmla="*/ 5111 w 262"/>
                <a:gd name="T21" fmla="*/ 4402 h 157"/>
                <a:gd name="T22" fmla="*/ 5111 w 262"/>
                <a:gd name="T23" fmla="*/ 4402 h 157"/>
                <a:gd name="T24" fmla="*/ 4916 w 262"/>
                <a:gd name="T25" fmla="*/ 4348 h 157"/>
                <a:gd name="T26" fmla="*/ 4721 w 262"/>
                <a:gd name="T27" fmla="*/ 4375 h 157"/>
                <a:gd name="T28" fmla="*/ 966 w 262"/>
                <a:gd name="T29" fmla="*/ 3300 h 157"/>
                <a:gd name="T30" fmla="*/ 649 w 262"/>
                <a:gd name="T31" fmla="*/ 344 h 157"/>
                <a:gd name="T32" fmla="*/ 1559 w 262"/>
                <a:gd name="T33" fmla="*/ 277 h 1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2" h="157">
                  <a:moveTo>
                    <a:pt x="55" y="10"/>
                  </a:moveTo>
                  <a:cubicBezTo>
                    <a:pt x="61" y="16"/>
                    <a:pt x="58" y="35"/>
                    <a:pt x="51" y="41"/>
                  </a:cubicBezTo>
                  <a:cubicBezTo>
                    <a:pt x="44" y="46"/>
                    <a:pt x="34" y="71"/>
                    <a:pt x="58" y="88"/>
                  </a:cubicBezTo>
                  <a:cubicBezTo>
                    <a:pt x="88" y="107"/>
                    <a:pt x="116" y="116"/>
                    <a:pt x="168" y="118"/>
                  </a:cubicBezTo>
                  <a:cubicBezTo>
                    <a:pt x="171" y="118"/>
                    <a:pt x="172" y="119"/>
                    <a:pt x="175" y="119"/>
                  </a:cubicBezTo>
                  <a:cubicBezTo>
                    <a:pt x="178" y="119"/>
                    <a:pt x="181" y="118"/>
                    <a:pt x="184" y="118"/>
                  </a:cubicBezTo>
                  <a:cubicBezTo>
                    <a:pt x="212" y="118"/>
                    <a:pt x="206" y="112"/>
                    <a:pt x="228" y="103"/>
                  </a:cubicBezTo>
                  <a:cubicBezTo>
                    <a:pt x="238" y="97"/>
                    <a:pt x="252" y="115"/>
                    <a:pt x="257" y="124"/>
                  </a:cubicBezTo>
                  <a:cubicBezTo>
                    <a:pt x="262" y="133"/>
                    <a:pt x="256" y="149"/>
                    <a:pt x="249" y="150"/>
                  </a:cubicBezTo>
                  <a:cubicBezTo>
                    <a:pt x="243" y="152"/>
                    <a:pt x="229" y="155"/>
                    <a:pt x="195" y="156"/>
                  </a:cubicBezTo>
                  <a:cubicBezTo>
                    <a:pt x="192" y="157"/>
                    <a:pt x="187" y="156"/>
                    <a:pt x="181" y="156"/>
                  </a:cubicBezTo>
                  <a:cubicBezTo>
                    <a:pt x="181" y="156"/>
                    <a:pt x="181" y="156"/>
                    <a:pt x="181" y="156"/>
                  </a:cubicBezTo>
                  <a:cubicBezTo>
                    <a:pt x="179" y="156"/>
                    <a:pt x="176" y="154"/>
                    <a:pt x="174" y="154"/>
                  </a:cubicBezTo>
                  <a:cubicBezTo>
                    <a:pt x="172" y="154"/>
                    <a:pt x="170" y="155"/>
                    <a:pt x="167" y="155"/>
                  </a:cubicBezTo>
                  <a:cubicBezTo>
                    <a:pt x="118" y="149"/>
                    <a:pt x="61" y="136"/>
                    <a:pt x="34" y="117"/>
                  </a:cubicBezTo>
                  <a:cubicBezTo>
                    <a:pt x="0" y="93"/>
                    <a:pt x="2" y="26"/>
                    <a:pt x="23" y="12"/>
                  </a:cubicBezTo>
                  <a:cubicBezTo>
                    <a:pt x="32" y="7"/>
                    <a:pt x="46" y="0"/>
                    <a:pt x="55" y="10"/>
                  </a:cubicBezTo>
                  <a:close/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8" name="Freeform 297">
              <a:extLst>
                <a:ext uri="{FF2B5EF4-FFF2-40B4-BE49-F238E27FC236}">
                  <a16:creationId xmlns:a16="http://schemas.microsoft.com/office/drawing/2014/main" id="{28D93605-986A-4A5D-95E3-5396A37A2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100"/>
              <a:ext cx="31" cy="36"/>
            </a:xfrm>
            <a:custGeom>
              <a:avLst/>
              <a:gdLst>
                <a:gd name="T0" fmla="*/ 298 w 10"/>
                <a:gd name="T1" fmla="*/ 0 h 12"/>
                <a:gd name="T2" fmla="*/ 0 w 10"/>
                <a:gd name="T3" fmla="*/ 32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1" y="5"/>
                    <a:pt x="2" y="6"/>
                    <a:pt x="0" y="12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9" name="Freeform 298">
              <a:extLst>
                <a:ext uri="{FF2B5EF4-FFF2-40B4-BE49-F238E27FC236}">
                  <a16:creationId xmlns:a16="http://schemas.microsoft.com/office/drawing/2014/main" id="{1CE0B246-C142-4ACF-BF57-9572C8264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337"/>
              <a:ext cx="24" cy="107"/>
            </a:xfrm>
            <a:custGeom>
              <a:avLst/>
              <a:gdLst>
                <a:gd name="T0" fmla="*/ 27 w 8"/>
                <a:gd name="T1" fmla="*/ 0 h 35"/>
                <a:gd name="T2" fmla="*/ 0 w 8"/>
                <a:gd name="T3" fmla="*/ 100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5">
                  <a:moveTo>
                    <a:pt x="1" y="0"/>
                  </a:moveTo>
                  <a:cubicBezTo>
                    <a:pt x="7" y="3"/>
                    <a:pt x="8" y="34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0" name="Freeform 299">
              <a:extLst>
                <a:ext uri="{FF2B5EF4-FFF2-40B4-BE49-F238E27FC236}">
                  <a16:creationId xmlns:a16="http://schemas.microsoft.com/office/drawing/2014/main" id="{EA3663D0-01C6-41C6-9DEB-380B6B6A2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395"/>
              <a:ext cx="186" cy="314"/>
            </a:xfrm>
            <a:custGeom>
              <a:avLst/>
              <a:gdLst>
                <a:gd name="T0" fmla="*/ 0 w 61"/>
                <a:gd name="T1" fmla="*/ 0 h 103"/>
                <a:gd name="T2" fmla="*/ 1729 w 61"/>
                <a:gd name="T3" fmla="*/ 291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03">
                  <a:moveTo>
                    <a:pt x="0" y="0"/>
                  </a:moveTo>
                  <a:cubicBezTo>
                    <a:pt x="4" y="14"/>
                    <a:pt x="47" y="71"/>
                    <a:pt x="61" y="10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1" name="Freeform 300">
              <a:extLst>
                <a:ext uri="{FF2B5EF4-FFF2-40B4-BE49-F238E27FC236}">
                  <a16:creationId xmlns:a16="http://schemas.microsoft.com/office/drawing/2014/main" id="{6B5EC181-5D73-42BE-8060-8F76A5943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3270"/>
              <a:ext cx="82" cy="46"/>
            </a:xfrm>
            <a:custGeom>
              <a:avLst/>
              <a:gdLst>
                <a:gd name="T0" fmla="*/ 756 w 27"/>
                <a:gd name="T1" fmla="*/ 236 h 15"/>
                <a:gd name="T2" fmla="*/ 0 w 27"/>
                <a:gd name="T3" fmla="*/ 4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27" y="8"/>
                  </a:moveTo>
                  <a:cubicBezTo>
                    <a:pt x="10" y="0"/>
                    <a:pt x="6" y="5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2" name="Freeform 301">
              <a:extLst>
                <a:ext uri="{FF2B5EF4-FFF2-40B4-BE49-F238E27FC236}">
                  <a16:creationId xmlns:a16="http://schemas.microsoft.com/office/drawing/2014/main" id="{1E72D3D8-5742-4759-9B73-8E19328C9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886"/>
              <a:ext cx="1690" cy="1477"/>
            </a:xfrm>
            <a:custGeom>
              <a:avLst/>
              <a:gdLst>
                <a:gd name="T0" fmla="*/ 8356 w 555"/>
                <a:gd name="T1" fmla="*/ 10479 h 485"/>
                <a:gd name="T2" fmla="*/ 10052 w 555"/>
                <a:gd name="T3" fmla="*/ 10537 h 485"/>
                <a:gd name="T4" fmla="*/ 11072 w 555"/>
                <a:gd name="T5" fmla="*/ 10592 h 485"/>
                <a:gd name="T6" fmla="*/ 11154 w 555"/>
                <a:gd name="T7" fmla="*/ 10619 h 485"/>
                <a:gd name="T8" fmla="*/ 11489 w 555"/>
                <a:gd name="T9" fmla="*/ 10729 h 485"/>
                <a:gd name="T10" fmla="*/ 11571 w 555"/>
                <a:gd name="T11" fmla="*/ 10759 h 485"/>
                <a:gd name="T12" fmla="*/ 11666 w 555"/>
                <a:gd name="T13" fmla="*/ 10787 h 485"/>
                <a:gd name="T14" fmla="*/ 11748 w 555"/>
                <a:gd name="T15" fmla="*/ 10841 h 485"/>
                <a:gd name="T16" fmla="*/ 11803 w 555"/>
                <a:gd name="T17" fmla="*/ 10841 h 485"/>
                <a:gd name="T18" fmla="*/ 11830 w 555"/>
                <a:gd name="T19" fmla="*/ 10869 h 485"/>
                <a:gd name="T20" fmla="*/ 11693 w 555"/>
                <a:gd name="T21" fmla="*/ 11557 h 485"/>
                <a:gd name="T22" fmla="*/ 11321 w 555"/>
                <a:gd name="T23" fmla="*/ 13448 h 485"/>
                <a:gd name="T24" fmla="*/ 11489 w 555"/>
                <a:gd name="T25" fmla="*/ 13476 h 485"/>
                <a:gd name="T26" fmla="*/ 12083 w 555"/>
                <a:gd name="T27" fmla="*/ 13299 h 485"/>
                <a:gd name="T28" fmla="*/ 12704 w 555"/>
                <a:gd name="T29" fmla="*/ 13393 h 485"/>
                <a:gd name="T30" fmla="*/ 13045 w 555"/>
                <a:gd name="T31" fmla="*/ 13503 h 485"/>
                <a:gd name="T32" fmla="*/ 13502 w 555"/>
                <a:gd name="T33" fmla="*/ 13558 h 485"/>
                <a:gd name="T34" fmla="*/ 13834 w 555"/>
                <a:gd name="T35" fmla="*/ 13558 h 485"/>
                <a:gd name="T36" fmla="*/ 14345 w 555"/>
                <a:gd name="T37" fmla="*/ 13585 h 485"/>
                <a:gd name="T38" fmla="*/ 14705 w 555"/>
                <a:gd name="T39" fmla="*/ 13585 h 485"/>
                <a:gd name="T40" fmla="*/ 15134 w 555"/>
                <a:gd name="T41" fmla="*/ 13616 h 485"/>
                <a:gd name="T42" fmla="*/ 15216 w 555"/>
                <a:gd name="T43" fmla="*/ 12733 h 485"/>
                <a:gd name="T44" fmla="*/ 14650 w 555"/>
                <a:gd name="T45" fmla="*/ 11974 h 485"/>
                <a:gd name="T46" fmla="*/ 15243 w 555"/>
                <a:gd name="T47" fmla="*/ 9748 h 485"/>
                <a:gd name="T48" fmla="*/ 15420 w 555"/>
                <a:gd name="T49" fmla="*/ 9599 h 485"/>
                <a:gd name="T50" fmla="*/ 15161 w 555"/>
                <a:gd name="T51" fmla="*/ 8384 h 485"/>
                <a:gd name="T52" fmla="*/ 14595 w 555"/>
                <a:gd name="T53" fmla="*/ 4072 h 485"/>
                <a:gd name="T54" fmla="*/ 222 w 555"/>
                <a:gd name="T55" fmla="*/ 5427 h 485"/>
                <a:gd name="T56" fmla="*/ 3812 w 555"/>
                <a:gd name="T57" fmla="*/ 11128 h 485"/>
                <a:gd name="T58" fmla="*/ 5481 w 555"/>
                <a:gd name="T59" fmla="*/ 11667 h 485"/>
                <a:gd name="T60" fmla="*/ 6888 w 555"/>
                <a:gd name="T61" fmla="*/ 12084 h 485"/>
                <a:gd name="T62" fmla="*/ 7677 w 555"/>
                <a:gd name="T63" fmla="*/ 10369 h 48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55" h="485">
                  <a:moveTo>
                    <a:pt x="272" y="367"/>
                  </a:moveTo>
                  <a:cubicBezTo>
                    <a:pt x="280" y="368"/>
                    <a:pt x="288" y="373"/>
                    <a:pt x="296" y="371"/>
                  </a:cubicBezTo>
                  <a:cubicBezTo>
                    <a:pt x="305" y="368"/>
                    <a:pt x="309" y="372"/>
                    <a:pt x="318" y="373"/>
                  </a:cubicBezTo>
                  <a:cubicBezTo>
                    <a:pt x="326" y="375"/>
                    <a:pt x="339" y="373"/>
                    <a:pt x="356" y="373"/>
                  </a:cubicBezTo>
                  <a:cubicBezTo>
                    <a:pt x="372" y="374"/>
                    <a:pt x="379" y="372"/>
                    <a:pt x="392" y="375"/>
                  </a:cubicBezTo>
                  <a:cubicBezTo>
                    <a:pt x="392" y="375"/>
                    <a:pt x="392" y="375"/>
                    <a:pt x="392" y="375"/>
                  </a:cubicBezTo>
                  <a:cubicBezTo>
                    <a:pt x="392" y="375"/>
                    <a:pt x="392" y="375"/>
                    <a:pt x="392" y="375"/>
                  </a:cubicBezTo>
                  <a:cubicBezTo>
                    <a:pt x="393" y="376"/>
                    <a:pt x="394" y="376"/>
                    <a:pt x="395" y="376"/>
                  </a:cubicBezTo>
                  <a:cubicBezTo>
                    <a:pt x="395" y="376"/>
                    <a:pt x="395" y="376"/>
                    <a:pt x="395" y="376"/>
                  </a:cubicBezTo>
                  <a:cubicBezTo>
                    <a:pt x="399" y="377"/>
                    <a:pt x="403" y="378"/>
                    <a:pt x="407" y="380"/>
                  </a:cubicBezTo>
                  <a:cubicBezTo>
                    <a:pt x="408" y="380"/>
                    <a:pt x="409" y="381"/>
                    <a:pt x="410" y="381"/>
                  </a:cubicBezTo>
                  <a:cubicBezTo>
                    <a:pt x="410" y="381"/>
                    <a:pt x="410" y="381"/>
                    <a:pt x="410" y="381"/>
                  </a:cubicBezTo>
                  <a:cubicBezTo>
                    <a:pt x="411" y="381"/>
                    <a:pt x="412" y="382"/>
                    <a:pt x="413" y="382"/>
                  </a:cubicBezTo>
                  <a:cubicBezTo>
                    <a:pt x="413" y="382"/>
                    <a:pt x="413" y="382"/>
                    <a:pt x="413" y="382"/>
                  </a:cubicBezTo>
                  <a:cubicBezTo>
                    <a:pt x="413" y="382"/>
                    <a:pt x="413" y="382"/>
                    <a:pt x="413" y="382"/>
                  </a:cubicBezTo>
                  <a:cubicBezTo>
                    <a:pt x="414" y="383"/>
                    <a:pt x="415" y="383"/>
                    <a:pt x="416" y="384"/>
                  </a:cubicBezTo>
                  <a:cubicBezTo>
                    <a:pt x="416" y="384"/>
                    <a:pt x="416" y="384"/>
                    <a:pt x="417" y="384"/>
                  </a:cubicBezTo>
                  <a:cubicBezTo>
                    <a:pt x="417" y="384"/>
                    <a:pt x="417" y="384"/>
                    <a:pt x="418" y="384"/>
                  </a:cubicBezTo>
                  <a:cubicBezTo>
                    <a:pt x="418" y="384"/>
                    <a:pt x="418" y="384"/>
                    <a:pt x="418" y="384"/>
                  </a:cubicBezTo>
                  <a:cubicBezTo>
                    <a:pt x="418" y="385"/>
                    <a:pt x="418" y="385"/>
                    <a:pt x="419" y="385"/>
                  </a:cubicBezTo>
                  <a:cubicBezTo>
                    <a:pt x="418" y="385"/>
                    <a:pt x="418" y="385"/>
                    <a:pt x="418" y="385"/>
                  </a:cubicBezTo>
                  <a:cubicBezTo>
                    <a:pt x="419" y="392"/>
                    <a:pt x="419" y="401"/>
                    <a:pt x="414" y="409"/>
                  </a:cubicBezTo>
                  <a:cubicBezTo>
                    <a:pt x="412" y="417"/>
                    <a:pt x="403" y="427"/>
                    <a:pt x="401" y="441"/>
                  </a:cubicBezTo>
                  <a:cubicBezTo>
                    <a:pt x="400" y="451"/>
                    <a:pt x="400" y="463"/>
                    <a:pt x="401" y="476"/>
                  </a:cubicBezTo>
                  <a:cubicBezTo>
                    <a:pt x="407" y="478"/>
                    <a:pt x="407" y="478"/>
                    <a:pt x="407" y="478"/>
                  </a:cubicBezTo>
                  <a:cubicBezTo>
                    <a:pt x="407" y="478"/>
                    <a:pt x="407" y="477"/>
                    <a:pt x="407" y="477"/>
                  </a:cubicBezTo>
                  <a:cubicBezTo>
                    <a:pt x="409" y="473"/>
                    <a:pt x="413" y="469"/>
                    <a:pt x="417" y="469"/>
                  </a:cubicBezTo>
                  <a:cubicBezTo>
                    <a:pt x="421" y="469"/>
                    <a:pt x="424" y="471"/>
                    <a:pt x="428" y="471"/>
                  </a:cubicBezTo>
                  <a:cubicBezTo>
                    <a:pt x="432" y="471"/>
                    <a:pt x="433" y="471"/>
                    <a:pt x="437" y="474"/>
                  </a:cubicBezTo>
                  <a:cubicBezTo>
                    <a:pt x="438" y="472"/>
                    <a:pt x="443" y="473"/>
                    <a:pt x="450" y="474"/>
                  </a:cubicBezTo>
                  <a:cubicBezTo>
                    <a:pt x="456" y="475"/>
                    <a:pt x="455" y="476"/>
                    <a:pt x="460" y="482"/>
                  </a:cubicBezTo>
                  <a:cubicBezTo>
                    <a:pt x="460" y="482"/>
                    <a:pt x="461" y="480"/>
                    <a:pt x="462" y="478"/>
                  </a:cubicBezTo>
                  <a:cubicBezTo>
                    <a:pt x="464" y="477"/>
                    <a:pt x="467" y="476"/>
                    <a:pt x="471" y="478"/>
                  </a:cubicBezTo>
                  <a:cubicBezTo>
                    <a:pt x="474" y="480"/>
                    <a:pt x="475" y="480"/>
                    <a:pt x="478" y="480"/>
                  </a:cubicBezTo>
                  <a:cubicBezTo>
                    <a:pt x="480" y="479"/>
                    <a:pt x="484" y="479"/>
                    <a:pt x="487" y="483"/>
                  </a:cubicBezTo>
                  <a:cubicBezTo>
                    <a:pt x="487" y="483"/>
                    <a:pt x="487" y="482"/>
                    <a:pt x="490" y="480"/>
                  </a:cubicBezTo>
                  <a:cubicBezTo>
                    <a:pt x="494" y="478"/>
                    <a:pt x="494" y="479"/>
                    <a:pt x="500" y="483"/>
                  </a:cubicBezTo>
                  <a:cubicBezTo>
                    <a:pt x="502" y="481"/>
                    <a:pt x="503" y="481"/>
                    <a:pt x="508" y="481"/>
                  </a:cubicBezTo>
                  <a:cubicBezTo>
                    <a:pt x="514" y="482"/>
                    <a:pt x="513" y="482"/>
                    <a:pt x="518" y="485"/>
                  </a:cubicBezTo>
                  <a:cubicBezTo>
                    <a:pt x="518" y="485"/>
                    <a:pt x="518" y="483"/>
                    <a:pt x="521" y="481"/>
                  </a:cubicBezTo>
                  <a:cubicBezTo>
                    <a:pt x="524" y="479"/>
                    <a:pt x="524" y="481"/>
                    <a:pt x="528" y="484"/>
                  </a:cubicBezTo>
                  <a:cubicBezTo>
                    <a:pt x="530" y="481"/>
                    <a:pt x="533" y="479"/>
                    <a:pt x="536" y="482"/>
                  </a:cubicBezTo>
                  <a:cubicBezTo>
                    <a:pt x="537" y="481"/>
                    <a:pt x="540" y="481"/>
                    <a:pt x="542" y="484"/>
                  </a:cubicBezTo>
                  <a:cubicBezTo>
                    <a:pt x="545" y="473"/>
                    <a:pt x="540" y="464"/>
                    <a:pt x="539" y="451"/>
                  </a:cubicBezTo>
                  <a:cubicBezTo>
                    <a:pt x="538" y="438"/>
                    <a:pt x="533" y="434"/>
                    <a:pt x="542" y="425"/>
                  </a:cubicBezTo>
                  <a:cubicBezTo>
                    <a:pt x="537" y="423"/>
                    <a:pt x="529" y="426"/>
                    <a:pt x="519" y="424"/>
                  </a:cubicBezTo>
                  <a:cubicBezTo>
                    <a:pt x="497" y="415"/>
                    <a:pt x="530" y="357"/>
                    <a:pt x="534" y="355"/>
                  </a:cubicBezTo>
                  <a:cubicBezTo>
                    <a:pt x="538" y="353"/>
                    <a:pt x="540" y="345"/>
                    <a:pt x="540" y="345"/>
                  </a:cubicBezTo>
                  <a:cubicBezTo>
                    <a:pt x="545" y="346"/>
                    <a:pt x="545" y="346"/>
                    <a:pt x="545" y="346"/>
                  </a:cubicBezTo>
                  <a:cubicBezTo>
                    <a:pt x="546" y="340"/>
                    <a:pt x="546" y="340"/>
                    <a:pt x="546" y="340"/>
                  </a:cubicBezTo>
                  <a:cubicBezTo>
                    <a:pt x="555" y="331"/>
                    <a:pt x="555" y="331"/>
                    <a:pt x="555" y="331"/>
                  </a:cubicBezTo>
                  <a:cubicBezTo>
                    <a:pt x="555" y="323"/>
                    <a:pt x="542" y="311"/>
                    <a:pt x="537" y="297"/>
                  </a:cubicBezTo>
                  <a:cubicBezTo>
                    <a:pt x="531" y="283"/>
                    <a:pt x="531" y="264"/>
                    <a:pt x="536" y="246"/>
                  </a:cubicBezTo>
                  <a:cubicBezTo>
                    <a:pt x="544" y="219"/>
                    <a:pt x="537" y="191"/>
                    <a:pt x="517" y="144"/>
                  </a:cubicBezTo>
                  <a:cubicBezTo>
                    <a:pt x="502" y="105"/>
                    <a:pt x="426" y="16"/>
                    <a:pt x="271" y="8"/>
                  </a:cubicBezTo>
                  <a:cubicBezTo>
                    <a:pt x="116" y="0"/>
                    <a:pt x="18" y="130"/>
                    <a:pt x="8" y="192"/>
                  </a:cubicBezTo>
                  <a:cubicBezTo>
                    <a:pt x="0" y="235"/>
                    <a:pt x="5" y="282"/>
                    <a:pt x="24" y="318"/>
                  </a:cubicBezTo>
                  <a:cubicBezTo>
                    <a:pt x="52" y="369"/>
                    <a:pt x="117" y="389"/>
                    <a:pt x="135" y="394"/>
                  </a:cubicBezTo>
                  <a:cubicBezTo>
                    <a:pt x="145" y="397"/>
                    <a:pt x="163" y="401"/>
                    <a:pt x="175" y="403"/>
                  </a:cubicBezTo>
                  <a:cubicBezTo>
                    <a:pt x="185" y="404"/>
                    <a:pt x="192" y="409"/>
                    <a:pt x="194" y="413"/>
                  </a:cubicBezTo>
                  <a:cubicBezTo>
                    <a:pt x="200" y="425"/>
                    <a:pt x="210" y="433"/>
                    <a:pt x="225" y="438"/>
                  </a:cubicBezTo>
                  <a:cubicBezTo>
                    <a:pt x="244" y="444"/>
                    <a:pt x="244" y="428"/>
                    <a:pt x="244" y="428"/>
                  </a:cubicBezTo>
                  <a:cubicBezTo>
                    <a:pt x="246" y="421"/>
                    <a:pt x="247" y="401"/>
                    <a:pt x="252" y="384"/>
                  </a:cubicBezTo>
                  <a:cubicBezTo>
                    <a:pt x="255" y="373"/>
                    <a:pt x="263" y="366"/>
                    <a:pt x="272" y="36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3" name="Freeform 302">
              <a:extLst>
                <a:ext uri="{FF2B5EF4-FFF2-40B4-BE49-F238E27FC236}">
                  <a16:creationId xmlns:a16="http://schemas.microsoft.com/office/drawing/2014/main" id="{01E5FB61-7A2F-47CC-88AE-A3451830C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29"/>
              <a:ext cx="201" cy="353"/>
            </a:xfrm>
            <a:custGeom>
              <a:avLst/>
              <a:gdLst>
                <a:gd name="T0" fmla="*/ 1809 w 66"/>
                <a:gd name="T1" fmla="*/ 2398 h 116"/>
                <a:gd name="T2" fmla="*/ 82 w 66"/>
                <a:gd name="T3" fmla="*/ 1862 h 116"/>
                <a:gd name="T4" fmla="*/ 1492 w 66"/>
                <a:gd name="T5" fmla="*/ 0 h 116"/>
                <a:gd name="T6" fmla="*/ 1809 w 66"/>
                <a:gd name="T7" fmla="*/ 453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16">
                  <a:moveTo>
                    <a:pt x="64" y="85"/>
                  </a:moveTo>
                  <a:cubicBezTo>
                    <a:pt x="39" y="116"/>
                    <a:pt x="0" y="103"/>
                    <a:pt x="3" y="66"/>
                  </a:cubicBezTo>
                  <a:cubicBezTo>
                    <a:pt x="6" y="33"/>
                    <a:pt x="31" y="0"/>
                    <a:pt x="53" y="0"/>
                  </a:cubicBezTo>
                  <a:cubicBezTo>
                    <a:pt x="62" y="0"/>
                    <a:pt x="66" y="9"/>
                    <a:pt x="64" y="1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4" name="Freeform 303">
              <a:extLst>
                <a:ext uri="{FF2B5EF4-FFF2-40B4-BE49-F238E27FC236}">
                  <a16:creationId xmlns:a16="http://schemas.microsoft.com/office/drawing/2014/main" id="{046F937F-953C-445D-BF5E-B544922D3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669"/>
              <a:ext cx="24" cy="6"/>
            </a:xfrm>
            <a:custGeom>
              <a:avLst/>
              <a:gdLst>
                <a:gd name="T0" fmla="*/ 0 w 8"/>
                <a:gd name="T1" fmla="*/ 54 h 2"/>
                <a:gd name="T2" fmla="*/ 216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5" y="1"/>
                    <a:pt x="8" y="0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" name="Freeform 304">
              <a:extLst>
                <a:ext uri="{FF2B5EF4-FFF2-40B4-BE49-F238E27FC236}">
                  <a16:creationId xmlns:a16="http://schemas.microsoft.com/office/drawing/2014/main" id="{48B0CD17-23E9-4649-A153-9AF26CEC6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273"/>
              <a:ext cx="46" cy="37"/>
            </a:xfrm>
            <a:custGeom>
              <a:avLst/>
              <a:gdLst>
                <a:gd name="T0" fmla="*/ 377 w 15"/>
                <a:gd name="T1" fmla="*/ 237 h 12"/>
                <a:gd name="T2" fmla="*/ 347 w 15"/>
                <a:gd name="T3" fmla="*/ 28 h 12"/>
                <a:gd name="T4" fmla="*/ 196 w 15"/>
                <a:gd name="T5" fmla="*/ 237 h 12"/>
                <a:gd name="T6" fmla="*/ 86 w 15"/>
                <a:gd name="T7" fmla="*/ 0 h 12"/>
                <a:gd name="T8" fmla="*/ 86 w 15"/>
                <a:gd name="T9" fmla="*/ 35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13" y="8"/>
                  </a:moveTo>
                  <a:cubicBezTo>
                    <a:pt x="12" y="7"/>
                    <a:pt x="15" y="3"/>
                    <a:pt x="12" y="1"/>
                  </a:cubicBezTo>
                  <a:cubicBezTo>
                    <a:pt x="10" y="0"/>
                    <a:pt x="7" y="6"/>
                    <a:pt x="7" y="8"/>
                  </a:cubicBezTo>
                  <a:cubicBezTo>
                    <a:pt x="7" y="5"/>
                    <a:pt x="6" y="1"/>
                    <a:pt x="3" y="0"/>
                  </a:cubicBezTo>
                  <a:cubicBezTo>
                    <a:pt x="0" y="3"/>
                    <a:pt x="0" y="9"/>
                    <a:pt x="3" y="12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" name="Freeform 305">
              <a:extLst>
                <a:ext uri="{FF2B5EF4-FFF2-40B4-BE49-F238E27FC236}">
                  <a16:creationId xmlns:a16="http://schemas.microsoft.com/office/drawing/2014/main" id="{426266F1-C7FB-4B34-B64B-16B1B4A66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301"/>
              <a:ext cx="21" cy="15"/>
            </a:xfrm>
            <a:custGeom>
              <a:avLst/>
              <a:gdLst>
                <a:gd name="T0" fmla="*/ 0 w 7"/>
                <a:gd name="T1" fmla="*/ 0 h 5"/>
                <a:gd name="T2" fmla="*/ 189 w 7"/>
                <a:gd name="T3" fmla="*/ 13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4" y="3"/>
                    <a:pt x="7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" name="Freeform 306">
              <a:extLst>
                <a:ext uri="{FF2B5EF4-FFF2-40B4-BE49-F238E27FC236}">
                  <a16:creationId xmlns:a16="http://schemas.microsoft.com/office/drawing/2014/main" id="{A7BB2861-E2EB-4CBF-A9C8-E69CBD299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3602"/>
              <a:ext cx="76" cy="100"/>
            </a:xfrm>
            <a:custGeom>
              <a:avLst/>
              <a:gdLst>
                <a:gd name="T0" fmla="*/ 535 w 25"/>
                <a:gd name="T1" fmla="*/ 918 h 33"/>
                <a:gd name="T2" fmla="*/ 648 w 25"/>
                <a:gd name="T3" fmla="*/ 697 h 33"/>
                <a:gd name="T4" fmla="*/ 331 w 25"/>
                <a:gd name="T5" fmla="*/ 642 h 33"/>
                <a:gd name="T6" fmla="*/ 453 w 25"/>
                <a:gd name="T7" fmla="*/ 109 h 33"/>
                <a:gd name="T8" fmla="*/ 0 w 25"/>
                <a:gd name="T9" fmla="*/ 10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3">
                  <a:moveTo>
                    <a:pt x="19" y="33"/>
                  </a:moveTo>
                  <a:cubicBezTo>
                    <a:pt x="22" y="32"/>
                    <a:pt x="25" y="28"/>
                    <a:pt x="23" y="25"/>
                  </a:cubicBezTo>
                  <a:cubicBezTo>
                    <a:pt x="20" y="21"/>
                    <a:pt x="15" y="23"/>
                    <a:pt x="12" y="23"/>
                  </a:cubicBezTo>
                  <a:cubicBezTo>
                    <a:pt x="15" y="19"/>
                    <a:pt x="21" y="8"/>
                    <a:pt x="16" y="4"/>
                  </a:cubicBezTo>
                  <a:cubicBezTo>
                    <a:pt x="12" y="0"/>
                    <a:pt x="3" y="7"/>
                    <a:pt x="0" y="4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" name="Freeform 307">
              <a:extLst>
                <a:ext uri="{FF2B5EF4-FFF2-40B4-BE49-F238E27FC236}">
                  <a16:creationId xmlns:a16="http://schemas.microsoft.com/office/drawing/2014/main" id="{7B20C2AB-6360-48EB-9342-07ED75875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3282"/>
              <a:ext cx="457" cy="146"/>
            </a:xfrm>
            <a:custGeom>
              <a:avLst/>
              <a:gdLst>
                <a:gd name="T0" fmla="*/ 0 w 150"/>
                <a:gd name="T1" fmla="*/ 0 h 48"/>
                <a:gd name="T2" fmla="*/ 1133 w 150"/>
                <a:gd name="T3" fmla="*/ 757 h 48"/>
                <a:gd name="T4" fmla="*/ 2060 w 150"/>
                <a:gd name="T5" fmla="*/ 1019 h 48"/>
                <a:gd name="T6" fmla="*/ 2943 w 150"/>
                <a:gd name="T7" fmla="*/ 1211 h 48"/>
                <a:gd name="T8" fmla="*/ 3869 w 150"/>
                <a:gd name="T9" fmla="*/ 1323 h 48"/>
                <a:gd name="T10" fmla="*/ 4186 w 150"/>
                <a:gd name="T11" fmla="*/ 1156 h 48"/>
                <a:gd name="T12" fmla="*/ 4131 w 150"/>
                <a:gd name="T13" fmla="*/ 703 h 48"/>
                <a:gd name="T14" fmla="*/ 3991 w 150"/>
                <a:gd name="T15" fmla="*/ 1019 h 48"/>
                <a:gd name="T16" fmla="*/ 3592 w 150"/>
                <a:gd name="T17" fmla="*/ 1019 h 48"/>
                <a:gd name="T18" fmla="*/ 3080 w 150"/>
                <a:gd name="T19" fmla="*/ 843 h 48"/>
                <a:gd name="T20" fmla="*/ 2431 w 150"/>
                <a:gd name="T21" fmla="*/ 757 h 48"/>
                <a:gd name="T22" fmla="*/ 1496 w 150"/>
                <a:gd name="T23" fmla="*/ 535 h 48"/>
                <a:gd name="T24" fmla="*/ 817 w 150"/>
                <a:gd name="T25" fmla="*/ 344 h 48"/>
                <a:gd name="T26" fmla="*/ 168 w 150"/>
                <a:gd name="T27" fmla="*/ 140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0" h="48">
                  <a:moveTo>
                    <a:pt x="0" y="0"/>
                  </a:moveTo>
                  <a:cubicBezTo>
                    <a:pt x="12" y="13"/>
                    <a:pt x="23" y="23"/>
                    <a:pt x="40" y="27"/>
                  </a:cubicBezTo>
                  <a:cubicBezTo>
                    <a:pt x="51" y="30"/>
                    <a:pt x="63" y="33"/>
                    <a:pt x="73" y="36"/>
                  </a:cubicBezTo>
                  <a:cubicBezTo>
                    <a:pt x="82" y="39"/>
                    <a:pt x="95" y="40"/>
                    <a:pt x="104" y="43"/>
                  </a:cubicBezTo>
                  <a:cubicBezTo>
                    <a:pt x="115" y="45"/>
                    <a:pt x="126" y="46"/>
                    <a:pt x="137" y="47"/>
                  </a:cubicBezTo>
                  <a:cubicBezTo>
                    <a:pt x="143" y="48"/>
                    <a:pt x="146" y="48"/>
                    <a:pt x="148" y="41"/>
                  </a:cubicBezTo>
                  <a:cubicBezTo>
                    <a:pt x="150" y="35"/>
                    <a:pt x="147" y="30"/>
                    <a:pt x="146" y="25"/>
                  </a:cubicBezTo>
                  <a:cubicBezTo>
                    <a:pt x="143" y="28"/>
                    <a:pt x="145" y="33"/>
                    <a:pt x="141" y="36"/>
                  </a:cubicBezTo>
                  <a:cubicBezTo>
                    <a:pt x="137" y="39"/>
                    <a:pt x="132" y="37"/>
                    <a:pt x="127" y="36"/>
                  </a:cubicBezTo>
                  <a:cubicBezTo>
                    <a:pt x="121" y="34"/>
                    <a:pt x="115" y="32"/>
                    <a:pt x="109" y="30"/>
                  </a:cubicBezTo>
                  <a:cubicBezTo>
                    <a:pt x="101" y="29"/>
                    <a:pt x="93" y="29"/>
                    <a:pt x="86" y="27"/>
                  </a:cubicBezTo>
                  <a:cubicBezTo>
                    <a:pt x="75" y="24"/>
                    <a:pt x="64" y="22"/>
                    <a:pt x="53" y="19"/>
                  </a:cubicBezTo>
                  <a:cubicBezTo>
                    <a:pt x="45" y="17"/>
                    <a:pt x="37" y="14"/>
                    <a:pt x="29" y="12"/>
                  </a:cubicBezTo>
                  <a:cubicBezTo>
                    <a:pt x="20" y="10"/>
                    <a:pt x="14" y="11"/>
                    <a:pt x="6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" name="Freeform 308">
              <a:extLst>
                <a:ext uri="{FF2B5EF4-FFF2-40B4-BE49-F238E27FC236}">
                  <a16:creationId xmlns:a16="http://schemas.microsoft.com/office/drawing/2014/main" id="{1637F064-6A3F-4187-B786-BEF6C3F99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316"/>
              <a:ext cx="180" cy="122"/>
            </a:xfrm>
            <a:custGeom>
              <a:avLst/>
              <a:gdLst>
                <a:gd name="T0" fmla="*/ 0 w 59"/>
                <a:gd name="T1" fmla="*/ 1135 h 40"/>
                <a:gd name="T2" fmla="*/ 680 w 59"/>
                <a:gd name="T3" fmla="*/ 1052 h 40"/>
                <a:gd name="T4" fmla="*/ 1330 w 59"/>
                <a:gd name="T5" fmla="*/ 994 h 40"/>
                <a:gd name="T6" fmla="*/ 1647 w 59"/>
                <a:gd name="T7" fmla="*/ 595 h 40"/>
                <a:gd name="T8" fmla="*/ 1303 w 59"/>
                <a:gd name="T9" fmla="*/ 0 h 40"/>
                <a:gd name="T10" fmla="*/ 1303 w 59"/>
                <a:gd name="T11" fmla="*/ 653 h 40"/>
                <a:gd name="T12" fmla="*/ 372 w 59"/>
                <a:gd name="T13" fmla="*/ 102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40">
                  <a:moveTo>
                    <a:pt x="0" y="40"/>
                  </a:moveTo>
                  <a:cubicBezTo>
                    <a:pt x="8" y="40"/>
                    <a:pt x="16" y="38"/>
                    <a:pt x="24" y="37"/>
                  </a:cubicBezTo>
                  <a:cubicBezTo>
                    <a:pt x="32" y="37"/>
                    <a:pt x="40" y="37"/>
                    <a:pt x="47" y="35"/>
                  </a:cubicBezTo>
                  <a:cubicBezTo>
                    <a:pt x="54" y="33"/>
                    <a:pt x="59" y="28"/>
                    <a:pt x="58" y="21"/>
                  </a:cubicBezTo>
                  <a:cubicBezTo>
                    <a:pt x="57" y="16"/>
                    <a:pt x="52" y="2"/>
                    <a:pt x="46" y="0"/>
                  </a:cubicBezTo>
                  <a:cubicBezTo>
                    <a:pt x="51" y="6"/>
                    <a:pt x="52" y="18"/>
                    <a:pt x="46" y="23"/>
                  </a:cubicBezTo>
                  <a:cubicBezTo>
                    <a:pt x="40" y="30"/>
                    <a:pt x="22" y="35"/>
                    <a:pt x="13" y="36"/>
                  </a:cubicBezTo>
                </a:path>
              </a:pathLst>
            </a:custGeom>
            <a:solidFill>
              <a:srgbClr val="82B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" name="Freeform 309">
              <a:extLst>
                <a:ext uri="{FF2B5EF4-FFF2-40B4-BE49-F238E27FC236}">
                  <a16:creationId xmlns:a16="http://schemas.microsoft.com/office/drawing/2014/main" id="{0177D806-9D77-4A6A-881A-040BF3AAA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3005"/>
              <a:ext cx="46" cy="104"/>
            </a:xfrm>
            <a:custGeom>
              <a:avLst/>
              <a:gdLst>
                <a:gd name="T0" fmla="*/ 141 w 15"/>
                <a:gd name="T1" fmla="*/ 0 h 34"/>
                <a:gd name="T2" fmla="*/ 405 w 15"/>
                <a:gd name="T3" fmla="*/ 459 h 34"/>
                <a:gd name="T4" fmla="*/ 0 w 15"/>
                <a:gd name="T5" fmla="*/ 973 h 34"/>
                <a:gd name="T6" fmla="*/ 196 w 15"/>
                <a:gd name="T7" fmla="*/ 459 h 34"/>
                <a:gd name="T8" fmla="*/ 113 w 15"/>
                <a:gd name="T9" fmla="*/ 2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4">
                  <a:moveTo>
                    <a:pt x="5" y="0"/>
                  </a:moveTo>
                  <a:cubicBezTo>
                    <a:pt x="13" y="0"/>
                    <a:pt x="15" y="8"/>
                    <a:pt x="14" y="16"/>
                  </a:cubicBezTo>
                  <a:cubicBezTo>
                    <a:pt x="13" y="25"/>
                    <a:pt x="4" y="27"/>
                    <a:pt x="0" y="34"/>
                  </a:cubicBezTo>
                  <a:cubicBezTo>
                    <a:pt x="2" y="29"/>
                    <a:pt x="6" y="22"/>
                    <a:pt x="7" y="16"/>
                  </a:cubicBezTo>
                  <a:cubicBezTo>
                    <a:pt x="8" y="11"/>
                    <a:pt x="5" y="6"/>
                    <a:pt x="4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" name="Freeform 310">
              <a:extLst>
                <a:ext uri="{FF2B5EF4-FFF2-40B4-BE49-F238E27FC236}">
                  <a16:creationId xmlns:a16="http://schemas.microsoft.com/office/drawing/2014/main" id="{B6828FD1-5475-4A96-9C97-4201C98B7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3386"/>
              <a:ext cx="234" cy="67"/>
            </a:xfrm>
            <a:custGeom>
              <a:avLst/>
              <a:gdLst>
                <a:gd name="T0" fmla="*/ 0 w 77"/>
                <a:gd name="T1" fmla="*/ 0 h 22"/>
                <a:gd name="T2" fmla="*/ 562 w 77"/>
                <a:gd name="T3" fmla="*/ 168 h 22"/>
                <a:gd name="T4" fmla="*/ 1182 w 77"/>
                <a:gd name="T5" fmla="*/ 277 h 22"/>
                <a:gd name="T6" fmla="*/ 2161 w 77"/>
                <a:gd name="T7" fmla="*/ 140 h 22"/>
                <a:gd name="T8" fmla="*/ 1404 w 77"/>
                <a:gd name="T9" fmla="*/ 195 h 22"/>
                <a:gd name="T10" fmla="*/ 1006 w 77"/>
                <a:gd name="T11" fmla="*/ 168 h 22"/>
                <a:gd name="T12" fmla="*/ 620 w 77"/>
                <a:gd name="T13" fmla="*/ 11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22">
                  <a:moveTo>
                    <a:pt x="0" y="0"/>
                  </a:moveTo>
                  <a:cubicBezTo>
                    <a:pt x="7" y="1"/>
                    <a:pt x="14" y="5"/>
                    <a:pt x="20" y="6"/>
                  </a:cubicBezTo>
                  <a:cubicBezTo>
                    <a:pt x="27" y="8"/>
                    <a:pt x="35" y="9"/>
                    <a:pt x="42" y="10"/>
                  </a:cubicBezTo>
                  <a:cubicBezTo>
                    <a:pt x="51" y="11"/>
                    <a:pt x="76" y="22"/>
                    <a:pt x="77" y="5"/>
                  </a:cubicBezTo>
                  <a:cubicBezTo>
                    <a:pt x="72" y="14"/>
                    <a:pt x="59" y="9"/>
                    <a:pt x="50" y="7"/>
                  </a:cubicBezTo>
                  <a:cubicBezTo>
                    <a:pt x="45" y="7"/>
                    <a:pt x="40" y="7"/>
                    <a:pt x="36" y="6"/>
                  </a:cubicBezTo>
                  <a:cubicBezTo>
                    <a:pt x="31" y="5"/>
                    <a:pt x="27" y="4"/>
                    <a:pt x="22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" name="Freeform 311">
              <a:extLst>
                <a:ext uri="{FF2B5EF4-FFF2-40B4-BE49-F238E27FC236}">
                  <a16:creationId xmlns:a16="http://schemas.microsoft.com/office/drawing/2014/main" id="{63BCE5FB-F7F8-42A9-A972-5D8D13608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014"/>
              <a:ext cx="58" cy="159"/>
            </a:xfrm>
            <a:custGeom>
              <a:avLst/>
              <a:gdLst>
                <a:gd name="T0" fmla="*/ 513 w 19"/>
                <a:gd name="T1" fmla="*/ 0 h 52"/>
                <a:gd name="T2" fmla="*/ 55 w 19"/>
                <a:gd name="T3" fmla="*/ 514 h 52"/>
                <a:gd name="T4" fmla="*/ 27 w 19"/>
                <a:gd name="T5" fmla="*/ 1486 h 52"/>
                <a:gd name="T6" fmla="*/ 540 w 19"/>
                <a:gd name="T7" fmla="*/ 2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2">
                  <a:moveTo>
                    <a:pt x="18" y="0"/>
                  </a:moveTo>
                  <a:cubicBezTo>
                    <a:pt x="9" y="5"/>
                    <a:pt x="4" y="9"/>
                    <a:pt x="2" y="18"/>
                  </a:cubicBezTo>
                  <a:cubicBezTo>
                    <a:pt x="0" y="30"/>
                    <a:pt x="2" y="40"/>
                    <a:pt x="1" y="52"/>
                  </a:cubicBezTo>
                  <a:cubicBezTo>
                    <a:pt x="1" y="36"/>
                    <a:pt x="3" y="10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" name="Freeform 312">
              <a:extLst>
                <a:ext uri="{FF2B5EF4-FFF2-40B4-BE49-F238E27FC236}">
                  <a16:creationId xmlns:a16="http://schemas.microsoft.com/office/drawing/2014/main" id="{1D7A9952-C479-4BB3-A84A-FF6D3CB6A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3301"/>
              <a:ext cx="162" cy="91"/>
            </a:xfrm>
            <a:custGeom>
              <a:avLst/>
              <a:gdLst>
                <a:gd name="T0" fmla="*/ 168 w 53"/>
                <a:gd name="T1" fmla="*/ 643 h 30"/>
                <a:gd name="T2" fmla="*/ 776 w 53"/>
                <a:gd name="T3" fmla="*/ 385 h 30"/>
                <a:gd name="T4" fmla="*/ 1513 w 53"/>
                <a:gd name="T5" fmla="*/ 0 h 30"/>
                <a:gd name="T6" fmla="*/ 804 w 53"/>
                <a:gd name="T7" fmla="*/ 479 h 30"/>
                <a:gd name="T8" fmla="*/ 141 w 53"/>
                <a:gd name="T9" fmla="*/ 83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0">
                  <a:moveTo>
                    <a:pt x="6" y="23"/>
                  </a:moveTo>
                  <a:cubicBezTo>
                    <a:pt x="0" y="11"/>
                    <a:pt x="21" y="16"/>
                    <a:pt x="27" y="14"/>
                  </a:cubicBezTo>
                  <a:cubicBezTo>
                    <a:pt x="36" y="12"/>
                    <a:pt x="42" y="0"/>
                    <a:pt x="53" y="0"/>
                  </a:cubicBezTo>
                  <a:cubicBezTo>
                    <a:pt x="43" y="2"/>
                    <a:pt x="38" y="15"/>
                    <a:pt x="28" y="17"/>
                  </a:cubicBezTo>
                  <a:cubicBezTo>
                    <a:pt x="21" y="19"/>
                    <a:pt x="3" y="18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" name="Freeform 313">
              <a:extLst>
                <a:ext uri="{FF2B5EF4-FFF2-40B4-BE49-F238E27FC236}">
                  <a16:creationId xmlns:a16="http://schemas.microsoft.com/office/drawing/2014/main" id="{DCD3D582-1B8E-492C-B9B3-59693BBEB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3255"/>
              <a:ext cx="55" cy="42"/>
            </a:xfrm>
            <a:custGeom>
              <a:avLst/>
              <a:gdLst>
                <a:gd name="T0" fmla="*/ 0 w 18"/>
                <a:gd name="T1" fmla="*/ 270 h 14"/>
                <a:gd name="T2" fmla="*/ 513 w 18"/>
                <a:gd name="T3" fmla="*/ 108 h 14"/>
                <a:gd name="T4" fmla="*/ 86 w 18"/>
                <a:gd name="T5" fmla="*/ 378 h 14"/>
                <a:gd name="T6" fmla="*/ 0 w 18"/>
                <a:gd name="T7" fmla="*/ 32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10"/>
                  </a:moveTo>
                  <a:cubicBezTo>
                    <a:pt x="4" y="7"/>
                    <a:pt x="13" y="0"/>
                    <a:pt x="18" y="4"/>
                  </a:cubicBezTo>
                  <a:cubicBezTo>
                    <a:pt x="12" y="4"/>
                    <a:pt x="6" y="9"/>
                    <a:pt x="3" y="14"/>
                  </a:cubicBezTo>
                  <a:cubicBezTo>
                    <a:pt x="2" y="13"/>
                    <a:pt x="0" y="13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5" name="Freeform 314">
              <a:extLst>
                <a:ext uri="{FF2B5EF4-FFF2-40B4-BE49-F238E27FC236}">
                  <a16:creationId xmlns:a16="http://schemas.microsoft.com/office/drawing/2014/main" id="{40DF1484-D250-4DBF-ADA1-516EEAA7F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819"/>
              <a:ext cx="719" cy="646"/>
            </a:xfrm>
            <a:custGeom>
              <a:avLst/>
              <a:gdLst>
                <a:gd name="T0" fmla="*/ 2571 w 236"/>
                <a:gd name="T1" fmla="*/ 2517 h 212"/>
                <a:gd name="T2" fmla="*/ 55 w 236"/>
                <a:gd name="T3" fmla="*/ 5433 h 212"/>
                <a:gd name="T4" fmla="*/ 55 w 236"/>
                <a:gd name="T5" fmla="*/ 5433 h 212"/>
                <a:gd name="T6" fmla="*/ 0 w 236"/>
                <a:gd name="T7" fmla="*/ 5598 h 212"/>
                <a:gd name="T8" fmla="*/ 317 w 236"/>
                <a:gd name="T9" fmla="*/ 5969 h 212"/>
                <a:gd name="T10" fmla="*/ 734 w 236"/>
                <a:gd name="T11" fmla="*/ 5720 h 212"/>
                <a:gd name="T12" fmla="*/ 734 w 236"/>
                <a:gd name="T13" fmla="*/ 5683 h 212"/>
                <a:gd name="T14" fmla="*/ 2748 w 236"/>
                <a:gd name="T15" fmla="*/ 3221 h 212"/>
                <a:gd name="T16" fmla="*/ 4354 w 236"/>
                <a:gd name="T17" fmla="*/ 3565 h 212"/>
                <a:gd name="T18" fmla="*/ 5319 w 236"/>
                <a:gd name="T19" fmla="*/ 4781 h 212"/>
                <a:gd name="T20" fmla="*/ 5569 w 236"/>
                <a:gd name="T21" fmla="*/ 4781 h 212"/>
                <a:gd name="T22" fmla="*/ 5773 w 236"/>
                <a:gd name="T23" fmla="*/ 4808 h 212"/>
                <a:gd name="T24" fmla="*/ 6023 w 236"/>
                <a:gd name="T25" fmla="*/ 4781 h 212"/>
                <a:gd name="T26" fmla="*/ 6675 w 236"/>
                <a:gd name="T27" fmla="*/ 4699 h 212"/>
                <a:gd name="T28" fmla="*/ 6480 w 236"/>
                <a:gd name="T29" fmla="*/ 4504 h 212"/>
                <a:gd name="T30" fmla="*/ 5292 w 236"/>
                <a:gd name="T31" fmla="*/ 1301 h 212"/>
                <a:gd name="T32" fmla="*/ 5347 w 236"/>
                <a:gd name="T33" fmla="*/ 0 h 2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6" h="212">
                  <a:moveTo>
                    <a:pt x="91" y="89"/>
                  </a:moveTo>
                  <a:cubicBezTo>
                    <a:pt x="52" y="101"/>
                    <a:pt x="19" y="137"/>
                    <a:pt x="2" y="192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0" y="194"/>
                    <a:pt x="0" y="195"/>
                    <a:pt x="0" y="198"/>
                  </a:cubicBezTo>
                  <a:cubicBezTo>
                    <a:pt x="0" y="204"/>
                    <a:pt x="3" y="210"/>
                    <a:pt x="11" y="211"/>
                  </a:cubicBezTo>
                  <a:cubicBezTo>
                    <a:pt x="18" y="212"/>
                    <a:pt x="24" y="208"/>
                    <a:pt x="26" y="202"/>
                  </a:cubicBezTo>
                  <a:cubicBezTo>
                    <a:pt x="26" y="202"/>
                    <a:pt x="26" y="202"/>
                    <a:pt x="26" y="201"/>
                  </a:cubicBezTo>
                  <a:cubicBezTo>
                    <a:pt x="40" y="157"/>
                    <a:pt x="67" y="123"/>
                    <a:pt x="97" y="114"/>
                  </a:cubicBezTo>
                  <a:cubicBezTo>
                    <a:pt x="115" y="109"/>
                    <a:pt x="135" y="113"/>
                    <a:pt x="154" y="126"/>
                  </a:cubicBezTo>
                  <a:cubicBezTo>
                    <a:pt x="169" y="137"/>
                    <a:pt x="181" y="155"/>
                    <a:pt x="188" y="169"/>
                  </a:cubicBezTo>
                  <a:cubicBezTo>
                    <a:pt x="191" y="169"/>
                    <a:pt x="194" y="169"/>
                    <a:pt x="197" y="169"/>
                  </a:cubicBezTo>
                  <a:cubicBezTo>
                    <a:pt x="200" y="169"/>
                    <a:pt x="201" y="170"/>
                    <a:pt x="204" y="170"/>
                  </a:cubicBezTo>
                  <a:cubicBezTo>
                    <a:pt x="207" y="170"/>
                    <a:pt x="210" y="169"/>
                    <a:pt x="213" y="169"/>
                  </a:cubicBezTo>
                  <a:cubicBezTo>
                    <a:pt x="225" y="169"/>
                    <a:pt x="231" y="168"/>
                    <a:pt x="236" y="166"/>
                  </a:cubicBezTo>
                  <a:cubicBezTo>
                    <a:pt x="234" y="164"/>
                    <a:pt x="232" y="161"/>
                    <a:pt x="229" y="159"/>
                  </a:cubicBezTo>
                  <a:cubicBezTo>
                    <a:pt x="214" y="140"/>
                    <a:pt x="184" y="96"/>
                    <a:pt x="187" y="46"/>
                  </a:cubicBezTo>
                  <a:cubicBezTo>
                    <a:pt x="188" y="32"/>
                    <a:pt x="187" y="17"/>
                    <a:pt x="189" y="0"/>
                  </a:cubicBezTo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6" name="Freeform 315">
              <a:extLst>
                <a:ext uri="{FF2B5EF4-FFF2-40B4-BE49-F238E27FC236}">
                  <a16:creationId xmlns:a16="http://schemas.microsoft.com/office/drawing/2014/main" id="{F4ED8B78-B133-4691-B1F5-F3410F48B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468"/>
              <a:ext cx="137" cy="447"/>
            </a:xfrm>
            <a:custGeom>
              <a:avLst/>
              <a:gdLst>
                <a:gd name="T0" fmla="*/ 1102 w 45"/>
                <a:gd name="T1" fmla="*/ 55 h 147"/>
                <a:gd name="T2" fmla="*/ 843 w 45"/>
                <a:gd name="T3" fmla="*/ 924 h 147"/>
                <a:gd name="T4" fmla="*/ 789 w 45"/>
                <a:gd name="T5" fmla="*/ 1432 h 147"/>
                <a:gd name="T6" fmla="*/ 648 w 45"/>
                <a:gd name="T7" fmla="*/ 1748 h 147"/>
                <a:gd name="T8" fmla="*/ 481 w 45"/>
                <a:gd name="T9" fmla="*/ 2275 h 147"/>
                <a:gd name="T10" fmla="*/ 539 w 45"/>
                <a:gd name="T11" fmla="*/ 2782 h 147"/>
                <a:gd name="T12" fmla="*/ 55 w 45"/>
                <a:gd name="T13" fmla="*/ 3968 h 147"/>
                <a:gd name="T14" fmla="*/ 0 w 45"/>
                <a:gd name="T15" fmla="*/ 4078 h 147"/>
                <a:gd name="T16" fmla="*/ 113 w 45"/>
                <a:gd name="T17" fmla="*/ 4132 h 147"/>
                <a:gd name="T18" fmla="*/ 703 w 45"/>
                <a:gd name="T19" fmla="*/ 2755 h 147"/>
                <a:gd name="T20" fmla="*/ 648 w 45"/>
                <a:gd name="T21" fmla="*/ 2275 h 147"/>
                <a:gd name="T22" fmla="*/ 789 w 45"/>
                <a:gd name="T23" fmla="*/ 1831 h 147"/>
                <a:gd name="T24" fmla="*/ 965 w 45"/>
                <a:gd name="T25" fmla="*/ 1490 h 147"/>
                <a:gd name="T26" fmla="*/ 1020 w 45"/>
                <a:gd name="T27" fmla="*/ 924 h 147"/>
                <a:gd name="T28" fmla="*/ 1242 w 45"/>
                <a:gd name="T29" fmla="*/ 167 h 147"/>
                <a:gd name="T30" fmla="*/ 1215 w 45"/>
                <a:gd name="T31" fmla="*/ 27 h 147"/>
                <a:gd name="T32" fmla="*/ 1102 w 45"/>
                <a:gd name="T33" fmla="*/ 55 h 1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47">
                  <a:moveTo>
                    <a:pt x="39" y="2"/>
                  </a:moveTo>
                  <a:cubicBezTo>
                    <a:pt x="30" y="13"/>
                    <a:pt x="30" y="23"/>
                    <a:pt x="30" y="33"/>
                  </a:cubicBezTo>
                  <a:cubicBezTo>
                    <a:pt x="30" y="38"/>
                    <a:pt x="30" y="44"/>
                    <a:pt x="28" y="51"/>
                  </a:cubicBezTo>
                  <a:cubicBezTo>
                    <a:pt x="27" y="55"/>
                    <a:pt x="25" y="59"/>
                    <a:pt x="23" y="62"/>
                  </a:cubicBezTo>
                  <a:cubicBezTo>
                    <a:pt x="20" y="67"/>
                    <a:pt x="17" y="72"/>
                    <a:pt x="17" y="81"/>
                  </a:cubicBezTo>
                  <a:cubicBezTo>
                    <a:pt x="17" y="87"/>
                    <a:pt x="18" y="93"/>
                    <a:pt x="19" y="99"/>
                  </a:cubicBezTo>
                  <a:cubicBezTo>
                    <a:pt x="22" y="118"/>
                    <a:pt x="24" y="135"/>
                    <a:pt x="2" y="141"/>
                  </a:cubicBezTo>
                  <a:cubicBezTo>
                    <a:pt x="1" y="141"/>
                    <a:pt x="0" y="143"/>
                    <a:pt x="0" y="145"/>
                  </a:cubicBezTo>
                  <a:cubicBezTo>
                    <a:pt x="0" y="146"/>
                    <a:pt x="2" y="147"/>
                    <a:pt x="4" y="147"/>
                  </a:cubicBezTo>
                  <a:cubicBezTo>
                    <a:pt x="31" y="139"/>
                    <a:pt x="28" y="117"/>
                    <a:pt x="25" y="98"/>
                  </a:cubicBezTo>
                  <a:cubicBezTo>
                    <a:pt x="24" y="92"/>
                    <a:pt x="23" y="86"/>
                    <a:pt x="23" y="81"/>
                  </a:cubicBezTo>
                  <a:cubicBezTo>
                    <a:pt x="23" y="74"/>
                    <a:pt x="26" y="70"/>
                    <a:pt x="28" y="65"/>
                  </a:cubicBezTo>
                  <a:cubicBezTo>
                    <a:pt x="30" y="61"/>
                    <a:pt x="32" y="58"/>
                    <a:pt x="34" y="53"/>
                  </a:cubicBezTo>
                  <a:cubicBezTo>
                    <a:pt x="36" y="45"/>
                    <a:pt x="36" y="39"/>
                    <a:pt x="36" y="33"/>
                  </a:cubicBezTo>
                  <a:cubicBezTo>
                    <a:pt x="36" y="23"/>
                    <a:pt x="36" y="15"/>
                    <a:pt x="44" y="6"/>
                  </a:cubicBezTo>
                  <a:cubicBezTo>
                    <a:pt x="45" y="4"/>
                    <a:pt x="45" y="2"/>
                    <a:pt x="43" y="1"/>
                  </a:cubicBezTo>
                  <a:cubicBezTo>
                    <a:pt x="42" y="0"/>
                    <a:pt x="40" y="1"/>
                    <a:pt x="39" y="2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7" name="Freeform 316">
              <a:extLst>
                <a:ext uri="{FF2B5EF4-FFF2-40B4-BE49-F238E27FC236}">
                  <a16:creationId xmlns:a16="http://schemas.microsoft.com/office/drawing/2014/main" id="{81BA99D9-357B-4DDF-B25A-17F90086C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582"/>
              <a:ext cx="506" cy="97"/>
            </a:xfrm>
            <a:custGeom>
              <a:avLst/>
              <a:gdLst>
                <a:gd name="T0" fmla="*/ 27 w 166"/>
                <a:gd name="T1" fmla="*/ 276 h 32"/>
                <a:gd name="T2" fmla="*/ 168 w 166"/>
                <a:gd name="T3" fmla="*/ 385 h 32"/>
                <a:gd name="T4" fmla="*/ 875 w 166"/>
                <a:gd name="T5" fmla="*/ 303 h 32"/>
                <a:gd name="T6" fmla="*/ 1244 w 166"/>
                <a:gd name="T7" fmla="*/ 385 h 32"/>
                <a:gd name="T8" fmla="*/ 1411 w 166"/>
                <a:gd name="T9" fmla="*/ 385 h 32"/>
                <a:gd name="T10" fmla="*/ 1588 w 166"/>
                <a:gd name="T11" fmla="*/ 385 h 32"/>
                <a:gd name="T12" fmla="*/ 1673 w 166"/>
                <a:gd name="T13" fmla="*/ 452 h 32"/>
                <a:gd name="T14" fmla="*/ 1841 w 166"/>
                <a:gd name="T15" fmla="*/ 534 h 32"/>
                <a:gd name="T16" fmla="*/ 2240 w 166"/>
                <a:gd name="T17" fmla="*/ 506 h 32"/>
                <a:gd name="T18" fmla="*/ 2463 w 166"/>
                <a:gd name="T19" fmla="*/ 479 h 32"/>
                <a:gd name="T20" fmla="*/ 3002 w 166"/>
                <a:gd name="T21" fmla="*/ 615 h 32"/>
                <a:gd name="T22" fmla="*/ 3652 w 166"/>
                <a:gd name="T23" fmla="*/ 782 h 32"/>
                <a:gd name="T24" fmla="*/ 3938 w 166"/>
                <a:gd name="T25" fmla="*/ 809 h 32"/>
                <a:gd name="T26" fmla="*/ 4133 w 166"/>
                <a:gd name="T27" fmla="*/ 837 h 32"/>
                <a:gd name="T28" fmla="*/ 4591 w 166"/>
                <a:gd name="T29" fmla="*/ 755 h 32"/>
                <a:gd name="T30" fmla="*/ 4673 w 166"/>
                <a:gd name="T31" fmla="*/ 697 h 32"/>
                <a:gd name="T32" fmla="*/ 4700 w 166"/>
                <a:gd name="T33" fmla="*/ 643 h 32"/>
                <a:gd name="T34" fmla="*/ 4645 w 166"/>
                <a:gd name="T35" fmla="*/ 615 h 32"/>
                <a:gd name="T36" fmla="*/ 4536 w 166"/>
                <a:gd name="T37" fmla="*/ 643 h 32"/>
                <a:gd name="T38" fmla="*/ 4164 w 166"/>
                <a:gd name="T39" fmla="*/ 697 h 32"/>
                <a:gd name="T40" fmla="*/ 3996 w 166"/>
                <a:gd name="T41" fmla="*/ 643 h 32"/>
                <a:gd name="T42" fmla="*/ 3624 w 166"/>
                <a:gd name="T43" fmla="*/ 615 h 32"/>
                <a:gd name="T44" fmla="*/ 3085 w 166"/>
                <a:gd name="T45" fmla="*/ 479 h 32"/>
                <a:gd name="T46" fmla="*/ 2463 w 166"/>
                <a:gd name="T47" fmla="*/ 303 h 32"/>
                <a:gd name="T48" fmla="*/ 2210 w 166"/>
                <a:gd name="T49" fmla="*/ 330 h 32"/>
                <a:gd name="T50" fmla="*/ 1869 w 166"/>
                <a:gd name="T51" fmla="*/ 358 h 32"/>
                <a:gd name="T52" fmla="*/ 1783 w 166"/>
                <a:gd name="T53" fmla="*/ 303 h 32"/>
                <a:gd name="T54" fmla="*/ 1616 w 166"/>
                <a:gd name="T55" fmla="*/ 221 h 32"/>
                <a:gd name="T56" fmla="*/ 1384 w 166"/>
                <a:gd name="T57" fmla="*/ 221 h 32"/>
                <a:gd name="T58" fmla="*/ 1274 w 166"/>
                <a:gd name="T59" fmla="*/ 221 h 32"/>
                <a:gd name="T60" fmla="*/ 939 w 166"/>
                <a:gd name="T61" fmla="*/ 167 h 32"/>
                <a:gd name="T62" fmla="*/ 27 w 166"/>
                <a:gd name="T63" fmla="*/ 276 h 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6" h="32">
                  <a:moveTo>
                    <a:pt x="1" y="10"/>
                  </a:moveTo>
                  <a:cubicBezTo>
                    <a:pt x="0" y="11"/>
                    <a:pt x="3" y="13"/>
                    <a:pt x="6" y="14"/>
                  </a:cubicBezTo>
                  <a:cubicBezTo>
                    <a:pt x="15" y="7"/>
                    <a:pt x="22" y="9"/>
                    <a:pt x="31" y="11"/>
                  </a:cubicBezTo>
                  <a:cubicBezTo>
                    <a:pt x="35" y="13"/>
                    <a:pt x="39" y="14"/>
                    <a:pt x="44" y="14"/>
                  </a:cubicBezTo>
                  <a:cubicBezTo>
                    <a:pt x="44" y="14"/>
                    <a:pt x="50" y="14"/>
                    <a:pt x="50" y="14"/>
                  </a:cubicBezTo>
                  <a:cubicBezTo>
                    <a:pt x="52" y="14"/>
                    <a:pt x="54" y="14"/>
                    <a:pt x="56" y="14"/>
                  </a:cubicBezTo>
                  <a:cubicBezTo>
                    <a:pt x="57" y="14"/>
                    <a:pt x="58" y="15"/>
                    <a:pt x="59" y="16"/>
                  </a:cubicBezTo>
                  <a:cubicBezTo>
                    <a:pt x="61" y="17"/>
                    <a:pt x="63" y="19"/>
                    <a:pt x="65" y="19"/>
                  </a:cubicBezTo>
                  <a:cubicBezTo>
                    <a:pt x="71" y="20"/>
                    <a:pt x="75" y="19"/>
                    <a:pt x="79" y="18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94" y="17"/>
                    <a:pt x="100" y="19"/>
                    <a:pt x="106" y="22"/>
                  </a:cubicBezTo>
                  <a:cubicBezTo>
                    <a:pt x="113" y="25"/>
                    <a:pt x="120" y="28"/>
                    <a:pt x="129" y="28"/>
                  </a:cubicBezTo>
                  <a:cubicBezTo>
                    <a:pt x="133" y="28"/>
                    <a:pt x="136" y="28"/>
                    <a:pt x="139" y="29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54" y="32"/>
                    <a:pt x="158" y="29"/>
                    <a:pt x="162" y="27"/>
                  </a:cubicBezTo>
                  <a:cubicBezTo>
                    <a:pt x="165" y="25"/>
                    <a:pt x="165" y="25"/>
                    <a:pt x="165" y="25"/>
                  </a:cubicBezTo>
                  <a:cubicBezTo>
                    <a:pt x="165" y="25"/>
                    <a:pt x="166" y="24"/>
                    <a:pt x="166" y="23"/>
                  </a:cubicBezTo>
                  <a:cubicBezTo>
                    <a:pt x="165" y="22"/>
                    <a:pt x="164" y="22"/>
                    <a:pt x="164" y="22"/>
                  </a:cubicBezTo>
                  <a:cubicBezTo>
                    <a:pt x="160" y="23"/>
                    <a:pt x="160" y="23"/>
                    <a:pt x="160" y="23"/>
                  </a:cubicBezTo>
                  <a:cubicBezTo>
                    <a:pt x="157" y="25"/>
                    <a:pt x="153" y="25"/>
                    <a:pt x="147" y="25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37" y="22"/>
                    <a:pt x="134" y="22"/>
                    <a:pt x="128" y="22"/>
                  </a:cubicBezTo>
                  <a:cubicBezTo>
                    <a:pt x="121" y="22"/>
                    <a:pt x="115" y="19"/>
                    <a:pt x="109" y="17"/>
                  </a:cubicBezTo>
                  <a:cubicBezTo>
                    <a:pt x="102" y="14"/>
                    <a:pt x="95" y="11"/>
                    <a:pt x="87" y="11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74" y="13"/>
                    <a:pt x="71" y="14"/>
                    <a:pt x="66" y="13"/>
                  </a:cubicBezTo>
                  <a:cubicBezTo>
                    <a:pt x="65" y="13"/>
                    <a:pt x="64" y="12"/>
                    <a:pt x="63" y="11"/>
                  </a:cubicBezTo>
                  <a:cubicBezTo>
                    <a:pt x="61" y="10"/>
                    <a:pt x="59" y="9"/>
                    <a:pt x="57" y="8"/>
                  </a:cubicBezTo>
                  <a:cubicBezTo>
                    <a:pt x="54" y="8"/>
                    <a:pt x="52" y="8"/>
                    <a:pt x="49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0" y="8"/>
                    <a:pt x="36" y="7"/>
                    <a:pt x="33" y="6"/>
                  </a:cubicBezTo>
                  <a:cubicBezTo>
                    <a:pt x="23" y="3"/>
                    <a:pt x="13" y="0"/>
                    <a:pt x="1" y="10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8" name="Freeform 317">
              <a:extLst>
                <a:ext uri="{FF2B5EF4-FFF2-40B4-BE49-F238E27FC236}">
                  <a16:creationId xmlns:a16="http://schemas.microsoft.com/office/drawing/2014/main" id="{29554767-3408-4592-B5F6-90350BEF2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220"/>
              <a:ext cx="396" cy="380"/>
            </a:xfrm>
            <a:custGeom>
              <a:avLst/>
              <a:gdLst>
                <a:gd name="T0" fmla="*/ 0 w 130"/>
                <a:gd name="T1" fmla="*/ 82 h 125"/>
                <a:gd name="T2" fmla="*/ 55 w 130"/>
                <a:gd name="T3" fmla="*/ 167 h 125"/>
                <a:gd name="T4" fmla="*/ 344 w 130"/>
                <a:gd name="T5" fmla="*/ 648 h 125"/>
                <a:gd name="T6" fmla="*/ 372 w 130"/>
                <a:gd name="T7" fmla="*/ 784 h 125"/>
                <a:gd name="T8" fmla="*/ 539 w 130"/>
                <a:gd name="T9" fmla="*/ 1322 h 125"/>
                <a:gd name="T10" fmla="*/ 734 w 130"/>
                <a:gd name="T11" fmla="*/ 1830 h 125"/>
                <a:gd name="T12" fmla="*/ 762 w 130"/>
                <a:gd name="T13" fmla="*/ 1885 h 125"/>
                <a:gd name="T14" fmla="*/ 1048 w 130"/>
                <a:gd name="T15" fmla="*/ 2301 h 125"/>
                <a:gd name="T16" fmla="*/ 1161 w 130"/>
                <a:gd name="T17" fmla="*/ 2411 h 125"/>
                <a:gd name="T18" fmla="*/ 1438 w 130"/>
                <a:gd name="T19" fmla="*/ 2754 h 125"/>
                <a:gd name="T20" fmla="*/ 2154 w 130"/>
                <a:gd name="T21" fmla="*/ 3207 h 125"/>
                <a:gd name="T22" fmla="*/ 2681 w 130"/>
                <a:gd name="T23" fmla="*/ 3374 h 125"/>
                <a:gd name="T24" fmla="*/ 3646 w 130"/>
                <a:gd name="T25" fmla="*/ 3402 h 125"/>
                <a:gd name="T26" fmla="*/ 3674 w 130"/>
                <a:gd name="T27" fmla="*/ 3344 h 125"/>
                <a:gd name="T28" fmla="*/ 3591 w 130"/>
                <a:gd name="T29" fmla="*/ 3317 h 125"/>
                <a:gd name="T30" fmla="*/ 2738 w 130"/>
                <a:gd name="T31" fmla="*/ 3235 h 125"/>
                <a:gd name="T32" fmla="*/ 2181 w 130"/>
                <a:gd name="T33" fmla="*/ 3031 h 125"/>
                <a:gd name="T34" fmla="*/ 1614 w 130"/>
                <a:gd name="T35" fmla="*/ 2672 h 125"/>
                <a:gd name="T36" fmla="*/ 1270 w 130"/>
                <a:gd name="T37" fmla="*/ 2274 h 125"/>
                <a:gd name="T38" fmla="*/ 1161 w 130"/>
                <a:gd name="T39" fmla="*/ 2189 h 125"/>
                <a:gd name="T40" fmla="*/ 938 w 130"/>
                <a:gd name="T41" fmla="*/ 1830 h 125"/>
                <a:gd name="T42" fmla="*/ 899 w 130"/>
                <a:gd name="T43" fmla="*/ 1775 h 125"/>
                <a:gd name="T44" fmla="*/ 676 w 130"/>
                <a:gd name="T45" fmla="*/ 1237 h 125"/>
                <a:gd name="T46" fmla="*/ 539 w 130"/>
                <a:gd name="T47" fmla="*/ 757 h 125"/>
                <a:gd name="T48" fmla="*/ 512 w 130"/>
                <a:gd name="T49" fmla="*/ 620 h 125"/>
                <a:gd name="T50" fmla="*/ 113 w 130"/>
                <a:gd name="T51" fmla="*/ 27 h 125"/>
                <a:gd name="T52" fmla="*/ 0 w 130"/>
                <a:gd name="T53" fmla="*/ 82 h 12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0" h="125">
                  <a:moveTo>
                    <a:pt x="0" y="3"/>
                  </a:moveTo>
                  <a:cubicBezTo>
                    <a:pt x="0" y="4"/>
                    <a:pt x="1" y="6"/>
                    <a:pt x="2" y="6"/>
                  </a:cubicBezTo>
                  <a:cubicBezTo>
                    <a:pt x="9" y="8"/>
                    <a:pt x="11" y="16"/>
                    <a:pt x="12" y="23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4" y="35"/>
                    <a:pt x="14" y="39"/>
                    <a:pt x="19" y="47"/>
                  </a:cubicBezTo>
                  <a:cubicBezTo>
                    <a:pt x="24" y="54"/>
                    <a:pt x="24" y="57"/>
                    <a:pt x="26" y="65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9" y="76"/>
                    <a:pt x="32" y="79"/>
                    <a:pt x="37" y="82"/>
                  </a:cubicBezTo>
                  <a:cubicBezTo>
                    <a:pt x="41" y="86"/>
                    <a:pt x="41" y="86"/>
                    <a:pt x="41" y="86"/>
                  </a:cubicBezTo>
                  <a:cubicBezTo>
                    <a:pt x="46" y="90"/>
                    <a:pt x="49" y="94"/>
                    <a:pt x="51" y="98"/>
                  </a:cubicBezTo>
                  <a:cubicBezTo>
                    <a:pt x="56" y="106"/>
                    <a:pt x="60" y="112"/>
                    <a:pt x="76" y="114"/>
                  </a:cubicBezTo>
                  <a:cubicBezTo>
                    <a:pt x="83" y="115"/>
                    <a:pt x="89" y="118"/>
                    <a:pt x="95" y="120"/>
                  </a:cubicBezTo>
                  <a:cubicBezTo>
                    <a:pt x="105" y="124"/>
                    <a:pt x="120" y="125"/>
                    <a:pt x="129" y="121"/>
                  </a:cubicBezTo>
                  <a:cubicBezTo>
                    <a:pt x="129" y="121"/>
                    <a:pt x="130" y="120"/>
                    <a:pt x="130" y="119"/>
                  </a:cubicBezTo>
                  <a:cubicBezTo>
                    <a:pt x="129" y="118"/>
                    <a:pt x="128" y="118"/>
                    <a:pt x="127" y="118"/>
                  </a:cubicBezTo>
                  <a:cubicBezTo>
                    <a:pt x="120" y="121"/>
                    <a:pt x="107" y="119"/>
                    <a:pt x="97" y="115"/>
                  </a:cubicBezTo>
                  <a:cubicBezTo>
                    <a:pt x="91" y="112"/>
                    <a:pt x="85" y="109"/>
                    <a:pt x="77" y="108"/>
                  </a:cubicBezTo>
                  <a:cubicBezTo>
                    <a:pt x="64" y="107"/>
                    <a:pt x="61" y="102"/>
                    <a:pt x="57" y="95"/>
                  </a:cubicBezTo>
                  <a:cubicBezTo>
                    <a:pt x="54" y="91"/>
                    <a:pt x="51" y="86"/>
                    <a:pt x="45" y="81"/>
                  </a:cubicBezTo>
                  <a:cubicBezTo>
                    <a:pt x="41" y="78"/>
                    <a:pt x="41" y="78"/>
                    <a:pt x="41" y="78"/>
                  </a:cubicBezTo>
                  <a:cubicBezTo>
                    <a:pt x="36" y="74"/>
                    <a:pt x="35" y="73"/>
                    <a:pt x="33" y="65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0" y="55"/>
                    <a:pt x="29" y="52"/>
                    <a:pt x="24" y="44"/>
                  </a:cubicBezTo>
                  <a:cubicBezTo>
                    <a:pt x="20" y="37"/>
                    <a:pt x="20" y="34"/>
                    <a:pt x="19" y="27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6" y="10"/>
                    <a:pt x="11" y="3"/>
                    <a:pt x="4" y="1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9" name="Freeform 318">
              <a:extLst>
                <a:ext uri="{FF2B5EF4-FFF2-40B4-BE49-F238E27FC236}">
                  <a16:creationId xmlns:a16="http://schemas.microsoft.com/office/drawing/2014/main" id="{8FDB8B76-F96E-4AB4-9E22-8DA616533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215"/>
              <a:ext cx="600" cy="938"/>
            </a:xfrm>
            <a:custGeom>
              <a:avLst/>
              <a:gdLst>
                <a:gd name="T0" fmla="*/ 5427 w 197"/>
                <a:gd name="T1" fmla="*/ 8421 h 308"/>
                <a:gd name="T2" fmla="*/ 4489 w 197"/>
                <a:gd name="T3" fmla="*/ 7912 h 308"/>
                <a:gd name="T4" fmla="*/ 3981 w 197"/>
                <a:gd name="T5" fmla="*/ 7029 h 308"/>
                <a:gd name="T6" fmla="*/ 3274 w 197"/>
                <a:gd name="T7" fmla="*/ 6974 h 308"/>
                <a:gd name="T8" fmla="*/ 2485 w 197"/>
                <a:gd name="T9" fmla="*/ 5786 h 308"/>
                <a:gd name="T10" fmla="*/ 1669 w 197"/>
                <a:gd name="T11" fmla="*/ 5138 h 308"/>
                <a:gd name="T12" fmla="*/ 1642 w 197"/>
                <a:gd name="T13" fmla="*/ 5110 h 308"/>
                <a:gd name="T14" fmla="*/ 1103 w 197"/>
                <a:gd name="T15" fmla="*/ 3478 h 308"/>
                <a:gd name="T16" fmla="*/ 1270 w 197"/>
                <a:gd name="T17" fmla="*/ 2939 h 308"/>
                <a:gd name="T18" fmla="*/ 1669 w 197"/>
                <a:gd name="T19" fmla="*/ 2430 h 308"/>
                <a:gd name="T20" fmla="*/ 2263 w 197"/>
                <a:gd name="T21" fmla="*/ 1977 h 308"/>
                <a:gd name="T22" fmla="*/ 2802 w 197"/>
                <a:gd name="T23" fmla="*/ 1696 h 308"/>
                <a:gd name="T24" fmla="*/ 2236 w 197"/>
                <a:gd name="T25" fmla="*/ 1864 h 308"/>
                <a:gd name="T26" fmla="*/ 1587 w 197"/>
                <a:gd name="T27" fmla="*/ 2403 h 308"/>
                <a:gd name="T28" fmla="*/ 1188 w 197"/>
                <a:gd name="T29" fmla="*/ 2857 h 308"/>
                <a:gd name="T30" fmla="*/ 1215 w 197"/>
                <a:gd name="T31" fmla="*/ 2570 h 308"/>
                <a:gd name="T32" fmla="*/ 1355 w 197"/>
                <a:gd name="T33" fmla="*/ 1587 h 308"/>
                <a:gd name="T34" fmla="*/ 1297 w 197"/>
                <a:gd name="T35" fmla="*/ 1160 h 308"/>
                <a:gd name="T36" fmla="*/ 1328 w 197"/>
                <a:gd name="T37" fmla="*/ 734 h 308"/>
                <a:gd name="T38" fmla="*/ 1559 w 197"/>
                <a:gd name="T39" fmla="*/ 27 h 308"/>
                <a:gd name="T40" fmla="*/ 1215 w 197"/>
                <a:gd name="T41" fmla="*/ 761 h 308"/>
                <a:gd name="T42" fmla="*/ 1188 w 197"/>
                <a:gd name="T43" fmla="*/ 1133 h 308"/>
                <a:gd name="T44" fmla="*/ 1270 w 197"/>
                <a:gd name="T45" fmla="*/ 1642 h 308"/>
                <a:gd name="T46" fmla="*/ 1133 w 197"/>
                <a:gd name="T47" fmla="*/ 2513 h 308"/>
                <a:gd name="T48" fmla="*/ 965 w 197"/>
                <a:gd name="T49" fmla="*/ 3840 h 308"/>
                <a:gd name="T50" fmla="*/ 871 w 197"/>
                <a:gd name="T51" fmla="*/ 4462 h 308"/>
                <a:gd name="T52" fmla="*/ 250 w 197"/>
                <a:gd name="T53" fmla="*/ 2884 h 308"/>
                <a:gd name="T54" fmla="*/ 222 w 197"/>
                <a:gd name="T55" fmla="*/ 2829 h 308"/>
                <a:gd name="T56" fmla="*/ 789 w 197"/>
                <a:gd name="T57" fmla="*/ 4516 h 308"/>
                <a:gd name="T58" fmla="*/ 1696 w 197"/>
                <a:gd name="T59" fmla="*/ 5369 h 308"/>
                <a:gd name="T60" fmla="*/ 2348 w 197"/>
                <a:gd name="T61" fmla="*/ 5872 h 308"/>
                <a:gd name="T62" fmla="*/ 3219 w 197"/>
                <a:gd name="T63" fmla="*/ 7114 h 308"/>
                <a:gd name="T64" fmla="*/ 3868 w 197"/>
                <a:gd name="T65" fmla="*/ 7178 h 308"/>
                <a:gd name="T66" fmla="*/ 4099 w 197"/>
                <a:gd name="T67" fmla="*/ 7653 h 308"/>
                <a:gd name="T68" fmla="*/ 4602 w 197"/>
                <a:gd name="T69" fmla="*/ 8275 h 308"/>
                <a:gd name="T70" fmla="*/ 5510 w 197"/>
                <a:gd name="T71" fmla="*/ 8506 h 3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97" h="308">
                  <a:moveTo>
                    <a:pt x="195" y="301"/>
                  </a:moveTo>
                  <a:cubicBezTo>
                    <a:pt x="194" y="299"/>
                    <a:pt x="193" y="298"/>
                    <a:pt x="192" y="298"/>
                  </a:cubicBezTo>
                  <a:cubicBezTo>
                    <a:pt x="179" y="303"/>
                    <a:pt x="177" y="301"/>
                    <a:pt x="168" y="289"/>
                  </a:cubicBezTo>
                  <a:cubicBezTo>
                    <a:pt x="165" y="285"/>
                    <a:pt x="162" y="283"/>
                    <a:pt x="159" y="280"/>
                  </a:cubicBezTo>
                  <a:cubicBezTo>
                    <a:pt x="156" y="276"/>
                    <a:pt x="153" y="273"/>
                    <a:pt x="151" y="269"/>
                  </a:cubicBezTo>
                  <a:cubicBezTo>
                    <a:pt x="148" y="261"/>
                    <a:pt x="145" y="253"/>
                    <a:pt x="141" y="249"/>
                  </a:cubicBezTo>
                  <a:cubicBezTo>
                    <a:pt x="135" y="245"/>
                    <a:pt x="129" y="246"/>
                    <a:pt x="124" y="247"/>
                  </a:cubicBezTo>
                  <a:cubicBezTo>
                    <a:pt x="121" y="247"/>
                    <a:pt x="118" y="247"/>
                    <a:pt x="116" y="247"/>
                  </a:cubicBezTo>
                  <a:cubicBezTo>
                    <a:pt x="106" y="243"/>
                    <a:pt x="100" y="230"/>
                    <a:pt x="95" y="218"/>
                  </a:cubicBezTo>
                  <a:cubicBezTo>
                    <a:pt x="93" y="213"/>
                    <a:pt x="90" y="208"/>
                    <a:pt x="88" y="205"/>
                  </a:cubicBezTo>
                  <a:cubicBezTo>
                    <a:pt x="83" y="197"/>
                    <a:pt x="77" y="193"/>
                    <a:pt x="70" y="190"/>
                  </a:cubicBezTo>
                  <a:cubicBezTo>
                    <a:pt x="66" y="188"/>
                    <a:pt x="62" y="185"/>
                    <a:pt x="59" y="182"/>
                  </a:cubicBezTo>
                  <a:cubicBezTo>
                    <a:pt x="59" y="182"/>
                    <a:pt x="59" y="182"/>
                    <a:pt x="59" y="182"/>
                  </a:cubicBezTo>
                  <a:cubicBezTo>
                    <a:pt x="59" y="181"/>
                    <a:pt x="58" y="181"/>
                    <a:pt x="58" y="181"/>
                  </a:cubicBezTo>
                  <a:cubicBezTo>
                    <a:pt x="56" y="179"/>
                    <a:pt x="54" y="177"/>
                    <a:pt x="53" y="173"/>
                  </a:cubicBezTo>
                  <a:cubicBezTo>
                    <a:pt x="46" y="159"/>
                    <a:pt x="39" y="136"/>
                    <a:pt x="39" y="123"/>
                  </a:cubicBezTo>
                  <a:cubicBezTo>
                    <a:pt x="39" y="122"/>
                    <a:pt x="39" y="118"/>
                    <a:pt x="39" y="116"/>
                  </a:cubicBezTo>
                  <a:cubicBezTo>
                    <a:pt x="40" y="111"/>
                    <a:pt x="41" y="107"/>
                    <a:pt x="45" y="104"/>
                  </a:cubicBezTo>
                  <a:cubicBezTo>
                    <a:pt x="51" y="99"/>
                    <a:pt x="51" y="99"/>
                    <a:pt x="51" y="99"/>
                  </a:cubicBezTo>
                  <a:cubicBezTo>
                    <a:pt x="55" y="96"/>
                    <a:pt x="56" y="95"/>
                    <a:pt x="59" y="86"/>
                  </a:cubicBezTo>
                  <a:cubicBezTo>
                    <a:pt x="64" y="75"/>
                    <a:pt x="64" y="74"/>
                    <a:pt x="75" y="71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7" y="69"/>
                    <a:pt x="94" y="65"/>
                    <a:pt x="99" y="61"/>
                  </a:cubicBezTo>
                  <a:cubicBezTo>
                    <a:pt x="99" y="61"/>
                    <a:pt x="100" y="60"/>
                    <a:pt x="99" y="60"/>
                  </a:cubicBezTo>
                  <a:cubicBezTo>
                    <a:pt x="99" y="59"/>
                    <a:pt x="98" y="59"/>
                    <a:pt x="98" y="59"/>
                  </a:cubicBezTo>
                  <a:cubicBezTo>
                    <a:pt x="93" y="63"/>
                    <a:pt x="86" y="65"/>
                    <a:pt x="79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62" y="70"/>
                    <a:pt x="60" y="73"/>
                    <a:pt x="56" y="85"/>
                  </a:cubicBezTo>
                  <a:cubicBezTo>
                    <a:pt x="53" y="93"/>
                    <a:pt x="51" y="94"/>
                    <a:pt x="48" y="96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39" y="104"/>
                    <a:pt x="37" y="108"/>
                    <a:pt x="36" y="112"/>
                  </a:cubicBezTo>
                  <a:cubicBezTo>
                    <a:pt x="37" y="105"/>
                    <a:pt x="40" y="98"/>
                    <a:pt x="43" y="91"/>
                  </a:cubicBezTo>
                  <a:cubicBezTo>
                    <a:pt x="48" y="81"/>
                    <a:pt x="52" y="72"/>
                    <a:pt x="51" y="64"/>
                  </a:cubicBezTo>
                  <a:cubicBezTo>
                    <a:pt x="51" y="62"/>
                    <a:pt x="50" y="59"/>
                    <a:pt x="48" y="56"/>
                  </a:cubicBezTo>
                  <a:cubicBezTo>
                    <a:pt x="47" y="54"/>
                    <a:pt x="46" y="52"/>
                    <a:pt x="46" y="50"/>
                  </a:cubicBezTo>
                  <a:cubicBezTo>
                    <a:pt x="45" y="47"/>
                    <a:pt x="46" y="44"/>
                    <a:pt x="46" y="41"/>
                  </a:cubicBezTo>
                  <a:cubicBezTo>
                    <a:pt x="47" y="33"/>
                    <a:pt x="47" y="33"/>
                    <a:pt x="47" y="33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18"/>
                    <a:pt x="46" y="10"/>
                    <a:pt x="53" y="3"/>
                  </a:cubicBezTo>
                  <a:cubicBezTo>
                    <a:pt x="54" y="2"/>
                    <a:pt x="54" y="2"/>
                    <a:pt x="55" y="1"/>
                  </a:cubicBezTo>
                  <a:cubicBezTo>
                    <a:pt x="56" y="0"/>
                    <a:pt x="52" y="1"/>
                    <a:pt x="51" y="2"/>
                  </a:cubicBezTo>
                  <a:cubicBezTo>
                    <a:pt x="43" y="9"/>
                    <a:pt x="43" y="18"/>
                    <a:pt x="43" y="27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2" y="43"/>
                    <a:pt x="41" y="47"/>
                    <a:pt x="42" y="51"/>
                  </a:cubicBezTo>
                  <a:cubicBezTo>
                    <a:pt x="42" y="53"/>
                    <a:pt x="44" y="56"/>
                    <a:pt x="45" y="58"/>
                  </a:cubicBezTo>
                  <a:cubicBezTo>
                    <a:pt x="46" y="60"/>
                    <a:pt x="47" y="63"/>
                    <a:pt x="47" y="64"/>
                  </a:cubicBezTo>
                  <a:cubicBezTo>
                    <a:pt x="48" y="71"/>
                    <a:pt x="44" y="80"/>
                    <a:pt x="40" y="89"/>
                  </a:cubicBezTo>
                  <a:cubicBezTo>
                    <a:pt x="35" y="100"/>
                    <a:pt x="30" y="111"/>
                    <a:pt x="31" y="121"/>
                  </a:cubicBezTo>
                  <a:cubicBezTo>
                    <a:pt x="31" y="124"/>
                    <a:pt x="34" y="134"/>
                    <a:pt x="34" y="136"/>
                  </a:cubicBezTo>
                  <a:cubicBezTo>
                    <a:pt x="37" y="149"/>
                    <a:pt x="42" y="164"/>
                    <a:pt x="47" y="175"/>
                  </a:cubicBezTo>
                  <a:cubicBezTo>
                    <a:pt x="41" y="169"/>
                    <a:pt x="34" y="161"/>
                    <a:pt x="31" y="158"/>
                  </a:cubicBezTo>
                  <a:cubicBezTo>
                    <a:pt x="24" y="150"/>
                    <a:pt x="24" y="150"/>
                    <a:pt x="24" y="150"/>
                  </a:cubicBezTo>
                  <a:cubicBezTo>
                    <a:pt x="15" y="141"/>
                    <a:pt x="6" y="116"/>
                    <a:pt x="9" y="102"/>
                  </a:cubicBezTo>
                  <a:cubicBezTo>
                    <a:pt x="10" y="101"/>
                    <a:pt x="10" y="99"/>
                    <a:pt x="10" y="98"/>
                  </a:cubicBezTo>
                  <a:cubicBezTo>
                    <a:pt x="9" y="98"/>
                    <a:pt x="9" y="99"/>
                    <a:pt x="8" y="100"/>
                  </a:cubicBezTo>
                  <a:cubicBezTo>
                    <a:pt x="0" y="114"/>
                    <a:pt x="10" y="143"/>
                    <a:pt x="21" y="153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35" y="168"/>
                    <a:pt x="40" y="174"/>
                    <a:pt x="45" y="178"/>
                  </a:cubicBezTo>
                  <a:cubicBezTo>
                    <a:pt x="48" y="181"/>
                    <a:pt x="57" y="189"/>
                    <a:pt x="60" y="190"/>
                  </a:cubicBezTo>
                  <a:cubicBezTo>
                    <a:pt x="62" y="192"/>
                    <a:pt x="65" y="194"/>
                    <a:pt x="67" y="195"/>
                  </a:cubicBezTo>
                  <a:cubicBezTo>
                    <a:pt x="73" y="198"/>
                    <a:pt x="79" y="201"/>
                    <a:pt x="83" y="208"/>
                  </a:cubicBezTo>
                  <a:cubicBezTo>
                    <a:pt x="85" y="211"/>
                    <a:pt x="87" y="216"/>
                    <a:pt x="89" y="221"/>
                  </a:cubicBezTo>
                  <a:cubicBezTo>
                    <a:pt x="95" y="234"/>
                    <a:pt x="102" y="248"/>
                    <a:pt x="114" y="252"/>
                  </a:cubicBezTo>
                  <a:cubicBezTo>
                    <a:pt x="118" y="254"/>
                    <a:pt x="122" y="253"/>
                    <a:pt x="125" y="252"/>
                  </a:cubicBezTo>
                  <a:cubicBezTo>
                    <a:pt x="130" y="252"/>
                    <a:pt x="133" y="251"/>
                    <a:pt x="137" y="254"/>
                  </a:cubicBezTo>
                  <a:cubicBezTo>
                    <a:pt x="141" y="257"/>
                    <a:pt x="144" y="267"/>
                    <a:pt x="145" y="271"/>
                  </a:cubicBezTo>
                  <a:cubicBezTo>
                    <a:pt x="145" y="271"/>
                    <a:pt x="145" y="271"/>
                    <a:pt x="145" y="271"/>
                  </a:cubicBezTo>
                  <a:cubicBezTo>
                    <a:pt x="148" y="277"/>
                    <a:pt x="152" y="281"/>
                    <a:pt x="155" y="284"/>
                  </a:cubicBezTo>
                  <a:cubicBezTo>
                    <a:pt x="158" y="287"/>
                    <a:pt x="160" y="289"/>
                    <a:pt x="163" y="293"/>
                  </a:cubicBezTo>
                  <a:cubicBezTo>
                    <a:pt x="174" y="308"/>
                    <a:pt x="181" y="308"/>
                    <a:pt x="196" y="303"/>
                  </a:cubicBezTo>
                  <a:cubicBezTo>
                    <a:pt x="197" y="302"/>
                    <a:pt x="195" y="303"/>
                    <a:pt x="195" y="30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0" name="Freeform 319">
              <a:extLst>
                <a:ext uri="{FF2B5EF4-FFF2-40B4-BE49-F238E27FC236}">
                  <a16:creationId xmlns:a16="http://schemas.microsoft.com/office/drawing/2014/main" id="{26C3E946-E3DA-4A74-A9B1-3A356A934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666"/>
              <a:ext cx="634" cy="1053"/>
            </a:xfrm>
            <a:custGeom>
              <a:avLst/>
              <a:gdLst>
                <a:gd name="T0" fmla="*/ 5724 w 208"/>
                <a:gd name="T1" fmla="*/ 5670 h 346"/>
                <a:gd name="T2" fmla="*/ 4645 w 208"/>
                <a:gd name="T3" fmla="*/ 5612 h 346"/>
                <a:gd name="T4" fmla="*/ 3883 w 208"/>
                <a:gd name="T5" fmla="*/ 5557 h 346"/>
                <a:gd name="T6" fmla="*/ 3085 w 208"/>
                <a:gd name="T7" fmla="*/ 5639 h 346"/>
                <a:gd name="T8" fmla="*/ 4051 w 208"/>
                <a:gd name="T9" fmla="*/ 4455 h 346"/>
                <a:gd name="T10" fmla="*/ 4645 w 208"/>
                <a:gd name="T11" fmla="*/ 2842 h 346"/>
                <a:gd name="T12" fmla="*/ 4953 w 208"/>
                <a:gd name="T13" fmla="*/ 1695 h 346"/>
                <a:gd name="T14" fmla="*/ 4923 w 208"/>
                <a:gd name="T15" fmla="*/ 593 h 346"/>
                <a:gd name="T16" fmla="*/ 4728 w 208"/>
                <a:gd name="T17" fmla="*/ 0 h 346"/>
                <a:gd name="T18" fmla="*/ 4840 w 208"/>
                <a:gd name="T19" fmla="*/ 621 h 346"/>
                <a:gd name="T20" fmla="*/ 4785 w 208"/>
                <a:gd name="T21" fmla="*/ 1464 h 346"/>
                <a:gd name="T22" fmla="*/ 4505 w 208"/>
                <a:gd name="T23" fmla="*/ 2483 h 346"/>
                <a:gd name="T24" fmla="*/ 3938 w 208"/>
                <a:gd name="T25" fmla="*/ 3944 h 346"/>
                <a:gd name="T26" fmla="*/ 2862 w 208"/>
                <a:gd name="T27" fmla="*/ 5493 h 346"/>
                <a:gd name="T28" fmla="*/ 2518 w 208"/>
                <a:gd name="T29" fmla="*/ 6205 h 346"/>
                <a:gd name="T30" fmla="*/ 1841 w 208"/>
                <a:gd name="T31" fmla="*/ 7529 h 346"/>
                <a:gd name="T32" fmla="*/ 789 w 208"/>
                <a:gd name="T33" fmla="*/ 9075 h 346"/>
                <a:gd name="T34" fmla="*/ 622 w 208"/>
                <a:gd name="T35" fmla="*/ 9410 h 346"/>
                <a:gd name="T36" fmla="*/ 2182 w 208"/>
                <a:gd name="T37" fmla="*/ 9383 h 346"/>
                <a:gd name="T38" fmla="*/ 4133 w 208"/>
                <a:gd name="T39" fmla="*/ 9669 h 346"/>
                <a:gd name="T40" fmla="*/ 5099 w 208"/>
                <a:gd name="T41" fmla="*/ 9754 h 346"/>
                <a:gd name="T42" fmla="*/ 5267 w 208"/>
                <a:gd name="T43" fmla="*/ 9587 h 346"/>
                <a:gd name="T44" fmla="*/ 5612 w 208"/>
                <a:gd name="T45" fmla="*/ 9106 h 346"/>
                <a:gd name="T46" fmla="*/ 5295 w 208"/>
                <a:gd name="T47" fmla="*/ 9160 h 346"/>
                <a:gd name="T48" fmla="*/ 3539 w 208"/>
                <a:gd name="T49" fmla="*/ 9270 h 346"/>
                <a:gd name="T50" fmla="*/ 3819 w 208"/>
                <a:gd name="T51" fmla="*/ 9133 h 346"/>
                <a:gd name="T52" fmla="*/ 3597 w 208"/>
                <a:gd name="T53" fmla="*/ 9075 h 346"/>
                <a:gd name="T54" fmla="*/ 2405 w 208"/>
                <a:gd name="T55" fmla="*/ 9300 h 346"/>
                <a:gd name="T56" fmla="*/ 2630 w 208"/>
                <a:gd name="T57" fmla="*/ 8993 h 346"/>
                <a:gd name="T58" fmla="*/ 2128 w 208"/>
                <a:gd name="T59" fmla="*/ 8853 h 346"/>
                <a:gd name="T60" fmla="*/ 1411 w 208"/>
                <a:gd name="T61" fmla="*/ 9270 h 346"/>
                <a:gd name="T62" fmla="*/ 875 w 208"/>
                <a:gd name="T63" fmla="*/ 9270 h 346"/>
                <a:gd name="T64" fmla="*/ 1615 w 208"/>
                <a:gd name="T65" fmla="*/ 7946 h 346"/>
                <a:gd name="T66" fmla="*/ 3539 w 208"/>
                <a:gd name="T67" fmla="*/ 8263 h 346"/>
                <a:gd name="T68" fmla="*/ 4273 w 208"/>
                <a:gd name="T69" fmla="*/ 8400 h 346"/>
                <a:gd name="T70" fmla="*/ 4590 w 208"/>
                <a:gd name="T71" fmla="*/ 8427 h 346"/>
                <a:gd name="T72" fmla="*/ 4895 w 208"/>
                <a:gd name="T73" fmla="*/ 8567 h 346"/>
                <a:gd name="T74" fmla="*/ 4981 w 208"/>
                <a:gd name="T75" fmla="*/ 8512 h 346"/>
                <a:gd name="T76" fmla="*/ 5462 w 208"/>
                <a:gd name="T77" fmla="*/ 8457 h 346"/>
                <a:gd name="T78" fmla="*/ 5612 w 208"/>
                <a:gd name="T79" fmla="*/ 8205 h 346"/>
                <a:gd name="T80" fmla="*/ 4953 w 208"/>
                <a:gd name="T81" fmla="*/ 8235 h 346"/>
                <a:gd name="T82" fmla="*/ 4590 w 208"/>
                <a:gd name="T83" fmla="*/ 8177 h 346"/>
                <a:gd name="T84" fmla="*/ 4840 w 208"/>
                <a:gd name="T85" fmla="*/ 8001 h 346"/>
                <a:gd name="T86" fmla="*/ 4219 w 208"/>
                <a:gd name="T87" fmla="*/ 8235 h 346"/>
                <a:gd name="T88" fmla="*/ 3679 w 208"/>
                <a:gd name="T89" fmla="*/ 8086 h 346"/>
                <a:gd name="T90" fmla="*/ 3996 w 208"/>
                <a:gd name="T91" fmla="*/ 7891 h 346"/>
                <a:gd name="T92" fmla="*/ 3539 w 208"/>
                <a:gd name="T93" fmla="*/ 7864 h 346"/>
                <a:gd name="T94" fmla="*/ 2630 w 208"/>
                <a:gd name="T95" fmla="*/ 7864 h 346"/>
                <a:gd name="T96" fmla="*/ 2435 w 208"/>
                <a:gd name="T97" fmla="*/ 6936 h 346"/>
                <a:gd name="T98" fmla="*/ 3057 w 208"/>
                <a:gd name="T99" fmla="*/ 5947 h 346"/>
                <a:gd name="T100" fmla="*/ 3761 w 208"/>
                <a:gd name="T101" fmla="*/ 5861 h 346"/>
                <a:gd name="T102" fmla="*/ 4051 w 208"/>
                <a:gd name="T103" fmla="*/ 6056 h 346"/>
                <a:gd name="T104" fmla="*/ 4450 w 208"/>
                <a:gd name="T105" fmla="*/ 6056 h 346"/>
                <a:gd name="T106" fmla="*/ 3996 w 208"/>
                <a:gd name="T107" fmla="*/ 5752 h 346"/>
                <a:gd name="T108" fmla="*/ 4590 w 208"/>
                <a:gd name="T109" fmla="*/ 5807 h 346"/>
                <a:gd name="T110" fmla="*/ 5017 w 208"/>
                <a:gd name="T111" fmla="*/ 6056 h 346"/>
                <a:gd name="T112" fmla="*/ 4868 w 208"/>
                <a:gd name="T113" fmla="*/ 5752 h 346"/>
                <a:gd name="T114" fmla="*/ 5834 w 208"/>
                <a:gd name="T115" fmla="*/ 5752 h 34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8" h="346">
                  <a:moveTo>
                    <a:pt x="201" y="193"/>
                  </a:moveTo>
                  <a:cubicBezTo>
                    <a:pt x="201" y="193"/>
                    <a:pt x="201" y="195"/>
                    <a:pt x="201" y="197"/>
                  </a:cubicBezTo>
                  <a:cubicBezTo>
                    <a:pt x="201" y="197"/>
                    <a:pt x="203" y="198"/>
                    <a:pt x="202" y="200"/>
                  </a:cubicBezTo>
                  <a:cubicBezTo>
                    <a:pt x="202" y="201"/>
                    <a:pt x="202" y="201"/>
                    <a:pt x="202" y="201"/>
                  </a:cubicBezTo>
                  <a:cubicBezTo>
                    <a:pt x="198" y="206"/>
                    <a:pt x="194" y="205"/>
                    <a:pt x="187" y="202"/>
                  </a:cubicBezTo>
                  <a:cubicBezTo>
                    <a:pt x="184" y="200"/>
                    <a:pt x="181" y="199"/>
                    <a:pt x="178" y="198"/>
                  </a:cubicBezTo>
                  <a:cubicBezTo>
                    <a:pt x="175" y="198"/>
                    <a:pt x="172" y="198"/>
                    <a:pt x="169" y="199"/>
                  </a:cubicBezTo>
                  <a:cubicBezTo>
                    <a:pt x="167" y="199"/>
                    <a:pt x="166" y="199"/>
                    <a:pt x="164" y="199"/>
                  </a:cubicBezTo>
                  <a:cubicBezTo>
                    <a:pt x="163" y="198"/>
                    <a:pt x="163" y="198"/>
                    <a:pt x="162" y="198"/>
                  </a:cubicBezTo>
                  <a:cubicBezTo>
                    <a:pt x="157" y="196"/>
                    <a:pt x="157" y="196"/>
                    <a:pt x="157" y="196"/>
                  </a:cubicBezTo>
                  <a:cubicBezTo>
                    <a:pt x="155" y="194"/>
                    <a:pt x="152" y="193"/>
                    <a:pt x="148" y="193"/>
                  </a:cubicBezTo>
                  <a:cubicBezTo>
                    <a:pt x="142" y="193"/>
                    <a:pt x="139" y="195"/>
                    <a:pt x="137" y="197"/>
                  </a:cubicBezTo>
                  <a:cubicBezTo>
                    <a:pt x="135" y="198"/>
                    <a:pt x="134" y="199"/>
                    <a:pt x="133" y="199"/>
                  </a:cubicBezTo>
                  <a:cubicBezTo>
                    <a:pt x="130" y="200"/>
                    <a:pt x="129" y="199"/>
                    <a:pt x="127" y="199"/>
                  </a:cubicBezTo>
                  <a:cubicBezTo>
                    <a:pt x="120" y="198"/>
                    <a:pt x="120" y="198"/>
                    <a:pt x="120" y="198"/>
                  </a:cubicBezTo>
                  <a:cubicBezTo>
                    <a:pt x="116" y="199"/>
                    <a:pt x="112" y="199"/>
                    <a:pt x="109" y="200"/>
                  </a:cubicBezTo>
                  <a:cubicBezTo>
                    <a:pt x="109" y="199"/>
                    <a:pt x="109" y="197"/>
                    <a:pt x="109" y="195"/>
                  </a:cubicBezTo>
                  <a:cubicBezTo>
                    <a:pt x="109" y="185"/>
                    <a:pt x="109" y="176"/>
                    <a:pt x="118" y="171"/>
                  </a:cubicBezTo>
                  <a:cubicBezTo>
                    <a:pt x="121" y="169"/>
                    <a:pt x="123" y="168"/>
                    <a:pt x="126" y="168"/>
                  </a:cubicBezTo>
                  <a:cubicBezTo>
                    <a:pt x="132" y="166"/>
                    <a:pt x="139" y="165"/>
                    <a:pt x="143" y="158"/>
                  </a:cubicBezTo>
                  <a:cubicBezTo>
                    <a:pt x="147" y="153"/>
                    <a:pt x="147" y="146"/>
                    <a:pt x="147" y="140"/>
                  </a:cubicBezTo>
                  <a:cubicBezTo>
                    <a:pt x="147" y="135"/>
                    <a:pt x="147" y="130"/>
                    <a:pt x="149" y="127"/>
                  </a:cubicBezTo>
                  <a:cubicBezTo>
                    <a:pt x="149" y="126"/>
                    <a:pt x="153" y="120"/>
                    <a:pt x="155" y="118"/>
                  </a:cubicBezTo>
                  <a:cubicBezTo>
                    <a:pt x="159" y="113"/>
                    <a:pt x="163" y="108"/>
                    <a:pt x="164" y="101"/>
                  </a:cubicBezTo>
                  <a:cubicBezTo>
                    <a:pt x="165" y="96"/>
                    <a:pt x="165" y="92"/>
                    <a:pt x="165" y="88"/>
                  </a:cubicBezTo>
                  <a:cubicBezTo>
                    <a:pt x="166" y="82"/>
                    <a:pt x="166" y="77"/>
                    <a:pt x="169" y="70"/>
                  </a:cubicBezTo>
                  <a:cubicBezTo>
                    <a:pt x="171" y="67"/>
                    <a:pt x="171" y="67"/>
                    <a:pt x="171" y="67"/>
                  </a:cubicBezTo>
                  <a:cubicBezTo>
                    <a:pt x="173" y="65"/>
                    <a:pt x="174" y="63"/>
                    <a:pt x="175" y="60"/>
                  </a:cubicBezTo>
                  <a:cubicBezTo>
                    <a:pt x="177" y="55"/>
                    <a:pt x="176" y="53"/>
                    <a:pt x="175" y="51"/>
                  </a:cubicBezTo>
                  <a:cubicBezTo>
                    <a:pt x="174" y="38"/>
                    <a:pt x="174" y="38"/>
                    <a:pt x="174" y="38"/>
                  </a:cubicBezTo>
                  <a:cubicBezTo>
                    <a:pt x="175" y="31"/>
                    <a:pt x="175" y="31"/>
                    <a:pt x="175" y="31"/>
                  </a:cubicBezTo>
                  <a:cubicBezTo>
                    <a:pt x="176" y="26"/>
                    <a:pt x="175" y="25"/>
                    <a:pt x="174" y="21"/>
                  </a:cubicBezTo>
                  <a:cubicBezTo>
                    <a:pt x="173" y="17"/>
                    <a:pt x="173" y="17"/>
                    <a:pt x="173" y="17"/>
                  </a:cubicBezTo>
                  <a:cubicBezTo>
                    <a:pt x="172" y="10"/>
                    <a:pt x="172" y="10"/>
                    <a:pt x="172" y="10"/>
                  </a:cubicBezTo>
                  <a:cubicBezTo>
                    <a:pt x="170" y="7"/>
                    <a:pt x="169" y="3"/>
                    <a:pt x="169" y="1"/>
                  </a:cubicBezTo>
                  <a:cubicBezTo>
                    <a:pt x="168" y="0"/>
                    <a:pt x="168" y="0"/>
                    <a:pt x="167" y="0"/>
                  </a:cubicBezTo>
                  <a:cubicBezTo>
                    <a:pt x="167" y="0"/>
                    <a:pt x="166" y="1"/>
                    <a:pt x="166" y="1"/>
                  </a:cubicBezTo>
                  <a:cubicBezTo>
                    <a:pt x="166" y="4"/>
                    <a:pt x="167" y="8"/>
                    <a:pt x="168" y="11"/>
                  </a:cubicBezTo>
                  <a:cubicBezTo>
                    <a:pt x="170" y="18"/>
                    <a:pt x="170" y="18"/>
                    <a:pt x="170" y="18"/>
                  </a:cubicBezTo>
                  <a:cubicBezTo>
                    <a:pt x="171" y="22"/>
                    <a:pt x="171" y="22"/>
                    <a:pt x="171" y="22"/>
                  </a:cubicBezTo>
                  <a:cubicBezTo>
                    <a:pt x="171" y="25"/>
                    <a:pt x="172" y="26"/>
                    <a:pt x="171" y="31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69" y="44"/>
                    <a:pt x="169" y="52"/>
                    <a:pt x="169" y="52"/>
                  </a:cubicBezTo>
                  <a:cubicBezTo>
                    <a:pt x="170" y="54"/>
                    <a:pt x="170" y="55"/>
                    <a:pt x="169" y="58"/>
                  </a:cubicBezTo>
                  <a:cubicBezTo>
                    <a:pt x="169" y="60"/>
                    <a:pt x="168" y="62"/>
                    <a:pt x="166" y="63"/>
                  </a:cubicBezTo>
                  <a:cubicBezTo>
                    <a:pt x="164" y="68"/>
                    <a:pt x="164" y="68"/>
                    <a:pt x="164" y="68"/>
                  </a:cubicBezTo>
                  <a:cubicBezTo>
                    <a:pt x="160" y="75"/>
                    <a:pt x="160" y="81"/>
                    <a:pt x="159" y="88"/>
                  </a:cubicBezTo>
                  <a:cubicBezTo>
                    <a:pt x="159" y="91"/>
                    <a:pt x="159" y="95"/>
                    <a:pt x="158" y="100"/>
                  </a:cubicBezTo>
                  <a:cubicBezTo>
                    <a:pt x="157" y="105"/>
                    <a:pt x="154" y="109"/>
                    <a:pt x="150" y="114"/>
                  </a:cubicBezTo>
                  <a:cubicBezTo>
                    <a:pt x="148" y="116"/>
                    <a:pt x="142" y="123"/>
                    <a:pt x="142" y="124"/>
                  </a:cubicBezTo>
                  <a:cubicBezTo>
                    <a:pt x="139" y="129"/>
                    <a:pt x="139" y="134"/>
                    <a:pt x="139" y="140"/>
                  </a:cubicBezTo>
                  <a:cubicBezTo>
                    <a:pt x="139" y="145"/>
                    <a:pt x="139" y="150"/>
                    <a:pt x="136" y="154"/>
                  </a:cubicBezTo>
                  <a:cubicBezTo>
                    <a:pt x="134" y="158"/>
                    <a:pt x="129" y="159"/>
                    <a:pt x="124" y="160"/>
                  </a:cubicBezTo>
                  <a:cubicBezTo>
                    <a:pt x="121" y="161"/>
                    <a:pt x="118" y="162"/>
                    <a:pt x="114" y="164"/>
                  </a:cubicBezTo>
                  <a:cubicBezTo>
                    <a:pt x="102" y="171"/>
                    <a:pt x="101" y="184"/>
                    <a:pt x="101" y="195"/>
                  </a:cubicBezTo>
                  <a:cubicBezTo>
                    <a:pt x="101" y="199"/>
                    <a:pt x="101" y="203"/>
                    <a:pt x="100" y="207"/>
                  </a:cubicBezTo>
                  <a:cubicBezTo>
                    <a:pt x="99" y="209"/>
                    <a:pt x="97" y="211"/>
                    <a:pt x="95" y="214"/>
                  </a:cubicBezTo>
                  <a:cubicBezTo>
                    <a:pt x="95" y="215"/>
                    <a:pt x="95" y="216"/>
                    <a:pt x="95" y="216"/>
                  </a:cubicBezTo>
                  <a:cubicBezTo>
                    <a:pt x="89" y="220"/>
                    <a:pt x="89" y="220"/>
                    <a:pt x="89" y="220"/>
                  </a:cubicBezTo>
                  <a:cubicBezTo>
                    <a:pt x="84" y="223"/>
                    <a:pt x="80" y="226"/>
                    <a:pt x="79" y="237"/>
                  </a:cubicBezTo>
                  <a:cubicBezTo>
                    <a:pt x="78" y="240"/>
                    <a:pt x="78" y="244"/>
                    <a:pt x="78" y="247"/>
                  </a:cubicBezTo>
                  <a:cubicBezTo>
                    <a:pt x="79" y="252"/>
                    <a:pt x="79" y="257"/>
                    <a:pt x="75" y="261"/>
                  </a:cubicBezTo>
                  <a:cubicBezTo>
                    <a:pt x="72" y="264"/>
                    <a:pt x="69" y="266"/>
                    <a:pt x="65" y="267"/>
                  </a:cubicBezTo>
                  <a:cubicBezTo>
                    <a:pt x="60" y="269"/>
                    <a:pt x="55" y="271"/>
                    <a:pt x="51" y="276"/>
                  </a:cubicBezTo>
                  <a:cubicBezTo>
                    <a:pt x="46" y="282"/>
                    <a:pt x="44" y="290"/>
                    <a:pt x="42" y="297"/>
                  </a:cubicBezTo>
                  <a:cubicBezTo>
                    <a:pt x="40" y="304"/>
                    <a:pt x="40" y="304"/>
                    <a:pt x="40" y="304"/>
                  </a:cubicBezTo>
                  <a:cubicBezTo>
                    <a:pt x="37" y="314"/>
                    <a:pt x="33" y="320"/>
                    <a:pt x="28" y="322"/>
                  </a:cubicBezTo>
                  <a:cubicBezTo>
                    <a:pt x="23" y="323"/>
                    <a:pt x="14" y="324"/>
                    <a:pt x="5" y="319"/>
                  </a:cubicBezTo>
                  <a:cubicBezTo>
                    <a:pt x="4" y="318"/>
                    <a:pt x="2" y="317"/>
                    <a:pt x="1" y="317"/>
                  </a:cubicBezTo>
                  <a:cubicBezTo>
                    <a:pt x="0" y="319"/>
                    <a:pt x="1" y="322"/>
                    <a:pt x="3" y="324"/>
                  </a:cubicBezTo>
                  <a:cubicBezTo>
                    <a:pt x="7" y="326"/>
                    <a:pt x="18" y="333"/>
                    <a:pt x="22" y="334"/>
                  </a:cubicBezTo>
                  <a:cubicBezTo>
                    <a:pt x="27" y="337"/>
                    <a:pt x="33" y="339"/>
                    <a:pt x="37" y="339"/>
                  </a:cubicBezTo>
                  <a:cubicBezTo>
                    <a:pt x="43" y="339"/>
                    <a:pt x="49" y="337"/>
                    <a:pt x="53" y="334"/>
                  </a:cubicBezTo>
                  <a:cubicBezTo>
                    <a:pt x="57" y="332"/>
                    <a:pt x="60" y="330"/>
                    <a:pt x="63" y="330"/>
                  </a:cubicBezTo>
                  <a:cubicBezTo>
                    <a:pt x="68" y="329"/>
                    <a:pt x="72" y="331"/>
                    <a:pt x="77" y="333"/>
                  </a:cubicBezTo>
                  <a:cubicBezTo>
                    <a:pt x="83" y="336"/>
                    <a:pt x="83" y="336"/>
                    <a:pt x="83" y="336"/>
                  </a:cubicBezTo>
                  <a:cubicBezTo>
                    <a:pt x="95" y="340"/>
                    <a:pt x="98" y="340"/>
                    <a:pt x="109" y="335"/>
                  </a:cubicBezTo>
                  <a:cubicBezTo>
                    <a:pt x="119" y="332"/>
                    <a:pt x="123" y="334"/>
                    <a:pt x="129" y="337"/>
                  </a:cubicBezTo>
                  <a:cubicBezTo>
                    <a:pt x="134" y="340"/>
                    <a:pt x="139" y="342"/>
                    <a:pt x="146" y="343"/>
                  </a:cubicBezTo>
                  <a:cubicBezTo>
                    <a:pt x="151" y="344"/>
                    <a:pt x="158" y="343"/>
                    <a:pt x="164" y="342"/>
                  </a:cubicBezTo>
                  <a:cubicBezTo>
                    <a:pt x="164" y="342"/>
                    <a:pt x="164" y="342"/>
                    <a:pt x="165" y="342"/>
                  </a:cubicBezTo>
                  <a:cubicBezTo>
                    <a:pt x="167" y="341"/>
                    <a:pt x="169" y="341"/>
                    <a:pt x="171" y="340"/>
                  </a:cubicBezTo>
                  <a:cubicBezTo>
                    <a:pt x="175" y="341"/>
                    <a:pt x="178" y="344"/>
                    <a:pt x="180" y="346"/>
                  </a:cubicBezTo>
                  <a:cubicBezTo>
                    <a:pt x="180" y="346"/>
                    <a:pt x="181" y="346"/>
                    <a:pt x="182" y="346"/>
                  </a:cubicBezTo>
                  <a:cubicBezTo>
                    <a:pt x="185" y="345"/>
                    <a:pt x="187" y="343"/>
                    <a:pt x="187" y="342"/>
                  </a:cubicBezTo>
                  <a:cubicBezTo>
                    <a:pt x="188" y="341"/>
                    <a:pt x="188" y="341"/>
                    <a:pt x="187" y="340"/>
                  </a:cubicBezTo>
                  <a:cubicBezTo>
                    <a:pt x="187" y="340"/>
                    <a:pt x="186" y="340"/>
                    <a:pt x="186" y="340"/>
                  </a:cubicBezTo>
                  <a:cubicBezTo>
                    <a:pt x="185" y="341"/>
                    <a:pt x="183" y="341"/>
                    <a:pt x="181" y="342"/>
                  </a:cubicBezTo>
                  <a:cubicBezTo>
                    <a:pt x="180" y="340"/>
                    <a:pt x="179" y="339"/>
                    <a:pt x="177" y="338"/>
                  </a:cubicBezTo>
                  <a:cubicBezTo>
                    <a:pt x="182" y="336"/>
                    <a:pt x="189" y="329"/>
                    <a:pt x="191" y="327"/>
                  </a:cubicBezTo>
                  <a:cubicBezTo>
                    <a:pt x="193" y="326"/>
                    <a:pt x="195" y="323"/>
                    <a:pt x="198" y="323"/>
                  </a:cubicBezTo>
                  <a:cubicBezTo>
                    <a:pt x="199" y="322"/>
                    <a:pt x="199" y="322"/>
                    <a:pt x="199" y="321"/>
                  </a:cubicBezTo>
                  <a:cubicBezTo>
                    <a:pt x="199" y="321"/>
                    <a:pt x="198" y="320"/>
                    <a:pt x="197" y="321"/>
                  </a:cubicBezTo>
                  <a:cubicBezTo>
                    <a:pt x="195" y="321"/>
                    <a:pt x="191" y="322"/>
                    <a:pt x="188" y="324"/>
                  </a:cubicBezTo>
                  <a:cubicBezTo>
                    <a:pt x="188" y="324"/>
                    <a:pt x="187" y="325"/>
                    <a:pt x="187" y="325"/>
                  </a:cubicBezTo>
                  <a:cubicBezTo>
                    <a:pt x="187" y="325"/>
                    <a:pt x="185" y="327"/>
                    <a:pt x="184" y="327"/>
                  </a:cubicBezTo>
                  <a:cubicBezTo>
                    <a:pt x="176" y="335"/>
                    <a:pt x="158" y="338"/>
                    <a:pt x="147" y="337"/>
                  </a:cubicBezTo>
                  <a:cubicBezTo>
                    <a:pt x="140" y="337"/>
                    <a:pt x="136" y="334"/>
                    <a:pt x="132" y="332"/>
                  </a:cubicBezTo>
                  <a:cubicBezTo>
                    <a:pt x="130" y="331"/>
                    <a:pt x="127" y="330"/>
                    <a:pt x="125" y="329"/>
                  </a:cubicBezTo>
                  <a:cubicBezTo>
                    <a:pt x="126" y="328"/>
                    <a:pt x="126" y="328"/>
                    <a:pt x="127" y="327"/>
                  </a:cubicBezTo>
                  <a:cubicBezTo>
                    <a:pt x="130" y="329"/>
                    <a:pt x="133" y="326"/>
                    <a:pt x="134" y="326"/>
                  </a:cubicBezTo>
                  <a:cubicBezTo>
                    <a:pt x="134" y="325"/>
                    <a:pt x="134" y="325"/>
                    <a:pt x="134" y="325"/>
                  </a:cubicBezTo>
                  <a:cubicBezTo>
                    <a:pt x="135" y="325"/>
                    <a:pt x="135" y="324"/>
                    <a:pt x="135" y="324"/>
                  </a:cubicBezTo>
                  <a:cubicBezTo>
                    <a:pt x="135" y="323"/>
                    <a:pt x="135" y="323"/>
                    <a:pt x="134" y="323"/>
                  </a:cubicBezTo>
                  <a:cubicBezTo>
                    <a:pt x="133" y="324"/>
                    <a:pt x="133" y="324"/>
                    <a:pt x="133" y="324"/>
                  </a:cubicBezTo>
                  <a:cubicBezTo>
                    <a:pt x="132" y="324"/>
                    <a:pt x="130" y="324"/>
                    <a:pt x="128" y="323"/>
                  </a:cubicBezTo>
                  <a:cubicBezTo>
                    <a:pt x="128" y="322"/>
                    <a:pt x="127" y="322"/>
                    <a:pt x="127" y="322"/>
                  </a:cubicBezTo>
                  <a:cubicBezTo>
                    <a:pt x="126" y="322"/>
                    <a:pt x="126" y="323"/>
                    <a:pt x="125" y="323"/>
                  </a:cubicBezTo>
                  <a:cubicBezTo>
                    <a:pt x="124" y="325"/>
                    <a:pt x="121" y="327"/>
                    <a:pt x="119" y="328"/>
                  </a:cubicBezTo>
                  <a:cubicBezTo>
                    <a:pt x="116" y="327"/>
                    <a:pt x="112" y="328"/>
                    <a:pt x="107" y="330"/>
                  </a:cubicBezTo>
                  <a:cubicBezTo>
                    <a:pt x="96" y="334"/>
                    <a:pt x="96" y="334"/>
                    <a:pt x="85" y="330"/>
                  </a:cubicBezTo>
                  <a:cubicBezTo>
                    <a:pt x="79" y="328"/>
                    <a:pt x="79" y="328"/>
                    <a:pt x="79" y="328"/>
                  </a:cubicBezTo>
                  <a:cubicBezTo>
                    <a:pt x="77" y="326"/>
                    <a:pt x="74" y="325"/>
                    <a:pt x="72" y="325"/>
                  </a:cubicBezTo>
                  <a:cubicBezTo>
                    <a:pt x="74" y="323"/>
                    <a:pt x="76" y="321"/>
                    <a:pt x="77" y="319"/>
                  </a:cubicBezTo>
                  <a:cubicBezTo>
                    <a:pt x="83" y="321"/>
                    <a:pt x="90" y="320"/>
                    <a:pt x="93" y="319"/>
                  </a:cubicBezTo>
                  <a:cubicBezTo>
                    <a:pt x="94" y="318"/>
                    <a:pt x="94" y="318"/>
                    <a:pt x="94" y="317"/>
                  </a:cubicBezTo>
                  <a:cubicBezTo>
                    <a:pt x="94" y="316"/>
                    <a:pt x="93" y="316"/>
                    <a:pt x="92" y="316"/>
                  </a:cubicBezTo>
                  <a:cubicBezTo>
                    <a:pt x="90" y="318"/>
                    <a:pt x="82" y="317"/>
                    <a:pt x="77" y="314"/>
                  </a:cubicBezTo>
                  <a:cubicBezTo>
                    <a:pt x="77" y="314"/>
                    <a:pt x="76" y="314"/>
                    <a:pt x="75" y="314"/>
                  </a:cubicBezTo>
                  <a:cubicBezTo>
                    <a:pt x="75" y="315"/>
                    <a:pt x="74" y="315"/>
                    <a:pt x="74" y="316"/>
                  </a:cubicBezTo>
                  <a:cubicBezTo>
                    <a:pt x="73" y="321"/>
                    <a:pt x="66" y="324"/>
                    <a:pt x="63" y="323"/>
                  </a:cubicBezTo>
                  <a:cubicBezTo>
                    <a:pt x="62" y="323"/>
                    <a:pt x="62" y="324"/>
                    <a:pt x="61" y="324"/>
                  </a:cubicBezTo>
                  <a:cubicBezTo>
                    <a:pt x="57" y="325"/>
                    <a:pt x="54" y="327"/>
                    <a:pt x="50" y="329"/>
                  </a:cubicBezTo>
                  <a:cubicBezTo>
                    <a:pt x="46" y="331"/>
                    <a:pt x="42" y="333"/>
                    <a:pt x="37" y="333"/>
                  </a:cubicBezTo>
                  <a:cubicBezTo>
                    <a:pt x="35" y="333"/>
                    <a:pt x="32" y="332"/>
                    <a:pt x="28" y="331"/>
                  </a:cubicBezTo>
                  <a:cubicBezTo>
                    <a:pt x="28" y="331"/>
                    <a:pt x="28" y="330"/>
                    <a:pt x="28" y="330"/>
                  </a:cubicBezTo>
                  <a:cubicBezTo>
                    <a:pt x="29" y="330"/>
                    <a:pt x="30" y="329"/>
                    <a:pt x="31" y="329"/>
                  </a:cubicBezTo>
                  <a:cubicBezTo>
                    <a:pt x="38" y="326"/>
                    <a:pt x="44" y="319"/>
                    <a:pt x="48" y="307"/>
                  </a:cubicBezTo>
                  <a:cubicBezTo>
                    <a:pt x="50" y="299"/>
                    <a:pt x="50" y="299"/>
                    <a:pt x="50" y="299"/>
                  </a:cubicBezTo>
                  <a:cubicBezTo>
                    <a:pt x="52" y="293"/>
                    <a:pt x="53" y="287"/>
                    <a:pt x="56" y="282"/>
                  </a:cubicBezTo>
                  <a:cubicBezTo>
                    <a:pt x="57" y="282"/>
                    <a:pt x="57" y="282"/>
                    <a:pt x="57" y="282"/>
                  </a:cubicBezTo>
                  <a:cubicBezTo>
                    <a:pt x="65" y="273"/>
                    <a:pt x="71" y="276"/>
                    <a:pt x="81" y="282"/>
                  </a:cubicBezTo>
                  <a:cubicBezTo>
                    <a:pt x="90" y="287"/>
                    <a:pt x="90" y="287"/>
                    <a:pt x="90" y="287"/>
                  </a:cubicBezTo>
                  <a:cubicBezTo>
                    <a:pt x="97" y="290"/>
                    <a:pt x="103" y="289"/>
                    <a:pt x="108" y="289"/>
                  </a:cubicBezTo>
                  <a:cubicBezTo>
                    <a:pt x="114" y="288"/>
                    <a:pt x="119" y="288"/>
                    <a:pt x="125" y="293"/>
                  </a:cubicBezTo>
                  <a:cubicBezTo>
                    <a:pt x="129" y="297"/>
                    <a:pt x="129" y="297"/>
                    <a:pt x="129" y="297"/>
                  </a:cubicBezTo>
                  <a:cubicBezTo>
                    <a:pt x="132" y="300"/>
                    <a:pt x="134" y="302"/>
                    <a:pt x="142" y="302"/>
                  </a:cubicBezTo>
                  <a:cubicBezTo>
                    <a:pt x="143" y="302"/>
                    <a:pt x="144" y="301"/>
                    <a:pt x="145" y="300"/>
                  </a:cubicBezTo>
                  <a:cubicBezTo>
                    <a:pt x="147" y="300"/>
                    <a:pt x="149" y="299"/>
                    <a:pt x="151" y="298"/>
                  </a:cubicBezTo>
                  <a:cubicBezTo>
                    <a:pt x="154" y="297"/>
                    <a:pt x="156" y="296"/>
                    <a:pt x="159" y="295"/>
                  </a:cubicBezTo>
                  <a:cubicBezTo>
                    <a:pt x="159" y="296"/>
                    <a:pt x="160" y="296"/>
                    <a:pt x="160" y="296"/>
                  </a:cubicBezTo>
                  <a:cubicBezTo>
                    <a:pt x="160" y="297"/>
                    <a:pt x="161" y="298"/>
                    <a:pt x="162" y="299"/>
                  </a:cubicBezTo>
                  <a:cubicBezTo>
                    <a:pt x="162" y="299"/>
                    <a:pt x="162" y="299"/>
                    <a:pt x="162" y="299"/>
                  </a:cubicBezTo>
                  <a:cubicBezTo>
                    <a:pt x="162" y="300"/>
                    <a:pt x="163" y="301"/>
                    <a:pt x="164" y="301"/>
                  </a:cubicBezTo>
                  <a:cubicBezTo>
                    <a:pt x="165" y="301"/>
                    <a:pt x="165" y="301"/>
                    <a:pt x="166" y="300"/>
                  </a:cubicBezTo>
                  <a:cubicBezTo>
                    <a:pt x="166" y="300"/>
                    <a:pt x="167" y="300"/>
                    <a:pt x="167" y="300"/>
                  </a:cubicBezTo>
                  <a:cubicBezTo>
                    <a:pt x="170" y="301"/>
                    <a:pt x="171" y="302"/>
                    <a:pt x="173" y="304"/>
                  </a:cubicBezTo>
                  <a:cubicBezTo>
                    <a:pt x="175" y="307"/>
                    <a:pt x="180" y="309"/>
                    <a:pt x="183" y="309"/>
                  </a:cubicBezTo>
                  <a:cubicBezTo>
                    <a:pt x="183" y="309"/>
                    <a:pt x="184" y="309"/>
                    <a:pt x="184" y="308"/>
                  </a:cubicBezTo>
                  <a:cubicBezTo>
                    <a:pt x="184" y="307"/>
                    <a:pt x="183" y="307"/>
                    <a:pt x="183" y="307"/>
                  </a:cubicBezTo>
                  <a:cubicBezTo>
                    <a:pt x="181" y="307"/>
                    <a:pt x="178" y="305"/>
                    <a:pt x="176" y="302"/>
                  </a:cubicBezTo>
                  <a:cubicBezTo>
                    <a:pt x="175" y="301"/>
                    <a:pt x="174" y="299"/>
                    <a:pt x="172" y="298"/>
                  </a:cubicBezTo>
                  <a:cubicBezTo>
                    <a:pt x="173" y="298"/>
                    <a:pt x="174" y="298"/>
                    <a:pt x="174" y="298"/>
                  </a:cubicBezTo>
                  <a:cubicBezTo>
                    <a:pt x="178" y="298"/>
                    <a:pt x="183" y="299"/>
                    <a:pt x="187" y="300"/>
                  </a:cubicBezTo>
                  <a:cubicBezTo>
                    <a:pt x="193" y="300"/>
                    <a:pt x="193" y="300"/>
                    <a:pt x="193" y="300"/>
                  </a:cubicBezTo>
                  <a:cubicBezTo>
                    <a:pt x="193" y="300"/>
                    <a:pt x="193" y="300"/>
                    <a:pt x="194" y="300"/>
                  </a:cubicBezTo>
                  <a:cubicBezTo>
                    <a:pt x="197" y="300"/>
                    <a:pt x="199" y="299"/>
                    <a:pt x="200" y="296"/>
                  </a:cubicBezTo>
                  <a:cubicBezTo>
                    <a:pt x="200" y="295"/>
                    <a:pt x="201" y="294"/>
                    <a:pt x="199" y="291"/>
                  </a:cubicBezTo>
                  <a:cubicBezTo>
                    <a:pt x="198" y="290"/>
                    <a:pt x="198" y="290"/>
                    <a:pt x="198" y="291"/>
                  </a:cubicBezTo>
                  <a:cubicBezTo>
                    <a:pt x="198" y="292"/>
                    <a:pt x="197" y="294"/>
                    <a:pt x="198" y="294"/>
                  </a:cubicBezTo>
                  <a:cubicBezTo>
                    <a:pt x="197" y="294"/>
                    <a:pt x="194" y="294"/>
                    <a:pt x="193" y="294"/>
                  </a:cubicBezTo>
                  <a:cubicBezTo>
                    <a:pt x="193" y="294"/>
                    <a:pt x="188" y="294"/>
                    <a:pt x="188" y="294"/>
                  </a:cubicBezTo>
                  <a:cubicBezTo>
                    <a:pt x="184" y="293"/>
                    <a:pt x="179" y="292"/>
                    <a:pt x="175" y="292"/>
                  </a:cubicBezTo>
                  <a:cubicBezTo>
                    <a:pt x="172" y="292"/>
                    <a:pt x="170" y="293"/>
                    <a:pt x="169" y="293"/>
                  </a:cubicBezTo>
                  <a:cubicBezTo>
                    <a:pt x="168" y="294"/>
                    <a:pt x="167" y="295"/>
                    <a:pt x="166" y="295"/>
                  </a:cubicBezTo>
                  <a:cubicBezTo>
                    <a:pt x="166" y="294"/>
                    <a:pt x="165" y="293"/>
                    <a:pt x="165" y="293"/>
                  </a:cubicBezTo>
                  <a:cubicBezTo>
                    <a:pt x="164" y="292"/>
                    <a:pt x="163" y="291"/>
                    <a:pt x="162" y="290"/>
                  </a:cubicBezTo>
                  <a:cubicBezTo>
                    <a:pt x="162" y="290"/>
                    <a:pt x="162" y="290"/>
                    <a:pt x="163" y="289"/>
                  </a:cubicBezTo>
                  <a:cubicBezTo>
                    <a:pt x="165" y="287"/>
                    <a:pt x="169" y="286"/>
                    <a:pt x="171" y="286"/>
                  </a:cubicBezTo>
                  <a:cubicBezTo>
                    <a:pt x="172" y="286"/>
                    <a:pt x="172" y="286"/>
                    <a:pt x="172" y="285"/>
                  </a:cubicBezTo>
                  <a:cubicBezTo>
                    <a:pt x="172" y="284"/>
                    <a:pt x="172" y="284"/>
                    <a:pt x="171" y="284"/>
                  </a:cubicBezTo>
                  <a:cubicBezTo>
                    <a:pt x="169" y="284"/>
                    <a:pt x="163" y="284"/>
                    <a:pt x="160" y="286"/>
                  </a:cubicBezTo>
                  <a:cubicBezTo>
                    <a:pt x="158" y="288"/>
                    <a:pt x="156" y="290"/>
                    <a:pt x="153" y="290"/>
                  </a:cubicBezTo>
                  <a:cubicBezTo>
                    <a:pt x="152" y="290"/>
                    <a:pt x="152" y="291"/>
                    <a:pt x="152" y="291"/>
                  </a:cubicBezTo>
                  <a:cubicBezTo>
                    <a:pt x="151" y="292"/>
                    <a:pt x="150" y="292"/>
                    <a:pt x="149" y="292"/>
                  </a:cubicBezTo>
                  <a:cubicBezTo>
                    <a:pt x="147" y="293"/>
                    <a:pt x="145" y="294"/>
                    <a:pt x="144" y="294"/>
                  </a:cubicBezTo>
                  <a:cubicBezTo>
                    <a:pt x="143" y="294"/>
                    <a:pt x="142" y="294"/>
                    <a:pt x="141" y="294"/>
                  </a:cubicBezTo>
                  <a:cubicBezTo>
                    <a:pt x="137" y="294"/>
                    <a:pt x="137" y="294"/>
                    <a:pt x="135" y="292"/>
                  </a:cubicBezTo>
                  <a:cubicBezTo>
                    <a:pt x="130" y="287"/>
                    <a:pt x="130" y="287"/>
                    <a:pt x="130" y="287"/>
                  </a:cubicBezTo>
                  <a:cubicBezTo>
                    <a:pt x="128" y="285"/>
                    <a:pt x="127" y="284"/>
                    <a:pt x="125" y="284"/>
                  </a:cubicBezTo>
                  <a:cubicBezTo>
                    <a:pt x="126" y="283"/>
                    <a:pt x="126" y="283"/>
                    <a:pt x="126" y="283"/>
                  </a:cubicBezTo>
                  <a:cubicBezTo>
                    <a:pt x="132" y="283"/>
                    <a:pt x="132" y="283"/>
                    <a:pt x="132" y="283"/>
                  </a:cubicBezTo>
                  <a:cubicBezTo>
                    <a:pt x="134" y="283"/>
                    <a:pt x="138" y="282"/>
                    <a:pt x="141" y="280"/>
                  </a:cubicBezTo>
                  <a:cubicBezTo>
                    <a:pt x="141" y="280"/>
                    <a:pt x="142" y="279"/>
                    <a:pt x="141" y="278"/>
                  </a:cubicBezTo>
                  <a:cubicBezTo>
                    <a:pt x="141" y="278"/>
                    <a:pt x="140" y="277"/>
                    <a:pt x="139" y="278"/>
                  </a:cubicBezTo>
                  <a:cubicBezTo>
                    <a:pt x="137" y="279"/>
                    <a:pt x="134" y="279"/>
                    <a:pt x="131" y="279"/>
                  </a:cubicBezTo>
                  <a:cubicBezTo>
                    <a:pt x="125" y="279"/>
                    <a:pt x="125" y="279"/>
                    <a:pt x="125" y="279"/>
                  </a:cubicBezTo>
                  <a:cubicBezTo>
                    <a:pt x="121" y="282"/>
                    <a:pt x="121" y="282"/>
                    <a:pt x="121" y="282"/>
                  </a:cubicBezTo>
                  <a:cubicBezTo>
                    <a:pt x="121" y="282"/>
                    <a:pt x="121" y="282"/>
                    <a:pt x="121" y="282"/>
                  </a:cubicBezTo>
                  <a:cubicBezTo>
                    <a:pt x="116" y="280"/>
                    <a:pt x="111" y="281"/>
                    <a:pt x="107" y="281"/>
                  </a:cubicBezTo>
                  <a:cubicBezTo>
                    <a:pt x="103" y="281"/>
                    <a:pt x="98" y="282"/>
                    <a:pt x="93" y="279"/>
                  </a:cubicBezTo>
                  <a:cubicBezTo>
                    <a:pt x="85" y="275"/>
                    <a:pt x="85" y="275"/>
                    <a:pt x="85" y="275"/>
                  </a:cubicBezTo>
                  <a:cubicBezTo>
                    <a:pt x="82" y="273"/>
                    <a:pt x="80" y="272"/>
                    <a:pt x="77" y="270"/>
                  </a:cubicBezTo>
                  <a:cubicBezTo>
                    <a:pt x="78" y="269"/>
                    <a:pt x="80" y="268"/>
                    <a:pt x="81" y="266"/>
                  </a:cubicBezTo>
                  <a:cubicBezTo>
                    <a:pt x="87" y="260"/>
                    <a:pt x="87" y="253"/>
                    <a:pt x="86" y="246"/>
                  </a:cubicBezTo>
                  <a:cubicBezTo>
                    <a:pt x="86" y="243"/>
                    <a:pt x="86" y="241"/>
                    <a:pt x="87" y="238"/>
                  </a:cubicBezTo>
                  <a:cubicBezTo>
                    <a:pt x="88" y="230"/>
                    <a:pt x="89" y="229"/>
                    <a:pt x="93" y="227"/>
                  </a:cubicBezTo>
                  <a:cubicBezTo>
                    <a:pt x="101" y="221"/>
                    <a:pt x="101" y="221"/>
                    <a:pt x="101" y="221"/>
                  </a:cubicBezTo>
                  <a:cubicBezTo>
                    <a:pt x="104" y="218"/>
                    <a:pt x="106" y="215"/>
                    <a:pt x="108" y="211"/>
                  </a:cubicBezTo>
                  <a:cubicBezTo>
                    <a:pt x="111" y="208"/>
                    <a:pt x="115" y="207"/>
                    <a:pt x="120" y="206"/>
                  </a:cubicBezTo>
                  <a:cubicBezTo>
                    <a:pt x="125" y="207"/>
                    <a:pt x="125" y="207"/>
                    <a:pt x="125" y="207"/>
                  </a:cubicBezTo>
                  <a:cubicBezTo>
                    <a:pt x="127" y="207"/>
                    <a:pt x="129" y="208"/>
                    <a:pt x="133" y="207"/>
                  </a:cubicBezTo>
                  <a:cubicBezTo>
                    <a:pt x="133" y="207"/>
                    <a:pt x="133" y="207"/>
                    <a:pt x="133" y="208"/>
                  </a:cubicBezTo>
                  <a:cubicBezTo>
                    <a:pt x="133" y="209"/>
                    <a:pt x="134" y="209"/>
                    <a:pt x="135" y="209"/>
                  </a:cubicBezTo>
                  <a:cubicBezTo>
                    <a:pt x="137" y="208"/>
                    <a:pt x="138" y="208"/>
                    <a:pt x="139" y="209"/>
                  </a:cubicBezTo>
                  <a:cubicBezTo>
                    <a:pt x="141" y="210"/>
                    <a:pt x="142" y="211"/>
                    <a:pt x="142" y="214"/>
                  </a:cubicBezTo>
                  <a:cubicBezTo>
                    <a:pt x="142" y="214"/>
                    <a:pt x="143" y="215"/>
                    <a:pt x="143" y="215"/>
                  </a:cubicBezTo>
                  <a:cubicBezTo>
                    <a:pt x="144" y="215"/>
                    <a:pt x="144" y="215"/>
                    <a:pt x="145" y="215"/>
                  </a:cubicBezTo>
                  <a:cubicBezTo>
                    <a:pt x="148" y="214"/>
                    <a:pt x="153" y="215"/>
                    <a:pt x="155" y="217"/>
                  </a:cubicBezTo>
                  <a:cubicBezTo>
                    <a:pt x="156" y="217"/>
                    <a:pt x="156" y="217"/>
                    <a:pt x="157" y="217"/>
                  </a:cubicBezTo>
                  <a:cubicBezTo>
                    <a:pt x="157" y="216"/>
                    <a:pt x="157" y="216"/>
                    <a:pt x="157" y="215"/>
                  </a:cubicBezTo>
                  <a:cubicBezTo>
                    <a:pt x="155" y="213"/>
                    <a:pt x="150" y="210"/>
                    <a:pt x="145" y="211"/>
                  </a:cubicBezTo>
                  <a:cubicBezTo>
                    <a:pt x="145" y="208"/>
                    <a:pt x="143" y="206"/>
                    <a:pt x="141" y="205"/>
                  </a:cubicBezTo>
                  <a:cubicBezTo>
                    <a:pt x="141" y="205"/>
                    <a:pt x="140" y="205"/>
                    <a:pt x="140" y="205"/>
                  </a:cubicBezTo>
                  <a:cubicBezTo>
                    <a:pt x="141" y="204"/>
                    <a:pt x="141" y="204"/>
                    <a:pt x="141" y="204"/>
                  </a:cubicBezTo>
                  <a:cubicBezTo>
                    <a:pt x="143" y="202"/>
                    <a:pt x="145" y="201"/>
                    <a:pt x="148" y="201"/>
                  </a:cubicBezTo>
                  <a:cubicBezTo>
                    <a:pt x="150" y="201"/>
                    <a:pt x="152" y="202"/>
                    <a:pt x="154" y="203"/>
                  </a:cubicBezTo>
                  <a:cubicBezTo>
                    <a:pt x="160" y="205"/>
                    <a:pt x="160" y="205"/>
                    <a:pt x="160" y="205"/>
                  </a:cubicBezTo>
                  <a:cubicBezTo>
                    <a:pt x="161" y="206"/>
                    <a:pt x="162" y="206"/>
                    <a:pt x="162" y="206"/>
                  </a:cubicBezTo>
                  <a:cubicBezTo>
                    <a:pt x="163" y="207"/>
                    <a:pt x="165" y="208"/>
                    <a:pt x="166" y="208"/>
                  </a:cubicBezTo>
                  <a:cubicBezTo>
                    <a:pt x="166" y="209"/>
                    <a:pt x="167" y="209"/>
                    <a:pt x="168" y="208"/>
                  </a:cubicBezTo>
                  <a:cubicBezTo>
                    <a:pt x="169" y="208"/>
                    <a:pt x="170" y="208"/>
                    <a:pt x="171" y="208"/>
                  </a:cubicBezTo>
                  <a:cubicBezTo>
                    <a:pt x="173" y="209"/>
                    <a:pt x="176" y="213"/>
                    <a:pt x="177" y="215"/>
                  </a:cubicBezTo>
                  <a:cubicBezTo>
                    <a:pt x="178" y="216"/>
                    <a:pt x="178" y="216"/>
                    <a:pt x="179" y="216"/>
                  </a:cubicBezTo>
                  <a:cubicBezTo>
                    <a:pt x="179" y="216"/>
                    <a:pt x="180" y="215"/>
                    <a:pt x="180" y="214"/>
                  </a:cubicBezTo>
                  <a:cubicBezTo>
                    <a:pt x="178" y="211"/>
                    <a:pt x="176" y="206"/>
                    <a:pt x="173" y="204"/>
                  </a:cubicBezTo>
                  <a:cubicBezTo>
                    <a:pt x="173" y="204"/>
                    <a:pt x="172" y="204"/>
                    <a:pt x="172" y="204"/>
                  </a:cubicBezTo>
                  <a:cubicBezTo>
                    <a:pt x="174" y="204"/>
                    <a:pt x="175" y="204"/>
                    <a:pt x="177" y="204"/>
                  </a:cubicBezTo>
                  <a:cubicBezTo>
                    <a:pt x="179" y="205"/>
                    <a:pt x="182" y="206"/>
                    <a:pt x="185" y="207"/>
                  </a:cubicBezTo>
                  <a:cubicBezTo>
                    <a:pt x="192" y="210"/>
                    <a:pt x="198" y="214"/>
                    <a:pt x="205" y="204"/>
                  </a:cubicBezTo>
                  <a:cubicBezTo>
                    <a:pt x="206" y="204"/>
                    <a:pt x="206" y="204"/>
                    <a:pt x="206" y="204"/>
                  </a:cubicBezTo>
                  <a:cubicBezTo>
                    <a:pt x="208" y="199"/>
                    <a:pt x="205" y="195"/>
                    <a:pt x="201" y="193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1" name="Freeform 320">
              <a:extLst>
                <a:ext uri="{FF2B5EF4-FFF2-40B4-BE49-F238E27FC236}">
                  <a16:creationId xmlns:a16="http://schemas.microsoft.com/office/drawing/2014/main" id="{BCD03E95-1147-4A94-BF56-6C846855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284"/>
              <a:ext cx="91" cy="511"/>
            </a:xfrm>
            <a:custGeom>
              <a:avLst/>
              <a:gdLst>
                <a:gd name="T0" fmla="*/ 837 w 30"/>
                <a:gd name="T1" fmla="*/ 3489 h 168"/>
                <a:gd name="T2" fmla="*/ 728 w 30"/>
                <a:gd name="T3" fmla="*/ 757 h 168"/>
                <a:gd name="T4" fmla="*/ 701 w 30"/>
                <a:gd name="T5" fmla="*/ 481 h 168"/>
                <a:gd name="T6" fmla="*/ 643 w 30"/>
                <a:gd name="T7" fmla="*/ 0 h 168"/>
                <a:gd name="T8" fmla="*/ 643 w 30"/>
                <a:gd name="T9" fmla="*/ 4727 h 168"/>
                <a:gd name="T10" fmla="*/ 728 w 30"/>
                <a:gd name="T11" fmla="*/ 4395 h 168"/>
                <a:gd name="T12" fmla="*/ 837 w 30"/>
                <a:gd name="T13" fmla="*/ 3489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68">
                  <a:moveTo>
                    <a:pt x="30" y="124"/>
                  </a:moveTo>
                  <a:cubicBezTo>
                    <a:pt x="20" y="83"/>
                    <a:pt x="21" y="51"/>
                    <a:pt x="26" y="27"/>
                  </a:cubicBezTo>
                  <a:cubicBezTo>
                    <a:pt x="26" y="24"/>
                    <a:pt x="25" y="21"/>
                    <a:pt x="25" y="17"/>
                  </a:cubicBezTo>
                  <a:cubicBezTo>
                    <a:pt x="24" y="12"/>
                    <a:pt x="23" y="6"/>
                    <a:pt x="23" y="0"/>
                  </a:cubicBezTo>
                  <a:cubicBezTo>
                    <a:pt x="11" y="34"/>
                    <a:pt x="0" y="93"/>
                    <a:pt x="23" y="168"/>
                  </a:cubicBezTo>
                  <a:cubicBezTo>
                    <a:pt x="24" y="164"/>
                    <a:pt x="25" y="160"/>
                    <a:pt x="26" y="156"/>
                  </a:cubicBezTo>
                  <a:cubicBezTo>
                    <a:pt x="28" y="146"/>
                    <a:pt x="29" y="136"/>
                    <a:pt x="30" y="124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2" name="Freeform 321">
              <a:extLst>
                <a:ext uri="{FF2B5EF4-FFF2-40B4-BE49-F238E27FC236}">
                  <a16:creationId xmlns:a16="http://schemas.microsoft.com/office/drawing/2014/main" id="{7EB80DBF-5C0E-45AA-B0DD-45560F853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037"/>
              <a:ext cx="55" cy="55"/>
            </a:xfrm>
            <a:custGeom>
              <a:avLst/>
              <a:gdLst>
                <a:gd name="T0" fmla="*/ 19 w 55"/>
                <a:gd name="T1" fmla="*/ 21 h 55"/>
                <a:gd name="T2" fmla="*/ 0 w 55"/>
                <a:gd name="T3" fmla="*/ 37 h 55"/>
                <a:gd name="T4" fmla="*/ 19 w 55"/>
                <a:gd name="T5" fmla="*/ 55 h 55"/>
                <a:gd name="T6" fmla="*/ 37 w 55"/>
                <a:gd name="T7" fmla="*/ 37 h 55"/>
                <a:gd name="T8" fmla="*/ 55 w 55"/>
                <a:gd name="T9" fmla="*/ 15 h 55"/>
                <a:gd name="T10" fmla="*/ 37 w 55"/>
                <a:gd name="T11" fmla="*/ 0 h 55"/>
                <a:gd name="T12" fmla="*/ 19 w 55"/>
                <a:gd name="T13" fmla="*/ 21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55">
                  <a:moveTo>
                    <a:pt x="19" y="21"/>
                  </a:moveTo>
                  <a:lnTo>
                    <a:pt x="0" y="37"/>
                  </a:lnTo>
                  <a:lnTo>
                    <a:pt x="19" y="55"/>
                  </a:lnTo>
                  <a:lnTo>
                    <a:pt x="37" y="37"/>
                  </a:lnTo>
                  <a:lnTo>
                    <a:pt x="55" y="15"/>
                  </a:lnTo>
                  <a:lnTo>
                    <a:pt x="37" y="0"/>
                  </a:lnTo>
                  <a:lnTo>
                    <a:pt x="19" y="21"/>
                  </a:ln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3" name="Freeform 322">
              <a:extLst>
                <a:ext uri="{FF2B5EF4-FFF2-40B4-BE49-F238E27FC236}">
                  <a16:creationId xmlns:a16="http://schemas.microsoft.com/office/drawing/2014/main" id="{853BCFEA-3A6B-4241-AC3D-10B1651B7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141"/>
              <a:ext cx="116" cy="103"/>
            </a:xfrm>
            <a:custGeom>
              <a:avLst/>
              <a:gdLst>
                <a:gd name="T0" fmla="*/ 885 w 38"/>
                <a:gd name="T1" fmla="*/ 55 h 34"/>
                <a:gd name="T2" fmla="*/ 485 w 38"/>
                <a:gd name="T3" fmla="*/ 506 h 34"/>
                <a:gd name="T4" fmla="*/ 113 w 38"/>
                <a:gd name="T5" fmla="*/ 697 h 34"/>
                <a:gd name="T6" fmla="*/ 0 w 38"/>
                <a:gd name="T7" fmla="*/ 751 h 34"/>
                <a:gd name="T8" fmla="*/ 82 w 38"/>
                <a:gd name="T9" fmla="*/ 945 h 34"/>
                <a:gd name="T10" fmla="*/ 223 w 38"/>
                <a:gd name="T11" fmla="*/ 891 h 34"/>
                <a:gd name="T12" fmla="*/ 626 w 38"/>
                <a:gd name="T13" fmla="*/ 697 h 34"/>
                <a:gd name="T14" fmla="*/ 1053 w 38"/>
                <a:gd name="T15" fmla="*/ 194 h 34"/>
                <a:gd name="T16" fmla="*/ 1081 w 38"/>
                <a:gd name="T17" fmla="*/ 136 h 34"/>
                <a:gd name="T18" fmla="*/ 913 w 38"/>
                <a:gd name="T19" fmla="*/ 0 h 34"/>
                <a:gd name="T20" fmla="*/ 885 w 38"/>
                <a:gd name="T21" fmla="*/ 55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34">
                  <a:moveTo>
                    <a:pt x="31" y="2"/>
                  </a:moveTo>
                  <a:cubicBezTo>
                    <a:pt x="25" y="9"/>
                    <a:pt x="20" y="16"/>
                    <a:pt x="17" y="18"/>
                  </a:cubicBezTo>
                  <a:cubicBezTo>
                    <a:pt x="14" y="20"/>
                    <a:pt x="9" y="22"/>
                    <a:pt x="4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13" y="29"/>
                    <a:pt x="18" y="27"/>
                    <a:pt x="22" y="25"/>
                  </a:cubicBezTo>
                  <a:cubicBezTo>
                    <a:pt x="25" y="22"/>
                    <a:pt x="31" y="15"/>
                    <a:pt x="37" y="7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2" y="0"/>
                    <a:pt x="32" y="0"/>
                    <a:pt x="32" y="0"/>
                  </a:cubicBezTo>
                  <a:lnTo>
                    <a:pt x="31" y="2"/>
                  </a:ln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4" name="Freeform 323">
              <a:extLst>
                <a:ext uri="{FF2B5EF4-FFF2-40B4-BE49-F238E27FC236}">
                  <a16:creationId xmlns:a16="http://schemas.microsoft.com/office/drawing/2014/main" id="{EB1BD258-1969-4F43-9259-B74680F00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961"/>
              <a:ext cx="131" cy="64"/>
            </a:xfrm>
            <a:custGeom>
              <a:avLst/>
              <a:gdLst>
                <a:gd name="T0" fmla="*/ 1161 w 43"/>
                <a:gd name="T1" fmla="*/ 27 h 21"/>
                <a:gd name="T2" fmla="*/ 966 w 43"/>
                <a:gd name="T3" fmla="*/ 27 h 21"/>
                <a:gd name="T4" fmla="*/ 762 w 43"/>
                <a:gd name="T5" fmla="*/ 27 h 21"/>
                <a:gd name="T6" fmla="*/ 567 w 43"/>
                <a:gd name="T7" fmla="*/ 250 h 21"/>
                <a:gd name="T8" fmla="*/ 512 w 43"/>
                <a:gd name="T9" fmla="*/ 372 h 21"/>
                <a:gd name="T10" fmla="*/ 372 w 43"/>
                <a:gd name="T11" fmla="*/ 482 h 21"/>
                <a:gd name="T12" fmla="*/ 168 w 43"/>
                <a:gd name="T13" fmla="*/ 344 h 21"/>
                <a:gd name="T14" fmla="*/ 113 w 43"/>
                <a:gd name="T15" fmla="*/ 277 h 21"/>
                <a:gd name="T16" fmla="*/ 27 w 43"/>
                <a:gd name="T17" fmla="*/ 317 h 21"/>
                <a:gd name="T18" fmla="*/ 27 w 43"/>
                <a:gd name="T19" fmla="*/ 399 h 21"/>
                <a:gd name="T20" fmla="*/ 55 w 43"/>
                <a:gd name="T21" fmla="*/ 427 h 21"/>
                <a:gd name="T22" fmla="*/ 372 w 43"/>
                <a:gd name="T23" fmla="*/ 594 h 21"/>
                <a:gd name="T24" fmla="*/ 594 w 43"/>
                <a:gd name="T25" fmla="*/ 454 h 21"/>
                <a:gd name="T26" fmla="*/ 676 w 43"/>
                <a:gd name="T27" fmla="*/ 277 h 21"/>
                <a:gd name="T28" fmla="*/ 789 w 43"/>
                <a:gd name="T29" fmla="*/ 140 h 21"/>
                <a:gd name="T30" fmla="*/ 938 w 43"/>
                <a:gd name="T31" fmla="*/ 140 h 21"/>
                <a:gd name="T32" fmla="*/ 1216 w 43"/>
                <a:gd name="T33" fmla="*/ 55 h 21"/>
                <a:gd name="T34" fmla="*/ 1216 w 43"/>
                <a:gd name="T35" fmla="*/ 27 h 21"/>
                <a:gd name="T36" fmla="*/ 1161 w 43"/>
                <a:gd name="T37" fmla="*/ 27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" h="21">
                  <a:moveTo>
                    <a:pt x="41" y="1"/>
                  </a:moveTo>
                  <a:cubicBezTo>
                    <a:pt x="40" y="2"/>
                    <a:pt x="36" y="2"/>
                    <a:pt x="34" y="1"/>
                  </a:cubicBezTo>
                  <a:cubicBezTo>
                    <a:pt x="32" y="1"/>
                    <a:pt x="29" y="1"/>
                    <a:pt x="27" y="1"/>
                  </a:cubicBezTo>
                  <a:cubicBezTo>
                    <a:pt x="21" y="3"/>
                    <a:pt x="20" y="6"/>
                    <a:pt x="20" y="9"/>
                  </a:cubicBezTo>
                  <a:cubicBezTo>
                    <a:pt x="20" y="10"/>
                    <a:pt x="19" y="12"/>
                    <a:pt x="18" y="13"/>
                  </a:cubicBezTo>
                  <a:cubicBezTo>
                    <a:pt x="16" y="16"/>
                    <a:pt x="14" y="17"/>
                    <a:pt x="13" y="17"/>
                  </a:cubicBezTo>
                  <a:cubicBezTo>
                    <a:pt x="11" y="17"/>
                    <a:pt x="9" y="14"/>
                    <a:pt x="6" y="12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9"/>
                    <a:pt x="2" y="10"/>
                    <a:pt x="1" y="11"/>
                  </a:cubicBezTo>
                  <a:cubicBezTo>
                    <a:pt x="0" y="11"/>
                    <a:pt x="0" y="13"/>
                    <a:pt x="1" y="14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5" y="17"/>
                    <a:pt x="9" y="21"/>
                    <a:pt x="13" y="21"/>
                  </a:cubicBezTo>
                  <a:cubicBezTo>
                    <a:pt x="15" y="21"/>
                    <a:pt x="18" y="19"/>
                    <a:pt x="21" y="16"/>
                  </a:cubicBezTo>
                  <a:cubicBezTo>
                    <a:pt x="23" y="13"/>
                    <a:pt x="23" y="11"/>
                    <a:pt x="24" y="10"/>
                  </a:cubicBezTo>
                  <a:cubicBezTo>
                    <a:pt x="24" y="7"/>
                    <a:pt x="24" y="6"/>
                    <a:pt x="28" y="5"/>
                  </a:cubicBezTo>
                  <a:cubicBezTo>
                    <a:pt x="30" y="5"/>
                    <a:pt x="31" y="5"/>
                    <a:pt x="33" y="5"/>
                  </a:cubicBezTo>
                  <a:cubicBezTo>
                    <a:pt x="36" y="6"/>
                    <a:pt x="40" y="4"/>
                    <a:pt x="43" y="2"/>
                  </a:cubicBezTo>
                  <a:cubicBezTo>
                    <a:pt x="43" y="2"/>
                    <a:pt x="43" y="1"/>
                    <a:pt x="43" y="1"/>
                  </a:cubicBezTo>
                  <a:cubicBezTo>
                    <a:pt x="42" y="0"/>
                    <a:pt x="42" y="0"/>
                    <a:pt x="41" y="1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5" name="Freeform 324">
              <a:extLst>
                <a:ext uri="{FF2B5EF4-FFF2-40B4-BE49-F238E27FC236}">
                  <a16:creationId xmlns:a16="http://schemas.microsoft.com/office/drawing/2014/main" id="{B6F7ABAF-1D6F-4A38-953D-AF6266EB0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967"/>
              <a:ext cx="201" cy="55"/>
            </a:xfrm>
            <a:custGeom>
              <a:avLst/>
              <a:gdLst>
                <a:gd name="T0" fmla="*/ 27 w 66"/>
                <a:gd name="T1" fmla="*/ 318 h 18"/>
                <a:gd name="T2" fmla="*/ 27 w 66"/>
                <a:gd name="T3" fmla="*/ 458 h 18"/>
                <a:gd name="T4" fmla="*/ 140 w 66"/>
                <a:gd name="T5" fmla="*/ 431 h 18"/>
                <a:gd name="T6" fmla="*/ 789 w 66"/>
                <a:gd name="T7" fmla="*/ 345 h 18"/>
                <a:gd name="T8" fmla="*/ 871 w 66"/>
                <a:gd name="T9" fmla="*/ 400 h 18"/>
                <a:gd name="T10" fmla="*/ 1215 w 66"/>
                <a:gd name="T11" fmla="*/ 431 h 18"/>
                <a:gd name="T12" fmla="*/ 1383 w 66"/>
                <a:gd name="T13" fmla="*/ 318 h 18"/>
                <a:gd name="T14" fmla="*/ 1587 w 66"/>
                <a:gd name="T15" fmla="*/ 263 h 18"/>
                <a:gd name="T16" fmla="*/ 1696 w 66"/>
                <a:gd name="T17" fmla="*/ 345 h 18"/>
                <a:gd name="T18" fmla="*/ 1836 w 66"/>
                <a:gd name="T19" fmla="*/ 345 h 18"/>
                <a:gd name="T20" fmla="*/ 1836 w 66"/>
                <a:gd name="T21" fmla="*/ 223 h 18"/>
                <a:gd name="T22" fmla="*/ 1614 w 66"/>
                <a:gd name="T23" fmla="*/ 86 h 18"/>
                <a:gd name="T24" fmla="*/ 1270 w 66"/>
                <a:gd name="T25" fmla="*/ 196 h 18"/>
                <a:gd name="T26" fmla="*/ 1160 w 66"/>
                <a:gd name="T27" fmla="*/ 263 h 18"/>
                <a:gd name="T28" fmla="*/ 965 w 66"/>
                <a:gd name="T29" fmla="*/ 263 h 18"/>
                <a:gd name="T30" fmla="*/ 844 w 66"/>
                <a:gd name="T31" fmla="*/ 196 h 18"/>
                <a:gd name="T32" fmla="*/ 27 w 66"/>
                <a:gd name="T33" fmla="*/ 318 h 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18">
                  <a:moveTo>
                    <a:pt x="1" y="11"/>
                  </a:moveTo>
                  <a:cubicBezTo>
                    <a:pt x="0" y="13"/>
                    <a:pt x="0" y="15"/>
                    <a:pt x="1" y="16"/>
                  </a:cubicBezTo>
                  <a:cubicBezTo>
                    <a:pt x="2" y="17"/>
                    <a:pt x="4" y="17"/>
                    <a:pt x="5" y="15"/>
                  </a:cubicBezTo>
                  <a:cubicBezTo>
                    <a:pt x="13" y="7"/>
                    <a:pt x="18" y="7"/>
                    <a:pt x="28" y="12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5" y="17"/>
                    <a:pt x="37" y="18"/>
                    <a:pt x="43" y="15"/>
                  </a:cubicBezTo>
                  <a:cubicBezTo>
                    <a:pt x="46" y="14"/>
                    <a:pt x="47" y="13"/>
                    <a:pt x="49" y="11"/>
                  </a:cubicBezTo>
                  <a:cubicBezTo>
                    <a:pt x="51" y="10"/>
                    <a:pt x="52" y="9"/>
                    <a:pt x="56" y="9"/>
                  </a:cubicBezTo>
                  <a:cubicBezTo>
                    <a:pt x="57" y="10"/>
                    <a:pt x="59" y="11"/>
                    <a:pt x="60" y="12"/>
                  </a:cubicBezTo>
                  <a:cubicBezTo>
                    <a:pt x="62" y="13"/>
                    <a:pt x="64" y="13"/>
                    <a:pt x="65" y="12"/>
                  </a:cubicBezTo>
                  <a:cubicBezTo>
                    <a:pt x="66" y="11"/>
                    <a:pt x="66" y="9"/>
                    <a:pt x="65" y="8"/>
                  </a:cubicBezTo>
                  <a:cubicBezTo>
                    <a:pt x="63" y="6"/>
                    <a:pt x="60" y="4"/>
                    <a:pt x="57" y="3"/>
                  </a:cubicBezTo>
                  <a:cubicBezTo>
                    <a:pt x="51" y="2"/>
                    <a:pt x="48" y="5"/>
                    <a:pt x="45" y="7"/>
                  </a:cubicBezTo>
                  <a:cubicBezTo>
                    <a:pt x="44" y="8"/>
                    <a:pt x="43" y="9"/>
                    <a:pt x="41" y="9"/>
                  </a:cubicBezTo>
                  <a:cubicBezTo>
                    <a:pt x="37" y="11"/>
                    <a:pt x="37" y="11"/>
                    <a:pt x="34" y="9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18" y="0"/>
                    <a:pt x="11" y="1"/>
                    <a:pt x="1" y="11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6" name="Freeform 325">
              <a:extLst>
                <a:ext uri="{FF2B5EF4-FFF2-40B4-BE49-F238E27FC236}">
                  <a16:creationId xmlns:a16="http://schemas.microsoft.com/office/drawing/2014/main" id="{7D8E02F3-4108-4E14-B6C5-AC5707340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472"/>
              <a:ext cx="94" cy="150"/>
            </a:xfrm>
            <a:custGeom>
              <a:avLst/>
              <a:gdLst>
                <a:gd name="T0" fmla="*/ 82 w 31"/>
                <a:gd name="T1" fmla="*/ 28 h 49"/>
                <a:gd name="T2" fmla="*/ 0 w 31"/>
                <a:gd name="T3" fmla="*/ 141 h 49"/>
                <a:gd name="T4" fmla="*/ 167 w 31"/>
                <a:gd name="T5" fmla="*/ 459 h 49"/>
                <a:gd name="T6" fmla="*/ 303 w 31"/>
                <a:gd name="T7" fmla="*/ 722 h 49"/>
                <a:gd name="T8" fmla="*/ 358 w 31"/>
                <a:gd name="T9" fmla="*/ 863 h 49"/>
                <a:gd name="T10" fmla="*/ 697 w 31"/>
                <a:gd name="T11" fmla="*/ 1350 h 49"/>
                <a:gd name="T12" fmla="*/ 837 w 31"/>
                <a:gd name="T13" fmla="*/ 1350 h 49"/>
                <a:gd name="T14" fmla="*/ 810 w 31"/>
                <a:gd name="T15" fmla="*/ 1182 h 49"/>
                <a:gd name="T16" fmla="*/ 588 w 31"/>
                <a:gd name="T17" fmla="*/ 778 h 49"/>
                <a:gd name="T18" fmla="*/ 506 w 31"/>
                <a:gd name="T19" fmla="*/ 628 h 49"/>
                <a:gd name="T20" fmla="*/ 358 w 31"/>
                <a:gd name="T21" fmla="*/ 346 h 49"/>
                <a:gd name="T22" fmla="*/ 221 w 31"/>
                <a:gd name="T23" fmla="*/ 113 h 49"/>
                <a:gd name="T24" fmla="*/ 82 w 31"/>
                <a:gd name="T25" fmla="*/ 28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49">
                  <a:moveTo>
                    <a:pt x="3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11"/>
                    <a:pt x="6" y="1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5" y="36"/>
                    <a:pt x="19" y="42"/>
                    <a:pt x="25" y="47"/>
                  </a:cubicBezTo>
                  <a:cubicBezTo>
                    <a:pt x="27" y="48"/>
                    <a:pt x="29" y="49"/>
                    <a:pt x="30" y="47"/>
                  </a:cubicBezTo>
                  <a:cubicBezTo>
                    <a:pt x="31" y="45"/>
                    <a:pt x="31" y="42"/>
                    <a:pt x="29" y="41"/>
                  </a:cubicBezTo>
                  <a:cubicBezTo>
                    <a:pt x="24" y="38"/>
                    <a:pt x="23" y="33"/>
                    <a:pt x="21" y="27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1" y="9"/>
                    <a:pt x="8" y="5"/>
                    <a:pt x="8" y="4"/>
                  </a:cubicBezTo>
                  <a:cubicBezTo>
                    <a:pt x="7" y="2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7" name="Freeform 326">
              <a:extLst>
                <a:ext uri="{FF2B5EF4-FFF2-40B4-BE49-F238E27FC236}">
                  <a16:creationId xmlns:a16="http://schemas.microsoft.com/office/drawing/2014/main" id="{9FBA9FF9-7C65-4A22-A5BD-23A948DE0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889"/>
              <a:ext cx="1337" cy="2579"/>
            </a:xfrm>
            <a:custGeom>
              <a:avLst/>
              <a:gdLst>
                <a:gd name="T0" fmla="*/ 4888 w 439"/>
                <a:gd name="T1" fmla="*/ 140 h 847"/>
                <a:gd name="T2" fmla="*/ 6243 w 439"/>
                <a:gd name="T3" fmla="*/ 1492 h 847"/>
                <a:gd name="T4" fmla="*/ 5537 w 439"/>
                <a:gd name="T5" fmla="*/ 1242 h 847"/>
                <a:gd name="T6" fmla="*/ 6076 w 439"/>
                <a:gd name="T7" fmla="*/ 1669 h 847"/>
                <a:gd name="T8" fmla="*/ 7708 w 439"/>
                <a:gd name="T9" fmla="*/ 4710 h 847"/>
                <a:gd name="T10" fmla="*/ 7206 w 439"/>
                <a:gd name="T11" fmla="*/ 6379 h 847"/>
                <a:gd name="T12" fmla="*/ 4154 w 439"/>
                <a:gd name="T13" fmla="*/ 7509 h 847"/>
                <a:gd name="T14" fmla="*/ 4072 w 439"/>
                <a:gd name="T15" fmla="*/ 3614 h 847"/>
                <a:gd name="T16" fmla="*/ 5677 w 439"/>
                <a:gd name="T17" fmla="*/ 3246 h 847"/>
                <a:gd name="T18" fmla="*/ 5844 w 439"/>
                <a:gd name="T19" fmla="*/ 2707 h 847"/>
                <a:gd name="T20" fmla="*/ 5314 w 439"/>
                <a:gd name="T21" fmla="*/ 3106 h 847"/>
                <a:gd name="T22" fmla="*/ 4602 w 439"/>
                <a:gd name="T23" fmla="*/ 2086 h 847"/>
                <a:gd name="T24" fmla="*/ 3079 w 439"/>
                <a:gd name="T25" fmla="*/ 5813 h 847"/>
                <a:gd name="T26" fmla="*/ 2376 w 439"/>
                <a:gd name="T27" fmla="*/ 3161 h 847"/>
                <a:gd name="T28" fmla="*/ 3646 w 439"/>
                <a:gd name="T29" fmla="*/ 1976 h 847"/>
                <a:gd name="T30" fmla="*/ 3423 w 439"/>
                <a:gd name="T31" fmla="*/ 1410 h 847"/>
                <a:gd name="T32" fmla="*/ 3219 w 439"/>
                <a:gd name="T33" fmla="*/ 2168 h 847"/>
                <a:gd name="T34" fmla="*/ 2680 w 439"/>
                <a:gd name="T35" fmla="*/ 1410 h 847"/>
                <a:gd name="T36" fmla="*/ 2430 w 439"/>
                <a:gd name="T37" fmla="*/ 1836 h 847"/>
                <a:gd name="T38" fmla="*/ 2059 w 439"/>
                <a:gd name="T39" fmla="*/ 4004 h 847"/>
                <a:gd name="T40" fmla="*/ 965 w 439"/>
                <a:gd name="T41" fmla="*/ 2707 h 847"/>
                <a:gd name="T42" fmla="*/ 317 w 439"/>
                <a:gd name="T43" fmla="*/ 1976 h 847"/>
                <a:gd name="T44" fmla="*/ 2144 w 439"/>
                <a:gd name="T45" fmla="*/ 5051 h 847"/>
                <a:gd name="T46" fmla="*/ 1919 w 439"/>
                <a:gd name="T47" fmla="*/ 7222 h 847"/>
                <a:gd name="T48" fmla="*/ 761 w 439"/>
                <a:gd name="T49" fmla="*/ 6805 h 847"/>
                <a:gd name="T50" fmla="*/ 1297 w 439"/>
                <a:gd name="T51" fmla="*/ 7454 h 847"/>
                <a:gd name="T52" fmla="*/ 871 w 439"/>
                <a:gd name="T53" fmla="*/ 7481 h 847"/>
                <a:gd name="T54" fmla="*/ 1724 w 439"/>
                <a:gd name="T55" fmla="*/ 7344 h 847"/>
                <a:gd name="T56" fmla="*/ 4322 w 439"/>
                <a:gd name="T57" fmla="*/ 8270 h 847"/>
                <a:gd name="T58" fmla="*/ 5369 w 439"/>
                <a:gd name="T59" fmla="*/ 20379 h 847"/>
                <a:gd name="T60" fmla="*/ 5083 w 439"/>
                <a:gd name="T61" fmla="*/ 13720 h 847"/>
                <a:gd name="T62" fmla="*/ 3533 w 439"/>
                <a:gd name="T63" fmla="*/ 12052 h 847"/>
                <a:gd name="T64" fmla="*/ 4748 w 439"/>
                <a:gd name="T65" fmla="*/ 17420 h 847"/>
                <a:gd name="T66" fmla="*/ 3219 w 439"/>
                <a:gd name="T67" fmla="*/ 18997 h 847"/>
                <a:gd name="T68" fmla="*/ 6271 w 439"/>
                <a:gd name="T69" fmla="*/ 22669 h 847"/>
                <a:gd name="T70" fmla="*/ 6779 w 439"/>
                <a:gd name="T71" fmla="*/ 18099 h 847"/>
                <a:gd name="T72" fmla="*/ 7318 w 439"/>
                <a:gd name="T73" fmla="*/ 16235 h 847"/>
                <a:gd name="T74" fmla="*/ 6048 w 439"/>
                <a:gd name="T75" fmla="*/ 8157 h 847"/>
                <a:gd name="T76" fmla="*/ 9999 w 439"/>
                <a:gd name="T77" fmla="*/ 4914 h 847"/>
                <a:gd name="T78" fmla="*/ 10909 w 439"/>
                <a:gd name="T79" fmla="*/ 4969 h 847"/>
                <a:gd name="T80" fmla="*/ 10257 w 439"/>
                <a:gd name="T81" fmla="*/ 4181 h 847"/>
                <a:gd name="T82" fmla="*/ 12374 w 439"/>
                <a:gd name="T83" fmla="*/ 4403 h 847"/>
                <a:gd name="T84" fmla="*/ 12347 w 439"/>
                <a:gd name="T85" fmla="*/ 3645 h 847"/>
                <a:gd name="T86" fmla="*/ 10480 w 439"/>
                <a:gd name="T87" fmla="*/ 3532 h 847"/>
                <a:gd name="T88" fmla="*/ 10705 w 439"/>
                <a:gd name="T89" fmla="*/ 3051 h 847"/>
                <a:gd name="T90" fmla="*/ 9600 w 439"/>
                <a:gd name="T91" fmla="*/ 4598 h 847"/>
                <a:gd name="T92" fmla="*/ 7885 w 439"/>
                <a:gd name="T93" fmla="*/ 4829 h 847"/>
                <a:gd name="T94" fmla="*/ 9210 w 439"/>
                <a:gd name="T95" fmla="*/ 3133 h 847"/>
                <a:gd name="T96" fmla="*/ 9100 w 439"/>
                <a:gd name="T97" fmla="*/ 3106 h 847"/>
                <a:gd name="T98" fmla="*/ 8394 w 439"/>
                <a:gd name="T99" fmla="*/ 1723 h 847"/>
                <a:gd name="T100" fmla="*/ 8561 w 439"/>
                <a:gd name="T101" fmla="*/ 1519 h 847"/>
                <a:gd name="T102" fmla="*/ 8022 w 439"/>
                <a:gd name="T103" fmla="*/ 539 h 847"/>
                <a:gd name="T104" fmla="*/ 7486 w 439"/>
                <a:gd name="T105" fmla="*/ 344 h 847"/>
                <a:gd name="T106" fmla="*/ 8022 w 439"/>
                <a:gd name="T107" fmla="*/ 2168 h 847"/>
                <a:gd name="T108" fmla="*/ 7151 w 439"/>
                <a:gd name="T109" fmla="*/ 2539 h 847"/>
                <a:gd name="T110" fmla="*/ 6103 w 439"/>
                <a:gd name="T111" fmla="*/ 195 h 84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39" h="847">
                  <a:moveTo>
                    <a:pt x="220" y="8"/>
                  </a:moveTo>
                  <a:cubicBezTo>
                    <a:pt x="221" y="8"/>
                    <a:pt x="221" y="8"/>
                    <a:pt x="222" y="9"/>
                  </a:cubicBezTo>
                  <a:cubicBezTo>
                    <a:pt x="226" y="13"/>
                    <a:pt x="229" y="23"/>
                    <a:pt x="229" y="27"/>
                  </a:cubicBezTo>
                  <a:cubicBezTo>
                    <a:pt x="228" y="30"/>
                    <a:pt x="227" y="32"/>
                    <a:pt x="225" y="35"/>
                  </a:cubicBezTo>
                  <a:cubicBezTo>
                    <a:pt x="224" y="26"/>
                    <a:pt x="222" y="19"/>
                    <a:pt x="208" y="11"/>
                  </a:cubicBezTo>
                  <a:cubicBezTo>
                    <a:pt x="207" y="10"/>
                    <a:pt x="205" y="9"/>
                    <a:pt x="204" y="9"/>
                  </a:cubicBezTo>
                  <a:cubicBezTo>
                    <a:pt x="195" y="3"/>
                    <a:pt x="184" y="0"/>
                    <a:pt x="174" y="4"/>
                  </a:cubicBezTo>
                  <a:cubicBezTo>
                    <a:pt x="173" y="4"/>
                    <a:pt x="172" y="4"/>
                    <a:pt x="173" y="5"/>
                  </a:cubicBezTo>
                  <a:cubicBezTo>
                    <a:pt x="173" y="6"/>
                    <a:pt x="177" y="6"/>
                    <a:pt x="178" y="5"/>
                  </a:cubicBezTo>
                  <a:cubicBezTo>
                    <a:pt x="186" y="4"/>
                    <a:pt x="196" y="8"/>
                    <a:pt x="204" y="13"/>
                  </a:cubicBezTo>
                  <a:cubicBezTo>
                    <a:pt x="205" y="14"/>
                    <a:pt x="209" y="18"/>
                    <a:pt x="211" y="19"/>
                  </a:cubicBezTo>
                  <a:cubicBezTo>
                    <a:pt x="219" y="25"/>
                    <a:pt x="219" y="31"/>
                    <a:pt x="220" y="40"/>
                  </a:cubicBezTo>
                  <a:cubicBezTo>
                    <a:pt x="221" y="50"/>
                    <a:pt x="221" y="50"/>
                    <a:pt x="221" y="50"/>
                  </a:cubicBezTo>
                  <a:cubicBezTo>
                    <a:pt x="221" y="50"/>
                    <a:pt x="221" y="50"/>
                    <a:pt x="221" y="50"/>
                  </a:cubicBezTo>
                  <a:cubicBezTo>
                    <a:pt x="221" y="50"/>
                    <a:pt x="221" y="50"/>
                    <a:pt x="221" y="50"/>
                  </a:cubicBezTo>
                  <a:cubicBezTo>
                    <a:pt x="221" y="53"/>
                    <a:pt x="221" y="53"/>
                    <a:pt x="221" y="53"/>
                  </a:cubicBezTo>
                  <a:cubicBezTo>
                    <a:pt x="221" y="55"/>
                    <a:pt x="222" y="58"/>
                    <a:pt x="223" y="60"/>
                  </a:cubicBezTo>
                  <a:cubicBezTo>
                    <a:pt x="222" y="60"/>
                    <a:pt x="222" y="59"/>
                    <a:pt x="221" y="59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18" y="56"/>
                    <a:pt x="218" y="56"/>
                    <a:pt x="218" y="56"/>
                  </a:cubicBezTo>
                  <a:cubicBezTo>
                    <a:pt x="216" y="55"/>
                    <a:pt x="215" y="54"/>
                    <a:pt x="214" y="53"/>
                  </a:cubicBezTo>
                  <a:cubicBezTo>
                    <a:pt x="212" y="53"/>
                    <a:pt x="209" y="53"/>
                    <a:pt x="207" y="54"/>
                  </a:cubicBezTo>
                  <a:cubicBezTo>
                    <a:pt x="206" y="54"/>
                    <a:pt x="204" y="55"/>
                    <a:pt x="203" y="55"/>
                  </a:cubicBezTo>
                  <a:cubicBezTo>
                    <a:pt x="200" y="52"/>
                    <a:pt x="198" y="48"/>
                    <a:pt x="196" y="44"/>
                  </a:cubicBezTo>
                  <a:cubicBezTo>
                    <a:pt x="194" y="38"/>
                    <a:pt x="186" y="32"/>
                    <a:pt x="177" y="34"/>
                  </a:cubicBezTo>
                  <a:cubicBezTo>
                    <a:pt x="177" y="34"/>
                    <a:pt x="176" y="35"/>
                    <a:pt x="176" y="35"/>
                  </a:cubicBezTo>
                  <a:cubicBezTo>
                    <a:pt x="176" y="36"/>
                    <a:pt x="177" y="36"/>
                    <a:pt x="178" y="36"/>
                  </a:cubicBezTo>
                  <a:cubicBezTo>
                    <a:pt x="185" y="35"/>
                    <a:pt x="190" y="40"/>
                    <a:pt x="193" y="46"/>
                  </a:cubicBezTo>
                  <a:cubicBezTo>
                    <a:pt x="194" y="50"/>
                    <a:pt x="196" y="55"/>
                    <a:pt x="201" y="58"/>
                  </a:cubicBezTo>
                  <a:cubicBezTo>
                    <a:pt x="203" y="59"/>
                    <a:pt x="205" y="59"/>
                    <a:pt x="208" y="58"/>
                  </a:cubicBezTo>
                  <a:cubicBezTo>
                    <a:pt x="209" y="58"/>
                    <a:pt x="211" y="57"/>
                    <a:pt x="212" y="57"/>
                  </a:cubicBezTo>
                  <a:cubicBezTo>
                    <a:pt x="213" y="57"/>
                    <a:pt x="214" y="58"/>
                    <a:pt x="215" y="59"/>
                  </a:cubicBezTo>
                  <a:cubicBezTo>
                    <a:pt x="218" y="62"/>
                    <a:pt x="218" y="62"/>
                    <a:pt x="218" y="62"/>
                  </a:cubicBezTo>
                  <a:cubicBezTo>
                    <a:pt x="219" y="62"/>
                    <a:pt x="219" y="62"/>
                    <a:pt x="219" y="62"/>
                  </a:cubicBezTo>
                  <a:cubicBezTo>
                    <a:pt x="221" y="64"/>
                    <a:pt x="223" y="65"/>
                    <a:pt x="226" y="66"/>
                  </a:cubicBezTo>
                  <a:cubicBezTo>
                    <a:pt x="230" y="75"/>
                    <a:pt x="237" y="82"/>
                    <a:pt x="244" y="89"/>
                  </a:cubicBezTo>
                  <a:cubicBezTo>
                    <a:pt x="249" y="94"/>
                    <a:pt x="249" y="94"/>
                    <a:pt x="249" y="94"/>
                  </a:cubicBezTo>
                  <a:cubicBezTo>
                    <a:pt x="262" y="108"/>
                    <a:pt x="264" y="111"/>
                    <a:pt x="264" y="130"/>
                  </a:cubicBezTo>
                  <a:cubicBezTo>
                    <a:pt x="264" y="136"/>
                    <a:pt x="266" y="142"/>
                    <a:pt x="269" y="149"/>
                  </a:cubicBezTo>
                  <a:cubicBezTo>
                    <a:pt x="271" y="155"/>
                    <a:pt x="273" y="162"/>
                    <a:pt x="273" y="167"/>
                  </a:cubicBezTo>
                  <a:cubicBezTo>
                    <a:pt x="273" y="168"/>
                    <a:pt x="273" y="169"/>
                    <a:pt x="273" y="171"/>
                  </a:cubicBezTo>
                  <a:cubicBezTo>
                    <a:pt x="273" y="171"/>
                    <a:pt x="273" y="171"/>
                    <a:pt x="273" y="171"/>
                  </a:cubicBezTo>
                  <a:cubicBezTo>
                    <a:pt x="273" y="172"/>
                    <a:pt x="273" y="172"/>
                    <a:pt x="273" y="173"/>
                  </a:cubicBezTo>
                  <a:cubicBezTo>
                    <a:pt x="273" y="173"/>
                    <a:pt x="273" y="173"/>
                    <a:pt x="273" y="174"/>
                  </a:cubicBezTo>
                  <a:cubicBezTo>
                    <a:pt x="272" y="185"/>
                    <a:pt x="269" y="193"/>
                    <a:pt x="265" y="201"/>
                  </a:cubicBezTo>
                  <a:cubicBezTo>
                    <a:pt x="263" y="207"/>
                    <a:pt x="260" y="210"/>
                    <a:pt x="258" y="217"/>
                  </a:cubicBezTo>
                  <a:cubicBezTo>
                    <a:pt x="258" y="218"/>
                    <a:pt x="258" y="218"/>
                    <a:pt x="258" y="218"/>
                  </a:cubicBezTo>
                  <a:cubicBezTo>
                    <a:pt x="258" y="219"/>
                    <a:pt x="255" y="225"/>
                    <a:pt x="255" y="226"/>
                  </a:cubicBezTo>
                  <a:cubicBezTo>
                    <a:pt x="252" y="233"/>
                    <a:pt x="252" y="233"/>
                    <a:pt x="252" y="233"/>
                  </a:cubicBezTo>
                  <a:cubicBezTo>
                    <a:pt x="244" y="259"/>
                    <a:pt x="238" y="273"/>
                    <a:pt x="211" y="282"/>
                  </a:cubicBezTo>
                  <a:cubicBezTo>
                    <a:pt x="198" y="286"/>
                    <a:pt x="188" y="297"/>
                    <a:pt x="186" y="316"/>
                  </a:cubicBezTo>
                  <a:cubicBezTo>
                    <a:pt x="185" y="315"/>
                    <a:pt x="184" y="315"/>
                    <a:pt x="183" y="315"/>
                  </a:cubicBezTo>
                  <a:cubicBezTo>
                    <a:pt x="179" y="309"/>
                    <a:pt x="173" y="304"/>
                    <a:pt x="167" y="297"/>
                  </a:cubicBezTo>
                  <a:cubicBezTo>
                    <a:pt x="160" y="290"/>
                    <a:pt x="160" y="290"/>
                    <a:pt x="160" y="290"/>
                  </a:cubicBezTo>
                  <a:cubicBezTo>
                    <a:pt x="158" y="287"/>
                    <a:pt x="157" y="281"/>
                    <a:pt x="156" y="278"/>
                  </a:cubicBezTo>
                  <a:cubicBezTo>
                    <a:pt x="154" y="274"/>
                    <a:pt x="150" y="270"/>
                    <a:pt x="147" y="266"/>
                  </a:cubicBezTo>
                  <a:cubicBezTo>
                    <a:pt x="143" y="261"/>
                    <a:pt x="139" y="258"/>
                    <a:pt x="135" y="257"/>
                  </a:cubicBezTo>
                  <a:cubicBezTo>
                    <a:pt x="132" y="256"/>
                    <a:pt x="129" y="254"/>
                    <a:pt x="127" y="252"/>
                  </a:cubicBezTo>
                  <a:cubicBezTo>
                    <a:pt x="122" y="245"/>
                    <a:pt x="123" y="238"/>
                    <a:pt x="124" y="230"/>
                  </a:cubicBezTo>
                  <a:cubicBezTo>
                    <a:pt x="125" y="222"/>
                    <a:pt x="126" y="214"/>
                    <a:pt x="118" y="209"/>
                  </a:cubicBezTo>
                  <a:cubicBezTo>
                    <a:pt x="118" y="209"/>
                    <a:pt x="117" y="208"/>
                    <a:pt x="117" y="208"/>
                  </a:cubicBezTo>
                  <a:cubicBezTo>
                    <a:pt x="107" y="191"/>
                    <a:pt x="113" y="181"/>
                    <a:pt x="121" y="168"/>
                  </a:cubicBezTo>
                  <a:cubicBezTo>
                    <a:pt x="125" y="161"/>
                    <a:pt x="129" y="153"/>
                    <a:pt x="132" y="144"/>
                  </a:cubicBezTo>
                  <a:cubicBezTo>
                    <a:pt x="135" y="133"/>
                    <a:pt x="138" y="131"/>
                    <a:pt x="144" y="128"/>
                  </a:cubicBezTo>
                  <a:cubicBezTo>
                    <a:pt x="150" y="124"/>
                    <a:pt x="150" y="124"/>
                    <a:pt x="150" y="124"/>
                  </a:cubicBezTo>
                  <a:cubicBezTo>
                    <a:pt x="151" y="124"/>
                    <a:pt x="151" y="124"/>
                    <a:pt x="151" y="124"/>
                  </a:cubicBezTo>
                  <a:cubicBezTo>
                    <a:pt x="154" y="123"/>
                    <a:pt x="154" y="123"/>
                    <a:pt x="154" y="123"/>
                  </a:cubicBezTo>
                  <a:cubicBezTo>
                    <a:pt x="159" y="121"/>
                    <a:pt x="163" y="121"/>
                    <a:pt x="167" y="121"/>
                  </a:cubicBezTo>
                  <a:cubicBezTo>
                    <a:pt x="176" y="121"/>
                    <a:pt x="176" y="121"/>
                    <a:pt x="176" y="121"/>
                  </a:cubicBezTo>
                  <a:cubicBezTo>
                    <a:pt x="179" y="120"/>
                    <a:pt x="182" y="118"/>
                    <a:pt x="185" y="116"/>
                  </a:cubicBezTo>
                  <a:cubicBezTo>
                    <a:pt x="187" y="114"/>
                    <a:pt x="190" y="113"/>
                    <a:pt x="193" y="113"/>
                  </a:cubicBezTo>
                  <a:cubicBezTo>
                    <a:pt x="196" y="112"/>
                    <a:pt x="198" y="114"/>
                    <a:pt x="201" y="115"/>
                  </a:cubicBezTo>
                  <a:cubicBezTo>
                    <a:pt x="205" y="117"/>
                    <a:pt x="212" y="117"/>
                    <a:pt x="215" y="116"/>
                  </a:cubicBezTo>
                  <a:cubicBezTo>
                    <a:pt x="216" y="115"/>
                    <a:pt x="216" y="115"/>
                    <a:pt x="216" y="114"/>
                  </a:cubicBezTo>
                  <a:cubicBezTo>
                    <a:pt x="215" y="114"/>
                    <a:pt x="215" y="114"/>
                    <a:pt x="214" y="114"/>
                  </a:cubicBezTo>
                  <a:cubicBezTo>
                    <a:pt x="212" y="115"/>
                    <a:pt x="207" y="113"/>
                    <a:pt x="203" y="111"/>
                  </a:cubicBezTo>
                  <a:cubicBezTo>
                    <a:pt x="200" y="110"/>
                    <a:pt x="198" y="109"/>
                    <a:pt x="194" y="109"/>
                  </a:cubicBezTo>
                  <a:cubicBezTo>
                    <a:pt x="195" y="108"/>
                    <a:pt x="196" y="106"/>
                    <a:pt x="196" y="105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2" y="98"/>
                    <a:pt x="204" y="97"/>
                    <a:pt x="207" y="96"/>
                  </a:cubicBezTo>
                  <a:cubicBezTo>
                    <a:pt x="210" y="94"/>
                    <a:pt x="213" y="91"/>
                    <a:pt x="215" y="89"/>
                  </a:cubicBezTo>
                  <a:cubicBezTo>
                    <a:pt x="215" y="88"/>
                    <a:pt x="215" y="88"/>
                    <a:pt x="214" y="87"/>
                  </a:cubicBezTo>
                  <a:cubicBezTo>
                    <a:pt x="214" y="87"/>
                    <a:pt x="213" y="87"/>
                    <a:pt x="213" y="87"/>
                  </a:cubicBezTo>
                  <a:cubicBezTo>
                    <a:pt x="212" y="89"/>
                    <a:pt x="208" y="91"/>
                    <a:pt x="205" y="92"/>
                  </a:cubicBezTo>
                  <a:cubicBezTo>
                    <a:pt x="202" y="93"/>
                    <a:pt x="200" y="95"/>
                    <a:pt x="198" y="97"/>
                  </a:cubicBezTo>
                  <a:cubicBezTo>
                    <a:pt x="193" y="103"/>
                    <a:pt x="193" y="103"/>
                    <a:pt x="193" y="103"/>
                  </a:cubicBezTo>
                  <a:cubicBezTo>
                    <a:pt x="192" y="105"/>
                    <a:pt x="190" y="107"/>
                    <a:pt x="189" y="109"/>
                  </a:cubicBezTo>
                  <a:cubicBezTo>
                    <a:pt x="188" y="109"/>
                    <a:pt x="188" y="109"/>
                    <a:pt x="188" y="110"/>
                  </a:cubicBezTo>
                  <a:cubicBezTo>
                    <a:pt x="186" y="111"/>
                    <a:pt x="184" y="112"/>
                    <a:pt x="182" y="113"/>
                  </a:cubicBezTo>
                  <a:cubicBezTo>
                    <a:pt x="180" y="115"/>
                    <a:pt x="178" y="116"/>
                    <a:pt x="175" y="117"/>
                  </a:cubicBezTo>
                  <a:cubicBezTo>
                    <a:pt x="167" y="117"/>
                    <a:pt x="167" y="117"/>
                    <a:pt x="167" y="117"/>
                  </a:cubicBezTo>
                  <a:cubicBezTo>
                    <a:pt x="163" y="117"/>
                    <a:pt x="160" y="117"/>
                    <a:pt x="155" y="118"/>
                  </a:cubicBezTo>
                  <a:cubicBezTo>
                    <a:pt x="163" y="111"/>
                    <a:pt x="162" y="102"/>
                    <a:pt x="162" y="94"/>
                  </a:cubicBezTo>
                  <a:cubicBezTo>
                    <a:pt x="161" y="87"/>
                    <a:pt x="162" y="78"/>
                    <a:pt x="164" y="75"/>
                  </a:cubicBezTo>
                  <a:cubicBezTo>
                    <a:pt x="164" y="75"/>
                    <a:pt x="164" y="74"/>
                    <a:pt x="164" y="74"/>
                  </a:cubicBezTo>
                  <a:cubicBezTo>
                    <a:pt x="164" y="74"/>
                    <a:pt x="163" y="74"/>
                    <a:pt x="163" y="74"/>
                  </a:cubicBezTo>
                  <a:cubicBezTo>
                    <a:pt x="160" y="77"/>
                    <a:pt x="157" y="87"/>
                    <a:pt x="158" y="94"/>
                  </a:cubicBezTo>
                  <a:cubicBezTo>
                    <a:pt x="158" y="103"/>
                    <a:pt x="159" y="110"/>
                    <a:pt x="151" y="116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9" y="118"/>
                    <a:pt x="148" y="118"/>
                    <a:pt x="148" y="119"/>
                  </a:cubicBezTo>
                  <a:cubicBezTo>
                    <a:pt x="141" y="123"/>
                    <a:pt x="141" y="123"/>
                    <a:pt x="141" y="123"/>
                  </a:cubicBezTo>
                  <a:cubicBezTo>
                    <a:pt x="135" y="126"/>
                    <a:pt x="130" y="129"/>
                    <a:pt x="126" y="142"/>
                  </a:cubicBezTo>
                  <a:cubicBezTo>
                    <a:pt x="124" y="151"/>
                    <a:pt x="119" y="158"/>
                    <a:pt x="116" y="165"/>
                  </a:cubicBezTo>
                  <a:cubicBezTo>
                    <a:pt x="108" y="177"/>
                    <a:pt x="101" y="188"/>
                    <a:pt x="109" y="206"/>
                  </a:cubicBezTo>
                  <a:cubicBezTo>
                    <a:pt x="106" y="206"/>
                    <a:pt x="103" y="206"/>
                    <a:pt x="100" y="206"/>
                  </a:cubicBezTo>
                  <a:cubicBezTo>
                    <a:pt x="83" y="205"/>
                    <a:pt x="82" y="196"/>
                    <a:pt x="82" y="179"/>
                  </a:cubicBezTo>
                  <a:cubicBezTo>
                    <a:pt x="82" y="172"/>
                    <a:pt x="82" y="165"/>
                    <a:pt x="80" y="159"/>
                  </a:cubicBezTo>
                  <a:cubicBezTo>
                    <a:pt x="81" y="158"/>
                    <a:pt x="79" y="154"/>
                    <a:pt x="79" y="151"/>
                  </a:cubicBezTo>
                  <a:cubicBezTo>
                    <a:pt x="77" y="144"/>
                    <a:pt x="75" y="133"/>
                    <a:pt x="77" y="126"/>
                  </a:cubicBezTo>
                  <a:cubicBezTo>
                    <a:pt x="77" y="123"/>
                    <a:pt x="79" y="121"/>
                    <a:pt x="80" y="119"/>
                  </a:cubicBezTo>
                  <a:cubicBezTo>
                    <a:pt x="82" y="117"/>
                    <a:pt x="83" y="115"/>
                    <a:pt x="84" y="113"/>
                  </a:cubicBezTo>
                  <a:cubicBezTo>
                    <a:pt x="84" y="113"/>
                    <a:pt x="84" y="112"/>
                    <a:pt x="84" y="112"/>
                  </a:cubicBezTo>
                  <a:cubicBezTo>
                    <a:pt x="85" y="112"/>
                    <a:pt x="85" y="111"/>
                    <a:pt x="85" y="111"/>
                  </a:cubicBezTo>
                  <a:cubicBezTo>
                    <a:pt x="85" y="111"/>
                    <a:pt x="85" y="110"/>
                    <a:pt x="85" y="110"/>
                  </a:cubicBezTo>
                  <a:cubicBezTo>
                    <a:pt x="86" y="109"/>
                    <a:pt x="86" y="107"/>
                    <a:pt x="86" y="106"/>
                  </a:cubicBezTo>
                  <a:cubicBezTo>
                    <a:pt x="88" y="99"/>
                    <a:pt x="92" y="98"/>
                    <a:pt x="98" y="96"/>
                  </a:cubicBezTo>
                  <a:cubicBezTo>
                    <a:pt x="102" y="95"/>
                    <a:pt x="107" y="94"/>
                    <a:pt x="112" y="89"/>
                  </a:cubicBezTo>
                  <a:cubicBezTo>
                    <a:pt x="115" y="87"/>
                    <a:pt x="116" y="84"/>
                    <a:pt x="116" y="81"/>
                  </a:cubicBezTo>
                  <a:cubicBezTo>
                    <a:pt x="117" y="79"/>
                    <a:pt x="118" y="76"/>
                    <a:pt x="121" y="74"/>
                  </a:cubicBezTo>
                  <a:cubicBezTo>
                    <a:pt x="123" y="72"/>
                    <a:pt x="126" y="71"/>
                    <a:pt x="129" y="70"/>
                  </a:cubicBezTo>
                  <a:cubicBezTo>
                    <a:pt x="132" y="69"/>
                    <a:pt x="136" y="66"/>
                    <a:pt x="138" y="64"/>
                  </a:cubicBezTo>
                  <a:cubicBezTo>
                    <a:pt x="138" y="64"/>
                    <a:pt x="138" y="63"/>
                    <a:pt x="138" y="63"/>
                  </a:cubicBezTo>
                  <a:cubicBezTo>
                    <a:pt x="137" y="62"/>
                    <a:pt x="137" y="62"/>
                    <a:pt x="136" y="63"/>
                  </a:cubicBezTo>
                  <a:cubicBezTo>
                    <a:pt x="135" y="64"/>
                    <a:pt x="131" y="65"/>
                    <a:pt x="127" y="66"/>
                  </a:cubicBezTo>
                  <a:cubicBezTo>
                    <a:pt x="125" y="67"/>
                    <a:pt x="122" y="68"/>
                    <a:pt x="119" y="70"/>
                  </a:cubicBezTo>
                  <a:cubicBezTo>
                    <a:pt x="120" y="69"/>
                    <a:pt x="120" y="68"/>
                    <a:pt x="121" y="67"/>
                  </a:cubicBezTo>
                  <a:cubicBezTo>
                    <a:pt x="122" y="65"/>
                    <a:pt x="123" y="62"/>
                    <a:pt x="124" y="59"/>
                  </a:cubicBezTo>
                  <a:cubicBezTo>
                    <a:pt x="124" y="55"/>
                    <a:pt x="122" y="53"/>
                    <a:pt x="121" y="50"/>
                  </a:cubicBezTo>
                  <a:cubicBezTo>
                    <a:pt x="119" y="47"/>
                    <a:pt x="119" y="42"/>
                    <a:pt x="122" y="40"/>
                  </a:cubicBezTo>
                  <a:cubicBezTo>
                    <a:pt x="122" y="40"/>
                    <a:pt x="122" y="39"/>
                    <a:pt x="122" y="38"/>
                  </a:cubicBezTo>
                  <a:cubicBezTo>
                    <a:pt x="121" y="38"/>
                    <a:pt x="120" y="38"/>
                    <a:pt x="120" y="38"/>
                  </a:cubicBezTo>
                  <a:cubicBezTo>
                    <a:pt x="116" y="42"/>
                    <a:pt x="116" y="48"/>
                    <a:pt x="118" y="52"/>
                  </a:cubicBezTo>
                  <a:cubicBezTo>
                    <a:pt x="119" y="54"/>
                    <a:pt x="120" y="56"/>
                    <a:pt x="120" y="59"/>
                  </a:cubicBezTo>
                  <a:cubicBezTo>
                    <a:pt x="119" y="61"/>
                    <a:pt x="118" y="63"/>
                    <a:pt x="117" y="65"/>
                  </a:cubicBezTo>
                  <a:cubicBezTo>
                    <a:pt x="115" y="68"/>
                    <a:pt x="114" y="72"/>
                    <a:pt x="114" y="77"/>
                  </a:cubicBezTo>
                  <a:cubicBezTo>
                    <a:pt x="114" y="77"/>
                    <a:pt x="114" y="77"/>
                    <a:pt x="114" y="77"/>
                  </a:cubicBezTo>
                  <a:cubicBezTo>
                    <a:pt x="113" y="78"/>
                    <a:pt x="113" y="79"/>
                    <a:pt x="113" y="80"/>
                  </a:cubicBezTo>
                  <a:cubicBezTo>
                    <a:pt x="112" y="83"/>
                    <a:pt x="111" y="85"/>
                    <a:pt x="110" y="86"/>
                  </a:cubicBezTo>
                  <a:cubicBezTo>
                    <a:pt x="105" y="90"/>
                    <a:pt x="101" y="91"/>
                    <a:pt x="97" y="92"/>
                  </a:cubicBezTo>
                  <a:cubicBezTo>
                    <a:pt x="92" y="93"/>
                    <a:pt x="88" y="94"/>
                    <a:pt x="85" y="98"/>
                  </a:cubicBezTo>
                  <a:cubicBezTo>
                    <a:pt x="85" y="97"/>
                    <a:pt x="85" y="97"/>
                    <a:pt x="85" y="97"/>
                  </a:cubicBezTo>
                  <a:cubicBezTo>
                    <a:pt x="84" y="83"/>
                    <a:pt x="84" y="78"/>
                    <a:pt x="89" y="67"/>
                  </a:cubicBezTo>
                  <a:cubicBezTo>
                    <a:pt x="92" y="63"/>
                    <a:pt x="92" y="63"/>
                    <a:pt x="92" y="63"/>
                  </a:cubicBezTo>
                  <a:cubicBezTo>
                    <a:pt x="94" y="59"/>
                    <a:pt x="95" y="56"/>
                    <a:pt x="95" y="50"/>
                  </a:cubicBezTo>
                  <a:cubicBezTo>
                    <a:pt x="95" y="47"/>
                    <a:pt x="94" y="44"/>
                    <a:pt x="93" y="42"/>
                  </a:cubicBezTo>
                  <a:cubicBezTo>
                    <a:pt x="92" y="40"/>
                    <a:pt x="91" y="36"/>
                    <a:pt x="91" y="34"/>
                  </a:cubicBezTo>
                  <a:cubicBezTo>
                    <a:pt x="92" y="34"/>
                    <a:pt x="91" y="33"/>
                    <a:pt x="91" y="33"/>
                  </a:cubicBezTo>
                  <a:cubicBezTo>
                    <a:pt x="90" y="33"/>
                    <a:pt x="90" y="33"/>
                    <a:pt x="89" y="34"/>
                  </a:cubicBezTo>
                  <a:cubicBezTo>
                    <a:pt x="88" y="36"/>
                    <a:pt x="88" y="41"/>
                    <a:pt x="90" y="44"/>
                  </a:cubicBezTo>
                  <a:cubicBezTo>
                    <a:pt x="90" y="46"/>
                    <a:pt x="91" y="47"/>
                    <a:pt x="91" y="50"/>
                  </a:cubicBezTo>
                  <a:cubicBezTo>
                    <a:pt x="91" y="55"/>
                    <a:pt x="90" y="57"/>
                    <a:pt x="88" y="61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80" y="77"/>
                    <a:pt x="80" y="83"/>
                    <a:pt x="81" y="97"/>
                  </a:cubicBezTo>
                  <a:cubicBezTo>
                    <a:pt x="81" y="98"/>
                    <a:pt x="81" y="103"/>
                    <a:pt x="81" y="103"/>
                  </a:cubicBezTo>
                  <a:cubicBezTo>
                    <a:pt x="82" y="104"/>
                    <a:pt x="82" y="105"/>
                    <a:pt x="82" y="106"/>
                  </a:cubicBezTo>
                  <a:cubicBezTo>
                    <a:pt x="82" y="107"/>
                    <a:pt x="81" y="108"/>
                    <a:pt x="81" y="109"/>
                  </a:cubicBezTo>
                  <a:cubicBezTo>
                    <a:pt x="81" y="110"/>
                    <a:pt x="81" y="110"/>
                    <a:pt x="80" y="111"/>
                  </a:cubicBezTo>
                  <a:cubicBezTo>
                    <a:pt x="80" y="113"/>
                    <a:pt x="78" y="115"/>
                    <a:pt x="77" y="117"/>
                  </a:cubicBezTo>
                  <a:cubicBezTo>
                    <a:pt x="75" y="119"/>
                    <a:pt x="73" y="121"/>
                    <a:pt x="73" y="125"/>
                  </a:cubicBezTo>
                  <a:cubicBezTo>
                    <a:pt x="72" y="130"/>
                    <a:pt x="72" y="136"/>
                    <a:pt x="73" y="142"/>
                  </a:cubicBezTo>
                  <a:cubicBezTo>
                    <a:pt x="65" y="131"/>
                    <a:pt x="53" y="122"/>
                    <a:pt x="39" y="119"/>
                  </a:cubicBezTo>
                  <a:cubicBezTo>
                    <a:pt x="39" y="119"/>
                    <a:pt x="39" y="119"/>
                    <a:pt x="38" y="119"/>
                  </a:cubicBezTo>
                  <a:cubicBezTo>
                    <a:pt x="34" y="116"/>
                    <a:pt x="35" y="111"/>
                    <a:pt x="37" y="103"/>
                  </a:cubicBezTo>
                  <a:cubicBezTo>
                    <a:pt x="38" y="97"/>
                    <a:pt x="38" y="97"/>
                    <a:pt x="38" y="97"/>
                  </a:cubicBezTo>
                  <a:cubicBezTo>
                    <a:pt x="39" y="85"/>
                    <a:pt x="35" y="75"/>
                    <a:pt x="32" y="69"/>
                  </a:cubicBezTo>
                  <a:cubicBezTo>
                    <a:pt x="32" y="68"/>
                    <a:pt x="31" y="68"/>
                    <a:pt x="30" y="68"/>
                  </a:cubicBezTo>
                  <a:cubicBezTo>
                    <a:pt x="30" y="68"/>
                    <a:pt x="29" y="69"/>
                    <a:pt x="30" y="70"/>
                  </a:cubicBezTo>
                  <a:cubicBezTo>
                    <a:pt x="33" y="76"/>
                    <a:pt x="35" y="85"/>
                    <a:pt x="34" y="96"/>
                  </a:cubicBezTo>
                  <a:cubicBezTo>
                    <a:pt x="33" y="102"/>
                    <a:pt x="33" y="102"/>
                    <a:pt x="33" y="102"/>
                  </a:cubicBezTo>
                  <a:cubicBezTo>
                    <a:pt x="32" y="108"/>
                    <a:pt x="30" y="115"/>
                    <a:pt x="34" y="120"/>
                  </a:cubicBezTo>
                  <a:cubicBezTo>
                    <a:pt x="28" y="118"/>
                    <a:pt x="25" y="112"/>
                    <a:pt x="22" y="107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9" y="91"/>
                    <a:pt x="4" y="86"/>
                    <a:pt x="5" y="80"/>
                  </a:cubicBezTo>
                  <a:cubicBezTo>
                    <a:pt x="5" y="78"/>
                    <a:pt x="6" y="74"/>
                    <a:pt x="9" y="72"/>
                  </a:cubicBezTo>
                  <a:cubicBezTo>
                    <a:pt x="10" y="71"/>
                    <a:pt x="12" y="71"/>
                    <a:pt x="11" y="70"/>
                  </a:cubicBezTo>
                  <a:cubicBezTo>
                    <a:pt x="10" y="69"/>
                    <a:pt x="9" y="70"/>
                    <a:pt x="8" y="70"/>
                  </a:cubicBezTo>
                  <a:cubicBezTo>
                    <a:pt x="4" y="74"/>
                    <a:pt x="1" y="76"/>
                    <a:pt x="1" y="80"/>
                  </a:cubicBezTo>
                  <a:cubicBezTo>
                    <a:pt x="0" y="87"/>
                    <a:pt x="6" y="93"/>
                    <a:pt x="11" y="98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23" y="116"/>
                    <a:pt x="28" y="125"/>
                    <a:pt x="40" y="125"/>
                  </a:cubicBezTo>
                  <a:cubicBezTo>
                    <a:pt x="56" y="130"/>
                    <a:pt x="71" y="144"/>
                    <a:pt x="74" y="160"/>
                  </a:cubicBezTo>
                  <a:cubicBezTo>
                    <a:pt x="76" y="166"/>
                    <a:pt x="76" y="173"/>
                    <a:pt x="76" y="179"/>
                  </a:cubicBezTo>
                  <a:cubicBezTo>
                    <a:pt x="76" y="195"/>
                    <a:pt x="76" y="211"/>
                    <a:pt x="100" y="212"/>
                  </a:cubicBezTo>
                  <a:cubicBezTo>
                    <a:pt x="105" y="212"/>
                    <a:pt x="110" y="212"/>
                    <a:pt x="112" y="214"/>
                  </a:cubicBezTo>
                  <a:cubicBezTo>
                    <a:pt x="113" y="214"/>
                    <a:pt x="113" y="215"/>
                    <a:pt x="114" y="216"/>
                  </a:cubicBezTo>
                  <a:cubicBezTo>
                    <a:pt x="117" y="218"/>
                    <a:pt x="117" y="222"/>
                    <a:pt x="116" y="230"/>
                  </a:cubicBezTo>
                  <a:cubicBezTo>
                    <a:pt x="115" y="235"/>
                    <a:pt x="115" y="241"/>
                    <a:pt x="116" y="247"/>
                  </a:cubicBezTo>
                  <a:cubicBezTo>
                    <a:pt x="107" y="244"/>
                    <a:pt x="95" y="243"/>
                    <a:pt x="90" y="244"/>
                  </a:cubicBezTo>
                  <a:cubicBezTo>
                    <a:pt x="85" y="245"/>
                    <a:pt x="82" y="248"/>
                    <a:pt x="79" y="251"/>
                  </a:cubicBezTo>
                  <a:cubicBezTo>
                    <a:pt x="75" y="254"/>
                    <a:pt x="72" y="256"/>
                    <a:pt x="68" y="256"/>
                  </a:cubicBezTo>
                  <a:cubicBezTo>
                    <a:pt x="68" y="256"/>
                    <a:pt x="68" y="256"/>
                    <a:pt x="68" y="256"/>
                  </a:cubicBezTo>
                  <a:cubicBezTo>
                    <a:pt x="67" y="256"/>
                    <a:pt x="66" y="256"/>
                    <a:pt x="65" y="256"/>
                  </a:cubicBezTo>
                  <a:cubicBezTo>
                    <a:pt x="65" y="255"/>
                    <a:pt x="64" y="255"/>
                    <a:pt x="64" y="255"/>
                  </a:cubicBezTo>
                  <a:cubicBezTo>
                    <a:pt x="64" y="255"/>
                    <a:pt x="63" y="255"/>
                    <a:pt x="63" y="255"/>
                  </a:cubicBezTo>
                  <a:cubicBezTo>
                    <a:pt x="61" y="254"/>
                    <a:pt x="59" y="253"/>
                    <a:pt x="57" y="251"/>
                  </a:cubicBezTo>
                  <a:cubicBezTo>
                    <a:pt x="49" y="247"/>
                    <a:pt x="49" y="247"/>
                    <a:pt x="49" y="247"/>
                  </a:cubicBezTo>
                  <a:cubicBezTo>
                    <a:pt x="46" y="246"/>
                    <a:pt x="43" y="245"/>
                    <a:pt x="40" y="245"/>
                  </a:cubicBezTo>
                  <a:cubicBezTo>
                    <a:pt x="35" y="244"/>
                    <a:pt x="29" y="243"/>
                    <a:pt x="27" y="241"/>
                  </a:cubicBezTo>
                  <a:cubicBezTo>
                    <a:pt x="27" y="241"/>
                    <a:pt x="26" y="241"/>
                    <a:pt x="26" y="242"/>
                  </a:cubicBezTo>
                  <a:cubicBezTo>
                    <a:pt x="25" y="242"/>
                    <a:pt x="25" y="243"/>
                    <a:pt x="26" y="243"/>
                  </a:cubicBezTo>
                  <a:cubicBezTo>
                    <a:pt x="28" y="245"/>
                    <a:pt x="34" y="248"/>
                    <a:pt x="39" y="249"/>
                  </a:cubicBezTo>
                  <a:cubicBezTo>
                    <a:pt x="42" y="249"/>
                    <a:pt x="45" y="249"/>
                    <a:pt x="48" y="251"/>
                  </a:cubicBezTo>
                  <a:cubicBezTo>
                    <a:pt x="54" y="254"/>
                    <a:pt x="54" y="254"/>
                    <a:pt x="54" y="254"/>
                  </a:cubicBezTo>
                  <a:cubicBezTo>
                    <a:pt x="55" y="255"/>
                    <a:pt x="56" y="256"/>
                    <a:pt x="57" y="256"/>
                  </a:cubicBezTo>
                  <a:cubicBezTo>
                    <a:pt x="55" y="257"/>
                    <a:pt x="53" y="259"/>
                    <a:pt x="51" y="260"/>
                  </a:cubicBezTo>
                  <a:cubicBezTo>
                    <a:pt x="50" y="262"/>
                    <a:pt x="48" y="263"/>
                    <a:pt x="46" y="264"/>
                  </a:cubicBezTo>
                  <a:cubicBezTo>
                    <a:pt x="42" y="265"/>
                    <a:pt x="42" y="265"/>
                    <a:pt x="40" y="265"/>
                  </a:cubicBezTo>
                  <a:cubicBezTo>
                    <a:pt x="37" y="265"/>
                    <a:pt x="37" y="265"/>
                    <a:pt x="37" y="265"/>
                  </a:cubicBezTo>
                  <a:cubicBezTo>
                    <a:pt x="36" y="265"/>
                    <a:pt x="36" y="265"/>
                    <a:pt x="35" y="264"/>
                  </a:cubicBezTo>
                  <a:cubicBezTo>
                    <a:pt x="34" y="263"/>
                    <a:pt x="32" y="262"/>
                    <a:pt x="31" y="262"/>
                  </a:cubicBezTo>
                  <a:cubicBezTo>
                    <a:pt x="30" y="262"/>
                    <a:pt x="29" y="263"/>
                    <a:pt x="28" y="264"/>
                  </a:cubicBezTo>
                  <a:cubicBezTo>
                    <a:pt x="27" y="265"/>
                    <a:pt x="27" y="266"/>
                    <a:pt x="28" y="266"/>
                  </a:cubicBezTo>
                  <a:cubicBezTo>
                    <a:pt x="28" y="267"/>
                    <a:pt x="29" y="267"/>
                    <a:pt x="30" y="266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65"/>
                    <a:pt x="31" y="266"/>
                    <a:pt x="31" y="266"/>
                  </a:cubicBezTo>
                  <a:cubicBezTo>
                    <a:pt x="32" y="266"/>
                    <a:pt x="34" y="270"/>
                    <a:pt x="37" y="269"/>
                  </a:cubicBezTo>
                  <a:cubicBezTo>
                    <a:pt x="40" y="269"/>
                    <a:pt x="40" y="269"/>
                    <a:pt x="40" y="269"/>
                  </a:cubicBezTo>
                  <a:cubicBezTo>
                    <a:pt x="43" y="269"/>
                    <a:pt x="43" y="269"/>
                    <a:pt x="48" y="268"/>
                  </a:cubicBezTo>
                  <a:cubicBezTo>
                    <a:pt x="50" y="267"/>
                    <a:pt x="52" y="265"/>
                    <a:pt x="54" y="263"/>
                  </a:cubicBezTo>
                  <a:cubicBezTo>
                    <a:pt x="56" y="261"/>
                    <a:pt x="58" y="260"/>
                    <a:pt x="61" y="260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71" y="265"/>
                    <a:pt x="77" y="260"/>
                    <a:pt x="82" y="255"/>
                  </a:cubicBezTo>
                  <a:cubicBezTo>
                    <a:pt x="85" y="253"/>
                    <a:pt x="88" y="251"/>
                    <a:pt x="91" y="250"/>
                  </a:cubicBezTo>
                  <a:cubicBezTo>
                    <a:pt x="97" y="249"/>
                    <a:pt x="112" y="251"/>
                    <a:pt x="119" y="254"/>
                  </a:cubicBezTo>
                  <a:cubicBezTo>
                    <a:pt x="119" y="255"/>
                    <a:pt x="120" y="256"/>
                    <a:pt x="120" y="256"/>
                  </a:cubicBezTo>
                  <a:cubicBezTo>
                    <a:pt x="124" y="261"/>
                    <a:pt x="128" y="263"/>
                    <a:pt x="132" y="264"/>
                  </a:cubicBezTo>
                  <a:cubicBezTo>
                    <a:pt x="136" y="266"/>
                    <a:pt x="139" y="267"/>
                    <a:pt x="142" y="270"/>
                  </a:cubicBezTo>
                  <a:cubicBezTo>
                    <a:pt x="144" y="273"/>
                    <a:pt x="146" y="278"/>
                    <a:pt x="147" y="282"/>
                  </a:cubicBezTo>
                  <a:cubicBezTo>
                    <a:pt x="149" y="286"/>
                    <a:pt x="150" y="290"/>
                    <a:pt x="153" y="293"/>
                  </a:cubicBezTo>
                  <a:cubicBezTo>
                    <a:pt x="160" y="302"/>
                    <a:pt x="160" y="302"/>
                    <a:pt x="160" y="302"/>
                  </a:cubicBezTo>
                  <a:cubicBezTo>
                    <a:pt x="168" y="310"/>
                    <a:pt x="181" y="326"/>
                    <a:pt x="182" y="334"/>
                  </a:cubicBezTo>
                  <a:cubicBezTo>
                    <a:pt x="182" y="334"/>
                    <a:pt x="183" y="334"/>
                    <a:pt x="183" y="335"/>
                  </a:cubicBezTo>
                  <a:cubicBezTo>
                    <a:pt x="190" y="377"/>
                    <a:pt x="190" y="377"/>
                    <a:pt x="190" y="377"/>
                  </a:cubicBezTo>
                  <a:cubicBezTo>
                    <a:pt x="199" y="411"/>
                    <a:pt x="204" y="446"/>
                    <a:pt x="208" y="475"/>
                  </a:cubicBezTo>
                  <a:cubicBezTo>
                    <a:pt x="212" y="504"/>
                    <a:pt x="214" y="530"/>
                    <a:pt x="214" y="554"/>
                  </a:cubicBezTo>
                  <a:cubicBezTo>
                    <a:pt x="214" y="577"/>
                    <a:pt x="212" y="597"/>
                    <a:pt x="209" y="614"/>
                  </a:cubicBezTo>
                  <a:cubicBezTo>
                    <a:pt x="202" y="646"/>
                    <a:pt x="191" y="687"/>
                    <a:pt x="190" y="722"/>
                  </a:cubicBezTo>
                  <a:cubicBezTo>
                    <a:pt x="190" y="724"/>
                    <a:pt x="186" y="726"/>
                    <a:pt x="183" y="726"/>
                  </a:cubicBezTo>
                  <a:cubicBezTo>
                    <a:pt x="173" y="721"/>
                    <a:pt x="163" y="719"/>
                    <a:pt x="154" y="718"/>
                  </a:cubicBezTo>
                  <a:cubicBezTo>
                    <a:pt x="155" y="706"/>
                    <a:pt x="159" y="693"/>
                    <a:pt x="164" y="678"/>
                  </a:cubicBezTo>
                  <a:cubicBezTo>
                    <a:pt x="164" y="678"/>
                    <a:pt x="166" y="671"/>
                    <a:pt x="166" y="671"/>
                  </a:cubicBezTo>
                  <a:cubicBezTo>
                    <a:pt x="173" y="654"/>
                    <a:pt x="174" y="644"/>
                    <a:pt x="178" y="618"/>
                  </a:cubicBezTo>
                  <a:cubicBezTo>
                    <a:pt x="183" y="585"/>
                    <a:pt x="183" y="585"/>
                    <a:pt x="183" y="585"/>
                  </a:cubicBezTo>
                  <a:cubicBezTo>
                    <a:pt x="186" y="566"/>
                    <a:pt x="188" y="552"/>
                    <a:pt x="188" y="540"/>
                  </a:cubicBezTo>
                  <a:cubicBezTo>
                    <a:pt x="188" y="523"/>
                    <a:pt x="185" y="509"/>
                    <a:pt x="180" y="486"/>
                  </a:cubicBezTo>
                  <a:cubicBezTo>
                    <a:pt x="175" y="465"/>
                    <a:pt x="175" y="465"/>
                    <a:pt x="175" y="465"/>
                  </a:cubicBezTo>
                  <a:cubicBezTo>
                    <a:pt x="173" y="452"/>
                    <a:pt x="170" y="445"/>
                    <a:pt x="165" y="442"/>
                  </a:cubicBezTo>
                  <a:cubicBezTo>
                    <a:pt x="162" y="440"/>
                    <a:pt x="158" y="439"/>
                    <a:pt x="153" y="441"/>
                  </a:cubicBezTo>
                  <a:cubicBezTo>
                    <a:pt x="149" y="442"/>
                    <a:pt x="146" y="444"/>
                    <a:pt x="144" y="446"/>
                  </a:cubicBezTo>
                  <a:cubicBezTo>
                    <a:pt x="143" y="447"/>
                    <a:pt x="143" y="447"/>
                    <a:pt x="139" y="446"/>
                  </a:cubicBezTo>
                  <a:cubicBezTo>
                    <a:pt x="134" y="443"/>
                    <a:pt x="134" y="434"/>
                    <a:pt x="135" y="430"/>
                  </a:cubicBezTo>
                  <a:cubicBezTo>
                    <a:pt x="135" y="428"/>
                    <a:pt x="132" y="428"/>
                    <a:pt x="130" y="425"/>
                  </a:cubicBezTo>
                  <a:cubicBezTo>
                    <a:pt x="128" y="423"/>
                    <a:pt x="126" y="424"/>
                    <a:pt x="125" y="427"/>
                  </a:cubicBezTo>
                  <a:cubicBezTo>
                    <a:pt x="125" y="429"/>
                    <a:pt x="122" y="448"/>
                    <a:pt x="135" y="455"/>
                  </a:cubicBezTo>
                  <a:cubicBezTo>
                    <a:pt x="144" y="459"/>
                    <a:pt x="148" y="456"/>
                    <a:pt x="151" y="453"/>
                  </a:cubicBezTo>
                  <a:cubicBezTo>
                    <a:pt x="153" y="452"/>
                    <a:pt x="154" y="451"/>
                    <a:pt x="155" y="450"/>
                  </a:cubicBezTo>
                  <a:cubicBezTo>
                    <a:pt x="158" y="450"/>
                    <a:pt x="159" y="450"/>
                    <a:pt x="159" y="450"/>
                  </a:cubicBezTo>
                  <a:cubicBezTo>
                    <a:pt x="161" y="452"/>
                    <a:pt x="164" y="455"/>
                    <a:pt x="166" y="467"/>
                  </a:cubicBezTo>
                  <a:cubicBezTo>
                    <a:pt x="166" y="467"/>
                    <a:pt x="170" y="488"/>
                    <a:pt x="170" y="488"/>
                  </a:cubicBezTo>
                  <a:cubicBezTo>
                    <a:pt x="178" y="527"/>
                    <a:pt x="181" y="538"/>
                    <a:pt x="173" y="584"/>
                  </a:cubicBezTo>
                  <a:cubicBezTo>
                    <a:pt x="168" y="617"/>
                    <a:pt x="168" y="617"/>
                    <a:pt x="168" y="617"/>
                  </a:cubicBezTo>
                  <a:cubicBezTo>
                    <a:pt x="164" y="643"/>
                    <a:pt x="163" y="652"/>
                    <a:pt x="157" y="668"/>
                  </a:cubicBezTo>
                  <a:cubicBezTo>
                    <a:pt x="157" y="668"/>
                    <a:pt x="157" y="668"/>
                    <a:pt x="156" y="668"/>
                  </a:cubicBezTo>
                  <a:cubicBezTo>
                    <a:pt x="154" y="675"/>
                    <a:pt x="154" y="675"/>
                    <a:pt x="154" y="675"/>
                  </a:cubicBezTo>
                  <a:cubicBezTo>
                    <a:pt x="150" y="690"/>
                    <a:pt x="145" y="705"/>
                    <a:pt x="144" y="718"/>
                  </a:cubicBezTo>
                  <a:cubicBezTo>
                    <a:pt x="140" y="718"/>
                    <a:pt x="135" y="719"/>
                    <a:pt x="131" y="719"/>
                  </a:cubicBezTo>
                  <a:cubicBezTo>
                    <a:pt x="132" y="697"/>
                    <a:pt x="130" y="682"/>
                    <a:pt x="121" y="668"/>
                  </a:cubicBezTo>
                  <a:cubicBezTo>
                    <a:pt x="119" y="666"/>
                    <a:pt x="117" y="666"/>
                    <a:pt x="115" y="667"/>
                  </a:cubicBezTo>
                  <a:cubicBezTo>
                    <a:pt x="113" y="669"/>
                    <a:pt x="113" y="671"/>
                    <a:pt x="114" y="673"/>
                  </a:cubicBezTo>
                  <a:cubicBezTo>
                    <a:pt x="123" y="685"/>
                    <a:pt x="124" y="699"/>
                    <a:pt x="123" y="721"/>
                  </a:cubicBezTo>
                  <a:cubicBezTo>
                    <a:pt x="123" y="721"/>
                    <a:pt x="123" y="721"/>
                    <a:pt x="123" y="721"/>
                  </a:cubicBezTo>
                  <a:cubicBezTo>
                    <a:pt x="84" y="733"/>
                    <a:pt x="50" y="773"/>
                    <a:pt x="33" y="827"/>
                  </a:cubicBezTo>
                  <a:cubicBezTo>
                    <a:pt x="31" y="834"/>
                    <a:pt x="35" y="842"/>
                    <a:pt x="42" y="844"/>
                  </a:cubicBezTo>
                  <a:cubicBezTo>
                    <a:pt x="50" y="847"/>
                    <a:pt x="58" y="843"/>
                    <a:pt x="60" y="835"/>
                  </a:cubicBezTo>
                  <a:cubicBezTo>
                    <a:pt x="74" y="791"/>
                    <a:pt x="101" y="757"/>
                    <a:pt x="131" y="748"/>
                  </a:cubicBezTo>
                  <a:cubicBezTo>
                    <a:pt x="149" y="743"/>
                    <a:pt x="169" y="747"/>
                    <a:pt x="188" y="760"/>
                  </a:cubicBezTo>
                  <a:cubicBezTo>
                    <a:pt x="203" y="771"/>
                    <a:pt x="215" y="789"/>
                    <a:pt x="222" y="803"/>
                  </a:cubicBezTo>
                  <a:cubicBezTo>
                    <a:pt x="225" y="803"/>
                    <a:pt x="228" y="803"/>
                    <a:pt x="231" y="803"/>
                  </a:cubicBezTo>
                  <a:cubicBezTo>
                    <a:pt x="234" y="803"/>
                    <a:pt x="235" y="804"/>
                    <a:pt x="238" y="804"/>
                  </a:cubicBezTo>
                  <a:cubicBezTo>
                    <a:pt x="241" y="804"/>
                    <a:pt x="244" y="803"/>
                    <a:pt x="247" y="803"/>
                  </a:cubicBezTo>
                  <a:cubicBezTo>
                    <a:pt x="259" y="803"/>
                    <a:pt x="265" y="802"/>
                    <a:pt x="270" y="800"/>
                  </a:cubicBezTo>
                  <a:cubicBezTo>
                    <a:pt x="268" y="798"/>
                    <a:pt x="266" y="795"/>
                    <a:pt x="263" y="793"/>
                  </a:cubicBezTo>
                  <a:cubicBezTo>
                    <a:pt x="248" y="774"/>
                    <a:pt x="219" y="730"/>
                    <a:pt x="222" y="680"/>
                  </a:cubicBezTo>
                  <a:cubicBezTo>
                    <a:pt x="224" y="666"/>
                    <a:pt x="223" y="651"/>
                    <a:pt x="225" y="634"/>
                  </a:cubicBezTo>
                  <a:cubicBezTo>
                    <a:pt x="231" y="634"/>
                    <a:pt x="235" y="637"/>
                    <a:pt x="240" y="641"/>
                  </a:cubicBezTo>
                  <a:cubicBezTo>
                    <a:pt x="247" y="646"/>
                    <a:pt x="247" y="646"/>
                    <a:pt x="247" y="646"/>
                  </a:cubicBezTo>
                  <a:cubicBezTo>
                    <a:pt x="249" y="648"/>
                    <a:pt x="251" y="647"/>
                    <a:pt x="252" y="646"/>
                  </a:cubicBezTo>
                  <a:cubicBezTo>
                    <a:pt x="254" y="644"/>
                    <a:pt x="253" y="641"/>
                    <a:pt x="252" y="640"/>
                  </a:cubicBezTo>
                  <a:cubicBezTo>
                    <a:pt x="245" y="635"/>
                    <a:pt x="245" y="635"/>
                    <a:pt x="245" y="635"/>
                  </a:cubicBezTo>
                  <a:cubicBezTo>
                    <a:pt x="239" y="630"/>
                    <a:pt x="235" y="627"/>
                    <a:pt x="226" y="626"/>
                  </a:cubicBezTo>
                  <a:cubicBezTo>
                    <a:pt x="227" y="625"/>
                    <a:pt x="227" y="623"/>
                    <a:pt x="227" y="621"/>
                  </a:cubicBezTo>
                  <a:cubicBezTo>
                    <a:pt x="229" y="614"/>
                    <a:pt x="230" y="606"/>
                    <a:pt x="231" y="597"/>
                  </a:cubicBezTo>
                  <a:cubicBezTo>
                    <a:pt x="240" y="588"/>
                    <a:pt x="253" y="576"/>
                    <a:pt x="259" y="575"/>
                  </a:cubicBezTo>
                  <a:cubicBezTo>
                    <a:pt x="261" y="575"/>
                    <a:pt x="264" y="573"/>
                    <a:pt x="265" y="572"/>
                  </a:cubicBezTo>
                  <a:cubicBezTo>
                    <a:pt x="263" y="571"/>
                    <a:pt x="258" y="568"/>
                    <a:pt x="258" y="567"/>
                  </a:cubicBezTo>
                  <a:cubicBezTo>
                    <a:pt x="251" y="569"/>
                    <a:pt x="241" y="577"/>
                    <a:pt x="232" y="585"/>
                  </a:cubicBezTo>
                  <a:cubicBezTo>
                    <a:pt x="233" y="554"/>
                    <a:pt x="231" y="517"/>
                    <a:pt x="225" y="474"/>
                  </a:cubicBezTo>
                  <a:cubicBezTo>
                    <a:pt x="221" y="443"/>
                    <a:pt x="212" y="404"/>
                    <a:pt x="203" y="369"/>
                  </a:cubicBezTo>
                  <a:cubicBezTo>
                    <a:pt x="196" y="334"/>
                    <a:pt x="196" y="334"/>
                    <a:pt x="196" y="334"/>
                  </a:cubicBezTo>
                  <a:cubicBezTo>
                    <a:pt x="196" y="333"/>
                    <a:pt x="196" y="333"/>
                    <a:pt x="196" y="333"/>
                  </a:cubicBezTo>
                  <a:cubicBezTo>
                    <a:pt x="194" y="311"/>
                    <a:pt x="200" y="294"/>
                    <a:pt x="214" y="289"/>
                  </a:cubicBezTo>
                  <a:cubicBezTo>
                    <a:pt x="245" y="279"/>
                    <a:pt x="251" y="263"/>
                    <a:pt x="260" y="235"/>
                  </a:cubicBezTo>
                  <a:cubicBezTo>
                    <a:pt x="260" y="235"/>
                    <a:pt x="262" y="229"/>
                    <a:pt x="262" y="227"/>
                  </a:cubicBezTo>
                  <a:cubicBezTo>
                    <a:pt x="270" y="207"/>
                    <a:pt x="283" y="196"/>
                    <a:pt x="303" y="190"/>
                  </a:cubicBezTo>
                  <a:cubicBezTo>
                    <a:pt x="312" y="188"/>
                    <a:pt x="312" y="188"/>
                    <a:pt x="312" y="188"/>
                  </a:cubicBezTo>
                  <a:cubicBezTo>
                    <a:pt x="319" y="186"/>
                    <a:pt x="327" y="184"/>
                    <a:pt x="333" y="181"/>
                  </a:cubicBezTo>
                  <a:cubicBezTo>
                    <a:pt x="337" y="179"/>
                    <a:pt x="339" y="176"/>
                    <a:pt x="341" y="174"/>
                  </a:cubicBezTo>
                  <a:cubicBezTo>
                    <a:pt x="342" y="173"/>
                    <a:pt x="342" y="173"/>
                    <a:pt x="343" y="173"/>
                  </a:cubicBezTo>
                  <a:cubicBezTo>
                    <a:pt x="348" y="172"/>
                    <a:pt x="351" y="173"/>
                    <a:pt x="354" y="174"/>
                  </a:cubicBezTo>
                  <a:cubicBezTo>
                    <a:pt x="357" y="175"/>
                    <a:pt x="359" y="176"/>
                    <a:pt x="362" y="176"/>
                  </a:cubicBezTo>
                  <a:cubicBezTo>
                    <a:pt x="371" y="176"/>
                    <a:pt x="371" y="176"/>
                    <a:pt x="371" y="176"/>
                  </a:cubicBezTo>
                  <a:cubicBezTo>
                    <a:pt x="373" y="176"/>
                    <a:pt x="376" y="176"/>
                    <a:pt x="378" y="177"/>
                  </a:cubicBezTo>
                  <a:cubicBezTo>
                    <a:pt x="380" y="177"/>
                    <a:pt x="382" y="178"/>
                    <a:pt x="383" y="179"/>
                  </a:cubicBezTo>
                  <a:cubicBezTo>
                    <a:pt x="387" y="182"/>
                    <a:pt x="391" y="182"/>
                    <a:pt x="396" y="179"/>
                  </a:cubicBezTo>
                  <a:cubicBezTo>
                    <a:pt x="397" y="179"/>
                    <a:pt x="397" y="178"/>
                    <a:pt x="396" y="177"/>
                  </a:cubicBezTo>
                  <a:cubicBezTo>
                    <a:pt x="396" y="177"/>
                    <a:pt x="395" y="177"/>
                    <a:pt x="394" y="177"/>
                  </a:cubicBezTo>
                  <a:cubicBezTo>
                    <a:pt x="391" y="179"/>
                    <a:pt x="388" y="179"/>
                    <a:pt x="386" y="176"/>
                  </a:cubicBezTo>
                  <a:cubicBezTo>
                    <a:pt x="384" y="175"/>
                    <a:pt x="382" y="173"/>
                    <a:pt x="379" y="173"/>
                  </a:cubicBezTo>
                  <a:cubicBezTo>
                    <a:pt x="376" y="172"/>
                    <a:pt x="373" y="172"/>
                    <a:pt x="370" y="172"/>
                  </a:cubicBezTo>
                  <a:cubicBezTo>
                    <a:pt x="363" y="172"/>
                    <a:pt x="363" y="172"/>
                    <a:pt x="363" y="172"/>
                  </a:cubicBezTo>
                  <a:cubicBezTo>
                    <a:pt x="360" y="172"/>
                    <a:pt x="358" y="171"/>
                    <a:pt x="356" y="170"/>
                  </a:cubicBezTo>
                  <a:cubicBezTo>
                    <a:pt x="353" y="169"/>
                    <a:pt x="349" y="168"/>
                    <a:pt x="344" y="169"/>
                  </a:cubicBezTo>
                  <a:cubicBezTo>
                    <a:pt x="345" y="168"/>
                    <a:pt x="345" y="166"/>
                    <a:pt x="346" y="165"/>
                  </a:cubicBezTo>
                  <a:cubicBezTo>
                    <a:pt x="347" y="162"/>
                    <a:pt x="348" y="160"/>
                    <a:pt x="350" y="156"/>
                  </a:cubicBezTo>
                  <a:cubicBezTo>
                    <a:pt x="355" y="149"/>
                    <a:pt x="358" y="149"/>
                    <a:pt x="363" y="148"/>
                  </a:cubicBezTo>
                  <a:cubicBezTo>
                    <a:pt x="371" y="147"/>
                    <a:pt x="371" y="147"/>
                    <a:pt x="371" y="147"/>
                  </a:cubicBezTo>
                  <a:cubicBezTo>
                    <a:pt x="381" y="145"/>
                    <a:pt x="394" y="139"/>
                    <a:pt x="402" y="134"/>
                  </a:cubicBezTo>
                  <a:cubicBezTo>
                    <a:pt x="402" y="134"/>
                    <a:pt x="402" y="134"/>
                    <a:pt x="402" y="133"/>
                  </a:cubicBezTo>
                  <a:cubicBezTo>
                    <a:pt x="406" y="133"/>
                    <a:pt x="408" y="135"/>
                    <a:pt x="410" y="137"/>
                  </a:cubicBezTo>
                  <a:cubicBezTo>
                    <a:pt x="417" y="142"/>
                    <a:pt x="417" y="142"/>
                    <a:pt x="417" y="142"/>
                  </a:cubicBezTo>
                  <a:cubicBezTo>
                    <a:pt x="419" y="144"/>
                    <a:pt x="422" y="144"/>
                    <a:pt x="424" y="145"/>
                  </a:cubicBezTo>
                  <a:cubicBezTo>
                    <a:pt x="431" y="147"/>
                    <a:pt x="436" y="150"/>
                    <a:pt x="436" y="155"/>
                  </a:cubicBezTo>
                  <a:cubicBezTo>
                    <a:pt x="436" y="155"/>
                    <a:pt x="437" y="156"/>
                    <a:pt x="438" y="156"/>
                  </a:cubicBezTo>
                  <a:cubicBezTo>
                    <a:pt x="438" y="156"/>
                    <a:pt x="439" y="155"/>
                    <a:pt x="439" y="155"/>
                  </a:cubicBezTo>
                  <a:cubicBezTo>
                    <a:pt x="439" y="148"/>
                    <a:pt x="432" y="143"/>
                    <a:pt x="425" y="141"/>
                  </a:cubicBezTo>
                  <a:cubicBezTo>
                    <a:pt x="423" y="140"/>
                    <a:pt x="421" y="140"/>
                    <a:pt x="419" y="139"/>
                  </a:cubicBezTo>
                  <a:cubicBezTo>
                    <a:pt x="419" y="139"/>
                    <a:pt x="413" y="134"/>
                    <a:pt x="413" y="134"/>
                  </a:cubicBezTo>
                  <a:cubicBezTo>
                    <a:pt x="410" y="132"/>
                    <a:pt x="408" y="130"/>
                    <a:pt x="404" y="130"/>
                  </a:cubicBezTo>
                  <a:cubicBezTo>
                    <a:pt x="412" y="124"/>
                    <a:pt x="423" y="118"/>
                    <a:pt x="429" y="120"/>
                  </a:cubicBezTo>
                  <a:cubicBezTo>
                    <a:pt x="432" y="121"/>
                    <a:pt x="432" y="122"/>
                    <a:pt x="435" y="127"/>
                  </a:cubicBezTo>
                  <a:cubicBezTo>
                    <a:pt x="436" y="128"/>
                    <a:pt x="437" y="130"/>
                    <a:pt x="437" y="129"/>
                  </a:cubicBezTo>
                  <a:cubicBezTo>
                    <a:pt x="438" y="129"/>
                    <a:pt x="437" y="129"/>
                    <a:pt x="437" y="128"/>
                  </a:cubicBezTo>
                  <a:cubicBezTo>
                    <a:pt x="436" y="122"/>
                    <a:pt x="435" y="118"/>
                    <a:pt x="430" y="116"/>
                  </a:cubicBezTo>
                  <a:cubicBezTo>
                    <a:pt x="421" y="113"/>
                    <a:pt x="407" y="122"/>
                    <a:pt x="399" y="128"/>
                  </a:cubicBezTo>
                  <a:cubicBezTo>
                    <a:pt x="399" y="128"/>
                    <a:pt x="398" y="129"/>
                    <a:pt x="398" y="129"/>
                  </a:cubicBezTo>
                  <a:cubicBezTo>
                    <a:pt x="391" y="134"/>
                    <a:pt x="379" y="140"/>
                    <a:pt x="370" y="142"/>
                  </a:cubicBezTo>
                  <a:cubicBezTo>
                    <a:pt x="363" y="142"/>
                    <a:pt x="363" y="142"/>
                    <a:pt x="363" y="142"/>
                  </a:cubicBezTo>
                  <a:cubicBezTo>
                    <a:pt x="366" y="138"/>
                    <a:pt x="368" y="133"/>
                    <a:pt x="371" y="126"/>
                  </a:cubicBezTo>
                  <a:cubicBezTo>
                    <a:pt x="371" y="125"/>
                    <a:pt x="371" y="125"/>
                    <a:pt x="371" y="125"/>
                  </a:cubicBezTo>
                  <a:cubicBezTo>
                    <a:pt x="372" y="122"/>
                    <a:pt x="375" y="120"/>
                    <a:pt x="377" y="117"/>
                  </a:cubicBezTo>
                  <a:cubicBezTo>
                    <a:pt x="379" y="115"/>
                    <a:pt x="382" y="112"/>
                    <a:pt x="383" y="109"/>
                  </a:cubicBezTo>
                  <a:cubicBezTo>
                    <a:pt x="385" y="105"/>
                    <a:pt x="383" y="101"/>
                    <a:pt x="382" y="98"/>
                  </a:cubicBezTo>
                  <a:cubicBezTo>
                    <a:pt x="381" y="94"/>
                    <a:pt x="380" y="90"/>
                    <a:pt x="381" y="89"/>
                  </a:cubicBezTo>
                  <a:cubicBezTo>
                    <a:pt x="381" y="88"/>
                    <a:pt x="381" y="87"/>
                    <a:pt x="380" y="87"/>
                  </a:cubicBezTo>
                  <a:cubicBezTo>
                    <a:pt x="379" y="87"/>
                    <a:pt x="379" y="87"/>
                    <a:pt x="379" y="88"/>
                  </a:cubicBezTo>
                  <a:cubicBezTo>
                    <a:pt x="378" y="90"/>
                    <a:pt x="377" y="95"/>
                    <a:pt x="379" y="99"/>
                  </a:cubicBezTo>
                  <a:cubicBezTo>
                    <a:pt x="379" y="102"/>
                    <a:pt x="380" y="105"/>
                    <a:pt x="379" y="108"/>
                  </a:cubicBezTo>
                  <a:cubicBezTo>
                    <a:pt x="378" y="110"/>
                    <a:pt x="376" y="112"/>
                    <a:pt x="374" y="114"/>
                  </a:cubicBezTo>
                  <a:cubicBezTo>
                    <a:pt x="372" y="117"/>
                    <a:pt x="369" y="120"/>
                    <a:pt x="367" y="124"/>
                  </a:cubicBezTo>
                  <a:cubicBezTo>
                    <a:pt x="367" y="124"/>
                    <a:pt x="367" y="124"/>
                    <a:pt x="367" y="124"/>
                  </a:cubicBezTo>
                  <a:cubicBezTo>
                    <a:pt x="364" y="134"/>
                    <a:pt x="362" y="139"/>
                    <a:pt x="357" y="143"/>
                  </a:cubicBezTo>
                  <a:cubicBezTo>
                    <a:pt x="353" y="144"/>
                    <a:pt x="350" y="146"/>
                    <a:pt x="347" y="151"/>
                  </a:cubicBezTo>
                  <a:cubicBezTo>
                    <a:pt x="346" y="151"/>
                    <a:pt x="346" y="151"/>
                    <a:pt x="346" y="152"/>
                  </a:cubicBezTo>
                  <a:cubicBezTo>
                    <a:pt x="346" y="152"/>
                    <a:pt x="345" y="153"/>
                    <a:pt x="345" y="153"/>
                  </a:cubicBezTo>
                  <a:cubicBezTo>
                    <a:pt x="343" y="157"/>
                    <a:pt x="341" y="160"/>
                    <a:pt x="340" y="163"/>
                  </a:cubicBezTo>
                  <a:cubicBezTo>
                    <a:pt x="338" y="167"/>
                    <a:pt x="337" y="170"/>
                    <a:pt x="334" y="173"/>
                  </a:cubicBezTo>
                  <a:cubicBezTo>
                    <a:pt x="332" y="174"/>
                    <a:pt x="331" y="175"/>
                    <a:pt x="329" y="176"/>
                  </a:cubicBezTo>
                  <a:cubicBezTo>
                    <a:pt x="328" y="177"/>
                    <a:pt x="328" y="177"/>
                    <a:pt x="328" y="177"/>
                  </a:cubicBezTo>
                  <a:cubicBezTo>
                    <a:pt x="323" y="179"/>
                    <a:pt x="317" y="181"/>
                    <a:pt x="311" y="182"/>
                  </a:cubicBezTo>
                  <a:cubicBezTo>
                    <a:pt x="302" y="184"/>
                    <a:pt x="302" y="184"/>
                    <a:pt x="302" y="184"/>
                  </a:cubicBezTo>
                  <a:cubicBezTo>
                    <a:pt x="289" y="188"/>
                    <a:pt x="280" y="193"/>
                    <a:pt x="272" y="200"/>
                  </a:cubicBezTo>
                  <a:cubicBezTo>
                    <a:pt x="276" y="193"/>
                    <a:pt x="278" y="185"/>
                    <a:pt x="279" y="174"/>
                  </a:cubicBezTo>
                  <a:cubicBezTo>
                    <a:pt x="279" y="173"/>
                    <a:pt x="279" y="172"/>
                    <a:pt x="279" y="171"/>
                  </a:cubicBezTo>
                  <a:cubicBezTo>
                    <a:pt x="279" y="170"/>
                    <a:pt x="279" y="169"/>
                    <a:pt x="279" y="168"/>
                  </a:cubicBezTo>
                  <a:cubicBezTo>
                    <a:pt x="280" y="162"/>
                    <a:pt x="282" y="158"/>
                    <a:pt x="285" y="152"/>
                  </a:cubicBezTo>
                  <a:cubicBezTo>
                    <a:pt x="289" y="146"/>
                    <a:pt x="289" y="146"/>
                    <a:pt x="289" y="146"/>
                  </a:cubicBezTo>
                  <a:cubicBezTo>
                    <a:pt x="292" y="142"/>
                    <a:pt x="295" y="139"/>
                    <a:pt x="296" y="133"/>
                  </a:cubicBezTo>
                  <a:cubicBezTo>
                    <a:pt x="297" y="130"/>
                    <a:pt x="299" y="127"/>
                    <a:pt x="301" y="126"/>
                  </a:cubicBezTo>
                  <a:cubicBezTo>
                    <a:pt x="304" y="123"/>
                    <a:pt x="307" y="123"/>
                    <a:pt x="310" y="122"/>
                  </a:cubicBezTo>
                  <a:cubicBezTo>
                    <a:pt x="314" y="122"/>
                    <a:pt x="317" y="122"/>
                    <a:pt x="321" y="119"/>
                  </a:cubicBezTo>
                  <a:cubicBezTo>
                    <a:pt x="324" y="117"/>
                    <a:pt x="325" y="114"/>
                    <a:pt x="326" y="111"/>
                  </a:cubicBezTo>
                  <a:cubicBezTo>
                    <a:pt x="327" y="109"/>
                    <a:pt x="328" y="107"/>
                    <a:pt x="330" y="105"/>
                  </a:cubicBezTo>
                  <a:cubicBezTo>
                    <a:pt x="332" y="103"/>
                    <a:pt x="335" y="102"/>
                    <a:pt x="338" y="101"/>
                  </a:cubicBezTo>
                  <a:cubicBezTo>
                    <a:pt x="341" y="100"/>
                    <a:pt x="345" y="98"/>
                    <a:pt x="347" y="96"/>
                  </a:cubicBezTo>
                  <a:cubicBezTo>
                    <a:pt x="348" y="96"/>
                    <a:pt x="348" y="95"/>
                    <a:pt x="347" y="94"/>
                  </a:cubicBezTo>
                  <a:cubicBezTo>
                    <a:pt x="347" y="94"/>
                    <a:pt x="346" y="94"/>
                    <a:pt x="345" y="94"/>
                  </a:cubicBezTo>
                  <a:cubicBezTo>
                    <a:pt x="343" y="95"/>
                    <a:pt x="340" y="96"/>
                    <a:pt x="337" y="97"/>
                  </a:cubicBezTo>
                  <a:cubicBezTo>
                    <a:pt x="333" y="98"/>
                    <a:pt x="330" y="100"/>
                    <a:pt x="327" y="102"/>
                  </a:cubicBezTo>
                  <a:cubicBezTo>
                    <a:pt x="324" y="104"/>
                    <a:pt x="323" y="107"/>
                    <a:pt x="322" y="110"/>
                  </a:cubicBezTo>
                  <a:cubicBezTo>
                    <a:pt x="321" y="112"/>
                    <a:pt x="321" y="114"/>
                    <a:pt x="319" y="116"/>
                  </a:cubicBezTo>
                  <a:cubicBezTo>
                    <a:pt x="316" y="118"/>
                    <a:pt x="313" y="118"/>
                    <a:pt x="310" y="118"/>
                  </a:cubicBezTo>
                  <a:cubicBezTo>
                    <a:pt x="306" y="119"/>
                    <a:pt x="302" y="119"/>
                    <a:pt x="298" y="123"/>
                  </a:cubicBezTo>
                  <a:cubicBezTo>
                    <a:pt x="298" y="123"/>
                    <a:pt x="297" y="124"/>
                    <a:pt x="296" y="125"/>
                  </a:cubicBezTo>
                  <a:cubicBezTo>
                    <a:pt x="296" y="118"/>
                    <a:pt x="294" y="112"/>
                    <a:pt x="292" y="106"/>
                  </a:cubicBezTo>
                  <a:cubicBezTo>
                    <a:pt x="289" y="98"/>
                    <a:pt x="287" y="89"/>
                    <a:pt x="290" y="79"/>
                  </a:cubicBezTo>
                  <a:cubicBezTo>
                    <a:pt x="293" y="71"/>
                    <a:pt x="293" y="71"/>
                    <a:pt x="293" y="71"/>
                  </a:cubicBezTo>
                  <a:cubicBezTo>
                    <a:pt x="294" y="68"/>
                    <a:pt x="296" y="65"/>
                    <a:pt x="297" y="61"/>
                  </a:cubicBezTo>
                  <a:cubicBezTo>
                    <a:pt x="297" y="61"/>
                    <a:pt x="298" y="61"/>
                    <a:pt x="299" y="60"/>
                  </a:cubicBezTo>
                  <a:cubicBezTo>
                    <a:pt x="301" y="60"/>
                    <a:pt x="304" y="59"/>
                    <a:pt x="306" y="56"/>
                  </a:cubicBezTo>
                  <a:cubicBezTo>
                    <a:pt x="308" y="54"/>
                    <a:pt x="310" y="51"/>
                    <a:pt x="311" y="48"/>
                  </a:cubicBezTo>
                  <a:cubicBezTo>
                    <a:pt x="313" y="44"/>
                    <a:pt x="316" y="39"/>
                    <a:pt x="318" y="38"/>
                  </a:cubicBezTo>
                  <a:cubicBezTo>
                    <a:pt x="319" y="38"/>
                    <a:pt x="319" y="37"/>
                    <a:pt x="318" y="36"/>
                  </a:cubicBezTo>
                  <a:cubicBezTo>
                    <a:pt x="318" y="36"/>
                    <a:pt x="317" y="36"/>
                    <a:pt x="317" y="36"/>
                  </a:cubicBezTo>
                  <a:cubicBezTo>
                    <a:pt x="314" y="38"/>
                    <a:pt x="309" y="42"/>
                    <a:pt x="307" y="46"/>
                  </a:cubicBezTo>
                  <a:cubicBezTo>
                    <a:pt x="306" y="49"/>
                    <a:pt x="305" y="52"/>
                    <a:pt x="303" y="54"/>
                  </a:cubicBezTo>
                  <a:cubicBezTo>
                    <a:pt x="302" y="55"/>
                    <a:pt x="300" y="56"/>
                    <a:pt x="298" y="57"/>
                  </a:cubicBezTo>
                  <a:cubicBezTo>
                    <a:pt x="297" y="57"/>
                    <a:pt x="297" y="57"/>
                    <a:pt x="297" y="57"/>
                  </a:cubicBezTo>
                  <a:cubicBezTo>
                    <a:pt x="297" y="55"/>
                    <a:pt x="296" y="53"/>
                    <a:pt x="296" y="52"/>
                  </a:cubicBezTo>
                  <a:cubicBezTo>
                    <a:pt x="294" y="46"/>
                    <a:pt x="290" y="41"/>
                    <a:pt x="286" y="35"/>
                  </a:cubicBezTo>
                  <a:cubicBezTo>
                    <a:pt x="285" y="33"/>
                    <a:pt x="285" y="33"/>
                    <a:pt x="285" y="33"/>
                  </a:cubicBezTo>
                  <a:cubicBezTo>
                    <a:pt x="285" y="28"/>
                    <a:pt x="285" y="25"/>
                    <a:pt x="286" y="22"/>
                  </a:cubicBezTo>
                  <a:cubicBezTo>
                    <a:pt x="286" y="22"/>
                    <a:pt x="286" y="21"/>
                    <a:pt x="286" y="21"/>
                  </a:cubicBezTo>
                  <a:cubicBezTo>
                    <a:pt x="285" y="19"/>
                    <a:pt x="284" y="19"/>
                    <a:pt x="284" y="19"/>
                  </a:cubicBezTo>
                  <a:cubicBezTo>
                    <a:pt x="283" y="19"/>
                    <a:pt x="283" y="19"/>
                    <a:pt x="283" y="19"/>
                  </a:cubicBezTo>
                  <a:cubicBezTo>
                    <a:pt x="282" y="18"/>
                    <a:pt x="279" y="19"/>
                    <a:pt x="279" y="19"/>
                  </a:cubicBezTo>
                  <a:cubicBezTo>
                    <a:pt x="279" y="19"/>
                    <a:pt x="279" y="19"/>
                    <a:pt x="280" y="20"/>
                  </a:cubicBezTo>
                  <a:cubicBezTo>
                    <a:pt x="280" y="20"/>
                    <a:pt x="282" y="19"/>
                    <a:pt x="282" y="20"/>
                  </a:cubicBezTo>
                  <a:cubicBezTo>
                    <a:pt x="282" y="20"/>
                    <a:pt x="282" y="22"/>
                    <a:pt x="282" y="22"/>
                  </a:cubicBezTo>
                  <a:cubicBezTo>
                    <a:pt x="282" y="24"/>
                    <a:pt x="281" y="26"/>
                    <a:pt x="281" y="28"/>
                  </a:cubicBezTo>
                  <a:cubicBezTo>
                    <a:pt x="280" y="28"/>
                    <a:pt x="280" y="28"/>
                    <a:pt x="280" y="28"/>
                  </a:cubicBezTo>
                  <a:cubicBezTo>
                    <a:pt x="277" y="22"/>
                    <a:pt x="272" y="14"/>
                    <a:pt x="265" y="12"/>
                  </a:cubicBezTo>
                  <a:cubicBezTo>
                    <a:pt x="262" y="11"/>
                    <a:pt x="259" y="11"/>
                    <a:pt x="256" y="12"/>
                  </a:cubicBezTo>
                  <a:cubicBezTo>
                    <a:pt x="252" y="13"/>
                    <a:pt x="259" y="13"/>
                    <a:pt x="257" y="14"/>
                  </a:cubicBezTo>
                  <a:cubicBezTo>
                    <a:pt x="259" y="13"/>
                    <a:pt x="262" y="15"/>
                    <a:pt x="264" y="16"/>
                  </a:cubicBezTo>
                  <a:cubicBezTo>
                    <a:pt x="270" y="18"/>
                    <a:pt x="279" y="36"/>
                    <a:pt x="279" y="36"/>
                  </a:cubicBezTo>
                  <a:cubicBezTo>
                    <a:pt x="282" y="39"/>
                    <a:pt x="282" y="39"/>
                    <a:pt x="282" y="39"/>
                  </a:cubicBezTo>
                  <a:cubicBezTo>
                    <a:pt x="285" y="44"/>
                    <a:pt x="289" y="49"/>
                    <a:pt x="290" y="53"/>
                  </a:cubicBezTo>
                  <a:cubicBezTo>
                    <a:pt x="292" y="59"/>
                    <a:pt x="290" y="63"/>
                    <a:pt x="287" y="69"/>
                  </a:cubicBezTo>
                  <a:cubicBezTo>
                    <a:pt x="284" y="77"/>
                    <a:pt x="284" y="77"/>
                    <a:pt x="284" y="77"/>
                  </a:cubicBezTo>
                  <a:cubicBezTo>
                    <a:pt x="280" y="89"/>
                    <a:pt x="283" y="99"/>
                    <a:pt x="286" y="108"/>
                  </a:cubicBezTo>
                  <a:cubicBezTo>
                    <a:pt x="289" y="115"/>
                    <a:pt x="291" y="122"/>
                    <a:pt x="290" y="130"/>
                  </a:cubicBezTo>
                  <a:cubicBezTo>
                    <a:pt x="290" y="136"/>
                    <a:pt x="288" y="139"/>
                    <a:pt x="285" y="142"/>
                  </a:cubicBezTo>
                  <a:cubicBezTo>
                    <a:pt x="280" y="149"/>
                    <a:pt x="280" y="149"/>
                    <a:pt x="280" y="149"/>
                  </a:cubicBezTo>
                  <a:cubicBezTo>
                    <a:pt x="279" y="151"/>
                    <a:pt x="278" y="153"/>
                    <a:pt x="277" y="154"/>
                  </a:cubicBezTo>
                  <a:cubicBezTo>
                    <a:pt x="276" y="152"/>
                    <a:pt x="275" y="149"/>
                    <a:pt x="274" y="147"/>
                  </a:cubicBezTo>
                  <a:cubicBezTo>
                    <a:pt x="272" y="141"/>
                    <a:pt x="270" y="135"/>
                    <a:pt x="270" y="130"/>
                  </a:cubicBezTo>
                  <a:cubicBezTo>
                    <a:pt x="270" y="110"/>
                    <a:pt x="267" y="105"/>
                    <a:pt x="253" y="90"/>
                  </a:cubicBezTo>
                  <a:cubicBezTo>
                    <a:pt x="248" y="85"/>
                    <a:pt x="248" y="85"/>
                    <a:pt x="248" y="85"/>
                  </a:cubicBezTo>
                  <a:cubicBezTo>
                    <a:pt x="239" y="75"/>
                    <a:pt x="229" y="65"/>
                    <a:pt x="227" y="52"/>
                  </a:cubicBezTo>
                  <a:cubicBezTo>
                    <a:pt x="226" y="43"/>
                    <a:pt x="226" y="43"/>
                    <a:pt x="226" y="43"/>
                  </a:cubicBezTo>
                  <a:cubicBezTo>
                    <a:pt x="227" y="41"/>
                    <a:pt x="228" y="39"/>
                    <a:pt x="229" y="37"/>
                  </a:cubicBezTo>
                  <a:cubicBezTo>
                    <a:pt x="230" y="34"/>
                    <a:pt x="232" y="31"/>
                    <a:pt x="233" y="27"/>
                  </a:cubicBezTo>
                  <a:cubicBezTo>
                    <a:pt x="233" y="21"/>
                    <a:pt x="229" y="12"/>
                    <a:pt x="225" y="7"/>
                  </a:cubicBezTo>
                  <a:cubicBezTo>
                    <a:pt x="223" y="6"/>
                    <a:pt x="222" y="5"/>
                    <a:pt x="220" y="5"/>
                  </a:cubicBezTo>
                  <a:cubicBezTo>
                    <a:pt x="217" y="5"/>
                    <a:pt x="216" y="7"/>
                    <a:pt x="216" y="7"/>
                  </a:cubicBezTo>
                  <a:lnTo>
                    <a:pt x="220" y="8"/>
                  </a:ln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8" name="Freeform 327">
              <a:extLst>
                <a:ext uri="{FF2B5EF4-FFF2-40B4-BE49-F238E27FC236}">
                  <a16:creationId xmlns:a16="http://schemas.microsoft.com/office/drawing/2014/main" id="{69414670-5C5D-44F0-80FD-4EEA03C1E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074"/>
              <a:ext cx="186" cy="197"/>
            </a:xfrm>
            <a:custGeom>
              <a:avLst/>
              <a:gdLst>
                <a:gd name="T0" fmla="*/ 0 w 61"/>
                <a:gd name="T1" fmla="*/ 55 h 65"/>
                <a:gd name="T2" fmla="*/ 55 w 61"/>
                <a:gd name="T3" fmla="*/ 109 h 65"/>
                <a:gd name="T4" fmla="*/ 427 w 61"/>
                <a:gd name="T5" fmla="*/ 561 h 65"/>
                <a:gd name="T6" fmla="*/ 454 w 61"/>
                <a:gd name="T7" fmla="*/ 588 h 65"/>
                <a:gd name="T8" fmla="*/ 454 w 61"/>
                <a:gd name="T9" fmla="*/ 697 h 65"/>
                <a:gd name="T10" fmla="*/ 567 w 61"/>
                <a:gd name="T11" fmla="*/ 946 h 65"/>
                <a:gd name="T12" fmla="*/ 790 w 61"/>
                <a:gd name="T13" fmla="*/ 1000 h 65"/>
                <a:gd name="T14" fmla="*/ 845 w 61"/>
                <a:gd name="T15" fmla="*/ 1000 h 65"/>
                <a:gd name="T16" fmla="*/ 1107 w 61"/>
                <a:gd name="T17" fmla="*/ 1194 h 65"/>
                <a:gd name="T18" fmla="*/ 1217 w 61"/>
                <a:gd name="T19" fmla="*/ 1452 h 65"/>
                <a:gd name="T20" fmla="*/ 1451 w 61"/>
                <a:gd name="T21" fmla="*/ 1646 h 65"/>
                <a:gd name="T22" fmla="*/ 1701 w 61"/>
                <a:gd name="T23" fmla="*/ 1809 h 65"/>
                <a:gd name="T24" fmla="*/ 1729 w 61"/>
                <a:gd name="T25" fmla="*/ 1809 h 65"/>
                <a:gd name="T26" fmla="*/ 1729 w 61"/>
                <a:gd name="T27" fmla="*/ 1782 h 65"/>
                <a:gd name="T28" fmla="*/ 1534 w 61"/>
                <a:gd name="T29" fmla="*/ 1561 h 65"/>
                <a:gd name="T30" fmla="*/ 1302 w 61"/>
                <a:gd name="T31" fmla="*/ 1370 h 65"/>
                <a:gd name="T32" fmla="*/ 1189 w 61"/>
                <a:gd name="T33" fmla="*/ 1167 h 65"/>
                <a:gd name="T34" fmla="*/ 912 w 61"/>
                <a:gd name="T35" fmla="*/ 891 h 65"/>
                <a:gd name="T36" fmla="*/ 762 w 61"/>
                <a:gd name="T37" fmla="*/ 891 h 65"/>
                <a:gd name="T38" fmla="*/ 622 w 61"/>
                <a:gd name="T39" fmla="*/ 864 h 65"/>
                <a:gd name="T40" fmla="*/ 567 w 61"/>
                <a:gd name="T41" fmla="*/ 697 h 65"/>
                <a:gd name="T42" fmla="*/ 567 w 61"/>
                <a:gd name="T43" fmla="*/ 561 h 65"/>
                <a:gd name="T44" fmla="*/ 540 w 61"/>
                <a:gd name="T45" fmla="*/ 533 h 65"/>
                <a:gd name="T46" fmla="*/ 55 w 61"/>
                <a:gd name="T47" fmla="*/ 0 h 65"/>
                <a:gd name="T48" fmla="*/ 0 w 61"/>
                <a:gd name="T49" fmla="*/ 55 h 6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65">
                  <a:moveTo>
                    <a:pt x="0" y="2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10" y="6"/>
                    <a:pt x="12" y="12"/>
                    <a:pt x="15" y="20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8"/>
                    <a:pt x="17" y="32"/>
                    <a:pt x="20" y="34"/>
                  </a:cubicBezTo>
                  <a:cubicBezTo>
                    <a:pt x="23" y="37"/>
                    <a:pt x="26" y="36"/>
                    <a:pt x="28" y="36"/>
                  </a:cubicBezTo>
                  <a:cubicBezTo>
                    <a:pt x="29" y="36"/>
                    <a:pt x="30" y="35"/>
                    <a:pt x="30" y="36"/>
                  </a:cubicBezTo>
                  <a:cubicBezTo>
                    <a:pt x="37" y="39"/>
                    <a:pt x="38" y="40"/>
                    <a:pt x="39" y="43"/>
                  </a:cubicBezTo>
                  <a:cubicBezTo>
                    <a:pt x="39" y="45"/>
                    <a:pt x="40" y="48"/>
                    <a:pt x="43" y="52"/>
                  </a:cubicBezTo>
                  <a:cubicBezTo>
                    <a:pt x="45" y="55"/>
                    <a:pt x="48" y="57"/>
                    <a:pt x="51" y="59"/>
                  </a:cubicBezTo>
                  <a:cubicBezTo>
                    <a:pt x="54" y="61"/>
                    <a:pt x="59" y="64"/>
                    <a:pt x="60" y="65"/>
                  </a:cubicBezTo>
                  <a:cubicBezTo>
                    <a:pt x="60" y="65"/>
                    <a:pt x="61" y="65"/>
                    <a:pt x="61" y="65"/>
                  </a:cubicBezTo>
                  <a:cubicBezTo>
                    <a:pt x="61" y="65"/>
                    <a:pt x="61" y="64"/>
                    <a:pt x="61" y="64"/>
                  </a:cubicBezTo>
                  <a:cubicBezTo>
                    <a:pt x="60" y="62"/>
                    <a:pt x="57" y="58"/>
                    <a:pt x="54" y="56"/>
                  </a:cubicBezTo>
                  <a:cubicBezTo>
                    <a:pt x="50" y="54"/>
                    <a:pt x="48" y="52"/>
                    <a:pt x="46" y="49"/>
                  </a:cubicBezTo>
                  <a:cubicBezTo>
                    <a:pt x="44" y="46"/>
                    <a:pt x="43" y="44"/>
                    <a:pt x="42" y="42"/>
                  </a:cubicBezTo>
                  <a:cubicBezTo>
                    <a:pt x="41" y="38"/>
                    <a:pt x="40" y="36"/>
                    <a:pt x="32" y="32"/>
                  </a:cubicBezTo>
                  <a:cubicBezTo>
                    <a:pt x="30" y="31"/>
                    <a:pt x="28" y="32"/>
                    <a:pt x="27" y="32"/>
                  </a:cubicBezTo>
                  <a:cubicBezTo>
                    <a:pt x="25" y="32"/>
                    <a:pt x="24" y="33"/>
                    <a:pt x="22" y="31"/>
                  </a:cubicBezTo>
                  <a:cubicBezTo>
                    <a:pt x="21" y="30"/>
                    <a:pt x="21" y="27"/>
                    <a:pt x="20" y="25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6" y="11"/>
                    <a:pt x="13" y="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9" name="Freeform 328">
              <a:extLst>
                <a:ext uri="{FF2B5EF4-FFF2-40B4-BE49-F238E27FC236}">
                  <a16:creationId xmlns:a16="http://schemas.microsoft.com/office/drawing/2014/main" id="{7B8E03F2-D2C3-4401-B514-DAD59B656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217"/>
              <a:ext cx="64" cy="33"/>
            </a:xfrm>
            <a:custGeom>
              <a:avLst/>
              <a:gdLst>
                <a:gd name="T0" fmla="*/ 317 w 21"/>
                <a:gd name="T1" fmla="*/ 27 h 11"/>
                <a:gd name="T2" fmla="*/ 195 w 21"/>
                <a:gd name="T3" fmla="*/ 189 h 11"/>
                <a:gd name="T4" fmla="*/ 82 w 21"/>
                <a:gd name="T5" fmla="*/ 189 h 11"/>
                <a:gd name="T6" fmla="*/ 27 w 21"/>
                <a:gd name="T7" fmla="*/ 216 h 11"/>
                <a:gd name="T8" fmla="*/ 55 w 21"/>
                <a:gd name="T9" fmla="*/ 270 h 11"/>
                <a:gd name="T10" fmla="*/ 222 w 21"/>
                <a:gd name="T11" fmla="*/ 270 h 11"/>
                <a:gd name="T12" fmla="*/ 399 w 21"/>
                <a:gd name="T13" fmla="*/ 108 h 11"/>
                <a:gd name="T14" fmla="*/ 427 w 21"/>
                <a:gd name="T15" fmla="*/ 108 h 11"/>
                <a:gd name="T16" fmla="*/ 539 w 21"/>
                <a:gd name="T17" fmla="*/ 108 h 11"/>
                <a:gd name="T18" fmla="*/ 594 w 21"/>
                <a:gd name="T19" fmla="*/ 81 h 11"/>
                <a:gd name="T20" fmla="*/ 567 w 21"/>
                <a:gd name="T21" fmla="*/ 54 h 11"/>
                <a:gd name="T22" fmla="*/ 454 w 21"/>
                <a:gd name="T23" fmla="*/ 0 h 11"/>
                <a:gd name="T24" fmla="*/ 372 w 21"/>
                <a:gd name="T25" fmla="*/ 0 h 11"/>
                <a:gd name="T26" fmla="*/ 317 w 21"/>
                <a:gd name="T27" fmla="*/ 27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" h="11">
                  <a:moveTo>
                    <a:pt x="11" y="1"/>
                  </a:moveTo>
                  <a:cubicBezTo>
                    <a:pt x="10" y="4"/>
                    <a:pt x="9" y="6"/>
                    <a:pt x="7" y="7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2" y="6"/>
                    <a:pt x="1" y="7"/>
                    <a:pt x="1" y="8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4" y="11"/>
                    <a:pt x="6" y="11"/>
                    <a:pt x="8" y="10"/>
                  </a:cubicBezTo>
                  <a:cubicBezTo>
                    <a:pt x="11" y="9"/>
                    <a:pt x="13" y="7"/>
                    <a:pt x="14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0" y="4"/>
                    <a:pt x="20" y="4"/>
                    <a:pt x="21" y="3"/>
                  </a:cubicBezTo>
                  <a:cubicBezTo>
                    <a:pt x="21" y="3"/>
                    <a:pt x="21" y="2"/>
                    <a:pt x="20" y="2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1" y="1"/>
                    <a:pt x="11" y="1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0" name="Freeform 329">
              <a:extLst>
                <a:ext uri="{FF2B5EF4-FFF2-40B4-BE49-F238E27FC236}">
                  <a16:creationId xmlns:a16="http://schemas.microsoft.com/office/drawing/2014/main" id="{48BAB565-69E1-4306-9147-59A880458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375"/>
              <a:ext cx="116" cy="61"/>
            </a:xfrm>
            <a:custGeom>
              <a:avLst/>
              <a:gdLst>
                <a:gd name="T0" fmla="*/ 55 w 38"/>
                <a:gd name="T1" fmla="*/ 0 h 20"/>
                <a:gd name="T2" fmla="*/ 0 w 38"/>
                <a:gd name="T3" fmla="*/ 55 h 20"/>
                <a:gd name="T4" fmla="*/ 345 w 38"/>
                <a:gd name="T5" fmla="*/ 345 h 20"/>
                <a:gd name="T6" fmla="*/ 540 w 38"/>
                <a:gd name="T7" fmla="*/ 372 h 20"/>
                <a:gd name="T8" fmla="*/ 681 w 38"/>
                <a:gd name="T9" fmla="*/ 454 h 20"/>
                <a:gd name="T10" fmla="*/ 1053 w 38"/>
                <a:gd name="T11" fmla="*/ 454 h 20"/>
                <a:gd name="T12" fmla="*/ 1053 w 38"/>
                <a:gd name="T13" fmla="*/ 427 h 20"/>
                <a:gd name="T14" fmla="*/ 1026 w 38"/>
                <a:gd name="T15" fmla="*/ 400 h 20"/>
                <a:gd name="T16" fmla="*/ 736 w 38"/>
                <a:gd name="T17" fmla="*/ 372 h 20"/>
                <a:gd name="T18" fmla="*/ 568 w 38"/>
                <a:gd name="T19" fmla="*/ 250 h 20"/>
                <a:gd name="T20" fmla="*/ 345 w 38"/>
                <a:gd name="T21" fmla="*/ 223 h 20"/>
                <a:gd name="T22" fmla="*/ 113 w 38"/>
                <a:gd name="T23" fmla="*/ 27 h 20"/>
                <a:gd name="T24" fmla="*/ 55 w 38"/>
                <a:gd name="T25" fmla="*/ 0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20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3" y="12"/>
                    <a:pt x="7" y="12"/>
                    <a:pt x="12" y="12"/>
                  </a:cubicBezTo>
                  <a:cubicBezTo>
                    <a:pt x="14" y="12"/>
                    <a:pt x="17" y="12"/>
                    <a:pt x="19" y="13"/>
                  </a:cubicBezTo>
                  <a:cubicBezTo>
                    <a:pt x="21" y="14"/>
                    <a:pt x="22" y="15"/>
                    <a:pt x="24" y="16"/>
                  </a:cubicBezTo>
                  <a:cubicBezTo>
                    <a:pt x="27" y="19"/>
                    <a:pt x="32" y="20"/>
                    <a:pt x="37" y="16"/>
                  </a:cubicBezTo>
                  <a:cubicBezTo>
                    <a:pt x="38" y="16"/>
                    <a:pt x="38" y="15"/>
                    <a:pt x="37" y="15"/>
                  </a:cubicBezTo>
                  <a:cubicBezTo>
                    <a:pt x="37" y="14"/>
                    <a:pt x="36" y="14"/>
                    <a:pt x="36" y="14"/>
                  </a:cubicBezTo>
                  <a:cubicBezTo>
                    <a:pt x="32" y="17"/>
                    <a:pt x="29" y="16"/>
                    <a:pt x="26" y="13"/>
                  </a:cubicBezTo>
                  <a:cubicBezTo>
                    <a:pt x="25" y="12"/>
                    <a:pt x="23" y="10"/>
                    <a:pt x="20" y="9"/>
                  </a:cubicBezTo>
                  <a:cubicBezTo>
                    <a:pt x="17" y="8"/>
                    <a:pt x="14" y="8"/>
                    <a:pt x="12" y="8"/>
                  </a:cubicBezTo>
                  <a:cubicBezTo>
                    <a:pt x="8" y="8"/>
                    <a:pt x="7" y="8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1" name="Freeform 330">
              <a:extLst>
                <a:ext uri="{FF2B5EF4-FFF2-40B4-BE49-F238E27FC236}">
                  <a16:creationId xmlns:a16="http://schemas.microsoft.com/office/drawing/2014/main" id="{F8F9B695-3C47-4398-9581-AC2D89E4D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028"/>
              <a:ext cx="116" cy="128"/>
            </a:xfrm>
            <a:custGeom>
              <a:avLst/>
              <a:gdLst>
                <a:gd name="T0" fmla="*/ 0 w 38"/>
                <a:gd name="T1" fmla="*/ 1134 h 42"/>
                <a:gd name="T2" fmla="*/ 223 w 38"/>
                <a:gd name="T3" fmla="*/ 1189 h 42"/>
                <a:gd name="T4" fmla="*/ 1081 w 38"/>
                <a:gd name="T5" fmla="*/ 222 h 42"/>
                <a:gd name="T6" fmla="*/ 1053 w 38"/>
                <a:gd name="T7" fmla="*/ 0 h 42"/>
                <a:gd name="T8" fmla="*/ 0 w 38"/>
                <a:gd name="T9" fmla="*/ 113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2">
                  <a:moveTo>
                    <a:pt x="0" y="40"/>
                  </a:moveTo>
                  <a:cubicBezTo>
                    <a:pt x="8" y="42"/>
                    <a:pt x="8" y="42"/>
                    <a:pt x="8" y="42"/>
                  </a:cubicBezTo>
                  <a:cubicBezTo>
                    <a:pt x="10" y="31"/>
                    <a:pt x="26" y="10"/>
                    <a:pt x="38" y="8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1" y="3"/>
                    <a:pt x="3" y="27"/>
                    <a:pt x="0" y="40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2" name="Freeform 331">
              <a:extLst>
                <a:ext uri="{FF2B5EF4-FFF2-40B4-BE49-F238E27FC236}">
                  <a16:creationId xmlns:a16="http://schemas.microsoft.com/office/drawing/2014/main" id="{BE4D7871-3494-41A4-9994-2EEFD9F13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699"/>
              <a:ext cx="167" cy="225"/>
            </a:xfrm>
            <a:custGeom>
              <a:avLst/>
              <a:gdLst>
                <a:gd name="T0" fmla="*/ 1403 w 55"/>
                <a:gd name="T1" fmla="*/ 27 h 74"/>
                <a:gd name="T2" fmla="*/ 616 w 55"/>
                <a:gd name="T3" fmla="*/ 1006 h 74"/>
                <a:gd name="T4" fmla="*/ 534 w 55"/>
                <a:gd name="T5" fmla="*/ 1323 h 74"/>
                <a:gd name="T6" fmla="*/ 82 w 55"/>
                <a:gd name="T7" fmla="*/ 1912 h 74"/>
                <a:gd name="T8" fmla="*/ 27 w 55"/>
                <a:gd name="T9" fmla="*/ 1998 h 74"/>
                <a:gd name="T10" fmla="*/ 109 w 55"/>
                <a:gd name="T11" fmla="*/ 2052 h 74"/>
                <a:gd name="T12" fmla="*/ 701 w 55"/>
                <a:gd name="T13" fmla="*/ 1350 h 74"/>
                <a:gd name="T14" fmla="*/ 756 w 55"/>
                <a:gd name="T15" fmla="*/ 1073 h 74"/>
                <a:gd name="T16" fmla="*/ 1485 w 55"/>
                <a:gd name="T17" fmla="*/ 167 h 74"/>
                <a:gd name="T18" fmla="*/ 1512 w 55"/>
                <a:gd name="T19" fmla="*/ 55 h 74"/>
                <a:gd name="T20" fmla="*/ 1403 w 55"/>
                <a:gd name="T21" fmla="*/ 27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74">
                  <a:moveTo>
                    <a:pt x="50" y="1"/>
                  </a:moveTo>
                  <a:cubicBezTo>
                    <a:pt x="42" y="8"/>
                    <a:pt x="27" y="21"/>
                    <a:pt x="22" y="36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6" y="57"/>
                    <a:pt x="15" y="65"/>
                    <a:pt x="3" y="68"/>
                  </a:cubicBezTo>
                  <a:cubicBezTo>
                    <a:pt x="1" y="68"/>
                    <a:pt x="0" y="69"/>
                    <a:pt x="1" y="71"/>
                  </a:cubicBezTo>
                  <a:cubicBezTo>
                    <a:pt x="1" y="73"/>
                    <a:pt x="3" y="74"/>
                    <a:pt x="4" y="73"/>
                  </a:cubicBezTo>
                  <a:cubicBezTo>
                    <a:pt x="20" y="70"/>
                    <a:pt x="22" y="59"/>
                    <a:pt x="25" y="4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33" y="24"/>
                    <a:pt x="46" y="12"/>
                    <a:pt x="53" y="6"/>
                  </a:cubicBezTo>
                  <a:cubicBezTo>
                    <a:pt x="55" y="5"/>
                    <a:pt x="55" y="3"/>
                    <a:pt x="54" y="2"/>
                  </a:cubicBezTo>
                  <a:cubicBezTo>
                    <a:pt x="53" y="1"/>
                    <a:pt x="51" y="0"/>
                    <a:pt x="50" y="1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3" name="Freeform 332">
              <a:extLst>
                <a:ext uri="{FF2B5EF4-FFF2-40B4-BE49-F238E27FC236}">
                  <a16:creationId xmlns:a16="http://schemas.microsoft.com/office/drawing/2014/main" id="{0D54BC48-3D58-4A72-B6FB-F24F24C17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952"/>
              <a:ext cx="195" cy="240"/>
            </a:xfrm>
            <a:custGeom>
              <a:avLst/>
              <a:gdLst>
                <a:gd name="T0" fmla="*/ 27 w 64"/>
                <a:gd name="T1" fmla="*/ 27 h 79"/>
                <a:gd name="T2" fmla="*/ 27 w 64"/>
                <a:gd name="T3" fmla="*/ 140 h 79"/>
                <a:gd name="T4" fmla="*/ 222 w 64"/>
                <a:gd name="T5" fmla="*/ 331 h 79"/>
                <a:gd name="T6" fmla="*/ 481 w 64"/>
                <a:gd name="T7" fmla="*/ 589 h 79"/>
                <a:gd name="T8" fmla="*/ 567 w 64"/>
                <a:gd name="T9" fmla="*/ 924 h 79"/>
                <a:gd name="T10" fmla="*/ 676 w 64"/>
                <a:gd name="T11" fmla="*/ 1318 h 79"/>
                <a:gd name="T12" fmla="*/ 993 w 64"/>
                <a:gd name="T13" fmla="*/ 1598 h 79"/>
                <a:gd name="T14" fmla="*/ 1161 w 64"/>
                <a:gd name="T15" fmla="*/ 1735 h 79"/>
                <a:gd name="T16" fmla="*/ 1243 w 64"/>
                <a:gd name="T17" fmla="*/ 1817 h 79"/>
                <a:gd name="T18" fmla="*/ 1383 w 64"/>
                <a:gd name="T19" fmla="*/ 1993 h 79"/>
                <a:gd name="T20" fmla="*/ 1496 w 64"/>
                <a:gd name="T21" fmla="*/ 2078 h 79"/>
                <a:gd name="T22" fmla="*/ 1642 w 64"/>
                <a:gd name="T23" fmla="*/ 2160 h 79"/>
                <a:gd name="T24" fmla="*/ 1755 w 64"/>
                <a:gd name="T25" fmla="*/ 2187 h 79"/>
                <a:gd name="T26" fmla="*/ 1782 w 64"/>
                <a:gd name="T27" fmla="*/ 2078 h 79"/>
                <a:gd name="T28" fmla="*/ 1587 w 64"/>
                <a:gd name="T29" fmla="*/ 1911 h 79"/>
                <a:gd name="T30" fmla="*/ 1496 w 64"/>
                <a:gd name="T31" fmla="*/ 1856 h 79"/>
                <a:gd name="T32" fmla="*/ 1383 w 64"/>
                <a:gd name="T33" fmla="*/ 1735 h 79"/>
                <a:gd name="T34" fmla="*/ 1271 w 64"/>
                <a:gd name="T35" fmla="*/ 1598 h 79"/>
                <a:gd name="T36" fmla="*/ 1076 w 64"/>
                <a:gd name="T37" fmla="*/ 1458 h 79"/>
                <a:gd name="T38" fmla="*/ 817 w 64"/>
                <a:gd name="T39" fmla="*/ 1236 h 79"/>
                <a:gd name="T40" fmla="*/ 734 w 64"/>
                <a:gd name="T41" fmla="*/ 924 h 79"/>
                <a:gd name="T42" fmla="*/ 622 w 64"/>
                <a:gd name="T43" fmla="*/ 507 h 79"/>
                <a:gd name="T44" fmla="*/ 344 w 64"/>
                <a:gd name="T45" fmla="*/ 222 h 79"/>
                <a:gd name="T46" fmla="*/ 113 w 64"/>
                <a:gd name="T47" fmla="*/ 82 h 79"/>
                <a:gd name="T48" fmla="*/ 27 w 64"/>
                <a:gd name="T49" fmla="*/ 27 h 7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4" h="79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8"/>
                    <a:pt x="6" y="10"/>
                    <a:pt x="8" y="12"/>
                  </a:cubicBezTo>
                  <a:cubicBezTo>
                    <a:pt x="11" y="15"/>
                    <a:pt x="14" y="17"/>
                    <a:pt x="17" y="21"/>
                  </a:cubicBezTo>
                  <a:cubicBezTo>
                    <a:pt x="19" y="24"/>
                    <a:pt x="20" y="29"/>
                    <a:pt x="20" y="33"/>
                  </a:cubicBezTo>
                  <a:cubicBezTo>
                    <a:pt x="21" y="38"/>
                    <a:pt x="22" y="43"/>
                    <a:pt x="24" y="47"/>
                  </a:cubicBezTo>
                  <a:cubicBezTo>
                    <a:pt x="26" y="51"/>
                    <a:pt x="31" y="54"/>
                    <a:pt x="35" y="57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5" y="75"/>
                    <a:pt x="57" y="75"/>
                    <a:pt x="58" y="77"/>
                  </a:cubicBezTo>
                  <a:cubicBezTo>
                    <a:pt x="59" y="78"/>
                    <a:pt x="60" y="79"/>
                    <a:pt x="62" y="78"/>
                  </a:cubicBezTo>
                  <a:cubicBezTo>
                    <a:pt x="63" y="77"/>
                    <a:pt x="64" y="75"/>
                    <a:pt x="63" y="74"/>
                  </a:cubicBezTo>
                  <a:cubicBezTo>
                    <a:pt x="61" y="71"/>
                    <a:pt x="58" y="69"/>
                    <a:pt x="56" y="68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5" y="49"/>
                    <a:pt x="31" y="47"/>
                    <a:pt x="29" y="44"/>
                  </a:cubicBezTo>
                  <a:cubicBezTo>
                    <a:pt x="27" y="41"/>
                    <a:pt x="27" y="37"/>
                    <a:pt x="26" y="33"/>
                  </a:cubicBezTo>
                  <a:cubicBezTo>
                    <a:pt x="25" y="27"/>
                    <a:pt x="25" y="22"/>
                    <a:pt x="22" y="18"/>
                  </a:cubicBezTo>
                  <a:cubicBezTo>
                    <a:pt x="19" y="13"/>
                    <a:pt x="15" y="10"/>
                    <a:pt x="12" y="8"/>
                  </a:cubicBezTo>
                  <a:cubicBezTo>
                    <a:pt x="9" y="6"/>
                    <a:pt x="6" y="5"/>
                    <a:pt x="4" y="3"/>
                  </a:cubicBezTo>
                  <a:cubicBezTo>
                    <a:pt x="3" y="2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4" name="Freeform 333">
              <a:extLst>
                <a:ext uri="{FF2B5EF4-FFF2-40B4-BE49-F238E27FC236}">
                  <a16:creationId xmlns:a16="http://schemas.microsoft.com/office/drawing/2014/main" id="{60BC8660-2088-48A1-AA18-881054B3A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921"/>
              <a:ext cx="103" cy="58"/>
            </a:xfrm>
            <a:custGeom>
              <a:avLst/>
              <a:gdLst>
                <a:gd name="T0" fmla="*/ 27 w 34"/>
                <a:gd name="T1" fmla="*/ 0 h 19"/>
                <a:gd name="T2" fmla="*/ 0 w 34"/>
                <a:gd name="T3" fmla="*/ 27 h 19"/>
                <a:gd name="T4" fmla="*/ 560 w 34"/>
                <a:gd name="T5" fmla="*/ 400 h 19"/>
                <a:gd name="T6" fmla="*/ 863 w 34"/>
                <a:gd name="T7" fmla="*/ 540 h 19"/>
                <a:gd name="T8" fmla="*/ 863 w 34"/>
                <a:gd name="T9" fmla="*/ 458 h 19"/>
                <a:gd name="T10" fmla="*/ 945 w 34"/>
                <a:gd name="T11" fmla="*/ 458 h 19"/>
                <a:gd name="T12" fmla="*/ 588 w 34"/>
                <a:gd name="T13" fmla="*/ 290 h 19"/>
                <a:gd name="T14" fmla="*/ 55 w 34"/>
                <a:gd name="T15" fmla="*/ 27 h 19"/>
                <a:gd name="T16" fmla="*/ 27 w 34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9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4"/>
                    <a:pt x="10" y="11"/>
                    <a:pt x="20" y="14"/>
                  </a:cubicBezTo>
                  <a:cubicBezTo>
                    <a:pt x="24" y="16"/>
                    <a:pt x="29" y="17"/>
                    <a:pt x="31" y="19"/>
                  </a:cubicBezTo>
                  <a:cubicBezTo>
                    <a:pt x="31" y="19"/>
                    <a:pt x="30" y="17"/>
                    <a:pt x="31" y="16"/>
                  </a:cubicBezTo>
                  <a:cubicBezTo>
                    <a:pt x="32" y="15"/>
                    <a:pt x="33" y="15"/>
                    <a:pt x="34" y="16"/>
                  </a:cubicBezTo>
                  <a:cubicBezTo>
                    <a:pt x="30" y="14"/>
                    <a:pt x="26" y="12"/>
                    <a:pt x="21" y="10"/>
                  </a:cubicBezTo>
                  <a:cubicBezTo>
                    <a:pt x="13" y="8"/>
                    <a:pt x="2" y="3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5" name="Freeform 334">
              <a:extLst>
                <a:ext uri="{FF2B5EF4-FFF2-40B4-BE49-F238E27FC236}">
                  <a16:creationId xmlns:a16="http://schemas.microsoft.com/office/drawing/2014/main" id="{52633BED-9723-4ECA-A659-2F30954E3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06"/>
              <a:ext cx="45" cy="76"/>
            </a:xfrm>
            <a:custGeom>
              <a:avLst/>
              <a:gdLst>
                <a:gd name="T0" fmla="*/ 0 w 15"/>
                <a:gd name="T1" fmla="*/ 27 h 25"/>
                <a:gd name="T2" fmla="*/ 0 w 15"/>
                <a:gd name="T3" fmla="*/ 55 h 25"/>
                <a:gd name="T4" fmla="*/ 81 w 15"/>
                <a:gd name="T5" fmla="*/ 304 h 25"/>
                <a:gd name="T6" fmla="*/ 324 w 15"/>
                <a:gd name="T7" fmla="*/ 675 h 25"/>
                <a:gd name="T8" fmla="*/ 405 w 15"/>
                <a:gd name="T9" fmla="*/ 648 h 25"/>
                <a:gd name="T10" fmla="*/ 351 w 15"/>
                <a:gd name="T11" fmla="*/ 593 h 25"/>
                <a:gd name="T12" fmla="*/ 189 w 15"/>
                <a:gd name="T13" fmla="*/ 277 h 25"/>
                <a:gd name="T14" fmla="*/ 54 w 15"/>
                <a:gd name="T15" fmla="*/ 27 h 25"/>
                <a:gd name="T16" fmla="*/ 0 w 15"/>
                <a:gd name="T17" fmla="*/ 2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5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2" y="8"/>
                    <a:pt x="3" y="11"/>
                  </a:cubicBezTo>
                  <a:cubicBezTo>
                    <a:pt x="4" y="17"/>
                    <a:pt x="6" y="23"/>
                    <a:pt x="12" y="24"/>
                  </a:cubicBezTo>
                  <a:cubicBezTo>
                    <a:pt x="13" y="25"/>
                    <a:pt x="15" y="24"/>
                    <a:pt x="15" y="23"/>
                  </a:cubicBezTo>
                  <a:cubicBezTo>
                    <a:pt x="15" y="22"/>
                    <a:pt x="15" y="21"/>
                    <a:pt x="13" y="21"/>
                  </a:cubicBezTo>
                  <a:cubicBezTo>
                    <a:pt x="9" y="19"/>
                    <a:pt x="8" y="16"/>
                    <a:pt x="7" y="10"/>
                  </a:cubicBezTo>
                  <a:cubicBezTo>
                    <a:pt x="6" y="7"/>
                    <a:pt x="4" y="2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6" name="Freeform 335">
              <a:extLst>
                <a:ext uri="{FF2B5EF4-FFF2-40B4-BE49-F238E27FC236}">
                  <a16:creationId xmlns:a16="http://schemas.microsoft.com/office/drawing/2014/main" id="{0A8B4B9C-9668-4AE7-A0E3-68AED34AF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952"/>
              <a:ext cx="33" cy="67"/>
            </a:xfrm>
            <a:custGeom>
              <a:avLst/>
              <a:gdLst>
                <a:gd name="T0" fmla="*/ 135 w 11"/>
                <a:gd name="T1" fmla="*/ 195 h 22"/>
                <a:gd name="T2" fmla="*/ 81 w 11"/>
                <a:gd name="T3" fmla="*/ 566 h 22"/>
                <a:gd name="T4" fmla="*/ 162 w 11"/>
                <a:gd name="T5" fmla="*/ 594 h 22"/>
                <a:gd name="T6" fmla="*/ 189 w 11"/>
                <a:gd name="T7" fmla="*/ 512 h 22"/>
                <a:gd name="T8" fmla="*/ 216 w 11"/>
                <a:gd name="T9" fmla="*/ 222 h 22"/>
                <a:gd name="T10" fmla="*/ 270 w 11"/>
                <a:gd name="T11" fmla="*/ 82 h 22"/>
                <a:gd name="T12" fmla="*/ 270 w 11"/>
                <a:gd name="T13" fmla="*/ 0 h 22"/>
                <a:gd name="T14" fmla="*/ 189 w 11"/>
                <a:gd name="T15" fmla="*/ 82 h 22"/>
                <a:gd name="T16" fmla="*/ 135 w 11"/>
                <a:gd name="T17" fmla="*/ 195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22">
                  <a:moveTo>
                    <a:pt x="5" y="7"/>
                  </a:moveTo>
                  <a:cubicBezTo>
                    <a:pt x="3" y="10"/>
                    <a:pt x="0" y="15"/>
                    <a:pt x="3" y="20"/>
                  </a:cubicBezTo>
                  <a:cubicBezTo>
                    <a:pt x="4" y="21"/>
                    <a:pt x="5" y="22"/>
                    <a:pt x="6" y="21"/>
                  </a:cubicBezTo>
                  <a:cubicBezTo>
                    <a:pt x="7" y="21"/>
                    <a:pt x="7" y="19"/>
                    <a:pt x="7" y="18"/>
                  </a:cubicBezTo>
                  <a:cubicBezTo>
                    <a:pt x="5" y="15"/>
                    <a:pt x="6" y="11"/>
                    <a:pt x="8" y="8"/>
                  </a:cubicBezTo>
                  <a:cubicBezTo>
                    <a:pt x="9" y="6"/>
                    <a:pt x="9" y="5"/>
                    <a:pt x="10" y="3"/>
                  </a:cubicBezTo>
                  <a:cubicBezTo>
                    <a:pt x="9" y="4"/>
                    <a:pt x="11" y="0"/>
                    <a:pt x="10" y="0"/>
                  </a:cubicBezTo>
                  <a:cubicBezTo>
                    <a:pt x="9" y="0"/>
                    <a:pt x="8" y="2"/>
                    <a:pt x="7" y="3"/>
                  </a:cubicBezTo>
                  <a:cubicBezTo>
                    <a:pt x="6" y="4"/>
                    <a:pt x="6" y="5"/>
                    <a:pt x="5" y="7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7" name="Freeform 336">
              <a:extLst>
                <a:ext uri="{FF2B5EF4-FFF2-40B4-BE49-F238E27FC236}">
                  <a16:creationId xmlns:a16="http://schemas.microsoft.com/office/drawing/2014/main" id="{90A00D52-E476-421F-935E-5EF12D4F3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638"/>
              <a:ext cx="103" cy="88"/>
            </a:xfrm>
            <a:custGeom>
              <a:avLst/>
              <a:gdLst>
                <a:gd name="T0" fmla="*/ 863 w 34"/>
                <a:gd name="T1" fmla="*/ 27 h 29"/>
                <a:gd name="T2" fmla="*/ 412 w 34"/>
                <a:gd name="T3" fmla="*/ 385 h 29"/>
                <a:gd name="T4" fmla="*/ 55 w 34"/>
                <a:gd name="T5" fmla="*/ 701 h 29"/>
                <a:gd name="T6" fmla="*/ 27 w 34"/>
                <a:gd name="T7" fmla="*/ 756 h 29"/>
                <a:gd name="T8" fmla="*/ 82 w 34"/>
                <a:gd name="T9" fmla="*/ 783 h 29"/>
                <a:gd name="T10" fmla="*/ 506 w 34"/>
                <a:gd name="T11" fmla="*/ 452 h 29"/>
                <a:gd name="T12" fmla="*/ 918 w 34"/>
                <a:gd name="T13" fmla="*/ 109 h 29"/>
                <a:gd name="T14" fmla="*/ 945 w 34"/>
                <a:gd name="T15" fmla="*/ 55 h 29"/>
                <a:gd name="T16" fmla="*/ 863 w 34"/>
                <a:gd name="T17" fmla="*/ 2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29">
                  <a:moveTo>
                    <a:pt x="31" y="1"/>
                  </a:moveTo>
                  <a:cubicBezTo>
                    <a:pt x="23" y="3"/>
                    <a:pt x="19" y="8"/>
                    <a:pt x="15" y="14"/>
                  </a:cubicBezTo>
                  <a:cubicBezTo>
                    <a:pt x="11" y="18"/>
                    <a:pt x="8" y="22"/>
                    <a:pt x="2" y="25"/>
                  </a:cubicBezTo>
                  <a:cubicBezTo>
                    <a:pt x="1" y="25"/>
                    <a:pt x="0" y="26"/>
                    <a:pt x="1" y="27"/>
                  </a:cubicBezTo>
                  <a:cubicBezTo>
                    <a:pt x="1" y="28"/>
                    <a:pt x="2" y="29"/>
                    <a:pt x="3" y="28"/>
                  </a:cubicBezTo>
                  <a:cubicBezTo>
                    <a:pt x="10" y="26"/>
                    <a:pt x="14" y="21"/>
                    <a:pt x="18" y="16"/>
                  </a:cubicBezTo>
                  <a:cubicBezTo>
                    <a:pt x="22" y="11"/>
                    <a:pt x="26" y="6"/>
                    <a:pt x="33" y="4"/>
                  </a:cubicBezTo>
                  <a:cubicBezTo>
                    <a:pt x="34" y="4"/>
                    <a:pt x="34" y="3"/>
                    <a:pt x="34" y="2"/>
                  </a:cubicBezTo>
                  <a:cubicBezTo>
                    <a:pt x="33" y="1"/>
                    <a:pt x="32" y="0"/>
                    <a:pt x="31" y="1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8" name="Freeform 337">
              <a:extLst>
                <a:ext uri="{FF2B5EF4-FFF2-40B4-BE49-F238E27FC236}">
                  <a16:creationId xmlns:a16="http://schemas.microsoft.com/office/drawing/2014/main" id="{355A7585-7BB8-4BC4-BC08-C0FD02431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644"/>
              <a:ext cx="42" cy="89"/>
            </a:xfrm>
            <a:custGeom>
              <a:avLst/>
              <a:gdLst>
                <a:gd name="T0" fmla="*/ 243 w 14"/>
                <a:gd name="T1" fmla="*/ 28 h 29"/>
                <a:gd name="T2" fmla="*/ 216 w 14"/>
                <a:gd name="T3" fmla="*/ 350 h 29"/>
                <a:gd name="T4" fmla="*/ 54 w 14"/>
                <a:gd name="T5" fmla="*/ 724 h 29"/>
                <a:gd name="T6" fmla="*/ 27 w 14"/>
                <a:gd name="T7" fmla="*/ 810 h 29"/>
                <a:gd name="T8" fmla="*/ 81 w 14"/>
                <a:gd name="T9" fmla="*/ 838 h 29"/>
                <a:gd name="T10" fmla="*/ 324 w 14"/>
                <a:gd name="T11" fmla="*/ 319 h 29"/>
                <a:gd name="T12" fmla="*/ 324 w 14"/>
                <a:gd name="T13" fmla="*/ 55 h 29"/>
                <a:gd name="T14" fmla="*/ 297 w 14"/>
                <a:gd name="T15" fmla="*/ 0 h 29"/>
                <a:gd name="T16" fmla="*/ 243 w 14"/>
                <a:gd name="T17" fmla="*/ 28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9">
                  <a:moveTo>
                    <a:pt x="9" y="1"/>
                  </a:moveTo>
                  <a:cubicBezTo>
                    <a:pt x="7" y="5"/>
                    <a:pt x="8" y="8"/>
                    <a:pt x="8" y="12"/>
                  </a:cubicBezTo>
                  <a:cubicBezTo>
                    <a:pt x="9" y="18"/>
                    <a:pt x="10" y="22"/>
                    <a:pt x="2" y="25"/>
                  </a:cubicBezTo>
                  <a:cubicBezTo>
                    <a:pt x="1" y="26"/>
                    <a:pt x="0" y="27"/>
                    <a:pt x="1" y="28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14" y="25"/>
                    <a:pt x="13" y="18"/>
                    <a:pt x="12" y="11"/>
                  </a:cubicBezTo>
                  <a:cubicBezTo>
                    <a:pt x="12" y="8"/>
                    <a:pt x="12" y="5"/>
                    <a:pt x="12" y="2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10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9" name="Freeform 338">
              <a:extLst>
                <a:ext uri="{FF2B5EF4-FFF2-40B4-BE49-F238E27FC236}">
                  <a16:creationId xmlns:a16="http://schemas.microsoft.com/office/drawing/2014/main" id="{4B86DC2D-E73B-4B3B-A8CF-D7F023F4F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367"/>
              <a:ext cx="61" cy="134"/>
            </a:xfrm>
            <a:custGeom>
              <a:avLst/>
              <a:gdLst>
                <a:gd name="T0" fmla="*/ 540 w 20"/>
                <a:gd name="T1" fmla="*/ 27 h 44"/>
                <a:gd name="T2" fmla="*/ 345 w 20"/>
                <a:gd name="T3" fmla="*/ 454 h 44"/>
                <a:gd name="T4" fmla="*/ 345 w 20"/>
                <a:gd name="T5" fmla="*/ 704 h 44"/>
                <a:gd name="T6" fmla="*/ 195 w 20"/>
                <a:gd name="T7" fmla="*/ 898 h 44"/>
                <a:gd name="T8" fmla="*/ 0 w 20"/>
                <a:gd name="T9" fmla="*/ 1133 h 44"/>
                <a:gd name="T10" fmla="*/ 27 w 20"/>
                <a:gd name="T11" fmla="*/ 1215 h 44"/>
                <a:gd name="T12" fmla="*/ 113 w 20"/>
                <a:gd name="T13" fmla="*/ 1188 h 44"/>
                <a:gd name="T14" fmla="*/ 290 w 20"/>
                <a:gd name="T15" fmla="*/ 993 h 44"/>
                <a:gd name="T16" fmla="*/ 454 w 20"/>
                <a:gd name="T17" fmla="*/ 734 h 44"/>
                <a:gd name="T18" fmla="*/ 454 w 20"/>
                <a:gd name="T19" fmla="*/ 426 h 44"/>
                <a:gd name="T20" fmla="*/ 567 w 20"/>
                <a:gd name="T21" fmla="*/ 55 h 44"/>
                <a:gd name="T22" fmla="*/ 567 w 20"/>
                <a:gd name="T23" fmla="*/ 27 h 44"/>
                <a:gd name="T24" fmla="*/ 540 w 20"/>
                <a:gd name="T25" fmla="*/ 27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4">
                  <a:moveTo>
                    <a:pt x="19" y="1"/>
                  </a:moveTo>
                  <a:cubicBezTo>
                    <a:pt x="14" y="4"/>
                    <a:pt x="10" y="11"/>
                    <a:pt x="12" y="16"/>
                  </a:cubicBezTo>
                  <a:cubicBezTo>
                    <a:pt x="12" y="19"/>
                    <a:pt x="13" y="22"/>
                    <a:pt x="12" y="25"/>
                  </a:cubicBezTo>
                  <a:cubicBezTo>
                    <a:pt x="12" y="28"/>
                    <a:pt x="9" y="30"/>
                    <a:pt x="7" y="32"/>
                  </a:cubicBezTo>
                  <a:cubicBezTo>
                    <a:pt x="4" y="35"/>
                    <a:pt x="2" y="37"/>
                    <a:pt x="0" y="40"/>
                  </a:cubicBezTo>
                  <a:cubicBezTo>
                    <a:pt x="0" y="42"/>
                    <a:pt x="0" y="43"/>
                    <a:pt x="1" y="43"/>
                  </a:cubicBezTo>
                  <a:cubicBezTo>
                    <a:pt x="2" y="44"/>
                    <a:pt x="4" y="43"/>
                    <a:pt x="4" y="42"/>
                  </a:cubicBezTo>
                  <a:cubicBezTo>
                    <a:pt x="5" y="39"/>
                    <a:pt x="7" y="37"/>
                    <a:pt x="10" y="35"/>
                  </a:cubicBezTo>
                  <a:cubicBezTo>
                    <a:pt x="12" y="33"/>
                    <a:pt x="15" y="30"/>
                    <a:pt x="16" y="26"/>
                  </a:cubicBezTo>
                  <a:cubicBezTo>
                    <a:pt x="17" y="21"/>
                    <a:pt x="16" y="18"/>
                    <a:pt x="16" y="15"/>
                  </a:cubicBezTo>
                  <a:cubicBezTo>
                    <a:pt x="14" y="11"/>
                    <a:pt x="16" y="5"/>
                    <a:pt x="20" y="2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20" y="0"/>
                    <a:pt x="19" y="0"/>
                    <a:pt x="19" y="1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0" name="Freeform 339">
              <a:extLst>
                <a:ext uri="{FF2B5EF4-FFF2-40B4-BE49-F238E27FC236}">
                  <a16:creationId xmlns:a16="http://schemas.microsoft.com/office/drawing/2014/main" id="{7436A79D-E106-4E9E-9738-4F44BFA8D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367"/>
              <a:ext cx="33" cy="177"/>
            </a:xfrm>
            <a:custGeom>
              <a:avLst/>
              <a:gdLst>
                <a:gd name="T0" fmla="*/ 54 w 11"/>
                <a:gd name="T1" fmla="*/ 27 h 58"/>
                <a:gd name="T2" fmla="*/ 81 w 11"/>
                <a:gd name="T3" fmla="*/ 540 h 58"/>
                <a:gd name="T4" fmla="*/ 162 w 11"/>
                <a:gd name="T5" fmla="*/ 790 h 58"/>
                <a:gd name="T6" fmla="*/ 108 w 11"/>
                <a:gd name="T7" fmla="*/ 1135 h 58"/>
                <a:gd name="T8" fmla="*/ 54 w 11"/>
                <a:gd name="T9" fmla="*/ 1593 h 58"/>
                <a:gd name="T10" fmla="*/ 108 w 11"/>
                <a:gd name="T11" fmla="*/ 1620 h 58"/>
                <a:gd name="T12" fmla="*/ 162 w 11"/>
                <a:gd name="T13" fmla="*/ 1566 h 58"/>
                <a:gd name="T14" fmla="*/ 216 w 11"/>
                <a:gd name="T15" fmla="*/ 1163 h 58"/>
                <a:gd name="T16" fmla="*/ 270 w 11"/>
                <a:gd name="T17" fmla="*/ 763 h 58"/>
                <a:gd name="T18" fmla="*/ 189 w 11"/>
                <a:gd name="T19" fmla="*/ 485 h 58"/>
                <a:gd name="T20" fmla="*/ 81 w 11"/>
                <a:gd name="T21" fmla="*/ 55 h 58"/>
                <a:gd name="T22" fmla="*/ 81 w 11"/>
                <a:gd name="T23" fmla="*/ 0 h 58"/>
                <a:gd name="T24" fmla="*/ 54 w 11"/>
                <a:gd name="T25" fmla="*/ 27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" h="58">
                  <a:moveTo>
                    <a:pt x="2" y="1"/>
                  </a:moveTo>
                  <a:cubicBezTo>
                    <a:pt x="0" y="5"/>
                    <a:pt x="0" y="13"/>
                    <a:pt x="3" y="19"/>
                  </a:cubicBezTo>
                  <a:cubicBezTo>
                    <a:pt x="4" y="22"/>
                    <a:pt x="6" y="25"/>
                    <a:pt x="6" y="28"/>
                  </a:cubicBezTo>
                  <a:cubicBezTo>
                    <a:pt x="6" y="32"/>
                    <a:pt x="5" y="36"/>
                    <a:pt x="4" y="40"/>
                  </a:cubicBezTo>
                  <a:cubicBezTo>
                    <a:pt x="3" y="45"/>
                    <a:pt x="1" y="50"/>
                    <a:pt x="2" y="56"/>
                  </a:cubicBezTo>
                  <a:cubicBezTo>
                    <a:pt x="2" y="57"/>
                    <a:pt x="3" y="58"/>
                    <a:pt x="4" y="57"/>
                  </a:cubicBezTo>
                  <a:cubicBezTo>
                    <a:pt x="5" y="57"/>
                    <a:pt x="6" y="56"/>
                    <a:pt x="6" y="55"/>
                  </a:cubicBezTo>
                  <a:cubicBezTo>
                    <a:pt x="5" y="50"/>
                    <a:pt x="6" y="46"/>
                    <a:pt x="8" y="41"/>
                  </a:cubicBezTo>
                  <a:cubicBezTo>
                    <a:pt x="9" y="37"/>
                    <a:pt x="11" y="32"/>
                    <a:pt x="10" y="27"/>
                  </a:cubicBezTo>
                  <a:cubicBezTo>
                    <a:pt x="9" y="24"/>
                    <a:pt x="8" y="20"/>
                    <a:pt x="7" y="17"/>
                  </a:cubicBezTo>
                  <a:cubicBezTo>
                    <a:pt x="4" y="12"/>
                    <a:pt x="2" y="5"/>
                    <a:pt x="3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1" name="Freeform 340">
              <a:extLst>
                <a:ext uri="{FF2B5EF4-FFF2-40B4-BE49-F238E27FC236}">
                  <a16:creationId xmlns:a16="http://schemas.microsoft.com/office/drawing/2014/main" id="{FECAFB41-B7AA-46B0-99C8-4B38292FC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168"/>
              <a:ext cx="152" cy="304"/>
            </a:xfrm>
            <a:custGeom>
              <a:avLst/>
              <a:gdLst>
                <a:gd name="T0" fmla="*/ 27 w 50"/>
                <a:gd name="T1" fmla="*/ 27 h 100"/>
                <a:gd name="T2" fmla="*/ 55 w 50"/>
                <a:gd name="T3" fmla="*/ 167 h 100"/>
                <a:gd name="T4" fmla="*/ 453 w 50"/>
                <a:gd name="T5" fmla="*/ 924 h 100"/>
                <a:gd name="T6" fmla="*/ 508 w 50"/>
                <a:gd name="T7" fmla="*/ 1183 h 100"/>
                <a:gd name="T8" fmla="*/ 842 w 50"/>
                <a:gd name="T9" fmla="*/ 2052 h 100"/>
                <a:gd name="T10" fmla="*/ 1006 w 50"/>
                <a:gd name="T11" fmla="*/ 2301 h 100"/>
                <a:gd name="T12" fmla="*/ 1237 w 50"/>
                <a:gd name="T13" fmla="*/ 2727 h 100"/>
                <a:gd name="T14" fmla="*/ 1322 w 50"/>
                <a:gd name="T15" fmla="*/ 2782 h 100"/>
                <a:gd name="T16" fmla="*/ 1404 w 50"/>
                <a:gd name="T17" fmla="*/ 2700 h 100"/>
                <a:gd name="T18" fmla="*/ 1155 w 50"/>
                <a:gd name="T19" fmla="*/ 2189 h 100"/>
                <a:gd name="T20" fmla="*/ 1006 w 50"/>
                <a:gd name="T21" fmla="*/ 1970 h 100"/>
                <a:gd name="T22" fmla="*/ 675 w 50"/>
                <a:gd name="T23" fmla="*/ 1155 h 100"/>
                <a:gd name="T24" fmla="*/ 620 w 50"/>
                <a:gd name="T25" fmla="*/ 897 h 100"/>
                <a:gd name="T26" fmla="*/ 140 w 50"/>
                <a:gd name="T27" fmla="*/ 27 h 100"/>
                <a:gd name="T28" fmla="*/ 27 w 50"/>
                <a:gd name="T29" fmla="*/ 27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100">
                  <a:moveTo>
                    <a:pt x="1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12" y="13"/>
                    <a:pt x="14" y="22"/>
                    <a:pt x="16" y="33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21" y="53"/>
                    <a:pt x="25" y="63"/>
                    <a:pt x="30" y="73"/>
                  </a:cubicBezTo>
                  <a:cubicBezTo>
                    <a:pt x="36" y="82"/>
                    <a:pt x="36" y="82"/>
                    <a:pt x="36" y="82"/>
                  </a:cubicBezTo>
                  <a:cubicBezTo>
                    <a:pt x="39" y="87"/>
                    <a:pt x="43" y="93"/>
                    <a:pt x="44" y="97"/>
                  </a:cubicBezTo>
                  <a:cubicBezTo>
                    <a:pt x="44" y="98"/>
                    <a:pt x="45" y="100"/>
                    <a:pt x="47" y="99"/>
                  </a:cubicBezTo>
                  <a:cubicBezTo>
                    <a:pt x="49" y="99"/>
                    <a:pt x="50" y="98"/>
                    <a:pt x="50" y="96"/>
                  </a:cubicBezTo>
                  <a:cubicBezTo>
                    <a:pt x="49" y="91"/>
                    <a:pt x="45" y="85"/>
                    <a:pt x="41" y="78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1" y="60"/>
                    <a:pt x="27" y="51"/>
                    <a:pt x="24" y="41"/>
                  </a:cubicBezTo>
                  <a:cubicBezTo>
                    <a:pt x="24" y="41"/>
                    <a:pt x="22" y="32"/>
                    <a:pt x="22" y="32"/>
                  </a:cubicBezTo>
                  <a:cubicBezTo>
                    <a:pt x="20" y="20"/>
                    <a:pt x="17" y="9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2" name="Freeform 341">
              <a:extLst>
                <a:ext uri="{FF2B5EF4-FFF2-40B4-BE49-F238E27FC236}">
                  <a16:creationId xmlns:a16="http://schemas.microsoft.com/office/drawing/2014/main" id="{5E9DC5DC-C377-47BD-95E7-77DF31D79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101"/>
              <a:ext cx="149" cy="79"/>
            </a:xfrm>
            <a:custGeom>
              <a:avLst/>
              <a:gdLst>
                <a:gd name="T0" fmla="*/ 55 w 49"/>
                <a:gd name="T1" fmla="*/ 140 h 26"/>
                <a:gd name="T2" fmla="*/ 0 w 49"/>
                <a:gd name="T3" fmla="*/ 249 h 26"/>
                <a:gd name="T4" fmla="*/ 109 w 49"/>
                <a:gd name="T5" fmla="*/ 304 h 26"/>
                <a:gd name="T6" fmla="*/ 730 w 49"/>
                <a:gd name="T7" fmla="*/ 304 h 26"/>
                <a:gd name="T8" fmla="*/ 979 w 49"/>
                <a:gd name="T9" fmla="*/ 507 h 26"/>
                <a:gd name="T10" fmla="*/ 1238 w 49"/>
                <a:gd name="T11" fmla="*/ 702 h 26"/>
                <a:gd name="T12" fmla="*/ 1350 w 49"/>
                <a:gd name="T13" fmla="*/ 675 h 26"/>
                <a:gd name="T14" fmla="*/ 1323 w 49"/>
                <a:gd name="T15" fmla="*/ 562 h 26"/>
                <a:gd name="T16" fmla="*/ 1101 w 49"/>
                <a:gd name="T17" fmla="*/ 398 h 26"/>
                <a:gd name="T18" fmla="*/ 815 w 49"/>
                <a:gd name="T19" fmla="*/ 167 h 26"/>
                <a:gd name="T20" fmla="*/ 55 w 49"/>
                <a:gd name="T21" fmla="*/ 14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26">
                  <a:moveTo>
                    <a:pt x="2" y="5"/>
                  </a:moveTo>
                  <a:cubicBezTo>
                    <a:pt x="0" y="6"/>
                    <a:pt x="0" y="7"/>
                    <a:pt x="0" y="9"/>
                  </a:cubicBezTo>
                  <a:cubicBezTo>
                    <a:pt x="1" y="10"/>
                    <a:pt x="3" y="11"/>
                    <a:pt x="4" y="11"/>
                  </a:cubicBezTo>
                  <a:cubicBezTo>
                    <a:pt x="14" y="6"/>
                    <a:pt x="17" y="7"/>
                    <a:pt x="26" y="11"/>
                  </a:cubicBezTo>
                  <a:cubicBezTo>
                    <a:pt x="29" y="13"/>
                    <a:pt x="32" y="16"/>
                    <a:pt x="35" y="18"/>
                  </a:cubicBezTo>
                  <a:cubicBezTo>
                    <a:pt x="38" y="21"/>
                    <a:pt x="40" y="23"/>
                    <a:pt x="44" y="25"/>
                  </a:cubicBezTo>
                  <a:cubicBezTo>
                    <a:pt x="46" y="26"/>
                    <a:pt x="48" y="25"/>
                    <a:pt x="48" y="24"/>
                  </a:cubicBezTo>
                  <a:cubicBezTo>
                    <a:pt x="49" y="22"/>
                    <a:pt x="48" y="20"/>
                    <a:pt x="47" y="20"/>
                  </a:cubicBezTo>
                  <a:cubicBezTo>
                    <a:pt x="44" y="18"/>
                    <a:pt x="41" y="16"/>
                    <a:pt x="39" y="14"/>
                  </a:cubicBezTo>
                  <a:cubicBezTo>
                    <a:pt x="36" y="11"/>
                    <a:pt x="33" y="8"/>
                    <a:pt x="29" y="6"/>
                  </a:cubicBezTo>
                  <a:cubicBezTo>
                    <a:pt x="18" y="1"/>
                    <a:pt x="14" y="0"/>
                    <a:pt x="2" y="5"/>
                  </a:cubicBezTo>
                  <a:close/>
                </a:path>
              </a:pathLst>
            </a:custGeom>
            <a:solidFill>
              <a:srgbClr val="F7BA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3" name="Freeform 342">
              <a:extLst>
                <a:ext uri="{FF2B5EF4-FFF2-40B4-BE49-F238E27FC236}">
                  <a16:creationId xmlns:a16="http://schemas.microsoft.com/office/drawing/2014/main" id="{C37A5F80-406C-4280-9CDE-20F92468E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144"/>
              <a:ext cx="94" cy="76"/>
            </a:xfrm>
            <a:custGeom>
              <a:avLst/>
              <a:gdLst>
                <a:gd name="T0" fmla="*/ 0 w 31"/>
                <a:gd name="T1" fmla="*/ 0 h 25"/>
                <a:gd name="T2" fmla="*/ 864 w 31"/>
                <a:gd name="T3" fmla="*/ 70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5">
                  <a:moveTo>
                    <a:pt x="0" y="0"/>
                  </a:moveTo>
                  <a:cubicBezTo>
                    <a:pt x="6" y="12"/>
                    <a:pt x="16" y="20"/>
                    <a:pt x="31" y="2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4" name="Freeform 343">
              <a:extLst>
                <a:ext uri="{FF2B5EF4-FFF2-40B4-BE49-F238E27FC236}">
                  <a16:creationId xmlns:a16="http://schemas.microsoft.com/office/drawing/2014/main" id="{5EEDE300-559D-4824-B732-201A925EB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113"/>
              <a:ext cx="58" cy="31"/>
            </a:xfrm>
            <a:custGeom>
              <a:avLst/>
              <a:gdLst>
                <a:gd name="T0" fmla="*/ 0 w 19"/>
                <a:gd name="T1" fmla="*/ 0 h 10"/>
                <a:gd name="T2" fmla="*/ 540 w 19"/>
                <a:gd name="T3" fmla="*/ 29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10" y="1"/>
                    <a:pt x="17" y="6"/>
                    <a:pt x="19" y="1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5" name="Freeform 344">
              <a:extLst>
                <a:ext uri="{FF2B5EF4-FFF2-40B4-BE49-F238E27FC236}">
                  <a16:creationId xmlns:a16="http://schemas.microsoft.com/office/drawing/2014/main" id="{F1BA857F-4D52-4220-A744-A41D9BCFE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122"/>
              <a:ext cx="70" cy="116"/>
            </a:xfrm>
            <a:custGeom>
              <a:avLst/>
              <a:gdLst>
                <a:gd name="T0" fmla="*/ 0 w 23"/>
                <a:gd name="T1" fmla="*/ 913 h 38"/>
                <a:gd name="T2" fmla="*/ 539 w 23"/>
                <a:gd name="T3" fmla="*/ 626 h 38"/>
                <a:gd name="T4" fmla="*/ 648 w 23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8">
                  <a:moveTo>
                    <a:pt x="0" y="32"/>
                  </a:moveTo>
                  <a:cubicBezTo>
                    <a:pt x="19" y="38"/>
                    <a:pt x="19" y="22"/>
                    <a:pt x="19" y="22"/>
                  </a:cubicBezTo>
                  <a:cubicBezTo>
                    <a:pt x="20" y="18"/>
                    <a:pt x="21" y="10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6" name="Freeform 345">
              <a:extLst>
                <a:ext uri="{FF2B5EF4-FFF2-40B4-BE49-F238E27FC236}">
                  <a16:creationId xmlns:a16="http://schemas.microsoft.com/office/drawing/2014/main" id="{C5A205E7-8330-4678-9A18-C39A3088E2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1" y="2344"/>
              <a:ext cx="73" cy="323"/>
            </a:xfrm>
            <a:custGeom>
              <a:avLst/>
              <a:gdLst>
                <a:gd name="T0" fmla="*/ 0 w 24"/>
                <a:gd name="T1" fmla="*/ 0 h 106"/>
                <a:gd name="T2" fmla="*/ 167 w 24"/>
                <a:gd name="T3" fmla="*/ 427 h 106"/>
                <a:gd name="T4" fmla="*/ 344 w 24"/>
                <a:gd name="T5" fmla="*/ 676 h 106"/>
                <a:gd name="T6" fmla="*/ 426 w 24"/>
                <a:gd name="T7" fmla="*/ 817 h 106"/>
                <a:gd name="T8" fmla="*/ 426 w 24"/>
                <a:gd name="T9" fmla="*/ 817 h 106"/>
                <a:gd name="T10" fmla="*/ 593 w 24"/>
                <a:gd name="T11" fmla="*/ 2916 h 106"/>
                <a:gd name="T12" fmla="*/ 648 w 24"/>
                <a:gd name="T13" fmla="*/ 2998 h 106"/>
                <a:gd name="T14" fmla="*/ 648 w 24"/>
                <a:gd name="T15" fmla="*/ 2916 h 106"/>
                <a:gd name="T16" fmla="*/ 675 w 24"/>
                <a:gd name="T17" fmla="*/ 2154 h 106"/>
                <a:gd name="T18" fmla="*/ 648 w 24"/>
                <a:gd name="T19" fmla="*/ 1161 h 106"/>
                <a:gd name="T20" fmla="*/ 648 w 24"/>
                <a:gd name="T21" fmla="*/ 1134 h 106"/>
                <a:gd name="T22" fmla="*/ 621 w 24"/>
                <a:gd name="T23" fmla="*/ 1134 h 106"/>
                <a:gd name="T24" fmla="*/ 621 w 24"/>
                <a:gd name="T25" fmla="*/ 1106 h 106"/>
                <a:gd name="T26" fmla="*/ 398 w 24"/>
                <a:gd name="T27" fmla="*/ 649 h 106"/>
                <a:gd name="T28" fmla="*/ 222 w 24"/>
                <a:gd name="T29" fmla="*/ 399 h 106"/>
                <a:gd name="T30" fmla="*/ 0 w 24"/>
                <a:gd name="T31" fmla="*/ 0 h 106"/>
                <a:gd name="T32" fmla="*/ 426 w 24"/>
                <a:gd name="T33" fmla="*/ 1188 h 106"/>
                <a:gd name="T34" fmla="*/ 453 w 24"/>
                <a:gd name="T35" fmla="*/ 844 h 106"/>
                <a:gd name="T36" fmla="*/ 566 w 24"/>
                <a:gd name="T37" fmla="*/ 1106 h 106"/>
                <a:gd name="T38" fmla="*/ 593 w 24"/>
                <a:gd name="T39" fmla="*/ 1161 h 106"/>
                <a:gd name="T40" fmla="*/ 621 w 24"/>
                <a:gd name="T41" fmla="*/ 2154 h 106"/>
                <a:gd name="T42" fmla="*/ 621 w 24"/>
                <a:gd name="T43" fmla="*/ 2749 h 106"/>
                <a:gd name="T44" fmla="*/ 426 w 24"/>
                <a:gd name="T45" fmla="*/ 1188 h 10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" h="106">
                  <a:moveTo>
                    <a:pt x="0" y="0"/>
                  </a:moveTo>
                  <a:cubicBezTo>
                    <a:pt x="2" y="5"/>
                    <a:pt x="4" y="9"/>
                    <a:pt x="6" y="1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3" y="26"/>
                    <a:pt x="14" y="27"/>
                    <a:pt x="15" y="29"/>
                  </a:cubicBezTo>
                  <a:cubicBezTo>
                    <a:pt x="14" y="29"/>
                    <a:pt x="15" y="29"/>
                    <a:pt x="15" y="29"/>
                  </a:cubicBezTo>
                  <a:cubicBezTo>
                    <a:pt x="12" y="47"/>
                    <a:pt x="16" y="91"/>
                    <a:pt x="21" y="103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4" y="94"/>
                    <a:pt x="24" y="85"/>
                    <a:pt x="24" y="76"/>
                  </a:cubicBezTo>
                  <a:cubicBezTo>
                    <a:pt x="24" y="65"/>
                    <a:pt x="24" y="54"/>
                    <a:pt x="23" y="41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1" y="35"/>
                    <a:pt x="17" y="28"/>
                    <a:pt x="14" y="2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6" y="9"/>
                    <a:pt x="2" y="5"/>
                    <a:pt x="0" y="0"/>
                  </a:cubicBezTo>
                  <a:close/>
                  <a:moveTo>
                    <a:pt x="15" y="42"/>
                  </a:moveTo>
                  <a:cubicBezTo>
                    <a:pt x="15" y="38"/>
                    <a:pt x="15" y="34"/>
                    <a:pt x="16" y="30"/>
                  </a:cubicBezTo>
                  <a:cubicBezTo>
                    <a:pt x="18" y="34"/>
                    <a:pt x="19" y="37"/>
                    <a:pt x="20" y="39"/>
                  </a:cubicBezTo>
                  <a:cubicBezTo>
                    <a:pt x="20" y="39"/>
                    <a:pt x="20" y="40"/>
                    <a:pt x="21" y="41"/>
                  </a:cubicBezTo>
                  <a:cubicBezTo>
                    <a:pt x="22" y="54"/>
                    <a:pt x="22" y="65"/>
                    <a:pt x="22" y="76"/>
                  </a:cubicBezTo>
                  <a:cubicBezTo>
                    <a:pt x="22" y="83"/>
                    <a:pt x="22" y="90"/>
                    <a:pt x="22" y="97"/>
                  </a:cubicBezTo>
                  <a:cubicBezTo>
                    <a:pt x="18" y="85"/>
                    <a:pt x="15" y="60"/>
                    <a:pt x="15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7" name="Freeform 346">
              <a:extLst>
                <a:ext uri="{FF2B5EF4-FFF2-40B4-BE49-F238E27FC236}">
                  <a16:creationId xmlns:a16="http://schemas.microsoft.com/office/drawing/2014/main" id="{302DC0E0-9B5D-4CAD-BEA8-2672D2505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265"/>
              <a:ext cx="52" cy="159"/>
            </a:xfrm>
            <a:custGeom>
              <a:avLst/>
              <a:gdLst>
                <a:gd name="T0" fmla="*/ 263 w 17"/>
                <a:gd name="T1" fmla="*/ 0 h 52"/>
                <a:gd name="T2" fmla="*/ 346 w 17"/>
                <a:gd name="T3" fmla="*/ 682 h 52"/>
                <a:gd name="T4" fmla="*/ 404 w 17"/>
                <a:gd name="T5" fmla="*/ 1290 h 52"/>
                <a:gd name="T6" fmla="*/ 0 w 17"/>
                <a:gd name="T7" fmla="*/ 541 h 52"/>
                <a:gd name="T8" fmla="*/ 0 w 17"/>
                <a:gd name="T9" fmla="*/ 541 h 52"/>
                <a:gd name="T10" fmla="*/ 431 w 17"/>
                <a:gd name="T11" fmla="*/ 1403 h 52"/>
                <a:gd name="T12" fmla="*/ 486 w 17"/>
                <a:gd name="T13" fmla="*/ 1486 h 52"/>
                <a:gd name="T14" fmla="*/ 404 w 17"/>
                <a:gd name="T15" fmla="*/ 682 h 52"/>
                <a:gd name="T16" fmla="*/ 291 w 17"/>
                <a:gd name="T17" fmla="*/ 0 h 52"/>
                <a:gd name="T18" fmla="*/ 263 w 17"/>
                <a:gd name="T19" fmla="*/ 0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52">
                  <a:moveTo>
                    <a:pt x="9" y="0"/>
                  </a:move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4" y="39"/>
                    <a:pt x="14" y="45"/>
                  </a:cubicBezTo>
                  <a:cubicBezTo>
                    <a:pt x="10" y="38"/>
                    <a:pt x="3" y="26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24"/>
                    <a:pt x="8" y="41"/>
                    <a:pt x="15" y="49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8" name="Freeform 347">
              <a:extLst>
                <a:ext uri="{FF2B5EF4-FFF2-40B4-BE49-F238E27FC236}">
                  <a16:creationId xmlns:a16="http://schemas.microsoft.com/office/drawing/2014/main" id="{0DA8BCC3-52D2-4CD9-B82A-A0DADA872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116"/>
              <a:ext cx="52" cy="238"/>
            </a:xfrm>
            <a:custGeom>
              <a:avLst/>
              <a:gdLst>
                <a:gd name="T0" fmla="*/ 0 w 17"/>
                <a:gd name="T1" fmla="*/ 0 h 78"/>
                <a:gd name="T2" fmla="*/ 291 w 17"/>
                <a:gd name="T3" fmla="*/ 1221 h 78"/>
                <a:gd name="T4" fmla="*/ 431 w 17"/>
                <a:gd name="T5" fmla="*/ 2215 h 78"/>
                <a:gd name="T6" fmla="*/ 486 w 17"/>
                <a:gd name="T7" fmla="*/ 2215 h 78"/>
                <a:gd name="T8" fmla="*/ 346 w 17"/>
                <a:gd name="T9" fmla="*/ 1221 h 78"/>
                <a:gd name="T10" fmla="*/ 28 w 17"/>
                <a:gd name="T11" fmla="*/ 0 h 78"/>
                <a:gd name="T12" fmla="*/ 0 w 17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78">
                  <a:moveTo>
                    <a:pt x="0" y="0"/>
                  </a:moveTo>
                  <a:cubicBezTo>
                    <a:pt x="4" y="10"/>
                    <a:pt x="7" y="27"/>
                    <a:pt x="10" y="43"/>
                  </a:cubicBezTo>
                  <a:cubicBezTo>
                    <a:pt x="12" y="57"/>
                    <a:pt x="14" y="70"/>
                    <a:pt x="15" y="78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6" y="69"/>
                    <a:pt x="14" y="56"/>
                    <a:pt x="12" y="43"/>
                  </a:cubicBezTo>
                  <a:cubicBezTo>
                    <a:pt x="8" y="26"/>
                    <a:pt x="4" y="1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9" name="Freeform 348">
              <a:extLst>
                <a:ext uri="{FF2B5EF4-FFF2-40B4-BE49-F238E27FC236}">
                  <a16:creationId xmlns:a16="http://schemas.microsoft.com/office/drawing/2014/main" id="{14977EDA-E8EB-4F48-BCFF-479DB1EDF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835"/>
              <a:ext cx="496" cy="539"/>
            </a:xfrm>
            <a:custGeom>
              <a:avLst/>
              <a:gdLst>
                <a:gd name="T0" fmla="*/ 0 w 163"/>
                <a:gd name="T1" fmla="*/ 4997 h 177"/>
                <a:gd name="T2" fmla="*/ 3435 w 163"/>
                <a:gd name="T3" fmla="*/ 2512 h 177"/>
                <a:gd name="T4" fmla="*/ 4288 w 163"/>
                <a:gd name="T5" fmla="*/ 2235 h 177"/>
                <a:gd name="T6" fmla="*/ 4592 w 163"/>
                <a:gd name="T7" fmla="*/ 0 h 177"/>
                <a:gd name="T8" fmla="*/ 4455 w 163"/>
                <a:gd name="T9" fmla="*/ 2792 h 177"/>
                <a:gd name="T10" fmla="*/ 3213 w 163"/>
                <a:gd name="T11" fmla="*/ 2680 h 177"/>
                <a:gd name="T12" fmla="*/ 0 w 163"/>
                <a:gd name="T13" fmla="*/ 4997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3" h="177">
                  <a:moveTo>
                    <a:pt x="0" y="177"/>
                  </a:moveTo>
                  <a:cubicBezTo>
                    <a:pt x="11" y="138"/>
                    <a:pt x="53" y="73"/>
                    <a:pt x="122" y="89"/>
                  </a:cubicBezTo>
                  <a:cubicBezTo>
                    <a:pt x="141" y="95"/>
                    <a:pt x="151" y="94"/>
                    <a:pt x="152" y="79"/>
                  </a:cubicBezTo>
                  <a:cubicBezTo>
                    <a:pt x="153" y="64"/>
                    <a:pt x="155" y="20"/>
                    <a:pt x="163" y="0"/>
                  </a:cubicBezTo>
                  <a:cubicBezTo>
                    <a:pt x="157" y="27"/>
                    <a:pt x="162" y="81"/>
                    <a:pt x="158" y="99"/>
                  </a:cubicBezTo>
                  <a:cubicBezTo>
                    <a:pt x="154" y="117"/>
                    <a:pt x="137" y="96"/>
                    <a:pt x="114" y="95"/>
                  </a:cubicBezTo>
                  <a:cubicBezTo>
                    <a:pt x="91" y="94"/>
                    <a:pt x="31" y="104"/>
                    <a:pt x="0" y="177"/>
                  </a:cubicBezTo>
                  <a:close/>
                </a:path>
              </a:pathLst>
            </a:custGeom>
            <a:solidFill>
              <a:srgbClr val="F6B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0" name="Freeform 349">
              <a:extLst>
                <a:ext uri="{FF2B5EF4-FFF2-40B4-BE49-F238E27FC236}">
                  <a16:creationId xmlns:a16="http://schemas.microsoft.com/office/drawing/2014/main" id="{A879BEE7-A5EC-4C51-868F-305CC9640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118"/>
              <a:ext cx="40" cy="15"/>
            </a:xfrm>
            <a:custGeom>
              <a:avLst/>
              <a:gdLst>
                <a:gd name="T0" fmla="*/ 209 w 13"/>
                <a:gd name="T1" fmla="*/ 0 h 5"/>
                <a:gd name="T2" fmla="*/ 0 w 13"/>
                <a:gd name="T3" fmla="*/ 135 h 5"/>
                <a:gd name="T4" fmla="*/ 292 w 1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7" y="0"/>
                  </a:moveTo>
                  <a:cubicBezTo>
                    <a:pt x="4" y="1"/>
                    <a:pt x="1" y="3"/>
                    <a:pt x="0" y="5"/>
                  </a:cubicBezTo>
                  <a:cubicBezTo>
                    <a:pt x="3" y="4"/>
                    <a:pt x="13" y="5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1" name="Freeform 350">
              <a:extLst>
                <a:ext uri="{FF2B5EF4-FFF2-40B4-BE49-F238E27FC236}">
                  <a16:creationId xmlns:a16="http://schemas.microsoft.com/office/drawing/2014/main" id="{1BD26AE7-5211-443C-9E5F-A595CE7A2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109"/>
              <a:ext cx="21" cy="12"/>
            </a:xfrm>
            <a:custGeom>
              <a:avLst/>
              <a:gdLst>
                <a:gd name="T0" fmla="*/ 27 w 7"/>
                <a:gd name="T1" fmla="*/ 54 h 4"/>
                <a:gd name="T2" fmla="*/ 27 w 7"/>
                <a:gd name="T3" fmla="*/ 108 h 4"/>
                <a:gd name="T4" fmla="*/ 189 w 7"/>
                <a:gd name="T5" fmla="*/ 27 h 4"/>
                <a:gd name="T6" fmla="*/ 162 w 7"/>
                <a:gd name="T7" fmla="*/ 2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1" y="2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3" y="3"/>
                    <a:pt x="5" y="2"/>
                    <a:pt x="7" y="1"/>
                  </a:cubicBezTo>
                  <a:cubicBezTo>
                    <a:pt x="7" y="0"/>
                    <a:pt x="6" y="1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2" name="Freeform 351">
              <a:extLst>
                <a:ext uri="{FF2B5EF4-FFF2-40B4-BE49-F238E27FC236}">
                  <a16:creationId xmlns:a16="http://schemas.microsoft.com/office/drawing/2014/main" id="{07E04AED-CFBC-4F53-B4C7-8D4DFBC86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148"/>
              <a:ext cx="18" cy="19"/>
            </a:xfrm>
            <a:custGeom>
              <a:avLst/>
              <a:gdLst>
                <a:gd name="T0" fmla="*/ 162 w 6"/>
                <a:gd name="T1" fmla="*/ 0 h 6"/>
                <a:gd name="T2" fmla="*/ 0 w 6"/>
                <a:gd name="T3" fmla="*/ 19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1"/>
                    <a:pt x="0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3" name="Freeform 352">
              <a:extLst>
                <a:ext uri="{FF2B5EF4-FFF2-40B4-BE49-F238E27FC236}">
                  <a16:creationId xmlns:a16="http://schemas.microsoft.com/office/drawing/2014/main" id="{94D5D8A1-E3C3-442B-AF23-2CB413715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097"/>
              <a:ext cx="36" cy="51"/>
            </a:xfrm>
            <a:custGeom>
              <a:avLst/>
              <a:gdLst>
                <a:gd name="T0" fmla="*/ 0 w 12"/>
                <a:gd name="T1" fmla="*/ 243 h 17"/>
                <a:gd name="T2" fmla="*/ 297 w 12"/>
                <a:gd name="T3" fmla="*/ 0 h 17"/>
                <a:gd name="T4" fmla="*/ 27 w 12"/>
                <a:gd name="T5" fmla="*/ 27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9"/>
                  </a:moveTo>
                  <a:cubicBezTo>
                    <a:pt x="6" y="11"/>
                    <a:pt x="10" y="3"/>
                    <a:pt x="11" y="0"/>
                  </a:cubicBezTo>
                  <a:cubicBezTo>
                    <a:pt x="12" y="5"/>
                    <a:pt x="6" y="17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4" name="Freeform 353">
              <a:extLst>
                <a:ext uri="{FF2B5EF4-FFF2-40B4-BE49-F238E27FC236}">
                  <a16:creationId xmlns:a16="http://schemas.microsoft.com/office/drawing/2014/main" id="{731C4FF7-E409-4D84-8C1D-FDE43594F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075"/>
              <a:ext cx="6" cy="15"/>
            </a:xfrm>
            <a:custGeom>
              <a:avLst/>
              <a:gdLst>
                <a:gd name="T0" fmla="*/ 27 w 2"/>
                <a:gd name="T1" fmla="*/ 0 h 5"/>
                <a:gd name="T2" fmla="*/ 0 w 2"/>
                <a:gd name="T3" fmla="*/ 135 h 5"/>
                <a:gd name="T4" fmla="*/ 54 w 2"/>
                <a:gd name="T5" fmla="*/ 108 h 5"/>
                <a:gd name="T6" fmla="*/ 27 w 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5" name="Freeform 354">
              <a:extLst>
                <a:ext uri="{FF2B5EF4-FFF2-40B4-BE49-F238E27FC236}">
                  <a16:creationId xmlns:a16="http://schemas.microsoft.com/office/drawing/2014/main" id="{F1BA8953-CC5F-4D94-9F30-6385CD977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3118"/>
              <a:ext cx="13" cy="12"/>
            </a:xfrm>
            <a:custGeom>
              <a:avLst/>
              <a:gdLst>
                <a:gd name="T0" fmla="*/ 137 w 4"/>
                <a:gd name="T1" fmla="*/ 54 h 4"/>
                <a:gd name="T2" fmla="*/ 0 w 4"/>
                <a:gd name="T3" fmla="*/ 27 h 4"/>
                <a:gd name="T4" fmla="*/ 137 w 4"/>
                <a:gd name="T5" fmla="*/ 10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1"/>
                    <a:pt x="2" y="0"/>
                    <a:pt x="0" y="1"/>
                  </a:cubicBezTo>
                  <a:cubicBezTo>
                    <a:pt x="1" y="2"/>
                    <a:pt x="3" y="4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6" name="Freeform 355">
              <a:extLst>
                <a:ext uri="{FF2B5EF4-FFF2-40B4-BE49-F238E27FC236}">
                  <a16:creationId xmlns:a16="http://schemas.microsoft.com/office/drawing/2014/main" id="{570304AB-CF2D-408C-98F5-12C36541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478"/>
              <a:ext cx="37" cy="241"/>
            </a:xfrm>
            <a:custGeom>
              <a:avLst/>
              <a:gdLst>
                <a:gd name="T0" fmla="*/ 352 w 12"/>
                <a:gd name="T1" fmla="*/ 2242 h 79"/>
                <a:gd name="T2" fmla="*/ 86 w 12"/>
                <a:gd name="T3" fmla="*/ 0 h 79"/>
                <a:gd name="T4" fmla="*/ 352 w 12"/>
                <a:gd name="T5" fmla="*/ 2242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9">
                  <a:moveTo>
                    <a:pt x="12" y="79"/>
                  </a:moveTo>
                  <a:cubicBezTo>
                    <a:pt x="3" y="57"/>
                    <a:pt x="0" y="22"/>
                    <a:pt x="3" y="0"/>
                  </a:cubicBezTo>
                  <a:cubicBezTo>
                    <a:pt x="3" y="8"/>
                    <a:pt x="11" y="75"/>
                    <a:pt x="12" y="79"/>
                  </a:cubicBezTo>
                  <a:close/>
                </a:path>
              </a:pathLst>
            </a:custGeom>
            <a:solidFill>
              <a:srgbClr val="F6B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7" name="Freeform 356">
              <a:extLst>
                <a:ext uri="{FF2B5EF4-FFF2-40B4-BE49-F238E27FC236}">
                  <a16:creationId xmlns:a16="http://schemas.microsoft.com/office/drawing/2014/main" id="{7F237B02-97BA-4357-9DB1-FB32DABA1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177"/>
              <a:ext cx="61" cy="502"/>
            </a:xfrm>
            <a:custGeom>
              <a:avLst/>
              <a:gdLst>
                <a:gd name="T0" fmla="*/ 0 w 20"/>
                <a:gd name="T1" fmla="*/ 0 h 165"/>
                <a:gd name="T2" fmla="*/ 317 w 20"/>
                <a:gd name="T3" fmla="*/ 4646 h 165"/>
                <a:gd name="T4" fmla="*/ 0 w 20"/>
                <a:gd name="T5" fmla="*/ 0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5">
                  <a:moveTo>
                    <a:pt x="0" y="0"/>
                  </a:moveTo>
                  <a:cubicBezTo>
                    <a:pt x="4" y="24"/>
                    <a:pt x="18" y="105"/>
                    <a:pt x="11" y="165"/>
                  </a:cubicBezTo>
                  <a:cubicBezTo>
                    <a:pt x="20" y="126"/>
                    <a:pt x="17" y="56"/>
                    <a:pt x="0" y="0"/>
                  </a:cubicBezTo>
                  <a:close/>
                </a:path>
              </a:pathLst>
            </a:custGeom>
            <a:solidFill>
              <a:srgbClr val="F6B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8" name="Freeform 357">
              <a:extLst>
                <a:ext uri="{FF2B5EF4-FFF2-40B4-BE49-F238E27FC236}">
                  <a16:creationId xmlns:a16="http://schemas.microsoft.com/office/drawing/2014/main" id="{496EED7D-6FA0-4015-AD0A-1ACE7674B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90"/>
              <a:ext cx="48" cy="101"/>
            </a:xfrm>
            <a:custGeom>
              <a:avLst/>
              <a:gdLst>
                <a:gd name="T0" fmla="*/ 0 w 16"/>
                <a:gd name="T1" fmla="*/ 722 h 33"/>
                <a:gd name="T2" fmla="*/ 189 w 16"/>
                <a:gd name="T3" fmla="*/ 404 h 33"/>
                <a:gd name="T4" fmla="*/ 432 w 16"/>
                <a:gd name="T5" fmla="*/ 0 h 33"/>
                <a:gd name="T6" fmla="*/ 216 w 16"/>
                <a:gd name="T7" fmla="*/ 459 h 33"/>
                <a:gd name="T8" fmla="*/ 0 w 16"/>
                <a:gd name="T9" fmla="*/ 77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3">
                  <a:moveTo>
                    <a:pt x="0" y="25"/>
                  </a:moveTo>
                  <a:cubicBezTo>
                    <a:pt x="5" y="29"/>
                    <a:pt x="6" y="17"/>
                    <a:pt x="7" y="14"/>
                  </a:cubicBezTo>
                  <a:cubicBezTo>
                    <a:pt x="8" y="8"/>
                    <a:pt x="10" y="3"/>
                    <a:pt x="16" y="0"/>
                  </a:cubicBezTo>
                  <a:cubicBezTo>
                    <a:pt x="11" y="3"/>
                    <a:pt x="9" y="11"/>
                    <a:pt x="8" y="16"/>
                  </a:cubicBezTo>
                  <a:cubicBezTo>
                    <a:pt x="8" y="18"/>
                    <a:pt x="4" y="33"/>
                    <a:pt x="0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9" name="Freeform 358">
              <a:extLst>
                <a:ext uri="{FF2B5EF4-FFF2-40B4-BE49-F238E27FC236}">
                  <a16:creationId xmlns:a16="http://schemas.microsoft.com/office/drawing/2014/main" id="{5D0A50FF-BC15-48E9-9F1D-993050E6C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541"/>
              <a:ext cx="39" cy="94"/>
            </a:xfrm>
            <a:custGeom>
              <a:avLst/>
              <a:gdLst>
                <a:gd name="T0" fmla="*/ 0 w 13"/>
                <a:gd name="T1" fmla="*/ 864 h 31"/>
                <a:gd name="T2" fmla="*/ 351 w 13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1">
                  <a:moveTo>
                    <a:pt x="0" y="31"/>
                  </a:moveTo>
                  <a:cubicBezTo>
                    <a:pt x="1" y="21"/>
                    <a:pt x="8" y="9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0" name="Freeform 359">
              <a:extLst>
                <a:ext uri="{FF2B5EF4-FFF2-40B4-BE49-F238E27FC236}">
                  <a16:creationId xmlns:a16="http://schemas.microsoft.com/office/drawing/2014/main" id="{5AD9ED2A-B630-4132-972D-DEAD90BD4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180"/>
              <a:ext cx="42" cy="131"/>
            </a:xfrm>
            <a:custGeom>
              <a:avLst/>
              <a:gdLst>
                <a:gd name="T0" fmla="*/ 378 w 14"/>
                <a:gd name="T1" fmla="*/ 0 h 43"/>
                <a:gd name="T2" fmla="*/ 54 w 14"/>
                <a:gd name="T3" fmla="*/ 1216 h 43"/>
                <a:gd name="T4" fmla="*/ 270 w 14"/>
                <a:gd name="T5" fmla="*/ 649 h 43"/>
                <a:gd name="T6" fmla="*/ 378 w 14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3">
                  <a:moveTo>
                    <a:pt x="14" y="0"/>
                  </a:moveTo>
                  <a:cubicBezTo>
                    <a:pt x="0" y="10"/>
                    <a:pt x="13" y="31"/>
                    <a:pt x="2" y="43"/>
                  </a:cubicBezTo>
                  <a:cubicBezTo>
                    <a:pt x="8" y="38"/>
                    <a:pt x="9" y="31"/>
                    <a:pt x="10" y="23"/>
                  </a:cubicBezTo>
                  <a:cubicBezTo>
                    <a:pt x="10" y="18"/>
                    <a:pt x="9" y="3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1" name="Freeform 360">
              <a:extLst>
                <a:ext uri="{FF2B5EF4-FFF2-40B4-BE49-F238E27FC236}">
                  <a16:creationId xmlns:a16="http://schemas.microsoft.com/office/drawing/2014/main" id="{DF38B390-7927-464C-884F-C453FAF9B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485"/>
              <a:ext cx="61" cy="48"/>
            </a:xfrm>
            <a:custGeom>
              <a:avLst/>
              <a:gdLst>
                <a:gd name="T0" fmla="*/ 0 w 20"/>
                <a:gd name="T1" fmla="*/ 432 h 16"/>
                <a:gd name="T2" fmla="*/ 567 w 20"/>
                <a:gd name="T3" fmla="*/ 81 h 16"/>
                <a:gd name="T4" fmla="*/ 82 w 20"/>
                <a:gd name="T5" fmla="*/ 37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0" y="16"/>
                  </a:moveTo>
                  <a:cubicBezTo>
                    <a:pt x="2" y="9"/>
                    <a:pt x="12" y="0"/>
                    <a:pt x="20" y="3"/>
                  </a:cubicBezTo>
                  <a:cubicBezTo>
                    <a:pt x="14" y="4"/>
                    <a:pt x="6" y="8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2" name="Freeform 361">
              <a:extLst>
                <a:ext uri="{FF2B5EF4-FFF2-40B4-BE49-F238E27FC236}">
                  <a16:creationId xmlns:a16="http://schemas.microsoft.com/office/drawing/2014/main" id="{EAF0BEFD-9129-4909-AA57-1B1B0B651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556"/>
              <a:ext cx="15" cy="82"/>
            </a:xfrm>
            <a:custGeom>
              <a:avLst/>
              <a:gdLst>
                <a:gd name="T0" fmla="*/ 54 w 5"/>
                <a:gd name="T1" fmla="*/ 0 h 27"/>
                <a:gd name="T2" fmla="*/ 81 w 5"/>
                <a:gd name="T3" fmla="*/ 756 h 27"/>
                <a:gd name="T4" fmla="*/ 108 w 5"/>
                <a:gd name="T5" fmla="*/ 358 h 27"/>
                <a:gd name="T6" fmla="*/ 81 w 5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7">
                  <a:moveTo>
                    <a:pt x="2" y="0"/>
                  </a:moveTo>
                  <a:cubicBezTo>
                    <a:pt x="5" y="8"/>
                    <a:pt x="0" y="18"/>
                    <a:pt x="3" y="27"/>
                  </a:cubicBezTo>
                  <a:cubicBezTo>
                    <a:pt x="4" y="23"/>
                    <a:pt x="4" y="17"/>
                    <a:pt x="4" y="13"/>
                  </a:cubicBezTo>
                  <a:cubicBezTo>
                    <a:pt x="4" y="9"/>
                    <a:pt x="4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3" name="Freeform 362">
              <a:extLst>
                <a:ext uri="{FF2B5EF4-FFF2-40B4-BE49-F238E27FC236}">
                  <a16:creationId xmlns:a16="http://schemas.microsoft.com/office/drawing/2014/main" id="{4288401C-8512-4BB1-BCB0-4E0F30F74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958"/>
              <a:ext cx="85" cy="33"/>
            </a:xfrm>
            <a:custGeom>
              <a:avLst/>
              <a:gdLst>
                <a:gd name="T0" fmla="*/ 0 w 28"/>
                <a:gd name="T1" fmla="*/ 108 h 11"/>
                <a:gd name="T2" fmla="*/ 783 w 28"/>
                <a:gd name="T3" fmla="*/ 297 h 11"/>
                <a:gd name="T4" fmla="*/ 480 w 28"/>
                <a:gd name="T5" fmla="*/ 81 h 11"/>
                <a:gd name="T6" fmla="*/ 0 w 28"/>
                <a:gd name="T7" fmla="*/ 10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1">
                  <a:moveTo>
                    <a:pt x="0" y="4"/>
                  </a:moveTo>
                  <a:cubicBezTo>
                    <a:pt x="10" y="6"/>
                    <a:pt x="21" y="0"/>
                    <a:pt x="28" y="11"/>
                  </a:cubicBezTo>
                  <a:cubicBezTo>
                    <a:pt x="25" y="7"/>
                    <a:pt x="23" y="4"/>
                    <a:pt x="17" y="3"/>
                  </a:cubicBezTo>
                  <a:cubicBezTo>
                    <a:pt x="13" y="2"/>
                    <a:pt x="3" y="5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4" name="Freeform 363">
              <a:extLst>
                <a:ext uri="{FF2B5EF4-FFF2-40B4-BE49-F238E27FC236}">
                  <a16:creationId xmlns:a16="http://schemas.microsoft.com/office/drawing/2014/main" id="{54DE3771-64A2-4740-BB92-0AC3484D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3389"/>
              <a:ext cx="88" cy="76"/>
            </a:xfrm>
            <a:custGeom>
              <a:avLst/>
              <a:gdLst>
                <a:gd name="T0" fmla="*/ 0 w 29"/>
                <a:gd name="T1" fmla="*/ 304 h 25"/>
                <a:gd name="T2" fmla="*/ 425 w 29"/>
                <a:gd name="T3" fmla="*/ 27 h 25"/>
                <a:gd name="T4" fmla="*/ 783 w 29"/>
                <a:gd name="T5" fmla="*/ 398 h 25"/>
                <a:gd name="T6" fmla="*/ 358 w 29"/>
                <a:gd name="T7" fmla="*/ 675 h 25"/>
                <a:gd name="T8" fmla="*/ 0 w 29"/>
                <a:gd name="T9" fmla="*/ 30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5">
                  <a:moveTo>
                    <a:pt x="0" y="11"/>
                  </a:moveTo>
                  <a:cubicBezTo>
                    <a:pt x="1" y="5"/>
                    <a:pt x="8" y="0"/>
                    <a:pt x="15" y="1"/>
                  </a:cubicBezTo>
                  <a:cubicBezTo>
                    <a:pt x="23" y="2"/>
                    <a:pt x="29" y="8"/>
                    <a:pt x="28" y="14"/>
                  </a:cubicBezTo>
                  <a:cubicBezTo>
                    <a:pt x="27" y="20"/>
                    <a:pt x="20" y="25"/>
                    <a:pt x="13" y="24"/>
                  </a:cubicBezTo>
                  <a:cubicBezTo>
                    <a:pt x="5" y="23"/>
                    <a:pt x="0" y="17"/>
                    <a:pt x="0" y="11"/>
                  </a:cubicBezTo>
                  <a:close/>
                </a:path>
              </a:pathLst>
            </a:custGeom>
            <a:solidFill>
              <a:srgbClr val="F6B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5" name="Freeform 364">
              <a:extLst>
                <a:ext uri="{FF2B5EF4-FFF2-40B4-BE49-F238E27FC236}">
                  <a16:creationId xmlns:a16="http://schemas.microsoft.com/office/drawing/2014/main" id="{5223AD4D-C4E1-4381-AD8E-E2B0BD8F7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3401"/>
              <a:ext cx="64" cy="55"/>
            </a:xfrm>
            <a:custGeom>
              <a:avLst/>
              <a:gdLst>
                <a:gd name="T0" fmla="*/ 27 w 21"/>
                <a:gd name="T1" fmla="*/ 223 h 18"/>
                <a:gd name="T2" fmla="*/ 344 w 21"/>
                <a:gd name="T3" fmla="*/ 28 h 18"/>
                <a:gd name="T4" fmla="*/ 594 w 21"/>
                <a:gd name="T5" fmla="*/ 290 h 18"/>
                <a:gd name="T6" fmla="*/ 277 w 21"/>
                <a:gd name="T7" fmla="*/ 513 h 18"/>
                <a:gd name="T8" fmla="*/ 27 w 21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1" y="8"/>
                  </a:moveTo>
                  <a:cubicBezTo>
                    <a:pt x="1" y="3"/>
                    <a:pt x="6" y="0"/>
                    <a:pt x="12" y="1"/>
                  </a:cubicBezTo>
                  <a:cubicBezTo>
                    <a:pt x="17" y="1"/>
                    <a:pt x="21" y="6"/>
                    <a:pt x="21" y="10"/>
                  </a:cubicBezTo>
                  <a:cubicBezTo>
                    <a:pt x="20" y="15"/>
                    <a:pt x="15" y="18"/>
                    <a:pt x="10" y="18"/>
                  </a:cubicBezTo>
                  <a:cubicBezTo>
                    <a:pt x="4" y="17"/>
                    <a:pt x="0" y="13"/>
                    <a:pt x="1" y="8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6" name="Freeform 365">
              <a:extLst>
                <a:ext uri="{FF2B5EF4-FFF2-40B4-BE49-F238E27FC236}">
                  <a16:creationId xmlns:a16="http://schemas.microsoft.com/office/drawing/2014/main" id="{4682948F-B6CE-4F73-BECD-C1C1F51A3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401"/>
              <a:ext cx="52" cy="34"/>
            </a:xfrm>
            <a:custGeom>
              <a:avLst/>
              <a:gdLst>
                <a:gd name="T0" fmla="*/ 263 w 17"/>
                <a:gd name="T1" fmla="*/ 28 h 11"/>
                <a:gd name="T2" fmla="*/ 0 w 17"/>
                <a:gd name="T3" fmla="*/ 114 h 11"/>
                <a:gd name="T4" fmla="*/ 223 w 17"/>
                <a:gd name="T5" fmla="*/ 297 h 11"/>
                <a:gd name="T6" fmla="*/ 486 w 17"/>
                <a:gd name="T7" fmla="*/ 210 h 11"/>
                <a:gd name="T8" fmla="*/ 263 w 17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9" y="1"/>
                  </a:moveTo>
                  <a:cubicBezTo>
                    <a:pt x="5" y="0"/>
                    <a:pt x="2" y="2"/>
                    <a:pt x="0" y="4"/>
                  </a:cubicBezTo>
                  <a:cubicBezTo>
                    <a:pt x="1" y="7"/>
                    <a:pt x="4" y="10"/>
                    <a:pt x="8" y="10"/>
                  </a:cubicBezTo>
                  <a:cubicBezTo>
                    <a:pt x="12" y="11"/>
                    <a:pt x="15" y="9"/>
                    <a:pt x="17" y="7"/>
                  </a:cubicBezTo>
                  <a:cubicBezTo>
                    <a:pt x="16" y="4"/>
                    <a:pt x="13" y="1"/>
                    <a:pt x="9" y="1"/>
                  </a:cubicBezTo>
                  <a:close/>
                </a:path>
              </a:pathLst>
            </a:custGeom>
            <a:solidFill>
              <a:srgbClr val="A80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7" name="Freeform 366">
              <a:extLst>
                <a:ext uri="{FF2B5EF4-FFF2-40B4-BE49-F238E27FC236}">
                  <a16:creationId xmlns:a16="http://schemas.microsoft.com/office/drawing/2014/main" id="{E0961EA2-BFE8-4D5B-96E3-0907BB700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548"/>
              <a:ext cx="49" cy="34"/>
            </a:xfrm>
            <a:custGeom>
              <a:avLst/>
              <a:gdLst>
                <a:gd name="T0" fmla="*/ 55 w 16"/>
                <a:gd name="T1" fmla="*/ 0 h 11"/>
                <a:gd name="T2" fmla="*/ 404 w 16"/>
                <a:gd name="T3" fmla="*/ 0 h 11"/>
                <a:gd name="T4" fmla="*/ 377 w 16"/>
                <a:gd name="T5" fmla="*/ 325 h 11"/>
                <a:gd name="T6" fmla="*/ 236 w 16"/>
                <a:gd name="T7" fmla="*/ 297 h 11"/>
                <a:gd name="T8" fmla="*/ 141 w 16"/>
                <a:gd name="T9" fmla="*/ 182 h 11"/>
                <a:gd name="T10" fmla="*/ 0 w 16"/>
                <a:gd name="T11" fmla="*/ 8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1">
                  <a:moveTo>
                    <a:pt x="2" y="0"/>
                  </a:moveTo>
                  <a:cubicBezTo>
                    <a:pt x="6" y="2"/>
                    <a:pt x="11" y="2"/>
                    <a:pt x="14" y="0"/>
                  </a:cubicBezTo>
                  <a:cubicBezTo>
                    <a:pt x="15" y="3"/>
                    <a:pt x="16" y="9"/>
                    <a:pt x="13" y="11"/>
                  </a:cubicBezTo>
                  <a:cubicBezTo>
                    <a:pt x="12" y="11"/>
                    <a:pt x="9" y="11"/>
                    <a:pt x="8" y="10"/>
                  </a:cubicBezTo>
                  <a:cubicBezTo>
                    <a:pt x="7" y="9"/>
                    <a:pt x="6" y="7"/>
                    <a:pt x="5" y="6"/>
                  </a:cubicBezTo>
                  <a:cubicBezTo>
                    <a:pt x="4" y="4"/>
                    <a:pt x="2" y="3"/>
                    <a:pt x="0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8" name="Freeform 367">
              <a:extLst>
                <a:ext uri="{FF2B5EF4-FFF2-40B4-BE49-F238E27FC236}">
                  <a16:creationId xmlns:a16="http://schemas.microsoft.com/office/drawing/2014/main" id="{38D4283B-A783-453B-AB2A-667C15836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536"/>
              <a:ext cx="49" cy="22"/>
            </a:xfrm>
            <a:custGeom>
              <a:avLst/>
              <a:gdLst>
                <a:gd name="T0" fmla="*/ 55 w 16"/>
                <a:gd name="T1" fmla="*/ 0 h 7"/>
                <a:gd name="T2" fmla="*/ 196 w 16"/>
                <a:gd name="T3" fmla="*/ 189 h 7"/>
                <a:gd name="T4" fmla="*/ 459 w 16"/>
                <a:gd name="T5" fmla="*/ 8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2" y="0"/>
                  </a:moveTo>
                  <a:cubicBezTo>
                    <a:pt x="0" y="3"/>
                    <a:pt x="5" y="5"/>
                    <a:pt x="7" y="6"/>
                  </a:cubicBezTo>
                  <a:cubicBezTo>
                    <a:pt x="10" y="7"/>
                    <a:pt x="14" y="6"/>
                    <a:pt x="16" y="3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9" name="Freeform 368">
              <a:extLst>
                <a:ext uri="{FF2B5EF4-FFF2-40B4-BE49-F238E27FC236}">
                  <a16:creationId xmlns:a16="http://schemas.microsoft.com/office/drawing/2014/main" id="{A5999EDD-B719-41BC-AC44-B1A493116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454"/>
              <a:ext cx="58" cy="49"/>
            </a:xfrm>
            <a:custGeom>
              <a:avLst/>
              <a:gdLst>
                <a:gd name="T0" fmla="*/ 27 w 19"/>
                <a:gd name="T1" fmla="*/ 141 h 16"/>
                <a:gd name="T2" fmla="*/ 250 w 19"/>
                <a:gd name="T3" fmla="*/ 113 h 16"/>
                <a:gd name="T4" fmla="*/ 400 w 19"/>
                <a:gd name="T5" fmla="*/ 28 h 16"/>
                <a:gd name="T6" fmla="*/ 458 w 19"/>
                <a:gd name="T7" fmla="*/ 0 h 16"/>
                <a:gd name="T8" fmla="*/ 513 w 19"/>
                <a:gd name="T9" fmla="*/ 55 h 16"/>
                <a:gd name="T10" fmla="*/ 427 w 19"/>
                <a:gd name="T11" fmla="*/ 291 h 16"/>
                <a:gd name="T12" fmla="*/ 0 w 19"/>
                <a:gd name="T13" fmla="*/ 26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6">
                  <a:moveTo>
                    <a:pt x="1" y="5"/>
                  </a:moveTo>
                  <a:cubicBezTo>
                    <a:pt x="3" y="7"/>
                    <a:pt x="7" y="5"/>
                    <a:pt x="9" y="4"/>
                  </a:cubicBezTo>
                  <a:cubicBezTo>
                    <a:pt x="11" y="3"/>
                    <a:pt x="12" y="2"/>
                    <a:pt x="14" y="1"/>
                  </a:cubicBezTo>
                  <a:cubicBezTo>
                    <a:pt x="15" y="0"/>
                    <a:pt x="15" y="0"/>
                    <a:pt x="16" y="0"/>
                  </a:cubicBezTo>
                  <a:cubicBezTo>
                    <a:pt x="17" y="0"/>
                    <a:pt x="18" y="1"/>
                    <a:pt x="18" y="2"/>
                  </a:cubicBezTo>
                  <a:cubicBezTo>
                    <a:pt x="19" y="4"/>
                    <a:pt x="17" y="8"/>
                    <a:pt x="15" y="10"/>
                  </a:cubicBezTo>
                  <a:cubicBezTo>
                    <a:pt x="11" y="14"/>
                    <a:pt x="2" y="16"/>
                    <a:pt x="0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0" name="Freeform 369">
              <a:extLst>
                <a:ext uri="{FF2B5EF4-FFF2-40B4-BE49-F238E27FC236}">
                  <a16:creationId xmlns:a16="http://schemas.microsoft.com/office/drawing/2014/main" id="{2BE875FF-16E4-485B-93C6-ADDA13FEE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454"/>
              <a:ext cx="52" cy="21"/>
            </a:xfrm>
            <a:custGeom>
              <a:avLst/>
              <a:gdLst>
                <a:gd name="T0" fmla="*/ 86 w 17"/>
                <a:gd name="T1" fmla="*/ 54 h 7"/>
                <a:gd name="T2" fmla="*/ 291 w 17"/>
                <a:gd name="T3" fmla="*/ 135 h 7"/>
                <a:gd name="T4" fmla="*/ 486 w 1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3" y="2"/>
                  </a:moveTo>
                  <a:cubicBezTo>
                    <a:pt x="0" y="7"/>
                    <a:pt x="8" y="6"/>
                    <a:pt x="10" y="5"/>
                  </a:cubicBezTo>
                  <a:cubicBezTo>
                    <a:pt x="13" y="4"/>
                    <a:pt x="15" y="3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1" name="Freeform 370">
              <a:extLst>
                <a:ext uri="{FF2B5EF4-FFF2-40B4-BE49-F238E27FC236}">
                  <a16:creationId xmlns:a16="http://schemas.microsoft.com/office/drawing/2014/main" id="{BCD88334-181F-4F18-B492-67D7C8648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634"/>
              <a:ext cx="46" cy="39"/>
            </a:xfrm>
            <a:custGeom>
              <a:avLst/>
              <a:gdLst>
                <a:gd name="T0" fmla="*/ 86 w 15"/>
                <a:gd name="T1" fmla="*/ 0 h 13"/>
                <a:gd name="T2" fmla="*/ 236 w 15"/>
                <a:gd name="T3" fmla="*/ 108 h 13"/>
                <a:gd name="T4" fmla="*/ 405 w 15"/>
                <a:gd name="T5" fmla="*/ 189 h 13"/>
                <a:gd name="T6" fmla="*/ 377 w 15"/>
                <a:gd name="T7" fmla="*/ 324 h 13"/>
                <a:gd name="T8" fmla="*/ 236 w 15"/>
                <a:gd name="T9" fmla="*/ 351 h 13"/>
                <a:gd name="T10" fmla="*/ 86 w 15"/>
                <a:gd name="T11" fmla="*/ 270 h 13"/>
                <a:gd name="T12" fmla="*/ 0 w 15"/>
                <a:gd name="T13" fmla="*/ 108 h 13"/>
                <a:gd name="T14" fmla="*/ 0 w 15"/>
                <a:gd name="T15" fmla="*/ 54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13">
                  <a:moveTo>
                    <a:pt x="3" y="0"/>
                  </a:moveTo>
                  <a:cubicBezTo>
                    <a:pt x="5" y="1"/>
                    <a:pt x="6" y="3"/>
                    <a:pt x="8" y="4"/>
                  </a:cubicBezTo>
                  <a:cubicBezTo>
                    <a:pt x="10" y="5"/>
                    <a:pt x="12" y="7"/>
                    <a:pt x="14" y="7"/>
                  </a:cubicBezTo>
                  <a:cubicBezTo>
                    <a:pt x="15" y="9"/>
                    <a:pt x="15" y="11"/>
                    <a:pt x="13" y="12"/>
                  </a:cubicBezTo>
                  <a:cubicBezTo>
                    <a:pt x="12" y="13"/>
                    <a:pt x="10" y="13"/>
                    <a:pt x="8" y="13"/>
                  </a:cubicBezTo>
                  <a:cubicBezTo>
                    <a:pt x="5" y="13"/>
                    <a:pt x="4" y="12"/>
                    <a:pt x="3" y="10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3"/>
                    <a:pt x="0" y="3"/>
                    <a:pt x="0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2" name="Freeform 371">
              <a:extLst>
                <a:ext uri="{FF2B5EF4-FFF2-40B4-BE49-F238E27FC236}">
                  <a16:creationId xmlns:a16="http://schemas.microsoft.com/office/drawing/2014/main" id="{2BC57ED2-78CD-4F46-98A6-CC19F026F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631"/>
              <a:ext cx="40" cy="39"/>
            </a:xfrm>
            <a:custGeom>
              <a:avLst/>
              <a:gdLst>
                <a:gd name="T0" fmla="*/ 0 w 13"/>
                <a:gd name="T1" fmla="*/ 0 h 13"/>
                <a:gd name="T2" fmla="*/ 378 w 13"/>
                <a:gd name="T3" fmla="*/ 13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2" y="3"/>
                    <a:pt x="10" y="13"/>
                    <a:pt x="13" y="5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3" name="Freeform 372">
              <a:extLst>
                <a:ext uri="{FF2B5EF4-FFF2-40B4-BE49-F238E27FC236}">
                  <a16:creationId xmlns:a16="http://schemas.microsoft.com/office/drawing/2014/main" id="{1AF77C3B-6E8E-4EF9-83D8-42719171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661"/>
              <a:ext cx="43" cy="12"/>
            </a:xfrm>
            <a:custGeom>
              <a:avLst/>
              <a:gdLst>
                <a:gd name="T0" fmla="*/ 0 w 14"/>
                <a:gd name="T1" fmla="*/ 0 h 4"/>
                <a:gd name="T2" fmla="*/ 141 w 14"/>
                <a:gd name="T3" fmla="*/ 108 h 4"/>
                <a:gd name="T4" fmla="*/ 292 w 14"/>
                <a:gd name="T5" fmla="*/ 108 h 4"/>
                <a:gd name="T6" fmla="*/ 405 w 14"/>
                <a:gd name="T7" fmla="*/ 5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cubicBezTo>
                    <a:pt x="2" y="1"/>
                    <a:pt x="2" y="3"/>
                    <a:pt x="5" y="4"/>
                  </a:cubicBezTo>
                  <a:cubicBezTo>
                    <a:pt x="7" y="4"/>
                    <a:pt x="8" y="4"/>
                    <a:pt x="10" y="4"/>
                  </a:cubicBezTo>
                  <a:cubicBezTo>
                    <a:pt x="11" y="4"/>
                    <a:pt x="13" y="3"/>
                    <a:pt x="14" y="2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4" name="Freeform 373">
              <a:extLst>
                <a:ext uri="{FF2B5EF4-FFF2-40B4-BE49-F238E27FC236}">
                  <a16:creationId xmlns:a16="http://schemas.microsoft.com/office/drawing/2014/main" id="{83A02BE4-8DC6-4888-BFC9-DC6534052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555"/>
              <a:ext cx="52" cy="27"/>
            </a:xfrm>
            <a:custGeom>
              <a:avLst/>
              <a:gdLst>
                <a:gd name="T0" fmla="*/ 0 w 17"/>
                <a:gd name="T1" fmla="*/ 0 h 9"/>
                <a:gd name="T2" fmla="*/ 263 w 17"/>
                <a:gd name="T3" fmla="*/ 216 h 9"/>
                <a:gd name="T4" fmla="*/ 404 w 17"/>
                <a:gd name="T5" fmla="*/ 216 h 9"/>
                <a:gd name="T6" fmla="*/ 486 w 17"/>
                <a:gd name="T7" fmla="*/ 81 h 9"/>
                <a:gd name="T8" fmla="*/ 486 w 17"/>
                <a:gd name="T9" fmla="*/ 8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4" y="1"/>
                    <a:pt x="6" y="6"/>
                    <a:pt x="9" y="8"/>
                  </a:cubicBezTo>
                  <a:cubicBezTo>
                    <a:pt x="10" y="9"/>
                    <a:pt x="12" y="9"/>
                    <a:pt x="14" y="8"/>
                  </a:cubicBezTo>
                  <a:cubicBezTo>
                    <a:pt x="16" y="7"/>
                    <a:pt x="16" y="5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5" name="Freeform 374">
              <a:extLst>
                <a:ext uri="{FF2B5EF4-FFF2-40B4-BE49-F238E27FC236}">
                  <a16:creationId xmlns:a16="http://schemas.microsoft.com/office/drawing/2014/main" id="{3E143151-B555-4D9E-8B8A-AAEFF7543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472"/>
              <a:ext cx="55" cy="25"/>
            </a:xfrm>
            <a:custGeom>
              <a:avLst/>
              <a:gdLst>
                <a:gd name="T0" fmla="*/ 0 w 18"/>
                <a:gd name="T1" fmla="*/ 128 h 8"/>
                <a:gd name="T2" fmla="*/ 263 w 18"/>
                <a:gd name="T3" fmla="*/ 216 h 8"/>
                <a:gd name="T4" fmla="*/ 400 w 18"/>
                <a:gd name="T5" fmla="*/ 156 h 8"/>
                <a:gd name="T6" fmla="*/ 513 w 1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8">
                  <a:moveTo>
                    <a:pt x="0" y="4"/>
                  </a:moveTo>
                  <a:cubicBezTo>
                    <a:pt x="2" y="7"/>
                    <a:pt x="7" y="8"/>
                    <a:pt x="9" y="7"/>
                  </a:cubicBezTo>
                  <a:cubicBezTo>
                    <a:pt x="11" y="7"/>
                    <a:pt x="13" y="6"/>
                    <a:pt x="14" y="5"/>
                  </a:cubicBezTo>
                  <a:cubicBezTo>
                    <a:pt x="16" y="4"/>
                    <a:pt x="17" y="2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6" name="Freeform 375">
              <a:extLst>
                <a:ext uri="{FF2B5EF4-FFF2-40B4-BE49-F238E27FC236}">
                  <a16:creationId xmlns:a16="http://schemas.microsoft.com/office/drawing/2014/main" id="{8F38DABC-783C-446F-B721-94A231F6E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749"/>
              <a:ext cx="52" cy="61"/>
            </a:xfrm>
            <a:custGeom>
              <a:avLst/>
              <a:gdLst>
                <a:gd name="T0" fmla="*/ 113 w 17"/>
                <a:gd name="T1" fmla="*/ 0 h 20"/>
                <a:gd name="T2" fmla="*/ 196 w 17"/>
                <a:gd name="T3" fmla="*/ 223 h 20"/>
                <a:gd name="T4" fmla="*/ 459 w 17"/>
                <a:gd name="T5" fmla="*/ 195 h 20"/>
                <a:gd name="T6" fmla="*/ 373 w 17"/>
                <a:gd name="T7" fmla="*/ 485 h 20"/>
                <a:gd name="T8" fmla="*/ 113 w 17"/>
                <a:gd name="T9" fmla="*/ 345 h 20"/>
                <a:gd name="T10" fmla="*/ 0 w 17"/>
                <a:gd name="T11" fmla="*/ 16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0">
                  <a:moveTo>
                    <a:pt x="4" y="0"/>
                  </a:moveTo>
                  <a:cubicBezTo>
                    <a:pt x="2" y="2"/>
                    <a:pt x="5" y="7"/>
                    <a:pt x="7" y="8"/>
                  </a:cubicBezTo>
                  <a:cubicBezTo>
                    <a:pt x="10" y="9"/>
                    <a:pt x="14" y="8"/>
                    <a:pt x="16" y="7"/>
                  </a:cubicBezTo>
                  <a:cubicBezTo>
                    <a:pt x="17" y="11"/>
                    <a:pt x="16" y="15"/>
                    <a:pt x="13" y="17"/>
                  </a:cubicBezTo>
                  <a:cubicBezTo>
                    <a:pt x="10" y="20"/>
                    <a:pt x="6" y="14"/>
                    <a:pt x="4" y="12"/>
                  </a:cubicBezTo>
                  <a:cubicBezTo>
                    <a:pt x="3" y="10"/>
                    <a:pt x="1" y="9"/>
                    <a:pt x="0" y="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7" name="Freeform 376">
              <a:extLst>
                <a:ext uri="{FF2B5EF4-FFF2-40B4-BE49-F238E27FC236}">
                  <a16:creationId xmlns:a16="http://schemas.microsoft.com/office/drawing/2014/main" id="{25748073-3CCA-4698-BBB6-D143A4DF1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749"/>
              <a:ext cx="52" cy="28"/>
            </a:xfrm>
            <a:custGeom>
              <a:avLst/>
              <a:gdLst>
                <a:gd name="T0" fmla="*/ 0 w 17"/>
                <a:gd name="T1" fmla="*/ 0 h 9"/>
                <a:gd name="T2" fmla="*/ 168 w 17"/>
                <a:gd name="T3" fmla="*/ 271 h 9"/>
                <a:gd name="T4" fmla="*/ 346 w 17"/>
                <a:gd name="T5" fmla="*/ 8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0" y="5"/>
                    <a:pt x="1" y="9"/>
                    <a:pt x="6" y="9"/>
                  </a:cubicBezTo>
                  <a:cubicBezTo>
                    <a:pt x="11" y="9"/>
                    <a:pt x="17" y="7"/>
                    <a:pt x="12" y="3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8" name="Freeform 377">
              <a:extLst>
                <a:ext uri="{FF2B5EF4-FFF2-40B4-BE49-F238E27FC236}">
                  <a16:creationId xmlns:a16="http://schemas.microsoft.com/office/drawing/2014/main" id="{B2F2CDF6-5FFE-486E-A8AC-56548B767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774"/>
              <a:ext cx="58" cy="30"/>
            </a:xfrm>
            <a:custGeom>
              <a:avLst/>
              <a:gdLst>
                <a:gd name="T0" fmla="*/ 0 w 19"/>
                <a:gd name="T1" fmla="*/ 0 h 10"/>
                <a:gd name="T2" fmla="*/ 223 w 19"/>
                <a:gd name="T3" fmla="*/ 189 h 10"/>
                <a:gd name="T4" fmla="*/ 372 w 19"/>
                <a:gd name="T5" fmla="*/ 243 h 10"/>
                <a:gd name="T6" fmla="*/ 513 w 19"/>
                <a:gd name="T7" fmla="*/ 162 h 10"/>
                <a:gd name="T8" fmla="*/ 540 w 19"/>
                <a:gd name="T9" fmla="*/ 13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4" y="1"/>
                    <a:pt x="6" y="4"/>
                    <a:pt x="8" y="7"/>
                  </a:cubicBezTo>
                  <a:cubicBezTo>
                    <a:pt x="10" y="9"/>
                    <a:pt x="11" y="10"/>
                    <a:pt x="13" y="9"/>
                  </a:cubicBezTo>
                  <a:cubicBezTo>
                    <a:pt x="15" y="8"/>
                    <a:pt x="16" y="7"/>
                    <a:pt x="18" y="6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9" name="Freeform 378">
              <a:extLst>
                <a:ext uri="{FF2B5EF4-FFF2-40B4-BE49-F238E27FC236}">
                  <a16:creationId xmlns:a16="http://schemas.microsoft.com/office/drawing/2014/main" id="{0072CB69-FF90-42BB-A0C7-F97533E7A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890"/>
              <a:ext cx="49" cy="42"/>
            </a:xfrm>
            <a:custGeom>
              <a:avLst/>
              <a:gdLst>
                <a:gd name="T0" fmla="*/ 86 w 16"/>
                <a:gd name="T1" fmla="*/ 0 h 14"/>
                <a:gd name="T2" fmla="*/ 168 w 16"/>
                <a:gd name="T3" fmla="*/ 54 h 14"/>
                <a:gd name="T4" fmla="*/ 263 w 16"/>
                <a:gd name="T5" fmla="*/ 135 h 14"/>
                <a:gd name="T6" fmla="*/ 459 w 16"/>
                <a:gd name="T7" fmla="*/ 108 h 14"/>
                <a:gd name="T8" fmla="*/ 404 w 16"/>
                <a:gd name="T9" fmla="*/ 243 h 14"/>
                <a:gd name="T10" fmla="*/ 319 w 16"/>
                <a:gd name="T11" fmla="*/ 351 h 14"/>
                <a:gd name="T12" fmla="*/ 0 w 16"/>
                <a:gd name="T13" fmla="*/ 216 h 14"/>
                <a:gd name="T14" fmla="*/ 0 w 16"/>
                <a:gd name="T15" fmla="*/ 135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4">
                  <a:moveTo>
                    <a:pt x="3" y="0"/>
                  </a:moveTo>
                  <a:cubicBezTo>
                    <a:pt x="4" y="1"/>
                    <a:pt x="5" y="2"/>
                    <a:pt x="6" y="2"/>
                  </a:cubicBezTo>
                  <a:cubicBezTo>
                    <a:pt x="7" y="3"/>
                    <a:pt x="8" y="4"/>
                    <a:pt x="9" y="5"/>
                  </a:cubicBezTo>
                  <a:cubicBezTo>
                    <a:pt x="11" y="6"/>
                    <a:pt x="13" y="5"/>
                    <a:pt x="16" y="4"/>
                  </a:cubicBezTo>
                  <a:cubicBezTo>
                    <a:pt x="15" y="6"/>
                    <a:pt x="15" y="8"/>
                    <a:pt x="14" y="9"/>
                  </a:cubicBezTo>
                  <a:cubicBezTo>
                    <a:pt x="13" y="11"/>
                    <a:pt x="13" y="13"/>
                    <a:pt x="11" y="13"/>
                  </a:cubicBezTo>
                  <a:cubicBezTo>
                    <a:pt x="8" y="14"/>
                    <a:pt x="2" y="12"/>
                    <a:pt x="0" y="8"/>
                  </a:cubicBezTo>
                  <a:cubicBezTo>
                    <a:pt x="0" y="7"/>
                    <a:pt x="0" y="6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0" name="Freeform 379">
              <a:extLst>
                <a:ext uri="{FF2B5EF4-FFF2-40B4-BE49-F238E27FC236}">
                  <a16:creationId xmlns:a16="http://schemas.microsoft.com/office/drawing/2014/main" id="{9FC66B20-9A71-46A2-AFD4-3E20E3CBC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886"/>
              <a:ext cx="45" cy="22"/>
            </a:xfrm>
            <a:custGeom>
              <a:avLst/>
              <a:gdLst>
                <a:gd name="T0" fmla="*/ 0 w 15"/>
                <a:gd name="T1" fmla="*/ 0 h 7"/>
                <a:gd name="T2" fmla="*/ 189 w 15"/>
                <a:gd name="T3" fmla="*/ 189 h 7"/>
                <a:gd name="T4" fmla="*/ 351 w 15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2" y="2"/>
                    <a:pt x="4" y="5"/>
                    <a:pt x="7" y="6"/>
                  </a:cubicBezTo>
                  <a:cubicBezTo>
                    <a:pt x="10" y="7"/>
                    <a:pt x="15" y="5"/>
                    <a:pt x="13" y="1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1" name="Freeform 380">
              <a:extLst>
                <a:ext uri="{FF2B5EF4-FFF2-40B4-BE49-F238E27FC236}">
                  <a16:creationId xmlns:a16="http://schemas.microsoft.com/office/drawing/2014/main" id="{6A15750A-92E3-4115-8650-493C427CE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917"/>
              <a:ext cx="49" cy="15"/>
            </a:xfrm>
            <a:custGeom>
              <a:avLst/>
              <a:gdLst>
                <a:gd name="T0" fmla="*/ 0 w 16"/>
                <a:gd name="T1" fmla="*/ 0 h 5"/>
                <a:gd name="T2" fmla="*/ 86 w 16"/>
                <a:gd name="T3" fmla="*/ 54 h 5"/>
                <a:gd name="T4" fmla="*/ 196 w 16"/>
                <a:gd name="T5" fmla="*/ 108 h 5"/>
                <a:gd name="T6" fmla="*/ 459 w 16"/>
                <a:gd name="T7" fmla="*/ 2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  <a:cubicBezTo>
                    <a:pt x="4" y="3"/>
                    <a:pt x="5" y="3"/>
                    <a:pt x="7" y="4"/>
                  </a:cubicBezTo>
                  <a:cubicBezTo>
                    <a:pt x="10" y="5"/>
                    <a:pt x="14" y="4"/>
                    <a:pt x="16" y="1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2" name="Freeform 381">
              <a:extLst>
                <a:ext uri="{FF2B5EF4-FFF2-40B4-BE49-F238E27FC236}">
                  <a16:creationId xmlns:a16="http://schemas.microsoft.com/office/drawing/2014/main" id="{08F84FBB-A204-4BF7-BBA2-A3E07B74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348"/>
              <a:ext cx="58" cy="39"/>
            </a:xfrm>
            <a:custGeom>
              <a:avLst/>
              <a:gdLst>
                <a:gd name="T0" fmla="*/ 0 w 19"/>
                <a:gd name="T1" fmla="*/ 81 h 13"/>
                <a:gd name="T2" fmla="*/ 400 w 19"/>
                <a:gd name="T3" fmla="*/ 0 h 13"/>
                <a:gd name="T4" fmla="*/ 372 w 19"/>
                <a:gd name="T5" fmla="*/ 324 h 13"/>
                <a:gd name="T6" fmla="*/ 140 w 19"/>
                <a:gd name="T7" fmla="*/ 297 h 13"/>
                <a:gd name="T8" fmla="*/ 55 w 19"/>
                <a:gd name="T9" fmla="*/ 216 h 13"/>
                <a:gd name="T10" fmla="*/ 0 w 19"/>
                <a:gd name="T11" fmla="*/ 13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0" y="3"/>
                  </a:moveTo>
                  <a:cubicBezTo>
                    <a:pt x="4" y="7"/>
                    <a:pt x="12" y="5"/>
                    <a:pt x="14" y="0"/>
                  </a:cubicBezTo>
                  <a:cubicBezTo>
                    <a:pt x="18" y="3"/>
                    <a:pt x="19" y="11"/>
                    <a:pt x="13" y="12"/>
                  </a:cubicBezTo>
                  <a:cubicBezTo>
                    <a:pt x="11" y="13"/>
                    <a:pt x="7" y="12"/>
                    <a:pt x="5" y="11"/>
                  </a:cubicBezTo>
                  <a:cubicBezTo>
                    <a:pt x="4" y="10"/>
                    <a:pt x="3" y="9"/>
                    <a:pt x="2" y="8"/>
                  </a:cubicBezTo>
                  <a:cubicBezTo>
                    <a:pt x="1" y="7"/>
                    <a:pt x="1" y="5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3" name="Freeform 382">
              <a:extLst>
                <a:ext uri="{FF2B5EF4-FFF2-40B4-BE49-F238E27FC236}">
                  <a16:creationId xmlns:a16="http://schemas.microsoft.com/office/drawing/2014/main" id="{D6AB5260-1981-4FA3-A7D3-96C3CC745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335"/>
              <a:ext cx="64" cy="28"/>
            </a:xfrm>
            <a:custGeom>
              <a:avLst/>
              <a:gdLst>
                <a:gd name="T0" fmla="*/ 82 w 21"/>
                <a:gd name="T1" fmla="*/ 87 h 9"/>
                <a:gd name="T2" fmla="*/ 344 w 21"/>
                <a:gd name="T3" fmla="*/ 243 h 9"/>
                <a:gd name="T4" fmla="*/ 454 w 2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3" y="3"/>
                  </a:moveTo>
                  <a:cubicBezTo>
                    <a:pt x="0" y="8"/>
                    <a:pt x="9" y="9"/>
                    <a:pt x="12" y="8"/>
                  </a:cubicBezTo>
                  <a:cubicBezTo>
                    <a:pt x="16" y="7"/>
                    <a:pt x="21" y="1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4" name="Freeform 383">
              <a:extLst>
                <a:ext uri="{FF2B5EF4-FFF2-40B4-BE49-F238E27FC236}">
                  <a16:creationId xmlns:a16="http://schemas.microsoft.com/office/drawing/2014/main" id="{440B3B08-0DDB-4672-BCF1-038667D3F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369"/>
              <a:ext cx="49" cy="18"/>
            </a:xfrm>
            <a:custGeom>
              <a:avLst/>
              <a:gdLst>
                <a:gd name="T0" fmla="*/ 0 w 16"/>
                <a:gd name="T1" fmla="*/ 54 h 6"/>
                <a:gd name="T2" fmla="*/ 263 w 16"/>
                <a:gd name="T3" fmla="*/ 162 h 6"/>
                <a:gd name="T4" fmla="*/ 459 w 1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0" y="2"/>
                  </a:moveTo>
                  <a:cubicBezTo>
                    <a:pt x="2" y="5"/>
                    <a:pt x="7" y="6"/>
                    <a:pt x="9" y="6"/>
                  </a:cubicBezTo>
                  <a:cubicBezTo>
                    <a:pt x="14" y="6"/>
                    <a:pt x="15" y="3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5" name="Freeform 384">
              <a:extLst>
                <a:ext uri="{FF2B5EF4-FFF2-40B4-BE49-F238E27FC236}">
                  <a16:creationId xmlns:a16="http://schemas.microsoft.com/office/drawing/2014/main" id="{38FBEB2F-E819-4D2B-BD82-D2A78D94E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259"/>
              <a:ext cx="48" cy="28"/>
            </a:xfrm>
            <a:custGeom>
              <a:avLst/>
              <a:gdLst>
                <a:gd name="T0" fmla="*/ 0 w 16"/>
                <a:gd name="T1" fmla="*/ 115 h 9"/>
                <a:gd name="T2" fmla="*/ 405 w 16"/>
                <a:gd name="T3" fmla="*/ 0 h 9"/>
                <a:gd name="T4" fmla="*/ 270 w 16"/>
                <a:gd name="T5" fmla="*/ 243 h 9"/>
                <a:gd name="T6" fmla="*/ 0 w 16"/>
                <a:gd name="T7" fmla="*/ 18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0" y="4"/>
                  </a:moveTo>
                  <a:cubicBezTo>
                    <a:pt x="5" y="4"/>
                    <a:pt x="12" y="5"/>
                    <a:pt x="15" y="0"/>
                  </a:cubicBezTo>
                  <a:cubicBezTo>
                    <a:pt x="16" y="5"/>
                    <a:pt x="15" y="6"/>
                    <a:pt x="10" y="8"/>
                  </a:cubicBezTo>
                  <a:cubicBezTo>
                    <a:pt x="6" y="9"/>
                    <a:pt x="3" y="9"/>
                    <a:pt x="0" y="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6" name="Freeform 385">
              <a:extLst>
                <a:ext uri="{FF2B5EF4-FFF2-40B4-BE49-F238E27FC236}">
                  <a16:creationId xmlns:a16="http://schemas.microsoft.com/office/drawing/2014/main" id="{8E39C364-23EF-42B3-8FF1-7E1CF572E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247"/>
              <a:ext cx="58" cy="27"/>
            </a:xfrm>
            <a:custGeom>
              <a:avLst/>
              <a:gdLst>
                <a:gd name="T0" fmla="*/ 82 w 19"/>
                <a:gd name="T1" fmla="*/ 108 h 9"/>
                <a:gd name="T2" fmla="*/ 427 w 19"/>
                <a:gd name="T3" fmla="*/ 189 h 9"/>
                <a:gd name="T4" fmla="*/ 513 w 19"/>
                <a:gd name="T5" fmla="*/ 54 h 9"/>
                <a:gd name="T6" fmla="*/ 372 w 1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3" y="4"/>
                  </a:moveTo>
                  <a:cubicBezTo>
                    <a:pt x="0" y="9"/>
                    <a:pt x="12" y="8"/>
                    <a:pt x="15" y="7"/>
                  </a:cubicBezTo>
                  <a:cubicBezTo>
                    <a:pt x="16" y="6"/>
                    <a:pt x="19" y="4"/>
                    <a:pt x="18" y="2"/>
                  </a:cubicBezTo>
                  <a:cubicBezTo>
                    <a:pt x="17" y="0"/>
                    <a:pt x="14" y="0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7" name="Freeform 386">
              <a:extLst>
                <a:ext uri="{FF2B5EF4-FFF2-40B4-BE49-F238E27FC236}">
                  <a16:creationId xmlns:a16="http://schemas.microsoft.com/office/drawing/2014/main" id="{91477169-A8B5-45A9-B248-C90DC2159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268"/>
              <a:ext cx="54" cy="19"/>
            </a:xfrm>
            <a:custGeom>
              <a:avLst/>
              <a:gdLst>
                <a:gd name="T0" fmla="*/ 0 w 18"/>
                <a:gd name="T1" fmla="*/ 130 h 6"/>
                <a:gd name="T2" fmla="*/ 270 w 18"/>
                <a:gd name="T3" fmla="*/ 190 h 6"/>
                <a:gd name="T4" fmla="*/ 486 w 1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">
                  <a:moveTo>
                    <a:pt x="0" y="4"/>
                  </a:moveTo>
                  <a:cubicBezTo>
                    <a:pt x="3" y="6"/>
                    <a:pt x="7" y="6"/>
                    <a:pt x="10" y="6"/>
                  </a:cubicBezTo>
                  <a:cubicBezTo>
                    <a:pt x="13" y="5"/>
                    <a:pt x="18" y="3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8" name="Freeform 387">
              <a:extLst>
                <a:ext uri="{FF2B5EF4-FFF2-40B4-BE49-F238E27FC236}">
                  <a16:creationId xmlns:a16="http://schemas.microsoft.com/office/drawing/2014/main" id="{099BF1DB-4593-4B98-883D-151D95D4B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813"/>
              <a:ext cx="2055" cy="2932"/>
            </a:xfrm>
            <a:custGeom>
              <a:avLst/>
              <a:gdLst>
                <a:gd name="T0" fmla="*/ 15237 w 675"/>
                <a:gd name="T1" fmla="*/ 25149 h 963"/>
                <a:gd name="T2" fmla="*/ 13746 w 675"/>
                <a:gd name="T3" fmla="*/ 22293 h 963"/>
                <a:gd name="T4" fmla="*/ 13319 w 675"/>
                <a:gd name="T5" fmla="*/ 19531 h 963"/>
                <a:gd name="T6" fmla="*/ 15913 w 675"/>
                <a:gd name="T7" fmla="*/ 18402 h 963"/>
                <a:gd name="T8" fmla="*/ 17268 w 675"/>
                <a:gd name="T9" fmla="*/ 16426 h 963"/>
                <a:gd name="T10" fmla="*/ 17582 w 675"/>
                <a:gd name="T11" fmla="*/ 14703 h 963"/>
                <a:gd name="T12" fmla="*/ 17499 w 675"/>
                <a:gd name="T13" fmla="*/ 12812 h 963"/>
                <a:gd name="T14" fmla="*/ 18592 w 675"/>
                <a:gd name="T15" fmla="*/ 11180 h 963"/>
                <a:gd name="T16" fmla="*/ 17295 w 675"/>
                <a:gd name="T17" fmla="*/ 8890 h 963"/>
                <a:gd name="T18" fmla="*/ 17268 w 675"/>
                <a:gd name="T19" fmla="*/ 6044 h 963"/>
                <a:gd name="T20" fmla="*/ 16562 w 675"/>
                <a:gd name="T21" fmla="*/ 4266 h 963"/>
                <a:gd name="T22" fmla="*/ 16480 w 675"/>
                <a:gd name="T23" fmla="*/ 3699 h 963"/>
                <a:gd name="T24" fmla="*/ 16285 w 675"/>
                <a:gd name="T25" fmla="*/ 2789 h 963"/>
                <a:gd name="T26" fmla="*/ 16081 w 675"/>
                <a:gd name="T27" fmla="*/ 2430 h 963"/>
                <a:gd name="T28" fmla="*/ 15292 w 675"/>
                <a:gd name="T29" fmla="*/ 1751 h 963"/>
                <a:gd name="T30" fmla="*/ 12921 w 675"/>
                <a:gd name="T31" fmla="*/ 734 h 963"/>
                <a:gd name="T32" fmla="*/ 10159 w 675"/>
                <a:gd name="T33" fmla="*/ 222 h 963"/>
                <a:gd name="T34" fmla="*/ 8722 w 675"/>
                <a:gd name="T35" fmla="*/ 82 h 963"/>
                <a:gd name="T36" fmla="*/ 6211 w 675"/>
                <a:gd name="T37" fmla="*/ 566 h 963"/>
                <a:gd name="T38" fmla="*/ 4262 w 675"/>
                <a:gd name="T39" fmla="*/ 1723 h 963"/>
                <a:gd name="T40" fmla="*/ 3781 w 675"/>
                <a:gd name="T41" fmla="*/ 2512 h 963"/>
                <a:gd name="T42" fmla="*/ 2235 w 675"/>
                <a:gd name="T43" fmla="*/ 3867 h 963"/>
                <a:gd name="T44" fmla="*/ 1577 w 675"/>
                <a:gd name="T45" fmla="*/ 4914 h 963"/>
                <a:gd name="T46" fmla="*/ 1519 w 675"/>
                <a:gd name="T47" fmla="*/ 5952 h 963"/>
                <a:gd name="T48" fmla="*/ 1102 w 675"/>
                <a:gd name="T49" fmla="*/ 7843 h 963"/>
                <a:gd name="T50" fmla="*/ 1215 w 675"/>
                <a:gd name="T51" fmla="*/ 9204 h 963"/>
                <a:gd name="T52" fmla="*/ 1577 w 675"/>
                <a:gd name="T53" fmla="*/ 10699 h 963"/>
                <a:gd name="T54" fmla="*/ 2652 w 675"/>
                <a:gd name="T55" fmla="*/ 12337 h 963"/>
                <a:gd name="T56" fmla="*/ 3726 w 675"/>
                <a:gd name="T57" fmla="*/ 13098 h 963"/>
                <a:gd name="T58" fmla="*/ 4207 w 675"/>
                <a:gd name="T59" fmla="*/ 13774 h 963"/>
                <a:gd name="T60" fmla="*/ 5504 w 675"/>
                <a:gd name="T61" fmla="*/ 14730 h 963"/>
                <a:gd name="T62" fmla="*/ 3699 w 675"/>
                <a:gd name="T63" fmla="*/ 19531 h 963"/>
                <a:gd name="T64" fmla="*/ 0 w 675"/>
                <a:gd name="T65" fmla="*/ 27180 h 96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75" h="963">
                  <a:moveTo>
                    <a:pt x="568" y="960"/>
                  </a:moveTo>
                  <a:cubicBezTo>
                    <a:pt x="561" y="939"/>
                    <a:pt x="547" y="909"/>
                    <a:pt x="540" y="891"/>
                  </a:cubicBezTo>
                  <a:cubicBezTo>
                    <a:pt x="527" y="862"/>
                    <a:pt x="526" y="842"/>
                    <a:pt x="519" y="824"/>
                  </a:cubicBezTo>
                  <a:cubicBezTo>
                    <a:pt x="512" y="807"/>
                    <a:pt x="499" y="799"/>
                    <a:pt x="487" y="790"/>
                  </a:cubicBezTo>
                  <a:cubicBezTo>
                    <a:pt x="480" y="785"/>
                    <a:pt x="465" y="753"/>
                    <a:pt x="470" y="741"/>
                  </a:cubicBezTo>
                  <a:cubicBezTo>
                    <a:pt x="478" y="721"/>
                    <a:pt x="471" y="704"/>
                    <a:pt x="472" y="692"/>
                  </a:cubicBezTo>
                  <a:cubicBezTo>
                    <a:pt x="474" y="680"/>
                    <a:pt x="478" y="646"/>
                    <a:pt x="503" y="645"/>
                  </a:cubicBezTo>
                  <a:cubicBezTo>
                    <a:pt x="521" y="644"/>
                    <a:pt x="534" y="649"/>
                    <a:pt x="564" y="652"/>
                  </a:cubicBezTo>
                  <a:cubicBezTo>
                    <a:pt x="593" y="655"/>
                    <a:pt x="614" y="642"/>
                    <a:pt x="617" y="620"/>
                  </a:cubicBezTo>
                  <a:cubicBezTo>
                    <a:pt x="620" y="599"/>
                    <a:pt x="613" y="595"/>
                    <a:pt x="612" y="582"/>
                  </a:cubicBezTo>
                  <a:cubicBezTo>
                    <a:pt x="611" y="570"/>
                    <a:pt x="627" y="549"/>
                    <a:pt x="628" y="545"/>
                  </a:cubicBezTo>
                  <a:cubicBezTo>
                    <a:pt x="629" y="541"/>
                    <a:pt x="628" y="533"/>
                    <a:pt x="623" y="521"/>
                  </a:cubicBezTo>
                  <a:cubicBezTo>
                    <a:pt x="628" y="519"/>
                    <a:pt x="633" y="508"/>
                    <a:pt x="630" y="503"/>
                  </a:cubicBezTo>
                  <a:cubicBezTo>
                    <a:pt x="627" y="498"/>
                    <a:pt x="619" y="463"/>
                    <a:pt x="620" y="454"/>
                  </a:cubicBezTo>
                  <a:cubicBezTo>
                    <a:pt x="621" y="445"/>
                    <a:pt x="629" y="444"/>
                    <a:pt x="649" y="438"/>
                  </a:cubicBezTo>
                  <a:cubicBezTo>
                    <a:pt x="675" y="430"/>
                    <a:pt x="667" y="405"/>
                    <a:pt x="659" y="396"/>
                  </a:cubicBezTo>
                  <a:cubicBezTo>
                    <a:pt x="651" y="387"/>
                    <a:pt x="650" y="381"/>
                    <a:pt x="638" y="364"/>
                  </a:cubicBezTo>
                  <a:cubicBezTo>
                    <a:pt x="625" y="347"/>
                    <a:pt x="619" y="328"/>
                    <a:pt x="613" y="315"/>
                  </a:cubicBezTo>
                  <a:cubicBezTo>
                    <a:pt x="607" y="302"/>
                    <a:pt x="608" y="292"/>
                    <a:pt x="612" y="275"/>
                  </a:cubicBezTo>
                  <a:cubicBezTo>
                    <a:pt x="616" y="258"/>
                    <a:pt x="617" y="233"/>
                    <a:pt x="612" y="214"/>
                  </a:cubicBezTo>
                  <a:cubicBezTo>
                    <a:pt x="609" y="203"/>
                    <a:pt x="598" y="169"/>
                    <a:pt x="587" y="151"/>
                  </a:cubicBezTo>
                  <a:cubicBezTo>
                    <a:pt x="587" y="151"/>
                    <a:pt x="587" y="151"/>
                    <a:pt x="587" y="151"/>
                  </a:cubicBezTo>
                  <a:cubicBezTo>
                    <a:pt x="584" y="148"/>
                    <a:pt x="586" y="133"/>
                    <a:pt x="584" y="131"/>
                  </a:cubicBezTo>
                  <a:cubicBezTo>
                    <a:pt x="584" y="131"/>
                    <a:pt x="584" y="131"/>
                    <a:pt x="584" y="131"/>
                  </a:cubicBezTo>
                  <a:cubicBezTo>
                    <a:pt x="589" y="133"/>
                    <a:pt x="588" y="116"/>
                    <a:pt x="585" y="112"/>
                  </a:cubicBezTo>
                  <a:cubicBezTo>
                    <a:pt x="582" y="109"/>
                    <a:pt x="578" y="104"/>
                    <a:pt x="577" y="99"/>
                  </a:cubicBezTo>
                  <a:cubicBezTo>
                    <a:pt x="576" y="96"/>
                    <a:pt x="577" y="92"/>
                    <a:pt x="576" y="90"/>
                  </a:cubicBezTo>
                  <a:cubicBezTo>
                    <a:pt x="574" y="85"/>
                    <a:pt x="575" y="88"/>
                    <a:pt x="570" y="86"/>
                  </a:cubicBezTo>
                  <a:cubicBezTo>
                    <a:pt x="563" y="83"/>
                    <a:pt x="557" y="81"/>
                    <a:pt x="551" y="76"/>
                  </a:cubicBezTo>
                  <a:cubicBezTo>
                    <a:pt x="547" y="72"/>
                    <a:pt x="546" y="66"/>
                    <a:pt x="542" y="62"/>
                  </a:cubicBezTo>
                  <a:cubicBezTo>
                    <a:pt x="536" y="55"/>
                    <a:pt x="516" y="56"/>
                    <a:pt x="506" y="53"/>
                  </a:cubicBezTo>
                  <a:cubicBezTo>
                    <a:pt x="487" y="47"/>
                    <a:pt x="474" y="38"/>
                    <a:pt x="458" y="26"/>
                  </a:cubicBezTo>
                  <a:cubicBezTo>
                    <a:pt x="445" y="15"/>
                    <a:pt x="426" y="11"/>
                    <a:pt x="409" y="12"/>
                  </a:cubicBezTo>
                  <a:cubicBezTo>
                    <a:pt x="391" y="14"/>
                    <a:pt x="377" y="15"/>
                    <a:pt x="360" y="8"/>
                  </a:cubicBezTo>
                  <a:cubicBezTo>
                    <a:pt x="350" y="4"/>
                    <a:pt x="336" y="2"/>
                    <a:pt x="326" y="3"/>
                  </a:cubicBezTo>
                  <a:cubicBezTo>
                    <a:pt x="314" y="4"/>
                    <a:pt x="306" y="4"/>
                    <a:pt x="309" y="3"/>
                  </a:cubicBezTo>
                  <a:cubicBezTo>
                    <a:pt x="321" y="0"/>
                    <a:pt x="284" y="8"/>
                    <a:pt x="271" y="10"/>
                  </a:cubicBezTo>
                  <a:cubicBezTo>
                    <a:pt x="253" y="12"/>
                    <a:pt x="237" y="12"/>
                    <a:pt x="220" y="20"/>
                  </a:cubicBezTo>
                  <a:cubicBezTo>
                    <a:pt x="205" y="26"/>
                    <a:pt x="196" y="36"/>
                    <a:pt x="183" y="44"/>
                  </a:cubicBezTo>
                  <a:cubicBezTo>
                    <a:pt x="173" y="51"/>
                    <a:pt x="159" y="51"/>
                    <a:pt x="151" y="61"/>
                  </a:cubicBezTo>
                  <a:cubicBezTo>
                    <a:pt x="149" y="64"/>
                    <a:pt x="149" y="68"/>
                    <a:pt x="147" y="72"/>
                  </a:cubicBezTo>
                  <a:cubicBezTo>
                    <a:pt x="144" y="79"/>
                    <a:pt x="139" y="84"/>
                    <a:pt x="134" y="89"/>
                  </a:cubicBezTo>
                  <a:cubicBezTo>
                    <a:pt x="123" y="99"/>
                    <a:pt x="105" y="105"/>
                    <a:pt x="97" y="116"/>
                  </a:cubicBezTo>
                  <a:cubicBezTo>
                    <a:pt x="106" y="124"/>
                    <a:pt x="84" y="130"/>
                    <a:pt x="79" y="137"/>
                  </a:cubicBezTo>
                  <a:cubicBezTo>
                    <a:pt x="75" y="143"/>
                    <a:pt x="72" y="150"/>
                    <a:pt x="68" y="156"/>
                  </a:cubicBezTo>
                  <a:cubicBezTo>
                    <a:pt x="65" y="161"/>
                    <a:pt x="56" y="169"/>
                    <a:pt x="56" y="174"/>
                  </a:cubicBezTo>
                  <a:cubicBezTo>
                    <a:pt x="56" y="178"/>
                    <a:pt x="59" y="182"/>
                    <a:pt x="59" y="186"/>
                  </a:cubicBezTo>
                  <a:cubicBezTo>
                    <a:pt x="60" y="193"/>
                    <a:pt x="55" y="204"/>
                    <a:pt x="54" y="211"/>
                  </a:cubicBezTo>
                  <a:cubicBezTo>
                    <a:pt x="51" y="225"/>
                    <a:pt x="44" y="237"/>
                    <a:pt x="41" y="251"/>
                  </a:cubicBezTo>
                  <a:cubicBezTo>
                    <a:pt x="39" y="259"/>
                    <a:pt x="37" y="270"/>
                    <a:pt x="39" y="278"/>
                  </a:cubicBezTo>
                  <a:cubicBezTo>
                    <a:pt x="41" y="286"/>
                    <a:pt x="40" y="287"/>
                    <a:pt x="39" y="297"/>
                  </a:cubicBezTo>
                  <a:cubicBezTo>
                    <a:pt x="37" y="306"/>
                    <a:pt x="45" y="317"/>
                    <a:pt x="43" y="326"/>
                  </a:cubicBezTo>
                  <a:cubicBezTo>
                    <a:pt x="42" y="335"/>
                    <a:pt x="43" y="344"/>
                    <a:pt x="41" y="353"/>
                  </a:cubicBezTo>
                  <a:cubicBezTo>
                    <a:pt x="38" y="364"/>
                    <a:pt x="50" y="369"/>
                    <a:pt x="56" y="379"/>
                  </a:cubicBezTo>
                  <a:cubicBezTo>
                    <a:pt x="62" y="389"/>
                    <a:pt x="58" y="389"/>
                    <a:pt x="64" y="399"/>
                  </a:cubicBezTo>
                  <a:cubicBezTo>
                    <a:pt x="69" y="409"/>
                    <a:pt x="81" y="428"/>
                    <a:pt x="94" y="437"/>
                  </a:cubicBezTo>
                  <a:cubicBezTo>
                    <a:pt x="103" y="444"/>
                    <a:pt x="113" y="441"/>
                    <a:pt x="117" y="451"/>
                  </a:cubicBezTo>
                  <a:cubicBezTo>
                    <a:pt x="119" y="456"/>
                    <a:pt x="129" y="459"/>
                    <a:pt x="132" y="464"/>
                  </a:cubicBezTo>
                  <a:cubicBezTo>
                    <a:pt x="136" y="469"/>
                    <a:pt x="139" y="470"/>
                    <a:pt x="142" y="476"/>
                  </a:cubicBezTo>
                  <a:cubicBezTo>
                    <a:pt x="144" y="480"/>
                    <a:pt x="147" y="484"/>
                    <a:pt x="149" y="488"/>
                  </a:cubicBezTo>
                  <a:cubicBezTo>
                    <a:pt x="152" y="492"/>
                    <a:pt x="163" y="504"/>
                    <a:pt x="167" y="505"/>
                  </a:cubicBezTo>
                  <a:cubicBezTo>
                    <a:pt x="172" y="506"/>
                    <a:pt x="191" y="519"/>
                    <a:pt x="195" y="522"/>
                  </a:cubicBezTo>
                  <a:cubicBezTo>
                    <a:pt x="208" y="529"/>
                    <a:pt x="205" y="571"/>
                    <a:pt x="200" y="588"/>
                  </a:cubicBezTo>
                  <a:cubicBezTo>
                    <a:pt x="196" y="605"/>
                    <a:pt x="161" y="664"/>
                    <a:pt x="131" y="692"/>
                  </a:cubicBezTo>
                  <a:cubicBezTo>
                    <a:pt x="109" y="712"/>
                    <a:pt x="94" y="733"/>
                    <a:pt x="81" y="751"/>
                  </a:cubicBezTo>
                  <a:cubicBezTo>
                    <a:pt x="32" y="813"/>
                    <a:pt x="8" y="879"/>
                    <a:pt x="0" y="963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8DD2897B-AC42-4BEF-9F61-DE95EBA33B4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Aorta</a:t>
            </a:r>
          </a:p>
        </p:txBody>
      </p:sp>
      <p:grpSp>
        <p:nvGrpSpPr>
          <p:cNvPr id="14338" name="diagram-of-human-aorta">
            <a:extLst>
              <a:ext uri="{FF2B5EF4-FFF2-40B4-BE49-F238E27FC236}">
                <a16:creationId xmlns:a16="http://schemas.microsoft.com/office/drawing/2014/main" id="{5946DA9F-7F4B-42CF-B7C7-540FB6FEE730}"/>
              </a:ext>
            </a:extLst>
          </p:cNvPr>
          <p:cNvGrpSpPr>
            <a:grpSpLocks/>
          </p:cNvGrpSpPr>
          <p:nvPr/>
        </p:nvGrpSpPr>
        <p:grpSpPr bwMode="auto">
          <a:xfrm>
            <a:off x="3549650" y="1131888"/>
            <a:ext cx="1439863" cy="5367337"/>
            <a:chOff x="716" y="713"/>
            <a:chExt cx="907" cy="3381"/>
          </a:xfrm>
        </p:grpSpPr>
        <p:sp>
          <p:nvSpPr>
            <p:cNvPr id="14749" name="Freeform 4">
              <a:extLst>
                <a:ext uri="{FF2B5EF4-FFF2-40B4-BE49-F238E27FC236}">
                  <a16:creationId xmlns:a16="http://schemas.microsoft.com/office/drawing/2014/main" id="{54B56C43-0C52-4CDE-8A79-BACD4E242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713"/>
              <a:ext cx="907" cy="3381"/>
            </a:xfrm>
            <a:custGeom>
              <a:avLst/>
              <a:gdLst>
                <a:gd name="T0" fmla="*/ 691 w 899"/>
                <a:gd name="T1" fmla="*/ 2831 h 3357"/>
                <a:gd name="T2" fmla="*/ 543 w 899"/>
                <a:gd name="T3" fmla="*/ 2012 h 3357"/>
                <a:gd name="T4" fmla="*/ 595 w 899"/>
                <a:gd name="T5" fmla="*/ 1995 h 3357"/>
                <a:gd name="T6" fmla="*/ 749 w 899"/>
                <a:gd name="T7" fmla="*/ 2019 h 3357"/>
                <a:gd name="T8" fmla="*/ 749 w 899"/>
                <a:gd name="T9" fmla="*/ 1963 h 3357"/>
                <a:gd name="T10" fmla="*/ 549 w 899"/>
                <a:gd name="T11" fmla="*/ 1889 h 3357"/>
                <a:gd name="T12" fmla="*/ 598 w 899"/>
                <a:gd name="T13" fmla="*/ 1383 h 3357"/>
                <a:gd name="T14" fmla="*/ 681 w 899"/>
                <a:gd name="T15" fmla="*/ 534 h 3357"/>
                <a:gd name="T16" fmla="*/ 616 w 899"/>
                <a:gd name="T17" fmla="*/ 338 h 3357"/>
                <a:gd name="T18" fmla="*/ 798 w 899"/>
                <a:gd name="T19" fmla="*/ 226 h 3357"/>
                <a:gd name="T20" fmla="*/ 798 w 899"/>
                <a:gd name="T21" fmla="*/ 187 h 3357"/>
                <a:gd name="T22" fmla="*/ 554 w 899"/>
                <a:gd name="T23" fmla="*/ 350 h 3357"/>
                <a:gd name="T24" fmla="*/ 530 w 899"/>
                <a:gd name="T25" fmla="*/ 261 h 3357"/>
                <a:gd name="T26" fmla="*/ 563 w 899"/>
                <a:gd name="T27" fmla="*/ 40 h 3357"/>
                <a:gd name="T28" fmla="*/ 530 w 899"/>
                <a:gd name="T29" fmla="*/ 26 h 3357"/>
                <a:gd name="T30" fmla="*/ 483 w 899"/>
                <a:gd name="T31" fmla="*/ 331 h 3357"/>
                <a:gd name="T32" fmla="*/ 379 w 899"/>
                <a:gd name="T33" fmla="*/ 383 h 3357"/>
                <a:gd name="T34" fmla="*/ 317 w 899"/>
                <a:gd name="T35" fmla="*/ 333 h 3357"/>
                <a:gd name="T36" fmla="*/ 328 w 899"/>
                <a:gd name="T37" fmla="*/ 23 h 3357"/>
                <a:gd name="T38" fmla="*/ 295 w 899"/>
                <a:gd name="T39" fmla="*/ 13 h 3357"/>
                <a:gd name="T40" fmla="*/ 260 w 899"/>
                <a:gd name="T41" fmla="*/ 278 h 3357"/>
                <a:gd name="T42" fmla="*/ 27 w 899"/>
                <a:gd name="T43" fmla="*/ 155 h 3357"/>
                <a:gd name="T44" fmla="*/ 21 w 899"/>
                <a:gd name="T45" fmla="*/ 191 h 3357"/>
                <a:gd name="T46" fmla="*/ 262 w 899"/>
                <a:gd name="T47" fmla="*/ 475 h 3357"/>
                <a:gd name="T48" fmla="*/ 232 w 899"/>
                <a:gd name="T49" fmla="*/ 762 h 3357"/>
                <a:gd name="T50" fmla="*/ 313 w 899"/>
                <a:gd name="T51" fmla="*/ 915 h 3357"/>
                <a:gd name="T52" fmla="*/ 373 w 899"/>
                <a:gd name="T53" fmla="*/ 984 h 3357"/>
                <a:gd name="T54" fmla="*/ 456 w 899"/>
                <a:gd name="T55" fmla="*/ 934 h 3357"/>
                <a:gd name="T56" fmla="*/ 455 w 899"/>
                <a:gd name="T57" fmla="*/ 931 h 3357"/>
                <a:gd name="T58" fmla="*/ 512 w 899"/>
                <a:gd name="T59" fmla="*/ 832 h 3357"/>
                <a:gd name="T60" fmla="*/ 407 w 899"/>
                <a:gd name="T61" fmla="*/ 692 h 3357"/>
                <a:gd name="T62" fmla="*/ 467 w 899"/>
                <a:gd name="T63" fmla="*/ 569 h 3357"/>
                <a:gd name="T64" fmla="*/ 417 w 899"/>
                <a:gd name="T65" fmla="*/ 1444 h 3357"/>
                <a:gd name="T66" fmla="*/ 381 w 899"/>
                <a:gd name="T67" fmla="*/ 1915 h 3357"/>
                <a:gd name="T68" fmla="*/ 184 w 899"/>
                <a:gd name="T69" fmla="*/ 2056 h 3357"/>
                <a:gd name="T70" fmla="*/ 184 w 899"/>
                <a:gd name="T71" fmla="*/ 2112 h 3357"/>
                <a:gd name="T72" fmla="*/ 338 w 899"/>
                <a:gd name="T73" fmla="*/ 2041 h 3357"/>
                <a:gd name="T74" fmla="*/ 381 w 899"/>
                <a:gd name="T75" fmla="*/ 2040 h 3357"/>
                <a:gd name="T76" fmla="*/ 392 w 899"/>
                <a:gd name="T77" fmla="*/ 2416 h 3357"/>
                <a:gd name="T78" fmla="*/ 217 w 899"/>
                <a:gd name="T79" fmla="*/ 2915 h 3357"/>
                <a:gd name="T80" fmla="*/ 60 w 899"/>
                <a:gd name="T81" fmla="*/ 3383 h 3357"/>
                <a:gd name="T82" fmla="*/ 130 w 899"/>
                <a:gd name="T83" fmla="*/ 3389 h 3357"/>
                <a:gd name="T84" fmla="*/ 288 w 899"/>
                <a:gd name="T85" fmla="*/ 2957 h 3357"/>
                <a:gd name="T86" fmla="*/ 280 w 899"/>
                <a:gd name="T87" fmla="*/ 3104 h 3357"/>
                <a:gd name="T88" fmla="*/ 331 w 899"/>
                <a:gd name="T89" fmla="*/ 3104 h 3357"/>
                <a:gd name="T90" fmla="*/ 349 w 899"/>
                <a:gd name="T91" fmla="*/ 2871 h 3357"/>
                <a:gd name="T92" fmla="*/ 360 w 899"/>
                <a:gd name="T93" fmla="*/ 2857 h 3357"/>
                <a:gd name="T94" fmla="*/ 487 w 899"/>
                <a:gd name="T95" fmla="*/ 2670 h 3357"/>
                <a:gd name="T96" fmla="*/ 622 w 899"/>
                <a:gd name="T97" fmla="*/ 2874 h 3357"/>
                <a:gd name="T98" fmla="*/ 648 w 899"/>
                <a:gd name="T99" fmla="*/ 3105 h 3357"/>
                <a:gd name="T100" fmla="*/ 696 w 899"/>
                <a:gd name="T101" fmla="*/ 3105 h 3357"/>
                <a:gd name="T102" fmla="*/ 701 w 899"/>
                <a:gd name="T103" fmla="*/ 2962 h 3357"/>
                <a:gd name="T104" fmla="*/ 853 w 899"/>
                <a:gd name="T105" fmla="*/ 3397 h 3357"/>
                <a:gd name="T106" fmla="*/ 923 w 899"/>
                <a:gd name="T107" fmla="*/ 3397 h 3357"/>
                <a:gd name="T108" fmla="*/ 691 w 899"/>
                <a:gd name="T109" fmla="*/ 2831 h 335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99" h="3357">
                  <a:moveTo>
                    <a:pt x="673" y="2771"/>
                  </a:moveTo>
                  <a:cubicBezTo>
                    <a:pt x="536" y="2610"/>
                    <a:pt x="525" y="2569"/>
                    <a:pt x="528" y="1970"/>
                  </a:cubicBezTo>
                  <a:cubicBezTo>
                    <a:pt x="534" y="1945"/>
                    <a:pt x="526" y="1929"/>
                    <a:pt x="580" y="1953"/>
                  </a:cubicBezTo>
                  <a:cubicBezTo>
                    <a:pt x="635" y="1979"/>
                    <a:pt x="729" y="1977"/>
                    <a:pt x="729" y="1977"/>
                  </a:cubicBezTo>
                  <a:cubicBezTo>
                    <a:pt x="753" y="1953"/>
                    <a:pt x="729" y="1921"/>
                    <a:pt x="729" y="1921"/>
                  </a:cubicBezTo>
                  <a:cubicBezTo>
                    <a:pt x="579" y="1931"/>
                    <a:pt x="542" y="1870"/>
                    <a:pt x="534" y="1850"/>
                  </a:cubicBezTo>
                  <a:cubicBezTo>
                    <a:pt x="548" y="1627"/>
                    <a:pt x="576" y="1433"/>
                    <a:pt x="583" y="1353"/>
                  </a:cubicBezTo>
                  <a:cubicBezTo>
                    <a:pt x="599" y="1157"/>
                    <a:pt x="732" y="793"/>
                    <a:pt x="663" y="522"/>
                  </a:cubicBezTo>
                  <a:cubicBezTo>
                    <a:pt x="629" y="389"/>
                    <a:pt x="547" y="437"/>
                    <a:pt x="601" y="332"/>
                  </a:cubicBezTo>
                  <a:cubicBezTo>
                    <a:pt x="655" y="227"/>
                    <a:pt x="777" y="220"/>
                    <a:pt x="777" y="220"/>
                  </a:cubicBezTo>
                  <a:cubicBezTo>
                    <a:pt x="791" y="199"/>
                    <a:pt x="777" y="184"/>
                    <a:pt x="777" y="184"/>
                  </a:cubicBezTo>
                  <a:cubicBezTo>
                    <a:pt x="637" y="180"/>
                    <a:pt x="567" y="304"/>
                    <a:pt x="539" y="344"/>
                  </a:cubicBezTo>
                  <a:cubicBezTo>
                    <a:pt x="511" y="383"/>
                    <a:pt x="524" y="376"/>
                    <a:pt x="515" y="255"/>
                  </a:cubicBezTo>
                  <a:cubicBezTo>
                    <a:pt x="506" y="135"/>
                    <a:pt x="548" y="40"/>
                    <a:pt x="548" y="40"/>
                  </a:cubicBezTo>
                  <a:cubicBezTo>
                    <a:pt x="543" y="17"/>
                    <a:pt x="515" y="26"/>
                    <a:pt x="515" y="26"/>
                  </a:cubicBezTo>
                  <a:cubicBezTo>
                    <a:pt x="472" y="100"/>
                    <a:pt x="483" y="253"/>
                    <a:pt x="471" y="325"/>
                  </a:cubicBezTo>
                  <a:cubicBezTo>
                    <a:pt x="460" y="396"/>
                    <a:pt x="400" y="360"/>
                    <a:pt x="370" y="374"/>
                  </a:cubicBezTo>
                  <a:cubicBezTo>
                    <a:pt x="340" y="387"/>
                    <a:pt x="323" y="368"/>
                    <a:pt x="308" y="327"/>
                  </a:cubicBezTo>
                  <a:cubicBezTo>
                    <a:pt x="262" y="199"/>
                    <a:pt x="319" y="23"/>
                    <a:pt x="319" y="23"/>
                  </a:cubicBezTo>
                  <a:cubicBezTo>
                    <a:pt x="310" y="0"/>
                    <a:pt x="286" y="13"/>
                    <a:pt x="286" y="13"/>
                  </a:cubicBezTo>
                  <a:cubicBezTo>
                    <a:pt x="239" y="152"/>
                    <a:pt x="254" y="272"/>
                    <a:pt x="254" y="272"/>
                  </a:cubicBezTo>
                  <a:cubicBezTo>
                    <a:pt x="143" y="152"/>
                    <a:pt x="27" y="152"/>
                    <a:pt x="27" y="152"/>
                  </a:cubicBezTo>
                  <a:cubicBezTo>
                    <a:pt x="0" y="165"/>
                    <a:pt x="21" y="188"/>
                    <a:pt x="21" y="188"/>
                  </a:cubicBezTo>
                  <a:cubicBezTo>
                    <a:pt x="141" y="182"/>
                    <a:pt x="336" y="368"/>
                    <a:pt x="256" y="466"/>
                  </a:cubicBezTo>
                  <a:cubicBezTo>
                    <a:pt x="175" y="563"/>
                    <a:pt x="207" y="691"/>
                    <a:pt x="226" y="747"/>
                  </a:cubicBezTo>
                  <a:cubicBezTo>
                    <a:pt x="244" y="803"/>
                    <a:pt x="297" y="873"/>
                    <a:pt x="304" y="897"/>
                  </a:cubicBezTo>
                  <a:cubicBezTo>
                    <a:pt x="312" y="922"/>
                    <a:pt x="314" y="959"/>
                    <a:pt x="364" y="963"/>
                  </a:cubicBezTo>
                  <a:cubicBezTo>
                    <a:pt x="451" y="969"/>
                    <a:pt x="446" y="924"/>
                    <a:pt x="444" y="913"/>
                  </a:cubicBezTo>
                  <a:cubicBezTo>
                    <a:pt x="444" y="911"/>
                    <a:pt x="443" y="910"/>
                    <a:pt x="443" y="910"/>
                  </a:cubicBezTo>
                  <a:cubicBezTo>
                    <a:pt x="506" y="912"/>
                    <a:pt x="508" y="849"/>
                    <a:pt x="499" y="814"/>
                  </a:cubicBezTo>
                  <a:cubicBezTo>
                    <a:pt x="489" y="778"/>
                    <a:pt x="444" y="774"/>
                    <a:pt x="395" y="677"/>
                  </a:cubicBezTo>
                  <a:cubicBezTo>
                    <a:pt x="367" y="622"/>
                    <a:pt x="389" y="527"/>
                    <a:pt x="455" y="557"/>
                  </a:cubicBezTo>
                  <a:cubicBezTo>
                    <a:pt x="605" y="625"/>
                    <a:pt x="451" y="989"/>
                    <a:pt x="405" y="1414"/>
                  </a:cubicBezTo>
                  <a:cubicBezTo>
                    <a:pt x="394" y="1519"/>
                    <a:pt x="373" y="1689"/>
                    <a:pt x="372" y="1875"/>
                  </a:cubicBezTo>
                  <a:cubicBezTo>
                    <a:pt x="367" y="1894"/>
                    <a:pt x="337" y="1946"/>
                    <a:pt x="178" y="2013"/>
                  </a:cubicBezTo>
                  <a:cubicBezTo>
                    <a:pt x="178" y="2013"/>
                    <a:pt x="157" y="2047"/>
                    <a:pt x="178" y="2067"/>
                  </a:cubicBezTo>
                  <a:cubicBezTo>
                    <a:pt x="178" y="2067"/>
                    <a:pt x="265" y="2036"/>
                    <a:pt x="329" y="1999"/>
                  </a:cubicBezTo>
                  <a:cubicBezTo>
                    <a:pt x="357" y="1983"/>
                    <a:pt x="367" y="1978"/>
                    <a:pt x="372" y="1998"/>
                  </a:cubicBezTo>
                  <a:cubicBezTo>
                    <a:pt x="373" y="2149"/>
                    <a:pt x="381" y="2286"/>
                    <a:pt x="383" y="2365"/>
                  </a:cubicBezTo>
                  <a:cubicBezTo>
                    <a:pt x="389" y="2677"/>
                    <a:pt x="339" y="2629"/>
                    <a:pt x="211" y="2853"/>
                  </a:cubicBezTo>
                  <a:cubicBezTo>
                    <a:pt x="83" y="3077"/>
                    <a:pt x="57" y="3311"/>
                    <a:pt x="57" y="3311"/>
                  </a:cubicBezTo>
                  <a:cubicBezTo>
                    <a:pt x="101" y="3353"/>
                    <a:pt x="127" y="3317"/>
                    <a:pt x="127" y="3317"/>
                  </a:cubicBezTo>
                  <a:cubicBezTo>
                    <a:pt x="130" y="3156"/>
                    <a:pt x="214" y="2995"/>
                    <a:pt x="280" y="2894"/>
                  </a:cubicBezTo>
                  <a:cubicBezTo>
                    <a:pt x="295" y="2902"/>
                    <a:pt x="274" y="3038"/>
                    <a:pt x="274" y="3038"/>
                  </a:cubicBezTo>
                  <a:cubicBezTo>
                    <a:pt x="302" y="3058"/>
                    <a:pt x="322" y="3038"/>
                    <a:pt x="322" y="3038"/>
                  </a:cubicBezTo>
                  <a:cubicBezTo>
                    <a:pt x="321" y="2924"/>
                    <a:pt x="337" y="2829"/>
                    <a:pt x="340" y="2811"/>
                  </a:cubicBezTo>
                  <a:cubicBezTo>
                    <a:pt x="344" y="2805"/>
                    <a:pt x="348" y="2801"/>
                    <a:pt x="351" y="2797"/>
                  </a:cubicBezTo>
                  <a:cubicBezTo>
                    <a:pt x="439" y="2695"/>
                    <a:pt x="475" y="2613"/>
                    <a:pt x="475" y="2613"/>
                  </a:cubicBezTo>
                  <a:cubicBezTo>
                    <a:pt x="475" y="2613"/>
                    <a:pt x="483" y="2678"/>
                    <a:pt x="607" y="2814"/>
                  </a:cubicBezTo>
                  <a:cubicBezTo>
                    <a:pt x="612" y="2837"/>
                    <a:pt x="632" y="2930"/>
                    <a:pt x="630" y="3039"/>
                  </a:cubicBezTo>
                  <a:cubicBezTo>
                    <a:pt x="630" y="3039"/>
                    <a:pt x="650" y="3059"/>
                    <a:pt x="678" y="3039"/>
                  </a:cubicBezTo>
                  <a:cubicBezTo>
                    <a:pt x="678" y="3039"/>
                    <a:pt x="665" y="2904"/>
                    <a:pt x="683" y="2899"/>
                  </a:cubicBezTo>
                  <a:cubicBezTo>
                    <a:pt x="814" y="3070"/>
                    <a:pt x="831" y="3325"/>
                    <a:pt x="831" y="3325"/>
                  </a:cubicBezTo>
                  <a:cubicBezTo>
                    <a:pt x="861" y="3357"/>
                    <a:pt x="899" y="3325"/>
                    <a:pt x="899" y="3325"/>
                  </a:cubicBezTo>
                  <a:cubicBezTo>
                    <a:pt x="899" y="3325"/>
                    <a:pt x="885" y="3021"/>
                    <a:pt x="673" y="2771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" name="Freeform 5">
              <a:extLst>
                <a:ext uri="{FF2B5EF4-FFF2-40B4-BE49-F238E27FC236}">
                  <a16:creationId xmlns:a16="http://schemas.microsoft.com/office/drawing/2014/main" id="{5AE2D091-E55C-4DDD-A54B-E151CAA7C1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" y="727"/>
              <a:ext cx="906" cy="3367"/>
            </a:xfrm>
            <a:custGeom>
              <a:avLst/>
              <a:gdLst>
                <a:gd name="T0" fmla="*/ 521 w 898"/>
                <a:gd name="T1" fmla="*/ 51 h 3343"/>
                <a:gd name="T2" fmla="*/ 483 w 898"/>
                <a:gd name="T3" fmla="*/ 317 h 3343"/>
                <a:gd name="T4" fmla="*/ 492 w 898"/>
                <a:gd name="T5" fmla="*/ 278 h 3343"/>
                <a:gd name="T6" fmla="*/ 447 w 898"/>
                <a:gd name="T7" fmla="*/ 549 h 3343"/>
                <a:gd name="T8" fmla="*/ 527 w 898"/>
                <a:gd name="T9" fmla="*/ 793 h 3343"/>
                <a:gd name="T10" fmla="*/ 416 w 898"/>
                <a:gd name="T11" fmla="*/ 1429 h 3343"/>
                <a:gd name="T12" fmla="*/ 372 w 898"/>
                <a:gd name="T13" fmla="*/ 1919 h 3343"/>
                <a:gd name="T14" fmla="*/ 432 w 898"/>
                <a:gd name="T15" fmla="*/ 1410 h 3343"/>
                <a:gd name="T16" fmla="*/ 891 w 898"/>
                <a:gd name="T17" fmla="*/ 3396 h 3343"/>
                <a:gd name="T18" fmla="*/ 700 w 898"/>
                <a:gd name="T19" fmla="*/ 2948 h 3343"/>
                <a:gd name="T20" fmla="*/ 852 w 898"/>
                <a:gd name="T21" fmla="*/ 3383 h 3343"/>
                <a:gd name="T22" fmla="*/ 891 w 898"/>
                <a:gd name="T23" fmla="*/ 3396 h 3343"/>
                <a:gd name="T24" fmla="*/ 364 w 898"/>
                <a:gd name="T25" fmla="*/ 2838 h 3343"/>
                <a:gd name="T26" fmla="*/ 375 w 898"/>
                <a:gd name="T27" fmla="*/ 2824 h 3343"/>
                <a:gd name="T28" fmla="*/ 260 w 898"/>
                <a:gd name="T29" fmla="*/ 268 h 3343"/>
                <a:gd name="T30" fmla="*/ 285 w 898"/>
                <a:gd name="T31" fmla="*/ 23 h 3343"/>
                <a:gd name="T32" fmla="*/ 260 w 898"/>
                <a:gd name="T33" fmla="*/ 268 h 3343"/>
                <a:gd name="T34" fmla="*/ 634 w 898"/>
                <a:gd name="T35" fmla="*/ 2851 h 3343"/>
                <a:gd name="T36" fmla="*/ 488 w 898"/>
                <a:gd name="T37" fmla="*/ 2664 h 3343"/>
                <a:gd name="T38" fmla="*/ 648 w 898"/>
                <a:gd name="T39" fmla="*/ 3091 h 3343"/>
                <a:gd name="T40" fmla="*/ 695 w 898"/>
                <a:gd name="T41" fmla="*/ 3083 h 3343"/>
                <a:gd name="T42" fmla="*/ 295 w 898"/>
                <a:gd name="T43" fmla="*/ 3078 h 3343"/>
                <a:gd name="T44" fmla="*/ 287 w 898"/>
                <a:gd name="T45" fmla="*/ 2945 h 3343"/>
                <a:gd name="T46" fmla="*/ 331 w 898"/>
                <a:gd name="T47" fmla="*/ 3090 h 3343"/>
                <a:gd name="T48" fmla="*/ 295 w 898"/>
                <a:gd name="T49" fmla="*/ 3078 h 3343"/>
                <a:gd name="T50" fmla="*/ 353 w 898"/>
                <a:gd name="T51" fmla="*/ 2007 h 3343"/>
                <a:gd name="T52" fmla="*/ 175 w 898"/>
                <a:gd name="T53" fmla="*/ 2073 h 3343"/>
                <a:gd name="T54" fmla="*/ 183 w 898"/>
                <a:gd name="T55" fmla="*/ 2098 h 3343"/>
                <a:gd name="T56" fmla="*/ 380 w 898"/>
                <a:gd name="T57" fmla="*/ 2026 h 3343"/>
                <a:gd name="T58" fmla="*/ 216 w 898"/>
                <a:gd name="T59" fmla="*/ 2901 h 3343"/>
                <a:gd name="T60" fmla="*/ 129 w 898"/>
                <a:gd name="T61" fmla="*/ 3375 h 3343"/>
                <a:gd name="T62" fmla="*/ 69 w 898"/>
                <a:gd name="T63" fmla="*/ 3376 h 3343"/>
                <a:gd name="T64" fmla="*/ 410 w 898"/>
                <a:gd name="T65" fmla="*/ 2383 h 3343"/>
                <a:gd name="T66" fmla="*/ 261 w 898"/>
                <a:gd name="T67" fmla="*/ 460 h 3343"/>
                <a:gd name="T68" fmla="*/ 313 w 898"/>
                <a:gd name="T69" fmla="*/ 901 h 3343"/>
                <a:gd name="T70" fmla="*/ 454 w 898"/>
                <a:gd name="T71" fmla="*/ 941 h 3343"/>
                <a:gd name="T72" fmla="*/ 329 w 898"/>
                <a:gd name="T73" fmla="*/ 882 h 3343"/>
                <a:gd name="T74" fmla="*/ 268 w 898"/>
                <a:gd name="T75" fmla="*/ 464 h 3343"/>
                <a:gd name="T76" fmla="*/ 29 w 898"/>
                <a:gd name="T77" fmla="*/ 141 h 3343"/>
                <a:gd name="T78" fmla="*/ 20 w 898"/>
                <a:gd name="T79" fmla="*/ 177 h 334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98" h="3343">
                  <a:moveTo>
                    <a:pt x="480" y="272"/>
                  </a:moveTo>
                  <a:cubicBezTo>
                    <a:pt x="490" y="207"/>
                    <a:pt x="474" y="129"/>
                    <a:pt x="506" y="51"/>
                  </a:cubicBezTo>
                  <a:cubicBezTo>
                    <a:pt x="520" y="19"/>
                    <a:pt x="504" y="37"/>
                    <a:pt x="504" y="37"/>
                  </a:cubicBezTo>
                  <a:cubicBezTo>
                    <a:pt x="472" y="114"/>
                    <a:pt x="482" y="239"/>
                    <a:pt x="471" y="311"/>
                  </a:cubicBezTo>
                  <a:cubicBezTo>
                    <a:pt x="470" y="319"/>
                    <a:pt x="468" y="325"/>
                    <a:pt x="465" y="331"/>
                  </a:cubicBezTo>
                  <a:cubicBezTo>
                    <a:pt x="475" y="324"/>
                    <a:pt x="477" y="294"/>
                    <a:pt x="480" y="272"/>
                  </a:cubicBezTo>
                  <a:close/>
                  <a:moveTo>
                    <a:pt x="484" y="549"/>
                  </a:moveTo>
                  <a:cubicBezTo>
                    <a:pt x="478" y="545"/>
                    <a:pt x="449" y="532"/>
                    <a:pt x="435" y="537"/>
                  </a:cubicBezTo>
                  <a:cubicBezTo>
                    <a:pt x="458" y="541"/>
                    <a:pt x="435" y="534"/>
                    <a:pt x="455" y="543"/>
                  </a:cubicBezTo>
                  <a:cubicBezTo>
                    <a:pt x="519" y="572"/>
                    <a:pt x="527" y="655"/>
                    <a:pt x="512" y="775"/>
                  </a:cubicBezTo>
                  <a:cubicBezTo>
                    <a:pt x="513" y="776"/>
                    <a:pt x="508" y="805"/>
                    <a:pt x="498" y="865"/>
                  </a:cubicBezTo>
                  <a:cubicBezTo>
                    <a:pt x="472" y="1013"/>
                    <a:pt x="426" y="1200"/>
                    <a:pt x="404" y="1399"/>
                  </a:cubicBezTo>
                  <a:cubicBezTo>
                    <a:pt x="393" y="1505"/>
                    <a:pt x="373" y="1674"/>
                    <a:pt x="371" y="1860"/>
                  </a:cubicBezTo>
                  <a:cubicBezTo>
                    <a:pt x="370" y="1865"/>
                    <a:pt x="368" y="1871"/>
                    <a:pt x="363" y="1878"/>
                  </a:cubicBezTo>
                  <a:cubicBezTo>
                    <a:pt x="379" y="1861"/>
                    <a:pt x="385" y="1849"/>
                    <a:pt x="387" y="1841"/>
                  </a:cubicBezTo>
                  <a:cubicBezTo>
                    <a:pt x="389" y="1655"/>
                    <a:pt x="409" y="1485"/>
                    <a:pt x="420" y="1380"/>
                  </a:cubicBezTo>
                  <a:cubicBezTo>
                    <a:pt x="466" y="955"/>
                    <a:pt x="605" y="646"/>
                    <a:pt x="484" y="549"/>
                  </a:cubicBezTo>
                  <a:close/>
                  <a:moveTo>
                    <a:pt x="867" y="3324"/>
                  </a:moveTo>
                  <a:cubicBezTo>
                    <a:pt x="860" y="3325"/>
                    <a:pt x="842" y="3315"/>
                    <a:pt x="843" y="3298"/>
                  </a:cubicBezTo>
                  <a:cubicBezTo>
                    <a:pt x="843" y="3298"/>
                    <a:pt x="783" y="2939"/>
                    <a:pt x="682" y="2885"/>
                  </a:cubicBezTo>
                  <a:cubicBezTo>
                    <a:pt x="683" y="2887"/>
                    <a:pt x="690" y="2895"/>
                    <a:pt x="690" y="2895"/>
                  </a:cubicBezTo>
                  <a:cubicBezTo>
                    <a:pt x="814" y="3066"/>
                    <a:pt x="830" y="3311"/>
                    <a:pt x="830" y="3311"/>
                  </a:cubicBezTo>
                  <a:cubicBezTo>
                    <a:pt x="860" y="3343"/>
                    <a:pt x="898" y="3311"/>
                    <a:pt x="898" y="3311"/>
                  </a:cubicBezTo>
                  <a:cubicBezTo>
                    <a:pt x="898" y="3311"/>
                    <a:pt x="883" y="3322"/>
                    <a:pt x="867" y="3324"/>
                  </a:cubicBezTo>
                  <a:close/>
                  <a:moveTo>
                    <a:pt x="355" y="2777"/>
                  </a:moveTo>
                  <a:cubicBezTo>
                    <a:pt x="355" y="2777"/>
                    <a:pt x="355" y="2777"/>
                    <a:pt x="355" y="2778"/>
                  </a:cubicBezTo>
                  <a:cubicBezTo>
                    <a:pt x="362" y="2769"/>
                    <a:pt x="369" y="2761"/>
                    <a:pt x="375" y="2753"/>
                  </a:cubicBezTo>
                  <a:cubicBezTo>
                    <a:pt x="372" y="2756"/>
                    <a:pt x="369" y="2760"/>
                    <a:pt x="366" y="2764"/>
                  </a:cubicBezTo>
                  <a:cubicBezTo>
                    <a:pt x="363" y="2767"/>
                    <a:pt x="360" y="2771"/>
                    <a:pt x="355" y="2777"/>
                  </a:cubicBezTo>
                  <a:close/>
                  <a:moveTo>
                    <a:pt x="254" y="262"/>
                  </a:moveTo>
                  <a:cubicBezTo>
                    <a:pt x="254" y="262"/>
                    <a:pt x="244" y="160"/>
                    <a:pt x="285" y="28"/>
                  </a:cubicBezTo>
                  <a:cubicBezTo>
                    <a:pt x="287" y="0"/>
                    <a:pt x="278" y="23"/>
                    <a:pt x="278" y="23"/>
                  </a:cubicBezTo>
                  <a:cubicBezTo>
                    <a:pt x="247" y="115"/>
                    <a:pt x="250" y="174"/>
                    <a:pt x="251" y="220"/>
                  </a:cubicBezTo>
                  <a:cubicBezTo>
                    <a:pt x="250" y="233"/>
                    <a:pt x="253" y="258"/>
                    <a:pt x="254" y="262"/>
                  </a:cubicBezTo>
                  <a:close/>
                  <a:moveTo>
                    <a:pt x="642" y="3018"/>
                  </a:moveTo>
                  <a:cubicBezTo>
                    <a:pt x="644" y="2909"/>
                    <a:pt x="635" y="2820"/>
                    <a:pt x="617" y="2791"/>
                  </a:cubicBezTo>
                  <a:cubicBezTo>
                    <a:pt x="494" y="2655"/>
                    <a:pt x="475" y="2596"/>
                    <a:pt x="475" y="2596"/>
                  </a:cubicBezTo>
                  <a:cubicBezTo>
                    <a:pt x="476" y="2607"/>
                    <a:pt x="476" y="2607"/>
                    <a:pt x="476" y="2607"/>
                  </a:cubicBezTo>
                  <a:cubicBezTo>
                    <a:pt x="482" y="2629"/>
                    <a:pt x="508" y="2691"/>
                    <a:pt x="606" y="2800"/>
                  </a:cubicBezTo>
                  <a:cubicBezTo>
                    <a:pt x="611" y="2823"/>
                    <a:pt x="632" y="2916"/>
                    <a:pt x="630" y="3025"/>
                  </a:cubicBezTo>
                  <a:cubicBezTo>
                    <a:pt x="630" y="3025"/>
                    <a:pt x="650" y="3045"/>
                    <a:pt x="678" y="3025"/>
                  </a:cubicBezTo>
                  <a:cubicBezTo>
                    <a:pt x="678" y="3025"/>
                    <a:pt x="677" y="3024"/>
                    <a:pt x="677" y="3017"/>
                  </a:cubicBezTo>
                  <a:cubicBezTo>
                    <a:pt x="655" y="3046"/>
                    <a:pt x="642" y="3018"/>
                    <a:pt x="642" y="3018"/>
                  </a:cubicBezTo>
                  <a:close/>
                  <a:moveTo>
                    <a:pt x="286" y="3012"/>
                  </a:moveTo>
                  <a:cubicBezTo>
                    <a:pt x="286" y="3012"/>
                    <a:pt x="300" y="2875"/>
                    <a:pt x="278" y="2878"/>
                  </a:cubicBezTo>
                  <a:cubicBezTo>
                    <a:pt x="277" y="2881"/>
                    <a:pt x="280" y="2881"/>
                    <a:pt x="279" y="2882"/>
                  </a:cubicBezTo>
                  <a:cubicBezTo>
                    <a:pt x="290" y="2902"/>
                    <a:pt x="274" y="3024"/>
                    <a:pt x="274" y="3024"/>
                  </a:cubicBezTo>
                  <a:cubicBezTo>
                    <a:pt x="302" y="3044"/>
                    <a:pt x="322" y="3024"/>
                    <a:pt x="322" y="3024"/>
                  </a:cubicBezTo>
                  <a:cubicBezTo>
                    <a:pt x="322" y="3020"/>
                    <a:pt x="322" y="3016"/>
                    <a:pt x="322" y="3012"/>
                  </a:cubicBezTo>
                  <a:cubicBezTo>
                    <a:pt x="321" y="3035"/>
                    <a:pt x="284" y="3033"/>
                    <a:pt x="286" y="3012"/>
                  </a:cubicBezTo>
                  <a:close/>
                  <a:moveTo>
                    <a:pt x="387" y="1965"/>
                  </a:moveTo>
                  <a:cubicBezTo>
                    <a:pt x="382" y="1944"/>
                    <a:pt x="372" y="1949"/>
                    <a:pt x="344" y="1965"/>
                  </a:cubicBezTo>
                  <a:cubicBezTo>
                    <a:pt x="280" y="2002"/>
                    <a:pt x="193" y="2034"/>
                    <a:pt x="193" y="2034"/>
                  </a:cubicBezTo>
                  <a:cubicBezTo>
                    <a:pt x="179" y="2041"/>
                    <a:pt x="166" y="2040"/>
                    <a:pt x="169" y="2028"/>
                  </a:cubicBezTo>
                  <a:cubicBezTo>
                    <a:pt x="166" y="2030"/>
                    <a:pt x="173" y="2005"/>
                    <a:pt x="177" y="1999"/>
                  </a:cubicBezTo>
                  <a:cubicBezTo>
                    <a:pt x="177" y="1999"/>
                    <a:pt x="157" y="2033"/>
                    <a:pt x="177" y="2053"/>
                  </a:cubicBezTo>
                  <a:cubicBezTo>
                    <a:pt x="177" y="2053"/>
                    <a:pt x="264" y="2022"/>
                    <a:pt x="328" y="1985"/>
                  </a:cubicBezTo>
                  <a:cubicBezTo>
                    <a:pt x="356" y="1969"/>
                    <a:pt x="366" y="1964"/>
                    <a:pt x="371" y="1984"/>
                  </a:cubicBezTo>
                  <a:cubicBezTo>
                    <a:pt x="372" y="2134"/>
                    <a:pt x="381" y="2272"/>
                    <a:pt x="382" y="2351"/>
                  </a:cubicBezTo>
                  <a:cubicBezTo>
                    <a:pt x="388" y="2663"/>
                    <a:pt x="338" y="2615"/>
                    <a:pt x="210" y="2839"/>
                  </a:cubicBezTo>
                  <a:cubicBezTo>
                    <a:pt x="82" y="3063"/>
                    <a:pt x="56" y="3297"/>
                    <a:pt x="56" y="3297"/>
                  </a:cubicBezTo>
                  <a:cubicBezTo>
                    <a:pt x="100" y="3339"/>
                    <a:pt x="126" y="3303"/>
                    <a:pt x="126" y="3303"/>
                  </a:cubicBezTo>
                  <a:cubicBezTo>
                    <a:pt x="126" y="3301"/>
                    <a:pt x="126" y="3298"/>
                    <a:pt x="127" y="3295"/>
                  </a:cubicBezTo>
                  <a:cubicBezTo>
                    <a:pt x="117" y="3317"/>
                    <a:pt x="89" y="3327"/>
                    <a:pt x="66" y="3304"/>
                  </a:cubicBezTo>
                  <a:cubicBezTo>
                    <a:pt x="66" y="3304"/>
                    <a:pt x="98" y="3044"/>
                    <a:pt x="226" y="2820"/>
                  </a:cubicBezTo>
                  <a:cubicBezTo>
                    <a:pt x="354" y="2596"/>
                    <a:pt x="404" y="2644"/>
                    <a:pt x="398" y="2332"/>
                  </a:cubicBezTo>
                  <a:cubicBezTo>
                    <a:pt x="397" y="2252"/>
                    <a:pt x="388" y="2115"/>
                    <a:pt x="387" y="1965"/>
                  </a:cubicBezTo>
                  <a:close/>
                  <a:moveTo>
                    <a:pt x="255" y="451"/>
                  </a:moveTo>
                  <a:cubicBezTo>
                    <a:pt x="174" y="549"/>
                    <a:pt x="206" y="677"/>
                    <a:pt x="225" y="733"/>
                  </a:cubicBezTo>
                  <a:cubicBezTo>
                    <a:pt x="244" y="789"/>
                    <a:pt x="296" y="859"/>
                    <a:pt x="304" y="883"/>
                  </a:cubicBezTo>
                  <a:cubicBezTo>
                    <a:pt x="311" y="907"/>
                    <a:pt x="313" y="945"/>
                    <a:pt x="364" y="949"/>
                  </a:cubicBezTo>
                  <a:cubicBezTo>
                    <a:pt x="419" y="953"/>
                    <a:pt x="437" y="936"/>
                    <a:pt x="442" y="920"/>
                  </a:cubicBezTo>
                  <a:cubicBezTo>
                    <a:pt x="431" y="927"/>
                    <a:pt x="411" y="932"/>
                    <a:pt x="380" y="929"/>
                  </a:cubicBezTo>
                  <a:cubicBezTo>
                    <a:pt x="329" y="925"/>
                    <a:pt x="327" y="888"/>
                    <a:pt x="320" y="864"/>
                  </a:cubicBezTo>
                  <a:cubicBezTo>
                    <a:pt x="312" y="839"/>
                    <a:pt x="260" y="770"/>
                    <a:pt x="241" y="713"/>
                  </a:cubicBezTo>
                  <a:cubicBezTo>
                    <a:pt x="222" y="657"/>
                    <a:pt x="182" y="552"/>
                    <a:pt x="262" y="455"/>
                  </a:cubicBezTo>
                  <a:cubicBezTo>
                    <a:pt x="343" y="357"/>
                    <a:pt x="151" y="159"/>
                    <a:pt x="30" y="165"/>
                  </a:cubicBezTo>
                  <a:cubicBezTo>
                    <a:pt x="30" y="165"/>
                    <a:pt x="2" y="151"/>
                    <a:pt x="29" y="138"/>
                  </a:cubicBezTo>
                  <a:cubicBezTo>
                    <a:pt x="27" y="138"/>
                    <a:pt x="26" y="138"/>
                    <a:pt x="26" y="138"/>
                  </a:cubicBezTo>
                  <a:cubicBezTo>
                    <a:pt x="0" y="151"/>
                    <a:pt x="20" y="174"/>
                    <a:pt x="20" y="174"/>
                  </a:cubicBezTo>
                  <a:cubicBezTo>
                    <a:pt x="140" y="168"/>
                    <a:pt x="336" y="354"/>
                    <a:pt x="255" y="451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" name="Freeform 6">
              <a:extLst>
                <a:ext uri="{FF2B5EF4-FFF2-40B4-BE49-F238E27FC236}">
                  <a16:creationId xmlns:a16="http://schemas.microsoft.com/office/drawing/2014/main" id="{F7431045-CF39-47E7-9032-20F1BFDDF5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" y="713"/>
              <a:ext cx="891" cy="3363"/>
            </a:xfrm>
            <a:custGeom>
              <a:avLst/>
              <a:gdLst>
                <a:gd name="T0" fmla="*/ 760 w 883"/>
                <a:gd name="T1" fmla="*/ 229 h 3339"/>
                <a:gd name="T2" fmla="*/ 782 w 883"/>
                <a:gd name="T3" fmla="*/ 187 h 3339"/>
                <a:gd name="T4" fmla="*/ 770 w 883"/>
                <a:gd name="T5" fmla="*/ 198 h 3339"/>
                <a:gd name="T6" fmla="*/ 554 w 883"/>
                <a:gd name="T7" fmla="*/ 1407 h 3339"/>
                <a:gd name="T8" fmla="*/ 722 w 883"/>
                <a:gd name="T9" fmla="*/ 1977 h 3339"/>
                <a:gd name="T10" fmla="*/ 733 w 883"/>
                <a:gd name="T11" fmla="*/ 2019 h 3339"/>
                <a:gd name="T12" fmla="*/ 533 w 883"/>
                <a:gd name="T13" fmla="*/ 1889 h 3339"/>
                <a:gd name="T14" fmla="*/ 665 w 883"/>
                <a:gd name="T15" fmla="*/ 534 h 3339"/>
                <a:gd name="T16" fmla="*/ 636 w 883"/>
                <a:gd name="T17" fmla="*/ 292 h 3339"/>
                <a:gd name="T18" fmla="*/ 648 w 883"/>
                <a:gd name="T19" fmla="*/ 541 h 3339"/>
                <a:gd name="T20" fmla="*/ 311 w 883"/>
                <a:gd name="T21" fmla="*/ 1979 h 3339"/>
                <a:gd name="T22" fmla="*/ 159 w 883"/>
                <a:gd name="T23" fmla="*/ 2073 h 3339"/>
                <a:gd name="T24" fmla="*/ 527 w 883"/>
                <a:gd name="T25" fmla="*/ 2012 h 3339"/>
                <a:gd name="T26" fmla="*/ 507 w 883"/>
                <a:gd name="T27" fmla="*/ 2042 h 3339"/>
                <a:gd name="T28" fmla="*/ 878 w 883"/>
                <a:gd name="T29" fmla="*/ 3411 h 3339"/>
                <a:gd name="T30" fmla="*/ 675 w 883"/>
                <a:gd name="T31" fmla="*/ 2831 h 3339"/>
                <a:gd name="T32" fmla="*/ 422 w 883"/>
                <a:gd name="T33" fmla="*/ 560 h 3339"/>
                <a:gd name="T34" fmla="*/ 467 w 883"/>
                <a:gd name="T35" fmla="*/ 856 h 3339"/>
                <a:gd name="T36" fmla="*/ 466 w 883"/>
                <a:gd name="T37" fmla="*/ 927 h 3339"/>
                <a:gd name="T38" fmla="*/ 388 w 883"/>
                <a:gd name="T39" fmla="*/ 692 h 3339"/>
                <a:gd name="T40" fmla="*/ 514 w 883"/>
                <a:gd name="T41" fmla="*/ 261 h 3339"/>
                <a:gd name="T42" fmla="*/ 514 w 883"/>
                <a:gd name="T43" fmla="*/ 26 h 3339"/>
                <a:gd name="T44" fmla="*/ 534 w 883"/>
                <a:gd name="T45" fmla="*/ 46 h 3339"/>
                <a:gd name="T46" fmla="*/ 521 w 883"/>
                <a:gd name="T47" fmla="*/ 379 h 3339"/>
                <a:gd name="T48" fmla="*/ 270 w 883"/>
                <a:gd name="T49" fmla="*/ 2957 h 3339"/>
                <a:gd name="T50" fmla="*/ 114 w 883"/>
                <a:gd name="T51" fmla="*/ 3389 h 3339"/>
                <a:gd name="T52" fmla="*/ 270 w 883"/>
                <a:gd name="T53" fmla="*/ 2957 h 3339"/>
                <a:gd name="T54" fmla="*/ 345 w 883"/>
                <a:gd name="T55" fmla="*/ 397 h 3339"/>
                <a:gd name="T56" fmla="*/ 363 w 883"/>
                <a:gd name="T57" fmla="*/ 382 h 3339"/>
                <a:gd name="T58" fmla="*/ 312 w 883"/>
                <a:gd name="T59" fmla="*/ 22 h 3339"/>
                <a:gd name="T60" fmla="*/ 269 w 883"/>
                <a:gd name="T61" fmla="*/ 34 h 3339"/>
                <a:gd name="T62" fmla="*/ 280 w 883"/>
                <a:gd name="T63" fmla="*/ 337 h 3339"/>
                <a:gd name="T64" fmla="*/ 213 w 883"/>
                <a:gd name="T65" fmla="*/ 248 h 3339"/>
                <a:gd name="T66" fmla="*/ 3 w 883"/>
                <a:gd name="T67" fmla="*/ 170 h 333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83" h="3339">
                  <a:moveTo>
                    <a:pt x="749" y="195"/>
                  </a:moveTo>
                  <a:cubicBezTo>
                    <a:pt x="749" y="195"/>
                    <a:pt x="774" y="208"/>
                    <a:pt x="739" y="223"/>
                  </a:cubicBezTo>
                  <a:cubicBezTo>
                    <a:pt x="753" y="220"/>
                    <a:pt x="761" y="219"/>
                    <a:pt x="761" y="219"/>
                  </a:cubicBezTo>
                  <a:cubicBezTo>
                    <a:pt x="775" y="199"/>
                    <a:pt x="761" y="184"/>
                    <a:pt x="761" y="184"/>
                  </a:cubicBezTo>
                  <a:cubicBezTo>
                    <a:pt x="687" y="182"/>
                    <a:pt x="633" y="215"/>
                    <a:pt x="594" y="253"/>
                  </a:cubicBezTo>
                  <a:cubicBezTo>
                    <a:pt x="630" y="226"/>
                    <a:pt x="691" y="194"/>
                    <a:pt x="749" y="195"/>
                  </a:cubicBezTo>
                  <a:close/>
                  <a:moveTo>
                    <a:pt x="630" y="529"/>
                  </a:moveTo>
                  <a:cubicBezTo>
                    <a:pt x="700" y="801"/>
                    <a:pt x="555" y="1181"/>
                    <a:pt x="539" y="1377"/>
                  </a:cubicBezTo>
                  <a:cubicBezTo>
                    <a:pt x="532" y="1457"/>
                    <a:pt x="487" y="1825"/>
                    <a:pt x="500" y="1861"/>
                  </a:cubicBezTo>
                  <a:cubicBezTo>
                    <a:pt x="508" y="1881"/>
                    <a:pt x="554" y="1944"/>
                    <a:pt x="704" y="1935"/>
                  </a:cubicBezTo>
                  <a:cubicBezTo>
                    <a:pt x="704" y="1935"/>
                    <a:pt x="733" y="1962"/>
                    <a:pt x="695" y="1976"/>
                  </a:cubicBezTo>
                  <a:cubicBezTo>
                    <a:pt x="706" y="1977"/>
                    <a:pt x="713" y="1977"/>
                    <a:pt x="713" y="1977"/>
                  </a:cubicBezTo>
                  <a:cubicBezTo>
                    <a:pt x="737" y="1953"/>
                    <a:pt x="713" y="1921"/>
                    <a:pt x="713" y="1921"/>
                  </a:cubicBezTo>
                  <a:cubicBezTo>
                    <a:pt x="563" y="1930"/>
                    <a:pt x="526" y="1870"/>
                    <a:pt x="518" y="1850"/>
                  </a:cubicBezTo>
                  <a:cubicBezTo>
                    <a:pt x="532" y="1627"/>
                    <a:pt x="560" y="1433"/>
                    <a:pt x="567" y="1353"/>
                  </a:cubicBezTo>
                  <a:cubicBezTo>
                    <a:pt x="583" y="1157"/>
                    <a:pt x="716" y="793"/>
                    <a:pt x="647" y="522"/>
                  </a:cubicBezTo>
                  <a:cubicBezTo>
                    <a:pt x="613" y="389"/>
                    <a:pt x="531" y="437"/>
                    <a:pt x="585" y="332"/>
                  </a:cubicBezTo>
                  <a:cubicBezTo>
                    <a:pt x="594" y="314"/>
                    <a:pt x="606" y="299"/>
                    <a:pt x="618" y="286"/>
                  </a:cubicBezTo>
                  <a:cubicBezTo>
                    <a:pt x="595" y="303"/>
                    <a:pt x="578" y="329"/>
                    <a:pt x="562" y="360"/>
                  </a:cubicBezTo>
                  <a:cubicBezTo>
                    <a:pt x="507" y="465"/>
                    <a:pt x="596" y="396"/>
                    <a:pt x="630" y="529"/>
                  </a:cubicBezTo>
                  <a:close/>
                  <a:moveTo>
                    <a:pt x="156" y="2028"/>
                  </a:moveTo>
                  <a:cubicBezTo>
                    <a:pt x="236" y="1992"/>
                    <a:pt x="279" y="1960"/>
                    <a:pt x="302" y="1937"/>
                  </a:cubicBezTo>
                  <a:cubicBezTo>
                    <a:pt x="273" y="1959"/>
                    <a:pt x="229" y="1984"/>
                    <a:pt x="162" y="2013"/>
                  </a:cubicBezTo>
                  <a:cubicBezTo>
                    <a:pt x="162" y="2013"/>
                    <a:pt x="158" y="2019"/>
                    <a:pt x="156" y="2028"/>
                  </a:cubicBezTo>
                  <a:close/>
                  <a:moveTo>
                    <a:pt x="657" y="2771"/>
                  </a:moveTo>
                  <a:cubicBezTo>
                    <a:pt x="520" y="2609"/>
                    <a:pt x="509" y="2569"/>
                    <a:pt x="512" y="1970"/>
                  </a:cubicBezTo>
                  <a:cubicBezTo>
                    <a:pt x="512" y="1969"/>
                    <a:pt x="516" y="1947"/>
                    <a:pt x="517" y="1946"/>
                  </a:cubicBezTo>
                  <a:cubicBezTo>
                    <a:pt x="517" y="1922"/>
                    <a:pt x="492" y="1972"/>
                    <a:pt x="493" y="1999"/>
                  </a:cubicBezTo>
                  <a:cubicBezTo>
                    <a:pt x="490" y="2598"/>
                    <a:pt x="492" y="2633"/>
                    <a:pt x="629" y="2795"/>
                  </a:cubicBezTo>
                  <a:cubicBezTo>
                    <a:pt x="818" y="3018"/>
                    <a:pt x="850" y="3283"/>
                    <a:pt x="854" y="3339"/>
                  </a:cubicBezTo>
                  <a:cubicBezTo>
                    <a:pt x="871" y="3336"/>
                    <a:pt x="883" y="3325"/>
                    <a:pt x="883" y="3325"/>
                  </a:cubicBezTo>
                  <a:cubicBezTo>
                    <a:pt x="883" y="3325"/>
                    <a:pt x="869" y="3021"/>
                    <a:pt x="657" y="2771"/>
                  </a:cubicBezTo>
                  <a:close/>
                  <a:moveTo>
                    <a:pt x="379" y="677"/>
                  </a:moveTo>
                  <a:cubicBezTo>
                    <a:pt x="336" y="581"/>
                    <a:pt x="388" y="558"/>
                    <a:pt x="410" y="548"/>
                  </a:cubicBezTo>
                  <a:cubicBezTo>
                    <a:pt x="316" y="547"/>
                    <a:pt x="328" y="656"/>
                    <a:pt x="351" y="701"/>
                  </a:cubicBezTo>
                  <a:cubicBezTo>
                    <a:pt x="400" y="798"/>
                    <a:pt x="445" y="802"/>
                    <a:pt x="455" y="838"/>
                  </a:cubicBezTo>
                  <a:cubicBezTo>
                    <a:pt x="460" y="857"/>
                    <a:pt x="462" y="886"/>
                    <a:pt x="451" y="907"/>
                  </a:cubicBezTo>
                  <a:cubicBezTo>
                    <a:pt x="452" y="907"/>
                    <a:pt x="453" y="906"/>
                    <a:pt x="454" y="906"/>
                  </a:cubicBezTo>
                  <a:cubicBezTo>
                    <a:pt x="485" y="894"/>
                    <a:pt x="504" y="846"/>
                    <a:pt x="471" y="793"/>
                  </a:cubicBezTo>
                  <a:cubicBezTo>
                    <a:pt x="453" y="772"/>
                    <a:pt x="412" y="751"/>
                    <a:pt x="379" y="677"/>
                  </a:cubicBezTo>
                  <a:close/>
                  <a:moveTo>
                    <a:pt x="504" y="355"/>
                  </a:moveTo>
                  <a:cubicBezTo>
                    <a:pt x="503" y="341"/>
                    <a:pt x="503" y="309"/>
                    <a:pt x="499" y="255"/>
                  </a:cubicBezTo>
                  <a:cubicBezTo>
                    <a:pt x="490" y="135"/>
                    <a:pt x="532" y="39"/>
                    <a:pt x="532" y="39"/>
                  </a:cubicBezTo>
                  <a:cubicBezTo>
                    <a:pt x="527" y="17"/>
                    <a:pt x="499" y="26"/>
                    <a:pt x="499" y="26"/>
                  </a:cubicBezTo>
                  <a:cubicBezTo>
                    <a:pt x="495" y="33"/>
                    <a:pt x="491" y="40"/>
                    <a:pt x="488" y="48"/>
                  </a:cubicBezTo>
                  <a:cubicBezTo>
                    <a:pt x="506" y="24"/>
                    <a:pt x="516" y="36"/>
                    <a:pt x="519" y="46"/>
                  </a:cubicBezTo>
                  <a:cubicBezTo>
                    <a:pt x="519" y="46"/>
                    <a:pt x="477" y="143"/>
                    <a:pt x="486" y="263"/>
                  </a:cubicBezTo>
                  <a:cubicBezTo>
                    <a:pt x="495" y="384"/>
                    <a:pt x="478" y="409"/>
                    <a:pt x="506" y="370"/>
                  </a:cubicBezTo>
                  <a:cubicBezTo>
                    <a:pt x="509" y="366"/>
                    <a:pt x="500" y="360"/>
                    <a:pt x="504" y="355"/>
                  </a:cubicBezTo>
                  <a:close/>
                  <a:moveTo>
                    <a:pt x="264" y="2894"/>
                  </a:moveTo>
                  <a:cubicBezTo>
                    <a:pt x="183" y="2971"/>
                    <a:pt x="89" y="3173"/>
                    <a:pt x="83" y="3331"/>
                  </a:cubicBezTo>
                  <a:cubicBezTo>
                    <a:pt x="101" y="3331"/>
                    <a:pt x="111" y="3317"/>
                    <a:pt x="111" y="3317"/>
                  </a:cubicBezTo>
                  <a:cubicBezTo>
                    <a:pt x="113" y="3174"/>
                    <a:pt x="180" y="3032"/>
                    <a:pt x="241" y="2931"/>
                  </a:cubicBezTo>
                  <a:cubicBezTo>
                    <a:pt x="240" y="2924"/>
                    <a:pt x="266" y="2896"/>
                    <a:pt x="264" y="2894"/>
                  </a:cubicBezTo>
                  <a:close/>
                  <a:moveTo>
                    <a:pt x="273" y="331"/>
                  </a:moveTo>
                  <a:cubicBezTo>
                    <a:pt x="288" y="373"/>
                    <a:pt x="306" y="401"/>
                    <a:pt x="336" y="388"/>
                  </a:cubicBezTo>
                  <a:cubicBezTo>
                    <a:pt x="363" y="376"/>
                    <a:pt x="437" y="419"/>
                    <a:pt x="452" y="348"/>
                  </a:cubicBezTo>
                  <a:cubicBezTo>
                    <a:pt x="419" y="388"/>
                    <a:pt x="372" y="366"/>
                    <a:pt x="354" y="373"/>
                  </a:cubicBezTo>
                  <a:cubicBezTo>
                    <a:pt x="324" y="386"/>
                    <a:pt x="307" y="368"/>
                    <a:pt x="292" y="326"/>
                  </a:cubicBezTo>
                  <a:cubicBezTo>
                    <a:pt x="246" y="198"/>
                    <a:pt x="303" y="22"/>
                    <a:pt x="303" y="22"/>
                  </a:cubicBezTo>
                  <a:cubicBezTo>
                    <a:pt x="294" y="0"/>
                    <a:pt x="270" y="13"/>
                    <a:pt x="270" y="13"/>
                  </a:cubicBezTo>
                  <a:cubicBezTo>
                    <a:pt x="267" y="20"/>
                    <a:pt x="265" y="27"/>
                    <a:pt x="263" y="34"/>
                  </a:cubicBezTo>
                  <a:cubicBezTo>
                    <a:pt x="275" y="7"/>
                    <a:pt x="287" y="19"/>
                    <a:pt x="290" y="26"/>
                  </a:cubicBezTo>
                  <a:cubicBezTo>
                    <a:pt x="290" y="26"/>
                    <a:pt x="226" y="203"/>
                    <a:pt x="273" y="331"/>
                  </a:cubicBezTo>
                  <a:close/>
                  <a:moveTo>
                    <a:pt x="241" y="278"/>
                  </a:moveTo>
                  <a:cubicBezTo>
                    <a:pt x="241" y="278"/>
                    <a:pt x="238" y="272"/>
                    <a:pt x="207" y="242"/>
                  </a:cubicBezTo>
                  <a:cubicBezTo>
                    <a:pt x="107" y="152"/>
                    <a:pt x="11" y="152"/>
                    <a:pt x="11" y="152"/>
                  </a:cubicBezTo>
                  <a:cubicBezTo>
                    <a:pt x="10" y="155"/>
                    <a:pt x="0" y="159"/>
                    <a:pt x="3" y="167"/>
                  </a:cubicBezTo>
                  <a:cubicBezTo>
                    <a:pt x="39" y="172"/>
                    <a:pt x="155" y="185"/>
                    <a:pt x="241" y="278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" name="Freeform 7">
              <a:extLst>
                <a:ext uri="{FF2B5EF4-FFF2-40B4-BE49-F238E27FC236}">
                  <a16:creationId xmlns:a16="http://schemas.microsoft.com/office/drawing/2014/main" id="{BBE5E989-3B2B-44CC-A645-3585B13DA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713"/>
              <a:ext cx="907" cy="3381"/>
            </a:xfrm>
            <a:custGeom>
              <a:avLst/>
              <a:gdLst>
                <a:gd name="T0" fmla="*/ 691 w 899"/>
                <a:gd name="T1" fmla="*/ 2831 h 3357"/>
                <a:gd name="T2" fmla="*/ 543 w 899"/>
                <a:gd name="T3" fmla="*/ 2012 h 3357"/>
                <a:gd name="T4" fmla="*/ 595 w 899"/>
                <a:gd name="T5" fmla="*/ 1995 h 3357"/>
                <a:gd name="T6" fmla="*/ 749 w 899"/>
                <a:gd name="T7" fmla="*/ 2019 h 3357"/>
                <a:gd name="T8" fmla="*/ 749 w 899"/>
                <a:gd name="T9" fmla="*/ 1963 h 3357"/>
                <a:gd name="T10" fmla="*/ 549 w 899"/>
                <a:gd name="T11" fmla="*/ 1889 h 3357"/>
                <a:gd name="T12" fmla="*/ 598 w 899"/>
                <a:gd name="T13" fmla="*/ 1383 h 3357"/>
                <a:gd name="T14" fmla="*/ 681 w 899"/>
                <a:gd name="T15" fmla="*/ 534 h 3357"/>
                <a:gd name="T16" fmla="*/ 616 w 899"/>
                <a:gd name="T17" fmla="*/ 338 h 3357"/>
                <a:gd name="T18" fmla="*/ 798 w 899"/>
                <a:gd name="T19" fmla="*/ 226 h 3357"/>
                <a:gd name="T20" fmla="*/ 798 w 899"/>
                <a:gd name="T21" fmla="*/ 187 h 3357"/>
                <a:gd name="T22" fmla="*/ 554 w 899"/>
                <a:gd name="T23" fmla="*/ 350 h 3357"/>
                <a:gd name="T24" fmla="*/ 530 w 899"/>
                <a:gd name="T25" fmla="*/ 261 h 3357"/>
                <a:gd name="T26" fmla="*/ 563 w 899"/>
                <a:gd name="T27" fmla="*/ 40 h 3357"/>
                <a:gd name="T28" fmla="*/ 530 w 899"/>
                <a:gd name="T29" fmla="*/ 26 h 3357"/>
                <a:gd name="T30" fmla="*/ 483 w 899"/>
                <a:gd name="T31" fmla="*/ 331 h 3357"/>
                <a:gd name="T32" fmla="*/ 379 w 899"/>
                <a:gd name="T33" fmla="*/ 383 h 3357"/>
                <a:gd name="T34" fmla="*/ 317 w 899"/>
                <a:gd name="T35" fmla="*/ 333 h 3357"/>
                <a:gd name="T36" fmla="*/ 328 w 899"/>
                <a:gd name="T37" fmla="*/ 23 h 3357"/>
                <a:gd name="T38" fmla="*/ 295 w 899"/>
                <a:gd name="T39" fmla="*/ 13 h 3357"/>
                <a:gd name="T40" fmla="*/ 260 w 899"/>
                <a:gd name="T41" fmla="*/ 278 h 3357"/>
                <a:gd name="T42" fmla="*/ 27 w 899"/>
                <a:gd name="T43" fmla="*/ 155 h 3357"/>
                <a:gd name="T44" fmla="*/ 21 w 899"/>
                <a:gd name="T45" fmla="*/ 191 h 3357"/>
                <a:gd name="T46" fmla="*/ 262 w 899"/>
                <a:gd name="T47" fmla="*/ 475 h 3357"/>
                <a:gd name="T48" fmla="*/ 232 w 899"/>
                <a:gd name="T49" fmla="*/ 762 h 3357"/>
                <a:gd name="T50" fmla="*/ 313 w 899"/>
                <a:gd name="T51" fmla="*/ 915 h 3357"/>
                <a:gd name="T52" fmla="*/ 373 w 899"/>
                <a:gd name="T53" fmla="*/ 984 h 3357"/>
                <a:gd name="T54" fmla="*/ 456 w 899"/>
                <a:gd name="T55" fmla="*/ 934 h 3357"/>
                <a:gd name="T56" fmla="*/ 455 w 899"/>
                <a:gd name="T57" fmla="*/ 931 h 3357"/>
                <a:gd name="T58" fmla="*/ 512 w 899"/>
                <a:gd name="T59" fmla="*/ 832 h 3357"/>
                <a:gd name="T60" fmla="*/ 407 w 899"/>
                <a:gd name="T61" fmla="*/ 692 h 3357"/>
                <a:gd name="T62" fmla="*/ 467 w 899"/>
                <a:gd name="T63" fmla="*/ 569 h 3357"/>
                <a:gd name="T64" fmla="*/ 417 w 899"/>
                <a:gd name="T65" fmla="*/ 1444 h 3357"/>
                <a:gd name="T66" fmla="*/ 381 w 899"/>
                <a:gd name="T67" fmla="*/ 1915 h 3357"/>
                <a:gd name="T68" fmla="*/ 184 w 899"/>
                <a:gd name="T69" fmla="*/ 2056 h 3357"/>
                <a:gd name="T70" fmla="*/ 184 w 899"/>
                <a:gd name="T71" fmla="*/ 2112 h 3357"/>
                <a:gd name="T72" fmla="*/ 338 w 899"/>
                <a:gd name="T73" fmla="*/ 2041 h 3357"/>
                <a:gd name="T74" fmla="*/ 381 w 899"/>
                <a:gd name="T75" fmla="*/ 2040 h 3357"/>
                <a:gd name="T76" fmla="*/ 392 w 899"/>
                <a:gd name="T77" fmla="*/ 2416 h 3357"/>
                <a:gd name="T78" fmla="*/ 217 w 899"/>
                <a:gd name="T79" fmla="*/ 2915 h 3357"/>
                <a:gd name="T80" fmla="*/ 60 w 899"/>
                <a:gd name="T81" fmla="*/ 3383 h 3357"/>
                <a:gd name="T82" fmla="*/ 130 w 899"/>
                <a:gd name="T83" fmla="*/ 3389 h 3357"/>
                <a:gd name="T84" fmla="*/ 288 w 899"/>
                <a:gd name="T85" fmla="*/ 2957 h 3357"/>
                <a:gd name="T86" fmla="*/ 280 w 899"/>
                <a:gd name="T87" fmla="*/ 3104 h 3357"/>
                <a:gd name="T88" fmla="*/ 331 w 899"/>
                <a:gd name="T89" fmla="*/ 3104 h 3357"/>
                <a:gd name="T90" fmla="*/ 349 w 899"/>
                <a:gd name="T91" fmla="*/ 2871 h 3357"/>
                <a:gd name="T92" fmla="*/ 360 w 899"/>
                <a:gd name="T93" fmla="*/ 2857 h 3357"/>
                <a:gd name="T94" fmla="*/ 487 w 899"/>
                <a:gd name="T95" fmla="*/ 2670 h 3357"/>
                <a:gd name="T96" fmla="*/ 622 w 899"/>
                <a:gd name="T97" fmla="*/ 2874 h 3357"/>
                <a:gd name="T98" fmla="*/ 648 w 899"/>
                <a:gd name="T99" fmla="*/ 3105 h 3357"/>
                <a:gd name="T100" fmla="*/ 696 w 899"/>
                <a:gd name="T101" fmla="*/ 3105 h 3357"/>
                <a:gd name="T102" fmla="*/ 701 w 899"/>
                <a:gd name="T103" fmla="*/ 2962 h 3357"/>
                <a:gd name="T104" fmla="*/ 853 w 899"/>
                <a:gd name="T105" fmla="*/ 3397 h 3357"/>
                <a:gd name="T106" fmla="*/ 923 w 899"/>
                <a:gd name="T107" fmla="*/ 3397 h 3357"/>
                <a:gd name="T108" fmla="*/ 691 w 899"/>
                <a:gd name="T109" fmla="*/ 2831 h 335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99" h="3357">
                  <a:moveTo>
                    <a:pt x="673" y="2771"/>
                  </a:moveTo>
                  <a:cubicBezTo>
                    <a:pt x="536" y="2610"/>
                    <a:pt x="525" y="2569"/>
                    <a:pt x="528" y="1970"/>
                  </a:cubicBezTo>
                  <a:cubicBezTo>
                    <a:pt x="534" y="1945"/>
                    <a:pt x="526" y="1929"/>
                    <a:pt x="580" y="1953"/>
                  </a:cubicBezTo>
                  <a:cubicBezTo>
                    <a:pt x="635" y="1979"/>
                    <a:pt x="729" y="1977"/>
                    <a:pt x="729" y="1977"/>
                  </a:cubicBezTo>
                  <a:cubicBezTo>
                    <a:pt x="753" y="1953"/>
                    <a:pt x="729" y="1921"/>
                    <a:pt x="729" y="1921"/>
                  </a:cubicBezTo>
                  <a:cubicBezTo>
                    <a:pt x="579" y="1931"/>
                    <a:pt x="542" y="1870"/>
                    <a:pt x="534" y="1850"/>
                  </a:cubicBezTo>
                  <a:cubicBezTo>
                    <a:pt x="548" y="1627"/>
                    <a:pt x="576" y="1433"/>
                    <a:pt x="583" y="1353"/>
                  </a:cubicBezTo>
                  <a:cubicBezTo>
                    <a:pt x="599" y="1157"/>
                    <a:pt x="732" y="793"/>
                    <a:pt x="663" y="522"/>
                  </a:cubicBezTo>
                  <a:cubicBezTo>
                    <a:pt x="629" y="389"/>
                    <a:pt x="547" y="437"/>
                    <a:pt x="601" y="332"/>
                  </a:cubicBezTo>
                  <a:cubicBezTo>
                    <a:pt x="655" y="227"/>
                    <a:pt x="777" y="220"/>
                    <a:pt x="777" y="220"/>
                  </a:cubicBezTo>
                  <a:cubicBezTo>
                    <a:pt x="791" y="199"/>
                    <a:pt x="777" y="184"/>
                    <a:pt x="777" y="184"/>
                  </a:cubicBezTo>
                  <a:cubicBezTo>
                    <a:pt x="637" y="180"/>
                    <a:pt x="567" y="304"/>
                    <a:pt x="539" y="344"/>
                  </a:cubicBezTo>
                  <a:cubicBezTo>
                    <a:pt x="511" y="383"/>
                    <a:pt x="524" y="376"/>
                    <a:pt x="515" y="255"/>
                  </a:cubicBezTo>
                  <a:cubicBezTo>
                    <a:pt x="506" y="135"/>
                    <a:pt x="548" y="40"/>
                    <a:pt x="548" y="40"/>
                  </a:cubicBezTo>
                  <a:cubicBezTo>
                    <a:pt x="543" y="17"/>
                    <a:pt x="515" y="26"/>
                    <a:pt x="515" y="26"/>
                  </a:cubicBezTo>
                  <a:cubicBezTo>
                    <a:pt x="472" y="100"/>
                    <a:pt x="483" y="253"/>
                    <a:pt x="471" y="325"/>
                  </a:cubicBezTo>
                  <a:cubicBezTo>
                    <a:pt x="460" y="396"/>
                    <a:pt x="400" y="360"/>
                    <a:pt x="370" y="374"/>
                  </a:cubicBezTo>
                  <a:cubicBezTo>
                    <a:pt x="340" y="387"/>
                    <a:pt x="323" y="368"/>
                    <a:pt x="308" y="327"/>
                  </a:cubicBezTo>
                  <a:cubicBezTo>
                    <a:pt x="262" y="199"/>
                    <a:pt x="319" y="23"/>
                    <a:pt x="319" y="23"/>
                  </a:cubicBezTo>
                  <a:cubicBezTo>
                    <a:pt x="310" y="0"/>
                    <a:pt x="286" y="13"/>
                    <a:pt x="286" y="13"/>
                  </a:cubicBezTo>
                  <a:cubicBezTo>
                    <a:pt x="239" y="152"/>
                    <a:pt x="254" y="272"/>
                    <a:pt x="254" y="272"/>
                  </a:cubicBezTo>
                  <a:cubicBezTo>
                    <a:pt x="143" y="152"/>
                    <a:pt x="27" y="152"/>
                    <a:pt x="27" y="152"/>
                  </a:cubicBezTo>
                  <a:cubicBezTo>
                    <a:pt x="0" y="165"/>
                    <a:pt x="21" y="188"/>
                    <a:pt x="21" y="188"/>
                  </a:cubicBezTo>
                  <a:cubicBezTo>
                    <a:pt x="141" y="182"/>
                    <a:pt x="336" y="368"/>
                    <a:pt x="256" y="466"/>
                  </a:cubicBezTo>
                  <a:cubicBezTo>
                    <a:pt x="175" y="563"/>
                    <a:pt x="207" y="691"/>
                    <a:pt x="226" y="747"/>
                  </a:cubicBezTo>
                  <a:cubicBezTo>
                    <a:pt x="244" y="803"/>
                    <a:pt x="297" y="873"/>
                    <a:pt x="304" y="897"/>
                  </a:cubicBezTo>
                  <a:cubicBezTo>
                    <a:pt x="312" y="922"/>
                    <a:pt x="314" y="959"/>
                    <a:pt x="364" y="963"/>
                  </a:cubicBezTo>
                  <a:cubicBezTo>
                    <a:pt x="451" y="969"/>
                    <a:pt x="446" y="924"/>
                    <a:pt x="444" y="913"/>
                  </a:cubicBezTo>
                  <a:cubicBezTo>
                    <a:pt x="444" y="911"/>
                    <a:pt x="443" y="910"/>
                    <a:pt x="443" y="910"/>
                  </a:cubicBezTo>
                  <a:cubicBezTo>
                    <a:pt x="506" y="912"/>
                    <a:pt x="508" y="849"/>
                    <a:pt x="499" y="814"/>
                  </a:cubicBezTo>
                  <a:cubicBezTo>
                    <a:pt x="489" y="778"/>
                    <a:pt x="444" y="774"/>
                    <a:pt x="395" y="677"/>
                  </a:cubicBezTo>
                  <a:cubicBezTo>
                    <a:pt x="367" y="622"/>
                    <a:pt x="389" y="527"/>
                    <a:pt x="455" y="557"/>
                  </a:cubicBezTo>
                  <a:cubicBezTo>
                    <a:pt x="605" y="625"/>
                    <a:pt x="451" y="989"/>
                    <a:pt x="405" y="1414"/>
                  </a:cubicBezTo>
                  <a:cubicBezTo>
                    <a:pt x="394" y="1519"/>
                    <a:pt x="373" y="1689"/>
                    <a:pt x="372" y="1875"/>
                  </a:cubicBezTo>
                  <a:cubicBezTo>
                    <a:pt x="367" y="1894"/>
                    <a:pt x="337" y="1946"/>
                    <a:pt x="178" y="2013"/>
                  </a:cubicBezTo>
                  <a:cubicBezTo>
                    <a:pt x="178" y="2013"/>
                    <a:pt x="157" y="2047"/>
                    <a:pt x="178" y="2067"/>
                  </a:cubicBezTo>
                  <a:cubicBezTo>
                    <a:pt x="178" y="2067"/>
                    <a:pt x="265" y="2036"/>
                    <a:pt x="329" y="1999"/>
                  </a:cubicBezTo>
                  <a:cubicBezTo>
                    <a:pt x="357" y="1983"/>
                    <a:pt x="367" y="1978"/>
                    <a:pt x="372" y="1998"/>
                  </a:cubicBezTo>
                  <a:cubicBezTo>
                    <a:pt x="373" y="2149"/>
                    <a:pt x="381" y="2286"/>
                    <a:pt x="383" y="2365"/>
                  </a:cubicBezTo>
                  <a:cubicBezTo>
                    <a:pt x="389" y="2677"/>
                    <a:pt x="339" y="2629"/>
                    <a:pt x="211" y="2853"/>
                  </a:cubicBezTo>
                  <a:cubicBezTo>
                    <a:pt x="83" y="3077"/>
                    <a:pt x="57" y="3311"/>
                    <a:pt x="57" y="3311"/>
                  </a:cubicBezTo>
                  <a:cubicBezTo>
                    <a:pt x="101" y="3353"/>
                    <a:pt x="127" y="3317"/>
                    <a:pt x="127" y="3317"/>
                  </a:cubicBezTo>
                  <a:cubicBezTo>
                    <a:pt x="130" y="3156"/>
                    <a:pt x="214" y="2995"/>
                    <a:pt x="280" y="2894"/>
                  </a:cubicBezTo>
                  <a:cubicBezTo>
                    <a:pt x="295" y="2902"/>
                    <a:pt x="274" y="3038"/>
                    <a:pt x="274" y="3038"/>
                  </a:cubicBezTo>
                  <a:cubicBezTo>
                    <a:pt x="302" y="3058"/>
                    <a:pt x="322" y="3038"/>
                    <a:pt x="322" y="3038"/>
                  </a:cubicBezTo>
                  <a:cubicBezTo>
                    <a:pt x="321" y="2924"/>
                    <a:pt x="337" y="2829"/>
                    <a:pt x="340" y="2811"/>
                  </a:cubicBezTo>
                  <a:cubicBezTo>
                    <a:pt x="344" y="2805"/>
                    <a:pt x="348" y="2801"/>
                    <a:pt x="351" y="2797"/>
                  </a:cubicBezTo>
                  <a:cubicBezTo>
                    <a:pt x="439" y="2695"/>
                    <a:pt x="475" y="2613"/>
                    <a:pt x="475" y="2613"/>
                  </a:cubicBezTo>
                  <a:cubicBezTo>
                    <a:pt x="475" y="2613"/>
                    <a:pt x="483" y="2678"/>
                    <a:pt x="607" y="2814"/>
                  </a:cubicBezTo>
                  <a:cubicBezTo>
                    <a:pt x="612" y="2837"/>
                    <a:pt x="632" y="2930"/>
                    <a:pt x="630" y="3039"/>
                  </a:cubicBezTo>
                  <a:cubicBezTo>
                    <a:pt x="630" y="3039"/>
                    <a:pt x="650" y="3059"/>
                    <a:pt x="678" y="3039"/>
                  </a:cubicBezTo>
                  <a:cubicBezTo>
                    <a:pt x="678" y="3039"/>
                    <a:pt x="665" y="2904"/>
                    <a:pt x="683" y="2899"/>
                  </a:cubicBezTo>
                  <a:cubicBezTo>
                    <a:pt x="814" y="3070"/>
                    <a:pt x="831" y="3325"/>
                    <a:pt x="831" y="3325"/>
                  </a:cubicBezTo>
                  <a:cubicBezTo>
                    <a:pt x="861" y="3357"/>
                    <a:pt x="899" y="3325"/>
                    <a:pt x="899" y="3325"/>
                  </a:cubicBezTo>
                  <a:cubicBezTo>
                    <a:pt x="899" y="3325"/>
                    <a:pt x="885" y="3021"/>
                    <a:pt x="673" y="2771"/>
                  </a:cubicBezTo>
                  <a:close/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" name="Freeform 8">
              <a:extLst>
                <a:ext uri="{FF2B5EF4-FFF2-40B4-BE49-F238E27FC236}">
                  <a16:creationId xmlns:a16="http://schemas.microsoft.com/office/drawing/2014/main" id="{76C47135-C4E6-4CEF-ACEC-0CD8761B9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535"/>
              <a:ext cx="142" cy="139"/>
            </a:xfrm>
            <a:custGeom>
              <a:avLst/>
              <a:gdLst>
                <a:gd name="T0" fmla="*/ 0 w 141"/>
                <a:gd name="T1" fmla="*/ 81 h 138"/>
                <a:gd name="T2" fmla="*/ 101 w 141"/>
                <a:gd name="T3" fmla="*/ 99 h 138"/>
                <a:gd name="T4" fmla="*/ 102 w 141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38">
                  <a:moveTo>
                    <a:pt x="0" y="78"/>
                  </a:moveTo>
                  <a:cubicBezTo>
                    <a:pt x="0" y="78"/>
                    <a:pt x="55" y="138"/>
                    <a:pt x="98" y="96"/>
                  </a:cubicBezTo>
                  <a:cubicBezTo>
                    <a:pt x="141" y="55"/>
                    <a:pt x="99" y="0"/>
                    <a:pt x="99" y="0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4" name="Freeform 9">
              <a:extLst>
                <a:ext uri="{FF2B5EF4-FFF2-40B4-BE49-F238E27FC236}">
                  <a16:creationId xmlns:a16="http://schemas.microsoft.com/office/drawing/2014/main" id="{8FA810EE-D33E-4062-8431-7FC5181E1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370"/>
              <a:ext cx="655" cy="270"/>
            </a:xfrm>
            <a:custGeom>
              <a:avLst/>
              <a:gdLst>
                <a:gd name="T0" fmla="*/ 290 w 649"/>
                <a:gd name="T1" fmla="*/ 11 h 268"/>
                <a:gd name="T2" fmla="*/ 16 w 649"/>
                <a:gd name="T3" fmla="*/ 121 h 268"/>
                <a:gd name="T4" fmla="*/ 14 w 649"/>
                <a:gd name="T5" fmla="*/ 154 h 268"/>
                <a:gd name="T6" fmla="*/ 154 w 649"/>
                <a:gd name="T7" fmla="*/ 157 h 268"/>
                <a:gd name="T8" fmla="*/ 70 w 649"/>
                <a:gd name="T9" fmla="*/ 257 h 268"/>
                <a:gd name="T10" fmla="*/ 86 w 649"/>
                <a:gd name="T11" fmla="*/ 270 h 268"/>
                <a:gd name="T12" fmla="*/ 190 w 649"/>
                <a:gd name="T13" fmla="*/ 167 h 268"/>
                <a:gd name="T14" fmla="*/ 320 w 649"/>
                <a:gd name="T15" fmla="*/ 100 h 268"/>
                <a:gd name="T16" fmla="*/ 366 w 649"/>
                <a:gd name="T17" fmla="*/ 119 h 268"/>
                <a:gd name="T18" fmla="*/ 482 w 649"/>
                <a:gd name="T19" fmla="*/ 129 h 268"/>
                <a:gd name="T20" fmla="*/ 653 w 649"/>
                <a:gd name="T21" fmla="*/ 116 h 268"/>
                <a:gd name="T22" fmla="*/ 653 w 649"/>
                <a:gd name="T23" fmla="*/ 91 h 268"/>
                <a:gd name="T24" fmla="*/ 510 w 649"/>
                <a:gd name="T25" fmla="*/ 89 h 268"/>
                <a:gd name="T26" fmla="*/ 371 w 649"/>
                <a:gd name="T27" fmla="*/ 75 h 268"/>
                <a:gd name="T28" fmla="*/ 355 w 649"/>
                <a:gd name="T29" fmla="*/ 0 h 2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9" h="268">
                  <a:moveTo>
                    <a:pt x="281" y="11"/>
                  </a:moveTo>
                  <a:cubicBezTo>
                    <a:pt x="281" y="11"/>
                    <a:pt x="337" y="154"/>
                    <a:pt x="16" y="118"/>
                  </a:cubicBezTo>
                  <a:cubicBezTo>
                    <a:pt x="16" y="118"/>
                    <a:pt x="0" y="137"/>
                    <a:pt x="14" y="151"/>
                  </a:cubicBezTo>
                  <a:cubicBezTo>
                    <a:pt x="14" y="151"/>
                    <a:pt x="99" y="162"/>
                    <a:pt x="151" y="154"/>
                  </a:cubicBezTo>
                  <a:cubicBezTo>
                    <a:pt x="151" y="154"/>
                    <a:pt x="84" y="192"/>
                    <a:pt x="67" y="251"/>
                  </a:cubicBezTo>
                  <a:cubicBezTo>
                    <a:pt x="67" y="251"/>
                    <a:pt x="68" y="268"/>
                    <a:pt x="83" y="264"/>
                  </a:cubicBezTo>
                  <a:cubicBezTo>
                    <a:pt x="83" y="264"/>
                    <a:pt x="116" y="188"/>
                    <a:pt x="184" y="164"/>
                  </a:cubicBezTo>
                  <a:cubicBezTo>
                    <a:pt x="253" y="140"/>
                    <a:pt x="284" y="134"/>
                    <a:pt x="311" y="97"/>
                  </a:cubicBezTo>
                  <a:cubicBezTo>
                    <a:pt x="311" y="97"/>
                    <a:pt x="316" y="78"/>
                    <a:pt x="357" y="116"/>
                  </a:cubicBezTo>
                  <a:cubicBezTo>
                    <a:pt x="399" y="154"/>
                    <a:pt x="429" y="142"/>
                    <a:pt x="470" y="126"/>
                  </a:cubicBezTo>
                  <a:cubicBezTo>
                    <a:pt x="511" y="110"/>
                    <a:pt x="562" y="83"/>
                    <a:pt x="635" y="113"/>
                  </a:cubicBezTo>
                  <a:cubicBezTo>
                    <a:pt x="635" y="113"/>
                    <a:pt x="649" y="105"/>
                    <a:pt x="635" y="88"/>
                  </a:cubicBezTo>
                  <a:cubicBezTo>
                    <a:pt x="635" y="88"/>
                    <a:pt x="572" y="62"/>
                    <a:pt x="495" y="86"/>
                  </a:cubicBezTo>
                  <a:cubicBezTo>
                    <a:pt x="419" y="110"/>
                    <a:pt x="395" y="127"/>
                    <a:pt x="362" y="72"/>
                  </a:cubicBezTo>
                  <a:cubicBezTo>
                    <a:pt x="329" y="16"/>
                    <a:pt x="346" y="0"/>
                    <a:pt x="346" y="0"/>
                  </a:cubicBezTo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5" name="Freeform 10">
              <a:extLst>
                <a:ext uri="{FF2B5EF4-FFF2-40B4-BE49-F238E27FC236}">
                  <a16:creationId xmlns:a16="http://schemas.microsoft.com/office/drawing/2014/main" id="{0E085B37-F6D2-4B53-B98E-E0C33EBE73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" y="2435"/>
              <a:ext cx="643" cy="207"/>
            </a:xfrm>
            <a:custGeom>
              <a:avLst/>
              <a:gdLst>
                <a:gd name="T0" fmla="*/ 650 w 637"/>
                <a:gd name="T1" fmla="*/ 30 h 205"/>
                <a:gd name="T2" fmla="*/ 644 w 637"/>
                <a:gd name="T3" fmla="*/ 39 h 205"/>
                <a:gd name="T4" fmla="*/ 474 w 637"/>
                <a:gd name="T5" fmla="*/ 47 h 205"/>
                <a:gd name="T6" fmla="*/ 358 w 637"/>
                <a:gd name="T7" fmla="*/ 38 h 205"/>
                <a:gd name="T8" fmla="*/ 312 w 637"/>
                <a:gd name="T9" fmla="*/ 19 h 205"/>
                <a:gd name="T10" fmla="*/ 182 w 637"/>
                <a:gd name="T11" fmla="*/ 88 h 205"/>
                <a:gd name="T12" fmla="*/ 78 w 637"/>
                <a:gd name="T13" fmla="*/ 191 h 205"/>
                <a:gd name="T14" fmla="*/ 64 w 637"/>
                <a:gd name="T15" fmla="*/ 186 h 205"/>
                <a:gd name="T16" fmla="*/ 62 w 637"/>
                <a:gd name="T17" fmla="*/ 192 h 205"/>
                <a:gd name="T18" fmla="*/ 78 w 637"/>
                <a:gd name="T19" fmla="*/ 205 h 205"/>
                <a:gd name="T20" fmla="*/ 182 w 637"/>
                <a:gd name="T21" fmla="*/ 102 h 205"/>
                <a:gd name="T22" fmla="*/ 312 w 637"/>
                <a:gd name="T23" fmla="*/ 32 h 205"/>
                <a:gd name="T24" fmla="*/ 358 w 637"/>
                <a:gd name="T25" fmla="*/ 51 h 205"/>
                <a:gd name="T26" fmla="*/ 474 w 637"/>
                <a:gd name="T27" fmla="*/ 64 h 205"/>
                <a:gd name="T28" fmla="*/ 645 w 637"/>
                <a:gd name="T29" fmla="*/ 48 h 205"/>
                <a:gd name="T30" fmla="*/ 650 w 637"/>
                <a:gd name="T31" fmla="*/ 30 h 205"/>
                <a:gd name="T32" fmla="*/ 123 w 637"/>
                <a:gd name="T33" fmla="*/ 94 h 205"/>
                <a:gd name="T34" fmla="*/ 146 w 637"/>
                <a:gd name="T35" fmla="*/ 92 h 205"/>
                <a:gd name="T36" fmla="*/ 6 w 637"/>
                <a:gd name="T37" fmla="*/ 76 h 205"/>
                <a:gd name="T38" fmla="*/ 2 w 637"/>
                <a:gd name="T39" fmla="*/ 68 h 205"/>
                <a:gd name="T40" fmla="*/ 6 w 637"/>
                <a:gd name="T41" fmla="*/ 89 h 205"/>
                <a:gd name="T42" fmla="*/ 123 w 637"/>
                <a:gd name="T43" fmla="*/ 94 h 20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37" h="205">
                  <a:moveTo>
                    <a:pt x="632" y="30"/>
                  </a:moveTo>
                  <a:cubicBezTo>
                    <a:pt x="634" y="44"/>
                    <a:pt x="626" y="39"/>
                    <a:pt x="626" y="39"/>
                  </a:cubicBezTo>
                  <a:cubicBezTo>
                    <a:pt x="553" y="9"/>
                    <a:pt x="503" y="31"/>
                    <a:pt x="462" y="47"/>
                  </a:cubicBezTo>
                  <a:cubicBezTo>
                    <a:pt x="421" y="63"/>
                    <a:pt x="391" y="76"/>
                    <a:pt x="349" y="38"/>
                  </a:cubicBezTo>
                  <a:cubicBezTo>
                    <a:pt x="308" y="0"/>
                    <a:pt x="303" y="19"/>
                    <a:pt x="303" y="19"/>
                  </a:cubicBezTo>
                  <a:cubicBezTo>
                    <a:pt x="276" y="55"/>
                    <a:pt x="245" y="62"/>
                    <a:pt x="176" y="85"/>
                  </a:cubicBezTo>
                  <a:cubicBezTo>
                    <a:pt x="108" y="109"/>
                    <a:pt x="75" y="185"/>
                    <a:pt x="75" y="185"/>
                  </a:cubicBezTo>
                  <a:cubicBezTo>
                    <a:pt x="67" y="205"/>
                    <a:pt x="58" y="187"/>
                    <a:pt x="61" y="180"/>
                  </a:cubicBezTo>
                  <a:cubicBezTo>
                    <a:pt x="60" y="182"/>
                    <a:pt x="59" y="184"/>
                    <a:pt x="59" y="186"/>
                  </a:cubicBezTo>
                  <a:cubicBezTo>
                    <a:pt x="59" y="186"/>
                    <a:pt x="60" y="203"/>
                    <a:pt x="75" y="199"/>
                  </a:cubicBezTo>
                  <a:cubicBezTo>
                    <a:pt x="75" y="199"/>
                    <a:pt x="108" y="123"/>
                    <a:pt x="176" y="99"/>
                  </a:cubicBezTo>
                  <a:cubicBezTo>
                    <a:pt x="245" y="75"/>
                    <a:pt x="276" y="69"/>
                    <a:pt x="303" y="32"/>
                  </a:cubicBezTo>
                  <a:cubicBezTo>
                    <a:pt x="303" y="32"/>
                    <a:pt x="308" y="13"/>
                    <a:pt x="349" y="51"/>
                  </a:cubicBezTo>
                  <a:cubicBezTo>
                    <a:pt x="391" y="89"/>
                    <a:pt x="421" y="77"/>
                    <a:pt x="462" y="61"/>
                  </a:cubicBezTo>
                  <a:cubicBezTo>
                    <a:pt x="503" y="45"/>
                    <a:pt x="554" y="18"/>
                    <a:pt x="627" y="48"/>
                  </a:cubicBezTo>
                  <a:cubicBezTo>
                    <a:pt x="627" y="48"/>
                    <a:pt x="637" y="42"/>
                    <a:pt x="632" y="30"/>
                  </a:cubicBezTo>
                  <a:close/>
                  <a:moveTo>
                    <a:pt x="120" y="91"/>
                  </a:moveTo>
                  <a:cubicBezTo>
                    <a:pt x="133" y="91"/>
                    <a:pt x="143" y="89"/>
                    <a:pt x="143" y="89"/>
                  </a:cubicBezTo>
                  <a:cubicBezTo>
                    <a:pt x="91" y="97"/>
                    <a:pt x="6" y="73"/>
                    <a:pt x="6" y="73"/>
                  </a:cubicBezTo>
                  <a:cubicBezTo>
                    <a:pt x="1" y="71"/>
                    <a:pt x="2" y="68"/>
                    <a:pt x="2" y="65"/>
                  </a:cubicBezTo>
                  <a:cubicBezTo>
                    <a:pt x="0" y="71"/>
                    <a:pt x="0" y="79"/>
                    <a:pt x="6" y="86"/>
                  </a:cubicBezTo>
                  <a:cubicBezTo>
                    <a:pt x="6" y="86"/>
                    <a:pt x="69" y="94"/>
                    <a:pt x="120" y="91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6" name="Freeform 11">
              <a:extLst>
                <a:ext uri="{FF2B5EF4-FFF2-40B4-BE49-F238E27FC236}">
                  <a16:creationId xmlns:a16="http://schemas.microsoft.com/office/drawing/2014/main" id="{2073565F-387C-488D-9E8A-1857CCAA5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523"/>
              <a:ext cx="134" cy="178"/>
            </a:xfrm>
            <a:custGeom>
              <a:avLst/>
              <a:gdLst>
                <a:gd name="T0" fmla="*/ 63 w 133"/>
                <a:gd name="T1" fmla="*/ 0 h 177"/>
                <a:gd name="T2" fmla="*/ 81 w 133"/>
                <a:gd name="T3" fmla="*/ 180 h 177"/>
                <a:gd name="T4" fmla="*/ 131 w 133"/>
                <a:gd name="T5" fmla="*/ 158 h 177"/>
                <a:gd name="T6" fmla="*/ 136 w 133"/>
                <a:gd name="T7" fmla="*/ 8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77">
                  <a:moveTo>
                    <a:pt x="63" y="0"/>
                  </a:moveTo>
                  <a:cubicBezTo>
                    <a:pt x="63" y="0"/>
                    <a:pt x="0" y="98"/>
                    <a:pt x="78" y="177"/>
                  </a:cubicBezTo>
                  <a:cubicBezTo>
                    <a:pt x="128" y="155"/>
                    <a:pt x="128" y="155"/>
                    <a:pt x="128" y="155"/>
                  </a:cubicBezTo>
                  <a:cubicBezTo>
                    <a:pt x="128" y="155"/>
                    <a:pt x="55" y="103"/>
                    <a:pt x="133" y="8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7" name="Freeform 12">
              <a:extLst>
                <a:ext uri="{FF2B5EF4-FFF2-40B4-BE49-F238E27FC236}">
                  <a16:creationId xmlns:a16="http://schemas.microsoft.com/office/drawing/2014/main" id="{A3D51191-C140-45BA-B053-E76827E69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523"/>
              <a:ext cx="134" cy="178"/>
            </a:xfrm>
            <a:custGeom>
              <a:avLst/>
              <a:gdLst>
                <a:gd name="T0" fmla="*/ 63 w 133"/>
                <a:gd name="T1" fmla="*/ 0 h 177"/>
                <a:gd name="T2" fmla="*/ 81 w 133"/>
                <a:gd name="T3" fmla="*/ 180 h 177"/>
                <a:gd name="T4" fmla="*/ 131 w 133"/>
                <a:gd name="T5" fmla="*/ 158 h 177"/>
                <a:gd name="T6" fmla="*/ 136 w 133"/>
                <a:gd name="T7" fmla="*/ 8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77">
                  <a:moveTo>
                    <a:pt x="63" y="0"/>
                  </a:moveTo>
                  <a:cubicBezTo>
                    <a:pt x="63" y="0"/>
                    <a:pt x="0" y="98"/>
                    <a:pt x="78" y="177"/>
                  </a:cubicBezTo>
                  <a:cubicBezTo>
                    <a:pt x="128" y="155"/>
                    <a:pt x="128" y="155"/>
                    <a:pt x="128" y="155"/>
                  </a:cubicBezTo>
                  <a:cubicBezTo>
                    <a:pt x="128" y="155"/>
                    <a:pt x="55" y="103"/>
                    <a:pt x="133" y="8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8" name="Freeform 13">
              <a:extLst>
                <a:ext uri="{FF2B5EF4-FFF2-40B4-BE49-F238E27FC236}">
                  <a16:creationId xmlns:a16="http://schemas.microsoft.com/office/drawing/2014/main" id="{87910BBF-FF0B-4959-8184-EC0863DCB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668"/>
              <a:ext cx="58" cy="44"/>
            </a:xfrm>
            <a:custGeom>
              <a:avLst/>
              <a:gdLst>
                <a:gd name="T0" fmla="*/ 54 w 58"/>
                <a:gd name="T1" fmla="*/ 11 h 44"/>
                <a:gd name="T2" fmla="*/ 36 w 58"/>
                <a:gd name="T3" fmla="*/ 38 h 44"/>
                <a:gd name="T4" fmla="*/ 4 w 58"/>
                <a:gd name="T5" fmla="*/ 33 h 44"/>
                <a:gd name="T6" fmla="*/ 22 w 58"/>
                <a:gd name="T7" fmla="*/ 6 h 44"/>
                <a:gd name="T8" fmla="*/ 54 w 58"/>
                <a:gd name="T9" fmla="*/ 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4">
                  <a:moveTo>
                    <a:pt x="54" y="11"/>
                  </a:moveTo>
                  <a:cubicBezTo>
                    <a:pt x="58" y="20"/>
                    <a:pt x="50" y="32"/>
                    <a:pt x="36" y="38"/>
                  </a:cubicBezTo>
                  <a:cubicBezTo>
                    <a:pt x="22" y="44"/>
                    <a:pt x="8" y="42"/>
                    <a:pt x="4" y="33"/>
                  </a:cubicBezTo>
                  <a:cubicBezTo>
                    <a:pt x="0" y="24"/>
                    <a:pt x="8" y="12"/>
                    <a:pt x="22" y="6"/>
                  </a:cubicBezTo>
                  <a:cubicBezTo>
                    <a:pt x="36" y="0"/>
                    <a:pt x="50" y="2"/>
                    <a:pt x="54" y="11"/>
                  </a:cubicBezTo>
                  <a:close/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9" name="Freeform 14">
              <a:extLst>
                <a:ext uri="{FF2B5EF4-FFF2-40B4-BE49-F238E27FC236}">
                  <a16:creationId xmlns:a16="http://schemas.microsoft.com/office/drawing/2014/main" id="{28C2C3C7-2C89-40B7-9C0E-1B7741A89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674"/>
              <a:ext cx="42" cy="33"/>
            </a:xfrm>
            <a:custGeom>
              <a:avLst/>
              <a:gdLst>
                <a:gd name="T0" fmla="*/ 39 w 42"/>
                <a:gd name="T1" fmla="*/ 8 h 33"/>
                <a:gd name="T2" fmla="*/ 26 w 42"/>
                <a:gd name="T3" fmla="*/ 28 h 33"/>
                <a:gd name="T4" fmla="*/ 3 w 42"/>
                <a:gd name="T5" fmla="*/ 25 h 33"/>
                <a:gd name="T6" fmla="*/ 16 w 42"/>
                <a:gd name="T7" fmla="*/ 5 h 33"/>
                <a:gd name="T8" fmla="*/ 39 w 42"/>
                <a:gd name="T9" fmla="*/ 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3">
                  <a:moveTo>
                    <a:pt x="39" y="8"/>
                  </a:moveTo>
                  <a:cubicBezTo>
                    <a:pt x="42" y="15"/>
                    <a:pt x="36" y="24"/>
                    <a:pt x="26" y="28"/>
                  </a:cubicBezTo>
                  <a:cubicBezTo>
                    <a:pt x="16" y="33"/>
                    <a:pt x="6" y="31"/>
                    <a:pt x="3" y="25"/>
                  </a:cubicBezTo>
                  <a:cubicBezTo>
                    <a:pt x="0" y="18"/>
                    <a:pt x="6" y="9"/>
                    <a:pt x="16" y="5"/>
                  </a:cubicBezTo>
                  <a:cubicBezTo>
                    <a:pt x="26" y="0"/>
                    <a:pt x="36" y="2"/>
                    <a:pt x="39" y="8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0" name="Freeform 15">
              <a:extLst>
                <a:ext uri="{FF2B5EF4-FFF2-40B4-BE49-F238E27FC236}">
                  <a16:creationId xmlns:a16="http://schemas.microsoft.com/office/drawing/2014/main" id="{142587C1-D1C6-47DE-A9FE-FE2EB1993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3034"/>
              <a:ext cx="126" cy="124"/>
            </a:xfrm>
            <a:custGeom>
              <a:avLst/>
              <a:gdLst>
                <a:gd name="T0" fmla="*/ 0 w 125"/>
                <a:gd name="T1" fmla="*/ 37 h 124"/>
                <a:gd name="T2" fmla="*/ 117 w 125"/>
                <a:gd name="T3" fmla="*/ 117 h 124"/>
                <a:gd name="T4" fmla="*/ 128 w 125"/>
                <a:gd name="T5" fmla="*/ 76 h 124"/>
                <a:gd name="T6" fmla="*/ 37 w 125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24">
                  <a:moveTo>
                    <a:pt x="0" y="37"/>
                  </a:moveTo>
                  <a:cubicBezTo>
                    <a:pt x="0" y="37"/>
                    <a:pt x="27" y="124"/>
                    <a:pt x="114" y="117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5" y="76"/>
                    <a:pt x="54" y="95"/>
                    <a:pt x="37" y="0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61" name="Freeform 16">
              <a:extLst>
                <a:ext uri="{FF2B5EF4-FFF2-40B4-BE49-F238E27FC236}">
                  <a16:creationId xmlns:a16="http://schemas.microsoft.com/office/drawing/2014/main" id="{49D86F87-887D-4469-9373-45A9EF9B7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3034"/>
              <a:ext cx="126" cy="124"/>
            </a:xfrm>
            <a:custGeom>
              <a:avLst/>
              <a:gdLst>
                <a:gd name="T0" fmla="*/ 0 w 125"/>
                <a:gd name="T1" fmla="*/ 37 h 124"/>
                <a:gd name="T2" fmla="*/ 117 w 125"/>
                <a:gd name="T3" fmla="*/ 117 h 124"/>
                <a:gd name="T4" fmla="*/ 128 w 125"/>
                <a:gd name="T5" fmla="*/ 76 h 124"/>
                <a:gd name="T6" fmla="*/ 37 w 125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24">
                  <a:moveTo>
                    <a:pt x="0" y="37"/>
                  </a:moveTo>
                  <a:cubicBezTo>
                    <a:pt x="0" y="37"/>
                    <a:pt x="27" y="124"/>
                    <a:pt x="114" y="117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5" y="76"/>
                    <a:pt x="54" y="95"/>
                    <a:pt x="37" y="0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2" name="Freeform 17">
              <a:extLst>
                <a:ext uri="{FF2B5EF4-FFF2-40B4-BE49-F238E27FC236}">
                  <a16:creationId xmlns:a16="http://schemas.microsoft.com/office/drawing/2014/main" id="{9922DF13-4202-470D-924A-9D858377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3108"/>
              <a:ext cx="33" cy="45"/>
            </a:xfrm>
            <a:custGeom>
              <a:avLst/>
              <a:gdLst>
                <a:gd name="T0" fmla="*/ 22 w 33"/>
                <a:gd name="T1" fmla="*/ 2 h 45"/>
                <a:gd name="T2" fmla="*/ 30 w 33"/>
                <a:gd name="T3" fmla="*/ 26 h 45"/>
                <a:gd name="T4" fmla="*/ 11 w 33"/>
                <a:gd name="T5" fmla="*/ 43 h 45"/>
                <a:gd name="T6" fmla="*/ 3 w 33"/>
                <a:gd name="T7" fmla="*/ 19 h 45"/>
                <a:gd name="T8" fmla="*/ 22 w 33"/>
                <a:gd name="T9" fmla="*/ 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5">
                  <a:moveTo>
                    <a:pt x="22" y="2"/>
                  </a:moveTo>
                  <a:cubicBezTo>
                    <a:pt x="30" y="4"/>
                    <a:pt x="33" y="15"/>
                    <a:pt x="30" y="26"/>
                  </a:cubicBezTo>
                  <a:cubicBezTo>
                    <a:pt x="27" y="38"/>
                    <a:pt x="18" y="45"/>
                    <a:pt x="11" y="43"/>
                  </a:cubicBezTo>
                  <a:cubicBezTo>
                    <a:pt x="3" y="41"/>
                    <a:pt x="0" y="30"/>
                    <a:pt x="3" y="19"/>
                  </a:cubicBezTo>
                  <a:cubicBezTo>
                    <a:pt x="7" y="8"/>
                    <a:pt x="15" y="0"/>
                    <a:pt x="22" y="2"/>
                  </a:cubicBezTo>
                  <a:close/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63" name="Freeform 18">
              <a:extLst>
                <a:ext uri="{FF2B5EF4-FFF2-40B4-BE49-F238E27FC236}">
                  <a16:creationId xmlns:a16="http://schemas.microsoft.com/office/drawing/2014/main" id="{4CA1E609-67A8-4A0D-8228-751AF148A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117"/>
              <a:ext cx="21" cy="28"/>
            </a:xfrm>
            <a:custGeom>
              <a:avLst/>
              <a:gdLst>
                <a:gd name="T0" fmla="*/ 15 w 21"/>
                <a:gd name="T1" fmla="*/ 1 h 28"/>
                <a:gd name="T2" fmla="*/ 19 w 21"/>
                <a:gd name="T3" fmla="*/ 16 h 28"/>
                <a:gd name="T4" fmla="*/ 7 w 21"/>
                <a:gd name="T5" fmla="*/ 27 h 28"/>
                <a:gd name="T6" fmla="*/ 3 w 21"/>
                <a:gd name="T7" fmla="*/ 12 h 28"/>
                <a:gd name="T8" fmla="*/ 15 w 21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8">
                  <a:moveTo>
                    <a:pt x="15" y="1"/>
                  </a:moveTo>
                  <a:cubicBezTo>
                    <a:pt x="19" y="2"/>
                    <a:pt x="21" y="9"/>
                    <a:pt x="19" y="16"/>
                  </a:cubicBezTo>
                  <a:cubicBezTo>
                    <a:pt x="17" y="24"/>
                    <a:pt x="12" y="28"/>
                    <a:pt x="7" y="27"/>
                  </a:cubicBezTo>
                  <a:cubicBezTo>
                    <a:pt x="3" y="26"/>
                    <a:pt x="0" y="19"/>
                    <a:pt x="3" y="12"/>
                  </a:cubicBezTo>
                  <a:cubicBezTo>
                    <a:pt x="5" y="4"/>
                    <a:pt x="10" y="0"/>
                    <a:pt x="15" y="1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4" name="Freeform 19">
              <a:extLst>
                <a:ext uri="{FF2B5EF4-FFF2-40B4-BE49-F238E27FC236}">
                  <a16:creationId xmlns:a16="http://schemas.microsoft.com/office/drawing/2014/main" id="{92AB5E08-CE55-475D-B03C-107C2ADA7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779"/>
              <a:ext cx="159" cy="287"/>
            </a:xfrm>
            <a:custGeom>
              <a:avLst/>
              <a:gdLst>
                <a:gd name="T0" fmla="*/ 143 w 157"/>
                <a:gd name="T1" fmla="*/ 0 h 285"/>
                <a:gd name="T2" fmla="*/ 0 w 157"/>
                <a:gd name="T3" fmla="*/ 277 h 285"/>
                <a:gd name="T4" fmla="*/ 18 w 157"/>
                <a:gd name="T5" fmla="*/ 286 h 285"/>
                <a:gd name="T6" fmla="*/ 163 w 157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85">
                  <a:moveTo>
                    <a:pt x="137" y="0"/>
                  </a:moveTo>
                  <a:cubicBezTo>
                    <a:pt x="137" y="0"/>
                    <a:pt x="21" y="171"/>
                    <a:pt x="0" y="271"/>
                  </a:cubicBezTo>
                  <a:cubicBezTo>
                    <a:pt x="0" y="271"/>
                    <a:pt x="4" y="285"/>
                    <a:pt x="18" y="280"/>
                  </a:cubicBezTo>
                  <a:cubicBezTo>
                    <a:pt x="18" y="280"/>
                    <a:pt x="68" y="126"/>
                    <a:pt x="157" y="39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65" name="Freeform 20">
              <a:extLst>
                <a:ext uri="{FF2B5EF4-FFF2-40B4-BE49-F238E27FC236}">
                  <a16:creationId xmlns:a16="http://schemas.microsoft.com/office/drawing/2014/main" id="{FBF3CA69-EE8D-481D-B23F-579BAE19A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779"/>
              <a:ext cx="159" cy="287"/>
            </a:xfrm>
            <a:custGeom>
              <a:avLst/>
              <a:gdLst>
                <a:gd name="T0" fmla="*/ 143 w 157"/>
                <a:gd name="T1" fmla="*/ 0 h 285"/>
                <a:gd name="T2" fmla="*/ 0 w 157"/>
                <a:gd name="T3" fmla="*/ 277 h 285"/>
                <a:gd name="T4" fmla="*/ 18 w 157"/>
                <a:gd name="T5" fmla="*/ 286 h 285"/>
                <a:gd name="T6" fmla="*/ 163 w 157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85">
                  <a:moveTo>
                    <a:pt x="137" y="0"/>
                  </a:moveTo>
                  <a:cubicBezTo>
                    <a:pt x="137" y="0"/>
                    <a:pt x="21" y="171"/>
                    <a:pt x="0" y="271"/>
                  </a:cubicBezTo>
                  <a:cubicBezTo>
                    <a:pt x="0" y="271"/>
                    <a:pt x="4" y="285"/>
                    <a:pt x="18" y="280"/>
                  </a:cubicBezTo>
                  <a:cubicBezTo>
                    <a:pt x="18" y="280"/>
                    <a:pt x="68" y="126"/>
                    <a:pt x="157" y="39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6" name="Freeform 21">
              <a:extLst>
                <a:ext uri="{FF2B5EF4-FFF2-40B4-BE49-F238E27FC236}">
                  <a16:creationId xmlns:a16="http://schemas.microsoft.com/office/drawing/2014/main" id="{B3AC47D1-BD5A-44AF-8ED5-84AA5D388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779"/>
              <a:ext cx="159" cy="287"/>
            </a:xfrm>
            <a:custGeom>
              <a:avLst/>
              <a:gdLst>
                <a:gd name="T0" fmla="*/ 21 w 158"/>
                <a:gd name="T1" fmla="*/ 0 h 285"/>
                <a:gd name="T2" fmla="*/ 161 w 158"/>
                <a:gd name="T3" fmla="*/ 277 h 285"/>
                <a:gd name="T4" fmla="*/ 142 w 158"/>
                <a:gd name="T5" fmla="*/ 286 h 285"/>
                <a:gd name="T6" fmla="*/ 0 w 158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85">
                  <a:moveTo>
                    <a:pt x="21" y="0"/>
                  </a:moveTo>
                  <a:cubicBezTo>
                    <a:pt x="21" y="0"/>
                    <a:pt x="136" y="171"/>
                    <a:pt x="158" y="271"/>
                  </a:cubicBezTo>
                  <a:cubicBezTo>
                    <a:pt x="158" y="271"/>
                    <a:pt x="153" y="285"/>
                    <a:pt x="139" y="280"/>
                  </a:cubicBezTo>
                  <a:cubicBezTo>
                    <a:pt x="139" y="280"/>
                    <a:pt x="90" y="126"/>
                    <a:pt x="0" y="39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67" name="Freeform 22">
              <a:extLst>
                <a:ext uri="{FF2B5EF4-FFF2-40B4-BE49-F238E27FC236}">
                  <a16:creationId xmlns:a16="http://schemas.microsoft.com/office/drawing/2014/main" id="{CF7E7FF4-D318-4D08-82CE-3FB5FD604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779"/>
              <a:ext cx="159" cy="287"/>
            </a:xfrm>
            <a:custGeom>
              <a:avLst/>
              <a:gdLst>
                <a:gd name="T0" fmla="*/ 21 w 158"/>
                <a:gd name="T1" fmla="*/ 0 h 285"/>
                <a:gd name="T2" fmla="*/ 161 w 158"/>
                <a:gd name="T3" fmla="*/ 277 h 285"/>
                <a:gd name="T4" fmla="*/ 142 w 158"/>
                <a:gd name="T5" fmla="*/ 286 h 285"/>
                <a:gd name="T6" fmla="*/ 0 w 158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85">
                  <a:moveTo>
                    <a:pt x="21" y="0"/>
                  </a:moveTo>
                  <a:cubicBezTo>
                    <a:pt x="21" y="0"/>
                    <a:pt x="136" y="171"/>
                    <a:pt x="158" y="271"/>
                  </a:cubicBezTo>
                  <a:cubicBezTo>
                    <a:pt x="158" y="271"/>
                    <a:pt x="153" y="285"/>
                    <a:pt x="139" y="280"/>
                  </a:cubicBezTo>
                  <a:cubicBezTo>
                    <a:pt x="139" y="280"/>
                    <a:pt x="90" y="126"/>
                    <a:pt x="0" y="39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8" name="Freeform 23">
              <a:extLst>
                <a:ext uri="{FF2B5EF4-FFF2-40B4-BE49-F238E27FC236}">
                  <a16:creationId xmlns:a16="http://schemas.microsoft.com/office/drawing/2014/main" id="{7748C03E-3EAA-45CB-97C7-19EE8424F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522"/>
              <a:ext cx="57" cy="124"/>
            </a:xfrm>
            <a:custGeom>
              <a:avLst/>
              <a:gdLst>
                <a:gd name="T0" fmla="*/ 16 w 56"/>
                <a:gd name="T1" fmla="*/ 0 h 123"/>
                <a:gd name="T2" fmla="*/ 53 w 56"/>
                <a:gd name="T3" fmla="*/ 45 h 123"/>
                <a:gd name="T4" fmla="*/ 51 w 56"/>
                <a:gd name="T5" fmla="*/ 98 h 123"/>
                <a:gd name="T6" fmla="*/ 5 w 56"/>
                <a:gd name="T7" fmla="*/ 109 h 123"/>
                <a:gd name="T8" fmla="*/ 15 w 56"/>
                <a:gd name="T9" fmla="*/ 84 h 123"/>
                <a:gd name="T10" fmla="*/ 27 w 56"/>
                <a:gd name="T11" fmla="*/ 55 h 123"/>
                <a:gd name="T12" fmla="*/ 17 w 56"/>
                <a:gd name="T13" fmla="*/ 2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23">
                  <a:moveTo>
                    <a:pt x="16" y="0"/>
                  </a:moveTo>
                  <a:cubicBezTo>
                    <a:pt x="30" y="10"/>
                    <a:pt x="46" y="29"/>
                    <a:pt x="50" y="45"/>
                  </a:cubicBezTo>
                  <a:cubicBezTo>
                    <a:pt x="54" y="61"/>
                    <a:pt x="56" y="81"/>
                    <a:pt x="48" y="95"/>
                  </a:cubicBezTo>
                  <a:cubicBezTo>
                    <a:pt x="41" y="106"/>
                    <a:pt x="13" y="123"/>
                    <a:pt x="5" y="106"/>
                  </a:cubicBezTo>
                  <a:cubicBezTo>
                    <a:pt x="0" y="96"/>
                    <a:pt x="9" y="88"/>
                    <a:pt x="15" y="81"/>
                  </a:cubicBezTo>
                  <a:cubicBezTo>
                    <a:pt x="22" y="74"/>
                    <a:pt x="26" y="65"/>
                    <a:pt x="27" y="55"/>
                  </a:cubicBezTo>
                  <a:cubicBezTo>
                    <a:pt x="30" y="35"/>
                    <a:pt x="25" y="19"/>
                    <a:pt x="17" y="2"/>
                  </a:cubicBezTo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9" name="Freeform 24">
              <a:extLst>
                <a:ext uri="{FF2B5EF4-FFF2-40B4-BE49-F238E27FC236}">
                  <a16:creationId xmlns:a16="http://schemas.microsoft.com/office/drawing/2014/main" id="{2DC8F5C8-F12F-43A3-977E-1A290509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370"/>
              <a:ext cx="655" cy="270"/>
            </a:xfrm>
            <a:custGeom>
              <a:avLst/>
              <a:gdLst>
                <a:gd name="T0" fmla="*/ 290 w 649"/>
                <a:gd name="T1" fmla="*/ 11 h 268"/>
                <a:gd name="T2" fmla="*/ 16 w 649"/>
                <a:gd name="T3" fmla="*/ 121 h 268"/>
                <a:gd name="T4" fmla="*/ 14 w 649"/>
                <a:gd name="T5" fmla="*/ 154 h 268"/>
                <a:gd name="T6" fmla="*/ 154 w 649"/>
                <a:gd name="T7" fmla="*/ 157 h 268"/>
                <a:gd name="T8" fmla="*/ 70 w 649"/>
                <a:gd name="T9" fmla="*/ 257 h 268"/>
                <a:gd name="T10" fmla="*/ 86 w 649"/>
                <a:gd name="T11" fmla="*/ 270 h 268"/>
                <a:gd name="T12" fmla="*/ 190 w 649"/>
                <a:gd name="T13" fmla="*/ 167 h 268"/>
                <a:gd name="T14" fmla="*/ 320 w 649"/>
                <a:gd name="T15" fmla="*/ 100 h 268"/>
                <a:gd name="T16" fmla="*/ 366 w 649"/>
                <a:gd name="T17" fmla="*/ 119 h 268"/>
                <a:gd name="T18" fmla="*/ 482 w 649"/>
                <a:gd name="T19" fmla="*/ 129 h 268"/>
                <a:gd name="T20" fmla="*/ 653 w 649"/>
                <a:gd name="T21" fmla="*/ 116 h 268"/>
                <a:gd name="T22" fmla="*/ 653 w 649"/>
                <a:gd name="T23" fmla="*/ 91 h 268"/>
                <a:gd name="T24" fmla="*/ 510 w 649"/>
                <a:gd name="T25" fmla="*/ 89 h 268"/>
                <a:gd name="T26" fmla="*/ 371 w 649"/>
                <a:gd name="T27" fmla="*/ 75 h 268"/>
                <a:gd name="T28" fmla="*/ 355 w 649"/>
                <a:gd name="T29" fmla="*/ 0 h 2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9" h="268">
                  <a:moveTo>
                    <a:pt x="281" y="11"/>
                  </a:moveTo>
                  <a:cubicBezTo>
                    <a:pt x="281" y="11"/>
                    <a:pt x="337" y="154"/>
                    <a:pt x="16" y="118"/>
                  </a:cubicBezTo>
                  <a:cubicBezTo>
                    <a:pt x="16" y="118"/>
                    <a:pt x="0" y="137"/>
                    <a:pt x="14" y="151"/>
                  </a:cubicBezTo>
                  <a:cubicBezTo>
                    <a:pt x="14" y="151"/>
                    <a:pt x="99" y="162"/>
                    <a:pt x="151" y="154"/>
                  </a:cubicBezTo>
                  <a:cubicBezTo>
                    <a:pt x="151" y="154"/>
                    <a:pt x="84" y="192"/>
                    <a:pt x="67" y="251"/>
                  </a:cubicBezTo>
                  <a:cubicBezTo>
                    <a:pt x="67" y="251"/>
                    <a:pt x="68" y="268"/>
                    <a:pt x="83" y="264"/>
                  </a:cubicBezTo>
                  <a:cubicBezTo>
                    <a:pt x="83" y="264"/>
                    <a:pt x="116" y="188"/>
                    <a:pt x="184" y="164"/>
                  </a:cubicBezTo>
                  <a:cubicBezTo>
                    <a:pt x="253" y="140"/>
                    <a:pt x="284" y="134"/>
                    <a:pt x="311" y="97"/>
                  </a:cubicBezTo>
                  <a:cubicBezTo>
                    <a:pt x="311" y="97"/>
                    <a:pt x="316" y="78"/>
                    <a:pt x="357" y="116"/>
                  </a:cubicBezTo>
                  <a:cubicBezTo>
                    <a:pt x="399" y="154"/>
                    <a:pt x="429" y="142"/>
                    <a:pt x="470" y="126"/>
                  </a:cubicBezTo>
                  <a:cubicBezTo>
                    <a:pt x="511" y="110"/>
                    <a:pt x="562" y="83"/>
                    <a:pt x="635" y="113"/>
                  </a:cubicBezTo>
                  <a:cubicBezTo>
                    <a:pt x="635" y="113"/>
                    <a:pt x="649" y="105"/>
                    <a:pt x="635" y="88"/>
                  </a:cubicBezTo>
                  <a:cubicBezTo>
                    <a:pt x="635" y="88"/>
                    <a:pt x="572" y="62"/>
                    <a:pt x="495" y="86"/>
                  </a:cubicBezTo>
                  <a:cubicBezTo>
                    <a:pt x="419" y="110"/>
                    <a:pt x="395" y="127"/>
                    <a:pt x="362" y="72"/>
                  </a:cubicBezTo>
                  <a:cubicBezTo>
                    <a:pt x="329" y="16"/>
                    <a:pt x="346" y="0"/>
                    <a:pt x="346" y="0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0" name="Freeform 25">
              <a:extLst>
                <a:ext uri="{FF2B5EF4-FFF2-40B4-BE49-F238E27FC236}">
                  <a16:creationId xmlns:a16="http://schemas.microsoft.com/office/drawing/2014/main" id="{20B46FF5-894B-4EF2-8F2E-89461EABE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367"/>
              <a:ext cx="25" cy="87"/>
            </a:xfrm>
            <a:custGeom>
              <a:avLst/>
              <a:gdLst>
                <a:gd name="T0" fmla="*/ 2 w 24"/>
                <a:gd name="T1" fmla="*/ 10 h 87"/>
                <a:gd name="T2" fmla="*/ 2 w 24"/>
                <a:gd name="T3" fmla="*/ 10 h 87"/>
                <a:gd name="T4" fmla="*/ 20 w 24"/>
                <a:gd name="T5" fmla="*/ 38 h 87"/>
                <a:gd name="T6" fmla="*/ 0 w 24"/>
                <a:gd name="T7" fmla="*/ 87 h 87"/>
                <a:gd name="T8" fmla="*/ 23 w 24"/>
                <a:gd name="T9" fmla="*/ 27 h 87"/>
                <a:gd name="T10" fmla="*/ 17 w 24"/>
                <a:gd name="T11" fmla="*/ 9 h 87"/>
                <a:gd name="T12" fmla="*/ 8 w 24"/>
                <a:gd name="T13" fmla="*/ 6 h 87"/>
                <a:gd name="T14" fmla="*/ 5 w 24"/>
                <a:gd name="T15" fmla="*/ 10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87">
                  <a:moveTo>
                    <a:pt x="2" y="10"/>
                  </a:moveTo>
                  <a:cubicBezTo>
                    <a:pt x="2" y="10"/>
                    <a:pt x="2" y="12"/>
                    <a:pt x="2" y="10"/>
                  </a:cubicBezTo>
                  <a:cubicBezTo>
                    <a:pt x="12" y="0"/>
                    <a:pt x="17" y="34"/>
                    <a:pt x="17" y="38"/>
                  </a:cubicBezTo>
                  <a:cubicBezTo>
                    <a:pt x="18" y="55"/>
                    <a:pt x="11" y="73"/>
                    <a:pt x="0" y="87"/>
                  </a:cubicBezTo>
                  <a:cubicBezTo>
                    <a:pt x="17" y="72"/>
                    <a:pt x="24" y="50"/>
                    <a:pt x="20" y="27"/>
                  </a:cubicBezTo>
                  <a:cubicBezTo>
                    <a:pt x="19" y="21"/>
                    <a:pt x="18" y="14"/>
                    <a:pt x="14" y="9"/>
                  </a:cubicBezTo>
                  <a:cubicBezTo>
                    <a:pt x="13" y="7"/>
                    <a:pt x="11" y="6"/>
                    <a:pt x="8" y="6"/>
                  </a:cubicBezTo>
                  <a:cubicBezTo>
                    <a:pt x="5" y="6"/>
                    <a:pt x="1" y="10"/>
                    <a:pt x="5" y="10"/>
                  </a:cubicBezTo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1" name="Freeform 26">
              <a:extLst>
                <a:ext uri="{FF2B5EF4-FFF2-40B4-BE49-F238E27FC236}">
                  <a16:creationId xmlns:a16="http://schemas.microsoft.com/office/drawing/2014/main" id="{DAE1DCD6-614A-4B84-A3A7-D580B2174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434"/>
              <a:ext cx="35" cy="18"/>
            </a:xfrm>
            <a:custGeom>
              <a:avLst/>
              <a:gdLst>
                <a:gd name="T0" fmla="*/ 0 w 35"/>
                <a:gd name="T1" fmla="*/ 18 h 18"/>
                <a:gd name="T2" fmla="*/ 18 w 35"/>
                <a:gd name="T3" fmla="*/ 7 h 18"/>
                <a:gd name="T4" fmla="*/ 35 w 35"/>
                <a:gd name="T5" fmla="*/ 15 h 18"/>
                <a:gd name="T6" fmla="*/ 3 w 35"/>
                <a:gd name="T7" fmla="*/ 1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8">
                  <a:moveTo>
                    <a:pt x="0" y="18"/>
                  </a:moveTo>
                  <a:cubicBezTo>
                    <a:pt x="5" y="12"/>
                    <a:pt x="10" y="7"/>
                    <a:pt x="18" y="7"/>
                  </a:cubicBezTo>
                  <a:cubicBezTo>
                    <a:pt x="25" y="8"/>
                    <a:pt x="30" y="11"/>
                    <a:pt x="35" y="15"/>
                  </a:cubicBezTo>
                  <a:cubicBezTo>
                    <a:pt x="30" y="2"/>
                    <a:pt x="7" y="0"/>
                    <a:pt x="3" y="15"/>
                  </a:cubicBezTo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2" name="Freeform 27">
              <a:extLst>
                <a:ext uri="{FF2B5EF4-FFF2-40B4-BE49-F238E27FC236}">
                  <a16:creationId xmlns:a16="http://schemas.microsoft.com/office/drawing/2014/main" id="{9D73BCFC-86BB-4A19-9012-76F223D39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803"/>
              <a:ext cx="127" cy="245"/>
            </a:xfrm>
            <a:custGeom>
              <a:avLst/>
              <a:gdLst>
                <a:gd name="T0" fmla="*/ 129 w 126"/>
                <a:gd name="T1" fmla="*/ 0 h 243"/>
                <a:gd name="T2" fmla="*/ 0 w 126"/>
                <a:gd name="T3" fmla="*/ 249 h 243"/>
                <a:gd name="T4" fmla="*/ 129 w 12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43">
                  <a:moveTo>
                    <a:pt x="126" y="0"/>
                  </a:moveTo>
                  <a:cubicBezTo>
                    <a:pt x="126" y="0"/>
                    <a:pt x="45" y="108"/>
                    <a:pt x="0" y="243"/>
                  </a:cubicBezTo>
                  <a:cubicBezTo>
                    <a:pt x="0" y="243"/>
                    <a:pt x="76" y="61"/>
                    <a:pt x="126" y="0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3" name="Freeform 28">
              <a:extLst>
                <a:ext uri="{FF2B5EF4-FFF2-40B4-BE49-F238E27FC236}">
                  <a16:creationId xmlns:a16="http://schemas.microsoft.com/office/drawing/2014/main" id="{9AA07F40-57A7-412C-BD03-D12393457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812"/>
              <a:ext cx="120" cy="230"/>
            </a:xfrm>
            <a:custGeom>
              <a:avLst/>
              <a:gdLst>
                <a:gd name="T0" fmla="*/ 0 w 119"/>
                <a:gd name="T1" fmla="*/ 0 h 228"/>
                <a:gd name="T2" fmla="*/ 122 w 119"/>
                <a:gd name="T3" fmla="*/ 234 h 228"/>
                <a:gd name="T4" fmla="*/ 0 w 119"/>
                <a:gd name="T5" fmla="*/ 0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228">
                  <a:moveTo>
                    <a:pt x="0" y="0"/>
                  </a:moveTo>
                  <a:cubicBezTo>
                    <a:pt x="0" y="0"/>
                    <a:pt x="96" y="145"/>
                    <a:pt x="119" y="228"/>
                  </a:cubicBezTo>
                  <a:cubicBezTo>
                    <a:pt x="119" y="228"/>
                    <a:pt x="26" y="30"/>
                    <a:pt x="0" y="0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4" name="Freeform 29">
              <a:extLst>
                <a:ext uri="{FF2B5EF4-FFF2-40B4-BE49-F238E27FC236}">
                  <a16:creationId xmlns:a16="http://schemas.microsoft.com/office/drawing/2014/main" id="{9BCDDA61-448C-43DF-9C57-1AB1041E6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3048"/>
              <a:ext cx="80" cy="74"/>
            </a:xfrm>
            <a:custGeom>
              <a:avLst/>
              <a:gdLst>
                <a:gd name="T0" fmla="*/ 82 w 79"/>
                <a:gd name="T1" fmla="*/ 69 h 74"/>
                <a:gd name="T2" fmla="*/ 0 w 79"/>
                <a:gd name="T3" fmla="*/ 0 h 74"/>
                <a:gd name="T4" fmla="*/ 82 w 79"/>
                <a:gd name="T5" fmla="*/ 69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74">
                  <a:moveTo>
                    <a:pt x="79" y="69"/>
                  </a:moveTo>
                  <a:cubicBezTo>
                    <a:pt x="79" y="69"/>
                    <a:pt x="21" y="74"/>
                    <a:pt x="0" y="0"/>
                  </a:cubicBezTo>
                  <a:cubicBezTo>
                    <a:pt x="0" y="0"/>
                    <a:pt x="1" y="69"/>
                    <a:pt x="79" y="69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5" name="Freeform 30">
              <a:extLst>
                <a:ext uri="{FF2B5EF4-FFF2-40B4-BE49-F238E27FC236}">
                  <a16:creationId xmlns:a16="http://schemas.microsoft.com/office/drawing/2014/main" id="{9DDF8E1F-1CB7-463C-8BEE-938E106CB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539"/>
              <a:ext cx="75" cy="127"/>
            </a:xfrm>
            <a:custGeom>
              <a:avLst/>
              <a:gdLst>
                <a:gd name="T0" fmla="*/ 68 w 74"/>
                <a:gd name="T1" fmla="*/ 129 h 126"/>
                <a:gd name="T2" fmla="*/ 77 w 74"/>
                <a:gd name="T3" fmla="*/ 0 h 126"/>
                <a:gd name="T4" fmla="*/ 68 w 74"/>
                <a:gd name="T5" fmla="*/ 129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26">
                  <a:moveTo>
                    <a:pt x="65" y="126"/>
                  </a:moveTo>
                  <a:cubicBezTo>
                    <a:pt x="65" y="126"/>
                    <a:pt x="19" y="53"/>
                    <a:pt x="74" y="0"/>
                  </a:cubicBezTo>
                  <a:cubicBezTo>
                    <a:pt x="74" y="0"/>
                    <a:pt x="0" y="38"/>
                    <a:pt x="65" y="126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6" name="Freeform 31">
              <a:extLst>
                <a:ext uri="{FF2B5EF4-FFF2-40B4-BE49-F238E27FC236}">
                  <a16:creationId xmlns:a16="http://schemas.microsoft.com/office/drawing/2014/main" id="{F9425409-52D7-436B-A4F4-E201D032C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276"/>
              <a:ext cx="64" cy="99"/>
            </a:xfrm>
            <a:custGeom>
              <a:avLst/>
              <a:gdLst>
                <a:gd name="T0" fmla="*/ 64 w 64"/>
                <a:gd name="T1" fmla="*/ 0 h 98"/>
                <a:gd name="T2" fmla="*/ 45 w 64"/>
                <a:gd name="T3" fmla="*/ 101 h 98"/>
                <a:gd name="T4" fmla="*/ 64 w 64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98">
                  <a:moveTo>
                    <a:pt x="64" y="0"/>
                  </a:moveTo>
                  <a:cubicBezTo>
                    <a:pt x="64" y="0"/>
                    <a:pt x="17" y="50"/>
                    <a:pt x="45" y="98"/>
                  </a:cubicBezTo>
                  <a:cubicBezTo>
                    <a:pt x="45" y="98"/>
                    <a:pt x="0" y="51"/>
                    <a:pt x="64" y="0"/>
                  </a:cubicBezTo>
                  <a:close/>
                </a:path>
              </a:pathLst>
            </a:custGeom>
            <a:solidFill>
              <a:srgbClr val="EFB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7" name="Freeform 32">
              <a:extLst>
                <a:ext uri="{FF2B5EF4-FFF2-40B4-BE49-F238E27FC236}">
                  <a16:creationId xmlns:a16="http://schemas.microsoft.com/office/drawing/2014/main" id="{DA594D61-134E-4672-8A85-91AE68EEC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090"/>
              <a:ext cx="77" cy="7"/>
            </a:xfrm>
            <a:custGeom>
              <a:avLst/>
              <a:gdLst>
                <a:gd name="T0" fmla="*/ 1 w 76"/>
                <a:gd name="T1" fmla="*/ 4 h 7"/>
                <a:gd name="T2" fmla="*/ 0 w 76"/>
                <a:gd name="T3" fmla="*/ 5 h 7"/>
                <a:gd name="T4" fmla="*/ 18 w 76"/>
                <a:gd name="T5" fmla="*/ 2 h 7"/>
                <a:gd name="T6" fmla="*/ 46 w 76"/>
                <a:gd name="T7" fmla="*/ 1 h 7"/>
                <a:gd name="T8" fmla="*/ 79 w 76"/>
                <a:gd name="T9" fmla="*/ 0 h 7"/>
                <a:gd name="T10" fmla="*/ 32 w 76"/>
                <a:gd name="T11" fmla="*/ 4 h 7"/>
                <a:gd name="T12" fmla="*/ 14 w 76"/>
                <a:gd name="T13" fmla="*/ 4 h 7"/>
                <a:gd name="T14" fmla="*/ 1 w 76"/>
                <a:gd name="T15" fmla="*/ 5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7">
                  <a:moveTo>
                    <a:pt x="1" y="4"/>
                  </a:moveTo>
                  <a:cubicBezTo>
                    <a:pt x="0" y="4"/>
                    <a:pt x="0" y="5"/>
                    <a:pt x="0" y="5"/>
                  </a:cubicBezTo>
                  <a:cubicBezTo>
                    <a:pt x="6" y="5"/>
                    <a:pt x="12" y="2"/>
                    <a:pt x="18" y="2"/>
                  </a:cubicBezTo>
                  <a:cubicBezTo>
                    <a:pt x="26" y="1"/>
                    <a:pt x="35" y="1"/>
                    <a:pt x="43" y="1"/>
                  </a:cubicBezTo>
                  <a:cubicBezTo>
                    <a:pt x="53" y="1"/>
                    <a:pt x="66" y="6"/>
                    <a:pt x="76" y="0"/>
                  </a:cubicBezTo>
                  <a:cubicBezTo>
                    <a:pt x="63" y="7"/>
                    <a:pt x="47" y="5"/>
                    <a:pt x="32" y="4"/>
                  </a:cubicBezTo>
                  <a:cubicBezTo>
                    <a:pt x="26" y="4"/>
                    <a:pt x="20" y="4"/>
                    <a:pt x="14" y="4"/>
                  </a:cubicBezTo>
                  <a:cubicBezTo>
                    <a:pt x="10" y="4"/>
                    <a:pt x="3" y="6"/>
                    <a:pt x="1" y="5"/>
                  </a:cubicBezTo>
                </a:path>
              </a:pathLst>
            </a:custGeom>
            <a:solidFill>
              <a:srgbClr val="EFB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8" name="Freeform 33">
              <a:extLst>
                <a:ext uri="{FF2B5EF4-FFF2-40B4-BE49-F238E27FC236}">
                  <a16:creationId xmlns:a16="http://schemas.microsoft.com/office/drawing/2014/main" id="{0C59CA2F-47F6-4DE6-9340-9FBDC9273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076"/>
              <a:ext cx="9" cy="15"/>
            </a:xfrm>
            <a:custGeom>
              <a:avLst/>
              <a:gdLst>
                <a:gd name="T0" fmla="*/ 3 w 9"/>
                <a:gd name="T1" fmla="*/ 1 h 15"/>
                <a:gd name="T2" fmla="*/ 9 w 9"/>
                <a:gd name="T3" fmla="*/ 11 h 15"/>
                <a:gd name="T4" fmla="*/ 2 w 9"/>
                <a:gd name="T5" fmla="*/ 12 h 15"/>
                <a:gd name="T6" fmla="*/ 2 w 9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3" y="1"/>
                  </a:moveTo>
                  <a:cubicBezTo>
                    <a:pt x="0" y="2"/>
                    <a:pt x="3" y="13"/>
                    <a:pt x="9" y="11"/>
                  </a:cubicBezTo>
                  <a:cubicBezTo>
                    <a:pt x="6" y="12"/>
                    <a:pt x="4" y="15"/>
                    <a:pt x="2" y="12"/>
                  </a:cubicBezTo>
                  <a:cubicBezTo>
                    <a:pt x="0" y="9"/>
                    <a:pt x="1" y="3"/>
                    <a:pt x="2" y="0"/>
                  </a:cubicBezTo>
                </a:path>
              </a:pathLst>
            </a:custGeom>
            <a:solidFill>
              <a:srgbClr val="EFB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39" name="aorta-elasticity-heart-illustration">
            <a:extLst>
              <a:ext uri="{FF2B5EF4-FFF2-40B4-BE49-F238E27FC236}">
                <a16:creationId xmlns:a16="http://schemas.microsoft.com/office/drawing/2014/main" id="{B8077020-DE70-4E86-86F4-A7B0BBC2D4FA}"/>
              </a:ext>
            </a:extLst>
          </p:cNvPr>
          <p:cNvGrpSpPr>
            <a:grpSpLocks/>
          </p:cNvGrpSpPr>
          <p:nvPr/>
        </p:nvGrpSpPr>
        <p:grpSpPr bwMode="auto">
          <a:xfrm>
            <a:off x="3478213" y="1974850"/>
            <a:ext cx="1703387" cy="1639888"/>
            <a:chOff x="671" y="1244"/>
            <a:chExt cx="1073" cy="1033"/>
          </a:xfrm>
        </p:grpSpPr>
        <p:sp>
          <p:nvSpPr>
            <p:cNvPr id="14689" name="Line 35">
              <a:extLst>
                <a:ext uri="{FF2B5EF4-FFF2-40B4-BE49-F238E27FC236}">
                  <a16:creationId xmlns:a16="http://schemas.microsoft.com/office/drawing/2014/main" id="{5A8F9E32-D4F1-4A99-A8A9-AF23AF230D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0" name="Freeform 36">
              <a:extLst>
                <a:ext uri="{FF2B5EF4-FFF2-40B4-BE49-F238E27FC236}">
                  <a16:creationId xmlns:a16="http://schemas.microsoft.com/office/drawing/2014/main" id="{E59B3509-399A-4BFF-8A71-884A75F12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1588" cap="flat">
              <a:solidFill>
                <a:srgbClr val="6D273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1" name="Oval 37">
              <a:extLst>
                <a:ext uri="{FF2B5EF4-FFF2-40B4-BE49-F238E27FC236}">
                  <a16:creationId xmlns:a16="http://schemas.microsoft.com/office/drawing/2014/main" id="{E2FF1E50-F345-4905-9E14-5A0F0CEC4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92" name="Oval 38">
              <a:extLst>
                <a:ext uri="{FF2B5EF4-FFF2-40B4-BE49-F238E27FC236}">
                  <a16:creationId xmlns:a16="http://schemas.microsoft.com/office/drawing/2014/main" id="{FB404DE6-EA42-4C54-8FB9-6F3BD8D25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93" name="Line 39">
              <a:extLst>
                <a:ext uri="{FF2B5EF4-FFF2-40B4-BE49-F238E27FC236}">
                  <a16:creationId xmlns:a16="http://schemas.microsoft.com/office/drawing/2014/main" id="{B499257D-0111-45F5-BB7A-8B0C7582FF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4" name="Freeform 40">
              <a:extLst>
                <a:ext uri="{FF2B5EF4-FFF2-40B4-BE49-F238E27FC236}">
                  <a16:creationId xmlns:a16="http://schemas.microsoft.com/office/drawing/2014/main" id="{94070875-E086-4C04-BD50-15127FF69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5" name="Oval 41">
              <a:extLst>
                <a:ext uri="{FF2B5EF4-FFF2-40B4-BE49-F238E27FC236}">
                  <a16:creationId xmlns:a16="http://schemas.microsoft.com/office/drawing/2014/main" id="{903DC94B-00F4-49A5-9586-7ACAC03A7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96" name="Oval 42">
              <a:extLst>
                <a:ext uri="{FF2B5EF4-FFF2-40B4-BE49-F238E27FC236}">
                  <a16:creationId xmlns:a16="http://schemas.microsoft.com/office/drawing/2014/main" id="{3F4CC53D-E022-4476-8DAF-80EB98AA7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97" name="Line 43">
              <a:extLst>
                <a:ext uri="{FF2B5EF4-FFF2-40B4-BE49-F238E27FC236}">
                  <a16:creationId xmlns:a16="http://schemas.microsoft.com/office/drawing/2014/main" id="{E5124F3B-989F-41EC-AE5C-14E0622E6A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8" name="Freeform 44">
              <a:extLst>
                <a:ext uri="{FF2B5EF4-FFF2-40B4-BE49-F238E27FC236}">
                  <a16:creationId xmlns:a16="http://schemas.microsoft.com/office/drawing/2014/main" id="{8887EA55-28EC-42E1-B099-10CBE4E0D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1588" cap="flat">
              <a:solidFill>
                <a:srgbClr val="6D273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9" name="Oval 45">
              <a:extLst>
                <a:ext uri="{FF2B5EF4-FFF2-40B4-BE49-F238E27FC236}">
                  <a16:creationId xmlns:a16="http://schemas.microsoft.com/office/drawing/2014/main" id="{AFFCD79B-8A72-4FCE-83B0-F7D17EEF9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00" name="Oval 46">
              <a:extLst>
                <a:ext uri="{FF2B5EF4-FFF2-40B4-BE49-F238E27FC236}">
                  <a16:creationId xmlns:a16="http://schemas.microsoft.com/office/drawing/2014/main" id="{075B2842-846D-442D-9378-9BD17797A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01" name="Line 47">
              <a:extLst>
                <a:ext uri="{FF2B5EF4-FFF2-40B4-BE49-F238E27FC236}">
                  <a16:creationId xmlns:a16="http://schemas.microsoft.com/office/drawing/2014/main" id="{9D0623AD-A828-43CB-925F-D2273EA0D8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2" name="Freeform 48">
              <a:extLst>
                <a:ext uri="{FF2B5EF4-FFF2-40B4-BE49-F238E27FC236}">
                  <a16:creationId xmlns:a16="http://schemas.microsoft.com/office/drawing/2014/main" id="{C3C80EDD-657E-49D2-9DFC-F3D796883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3" name="Oval 49">
              <a:extLst>
                <a:ext uri="{FF2B5EF4-FFF2-40B4-BE49-F238E27FC236}">
                  <a16:creationId xmlns:a16="http://schemas.microsoft.com/office/drawing/2014/main" id="{7E656BA1-C3EE-4E54-89B6-22E0347E4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04" name="Oval 50">
              <a:extLst>
                <a:ext uri="{FF2B5EF4-FFF2-40B4-BE49-F238E27FC236}">
                  <a16:creationId xmlns:a16="http://schemas.microsoft.com/office/drawing/2014/main" id="{2286A3BE-D973-4722-BAC9-FB2C7718A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05" name="Freeform 51">
              <a:extLst>
                <a:ext uri="{FF2B5EF4-FFF2-40B4-BE49-F238E27FC236}">
                  <a16:creationId xmlns:a16="http://schemas.microsoft.com/office/drawing/2014/main" id="{B1469A21-35F1-4A52-812E-9B7312380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003"/>
              <a:ext cx="165" cy="243"/>
            </a:xfrm>
            <a:custGeom>
              <a:avLst/>
              <a:gdLst>
                <a:gd name="T0" fmla="*/ 55 w 164"/>
                <a:gd name="T1" fmla="*/ 17 h 241"/>
                <a:gd name="T2" fmla="*/ 0 w 164"/>
                <a:gd name="T3" fmla="*/ 0 h 241"/>
                <a:gd name="T4" fmla="*/ 23 w 164"/>
                <a:gd name="T5" fmla="*/ 197 h 241"/>
                <a:gd name="T6" fmla="*/ 167 w 164"/>
                <a:gd name="T7" fmla="*/ 187 h 241"/>
                <a:gd name="T8" fmla="*/ 163 w 164"/>
                <a:gd name="T9" fmla="*/ 125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1">
                  <a:moveTo>
                    <a:pt x="55" y="17"/>
                  </a:moveTo>
                  <a:cubicBezTo>
                    <a:pt x="34" y="8"/>
                    <a:pt x="14" y="1"/>
                    <a:pt x="0" y="0"/>
                  </a:cubicBezTo>
                  <a:cubicBezTo>
                    <a:pt x="0" y="0"/>
                    <a:pt x="28" y="135"/>
                    <a:pt x="23" y="191"/>
                  </a:cubicBezTo>
                  <a:cubicBezTo>
                    <a:pt x="23" y="191"/>
                    <a:pt x="112" y="241"/>
                    <a:pt x="164" y="181"/>
                  </a:cubicBezTo>
                  <a:cubicBezTo>
                    <a:pt x="164" y="181"/>
                    <a:pt x="160" y="157"/>
                    <a:pt x="160" y="122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6" name="Freeform 52">
              <a:extLst>
                <a:ext uri="{FF2B5EF4-FFF2-40B4-BE49-F238E27FC236}">
                  <a16:creationId xmlns:a16="http://schemas.microsoft.com/office/drawing/2014/main" id="{3AA899AF-F425-49B4-99EB-18EFD76DE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1573"/>
              <a:ext cx="882" cy="704"/>
            </a:xfrm>
            <a:custGeom>
              <a:avLst/>
              <a:gdLst>
                <a:gd name="T0" fmla="*/ 585 w 874"/>
                <a:gd name="T1" fmla="*/ 0 h 699"/>
                <a:gd name="T2" fmla="*/ 745 w 874"/>
                <a:gd name="T3" fmla="*/ 246 h 699"/>
                <a:gd name="T4" fmla="*/ 745 w 874"/>
                <a:gd name="T5" fmla="*/ 637 h 699"/>
                <a:gd name="T6" fmla="*/ 533 w 874"/>
                <a:gd name="T7" fmla="*/ 689 h 699"/>
                <a:gd name="T8" fmla="*/ 0 w 874"/>
                <a:gd name="T9" fmla="*/ 445 h 6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4" h="699">
                  <a:moveTo>
                    <a:pt x="570" y="0"/>
                  </a:moveTo>
                  <a:cubicBezTo>
                    <a:pt x="606" y="22"/>
                    <a:pt x="697" y="91"/>
                    <a:pt x="724" y="240"/>
                  </a:cubicBezTo>
                  <a:cubicBezTo>
                    <a:pt x="758" y="427"/>
                    <a:pt x="874" y="529"/>
                    <a:pt x="724" y="624"/>
                  </a:cubicBezTo>
                  <a:cubicBezTo>
                    <a:pt x="622" y="688"/>
                    <a:pt x="620" y="699"/>
                    <a:pt x="518" y="674"/>
                  </a:cubicBezTo>
                  <a:cubicBezTo>
                    <a:pt x="436" y="654"/>
                    <a:pt x="85" y="614"/>
                    <a:pt x="0" y="436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7" name="Freeform 53">
              <a:extLst>
                <a:ext uri="{FF2B5EF4-FFF2-40B4-BE49-F238E27FC236}">
                  <a16:creationId xmlns:a16="http://schemas.microsoft.com/office/drawing/2014/main" id="{2A049EF0-5865-4443-ACBC-48412441D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588"/>
              <a:ext cx="277" cy="432"/>
            </a:xfrm>
            <a:custGeom>
              <a:avLst/>
              <a:gdLst>
                <a:gd name="T0" fmla="*/ 281 w 275"/>
                <a:gd name="T1" fmla="*/ 0 h 429"/>
                <a:gd name="T2" fmla="*/ 272 w 275"/>
                <a:gd name="T3" fmla="*/ 16 h 429"/>
                <a:gd name="T4" fmla="*/ 195 w 275"/>
                <a:gd name="T5" fmla="*/ 92 h 429"/>
                <a:gd name="T6" fmla="*/ 122 w 275"/>
                <a:gd name="T7" fmla="*/ 187 h 429"/>
                <a:gd name="T8" fmla="*/ 78 w 275"/>
                <a:gd name="T9" fmla="*/ 438 h 4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29">
                  <a:moveTo>
                    <a:pt x="275" y="0"/>
                  </a:moveTo>
                  <a:cubicBezTo>
                    <a:pt x="272" y="6"/>
                    <a:pt x="269" y="11"/>
                    <a:pt x="266" y="16"/>
                  </a:cubicBezTo>
                  <a:cubicBezTo>
                    <a:pt x="241" y="51"/>
                    <a:pt x="223" y="71"/>
                    <a:pt x="192" y="89"/>
                  </a:cubicBezTo>
                  <a:cubicBezTo>
                    <a:pt x="161" y="107"/>
                    <a:pt x="162" y="160"/>
                    <a:pt x="119" y="184"/>
                  </a:cubicBezTo>
                  <a:cubicBezTo>
                    <a:pt x="76" y="208"/>
                    <a:pt x="0" y="269"/>
                    <a:pt x="75" y="429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8" name="Freeform 54">
              <a:extLst>
                <a:ext uri="{FF2B5EF4-FFF2-40B4-BE49-F238E27FC236}">
                  <a16:creationId xmlns:a16="http://schemas.microsoft.com/office/drawing/2014/main" id="{750AD819-D1BD-4C3D-B122-F0B5A9500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398"/>
              <a:ext cx="404" cy="605"/>
            </a:xfrm>
            <a:custGeom>
              <a:avLst/>
              <a:gdLst>
                <a:gd name="T0" fmla="*/ 142 w 401"/>
                <a:gd name="T1" fmla="*/ 613 h 601"/>
                <a:gd name="T2" fmla="*/ 126 w 401"/>
                <a:gd name="T3" fmla="*/ 582 h 601"/>
                <a:gd name="T4" fmla="*/ 85 w 401"/>
                <a:gd name="T5" fmla="*/ 218 h 601"/>
                <a:gd name="T6" fmla="*/ 107 w 401"/>
                <a:gd name="T7" fmla="*/ 139 h 601"/>
                <a:gd name="T8" fmla="*/ 129 w 401"/>
                <a:gd name="T9" fmla="*/ 111 h 601"/>
                <a:gd name="T10" fmla="*/ 196 w 401"/>
                <a:gd name="T11" fmla="*/ 101 h 601"/>
                <a:gd name="T12" fmla="*/ 263 w 401"/>
                <a:gd name="T13" fmla="*/ 34 h 601"/>
                <a:gd name="T14" fmla="*/ 275 w 401"/>
                <a:gd name="T15" fmla="*/ 80 h 601"/>
                <a:gd name="T16" fmla="*/ 410 w 401"/>
                <a:gd name="T17" fmla="*/ 73 h 601"/>
                <a:gd name="T18" fmla="*/ 410 w 401"/>
                <a:gd name="T19" fmla="*/ 74 h 6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1" h="601">
                  <a:moveTo>
                    <a:pt x="139" y="601"/>
                  </a:moveTo>
                  <a:cubicBezTo>
                    <a:pt x="135" y="592"/>
                    <a:pt x="129" y="580"/>
                    <a:pt x="123" y="570"/>
                  </a:cubicBezTo>
                  <a:cubicBezTo>
                    <a:pt x="108" y="547"/>
                    <a:pt x="0" y="398"/>
                    <a:pt x="82" y="215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6"/>
                    <a:pt x="95" y="100"/>
                    <a:pt x="126" y="108"/>
                  </a:cubicBezTo>
                  <a:cubicBezTo>
                    <a:pt x="156" y="116"/>
                    <a:pt x="161" y="128"/>
                    <a:pt x="193" y="98"/>
                  </a:cubicBezTo>
                  <a:cubicBezTo>
                    <a:pt x="225" y="69"/>
                    <a:pt x="240" y="83"/>
                    <a:pt x="257" y="34"/>
                  </a:cubicBezTo>
                  <a:cubicBezTo>
                    <a:pt x="257" y="34"/>
                    <a:pt x="266" y="69"/>
                    <a:pt x="269" y="77"/>
                  </a:cubicBezTo>
                  <a:cubicBezTo>
                    <a:pt x="269" y="77"/>
                    <a:pt x="340" y="0"/>
                    <a:pt x="401" y="73"/>
                  </a:cubicBezTo>
                  <a:cubicBezTo>
                    <a:pt x="401" y="73"/>
                    <a:pt x="401" y="74"/>
                    <a:pt x="401" y="74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9" name="Freeform 55">
              <a:extLst>
                <a:ext uri="{FF2B5EF4-FFF2-40B4-BE49-F238E27FC236}">
                  <a16:creationId xmlns:a16="http://schemas.microsoft.com/office/drawing/2014/main" id="{E4454FEB-58CA-477B-9DDB-9922E70BC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337"/>
              <a:ext cx="222" cy="253"/>
            </a:xfrm>
            <a:custGeom>
              <a:avLst/>
              <a:gdLst>
                <a:gd name="T0" fmla="*/ 214 w 220"/>
                <a:gd name="T1" fmla="*/ 232 h 251"/>
                <a:gd name="T2" fmla="*/ 139 w 220"/>
                <a:gd name="T3" fmla="*/ 253 h 251"/>
                <a:gd name="T4" fmla="*/ 41 w 220"/>
                <a:gd name="T5" fmla="*/ 185 h 251"/>
                <a:gd name="T6" fmla="*/ 45 w 220"/>
                <a:gd name="T7" fmla="*/ 44 h 251"/>
                <a:gd name="T8" fmla="*/ 173 w 220"/>
                <a:gd name="T9" fmla="*/ 116 h 251"/>
                <a:gd name="T10" fmla="*/ 212 w 220"/>
                <a:gd name="T11" fmla="*/ 182 h 251"/>
                <a:gd name="T12" fmla="*/ 214 w 220"/>
                <a:gd name="T13" fmla="*/ 232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1">
                  <a:moveTo>
                    <a:pt x="208" y="226"/>
                  </a:moveTo>
                  <a:cubicBezTo>
                    <a:pt x="204" y="242"/>
                    <a:pt x="187" y="251"/>
                    <a:pt x="136" y="247"/>
                  </a:cubicBezTo>
                  <a:cubicBezTo>
                    <a:pt x="86" y="242"/>
                    <a:pt x="70" y="230"/>
                    <a:pt x="41" y="182"/>
                  </a:cubicBezTo>
                  <a:cubicBezTo>
                    <a:pt x="41" y="182"/>
                    <a:pt x="0" y="128"/>
                    <a:pt x="45" y="44"/>
                  </a:cubicBezTo>
                  <a:cubicBezTo>
                    <a:pt x="69" y="0"/>
                    <a:pt x="142" y="80"/>
                    <a:pt x="167" y="113"/>
                  </a:cubicBezTo>
                  <a:cubicBezTo>
                    <a:pt x="167" y="113"/>
                    <a:pt x="189" y="162"/>
                    <a:pt x="206" y="179"/>
                  </a:cubicBezTo>
                  <a:cubicBezTo>
                    <a:pt x="220" y="193"/>
                    <a:pt x="208" y="226"/>
                    <a:pt x="208" y="226"/>
                  </a:cubicBezTo>
                  <a:close/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0" name="Freeform 56">
              <a:extLst>
                <a:ext uri="{FF2B5EF4-FFF2-40B4-BE49-F238E27FC236}">
                  <a16:creationId xmlns:a16="http://schemas.microsoft.com/office/drawing/2014/main" id="{7B11D6E1-5510-457E-98BA-3B064F5B6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475"/>
              <a:ext cx="90" cy="126"/>
            </a:xfrm>
            <a:custGeom>
              <a:avLst/>
              <a:gdLst>
                <a:gd name="T0" fmla="*/ 92 w 89"/>
                <a:gd name="T1" fmla="*/ 0 h 125"/>
                <a:gd name="T2" fmla="*/ 81 w 89"/>
                <a:gd name="T3" fmla="*/ 18 h 125"/>
                <a:gd name="T4" fmla="*/ 69 w 89"/>
                <a:gd name="T5" fmla="*/ 42 h 125"/>
                <a:gd name="T6" fmla="*/ 35 w 89"/>
                <a:gd name="T7" fmla="*/ 78 h 125"/>
                <a:gd name="T8" fmla="*/ 27 w 89"/>
                <a:gd name="T9" fmla="*/ 100 h 125"/>
                <a:gd name="T10" fmla="*/ 11 w 89"/>
                <a:gd name="T11" fmla="*/ 105 h 125"/>
                <a:gd name="T12" fmla="*/ 2 w 89"/>
                <a:gd name="T13" fmla="*/ 128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25">
                  <a:moveTo>
                    <a:pt x="89" y="0"/>
                  </a:moveTo>
                  <a:cubicBezTo>
                    <a:pt x="88" y="5"/>
                    <a:pt x="80" y="13"/>
                    <a:pt x="78" y="18"/>
                  </a:cubicBezTo>
                  <a:cubicBezTo>
                    <a:pt x="75" y="27"/>
                    <a:pt x="74" y="36"/>
                    <a:pt x="66" y="42"/>
                  </a:cubicBezTo>
                  <a:cubicBezTo>
                    <a:pt x="53" y="51"/>
                    <a:pt x="33" y="55"/>
                    <a:pt x="35" y="75"/>
                  </a:cubicBezTo>
                  <a:cubicBezTo>
                    <a:pt x="35" y="86"/>
                    <a:pt x="38" y="90"/>
                    <a:pt x="27" y="97"/>
                  </a:cubicBezTo>
                  <a:cubicBezTo>
                    <a:pt x="22" y="100"/>
                    <a:pt x="16" y="99"/>
                    <a:pt x="11" y="102"/>
                  </a:cubicBezTo>
                  <a:cubicBezTo>
                    <a:pt x="3" y="106"/>
                    <a:pt x="0" y="117"/>
                    <a:pt x="2" y="125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1" name="Line 57">
              <a:extLst>
                <a:ext uri="{FF2B5EF4-FFF2-40B4-BE49-F238E27FC236}">
                  <a16:creationId xmlns:a16="http://schemas.microsoft.com/office/drawing/2014/main" id="{6130D27B-3733-4C9B-94CC-5B0E039058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8" y="1399"/>
              <a:ext cx="1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2" name="Freeform 58">
              <a:extLst>
                <a:ext uri="{FF2B5EF4-FFF2-40B4-BE49-F238E27FC236}">
                  <a16:creationId xmlns:a16="http://schemas.microsoft.com/office/drawing/2014/main" id="{4BE2CFBB-5BF4-4B7C-8D49-17ABF5FF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424"/>
              <a:ext cx="134" cy="77"/>
            </a:xfrm>
            <a:custGeom>
              <a:avLst/>
              <a:gdLst>
                <a:gd name="T0" fmla="*/ 0 w 133"/>
                <a:gd name="T1" fmla="*/ 79 h 76"/>
                <a:gd name="T2" fmla="*/ 29 w 133"/>
                <a:gd name="T3" fmla="*/ 43 h 76"/>
                <a:gd name="T4" fmla="*/ 136 w 133"/>
                <a:gd name="T5" fmla="*/ 55 h 76"/>
                <a:gd name="T6" fmla="*/ 73 w 133"/>
                <a:gd name="T7" fmla="*/ 29 h 76"/>
                <a:gd name="T8" fmla="*/ 31 w 133"/>
                <a:gd name="T9" fmla="*/ 48 h 76"/>
                <a:gd name="T10" fmla="*/ 0 w 133"/>
                <a:gd name="T11" fmla="*/ 79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76">
                  <a:moveTo>
                    <a:pt x="0" y="76"/>
                  </a:moveTo>
                  <a:cubicBezTo>
                    <a:pt x="0" y="76"/>
                    <a:pt x="5" y="52"/>
                    <a:pt x="29" y="40"/>
                  </a:cubicBezTo>
                  <a:cubicBezTo>
                    <a:pt x="52" y="28"/>
                    <a:pt x="87" y="0"/>
                    <a:pt x="133" y="52"/>
                  </a:cubicBezTo>
                  <a:cubicBezTo>
                    <a:pt x="133" y="52"/>
                    <a:pt x="99" y="19"/>
                    <a:pt x="70" y="29"/>
                  </a:cubicBezTo>
                  <a:cubicBezTo>
                    <a:pt x="41" y="38"/>
                    <a:pt x="41" y="36"/>
                    <a:pt x="31" y="45"/>
                  </a:cubicBezTo>
                  <a:cubicBezTo>
                    <a:pt x="20" y="53"/>
                    <a:pt x="12" y="50"/>
                    <a:pt x="0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3" name="Freeform 59">
              <a:extLst>
                <a:ext uri="{FF2B5EF4-FFF2-40B4-BE49-F238E27FC236}">
                  <a16:creationId xmlns:a16="http://schemas.microsoft.com/office/drawing/2014/main" id="{755714C2-F7BF-45E2-8A5A-AA362940C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507"/>
              <a:ext cx="149" cy="137"/>
            </a:xfrm>
            <a:custGeom>
              <a:avLst/>
              <a:gdLst>
                <a:gd name="T0" fmla="*/ 144 w 148"/>
                <a:gd name="T1" fmla="*/ 0 h 136"/>
                <a:gd name="T2" fmla="*/ 139 w 148"/>
                <a:gd name="T3" fmla="*/ 79 h 136"/>
                <a:gd name="T4" fmla="*/ 108 w 148"/>
                <a:gd name="T5" fmla="*/ 126 h 136"/>
                <a:gd name="T6" fmla="*/ 41 w 148"/>
                <a:gd name="T7" fmla="*/ 138 h 136"/>
                <a:gd name="T8" fmla="*/ 2 w 148"/>
                <a:gd name="T9" fmla="*/ 105 h 136"/>
                <a:gd name="T10" fmla="*/ 0 w 148"/>
                <a:gd name="T11" fmla="*/ 102 h 136"/>
                <a:gd name="T12" fmla="*/ 23 w 148"/>
                <a:gd name="T13" fmla="*/ 125 h 136"/>
                <a:gd name="T14" fmla="*/ 47 w 148"/>
                <a:gd name="T15" fmla="*/ 129 h 136"/>
                <a:gd name="T16" fmla="*/ 104 w 148"/>
                <a:gd name="T17" fmla="*/ 118 h 136"/>
                <a:gd name="T18" fmla="*/ 146 w 148"/>
                <a:gd name="T19" fmla="*/ 25 h 136"/>
                <a:gd name="T20" fmla="*/ 144 w 148"/>
                <a:gd name="T21" fmla="*/ 4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8" h="136">
                  <a:moveTo>
                    <a:pt x="141" y="0"/>
                  </a:moveTo>
                  <a:cubicBezTo>
                    <a:pt x="148" y="25"/>
                    <a:pt x="141" y="51"/>
                    <a:pt x="136" y="76"/>
                  </a:cubicBezTo>
                  <a:cubicBezTo>
                    <a:pt x="133" y="96"/>
                    <a:pt x="124" y="114"/>
                    <a:pt x="105" y="123"/>
                  </a:cubicBezTo>
                  <a:cubicBezTo>
                    <a:pt x="85" y="132"/>
                    <a:pt x="63" y="136"/>
                    <a:pt x="41" y="135"/>
                  </a:cubicBezTo>
                  <a:cubicBezTo>
                    <a:pt x="24" y="134"/>
                    <a:pt x="6" y="119"/>
                    <a:pt x="2" y="102"/>
                  </a:cubicBezTo>
                  <a:cubicBezTo>
                    <a:pt x="1" y="101"/>
                    <a:pt x="0" y="100"/>
                    <a:pt x="0" y="99"/>
                  </a:cubicBezTo>
                  <a:cubicBezTo>
                    <a:pt x="8" y="106"/>
                    <a:pt x="15" y="114"/>
                    <a:pt x="23" y="122"/>
                  </a:cubicBezTo>
                  <a:cubicBezTo>
                    <a:pt x="31" y="129"/>
                    <a:pt x="36" y="126"/>
                    <a:pt x="47" y="126"/>
                  </a:cubicBezTo>
                  <a:cubicBezTo>
                    <a:pt x="65" y="125"/>
                    <a:pt x="85" y="125"/>
                    <a:pt x="101" y="115"/>
                  </a:cubicBezTo>
                  <a:cubicBezTo>
                    <a:pt x="132" y="97"/>
                    <a:pt x="139" y="57"/>
                    <a:pt x="143" y="25"/>
                  </a:cubicBezTo>
                  <a:cubicBezTo>
                    <a:pt x="144" y="19"/>
                    <a:pt x="144" y="7"/>
                    <a:pt x="14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4" name="Freeform 60">
              <a:extLst>
                <a:ext uri="{FF2B5EF4-FFF2-40B4-BE49-F238E27FC236}">
                  <a16:creationId xmlns:a16="http://schemas.microsoft.com/office/drawing/2014/main" id="{CA39FB0F-04E6-4518-B6D3-41D3E0195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640"/>
              <a:ext cx="125" cy="114"/>
            </a:xfrm>
            <a:custGeom>
              <a:avLst/>
              <a:gdLst>
                <a:gd name="T0" fmla="*/ 59 w 124"/>
                <a:gd name="T1" fmla="*/ 0 h 114"/>
                <a:gd name="T2" fmla="*/ 103 w 124"/>
                <a:gd name="T3" fmla="*/ 52 h 114"/>
                <a:gd name="T4" fmla="*/ 109 w 124"/>
                <a:gd name="T5" fmla="*/ 101 h 114"/>
                <a:gd name="T6" fmla="*/ 50 w 124"/>
                <a:gd name="T7" fmla="*/ 112 h 114"/>
                <a:gd name="T8" fmla="*/ 0 w 124"/>
                <a:gd name="T9" fmla="*/ 89 h 114"/>
                <a:gd name="T10" fmla="*/ 49 w 124"/>
                <a:gd name="T11" fmla="*/ 104 h 114"/>
                <a:gd name="T12" fmla="*/ 103 w 124"/>
                <a:gd name="T13" fmla="*/ 97 h 114"/>
                <a:gd name="T14" fmla="*/ 90 w 124"/>
                <a:gd name="T15" fmla="*/ 49 h 114"/>
                <a:gd name="T16" fmla="*/ 61 w 124"/>
                <a:gd name="T17" fmla="*/ 5 h 114"/>
                <a:gd name="T18" fmla="*/ 66 w 124"/>
                <a:gd name="T19" fmla="*/ 9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114">
                  <a:moveTo>
                    <a:pt x="59" y="0"/>
                  </a:moveTo>
                  <a:cubicBezTo>
                    <a:pt x="86" y="6"/>
                    <a:pt x="88" y="31"/>
                    <a:pt x="100" y="52"/>
                  </a:cubicBezTo>
                  <a:cubicBezTo>
                    <a:pt x="109" y="65"/>
                    <a:pt x="124" y="90"/>
                    <a:pt x="106" y="101"/>
                  </a:cubicBezTo>
                  <a:cubicBezTo>
                    <a:pt x="95" y="108"/>
                    <a:pt x="63" y="111"/>
                    <a:pt x="50" y="112"/>
                  </a:cubicBezTo>
                  <a:cubicBezTo>
                    <a:pt x="34" y="114"/>
                    <a:pt x="4" y="106"/>
                    <a:pt x="0" y="89"/>
                  </a:cubicBezTo>
                  <a:cubicBezTo>
                    <a:pt x="17" y="100"/>
                    <a:pt x="28" y="109"/>
                    <a:pt x="49" y="104"/>
                  </a:cubicBezTo>
                  <a:cubicBezTo>
                    <a:pt x="60" y="102"/>
                    <a:pt x="92" y="104"/>
                    <a:pt x="100" y="97"/>
                  </a:cubicBezTo>
                  <a:cubicBezTo>
                    <a:pt x="114" y="87"/>
                    <a:pt x="91" y="60"/>
                    <a:pt x="87" y="49"/>
                  </a:cubicBezTo>
                  <a:cubicBezTo>
                    <a:pt x="80" y="27"/>
                    <a:pt x="79" y="20"/>
                    <a:pt x="61" y="5"/>
                  </a:cubicBezTo>
                  <a:cubicBezTo>
                    <a:pt x="60" y="7"/>
                    <a:pt x="62" y="7"/>
                    <a:pt x="6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5" name="Freeform 61">
              <a:extLst>
                <a:ext uri="{FF2B5EF4-FFF2-40B4-BE49-F238E27FC236}">
                  <a16:creationId xmlns:a16="http://schemas.microsoft.com/office/drawing/2014/main" id="{132F1631-2299-4489-811A-4F25098E8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779"/>
              <a:ext cx="59" cy="104"/>
            </a:xfrm>
            <a:custGeom>
              <a:avLst/>
              <a:gdLst>
                <a:gd name="T0" fmla="*/ 0 w 58"/>
                <a:gd name="T1" fmla="*/ 12 h 104"/>
                <a:gd name="T2" fmla="*/ 53 w 58"/>
                <a:gd name="T3" fmla="*/ 41 h 104"/>
                <a:gd name="T4" fmla="*/ 56 w 58"/>
                <a:gd name="T5" fmla="*/ 104 h 104"/>
                <a:gd name="T6" fmla="*/ 28 w 58"/>
                <a:gd name="T7" fmla="*/ 20 h 104"/>
                <a:gd name="T8" fmla="*/ 3 w 58"/>
                <a:gd name="T9" fmla="*/ 1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04">
                  <a:moveTo>
                    <a:pt x="0" y="12"/>
                  </a:moveTo>
                  <a:cubicBezTo>
                    <a:pt x="19" y="0"/>
                    <a:pt x="42" y="25"/>
                    <a:pt x="50" y="41"/>
                  </a:cubicBezTo>
                  <a:cubicBezTo>
                    <a:pt x="56" y="54"/>
                    <a:pt x="58" y="90"/>
                    <a:pt x="53" y="104"/>
                  </a:cubicBezTo>
                  <a:cubicBezTo>
                    <a:pt x="52" y="71"/>
                    <a:pt x="45" y="45"/>
                    <a:pt x="28" y="20"/>
                  </a:cubicBezTo>
                  <a:cubicBezTo>
                    <a:pt x="20" y="17"/>
                    <a:pt x="11" y="9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6" name="Freeform 62">
              <a:extLst>
                <a:ext uri="{FF2B5EF4-FFF2-40B4-BE49-F238E27FC236}">
                  <a16:creationId xmlns:a16="http://schemas.microsoft.com/office/drawing/2014/main" id="{9201281E-E77F-46B4-B790-544C42C01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048"/>
              <a:ext cx="83" cy="148"/>
            </a:xfrm>
            <a:custGeom>
              <a:avLst/>
              <a:gdLst>
                <a:gd name="T0" fmla="*/ 67 w 83"/>
                <a:gd name="T1" fmla="*/ 150 h 147"/>
                <a:gd name="T2" fmla="*/ 0 w 83"/>
                <a:gd name="T3" fmla="*/ 0 h 147"/>
                <a:gd name="T4" fmla="*/ 67 w 83"/>
                <a:gd name="T5" fmla="*/ 15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47">
                  <a:moveTo>
                    <a:pt x="67" y="147"/>
                  </a:moveTo>
                  <a:cubicBezTo>
                    <a:pt x="67" y="147"/>
                    <a:pt x="83" y="71"/>
                    <a:pt x="0" y="0"/>
                  </a:cubicBezTo>
                  <a:cubicBezTo>
                    <a:pt x="0" y="0"/>
                    <a:pt x="66" y="63"/>
                    <a:pt x="67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7" name="Freeform 63">
              <a:extLst>
                <a:ext uri="{FF2B5EF4-FFF2-40B4-BE49-F238E27FC236}">
                  <a16:creationId xmlns:a16="http://schemas.microsoft.com/office/drawing/2014/main" id="{E83020F6-281A-4850-BE79-BE852D34C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0"/>
              <a:ext cx="290" cy="226"/>
            </a:xfrm>
            <a:custGeom>
              <a:avLst/>
              <a:gdLst>
                <a:gd name="T0" fmla="*/ 0 w 288"/>
                <a:gd name="T1" fmla="*/ 0 h 224"/>
                <a:gd name="T2" fmla="*/ 148 w 288"/>
                <a:gd name="T3" fmla="*/ 29 h 224"/>
                <a:gd name="T4" fmla="*/ 294 w 288"/>
                <a:gd name="T5" fmla="*/ 230 h 224"/>
                <a:gd name="T6" fmla="*/ 151 w 288"/>
                <a:gd name="T7" fmla="*/ 39 h 224"/>
                <a:gd name="T8" fmla="*/ 0 w 288"/>
                <a:gd name="T9" fmla="*/ 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224">
                  <a:moveTo>
                    <a:pt x="0" y="0"/>
                  </a:moveTo>
                  <a:cubicBezTo>
                    <a:pt x="0" y="0"/>
                    <a:pt x="54" y="58"/>
                    <a:pt x="145" y="29"/>
                  </a:cubicBezTo>
                  <a:cubicBezTo>
                    <a:pt x="145" y="29"/>
                    <a:pt x="251" y="76"/>
                    <a:pt x="288" y="224"/>
                  </a:cubicBezTo>
                  <a:cubicBezTo>
                    <a:pt x="288" y="224"/>
                    <a:pt x="261" y="107"/>
                    <a:pt x="148" y="39"/>
                  </a:cubicBezTo>
                  <a:cubicBezTo>
                    <a:pt x="148" y="39"/>
                    <a:pt x="46" y="6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8" name="Freeform 64">
              <a:extLst>
                <a:ext uri="{FF2B5EF4-FFF2-40B4-BE49-F238E27FC236}">
                  <a16:creationId xmlns:a16="http://schemas.microsoft.com/office/drawing/2014/main" id="{B2B29E65-97A3-4CB8-9A18-B3F678B17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373"/>
              <a:ext cx="67" cy="128"/>
            </a:xfrm>
            <a:custGeom>
              <a:avLst/>
              <a:gdLst>
                <a:gd name="T0" fmla="*/ 67 w 67"/>
                <a:gd name="T1" fmla="*/ 10 h 127"/>
                <a:gd name="T2" fmla="*/ 40 w 67"/>
                <a:gd name="T3" fmla="*/ 3 h 127"/>
                <a:gd name="T4" fmla="*/ 21 w 67"/>
                <a:gd name="T5" fmla="*/ 31 h 127"/>
                <a:gd name="T6" fmla="*/ 26 w 67"/>
                <a:gd name="T7" fmla="*/ 130 h 127"/>
                <a:gd name="T8" fmla="*/ 15 w 67"/>
                <a:gd name="T9" fmla="*/ 100 h 127"/>
                <a:gd name="T10" fmla="*/ 13 w 67"/>
                <a:gd name="T11" fmla="*/ 78 h 127"/>
                <a:gd name="T12" fmla="*/ 23 w 67"/>
                <a:gd name="T13" fmla="*/ 38 h 127"/>
                <a:gd name="T14" fmla="*/ 41 w 67"/>
                <a:gd name="T15" fmla="*/ 11 h 127"/>
                <a:gd name="T16" fmla="*/ 52 w 67"/>
                <a:gd name="T17" fmla="*/ 6 h 127"/>
                <a:gd name="T18" fmla="*/ 64 w 67"/>
                <a:gd name="T19" fmla="*/ 11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27">
                  <a:moveTo>
                    <a:pt x="67" y="10"/>
                  </a:moveTo>
                  <a:cubicBezTo>
                    <a:pt x="61" y="3"/>
                    <a:pt x="49" y="0"/>
                    <a:pt x="40" y="3"/>
                  </a:cubicBezTo>
                  <a:cubicBezTo>
                    <a:pt x="32" y="5"/>
                    <a:pt x="25" y="22"/>
                    <a:pt x="21" y="31"/>
                  </a:cubicBezTo>
                  <a:cubicBezTo>
                    <a:pt x="9" y="58"/>
                    <a:pt x="0" y="104"/>
                    <a:pt x="26" y="127"/>
                  </a:cubicBezTo>
                  <a:cubicBezTo>
                    <a:pt x="19" y="120"/>
                    <a:pt x="17" y="106"/>
                    <a:pt x="15" y="97"/>
                  </a:cubicBezTo>
                  <a:cubicBezTo>
                    <a:pt x="14" y="90"/>
                    <a:pt x="13" y="82"/>
                    <a:pt x="13" y="75"/>
                  </a:cubicBezTo>
                  <a:cubicBezTo>
                    <a:pt x="14" y="63"/>
                    <a:pt x="18" y="49"/>
                    <a:pt x="23" y="38"/>
                  </a:cubicBezTo>
                  <a:cubicBezTo>
                    <a:pt x="28" y="28"/>
                    <a:pt x="33" y="18"/>
                    <a:pt x="41" y="11"/>
                  </a:cubicBezTo>
                  <a:cubicBezTo>
                    <a:pt x="44" y="8"/>
                    <a:pt x="47" y="6"/>
                    <a:pt x="52" y="6"/>
                  </a:cubicBezTo>
                  <a:cubicBezTo>
                    <a:pt x="58" y="5"/>
                    <a:pt x="60" y="9"/>
                    <a:pt x="6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9" name="Freeform 65">
              <a:extLst>
                <a:ext uri="{FF2B5EF4-FFF2-40B4-BE49-F238E27FC236}">
                  <a16:creationId xmlns:a16="http://schemas.microsoft.com/office/drawing/2014/main" id="{345E49B9-48DE-4BE8-BAB9-423428FBA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482"/>
              <a:ext cx="79" cy="72"/>
            </a:xfrm>
            <a:custGeom>
              <a:avLst/>
              <a:gdLst>
                <a:gd name="T0" fmla="*/ 52 w 78"/>
                <a:gd name="T1" fmla="*/ 0 h 72"/>
                <a:gd name="T2" fmla="*/ 62 w 78"/>
                <a:gd name="T3" fmla="*/ 62 h 72"/>
                <a:gd name="T4" fmla="*/ 0 w 78"/>
                <a:gd name="T5" fmla="*/ 54 h 72"/>
                <a:gd name="T6" fmla="*/ 30 w 78"/>
                <a:gd name="T7" fmla="*/ 58 h 72"/>
                <a:gd name="T8" fmla="*/ 58 w 78"/>
                <a:gd name="T9" fmla="*/ 58 h 72"/>
                <a:gd name="T10" fmla="*/ 53 w 78"/>
                <a:gd name="T11" fmla="*/ 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72">
                  <a:moveTo>
                    <a:pt x="49" y="0"/>
                  </a:moveTo>
                  <a:cubicBezTo>
                    <a:pt x="53" y="14"/>
                    <a:pt x="78" y="49"/>
                    <a:pt x="59" y="62"/>
                  </a:cubicBezTo>
                  <a:cubicBezTo>
                    <a:pt x="44" y="72"/>
                    <a:pt x="13" y="62"/>
                    <a:pt x="0" y="54"/>
                  </a:cubicBezTo>
                  <a:cubicBezTo>
                    <a:pt x="10" y="55"/>
                    <a:pt x="20" y="57"/>
                    <a:pt x="30" y="58"/>
                  </a:cubicBezTo>
                  <a:cubicBezTo>
                    <a:pt x="37" y="58"/>
                    <a:pt x="48" y="62"/>
                    <a:pt x="55" y="58"/>
                  </a:cubicBezTo>
                  <a:cubicBezTo>
                    <a:pt x="68" y="50"/>
                    <a:pt x="54" y="12"/>
                    <a:pt x="5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0" name="Freeform 66">
              <a:extLst>
                <a:ext uri="{FF2B5EF4-FFF2-40B4-BE49-F238E27FC236}">
                  <a16:creationId xmlns:a16="http://schemas.microsoft.com/office/drawing/2014/main" id="{28D7EDCB-BF5F-44DA-BCE0-8A9150D7D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277"/>
              <a:ext cx="231" cy="24"/>
            </a:xfrm>
            <a:custGeom>
              <a:avLst/>
              <a:gdLst>
                <a:gd name="T0" fmla="*/ 2 w 229"/>
                <a:gd name="T1" fmla="*/ 20 h 24"/>
                <a:gd name="T2" fmla="*/ 14 w 229"/>
                <a:gd name="T3" fmla="*/ 4 h 24"/>
                <a:gd name="T4" fmla="*/ 38 w 229"/>
                <a:gd name="T5" fmla="*/ 1 h 24"/>
                <a:gd name="T6" fmla="*/ 91 w 229"/>
                <a:gd name="T7" fmla="*/ 4 h 24"/>
                <a:gd name="T8" fmla="*/ 156 w 229"/>
                <a:gd name="T9" fmla="*/ 2 h 24"/>
                <a:gd name="T10" fmla="*/ 235 w 229"/>
                <a:gd name="T11" fmla="*/ 24 h 24"/>
                <a:gd name="T12" fmla="*/ 186 w 229"/>
                <a:gd name="T13" fmla="*/ 11 h 24"/>
                <a:gd name="T14" fmla="*/ 117 w 229"/>
                <a:gd name="T15" fmla="*/ 8 h 24"/>
                <a:gd name="T16" fmla="*/ 70 w 229"/>
                <a:gd name="T17" fmla="*/ 10 h 24"/>
                <a:gd name="T18" fmla="*/ 18 w 229"/>
                <a:gd name="T19" fmla="*/ 9 h 24"/>
                <a:gd name="T20" fmla="*/ 4 w 229"/>
                <a:gd name="T21" fmla="*/ 17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9" h="24">
                  <a:moveTo>
                    <a:pt x="2" y="20"/>
                  </a:moveTo>
                  <a:cubicBezTo>
                    <a:pt x="0" y="16"/>
                    <a:pt x="8" y="6"/>
                    <a:pt x="14" y="4"/>
                  </a:cubicBezTo>
                  <a:cubicBezTo>
                    <a:pt x="20" y="1"/>
                    <a:pt x="31" y="1"/>
                    <a:pt x="38" y="1"/>
                  </a:cubicBezTo>
                  <a:cubicBezTo>
                    <a:pt x="55" y="0"/>
                    <a:pt x="71" y="2"/>
                    <a:pt x="88" y="4"/>
                  </a:cubicBezTo>
                  <a:cubicBezTo>
                    <a:pt x="110" y="6"/>
                    <a:pt x="131" y="0"/>
                    <a:pt x="153" y="2"/>
                  </a:cubicBezTo>
                  <a:cubicBezTo>
                    <a:pt x="180" y="3"/>
                    <a:pt x="208" y="13"/>
                    <a:pt x="229" y="24"/>
                  </a:cubicBezTo>
                  <a:cubicBezTo>
                    <a:pt x="216" y="18"/>
                    <a:pt x="195" y="15"/>
                    <a:pt x="180" y="11"/>
                  </a:cubicBezTo>
                  <a:cubicBezTo>
                    <a:pt x="159" y="6"/>
                    <a:pt x="136" y="8"/>
                    <a:pt x="114" y="8"/>
                  </a:cubicBezTo>
                  <a:cubicBezTo>
                    <a:pt x="98" y="8"/>
                    <a:pt x="83" y="12"/>
                    <a:pt x="67" y="10"/>
                  </a:cubicBezTo>
                  <a:cubicBezTo>
                    <a:pt x="52" y="8"/>
                    <a:pt x="32" y="3"/>
                    <a:pt x="18" y="9"/>
                  </a:cubicBezTo>
                  <a:cubicBezTo>
                    <a:pt x="13" y="10"/>
                    <a:pt x="6" y="15"/>
                    <a:pt x="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1" name="Freeform 67">
              <a:extLst>
                <a:ext uri="{FF2B5EF4-FFF2-40B4-BE49-F238E27FC236}">
                  <a16:creationId xmlns:a16="http://schemas.microsoft.com/office/drawing/2014/main" id="{6837E1B5-76E0-47BB-BCA1-714FB1876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356"/>
              <a:ext cx="29" cy="103"/>
            </a:xfrm>
            <a:custGeom>
              <a:avLst/>
              <a:gdLst>
                <a:gd name="T0" fmla="*/ 19 w 29"/>
                <a:gd name="T1" fmla="*/ 0 h 103"/>
                <a:gd name="T2" fmla="*/ 19 w 29"/>
                <a:gd name="T3" fmla="*/ 49 h 103"/>
                <a:gd name="T4" fmla="*/ 0 w 29"/>
                <a:gd name="T5" fmla="*/ 103 h 103"/>
                <a:gd name="T6" fmla="*/ 26 w 29"/>
                <a:gd name="T7" fmla="*/ 47 h 103"/>
                <a:gd name="T8" fmla="*/ 28 w 29"/>
                <a:gd name="T9" fmla="*/ 24 h 103"/>
                <a:gd name="T10" fmla="*/ 20 w 29"/>
                <a:gd name="T11" fmla="*/ 4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03">
                  <a:moveTo>
                    <a:pt x="19" y="0"/>
                  </a:moveTo>
                  <a:cubicBezTo>
                    <a:pt x="18" y="17"/>
                    <a:pt x="24" y="32"/>
                    <a:pt x="19" y="49"/>
                  </a:cubicBezTo>
                  <a:cubicBezTo>
                    <a:pt x="15" y="67"/>
                    <a:pt x="0" y="84"/>
                    <a:pt x="0" y="103"/>
                  </a:cubicBezTo>
                  <a:cubicBezTo>
                    <a:pt x="4" y="82"/>
                    <a:pt x="23" y="69"/>
                    <a:pt x="26" y="47"/>
                  </a:cubicBezTo>
                  <a:cubicBezTo>
                    <a:pt x="27" y="40"/>
                    <a:pt x="29" y="31"/>
                    <a:pt x="28" y="24"/>
                  </a:cubicBezTo>
                  <a:cubicBezTo>
                    <a:pt x="27" y="16"/>
                    <a:pt x="21" y="12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2" name="Freeform 68">
              <a:extLst>
                <a:ext uri="{FF2B5EF4-FFF2-40B4-BE49-F238E27FC236}">
                  <a16:creationId xmlns:a16="http://schemas.microsoft.com/office/drawing/2014/main" id="{AC0291B9-13AF-4FF4-96B6-2571835D7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244"/>
              <a:ext cx="410" cy="428"/>
            </a:xfrm>
            <a:custGeom>
              <a:avLst/>
              <a:gdLst>
                <a:gd name="T0" fmla="*/ 347 w 407"/>
                <a:gd name="T1" fmla="*/ 212 h 425"/>
                <a:gd name="T2" fmla="*/ 413 w 407"/>
                <a:gd name="T3" fmla="*/ 126 h 425"/>
                <a:gd name="T4" fmla="*/ 152 w 407"/>
                <a:gd name="T5" fmla="*/ 30 h 425"/>
                <a:gd name="T6" fmla="*/ 84 w 407"/>
                <a:gd name="T7" fmla="*/ 27 h 425"/>
                <a:gd name="T8" fmla="*/ 45 w 407"/>
                <a:gd name="T9" fmla="*/ 82 h 425"/>
                <a:gd name="T10" fmla="*/ 33 w 407"/>
                <a:gd name="T11" fmla="*/ 190 h 425"/>
                <a:gd name="T12" fmla="*/ 7 w 407"/>
                <a:gd name="T13" fmla="*/ 368 h 425"/>
                <a:gd name="T14" fmla="*/ 169 w 407"/>
                <a:gd name="T15" fmla="*/ 353 h 425"/>
                <a:gd name="T16" fmla="*/ 234 w 407"/>
                <a:gd name="T17" fmla="*/ 306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25">
                  <a:moveTo>
                    <a:pt x="339" y="209"/>
                  </a:moveTo>
                  <a:cubicBezTo>
                    <a:pt x="356" y="204"/>
                    <a:pt x="407" y="185"/>
                    <a:pt x="404" y="123"/>
                  </a:cubicBezTo>
                  <a:cubicBezTo>
                    <a:pt x="404" y="123"/>
                    <a:pt x="295" y="0"/>
                    <a:pt x="149" y="30"/>
                  </a:cubicBezTo>
                  <a:cubicBezTo>
                    <a:pt x="135" y="32"/>
                    <a:pt x="102" y="23"/>
                    <a:pt x="81" y="27"/>
                  </a:cubicBezTo>
                  <a:cubicBezTo>
                    <a:pt x="81" y="27"/>
                    <a:pt x="53" y="30"/>
                    <a:pt x="45" y="79"/>
                  </a:cubicBezTo>
                  <a:cubicBezTo>
                    <a:pt x="36" y="135"/>
                    <a:pt x="68" y="131"/>
                    <a:pt x="33" y="187"/>
                  </a:cubicBezTo>
                  <a:cubicBezTo>
                    <a:pt x="0" y="239"/>
                    <a:pt x="14" y="320"/>
                    <a:pt x="7" y="359"/>
                  </a:cubicBezTo>
                  <a:cubicBezTo>
                    <a:pt x="3" y="383"/>
                    <a:pt x="92" y="425"/>
                    <a:pt x="166" y="347"/>
                  </a:cubicBezTo>
                  <a:cubicBezTo>
                    <a:pt x="190" y="321"/>
                    <a:pt x="200" y="293"/>
                    <a:pt x="228" y="300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3" name="Freeform 69">
              <a:extLst>
                <a:ext uri="{FF2B5EF4-FFF2-40B4-BE49-F238E27FC236}">
                  <a16:creationId xmlns:a16="http://schemas.microsoft.com/office/drawing/2014/main" id="{32AF85FD-5A0F-47B4-B7FB-47D8A793A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795"/>
              <a:ext cx="83" cy="178"/>
            </a:xfrm>
            <a:custGeom>
              <a:avLst/>
              <a:gdLst>
                <a:gd name="T0" fmla="*/ 85 w 82"/>
                <a:gd name="T1" fmla="*/ 0 h 177"/>
                <a:gd name="T2" fmla="*/ 44 w 82"/>
                <a:gd name="T3" fmla="*/ 180 h 177"/>
                <a:gd name="T4" fmla="*/ 85 w 82"/>
                <a:gd name="T5" fmla="*/ 0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77">
                  <a:moveTo>
                    <a:pt x="82" y="0"/>
                  </a:moveTo>
                  <a:cubicBezTo>
                    <a:pt x="82" y="0"/>
                    <a:pt x="0" y="39"/>
                    <a:pt x="41" y="177"/>
                  </a:cubicBezTo>
                  <a:cubicBezTo>
                    <a:pt x="41" y="177"/>
                    <a:pt x="5" y="59"/>
                    <a:pt x="8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4" name="Freeform 70">
              <a:extLst>
                <a:ext uri="{FF2B5EF4-FFF2-40B4-BE49-F238E27FC236}">
                  <a16:creationId xmlns:a16="http://schemas.microsoft.com/office/drawing/2014/main" id="{1AE74AFA-387B-4EEB-8E3D-2B7EC2126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625"/>
              <a:ext cx="97" cy="105"/>
            </a:xfrm>
            <a:custGeom>
              <a:avLst/>
              <a:gdLst>
                <a:gd name="T0" fmla="*/ 99 w 96"/>
                <a:gd name="T1" fmla="*/ 0 h 105"/>
                <a:gd name="T2" fmla="*/ 44 w 96"/>
                <a:gd name="T3" fmla="*/ 50 h 105"/>
                <a:gd name="T4" fmla="*/ 18 w 96"/>
                <a:gd name="T5" fmla="*/ 71 h 105"/>
                <a:gd name="T6" fmla="*/ 0 w 96"/>
                <a:gd name="T7" fmla="*/ 105 h 105"/>
                <a:gd name="T8" fmla="*/ 25 w 96"/>
                <a:gd name="T9" fmla="*/ 71 h 105"/>
                <a:gd name="T10" fmla="*/ 55 w 96"/>
                <a:gd name="T11" fmla="*/ 49 h 105"/>
                <a:gd name="T12" fmla="*/ 97 w 96"/>
                <a:gd name="T13" fmla="*/ 5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05">
                  <a:moveTo>
                    <a:pt x="96" y="0"/>
                  </a:moveTo>
                  <a:cubicBezTo>
                    <a:pt x="79" y="17"/>
                    <a:pt x="64" y="35"/>
                    <a:pt x="44" y="50"/>
                  </a:cubicBezTo>
                  <a:cubicBezTo>
                    <a:pt x="35" y="57"/>
                    <a:pt x="25" y="61"/>
                    <a:pt x="18" y="71"/>
                  </a:cubicBezTo>
                  <a:cubicBezTo>
                    <a:pt x="10" y="80"/>
                    <a:pt x="3" y="93"/>
                    <a:pt x="0" y="105"/>
                  </a:cubicBezTo>
                  <a:cubicBezTo>
                    <a:pt x="8" y="94"/>
                    <a:pt x="16" y="81"/>
                    <a:pt x="25" y="71"/>
                  </a:cubicBezTo>
                  <a:cubicBezTo>
                    <a:pt x="33" y="62"/>
                    <a:pt x="43" y="57"/>
                    <a:pt x="52" y="49"/>
                  </a:cubicBezTo>
                  <a:cubicBezTo>
                    <a:pt x="67" y="36"/>
                    <a:pt x="84" y="21"/>
                    <a:pt x="94" y="5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5" name="Freeform 71">
              <a:extLst>
                <a:ext uri="{FF2B5EF4-FFF2-40B4-BE49-F238E27FC236}">
                  <a16:creationId xmlns:a16="http://schemas.microsoft.com/office/drawing/2014/main" id="{E73D967F-3A7B-4319-8DFD-34781B244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513"/>
              <a:ext cx="82" cy="58"/>
            </a:xfrm>
            <a:custGeom>
              <a:avLst/>
              <a:gdLst>
                <a:gd name="T0" fmla="*/ 84 w 81"/>
                <a:gd name="T1" fmla="*/ 1 h 58"/>
                <a:gd name="T2" fmla="*/ 68 w 81"/>
                <a:gd name="T3" fmla="*/ 10 h 58"/>
                <a:gd name="T4" fmla="*/ 51 w 81"/>
                <a:gd name="T5" fmla="*/ 9 h 58"/>
                <a:gd name="T6" fmla="*/ 17 w 81"/>
                <a:gd name="T7" fmla="*/ 0 h 58"/>
                <a:gd name="T8" fmla="*/ 13 w 81"/>
                <a:gd name="T9" fmla="*/ 24 h 58"/>
                <a:gd name="T10" fmla="*/ 5 w 81"/>
                <a:gd name="T11" fmla="*/ 58 h 58"/>
                <a:gd name="T12" fmla="*/ 18 w 81"/>
                <a:gd name="T13" fmla="*/ 25 h 58"/>
                <a:gd name="T14" fmla="*/ 26 w 81"/>
                <a:gd name="T15" fmla="*/ 8 h 58"/>
                <a:gd name="T16" fmla="*/ 82 w 81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58">
                  <a:moveTo>
                    <a:pt x="81" y="1"/>
                  </a:moveTo>
                  <a:cubicBezTo>
                    <a:pt x="75" y="3"/>
                    <a:pt x="71" y="9"/>
                    <a:pt x="65" y="10"/>
                  </a:cubicBezTo>
                  <a:cubicBezTo>
                    <a:pt x="59" y="11"/>
                    <a:pt x="53" y="10"/>
                    <a:pt x="48" y="9"/>
                  </a:cubicBezTo>
                  <a:cubicBezTo>
                    <a:pt x="38" y="7"/>
                    <a:pt x="27" y="0"/>
                    <a:pt x="17" y="0"/>
                  </a:cubicBezTo>
                  <a:cubicBezTo>
                    <a:pt x="0" y="0"/>
                    <a:pt x="10" y="15"/>
                    <a:pt x="13" y="24"/>
                  </a:cubicBezTo>
                  <a:cubicBezTo>
                    <a:pt x="18" y="37"/>
                    <a:pt x="10" y="47"/>
                    <a:pt x="5" y="58"/>
                  </a:cubicBezTo>
                  <a:cubicBezTo>
                    <a:pt x="13" y="51"/>
                    <a:pt x="20" y="36"/>
                    <a:pt x="18" y="25"/>
                  </a:cubicBezTo>
                  <a:cubicBezTo>
                    <a:pt x="17" y="15"/>
                    <a:pt x="9" y="4"/>
                    <a:pt x="26" y="8"/>
                  </a:cubicBezTo>
                  <a:cubicBezTo>
                    <a:pt x="39" y="11"/>
                    <a:pt x="73" y="20"/>
                    <a:pt x="79" y="0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6" name="Freeform 72">
              <a:extLst>
                <a:ext uri="{FF2B5EF4-FFF2-40B4-BE49-F238E27FC236}">
                  <a16:creationId xmlns:a16="http://schemas.microsoft.com/office/drawing/2014/main" id="{3361094C-E75E-4E00-864B-D47CC2BF3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1295"/>
              <a:ext cx="141" cy="27"/>
            </a:xfrm>
            <a:custGeom>
              <a:avLst/>
              <a:gdLst>
                <a:gd name="T0" fmla="*/ 0 w 140"/>
                <a:gd name="T1" fmla="*/ 0 h 27"/>
                <a:gd name="T2" fmla="*/ 143 w 140"/>
                <a:gd name="T3" fmla="*/ 1 h 27"/>
                <a:gd name="T4" fmla="*/ 0 w 14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27">
                  <a:moveTo>
                    <a:pt x="0" y="0"/>
                  </a:moveTo>
                  <a:cubicBezTo>
                    <a:pt x="0" y="0"/>
                    <a:pt x="77" y="22"/>
                    <a:pt x="140" y="1"/>
                  </a:cubicBezTo>
                  <a:cubicBezTo>
                    <a:pt x="140" y="1"/>
                    <a:pt x="82" y="27"/>
                    <a:pt x="0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7" name="Freeform 73">
              <a:extLst>
                <a:ext uri="{FF2B5EF4-FFF2-40B4-BE49-F238E27FC236}">
                  <a16:creationId xmlns:a16="http://schemas.microsoft.com/office/drawing/2014/main" id="{E39802A3-E360-4137-9320-E1E0CF383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46"/>
              <a:ext cx="286" cy="299"/>
            </a:xfrm>
            <a:custGeom>
              <a:avLst/>
              <a:gdLst>
                <a:gd name="T0" fmla="*/ 0 w 284"/>
                <a:gd name="T1" fmla="*/ 0 h 297"/>
                <a:gd name="T2" fmla="*/ 92 w 284"/>
                <a:gd name="T3" fmla="*/ 36 h 297"/>
                <a:gd name="T4" fmla="*/ 206 w 284"/>
                <a:gd name="T5" fmla="*/ 139 h 297"/>
                <a:gd name="T6" fmla="*/ 290 w 284"/>
                <a:gd name="T7" fmla="*/ 303 h 297"/>
                <a:gd name="T8" fmla="*/ 246 w 284"/>
                <a:gd name="T9" fmla="*/ 218 h 297"/>
                <a:gd name="T10" fmla="*/ 201 w 284"/>
                <a:gd name="T11" fmla="*/ 135 h 297"/>
                <a:gd name="T12" fmla="*/ 47 w 284"/>
                <a:gd name="T13" fmla="*/ 25 h 297"/>
                <a:gd name="T14" fmla="*/ 13 w 284"/>
                <a:gd name="T15" fmla="*/ 6 h 2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4" h="297">
                  <a:moveTo>
                    <a:pt x="0" y="0"/>
                  </a:moveTo>
                  <a:cubicBezTo>
                    <a:pt x="13" y="21"/>
                    <a:pt x="67" y="26"/>
                    <a:pt x="89" y="36"/>
                  </a:cubicBezTo>
                  <a:cubicBezTo>
                    <a:pt x="136" y="57"/>
                    <a:pt x="174" y="95"/>
                    <a:pt x="203" y="136"/>
                  </a:cubicBezTo>
                  <a:cubicBezTo>
                    <a:pt x="238" y="186"/>
                    <a:pt x="257" y="244"/>
                    <a:pt x="284" y="297"/>
                  </a:cubicBezTo>
                  <a:cubicBezTo>
                    <a:pt x="263" y="284"/>
                    <a:pt x="249" y="238"/>
                    <a:pt x="240" y="215"/>
                  </a:cubicBezTo>
                  <a:cubicBezTo>
                    <a:pt x="228" y="187"/>
                    <a:pt x="216" y="157"/>
                    <a:pt x="198" y="132"/>
                  </a:cubicBezTo>
                  <a:cubicBezTo>
                    <a:pt x="161" y="85"/>
                    <a:pt x="99" y="54"/>
                    <a:pt x="47" y="25"/>
                  </a:cubicBezTo>
                  <a:cubicBezTo>
                    <a:pt x="39" y="21"/>
                    <a:pt x="16" y="3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8" name="Oval 74">
              <a:extLst>
                <a:ext uri="{FF2B5EF4-FFF2-40B4-BE49-F238E27FC236}">
                  <a16:creationId xmlns:a16="http://schemas.microsoft.com/office/drawing/2014/main" id="{09E2A147-E0DE-4691-A03A-9FBBF80D9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1306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29" name="Oval 75">
              <a:extLst>
                <a:ext uri="{FF2B5EF4-FFF2-40B4-BE49-F238E27FC236}">
                  <a16:creationId xmlns:a16="http://schemas.microsoft.com/office/drawing/2014/main" id="{E96DD67B-D89E-4567-BBFD-12EA77C05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31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30" name="Oval 76">
              <a:extLst>
                <a:ext uri="{FF2B5EF4-FFF2-40B4-BE49-F238E27FC236}">
                  <a16:creationId xmlns:a16="http://schemas.microsoft.com/office/drawing/2014/main" id="{D005BEC2-8DB0-4145-8291-2AAB8A8B2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9" y="128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31" name="Oval 77">
              <a:extLst>
                <a:ext uri="{FF2B5EF4-FFF2-40B4-BE49-F238E27FC236}">
                  <a16:creationId xmlns:a16="http://schemas.microsoft.com/office/drawing/2014/main" id="{1AEAB283-4E1C-48DB-B9EA-D314C8FD9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29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32" name="Oval 78">
              <a:extLst>
                <a:ext uri="{FF2B5EF4-FFF2-40B4-BE49-F238E27FC236}">
                  <a16:creationId xmlns:a16="http://schemas.microsoft.com/office/drawing/2014/main" id="{C076F684-BD4C-462D-8A15-ACA708367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1498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33" name="Oval 79">
              <a:extLst>
                <a:ext uri="{FF2B5EF4-FFF2-40B4-BE49-F238E27FC236}">
                  <a16:creationId xmlns:a16="http://schemas.microsoft.com/office/drawing/2014/main" id="{0640EA23-52F1-4538-BDA0-60F9C0B78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" y="149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34" name="Freeform 80">
              <a:extLst>
                <a:ext uri="{FF2B5EF4-FFF2-40B4-BE49-F238E27FC236}">
                  <a16:creationId xmlns:a16="http://schemas.microsoft.com/office/drawing/2014/main" id="{44710208-4A8E-4140-88A3-F2BC50970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010"/>
              <a:ext cx="35" cy="128"/>
            </a:xfrm>
            <a:custGeom>
              <a:avLst/>
              <a:gdLst>
                <a:gd name="T0" fmla="*/ 35 w 35"/>
                <a:gd name="T1" fmla="*/ 13 h 127"/>
                <a:gd name="T2" fmla="*/ 0 w 35"/>
                <a:gd name="T3" fmla="*/ 0 h 127"/>
                <a:gd name="T4" fmla="*/ 13 w 35"/>
                <a:gd name="T5" fmla="*/ 59 h 127"/>
                <a:gd name="T6" fmla="*/ 22 w 35"/>
                <a:gd name="T7" fmla="*/ 130 h 127"/>
                <a:gd name="T8" fmla="*/ 18 w 35"/>
                <a:gd name="T9" fmla="*/ 57 h 127"/>
                <a:gd name="T10" fmla="*/ 6 w 35"/>
                <a:gd name="T11" fmla="*/ 4 h 127"/>
                <a:gd name="T12" fmla="*/ 33 w 35"/>
                <a:gd name="T13" fmla="*/ 13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27">
                  <a:moveTo>
                    <a:pt x="35" y="13"/>
                  </a:moveTo>
                  <a:cubicBezTo>
                    <a:pt x="25" y="7"/>
                    <a:pt x="10" y="4"/>
                    <a:pt x="0" y="0"/>
                  </a:cubicBezTo>
                  <a:cubicBezTo>
                    <a:pt x="6" y="18"/>
                    <a:pt x="9" y="40"/>
                    <a:pt x="13" y="59"/>
                  </a:cubicBezTo>
                  <a:cubicBezTo>
                    <a:pt x="18" y="82"/>
                    <a:pt x="20" y="104"/>
                    <a:pt x="22" y="127"/>
                  </a:cubicBezTo>
                  <a:cubicBezTo>
                    <a:pt x="21" y="104"/>
                    <a:pt x="22" y="79"/>
                    <a:pt x="18" y="57"/>
                  </a:cubicBezTo>
                  <a:cubicBezTo>
                    <a:pt x="15" y="41"/>
                    <a:pt x="5" y="21"/>
                    <a:pt x="6" y="4"/>
                  </a:cubicBezTo>
                  <a:cubicBezTo>
                    <a:pt x="15" y="7"/>
                    <a:pt x="25" y="11"/>
                    <a:pt x="3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5" name="Oval 81">
              <a:extLst>
                <a:ext uri="{FF2B5EF4-FFF2-40B4-BE49-F238E27FC236}">
                  <a16:creationId xmlns:a16="http://schemas.microsoft.com/office/drawing/2014/main" id="{208F4AC8-1F17-40F1-A7B0-0F16E2FD1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" y="17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36" name="Oval 82">
              <a:extLst>
                <a:ext uri="{FF2B5EF4-FFF2-40B4-BE49-F238E27FC236}">
                  <a16:creationId xmlns:a16="http://schemas.microsoft.com/office/drawing/2014/main" id="{257CE760-9B99-47F8-A83F-CA437FC78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9" y="170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37" name="Oval 83">
              <a:extLst>
                <a:ext uri="{FF2B5EF4-FFF2-40B4-BE49-F238E27FC236}">
                  <a16:creationId xmlns:a16="http://schemas.microsoft.com/office/drawing/2014/main" id="{9377F834-88AF-412A-B911-27619CB8A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" y="1594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38" name="Oval 84">
              <a:extLst>
                <a:ext uri="{FF2B5EF4-FFF2-40B4-BE49-F238E27FC236}">
                  <a16:creationId xmlns:a16="http://schemas.microsoft.com/office/drawing/2014/main" id="{E004F7C3-88AF-4055-BFED-A0CF8B8F4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" y="1613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39" name="Oval 85">
              <a:extLst>
                <a:ext uri="{FF2B5EF4-FFF2-40B4-BE49-F238E27FC236}">
                  <a16:creationId xmlns:a16="http://schemas.microsoft.com/office/drawing/2014/main" id="{17D50F6A-738D-4EE3-A864-A8B5A6295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149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40" name="Oval 86">
              <a:extLst>
                <a:ext uri="{FF2B5EF4-FFF2-40B4-BE49-F238E27FC236}">
                  <a16:creationId xmlns:a16="http://schemas.microsoft.com/office/drawing/2014/main" id="{828730FC-A56C-419D-A1EE-FED2BA776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" y="1791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41" name="Oval 87">
              <a:extLst>
                <a:ext uri="{FF2B5EF4-FFF2-40B4-BE49-F238E27FC236}">
                  <a16:creationId xmlns:a16="http://schemas.microsoft.com/office/drawing/2014/main" id="{91372AA5-3208-4AD7-AE9D-A8E8851D5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2030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42" name="Oval 88">
              <a:extLst>
                <a:ext uri="{FF2B5EF4-FFF2-40B4-BE49-F238E27FC236}">
                  <a16:creationId xmlns:a16="http://schemas.microsoft.com/office/drawing/2014/main" id="{E1618804-992B-463E-A0A7-2847EBFB6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3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43" name="Freeform 89">
              <a:extLst>
                <a:ext uri="{FF2B5EF4-FFF2-40B4-BE49-F238E27FC236}">
                  <a16:creationId xmlns:a16="http://schemas.microsoft.com/office/drawing/2014/main" id="{488BAAFC-431A-4606-9096-A58948A44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073"/>
              <a:ext cx="472" cy="170"/>
            </a:xfrm>
            <a:custGeom>
              <a:avLst/>
              <a:gdLst>
                <a:gd name="T0" fmla="*/ 0 w 468"/>
                <a:gd name="T1" fmla="*/ 0 h 169"/>
                <a:gd name="T2" fmla="*/ 240 w 468"/>
                <a:gd name="T3" fmla="*/ 121 h 169"/>
                <a:gd name="T4" fmla="*/ 480 w 468"/>
                <a:gd name="T5" fmla="*/ 172 h 169"/>
                <a:gd name="T6" fmla="*/ 403 w 468"/>
                <a:gd name="T7" fmla="*/ 153 h 169"/>
                <a:gd name="T8" fmla="*/ 0 w 468"/>
                <a:gd name="T9" fmla="*/ 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8" h="169">
                  <a:moveTo>
                    <a:pt x="0" y="0"/>
                  </a:moveTo>
                  <a:cubicBezTo>
                    <a:pt x="0" y="0"/>
                    <a:pt x="78" y="73"/>
                    <a:pt x="234" y="118"/>
                  </a:cubicBezTo>
                  <a:cubicBezTo>
                    <a:pt x="389" y="164"/>
                    <a:pt x="430" y="160"/>
                    <a:pt x="468" y="169"/>
                  </a:cubicBezTo>
                  <a:cubicBezTo>
                    <a:pt x="468" y="169"/>
                    <a:pt x="426" y="152"/>
                    <a:pt x="394" y="150"/>
                  </a:cubicBezTo>
                  <a:cubicBezTo>
                    <a:pt x="363" y="149"/>
                    <a:pt x="109" y="9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4" name="Freeform 90">
              <a:extLst>
                <a:ext uri="{FF2B5EF4-FFF2-40B4-BE49-F238E27FC236}">
                  <a16:creationId xmlns:a16="http://schemas.microsoft.com/office/drawing/2014/main" id="{B438AB36-A5AE-4F6E-9717-B146FEC0A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297"/>
              <a:ext cx="9" cy="201"/>
            </a:xfrm>
            <a:custGeom>
              <a:avLst/>
              <a:gdLst>
                <a:gd name="T0" fmla="*/ 0 w 9"/>
                <a:gd name="T1" fmla="*/ 0 h 199"/>
                <a:gd name="T2" fmla="*/ 4 w 9"/>
                <a:gd name="T3" fmla="*/ 205 h 199"/>
                <a:gd name="T4" fmla="*/ 9 w 9"/>
                <a:gd name="T5" fmla="*/ 205 h 199"/>
                <a:gd name="T6" fmla="*/ 0 w 9"/>
                <a:gd name="T7" fmla="*/ 0 h 1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99">
                  <a:moveTo>
                    <a:pt x="0" y="0"/>
                  </a:moveTo>
                  <a:cubicBezTo>
                    <a:pt x="0" y="0"/>
                    <a:pt x="8" y="160"/>
                    <a:pt x="4" y="199"/>
                  </a:cubicBezTo>
                  <a:cubicBezTo>
                    <a:pt x="4" y="199"/>
                    <a:pt x="6" y="198"/>
                    <a:pt x="9" y="199"/>
                  </a:cubicBezTo>
                  <a:cubicBezTo>
                    <a:pt x="9" y="199"/>
                    <a:pt x="4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5" name="Freeform 91">
              <a:extLst>
                <a:ext uri="{FF2B5EF4-FFF2-40B4-BE49-F238E27FC236}">
                  <a16:creationId xmlns:a16="http://schemas.microsoft.com/office/drawing/2014/main" id="{A7129FC5-B359-43B1-9D07-5FFFF3820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651"/>
              <a:ext cx="71" cy="267"/>
            </a:xfrm>
            <a:custGeom>
              <a:avLst/>
              <a:gdLst>
                <a:gd name="T0" fmla="*/ 49 w 71"/>
                <a:gd name="T1" fmla="*/ 0 h 265"/>
                <a:gd name="T2" fmla="*/ 71 w 71"/>
                <a:gd name="T3" fmla="*/ 271 h 265"/>
                <a:gd name="T4" fmla="*/ 49 w 71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265">
                  <a:moveTo>
                    <a:pt x="49" y="0"/>
                  </a:moveTo>
                  <a:cubicBezTo>
                    <a:pt x="49" y="0"/>
                    <a:pt x="0" y="120"/>
                    <a:pt x="71" y="265"/>
                  </a:cubicBezTo>
                  <a:cubicBezTo>
                    <a:pt x="71" y="265"/>
                    <a:pt x="13" y="128"/>
                    <a:pt x="4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" name="Oval 92">
              <a:extLst>
                <a:ext uri="{FF2B5EF4-FFF2-40B4-BE49-F238E27FC236}">
                  <a16:creationId xmlns:a16="http://schemas.microsoft.com/office/drawing/2014/main" id="{B986C3BF-2629-46E8-A9E2-033AD6087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1295"/>
              <a:ext cx="9" cy="9"/>
            </a:xfrm>
            <a:prstGeom prst="ellipse">
              <a:avLst/>
            </a:pr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47" name="Oval 93">
              <a:extLst>
                <a:ext uri="{FF2B5EF4-FFF2-40B4-BE49-F238E27FC236}">
                  <a16:creationId xmlns:a16="http://schemas.microsoft.com/office/drawing/2014/main" id="{E5037B82-ADAB-498C-9856-B5FA3EDA0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0" y="1312"/>
              <a:ext cx="6" cy="6"/>
            </a:xfrm>
            <a:prstGeom prst="ellipse">
              <a:avLst/>
            </a:pr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48" name="Freeform 94">
              <a:extLst>
                <a:ext uri="{FF2B5EF4-FFF2-40B4-BE49-F238E27FC236}">
                  <a16:creationId xmlns:a16="http://schemas.microsoft.com/office/drawing/2014/main" id="{C74BED4E-8049-4A9D-9F3B-0D5667F9D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537"/>
              <a:ext cx="77" cy="68"/>
            </a:xfrm>
            <a:custGeom>
              <a:avLst/>
              <a:gdLst>
                <a:gd name="T0" fmla="*/ 79 w 76"/>
                <a:gd name="T1" fmla="*/ 3 h 68"/>
                <a:gd name="T2" fmla="*/ 36 w 76"/>
                <a:gd name="T3" fmla="*/ 36 h 68"/>
                <a:gd name="T4" fmla="*/ 0 w 76"/>
                <a:gd name="T5" fmla="*/ 68 h 68"/>
                <a:gd name="T6" fmla="*/ 35 w 76"/>
                <a:gd name="T7" fmla="*/ 30 h 68"/>
                <a:gd name="T8" fmla="*/ 78 w 76"/>
                <a:gd name="T9" fmla="*/ 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68">
                  <a:moveTo>
                    <a:pt x="76" y="3"/>
                  </a:moveTo>
                  <a:cubicBezTo>
                    <a:pt x="57" y="2"/>
                    <a:pt x="46" y="23"/>
                    <a:pt x="36" y="36"/>
                  </a:cubicBezTo>
                  <a:cubicBezTo>
                    <a:pt x="27" y="47"/>
                    <a:pt x="13" y="63"/>
                    <a:pt x="0" y="68"/>
                  </a:cubicBezTo>
                  <a:cubicBezTo>
                    <a:pt x="9" y="54"/>
                    <a:pt x="23" y="43"/>
                    <a:pt x="35" y="30"/>
                  </a:cubicBezTo>
                  <a:cubicBezTo>
                    <a:pt x="45" y="17"/>
                    <a:pt x="55" y="0"/>
                    <a:pt x="75" y="2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340" name="Oval 95">
            <a:extLst>
              <a:ext uri="{FF2B5EF4-FFF2-40B4-BE49-F238E27FC236}">
                <a16:creationId xmlns:a16="http://schemas.microsoft.com/office/drawing/2014/main" id="{A82082E7-3DE8-47DA-87CD-F55FC9C4A3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4800" y="3108325"/>
            <a:ext cx="1588" cy="3175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14341" name="anatomical-illustration-of-human-aorta">
            <a:extLst>
              <a:ext uri="{FF2B5EF4-FFF2-40B4-BE49-F238E27FC236}">
                <a16:creationId xmlns:a16="http://schemas.microsoft.com/office/drawing/2014/main" id="{FB375839-7C3D-46ED-97FA-11412C526786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1081088"/>
            <a:ext cx="1619250" cy="5391150"/>
            <a:chOff x="3502" y="681"/>
            <a:chExt cx="1020" cy="3396"/>
          </a:xfrm>
        </p:grpSpPr>
        <p:grpSp>
          <p:nvGrpSpPr>
            <p:cNvPr id="14342" name="Group 97">
              <a:extLst>
                <a:ext uri="{FF2B5EF4-FFF2-40B4-BE49-F238E27FC236}">
                  <a16:creationId xmlns:a16="http://schemas.microsoft.com/office/drawing/2014/main" id="{A1794E80-E520-47A0-AFAC-9D90FEC92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2" y="681"/>
              <a:ext cx="1020" cy="3396"/>
              <a:chOff x="3502" y="681"/>
              <a:chExt cx="1020" cy="3396"/>
            </a:xfrm>
          </p:grpSpPr>
          <p:sp>
            <p:nvSpPr>
              <p:cNvPr id="14489" name="Freeform 98">
                <a:extLst>
                  <a:ext uri="{FF2B5EF4-FFF2-40B4-BE49-F238E27FC236}">
                    <a16:creationId xmlns:a16="http://schemas.microsoft.com/office/drawing/2014/main" id="{C4E0770F-A0B8-432C-9529-49320D53D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681"/>
                <a:ext cx="1020" cy="3396"/>
              </a:xfrm>
              <a:custGeom>
                <a:avLst/>
                <a:gdLst>
                  <a:gd name="T0" fmla="*/ 386 w 1600"/>
                  <a:gd name="T1" fmla="*/ 1044 h 5333"/>
                  <a:gd name="T2" fmla="*/ 403 w 1600"/>
                  <a:gd name="T3" fmla="*/ 1172 h 5333"/>
                  <a:gd name="T4" fmla="*/ 326 w 1600"/>
                  <a:gd name="T5" fmla="*/ 1339 h 5333"/>
                  <a:gd name="T6" fmla="*/ 326 w 1600"/>
                  <a:gd name="T7" fmla="*/ 1377 h 5333"/>
                  <a:gd name="T8" fmla="*/ 105 w 1600"/>
                  <a:gd name="T9" fmla="*/ 1377 h 5333"/>
                  <a:gd name="T10" fmla="*/ 99 w 1600"/>
                  <a:gd name="T11" fmla="*/ 1336 h 5333"/>
                  <a:gd name="T12" fmla="*/ 87 w 1600"/>
                  <a:gd name="T13" fmla="*/ 1111 h 5333"/>
                  <a:gd name="T14" fmla="*/ 66 w 1600"/>
                  <a:gd name="T15" fmla="*/ 1044 h 5333"/>
                  <a:gd name="T16" fmla="*/ 36 w 1600"/>
                  <a:gd name="T17" fmla="*/ 730 h 5333"/>
                  <a:gd name="T18" fmla="*/ 31 w 1600"/>
                  <a:gd name="T19" fmla="*/ 604 h 5333"/>
                  <a:gd name="T20" fmla="*/ 52 w 1600"/>
                  <a:gd name="T21" fmla="*/ 508 h 5333"/>
                  <a:gd name="T22" fmla="*/ 110 w 1600"/>
                  <a:gd name="T23" fmla="*/ 412 h 5333"/>
                  <a:gd name="T24" fmla="*/ 129 w 1600"/>
                  <a:gd name="T25" fmla="*/ 385 h 5333"/>
                  <a:gd name="T26" fmla="*/ 125 w 1600"/>
                  <a:gd name="T27" fmla="*/ 350 h 5333"/>
                  <a:gd name="T28" fmla="*/ 109 w 1600"/>
                  <a:gd name="T29" fmla="*/ 319 h 5333"/>
                  <a:gd name="T30" fmla="*/ 64 w 1600"/>
                  <a:gd name="T31" fmla="*/ 320 h 5333"/>
                  <a:gd name="T32" fmla="*/ 50 w 1600"/>
                  <a:gd name="T33" fmla="*/ 273 h 5333"/>
                  <a:gd name="T34" fmla="*/ 39 w 1600"/>
                  <a:gd name="T35" fmla="*/ 264 h 5333"/>
                  <a:gd name="T36" fmla="*/ 43 w 1600"/>
                  <a:gd name="T37" fmla="*/ 253 h 5333"/>
                  <a:gd name="T38" fmla="*/ 32 w 1600"/>
                  <a:gd name="T39" fmla="*/ 247 h 5333"/>
                  <a:gd name="T40" fmla="*/ 33 w 1600"/>
                  <a:gd name="T41" fmla="*/ 234 h 5333"/>
                  <a:gd name="T42" fmla="*/ 8 w 1600"/>
                  <a:gd name="T43" fmla="*/ 220 h 5333"/>
                  <a:gd name="T44" fmla="*/ 6 w 1600"/>
                  <a:gd name="T45" fmla="*/ 202 h 5333"/>
                  <a:gd name="T46" fmla="*/ 35 w 1600"/>
                  <a:gd name="T47" fmla="*/ 152 h 5333"/>
                  <a:gd name="T48" fmla="*/ 34 w 1600"/>
                  <a:gd name="T49" fmla="*/ 128 h 5333"/>
                  <a:gd name="T50" fmla="*/ 60 w 1600"/>
                  <a:gd name="T51" fmla="*/ 63 h 5333"/>
                  <a:gd name="T52" fmla="*/ 203 w 1600"/>
                  <a:gd name="T53" fmla="*/ 22 h 5333"/>
                  <a:gd name="T54" fmla="*/ 277 w 1600"/>
                  <a:gd name="T55" fmla="*/ 218 h 5333"/>
                  <a:gd name="T56" fmla="*/ 261 w 1600"/>
                  <a:gd name="T57" fmla="*/ 297 h 5333"/>
                  <a:gd name="T58" fmla="*/ 367 w 1600"/>
                  <a:gd name="T59" fmla="*/ 469 h 5333"/>
                  <a:gd name="T60" fmla="*/ 354 w 1600"/>
                  <a:gd name="T61" fmla="*/ 677 h 5333"/>
                  <a:gd name="T62" fmla="*/ 319 w 1600"/>
                  <a:gd name="T63" fmla="*/ 892 h 5333"/>
                  <a:gd name="T64" fmla="*/ 351 w 1600"/>
                  <a:gd name="T65" fmla="*/ 979 h 5333"/>
                  <a:gd name="T66" fmla="*/ 386 w 1600"/>
                  <a:gd name="T67" fmla="*/ 1044 h 53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600" h="5333">
                    <a:moveTo>
                      <a:pt x="1489" y="4044"/>
                    </a:moveTo>
                    <a:cubicBezTo>
                      <a:pt x="1502" y="4070"/>
                      <a:pt x="1600" y="4265"/>
                      <a:pt x="1554" y="4537"/>
                    </a:cubicBezTo>
                    <a:cubicBezTo>
                      <a:pt x="1511" y="4794"/>
                      <a:pt x="1253" y="4988"/>
                      <a:pt x="1257" y="5186"/>
                    </a:cubicBezTo>
                    <a:cubicBezTo>
                      <a:pt x="1258" y="5227"/>
                      <a:pt x="1258" y="5277"/>
                      <a:pt x="1258" y="5333"/>
                    </a:cubicBezTo>
                    <a:cubicBezTo>
                      <a:pt x="405" y="5333"/>
                      <a:pt x="405" y="5333"/>
                      <a:pt x="405" y="5333"/>
                    </a:cubicBezTo>
                    <a:cubicBezTo>
                      <a:pt x="391" y="5240"/>
                      <a:pt x="381" y="5175"/>
                      <a:pt x="381" y="5175"/>
                    </a:cubicBezTo>
                    <a:cubicBezTo>
                      <a:pt x="310" y="4654"/>
                      <a:pt x="335" y="4371"/>
                      <a:pt x="335" y="4304"/>
                    </a:cubicBezTo>
                    <a:cubicBezTo>
                      <a:pt x="335" y="4237"/>
                      <a:pt x="255" y="4045"/>
                      <a:pt x="255" y="4045"/>
                    </a:cubicBezTo>
                    <a:cubicBezTo>
                      <a:pt x="130" y="3700"/>
                      <a:pt x="191" y="3283"/>
                      <a:pt x="139" y="2830"/>
                    </a:cubicBezTo>
                    <a:cubicBezTo>
                      <a:pt x="116" y="2628"/>
                      <a:pt x="130" y="2580"/>
                      <a:pt x="118" y="2342"/>
                    </a:cubicBezTo>
                    <a:cubicBezTo>
                      <a:pt x="108" y="2148"/>
                      <a:pt x="142" y="2083"/>
                      <a:pt x="203" y="1965"/>
                    </a:cubicBezTo>
                    <a:cubicBezTo>
                      <a:pt x="304" y="1767"/>
                      <a:pt x="404" y="1640"/>
                      <a:pt x="423" y="1596"/>
                    </a:cubicBezTo>
                    <a:cubicBezTo>
                      <a:pt x="442" y="1551"/>
                      <a:pt x="491" y="1512"/>
                      <a:pt x="498" y="1488"/>
                    </a:cubicBezTo>
                    <a:cubicBezTo>
                      <a:pt x="516" y="1424"/>
                      <a:pt x="483" y="1427"/>
                      <a:pt x="483" y="1357"/>
                    </a:cubicBezTo>
                    <a:cubicBezTo>
                      <a:pt x="483" y="1229"/>
                      <a:pt x="420" y="1235"/>
                      <a:pt x="420" y="1235"/>
                    </a:cubicBezTo>
                    <a:cubicBezTo>
                      <a:pt x="396" y="1234"/>
                      <a:pt x="328" y="1249"/>
                      <a:pt x="249" y="1239"/>
                    </a:cubicBezTo>
                    <a:cubicBezTo>
                      <a:pt x="156" y="1228"/>
                      <a:pt x="194" y="1090"/>
                      <a:pt x="191" y="1059"/>
                    </a:cubicBezTo>
                    <a:cubicBezTo>
                      <a:pt x="189" y="1028"/>
                      <a:pt x="151" y="1023"/>
                      <a:pt x="151" y="1023"/>
                    </a:cubicBezTo>
                    <a:cubicBezTo>
                      <a:pt x="152" y="995"/>
                      <a:pt x="165" y="981"/>
                      <a:pt x="165" y="981"/>
                    </a:cubicBezTo>
                    <a:cubicBezTo>
                      <a:pt x="137" y="975"/>
                      <a:pt x="124" y="957"/>
                      <a:pt x="124" y="957"/>
                    </a:cubicBezTo>
                    <a:cubicBezTo>
                      <a:pt x="124" y="957"/>
                      <a:pt x="127" y="944"/>
                      <a:pt x="128" y="905"/>
                    </a:cubicBezTo>
                    <a:cubicBezTo>
                      <a:pt x="129" y="867"/>
                      <a:pt x="64" y="871"/>
                      <a:pt x="33" y="849"/>
                    </a:cubicBezTo>
                    <a:cubicBezTo>
                      <a:pt x="3" y="828"/>
                      <a:pt x="0" y="805"/>
                      <a:pt x="22" y="783"/>
                    </a:cubicBezTo>
                    <a:cubicBezTo>
                      <a:pt x="43" y="762"/>
                      <a:pt x="123" y="624"/>
                      <a:pt x="135" y="589"/>
                    </a:cubicBezTo>
                    <a:cubicBezTo>
                      <a:pt x="135" y="589"/>
                      <a:pt x="139" y="524"/>
                      <a:pt x="130" y="496"/>
                    </a:cubicBezTo>
                    <a:cubicBezTo>
                      <a:pt x="122" y="468"/>
                      <a:pt x="231" y="244"/>
                      <a:pt x="231" y="244"/>
                    </a:cubicBezTo>
                    <a:cubicBezTo>
                      <a:pt x="231" y="244"/>
                      <a:pt x="353" y="0"/>
                      <a:pt x="785" y="84"/>
                    </a:cubicBezTo>
                    <a:cubicBezTo>
                      <a:pt x="1293" y="183"/>
                      <a:pt x="1164" y="727"/>
                      <a:pt x="1070" y="845"/>
                    </a:cubicBezTo>
                    <a:cubicBezTo>
                      <a:pt x="991" y="945"/>
                      <a:pt x="1009" y="1044"/>
                      <a:pt x="1009" y="1151"/>
                    </a:cubicBezTo>
                    <a:cubicBezTo>
                      <a:pt x="1009" y="1294"/>
                      <a:pt x="1377" y="1597"/>
                      <a:pt x="1418" y="1816"/>
                    </a:cubicBezTo>
                    <a:cubicBezTo>
                      <a:pt x="1459" y="2034"/>
                      <a:pt x="1439" y="2414"/>
                      <a:pt x="1367" y="2621"/>
                    </a:cubicBezTo>
                    <a:cubicBezTo>
                      <a:pt x="1296" y="2829"/>
                      <a:pt x="1227" y="3333"/>
                      <a:pt x="1231" y="3454"/>
                    </a:cubicBezTo>
                    <a:cubicBezTo>
                      <a:pt x="1235" y="3574"/>
                      <a:pt x="1307" y="3718"/>
                      <a:pt x="1352" y="3789"/>
                    </a:cubicBezTo>
                    <a:cubicBezTo>
                      <a:pt x="1390" y="3850"/>
                      <a:pt x="1466" y="3999"/>
                      <a:pt x="1489" y="4044"/>
                    </a:cubicBezTo>
                  </a:path>
                </a:pathLst>
              </a:custGeom>
              <a:solidFill>
                <a:srgbClr val="E5EAF5"/>
              </a:solidFill>
              <a:ln w="7938" cap="rnd">
                <a:solidFill>
                  <a:srgbClr val="8BA2CD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" name="Freeform 99">
                <a:extLst>
                  <a:ext uri="{FF2B5EF4-FFF2-40B4-BE49-F238E27FC236}">
                    <a16:creationId xmlns:a16="http://schemas.microsoft.com/office/drawing/2014/main" id="{AA19BA9D-956F-44EB-892E-5C61F9A80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681"/>
                <a:ext cx="1020" cy="3396"/>
              </a:xfrm>
              <a:custGeom>
                <a:avLst/>
                <a:gdLst>
                  <a:gd name="T0" fmla="*/ 386 w 1600"/>
                  <a:gd name="T1" fmla="*/ 1044 h 5333"/>
                  <a:gd name="T2" fmla="*/ 403 w 1600"/>
                  <a:gd name="T3" fmla="*/ 1172 h 5333"/>
                  <a:gd name="T4" fmla="*/ 326 w 1600"/>
                  <a:gd name="T5" fmla="*/ 1339 h 5333"/>
                  <a:gd name="T6" fmla="*/ 326 w 1600"/>
                  <a:gd name="T7" fmla="*/ 1377 h 5333"/>
                  <a:gd name="T8" fmla="*/ 105 w 1600"/>
                  <a:gd name="T9" fmla="*/ 1377 h 5333"/>
                  <a:gd name="T10" fmla="*/ 99 w 1600"/>
                  <a:gd name="T11" fmla="*/ 1336 h 5333"/>
                  <a:gd name="T12" fmla="*/ 87 w 1600"/>
                  <a:gd name="T13" fmla="*/ 1111 h 5333"/>
                  <a:gd name="T14" fmla="*/ 66 w 1600"/>
                  <a:gd name="T15" fmla="*/ 1044 h 5333"/>
                  <a:gd name="T16" fmla="*/ 36 w 1600"/>
                  <a:gd name="T17" fmla="*/ 730 h 5333"/>
                  <a:gd name="T18" fmla="*/ 31 w 1600"/>
                  <a:gd name="T19" fmla="*/ 604 h 5333"/>
                  <a:gd name="T20" fmla="*/ 52 w 1600"/>
                  <a:gd name="T21" fmla="*/ 508 h 5333"/>
                  <a:gd name="T22" fmla="*/ 110 w 1600"/>
                  <a:gd name="T23" fmla="*/ 412 h 5333"/>
                  <a:gd name="T24" fmla="*/ 129 w 1600"/>
                  <a:gd name="T25" fmla="*/ 385 h 5333"/>
                  <a:gd name="T26" fmla="*/ 125 w 1600"/>
                  <a:gd name="T27" fmla="*/ 350 h 5333"/>
                  <a:gd name="T28" fmla="*/ 109 w 1600"/>
                  <a:gd name="T29" fmla="*/ 319 h 5333"/>
                  <a:gd name="T30" fmla="*/ 64 w 1600"/>
                  <a:gd name="T31" fmla="*/ 320 h 5333"/>
                  <a:gd name="T32" fmla="*/ 50 w 1600"/>
                  <a:gd name="T33" fmla="*/ 273 h 5333"/>
                  <a:gd name="T34" fmla="*/ 39 w 1600"/>
                  <a:gd name="T35" fmla="*/ 264 h 5333"/>
                  <a:gd name="T36" fmla="*/ 43 w 1600"/>
                  <a:gd name="T37" fmla="*/ 253 h 5333"/>
                  <a:gd name="T38" fmla="*/ 32 w 1600"/>
                  <a:gd name="T39" fmla="*/ 247 h 5333"/>
                  <a:gd name="T40" fmla="*/ 33 w 1600"/>
                  <a:gd name="T41" fmla="*/ 234 h 5333"/>
                  <a:gd name="T42" fmla="*/ 8 w 1600"/>
                  <a:gd name="T43" fmla="*/ 220 h 5333"/>
                  <a:gd name="T44" fmla="*/ 6 w 1600"/>
                  <a:gd name="T45" fmla="*/ 202 h 5333"/>
                  <a:gd name="T46" fmla="*/ 35 w 1600"/>
                  <a:gd name="T47" fmla="*/ 152 h 5333"/>
                  <a:gd name="T48" fmla="*/ 34 w 1600"/>
                  <a:gd name="T49" fmla="*/ 128 h 5333"/>
                  <a:gd name="T50" fmla="*/ 60 w 1600"/>
                  <a:gd name="T51" fmla="*/ 63 h 5333"/>
                  <a:gd name="T52" fmla="*/ 203 w 1600"/>
                  <a:gd name="T53" fmla="*/ 22 h 5333"/>
                  <a:gd name="T54" fmla="*/ 277 w 1600"/>
                  <a:gd name="T55" fmla="*/ 218 h 5333"/>
                  <a:gd name="T56" fmla="*/ 261 w 1600"/>
                  <a:gd name="T57" fmla="*/ 297 h 5333"/>
                  <a:gd name="T58" fmla="*/ 367 w 1600"/>
                  <a:gd name="T59" fmla="*/ 469 h 5333"/>
                  <a:gd name="T60" fmla="*/ 354 w 1600"/>
                  <a:gd name="T61" fmla="*/ 677 h 5333"/>
                  <a:gd name="T62" fmla="*/ 319 w 1600"/>
                  <a:gd name="T63" fmla="*/ 892 h 5333"/>
                  <a:gd name="T64" fmla="*/ 351 w 1600"/>
                  <a:gd name="T65" fmla="*/ 979 h 5333"/>
                  <a:gd name="T66" fmla="*/ 386 w 1600"/>
                  <a:gd name="T67" fmla="*/ 1044 h 53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600" h="5333">
                    <a:moveTo>
                      <a:pt x="1489" y="4044"/>
                    </a:moveTo>
                    <a:cubicBezTo>
                      <a:pt x="1502" y="4070"/>
                      <a:pt x="1600" y="4265"/>
                      <a:pt x="1554" y="4537"/>
                    </a:cubicBezTo>
                    <a:cubicBezTo>
                      <a:pt x="1511" y="4794"/>
                      <a:pt x="1253" y="4988"/>
                      <a:pt x="1257" y="5186"/>
                    </a:cubicBezTo>
                    <a:cubicBezTo>
                      <a:pt x="1258" y="5227"/>
                      <a:pt x="1258" y="5277"/>
                      <a:pt x="1258" y="5333"/>
                    </a:cubicBezTo>
                    <a:cubicBezTo>
                      <a:pt x="405" y="5333"/>
                      <a:pt x="405" y="5333"/>
                      <a:pt x="405" y="5333"/>
                    </a:cubicBezTo>
                    <a:cubicBezTo>
                      <a:pt x="391" y="5240"/>
                      <a:pt x="381" y="5175"/>
                      <a:pt x="381" y="5175"/>
                    </a:cubicBezTo>
                    <a:cubicBezTo>
                      <a:pt x="310" y="4654"/>
                      <a:pt x="335" y="4371"/>
                      <a:pt x="335" y="4304"/>
                    </a:cubicBezTo>
                    <a:cubicBezTo>
                      <a:pt x="335" y="4237"/>
                      <a:pt x="255" y="4045"/>
                      <a:pt x="255" y="4045"/>
                    </a:cubicBezTo>
                    <a:cubicBezTo>
                      <a:pt x="130" y="3700"/>
                      <a:pt x="191" y="3283"/>
                      <a:pt x="139" y="2830"/>
                    </a:cubicBezTo>
                    <a:cubicBezTo>
                      <a:pt x="116" y="2628"/>
                      <a:pt x="130" y="2580"/>
                      <a:pt x="118" y="2342"/>
                    </a:cubicBezTo>
                    <a:cubicBezTo>
                      <a:pt x="108" y="2148"/>
                      <a:pt x="142" y="2083"/>
                      <a:pt x="203" y="1965"/>
                    </a:cubicBezTo>
                    <a:cubicBezTo>
                      <a:pt x="304" y="1767"/>
                      <a:pt x="404" y="1640"/>
                      <a:pt x="423" y="1596"/>
                    </a:cubicBezTo>
                    <a:cubicBezTo>
                      <a:pt x="442" y="1551"/>
                      <a:pt x="491" y="1512"/>
                      <a:pt x="498" y="1488"/>
                    </a:cubicBezTo>
                    <a:cubicBezTo>
                      <a:pt x="516" y="1424"/>
                      <a:pt x="483" y="1427"/>
                      <a:pt x="483" y="1357"/>
                    </a:cubicBezTo>
                    <a:cubicBezTo>
                      <a:pt x="483" y="1229"/>
                      <a:pt x="420" y="1235"/>
                      <a:pt x="420" y="1235"/>
                    </a:cubicBezTo>
                    <a:cubicBezTo>
                      <a:pt x="396" y="1234"/>
                      <a:pt x="328" y="1249"/>
                      <a:pt x="249" y="1239"/>
                    </a:cubicBezTo>
                    <a:cubicBezTo>
                      <a:pt x="156" y="1228"/>
                      <a:pt x="194" y="1090"/>
                      <a:pt x="191" y="1059"/>
                    </a:cubicBezTo>
                    <a:cubicBezTo>
                      <a:pt x="189" y="1028"/>
                      <a:pt x="151" y="1023"/>
                      <a:pt x="151" y="1023"/>
                    </a:cubicBezTo>
                    <a:cubicBezTo>
                      <a:pt x="152" y="995"/>
                      <a:pt x="165" y="981"/>
                      <a:pt x="165" y="981"/>
                    </a:cubicBezTo>
                    <a:cubicBezTo>
                      <a:pt x="137" y="975"/>
                      <a:pt x="124" y="957"/>
                      <a:pt x="124" y="957"/>
                    </a:cubicBezTo>
                    <a:cubicBezTo>
                      <a:pt x="124" y="957"/>
                      <a:pt x="127" y="944"/>
                      <a:pt x="128" y="905"/>
                    </a:cubicBezTo>
                    <a:cubicBezTo>
                      <a:pt x="129" y="867"/>
                      <a:pt x="64" y="871"/>
                      <a:pt x="33" y="849"/>
                    </a:cubicBezTo>
                    <a:cubicBezTo>
                      <a:pt x="3" y="828"/>
                      <a:pt x="0" y="805"/>
                      <a:pt x="22" y="783"/>
                    </a:cubicBezTo>
                    <a:cubicBezTo>
                      <a:pt x="43" y="762"/>
                      <a:pt x="123" y="624"/>
                      <a:pt x="135" y="589"/>
                    </a:cubicBezTo>
                    <a:cubicBezTo>
                      <a:pt x="135" y="589"/>
                      <a:pt x="139" y="524"/>
                      <a:pt x="130" y="496"/>
                    </a:cubicBezTo>
                    <a:cubicBezTo>
                      <a:pt x="122" y="468"/>
                      <a:pt x="231" y="244"/>
                      <a:pt x="231" y="244"/>
                    </a:cubicBezTo>
                    <a:cubicBezTo>
                      <a:pt x="231" y="244"/>
                      <a:pt x="353" y="0"/>
                      <a:pt x="785" y="84"/>
                    </a:cubicBezTo>
                    <a:cubicBezTo>
                      <a:pt x="1293" y="183"/>
                      <a:pt x="1164" y="727"/>
                      <a:pt x="1070" y="845"/>
                    </a:cubicBezTo>
                    <a:cubicBezTo>
                      <a:pt x="991" y="945"/>
                      <a:pt x="1009" y="1044"/>
                      <a:pt x="1009" y="1151"/>
                    </a:cubicBezTo>
                    <a:cubicBezTo>
                      <a:pt x="1009" y="1294"/>
                      <a:pt x="1377" y="1597"/>
                      <a:pt x="1418" y="1816"/>
                    </a:cubicBezTo>
                    <a:cubicBezTo>
                      <a:pt x="1459" y="2034"/>
                      <a:pt x="1439" y="2414"/>
                      <a:pt x="1367" y="2621"/>
                    </a:cubicBezTo>
                    <a:cubicBezTo>
                      <a:pt x="1296" y="2829"/>
                      <a:pt x="1227" y="3333"/>
                      <a:pt x="1231" y="3454"/>
                    </a:cubicBezTo>
                    <a:cubicBezTo>
                      <a:pt x="1235" y="3574"/>
                      <a:pt x="1307" y="3718"/>
                      <a:pt x="1352" y="3789"/>
                    </a:cubicBezTo>
                    <a:cubicBezTo>
                      <a:pt x="1390" y="3850"/>
                      <a:pt x="1466" y="3999"/>
                      <a:pt x="1489" y="4044"/>
                    </a:cubicBezTo>
                  </a:path>
                </a:pathLst>
              </a:custGeom>
              <a:noFill/>
              <a:ln w="7938" cap="rnd">
                <a:solidFill>
                  <a:srgbClr val="8BA2C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" name="Freeform 100">
                <a:extLst>
                  <a:ext uri="{FF2B5EF4-FFF2-40B4-BE49-F238E27FC236}">
                    <a16:creationId xmlns:a16="http://schemas.microsoft.com/office/drawing/2014/main" id="{7892975A-518C-4681-A67E-7AAE07615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378"/>
                <a:ext cx="316" cy="1822"/>
              </a:xfrm>
              <a:custGeom>
                <a:avLst/>
                <a:gdLst>
                  <a:gd name="T0" fmla="*/ 27 w 497"/>
                  <a:gd name="T1" fmla="*/ 3 h 2862"/>
                  <a:gd name="T2" fmla="*/ 29 w 497"/>
                  <a:gd name="T3" fmla="*/ 20 h 2862"/>
                  <a:gd name="T4" fmla="*/ 34 w 497"/>
                  <a:gd name="T5" fmla="*/ 36 h 2862"/>
                  <a:gd name="T6" fmla="*/ 43 w 497"/>
                  <a:gd name="T7" fmla="*/ 50 h 2862"/>
                  <a:gd name="T8" fmla="*/ 56 w 497"/>
                  <a:gd name="T9" fmla="*/ 69 h 2862"/>
                  <a:gd name="T10" fmla="*/ 67 w 497"/>
                  <a:gd name="T11" fmla="*/ 87 h 2862"/>
                  <a:gd name="T12" fmla="*/ 78 w 497"/>
                  <a:gd name="T13" fmla="*/ 109 h 2862"/>
                  <a:gd name="T14" fmla="*/ 99 w 497"/>
                  <a:gd name="T15" fmla="*/ 134 h 2862"/>
                  <a:gd name="T16" fmla="*/ 113 w 497"/>
                  <a:gd name="T17" fmla="*/ 169 h 2862"/>
                  <a:gd name="T18" fmla="*/ 123 w 497"/>
                  <a:gd name="T19" fmla="*/ 208 h 2862"/>
                  <a:gd name="T20" fmla="*/ 126 w 497"/>
                  <a:gd name="T21" fmla="*/ 250 h 2862"/>
                  <a:gd name="T22" fmla="*/ 123 w 497"/>
                  <a:gd name="T23" fmla="*/ 290 h 2862"/>
                  <a:gd name="T24" fmla="*/ 120 w 497"/>
                  <a:gd name="T25" fmla="*/ 328 h 2862"/>
                  <a:gd name="T26" fmla="*/ 111 w 497"/>
                  <a:gd name="T27" fmla="*/ 365 h 2862"/>
                  <a:gd name="T28" fmla="*/ 102 w 497"/>
                  <a:gd name="T29" fmla="*/ 400 h 2862"/>
                  <a:gd name="T30" fmla="*/ 93 w 497"/>
                  <a:gd name="T31" fmla="*/ 438 h 2862"/>
                  <a:gd name="T32" fmla="*/ 81 w 497"/>
                  <a:gd name="T33" fmla="*/ 474 h 2862"/>
                  <a:gd name="T34" fmla="*/ 74 w 497"/>
                  <a:gd name="T35" fmla="*/ 509 h 2862"/>
                  <a:gd name="T36" fmla="*/ 70 w 497"/>
                  <a:gd name="T37" fmla="*/ 547 h 2862"/>
                  <a:gd name="T38" fmla="*/ 71 w 497"/>
                  <a:gd name="T39" fmla="*/ 584 h 2862"/>
                  <a:gd name="T40" fmla="*/ 72 w 497"/>
                  <a:gd name="T41" fmla="*/ 621 h 2862"/>
                  <a:gd name="T42" fmla="*/ 84 w 497"/>
                  <a:gd name="T43" fmla="*/ 656 h 2862"/>
                  <a:gd name="T44" fmla="*/ 100 w 497"/>
                  <a:gd name="T45" fmla="*/ 685 h 2862"/>
                  <a:gd name="T46" fmla="*/ 127 w 497"/>
                  <a:gd name="T47" fmla="*/ 713 h 2862"/>
                  <a:gd name="T48" fmla="*/ 83 w 497"/>
                  <a:gd name="T49" fmla="*/ 733 h 2862"/>
                  <a:gd name="T50" fmla="*/ 58 w 497"/>
                  <a:gd name="T51" fmla="*/ 698 h 2862"/>
                  <a:gd name="T52" fmla="*/ 42 w 497"/>
                  <a:gd name="T53" fmla="*/ 663 h 2862"/>
                  <a:gd name="T54" fmla="*/ 31 w 497"/>
                  <a:gd name="T55" fmla="*/ 619 h 2862"/>
                  <a:gd name="T56" fmla="*/ 27 w 497"/>
                  <a:gd name="T57" fmla="*/ 576 h 2862"/>
                  <a:gd name="T58" fmla="*/ 29 w 497"/>
                  <a:gd name="T59" fmla="*/ 532 h 2862"/>
                  <a:gd name="T60" fmla="*/ 35 w 497"/>
                  <a:gd name="T61" fmla="*/ 495 h 2862"/>
                  <a:gd name="T62" fmla="*/ 45 w 497"/>
                  <a:gd name="T63" fmla="*/ 458 h 2862"/>
                  <a:gd name="T64" fmla="*/ 59 w 497"/>
                  <a:gd name="T65" fmla="*/ 417 h 2862"/>
                  <a:gd name="T66" fmla="*/ 71 w 497"/>
                  <a:gd name="T67" fmla="*/ 382 h 2862"/>
                  <a:gd name="T68" fmla="*/ 79 w 497"/>
                  <a:gd name="T69" fmla="*/ 348 h 2862"/>
                  <a:gd name="T70" fmla="*/ 86 w 497"/>
                  <a:gd name="T71" fmla="*/ 314 h 2862"/>
                  <a:gd name="T72" fmla="*/ 88 w 497"/>
                  <a:gd name="T73" fmla="*/ 278 h 2862"/>
                  <a:gd name="T74" fmla="*/ 88 w 497"/>
                  <a:gd name="T75" fmla="*/ 242 h 2862"/>
                  <a:gd name="T76" fmla="*/ 85 w 497"/>
                  <a:gd name="T77" fmla="*/ 206 h 2862"/>
                  <a:gd name="T78" fmla="*/ 78 w 497"/>
                  <a:gd name="T79" fmla="*/ 175 h 2862"/>
                  <a:gd name="T80" fmla="*/ 64 w 497"/>
                  <a:gd name="T81" fmla="*/ 145 h 2862"/>
                  <a:gd name="T82" fmla="*/ 52 w 497"/>
                  <a:gd name="T83" fmla="*/ 121 h 2862"/>
                  <a:gd name="T84" fmla="*/ 43 w 497"/>
                  <a:gd name="T85" fmla="*/ 106 h 2862"/>
                  <a:gd name="T86" fmla="*/ 32 w 497"/>
                  <a:gd name="T87" fmla="*/ 87 h 2862"/>
                  <a:gd name="T88" fmla="*/ 20 w 497"/>
                  <a:gd name="T89" fmla="*/ 68 h 2862"/>
                  <a:gd name="T90" fmla="*/ 10 w 497"/>
                  <a:gd name="T91" fmla="*/ 49 h 2862"/>
                  <a:gd name="T92" fmla="*/ 3 w 497"/>
                  <a:gd name="T93" fmla="*/ 31 h 2862"/>
                  <a:gd name="T94" fmla="*/ 0 w 497"/>
                  <a:gd name="T95" fmla="*/ 13 h 286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97" h="2862">
                    <a:moveTo>
                      <a:pt x="104" y="0"/>
                    </a:moveTo>
                    <a:cubicBezTo>
                      <a:pt x="104" y="0"/>
                      <a:pt x="111" y="3"/>
                      <a:pt x="107" y="13"/>
                    </a:cubicBezTo>
                    <a:cubicBezTo>
                      <a:pt x="109" y="60"/>
                      <a:pt x="109" y="60"/>
                      <a:pt x="109" y="60"/>
                    </a:cubicBezTo>
                    <a:cubicBezTo>
                      <a:pt x="109" y="60"/>
                      <a:pt x="115" y="69"/>
                      <a:pt x="113" y="77"/>
                    </a:cubicBezTo>
                    <a:cubicBezTo>
                      <a:pt x="125" y="122"/>
                      <a:pt x="125" y="122"/>
                      <a:pt x="125" y="122"/>
                    </a:cubicBezTo>
                    <a:cubicBezTo>
                      <a:pt x="125" y="122"/>
                      <a:pt x="137" y="129"/>
                      <a:pt x="134" y="139"/>
                    </a:cubicBezTo>
                    <a:cubicBezTo>
                      <a:pt x="158" y="179"/>
                      <a:pt x="158" y="179"/>
                      <a:pt x="158" y="179"/>
                    </a:cubicBezTo>
                    <a:cubicBezTo>
                      <a:pt x="158" y="179"/>
                      <a:pt x="168" y="186"/>
                      <a:pt x="166" y="194"/>
                    </a:cubicBezTo>
                    <a:cubicBezTo>
                      <a:pt x="196" y="239"/>
                      <a:pt x="196" y="239"/>
                      <a:pt x="196" y="239"/>
                    </a:cubicBezTo>
                    <a:cubicBezTo>
                      <a:pt x="196" y="239"/>
                      <a:pt x="217" y="242"/>
                      <a:pt x="219" y="270"/>
                    </a:cubicBezTo>
                    <a:cubicBezTo>
                      <a:pt x="250" y="321"/>
                      <a:pt x="250" y="321"/>
                      <a:pt x="250" y="321"/>
                    </a:cubicBezTo>
                    <a:cubicBezTo>
                      <a:pt x="250" y="321"/>
                      <a:pt x="262" y="319"/>
                      <a:pt x="261" y="337"/>
                    </a:cubicBezTo>
                    <a:cubicBezTo>
                      <a:pt x="293" y="381"/>
                      <a:pt x="293" y="381"/>
                      <a:pt x="293" y="381"/>
                    </a:cubicBezTo>
                    <a:cubicBezTo>
                      <a:pt x="293" y="381"/>
                      <a:pt x="311" y="400"/>
                      <a:pt x="305" y="422"/>
                    </a:cubicBezTo>
                    <a:cubicBezTo>
                      <a:pt x="371" y="487"/>
                      <a:pt x="371" y="487"/>
                      <a:pt x="371" y="487"/>
                    </a:cubicBezTo>
                    <a:cubicBezTo>
                      <a:pt x="371" y="487"/>
                      <a:pt x="392" y="496"/>
                      <a:pt x="387" y="518"/>
                    </a:cubicBezTo>
                    <a:cubicBezTo>
                      <a:pt x="433" y="627"/>
                      <a:pt x="433" y="627"/>
                      <a:pt x="433" y="627"/>
                    </a:cubicBezTo>
                    <a:cubicBezTo>
                      <a:pt x="433" y="627"/>
                      <a:pt x="450" y="637"/>
                      <a:pt x="437" y="655"/>
                    </a:cubicBezTo>
                    <a:cubicBezTo>
                      <a:pt x="473" y="764"/>
                      <a:pt x="473" y="764"/>
                      <a:pt x="473" y="764"/>
                    </a:cubicBezTo>
                    <a:cubicBezTo>
                      <a:pt x="473" y="764"/>
                      <a:pt x="490" y="780"/>
                      <a:pt x="480" y="808"/>
                    </a:cubicBezTo>
                    <a:cubicBezTo>
                      <a:pt x="481" y="929"/>
                      <a:pt x="481" y="929"/>
                      <a:pt x="481" y="929"/>
                    </a:cubicBezTo>
                    <a:cubicBezTo>
                      <a:pt x="481" y="929"/>
                      <a:pt x="497" y="940"/>
                      <a:pt x="490" y="967"/>
                    </a:cubicBezTo>
                    <a:cubicBezTo>
                      <a:pt x="479" y="1099"/>
                      <a:pt x="479" y="1099"/>
                      <a:pt x="479" y="1099"/>
                    </a:cubicBezTo>
                    <a:cubicBezTo>
                      <a:pt x="479" y="1099"/>
                      <a:pt x="492" y="1110"/>
                      <a:pt x="478" y="1125"/>
                    </a:cubicBezTo>
                    <a:cubicBezTo>
                      <a:pt x="465" y="1242"/>
                      <a:pt x="465" y="1242"/>
                      <a:pt x="465" y="1242"/>
                    </a:cubicBezTo>
                    <a:cubicBezTo>
                      <a:pt x="465" y="1242"/>
                      <a:pt x="469" y="1256"/>
                      <a:pt x="464" y="1270"/>
                    </a:cubicBezTo>
                    <a:cubicBezTo>
                      <a:pt x="440" y="1388"/>
                      <a:pt x="440" y="1388"/>
                      <a:pt x="440" y="1388"/>
                    </a:cubicBezTo>
                    <a:cubicBezTo>
                      <a:pt x="440" y="1388"/>
                      <a:pt x="445" y="1403"/>
                      <a:pt x="431" y="1414"/>
                    </a:cubicBezTo>
                    <a:cubicBezTo>
                      <a:pt x="391" y="1518"/>
                      <a:pt x="391" y="1518"/>
                      <a:pt x="391" y="1518"/>
                    </a:cubicBezTo>
                    <a:cubicBezTo>
                      <a:pt x="391" y="1518"/>
                      <a:pt x="408" y="1534"/>
                      <a:pt x="398" y="1551"/>
                    </a:cubicBezTo>
                    <a:cubicBezTo>
                      <a:pt x="358" y="1664"/>
                      <a:pt x="358" y="1664"/>
                      <a:pt x="358" y="1664"/>
                    </a:cubicBezTo>
                    <a:cubicBezTo>
                      <a:pt x="358" y="1664"/>
                      <a:pt x="366" y="1675"/>
                      <a:pt x="361" y="1696"/>
                    </a:cubicBezTo>
                    <a:cubicBezTo>
                      <a:pt x="311" y="1814"/>
                      <a:pt x="311" y="1814"/>
                      <a:pt x="311" y="1814"/>
                    </a:cubicBezTo>
                    <a:cubicBezTo>
                      <a:pt x="311" y="1814"/>
                      <a:pt x="319" y="1825"/>
                      <a:pt x="313" y="1839"/>
                    </a:cubicBezTo>
                    <a:cubicBezTo>
                      <a:pt x="287" y="1950"/>
                      <a:pt x="287" y="1950"/>
                      <a:pt x="287" y="1950"/>
                    </a:cubicBezTo>
                    <a:cubicBezTo>
                      <a:pt x="287" y="1950"/>
                      <a:pt x="296" y="1957"/>
                      <a:pt x="288" y="1974"/>
                    </a:cubicBezTo>
                    <a:cubicBezTo>
                      <a:pt x="277" y="2087"/>
                      <a:pt x="277" y="2087"/>
                      <a:pt x="277" y="2087"/>
                    </a:cubicBezTo>
                    <a:cubicBezTo>
                      <a:pt x="277" y="2087"/>
                      <a:pt x="285" y="2106"/>
                      <a:pt x="272" y="2120"/>
                    </a:cubicBezTo>
                    <a:cubicBezTo>
                      <a:pt x="271" y="2238"/>
                      <a:pt x="271" y="2238"/>
                      <a:pt x="271" y="2238"/>
                    </a:cubicBezTo>
                    <a:cubicBezTo>
                      <a:pt x="271" y="2238"/>
                      <a:pt x="280" y="2245"/>
                      <a:pt x="273" y="2264"/>
                    </a:cubicBezTo>
                    <a:cubicBezTo>
                      <a:pt x="282" y="2383"/>
                      <a:pt x="282" y="2383"/>
                      <a:pt x="282" y="2383"/>
                    </a:cubicBezTo>
                    <a:cubicBezTo>
                      <a:pt x="282" y="2383"/>
                      <a:pt x="292" y="2394"/>
                      <a:pt x="283" y="2407"/>
                    </a:cubicBezTo>
                    <a:cubicBezTo>
                      <a:pt x="317" y="2519"/>
                      <a:pt x="317" y="2519"/>
                      <a:pt x="317" y="2519"/>
                    </a:cubicBezTo>
                    <a:cubicBezTo>
                      <a:pt x="317" y="2519"/>
                      <a:pt x="327" y="2522"/>
                      <a:pt x="325" y="2541"/>
                    </a:cubicBezTo>
                    <a:cubicBezTo>
                      <a:pt x="375" y="2631"/>
                      <a:pt x="375" y="2631"/>
                      <a:pt x="375" y="2631"/>
                    </a:cubicBezTo>
                    <a:cubicBezTo>
                      <a:pt x="375" y="2631"/>
                      <a:pt x="393" y="2636"/>
                      <a:pt x="391" y="2654"/>
                    </a:cubicBezTo>
                    <a:cubicBezTo>
                      <a:pt x="483" y="2745"/>
                      <a:pt x="483" y="2745"/>
                      <a:pt x="483" y="2745"/>
                    </a:cubicBezTo>
                    <a:cubicBezTo>
                      <a:pt x="483" y="2745"/>
                      <a:pt x="495" y="2745"/>
                      <a:pt x="493" y="2764"/>
                    </a:cubicBezTo>
                    <a:cubicBezTo>
                      <a:pt x="493" y="2764"/>
                      <a:pt x="454" y="2844"/>
                      <a:pt x="335" y="2862"/>
                    </a:cubicBezTo>
                    <a:cubicBezTo>
                      <a:pt x="335" y="2862"/>
                      <a:pt x="321" y="2856"/>
                      <a:pt x="323" y="2840"/>
                    </a:cubicBezTo>
                    <a:cubicBezTo>
                      <a:pt x="251" y="2731"/>
                      <a:pt x="251" y="2731"/>
                      <a:pt x="251" y="2731"/>
                    </a:cubicBezTo>
                    <a:cubicBezTo>
                      <a:pt x="251" y="2731"/>
                      <a:pt x="227" y="2723"/>
                      <a:pt x="228" y="2704"/>
                    </a:cubicBezTo>
                    <a:cubicBezTo>
                      <a:pt x="176" y="2597"/>
                      <a:pt x="176" y="2597"/>
                      <a:pt x="176" y="2597"/>
                    </a:cubicBezTo>
                    <a:cubicBezTo>
                      <a:pt x="176" y="2597"/>
                      <a:pt x="158" y="2588"/>
                      <a:pt x="164" y="2568"/>
                    </a:cubicBezTo>
                    <a:cubicBezTo>
                      <a:pt x="127" y="2437"/>
                      <a:pt x="127" y="2437"/>
                      <a:pt x="127" y="2437"/>
                    </a:cubicBezTo>
                    <a:cubicBezTo>
                      <a:pt x="127" y="2437"/>
                      <a:pt x="109" y="2420"/>
                      <a:pt x="119" y="2399"/>
                    </a:cubicBezTo>
                    <a:cubicBezTo>
                      <a:pt x="112" y="2272"/>
                      <a:pt x="112" y="2272"/>
                      <a:pt x="112" y="2272"/>
                    </a:cubicBezTo>
                    <a:cubicBezTo>
                      <a:pt x="112" y="2272"/>
                      <a:pt x="98" y="2251"/>
                      <a:pt x="107" y="2233"/>
                    </a:cubicBezTo>
                    <a:cubicBezTo>
                      <a:pt x="107" y="2110"/>
                      <a:pt x="107" y="2110"/>
                      <a:pt x="107" y="2110"/>
                    </a:cubicBezTo>
                    <a:cubicBezTo>
                      <a:pt x="107" y="2110"/>
                      <a:pt x="100" y="2087"/>
                      <a:pt x="111" y="2059"/>
                    </a:cubicBezTo>
                    <a:cubicBezTo>
                      <a:pt x="132" y="1942"/>
                      <a:pt x="132" y="1942"/>
                      <a:pt x="132" y="1942"/>
                    </a:cubicBezTo>
                    <a:cubicBezTo>
                      <a:pt x="132" y="1942"/>
                      <a:pt x="128" y="1927"/>
                      <a:pt x="137" y="1918"/>
                    </a:cubicBezTo>
                    <a:cubicBezTo>
                      <a:pt x="164" y="1811"/>
                      <a:pt x="164" y="1811"/>
                      <a:pt x="164" y="1811"/>
                    </a:cubicBezTo>
                    <a:cubicBezTo>
                      <a:pt x="164" y="1811"/>
                      <a:pt x="159" y="1782"/>
                      <a:pt x="175" y="1773"/>
                    </a:cubicBezTo>
                    <a:cubicBezTo>
                      <a:pt x="218" y="1650"/>
                      <a:pt x="218" y="1650"/>
                      <a:pt x="218" y="1650"/>
                    </a:cubicBezTo>
                    <a:cubicBezTo>
                      <a:pt x="218" y="1650"/>
                      <a:pt x="216" y="1627"/>
                      <a:pt x="231" y="1617"/>
                    </a:cubicBezTo>
                    <a:cubicBezTo>
                      <a:pt x="267" y="1510"/>
                      <a:pt x="267" y="1510"/>
                      <a:pt x="267" y="1510"/>
                    </a:cubicBezTo>
                    <a:cubicBezTo>
                      <a:pt x="267" y="1510"/>
                      <a:pt x="264" y="1492"/>
                      <a:pt x="275" y="1482"/>
                    </a:cubicBezTo>
                    <a:cubicBezTo>
                      <a:pt x="304" y="1374"/>
                      <a:pt x="304" y="1374"/>
                      <a:pt x="304" y="1374"/>
                    </a:cubicBezTo>
                    <a:cubicBezTo>
                      <a:pt x="304" y="1374"/>
                      <a:pt x="300" y="1365"/>
                      <a:pt x="307" y="1350"/>
                    </a:cubicBezTo>
                    <a:cubicBezTo>
                      <a:pt x="329" y="1245"/>
                      <a:pt x="329" y="1245"/>
                      <a:pt x="329" y="1245"/>
                    </a:cubicBezTo>
                    <a:cubicBezTo>
                      <a:pt x="329" y="1245"/>
                      <a:pt x="324" y="1232"/>
                      <a:pt x="333" y="1217"/>
                    </a:cubicBezTo>
                    <a:cubicBezTo>
                      <a:pt x="345" y="1111"/>
                      <a:pt x="345" y="1111"/>
                      <a:pt x="345" y="1111"/>
                    </a:cubicBezTo>
                    <a:cubicBezTo>
                      <a:pt x="345" y="1111"/>
                      <a:pt x="335" y="1096"/>
                      <a:pt x="343" y="1079"/>
                    </a:cubicBezTo>
                    <a:cubicBezTo>
                      <a:pt x="347" y="968"/>
                      <a:pt x="347" y="968"/>
                      <a:pt x="347" y="968"/>
                    </a:cubicBezTo>
                    <a:cubicBezTo>
                      <a:pt x="347" y="968"/>
                      <a:pt x="339" y="952"/>
                      <a:pt x="345" y="937"/>
                    </a:cubicBezTo>
                    <a:cubicBezTo>
                      <a:pt x="338" y="818"/>
                      <a:pt x="338" y="818"/>
                      <a:pt x="338" y="818"/>
                    </a:cubicBezTo>
                    <a:cubicBezTo>
                      <a:pt x="338" y="818"/>
                      <a:pt x="327" y="813"/>
                      <a:pt x="332" y="797"/>
                    </a:cubicBezTo>
                    <a:cubicBezTo>
                      <a:pt x="308" y="702"/>
                      <a:pt x="308" y="702"/>
                      <a:pt x="308" y="702"/>
                    </a:cubicBezTo>
                    <a:cubicBezTo>
                      <a:pt x="308" y="702"/>
                      <a:pt x="301" y="696"/>
                      <a:pt x="302" y="678"/>
                    </a:cubicBezTo>
                    <a:cubicBezTo>
                      <a:pt x="262" y="582"/>
                      <a:pt x="262" y="582"/>
                      <a:pt x="262" y="582"/>
                    </a:cubicBezTo>
                    <a:cubicBezTo>
                      <a:pt x="262" y="582"/>
                      <a:pt x="247" y="578"/>
                      <a:pt x="250" y="559"/>
                    </a:cubicBezTo>
                    <a:cubicBezTo>
                      <a:pt x="212" y="490"/>
                      <a:pt x="212" y="490"/>
                      <a:pt x="212" y="490"/>
                    </a:cubicBezTo>
                    <a:cubicBezTo>
                      <a:pt x="212" y="490"/>
                      <a:pt x="200" y="485"/>
                      <a:pt x="202" y="470"/>
                    </a:cubicBezTo>
                    <a:cubicBezTo>
                      <a:pt x="176" y="427"/>
                      <a:pt x="176" y="427"/>
                      <a:pt x="176" y="427"/>
                    </a:cubicBezTo>
                    <a:cubicBezTo>
                      <a:pt x="176" y="427"/>
                      <a:pt x="167" y="421"/>
                      <a:pt x="169" y="410"/>
                    </a:cubicBezTo>
                    <a:cubicBezTo>
                      <a:pt x="139" y="376"/>
                      <a:pt x="139" y="376"/>
                      <a:pt x="139" y="376"/>
                    </a:cubicBezTo>
                    <a:cubicBezTo>
                      <a:pt x="139" y="376"/>
                      <a:pt x="117" y="357"/>
                      <a:pt x="123" y="336"/>
                    </a:cubicBezTo>
                    <a:cubicBezTo>
                      <a:pt x="91" y="295"/>
                      <a:pt x="91" y="295"/>
                      <a:pt x="91" y="295"/>
                    </a:cubicBezTo>
                    <a:cubicBezTo>
                      <a:pt x="91" y="295"/>
                      <a:pt x="74" y="286"/>
                      <a:pt x="75" y="264"/>
                    </a:cubicBezTo>
                    <a:cubicBezTo>
                      <a:pt x="50" y="216"/>
                      <a:pt x="50" y="216"/>
                      <a:pt x="50" y="216"/>
                    </a:cubicBezTo>
                    <a:cubicBezTo>
                      <a:pt x="50" y="216"/>
                      <a:pt x="36" y="209"/>
                      <a:pt x="38" y="190"/>
                    </a:cubicBezTo>
                    <a:cubicBezTo>
                      <a:pt x="28" y="142"/>
                      <a:pt x="28" y="142"/>
                      <a:pt x="28" y="142"/>
                    </a:cubicBezTo>
                    <a:cubicBezTo>
                      <a:pt x="28" y="142"/>
                      <a:pt x="11" y="135"/>
                      <a:pt x="10" y="120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9" y="64"/>
                      <a:pt x="1" y="59"/>
                      <a:pt x="0" y="51"/>
                    </a:cubicBezTo>
                    <a:cubicBezTo>
                      <a:pt x="0" y="51"/>
                      <a:pt x="60" y="1"/>
                      <a:pt x="104" y="0"/>
                    </a:cubicBezTo>
                    <a:close/>
                  </a:path>
                </a:pathLst>
              </a:custGeom>
              <a:solidFill>
                <a:srgbClr val="A4C6D9"/>
              </a:solidFill>
              <a:ln w="3175" cap="flat">
                <a:solidFill>
                  <a:srgbClr val="BD75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" name="Freeform 101">
                <a:extLst>
                  <a:ext uri="{FF2B5EF4-FFF2-40B4-BE49-F238E27FC236}">
                    <a16:creationId xmlns:a16="http://schemas.microsoft.com/office/drawing/2014/main" id="{8A6B2757-10FD-4D77-BCE7-8A62B4D0A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346"/>
                <a:ext cx="119" cy="68"/>
              </a:xfrm>
              <a:custGeom>
                <a:avLst/>
                <a:gdLst>
                  <a:gd name="T0" fmla="*/ 27 w 187"/>
                  <a:gd name="T1" fmla="*/ 6 h 107"/>
                  <a:gd name="T2" fmla="*/ 41 w 187"/>
                  <a:gd name="T3" fmla="*/ 10 h 107"/>
                  <a:gd name="T4" fmla="*/ 47 w 187"/>
                  <a:gd name="T5" fmla="*/ 15 h 107"/>
                  <a:gd name="T6" fmla="*/ 38 w 187"/>
                  <a:gd name="T7" fmla="*/ 15 h 107"/>
                  <a:gd name="T8" fmla="*/ 28 w 187"/>
                  <a:gd name="T9" fmla="*/ 11 h 107"/>
                  <a:gd name="T10" fmla="*/ 27 w 187"/>
                  <a:gd name="T11" fmla="*/ 14 h 107"/>
                  <a:gd name="T12" fmla="*/ 4 w 187"/>
                  <a:gd name="T13" fmla="*/ 25 h 107"/>
                  <a:gd name="T14" fmla="*/ 1 w 187"/>
                  <a:gd name="T15" fmla="*/ 22 h 107"/>
                  <a:gd name="T16" fmla="*/ 4 w 187"/>
                  <a:gd name="T17" fmla="*/ 9 h 107"/>
                  <a:gd name="T18" fmla="*/ 10 w 187"/>
                  <a:gd name="T19" fmla="*/ 6 h 107"/>
                  <a:gd name="T20" fmla="*/ 26 w 187"/>
                  <a:gd name="T21" fmla="*/ 2 h 107"/>
                  <a:gd name="T22" fmla="*/ 27 w 187"/>
                  <a:gd name="T23" fmla="*/ 6 h 1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7" h="107">
                    <a:moveTo>
                      <a:pt x="106" y="22"/>
                    </a:moveTo>
                    <a:cubicBezTo>
                      <a:pt x="106" y="22"/>
                      <a:pt x="147" y="36"/>
                      <a:pt x="157" y="36"/>
                    </a:cubicBezTo>
                    <a:cubicBezTo>
                      <a:pt x="166" y="36"/>
                      <a:pt x="187" y="42"/>
                      <a:pt x="182" y="56"/>
                    </a:cubicBezTo>
                    <a:cubicBezTo>
                      <a:pt x="177" y="71"/>
                      <a:pt x="157" y="60"/>
                      <a:pt x="149" y="56"/>
                    </a:cubicBezTo>
                    <a:cubicBezTo>
                      <a:pt x="142" y="53"/>
                      <a:pt x="109" y="42"/>
                      <a:pt x="109" y="42"/>
                    </a:cubicBezTo>
                    <a:cubicBezTo>
                      <a:pt x="109" y="42"/>
                      <a:pt x="117" y="51"/>
                      <a:pt x="105" y="55"/>
                    </a:cubicBezTo>
                    <a:cubicBezTo>
                      <a:pt x="93" y="58"/>
                      <a:pt x="32" y="86"/>
                      <a:pt x="18" y="97"/>
                    </a:cubicBezTo>
                    <a:cubicBezTo>
                      <a:pt x="4" y="107"/>
                      <a:pt x="0" y="101"/>
                      <a:pt x="2" y="86"/>
                    </a:cubicBezTo>
                    <a:cubicBezTo>
                      <a:pt x="5" y="72"/>
                      <a:pt x="17" y="39"/>
                      <a:pt x="18" y="35"/>
                    </a:cubicBezTo>
                    <a:cubicBezTo>
                      <a:pt x="18" y="32"/>
                      <a:pt x="26" y="30"/>
                      <a:pt x="37" y="25"/>
                    </a:cubicBezTo>
                    <a:cubicBezTo>
                      <a:pt x="48" y="21"/>
                      <a:pt x="102" y="0"/>
                      <a:pt x="102" y="7"/>
                    </a:cubicBezTo>
                    <a:cubicBezTo>
                      <a:pt x="102" y="15"/>
                      <a:pt x="103" y="19"/>
                      <a:pt x="106" y="22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" name="Freeform 102">
                <a:extLst>
                  <a:ext uri="{FF2B5EF4-FFF2-40B4-BE49-F238E27FC236}">
                    <a16:creationId xmlns:a16="http://schemas.microsoft.com/office/drawing/2014/main" id="{616C3D12-473D-4E05-9710-F758D9FAF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385"/>
                <a:ext cx="138" cy="74"/>
              </a:xfrm>
              <a:custGeom>
                <a:avLst/>
                <a:gdLst>
                  <a:gd name="T0" fmla="*/ 27 w 216"/>
                  <a:gd name="T1" fmla="*/ 4 h 116"/>
                  <a:gd name="T2" fmla="*/ 42 w 216"/>
                  <a:gd name="T3" fmla="*/ 7 h 116"/>
                  <a:gd name="T4" fmla="*/ 56 w 216"/>
                  <a:gd name="T5" fmla="*/ 14 h 116"/>
                  <a:gd name="T6" fmla="*/ 47 w 216"/>
                  <a:gd name="T7" fmla="*/ 19 h 116"/>
                  <a:gd name="T8" fmla="*/ 29 w 216"/>
                  <a:gd name="T9" fmla="*/ 12 h 116"/>
                  <a:gd name="T10" fmla="*/ 27 w 216"/>
                  <a:gd name="T11" fmla="*/ 13 h 116"/>
                  <a:gd name="T12" fmla="*/ 23 w 216"/>
                  <a:gd name="T13" fmla="*/ 15 h 116"/>
                  <a:gd name="T14" fmla="*/ 4 w 216"/>
                  <a:gd name="T15" fmla="*/ 27 h 116"/>
                  <a:gd name="T16" fmla="*/ 1 w 216"/>
                  <a:gd name="T17" fmla="*/ 27 h 116"/>
                  <a:gd name="T18" fmla="*/ 1 w 216"/>
                  <a:gd name="T19" fmla="*/ 15 h 116"/>
                  <a:gd name="T20" fmla="*/ 4 w 216"/>
                  <a:gd name="T21" fmla="*/ 11 h 116"/>
                  <a:gd name="T22" fmla="*/ 24 w 216"/>
                  <a:gd name="T23" fmla="*/ 1 h 116"/>
                  <a:gd name="T24" fmla="*/ 27 w 216"/>
                  <a:gd name="T25" fmla="*/ 1 h 116"/>
                  <a:gd name="T26" fmla="*/ 27 w 216"/>
                  <a:gd name="T27" fmla="*/ 4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6" h="116">
                    <a:moveTo>
                      <a:pt x="102" y="16"/>
                    </a:moveTo>
                    <a:cubicBezTo>
                      <a:pt x="102" y="16"/>
                      <a:pt x="145" y="27"/>
                      <a:pt x="161" y="28"/>
                    </a:cubicBezTo>
                    <a:cubicBezTo>
                      <a:pt x="176" y="30"/>
                      <a:pt x="216" y="31"/>
                      <a:pt x="215" y="55"/>
                    </a:cubicBezTo>
                    <a:cubicBezTo>
                      <a:pt x="213" y="78"/>
                      <a:pt x="197" y="78"/>
                      <a:pt x="182" y="73"/>
                    </a:cubicBezTo>
                    <a:cubicBezTo>
                      <a:pt x="166" y="69"/>
                      <a:pt x="116" y="46"/>
                      <a:pt x="110" y="46"/>
                    </a:cubicBezTo>
                    <a:cubicBezTo>
                      <a:pt x="104" y="46"/>
                      <a:pt x="105" y="46"/>
                      <a:pt x="105" y="49"/>
                    </a:cubicBezTo>
                    <a:cubicBezTo>
                      <a:pt x="105" y="53"/>
                      <a:pt x="98" y="53"/>
                      <a:pt x="89" y="57"/>
                    </a:cubicBezTo>
                    <a:cubicBezTo>
                      <a:pt x="80" y="61"/>
                      <a:pt x="22" y="99"/>
                      <a:pt x="17" y="105"/>
                    </a:cubicBezTo>
                    <a:cubicBezTo>
                      <a:pt x="12" y="110"/>
                      <a:pt x="0" y="116"/>
                      <a:pt x="2" y="103"/>
                    </a:cubicBezTo>
                    <a:cubicBezTo>
                      <a:pt x="3" y="89"/>
                      <a:pt x="3" y="59"/>
                      <a:pt x="3" y="56"/>
                    </a:cubicBezTo>
                    <a:cubicBezTo>
                      <a:pt x="3" y="53"/>
                      <a:pt x="10" y="46"/>
                      <a:pt x="16" y="43"/>
                    </a:cubicBezTo>
                    <a:cubicBezTo>
                      <a:pt x="23" y="40"/>
                      <a:pt x="86" y="9"/>
                      <a:pt x="91" y="4"/>
                    </a:cubicBezTo>
                    <a:cubicBezTo>
                      <a:pt x="95" y="0"/>
                      <a:pt x="104" y="3"/>
                      <a:pt x="102" y="5"/>
                    </a:cubicBezTo>
                    <a:cubicBezTo>
                      <a:pt x="100" y="6"/>
                      <a:pt x="100" y="18"/>
                      <a:pt x="102" y="16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" name="Freeform 103">
                <a:extLst>
                  <a:ext uri="{FF2B5EF4-FFF2-40B4-BE49-F238E27FC236}">
                    <a16:creationId xmlns:a16="http://schemas.microsoft.com/office/drawing/2014/main" id="{54FD96ED-272B-451B-9A72-DBC07A446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426"/>
                <a:ext cx="121" cy="76"/>
              </a:xfrm>
              <a:custGeom>
                <a:avLst/>
                <a:gdLst>
                  <a:gd name="T0" fmla="*/ 25 w 191"/>
                  <a:gd name="T1" fmla="*/ 3 h 120"/>
                  <a:gd name="T2" fmla="*/ 37 w 191"/>
                  <a:gd name="T3" fmla="*/ 7 h 120"/>
                  <a:gd name="T4" fmla="*/ 47 w 191"/>
                  <a:gd name="T5" fmla="*/ 9 h 120"/>
                  <a:gd name="T6" fmla="*/ 46 w 191"/>
                  <a:gd name="T7" fmla="*/ 15 h 120"/>
                  <a:gd name="T8" fmla="*/ 32 w 191"/>
                  <a:gd name="T9" fmla="*/ 10 h 120"/>
                  <a:gd name="T10" fmla="*/ 25 w 191"/>
                  <a:gd name="T11" fmla="*/ 10 h 120"/>
                  <a:gd name="T12" fmla="*/ 24 w 191"/>
                  <a:gd name="T13" fmla="*/ 13 h 120"/>
                  <a:gd name="T14" fmla="*/ 6 w 191"/>
                  <a:gd name="T15" fmla="*/ 29 h 120"/>
                  <a:gd name="T16" fmla="*/ 2 w 191"/>
                  <a:gd name="T17" fmla="*/ 28 h 120"/>
                  <a:gd name="T18" fmla="*/ 1 w 191"/>
                  <a:gd name="T19" fmla="*/ 18 h 120"/>
                  <a:gd name="T20" fmla="*/ 3 w 191"/>
                  <a:gd name="T21" fmla="*/ 15 h 120"/>
                  <a:gd name="T22" fmla="*/ 18 w 191"/>
                  <a:gd name="T23" fmla="*/ 1 h 120"/>
                  <a:gd name="T24" fmla="*/ 22 w 191"/>
                  <a:gd name="T25" fmla="*/ 1 h 120"/>
                  <a:gd name="T26" fmla="*/ 25 w 191"/>
                  <a:gd name="T27" fmla="*/ 3 h 1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1" h="120">
                    <a:moveTo>
                      <a:pt x="96" y="10"/>
                    </a:moveTo>
                    <a:cubicBezTo>
                      <a:pt x="96" y="10"/>
                      <a:pt x="140" y="25"/>
                      <a:pt x="147" y="27"/>
                    </a:cubicBezTo>
                    <a:cubicBezTo>
                      <a:pt x="154" y="29"/>
                      <a:pt x="176" y="25"/>
                      <a:pt x="184" y="35"/>
                    </a:cubicBezTo>
                    <a:cubicBezTo>
                      <a:pt x="191" y="45"/>
                      <a:pt x="190" y="61"/>
                      <a:pt x="180" y="59"/>
                    </a:cubicBezTo>
                    <a:cubicBezTo>
                      <a:pt x="169" y="58"/>
                      <a:pt x="132" y="42"/>
                      <a:pt x="125" y="39"/>
                    </a:cubicBezTo>
                    <a:cubicBezTo>
                      <a:pt x="119" y="36"/>
                      <a:pt x="99" y="31"/>
                      <a:pt x="98" y="36"/>
                    </a:cubicBezTo>
                    <a:cubicBezTo>
                      <a:pt x="98" y="42"/>
                      <a:pt x="103" y="46"/>
                      <a:pt x="95" y="50"/>
                    </a:cubicBezTo>
                    <a:cubicBezTo>
                      <a:pt x="87" y="54"/>
                      <a:pt x="28" y="107"/>
                      <a:pt x="24" y="112"/>
                    </a:cubicBezTo>
                    <a:cubicBezTo>
                      <a:pt x="20" y="117"/>
                      <a:pt x="8" y="120"/>
                      <a:pt x="7" y="110"/>
                    </a:cubicBezTo>
                    <a:cubicBezTo>
                      <a:pt x="5" y="100"/>
                      <a:pt x="4" y="75"/>
                      <a:pt x="2" y="71"/>
                    </a:cubicBezTo>
                    <a:cubicBezTo>
                      <a:pt x="0" y="68"/>
                      <a:pt x="7" y="61"/>
                      <a:pt x="12" y="57"/>
                    </a:cubicBezTo>
                    <a:cubicBezTo>
                      <a:pt x="16" y="52"/>
                      <a:pt x="71" y="7"/>
                      <a:pt x="73" y="4"/>
                    </a:cubicBezTo>
                    <a:cubicBezTo>
                      <a:pt x="76" y="0"/>
                      <a:pt x="89" y="0"/>
                      <a:pt x="88" y="2"/>
                    </a:cubicBezTo>
                    <a:cubicBezTo>
                      <a:pt x="87" y="4"/>
                      <a:pt x="89" y="9"/>
                      <a:pt x="96" y="1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" name="Freeform 104">
                <a:extLst>
                  <a:ext uri="{FF2B5EF4-FFF2-40B4-BE49-F238E27FC236}">
                    <a16:creationId xmlns:a16="http://schemas.microsoft.com/office/drawing/2014/main" id="{671B6346-4D27-480B-9EAC-E655EFABF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465"/>
                <a:ext cx="139" cy="86"/>
              </a:xfrm>
              <a:custGeom>
                <a:avLst/>
                <a:gdLst>
                  <a:gd name="T0" fmla="*/ 27 w 217"/>
                  <a:gd name="T1" fmla="*/ 2 h 135"/>
                  <a:gd name="T2" fmla="*/ 40 w 217"/>
                  <a:gd name="T3" fmla="*/ 3 h 135"/>
                  <a:gd name="T4" fmla="*/ 49 w 217"/>
                  <a:gd name="T5" fmla="*/ 4 h 135"/>
                  <a:gd name="T6" fmla="*/ 54 w 217"/>
                  <a:gd name="T7" fmla="*/ 11 h 135"/>
                  <a:gd name="T8" fmla="*/ 40 w 217"/>
                  <a:gd name="T9" fmla="*/ 10 h 135"/>
                  <a:gd name="T10" fmla="*/ 29 w 217"/>
                  <a:gd name="T11" fmla="*/ 10 h 135"/>
                  <a:gd name="T12" fmla="*/ 28 w 217"/>
                  <a:gd name="T13" fmla="*/ 13 h 135"/>
                  <a:gd name="T14" fmla="*/ 18 w 217"/>
                  <a:gd name="T15" fmla="*/ 22 h 135"/>
                  <a:gd name="T16" fmla="*/ 6 w 217"/>
                  <a:gd name="T17" fmla="*/ 32 h 135"/>
                  <a:gd name="T18" fmla="*/ 1 w 217"/>
                  <a:gd name="T19" fmla="*/ 20 h 135"/>
                  <a:gd name="T20" fmla="*/ 20 w 217"/>
                  <a:gd name="T21" fmla="*/ 2 h 135"/>
                  <a:gd name="T22" fmla="*/ 24 w 217"/>
                  <a:gd name="T23" fmla="*/ 1 h 135"/>
                  <a:gd name="T24" fmla="*/ 27 w 217"/>
                  <a:gd name="T25" fmla="*/ 2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7" h="135">
                    <a:moveTo>
                      <a:pt x="101" y="7"/>
                    </a:moveTo>
                    <a:cubicBezTo>
                      <a:pt x="101" y="7"/>
                      <a:pt x="146" y="11"/>
                      <a:pt x="154" y="10"/>
                    </a:cubicBezTo>
                    <a:cubicBezTo>
                      <a:pt x="162" y="9"/>
                      <a:pt x="179" y="7"/>
                      <a:pt x="186" y="14"/>
                    </a:cubicBezTo>
                    <a:cubicBezTo>
                      <a:pt x="193" y="21"/>
                      <a:pt x="217" y="40"/>
                      <a:pt x="204" y="45"/>
                    </a:cubicBezTo>
                    <a:cubicBezTo>
                      <a:pt x="191" y="49"/>
                      <a:pt x="163" y="40"/>
                      <a:pt x="153" y="38"/>
                    </a:cubicBezTo>
                    <a:cubicBezTo>
                      <a:pt x="144" y="37"/>
                      <a:pt x="113" y="38"/>
                      <a:pt x="113" y="38"/>
                    </a:cubicBezTo>
                    <a:cubicBezTo>
                      <a:pt x="113" y="38"/>
                      <a:pt x="112" y="45"/>
                      <a:pt x="108" y="49"/>
                    </a:cubicBezTo>
                    <a:cubicBezTo>
                      <a:pt x="105" y="54"/>
                      <a:pt x="74" y="74"/>
                      <a:pt x="67" y="83"/>
                    </a:cubicBezTo>
                    <a:cubicBezTo>
                      <a:pt x="60" y="91"/>
                      <a:pt x="31" y="135"/>
                      <a:pt x="24" y="126"/>
                    </a:cubicBezTo>
                    <a:cubicBezTo>
                      <a:pt x="17" y="116"/>
                      <a:pt x="0" y="87"/>
                      <a:pt x="5" y="79"/>
                    </a:cubicBezTo>
                    <a:cubicBezTo>
                      <a:pt x="11" y="70"/>
                      <a:pt x="74" y="14"/>
                      <a:pt x="78" y="7"/>
                    </a:cubicBezTo>
                    <a:cubicBezTo>
                      <a:pt x="81" y="0"/>
                      <a:pt x="92" y="1"/>
                      <a:pt x="92" y="3"/>
                    </a:cubicBezTo>
                    <a:cubicBezTo>
                      <a:pt x="93" y="5"/>
                      <a:pt x="98" y="9"/>
                      <a:pt x="101" y="7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" name="Freeform 105">
                <a:extLst>
                  <a:ext uri="{FF2B5EF4-FFF2-40B4-BE49-F238E27FC236}">
                    <a16:creationId xmlns:a16="http://schemas.microsoft.com/office/drawing/2014/main" id="{198E03AB-AC03-40FA-89F2-7F83DEB4F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499"/>
                <a:ext cx="145" cy="95"/>
              </a:xfrm>
              <a:custGeom>
                <a:avLst/>
                <a:gdLst>
                  <a:gd name="T0" fmla="*/ 23 w 227"/>
                  <a:gd name="T1" fmla="*/ 3 h 149"/>
                  <a:gd name="T2" fmla="*/ 45 w 227"/>
                  <a:gd name="T3" fmla="*/ 5 h 149"/>
                  <a:gd name="T4" fmla="*/ 55 w 227"/>
                  <a:gd name="T5" fmla="*/ 7 h 149"/>
                  <a:gd name="T6" fmla="*/ 55 w 227"/>
                  <a:gd name="T7" fmla="*/ 16 h 149"/>
                  <a:gd name="T8" fmla="*/ 27 w 227"/>
                  <a:gd name="T9" fmla="*/ 9 h 149"/>
                  <a:gd name="T10" fmla="*/ 27 w 227"/>
                  <a:gd name="T11" fmla="*/ 11 h 149"/>
                  <a:gd name="T12" fmla="*/ 27 w 227"/>
                  <a:gd name="T13" fmla="*/ 15 h 149"/>
                  <a:gd name="T14" fmla="*/ 10 w 227"/>
                  <a:gd name="T15" fmla="*/ 38 h 149"/>
                  <a:gd name="T16" fmla="*/ 7 w 227"/>
                  <a:gd name="T17" fmla="*/ 37 h 149"/>
                  <a:gd name="T18" fmla="*/ 1 w 227"/>
                  <a:gd name="T19" fmla="*/ 28 h 149"/>
                  <a:gd name="T20" fmla="*/ 3 w 227"/>
                  <a:gd name="T21" fmla="*/ 23 h 149"/>
                  <a:gd name="T22" fmla="*/ 17 w 227"/>
                  <a:gd name="T23" fmla="*/ 3 h 149"/>
                  <a:gd name="T24" fmla="*/ 21 w 227"/>
                  <a:gd name="T25" fmla="*/ 1 h 149"/>
                  <a:gd name="T26" fmla="*/ 23 w 227"/>
                  <a:gd name="T27" fmla="*/ 3 h 1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7" h="149">
                    <a:moveTo>
                      <a:pt x="88" y="10"/>
                    </a:moveTo>
                    <a:cubicBezTo>
                      <a:pt x="88" y="10"/>
                      <a:pt x="154" y="20"/>
                      <a:pt x="170" y="20"/>
                    </a:cubicBezTo>
                    <a:cubicBezTo>
                      <a:pt x="187" y="21"/>
                      <a:pt x="206" y="18"/>
                      <a:pt x="210" y="26"/>
                    </a:cubicBezTo>
                    <a:cubicBezTo>
                      <a:pt x="214" y="34"/>
                      <a:pt x="227" y="64"/>
                      <a:pt x="209" y="61"/>
                    </a:cubicBezTo>
                    <a:cubicBezTo>
                      <a:pt x="192" y="57"/>
                      <a:pt x="115" y="28"/>
                      <a:pt x="105" y="34"/>
                    </a:cubicBezTo>
                    <a:cubicBezTo>
                      <a:pt x="95" y="39"/>
                      <a:pt x="107" y="40"/>
                      <a:pt x="107" y="40"/>
                    </a:cubicBezTo>
                    <a:cubicBezTo>
                      <a:pt x="107" y="40"/>
                      <a:pt x="114" y="46"/>
                      <a:pt x="104" y="57"/>
                    </a:cubicBezTo>
                    <a:cubicBezTo>
                      <a:pt x="93" y="68"/>
                      <a:pt x="41" y="141"/>
                      <a:pt x="38" y="145"/>
                    </a:cubicBezTo>
                    <a:cubicBezTo>
                      <a:pt x="36" y="148"/>
                      <a:pt x="28" y="149"/>
                      <a:pt x="26" y="143"/>
                    </a:cubicBezTo>
                    <a:cubicBezTo>
                      <a:pt x="24" y="138"/>
                      <a:pt x="4" y="109"/>
                      <a:pt x="2" y="108"/>
                    </a:cubicBezTo>
                    <a:cubicBezTo>
                      <a:pt x="0" y="106"/>
                      <a:pt x="11" y="91"/>
                      <a:pt x="13" y="89"/>
                    </a:cubicBezTo>
                    <a:cubicBezTo>
                      <a:pt x="14" y="87"/>
                      <a:pt x="65" y="20"/>
                      <a:pt x="68" y="13"/>
                    </a:cubicBezTo>
                    <a:cubicBezTo>
                      <a:pt x="70" y="7"/>
                      <a:pt x="80" y="0"/>
                      <a:pt x="81" y="2"/>
                    </a:cubicBezTo>
                    <a:cubicBezTo>
                      <a:pt x="83" y="5"/>
                      <a:pt x="86" y="13"/>
                      <a:pt x="88" y="1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" name="Freeform 106">
                <a:extLst>
                  <a:ext uri="{FF2B5EF4-FFF2-40B4-BE49-F238E27FC236}">
                    <a16:creationId xmlns:a16="http://schemas.microsoft.com/office/drawing/2014/main" id="{67B9FFDB-A3BC-4D80-A8F2-C90228322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546"/>
                <a:ext cx="148" cy="95"/>
              </a:xfrm>
              <a:custGeom>
                <a:avLst/>
                <a:gdLst>
                  <a:gd name="T0" fmla="*/ 22 w 232"/>
                  <a:gd name="T1" fmla="*/ 3 h 149"/>
                  <a:gd name="T2" fmla="*/ 40 w 232"/>
                  <a:gd name="T3" fmla="*/ 4 h 149"/>
                  <a:gd name="T4" fmla="*/ 50 w 232"/>
                  <a:gd name="T5" fmla="*/ 4 h 149"/>
                  <a:gd name="T6" fmla="*/ 57 w 232"/>
                  <a:gd name="T7" fmla="*/ 14 h 149"/>
                  <a:gd name="T8" fmla="*/ 45 w 232"/>
                  <a:gd name="T9" fmla="*/ 11 h 149"/>
                  <a:gd name="T10" fmla="*/ 27 w 232"/>
                  <a:gd name="T11" fmla="*/ 11 h 149"/>
                  <a:gd name="T12" fmla="*/ 29 w 232"/>
                  <a:gd name="T13" fmla="*/ 13 h 149"/>
                  <a:gd name="T14" fmla="*/ 27 w 232"/>
                  <a:gd name="T15" fmla="*/ 16 h 149"/>
                  <a:gd name="T16" fmla="*/ 8 w 232"/>
                  <a:gd name="T17" fmla="*/ 38 h 149"/>
                  <a:gd name="T18" fmla="*/ 5 w 232"/>
                  <a:gd name="T19" fmla="*/ 37 h 149"/>
                  <a:gd name="T20" fmla="*/ 0 w 232"/>
                  <a:gd name="T21" fmla="*/ 30 h 149"/>
                  <a:gd name="T22" fmla="*/ 1 w 232"/>
                  <a:gd name="T23" fmla="*/ 27 h 149"/>
                  <a:gd name="T24" fmla="*/ 18 w 232"/>
                  <a:gd name="T25" fmla="*/ 3 h 149"/>
                  <a:gd name="T26" fmla="*/ 22 w 232"/>
                  <a:gd name="T27" fmla="*/ 3 h 1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2" h="149">
                    <a:moveTo>
                      <a:pt x="86" y="10"/>
                    </a:moveTo>
                    <a:cubicBezTo>
                      <a:pt x="86" y="10"/>
                      <a:pt x="148" y="18"/>
                      <a:pt x="154" y="17"/>
                    </a:cubicBezTo>
                    <a:cubicBezTo>
                      <a:pt x="161" y="16"/>
                      <a:pt x="187" y="9"/>
                      <a:pt x="193" y="15"/>
                    </a:cubicBezTo>
                    <a:cubicBezTo>
                      <a:pt x="200" y="22"/>
                      <a:pt x="232" y="50"/>
                      <a:pt x="220" y="53"/>
                    </a:cubicBezTo>
                    <a:cubicBezTo>
                      <a:pt x="209" y="56"/>
                      <a:pt x="184" y="44"/>
                      <a:pt x="172" y="43"/>
                    </a:cubicBezTo>
                    <a:cubicBezTo>
                      <a:pt x="159" y="42"/>
                      <a:pt x="109" y="39"/>
                      <a:pt x="106" y="41"/>
                    </a:cubicBezTo>
                    <a:cubicBezTo>
                      <a:pt x="103" y="43"/>
                      <a:pt x="109" y="51"/>
                      <a:pt x="109" y="51"/>
                    </a:cubicBezTo>
                    <a:cubicBezTo>
                      <a:pt x="109" y="51"/>
                      <a:pt x="111" y="58"/>
                      <a:pt x="107" y="61"/>
                    </a:cubicBezTo>
                    <a:cubicBezTo>
                      <a:pt x="103" y="63"/>
                      <a:pt x="33" y="140"/>
                      <a:pt x="31" y="145"/>
                    </a:cubicBezTo>
                    <a:cubicBezTo>
                      <a:pt x="29" y="149"/>
                      <a:pt x="25" y="147"/>
                      <a:pt x="20" y="142"/>
                    </a:cubicBezTo>
                    <a:cubicBezTo>
                      <a:pt x="15" y="138"/>
                      <a:pt x="0" y="116"/>
                      <a:pt x="0" y="116"/>
                    </a:cubicBezTo>
                    <a:cubicBezTo>
                      <a:pt x="0" y="116"/>
                      <a:pt x="1" y="108"/>
                      <a:pt x="5" y="103"/>
                    </a:cubicBezTo>
                    <a:cubicBezTo>
                      <a:pt x="9" y="97"/>
                      <a:pt x="68" y="16"/>
                      <a:pt x="69" y="13"/>
                    </a:cubicBezTo>
                    <a:cubicBezTo>
                      <a:pt x="70" y="11"/>
                      <a:pt x="80" y="0"/>
                      <a:pt x="86" y="1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" name="Freeform 107">
                <a:extLst>
                  <a:ext uri="{FF2B5EF4-FFF2-40B4-BE49-F238E27FC236}">
                    <a16:creationId xmlns:a16="http://schemas.microsoft.com/office/drawing/2014/main" id="{6CF9FED1-4B77-449B-B5DC-F8974E4A6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591"/>
                <a:ext cx="153" cy="89"/>
              </a:xfrm>
              <a:custGeom>
                <a:avLst/>
                <a:gdLst>
                  <a:gd name="T0" fmla="*/ 26 w 239"/>
                  <a:gd name="T1" fmla="*/ 3 h 139"/>
                  <a:gd name="T2" fmla="*/ 49 w 239"/>
                  <a:gd name="T3" fmla="*/ 5 h 139"/>
                  <a:gd name="T4" fmla="*/ 55 w 239"/>
                  <a:gd name="T5" fmla="*/ 6 h 139"/>
                  <a:gd name="T6" fmla="*/ 60 w 239"/>
                  <a:gd name="T7" fmla="*/ 15 h 139"/>
                  <a:gd name="T8" fmla="*/ 49 w 239"/>
                  <a:gd name="T9" fmla="*/ 13 h 139"/>
                  <a:gd name="T10" fmla="*/ 29 w 239"/>
                  <a:gd name="T11" fmla="*/ 9 h 139"/>
                  <a:gd name="T12" fmla="*/ 30 w 239"/>
                  <a:gd name="T13" fmla="*/ 13 h 139"/>
                  <a:gd name="T14" fmla="*/ 8 w 239"/>
                  <a:gd name="T15" fmla="*/ 35 h 139"/>
                  <a:gd name="T16" fmla="*/ 6 w 239"/>
                  <a:gd name="T17" fmla="*/ 35 h 139"/>
                  <a:gd name="T18" fmla="*/ 1 w 239"/>
                  <a:gd name="T19" fmla="*/ 26 h 139"/>
                  <a:gd name="T20" fmla="*/ 2 w 239"/>
                  <a:gd name="T21" fmla="*/ 22 h 139"/>
                  <a:gd name="T22" fmla="*/ 20 w 239"/>
                  <a:gd name="T23" fmla="*/ 2 h 139"/>
                  <a:gd name="T24" fmla="*/ 23 w 239"/>
                  <a:gd name="T25" fmla="*/ 1 h 139"/>
                  <a:gd name="T26" fmla="*/ 26 w 239"/>
                  <a:gd name="T27" fmla="*/ 3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9" h="139">
                    <a:moveTo>
                      <a:pt x="97" y="13"/>
                    </a:moveTo>
                    <a:cubicBezTo>
                      <a:pt x="97" y="13"/>
                      <a:pt x="178" y="21"/>
                      <a:pt x="189" y="21"/>
                    </a:cubicBezTo>
                    <a:cubicBezTo>
                      <a:pt x="199" y="21"/>
                      <a:pt x="205" y="17"/>
                      <a:pt x="211" y="23"/>
                    </a:cubicBezTo>
                    <a:cubicBezTo>
                      <a:pt x="217" y="28"/>
                      <a:pt x="239" y="58"/>
                      <a:pt x="228" y="58"/>
                    </a:cubicBezTo>
                    <a:cubicBezTo>
                      <a:pt x="217" y="58"/>
                      <a:pt x="196" y="55"/>
                      <a:pt x="186" y="52"/>
                    </a:cubicBezTo>
                    <a:cubicBezTo>
                      <a:pt x="175" y="49"/>
                      <a:pt x="115" y="30"/>
                      <a:pt x="113" y="35"/>
                    </a:cubicBezTo>
                    <a:cubicBezTo>
                      <a:pt x="111" y="39"/>
                      <a:pt x="122" y="46"/>
                      <a:pt x="116" y="50"/>
                    </a:cubicBezTo>
                    <a:cubicBezTo>
                      <a:pt x="109" y="54"/>
                      <a:pt x="32" y="132"/>
                      <a:pt x="32" y="132"/>
                    </a:cubicBezTo>
                    <a:cubicBezTo>
                      <a:pt x="32" y="132"/>
                      <a:pt x="27" y="139"/>
                      <a:pt x="22" y="133"/>
                    </a:cubicBezTo>
                    <a:cubicBezTo>
                      <a:pt x="17" y="128"/>
                      <a:pt x="5" y="100"/>
                      <a:pt x="3" y="99"/>
                    </a:cubicBezTo>
                    <a:cubicBezTo>
                      <a:pt x="0" y="97"/>
                      <a:pt x="3" y="87"/>
                      <a:pt x="8" y="83"/>
                    </a:cubicBezTo>
                    <a:cubicBezTo>
                      <a:pt x="13" y="78"/>
                      <a:pt x="73" y="10"/>
                      <a:pt x="76" y="8"/>
                    </a:cubicBezTo>
                    <a:cubicBezTo>
                      <a:pt x="79" y="6"/>
                      <a:pt x="87" y="0"/>
                      <a:pt x="88" y="3"/>
                    </a:cubicBezTo>
                    <a:cubicBezTo>
                      <a:pt x="89" y="6"/>
                      <a:pt x="97" y="13"/>
                      <a:pt x="97" y="13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" name="Freeform 108">
                <a:extLst>
                  <a:ext uri="{FF2B5EF4-FFF2-40B4-BE49-F238E27FC236}">
                    <a16:creationId xmlns:a16="http://schemas.microsoft.com/office/drawing/2014/main" id="{33E1D1C7-FAEE-4AB6-8895-37E1A7D97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631"/>
                <a:ext cx="166" cy="107"/>
              </a:xfrm>
              <a:custGeom>
                <a:avLst/>
                <a:gdLst>
                  <a:gd name="T0" fmla="*/ 43 w 260"/>
                  <a:gd name="T1" fmla="*/ 11 h 167"/>
                  <a:gd name="T2" fmla="*/ 58 w 260"/>
                  <a:gd name="T3" fmla="*/ 14 h 167"/>
                  <a:gd name="T4" fmla="*/ 67 w 260"/>
                  <a:gd name="T5" fmla="*/ 22 h 167"/>
                  <a:gd name="T6" fmla="*/ 59 w 260"/>
                  <a:gd name="T7" fmla="*/ 22 h 167"/>
                  <a:gd name="T8" fmla="*/ 41 w 260"/>
                  <a:gd name="T9" fmla="*/ 21 h 167"/>
                  <a:gd name="T10" fmla="*/ 41 w 260"/>
                  <a:gd name="T11" fmla="*/ 24 h 167"/>
                  <a:gd name="T12" fmla="*/ 13 w 260"/>
                  <a:gd name="T13" fmla="*/ 40 h 167"/>
                  <a:gd name="T14" fmla="*/ 8 w 260"/>
                  <a:gd name="T15" fmla="*/ 42 h 167"/>
                  <a:gd name="T16" fmla="*/ 1 w 260"/>
                  <a:gd name="T17" fmla="*/ 27 h 167"/>
                  <a:gd name="T18" fmla="*/ 2 w 260"/>
                  <a:gd name="T19" fmla="*/ 22 h 167"/>
                  <a:gd name="T20" fmla="*/ 24 w 260"/>
                  <a:gd name="T21" fmla="*/ 7 h 167"/>
                  <a:gd name="T22" fmla="*/ 29 w 260"/>
                  <a:gd name="T23" fmla="*/ 6 h 167"/>
                  <a:gd name="T24" fmla="*/ 39 w 260"/>
                  <a:gd name="T25" fmla="*/ 3 h 167"/>
                  <a:gd name="T26" fmla="*/ 43 w 260"/>
                  <a:gd name="T27" fmla="*/ 1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0" h="167">
                    <a:moveTo>
                      <a:pt x="166" y="40"/>
                    </a:moveTo>
                    <a:cubicBezTo>
                      <a:pt x="166" y="40"/>
                      <a:pt x="215" y="55"/>
                      <a:pt x="223" y="54"/>
                    </a:cubicBezTo>
                    <a:cubicBezTo>
                      <a:pt x="232" y="52"/>
                      <a:pt x="260" y="73"/>
                      <a:pt x="259" y="82"/>
                    </a:cubicBezTo>
                    <a:cubicBezTo>
                      <a:pt x="257" y="91"/>
                      <a:pt x="239" y="89"/>
                      <a:pt x="227" y="84"/>
                    </a:cubicBezTo>
                    <a:cubicBezTo>
                      <a:pt x="215" y="78"/>
                      <a:pt x="158" y="80"/>
                      <a:pt x="158" y="80"/>
                    </a:cubicBezTo>
                    <a:cubicBezTo>
                      <a:pt x="158" y="80"/>
                      <a:pt x="169" y="87"/>
                      <a:pt x="156" y="94"/>
                    </a:cubicBezTo>
                    <a:cubicBezTo>
                      <a:pt x="144" y="102"/>
                      <a:pt x="55" y="146"/>
                      <a:pt x="50" y="153"/>
                    </a:cubicBezTo>
                    <a:cubicBezTo>
                      <a:pt x="45" y="159"/>
                      <a:pt x="36" y="167"/>
                      <a:pt x="32" y="158"/>
                    </a:cubicBezTo>
                    <a:cubicBezTo>
                      <a:pt x="27" y="148"/>
                      <a:pt x="6" y="103"/>
                      <a:pt x="3" y="102"/>
                    </a:cubicBezTo>
                    <a:cubicBezTo>
                      <a:pt x="0" y="100"/>
                      <a:pt x="2" y="89"/>
                      <a:pt x="7" y="85"/>
                    </a:cubicBezTo>
                    <a:cubicBezTo>
                      <a:pt x="13" y="81"/>
                      <a:pt x="90" y="31"/>
                      <a:pt x="92" y="27"/>
                    </a:cubicBezTo>
                    <a:cubicBezTo>
                      <a:pt x="95" y="23"/>
                      <a:pt x="113" y="25"/>
                      <a:pt x="113" y="25"/>
                    </a:cubicBezTo>
                    <a:cubicBezTo>
                      <a:pt x="113" y="25"/>
                      <a:pt x="126" y="0"/>
                      <a:pt x="149" y="12"/>
                    </a:cubicBezTo>
                    <a:cubicBezTo>
                      <a:pt x="173" y="23"/>
                      <a:pt x="166" y="40"/>
                      <a:pt x="166" y="4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" name="Freeform 109">
                <a:extLst>
                  <a:ext uri="{FF2B5EF4-FFF2-40B4-BE49-F238E27FC236}">
                    <a16:creationId xmlns:a16="http://schemas.microsoft.com/office/drawing/2014/main" id="{BF0A269E-EB59-46DC-B8E3-357B8EA89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1699"/>
                <a:ext cx="337" cy="1488"/>
              </a:xfrm>
              <a:custGeom>
                <a:avLst/>
                <a:gdLst>
                  <a:gd name="T0" fmla="*/ 106 w 528"/>
                  <a:gd name="T1" fmla="*/ 29 h 2337"/>
                  <a:gd name="T2" fmla="*/ 132 w 528"/>
                  <a:gd name="T3" fmla="*/ 63 h 2337"/>
                  <a:gd name="T4" fmla="*/ 121 w 528"/>
                  <a:gd name="T5" fmla="*/ 83 h 2337"/>
                  <a:gd name="T6" fmla="*/ 119 w 528"/>
                  <a:gd name="T7" fmla="*/ 114 h 2337"/>
                  <a:gd name="T8" fmla="*/ 131 w 528"/>
                  <a:gd name="T9" fmla="*/ 155 h 2337"/>
                  <a:gd name="T10" fmla="*/ 117 w 528"/>
                  <a:gd name="T11" fmla="*/ 177 h 2337"/>
                  <a:gd name="T12" fmla="*/ 110 w 528"/>
                  <a:gd name="T13" fmla="*/ 205 h 2337"/>
                  <a:gd name="T14" fmla="*/ 116 w 528"/>
                  <a:gd name="T15" fmla="*/ 242 h 2337"/>
                  <a:gd name="T16" fmla="*/ 102 w 528"/>
                  <a:gd name="T17" fmla="*/ 256 h 2337"/>
                  <a:gd name="T18" fmla="*/ 90 w 528"/>
                  <a:gd name="T19" fmla="*/ 272 h 2337"/>
                  <a:gd name="T20" fmla="*/ 100 w 528"/>
                  <a:gd name="T21" fmla="*/ 305 h 2337"/>
                  <a:gd name="T22" fmla="*/ 91 w 528"/>
                  <a:gd name="T23" fmla="*/ 315 h 2337"/>
                  <a:gd name="T24" fmla="*/ 79 w 528"/>
                  <a:gd name="T25" fmla="*/ 345 h 2337"/>
                  <a:gd name="T26" fmla="*/ 91 w 528"/>
                  <a:gd name="T27" fmla="*/ 376 h 2337"/>
                  <a:gd name="T28" fmla="*/ 77 w 528"/>
                  <a:gd name="T29" fmla="*/ 385 h 2337"/>
                  <a:gd name="T30" fmla="*/ 83 w 528"/>
                  <a:gd name="T31" fmla="*/ 419 h 2337"/>
                  <a:gd name="T32" fmla="*/ 68 w 528"/>
                  <a:gd name="T33" fmla="*/ 431 h 2337"/>
                  <a:gd name="T34" fmla="*/ 67 w 528"/>
                  <a:gd name="T35" fmla="*/ 457 h 2337"/>
                  <a:gd name="T36" fmla="*/ 84 w 528"/>
                  <a:gd name="T37" fmla="*/ 490 h 2337"/>
                  <a:gd name="T38" fmla="*/ 94 w 528"/>
                  <a:gd name="T39" fmla="*/ 509 h 2337"/>
                  <a:gd name="T40" fmla="*/ 105 w 528"/>
                  <a:gd name="T41" fmla="*/ 540 h 2337"/>
                  <a:gd name="T42" fmla="*/ 119 w 528"/>
                  <a:gd name="T43" fmla="*/ 569 h 2337"/>
                  <a:gd name="T44" fmla="*/ 54 w 528"/>
                  <a:gd name="T45" fmla="*/ 600 h 2337"/>
                  <a:gd name="T46" fmla="*/ 84 w 528"/>
                  <a:gd name="T47" fmla="*/ 557 h 2337"/>
                  <a:gd name="T48" fmla="*/ 71 w 528"/>
                  <a:gd name="T49" fmla="*/ 551 h 2337"/>
                  <a:gd name="T50" fmla="*/ 56 w 528"/>
                  <a:gd name="T51" fmla="*/ 526 h 2337"/>
                  <a:gd name="T52" fmla="*/ 61 w 528"/>
                  <a:gd name="T53" fmla="*/ 515 h 2337"/>
                  <a:gd name="T54" fmla="*/ 6 w 528"/>
                  <a:gd name="T55" fmla="*/ 504 h 2337"/>
                  <a:gd name="T56" fmla="*/ 59 w 528"/>
                  <a:gd name="T57" fmla="*/ 491 h 2337"/>
                  <a:gd name="T58" fmla="*/ 10 w 528"/>
                  <a:gd name="T59" fmla="*/ 490 h 2337"/>
                  <a:gd name="T60" fmla="*/ 47 w 528"/>
                  <a:gd name="T61" fmla="*/ 456 h 2337"/>
                  <a:gd name="T62" fmla="*/ 45 w 528"/>
                  <a:gd name="T63" fmla="*/ 443 h 2337"/>
                  <a:gd name="T64" fmla="*/ 4 w 528"/>
                  <a:gd name="T65" fmla="*/ 415 h 2337"/>
                  <a:gd name="T66" fmla="*/ 58 w 528"/>
                  <a:gd name="T67" fmla="*/ 406 h 2337"/>
                  <a:gd name="T68" fmla="*/ 6 w 528"/>
                  <a:gd name="T69" fmla="*/ 376 h 2337"/>
                  <a:gd name="T70" fmla="*/ 59 w 528"/>
                  <a:gd name="T71" fmla="*/ 383 h 2337"/>
                  <a:gd name="T72" fmla="*/ 10 w 528"/>
                  <a:gd name="T73" fmla="*/ 359 h 2337"/>
                  <a:gd name="T74" fmla="*/ 60 w 528"/>
                  <a:gd name="T75" fmla="*/ 351 h 2337"/>
                  <a:gd name="T76" fmla="*/ 20 w 528"/>
                  <a:gd name="T77" fmla="*/ 322 h 2337"/>
                  <a:gd name="T78" fmla="*/ 73 w 528"/>
                  <a:gd name="T79" fmla="*/ 313 h 2337"/>
                  <a:gd name="T80" fmla="*/ 34 w 528"/>
                  <a:gd name="T81" fmla="*/ 283 h 2337"/>
                  <a:gd name="T82" fmla="*/ 76 w 528"/>
                  <a:gd name="T83" fmla="*/ 276 h 2337"/>
                  <a:gd name="T84" fmla="*/ 75 w 528"/>
                  <a:gd name="T85" fmla="*/ 262 h 2337"/>
                  <a:gd name="T86" fmla="*/ 84 w 528"/>
                  <a:gd name="T87" fmla="*/ 232 h 2337"/>
                  <a:gd name="T88" fmla="*/ 91 w 528"/>
                  <a:gd name="T89" fmla="*/ 220 h 2337"/>
                  <a:gd name="T90" fmla="*/ 63 w 528"/>
                  <a:gd name="T91" fmla="*/ 191 h 2337"/>
                  <a:gd name="T92" fmla="*/ 103 w 528"/>
                  <a:gd name="T93" fmla="*/ 198 h 2337"/>
                  <a:gd name="T94" fmla="*/ 60 w 528"/>
                  <a:gd name="T95" fmla="*/ 180 h 2337"/>
                  <a:gd name="T96" fmla="*/ 96 w 528"/>
                  <a:gd name="T97" fmla="*/ 169 h 2337"/>
                  <a:gd name="T98" fmla="*/ 68 w 528"/>
                  <a:gd name="T99" fmla="*/ 150 h 2337"/>
                  <a:gd name="T100" fmla="*/ 102 w 528"/>
                  <a:gd name="T101" fmla="*/ 121 h 2337"/>
                  <a:gd name="T102" fmla="*/ 98 w 528"/>
                  <a:gd name="T103" fmla="*/ 111 h 2337"/>
                  <a:gd name="T104" fmla="*/ 96 w 528"/>
                  <a:gd name="T105" fmla="*/ 78 h 2337"/>
                  <a:gd name="T106" fmla="*/ 98 w 528"/>
                  <a:gd name="T107" fmla="*/ 67 h 2337"/>
                  <a:gd name="T108" fmla="*/ 84 w 528"/>
                  <a:gd name="T109" fmla="*/ 40 h 2337"/>
                  <a:gd name="T110" fmla="*/ 86 w 528"/>
                  <a:gd name="T111" fmla="*/ 28 h 2337"/>
                  <a:gd name="T112" fmla="*/ 45 w 528"/>
                  <a:gd name="T113" fmla="*/ 18 h 2337"/>
                  <a:gd name="T114" fmla="*/ 89 w 528"/>
                  <a:gd name="T115" fmla="*/ 2 h 233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28" h="2337">
                    <a:moveTo>
                      <a:pt x="359" y="48"/>
                    </a:moveTo>
                    <a:cubicBezTo>
                      <a:pt x="359" y="48"/>
                      <a:pt x="415" y="66"/>
                      <a:pt x="423" y="68"/>
                    </a:cubicBezTo>
                    <a:cubicBezTo>
                      <a:pt x="430" y="70"/>
                      <a:pt x="468" y="87"/>
                      <a:pt x="467" y="104"/>
                    </a:cubicBezTo>
                    <a:cubicBezTo>
                      <a:pt x="467" y="120"/>
                      <a:pt x="467" y="131"/>
                      <a:pt x="458" y="126"/>
                    </a:cubicBezTo>
                    <a:cubicBezTo>
                      <a:pt x="450" y="120"/>
                      <a:pt x="410" y="103"/>
                      <a:pt x="407" y="110"/>
                    </a:cubicBezTo>
                    <a:cubicBezTo>
                      <a:pt x="405" y="117"/>
                      <a:pt x="407" y="121"/>
                      <a:pt x="407" y="121"/>
                    </a:cubicBezTo>
                    <a:cubicBezTo>
                      <a:pt x="407" y="121"/>
                      <a:pt x="437" y="121"/>
                      <a:pt x="440" y="134"/>
                    </a:cubicBezTo>
                    <a:cubicBezTo>
                      <a:pt x="442" y="148"/>
                      <a:pt x="442" y="167"/>
                      <a:pt x="434" y="173"/>
                    </a:cubicBezTo>
                    <a:cubicBezTo>
                      <a:pt x="426" y="180"/>
                      <a:pt x="424" y="195"/>
                      <a:pt x="436" y="200"/>
                    </a:cubicBezTo>
                    <a:cubicBezTo>
                      <a:pt x="447" y="206"/>
                      <a:pt x="501" y="224"/>
                      <a:pt x="509" y="243"/>
                    </a:cubicBezTo>
                    <a:cubicBezTo>
                      <a:pt x="517" y="263"/>
                      <a:pt x="526" y="285"/>
                      <a:pt x="511" y="285"/>
                    </a:cubicBezTo>
                    <a:cubicBezTo>
                      <a:pt x="497" y="286"/>
                      <a:pt x="463" y="248"/>
                      <a:pt x="449" y="249"/>
                    </a:cubicBezTo>
                    <a:cubicBezTo>
                      <a:pt x="434" y="250"/>
                      <a:pt x="425" y="277"/>
                      <a:pt x="431" y="285"/>
                    </a:cubicBezTo>
                    <a:cubicBezTo>
                      <a:pt x="431" y="285"/>
                      <a:pt x="461" y="278"/>
                      <a:pt x="470" y="292"/>
                    </a:cubicBezTo>
                    <a:cubicBezTo>
                      <a:pt x="479" y="306"/>
                      <a:pt x="477" y="316"/>
                      <a:pt x="463" y="324"/>
                    </a:cubicBezTo>
                    <a:cubicBezTo>
                      <a:pt x="448" y="332"/>
                      <a:pt x="441" y="333"/>
                      <a:pt x="447" y="351"/>
                    </a:cubicBezTo>
                    <a:cubicBezTo>
                      <a:pt x="453" y="369"/>
                      <a:pt x="499" y="421"/>
                      <a:pt x="510" y="425"/>
                    </a:cubicBezTo>
                    <a:cubicBezTo>
                      <a:pt x="520" y="429"/>
                      <a:pt x="528" y="434"/>
                      <a:pt x="525" y="445"/>
                    </a:cubicBezTo>
                    <a:cubicBezTo>
                      <a:pt x="522" y="456"/>
                      <a:pt x="518" y="485"/>
                      <a:pt x="503" y="474"/>
                    </a:cubicBezTo>
                    <a:cubicBezTo>
                      <a:pt x="488" y="464"/>
                      <a:pt x="463" y="430"/>
                      <a:pt x="457" y="442"/>
                    </a:cubicBezTo>
                    <a:cubicBezTo>
                      <a:pt x="451" y="454"/>
                      <a:pt x="454" y="470"/>
                      <a:pt x="454" y="473"/>
                    </a:cubicBezTo>
                    <a:cubicBezTo>
                      <a:pt x="454" y="475"/>
                      <a:pt x="473" y="471"/>
                      <a:pt x="478" y="482"/>
                    </a:cubicBezTo>
                    <a:cubicBezTo>
                      <a:pt x="483" y="494"/>
                      <a:pt x="487" y="521"/>
                      <a:pt x="457" y="541"/>
                    </a:cubicBezTo>
                    <a:cubicBezTo>
                      <a:pt x="457" y="541"/>
                      <a:pt x="486" y="575"/>
                      <a:pt x="491" y="580"/>
                    </a:cubicBezTo>
                    <a:cubicBezTo>
                      <a:pt x="496" y="585"/>
                      <a:pt x="511" y="591"/>
                      <a:pt x="504" y="603"/>
                    </a:cubicBezTo>
                    <a:cubicBezTo>
                      <a:pt x="497" y="615"/>
                      <a:pt x="506" y="665"/>
                      <a:pt x="492" y="651"/>
                    </a:cubicBezTo>
                    <a:cubicBezTo>
                      <a:pt x="478" y="637"/>
                      <a:pt x="461" y="605"/>
                      <a:pt x="451" y="604"/>
                    </a:cubicBezTo>
                    <a:cubicBezTo>
                      <a:pt x="441" y="603"/>
                      <a:pt x="433" y="624"/>
                      <a:pt x="436" y="636"/>
                    </a:cubicBezTo>
                    <a:cubicBezTo>
                      <a:pt x="436" y="636"/>
                      <a:pt x="466" y="629"/>
                      <a:pt x="468" y="648"/>
                    </a:cubicBezTo>
                    <a:cubicBezTo>
                      <a:pt x="471" y="667"/>
                      <a:pt x="462" y="682"/>
                      <a:pt x="451" y="687"/>
                    </a:cubicBezTo>
                    <a:cubicBezTo>
                      <a:pt x="441" y="692"/>
                      <a:pt x="440" y="695"/>
                      <a:pt x="445" y="701"/>
                    </a:cubicBezTo>
                    <a:cubicBezTo>
                      <a:pt x="450" y="708"/>
                      <a:pt x="482" y="735"/>
                      <a:pt x="480" y="749"/>
                    </a:cubicBezTo>
                    <a:cubicBezTo>
                      <a:pt x="479" y="764"/>
                      <a:pt x="480" y="826"/>
                      <a:pt x="468" y="804"/>
                    </a:cubicBezTo>
                    <a:cubicBezTo>
                      <a:pt x="457" y="781"/>
                      <a:pt x="440" y="759"/>
                      <a:pt x="431" y="763"/>
                    </a:cubicBezTo>
                    <a:cubicBezTo>
                      <a:pt x="422" y="767"/>
                      <a:pt x="422" y="792"/>
                      <a:pt x="423" y="795"/>
                    </a:cubicBezTo>
                    <a:cubicBezTo>
                      <a:pt x="424" y="797"/>
                      <a:pt x="443" y="784"/>
                      <a:pt x="448" y="799"/>
                    </a:cubicBezTo>
                    <a:cubicBezTo>
                      <a:pt x="453" y="813"/>
                      <a:pt x="435" y="840"/>
                      <a:pt x="426" y="843"/>
                    </a:cubicBezTo>
                    <a:cubicBezTo>
                      <a:pt x="417" y="847"/>
                      <a:pt x="421" y="860"/>
                      <a:pt x="424" y="863"/>
                    </a:cubicBezTo>
                    <a:cubicBezTo>
                      <a:pt x="428" y="866"/>
                      <a:pt x="472" y="907"/>
                      <a:pt x="468" y="919"/>
                    </a:cubicBezTo>
                    <a:cubicBezTo>
                      <a:pt x="464" y="930"/>
                      <a:pt x="466" y="957"/>
                      <a:pt x="443" y="938"/>
                    </a:cubicBezTo>
                    <a:cubicBezTo>
                      <a:pt x="420" y="920"/>
                      <a:pt x="413" y="907"/>
                      <a:pt x="408" y="915"/>
                    </a:cubicBezTo>
                    <a:cubicBezTo>
                      <a:pt x="403" y="922"/>
                      <a:pt x="399" y="929"/>
                      <a:pt x="399" y="929"/>
                    </a:cubicBezTo>
                    <a:cubicBezTo>
                      <a:pt x="399" y="929"/>
                      <a:pt x="416" y="927"/>
                      <a:pt x="416" y="942"/>
                    </a:cubicBezTo>
                    <a:cubicBezTo>
                      <a:pt x="416" y="958"/>
                      <a:pt x="412" y="967"/>
                      <a:pt x="402" y="972"/>
                    </a:cubicBezTo>
                    <a:cubicBezTo>
                      <a:pt x="391" y="976"/>
                      <a:pt x="390" y="982"/>
                      <a:pt x="393" y="991"/>
                    </a:cubicBezTo>
                    <a:cubicBezTo>
                      <a:pt x="395" y="1000"/>
                      <a:pt x="412" y="1038"/>
                      <a:pt x="424" y="1048"/>
                    </a:cubicBezTo>
                    <a:cubicBezTo>
                      <a:pt x="435" y="1058"/>
                      <a:pt x="431" y="1066"/>
                      <a:pt x="428" y="1073"/>
                    </a:cubicBezTo>
                    <a:cubicBezTo>
                      <a:pt x="424" y="1079"/>
                      <a:pt x="419" y="1096"/>
                      <a:pt x="409" y="1085"/>
                    </a:cubicBezTo>
                    <a:cubicBezTo>
                      <a:pt x="399" y="1075"/>
                      <a:pt x="366" y="1033"/>
                      <a:pt x="357" y="1036"/>
                    </a:cubicBezTo>
                    <a:cubicBezTo>
                      <a:pt x="348" y="1040"/>
                      <a:pt x="347" y="1046"/>
                      <a:pt x="347" y="1052"/>
                    </a:cubicBezTo>
                    <a:cubicBezTo>
                      <a:pt x="347" y="1052"/>
                      <a:pt x="367" y="1058"/>
                      <a:pt x="370" y="1074"/>
                    </a:cubicBezTo>
                    <a:cubicBezTo>
                      <a:pt x="373" y="1089"/>
                      <a:pt x="366" y="1105"/>
                      <a:pt x="349" y="1112"/>
                    </a:cubicBezTo>
                    <a:cubicBezTo>
                      <a:pt x="349" y="1112"/>
                      <a:pt x="349" y="1131"/>
                      <a:pt x="354" y="1137"/>
                    </a:cubicBezTo>
                    <a:cubicBezTo>
                      <a:pt x="359" y="1144"/>
                      <a:pt x="377" y="1163"/>
                      <a:pt x="381" y="1167"/>
                    </a:cubicBezTo>
                    <a:cubicBezTo>
                      <a:pt x="386" y="1171"/>
                      <a:pt x="388" y="1175"/>
                      <a:pt x="386" y="1182"/>
                    </a:cubicBezTo>
                    <a:cubicBezTo>
                      <a:pt x="385" y="1190"/>
                      <a:pt x="383" y="1216"/>
                      <a:pt x="373" y="1208"/>
                    </a:cubicBezTo>
                    <a:cubicBezTo>
                      <a:pt x="364" y="1200"/>
                      <a:pt x="338" y="1169"/>
                      <a:pt x="332" y="1169"/>
                    </a:cubicBezTo>
                    <a:cubicBezTo>
                      <a:pt x="326" y="1169"/>
                      <a:pt x="321" y="1184"/>
                      <a:pt x="321" y="1186"/>
                    </a:cubicBezTo>
                    <a:cubicBezTo>
                      <a:pt x="321" y="1189"/>
                      <a:pt x="322" y="1199"/>
                      <a:pt x="325" y="1199"/>
                    </a:cubicBezTo>
                    <a:cubicBezTo>
                      <a:pt x="327" y="1198"/>
                      <a:pt x="347" y="1203"/>
                      <a:pt x="348" y="1221"/>
                    </a:cubicBezTo>
                    <a:cubicBezTo>
                      <a:pt x="349" y="1240"/>
                      <a:pt x="346" y="1265"/>
                      <a:pt x="326" y="1271"/>
                    </a:cubicBezTo>
                    <a:cubicBezTo>
                      <a:pt x="326" y="1271"/>
                      <a:pt x="325" y="1284"/>
                      <a:pt x="342" y="1302"/>
                    </a:cubicBezTo>
                    <a:cubicBezTo>
                      <a:pt x="358" y="1321"/>
                      <a:pt x="371" y="1333"/>
                      <a:pt x="368" y="1343"/>
                    </a:cubicBezTo>
                    <a:cubicBezTo>
                      <a:pt x="366" y="1353"/>
                      <a:pt x="364" y="1385"/>
                      <a:pt x="351" y="1375"/>
                    </a:cubicBezTo>
                    <a:cubicBezTo>
                      <a:pt x="338" y="1364"/>
                      <a:pt x="315" y="1337"/>
                      <a:pt x="304" y="1337"/>
                    </a:cubicBezTo>
                    <a:cubicBezTo>
                      <a:pt x="294" y="1338"/>
                      <a:pt x="281" y="1342"/>
                      <a:pt x="284" y="1360"/>
                    </a:cubicBezTo>
                    <a:cubicBezTo>
                      <a:pt x="284" y="1360"/>
                      <a:pt x="306" y="1357"/>
                      <a:pt x="309" y="1374"/>
                    </a:cubicBezTo>
                    <a:cubicBezTo>
                      <a:pt x="312" y="1391"/>
                      <a:pt x="298" y="1408"/>
                      <a:pt x="298" y="1408"/>
                    </a:cubicBezTo>
                    <a:cubicBezTo>
                      <a:pt x="298" y="1408"/>
                      <a:pt x="306" y="1423"/>
                      <a:pt x="316" y="1430"/>
                    </a:cubicBezTo>
                    <a:cubicBezTo>
                      <a:pt x="325" y="1436"/>
                      <a:pt x="350" y="1445"/>
                      <a:pt x="350" y="1457"/>
                    </a:cubicBezTo>
                    <a:cubicBezTo>
                      <a:pt x="350" y="1470"/>
                      <a:pt x="364" y="1513"/>
                      <a:pt x="347" y="1500"/>
                    </a:cubicBezTo>
                    <a:cubicBezTo>
                      <a:pt x="330" y="1487"/>
                      <a:pt x="312" y="1474"/>
                      <a:pt x="306" y="1468"/>
                    </a:cubicBezTo>
                    <a:cubicBezTo>
                      <a:pt x="299" y="1462"/>
                      <a:pt x="288" y="1452"/>
                      <a:pt x="282" y="1458"/>
                    </a:cubicBezTo>
                    <a:cubicBezTo>
                      <a:pt x="275" y="1465"/>
                      <a:pt x="274" y="1473"/>
                      <a:pt x="274" y="1473"/>
                    </a:cubicBezTo>
                    <a:cubicBezTo>
                      <a:pt x="274" y="1473"/>
                      <a:pt x="290" y="1477"/>
                      <a:pt x="295" y="1492"/>
                    </a:cubicBezTo>
                    <a:cubicBezTo>
                      <a:pt x="299" y="1508"/>
                      <a:pt x="288" y="1524"/>
                      <a:pt x="288" y="1524"/>
                    </a:cubicBezTo>
                    <a:cubicBezTo>
                      <a:pt x="288" y="1524"/>
                      <a:pt x="302" y="1542"/>
                      <a:pt x="312" y="1547"/>
                    </a:cubicBezTo>
                    <a:cubicBezTo>
                      <a:pt x="323" y="1551"/>
                      <a:pt x="342" y="1551"/>
                      <a:pt x="342" y="1567"/>
                    </a:cubicBezTo>
                    <a:cubicBezTo>
                      <a:pt x="341" y="1583"/>
                      <a:pt x="340" y="1616"/>
                      <a:pt x="339" y="1624"/>
                    </a:cubicBezTo>
                    <a:cubicBezTo>
                      <a:pt x="338" y="1631"/>
                      <a:pt x="330" y="1633"/>
                      <a:pt x="318" y="1624"/>
                    </a:cubicBezTo>
                    <a:cubicBezTo>
                      <a:pt x="306" y="1614"/>
                      <a:pt x="284" y="1601"/>
                      <a:pt x="277" y="1597"/>
                    </a:cubicBezTo>
                    <a:cubicBezTo>
                      <a:pt x="269" y="1593"/>
                      <a:pt x="254" y="1590"/>
                      <a:pt x="252" y="1597"/>
                    </a:cubicBezTo>
                    <a:cubicBezTo>
                      <a:pt x="249" y="1604"/>
                      <a:pt x="248" y="1617"/>
                      <a:pt x="248" y="1617"/>
                    </a:cubicBezTo>
                    <a:cubicBezTo>
                      <a:pt x="248" y="1617"/>
                      <a:pt x="264" y="1625"/>
                      <a:pt x="264" y="1637"/>
                    </a:cubicBezTo>
                    <a:cubicBezTo>
                      <a:pt x="264" y="1650"/>
                      <a:pt x="261" y="1669"/>
                      <a:pt x="261" y="1669"/>
                    </a:cubicBezTo>
                    <a:cubicBezTo>
                      <a:pt x="261" y="1669"/>
                      <a:pt x="284" y="1674"/>
                      <a:pt x="295" y="1680"/>
                    </a:cubicBezTo>
                    <a:cubicBezTo>
                      <a:pt x="307" y="1687"/>
                      <a:pt x="325" y="1698"/>
                      <a:pt x="325" y="1712"/>
                    </a:cubicBezTo>
                    <a:cubicBezTo>
                      <a:pt x="324" y="1726"/>
                      <a:pt x="328" y="1772"/>
                      <a:pt x="309" y="1767"/>
                    </a:cubicBezTo>
                    <a:cubicBezTo>
                      <a:pt x="291" y="1762"/>
                      <a:pt x="274" y="1749"/>
                      <a:pt x="264" y="1753"/>
                    </a:cubicBezTo>
                    <a:cubicBezTo>
                      <a:pt x="254" y="1758"/>
                      <a:pt x="257" y="1768"/>
                      <a:pt x="257" y="1768"/>
                    </a:cubicBezTo>
                    <a:cubicBezTo>
                      <a:pt x="257" y="1768"/>
                      <a:pt x="285" y="1779"/>
                      <a:pt x="278" y="1811"/>
                    </a:cubicBezTo>
                    <a:cubicBezTo>
                      <a:pt x="278" y="1811"/>
                      <a:pt x="292" y="1818"/>
                      <a:pt x="299" y="1818"/>
                    </a:cubicBezTo>
                    <a:cubicBezTo>
                      <a:pt x="305" y="1819"/>
                      <a:pt x="334" y="1822"/>
                      <a:pt x="335" y="1834"/>
                    </a:cubicBezTo>
                    <a:cubicBezTo>
                      <a:pt x="336" y="1846"/>
                      <a:pt x="335" y="1874"/>
                      <a:pt x="337" y="1880"/>
                    </a:cubicBezTo>
                    <a:cubicBezTo>
                      <a:pt x="338" y="1886"/>
                      <a:pt x="330" y="1905"/>
                      <a:pt x="324" y="1898"/>
                    </a:cubicBezTo>
                    <a:cubicBezTo>
                      <a:pt x="317" y="1891"/>
                      <a:pt x="287" y="1878"/>
                      <a:pt x="282" y="1882"/>
                    </a:cubicBezTo>
                    <a:cubicBezTo>
                      <a:pt x="276" y="1886"/>
                      <a:pt x="265" y="1900"/>
                      <a:pt x="268" y="1903"/>
                    </a:cubicBezTo>
                    <a:cubicBezTo>
                      <a:pt x="270" y="1905"/>
                      <a:pt x="290" y="1915"/>
                      <a:pt x="281" y="1941"/>
                    </a:cubicBezTo>
                    <a:cubicBezTo>
                      <a:pt x="281" y="1941"/>
                      <a:pt x="326" y="1964"/>
                      <a:pt x="338" y="1963"/>
                    </a:cubicBezTo>
                    <a:cubicBezTo>
                      <a:pt x="351" y="1962"/>
                      <a:pt x="361" y="1964"/>
                      <a:pt x="363" y="1972"/>
                    </a:cubicBezTo>
                    <a:cubicBezTo>
                      <a:pt x="364" y="1981"/>
                      <a:pt x="375" y="2028"/>
                      <a:pt x="359" y="2019"/>
                    </a:cubicBezTo>
                    <a:cubicBezTo>
                      <a:pt x="342" y="2010"/>
                      <a:pt x="331" y="2011"/>
                      <a:pt x="331" y="2011"/>
                    </a:cubicBezTo>
                    <a:cubicBezTo>
                      <a:pt x="331" y="2011"/>
                      <a:pt x="338" y="2039"/>
                      <a:pt x="332" y="2054"/>
                    </a:cubicBezTo>
                    <a:cubicBezTo>
                      <a:pt x="332" y="2054"/>
                      <a:pt x="369" y="2065"/>
                      <a:pt x="379" y="2068"/>
                    </a:cubicBezTo>
                    <a:cubicBezTo>
                      <a:pt x="389" y="2071"/>
                      <a:pt x="403" y="2080"/>
                      <a:pt x="403" y="2092"/>
                    </a:cubicBezTo>
                    <a:cubicBezTo>
                      <a:pt x="403" y="2104"/>
                      <a:pt x="416" y="2131"/>
                      <a:pt x="384" y="2127"/>
                    </a:cubicBezTo>
                    <a:cubicBezTo>
                      <a:pt x="384" y="2127"/>
                      <a:pt x="384" y="2144"/>
                      <a:pt x="381" y="2155"/>
                    </a:cubicBezTo>
                    <a:cubicBezTo>
                      <a:pt x="381" y="2155"/>
                      <a:pt x="404" y="2157"/>
                      <a:pt x="411" y="2157"/>
                    </a:cubicBezTo>
                    <a:cubicBezTo>
                      <a:pt x="417" y="2157"/>
                      <a:pt x="425" y="2151"/>
                      <a:pt x="431" y="2163"/>
                    </a:cubicBezTo>
                    <a:cubicBezTo>
                      <a:pt x="437" y="2175"/>
                      <a:pt x="446" y="2196"/>
                      <a:pt x="457" y="2204"/>
                    </a:cubicBezTo>
                    <a:cubicBezTo>
                      <a:pt x="467" y="2213"/>
                      <a:pt x="464" y="2231"/>
                      <a:pt x="453" y="2229"/>
                    </a:cubicBezTo>
                    <a:cubicBezTo>
                      <a:pt x="441" y="2226"/>
                      <a:pt x="384" y="2224"/>
                      <a:pt x="381" y="2229"/>
                    </a:cubicBezTo>
                    <a:cubicBezTo>
                      <a:pt x="377" y="2234"/>
                      <a:pt x="397" y="2235"/>
                      <a:pt x="383" y="2247"/>
                    </a:cubicBezTo>
                    <a:cubicBezTo>
                      <a:pt x="369" y="2258"/>
                      <a:pt x="237" y="2337"/>
                      <a:pt x="229" y="2337"/>
                    </a:cubicBezTo>
                    <a:cubicBezTo>
                      <a:pt x="221" y="2337"/>
                      <a:pt x="211" y="2332"/>
                      <a:pt x="205" y="2324"/>
                    </a:cubicBezTo>
                    <a:cubicBezTo>
                      <a:pt x="198" y="2317"/>
                      <a:pt x="166" y="2266"/>
                      <a:pt x="158" y="2260"/>
                    </a:cubicBezTo>
                    <a:cubicBezTo>
                      <a:pt x="149" y="2255"/>
                      <a:pt x="147" y="2235"/>
                      <a:pt x="154" y="2228"/>
                    </a:cubicBezTo>
                    <a:cubicBezTo>
                      <a:pt x="162" y="2221"/>
                      <a:pt x="282" y="2158"/>
                      <a:pt x="287" y="2152"/>
                    </a:cubicBezTo>
                    <a:cubicBezTo>
                      <a:pt x="293" y="2147"/>
                      <a:pt x="305" y="2151"/>
                      <a:pt x="306" y="2157"/>
                    </a:cubicBezTo>
                    <a:cubicBezTo>
                      <a:pt x="307" y="2162"/>
                      <a:pt x="318" y="2166"/>
                      <a:pt x="321" y="2160"/>
                    </a:cubicBezTo>
                    <a:cubicBezTo>
                      <a:pt x="323" y="2153"/>
                      <a:pt x="325" y="2131"/>
                      <a:pt x="325" y="2131"/>
                    </a:cubicBezTo>
                    <a:cubicBezTo>
                      <a:pt x="325" y="2131"/>
                      <a:pt x="309" y="2140"/>
                      <a:pt x="303" y="2122"/>
                    </a:cubicBezTo>
                    <a:cubicBezTo>
                      <a:pt x="296" y="2105"/>
                      <a:pt x="291" y="2092"/>
                      <a:pt x="284" y="2093"/>
                    </a:cubicBezTo>
                    <a:cubicBezTo>
                      <a:pt x="278" y="2095"/>
                      <a:pt x="274" y="2103"/>
                      <a:pt x="277" y="2110"/>
                    </a:cubicBezTo>
                    <a:cubicBezTo>
                      <a:pt x="280" y="2118"/>
                      <a:pt x="282" y="2132"/>
                      <a:pt x="273" y="2133"/>
                    </a:cubicBezTo>
                    <a:cubicBezTo>
                      <a:pt x="264" y="2134"/>
                      <a:pt x="147" y="2192"/>
                      <a:pt x="141" y="2197"/>
                    </a:cubicBezTo>
                    <a:cubicBezTo>
                      <a:pt x="134" y="2202"/>
                      <a:pt x="123" y="2209"/>
                      <a:pt x="114" y="2193"/>
                    </a:cubicBezTo>
                    <a:cubicBezTo>
                      <a:pt x="104" y="2177"/>
                      <a:pt x="82" y="2120"/>
                      <a:pt x="76" y="2114"/>
                    </a:cubicBezTo>
                    <a:cubicBezTo>
                      <a:pt x="71" y="2107"/>
                      <a:pt x="77" y="2088"/>
                      <a:pt x="98" y="2079"/>
                    </a:cubicBezTo>
                    <a:cubicBezTo>
                      <a:pt x="118" y="2071"/>
                      <a:pt x="213" y="2039"/>
                      <a:pt x="216" y="2037"/>
                    </a:cubicBezTo>
                    <a:cubicBezTo>
                      <a:pt x="219" y="2034"/>
                      <a:pt x="236" y="2036"/>
                      <a:pt x="238" y="2041"/>
                    </a:cubicBezTo>
                    <a:cubicBezTo>
                      <a:pt x="239" y="2047"/>
                      <a:pt x="255" y="2049"/>
                      <a:pt x="259" y="2044"/>
                    </a:cubicBezTo>
                    <a:cubicBezTo>
                      <a:pt x="263" y="2038"/>
                      <a:pt x="261" y="2019"/>
                      <a:pt x="265" y="2015"/>
                    </a:cubicBezTo>
                    <a:cubicBezTo>
                      <a:pt x="268" y="2011"/>
                      <a:pt x="261" y="1992"/>
                      <a:pt x="257" y="1990"/>
                    </a:cubicBezTo>
                    <a:cubicBezTo>
                      <a:pt x="252" y="1989"/>
                      <a:pt x="243" y="2001"/>
                      <a:pt x="237" y="1995"/>
                    </a:cubicBezTo>
                    <a:cubicBezTo>
                      <a:pt x="231" y="1989"/>
                      <a:pt x="224" y="1986"/>
                      <a:pt x="224" y="1994"/>
                    </a:cubicBezTo>
                    <a:cubicBezTo>
                      <a:pt x="224" y="2001"/>
                      <a:pt x="224" y="2017"/>
                      <a:pt x="216" y="2019"/>
                    </a:cubicBezTo>
                    <a:cubicBezTo>
                      <a:pt x="208" y="2020"/>
                      <a:pt x="83" y="2056"/>
                      <a:pt x="78" y="2059"/>
                    </a:cubicBezTo>
                    <a:cubicBezTo>
                      <a:pt x="73" y="2062"/>
                      <a:pt x="58" y="2070"/>
                      <a:pt x="55" y="2058"/>
                    </a:cubicBezTo>
                    <a:cubicBezTo>
                      <a:pt x="53" y="2047"/>
                      <a:pt x="27" y="1959"/>
                      <a:pt x="25" y="1951"/>
                    </a:cubicBezTo>
                    <a:cubicBezTo>
                      <a:pt x="24" y="1943"/>
                      <a:pt x="23" y="1937"/>
                      <a:pt x="33" y="1934"/>
                    </a:cubicBezTo>
                    <a:cubicBezTo>
                      <a:pt x="44" y="1930"/>
                      <a:pt x="163" y="1903"/>
                      <a:pt x="170" y="1899"/>
                    </a:cubicBezTo>
                    <a:cubicBezTo>
                      <a:pt x="176" y="1896"/>
                      <a:pt x="186" y="1903"/>
                      <a:pt x="188" y="1907"/>
                    </a:cubicBezTo>
                    <a:cubicBezTo>
                      <a:pt x="191" y="1911"/>
                      <a:pt x="198" y="1929"/>
                      <a:pt x="206" y="1925"/>
                    </a:cubicBezTo>
                    <a:cubicBezTo>
                      <a:pt x="214" y="1920"/>
                      <a:pt x="229" y="1902"/>
                      <a:pt x="229" y="1902"/>
                    </a:cubicBezTo>
                    <a:cubicBezTo>
                      <a:pt x="229" y="1902"/>
                      <a:pt x="223" y="1877"/>
                      <a:pt x="216" y="1870"/>
                    </a:cubicBezTo>
                    <a:cubicBezTo>
                      <a:pt x="209" y="1864"/>
                      <a:pt x="194" y="1862"/>
                      <a:pt x="192" y="1863"/>
                    </a:cubicBezTo>
                    <a:cubicBezTo>
                      <a:pt x="189" y="1864"/>
                      <a:pt x="192" y="1868"/>
                      <a:pt x="190" y="1874"/>
                    </a:cubicBezTo>
                    <a:cubicBezTo>
                      <a:pt x="188" y="1881"/>
                      <a:pt x="178" y="1885"/>
                      <a:pt x="169" y="1884"/>
                    </a:cubicBezTo>
                    <a:cubicBezTo>
                      <a:pt x="160" y="1883"/>
                      <a:pt x="42" y="1892"/>
                      <a:pt x="36" y="1895"/>
                    </a:cubicBezTo>
                    <a:cubicBezTo>
                      <a:pt x="29" y="1897"/>
                      <a:pt x="13" y="1896"/>
                      <a:pt x="12" y="1884"/>
                    </a:cubicBezTo>
                    <a:cubicBezTo>
                      <a:pt x="12" y="1872"/>
                      <a:pt x="3" y="1796"/>
                      <a:pt x="3" y="1789"/>
                    </a:cubicBezTo>
                    <a:cubicBezTo>
                      <a:pt x="3" y="1783"/>
                      <a:pt x="7" y="1767"/>
                      <a:pt x="20" y="1768"/>
                    </a:cubicBezTo>
                    <a:cubicBezTo>
                      <a:pt x="33" y="1769"/>
                      <a:pt x="145" y="1762"/>
                      <a:pt x="152" y="1758"/>
                    </a:cubicBezTo>
                    <a:cubicBezTo>
                      <a:pt x="158" y="1755"/>
                      <a:pt x="179" y="1759"/>
                      <a:pt x="180" y="1765"/>
                    </a:cubicBezTo>
                    <a:cubicBezTo>
                      <a:pt x="181" y="1770"/>
                      <a:pt x="196" y="1794"/>
                      <a:pt x="200" y="1792"/>
                    </a:cubicBezTo>
                    <a:cubicBezTo>
                      <a:pt x="204" y="1789"/>
                      <a:pt x="206" y="1774"/>
                      <a:pt x="214" y="1768"/>
                    </a:cubicBezTo>
                    <a:cubicBezTo>
                      <a:pt x="221" y="1762"/>
                      <a:pt x="214" y="1739"/>
                      <a:pt x="217" y="1732"/>
                    </a:cubicBezTo>
                    <a:cubicBezTo>
                      <a:pt x="219" y="1724"/>
                      <a:pt x="193" y="1704"/>
                      <a:pt x="188" y="1704"/>
                    </a:cubicBezTo>
                    <a:cubicBezTo>
                      <a:pt x="184" y="1704"/>
                      <a:pt x="173" y="1714"/>
                      <a:pt x="175" y="1717"/>
                    </a:cubicBezTo>
                    <a:cubicBezTo>
                      <a:pt x="176" y="1719"/>
                      <a:pt x="181" y="1738"/>
                      <a:pt x="168" y="1738"/>
                    </a:cubicBezTo>
                    <a:cubicBezTo>
                      <a:pt x="155" y="1738"/>
                      <a:pt x="21" y="1732"/>
                      <a:pt x="19" y="1732"/>
                    </a:cubicBezTo>
                    <a:cubicBezTo>
                      <a:pt x="16" y="1733"/>
                      <a:pt x="0" y="1730"/>
                      <a:pt x="1" y="1713"/>
                    </a:cubicBezTo>
                    <a:cubicBezTo>
                      <a:pt x="2" y="1696"/>
                      <a:pt x="5" y="1626"/>
                      <a:pt x="5" y="1620"/>
                    </a:cubicBezTo>
                    <a:cubicBezTo>
                      <a:pt x="5" y="1615"/>
                      <a:pt x="3" y="1605"/>
                      <a:pt x="16" y="1606"/>
                    </a:cubicBezTo>
                    <a:cubicBezTo>
                      <a:pt x="28" y="1607"/>
                      <a:pt x="149" y="1607"/>
                      <a:pt x="157" y="1607"/>
                    </a:cubicBezTo>
                    <a:cubicBezTo>
                      <a:pt x="164" y="1607"/>
                      <a:pt x="176" y="1612"/>
                      <a:pt x="176" y="1620"/>
                    </a:cubicBezTo>
                    <a:cubicBezTo>
                      <a:pt x="176" y="1629"/>
                      <a:pt x="182" y="1656"/>
                      <a:pt x="190" y="1644"/>
                    </a:cubicBezTo>
                    <a:cubicBezTo>
                      <a:pt x="198" y="1632"/>
                      <a:pt x="202" y="1610"/>
                      <a:pt x="208" y="1610"/>
                    </a:cubicBezTo>
                    <a:cubicBezTo>
                      <a:pt x="214" y="1610"/>
                      <a:pt x="231" y="1583"/>
                      <a:pt x="222" y="1573"/>
                    </a:cubicBezTo>
                    <a:cubicBezTo>
                      <a:pt x="212" y="1564"/>
                      <a:pt x="202" y="1559"/>
                      <a:pt x="196" y="1561"/>
                    </a:cubicBezTo>
                    <a:cubicBezTo>
                      <a:pt x="191" y="1564"/>
                      <a:pt x="191" y="1582"/>
                      <a:pt x="176" y="1584"/>
                    </a:cubicBezTo>
                    <a:cubicBezTo>
                      <a:pt x="162" y="1586"/>
                      <a:pt x="34" y="1566"/>
                      <a:pt x="29" y="1564"/>
                    </a:cubicBezTo>
                    <a:cubicBezTo>
                      <a:pt x="25" y="1563"/>
                      <a:pt x="8" y="1559"/>
                      <a:pt x="12" y="1543"/>
                    </a:cubicBezTo>
                    <a:cubicBezTo>
                      <a:pt x="15" y="1526"/>
                      <a:pt x="23" y="1463"/>
                      <a:pt x="24" y="1458"/>
                    </a:cubicBezTo>
                    <a:cubicBezTo>
                      <a:pt x="25" y="1453"/>
                      <a:pt x="30" y="1435"/>
                      <a:pt x="40" y="1440"/>
                    </a:cubicBezTo>
                    <a:cubicBezTo>
                      <a:pt x="50" y="1444"/>
                      <a:pt x="154" y="1459"/>
                      <a:pt x="164" y="1461"/>
                    </a:cubicBezTo>
                    <a:cubicBezTo>
                      <a:pt x="174" y="1462"/>
                      <a:pt x="192" y="1468"/>
                      <a:pt x="191" y="1472"/>
                    </a:cubicBezTo>
                    <a:cubicBezTo>
                      <a:pt x="190" y="1476"/>
                      <a:pt x="188" y="1505"/>
                      <a:pt x="198" y="1499"/>
                    </a:cubicBezTo>
                    <a:cubicBezTo>
                      <a:pt x="209" y="1492"/>
                      <a:pt x="223" y="1499"/>
                      <a:pt x="227" y="1485"/>
                    </a:cubicBezTo>
                    <a:cubicBezTo>
                      <a:pt x="231" y="1471"/>
                      <a:pt x="230" y="1414"/>
                      <a:pt x="215" y="1411"/>
                    </a:cubicBezTo>
                    <a:cubicBezTo>
                      <a:pt x="201" y="1408"/>
                      <a:pt x="194" y="1410"/>
                      <a:pt x="196" y="1422"/>
                    </a:cubicBezTo>
                    <a:cubicBezTo>
                      <a:pt x="197" y="1434"/>
                      <a:pt x="195" y="1451"/>
                      <a:pt x="184" y="1446"/>
                    </a:cubicBezTo>
                    <a:cubicBezTo>
                      <a:pt x="174" y="1441"/>
                      <a:pt x="58" y="1414"/>
                      <a:pt x="49" y="1416"/>
                    </a:cubicBezTo>
                    <a:cubicBezTo>
                      <a:pt x="40" y="1418"/>
                      <a:pt x="33" y="1406"/>
                      <a:pt x="37" y="1392"/>
                    </a:cubicBezTo>
                    <a:cubicBezTo>
                      <a:pt x="41" y="1379"/>
                      <a:pt x="57" y="1321"/>
                      <a:pt x="58" y="1316"/>
                    </a:cubicBezTo>
                    <a:cubicBezTo>
                      <a:pt x="59" y="1311"/>
                      <a:pt x="63" y="1307"/>
                      <a:pt x="71" y="1307"/>
                    </a:cubicBezTo>
                    <a:cubicBezTo>
                      <a:pt x="79" y="1308"/>
                      <a:pt x="182" y="1332"/>
                      <a:pt x="188" y="1332"/>
                    </a:cubicBezTo>
                    <a:cubicBezTo>
                      <a:pt x="195" y="1332"/>
                      <a:pt x="217" y="1335"/>
                      <a:pt x="217" y="1342"/>
                    </a:cubicBezTo>
                    <a:cubicBezTo>
                      <a:pt x="217" y="1348"/>
                      <a:pt x="218" y="1361"/>
                      <a:pt x="230" y="1362"/>
                    </a:cubicBezTo>
                    <a:cubicBezTo>
                      <a:pt x="241" y="1364"/>
                      <a:pt x="245" y="1337"/>
                      <a:pt x="250" y="1337"/>
                    </a:cubicBezTo>
                    <a:cubicBezTo>
                      <a:pt x="255" y="1337"/>
                      <a:pt x="250" y="1294"/>
                      <a:pt x="240" y="1290"/>
                    </a:cubicBezTo>
                    <a:cubicBezTo>
                      <a:pt x="231" y="1287"/>
                      <a:pt x="218" y="1311"/>
                      <a:pt x="209" y="1311"/>
                    </a:cubicBezTo>
                    <a:cubicBezTo>
                      <a:pt x="200" y="1310"/>
                      <a:pt x="89" y="1277"/>
                      <a:pt x="85" y="1275"/>
                    </a:cubicBezTo>
                    <a:cubicBezTo>
                      <a:pt x="81" y="1272"/>
                      <a:pt x="72" y="1264"/>
                      <a:pt x="76" y="1249"/>
                    </a:cubicBezTo>
                    <a:cubicBezTo>
                      <a:pt x="80" y="1234"/>
                      <a:pt x="102" y="1174"/>
                      <a:pt x="103" y="1165"/>
                    </a:cubicBezTo>
                    <a:cubicBezTo>
                      <a:pt x="105" y="1156"/>
                      <a:pt x="115" y="1143"/>
                      <a:pt x="127" y="1148"/>
                    </a:cubicBezTo>
                    <a:cubicBezTo>
                      <a:pt x="138" y="1152"/>
                      <a:pt x="232" y="1181"/>
                      <a:pt x="240" y="1182"/>
                    </a:cubicBezTo>
                    <a:cubicBezTo>
                      <a:pt x="248" y="1184"/>
                      <a:pt x="268" y="1186"/>
                      <a:pt x="267" y="1194"/>
                    </a:cubicBezTo>
                    <a:cubicBezTo>
                      <a:pt x="266" y="1202"/>
                      <a:pt x="272" y="1223"/>
                      <a:pt x="281" y="1212"/>
                    </a:cubicBezTo>
                    <a:cubicBezTo>
                      <a:pt x="290" y="1202"/>
                      <a:pt x="295" y="1184"/>
                      <a:pt x="299" y="1186"/>
                    </a:cubicBezTo>
                    <a:cubicBezTo>
                      <a:pt x="303" y="1189"/>
                      <a:pt x="301" y="1136"/>
                      <a:pt x="291" y="1133"/>
                    </a:cubicBezTo>
                    <a:cubicBezTo>
                      <a:pt x="269" y="1126"/>
                      <a:pt x="277" y="1166"/>
                      <a:pt x="254" y="1160"/>
                    </a:cubicBezTo>
                    <a:cubicBezTo>
                      <a:pt x="231" y="1153"/>
                      <a:pt x="141" y="1120"/>
                      <a:pt x="141" y="1120"/>
                    </a:cubicBezTo>
                    <a:cubicBezTo>
                      <a:pt x="141" y="1120"/>
                      <a:pt x="129" y="1111"/>
                      <a:pt x="133" y="1097"/>
                    </a:cubicBezTo>
                    <a:cubicBezTo>
                      <a:pt x="137" y="1083"/>
                      <a:pt x="160" y="1026"/>
                      <a:pt x="160" y="1019"/>
                    </a:cubicBezTo>
                    <a:cubicBezTo>
                      <a:pt x="160" y="1013"/>
                      <a:pt x="170" y="1006"/>
                      <a:pt x="177" y="1006"/>
                    </a:cubicBezTo>
                    <a:cubicBezTo>
                      <a:pt x="184" y="1005"/>
                      <a:pt x="272" y="1036"/>
                      <a:pt x="278" y="1037"/>
                    </a:cubicBezTo>
                    <a:cubicBezTo>
                      <a:pt x="283" y="1038"/>
                      <a:pt x="304" y="1044"/>
                      <a:pt x="299" y="1050"/>
                    </a:cubicBezTo>
                    <a:cubicBezTo>
                      <a:pt x="295" y="1057"/>
                      <a:pt x="286" y="1064"/>
                      <a:pt x="291" y="1069"/>
                    </a:cubicBezTo>
                    <a:cubicBezTo>
                      <a:pt x="297" y="1074"/>
                      <a:pt x="308" y="1062"/>
                      <a:pt x="311" y="1058"/>
                    </a:cubicBezTo>
                    <a:cubicBezTo>
                      <a:pt x="313" y="1054"/>
                      <a:pt x="323" y="1045"/>
                      <a:pt x="323" y="1045"/>
                    </a:cubicBezTo>
                    <a:cubicBezTo>
                      <a:pt x="323" y="1045"/>
                      <a:pt x="323" y="1010"/>
                      <a:pt x="318" y="1006"/>
                    </a:cubicBezTo>
                    <a:cubicBezTo>
                      <a:pt x="313" y="1002"/>
                      <a:pt x="304" y="993"/>
                      <a:pt x="301" y="999"/>
                    </a:cubicBezTo>
                    <a:cubicBezTo>
                      <a:pt x="299" y="1006"/>
                      <a:pt x="298" y="1019"/>
                      <a:pt x="287" y="1015"/>
                    </a:cubicBezTo>
                    <a:cubicBezTo>
                      <a:pt x="275" y="1010"/>
                      <a:pt x="194" y="986"/>
                      <a:pt x="188" y="985"/>
                    </a:cubicBezTo>
                    <a:cubicBezTo>
                      <a:pt x="183" y="984"/>
                      <a:pt x="171" y="972"/>
                      <a:pt x="175" y="965"/>
                    </a:cubicBezTo>
                    <a:cubicBezTo>
                      <a:pt x="178" y="958"/>
                      <a:pt x="195" y="890"/>
                      <a:pt x="196" y="886"/>
                    </a:cubicBezTo>
                    <a:cubicBezTo>
                      <a:pt x="196" y="881"/>
                      <a:pt x="201" y="872"/>
                      <a:pt x="213" y="872"/>
                    </a:cubicBezTo>
                    <a:cubicBezTo>
                      <a:pt x="225" y="872"/>
                      <a:pt x="320" y="901"/>
                      <a:pt x="324" y="902"/>
                    </a:cubicBezTo>
                    <a:cubicBezTo>
                      <a:pt x="328" y="903"/>
                      <a:pt x="337" y="907"/>
                      <a:pt x="332" y="915"/>
                    </a:cubicBezTo>
                    <a:cubicBezTo>
                      <a:pt x="327" y="923"/>
                      <a:pt x="324" y="940"/>
                      <a:pt x="333" y="937"/>
                    </a:cubicBezTo>
                    <a:cubicBezTo>
                      <a:pt x="342" y="933"/>
                      <a:pt x="358" y="916"/>
                      <a:pt x="361" y="916"/>
                    </a:cubicBezTo>
                    <a:cubicBezTo>
                      <a:pt x="364" y="916"/>
                      <a:pt x="373" y="883"/>
                      <a:pt x="370" y="873"/>
                    </a:cubicBezTo>
                    <a:cubicBezTo>
                      <a:pt x="367" y="864"/>
                      <a:pt x="355" y="849"/>
                      <a:pt x="348" y="853"/>
                    </a:cubicBezTo>
                    <a:cubicBezTo>
                      <a:pt x="342" y="857"/>
                      <a:pt x="353" y="887"/>
                      <a:pt x="334" y="885"/>
                    </a:cubicBezTo>
                    <a:cubicBezTo>
                      <a:pt x="316" y="882"/>
                      <a:pt x="230" y="854"/>
                      <a:pt x="225" y="854"/>
                    </a:cubicBezTo>
                    <a:cubicBezTo>
                      <a:pt x="220" y="854"/>
                      <a:pt x="204" y="846"/>
                      <a:pt x="208" y="830"/>
                    </a:cubicBezTo>
                    <a:cubicBezTo>
                      <a:pt x="212" y="815"/>
                      <a:pt x="222" y="763"/>
                      <a:pt x="222" y="755"/>
                    </a:cubicBezTo>
                    <a:cubicBezTo>
                      <a:pt x="222" y="747"/>
                      <a:pt x="235" y="738"/>
                      <a:pt x="241" y="739"/>
                    </a:cubicBezTo>
                    <a:cubicBezTo>
                      <a:pt x="248" y="740"/>
                      <a:pt x="347" y="761"/>
                      <a:pt x="352" y="761"/>
                    </a:cubicBezTo>
                    <a:cubicBezTo>
                      <a:pt x="357" y="761"/>
                      <a:pt x="372" y="759"/>
                      <a:pt x="368" y="770"/>
                    </a:cubicBezTo>
                    <a:cubicBezTo>
                      <a:pt x="364" y="782"/>
                      <a:pt x="352" y="796"/>
                      <a:pt x="359" y="800"/>
                    </a:cubicBezTo>
                    <a:cubicBezTo>
                      <a:pt x="365" y="803"/>
                      <a:pt x="376" y="802"/>
                      <a:pt x="383" y="794"/>
                    </a:cubicBezTo>
                    <a:cubicBezTo>
                      <a:pt x="390" y="786"/>
                      <a:pt x="397" y="774"/>
                      <a:pt x="396" y="768"/>
                    </a:cubicBezTo>
                    <a:cubicBezTo>
                      <a:pt x="395" y="762"/>
                      <a:pt x="401" y="713"/>
                      <a:pt x="390" y="713"/>
                    </a:cubicBezTo>
                    <a:cubicBezTo>
                      <a:pt x="378" y="713"/>
                      <a:pt x="368" y="715"/>
                      <a:pt x="372" y="725"/>
                    </a:cubicBezTo>
                    <a:cubicBezTo>
                      <a:pt x="375" y="735"/>
                      <a:pt x="368" y="744"/>
                      <a:pt x="358" y="742"/>
                    </a:cubicBezTo>
                    <a:cubicBezTo>
                      <a:pt x="347" y="740"/>
                      <a:pt x="251" y="717"/>
                      <a:pt x="247" y="717"/>
                    </a:cubicBezTo>
                    <a:cubicBezTo>
                      <a:pt x="243" y="717"/>
                      <a:pt x="228" y="714"/>
                      <a:pt x="231" y="697"/>
                    </a:cubicBezTo>
                    <a:cubicBezTo>
                      <a:pt x="235" y="680"/>
                      <a:pt x="239" y="622"/>
                      <a:pt x="239" y="619"/>
                    </a:cubicBezTo>
                    <a:cubicBezTo>
                      <a:pt x="240" y="615"/>
                      <a:pt x="244" y="608"/>
                      <a:pt x="257" y="607"/>
                    </a:cubicBezTo>
                    <a:cubicBezTo>
                      <a:pt x="269" y="605"/>
                      <a:pt x="357" y="615"/>
                      <a:pt x="363" y="616"/>
                    </a:cubicBezTo>
                    <a:cubicBezTo>
                      <a:pt x="368" y="617"/>
                      <a:pt x="384" y="615"/>
                      <a:pt x="383" y="625"/>
                    </a:cubicBezTo>
                    <a:cubicBezTo>
                      <a:pt x="382" y="636"/>
                      <a:pt x="370" y="650"/>
                      <a:pt x="372" y="656"/>
                    </a:cubicBezTo>
                    <a:cubicBezTo>
                      <a:pt x="373" y="663"/>
                      <a:pt x="393" y="658"/>
                      <a:pt x="401" y="645"/>
                    </a:cubicBezTo>
                    <a:cubicBezTo>
                      <a:pt x="409" y="633"/>
                      <a:pt x="414" y="622"/>
                      <a:pt x="412" y="619"/>
                    </a:cubicBezTo>
                    <a:cubicBezTo>
                      <a:pt x="411" y="615"/>
                      <a:pt x="403" y="583"/>
                      <a:pt x="396" y="582"/>
                    </a:cubicBezTo>
                    <a:cubicBezTo>
                      <a:pt x="390" y="581"/>
                      <a:pt x="389" y="591"/>
                      <a:pt x="383" y="594"/>
                    </a:cubicBezTo>
                    <a:cubicBezTo>
                      <a:pt x="377" y="598"/>
                      <a:pt x="271" y="579"/>
                      <a:pt x="262" y="580"/>
                    </a:cubicBezTo>
                    <a:cubicBezTo>
                      <a:pt x="253" y="581"/>
                      <a:pt x="244" y="572"/>
                      <a:pt x="244" y="565"/>
                    </a:cubicBezTo>
                    <a:cubicBezTo>
                      <a:pt x="244" y="558"/>
                      <a:pt x="249" y="483"/>
                      <a:pt x="247" y="477"/>
                    </a:cubicBezTo>
                    <a:cubicBezTo>
                      <a:pt x="244" y="470"/>
                      <a:pt x="245" y="462"/>
                      <a:pt x="257" y="461"/>
                    </a:cubicBezTo>
                    <a:cubicBezTo>
                      <a:pt x="269" y="461"/>
                      <a:pt x="366" y="462"/>
                      <a:pt x="376" y="461"/>
                    </a:cubicBezTo>
                    <a:cubicBezTo>
                      <a:pt x="385" y="459"/>
                      <a:pt x="397" y="461"/>
                      <a:pt x="394" y="468"/>
                    </a:cubicBezTo>
                    <a:cubicBezTo>
                      <a:pt x="392" y="474"/>
                      <a:pt x="399" y="479"/>
                      <a:pt x="409" y="477"/>
                    </a:cubicBezTo>
                    <a:cubicBezTo>
                      <a:pt x="419" y="474"/>
                      <a:pt x="423" y="457"/>
                      <a:pt x="423" y="452"/>
                    </a:cubicBezTo>
                    <a:cubicBezTo>
                      <a:pt x="423" y="448"/>
                      <a:pt x="420" y="408"/>
                      <a:pt x="406" y="406"/>
                    </a:cubicBezTo>
                    <a:cubicBezTo>
                      <a:pt x="392" y="405"/>
                      <a:pt x="389" y="409"/>
                      <a:pt x="389" y="416"/>
                    </a:cubicBezTo>
                    <a:cubicBezTo>
                      <a:pt x="389" y="423"/>
                      <a:pt x="385" y="428"/>
                      <a:pt x="378" y="429"/>
                    </a:cubicBezTo>
                    <a:cubicBezTo>
                      <a:pt x="371" y="430"/>
                      <a:pt x="265" y="439"/>
                      <a:pt x="262" y="438"/>
                    </a:cubicBezTo>
                    <a:cubicBezTo>
                      <a:pt x="260" y="436"/>
                      <a:pt x="245" y="439"/>
                      <a:pt x="245" y="422"/>
                    </a:cubicBezTo>
                    <a:cubicBezTo>
                      <a:pt x="245" y="406"/>
                      <a:pt x="238" y="334"/>
                      <a:pt x="237" y="330"/>
                    </a:cubicBezTo>
                    <a:cubicBezTo>
                      <a:pt x="236" y="326"/>
                      <a:pt x="232" y="316"/>
                      <a:pt x="246" y="312"/>
                    </a:cubicBezTo>
                    <a:cubicBezTo>
                      <a:pt x="260" y="308"/>
                      <a:pt x="365" y="303"/>
                      <a:pt x="370" y="302"/>
                    </a:cubicBezTo>
                    <a:cubicBezTo>
                      <a:pt x="375" y="300"/>
                      <a:pt x="386" y="302"/>
                      <a:pt x="385" y="309"/>
                    </a:cubicBezTo>
                    <a:cubicBezTo>
                      <a:pt x="383" y="316"/>
                      <a:pt x="394" y="314"/>
                      <a:pt x="398" y="306"/>
                    </a:cubicBezTo>
                    <a:cubicBezTo>
                      <a:pt x="402" y="299"/>
                      <a:pt x="404" y="276"/>
                      <a:pt x="403" y="270"/>
                    </a:cubicBezTo>
                    <a:cubicBezTo>
                      <a:pt x="401" y="264"/>
                      <a:pt x="384" y="242"/>
                      <a:pt x="378" y="245"/>
                    </a:cubicBezTo>
                    <a:cubicBezTo>
                      <a:pt x="373" y="247"/>
                      <a:pt x="384" y="261"/>
                      <a:pt x="374" y="263"/>
                    </a:cubicBezTo>
                    <a:cubicBezTo>
                      <a:pt x="364" y="264"/>
                      <a:pt x="258" y="285"/>
                      <a:pt x="252" y="290"/>
                    </a:cubicBezTo>
                    <a:cubicBezTo>
                      <a:pt x="245" y="295"/>
                      <a:pt x="233" y="297"/>
                      <a:pt x="231" y="287"/>
                    </a:cubicBezTo>
                    <a:cubicBezTo>
                      <a:pt x="228" y="277"/>
                      <a:pt x="215" y="216"/>
                      <a:pt x="212" y="211"/>
                    </a:cubicBezTo>
                    <a:cubicBezTo>
                      <a:pt x="209" y="206"/>
                      <a:pt x="209" y="195"/>
                      <a:pt x="218" y="191"/>
                    </a:cubicBezTo>
                    <a:cubicBezTo>
                      <a:pt x="226" y="187"/>
                      <a:pt x="321" y="158"/>
                      <a:pt x="325" y="155"/>
                    </a:cubicBezTo>
                    <a:cubicBezTo>
                      <a:pt x="330" y="151"/>
                      <a:pt x="344" y="150"/>
                      <a:pt x="347" y="156"/>
                    </a:cubicBezTo>
                    <a:cubicBezTo>
                      <a:pt x="349" y="161"/>
                      <a:pt x="357" y="169"/>
                      <a:pt x="361" y="164"/>
                    </a:cubicBezTo>
                    <a:cubicBezTo>
                      <a:pt x="365" y="158"/>
                      <a:pt x="369" y="136"/>
                      <a:pt x="367" y="132"/>
                    </a:cubicBezTo>
                    <a:cubicBezTo>
                      <a:pt x="364" y="128"/>
                      <a:pt x="347" y="89"/>
                      <a:pt x="338" y="94"/>
                    </a:cubicBezTo>
                    <a:cubicBezTo>
                      <a:pt x="329" y="99"/>
                      <a:pt x="328" y="104"/>
                      <a:pt x="332" y="109"/>
                    </a:cubicBezTo>
                    <a:cubicBezTo>
                      <a:pt x="336" y="115"/>
                      <a:pt x="342" y="123"/>
                      <a:pt x="331" y="128"/>
                    </a:cubicBezTo>
                    <a:cubicBezTo>
                      <a:pt x="320" y="133"/>
                      <a:pt x="218" y="173"/>
                      <a:pt x="218" y="173"/>
                    </a:cubicBezTo>
                    <a:cubicBezTo>
                      <a:pt x="218" y="173"/>
                      <a:pt x="202" y="178"/>
                      <a:pt x="199" y="169"/>
                    </a:cubicBezTo>
                    <a:cubicBezTo>
                      <a:pt x="196" y="159"/>
                      <a:pt x="172" y="95"/>
                      <a:pt x="168" y="92"/>
                    </a:cubicBezTo>
                    <a:cubicBezTo>
                      <a:pt x="164" y="90"/>
                      <a:pt x="165" y="75"/>
                      <a:pt x="171" y="73"/>
                    </a:cubicBezTo>
                    <a:cubicBezTo>
                      <a:pt x="178" y="70"/>
                      <a:pt x="269" y="26"/>
                      <a:pt x="272" y="25"/>
                    </a:cubicBezTo>
                    <a:cubicBezTo>
                      <a:pt x="274" y="24"/>
                      <a:pt x="290" y="13"/>
                      <a:pt x="293" y="17"/>
                    </a:cubicBezTo>
                    <a:cubicBezTo>
                      <a:pt x="296" y="21"/>
                      <a:pt x="296" y="31"/>
                      <a:pt x="297" y="36"/>
                    </a:cubicBezTo>
                    <a:cubicBezTo>
                      <a:pt x="298" y="40"/>
                      <a:pt x="308" y="40"/>
                      <a:pt x="312" y="30"/>
                    </a:cubicBezTo>
                    <a:cubicBezTo>
                      <a:pt x="317" y="19"/>
                      <a:pt x="318" y="0"/>
                      <a:pt x="342" y="6"/>
                    </a:cubicBezTo>
                    <a:cubicBezTo>
                      <a:pt x="365" y="13"/>
                      <a:pt x="363" y="41"/>
                      <a:pt x="359" y="47"/>
                    </a:cubicBezTo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" name="Freeform 110">
                <a:extLst>
                  <a:ext uri="{FF2B5EF4-FFF2-40B4-BE49-F238E27FC236}">
                    <a16:creationId xmlns:a16="http://schemas.microsoft.com/office/drawing/2014/main" id="{8CC23FA1-138D-4FDA-8266-22648C1C3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3138"/>
                <a:ext cx="290" cy="438"/>
              </a:xfrm>
              <a:custGeom>
                <a:avLst/>
                <a:gdLst>
                  <a:gd name="T0" fmla="*/ 42 w 454"/>
                  <a:gd name="T1" fmla="*/ 0 h 688"/>
                  <a:gd name="T2" fmla="*/ 55 w 454"/>
                  <a:gd name="T3" fmla="*/ 2 h 688"/>
                  <a:gd name="T4" fmla="*/ 65 w 454"/>
                  <a:gd name="T5" fmla="*/ 10 h 688"/>
                  <a:gd name="T6" fmla="*/ 74 w 454"/>
                  <a:gd name="T7" fmla="*/ 22 h 688"/>
                  <a:gd name="T8" fmla="*/ 82 w 454"/>
                  <a:gd name="T9" fmla="*/ 35 h 688"/>
                  <a:gd name="T10" fmla="*/ 91 w 454"/>
                  <a:gd name="T11" fmla="*/ 50 h 688"/>
                  <a:gd name="T12" fmla="*/ 101 w 454"/>
                  <a:gd name="T13" fmla="*/ 67 h 688"/>
                  <a:gd name="T14" fmla="*/ 105 w 454"/>
                  <a:gd name="T15" fmla="*/ 84 h 688"/>
                  <a:gd name="T16" fmla="*/ 111 w 454"/>
                  <a:gd name="T17" fmla="*/ 102 h 688"/>
                  <a:gd name="T18" fmla="*/ 117 w 454"/>
                  <a:gd name="T19" fmla="*/ 115 h 688"/>
                  <a:gd name="T20" fmla="*/ 114 w 454"/>
                  <a:gd name="T21" fmla="*/ 129 h 688"/>
                  <a:gd name="T22" fmla="*/ 108 w 454"/>
                  <a:gd name="T23" fmla="*/ 153 h 688"/>
                  <a:gd name="T24" fmla="*/ 96 w 454"/>
                  <a:gd name="T25" fmla="*/ 174 h 688"/>
                  <a:gd name="T26" fmla="*/ 93 w 454"/>
                  <a:gd name="T27" fmla="*/ 164 h 688"/>
                  <a:gd name="T28" fmla="*/ 95 w 454"/>
                  <a:gd name="T29" fmla="*/ 130 h 688"/>
                  <a:gd name="T30" fmla="*/ 72 w 454"/>
                  <a:gd name="T31" fmla="*/ 92 h 688"/>
                  <a:gd name="T32" fmla="*/ 14 w 454"/>
                  <a:gd name="T33" fmla="*/ 33 h 688"/>
                  <a:gd name="T34" fmla="*/ 1 w 454"/>
                  <a:gd name="T35" fmla="*/ 26 h 688"/>
                  <a:gd name="T36" fmla="*/ 24 w 454"/>
                  <a:gd name="T37" fmla="*/ 14 h 688"/>
                  <a:gd name="T38" fmla="*/ 42 w 454"/>
                  <a:gd name="T39" fmla="*/ 0 h 6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54" h="688">
                    <a:moveTo>
                      <a:pt x="163" y="0"/>
                    </a:moveTo>
                    <a:cubicBezTo>
                      <a:pt x="163" y="0"/>
                      <a:pt x="194" y="9"/>
                      <a:pt x="210" y="7"/>
                    </a:cubicBezTo>
                    <a:cubicBezTo>
                      <a:pt x="225" y="5"/>
                      <a:pt x="244" y="26"/>
                      <a:pt x="247" y="40"/>
                    </a:cubicBezTo>
                    <a:cubicBezTo>
                      <a:pt x="251" y="53"/>
                      <a:pt x="268" y="74"/>
                      <a:pt x="285" y="84"/>
                    </a:cubicBezTo>
                    <a:cubicBezTo>
                      <a:pt x="302" y="95"/>
                      <a:pt x="314" y="117"/>
                      <a:pt x="314" y="136"/>
                    </a:cubicBezTo>
                    <a:cubicBezTo>
                      <a:pt x="314" y="155"/>
                      <a:pt x="325" y="179"/>
                      <a:pt x="347" y="194"/>
                    </a:cubicBezTo>
                    <a:cubicBezTo>
                      <a:pt x="369" y="210"/>
                      <a:pt x="387" y="246"/>
                      <a:pt x="387" y="263"/>
                    </a:cubicBezTo>
                    <a:cubicBezTo>
                      <a:pt x="387" y="280"/>
                      <a:pt x="383" y="316"/>
                      <a:pt x="406" y="325"/>
                    </a:cubicBezTo>
                    <a:cubicBezTo>
                      <a:pt x="428" y="334"/>
                      <a:pt x="428" y="390"/>
                      <a:pt x="428" y="397"/>
                    </a:cubicBezTo>
                    <a:cubicBezTo>
                      <a:pt x="428" y="404"/>
                      <a:pt x="440" y="435"/>
                      <a:pt x="447" y="445"/>
                    </a:cubicBezTo>
                    <a:cubicBezTo>
                      <a:pt x="454" y="456"/>
                      <a:pt x="443" y="482"/>
                      <a:pt x="435" y="500"/>
                    </a:cubicBezTo>
                    <a:cubicBezTo>
                      <a:pt x="426" y="519"/>
                      <a:pt x="431" y="566"/>
                      <a:pt x="414" y="592"/>
                    </a:cubicBezTo>
                    <a:cubicBezTo>
                      <a:pt x="397" y="617"/>
                      <a:pt x="390" y="660"/>
                      <a:pt x="369" y="674"/>
                    </a:cubicBezTo>
                    <a:cubicBezTo>
                      <a:pt x="349" y="688"/>
                      <a:pt x="349" y="667"/>
                      <a:pt x="359" y="635"/>
                    </a:cubicBezTo>
                    <a:cubicBezTo>
                      <a:pt x="369" y="602"/>
                      <a:pt x="376" y="531"/>
                      <a:pt x="366" y="504"/>
                    </a:cubicBezTo>
                    <a:cubicBezTo>
                      <a:pt x="356" y="476"/>
                      <a:pt x="296" y="370"/>
                      <a:pt x="277" y="358"/>
                    </a:cubicBezTo>
                    <a:cubicBezTo>
                      <a:pt x="258" y="346"/>
                      <a:pt x="67" y="134"/>
                      <a:pt x="53" y="127"/>
                    </a:cubicBezTo>
                    <a:cubicBezTo>
                      <a:pt x="39" y="120"/>
                      <a:pt x="7" y="114"/>
                      <a:pt x="3" y="100"/>
                    </a:cubicBezTo>
                    <a:cubicBezTo>
                      <a:pt x="0" y="86"/>
                      <a:pt x="72" y="62"/>
                      <a:pt x="93" y="53"/>
                    </a:cubicBezTo>
                    <a:cubicBezTo>
                      <a:pt x="136" y="34"/>
                      <a:pt x="163" y="0"/>
                      <a:pt x="163" y="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" name="Freeform 111">
                <a:extLst>
                  <a:ext uri="{FF2B5EF4-FFF2-40B4-BE49-F238E27FC236}">
                    <a16:creationId xmlns:a16="http://schemas.microsoft.com/office/drawing/2014/main" id="{BDE4E6B1-6244-4F92-947A-2E8386CDE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345"/>
                <a:ext cx="120" cy="69"/>
              </a:xfrm>
              <a:custGeom>
                <a:avLst/>
                <a:gdLst>
                  <a:gd name="T0" fmla="*/ 27 w 188"/>
                  <a:gd name="T1" fmla="*/ 6 h 108"/>
                  <a:gd name="T2" fmla="*/ 41 w 188"/>
                  <a:gd name="T3" fmla="*/ 10 h 108"/>
                  <a:gd name="T4" fmla="*/ 48 w 188"/>
                  <a:gd name="T5" fmla="*/ 15 h 108"/>
                  <a:gd name="T6" fmla="*/ 39 w 188"/>
                  <a:gd name="T7" fmla="*/ 15 h 108"/>
                  <a:gd name="T8" fmla="*/ 29 w 188"/>
                  <a:gd name="T9" fmla="*/ 11 h 108"/>
                  <a:gd name="T10" fmla="*/ 27 w 188"/>
                  <a:gd name="T11" fmla="*/ 14 h 108"/>
                  <a:gd name="T12" fmla="*/ 5 w 188"/>
                  <a:gd name="T13" fmla="*/ 26 h 108"/>
                  <a:gd name="T14" fmla="*/ 1 w 188"/>
                  <a:gd name="T15" fmla="*/ 23 h 108"/>
                  <a:gd name="T16" fmla="*/ 4 w 188"/>
                  <a:gd name="T17" fmla="*/ 10 h 108"/>
                  <a:gd name="T18" fmla="*/ 10 w 188"/>
                  <a:gd name="T19" fmla="*/ 7 h 108"/>
                  <a:gd name="T20" fmla="*/ 26 w 188"/>
                  <a:gd name="T21" fmla="*/ 2 h 108"/>
                  <a:gd name="T22" fmla="*/ 27 w 188"/>
                  <a:gd name="T23" fmla="*/ 6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8" h="108">
                    <a:moveTo>
                      <a:pt x="106" y="22"/>
                    </a:moveTo>
                    <a:cubicBezTo>
                      <a:pt x="106" y="22"/>
                      <a:pt x="148" y="37"/>
                      <a:pt x="157" y="37"/>
                    </a:cubicBezTo>
                    <a:cubicBezTo>
                      <a:pt x="166" y="37"/>
                      <a:pt x="188" y="42"/>
                      <a:pt x="183" y="57"/>
                    </a:cubicBezTo>
                    <a:cubicBezTo>
                      <a:pt x="177" y="71"/>
                      <a:pt x="157" y="60"/>
                      <a:pt x="150" y="57"/>
                    </a:cubicBezTo>
                    <a:cubicBezTo>
                      <a:pt x="143" y="53"/>
                      <a:pt x="110" y="42"/>
                      <a:pt x="110" y="42"/>
                    </a:cubicBezTo>
                    <a:cubicBezTo>
                      <a:pt x="110" y="42"/>
                      <a:pt x="118" y="52"/>
                      <a:pt x="106" y="55"/>
                    </a:cubicBezTo>
                    <a:cubicBezTo>
                      <a:pt x="94" y="58"/>
                      <a:pt x="33" y="87"/>
                      <a:pt x="19" y="97"/>
                    </a:cubicBezTo>
                    <a:cubicBezTo>
                      <a:pt x="5" y="108"/>
                      <a:pt x="0" y="101"/>
                      <a:pt x="3" y="87"/>
                    </a:cubicBezTo>
                    <a:cubicBezTo>
                      <a:pt x="6" y="72"/>
                      <a:pt x="18" y="39"/>
                      <a:pt x="18" y="36"/>
                    </a:cubicBezTo>
                    <a:cubicBezTo>
                      <a:pt x="19" y="32"/>
                      <a:pt x="27" y="30"/>
                      <a:pt x="38" y="26"/>
                    </a:cubicBezTo>
                    <a:cubicBezTo>
                      <a:pt x="49" y="22"/>
                      <a:pt x="102" y="0"/>
                      <a:pt x="102" y="8"/>
                    </a:cubicBezTo>
                    <a:cubicBezTo>
                      <a:pt x="102" y="15"/>
                      <a:pt x="104" y="19"/>
                      <a:pt x="106" y="2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" name="Freeform 112">
                <a:extLst>
                  <a:ext uri="{FF2B5EF4-FFF2-40B4-BE49-F238E27FC236}">
                    <a16:creationId xmlns:a16="http://schemas.microsoft.com/office/drawing/2014/main" id="{CF1B5174-CB78-499E-8ED6-5E948BCB7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384"/>
                <a:ext cx="138" cy="74"/>
              </a:xfrm>
              <a:custGeom>
                <a:avLst/>
                <a:gdLst>
                  <a:gd name="T0" fmla="*/ 27 w 216"/>
                  <a:gd name="T1" fmla="*/ 4 h 116"/>
                  <a:gd name="T2" fmla="*/ 42 w 216"/>
                  <a:gd name="T3" fmla="*/ 8 h 116"/>
                  <a:gd name="T4" fmla="*/ 56 w 216"/>
                  <a:gd name="T5" fmla="*/ 14 h 116"/>
                  <a:gd name="T6" fmla="*/ 47 w 216"/>
                  <a:gd name="T7" fmla="*/ 19 h 116"/>
                  <a:gd name="T8" fmla="*/ 29 w 216"/>
                  <a:gd name="T9" fmla="*/ 12 h 116"/>
                  <a:gd name="T10" fmla="*/ 27 w 216"/>
                  <a:gd name="T11" fmla="*/ 13 h 116"/>
                  <a:gd name="T12" fmla="*/ 23 w 216"/>
                  <a:gd name="T13" fmla="*/ 15 h 116"/>
                  <a:gd name="T14" fmla="*/ 4 w 216"/>
                  <a:gd name="T15" fmla="*/ 27 h 116"/>
                  <a:gd name="T16" fmla="*/ 1 w 216"/>
                  <a:gd name="T17" fmla="*/ 27 h 116"/>
                  <a:gd name="T18" fmla="*/ 1 w 216"/>
                  <a:gd name="T19" fmla="*/ 15 h 116"/>
                  <a:gd name="T20" fmla="*/ 4 w 216"/>
                  <a:gd name="T21" fmla="*/ 11 h 116"/>
                  <a:gd name="T22" fmla="*/ 24 w 216"/>
                  <a:gd name="T23" fmla="*/ 1 h 116"/>
                  <a:gd name="T24" fmla="*/ 27 w 216"/>
                  <a:gd name="T25" fmla="*/ 1 h 116"/>
                  <a:gd name="T26" fmla="*/ 27 w 216"/>
                  <a:gd name="T27" fmla="*/ 4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6" h="116">
                    <a:moveTo>
                      <a:pt x="102" y="16"/>
                    </a:moveTo>
                    <a:cubicBezTo>
                      <a:pt x="102" y="16"/>
                      <a:pt x="145" y="27"/>
                      <a:pt x="161" y="29"/>
                    </a:cubicBezTo>
                    <a:cubicBezTo>
                      <a:pt x="176" y="30"/>
                      <a:pt x="216" y="31"/>
                      <a:pt x="215" y="55"/>
                    </a:cubicBezTo>
                    <a:cubicBezTo>
                      <a:pt x="213" y="79"/>
                      <a:pt x="197" y="79"/>
                      <a:pt x="181" y="74"/>
                    </a:cubicBezTo>
                    <a:cubicBezTo>
                      <a:pt x="166" y="69"/>
                      <a:pt x="116" y="46"/>
                      <a:pt x="110" y="46"/>
                    </a:cubicBezTo>
                    <a:cubicBezTo>
                      <a:pt x="104" y="46"/>
                      <a:pt x="104" y="46"/>
                      <a:pt x="104" y="50"/>
                    </a:cubicBezTo>
                    <a:cubicBezTo>
                      <a:pt x="104" y="53"/>
                      <a:pt x="97" y="53"/>
                      <a:pt x="88" y="57"/>
                    </a:cubicBezTo>
                    <a:cubicBezTo>
                      <a:pt x="79" y="61"/>
                      <a:pt x="22" y="99"/>
                      <a:pt x="17" y="105"/>
                    </a:cubicBezTo>
                    <a:cubicBezTo>
                      <a:pt x="12" y="111"/>
                      <a:pt x="0" y="116"/>
                      <a:pt x="2" y="103"/>
                    </a:cubicBezTo>
                    <a:cubicBezTo>
                      <a:pt x="3" y="90"/>
                      <a:pt x="3" y="59"/>
                      <a:pt x="3" y="56"/>
                    </a:cubicBezTo>
                    <a:cubicBezTo>
                      <a:pt x="3" y="54"/>
                      <a:pt x="10" y="46"/>
                      <a:pt x="16" y="43"/>
                    </a:cubicBezTo>
                    <a:cubicBezTo>
                      <a:pt x="22" y="40"/>
                      <a:pt x="86" y="9"/>
                      <a:pt x="91" y="4"/>
                    </a:cubicBezTo>
                    <a:cubicBezTo>
                      <a:pt x="95" y="0"/>
                      <a:pt x="104" y="4"/>
                      <a:pt x="102" y="5"/>
                    </a:cubicBezTo>
                    <a:cubicBezTo>
                      <a:pt x="99" y="6"/>
                      <a:pt x="100" y="18"/>
                      <a:pt x="102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" name="Freeform 113">
                <a:extLst>
                  <a:ext uri="{FF2B5EF4-FFF2-40B4-BE49-F238E27FC236}">
                    <a16:creationId xmlns:a16="http://schemas.microsoft.com/office/drawing/2014/main" id="{2A12C2D7-0322-4E83-953E-B439E1823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425"/>
                <a:ext cx="122" cy="76"/>
              </a:xfrm>
              <a:custGeom>
                <a:avLst/>
                <a:gdLst>
                  <a:gd name="T0" fmla="*/ 25 w 191"/>
                  <a:gd name="T1" fmla="*/ 3 h 120"/>
                  <a:gd name="T2" fmla="*/ 38 w 191"/>
                  <a:gd name="T3" fmla="*/ 7 h 120"/>
                  <a:gd name="T4" fmla="*/ 48 w 191"/>
                  <a:gd name="T5" fmla="*/ 9 h 120"/>
                  <a:gd name="T6" fmla="*/ 47 w 191"/>
                  <a:gd name="T7" fmla="*/ 15 h 120"/>
                  <a:gd name="T8" fmla="*/ 33 w 191"/>
                  <a:gd name="T9" fmla="*/ 10 h 120"/>
                  <a:gd name="T10" fmla="*/ 26 w 191"/>
                  <a:gd name="T11" fmla="*/ 10 h 120"/>
                  <a:gd name="T12" fmla="*/ 25 w 191"/>
                  <a:gd name="T13" fmla="*/ 13 h 120"/>
                  <a:gd name="T14" fmla="*/ 6 w 191"/>
                  <a:gd name="T15" fmla="*/ 29 h 120"/>
                  <a:gd name="T16" fmla="*/ 2 w 191"/>
                  <a:gd name="T17" fmla="*/ 28 h 120"/>
                  <a:gd name="T18" fmla="*/ 1 w 191"/>
                  <a:gd name="T19" fmla="*/ 18 h 120"/>
                  <a:gd name="T20" fmla="*/ 3 w 191"/>
                  <a:gd name="T21" fmla="*/ 15 h 120"/>
                  <a:gd name="T22" fmla="*/ 19 w 191"/>
                  <a:gd name="T23" fmla="*/ 1 h 120"/>
                  <a:gd name="T24" fmla="*/ 23 w 191"/>
                  <a:gd name="T25" fmla="*/ 1 h 120"/>
                  <a:gd name="T26" fmla="*/ 25 w 191"/>
                  <a:gd name="T27" fmla="*/ 3 h 1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1" h="120">
                    <a:moveTo>
                      <a:pt x="96" y="10"/>
                    </a:moveTo>
                    <a:cubicBezTo>
                      <a:pt x="96" y="10"/>
                      <a:pt x="140" y="25"/>
                      <a:pt x="147" y="27"/>
                    </a:cubicBezTo>
                    <a:cubicBezTo>
                      <a:pt x="154" y="29"/>
                      <a:pt x="176" y="26"/>
                      <a:pt x="184" y="35"/>
                    </a:cubicBezTo>
                    <a:cubicBezTo>
                      <a:pt x="191" y="45"/>
                      <a:pt x="190" y="61"/>
                      <a:pt x="179" y="60"/>
                    </a:cubicBezTo>
                    <a:cubicBezTo>
                      <a:pt x="169" y="58"/>
                      <a:pt x="132" y="42"/>
                      <a:pt x="125" y="40"/>
                    </a:cubicBezTo>
                    <a:cubicBezTo>
                      <a:pt x="119" y="37"/>
                      <a:pt x="99" y="31"/>
                      <a:pt x="98" y="37"/>
                    </a:cubicBezTo>
                    <a:cubicBezTo>
                      <a:pt x="97" y="42"/>
                      <a:pt x="103" y="47"/>
                      <a:pt x="95" y="51"/>
                    </a:cubicBezTo>
                    <a:cubicBezTo>
                      <a:pt x="86" y="55"/>
                      <a:pt x="28" y="108"/>
                      <a:pt x="24" y="113"/>
                    </a:cubicBezTo>
                    <a:cubicBezTo>
                      <a:pt x="20" y="117"/>
                      <a:pt x="8" y="120"/>
                      <a:pt x="7" y="110"/>
                    </a:cubicBezTo>
                    <a:cubicBezTo>
                      <a:pt x="5" y="101"/>
                      <a:pt x="4" y="75"/>
                      <a:pt x="2" y="72"/>
                    </a:cubicBezTo>
                    <a:cubicBezTo>
                      <a:pt x="0" y="68"/>
                      <a:pt x="7" y="62"/>
                      <a:pt x="11" y="57"/>
                    </a:cubicBezTo>
                    <a:cubicBezTo>
                      <a:pt x="16" y="52"/>
                      <a:pt x="70" y="8"/>
                      <a:pt x="73" y="4"/>
                    </a:cubicBezTo>
                    <a:cubicBezTo>
                      <a:pt x="76" y="1"/>
                      <a:pt x="89" y="0"/>
                      <a:pt x="88" y="2"/>
                    </a:cubicBezTo>
                    <a:cubicBezTo>
                      <a:pt x="86" y="4"/>
                      <a:pt x="89" y="10"/>
                      <a:pt x="96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" name="Freeform 114">
                <a:extLst>
                  <a:ext uri="{FF2B5EF4-FFF2-40B4-BE49-F238E27FC236}">
                    <a16:creationId xmlns:a16="http://schemas.microsoft.com/office/drawing/2014/main" id="{07147B9C-FC76-4A3A-9B55-872D78145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465"/>
                <a:ext cx="138" cy="86"/>
              </a:xfrm>
              <a:custGeom>
                <a:avLst/>
                <a:gdLst>
                  <a:gd name="T0" fmla="*/ 26 w 217"/>
                  <a:gd name="T1" fmla="*/ 2 h 135"/>
                  <a:gd name="T2" fmla="*/ 39 w 217"/>
                  <a:gd name="T3" fmla="*/ 3 h 135"/>
                  <a:gd name="T4" fmla="*/ 48 w 217"/>
                  <a:gd name="T5" fmla="*/ 3 h 135"/>
                  <a:gd name="T6" fmla="*/ 53 w 217"/>
                  <a:gd name="T7" fmla="*/ 11 h 135"/>
                  <a:gd name="T8" fmla="*/ 39 w 217"/>
                  <a:gd name="T9" fmla="*/ 10 h 135"/>
                  <a:gd name="T10" fmla="*/ 29 w 217"/>
                  <a:gd name="T11" fmla="*/ 10 h 135"/>
                  <a:gd name="T12" fmla="*/ 28 w 217"/>
                  <a:gd name="T13" fmla="*/ 13 h 135"/>
                  <a:gd name="T14" fmla="*/ 17 w 217"/>
                  <a:gd name="T15" fmla="*/ 21 h 135"/>
                  <a:gd name="T16" fmla="*/ 6 w 217"/>
                  <a:gd name="T17" fmla="*/ 32 h 135"/>
                  <a:gd name="T18" fmla="*/ 1 w 217"/>
                  <a:gd name="T19" fmla="*/ 20 h 135"/>
                  <a:gd name="T20" fmla="*/ 20 w 217"/>
                  <a:gd name="T21" fmla="*/ 2 h 135"/>
                  <a:gd name="T22" fmla="*/ 24 w 217"/>
                  <a:gd name="T23" fmla="*/ 1 h 135"/>
                  <a:gd name="T24" fmla="*/ 26 w 217"/>
                  <a:gd name="T25" fmla="*/ 2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7" h="135">
                    <a:moveTo>
                      <a:pt x="101" y="7"/>
                    </a:moveTo>
                    <a:cubicBezTo>
                      <a:pt x="101" y="7"/>
                      <a:pt x="146" y="10"/>
                      <a:pt x="154" y="9"/>
                    </a:cubicBezTo>
                    <a:cubicBezTo>
                      <a:pt x="162" y="9"/>
                      <a:pt x="179" y="7"/>
                      <a:pt x="186" y="13"/>
                    </a:cubicBezTo>
                    <a:cubicBezTo>
                      <a:pt x="193" y="20"/>
                      <a:pt x="217" y="40"/>
                      <a:pt x="204" y="44"/>
                    </a:cubicBezTo>
                    <a:cubicBezTo>
                      <a:pt x="191" y="48"/>
                      <a:pt x="163" y="39"/>
                      <a:pt x="153" y="38"/>
                    </a:cubicBezTo>
                    <a:cubicBezTo>
                      <a:pt x="143" y="36"/>
                      <a:pt x="113" y="38"/>
                      <a:pt x="113" y="38"/>
                    </a:cubicBezTo>
                    <a:cubicBezTo>
                      <a:pt x="113" y="38"/>
                      <a:pt x="112" y="45"/>
                      <a:pt x="108" y="49"/>
                    </a:cubicBezTo>
                    <a:cubicBezTo>
                      <a:pt x="105" y="53"/>
                      <a:pt x="74" y="74"/>
                      <a:pt x="67" y="82"/>
                    </a:cubicBezTo>
                    <a:cubicBezTo>
                      <a:pt x="60" y="90"/>
                      <a:pt x="31" y="135"/>
                      <a:pt x="24" y="125"/>
                    </a:cubicBezTo>
                    <a:cubicBezTo>
                      <a:pt x="17" y="115"/>
                      <a:pt x="0" y="86"/>
                      <a:pt x="5" y="78"/>
                    </a:cubicBezTo>
                    <a:cubicBezTo>
                      <a:pt x="11" y="70"/>
                      <a:pt x="74" y="13"/>
                      <a:pt x="77" y="7"/>
                    </a:cubicBezTo>
                    <a:cubicBezTo>
                      <a:pt x="81" y="0"/>
                      <a:pt x="91" y="0"/>
                      <a:pt x="92" y="2"/>
                    </a:cubicBezTo>
                    <a:cubicBezTo>
                      <a:pt x="93" y="4"/>
                      <a:pt x="98" y="9"/>
                      <a:pt x="101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" name="Freeform 115">
                <a:extLst>
                  <a:ext uri="{FF2B5EF4-FFF2-40B4-BE49-F238E27FC236}">
                    <a16:creationId xmlns:a16="http://schemas.microsoft.com/office/drawing/2014/main" id="{7253CC9D-F986-40ED-8BF7-1A8B3B722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499"/>
                <a:ext cx="144" cy="95"/>
              </a:xfrm>
              <a:custGeom>
                <a:avLst/>
                <a:gdLst>
                  <a:gd name="T0" fmla="*/ 23 w 226"/>
                  <a:gd name="T1" fmla="*/ 3 h 149"/>
                  <a:gd name="T2" fmla="*/ 44 w 226"/>
                  <a:gd name="T3" fmla="*/ 5 h 149"/>
                  <a:gd name="T4" fmla="*/ 54 w 226"/>
                  <a:gd name="T5" fmla="*/ 7 h 149"/>
                  <a:gd name="T6" fmla="*/ 54 w 226"/>
                  <a:gd name="T7" fmla="*/ 16 h 149"/>
                  <a:gd name="T8" fmla="*/ 27 w 226"/>
                  <a:gd name="T9" fmla="*/ 9 h 149"/>
                  <a:gd name="T10" fmla="*/ 27 w 226"/>
                  <a:gd name="T11" fmla="*/ 11 h 149"/>
                  <a:gd name="T12" fmla="*/ 27 w 226"/>
                  <a:gd name="T13" fmla="*/ 15 h 149"/>
                  <a:gd name="T14" fmla="*/ 10 w 226"/>
                  <a:gd name="T15" fmla="*/ 38 h 149"/>
                  <a:gd name="T16" fmla="*/ 7 w 226"/>
                  <a:gd name="T17" fmla="*/ 38 h 149"/>
                  <a:gd name="T18" fmla="*/ 1 w 226"/>
                  <a:gd name="T19" fmla="*/ 28 h 149"/>
                  <a:gd name="T20" fmla="*/ 3 w 226"/>
                  <a:gd name="T21" fmla="*/ 23 h 149"/>
                  <a:gd name="T22" fmla="*/ 17 w 226"/>
                  <a:gd name="T23" fmla="*/ 4 h 149"/>
                  <a:gd name="T24" fmla="*/ 21 w 226"/>
                  <a:gd name="T25" fmla="*/ 1 h 149"/>
                  <a:gd name="T26" fmla="*/ 23 w 226"/>
                  <a:gd name="T27" fmla="*/ 3 h 1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6" h="149">
                    <a:moveTo>
                      <a:pt x="88" y="10"/>
                    </a:moveTo>
                    <a:cubicBezTo>
                      <a:pt x="88" y="10"/>
                      <a:pt x="153" y="20"/>
                      <a:pt x="170" y="21"/>
                    </a:cubicBezTo>
                    <a:cubicBezTo>
                      <a:pt x="187" y="22"/>
                      <a:pt x="206" y="19"/>
                      <a:pt x="210" y="26"/>
                    </a:cubicBezTo>
                    <a:cubicBezTo>
                      <a:pt x="214" y="34"/>
                      <a:pt x="226" y="65"/>
                      <a:pt x="209" y="61"/>
                    </a:cubicBezTo>
                    <a:cubicBezTo>
                      <a:pt x="192" y="58"/>
                      <a:pt x="115" y="28"/>
                      <a:pt x="105" y="34"/>
                    </a:cubicBezTo>
                    <a:cubicBezTo>
                      <a:pt x="95" y="40"/>
                      <a:pt x="107" y="40"/>
                      <a:pt x="107" y="40"/>
                    </a:cubicBezTo>
                    <a:cubicBezTo>
                      <a:pt x="107" y="40"/>
                      <a:pt x="114" y="47"/>
                      <a:pt x="104" y="58"/>
                    </a:cubicBezTo>
                    <a:cubicBezTo>
                      <a:pt x="93" y="69"/>
                      <a:pt x="40" y="142"/>
                      <a:pt x="38" y="145"/>
                    </a:cubicBezTo>
                    <a:cubicBezTo>
                      <a:pt x="36" y="149"/>
                      <a:pt x="28" y="149"/>
                      <a:pt x="26" y="144"/>
                    </a:cubicBezTo>
                    <a:cubicBezTo>
                      <a:pt x="24" y="138"/>
                      <a:pt x="4" y="110"/>
                      <a:pt x="2" y="108"/>
                    </a:cubicBezTo>
                    <a:cubicBezTo>
                      <a:pt x="0" y="107"/>
                      <a:pt x="11" y="92"/>
                      <a:pt x="13" y="90"/>
                    </a:cubicBezTo>
                    <a:cubicBezTo>
                      <a:pt x="14" y="87"/>
                      <a:pt x="65" y="20"/>
                      <a:pt x="67" y="14"/>
                    </a:cubicBezTo>
                    <a:cubicBezTo>
                      <a:pt x="70" y="8"/>
                      <a:pt x="80" y="0"/>
                      <a:pt x="81" y="3"/>
                    </a:cubicBezTo>
                    <a:cubicBezTo>
                      <a:pt x="83" y="6"/>
                      <a:pt x="86" y="13"/>
                      <a:pt x="88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" name="Freeform 116">
                <a:extLst>
                  <a:ext uri="{FF2B5EF4-FFF2-40B4-BE49-F238E27FC236}">
                    <a16:creationId xmlns:a16="http://schemas.microsoft.com/office/drawing/2014/main" id="{371DCE00-A377-4FB9-89CA-64EE17DB8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546"/>
                <a:ext cx="148" cy="94"/>
              </a:xfrm>
              <a:custGeom>
                <a:avLst/>
                <a:gdLst>
                  <a:gd name="T0" fmla="*/ 22 w 232"/>
                  <a:gd name="T1" fmla="*/ 3 h 148"/>
                  <a:gd name="T2" fmla="*/ 40 w 232"/>
                  <a:gd name="T3" fmla="*/ 4 h 148"/>
                  <a:gd name="T4" fmla="*/ 50 w 232"/>
                  <a:gd name="T5" fmla="*/ 4 h 148"/>
                  <a:gd name="T6" fmla="*/ 57 w 232"/>
                  <a:gd name="T7" fmla="*/ 13 h 148"/>
                  <a:gd name="T8" fmla="*/ 45 w 232"/>
                  <a:gd name="T9" fmla="*/ 11 h 148"/>
                  <a:gd name="T10" fmla="*/ 27 w 232"/>
                  <a:gd name="T11" fmla="*/ 11 h 148"/>
                  <a:gd name="T12" fmla="*/ 28 w 232"/>
                  <a:gd name="T13" fmla="*/ 13 h 148"/>
                  <a:gd name="T14" fmla="*/ 27 w 232"/>
                  <a:gd name="T15" fmla="*/ 15 h 148"/>
                  <a:gd name="T16" fmla="*/ 8 w 232"/>
                  <a:gd name="T17" fmla="*/ 37 h 148"/>
                  <a:gd name="T18" fmla="*/ 5 w 232"/>
                  <a:gd name="T19" fmla="*/ 36 h 148"/>
                  <a:gd name="T20" fmla="*/ 0 w 232"/>
                  <a:gd name="T21" fmla="*/ 30 h 148"/>
                  <a:gd name="T22" fmla="*/ 1 w 232"/>
                  <a:gd name="T23" fmla="*/ 26 h 148"/>
                  <a:gd name="T24" fmla="*/ 18 w 232"/>
                  <a:gd name="T25" fmla="*/ 3 h 148"/>
                  <a:gd name="T26" fmla="*/ 22 w 232"/>
                  <a:gd name="T27" fmla="*/ 3 h 1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2" h="148">
                    <a:moveTo>
                      <a:pt x="86" y="9"/>
                    </a:moveTo>
                    <a:cubicBezTo>
                      <a:pt x="86" y="9"/>
                      <a:pt x="147" y="17"/>
                      <a:pt x="154" y="16"/>
                    </a:cubicBezTo>
                    <a:cubicBezTo>
                      <a:pt x="161" y="16"/>
                      <a:pt x="187" y="9"/>
                      <a:pt x="193" y="15"/>
                    </a:cubicBezTo>
                    <a:cubicBezTo>
                      <a:pt x="199" y="21"/>
                      <a:pt x="232" y="50"/>
                      <a:pt x="220" y="52"/>
                    </a:cubicBezTo>
                    <a:cubicBezTo>
                      <a:pt x="208" y="55"/>
                      <a:pt x="184" y="43"/>
                      <a:pt x="172" y="43"/>
                    </a:cubicBezTo>
                    <a:cubicBezTo>
                      <a:pt x="159" y="42"/>
                      <a:pt x="108" y="38"/>
                      <a:pt x="106" y="41"/>
                    </a:cubicBezTo>
                    <a:cubicBezTo>
                      <a:pt x="103" y="43"/>
                      <a:pt x="108" y="50"/>
                      <a:pt x="108" y="50"/>
                    </a:cubicBezTo>
                    <a:cubicBezTo>
                      <a:pt x="108" y="50"/>
                      <a:pt x="111" y="57"/>
                      <a:pt x="107" y="60"/>
                    </a:cubicBezTo>
                    <a:cubicBezTo>
                      <a:pt x="103" y="63"/>
                      <a:pt x="33" y="140"/>
                      <a:pt x="31" y="144"/>
                    </a:cubicBezTo>
                    <a:cubicBezTo>
                      <a:pt x="29" y="148"/>
                      <a:pt x="24" y="146"/>
                      <a:pt x="20" y="142"/>
                    </a:cubicBezTo>
                    <a:cubicBezTo>
                      <a:pt x="15" y="138"/>
                      <a:pt x="0" y="116"/>
                      <a:pt x="0" y="116"/>
                    </a:cubicBezTo>
                    <a:cubicBezTo>
                      <a:pt x="0" y="116"/>
                      <a:pt x="1" y="108"/>
                      <a:pt x="5" y="102"/>
                    </a:cubicBezTo>
                    <a:cubicBezTo>
                      <a:pt x="9" y="97"/>
                      <a:pt x="67" y="16"/>
                      <a:pt x="69" y="13"/>
                    </a:cubicBezTo>
                    <a:cubicBezTo>
                      <a:pt x="70" y="10"/>
                      <a:pt x="80" y="0"/>
                      <a:pt x="86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" name="Freeform 117">
                <a:extLst>
                  <a:ext uri="{FF2B5EF4-FFF2-40B4-BE49-F238E27FC236}">
                    <a16:creationId xmlns:a16="http://schemas.microsoft.com/office/drawing/2014/main" id="{304F3F64-FB39-412A-96D5-AFB1FD02C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590"/>
                <a:ext cx="152" cy="89"/>
              </a:xfrm>
              <a:custGeom>
                <a:avLst/>
                <a:gdLst>
                  <a:gd name="T0" fmla="*/ 25 w 239"/>
                  <a:gd name="T1" fmla="*/ 4 h 139"/>
                  <a:gd name="T2" fmla="*/ 48 w 239"/>
                  <a:gd name="T3" fmla="*/ 5 h 139"/>
                  <a:gd name="T4" fmla="*/ 54 w 239"/>
                  <a:gd name="T5" fmla="*/ 6 h 139"/>
                  <a:gd name="T6" fmla="*/ 59 w 239"/>
                  <a:gd name="T7" fmla="*/ 15 h 139"/>
                  <a:gd name="T8" fmla="*/ 48 w 239"/>
                  <a:gd name="T9" fmla="*/ 13 h 139"/>
                  <a:gd name="T10" fmla="*/ 29 w 239"/>
                  <a:gd name="T11" fmla="*/ 9 h 139"/>
                  <a:gd name="T12" fmla="*/ 29 w 239"/>
                  <a:gd name="T13" fmla="*/ 13 h 139"/>
                  <a:gd name="T14" fmla="*/ 8 w 239"/>
                  <a:gd name="T15" fmla="*/ 35 h 139"/>
                  <a:gd name="T16" fmla="*/ 6 w 239"/>
                  <a:gd name="T17" fmla="*/ 35 h 139"/>
                  <a:gd name="T18" fmla="*/ 1 w 239"/>
                  <a:gd name="T19" fmla="*/ 26 h 139"/>
                  <a:gd name="T20" fmla="*/ 2 w 239"/>
                  <a:gd name="T21" fmla="*/ 22 h 139"/>
                  <a:gd name="T22" fmla="*/ 20 w 239"/>
                  <a:gd name="T23" fmla="*/ 2 h 139"/>
                  <a:gd name="T24" fmla="*/ 23 w 239"/>
                  <a:gd name="T25" fmla="*/ 1 h 139"/>
                  <a:gd name="T26" fmla="*/ 25 w 239"/>
                  <a:gd name="T27" fmla="*/ 4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9" h="139">
                    <a:moveTo>
                      <a:pt x="97" y="14"/>
                    </a:moveTo>
                    <a:cubicBezTo>
                      <a:pt x="97" y="14"/>
                      <a:pt x="178" y="21"/>
                      <a:pt x="188" y="21"/>
                    </a:cubicBezTo>
                    <a:cubicBezTo>
                      <a:pt x="199" y="21"/>
                      <a:pt x="204" y="18"/>
                      <a:pt x="211" y="23"/>
                    </a:cubicBezTo>
                    <a:cubicBezTo>
                      <a:pt x="217" y="29"/>
                      <a:pt x="239" y="58"/>
                      <a:pt x="228" y="58"/>
                    </a:cubicBezTo>
                    <a:cubicBezTo>
                      <a:pt x="217" y="58"/>
                      <a:pt x="196" y="55"/>
                      <a:pt x="186" y="52"/>
                    </a:cubicBezTo>
                    <a:cubicBezTo>
                      <a:pt x="175" y="50"/>
                      <a:pt x="115" y="31"/>
                      <a:pt x="113" y="35"/>
                    </a:cubicBezTo>
                    <a:cubicBezTo>
                      <a:pt x="111" y="39"/>
                      <a:pt x="122" y="46"/>
                      <a:pt x="115" y="50"/>
                    </a:cubicBezTo>
                    <a:cubicBezTo>
                      <a:pt x="109" y="55"/>
                      <a:pt x="32" y="132"/>
                      <a:pt x="32" y="132"/>
                    </a:cubicBezTo>
                    <a:cubicBezTo>
                      <a:pt x="32" y="132"/>
                      <a:pt x="27" y="139"/>
                      <a:pt x="22" y="134"/>
                    </a:cubicBezTo>
                    <a:cubicBezTo>
                      <a:pt x="17" y="128"/>
                      <a:pt x="5" y="100"/>
                      <a:pt x="2" y="99"/>
                    </a:cubicBezTo>
                    <a:cubicBezTo>
                      <a:pt x="0" y="98"/>
                      <a:pt x="3" y="87"/>
                      <a:pt x="8" y="83"/>
                    </a:cubicBezTo>
                    <a:cubicBezTo>
                      <a:pt x="13" y="79"/>
                      <a:pt x="73" y="10"/>
                      <a:pt x="76" y="8"/>
                    </a:cubicBezTo>
                    <a:cubicBezTo>
                      <a:pt x="79" y="6"/>
                      <a:pt x="86" y="0"/>
                      <a:pt x="88" y="3"/>
                    </a:cubicBezTo>
                    <a:cubicBezTo>
                      <a:pt x="89" y="6"/>
                      <a:pt x="97" y="14"/>
                      <a:pt x="97" y="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" name="Freeform 118">
                <a:extLst>
                  <a:ext uri="{FF2B5EF4-FFF2-40B4-BE49-F238E27FC236}">
                    <a16:creationId xmlns:a16="http://schemas.microsoft.com/office/drawing/2014/main" id="{210B836B-EC1D-4DAB-91C2-C52DC7604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631"/>
                <a:ext cx="166" cy="107"/>
              </a:xfrm>
              <a:custGeom>
                <a:avLst/>
                <a:gdLst>
                  <a:gd name="T0" fmla="*/ 43 w 260"/>
                  <a:gd name="T1" fmla="*/ 11 h 167"/>
                  <a:gd name="T2" fmla="*/ 58 w 260"/>
                  <a:gd name="T3" fmla="*/ 14 h 167"/>
                  <a:gd name="T4" fmla="*/ 67 w 260"/>
                  <a:gd name="T5" fmla="*/ 21 h 167"/>
                  <a:gd name="T6" fmla="*/ 59 w 260"/>
                  <a:gd name="T7" fmla="*/ 22 h 167"/>
                  <a:gd name="T8" fmla="*/ 41 w 260"/>
                  <a:gd name="T9" fmla="*/ 21 h 167"/>
                  <a:gd name="T10" fmla="*/ 41 w 260"/>
                  <a:gd name="T11" fmla="*/ 24 h 167"/>
                  <a:gd name="T12" fmla="*/ 13 w 260"/>
                  <a:gd name="T13" fmla="*/ 40 h 167"/>
                  <a:gd name="T14" fmla="*/ 8 w 260"/>
                  <a:gd name="T15" fmla="*/ 42 h 167"/>
                  <a:gd name="T16" fmla="*/ 1 w 260"/>
                  <a:gd name="T17" fmla="*/ 27 h 167"/>
                  <a:gd name="T18" fmla="*/ 2 w 260"/>
                  <a:gd name="T19" fmla="*/ 22 h 167"/>
                  <a:gd name="T20" fmla="*/ 24 w 260"/>
                  <a:gd name="T21" fmla="*/ 7 h 167"/>
                  <a:gd name="T22" fmla="*/ 29 w 260"/>
                  <a:gd name="T23" fmla="*/ 6 h 167"/>
                  <a:gd name="T24" fmla="*/ 39 w 260"/>
                  <a:gd name="T25" fmla="*/ 3 h 167"/>
                  <a:gd name="T26" fmla="*/ 43 w 260"/>
                  <a:gd name="T27" fmla="*/ 1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0" h="167">
                    <a:moveTo>
                      <a:pt x="165" y="40"/>
                    </a:moveTo>
                    <a:cubicBezTo>
                      <a:pt x="165" y="40"/>
                      <a:pt x="214" y="55"/>
                      <a:pt x="223" y="53"/>
                    </a:cubicBezTo>
                    <a:cubicBezTo>
                      <a:pt x="232" y="51"/>
                      <a:pt x="260" y="72"/>
                      <a:pt x="258" y="81"/>
                    </a:cubicBezTo>
                    <a:cubicBezTo>
                      <a:pt x="257" y="90"/>
                      <a:pt x="239" y="88"/>
                      <a:pt x="227" y="83"/>
                    </a:cubicBezTo>
                    <a:cubicBezTo>
                      <a:pt x="214" y="78"/>
                      <a:pt x="158" y="79"/>
                      <a:pt x="158" y="79"/>
                    </a:cubicBezTo>
                    <a:cubicBezTo>
                      <a:pt x="158" y="79"/>
                      <a:pt x="168" y="87"/>
                      <a:pt x="156" y="94"/>
                    </a:cubicBezTo>
                    <a:cubicBezTo>
                      <a:pt x="144" y="101"/>
                      <a:pt x="55" y="146"/>
                      <a:pt x="50" y="152"/>
                    </a:cubicBezTo>
                    <a:cubicBezTo>
                      <a:pt x="45" y="159"/>
                      <a:pt x="36" y="167"/>
                      <a:pt x="31" y="157"/>
                    </a:cubicBezTo>
                    <a:cubicBezTo>
                      <a:pt x="26" y="147"/>
                      <a:pt x="6" y="103"/>
                      <a:pt x="3" y="101"/>
                    </a:cubicBezTo>
                    <a:cubicBezTo>
                      <a:pt x="0" y="100"/>
                      <a:pt x="1" y="88"/>
                      <a:pt x="7" y="84"/>
                    </a:cubicBezTo>
                    <a:cubicBezTo>
                      <a:pt x="13" y="80"/>
                      <a:pt x="90" y="31"/>
                      <a:pt x="92" y="27"/>
                    </a:cubicBezTo>
                    <a:cubicBezTo>
                      <a:pt x="95" y="23"/>
                      <a:pt x="113" y="24"/>
                      <a:pt x="113" y="24"/>
                    </a:cubicBezTo>
                    <a:cubicBezTo>
                      <a:pt x="113" y="24"/>
                      <a:pt x="125" y="0"/>
                      <a:pt x="149" y="11"/>
                    </a:cubicBezTo>
                    <a:cubicBezTo>
                      <a:pt x="173" y="23"/>
                      <a:pt x="165" y="40"/>
                      <a:pt x="165" y="4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" name="Freeform 119">
                <a:extLst>
                  <a:ext uri="{FF2B5EF4-FFF2-40B4-BE49-F238E27FC236}">
                    <a16:creationId xmlns:a16="http://schemas.microsoft.com/office/drawing/2014/main" id="{30BE2EF9-35B5-4650-B4ED-2861F9675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698"/>
                <a:ext cx="337" cy="1489"/>
              </a:xfrm>
              <a:custGeom>
                <a:avLst/>
                <a:gdLst>
                  <a:gd name="T0" fmla="*/ 106 w 528"/>
                  <a:gd name="T1" fmla="*/ 29 h 2338"/>
                  <a:gd name="T2" fmla="*/ 132 w 528"/>
                  <a:gd name="T3" fmla="*/ 63 h 2338"/>
                  <a:gd name="T4" fmla="*/ 120 w 528"/>
                  <a:gd name="T5" fmla="*/ 84 h 2338"/>
                  <a:gd name="T6" fmla="*/ 119 w 528"/>
                  <a:gd name="T7" fmla="*/ 114 h 2338"/>
                  <a:gd name="T8" fmla="*/ 131 w 528"/>
                  <a:gd name="T9" fmla="*/ 156 h 2338"/>
                  <a:gd name="T10" fmla="*/ 117 w 528"/>
                  <a:gd name="T11" fmla="*/ 178 h 2338"/>
                  <a:gd name="T12" fmla="*/ 110 w 528"/>
                  <a:gd name="T13" fmla="*/ 205 h 2338"/>
                  <a:gd name="T14" fmla="*/ 116 w 528"/>
                  <a:gd name="T15" fmla="*/ 243 h 2338"/>
                  <a:gd name="T16" fmla="*/ 102 w 528"/>
                  <a:gd name="T17" fmla="*/ 256 h 2338"/>
                  <a:gd name="T18" fmla="*/ 90 w 528"/>
                  <a:gd name="T19" fmla="*/ 272 h 2338"/>
                  <a:gd name="T20" fmla="*/ 100 w 528"/>
                  <a:gd name="T21" fmla="*/ 306 h 2338"/>
                  <a:gd name="T22" fmla="*/ 91 w 528"/>
                  <a:gd name="T23" fmla="*/ 315 h 2338"/>
                  <a:gd name="T24" fmla="*/ 79 w 528"/>
                  <a:gd name="T25" fmla="*/ 346 h 2338"/>
                  <a:gd name="T26" fmla="*/ 91 w 528"/>
                  <a:gd name="T27" fmla="*/ 377 h 2338"/>
                  <a:gd name="T28" fmla="*/ 77 w 528"/>
                  <a:gd name="T29" fmla="*/ 386 h 2338"/>
                  <a:gd name="T30" fmla="*/ 83 w 528"/>
                  <a:gd name="T31" fmla="*/ 420 h 2338"/>
                  <a:gd name="T32" fmla="*/ 68 w 528"/>
                  <a:gd name="T33" fmla="*/ 432 h 2338"/>
                  <a:gd name="T34" fmla="*/ 67 w 528"/>
                  <a:gd name="T35" fmla="*/ 457 h 2338"/>
                  <a:gd name="T36" fmla="*/ 84 w 528"/>
                  <a:gd name="T37" fmla="*/ 490 h 2338"/>
                  <a:gd name="T38" fmla="*/ 94 w 528"/>
                  <a:gd name="T39" fmla="*/ 510 h 2338"/>
                  <a:gd name="T40" fmla="*/ 105 w 528"/>
                  <a:gd name="T41" fmla="*/ 540 h 2338"/>
                  <a:gd name="T42" fmla="*/ 119 w 528"/>
                  <a:gd name="T43" fmla="*/ 569 h 2338"/>
                  <a:gd name="T44" fmla="*/ 53 w 528"/>
                  <a:gd name="T45" fmla="*/ 601 h 2338"/>
                  <a:gd name="T46" fmla="*/ 83 w 528"/>
                  <a:gd name="T47" fmla="*/ 558 h 2338"/>
                  <a:gd name="T48" fmla="*/ 71 w 528"/>
                  <a:gd name="T49" fmla="*/ 551 h 2338"/>
                  <a:gd name="T50" fmla="*/ 56 w 528"/>
                  <a:gd name="T51" fmla="*/ 526 h 2338"/>
                  <a:gd name="T52" fmla="*/ 61 w 528"/>
                  <a:gd name="T53" fmla="*/ 515 h 2338"/>
                  <a:gd name="T54" fmla="*/ 6 w 528"/>
                  <a:gd name="T55" fmla="*/ 504 h 2338"/>
                  <a:gd name="T56" fmla="*/ 59 w 528"/>
                  <a:gd name="T57" fmla="*/ 491 h 2338"/>
                  <a:gd name="T58" fmla="*/ 10 w 528"/>
                  <a:gd name="T59" fmla="*/ 490 h 2338"/>
                  <a:gd name="T60" fmla="*/ 47 w 528"/>
                  <a:gd name="T61" fmla="*/ 456 h 2338"/>
                  <a:gd name="T62" fmla="*/ 45 w 528"/>
                  <a:gd name="T63" fmla="*/ 444 h 2338"/>
                  <a:gd name="T64" fmla="*/ 4 w 528"/>
                  <a:gd name="T65" fmla="*/ 415 h 2338"/>
                  <a:gd name="T66" fmla="*/ 57 w 528"/>
                  <a:gd name="T67" fmla="*/ 406 h 2338"/>
                  <a:gd name="T68" fmla="*/ 6 w 528"/>
                  <a:gd name="T69" fmla="*/ 377 h 2338"/>
                  <a:gd name="T70" fmla="*/ 59 w 528"/>
                  <a:gd name="T71" fmla="*/ 383 h 2338"/>
                  <a:gd name="T72" fmla="*/ 10 w 528"/>
                  <a:gd name="T73" fmla="*/ 360 h 2338"/>
                  <a:gd name="T74" fmla="*/ 60 w 528"/>
                  <a:gd name="T75" fmla="*/ 352 h 2338"/>
                  <a:gd name="T76" fmla="*/ 20 w 528"/>
                  <a:gd name="T77" fmla="*/ 322 h 2338"/>
                  <a:gd name="T78" fmla="*/ 73 w 528"/>
                  <a:gd name="T79" fmla="*/ 313 h 2338"/>
                  <a:gd name="T80" fmla="*/ 34 w 528"/>
                  <a:gd name="T81" fmla="*/ 283 h 2338"/>
                  <a:gd name="T82" fmla="*/ 76 w 528"/>
                  <a:gd name="T83" fmla="*/ 276 h 2338"/>
                  <a:gd name="T84" fmla="*/ 75 w 528"/>
                  <a:gd name="T85" fmla="*/ 262 h 2338"/>
                  <a:gd name="T86" fmla="*/ 84 w 528"/>
                  <a:gd name="T87" fmla="*/ 233 h 2338"/>
                  <a:gd name="T88" fmla="*/ 91 w 528"/>
                  <a:gd name="T89" fmla="*/ 220 h 2338"/>
                  <a:gd name="T90" fmla="*/ 63 w 528"/>
                  <a:gd name="T91" fmla="*/ 191 h 2338"/>
                  <a:gd name="T92" fmla="*/ 103 w 528"/>
                  <a:gd name="T93" fmla="*/ 198 h 2338"/>
                  <a:gd name="T94" fmla="*/ 60 w 528"/>
                  <a:gd name="T95" fmla="*/ 180 h 2338"/>
                  <a:gd name="T96" fmla="*/ 96 w 528"/>
                  <a:gd name="T97" fmla="*/ 169 h 2338"/>
                  <a:gd name="T98" fmla="*/ 68 w 528"/>
                  <a:gd name="T99" fmla="*/ 150 h 2338"/>
                  <a:gd name="T100" fmla="*/ 102 w 528"/>
                  <a:gd name="T101" fmla="*/ 121 h 2338"/>
                  <a:gd name="T102" fmla="*/ 98 w 528"/>
                  <a:gd name="T103" fmla="*/ 111 h 2338"/>
                  <a:gd name="T104" fmla="*/ 96 w 528"/>
                  <a:gd name="T105" fmla="*/ 78 h 2338"/>
                  <a:gd name="T106" fmla="*/ 98 w 528"/>
                  <a:gd name="T107" fmla="*/ 68 h 2338"/>
                  <a:gd name="T108" fmla="*/ 84 w 528"/>
                  <a:gd name="T109" fmla="*/ 40 h 2338"/>
                  <a:gd name="T110" fmla="*/ 86 w 528"/>
                  <a:gd name="T111" fmla="*/ 29 h 2338"/>
                  <a:gd name="T112" fmla="*/ 45 w 528"/>
                  <a:gd name="T113" fmla="*/ 18 h 2338"/>
                  <a:gd name="T114" fmla="*/ 89 w 528"/>
                  <a:gd name="T115" fmla="*/ 2 h 233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28" h="2338">
                    <a:moveTo>
                      <a:pt x="359" y="49"/>
                    </a:moveTo>
                    <a:cubicBezTo>
                      <a:pt x="359" y="49"/>
                      <a:pt x="415" y="67"/>
                      <a:pt x="423" y="68"/>
                    </a:cubicBezTo>
                    <a:cubicBezTo>
                      <a:pt x="430" y="70"/>
                      <a:pt x="468" y="88"/>
                      <a:pt x="467" y="104"/>
                    </a:cubicBezTo>
                    <a:cubicBezTo>
                      <a:pt x="466" y="120"/>
                      <a:pt x="467" y="132"/>
                      <a:pt x="458" y="126"/>
                    </a:cubicBezTo>
                    <a:cubicBezTo>
                      <a:pt x="449" y="120"/>
                      <a:pt x="410" y="103"/>
                      <a:pt x="407" y="111"/>
                    </a:cubicBezTo>
                    <a:cubicBezTo>
                      <a:pt x="405" y="118"/>
                      <a:pt x="407" y="122"/>
                      <a:pt x="407" y="122"/>
                    </a:cubicBezTo>
                    <a:cubicBezTo>
                      <a:pt x="407" y="122"/>
                      <a:pt x="437" y="121"/>
                      <a:pt x="440" y="135"/>
                    </a:cubicBezTo>
                    <a:cubicBezTo>
                      <a:pt x="442" y="149"/>
                      <a:pt x="442" y="167"/>
                      <a:pt x="434" y="174"/>
                    </a:cubicBezTo>
                    <a:cubicBezTo>
                      <a:pt x="426" y="180"/>
                      <a:pt x="424" y="195"/>
                      <a:pt x="436" y="201"/>
                    </a:cubicBezTo>
                    <a:cubicBezTo>
                      <a:pt x="447" y="206"/>
                      <a:pt x="500" y="224"/>
                      <a:pt x="509" y="244"/>
                    </a:cubicBezTo>
                    <a:cubicBezTo>
                      <a:pt x="517" y="263"/>
                      <a:pt x="526" y="285"/>
                      <a:pt x="511" y="286"/>
                    </a:cubicBezTo>
                    <a:cubicBezTo>
                      <a:pt x="496" y="287"/>
                      <a:pt x="463" y="248"/>
                      <a:pt x="449" y="249"/>
                    </a:cubicBezTo>
                    <a:cubicBezTo>
                      <a:pt x="434" y="250"/>
                      <a:pt x="425" y="278"/>
                      <a:pt x="431" y="285"/>
                    </a:cubicBezTo>
                    <a:cubicBezTo>
                      <a:pt x="431" y="285"/>
                      <a:pt x="461" y="278"/>
                      <a:pt x="470" y="292"/>
                    </a:cubicBezTo>
                    <a:cubicBezTo>
                      <a:pt x="479" y="306"/>
                      <a:pt x="477" y="317"/>
                      <a:pt x="462" y="325"/>
                    </a:cubicBezTo>
                    <a:cubicBezTo>
                      <a:pt x="448" y="333"/>
                      <a:pt x="441" y="334"/>
                      <a:pt x="447" y="351"/>
                    </a:cubicBezTo>
                    <a:cubicBezTo>
                      <a:pt x="453" y="369"/>
                      <a:pt x="499" y="421"/>
                      <a:pt x="509" y="425"/>
                    </a:cubicBezTo>
                    <a:cubicBezTo>
                      <a:pt x="520" y="429"/>
                      <a:pt x="528" y="434"/>
                      <a:pt x="525" y="446"/>
                    </a:cubicBezTo>
                    <a:cubicBezTo>
                      <a:pt x="522" y="457"/>
                      <a:pt x="517" y="485"/>
                      <a:pt x="503" y="475"/>
                    </a:cubicBezTo>
                    <a:cubicBezTo>
                      <a:pt x="488" y="464"/>
                      <a:pt x="462" y="430"/>
                      <a:pt x="457" y="442"/>
                    </a:cubicBezTo>
                    <a:cubicBezTo>
                      <a:pt x="451" y="454"/>
                      <a:pt x="454" y="471"/>
                      <a:pt x="454" y="473"/>
                    </a:cubicBezTo>
                    <a:cubicBezTo>
                      <a:pt x="454" y="476"/>
                      <a:pt x="473" y="472"/>
                      <a:pt x="478" y="483"/>
                    </a:cubicBezTo>
                    <a:cubicBezTo>
                      <a:pt x="483" y="494"/>
                      <a:pt x="487" y="522"/>
                      <a:pt x="457" y="541"/>
                    </a:cubicBezTo>
                    <a:cubicBezTo>
                      <a:pt x="457" y="541"/>
                      <a:pt x="486" y="575"/>
                      <a:pt x="491" y="580"/>
                    </a:cubicBezTo>
                    <a:cubicBezTo>
                      <a:pt x="496" y="585"/>
                      <a:pt x="511" y="592"/>
                      <a:pt x="504" y="604"/>
                    </a:cubicBezTo>
                    <a:cubicBezTo>
                      <a:pt x="496" y="616"/>
                      <a:pt x="505" y="665"/>
                      <a:pt x="492" y="652"/>
                    </a:cubicBezTo>
                    <a:cubicBezTo>
                      <a:pt x="478" y="638"/>
                      <a:pt x="461" y="605"/>
                      <a:pt x="451" y="605"/>
                    </a:cubicBezTo>
                    <a:cubicBezTo>
                      <a:pt x="441" y="604"/>
                      <a:pt x="432" y="624"/>
                      <a:pt x="436" y="636"/>
                    </a:cubicBezTo>
                    <a:cubicBezTo>
                      <a:pt x="436" y="636"/>
                      <a:pt x="466" y="630"/>
                      <a:pt x="468" y="648"/>
                    </a:cubicBezTo>
                    <a:cubicBezTo>
                      <a:pt x="470" y="667"/>
                      <a:pt x="462" y="682"/>
                      <a:pt x="451" y="687"/>
                    </a:cubicBezTo>
                    <a:cubicBezTo>
                      <a:pt x="440" y="692"/>
                      <a:pt x="440" y="695"/>
                      <a:pt x="444" y="702"/>
                    </a:cubicBezTo>
                    <a:cubicBezTo>
                      <a:pt x="449" y="708"/>
                      <a:pt x="482" y="735"/>
                      <a:pt x="480" y="750"/>
                    </a:cubicBezTo>
                    <a:cubicBezTo>
                      <a:pt x="479" y="764"/>
                      <a:pt x="479" y="827"/>
                      <a:pt x="468" y="804"/>
                    </a:cubicBezTo>
                    <a:cubicBezTo>
                      <a:pt x="457" y="781"/>
                      <a:pt x="440" y="759"/>
                      <a:pt x="431" y="764"/>
                    </a:cubicBezTo>
                    <a:cubicBezTo>
                      <a:pt x="422" y="768"/>
                      <a:pt x="422" y="793"/>
                      <a:pt x="423" y="795"/>
                    </a:cubicBezTo>
                    <a:cubicBezTo>
                      <a:pt x="423" y="798"/>
                      <a:pt x="443" y="785"/>
                      <a:pt x="448" y="799"/>
                    </a:cubicBezTo>
                    <a:cubicBezTo>
                      <a:pt x="453" y="814"/>
                      <a:pt x="435" y="841"/>
                      <a:pt x="426" y="844"/>
                    </a:cubicBezTo>
                    <a:cubicBezTo>
                      <a:pt x="417" y="847"/>
                      <a:pt x="421" y="860"/>
                      <a:pt x="424" y="863"/>
                    </a:cubicBezTo>
                    <a:cubicBezTo>
                      <a:pt x="427" y="867"/>
                      <a:pt x="472" y="908"/>
                      <a:pt x="468" y="919"/>
                    </a:cubicBezTo>
                    <a:cubicBezTo>
                      <a:pt x="464" y="931"/>
                      <a:pt x="466" y="957"/>
                      <a:pt x="443" y="939"/>
                    </a:cubicBezTo>
                    <a:cubicBezTo>
                      <a:pt x="420" y="920"/>
                      <a:pt x="413" y="908"/>
                      <a:pt x="408" y="915"/>
                    </a:cubicBezTo>
                    <a:cubicBezTo>
                      <a:pt x="403" y="922"/>
                      <a:pt x="399" y="930"/>
                      <a:pt x="399" y="930"/>
                    </a:cubicBezTo>
                    <a:cubicBezTo>
                      <a:pt x="399" y="930"/>
                      <a:pt x="416" y="927"/>
                      <a:pt x="416" y="943"/>
                    </a:cubicBezTo>
                    <a:cubicBezTo>
                      <a:pt x="416" y="958"/>
                      <a:pt x="412" y="967"/>
                      <a:pt x="401" y="972"/>
                    </a:cubicBezTo>
                    <a:cubicBezTo>
                      <a:pt x="391" y="977"/>
                      <a:pt x="390" y="983"/>
                      <a:pt x="393" y="991"/>
                    </a:cubicBezTo>
                    <a:cubicBezTo>
                      <a:pt x="395" y="1000"/>
                      <a:pt x="412" y="1038"/>
                      <a:pt x="423" y="1048"/>
                    </a:cubicBezTo>
                    <a:cubicBezTo>
                      <a:pt x="435" y="1058"/>
                      <a:pt x="431" y="1067"/>
                      <a:pt x="427" y="1073"/>
                    </a:cubicBezTo>
                    <a:cubicBezTo>
                      <a:pt x="424" y="1080"/>
                      <a:pt x="419" y="1096"/>
                      <a:pt x="409" y="1086"/>
                    </a:cubicBezTo>
                    <a:cubicBezTo>
                      <a:pt x="399" y="1075"/>
                      <a:pt x="366" y="1034"/>
                      <a:pt x="357" y="1037"/>
                    </a:cubicBezTo>
                    <a:cubicBezTo>
                      <a:pt x="348" y="1040"/>
                      <a:pt x="346" y="1047"/>
                      <a:pt x="346" y="1052"/>
                    </a:cubicBezTo>
                    <a:cubicBezTo>
                      <a:pt x="346" y="1052"/>
                      <a:pt x="367" y="1059"/>
                      <a:pt x="370" y="1074"/>
                    </a:cubicBezTo>
                    <a:cubicBezTo>
                      <a:pt x="373" y="1090"/>
                      <a:pt x="366" y="1106"/>
                      <a:pt x="349" y="1112"/>
                    </a:cubicBezTo>
                    <a:cubicBezTo>
                      <a:pt x="349" y="1112"/>
                      <a:pt x="349" y="1131"/>
                      <a:pt x="354" y="1137"/>
                    </a:cubicBezTo>
                    <a:cubicBezTo>
                      <a:pt x="359" y="1144"/>
                      <a:pt x="376" y="1163"/>
                      <a:pt x="381" y="1167"/>
                    </a:cubicBezTo>
                    <a:cubicBezTo>
                      <a:pt x="386" y="1171"/>
                      <a:pt x="388" y="1176"/>
                      <a:pt x="386" y="1183"/>
                    </a:cubicBezTo>
                    <a:cubicBezTo>
                      <a:pt x="384" y="1190"/>
                      <a:pt x="383" y="1217"/>
                      <a:pt x="373" y="1209"/>
                    </a:cubicBezTo>
                    <a:cubicBezTo>
                      <a:pt x="363" y="1201"/>
                      <a:pt x="337" y="1170"/>
                      <a:pt x="332" y="1170"/>
                    </a:cubicBezTo>
                    <a:cubicBezTo>
                      <a:pt x="326" y="1170"/>
                      <a:pt x="320" y="1184"/>
                      <a:pt x="320" y="1187"/>
                    </a:cubicBezTo>
                    <a:cubicBezTo>
                      <a:pt x="320" y="1189"/>
                      <a:pt x="322" y="1200"/>
                      <a:pt x="324" y="1199"/>
                    </a:cubicBezTo>
                    <a:cubicBezTo>
                      <a:pt x="327" y="1198"/>
                      <a:pt x="347" y="1203"/>
                      <a:pt x="348" y="1222"/>
                    </a:cubicBezTo>
                    <a:cubicBezTo>
                      <a:pt x="349" y="1240"/>
                      <a:pt x="346" y="1266"/>
                      <a:pt x="326" y="1271"/>
                    </a:cubicBezTo>
                    <a:cubicBezTo>
                      <a:pt x="326" y="1271"/>
                      <a:pt x="325" y="1284"/>
                      <a:pt x="341" y="1303"/>
                    </a:cubicBezTo>
                    <a:cubicBezTo>
                      <a:pt x="358" y="1322"/>
                      <a:pt x="371" y="1334"/>
                      <a:pt x="368" y="1343"/>
                    </a:cubicBezTo>
                    <a:cubicBezTo>
                      <a:pt x="366" y="1353"/>
                      <a:pt x="364" y="1386"/>
                      <a:pt x="351" y="1375"/>
                    </a:cubicBezTo>
                    <a:cubicBezTo>
                      <a:pt x="338" y="1365"/>
                      <a:pt x="315" y="1337"/>
                      <a:pt x="304" y="1338"/>
                    </a:cubicBezTo>
                    <a:cubicBezTo>
                      <a:pt x="294" y="1339"/>
                      <a:pt x="281" y="1343"/>
                      <a:pt x="284" y="1360"/>
                    </a:cubicBezTo>
                    <a:cubicBezTo>
                      <a:pt x="284" y="1360"/>
                      <a:pt x="306" y="1357"/>
                      <a:pt x="309" y="1374"/>
                    </a:cubicBezTo>
                    <a:cubicBezTo>
                      <a:pt x="312" y="1391"/>
                      <a:pt x="298" y="1408"/>
                      <a:pt x="298" y="1408"/>
                    </a:cubicBezTo>
                    <a:cubicBezTo>
                      <a:pt x="298" y="1408"/>
                      <a:pt x="306" y="1424"/>
                      <a:pt x="316" y="1430"/>
                    </a:cubicBezTo>
                    <a:cubicBezTo>
                      <a:pt x="325" y="1437"/>
                      <a:pt x="350" y="1446"/>
                      <a:pt x="350" y="1458"/>
                    </a:cubicBezTo>
                    <a:cubicBezTo>
                      <a:pt x="350" y="1470"/>
                      <a:pt x="363" y="1514"/>
                      <a:pt x="346" y="1501"/>
                    </a:cubicBezTo>
                    <a:cubicBezTo>
                      <a:pt x="329" y="1488"/>
                      <a:pt x="312" y="1474"/>
                      <a:pt x="306" y="1468"/>
                    </a:cubicBezTo>
                    <a:cubicBezTo>
                      <a:pt x="299" y="1463"/>
                      <a:pt x="288" y="1452"/>
                      <a:pt x="281" y="1459"/>
                    </a:cubicBezTo>
                    <a:cubicBezTo>
                      <a:pt x="275" y="1465"/>
                      <a:pt x="274" y="1473"/>
                      <a:pt x="274" y="1473"/>
                    </a:cubicBezTo>
                    <a:cubicBezTo>
                      <a:pt x="274" y="1473"/>
                      <a:pt x="290" y="1477"/>
                      <a:pt x="294" y="1493"/>
                    </a:cubicBezTo>
                    <a:cubicBezTo>
                      <a:pt x="299" y="1508"/>
                      <a:pt x="288" y="1524"/>
                      <a:pt x="288" y="1524"/>
                    </a:cubicBezTo>
                    <a:cubicBezTo>
                      <a:pt x="288" y="1524"/>
                      <a:pt x="302" y="1542"/>
                      <a:pt x="312" y="1547"/>
                    </a:cubicBezTo>
                    <a:cubicBezTo>
                      <a:pt x="323" y="1552"/>
                      <a:pt x="342" y="1551"/>
                      <a:pt x="341" y="1567"/>
                    </a:cubicBezTo>
                    <a:cubicBezTo>
                      <a:pt x="341" y="1584"/>
                      <a:pt x="340" y="1617"/>
                      <a:pt x="339" y="1624"/>
                    </a:cubicBezTo>
                    <a:cubicBezTo>
                      <a:pt x="338" y="1631"/>
                      <a:pt x="330" y="1634"/>
                      <a:pt x="318" y="1624"/>
                    </a:cubicBezTo>
                    <a:cubicBezTo>
                      <a:pt x="306" y="1614"/>
                      <a:pt x="284" y="1601"/>
                      <a:pt x="277" y="1597"/>
                    </a:cubicBezTo>
                    <a:cubicBezTo>
                      <a:pt x="269" y="1593"/>
                      <a:pt x="254" y="1590"/>
                      <a:pt x="251" y="1597"/>
                    </a:cubicBezTo>
                    <a:cubicBezTo>
                      <a:pt x="249" y="1605"/>
                      <a:pt x="248" y="1618"/>
                      <a:pt x="248" y="1618"/>
                    </a:cubicBezTo>
                    <a:cubicBezTo>
                      <a:pt x="248" y="1618"/>
                      <a:pt x="264" y="1626"/>
                      <a:pt x="264" y="1638"/>
                    </a:cubicBezTo>
                    <a:cubicBezTo>
                      <a:pt x="264" y="1650"/>
                      <a:pt x="260" y="1670"/>
                      <a:pt x="260" y="1670"/>
                    </a:cubicBezTo>
                    <a:cubicBezTo>
                      <a:pt x="260" y="1670"/>
                      <a:pt x="284" y="1674"/>
                      <a:pt x="295" y="1681"/>
                    </a:cubicBezTo>
                    <a:cubicBezTo>
                      <a:pt x="307" y="1687"/>
                      <a:pt x="325" y="1699"/>
                      <a:pt x="324" y="1713"/>
                    </a:cubicBezTo>
                    <a:cubicBezTo>
                      <a:pt x="324" y="1726"/>
                      <a:pt x="328" y="1773"/>
                      <a:pt x="309" y="1768"/>
                    </a:cubicBezTo>
                    <a:cubicBezTo>
                      <a:pt x="290" y="1763"/>
                      <a:pt x="273" y="1749"/>
                      <a:pt x="264" y="1754"/>
                    </a:cubicBezTo>
                    <a:cubicBezTo>
                      <a:pt x="254" y="1759"/>
                      <a:pt x="257" y="1768"/>
                      <a:pt x="257" y="1768"/>
                    </a:cubicBezTo>
                    <a:cubicBezTo>
                      <a:pt x="257" y="1768"/>
                      <a:pt x="285" y="1780"/>
                      <a:pt x="277" y="1811"/>
                    </a:cubicBezTo>
                    <a:cubicBezTo>
                      <a:pt x="277" y="1811"/>
                      <a:pt x="292" y="1818"/>
                      <a:pt x="298" y="1819"/>
                    </a:cubicBezTo>
                    <a:cubicBezTo>
                      <a:pt x="305" y="1820"/>
                      <a:pt x="334" y="1822"/>
                      <a:pt x="335" y="1834"/>
                    </a:cubicBezTo>
                    <a:cubicBezTo>
                      <a:pt x="336" y="1846"/>
                      <a:pt x="335" y="1875"/>
                      <a:pt x="337" y="1880"/>
                    </a:cubicBezTo>
                    <a:cubicBezTo>
                      <a:pt x="338" y="1886"/>
                      <a:pt x="330" y="1906"/>
                      <a:pt x="324" y="1898"/>
                    </a:cubicBezTo>
                    <a:cubicBezTo>
                      <a:pt x="317" y="1891"/>
                      <a:pt x="287" y="1878"/>
                      <a:pt x="281" y="1882"/>
                    </a:cubicBezTo>
                    <a:cubicBezTo>
                      <a:pt x="276" y="1886"/>
                      <a:pt x="265" y="1901"/>
                      <a:pt x="268" y="1903"/>
                    </a:cubicBezTo>
                    <a:cubicBezTo>
                      <a:pt x="270" y="1906"/>
                      <a:pt x="290" y="1915"/>
                      <a:pt x="281" y="1941"/>
                    </a:cubicBezTo>
                    <a:cubicBezTo>
                      <a:pt x="281" y="1941"/>
                      <a:pt x="326" y="1964"/>
                      <a:pt x="338" y="1963"/>
                    </a:cubicBezTo>
                    <a:cubicBezTo>
                      <a:pt x="350" y="1962"/>
                      <a:pt x="361" y="1964"/>
                      <a:pt x="363" y="1973"/>
                    </a:cubicBezTo>
                    <a:cubicBezTo>
                      <a:pt x="364" y="1982"/>
                      <a:pt x="375" y="2028"/>
                      <a:pt x="359" y="2019"/>
                    </a:cubicBezTo>
                    <a:cubicBezTo>
                      <a:pt x="342" y="2010"/>
                      <a:pt x="331" y="2011"/>
                      <a:pt x="331" y="2011"/>
                    </a:cubicBezTo>
                    <a:cubicBezTo>
                      <a:pt x="331" y="2011"/>
                      <a:pt x="337" y="2039"/>
                      <a:pt x="332" y="2054"/>
                    </a:cubicBezTo>
                    <a:cubicBezTo>
                      <a:pt x="332" y="2054"/>
                      <a:pt x="369" y="2065"/>
                      <a:pt x="379" y="2069"/>
                    </a:cubicBezTo>
                    <a:cubicBezTo>
                      <a:pt x="389" y="2072"/>
                      <a:pt x="402" y="2080"/>
                      <a:pt x="402" y="2092"/>
                    </a:cubicBezTo>
                    <a:cubicBezTo>
                      <a:pt x="402" y="2104"/>
                      <a:pt x="416" y="2131"/>
                      <a:pt x="384" y="2128"/>
                    </a:cubicBezTo>
                    <a:cubicBezTo>
                      <a:pt x="384" y="2128"/>
                      <a:pt x="384" y="2144"/>
                      <a:pt x="380" y="2155"/>
                    </a:cubicBezTo>
                    <a:cubicBezTo>
                      <a:pt x="380" y="2155"/>
                      <a:pt x="404" y="2157"/>
                      <a:pt x="410" y="2157"/>
                    </a:cubicBezTo>
                    <a:cubicBezTo>
                      <a:pt x="417" y="2157"/>
                      <a:pt x="425" y="2151"/>
                      <a:pt x="431" y="2163"/>
                    </a:cubicBezTo>
                    <a:cubicBezTo>
                      <a:pt x="436" y="2176"/>
                      <a:pt x="446" y="2197"/>
                      <a:pt x="457" y="2205"/>
                    </a:cubicBezTo>
                    <a:cubicBezTo>
                      <a:pt x="467" y="2213"/>
                      <a:pt x="464" y="2232"/>
                      <a:pt x="453" y="2229"/>
                    </a:cubicBezTo>
                    <a:cubicBezTo>
                      <a:pt x="441" y="2227"/>
                      <a:pt x="384" y="2224"/>
                      <a:pt x="380" y="2229"/>
                    </a:cubicBezTo>
                    <a:cubicBezTo>
                      <a:pt x="377" y="2234"/>
                      <a:pt x="397" y="2236"/>
                      <a:pt x="383" y="2247"/>
                    </a:cubicBezTo>
                    <a:cubicBezTo>
                      <a:pt x="369" y="2258"/>
                      <a:pt x="237" y="2338"/>
                      <a:pt x="229" y="2338"/>
                    </a:cubicBezTo>
                    <a:cubicBezTo>
                      <a:pt x="221" y="2338"/>
                      <a:pt x="211" y="2332"/>
                      <a:pt x="204" y="2325"/>
                    </a:cubicBezTo>
                    <a:cubicBezTo>
                      <a:pt x="198" y="2318"/>
                      <a:pt x="165" y="2266"/>
                      <a:pt x="157" y="2261"/>
                    </a:cubicBezTo>
                    <a:cubicBezTo>
                      <a:pt x="149" y="2255"/>
                      <a:pt x="147" y="2236"/>
                      <a:pt x="154" y="2228"/>
                    </a:cubicBezTo>
                    <a:cubicBezTo>
                      <a:pt x="161" y="2221"/>
                      <a:pt x="281" y="2159"/>
                      <a:pt x="287" y="2153"/>
                    </a:cubicBezTo>
                    <a:cubicBezTo>
                      <a:pt x="293" y="2147"/>
                      <a:pt x="305" y="2151"/>
                      <a:pt x="306" y="2157"/>
                    </a:cubicBezTo>
                    <a:cubicBezTo>
                      <a:pt x="307" y="2163"/>
                      <a:pt x="318" y="2167"/>
                      <a:pt x="320" y="2160"/>
                    </a:cubicBezTo>
                    <a:cubicBezTo>
                      <a:pt x="323" y="2154"/>
                      <a:pt x="324" y="2131"/>
                      <a:pt x="324" y="2131"/>
                    </a:cubicBezTo>
                    <a:cubicBezTo>
                      <a:pt x="324" y="2131"/>
                      <a:pt x="309" y="2140"/>
                      <a:pt x="303" y="2123"/>
                    </a:cubicBezTo>
                    <a:cubicBezTo>
                      <a:pt x="296" y="2106"/>
                      <a:pt x="290" y="2092"/>
                      <a:pt x="284" y="2094"/>
                    </a:cubicBezTo>
                    <a:cubicBezTo>
                      <a:pt x="277" y="2095"/>
                      <a:pt x="273" y="2103"/>
                      <a:pt x="277" y="2111"/>
                    </a:cubicBezTo>
                    <a:cubicBezTo>
                      <a:pt x="280" y="2118"/>
                      <a:pt x="281" y="2133"/>
                      <a:pt x="273" y="2133"/>
                    </a:cubicBezTo>
                    <a:cubicBezTo>
                      <a:pt x="264" y="2134"/>
                      <a:pt x="147" y="2193"/>
                      <a:pt x="140" y="2198"/>
                    </a:cubicBezTo>
                    <a:cubicBezTo>
                      <a:pt x="134" y="2202"/>
                      <a:pt x="123" y="2210"/>
                      <a:pt x="114" y="2193"/>
                    </a:cubicBezTo>
                    <a:cubicBezTo>
                      <a:pt x="104" y="2177"/>
                      <a:pt x="82" y="2120"/>
                      <a:pt x="76" y="2114"/>
                    </a:cubicBezTo>
                    <a:cubicBezTo>
                      <a:pt x="71" y="2107"/>
                      <a:pt x="77" y="2089"/>
                      <a:pt x="97" y="2080"/>
                    </a:cubicBezTo>
                    <a:cubicBezTo>
                      <a:pt x="118" y="2071"/>
                      <a:pt x="212" y="2039"/>
                      <a:pt x="216" y="2037"/>
                    </a:cubicBezTo>
                    <a:cubicBezTo>
                      <a:pt x="219" y="2035"/>
                      <a:pt x="236" y="2036"/>
                      <a:pt x="238" y="2042"/>
                    </a:cubicBezTo>
                    <a:cubicBezTo>
                      <a:pt x="239" y="2047"/>
                      <a:pt x="255" y="2050"/>
                      <a:pt x="259" y="2044"/>
                    </a:cubicBezTo>
                    <a:cubicBezTo>
                      <a:pt x="263" y="2039"/>
                      <a:pt x="261" y="2020"/>
                      <a:pt x="264" y="2016"/>
                    </a:cubicBezTo>
                    <a:cubicBezTo>
                      <a:pt x="268" y="2012"/>
                      <a:pt x="260" y="1992"/>
                      <a:pt x="256" y="1991"/>
                    </a:cubicBezTo>
                    <a:cubicBezTo>
                      <a:pt x="252" y="1989"/>
                      <a:pt x="243" y="2001"/>
                      <a:pt x="237" y="1996"/>
                    </a:cubicBezTo>
                    <a:cubicBezTo>
                      <a:pt x="231" y="1990"/>
                      <a:pt x="224" y="1987"/>
                      <a:pt x="224" y="1994"/>
                    </a:cubicBezTo>
                    <a:cubicBezTo>
                      <a:pt x="224" y="2001"/>
                      <a:pt x="224" y="2017"/>
                      <a:pt x="216" y="2019"/>
                    </a:cubicBezTo>
                    <a:cubicBezTo>
                      <a:pt x="208" y="2021"/>
                      <a:pt x="83" y="2056"/>
                      <a:pt x="78" y="2060"/>
                    </a:cubicBezTo>
                    <a:cubicBezTo>
                      <a:pt x="73" y="2063"/>
                      <a:pt x="58" y="2070"/>
                      <a:pt x="55" y="2059"/>
                    </a:cubicBezTo>
                    <a:cubicBezTo>
                      <a:pt x="53" y="2047"/>
                      <a:pt x="27" y="1960"/>
                      <a:pt x="25" y="1952"/>
                    </a:cubicBezTo>
                    <a:cubicBezTo>
                      <a:pt x="24" y="1944"/>
                      <a:pt x="23" y="1937"/>
                      <a:pt x="33" y="1934"/>
                    </a:cubicBezTo>
                    <a:cubicBezTo>
                      <a:pt x="44" y="1931"/>
                      <a:pt x="163" y="1903"/>
                      <a:pt x="170" y="1900"/>
                    </a:cubicBezTo>
                    <a:cubicBezTo>
                      <a:pt x="176" y="1897"/>
                      <a:pt x="186" y="1903"/>
                      <a:pt x="188" y="1907"/>
                    </a:cubicBezTo>
                    <a:cubicBezTo>
                      <a:pt x="191" y="1911"/>
                      <a:pt x="198" y="1930"/>
                      <a:pt x="206" y="1925"/>
                    </a:cubicBezTo>
                    <a:cubicBezTo>
                      <a:pt x="214" y="1920"/>
                      <a:pt x="229" y="1902"/>
                      <a:pt x="229" y="1902"/>
                    </a:cubicBezTo>
                    <a:cubicBezTo>
                      <a:pt x="229" y="1902"/>
                      <a:pt x="223" y="1877"/>
                      <a:pt x="216" y="1871"/>
                    </a:cubicBezTo>
                    <a:cubicBezTo>
                      <a:pt x="208" y="1864"/>
                      <a:pt x="194" y="1863"/>
                      <a:pt x="191" y="1863"/>
                    </a:cubicBezTo>
                    <a:cubicBezTo>
                      <a:pt x="189" y="1864"/>
                      <a:pt x="192" y="1868"/>
                      <a:pt x="190" y="1875"/>
                    </a:cubicBezTo>
                    <a:cubicBezTo>
                      <a:pt x="187" y="1881"/>
                      <a:pt x="178" y="1885"/>
                      <a:pt x="169" y="1884"/>
                    </a:cubicBezTo>
                    <a:cubicBezTo>
                      <a:pt x="160" y="1884"/>
                      <a:pt x="42" y="1893"/>
                      <a:pt x="36" y="1895"/>
                    </a:cubicBezTo>
                    <a:cubicBezTo>
                      <a:pt x="29" y="1897"/>
                      <a:pt x="13" y="1897"/>
                      <a:pt x="12" y="1884"/>
                    </a:cubicBezTo>
                    <a:cubicBezTo>
                      <a:pt x="11" y="1872"/>
                      <a:pt x="3" y="1796"/>
                      <a:pt x="3" y="1790"/>
                    </a:cubicBezTo>
                    <a:cubicBezTo>
                      <a:pt x="3" y="1783"/>
                      <a:pt x="6" y="1768"/>
                      <a:pt x="19" y="1768"/>
                    </a:cubicBezTo>
                    <a:cubicBezTo>
                      <a:pt x="32" y="1769"/>
                      <a:pt x="145" y="1762"/>
                      <a:pt x="152" y="1759"/>
                    </a:cubicBezTo>
                    <a:cubicBezTo>
                      <a:pt x="158" y="1755"/>
                      <a:pt x="179" y="1760"/>
                      <a:pt x="180" y="1765"/>
                    </a:cubicBezTo>
                    <a:cubicBezTo>
                      <a:pt x="181" y="1771"/>
                      <a:pt x="195" y="1794"/>
                      <a:pt x="200" y="1792"/>
                    </a:cubicBezTo>
                    <a:cubicBezTo>
                      <a:pt x="204" y="1790"/>
                      <a:pt x="206" y="1774"/>
                      <a:pt x="213" y="1768"/>
                    </a:cubicBezTo>
                    <a:cubicBezTo>
                      <a:pt x="221" y="1763"/>
                      <a:pt x="214" y="1739"/>
                      <a:pt x="217" y="1732"/>
                    </a:cubicBezTo>
                    <a:cubicBezTo>
                      <a:pt x="219" y="1725"/>
                      <a:pt x="193" y="1704"/>
                      <a:pt x="188" y="1704"/>
                    </a:cubicBezTo>
                    <a:cubicBezTo>
                      <a:pt x="183" y="1704"/>
                      <a:pt x="173" y="1715"/>
                      <a:pt x="174" y="1717"/>
                    </a:cubicBezTo>
                    <a:cubicBezTo>
                      <a:pt x="176" y="1720"/>
                      <a:pt x="181" y="1738"/>
                      <a:pt x="168" y="1738"/>
                    </a:cubicBezTo>
                    <a:cubicBezTo>
                      <a:pt x="155" y="1738"/>
                      <a:pt x="21" y="1732"/>
                      <a:pt x="19" y="1733"/>
                    </a:cubicBezTo>
                    <a:cubicBezTo>
                      <a:pt x="16" y="1734"/>
                      <a:pt x="0" y="1730"/>
                      <a:pt x="1" y="1713"/>
                    </a:cubicBezTo>
                    <a:cubicBezTo>
                      <a:pt x="2" y="1696"/>
                      <a:pt x="5" y="1627"/>
                      <a:pt x="5" y="1621"/>
                    </a:cubicBezTo>
                    <a:cubicBezTo>
                      <a:pt x="5" y="1615"/>
                      <a:pt x="3" y="1605"/>
                      <a:pt x="15" y="1606"/>
                    </a:cubicBezTo>
                    <a:cubicBezTo>
                      <a:pt x="28" y="1607"/>
                      <a:pt x="149" y="1608"/>
                      <a:pt x="157" y="1608"/>
                    </a:cubicBezTo>
                    <a:cubicBezTo>
                      <a:pt x="164" y="1608"/>
                      <a:pt x="176" y="1613"/>
                      <a:pt x="176" y="1621"/>
                    </a:cubicBezTo>
                    <a:cubicBezTo>
                      <a:pt x="176" y="1629"/>
                      <a:pt x="182" y="1657"/>
                      <a:pt x="190" y="1644"/>
                    </a:cubicBezTo>
                    <a:cubicBezTo>
                      <a:pt x="198" y="1632"/>
                      <a:pt x="202" y="1610"/>
                      <a:pt x="208" y="1610"/>
                    </a:cubicBezTo>
                    <a:cubicBezTo>
                      <a:pt x="213" y="1610"/>
                      <a:pt x="231" y="1584"/>
                      <a:pt x="221" y="1574"/>
                    </a:cubicBezTo>
                    <a:cubicBezTo>
                      <a:pt x="212" y="1564"/>
                      <a:pt x="202" y="1559"/>
                      <a:pt x="196" y="1562"/>
                    </a:cubicBezTo>
                    <a:cubicBezTo>
                      <a:pt x="191" y="1564"/>
                      <a:pt x="191" y="1583"/>
                      <a:pt x="176" y="1584"/>
                    </a:cubicBezTo>
                    <a:cubicBezTo>
                      <a:pt x="161" y="1586"/>
                      <a:pt x="34" y="1567"/>
                      <a:pt x="29" y="1565"/>
                    </a:cubicBezTo>
                    <a:cubicBezTo>
                      <a:pt x="24" y="1563"/>
                      <a:pt x="8" y="1559"/>
                      <a:pt x="11" y="1543"/>
                    </a:cubicBezTo>
                    <a:cubicBezTo>
                      <a:pt x="15" y="1527"/>
                      <a:pt x="23" y="1463"/>
                      <a:pt x="24" y="1459"/>
                    </a:cubicBezTo>
                    <a:cubicBezTo>
                      <a:pt x="24" y="1454"/>
                      <a:pt x="30" y="1435"/>
                      <a:pt x="40" y="1440"/>
                    </a:cubicBezTo>
                    <a:cubicBezTo>
                      <a:pt x="49" y="1445"/>
                      <a:pt x="154" y="1459"/>
                      <a:pt x="164" y="1461"/>
                    </a:cubicBezTo>
                    <a:cubicBezTo>
                      <a:pt x="174" y="1463"/>
                      <a:pt x="191" y="1468"/>
                      <a:pt x="191" y="1472"/>
                    </a:cubicBezTo>
                    <a:cubicBezTo>
                      <a:pt x="190" y="1476"/>
                      <a:pt x="187" y="1506"/>
                      <a:pt x="198" y="1499"/>
                    </a:cubicBezTo>
                    <a:cubicBezTo>
                      <a:pt x="208" y="1493"/>
                      <a:pt x="223" y="1499"/>
                      <a:pt x="227" y="1485"/>
                    </a:cubicBezTo>
                    <a:cubicBezTo>
                      <a:pt x="231" y="1472"/>
                      <a:pt x="230" y="1415"/>
                      <a:pt x="215" y="1412"/>
                    </a:cubicBezTo>
                    <a:cubicBezTo>
                      <a:pt x="200" y="1408"/>
                      <a:pt x="194" y="1410"/>
                      <a:pt x="195" y="1422"/>
                    </a:cubicBezTo>
                    <a:cubicBezTo>
                      <a:pt x="197" y="1434"/>
                      <a:pt x="195" y="1451"/>
                      <a:pt x="184" y="1446"/>
                    </a:cubicBezTo>
                    <a:cubicBezTo>
                      <a:pt x="174" y="1442"/>
                      <a:pt x="58" y="1415"/>
                      <a:pt x="49" y="1416"/>
                    </a:cubicBezTo>
                    <a:cubicBezTo>
                      <a:pt x="40" y="1418"/>
                      <a:pt x="32" y="1407"/>
                      <a:pt x="36" y="1393"/>
                    </a:cubicBezTo>
                    <a:cubicBezTo>
                      <a:pt x="41" y="1379"/>
                      <a:pt x="57" y="1322"/>
                      <a:pt x="58" y="1317"/>
                    </a:cubicBezTo>
                    <a:cubicBezTo>
                      <a:pt x="58" y="1312"/>
                      <a:pt x="62" y="1307"/>
                      <a:pt x="71" y="1308"/>
                    </a:cubicBezTo>
                    <a:cubicBezTo>
                      <a:pt x="79" y="1309"/>
                      <a:pt x="182" y="1329"/>
                      <a:pt x="188" y="1329"/>
                    </a:cubicBezTo>
                    <a:cubicBezTo>
                      <a:pt x="194" y="1329"/>
                      <a:pt x="217" y="1336"/>
                      <a:pt x="217" y="1342"/>
                    </a:cubicBezTo>
                    <a:cubicBezTo>
                      <a:pt x="217" y="1349"/>
                      <a:pt x="218" y="1361"/>
                      <a:pt x="230" y="1363"/>
                    </a:cubicBezTo>
                    <a:cubicBezTo>
                      <a:pt x="241" y="1365"/>
                      <a:pt x="245" y="1338"/>
                      <a:pt x="250" y="1338"/>
                    </a:cubicBezTo>
                    <a:cubicBezTo>
                      <a:pt x="255" y="1338"/>
                      <a:pt x="250" y="1294"/>
                      <a:pt x="240" y="1291"/>
                    </a:cubicBezTo>
                    <a:cubicBezTo>
                      <a:pt x="230" y="1287"/>
                      <a:pt x="217" y="1312"/>
                      <a:pt x="208" y="1311"/>
                    </a:cubicBezTo>
                    <a:cubicBezTo>
                      <a:pt x="200" y="1310"/>
                      <a:pt x="89" y="1278"/>
                      <a:pt x="85" y="1275"/>
                    </a:cubicBezTo>
                    <a:cubicBezTo>
                      <a:pt x="81" y="1273"/>
                      <a:pt x="71" y="1264"/>
                      <a:pt x="75" y="1249"/>
                    </a:cubicBezTo>
                    <a:cubicBezTo>
                      <a:pt x="79" y="1235"/>
                      <a:pt x="101" y="1175"/>
                      <a:pt x="103" y="1166"/>
                    </a:cubicBezTo>
                    <a:cubicBezTo>
                      <a:pt x="105" y="1157"/>
                      <a:pt x="115" y="1143"/>
                      <a:pt x="127" y="1148"/>
                    </a:cubicBezTo>
                    <a:cubicBezTo>
                      <a:pt x="138" y="1153"/>
                      <a:pt x="232" y="1181"/>
                      <a:pt x="240" y="1183"/>
                    </a:cubicBezTo>
                    <a:cubicBezTo>
                      <a:pt x="248" y="1184"/>
                      <a:pt x="268" y="1186"/>
                      <a:pt x="267" y="1194"/>
                    </a:cubicBezTo>
                    <a:cubicBezTo>
                      <a:pt x="266" y="1202"/>
                      <a:pt x="272" y="1223"/>
                      <a:pt x="281" y="1213"/>
                    </a:cubicBezTo>
                    <a:cubicBezTo>
                      <a:pt x="290" y="1202"/>
                      <a:pt x="294" y="1184"/>
                      <a:pt x="298" y="1187"/>
                    </a:cubicBezTo>
                    <a:cubicBezTo>
                      <a:pt x="303" y="1189"/>
                      <a:pt x="301" y="1136"/>
                      <a:pt x="291" y="1133"/>
                    </a:cubicBezTo>
                    <a:cubicBezTo>
                      <a:pt x="268" y="1127"/>
                      <a:pt x="277" y="1167"/>
                      <a:pt x="254" y="1160"/>
                    </a:cubicBezTo>
                    <a:cubicBezTo>
                      <a:pt x="231" y="1154"/>
                      <a:pt x="141" y="1120"/>
                      <a:pt x="141" y="1120"/>
                    </a:cubicBezTo>
                    <a:cubicBezTo>
                      <a:pt x="141" y="1120"/>
                      <a:pt x="129" y="1111"/>
                      <a:pt x="133" y="1098"/>
                    </a:cubicBezTo>
                    <a:cubicBezTo>
                      <a:pt x="137" y="1084"/>
                      <a:pt x="160" y="1026"/>
                      <a:pt x="160" y="1020"/>
                    </a:cubicBezTo>
                    <a:cubicBezTo>
                      <a:pt x="160" y="1013"/>
                      <a:pt x="170" y="1007"/>
                      <a:pt x="177" y="1006"/>
                    </a:cubicBezTo>
                    <a:cubicBezTo>
                      <a:pt x="184" y="1005"/>
                      <a:pt x="272" y="1037"/>
                      <a:pt x="277" y="1038"/>
                    </a:cubicBezTo>
                    <a:cubicBezTo>
                      <a:pt x="283" y="1038"/>
                      <a:pt x="304" y="1044"/>
                      <a:pt x="299" y="1051"/>
                    </a:cubicBezTo>
                    <a:cubicBezTo>
                      <a:pt x="294" y="1057"/>
                      <a:pt x="285" y="1064"/>
                      <a:pt x="291" y="1069"/>
                    </a:cubicBezTo>
                    <a:cubicBezTo>
                      <a:pt x="297" y="1074"/>
                      <a:pt x="308" y="1063"/>
                      <a:pt x="311" y="1059"/>
                    </a:cubicBezTo>
                    <a:cubicBezTo>
                      <a:pt x="313" y="1055"/>
                      <a:pt x="323" y="1045"/>
                      <a:pt x="323" y="1045"/>
                    </a:cubicBezTo>
                    <a:cubicBezTo>
                      <a:pt x="323" y="1045"/>
                      <a:pt x="323" y="1010"/>
                      <a:pt x="318" y="1006"/>
                    </a:cubicBezTo>
                    <a:cubicBezTo>
                      <a:pt x="313" y="1002"/>
                      <a:pt x="303" y="993"/>
                      <a:pt x="301" y="1000"/>
                    </a:cubicBezTo>
                    <a:cubicBezTo>
                      <a:pt x="298" y="1006"/>
                      <a:pt x="298" y="1019"/>
                      <a:pt x="286" y="1015"/>
                    </a:cubicBezTo>
                    <a:cubicBezTo>
                      <a:pt x="275" y="1011"/>
                      <a:pt x="194" y="987"/>
                      <a:pt x="188" y="986"/>
                    </a:cubicBezTo>
                    <a:cubicBezTo>
                      <a:pt x="182" y="985"/>
                      <a:pt x="171" y="973"/>
                      <a:pt x="174" y="965"/>
                    </a:cubicBezTo>
                    <a:cubicBezTo>
                      <a:pt x="178" y="958"/>
                      <a:pt x="195" y="891"/>
                      <a:pt x="195" y="886"/>
                    </a:cubicBezTo>
                    <a:cubicBezTo>
                      <a:pt x="196" y="881"/>
                      <a:pt x="200" y="872"/>
                      <a:pt x="212" y="872"/>
                    </a:cubicBezTo>
                    <a:cubicBezTo>
                      <a:pt x="225" y="872"/>
                      <a:pt x="320" y="901"/>
                      <a:pt x="324" y="902"/>
                    </a:cubicBezTo>
                    <a:cubicBezTo>
                      <a:pt x="328" y="903"/>
                      <a:pt x="337" y="907"/>
                      <a:pt x="332" y="915"/>
                    </a:cubicBezTo>
                    <a:cubicBezTo>
                      <a:pt x="327" y="923"/>
                      <a:pt x="324" y="940"/>
                      <a:pt x="333" y="937"/>
                    </a:cubicBezTo>
                    <a:cubicBezTo>
                      <a:pt x="341" y="934"/>
                      <a:pt x="358" y="916"/>
                      <a:pt x="361" y="916"/>
                    </a:cubicBezTo>
                    <a:cubicBezTo>
                      <a:pt x="364" y="916"/>
                      <a:pt x="373" y="884"/>
                      <a:pt x="370" y="874"/>
                    </a:cubicBezTo>
                    <a:cubicBezTo>
                      <a:pt x="367" y="864"/>
                      <a:pt x="354" y="849"/>
                      <a:pt x="348" y="854"/>
                    </a:cubicBezTo>
                    <a:cubicBezTo>
                      <a:pt x="341" y="858"/>
                      <a:pt x="353" y="888"/>
                      <a:pt x="334" y="885"/>
                    </a:cubicBezTo>
                    <a:cubicBezTo>
                      <a:pt x="316" y="883"/>
                      <a:pt x="230" y="854"/>
                      <a:pt x="225" y="854"/>
                    </a:cubicBezTo>
                    <a:cubicBezTo>
                      <a:pt x="220" y="854"/>
                      <a:pt x="204" y="846"/>
                      <a:pt x="208" y="831"/>
                    </a:cubicBezTo>
                    <a:cubicBezTo>
                      <a:pt x="212" y="815"/>
                      <a:pt x="222" y="764"/>
                      <a:pt x="222" y="755"/>
                    </a:cubicBezTo>
                    <a:cubicBezTo>
                      <a:pt x="222" y="747"/>
                      <a:pt x="234" y="738"/>
                      <a:pt x="241" y="739"/>
                    </a:cubicBezTo>
                    <a:cubicBezTo>
                      <a:pt x="247" y="740"/>
                      <a:pt x="347" y="761"/>
                      <a:pt x="352" y="761"/>
                    </a:cubicBezTo>
                    <a:cubicBezTo>
                      <a:pt x="357" y="761"/>
                      <a:pt x="371" y="759"/>
                      <a:pt x="367" y="771"/>
                    </a:cubicBezTo>
                    <a:cubicBezTo>
                      <a:pt x="363" y="782"/>
                      <a:pt x="352" y="797"/>
                      <a:pt x="359" y="800"/>
                    </a:cubicBezTo>
                    <a:cubicBezTo>
                      <a:pt x="365" y="803"/>
                      <a:pt x="376" y="802"/>
                      <a:pt x="383" y="794"/>
                    </a:cubicBezTo>
                    <a:cubicBezTo>
                      <a:pt x="390" y="786"/>
                      <a:pt x="397" y="774"/>
                      <a:pt x="396" y="768"/>
                    </a:cubicBezTo>
                    <a:cubicBezTo>
                      <a:pt x="395" y="763"/>
                      <a:pt x="401" y="713"/>
                      <a:pt x="389" y="713"/>
                    </a:cubicBezTo>
                    <a:cubicBezTo>
                      <a:pt x="378" y="713"/>
                      <a:pt x="368" y="716"/>
                      <a:pt x="371" y="725"/>
                    </a:cubicBezTo>
                    <a:cubicBezTo>
                      <a:pt x="375" y="735"/>
                      <a:pt x="368" y="745"/>
                      <a:pt x="358" y="742"/>
                    </a:cubicBezTo>
                    <a:cubicBezTo>
                      <a:pt x="347" y="740"/>
                      <a:pt x="251" y="717"/>
                      <a:pt x="247" y="717"/>
                    </a:cubicBezTo>
                    <a:cubicBezTo>
                      <a:pt x="243" y="717"/>
                      <a:pt x="228" y="714"/>
                      <a:pt x="231" y="697"/>
                    </a:cubicBezTo>
                    <a:cubicBezTo>
                      <a:pt x="234" y="680"/>
                      <a:pt x="238" y="622"/>
                      <a:pt x="239" y="619"/>
                    </a:cubicBezTo>
                    <a:cubicBezTo>
                      <a:pt x="240" y="616"/>
                      <a:pt x="243" y="609"/>
                      <a:pt x="256" y="607"/>
                    </a:cubicBezTo>
                    <a:cubicBezTo>
                      <a:pt x="269" y="605"/>
                      <a:pt x="357" y="616"/>
                      <a:pt x="363" y="617"/>
                    </a:cubicBezTo>
                    <a:cubicBezTo>
                      <a:pt x="368" y="618"/>
                      <a:pt x="384" y="615"/>
                      <a:pt x="383" y="626"/>
                    </a:cubicBezTo>
                    <a:cubicBezTo>
                      <a:pt x="382" y="636"/>
                      <a:pt x="370" y="650"/>
                      <a:pt x="371" y="656"/>
                    </a:cubicBezTo>
                    <a:cubicBezTo>
                      <a:pt x="373" y="663"/>
                      <a:pt x="393" y="658"/>
                      <a:pt x="401" y="646"/>
                    </a:cubicBezTo>
                    <a:cubicBezTo>
                      <a:pt x="409" y="634"/>
                      <a:pt x="414" y="622"/>
                      <a:pt x="412" y="619"/>
                    </a:cubicBezTo>
                    <a:cubicBezTo>
                      <a:pt x="410" y="616"/>
                      <a:pt x="402" y="583"/>
                      <a:pt x="396" y="583"/>
                    </a:cubicBezTo>
                    <a:cubicBezTo>
                      <a:pt x="389" y="582"/>
                      <a:pt x="389" y="592"/>
                      <a:pt x="383" y="595"/>
                    </a:cubicBezTo>
                    <a:cubicBezTo>
                      <a:pt x="377" y="598"/>
                      <a:pt x="271" y="579"/>
                      <a:pt x="262" y="580"/>
                    </a:cubicBezTo>
                    <a:cubicBezTo>
                      <a:pt x="253" y="581"/>
                      <a:pt x="243" y="573"/>
                      <a:pt x="243" y="566"/>
                    </a:cubicBezTo>
                    <a:cubicBezTo>
                      <a:pt x="243" y="558"/>
                      <a:pt x="249" y="484"/>
                      <a:pt x="247" y="477"/>
                    </a:cubicBezTo>
                    <a:cubicBezTo>
                      <a:pt x="244" y="471"/>
                      <a:pt x="245" y="463"/>
                      <a:pt x="257" y="462"/>
                    </a:cubicBezTo>
                    <a:cubicBezTo>
                      <a:pt x="269" y="461"/>
                      <a:pt x="366" y="463"/>
                      <a:pt x="376" y="461"/>
                    </a:cubicBezTo>
                    <a:cubicBezTo>
                      <a:pt x="385" y="459"/>
                      <a:pt x="397" y="462"/>
                      <a:pt x="394" y="468"/>
                    </a:cubicBezTo>
                    <a:cubicBezTo>
                      <a:pt x="392" y="475"/>
                      <a:pt x="399" y="480"/>
                      <a:pt x="409" y="477"/>
                    </a:cubicBezTo>
                    <a:cubicBezTo>
                      <a:pt x="419" y="475"/>
                      <a:pt x="423" y="458"/>
                      <a:pt x="423" y="453"/>
                    </a:cubicBezTo>
                    <a:cubicBezTo>
                      <a:pt x="423" y="448"/>
                      <a:pt x="419" y="408"/>
                      <a:pt x="406" y="407"/>
                    </a:cubicBezTo>
                    <a:cubicBezTo>
                      <a:pt x="392" y="405"/>
                      <a:pt x="389" y="409"/>
                      <a:pt x="389" y="416"/>
                    </a:cubicBezTo>
                    <a:cubicBezTo>
                      <a:pt x="389" y="424"/>
                      <a:pt x="385" y="429"/>
                      <a:pt x="378" y="429"/>
                    </a:cubicBezTo>
                    <a:cubicBezTo>
                      <a:pt x="371" y="430"/>
                      <a:pt x="264" y="440"/>
                      <a:pt x="262" y="438"/>
                    </a:cubicBezTo>
                    <a:cubicBezTo>
                      <a:pt x="260" y="437"/>
                      <a:pt x="245" y="439"/>
                      <a:pt x="245" y="423"/>
                    </a:cubicBezTo>
                    <a:cubicBezTo>
                      <a:pt x="245" y="407"/>
                      <a:pt x="238" y="334"/>
                      <a:pt x="237" y="330"/>
                    </a:cubicBezTo>
                    <a:cubicBezTo>
                      <a:pt x="236" y="326"/>
                      <a:pt x="232" y="317"/>
                      <a:pt x="246" y="313"/>
                    </a:cubicBezTo>
                    <a:cubicBezTo>
                      <a:pt x="260" y="308"/>
                      <a:pt x="365" y="304"/>
                      <a:pt x="370" y="302"/>
                    </a:cubicBezTo>
                    <a:cubicBezTo>
                      <a:pt x="375" y="300"/>
                      <a:pt x="386" y="302"/>
                      <a:pt x="384" y="309"/>
                    </a:cubicBezTo>
                    <a:cubicBezTo>
                      <a:pt x="383" y="317"/>
                      <a:pt x="393" y="314"/>
                      <a:pt x="397" y="307"/>
                    </a:cubicBezTo>
                    <a:cubicBezTo>
                      <a:pt x="401" y="300"/>
                      <a:pt x="404" y="276"/>
                      <a:pt x="402" y="270"/>
                    </a:cubicBezTo>
                    <a:cubicBezTo>
                      <a:pt x="401" y="265"/>
                      <a:pt x="384" y="243"/>
                      <a:pt x="378" y="245"/>
                    </a:cubicBezTo>
                    <a:cubicBezTo>
                      <a:pt x="372" y="248"/>
                      <a:pt x="384" y="261"/>
                      <a:pt x="374" y="263"/>
                    </a:cubicBezTo>
                    <a:cubicBezTo>
                      <a:pt x="364" y="265"/>
                      <a:pt x="258" y="286"/>
                      <a:pt x="251" y="291"/>
                    </a:cubicBezTo>
                    <a:cubicBezTo>
                      <a:pt x="245" y="295"/>
                      <a:pt x="233" y="297"/>
                      <a:pt x="230" y="287"/>
                    </a:cubicBezTo>
                    <a:cubicBezTo>
                      <a:pt x="228" y="278"/>
                      <a:pt x="215" y="216"/>
                      <a:pt x="212" y="211"/>
                    </a:cubicBezTo>
                    <a:cubicBezTo>
                      <a:pt x="208" y="206"/>
                      <a:pt x="209" y="196"/>
                      <a:pt x="217" y="192"/>
                    </a:cubicBezTo>
                    <a:cubicBezTo>
                      <a:pt x="225" y="188"/>
                      <a:pt x="320" y="158"/>
                      <a:pt x="325" y="155"/>
                    </a:cubicBezTo>
                    <a:cubicBezTo>
                      <a:pt x="330" y="152"/>
                      <a:pt x="344" y="150"/>
                      <a:pt x="346" y="156"/>
                    </a:cubicBezTo>
                    <a:cubicBezTo>
                      <a:pt x="349" y="162"/>
                      <a:pt x="357" y="170"/>
                      <a:pt x="361" y="164"/>
                    </a:cubicBezTo>
                    <a:cubicBezTo>
                      <a:pt x="365" y="158"/>
                      <a:pt x="369" y="137"/>
                      <a:pt x="367" y="132"/>
                    </a:cubicBezTo>
                    <a:cubicBezTo>
                      <a:pt x="364" y="128"/>
                      <a:pt x="346" y="89"/>
                      <a:pt x="337" y="94"/>
                    </a:cubicBezTo>
                    <a:cubicBezTo>
                      <a:pt x="328" y="99"/>
                      <a:pt x="328" y="104"/>
                      <a:pt x="332" y="110"/>
                    </a:cubicBezTo>
                    <a:cubicBezTo>
                      <a:pt x="336" y="115"/>
                      <a:pt x="342" y="124"/>
                      <a:pt x="331" y="128"/>
                    </a:cubicBezTo>
                    <a:cubicBezTo>
                      <a:pt x="320" y="133"/>
                      <a:pt x="217" y="174"/>
                      <a:pt x="217" y="174"/>
                    </a:cubicBezTo>
                    <a:cubicBezTo>
                      <a:pt x="217" y="174"/>
                      <a:pt x="202" y="179"/>
                      <a:pt x="199" y="169"/>
                    </a:cubicBezTo>
                    <a:cubicBezTo>
                      <a:pt x="195" y="159"/>
                      <a:pt x="172" y="95"/>
                      <a:pt x="168" y="93"/>
                    </a:cubicBezTo>
                    <a:cubicBezTo>
                      <a:pt x="164" y="90"/>
                      <a:pt x="165" y="76"/>
                      <a:pt x="171" y="73"/>
                    </a:cubicBezTo>
                    <a:cubicBezTo>
                      <a:pt x="178" y="71"/>
                      <a:pt x="269" y="26"/>
                      <a:pt x="272" y="25"/>
                    </a:cubicBezTo>
                    <a:cubicBezTo>
                      <a:pt x="274" y="25"/>
                      <a:pt x="290" y="13"/>
                      <a:pt x="293" y="17"/>
                    </a:cubicBezTo>
                    <a:cubicBezTo>
                      <a:pt x="296" y="21"/>
                      <a:pt x="296" y="31"/>
                      <a:pt x="297" y="36"/>
                    </a:cubicBezTo>
                    <a:cubicBezTo>
                      <a:pt x="298" y="41"/>
                      <a:pt x="308" y="41"/>
                      <a:pt x="312" y="30"/>
                    </a:cubicBezTo>
                    <a:cubicBezTo>
                      <a:pt x="316" y="20"/>
                      <a:pt x="318" y="0"/>
                      <a:pt x="341" y="7"/>
                    </a:cubicBezTo>
                    <a:cubicBezTo>
                      <a:pt x="365" y="13"/>
                      <a:pt x="363" y="42"/>
                      <a:pt x="359" y="4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" name="Freeform 120">
                <a:extLst>
                  <a:ext uri="{FF2B5EF4-FFF2-40B4-BE49-F238E27FC236}">
                    <a16:creationId xmlns:a16="http://schemas.microsoft.com/office/drawing/2014/main" id="{732ED937-04A9-4D49-95D8-642B72F5F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3138"/>
                <a:ext cx="289" cy="438"/>
              </a:xfrm>
              <a:custGeom>
                <a:avLst/>
                <a:gdLst>
                  <a:gd name="T0" fmla="*/ 42 w 454"/>
                  <a:gd name="T1" fmla="*/ 0 h 688"/>
                  <a:gd name="T2" fmla="*/ 54 w 454"/>
                  <a:gd name="T3" fmla="*/ 2 h 688"/>
                  <a:gd name="T4" fmla="*/ 64 w 454"/>
                  <a:gd name="T5" fmla="*/ 10 h 688"/>
                  <a:gd name="T6" fmla="*/ 73 w 454"/>
                  <a:gd name="T7" fmla="*/ 22 h 688"/>
                  <a:gd name="T8" fmla="*/ 81 w 454"/>
                  <a:gd name="T9" fmla="*/ 35 h 688"/>
                  <a:gd name="T10" fmla="*/ 90 w 454"/>
                  <a:gd name="T11" fmla="*/ 50 h 688"/>
                  <a:gd name="T12" fmla="*/ 100 w 454"/>
                  <a:gd name="T13" fmla="*/ 68 h 688"/>
                  <a:gd name="T14" fmla="*/ 104 w 454"/>
                  <a:gd name="T15" fmla="*/ 84 h 688"/>
                  <a:gd name="T16" fmla="*/ 110 w 454"/>
                  <a:gd name="T17" fmla="*/ 102 h 688"/>
                  <a:gd name="T18" fmla="*/ 115 w 454"/>
                  <a:gd name="T19" fmla="*/ 115 h 688"/>
                  <a:gd name="T20" fmla="*/ 112 w 454"/>
                  <a:gd name="T21" fmla="*/ 129 h 688"/>
                  <a:gd name="T22" fmla="*/ 107 w 454"/>
                  <a:gd name="T23" fmla="*/ 153 h 688"/>
                  <a:gd name="T24" fmla="*/ 95 w 454"/>
                  <a:gd name="T25" fmla="*/ 174 h 688"/>
                  <a:gd name="T26" fmla="*/ 93 w 454"/>
                  <a:gd name="T27" fmla="*/ 164 h 688"/>
                  <a:gd name="T28" fmla="*/ 94 w 454"/>
                  <a:gd name="T29" fmla="*/ 130 h 688"/>
                  <a:gd name="T30" fmla="*/ 71 w 454"/>
                  <a:gd name="T31" fmla="*/ 92 h 688"/>
                  <a:gd name="T32" fmla="*/ 14 w 454"/>
                  <a:gd name="T33" fmla="*/ 33 h 688"/>
                  <a:gd name="T34" fmla="*/ 1 w 454"/>
                  <a:gd name="T35" fmla="*/ 26 h 688"/>
                  <a:gd name="T36" fmla="*/ 24 w 454"/>
                  <a:gd name="T37" fmla="*/ 14 h 688"/>
                  <a:gd name="T38" fmla="*/ 42 w 454"/>
                  <a:gd name="T39" fmla="*/ 0 h 6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54" h="688">
                    <a:moveTo>
                      <a:pt x="163" y="0"/>
                    </a:moveTo>
                    <a:cubicBezTo>
                      <a:pt x="163" y="0"/>
                      <a:pt x="194" y="9"/>
                      <a:pt x="209" y="7"/>
                    </a:cubicBezTo>
                    <a:cubicBezTo>
                      <a:pt x="225" y="6"/>
                      <a:pt x="244" y="26"/>
                      <a:pt x="247" y="40"/>
                    </a:cubicBezTo>
                    <a:cubicBezTo>
                      <a:pt x="251" y="54"/>
                      <a:pt x="268" y="74"/>
                      <a:pt x="285" y="85"/>
                    </a:cubicBezTo>
                    <a:cubicBezTo>
                      <a:pt x="302" y="95"/>
                      <a:pt x="314" y="117"/>
                      <a:pt x="314" y="136"/>
                    </a:cubicBezTo>
                    <a:cubicBezTo>
                      <a:pt x="314" y="155"/>
                      <a:pt x="325" y="179"/>
                      <a:pt x="347" y="195"/>
                    </a:cubicBezTo>
                    <a:cubicBezTo>
                      <a:pt x="369" y="210"/>
                      <a:pt x="386" y="246"/>
                      <a:pt x="386" y="264"/>
                    </a:cubicBezTo>
                    <a:cubicBezTo>
                      <a:pt x="386" y="281"/>
                      <a:pt x="383" y="317"/>
                      <a:pt x="405" y="325"/>
                    </a:cubicBezTo>
                    <a:cubicBezTo>
                      <a:pt x="428" y="334"/>
                      <a:pt x="428" y="391"/>
                      <a:pt x="428" y="398"/>
                    </a:cubicBezTo>
                    <a:cubicBezTo>
                      <a:pt x="428" y="405"/>
                      <a:pt x="440" y="436"/>
                      <a:pt x="447" y="446"/>
                    </a:cubicBezTo>
                    <a:cubicBezTo>
                      <a:pt x="454" y="456"/>
                      <a:pt x="443" y="482"/>
                      <a:pt x="435" y="501"/>
                    </a:cubicBezTo>
                    <a:cubicBezTo>
                      <a:pt x="426" y="520"/>
                      <a:pt x="431" y="566"/>
                      <a:pt x="414" y="592"/>
                    </a:cubicBezTo>
                    <a:cubicBezTo>
                      <a:pt x="397" y="618"/>
                      <a:pt x="390" y="661"/>
                      <a:pt x="369" y="675"/>
                    </a:cubicBezTo>
                    <a:cubicBezTo>
                      <a:pt x="349" y="688"/>
                      <a:pt x="349" y="668"/>
                      <a:pt x="359" y="635"/>
                    </a:cubicBezTo>
                    <a:cubicBezTo>
                      <a:pt x="369" y="602"/>
                      <a:pt x="376" y="532"/>
                      <a:pt x="366" y="504"/>
                    </a:cubicBezTo>
                    <a:cubicBezTo>
                      <a:pt x="355" y="477"/>
                      <a:pt x="295" y="370"/>
                      <a:pt x="276" y="358"/>
                    </a:cubicBezTo>
                    <a:cubicBezTo>
                      <a:pt x="257" y="346"/>
                      <a:pt x="67" y="135"/>
                      <a:pt x="53" y="128"/>
                    </a:cubicBezTo>
                    <a:cubicBezTo>
                      <a:pt x="39" y="121"/>
                      <a:pt x="6" y="114"/>
                      <a:pt x="3" y="100"/>
                    </a:cubicBezTo>
                    <a:cubicBezTo>
                      <a:pt x="0" y="86"/>
                      <a:pt x="72" y="63"/>
                      <a:pt x="92" y="54"/>
                    </a:cubicBezTo>
                    <a:cubicBezTo>
                      <a:pt x="135" y="35"/>
                      <a:pt x="163" y="0"/>
                      <a:pt x="16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" name="Freeform 121">
                <a:extLst>
                  <a:ext uri="{FF2B5EF4-FFF2-40B4-BE49-F238E27FC236}">
                    <a16:creationId xmlns:a16="http://schemas.microsoft.com/office/drawing/2014/main" id="{111B155B-BB9B-470E-B5A1-A555B3EA7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3196"/>
                <a:ext cx="189" cy="180"/>
              </a:xfrm>
              <a:custGeom>
                <a:avLst/>
                <a:gdLst>
                  <a:gd name="T0" fmla="*/ 12 w 296"/>
                  <a:gd name="T1" fmla="*/ 12 h 284"/>
                  <a:gd name="T2" fmla="*/ 43 w 296"/>
                  <a:gd name="T3" fmla="*/ 12 h 284"/>
                  <a:gd name="T4" fmla="*/ 57 w 296"/>
                  <a:gd name="T5" fmla="*/ 40 h 284"/>
                  <a:gd name="T6" fmla="*/ 72 w 296"/>
                  <a:gd name="T7" fmla="*/ 66 h 284"/>
                  <a:gd name="T8" fmla="*/ 49 w 296"/>
                  <a:gd name="T9" fmla="*/ 60 h 284"/>
                  <a:gd name="T10" fmla="*/ 33 w 296"/>
                  <a:gd name="T11" fmla="*/ 45 h 284"/>
                  <a:gd name="T12" fmla="*/ 12 w 296"/>
                  <a:gd name="T13" fmla="*/ 12 h 2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6" h="284">
                    <a:moveTo>
                      <a:pt x="45" y="47"/>
                    </a:moveTo>
                    <a:cubicBezTo>
                      <a:pt x="61" y="21"/>
                      <a:pt x="118" y="0"/>
                      <a:pt x="165" y="47"/>
                    </a:cubicBezTo>
                    <a:cubicBezTo>
                      <a:pt x="206" y="88"/>
                      <a:pt x="186" y="145"/>
                      <a:pt x="217" y="157"/>
                    </a:cubicBezTo>
                    <a:cubicBezTo>
                      <a:pt x="248" y="169"/>
                      <a:pt x="296" y="233"/>
                      <a:pt x="275" y="259"/>
                    </a:cubicBezTo>
                    <a:cubicBezTo>
                      <a:pt x="255" y="284"/>
                      <a:pt x="196" y="259"/>
                      <a:pt x="187" y="233"/>
                    </a:cubicBezTo>
                    <a:cubicBezTo>
                      <a:pt x="179" y="207"/>
                      <a:pt x="155" y="174"/>
                      <a:pt x="126" y="176"/>
                    </a:cubicBezTo>
                    <a:cubicBezTo>
                      <a:pt x="96" y="178"/>
                      <a:pt x="0" y="118"/>
                      <a:pt x="45" y="47"/>
                    </a:cubicBezTo>
                    <a:close/>
                  </a:path>
                </a:pathLst>
              </a:custGeom>
              <a:solidFill>
                <a:srgbClr val="A4C6D9"/>
              </a:solidFill>
              <a:ln w="4763" cap="flat">
                <a:solidFill>
                  <a:srgbClr val="BD75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" name="Freeform 122">
                <a:extLst>
                  <a:ext uri="{FF2B5EF4-FFF2-40B4-BE49-F238E27FC236}">
                    <a16:creationId xmlns:a16="http://schemas.microsoft.com/office/drawing/2014/main" id="{43A522D8-01D3-40E7-94B7-A50D7A3FD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204"/>
                <a:ext cx="20" cy="82"/>
              </a:xfrm>
              <a:custGeom>
                <a:avLst/>
                <a:gdLst>
                  <a:gd name="T0" fmla="*/ 5 w 31"/>
                  <a:gd name="T1" fmla="*/ 33 h 129"/>
                  <a:gd name="T2" fmla="*/ 8 w 31"/>
                  <a:gd name="T3" fmla="*/ 0 h 1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9">
                    <a:moveTo>
                      <a:pt x="18" y="129"/>
                    </a:moveTo>
                    <a:cubicBezTo>
                      <a:pt x="18" y="129"/>
                      <a:pt x="0" y="50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" name="Freeform 123">
                <a:extLst>
                  <a:ext uri="{FF2B5EF4-FFF2-40B4-BE49-F238E27FC236}">
                    <a16:creationId xmlns:a16="http://schemas.microsoft.com/office/drawing/2014/main" id="{0FB3ED32-5AB6-4616-A6AB-CF2B427D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3174"/>
                <a:ext cx="41" cy="41"/>
              </a:xfrm>
              <a:custGeom>
                <a:avLst/>
                <a:gdLst>
                  <a:gd name="T0" fmla="*/ 0 w 64"/>
                  <a:gd name="T1" fmla="*/ 17 h 64"/>
                  <a:gd name="T2" fmla="*/ 17 w 64"/>
                  <a:gd name="T3" fmla="*/ 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64">
                    <a:moveTo>
                      <a:pt x="0" y="64"/>
                    </a:moveTo>
                    <a:cubicBezTo>
                      <a:pt x="0" y="64"/>
                      <a:pt x="46" y="42"/>
                      <a:pt x="64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" name="Freeform 124">
                <a:extLst>
                  <a:ext uri="{FF2B5EF4-FFF2-40B4-BE49-F238E27FC236}">
                    <a16:creationId xmlns:a16="http://schemas.microsoft.com/office/drawing/2014/main" id="{3F125D48-4D56-4388-B1BD-11A4A5982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201"/>
                <a:ext cx="27" cy="31"/>
              </a:xfrm>
              <a:custGeom>
                <a:avLst/>
                <a:gdLst>
                  <a:gd name="T0" fmla="*/ 4 w 41"/>
                  <a:gd name="T1" fmla="*/ 2 h 49"/>
                  <a:gd name="T2" fmla="*/ 11 w 41"/>
                  <a:gd name="T3" fmla="*/ 8 h 49"/>
                  <a:gd name="T4" fmla="*/ 5 w 41"/>
                  <a:gd name="T5" fmla="*/ 1 h 49"/>
                  <a:gd name="T6" fmla="*/ 2 w 41"/>
                  <a:gd name="T7" fmla="*/ 13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49">
                    <a:moveTo>
                      <a:pt x="13" y="8"/>
                    </a:moveTo>
                    <a:cubicBezTo>
                      <a:pt x="17" y="21"/>
                      <a:pt x="24" y="35"/>
                      <a:pt x="40" y="32"/>
                    </a:cubicBezTo>
                    <a:cubicBezTo>
                      <a:pt x="41" y="21"/>
                      <a:pt x="31" y="0"/>
                      <a:pt x="17" y="3"/>
                    </a:cubicBezTo>
                    <a:cubicBezTo>
                      <a:pt x="0" y="8"/>
                      <a:pt x="2" y="40"/>
                      <a:pt x="8" y="49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" name="Freeform 125">
                <a:extLst>
                  <a:ext uri="{FF2B5EF4-FFF2-40B4-BE49-F238E27FC236}">
                    <a16:creationId xmlns:a16="http://schemas.microsoft.com/office/drawing/2014/main" id="{21A5EB0A-A059-49A9-A5C0-6D3C98AB8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274"/>
                <a:ext cx="24" cy="32"/>
              </a:xfrm>
              <a:custGeom>
                <a:avLst/>
                <a:gdLst>
                  <a:gd name="T0" fmla="*/ 4 w 38"/>
                  <a:gd name="T1" fmla="*/ 1 h 51"/>
                  <a:gd name="T2" fmla="*/ 9 w 38"/>
                  <a:gd name="T3" fmla="*/ 8 h 51"/>
                  <a:gd name="T4" fmla="*/ 3 w 38"/>
                  <a:gd name="T5" fmla="*/ 2 h 51"/>
                  <a:gd name="T6" fmla="*/ 3 w 38"/>
                  <a:gd name="T7" fmla="*/ 1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51">
                    <a:moveTo>
                      <a:pt x="15" y="5"/>
                    </a:moveTo>
                    <a:cubicBezTo>
                      <a:pt x="11" y="17"/>
                      <a:pt x="20" y="41"/>
                      <a:pt x="36" y="32"/>
                    </a:cubicBezTo>
                    <a:cubicBezTo>
                      <a:pt x="38" y="19"/>
                      <a:pt x="28" y="0"/>
                      <a:pt x="13" y="8"/>
                    </a:cubicBezTo>
                    <a:cubicBezTo>
                      <a:pt x="0" y="15"/>
                      <a:pt x="4" y="43"/>
                      <a:pt x="10" y="51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" name="Freeform 126">
                <a:extLst>
                  <a:ext uri="{FF2B5EF4-FFF2-40B4-BE49-F238E27FC236}">
                    <a16:creationId xmlns:a16="http://schemas.microsoft.com/office/drawing/2014/main" id="{A8E4D3AA-318A-4DBE-B6EE-745447322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3350"/>
                <a:ext cx="28" cy="39"/>
              </a:xfrm>
              <a:custGeom>
                <a:avLst/>
                <a:gdLst>
                  <a:gd name="T0" fmla="*/ 2 w 45"/>
                  <a:gd name="T1" fmla="*/ 6 h 62"/>
                  <a:gd name="T2" fmla="*/ 7 w 45"/>
                  <a:gd name="T3" fmla="*/ 8 h 62"/>
                  <a:gd name="T4" fmla="*/ 0 w 45"/>
                  <a:gd name="T5" fmla="*/ 14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62">
                    <a:moveTo>
                      <a:pt x="9" y="23"/>
                    </a:moveTo>
                    <a:cubicBezTo>
                      <a:pt x="5" y="55"/>
                      <a:pt x="45" y="62"/>
                      <a:pt x="32" y="34"/>
                    </a:cubicBezTo>
                    <a:cubicBezTo>
                      <a:pt x="17" y="0"/>
                      <a:pt x="0" y="38"/>
                      <a:pt x="0" y="56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" name="Freeform 127">
                <a:extLst>
                  <a:ext uri="{FF2B5EF4-FFF2-40B4-BE49-F238E27FC236}">
                    <a16:creationId xmlns:a16="http://schemas.microsoft.com/office/drawing/2014/main" id="{E4F45463-A78B-4CB1-AA54-C04DA21EA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425"/>
                <a:ext cx="15" cy="25"/>
              </a:xfrm>
              <a:custGeom>
                <a:avLst/>
                <a:gdLst>
                  <a:gd name="T0" fmla="*/ 4 w 23"/>
                  <a:gd name="T1" fmla="*/ 3 h 39"/>
                  <a:gd name="T2" fmla="*/ 6 w 23"/>
                  <a:gd name="T3" fmla="*/ 8 h 39"/>
                  <a:gd name="T4" fmla="*/ 4 w 23"/>
                  <a:gd name="T5" fmla="*/ 1 h 39"/>
                  <a:gd name="T6" fmla="*/ 0 w 23"/>
                  <a:gd name="T7" fmla="*/ 1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9">
                    <a:moveTo>
                      <a:pt x="14" y="9"/>
                    </a:moveTo>
                    <a:cubicBezTo>
                      <a:pt x="12" y="18"/>
                      <a:pt x="9" y="33"/>
                      <a:pt x="22" y="31"/>
                    </a:cubicBezTo>
                    <a:cubicBezTo>
                      <a:pt x="23" y="25"/>
                      <a:pt x="23" y="4"/>
                      <a:pt x="14" y="2"/>
                    </a:cubicBezTo>
                    <a:cubicBezTo>
                      <a:pt x="1" y="0"/>
                      <a:pt x="0" y="30"/>
                      <a:pt x="0" y="39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" name="Freeform 128">
                <a:extLst>
                  <a:ext uri="{FF2B5EF4-FFF2-40B4-BE49-F238E27FC236}">
                    <a16:creationId xmlns:a16="http://schemas.microsoft.com/office/drawing/2014/main" id="{C747F8A6-F1DB-499D-A197-00F369433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3518"/>
                <a:ext cx="24" cy="14"/>
              </a:xfrm>
              <a:custGeom>
                <a:avLst/>
                <a:gdLst>
                  <a:gd name="T0" fmla="*/ 9 w 38"/>
                  <a:gd name="T1" fmla="*/ 1 h 22"/>
                  <a:gd name="T2" fmla="*/ 4 w 38"/>
                  <a:gd name="T3" fmla="*/ 5 h 22"/>
                  <a:gd name="T4" fmla="*/ 0 w 3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2">
                    <a:moveTo>
                      <a:pt x="38" y="5"/>
                    </a:moveTo>
                    <a:cubicBezTo>
                      <a:pt x="29" y="10"/>
                      <a:pt x="26" y="22"/>
                      <a:pt x="14" y="19"/>
                    </a:cubicBezTo>
                    <a:cubicBezTo>
                      <a:pt x="10" y="18"/>
                      <a:pt x="2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" name="Freeform 129">
                <a:extLst>
                  <a:ext uri="{FF2B5EF4-FFF2-40B4-BE49-F238E27FC236}">
                    <a16:creationId xmlns:a16="http://schemas.microsoft.com/office/drawing/2014/main" id="{DB226ACF-FB22-40FD-A0DA-7DBE3E5B3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066"/>
                <a:ext cx="15" cy="32"/>
              </a:xfrm>
              <a:custGeom>
                <a:avLst/>
                <a:gdLst>
                  <a:gd name="T0" fmla="*/ 6 w 24"/>
                  <a:gd name="T1" fmla="*/ 0 h 51"/>
                  <a:gd name="T2" fmla="*/ 0 w 24"/>
                  <a:gd name="T3" fmla="*/ 13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1">
                    <a:moveTo>
                      <a:pt x="24" y="0"/>
                    </a:moveTo>
                    <a:cubicBezTo>
                      <a:pt x="19" y="18"/>
                      <a:pt x="21" y="43"/>
                      <a:pt x="0" y="51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" name="Freeform 130">
                <a:extLst>
                  <a:ext uri="{FF2B5EF4-FFF2-40B4-BE49-F238E27FC236}">
                    <a16:creationId xmlns:a16="http://schemas.microsoft.com/office/drawing/2014/main" id="{CEDBB1B4-3038-4632-983E-DE6895630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3040"/>
                <a:ext cx="38" cy="14"/>
              </a:xfrm>
              <a:custGeom>
                <a:avLst/>
                <a:gdLst>
                  <a:gd name="T0" fmla="*/ 15 w 60"/>
                  <a:gd name="T1" fmla="*/ 6 h 22"/>
                  <a:gd name="T2" fmla="*/ 7 w 60"/>
                  <a:gd name="T3" fmla="*/ 0 h 22"/>
                  <a:gd name="T4" fmla="*/ 0 w 60"/>
                  <a:gd name="T5" fmla="*/ 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22">
                    <a:moveTo>
                      <a:pt x="60" y="22"/>
                    </a:moveTo>
                    <a:cubicBezTo>
                      <a:pt x="60" y="9"/>
                      <a:pt x="40" y="0"/>
                      <a:pt x="28" y="0"/>
                    </a:cubicBezTo>
                    <a:cubicBezTo>
                      <a:pt x="16" y="0"/>
                      <a:pt x="6" y="13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" name="Freeform 131">
                <a:extLst>
                  <a:ext uri="{FF2B5EF4-FFF2-40B4-BE49-F238E27FC236}">
                    <a16:creationId xmlns:a16="http://schemas.microsoft.com/office/drawing/2014/main" id="{2F957595-A03A-42AA-A6CD-7ABA33626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3001"/>
                <a:ext cx="12" cy="15"/>
              </a:xfrm>
              <a:custGeom>
                <a:avLst/>
                <a:gdLst>
                  <a:gd name="T0" fmla="*/ 5 w 19"/>
                  <a:gd name="T1" fmla="*/ 0 h 23"/>
                  <a:gd name="T2" fmla="*/ 0 w 19"/>
                  <a:gd name="T3" fmla="*/ 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3">
                    <a:moveTo>
                      <a:pt x="19" y="0"/>
                    </a:moveTo>
                    <a:cubicBezTo>
                      <a:pt x="17" y="11"/>
                      <a:pt x="5" y="15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" name="Freeform 132">
                <a:extLst>
                  <a:ext uri="{FF2B5EF4-FFF2-40B4-BE49-F238E27FC236}">
                    <a16:creationId xmlns:a16="http://schemas.microsoft.com/office/drawing/2014/main" id="{F17A0EA3-7D21-466E-BD6C-D4EDEFF2E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964"/>
                <a:ext cx="43" cy="19"/>
              </a:xfrm>
              <a:custGeom>
                <a:avLst/>
                <a:gdLst>
                  <a:gd name="T0" fmla="*/ 1 w 68"/>
                  <a:gd name="T1" fmla="*/ 8 h 29"/>
                  <a:gd name="T2" fmla="*/ 9 w 68"/>
                  <a:gd name="T3" fmla="*/ 1 h 29"/>
                  <a:gd name="T4" fmla="*/ 17 w 68"/>
                  <a:gd name="T5" fmla="*/ 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9">
                    <a:moveTo>
                      <a:pt x="1" y="29"/>
                    </a:moveTo>
                    <a:cubicBezTo>
                      <a:pt x="0" y="13"/>
                      <a:pt x="23" y="7"/>
                      <a:pt x="35" y="4"/>
                    </a:cubicBezTo>
                    <a:cubicBezTo>
                      <a:pt x="50" y="0"/>
                      <a:pt x="64" y="8"/>
                      <a:pt x="68" y="2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" name="Freeform 133">
                <a:extLst>
                  <a:ext uri="{FF2B5EF4-FFF2-40B4-BE49-F238E27FC236}">
                    <a16:creationId xmlns:a16="http://schemas.microsoft.com/office/drawing/2014/main" id="{45EAA29A-52D9-4045-A99B-E1B722968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928"/>
                <a:ext cx="8" cy="24"/>
              </a:xfrm>
              <a:custGeom>
                <a:avLst/>
                <a:gdLst>
                  <a:gd name="T0" fmla="*/ 3 w 13"/>
                  <a:gd name="T1" fmla="*/ 0 h 39"/>
                  <a:gd name="T2" fmla="*/ 0 w 13"/>
                  <a:gd name="T3" fmla="*/ 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9">
                    <a:moveTo>
                      <a:pt x="13" y="0"/>
                    </a:moveTo>
                    <a:cubicBezTo>
                      <a:pt x="6" y="10"/>
                      <a:pt x="0" y="27"/>
                      <a:pt x="0" y="3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" name="Freeform 134">
                <a:extLst>
                  <a:ext uri="{FF2B5EF4-FFF2-40B4-BE49-F238E27FC236}">
                    <a16:creationId xmlns:a16="http://schemas.microsoft.com/office/drawing/2014/main" id="{9C39A816-7D4B-47B7-96AA-BEBD7AE7A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903"/>
                <a:ext cx="26" cy="9"/>
              </a:xfrm>
              <a:custGeom>
                <a:avLst/>
                <a:gdLst>
                  <a:gd name="T0" fmla="*/ 0 w 42"/>
                  <a:gd name="T1" fmla="*/ 3 h 14"/>
                  <a:gd name="T2" fmla="*/ 10 w 42"/>
                  <a:gd name="T3" fmla="*/ 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4">
                    <a:moveTo>
                      <a:pt x="0" y="13"/>
                    </a:moveTo>
                    <a:cubicBezTo>
                      <a:pt x="4" y="0"/>
                      <a:pt x="36" y="8"/>
                      <a:pt x="42" y="1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" name="Freeform 135">
                <a:extLst>
                  <a:ext uri="{FF2B5EF4-FFF2-40B4-BE49-F238E27FC236}">
                    <a16:creationId xmlns:a16="http://schemas.microsoft.com/office/drawing/2014/main" id="{0F1D81C2-157D-4561-9F91-5C0BD6043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846"/>
                <a:ext cx="11" cy="32"/>
              </a:xfrm>
              <a:custGeom>
                <a:avLst/>
                <a:gdLst>
                  <a:gd name="T0" fmla="*/ 4 w 17"/>
                  <a:gd name="T1" fmla="*/ 0 h 50"/>
                  <a:gd name="T2" fmla="*/ 0 w 17"/>
                  <a:gd name="T3" fmla="*/ 1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0">
                    <a:moveTo>
                      <a:pt x="16" y="0"/>
                    </a:moveTo>
                    <a:cubicBezTo>
                      <a:pt x="17" y="20"/>
                      <a:pt x="7" y="32"/>
                      <a:pt x="0" y="5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" name="Freeform 136">
                <a:extLst>
                  <a:ext uri="{FF2B5EF4-FFF2-40B4-BE49-F238E27FC236}">
                    <a16:creationId xmlns:a16="http://schemas.microsoft.com/office/drawing/2014/main" id="{F04AA243-E921-478D-B154-EC98797F0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814"/>
                <a:ext cx="30" cy="11"/>
              </a:xfrm>
              <a:custGeom>
                <a:avLst/>
                <a:gdLst>
                  <a:gd name="T0" fmla="*/ 12 w 47"/>
                  <a:gd name="T1" fmla="*/ 5 h 17"/>
                  <a:gd name="T2" fmla="*/ 1 w 47"/>
                  <a:gd name="T3" fmla="*/ 3 h 17"/>
                  <a:gd name="T4" fmla="*/ 0 w 47"/>
                  <a:gd name="T5" fmla="*/ 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7">
                    <a:moveTo>
                      <a:pt x="47" y="17"/>
                    </a:moveTo>
                    <a:cubicBezTo>
                      <a:pt x="38" y="13"/>
                      <a:pt x="8" y="0"/>
                      <a:pt x="4" y="13"/>
                    </a:cubicBezTo>
                    <a:cubicBezTo>
                      <a:pt x="1" y="14"/>
                      <a:pt x="2" y="15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" name="Freeform 137">
                <a:extLst>
                  <a:ext uri="{FF2B5EF4-FFF2-40B4-BE49-F238E27FC236}">
                    <a16:creationId xmlns:a16="http://schemas.microsoft.com/office/drawing/2014/main" id="{F0BFDA43-C30A-4B9E-B957-A78A0BC98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843"/>
                <a:ext cx="42" cy="46"/>
              </a:xfrm>
              <a:custGeom>
                <a:avLst/>
                <a:gdLst>
                  <a:gd name="T0" fmla="*/ 7 w 65"/>
                  <a:gd name="T1" fmla="*/ 18 h 73"/>
                  <a:gd name="T2" fmla="*/ 17 w 65"/>
                  <a:gd name="T3" fmla="*/ 8 h 73"/>
                  <a:gd name="T4" fmla="*/ 12 w 65"/>
                  <a:gd name="T5" fmla="*/ 1 h 73"/>
                  <a:gd name="T6" fmla="*/ 0 w 65"/>
                  <a:gd name="T7" fmla="*/ 3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3">
                    <a:moveTo>
                      <a:pt x="27" y="73"/>
                    </a:moveTo>
                    <a:cubicBezTo>
                      <a:pt x="36" y="59"/>
                      <a:pt x="62" y="51"/>
                      <a:pt x="64" y="33"/>
                    </a:cubicBezTo>
                    <a:cubicBezTo>
                      <a:pt x="65" y="22"/>
                      <a:pt x="56" y="8"/>
                      <a:pt x="45" y="5"/>
                    </a:cubicBezTo>
                    <a:cubicBezTo>
                      <a:pt x="28" y="0"/>
                      <a:pt x="16" y="14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" name="Freeform 138">
                <a:extLst>
                  <a:ext uri="{FF2B5EF4-FFF2-40B4-BE49-F238E27FC236}">
                    <a16:creationId xmlns:a16="http://schemas.microsoft.com/office/drawing/2014/main" id="{CF516698-EE25-4E4A-B775-6C67D450D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41"/>
                <a:ext cx="26" cy="43"/>
              </a:xfrm>
              <a:custGeom>
                <a:avLst/>
                <a:gdLst>
                  <a:gd name="T0" fmla="*/ 2 w 41"/>
                  <a:gd name="T1" fmla="*/ 18 h 67"/>
                  <a:gd name="T2" fmla="*/ 10 w 41"/>
                  <a:gd name="T3" fmla="*/ 10 h 67"/>
                  <a:gd name="T4" fmla="*/ 7 w 41"/>
                  <a:gd name="T5" fmla="*/ 5 h 67"/>
                  <a:gd name="T6" fmla="*/ 0 w 41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67">
                    <a:moveTo>
                      <a:pt x="7" y="67"/>
                    </a:moveTo>
                    <a:cubicBezTo>
                      <a:pt x="21" y="54"/>
                      <a:pt x="41" y="62"/>
                      <a:pt x="41" y="39"/>
                    </a:cubicBezTo>
                    <a:cubicBezTo>
                      <a:pt x="41" y="28"/>
                      <a:pt x="38" y="25"/>
                      <a:pt x="28" y="20"/>
                    </a:cubicBezTo>
                    <a:cubicBezTo>
                      <a:pt x="17" y="15"/>
                      <a:pt x="7" y="1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" name="Freeform 139">
                <a:extLst>
                  <a:ext uri="{FF2B5EF4-FFF2-40B4-BE49-F238E27FC236}">
                    <a16:creationId xmlns:a16="http://schemas.microsoft.com/office/drawing/2014/main" id="{93B0D0AB-AEB1-425A-A085-4CB2092EC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721"/>
                <a:ext cx="29" cy="8"/>
              </a:xfrm>
              <a:custGeom>
                <a:avLst/>
                <a:gdLst>
                  <a:gd name="T0" fmla="*/ 12 w 45"/>
                  <a:gd name="T1" fmla="*/ 3 h 13"/>
                  <a:gd name="T2" fmla="*/ 7 w 45"/>
                  <a:gd name="T3" fmla="*/ 1 h 13"/>
                  <a:gd name="T4" fmla="*/ 0 w 45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3">
                    <a:moveTo>
                      <a:pt x="45" y="13"/>
                    </a:moveTo>
                    <a:cubicBezTo>
                      <a:pt x="44" y="7"/>
                      <a:pt x="31" y="4"/>
                      <a:pt x="26" y="2"/>
                    </a:cubicBezTo>
                    <a:cubicBezTo>
                      <a:pt x="16" y="0"/>
                      <a:pt x="7" y="0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" name="Freeform 140">
                <a:extLst>
                  <a:ext uri="{FF2B5EF4-FFF2-40B4-BE49-F238E27FC236}">
                    <a16:creationId xmlns:a16="http://schemas.microsoft.com/office/drawing/2014/main" id="{6D1891B2-0B98-4A19-9C2F-316548B99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634"/>
                <a:ext cx="37" cy="15"/>
              </a:xfrm>
              <a:custGeom>
                <a:avLst/>
                <a:gdLst>
                  <a:gd name="T0" fmla="*/ 0 w 59"/>
                  <a:gd name="T1" fmla="*/ 7 h 23"/>
                  <a:gd name="T2" fmla="*/ 8 w 59"/>
                  <a:gd name="T3" fmla="*/ 3 h 23"/>
                  <a:gd name="T4" fmla="*/ 11 w 59"/>
                  <a:gd name="T5" fmla="*/ 1 h 23"/>
                  <a:gd name="T6" fmla="*/ 14 w 59"/>
                  <a:gd name="T7" fmla="*/ 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23">
                    <a:moveTo>
                      <a:pt x="0" y="23"/>
                    </a:moveTo>
                    <a:cubicBezTo>
                      <a:pt x="8" y="17"/>
                      <a:pt x="21" y="13"/>
                      <a:pt x="31" y="10"/>
                    </a:cubicBezTo>
                    <a:cubicBezTo>
                      <a:pt x="36" y="8"/>
                      <a:pt x="40" y="6"/>
                      <a:pt x="45" y="3"/>
                    </a:cubicBezTo>
                    <a:cubicBezTo>
                      <a:pt x="51" y="0"/>
                      <a:pt x="53" y="2"/>
                      <a:pt x="59" y="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" name="Freeform 141">
                <a:extLst>
                  <a:ext uri="{FF2B5EF4-FFF2-40B4-BE49-F238E27FC236}">
                    <a16:creationId xmlns:a16="http://schemas.microsoft.com/office/drawing/2014/main" id="{BFE6F710-BE3F-48E8-AFD6-1B91D218C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664"/>
                <a:ext cx="25" cy="15"/>
              </a:xfrm>
              <a:custGeom>
                <a:avLst/>
                <a:gdLst>
                  <a:gd name="T0" fmla="*/ 9 w 40"/>
                  <a:gd name="T1" fmla="*/ 0 h 24"/>
                  <a:gd name="T2" fmla="*/ 0 w 40"/>
                  <a:gd name="T3" fmla="*/ 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4">
                    <a:moveTo>
                      <a:pt x="38" y="0"/>
                    </a:moveTo>
                    <a:cubicBezTo>
                      <a:pt x="40" y="16"/>
                      <a:pt x="10" y="18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" name="Freeform 142">
                <a:extLst>
                  <a:ext uri="{FF2B5EF4-FFF2-40B4-BE49-F238E27FC236}">
                    <a16:creationId xmlns:a16="http://schemas.microsoft.com/office/drawing/2014/main" id="{43A90F19-D5AB-42C8-9810-423EDB6A4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701"/>
                <a:ext cx="21" cy="11"/>
              </a:xfrm>
              <a:custGeom>
                <a:avLst/>
                <a:gdLst>
                  <a:gd name="T0" fmla="*/ 8 w 33"/>
                  <a:gd name="T1" fmla="*/ 4 h 18"/>
                  <a:gd name="T2" fmla="*/ 0 w 3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8">
                    <a:moveTo>
                      <a:pt x="33" y="18"/>
                    </a:moveTo>
                    <a:cubicBezTo>
                      <a:pt x="22" y="18"/>
                      <a:pt x="10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" name="Freeform 143">
                <a:extLst>
                  <a:ext uri="{FF2B5EF4-FFF2-40B4-BE49-F238E27FC236}">
                    <a16:creationId xmlns:a16="http://schemas.microsoft.com/office/drawing/2014/main" id="{73836AB6-1E74-4A3D-B509-499EA429E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656"/>
                <a:ext cx="27" cy="30"/>
              </a:xfrm>
              <a:custGeom>
                <a:avLst/>
                <a:gdLst>
                  <a:gd name="T0" fmla="*/ 3 w 43"/>
                  <a:gd name="T1" fmla="*/ 0 h 46"/>
                  <a:gd name="T2" fmla="*/ 9 w 43"/>
                  <a:gd name="T3" fmla="*/ 9 h 46"/>
                  <a:gd name="T4" fmla="*/ 6 w 43"/>
                  <a:gd name="T5" fmla="*/ 12 h 46"/>
                  <a:gd name="T6" fmla="*/ 0 w 43"/>
                  <a:gd name="T7" fmla="*/ 1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6">
                    <a:moveTo>
                      <a:pt x="10" y="0"/>
                    </a:moveTo>
                    <a:cubicBezTo>
                      <a:pt x="31" y="3"/>
                      <a:pt x="43" y="11"/>
                      <a:pt x="37" y="32"/>
                    </a:cubicBezTo>
                    <a:cubicBezTo>
                      <a:pt x="33" y="42"/>
                      <a:pt x="33" y="42"/>
                      <a:pt x="23" y="43"/>
                    </a:cubicBezTo>
                    <a:cubicBezTo>
                      <a:pt x="16" y="43"/>
                      <a:pt x="7" y="46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5" name="Freeform 144">
                <a:extLst>
                  <a:ext uri="{FF2B5EF4-FFF2-40B4-BE49-F238E27FC236}">
                    <a16:creationId xmlns:a16="http://schemas.microsoft.com/office/drawing/2014/main" id="{F563F37F-B56F-453B-8728-54F7CA98A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558"/>
                <a:ext cx="29" cy="31"/>
              </a:xfrm>
              <a:custGeom>
                <a:avLst/>
                <a:gdLst>
                  <a:gd name="T0" fmla="*/ 5 w 45"/>
                  <a:gd name="T1" fmla="*/ 0 h 48"/>
                  <a:gd name="T2" fmla="*/ 10 w 45"/>
                  <a:gd name="T3" fmla="*/ 8 h 48"/>
                  <a:gd name="T4" fmla="*/ 0 w 45"/>
                  <a:gd name="T5" fmla="*/ 1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8">
                    <a:moveTo>
                      <a:pt x="19" y="0"/>
                    </a:moveTo>
                    <a:cubicBezTo>
                      <a:pt x="33" y="9"/>
                      <a:pt x="45" y="12"/>
                      <a:pt x="39" y="30"/>
                    </a:cubicBezTo>
                    <a:cubicBezTo>
                      <a:pt x="33" y="48"/>
                      <a:pt x="16" y="45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6" name="Freeform 145">
                <a:extLst>
                  <a:ext uri="{FF2B5EF4-FFF2-40B4-BE49-F238E27FC236}">
                    <a16:creationId xmlns:a16="http://schemas.microsoft.com/office/drawing/2014/main" id="{73F0896B-27A0-41F8-81A0-677A9C362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591"/>
                <a:ext cx="23" cy="11"/>
              </a:xfrm>
              <a:custGeom>
                <a:avLst/>
                <a:gdLst>
                  <a:gd name="T0" fmla="*/ 9 w 37"/>
                  <a:gd name="T1" fmla="*/ 0 h 17"/>
                  <a:gd name="T2" fmla="*/ 0 w 37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37" y="0"/>
                    </a:moveTo>
                    <a:cubicBezTo>
                      <a:pt x="33" y="15"/>
                      <a:pt x="12" y="14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7" name="Freeform 146">
                <a:extLst>
                  <a:ext uri="{FF2B5EF4-FFF2-40B4-BE49-F238E27FC236}">
                    <a16:creationId xmlns:a16="http://schemas.microsoft.com/office/drawing/2014/main" id="{DFFED9C9-6836-438C-834B-33D6C04B2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565"/>
                <a:ext cx="29" cy="11"/>
              </a:xfrm>
              <a:custGeom>
                <a:avLst/>
                <a:gdLst>
                  <a:gd name="T0" fmla="*/ 12 w 45"/>
                  <a:gd name="T1" fmla="*/ 0 h 17"/>
                  <a:gd name="T2" fmla="*/ 6 w 45"/>
                  <a:gd name="T3" fmla="*/ 1 h 17"/>
                  <a:gd name="T4" fmla="*/ 0 w 45"/>
                  <a:gd name="T5" fmla="*/ 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7">
                    <a:moveTo>
                      <a:pt x="45" y="0"/>
                    </a:moveTo>
                    <a:cubicBezTo>
                      <a:pt x="37" y="0"/>
                      <a:pt x="30" y="0"/>
                      <a:pt x="24" y="2"/>
                    </a:cubicBezTo>
                    <a:cubicBezTo>
                      <a:pt x="15" y="6"/>
                      <a:pt x="9" y="14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8" name="Freeform 147">
                <a:extLst>
                  <a:ext uri="{FF2B5EF4-FFF2-40B4-BE49-F238E27FC236}">
                    <a16:creationId xmlns:a16="http://schemas.microsoft.com/office/drawing/2014/main" id="{3D0B8273-06CE-44AA-8B9E-AF8D7A05E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546"/>
                <a:ext cx="17" cy="19"/>
              </a:xfrm>
              <a:custGeom>
                <a:avLst/>
                <a:gdLst>
                  <a:gd name="T0" fmla="*/ 0 w 26"/>
                  <a:gd name="T1" fmla="*/ 0 h 30"/>
                  <a:gd name="T2" fmla="*/ 7 w 26"/>
                  <a:gd name="T3" fmla="*/ 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0">
                    <a:moveTo>
                      <a:pt x="0" y="0"/>
                    </a:moveTo>
                    <a:cubicBezTo>
                      <a:pt x="2" y="15"/>
                      <a:pt x="20" y="17"/>
                      <a:pt x="26" y="3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9" name="Freeform 148">
                <a:extLst>
                  <a:ext uri="{FF2B5EF4-FFF2-40B4-BE49-F238E27FC236}">
                    <a16:creationId xmlns:a16="http://schemas.microsoft.com/office/drawing/2014/main" id="{7017A395-AD7C-4164-B97D-BA3324D7E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505"/>
                <a:ext cx="21" cy="12"/>
              </a:xfrm>
              <a:custGeom>
                <a:avLst/>
                <a:gdLst>
                  <a:gd name="T0" fmla="*/ 8 w 34"/>
                  <a:gd name="T1" fmla="*/ 0 h 19"/>
                  <a:gd name="T2" fmla="*/ 0 w 34"/>
                  <a:gd name="T3" fmla="*/ 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9">
                    <a:moveTo>
                      <a:pt x="34" y="0"/>
                    </a:moveTo>
                    <a:cubicBezTo>
                      <a:pt x="24" y="5"/>
                      <a:pt x="5" y="7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0" name="Freeform 149">
                <a:extLst>
                  <a:ext uri="{FF2B5EF4-FFF2-40B4-BE49-F238E27FC236}">
                    <a16:creationId xmlns:a16="http://schemas.microsoft.com/office/drawing/2014/main" id="{BCD2CC87-6F6E-4D5C-AD73-C393EA537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451"/>
                <a:ext cx="16" cy="12"/>
              </a:xfrm>
              <a:custGeom>
                <a:avLst/>
                <a:gdLst>
                  <a:gd name="T0" fmla="*/ 1 w 26"/>
                  <a:gd name="T1" fmla="*/ 0 h 19"/>
                  <a:gd name="T2" fmla="*/ 6 w 26"/>
                  <a:gd name="T3" fmla="*/ 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9">
                    <a:moveTo>
                      <a:pt x="2" y="0"/>
                    </a:moveTo>
                    <a:cubicBezTo>
                      <a:pt x="0" y="13"/>
                      <a:pt x="18" y="15"/>
                      <a:pt x="26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1" name="Freeform 150">
                <a:extLst>
                  <a:ext uri="{FF2B5EF4-FFF2-40B4-BE49-F238E27FC236}">
                    <a16:creationId xmlns:a16="http://schemas.microsoft.com/office/drawing/2014/main" id="{2029CD85-61D8-41D3-9EAB-7F9D9E59F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404"/>
                <a:ext cx="20" cy="10"/>
              </a:xfrm>
              <a:custGeom>
                <a:avLst/>
                <a:gdLst>
                  <a:gd name="T0" fmla="*/ 8 w 32"/>
                  <a:gd name="T1" fmla="*/ 0 h 17"/>
                  <a:gd name="T2" fmla="*/ 0 w 32"/>
                  <a:gd name="T3" fmla="*/ 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32" y="0"/>
                    </a:moveTo>
                    <a:cubicBezTo>
                      <a:pt x="27" y="8"/>
                      <a:pt x="8" y="8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" name="Freeform 151">
                <a:extLst>
                  <a:ext uri="{FF2B5EF4-FFF2-40B4-BE49-F238E27FC236}">
                    <a16:creationId xmlns:a16="http://schemas.microsoft.com/office/drawing/2014/main" id="{0CD5A0BA-61BA-4A55-A1E3-74F5E75B7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461"/>
                <a:ext cx="21" cy="12"/>
              </a:xfrm>
              <a:custGeom>
                <a:avLst/>
                <a:gdLst>
                  <a:gd name="T0" fmla="*/ 8 w 33"/>
                  <a:gd name="T1" fmla="*/ 0 h 19"/>
                  <a:gd name="T2" fmla="*/ 4 w 33"/>
                  <a:gd name="T3" fmla="*/ 1 h 19"/>
                  <a:gd name="T4" fmla="*/ 0 w 33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">
                    <a:moveTo>
                      <a:pt x="33" y="0"/>
                    </a:moveTo>
                    <a:cubicBezTo>
                      <a:pt x="29" y="4"/>
                      <a:pt x="22" y="2"/>
                      <a:pt x="17" y="4"/>
                    </a:cubicBezTo>
                    <a:cubicBezTo>
                      <a:pt x="10" y="7"/>
                      <a:pt x="5" y="14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" name="Freeform 152">
                <a:extLst>
                  <a:ext uri="{FF2B5EF4-FFF2-40B4-BE49-F238E27FC236}">
                    <a16:creationId xmlns:a16="http://schemas.microsoft.com/office/drawing/2014/main" id="{BDE7C4FC-38A9-4D8F-88DE-2711DD62B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362"/>
                <a:ext cx="17" cy="2"/>
              </a:xfrm>
              <a:custGeom>
                <a:avLst/>
                <a:gdLst>
                  <a:gd name="T0" fmla="*/ 0 w 26"/>
                  <a:gd name="T1" fmla="*/ 1 h 4"/>
                  <a:gd name="T2" fmla="*/ 7 w 2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">
                    <a:moveTo>
                      <a:pt x="0" y="2"/>
                    </a:moveTo>
                    <a:cubicBezTo>
                      <a:pt x="7" y="0"/>
                      <a:pt x="21" y="4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4" name="Freeform 153">
                <a:extLst>
                  <a:ext uri="{FF2B5EF4-FFF2-40B4-BE49-F238E27FC236}">
                    <a16:creationId xmlns:a16="http://schemas.microsoft.com/office/drawing/2014/main" id="{DADEDD61-302F-480B-8812-ADD27569F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363"/>
                <a:ext cx="20" cy="19"/>
              </a:xfrm>
              <a:custGeom>
                <a:avLst/>
                <a:gdLst>
                  <a:gd name="T0" fmla="*/ 8 w 31"/>
                  <a:gd name="T1" fmla="*/ 3 h 30"/>
                  <a:gd name="T2" fmla="*/ 0 w 31"/>
                  <a:gd name="T3" fmla="*/ 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0">
                    <a:moveTo>
                      <a:pt x="31" y="9"/>
                    </a:moveTo>
                    <a:cubicBezTo>
                      <a:pt x="19" y="0"/>
                      <a:pt x="5" y="23"/>
                      <a:pt x="0" y="3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5" name="Freeform 154">
                <a:extLst>
                  <a:ext uri="{FF2B5EF4-FFF2-40B4-BE49-F238E27FC236}">
                    <a16:creationId xmlns:a16="http://schemas.microsoft.com/office/drawing/2014/main" id="{46D6A49B-E516-469F-B01E-54644B74F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317"/>
                <a:ext cx="26" cy="12"/>
              </a:xfrm>
              <a:custGeom>
                <a:avLst/>
                <a:gdLst>
                  <a:gd name="T0" fmla="*/ 10 w 41"/>
                  <a:gd name="T1" fmla="*/ 0 h 19"/>
                  <a:gd name="T2" fmla="*/ 0 w 41"/>
                  <a:gd name="T3" fmla="*/ 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9">
                    <a:moveTo>
                      <a:pt x="41" y="0"/>
                    </a:moveTo>
                    <a:cubicBezTo>
                      <a:pt x="29" y="10"/>
                      <a:pt x="14" y="12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6" name="Freeform 155">
                <a:extLst>
                  <a:ext uri="{FF2B5EF4-FFF2-40B4-BE49-F238E27FC236}">
                    <a16:creationId xmlns:a16="http://schemas.microsoft.com/office/drawing/2014/main" id="{594D31DA-C3D7-43CA-8C66-2B84727AF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281"/>
                <a:ext cx="26" cy="3"/>
              </a:xfrm>
              <a:custGeom>
                <a:avLst/>
                <a:gdLst>
                  <a:gd name="T0" fmla="*/ 0 w 41"/>
                  <a:gd name="T1" fmla="*/ 0 h 6"/>
                  <a:gd name="T2" fmla="*/ 3 w 41"/>
                  <a:gd name="T3" fmla="*/ 1 h 6"/>
                  <a:gd name="T4" fmla="*/ 6 w 41"/>
                  <a:gd name="T5" fmla="*/ 1 h 6"/>
                  <a:gd name="T6" fmla="*/ 10 w 41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6">
                    <a:moveTo>
                      <a:pt x="0" y="0"/>
                    </a:moveTo>
                    <a:cubicBezTo>
                      <a:pt x="4" y="0"/>
                      <a:pt x="8" y="2"/>
                      <a:pt x="12" y="3"/>
                    </a:cubicBezTo>
                    <a:cubicBezTo>
                      <a:pt x="15" y="4"/>
                      <a:pt x="19" y="3"/>
                      <a:pt x="22" y="3"/>
                    </a:cubicBezTo>
                    <a:cubicBezTo>
                      <a:pt x="28" y="4"/>
                      <a:pt x="34" y="6"/>
                      <a:pt x="41" y="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7" name="Freeform 156">
                <a:extLst>
                  <a:ext uri="{FF2B5EF4-FFF2-40B4-BE49-F238E27FC236}">
                    <a16:creationId xmlns:a16="http://schemas.microsoft.com/office/drawing/2014/main" id="{034E510A-03D1-458A-9477-4688BAACB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288"/>
                <a:ext cx="31" cy="3"/>
              </a:xfrm>
              <a:custGeom>
                <a:avLst/>
                <a:gdLst>
                  <a:gd name="T0" fmla="*/ 13 w 49"/>
                  <a:gd name="T1" fmla="*/ 2 h 4"/>
                  <a:gd name="T2" fmla="*/ 12 w 49"/>
                  <a:gd name="T3" fmla="*/ 1 h 4"/>
                  <a:gd name="T4" fmla="*/ 5 w 49"/>
                  <a:gd name="T5" fmla="*/ 2 h 4"/>
                  <a:gd name="T6" fmla="*/ 0 w 49"/>
                  <a:gd name="T7" fmla="*/ 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">
                    <a:moveTo>
                      <a:pt x="49" y="3"/>
                    </a:moveTo>
                    <a:cubicBezTo>
                      <a:pt x="49" y="2"/>
                      <a:pt x="49" y="1"/>
                      <a:pt x="48" y="1"/>
                    </a:cubicBezTo>
                    <a:cubicBezTo>
                      <a:pt x="39" y="2"/>
                      <a:pt x="31" y="4"/>
                      <a:pt x="21" y="3"/>
                    </a:cubicBezTo>
                    <a:cubicBezTo>
                      <a:pt x="14" y="3"/>
                      <a:pt x="6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8" name="Freeform 157">
                <a:extLst>
                  <a:ext uri="{FF2B5EF4-FFF2-40B4-BE49-F238E27FC236}">
                    <a16:creationId xmlns:a16="http://schemas.microsoft.com/office/drawing/2014/main" id="{5E37A0B8-B885-49DF-B6E8-A20D8F55C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204"/>
                <a:ext cx="22" cy="7"/>
              </a:xfrm>
              <a:custGeom>
                <a:avLst/>
                <a:gdLst>
                  <a:gd name="T0" fmla="*/ 9 w 35"/>
                  <a:gd name="T1" fmla="*/ 0 h 12"/>
                  <a:gd name="T2" fmla="*/ 0 w 35"/>
                  <a:gd name="T3" fmla="*/ 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2">
                    <a:moveTo>
                      <a:pt x="35" y="0"/>
                    </a:moveTo>
                    <a:cubicBezTo>
                      <a:pt x="22" y="5"/>
                      <a:pt x="11" y="5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9" name="Freeform 158">
                <a:extLst>
                  <a:ext uri="{FF2B5EF4-FFF2-40B4-BE49-F238E27FC236}">
                    <a16:creationId xmlns:a16="http://schemas.microsoft.com/office/drawing/2014/main" id="{D4392B33-75DE-4D2D-8F17-C63A1B484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232"/>
                <a:ext cx="21" cy="10"/>
              </a:xfrm>
              <a:custGeom>
                <a:avLst/>
                <a:gdLst>
                  <a:gd name="T0" fmla="*/ 8 w 34"/>
                  <a:gd name="T1" fmla="*/ 1 h 16"/>
                  <a:gd name="T2" fmla="*/ 0 w 34"/>
                  <a:gd name="T3" fmla="*/ 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34" y="1"/>
                    </a:moveTo>
                    <a:cubicBezTo>
                      <a:pt x="24" y="0"/>
                      <a:pt x="11" y="14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0" name="Freeform 159">
                <a:extLst>
                  <a:ext uri="{FF2B5EF4-FFF2-40B4-BE49-F238E27FC236}">
                    <a16:creationId xmlns:a16="http://schemas.microsoft.com/office/drawing/2014/main" id="{E814EDD4-09F8-4B27-AC7C-E7910A680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192"/>
                <a:ext cx="8" cy="14"/>
              </a:xfrm>
              <a:custGeom>
                <a:avLst/>
                <a:gdLst>
                  <a:gd name="T0" fmla="*/ 0 w 13"/>
                  <a:gd name="T1" fmla="*/ 0 h 22"/>
                  <a:gd name="T2" fmla="*/ 3 w 13"/>
                  <a:gd name="T3" fmla="*/ 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1" y="7"/>
                      <a:pt x="13" y="22"/>
                      <a:pt x="13" y="2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1" name="Freeform 160">
                <a:extLst>
                  <a:ext uri="{FF2B5EF4-FFF2-40B4-BE49-F238E27FC236}">
                    <a16:creationId xmlns:a16="http://schemas.microsoft.com/office/drawing/2014/main" id="{BC3E11BA-B5C7-4F7E-9A6C-74AA197EB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135"/>
                <a:ext cx="15" cy="16"/>
              </a:xfrm>
              <a:custGeom>
                <a:avLst/>
                <a:gdLst>
                  <a:gd name="T0" fmla="*/ 7 w 23"/>
                  <a:gd name="T1" fmla="*/ 0 h 25"/>
                  <a:gd name="T2" fmla="*/ 0 w 23"/>
                  <a:gd name="T3" fmla="*/ 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5">
                    <a:moveTo>
                      <a:pt x="23" y="0"/>
                    </a:moveTo>
                    <a:cubicBezTo>
                      <a:pt x="11" y="8"/>
                      <a:pt x="0" y="8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2" name="Freeform 161">
                <a:extLst>
                  <a:ext uri="{FF2B5EF4-FFF2-40B4-BE49-F238E27FC236}">
                    <a16:creationId xmlns:a16="http://schemas.microsoft.com/office/drawing/2014/main" id="{F43A18B9-578C-4A49-B5B7-65CF856D3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093"/>
                <a:ext cx="10" cy="10"/>
              </a:xfrm>
              <a:custGeom>
                <a:avLst/>
                <a:gdLst>
                  <a:gd name="T0" fmla="*/ 0 w 17"/>
                  <a:gd name="T1" fmla="*/ 0 h 16"/>
                  <a:gd name="T2" fmla="*/ 4 w 17"/>
                  <a:gd name="T3" fmla="*/ 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4" y="10"/>
                      <a:pt x="10" y="10"/>
                      <a:pt x="17" y="1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3" name="Freeform 162">
                <a:extLst>
                  <a:ext uri="{FF2B5EF4-FFF2-40B4-BE49-F238E27FC236}">
                    <a16:creationId xmlns:a16="http://schemas.microsoft.com/office/drawing/2014/main" id="{DF54A60B-8CFC-4DA4-B70D-1D00604D0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985"/>
                <a:ext cx="20" cy="15"/>
              </a:xfrm>
              <a:custGeom>
                <a:avLst/>
                <a:gdLst>
                  <a:gd name="T0" fmla="*/ 0 w 31"/>
                  <a:gd name="T1" fmla="*/ 0 h 25"/>
                  <a:gd name="T2" fmla="*/ 8 w 31"/>
                  <a:gd name="T3" fmla="*/ 5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5">
                    <a:moveTo>
                      <a:pt x="0" y="0"/>
                    </a:moveTo>
                    <a:cubicBezTo>
                      <a:pt x="3" y="12"/>
                      <a:pt x="22" y="19"/>
                      <a:pt x="31" y="2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4" name="Freeform 163">
                <a:extLst>
                  <a:ext uri="{FF2B5EF4-FFF2-40B4-BE49-F238E27FC236}">
                    <a16:creationId xmlns:a16="http://schemas.microsoft.com/office/drawing/2014/main" id="{62DE9148-6BA8-4CA8-A4DF-401A354E8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039"/>
                <a:ext cx="17" cy="13"/>
              </a:xfrm>
              <a:custGeom>
                <a:avLst/>
                <a:gdLst>
                  <a:gd name="T0" fmla="*/ 7 w 27"/>
                  <a:gd name="T1" fmla="*/ 0 h 21"/>
                  <a:gd name="T2" fmla="*/ 0 w 27"/>
                  <a:gd name="T3" fmla="*/ 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1">
                    <a:moveTo>
                      <a:pt x="27" y="0"/>
                    </a:moveTo>
                    <a:cubicBezTo>
                      <a:pt x="27" y="5"/>
                      <a:pt x="5" y="15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5" name="Freeform 164">
                <a:extLst>
                  <a:ext uri="{FF2B5EF4-FFF2-40B4-BE49-F238E27FC236}">
                    <a16:creationId xmlns:a16="http://schemas.microsoft.com/office/drawing/2014/main" id="{E85B2FE8-C966-4EB4-85C2-55CECB30B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998"/>
                <a:ext cx="41" cy="11"/>
              </a:xfrm>
              <a:custGeom>
                <a:avLst/>
                <a:gdLst>
                  <a:gd name="T0" fmla="*/ 17 w 64"/>
                  <a:gd name="T1" fmla="*/ 1 h 18"/>
                  <a:gd name="T2" fmla="*/ 11 w 64"/>
                  <a:gd name="T3" fmla="*/ 1 h 18"/>
                  <a:gd name="T4" fmla="*/ 7 w 64"/>
                  <a:gd name="T5" fmla="*/ 4 h 18"/>
                  <a:gd name="T6" fmla="*/ 1 w 64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18">
                    <a:moveTo>
                      <a:pt x="64" y="3"/>
                    </a:moveTo>
                    <a:cubicBezTo>
                      <a:pt x="56" y="4"/>
                      <a:pt x="49" y="4"/>
                      <a:pt x="42" y="7"/>
                    </a:cubicBezTo>
                    <a:cubicBezTo>
                      <a:pt x="37" y="9"/>
                      <a:pt x="32" y="15"/>
                      <a:pt x="27" y="17"/>
                    </a:cubicBezTo>
                    <a:cubicBezTo>
                      <a:pt x="19" y="18"/>
                      <a:pt x="0" y="7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6" name="Freeform 165">
                <a:extLst>
                  <a:ext uri="{FF2B5EF4-FFF2-40B4-BE49-F238E27FC236}">
                    <a16:creationId xmlns:a16="http://schemas.microsoft.com/office/drawing/2014/main" id="{A19CD76D-473B-49D5-9F18-BB38EE90C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102"/>
                <a:ext cx="46" cy="29"/>
              </a:xfrm>
              <a:custGeom>
                <a:avLst/>
                <a:gdLst>
                  <a:gd name="T0" fmla="*/ 19 w 72"/>
                  <a:gd name="T1" fmla="*/ 0 h 45"/>
                  <a:gd name="T2" fmla="*/ 6 w 72"/>
                  <a:gd name="T3" fmla="*/ 10 h 45"/>
                  <a:gd name="T4" fmla="*/ 3 w 72"/>
                  <a:gd name="T5" fmla="*/ 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45">
                    <a:moveTo>
                      <a:pt x="72" y="0"/>
                    </a:moveTo>
                    <a:cubicBezTo>
                      <a:pt x="50" y="1"/>
                      <a:pt x="44" y="34"/>
                      <a:pt x="25" y="39"/>
                    </a:cubicBezTo>
                    <a:cubicBezTo>
                      <a:pt x="7" y="45"/>
                      <a:pt x="0" y="22"/>
                      <a:pt x="9" y="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7" name="Freeform 166">
                <a:extLst>
                  <a:ext uri="{FF2B5EF4-FFF2-40B4-BE49-F238E27FC236}">
                    <a16:creationId xmlns:a16="http://schemas.microsoft.com/office/drawing/2014/main" id="{717F8A4E-7B1B-42A9-94AF-30F275637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871"/>
                <a:ext cx="19" cy="12"/>
              </a:xfrm>
              <a:custGeom>
                <a:avLst/>
                <a:gdLst>
                  <a:gd name="T0" fmla="*/ 0 w 30"/>
                  <a:gd name="T1" fmla="*/ 0 h 19"/>
                  <a:gd name="T2" fmla="*/ 8 w 30"/>
                  <a:gd name="T3" fmla="*/ 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9">
                    <a:moveTo>
                      <a:pt x="0" y="0"/>
                    </a:moveTo>
                    <a:cubicBezTo>
                      <a:pt x="4" y="8"/>
                      <a:pt x="20" y="19"/>
                      <a:pt x="30" y="1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8" name="Freeform 167">
                <a:extLst>
                  <a:ext uri="{FF2B5EF4-FFF2-40B4-BE49-F238E27FC236}">
                    <a16:creationId xmlns:a16="http://schemas.microsoft.com/office/drawing/2014/main" id="{7C9A706D-3FA9-406F-98CD-089716354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909"/>
                <a:ext cx="13" cy="14"/>
              </a:xfrm>
              <a:custGeom>
                <a:avLst/>
                <a:gdLst>
                  <a:gd name="T0" fmla="*/ 5 w 20"/>
                  <a:gd name="T1" fmla="*/ 0 h 22"/>
                  <a:gd name="T2" fmla="*/ 0 w 20"/>
                  <a:gd name="T3" fmla="*/ 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2">
                    <a:moveTo>
                      <a:pt x="20" y="0"/>
                    </a:moveTo>
                    <a:cubicBezTo>
                      <a:pt x="12" y="5"/>
                      <a:pt x="2" y="11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9" name="Freeform 168">
                <a:extLst>
                  <a:ext uri="{FF2B5EF4-FFF2-40B4-BE49-F238E27FC236}">
                    <a16:creationId xmlns:a16="http://schemas.microsoft.com/office/drawing/2014/main" id="{2918C291-A0C5-43B4-AF31-C9A966326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880"/>
                <a:ext cx="31" cy="26"/>
              </a:xfrm>
              <a:custGeom>
                <a:avLst/>
                <a:gdLst>
                  <a:gd name="T0" fmla="*/ 13 w 49"/>
                  <a:gd name="T1" fmla="*/ 0 h 42"/>
                  <a:gd name="T2" fmla="*/ 6 w 49"/>
                  <a:gd name="T3" fmla="*/ 9 h 42"/>
                  <a:gd name="T4" fmla="*/ 0 w 49"/>
                  <a:gd name="T5" fmla="*/ 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42">
                    <a:moveTo>
                      <a:pt x="49" y="0"/>
                    </a:moveTo>
                    <a:cubicBezTo>
                      <a:pt x="35" y="9"/>
                      <a:pt x="40" y="31"/>
                      <a:pt x="25" y="37"/>
                    </a:cubicBezTo>
                    <a:cubicBezTo>
                      <a:pt x="14" y="42"/>
                      <a:pt x="0" y="32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0" name="Freeform 169">
                <a:extLst>
                  <a:ext uri="{FF2B5EF4-FFF2-40B4-BE49-F238E27FC236}">
                    <a16:creationId xmlns:a16="http://schemas.microsoft.com/office/drawing/2014/main" id="{95BF5D4A-9801-4871-800B-CC91740EB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778"/>
                <a:ext cx="25" cy="5"/>
              </a:xfrm>
              <a:custGeom>
                <a:avLst/>
                <a:gdLst>
                  <a:gd name="T0" fmla="*/ 0 w 39"/>
                  <a:gd name="T1" fmla="*/ 2 h 8"/>
                  <a:gd name="T2" fmla="*/ 10 w 3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8">
                    <a:moveTo>
                      <a:pt x="0" y="6"/>
                    </a:moveTo>
                    <a:cubicBezTo>
                      <a:pt x="11" y="0"/>
                      <a:pt x="29" y="8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1" name="Freeform 170">
                <a:extLst>
                  <a:ext uri="{FF2B5EF4-FFF2-40B4-BE49-F238E27FC236}">
                    <a16:creationId xmlns:a16="http://schemas.microsoft.com/office/drawing/2014/main" id="{72A35A13-16AE-4AFC-AD67-C311762B7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786"/>
                <a:ext cx="19" cy="28"/>
              </a:xfrm>
              <a:custGeom>
                <a:avLst/>
                <a:gdLst>
                  <a:gd name="T0" fmla="*/ 1 w 31"/>
                  <a:gd name="T1" fmla="*/ 2 h 44"/>
                  <a:gd name="T2" fmla="*/ 6 w 31"/>
                  <a:gd name="T3" fmla="*/ 3 h 44"/>
                  <a:gd name="T4" fmla="*/ 0 w 31"/>
                  <a:gd name="T5" fmla="*/ 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4">
                    <a:moveTo>
                      <a:pt x="1" y="7"/>
                    </a:moveTo>
                    <a:cubicBezTo>
                      <a:pt x="10" y="4"/>
                      <a:pt x="22" y="0"/>
                      <a:pt x="25" y="12"/>
                    </a:cubicBezTo>
                    <a:cubicBezTo>
                      <a:pt x="31" y="27"/>
                      <a:pt x="8" y="44"/>
                      <a:pt x="0" y="26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2" name="Freeform 171">
                <a:extLst>
                  <a:ext uri="{FF2B5EF4-FFF2-40B4-BE49-F238E27FC236}">
                    <a16:creationId xmlns:a16="http://schemas.microsoft.com/office/drawing/2014/main" id="{C689B4C3-12C1-4CD8-88AB-68F69DCF2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775"/>
                <a:ext cx="33" cy="30"/>
              </a:xfrm>
              <a:custGeom>
                <a:avLst/>
                <a:gdLst>
                  <a:gd name="T0" fmla="*/ 13 w 52"/>
                  <a:gd name="T1" fmla="*/ 0 h 47"/>
                  <a:gd name="T2" fmla="*/ 10 w 52"/>
                  <a:gd name="T3" fmla="*/ 3 h 47"/>
                  <a:gd name="T4" fmla="*/ 7 w 52"/>
                  <a:gd name="T5" fmla="*/ 8 h 47"/>
                  <a:gd name="T6" fmla="*/ 1 w 52"/>
                  <a:gd name="T7" fmla="*/ 12 h 47"/>
                  <a:gd name="T8" fmla="*/ 1 w 52"/>
                  <a:gd name="T9" fmla="*/ 1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7">
                    <a:moveTo>
                      <a:pt x="52" y="0"/>
                    </a:moveTo>
                    <a:cubicBezTo>
                      <a:pt x="48" y="5"/>
                      <a:pt x="42" y="8"/>
                      <a:pt x="38" y="13"/>
                    </a:cubicBezTo>
                    <a:cubicBezTo>
                      <a:pt x="34" y="18"/>
                      <a:pt x="31" y="23"/>
                      <a:pt x="27" y="29"/>
                    </a:cubicBezTo>
                    <a:cubicBezTo>
                      <a:pt x="20" y="39"/>
                      <a:pt x="13" y="43"/>
                      <a:pt x="1" y="47"/>
                    </a:cubicBezTo>
                    <a:cubicBezTo>
                      <a:pt x="0" y="46"/>
                      <a:pt x="1" y="46"/>
                      <a:pt x="1" y="4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3" name="Freeform 172">
                <a:extLst>
                  <a:ext uri="{FF2B5EF4-FFF2-40B4-BE49-F238E27FC236}">
                    <a16:creationId xmlns:a16="http://schemas.microsoft.com/office/drawing/2014/main" id="{AC9AD94E-9C7D-4610-88CF-BB3EDEE74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653"/>
                <a:ext cx="37" cy="26"/>
              </a:xfrm>
              <a:custGeom>
                <a:avLst/>
                <a:gdLst>
                  <a:gd name="T0" fmla="*/ 16 w 57"/>
                  <a:gd name="T1" fmla="*/ 0 h 40"/>
                  <a:gd name="T2" fmla="*/ 10 w 57"/>
                  <a:gd name="T3" fmla="*/ 8 h 40"/>
                  <a:gd name="T4" fmla="*/ 1 w 57"/>
                  <a:gd name="T5" fmla="*/ 10 h 40"/>
                  <a:gd name="T6" fmla="*/ 1 w 57"/>
                  <a:gd name="T7" fmla="*/ 1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40">
                    <a:moveTo>
                      <a:pt x="57" y="0"/>
                    </a:moveTo>
                    <a:cubicBezTo>
                      <a:pt x="53" y="9"/>
                      <a:pt x="47" y="23"/>
                      <a:pt x="37" y="27"/>
                    </a:cubicBezTo>
                    <a:cubicBezTo>
                      <a:pt x="25" y="33"/>
                      <a:pt x="12" y="27"/>
                      <a:pt x="1" y="39"/>
                    </a:cubicBezTo>
                    <a:cubicBezTo>
                      <a:pt x="0" y="40"/>
                      <a:pt x="0" y="40"/>
                      <a:pt x="1" y="3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4" name="Freeform 173">
                <a:extLst>
                  <a:ext uri="{FF2B5EF4-FFF2-40B4-BE49-F238E27FC236}">
                    <a16:creationId xmlns:a16="http://schemas.microsoft.com/office/drawing/2014/main" id="{28060E7F-977D-498F-A40D-C57CEF560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644"/>
                <a:ext cx="13" cy="15"/>
              </a:xfrm>
              <a:custGeom>
                <a:avLst/>
                <a:gdLst>
                  <a:gd name="T0" fmla="*/ 5 w 21"/>
                  <a:gd name="T1" fmla="*/ 0 h 24"/>
                  <a:gd name="T2" fmla="*/ 0 w 21"/>
                  <a:gd name="T3" fmla="*/ 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21" y="0"/>
                    </a:moveTo>
                    <a:cubicBezTo>
                      <a:pt x="12" y="4"/>
                      <a:pt x="9" y="19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5" name="Freeform 174">
                <a:extLst>
                  <a:ext uri="{FF2B5EF4-FFF2-40B4-BE49-F238E27FC236}">
                    <a16:creationId xmlns:a16="http://schemas.microsoft.com/office/drawing/2014/main" id="{143E1B44-A578-4FF9-A540-6BC72158A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644"/>
                <a:ext cx="18" cy="21"/>
              </a:xfrm>
              <a:custGeom>
                <a:avLst/>
                <a:gdLst>
                  <a:gd name="T0" fmla="*/ 0 w 29"/>
                  <a:gd name="T1" fmla="*/ 3 h 33"/>
                  <a:gd name="T2" fmla="*/ 7 w 29"/>
                  <a:gd name="T3" fmla="*/ 3 h 33"/>
                  <a:gd name="T4" fmla="*/ 4 w 29"/>
                  <a:gd name="T5" fmla="*/ 8 h 33"/>
                  <a:gd name="T6" fmla="*/ 0 w 29"/>
                  <a:gd name="T7" fmla="*/ 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3">
                    <a:moveTo>
                      <a:pt x="0" y="12"/>
                    </a:moveTo>
                    <a:cubicBezTo>
                      <a:pt x="6" y="10"/>
                      <a:pt x="22" y="0"/>
                      <a:pt x="27" y="12"/>
                    </a:cubicBezTo>
                    <a:cubicBezTo>
                      <a:pt x="29" y="18"/>
                      <a:pt x="22" y="28"/>
                      <a:pt x="17" y="30"/>
                    </a:cubicBezTo>
                    <a:cubicBezTo>
                      <a:pt x="9" y="33"/>
                      <a:pt x="2" y="25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6" name="Freeform 175">
                <a:extLst>
                  <a:ext uri="{FF2B5EF4-FFF2-40B4-BE49-F238E27FC236}">
                    <a16:creationId xmlns:a16="http://schemas.microsoft.com/office/drawing/2014/main" id="{8D7E7167-939F-4D77-B642-E79699C72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709"/>
                <a:ext cx="11" cy="28"/>
              </a:xfrm>
              <a:custGeom>
                <a:avLst/>
                <a:gdLst>
                  <a:gd name="T0" fmla="*/ 1 w 17"/>
                  <a:gd name="T1" fmla="*/ 2 h 44"/>
                  <a:gd name="T2" fmla="*/ 4 w 17"/>
                  <a:gd name="T3" fmla="*/ 4 h 44"/>
                  <a:gd name="T4" fmla="*/ 0 w 17"/>
                  <a:gd name="T5" fmla="*/ 1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4">
                    <a:moveTo>
                      <a:pt x="1" y="6"/>
                    </a:moveTo>
                    <a:cubicBezTo>
                      <a:pt x="7" y="0"/>
                      <a:pt x="14" y="13"/>
                      <a:pt x="14" y="18"/>
                    </a:cubicBezTo>
                    <a:cubicBezTo>
                      <a:pt x="17" y="30"/>
                      <a:pt x="10" y="38"/>
                      <a:pt x="0" y="44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7" name="Freeform 176">
                <a:extLst>
                  <a:ext uri="{FF2B5EF4-FFF2-40B4-BE49-F238E27FC236}">
                    <a16:creationId xmlns:a16="http://schemas.microsoft.com/office/drawing/2014/main" id="{1BC56798-5B95-4F85-991E-696C693BA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724"/>
                <a:ext cx="14" cy="21"/>
              </a:xfrm>
              <a:custGeom>
                <a:avLst/>
                <a:gdLst>
                  <a:gd name="T0" fmla="*/ 6 w 22"/>
                  <a:gd name="T1" fmla="*/ 0 h 33"/>
                  <a:gd name="T2" fmla="*/ 0 w 22"/>
                  <a:gd name="T3" fmla="*/ 8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3">
                    <a:moveTo>
                      <a:pt x="22" y="0"/>
                    </a:moveTo>
                    <a:cubicBezTo>
                      <a:pt x="18" y="13"/>
                      <a:pt x="3" y="21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8" name="Freeform 177">
                <a:extLst>
                  <a:ext uri="{FF2B5EF4-FFF2-40B4-BE49-F238E27FC236}">
                    <a16:creationId xmlns:a16="http://schemas.microsoft.com/office/drawing/2014/main" id="{AC2F7B49-8B29-4A98-A020-7F1FB188E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11"/>
                <a:ext cx="24" cy="26"/>
              </a:xfrm>
              <a:custGeom>
                <a:avLst/>
                <a:gdLst>
                  <a:gd name="T0" fmla="*/ 1 w 37"/>
                  <a:gd name="T1" fmla="*/ 1 h 41"/>
                  <a:gd name="T2" fmla="*/ 4 w 37"/>
                  <a:gd name="T3" fmla="*/ 1 h 41"/>
                  <a:gd name="T4" fmla="*/ 8 w 37"/>
                  <a:gd name="T5" fmla="*/ 0 h 41"/>
                  <a:gd name="T6" fmla="*/ 10 w 37"/>
                  <a:gd name="T7" fmla="*/ 3 h 41"/>
                  <a:gd name="T8" fmla="*/ 7 w 37"/>
                  <a:gd name="T9" fmla="*/ 7 h 41"/>
                  <a:gd name="T10" fmla="*/ 3 w 37"/>
                  <a:gd name="T11" fmla="*/ 10 h 41"/>
                  <a:gd name="T12" fmla="*/ 0 w 37"/>
                  <a:gd name="T13" fmla="*/ 1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41">
                    <a:moveTo>
                      <a:pt x="1" y="3"/>
                    </a:moveTo>
                    <a:cubicBezTo>
                      <a:pt x="6" y="1"/>
                      <a:pt x="10" y="3"/>
                      <a:pt x="14" y="3"/>
                    </a:cubicBezTo>
                    <a:cubicBezTo>
                      <a:pt x="19" y="3"/>
                      <a:pt x="23" y="0"/>
                      <a:pt x="27" y="0"/>
                    </a:cubicBezTo>
                    <a:cubicBezTo>
                      <a:pt x="35" y="1"/>
                      <a:pt x="37" y="3"/>
                      <a:pt x="37" y="11"/>
                    </a:cubicBezTo>
                    <a:cubicBezTo>
                      <a:pt x="37" y="20"/>
                      <a:pt x="33" y="22"/>
                      <a:pt x="26" y="28"/>
                    </a:cubicBezTo>
                    <a:cubicBezTo>
                      <a:pt x="22" y="31"/>
                      <a:pt x="17" y="35"/>
                      <a:pt x="13" y="36"/>
                    </a:cubicBezTo>
                    <a:cubicBezTo>
                      <a:pt x="9" y="38"/>
                      <a:pt x="2" y="38"/>
                      <a:pt x="0" y="41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9" name="Freeform 178">
                <a:extLst>
                  <a:ext uri="{FF2B5EF4-FFF2-40B4-BE49-F238E27FC236}">
                    <a16:creationId xmlns:a16="http://schemas.microsoft.com/office/drawing/2014/main" id="{3C4BFD26-C045-478A-A627-17C47F1C8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565"/>
                <a:ext cx="19" cy="34"/>
              </a:xfrm>
              <a:custGeom>
                <a:avLst/>
                <a:gdLst>
                  <a:gd name="T0" fmla="*/ 0 w 30"/>
                  <a:gd name="T1" fmla="*/ 5 h 53"/>
                  <a:gd name="T2" fmla="*/ 4 w 30"/>
                  <a:gd name="T3" fmla="*/ 1 h 53"/>
                  <a:gd name="T4" fmla="*/ 7 w 30"/>
                  <a:gd name="T5" fmla="*/ 4 h 53"/>
                  <a:gd name="T6" fmla="*/ 6 w 30"/>
                  <a:gd name="T7" fmla="*/ 8 h 53"/>
                  <a:gd name="T8" fmla="*/ 0 w 30"/>
                  <a:gd name="T9" fmla="*/ 14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3">
                    <a:moveTo>
                      <a:pt x="0" y="18"/>
                    </a:moveTo>
                    <a:cubicBezTo>
                      <a:pt x="6" y="15"/>
                      <a:pt x="8" y="4"/>
                      <a:pt x="14" y="2"/>
                    </a:cubicBezTo>
                    <a:cubicBezTo>
                      <a:pt x="23" y="0"/>
                      <a:pt x="26" y="10"/>
                      <a:pt x="28" y="16"/>
                    </a:cubicBezTo>
                    <a:cubicBezTo>
                      <a:pt x="30" y="27"/>
                      <a:pt x="29" y="26"/>
                      <a:pt x="22" y="33"/>
                    </a:cubicBezTo>
                    <a:cubicBezTo>
                      <a:pt x="15" y="40"/>
                      <a:pt x="7" y="47"/>
                      <a:pt x="0" y="5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0" name="Freeform 179">
                <a:extLst>
                  <a:ext uri="{FF2B5EF4-FFF2-40B4-BE49-F238E27FC236}">
                    <a16:creationId xmlns:a16="http://schemas.microsoft.com/office/drawing/2014/main" id="{498756BC-D9E3-43AD-B134-3F8BA9243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514"/>
                <a:ext cx="24" cy="42"/>
              </a:xfrm>
              <a:custGeom>
                <a:avLst/>
                <a:gdLst>
                  <a:gd name="T0" fmla="*/ 1 w 38"/>
                  <a:gd name="T1" fmla="*/ 17 h 66"/>
                  <a:gd name="T2" fmla="*/ 8 w 38"/>
                  <a:gd name="T3" fmla="*/ 9 h 66"/>
                  <a:gd name="T4" fmla="*/ 8 w 38"/>
                  <a:gd name="T5" fmla="*/ 0 h 66"/>
                  <a:gd name="T6" fmla="*/ 0 w 38"/>
                  <a:gd name="T7" fmla="*/ 8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66">
                    <a:moveTo>
                      <a:pt x="4" y="66"/>
                    </a:moveTo>
                    <a:cubicBezTo>
                      <a:pt x="12" y="54"/>
                      <a:pt x="25" y="48"/>
                      <a:pt x="31" y="35"/>
                    </a:cubicBezTo>
                    <a:cubicBezTo>
                      <a:pt x="38" y="22"/>
                      <a:pt x="33" y="12"/>
                      <a:pt x="30" y="0"/>
                    </a:cubicBezTo>
                    <a:cubicBezTo>
                      <a:pt x="16" y="8"/>
                      <a:pt x="9" y="20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1" name="Freeform 180">
                <a:extLst>
                  <a:ext uri="{FF2B5EF4-FFF2-40B4-BE49-F238E27FC236}">
                    <a16:creationId xmlns:a16="http://schemas.microsoft.com/office/drawing/2014/main" id="{4FD2E8A1-CD0A-4FE3-A9B5-6FD6165F7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481"/>
                <a:ext cx="23" cy="25"/>
              </a:xfrm>
              <a:custGeom>
                <a:avLst/>
                <a:gdLst>
                  <a:gd name="T0" fmla="*/ 0 w 37"/>
                  <a:gd name="T1" fmla="*/ 10 h 40"/>
                  <a:gd name="T2" fmla="*/ 7 w 37"/>
                  <a:gd name="T3" fmla="*/ 7 h 40"/>
                  <a:gd name="T4" fmla="*/ 9 w 37"/>
                  <a:gd name="T5" fmla="*/ 0 h 40"/>
                  <a:gd name="T6" fmla="*/ 1 w 37"/>
                  <a:gd name="T7" fmla="*/ 3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0" y="40"/>
                    </a:moveTo>
                    <a:cubicBezTo>
                      <a:pt x="7" y="40"/>
                      <a:pt x="25" y="33"/>
                      <a:pt x="30" y="28"/>
                    </a:cubicBezTo>
                    <a:cubicBezTo>
                      <a:pt x="37" y="22"/>
                      <a:pt x="36" y="9"/>
                      <a:pt x="35" y="0"/>
                    </a:cubicBezTo>
                    <a:cubicBezTo>
                      <a:pt x="22" y="0"/>
                      <a:pt x="11" y="5"/>
                      <a:pt x="1" y="1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2" name="Freeform 181">
                <a:extLst>
                  <a:ext uri="{FF2B5EF4-FFF2-40B4-BE49-F238E27FC236}">
                    <a16:creationId xmlns:a16="http://schemas.microsoft.com/office/drawing/2014/main" id="{853B153E-106A-4D87-9F94-F650065A3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428"/>
                <a:ext cx="36" cy="35"/>
              </a:xfrm>
              <a:custGeom>
                <a:avLst/>
                <a:gdLst>
                  <a:gd name="T0" fmla="*/ 6 w 56"/>
                  <a:gd name="T1" fmla="*/ 14 h 55"/>
                  <a:gd name="T2" fmla="*/ 12 w 56"/>
                  <a:gd name="T3" fmla="*/ 6 h 55"/>
                  <a:gd name="T4" fmla="*/ 0 w 56"/>
                  <a:gd name="T5" fmla="*/ 11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5">
                    <a:moveTo>
                      <a:pt x="21" y="55"/>
                    </a:moveTo>
                    <a:cubicBezTo>
                      <a:pt x="32" y="49"/>
                      <a:pt x="56" y="39"/>
                      <a:pt x="47" y="23"/>
                    </a:cubicBezTo>
                    <a:cubicBezTo>
                      <a:pt x="34" y="0"/>
                      <a:pt x="9" y="38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3" name="Freeform 182">
                <a:extLst>
                  <a:ext uri="{FF2B5EF4-FFF2-40B4-BE49-F238E27FC236}">
                    <a16:creationId xmlns:a16="http://schemas.microsoft.com/office/drawing/2014/main" id="{45D080A2-8982-45D0-8918-B2B1C7DF1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404"/>
                <a:ext cx="17" cy="29"/>
              </a:xfrm>
              <a:custGeom>
                <a:avLst/>
                <a:gdLst>
                  <a:gd name="T0" fmla="*/ 6 w 28"/>
                  <a:gd name="T1" fmla="*/ 8 h 46"/>
                  <a:gd name="T2" fmla="*/ 2 w 28"/>
                  <a:gd name="T3" fmla="*/ 10 h 46"/>
                  <a:gd name="T4" fmla="*/ 1 w 28"/>
                  <a:gd name="T5" fmla="*/ 6 h 46"/>
                  <a:gd name="T6" fmla="*/ 2 w 28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28" y="31"/>
                    </a:moveTo>
                    <a:cubicBezTo>
                      <a:pt x="24" y="36"/>
                      <a:pt x="14" y="46"/>
                      <a:pt x="8" y="42"/>
                    </a:cubicBezTo>
                    <a:cubicBezTo>
                      <a:pt x="4" y="39"/>
                      <a:pt x="2" y="28"/>
                      <a:pt x="2" y="24"/>
                    </a:cubicBezTo>
                    <a:cubicBezTo>
                      <a:pt x="0" y="14"/>
                      <a:pt x="0" y="6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4" name="Freeform 183">
                <a:extLst>
                  <a:ext uri="{FF2B5EF4-FFF2-40B4-BE49-F238E27FC236}">
                    <a16:creationId xmlns:a16="http://schemas.microsoft.com/office/drawing/2014/main" id="{4F65DD80-24F1-44D4-A73A-C2D317C3A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403"/>
                <a:ext cx="14" cy="14"/>
              </a:xfrm>
              <a:custGeom>
                <a:avLst/>
                <a:gdLst>
                  <a:gd name="T0" fmla="*/ 6 w 21"/>
                  <a:gd name="T1" fmla="*/ 0 h 21"/>
                  <a:gd name="T2" fmla="*/ 1 w 21"/>
                  <a:gd name="T3" fmla="*/ 6 h 21"/>
                  <a:gd name="T4" fmla="*/ 0 w 21"/>
                  <a:gd name="T5" fmla="*/ 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20" y="0"/>
                    </a:moveTo>
                    <a:cubicBezTo>
                      <a:pt x="21" y="10"/>
                      <a:pt x="13" y="21"/>
                      <a:pt x="3" y="21"/>
                    </a:cubicBezTo>
                    <a:cubicBezTo>
                      <a:pt x="1" y="19"/>
                      <a:pt x="0" y="16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5" name="Freeform 184">
                <a:extLst>
                  <a:ext uri="{FF2B5EF4-FFF2-40B4-BE49-F238E27FC236}">
                    <a16:creationId xmlns:a16="http://schemas.microsoft.com/office/drawing/2014/main" id="{3DEE5AA6-DE44-4217-B9FB-32F93CE58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366"/>
                <a:ext cx="32" cy="17"/>
              </a:xfrm>
              <a:custGeom>
                <a:avLst/>
                <a:gdLst>
                  <a:gd name="T0" fmla="*/ 13 w 50"/>
                  <a:gd name="T1" fmla="*/ 2 h 26"/>
                  <a:gd name="T2" fmla="*/ 4 w 50"/>
                  <a:gd name="T3" fmla="*/ 6 h 26"/>
                  <a:gd name="T4" fmla="*/ 1 w 5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6">
                    <a:moveTo>
                      <a:pt x="50" y="7"/>
                    </a:moveTo>
                    <a:cubicBezTo>
                      <a:pt x="40" y="10"/>
                      <a:pt x="26" y="18"/>
                      <a:pt x="14" y="21"/>
                    </a:cubicBezTo>
                    <a:cubicBezTo>
                      <a:pt x="0" y="26"/>
                      <a:pt x="1" y="1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6" name="Freeform 185">
                <a:extLst>
                  <a:ext uri="{FF2B5EF4-FFF2-40B4-BE49-F238E27FC236}">
                    <a16:creationId xmlns:a16="http://schemas.microsoft.com/office/drawing/2014/main" id="{D1F66FC5-1429-4B60-8726-13973E52D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884"/>
                <a:ext cx="14" cy="15"/>
              </a:xfrm>
              <a:custGeom>
                <a:avLst/>
                <a:gdLst>
                  <a:gd name="T0" fmla="*/ 3 w 22"/>
                  <a:gd name="T1" fmla="*/ 2 h 24"/>
                  <a:gd name="T2" fmla="*/ 6 w 22"/>
                  <a:gd name="T3" fmla="*/ 3 h 24"/>
                  <a:gd name="T4" fmla="*/ 0 w 22"/>
                  <a:gd name="T5" fmla="*/ 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9" y="7"/>
                    </a:moveTo>
                    <a:cubicBezTo>
                      <a:pt x="14" y="0"/>
                      <a:pt x="22" y="1"/>
                      <a:pt x="22" y="12"/>
                    </a:cubicBezTo>
                    <a:cubicBezTo>
                      <a:pt x="22" y="24"/>
                      <a:pt x="9" y="22"/>
                      <a:pt x="0" y="24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7" name="Freeform 186">
                <a:extLst>
                  <a:ext uri="{FF2B5EF4-FFF2-40B4-BE49-F238E27FC236}">
                    <a16:creationId xmlns:a16="http://schemas.microsoft.com/office/drawing/2014/main" id="{467D220F-0CC4-4948-8114-EEFE60A5B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009"/>
                <a:ext cx="26" cy="29"/>
              </a:xfrm>
              <a:custGeom>
                <a:avLst/>
                <a:gdLst>
                  <a:gd name="T0" fmla="*/ 6 w 41"/>
                  <a:gd name="T1" fmla="*/ 1 h 45"/>
                  <a:gd name="T2" fmla="*/ 8 w 41"/>
                  <a:gd name="T3" fmla="*/ 0 h 45"/>
                  <a:gd name="T4" fmla="*/ 0 w 41"/>
                  <a:gd name="T5" fmla="*/ 9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5">
                    <a:moveTo>
                      <a:pt x="23" y="2"/>
                    </a:moveTo>
                    <a:cubicBezTo>
                      <a:pt x="26" y="1"/>
                      <a:pt x="27" y="0"/>
                      <a:pt x="30" y="0"/>
                    </a:cubicBezTo>
                    <a:cubicBezTo>
                      <a:pt x="41" y="18"/>
                      <a:pt x="18" y="45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8" name="Freeform 187">
                <a:extLst>
                  <a:ext uri="{FF2B5EF4-FFF2-40B4-BE49-F238E27FC236}">
                    <a16:creationId xmlns:a16="http://schemas.microsoft.com/office/drawing/2014/main" id="{894CE2EF-8471-4287-8B86-3FA86D6CA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113"/>
                <a:ext cx="31" cy="22"/>
              </a:xfrm>
              <a:custGeom>
                <a:avLst/>
                <a:gdLst>
                  <a:gd name="T0" fmla="*/ 9 w 48"/>
                  <a:gd name="T1" fmla="*/ 0 h 36"/>
                  <a:gd name="T2" fmla="*/ 10 w 48"/>
                  <a:gd name="T3" fmla="*/ 0 h 36"/>
                  <a:gd name="T4" fmla="*/ 2 w 48"/>
                  <a:gd name="T5" fmla="*/ 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6">
                    <a:moveTo>
                      <a:pt x="32" y="0"/>
                    </a:moveTo>
                    <a:cubicBezTo>
                      <a:pt x="34" y="0"/>
                      <a:pt x="35" y="0"/>
                      <a:pt x="37" y="0"/>
                    </a:cubicBezTo>
                    <a:cubicBezTo>
                      <a:pt x="48" y="28"/>
                      <a:pt x="0" y="36"/>
                      <a:pt x="7" y="10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9" name="Freeform 188">
                <a:extLst>
                  <a:ext uri="{FF2B5EF4-FFF2-40B4-BE49-F238E27FC236}">
                    <a16:creationId xmlns:a16="http://schemas.microsoft.com/office/drawing/2014/main" id="{9FDF8B45-4E1B-406C-8B02-241DCFBFC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211"/>
                <a:ext cx="28" cy="24"/>
              </a:xfrm>
              <a:custGeom>
                <a:avLst/>
                <a:gdLst>
                  <a:gd name="T0" fmla="*/ 8 w 44"/>
                  <a:gd name="T1" fmla="*/ 1 h 37"/>
                  <a:gd name="T2" fmla="*/ 8 w 44"/>
                  <a:gd name="T3" fmla="*/ 0 h 37"/>
                  <a:gd name="T4" fmla="*/ 0 w 44"/>
                  <a:gd name="T5" fmla="*/ 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7">
                    <a:moveTo>
                      <a:pt x="30" y="4"/>
                    </a:moveTo>
                    <a:cubicBezTo>
                      <a:pt x="31" y="2"/>
                      <a:pt x="30" y="0"/>
                      <a:pt x="33" y="0"/>
                    </a:cubicBezTo>
                    <a:cubicBezTo>
                      <a:pt x="44" y="14"/>
                      <a:pt x="9" y="37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0" name="Freeform 189">
                <a:extLst>
                  <a:ext uri="{FF2B5EF4-FFF2-40B4-BE49-F238E27FC236}">
                    <a16:creationId xmlns:a16="http://schemas.microsoft.com/office/drawing/2014/main" id="{148C66B8-ED93-4547-9875-DF069661D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297"/>
                <a:ext cx="32" cy="20"/>
              </a:xfrm>
              <a:custGeom>
                <a:avLst/>
                <a:gdLst>
                  <a:gd name="T0" fmla="*/ 9 w 49"/>
                  <a:gd name="T1" fmla="*/ 1 h 32"/>
                  <a:gd name="T2" fmla="*/ 10 w 49"/>
                  <a:gd name="T3" fmla="*/ 1 h 32"/>
                  <a:gd name="T4" fmla="*/ 0 w 49"/>
                  <a:gd name="T5" fmla="*/ 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2">
                    <a:moveTo>
                      <a:pt x="33" y="3"/>
                    </a:moveTo>
                    <a:cubicBezTo>
                      <a:pt x="36" y="2"/>
                      <a:pt x="36" y="0"/>
                      <a:pt x="38" y="2"/>
                    </a:cubicBezTo>
                    <a:cubicBezTo>
                      <a:pt x="49" y="22"/>
                      <a:pt x="8" y="32"/>
                      <a:pt x="0" y="15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1" name="Freeform 190">
                <a:extLst>
                  <a:ext uri="{FF2B5EF4-FFF2-40B4-BE49-F238E27FC236}">
                    <a16:creationId xmlns:a16="http://schemas.microsoft.com/office/drawing/2014/main" id="{73C707DE-05AE-47D3-B505-163EFD369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379"/>
                <a:ext cx="26" cy="25"/>
              </a:xfrm>
              <a:custGeom>
                <a:avLst/>
                <a:gdLst>
                  <a:gd name="T0" fmla="*/ 5 w 40"/>
                  <a:gd name="T1" fmla="*/ 0 h 38"/>
                  <a:gd name="T2" fmla="*/ 0 w 40"/>
                  <a:gd name="T3" fmla="*/ 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8">
                    <a:moveTo>
                      <a:pt x="18" y="0"/>
                    </a:moveTo>
                    <a:cubicBezTo>
                      <a:pt x="40" y="1"/>
                      <a:pt x="18" y="38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2" name="Freeform 191">
                <a:extLst>
                  <a:ext uri="{FF2B5EF4-FFF2-40B4-BE49-F238E27FC236}">
                    <a16:creationId xmlns:a16="http://schemas.microsoft.com/office/drawing/2014/main" id="{530E275B-2078-40FE-8443-06C7DEC00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475"/>
                <a:ext cx="30" cy="20"/>
              </a:xfrm>
              <a:custGeom>
                <a:avLst/>
                <a:gdLst>
                  <a:gd name="T0" fmla="*/ 7 w 47"/>
                  <a:gd name="T1" fmla="*/ 0 h 32"/>
                  <a:gd name="T2" fmla="*/ 0 w 47"/>
                  <a:gd name="T3" fmla="*/ 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2">
                    <a:moveTo>
                      <a:pt x="28" y="0"/>
                    </a:moveTo>
                    <a:cubicBezTo>
                      <a:pt x="47" y="4"/>
                      <a:pt x="15" y="32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3" name="Freeform 192">
                <a:extLst>
                  <a:ext uri="{FF2B5EF4-FFF2-40B4-BE49-F238E27FC236}">
                    <a16:creationId xmlns:a16="http://schemas.microsoft.com/office/drawing/2014/main" id="{2A29F620-7F1B-49C8-BA03-16D5E1670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574"/>
                <a:ext cx="33" cy="19"/>
              </a:xfrm>
              <a:custGeom>
                <a:avLst/>
                <a:gdLst>
                  <a:gd name="T0" fmla="*/ 7 w 51"/>
                  <a:gd name="T1" fmla="*/ 0 h 31"/>
                  <a:gd name="T2" fmla="*/ 0 w 51"/>
                  <a:gd name="T3" fmla="*/ 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31">
                    <a:moveTo>
                      <a:pt x="27" y="0"/>
                    </a:moveTo>
                    <a:cubicBezTo>
                      <a:pt x="51" y="2"/>
                      <a:pt x="17" y="31"/>
                      <a:pt x="0" y="29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4" name="Freeform 193">
                <a:extLst>
                  <a:ext uri="{FF2B5EF4-FFF2-40B4-BE49-F238E27FC236}">
                    <a16:creationId xmlns:a16="http://schemas.microsoft.com/office/drawing/2014/main" id="{A47A301C-9406-4714-A3B0-C3D0D017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213"/>
                <a:ext cx="95" cy="70"/>
              </a:xfrm>
              <a:custGeom>
                <a:avLst/>
                <a:gdLst>
                  <a:gd name="T0" fmla="*/ 38 w 149"/>
                  <a:gd name="T1" fmla="*/ 15 h 109"/>
                  <a:gd name="T2" fmla="*/ 16 w 149"/>
                  <a:gd name="T3" fmla="*/ 2 h 109"/>
                  <a:gd name="T4" fmla="*/ 4 w 149"/>
                  <a:gd name="T5" fmla="*/ 22 h 109"/>
                  <a:gd name="T6" fmla="*/ 15 w 149"/>
                  <a:gd name="T7" fmla="*/ 20 h 109"/>
                  <a:gd name="T8" fmla="*/ 26 w 149"/>
                  <a:gd name="T9" fmla="*/ 15 h 109"/>
                  <a:gd name="T10" fmla="*/ 38 w 149"/>
                  <a:gd name="T11" fmla="*/ 15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9" h="109">
                    <a:moveTo>
                      <a:pt x="145" y="57"/>
                    </a:moveTo>
                    <a:cubicBezTo>
                      <a:pt x="126" y="25"/>
                      <a:pt x="101" y="0"/>
                      <a:pt x="61" y="6"/>
                    </a:cubicBezTo>
                    <a:cubicBezTo>
                      <a:pt x="28" y="10"/>
                      <a:pt x="0" y="53"/>
                      <a:pt x="18" y="85"/>
                    </a:cubicBezTo>
                    <a:cubicBezTo>
                      <a:pt x="32" y="109"/>
                      <a:pt x="46" y="91"/>
                      <a:pt x="57" y="76"/>
                    </a:cubicBezTo>
                    <a:cubicBezTo>
                      <a:pt x="68" y="62"/>
                      <a:pt x="83" y="51"/>
                      <a:pt x="100" y="57"/>
                    </a:cubicBezTo>
                    <a:cubicBezTo>
                      <a:pt x="111" y="60"/>
                      <a:pt x="149" y="90"/>
                      <a:pt x="144" y="58"/>
                    </a:cubicBezTo>
                  </a:path>
                </a:pathLst>
              </a:custGeom>
              <a:solidFill>
                <a:srgbClr val="D0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5" name="Freeform 194">
                <a:extLst>
                  <a:ext uri="{FF2B5EF4-FFF2-40B4-BE49-F238E27FC236}">
                    <a16:creationId xmlns:a16="http://schemas.microsoft.com/office/drawing/2014/main" id="{21EB77C9-4D02-4B7D-ADD6-3764BE4D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3318"/>
                <a:ext cx="64" cy="52"/>
              </a:xfrm>
              <a:custGeom>
                <a:avLst/>
                <a:gdLst>
                  <a:gd name="T0" fmla="*/ 17 w 99"/>
                  <a:gd name="T1" fmla="*/ 0 h 82"/>
                  <a:gd name="T2" fmla="*/ 23 w 99"/>
                  <a:gd name="T3" fmla="*/ 16 h 82"/>
                  <a:gd name="T4" fmla="*/ 5 w 99"/>
                  <a:gd name="T5" fmla="*/ 8 h 82"/>
                  <a:gd name="T6" fmla="*/ 4 w 99"/>
                  <a:gd name="T7" fmla="*/ 1 h 82"/>
                  <a:gd name="T8" fmla="*/ 15 w 99"/>
                  <a:gd name="T9" fmla="*/ 10 h 82"/>
                  <a:gd name="T10" fmla="*/ 17 w 99"/>
                  <a:gd name="T11" fmla="*/ 2 h 82"/>
                  <a:gd name="T12" fmla="*/ 17 w 99"/>
                  <a:gd name="T13" fmla="*/ 1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82">
                    <a:moveTo>
                      <a:pt x="63" y="0"/>
                    </a:moveTo>
                    <a:cubicBezTo>
                      <a:pt x="79" y="6"/>
                      <a:pt x="99" y="47"/>
                      <a:pt x="85" y="61"/>
                    </a:cubicBezTo>
                    <a:cubicBezTo>
                      <a:pt x="64" y="82"/>
                      <a:pt x="26" y="52"/>
                      <a:pt x="18" y="33"/>
                    </a:cubicBezTo>
                    <a:cubicBezTo>
                      <a:pt x="14" y="24"/>
                      <a:pt x="0" y="0"/>
                      <a:pt x="16" y="3"/>
                    </a:cubicBezTo>
                    <a:cubicBezTo>
                      <a:pt x="30" y="5"/>
                      <a:pt x="43" y="29"/>
                      <a:pt x="55" y="36"/>
                    </a:cubicBezTo>
                    <a:cubicBezTo>
                      <a:pt x="78" y="50"/>
                      <a:pt x="70" y="17"/>
                      <a:pt x="62" y="7"/>
                    </a:cubicBezTo>
                    <a:cubicBezTo>
                      <a:pt x="63" y="6"/>
                      <a:pt x="63" y="5"/>
                      <a:pt x="64" y="4"/>
                    </a:cubicBezTo>
                  </a:path>
                </a:pathLst>
              </a:custGeom>
              <a:solidFill>
                <a:srgbClr val="D0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6" name="Freeform 195">
                <a:extLst>
                  <a:ext uri="{FF2B5EF4-FFF2-40B4-BE49-F238E27FC236}">
                    <a16:creationId xmlns:a16="http://schemas.microsoft.com/office/drawing/2014/main" id="{1A5BDA3C-5C85-48B7-8444-C06C2CCE1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367"/>
                <a:ext cx="34" cy="38"/>
              </a:xfrm>
              <a:custGeom>
                <a:avLst/>
                <a:gdLst>
                  <a:gd name="T0" fmla="*/ 13 w 54"/>
                  <a:gd name="T1" fmla="*/ 8 h 60"/>
                  <a:gd name="T2" fmla="*/ 5 w 54"/>
                  <a:gd name="T3" fmla="*/ 12 h 60"/>
                  <a:gd name="T4" fmla="*/ 0 w 54"/>
                  <a:gd name="T5" fmla="*/ 15 h 60"/>
                  <a:gd name="T6" fmla="*/ 4 w 54"/>
                  <a:gd name="T7" fmla="*/ 6 h 60"/>
                  <a:gd name="T8" fmla="*/ 7 w 54"/>
                  <a:gd name="T9" fmla="*/ 0 h 60"/>
                  <a:gd name="T10" fmla="*/ 7 w 54"/>
                  <a:gd name="T11" fmla="*/ 8 h 60"/>
                  <a:gd name="T12" fmla="*/ 10 w 54"/>
                  <a:gd name="T13" fmla="*/ 8 h 60"/>
                  <a:gd name="T14" fmla="*/ 13 w 54"/>
                  <a:gd name="T15" fmla="*/ 7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60">
                    <a:moveTo>
                      <a:pt x="54" y="30"/>
                    </a:moveTo>
                    <a:cubicBezTo>
                      <a:pt x="44" y="29"/>
                      <a:pt x="28" y="42"/>
                      <a:pt x="20" y="48"/>
                    </a:cubicBezTo>
                    <a:cubicBezTo>
                      <a:pt x="14" y="52"/>
                      <a:pt x="7" y="58"/>
                      <a:pt x="0" y="60"/>
                    </a:cubicBezTo>
                    <a:cubicBezTo>
                      <a:pt x="1" y="48"/>
                      <a:pt x="11" y="37"/>
                      <a:pt x="14" y="25"/>
                    </a:cubicBezTo>
                    <a:cubicBezTo>
                      <a:pt x="17" y="17"/>
                      <a:pt x="19" y="4"/>
                      <a:pt x="27" y="0"/>
                    </a:cubicBezTo>
                    <a:cubicBezTo>
                      <a:pt x="27" y="7"/>
                      <a:pt x="20" y="29"/>
                      <a:pt x="27" y="32"/>
                    </a:cubicBezTo>
                    <a:cubicBezTo>
                      <a:pt x="30" y="33"/>
                      <a:pt x="37" y="31"/>
                      <a:pt x="40" y="31"/>
                    </a:cubicBezTo>
                    <a:cubicBezTo>
                      <a:pt x="45" y="31"/>
                      <a:pt x="48" y="31"/>
                      <a:pt x="53" y="2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7" name="Freeform 196">
                <a:extLst>
                  <a:ext uri="{FF2B5EF4-FFF2-40B4-BE49-F238E27FC236}">
                    <a16:creationId xmlns:a16="http://schemas.microsoft.com/office/drawing/2014/main" id="{6D6B5051-2467-4EEF-A427-0D037BC47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412"/>
                <a:ext cx="26" cy="36"/>
              </a:xfrm>
              <a:custGeom>
                <a:avLst/>
                <a:gdLst>
                  <a:gd name="T0" fmla="*/ 10 w 41"/>
                  <a:gd name="T1" fmla="*/ 7 h 58"/>
                  <a:gd name="T2" fmla="*/ 4 w 41"/>
                  <a:gd name="T3" fmla="*/ 12 h 58"/>
                  <a:gd name="T4" fmla="*/ 2 w 41"/>
                  <a:gd name="T5" fmla="*/ 14 h 58"/>
                  <a:gd name="T6" fmla="*/ 2 w 41"/>
                  <a:gd name="T7" fmla="*/ 4 h 58"/>
                  <a:gd name="T8" fmla="*/ 8 w 41"/>
                  <a:gd name="T9" fmla="*/ 0 h 58"/>
                  <a:gd name="T10" fmla="*/ 3 w 41"/>
                  <a:gd name="T11" fmla="*/ 9 h 58"/>
                  <a:gd name="T12" fmla="*/ 10 w 41"/>
                  <a:gd name="T13" fmla="*/ 7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58">
                    <a:moveTo>
                      <a:pt x="41" y="31"/>
                    </a:moveTo>
                    <a:cubicBezTo>
                      <a:pt x="41" y="33"/>
                      <a:pt x="23" y="44"/>
                      <a:pt x="18" y="48"/>
                    </a:cubicBezTo>
                    <a:cubicBezTo>
                      <a:pt x="14" y="51"/>
                      <a:pt x="10" y="54"/>
                      <a:pt x="6" y="58"/>
                    </a:cubicBezTo>
                    <a:cubicBezTo>
                      <a:pt x="0" y="52"/>
                      <a:pt x="3" y="23"/>
                      <a:pt x="6" y="15"/>
                    </a:cubicBezTo>
                    <a:cubicBezTo>
                      <a:pt x="9" y="8"/>
                      <a:pt x="23" y="3"/>
                      <a:pt x="32" y="0"/>
                    </a:cubicBezTo>
                    <a:cubicBezTo>
                      <a:pt x="28" y="8"/>
                      <a:pt x="10" y="26"/>
                      <a:pt x="12" y="36"/>
                    </a:cubicBezTo>
                    <a:cubicBezTo>
                      <a:pt x="14" y="44"/>
                      <a:pt x="34" y="34"/>
                      <a:pt x="39" y="3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8" name="Freeform 197">
                <a:extLst>
                  <a:ext uri="{FF2B5EF4-FFF2-40B4-BE49-F238E27FC236}">
                    <a16:creationId xmlns:a16="http://schemas.microsoft.com/office/drawing/2014/main" id="{E2070488-C90F-4877-A119-7227CB94A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455"/>
                <a:ext cx="36" cy="40"/>
              </a:xfrm>
              <a:custGeom>
                <a:avLst/>
                <a:gdLst>
                  <a:gd name="T0" fmla="*/ 15 w 56"/>
                  <a:gd name="T1" fmla="*/ 5 h 63"/>
                  <a:gd name="T2" fmla="*/ 6 w 56"/>
                  <a:gd name="T3" fmla="*/ 13 h 63"/>
                  <a:gd name="T4" fmla="*/ 1 w 56"/>
                  <a:gd name="T5" fmla="*/ 15 h 63"/>
                  <a:gd name="T6" fmla="*/ 1 w 56"/>
                  <a:gd name="T7" fmla="*/ 11 h 63"/>
                  <a:gd name="T8" fmla="*/ 1 w 56"/>
                  <a:gd name="T9" fmla="*/ 6 h 63"/>
                  <a:gd name="T10" fmla="*/ 8 w 56"/>
                  <a:gd name="T11" fmla="*/ 0 h 63"/>
                  <a:gd name="T12" fmla="*/ 5 w 56"/>
                  <a:gd name="T13" fmla="*/ 5 h 63"/>
                  <a:gd name="T14" fmla="*/ 3 w 56"/>
                  <a:gd name="T15" fmla="*/ 11 h 63"/>
                  <a:gd name="T16" fmla="*/ 12 w 56"/>
                  <a:gd name="T17" fmla="*/ 6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63">
                    <a:moveTo>
                      <a:pt x="56" y="19"/>
                    </a:moveTo>
                    <a:cubicBezTo>
                      <a:pt x="46" y="31"/>
                      <a:pt x="32" y="40"/>
                      <a:pt x="21" y="51"/>
                    </a:cubicBezTo>
                    <a:cubicBezTo>
                      <a:pt x="16" y="56"/>
                      <a:pt x="11" y="63"/>
                      <a:pt x="5" y="57"/>
                    </a:cubicBezTo>
                    <a:cubicBezTo>
                      <a:pt x="0" y="52"/>
                      <a:pt x="3" y="48"/>
                      <a:pt x="3" y="41"/>
                    </a:cubicBezTo>
                    <a:cubicBezTo>
                      <a:pt x="3" y="35"/>
                      <a:pt x="1" y="30"/>
                      <a:pt x="4" y="24"/>
                    </a:cubicBezTo>
                    <a:cubicBezTo>
                      <a:pt x="7" y="15"/>
                      <a:pt x="21" y="4"/>
                      <a:pt x="28" y="0"/>
                    </a:cubicBezTo>
                    <a:cubicBezTo>
                      <a:pt x="24" y="7"/>
                      <a:pt x="22" y="14"/>
                      <a:pt x="18" y="21"/>
                    </a:cubicBezTo>
                    <a:cubicBezTo>
                      <a:pt x="16" y="26"/>
                      <a:pt x="8" y="36"/>
                      <a:pt x="12" y="41"/>
                    </a:cubicBezTo>
                    <a:cubicBezTo>
                      <a:pt x="20" y="51"/>
                      <a:pt x="42" y="28"/>
                      <a:pt x="47" y="2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9" name="Freeform 198">
                <a:extLst>
                  <a:ext uri="{FF2B5EF4-FFF2-40B4-BE49-F238E27FC236}">
                    <a16:creationId xmlns:a16="http://schemas.microsoft.com/office/drawing/2014/main" id="{DED9FF7F-2B22-4A9E-A313-66AA1B9B5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492"/>
                <a:ext cx="35" cy="51"/>
              </a:xfrm>
              <a:custGeom>
                <a:avLst/>
                <a:gdLst>
                  <a:gd name="T0" fmla="*/ 15 w 54"/>
                  <a:gd name="T1" fmla="*/ 8 h 80"/>
                  <a:gd name="T2" fmla="*/ 10 w 54"/>
                  <a:gd name="T3" fmla="*/ 12 h 80"/>
                  <a:gd name="T4" fmla="*/ 8 w 54"/>
                  <a:gd name="T5" fmla="*/ 17 h 80"/>
                  <a:gd name="T6" fmla="*/ 3 w 54"/>
                  <a:gd name="T7" fmla="*/ 18 h 80"/>
                  <a:gd name="T8" fmla="*/ 1 w 54"/>
                  <a:gd name="T9" fmla="*/ 14 h 80"/>
                  <a:gd name="T10" fmla="*/ 1 w 54"/>
                  <a:gd name="T11" fmla="*/ 10 h 80"/>
                  <a:gd name="T12" fmla="*/ 5 w 54"/>
                  <a:gd name="T13" fmla="*/ 5 h 80"/>
                  <a:gd name="T14" fmla="*/ 10 w 54"/>
                  <a:gd name="T15" fmla="*/ 0 h 80"/>
                  <a:gd name="T16" fmla="*/ 5 w 54"/>
                  <a:gd name="T17" fmla="*/ 10 h 80"/>
                  <a:gd name="T18" fmla="*/ 8 w 54"/>
                  <a:gd name="T19" fmla="*/ 15 h 80"/>
                  <a:gd name="T20" fmla="*/ 10 w 54"/>
                  <a:gd name="T21" fmla="*/ 11 h 80"/>
                  <a:gd name="T22" fmla="*/ 14 w 54"/>
                  <a:gd name="T23" fmla="*/ 8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80">
                    <a:moveTo>
                      <a:pt x="54" y="31"/>
                    </a:moveTo>
                    <a:cubicBezTo>
                      <a:pt x="52" y="35"/>
                      <a:pt x="43" y="41"/>
                      <a:pt x="39" y="47"/>
                    </a:cubicBezTo>
                    <a:cubicBezTo>
                      <a:pt x="36" y="52"/>
                      <a:pt x="33" y="57"/>
                      <a:pt x="29" y="62"/>
                    </a:cubicBezTo>
                    <a:cubicBezTo>
                      <a:pt x="25" y="68"/>
                      <a:pt x="19" y="80"/>
                      <a:pt x="13" y="72"/>
                    </a:cubicBezTo>
                    <a:cubicBezTo>
                      <a:pt x="10" y="67"/>
                      <a:pt x="8" y="58"/>
                      <a:pt x="5" y="53"/>
                    </a:cubicBezTo>
                    <a:cubicBezTo>
                      <a:pt x="3" y="47"/>
                      <a:pt x="0" y="44"/>
                      <a:pt x="2" y="39"/>
                    </a:cubicBezTo>
                    <a:cubicBezTo>
                      <a:pt x="4" y="33"/>
                      <a:pt x="15" y="24"/>
                      <a:pt x="19" y="19"/>
                    </a:cubicBezTo>
                    <a:cubicBezTo>
                      <a:pt x="25" y="13"/>
                      <a:pt x="31" y="5"/>
                      <a:pt x="37" y="0"/>
                    </a:cubicBezTo>
                    <a:cubicBezTo>
                      <a:pt x="33" y="13"/>
                      <a:pt x="25" y="23"/>
                      <a:pt x="20" y="36"/>
                    </a:cubicBezTo>
                    <a:cubicBezTo>
                      <a:pt x="18" y="43"/>
                      <a:pt x="18" y="54"/>
                      <a:pt x="27" y="57"/>
                    </a:cubicBezTo>
                    <a:cubicBezTo>
                      <a:pt x="31" y="53"/>
                      <a:pt x="32" y="46"/>
                      <a:pt x="37" y="42"/>
                    </a:cubicBezTo>
                    <a:cubicBezTo>
                      <a:pt x="41" y="38"/>
                      <a:pt x="46" y="36"/>
                      <a:pt x="50" y="3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0" name="Freeform 199">
                <a:extLst>
                  <a:ext uri="{FF2B5EF4-FFF2-40B4-BE49-F238E27FC236}">
                    <a16:creationId xmlns:a16="http://schemas.microsoft.com/office/drawing/2014/main" id="{E2C56167-6892-4769-8B0D-A25B25EF5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536"/>
                <a:ext cx="36" cy="55"/>
              </a:xfrm>
              <a:custGeom>
                <a:avLst/>
                <a:gdLst>
                  <a:gd name="T0" fmla="*/ 15 w 56"/>
                  <a:gd name="T1" fmla="*/ 8 h 86"/>
                  <a:gd name="T2" fmla="*/ 8 w 56"/>
                  <a:gd name="T3" fmla="*/ 18 h 86"/>
                  <a:gd name="T4" fmla="*/ 4 w 56"/>
                  <a:gd name="T5" fmla="*/ 19 h 86"/>
                  <a:gd name="T6" fmla="*/ 0 w 56"/>
                  <a:gd name="T7" fmla="*/ 12 h 86"/>
                  <a:gd name="T8" fmla="*/ 5 w 56"/>
                  <a:gd name="T9" fmla="*/ 5 h 86"/>
                  <a:gd name="T10" fmla="*/ 8 w 56"/>
                  <a:gd name="T11" fmla="*/ 0 h 86"/>
                  <a:gd name="T12" fmla="*/ 6 w 56"/>
                  <a:gd name="T13" fmla="*/ 15 h 86"/>
                  <a:gd name="T14" fmla="*/ 14 w 56"/>
                  <a:gd name="T15" fmla="*/ 9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86">
                    <a:moveTo>
                      <a:pt x="56" y="32"/>
                    </a:moveTo>
                    <a:cubicBezTo>
                      <a:pt x="50" y="45"/>
                      <a:pt x="39" y="57"/>
                      <a:pt x="31" y="68"/>
                    </a:cubicBezTo>
                    <a:cubicBezTo>
                      <a:pt x="25" y="75"/>
                      <a:pt x="22" y="86"/>
                      <a:pt x="15" y="74"/>
                    </a:cubicBezTo>
                    <a:cubicBezTo>
                      <a:pt x="11" y="68"/>
                      <a:pt x="0" y="52"/>
                      <a:pt x="0" y="45"/>
                    </a:cubicBezTo>
                    <a:cubicBezTo>
                      <a:pt x="1" y="38"/>
                      <a:pt x="13" y="26"/>
                      <a:pt x="17" y="20"/>
                    </a:cubicBezTo>
                    <a:cubicBezTo>
                      <a:pt x="21" y="13"/>
                      <a:pt x="25" y="6"/>
                      <a:pt x="30" y="0"/>
                    </a:cubicBezTo>
                    <a:cubicBezTo>
                      <a:pt x="29" y="10"/>
                      <a:pt x="7" y="52"/>
                      <a:pt x="23" y="57"/>
                    </a:cubicBezTo>
                    <a:cubicBezTo>
                      <a:pt x="33" y="61"/>
                      <a:pt x="46" y="42"/>
                      <a:pt x="53" y="3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1" name="Freeform 200">
                <a:extLst>
                  <a:ext uri="{FF2B5EF4-FFF2-40B4-BE49-F238E27FC236}">
                    <a16:creationId xmlns:a16="http://schemas.microsoft.com/office/drawing/2014/main" id="{8B5D9D15-29E0-40D0-8F77-54E7E2866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583"/>
                <a:ext cx="37" cy="49"/>
              </a:xfrm>
              <a:custGeom>
                <a:avLst/>
                <a:gdLst>
                  <a:gd name="T0" fmla="*/ 15 w 58"/>
                  <a:gd name="T1" fmla="*/ 8 h 77"/>
                  <a:gd name="T2" fmla="*/ 8 w 58"/>
                  <a:gd name="T3" fmla="*/ 16 h 77"/>
                  <a:gd name="T4" fmla="*/ 6 w 58"/>
                  <a:gd name="T5" fmla="*/ 18 h 77"/>
                  <a:gd name="T6" fmla="*/ 3 w 58"/>
                  <a:gd name="T7" fmla="*/ 18 h 77"/>
                  <a:gd name="T8" fmla="*/ 1 w 58"/>
                  <a:gd name="T9" fmla="*/ 13 h 77"/>
                  <a:gd name="T10" fmla="*/ 5 w 58"/>
                  <a:gd name="T11" fmla="*/ 6 h 77"/>
                  <a:gd name="T12" fmla="*/ 10 w 58"/>
                  <a:gd name="T13" fmla="*/ 0 h 77"/>
                  <a:gd name="T14" fmla="*/ 5 w 58"/>
                  <a:gd name="T15" fmla="*/ 14 h 77"/>
                  <a:gd name="T16" fmla="*/ 13 w 58"/>
                  <a:gd name="T17" fmla="*/ 8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77">
                    <a:moveTo>
                      <a:pt x="58" y="30"/>
                    </a:moveTo>
                    <a:cubicBezTo>
                      <a:pt x="51" y="42"/>
                      <a:pt x="39" y="52"/>
                      <a:pt x="30" y="63"/>
                    </a:cubicBezTo>
                    <a:cubicBezTo>
                      <a:pt x="27" y="66"/>
                      <a:pt x="26" y="71"/>
                      <a:pt x="22" y="73"/>
                    </a:cubicBezTo>
                    <a:cubicBezTo>
                      <a:pt x="17" y="77"/>
                      <a:pt x="18" y="76"/>
                      <a:pt x="13" y="71"/>
                    </a:cubicBezTo>
                    <a:cubicBezTo>
                      <a:pt x="6" y="64"/>
                      <a:pt x="0" y="59"/>
                      <a:pt x="5" y="48"/>
                    </a:cubicBezTo>
                    <a:cubicBezTo>
                      <a:pt x="8" y="40"/>
                      <a:pt x="14" y="32"/>
                      <a:pt x="19" y="24"/>
                    </a:cubicBezTo>
                    <a:cubicBezTo>
                      <a:pt x="25" y="17"/>
                      <a:pt x="31" y="5"/>
                      <a:pt x="38" y="0"/>
                    </a:cubicBezTo>
                    <a:cubicBezTo>
                      <a:pt x="38" y="19"/>
                      <a:pt x="16" y="36"/>
                      <a:pt x="19" y="55"/>
                    </a:cubicBezTo>
                    <a:cubicBezTo>
                      <a:pt x="29" y="57"/>
                      <a:pt x="47" y="39"/>
                      <a:pt x="52" y="3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2" name="Freeform 201">
                <a:extLst>
                  <a:ext uri="{FF2B5EF4-FFF2-40B4-BE49-F238E27FC236}">
                    <a16:creationId xmlns:a16="http://schemas.microsoft.com/office/drawing/2014/main" id="{2083C78B-9970-4468-B4BC-339E59941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621"/>
                <a:ext cx="39" cy="48"/>
              </a:xfrm>
              <a:custGeom>
                <a:avLst/>
                <a:gdLst>
                  <a:gd name="T0" fmla="*/ 16 w 61"/>
                  <a:gd name="T1" fmla="*/ 8 h 75"/>
                  <a:gd name="T2" fmla="*/ 8 w 61"/>
                  <a:gd name="T3" fmla="*/ 17 h 75"/>
                  <a:gd name="T4" fmla="*/ 5 w 61"/>
                  <a:gd name="T5" fmla="*/ 19 h 75"/>
                  <a:gd name="T6" fmla="*/ 3 w 61"/>
                  <a:gd name="T7" fmla="*/ 17 h 75"/>
                  <a:gd name="T8" fmla="*/ 1 w 61"/>
                  <a:gd name="T9" fmla="*/ 11 h 75"/>
                  <a:gd name="T10" fmla="*/ 6 w 61"/>
                  <a:gd name="T11" fmla="*/ 5 h 75"/>
                  <a:gd name="T12" fmla="*/ 11 w 61"/>
                  <a:gd name="T13" fmla="*/ 0 h 75"/>
                  <a:gd name="T14" fmla="*/ 6 w 61"/>
                  <a:gd name="T15" fmla="*/ 12 h 75"/>
                  <a:gd name="T16" fmla="*/ 15 w 61"/>
                  <a:gd name="T17" fmla="*/ 9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75">
                    <a:moveTo>
                      <a:pt x="61" y="31"/>
                    </a:moveTo>
                    <a:cubicBezTo>
                      <a:pt x="52" y="43"/>
                      <a:pt x="39" y="53"/>
                      <a:pt x="29" y="63"/>
                    </a:cubicBezTo>
                    <a:cubicBezTo>
                      <a:pt x="26" y="66"/>
                      <a:pt x="24" y="69"/>
                      <a:pt x="21" y="71"/>
                    </a:cubicBezTo>
                    <a:cubicBezTo>
                      <a:pt x="15" y="75"/>
                      <a:pt x="15" y="73"/>
                      <a:pt x="11" y="66"/>
                    </a:cubicBezTo>
                    <a:cubicBezTo>
                      <a:pt x="6" y="57"/>
                      <a:pt x="0" y="50"/>
                      <a:pt x="5" y="40"/>
                    </a:cubicBezTo>
                    <a:cubicBezTo>
                      <a:pt x="10" y="31"/>
                      <a:pt x="17" y="24"/>
                      <a:pt x="24" y="18"/>
                    </a:cubicBezTo>
                    <a:cubicBezTo>
                      <a:pt x="30" y="12"/>
                      <a:pt x="34" y="5"/>
                      <a:pt x="40" y="0"/>
                    </a:cubicBezTo>
                    <a:cubicBezTo>
                      <a:pt x="37" y="9"/>
                      <a:pt x="15" y="39"/>
                      <a:pt x="23" y="46"/>
                    </a:cubicBezTo>
                    <a:cubicBezTo>
                      <a:pt x="31" y="53"/>
                      <a:pt x="50" y="36"/>
                      <a:pt x="59" y="3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3" name="Freeform 202">
                <a:extLst>
                  <a:ext uri="{FF2B5EF4-FFF2-40B4-BE49-F238E27FC236}">
                    <a16:creationId xmlns:a16="http://schemas.microsoft.com/office/drawing/2014/main" id="{1157288D-2206-403B-8D09-F4EF211A0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666"/>
                <a:ext cx="60" cy="58"/>
              </a:xfrm>
              <a:custGeom>
                <a:avLst/>
                <a:gdLst>
                  <a:gd name="T0" fmla="*/ 24 w 94"/>
                  <a:gd name="T1" fmla="*/ 14 h 91"/>
                  <a:gd name="T2" fmla="*/ 7 w 94"/>
                  <a:gd name="T3" fmla="*/ 24 h 91"/>
                  <a:gd name="T4" fmla="*/ 4 w 94"/>
                  <a:gd name="T5" fmla="*/ 18 h 91"/>
                  <a:gd name="T6" fmla="*/ 1 w 94"/>
                  <a:gd name="T7" fmla="*/ 12 h 91"/>
                  <a:gd name="T8" fmla="*/ 4 w 94"/>
                  <a:gd name="T9" fmla="*/ 6 h 91"/>
                  <a:gd name="T10" fmla="*/ 14 w 94"/>
                  <a:gd name="T11" fmla="*/ 0 h 91"/>
                  <a:gd name="T12" fmla="*/ 7 w 94"/>
                  <a:gd name="T13" fmla="*/ 15 h 91"/>
                  <a:gd name="T14" fmla="*/ 15 w 94"/>
                  <a:gd name="T15" fmla="*/ 14 h 91"/>
                  <a:gd name="T16" fmla="*/ 19 w 94"/>
                  <a:gd name="T17" fmla="*/ 14 h 91"/>
                  <a:gd name="T18" fmla="*/ 23 w 94"/>
                  <a:gd name="T19" fmla="*/ 13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91">
                    <a:moveTo>
                      <a:pt x="94" y="53"/>
                    </a:moveTo>
                    <a:cubicBezTo>
                      <a:pt x="68" y="53"/>
                      <a:pt x="45" y="75"/>
                      <a:pt x="27" y="91"/>
                    </a:cubicBezTo>
                    <a:cubicBezTo>
                      <a:pt x="23" y="86"/>
                      <a:pt x="22" y="77"/>
                      <a:pt x="18" y="71"/>
                    </a:cubicBezTo>
                    <a:cubicBezTo>
                      <a:pt x="13" y="64"/>
                      <a:pt x="4" y="56"/>
                      <a:pt x="2" y="47"/>
                    </a:cubicBezTo>
                    <a:cubicBezTo>
                      <a:pt x="0" y="37"/>
                      <a:pt x="11" y="31"/>
                      <a:pt x="17" y="25"/>
                    </a:cubicBezTo>
                    <a:cubicBezTo>
                      <a:pt x="27" y="17"/>
                      <a:pt x="42" y="0"/>
                      <a:pt x="55" y="0"/>
                    </a:cubicBezTo>
                    <a:cubicBezTo>
                      <a:pt x="46" y="20"/>
                      <a:pt x="30" y="34"/>
                      <a:pt x="28" y="57"/>
                    </a:cubicBezTo>
                    <a:cubicBezTo>
                      <a:pt x="39" y="58"/>
                      <a:pt x="48" y="57"/>
                      <a:pt x="59" y="55"/>
                    </a:cubicBezTo>
                    <a:cubicBezTo>
                      <a:pt x="64" y="55"/>
                      <a:pt x="68" y="54"/>
                      <a:pt x="73" y="53"/>
                    </a:cubicBezTo>
                    <a:cubicBezTo>
                      <a:pt x="78" y="52"/>
                      <a:pt x="83" y="53"/>
                      <a:pt x="87" y="5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4" name="Freeform 203">
                <a:extLst>
                  <a:ext uri="{FF2B5EF4-FFF2-40B4-BE49-F238E27FC236}">
                    <a16:creationId xmlns:a16="http://schemas.microsoft.com/office/drawing/2014/main" id="{F1935438-5225-47D3-8AC6-1548F5D45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34"/>
                <a:ext cx="62" cy="71"/>
              </a:xfrm>
              <a:custGeom>
                <a:avLst/>
                <a:gdLst>
                  <a:gd name="T0" fmla="*/ 22 w 98"/>
                  <a:gd name="T1" fmla="*/ 22 h 111"/>
                  <a:gd name="T2" fmla="*/ 11 w 98"/>
                  <a:gd name="T3" fmla="*/ 28 h 111"/>
                  <a:gd name="T4" fmla="*/ 6 w 98"/>
                  <a:gd name="T5" fmla="*/ 21 h 111"/>
                  <a:gd name="T6" fmla="*/ 4 w 98"/>
                  <a:gd name="T7" fmla="*/ 15 h 111"/>
                  <a:gd name="T8" fmla="*/ 1 w 98"/>
                  <a:gd name="T9" fmla="*/ 8 h 111"/>
                  <a:gd name="T10" fmla="*/ 8 w 98"/>
                  <a:gd name="T11" fmla="*/ 3 h 111"/>
                  <a:gd name="T12" fmla="*/ 15 w 98"/>
                  <a:gd name="T13" fmla="*/ 1 h 111"/>
                  <a:gd name="T14" fmla="*/ 10 w 98"/>
                  <a:gd name="T15" fmla="*/ 12 h 111"/>
                  <a:gd name="T16" fmla="*/ 12 w 98"/>
                  <a:gd name="T17" fmla="*/ 14 h 111"/>
                  <a:gd name="T18" fmla="*/ 14 w 98"/>
                  <a:gd name="T19" fmla="*/ 18 h 111"/>
                  <a:gd name="T20" fmla="*/ 18 w 98"/>
                  <a:gd name="T21" fmla="*/ 21 h 111"/>
                  <a:gd name="T22" fmla="*/ 25 w 98"/>
                  <a:gd name="T23" fmla="*/ 20 h 111"/>
                  <a:gd name="T24" fmla="*/ 22 w 98"/>
                  <a:gd name="T25" fmla="*/ 22 h 1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8" h="111">
                    <a:moveTo>
                      <a:pt x="85" y="85"/>
                    </a:moveTo>
                    <a:cubicBezTo>
                      <a:pt x="70" y="87"/>
                      <a:pt x="58" y="99"/>
                      <a:pt x="43" y="104"/>
                    </a:cubicBezTo>
                    <a:cubicBezTo>
                      <a:pt x="26" y="111"/>
                      <a:pt x="27" y="92"/>
                      <a:pt x="24" y="79"/>
                    </a:cubicBezTo>
                    <a:cubicBezTo>
                      <a:pt x="22" y="71"/>
                      <a:pt x="18" y="64"/>
                      <a:pt x="15" y="57"/>
                    </a:cubicBezTo>
                    <a:cubicBezTo>
                      <a:pt x="11" y="48"/>
                      <a:pt x="0" y="38"/>
                      <a:pt x="4" y="28"/>
                    </a:cubicBezTo>
                    <a:cubicBezTo>
                      <a:pt x="9" y="19"/>
                      <a:pt x="23" y="16"/>
                      <a:pt x="32" y="12"/>
                    </a:cubicBezTo>
                    <a:cubicBezTo>
                      <a:pt x="40" y="8"/>
                      <a:pt x="50" y="0"/>
                      <a:pt x="59" y="2"/>
                    </a:cubicBezTo>
                    <a:cubicBezTo>
                      <a:pt x="58" y="16"/>
                      <a:pt x="38" y="26"/>
                      <a:pt x="41" y="43"/>
                    </a:cubicBezTo>
                    <a:cubicBezTo>
                      <a:pt x="42" y="48"/>
                      <a:pt x="45" y="49"/>
                      <a:pt x="48" y="53"/>
                    </a:cubicBezTo>
                    <a:cubicBezTo>
                      <a:pt x="51" y="58"/>
                      <a:pt x="52" y="62"/>
                      <a:pt x="53" y="68"/>
                    </a:cubicBezTo>
                    <a:cubicBezTo>
                      <a:pt x="56" y="78"/>
                      <a:pt x="58" y="81"/>
                      <a:pt x="70" y="79"/>
                    </a:cubicBezTo>
                    <a:cubicBezTo>
                      <a:pt x="77" y="78"/>
                      <a:pt x="91" y="71"/>
                      <a:pt x="98" y="75"/>
                    </a:cubicBezTo>
                    <a:cubicBezTo>
                      <a:pt x="94" y="78"/>
                      <a:pt x="88" y="79"/>
                      <a:pt x="84" y="8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5" name="Freeform 204">
                <a:extLst>
                  <a:ext uri="{FF2B5EF4-FFF2-40B4-BE49-F238E27FC236}">
                    <a16:creationId xmlns:a16="http://schemas.microsoft.com/office/drawing/2014/main" id="{4C837FDB-82CB-43B1-931D-D1209D61B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809"/>
                <a:ext cx="70" cy="68"/>
              </a:xfrm>
              <a:custGeom>
                <a:avLst/>
                <a:gdLst>
                  <a:gd name="T0" fmla="*/ 28 w 109"/>
                  <a:gd name="T1" fmla="*/ 22 h 107"/>
                  <a:gd name="T2" fmla="*/ 17 w 109"/>
                  <a:gd name="T3" fmla="*/ 24 h 107"/>
                  <a:gd name="T4" fmla="*/ 10 w 109"/>
                  <a:gd name="T5" fmla="*/ 26 h 107"/>
                  <a:gd name="T6" fmla="*/ 6 w 109"/>
                  <a:gd name="T7" fmla="*/ 27 h 107"/>
                  <a:gd name="T8" fmla="*/ 4 w 109"/>
                  <a:gd name="T9" fmla="*/ 22 h 107"/>
                  <a:gd name="T10" fmla="*/ 3 w 109"/>
                  <a:gd name="T11" fmla="*/ 17 h 107"/>
                  <a:gd name="T12" fmla="*/ 1 w 109"/>
                  <a:gd name="T13" fmla="*/ 12 h 107"/>
                  <a:gd name="T14" fmla="*/ 3 w 109"/>
                  <a:gd name="T15" fmla="*/ 6 h 107"/>
                  <a:gd name="T16" fmla="*/ 8 w 109"/>
                  <a:gd name="T17" fmla="*/ 4 h 107"/>
                  <a:gd name="T18" fmla="*/ 14 w 109"/>
                  <a:gd name="T19" fmla="*/ 3 h 107"/>
                  <a:gd name="T20" fmla="*/ 24 w 109"/>
                  <a:gd name="T21" fmla="*/ 1 h 107"/>
                  <a:gd name="T22" fmla="*/ 12 w 109"/>
                  <a:gd name="T23" fmla="*/ 6 h 107"/>
                  <a:gd name="T24" fmla="*/ 10 w 109"/>
                  <a:gd name="T25" fmla="*/ 10 h 107"/>
                  <a:gd name="T26" fmla="*/ 11 w 109"/>
                  <a:gd name="T27" fmla="*/ 15 h 107"/>
                  <a:gd name="T28" fmla="*/ 15 w 109"/>
                  <a:gd name="T29" fmla="*/ 22 h 107"/>
                  <a:gd name="T30" fmla="*/ 28 w 109"/>
                  <a:gd name="T31" fmla="*/ 21 h 107"/>
                  <a:gd name="T32" fmla="*/ 29 w 109"/>
                  <a:gd name="T33" fmla="*/ 20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7">
                    <a:moveTo>
                      <a:pt x="108" y="87"/>
                    </a:moveTo>
                    <a:cubicBezTo>
                      <a:pt x="94" y="83"/>
                      <a:pt x="77" y="89"/>
                      <a:pt x="64" y="93"/>
                    </a:cubicBezTo>
                    <a:cubicBezTo>
                      <a:pt x="55" y="95"/>
                      <a:pt x="47" y="98"/>
                      <a:pt x="38" y="101"/>
                    </a:cubicBezTo>
                    <a:cubicBezTo>
                      <a:pt x="34" y="102"/>
                      <a:pt x="28" y="107"/>
                      <a:pt x="24" y="107"/>
                    </a:cubicBezTo>
                    <a:cubicBezTo>
                      <a:pt x="15" y="107"/>
                      <a:pt x="16" y="93"/>
                      <a:pt x="14" y="86"/>
                    </a:cubicBezTo>
                    <a:cubicBezTo>
                      <a:pt x="13" y="79"/>
                      <a:pt x="12" y="73"/>
                      <a:pt x="10" y="66"/>
                    </a:cubicBezTo>
                    <a:cubicBezTo>
                      <a:pt x="8" y="60"/>
                      <a:pt x="4" y="54"/>
                      <a:pt x="2" y="47"/>
                    </a:cubicBezTo>
                    <a:cubicBezTo>
                      <a:pt x="0" y="37"/>
                      <a:pt x="1" y="27"/>
                      <a:pt x="10" y="23"/>
                    </a:cubicBezTo>
                    <a:cubicBezTo>
                      <a:pt x="16" y="20"/>
                      <a:pt x="23" y="20"/>
                      <a:pt x="29" y="18"/>
                    </a:cubicBezTo>
                    <a:cubicBezTo>
                      <a:pt x="37" y="15"/>
                      <a:pt x="46" y="13"/>
                      <a:pt x="54" y="11"/>
                    </a:cubicBezTo>
                    <a:cubicBezTo>
                      <a:pt x="63" y="8"/>
                      <a:pt x="79" y="0"/>
                      <a:pt x="88" y="4"/>
                    </a:cubicBezTo>
                    <a:cubicBezTo>
                      <a:pt x="74" y="13"/>
                      <a:pt x="60" y="18"/>
                      <a:pt x="45" y="24"/>
                    </a:cubicBezTo>
                    <a:cubicBezTo>
                      <a:pt x="38" y="28"/>
                      <a:pt x="34" y="30"/>
                      <a:pt x="36" y="37"/>
                    </a:cubicBezTo>
                    <a:cubicBezTo>
                      <a:pt x="37" y="44"/>
                      <a:pt x="41" y="49"/>
                      <a:pt x="41" y="58"/>
                    </a:cubicBezTo>
                    <a:cubicBezTo>
                      <a:pt x="40" y="73"/>
                      <a:pt x="33" y="94"/>
                      <a:pt x="57" y="87"/>
                    </a:cubicBezTo>
                    <a:cubicBezTo>
                      <a:pt x="73" y="82"/>
                      <a:pt x="91" y="74"/>
                      <a:pt x="108" y="82"/>
                    </a:cubicBezTo>
                    <a:cubicBezTo>
                      <a:pt x="108" y="81"/>
                      <a:pt x="109" y="80"/>
                      <a:pt x="109" y="7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6" name="Freeform 205">
                <a:extLst>
                  <a:ext uri="{FF2B5EF4-FFF2-40B4-BE49-F238E27FC236}">
                    <a16:creationId xmlns:a16="http://schemas.microsoft.com/office/drawing/2014/main" id="{514D790C-5B2E-4B18-A49D-AED591862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899"/>
                <a:ext cx="74" cy="74"/>
              </a:xfrm>
              <a:custGeom>
                <a:avLst/>
                <a:gdLst>
                  <a:gd name="T0" fmla="*/ 26 w 116"/>
                  <a:gd name="T1" fmla="*/ 1 h 116"/>
                  <a:gd name="T2" fmla="*/ 17 w 116"/>
                  <a:gd name="T3" fmla="*/ 1 h 116"/>
                  <a:gd name="T4" fmla="*/ 8 w 116"/>
                  <a:gd name="T5" fmla="*/ 1 h 116"/>
                  <a:gd name="T6" fmla="*/ 2 w 116"/>
                  <a:gd name="T7" fmla="*/ 3 h 116"/>
                  <a:gd name="T8" fmla="*/ 2 w 116"/>
                  <a:gd name="T9" fmla="*/ 13 h 116"/>
                  <a:gd name="T10" fmla="*/ 4 w 116"/>
                  <a:gd name="T11" fmla="*/ 24 h 116"/>
                  <a:gd name="T12" fmla="*/ 8 w 116"/>
                  <a:gd name="T13" fmla="*/ 29 h 116"/>
                  <a:gd name="T14" fmla="*/ 20 w 116"/>
                  <a:gd name="T15" fmla="*/ 29 h 116"/>
                  <a:gd name="T16" fmla="*/ 30 w 116"/>
                  <a:gd name="T17" fmla="*/ 26 h 116"/>
                  <a:gd name="T18" fmla="*/ 24 w 116"/>
                  <a:gd name="T19" fmla="*/ 24 h 116"/>
                  <a:gd name="T20" fmla="*/ 15 w 116"/>
                  <a:gd name="T21" fmla="*/ 24 h 116"/>
                  <a:gd name="T22" fmla="*/ 13 w 116"/>
                  <a:gd name="T23" fmla="*/ 15 h 116"/>
                  <a:gd name="T24" fmla="*/ 13 w 116"/>
                  <a:gd name="T25" fmla="*/ 6 h 116"/>
                  <a:gd name="T26" fmla="*/ 26 w 116"/>
                  <a:gd name="T27" fmla="*/ 2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6" h="116">
                    <a:moveTo>
                      <a:pt x="99" y="2"/>
                    </a:moveTo>
                    <a:cubicBezTo>
                      <a:pt x="97" y="0"/>
                      <a:pt x="70" y="3"/>
                      <a:pt x="64" y="3"/>
                    </a:cubicBezTo>
                    <a:cubicBezTo>
                      <a:pt x="53" y="3"/>
                      <a:pt x="43" y="4"/>
                      <a:pt x="32" y="5"/>
                    </a:cubicBezTo>
                    <a:cubicBezTo>
                      <a:pt x="25" y="6"/>
                      <a:pt x="12" y="5"/>
                      <a:pt x="7" y="12"/>
                    </a:cubicBezTo>
                    <a:cubicBezTo>
                      <a:pt x="0" y="20"/>
                      <a:pt x="6" y="39"/>
                      <a:pt x="8" y="48"/>
                    </a:cubicBezTo>
                    <a:cubicBezTo>
                      <a:pt x="12" y="63"/>
                      <a:pt x="15" y="75"/>
                      <a:pt x="16" y="91"/>
                    </a:cubicBezTo>
                    <a:cubicBezTo>
                      <a:pt x="16" y="102"/>
                      <a:pt x="19" y="112"/>
                      <a:pt x="31" y="110"/>
                    </a:cubicBezTo>
                    <a:cubicBezTo>
                      <a:pt x="47" y="108"/>
                      <a:pt x="62" y="116"/>
                      <a:pt x="77" y="113"/>
                    </a:cubicBezTo>
                    <a:cubicBezTo>
                      <a:pt x="89" y="111"/>
                      <a:pt x="106" y="109"/>
                      <a:pt x="116" y="102"/>
                    </a:cubicBezTo>
                    <a:cubicBezTo>
                      <a:pt x="107" y="98"/>
                      <a:pt x="101" y="93"/>
                      <a:pt x="91" y="92"/>
                    </a:cubicBezTo>
                    <a:cubicBezTo>
                      <a:pt x="81" y="91"/>
                      <a:pt x="70" y="92"/>
                      <a:pt x="60" y="92"/>
                    </a:cubicBezTo>
                    <a:cubicBezTo>
                      <a:pt x="38" y="90"/>
                      <a:pt x="52" y="75"/>
                      <a:pt x="52" y="60"/>
                    </a:cubicBezTo>
                    <a:cubicBezTo>
                      <a:pt x="52" y="49"/>
                      <a:pt x="38" y="33"/>
                      <a:pt x="52" y="25"/>
                    </a:cubicBezTo>
                    <a:cubicBezTo>
                      <a:pt x="67" y="17"/>
                      <a:pt x="86" y="20"/>
                      <a:pt x="100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7" name="Freeform 206">
                <a:extLst>
                  <a:ext uri="{FF2B5EF4-FFF2-40B4-BE49-F238E27FC236}">
                    <a16:creationId xmlns:a16="http://schemas.microsoft.com/office/drawing/2014/main" id="{651FD985-CC7C-441E-BA46-F5547E76B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996"/>
                <a:ext cx="60" cy="68"/>
              </a:xfrm>
              <a:custGeom>
                <a:avLst/>
                <a:gdLst>
                  <a:gd name="T0" fmla="*/ 24 w 95"/>
                  <a:gd name="T1" fmla="*/ 2 h 106"/>
                  <a:gd name="T2" fmla="*/ 9 w 95"/>
                  <a:gd name="T3" fmla="*/ 1 h 106"/>
                  <a:gd name="T4" fmla="*/ 2 w 95"/>
                  <a:gd name="T5" fmla="*/ 2 h 106"/>
                  <a:gd name="T6" fmla="*/ 2 w 95"/>
                  <a:gd name="T7" fmla="*/ 12 h 106"/>
                  <a:gd name="T8" fmla="*/ 1 w 95"/>
                  <a:gd name="T9" fmla="*/ 19 h 106"/>
                  <a:gd name="T10" fmla="*/ 1 w 95"/>
                  <a:gd name="T11" fmla="*/ 24 h 106"/>
                  <a:gd name="T12" fmla="*/ 11 w 95"/>
                  <a:gd name="T13" fmla="*/ 26 h 106"/>
                  <a:gd name="T14" fmla="*/ 20 w 95"/>
                  <a:gd name="T15" fmla="*/ 28 h 106"/>
                  <a:gd name="T16" fmla="*/ 21 w 95"/>
                  <a:gd name="T17" fmla="*/ 25 h 106"/>
                  <a:gd name="T18" fmla="*/ 11 w 95"/>
                  <a:gd name="T19" fmla="*/ 22 h 106"/>
                  <a:gd name="T20" fmla="*/ 9 w 95"/>
                  <a:gd name="T21" fmla="*/ 18 h 106"/>
                  <a:gd name="T22" fmla="*/ 11 w 95"/>
                  <a:gd name="T23" fmla="*/ 11 h 106"/>
                  <a:gd name="T24" fmla="*/ 9 w 95"/>
                  <a:gd name="T25" fmla="*/ 5 h 106"/>
                  <a:gd name="T26" fmla="*/ 15 w 95"/>
                  <a:gd name="T27" fmla="*/ 4 h 106"/>
                  <a:gd name="T28" fmla="*/ 23 w 95"/>
                  <a:gd name="T29" fmla="*/ 3 h 1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106">
                    <a:moveTo>
                      <a:pt x="95" y="7"/>
                    </a:moveTo>
                    <a:cubicBezTo>
                      <a:pt x="75" y="7"/>
                      <a:pt x="56" y="5"/>
                      <a:pt x="37" y="5"/>
                    </a:cubicBezTo>
                    <a:cubicBezTo>
                      <a:pt x="29" y="5"/>
                      <a:pt x="14" y="0"/>
                      <a:pt x="8" y="6"/>
                    </a:cubicBezTo>
                    <a:cubicBezTo>
                      <a:pt x="0" y="14"/>
                      <a:pt x="6" y="36"/>
                      <a:pt x="6" y="46"/>
                    </a:cubicBezTo>
                    <a:cubicBezTo>
                      <a:pt x="6" y="54"/>
                      <a:pt x="6" y="62"/>
                      <a:pt x="5" y="70"/>
                    </a:cubicBezTo>
                    <a:cubicBezTo>
                      <a:pt x="4" y="76"/>
                      <a:pt x="1" y="85"/>
                      <a:pt x="2" y="91"/>
                    </a:cubicBezTo>
                    <a:cubicBezTo>
                      <a:pt x="5" y="106"/>
                      <a:pt x="31" y="98"/>
                      <a:pt x="42" y="100"/>
                    </a:cubicBezTo>
                    <a:cubicBezTo>
                      <a:pt x="54" y="102"/>
                      <a:pt x="64" y="105"/>
                      <a:pt x="77" y="105"/>
                    </a:cubicBezTo>
                    <a:cubicBezTo>
                      <a:pt x="87" y="105"/>
                      <a:pt x="93" y="104"/>
                      <a:pt x="82" y="95"/>
                    </a:cubicBezTo>
                    <a:cubicBezTo>
                      <a:pt x="70" y="86"/>
                      <a:pt x="56" y="86"/>
                      <a:pt x="42" y="84"/>
                    </a:cubicBezTo>
                    <a:cubicBezTo>
                      <a:pt x="30" y="82"/>
                      <a:pt x="30" y="79"/>
                      <a:pt x="35" y="68"/>
                    </a:cubicBezTo>
                    <a:cubicBezTo>
                      <a:pt x="40" y="60"/>
                      <a:pt x="44" y="50"/>
                      <a:pt x="42" y="40"/>
                    </a:cubicBezTo>
                    <a:cubicBezTo>
                      <a:pt x="41" y="36"/>
                      <a:pt x="34" y="26"/>
                      <a:pt x="37" y="21"/>
                    </a:cubicBezTo>
                    <a:cubicBezTo>
                      <a:pt x="39" y="16"/>
                      <a:pt x="53" y="17"/>
                      <a:pt x="59" y="17"/>
                    </a:cubicBezTo>
                    <a:cubicBezTo>
                      <a:pt x="71" y="17"/>
                      <a:pt x="81" y="17"/>
                      <a:pt x="92" y="1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8" name="Freeform 207">
                <a:extLst>
                  <a:ext uri="{FF2B5EF4-FFF2-40B4-BE49-F238E27FC236}">
                    <a16:creationId xmlns:a16="http://schemas.microsoft.com/office/drawing/2014/main" id="{9ADA5809-D31E-45C2-9651-2C3A85A0E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090"/>
                <a:ext cx="58" cy="68"/>
              </a:xfrm>
              <a:custGeom>
                <a:avLst/>
                <a:gdLst>
                  <a:gd name="T0" fmla="*/ 22 w 91"/>
                  <a:gd name="T1" fmla="*/ 2 h 107"/>
                  <a:gd name="T2" fmla="*/ 6 w 91"/>
                  <a:gd name="T3" fmla="*/ 1 h 107"/>
                  <a:gd name="T4" fmla="*/ 1 w 91"/>
                  <a:gd name="T5" fmla="*/ 8 h 107"/>
                  <a:gd name="T6" fmla="*/ 2 w 91"/>
                  <a:gd name="T7" fmla="*/ 16 h 107"/>
                  <a:gd name="T8" fmla="*/ 1 w 91"/>
                  <a:gd name="T9" fmla="*/ 22 h 107"/>
                  <a:gd name="T10" fmla="*/ 8 w 91"/>
                  <a:gd name="T11" fmla="*/ 24 h 107"/>
                  <a:gd name="T12" fmla="*/ 18 w 91"/>
                  <a:gd name="T13" fmla="*/ 26 h 107"/>
                  <a:gd name="T14" fmla="*/ 15 w 91"/>
                  <a:gd name="T15" fmla="*/ 23 h 107"/>
                  <a:gd name="T16" fmla="*/ 11 w 91"/>
                  <a:gd name="T17" fmla="*/ 21 h 107"/>
                  <a:gd name="T18" fmla="*/ 8 w 91"/>
                  <a:gd name="T19" fmla="*/ 20 h 107"/>
                  <a:gd name="T20" fmla="*/ 10 w 91"/>
                  <a:gd name="T21" fmla="*/ 11 h 107"/>
                  <a:gd name="T22" fmla="*/ 8 w 91"/>
                  <a:gd name="T23" fmla="*/ 5 h 107"/>
                  <a:gd name="T24" fmla="*/ 10 w 91"/>
                  <a:gd name="T25" fmla="*/ 3 h 107"/>
                  <a:gd name="T26" fmla="*/ 17 w 91"/>
                  <a:gd name="T27" fmla="*/ 3 h 107"/>
                  <a:gd name="T28" fmla="*/ 24 w 91"/>
                  <a:gd name="T29" fmla="*/ 2 h 1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107">
                    <a:moveTo>
                      <a:pt x="87" y="6"/>
                    </a:moveTo>
                    <a:cubicBezTo>
                      <a:pt x="66" y="6"/>
                      <a:pt x="45" y="0"/>
                      <a:pt x="24" y="2"/>
                    </a:cubicBezTo>
                    <a:cubicBezTo>
                      <a:pt x="8" y="3"/>
                      <a:pt x="5" y="14"/>
                      <a:pt x="5" y="30"/>
                    </a:cubicBezTo>
                    <a:cubicBezTo>
                      <a:pt x="5" y="40"/>
                      <a:pt x="8" y="50"/>
                      <a:pt x="7" y="61"/>
                    </a:cubicBezTo>
                    <a:cubicBezTo>
                      <a:pt x="6" y="68"/>
                      <a:pt x="0" y="77"/>
                      <a:pt x="5" y="84"/>
                    </a:cubicBezTo>
                    <a:cubicBezTo>
                      <a:pt x="10" y="90"/>
                      <a:pt x="24" y="90"/>
                      <a:pt x="32" y="93"/>
                    </a:cubicBezTo>
                    <a:cubicBezTo>
                      <a:pt x="43" y="98"/>
                      <a:pt x="59" y="107"/>
                      <a:pt x="71" y="102"/>
                    </a:cubicBezTo>
                    <a:cubicBezTo>
                      <a:pt x="71" y="95"/>
                      <a:pt x="61" y="92"/>
                      <a:pt x="56" y="89"/>
                    </a:cubicBezTo>
                    <a:cubicBezTo>
                      <a:pt x="51" y="87"/>
                      <a:pt x="47" y="84"/>
                      <a:pt x="43" y="82"/>
                    </a:cubicBezTo>
                    <a:cubicBezTo>
                      <a:pt x="39" y="80"/>
                      <a:pt x="33" y="80"/>
                      <a:pt x="30" y="78"/>
                    </a:cubicBezTo>
                    <a:cubicBezTo>
                      <a:pt x="21" y="72"/>
                      <a:pt x="38" y="54"/>
                      <a:pt x="36" y="43"/>
                    </a:cubicBezTo>
                    <a:cubicBezTo>
                      <a:pt x="35" y="36"/>
                      <a:pt x="29" y="29"/>
                      <a:pt x="30" y="21"/>
                    </a:cubicBezTo>
                    <a:cubicBezTo>
                      <a:pt x="31" y="14"/>
                      <a:pt x="32" y="15"/>
                      <a:pt x="38" y="13"/>
                    </a:cubicBezTo>
                    <a:cubicBezTo>
                      <a:pt x="48" y="10"/>
                      <a:pt x="54" y="12"/>
                      <a:pt x="64" y="12"/>
                    </a:cubicBezTo>
                    <a:cubicBezTo>
                      <a:pt x="73" y="12"/>
                      <a:pt x="82" y="6"/>
                      <a:pt x="91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9" name="Freeform 208">
                <a:extLst>
                  <a:ext uri="{FF2B5EF4-FFF2-40B4-BE49-F238E27FC236}">
                    <a16:creationId xmlns:a16="http://schemas.microsoft.com/office/drawing/2014/main" id="{78C66FE0-5645-40E6-B03F-5DEA79E3A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176"/>
                <a:ext cx="59" cy="72"/>
              </a:xfrm>
              <a:custGeom>
                <a:avLst/>
                <a:gdLst>
                  <a:gd name="T0" fmla="*/ 23 w 93"/>
                  <a:gd name="T1" fmla="*/ 4 h 112"/>
                  <a:gd name="T2" fmla="*/ 19 w 93"/>
                  <a:gd name="T3" fmla="*/ 3 h 112"/>
                  <a:gd name="T4" fmla="*/ 11 w 93"/>
                  <a:gd name="T5" fmla="*/ 1 h 112"/>
                  <a:gd name="T6" fmla="*/ 6 w 93"/>
                  <a:gd name="T7" fmla="*/ 2 h 112"/>
                  <a:gd name="T8" fmla="*/ 4 w 93"/>
                  <a:gd name="T9" fmla="*/ 7 h 112"/>
                  <a:gd name="T10" fmla="*/ 3 w 93"/>
                  <a:gd name="T11" fmla="*/ 15 h 112"/>
                  <a:gd name="T12" fmla="*/ 2 w 93"/>
                  <a:gd name="T13" fmla="*/ 24 h 112"/>
                  <a:gd name="T14" fmla="*/ 6 w 93"/>
                  <a:gd name="T15" fmla="*/ 26 h 112"/>
                  <a:gd name="T16" fmla="*/ 14 w 93"/>
                  <a:gd name="T17" fmla="*/ 28 h 112"/>
                  <a:gd name="T18" fmla="*/ 17 w 93"/>
                  <a:gd name="T19" fmla="*/ 28 h 112"/>
                  <a:gd name="T20" fmla="*/ 19 w 93"/>
                  <a:gd name="T21" fmla="*/ 29 h 112"/>
                  <a:gd name="T22" fmla="*/ 16 w 93"/>
                  <a:gd name="T23" fmla="*/ 25 h 112"/>
                  <a:gd name="T24" fmla="*/ 10 w 93"/>
                  <a:gd name="T25" fmla="*/ 21 h 112"/>
                  <a:gd name="T26" fmla="*/ 8 w 93"/>
                  <a:gd name="T27" fmla="*/ 18 h 112"/>
                  <a:gd name="T28" fmla="*/ 11 w 93"/>
                  <a:gd name="T29" fmla="*/ 14 h 112"/>
                  <a:gd name="T30" fmla="*/ 11 w 93"/>
                  <a:gd name="T31" fmla="*/ 6 h 112"/>
                  <a:gd name="T32" fmla="*/ 16 w 93"/>
                  <a:gd name="T33" fmla="*/ 4 h 112"/>
                  <a:gd name="T34" fmla="*/ 20 w 93"/>
                  <a:gd name="T35" fmla="*/ 3 h 112"/>
                  <a:gd name="T36" fmla="*/ 23 w 93"/>
                  <a:gd name="T37" fmla="*/ 3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3" h="112">
                    <a:moveTo>
                      <a:pt x="93" y="15"/>
                    </a:moveTo>
                    <a:cubicBezTo>
                      <a:pt x="91" y="10"/>
                      <a:pt x="81" y="10"/>
                      <a:pt x="76" y="9"/>
                    </a:cubicBezTo>
                    <a:cubicBezTo>
                      <a:pt x="66" y="7"/>
                      <a:pt x="56" y="4"/>
                      <a:pt x="46" y="3"/>
                    </a:cubicBezTo>
                    <a:cubicBezTo>
                      <a:pt x="37" y="2"/>
                      <a:pt x="26" y="0"/>
                      <a:pt x="22" y="8"/>
                    </a:cubicBezTo>
                    <a:cubicBezTo>
                      <a:pt x="19" y="12"/>
                      <a:pt x="18" y="22"/>
                      <a:pt x="17" y="27"/>
                    </a:cubicBezTo>
                    <a:cubicBezTo>
                      <a:pt x="16" y="37"/>
                      <a:pt x="14" y="46"/>
                      <a:pt x="11" y="55"/>
                    </a:cubicBezTo>
                    <a:cubicBezTo>
                      <a:pt x="8" y="64"/>
                      <a:pt x="0" y="80"/>
                      <a:pt x="7" y="89"/>
                    </a:cubicBezTo>
                    <a:cubicBezTo>
                      <a:pt x="11" y="93"/>
                      <a:pt x="20" y="95"/>
                      <a:pt x="25" y="97"/>
                    </a:cubicBezTo>
                    <a:cubicBezTo>
                      <a:pt x="35" y="100"/>
                      <a:pt x="44" y="105"/>
                      <a:pt x="54" y="105"/>
                    </a:cubicBezTo>
                    <a:cubicBezTo>
                      <a:pt x="59" y="106"/>
                      <a:pt x="62" y="106"/>
                      <a:pt x="67" y="107"/>
                    </a:cubicBezTo>
                    <a:cubicBezTo>
                      <a:pt x="69" y="108"/>
                      <a:pt x="73" y="112"/>
                      <a:pt x="75" y="109"/>
                    </a:cubicBezTo>
                    <a:cubicBezTo>
                      <a:pt x="81" y="103"/>
                      <a:pt x="65" y="95"/>
                      <a:pt x="62" y="93"/>
                    </a:cubicBezTo>
                    <a:cubicBezTo>
                      <a:pt x="53" y="89"/>
                      <a:pt x="46" y="85"/>
                      <a:pt x="37" y="81"/>
                    </a:cubicBezTo>
                    <a:cubicBezTo>
                      <a:pt x="29" y="78"/>
                      <a:pt x="24" y="74"/>
                      <a:pt x="30" y="67"/>
                    </a:cubicBezTo>
                    <a:cubicBezTo>
                      <a:pt x="35" y="61"/>
                      <a:pt x="42" y="60"/>
                      <a:pt x="44" y="52"/>
                    </a:cubicBezTo>
                    <a:cubicBezTo>
                      <a:pt x="47" y="42"/>
                      <a:pt x="42" y="32"/>
                      <a:pt x="44" y="22"/>
                    </a:cubicBezTo>
                    <a:cubicBezTo>
                      <a:pt x="46" y="14"/>
                      <a:pt x="55" y="15"/>
                      <a:pt x="63" y="14"/>
                    </a:cubicBezTo>
                    <a:cubicBezTo>
                      <a:pt x="68" y="13"/>
                      <a:pt x="74" y="12"/>
                      <a:pt x="79" y="12"/>
                    </a:cubicBezTo>
                    <a:cubicBezTo>
                      <a:pt x="84" y="12"/>
                      <a:pt x="89" y="15"/>
                      <a:pt x="93" y="12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0" name="Freeform 209">
                <a:extLst>
                  <a:ext uri="{FF2B5EF4-FFF2-40B4-BE49-F238E27FC236}">
                    <a16:creationId xmlns:a16="http://schemas.microsoft.com/office/drawing/2014/main" id="{0C954871-8F2A-4BBB-AD21-ED2A8C9CC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255"/>
                <a:ext cx="66" cy="75"/>
              </a:xfrm>
              <a:custGeom>
                <a:avLst/>
                <a:gdLst>
                  <a:gd name="T0" fmla="*/ 27 w 103"/>
                  <a:gd name="T1" fmla="*/ 6 h 118"/>
                  <a:gd name="T2" fmla="*/ 26 w 103"/>
                  <a:gd name="T3" fmla="*/ 6 h 118"/>
                  <a:gd name="T4" fmla="*/ 20 w 103"/>
                  <a:gd name="T5" fmla="*/ 4 h 118"/>
                  <a:gd name="T6" fmla="*/ 12 w 103"/>
                  <a:gd name="T7" fmla="*/ 1 h 118"/>
                  <a:gd name="T8" fmla="*/ 5 w 103"/>
                  <a:gd name="T9" fmla="*/ 4 h 118"/>
                  <a:gd name="T10" fmla="*/ 3 w 103"/>
                  <a:gd name="T11" fmla="*/ 17 h 118"/>
                  <a:gd name="T12" fmla="*/ 1 w 103"/>
                  <a:gd name="T13" fmla="*/ 26 h 118"/>
                  <a:gd name="T14" fmla="*/ 5 w 103"/>
                  <a:gd name="T15" fmla="*/ 27 h 118"/>
                  <a:gd name="T16" fmla="*/ 13 w 103"/>
                  <a:gd name="T17" fmla="*/ 30 h 118"/>
                  <a:gd name="T18" fmla="*/ 18 w 103"/>
                  <a:gd name="T19" fmla="*/ 29 h 118"/>
                  <a:gd name="T20" fmla="*/ 10 w 103"/>
                  <a:gd name="T21" fmla="*/ 22 h 118"/>
                  <a:gd name="T22" fmla="*/ 8 w 103"/>
                  <a:gd name="T23" fmla="*/ 15 h 118"/>
                  <a:gd name="T24" fmla="*/ 10 w 103"/>
                  <a:gd name="T25" fmla="*/ 10 h 118"/>
                  <a:gd name="T26" fmla="*/ 13 w 103"/>
                  <a:gd name="T27" fmla="*/ 7 h 118"/>
                  <a:gd name="T28" fmla="*/ 18 w 103"/>
                  <a:gd name="T29" fmla="*/ 8 h 118"/>
                  <a:gd name="T30" fmla="*/ 24 w 103"/>
                  <a:gd name="T31" fmla="*/ 7 h 118"/>
                  <a:gd name="T32" fmla="*/ 26 w 103"/>
                  <a:gd name="T33" fmla="*/ 7 h 1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3" h="118">
                    <a:moveTo>
                      <a:pt x="103" y="25"/>
                    </a:moveTo>
                    <a:cubicBezTo>
                      <a:pt x="99" y="25"/>
                      <a:pt x="99" y="23"/>
                      <a:pt x="96" y="22"/>
                    </a:cubicBezTo>
                    <a:cubicBezTo>
                      <a:pt x="90" y="19"/>
                      <a:pt x="84" y="17"/>
                      <a:pt x="77" y="15"/>
                    </a:cubicBezTo>
                    <a:cubicBezTo>
                      <a:pt x="67" y="11"/>
                      <a:pt x="57" y="6"/>
                      <a:pt x="47" y="3"/>
                    </a:cubicBezTo>
                    <a:cubicBezTo>
                      <a:pt x="35" y="0"/>
                      <a:pt x="25" y="1"/>
                      <a:pt x="20" y="14"/>
                    </a:cubicBezTo>
                    <a:cubicBezTo>
                      <a:pt x="14" y="30"/>
                      <a:pt x="11" y="48"/>
                      <a:pt x="9" y="65"/>
                    </a:cubicBezTo>
                    <a:cubicBezTo>
                      <a:pt x="7" y="73"/>
                      <a:pt x="0" y="94"/>
                      <a:pt x="4" y="100"/>
                    </a:cubicBezTo>
                    <a:cubicBezTo>
                      <a:pt x="7" y="105"/>
                      <a:pt x="16" y="104"/>
                      <a:pt x="21" y="106"/>
                    </a:cubicBezTo>
                    <a:cubicBezTo>
                      <a:pt x="30" y="109"/>
                      <a:pt x="39" y="115"/>
                      <a:pt x="49" y="116"/>
                    </a:cubicBezTo>
                    <a:cubicBezTo>
                      <a:pt x="53" y="117"/>
                      <a:pt x="68" y="118"/>
                      <a:pt x="67" y="112"/>
                    </a:cubicBezTo>
                    <a:cubicBezTo>
                      <a:pt x="67" y="104"/>
                      <a:pt x="43" y="91"/>
                      <a:pt x="38" y="86"/>
                    </a:cubicBezTo>
                    <a:cubicBezTo>
                      <a:pt x="31" y="78"/>
                      <a:pt x="23" y="71"/>
                      <a:pt x="28" y="60"/>
                    </a:cubicBezTo>
                    <a:cubicBezTo>
                      <a:pt x="33" y="51"/>
                      <a:pt x="41" y="49"/>
                      <a:pt x="39" y="38"/>
                    </a:cubicBezTo>
                    <a:cubicBezTo>
                      <a:pt x="39" y="29"/>
                      <a:pt x="37" y="25"/>
                      <a:pt x="49" y="27"/>
                    </a:cubicBezTo>
                    <a:cubicBezTo>
                      <a:pt x="55" y="28"/>
                      <a:pt x="60" y="32"/>
                      <a:pt x="67" y="32"/>
                    </a:cubicBezTo>
                    <a:cubicBezTo>
                      <a:pt x="75" y="33"/>
                      <a:pt x="83" y="29"/>
                      <a:pt x="91" y="29"/>
                    </a:cubicBezTo>
                    <a:cubicBezTo>
                      <a:pt x="94" y="29"/>
                      <a:pt x="99" y="30"/>
                      <a:pt x="100" y="2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1" name="Freeform 210">
                <a:extLst>
                  <a:ext uri="{FF2B5EF4-FFF2-40B4-BE49-F238E27FC236}">
                    <a16:creationId xmlns:a16="http://schemas.microsoft.com/office/drawing/2014/main" id="{54A0748E-7908-423E-A2F4-53F30E92D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348"/>
                <a:ext cx="67" cy="76"/>
              </a:xfrm>
              <a:custGeom>
                <a:avLst/>
                <a:gdLst>
                  <a:gd name="T0" fmla="*/ 18 w 106"/>
                  <a:gd name="T1" fmla="*/ 31 h 119"/>
                  <a:gd name="T2" fmla="*/ 8 w 106"/>
                  <a:gd name="T3" fmla="*/ 26 h 119"/>
                  <a:gd name="T4" fmla="*/ 2 w 106"/>
                  <a:gd name="T5" fmla="*/ 23 h 119"/>
                  <a:gd name="T6" fmla="*/ 2 w 106"/>
                  <a:gd name="T7" fmla="*/ 18 h 119"/>
                  <a:gd name="T8" fmla="*/ 5 w 106"/>
                  <a:gd name="T9" fmla="*/ 10 h 119"/>
                  <a:gd name="T10" fmla="*/ 11 w 106"/>
                  <a:gd name="T11" fmla="*/ 1 h 119"/>
                  <a:gd name="T12" fmla="*/ 13 w 106"/>
                  <a:gd name="T13" fmla="*/ 2 h 119"/>
                  <a:gd name="T14" fmla="*/ 19 w 106"/>
                  <a:gd name="T15" fmla="*/ 3 h 119"/>
                  <a:gd name="T16" fmla="*/ 27 w 106"/>
                  <a:gd name="T17" fmla="*/ 8 h 119"/>
                  <a:gd name="T18" fmla="*/ 20 w 106"/>
                  <a:gd name="T19" fmla="*/ 6 h 119"/>
                  <a:gd name="T20" fmla="*/ 13 w 106"/>
                  <a:gd name="T21" fmla="*/ 6 h 119"/>
                  <a:gd name="T22" fmla="*/ 10 w 106"/>
                  <a:gd name="T23" fmla="*/ 13 h 119"/>
                  <a:gd name="T24" fmla="*/ 9 w 106"/>
                  <a:gd name="T25" fmla="*/ 17 h 119"/>
                  <a:gd name="T26" fmla="*/ 8 w 106"/>
                  <a:gd name="T27" fmla="*/ 19 h 119"/>
                  <a:gd name="T28" fmla="*/ 9 w 106"/>
                  <a:gd name="T29" fmla="*/ 21 h 119"/>
                  <a:gd name="T30" fmla="*/ 10 w 106"/>
                  <a:gd name="T31" fmla="*/ 24 h 119"/>
                  <a:gd name="T32" fmla="*/ 13 w 106"/>
                  <a:gd name="T33" fmla="*/ 27 h 119"/>
                  <a:gd name="T34" fmla="*/ 19 w 106"/>
                  <a:gd name="T35" fmla="*/ 31 h 1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6" h="119">
                    <a:moveTo>
                      <a:pt x="69" y="117"/>
                    </a:moveTo>
                    <a:cubicBezTo>
                      <a:pt x="60" y="109"/>
                      <a:pt x="45" y="106"/>
                      <a:pt x="34" y="100"/>
                    </a:cubicBezTo>
                    <a:cubicBezTo>
                      <a:pt x="25" y="95"/>
                      <a:pt x="14" y="93"/>
                      <a:pt x="7" y="87"/>
                    </a:cubicBezTo>
                    <a:cubicBezTo>
                      <a:pt x="0" y="81"/>
                      <a:pt x="3" y="76"/>
                      <a:pt x="7" y="69"/>
                    </a:cubicBezTo>
                    <a:cubicBezTo>
                      <a:pt x="11" y="58"/>
                      <a:pt x="15" y="47"/>
                      <a:pt x="19" y="36"/>
                    </a:cubicBezTo>
                    <a:cubicBezTo>
                      <a:pt x="22" y="24"/>
                      <a:pt x="24" y="0"/>
                      <a:pt x="42" y="3"/>
                    </a:cubicBezTo>
                    <a:cubicBezTo>
                      <a:pt x="46" y="3"/>
                      <a:pt x="50" y="6"/>
                      <a:pt x="54" y="8"/>
                    </a:cubicBezTo>
                    <a:cubicBezTo>
                      <a:pt x="61" y="10"/>
                      <a:pt x="68" y="11"/>
                      <a:pt x="75" y="13"/>
                    </a:cubicBezTo>
                    <a:cubicBezTo>
                      <a:pt x="84" y="17"/>
                      <a:pt x="103" y="22"/>
                      <a:pt x="106" y="32"/>
                    </a:cubicBezTo>
                    <a:cubicBezTo>
                      <a:pt x="97" y="30"/>
                      <a:pt x="88" y="26"/>
                      <a:pt x="77" y="24"/>
                    </a:cubicBezTo>
                    <a:cubicBezTo>
                      <a:pt x="70" y="23"/>
                      <a:pt x="57" y="19"/>
                      <a:pt x="50" y="22"/>
                    </a:cubicBezTo>
                    <a:cubicBezTo>
                      <a:pt x="41" y="27"/>
                      <a:pt x="40" y="41"/>
                      <a:pt x="39" y="50"/>
                    </a:cubicBezTo>
                    <a:cubicBezTo>
                      <a:pt x="38" y="55"/>
                      <a:pt x="37" y="60"/>
                      <a:pt x="35" y="64"/>
                    </a:cubicBezTo>
                    <a:cubicBezTo>
                      <a:pt x="35" y="66"/>
                      <a:pt x="31" y="71"/>
                      <a:pt x="31" y="72"/>
                    </a:cubicBezTo>
                    <a:cubicBezTo>
                      <a:pt x="31" y="76"/>
                      <a:pt x="35" y="79"/>
                      <a:pt x="37" y="82"/>
                    </a:cubicBezTo>
                    <a:cubicBezTo>
                      <a:pt x="39" y="87"/>
                      <a:pt x="38" y="89"/>
                      <a:pt x="40" y="94"/>
                    </a:cubicBezTo>
                    <a:cubicBezTo>
                      <a:pt x="41" y="99"/>
                      <a:pt x="45" y="103"/>
                      <a:pt x="50" y="106"/>
                    </a:cubicBezTo>
                    <a:cubicBezTo>
                      <a:pt x="57" y="112"/>
                      <a:pt x="69" y="111"/>
                      <a:pt x="74" y="11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2" name="Freeform 211">
                <a:extLst>
                  <a:ext uri="{FF2B5EF4-FFF2-40B4-BE49-F238E27FC236}">
                    <a16:creationId xmlns:a16="http://schemas.microsoft.com/office/drawing/2014/main" id="{AF67CA02-00D5-4989-B618-939DF4C7E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437"/>
                <a:ext cx="75" cy="79"/>
              </a:xfrm>
              <a:custGeom>
                <a:avLst/>
                <a:gdLst>
                  <a:gd name="T0" fmla="*/ 31 w 118"/>
                  <a:gd name="T1" fmla="*/ 6 h 123"/>
                  <a:gd name="T2" fmla="*/ 28 w 118"/>
                  <a:gd name="T3" fmla="*/ 5 h 123"/>
                  <a:gd name="T4" fmla="*/ 20 w 118"/>
                  <a:gd name="T5" fmla="*/ 2 h 123"/>
                  <a:gd name="T6" fmla="*/ 12 w 118"/>
                  <a:gd name="T7" fmla="*/ 1 h 123"/>
                  <a:gd name="T8" fmla="*/ 8 w 118"/>
                  <a:gd name="T9" fmla="*/ 5 h 123"/>
                  <a:gd name="T10" fmla="*/ 4 w 118"/>
                  <a:gd name="T11" fmla="*/ 16 h 123"/>
                  <a:gd name="T12" fmla="*/ 4 w 118"/>
                  <a:gd name="T13" fmla="*/ 29 h 123"/>
                  <a:gd name="T14" fmla="*/ 15 w 118"/>
                  <a:gd name="T15" fmla="*/ 31 h 123"/>
                  <a:gd name="T16" fmla="*/ 24 w 118"/>
                  <a:gd name="T17" fmla="*/ 31 h 123"/>
                  <a:gd name="T18" fmla="*/ 12 w 118"/>
                  <a:gd name="T19" fmla="*/ 24 h 123"/>
                  <a:gd name="T20" fmla="*/ 13 w 118"/>
                  <a:gd name="T21" fmla="*/ 20 h 123"/>
                  <a:gd name="T22" fmla="*/ 15 w 118"/>
                  <a:gd name="T23" fmla="*/ 13 h 123"/>
                  <a:gd name="T24" fmla="*/ 15 w 118"/>
                  <a:gd name="T25" fmla="*/ 6 h 123"/>
                  <a:gd name="T26" fmla="*/ 17 w 118"/>
                  <a:gd name="T27" fmla="*/ 4 h 123"/>
                  <a:gd name="T28" fmla="*/ 23 w 118"/>
                  <a:gd name="T29" fmla="*/ 5 h 123"/>
                  <a:gd name="T30" fmla="*/ 29 w 118"/>
                  <a:gd name="T31" fmla="*/ 7 h 1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8" h="123">
                    <a:moveTo>
                      <a:pt x="118" y="24"/>
                    </a:moveTo>
                    <a:cubicBezTo>
                      <a:pt x="114" y="25"/>
                      <a:pt x="112" y="22"/>
                      <a:pt x="109" y="21"/>
                    </a:cubicBezTo>
                    <a:cubicBezTo>
                      <a:pt x="100" y="15"/>
                      <a:pt x="91" y="11"/>
                      <a:pt x="81" y="8"/>
                    </a:cubicBezTo>
                    <a:cubicBezTo>
                      <a:pt x="71" y="5"/>
                      <a:pt x="58" y="0"/>
                      <a:pt x="47" y="1"/>
                    </a:cubicBezTo>
                    <a:cubicBezTo>
                      <a:pt x="37" y="2"/>
                      <a:pt x="33" y="9"/>
                      <a:pt x="30" y="19"/>
                    </a:cubicBezTo>
                    <a:cubicBezTo>
                      <a:pt x="25" y="32"/>
                      <a:pt x="23" y="47"/>
                      <a:pt x="18" y="60"/>
                    </a:cubicBezTo>
                    <a:cubicBezTo>
                      <a:pt x="13" y="75"/>
                      <a:pt x="0" y="98"/>
                      <a:pt x="17" y="109"/>
                    </a:cubicBezTo>
                    <a:cubicBezTo>
                      <a:pt x="27" y="116"/>
                      <a:pt x="47" y="118"/>
                      <a:pt x="58" y="120"/>
                    </a:cubicBezTo>
                    <a:cubicBezTo>
                      <a:pt x="69" y="123"/>
                      <a:pt x="82" y="122"/>
                      <a:pt x="92" y="120"/>
                    </a:cubicBezTo>
                    <a:cubicBezTo>
                      <a:pt x="81" y="108"/>
                      <a:pt x="55" y="107"/>
                      <a:pt x="47" y="92"/>
                    </a:cubicBezTo>
                    <a:cubicBezTo>
                      <a:pt x="43" y="85"/>
                      <a:pt x="48" y="81"/>
                      <a:pt x="51" y="75"/>
                    </a:cubicBezTo>
                    <a:cubicBezTo>
                      <a:pt x="55" y="66"/>
                      <a:pt x="57" y="58"/>
                      <a:pt x="57" y="49"/>
                    </a:cubicBezTo>
                    <a:cubicBezTo>
                      <a:pt x="58" y="40"/>
                      <a:pt x="56" y="31"/>
                      <a:pt x="56" y="23"/>
                    </a:cubicBezTo>
                    <a:cubicBezTo>
                      <a:pt x="56" y="16"/>
                      <a:pt x="56" y="15"/>
                      <a:pt x="64" y="14"/>
                    </a:cubicBezTo>
                    <a:cubicBezTo>
                      <a:pt x="72" y="13"/>
                      <a:pt x="80" y="18"/>
                      <a:pt x="88" y="21"/>
                    </a:cubicBezTo>
                    <a:cubicBezTo>
                      <a:pt x="97" y="25"/>
                      <a:pt x="105" y="27"/>
                      <a:pt x="115" y="2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3" name="Freeform 212">
                <a:extLst>
                  <a:ext uri="{FF2B5EF4-FFF2-40B4-BE49-F238E27FC236}">
                    <a16:creationId xmlns:a16="http://schemas.microsoft.com/office/drawing/2014/main" id="{058267DA-E705-4F0E-87C7-9F443FC4A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537"/>
                <a:ext cx="64" cy="65"/>
              </a:xfrm>
              <a:custGeom>
                <a:avLst/>
                <a:gdLst>
                  <a:gd name="T0" fmla="*/ 26 w 101"/>
                  <a:gd name="T1" fmla="*/ 4 h 102"/>
                  <a:gd name="T2" fmla="*/ 10 w 101"/>
                  <a:gd name="T3" fmla="*/ 1 h 102"/>
                  <a:gd name="T4" fmla="*/ 4 w 101"/>
                  <a:gd name="T5" fmla="*/ 4 h 102"/>
                  <a:gd name="T6" fmla="*/ 2 w 101"/>
                  <a:gd name="T7" fmla="*/ 16 h 102"/>
                  <a:gd name="T8" fmla="*/ 3 w 101"/>
                  <a:gd name="T9" fmla="*/ 22 h 102"/>
                  <a:gd name="T10" fmla="*/ 9 w 101"/>
                  <a:gd name="T11" fmla="*/ 22 h 102"/>
                  <a:gd name="T12" fmla="*/ 15 w 101"/>
                  <a:gd name="T13" fmla="*/ 24 h 102"/>
                  <a:gd name="T14" fmla="*/ 20 w 101"/>
                  <a:gd name="T15" fmla="*/ 23 h 102"/>
                  <a:gd name="T16" fmla="*/ 18 w 101"/>
                  <a:gd name="T17" fmla="*/ 21 h 102"/>
                  <a:gd name="T18" fmla="*/ 13 w 101"/>
                  <a:gd name="T19" fmla="*/ 17 h 102"/>
                  <a:gd name="T20" fmla="*/ 7 w 101"/>
                  <a:gd name="T21" fmla="*/ 15 h 102"/>
                  <a:gd name="T22" fmla="*/ 10 w 101"/>
                  <a:gd name="T23" fmla="*/ 13 h 102"/>
                  <a:gd name="T24" fmla="*/ 11 w 101"/>
                  <a:gd name="T25" fmla="*/ 7 h 102"/>
                  <a:gd name="T26" fmla="*/ 12 w 101"/>
                  <a:gd name="T27" fmla="*/ 4 h 102"/>
                  <a:gd name="T28" fmla="*/ 17 w 101"/>
                  <a:gd name="T29" fmla="*/ 4 h 102"/>
                  <a:gd name="T30" fmla="*/ 22 w 101"/>
                  <a:gd name="T31" fmla="*/ 3 h 102"/>
                  <a:gd name="T32" fmla="*/ 25 w 101"/>
                  <a:gd name="T33" fmla="*/ 3 h 10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1" h="102">
                    <a:moveTo>
                      <a:pt x="101" y="15"/>
                    </a:moveTo>
                    <a:cubicBezTo>
                      <a:pt x="80" y="8"/>
                      <a:pt x="59" y="7"/>
                      <a:pt x="38" y="5"/>
                    </a:cubicBezTo>
                    <a:cubicBezTo>
                      <a:pt x="26" y="3"/>
                      <a:pt x="18" y="0"/>
                      <a:pt x="15" y="15"/>
                    </a:cubicBezTo>
                    <a:cubicBezTo>
                      <a:pt x="12" y="31"/>
                      <a:pt x="10" y="46"/>
                      <a:pt x="7" y="62"/>
                    </a:cubicBezTo>
                    <a:cubicBezTo>
                      <a:pt x="6" y="69"/>
                      <a:pt x="0" y="82"/>
                      <a:pt x="9" y="86"/>
                    </a:cubicBezTo>
                    <a:cubicBezTo>
                      <a:pt x="15" y="89"/>
                      <a:pt x="28" y="86"/>
                      <a:pt x="35" y="87"/>
                    </a:cubicBezTo>
                    <a:cubicBezTo>
                      <a:pt x="44" y="88"/>
                      <a:pt x="52" y="92"/>
                      <a:pt x="60" y="94"/>
                    </a:cubicBezTo>
                    <a:cubicBezTo>
                      <a:pt x="65" y="96"/>
                      <a:pt x="81" y="102"/>
                      <a:pt x="81" y="90"/>
                    </a:cubicBezTo>
                    <a:cubicBezTo>
                      <a:pt x="81" y="85"/>
                      <a:pt x="75" y="84"/>
                      <a:pt x="72" y="81"/>
                    </a:cubicBezTo>
                    <a:cubicBezTo>
                      <a:pt x="64" y="76"/>
                      <a:pt x="59" y="69"/>
                      <a:pt x="49" y="67"/>
                    </a:cubicBezTo>
                    <a:cubicBezTo>
                      <a:pt x="44" y="66"/>
                      <a:pt x="27" y="66"/>
                      <a:pt x="29" y="58"/>
                    </a:cubicBezTo>
                    <a:cubicBezTo>
                      <a:pt x="29" y="55"/>
                      <a:pt x="37" y="51"/>
                      <a:pt x="39" y="48"/>
                    </a:cubicBezTo>
                    <a:cubicBezTo>
                      <a:pt x="43" y="42"/>
                      <a:pt x="43" y="36"/>
                      <a:pt x="43" y="29"/>
                    </a:cubicBezTo>
                    <a:cubicBezTo>
                      <a:pt x="43" y="23"/>
                      <a:pt x="42" y="20"/>
                      <a:pt x="48" y="16"/>
                    </a:cubicBezTo>
                    <a:cubicBezTo>
                      <a:pt x="53" y="14"/>
                      <a:pt x="61" y="15"/>
                      <a:pt x="66" y="15"/>
                    </a:cubicBezTo>
                    <a:cubicBezTo>
                      <a:pt x="75" y="16"/>
                      <a:pt x="79" y="16"/>
                      <a:pt x="88" y="13"/>
                    </a:cubicBezTo>
                    <a:cubicBezTo>
                      <a:pt x="91" y="11"/>
                      <a:pt x="95" y="9"/>
                      <a:pt x="98" y="1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4" name="Freeform 213">
                <a:extLst>
                  <a:ext uri="{FF2B5EF4-FFF2-40B4-BE49-F238E27FC236}">
                    <a16:creationId xmlns:a16="http://schemas.microsoft.com/office/drawing/2014/main" id="{34102308-9F51-42BC-A14A-0D64AA7C6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622"/>
                <a:ext cx="62" cy="71"/>
              </a:xfrm>
              <a:custGeom>
                <a:avLst/>
                <a:gdLst>
                  <a:gd name="T0" fmla="*/ 25 w 98"/>
                  <a:gd name="T1" fmla="*/ 4 h 112"/>
                  <a:gd name="T2" fmla="*/ 20 w 98"/>
                  <a:gd name="T3" fmla="*/ 4 h 112"/>
                  <a:gd name="T4" fmla="*/ 11 w 98"/>
                  <a:gd name="T5" fmla="*/ 3 h 112"/>
                  <a:gd name="T6" fmla="*/ 8 w 98"/>
                  <a:gd name="T7" fmla="*/ 2 h 112"/>
                  <a:gd name="T8" fmla="*/ 6 w 98"/>
                  <a:gd name="T9" fmla="*/ 1 h 112"/>
                  <a:gd name="T10" fmla="*/ 3 w 98"/>
                  <a:gd name="T11" fmla="*/ 13 h 112"/>
                  <a:gd name="T12" fmla="*/ 1 w 98"/>
                  <a:gd name="T13" fmla="*/ 20 h 112"/>
                  <a:gd name="T14" fmla="*/ 2 w 98"/>
                  <a:gd name="T15" fmla="*/ 27 h 112"/>
                  <a:gd name="T16" fmla="*/ 8 w 98"/>
                  <a:gd name="T17" fmla="*/ 27 h 112"/>
                  <a:gd name="T18" fmla="*/ 14 w 98"/>
                  <a:gd name="T19" fmla="*/ 27 h 112"/>
                  <a:gd name="T20" fmla="*/ 22 w 98"/>
                  <a:gd name="T21" fmla="*/ 27 h 112"/>
                  <a:gd name="T22" fmla="*/ 16 w 98"/>
                  <a:gd name="T23" fmla="*/ 22 h 112"/>
                  <a:gd name="T24" fmla="*/ 9 w 98"/>
                  <a:gd name="T25" fmla="*/ 19 h 112"/>
                  <a:gd name="T26" fmla="*/ 11 w 98"/>
                  <a:gd name="T27" fmla="*/ 16 h 112"/>
                  <a:gd name="T28" fmla="*/ 12 w 98"/>
                  <a:gd name="T29" fmla="*/ 11 h 112"/>
                  <a:gd name="T30" fmla="*/ 11 w 98"/>
                  <a:gd name="T31" fmla="*/ 4 h 112"/>
                  <a:gd name="T32" fmla="*/ 17 w 98"/>
                  <a:gd name="T33" fmla="*/ 4 h 112"/>
                  <a:gd name="T34" fmla="*/ 25 w 98"/>
                  <a:gd name="T35" fmla="*/ 5 h 1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8" h="112">
                    <a:moveTo>
                      <a:pt x="98" y="18"/>
                    </a:moveTo>
                    <a:cubicBezTo>
                      <a:pt x="96" y="15"/>
                      <a:pt x="85" y="17"/>
                      <a:pt x="81" y="16"/>
                    </a:cubicBezTo>
                    <a:cubicBezTo>
                      <a:pt x="70" y="15"/>
                      <a:pt x="57" y="12"/>
                      <a:pt x="46" y="10"/>
                    </a:cubicBezTo>
                    <a:cubicBezTo>
                      <a:pt x="41" y="9"/>
                      <a:pt x="35" y="8"/>
                      <a:pt x="30" y="6"/>
                    </a:cubicBezTo>
                    <a:cubicBezTo>
                      <a:pt x="27" y="5"/>
                      <a:pt x="26" y="3"/>
                      <a:pt x="23" y="2"/>
                    </a:cubicBezTo>
                    <a:cubicBezTo>
                      <a:pt x="9" y="0"/>
                      <a:pt x="10" y="41"/>
                      <a:pt x="9" y="51"/>
                    </a:cubicBezTo>
                    <a:cubicBezTo>
                      <a:pt x="8" y="61"/>
                      <a:pt x="7" y="71"/>
                      <a:pt x="5" y="81"/>
                    </a:cubicBezTo>
                    <a:cubicBezTo>
                      <a:pt x="4" y="88"/>
                      <a:pt x="0" y="101"/>
                      <a:pt x="8" y="105"/>
                    </a:cubicBezTo>
                    <a:cubicBezTo>
                      <a:pt x="13" y="108"/>
                      <a:pt x="24" y="107"/>
                      <a:pt x="30" y="107"/>
                    </a:cubicBezTo>
                    <a:cubicBezTo>
                      <a:pt x="38" y="107"/>
                      <a:pt x="47" y="108"/>
                      <a:pt x="56" y="108"/>
                    </a:cubicBezTo>
                    <a:cubicBezTo>
                      <a:pt x="66" y="109"/>
                      <a:pt x="78" y="112"/>
                      <a:pt x="87" y="107"/>
                    </a:cubicBezTo>
                    <a:cubicBezTo>
                      <a:pt x="83" y="99"/>
                      <a:pt x="70" y="90"/>
                      <a:pt x="62" y="87"/>
                    </a:cubicBezTo>
                    <a:cubicBezTo>
                      <a:pt x="54" y="84"/>
                      <a:pt x="37" y="88"/>
                      <a:pt x="37" y="76"/>
                    </a:cubicBezTo>
                    <a:cubicBezTo>
                      <a:pt x="37" y="71"/>
                      <a:pt x="42" y="67"/>
                      <a:pt x="44" y="63"/>
                    </a:cubicBezTo>
                    <a:cubicBezTo>
                      <a:pt x="47" y="57"/>
                      <a:pt x="47" y="52"/>
                      <a:pt x="47" y="46"/>
                    </a:cubicBezTo>
                    <a:cubicBezTo>
                      <a:pt x="46" y="36"/>
                      <a:pt x="46" y="25"/>
                      <a:pt x="43" y="17"/>
                    </a:cubicBezTo>
                    <a:cubicBezTo>
                      <a:pt x="51" y="16"/>
                      <a:pt x="59" y="16"/>
                      <a:pt x="67" y="18"/>
                    </a:cubicBezTo>
                    <a:cubicBezTo>
                      <a:pt x="77" y="20"/>
                      <a:pt x="86" y="22"/>
                      <a:pt x="96" y="1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5" name="Freeform 214">
                <a:extLst>
                  <a:ext uri="{FF2B5EF4-FFF2-40B4-BE49-F238E27FC236}">
                    <a16:creationId xmlns:a16="http://schemas.microsoft.com/office/drawing/2014/main" id="{1C75B105-B635-4CC9-859F-9F98C89D2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724"/>
                <a:ext cx="60" cy="71"/>
              </a:xfrm>
              <a:custGeom>
                <a:avLst/>
                <a:gdLst>
                  <a:gd name="T0" fmla="*/ 24 w 93"/>
                  <a:gd name="T1" fmla="*/ 2 h 112"/>
                  <a:gd name="T2" fmla="*/ 22 w 93"/>
                  <a:gd name="T3" fmla="*/ 2 h 112"/>
                  <a:gd name="T4" fmla="*/ 19 w 93"/>
                  <a:gd name="T5" fmla="*/ 2 h 112"/>
                  <a:gd name="T6" fmla="*/ 13 w 93"/>
                  <a:gd name="T7" fmla="*/ 2 h 112"/>
                  <a:gd name="T8" fmla="*/ 6 w 93"/>
                  <a:gd name="T9" fmla="*/ 1 h 112"/>
                  <a:gd name="T10" fmla="*/ 2 w 93"/>
                  <a:gd name="T11" fmla="*/ 1 h 112"/>
                  <a:gd name="T12" fmla="*/ 2 w 93"/>
                  <a:gd name="T13" fmla="*/ 12 h 112"/>
                  <a:gd name="T14" fmla="*/ 1 w 93"/>
                  <a:gd name="T15" fmla="*/ 25 h 112"/>
                  <a:gd name="T16" fmla="*/ 5 w 93"/>
                  <a:gd name="T17" fmla="*/ 27 h 112"/>
                  <a:gd name="T18" fmla="*/ 16 w 93"/>
                  <a:gd name="T19" fmla="*/ 28 h 112"/>
                  <a:gd name="T20" fmla="*/ 25 w 93"/>
                  <a:gd name="T21" fmla="*/ 27 h 112"/>
                  <a:gd name="T22" fmla="*/ 23 w 93"/>
                  <a:gd name="T23" fmla="*/ 25 h 112"/>
                  <a:gd name="T24" fmla="*/ 18 w 93"/>
                  <a:gd name="T25" fmla="*/ 25 h 112"/>
                  <a:gd name="T26" fmla="*/ 11 w 93"/>
                  <a:gd name="T27" fmla="*/ 23 h 112"/>
                  <a:gd name="T28" fmla="*/ 8 w 93"/>
                  <a:gd name="T29" fmla="*/ 15 h 112"/>
                  <a:gd name="T30" fmla="*/ 6 w 93"/>
                  <a:gd name="T31" fmla="*/ 7 h 112"/>
                  <a:gd name="T32" fmla="*/ 10 w 93"/>
                  <a:gd name="T33" fmla="*/ 4 h 112"/>
                  <a:gd name="T34" fmla="*/ 18 w 93"/>
                  <a:gd name="T35" fmla="*/ 4 h 112"/>
                  <a:gd name="T36" fmla="*/ 25 w 93"/>
                  <a:gd name="T37" fmla="*/ 3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3" h="112">
                    <a:moveTo>
                      <a:pt x="89" y="7"/>
                    </a:moveTo>
                    <a:cubicBezTo>
                      <a:pt x="89" y="7"/>
                      <a:pt x="85" y="7"/>
                      <a:pt x="82" y="7"/>
                    </a:cubicBezTo>
                    <a:cubicBezTo>
                      <a:pt x="77" y="7"/>
                      <a:pt x="73" y="8"/>
                      <a:pt x="69" y="8"/>
                    </a:cubicBezTo>
                    <a:cubicBezTo>
                      <a:pt x="62" y="9"/>
                      <a:pt x="55" y="7"/>
                      <a:pt x="48" y="7"/>
                    </a:cubicBezTo>
                    <a:cubicBezTo>
                      <a:pt x="39" y="7"/>
                      <a:pt x="32" y="6"/>
                      <a:pt x="24" y="4"/>
                    </a:cubicBezTo>
                    <a:cubicBezTo>
                      <a:pt x="18" y="3"/>
                      <a:pt x="11" y="0"/>
                      <a:pt x="7" y="5"/>
                    </a:cubicBezTo>
                    <a:cubicBezTo>
                      <a:pt x="0" y="13"/>
                      <a:pt x="6" y="38"/>
                      <a:pt x="6" y="47"/>
                    </a:cubicBezTo>
                    <a:cubicBezTo>
                      <a:pt x="6" y="64"/>
                      <a:pt x="4" y="80"/>
                      <a:pt x="4" y="97"/>
                    </a:cubicBezTo>
                    <a:cubicBezTo>
                      <a:pt x="5" y="108"/>
                      <a:pt x="7" y="109"/>
                      <a:pt x="19" y="108"/>
                    </a:cubicBezTo>
                    <a:cubicBezTo>
                      <a:pt x="33" y="108"/>
                      <a:pt x="47" y="109"/>
                      <a:pt x="61" y="111"/>
                    </a:cubicBezTo>
                    <a:cubicBezTo>
                      <a:pt x="70" y="111"/>
                      <a:pt x="85" y="112"/>
                      <a:pt x="91" y="105"/>
                    </a:cubicBezTo>
                    <a:cubicBezTo>
                      <a:pt x="88" y="104"/>
                      <a:pt x="86" y="101"/>
                      <a:pt x="83" y="100"/>
                    </a:cubicBezTo>
                    <a:cubicBezTo>
                      <a:pt x="78" y="97"/>
                      <a:pt x="73" y="96"/>
                      <a:pt x="68" y="96"/>
                    </a:cubicBezTo>
                    <a:cubicBezTo>
                      <a:pt x="59" y="94"/>
                      <a:pt x="48" y="94"/>
                      <a:pt x="40" y="91"/>
                    </a:cubicBezTo>
                    <a:cubicBezTo>
                      <a:pt x="23" y="86"/>
                      <a:pt x="26" y="73"/>
                      <a:pt x="28" y="58"/>
                    </a:cubicBezTo>
                    <a:cubicBezTo>
                      <a:pt x="31" y="45"/>
                      <a:pt x="27" y="39"/>
                      <a:pt x="25" y="27"/>
                    </a:cubicBezTo>
                    <a:cubicBezTo>
                      <a:pt x="23" y="18"/>
                      <a:pt x="27" y="17"/>
                      <a:pt x="35" y="15"/>
                    </a:cubicBezTo>
                    <a:cubicBezTo>
                      <a:pt x="47" y="12"/>
                      <a:pt x="56" y="17"/>
                      <a:pt x="68" y="17"/>
                    </a:cubicBezTo>
                    <a:cubicBezTo>
                      <a:pt x="74" y="16"/>
                      <a:pt x="89" y="17"/>
                      <a:pt x="93" y="1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6" name="Freeform 215">
                <a:extLst>
                  <a:ext uri="{FF2B5EF4-FFF2-40B4-BE49-F238E27FC236}">
                    <a16:creationId xmlns:a16="http://schemas.microsoft.com/office/drawing/2014/main" id="{151764BF-E1B6-48D6-9B31-58330218C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828"/>
                <a:ext cx="64" cy="69"/>
              </a:xfrm>
              <a:custGeom>
                <a:avLst/>
                <a:gdLst>
                  <a:gd name="T0" fmla="*/ 19 w 101"/>
                  <a:gd name="T1" fmla="*/ 1 h 108"/>
                  <a:gd name="T2" fmla="*/ 19 w 101"/>
                  <a:gd name="T3" fmla="*/ 0 h 108"/>
                  <a:gd name="T4" fmla="*/ 5 w 101"/>
                  <a:gd name="T5" fmla="*/ 2 h 108"/>
                  <a:gd name="T6" fmla="*/ 1 w 101"/>
                  <a:gd name="T7" fmla="*/ 5 h 108"/>
                  <a:gd name="T8" fmla="*/ 2 w 101"/>
                  <a:gd name="T9" fmla="*/ 20 h 108"/>
                  <a:gd name="T10" fmla="*/ 4 w 101"/>
                  <a:gd name="T11" fmla="*/ 27 h 108"/>
                  <a:gd name="T12" fmla="*/ 10 w 101"/>
                  <a:gd name="T13" fmla="*/ 27 h 108"/>
                  <a:gd name="T14" fmla="*/ 17 w 101"/>
                  <a:gd name="T15" fmla="*/ 26 h 108"/>
                  <a:gd name="T16" fmla="*/ 25 w 101"/>
                  <a:gd name="T17" fmla="*/ 25 h 108"/>
                  <a:gd name="T18" fmla="*/ 17 w 101"/>
                  <a:gd name="T19" fmla="*/ 22 h 108"/>
                  <a:gd name="T20" fmla="*/ 9 w 101"/>
                  <a:gd name="T21" fmla="*/ 21 h 108"/>
                  <a:gd name="T22" fmla="*/ 8 w 101"/>
                  <a:gd name="T23" fmla="*/ 13 h 108"/>
                  <a:gd name="T24" fmla="*/ 7 w 101"/>
                  <a:gd name="T25" fmla="*/ 8 h 108"/>
                  <a:gd name="T26" fmla="*/ 6 w 101"/>
                  <a:gd name="T27" fmla="*/ 5 h 108"/>
                  <a:gd name="T28" fmla="*/ 6 w 101"/>
                  <a:gd name="T29" fmla="*/ 4 h 108"/>
                  <a:gd name="T30" fmla="*/ 10 w 101"/>
                  <a:gd name="T31" fmla="*/ 3 h 108"/>
                  <a:gd name="T32" fmla="*/ 19 w 101"/>
                  <a:gd name="T33" fmla="*/ 1 h 10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1" h="108">
                    <a:moveTo>
                      <a:pt x="74" y="2"/>
                    </a:moveTo>
                    <a:cubicBezTo>
                      <a:pt x="75" y="1"/>
                      <a:pt x="75" y="1"/>
                      <a:pt x="76" y="0"/>
                    </a:cubicBezTo>
                    <a:cubicBezTo>
                      <a:pt x="60" y="7"/>
                      <a:pt x="38" y="6"/>
                      <a:pt x="21" y="7"/>
                    </a:cubicBezTo>
                    <a:cubicBezTo>
                      <a:pt x="9" y="7"/>
                      <a:pt x="4" y="6"/>
                      <a:pt x="2" y="20"/>
                    </a:cubicBezTo>
                    <a:cubicBezTo>
                      <a:pt x="0" y="38"/>
                      <a:pt x="4" y="57"/>
                      <a:pt x="7" y="75"/>
                    </a:cubicBezTo>
                    <a:cubicBezTo>
                      <a:pt x="8" y="81"/>
                      <a:pt x="9" y="103"/>
                      <a:pt x="15" y="107"/>
                    </a:cubicBezTo>
                    <a:cubicBezTo>
                      <a:pt x="19" y="108"/>
                      <a:pt x="32" y="104"/>
                      <a:pt x="36" y="103"/>
                    </a:cubicBezTo>
                    <a:cubicBezTo>
                      <a:pt x="46" y="101"/>
                      <a:pt x="57" y="97"/>
                      <a:pt x="68" y="98"/>
                    </a:cubicBezTo>
                    <a:cubicBezTo>
                      <a:pt x="74" y="98"/>
                      <a:pt x="94" y="105"/>
                      <a:pt x="97" y="96"/>
                    </a:cubicBezTo>
                    <a:cubicBezTo>
                      <a:pt x="101" y="83"/>
                      <a:pt x="71" y="84"/>
                      <a:pt x="66" y="84"/>
                    </a:cubicBezTo>
                    <a:cubicBezTo>
                      <a:pt x="55" y="84"/>
                      <a:pt x="43" y="89"/>
                      <a:pt x="35" y="81"/>
                    </a:cubicBezTo>
                    <a:cubicBezTo>
                      <a:pt x="28" y="73"/>
                      <a:pt x="31" y="60"/>
                      <a:pt x="31" y="51"/>
                    </a:cubicBezTo>
                    <a:cubicBezTo>
                      <a:pt x="31" y="45"/>
                      <a:pt x="31" y="39"/>
                      <a:pt x="29" y="33"/>
                    </a:cubicBezTo>
                    <a:cubicBezTo>
                      <a:pt x="28" y="30"/>
                      <a:pt x="24" y="23"/>
                      <a:pt x="24" y="19"/>
                    </a:cubicBezTo>
                    <a:cubicBezTo>
                      <a:pt x="25" y="15"/>
                      <a:pt x="23" y="17"/>
                      <a:pt x="26" y="15"/>
                    </a:cubicBezTo>
                    <a:cubicBezTo>
                      <a:pt x="29" y="13"/>
                      <a:pt x="37" y="12"/>
                      <a:pt x="41" y="12"/>
                    </a:cubicBezTo>
                    <a:cubicBezTo>
                      <a:pt x="51" y="10"/>
                      <a:pt x="69" y="8"/>
                      <a:pt x="76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7" name="Freeform 216">
                <a:extLst>
                  <a:ext uri="{FF2B5EF4-FFF2-40B4-BE49-F238E27FC236}">
                    <a16:creationId xmlns:a16="http://schemas.microsoft.com/office/drawing/2014/main" id="{18AF6372-7FBD-4E9E-967F-25BCCC99E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924"/>
                <a:ext cx="81" cy="77"/>
              </a:xfrm>
              <a:custGeom>
                <a:avLst/>
                <a:gdLst>
                  <a:gd name="T0" fmla="*/ 22 w 128"/>
                  <a:gd name="T1" fmla="*/ 1 h 122"/>
                  <a:gd name="T2" fmla="*/ 14 w 128"/>
                  <a:gd name="T3" fmla="*/ 3 h 122"/>
                  <a:gd name="T4" fmla="*/ 7 w 128"/>
                  <a:gd name="T5" fmla="*/ 4 h 122"/>
                  <a:gd name="T6" fmla="*/ 1 w 128"/>
                  <a:gd name="T7" fmla="*/ 6 h 122"/>
                  <a:gd name="T8" fmla="*/ 3 w 128"/>
                  <a:gd name="T9" fmla="*/ 11 h 122"/>
                  <a:gd name="T10" fmla="*/ 5 w 128"/>
                  <a:gd name="T11" fmla="*/ 19 h 122"/>
                  <a:gd name="T12" fmla="*/ 9 w 128"/>
                  <a:gd name="T13" fmla="*/ 30 h 122"/>
                  <a:gd name="T14" fmla="*/ 11 w 128"/>
                  <a:gd name="T15" fmla="*/ 31 h 122"/>
                  <a:gd name="T16" fmla="*/ 13 w 128"/>
                  <a:gd name="T17" fmla="*/ 30 h 122"/>
                  <a:gd name="T18" fmla="*/ 17 w 128"/>
                  <a:gd name="T19" fmla="*/ 28 h 122"/>
                  <a:gd name="T20" fmla="*/ 25 w 128"/>
                  <a:gd name="T21" fmla="*/ 27 h 122"/>
                  <a:gd name="T22" fmla="*/ 31 w 128"/>
                  <a:gd name="T23" fmla="*/ 25 h 122"/>
                  <a:gd name="T24" fmla="*/ 20 w 128"/>
                  <a:gd name="T25" fmla="*/ 25 h 122"/>
                  <a:gd name="T26" fmla="*/ 15 w 128"/>
                  <a:gd name="T27" fmla="*/ 25 h 122"/>
                  <a:gd name="T28" fmla="*/ 11 w 128"/>
                  <a:gd name="T29" fmla="*/ 20 h 122"/>
                  <a:gd name="T30" fmla="*/ 9 w 128"/>
                  <a:gd name="T31" fmla="*/ 13 h 122"/>
                  <a:gd name="T32" fmla="*/ 8 w 128"/>
                  <a:gd name="T33" fmla="*/ 9 h 122"/>
                  <a:gd name="T34" fmla="*/ 15 w 128"/>
                  <a:gd name="T35" fmla="*/ 6 h 122"/>
                  <a:gd name="T36" fmla="*/ 22 w 128"/>
                  <a:gd name="T37" fmla="*/ 1 h 1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8" h="122">
                    <a:moveTo>
                      <a:pt x="86" y="1"/>
                    </a:moveTo>
                    <a:cubicBezTo>
                      <a:pt x="82" y="0"/>
                      <a:pt x="63" y="7"/>
                      <a:pt x="56" y="9"/>
                    </a:cubicBezTo>
                    <a:cubicBezTo>
                      <a:pt x="46" y="11"/>
                      <a:pt x="37" y="16"/>
                      <a:pt x="28" y="18"/>
                    </a:cubicBezTo>
                    <a:cubicBezTo>
                      <a:pt x="21" y="20"/>
                      <a:pt x="7" y="18"/>
                      <a:pt x="3" y="26"/>
                    </a:cubicBezTo>
                    <a:cubicBezTo>
                      <a:pt x="0" y="33"/>
                      <a:pt x="6" y="41"/>
                      <a:pt x="9" y="46"/>
                    </a:cubicBezTo>
                    <a:cubicBezTo>
                      <a:pt x="13" y="56"/>
                      <a:pt x="17" y="66"/>
                      <a:pt x="20" y="76"/>
                    </a:cubicBezTo>
                    <a:cubicBezTo>
                      <a:pt x="25" y="89"/>
                      <a:pt x="28" y="105"/>
                      <a:pt x="36" y="117"/>
                    </a:cubicBezTo>
                    <a:cubicBezTo>
                      <a:pt x="38" y="120"/>
                      <a:pt x="38" y="122"/>
                      <a:pt x="42" y="122"/>
                    </a:cubicBezTo>
                    <a:cubicBezTo>
                      <a:pt x="45" y="122"/>
                      <a:pt x="49" y="118"/>
                      <a:pt x="51" y="117"/>
                    </a:cubicBezTo>
                    <a:cubicBezTo>
                      <a:pt x="56" y="114"/>
                      <a:pt x="63" y="112"/>
                      <a:pt x="68" y="110"/>
                    </a:cubicBezTo>
                    <a:cubicBezTo>
                      <a:pt x="77" y="106"/>
                      <a:pt x="88" y="105"/>
                      <a:pt x="98" y="105"/>
                    </a:cubicBezTo>
                    <a:cubicBezTo>
                      <a:pt x="105" y="105"/>
                      <a:pt x="117" y="105"/>
                      <a:pt x="121" y="96"/>
                    </a:cubicBezTo>
                    <a:cubicBezTo>
                      <a:pt x="128" y="79"/>
                      <a:pt x="84" y="93"/>
                      <a:pt x="79" y="96"/>
                    </a:cubicBezTo>
                    <a:cubicBezTo>
                      <a:pt x="73" y="99"/>
                      <a:pt x="65" y="104"/>
                      <a:pt x="58" y="101"/>
                    </a:cubicBezTo>
                    <a:cubicBezTo>
                      <a:pt x="50" y="99"/>
                      <a:pt x="48" y="86"/>
                      <a:pt x="46" y="79"/>
                    </a:cubicBezTo>
                    <a:cubicBezTo>
                      <a:pt x="42" y="70"/>
                      <a:pt x="39" y="62"/>
                      <a:pt x="34" y="54"/>
                    </a:cubicBezTo>
                    <a:cubicBezTo>
                      <a:pt x="30" y="48"/>
                      <a:pt x="25" y="43"/>
                      <a:pt x="30" y="38"/>
                    </a:cubicBezTo>
                    <a:cubicBezTo>
                      <a:pt x="36" y="31"/>
                      <a:pt x="52" y="28"/>
                      <a:pt x="60" y="23"/>
                    </a:cubicBezTo>
                    <a:cubicBezTo>
                      <a:pt x="69" y="18"/>
                      <a:pt x="81" y="12"/>
                      <a:pt x="87" y="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8" name="Freeform 217">
                <a:extLst>
                  <a:ext uri="{FF2B5EF4-FFF2-40B4-BE49-F238E27FC236}">
                    <a16:creationId xmlns:a16="http://schemas.microsoft.com/office/drawing/2014/main" id="{1ED9DB5B-DC8A-4D64-8E0A-342DEA16F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3014"/>
                <a:ext cx="88" cy="78"/>
              </a:xfrm>
              <a:custGeom>
                <a:avLst/>
                <a:gdLst>
                  <a:gd name="T0" fmla="*/ 24 w 138"/>
                  <a:gd name="T1" fmla="*/ 0 h 122"/>
                  <a:gd name="T2" fmla="*/ 7 w 138"/>
                  <a:gd name="T3" fmla="*/ 8 h 122"/>
                  <a:gd name="T4" fmla="*/ 7 w 138"/>
                  <a:gd name="T5" fmla="*/ 21 h 122"/>
                  <a:gd name="T6" fmla="*/ 15 w 138"/>
                  <a:gd name="T7" fmla="*/ 30 h 122"/>
                  <a:gd name="T8" fmla="*/ 20 w 138"/>
                  <a:gd name="T9" fmla="*/ 26 h 122"/>
                  <a:gd name="T10" fmla="*/ 26 w 138"/>
                  <a:gd name="T11" fmla="*/ 23 h 122"/>
                  <a:gd name="T12" fmla="*/ 36 w 138"/>
                  <a:gd name="T13" fmla="*/ 17 h 122"/>
                  <a:gd name="T14" fmla="*/ 20 w 138"/>
                  <a:gd name="T15" fmla="*/ 22 h 122"/>
                  <a:gd name="T16" fmla="*/ 17 w 138"/>
                  <a:gd name="T17" fmla="*/ 22 h 122"/>
                  <a:gd name="T18" fmla="*/ 15 w 138"/>
                  <a:gd name="T19" fmla="*/ 16 h 122"/>
                  <a:gd name="T20" fmla="*/ 11 w 138"/>
                  <a:gd name="T21" fmla="*/ 10 h 122"/>
                  <a:gd name="T22" fmla="*/ 20 w 138"/>
                  <a:gd name="T23" fmla="*/ 6 h 122"/>
                  <a:gd name="T24" fmla="*/ 25 w 138"/>
                  <a:gd name="T25" fmla="*/ 1 h 1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8" h="122">
                    <a:moveTo>
                      <a:pt x="91" y="0"/>
                    </a:moveTo>
                    <a:cubicBezTo>
                      <a:pt x="70" y="9"/>
                      <a:pt x="48" y="20"/>
                      <a:pt x="27" y="28"/>
                    </a:cubicBezTo>
                    <a:cubicBezTo>
                      <a:pt x="0" y="37"/>
                      <a:pt x="21" y="64"/>
                      <a:pt x="29" y="80"/>
                    </a:cubicBezTo>
                    <a:cubicBezTo>
                      <a:pt x="34" y="89"/>
                      <a:pt x="44" y="122"/>
                      <a:pt x="59" y="115"/>
                    </a:cubicBezTo>
                    <a:cubicBezTo>
                      <a:pt x="66" y="111"/>
                      <a:pt x="69" y="102"/>
                      <a:pt x="76" y="97"/>
                    </a:cubicBezTo>
                    <a:cubicBezTo>
                      <a:pt x="83" y="93"/>
                      <a:pt x="91" y="90"/>
                      <a:pt x="98" y="88"/>
                    </a:cubicBezTo>
                    <a:cubicBezTo>
                      <a:pt x="114" y="84"/>
                      <a:pt x="125" y="76"/>
                      <a:pt x="138" y="67"/>
                    </a:cubicBezTo>
                    <a:cubicBezTo>
                      <a:pt x="117" y="68"/>
                      <a:pt x="95" y="74"/>
                      <a:pt x="77" y="86"/>
                    </a:cubicBezTo>
                    <a:cubicBezTo>
                      <a:pt x="71" y="91"/>
                      <a:pt x="69" y="94"/>
                      <a:pt x="65" y="85"/>
                    </a:cubicBezTo>
                    <a:cubicBezTo>
                      <a:pt x="61" y="77"/>
                      <a:pt x="62" y="68"/>
                      <a:pt x="56" y="61"/>
                    </a:cubicBezTo>
                    <a:cubicBezTo>
                      <a:pt x="49" y="49"/>
                      <a:pt x="30" y="48"/>
                      <a:pt x="46" y="37"/>
                    </a:cubicBezTo>
                    <a:cubicBezTo>
                      <a:pt x="56" y="30"/>
                      <a:pt x="67" y="27"/>
                      <a:pt x="77" y="22"/>
                    </a:cubicBezTo>
                    <a:cubicBezTo>
                      <a:pt x="84" y="18"/>
                      <a:pt x="88" y="5"/>
                      <a:pt x="95" y="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9" name="Freeform 218">
                <a:extLst>
                  <a:ext uri="{FF2B5EF4-FFF2-40B4-BE49-F238E27FC236}">
                    <a16:creationId xmlns:a16="http://schemas.microsoft.com/office/drawing/2014/main" id="{8CCAC7AC-5D38-46A1-93F5-D1A91608F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86"/>
                <a:ext cx="104" cy="98"/>
              </a:xfrm>
              <a:custGeom>
                <a:avLst/>
                <a:gdLst>
                  <a:gd name="T0" fmla="*/ 40 w 163"/>
                  <a:gd name="T1" fmla="*/ 23 h 154"/>
                  <a:gd name="T2" fmla="*/ 36 w 163"/>
                  <a:gd name="T3" fmla="*/ 27 h 154"/>
                  <a:gd name="T4" fmla="*/ 29 w 163"/>
                  <a:gd name="T5" fmla="*/ 32 h 154"/>
                  <a:gd name="T6" fmla="*/ 21 w 163"/>
                  <a:gd name="T7" fmla="*/ 37 h 154"/>
                  <a:gd name="T8" fmla="*/ 9 w 163"/>
                  <a:gd name="T9" fmla="*/ 29 h 154"/>
                  <a:gd name="T10" fmla="*/ 5 w 163"/>
                  <a:gd name="T11" fmla="*/ 24 h 154"/>
                  <a:gd name="T12" fmla="*/ 1 w 163"/>
                  <a:gd name="T13" fmla="*/ 20 h 154"/>
                  <a:gd name="T14" fmla="*/ 4 w 163"/>
                  <a:gd name="T15" fmla="*/ 14 h 154"/>
                  <a:gd name="T16" fmla="*/ 15 w 163"/>
                  <a:gd name="T17" fmla="*/ 6 h 154"/>
                  <a:gd name="T18" fmla="*/ 26 w 163"/>
                  <a:gd name="T19" fmla="*/ 0 h 154"/>
                  <a:gd name="T20" fmla="*/ 20 w 163"/>
                  <a:gd name="T21" fmla="*/ 7 h 154"/>
                  <a:gd name="T22" fmla="*/ 12 w 163"/>
                  <a:gd name="T23" fmla="*/ 13 h 154"/>
                  <a:gd name="T24" fmla="*/ 10 w 163"/>
                  <a:gd name="T25" fmla="*/ 18 h 154"/>
                  <a:gd name="T26" fmla="*/ 15 w 163"/>
                  <a:gd name="T27" fmla="*/ 25 h 154"/>
                  <a:gd name="T28" fmla="*/ 19 w 163"/>
                  <a:gd name="T29" fmla="*/ 30 h 154"/>
                  <a:gd name="T30" fmla="*/ 26 w 163"/>
                  <a:gd name="T31" fmla="*/ 26 h 154"/>
                  <a:gd name="T32" fmla="*/ 36 w 163"/>
                  <a:gd name="T33" fmla="*/ 22 h 154"/>
                  <a:gd name="T34" fmla="*/ 42 w 163"/>
                  <a:gd name="T35" fmla="*/ 20 h 15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3" h="154">
                    <a:moveTo>
                      <a:pt x="154" y="90"/>
                    </a:moveTo>
                    <a:cubicBezTo>
                      <a:pt x="154" y="91"/>
                      <a:pt x="140" y="100"/>
                      <a:pt x="137" y="103"/>
                    </a:cubicBezTo>
                    <a:cubicBezTo>
                      <a:pt x="128" y="109"/>
                      <a:pt x="118" y="115"/>
                      <a:pt x="109" y="122"/>
                    </a:cubicBezTo>
                    <a:cubicBezTo>
                      <a:pt x="100" y="129"/>
                      <a:pt x="93" y="139"/>
                      <a:pt x="82" y="143"/>
                    </a:cubicBezTo>
                    <a:cubicBezTo>
                      <a:pt x="59" y="154"/>
                      <a:pt x="43" y="129"/>
                      <a:pt x="34" y="111"/>
                    </a:cubicBezTo>
                    <a:cubicBezTo>
                      <a:pt x="30" y="104"/>
                      <a:pt x="26" y="98"/>
                      <a:pt x="20" y="92"/>
                    </a:cubicBezTo>
                    <a:cubicBezTo>
                      <a:pt x="15" y="87"/>
                      <a:pt x="8" y="83"/>
                      <a:pt x="5" y="77"/>
                    </a:cubicBezTo>
                    <a:cubicBezTo>
                      <a:pt x="0" y="69"/>
                      <a:pt x="10" y="60"/>
                      <a:pt x="16" y="54"/>
                    </a:cubicBezTo>
                    <a:cubicBezTo>
                      <a:pt x="30" y="42"/>
                      <a:pt x="45" y="33"/>
                      <a:pt x="60" y="24"/>
                    </a:cubicBezTo>
                    <a:cubicBezTo>
                      <a:pt x="73" y="16"/>
                      <a:pt x="84" y="7"/>
                      <a:pt x="97" y="0"/>
                    </a:cubicBezTo>
                    <a:cubicBezTo>
                      <a:pt x="94" y="11"/>
                      <a:pt x="83" y="19"/>
                      <a:pt x="75" y="27"/>
                    </a:cubicBezTo>
                    <a:cubicBezTo>
                      <a:pt x="67" y="36"/>
                      <a:pt x="53" y="40"/>
                      <a:pt x="46" y="49"/>
                    </a:cubicBezTo>
                    <a:cubicBezTo>
                      <a:pt x="42" y="54"/>
                      <a:pt x="37" y="65"/>
                      <a:pt x="38" y="72"/>
                    </a:cubicBezTo>
                    <a:cubicBezTo>
                      <a:pt x="40" y="80"/>
                      <a:pt x="51" y="89"/>
                      <a:pt x="56" y="97"/>
                    </a:cubicBezTo>
                    <a:cubicBezTo>
                      <a:pt x="60" y="101"/>
                      <a:pt x="65" y="114"/>
                      <a:pt x="71" y="116"/>
                    </a:cubicBezTo>
                    <a:cubicBezTo>
                      <a:pt x="79" y="118"/>
                      <a:pt x="95" y="104"/>
                      <a:pt x="100" y="100"/>
                    </a:cubicBezTo>
                    <a:cubicBezTo>
                      <a:pt x="111" y="91"/>
                      <a:pt x="122" y="87"/>
                      <a:pt x="136" y="85"/>
                    </a:cubicBezTo>
                    <a:cubicBezTo>
                      <a:pt x="141" y="84"/>
                      <a:pt x="163" y="82"/>
                      <a:pt x="163" y="8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0" name="Freeform 219">
                <a:extLst>
                  <a:ext uri="{FF2B5EF4-FFF2-40B4-BE49-F238E27FC236}">
                    <a16:creationId xmlns:a16="http://schemas.microsoft.com/office/drawing/2014/main" id="{0C4DBAD2-1EBA-470B-8295-9364B7273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3206"/>
                <a:ext cx="74" cy="194"/>
              </a:xfrm>
              <a:custGeom>
                <a:avLst/>
                <a:gdLst>
                  <a:gd name="T0" fmla="*/ 4 w 116"/>
                  <a:gd name="T1" fmla="*/ 0 h 304"/>
                  <a:gd name="T2" fmla="*/ 1 w 116"/>
                  <a:gd name="T3" fmla="*/ 24 h 304"/>
                  <a:gd name="T4" fmla="*/ 3 w 116"/>
                  <a:gd name="T5" fmla="*/ 33 h 304"/>
                  <a:gd name="T6" fmla="*/ 11 w 116"/>
                  <a:gd name="T7" fmla="*/ 39 h 304"/>
                  <a:gd name="T8" fmla="*/ 19 w 116"/>
                  <a:gd name="T9" fmla="*/ 47 h 304"/>
                  <a:gd name="T10" fmla="*/ 21 w 116"/>
                  <a:gd name="T11" fmla="*/ 57 h 304"/>
                  <a:gd name="T12" fmla="*/ 21 w 116"/>
                  <a:gd name="T13" fmla="*/ 64 h 304"/>
                  <a:gd name="T14" fmla="*/ 27 w 116"/>
                  <a:gd name="T15" fmla="*/ 75 h 304"/>
                  <a:gd name="T16" fmla="*/ 30 w 116"/>
                  <a:gd name="T17" fmla="*/ 79 h 304"/>
                  <a:gd name="T18" fmla="*/ 27 w 116"/>
                  <a:gd name="T19" fmla="*/ 71 h 304"/>
                  <a:gd name="T20" fmla="*/ 26 w 116"/>
                  <a:gd name="T21" fmla="*/ 61 h 304"/>
                  <a:gd name="T22" fmla="*/ 22 w 116"/>
                  <a:gd name="T23" fmla="*/ 45 h 304"/>
                  <a:gd name="T24" fmla="*/ 15 w 116"/>
                  <a:gd name="T25" fmla="*/ 34 h 304"/>
                  <a:gd name="T26" fmla="*/ 10 w 116"/>
                  <a:gd name="T27" fmla="*/ 27 h 304"/>
                  <a:gd name="T28" fmla="*/ 8 w 116"/>
                  <a:gd name="T29" fmla="*/ 18 h 304"/>
                  <a:gd name="T30" fmla="*/ 3 w 116"/>
                  <a:gd name="T31" fmla="*/ 11 h 304"/>
                  <a:gd name="T32" fmla="*/ 4 w 116"/>
                  <a:gd name="T33" fmla="*/ 1 h 3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6" h="304">
                    <a:moveTo>
                      <a:pt x="15" y="0"/>
                    </a:moveTo>
                    <a:cubicBezTo>
                      <a:pt x="0" y="27"/>
                      <a:pt x="3" y="64"/>
                      <a:pt x="3" y="94"/>
                    </a:cubicBezTo>
                    <a:cubicBezTo>
                      <a:pt x="3" y="106"/>
                      <a:pt x="2" y="117"/>
                      <a:pt x="10" y="126"/>
                    </a:cubicBezTo>
                    <a:cubicBezTo>
                      <a:pt x="19" y="136"/>
                      <a:pt x="31" y="142"/>
                      <a:pt x="42" y="150"/>
                    </a:cubicBezTo>
                    <a:cubicBezTo>
                      <a:pt x="52" y="158"/>
                      <a:pt x="62" y="169"/>
                      <a:pt x="70" y="179"/>
                    </a:cubicBezTo>
                    <a:cubicBezTo>
                      <a:pt x="80" y="192"/>
                      <a:pt x="81" y="204"/>
                      <a:pt x="82" y="219"/>
                    </a:cubicBezTo>
                    <a:cubicBezTo>
                      <a:pt x="83" y="229"/>
                      <a:pt x="78" y="239"/>
                      <a:pt x="81" y="249"/>
                    </a:cubicBezTo>
                    <a:cubicBezTo>
                      <a:pt x="84" y="263"/>
                      <a:pt x="98" y="275"/>
                      <a:pt x="105" y="287"/>
                    </a:cubicBezTo>
                    <a:cubicBezTo>
                      <a:pt x="108" y="293"/>
                      <a:pt x="113" y="298"/>
                      <a:pt x="116" y="304"/>
                    </a:cubicBezTo>
                    <a:cubicBezTo>
                      <a:pt x="116" y="293"/>
                      <a:pt x="110" y="282"/>
                      <a:pt x="107" y="272"/>
                    </a:cubicBezTo>
                    <a:cubicBezTo>
                      <a:pt x="103" y="260"/>
                      <a:pt x="100" y="249"/>
                      <a:pt x="98" y="236"/>
                    </a:cubicBezTo>
                    <a:cubicBezTo>
                      <a:pt x="95" y="216"/>
                      <a:pt x="91" y="195"/>
                      <a:pt x="85" y="175"/>
                    </a:cubicBezTo>
                    <a:cubicBezTo>
                      <a:pt x="79" y="158"/>
                      <a:pt x="68" y="145"/>
                      <a:pt x="56" y="132"/>
                    </a:cubicBezTo>
                    <a:cubicBezTo>
                      <a:pt x="47" y="123"/>
                      <a:pt x="40" y="118"/>
                      <a:pt x="38" y="104"/>
                    </a:cubicBezTo>
                    <a:cubicBezTo>
                      <a:pt x="37" y="91"/>
                      <a:pt x="36" y="81"/>
                      <a:pt x="30" y="69"/>
                    </a:cubicBezTo>
                    <a:cubicBezTo>
                      <a:pt x="25" y="60"/>
                      <a:pt x="16" y="50"/>
                      <a:pt x="13" y="41"/>
                    </a:cubicBezTo>
                    <a:cubicBezTo>
                      <a:pt x="10" y="29"/>
                      <a:pt x="23" y="14"/>
                      <a:pt x="16" y="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1" name="Freeform 220">
                <a:extLst>
                  <a:ext uri="{FF2B5EF4-FFF2-40B4-BE49-F238E27FC236}">
                    <a16:creationId xmlns:a16="http://schemas.microsoft.com/office/drawing/2014/main" id="{3FB1C194-B39E-4B0D-8E39-2C7DBD093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3170"/>
                <a:ext cx="71" cy="46"/>
              </a:xfrm>
              <a:custGeom>
                <a:avLst/>
                <a:gdLst>
                  <a:gd name="T0" fmla="*/ 28 w 112"/>
                  <a:gd name="T1" fmla="*/ 1 h 72"/>
                  <a:gd name="T2" fmla="*/ 25 w 112"/>
                  <a:gd name="T3" fmla="*/ 5 h 72"/>
                  <a:gd name="T4" fmla="*/ 20 w 112"/>
                  <a:gd name="T5" fmla="*/ 10 h 72"/>
                  <a:gd name="T6" fmla="*/ 13 w 112"/>
                  <a:gd name="T7" fmla="*/ 15 h 72"/>
                  <a:gd name="T8" fmla="*/ 9 w 112"/>
                  <a:gd name="T9" fmla="*/ 18 h 72"/>
                  <a:gd name="T10" fmla="*/ 4 w 112"/>
                  <a:gd name="T11" fmla="*/ 16 h 72"/>
                  <a:gd name="T12" fmla="*/ 0 w 112"/>
                  <a:gd name="T13" fmla="*/ 14 h 72"/>
                  <a:gd name="T14" fmla="*/ 3 w 112"/>
                  <a:gd name="T15" fmla="*/ 13 h 72"/>
                  <a:gd name="T16" fmla="*/ 8 w 112"/>
                  <a:gd name="T17" fmla="*/ 11 h 72"/>
                  <a:gd name="T18" fmla="*/ 14 w 112"/>
                  <a:gd name="T19" fmla="*/ 10 h 72"/>
                  <a:gd name="T20" fmla="*/ 18 w 112"/>
                  <a:gd name="T21" fmla="*/ 8 h 72"/>
                  <a:gd name="T22" fmla="*/ 29 w 112"/>
                  <a:gd name="T23" fmla="*/ 0 h 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2" h="72">
                    <a:moveTo>
                      <a:pt x="110" y="1"/>
                    </a:moveTo>
                    <a:cubicBezTo>
                      <a:pt x="111" y="5"/>
                      <a:pt x="102" y="16"/>
                      <a:pt x="99" y="20"/>
                    </a:cubicBezTo>
                    <a:cubicBezTo>
                      <a:pt x="94" y="27"/>
                      <a:pt x="88" y="33"/>
                      <a:pt x="81" y="38"/>
                    </a:cubicBezTo>
                    <a:cubicBezTo>
                      <a:pt x="72" y="45"/>
                      <a:pt x="61" y="50"/>
                      <a:pt x="52" y="58"/>
                    </a:cubicBezTo>
                    <a:cubicBezTo>
                      <a:pt x="46" y="63"/>
                      <a:pt x="44" y="72"/>
                      <a:pt x="34" y="69"/>
                    </a:cubicBezTo>
                    <a:cubicBezTo>
                      <a:pt x="28" y="68"/>
                      <a:pt x="22" y="64"/>
                      <a:pt x="16" y="61"/>
                    </a:cubicBezTo>
                    <a:cubicBezTo>
                      <a:pt x="10" y="59"/>
                      <a:pt x="5" y="53"/>
                      <a:pt x="0" y="53"/>
                    </a:cubicBezTo>
                    <a:cubicBezTo>
                      <a:pt x="2" y="50"/>
                      <a:pt x="7" y="50"/>
                      <a:pt x="11" y="49"/>
                    </a:cubicBezTo>
                    <a:cubicBezTo>
                      <a:pt x="18" y="47"/>
                      <a:pt x="25" y="43"/>
                      <a:pt x="32" y="41"/>
                    </a:cubicBezTo>
                    <a:cubicBezTo>
                      <a:pt x="40" y="39"/>
                      <a:pt x="48" y="39"/>
                      <a:pt x="55" y="37"/>
                    </a:cubicBezTo>
                    <a:cubicBezTo>
                      <a:pt x="61" y="36"/>
                      <a:pt x="66" y="33"/>
                      <a:pt x="71" y="31"/>
                    </a:cubicBezTo>
                    <a:cubicBezTo>
                      <a:pt x="87" y="24"/>
                      <a:pt x="102" y="12"/>
                      <a:pt x="112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2" name="Freeform 221">
                <a:extLst>
                  <a:ext uri="{FF2B5EF4-FFF2-40B4-BE49-F238E27FC236}">
                    <a16:creationId xmlns:a16="http://schemas.microsoft.com/office/drawing/2014/main" id="{85872683-7C39-421C-8A1F-65E490086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3347"/>
                <a:ext cx="74" cy="176"/>
              </a:xfrm>
              <a:custGeom>
                <a:avLst/>
                <a:gdLst>
                  <a:gd name="T0" fmla="*/ 2 w 116"/>
                  <a:gd name="T1" fmla="*/ 12 h 276"/>
                  <a:gd name="T2" fmla="*/ 8 w 116"/>
                  <a:gd name="T3" fmla="*/ 22 h 276"/>
                  <a:gd name="T4" fmla="*/ 13 w 116"/>
                  <a:gd name="T5" fmla="*/ 34 h 276"/>
                  <a:gd name="T6" fmla="*/ 19 w 116"/>
                  <a:gd name="T7" fmla="*/ 55 h 276"/>
                  <a:gd name="T8" fmla="*/ 19 w 116"/>
                  <a:gd name="T9" fmla="*/ 64 h 276"/>
                  <a:gd name="T10" fmla="*/ 20 w 116"/>
                  <a:gd name="T11" fmla="*/ 70 h 276"/>
                  <a:gd name="T12" fmla="*/ 26 w 116"/>
                  <a:gd name="T13" fmla="*/ 68 h 276"/>
                  <a:gd name="T14" fmla="*/ 29 w 116"/>
                  <a:gd name="T15" fmla="*/ 62 h 276"/>
                  <a:gd name="T16" fmla="*/ 27 w 116"/>
                  <a:gd name="T17" fmla="*/ 58 h 276"/>
                  <a:gd name="T18" fmla="*/ 24 w 116"/>
                  <a:gd name="T19" fmla="*/ 59 h 276"/>
                  <a:gd name="T20" fmla="*/ 23 w 116"/>
                  <a:gd name="T21" fmla="*/ 56 h 276"/>
                  <a:gd name="T22" fmla="*/ 20 w 116"/>
                  <a:gd name="T23" fmla="*/ 46 h 276"/>
                  <a:gd name="T24" fmla="*/ 15 w 116"/>
                  <a:gd name="T25" fmla="*/ 35 h 276"/>
                  <a:gd name="T26" fmla="*/ 8 w 116"/>
                  <a:gd name="T27" fmla="*/ 14 h 276"/>
                  <a:gd name="T28" fmla="*/ 0 w 116"/>
                  <a:gd name="T29" fmla="*/ 0 h 2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6" h="276">
                    <a:moveTo>
                      <a:pt x="8" y="47"/>
                    </a:moveTo>
                    <a:cubicBezTo>
                      <a:pt x="18" y="56"/>
                      <a:pt x="25" y="71"/>
                      <a:pt x="31" y="83"/>
                    </a:cubicBezTo>
                    <a:cubicBezTo>
                      <a:pt x="38" y="98"/>
                      <a:pt x="44" y="114"/>
                      <a:pt x="49" y="130"/>
                    </a:cubicBezTo>
                    <a:cubicBezTo>
                      <a:pt x="58" y="156"/>
                      <a:pt x="71" y="183"/>
                      <a:pt x="74" y="211"/>
                    </a:cubicBezTo>
                    <a:cubicBezTo>
                      <a:pt x="75" y="224"/>
                      <a:pt x="74" y="236"/>
                      <a:pt x="72" y="249"/>
                    </a:cubicBezTo>
                    <a:cubicBezTo>
                      <a:pt x="71" y="257"/>
                      <a:pt x="70" y="266"/>
                      <a:pt x="77" y="270"/>
                    </a:cubicBezTo>
                    <a:cubicBezTo>
                      <a:pt x="86" y="276"/>
                      <a:pt x="92" y="270"/>
                      <a:pt x="99" y="264"/>
                    </a:cubicBezTo>
                    <a:cubicBezTo>
                      <a:pt x="107" y="256"/>
                      <a:pt x="109" y="251"/>
                      <a:pt x="110" y="239"/>
                    </a:cubicBezTo>
                    <a:cubicBezTo>
                      <a:pt x="111" y="232"/>
                      <a:pt x="116" y="218"/>
                      <a:pt x="104" y="222"/>
                    </a:cubicBezTo>
                    <a:cubicBezTo>
                      <a:pt x="100" y="223"/>
                      <a:pt x="99" y="228"/>
                      <a:pt x="94" y="227"/>
                    </a:cubicBezTo>
                    <a:cubicBezTo>
                      <a:pt x="88" y="226"/>
                      <a:pt x="88" y="222"/>
                      <a:pt x="87" y="217"/>
                    </a:cubicBezTo>
                    <a:cubicBezTo>
                      <a:pt x="85" y="203"/>
                      <a:pt x="84" y="190"/>
                      <a:pt x="79" y="177"/>
                    </a:cubicBezTo>
                    <a:cubicBezTo>
                      <a:pt x="75" y="163"/>
                      <a:pt x="66" y="149"/>
                      <a:pt x="59" y="136"/>
                    </a:cubicBezTo>
                    <a:cubicBezTo>
                      <a:pt x="46" y="109"/>
                      <a:pt x="40" y="81"/>
                      <a:pt x="32" y="53"/>
                    </a:cubicBezTo>
                    <a:cubicBezTo>
                      <a:pt x="26" y="33"/>
                      <a:pt x="12" y="15"/>
                      <a:pt x="0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3" name="Freeform 222">
                <a:extLst>
                  <a:ext uri="{FF2B5EF4-FFF2-40B4-BE49-F238E27FC236}">
                    <a16:creationId xmlns:a16="http://schemas.microsoft.com/office/drawing/2014/main" id="{5CFCBCA0-709C-4CD6-8E00-893A0457E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531"/>
                <a:ext cx="14" cy="29"/>
              </a:xfrm>
              <a:custGeom>
                <a:avLst/>
                <a:gdLst>
                  <a:gd name="T0" fmla="*/ 6 w 21"/>
                  <a:gd name="T1" fmla="*/ 3 h 46"/>
                  <a:gd name="T2" fmla="*/ 2 w 21"/>
                  <a:gd name="T3" fmla="*/ 0 h 46"/>
                  <a:gd name="T4" fmla="*/ 1 w 21"/>
                  <a:gd name="T5" fmla="*/ 5 h 46"/>
                  <a:gd name="T6" fmla="*/ 1 w 21"/>
                  <a:gd name="T7" fmla="*/ 11 h 46"/>
                  <a:gd name="T8" fmla="*/ 5 w 21"/>
                  <a:gd name="T9" fmla="*/ 4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6">
                    <a:moveTo>
                      <a:pt x="21" y="11"/>
                    </a:moveTo>
                    <a:cubicBezTo>
                      <a:pt x="14" y="12"/>
                      <a:pt x="11" y="5"/>
                      <a:pt x="8" y="0"/>
                    </a:cubicBezTo>
                    <a:cubicBezTo>
                      <a:pt x="4" y="6"/>
                      <a:pt x="5" y="14"/>
                      <a:pt x="4" y="21"/>
                    </a:cubicBezTo>
                    <a:cubicBezTo>
                      <a:pt x="3" y="29"/>
                      <a:pt x="0" y="37"/>
                      <a:pt x="1" y="46"/>
                    </a:cubicBezTo>
                    <a:cubicBezTo>
                      <a:pt x="11" y="45"/>
                      <a:pt x="17" y="23"/>
                      <a:pt x="17" y="1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4" name="Freeform 223">
                <a:extLst>
                  <a:ext uri="{FF2B5EF4-FFF2-40B4-BE49-F238E27FC236}">
                    <a16:creationId xmlns:a16="http://schemas.microsoft.com/office/drawing/2014/main" id="{1A619CD9-E664-4C42-A521-827385BE3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365"/>
                <a:ext cx="10" cy="17"/>
              </a:xfrm>
              <a:custGeom>
                <a:avLst/>
                <a:gdLst>
                  <a:gd name="T0" fmla="*/ 2 w 16"/>
                  <a:gd name="T1" fmla="*/ 0 h 26"/>
                  <a:gd name="T2" fmla="*/ 4 w 16"/>
                  <a:gd name="T3" fmla="*/ 7 h 26"/>
                  <a:gd name="T4" fmla="*/ 2 w 16"/>
                  <a:gd name="T5" fmla="*/ 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6">
                    <a:moveTo>
                      <a:pt x="8" y="0"/>
                    </a:moveTo>
                    <a:cubicBezTo>
                      <a:pt x="14" y="8"/>
                      <a:pt x="16" y="13"/>
                      <a:pt x="16" y="24"/>
                    </a:cubicBezTo>
                    <a:cubicBezTo>
                      <a:pt x="5" y="26"/>
                      <a:pt x="0" y="6"/>
                      <a:pt x="6" y="2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5" name="Freeform 224">
                <a:extLst>
                  <a:ext uri="{FF2B5EF4-FFF2-40B4-BE49-F238E27FC236}">
                    <a16:creationId xmlns:a16="http://schemas.microsoft.com/office/drawing/2014/main" id="{B83D1583-8BFE-4E70-939E-B64047ABF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3433"/>
                <a:ext cx="6" cy="19"/>
              </a:xfrm>
              <a:custGeom>
                <a:avLst/>
                <a:gdLst>
                  <a:gd name="T0" fmla="*/ 2 w 9"/>
                  <a:gd name="T1" fmla="*/ 1 h 30"/>
                  <a:gd name="T2" fmla="*/ 0 w 9"/>
                  <a:gd name="T3" fmla="*/ 5 h 30"/>
                  <a:gd name="T4" fmla="*/ 1 w 9"/>
                  <a:gd name="T5" fmla="*/ 7 h 30"/>
                  <a:gd name="T6" fmla="*/ 2 w 9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6" y="4"/>
                    </a:moveTo>
                    <a:cubicBezTo>
                      <a:pt x="4" y="9"/>
                      <a:pt x="0" y="13"/>
                      <a:pt x="0" y="19"/>
                    </a:cubicBezTo>
                    <a:cubicBezTo>
                      <a:pt x="0" y="22"/>
                      <a:pt x="0" y="30"/>
                      <a:pt x="4" y="27"/>
                    </a:cubicBezTo>
                    <a:cubicBezTo>
                      <a:pt x="9" y="24"/>
                      <a:pt x="4" y="6"/>
                      <a:pt x="6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6" name="Freeform 225">
                <a:extLst>
                  <a:ext uri="{FF2B5EF4-FFF2-40B4-BE49-F238E27FC236}">
                    <a16:creationId xmlns:a16="http://schemas.microsoft.com/office/drawing/2014/main" id="{4D80B315-EE00-4F70-B614-E0C75DAC3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3282"/>
                <a:ext cx="11" cy="14"/>
              </a:xfrm>
              <a:custGeom>
                <a:avLst/>
                <a:gdLst>
                  <a:gd name="T0" fmla="*/ 1 w 16"/>
                  <a:gd name="T1" fmla="*/ 0 h 21"/>
                  <a:gd name="T2" fmla="*/ 4 w 16"/>
                  <a:gd name="T3" fmla="*/ 5 h 21"/>
                  <a:gd name="T4" fmla="*/ 1 w 1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3" y="0"/>
                    </a:moveTo>
                    <a:cubicBezTo>
                      <a:pt x="8" y="1"/>
                      <a:pt x="16" y="12"/>
                      <a:pt x="11" y="16"/>
                    </a:cubicBezTo>
                    <a:cubicBezTo>
                      <a:pt x="4" y="21"/>
                      <a:pt x="0" y="4"/>
                      <a:pt x="2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7" name="Freeform 226">
                <a:extLst>
                  <a:ext uri="{FF2B5EF4-FFF2-40B4-BE49-F238E27FC236}">
                    <a16:creationId xmlns:a16="http://schemas.microsoft.com/office/drawing/2014/main" id="{AF83ADCB-75B8-45D7-94E5-94D502107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3287"/>
                <a:ext cx="12" cy="21"/>
              </a:xfrm>
              <a:custGeom>
                <a:avLst/>
                <a:gdLst>
                  <a:gd name="T0" fmla="*/ 4 w 19"/>
                  <a:gd name="T1" fmla="*/ 6 h 33"/>
                  <a:gd name="T2" fmla="*/ 1 w 19"/>
                  <a:gd name="T3" fmla="*/ 0 h 33"/>
                  <a:gd name="T4" fmla="*/ 1 w 19"/>
                  <a:gd name="T5" fmla="*/ 4 h 33"/>
                  <a:gd name="T6" fmla="*/ 4 w 19"/>
                  <a:gd name="T7" fmla="*/ 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3">
                    <a:moveTo>
                      <a:pt x="15" y="22"/>
                    </a:moveTo>
                    <a:cubicBezTo>
                      <a:pt x="11" y="17"/>
                      <a:pt x="7" y="0"/>
                      <a:pt x="1" y="0"/>
                    </a:cubicBezTo>
                    <a:cubicBezTo>
                      <a:pt x="0" y="7"/>
                      <a:pt x="1" y="11"/>
                      <a:pt x="5" y="17"/>
                    </a:cubicBezTo>
                    <a:cubicBezTo>
                      <a:pt x="8" y="20"/>
                      <a:pt x="19" y="33"/>
                      <a:pt x="17" y="2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8" name="Freeform 227">
                <a:extLst>
                  <a:ext uri="{FF2B5EF4-FFF2-40B4-BE49-F238E27FC236}">
                    <a16:creationId xmlns:a16="http://schemas.microsoft.com/office/drawing/2014/main" id="{CEA92C78-A19E-415B-9A48-DADC463C4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3206"/>
                <a:ext cx="9" cy="14"/>
              </a:xfrm>
              <a:custGeom>
                <a:avLst/>
                <a:gdLst>
                  <a:gd name="T0" fmla="*/ 0 w 14"/>
                  <a:gd name="T1" fmla="*/ 1 h 21"/>
                  <a:gd name="T2" fmla="*/ 3 w 14"/>
                  <a:gd name="T3" fmla="*/ 5 h 21"/>
                  <a:gd name="T4" fmla="*/ 1 w 14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0" y="2"/>
                    </a:moveTo>
                    <a:cubicBezTo>
                      <a:pt x="6" y="2"/>
                      <a:pt x="14" y="11"/>
                      <a:pt x="13" y="17"/>
                    </a:cubicBezTo>
                    <a:cubicBezTo>
                      <a:pt x="5" y="21"/>
                      <a:pt x="2" y="5"/>
                      <a:pt x="1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9" name="Freeform 228">
                <a:extLst>
                  <a:ext uri="{FF2B5EF4-FFF2-40B4-BE49-F238E27FC236}">
                    <a16:creationId xmlns:a16="http://schemas.microsoft.com/office/drawing/2014/main" id="{BA7D4610-8BF2-45BA-9C7E-6365CFA0F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212"/>
                <a:ext cx="14" cy="19"/>
              </a:xfrm>
              <a:custGeom>
                <a:avLst/>
                <a:gdLst>
                  <a:gd name="T0" fmla="*/ 1 w 22"/>
                  <a:gd name="T1" fmla="*/ 0 h 30"/>
                  <a:gd name="T2" fmla="*/ 3 w 22"/>
                  <a:gd name="T3" fmla="*/ 7 h 30"/>
                  <a:gd name="T4" fmla="*/ 1 w 22"/>
                  <a:gd name="T5" fmla="*/ 5 h 30"/>
                  <a:gd name="T6" fmla="*/ 1 w 22"/>
                  <a:gd name="T7" fmla="*/ 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0">
                    <a:moveTo>
                      <a:pt x="4" y="0"/>
                    </a:moveTo>
                    <a:cubicBezTo>
                      <a:pt x="3" y="5"/>
                      <a:pt x="22" y="24"/>
                      <a:pt x="11" y="28"/>
                    </a:cubicBezTo>
                    <a:cubicBezTo>
                      <a:pt x="7" y="30"/>
                      <a:pt x="2" y="23"/>
                      <a:pt x="1" y="20"/>
                    </a:cubicBezTo>
                    <a:cubicBezTo>
                      <a:pt x="0" y="15"/>
                      <a:pt x="2" y="6"/>
                      <a:pt x="3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0" name="Freeform 229">
                <a:extLst>
                  <a:ext uri="{FF2B5EF4-FFF2-40B4-BE49-F238E27FC236}">
                    <a16:creationId xmlns:a16="http://schemas.microsoft.com/office/drawing/2014/main" id="{EFF5CD91-DACC-418A-87AE-4BA98F59F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3085"/>
                <a:ext cx="58" cy="28"/>
              </a:xfrm>
              <a:custGeom>
                <a:avLst/>
                <a:gdLst>
                  <a:gd name="T0" fmla="*/ 15 w 92"/>
                  <a:gd name="T1" fmla="*/ 0 h 43"/>
                  <a:gd name="T2" fmla="*/ 19 w 92"/>
                  <a:gd name="T3" fmla="*/ 7 h 43"/>
                  <a:gd name="T4" fmla="*/ 20 w 92"/>
                  <a:gd name="T5" fmla="*/ 12 h 43"/>
                  <a:gd name="T6" fmla="*/ 18 w 92"/>
                  <a:gd name="T7" fmla="*/ 11 h 43"/>
                  <a:gd name="T8" fmla="*/ 15 w 92"/>
                  <a:gd name="T9" fmla="*/ 10 h 43"/>
                  <a:gd name="T10" fmla="*/ 7 w 92"/>
                  <a:gd name="T11" fmla="*/ 10 h 43"/>
                  <a:gd name="T12" fmla="*/ 0 w 92"/>
                  <a:gd name="T13" fmla="*/ 11 h 43"/>
                  <a:gd name="T14" fmla="*/ 11 w 92"/>
                  <a:gd name="T15" fmla="*/ 8 h 43"/>
                  <a:gd name="T16" fmla="*/ 15 w 92"/>
                  <a:gd name="T17" fmla="*/ 7 h 43"/>
                  <a:gd name="T18" fmla="*/ 15 w 92"/>
                  <a:gd name="T19" fmla="*/ 1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" h="43">
                    <a:moveTo>
                      <a:pt x="59" y="0"/>
                    </a:moveTo>
                    <a:cubicBezTo>
                      <a:pt x="63" y="10"/>
                      <a:pt x="70" y="18"/>
                      <a:pt x="76" y="26"/>
                    </a:cubicBezTo>
                    <a:cubicBezTo>
                      <a:pt x="79" y="30"/>
                      <a:pt x="92" y="41"/>
                      <a:pt x="80" y="42"/>
                    </a:cubicBezTo>
                    <a:cubicBezTo>
                      <a:pt x="78" y="43"/>
                      <a:pt x="74" y="40"/>
                      <a:pt x="71" y="40"/>
                    </a:cubicBezTo>
                    <a:cubicBezTo>
                      <a:pt x="67" y="40"/>
                      <a:pt x="63" y="39"/>
                      <a:pt x="59" y="39"/>
                    </a:cubicBezTo>
                    <a:cubicBezTo>
                      <a:pt x="49" y="38"/>
                      <a:pt x="38" y="37"/>
                      <a:pt x="29" y="36"/>
                    </a:cubicBezTo>
                    <a:cubicBezTo>
                      <a:pt x="17" y="35"/>
                      <a:pt x="11" y="35"/>
                      <a:pt x="0" y="40"/>
                    </a:cubicBezTo>
                    <a:cubicBezTo>
                      <a:pt x="3" y="26"/>
                      <a:pt x="36" y="30"/>
                      <a:pt x="46" y="31"/>
                    </a:cubicBezTo>
                    <a:cubicBezTo>
                      <a:pt x="53" y="31"/>
                      <a:pt x="59" y="33"/>
                      <a:pt x="59" y="25"/>
                    </a:cubicBezTo>
                    <a:cubicBezTo>
                      <a:pt x="60" y="19"/>
                      <a:pt x="54" y="11"/>
                      <a:pt x="57" y="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1" name="Freeform 230">
                <a:extLst>
                  <a:ext uri="{FF2B5EF4-FFF2-40B4-BE49-F238E27FC236}">
                    <a16:creationId xmlns:a16="http://schemas.microsoft.com/office/drawing/2014/main" id="{B9612F32-06D2-4B9C-B253-D16D62B86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3059"/>
                <a:ext cx="21" cy="41"/>
              </a:xfrm>
              <a:custGeom>
                <a:avLst/>
                <a:gdLst>
                  <a:gd name="T0" fmla="*/ 7 w 34"/>
                  <a:gd name="T1" fmla="*/ 0 h 64"/>
                  <a:gd name="T2" fmla="*/ 2 w 34"/>
                  <a:gd name="T3" fmla="*/ 14 h 64"/>
                  <a:gd name="T4" fmla="*/ 6 w 34"/>
                  <a:gd name="T5" fmla="*/ 8 h 64"/>
                  <a:gd name="T6" fmla="*/ 7 w 34"/>
                  <a:gd name="T7" fmla="*/ 1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64">
                    <a:moveTo>
                      <a:pt x="30" y="0"/>
                    </a:moveTo>
                    <a:cubicBezTo>
                      <a:pt x="34" y="8"/>
                      <a:pt x="22" y="64"/>
                      <a:pt x="9" y="55"/>
                    </a:cubicBezTo>
                    <a:cubicBezTo>
                      <a:pt x="0" y="49"/>
                      <a:pt x="20" y="35"/>
                      <a:pt x="22" y="31"/>
                    </a:cubicBezTo>
                    <a:cubicBezTo>
                      <a:pt x="26" y="23"/>
                      <a:pt x="28" y="10"/>
                      <a:pt x="30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2" name="Freeform 231">
                <a:extLst>
                  <a:ext uri="{FF2B5EF4-FFF2-40B4-BE49-F238E27FC236}">
                    <a16:creationId xmlns:a16="http://schemas.microsoft.com/office/drawing/2014/main" id="{0FFBC659-698F-4C62-B58C-32420D3B5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029"/>
                <a:ext cx="58" cy="25"/>
              </a:xfrm>
              <a:custGeom>
                <a:avLst/>
                <a:gdLst>
                  <a:gd name="T0" fmla="*/ 22 w 91"/>
                  <a:gd name="T1" fmla="*/ 1 h 39"/>
                  <a:gd name="T2" fmla="*/ 22 w 91"/>
                  <a:gd name="T3" fmla="*/ 1 h 39"/>
                  <a:gd name="T4" fmla="*/ 21 w 91"/>
                  <a:gd name="T5" fmla="*/ 8 h 39"/>
                  <a:gd name="T6" fmla="*/ 17 w 91"/>
                  <a:gd name="T7" fmla="*/ 6 h 39"/>
                  <a:gd name="T8" fmla="*/ 5 w 91"/>
                  <a:gd name="T9" fmla="*/ 5 h 39"/>
                  <a:gd name="T10" fmla="*/ 2 w 91"/>
                  <a:gd name="T11" fmla="*/ 6 h 39"/>
                  <a:gd name="T12" fmla="*/ 7 w 91"/>
                  <a:gd name="T13" fmla="*/ 1 h 39"/>
                  <a:gd name="T14" fmla="*/ 16 w 91"/>
                  <a:gd name="T15" fmla="*/ 2 h 39"/>
                  <a:gd name="T16" fmla="*/ 20 w 91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39">
                    <a:moveTo>
                      <a:pt x="84" y="3"/>
                    </a:moveTo>
                    <a:cubicBezTo>
                      <a:pt x="84" y="2"/>
                      <a:pt x="84" y="2"/>
                      <a:pt x="85" y="1"/>
                    </a:cubicBezTo>
                    <a:cubicBezTo>
                      <a:pt x="87" y="6"/>
                      <a:pt x="91" y="27"/>
                      <a:pt x="82" y="28"/>
                    </a:cubicBezTo>
                    <a:cubicBezTo>
                      <a:pt x="79" y="29"/>
                      <a:pt x="70" y="24"/>
                      <a:pt x="67" y="23"/>
                    </a:cubicBezTo>
                    <a:cubicBezTo>
                      <a:pt x="51" y="13"/>
                      <a:pt x="38" y="4"/>
                      <a:pt x="21" y="20"/>
                    </a:cubicBezTo>
                    <a:cubicBezTo>
                      <a:pt x="17" y="24"/>
                      <a:pt x="0" y="39"/>
                      <a:pt x="6" y="22"/>
                    </a:cubicBezTo>
                    <a:cubicBezTo>
                      <a:pt x="10" y="12"/>
                      <a:pt x="19" y="7"/>
                      <a:pt x="29" y="5"/>
                    </a:cubicBezTo>
                    <a:cubicBezTo>
                      <a:pt x="42" y="1"/>
                      <a:pt x="49" y="6"/>
                      <a:pt x="61" y="8"/>
                    </a:cubicBezTo>
                    <a:cubicBezTo>
                      <a:pt x="71" y="10"/>
                      <a:pt x="72" y="4"/>
                      <a:pt x="79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3" name="Freeform 232">
                <a:extLst>
                  <a:ext uri="{FF2B5EF4-FFF2-40B4-BE49-F238E27FC236}">
                    <a16:creationId xmlns:a16="http://schemas.microsoft.com/office/drawing/2014/main" id="{624B4714-9D94-4711-9F9C-397F06108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957"/>
                <a:ext cx="52" cy="20"/>
              </a:xfrm>
              <a:custGeom>
                <a:avLst/>
                <a:gdLst>
                  <a:gd name="T0" fmla="*/ 18 w 82"/>
                  <a:gd name="T1" fmla="*/ 1 h 30"/>
                  <a:gd name="T2" fmla="*/ 19 w 82"/>
                  <a:gd name="T3" fmla="*/ 9 h 30"/>
                  <a:gd name="T4" fmla="*/ 16 w 82"/>
                  <a:gd name="T5" fmla="*/ 7 h 30"/>
                  <a:gd name="T6" fmla="*/ 13 w 82"/>
                  <a:gd name="T7" fmla="*/ 6 h 30"/>
                  <a:gd name="T8" fmla="*/ 11 w 82"/>
                  <a:gd name="T9" fmla="*/ 3 h 30"/>
                  <a:gd name="T10" fmla="*/ 7 w 82"/>
                  <a:gd name="T11" fmla="*/ 3 h 30"/>
                  <a:gd name="T12" fmla="*/ 0 w 82"/>
                  <a:gd name="T13" fmla="*/ 5 h 30"/>
                  <a:gd name="T14" fmla="*/ 12 w 82"/>
                  <a:gd name="T15" fmla="*/ 2 h 30"/>
                  <a:gd name="T16" fmla="*/ 16 w 82"/>
                  <a:gd name="T17" fmla="*/ 4 h 30"/>
                  <a:gd name="T18" fmla="*/ 18 w 82"/>
                  <a:gd name="T19" fmla="*/ 1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30">
                    <a:moveTo>
                      <a:pt x="71" y="5"/>
                    </a:moveTo>
                    <a:cubicBezTo>
                      <a:pt x="74" y="9"/>
                      <a:pt x="82" y="27"/>
                      <a:pt x="74" y="29"/>
                    </a:cubicBezTo>
                    <a:cubicBezTo>
                      <a:pt x="72" y="30"/>
                      <a:pt x="65" y="25"/>
                      <a:pt x="62" y="24"/>
                    </a:cubicBezTo>
                    <a:cubicBezTo>
                      <a:pt x="57" y="23"/>
                      <a:pt x="55" y="24"/>
                      <a:pt x="52" y="21"/>
                    </a:cubicBezTo>
                    <a:cubicBezTo>
                      <a:pt x="49" y="19"/>
                      <a:pt x="48" y="14"/>
                      <a:pt x="45" y="12"/>
                    </a:cubicBezTo>
                    <a:cubicBezTo>
                      <a:pt x="40" y="9"/>
                      <a:pt x="34" y="9"/>
                      <a:pt x="29" y="9"/>
                    </a:cubicBezTo>
                    <a:cubicBezTo>
                      <a:pt x="18" y="9"/>
                      <a:pt x="9" y="12"/>
                      <a:pt x="0" y="15"/>
                    </a:cubicBezTo>
                    <a:cubicBezTo>
                      <a:pt x="12" y="1"/>
                      <a:pt x="32" y="0"/>
                      <a:pt x="48" y="6"/>
                    </a:cubicBezTo>
                    <a:cubicBezTo>
                      <a:pt x="52" y="7"/>
                      <a:pt x="60" y="13"/>
                      <a:pt x="63" y="13"/>
                    </a:cubicBezTo>
                    <a:cubicBezTo>
                      <a:pt x="67" y="13"/>
                      <a:pt x="68" y="8"/>
                      <a:pt x="70" y="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4" name="Freeform 233">
                <a:extLst>
                  <a:ext uri="{FF2B5EF4-FFF2-40B4-BE49-F238E27FC236}">
                    <a16:creationId xmlns:a16="http://schemas.microsoft.com/office/drawing/2014/main" id="{CF1AECFC-A591-4583-9D45-44673A420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877"/>
                <a:ext cx="46" cy="24"/>
              </a:xfrm>
              <a:custGeom>
                <a:avLst/>
                <a:gdLst>
                  <a:gd name="T0" fmla="*/ 17 w 72"/>
                  <a:gd name="T1" fmla="*/ 0 h 37"/>
                  <a:gd name="T2" fmla="*/ 17 w 72"/>
                  <a:gd name="T3" fmla="*/ 5 h 37"/>
                  <a:gd name="T4" fmla="*/ 19 w 72"/>
                  <a:gd name="T5" fmla="*/ 8 h 37"/>
                  <a:gd name="T6" fmla="*/ 17 w 72"/>
                  <a:gd name="T7" fmla="*/ 8 h 37"/>
                  <a:gd name="T8" fmla="*/ 12 w 72"/>
                  <a:gd name="T9" fmla="*/ 6 h 37"/>
                  <a:gd name="T10" fmla="*/ 5 w 72"/>
                  <a:gd name="T11" fmla="*/ 6 h 37"/>
                  <a:gd name="T12" fmla="*/ 1 w 72"/>
                  <a:gd name="T13" fmla="*/ 10 h 37"/>
                  <a:gd name="T14" fmla="*/ 4 w 72"/>
                  <a:gd name="T15" fmla="*/ 4 h 37"/>
                  <a:gd name="T16" fmla="*/ 8 w 72"/>
                  <a:gd name="T17" fmla="*/ 1 h 37"/>
                  <a:gd name="T18" fmla="*/ 17 w 72"/>
                  <a:gd name="T19" fmla="*/ 1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37">
                    <a:moveTo>
                      <a:pt x="67" y="0"/>
                    </a:moveTo>
                    <a:cubicBezTo>
                      <a:pt x="67" y="6"/>
                      <a:pt x="67" y="12"/>
                      <a:pt x="68" y="18"/>
                    </a:cubicBezTo>
                    <a:cubicBezTo>
                      <a:pt x="69" y="21"/>
                      <a:pt x="72" y="29"/>
                      <a:pt x="70" y="31"/>
                    </a:cubicBezTo>
                    <a:cubicBezTo>
                      <a:pt x="67" y="36"/>
                      <a:pt x="65" y="32"/>
                      <a:pt x="62" y="29"/>
                    </a:cubicBezTo>
                    <a:cubicBezTo>
                      <a:pt x="57" y="26"/>
                      <a:pt x="53" y="26"/>
                      <a:pt x="47" y="24"/>
                    </a:cubicBezTo>
                    <a:cubicBezTo>
                      <a:pt x="38" y="21"/>
                      <a:pt x="29" y="18"/>
                      <a:pt x="20" y="21"/>
                    </a:cubicBezTo>
                    <a:cubicBezTo>
                      <a:pt x="13" y="24"/>
                      <a:pt x="7" y="37"/>
                      <a:pt x="1" y="37"/>
                    </a:cubicBezTo>
                    <a:cubicBezTo>
                      <a:pt x="0" y="29"/>
                      <a:pt x="9" y="21"/>
                      <a:pt x="14" y="16"/>
                    </a:cubicBezTo>
                    <a:cubicBezTo>
                      <a:pt x="18" y="11"/>
                      <a:pt x="24" y="5"/>
                      <a:pt x="30" y="5"/>
                    </a:cubicBezTo>
                    <a:cubicBezTo>
                      <a:pt x="35" y="5"/>
                      <a:pt x="67" y="16"/>
                      <a:pt x="64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5" name="Freeform 234">
                <a:extLst>
                  <a:ext uri="{FF2B5EF4-FFF2-40B4-BE49-F238E27FC236}">
                    <a16:creationId xmlns:a16="http://schemas.microsoft.com/office/drawing/2014/main" id="{5CFC7BE0-5ADE-4290-B2F5-A0A257828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793"/>
                <a:ext cx="45" cy="26"/>
              </a:xfrm>
              <a:custGeom>
                <a:avLst/>
                <a:gdLst>
                  <a:gd name="T0" fmla="*/ 18 w 70"/>
                  <a:gd name="T1" fmla="*/ 1 h 42"/>
                  <a:gd name="T2" fmla="*/ 18 w 70"/>
                  <a:gd name="T3" fmla="*/ 7 h 42"/>
                  <a:gd name="T4" fmla="*/ 12 w 70"/>
                  <a:gd name="T5" fmla="*/ 6 h 42"/>
                  <a:gd name="T6" fmla="*/ 3 w 70"/>
                  <a:gd name="T7" fmla="*/ 5 h 42"/>
                  <a:gd name="T8" fmla="*/ 0 w 70"/>
                  <a:gd name="T9" fmla="*/ 10 h 42"/>
                  <a:gd name="T10" fmla="*/ 2 w 70"/>
                  <a:gd name="T11" fmla="*/ 4 h 42"/>
                  <a:gd name="T12" fmla="*/ 8 w 70"/>
                  <a:gd name="T13" fmla="*/ 1 h 42"/>
                  <a:gd name="T14" fmla="*/ 15 w 70"/>
                  <a:gd name="T15" fmla="*/ 3 h 42"/>
                  <a:gd name="T16" fmla="*/ 17 w 70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2">
                    <a:moveTo>
                      <a:pt x="67" y="2"/>
                    </a:moveTo>
                    <a:cubicBezTo>
                      <a:pt x="67" y="5"/>
                      <a:pt x="70" y="27"/>
                      <a:pt x="67" y="32"/>
                    </a:cubicBezTo>
                    <a:cubicBezTo>
                      <a:pt x="61" y="40"/>
                      <a:pt x="48" y="26"/>
                      <a:pt x="43" y="24"/>
                    </a:cubicBezTo>
                    <a:cubicBezTo>
                      <a:pt x="34" y="20"/>
                      <a:pt x="20" y="15"/>
                      <a:pt x="11" y="21"/>
                    </a:cubicBezTo>
                    <a:cubicBezTo>
                      <a:pt x="4" y="25"/>
                      <a:pt x="3" y="35"/>
                      <a:pt x="0" y="42"/>
                    </a:cubicBezTo>
                    <a:cubicBezTo>
                      <a:pt x="3" y="33"/>
                      <a:pt x="2" y="23"/>
                      <a:pt x="7" y="15"/>
                    </a:cubicBezTo>
                    <a:cubicBezTo>
                      <a:pt x="12" y="7"/>
                      <a:pt x="23" y="7"/>
                      <a:pt x="31" y="7"/>
                    </a:cubicBezTo>
                    <a:cubicBezTo>
                      <a:pt x="39" y="7"/>
                      <a:pt x="47" y="14"/>
                      <a:pt x="54" y="13"/>
                    </a:cubicBezTo>
                    <a:cubicBezTo>
                      <a:pt x="59" y="12"/>
                      <a:pt x="64" y="5"/>
                      <a:pt x="65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6" name="Freeform 235">
                <a:extLst>
                  <a:ext uri="{FF2B5EF4-FFF2-40B4-BE49-F238E27FC236}">
                    <a16:creationId xmlns:a16="http://schemas.microsoft.com/office/drawing/2014/main" id="{C1810602-463F-43F7-8C85-33CF3A35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695"/>
                <a:ext cx="53" cy="32"/>
              </a:xfrm>
              <a:custGeom>
                <a:avLst/>
                <a:gdLst>
                  <a:gd name="T0" fmla="*/ 22 w 83"/>
                  <a:gd name="T1" fmla="*/ 3 h 51"/>
                  <a:gd name="T2" fmla="*/ 21 w 83"/>
                  <a:gd name="T3" fmla="*/ 13 h 51"/>
                  <a:gd name="T4" fmla="*/ 17 w 83"/>
                  <a:gd name="T5" fmla="*/ 10 h 51"/>
                  <a:gd name="T6" fmla="*/ 10 w 83"/>
                  <a:gd name="T7" fmla="*/ 7 h 51"/>
                  <a:gd name="T8" fmla="*/ 0 w 83"/>
                  <a:gd name="T9" fmla="*/ 0 h 51"/>
                  <a:gd name="T10" fmla="*/ 6 w 83"/>
                  <a:gd name="T11" fmla="*/ 2 h 51"/>
                  <a:gd name="T12" fmla="*/ 14 w 83"/>
                  <a:gd name="T13" fmla="*/ 6 h 51"/>
                  <a:gd name="T14" fmla="*/ 19 w 83"/>
                  <a:gd name="T15" fmla="*/ 4 h 51"/>
                  <a:gd name="T16" fmla="*/ 21 w 83"/>
                  <a:gd name="T17" fmla="*/ 4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51">
                    <a:moveTo>
                      <a:pt x="83" y="12"/>
                    </a:moveTo>
                    <a:cubicBezTo>
                      <a:pt x="83" y="25"/>
                      <a:pt x="80" y="38"/>
                      <a:pt x="81" y="51"/>
                    </a:cubicBezTo>
                    <a:cubicBezTo>
                      <a:pt x="75" y="51"/>
                      <a:pt x="69" y="43"/>
                      <a:pt x="63" y="41"/>
                    </a:cubicBezTo>
                    <a:cubicBezTo>
                      <a:pt x="54" y="36"/>
                      <a:pt x="45" y="33"/>
                      <a:pt x="36" y="28"/>
                    </a:cubicBezTo>
                    <a:cubicBezTo>
                      <a:pt x="25" y="21"/>
                      <a:pt x="8" y="11"/>
                      <a:pt x="0" y="0"/>
                    </a:cubicBezTo>
                    <a:cubicBezTo>
                      <a:pt x="8" y="3"/>
                      <a:pt x="17" y="4"/>
                      <a:pt x="25" y="7"/>
                    </a:cubicBezTo>
                    <a:cubicBezTo>
                      <a:pt x="35" y="11"/>
                      <a:pt x="44" y="19"/>
                      <a:pt x="55" y="22"/>
                    </a:cubicBezTo>
                    <a:cubicBezTo>
                      <a:pt x="61" y="24"/>
                      <a:pt x="65" y="22"/>
                      <a:pt x="70" y="18"/>
                    </a:cubicBezTo>
                    <a:cubicBezTo>
                      <a:pt x="74" y="15"/>
                      <a:pt x="75" y="9"/>
                      <a:pt x="81" y="1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7" name="Freeform 236">
                <a:extLst>
                  <a:ext uri="{FF2B5EF4-FFF2-40B4-BE49-F238E27FC236}">
                    <a16:creationId xmlns:a16="http://schemas.microsoft.com/office/drawing/2014/main" id="{7BC597AC-AADA-4F74-A077-FFC5C04CC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617"/>
                <a:ext cx="44" cy="28"/>
              </a:xfrm>
              <a:custGeom>
                <a:avLst/>
                <a:gdLst>
                  <a:gd name="T0" fmla="*/ 17 w 69"/>
                  <a:gd name="T1" fmla="*/ 4 h 44"/>
                  <a:gd name="T2" fmla="*/ 18 w 69"/>
                  <a:gd name="T3" fmla="*/ 11 h 44"/>
                  <a:gd name="T4" fmla="*/ 8 w 69"/>
                  <a:gd name="T5" fmla="*/ 4 h 44"/>
                  <a:gd name="T6" fmla="*/ 4 w 69"/>
                  <a:gd name="T7" fmla="*/ 2 h 44"/>
                  <a:gd name="T8" fmla="*/ 0 w 69"/>
                  <a:gd name="T9" fmla="*/ 2 h 44"/>
                  <a:gd name="T10" fmla="*/ 10 w 69"/>
                  <a:gd name="T11" fmla="*/ 3 h 44"/>
                  <a:gd name="T12" fmla="*/ 17 w 69"/>
                  <a:gd name="T13" fmla="*/ 6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44">
                    <a:moveTo>
                      <a:pt x="67" y="18"/>
                    </a:moveTo>
                    <a:cubicBezTo>
                      <a:pt x="64" y="24"/>
                      <a:pt x="69" y="36"/>
                      <a:pt x="69" y="44"/>
                    </a:cubicBezTo>
                    <a:cubicBezTo>
                      <a:pt x="56" y="35"/>
                      <a:pt x="42" y="26"/>
                      <a:pt x="30" y="16"/>
                    </a:cubicBezTo>
                    <a:cubicBezTo>
                      <a:pt x="25" y="12"/>
                      <a:pt x="23" y="7"/>
                      <a:pt x="16" y="6"/>
                    </a:cubicBezTo>
                    <a:cubicBezTo>
                      <a:pt x="10" y="4"/>
                      <a:pt x="6" y="6"/>
                      <a:pt x="0" y="8"/>
                    </a:cubicBezTo>
                    <a:cubicBezTo>
                      <a:pt x="12" y="0"/>
                      <a:pt x="27" y="1"/>
                      <a:pt x="38" y="9"/>
                    </a:cubicBezTo>
                    <a:cubicBezTo>
                      <a:pt x="44" y="14"/>
                      <a:pt x="60" y="30"/>
                      <a:pt x="66" y="2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8" name="Freeform 237">
                <a:extLst>
                  <a:ext uri="{FF2B5EF4-FFF2-40B4-BE49-F238E27FC236}">
                    <a16:creationId xmlns:a16="http://schemas.microsoft.com/office/drawing/2014/main" id="{C34DBC84-8520-40DD-B55A-C4D6A46AD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537"/>
                <a:ext cx="49" cy="30"/>
              </a:xfrm>
              <a:custGeom>
                <a:avLst/>
                <a:gdLst>
                  <a:gd name="T0" fmla="*/ 19 w 78"/>
                  <a:gd name="T1" fmla="*/ 6 h 47"/>
                  <a:gd name="T2" fmla="*/ 18 w 78"/>
                  <a:gd name="T3" fmla="*/ 12 h 47"/>
                  <a:gd name="T4" fmla="*/ 12 w 78"/>
                  <a:gd name="T5" fmla="*/ 7 h 47"/>
                  <a:gd name="T6" fmla="*/ 5 w 78"/>
                  <a:gd name="T7" fmla="*/ 3 h 47"/>
                  <a:gd name="T8" fmla="*/ 0 w 78"/>
                  <a:gd name="T9" fmla="*/ 5 h 47"/>
                  <a:gd name="T10" fmla="*/ 6 w 78"/>
                  <a:gd name="T11" fmla="*/ 1 h 47"/>
                  <a:gd name="T12" fmla="*/ 11 w 78"/>
                  <a:gd name="T13" fmla="*/ 3 h 47"/>
                  <a:gd name="T14" fmla="*/ 16 w 78"/>
                  <a:gd name="T15" fmla="*/ 7 h 47"/>
                  <a:gd name="T16" fmla="*/ 19 w 78"/>
                  <a:gd name="T17" fmla="*/ 6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47">
                    <a:moveTo>
                      <a:pt x="77" y="23"/>
                    </a:moveTo>
                    <a:cubicBezTo>
                      <a:pt x="78" y="27"/>
                      <a:pt x="76" y="44"/>
                      <a:pt x="71" y="46"/>
                    </a:cubicBezTo>
                    <a:cubicBezTo>
                      <a:pt x="67" y="47"/>
                      <a:pt x="53" y="30"/>
                      <a:pt x="50" y="27"/>
                    </a:cubicBezTo>
                    <a:cubicBezTo>
                      <a:pt x="42" y="21"/>
                      <a:pt x="32" y="11"/>
                      <a:pt x="21" y="10"/>
                    </a:cubicBezTo>
                    <a:cubicBezTo>
                      <a:pt x="14" y="10"/>
                      <a:pt x="6" y="16"/>
                      <a:pt x="0" y="19"/>
                    </a:cubicBezTo>
                    <a:cubicBezTo>
                      <a:pt x="8" y="16"/>
                      <a:pt x="14" y="9"/>
                      <a:pt x="22" y="5"/>
                    </a:cubicBezTo>
                    <a:cubicBezTo>
                      <a:pt x="32" y="0"/>
                      <a:pt x="38" y="5"/>
                      <a:pt x="45" y="12"/>
                    </a:cubicBezTo>
                    <a:cubicBezTo>
                      <a:pt x="51" y="17"/>
                      <a:pt x="58" y="28"/>
                      <a:pt x="67" y="27"/>
                    </a:cubicBezTo>
                    <a:cubicBezTo>
                      <a:pt x="70" y="27"/>
                      <a:pt x="76" y="23"/>
                      <a:pt x="76" y="22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9" name="Freeform 238">
                <a:extLst>
                  <a:ext uri="{FF2B5EF4-FFF2-40B4-BE49-F238E27FC236}">
                    <a16:creationId xmlns:a16="http://schemas.microsoft.com/office/drawing/2014/main" id="{813B30B2-D3E4-4D50-ACDA-AE4D40FF7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433"/>
                <a:ext cx="36" cy="25"/>
              </a:xfrm>
              <a:custGeom>
                <a:avLst/>
                <a:gdLst>
                  <a:gd name="T0" fmla="*/ 15 w 56"/>
                  <a:gd name="T1" fmla="*/ 6 h 40"/>
                  <a:gd name="T2" fmla="*/ 15 w 56"/>
                  <a:gd name="T3" fmla="*/ 10 h 40"/>
                  <a:gd name="T4" fmla="*/ 8 w 56"/>
                  <a:gd name="T5" fmla="*/ 4 h 40"/>
                  <a:gd name="T6" fmla="*/ 0 w 56"/>
                  <a:gd name="T7" fmla="*/ 4 h 40"/>
                  <a:gd name="T8" fmla="*/ 3 w 56"/>
                  <a:gd name="T9" fmla="*/ 1 h 40"/>
                  <a:gd name="T10" fmla="*/ 8 w 56"/>
                  <a:gd name="T11" fmla="*/ 2 h 40"/>
                  <a:gd name="T12" fmla="*/ 14 w 56"/>
                  <a:gd name="T13" fmla="*/ 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40">
                    <a:moveTo>
                      <a:pt x="56" y="25"/>
                    </a:moveTo>
                    <a:cubicBezTo>
                      <a:pt x="55" y="30"/>
                      <a:pt x="55" y="35"/>
                      <a:pt x="54" y="40"/>
                    </a:cubicBezTo>
                    <a:cubicBezTo>
                      <a:pt x="45" y="39"/>
                      <a:pt x="35" y="24"/>
                      <a:pt x="28" y="18"/>
                    </a:cubicBezTo>
                    <a:cubicBezTo>
                      <a:pt x="18" y="10"/>
                      <a:pt x="11" y="7"/>
                      <a:pt x="0" y="15"/>
                    </a:cubicBezTo>
                    <a:cubicBezTo>
                      <a:pt x="2" y="11"/>
                      <a:pt x="8" y="6"/>
                      <a:pt x="11" y="4"/>
                    </a:cubicBezTo>
                    <a:cubicBezTo>
                      <a:pt x="18" y="0"/>
                      <a:pt x="24" y="3"/>
                      <a:pt x="31" y="8"/>
                    </a:cubicBezTo>
                    <a:cubicBezTo>
                      <a:pt x="34" y="10"/>
                      <a:pt x="52" y="33"/>
                      <a:pt x="53" y="2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0" name="Freeform 239">
                <a:extLst>
                  <a:ext uri="{FF2B5EF4-FFF2-40B4-BE49-F238E27FC236}">
                    <a16:creationId xmlns:a16="http://schemas.microsoft.com/office/drawing/2014/main" id="{F7691626-6413-48FB-9D1D-2368B97DC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337"/>
                <a:ext cx="45" cy="46"/>
              </a:xfrm>
              <a:custGeom>
                <a:avLst/>
                <a:gdLst>
                  <a:gd name="T0" fmla="*/ 18 w 71"/>
                  <a:gd name="T1" fmla="*/ 15 h 71"/>
                  <a:gd name="T2" fmla="*/ 16 w 71"/>
                  <a:gd name="T3" fmla="*/ 19 h 71"/>
                  <a:gd name="T4" fmla="*/ 11 w 71"/>
                  <a:gd name="T5" fmla="*/ 14 h 71"/>
                  <a:gd name="T6" fmla="*/ 0 w 71"/>
                  <a:gd name="T7" fmla="*/ 7 h 71"/>
                  <a:gd name="T8" fmla="*/ 17 w 71"/>
                  <a:gd name="T9" fmla="*/ 15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71" y="54"/>
                    </a:moveTo>
                    <a:cubicBezTo>
                      <a:pt x="70" y="58"/>
                      <a:pt x="70" y="70"/>
                      <a:pt x="65" y="70"/>
                    </a:cubicBezTo>
                    <a:cubicBezTo>
                      <a:pt x="59" y="71"/>
                      <a:pt x="48" y="53"/>
                      <a:pt x="44" y="49"/>
                    </a:cubicBezTo>
                    <a:cubicBezTo>
                      <a:pt x="35" y="38"/>
                      <a:pt x="16" y="22"/>
                      <a:pt x="0" y="27"/>
                    </a:cubicBezTo>
                    <a:cubicBezTo>
                      <a:pt x="22" y="0"/>
                      <a:pt x="48" y="48"/>
                      <a:pt x="66" y="5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1" name="Freeform 240">
                <a:extLst>
                  <a:ext uri="{FF2B5EF4-FFF2-40B4-BE49-F238E27FC236}">
                    <a16:creationId xmlns:a16="http://schemas.microsoft.com/office/drawing/2014/main" id="{5FB10DA7-9500-4D2D-B4F2-4B65E6DF5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62"/>
                <a:ext cx="39" cy="30"/>
              </a:xfrm>
              <a:custGeom>
                <a:avLst/>
                <a:gdLst>
                  <a:gd name="T0" fmla="*/ 16 w 62"/>
                  <a:gd name="T1" fmla="*/ 8 h 47"/>
                  <a:gd name="T2" fmla="*/ 14 w 62"/>
                  <a:gd name="T3" fmla="*/ 11 h 47"/>
                  <a:gd name="T4" fmla="*/ 10 w 62"/>
                  <a:gd name="T5" fmla="*/ 8 h 47"/>
                  <a:gd name="T6" fmla="*/ 4 w 62"/>
                  <a:gd name="T7" fmla="*/ 4 h 47"/>
                  <a:gd name="T8" fmla="*/ 0 w 62"/>
                  <a:gd name="T9" fmla="*/ 6 h 47"/>
                  <a:gd name="T10" fmla="*/ 6 w 62"/>
                  <a:gd name="T11" fmla="*/ 1 h 47"/>
                  <a:gd name="T12" fmla="*/ 10 w 62"/>
                  <a:gd name="T13" fmla="*/ 4 h 47"/>
                  <a:gd name="T14" fmla="*/ 14 w 62"/>
                  <a:gd name="T15" fmla="*/ 7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7">
                    <a:moveTo>
                      <a:pt x="62" y="29"/>
                    </a:moveTo>
                    <a:cubicBezTo>
                      <a:pt x="61" y="32"/>
                      <a:pt x="60" y="41"/>
                      <a:pt x="58" y="43"/>
                    </a:cubicBezTo>
                    <a:cubicBezTo>
                      <a:pt x="51" y="47"/>
                      <a:pt x="43" y="34"/>
                      <a:pt x="39" y="30"/>
                    </a:cubicBezTo>
                    <a:cubicBezTo>
                      <a:pt x="33" y="24"/>
                      <a:pt x="24" y="17"/>
                      <a:pt x="16" y="15"/>
                    </a:cubicBezTo>
                    <a:cubicBezTo>
                      <a:pt x="9" y="14"/>
                      <a:pt x="4" y="18"/>
                      <a:pt x="0" y="22"/>
                    </a:cubicBezTo>
                    <a:cubicBezTo>
                      <a:pt x="5" y="16"/>
                      <a:pt x="16" y="0"/>
                      <a:pt x="26" y="3"/>
                    </a:cubicBezTo>
                    <a:cubicBezTo>
                      <a:pt x="31" y="5"/>
                      <a:pt x="37" y="13"/>
                      <a:pt x="41" y="17"/>
                    </a:cubicBezTo>
                    <a:cubicBezTo>
                      <a:pt x="45" y="21"/>
                      <a:pt x="51" y="25"/>
                      <a:pt x="57" y="26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2" name="Freeform 241">
                <a:extLst>
                  <a:ext uri="{FF2B5EF4-FFF2-40B4-BE49-F238E27FC236}">
                    <a16:creationId xmlns:a16="http://schemas.microsoft.com/office/drawing/2014/main" id="{5ED3B2C4-F28B-4EE6-8DDE-274F2274B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171"/>
                <a:ext cx="36" cy="27"/>
              </a:xfrm>
              <a:custGeom>
                <a:avLst/>
                <a:gdLst>
                  <a:gd name="T0" fmla="*/ 13 w 57"/>
                  <a:gd name="T1" fmla="*/ 2 h 42"/>
                  <a:gd name="T2" fmla="*/ 13 w 57"/>
                  <a:gd name="T3" fmla="*/ 11 h 42"/>
                  <a:gd name="T4" fmla="*/ 6 w 57"/>
                  <a:gd name="T5" fmla="*/ 4 h 42"/>
                  <a:gd name="T6" fmla="*/ 0 w 57"/>
                  <a:gd name="T7" fmla="*/ 8 h 42"/>
                  <a:gd name="T8" fmla="*/ 7 w 57"/>
                  <a:gd name="T9" fmla="*/ 3 h 42"/>
                  <a:gd name="T10" fmla="*/ 11 w 57"/>
                  <a:gd name="T11" fmla="*/ 6 h 42"/>
                  <a:gd name="T12" fmla="*/ 13 w 57"/>
                  <a:gd name="T13" fmla="*/ 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2">
                    <a:moveTo>
                      <a:pt x="51" y="8"/>
                    </a:moveTo>
                    <a:cubicBezTo>
                      <a:pt x="51" y="16"/>
                      <a:pt x="57" y="37"/>
                      <a:pt x="51" y="42"/>
                    </a:cubicBezTo>
                    <a:cubicBezTo>
                      <a:pt x="43" y="33"/>
                      <a:pt x="34" y="19"/>
                      <a:pt x="22" y="15"/>
                    </a:cubicBezTo>
                    <a:cubicBezTo>
                      <a:pt x="14" y="11"/>
                      <a:pt x="2" y="21"/>
                      <a:pt x="0" y="29"/>
                    </a:cubicBezTo>
                    <a:cubicBezTo>
                      <a:pt x="7" y="18"/>
                      <a:pt x="12" y="0"/>
                      <a:pt x="29" y="10"/>
                    </a:cubicBezTo>
                    <a:cubicBezTo>
                      <a:pt x="32" y="12"/>
                      <a:pt x="42" y="24"/>
                      <a:pt x="46" y="21"/>
                    </a:cubicBezTo>
                    <a:cubicBezTo>
                      <a:pt x="49" y="19"/>
                      <a:pt x="47" y="9"/>
                      <a:pt x="51" y="8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3" name="Freeform 242">
                <a:extLst>
                  <a:ext uri="{FF2B5EF4-FFF2-40B4-BE49-F238E27FC236}">
                    <a16:creationId xmlns:a16="http://schemas.microsoft.com/office/drawing/2014/main" id="{3376FAA7-884C-41B2-919A-7CDE6637D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072"/>
                <a:ext cx="38" cy="30"/>
              </a:xfrm>
              <a:custGeom>
                <a:avLst/>
                <a:gdLst>
                  <a:gd name="T0" fmla="*/ 15 w 60"/>
                  <a:gd name="T1" fmla="*/ 4 h 47"/>
                  <a:gd name="T2" fmla="*/ 14 w 60"/>
                  <a:gd name="T3" fmla="*/ 12 h 47"/>
                  <a:gd name="T4" fmla="*/ 11 w 60"/>
                  <a:gd name="T5" fmla="*/ 7 h 47"/>
                  <a:gd name="T6" fmla="*/ 6 w 60"/>
                  <a:gd name="T7" fmla="*/ 3 h 47"/>
                  <a:gd name="T8" fmla="*/ 0 w 60"/>
                  <a:gd name="T9" fmla="*/ 5 h 47"/>
                  <a:gd name="T10" fmla="*/ 10 w 60"/>
                  <a:gd name="T11" fmla="*/ 3 h 47"/>
                  <a:gd name="T12" fmla="*/ 15 w 60"/>
                  <a:gd name="T13" fmla="*/ 4 h 47"/>
                  <a:gd name="T14" fmla="*/ 15 w 60"/>
                  <a:gd name="T15" fmla="*/ 4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47">
                    <a:moveTo>
                      <a:pt x="58" y="16"/>
                    </a:moveTo>
                    <a:cubicBezTo>
                      <a:pt x="58" y="23"/>
                      <a:pt x="60" y="39"/>
                      <a:pt x="56" y="47"/>
                    </a:cubicBezTo>
                    <a:cubicBezTo>
                      <a:pt x="50" y="46"/>
                      <a:pt x="45" y="33"/>
                      <a:pt x="42" y="28"/>
                    </a:cubicBezTo>
                    <a:cubicBezTo>
                      <a:pt x="38" y="21"/>
                      <a:pt x="33" y="12"/>
                      <a:pt x="24" y="10"/>
                    </a:cubicBezTo>
                    <a:cubicBezTo>
                      <a:pt x="14" y="8"/>
                      <a:pt x="6" y="14"/>
                      <a:pt x="0" y="21"/>
                    </a:cubicBezTo>
                    <a:cubicBezTo>
                      <a:pt x="8" y="11"/>
                      <a:pt x="25" y="0"/>
                      <a:pt x="37" y="9"/>
                    </a:cubicBezTo>
                    <a:cubicBezTo>
                      <a:pt x="46" y="16"/>
                      <a:pt x="47" y="26"/>
                      <a:pt x="59" y="18"/>
                    </a:cubicBezTo>
                    <a:cubicBezTo>
                      <a:pt x="59" y="17"/>
                      <a:pt x="58" y="17"/>
                      <a:pt x="58" y="1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4" name="Freeform 243">
                <a:extLst>
                  <a:ext uri="{FF2B5EF4-FFF2-40B4-BE49-F238E27FC236}">
                    <a16:creationId xmlns:a16="http://schemas.microsoft.com/office/drawing/2014/main" id="{005AB57E-8B52-4332-97A6-66283A118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965"/>
                <a:ext cx="45" cy="28"/>
              </a:xfrm>
              <a:custGeom>
                <a:avLst/>
                <a:gdLst>
                  <a:gd name="T0" fmla="*/ 18 w 71"/>
                  <a:gd name="T1" fmla="*/ 6 h 44"/>
                  <a:gd name="T2" fmla="*/ 16 w 71"/>
                  <a:gd name="T3" fmla="*/ 11 h 44"/>
                  <a:gd name="T4" fmla="*/ 13 w 71"/>
                  <a:gd name="T5" fmla="*/ 9 h 44"/>
                  <a:gd name="T6" fmla="*/ 10 w 71"/>
                  <a:gd name="T7" fmla="*/ 6 h 44"/>
                  <a:gd name="T8" fmla="*/ 3 w 71"/>
                  <a:gd name="T9" fmla="*/ 3 h 44"/>
                  <a:gd name="T10" fmla="*/ 0 w 71"/>
                  <a:gd name="T11" fmla="*/ 7 h 44"/>
                  <a:gd name="T12" fmla="*/ 7 w 71"/>
                  <a:gd name="T13" fmla="*/ 1 h 44"/>
                  <a:gd name="T14" fmla="*/ 10 w 71"/>
                  <a:gd name="T15" fmla="*/ 3 h 44"/>
                  <a:gd name="T16" fmla="*/ 14 w 71"/>
                  <a:gd name="T17" fmla="*/ 6 h 44"/>
                  <a:gd name="T18" fmla="*/ 16 w 71"/>
                  <a:gd name="T19" fmla="*/ 6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44">
                    <a:moveTo>
                      <a:pt x="71" y="23"/>
                    </a:moveTo>
                    <a:cubicBezTo>
                      <a:pt x="71" y="28"/>
                      <a:pt x="68" y="44"/>
                      <a:pt x="61" y="44"/>
                    </a:cubicBezTo>
                    <a:cubicBezTo>
                      <a:pt x="57" y="44"/>
                      <a:pt x="54" y="38"/>
                      <a:pt x="52" y="35"/>
                    </a:cubicBezTo>
                    <a:cubicBezTo>
                      <a:pt x="48" y="30"/>
                      <a:pt x="43" y="26"/>
                      <a:pt x="37" y="22"/>
                    </a:cubicBezTo>
                    <a:cubicBezTo>
                      <a:pt x="31" y="18"/>
                      <a:pt x="21" y="8"/>
                      <a:pt x="12" y="11"/>
                    </a:cubicBezTo>
                    <a:cubicBezTo>
                      <a:pt x="7" y="13"/>
                      <a:pt x="3" y="22"/>
                      <a:pt x="0" y="27"/>
                    </a:cubicBezTo>
                    <a:cubicBezTo>
                      <a:pt x="9" y="20"/>
                      <a:pt x="13" y="0"/>
                      <a:pt x="28" y="4"/>
                    </a:cubicBezTo>
                    <a:cubicBezTo>
                      <a:pt x="32" y="4"/>
                      <a:pt x="34" y="9"/>
                      <a:pt x="37" y="11"/>
                    </a:cubicBezTo>
                    <a:cubicBezTo>
                      <a:pt x="43" y="16"/>
                      <a:pt x="49" y="20"/>
                      <a:pt x="56" y="22"/>
                    </a:cubicBezTo>
                    <a:cubicBezTo>
                      <a:pt x="60" y="23"/>
                      <a:pt x="64" y="25"/>
                      <a:pt x="65" y="2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5" name="Freeform 244">
                <a:extLst>
                  <a:ext uri="{FF2B5EF4-FFF2-40B4-BE49-F238E27FC236}">
                    <a16:creationId xmlns:a16="http://schemas.microsoft.com/office/drawing/2014/main" id="{D4EBD8C5-C60E-4842-B193-C8D9DE139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849"/>
                <a:ext cx="53" cy="27"/>
              </a:xfrm>
              <a:custGeom>
                <a:avLst/>
                <a:gdLst>
                  <a:gd name="T0" fmla="*/ 17 w 84"/>
                  <a:gd name="T1" fmla="*/ 3 h 42"/>
                  <a:gd name="T2" fmla="*/ 20 w 84"/>
                  <a:gd name="T3" fmla="*/ 9 h 42"/>
                  <a:gd name="T4" fmla="*/ 14 w 84"/>
                  <a:gd name="T5" fmla="*/ 6 h 42"/>
                  <a:gd name="T6" fmla="*/ 0 w 84"/>
                  <a:gd name="T7" fmla="*/ 5 h 42"/>
                  <a:gd name="T8" fmla="*/ 8 w 84"/>
                  <a:gd name="T9" fmla="*/ 1 h 42"/>
                  <a:gd name="T10" fmla="*/ 18 w 84"/>
                  <a:gd name="T11" fmla="*/ 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42">
                    <a:moveTo>
                      <a:pt x="68" y="9"/>
                    </a:moveTo>
                    <a:cubicBezTo>
                      <a:pt x="73" y="13"/>
                      <a:pt x="84" y="27"/>
                      <a:pt x="79" y="34"/>
                    </a:cubicBezTo>
                    <a:cubicBezTo>
                      <a:pt x="74" y="42"/>
                      <a:pt x="60" y="26"/>
                      <a:pt x="55" y="23"/>
                    </a:cubicBezTo>
                    <a:cubicBezTo>
                      <a:pt x="39" y="10"/>
                      <a:pt x="16" y="1"/>
                      <a:pt x="0" y="19"/>
                    </a:cubicBezTo>
                    <a:cubicBezTo>
                      <a:pt x="5" y="4"/>
                      <a:pt x="18" y="0"/>
                      <a:pt x="32" y="3"/>
                    </a:cubicBezTo>
                    <a:cubicBezTo>
                      <a:pt x="38" y="4"/>
                      <a:pt x="71" y="22"/>
                      <a:pt x="72" y="1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6" name="Freeform 245">
                <a:extLst>
                  <a:ext uri="{FF2B5EF4-FFF2-40B4-BE49-F238E27FC236}">
                    <a16:creationId xmlns:a16="http://schemas.microsoft.com/office/drawing/2014/main" id="{605CAC08-4454-417B-B3AF-BE135A5AC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754"/>
                <a:ext cx="41" cy="18"/>
              </a:xfrm>
              <a:custGeom>
                <a:avLst/>
                <a:gdLst>
                  <a:gd name="T0" fmla="*/ 15 w 65"/>
                  <a:gd name="T1" fmla="*/ 3 h 28"/>
                  <a:gd name="T2" fmla="*/ 15 w 65"/>
                  <a:gd name="T3" fmla="*/ 6 h 28"/>
                  <a:gd name="T4" fmla="*/ 9 w 65"/>
                  <a:gd name="T5" fmla="*/ 4 h 28"/>
                  <a:gd name="T6" fmla="*/ 0 w 65"/>
                  <a:gd name="T7" fmla="*/ 6 h 28"/>
                  <a:gd name="T8" fmla="*/ 6 w 65"/>
                  <a:gd name="T9" fmla="*/ 1 h 28"/>
                  <a:gd name="T10" fmla="*/ 15 w 65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28">
                    <a:moveTo>
                      <a:pt x="60" y="10"/>
                    </a:moveTo>
                    <a:cubicBezTo>
                      <a:pt x="60" y="14"/>
                      <a:pt x="65" y="21"/>
                      <a:pt x="60" y="24"/>
                    </a:cubicBezTo>
                    <a:cubicBezTo>
                      <a:pt x="54" y="28"/>
                      <a:pt x="43" y="16"/>
                      <a:pt x="37" y="14"/>
                    </a:cubicBezTo>
                    <a:cubicBezTo>
                      <a:pt x="25" y="10"/>
                      <a:pt x="5" y="6"/>
                      <a:pt x="0" y="22"/>
                    </a:cubicBezTo>
                    <a:cubicBezTo>
                      <a:pt x="5" y="11"/>
                      <a:pt x="10" y="0"/>
                      <a:pt x="24" y="2"/>
                    </a:cubicBezTo>
                    <a:cubicBezTo>
                      <a:pt x="29" y="3"/>
                      <a:pt x="61" y="13"/>
                      <a:pt x="60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7" name="Freeform 246">
                <a:extLst>
                  <a:ext uri="{FF2B5EF4-FFF2-40B4-BE49-F238E27FC236}">
                    <a16:creationId xmlns:a16="http://schemas.microsoft.com/office/drawing/2014/main" id="{1C287F25-E4CA-4DFA-8B70-E80435A81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673"/>
                <a:ext cx="63" cy="8"/>
              </a:xfrm>
              <a:custGeom>
                <a:avLst/>
                <a:gdLst>
                  <a:gd name="T0" fmla="*/ 21 w 98"/>
                  <a:gd name="T1" fmla="*/ 0 h 14"/>
                  <a:gd name="T2" fmla="*/ 26 w 98"/>
                  <a:gd name="T3" fmla="*/ 2 h 14"/>
                  <a:gd name="T4" fmla="*/ 19 w 98"/>
                  <a:gd name="T5" fmla="*/ 1 h 14"/>
                  <a:gd name="T6" fmla="*/ 12 w 98"/>
                  <a:gd name="T7" fmla="*/ 1 h 14"/>
                  <a:gd name="T8" fmla="*/ 5 w 98"/>
                  <a:gd name="T9" fmla="*/ 2 h 14"/>
                  <a:gd name="T10" fmla="*/ 0 w 98"/>
                  <a:gd name="T11" fmla="*/ 3 h 14"/>
                  <a:gd name="T12" fmla="*/ 10 w 98"/>
                  <a:gd name="T13" fmla="*/ 1 h 14"/>
                  <a:gd name="T14" fmla="*/ 21 w 9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4">
                    <a:moveTo>
                      <a:pt x="80" y="0"/>
                    </a:moveTo>
                    <a:cubicBezTo>
                      <a:pt x="86" y="1"/>
                      <a:pt x="96" y="4"/>
                      <a:pt x="98" y="10"/>
                    </a:cubicBezTo>
                    <a:cubicBezTo>
                      <a:pt x="90" y="11"/>
                      <a:pt x="81" y="7"/>
                      <a:pt x="73" y="7"/>
                    </a:cubicBezTo>
                    <a:cubicBezTo>
                      <a:pt x="64" y="7"/>
                      <a:pt x="55" y="5"/>
                      <a:pt x="45" y="6"/>
                    </a:cubicBezTo>
                    <a:cubicBezTo>
                      <a:pt x="36" y="7"/>
                      <a:pt x="27" y="8"/>
                      <a:pt x="18" y="10"/>
                    </a:cubicBezTo>
                    <a:cubicBezTo>
                      <a:pt x="13" y="11"/>
                      <a:pt x="5" y="11"/>
                      <a:pt x="0" y="14"/>
                    </a:cubicBezTo>
                    <a:cubicBezTo>
                      <a:pt x="9" y="3"/>
                      <a:pt x="26" y="4"/>
                      <a:pt x="39" y="2"/>
                    </a:cubicBezTo>
                    <a:cubicBezTo>
                      <a:pt x="49" y="1"/>
                      <a:pt x="73" y="6"/>
                      <a:pt x="80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8" name="Freeform 247">
                <a:extLst>
                  <a:ext uri="{FF2B5EF4-FFF2-40B4-BE49-F238E27FC236}">
                    <a16:creationId xmlns:a16="http://schemas.microsoft.com/office/drawing/2014/main" id="{D04A3EBD-FE54-4C1D-8B2F-D96FC2623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610"/>
                <a:ext cx="52" cy="11"/>
              </a:xfrm>
              <a:custGeom>
                <a:avLst/>
                <a:gdLst>
                  <a:gd name="T0" fmla="*/ 18 w 82"/>
                  <a:gd name="T1" fmla="*/ 1 h 18"/>
                  <a:gd name="T2" fmla="*/ 20 w 82"/>
                  <a:gd name="T3" fmla="*/ 4 h 18"/>
                  <a:gd name="T4" fmla="*/ 15 w 82"/>
                  <a:gd name="T5" fmla="*/ 2 h 18"/>
                  <a:gd name="T6" fmla="*/ 6 w 82"/>
                  <a:gd name="T7" fmla="*/ 1 h 18"/>
                  <a:gd name="T8" fmla="*/ 0 w 82"/>
                  <a:gd name="T9" fmla="*/ 0 h 18"/>
                  <a:gd name="T10" fmla="*/ 10 w 82"/>
                  <a:gd name="T11" fmla="*/ 1 h 18"/>
                  <a:gd name="T12" fmla="*/ 18 w 82"/>
                  <a:gd name="T13" fmla="*/ 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18">
                    <a:moveTo>
                      <a:pt x="69" y="1"/>
                    </a:moveTo>
                    <a:cubicBezTo>
                      <a:pt x="72" y="3"/>
                      <a:pt x="82" y="10"/>
                      <a:pt x="81" y="14"/>
                    </a:cubicBezTo>
                    <a:cubicBezTo>
                      <a:pt x="80" y="18"/>
                      <a:pt x="64" y="12"/>
                      <a:pt x="60" y="12"/>
                    </a:cubicBezTo>
                    <a:cubicBezTo>
                      <a:pt x="48" y="10"/>
                      <a:pt x="35" y="8"/>
                      <a:pt x="23" y="5"/>
                    </a:cubicBezTo>
                    <a:cubicBezTo>
                      <a:pt x="16" y="3"/>
                      <a:pt x="6" y="4"/>
                      <a:pt x="0" y="0"/>
                    </a:cubicBezTo>
                    <a:cubicBezTo>
                      <a:pt x="12" y="1"/>
                      <a:pt x="25" y="3"/>
                      <a:pt x="37" y="3"/>
                    </a:cubicBezTo>
                    <a:cubicBezTo>
                      <a:pt x="48" y="3"/>
                      <a:pt x="58" y="0"/>
                      <a:pt x="69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9" name="Freeform 248">
                <a:extLst>
                  <a:ext uri="{FF2B5EF4-FFF2-40B4-BE49-F238E27FC236}">
                    <a16:creationId xmlns:a16="http://schemas.microsoft.com/office/drawing/2014/main" id="{27EE7715-1D05-4C31-A486-214162307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1560"/>
                <a:ext cx="52" cy="15"/>
              </a:xfrm>
              <a:custGeom>
                <a:avLst/>
                <a:gdLst>
                  <a:gd name="T0" fmla="*/ 16 w 81"/>
                  <a:gd name="T1" fmla="*/ 0 h 24"/>
                  <a:gd name="T2" fmla="*/ 21 w 81"/>
                  <a:gd name="T3" fmla="*/ 6 h 24"/>
                  <a:gd name="T4" fmla="*/ 10 w 81"/>
                  <a:gd name="T5" fmla="*/ 3 h 24"/>
                  <a:gd name="T6" fmla="*/ 2 w 81"/>
                  <a:gd name="T7" fmla="*/ 2 h 24"/>
                  <a:gd name="T8" fmla="*/ 0 w 81"/>
                  <a:gd name="T9" fmla="*/ 2 h 24"/>
                  <a:gd name="T10" fmla="*/ 8 w 81"/>
                  <a:gd name="T11" fmla="*/ 2 h 24"/>
                  <a:gd name="T12" fmla="*/ 18 w 81"/>
                  <a:gd name="T13" fmla="*/ 1 h 24"/>
                  <a:gd name="T14" fmla="*/ 18 w 81"/>
                  <a:gd name="T15" fmla="*/ 1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4">
                    <a:moveTo>
                      <a:pt x="61" y="0"/>
                    </a:moveTo>
                    <a:cubicBezTo>
                      <a:pt x="68" y="6"/>
                      <a:pt x="79" y="15"/>
                      <a:pt x="81" y="24"/>
                    </a:cubicBezTo>
                    <a:cubicBezTo>
                      <a:pt x="66" y="17"/>
                      <a:pt x="55" y="12"/>
                      <a:pt x="39" y="11"/>
                    </a:cubicBezTo>
                    <a:cubicBezTo>
                      <a:pt x="28" y="10"/>
                      <a:pt x="17" y="7"/>
                      <a:pt x="6" y="7"/>
                    </a:cubicBezTo>
                    <a:cubicBezTo>
                      <a:pt x="4" y="7"/>
                      <a:pt x="2" y="8"/>
                      <a:pt x="0" y="8"/>
                    </a:cubicBezTo>
                    <a:cubicBezTo>
                      <a:pt x="7" y="4"/>
                      <a:pt x="24" y="7"/>
                      <a:pt x="32" y="7"/>
                    </a:cubicBezTo>
                    <a:cubicBezTo>
                      <a:pt x="44" y="6"/>
                      <a:pt x="56" y="4"/>
                      <a:pt x="68" y="4"/>
                    </a:cubicBezTo>
                    <a:cubicBezTo>
                      <a:pt x="68" y="5"/>
                      <a:pt x="68" y="4"/>
                      <a:pt x="67" y="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0" name="Freeform 249">
                <a:extLst>
                  <a:ext uri="{FF2B5EF4-FFF2-40B4-BE49-F238E27FC236}">
                    <a16:creationId xmlns:a16="http://schemas.microsoft.com/office/drawing/2014/main" id="{E181D099-38A9-4E7E-9482-EA0A94D79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518"/>
                <a:ext cx="52" cy="14"/>
              </a:xfrm>
              <a:custGeom>
                <a:avLst/>
                <a:gdLst>
                  <a:gd name="T0" fmla="*/ 18 w 81"/>
                  <a:gd name="T1" fmla="*/ 1 h 22"/>
                  <a:gd name="T2" fmla="*/ 21 w 81"/>
                  <a:gd name="T3" fmla="*/ 5 h 22"/>
                  <a:gd name="T4" fmla="*/ 16 w 81"/>
                  <a:gd name="T5" fmla="*/ 4 h 22"/>
                  <a:gd name="T6" fmla="*/ 8 w 81"/>
                  <a:gd name="T7" fmla="*/ 2 h 22"/>
                  <a:gd name="T8" fmla="*/ 0 w 81"/>
                  <a:gd name="T9" fmla="*/ 1 h 22"/>
                  <a:gd name="T10" fmla="*/ 9 w 81"/>
                  <a:gd name="T11" fmla="*/ 2 h 22"/>
                  <a:gd name="T12" fmla="*/ 19 w 81"/>
                  <a:gd name="T13" fmla="*/ 2 h 22"/>
                  <a:gd name="T14" fmla="*/ 18 w 81"/>
                  <a:gd name="T15" fmla="*/ 2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2">
                    <a:moveTo>
                      <a:pt x="69" y="1"/>
                    </a:moveTo>
                    <a:cubicBezTo>
                      <a:pt x="74" y="5"/>
                      <a:pt x="81" y="14"/>
                      <a:pt x="78" y="20"/>
                    </a:cubicBezTo>
                    <a:cubicBezTo>
                      <a:pt x="72" y="22"/>
                      <a:pt x="65" y="17"/>
                      <a:pt x="60" y="15"/>
                    </a:cubicBezTo>
                    <a:cubicBezTo>
                      <a:pt x="50" y="11"/>
                      <a:pt x="41" y="9"/>
                      <a:pt x="31" y="8"/>
                    </a:cubicBezTo>
                    <a:cubicBezTo>
                      <a:pt x="21" y="7"/>
                      <a:pt x="10" y="3"/>
                      <a:pt x="0" y="3"/>
                    </a:cubicBezTo>
                    <a:cubicBezTo>
                      <a:pt x="11" y="0"/>
                      <a:pt x="25" y="4"/>
                      <a:pt x="35" y="7"/>
                    </a:cubicBezTo>
                    <a:cubicBezTo>
                      <a:pt x="48" y="9"/>
                      <a:pt x="58" y="7"/>
                      <a:pt x="71" y="7"/>
                    </a:cubicBezTo>
                    <a:cubicBezTo>
                      <a:pt x="71" y="7"/>
                      <a:pt x="70" y="7"/>
                      <a:pt x="69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1" name="Freeform 250">
                <a:extLst>
                  <a:ext uri="{FF2B5EF4-FFF2-40B4-BE49-F238E27FC236}">
                    <a16:creationId xmlns:a16="http://schemas.microsoft.com/office/drawing/2014/main" id="{7A14473D-57A2-410B-9318-06D13F3CA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445"/>
                <a:ext cx="32" cy="14"/>
              </a:xfrm>
              <a:custGeom>
                <a:avLst/>
                <a:gdLst>
                  <a:gd name="T0" fmla="*/ 11 w 51"/>
                  <a:gd name="T1" fmla="*/ 2 h 21"/>
                  <a:gd name="T2" fmla="*/ 12 w 51"/>
                  <a:gd name="T3" fmla="*/ 5 h 21"/>
                  <a:gd name="T4" fmla="*/ 8 w 51"/>
                  <a:gd name="T5" fmla="*/ 4 h 21"/>
                  <a:gd name="T6" fmla="*/ 0 w 51"/>
                  <a:gd name="T7" fmla="*/ 1 h 21"/>
                  <a:gd name="T8" fmla="*/ 4 w 51"/>
                  <a:gd name="T9" fmla="*/ 1 h 21"/>
                  <a:gd name="T10" fmla="*/ 10 w 51"/>
                  <a:gd name="T11" fmla="*/ 3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21">
                    <a:moveTo>
                      <a:pt x="45" y="6"/>
                    </a:moveTo>
                    <a:cubicBezTo>
                      <a:pt x="47" y="8"/>
                      <a:pt x="51" y="12"/>
                      <a:pt x="50" y="16"/>
                    </a:cubicBezTo>
                    <a:cubicBezTo>
                      <a:pt x="48" y="21"/>
                      <a:pt x="35" y="15"/>
                      <a:pt x="32" y="14"/>
                    </a:cubicBezTo>
                    <a:cubicBezTo>
                      <a:pt x="21" y="10"/>
                      <a:pt x="11" y="5"/>
                      <a:pt x="0" y="1"/>
                    </a:cubicBezTo>
                    <a:cubicBezTo>
                      <a:pt x="4" y="0"/>
                      <a:pt x="11" y="1"/>
                      <a:pt x="15" y="2"/>
                    </a:cubicBezTo>
                    <a:cubicBezTo>
                      <a:pt x="22" y="3"/>
                      <a:pt x="36" y="14"/>
                      <a:pt x="42" y="1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2" name="Freeform 251">
                <a:extLst>
                  <a:ext uri="{FF2B5EF4-FFF2-40B4-BE49-F238E27FC236}">
                    <a16:creationId xmlns:a16="http://schemas.microsoft.com/office/drawing/2014/main" id="{2AD0C9C1-AA72-4D21-993F-977A754DF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411"/>
                <a:ext cx="49" cy="18"/>
              </a:xfrm>
              <a:custGeom>
                <a:avLst/>
                <a:gdLst>
                  <a:gd name="T0" fmla="*/ 18 w 76"/>
                  <a:gd name="T1" fmla="*/ 1 h 28"/>
                  <a:gd name="T2" fmla="*/ 20 w 76"/>
                  <a:gd name="T3" fmla="*/ 4 h 28"/>
                  <a:gd name="T4" fmla="*/ 14 w 76"/>
                  <a:gd name="T5" fmla="*/ 6 h 28"/>
                  <a:gd name="T6" fmla="*/ 5 w 76"/>
                  <a:gd name="T7" fmla="*/ 3 h 28"/>
                  <a:gd name="T8" fmla="*/ 0 w 76"/>
                  <a:gd name="T9" fmla="*/ 0 h 28"/>
                  <a:gd name="T10" fmla="*/ 4 w 76"/>
                  <a:gd name="T11" fmla="*/ 1 h 28"/>
                  <a:gd name="T12" fmla="*/ 10 w 76"/>
                  <a:gd name="T13" fmla="*/ 3 h 28"/>
                  <a:gd name="T14" fmla="*/ 19 w 76"/>
                  <a:gd name="T15" fmla="*/ 3 h 28"/>
                  <a:gd name="T16" fmla="*/ 18 w 76"/>
                  <a:gd name="T17" fmla="*/ 2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28">
                    <a:moveTo>
                      <a:pt x="69" y="3"/>
                    </a:moveTo>
                    <a:cubicBezTo>
                      <a:pt x="74" y="3"/>
                      <a:pt x="76" y="10"/>
                      <a:pt x="75" y="14"/>
                    </a:cubicBezTo>
                    <a:cubicBezTo>
                      <a:pt x="74" y="28"/>
                      <a:pt x="58" y="25"/>
                      <a:pt x="49" y="23"/>
                    </a:cubicBezTo>
                    <a:cubicBezTo>
                      <a:pt x="38" y="20"/>
                      <a:pt x="28" y="17"/>
                      <a:pt x="18" y="11"/>
                    </a:cubicBezTo>
                    <a:cubicBezTo>
                      <a:pt x="13" y="8"/>
                      <a:pt x="4" y="5"/>
                      <a:pt x="0" y="0"/>
                    </a:cubicBezTo>
                    <a:cubicBezTo>
                      <a:pt x="5" y="2"/>
                      <a:pt x="10" y="2"/>
                      <a:pt x="15" y="4"/>
                    </a:cubicBezTo>
                    <a:cubicBezTo>
                      <a:pt x="23" y="6"/>
                      <a:pt x="31" y="10"/>
                      <a:pt x="39" y="13"/>
                    </a:cubicBezTo>
                    <a:cubicBezTo>
                      <a:pt x="50" y="17"/>
                      <a:pt x="61" y="16"/>
                      <a:pt x="70" y="9"/>
                    </a:cubicBezTo>
                    <a:cubicBezTo>
                      <a:pt x="70" y="8"/>
                      <a:pt x="70" y="8"/>
                      <a:pt x="69" y="8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3" name="Freeform 252">
                <a:extLst>
                  <a:ext uri="{FF2B5EF4-FFF2-40B4-BE49-F238E27FC236}">
                    <a16:creationId xmlns:a16="http://schemas.microsoft.com/office/drawing/2014/main" id="{9E683A38-CCD6-4E09-9689-6864F081D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373"/>
                <a:ext cx="25" cy="7"/>
              </a:xfrm>
              <a:custGeom>
                <a:avLst/>
                <a:gdLst>
                  <a:gd name="T0" fmla="*/ 8 w 39"/>
                  <a:gd name="T1" fmla="*/ 1 h 12"/>
                  <a:gd name="T2" fmla="*/ 8 w 39"/>
                  <a:gd name="T3" fmla="*/ 2 h 12"/>
                  <a:gd name="T4" fmla="*/ 0 w 39"/>
                  <a:gd name="T5" fmla="*/ 0 h 12"/>
                  <a:gd name="T6" fmla="*/ 8 w 39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2">
                    <a:moveTo>
                      <a:pt x="33" y="1"/>
                    </a:moveTo>
                    <a:cubicBezTo>
                      <a:pt x="39" y="8"/>
                      <a:pt x="35" y="12"/>
                      <a:pt x="28" y="12"/>
                    </a:cubicBezTo>
                    <a:cubicBezTo>
                      <a:pt x="18" y="12"/>
                      <a:pt x="7" y="7"/>
                      <a:pt x="0" y="0"/>
                    </a:cubicBezTo>
                    <a:cubicBezTo>
                      <a:pt x="9" y="3"/>
                      <a:pt x="20" y="3"/>
                      <a:pt x="29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4" name="Freeform 253">
                <a:extLst>
                  <a:ext uri="{FF2B5EF4-FFF2-40B4-BE49-F238E27FC236}">
                    <a16:creationId xmlns:a16="http://schemas.microsoft.com/office/drawing/2014/main" id="{D771393D-DE21-4837-AF10-13A09F168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998"/>
                <a:ext cx="16" cy="8"/>
              </a:xfrm>
              <a:custGeom>
                <a:avLst/>
                <a:gdLst>
                  <a:gd name="T0" fmla="*/ 6 w 25"/>
                  <a:gd name="T1" fmla="*/ 1 h 12"/>
                  <a:gd name="T2" fmla="*/ 2 w 25"/>
                  <a:gd name="T3" fmla="*/ 3 h 12"/>
                  <a:gd name="T4" fmla="*/ 6 w 2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2">
                    <a:moveTo>
                      <a:pt x="25" y="2"/>
                    </a:moveTo>
                    <a:cubicBezTo>
                      <a:pt x="17" y="1"/>
                      <a:pt x="11" y="6"/>
                      <a:pt x="6" y="12"/>
                    </a:cubicBezTo>
                    <a:cubicBezTo>
                      <a:pt x="0" y="2"/>
                      <a:pt x="19" y="1"/>
                      <a:pt x="23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5" name="Freeform 254">
                <a:extLst>
                  <a:ext uri="{FF2B5EF4-FFF2-40B4-BE49-F238E27FC236}">
                    <a16:creationId xmlns:a16="http://schemas.microsoft.com/office/drawing/2014/main" id="{79810628-3A10-47C6-9A6A-D49E8F705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103"/>
                <a:ext cx="26" cy="29"/>
              </a:xfrm>
              <a:custGeom>
                <a:avLst/>
                <a:gdLst>
                  <a:gd name="T0" fmla="*/ 10 w 41"/>
                  <a:gd name="T1" fmla="*/ 1 h 46"/>
                  <a:gd name="T2" fmla="*/ 0 w 41"/>
                  <a:gd name="T3" fmla="*/ 8 h 46"/>
                  <a:gd name="T4" fmla="*/ 10 w 41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6">
                    <a:moveTo>
                      <a:pt x="41" y="1"/>
                    </a:moveTo>
                    <a:cubicBezTo>
                      <a:pt x="30" y="4"/>
                      <a:pt x="17" y="46"/>
                      <a:pt x="0" y="31"/>
                    </a:cubicBezTo>
                    <a:cubicBezTo>
                      <a:pt x="18" y="31"/>
                      <a:pt x="28" y="11"/>
                      <a:pt x="40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6" name="Freeform 255">
                <a:extLst>
                  <a:ext uri="{FF2B5EF4-FFF2-40B4-BE49-F238E27FC236}">
                    <a16:creationId xmlns:a16="http://schemas.microsoft.com/office/drawing/2014/main" id="{960A61C9-FDE8-4101-8208-9CAB6EADD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326"/>
                <a:ext cx="19" cy="10"/>
              </a:xfrm>
              <a:custGeom>
                <a:avLst/>
                <a:gdLst>
                  <a:gd name="T0" fmla="*/ 8 w 30"/>
                  <a:gd name="T1" fmla="*/ 0 h 15"/>
                  <a:gd name="T2" fmla="*/ 0 w 30"/>
                  <a:gd name="T3" fmla="*/ 5 h 15"/>
                  <a:gd name="T4" fmla="*/ 4 w 30"/>
                  <a:gd name="T5" fmla="*/ 4 h 15"/>
                  <a:gd name="T6" fmla="*/ 7 w 30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5">
                    <a:moveTo>
                      <a:pt x="30" y="0"/>
                    </a:moveTo>
                    <a:cubicBezTo>
                      <a:pt x="19" y="2"/>
                      <a:pt x="8" y="7"/>
                      <a:pt x="0" y="15"/>
                    </a:cubicBezTo>
                    <a:cubicBezTo>
                      <a:pt x="4" y="12"/>
                      <a:pt x="12" y="13"/>
                      <a:pt x="16" y="13"/>
                    </a:cubicBezTo>
                    <a:cubicBezTo>
                      <a:pt x="24" y="12"/>
                      <a:pt x="27" y="9"/>
                      <a:pt x="29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7" name="Freeform 256">
                <a:extLst>
                  <a:ext uri="{FF2B5EF4-FFF2-40B4-BE49-F238E27FC236}">
                    <a16:creationId xmlns:a16="http://schemas.microsoft.com/office/drawing/2014/main" id="{CCA574EB-988B-4777-A430-713AA74A0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411"/>
                <a:ext cx="13" cy="8"/>
              </a:xfrm>
              <a:custGeom>
                <a:avLst/>
                <a:gdLst>
                  <a:gd name="T0" fmla="*/ 5 w 20"/>
                  <a:gd name="T1" fmla="*/ 3 h 13"/>
                  <a:gd name="T2" fmla="*/ 5 w 20"/>
                  <a:gd name="T3" fmla="*/ 0 h 13"/>
                  <a:gd name="T4" fmla="*/ 0 w 20"/>
                  <a:gd name="T5" fmla="*/ 2 h 13"/>
                  <a:gd name="T6" fmla="*/ 5 w 20"/>
                  <a:gd name="T7" fmla="*/ 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3">
                    <a:moveTo>
                      <a:pt x="20" y="13"/>
                    </a:moveTo>
                    <a:cubicBezTo>
                      <a:pt x="18" y="9"/>
                      <a:pt x="18" y="4"/>
                      <a:pt x="17" y="0"/>
                    </a:cubicBezTo>
                    <a:cubicBezTo>
                      <a:pt x="15" y="3"/>
                      <a:pt x="4" y="7"/>
                      <a:pt x="0" y="9"/>
                    </a:cubicBezTo>
                    <a:cubicBezTo>
                      <a:pt x="4" y="12"/>
                      <a:pt x="11" y="10"/>
                      <a:pt x="17" y="1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8" name="Freeform 257">
                <a:extLst>
                  <a:ext uri="{FF2B5EF4-FFF2-40B4-BE49-F238E27FC236}">
                    <a16:creationId xmlns:a16="http://schemas.microsoft.com/office/drawing/2014/main" id="{916B507B-6AA8-4E92-8971-AED07DEDA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511"/>
                <a:ext cx="9" cy="12"/>
              </a:xfrm>
              <a:custGeom>
                <a:avLst/>
                <a:gdLst>
                  <a:gd name="T0" fmla="*/ 3 w 15"/>
                  <a:gd name="T1" fmla="*/ 3 h 19"/>
                  <a:gd name="T2" fmla="*/ 2 w 15"/>
                  <a:gd name="T3" fmla="*/ 0 h 19"/>
                  <a:gd name="T4" fmla="*/ 0 w 15"/>
                  <a:gd name="T5" fmla="*/ 3 h 19"/>
                  <a:gd name="T6" fmla="*/ 3 w 15"/>
                  <a:gd name="T7" fmla="*/ 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15" y="10"/>
                    </a:moveTo>
                    <a:cubicBezTo>
                      <a:pt x="14" y="7"/>
                      <a:pt x="12" y="4"/>
                      <a:pt x="12" y="0"/>
                    </a:cubicBezTo>
                    <a:cubicBezTo>
                      <a:pt x="8" y="0"/>
                      <a:pt x="1" y="5"/>
                      <a:pt x="0" y="9"/>
                    </a:cubicBezTo>
                    <a:cubicBezTo>
                      <a:pt x="0" y="19"/>
                      <a:pt x="11" y="9"/>
                      <a:pt x="14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9" name="Freeform 258">
                <a:extLst>
                  <a:ext uri="{FF2B5EF4-FFF2-40B4-BE49-F238E27FC236}">
                    <a16:creationId xmlns:a16="http://schemas.microsoft.com/office/drawing/2014/main" id="{96D309F6-B48F-4D62-BA86-FA2B298A0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601"/>
                <a:ext cx="14" cy="6"/>
              </a:xfrm>
              <a:custGeom>
                <a:avLst/>
                <a:gdLst>
                  <a:gd name="T0" fmla="*/ 6 w 22"/>
                  <a:gd name="T1" fmla="*/ 2 h 9"/>
                  <a:gd name="T2" fmla="*/ 5 w 22"/>
                  <a:gd name="T3" fmla="*/ 0 h 9"/>
                  <a:gd name="T4" fmla="*/ 0 w 22"/>
                  <a:gd name="T5" fmla="*/ 3 h 9"/>
                  <a:gd name="T6" fmla="*/ 5 w 22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22" y="6"/>
                    </a:moveTo>
                    <a:cubicBezTo>
                      <a:pt x="21" y="4"/>
                      <a:pt x="20" y="2"/>
                      <a:pt x="20" y="0"/>
                    </a:cubicBezTo>
                    <a:cubicBezTo>
                      <a:pt x="16" y="4"/>
                      <a:pt x="6" y="9"/>
                      <a:pt x="0" y="9"/>
                    </a:cubicBezTo>
                    <a:cubicBezTo>
                      <a:pt x="6" y="9"/>
                      <a:pt x="15" y="9"/>
                      <a:pt x="19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0" name="Freeform 259">
                <a:extLst>
                  <a:ext uri="{FF2B5EF4-FFF2-40B4-BE49-F238E27FC236}">
                    <a16:creationId xmlns:a16="http://schemas.microsoft.com/office/drawing/2014/main" id="{09FC3494-410B-492A-AB0E-BB931D8BF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392"/>
                <a:ext cx="17" cy="12"/>
              </a:xfrm>
              <a:custGeom>
                <a:avLst/>
                <a:gdLst>
                  <a:gd name="T0" fmla="*/ 7 w 27"/>
                  <a:gd name="T1" fmla="*/ 1 h 19"/>
                  <a:gd name="T2" fmla="*/ 4 w 27"/>
                  <a:gd name="T3" fmla="*/ 3 h 19"/>
                  <a:gd name="T4" fmla="*/ 1 w 27"/>
                  <a:gd name="T5" fmla="*/ 4 h 19"/>
                  <a:gd name="T6" fmla="*/ 1 w 27"/>
                  <a:gd name="T7" fmla="*/ 4 h 19"/>
                  <a:gd name="T8" fmla="*/ 2 w 27"/>
                  <a:gd name="T9" fmla="*/ 0 h 19"/>
                  <a:gd name="T10" fmla="*/ 2 w 27"/>
                  <a:gd name="T11" fmla="*/ 3 h 19"/>
                  <a:gd name="T12" fmla="*/ 4 w 27"/>
                  <a:gd name="T13" fmla="*/ 1 h 19"/>
                  <a:gd name="T14" fmla="*/ 6 w 27"/>
                  <a:gd name="T15" fmla="*/ 1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9">
                    <a:moveTo>
                      <a:pt x="27" y="1"/>
                    </a:moveTo>
                    <a:cubicBezTo>
                      <a:pt x="24" y="5"/>
                      <a:pt x="18" y="8"/>
                      <a:pt x="14" y="11"/>
                    </a:cubicBezTo>
                    <a:cubicBezTo>
                      <a:pt x="12" y="13"/>
                      <a:pt x="8" y="17"/>
                      <a:pt x="4" y="18"/>
                    </a:cubicBezTo>
                    <a:cubicBezTo>
                      <a:pt x="0" y="19"/>
                      <a:pt x="1" y="18"/>
                      <a:pt x="1" y="15"/>
                    </a:cubicBezTo>
                    <a:cubicBezTo>
                      <a:pt x="3" y="10"/>
                      <a:pt x="6" y="4"/>
                      <a:pt x="8" y="0"/>
                    </a:cubicBezTo>
                    <a:cubicBezTo>
                      <a:pt x="7" y="3"/>
                      <a:pt x="3" y="11"/>
                      <a:pt x="8" y="11"/>
                    </a:cubicBezTo>
                    <a:cubicBezTo>
                      <a:pt x="11" y="12"/>
                      <a:pt x="14" y="6"/>
                      <a:pt x="17" y="5"/>
                    </a:cubicBezTo>
                    <a:cubicBezTo>
                      <a:pt x="18" y="4"/>
                      <a:pt x="20" y="4"/>
                      <a:pt x="22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1" name="Freeform 260">
                <a:extLst>
                  <a:ext uri="{FF2B5EF4-FFF2-40B4-BE49-F238E27FC236}">
                    <a16:creationId xmlns:a16="http://schemas.microsoft.com/office/drawing/2014/main" id="{38B05639-46D6-4D8B-A98F-7B176F3F4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437"/>
                <a:ext cx="14" cy="10"/>
              </a:xfrm>
              <a:custGeom>
                <a:avLst/>
                <a:gdLst>
                  <a:gd name="T0" fmla="*/ 6 w 22"/>
                  <a:gd name="T1" fmla="*/ 1 h 16"/>
                  <a:gd name="T2" fmla="*/ 1 w 22"/>
                  <a:gd name="T3" fmla="*/ 4 h 16"/>
                  <a:gd name="T4" fmla="*/ 1 w 22"/>
                  <a:gd name="T5" fmla="*/ 1 h 16"/>
                  <a:gd name="T6" fmla="*/ 4 w 22"/>
                  <a:gd name="T7" fmla="*/ 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22" y="2"/>
                    </a:moveTo>
                    <a:cubicBezTo>
                      <a:pt x="16" y="0"/>
                      <a:pt x="9" y="16"/>
                      <a:pt x="3" y="14"/>
                    </a:cubicBezTo>
                    <a:cubicBezTo>
                      <a:pt x="0" y="12"/>
                      <a:pt x="3" y="4"/>
                      <a:pt x="4" y="1"/>
                    </a:cubicBezTo>
                    <a:cubicBezTo>
                      <a:pt x="3" y="12"/>
                      <a:pt x="10" y="8"/>
                      <a:pt x="17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2" name="Freeform 261">
                <a:extLst>
                  <a:ext uri="{FF2B5EF4-FFF2-40B4-BE49-F238E27FC236}">
                    <a16:creationId xmlns:a16="http://schemas.microsoft.com/office/drawing/2014/main" id="{7C7984C1-211C-4278-9A3A-86BD15A32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483"/>
                <a:ext cx="16" cy="11"/>
              </a:xfrm>
              <a:custGeom>
                <a:avLst/>
                <a:gdLst>
                  <a:gd name="T0" fmla="*/ 6 w 26"/>
                  <a:gd name="T1" fmla="*/ 0 h 18"/>
                  <a:gd name="T2" fmla="*/ 4 w 26"/>
                  <a:gd name="T3" fmla="*/ 2 h 18"/>
                  <a:gd name="T4" fmla="*/ 1 w 26"/>
                  <a:gd name="T5" fmla="*/ 4 h 18"/>
                  <a:gd name="T6" fmla="*/ 1 w 26"/>
                  <a:gd name="T7" fmla="*/ 1 h 18"/>
                  <a:gd name="T8" fmla="*/ 2 w 26"/>
                  <a:gd name="T9" fmla="*/ 2 h 18"/>
                  <a:gd name="T10" fmla="*/ 6 w 26"/>
                  <a:gd name="T11" fmla="*/ 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8">
                    <a:moveTo>
                      <a:pt x="26" y="0"/>
                    </a:moveTo>
                    <a:cubicBezTo>
                      <a:pt x="23" y="2"/>
                      <a:pt x="21" y="5"/>
                      <a:pt x="18" y="8"/>
                    </a:cubicBezTo>
                    <a:cubicBezTo>
                      <a:pt x="16" y="10"/>
                      <a:pt x="10" y="18"/>
                      <a:pt x="6" y="18"/>
                    </a:cubicBezTo>
                    <a:cubicBezTo>
                      <a:pt x="0" y="18"/>
                      <a:pt x="6" y="5"/>
                      <a:pt x="7" y="1"/>
                    </a:cubicBezTo>
                    <a:cubicBezTo>
                      <a:pt x="4" y="4"/>
                      <a:pt x="5" y="11"/>
                      <a:pt x="8" y="12"/>
                    </a:cubicBezTo>
                    <a:cubicBezTo>
                      <a:pt x="15" y="15"/>
                      <a:pt x="19" y="3"/>
                      <a:pt x="25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3" name="Freeform 262">
                <a:extLst>
                  <a:ext uri="{FF2B5EF4-FFF2-40B4-BE49-F238E27FC236}">
                    <a16:creationId xmlns:a16="http://schemas.microsoft.com/office/drawing/2014/main" id="{96321B26-2CDA-4383-B0FB-434E17EBA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529"/>
                <a:ext cx="12" cy="12"/>
              </a:xfrm>
              <a:custGeom>
                <a:avLst/>
                <a:gdLst>
                  <a:gd name="T0" fmla="*/ 5 w 19"/>
                  <a:gd name="T1" fmla="*/ 0 h 20"/>
                  <a:gd name="T2" fmla="*/ 1 w 19"/>
                  <a:gd name="T3" fmla="*/ 4 h 20"/>
                  <a:gd name="T4" fmla="*/ 0 w 19"/>
                  <a:gd name="T5" fmla="*/ 0 h 20"/>
                  <a:gd name="T6" fmla="*/ 2 w 19"/>
                  <a:gd name="T7" fmla="*/ 3 h 20"/>
                  <a:gd name="T8" fmla="*/ 4 w 19"/>
                  <a:gd name="T9" fmla="*/ 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9" y="0"/>
                    </a:moveTo>
                    <a:cubicBezTo>
                      <a:pt x="16" y="4"/>
                      <a:pt x="9" y="20"/>
                      <a:pt x="4" y="18"/>
                    </a:cubicBezTo>
                    <a:cubicBezTo>
                      <a:pt x="0" y="17"/>
                      <a:pt x="1" y="3"/>
                      <a:pt x="0" y="0"/>
                    </a:cubicBezTo>
                    <a:cubicBezTo>
                      <a:pt x="0" y="3"/>
                      <a:pt x="5" y="11"/>
                      <a:pt x="7" y="13"/>
                    </a:cubicBezTo>
                    <a:cubicBezTo>
                      <a:pt x="12" y="16"/>
                      <a:pt x="14" y="8"/>
                      <a:pt x="17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4" name="Freeform 263">
                <a:extLst>
                  <a:ext uri="{FF2B5EF4-FFF2-40B4-BE49-F238E27FC236}">
                    <a16:creationId xmlns:a16="http://schemas.microsoft.com/office/drawing/2014/main" id="{54025013-A719-4B0E-852C-8F9069CAA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1576"/>
                <a:ext cx="11" cy="9"/>
              </a:xfrm>
              <a:custGeom>
                <a:avLst/>
                <a:gdLst>
                  <a:gd name="T0" fmla="*/ 4 w 18"/>
                  <a:gd name="T1" fmla="*/ 1 h 15"/>
                  <a:gd name="T2" fmla="*/ 1 w 18"/>
                  <a:gd name="T3" fmla="*/ 3 h 15"/>
                  <a:gd name="T4" fmla="*/ 0 w 18"/>
                  <a:gd name="T5" fmla="*/ 0 h 15"/>
                  <a:gd name="T6" fmla="*/ 2 w 18"/>
                  <a:gd name="T7" fmla="*/ 2 h 15"/>
                  <a:gd name="T8" fmla="*/ 4 w 18"/>
                  <a:gd name="T9" fmla="*/ 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">
                    <a:moveTo>
                      <a:pt x="18" y="1"/>
                    </a:moveTo>
                    <a:cubicBezTo>
                      <a:pt x="16" y="4"/>
                      <a:pt x="11" y="15"/>
                      <a:pt x="7" y="14"/>
                    </a:cubicBezTo>
                    <a:cubicBezTo>
                      <a:pt x="3" y="14"/>
                      <a:pt x="2" y="3"/>
                      <a:pt x="0" y="0"/>
                    </a:cubicBezTo>
                    <a:cubicBezTo>
                      <a:pt x="2" y="2"/>
                      <a:pt x="5" y="11"/>
                      <a:pt x="8" y="11"/>
                    </a:cubicBezTo>
                    <a:cubicBezTo>
                      <a:pt x="12" y="12"/>
                      <a:pt x="16" y="6"/>
                      <a:pt x="16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" name="Freeform 264">
                <a:extLst>
                  <a:ext uri="{FF2B5EF4-FFF2-40B4-BE49-F238E27FC236}">
                    <a16:creationId xmlns:a16="http://schemas.microsoft.com/office/drawing/2014/main" id="{AFDA956E-1AAE-4DB1-9580-774319D19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622"/>
                <a:ext cx="12" cy="10"/>
              </a:xfrm>
              <a:custGeom>
                <a:avLst/>
                <a:gdLst>
                  <a:gd name="T0" fmla="*/ 4 w 20"/>
                  <a:gd name="T1" fmla="*/ 1 h 17"/>
                  <a:gd name="T2" fmla="*/ 2 w 20"/>
                  <a:gd name="T3" fmla="*/ 3 h 17"/>
                  <a:gd name="T4" fmla="*/ 0 w 20"/>
                  <a:gd name="T5" fmla="*/ 0 h 17"/>
                  <a:gd name="T6" fmla="*/ 2 w 20"/>
                  <a:gd name="T7" fmla="*/ 2 h 17"/>
                  <a:gd name="T8" fmla="*/ 4 w 20"/>
                  <a:gd name="T9" fmla="*/ 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20" y="4"/>
                    </a:moveTo>
                    <a:cubicBezTo>
                      <a:pt x="19" y="6"/>
                      <a:pt x="14" y="16"/>
                      <a:pt x="10" y="16"/>
                    </a:cubicBezTo>
                    <a:cubicBezTo>
                      <a:pt x="4" y="17"/>
                      <a:pt x="0" y="5"/>
                      <a:pt x="0" y="0"/>
                    </a:cubicBezTo>
                    <a:cubicBezTo>
                      <a:pt x="1" y="5"/>
                      <a:pt x="5" y="10"/>
                      <a:pt x="9" y="11"/>
                    </a:cubicBezTo>
                    <a:cubicBezTo>
                      <a:pt x="13" y="11"/>
                      <a:pt x="15" y="9"/>
                      <a:pt x="18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6" name="Freeform 265">
                <a:extLst>
                  <a:ext uri="{FF2B5EF4-FFF2-40B4-BE49-F238E27FC236}">
                    <a16:creationId xmlns:a16="http://schemas.microsoft.com/office/drawing/2014/main" id="{C11B7E88-6C4B-40BB-91F2-4B1943CF3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659"/>
                <a:ext cx="13" cy="12"/>
              </a:xfrm>
              <a:custGeom>
                <a:avLst/>
                <a:gdLst>
                  <a:gd name="T0" fmla="*/ 5 w 20"/>
                  <a:gd name="T1" fmla="*/ 1 h 19"/>
                  <a:gd name="T2" fmla="*/ 1 w 20"/>
                  <a:gd name="T3" fmla="*/ 4 h 19"/>
                  <a:gd name="T4" fmla="*/ 0 w 20"/>
                  <a:gd name="T5" fmla="*/ 0 h 19"/>
                  <a:gd name="T6" fmla="*/ 2 w 20"/>
                  <a:gd name="T7" fmla="*/ 3 h 19"/>
                  <a:gd name="T8" fmla="*/ 3 w 20"/>
                  <a:gd name="T9" fmla="*/ 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20" y="2"/>
                    </a:moveTo>
                    <a:cubicBezTo>
                      <a:pt x="12" y="3"/>
                      <a:pt x="12" y="19"/>
                      <a:pt x="5" y="18"/>
                    </a:cubicBezTo>
                    <a:cubicBezTo>
                      <a:pt x="2" y="18"/>
                      <a:pt x="0" y="3"/>
                      <a:pt x="0" y="0"/>
                    </a:cubicBezTo>
                    <a:cubicBezTo>
                      <a:pt x="1" y="3"/>
                      <a:pt x="4" y="10"/>
                      <a:pt x="6" y="11"/>
                    </a:cubicBezTo>
                    <a:cubicBezTo>
                      <a:pt x="10" y="14"/>
                      <a:pt x="11" y="11"/>
                      <a:pt x="13" y="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7" name="Freeform 266">
                <a:extLst>
                  <a:ext uri="{FF2B5EF4-FFF2-40B4-BE49-F238E27FC236}">
                    <a16:creationId xmlns:a16="http://schemas.microsoft.com/office/drawing/2014/main" id="{5025E215-672F-419C-A94B-AA6182178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713"/>
                <a:ext cx="15" cy="16"/>
              </a:xfrm>
              <a:custGeom>
                <a:avLst/>
                <a:gdLst>
                  <a:gd name="T0" fmla="*/ 7 w 23"/>
                  <a:gd name="T1" fmla="*/ 1 h 24"/>
                  <a:gd name="T2" fmla="*/ 1 w 23"/>
                  <a:gd name="T3" fmla="*/ 7 h 24"/>
                  <a:gd name="T4" fmla="*/ 1 w 23"/>
                  <a:gd name="T5" fmla="*/ 3 h 24"/>
                  <a:gd name="T6" fmla="*/ 0 w 23"/>
                  <a:gd name="T7" fmla="*/ 0 h 24"/>
                  <a:gd name="T8" fmla="*/ 2 w 23"/>
                  <a:gd name="T9" fmla="*/ 5 h 24"/>
                  <a:gd name="T10" fmla="*/ 5 w 23"/>
                  <a:gd name="T11" fmla="*/ 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4">
                    <a:moveTo>
                      <a:pt x="23" y="5"/>
                    </a:moveTo>
                    <a:cubicBezTo>
                      <a:pt x="19" y="8"/>
                      <a:pt x="10" y="24"/>
                      <a:pt x="5" y="22"/>
                    </a:cubicBezTo>
                    <a:cubicBezTo>
                      <a:pt x="4" y="21"/>
                      <a:pt x="2" y="12"/>
                      <a:pt x="1" y="10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3"/>
                      <a:pt x="4" y="14"/>
                      <a:pt x="8" y="15"/>
                    </a:cubicBezTo>
                    <a:cubicBezTo>
                      <a:pt x="11" y="15"/>
                      <a:pt x="17" y="9"/>
                      <a:pt x="19" y="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8" name="Freeform 267">
                <a:extLst>
                  <a:ext uri="{FF2B5EF4-FFF2-40B4-BE49-F238E27FC236}">
                    <a16:creationId xmlns:a16="http://schemas.microsoft.com/office/drawing/2014/main" id="{525C34A6-821F-4731-9330-DD1FA1446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789"/>
                <a:ext cx="18" cy="17"/>
              </a:xfrm>
              <a:custGeom>
                <a:avLst/>
                <a:gdLst>
                  <a:gd name="T0" fmla="*/ 8 w 28"/>
                  <a:gd name="T1" fmla="*/ 4 h 27"/>
                  <a:gd name="T2" fmla="*/ 2 w 28"/>
                  <a:gd name="T3" fmla="*/ 6 h 27"/>
                  <a:gd name="T4" fmla="*/ 1 w 28"/>
                  <a:gd name="T5" fmla="*/ 0 h 27"/>
                  <a:gd name="T6" fmla="*/ 2 w 28"/>
                  <a:gd name="T7" fmla="*/ 4 h 27"/>
                  <a:gd name="T8" fmla="*/ 5 w 28"/>
                  <a:gd name="T9" fmla="*/ 4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7">
                    <a:moveTo>
                      <a:pt x="28" y="14"/>
                    </a:moveTo>
                    <a:cubicBezTo>
                      <a:pt x="21" y="14"/>
                      <a:pt x="14" y="27"/>
                      <a:pt x="6" y="23"/>
                    </a:cubicBezTo>
                    <a:cubicBezTo>
                      <a:pt x="0" y="19"/>
                      <a:pt x="2" y="6"/>
                      <a:pt x="2" y="0"/>
                    </a:cubicBezTo>
                    <a:cubicBezTo>
                      <a:pt x="1" y="4"/>
                      <a:pt x="5" y="13"/>
                      <a:pt x="8" y="16"/>
                    </a:cubicBezTo>
                    <a:cubicBezTo>
                      <a:pt x="13" y="21"/>
                      <a:pt x="14" y="15"/>
                      <a:pt x="20" y="1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9" name="Freeform 268">
                <a:extLst>
                  <a:ext uri="{FF2B5EF4-FFF2-40B4-BE49-F238E27FC236}">
                    <a16:creationId xmlns:a16="http://schemas.microsoft.com/office/drawing/2014/main" id="{16C249EE-CFCE-448B-84EF-F3863AEDE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863"/>
                <a:ext cx="16" cy="20"/>
              </a:xfrm>
              <a:custGeom>
                <a:avLst/>
                <a:gdLst>
                  <a:gd name="T0" fmla="*/ 6 w 25"/>
                  <a:gd name="T1" fmla="*/ 4 h 31"/>
                  <a:gd name="T2" fmla="*/ 1 w 25"/>
                  <a:gd name="T3" fmla="*/ 6 h 31"/>
                  <a:gd name="T4" fmla="*/ 1 w 25"/>
                  <a:gd name="T5" fmla="*/ 2 h 31"/>
                  <a:gd name="T6" fmla="*/ 1 w 25"/>
                  <a:gd name="T7" fmla="*/ 0 h 31"/>
                  <a:gd name="T8" fmla="*/ 2 w 25"/>
                  <a:gd name="T9" fmla="*/ 4 h 31"/>
                  <a:gd name="T10" fmla="*/ 5 w 25"/>
                  <a:gd name="T11" fmla="*/ 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1">
                    <a:moveTo>
                      <a:pt x="25" y="16"/>
                    </a:moveTo>
                    <a:cubicBezTo>
                      <a:pt x="19" y="16"/>
                      <a:pt x="6" y="31"/>
                      <a:pt x="1" y="22"/>
                    </a:cubicBezTo>
                    <a:cubicBezTo>
                      <a:pt x="0" y="18"/>
                      <a:pt x="3" y="10"/>
                      <a:pt x="3" y="6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3" y="5"/>
                      <a:pt x="2" y="12"/>
                      <a:pt x="7" y="15"/>
                    </a:cubicBezTo>
                    <a:cubicBezTo>
                      <a:pt x="11" y="18"/>
                      <a:pt x="16" y="17"/>
                      <a:pt x="20" y="1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0" name="Freeform 269">
                <a:extLst>
                  <a:ext uri="{FF2B5EF4-FFF2-40B4-BE49-F238E27FC236}">
                    <a16:creationId xmlns:a16="http://schemas.microsoft.com/office/drawing/2014/main" id="{8583EEE2-33EB-45E9-83B0-06DC4D825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949"/>
                <a:ext cx="22" cy="25"/>
              </a:xfrm>
              <a:custGeom>
                <a:avLst/>
                <a:gdLst>
                  <a:gd name="T0" fmla="*/ 9 w 34"/>
                  <a:gd name="T1" fmla="*/ 8 h 39"/>
                  <a:gd name="T2" fmla="*/ 1 w 34"/>
                  <a:gd name="T3" fmla="*/ 8 h 39"/>
                  <a:gd name="T4" fmla="*/ 3 w 34"/>
                  <a:gd name="T5" fmla="*/ 3 h 39"/>
                  <a:gd name="T6" fmla="*/ 3 w 34"/>
                  <a:gd name="T7" fmla="*/ 0 h 39"/>
                  <a:gd name="T8" fmla="*/ 7 w 34"/>
                  <a:gd name="T9" fmla="*/ 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9">
                    <a:moveTo>
                      <a:pt x="34" y="31"/>
                    </a:moveTo>
                    <a:cubicBezTo>
                      <a:pt x="27" y="24"/>
                      <a:pt x="8" y="39"/>
                      <a:pt x="3" y="29"/>
                    </a:cubicBezTo>
                    <a:cubicBezTo>
                      <a:pt x="0" y="23"/>
                      <a:pt x="7" y="15"/>
                      <a:pt x="9" y="9"/>
                    </a:cubicBezTo>
                    <a:cubicBezTo>
                      <a:pt x="9" y="6"/>
                      <a:pt x="9" y="3"/>
                      <a:pt x="9" y="0"/>
                    </a:cubicBezTo>
                    <a:cubicBezTo>
                      <a:pt x="9" y="11"/>
                      <a:pt x="8" y="39"/>
                      <a:pt x="27" y="3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1" name="Freeform 270">
                <a:extLst>
                  <a:ext uri="{FF2B5EF4-FFF2-40B4-BE49-F238E27FC236}">
                    <a16:creationId xmlns:a16="http://schemas.microsoft.com/office/drawing/2014/main" id="{96F20598-5531-4E18-8CEE-584BF3878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039"/>
                <a:ext cx="18" cy="23"/>
              </a:xfrm>
              <a:custGeom>
                <a:avLst/>
                <a:gdLst>
                  <a:gd name="T0" fmla="*/ 7 w 29"/>
                  <a:gd name="T1" fmla="*/ 7 h 37"/>
                  <a:gd name="T2" fmla="*/ 1 w 29"/>
                  <a:gd name="T3" fmla="*/ 7 h 37"/>
                  <a:gd name="T4" fmla="*/ 2 w 29"/>
                  <a:gd name="T5" fmla="*/ 2 h 37"/>
                  <a:gd name="T6" fmla="*/ 2 w 29"/>
                  <a:gd name="T7" fmla="*/ 0 h 37"/>
                  <a:gd name="T8" fmla="*/ 2 w 29"/>
                  <a:gd name="T9" fmla="*/ 6 h 37"/>
                  <a:gd name="T10" fmla="*/ 4 w 29"/>
                  <a:gd name="T11" fmla="*/ 9 h 37"/>
                  <a:gd name="T12" fmla="*/ 6 w 29"/>
                  <a:gd name="T13" fmla="*/ 8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7">
                    <a:moveTo>
                      <a:pt x="29" y="31"/>
                    </a:moveTo>
                    <a:cubicBezTo>
                      <a:pt x="23" y="33"/>
                      <a:pt x="2" y="34"/>
                      <a:pt x="1" y="27"/>
                    </a:cubicBezTo>
                    <a:cubicBezTo>
                      <a:pt x="0" y="22"/>
                      <a:pt x="8" y="16"/>
                      <a:pt x="9" y="10"/>
                    </a:cubicBezTo>
                    <a:cubicBezTo>
                      <a:pt x="9" y="7"/>
                      <a:pt x="8" y="3"/>
                      <a:pt x="9" y="0"/>
                    </a:cubicBezTo>
                    <a:cubicBezTo>
                      <a:pt x="11" y="6"/>
                      <a:pt x="7" y="15"/>
                      <a:pt x="8" y="22"/>
                    </a:cubicBezTo>
                    <a:cubicBezTo>
                      <a:pt x="9" y="26"/>
                      <a:pt x="12" y="32"/>
                      <a:pt x="16" y="35"/>
                    </a:cubicBezTo>
                    <a:cubicBezTo>
                      <a:pt x="18" y="36"/>
                      <a:pt x="24" y="37"/>
                      <a:pt x="24" y="3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2" name="Freeform 271">
                <a:extLst>
                  <a:ext uri="{FF2B5EF4-FFF2-40B4-BE49-F238E27FC236}">
                    <a16:creationId xmlns:a16="http://schemas.microsoft.com/office/drawing/2014/main" id="{0228EF3E-CA51-4C22-AA98-49AA9F45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128"/>
                <a:ext cx="15" cy="23"/>
              </a:xfrm>
              <a:custGeom>
                <a:avLst/>
                <a:gdLst>
                  <a:gd name="T0" fmla="*/ 6 w 24"/>
                  <a:gd name="T1" fmla="*/ 9 h 36"/>
                  <a:gd name="T2" fmla="*/ 1 w 24"/>
                  <a:gd name="T3" fmla="*/ 7 h 36"/>
                  <a:gd name="T4" fmla="*/ 2 w 24"/>
                  <a:gd name="T5" fmla="*/ 3 h 36"/>
                  <a:gd name="T6" fmla="*/ 3 w 24"/>
                  <a:gd name="T7" fmla="*/ 0 h 36"/>
                  <a:gd name="T8" fmla="*/ 2 w 24"/>
                  <a:gd name="T9" fmla="*/ 6 h 36"/>
                  <a:gd name="T10" fmla="*/ 5 w 24"/>
                  <a:gd name="T11" fmla="*/ 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6">
                    <a:moveTo>
                      <a:pt x="24" y="35"/>
                    </a:moveTo>
                    <a:cubicBezTo>
                      <a:pt x="22" y="29"/>
                      <a:pt x="5" y="34"/>
                      <a:pt x="2" y="27"/>
                    </a:cubicBezTo>
                    <a:cubicBezTo>
                      <a:pt x="0" y="22"/>
                      <a:pt x="5" y="16"/>
                      <a:pt x="7" y="12"/>
                    </a:cubicBezTo>
                    <a:cubicBezTo>
                      <a:pt x="8" y="8"/>
                      <a:pt x="9" y="4"/>
                      <a:pt x="9" y="0"/>
                    </a:cubicBezTo>
                    <a:cubicBezTo>
                      <a:pt x="11" y="7"/>
                      <a:pt x="4" y="16"/>
                      <a:pt x="6" y="24"/>
                    </a:cubicBezTo>
                    <a:cubicBezTo>
                      <a:pt x="7" y="27"/>
                      <a:pt x="17" y="36"/>
                      <a:pt x="20" y="3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3" name="Freeform 272">
                <a:extLst>
                  <a:ext uri="{FF2B5EF4-FFF2-40B4-BE49-F238E27FC236}">
                    <a16:creationId xmlns:a16="http://schemas.microsoft.com/office/drawing/2014/main" id="{F8BEC2E4-9C59-4BB3-BEBB-6CC18F550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212"/>
                <a:ext cx="14" cy="27"/>
              </a:xfrm>
              <a:custGeom>
                <a:avLst/>
                <a:gdLst>
                  <a:gd name="T0" fmla="*/ 6 w 22"/>
                  <a:gd name="T1" fmla="*/ 10 h 42"/>
                  <a:gd name="T2" fmla="*/ 0 w 22"/>
                  <a:gd name="T3" fmla="*/ 7 h 42"/>
                  <a:gd name="T4" fmla="*/ 3 w 22"/>
                  <a:gd name="T5" fmla="*/ 3 h 42"/>
                  <a:gd name="T6" fmla="*/ 3 w 22"/>
                  <a:gd name="T7" fmla="*/ 0 h 42"/>
                  <a:gd name="T8" fmla="*/ 2 w 22"/>
                  <a:gd name="T9" fmla="*/ 8 h 42"/>
                  <a:gd name="T10" fmla="*/ 4 w 22"/>
                  <a:gd name="T11" fmla="*/ 10 h 42"/>
                  <a:gd name="T12" fmla="*/ 6 w 22"/>
                  <a:gd name="T13" fmla="*/ 1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2">
                    <a:moveTo>
                      <a:pt x="22" y="38"/>
                    </a:moveTo>
                    <a:cubicBezTo>
                      <a:pt x="15" y="38"/>
                      <a:pt x="1" y="36"/>
                      <a:pt x="0" y="27"/>
                    </a:cubicBezTo>
                    <a:cubicBezTo>
                      <a:pt x="0" y="20"/>
                      <a:pt x="6" y="17"/>
                      <a:pt x="9" y="12"/>
                    </a:cubicBezTo>
                    <a:cubicBezTo>
                      <a:pt x="11" y="8"/>
                      <a:pt x="10" y="4"/>
                      <a:pt x="11" y="0"/>
                    </a:cubicBezTo>
                    <a:cubicBezTo>
                      <a:pt x="14" y="9"/>
                      <a:pt x="6" y="19"/>
                      <a:pt x="7" y="28"/>
                    </a:cubicBezTo>
                    <a:cubicBezTo>
                      <a:pt x="8" y="33"/>
                      <a:pt x="12" y="34"/>
                      <a:pt x="15" y="36"/>
                    </a:cubicBezTo>
                    <a:cubicBezTo>
                      <a:pt x="18" y="38"/>
                      <a:pt x="20" y="41"/>
                      <a:pt x="22" y="4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4" name="Freeform 273">
                <a:extLst>
                  <a:ext uri="{FF2B5EF4-FFF2-40B4-BE49-F238E27FC236}">
                    <a16:creationId xmlns:a16="http://schemas.microsoft.com/office/drawing/2014/main" id="{36410B4C-D33D-4504-AE1F-E6BC8BB8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300"/>
                <a:ext cx="14" cy="24"/>
              </a:xfrm>
              <a:custGeom>
                <a:avLst/>
                <a:gdLst>
                  <a:gd name="T0" fmla="*/ 6 w 22"/>
                  <a:gd name="T1" fmla="*/ 8 h 38"/>
                  <a:gd name="T2" fmla="*/ 1 w 22"/>
                  <a:gd name="T3" fmla="*/ 6 h 38"/>
                  <a:gd name="T4" fmla="*/ 3 w 22"/>
                  <a:gd name="T5" fmla="*/ 0 h 38"/>
                  <a:gd name="T6" fmla="*/ 3 w 22"/>
                  <a:gd name="T7" fmla="*/ 3 h 38"/>
                  <a:gd name="T8" fmla="*/ 2 w 22"/>
                  <a:gd name="T9" fmla="*/ 6 h 38"/>
                  <a:gd name="T10" fmla="*/ 5 w 22"/>
                  <a:gd name="T11" fmla="*/ 9 h 38"/>
                  <a:gd name="T12" fmla="*/ 6 w 22"/>
                  <a:gd name="T13" fmla="*/ 9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8">
                    <a:moveTo>
                      <a:pt x="22" y="34"/>
                    </a:moveTo>
                    <a:cubicBezTo>
                      <a:pt x="17" y="38"/>
                      <a:pt x="1" y="31"/>
                      <a:pt x="1" y="24"/>
                    </a:cubicBezTo>
                    <a:cubicBezTo>
                      <a:pt x="0" y="16"/>
                      <a:pt x="7" y="6"/>
                      <a:pt x="11" y="0"/>
                    </a:cubicBezTo>
                    <a:cubicBezTo>
                      <a:pt x="10" y="3"/>
                      <a:pt x="10" y="7"/>
                      <a:pt x="9" y="10"/>
                    </a:cubicBezTo>
                    <a:cubicBezTo>
                      <a:pt x="8" y="14"/>
                      <a:pt x="5" y="22"/>
                      <a:pt x="6" y="25"/>
                    </a:cubicBezTo>
                    <a:cubicBezTo>
                      <a:pt x="7" y="29"/>
                      <a:pt x="17" y="35"/>
                      <a:pt x="21" y="37"/>
                    </a:cubicBezTo>
                    <a:cubicBezTo>
                      <a:pt x="21" y="36"/>
                      <a:pt x="21" y="36"/>
                      <a:pt x="22" y="3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5" name="Freeform 274">
                <a:extLst>
                  <a:ext uri="{FF2B5EF4-FFF2-40B4-BE49-F238E27FC236}">
                    <a16:creationId xmlns:a16="http://schemas.microsoft.com/office/drawing/2014/main" id="{EC22ECDA-B980-4023-81DB-FFE9A4F15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384"/>
                <a:ext cx="16" cy="26"/>
              </a:xfrm>
              <a:custGeom>
                <a:avLst/>
                <a:gdLst>
                  <a:gd name="T0" fmla="*/ 7 w 24"/>
                  <a:gd name="T1" fmla="*/ 10 h 41"/>
                  <a:gd name="T2" fmla="*/ 7 w 24"/>
                  <a:gd name="T3" fmla="*/ 10 h 41"/>
                  <a:gd name="T4" fmla="*/ 1 w 24"/>
                  <a:gd name="T5" fmla="*/ 6 h 41"/>
                  <a:gd name="T6" fmla="*/ 4 w 24"/>
                  <a:gd name="T7" fmla="*/ 3 h 41"/>
                  <a:gd name="T8" fmla="*/ 5 w 24"/>
                  <a:gd name="T9" fmla="*/ 0 h 41"/>
                  <a:gd name="T10" fmla="*/ 3 w 24"/>
                  <a:gd name="T11" fmla="*/ 6 h 41"/>
                  <a:gd name="T12" fmla="*/ 7 w 24"/>
                  <a:gd name="T13" fmla="*/ 1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1">
                    <a:moveTo>
                      <a:pt x="22" y="41"/>
                    </a:moveTo>
                    <a:cubicBezTo>
                      <a:pt x="22" y="41"/>
                      <a:pt x="23" y="40"/>
                      <a:pt x="24" y="40"/>
                    </a:cubicBezTo>
                    <a:cubicBezTo>
                      <a:pt x="15" y="38"/>
                      <a:pt x="0" y="33"/>
                      <a:pt x="4" y="22"/>
                    </a:cubicBezTo>
                    <a:cubicBezTo>
                      <a:pt x="5" y="17"/>
                      <a:pt x="10" y="14"/>
                      <a:pt x="13" y="10"/>
                    </a:cubicBezTo>
                    <a:cubicBezTo>
                      <a:pt x="14" y="7"/>
                      <a:pt x="15" y="2"/>
                      <a:pt x="17" y="0"/>
                    </a:cubicBezTo>
                    <a:cubicBezTo>
                      <a:pt x="14" y="7"/>
                      <a:pt x="10" y="18"/>
                      <a:pt x="9" y="25"/>
                    </a:cubicBezTo>
                    <a:cubicBezTo>
                      <a:pt x="8" y="35"/>
                      <a:pt x="18" y="34"/>
                      <a:pt x="22" y="4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6" name="Freeform 275">
                <a:extLst>
                  <a:ext uri="{FF2B5EF4-FFF2-40B4-BE49-F238E27FC236}">
                    <a16:creationId xmlns:a16="http://schemas.microsoft.com/office/drawing/2014/main" id="{544A7216-E883-4731-9C45-747160F10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486"/>
                <a:ext cx="16" cy="23"/>
              </a:xfrm>
              <a:custGeom>
                <a:avLst/>
                <a:gdLst>
                  <a:gd name="T0" fmla="*/ 6 w 25"/>
                  <a:gd name="T1" fmla="*/ 9 h 36"/>
                  <a:gd name="T2" fmla="*/ 0 w 25"/>
                  <a:gd name="T3" fmla="*/ 6 h 36"/>
                  <a:gd name="T4" fmla="*/ 2 w 25"/>
                  <a:gd name="T5" fmla="*/ 3 h 36"/>
                  <a:gd name="T6" fmla="*/ 2 w 25"/>
                  <a:gd name="T7" fmla="*/ 0 h 36"/>
                  <a:gd name="T8" fmla="*/ 2 w 25"/>
                  <a:gd name="T9" fmla="*/ 6 h 36"/>
                  <a:gd name="T10" fmla="*/ 6 w 25"/>
                  <a:gd name="T11" fmla="*/ 9 h 36"/>
                  <a:gd name="T12" fmla="*/ 6 w 25"/>
                  <a:gd name="T13" fmla="*/ 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6">
                    <a:moveTo>
                      <a:pt x="23" y="35"/>
                    </a:moveTo>
                    <a:cubicBezTo>
                      <a:pt x="20" y="29"/>
                      <a:pt x="0" y="36"/>
                      <a:pt x="0" y="24"/>
                    </a:cubicBezTo>
                    <a:cubicBezTo>
                      <a:pt x="0" y="19"/>
                      <a:pt x="5" y="15"/>
                      <a:pt x="7" y="11"/>
                    </a:cubicBezTo>
                    <a:cubicBezTo>
                      <a:pt x="8" y="7"/>
                      <a:pt x="7" y="3"/>
                      <a:pt x="8" y="0"/>
                    </a:cubicBezTo>
                    <a:cubicBezTo>
                      <a:pt x="6" y="6"/>
                      <a:pt x="3" y="17"/>
                      <a:pt x="7" y="23"/>
                    </a:cubicBezTo>
                    <a:cubicBezTo>
                      <a:pt x="10" y="28"/>
                      <a:pt x="19" y="31"/>
                      <a:pt x="24" y="35"/>
                    </a:cubicBezTo>
                    <a:cubicBezTo>
                      <a:pt x="24" y="35"/>
                      <a:pt x="25" y="34"/>
                      <a:pt x="24" y="3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7" name="Freeform 276">
                <a:extLst>
                  <a:ext uri="{FF2B5EF4-FFF2-40B4-BE49-F238E27FC236}">
                    <a16:creationId xmlns:a16="http://schemas.microsoft.com/office/drawing/2014/main" id="{C03C229E-D4A5-44D1-B9DD-3B1D51EC6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575"/>
                <a:ext cx="14" cy="23"/>
              </a:xfrm>
              <a:custGeom>
                <a:avLst/>
                <a:gdLst>
                  <a:gd name="T0" fmla="*/ 5 w 23"/>
                  <a:gd name="T1" fmla="*/ 10 h 36"/>
                  <a:gd name="T2" fmla="*/ 5 w 23"/>
                  <a:gd name="T3" fmla="*/ 9 h 36"/>
                  <a:gd name="T4" fmla="*/ 1 w 23"/>
                  <a:gd name="T5" fmla="*/ 6 h 36"/>
                  <a:gd name="T6" fmla="*/ 1 w 23"/>
                  <a:gd name="T7" fmla="*/ 4 h 36"/>
                  <a:gd name="T8" fmla="*/ 1 w 23"/>
                  <a:gd name="T9" fmla="*/ 0 h 36"/>
                  <a:gd name="T10" fmla="*/ 2 w 23"/>
                  <a:gd name="T11" fmla="*/ 4 h 36"/>
                  <a:gd name="T12" fmla="*/ 3 w 23"/>
                  <a:gd name="T13" fmla="*/ 7 h 36"/>
                  <a:gd name="T14" fmla="*/ 5 w 23"/>
                  <a:gd name="T15" fmla="*/ 9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36">
                    <a:moveTo>
                      <a:pt x="22" y="36"/>
                    </a:moveTo>
                    <a:cubicBezTo>
                      <a:pt x="23" y="35"/>
                      <a:pt x="23" y="34"/>
                      <a:pt x="23" y="34"/>
                    </a:cubicBezTo>
                    <a:cubicBezTo>
                      <a:pt x="16" y="30"/>
                      <a:pt x="10" y="25"/>
                      <a:pt x="1" y="25"/>
                    </a:cubicBezTo>
                    <a:cubicBezTo>
                      <a:pt x="0" y="22"/>
                      <a:pt x="2" y="19"/>
                      <a:pt x="3" y="16"/>
                    </a:cubicBezTo>
                    <a:cubicBezTo>
                      <a:pt x="5" y="10"/>
                      <a:pt x="6" y="5"/>
                      <a:pt x="7" y="0"/>
                    </a:cubicBezTo>
                    <a:cubicBezTo>
                      <a:pt x="10" y="4"/>
                      <a:pt x="6" y="12"/>
                      <a:pt x="8" y="17"/>
                    </a:cubicBezTo>
                    <a:cubicBezTo>
                      <a:pt x="9" y="21"/>
                      <a:pt x="12" y="23"/>
                      <a:pt x="15" y="26"/>
                    </a:cubicBezTo>
                    <a:cubicBezTo>
                      <a:pt x="18" y="28"/>
                      <a:pt x="20" y="33"/>
                      <a:pt x="23" y="3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8" name="Freeform 277">
                <a:extLst>
                  <a:ext uri="{FF2B5EF4-FFF2-40B4-BE49-F238E27FC236}">
                    <a16:creationId xmlns:a16="http://schemas.microsoft.com/office/drawing/2014/main" id="{BF97C26C-7784-4557-AB0A-0C8B35318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665"/>
                <a:ext cx="21" cy="25"/>
              </a:xfrm>
              <a:custGeom>
                <a:avLst/>
                <a:gdLst>
                  <a:gd name="T0" fmla="*/ 8 w 33"/>
                  <a:gd name="T1" fmla="*/ 10 h 40"/>
                  <a:gd name="T2" fmla="*/ 8 w 33"/>
                  <a:gd name="T3" fmla="*/ 9 h 40"/>
                  <a:gd name="T4" fmla="*/ 1 w 33"/>
                  <a:gd name="T5" fmla="*/ 8 h 40"/>
                  <a:gd name="T6" fmla="*/ 3 w 33"/>
                  <a:gd name="T7" fmla="*/ 3 h 40"/>
                  <a:gd name="T8" fmla="*/ 3 w 33"/>
                  <a:gd name="T9" fmla="*/ 0 h 40"/>
                  <a:gd name="T10" fmla="*/ 3 w 33"/>
                  <a:gd name="T11" fmla="*/ 6 h 40"/>
                  <a:gd name="T12" fmla="*/ 7 w 33"/>
                  <a:gd name="T13" fmla="*/ 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40">
                    <a:moveTo>
                      <a:pt x="32" y="40"/>
                    </a:moveTo>
                    <a:cubicBezTo>
                      <a:pt x="33" y="39"/>
                      <a:pt x="33" y="38"/>
                      <a:pt x="33" y="36"/>
                    </a:cubicBezTo>
                    <a:cubicBezTo>
                      <a:pt x="25" y="35"/>
                      <a:pt x="8" y="39"/>
                      <a:pt x="3" y="30"/>
                    </a:cubicBezTo>
                    <a:cubicBezTo>
                      <a:pt x="0" y="24"/>
                      <a:pt x="7" y="16"/>
                      <a:pt x="9" y="11"/>
                    </a:cubicBezTo>
                    <a:cubicBezTo>
                      <a:pt x="11" y="7"/>
                      <a:pt x="12" y="4"/>
                      <a:pt x="13" y="0"/>
                    </a:cubicBezTo>
                    <a:cubicBezTo>
                      <a:pt x="11" y="8"/>
                      <a:pt x="9" y="17"/>
                      <a:pt x="11" y="26"/>
                    </a:cubicBezTo>
                    <a:cubicBezTo>
                      <a:pt x="12" y="31"/>
                      <a:pt x="22" y="40"/>
                      <a:pt x="28" y="3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9" name="Freeform 278">
                <a:extLst>
                  <a:ext uri="{FF2B5EF4-FFF2-40B4-BE49-F238E27FC236}">
                    <a16:creationId xmlns:a16="http://schemas.microsoft.com/office/drawing/2014/main" id="{7DA9C93E-44BB-4535-B925-881C02F95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771"/>
                <a:ext cx="17" cy="24"/>
              </a:xfrm>
              <a:custGeom>
                <a:avLst/>
                <a:gdLst>
                  <a:gd name="T0" fmla="*/ 7 w 26"/>
                  <a:gd name="T1" fmla="*/ 9 h 38"/>
                  <a:gd name="T2" fmla="*/ 3 w 26"/>
                  <a:gd name="T3" fmla="*/ 9 h 38"/>
                  <a:gd name="T4" fmla="*/ 1 w 26"/>
                  <a:gd name="T5" fmla="*/ 8 h 38"/>
                  <a:gd name="T6" fmla="*/ 2 w 26"/>
                  <a:gd name="T7" fmla="*/ 4 h 38"/>
                  <a:gd name="T8" fmla="*/ 2 w 26"/>
                  <a:gd name="T9" fmla="*/ 0 h 38"/>
                  <a:gd name="T10" fmla="*/ 2 w 26"/>
                  <a:gd name="T11" fmla="*/ 2 h 38"/>
                  <a:gd name="T12" fmla="*/ 3 w 26"/>
                  <a:gd name="T13" fmla="*/ 8 h 38"/>
                  <a:gd name="T14" fmla="*/ 7 w 26"/>
                  <a:gd name="T15" fmla="*/ 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8">
                    <a:moveTo>
                      <a:pt x="23" y="36"/>
                    </a:moveTo>
                    <a:cubicBezTo>
                      <a:pt x="20" y="37"/>
                      <a:pt x="15" y="36"/>
                      <a:pt x="11" y="36"/>
                    </a:cubicBezTo>
                    <a:cubicBezTo>
                      <a:pt x="7" y="37"/>
                      <a:pt x="3" y="38"/>
                      <a:pt x="2" y="33"/>
                    </a:cubicBezTo>
                    <a:cubicBezTo>
                      <a:pt x="0" y="28"/>
                      <a:pt x="5" y="19"/>
                      <a:pt x="6" y="14"/>
                    </a:cubicBezTo>
                    <a:cubicBezTo>
                      <a:pt x="7" y="10"/>
                      <a:pt x="8" y="4"/>
                      <a:pt x="6" y="0"/>
                    </a:cubicBezTo>
                    <a:cubicBezTo>
                      <a:pt x="6" y="2"/>
                      <a:pt x="6" y="5"/>
                      <a:pt x="6" y="7"/>
                    </a:cubicBezTo>
                    <a:cubicBezTo>
                      <a:pt x="7" y="13"/>
                      <a:pt x="6" y="25"/>
                      <a:pt x="10" y="30"/>
                    </a:cubicBezTo>
                    <a:cubicBezTo>
                      <a:pt x="14" y="35"/>
                      <a:pt x="26" y="27"/>
                      <a:pt x="26" y="3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0" name="Freeform 279">
                <a:extLst>
                  <a:ext uri="{FF2B5EF4-FFF2-40B4-BE49-F238E27FC236}">
                    <a16:creationId xmlns:a16="http://schemas.microsoft.com/office/drawing/2014/main" id="{335A38B6-1B5B-461D-9688-3EB943DF0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873"/>
                <a:ext cx="26" cy="25"/>
              </a:xfrm>
              <a:custGeom>
                <a:avLst/>
                <a:gdLst>
                  <a:gd name="T0" fmla="*/ 10 w 41"/>
                  <a:gd name="T1" fmla="*/ 8 h 39"/>
                  <a:gd name="T2" fmla="*/ 3 w 41"/>
                  <a:gd name="T3" fmla="*/ 9 h 39"/>
                  <a:gd name="T4" fmla="*/ 3 w 41"/>
                  <a:gd name="T5" fmla="*/ 0 h 39"/>
                  <a:gd name="T6" fmla="*/ 4 w 41"/>
                  <a:gd name="T7" fmla="*/ 8 h 39"/>
                  <a:gd name="T8" fmla="*/ 10 w 41"/>
                  <a:gd name="T9" fmla="*/ 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9">
                    <a:moveTo>
                      <a:pt x="41" y="30"/>
                    </a:moveTo>
                    <a:cubicBezTo>
                      <a:pt x="32" y="28"/>
                      <a:pt x="20" y="39"/>
                      <a:pt x="10" y="35"/>
                    </a:cubicBezTo>
                    <a:cubicBezTo>
                      <a:pt x="0" y="30"/>
                      <a:pt x="13" y="9"/>
                      <a:pt x="10" y="0"/>
                    </a:cubicBezTo>
                    <a:cubicBezTo>
                      <a:pt x="11" y="8"/>
                      <a:pt x="12" y="25"/>
                      <a:pt x="18" y="30"/>
                    </a:cubicBezTo>
                    <a:cubicBezTo>
                      <a:pt x="23" y="34"/>
                      <a:pt x="32" y="30"/>
                      <a:pt x="38" y="3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1" name="Freeform 280">
                <a:extLst>
                  <a:ext uri="{FF2B5EF4-FFF2-40B4-BE49-F238E27FC236}">
                    <a16:creationId xmlns:a16="http://schemas.microsoft.com/office/drawing/2014/main" id="{91FC2CC2-49AB-458E-9DFD-72B61504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982"/>
                <a:ext cx="23" cy="23"/>
              </a:xfrm>
              <a:custGeom>
                <a:avLst/>
                <a:gdLst>
                  <a:gd name="T0" fmla="*/ 9 w 37"/>
                  <a:gd name="T1" fmla="*/ 5 h 36"/>
                  <a:gd name="T2" fmla="*/ 2 w 37"/>
                  <a:gd name="T3" fmla="*/ 8 h 36"/>
                  <a:gd name="T4" fmla="*/ 0 w 37"/>
                  <a:gd name="T5" fmla="*/ 0 h 36"/>
                  <a:gd name="T6" fmla="*/ 3 w 37"/>
                  <a:gd name="T7" fmla="*/ 6 h 36"/>
                  <a:gd name="T8" fmla="*/ 8 w 37"/>
                  <a:gd name="T9" fmla="*/ 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7" y="19"/>
                    </a:moveTo>
                    <a:cubicBezTo>
                      <a:pt x="28" y="19"/>
                      <a:pt x="19" y="36"/>
                      <a:pt x="10" y="32"/>
                    </a:cubicBezTo>
                    <a:cubicBezTo>
                      <a:pt x="2" y="28"/>
                      <a:pt x="3" y="8"/>
                      <a:pt x="0" y="0"/>
                    </a:cubicBezTo>
                    <a:cubicBezTo>
                      <a:pt x="4" y="6"/>
                      <a:pt x="6" y="20"/>
                      <a:pt x="13" y="23"/>
                    </a:cubicBezTo>
                    <a:cubicBezTo>
                      <a:pt x="19" y="26"/>
                      <a:pt x="27" y="18"/>
                      <a:pt x="34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2" name="Freeform 281">
                <a:extLst>
                  <a:ext uri="{FF2B5EF4-FFF2-40B4-BE49-F238E27FC236}">
                    <a16:creationId xmlns:a16="http://schemas.microsoft.com/office/drawing/2014/main" id="{542465EA-6B7D-465E-B874-F968B7DA7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3071"/>
                <a:ext cx="25" cy="20"/>
              </a:xfrm>
              <a:custGeom>
                <a:avLst/>
                <a:gdLst>
                  <a:gd name="T0" fmla="*/ 11 w 38"/>
                  <a:gd name="T1" fmla="*/ 2 h 32"/>
                  <a:gd name="T2" fmla="*/ 3 w 38"/>
                  <a:gd name="T3" fmla="*/ 6 h 32"/>
                  <a:gd name="T4" fmla="*/ 1 w 38"/>
                  <a:gd name="T5" fmla="*/ 2 h 32"/>
                  <a:gd name="T6" fmla="*/ 0 w 38"/>
                  <a:gd name="T7" fmla="*/ 0 h 32"/>
                  <a:gd name="T8" fmla="*/ 3 w 38"/>
                  <a:gd name="T9" fmla="*/ 4 h 32"/>
                  <a:gd name="T10" fmla="*/ 9 w 38"/>
                  <a:gd name="T11" fmla="*/ 4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2">
                    <a:moveTo>
                      <a:pt x="38" y="8"/>
                    </a:moveTo>
                    <a:cubicBezTo>
                      <a:pt x="30" y="12"/>
                      <a:pt x="19" y="32"/>
                      <a:pt x="11" y="23"/>
                    </a:cubicBezTo>
                    <a:cubicBezTo>
                      <a:pt x="7" y="19"/>
                      <a:pt x="5" y="12"/>
                      <a:pt x="3" y="8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" y="5"/>
                      <a:pt x="7" y="13"/>
                      <a:pt x="11" y="16"/>
                    </a:cubicBezTo>
                    <a:cubicBezTo>
                      <a:pt x="18" y="22"/>
                      <a:pt x="24" y="15"/>
                      <a:pt x="31" y="1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3" name="Freeform 282">
                <a:extLst>
                  <a:ext uri="{FF2B5EF4-FFF2-40B4-BE49-F238E27FC236}">
                    <a16:creationId xmlns:a16="http://schemas.microsoft.com/office/drawing/2014/main" id="{6CC1E182-B08C-4422-939F-CB9FC9F61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3164"/>
                <a:ext cx="26" cy="17"/>
              </a:xfrm>
              <a:custGeom>
                <a:avLst/>
                <a:gdLst>
                  <a:gd name="T0" fmla="*/ 10 w 41"/>
                  <a:gd name="T1" fmla="*/ 1 h 27"/>
                  <a:gd name="T2" fmla="*/ 4 w 41"/>
                  <a:gd name="T3" fmla="*/ 6 h 27"/>
                  <a:gd name="T4" fmla="*/ 0 w 41"/>
                  <a:gd name="T5" fmla="*/ 0 h 27"/>
                  <a:gd name="T6" fmla="*/ 6 w 41"/>
                  <a:gd name="T7" fmla="*/ 4 h 27"/>
                  <a:gd name="T8" fmla="*/ 8 w 41"/>
                  <a:gd name="T9" fmla="*/ 3 h 27"/>
                  <a:gd name="T10" fmla="*/ 10 w 41"/>
                  <a:gd name="T11" fmla="*/ 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7">
                    <a:moveTo>
                      <a:pt x="41" y="4"/>
                    </a:moveTo>
                    <a:cubicBezTo>
                      <a:pt x="34" y="8"/>
                      <a:pt x="26" y="27"/>
                      <a:pt x="15" y="23"/>
                    </a:cubicBezTo>
                    <a:cubicBezTo>
                      <a:pt x="8" y="20"/>
                      <a:pt x="4" y="6"/>
                      <a:pt x="0" y="0"/>
                    </a:cubicBezTo>
                    <a:cubicBezTo>
                      <a:pt x="8" y="5"/>
                      <a:pt x="12" y="15"/>
                      <a:pt x="22" y="15"/>
                    </a:cubicBezTo>
                    <a:cubicBezTo>
                      <a:pt x="26" y="14"/>
                      <a:pt x="29" y="11"/>
                      <a:pt x="33" y="9"/>
                    </a:cubicBezTo>
                    <a:cubicBezTo>
                      <a:pt x="35" y="8"/>
                      <a:pt x="38" y="8"/>
                      <a:pt x="40" y="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4" name="Freeform 283">
                <a:extLst>
                  <a:ext uri="{FF2B5EF4-FFF2-40B4-BE49-F238E27FC236}">
                    <a16:creationId xmlns:a16="http://schemas.microsoft.com/office/drawing/2014/main" id="{02510723-DC52-4601-A648-E782B841E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3185"/>
                <a:ext cx="39" cy="29"/>
              </a:xfrm>
              <a:custGeom>
                <a:avLst/>
                <a:gdLst>
                  <a:gd name="T0" fmla="*/ 16 w 61"/>
                  <a:gd name="T1" fmla="*/ 0 h 45"/>
                  <a:gd name="T2" fmla="*/ 13 w 61"/>
                  <a:gd name="T3" fmla="*/ 2 h 45"/>
                  <a:gd name="T4" fmla="*/ 6 w 61"/>
                  <a:gd name="T5" fmla="*/ 7 h 45"/>
                  <a:gd name="T6" fmla="*/ 0 w 61"/>
                  <a:gd name="T7" fmla="*/ 11 h 45"/>
                  <a:gd name="T8" fmla="*/ 2 w 61"/>
                  <a:gd name="T9" fmla="*/ 10 h 45"/>
                  <a:gd name="T10" fmla="*/ 6 w 61"/>
                  <a:gd name="T11" fmla="*/ 6 h 45"/>
                  <a:gd name="T12" fmla="*/ 13 w 61"/>
                  <a:gd name="T13" fmla="*/ 1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5">
                    <a:moveTo>
                      <a:pt x="61" y="0"/>
                    </a:moveTo>
                    <a:cubicBezTo>
                      <a:pt x="56" y="0"/>
                      <a:pt x="53" y="4"/>
                      <a:pt x="49" y="6"/>
                    </a:cubicBezTo>
                    <a:cubicBezTo>
                      <a:pt x="40" y="13"/>
                      <a:pt x="32" y="19"/>
                      <a:pt x="24" y="26"/>
                    </a:cubicBezTo>
                    <a:cubicBezTo>
                      <a:pt x="19" y="30"/>
                      <a:pt x="9" y="45"/>
                      <a:pt x="0" y="41"/>
                    </a:cubicBezTo>
                    <a:cubicBezTo>
                      <a:pt x="2" y="39"/>
                      <a:pt x="4" y="38"/>
                      <a:pt x="6" y="37"/>
                    </a:cubicBezTo>
                    <a:cubicBezTo>
                      <a:pt x="13" y="33"/>
                      <a:pt x="19" y="30"/>
                      <a:pt x="24" y="25"/>
                    </a:cubicBezTo>
                    <a:cubicBezTo>
                      <a:pt x="32" y="19"/>
                      <a:pt x="41" y="7"/>
                      <a:pt x="50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5" name="Freeform 284">
                <a:extLst>
                  <a:ext uri="{FF2B5EF4-FFF2-40B4-BE49-F238E27FC236}">
                    <a16:creationId xmlns:a16="http://schemas.microsoft.com/office/drawing/2014/main" id="{436BC237-0360-4A53-978F-9C7FF146C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3245"/>
                <a:ext cx="54" cy="88"/>
              </a:xfrm>
              <a:custGeom>
                <a:avLst/>
                <a:gdLst>
                  <a:gd name="T0" fmla="*/ 1 w 86"/>
                  <a:gd name="T1" fmla="*/ 0 h 138"/>
                  <a:gd name="T2" fmla="*/ 6 w 86"/>
                  <a:gd name="T3" fmla="*/ 18 h 138"/>
                  <a:gd name="T4" fmla="*/ 14 w 86"/>
                  <a:gd name="T5" fmla="*/ 24 h 138"/>
                  <a:gd name="T6" fmla="*/ 18 w 86"/>
                  <a:gd name="T7" fmla="*/ 30 h 138"/>
                  <a:gd name="T8" fmla="*/ 21 w 86"/>
                  <a:gd name="T9" fmla="*/ 36 h 138"/>
                  <a:gd name="T10" fmla="*/ 15 w 86"/>
                  <a:gd name="T11" fmla="*/ 24 h 138"/>
                  <a:gd name="T12" fmla="*/ 7 w 86"/>
                  <a:gd name="T13" fmla="*/ 16 h 138"/>
                  <a:gd name="T14" fmla="*/ 0 w 86"/>
                  <a:gd name="T15" fmla="*/ 1 h 1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138">
                    <a:moveTo>
                      <a:pt x="2" y="0"/>
                    </a:moveTo>
                    <a:cubicBezTo>
                      <a:pt x="2" y="25"/>
                      <a:pt x="1" y="55"/>
                      <a:pt x="23" y="72"/>
                    </a:cubicBezTo>
                    <a:cubicBezTo>
                      <a:pt x="34" y="81"/>
                      <a:pt x="47" y="85"/>
                      <a:pt x="58" y="93"/>
                    </a:cubicBezTo>
                    <a:cubicBezTo>
                      <a:pt x="65" y="99"/>
                      <a:pt x="69" y="107"/>
                      <a:pt x="74" y="114"/>
                    </a:cubicBezTo>
                    <a:cubicBezTo>
                      <a:pt x="78" y="122"/>
                      <a:pt x="84" y="129"/>
                      <a:pt x="86" y="138"/>
                    </a:cubicBezTo>
                    <a:cubicBezTo>
                      <a:pt x="78" y="123"/>
                      <a:pt x="72" y="107"/>
                      <a:pt x="61" y="93"/>
                    </a:cubicBezTo>
                    <a:cubicBezTo>
                      <a:pt x="52" y="81"/>
                      <a:pt x="40" y="68"/>
                      <a:pt x="27" y="61"/>
                    </a:cubicBezTo>
                    <a:cubicBezTo>
                      <a:pt x="4" y="48"/>
                      <a:pt x="7" y="22"/>
                      <a:pt x="0" y="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6" name="Freeform 285">
                <a:extLst>
                  <a:ext uri="{FF2B5EF4-FFF2-40B4-BE49-F238E27FC236}">
                    <a16:creationId xmlns:a16="http://schemas.microsoft.com/office/drawing/2014/main" id="{034A3878-646F-4F28-8406-3A4B99976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3348"/>
                <a:ext cx="41" cy="83"/>
              </a:xfrm>
              <a:custGeom>
                <a:avLst/>
                <a:gdLst>
                  <a:gd name="T0" fmla="*/ 2 w 64"/>
                  <a:gd name="T1" fmla="*/ 0 h 130"/>
                  <a:gd name="T2" fmla="*/ 1 w 64"/>
                  <a:gd name="T3" fmla="*/ 4 h 130"/>
                  <a:gd name="T4" fmla="*/ 1 w 64"/>
                  <a:gd name="T5" fmla="*/ 7 h 130"/>
                  <a:gd name="T6" fmla="*/ 3 w 64"/>
                  <a:gd name="T7" fmla="*/ 11 h 130"/>
                  <a:gd name="T8" fmla="*/ 6 w 64"/>
                  <a:gd name="T9" fmla="*/ 15 h 130"/>
                  <a:gd name="T10" fmla="*/ 12 w 64"/>
                  <a:gd name="T11" fmla="*/ 24 h 130"/>
                  <a:gd name="T12" fmla="*/ 14 w 64"/>
                  <a:gd name="T13" fmla="*/ 30 h 130"/>
                  <a:gd name="T14" fmla="*/ 17 w 64"/>
                  <a:gd name="T15" fmla="*/ 34 h 130"/>
                  <a:gd name="T16" fmla="*/ 14 w 64"/>
                  <a:gd name="T17" fmla="*/ 29 h 130"/>
                  <a:gd name="T18" fmla="*/ 12 w 64"/>
                  <a:gd name="T19" fmla="*/ 23 h 130"/>
                  <a:gd name="T20" fmla="*/ 8 w 64"/>
                  <a:gd name="T21" fmla="*/ 17 h 130"/>
                  <a:gd name="T22" fmla="*/ 5 w 64"/>
                  <a:gd name="T23" fmla="*/ 12 h 130"/>
                  <a:gd name="T24" fmla="*/ 3 w 64"/>
                  <a:gd name="T25" fmla="*/ 6 h 130"/>
                  <a:gd name="T26" fmla="*/ 1 w 64"/>
                  <a:gd name="T27" fmla="*/ 1 h 1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4" h="130">
                    <a:moveTo>
                      <a:pt x="6" y="0"/>
                    </a:moveTo>
                    <a:cubicBezTo>
                      <a:pt x="6" y="6"/>
                      <a:pt x="6" y="11"/>
                      <a:pt x="4" y="17"/>
                    </a:cubicBezTo>
                    <a:cubicBezTo>
                      <a:pt x="3" y="20"/>
                      <a:pt x="0" y="24"/>
                      <a:pt x="1" y="28"/>
                    </a:cubicBezTo>
                    <a:cubicBezTo>
                      <a:pt x="2" y="32"/>
                      <a:pt x="7" y="37"/>
                      <a:pt x="9" y="40"/>
                    </a:cubicBezTo>
                    <a:cubicBezTo>
                      <a:pt x="13" y="46"/>
                      <a:pt x="18" y="52"/>
                      <a:pt x="22" y="58"/>
                    </a:cubicBezTo>
                    <a:cubicBezTo>
                      <a:pt x="29" y="70"/>
                      <a:pt x="37" y="80"/>
                      <a:pt x="43" y="91"/>
                    </a:cubicBezTo>
                    <a:cubicBezTo>
                      <a:pt x="47" y="99"/>
                      <a:pt x="51" y="107"/>
                      <a:pt x="55" y="114"/>
                    </a:cubicBezTo>
                    <a:cubicBezTo>
                      <a:pt x="58" y="119"/>
                      <a:pt x="61" y="126"/>
                      <a:pt x="64" y="130"/>
                    </a:cubicBezTo>
                    <a:cubicBezTo>
                      <a:pt x="63" y="123"/>
                      <a:pt x="58" y="116"/>
                      <a:pt x="55" y="110"/>
                    </a:cubicBezTo>
                    <a:cubicBezTo>
                      <a:pt x="51" y="103"/>
                      <a:pt x="48" y="94"/>
                      <a:pt x="44" y="87"/>
                    </a:cubicBezTo>
                    <a:cubicBezTo>
                      <a:pt x="40" y="79"/>
                      <a:pt x="34" y="72"/>
                      <a:pt x="29" y="65"/>
                    </a:cubicBezTo>
                    <a:cubicBezTo>
                      <a:pt x="26" y="59"/>
                      <a:pt x="23" y="53"/>
                      <a:pt x="19" y="47"/>
                    </a:cubicBezTo>
                    <a:cubicBezTo>
                      <a:pt x="15" y="40"/>
                      <a:pt x="11" y="31"/>
                      <a:pt x="10" y="23"/>
                    </a:cubicBezTo>
                    <a:cubicBezTo>
                      <a:pt x="9" y="17"/>
                      <a:pt x="9" y="10"/>
                      <a:pt x="5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7" name="Freeform 286">
                <a:extLst>
                  <a:ext uri="{FF2B5EF4-FFF2-40B4-BE49-F238E27FC236}">
                    <a16:creationId xmlns:a16="http://schemas.microsoft.com/office/drawing/2014/main" id="{2BABCE46-C815-4C84-94C8-5E8A8B00B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3366"/>
                <a:ext cx="12" cy="14"/>
              </a:xfrm>
              <a:custGeom>
                <a:avLst/>
                <a:gdLst>
                  <a:gd name="T0" fmla="*/ 1 w 18"/>
                  <a:gd name="T1" fmla="*/ 1 h 22"/>
                  <a:gd name="T2" fmla="*/ 4 w 18"/>
                  <a:gd name="T3" fmla="*/ 4 h 22"/>
                  <a:gd name="T4" fmla="*/ 1 w 1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2">
                    <a:moveTo>
                      <a:pt x="3" y="1"/>
                    </a:moveTo>
                    <a:cubicBezTo>
                      <a:pt x="7" y="0"/>
                      <a:pt x="18" y="15"/>
                      <a:pt x="13" y="18"/>
                    </a:cubicBezTo>
                    <a:cubicBezTo>
                      <a:pt x="7" y="22"/>
                      <a:pt x="0" y="4"/>
                      <a:pt x="1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8" name="Freeform 287">
                <a:extLst>
                  <a:ext uri="{FF2B5EF4-FFF2-40B4-BE49-F238E27FC236}">
                    <a16:creationId xmlns:a16="http://schemas.microsoft.com/office/drawing/2014/main" id="{7755BEF8-6E9F-4BBA-B880-DD95A7BC6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3282"/>
                <a:ext cx="8" cy="17"/>
              </a:xfrm>
              <a:custGeom>
                <a:avLst/>
                <a:gdLst>
                  <a:gd name="T0" fmla="*/ 0 w 12"/>
                  <a:gd name="T1" fmla="*/ 0 h 27"/>
                  <a:gd name="T2" fmla="*/ 0 w 12"/>
                  <a:gd name="T3" fmla="*/ 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0" y="0"/>
                    </a:moveTo>
                    <a:cubicBezTo>
                      <a:pt x="12" y="3"/>
                      <a:pt x="7" y="27"/>
                      <a:pt x="0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9" name="Freeform 288">
                <a:extLst>
                  <a:ext uri="{FF2B5EF4-FFF2-40B4-BE49-F238E27FC236}">
                    <a16:creationId xmlns:a16="http://schemas.microsoft.com/office/drawing/2014/main" id="{CF88B5EA-11BB-451B-AFD1-DAF224795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204"/>
                <a:ext cx="10" cy="15"/>
              </a:xfrm>
              <a:custGeom>
                <a:avLst/>
                <a:gdLst>
                  <a:gd name="T0" fmla="*/ 0 w 16"/>
                  <a:gd name="T1" fmla="*/ 1 h 23"/>
                  <a:gd name="T2" fmla="*/ 4 w 16"/>
                  <a:gd name="T3" fmla="*/ 6 h 23"/>
                  <a:gd name="T4" fmla="*/ 1 w 16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0" y="5"/>
                    </a:moveTo>
                    <a:cubicBezTo>
                      <a:pt x="10" y="0"/>
                      <a:pt x="16" y="13"/>
                      <a:pt x="16" y="21"/>
                    </a:cubicBezTo>
                    <a:cubicBezTo>
                      <a:pt x="9" y="23"/>
                      <a:pt x="5" y="9"/>
                      <a:pt x="3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0" name="Freeform 289">
                <a:extLst>
                  <a:ext uri="{FF2B5EF4-FFF2-40B4-BE49-F238E27FC236}">
                    <a16:creationId xmlns:a16="http://schemas.microsoft.com/office/drawing/2014/main" id="{60035033-6BFF-4B8D-87DE-A299E250C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189"/>
                <a:ext cx="49" cy="44"/>
              </a:xfrm>
              <a:custGeom>
                <a:avLst/>
                <a:gdLst>
                  <a:gd name="T0" fmla="*/ 19 w 76"/>
                  <a:gd name="T1" fmla="*/ 18 h 68"/>
                  <a:gd name="T2" fmla="*/ 15 w 76"/>
                  <a:gd name="T3" fmla="*/ 12 h 68"/>
                  <a:gd name="T4" fmla="*/ 10 w 76"/>
                  <a:gd name="T5" fmla="*/ 7 h 68"/>
                  <a:gd name="T6" fmla="*/ 4 w 76"/>
                  <a:gd name="T7" fmla="*/ 6 h 68"/>
                  <a:gd name="T8" fmla="*/ 0 w 76"/>
                  <a:gd name="T9" fmla="*/ 6 h 68"/>
                  <a:gd name="T10" fmla="*/ 21 w 76"/>
                  <a:gd name="T11" fmla="*/ 18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68">
                    <a:moveTo>
                      <a:pt x="71" y="67"/>
                    </a:moveTo>
                    <a:cubicBezTo>
                      <a:pt x="71" y="59"/>
                      <a:pt x="61" y="51"/>
                      <a:pt x="55" y="46"/>
                    </a:cubicBezTo>
                    <a:cubicBezTo>
                      <a:pt x="49" y="39"/>
                      <a:pt x="43" y="32"/>
                      <a:pt x="36" y="27"/>
                    </a:cubicBezTo>
                    <a:cubicBezTo>
                      <a:pt x="29" y="23"/>
                      <a:pt x="22" y="22"/>
                      <a:pt x="15" y="21"/>
                    </a:cubicBezTo>
                    <a:cubicBezTo>
                      <a:pt x="10" y="21"/>
                      <a:pt x="4" y="18"/>
                      <a:pt x="0" y="21"/>
                    </a:cubicBezTo>
                    <a:cubicBezTo>
                      <a:pt x="34" y="0"/>
                      <a:pt x="65" y="40"/>
                      <a:pt x="76" y="6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1" name="Freeform 290">
                <a:extLst>
                  <a:ext uri="{FF2B5EF4-FFF2-40B4-BE49-F238E27FC236}">
                    <a16:creationId xmlns:a16="http://schemas.microsoft.com/office/drawing/2014/main" id="{CA2C3EBB-BBDD-492C-BA27-6169B7C09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195"/>
                <a:ext cx="24" cy="13"/>
              </a:xfrm>
              <a:custGeom>
                <a:avLst/>
                <a:gdLst>
                  <a:gd name="T0" fmla="*/ 9 w 38"/>
                  <a:gd name="T1" fmla="*/ 4 h 21"/>
                  <a:gd name="T2" fmla="*/ 4 w 38"/>
                  <a:gd name="T3" fmla="*/ 1 h 21"/>
                  <a:gd name="T4" fmla="*/ 0 w 38"/>
                  <a:gd name="T5" fmla="*/ 5 h 21"/>
                  <a:gd name="T6" fmla="*/ 9 w 38"/>
                  <a:gd name="T7" fmla="*/ 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1">
                    <a:moveTo>
                      <a:pt x="38" y="14"/>
                    </a:moveTo>
                    <a:cubicBezTo>
                      <a:pt x="31" y="11"/>
                      <a:pt x="27" y="6"/>
                      <a:pt x="18" y="7"/>
                    </a:cubicBezTo>
                    <a:cubicBezTo>
                      <a:pt x="10" y="7"/>
                      <a:pt x="0" y="11"/>
                      <a:pt x="0" y="21"/>
                    </a:cubicBezTo>
                    <a:cubicBezTo>
                      <a:pt x="2" y="0"/>
                      <a:pt x="23" y="1"/>
                      <a:pt x="3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2" name="Freeform 291">
                <a:extLst>
                  <a:ext uri="{FF2B5EF4-FFF2-40B4-BE49-F238E27FC236}">
                    <a16:creationId xmlns:a16="http://schemas.microsoft.com/office/drawing/2014/main" id="{72BDD2E9-69AC-4E03-9637-563C817A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266"/>
                <a:ext cx="16" cy="21"/>
              </a:xfrm>
              <a:custGeom>
                <a:avLst/>
                <a:gdLst>
                  <a:gd name="T0" fmla="*/ 6 w 25"/>
                  <a:gd name="T1" fmla="*/ 3 h 33"/>
                  <a:gd name="T2" fmla="*/ 0 w 25"/>
                  <a:gd name="T3" fmla="*/ 8 h 33"/>
                  <a:gd name="T4" fmla="*/ 6 w 25"/>
                  <a:gd name="T5" fmla="*/ 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">
                    <a:moveTo>
                      <a:pt x="25" y="13"/>
                    </a:moveTo>
                    <a:cubicBezTo>
                      <a:pt x="11" y="6"/>
                      <a:pt x="1" y="20"/>
                      <a:pt x="0" y="33"/>
                    </a:cubicBezTo>
                    <a:cubicBezTo>
                      <a:pt x="0" y="23"/>
                      <a:pt x="10" y="0"/>
                      <a:pt x="2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3" name="Freeform 292">
                <a:extLst>
                  <a:ext uri="{FF2B5EF4-FFF2-40B4-BE49-F238E27FC236}">
                    <a16:creationId xmlns:a16="http://schemas.microsoft.com/office/drawing/2014/main" id="{691C61AB-7A04-4445-8378-2F7143C5C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3353"/>
                <a:ext cx="16" cy="20"/>
              </a:xfrm>
              <a:custGeom>
                <a:avLst/>
                <a:gdLst>
                  <a:gd name="T0" fmla="*/ 6 w 25"/>
                  <a:gd name="T1" fmla="*/ 3 h 31"/>
                  <a:gd name="T2" fmla="*/ 0 w 25"/>
                  <a:gd name="T3" fmla="*/ 8 h 31"/>
                  <a:gd name="T4" fmla="*/ 1 w 25"/>
                  <a:gd name="T5" fmla="*/ 5 h 31"/>
                  <a:gd name="T6" fmla="*/ 5 w 25"/>
                  <a:gd name="T7" fmla="*/ 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25" y="12"/>
                    </a:moveTo>
                    <a:cubicBezTo>
                      <a:pt x="19" y="0"/>
                      <a:pt x="1" y="24"/>
                      <a:pt x="0" y="31"/>
                    </a:cubicBezTo>
                    <a:cubicBezTo>
                      <a:pt x="3" y="28"/>
                      <a:pt x="1" y="24"/>
                      <a:pt x="2" y="20"/>
                    </a:cubicBezTo>
                    <a:cubicBezTo>
                      <a:pt x="5" y="13"/>
                      <a:pt x="13" y="9"/>
                      <a:pt x="2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4" name="Freeform 293">
                <a:extLst>
                  <a:ext uri="{FF2B5EF4-FFF2-40B4-BE49-F238E27FC236}">
                    <a16:creationId xmlns:a16="http://schemas.microsoft.com/office/drawing/2014/main" id="{B8A725BB-9035-4145-8FF4-768DB9C3F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3416"/>
                <a:ext cx="13" cy="16"/>
              </a:xfrm>
              <a:custGeom>
                <a:avLst/>
                <a:gdLst>
                  <a:gd name="T0" fmla="*/ 5 w 21"/>
                  <a:gd name="T1" fmla="*/ 3 h 26"/>
                  <a:gd name="T2" fmla="*/ 0 w 21"/>
                  <a:gd name="T3" fmla="*/ 6 h 26"/>
                  <a:gd name="T4" fmla="*/ 1 w 21"/>
                  <a:gd name="T5" fmla="*/ 2 h 26"/>
                  <a:gd name="T6" fmla="*/ 4 w 21"/>
                  <a:gd name="T7" fmla="*/ 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21" y="13"/>
                    </a:moveTo>
                    <a:cubicBezTo>
                      <a:pt x="7" y="5"/>
                      <a:pt x="7" y="15"/>
                      <a:pt x="0" y="26"/>
                    </a:cubicBezTo>
                    <a:cubicBezTo>
                      <a:pt x="2" y="21"/>
                      <a:pt x="1" y="17"/>
                      <a:pt x="4" y="12"/>
                    </a:cubicBezTo>
                    <a:cubicBezTo>
                      <a:pt x="6" y="9"/>
                      <a:pt x="16" y="0"/>
                      <a:pt x="1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5" name="Freeform 294">
                <a:extLst>
                  <a:ext uri="{FF2B5EF4-FFF2-40B4-BE49-F238E27FC236}">
                    <a16:creationId xmlns:a16="http://schemas.microsoft.com/office/drawing/2014/main" id="{379B5574-BB52-495C-9DCA-5346B0FCB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147"/>
                <a:ext cx="38" cy="33"/>
              </a:xfrm>
              <a:custGeom>
                <a:avLst/>
                <a:gdLst>
                  <a:gd name="T0" fmla="*/ 1 w 61"/>
                  <a:gd name="T1" fmla="*/ 0 h 52"/>
                  <a:gd name="T2" fmla="*/ 7 w 61"/>
                  <a:gd name="T3" fmla="*/ 1 h 52"/>
                  <a:gd name="T4" fmla="*/ 11 w 61"/>
                  <a:gd name="T5" fmla="*/ 5 h 52"/>
                  <a:gd name="T6" fmla="*/ 15 w 61"/>
                  <a:gd name="T7" fmla="*/ 13 h 52"/>
                  <a:gd name="T8" fmla="*/ 0 w 61"/>
                  <a:gd name="T9" fmla="*/ 1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2">
                    <a:moveTo>
                      <a:pt x="1" y="0"/>
                    </a:moveTo>
                    <a:cubicBezTo>
                      <a:pt x="9" y="0"/>
                      <a:pt x="24" y="1"/>
                      <a:pt x="31" y="4"/>
                    </a:cubicBezTo>
                    <a:cubicBezTo>
                      <a:pt x="38" y="7"/>
                      <a:pt x="42" y="15"/>
                      <a:pt x="45" y="21"/>
                    </a:cubicBezTo>
                    <a:cubicBezTo>
                      <a:pt x="51" y="31"/>
                      <a:pt x="59" y="41"/>
                      <a:pt x="61" y="52"/>
                    </a:cubicBezTo>
                    <a:cubicBezTo>
                      <a:pt x="46" y="34"/>
                      <a:pt x="27" y="2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6" name="Freeform 295">
                <a:extLst>
                  <a:ext uri="{FF2B5EF4-FFF2-40B4-BE49-F238E27FC236}">
                    <a16:creationId xmlns:a16="http://schemas.microsoft.com/office/drawing/2014/main" id="{B438DA56-132F-4520-B51D-555DFAA72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3199"/>
                <a:ext cx="16" cy="38"/>
              </a:xfrm>
              <a:custGeom>
                <a:avLst/>
                <a:gdLst>
                  <a:gd name="T0" fmla="*/ 1 w 24"/>
                  <a:gd name="T1" fmla="*/ 0 h 59"/>
                  <a:gd name="T2" fmla="*/ 5 w 24"/>
                  <a:gd name="T3" fmla="*/ 15 h 59"/>
                  <a:gd name="T4" fmla="*/ 0 w 24"/>
                  <a:gd name="T5" fmla="*/ 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9">
                    <a:moveTo>
                      <a:pt x="3" y="0"/>
                    </a:moveTo>
                    <a:cubicBezTo>
                      <a:pt x="20" y="11"/>
                      <a:pt x="24" y="42"/>
                      <a:pt x="15" y="59"/>
                    </a:cubicBezTo>
                    <a:cubicBezTo>
                      <a:pt x="14" y="46"/>
                      <a:pt x="17" y="9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7" name="Freeform 296">
                <a:extLst>
                  <a:ext uri="{FF2B5EF4-FFF2-40B4-BE49-F238E27FC236}">
                    <a16:creationId xmlns:a16="http://schemas.microsoft.com/office/drawing/2014/main" id="{A0FC5E69-8C3D-4D9A-B63B-06F86F72E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3268"/>
                <a:ext cx="22" cy="49"/>
              </a:xfrm>
              <a:custGeom>
                <a:avLst/>
                <a:gdLst>
                  <a:gd name="T0" fmla="*/ 1 w 34"/>
                  <a:gd name="T1" fmla="*/ 1 h 77"/>
                  <a:gd name="T2" fmla="*/ 8 w 34"/>
                  <a:gd name="T3" fmla="*/ 8 h 77"/>
                  <a:gd name="T4" fmla="*/ 8 w 34"/>
                  <a:gd name="T5" fmla="*/ 20 h 77"/>
                  <a:gd name="T6" fmla="*/ 5 w 34"/>
                  <a:gd name="T7" fmla="*/ 9 h 77"/>
                  <a:gd name="T8" fmla="*/ 0 w 3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4" y="3"/>
                    </a:moveTo>
                    <a:cubicBezTo>
                      <a:pt x="13" y="0"/>
                      <a:pt x="26" y="25"/>
                      <a:pt x="29" y="32"/>
                    </a:cubicBezTo>
                    <a:cubicBezTo>
                      <a:pt x="34" y="47"/>
                      <a:pt x="32" y="61"/>
                      <a:pt x="29" y="77"/>
                    </a:cubicBezTo>
                    <a:cubicBezTo>
                      <a:pt x="29" y="62"/>
                      <a:pt x="23" y="48"/>
                      <a:pt x="19" y="34"/>
                    </a:cubicBezTo>
                    <a:cubicBezTo>
                      <a:pt x="17" y="24"/>
                      <a:pt x="13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8" name="Freeform 297">
                <a:extLst>
                  <a:ext uri="{FF2B5EF4-FFF2-40B4-BE49-F238E27FC236}">
                    <a16:creationId xmlns:a16="http://schemas.microsoft.com/office/drawing/2014/main" id="{5E66E410-F5BB-4F3C-9573-61560570F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3346"/>
                <a:ext cx="16" cy="22"/>
              </a:xfrm>
              <a:custGeom>
                <a:avLst/>
                <a:gdLst>
                  <a:gd name="T0" fmla="*/ 0 w 24"/>
                  <a:gd name="T1" fmla="*/ 1 h 35"/>
                  <a:gd name="T2" fmla="*/ 5 w 24"/>
                  <a:gd name="T3" fmla="*/ 3 h 35"/>
                  <a:gd name="T4" fmla="*/ 7 w 24"/>
                  <a:gd name="T5" fmla="*/ 9 h 35"/>
                  <a:gd name="T6" fmla="*/ 1 w 24"/>
                  <a:gd name="T7" fmla="*/ 1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5">
                    <a:moveTo>
                      <a:pt x="0" y="2"/>
                    </a:moveTo>
                    <a:cubicBezTo>
                      <a:pt x="5" y="1"/>
                      <a:pt x="12" y="7"/>
                      <a:pt x="16" y="11"/>
                    </a:cubicBezTo>
                    <a:cubicBezTo>
                      <a:pt x="23" y="18"/>
                      <a:pt x="23" y="25"/>
                      <a:pt x="24" y="35"/>
                    </a:cubicBezTo>
                    <a:cubicBezTo>
                      <a:pt x="20" y="28"/>
                      <a:pt x="10" y="0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343" name="Freeform 298">
              <a:extLst>
                <a:ext uri="{FF2B5EF4-FFF2-40B4-BE49-F238E27FC236}">
                  <a16:creationId xmlns:a16="http://schemas.microsoft.com/office/drawing/2014/main" id="{E695D3E8-393F-49E6-BC20-365BA0DC1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411"/>
              <a:ext cx="10" cy="26"/>
            </a:xfrm>
            <a:custGeom>
              <a:avLst/>
              <a:gdLst>
                <a:gd name="T0" fmla="*/ 0 w 15"/>
                <a:gd name="T1" fmla="*/ 0 h 40"/>
                <a:gd name="T2" fmla="*/ 4 w 15"/>
                <a:gd name="T3" fmla="*/ 5 h 40"/>
                <a:gd name="T4" fmla="*/ 3 w 15"/>
                <a:gd name="T5" fmla="*/ 11 h 40"/>
                <a:gd name="T6" fmla="*/ 1 w 15"/>
                <a:gd name="T7" fmla="*/ 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0">
                  <a:moveTo>
                    <a:pt x="0" y="0"/>
                  </a:moveTo>
                  <a:cubicBezTo>
                    <a:pt x="3" y="6"/>
                    <a:pt x="11" y="11"/>
                    <a:pt x="13" y="19"/>
                  </a:cubicBezTo>
                  <a:cubicBezTo>
                    <a:pt x="15" y="26"/>
                    <a:pt x="13" y="33"/>
                    <a:pt x="10" y="40"/>
                  </a:cubicBezTo>
                  <a:cubicBezTo>
                    <a:pt x="8" y="30"/>
                    <a:pt x="8" y="15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4" name="Freeform 299">
              <a:extLst>
                <a:ext uri="{FF2B5EF4-FFF2-40B4-BE49-F238E27FC236}">
                  <a16:creationId xmlns:a16="http://schemas.microsoft.com/office/drawing/2014/main" id="{BB1A1A0D-7196-4574-A68D-D44965791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3533"/>
              <a:ext cx="8" cy="18"/>
            </a:xfrm>
            <a:custGeom>
              <a:avLst/>
              <a:gdLst>
                <a:gd name="T0" fmla="*/ 1 w 13"/>
                <a:gd name="T1" fmla="*/ 0 h 28"/>
                <a:gd name="T2" fmla="*/ 2 w 13"/>
                <a:gd name="T3" fmla="*/ 2 h 28"/>
                <a:gd name="T4" fmla="*/ 1 w 13"/>
                <a:gd name="T5" fmla="*/ 8 h 28"/>
                <a:gd name="T6" fmla="*/ 1 w 13"/>
                <a:gd name="T7" fmla="*/ 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4" y="0"/>
                  </a:moveTo>
                  <a:cubicBezTo>
                    <a:pt x="6" y="5"/>
                    <a:pt x="11" y="2"/>
                    <a:pt x="12" y="7"/>
                  </a:cubicBezTo>
                  <a:cubicBezTo>
                    <a:pt x="13" y="10"/>
                    <a:pt x="5" y="25"/>
                    <a:pt x="3" y="28"/>
                  </a:cubicBezTo>
                  <a:cubicBezTo>
                    <a:pt x="0" y="20"/>
                    <a:pt x="10" y="9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5" name="Freeform 300">
              <a:extLst>
                <a:ext uri="{FF2B5EF4-FFF2-40B4-BE49-F238E27FC236}">
                  <a16:creationId xmlns:a16="http://schemas.microsoft.com/office/drawing/2014/main" id="{70C83F28-5D0A-4987-92A2-3DE215B08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3044"/>
              <a:ext cx="21" cy="15"/>
            </a:xfrm>
            <a:custGeom>
              <a:avLst/>
              <a:gdLst>
                <a:gd name="T0" fmla="*/ 8 w 33"/>
                <a:gd name="T1" fmla="*/ 7 h 23"/>
                <a:gd name="T2" fmla="*/ 0 w 33"/>
                <a:gd name="T3" fmla="*/ 5 h 23"/>
                <a:gd name="T4" fmla="*/ 3 w 33"/>
                <a:gd name="T5" fmla="*/ 1 h 23"/>
                <a:gd name="T6" fmla="*/ 8 w 33"/>
                <a:gd name="T7" fmla="*/ 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3">
                  <a:moveTo>
                    <a:pt x="30" y="23"/>
                  </a:moveTo>
                  <a:cubicBezTo>
                    <a:pt x="24" y="7"/>
                    <a:pt x="11" y="8"/>
                    <a:pt x="0" y="18"/>
                  </a:cubicBezTo>
                  <a:cubicBezTo>
                    <a:pt x="5" y="14"/>
                    <a:pt x="4" y="7"/>
                    <a:pt x="10" y="5"/>
                  </a:cubicBezTo>
                  <a:cubicBezTo>
                    <a:pt x="21" y="0"/>
                    <a:pt x="32" y="12"/>
                    <a:pt x="3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6" name="Freeform 301">
              <a:extLst>
                <a:ext uri="{FF2B5EF4-FFF2-40B4-BE49-F238E27FC236}">
                  <a16:creationId xmlns:a16="http://schemas.microsoft.com/office/drawing/2014/main" id="{7CDFEBB9-1C05-4AB6-BD20-122906861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971"/>
              <a:ext cx="31" cy="20"/>
            </a:xfrm>
            <a:custGeom>
              <a:avLst/>
              <a:gdLst>
                <a:gd name="T0" fmla="*/ 11 w 48"/>
                <a:gd name="T1" fmla="*/ 8 h 31"/>
                <a:gd name="T2" fmla="*/ 7 w 48"/>
                <a:gd name="T3" fmla="*/ 2 h 31"/>
                <a:gd name="T4" fmla="*/ 0 w 48"/>
                <a:gd name="T5" fmla="*/ 3 h 31"/>
                <a:gd name="T6" fmla="*/ 6 w 48"/>
                <a:gd name="T7" fmla="*/ 1 h 31"/>
                <a:gd name="T8" fmla="*/ 11 w 48"/>
                <a:gd name="T9" fmla="*/ 3 h 31"/>
                <a:gd name="T10" fmla="*/ 12 w 48"/>
                <a:gd name="T11" fmla="*/ 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1">
                  <a:moveTo>
                    <a:pt x="42" y="31"/>
                  </a:moveTo>
                  <a:cubicBezTo>
                    <a:pt x="48" y="24"/>
                    <a:pt x="34" y="8"/>
                    <a:pt x="27" y="6"/>
                  </a:cubicBezTo>
                  <a:cubicBezTo>
                    <a:pt x="18" y="3"/>
                    <a:pt x="8" y="10"/>
                    <a:pt x="0" y="12"/>
                  </a:cubicBezTo>
                  <a:cubicBezTo>
                    <a:pt x="7" y="3"/>
                    <a:pt x="11" y="1"/>
                    <a:pt x="22" y="1"/>
                  </a:cubicBezTo>
                  <a:cubicBezTo>
                    <a:pt x="31" y="0"/>
                    <a:pt x="35" y="1"/>
                    <a:pt x="40" y="9"/>
                  </a:cubicBezTo>
                  <a:cubicBezTo>
                    <a:pt x="43" y="14"/>
                    <a:pt x="46" y="21"/>
                    <a:pt x="44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7" name="Freeform 302">
              <a:extLst>
                <a:ext uri="{FF2B5EF4-FFF2-40B4-BE49-F238E27FC236}">
                  <a16:creationId xmlns:a16="http://schemas.microsoft.com/office/drawing/2014/main" id="{D45C35DD-71D2-40CC-A97A-9FB26CA1B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908"/>
              <a:ext cx="29" cy="29"/>
            </a:xfrm>
            <a:custGeom>
              <a:avLst/>
              <a:gdLst>
                <a:gd name="T0" fmla="*/ 10 w 46"/>
                <a:gd name="T1" fmla="*/ 11 h 46"/>
                <a:gd name="T2" fmla="*/ 7 w 46"/>
                <a:gd name="T3" fmla="*/ 2 h 46"/>
                <a:gd name="T4" fmla="*/ 0 w 46"/>
                <a:gd name="T5" fmla="*/ 5 h 46"/>
                <a:gd name="T6" fmla="*/ 6 w 46"/>
                <a:gd name="T7" fmla="*/ 4 h 46"/>
                <a:gd name="T8" fmla="*/ 10 w 46"/>
                <a:gd name="T9" fmla="*/ 1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6">
                  <a:moveTo>
                    <a:pt x="39" y="45"/>
                  </a:moveTo>
                  <a:cubicBezTo>
                    <a:pt x="46" y="30"/>
                    <a:pt x="44" y="17"/>
                    <a:pt x="29" y="7"/>
                  </a:cubicBezTo>
                  <a:cubicBezTo>
                    <a:pt x="18" y="0"/>
                    <a:pt x="3" y="6"/>
                    <a:pt x="0" y="19"/>
                  </a:cubicBezTo>
                  <a:cubicBezTo>
                    <a:pt x="7" y="15"/>
                    <a:pt x="18" y="15"/>
                    <a:pt x="26" y="18"/>
                  </a:cubicBezTo>
                  <a:cubicBezTo>
                    <a:pt x="35" y="21"/>
                    <a:pt x="46" y="36"/>
                    <a:pt x="42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8" name="Freeform 303">
              <a:extLst>
                <a:ext uri="{FF2B5EF4-FFF2-40B4-BE49-F238E27FC236}">
                  <a16:creationId xmlns:a16="http://schemas.microsoft.com/office/drawing/2014/main" id="{78CD3813-D504-4AAD-BD69-B1B58EB60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3014"/>
              <a:ext cx="26" cy="15"/>
            </a:xfrm>
            <a:custGeom>
              <a:avLst/>
              <a:gdLst>
                <a:gd name="T0" fmla="*/ 10 w 41"/>
                <a:gd name="T1" fmla="*/ 7 h 23"/>
                <a:gd name="T2" fmla="*/ 6 w 41"/>
                <a:gd name="T3" fmla="*/ 1 h 23"/>
                <a:gd name="T4" fmla="*/ 0 w 41"/>
                <a:gd name="T5" fmla="*/ 0 h 23"/>
                <a:gd name="T6" fmla="*/ 4 w 41"/>
                <a:gd name="T7" fmla="*/ 3 h 23"/>
                <a:gd name="T8" fmla="*/ 10 w 41"/>
                <a:gd name="T9" fmla="*/ 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3">
                  <a:moveTo>
                    <a:pt x="40" y="23"/>
                  </a:moveTo>
                  <a:cubicBezTo>
                    <a:pt x="36" y="15"/>
                    <a:pt x="32" y="9"/>
                    <a:pt x="24" y="5"/>
                  </a:cubicBezTo>
                  <a:cubicBezTo>
                    <a:pt x="17" y="2"/>
                    <a:pt x="5" y="5"/>
                    <a:pt x="0" y="0"/>
                  </a:cubicBezTo>
                  <a:cubicBezTo>
                    <a:pt x="6" y="4"/>
                    <a:pt x="12" y="8"/>
                    <a:pt x="18" y="12"/>
                  </a:cubicBezTo>
                  <a:cubicBezTo>
                    <a:pt x="25" y="17"/>
                    <a:pt x="35" y="15"/>
                    <a:pt x="4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9" name="Freeform 304">
              <a:extLst>
                <a:ext uri="{FF2B5EF4-FFF2-40B4-BE49-F238E27FC236}">
                  <a16:creationId xmlns:a16="http://schemas.microsoft.com/office/drawing/2014/main" id="{50E896A7-CDF2-441C-88A9-71B0DD20D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949"/>
              <a:ext cx="29" cy="11"/>
            </a:xfrm>
            <a:custGeom>
              <a:avLst/>
              <a:gdLst>
                <a:gd name="T0" fmla="*/ 10 w 45"/>
                <a:gd name="T1" fmla="*/ 5 h 17"/>
                <a:gd name="T2" fmla="*/ 0 w 45"/>
                <a:gd name="T3" fmla="*/ 0 h 17"/>
                <a:gd name="T4" fmla="*/ 5 w 45"/>
                <a:gd name="T5" fmla="*/ 2 h 17"/>
                <a:gd name="T6" fmla="*/ 10 w 45"/>
                <a:gd name="T7" fmla="*/ 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38" y="17"/>
                  </a:moveTo>
                  <a:cubicBezTo>
                    <a:pt x="45" y="3"/>
                    <a:pt x="6" y="2"/>
                    <a:pt x="0" y="0"/>
                  </a:cubicBezTo>
                  <a:cubicBezTo>
                    <a:pt x="6" y="1"/>
                    <a:pt x="12" y="5"/>
                    <a:pt x="18" y="7"/>
                  </a:cubicBezTo>
                  <a:cubicBezTo>
                    <a:pt x="25" y="9"/>
                    <a:pt x="32" y="9"/>
                    <a:pt x="3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0" name="Freeform 305">
              <a:extLst>
                <a:ext uri="{FF2B5EF4-FFF2-40B4-BE49-F238E27FC236}">
                  <a16:creationId xmlns:a16="http://schemas.microsoft.com/office/drawing/2014/main" id="{DB8B4721-99FF-444F-965C-85ADA4533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3076"/>
              <a:ext cx="21" cy="8"/>
            </a:xfrm>
            <a:custGeom>
              <a:avLst/>
              <a:gdLst>
                <a:gd name="T0" fmla="*/ 8 w 33"/>
                <a:gd name="T1" fmla="*/ 3 h 12"/>
                <a:gd name="T2" fmla="*/ 6 w 33"/>
                <a:gd name="T3" fmla="*/ 0 h 12"/>
                <a:gd name="T4" fmla="*/ 0 w 33"/>
                <a:gd name="T5" fmla="*/ 1 h 12"/>
                <a:gd name="T6" fmla="*/ 5 w 33"/>
                <a:gd name="T7" fmla="*/ 1 h 12"/>
                <a:gd name="T8" fmla="*/ 8 w 33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2">
                  <a:moveTo>
                    <a:pt x="33" y="10"/>
                  </a:moveTo>
                  <a:cubicBezTo>
                    <a:pt x="30" y="1"/>
                    <a:pt x="30" y="0"/>
                    <a:pt x="22" y="0"/>
                  </a:cubicBezTo>
                  <a:cubicBezTo>
                    <a:pt x="14" y="1"/>
                    <a:pt x="7" y="2"/>
                    <a:pt x="0" y="4"/>
                  </a:cubicBezTo>
                  <a:cubicBezTo>
                    <a:pt x="7" y="3"/>
                    <a:pt x="13" y="5"/>
                    <a:pt x="19" y="5"/>
                  </a:cubicBezTo>
                  <a:cubicBezTo>
                    <a:pt x="29" y="6"/>
                    <a:pt x="27" y="7"/>
                    <a:pt x="3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1" name="Freeform 306">
              <a:extLst>
                <a:ext uri="{FF2B5EF4-FFF2-40B4-BE49-F238E27FC236}">
                  <a16:creationId xmlns:a16="http://schemas.microsoft.com/office/drawing/2014/main" id="{21CA4DA2-31BA-4650-B0A3-14F6C7063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824"/>
              <a:ext cx="38" cy="25"/>
            </a:xfrm>
            <a:custGeom>
              <a:avLst/>
              <a:gdLst>
                <a:gd name="T0" fmla="*/ 15 w 59"/>
                <a:gd name="T1" fmla="*/ 10 h 39"/>
                <a:gd name="T2" fmla="*/ 8 w 59"/>
                <a:gd name="T3" fmla="*/ 1 h 39"/>
                <a:gd name="T4" fmla="*/ 0 w 59"/>
                <a:gd name="T5" fmla="*/ 5 h 39"/>
                <a:gd name="T6" fmla="*/ 6 w 59"/>
                <a:gd name="T7" fmla="*/ 3 h 39"/>
                <a:gd name="T8" fmla="*/ 15 w 59"/>
                <a:gd name="T9" fmla="*/ 1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9">
                  <a:moveTo>
                    <a:pt x="57" y="39"/>
                  </a:moveTo>
                  <a:cubicBezTo>
                    <a:pt x="59" y="24"/>
                    <a:pt x="49" y="10"/>
                    <a:pt x="30" y="4"/>
                  </a:cubicBezTo>
                  <a:cubicBezTo>
                    <a:pt x="15" y="0"/>
                    <a:pt x="7" y="9"/>
                    <a:pt x="0" y="21"/>
                  </a:cubicBezTo>
                  <a:cubicBezTo>
                    <a:pt x="8" y="18"/>
                    <a:pt x="14" y="12"/>
                    <a:pt x="23" y="12"/>
                  </a:cubicBezTo>
                  <a:cubicBezTo>
                    <a:pt x="36" y="13"/>
                    <a:pt x="56" y="24"/>
                    <a:pt x="55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2" name="Freeform 307">
              <a:extLst>
                <a:ext uri="{FF2B5EF4-FFF2-40B4-BE49-F238E27FC236}">
                  <a16:creationId xmlns:a16="http://schemas.microsoft.com/office/drawing/2014/main" id="{424CEF24-51AB-4620-8E12-A52035DCC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861"/>
              <a:ext cx="25" cy="14"/>
            </a:xfrm>
            <a:custGeom>
              <a:avLst/>
              <a:gdLst>
                <a:gd name="T0" fmla="*/ 9 w 39"/>
                <a:gd name="T1" fmla="*/ 5 h 23"/>
                <a:gd name="T2" fmla="*/ 8 w 39"/>
                <a:gd name="T3" fmla="*/ 1 h 23"/>
                <a:gd name="T4" fmla="*/ 0 w 39"/>
                <a:gd name="T5" fmla="*/ 0 h 23"/>
                <a:gd name="T6" fmla="*/ 2 w 39"/>
                <a:gd name="T7" fmla="*/ 1 h 23"/>
                <a:gd name="T8" fmla="*/ 6 w 39"/>
                <a:gd name="T9" fmla="*/ 2 h 23"/>
                <a:gd name="T10" fmla="*/ 10 w 39"/>
                <a:gd name="T11" fmla="*/ 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3">
                  <a:moveTo>
                    <a:pt x="34" y="23"/>
                  </a:moveTo>
                  <a:cubicBezTo>
                    <a:pt x="39" y="20"/>
                    <a:pt x="34" y="9"/>
                    <a:pt x="30" y="7"/>
                  </a:cubicBezTo>
                  <a:cubicBezTo>
                    <a:pt x="22" y="2"/>
                    <a:pt x="8" y="3"/>
                    <a:pt x="0" y="0"/>
                  </a:cubicBezTo>
                  <a:cubicBezTo>
                    <a:pt x="3" y="1"/>
                    <a:pt x="5" y="4"/>
                    <a:pt x="8" y="6"/>
                  </a:cubicBezTo>
                  <a:cubicBezTo>
                    <a:pt x="13" y="9"/>
                    <a:pt x="19" y="9"/>
                    <a:pt x="24" y="11"/>
                  </a:cubicBezTo>
                  <a:cubicBezTo>
                    <a:pt x="32" y="14"/>
                    <a:pt x="31" y="20"/>
                    <a:pt x="3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3" name="Freeform 308">
              <a:extLst>
                <a:ext uri="{FF2B5EF4-FFF2-40B4-BE49-F238E27FC236}">
                  <a16:creationId xmlns:a16="http://schemas.microsoft.com/office/drawing/2014/main" id="{C128C7B8-7763-4F88-AE75-8E2989970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768"/>
              <a:ext cx="33" cy="25"/>
            </a:xfrm>
            <a:custGeom>
              <a:avLst/>
              <a:gdLst>
                <a:gd name="T0" fmla="*/ 12 w 51"/>
                <a:gd name="T1" fmla="*/ 11 h 38"/>
                <a:gd name="T2" fmla="*/ 9 w 51"/>
                <a:gd name="T3" fmla="*/ 3 h 38"/>
                <a:gd name="T4" fmla="*/ 0 w 51"/>
                <a:gd name="T5" fmla="*/ 0 h 38"/>
                <a:gd name="T6" fmla="*/ 9 w 51"/>
                <a:gd name="T7" fmla="*/ 5 h 38"/>
                <a:gd name="T8" fmla="*/ 14 w 51"/>
                <a:gd name="T9" fmla="*/ 1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8">
                  <a:moveTo>
                    <a:pt x="47" y="38"/>
                  </a:moveTo>
                  <a:cubicBezTo>
                    <a:pt x="51" y="26"/>
                    <a:pt x="42" y="16"/>
                    <a:pt x="32" y="11"/>
                  </a:cubicBezTo>
                  <a:cubicBezTo>
                    <a:pt x="21" y="5"/>
                    <a:pt x="9" y="6"/>
                    <a:pt x="0" y="0"/>
                  </a:cubicBezTo>
                  <a:cubicBezTo>
                    <a:pt x="10" y="8"/>
                    <a:pt x="22" y="12"/>
                    <a:pt x="34" y="16"/>
                  </a:cubicBezTo>
                  <a:cubicBezTo>
                    <a:pt x="42" y="19"/>
                    <a:pt x="48" y="27"/>
                    <a:pt x="49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4" name="Freeform 309">
              <a:extLst>
                <a:ext uri="{FF2B5EF4-FFF2-40B4-BE49-F238E27FC236}">
                  <a16:creationId xmlns:a16="http://schemas.microsoft.com/office/drawing/2014/main" id="{FB02AEBE-5BEA-4A7A-9FA1-7B4D42BA8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727"/>
              <a:ext cx="30" cy="20"/>
            </a:xfrm>
            <a:custGeom>
              <a:avLst/>
              <a:gdLst>
                <a:gd name="T0" fmla="*/ 12 w 46"/>
                <a:gd name="T1" fmla="*/ 8 h 31"/>
                <a:gd name="T2" fmla="*/ 7 w 46"/>
                <a:gd name="T3" fmla="*/ 1 h 31"/>
                <a:gd name="T4" fmla="*/ 0 w 46"/>
                <a:gd name="T5" fmla="*/ 2 h 31"/>
                <a:gd name="T6" fmla="*/ 5 w 46"/>
                <a:gd name="T7" fmla="*/ 3 h 31"/>
                <a:gd name="T8" fmla="*/ 13 w 46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1">
                  <a:moveTo>
                    <a:pt x="45" y="30"/>
                  </a:moveTo>
                  <a:cubicBezTo>
                    <a:pt x="46" y="18"/>
                    <a:pt x="36" y="7"/>
                    <a:pt x="26" y="4"/>
                  </a:cubicBezTo>
                  <a:cubicBezTo>
                    <a:pt x="15" y="0"/>
                    <a:pt x="9" y="2"/>
                    <a:pt x="0" y="8"/>
                  </a:cubicBezTo>
                  <a:cubicBezTo>
                    <a:pt x="6" y="5"/>
                    <a:pt x="11" y="8"/>
                    <a:pt x="17" y="11"/>
                  </a:cubicBezTo>
                  <a:cubicBezTo>
                    <a:pt x="29" y="16"/>
                    <a:pt x="40" y="18"/>
                    <a:pt x="46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5" name="Freeform 310">
              <a:extLst>
                <a:ext uri="{FF2B5EF4-FFF2-40B4-BE49-F238E27FC236}">
                  <a16:creationId xmlns:a16="http://schemas.microsoft.com/office/drawing/2014/main" id="{DF1343F4-0DB3-4632-BC1D-8803DF65E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640"/>
              <a:ext cx="26" cy="28"/>
            </a:xfrm>
            <a:custGeom>
              <a:avLst/>
              <a:gdLst>
                <a:gd name="T0" fmla="*/ 6 w 40"/>
                <a:gd name="T1" fmla="*/ 12 h 43"/>
                <a:gd name="T2" fmla="*/ 10 w 40"/>
                <a:gd name="T3" fmla="*/ 3 h 43"/>
                <a:gd name="T4" fmla="*/ 4 w 40"/>
                <a:gd name="T5" fmla="*/ 1 h 43"/>
                <a:gd name="T6" fmla="*/ 0 w 40"/>
                <a:gd name="T7" fmla="*/ 3 h 43"/>
                <a:gd name="T8" fmla="*/ 8 w 40"/>
                <a:gd name="T9" fmla="*/ 3 h 43"/>
                <a:gd name="T10" fmla="*/ 8 w 40"/>
                <a:gd name="T11" fmla="*/ 1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3">
                  <a:moveTo>
                    <a:pt x="22" y="41"/>
                  </a:moveTo>
                  <a:cubicBezTo>
                    <a:pt x="37" y="43"/>
                    <a:pt x="40" y="20"/>
                    <a:pt x="35" y="10"/>
                  </a:cubicBezTo>
                  <a:cubicBezTo>
                    <a:pt x="29" y="0"/>
                    <a:pt x="24" y="2"/>
                    <a:pt x="14" y="4"/>
                  </a:cubicBezTo>
                  <a:cubicBezTo>
                    <a:pt x="8" y="5"/>
                    <a:pt x="3" y="5"/>
                    <a:pt x="0" y="10"/>
                  </a:cubicBezTo>
                  <a:cubicBezTo>
                    <a:pt x="6" y="4"/>
                    <a:pt x="21" y="4"/>
                    <a:pt x="27" y="9"/>
                  </a:cubicBezTo>
                  <a:cubicBezTo>
                    <a:pt x="36" y="16"/>
                    <a:pt x="31" y="32"/>
                    <a:pt x="28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6" name="Freeform 311">
              <a:extLst>
                <a:ext uri="{FF2B5EF4-FFF2-40B4-BE49-F238E27FC236}">
                  <a16:creationId xmlns:a16="http://schemas.microsoft.com/office/drawing/2014/main" id="{9CFD7323-4A59-481F-AE97-F5A9C9A44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680"/>
              <a:ext cx="31" cy="25"/>
            </a:xfrm>
            <a:custGeom>
              <a:avLst/>
              <a:gdLst>
                <a:gd name="T0" fmla="*/ 11 w 49"/>
                <a:gd name="T1" fmla="*/ 10 h 39"/>
                <a:gd name="T2" fmla="*/ 9 w 49"/>
                <a:gd name="T3" fmla="*/ 4 h 39"/>
                <a:gd name="T4" fmla="*/ 0 w 49"/>
                <a:gd name="T5" fmla="*/ 0 h 39"/>
                <a:gd name="T6" fmla="*/ 6 w 49"/>
                <a:gd name="T7" fmla="*/ 6 h 39"/>
                <a:gd name="T8" fmla="*/ 9 w 49"/>
                <a:gd name="T9" fmla="*/ 6 h 39"/>
                <a:gd name="T10" fmla="*/ 11 w 49"/>
                <a:gd name="T11" fmla="*/ 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9">
                  <a:moveTo>
                    <a:pt x="44" y="39"/>
                  </a:moveTo>
                  <a:cubicBezTo>
                    <a:pt x="45" y="29"/>
                    <a:pt x="49" y="21"/>
                    <a:pt x="36" y="16"/>
                  </a:cubicBezTo>
                  <a:cubicBezTo>
                    <a:pt x="25" y="11"/>
                    <a:pt x="10" y="8"/>
                    <a:pt x="0" y="0"/>
                  </a:cubicBezTo>
                  <a:cubicBezTo>
                    <a:pt x="9" y="4"/>
                    <a:pt x="13" y="18"/>
                    <a:pt x="22" y="22"/>
                  </a:cubicBezTo>
                  <a:cubicBezTo>
                    <a:pt x="27" y="23"/>
                    <a:pt x="33" y="21"/>
                    <a:pt x="37" y="24"/>
                  </a:cubicBezTo>
                  <a:cubicBezTo>
                    <a:pt x="40" y="26"/>
                    <a:pt x="43" y="30"/>
                    <a:pt x="45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7" name="Freeform 312">
              <a:extLst>
                <a:ext uri="{FF2B5EF4-FFF2-40B4-BE49-F238E27FC236}">
                  <a16:creationId xmlns:a16="http://schemas.microsoft.com/office/drawing/2014/main" id="{DD8D33B2-9C4E-4273-BF78-3E9B1B784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568"/>
              <a:ext cx="14" cy="17"/>
            </a:xfrm>
            <a:custGeom>
              <a:avLst/>
              <a:gdLst>
                <a:gd name="T0" fmla="*/ 4 w 22"/>
                <a:gd name="T1" fmla="*/ 7 h 26"/>
                <a:gd name="T2" fmla="*/ 5 w 22"/>
                <a:gd name="T3" fmla="*/ 5 h 26"/>
                <a:gd name="T4" fmla="*/ 5 w 22"/>
                <a:gd name="T5" fmla="*/ 3 h 26"/>
                <a:gd name="T6" fmla="*/ 0 w 22"/>
                <a:gd name="T7" fmla="*/ 2 h 26"/>
                <a:gd name="T8" fmla="*/ 5 w 22"/>
                <a:gd name="T9" fmla="*/ 2 h 26"/>
                <a:gd name="T10" fmla="*/ 3 w 22"/>
                <a:gd name="T11" fmla="*/ 7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6">
                  <a:moveTo>
                    <a:pt x="14" y="24"/>
                  </a:moveTo>
                  <a:cubicBezTo>
                    <a:pt x="16" y="24"/>
                    <a:pt x="18" y="21"/>
                    <a:pt x="19" y="19"/>
                  </a:cubicBezTo>
                  <a:cubicBezTo>
                    <a:pt x="21" y="17"/>
                    <a:pt x="21" y="13"/>
                    <a:pt x="19" y="10"/>
                  </a:cubicBezTo>
                  <a:cubicBezTo>
                    <a:pt x="16" y="5"/>
                    <a:pt x="5" y="5"/>
                    <a:pt x="0" y="6"/>
                  </a:cubicBezTo>
                  <a:cubicBezTo>
                    <a:pt x="5" y="0"/>
                    <a:pt x="17" y="0"/>
                    <a:pt x="20" y="8"/>
                  </a:cubicBezTo>
                  <a:cubicBezTo>
                    <a:pt x="22" y="14"/>
                    <a:pt x="20" y="23"/>
                    <a:pt x="1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8" name="Freeform 313">
              <a:extLst>
                <a:ext uri="{FF2B5EF4-FFF2-40B4-BE49-F238E27FC236}">
                  <a16:creationId xmlns:a16="http://schemas.microsoft.com/office/drawing/2014/main" id="{D11E89FA-D71E-41F4-B236-4F298096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612"/>
              <a:ext cx="16" cy="19"/>
            </a:xfrm>
            <a:custGeom>
              <a:avLst/>
              <a:gdLst>
                <a:gd name="T0" fmla="*/ 7 w 24"/>
                <a:gd name="T1" fmla="*/ 7 h 30"/>
                <a:gd name="T2" fmla="*/ 7 w 24"/>
                <a:gd name="T3" fmla="*/ 5 h 30"/>
                <a:gd name="T4" fmla="*/ 5 w 24"/>
                <a:gd name="T5" fmla="*/ 3 h 30"/>
                <a:gd name="T6" fmla="*/ 1 w 24"/>
                <a:gd name="T7" fmla="*/ 1 h 30"/>
                <a:gd name="T8" fmla="*/ 0 w 24"/>
                <a:gd name="T9" fmla="*/ 0 h 30"/>
                <a:gd name="T10" fmla="*/ 5 w 24"/>
                <a:gd name="T11" fmla="*/ 4 h 30"/>
                <a:gd name="T12" fmla="*/ 7 w 24"/>
                <a:gd name="T13" fmla="*/ 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0">
                  <a:moveTo>
                    <a:pt x="23" y="27"/>
                  </a:moveTo>
                  <a:cubicBezTo>
                    <a:pt x="24" y="25"/>
                    <a:pt x="24" y="22"/>
                    <a:pt x="23" y="20"/>
                  </a:cubicBezTo>
                  <a:cubicBezTo>
                    <a:pt x="22" y="14"/>
                    <a:pt x="20" y="13"/>
                    <a:pt x="15" y="10"/>
                  </a:cubicBezTo>
                  <a:cubicBezTo>
                    <a:pt x="12" y="8"/>
                    <a:pt x="8" y="6"/>
                    <a:pt x="4" y="4"/>
                  </a:cubicBezTo>
                  <a:cubicBezTo>
                    <a:pt x="3" y="3"/>
                    <a:pt x="1" y="1"/>
                    <a:pt x="0" y="0"/>
                  </a:cubicBezTo>
                  <a:cubicBezTo>
                    <a:pt x="2" y="6"/>
                    <a:pt x="10" y="10"/>
                    <a:pt x="15" y="14"/>
                  </a:cubicBezTo>
                  <a:cubicBezTo>
                    <a:pt x="20" y="18"/>
                    <a:pt x="23" y="23"/>
                    <a:pt x="2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9" name="Freeform 314">
              <a:extLst>
                <a:ext uri="{FF2B5EF4-FFF2-40B4-BE49-F238E27FC236}">
                  <a16:creationId xmlns:a16="http://schemas.microsoft.com/office/drawing/2014/main" id="{418351B1-35BF-46C9-882B-261BB08C5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535"/>
              <a:ext cx="15" cy="25"/>
            </a:xfrm>
            <a:custGeom>
              <a:avLst/>
              <a:gdLst>
                <a:gd name="T0" fmla="*/ 7 w 23"/>
                <a:gd name="T1" fmla="*/ 10 h 40"/>
                <a:gd name="T2" fmla="*/ 5 w 23"/>
                <a:gd name="T3" fmla="*/ 8 h 40"/>
                <a:gd name="T4" fmla="*/ 3 w 23"/>
                <a:gd name="T5" fmla="*/ 7 h 40"/>
                <a:gd name="T6" fmla="*/ 1 w 23"/>
                <a:gd name="T7" fmla="*/ 6 h 40"/>
                <a:gd name="T8" fmla="*/ 1 w 23"/>
                <a:gd name="T9" fmla="*/ 3 h 40"/>
                <a:gd name="T10" fmla="*/ 1 w 23"/>
                <a:gd name="T11" fmla="*/ 0 h 40"/>
                <a:gd name="T12" fmla="*/ 1 w 23"/>
                <a:gd name="T13" fmla="*/ 1 h 40"/>
                <a:gd name="T14" fmla="*/ 3 w 23"/>
                <a:gd name="T15" fmla="*/ 4 h 40"/>
                <a:gd name="T16" fmla="*/ 7 w 23"/>
                <a:gd name="T17" fmla="*/ 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0">
                  <a:moveTo>
                    <a:pt x="23" y="40"/>
                  </a:moveTo>
                  <a:cubicBezTo>
                    <a:pt x="22" y="39"/>
                    <a:pt x="21" y="36"/>
                    <a:pt x="19" y="34"/>
                  </a:cubicBezTo>
                  <a:cubicBezTo>
                    <a:pt x="17" y="32"/>
                    <a:pt x="14" y="30"/>
                    <a:pt x="12" y="28"/>
                  </a:cubicBezTo>
                  <a:cubicBezTo>
                    <a:pt x="9" y="27"/>
                    <a:pt x="6" y="26"/>
                    <a:pt x="3" y="24"/>
                  </a:cubicBezTo>
                  <a:cubicBezTo>
                    <a:pt x="0" y="21"/>
                    <a:pt x="3" y="17"/>
                    <a:pt x="4" y="13"/>
                  </a:cubicBezTo>
                  <a:cubicBezTo>
                    <a:pt x="5" y="9"/>
                    <a:pt x="5" y="4"/>
                    <a:pt x="4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5" y="9"/>
                    <a:pt x="7" y="13"/>
                    <a:pt x="9" y="17"/>
                  </a:cubicBezTo>
                  <a:cubicBezTo>
                    <a:pt x="14" y="24"/>
                    <a:pt x="19" y="30"/>
                    <a:pt x="23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0" name="Freeform 315">
              <a:extLst>
                <a:ext uri="{FF2B5EF4-FFF2-40B4-BE49-F238E27FC236}">
                  <a16:creationId xmlns:a16="http://schemas.microsoft.com/office/drawing/2014/main" id="{0AF34800-A9D9-4722-BAB5-58EE28FC9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465"/>
              <a:ext cx="16" cy="27"/>
            </a:xfrm>
            <a:custGeom>
              <a:avLst/>
              <a:gdLst>
                <a:gd name="T0" fmla="*/ 4 w 25"/>
                <a:gd name="T1" fmla="*/ 11 h 42"/>
                <a:gd name="T2" fmla="*/ 6 w 25"/>
                <a:gd name="T3" fmla="*/ 5 h 42"/>
                <a:gd name="T4" fmla="*/ 0 w 25"/>
                <a:gd name="T5" fmla="*/ 2 h 42"/>
                <a:gd name="T6" fmla="*/ 4 w 25"/>
                <a:gd name="T7" fmla="*/ 1 h 42"/>
                <a:gd name="T8" fmla="*/ 6 w 25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2">
                  <a:moveTo>
                    <a:pt x="16" y="42"/>
                  </a:moveTo>
                  <a:cubicBezTo>
                    <a:pt x="23" y="36"/>
                    <a:pt x="25" y="26"/>
                    <a:pt x="22" y="17"/>
                  </a:cubicBezTo>
                  <a:cubicBezTo>
                    <a:pt x="18" y="5"/>
                    <a:pt x="11" y="7"/>
                    <a:pt x="0" y="6"/>
                  </a:cubicBezTo>
                  <a:cubicBezTo>
                    <a:pt x="3" y="4"/>
                    <a:pt x="10" y="0"/>
                    <a:pt x="14" y="1"/>
                  </a:cubicBezTo>
                  <a:cubicBezTo>
                    <a:pt x="22" y="4"/>
                    <a:pt x="24" y="23"/>
                    <a:pt x="23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1" name="Freeform 316">
              <a:extLst>
                <a:ext uri="{FF2B5EF4-FFF2-40B4-BE49-F238E27FC236}">
                  <a16:creationId xmlns:a16="http://schemas.microsoft.com/office/drawing/2014/main" id="{15A6F62F-2334-4AFF-BA68-C3BCE275A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374"/>
              <a:ext cx="13" cy="23"/>
            </a:xfrm>
            <a:custGeom>
              <a:avLst/>
              <a:gdLst>
                <a:gd name="T0" fmla="*/ 1 w 20"/>
                <a:gd name="T1" fmla="*/ 10 h 36"/>
                <a:gd name="T2" fmla="*/ 3 w 20"/>
                <a:gd name="T3" fmla="*/ 5 h 36"/>
                <a:gd name="T4" fmla="*/ 0 w 20"/>
                <a:gd name="T5" fmla="*/ 1 h 36"/>
                <a:gd name="T6" fmla="*/ 3 w 20"/>
                <a:gd name="T7" fmla="*/ 2 h 36"/>
                <a:gd name="T8" fmla="*/ 3 w 20"/>
                <a:gd name="T9" fmla="*/ 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6">
                  <a:moveTo>
                    <a:pt x="5" y="36"/>
                  </a:moveTo>
                  <a:cubicBezTo>
                    <a:pt x="9" y="31"/>
                    <a:pt x="14" y="26"/>
                    <a:pt x="13" y="19"/>
                  </a:cubicBezTo>
                  <a:cubicBezTo>
                    <a:pt x="13" y="12"/>
                    <a:pt x="8" y="3"/>
                    <a:pt x="0" y="4"/>
                  </a:cubicBezTo>
                  <a:cubicBezTo>
                    <a:pt x="3" y="0"/>
                    <a:pt x="8" y="4"/>
                    <a:pt x="10" y="6"/>
                  </a:cubicBezTo>
                  <a:cubicBezTo>
                    <a:pt x="20" y="14"/>
                    <a:pt x="19" y="22"/>
                    <a:pt x="12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2" name="Freeform 317">
              <a:extLst>
                <a:ext uri="{FF2B5EF4-FFF2-40B4-BE49-F238E27FC236}">
                  <a16:creationId xmlns:a16="http://schemas.microsoft.com/office/drawing/2014/main" id="{34AD7D0B-B2D1-4057-BC52-D897FC6BA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293"/>
              <a:ext cx="9" cy="15"/>
            </a:xfrm>
            <a:custGeom>
              <a:avLst/>
              <a:gdLst>
                <a:gd name="T0" fmla="*/ 1 w 14"/>
                <a:gd name="T1" fmla="*/ 6 h 24"/>
                <a:gd name="T2" fmla="*/ 3 w 14"/>
                <a:gd name="T3" fmla="*/ 3 h 24"/>
                <a:gd name="T4" fmla="*/ 0 w 14"/>
                <a:gd name="T5" fmla="*/ 1 h 24"/>
                <a:gd name="T6" fmla="*/ 2 w 14"/>
                <a:gd name="T7" fmla="*/ 1 h 24"/>
                <a:gd name="T8" fmla="*/ 2 w 14"/>
                <a:gd name="T9" fmla="*/ 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2" y="24"/>
                  </a:moveTo>
                  <a:cubicBezTo>
                    <a:pt x="7" y="23"/>
                    <a:pt x="10" y="15"/>
                    <a:pt x="9" y="11"/>
                  </a:cubicBezTo>
                  <a:cubicBezTo>
                    <a:pt x="8" y="5"/>
                    <a:pt x="4" y="4"/>
                    <a:pt x="0" y="2"/>
                  </a:cubicBezTo>
                  <a:cubicBezTo>
                    <a:pt x="2" y="2"/>
                    <a:pt x="6" y="0"/>
                    <a:pt x="8" y="2"/>
                  </a:cubicBezTo>
                  <a:cubicBezTo>
                    <a:pt x="14" y="6"/>
                    <a:pt x="10" y="16"/>
                    <a:pt x="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3" name="Freeform 318">
              <a:extLst>
                <a:ext uri="{FF2B5EF4-FFF2-40B4-BE49-F238E27FC236}">
                  <a16:creationId xmlns:a16="http://schemas.microsoft.com/office/drawing/2014/main" id="{0DCFCF74-A5F9-4A57-BD02-882F18051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204"/>
              <a:ext cx="11" cy="21"/>
            </a:xfrm>
            <a:custGeom>
              <a:avLst/>
              <a:gdLst>
                <a:gd name="T0" fmla="*/ 1 w 17"/>
                <a:gd name="T1" fmla="*/ 9 h 32"/>
                <a:gd name="T2" fmla="*/ 3 w 17"/>
                <a:gd name="T3" fmla="*/ 5 h 32"/>
                <a:gd name="T4" fmla="*/ 2 w 17"/>
                <a:gd name="T5" fmla="*/ 2 h 32"/>
                <a:gd name="T6" fmla="*/ 0 w 17"/>
                <a:gd name="T7" fmla="*/ 2 h 32"/>
                <a:gd name="T8" fmla="*/ 3 w 17"/>
                <a:gd name="T9" fmla="*/ 1 h 32"/>
                <a:gd name="T10" fmla="*/ 3 w 17"/>
                <a:gd name="T11" fmla="*/ 7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2">
                  <a:moveTo>
                    <a:pt x="4" y="32"/>
                  </a:moveTo>
                  <a:cubicBezTo>
                    <a:pt x="8" y="27"/>
                    <a:pt x="12" y="24"/>
                    <a:pt x="11" y="17"/>
                  </a:cubicBezTo>
                  <a:cubicBezTo>
                    <a:pt x="11" y="13"/>
                    <a:pt x="10" y="9"/>
                    <a:pt x="6" y="8"/>
                  </a:cubicBezTo>
                  <a:cubicBezTo>
                    <a:pt x="4" y="7"/>
                    <a:pt x="2" y="8"/>
                    <a:pt x="0" y="7"/>
                  </a:cubicBezTo>
                  <a:cubicBezTo>
                    <a:pt x="3" y="5"/>
                    <a:pt x="9" y="0"/>
                    <a:pt x="13" y="3"/>
                  </a:cubicBezTo>
                  <a:cubicBezTo>
                    <a:pt x="17" y="7"/>
                    <a:pt x="12" y="20"/>
                    <a:pt x="1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4" name="Freeform 319">
              <a:extLst>
                <a:ext uri="{FF2B5EF4-FFF2-40B4-BE49-F238E27FC236}">
                  <a16:creationId xmlns:a16="http://schemas.microsoft.com/office/drawing/2014/main" id="{7D9B4701-A33A-42B2-B687-08DA4440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106"/>
              <a:ext cx="11" cy="18"/>
            </a:xfrm>
            <a:custGeom>
              <a:avLst/>
              <a:gdLst>
                <a:gd name="T0" fmla="*/ 2 w 18"/>
                <a:gd name="T1" fmla="*/ 7 h 29"/>
                <a:gd name="T2" fmla="*/ 0 w 18"/>
                <a:gd name="T3" fmla="*/ 1 h 29"/>
                <a:gd name="T4" fmla="*/ 3 w 18"/>
                <a:gd name="T5" fmla="*/ 1 h 29"/>
                <a:gd name="T6" fmla="*/ 4 w 18"/>
                <a:gd name="T7" fmla="*/ 4 h 29"/>
                <a:gd name="T8" fmla="*/ 2 w 18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9">
                  <a:moveTo>
                    <a:pt x="11" y="29"/>
                  </a:moveTo>
                  <a:cubicBezTo>
                    <a:pt x="18" y="22"/>
                    <a:pt x="12" y="0"/>
                    <a:pt x="0" y="4"/>
                  </a:cubicBezTo>
                  <a:cubicBezTo>
                    <a:pt x="2" y="0"/>
                    <a:pt x="11" y="3"/>
                    <a:pt x="13" y="6"/>
                  </a:cubicBezTo>
                  <a:cubicBezTo>
                    <a:pt x="16" y="8"/>
                    <a:pt x="18" y="11"/>
                    <a:pt x="18" y="15"/>
                  </a:cubicBezTo>
                  <a:cubicBezTo>
                    <a:pt x="18" y="18"/>
                    <a:pt x="12" y="28"/>
                    <a:pt x="12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5" name="Freeform 320">
              <a:extLst>
                <a:ext uri="{FF2B5EF4-FFF2-40B4-BE49-F238E27FC236}">
                  <a16:creationId xmlns:a16="http://schemas.microsoft.com/office/drawing/2014/main" id="{ACADB10F-6255-4326-9AFC-5D8834C61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003"/>
              <a:ext cx="13" cy="24"/>
            </a:xfrm>
            <a:custGeom>
              <a:avLst/>
              <a:gdLst>
                <a:gd name="T0" fmla="*/ 3 w 20"/>
                <a:gd name="T1" fmla="*/ 10 h 37"/>
                <a:gd name="T2" fmla="*/ 5 w 20"/>
                <a:gd name="T3" fmla="*/ 4 h 37"/>
                <a:gd name="T4" fmla="*/ 0 w 20"/>
                <a:gd name="T5" fmla="*/ 2 h 37"/>
                <a:gd name="T6" fmla="*/ 5 w 20"/>
                <a:gd name="T7" fmla="*/ 3 h 37"/>
                <a:gd name="T8" fmla="*/ 5 w 20"/>
                <a:gd name="T9" fmla="*/ 6 h 37"/>
                <a:gd name="T10" fmla="*/ 4 w 20"/>
                <a:gd name="T11" fmla="*/ 1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7">
                  <a:moveTo>
                    <a:pt x="13" y="37"/>
                  </a:moveTo>
                  <a:cubicBezTo>
                    <a:pt x="17" y="32"/>
                    <a:pt x="20" y="20"/>
                    <a:pt x="17" y="14"/>
                  </a:cubicBezTo>
                  <a:cubicBezTo>
                    <a:pt x="14" y="9"/>
                    <a:pt x="5" y="7"/>
                    <a:pt x="0" y="7"/>
                  </a:cubicBezTo>
                  <a:cubicBezTo>
                    <a:pt x="3" y="0"/>
                    <a:pt x="16" y="7"/>
                    <a:pt x="18" y="11"/>
                  </a:cubicBezTo>
                  <a:cubicBezTo>
                    <a:pt x="20" y="15"/>
                    <a:pt x="20" y="19"/>
                    <a:pt x="19" y="24"/>
                  </a:cubicBezTo>
                  <a:cubicBezTo>
                    <a:pt x="18" y="26"/>
                    <a:pt x="13" y="37"/>
                    <a:pt x="1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6" name="Freeform 321">
              <a:extLst>
                <a:ext uri="{FF2B5EF4-FFF2-40B4-BE49-F238E27FC236}">
                  <a16:creationId xmlns:a16="http://schemas.microsoft.com/office/drawing/2014/main" id="{7DC7D9F3-24E0-4E07-8523-680EF226B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878"/>
              <a:ext cx="14" cy="23"/>
            </a:xfrm>
            <a:custGeom>
              <a:avLst/>
              <a:gdLst>
                <a:gd name="T0" fmla="*/ 1 w 23"/>
                <a:gd name="T1" fmla="*/ 10 h 36"/>
                <a:gd name="T2" fmla="*/ 0 w 23"/>
                <a:gd name="T3" fmla="*/ 3 h 36"/>
                <a:gd name="T4" fmla="*/ 1 w 23"/>
                <a:gd name="T5" fmla="*/ 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6">
                  <a:moveTo>
                    <a:pt x="3" y="36"/>
                  </a:moveTo>
                  <a:cubicBezTo>
                    <a:pt x="15" y="29"/>
                    <a:pt x="15" y="12"/>
                    <a:pt x="0" y="9"/>
                  </a:cubicBezTo>
                  <a:cubicBezTo>
                    <a:pt x="15" y="0"/>
                    <a:pt x="23" y="30"/>
                    <a:pt x="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7" name="Freeform 322">
              <a:extLst>
                <a:ext uri="{FF2B5EF4-FFF2-40B4-BE49-F238E27FC236}">
                  <a16:creationId xmlns:a16="http://schemas.microsoft.com/office/drawing/2014/main" id="{69F741D6-3F47-434A-8EE1-36378A000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780"/>
              <a:ext cx="19" cy="19"/>
            </a:xfrm>
            <a:custGeom>
              <a:avLst/>
              <a:gdLst>
                <a:gd name="T0" fmla="*/ 6 w 30"/>
                <a:gd name="T1" fmla="*/ 8 h 30"/>
                <a:gd name="T2" fmla="*/ 5 w 30"/>
                <a:gd name="T3" fmla="*/ 3 h 30"/>
                <a:gd name="T4" fmla="*/ 0 w 30"/>
                <a:gd name="T5" fmla="*/ 3 h 30"/>
                <a:gd name="T6" fmla="*/ 5 w 30"/>
                <a:gd name="T7" fmla="*/ 1 h 30"/>
                <a:gd name="T8" fmla="*/ 6 w 30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26" y="30"/>
                  </a:moveTo>
                  <a:cubicBezTo>
                    <a:pt x="26" y="23"/>
                    <a:pt x="26" y="15"/>
                    <a:pt x="20" y="12"/>
                  </a:cubicBezTo>
                  <a:cubicBezTo>
                    <a:pt x="13" y="8"/>
                    <a:pt x="7" y="11"/>
                    <a:pt x="0" y="11"/>
                  </a:cubicBezTo>
                  <a:cubicBezTo>
                    <a:pt x="4" y="4"/>
                    <a:pt x="11" y="0"/>
                    <a:pt x="19" y="3"/>
                  </a:cubicBezTo>
                  <a:cubicBezTo>
                    <a:pt x="30" y="7"/>
                    <a:pt x="29" y="20"/>
                    <a:pt x="26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8" name="Freeform 323">
              <a:extLst>
                <a:ext uri="{FF2B5EF4-FFF2-40B4-BE49-F238E27FC236}">
                  <a16:creationId xmlns:a16="http://schemas.microsoft.com/office/drawing/2014/main" id="{CA65B1AF-E09B-463B-93E8-E54FE8CE2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706"/>
              <a:ext cx="20" cy="23"/>
            </a:xfrm>
            <a:custGeom>
              <a:avLst/>
              <a:gdLst>
                <a:gd name="T0" fmla="*/ 7 w 30"/>
                <a:gd name="T1" fmla="*/ 8 h 36"/>
                <a:gd name="T2" fmla="*/ 5 w 30"/>
                <a:gd name="T3" fmla="*/ 3 h 36"/>
                <a:gd name="T4" fmla="*/ 0 w 30"/>
                <a:gd name="T5" fmla="*/ 2 h 36"/>
                <a:gd name="T6" fmla="*/ 6 w 30"/>
                <a:gd name="T7" fmla="*/ 1 h 36"/>
                <a:gd name="T8" fmla="*/ 7 w 30"/>
                <a:gd name="T9" fmla="*/ 1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23" y="32"/>
                  </a:moveTo>
                  <a:cubicBezTo>
                    <a:pt x="23" y="23"/>
                    <a:pt x="21" y="17"/>
                    <a:pt x="15" y="10"/>
                  </a:cubicBezTo>
                  <a:cubicBezTo>
                    <a:pt x="12" y="7"/>
                    <a:pt x="5" y="2"/>
                    <a:pt x="0" y="6"/>
                  </a:cubicBezTo>
                  <a:cubicBezTo>
                    <a:pt x="6" y="1"/>
                    <a:pt x="12" y="0"/>
                    <a:pt x="19" y="4"/>
                  </a:cubicBezTo>
                  <a:cubicBezTo>
                    <a:pt x="26" y="9"/>
                    <a:pt x="30" y="29"/>
                    <a:pt x="24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9" name="Freeform 324">
              <a:extLst>
                <a:ext uri="{FF2B5EF4-FFF2-40B4-BE49-F238E27FC236}">
                  <a16:creationId xmlns:a16="http://schemas.microsoft.com/office/drawing/2014/main" id="{B6A79B51-6289-4AA5-A1D9-0EF360CA5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642"/>
              <a:ext cx="18" cy="20"/>
            </a:xfrm>
            <a:custGeom>
              <a:avLst/>
              <a:gdLst>
                <a:gd name="T0" fmla="*/ 4 w 29"/>
                <a:gd name="T1" fmla="*/ 8 h 32"/>
                <a:gd name="T2" fmla="*/ 6 w 29"/>
                <a:gd name="T3" fmla="*/ 3 h 32"/>
                <a:gd name="T4" fmla="*/ 0 w 29"/>
                <a:gd name="T5" fmla="*/ 2 h 32"/>
                <a:gd name="T6" fmla="*/ 4 w 29"/>
                <a:gd name="T7" fmla="*/ 1 h 32"/>
                <a:gd name="T8" fmla="*/ 6 w 29"/>
                <a:gd name="T9" fmla="*/ 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2">
                  <a:moveTo>
                    <a:pt x="19" y="32"/>
                  </a:moveTo>
                  <a:cubicBezTo>
                    <a:pt x="22" y="25"/>
                    <a:pt x="26" y="20"/>
                    <a:pt x="22" y="12"/>
                  </a:cubicBezTo>
                  <a:cubicBezTo>
                    <a:pt x="19" y="3"/>
                    <a:pt x="8" y="3"/>
                    <a:pt x="0" y="6"/>
                  </a:cubicBezTo>
                  <a:cubicBezTo>
                    <a:pt x="1" y="2"/>
                    <a:pt x="12" y="0"/>
                    <a:pt x="16" y="1"/>
                  </a:cubicBezTo>
                  <a:cubicBezTo>
                    <a:pt x="27" y="3"/>
                    <a:pt x="29" y="14"/>
                    <a:pt x="26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0" name="Freeform 325">
              <a:extLst>
                <a:ext uri="{FF2B5EF4-FFF2-40B4-BE49-F238E27FC236}">
                  <a16:creationId xmlns:a16="http://schemas.microsoft.com/office/drawing/2014/main" id="{A724C48E-F076-472D-A704-E741C6C75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617"/>
              <a:ext cx="20" cy="6"/>
            </a:xfrm>
            <a:custGeom>
              <a:avLst/>
              <a:gdLst>
                <a:gd name="T0" fmla="*/ 8 w 31"/>
                <a:gd name="T1" fmla="*/ 2 h 10"/>
                <a:gd name="T2" fmla="*/ 8 w 31"/>
                <a:gd name="T3" fmla="*/ 1 h 10"/>
                <a:gd name="T4" fmla="*/ 6 w 31"/>
                <a:gd name="T5" fmla="*/ 1 h 10"/>
                <a:gd name="T6" fmla="*/ 0 w 31"/>
                <a:gd name="T7" fmla="*/ 1 h 10"/>
                <a:gd name="T8" fmla="*/ 7 w 31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">
                  <a:moveTo>
                    <a:pt x="29" y="10"/>
                  </a:moveTo>
                  <a:cubicBezTo>
                    <a:pt x="30" y="9"/>
                    <a:pt x="31" y="5"/>
                    <a:pt x="31" y="3"/>
                  </a:cubicBezTo>
                  <a:cubicBezTo>
                    <a:pt x="29" y="0"/>
                    <a:pt x="29" y="1"/>
                    <a:pt x="25" y="1"/>
                  </a:cubicBezTo>
                  <a:cubicBezTo>
                    <a:pt x="17" y="0"/>
                    <a:pt x="8" y="2"/>
                    <a:pt x="0" y="2"/>
                  </a:cubicBezTo>
                  <a:cubicBezTo>
                    <a:pt x="4" y="6"/>
                    <a:pt x="23" y="6"/>
                    <a:pt x="2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1" name="Freeform 326">
              <a:extLst>
                <a:ext uri="{FF2B5EF4-FFF2-40B4-BE49-F238E27FC236}">
                  <a16:creationId xmlns:a16="http://schemas.microsoft.com/office/drawing/2014/main" id="{2C22FEA7-CE38-4BAC-ABCC-4CF913BF0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1569"/>
              <a:ext cx="11" cy="13"/>
            </a:xfrm>
            <a:custGeom>
              <a:avLst/>
              <a:gdLst>
                <a:gd name="T0" fmla="*/ 5 w 17"/>
                <a:gd name="T1" fmla="*/ 5 h 20"/>
                <a:gd name="T2" fmla="*/ 3 w 17"/>
                <a:gd name="T3" fmla="*/ 1 h 20"/>
                <a:gd name="T4" fmla="*/ 1 w 17"/>
                <a:gd name="T5" fmla="*/ 5 h 20"/>
                <a:gd name="T6" fmla="*/ 4 w 17"/>
                <a:gd name="T7" fmla="*/ 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7" y="19"/>
                  </a:moveTo>
                  <a:cubicBezTo>
                    <a:pt x="17" y="15"/>
                    <a:pt x="16" y="0"/>
                    <a:pt x="11" y="1"/>
                  </a:cubicBezTo>
                  <a:cubicBezTo>
                    <a:pt x="7" y="1"/>
                    <a:pt x="0" y="16"/>
                    <a:pt x="1" y="19"/>
                  </a:cubicBezTo>
                  <a:cubicBezTo>
                    <a:pt x="9" y="20"/>
                    <a:pt x="14" y="2"/>
                    <a:pt x="1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2" name="Freeform 327">
              <a:extLst>
                <a:ext uri="{FF2B5EF4-FFF2-40B4-BE49-F238E27FC236}">
                  <a16:creationId xmlns:a16="http://schemas.microsoft.com/office/drawing/2014/main" id="{D7B8DED1-2167-4151-8F15-1768497CA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1522"/>
              <a:ext cx="14" cy="13"/>
            </a:xfrm>
            <a:custGeom>
              <a:avLst/>
              <a:gdLst>
                <a:gd name="T0" fmla="*/ 4 w 22"/>
                <a:gd name="T1" fmla="*/ 4 h 21"/>
                <a:gd name="T2" fmla="*/ 4 w 22"/>
                <a:gd name="T3" fmla="*/ 1 h 21"/>
                <a:gd name="T4" fmla="*/ 0 w 22"/>
                <a:gd name="T5" fmla="*/ 5 h 21"/>
                <a:gd name="T6" fmla="*/ 4 w 22"/>
                <a:gd name="T7" fmla="*/ 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15" y="19"/>
                  </a:moveTo>
                  <a:cubicBezTo>
                    <a:pt x="17" y="15"/>
                    <a:pt x="22" y="1"/>
                    <a:pt x="15" y="1"/>
                  </a:cubicBezTo>
                  <a:cubicBezTo>
                    <a:pt x="10" y="0"/>
                    <a:pt x="2" y="17"/>
                    <a:pt x="0" y="21"/>
                  </a:cubicBezTo>
                  <a:cubicBezTo>
                    <a:pt x="2" y="19"/>
                    <a:pt x="19" y="4"/>
                    <a:pt x="17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3" name="Freeform 328">
              <a:extLst>
                <a:ext uri="{FF2B5EF4-FFF2-40B4-BE49-F238E27FC236}">
                  <a16:creationId xmlns:a16="http://schemas.microsoft.com/office/drawing/2014/main" id="{F23A9766-20A5-4FDC-B407-F8558E413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483"/>
              <a:ext cx="13" cy="11"/>
            </a:xfrm>
            <a:custGeom>
              <a:avLst/>
              <a:gdLst>
                <a:gd name="T0" fmla="*/ 4 w 21"/>
                <a:gd name="T1" fmla="*/ 4 h 18"/>
                <a:gd name="T2" fmla="*/ 4 w 21"/>
                <a:gd name="T3" fmla="*/ 1 h 18"/>
                <a:gd name="T4" fmla="*/ 0 w 21"/>
                <a:gd name="T5" fmla="*/ 2 h 18"/>
                <a:gd name="T6" fmla="*/ 2 w 21"/>
                <a:gd name="T7" fmla="*/ 2 h 18"/>
                <a:gd name="T8" fmla="*/ 4 w 21"/>
                <a:gd name="T9" fmla="*/ 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18" y="18"/>
                  </a:moveTo>
                  <a:cubicBezTo>
                    <a:pt x="18" y="15"/>
                    <a:pt x="21" y="6"/>
                    <a:pt x="18" y="3"/>
                  </a:cubicBezTo>
                  <a:cubicBezTo>
                    <a:pt x="14" y="0"/>
                    <a:pt x="3" y="8"/>
                    <a:pt x="0" y="11"/>
                  </a:cubicBezTo>
                  <a:cubicBezTo>
                    <a:pt x="4" y="10"/>
                    <a:pt x="6" y="7"/>
                    <a:pt x="11" y="8"/>
                  </a:cubicBezTo>
                  <a:cubicBezTo>
                    <a:pt x="18" y="8"/>
                    <a:pt x="17" y="11"/>
                    <a:pt x="17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4" name="Freeform 329">
              <a:extLst>
                <a:ext uri="{FF2B5EF4-FFF2-40B4-BE49-F238E27FC236}">
                  <a16:creationId xmlns:a16="http://schemas.microsoft.com/office/drawing/2014/main" id="{45242757-680D-4428-884D-93BC99B2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440"/>
              <a:ext cx="14" cy="12"/>
            </a:xfrm>
            <a:custGeom>
              <a:avLst/>
              <a:gdLst>
                <a:gd name="T0" fmla="*/ 3 w 21"/>
                <a:gd name="T1" fmla="*/ 5 h 18"/>
                <a:gd name="T2" fmla="*/ 5 w 21"/>
                <a:gd name="T3" fmla="*/ 1 h 18"/>
                <a:gd name="T4" fmla="*/ 0 w 21"/>
                <a:gd name="T5" fmla="*/ 3 h 18"/>
                <a:gd name="T6" fmla="*/ 3 w 21"/>
                <a:gd name="T7" fmla="*/ 2 h 18"/>
                <a:gd name="T8" fmla="*/ 5 w 21"/>
                <a:gd name="T9" fmla="*/ 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12" y="18"/>
                  </a:moveTo>
                  <a:cubicBezTo>
                    <a:pt x="17" y="17"/>
                    <a:pt x="21" y="7"/>
                    <a:pt x="16" y="4"/>
                  </a:cubicBezTo>
                  <a:cubicBezTo>
                    <a:pt x="12" y="0"/>
                    <a:pt x="1" y="7"/>
                    <a:pt x="0" y="12"/>
                  </a:cubicBezTo>
                  <a:cubicBezTo>
                    <a:pt x="2" y="10"/>
                    <a:pt x="7" y="8"/>
                    <a:pt x="10" y="8"/>
                  </a:cubicBezTo>
                  <a:cubicBezTo>
                    <a:pt x="13" y="9"/>
                    <a:pt x="17" y="13"/>
                    <a:pt x="15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5" name="Freeform 330">
              <a:extLst>
                <a:ext uri="{FF2B5EF4-FFF2-40B4-BE49-F238E27FC236}">
                  <a16:creationId xmlns:a16="http://schemas.microsoft.com/office/drawing/2014/main" id="{9CBD7399-222D-4AA3-8E49-19FA9DBA2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398"/>
              <a:ext cx="12" cy="15"/>
            </a:xfrm>
            <a:custGeom>
              <a:avLst/>
              <a:gdLst>
                <a:gd name="T0" fmla="*/ 0 w 18"/>
                <a:gd name="T1" fmla="*/ 2 h 25"/>
                <a:gd name="T2" fmla="*/ 3 w 18"/>
                <a:gd name="T3" fmla="*/ 1 h 25"/>
                <a:gd name="T4" fmla="*/ 3 w 18"/>
                <a:gd name="T5" fmla="*/ 5 h 25"/>
                <a:gd name="T6" fmla="*/ 5 w 18"/>
                <a:gd name="T7" fmla="*/ 2 h 25"/>
                <a:gd name="T8" fmla="*/ 2 w 18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0" y="9"/>
                  </a:moveTo>
                  <a:cubicBezTo>
                    <a:pt x="3" y="7"/>
                    <a:pt x="8" y="0"/>
                    <a:pt x="12" y="4"/>
                  </a:cubicBezTo>
                  <a:cubicBezTo>
                    <a:pt x="17" y="10"/>
                    <a:pt x="10" y="19"/>
                    <a:pt x="9" y="25"/>
                  </a:cubicBezTo>
                  <a:cubicBezTo>
                    <a:pt x="13" y="21"/>
                    <a:pt x="18" y="15"/>
                    <a:pt x="18" y="9"/>
                  </a:cubicBezTo>
                  <a:cubicBezTo>
                    <a:pt x="17" y="1"/>
                    <a:pt x="12" y="4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6" name="Freeform 331">
              <a:extLst>
                <a:ext uri="{FF2B5EF4-FFF2-40B4-BE49-F238E27FC236}">
                  <a16:creationId xmlns:a16="http://schemas.microsoft.com/office/drawing/2014/main" id="{379BE201-140F-4CB3-8603-7E2DC42A2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364"/>
              <a:ext cx="20" cy="12"/>
            </a:xfrm>
            <a:custGeom>
              <a:avLst/>
              <a:gdLst>
                <a:gd name="T0" fmla="*/ 9 w 30"/>
                <a:gd name="T1" fmla="*/ 1 h 20"/>
                <a:gd name="T2" fmla="*/ 1 w 30"/>
                <a:gd name="T3" fmla="*/ 4 h 20"/>
                <a:gd name="T4" fmla="*/ 2 w 30"/>
                <a:gd name="T5" fmla="*/ 0 h 20"/>
                <a:gd name="T6" fmla="*/ 3 w 30"/>
                <a:gd name="T7" fmla="*/ 2 h 20"/>
                <a:gd name="T8" fmla="*/ 9 w 30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30" y="6"/>
                  </a:moveTo>
                  <a:cubicBezTo>
                    <a:pt x="24" y="8"/>
                    <a:pt x="10" y="20"/>
                    <a:pt x="5" y="16"/>
                  </a:cubicBezTo>
                  <a:cubicBezTo>
                    <a:pt x="0" y="13"/>
                    <a:pt x="6" y="3"/>
                    <a:pt x="7" y="0"/>
                  </a:cubicBezTo>
                  <a:cubicBezTo>
                    <a:pt x="7" y="3"/>
                    <a:pt x="6" y="9"/>
                    <a:pt x="9" y="12"/>
                  </a:cubicBezTo>
                  <a:cubicBezTo>
                    <a:pt x="14" y="17"/>
                    <a:pt x="24" y="8"/>
                    <a:pt x="2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7" name="Freeform 332">
              <a:extLst>
                <a:ext uri="{FF2B5EF4-FFF2-40B4-BE49-F238E27FC236}">
                  <a16:creationId xmlns:a16="http://schemas.microsoft.com/office/drawing/2014/main" id="{B4B2BD34-219E-451A-A2BE-7EB276626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405"/>
              <a:ext cx="6" cy="7"/>
            </a:xfrm>
            <a:custGeom>
              <a:avLst/>
              <a:gdLst>
                <a:gd name="T0" fmla="*/ 2 w 10"/>
                <a:gd name="T1" fmla="*/ 1 h 12"/>
                <a:gd name="T2" fmla="*/ 2 w 10"/>
                <a:gd name="T3" fmla="*/ 1 h 12"/>
                <a:gd name="T4" fmla="*/ 1 w 10"/>
                <a:gd name="T5" fmla="*/ 2 h 12"/>
                <a:gd name="T6" fmla="*/ 2 w 10"/>
                <a:gd name="T7" fmla="*/ 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9" y="1"/>
                  </a:moveTo>
                  <a:cubicBezTo>
                    <a:pt x="9" y="1"/>
                    <a:pt x="9" y="0"/>
                    <a:pt x="10" y="1"/>
                  </a:cubicBezTo>
                  <a:cubicBezTo>
                    <a:pt x="10" y="3"/>
                    <a:pt x="4" y="12"/>
                    <a:pt x="2" y="9"/>
                  </a:cubicBezTo>
                  <a:cubicBezTo>
                    <a:pt x="0" y="6"/>
                    <a:pt x="8" y="2"/>
                    <a:pt x="9" y="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8" name="Freeform 333">
              <a:extLst>
                <a:ext uri="{FF2B5EF4-FFF2-40B4-BE49-F238E27FC236}">
                  <a16:creationId xmlns:a16="http://schemas.microsoft.com/office/drawing/2014/main" id="{29598CCD-9050-4AE0-A45A-FCACAFA10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650"/>
              <a:ext cx="11" cy="10"/>
            </a:xfrm>
            <a:custGeom>
              <a:avLst/>
              <a:gdLst>
                <a:gd name="T0" fmla="*/ 2 w 18"/>
                <a:gd name="T1" fmla="*/ 1 h 16"/>
                <a:gd name="T2" fmla="*/ 4 w 18"/>
                <a:gd name="T3" fmla="*/ 1 h 16"/>
                <a:gd name="T4" fmla="*/ 1 w 18"/>
                <a:gd name="T5" fmla="*/ 4 h 16"/>
                <a:gd name="T6" fmla="*/ 2 w 1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11" y="2"/>
                  </a:moveTo>
                  <a:cubicBezTo>
                    <a:pt x="13" y="1"/>
                    <a:pt x="14" y="0"/>
                    <a:pt x="15" y="1"/>
                  </a:cubicBezTo>
                  <a:cubicBezTo>
                    <a:pt x="18" y="5"/>
                    <a:pt x="12" y="16"/>
                    <a:pt x="6" y="14"/>
                  </a:cubicBezTo>
                  <a:cubicBezTo>
                    <a:pt x="0" y="11"/>
                    <a:pt x="7" y="1"/>
                    <a:pt x="11" y="0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9" name="Freeform 334">
              <a:extLst>
                <a:ext uri="{FF2B5EF4-FFF2-40B4-BE49-F238E27FC236}">
                  <a16:creationId xmlns:a16="http://schemas.microsoft.com/office/drawing/2014/main" id="{129E35C3-89B7-43B9-A14D-BCD15F7FD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1714"/>
              <a:ext cx="11" cy="19"/>
            </a:xfrm>
            <a:custGeom>
              <a:avLst/>
              <a:gdLst>
                <a:gd name="T0" fmla="*/ 2 w 17"/>
                <a:gd name="T1" fmla="*/ 1 h 30"/>
                <a:gd name="T2" fmla="*/ 4 w 17"/>
                <a:gd name="T3" fmla="*/ 3 h 30"/>
                <a:gd name="T4" fmla="*/ 2 w 17"/>
                <a:gd name="T5" fmla="*/ 7 h 30"/>
                <a:gd name="T6" fmla="*/ 1 w 17"/>
                <a:gd name="T7" fmla="*/ 6 h 30"/>
                <a:gd name="T8" fmla="*/ 2 w 17"/>
                <a:gd name="T9" fmla="*/ 5 h 30"/>
                <a:gd name="T10" fmla="*/ 1 w 17"/>
                <a:gd name="T11" fmla="*/ 3 h 30"/>
                <a:gd name="T12" fmla="*/ 2 w 17"/>
                <a:gd name="T13" fmla="*/ 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0">
                  <a:moveTo>
                    <a:pt x="8" y="4"/>
                  </a:moveTo>
                  <a:cubicBezTo>
                    <a:pt x="12" y="0"/>
                    <a:pt x="15" y="8"/>
                    <a:pt x="16" y="11"/>
                  </a:cubicBezTo>
                  <a:cubicBezTo>
                    <a:pt x="17" y="17"/>
                    <a:pt x="13" y="28"/>
                    <a:pt x="6" y="29"/>
                  </a:cubicBezTo>
                  <a:cubicBezTo>
                    <a:pt x="3" y="30"/>
                    <a:pt x="1" y="29"/>
                    <a:pt x="1" y="26"/>
                  </a:cubicBezTo>
                  <a:cubicBezTo>
                    <a:pt x="0" y="22"/>
                    <a:pt x="4" y="22"/>
                    <a:pt x="6" y="20"/>
                  </a:cubicBezTo>
                  <a:cubicBezTo>
                    <a:pt x="7" y="17"/>
                    <a:pt x="7" y="13"/>
                    <a:pt x="2" y="12"/>
                  </a:cubicBezTo>
                  <a:cubicBezTo>
                    <a:pt x="2" y="8"/>
                    <a:pt x="3" y="4"/>
                    <a:pt x="8" y="3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0" name="Freeform 335">
              <a:extLst>
                <a:ext uri="{FF2B5EF4-FFF2-40B4-BE49-F238E27FC236}">
                  <a16:creationId xmlns:a16="http://schemas.microsoft.com/office/drawing/2014/main" id="{7D8AD3FB-B6DB-4EC8-AF7B-4D5998A09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1790"/>
              <a:ext cx="11" cy="14"/>
            </a:xfrm>
            <a:custGeom>
              <a:avLst/>
              <a:gdLst>
                <a:gd name="T0" fmla="*/ 1 w 18"/>
                <a:gd name="T1" fmla="*/ 1 h 22"/>
                <a:gd name="T2" fmla="*/ 4 w 18"/>
                <a:gd name="T3" fmla="*/ 1 h 22"/>
                <a:gd name="T4" fmla="*/ 2 w 18"/>
                <a:gd name="T5" fmla="*/ 4 h 22"/>
                <a:gd name="T6" fmla="*/ 1 w 18"/>
                <a:gd name="T7" fmla="*/ 4 h 22"/>
                <a:gd name="T8" fmla="*/ 0 w 18"/>
                <a:gd name="T9" fmla="*/ 3 h 22"/>
                <a:gd name="T10" fmla="*/ 1 w 18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5" y="3"/>
                  </a:moveTo>
                  <a:cubicBezTo>
                    <a:pt x="6" y="1"/>
                    <a:pt x="12" y="0"/>
                    <a:pt x="14" y="3"/>
                  </a:cubicBezTo>
                  <a:cubicBezTo>
                    <a:pt x="18" y="7"/>
                    <a:pt x="13" y="14"/>
                    <a:pt x="9" y="17"/>
                  </a:cubicBezTo>
                  <a:cubicBezTo>
                    <a:pt x="5" y="20"/>
                    <a:pt x="0" y="22"/>
                    <a:pt x="2" y="16"/>
                  </a:cubicBezTo>
                  <a:cubicBezTo>
                    <a:pt x="3" y="14"/>
                    <a:pt x="6" y="9"/>
                    <a:pt x="0" y="9"/>
                  </a:cubicBezTo>
                  <a:cubicBezTo>
                    <a:pt x="1" y="7"/>
                    <a:pt x="5" y="4"/>
                    <a:pt x="7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1" name="Freeform 336">
              <a:extLst>
                <a:ext uri="{FF2B5EF4-FFF2-40B4-BE49-F238E27FC236}">
                  <a16:creationId xmlns:a16="http://schemas.microsoft.com/office/drawing/2014/main" id="{1FBD343C-E396-4E0B-81B1-576984140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888"/>
              <a:ext cx="13" cy="9"/>
            </a:xfrm>
            <a:custGeom>
              <a:avLst/>
              <a:gdLst>
                <a:gd name="T0" fmla="*/ 1 w 20"/>
                <a:gd name="T1" fmla="*/ 2 h 14"/>
                <a:gd name="T2" fmla="*/ 4 w 20"/>
                <a:gd name="T3" fmla="*/ 1 h 14"/>
                <a:gd name="T4" fmla="*/ 5 w 20"/>
                <a:gd name="T5" fmla="*/ 2 h 14"/>
                <a:gd name="T6" fmla="*/ 1 w 20"/>
                <a:gd name="T7" fmla="*/ 3 h 14"/>
                <a:gd name="T8" fmla="*/ 2 w 20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4">
                  <a:moveTo>
                    <a:pt x="5" y="6"/>
                  </a:moveTo>
                  <a:cubicBezTo>
                    <a:pt x="8" y="5"/>
                    <a:pt x="11" y="1"/>
                    <a:pt x="14" y="1"/>
                  </a:cubicBezTo>
                  <a:cubicBezTo>
                    <a:pt x="20" y="0"/>
                    <a:pt x="18" y="4"/>
                    <a:pt x="15" y="7"/>
                  </a:cubicBezTo>
                  <a:cubicBezTo>
                    <a:pt x="14" y="9"/>
                    <a:pt x="5" y="14"/>
                    <a:pt x="3" y="11"/>
                  </a:cubicBezTo>
                  <a:cubicBezTo>
                    <a:pt x="0" y="8"/>
                    <a:pt x="6" y="5"/>
                    <a:pt x="8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2" name="Freeform 337">
              <a:extLst>
                <a:ext uri="{FF2B5EF4-FFF2-40B4-BE49-F238E27FC236}">
                  <a16:creationId xmlns:a16="http://schemas.microsoft.com/office/drawing/2014/main" id="{41FEFB13-2BB2-42EB-9DE4-594BC26C4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012"/>
              <a:ext cx="19" cy="15"/>
            </a:xfrm>
            <a:custGeom>
              <a:avLst/>
              <a:gdLst>
                <a:gd name="T0" fmla="*/ 2 w 31"/>
                <a:gd name="T1" fmla="*/ 1 h 24"/>
                <a:gd name="T2" fmla="*/ 6 w 31"/>
                <a:gd name="T3" fmla="*/ 1 h 24"/>
                <a:gd name="T4" fmla="*/ 4 w 31"/>
                <a:gd name="T5" fmla="*/ 5 h 24"/>
                <a:gd name="T6" fmla="*/ 1 w 31"/>
                <a:gd name="T7" fmla="*/ 5 h 24"/>
                <a:gd name="T8" fmla="*/ 1 w 31"/>
                <a:gd name="T9" fmla="*/ 3 h 24"/>
                <a:gd name="T10" fmla="*/ 2 w 31"/>
                <a:gd name="T11" fmla="*/ 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4">
                  <a:moveTo>
                    <a:pt x="11" y="3"/>
                  </a:moveTo>
                  <a:cubicBezTo>
                    <a:pt x="15" y="3"/>
                    <a:pt x="21" y="0"/>
                    <a:pt x="25" y="3"/>
                  </a:cubicBezTo>
                  <a:cubicBezTo>
                    <a:pt x="31" y="9"/>
                    <a:pt x="22" y="17"/>
                    <a:pt x="17" y="20"/>
                  </a:cubicBezTo>
                  <a:cubicBezTo>
                    <a:pt x="13" y="22"/>
                    <a:pt x="9" y="24"/>
                    <a:pt x="5" y="21"/>
                  </a:cubicBezTo>
                  <a:cubicBezTo>
                    <a:pt x="2" y="19"/>
                    <a:pt x="0" y="15"/>
                    <a:pt x="4" y="12"/>
                  </a:cubicBezTo>
                  <a:cubicBezTo>
                    <a:pt x="8" y="11"/>
                    <a:pt x="19" y="13"/>
                    <a:pt x="12" y="5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3" name="Freeform 338">
              <a:extLst>
                <a:ext uri="{FF2B5EF4-FFF2-40B4-BE49-F238E27FC236}">
                  <a16:creationId xmlns:a16="http://schemas.microsoft.com/office/drawing/2014/main" id="{AD61BEA3-B66E-4F9F-BFBF-86CE6FEA1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113"/>
              <a:ext cx="15" cy="14"/>
            </a:xfrm>
            <a:custGeom>
              <a:avLst/>
              <a:gdLst>
                <a:gd name="T0" fmla="*/ 3 w 24"/>
                <a:gd name="T1" fmla="*/ 1 h 22"/>
                <a:gd name="T2" fmla="*/ 6 w 24"/>
                <a:gd name="T3" fmla="*/ 3 h 22"/>
                <a:gd name="T4" fmla="*/ 1 w 24"/>
                <a:gd name="T5" fmla="*/ 5 h 22"/>
                <a:gd name="T6" fmla="*/ 1 w 24"/>
                <a:gd name="T7" fmla="*/ 1 h 22"/>
                <a:gd name="T8" fmla="*/ 3 w 24"/>
                <a:gd name="T9" fmla="*/ 3 h 22"/>
                <a:gd name="T10" fmla="*/ 4 w 24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13" y="2"/>
                  </a:moveTo>
                  <a:cubicBezTo>
                    <a:pt x="17" y="0"/>
                    <a:pt x="22" y="4"/>
                    <a:pt x="23" y="9"/>
                  </a:cubicBezTo>
                  <a:cubicBezTo>
                    <a:pt x="24" y="16"/>
                    <a:pt x="11" y="22"/>
                    <a:pt x="5" y="19"/>
                  </a:cubicBezTo>
                  <a:cubicBezTo>
                    <a:pt x="1" y="17"/>
                    <a:pt x="0" y="6"/>
                    <a:pt x="5" y="4"/>
                  </a:cubicBezTo>
                  <a:cubicBezTo>
                    <a:pt x="9" y="3"/>
                    <a:pt x="9" y="8"/>
                    <a:pt x="10" y="11"/>
                  </a:cubicBezTo>
                  <a:cubicBezTo>
                    <a:pt x="14" y="11"/>
                    <a:pt x="15" y="7"/>
                    <a:pt x="15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4" name="Freeform 339">
              <a:extLst>
                <a:ext uri="{FF2B5EF4-FFF2-40B4-BE49-F238E27FC236}">
                  <a16:creationId xmlns:a16="http://schemas.microsoft.com/office/drawing/2014/main" id="{805DD3A1-D746-46CE-9653-58C4E5B8D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211"/>
              <a:ext cx="16" cy="14"/>
            </a:xfrm>
            <a:custGeom>
              <a:avLst/>
              <a:gdLst>
                <a:gd name="T0" fmla="*/ 4 w 25"/>
                <a:gd name="T1" fmla="*/ 1 h 22"/>
                <a:gd name="T2" fmla="*/ 6 w 25"/>
                <a:gd name="T3" fmla="*/ 3 h 22"/>
                <a:gd name="T4" fmla="*/ 1 w 25"/>
                <a:gd name="T5" fmla="*/ 4 h 22"/>
                <a:gd name="T6" fmla="*/ 2 w 25"/>
                <a:gd name="T7" fmla="*/ 2 h 22"/>
                <a:gd name="T8" fmla="*/ 4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14" y="3"/>
                  </a:moveTo>
                  <a:cubicBezTo>
                    <a:pt x="19" y="0"/>
                    <a:pt x="25" y="3"/>
                    <a:pt x="23" y="10"/>
                  </a:cubicBezTo>
                  <a:cubicBezTo>
                    <a:pt x="21" y="19"/>
                    <a:pt x="8" y="22"/>
                    <a:pt x="3" y="14"/>
                  </a:cubicBezTo>
                  <a:cubicBezTo>
                    <a:pt x="0" y="10"/>
                    <a:pt x="2" y="7"/>
                    <a:pt x="7" y="8"/>
                  </a:cubicBezTo>
                  <a:cubicBezTo>
                    <a:pt x="10" y="8"/>
                    <a:pt x="14" y="12"/>
                    <a:pt x="15" y="6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Freeform 340">
              <a:extLst>
                <a:ext uri="{FF2B5EF4-FFF2-40B4-BE49-F238E27FC236}">
                  <a16:creationId xmlns:a16="http://schemas.microsoft.com/office/drawing/2014/main" id="{A22FA77E-DD3B-4AE1-82A1-EAB93B347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297"/>
              <a:ext cx="19" cy="13"/>
            </a:xfrm>
            <a:custGeom>
              <a:avLst/>
              <a:gdLst>
                <a:gd name="T0" fmla="*/ 5 w 29"/>
                <a:gd name="T1" fmla="*/ 1 h 20"/>
                <a:gd name="T2" fmla="*/ 7 w 29"/>
                <a:gd name="T3" fmla="*/ 3 h 20"/>
                <a:gd name="T4" fmla="*/ 1 w 29"/>
                <a:gd name="T5" fmla="*/ 3 h 20"/>
                <a:gd name="T6" fmla="*/ 1 w 29"/>
                <a:gd name="T7" fmla="*/ 2 h 20"/>
                <a:gd name="T8" fmla="*/ 3 w 29"/>
                <a:gd name="T9" fmla="*/ 2 h 20"/>
                <a:gd name="T10" fmla="*/ 5 w 29"/>
                <a:gd name="T11" fmla="*/ 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0">
                  <a:moveTo>
                    <a:pt x="17" y="5"/>
                  </a:moveTo>
                  <a:cubicBezTo>
                    <a:pt x="21" y="0"/>
                    <a:pt x="29" y="8"/>
                    <a:pt x="25" y="13"/>
                  </a:cubicBezTo>
                  <a:cubicBezTo>
                    <a:pt x="21" y="19"/>
                    <a:pt x="3" y="20"/>
                    <a:pt x="1" y="12"/>
                  </a:cubicBezTo>
                  <a:cubicBezTo>
                    <a:pt x="0" y="9"/>
                    <a:pt x="1" y="7"/>
                    <a:pt x="3" y="6"/>
                  </a:cubicBezTo>
                  <a:cubicBezTo>
                    <a:pt x="6" y="4"/>
                    <a:pt x="7" y="6"/>
                    <a:pt x="10" y="8"/>
                  </a:cubicBezTo>
                  <a:cubicBezTo>
                    <a:pt x="13" y="10"/>
                    <a:pt x="16" y="11"/>
                    <a:pt x="17" y="6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341">
              <a:extLst>
                <a:ext uri="{FF2B5EF4-FFF2-40B4-BE49-F238E27FC236}">
                  <a16:creationId xmlns:a16="http://schemas.microsoft.com/office/drawing/2014/main" id="{21494B36-3290-4743-8BEC-7999F39AC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377"/>
              <a:ext cx="17" cy="16"/>
            </a:xfrm>
            <a:custGeom>
              <a:avLst/>
              <a:gdLst>
                <a:gd name="T0" fmla="*/ 5 w 26"/>
                <a:gd name="T1" fmla="*/ 1 h 25"/>
                <a:gd name="T2" fmla="*/ 7 w 26"/>
                <a:gd name="T3" fmla="*/ 3 h 25"/>
                <a:gd name="T4" fmla="*/ 3 w 26"/>
                <a:gd name="T5" fmla="*/ 6 h 25"/>
                <a:gd name="T6" fmla="*/ 5 w 26"/>
                <a:gd name="T7" fmla="*/ 3 h 25"/>
                <a:gd name="T8" fmla="*/ 5 w 26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5">
                  <a:moveTo>
                    <a:pt x="16" y="4"/>
                  </a:moveTo>
                  <a:cubicBezTo>
                    <a:pt x="20" y="0"/>
                    <a:pt x="25" y="6"/>
                    <a:pt x="25" y="10"/>
                  </a:cubicBezTo>
                  <a:cubicBezTo>
                    <a:pt x="26" y="17"/>
                    <a:pt x="19" y="25"/>
                    <a:pt x="12" y="23"/>
                  </a:cubicBezTo>
                  <a:cubicBezTo>
                    <a:pt x="0" y="21"/>
                    <a:pt x="8" y="11"/>
                    <a:pt x="15" y="11"/>
                  </a:cubicBezTo>
                  <a:cubicBezTo>
                    <a:pt x="16" y="9"/>
                    <a:pt x="15" y="6"/>
                    <a:pt x="16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Freeform 342">
              <a:extLst>
                <a:ext uri="{FF2B5EF4-FFF2-40B4-BE49-F238E27FC236}">
                  <a16:creationId xmlns:a16="http://schemas.microsoft.com/office/drawing/2014/main" id="{91D7D106-64EB-43BB-BE98-B52056ABF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475"/>
              <a:ext cx="21" cy="16"/>
            </a:xfrm>
            <a:custGeom>
              <a:avLst/>
              <a:gdLst>
                <a:gd name="T0" fmla="*/ 5 w 34"/>
                <a:gd name="T1" fmla="*/ 1 h 26"/>
                <a:gd name="T2" fmla="*/ 7 w 34"/>
                <a:gd name="T3" fmla="*/ 1 h 26"/>
                <a:gd name="T4" fmla="*/ 4 w 34"/>
                <a:gd name="T5" fmla="*/ 6 h 26"/>
                <a:gd name="T6" fmla="*/ 4 w 34"/>
                <a:gd name="T7" fmla="*/ 2 h 26"/>
                <a:gd name="T8" fmla="*/ 5 w 3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6">
                  <a:moveTo>
                    <a:pt x="21" y="3"/>
                  </a:moveTo>
                  <a:cubicBezTo>
                    <a:pt x="25" y="1"/>
                    <a:pt x="31" y="0"/>
                    <a:pt x="32" y="6"/>
                  </a:cubicBezTo>
                  <a:cubicBezTo>
                    <a:pt x="34" y="14"/>
                    <a:pt x="21" y="23"/>
                    <a:pt x="14" y="24"/>
                  </a:cubicBezTo>
                  <a:cubicBezTo>
                    <a:pt x="0" y="26"/>
                    <a:pt x="3" y="3"/>
                    <a:pt x="17" y="12"/>
                  </a:cubicBezTo>
                  <a:cubicBezTo>
                    <a:pt x="19" y="10"/>
                    <a:pt x="19" y="7"/>
                    <a:pt x="21" y="6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343">
              <a:extLst>
                <a:ext uri="{FF2B5EF4-FFF2-40B4-BE49-F238E27FC236}">
                  <a16:creationId xmlns:a16="http://schemas.microsoft.com/office/drawing/2014/main" id="{28166507-88A1-4C0F-B328-8F8100F83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575"/>
              <a:ext cx="18" cy="21"/>
            </a:xfrm>
            <a:custGeom>
              <a:avLst/>
              <a:gdLst>
                <a:gd name="T0" fmla="*/ 4 w 29"/>
                <a:gd name="T1" fmla="*/ 1 h 32"/>
                <a:gd name="T2" fmla="*/ 6 w 29"/>
                <a:gd name="T3" fmla="*/ 1 h 32"/>
                <a:gd name="T4" fmla="*/ 6 w 29"/>
                <a:gd name="T5" fmla="*/ 4 h 32"/>
                <a:gd name="T6" fmla="*/ 0 w 29"/>
                <a:gd name="T7" fmla="*/ 5 h 32"/>
                <a:gd name="T8" fmla="*/ 3 w 29"/>
                <a:gd name="T9" fmla="*/ 3 h 32"/>
                <a:gd name="T10" fmla="*/ 5 w 29"/>
                <a:gd name="T11" fmla="*/ 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2">
                  <a:moveTo>
                    <a:pt x="19" y="2"/>
                  </a:moveTo>
                  <a:cubicBezTo>
                    <a:pt x="20" y="0"/>
                    <a:pt x="23" y="0"/>
                    <a:pt x="25" y="1"/>
                  </a:cubicBezTo>
                  <a:cubicBezTo>
                    <a:pt x="29" y="4"/>
                    <a:pt x="26" y="10"/>
                    <a:pt x="23" y="13"/>
                  </a:cubicBezTo>
                  <a:cubicBezTo>
                    <a:pt x="20" y="18"/>
                    <a:pt x="0" y="32"/>
                    <a:pt x="0" y="17"/>
                  </a:cubicBezTo>
                  <a:cubicBezTo>
                    <a:pt x="0" y="8"/>
                    <a:pt x="9" y="14"/>
                    <a:pt x="13" y="9"/>
                  </a:cubicBezTo>
                  <a:cubicBezTo>
                    <a:pt x="15" y="5"/>
                    <a:pt x="13" y="1"/>
                    <a:pt x="21" y="2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Freeform 344">
              <a:extLst>
                <a:ext uri="{FF2B5EF4-FFF2-40B4-BE49-F238E27FC236}">
                  <a16:creationId xmlns:a16="http://schemas.microsoft.com/office/drawing/2014/main" id="{A88B594B-7B73-4DE7-89CF-C5D173A84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725"/>
              <a:ext cx="15" cy="11"/>
            </a:xfrm>
            <a:custGeom>
              <a:avLst/>
              <a:gdLst>
                <a:gd name="T0" fmla="*/ 6 w 24"/>
                <a:gd name="T1" fmla="*/ 1 h 16"/>
                <a:gd name="T2" fmla="*/ 1 w 24"/>
                <a:gd name="T3" fmla="*/ 0 h 16"/>
                <a:gd name="T4" fmla="*/ 1 w 24"/>
                <a:gd name="T5" fmla="*/ 4 h 16"/>
                <a:gd name="T6" fmla="*/ 5 w 24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24" y="3"/>
                  </a:moveTo>
                  <a:cubicBezTo>
                    <a:pt x="18" y="3"/>
                    <a:pt x="7" y="6"/>
                    <a:pt x="3" y="0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8" y="16"/>
                    <a:pt x="18" y="9"/>
                    <a:pt x="2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345">
              <a:extLst>
                <a:ext uri="{FF2B5EF4-FFF2-40B4-BE49-F238E27FC236}">
                  <a16:creationId xmlns:a16="http://schemas.microsoft.com/office/drawing/2014/main" id="{477BA8CE-A09F-4E17-AEB3-346DC3F33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806"/>
              <a:ext cx="17" cy="9"/>
            </a:xfrm>
            <a:custGeom>
              <a:avLst/>
              <a:gdLst>
                <a:gd name="T0" fmla="*/ 7 w 27"/>
                <a:gd name="T1" fmla="*/ 1 h 13"/>
                <a:gd name="T2" fmla="*/ 1 w 27"/>
                <a:gd name="T3" fmla="*/ 0 h 13"/>
                <a:gd name="T4" fmla="*/ 6 w 27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3">
                  <a:moveTo>
                    <a:pt x="27" y="2"/>
                  </a:moveTo>
                  <a:cubicBezTo>
                    <a:pt x="20" y="5"/>
                    <a:pt x="8" y="6"/>
                    <a:pt x="2" y="0"/>
                  </a:cubicBezTo>
                  <a:cubicBezTo>
                    <a:pt x="0" y="13"/>
                    <a:pt x="18" y="9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346">
              <a:extLst>
                <a:ext uri="{FF2B5EF4-FFF2-40B4-BE49-F238E27FC236}">
                  <a16:creationId xmlns:a16="http://schemas.microsoft.com/office/drawing/2014/main" id="{BFF8EFAD-8137-4BA9-B22F-089FFB645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907"/>
              <a:ext cx="16" cy="10"/>
            </a:xfrm>
            <a:custGeom>
              <a:avLst/>
              <a:gdLst>
                <a:gd name="T0" fmla="*/ 6 w 26"/>
                <a:gd name="T1" fmla="*/ 1 h 16"/>
                <a:gd name="T2" fmla="*/ 0 w 26"/>
                <a:gd name="T3" fmla="*/ 0 h 16"/>
                <a:gd name="T4" fmla="*/ 6 w 26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26" y="3"/>
                  </a:moveTo>
                  <a:cubicBezTo>
                    <a:pt x="19" y="7"/>
                    <a:pt x="6" y="7"/>
                    <a:pt x="0" y="0"/>
                  </a:cubicBezTo>
                  <a:cubicBezTo>
                    <a:pt x="5" y="8"/>
                    <a:pt x="14" y="16"/>
                    <a:pt x="2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347">
              <a:extLst>
                <a:ext uri="{FF2B5EF4-FFF2-40B4-BE49-F238E27FC236}">
                  <a16:creationId xmlns:a16="http://schemas.microsoft.com/office/drawing/2014/main" id="{587042D6-B215-428B-818B-24872E381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865"/>
              <a:ext cx="9" cy="10"/>
            </a:xfrm>
            <a:custGeom>
              <a:avLst/>
              <a:gdLst>
                <a:gd name="T0" fmla="*/ 4 w 13"/>
                <a:gd name="T1" fmla="*/ 5 h 15"/>
                <a:gd name="T2" fmla="*/ 0 w 13"/>
                <a:gd name="T3" fmla="*/ 0 h 15"/>
                <a:gd name="T4" fmla="*/ 4 w 13"/>
                <a:gd name="T5" fmla="*/ 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3" y="15"/>
                  </a:moveTo>
                  <a:cubicBezTo>
                    <a:pt x="7" y="14"/>
                    <a:pt x="0" y="5"/>
                    <a:pt x="0" y="0"/>
                  </a:cubicBezTo>
                  <a:cubicBezTo>
                    <a:pt x="4" y="3"/>
                    <a:pt x="7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348">
              <a:extLst>
                <a:ext uri="{FF2B5EF4-FFF2-40B4-BE49-F238E27FC236}">
                  <a16:creationId xmlns:a16="http://schemas.microsoft.com/office/drawing/2014/main" id="{CE65D3E1-314F-44CF-BB2A-2F86F64D7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896"/>
              <a:ext cx="54" cy="5"/>
            </a:xfrm>
            <a:custGeom>
              <a:avLst/>
              <a:gdLst>
                <a:gd name="T0" fmla="*/ 21 w 86"/>
                <a:gd name="T1" fmla="*/ 0 h 7"/>
                <a:gd name="T2" fmla="*/ 10 w 86"/>
                <a:gd name="T3" fmla="*/ 1 h 7"/>
                <a:gd name="T4" fmla="*/ 0 w 86"/>
                <a:gd name="T5" fmla="*/ 2 h 7"/>
                <a:gd name="T6" fmla="*/ 10 w 86"/>
                <a:gd name="T7" fmla="*/ 2 h 7"/>
                <a:gd name="T8" fmla="*/ 18 w 8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7">
                  <a:moveTo>
                    <a:pt x="86" y="0"/>
                  </a:moveTo>
                  <a:cubicBezTo>
                    <a:pt x="71" y="1"/>
                    <a:pt x="56" y="4"/>
                    <a:pt x="41" y="4"/>
                  </a:cubicBezTo>
                  <a:cubicBezTo>
                    <a:pt x="28" y="5"/>
                    <a:pt x="13" y="4"/>
                    <a:pt x="0" y="6"/>
                  </a:cubicBezTo>
                  <a:cubicBezTo>
                    <a:pt x="14" y="7"/>
                    <a:pt x="28" y="5"/>
                    <a:pt x="42" y="5"/>
                  </a:cubicBezTo>
                  <a:cubicBezTo>
                    <a:pt x="51" y="5"/>
                    <a:pt x="63" y="7"/>
                    <a:pt x="7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349">
              <a:extLst>
                <a:ext uri="{FF2B5EF4-FFF2-40B4-BE49-F238E27FC236}">
                  <a16:creationId xmlns:a16="http://schemas.microsoft.com/office/drawing/2014/main" id="{7EFE76BC-3A9A-44DE-B7C2-1C9A6E300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995"/>
              <a:ext cx="59" cy="8"/>
            </a:xfrm>
            <a:custGeom>
              <a:avLst/>
              <a:gdLst>
                <a:gd name="T0" fmla="*/ 23 w 93"/>
                <a:gd name="T1" fmla="*/ 1 h 12"/>
                <a:gd name="T2" fmla="*/ 0 w 93"/>
                <a:gd name="T3" fmla="*/ 3 h 12"/>
                <a:gd name="T4" fmla="*/ 10 w 93"/>
                <a:gd name="T5" fmla="*/ 3 h 12"/>
                <a:gd name="T6" fmla="*/ 22 w 93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2">
                  <a:moveTo>
                    <a:pt x="93" y="5"/>
                  </a:moveTo>
                  <a:cubicBezTo>
                    <a:pt x="62" y="0"/>
                    <a:pt x="30" y="10"/>
                    <a:pt x="0" y="9"/>
                  </a:cubicBezTo>
                  <a:cubicBezTo>
                    <a:pt x="11" y="6"/>
                    <a:pt x="26" y="10"/>
                    <a:pt x="38" y="11"/>
                  </a:cubicBezTo>
                  <a:cubicBezTo>
                    <a:pt x="53" y="12"/>
                    <a:pt x="69" y="9"/>
                    <a:pt x="8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Freeform 350">
              <a:extLst>
                <a:ext uri="{FF2B5EF4-FFF2-40B4-BE49-F238E27FC236}">
                  <a16:creationId xmlns:a16="http://schemas.microsoft.com/office/drawing/2014/main" id="{275052EF-199C-44C5-818D-B26B2CEED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091"/>
              <a:ext cx="56" cy="6"/>
            </a:xfrm>
            <a:custGeom>
              <a:avLst/>
              <a:gdLst>
                <a:gd name="T0" fmla="*/ 23 w 88"/>
                <a:gd name="T1" fmla="*/ 1 h 9"/>
                <a:gd name="T2" fmla="*/ 13 w 88"/>
                <a:gd name="T3" fmla="*/ 2 h 9"/>
                <a:gd name="T4" fmla="*/ 0 w 88"/>
                <a:gd name="T5" fmla="*/ 1 h 9"/>
                <a:gd name="T6" fmla="*/ 18 w 8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9">
                  <a:moveTo>
                    <a:pt x="88" y="5"/>
                  </a:moveTo>
                  <a:cubicBezTo>
                    <a:pt x="74" y="7"/>
                    <a:pt x="61" y="7"/>
                    <a:pt x="48" y="7"/>
                  </a:cubicBezTo>
                  <a:cubicBezTo>
                    <a:pt x="33" y="6"/>
                    <a:pt x="15" y="0"/>
                    <a:pt x="0" y="4"/>
                  </a:cubicBezTo>
                  <a:cubicBezTo>
                    <a:pt x="23" y="4"/>
                    <a:pt x="51" y="9"/>
                    <a:pt x="7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Freeform 351">
              <a:extLst>
                <a:ext uri="{FF2B5EF4-FFF2-40B4-BE49-F238E27FC236}">
                  <a16:creationId xmlns:a16="http://schemas.microsoft.com/office/drawing/2014/main" id="{8363FC53-4B00-459F-A536-E57CE74AE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128"/>
              <a:ext cx="16" cy="8"/>
            </a:xfrm>
            <a:custGeom>
              <a:avLst/>
              <a:gdLst>
                <a:gd name="T0" fmla="*/ 6 w 26"/>
                <a:gd name="T1" fmla="*/ 1 h 12"/>
                <a:gd name="T2" fmla="*/ 1 w 26"/>
                <a:gd name="T3" fmla="*/ 0 h 12"/>
                <a:gd name="T4" fmla="*/ 6 w 26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26" y="5"/>
                  </a:moveTo>
                  <a:cubicBezTo>
                    <a:pt x="19" y="4"/>
                    <a:pt x="8" y="12"/>
                    <a:pt x="4" y="0"/>
                  </a:cubicBezTo>
                  <a:cubicBezTo>
                    <a:pt x="0" y="10"/>
                    <a:pt x="17" y="11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352">
              <a:extLst>
                <a:ext uri="{FF2B5EF4-FFF2-40B4-BE49-F238E27FC236}">
                  <a16:creationId xmlns:a16="http://schemas.microsoft.com/office/drawing/2014/main" id="{A4721479-7EEC-4860-A040-C744DE0DF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210"/>
              <a:ext cx="15" cy="9"/>
            </a:xfrm>
            <a:custGeom>
              <a:avLst/>
              <a:gdLst>
                <a:gd name="T0" fmla="*/ 6 w 24"/>
                <a:gd name="T1" fmla="*/ 2 h 14"/>
                <a:gd name="T2" fmla="*/ 2 w 24"/>
                <a:gd name="T3" fmla="*/ 0 h 14"/>
                <a:gd name="T4" fmla="*/ 6 w 24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24" y="6"/>
                  </a:moveTo>
                  <a:cubicBezTo>
                    <a:pt x="18" y="9"/>
                    <a:pt x="7" y="9"/>
                    <a:pt x="6" y="0"/>
                  </a:cubicBezTo>
                  <a:cubicBezTo>
                    <a:pt x="0" y="14"/>
                    <a:pt x="15" y="10"/>
                    <a:pt x="2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353">
              <a:extLst>
                <a:ext uri="{FF2B5EF4-FFF2-40B4-BE49-F238E27FC236}">
                  <a16:creationId xmlns:a16="http://schemas.microsoft.com/office/drawing/2014/main" id="{D03D671D-A0AE-4F8B-B22E-90DDE520A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259"/>
              <a:ext cx="51" cy="22"/>
            </a:xfrm>
            <a:custGeom>
              <a:avLst/>
              <a:gdLst>
                <a:gd name="T0" fmla="*/ 21 w 80"/>
                <a:gd name="T1" fmla="*/ 9 h 34"/>
                <a:gd name="T2" fmla="*/ 10 w 80"/>
                <a:gd name="T3" fmla="*/ 4 h 34"/>
                <a:gd name="T4" fmla="*/ 0 w 80"/>
                <a:gd name="T5" fmla="*/ 1 h 34"/>
                <a:gd name="T6" fmla="*/ 20 w 80"/>
                <a:gd name="T7" fmla="*/ 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4">
                  <a:moveTo>
                    <a:pt x="80" y="34"/>
                  </a:moveTo>
                  <a:cubicBezTo>
                    <a:pt x="77" y="25"/>
                    <a:pt x="44" y="19"/>
                    <a:pt x="36" y="15"/>
                  </a:cubicBezTo>
                  <a:cubicBezTo>
                    <a:pt x="24" y="10"/>
                    <a:pt x="13" y="0"/>
                    <a:pt x="0" y="1"/>
                  </a:cubicBezTo>
                  <a:cubicBezTo>
                    <a:pt x="21" y="19"/>
                    <a:pt x="55" y="19"/>
                    <a:pt x="79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Freeform 354">
              <a:extLst>
                <a:ext uri="{FF2B5EF4-FFF2-40B4-BE49-F238E27FC236}">
                  <a16:creationId xmlns:a16="http://schemas.microsoft.com/office/drawing/2014/main" id="{8284A967-50BC-41F7-9072-13274EFDD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292"/>
              <a:ext cx="16" cy="11"/>
            </a:xfrm>
            <a:custGeom>
              <a:avLst/>
              <a:gdLst>
                <a:gd name="T0" fmla="*/ 2 w 24"/>
                <a:gd name="T1" fmla="*/ 0 h 17"/>
                <a:gd name="T2" fmla="*/ 7 w 24"/>
                <a:gd name="T3" fmla="*/ 3 h 17"/>
                <a:gd name="T4" fmla="*/ 1 w 24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6" y="0"/>
                  </a:moveTo>
                  <a:cubicBezTo>
                    <a:pt x="5" y="8"/>
                    <a:pt x="15" y="17"/>
                    <a:pt x="24" y="13"/>
                  </a:cubicBezTo>
                  <a:cubicBezTo>
                    <a:pt x="18" y="16"/>
                    <a:pt x="0" y="15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355">
              <a:extLst>
                <a:ext uri="{FF2B5EF4-FFF2-40B4-BE49-F238E27FC236}">
                  <a16:creationId xmlns:a16="http://schemas.microsoft.com/office/drawing/2014/main" id="{933FC1CB-88F5-4A0D-9F04-BCD561AAC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377"/>
              <a:ext cx="15" cy="11"/>
            </a:xfrm>
            <a:custGeom>
              <a:avLst/>
              <a:gdLst>
                <a:gd name="T0" fmla="*/ 6 w 24"/>
                <a:gd name="T1" fmla="*/ 2 h 18"/>
                <a:gd name="T2" fmla="*/ 1 w 24"/>
                <a:gd name="T3" fmla="*/ 0 h 18"/>
                <a:gd name="T4" fmla="*/ 1 w 24"/>
                <a:gd name="T5" fmla="*/ 3 h 18"/>
                <a:gd name="T6" fmla="*/ 4 w 24"/>
                <a:gd name="T7" fmla="*/ 4 h 18"/>
                <a:gd name="T8" fmla="*/ 6 w 24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24" y="11"/>
                  </a:moveTo>
                  <a:cubicBezTo>
                    <a:pt x="16" y="18"/>
                    <a:pt x="4" y="6"/>
                    <a:pt x="1" y="0"/>
                  </a:cubicBezTo>
                  <a:cubicBezTo>
                    <a:pt x="1" y="5"/>
                    <a:pt x="0" y="10"/>
                    <a:pt x="4" y="13"/>
                  </a:cubicBezTo>
                  <a:cubicBezTo>
                    <a:pt x="7" y="15"/>
                    <a:pt x="14" y="14"/>
                    <a:pt x="18" y="14"/>
                  </a:cubicBezTo>
                  <a:cubicBezTo>
                    <a:pt x="21" y="14"/>
                    <a:pt x="23" y="15"/>
                    <a:pt x="2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356">
              <a:extLst>
                <a:ext uri="{FF2B5EF4-FFF2-40B4-BE49-F238E27FC236}">
                  <a16:creationId xmlns:a16="http://schemas.microsoft.com/office/drawing/2014/main" id="{B591E323-8BE8-4F1F-946B-83E0C518A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352"/>
              <a:ext cx="49" cy="14"/>
            </a:xfrm>
            <a:custGeom>
              <a:avLst/>
              <a:gdLst>
                <a:gd name="T0" fmla="*/ 20 w 77"/>
                <a:gd name="T1" fmla="*/ 5 h 22"/>
                <a:gd name="T2" fmla="*/ 10 w 77"/>
                <a:gd name="T3" fmla="*/ 3 h 22"/>
                <a:gd name="T4" fmla="*/ 0 w 77"/>
                <a:gd name="T5" fmla="*/ 0 h 22"/>
                <a:gd name="T6" fmla="*/ 6 w 77"/>
                <a:gd name="T7" fmla="*/ 3 h 22"/>
                <a:gd name="T8" fmla="*/ 17 w 77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2">
                  <a:moveTo>
                    <a:pt x="77" y="21"/>
                  </a:moveTo>
                  <a:cubicBezTo>
                    <a:pt x="64" y="22"/>
                    <a:pt x="49" y="16"/>
                    <a:pt x="38" y="12"/>
                  </a:cubicBezTo>
                  <a:cubicBezTo>
                    <a:pt x="26" y="7"/>
                    <a:pt x="11" y="5"/>
                    <a:pt x="0" y="0"/>
                  </a:cubicBezTo>
                  <a:cubicBezTo>
                    <a:pt x="8" y="4"/>
                    <a:pt x="15" y="8"/>
                    <a:pt x="24" y="11"/>
                  </a:cubicBezTo>
                  <a:cubicBezTo>
                    <a:pt x="36" y="15"/>
                    <a:pt x="55" y="15"/>
                    <a:pt x="64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357">
              <a:extLst>
                <a:ext uri="{FF2B5EF4-FFF2-40B4-BE49-F238E27FC236}">
                  <a16:creationId xmlns:a16="http://schemas.microsoft.com/office/drawing/2014/main" id="{83510ECC-4843-4A8A-9637-592AE9695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463"/>
              <a:ext cx="19" cy="17"/>
            </a:xfrm>
            <a:custGeom>
              <a:avLst/>
              <a:gdLst>
                <a:gd name="T0" fmla="*/ 4 w 29"/>
                <a:gd name="T1" fmla="*/ 0 h 26"/>
                <a:gd name="T2" fmla="*/ 8 w 29"/>
                <a:gd name="T3" fmla="*/ 7 h 26"/>
                <a:gd name="T4" fmla="*/ 4 w 2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13" y="0"/>
                  </a:moveTo>
                  <a:cubicBezTo>
                    <a:pt x="10" y="9"/>
                    <a:pt x="17" y="26"/>
                    <a:pt x="29" y="24"/>
                  </a:cubicBezTo>
                  <a:cubicBezTo>
                    <a:pt x="17" y="24"/>
                    <a:pt x="0" y="12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358">
              <a:extLst>
                <a:ext uri="{FF2B5EF4-FFF2-40B4-BE49-F238E27FC236}">
                  <a16:creationId xmlns:a16="http://schemas.microsoft.com/office/drawing/2014/main" id="{3F67B51F-D11E-48E0-82C0-8427D9E8E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549"/>
              <a:ext cx="34" cy="23"/>
            </a:xfrm>
            <a:custGeom>
              <a:avLst/>
              <a:gdLst>
                <a:gd name="T0" fmla="*/ 13 w 54"/>
                <a:gd name="T1" fmla="*/ 9 h 35"/>
                <a:gd name="T2" fmla="*/ 9 w 54"/>
                <a:gd name="T3" fmla="*/ 7 h 35"/>
                <a:gd name="T4" fmla="*/ 9 w 54"/>
                <a:gd name="T5" fmla="*/ 4 h 35"/>
                <a:gd name="T6" fmla="*/ 6 w 54"/>
                <a:gd name="T7" fmla="*/ 2 h 35"/>
                <a:gd name="T8" fmla="*/ 0 w 54"/>
                <a:gd name="T9" fmla="*/ 0 h 35"/>
                <a:gd name="T10" fmla="*/ 8 w 54"/>
                <a:gd name="T11" fmla="*/ 3 h 35"/>
                <a:gd name="T12" fmla="*/ 8 w 54"/>
                <a:gd name="T13" fmla="*/ 7 h 35"/>
                <a:gd name="T14" fmla="*/ 13 w 54"/>
                <a:gd name="T15" fmla="*/ 9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35">
                  <a:moveTo>
                    <a:pt x="54" y="32"/>
                  </a:moveTo>
                  <a:cubicBezTo>
                    <a:pt x="49" y="35"/>
                    <a:pt x="41" y="32"/>
                    <a:pt x="38" y="26"/>
                  </a:cubicBezTo>
                  <a:cubicBezTo>
                    <a:pt x="37" y="23"/>
                    <a:pt x="39" y="17"/>
                    <a:pt x="38" y="14"/>
                  </a:cubicBezTo>
                  <a:cubicBezTo>
                    <a:pt x="35" y="8"/>
                    <a:pt x="28" y="7"/>
                    <a:pt x="22" y="6"/>
                  </a:cubicBezTo>
                  <a:cubicBezTo>
                    <a:pt x="14" y="4"/>
                    <a:pt x="7" y="1"/>
                    <a:pt x="0" y="0"/>
                  </a:cubicBezTo>
                  <a:cubicBezTo>
                    <a:pt x="8" y="3"/>
                    <a:pt x="24" y="5"/>
                    <a:pt x="30" y="10"/>
                  </a:cubicBezTo>
                  <a:cubicBezTo>
                    <a:pt x="33" y="14"/>
                    <a:pt x="31" y="19"/>
                    <a:pt x="33" y="23"/>
                  </a:cubicBezTo>
                  <a:cubicBezTo>
                    <a:pt x="36" y="28"/>
                    <a:pt x="43" y="31"/>
                    <a:pt x="49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359">
              <a:extLst>
                <a:ext uri="{FF2B5EF4-FFF2-40B4-BE49-F238E27FC236}">
                  <a16:creationId xmlns:a16="http://schemas.microsoft.com/office/drawing/2014/main" id="{0186F011-EAE5-4ED3-8D53-EC673E70D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559"/>
              <a:ext cx="21" cy="19"/>
            </a:xfrm>
            <a:custGeom>
              <a:avLst/>
              <a:gdLst>
                <a:gd name="T0" fmla="*/ 6 w 32"/>
                <a:gd name="T1" fmla="*/ 7 h 30"/>
                <a:gd name="T2" fmla="*/ 2 w 32"/>
                <a:gd name="T3" fmla="*/ 1 h 30"/>
                <a:gd name="T4" fmla="*/ 6 w 32"/>
                <a:gd name="T5" fmla="*/ 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0">
                  <a:moveTo>
                    <a:pt x="21" y="29"/>
                  </a:moveTo>
                  <a:cubicBezTo>
                    <a:pt x="32" y="28"/>
                    <a:pt x="17" y="0"/>
                    <a:pt x="7" y="5"/>
                  </a:cubicBezTo>
                  <a:cubicBezTo>
                    <a:pt x="0" y="9"/>
                    <a:pt x="25" y="21"/>
                    <a:pt x="2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360">
              <a:extLst>
                <a:ext uri="{FF2B5EF4-FFF2-40B4-BE49-F238E27FC236}">
                  <a16:creationId xmlns:a16="http://schemas.microsoft.com/office/drawing/2014/main" id="{712BCC29-2214-419E-85D9-042E2F78F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659"/>
              <a:ext cx="16" cy="20"/>
            </a:xfrm>
            <a:custGeom>
              <a:avLst/>
              <a:gdLst>
                <a:gd name="T0" fmla="*/ 0 w 26"/>
                <a:gd name="T1" fmla="*/ 1 h 30"/>
                <a:gd name="T2" fmla="*/ 4 w 26"/>
                <a:gd name="T3" fmla="*/ 7 h 30"/>
                <a:gd name="T4" fmla="*/ 1 w 26"/>
                <a:gd name="T5" fmla="*/ 5 h 30"/>
                <a:gd name="T6" fmla="*/ 0 w 26"/>
                <a:gd name="T7" fmla="*/ 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0">
                  <a:moveTo>
                    <a:pt x="0" y="3"/>
                  </a:moveTo>
                  <a:cubicBezTo>
                    <a:pt x="9" y="0"/>
                    <a:pt x="26" y="17"/>
                    <a:pt x="18" y="25"/>
                  </a:cubicBezTo>
                  <a:cubicBezTo>
                    <a:pt x="13" y="30"/>
                    <a:pt x="7" y="22"/>
                    <a:pt x="6" y="18"/>
                  </a:cubicBezTo>
                  <a:cubicBezTo>
                    <a:pt x="4" y="14"/>
                    <a:pt x="11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361">
              <a:extLst>
                <a:ext uri="{FF2B5EF4-FFF2-40B4-BE49-F238E27FC236}">
                  <a16:creationId xmlns:a16="http://schemas.microsoft.com/office/drawing/2014/main" id="{CE5737B6-9752-404A-BF1A-C2948FD40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752"/>
              <a:ext cx="16" cy="16"/>
            </a:xfrm>
            <a:custGeom>
              <a:avLst/>
              <a:gdLst>
                <a:gd name="T0" fmla="*/ 0 w 25"/>
                <a:gd name="T1" fmla="*/ 0 h 26"/>
                <a:gd name="T2" fmla="*/ 6 w 25"/>
                <a:gd name="T3" fmla="*/ 4 h 26"/>
                <a:gd name="T4" fmla="*/ 4 w 25"/>
                <a:gd name="T5" fmla="*/ 6 h 26"/>
                <a:gd name="T6" fmla="*/ 2 w 25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0" y="0"/>
                  </a:moveTo>
                  <a:cubicBezTo>
                    <a:pt x="7" y="6"/>
                    <a:pt x="15" y="9"/>
                    <a:pt x="23" y="14"/>
                  </a:cubicBezTo>
                  <a:cubicBezTo>
                    <a:pt x="24" y="22"/>
                    <a:pt x="25" y="26"/>
                    <a:pt x="16" y="22"/>
                  </a:cubicBezTo>
                  <a:cubicBezTo>
                    <a:pt x="9" y="19"/>
                    <a:pt x="5" y="1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362">
              <a:extLst>
                <a:ext uri="{FF2B5EF4-FFF2-40B4-BE49-F238E27FC236}">
                  <a16:creationId xmlns:a16="http://schemas.microsoft.com/office/drawing/2014/main" id="{2FA5A801-05CB-4F4D-B746-D1B8E5F2D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634"/>
              <a:ext cx="14" cy="11"/>
            </a:xfrm>
            <a:custGeom>
              <a:avLst/>
              <a:gdLst>
                <a:gd name="T0" fmla="*/ 6 w 22"/>
                <a:gd name="T1" fmla="*/ 5 h 17"/>
                <a:gd name="T2" fmla="*/ 5 w 22"/>
                <a:gd name="T3" fmla="*/ 1 h 17"/>
                <a:gd name="T4" fmla="*/ 0 w 22"/>
                <a:gd name="T5" fmla="*/ 0 h 17"/>
                <a:gd name="T6" fmla="*/ 4 w 22"/>
                <a:gd name="T7" fmla="*/ 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7">
                  <a:moveTo>
                    <a:pt x="22" y="17"/>
                  </a:moveTo>
                  <a:cubicBezTo>
                    <a:pt x="20" y="13"/>
                    <a:pt x="22" y="9"/>
                    <a:pt x="19" y="5"/>
                  </a:cubicBezTo>
                  <a:cubicBezTo>
                    <a:pt x="16" y="2"/>
                    <a:pt x="4" y="0"/>
                    <a:pt x="0" y="0"/>
                  </a:cubicBezTo>
                  <a:cubicBezTo>
                    <a:pt x="4" y="7"/>
                    <a:pt x="20" y="5"/>
                    <a:pt x="18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363">
              <a:extLst>
                <a:ext uri="{FF2B5EF4-FFF2-40B4-BE49-F238E27FC236}">
                  <a16:creationId xmlns:a16="http://schemas.microsoft.com/office/drawing/2014/main" id="{AF0A7655-25D1-4991-8F6D-68BE39577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724"/>
              <a:ext cx="29" cy="18"/>
            </a:xfrm>
            <a:custGeom>
              <a:avLst/>
              <a:gdLst>
                <a:gd name="T0" fmla="*/ 11 w 44"/>
                <a:gd name="T1" fmla="*/ 8 h 28"/>
                <a:gd name="T2" fmla="*/ 0 w 44"/>
                <a:gd name="T3" fmla="*/ 1 h 28"/>
                <a:gd name="T4" fmla="*/ 12 w 44"/>
                <a:gd name="T5" fmla="*/ 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8">
                  <a:moveTo>
                    <a:pt x="39" y="28"/>
                  </a:moveTo>
                  <a:cubicBezTo>
                    <a:pt x="42" y="4"/>
                    <a:pt x="20" y="0"/>
                    <a:pt x="0" y="3"/>
                  </a:cubicBezTo>
                  <a:cubicBezTo>
                    <a:pt x="14" y="7"/>
                    <a:pt x="44" y="7"/>
                    <a:pt x="42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9" name="Freeform 364">
              <a:extLst>
                <a:ext uri="{FF2B5EF4-FFF2-40B4-BE49-F238E27FC236}">
                  <a16:creationId xmlns:a16="http://schemas.microsoft.com/office/drawing/2014/main" id="{FEA0E029-BBEE-4341-B8CE-553F2203B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823"/>
              <a:ext cx="24" cy="14"/>
            </a:xfrm>
            <a:custGeom>
              <a:avLst/>
              <a:gdLst>
                <a:gd name="T0" fmla="*/ 9 w 38"/>
                <a:gd name="T1" fmla="*/ 6 h 21"/>
                <a:gd name="T2" fmla="*/ 6 w 38"/>
                <a:gd name="T3" fmla="*/ 1 h 21"/>
                <a:gd name="T4" fmla="*/ 0 w 38"/>
                <a:gd name="T5" fmla="*/ 1 h 21"/>
                <a:gd name="T6" fmla="*/ 8 w 38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1">
                  <a:moveTo>
                    <a:pt x="38" y="21"/>
                  </a:moveTo>
                  <a:cubicBezTo>
                    <a:pt x="33" y="15"/>
                    <a:pt x="33" y="5"/>
                    <a:pt x="25" y="2"/>
                  </a:cubicBezTo>
                  <a:cubicBezTo>
                    <a:pt x="20" y="0"/>
                    <a:pt x="5" y="2"/>
                    <a:pt x="0" y="4"/>
                  </a:cubicBezTo>
                  <a:cubicBezTo>
                    <a:pt x="12" y="2"/>
                    <a:pt x="23" y="6"/>
                    <a:pt x="3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Freeform 365">
              <a:extLst>
                <a:ext uri="{FF2B5EF4-FFF2-40B4-BE49-F238E27FC236}">
                  <a16:creationId xmlns:a16="http://schemas.microsoft.com/office/drawing/2014/main" id="{B1862FEA-F89B-4207-A654-A46DBF4AC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849"/>
              <a:ext cx="31" cy="22"/>
            </a:xfrm>
            <a:custGeom>
              <a:avLst/>
              <a:gdLst>
                <a:gd name="T0" fmla="*/ 3 w 48"/>
                <a:gd name="T1" fmla="*/ 1 h 34"/>
                <a:gd name="T2" fmla="*/ 9 w 48"/>
                <a:gd name="T3" fmla="*/ 1 h 34"/>
                <a:gd name="T4" fmla="*/ 9 w 48"/>
                <a:gd name="T5" fmla="*/ 9 h 34"/>
                <a:gd name="T6" fmla="*/ 6 w 48"/>
                <a:gd name="T7" fmla="*/ 5 h 34"/>
                <a:gd name="T8" fmla="*/ 3 w 48"/>
                <a:gd name="T9" fmla="*/ 5 h 34"/>
                <a:gd name="T10" fmla="*/ 3 w 48"/>
                <a:gd name="T11" fmla="*/ 2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4">
                  <a:moveTo>
                    <a:pt x="9" y="5"/>
                  </a:moveTo>
                  <a:cubicBezTo>
                    <a:pt x="18" y="6"/>
                    <a:pt x="24" y="0"/>
                    <a:pt x="32" y="5"/>
                  </a:cubicBezTo>
                  <a:cubicBezTo>
                    <a:pt x="40" y="10"/>
                    <a:pt x="48" y="34"/>
                    <a:pt x="32" y="32"/>
                  </a:cubicBezTo>
                  <a:cubicBezTo>
                    <a:pt x="25" y="31"/>
                    <a:pt x="29" y="23"/>
                    <a:pt x="25" y="20"/>
                  </a:cubicBezTo>
                  <a:cubicBezTo>
                    <a:pt x="22" y="16"/>
                    <a:pt x="17" y="19"/>
                    <a:pt x="13" y="18"/>
                  </a:cubicBezTo>
                  <a:cubicBezTo>
                    <a:pt x="5" y="17"/>
                    <a:pt x="0" y="11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1" name="Freeform 366">
              <a:extLst>
                <a:ext uri="{FF2B5EF4-FFF2-40B4-BE49-F238E27FC236}">
                  <a16:creationId xmlns:a16="http://schemas.microsoft.com/office/drawing/2014/main" id="{BBD161AF-6052-4315-A65D-A832FD777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914"/>
              <a:ext cx="33" cy="6"/>
            </a:xfrm>
            <a:custGeom>
              <a:avLst/>
              <a:gdLst>
                <a:gd name="T0" fmla="*/ 13 w 52"/>
                <a:gd name="T1" fmla="*/ 3 h 9"/>
                <a:gd name="T2" fmla="*/ 9 w 52"/>
                <a:gd name="T3" fmla="*/ 0 h 9"/>
                <a:gd name="T4" fmla="*/ 0 w 52"/>
                <a:gd name="T5" fmla="*/ 2 h 9"/>
                <a:gd name="T6" fmla="*/ 7 w 52"/>
                <a:gd name="T7" fmla="*/ 2 h 9"/>
                <a:gd name="T8" fmla="*/ 13 w 52"/>
                <a:gd name="T9" fmla="*/ 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">
                  <a:moveTo>
                    <a:pt x="52" y="9"/>
                  </a:moveTo>
                  <a:cubicBezTo>
                    <a:pt x="51" y="0"/>
                    <a:pt x="41" y="0"/>
                    <a:pt x="34" y="0"/>
                  </a:cubicBezTo>
                  <a:cubicBezTo>
                    <a:pt x="24" y="0"/>
                    <a:pt x="9" y="3"/>
                    <a:pt x="0" y="8"/>
                  </a:cubicBezTo>
                  <a:cubicBezTo>
                    <a:pt x="10" y="7"/>
                    <a:pt x="18" y="8"/>
                    <a:pt x="28" y="6"/>
                  </a:cubicBezTo>
                  <a:cubicBezTo>
                    <a:pt x="34" y="5"/>
                    <a:pt x="45" y="0"/>
                    <a:pt x="49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2" name="Freeform 367">
              <a:extLst>
                <a:ext uri="{FF2B5EF4-FFF2-40B4-BE49-F238E27FC236}">
                  <a16:creationId xmlns:a16="http://schemas.microsoft.com/office/drawing/2014/main" id="{069AB5CB-FC7B-4459-8FED-7DC1D212F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998"/>
              <a:ext cx="22" cy="12"/>
            </a:xfrm>
            <a:custGeom>
              <a:avLst/>
              <a:gdLst>
                <a:gd name="T0" fmla="*/ 9 w 34"/>
                <a:gd name="T1" fmla="*/ 3 h 19"/>
                <a:gd name="T2" fmla="*/ 6 w 34"/>
                <a:gd name="T3" fmla="*/ 1 h 19"/>
                <a:gd name="T4" fmla="*/ 0 w 34"/>
                <a:gd name="T5" fmla="*/ 3 h 19"/>
                <a:gd name="T6" fmla="*/ 8 w 34"/>
                <a:gd name="T7" fmla="*/ 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9">
                  <a:moveTo>
                    <a:pt x="34" y="12"/>
                  </a:moveTo>
                  <a:cubicBezTo>
                    <a:pt x="28" y="15"/>
                    <a:pt x="26" y="5"/>
                    <a:pt x="21" y="4"/>
                  </a:cubicBezTo>
                  <a:cubicBezTo>
                    <a:pt x="16" y="3"/>
                    <a:pt x="4" y="8"/>
                    <a:pt x="0" y="11"/>
                  </a:cubicBezTo>
                  <a:cubicBezTo>
                    <a:pt x="12" y="0"/>
                    <a:pt x="20" y="19"/>
                    <a:pt x="3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3" name="Freeform 368">
              <a:extLst>
                <a:ext uri="{FF2B5EF4-FFF2-40B4-BE49-F238E27FC236}">
                  <a16:creationId xmlns:a16="http://schemas.microsoft.com/office/drawing/2014/main" id="{A0D32C81-6BD0-4B88-835C-EA475F182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069"/>
              <a:ext cx="11" cy="10"/>
            </a:xfrm>
            <a:custGeom>
              <a:avLst/>
              <a:gdLst>
                <a:gd name="T0" fmla="*/ 4 w 18"/>
                <a:gd name="T1" fmla="*/ 4 h 16"/>
                <a:gd name="T2" fmla="*/ 0 w 18"/>
                <a:gd name="T3" fmla="*/ 3 h 16"/>
                <a:gd name="T4" fmla="*/ 4 w 18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8" y="14"/>
                  </a:moveTo>
                  <a:cubicBezTo>
                    <a:pt x="13" y="0"/>
                    <a:pt x="8" y="10"/>
                    <a:pt x="0" y="13"/>
                  </a:cubicBezTo>
                  <a:cubicBezTo>
                    <a:pt x="6" y="13"/>
                    <a:pt x="12" y="12"/>
                    <a:pt x="18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4" name="Freeform 369">
              <a:extLst>
                <a:ext uri="{FF2B5EF4-FFF2-40B4-BE49-F238E27FC236}">
                  <a16:creationId xmlns:a16="http://schemas.microsoft.com/office/drawing/2014/main" id="{2923A4AE-67BF-457C-9DB2-379E33B57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1490"/>
              <a:ext cx="54" cy="170"/>
            </a:xfrm>
            <a:custGeom>
              <a:avLst/>
              <a:gdLst>
                <a:gd name="T0" fmla="*/ 11 w 84"/>
                <a:gd name="T1" fmla="*/ 63 h 267"/>
                <a:gd name="T2" fmla="*/ 13 w 84"/>
                <a:gd name="T3" fmla="*/ 1 h 267"/>
                <a:gd name="T4" fmla="*/ 21 w 84"/>
                <a:gd name="T5" fmla="*/ 7 h 267"/>
                <a:gd name="T6" fmla="*/ 23 w 84"/>
                <a:gd name="T7" fmla="*/ 52 h 267"/>
                <a:gd name="T8" fmla="*/ 11 w 84"/>
                <a:gd name="T9" fmla="*/ 63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67">
                  <a:moveTo>
                    <a:pt x="42" y="244"/>
                  </a:moveTo>
                  <a:cubicBezTo>
                    <a:pt x="48" y="267"/>
                    <a:pt x="0" y="49"/>
                    <a:pt x="48" y="2"/>
                  </a:cubicBezTo>
                  <a:cubicBezTo>
                    <a:pt x="48" y="2"/>
                    <a:pt x="73" y="0"/>
                    <a:pt x="80" y="28"/>
                  </a:cubicBezTo>
                  <a:cubicBezTo>
                    <a:pt x="80" y="28"/>
                    <a:pt x="45" y="93"/>
                    <a:pt x="84" y="202"/>
                  </a:cubicBezTo>
                  <a:lnTo>
                    <a:pt x="42" y="244"/>
                  </a:lnTo>
                  <a:close/>
                </a:path>
              </a:pathLst>
            </a:custGeom>
            <a:solidFill>
              <a:srgbClr val="E95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5" name="Freeform 370">
              <a:extLst>
                <a:ext uri="{FF2B5EF4-FFF2-40B4-BE49-F238E27FC236}">
                  <a16:creationId xmlns:a16="http://schemas.microsoft.com/office/drawing/2014/main" id="{79D39720-561B-4499-8F3E-FC7F95244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1490"/>
              <a:ext cx="54" cy="170"/>
            </a:xfrm>
            <a:custGeom>
              <a:avLst/>
              <a:gdLst>
                <a:gd name="T0" fmla="*/ 11 w 84"/>
                <a:gd name="T1" fmla="*/ 63 h 267"/>
                <a:gd name="T2" fmla="*/ 13 w 84"/>
                <a:gd name="T3" fmla="*/ 1 h 267"/>
                <a:gd name="T4" fmla="*/ 21 w 84"/>
                <a:gd name="T5" fmla="*/ 7 h 267"/>
                <a:gd name="T6" fmla="*/ 23 w 84"/>
                <a:gd name="T7" fmla="*/ 52 h 267"/>
                <a:gd name="T8" fmla="*/ 11 w 84"/>
                <a:gd name="T9" fmla="*/ 63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67">
                  <a:moveTo>
                    <a:pt x="42" y="244"/>
                  </a:moveTo>
                  <a:cubicBezTo>
                    <a:pt x="48" y="267"/>
                    <a:pt x="0" y="49"/>
                    <a:pt x="48" y="2"/>
                  </a:cubicBezTo>
                  <a:cubicBezTo>
                    <a:pt x="48" y="2"/>
                    <a:pt x="73" y="0"/>
                    <a:pt x="80" y="28"/>
                  </a:cubicBezTo>
                  <a:cubicBezTo>
                    <a:pt x="80" y="28"/>
                    <a:pt x="45" y="93"/>
                    <a:pt x="84" y="202"/>
                  </a:cubicBezTo>
                  <a:lnTo>
                    <a:pt x="42" y="244"/>
                  </a:lnTo>
                  <a:close/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6" name="Freeform 371">
              <a:extLst>
                <a:ext uri="{FF2B5EF4-FFF2-40B4-BE49-F238E27FC236}">
                  <a16:creationId xmlns:a16="http://schemas.microsoft.com/office/drawing/2014/main" id="{2D3129C1-0348-46BC-A8F4-0E21D92C5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447"/>
              <a:ext cx="450" cy="1788"/>
            </a:xfrm>
            <a:custGeom>
              <a:avLst/>
              <a:gdLst>
                <a:gd name="T0" fmla="*/ 142 w 706"/>
                <a:gd name="T1" fmla="*/ 371 h 2808"/>
                <a:gd name="T2" fmla="*/ 140 w 706"/>
                <a:gd name="T3" fmla="*/ 131 h 2808"/>
                <a:gd name="T4" fmla="*/ 118 w 706"/>
                <a:gd name="T5" fmla="*/ 108 h 2808"/>
                <a:gd name="T6" fmla="*/ 92 w 706"/>
                <a:gd name="T7" fmla="*/ 62 h 2808"/>
                <a:gd name="T8" fmla="*/ 107 w 706"/>
                <a:gd name="T9" fmla="*/ 6 h 2808"/>
                <a:gd name="T10" fmla="*/ 98 w 706"/>
                <a:gd name="T11" fmla="*/ 3 h 2808"/>
                <a:gd name="T12" fmla="*/ 76 w 706"/>
                <a:gd name="T13" fmla="*/ 67 h 2808"/>
                <a:gd name="T14" fmla="*/ 60 w 706"/>
                <a:gd name="T15" fmla="*/ 90 h 2808"/>
                <a:gd name="T16" fmla="*/ 19 w 706"/>
                <a:gd name="T17" fmla="*/ 113 h 2808"/>
                <a:gd name="T18" fmla="*/ 4 w 706"/>
                <a:gd name="T19" fmla="*/ 171 h 2808"/>
                <a:gd name="T20" fmla="*/ 18 w 706"/>
                <a:gd name="T21" fmla="*/ 209 h 2808"/>
                <a:gd name="T22" fmla="*/ 40 w 706"/>
                <a:gd name="T23" fmla="*/ 226 h 2808"/>
                <a:gd name="T24" fmla="*/ 57 w 706"/>
                <a:gd name="T25" fmla="*/ 213 h 2808"/>
                <a:gd name="T26" fmla="*/ 57 w 706"/>
                <a:gd name="T27" fmla="*/ 212 h 2808"/>
                <a:gd name="T28" fmla="*/ 62 w 706"/>
                <a:gd name="T29" fmla="*/ 184 h 2808"/>
                <a:gd name="T30" fmla="*/ 45 w 706"/>
                <a:gd name="T31" fmla="*/ 167 h 2808"/>
                <a:gd name="T32" fmla="*/ 82 w 706"/>
                <a:gd name="T33" fmla="*/ 139 h 2808"/>
                <a:gd name="T34" fmla="*/ 113 w 706"/>
                <a:gd name="T35" fmla="*/ 339 h 2808"/>
                <a:gd name="T36" fmla="*/ 92 w 706"/>
                <a:gd name="T37" fmla="*/ 406 h 2808"/>
                <a:gd name="T38" fmla="*/ 71 w 706"/>
                <a:gd name="T39" fmla="*/ 404 h 2808"/>
                <a:gd name="T40" fmla="*/ 53 w 706"/>
                <a:gd name="T41" fmla="*/ 402 h 2808"/>
                <a:gd name="T42" fmla="*/ 51 w 706"/>
                <a:gd name="T43" fmla="*/ 411 h 2808"/>
                <a:gd name="T44" fmla="*/ 72 w 706"/>
                <a:gd name="T45" fmla="*/ 413 h 2808"/>
                <a:gd name="T46" fmla="*/ 50 w 706"/>
                <a:gd name="T47" fmla="*/ 425 h 2808"/>
                <a:gd name="T48" fmla="*/ 29 w 706"/>
                <a:gd name="T49" fmla="*/ 449 h 2808"/>
                <a:gd name="T50" fmla="*/ 36 w 706"/>
                <a:gd name="T51" fmla="*/ 451 h 2808"/>
                <a:gd name="T52" fmla="*/ 44 w 706"/>
                <a:gd name="T53" fmla="*/ 437 h 2808"/>
                <a:gd name="T54" fmla="*/ 85 w 706"/>
                <a:gd name="T55" fmla="*/ 422 h 2808"/>
                <a:gd name="T56" fmla="*/ 85 w 706"/>
                <a:gd name="T57" fmla="*/ 423 h 2808"/>
                <a:gd name="T58" fmla="*/ 66 w 706"/>
                <a:gd name="T59" fmla="*/ 483 h 2808"/>
                <a:gd name="T60" fmla="*/ 15 w 706"/>
                <a:gd name="T61" fmla="*/ 518 h 2808"/>
                <a:gd name="T62" fmla="*/ 15 w 706"/>
                <a:gd name="T63" fmla="*/ 532 h 2808"/>
                <a:gd name="T64" fmla="*/ 54 w 706"/>
                <a:gd name="T65" fmla="*/ 515 h 2808"/>
                <a:gd name="T66" fmla="*/ 66 w 706"/>
                <a:gd name="T67" fmla="*/ 514 h 2808"/>
                <a:gd name="T68" fmla="*/ 73 w 706"/>
                <a:gd name="T69" fmla="*/ 603 h 2808"/>
                <a:gd name="T70" fmla="*/ 85 w 706"/>
                <a:gd name="T71" fmla="*/ 717 h 2808"/>
                <a:gd name="T72" fmla="*/ 106 w 706"/>
                <a:gd name="T73" fmla="*/ 719 h 2808"/>
                <a:gd name="T74" fmla="*/ 106 w 706"/>
                <a:gd name="T75" fmla="*/ 700 h 2808"/>
                <a:gd name="T76" fmla="*/ 112 w 706"/>
                <a:gd name="T77" fmla="*/ 720 h 2808"/>
                <a:gd name="T78" fmla="*/ 138 w 706"/>
                <a:gd name="T79" fmla="*/ 712 h 2808"/>
                <a:gd name="T80" fmla="*/ 109 w 706"/>
                <a:gd name="T81" fmla="*/ 475 h 2808"/>
                <a:gd name="T82" fmla="*/ 142 w 706"/>
                <a:gd name="T83" fmla="*/ 371 h 28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06" h="2808">
                  <a:moveTo>
                    <a:pt x="546" y="1437"/>
                  </a:moveTo>
                  <a:cubicBezTo>
                    <a:pt x="617" y="1270"/>
                    <a:pt x="706" y="731"/>
                    <a:pt x="541" y="505"/>
                  </a:cubicBezTo>
                  <a:cubicBezTo>
                    <a:pt x="541" y="505"/>
                    <a:pt x="517" y="458"/>
                    <a:pt x="456" y="417"/>
                  </a:cubicBezTo>
                  <a:cubicBezTo>
                    <a:pt x="400" y="381"/>
                    <a:pt x="357" y="356"/>
                    <a:pt x="354" y="241"/>
                  </a:cubicBezTo>
                  <a:cubicBezTo>
                    <a:pt x="351" y="121"/>
                    <a:pt x="412" y="23"/>
                    <a:pt x="412" y="23"/>
                  </a:cubicBezTo>
                  <a:cubicBezTo>
                    <a:pt x="406" y="0"/>
                    <a:pt x="378" y="10"/>
                    <a:pt x="378" y="10"/>
                  </a:cubicBezTo>
                  <a:cubicBezTo>
                    <a:pt x="335" y="83"/>
                    <a:pt x="305" y="190"/>
                    <a:pt x="294" y="261"/>
                  </a:cubicBezTo>
                  <a:cubicBezTo>
                    <a:pt x="283" y="333"/>
                    <a:pt x="261" y="338"/>
                    <a:pt x="231" y="351"/>
                  </a:cubicBezTo>
                  <a:cubicBezTo>
                    <a:pt x="231" y="351"/>
                    <a:pt x="138" y="370"/>
                    <a:pt x="74" y="439"/>
                  </a:cubicBezTo>
                  <a:cubicBezTo>
                    <a:pt x="18" y="499"/>
                    <a:pt x="0" y="583"/>
                    <a:pt x="16" y="665"/>
                  </a:cubicBezTo>
                  <a:cubicBezTo>
                    <a:pt x="26" y="723"/>
                    <a:pt x="65" y="785"/>
                    <a:pt x="72" y="809"/>
                  </a:cubicBezTo>
                  <a:cubicBezTo>
                    <a:pt x="80" y="834"/>
                    <a:pt x="103" y="877"/>
                    <a:pt x="154" y="874"/>
                  </a:cubicBezTo>
                  <a:cubicBezTo>
                    <a:pt x="208" y="870"/>
                    <a:pt x="222" y="841"/>
                    <a:pt x="220" y="824"/>
                  </a:cubicBezTo>
                  <a:cubicBezTo>
                    <a:pt x="220" y="822"/>
                    <a:pt x="219" y="821"/>
                    <a:pt x="219" y="821"/>
                  </a:cubicBezTo>
                  <a:cubicBezTo>
                    <a:pt x="274" y="818"/>
                    <a:pt x="275" y="748"/>
                    <a:pt x="242" y="713"/>
                  </a:cubicBezTo>
                  <a:cubicBezTo>
                    <a:pt x="216" y="686"/>
                    <a:pt x="193" y="687"/>
                    <a:pt x="173" y="648"/>
                  </a:cubicBezTo>
                  <a:cubicBezTo>
                    <a:pt x="144" y="593"/>
                    <a:pt x="186" y="498"/>
                    <a:pt x="319" y="540"/>
                  </a:cubicBezTo>
                  <a:cubicBezTo>
                    <a:pt x="474" y="590"/>
                    <a:pt x="568" y="902"/>
                    <a:pt x="440" y="1312"/>
                  </a:cubicBezTo>
                  <a:cubicBezTo>
                    <a:pt x="424" y="1365"/>
                    <a:pt x="389" y="1481"/>
                    <a:pt x="354" y="1570"/>
                  </a:cubicBezTo>
                  <a:cubicBezTo>
                    <a:pt x="320" y="1598"/>
                    <a:pt x="301" y="1576"/>
                    <a:pt x="275" y="1568"/>
                  </a:cubicBezTo>
                  <a:cubicBezTo>
                    <a:pt x="247" y="1559"/>
                    <a:pt x="206" y="1560"/>
                    <a:pt x="206" y="1560"/>
                  </a:cubicBezTo>
                  <a:cubicBezTo>
                    <a:pt x="174" y="1568"/>
                    <a:pt x="197" y="1592"/>
                    <a:pt x="197" y="1592"/>
                  </a:cubicBezTo>
                  <a:cubicBezTo>
                    <a:pt x="219" y="1588"/>
                    <a:pt x="266" y="1591"/>
                    <a:pt x="280" y="1602"/>
                  </a:cubicBezTo>
                  <a:cubicBezTo>
                    <a:pt x="294" y="1613"/>
                    <a:pt x="263" y="1614"/>
                    <a:pt x="191" y="1645"/>
                  </a:cubicBezTo>
                  <a:cubicBezTo>
                    <a:pt x="117" y="1676"/>
                    <a:pt x="112" y="1738"/>
                    <a:pt x="112" y="1738"/>
                  </a:cubicBezTo>
                  <a:cubicBezTo>
                    <a:pt x="140" y="1750"/>
                    <a:pt x="140" y="1750"/>
                    <a:pt x="140" y="1750"/>
                  </a:cubicBezTo>
                  <a:cubicBezTo>
                    <a:pt x="151" y="1716"/>
                    <a:pt x="159" y="1701"/>
                    <a:pt x="169" y="1691"/>
                  </a:cubicBezTo>
                  <a:cubicBezTo>
                    <a:pt x="233" y="1627"/>
                    <a:pt x="326" y="1636"/>
                    <a:pt x="326" y="1636"/>
                  </a:cubicBezTo>
                  <a:cubicBezTo>
                    <a:pt x="328" y="1638"/>
                    <a:pt x="328" y="1638"/>
                    <a:pt x="328" y="1638"/>
                  </a:cubicBezTo>
                  <a:cubicBezTo>
                    <a:pt x="303" y="1705"/>
                    <a:pt x="278" y="1782"/>
                    <a:pt x="253" y="1869"/>
                  </a:cubicBezTo>
                  <a:cubicBezTo>
                    <a:pt x="247" y="1889"/>
                    <a:pt x="218" y="1940"/>
                    <a:pt x="59" y="2008"/>
                  </a:cubicBezTo>
                  <a:cubicBezTo>
                    <a:pt x="59" y="2008"/>
                    <a:pt x="51" y="2032"/>
                    <a:pt x="59" y="2062"/>
                  </a:cubicBezTo>
                  <a:cubicBezTo>
                    <a:pt x="59" y="2062"/>
                    <a:pt x="145" y="2031"/>
                    <a:pt x="209" y="1994"/>
                  </a:cubicBezTo>
                  <a:cubicBezTo>
                    <a:pt x="237" y="1977"/>
                    <a:pt x="248" y="1972"/>
                    <a:pt x="253" y="1993"/>
                  </a:cubicBezTo>
                  <a:cubicBezTo>
                    <a:pt x="253" y="2143"/>
                    <a:pt x="278" y="2258"/>
                    <a:pt x="282" y="2337"/>
                  </a:cubicBezTo>
                  <a:cubicBezTo>
                    <a:pt x="292" y="2536"/>
                    <a:pt x="343" y="2647"/>
                    <a:pt x="328" y="2778"/>
                  </a:cubicBezTo>
                  <a:cubicBezTo>
                    <a:pt x="328" y="2778"/>
                    <a:pt x="381" y="2808"/>
                    <a:pt x="409" y="2784"/>
                  </a:cubicBezTo>
                  <a:cubicBezTo>
                    <a:pt x="412" y="2735"/>
                    <a:pt x="402" y="2700"/>
                    <a:pt x="411" y="2714"/>
                  </a:cubicBezTo>
                  <a:cubicBezTo>
                    <a:pt x="411" y="2714"/>
                    <a:pt x="425" y="2744"/>
                    <a:pt x="432" y="2786"/>
                  </a:cubicBezTo>
                  <a:cubicBezTo>
                    <a:pt x="432" y="2786"/>
                    <a:pt x="487" y="2800"/>
                    <a:pt x="535" y="2758"/>
                  </a:cubicBezTo>
                  <a:cubicBezTo>
                    <a:pt x="327" y="2251"/>
                    <a:pt x="421" y="1839"/>
                    <a:pt x="421" y="1839"/>
                  </a:cubicBezTo>
                  <a:cubicBezTo>
                    <a:pt x="447" y="1692"/>
                    <a:pt x="502" y="1543"/>
                    <a:pt x="546" y="1437"/>
                  </a:cubicBezTo>
                  <a:close/>
                </a:path>
              </a:pathLst>
            </a:custGeom>
            <a:solidFill>
              <a:srgbClr val="E95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7" name="Freeform 372">
              <a:extLst>
                <a:ext uri="{FF2B5EF4-FFF2-40B4-BE49-F238E27FC236}">
                  <a16:creationId xmlns:a16="http://schemas.microsoft.com/office/drawing/2014/main" id="{A3B97B8A-AA11-40BE-91F0-733B4F2F98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9" y="1447"/>
              <a:ext cx="370" cy="1779"/>
            </a:xfrm>
            <a:custGeom>
              <a:avLst/>
              <a:gdLst>
                <a:gd name="T0" fmla="*/ 9 w 581"/>
                <a:gd name="T1" fmla="*/ 436 h 2794"/>
                <a:gd name="T2" fmla="*/ 2 w 581"/>
                <a:gd name="T3" fmla="*/ 451 h 2794"/>
                <a:gd name="T4" fmla="*/ 4 w 581"/>
                <a:gd name="T5" fmla="*/ 451 h 2794"/>
                <a:gd name="T6" fmla="*/ 11 w 581"/>
                <a:gd name="T7" fmla="*/ 437 h 2794"/>
                <a:gd name="T8" fmla="*/ 46 w 581"/>
                <a:gd name="T9" fmla="*/ 422 h 2794"/>
                <a:gd name="T10" fmla="*/ 9 w 581"/>
                <a:gd name="T11" fmla="*/ 436 h 2794"/>
                <a:gd name="T12" fmla="*/ 18 w 581"/>
                <a:gd name="T13" fmla="*/ 410 h 2794"/>
                <a:gd name="T14" fmla="*/ 18 w 581"/>
                <a:gd name="T15" fmla="*/ 411 h 2794"/>
                <a:gd name="T16" fmla="*/ 21 w 581"/>
                <a:gd name="T17" fmla="*/ 411 h 2794"/>
                <a:gd name="T18" fmla="*/ 18 w 581"/>
                <a:gd name="T19" fmla="*/ 410 h 2794"/>
                <a:gd name="T20" fmla="*/ 3 w 581"/>
                <a:gd name="T21" fmla="*/ 225 h 2794"/>
                <a:gd name="T22" fmla="*/ 7 w 581"/>
                <a:gd name="T23" fmla="*/ 225 h 2794"/>
                <a:gd name="T24" fmla="*/ 24 w 581"/>
                <a:gd name="T25" fmla="*/ 213 h 2794"/>
                <a:gd name="T26" fmla="*/ 24 w 581"/>
                <a:gd name="T27" fmla="*/ 212 h 2794"/>
                <a:gd name="T28" fmla="*/ 31 w 581"/>
                <a:gd name="T29" fmla="*/ 184 h 2794"/>
                <a:gd name="T30" fmla="*/ 13 w 581"/>
                <a:gd name="T31" fmla="*/ 167 h 2794"/>
                <a:gd name="T32" fmla="*/ 31 w 581"/>
                <a:gd name="T33" fmla="*/ 137 h 2794"/>
                <a:gd name="T34" fmla="*/ 6 w 581"/>
                <a:gd name="T35" fmla="*/ 167 h 2794"/>
                <a:gd name="T36" fmla="*/ 24 w 581"/>
                <a:gd name="T37" fmla="*/ 184 h 2794"/>
                <a:gd name="T38" fmla="*/ 18 w 581"/>
                <a:gd name="T39" fmla="*/ 212 h 2794"/>
                <a:gd name="T40" fmla="*/ 18 w 581"/>
                <a:gd name="T41" fmla="*/ 213 h 2794"/>
                <a:gd name="T42" fmla="*/ 3 w 581"/>
                <a:gd name="T43" fmla="*/ 225 h 2794"/>
                <a:gd name="T44" fmla="*/ 109 w 581"/>
                <a:gd name="T45" fmla="*/ 371 h 2794"/>
                <a:gd name="T46" fmla="*/ 108 w 581"/>
                <a:gd name="T47" fmla="*/ 131 h 2794"/>
                <a:gd name="T48" fmla="*/ 85 w 581"/>
                <a:gd name="T49" fmla="*/ 108 h 2794"/>
                <a:gd name="T50" fmla="*/ 59 w 581"/>
                <a:gd name="T51" fmla="*/ 62 h 2794"/>
                <a:gd name="T52" fmla="*/ 75 w 581"/>
                <a:gd name="T53" fmla="*/ 6 h 2794"/>
                <a:gd name="T54" fmla="*/ 66 w 581"/>
                <a:gd name="T55" fmla="*/ 3 h 2794"/>
                <a:gd name="T56" fmla="*/ 66 w 581"/>
                <a:gd name="T57" fmla="*/ 3 h 2794"/>
                <a:gd name="T58" fmla="*/ 73 w 581"/>
                <a:gd name="T59" fmla="*/ 4 h 2794"/>
                <a:gd name="T60" fmla="*/ 53 w 581"/>
                <a:gd name="T61" fmla="*/ 62 h 2794"/>
                <a:gd name="T62" fmla="*/ 80 w 581"/>
                <a:gd name="T63" fmla="*/ 108 h 2794"/>
                <a:gd name="T64" fmla="*/ 101 w 581"/>
                <a:gd name="T65" fmla="*/ 131 h 2794"/>
                <a:gd name="T66" fmla="*/ 103 w 581"/>
                <a:gd name="T67" fmla="*/ 371 h 2794"/>
                <a:gd name="T68" fmla="*/ 70 w 581"/>
                <a:gd name="T69" fmla="*/ 475 h 2794"/>
                <a:gd name="T70" fmla="*/ 100 w 581"/>
                <a:gd name="T71" fmla="*/ 712 h 2794"/>
                <a:gd name="T72" fmla="*/ 82 w 581"/>
                <a:gd name="T73" fmla="*/ 719 h 2794"/>
                <a:gd name="T74" fmla="*/ 106 w 581"/>
                <a:gd name="T75" fmla="*/ 712 h 2794"/>
                <a:gd name="T76" fmla="*/ 76 w 581"/>
                <a:gd name="T77" fmla="*/ 475 h 2794"/>
                <a:gd name="T78" fmla="*/ 109 w 581"/>
                <a:gd name="T79" fmla="*/ 371 h 2794"/>
                <a:gd name="T80" fmla="*/ 68 w 581"/>
                <a:gd name="T81" fmla="*/ 719 h 2794"/>
                <a:gd name="T82" fmla="*/ 63 w 581"/>
                <a:gd name="T83" fmla="*/ 721 h 2794"/>
                <a:gd name="T84" fmla="*/ 73 w 581"/>
                <a:gd name="T85" fmla="*/ 719 h 2794"/>
                <a:gd name="T86" fmla="*/ 72 w 581"/>
                <a:gd name="T87" fmla="*/ 699 h 2794"/>
                <a:gd name="T88" fmla="*/ 68 w 581"/>
                <a:gd name="T89" fmla="*/ 719 h 279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81" h="2794">
                  <a:moveTo>
                    <a:pt x="35" y="1689"/>
                  </a:moveTo>
                  <a:cubicBezTo>
                    <a:pt x="26" y="1698"/>
                    <a:pt x="16" y="1718"/>
                    <a:pt x="6" y="1746"/>
                  </a:cubicBezTo>
                  <a:cubicBezTo>
                    <a:pt x="15" y="1750"/>
                    <a:pt x="15" y="1750"/>
                    <a:pt x="15" y="1750"/>
                  </a:cubicBezTo>
                  <a:cubicBezTo>
                    <a:pt x="26" y="1716"/>
                    <a:pt x="34" y="1701"/>
                    <a:pt x="44" y="1691"/>
                  </a:cubicBezTo>
                  <a:cubicBezTo>
                    <a:pt x="87" y="1647"/>
                    <a:pt x="145" y="1638"/>
                    <a:pt x="177" y="1636"/>
                  </a:cubicBezTo>
                  <a:cubicBezTo>
                    <a:pt x="166" y="1635"/>
                    <a:pt x="95" y="1630"/>
                    <a:pt x="35" y="1689"/>
                  </a:cubicBezTo>
                  <a:close/>
                  <a:moveTo>
                    <a:pt x="71" y="1590"/>
                  </a:moveTo>
                  <a:cubicBezTo>
                    <a:pt x="71" y="1591"/>
                    <a:pt x="72" y="1592"/>
                    <a:pt x="72" y="1592"/>
                  </a:cubicBezTo>
                  <a:cubicBezTo>
                    <a:pt x="75" y="1591"/>
                    <a:pt x="78" y="1591"/>
                    <a:pt x="81" y="1591"/>
                  </a:cubicBezTo>
                  <a:cubicBezTo>
                    <a:pt x="78" y="1590"/>
                    <a:pt x="74" y="1590"/>
                    <a:pt x="71" y="1590"/>
                  </a:cubicBezTo>
                  <a:close/>
                  <a:moveTo>
                    <a:pt x="13" y="873"/>
                  </a:moveTo>
                  <a:cubicBezTo>
                    <a:pt x="18" y="874"/>
                    <a:pt x="23" y="874"/>
                    <a:pt x="29" y="874"/>
                  </a:cubicBezTo>
                  <a:cubicBezTo>
                    <a:pt x="83" y="870"/>
                    <a:pt x="97" y="841"/>
                    <a:pt x="95" y="824"/>
                  </a:cubicBezTo>
                  <a:cubicBezTo>
                    <a:pt x="95" y="822"/>
                    <a:pt x="94" y="821"/>
                    <a:pt x="94" y="821"/>
                  </a:cubicBezTo>
                  <a:cubicBezTo>
                    <a:pt x="149" y="818"/>
                    <a:pt x="150" y="748"/>
                    <a:pt x="117" y="713"/>
                  </a:cubicBezTo>
                  <a:cubicBezTo>
                    <a:pt x="91" y="686"/>
                    <a:pt x="68" y="687"/>
                    <a:pt x="48" y="648"/>
                  </a:cubicBezTo>
                  <a:cubicBezTo>
                    <a:pt x="25" y="604"/>
                    <a:pt x="46" y="536"/>
                    <a:pt x="121" y="530"/>
                  </a:cubicBezTo>
                  <a:cubicBezTo>
                    <a:pt x="27" y="523"/>
                    <a:pt x="0" y="600"/>
                    <a:pt x="25" y="648"/>
                  </a:cubicBezTo>
                  <a:cubicBezTo>
                    <a:pt x="45" y="687"/>
                    <a:pt x="68" y="686"/>
                    <a:pt x="94" y="713"/>
                  </a:cubicBezTo>
                  <a:cubicBezTo>
                    <a:pt x="127" y="748"/>
                    <a:pt x="126" y="818"/>
                    <a:pt x="71" y="821"/>
                  </a:cubicBezTo>
                  <a:cubicBezTo>
                    <a:pt x="71" y="821"/>
                    <a:pt x="72" y="822"/>
                    <a:pt x="72" y="824"/>
                  </a:cubicBezTo>
                  <a:cubicBezTo>
                    <a:pt x="74" y="840"/>
                    <a:pt x="61" y="868"/>
                    <a:pt x="13" y="873"/>
                  </a:cubicBezTo>
                  <a:close/>
                  <a:moveTo>
                    <a:pt x="421" y="1437"/>
                  </a:moveTo>
                  <a:cubicBezTo>
                    <a:pt x="492" y="1270"/>
                    <a:pt x="581" y="731"/>
                    <a:pt x="416" y="505"/>
                  </a:cubicBezTo>
                  <a:cubicBezTo>
                    <a:pt x="416" y="505"/>
                    <a:pt x="392" y="458"/>
                    <a:pt x="331" y="417"/>
                  </a:cubicBezTo>
                  <a:cubicBezTo>
                    <a:pt x="275" y="381"/>
                    <a:pt x="232" y="356"/>
                    <a:pt x="229" y="241"/>
                  </a:cubicBezTo>
                  <a:cubicBezTo>
                    <a:pt x="226" y="121"/>
                    <a:pt x="287" y="23"/>
                    <a:pt x="287" y="23"/>
                  </a:cubicBezTo>
                  <a:cubicBezTo>
                    <a:pt x="281" y="0"/>
                    <a:pt x="253" y="10"/>
                    <a:pt x="253" y="10"/>
                  </a:cubicBezTo>
                  <a:cubicBezTo>
                    <a:pt x="253" y="10"/>
                    <a:pt x="253" y="10"/>
                    <a:pt x="253" y="10"/>
                  </a:cubicBezTo>
                  <a:cubicBezTo>
                    <a:pt x="263" y="8"/>
                    <a:pt x="281" y="9"/>
                    <a:pt x="283" y="16"/>
                  </a:cubicBezTo>
                  <a:cubicBezTo>
                    <a:pt x="283" y="16"/>
                    <a:pt x="203" y="121"/>
                    <a:pt x="206" y="241"/>
                  </a:cubicBezTo>
                  <a:cubicBezTo>
                    <a:pt x="209" y="356"/>
                    <a:pt x="252" y="381"/>
                    <a:pt x="308" y="417"/>
                  </a:cubicBezTo>
                  <a:cubicBezTo>
                    <a:pt x="369" y="458"/>
                    <a:pt x="392" y="505"/>
                    <a:pt x="392" y="505"/>
                  </a:cubicBezTo>
                  <a:cubicBezTo>
                    <a:pt x="558" y="731"/>
                    <a:pt x="468" y="1270"/>
                    <a:pt x="398" y="1437"/>
                  </a:cubicBezTo>
                  <a:cubicBezTo>
                    <a:pt x="354" y="1543"/>
                    <a:pt x="299" y="1692"/>
                    <a:pt x="272" y="1839"/>
                  </a:cubicBezTo>
                  <a:cubicBezTo>
                    <a:pt x="272" y="1839"/>
                    <a:pt x="179" y="2251"/>
                    <a:pt x="387" y="2758"/>
                  </a:cubicBezTo>
                  <a:cubicBezTo>
                    <a:pt x="363" y="2778"/>
                    <a:pt x="338" y="2786"/>
                    <a:pt x="318" y="2787"/>
                  </a:cubicBezTo>
                  <a:cubicBezTo>
                    <a:pt x="337" y="2789"/>
                    <a:pt x="375" y="2788"/>
                    <a:pt x="410" y="2758"/>
                  </a:cubicBezTo>
                  <a:cubicBezTo>
                    <a:pt x="202" y="2251"/>
                    <a:pt x="296" y="1839"/>
                    <a:pt x="296" y="1839"/>
                  </a:cubicBezTo>
                  <a:cubicBezTo>
                    <a:pt x="322" y="1692"/>
                    <a:pt x="377" y="1543"/>
                    <a:pt x="421" y="1437"/>
                  </a:cubicBezTo>
                  <a:close/>
                  <a:moveTo>
                    <a:pt x="261" y="2784"/>
                  </a:moveTo>
                  <a:cubicBezTo>
                    <a:pt x="256" y="2788"/>
                    <a:pt x="250" y="2791"/>
                    <a:pt x="244" y="2792"/>
                  </a:cubicBezTo>
                  <a:cubicBezTo>
                    <a:pt x="257" y="2794"/>
                    <a:pt x="272" y="2794"/>
                    <a:pt x="283" y="2785"/>
                  </a:cubicBezTo>
                  <a:cubicBezTo>
                    <a:pt x="285" y="2747"/>
                    <a:pt x="280" y="2709"/>
                    <a:pt x="280" y="2709"/>
                  </a:cubicBezTo>
                  <a:cubicBezTo>
                    <a:pt x="271" y="2694"/>
                    <a:pt x="264" y="2735"/>
                    <a:pt x="261" y="2784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8" name="Freeform 373">
              <a:extLst>
                <a:ext uri="{FF2B5EF4-FFF2-40B4-BE49-F238E27FC236}">
                  <a16:creationId xmlns:a16="http://schemas.microsoft.com/office/drawing/2014/main" id="{E54C6992-53CA-40D0-93A2-55F11C8832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89" y="1450"/>
              <a:ext cx="386" cy="1310"/>
            </a:xfrm>
            <a:custGeom>
              <a:avLst/>
              <a:gdLst>
                <a:gd name="T0" fmla="*/ 89 w 605"/>
                <a:gd name="T1" fmla="*/ 138 h 2057"/>
                <a:gd name="T2" fmla="*/ 70 w 605"/>
                <a:gd name="T3" fmla="*/ 136 h 2057"/>
                <a:gd name="T4" fmla="*/ 83 w 605"/>
                <a:gd name="T5" fmla="*/ 138 h 2057"/>
                <a:gd name="T6" fmla="*/ 112 w 605"/>
                <a:gd name="T7" fmla="*/ 348 h 2057"/>
                <a:gd name="T8" fmla="*/ 92 w 605"/>
                <a:gd name="T9" fmla="*/ 404 h 2057"/>
                <a:gd name="T10" fmla="*/ 86 w 605"/>
                <a:gd name="T11" fmla="*/ 407 h 2057"/>
                <a:gd name="T12" fmla="*/ 98 w 605"/>
                <a:gd name="T13" fmla="*/ 404 h 2057"/>
                <a:gd name="T14" fmla="*/ 115 w 605"/>
                <a:gd name="T15" fmla="*/ 354 h 2057"/>
                <a:gd name="T16" fmla="*/ 89 w 605"/>
                <a:gd name="T17" fmla="*/ 138 h 2057"/>
                <a:gd name="T18" fmla="*/ 19 w 605"/>
                <a:gd name="T19" fmla="*/ 208 h 2057"/>
                <a:gd name="T20" fmla="*/ 40 w 605"/>
                <a:gd name="T21" fmla="*/ 224 h 2057"/>
                <a:gd name="T22" fmla="*/ 42 w 605"/>
                <a:gd name="T23" fmla="*/ 224 h 2057"/>
                <a:gd name="T24" fmla="*/ 25 w 605"/>
                <a:gd name="T25" fmla="*/ 208 h 2057"/>
                <a:gd name="T26" fmla="*/ 11 w 605"/>
                <a:gd name="T27" fmla="*/ 170 h 2057"/>
                <a:gd name="T28" fmla="*/ 26 w 605"/>
                <a:gd name="T29" fmla="*/ 112 h 2057"/>
                <a:gd name="T30" fmla="*/ 66 w 605"/>
                <a:gd name="T31" fmla="*/ 89 h 2057"/>
                <a:gd name="T32" fmla="*/ 80 w 605"/>
                <a:gd name="T33" fmla="*/ 66 h 2057"/>
                <a:gd name="T34" fmla="*/ 101 w 605"/>
                <a:gd name="T35" fmla="*/ 1 h 2057"/>
                <a:gd name="T36" fmla="*/ 98 w 605"/>
                <a:gd name="T37" fmla="*/ 1 h 2057"/>
                <a:gd name="T38" fmla="*/ 77 w 605"/>
                <a:gd name="T39" fmla="*/ 66 h 2057"/>
                <a:gd name="T40" fmla="*/ 60 w 605"/>
                <a:gd name="T41" fmla="*/ 89 h 2057"/>
                <a:gd name="T42" fmla="*/ 19 w 605"/>
                <a:gd name="T43" fmla="*/ 112 h 2057"/>
                <a:gd name="T44" fmla="*/ 4 w 605"/>
                <a:gd name="T45" fmla="*/ 170 h 2057"/>
                <a:gd name="T46" fmla="*/ 19 w 605"/>
                <a:gd name="T47" fmla="*/ 208 h 2057"/>
                <a:gd name="T48" fmla="*/ 56 w 605"/>
                <a:gd name="T49" fmla="*/ 424 h 2057"/>
                <a:gd name="T50" fmla="*/ 76 w 605"/>
                <a:gd name="T51" fmla="*/ 408 h 2057"/>
                <a:gd name="T52" fmla="*/ 60 w 605"/>
                <a:gd name="T53" fmla="*/ 409 h 2057"/>
                <a:gd name="T54" fmla="*/ 73 w 605"/>
                <a:gd name="T55" fmla="*/ 413 h 2057"/>
                <a:gd name="T56" fmla="*/ 50 w 605"/>
                <a:gd name="T57" fmla="*/ 424 h 2057"/>
                <a:gd name="T58" fmla="*/ 29 w 605"/>
                <a:gd name="T59" fmla="*/ 448 h 2057"/>
                <a:gd name="T60" fmla="*/ 36 w 605"/>
                <a:gd name="T61" fmla="*/ 451 h 2057"/>
                <a:gd name="T62" fmla="*/ 37 w 605"/>
                <a:gd name="T63" fmla="*/ 448 h 2057"/>
                <a:gd name="T64" fmla="*/ 32 w 605"/>
                <a:gd name="T65" fmla="*/ 446 h 2057"/>
                <a:gd name="T66" fmla="*/ 56 w 605"/>
                <a:gd name="T67" fmla="*/ 424 h 2057"/>
                <a:gd name="T68" fmla="*/ 72 w 605"/>
                <a:gd name="T69" fmla="*/ 481 h 2057"/>
                <a:gd name="T70" fmla="*/ 89 w 605"/>
                <a:gd name="T71" fmla="*/ 426 h 2057"/>
                <a:gd name="T72" fmla="*/ 89 w 605"/>
                <a:gd name="T73" fmla="*/ 426 h 2057"/>
                <a:gd name="T74" fmla="*/ 84 w 605"/>
                <a:gd name="T75" fmla="*/ 422 h 2057"/>
                <a:gd name="T76" fmla="*/ 85 w 605"/>
                <a:gd name="T77" fmla="*/ 422 h 2057"/>
                <a:gd name="T78" fmla="*/ 85 w 605"/>
                <a:gd name="T79" fmla="*/ 422 h 2057"/>
                <a:gd name="T80" fmla="*/ 66 w 605"/>
                <a:gd name="T81" fmla="*/ 481 h 2057"/>
                <a:gd name="T82" fmla="*/ 15 w 605"/>
                <a:gd name="T83" fmla="*/ 518 h 2057"/>
                <a:gd name="T84" fmla="*/ 15 w 605"/>
                <a:gd name="T85" fmla="*/ 531 h 2057"/>
                <a:gd name="T86" fmla="*/ 21 w 605"/>
                <a:gd name="T87" fmla="*/ 529 h 2057"/>
                <a:gd name="T88" fmla="*/ 22 w 605"/>
                <a:gd name="T89" fmla="*/ 518 h 2057"/>
                <a:gd name="T90" fmla="*/ 72 w 605"/>
                <a:gd name="T91" fmla="*/ 481 h 205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05" h="2057">
                  <a:moveTo>
                    <a:pt x="343" y="535"/>
                  </a:moveTo>
                  <a:cubicBezTo>
                    <a:pt x="314" y="526"/>
                    <a:pt x="290" y="523"/>
                    <a:pt x="269" y="525"/>
                  </a:cubicBezTo>
                  <a:cubicBezTo>
                    <a:pt x="284" y="526"/>
                    <a:pt x="300" y="529"/>
                    <a:pt x="319" y="535"/>
                  </a:cubicBezTo>
                  <a:cubicBezTo>
                    <a:pt x="474" y="585"/>
                    <a:pt x="574" y="881"/>
                    <a:pt x="431" y="1347"/>
                  </a:cubicBezTo>
                  <a:cubicBezTo>
                    <a:pt x="415" y="1400"/>
                    <a:pt x="389" y="1476"/>
                    <a:pt x="354" y="1565"/>
                  </a:cubicBezTo>
                  <a:cubicBezTo>
                    <a:pt x="346" y="1571"/>
                    <a:pt x="340" y="1575"/>
                    <a:pt x="333" y="1577"/>
                  </a:cubicBezTo>
                  <a:cubicBezTo>
                    <a:pt x="346" y="1581"/>
                    <a:pt x="360" y="1580"/>
                    <a:pt x="378" y="1565"/>
                  </a:cubicBezTo>
                  <a:cubicBezTo>
                    <a:pt x="413" y="1476"/>
                    <a:pt x="424" y="1422"/>
                    <a:pt x="443" y="1371"/>
                  </a:cubicBezTo>
                  <a:cubicBezTo>
                    <a:pt x="605" y="944"/>
                    <a:pt x="498" y="585"/>
                    <a:pt x="343" y="535"/>
                  </a:cubicBezTo>
                  <a:close/>
                  <a:moveTo>
                    <a:pt x="72" y="804"/>
                  </a:moveTo>
                  <a:cubicBezTo>
                    <a:pt x="80" y="829"/>
                    <a:pt x="103" y="872"/>
                    <a:pt x="154" y="869"/>
                  </a:cubicBezTo>
                  <a:cubicBezTo>
                    <a:pt x="157" y="868"/>
                    <a:pt x="159" y="868"/>
                    <a:pt x="161" y="868"/>
                  </a:cubicBezTo>
                  <a:cubicBezTo>
                    <a:pt x="122" y="862"/>
                    <a:pt x="103" y="826"/>
                    <a:pt x="96" y="804"/>
                  </a:cubicBezTo>
                  <a:cubicBezTo>
                    <a:pt x="89" y="780"/>
                    <a:pt x="50" y="718"/>
                    <a:pt x="40" y="660"/>
                  </a:cubicBezTo>
                  <a:cubicBezTo>
                    <a:pt x="24" y="578"/>
                    <a:pt x="42" y="494"/>
                    <a:pt x="98" y="434"/>
                  </a:cubicBezTo>
                  <a:cubicBezTo>
                    <a:pt x="162" y="365"/>
                    <a:pt x="255" y="346"/>
                    <a:pt x="255" y="346"/>
                  </a:cubicBezTo>
                  <a:cubicBezTo>
                    <a:pt x="285" y="333"/>
                    <a:pt x="300" y="325"/>
                    <a:pt x="311" y="254"/>
                  </a:cubicBezTo>
                  <a:cubicBezTo>
                    <a:pt x="322" y="182"/>
                    <a:pt x="348" y="78"/>
                    <a:pt x="391" y="5"/>
                  </a:cubicBezTo>
                  <a:cubicBezTo>
                    <a:pt x="381" y="0"/>
                    <a:pt x="378" y="5"/>
                    <a:pt x="378" y="5"/>
                  </a:cubicBezTo>
                  <a:cubicBezTo>
                    <a:pt x="335" y="78"/>
                    <a:pt x="305" y="185"/>
                    <a:pt x="294" y="256"/>
                  </a:cubicBezTo>
                  <a:cubicBezTo>
                    <a:pt x="283" y="328"/>
                    <a:pt x="261" y="333"/>
                    <a:pt x="231" y="346"/>
                  </a:cubicBezTo>
                  <a:cubicBezTo>
                    <a:pt x="231" y="346"/>
                    <a:pt x="138" y="365"/>
                    <a:pt x="74" y="434"/>
                  </a:cubicBezTo>
                  <a:cubicBezTo>
                    <a:pt x="18" y="494"/>
                    <a:pt x="0" y="578"/>
                    <a:pt x="16" y="660"/>
                  </a:cubicBezTo>
                  <a:cubicBezTo>
                    <a:pt x="26" y="718"/>
                    <a:pt x="65" y="780"/>
                    <a:pt x="72" y="804"/>
                  </a:cubicBezTo>
                  <a:close/>
                  <a:moveTo>
                    <a:pt x="215" y="1640"/>
                  </a:moveTo>
                  <a:cubicBezTo>
                    <a:pt x="290" y="1616"/>
                    <a:pt x="305" y="1592"/>
                    <a:pt x="292" y="1582"/>
                  </a:cubicBezTo>
                  <a:cubicBezTo>
                    <a:pt x="267" y="1563"/>
                    <a:pt x="136" y="1587"/>
                    <a:pt x="230" y="1586"/>
                  </a:cubicBezTo>
                  <a:cubicBezTo>
                    <a:pt x="250" y="1587"/>
                    <a:pt x="271" y="1591"/>
                    <a:pt x="280" y="1597"/>
                  </a:cubicBezTo>
                  <a:cubicBezTo>
                    <a:pt x="294" y="1608"/>
                    <a:pt x="263" y="1609"/>
                    <a:pt x="191" y="1640"/>
                  </a:cubicBezTo>
                  <a:cubicBezTo>
                    <a:pt x="117" y="1671"/>
                    <a:pt x="112" y="1733"/>
                    <a:pt x="112" y="1733"/>
                  </a:cubicBezTo>
                  <a:cubicBezTo>
                    <a:pt x="140" y="1745"/>
                    <a:pt x="140" y="1745"/>
                    <a:pt x="140" y="1745"/>
                  </a:cubicBezTo>
                  <a:cubicBezTo>
                    <a:pt x="141" y="1741"/>
                    <a:pt x="142" y="1739"/>
                    <a:pt x="143" y="1736"/>
                  </a:cubicBezTo>
                  <a:cubicBezTo>
                    <a:pt x="124" y="1728"/>
                    <a:pt x="124" y="1728"/>
                    <a:pt x="124" y="1728"/>
                  </a:cubicBezTo>
                  <a:cubicBezTo>
                    <a:pt x="124" y="1728"/>
                    <a:pt x="136" y="1664"/>
                    <a:pt x="215" y="1640"/>
                  </a:cubicBezTo>
                  <a:close/>
                  <a:moveTo>
                    <a:pt x="277" y="1864"/>
                  </a:moveTo>
                  <a:cubicBezTo>
                    <a:pt x="302" y="1777"/>
                    <a:pt x="318" y="1718"/>
                    <a:pt x="343" y="1651"/>
                  </a:cubicBezTo>
                  <a:cubicBezTo>
                    <a:pt x="343" y="1650"/>
                    <a:pt x="343" y="1650"/>
                    <a:pt x="343" y="1650"/>
                  </a:cubicBezTo>
                  <a:cubicBezTo>
                    <a:pt x="343" y="1650"/>
                    <a:pt x="340" y="1630"/>
                    <a:pt x="325" y="1631"/>
                  </a:cubicBezTo>
                  <a:cubicBezTo>
                    <a:pt x="326" y="1631"/>
                    <a:pt x="326" y="1631"/>
                    <a:pt x="326" y="1631"/>
                  </a:cubicBezTo>
                  <a:cubicBezTo>
                    <a:pt x="328" y="1633"/>
                    <a:pt x="328" y="1633"/>
                    <a:pt x="328" y="1633"/>
                  </a:cubicBezTo>
                  <a:cubicBezTo>
                    <a:pt x="303" y="1700"/>
                    <a:pt x="278" y="1777"/>
                    <a:pt x="253" y="1864"/>
                  </a:cubicBezTo>
                  <a:cubicBezTo>
                    <a:pt x="247" y="1884"/>
                    <a:pt x="218" y="1935"/>
                    <a:pt x="59" y="2003"/>
                  </a:cubicBezTo>
                  <a:cubicBezTo>
                    <a:pt x="59" y="2003"/>
                    <a:pt x="51" y="2027"/>
                    <a:pt x="59" y="2057"/>
                  </a:cubicBezTo>
                  <a:cubicBezTo>
                    <a:pt x="59" y="2057"/>
                    <a:pt x="67" y="2054"/>
                    <a:pt x="81" y="2048"/>
                  </a:cubicBezTo>
                  <a:cubicBezTo>
                    <a:pt x="53" y="2054"/>
                    <a:pt x="83" y="2003"/>
                    <a:pt x="83" y="2003"/>
                  </a:cubicBezTo>
                  <a:cubicBezTo>
                    <a:pt x="242" y="1935"/>
                    <a:pt x="271" y="1884"/>
                    <a:pt x="277" y="1864"/>
                  </a:cubicBezTo>
                  <a:close/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9" name="Line 374">
              <a:extLst>
                <a:ext uri="{FF2B5EF4-FFF2-40B4-BE49-F238E27FC236}">
                  <a16:creationId xmlns:a16="http://schemas.microsoft.com/office/drawing/2014/main" id="{A9B54975-9CDE-42F7-BACA-83CA447B7C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7" y="1871"/>
              <a:ext cx="1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0" name="Freeform 375">
              <a:extLst>
                <a:ext uri="{FF2B5EF4-FFF2-40B4-BE49-F238E27FC236}">
                  <a16:creationId xmlns:a16="http://schemas.microsoft.com/office/drawing/2014/main" id="{C0AEEBC4-5FB5-40A4-8023-DB67DD28D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894"/>
              <a:ext cx="91" cy="87"/>
            </a:xfrm>
            <a:custGeom>
              <a:avLst/>
              <a:gdLst>
                <a:gd name="T0" fmla="*/ 0 w 142"/>
                <a:gd name="T1" fmla="*/ 20 h 137"/>
                <a:gd name="T2" fmla="*/ 26 w 142"/>
                <a:gd name="T3" fmla="*/ 25 h 137"/>
                <a:gd name="T4" fmla="*/ 26 w 142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137">
                  <a:moveTo>
                    <a:pt x="0" y="77"/>
                  </a:moveTo>
                  <a:cubicBezTo>
                    <a:pt x="0" y="77"/>
                    <a:pt x="56" y="137"/>
                    <a:pt x="99" y="96"/>
                  </a:cubicBezTo>
                  <a:cubicBezTo>
                    <a:pt x="142" y="54"/>
                    <a:pt x="100" y="0"/>
                    <a:pt x="100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1" name="Freeform 376">
              <a:extLst>
                <a:ext uri="{FF2B5EF4-FFF2-40B4-BE49-F238E27FC236}">
                  <a16:creationId xmlns:a16="http://schemas.microsoft.com/office/drawing/2014/main" id="{D89FCAA5-53D9-4A1E-81D2-5AFED7ABD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955"/>
              <a:ext cx="17" cy="16"/>
            </a:xfrm>
            <a:custGeom>
              <a:avLst/>
              <a:gdLst>
                <a:gd name="T0" fmla="*/ 7 w 26"/>
                <a:gd name="T1" fmla="*/ 6 h 25"/>
                <a:gd name="T2" fmla="*/ 0 w 2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26" y="25"/>
                  </a:moveTo>
                  <a:cubicBezTo>
                    <a:pt x="18" y="15"/>
                    <a:pt x="7" y="9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2" name="Freeform 377">
              <a:extLst>
                <a:ext uri="{FF2B5EF4-FFF2-40B4-BE49-F238E27FC236}">
                  <a16:creationId xmlns:a16="http://schemas.microsoft.com/office/drawing/2014/main" id="{682CD8EB-4B1B-43A4-A8B4-1A18058A9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152"/>
              <a:ext cx="24" cy="25"/>
            </a:xfrm>
            <a:custGeom>
              <a:avLst/>
              <a:gdLst>
                <a:gd name="T0" fmla="*/ 10 w 37"/>
                <a:gd name="T1" fmla="*/ 10 h 39"/>
                <a:gd name="T2" fmla="*/ 0 w 37"/>
                <a:gd name="T3" fmla="*/ 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9">
                  <a:moveTo>
                    <a:pt x="37" y="39"/>
                  </a:moveTo>
                  <a:cubicBezTo>
                    <a:pt x="33" y="30"/>
                    <a:pt x="13" y="0"/>
                    <a:pt x="0" y="9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3" name="Freeform 378">
              <a:extLst>
                <a:ext uri="{FF2B5EF4-FFF2-40B4-BE49-F238E27FC236}">
                  <a16:creationId xmlns:a16="http://schemas.microsoft.com/office/drawing/2014/main" id="{819D746B-17CA-484F-AF88-9EF6AF663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447"/>
              <a:ext cx="450" cy="1788"/>
            </a:xfrm>
            <a:custGeom>
              <a:avLst/>
              <a:gdLst>
                <a:gd name="T0" fmla="*/ 142 w 706"/>
                <a:gd name="T1" fmla="*/ 371 h 2808"/>
                <a:gd name="T2" fmla="*/ 140 w 706"/>
                <a:gd name="T3" fmla="*/ 131 h 2808"/>
                <a:gd name="T4" fmla="*/ 118 w 706"/>
                <a:gd name="T5" fmla="*/ 108 h 2808"/>
                <a:gd name="T6" fmla="*/ 92 w 706"/>
                <a:gd name="T7" fmla="*/ 62 h 2808"/>
                <a:gd name="T8" fmla="*/ 107 w 706"/>
                <a:gd name="T9" fmla="*/ 6 h 2808"/>
                <a:gd name="T10" fmla="*/ 98 w 706"/>
                <a:gd name="T11" fmla="*/ 3 h 2808"/>
                <a:gd name="T12" fmla="*/ 76 w 706"/>
                <a:gd name="T13" fmla="*/ 67 h 2808"/>
                <a:gd name="T14" fmla="*/ 60 w 706"/>
                <a:gd name="T15" fmla="*/ 90 h 2808"/>
                <a:gd name="T16" fmla="*/ 19 w 706"/>
                <a:gd name="T17" fmla="*/ 113 h 2808"/>
                <a:gd name="T18" fmla="*/ 4 w 706"/>
                <a:gd name="T19" fmla="*/ 171 h 2808"/>
                <a:gd name="T20" fmla="*/ 18 w 706"/>
                <a:gd name="T21" fmla="*/ 209 h 2808"/>
                <a:gd name="T22" fmla="*/ 40 w 706"/>
                <a:gd name="T23" fmla="*/ 226 h 2808"/>
                <a:gd name="T24" fmla="*/ 57 w 706"/>
                <a:gd name="T25" fmla="*/ 213 h 2808"/>
                <a:gd name="T26" fmla="*/ 57 w 706"/>
                <a:gd name="T27" fmla="*/ 212 h 2808"/>
                <a:gd name="T28" fmla="*/ 62 w 706"/>
                <a:gd name="T29" fmla="*/ 184 h 2808"/>
                <a:gd name="T30" fmla="*/ 45 w 706"/>
                <a:gd name="T31" fmla="*/ 167 h 2808"/>
                <a:gd name="T32" fmla="*/ 82 w 706"/>
                <a:gd name="T33" fmla="*/ 139 h 2808"/>
                <a:gd name="T34" fmla="*/ 113 w 706"/>
                <a:gd name="T35" fmla="*/ 339 h 2808"/>
                <a:gd name="T36" fmla="*/ 92 w 706"/>
                <a:gd name="T37" fmla="*/ 406 h 2808"/>
                <a:gd name="T38" fmla="*/ 71 w 706"/>
                <a:gd name="T39" fmla="*/ 404 h 2808"/>
                <a:gd name="T40" fmla="*/ 53 w 706"/>
                <a:gd name="T41" fmla="*/ 402 h 2808"/>
                <a:gd name="T42" fmla="*/ 51 w 706"/>
                <a:gd name="T43" fmla="*/ 411 h 2808"/>
                <a:gd name="T44" fmla="*/ 72 w 706"/>
                <a:gd name="T45" fmla="*/ 413 h 2808"/>
                <a:gd name="T46" fmla="*/ 50 w 706"/>
                <a:gd name="T47" fmla="*/ 425 h 2808"/>
                <a:gd name="T48" fmla="*/ 29 w 706"/>
                <a:gd name="T49" fmla="*/ 449 h 2808"/>
                <a:gd name="T50" fmla="*/ 36 w 706"/>
                <a:gd name="T51" fmla="*/ 451 h 2808"/>
                <a:gd name="T52" fmla="*/ 44 w 706"/>
                <a:gd name="T53" fmla="*/ 437 h 2808"/>
                <a:gd name="T54" fmla="*/ 85 w 706"/>
                <a:gd name="T55" fmla="*/ 422 h 2808"/>
                <a:gd name="T56" fmla="*/ 85 w 706"/>
                <a:gd name="T57" fmla="*/ 423 h 2808"/>
                <a:gd name="T58" fmla="*/ 66 w 706"/>
                <a:gd name="T59" fmla="*/ 483 h 2808"/>
                <a:gd name="T60" fmla="*/ 15 w 706"/>
                <a:gd name="T61" fmla="*/ 518 h 2808"/>
                <a:gd name="T62" fmla="*/ 15 w 706"/>
                <a:gd name="T63" fmla="*/ 532 h 2808"/>
                <a:gd name="T64" fmla="*/ 54 w 706"/>
                <a:gd name="T65" fmla="*/ 515 h 2808"/>
                <a:gd name="T66" fmla="*/ 66 w 706"/>
                <a:gd name="T67" fmla="*/ 514 h 2808"/>
                <a:gd name="T68" fmla="*/ 73 w 706"/>
                <a:gd name="T69" fmla="*/ 603 h 2808"/>
                <a:gd name="T70" fmla="*/ 85 w 706"/>
                <a:gd name="T71" fmla="*/ 717 h 2808"/>
                <a:gd name="T72" fmla="*/ 106 w 706"/>
                <a:gd name="T73" fmla="*/ 719 h 2808"/>
                <a:gd name="T74" fmla="*/ 106 w 706"/>
                <a:gd name="T75" fmla="*/ 700 h 2808"/>
                <a:gd name="T76" fmla="*/ 112 w 706"/>
                <a:gd name="T77" fmla="*/ 720 h 2808"/>
                <a:gd name="T78" fmla="*/ 138 w 706"/>
                <a:gd name="T79" fmla="*/ 712 h 2808"/>
                <a:gd name="T80" fmla="*/ 109 w 706"/>
                <a:gd name="T81" fmla="*/ 475 h 2808"/>
                <a:gd name="T82" fmla="*/ 142 w 706"/>
                <a:gd name="T83" fmla="*/ 371 h 28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06" h="2808">
                  <a:moveTo>
                    <a:pt x="546" y="1437"/>
                  </a:moveTo>
                  <a:cubicBezTo>
                    <a:pt x="617" y="1270"/>
                    <a:pt x="706" y="731"/>
                    <a:pt x="541" y="505"/>
                  </a:cubicBezTo>
                  <a:cubicBezTo>
                    <a:pt x="541" y="505"/>
                    <a:pt x="517" y="458"/>
                    <a:pt x="456" y="417"/>
                  </a:cubicBezTo>
                  <a:cubicBezTo>
                    <a:pt x="400" y="381"/>
                    <a:pt x="357" y="356"/>
                    <a:pt x="354" y="241"/>
                  </a:cubicBezTo>
                  <a:cubicBezTo>
                    <a:pt x="351" y="121"/>
                    <a:pt x="412" y="23"/>
                    <a:pt x="412" y="23"/>
                  </a:cubicBezTo>
                  <a:cubicBezTo>
                    <a:pt x="406" y="0"/>
                    <a:pt x="378" y="10"/>
                    <a:pt x="378" y="10"/>
                  </a:cubicBezTo>
                  <a:cubicBezTo>
                    <a:pt x="335" y="83"/>
                    <a:pt x="305" y="190"/>
                    <a:pt x="294" y="261"/>
                  </a:cubicBezTo>
                  <a:cubicBezTo>
                    <a:pt x="283" y="333"/>
                    <a:pt x="261" y="338"/>
                    <a:pt x="231" y="351"/>
                  </a:cubicBezTo>
                  <a:cubicBezTo>
                    <a:pt x="231" y="351"/>
                    <a:pt x="138" y="370"/>
                    <a:pt x="74" y="439"/>
                  </a:cubicBezTo>
                  <a:cubicBezTo>
                    <a:pt x="18" y="499"/>
                    <a:pt x="0" y="583"/>
                    <a:pt x="16" y="665"/>
                  </a:cubicBezTo>
                  <a:cubicBezTo>
                    <a:pt x="26" y="723"/>
                    <a:pt x="65" y="785"/>
                    <a:pt x="72" y="809"/>
                  </a:cubicBezTo>
                  <a:cubicBezTo>
                    <a:pt x="80" y="834"/>
                    <a:pt x="103" y="877"/>
                    <a:pt x="154" y="874"/>
                  </a:cubicBezTo>
                  <a:cubicBezTo>
                    <a:pt x="208" y="870"/>
                    <a:pt x="222" y="841"/>
                    <a:pt x="220" y="824"/>
                  </a:cubicBezTo>
                  <a:cubicBezTo>
                    <a:pt x="220" y="822"/>
                    <a:pt x="219" y="821"/>
                    <a:pt x="219" y="821"/>
                  </a:cubicBezTo>
                  <a:cubicBezTo>
                    <a:pt x="274" y="818"/>
                    <a:pt x="275" y="748"/>
                    <a:pt x="242" y="713"/>
                  </a:cubicBezTo>
                  <a:cubicBezTo>
                    <a:pt x="216" y="686"/>
                    <a:pt x="193" y="687"/>
                    <a:pt x="173" y="648"/>
                  </a:cubicBezTo>
                  <a:cubicBezTo>
                    <a:pt x="144" y="593"/>
                    <a:pt x="186" y="498"/>
                    <a:pt x="319" y="540"/>
                  </a:cubicBezTo>
                  <a:cubicBezTo>
                    <a:pt x="474" y="590"/>
                    <a:pt x="568" y="902"/>
                    <a:pt x="440" y="1312"/>
                  </a:cubicBezTo>
                  <a:cubicBezTo>
                    <a:pt x="424" y="1365"/>
                    <a:pt x="389" y="1481"/>
                    <a:pt x="354" y="1570"/>
                  </a:cubicBezTo>
                  <a:cubicBezTo>
                    <a:pt x="320" y="1598"/>
                    <a:pt x="301" y="1576"/>
                    <a:pt x="275" y="1568"/>
                  </a:cubicBezTo>
                  <a:cubicBezTo>
                    <a:pt x="247" y="1559"/>
                    <a:pt x="206" y="1560"/>
                    <a:pt x="206" y="1560"/>
                  </a:cubicBezTo>
                  <a:cubicBezTo>
                    <a:pt x="174" y="1568"/>
                    <a:pt x="197" y="1592"/>
                    <a:pt x="197" y="1592"/>
                  </a:cubicBezTo>
                  <a:cubicBezTo>
                    <a:pt x="219" y="1588"/>
                    <a:pt x="266" y="1591"/>
                    <a:pt x="280" y="1602"/>
                  </a:cubicBezTo>
                  <a:cubicBezTo>
                    <a:pt x="294" y="1613"/>
                    <a:pt x="263" y="1614"/>
                    <a:pt x="191" y="1645"/>
                  </a:cubicBezTo>
                  <a:cubicBezTo>
                    <a:pt x="117" y="1676"/>
                    <a:pt x="112" y="1738"/>
                    <a:pt x="112" y="1738"/>
                  </a:cubicBezTo>
                  <a:cubicBezTo>
                    <a:pt x="140" y="1750"/>
                    <a:pt x="140" y="1750"/>
                    <a:pt x="140" y="1750"/>
                  </a:cubicBezTo>
                  <a:cubicBezTo>
                    <a:pt x="151" y="1716"/>
                    <a:pt x="159" y="1701"/>
                    <a:pt x="169" y="1691"/>
                  </a:cubicBezTo>
                  <a:cubicBezTo>
                    <a:pt x="233" y="1627"/>
                    <a:pt x="326" y="1636"/>
                    <a:pt x="326" y="1636"/>
                  </a:cubicBezTo>
                  <a:cubicBezTo>
                    <a:pt x="328" y="1638"/>
                    <a:pt x="328" y="1638"/>
                    <a:pt x="328" y="1638"/>
                  </a:cubicBezTo>
                  <a:cubicBezTo>
                    <a:pt x="303" y="1705"/>
                    <a:pt x="278" y="1782"/>
                    <a:pt x="253" y="1869"/>
                  </a:cubicBezTo>
                  <a:cubicBezTo>
                    <a:pt x="247" y="1889"/>
                    <a:pt x="218" y="1940"/>
                    <a:pt x="59" y="2008"/>
                  </a:cubicBezTo>
                  <a:cubicBezTo>
                    <a:pt x="59" y="2008"/>
                    <a:pt x="51" y="2032"/>
                    <a:pt x="59" y="2062"/>
                  </a:cubicBezTo>
                  <a:cubicBezTo>
                    <a:pt x="59" y="2062"/>
                    <a:pt x="145" y="2031"/>
                    <a:pt x="209" y="1994"/>
                  </a:cubicBezTo>
                  <a:cubicBezTo>
                    <a:pt x="237" y="1977"/>
                    <a:pt x="248" y="1972"/>
                    <a:pt x="253" y="1993"/>
                  </a:cubicBezTo>
                  <a:cubicBezTo>
                    <a:pt x="253" y="2143"/>
                    <a:pt x="278" y="2258"/>
                    <a:pt x="282" y="2337"/>
                  </a:cubicBezTo>
                  <a:cubicBezTo>
                    <a:pt x="292" y="2536"/>
                    <a:pt x="343" y="2647"/>
                    <a:pt x="328" y="2778"/>
                  </a:cubicBezTo>
                  <a:cubicBezTo>
                    <a:pt x="328" y="2778"/>
                    <a:pt x="381" y="2808"/>
                    <a:pt x="409" y="2784"/>
                  </a:cubicBezTo>
                  <a:cubicBezTo>
                    <a:pt x="412" y="2735"/>
                    <a:pt x="402" y="2700"/>
                    <a:pt x="411" y="2714"/>
                  </a:cubicBezTo>
                  <a:cubicBezTo>
                    <a:pt x="411" y="2714"/>
                    <a:pt x="425" y="2744"/>
                    <a:pt x="432" y="2786"/>
                  </a:cubicBezTo>
                  <a:cubicBezTo>
                    <a:pt x="432" y="2786"/>
                    <a:pt x="487" y="2800"/>
                    <a:pt x="535" y="2758"/>
                  </a:cubicBezTo>
                  <a:cubicBezTo>
                    <a:pt x="327" y="2251"/>
                    <a:pt x="421" y="1839"/>
                    <a:pt x="421" y="1839"/>
                  </a:cubicBezTo>
                  <a:cubicBezTo>
                    <a:pt x="447" y="1692"/>
                    <a:pt x="502" y="1543"/>
                    <a:pt x="546" y="1437"/>
                  </a:cubicBezTo>
                  <a:close/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4" name="Freeform 379">
              <a:extLst>
                <a:ext uri="{FF2B5EF4-FFF2-40B4-BE49-F238E27FC236}">
                  <a16:creationId xmlns:a16="http://schemas.microsoft.com/office/drawing/2014/main" id="{6A6A4855-6BA5-4DC3-BD94-F6FFDB213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551"/>
              <a:ext cx="21" cy="12"/>
            </a:xfrm>
            <a:custGeom>
              <a:avLst/>
              <a:gdLst>
                <a:gd name="T0" fmla="*/ 8 w 33"/>
                <a:gd name="T1" fmla="*/ 3 h 20"/>
                <a:gd name="T2" fmla="*/ 4 w 33"/>
                <a:gd name="T3" fmla="*/ 4 h 20"/>
                <a:gd name="T4" fmla="*/ 1 w 33"/>
                <a:gd name="T5" fmla="*/ 1 h 20"/>
                <a:gd name="T6" fmla="*/ 4 w 33"/>
                <a:gd name="T7" fmla="*/ 1 h 20"/>
                <a:gd name="T8" fmla="*/ 8 w 33"/>
                <a:gd name="T9" fmla="*/ 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31" y="14"/>
                  </a:moveTo>
                  <a:cubicBezTo>
                    <a:pt x="30" y="19"/>
                    <a:pt x="22" y="20"/>
                    <a:pt x="14" y="18"/>
                  </a:cubicBezTo>
                  <a:cubicBezTo>
                    <a:pt x="6" y="15"/>
                    <a:pt x="0" y="10"/>
                    <a:pt x="1" y="6"/>
                  </a:cubicBezTo>
                  <a:cubicBezTo>
                    <a:pt x="2" y="1"/>
                    <a:pt x="10" y="0"/>
                    <a:pt x="18" y="2"/>
                  </a:cubicBezTo>
                  <a:cubicBezTo>
                    <a:pt x="27" y="5"/>
                    <a:pt x="33" y="10"/>
                    <a:pt x="31" y="14"/>
                  </a:cubicBezTo>
                  <a:close/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25" name="Freeform 380">
              <a:extLst>
                <a:ext uri="{FF2B5EF4-FFF2-40B4-BE49-F238E27FC236}">
                  <a16:creationId xmlns:a16="http://schemas.microsoft.com/office/drawing/2014/main" id="{4D6586F4-31E1-4DF1-82B5-C0350597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553"/>
              <a:ext cx="13" cy="8"/>
            </a:xfrm>
            <a:custGeom>
              <a:avLst/>
              <a:gdLst>
                <a:gd name="T0" fmla="*/ 5 w 19"/>
                <a:gd name="T1" fmla="*/ 3 h 12"/>
                <a:gd name="T2" fmla="*/ 2 w 19"/>
                <a:gd name="T3" fmla="*/ 3 h 12"/>
                <a:gd name="T4" fmla="*/ 1 w 19"/>
                <a:gd name="T5" fmla="*/ 1 h 12"/>
                <a:gd name="T6" fmla="*/ 3 w 19"/>
                <a:gd name="T7" fmla="*/ 1 h 12"/>
                <a:gd name="T8" fmla="*/ 5 w 19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18" y="9"/>
                  </a:moveTo>
                  <a:cubicBezTo>
                    <a:pt x="18" y="11"/>
                    <a:pt x="13" y="12"/>
                    <a:pt x="8" y="10"/>
                  </a:cubicBezTo>
                  <a:cubicBezTo>
                    <a:pt x="4" y="9"/>
                    <a:pt x="0" y="6"/>
                    <a:pt x="1" y="3"/>
                  </a:cubicBezTo>
                  <a:cubicBezTo>
                    <a:pt x="2" y="1"/>
                    <a:pt x="6" y="0"/>
                    <a:pt x="11" y="2"/>
                  </a:cubicBezTo>
                  <a:cubicBezTo>
                    <a:pt x="16" y="3"/>
                    <a:pt x="19" y="6"/>
                    <a:pt x="18" y="9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6" name="Freeform 381">
              <a:extLst>
                <a:ext uri="{FF2B5EF4-FFF2-40B4-BE49-F238E27FC236}">
                  <a16:creationId xmlns:a16="http://schemas.microsoft.com/office/drawing/2014/main" id="{D2CFC860-E225-441A-BE6E-38BB1668A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457"/>
              <a:ext cx="10" cy="15"/>
            </a:xfrm>
            <a:custGeom>
              <a:avLst/>
              <a:gdLst>
                <a:gd name="T0" fmla="*/ 0 w 16"/>
                <a:gd name="T1" fmla="*/ 7 h 23"/>
                <a:gd name="T2" fmla="*/ 3 w 16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3">
                  <a:moveTo>
                    <a:pt x="0" y="23"/>
                  </a:moveTo>
                  <a:cubicBezTo>
                    <a:pt x="8" y="18"/>
                    <a:pt x="16" y="10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7" name="Freeform 382">
              <a:extLst>
                <a:ext uri="{FF2B5EF4-FFF2-40B4-BE49-F238E27FC236}">
                  <a16:creationId xmlns:a16="http://schemas.microsoft.com/office/drawing/2014/main" id="{D5E903C7-DC68-42AB-AC1C-16D913028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778"/>
              <a:ext cx="240" cy="123"/>
            </a:xfrm>
            <a:custGeom>
              <a:avLst/>
              <a:gdLst>
                <a:gd name="T0" fmla="*/ 77 w 376"/>
                <a:gd name="T1" fmla="*/ 11 h 193"/>
                <a:gd name="T2" fmla="*/ 45 w 376"/>
                <a:gd name="T3" fmla="*/ 4 h 193"/>
                <a:gd name="T4" fmla="*/ 12 w 376"/>
                <a:gd name="T5" fmla="*/ 35 h 193"/>
                <a:gd name="T6" fmla="*/ 34 w 376"/>
                <a:gd name="T7" fmla="*/ 35 h 193"/>
                <a:gd name="T8" fmla="*/ 73 w 376"/>
                <a:gd name="T9" fmla="*/ 37 h 193"/>
                <a:gd name="T10" fmla="*/ 98 w 376"/>
                <a:gd name="T11" fmla="*/ 36 h 193"/>
                <a:gd name="T12" fmla="*/ 77 w 376"/>
                <a:gd name="T13" fmla="*/ 11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6" h="193">
                  <a:moveTo>
                    <a:pt x="296" y="43"/>
                  </a:moveTo>
                  <a:cubicBezTo>
                    <a:pt x="296" y="43"/>
                    <a:pt x="241" y="0"/>
                    <a:pt x="174" y="15"/>
                  </a:cubicBezTo>
                  <a:cubicBezTo>
                    <a:pt x="97" y="33"/>
                    <a:pt x="0" y="124"/>
                    <a:pt x="47" y="136"/>
                  </a:cubicBezTo>
                  <a:cubicBezTo>
                    <a:pt x="93" y="148"/>
                    <a:pt x="109" y="122"/>
                    <a:pt x="133" y="136"/>
                  </a:cubicBezTo>
                  <a:cubicBezTo>
                    <a:pt x="148" y="145"/>
                    <a:pt x="201" y="193"/>
                    <a:pt x="282" y="143"/>
                  </a:cubicBezTo>
                  <a:cubicBezTo>
                    <a:pt x="296" y="134"/>
                    <a:pt x="339" y="180"/>
                    <a:pt x="376" y="139"/>
                  </a:cubicBezTo>
                  <a:cubicBezTo>
                    <a:pt x="376" y="139"/>
                    <a:pt x="348" y="82"/>
                    <a:pt x="296" y="43"/>
                  </a:cubicBezTo>
                  <a:close/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8" name="Freeform 383">
              <a:extLst>
                <a:ext uri="{FF2B5EF4-FFF2-40B4-BE49-F238E27FC236}">
                  <a16:creationId xmlns:a16="http://schemas.microsoft.com/office/drawing/2014/main" id="{E06B41FE-FB11-4EB8-919D-2857BDC24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88"/>
              <a:ext cx="131" cy="93"/>
            </a:xfrm>
            <a:custGeom>
              <a:avLst/>
              <a:gdLst>
                <a:gd name="T0" fmla="*/ 39 w 206"/>
                <a:gd name="T1" fmla="*/ 9 h 146"/>
                <a:gd name="T2" fmla="*/ 24 w 206"/>
                <a:gd name="T3" fmla="*/ 4 h 146"/>
                <a:gd name="T4" fmla="*/ 17 w 206"/>
                <a:gd name="T5" fmla="*/ 31 h 146"/>
                <a:gd name="T6" fmla="*/ 39 w 206"/>
                <a:gd name="T7" fmla="*/ 9 h 1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6" h="146">
                  <a:moveTo>
                    <a:pt x="152" y="35"/>
                  </a:moveTo>
                  <a:cubicBezTo>
                    <a:pt x="152" y="35"/>
                    <a:pt x="117" y="0"/>
                    <a:pt x="91" y="18"/>
                  </a:cubicBezTo>
                  <a:cubicBezTo>
                    <a:pt x="66" y="37"/>
                    <a:pt x="0" y="92"/>
                    <a:pt x="67" y="119"/>
                  </a:cubicBezTo>
                  <a:cubicBezTo>
                    <a:pt x="133" y="146"/>
                    <a:pt x="206" y="89"/>
                    <a:pt x="152" y="35"/>
                  </a:cubicBezTo>
                  <a:close/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9" name="Freeform 384">
              <a:extLst>
                <a:ext uri="{FF2B5EF4-FFF2-40B4-BE49-F238E27FC236}">
                  <a16:creationId xmlns:a16="http://schemas.microsoft.com/office/drawing/2014/main" id="{ED7DED90-1153-4285-AF4E-2EAD301D3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776"/>
              <a:ext cx="170" cy="116"/>
            </a:xfrm>
            <a:custGeom>
              <a:avLst/>
              <a:gdLst>
                <a:gd name="T0" fmla="*/ 52 w 266"/>
                <a:gd name="T1" fmla="*/ 11 h 182"/>
                <a:gd name="T2" fmla="*/ 31 w 266"/>
                <a:gd name="T3" fmla="*/ 6 h 182"/>
                <a:gd name="T4" fmla="*/ 22 w 266"/>
                <a:gd name="T5" fmla="*/ 38 h 182"/>
                <a:gd name="T6" fmla="*/ 52 w 266"/>
                <a:gd name="T7" fmla="*/ 11 h 1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6" h="182">
                  <a:moveTo>
                    <a:pt x="197" y="44"/>
                  </a:moveTo>
                  <a:cubicBezTo>
                    <a:pt x="197" y="44"/>
                    <a:pt x="151" y="0"/>
                    <a:pt x="118" y="23"/>
                  </a:cubicBezTo>
                  <a:cubicBezTo>
                    <a:pt x="85" y="46"/>
                    <a:pt x="0" y="114"/>
                    <a:pt x="86" y="148"/>
                  </a:cubicBezTo>
                  <a:cubicBezTo>
                    <a:pt x="172" y="182"/>
                    <a:pt x="266" y="110"/>
                    <a:pt x="197" y="44"/>
                  </a:cubicBezTo>
                  <a:close/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0" name="Freeform 385">
              <a:extLst>
                <a:ext uri="{FF2B5EF4-FFF2-40B4-BE49-F238E27FC236}">
                  <a16:creationId xmlns:a16="http://schemas.microsoft.com/office/drawing/2014/main" id="{80786DA5-4C6D-4512-A55A-FB78F2351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725"/>
              <a:ext cx="12" cy="36"/>
            </a:xfrm>
            <a:custGeom>
              <a:avLst/>
              <a:gdLst>
                <a:gd name="T0" fmla="*/ 5 w 18"/>
                <a:gd name="T1" fmla="*/ 8 h 56"/>
                <a:gd name="T2" fmla="*/ 2 w 18"/>
                <a:gd name="T3" fmla="*/ 15 h 56"/>
                <a:gd name="T4" fmla="*/ 0 w 18"/>
                <a:gd name="T5" fmla="*/ 8 h 56"/>
                <a:gd name="T6" fmla="*/ 3 w 18"/>
                <a:gd name="T7" fmla="*/ 0 h 56"/>
                <a:gd name="T8" fmla="*/ 5 w 18"/>
                <a:gd name="T9" fmla="*/ 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6">
                  <a:moveTo>
                    <a:pt x="17" y="28"/>
                  </a:moveTo>
                  <a:cubicBezTo>
                    <a:pt x="17" y="44"/>
                    <a:pt x="13" y="56"/>
                    <a:pt x="8" y="56"/>
                  </a:cubicBezTo>
                  <a:cubicBezTo>
                    <a:pt x="3" y="56"/>
                    <a:pt x="0" y="43"/>
                    <a:pt x="0" y="28"/>
                  </a:cubicBezTo>
                  <a:cubicBezTo>
                    <a:pt x="1" y="13"/>
                    <a:pt x="5" y="0"/>
                    <a:pt x="10" y="0"/>
                  </a:cubicBezTo>
                  <a:cubicBezTo>
                    <a:pt x="14" y="0"/>
                    <a:pt x="18" y="13"/>
                    <a:pt x="17" y="28"/>
                  </a:cubicBezTo>
                  <a:close/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31" name="Freeform 386">
              <a:extLst>
                <a:ext uri="{FF2B5EF4-FFF2-40B4-BE49-F238E27FC236}">
                  <a16:creationId xmlns:a16="http://schemas.microsoft.com/office/drawing/2014/main" id="{FBF44E82-91F3-46F7-B0B0-17D4D4F2F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731"/>
              <a:ext cx="6" cy="23"/>
            </a:xfrm>
            <a:custGeom>
              <a:avLst/>
              <a:gdLst>
                <a:gd name="T0" fmla="*/ 2 w 10"/>
                <a:gd name="T1" fmla="*/ 5 h 36"/>
                <a:gd name="T2" fmla="*/ 1 w 10"/>
                <a:gd name="T3" fmla="*/ 10 h 36"/>
                <a:gd name="T4" fmla="*/ 0 w 10"/>
                <a:gd name="T5" fmla="*/ 5 h 36"/>
                <a:gd name="T6" fmla="*/ 1 w 10"/>
                <a:gd name="T7" fmla="*/ 0 h 36"/>
                <a:gd name="T8" fmla="*/ 2 w 10"/>
                <a:gd name="T9" fmla="*/ 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6">
                  <a:moveTo>
                    <a:pt x="10" y="18"/>
                  </a:moveTo>
                  <a:cubicBezTo>
                    <a:pt x="9" y="28"/>
                    <a:pt x="7" y="36"/>
                    <a:pt x="4" y="36"/>
                  </a:cubicBezTo>
                  <a:cubicBezTo>
                    <a:pt x="2" y="36"/>
                    <a:pt x="0" y="28"/>
                    <a:pt x="0" y="18"/>
                  </a:cubicBezTo>
                  <a:cubicBezTo>
                    <a:pt x="1" y="8"/>
                    <a:pt x="3" y="0"/>
                    <a:pt x="6" y="0"/>
                  </a:cubicBezTo>
                  <a:cubicBezTo>
                    <a:pt x="8" y="0"/>
                    <a:pt x="10" y="8"/>
                    <a:pt x="10" y="18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2" name="Freeform 387">
              <a:extLst>
                <a:ext uri="{FF2B5EF4-FFF2-40B4-BE49-F238E27FC236}">
                  <a16:creationId xmlns:a16="http://schemas.microsoft.com/office/drawing/2014/main" id="{C168A4F1-740E-4FE4-80BA-96F1A8D14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862"/>
              <a:ext cx="198" cy="158"/>
            </a:xfrm>
            <a:custGeom>
              <a:avLst/>
              <a:gdLst>
                <a:gd name="T0" fmla="*/ 0 w 311"/>
                <a:gd name="T1" fmla="*/ 0 h 248"/>
                <a:gd name="T2" fmla="*/ 12 w 311"/>
                <a:gd name="T3" fmla="*/ 23 h 248"/>
                <a:gd name="T4" fmla="*/ 48 w 311"/>
                <a:gd name="T5" fmla="*/ 39 h 248"/>
                <a:gd name="T6" fmla="*/ 80 w 311"/>
                <a:gd name="T7" fmla="*/ 56 h 248"/>
                <a:gd name="T8" fmla="*/ 66 w 311"/>
                <a:gd name="T9" fmla="*/ 3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1" h="248">
                  <a:moveTo>
                    <a:pt x="0" y="0"/>
                  </a:moveTo>
                  <a:cubicBezTo>
                    <a:pt x="0" y="0"/>
                    <a:pt x="3" y="75"/>
                    <a:pt x="47" y="89"/>
                  </a:cubicBezTo>
                  <a:cubicBezTo>
                    <a:pt x="90" y="102"/>
                    <a:pt x="161" y="128"/>
                    <a:pt x="187" y="151"/>
                  </a:cubicBezTo>
                  <a:cubicBezTo>
                    <a:pt x="213" y="173"/>
                    <a:pt x="275" y="248"/>
                    <a:pt x="311" y="216"/>
                  </a:cubicBezTo>
                  <a:cubicBezTo>
                    <a:pt x="311" y="216"/>
                    <a:pt x="292" y="91"/>
                    <a:pt x="256" y="11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3" name="Freeform 388">
              <a:extLst>
                <a:ext uri="{FF2B5EF4-FFF2-40B4-BE49-F238E27FC236}">
                  <a16:creationId xmlns:a16="http://schemas.microsoft.com/office/drawing/2014/main" id="{7622B491-8D69-4554-BD16-AA577A213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885"/>
              <a:ext cx="31" cy="59"/>
            </a:xfrm>
            <a:custGeom>
              <a:avLst/>
              <a:gdLst>
                <a:gd name="T0" fmla="*/ 9 w 49"/>
                <a:gd name="T1" fmla="*/ 3 h 93"/>
                <a:gd name="T2" fmla="*/ 1 w 49"/>
                <a:gd name="T3" fmla="*/ 4 h 93"/>
                <a:gd name="T4" fmla="*/ 6 w 49"/>
                <a:gd name="T5" fmla="*/ 15 h 93"/>
                <a:gd name="T6" fmla="*/ 12 w 49"/>
                <a:gd name="T7" fmla="*/ 18 h 93"/>
                <a:gd name="T8" fmla="*/ 11 w 49"/>
                <a:gd name="T9" fmla="*/ 12 h 93"/>
                <a:gd name="T10" fmla="*/ 11 w 49"/>
                <a:gd name="T11" fmla="*/ 7 h 93"/>
                <a:gd name="T12" fmla="*/ 9 w 49"/>
                <a:gd name="T13" fmla="*/ 3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93">
                  <a:moveTo>
                    <a:pt x="37" y="12"/>
                  </a:moveTo>
                  <a:cubicBezTo>
                    <a:pt x="31" y="0"/>
                    <a:pt x="9" y="0"/>
                    <a:pt x="5" y="15"/>
                  </a:cubicBezTo>
                  <a:cubicBezTo>
                    <a:pt x="0" y="32"/>
                    <a:pt x="11" y="46"/>
                    <a:pt x="22" y="57"/>
                  </a:cubicBezTo>
                  <a:cubicBezTo>
                    <a:pt x="29" y="65"/>
                    <a:pt x="39" y="93"/>
                    <a:pt x="47" y="70"/>
                  </a:cubicBezTo>
                  <a:cubicBezTo>
                    <a:pt x="49" y="62"/>
                    <a:pt x="47" y="55"/>
                    <a:pt x="45" y="48"/>
                  </a:cubicBezTo>
                  <a:cubicBezTo>
                    <a:pt x="43" y="41"/>
                    <a:pt x="44" y="34"/>
                    <a:pt x="43" y="27"/>
                  </a:cubicBezTo>
                  <a:cubicBezTo>
                    <a:pt x="42" y="22"/>
                    <a:pt x="41" y="16"/>
                    <a:pt x="37" y="12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4" name="Freeform 389">
              <a:extLst>
                <a:ext uri="{FF2B5EF4-FFF2-40B4-BE49-F238E27FC236}">
                  <a16:creationId xmlns:a16="http://schemas.microsoft.com/office/drawing/2014/main" id="{92920FE1-FF53-46B9-86B8-3EC0C8FF5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932"/>
              <a:ext cx="23" cy="53"/>
            </a:xfrm>
            <a:custGeom>
              <a:avLst/>
              <a:gdLst>
                <a:gd name="T0" fmla="*/ 6 w 37"/>
                <a:gd name="T1" fmla="*/ 3 h 84"/>
                <a:gd name="T2" fmla="*/ 1 w 37"/>
                <a:gd name="T3" fmla="*/ 4 h 84"/>
                <a:gd name="T4" fmla="*/ 2 w 37"/>
                <a:gd name="T5" fmla="*/ 11 h 84"/>
                <a:gd name="T6" fmla="*/ 9 w 37"/>
                <a:gd name="T7" fmla="*/ 2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84">
                  <a:moveTo>
                    <a:pt x="24" y="9"/>
                  </a:moveTo>
                  <a:cubicBezTo>
                    <a:pt x="19" y="0"/>
                    <a:pt x="2" y="9"/>
                    <a:pt x="1" y="16"/>
                  </a:cubicBezTo>
                  <a:cubicBezTo>
                    <a:pt x="0" y="25"/>
                    <a:pt x="8" y="34"/>
                    <a:pt x="12" y="42"/>
                  </a:cubicBezTo>
                  <a:cubicBezTo>
                    <a:pt x="15" y="49"/>
                    <a:pt x="24" y="84"/>
                    <a:pt x="37" y="78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5" name="Freeform 390">
              <a:extLst>
                <a:ext uri="{FF2B5EF4-FFF2-40B4-BE49-F238E27FC236}">
                  <a16:creationId xmlns:a16="http://schemas.microsoft.com/office/drawing/2014/main" id="{6DEE00C2-4B8F-48C4-A8DC-3278B76E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07"/>
              <a:ext cx="24" cy="19"/>
            </a:xfrm>
            <a:custGeom>
              <a:avLst/>
              <a:gdLst>
                <a:gd name="T0" fmla="*/ 0 w 38"/>
                <a:gd name="T1" fmla="*/ 0 h 30"/>
                <a:gd name="T2" fmla="*/ 9 w 38"/>
                <a:gd name="T3" fmla="*/ 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0">
                  <a:moveTo>
                    <a:pt x="0" y="0"/>
                  </a:moveTo>
                  <a:cubicBezTo>
                    <a:pt x="20" y="5"/>
                    <a:pt x="31" y="9"/>
                    <a:pt x="38" y="3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6" name="Freeform 391">
              <a:extLst>
                <a:ext uri="{FF2B5EF4-FFF2-40B4-BE49-F238E27FC236}">
                  <a16:creationId xmlns:a16="http://schemas.microsoft.com/office/drawing/2014/main" id="{F03713AF-4FB9-4DA6-A667-04758A518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486"/>
              <a:ext cx="11" cy="14"/>
            </a:xfrm>
            <a:custGeom>
              <a:avLst/>
              <a:gdLst>
                <a:gd name="T0" fmla="*/ 0 w 17"/>
                <a:gd name="T1" fmla="*/ 1 h 22"/>
                <a:gd name="T2" fmla="*/ 5 w 17"/>
                <a:gd name="T3" fmla="*/ 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4"/>
                  </a:moveTo>
                  <a:cubicBezTo>
                    <a:pt x="12" y="0"/>
                    <a:pt x="14" y="16"/>
                    <a:pt x="17" y="22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7" name="Freeform 392">
              <a:extLst>
                <a:ext uri="{FF2B5EF4-FFF2-40B4-BE49-F238E27FC236}">
                  <a16:creationId xmlns:a16="http://schemas.microsoft.com/office/drawing/2014/main" id="{9A4B9AC8-989D-4054-9CEF-6A52C0D04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820"/>
              <a:ext cx="31" cy="44"/>
            </a:xfrm>
            <a:custGeom>
              <a:avLst/>
              <a:gdLst>
                <a:gd name="T0" fmla="*/ 8 w 48"/>
                <a:gd name="T1" fmla="*/ 18 h 68"/>
                <a:gd name="T2" fmla="*/ 2 w 48"/>
                <a:gd name="T3" fmla="*/ 16 h 68"/>
                <a:gd name="T4" fmla="*/ 3 w 48"/>
                <a:gd name="T5" fmla="*/ 10 h 68"/>
                <a:gd name="T6" fmla="*/ 8 w 48"/>
                <a:gd name="T7" fmla="*/ 4 h 68"/>
                <a:gd name="T8" fmla="*/ 13 w 48"/>
                <a:gd name="T9" fmla="*/ 0 h 68"/>
                <a:gd name="T10" fmla="*/ 8 w 48"/>
                <a:gd name="T11" fmla="*/ 6 h 68"/>
                <a:gd name="T12" fmla="*/ 4 w 48"/>
                <a:gd name="T13" fmla="*/ 11 h 68"/>
                <a:gd name="T14" fmla="*/ 3 w 48"/>
                <a:gd name="T15" fmla="*/ 16 h 68"/>
                <a:gd name="T16" fmla="*/ 8 w 48"/>
                <a:gd name="T17" fmla="*/ 18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68">
                  <a:moveTo>
                    <a:pt x="28" y="66"/>
                  </a:moveTo>
                  <a:cubicBezTo>
                    <a:pt x="22" y="68"/>
                    <a:pt x="10" y="64"/>
                    <a:pt x="6" y="60"/>
                  </a:cubicBezTo>
                  <a:cubicBezTo>
                    <a:pt x="0" y="53"/>
                    <a:pt x="8" y="44"/>
                    <a:pt x="11" y="38"/>
                  </a:cubicBezTo>
                  <a:cubicBezTo>
                    <a:pt x="17" y="30"/>
                    <a:pt x="23" y="21"/>
                    <a:pt x="31" y="15"/>
                  </a:cubicBezTo>
                  <a:cubicBezTo>
                    <a:pt x="36" y="10"/>
                    <a:pt x="44" y="6"/>
                    <a:pt x="48" y="0"/>
                  </a:cubicBezTo>
                  <a:cubicBezTo>
                    <a:pt x="40" y="6"/>
                    <a:pt x="35" y="16"/>
                    <a:pt x="29" y="23"/>
                  </a:cubicBezTo>
                  <a:cubicBezTo>
                    <a:pt x="24" y="29"/>
                    <a:pt x="19" y="34"/>
                    <a:pt x="15" y="40"/>
                  </a:cubicBezTo>
                  <a:cubicBezTo>
                    <a:pt x="12" y="46"/>
                    <a:pt x="7" y="51"/>
                    <a:pt x="12" y="57"/>
                  </a:cubicBezTo>
                  <a:cubicBezTo>
                    <a:pt x="16" y="62"/>
                    <a:pt x="24" y="64"/>
                    <a:pt x="28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8" name="Freeform 393">
              <a:extLst>
                <a:ext uri="{FF2B5EF4-FFF2-40B4-BE49-F238E27FC236}">
                  <a16:creationId xmlns:a16="http://schemas.microsoft.com/office/drawing/2014/main" id="{FB25E479-E299-43E0-8B97-4DCDB7C9F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804"/>
              <a:ext cx="42" cy="57"/>
            </a:xfrm>
            <a:custGeom>
              <a:avLst/>
              <a:gdLst>
                <a:gd name="T0" fmla="*/ 9 w 67"/>
                <a:gd name="T1" fmla="*/ 22 h 90"/>
                <a:gd name="T2" fmla="*/ 9 w 67"/>
                <a:gd name="T3" fmla="*/ 10 h 90"/>
                <a:gd name="T4" fmla="*/ 13 w 67"/>
                <a:gd name="T5" fmla="*/ 4 h 90"/>
                <a:gd name="T6" fmla="*/ 16 w 67"/>
                <a:gd name="T7" fmla="*/ 0 h 90"/>
                <a:gd name="T8" fmla="*/ 7 w 67"/>
                <a:gd name="T9" fmla="*/ 20 h 90"/>
                <a:gd name="T10" fmla="*/ 4 w 67"/>
                <a:gd name="T11" fmla="*/ 22 h 90"/>
                <a:gd name="T12" fmla="*/ 0 w 67"/>
                <a:gd name="T13" fmla="*/ 22 h 90"/>
                <a:gd name="T14" fmla="*/ 9 w 67"/>
                <a:gd name="T15" fmla="*/ 22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90">
                  <a:moveTo>
                    <a:pt x="36" y="84"/>
                  </a:moveTo>
                  <a:cubicBezTo>
                    <a:pt x="27" y="71"/>
                    <a:pt x="27" y="55"/>
                    <a:pt x="35" y="41"/>
                  </a:cubicBezTo>
                  <a:cubicBezTo>
                    <a:pt x="40" y="32"/>
                    <a:pt x="47" y="25"/>
                    <a:pt x="53" y="18"/>
                  </a:cubicBezTo>
                  <a:cubicBezTo>
                    <a:pt x="58" y="12"/>
                    <a:pt x="65" y="7"/>
                    <a:pt x="67" y="0"/>
                  </a:cubicBezTo>
                  <a:cubicBezTo>
                    <a:pt x="51" y="18"/>
                    <a:pt x="7" y="53"/>
                    <a:pt x="28" y="81"/>
                  </a:cubicBezTo>
                  <a:cubicBezTo>
                    <a:pt x="23" y="81"/>
                    <a:pt x="19" y="84"/>
                    <a:pt x="14" y="85"/>
                  </a:cubicBezTo>
                  <a:cubicBezTo>
                    <a:pt x="10" y="85"/>
                    <a:pt x="3" y="87"/>
                    <a:pt x="0" y="89"/>
                  </a:cubicBezTo>
                  <a:cubicBezTo>
                    <a:pt x="11" y="90"/>
                    <a:pt x="25" y="78"/>
                    <a:pt x="35" y="8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" name="Freeform 394">
              <a:extLst>
                <a:ext uri="{FF2B5EF4-FFF2-40B4-BE49-F238E27FC236}">
                  <a16:creationId xmlns:a16="http://schemas.microsoft.com/office/drawing/2014/main" id="{08377B67-2922-4F73-89C1-1AD4BD24C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832"/>
              <a:ext cx="26" cy="40"/>
            </a:xfrm>
            <a:custGeom>
              <a:avLst/>
              <a:gdLst>
                <a:gd name="T0" fmla="*/ 9 w 42"/>
                <a:gd name="T1" fmla="*/ 0 h 62"/>
                <a:gd name="T2" fmla="*/ 9 w 42"/>
                <a:gd name="T3" fmla="*/ 5 h 62"/>
                <a:gd name="T4" fmla="*/ 7 w 42"/>
                <a:gd name="T5" fmla="*/ 10 h 62"/>
                <a:gd name="T6" fmla="*/ 10 w 42"/>
                <a:gd name="T7" fmla="*/ 17 h 62"/>
                <a:gd name="T8" fmla="*/ 6 w 42"/>
                <a:gd name="T9" fmla="*/ 14 h 62"/>
                <a:gd name="T10" fmla="*/ 0 w 42"/>
                <a:gd name="T11" fmla="*/ 15 h 62"/>
                <a:gd name="T12" fmla="*/ 4 w 42"/>
                <a:gd name="T13" fmla="*/ 12 h 62"/>
                <a:gd name="T14" fmla="*/ 7 w 42"/>
                <a:gd name="T15" fmla="*/ 10 h 62"/>
                <a:gd name="T16" fmla="*/ 9 w 42"/>
                <a:gd name="T17" fmla="*/ 5 h 62"/>
                <a:gd name="T18" fmla="*/ 9 w 42"/>
                <a:gd name="T19" fmla="*/ 1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62">
                  <a:moveTo>
                    <a:pt x="36" y="0"/>
                  </a:moveTo>
                  <a:cubicBezTo>
                    <a:pt x="36" y="6"/>
                    <a:pt x="37" y="12"/>
                    <a:pt x="36" y="19"/>
                  </a:cubicBezTo>
                  <a:cubicBezTo>
                    <a:pt x="35" y="26"/>
                    <a:pt x="33" y="32"/>
                    <a:pt x="32" y="39"/>
                  </a:cubicBezTo>
                  <a:cubicBezTo>
                    <a:pt x="31" y="51"/>
                    <a:pt x="36" y="54"/>
                    <a:pt x="42" y="62"/>
                  </a:cubicBezTo>
                  <a:cubicBezTo>
                    <a:pt x="36" y="59"/>
                    <a:pt x="31" y="52"/>
                    <a:pt x="24" y="49"/>
                  </a:cubicBezTo>
                  <a:cubicBezTo>
                    <a:pt x="16" y="45"/>
                    <a:pt x="6" y="48"/>
                    <a:pt x="0" y="54"/>
                  </a:cubicBezTo>
                  <a:cubicBezTo>
                    <a:pt x="5" y="50"/>
                    <a:pt x="9" y="47"/>
                    <a:pt x="15" y="46"/>
                  </a:cubicBezTo>
                  <a:cubicBezTo>
                    <a:pt x="22" y="45"/>
                    <a:pt x="24" y="43"/>
                    <a:pt x="28" y="37"/>
                  </a:cubicBezTo>
                  <a:cubicBezTo>
                    <a:pt x="31" y="32"/>
                    <a:pt x="34" y="27"/>
                    <a:pt x="35" y="20"/>
                  </a:cubicBezTo>
                  <a:cubicBezTo>
                    <a:pt x="36" y="15"/>
                    <a:pt x="34" y="10"/>
                    <a:pt x="3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" name="Freeform 395">
              <a:extLst>
                <a:ext uri="{FF2B5EF4-FFF2-40B4-BE49-F238E27FC236}">
                  <a16:creationId xmlns:a16="http://schemas.microsoft.com/office/drawing/2014/main" id="{13D76EEE-E36D-4D98-A12C-2D3CCB9B4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849"/>
              <a:ext cx="22" cy="25"/>
            </a:xfrm>
            <a:custGeom>
              <a:avLst/>
              <a:gdLst>
                <a:gd name="T0" fmla="*/ 0 w 34"/>
                <a:gd name="T1" fmla="*/ 9 h 39"/>
                <a:gd name="T2" fmla="*/ 8 w 34"/>
                <a:gd name="T3" fmla="*/ 8 h 39"/>
                <a:gd name="T4" fmla="*/ 7 w 34"/>
                <a:gd name="T5" fmla="*/ 4 h 39"/>
                <a:gd name="T6" fmla="*/ 5 w 34"/>
                <a:gd name="T7" fmla="*/ 0 h 39"/>
                <a:gd name="T8" fmla="*/ 6 w 34"/>
                <a:gd name="T9" fmla="*/ 4 h 39"/>
                <a:gd name="T10" fmla="*/ 7 w 34"/>
                <a:gd name="T11" fmla="*/ 5 h 39"/>
                <a:gd name="T12" fmla="*/ 4 w 34"/>
                <a:gd name="T13" fmla="*/ 8 h 39"/>
                <a:gd name="T14" fmla="*/ 1 w 34"/>
                <a:gd name="T15" fmla="*/ 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9">
                  <a:moveTo>
                    <a:pt x="0" y="35"/>
                  </a:moveTo>
                  <a:cubicBezTo>
                    <a:pt x="9" y="39"/>
                    <a:pt x="24" y="36"/>
                    <a:pt x="30" y="28"/>
                  </a:cubicBezTo>
                  <a:cubicBezTo>
                    <a:pt x="34" y="23"/>
                    <a:pt x="29" y="21"/>
                    <a:pt x="26" y="15"/>
                  </a:cubicBezTo>
                  <a:cubicBezTo>
                    <a:pt x="24" y="10"/>
                    <a:pt x="22" y="5"/>
                    <a:pt x="20" y="0"/>
                  </a:cubicBezTo>
                  <a:cubicBezTo>
                    <a:pt x="20" y="4"/>
                    <a:pt x="21" y="10"/>
                    <a:pt x="22" y="14"/>
                  </a:cubicBezTo>
                  <a:cubicBezTo>
                    <a:pt x="23" y="17"/>
                    <a:pt x="26" y="19"/>
                    <a:pt x="26" y="21"/>
                  </a:cubicBezTo>
                  <a:cubicBezTo>
                    <a:pt x="28" y="29"/>
                    <a:pt x="19" y="27"/>
                    <a:pt x="16" y="33"/>
                  </a:cubicBezTo>
                  <a:cubicBezTo>
                    <a:pt x="12" y="33"/>
                    <a:pt x="9" y="34"/>
                    <a:pt x="4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" name="Freeform 396">
              <a:extLst>
                <a:ext uri="{FF2B5EF4-FFF2-40B4-BE49-F238E27FC236}">
                  <a16:creationId xmlns:a16="http://schemas.microsoft.com/office/drawing/2014/main" id="{00023B05-5E32-4D4B-A235-C3EECBA10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885"/>
              <a:ext cx="11" cy="33"/>
            </a:xfrm>
            <a:custGeom>
              <a:avLst/>
              <a:gdLst>
                <a:gd name="T0" fmla="*/ 4 w 18"/>
                <a:gd name="T1" fmla="*/ 0 h 53"/>
                <a:gd name="T2" fmla="*/ 4 w 18"/>
                <a:gd name="T3" fmla="*/ 1 h 53"/>
                <a:gd name="T4" fmla="*/ 1 w 18"/>
                <a:gd name="T5" fmla="*/ 6 h 53"/>
                <a:gd name="T6" fmla="*/ 4 w 18"/>
                <a:gd name="T7" fmla="*/ 13 h 53"/>
                <a:gd name="T8" fmla="*/ 1 w 18"/>
                <a:gd name="T9" fmla="*/ 6 h 53"/>
                <a:gd name="T10" fmla="*/ 4 w 18"/>
                <a:gd name="T11" fmla="*/ 1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3">
                  <a:moveTo>
                    <a:pt x="18" y="0"/>
                  </a:moveTo>
                  <a:cubicBezTo>
                    <a:pt x="18" y="1"/>
                    <a:pt x="18" y="1"/>
                    <a:pt x="18" y="2"/>
                  </a:cubicBezTo>
                  <a:cubicBezTo>
                    <a:pt x="9" y="4"/>
                    <a:pt x="5" y="16"/>
                    <a:pt x="5" y="25"/>
                  </a:cubicBezTo>
                  <a:cubicBezTo>
                    <a:pt x="5" y="35"/>
                    <a:pt x="13" y="45"/>
                    <a:pt x="18" y="53"/>
                  </a:cubicBezTo>
                  <a:cubicBezTo>
                    <a:pt x="10" y="45"/>
                    <a:pt x="2" y="35"/>
                    <a:pt x="1" y="23"/>
                  </a:cubicBezTo>
                  <a:cubicBezTo>
                    <a:pt x="0" y="9"/>
                    <a:pt x="8" y="6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" name="Freeform 397">
              <a:extLst>
                <a:ext uri="{FF2B5EF4-FFF2-40B4-BE49-F238E27FC236}">
                  <a16:creationId xmlns:a16="http://schemas.microsoft.com/office/drawing/2014/main" id="{65B295EB-9906-4F6D-86B6-907CE151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936"/>
              <a:ext cx="16" cy="31"/>
            </a:xfrm>
            <a:custGeom>
              <a:avLst/>
              <a:gdLst>
                <a:gd name="T0" fmla="*/ 4 w 26"/>
                <a:gd name="T1" fmla="*/ 0 h 49"/>
                <a:gd name="T2" fmla="*/ 3 w 26"/>
                <a:gd name="T3" fmla="*/ 6 h 49"/>
                <a:gd name="T4" fmla="*/ 6 w 26"/>
                <a:gd name="T5" fmla="*/ 13 h 49"/>
                <a:gd name="T6" fmla="*/ 4 w 26"/>
                <a:gd name="T7" fmla="*/ 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9">
                  <a:moveTo>
                    <a:pt x="17" y="0"/>
                  </a:moveTo>
                  <a:cubicBezTo>
                    <a:pt x="13" y="9"/>
                    <a:pt x="7" y="14"/>
                    <a:pt x="13" y="24"/>
                  </a:cubicBezTo>
                  <a:cubicBezTo>
                    <a:pt x="18" y="32"/>
                    <a:pt x="26" y="39"/>
                    <a:pt x="26" y="49"/>
                  </a:cubicBezTo>
                  <a:cubicBezTo>
                    <a:pt x="18" y="35"/>
                    <a:pt x="0" y="17"/>
                    <a:pt x="1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" name="Freeform 398">
              <a:extLst>
                <a:ext uri="{FF2B5EF4-FFF2-40B4-BE49-F238E27FC236}">
                  <a16:creationId xmlns:a16="http://schemas.microsoft.com/office/drawing/2014/main" id="{68339260-837C-4829-80C9-B8247ED45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888"/>
              <a:ext cx="35" cy="77"/>
            </a:xfrm>
            <a:custGeom>
              <a:avLst/>
              <a:gdLst>
                <a:gd name="T0" fmla="*/ 2 w 55"/>
                <a:gd name="T1" fmla="*/ 0 h 121"/>
                <a:gd name="T2" fmla="*/ 2 w 55"/>
                <a:gd name="T3" fmla="*/ 8 h 121"/>
                <a:gd name="T4" fmla="*/ 7 w 55"/>
                <a:gd name="T5" fmla="*/ 15 h 121"/>
                <a:gd name="T6" fmla="*/ 10 w 55"/>
                <a:gd name="T7" fmla="*/ 24 h 121"/>
                <a:gd name="T8" fmla="*/ 14 w 55"/>
                <a:gd name="T9" fmla="*/ 31 h 121"/>
                <a:gd name="T10" fmla="*/ 10 w 55"/>
                <a:gd name="T11" fmla="*/ 23 h 121"/>
                <a:gd name="T12" fmla="*/ 6 w 55"/>
                <a:gd name="T13" fmla="*/ 15 h 121"/>
                <a:gd name="T14" fmla="*/ 1 w 55"/>
                <a:gd name="T15" fmla="*/ 9 h 121"/>
                <a:gd name="T16" fmla="*/ 2 w 55"/>
                <a:gd name="T17" fmla="*/ 1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21">
                  <a:moveTo>
                    <a:pt x="8" y="0"/>
                  </a:moveTo>
                  <a:cubicBezTo>
                    <a:pt x="1" y="9"/>
                    <a:pt x="2" y="24"/>
                    <a:pt x="6" y="33"/>
                  </a:cubicBezTo>
                  <a:cubicBezTo>
                    <a:pt x="11" y="44"/>
                    <a:pt x="21" y="51"/>
                    <a:pt x="28" y="60"/>
                  </a:cubicBezTo>
                  <a:cubicBezTo>
                    <a:pt x="36" y="70"/>
                    <a:pt x="37" y="79"/>
                    <a:pt x="38" y="91"/>
                  </a:cubicBezTo>
                  <a:cubicBezTo>
                    <a:pt x="40" y="104"/>
                    <a:pt x="46" y="112"/>
                    <a:pt x="55" y="121"/>
                  </a:cubicBezTo>
                  <a:cubicBezTo>
                    <a:pt x="44" y="114"/>
                    <a:pt x="38" y="101"/>
                    <a:pt x="36" y="88"/>
                  </a:cubicBezTo>
                  <a:cubicBezTo>
                    <a:pt x="35" y="76"/>
                    <a:pt x="30" y="69"/>
                    <a:pt x="23" y="59"/>
                  </a:cubicBezTo>
                  <a:cubicBezTo>
                    <a:pt x="17" y="51"/>
                    <a:pt x="8" y="44"/>
                    <a:pt x="4" y="34"/>
                  </a:cubicBezTo>
                  <a:cubicBezTo>
                    <a:pt x="1" y="27"/>
                    <a:pt x="0" y="10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4" name="Freeform 399">
              <a:extLst>
                <a:ext uri="{FF2B5EF4-FFF2-40B4-BE49-F238E27FC236}">
                  <a16:creationId xmlns:a16="http://schemas.microsoft.com/office/drawing/2014/main" id="{F36C89E5-431F-4D5B-A7A9-5066F5798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972"/>
              <a:ext cx="43" cy="29"/>
            </a:xfrm>
            <a:custGeom>
              <a:avLst/>
              <a:gdLst>
                <a:gd name="T0" fmla="*/ 14 w 67"/>
                <a:gd name="T1" fmla="*/ 4 h 45"/>
                <a:gd name="T2" fmla="*/ 18 w 67"/>
                <a:gd name="T3" fmla="*/ 9 h 45"/>
                <a:gd name="T4" fmla="*/ 13 w 67"/>
                <a:gd name="T5" fmla="*/ 11 h 45"/>
                <a:gd name="T6" fmla="*/ 5 w 67"/>
                <a:gd name="T7" fmla="*/ 6 h 45"/>
                <a:gd name="T8" fmla="*/ 0 w 67"/>
                <a:gd name="T9" fmla="*/ 0 h 45"/>
                <a:gd name="T10" fmla="*/ 8 w 67"/>
                <a:gd name="T11" fmla="*/ 8 h 45"/>
                <a:gd name="T12" fmla="*/ 17 w 67"/>
                <a:gd name="T13" fmla="*/ 10 h 45"/>
                <a:gd name="T14" fmla="*/ 14 w 67"/>
                <a:gd name="T15" fmla="*/ 5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5">
                  <a:moveTo>
                    <a:pt x="53" y="15"/>
                  </a:moveTo>
                  <a:cubicBezTo>
                    <a:pt x="57" y="24"/>
                    <a:pt x="67" y="25"/>
                    <a:pt x="67" y="34"/>
                  </a:cubicBezTo>
                  <a:cubicBezTo>
                    <a:pt x="67" y="45"/>
                    <a:pt x="56" y="43"/>
                    <a:pt x="48" y="41"/>
                  </a:cubicBezTo>
                  <a:cubicBezTo>
                    <a:pt x="35" y="38"/>
                    <a:pt x="27" y="30"/>
                    <a:pt x="18" y="22"/>
                  </a:cubicBezTo>
                  <a:cubicBezTo>
                    <a:pt x="11" y="16"/>
                    <a:pt x="4" y="8"/>
                    <a:pt x="0" y="0"/>
                  </a:cubicBezTo>
                  <a:cubicBezTo>
                    <a:pt x="12" y="9"/>
                    <a:pt x="20" y="22"/>
                    <a:pt x="33" y="30"/>
                  </a:cubicBezTo>
                  <a:cubicBezTo>
                    <a:pt x="43" y="37"/>
                    <a:pt x="51" y="39"/>
                    <a:pt x="63" y="37"/>
                  </a:cubicBezTo>
                  <a:cubicBezTo>
                    <a:pt x="62" y="29"/>
                    <a:pt x="56" y="26"/>
                    <a:pt x="5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" name="Freeform 400">
              <a:extLst>
                <a:ext uri="{FF2B5EF4-FFF2-40B4-BE49-F238E27FC236}">
                  <a16:creationId xmlns:a16="http://schemas.microsoft.com/office/drawing/2014/main" id="{76C66CD1-3DB1-4469-A424-314D71BE3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03"/>
              <a:ext cx="26" cy="13"/>
            </a:xfrm>
            <a:custGeom>
              <a:avLst/>
              <a:gdLst>
                <a:gd name="T0" fmla="*/ 0 w 41"/>
                <a:gd name="T1" fmla="*/ 4 h 21"/>
                <a:gd name="T2" fmla="*/ 5 w 41"/>
                <a:gd name="T3" fmla="*/ 1 h 21"/>
                <a:gd name="T4" fmla="*/ 10 w 41"/>
                <a:gd name="T5" fmla="*/ 0 h 21"/>
                <a:gd name="T6" fmla="*/ 4 w 41"/>
                <a:gd name="T7" fmla="*/ 3 h 21"/>
                <a:gd name="T8" fmla="*/ 1 w 4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1">
                  <a:moveTo>
                    <a:pt x="0" y="20"/>
                  </a:moveTo>
                  <a:cubicBezTo>
                    <a:pt x="7" y="16"/>
                    <a:pt x="13" y="11"/>
                    <a:pt x="21" y="7"/>
                  </a:cubicBezTo>
                  <a:cubicBezTo>
                    <a:pt x="28" y="4"/>
                    <a:pt x="34" y="2"/>
                    <a:pt x="41" y="0"/>
                  </a:cubicBezTo>
                  <a:cubicBezTo>
                    <a:pt x="33" y="2"/>
                    <a:pt x="26" y="10"/>
                    <a:pt x="18" y="13"/>
                  </a:cubicBezTo>
                  <a:cubicBezTo>
                    <a:pt x="13" y="15"/>
                    <a:pt x="6" y="16"/>
                    <a:pt x="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" name="Freeform 401">
              <a:extLst>
                <a:ext uri="{FF2B5EF4-FFF2-40B4-BE49-F238E27FC236}">
                  <a16:creationId xmlns:a16="http://schemas.microsoft.com/office/drawing/2014/main" id="{A2BAED10-5DB7-4AE7-B8ED-421BBA9A8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792"/>
              <a:ext cx="41" cy="17"/>
            </a:xfrm>
            <a:custGeom>
              <a:avLst/>
              <a:gdLst>
                <a:gd name="T0" fmla="*/ 16 w 65"/>
                <a:gd name="T1" fmla="*/ 2 h 26"/>
                <a:gd name="T2" fmla="*/ 13 w 65"/>
                <a:gd name="T3" fmla="*/ 1 h 26"/>
                <a:gd name="T4" fmla="*/ 8 w 65"/>
                <a:gd name="T5" fmla="*/ 1 h 26"/>
                <a:gd name="T6" fmla="*/ 0 w 65"/>
                <a:gd name="T7" fmla="*/ 7 h 26"/>
                <a:gd name="T8" fmla="*/ 8 w 65"/>
                <a:gd name="T9" fmla="*/ 1 h 26"/>
                <a:gd name="T10" fmla="*/ 13 w 65"/>
                <a:gd name="T11" fmla="*/ 1 h 26"/>
                <a:gd name="T12" fmla="*/ 16 w 65"/>
                <a:gd name="T13" fmla="*/ 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26">
                  <a:moveTo>
                    <a:pt x="65" y="7"/>
                  </a:moveTo>
                  <a:cubicBezTo>
                    <a:pt x="62" y="8"/>
                    <a:pt x="53" y="3"/>
                    <a:pt x="49" y="3"/>
                  </a:cubicBezTo>
                  <a:cubicBezTo>
                    <a:pt x="43" y="2"/>
                    <a:pt x="38" y="2"/>
                    <a:pt x="32" y="5"/>
                  </a:cubicBezTo>
                  <a:cubicBezTo>
                    <a:pt x="20" y="10"/>
                    <a:pt x="9" y="18"/>
                    <a:pt x="0" y="26"/>
                  </a:cubicBezTo>
                  <a:cubicBezTo>
                    <a:pt x="8" y="17"/>
                    <a:pt x="21" y="5"/>
                    <a:pt x="33" y="2"/>
                  </a:cubicBezTo>
                  <a:cubicBezTo>
                    <a:pt x="38" y="1"/>
                    <a:pt x="44" y="0"/>
                    <a:pt x="50" y="1"/>
                  </a:cubicBezTo>
                  <a:cubicBezTo>
                    <a:pt x="56" y="2"/>
                    <a:pt x="60" y="7"/>
                    <a:pt x="6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7" name="Freeform 402">
              <a:extLst>
                <a:ext uri="{FF2B5EF4-FFF2-40B4-BE49-F238E27FC236}">
                  <a16:creationId xmlns:a16="http://schemas.microsoft.com/office/drawing/2014/main" id="{9797471D-6786-43E9-8BDE-2B69C27CA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823"/>
              <a:ext cx="15" cy="36"/>
            </a:xfrm>
            <a:custGeom>
              <a:avLst/>
              <a:gdLst>
                <a:gd name="T0" fmla="*/ 4 w 23"/>
                <a:gd name="T1" fmla="*/ 0 h 56"/>
                <a:gd name="T2" fmla="*/ 5 w 23"/>
                <a:gd name="T3" fmla="*/ 8 h 56"/>
                <a:gd name="T4" fmla="*/ 0 w 23"/>
                <a:gd name="T5" fmla="*/ 15 h 56"/>
                <a:gd name="T6" fmla="*/ 6 w 23"/>
                <a:gd name="T7" fmla="*/ 6 h 56"/>
                <a:gd name="T8" fmla="*/ 5 w 23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6">
                  <a:moveTo>
                    <a:pt x="14" y="0"/>
                  </a:moveTo>
                  <a:cubicBezTo>
                    <a:pt x="17" y="11"/>
                    <a:pt x="19" y="19"/>
                    <a:pt x="16" y="30"/>
                  </a:cubicBezTo>
                  <a:cubicBezTo>
                    <a:pt x="13" y="40"/>
                    <a:pt x="6" y="48"/>
                    <a:pt x="0" y="56"/>
                  </a:cubicBezTo>
                  <a:cubicBezTo>
                    <a:pt x="11" y="51"/>
                    <a:pt x="21" y="36"/>
                    <a:pt x="22" y="24"/>
                  </a:cubicBezTo>
                  <a:cubicBezTo>
                    <a:pt x="23" y="14"/>
                    <a:pt x="18" y="9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8" name="Freeform 403">
              <a:extLst>
                <a:ext uri="{FF2B5EF4-FFF2-40B4-BE49-F238E27FC236}">
                  <a16:creationId xmlns:a16="http://schemas.microsoft.com/office/drawing/2014/main" id="{6205DEF9-2299-465E-8354-9920BD663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991"/>
              <a:ext cx="76" cy="149"/>
            </a:xfrm>
            <a:custGeom>
              <a:avLst/>
              <a:gdLst>
                <a:gd name="T0" fmla="*/ 0 w 120"/>
                <a:gd name="T1" fmla="*/ 60 h 234"/>
                <a:gd name="T2" fmla="*/ 14 w 120"/>
                <a:gd name="T3" fmla="*/ 33 h 234"/>
                <a:gd name="T4" fmla="*/ 30 w 120"/>
                <a:gd name="T5" fmla="*/ 0 h 234"/>
                <a:gd name="T6" fmla="*/ 22 w 120"/>
                <a:gd name="T7" fmla="*/ 13 h 234"/>
                <a:gd name="T8" fmla="*/ 14 w 120"/>
                <a:gd name="T9" fmla="*/ 28 h 234"/>
                <a:gd name="T10" fmla="*/ 9 w 120"/>
                <a:gd name="T11" fmla="*/ 42 h 234"/>
                <a:gd name="T12" fmla="*/ 3 w 120"/>
                <a:gd name="T13" fmla="*/ 55 h 234"/>
                <a:gd name="T14" fmla="*/ 3 w 120"/>
                <a:gd name="T15" fmla="*/ 51 h 234"/>
                <a:gd name="T16" fmla="*/ 1 w 120"/>
                <a:gd name="T17" fmla="*/ 60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234">
                  <a:moveTo>
                    <a:pt x="0" y="234"/>
                  </a:moveTo>
                  <a:cubicBezTo>
                    <a:pt x="30" y="227"/>
                    <a:pt x="46" y="153"/>
                    <a:pt x="55" y="128"/>
                  </a:cubicBezTo>
                  <a:cubicBezTo>
                    <a:pt x="71" y="82"/>
                    <a:pt x="94" y="40"/>
                    <a:pt x="120" y="0"/>
                  </a:cubicBezTo>
                  <a:cubicBezTo>
                    <a:pt x="107" y="10"/>
                    <a:pt x="94" y="34"/>
                    <a:pt x="85" y="49"/>
                  </a:cubicBezTo>
                  <a:cubicBezTo>
                    <a:pt x="75" y="67"/>
                    <a:pt x="64" y="88"/>
                    <a:pt x="56" y="108"/>
                  </a:cubicBezTo>
                  <a:cubicBezTo>
                    <a:pt x="48" y="127"/>
                    <a:pt x="42" y="144"/>
                    <a:pt x="34" y="162"/>
                  </a:cubicBezTo>
                  <a:cubicBezTo>
                    <a:pt x="28" y="178"/>
                    <a:pt x="23" y="200"/>
                    <a:pt x="12" y="212"/>
                  </a:cubicBezTo>
                  <a:cubicBezTo>
                    <a:pt x="10" y="208"/>
                    <a:pt x="9" y="202"/>
                    <a:pt x="10" y="196"/>
                  </a:cubicBezTo>
                  <a:cubicBezTo>
                    <a:pt x="10" y="205"/>
                    <a:pt x="5" y="228"/>
                    <a:pt x="1" y="2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9" name="Freeform 404">
              <a:extLst>
                <a:ext uri="{FF2B5EF4-FFF2-40B4-BE49-F238E27FC236}">
                  <a16:creationId xmlns:a16="http://schemas.microsoft.com/office/drawing/2014/main" id="{9EE6965F-B4E2-4B9E-B7C4-4D76334BA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834"/>
              <a:ext cx="481" cy="398"/>
            </a:xfrm>
            <a:custGeom>
              <a:avLst/>
              <a:gdLst>
                <a:gd name="T0" fmla="*/ 98 w 754"/>
                <a:gd name="T1" fmla="*/ 0 h 625"/>
                <a:gd name="T2" fmla="*/ 29 w 754"/>
                <a:gd name="T3" fmla="*/ 57 h 625"/>
                <a:gd name="T4" fmla="*/ 5 w 754"/>
                <a:gd name="T5" fmla="*/ 125 h 625"/>
                <a:gd name="T6" fmla="*/ 58 w 754"/>
                <a:gd name="T7" fmla="*/ 157 h 625"/>
                <a:gd name="T8" fmla="*/ 196 w 754"/>
                <a:gd name="T9" fmla="*/ 122 h 6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4" h="625">
                  <a:moveTo>
                    <a:pt x="377" y="0"/>
                  </a:moveTo>
                  <a:cubicBezTo>
                    <a:pt x="294" y="43"/>
                    <a:pt x="173" y="118"/>
                    <a:pt x="111" y="218"/>
                  </a:cubicBezTo>
                  <a:cubicBezTo>
                    <a:pt x="12" y="380"/>
                    <a:pt x="39" y="426"/>
                    <a:pt x="21" y="484"/>
                  </a:cubicBezTo>
                  <a:cubicBezTo>
                    <a:pt x="3" y="541"/>
                    <a:pt x="0" y="625"/>
                    <a:pt x="222" y="606"/>
                  </a:cubicBezTo>
                  <a:cubicBezTo>
                    <a:pt x="416" y="590"/>
                    <a:pt x="620" y="602"/>
                    <a:pt x="754" y="471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0" name="Freeform 405">
              <a:extLst>
                <a:ext uri="{FF2B5EF4-FFF2-40B4-BE49-F238E27FC236}">
                  <a16:creationId xmlns:a16="http://schemas.microsoft.com/office/drawing/2014/main" id="{CAF89960-9C51-4FBC-9CEA-D216760F9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846"/>
              <a:ext cx="139" cy="87"/>
            </a:xfrm>
            <a:custGeom>
              <a:avLst/>
              <a:gdLst>
                <a:gd name="T0" fmla="*/ 43 w 218"/>
                <a:gd name="T1" fmla="*/ 0 h 136"/>
                <a:gd name="T2" fmla="*/ 23 w 218"/>
                <a:gd name="T3" fmla="*/ 13 h 136"/>
                <a:gd name="T4" fmla="*/ 13 w 218"/>
                <a:gd name="T5" fmla="*/ 21 h 136"/>
                <a:gd name="T6" fmla="*/ 0 w 218"/>
                <a:gd name="T7" fmla="*/ 36 h 136"/>
                <a:gd name="T8" fmla="*/ 27 w 218"/>
                <a:gd name="T9" fmla="*/ 13 h 136"/>
                <a:gd name="T10" fmla="*/ 33 w 218"/>
                <a:gd name="T11" fmla="*/ 9 h 136"/>
                <a:gd name="T12" fmla="*/ 38 w 218"/>
                <a:gd name="T13" fmla="*/ 5 h 136"/>
                <a:gd name="T14" fmla="*/ 41 w 218"/>
                <a:gd name="T15" fmla="*/ 10 h 136"/>
                <a:gd name="T16" fmla="*/ 47 w 218"/>
                <a:gd name="T17" fmla="*/ 12 h 136"/>
                <a:gd name="T18" fmla="*/ 57 w 218"/>
                <a:gd name="T19" fmla="*/ 12 h 136"/>
                <a:gd name="T20" fmla="*/ 45 w 218"/>
                <a:gd name="T21" fmla="*/ 10 h 136"/>
                <a:gd name="T22" fmla="*/ 43 w 218"/>
                <a:gd name="T23" fmla="*/ 1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8" h="136">
                  <a:moveTo>
                    <a:pt x="168" y="0"/>
                  </a:moveTo>
                  <a:cubicBezTo>
                    <a:pt x="144" y="18"/>
                    <a:pt x="115" y="30"/>
                    <a:pt x="90" y="48"/>
                  </a:cubicBezTo>
                  <a:cubicBezTo>
                    <a:pt x="76" y="58"/>
                    <a:pt x="64" y="68"/>
                    <a:pt x="52" y="79"/>
                  </a:cubicBezTo>
                  <a:cubicBezTo>
                    <a:pt x="34" y="96"/>
                    <a:pt x="13" y="115"/>
                    <a:pt x="0" y="136"/>
                  </a:cubicBezTo>
                  <a:cubicBezTo>
                    <a:pt x="30" y="102"/>
                    <a:pt x="67" y="72"/>
                    <a:pt x="106" y="49"/>
                  </a:cubicBezTo>
                  <a:cubicBezTo>
                    <a:pt x="114" y="44"/>
                    <a:pt x="121" y="39"/>
                    <a:pt x="128" y="34"/>
                  </a:cubicBezTo>
                  <a:cubicBezTo>
                    <a:pt x="133" y="31"/>
                    <a:pt x="143" y="22"/>
                    <a:pt x="148" y="21"/>
                  </a:cubicBezTo>
                  <a:cubicBezTo>
                    <a:pt x="153" y="21"/>
                    <a:pt x="155" y="32"/>
                    <a:pt x="159" y="36"/>
                  </a:cubicBezTo>
                  <a:cubicBezTo>
                    <a:pt x="165" y="41"/>
                    <a:pt x="172" y="45"/>
                    <a:pt x="179" y="46"/>
                  </a:cubicBezTo>
                  <a:cubicBezTo>
                    <a:pt x="191" y="48"/>
                    <a:pt x="208" y="49"/>
                    <a:pt x="218" y="43"/>
                  </a:cubicBezTo>
                  <a:cubicBezTo>
                    <a:pt x="204" y="39"/>
                    <a:pt x="188" y="41"/>
                    <a:pt x="174" y="36"/>
                  </a:cubicBezTo>
                  <a:cubicBezTo>
                    <a:pt x="157" y="31"/>
                    <a:pt x="166" y="14"/>
                    <a:pt x="16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1" name="Freeform 406">
              <a:extLst>
                <a:ext uri="{FF2B5EF4-FFF2-40B4-BE49-F238E27FC236}">
                  <a16:creationId xmlns:a16="http://schemas.microsoft.com/office/drawing/2014/main" id="{4C3AD6C2-3B59-4A79-A0AC-516E84D88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869"/>
              <a:ext cx="65" cy="55"/>
            </a:xfrm>
            <a:custGeom>
              <a:avLst/>
              <a:gdLst>
                <a:gd name="T0" fmla="*/ 4 w 101"/>
                <a:gd name="T1" fmla="*/ 2 h 86"/>
                <a:gd name="T2" fmla="*/ 2 w 101"/>
                <a:gd name="T3" fmla="*/ 0 h 86"/>
                <a:gd name="T4" fmla="*/ 9 w 101"/>
                <a:gd name="T5" fmla="*/ 15 h 86"/>
                <a:gd name="T6" fmla="*/ 27 w 101"/>
                <a:gd name="T7" fmla="*/ 22 h 86"/>
                <a:gd name="T8" fmla="*/ 11 w 101"/>
                <a:gd name="T9" fmla="*/ 13 h 86"/>
                <a:gd name="T10" fmla="*/ 3 w 101"/>
                <a:gd name="T11" fmla="*/ 1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6">
                  <a:moveTo>
                    <a:pt x="16" y="6"/>
                  </a:moveTo>
                  <a:cubicBezTo>
                    <a:pt x="13" y="5"/>
                    <a:pt x="10" y="2"/>
                    <a:pt x="8" y="0"/>
                  </a:cubicBezTo>
                  <a:cubicBezTo>
                    <a:pt x="0" y="15"/>
                    <a:pt x="20" y="49"/>
                    <a:pt x="33" y="57"/>
                  </a:cubicBezTo>
                  <a:cubicBezTo>
                    <a:pt x="49" y="67"/>
                    <a:pt x="81" y="86"/>
                    <a:pt x="101" y="85"/>
                  </a:cubicBezTo>
                  <a:cubicBezTo>
                    <a:pt x="79" y="84"/>
                    <a:pt x="58" y="63"/>
                    <a:pt x="41" y="50"/>
                  </a:cubicBezTo>
                  <a:cubicBezTo>
                    <a:pt x="28" y="40"/>
                    <a:pt x="10" y="24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2" name="Oval 407">
              <a:extLst>
                <a:ext uri="{FF2B5EF4-FFF2-40B4-BE49-F238E27FC236}">
                  <a16:creationId xmlns:a16="http://schemas.microsoft.com/office/drawing/2014/main" id="{DCB01624-ADB8-4EAB-A7CD-2DE6579C1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188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3" name="Oval 408">
              <a:extLst>
                <a:ext uri="{FF2B5EF4-FFF2-40B4-BE49-F238E27FC236}">
                  <a16:creationId xmlns:a16="http://schemas.microsoft.com/office/drawing/2014/main" id="{C12A500B-7866-4B59-92AC-91F20AB12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" y="1885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54" name="Freeform 409">
              <a:extLst>
                <a:ext uri="{FF2B5EF4-FFF2-40B4-BE49-F238E27FC236}">
                  <a16:creationId xmlns:a16="http://schemas.microsoft.com/office/drawing/2014/main" id="{5A30E137-6175-4371-B1A5-06B9554E5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902"/>
              <a:ext cx="87" cy="50"/>
            </a:xfrm>
            <a:custGeom>
              <a:avLst/>
              <a:gdLst>
                <a:gd name="T0" fmla="*/ 0 w 136"/>
                <a:gd name="T1" fmla="*/ 0 h 78"/>
                <a:gd name="T2" fmla="*/ 9 w 136"/>
                <a:gd name="T3" fmla="*/ 4 h 78"/>
                <a:gd name="T4" fmla="*/ 13 w 136"/>
                <a:gd name="T5" fmla="*/ 6 h 78"/>
                <a:gd name="T6" fmla="*/ 18 w 136"/>
                <a:gd name="T7" fmla="*/ 8 h 78"/>
                <a:gd name="T8" fmla="*/ 20 w 136"/>
                <a:gd name="T9" fmla="*/ 9 h 78"/>
                <a:gd name="T10" fmla="*/ 23 w 136"/>
                <a:gd name="T11" fmla="*/ 10 h 78"/>
                <a:gd name="T12" fmla="*/ 29 w 136"/>
                <a:gd name="T13" fmla="*/ 13 h 78"/>
                <a:gd name="T14" fmla="*/ 36 w 136"/>
                <a:gd name="T15" fmla="*/ 21 h 78"/>
                <a:gd name="T16" fmla="*/ 31 w 136"/>
                <a:gd name="T17" fmla="*/ 17 h 78"/>
                <a:gd name="T18" fmla="*/ 28 w 136"/>
                <a:gd name="T19" fmla="*/ 13 h 78"/>
                <a:gd name="T20" fmla="*/ 19 w 136"/>
                <a:gd name="T21" fmla="*/ 11 h 78"/>
                <a:gd name="T22" fmla="*/ 9 w 136"/>
                <a:gd name="T23" fmla="*/ 8 h 78"/>
                <a:gd name="T24" fmla="*/ 4 w 136"/>
                <a:gd name="T25" fmla="*/ 5 h 78"/>
                <a:gd name="T26" fmla="*/ 1 w 136"/>
                <a:gd name="T27" fmla="*/ 1 h 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6" h="78">
                  <a:moveTo>
                    <a:pt x="0" y="0"/>
                  </a:moveTo>
                  <a:cubicBezTo>
                    <a:pt x="8" y="11"/>
                    <a:pt x="25" y="11"/>
                    <a:pt x="35" y="17"/>
                  </a:cubicBezTo>
                  <a:cubicBezTo>
                    <a:pt x="39" y="20"/>
                    <a:pt x="44" y="24"/>
                    <a:pt x="48" y="25"/>
                  </a:cubicBezTo>
                  <a:cubicBezTo>
                    <a:pt x="55" y="27"/>
                    <a:pt x="62" y="25"/>
                    <a:pt x="68" y="28"/>
                  </a:cubicBezTo>
                  <a:cubicBezTo>
                    <a:pt x="71" y="30"/>
                    <a:pt x="74" y="32"/>
                    <a:pt x="77" y="34"/>
                  </a:cubicBezTo>
                  <a:cubicBezTo>
                    <a:pt x="81" y="36"/>
                    <a:pt x="84" y="37"/>
                    <a:pt x="89" y="39"/>
                  </a:cubicBezTo>
                  <a:cubicBezTo>
                    <a:pt x="96" y="41"/>
                    <a:pt x="105" y="44"/>
                    <a:pt x="110" y="48"/>
                  </a:cubicBezTo>
                  <a:cubicBezTo>
                    <a:pt x="119" y="54"/>
                    <a:pt x="129" y="69"/>
                    <a:pt x="136" y="78"/>
                  </a:cubicBezTo>
                  <a:cubicBezTo>
                    <a:pt x="130" y="75"/>
                    <a:pt x="123" y="70"/>
                    <a:pt x="119" y="65"/>
                  </a:cubicBezTo>
                  <a:cubicBezTo>
                    <a:pt x="115" y="60"/>
                    <a:pt x="113" y="53"/>
                    <a:pt x="107" y="51"/>
                  </a:cubicBezTo>
                  <a:cubicBezTo>
                    <a:pt x="97" y="47"/>
                    <a:pt x="79" y="54"/>
                    <a:pt x="74" y="40"/>
                  </a:cubicBezTo>
                  <a:cubicBezTo>
                    <a:pt x="61" y="39"/>
                    <a:pt x="45" y="34"/>
                    <a:pt x="34" y="30"/>
                  </a:cubicBezTo>
                  <a:cubicBezTo>
                    <a:pt x="28" y="28"/>
                    <a:pt x="19" y="25"/>
                    <a:pt x="15" y="20"/>
                  </a:cubicBezTo>
                  <a:cubicBezTo>
                    <a:pt x="10" y="16"/>
                    <a:pt x="8" y="10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5" name="Freeform 410">
              <a:extLst>
                <a:ext uri="{FF2B5EF4-FFF2-40B4-BE49-F238E27FC236}">
                  <a16:creationId xmlns:a16="http://schemas.microsoft.com/office/drawing/2014/main" id="{0526B27C-AA07-4E7A-8EBF-D7C31A02D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911"/>
              <a:ext cx="33" cy="16"/>
            </a:xfrm>
            <a:custGeom>
              <a:avLst/>
              <a:gdLst>
                <a:gd name="T0" fmla="*/ 0 w 51"/>
                <a:gd name="T1" fmla="*/ 1 h 25"/>
                <a:gd name="T2" fmla="*/ 8 w 51"/>
                <a:gd name="T3" fmla="*/ 1 h 25"/>
                <a:gd name="T4" fmla="*/ 14 w 51"/>
                <a:gd name="T5" fmla="*/ 6 h 25"/>
                <a:gd name="T6" fmla="*/ 6 w 51"/>
                <a:gd name="T7" fmla="*/ 4 h 25"/>
                <a:gd name="T8" fmla="*/ 1 w 51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5">
                  <a:moveTo>
                    <a:pt x="0" y="4"/>
                  </a:moveTo>
                  <a:cubicBezTo>
                    <a:pt x="10" y="9"/>
                    <a:pt x="19" y="0"/>
                    <a:pt x="29" y="4"/>
                  </a:cubicBezTo>
                  <a:cubicBezTo>
                    <a:pt x="37" y="7"/>
                    <a:pt x="46" y="19"/>
                    <a:pt x="51" y="25"/>
                  </a:cubicBezTo>
                  <a:cubicBezTo>
                    <a:pt x="42" y="25"/>
                    <a:pt x="34" y="19"/>
                    <a:pt x="25" y="17"/>
                  </a:cubicBezTo>
                  <a:cubicBezTo>
                    <a:pt x="18" y="14"/>
                    <a:pt x="5" y="14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6" name="Freeform 411">
              <a:extLst>
                <a:ext uri="{FF2B5EF4-FFF2-40B4-BE49-F238E27FC236}">
                  <a16:creationId xmlns:a16="http://schemas.microsoft.com/office/drawing/2014/main" id="{B53BE59A-F122-491A-86E6-5A0B28A81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151"/>
              <a:ext cx="405" cy="76"/>
            </a:xfrm>
            <a:custGeom>
              <a:avLst/>
              <a:gdLst>
                <a:gd name="T0" fmla="*/ 165 w 635"/>
                <a:gd name="T1" fmla="*/ 0 h 120"/>
                <a:gd name="T2" fmla="*/ 104 w 635"/>
                <a:gd name="T3" fmla="*/ 20 h 120"/>
                <a:gd name="T4" fmla="*/ 0 w 635"/>
                <a:gd name="T5" fmla="*/ 20 h 120"/>
                <a:gd name="T6" fmla="*/ 47 w 635"/>
                <a:gd name="T7" fmla="*/ 25 h 120"/>
                <a:gd name="T8" fmla="*/ 128 w 635"/>
                <a:gd name="T9" fmla="*/ 14 h 120"/>
                <a:gd name="T10" fmla="*/ 165 w 635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5" h="120">
                  <a:moveTo>
                    <a:pt x="635" y="0"/>
                  </a:moveTo>
                  <a:cubicBezTo>
                    <a:pt x="635" y="0"/>
                    <a:pt x="567" y="60"/>
                    <a:pt x="402" y="80"/>
                  </a:cubicBezTo>
                  <a:cubicBezTo>
                    <a:pt x="237" y="101"/>
                    <a:pt x="41" y="120"/>
                    <a:pt x="0" y="81"/>
                  </a:cubicBezTo>
                  <a:cubicBezTo>
                    <a:pt x="0" y="81"/>
                    <a:pt x="25" y="109"/>
                    <a:pt x="181" y="97"/>
                  </a:cubicBezTo>
                  <a:cubicBezTo>
                    <a:pt x="336" y="85"/>
                    <a:pt x="442" y="68"/>
                    <a:pt x="491" y="56"/>
                  </a:cubicBezTo>
                  <a:cubicBezTo>
                    <a:pt x="540" y="44"/>
                    <a:pt x="619" y="18"/>
                    <a:pt x="6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7" name="Freeform 412">
              <a:extLst>
                <a:ext uri="{FF2B5EF4-FFF2-40B4-BE49-F238E27FC236}">
                  <a16:creationId xmlns:a16="http://schemas.microsoft.com/office/drawing/2014/main" id="{6BED7BF1-9EB7-4C7B-A788-DFB29D0CE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055"/>
              <a:ext cx="111" cy="133"/>
            </a:xfrm>
            <a:custGeom>
              <a:avLst/>
              <a:gdLst>
                <a:gd name="T0" fmla="*/ 36 w 174"/>
                <a:gd name="T1" fmla="*/ 38 h 209"/>
                <a:gd name="T2" fmla="*/ 43 w 174"/>
                <a:gd name="T3" fmla="*/ 24 h 209"/>
                <a:gd name="T4" fmla="*/ 45 w 174"/>
                <a:gd name="T5" fmla="*/ 0 h 209"/>
                <a:gd name="T6" fmla="*/ 41 w 174"/>
                <a:gd name="T7" fmla="*/ 17 h 209"/>
                <a:gd name="T8" fmla="*/ 39 w 174"/>
                <a:gd name="T9" fmla="*/ 27 h 209"/>
                <a:gd name="T10" fmla="*/ 33 w 174"/>
                <a:gd name="T11" fmla="*/ 31 h 209"/>
                <a:gd name="T12" fmla="*/ 29 w 174"/>
                <a:gd name="T13" fmla="*/ 38 h 209"/>
                <a:gd name="T14" fmla="*/ 19 w 174"/>
                <a:gd name="T15" fmla="*/ 42 h 209"/>
                <a:gd name="T16" fmla="*/ 11 w 174"/>
                <a:gd name="T17" fmla="*/ 48 h 209"/>
                <a:gd name="T18" fmla="*/ 8 w 174"/>
                <a:gd name="T19" fmla="*/ 48 h 209"/>
                <a:gd name="T20" fmla="*/ 5 w 174"/>
                <a:gd name="T21" fmla="*/ 50 h 209"/>
                <a:gd name="T22" fmla="*/ 0 w 174"/>
                <a:gd name="T23" fmla="*/ 54 h 209"/>
                <a:gd name="T24" fmla="*/ 10 w 174"/>
                <a:gd name="T25" fmla="*/ 51 h 209"/>
                <a:gd name="T26" fmla="*/ 20 w 174"/>
                <a:gd name="T27" fmla="*/ 47 h 209"/>
                <a:gd name="T28" fmla="*/ 36 w 174"/>
                <a:gd name="T29" fmla="*/ 39 h 2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4" h="209">
                  <a:moveTo>
                    <a:pt x="141" y="150"/>
                  </a:moveTo>
                  <a:cubicBezTo>
                    <a:pt x="154" y="132"/>
                    <a:pt x="163" y="116"/>
                    <a:pt x="167" y="92"/>
                  </a:cubicBezTo>
                  <a:cubicBezTo>
                    <a:pt x="172" y="62"/>
                    <a:pt x="168" y="30"/>
                    <a:pt x="174" y="0"/>
                  </a:cubicBezTo>
                  <a:cubicBezTo>
                    <a:pt x="169" y="21"/>
                    <a:pt x="162" y="42"/>
                    <a:pt x="157" y="64"/>
                  </a:cubicBezTo>
                  <a:cubicBezTo>
                    <a:pt x="155" y="77"/>
                    <a:pt x="158" y="93"/>
                    <a:pt x="151" y="105"/>
                  </a:cubicBezTo>
                  <a:cubicBezTo>
                    <a:pt x="145" y="116"/>
                    <a:pt x="135" y="114"/>
                    <a:pt x="126" y="121"/>
                  </a:cubicBezTo>
                  <a:cubicBezTo>
                    <a:pt x="116" y="128"/>
                    <a:pt x="117" y="140"/>
                    <a:pt x="111" y="149"/>
                  </a:cubicBezTo>
                  <a:cubicBezTo>
                    <a:pt x="101" y="164"/>
                    <a:pt x="87" y="157"/>
                    <a:pt x="73" y="162"/>
                  </a:cubicBezTo>
                  <a:cubicBezTo>
                    <a:pt x="61" y="167"/>
                    <a:pt x="56" y="181"/>
                    <a:pt x="44" y="185"/>
                  </a:cubicBezTo>
                  <a:cubicBezTo>
                    <a:pt x="40" y="186"/>
                    <a:pt x="35" y="184"/>
                    <a:pt x="31" y="186"/>
                  </a:cubicBezTo>
                  <a:cubicBezTo>
                    <a:pt x="26" y="188"/>
                    <a:pt x="24" y="192"/>
                    <a:pt x="20" y="195"/>
                  </a:cubicBezTo>
                  <a:cubicBezTo>
                    <a:pt x="14" y="200"/>
                    <a:pt x="5" y="202"/>
                    <a:pt x="0" y="209"/>
                  </a:cubicBezTo>
                  <a:cubicBezTo>
                    <a:pt x="13" y="207"/>
                    <a:pt x="27" y="201"/>
                    <a:pt x="38" y="197"/>
                  </a:cubicBezTo>
                  <a:cubicBezTo>
                    <a:pt x="51" y="193"/>
                    <a:pt x="63" y="188"/>
                    <a:pt x="76" y="183"/>
                  </a:cubicBezTo>
                  <a:cubicBezTo>
                    <a:pt x="96" y="177"/>
                    <a:pt x="122" y="169"/>
                    <a:pt x="138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8" name="Freeform 413">
              <a:extLst>
                <a:ext uri="{FF2B5EF4-FFF2-40B4-BE49-F238E27FC236}">
                  <a16:creationId xmlns:a16="http://schemas.microsoft.com/office/drawing/2014/main" id="{9AAD9AC9-9C44-4764-AFDC-3BA04A1CB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901"/>
              <a:ext cx="83" cy="62"/>
            </a:xfrm>
            <a:custGeom>
              <a:avLst/>
              <a:gdLst>
                <a:gd name="T0" fmla="*/ 0 w 129"/>
                <a:gd name="T1" fmla="*/ 0 h 97"/>
                <a:gd name="T2" fmla="*/ 16 w 129"/>
                <a:gd name="T3" fmla="*/ 12 h 97"/>
                <a:gd name="T4" fmla="*/ 34 w 129"/>
                <a:gd name="T5" fmla="*/ 26 h 97"/>
                <a:gd name="T6" fmla="*/ 15 w 129"/>
                <a:gd name="T7" fmla="*/ 13 h 97"/>
                <a:gd name="T8" fmla="*/ 1 w 129"/>
                <a:gd name="T9" fmla="*/ 1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97">
                  <a:moveTo>
                    <a:pt x="0" y="0"/>
                  </a:moveTo>
                  <a:cubicBezTo>
                    <a:pt x="16" y="22"/>
                    <a:pt x="35" y="38"/>
                    <a:pt x="61" y="46"/>
                  </a:cubicBezTo>
                  <a:cubicBezTo>
                    <a:pt x="83" y="54"/>
                    <a:pt x="124" y="71"/>
                    <a:pt x="129" y="97"/>
                  </a:cubicBezTo>
                  <a:cubicBezTo>
                    <a:pt x="106" y="77"/>
                    <a:pt x="90" y="59"/>
                    <a:pt x="59" y="52"/>
                  </a:cubicBezTo>
                  <a:cubicBezTo>
                    <a:pt x="29" y="45"/>
                    <a:pt x="13" y="32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9" name="Oval 414">
              <a:extLst>
                <a:ext uri="{FF2B5EF4-FFF2-40B4-BE49-F238E27FC236}">
                  <a16:creationId xmlns:a16="http://schemas.microsoft.com/office/drawing/2014/main" id="{DA20FCEE-A743-4CEF-A8C7-425B7F41E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1890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0" name="Oval 415">
              <a:extLst>
                <a:ext uri="{FF2B5EF4-FFF2-40B4-BE49-F238E27FC236}">
                  <a16:creationId xmlns:a16="http://schemas.microsoft.com/office/drawing/2014/main" id="{DD5B669A-119C-4BF0-BA9A-786CDDF3A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191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1" name="Freeform 416">
              <a:extLst>
                <a:ext uri="{FF2B5EF4-FFF2-40B4-BE49-F238E27FC236}">
                  <a16:creationId xmlns:a16="http://schemas.microsoft.com/office/drawing/2014/main" id="{511B126D-D949-4E1B-A5CE-5D6966946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799"/>
              <a:ext cx="68" cy="65"/>
            </a:xfrm>
            <a:custGeom>
              <a:avLst/>
              <a:gdLst>
                <a:gd name="T0" fmla="*/ 28 w 106"/>
                <a:gd name="T1" fmla="*/ 7 h 103"/>
                <a:gd name="T2" fmla="*/ 20 w 106"/>
                <a:gd name="T3" fmla="*/ 1 h 103"/>
                <a:gd name="T4" fmla="*/ 8 w 106"/>
                <a:gd name="T5" fmla="*/ 5 h 103"/>
                <a:gd name="T6" fmla="*/ 1 w 106"/>
                <a:gd name="T7" fmla="*/ 15 h 103"/>
                <a:gd name="T8" fmla="*/ 1 w 106"/>
                <a:gd name="T9" fmla="*/ 20 h 103"/>
                <a:gd name="T10" fmla="*/ 5 w 106"/>
                <a:gd name="T11" fmla="*/ 23 h 103"/>
                <a:gd name="T12" fmla="*/ 13 w 106"/>
                <a:gd name="T13" fmla="*/ 26 h 103"/>
                <a:gd name="T14" fmla="*/ 9 w 106"/>
                <a:gd name="T15" fmla="*/ 20 h 103"/>
                <a:gd name="T16" fmla="*/ 15 w 106"/>
                <a:gd name="T17" fmla="*/ 11 h 103"/>
                <a:gd name="T18" fmla="*/ 28 w 106"/>
                <a:gd name="T19" fmla="*/ 6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103">
                  <a:moveTo>
                    <a:pt x="106" y="28"/>
                  </a:moveTo>
                  <a:cubicBezTo>
                    <a:pt x="102" y="18"/>
                    <a:pt x="85" y="7"/>
                    <a:pt x="75" y="4"/>
                  </a:cubicBezTo>
                  <a:cubicBezTo>
                    <a:pt x="59" y="0"/>
                    <a:pt x="45" y="10"/>
                    <a:pt x="32" y="20"/>
                  </a:cubicBezTo>
                  <a:cubicBezTo>
                    <a:pt x="20" y="30"/>
                    <a:pt x="3" y="44"/>
                    <a:pt x="1" y="60"/>
                  </a:cubicBezTo>
                  <a:cubicBezTo>
                    <a:pt x="0" y="67"/>
                    <a:pt x="0" y="74"/>
                    <a:pt x="3" y="80"/>
                  </a:cubicBezTo>
                  <a:cubicBezTo>
                    <a:pt x="6" y="87"/>
                    <a:pt x="12" y="88"/>
                    <a:pt x="19" y="91"/>
                  </a:cubicBezTo>
                  <a:cubicBezTo>
                    <a:pt x="29" y="96"/>
                    <a:pt x="41" y="98"/>
                    <a:pt x="50" y="103"/>
                  </a:cubicBezTo>
                  <a:cubicBezTo>
                    <a:pt x="43" y="94"/>
                    <a:pt x="33" y="91"/>
                    <a:pt x="34" y="77"/>
                  </a:cubicBezTo>
                  <a:cubicBezTo>
                    <a:pt x="35" y="63"/>
                    <a:pt x="47" y="54"/>
                    <a:pt x="57" y="45"/>
                  </a:cubicBezTo>
                  <a:cubicBezTo>
                    <a:pt x="71" y="33"/>
                    <a:pt x="86" y="22"/>
                    <a:pt x="104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2" name="Freeform 417">
              <a:extLst>
                <a:ext uri="{FF2B5EF4-FFF2-40B4-BE49-F238E27FC236}">
                  <a16:creationId xmlns:a16="http://schemas.microsoft.com/office/drawing/2014/main" id="{DE61BAD7-7055-4F72-921D-0F8E88F31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138"/>
              <a:ext cx="38" cy="71"/>
            </a:xfrm>
            <a:custGeom>
              <a:avLst/>
              <a:gdLst>
                <a:gd name="T0" fmla="*/ 14 w 61"/>
                <a:gd name="T1" fmla="*/ 29 h 112"/>
                <a:gd name="T2" fmla="*/ 1 w 61"/>
                <a:gd name="T3" fmla="*/ 17 h 112"/>
                <a:gd name="T4" fmla="*/ 1 w 61"/>
                <a:gd name="T5" fmla="*/ 5 h 112"/>
                <a:gd name="T6" fmla="*/ 2 w 61"/>
                <a:gd name="T7" fmla="*/ 3 h 112"/>
                <a:gd name="T8" fmla="*/ 6 w 61"/>
                <a:gd name="T9" fmla="*/ 0 h 112"/>
                <a:gd name="T10" fmla="*/ 2 w 61"/>
                <a:gd name="T11" fmla="*/ 16 h 112"/>
                <a:gd name="T12" fmla="*/ 12 w 61"/>
                <a:gd name="T13" fmla="*/ 28 h 112"/>
                <a:gd name="T14" fmla="*/ 15 w 61"/>
                <a:gd name="T15" fmla="*/ 29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12">
                  <a:moveTo>
                    <a:pt x="56" y="112"/>
                  </a:moveTo>
                  <a:cubicBezTo>
                    <a:pt x="35" y="105"/>
                    <a:pt x="12" y="89"/>
                    <a:pt x="5" y="68"/>
                  </a:cubicBezTo>
                  <a:cubicBezTo>
                    <a:pt x="0" y="53"/>
                    <a:pt x="2" y="37"/>
                    <a:pt x="5" y="21"/>
                  </a:cubicBezTo>
                  <a:cubicBezTo>
                    <a:pt x="6" y="15"/>
                    <a:pt x="7" y="13"/>
                    <a:pt x="11" y="9"/>
                  </a:cubicBezTo>
                  <a:cubicBezTo>
                    <a:pt x="15" y="6"/>
                    <a:pt x="20" y="3"/>
                    <a:pt x="24" y="0"/>
                  </a:cubicBezTo>
                  <a:cubicBezTo>
                    <a:pt x="9" y="16"/>
                    <a:pt x="0" y="41"/>
                    <a:pt x="9" y="63"/>
                  </a:cubicBezTo>
                  <a:cubicBezTo>
                    <a:pt x="17" y="83"/>
                    <a:pt x="32" y="99"/>
                    <a:pt x="50" y="109"/>
                  </a:cubicBezTo>
                  <a:cubicBezTo>
                    <a:pt x="53" y="111"/>
                    <a:pt x="57" y="112"/>
                    <a:pt x="61" y="1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3" name="Oval 418">
              <a:extLst>
                <a:ext uri="{FF2B5EF4-FFF2-40B4-BE49-F238E27FC236}">
                  <a16:creationId xmlns:a16="http://schemas.microsoft.com/office/drawing/2014/main" id="{9F7EE7BA-7597-4C6A-A197-5958BA340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198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4" name="Oval 419">
              <a:extLst>
                <a:ext uri="{FF2B5EF4-FFF2-40B4-BE49-F238E27FC236}">
                  <a16:creationId xmlns:a16="http://schemas.microsoft.com/office/drawing/2014/main" id="{2F041CB0-583B-4C92-B761-3DF91CA8A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6" y="1976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5" name="Oval 420">
              <a:extLst>
                <a:ext uri="{FF2B5EF4-FFF2-40B4-BE49-F238E27FC236}">
                  <a16:creationId xmlns:a16="http://schemas.microsoft.com/office/drawing/2014/main" id="{102FCFB2-A725-44F6-AC4F-381999A14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" y="19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66" name="Freeform 421">
              <a:extLst>
                <a:ext uri="{FF2B5EF4-FFF2-40B4-BE49-F238E27FC236}">
                  <a16:creationId xmlns:a16="http://schemas.microsoft.com/office/drawing/2014/main" id="{46EE540B-629A-4F2B-B7CC-51313B236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889"/>
              <a:ext cx="17" cy="37"/>
            </a:xfrm>
            <a:custGeom>
              <a:avLst/>
              <a:gdLst>
                <a:gd name="T0" fmla="*/ 7 w 27"/>
                <a:gd name="T1" fmla="*/ 3 h 58"/>
                <a:gd name="T2" fmla="*/ 3 w 27"/>
                <a:gd name="T3" fmla="*/ 1 h 58"/>
                <a:gd name="T4" fmla="*/ 1 w 27"/>
                <a:gd name="T5" fmla="*/ 5 h 58"/>
                <a:gd name="T6" fmla="*/ 6 w 27"/>
                <a:gd name="T7" fmla="*/ 15 h 58"/>
                <a:gd name="T8" fmla="*/ 4 w 27"/>
                <a:gd name="T9" fmla="*/ 7 h 58"/>
                <a:gd name="T10" fmla="*/ 4 w 27"/>
                <a:gd name="T11" fmla="*/ 4 h 58"/>
                <a:gd name="T12" fmla="*/ 7 w 27"/>
                <a:gd name="T13" fmla="*/ 3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8">
                  <a:moveTo>
                    <a:pt x="27" y="9"/>
                  </a:moveTo>
                  <a:cubicBezTo>
                    <a:pt x="24" y="3"/>
                    <a:pt x="15" y="0"/>
                    <a:pt x="9" y="2"/>
                  </a:cubicBezTo>
                  <a:cubicBezTo>
                    <a:pt x="1" y="5"/>
                    <a:pt x="0" y="13"/>
                    <a:pt x="1" y="21"/>
                  </a:cubicBezTo>
                  <a:cubicBezTo>
                    <a:pt x="4" y="35"/>
                    <a:pt x="19" y="45"/>
                    <a:pt x="25" y="58"/>
                  </a:cubicBezTo>
                  <a:cubicBezTo>
                    <a:pt x="21" y="48"/>
                    <a:pt x="24" y="36"/>
                    <a:pt x="17" y="28"/>
                  </a:cubicBezTo>
                  <a:cubicBezTo>
                    <a:pt x="15" y="24"/>
                    <a:pt x="10" y="20"/>
                    <a:pt x="14" y="14"/>
                  </a:cubicBezTo>
                  <a:cubicBezTo>
                    <a:pt x="16" y="12"/>
                    <a:pt x="25" y="9"/>
                    <a:pt x="2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7" name="Freeform 422">
              <a:extLst>
                <a:ext uri="{FF2B5EF4-FFF2-40B4-BE49-F238E27FC236}">
                  <a16:creationId xmlns:a16="http://schemas.microsoft.com/office/drawing/2014/main" id="{5A2048ED-511C-4DA6-B4DC-43025DCC6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936"/>
              <a:ext cx="11" cy="35"/>
            </a:xfrm>
            <a:custGeom>
              <a:avLst/>
              <a:gdLst>
                <a:gd name="T0" fmla="*/ 3 w 18"/>
                <a:gd name="T1" fmla="*/ 2 h 56"/>
                <a:gd name="T2" fmla="*/ 1 w 18"/>
                <a:gd name="T3" fmla="*/ 3 h 56"/>
                <a:gd name="T4" fmla="*/ 1 w 18"/>
                <a:gd name="T5" fmla="*/ 6 h 56"/>
                <a:gd name="T6" fmla="*/ 4 w 18"/>
                <a:gd name="T7" fmla="*/ 14 h 56"/>
                <a:gd name="T8" fmla="*/ 4 w 18"/>
                <a:gd name="T9" fmla="*/ 7 h 56"/>
                <a:gd name="T10" fmla="*/ 4 w 18"/>
                <a:gd name="T11" fmla="*/ 3 h 56"/>
                <a:gd name="T12" fmla="*/ 3 w 18"/>
                <a:gd name="T13" fmla="*/ 1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6">
                  <a:moveTo>
                    <a:pt x="13" y="6"/>
                  </a:moveTo>
                  <a:cubicBezTo>
                    <a:pt x="9" y="0"/>
                    <a:pt x="3" y="5"/>
                    <a:pt x="2" y="10"/>
                  </a:cubicBezTo>
                  <a:cubicBezTo>
                    <a:pt x="0" y="15"/>
                    <a:pt x="2" y="19"/>
                    <a:pt x="5" y="24"/>
                  </a:cubicBezTo>
                  <a:cubicBezTo>
                    <a:pt x="12" y="34"/>
                    <a:pt x="13" y="46"/>
                    <a:pt x="18" y="56"/>
                  </a:cubicBezTo>
                  <a:cubicBezTo>
                    <a:pt x="12" y="49"/>
                    <a:pt x="15" y="36"/>
                    <a:pt x="14" y="28"/>
                  </a:cubicBezTo>
                  <a:cubicBezTo>
                    <a:pt x="13" y="22"/>
                    <a:pt x="7" y="15"/>
                    <a:pt x="14" y="11"/>
                  </a:cubicBezTo>
                  <a:cubicBezTo>
                    <a:pt x="14" y="9"/>
                    <a:pt x="13" y="6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8" name="Freeform 423">
              <a:extLst>
                <a:ext uri="{FF2B5EF4-FFF2-40B4-BE49-F238E27FC236}">
                  <a16:creationId xmlns:a16="http://schemas.microsoft.com/office/drawing/2014/main" id="{F2698AB2-2BEE-45CD-9499-158E7865D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923"/>
              <a:ext cx="77" cy="48"/>
            </a:xfrm>
            <a:custGeom>
              <a:avLst/>
              <a:gdLst>
                <a:gd name="T0" fmla="*/ 0 w 122"/>
                <a:gd name="T1" fmla="*/ 0 h 75"/>
                <a:gd name="T2" fmla="*/ 28 w 122"/>
                <a:gd name="T3" fmla="*/ 8 h 75"/>
                <a:gd name="T4" fmla="*/ 27 w 122"/>
                <a:gd name="T5" fmla="*/ 1 h 75"/>
                <a:gd name="T6" fmla="*/ 18 w 122"/>
                <a:gd name="T7" fmla="*/ 5 h 75"/>
                <a:gd name="T8" fmla="*/ 1 w 122"/>
                <a:gd name="T9" fmla="*/ 2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75">
                  <a:moveTo>
                    <a:pt x="0" y="0"/>
                  </a:moveTo>
                  <a:cubicBezTo>
                    <a:pt x="11" y="42"/>
                    <a:pt x="88" y="75"/>
                    <a:pt x="110" y="29"/>
                  </a:cubicBezTo>
                  <a:cubicBezTo>
                    <a:pt x="115" y="19"/>
                    <a:pt x="122" y="3"/>
                    <a:pt x="106" y="2"/>
                  </a:cubicBezTo>
                  <a:cubicBezTo>
                    <a:pt x="95" y="1"/>
                    <a:pt x="82" y="15"/>
                    <a:pt x="72" y="18"/>
                  </a:cubicBezTo>
                  <a:cubicBezTo>
                    <a:pt x="56" y="23"/>
                    <a:pt x="14" y="26"/>
                    <a:pt x="5" y="7"/>
                  </a:cubicBezTo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9" name="Freeform 424">
              <a:extLst>
                <a:ext uri="{FF2B5EF4-FFF2-40B4-BE49-F238E27FC236}">
                  <a16:creationId xmlns:a16="http://schemas.microsoft.com/office/drawing/2014/main" id="{4DE2831B-F4E7-4D70-B36E-0AA560603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936"/>
              <a:ext cx="30" cy="26"/>
            </a:xfrm>
            <a:custGeom>
              <a:avLst/>
              <a:gdLst>
                <a:gd name="T0" fmla="*/ 4 w 47"/>
                <a:gd name="T1" fmla="*/ 0 h 41"/>
                <a:gd name="T2" fmla="*/ 0 w 47"/>
                <a:gd name="T3" fmla="*/ 6 h 41"/>
                <a:gd name="T4" fmla="*/ 0 w 47"/>
                <a:gd name="T5" fmla="*/ 8 h 41"/>
                <a:gd name="T6" fmla="*/ 6 w 47"/>
                <a:gd name="T7" fmla="*/ 10 h 41"/>
                <a:gd name="T8" fmla="*/ 12 w 47"/>
                <a:gd name="T9" fmla="*/ 4 h 41"/>
                <a:gd name="T10" fmla="*/ 4 w 47"/>
                <a:gd name="T11" fmla="*/ 2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41">
                  <a:moveTo>
                    <a:pt x="15" y="0"/>
                  </a:moveTo>
                  <a:cubicBezTo>
                    <a:pt x="14" y="9"/>
                    <a:pt x="9" y="20"/>
                    <a:pt x="0" y="24"/>
                  </a:cubicBezTo>
                  <a:cubicBezTo>
                    <a:pt x="0" y="26"/>
                    <a:pt x="0" y="28"/>
                    <a:pt x="0" y="30"/>
                  </a:cubicBezTo>
                  <a:cubicBezTo>
                    <a:pt x="8" y="36"/>
                    <a:pt x="15" y="41"/>
                    <a:pt x="25" y="39"/>
                  </a:cubicBezTo>
                  <a:cubicBezTo>
                    <a:pt x="34" y="38"/>
                    <a:pt x="47" y="28"/>
                    <a:pt x="45" y="18"/>
                  </a:cubicBezTo>
                  <a:cubicBezTo>
                    <a:pt x="30" y="23"/>
                    <a:pt x="19" y="21"/>
                    <a:pt x="16" y="7"/>
                  </a:cubicBezTo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0" name="Freeform 425">
              <a:extLst>
                <a:ext uri="{FF2B5EF4-FFF2-40B4-BE49-F238E27FC236}">
                  <a16:creationId xmlns:a16="http://schemas.microsoft.com/office/drawing/2014/main" id="{2131624E-F1D5-43A7-A583-DA241969F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765"/>
              <a:ext cx="65" cy="196"/>
            </a:xfrm>
            <a:custGeom>
              <a:avLst/>
              <a:gdLst>
                <a:gd name="T0" fmla="*/ 19 w 103"/>
                <a:gd name="T1" fmla="*/ 0 h 308"/>
                <a:gd name="T2" fmla="*/ 1 w 103"/>
                <a:gd name="T3" fmla="*/ 76 h 308"/>
                <a:gd name="T4" fmla="*/ 6 w 103"/>
                <a:gd name="T5" fmla="*/ 78 h 308"/>
                <a:gd name="T6" fmla="*/ 26 w 103"/>
                <a:gd name="T7" fmla="*/ 9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08">
                  <a:moveTo>
                    <a:pt x="75" y="0"/>
                  </a:moveTo>
                  <a:cubicBezTo>
                    <a:pt x="75" y="0"/>
                    <a:pt x="0" y="193"/>
                    <a:pt x="2" y="295"/>
                  </a:cubicBezTo>
                  <a:cubicBezTo>
                    <a:pt x="2" y="295"/>
                    <a:pt x="9" y="308"/>
                    <a:pt x="22" y="300"/>
                  </a:cubicBezTo>
                  <a:cubicBezTo>
                    <a:pt x="22" y="300"/>
                    <a:pt x="36" y="139"/>
                    <a:pt x="103" y="34"/>
                  </a:cubicBezTo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71" name="Freeform 426">
              <a:extLst>
                <a:ext uri="{FF2B5EF4-FFF2-40B4-BE49-F238E27FC236}">
                  <a16:creationId xmlns:a16="http://schemas.microsoft.com/office/drawing/2014/main" id="{1D71A36E-3D42-488A-ACC0-7C58F9D1D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765"/>
              <a:ext cx="65" cy="196"/>
            </a:xfrm>
            <a:custGeom>
              <a:avLst/>
              <a:gdLst>
                <a:gd name="T0" fmla="*/ 19 w 103"/>
                <a:gd name="T1" fmla="*/ 0 h 308"/>
                <a:gd name="T2" fmla="*/ 1 w 103"/>
                <a:gd name="T3" fmla="*/ 76 h 308"/>
                <a:gd name="T4" fmla="*/ 6 w 103"/>
                <a:gd name="T5" fmla="*/ 78 h 308"/>
                <a:gd name="T6" fmla="*/ 26 w 103"/>
                <a:gd name="T7" fmla="*/ 9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08">
                  <a:moveTo>
                    <a:pt x="75" y="0"/>
                  </a:moveTo>
                  <a:cubicBezTo>
                    <a:pt x="75" y="0"/>
                    <a:pt x="0" y="193"/>
                    <a:pt x="2" y="295"/>
                  </a:cubicBezTo>
                  <a:cubicBezTo>
                    <a:pt x="2" y="295"/>
                    <a:pt x="9" y="308"/>
                    <a:pt x="22" y="300"/>
                  </a:cubicBezTo>
                  <a:cubicBezTo>
                    <a:pt x="22" y="300"/>
                    <a:pt x="36" y="139"/>
                    <a:pt x="103" y="34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2" name="Freeform 427">
              <a:extLst>
                <a:ext uri="{FF2B5EF4-FFF2-40B4-BE49-F238E27FC236}">
                  <a16:creationId xmlns:a16="http://schemas.microsoft.com/office/drawing/2014/main" id="{627A2D83-D795-46D6-A162-F696FBEF3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781"/>
              <a:ext cx="44" cy="169"/>
            </a:xfrm>
            <a:custGeom>
              <a:avLst/>
              <a:gdLst>
                <a:gd name="T0" fmla="*/ 18 w 68"/>
                <a:gd name="T1" fmla="*/ 0 h 265"/>
                <a:gd name="T2" fmla="*/ 0 w 68"/>
                <a:gd name="T3" fmla="*/ 69 h 265"/>
                <a:gd name="T4" fmla="*/ 18 w 68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65">
                  <a:moveTo>
                    <a:pt x="68" y="0"/>
                  </a:moveTo>
                  <a:cubicBezTo>
                    <a:pt x="68" y="0"/>
                    <a:pt x="13" y="123"/>
                    <a:pt x="0" y="265"/>
                  </a:cubicBezTo>
                  <a:cubicBezTo>
                    <a:pt x="0" y="265"/>
                    <a:pt x="33" y="71"/>
                    <a:pt x="68" y="0"/>
                  </a:cubicBezTo>
                  <a:close/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3" name="Freeform 428">
              <a:extLst>
                <a:ext uri="{FF2B5EF4-FFF2-40B4-BE49-F238E27FC236}">
                  <a16:creationId xmlns:a16="http://schemas.microsoft.com/office/drawing/2014/main" id="{CF7E810F-2163-49D6-BD08-E2D0D08C9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945"/>
              <a:ext cx="80" cy="79"/>
            </a:xfrm>
            <a:custGeom>
              <a:avLst/>
              <a:gdLst>
                <a:gd name="T0" fmla="*/ 32 w 126"/>
                <a:gd name="T1" fmla="*/ 10 h 124"/>
                <a:gd name="T2" fmla="*/ 3 w 126"/>
                <a:gd name="T3" fmla="*/ 30 h 124"/>
                <a:gd name="T4" fmla="*/ 0 w 126"/>
                <a:gd name="T5" fmla="*/ 20 h 124"/>
                <a:gd name="T6" fmla="*/ 23 w 126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24">
                  <a:moveTo>
                    <a:pt x="126" y="36"/>
                  </a:moveTo>
                  <a:cubicBezTo>
                    <a:pt x="126" y="36"/>
                    <a:pt x="98" y="124"/>
                    <a:pt x="11" y="11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71" y="94"/>
                    <a:pt x="89" y="0"/>
                  </a:cubicBezTo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74" name="Freeform 429">
              <a:extLst>
                <a:ext uri="{FF2B5EF4-FFF2-40B4-BE49-F238E27FC236}">
                  <a16:creationId xmlns:a16="http://schemas.microsoft.com/office/drawing/2014/main" id="{8BB457F1-2D62-442F-BFA1-A838736F9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945"/>
              <a:ext cx="80" cy="79"/>
            </a:xfrm>
            <a:custGeom>
              <a:avLst/>
              <a:gdLst>
                <a:gd name="T0" fmla="*/ 32 w 126"/>
                <a:gd name="T1" fmla="*/ 10 h 124"/>
                <a:gd name="T2" fmla="*/ 3 w 126"/>
                <a:gd name="T3" fmla="*/ 30 h 124"/>
                <a:gd name="T4" fmla="*/ 0 w 126"/>
                <a:gd name="T5" fmla="*/ 20 h 124"/>
                <a:gd name="T6" fmla="*/ 23 w 126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24">
                  <a:moveTo>
                    <a:pt x="126" y="36"/>
                  </a:moveTo>
                  <a:cubicBezTo>
                    <a:pt x="126" y="36"/>
                    <a:pt x="98" y="124"/>
                    <a:pt x="11" y="11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71" y="94"/>
                    <a:pt x="89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5" name="Freeform 430">
              <a:extLst>
                <a:ext uri="{FF2B5EF4-FFF2-40B4-BE49-F238E27FC236}">
                  <a16:creationId xmlns:a16="http://schemas.microsoft.com/office/drawing/2014/main" id="{D46575E9-F4D3-4D8C-A91E-B4692B3D5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992"/>
              <a:ext cx="21" cy="29"/>
            </a:xfrm>
            <a:custGeom>
              <a:avLst/>
              <a:gdLst>
                <a:gd name="T0" fmla="*/ 3 w 33"/>
                <a:gd name="T1" fmla="*/ 1 h 45"/>
                <a:gd name="T2" fmla="*/ 1 w 33"/>
                <a:gd name="T3" fmla="*/ 7 h 45"/>
                <a:gd name="T4" fmla="*/ 6 w 33"/>
                <a:gd name="T5" fmla="*/ 12 h 45"/>
                <a:gd name="T6" fmla="*/ 8 w 33"/>
                <a:gd name="T7" fmla="*/ 5 h 45"/>
                <a:gd name="T8" fmla="*/ 3 w 33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5">
                  <a:moveTo>
                    <a:pt x="11" y="2"/>
                  </a:moveTo>
                  <a:cubicBezTo>
                    <a:pt x="3" y="4"/>
                    <a:pt x="0" y="15"/>
                    <a:pt x="3" y="26"/>
                  </a:cubicBezTo>
                  <a:cubicBezTo>
                    <a:pt x="7" y="37"/>
                    <a:pt x="15" y="45"/>
                    <a:pt x="23" y="43"/>
                  </a:cubicBezTo>
                  <a:cubicBezTo>
                    <a:pt x="30" y="40"/>
                    <a:pt x="33" y="30"/>
                    <a:pt x="30" y="18"/>
                  </a:cubicBezTo>
                  <a:cubicBezTo>
                    <a:pt x="27" y="7"/>
                    <a:pt x="18" y="0"/>
                    <a:pt x="11" y="2"/>
                  </a:cubicBezTo>
                  <a:close/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76" name="Freeform 431">
              <a:extLst>
                <a:ext uri="{FF2B5EF4-FFF2-40B4-BE49-F238E27FC236}">
                  <a16:creationId xmlns:a16="http://schemas.microsoft.com/office/drawing/2014/main" id="{B9BFE988-06BA-402B-B127-DA085DB22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997"/>
              <a:ext cx="13" cy="18"/>
            </a:xfrm>
            <a:custGeom>
              <a:avLst/>
              <a:gdLst>
                <a:gd name="T0" fmla="*/ 1 w 21"/>
                <a:gd name="T1" fmla="*/ 1 h 29"/>
                <a:gd name="T2" fmla="*/ 1 w 21"/>
                <a:gd name="T3" fmla="*/ 4 h 29"/>
                <a:gd name="T4" fmla="*/ 4 w 21"/>
                <a:gd name="T5" fmla="*/ 7 h 29"/>
                <a:gd name="T6" fmla="*/ 4 w 21"/>
                <a:gd name="T7" fmla="*/ 2 h 29"/>
                <a:gd name="T8" fmla="*/ 1 w 21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9">
                  <a:moveTo>
                    <a:pt x="6" y="1"/>
                  </a:moveTo>
                  <a:cubicBezTo>
                    <a:pt x="2" y="3"/>
                    <a:pt x="0" y="10"/>
                    <a:pt x="2" y="17"/>
                  </a:cubicBezTo>
                  <a:cubicBezTo>
                    <a:pt x="4" y="24"/>
                    <a:pt x="9" y="29"/>
                    <a:pt x="14" y="27"/>
                  </a:cubicBezTo>
                  <a:cubicBezTo>
                    <a:pt x="19" y="26"/>
                    <a:pt x="21" y="19"/>
                    <a:pt x="19" y="12"/>
                  </a:cubicBezTo>
                  <a:cubicBezTo>
                    <a:pt x="17" y="5"/>
                    <a:pt x="11" y="0"/>
                    <a:pt x="6" y="1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7" name="Freeform 432">
              <a:extLst>
                <a:ext uri="{FF2B5EF4-FFF2-40B4-BE49-F238E27FC236}">
                  <a16:creationId xmlns:a16="http://schemas.microsoft.com/office/drawing/2014/main" id="{C3F86D11-046F-40DE-ABA6-E29FC0030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947"/>
              <a:ext cx="49" cy="50"/>
            </a:xfrm>
            <a:custGeom>
              <a:avLst/>
              <a:gdLst>
                <a:gd name="T0" fmla="*/ 0 w 77"/>
                <a:gd name="T1" fmla="*/ 20 h 79"/>
                <a:gd name="T2" fmla="*/ 17 w 77"/>
                <a:gd name="T3" fmla="*/ 0 h 79"/>
                <a:gd name="T4" fmla="*/ 0 w 77"/>
                <a:gd name="T5" fmla="*/ 2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79">
                  <a:moveTo>
                    <a:pt x="0" y="79"/>
                  </a:moveTo>
                  <a:cubicBezTo>
                    <a:pt x="0" y="79"/>
                    <a:pt x="58" y="76"/>
                    <a:pt x="68" y="0"/>
                  </a:cubicBezTo>
                  <a:cubicBezTo>
                    <a:pt x="68" y="0"/>
                    <a:pt x="77" y="68"/>
                    <a:pt x="0" y="79"/>
                  </a:cubicBezTo>
                  <a:close/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8" name="Freeform 433">
              <a:extLst>
                <a:ext uri="{FF2B5EF4-FFF2-40B4-BE49-F238E27FC236}">
                  <a16:creationId xmlns:a16="http://schemas.microsoft.com/office/drawing/2014/main" id="{C9F049DE-4652-4B62-8AE4-71E51DE44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714"/>
              <a:ext cx="13" cy="62"/>
            </a:xfrm>
            <a:custGeom>
              <a:avLst/>
              <a:gdLst>
                <a:gd name="T0" fmla="*/ 1 w 20"/>
                <a:gd name="T1" fmla="*/ 0 h 98"/>
                <a:gd name="T2" fmla="*/ 1 w 20"/>
                <a:gd name="T3" fmla="*/ 19 h 98"/>
                <a:gd name="T4" fmla="*/ 5 w 20"/>
                <a:gd name="T5" fmla="*/ 25 h 98"/>
                <a:gd name="T6" fmla="*/ 4 w 20"/>
                <a:gd name="T7" fmla="*/ 18 h 98"/>
                <a:gd name="T8" fmla="*/ 2 w 20"/>
                <a:gd name="T9" fmla="*/ 13 h 98"/>
                <a:gd name="T10" fmla="*/ 1 w 20"/>
                <a:gd name="T11" fmla="*/ 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98">
                  <a:moveTo>
                    <a:pt x="3" y="0"/>
                  </a:moveTo>
                  <a:cubicBezTo>
                    <a:pt x="0" y="25"/>
                    <a:pt x="7" y="52"/>
                    <a:pt x="1" y="76"/>
                  </a:cubicBezTo>
                  <a:cubicBezTo>
                    <a:pt x="8" y="63"/>
                    <a:pt x="18" y="95"/>
                    <a:pt x="20" y="98"/>
                  </a:cubicBezTo>
                  <a:cubicBezTo>
                    <a:pt x="18" y="90"/>
                    <a:pt x="18" y="79"/>
                    <a:pt x="14" y="71"/>
                  </a:cubicBezTo>
                  <a:cubicBezTo>
                    <a:pt x="10" y="63"/>
                    <a:pt x="7" y="62"/>
                    <a:pt x="7" y="51"/>
                  </a:cubicBezTo>
                  <a:cubicBezTo>
                    <a:pt x="7" y="34"/>
                    <a:pt x="4" y="19"/>
                    <a:pt x="2" y="3"/>
                  </a:cubicBezTo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9" name="Freeform 434">
              <a:extLst>
                <a:ext uri="{FF2B5EF4-FFF2-40B4-BE49-F238E27FC236}">
                  <a16:creationId xmlns:a16="http://schemas.microsoft.com/office/drawing/2014/main" id="{0EB59407-265C-4923-9818-DB4FDADBA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169"/>
              <a:ext cx="88" cy="120"/>
            </a:xfrm>
            <a:custGeom>
              <a:avLst/>
              <a:gdLst>
                <a:gd name="T0" fmla="*/ 36 w 138"/>
                <a:gd name="T1" fmla="*/ 0 h 189"/>
                <a:gd name="T2" fmla="*/ 34 w 138"/>
                <a:gd name="T3" fmla="*/ 37 h 189"/>
                <a:gd name="T4" fmla="*/ 1 w 138"/>
                <a:gd name="T5" fmla="*/ 39 h 189"/>
                <a:gd name="T6" fmla="*/ 0 w 138"/>
                <a:gd name="T7" fmla="*/ 13 h 189"/>
                <a:gd name="T8" fmla="*/ 36 w 138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89">
                  <a:moveTo>
                    <a:pt x="138" y="0"/>
                  </a:moveTo>
                  <a:cubicBezTo>
                    <a:pt x="138" y="0"/>
                    <a:pt x="122" y="58"/>
                    <a:pt x="130" y="147"/>
                  </a:cubicBezTo>
                  <a:cubicBezTo>
                    <a:pt x="130" y="147"/>
                    <a:pt x="56" y="189"/>
                    <a:pt x="1" y="151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84" y="30"/>
                    <a:pt x="138" y="0"/>
                  </a:cubicBezTo>
                  <a:close/>
                </a:path>
              </a:pathLst>
            </a:custGeom>
            <a:noFill/>
            <a:ln w="3175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0" name="Freeform 435">
              <a:extLst>
                <a:ext uri="{FF2B5EF4-FFF2-40B4-BE49-F238E27FC236}">
                  <a16:creationId xmlns:a16="http://schemas.microsoft.com/office/drawing/2014/main" id="{33F6EC82-F855-4461-9562-35E5C6DC2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192"/>
              <a:ext cx="45" cy="71"/>
            </a:xfrm>
            <a:custGeom>
              <a:avLst/>
              <a:gdLst>
                <a:gd name="T0" fmla="*/ 19 w 70"/>
                <a:gd name="T1" fmla="*/ 0 h 113"/>
                <a:gd name="T2" fmla="*/ 1 w 70"/>
                <a:gd name="T3" fmla="*/ 6 h 113"/>
                <a:gd name="T4" fmla="*/ 1 w 70"/>
                <a:gd name="T5" fmla="*/ 28 h 113"/>
                <a:gd name="T6" fmla="*/ 2 w 70"/>
                <a:gd name="T7" fmla="*/ 17 h 113"/>
                <a:gd name="T8" fmla="*/ 3 w 70"/>
                <a:gd name="T9" fmla="*/ 8 h 113"/>
                <a:gd name="T10" fmla="*/ 18 w 70"/>
                <a:gd name="T11" fmla="*/ 1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13">
                  <a:moveTo>
                    <a:pt x="70" y="0"/>
                  </a:moveTo>
                  <a:cubicBezTo>
                    <a:pt x="50" y="12"/>
                    <a:pt x="25" y="21"/>
                    <a:pt x="1" y="23"/>
                  </a:cubicBezTo>
                  <a:cubicBezTo>
                    <a:pt x="0" y="53"/>
                    <a:pt x="1" y="83"/>
                    <a:pt x="1" y="113"/>
                  </a:cubicBezTo>
                  <a:cubicBezTo>
                    <a:pt x="0" y="98"/>
                    <a:pt x="5" y="83"/>
                    <a:pt x="6" y="68"/>
                  </a:cubicBezTo>
                  <a:cubicBezTo>
                    <a:pt x="6" y="57"/>
                    <a:pt x="4" y="43"/>
                    <a:pt x="10" y="34"/>
                  </a:cubicBezTo>
                  <a:cubicBezTo>
                    <a:pt x="21" y="16"/>
                    <a:pt x="56" y="20"/>
                    <a:pt x="6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1" name="Freeform 436">
              <a:extLst>
                <a:ext uri="{FF2B5EF4-FFF2-40B4-BE49-F238E27FC236}">
                  <a16:creationId xmlns:a16="http://schemas.microsoft.com/office/drawing/2014/main" id="{85D0536C-DD43-4629-AA1B-34C8FB727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045"/>
              <a:ext cx="75" cy="47"/>
            </a:xfrm>
            <a:custGeom>
              <a:avLst/>
              <a:gdLst>
                <a:gd name="T0" fmla="*/ 29 w 117"/>
                <a:gd name="T1" fmla="*/ 7 h 73"/>
                <a:gd name="T2" fmla="*/ 31 w 117"/>
                <a:gd name="T3" fmla="*/ 8 h 73"/>
                <a:gd name="T4" fmla="*/ 1 w 117"/>
                <a:gd name="T5" fmla="*/ 1 h 73"/>
                <a:gd name="T6" fmla="*/ 2 w 117"/>
                <a:gd name="T7" fmla="*/ 18 h 73"/>
                <a:gd name="T8" fmla="*/ 30 w 117"/>
                <a:gd name="T9" fmla="*/ 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73">
                  <a:moveTo>
                    <a:pt x="111" y="26"/>
                  </a:moveTo>
                  <a:cubicBezTo>
                    <a:pt x="113" y="27"/>
                    <a:pt x="115" y="26"/>
                    <a:pt x="117" y="28"/>
                  </a:cubicBezTo>
                  <a:cubicBezTo>
                    <a:pt x="80" y="11"/>
                    <a:pt x="41" y="0"/>
                    <a:pt x="1" y="2"/>
                  </a:cubicBezTo>
                  <a:cubicBezTo>
                    <a:pt x="0" y="23"/>
                    <a:pt x="0" y="49"/>
                    <a:pt x="7" y="69"/>
                  </a:cubicBezTo>
                  <a:cubicBezTo>
                    <a:pt x="40" y="73"/>
                    <a:pt x="86" y="47"/>
                    <a:pt x="115" y="32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2" name="Freeform 437">
              <a:extLst>
                <a:ext uri="{FF2B5EF4-FFF2-40B4-BE49-F238E27FC236}">
                  <a16:creationId xmlns:a16="http://schemas.microsoft.com/office/drawing/2014/main" id="{85600203-E37E-4344-B576-AB5F3F1F3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125"/>
              <a:ext cx="75" cy="110"/>
            </a:xfrm>
            <a:custGeom>
              <a:avLst/>
              <a:gdLst>
                <a:gd name="T0" fmla="*/ 26 w 119"/>
                <a:gd name="T1" fmla="*/ 25 h 173"/>
                <a:gd name="T2" fmla="*/ 23 w 119"/>
                <a:gd name="T3" fmla="*/ 3 h 173"/>
                <a:gd name="T4" fmla="*/ 9 w 119"/>
                <a:gd name="T5" fmla="*/ 5 h 173"/>
                <a:gd name="T6" fmla="*/ 5 w 119"/>
                <a:gd name="T7" fmla="*/ 28 h 173"/>
                <a:gd name="T8" fmla="*/ 16 w 119"/>
                <a:gd name="T9" fmla="*/ 26 h 173"/>
                <a:gd name="T10" fmla="*/ 4 w 119"/>
                <a:gd name="T11" fmla="*/ 37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173">
                  <a:moveTo>
                    <a:pt x="105" y="97"/>
                  </a:moveTo>
                  <a:cubicBezTo>
                    <a:pt x="103" y="72"/>
                    <a:pt x="119" y="31"/>
                    <a:pt x="94" y="13"/>
                  </a:cubicBezTo>
                  <a:cubicBezTo>
                    <a:pt x="77" y="0"/>
                    <a:pt x="52" y="9"/>
                    <a:pt x="36" y="19"/>
                  </a:cubicBezTo>
                  <a:cubicBezTo>
                    <a:pt x="0" y="40"/>
                    <a:pt x="8" y="75"/>
                    <a:pt x="20" y="109"/>
                  </a:cubicBezTo>
                  <a:cubicBezTo>
                    <a:pt x="33" y="95"/>
                    <a:pt x="54" y="76"/>
                    <a:pt x="65" y="103"/>
                  </a:cubicBezTo>
                  <a:cubicBezTo>
                    <a:pt x="77" y="133"/>
                    <a:pt x="36" y="173"/>
                    <a:pt x="15" y="144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3" name="Freeform 438">
              <a:extLst>
                <a:ext uri="{FF2B5EF4-FFF2-40B4-BE49-F238E27FC236}">
                  <a16:creationId xmlns:a16="http://schemas.microsoft.com/office/drawing/2014/main" id="{1E31F135-0E0B-4DE8-9171-B0F33EB07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049"/>
              <a:ext cx="7" cy="39"/>
            </a:xfrm>
            <a:custGeom>
              <a:avLst/>
              <a:gdLst>
                <a:gd name="T0" fmla="*/ 1 w 12"/>
                <a:gd name="T1" fmla="*/ 0 h 62"/>
                <a:gd name="T2" fmla="*/ 0 w 12"/>
                <a:gd name="T3" fmla="*/ 1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2">
                  <a:moveTo>
                    <a:pt x="4" y="0"/>
                  </a:moveTo>
                  <a:cubicBezTo>
                    <a:pt x="12" y="16"/>
                    <a:pt x="11" y="48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4" name="Freeform 439">
              <a:extLst>
                <a:ext uri="{FF2B5EF4-FFF2-40B4-BE49-F238E27FC236}">
                  <a16:creationId xmlns:a16="http://schemas.microsoft.com/office/drawing/2014/main" id="{F9EF6183-81DB-42B4-A29E-2E87C2F45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197"/>
              <a:ext cx="42" cy="43"/>
            </a:xfrm>
            <a:custGeom>
              <a:avLst/>
              <a:gdLst>
                <a:gd name="T0" fmla="*/ 0 w 65"/>
                <a:gd name="T1" fmla="*/ 10 h 67"/>
                <a:gd name="T2" fmla="*/ 11 w 65"/>
                <a:gd name="T3" fmla="*/ 14 h 67"/>
                <a:gd name="T4" fmla="*/ 11 w 65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7">
                  <a:moveTo>
                    <a:pt x="0" y="38"/>
                  </a:moveTo>
                  <a:cubicBezTo>
                    <a:pt x="19" y="37"/>
                    <a:pt x="25" y="67"/>
                    <a:pt x="42" y="55"/>
                  </a:cubicBezTo>
                  <a:cubicBezTo>
                    <a:pt x="65" y="38"/>
                    <a:pt x="57" y="19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5" name="Freeform 440">
              <a:extLst>
                <a:ext uri="{FF2B5EF4-FFF2-40B4-BE49-F238E27FC236}">
                  <a16:creationId xmlns:a16="http://schemas.microsoft.com/office/drawing/2014/main" id="{1161D635-0952-4688-85A3-100CFE38C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975"/>
              <a:ext cx="91" cy="50"/>
            </a:xfrm>
            <a:custGeom>
              <a:avLst/>
              <a:gdLst>
                <a:gd name="T0" fmla="*/ 3 w 142"/>
                <a:gd name="T1" fmla="*/ 0 h 78"/>
                <a:gd name="T2" fmla="*/ 2 w 142"/>
                <a:gd name="T3" fmla="*/ 11 h 78"/>
                <a:gd name="T4" fmla="*/ 21 w 142"/>
                <a:gd name="T5" fmla="*/ 13 h 78"/>
                <a:gd name="T6" fmla="*/ 37 w 142"/>
                <a:gd name="T7" fmla="*/ 21 h 78"/>
                <a:gd name="T8" fmla="*/ 3 w 142"/>
                <a:gd name="T9" fmla="*/ 2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78">
                  <a:moveTo>
                    <a:pt x="11" y="0"/>
                  </a:moveTo>
                  <a:cubicBezTo>
                    <a:pt x="6" y="14"/>
                    <a:pt x="0" y="27"/>
                    <a:pt x="6" y="42"/>
                  </a:cubicBezTo>
                  <a:cubicBezTo>
                    <a:pt x="29" y="42"/>
                    <a:pt x="56" y="43"/>
                    <a:pt x="78" y="48"/>
                  </a:cubicBezTo>
                  <a:cubicBezTo>
                    <a:pt x="102" y="53"/>
                    <a:pt x="121" y="70"/>
                    <a:pt x="142" y="78"/>
                  </a:cubicBezTo>
                  <a:cubicBezTo>
                    <a:pt x="110" y="44"/>
                    <a:pt x="61" y="3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6" name="Freeform 441">
              <a:extLst>
                <a:ext uri="{FF2B5EF4-FFF2-40B4-BE49-F238E27FC236}">
                  <a16:creationId xmlns:a16="http://schemas.microsoft.com/office/drawing/2014/main" id="{E43EC24C-3858-4E42-898E-885D57C0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068"/>
              <a:ext cx="124" cy="265"/>
            </a:xfrm>
            <a:custGeom>
              <a:avLst/>
              <a:gdLst>
                <a:gd name="T0" fmla="*/ 0 w 195"/>
                <a:gd name="T1" fmla="*/ 24 h 417"/>
                <a:gd name="T2" fmla="*/ 39 w 195"/>
                <a:gd name="T3" fmla="*/ 11 h 417"/>
                <a:gd name="T4" fmla="*/ 44 w 195"/>
                <a:gd name="T5" fmla="*/ 49 h 417"/>
                <a:gd name="T6" fmla="*/ 35 w 195"/>
                <a:gd name="T7" fmla="*/ 68 h 417"/>
                <a:gd name="T8" fmla="*/ 31 w 195"/>
                <a:gd name="T9" fmla="*/ 85 h 417"/>
                <a:gd name="T10" fmla="*/ 8 w 195"/>
                <a:gd name="T11" fmla="*/ 95 h 4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417">
                  <a:moveTo>
                    <a:pt x="0" y="95"/>
                  </a:moveTo>
                  <a:cubicBezTo>
                    <a:pt x="6" y="28"/>
                    <a:pt x="109" y="0"/>
                    <a:pt x="154" y="42"/>
                  </a:cubicBezTo>
                  <a:cubicBezTo>
                    <a:pt x="195" y="80"/>
                    <a:pt x="187" y="143"/>
                    <a:pt x="172" y="190"/>
                  </a:cubicBezTo>
                  <a:cubicBezTo>
                    <a:pt x="164" y="218"/>
                    <a:pt x="149" y="239"/>
                    <a:pt x="137" y="264"/>
                  </a:cubicBezTo>
                  <a:cubicBezTo>
                    <a:pt x="128" y="286"/>
                    <a:pt x="126" y="310"/>
                    <a:pt x="118" y="332"/>
                  </a:cubicBezTo>
                  <a:cubicBezTo>
                    <a:pt x="108" y="356"/>
                    <a:pt x="58" y="417"/>
                    <a:pt x="33" y="372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7" name="Freeform 442">
              <a:extLst>
                <a:ext uri="{FF2B5EF4-FFF2-40B4-BE49-F238E27FC236}">
                  <a16:creationId xmlns:a16="http://schemas.microsoft.com/office/drawing/2014/main" id="{9687C614-59C4-4F84-AA4D-BE6A7B5CF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303"/>
              <a:ext cx="87" cy="3"/>
            </a:xfrm>
            <a:custGeom>
              <a:avLst/>
              <a:gdLst>
                <a:gd name="T0" fmla="*/ 0 w 137"/>
                <a:gd name="T1" fmla="*/ 1 h 6"/>
                <a:gd name="T2" fmla="*/ 5 w 137"/>
                <a:gd name="T3" fmla="*/ 1 h 6"/>
                <a:gd name="T4" fmla="*/ 15 w 137"/>
                <a:gd name="T5" fmla="*/ 1 h 6"/>
                <a:gd name="T6" fmla="*/ 35 w 13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6">
                  <a:moveTo>
                    <a:pt x="0" y="6"/>
                  </a:moveTo>
                  <a:cubicBezTo>
                    <a:pt x="5" y="4"/>
                    <a:pt x="13" y="6"/>
                    <a:pt x="19" y="6"/>
                  </a:cubicBezTo>
                  <a:cubicBezTo>
                    <a:pt x="31" y="6"/>
                    <a:pt x="43" y="4"/>
                    <a:pt x="56" y="4"/>
                  </a:cubicBezTo>
                  <a:cubicBezTo>
                    <a:pt x="83" y="4"/>
                    <a:pt x="110" y="0"/>
                    <a:pt x="137" y="0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8" name="Freeform 443">
              <a:extLst>
                <a:ext uri="{FF2B5EF4-FFF2-40B4-BE49-F238E27FC236}">
                  <a16:creationId xmlns:a16="http://schemas.microsoft.com/office/drawing/2014/main" id="{31136BE9-9DDD-46F3-B630-01A51E874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326"/>
              <a:ext cx="151" cy="111"/>
            </a:xfrm>
            <a:custGeom>
              <a:avLst/>
              <a:gdLst>
                <a:gd name="T0" fmla="*/ 0 w 237"/>
                <a:gd name="T1" fmla="*/ 44 h 175"/>
                <a:gd name="T2" fmla="*/ 61 w 237"/>
                <a:gd name="T3" fmla="*/ 0 h 1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7" h="175">
                  <a:moveTo>
                    <a:pt x="0" y="175"/>
                  </a:moveTo>
                  <a:cubicBezTo>
                    <a:pt x="84" y="168"/>
                    <a:pt x="225" y="97"/>
                    <a:pt x="237" y="0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FE8B089A-81A1-46EA-BE4A-B2927516321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Arteries (1)</a:t>
            </a:r>
          </a:p>
        </p:txBody>
      </p:sp>
      <p:grpSp>
        <p:nvGrpSpPr>
          <p:cNvPr id="15362" name="Artery-Wall-Structure-Diagram">
            <a:extLst>
              <a:ext uri="{FF2B5EF4-FFF2-40B4-BE49-F238E27FC236}">
                <a16:creationId xmlns:a16="http://schemas.microsoft.com/office/drawing/2014/main" id="{018CB71C-610D-4888-87A0-9F6DB18A73A2}"/>
              </a:ext>
            </a:extLst>
          </p:cNvPr>
          <p:cNvGrpSpPr>
            <a:grpSpLocks/>
          </p:cNvGrpSpPr>
          <p:nvPr/>
        </p:nvGrpSpPr>
        <p:grpSpPr bwMode="auto">
          <a:xfrm>
            <a:off x="1914525" y="2044700"/>
            <a:ext cx="8305800" cy="3100388"/>
            <a:chOff x="1229" y="1560"/>
            <a:chExt cx="3273" cy="1222"/>
          </a:xfrm>
        </p:grpSpPr>
        <p:grpSp>
          <p:nvGrpSpPr>
            <p:cNvPr id="15363" name="Group 5387">
              <a:extLst>
                <a:ext uri="{FF2B5EF4-FFF2-40B4-BE49-F238E27FC236}">
                  <a16:creationId xmlns:a16="http://schemas.microsoft.com/office/drawing/2014/main" id="{0C98D3B7-0B10-42F6-9865-3E4D79B709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9" y="1560"/>
              <a:ext cx="3273" cy="1222"/>
              <a:chOff x="1229" y="1560"/>
              <a:chExt cx="3273" cy="1222"/>
            </a:xfrm>
          </p:grpSpPr>
          <p:sp>
            <p:nvSpPr>
              <p:cNvPr id="15375" name="Freeform 5187">
                <a:extLst>
                  <a:ext uri="{FF2B5EF4-FFF2-40B4-BE49-F238E27FC236}">
                    <a16:creationId xmlns:a16="http://schemas.microsoft.com/office/drawing/2014/main" id="{029AEB89-0BC6-4AFD-9B2D-3DF0592E0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741"/>
                <a:ext cx="3068" cy="923"/>
              </a:xfrm>
              <a:custGeom>
                <a:avLst/>
                <a:gdLst>
                  <a:gd name="T0" fmla="*/ 18538 w 1227"/>
                  <a:gd name="T1" fmla="*/ 1729 h 346"/>
                  <a:gd name="T2" fmla="*/ 18851 w 1227"/>
                  <a:gd name="T3" fmla="*/ 0 h 346"/>
                  <a:gd name="T4" fmla="*/ 613 w 1227"/>
                  <a:gd name="T5" fmla="*/ 2620 h 346"/>
                  <a:gd name="T6" fmla="*/ 563 w 1227"/>
                  <a:gd name="T7" fmla="*/ 2241 h 346"/>
                  <a:gd name="T8" fmla="*/ 563 w 1227"/>
                  <a:gd name="T9" fmla="*/ 2241 h 346"/>
                  <a:gd name="T10" fmla="*/ 595 w 1227"/>
                  <a:gd name="T11" fmla="*/ 2620 h 346"/>
                  <a:gd name="T12" fmla="*/ 113 w 1227"/>
                  <a:gd name="T13" fmla="*/ 4383 h 346"/>
                  <a:gd name="T14" fmla="*/ 925 w 1227"/>
                  <a:gd name="T15" fmla="*/ 5962 h 346"/>
                  <a:gd name="T16" fmla="*/ 988 w 1227"/>
                  <a:gd name="T17" fmla="*/ 6546 h 346"/>
                  <a:gd name="T18" fmla="*/ 988 w 1227"/>
                  <a:gd name="T19" fmla="*/ 6568 h 346"/>
                  <a:gd name="T20" fmla="*/ 938 w 1227"/>
                  <a:gd name="T21" fmla="*/ 5962 h 346"/>
                  <a:gd name="T22" fmla="*/ 19181 w 1227"/>
                  <a:gd name="T23" fmla="*/ 3345 h 346"/>
                  <a:gd name="T24" fmla="*/ 18538 w 1227"/>
                  <a:gd name="T25" fmla="*/ 1729 h 3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27" h="346">
                    <a:moveTo>
                      <a:pt x="1186" y="91"/>
                    </a:moveTo>
                    <a:cubicBezTo>
                      <a:pt x="1181" y="55"/>
                      <a:pt x="1190" y="22"/>
                      <a:pt x="1206" y="0"/>
                    </a:cubicBezTo>
                    <a:cubicBezTo>
                      <a:pt x="39" y="138"/>
                      <a:pt x="39" y="138"/>
                      <a:pt x="39" y="138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8" y="138"/>
                      <a:pt x="38" y="138"/>
                      <a:pt x="38" y="138"/>
                    </a:cubicBezTo>
                    <a:cubicBezTo>
                      <a:pt x="24" y="140"/>
                      <a:pt x="0" y="178"/>
                      <a:pt x="7" y="231"/>
                    </a:cubicBezTo>
                    <a:cubicBezTo>
                      <a:pt x="13" y="285"/>
                      <a:pt x="45" y="316"/>
                      <a:pt x="59" y="314"/>
                    </a:cubicBezTo>
                    <a:cubicBezTo>
                      <a:pt x="63" y="345"/>
                      <a:pt x="63" y="345"/>
                      <a:pt x="63" y="345"/>
                    </a:cubicBezTo>
                    <a:cubicBezTo>
                      <a:pt x="63" y="345"/>
                      <a:pt x="63" y="345"/>
                      <a:pt x="63" y="346"/>
                    </a:cubicBezTo>
                    <a:cubicBezTo>
                      <a:pt x="60" y="314"/>
                      <a:pt x="60" y="314"/>
                      <a:pt x="60" y="314"/>
                    </a:cubicBezTo>
                    <a:cubicBezTo>
                      <a:pt x="1227" y="176"/>
                      <a:pt x="1227" y="176"/>
                      <a:pt x="1227" y="176"/>
                    </a:cubicBezTo>
                    <a:cubicBezTo>
                      <a:pt x="1206" y="158"/>
                      <a:pt x="1190" y="127"/>
                      <a:pt x="1186" y="9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76" name="Freeform 5188">
                <a:extLst>
                  <a:ext uri="{FF2B5EF4-FFF2-40B4-BE49-F238E27FC236}">
                    <a16:creationId xmlns:a16="http://schemas.microsoft.com/office/drawing/2014/main" id="{5FD42750-0D97-46BF-8B34-C32A3F53A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1741"/>
                <a:ext cx="2993" cy="491"/>
              </a:xfrm>
              <a:custGeom>
                <a:avLst/>
                <a:gdLst>
                  <a:gd name="T0" fmla="*/ 0 w 1197"/>
                  <a:gd name="T1" fmla="*/ 3496 h 184"/>
                  <a:gd name="T2" fmla="*/ 1000 w 1197"/>
                  <a:gd name="T3" fmla="*/ 2927 h 184"/>
                  <a:gd name="T4" fmla="*/ 9472 w 1197"/>
                  <a:gd name="T5" fmla="*/ 1652 h 184"/>
                  <a:gd name="T6" fmla="*/ 18526 w 1197"/>
                  <a:gd name="T7" fmla="*/ 419 h 184"/>
                  <a:gd name="T8" fmla="*/ 18713 w 1197"/>
                  <a:gd name="T9" fmla="*/ 0 h 184"/>
                  <a:gd name="T10" fmla="*/ 470 w 1197"/>
                  <a:gd name="T11" fmla="*/ 2620 h 184"/>
                  <a:gd name="T12" fmla="*/ 458 w 1197"/>
                  <a:gd name="T13" fmla="*/ 2527 h 184"/>
                  <a:gd name="T14" fmla="*/ 438 w 1197"/>
                  <a:gd name="T15" fmla="*/ 2527 h 184"/>
                  <a:gd name="T16" fmla="*/ 458 w 1197"/>
                  <a:gd name="T17" fmla="*/ 2620 h 184"/>
                  <a:gd name="T18" fmla="*/ 0 w 1197"/>
                  <a:gd name="T19" fmla="*/ 3496 h 1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97" h="184">
                    <a:moveTo>
                      <a:pt x="0" y="184"/>
                    </a:moveTo>
                    <a:cubicBezTo>
                      <a:pt x="14" y="167"/>
                      <a:pt x="25" y="161"/>
                      <a:pt x="64" y="154"/>
                    </a:cubicBezTo>
                    <a:cubicBezTo>
                      <a:pt x="186" y="131"/>
                      <a:pt x="401" y="110"/>
                      <a:pt x="606" y="87"/>
                    </a:cubicBezTo>
                    <a:cubicBezTo>
                      <a:pt x="873" y="57"/>
                      <a:pt x="1128" y="28"/>
                      <a:pt x="1185" y="22"/>
                    </a:cubicBezTo>
                    <a:cubicBezTo>
                      <a:pt x="1188" y="14"/>
                      <a:pt x="1192" y="6"/>
                      <a:pt x="1197" y="0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9" y="138"/>
                      <a:pt x="29" y="138"/>
                      <a:pt x="29" y="138"/>
                    </a:cubicBezTo>
                    <a:cubicBezTo>
                      <a:pt x="19" y="139"/>
                      <a:pt x="6" y="157"/>
                      <a:pt x="0" y="184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77" name="Freeform 5189">
                <a:extLst>
                  <a:ext uri="{FF2B5EF4-FFF2-40B4-BE49-F238E27FC236}">
                    <a16:creationId xmlns:a16="http://schemas.microsoft.com/office/drawing/2014/main" id="{36F17468-3AC9-4C7A-90D7-89EC80279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189"/>
                <a:ext cx="73" cy="312"/>
              </a:xfrm>
              <a:custGeom>
                <a:avLst/>
                <a:gdLst>
                  <a:gd name="T0" fmla="*/ 272 w 29"/>
                  <a:gd name="T1" fmla="*/ 0 h 117"/>
                  <a:gd name="T2" fmla="*/ 463 w 29"/>
                  <a:gd name="T3" fmla="*/ 2219 h 117"/>
                  <a:gd name="T4" fmla="*/ 272 w 29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17">
                    <a:moveTo>
                      <a:pt x="17" y="0"/>
                    </a:moveTo>
                    <a:cubicBezTo>
                      <a:pt x="8" y="12"/>
                      <a:pt x="0" y="82"/>
                      <a:pt x="29" y="117"/>
                    </a:cubicBezTo>
                    <a:cubicBezTo>
                      <a:pt x="24" y="110"/>
                      <a:pt x="4" y="60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78" name="Freeform 5190">
                <a:extLst>
                  <a:ext uri="{FF2B5EF4-FFF2-40B4-BE49-F238E27FC236}">
                    <a16:creationId xmlns:a16="http://schemas.microsoft.com/office/drawing/2014/main" id="{8F79A5DF-D253-46CF-AED4-96EBD0A55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965"/>
                <a:ext cx="308" cy="779"/>
              </a:xfrm>
              <a:custGeom>
                <a:avLst/>
                <a:gdLst>
                  <a:gd name="T0" fmla="*/ 158 w 123"/>
                  <a:gd name="T1" fmla="*/ 2924 h 292"/>
                  <a:gd name="T2" fmla="*/ 1931 w 123"/>
                  <a:gd name="T3" fmla="*/ 5410 h 292"/>
                  <a:gd name="T4" fmla="*/ 1838 w 123"/>
                  <a:gd name="T5" fmla="*/ 4370 h 292"/>
                  <a:gd name="T6" fmla="*/ 1022 w 123"/>
                  <a:gd name="T7" fmla="*/ 2791 h 292"/>
                  <a:gd name="T8" fmla="*/ 1505 w 123"/>
                  <a:gd name="T9" fmla="*/ 1024 h 292"/>
                  <a:gd name="T10" fmla="*/ 1410 w 123"/>
                  <a:gd name="T11" fmla="*/ 0 h 292"/>
                  <a:gd name="T12" fmla="*/ 158 w 123"/>
                  <a:gd name="T13" fmla="*/ 2924 h 2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92">
                    <a:moveTo>
                      <a:pt x="10" y="154"/>
                    </a:moveTo>
                    <a:cubicBezTo>
                      <a:pt x="20" y="239"/>
                      <a:pt x="64" y="292"/>
                      <a:pt x="123" y="285"/>
                    </a:cubicBezTo>
                    <a:cubicBezTo>
                      <a:pt x="117" y="230"/>
                      <a:pt x="117" y="230"/>
                      <a:pt x="117" y="230"/>
                    </a:cubicBezTo>
                    <a:cubicBezTo>
                      <a:pt x="103" y="232"/>
                      <a:pt x="71" y="201"/>
                      <a:pt x="65" y="147"/>
                    </a:cubicBezTo>
                    <a:cubicBezTo>
                      <a:pt x="58" y="94"/>
                      <a:pt x="82" y="56"/>
                      <a:pt x="96" y="54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30" y="7"/>
                      <a:pt x="0" y="69"/>
                      <a:pt x="10" y="154"/>
                    </a:cubicBezTo>
                    <a:close/>
                  </a:path>
                </a:pathLst>
              </a:custGeom>
              <a:solidFill>
                <a:srgbClr val="D48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79" name="Freeform 5191">
                <a:extLst>
                  <a:ext uri="{FF2B5EF4-FFF2-40B4-BE49-F238E27FC236}">
                    <a16:creationId xmlns:a16="http://schemas.microsoft.com/office/drawing/2014/main" id="{806A0246-3D1B-4894-A9D4-DC0437A0C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965"/>
                <a:ext cx="308" cy="779"/>
              </a:xfrm>
              <a:custGeom>
                <a:avLst/>
                <a:gdLst>
                  <a:gd name="T0" fmla="*/ 158 w 123"/>
                  <a:gd name="T1" fmla="*/ 2924 h 292"/>
                  <a:gd name="T2" fmla="*/ 1931 w 123"/>
                  <a:gd name="T3" fmla="*/ 5410 h 292"/>
                  <a:gd name="T4" fmla="*/ 1851 w 123"/>
                  <a:gd name="T5" fmla="*/ 4541 h 292"/>
                  <a:gd name="T6" fmla="*/ 879 w 123"/>
                  <a:gd name="T7" fmla="*/ 2812 h 292"/>
                  <a:gd name="T8" fmla="*/ 1492 w 123"/>
                  <a:gd name="T9" fmla="*/ 875 h 292"/>
                  <a:gd name="T10" fmla="*/ 1410 w 123"/>
                  <a:gd name="T11" fmla="*/ 0 h 292"/>
                  <a:gd name="T12" fmla="*/ 158 w 123"/>
                  <a:gd name="T13" fmla="*/ 2924 h 2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92">
                    <a:moveTo>
                      <a:pt x="10" y="154"/>
                    </a:moveTo>
                    <a:cubicBezTo>
                      <a:pt x="20" y="239"/>
                      <a:pt x="64" y="292"/>
                      <a:pt x="123" y="285"/>
                    </a:cubicBezTo>
                    <a:cubicBezTo>
                      <a:pt x="118" y="239"/>
                      <a:pt x="118" y="239"/>
                      <a:pt x="118" y="239"/>
                    </a:cubicBezTo>
                    <a:cubicBezTo>
                      <a:pt x="98" y="241"/>
                      <a:pt x="63" y="206"/>
                      <a:pt x="56" y="148"/>
                    </a:cubicBezTo>
                    <a:cubicBezTo>
                      <a:pt x="49" y="90"/>
                      <a:pt x="75" y="48"/>
                      <a:pt x="95" y="46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30" y="7"/>
                      <a:pt x="0" y="69"/>
                      <a:pt x="10" y="154"/>
                    </a:cubicBezTo>
                    <a:close/>
                  </a:path>
                </a:pathLst>
              </a:custGeom>
              <a:solidFill>
                <a:srgbClr val="FFF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0" name="Freeform 5192">
                <a:extLst>
                  <a:ext uri="{FF2B5EF4-FFF2-40B4-BE49-F238E27FC236}">
                    <a16:creationId xmlns:a16="http://schemas.microsoft.com/office/drawing/2014/main" id="{FFBE0DFB-1B7B-40A2-83F9-D027B1548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595"/>
                <a:ext cx="2941" cy="514"/>
              </a:xfrm>
              <a:custGeom>
                <a:avLst/>
                <a:gdLst>
                  <a:gd name="T0" fmla="*/ 18 w 2941"/>
                  <a:gd name="T1" fmla="*/ 514 h 514"/>
                  <a:gd name="T2" fmla="*/ 2941 w 2941"/>
                  <a:gd name="T3" fmla="*/ 144 h 514"/>
                  <a:gd name="T4" fmla="*/ 2923 w 2941"/>
                  <a:gd name="T5" fmla="*/ 0 h 514"/>
                  <a:gd name="T6" fmla="*/ 0 w 2941"/>
                  <a:gd name="T7" fmla="*/ 368 h 514"/>
                  <a:gd name="T8" fmla="*/ 18 w 2941"/>
                  <a:gd name="T9" fmla="*/ 514 h 5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41" h="514">
                    <a:moveTo>
                      <a:pt x="18" y="514"/>
                    </a:moveTo>
                    <a:lnTo>
                      <a:pt x="2941" y="144"/>
                    </a:lnTo>
                    <a:lnTo>
                      <a:pt x="2923" y="0"/>
                    </a:lnTo>
                    <a:lnTo>
                      <a:pt x="0" y="368"/>
                    </a:lnTo>
                    <a:lnTo>
                      <a:pt x="18" y="514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1" name="Freeform 5193">
                <a:extLst>
                  <a:ext uri="{FF2B5EF4-FFF2-40B4-BE49-F238E27FC236}">
                    <a16:creationId xmlns:a16="http://schemas.microsoft.com/office/drawing/2014/main" id="{72579422-37B3-47CD-B62F-C2E83D5F6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595"/>
                <a:ext cx="2938" cy="493"/>
              </a:xfrm>
              <a:custGeom>
                <a:avLst/>
                <a:gdLst>
                  <a:gd name="T0" fmla="*/ 15 w 2938"/>
                  <a:gd name="T1" fmla="*/ 493 h 493"/>
                  <a:gd name="T2" fmla="*/ 2938 w 2938"/>
                  <a:gd name="T3" fmla="*/ 122 h 493"/>
                  <a:gd name="T4" fmla="*/ 2923 w 2938"/>
                  <a:gd name="T5" fmla="*/ 0 h 493"/>
                  <a:gd name="T6" fmla="*/ 0 w 2938"/>
                  <a:gd name="T7" fmla="*/ 368 h 493"/>
                  <a:gd name="T8" fmla="*/ 15 w 2938"/>
                  <a:gd name="T9" fmla="*/ 493 h 4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38" h="493">
                    <a:moveTo>
                      <a:pt x="15" y="493"/>
                    </a:moveTo>
                    <a:lnTo>
                      <a:pt x="2938" y="122"/>
                    </a:lnTo>
                    <a:lnTo>
                      <a:pt x="2923" y="0"/>
                    </a:lnTo>
                    <a:lnTo>
                      <a:pt x="0" y="368"/>
                    </a:lnTo>
                    <a:lnTo>
                      <a:pt x="15" y="493"/>
                    </a:ln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2" name="Freeform 5194">
                <a:extLst>
                  <a:ext uri="{FF2B5EF4-FFF2-40B4-BE49-F238E27FC236}">
                    <a16:creationId xmlns:a16="http://schemas.microsoft.com/office/drawing/2014/main" id="{553E6E13-4899-4514-9DDF-A7E32083D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211"/>
                <a:ext cx="2938" cy="515"/>
              </a:xfrm>
              <a:custGeom>
                <a:avLst/>
                <a:gdLst>
                  <a:gd name="T0" fmla="*/ 0 w 2938"/>
                  <a:gd name="T1" fmla="*/ 368 h 515"/>
                  <a:gd name="T2" fmla="*/ 15 w 2938"/>
                  <a:gd name="T3" fmla="*/ 515 h 515"/>
                  <a:gd name="T4" fmla="*/ 2938 w 2938"/>
                  <a:gd name="T5" fmla="*/ 144 h 515"/>
                  <a:gd name="T6" fmla="*/ 2923 w 2938"/>
                  <a:gd name="T7" fmla="*/ 0 h 515"/>
                  <a:gd name="T8" fmla="*/ 0 w 2938"/>
                  <a:gd name="T9" fmla="*/ 368 h 5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38" h="515">
                    <a:moveTo>
                      <a:pt x="0" y="368"/>
                    </a:moveTo>
                    <a:lnTo>
                      <a:pt x="15" y="515"/>
                    </a:lnTo>
                    <a:lnTo>
                      <a:pt x="2938" y="144"/>
                    </a:lnTo>
                    <a:lnTo>
                      <a:pt x="2923" y="0"/>
                    </a:lnTo>
                    <a:lnTo>
                      <a:pt x="0" y="368"/>
                    </a:lnTo>
                    <a:close/>
                  </a:path>
                </a:pathLst>
              </a:custGeom>
              <a:solidFill>
                <a:srgbClr val="B74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3" name="Freeform 5195">
                <a:extLst>
                  <a:ext uri="{FF2B5EF4-FFF2-40B4-BE49-F238E27FC236}">
                    <a16:creationId xmlns:a16="http://schemas.microsoft.com/office/drawing/2014/main" id="{13FD45DC-5933-4C51-8E1E-C50519D00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931"/>
                <a:ext cx="348" cy="851"/>
              </a:xfrm>
              <a:custGeom>
                <a:avLst/>
                <a:gdLst>
                  <a:gd name="T0" fmla="*/ 175 w 139"/>
                  <a:gd name="T1" fmla="*/ 3188 h 319"/>
                  <a:gd name="T2" fmla="*/ 2181 w 139"/>
                  <a:gd name="T3" fmla="*/ 5906 h 319"/>
                  <a:gd name="T4" fmla="*/ 2151 w 139"/>
                  <a:gd name="T5" fmla="*/ 5658 h 319"/>
                  <a:gd name="T6" fmla="*/ 376 w 139"/>
                  <a:gd name="T7" fmla="*/ 3175 h 319"/>
                  <a:gd name="T8" fmla="*/ 1630 w 139"/>
                  <a:gd name="T9" fmla="*/ 248 h 319"/>
                  <a:gd name="T10" fmla="*/ 1597 w 139"/>
                  <a:gd name="T11" fmla="*/ 0 h 319"/>
                  <a:gd name="T12" fmla="*/ 175 w 139"/>
                  <a:gd name="T13" fmla="*/ 3188 h 3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9" h="319">
                    <a:moveTo>
                      <a:pt x="11" y="168"/>
                    </a:moveTo>
                    <a:cubicBezTo>
                      <a:pt x="22" y="260"/>
                      <a:pt x="72" y="319"/>
                      <a:pt x="139" y="311"/>
                    </a:cubicBezTo>
                    <a:cubicBezTo>
                      <a:pt x="137" y="298"/>
                      <a:pt x="137" y="298"/>
                      <a:pt x="137" y="298"/>
                    </a:cubicBezTo>
                    <a:cubicBezTo>
                      <a:pt x="78" y="305"/>
                      <a:pt x="34" y="252"/>
                      <a:pt x="24" y="167"/>
                    </a:cubicBezTo>
                    <a:cubicBezTo>
                      <a:pt x="14" y="82"/>
                      <a:pt x="44" y="20"/>
                      <a:pt x="104" y="13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35" y="8"/>
                      <a:pt x="0" y="76"/>
                      <a:pt x="11" y="168"/>
                    </a:cubicBezTo>
                    <a:close/>
                  </a:path>
                </a:pathLst>
              </a:custGeom>
              <a:solidFill>
                <a:srgbClr val="F69C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4" name="Freeform 5196">
                <a:extLst>
                  <a:ext uri="{FF2B5EF4-FFF2-40B4-BE49-F238E27FC236}">
                    <a16:creationId xmlns:a16="http://schemas.microsoft.com/office/drawing/2014/main" id="{B90E7E95-C2AF-4E6D-AA51-75512FB7E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965"/>
                <a:ext cx="308" cy="779"/>
              </a:xfrm>
              <a:custGeom>
                <a:avLst/>
                <a:gdLst>
                  <a:gd name="T0" fmla="*/ 158 w 123"/>
                  <a:gd name="T1" fmla="*/ 2924 h 292"/>
                  <a:gd name="T2" fmla="*/ 1931 w 123"/>
                  <a:gd name="T3" fmla="*/ 5410 h 292"/>
                  <a:gd name="T4" fmla="*/ 1868 w 123"/>
                  <a:gd name="T5" fmla="*/ 4725 h 292"/>
                  <a:gd name="T6" fmla="*/ 721 w 123"/>
                  <a:gd name="T7" fmla="*/ 2847 h 292"/>
                  <a:gd name="T8" fmla="*/ 1472 w 123"/>
                  <a:gd name="T9" fmla="*/ 683 h 292"/>
                  <a:gd name="T10" fmla="*/ 1410 w 123"/>
                  <a:gd name="T11" fmla="*/ 0 h 292"/>
                  <a:gd name="T12" fmla="*/ 158 w 123"/>
                  <a:gd name="T13" fmla="*/ 2924 h 2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92">
                    <a:moveTo>
                      <a:pt x="10" y="154"/>
                    </a:moveTo>
                    <a:cubicBezTo>
                      <a:pt x="20" y="239"/>
                      <a:pt x="64" y="292"/>
                      <a:pt x="123" y="285"/>
                    </a:cubicBezTo>
                    <a:cubicBezTo>
                      <a:pt x="119" y="249"/>
                      <a:pt x="119" y="249"/>
                      <a:pt x="119" y="249"/>
                    </a:cubicBezTo>
                    <a:cubicBezTo>
                      <a:pt x="91" y="252"/>
                      <a:pt x="53" y="211"/>
                      <a:pt x="46" y="150"/>
                    </a:cubicBezTo>
                    <a:cubicBezTo>
                      <a:pt x="39" y="88"/>
                      <a:pt x="65" y="39"/>
                      <a:pt x="94" y="36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30" y="7"/>
                      <a:pt x="0" y="69"/>
                      <a:pt x="10" y="154"/>
                    </a:cubicBezTo>
                    <a:close/>
                  </a:path>
                </a:pathLst>
              </a:custGeom>
              <a:solidFill>
                <a:srgbClr val="FDCE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5" name="Freeform 5197">
                <a:extLst>
                  <a:ext uri="{FF2B5EF4-FFF2-40B4-BE49-F238E27FC236}">
                    <a16:creationId xmlns:a16="http://schemas.microsoft.com/office/drawing/2014/main" id="{9AF83609-B8B2-411E-BC35-D974E18F8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1560"/>
                <a:ext cx="2925" cy="403"/>
              </a:xfrm>
              <a:custGeom>
                <a:avLst/>
                <a:gdLst>
                  <a:gd name="T0" fmla="*/ 0 w 2925"/>
                  <a:gd name="T1" fmla="*/ 371 h 403"/>
                  <a:gd name="T2" fmla="*/ 2 w 2925"/>
                  <a:gd name="T3" fmla="*/ 403 h 403"/>
                  <a:gd name="T4" fmla="*/ 2925 w 2925"/>
                  <a:gd name="T5" fmla="*/ 35 h 403"/>
                  <a:gd name="T6" fmla="*/ 2923 w 2925"/>
                  <a:gd name="T7" fmla="*/ 0 h 403"/>
                  <a:gd name="T8" fmla="*/ 0 w 2925"/>
                  <a:gd name="T9" fmla="*/ 371 h 4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25" h="403">
                    <a:moveTo>
                      <a:pt x="0" y="371"/>
                    </a:moveTo>
                    <a:lnTo>
                      <a:pt x="2" y="403"/>
                    </a:lnTo>
                    <a:lnTo>
                      <a:pt x="2925" y="35"/>
                    </a:lnTo>
                    <a:lnTo>
                      <a:pt x="2923" y="0"/>
                    </a:lnTo>
                    <a:lnTo>
                      <a:pt x="0" y="371"/>
                    </a:ln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6" name="Freeform 5198">
                <a:extLst>
                  <a:ext uri="{FF2B5EF4-FFF2-40B4-BE49-F238E27FC236}">
                    <a16:creationId xmlns:a16="http://schemas.microsoft.com/office/drawing/2014/main" id="{696C8593-7745-42FA-B6B8-13FB26BA7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595"/>
                <a:ext cx="2933" cy="464"/>
              </a:xfrm>
              <a:custGeom>
                <a:avLst/>
                <a:gdLst>
                  <a:gd name="T0" fmla="*/ 10 w 2933"/>
                  <a:gd name="T1" fmla="*/ 464 h 464"/>
                  <a:gd name="T2" fmla="*/ 2933 w 2933"/>
                  <a:gd name="T3" fmla="*/ 96 h 464"/>
                  <a:gd name="T4" fmla="*/ 2923 w 2933"/>
                  <a:gd name="T5" fmla="*/ 0 h 464"/>
                  <a:gd name="T6" fmla="*/ 0 w 2933"/>
                  <a:gd name="T7" fmla="*/ 368 h 464"/>
                  <a:gd name="T8" fmla="*/ 10 w 2933"/>
                  <a:gd name="T9" fmla="*/ 464 h 4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33" h="464">
                    <a:moveTo>
                      <a:pt x="10" y="464"/>
                    </a:moveTo>
                    <a:lnTo>
                      <a:pt x="2933" y="96"/>
                    </a:lnTo>
                    <a:lnTo>
                      <a:pt x="2923" y="0"/>
                    </a:lnTo>
                    <a:lnTo>
                      <a:pt x="0" y="368"/>
                    </a:lnTo>
                    <a:lnTo>
                      <a:pt x="10" y="464"/>
                    </a:ln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7" name="Freeform 5199">
                <a:extLst>
                  <a:ext uri="{FF2B5EF4-FFF2-40B4-BE49-F238E27FC236}">
                    <a16:creationId xmlns:a16="http://schemas.microsoft.com/office/drawing/2014/main" id="{94DC1642-F459-4E73-8D93-8CF0A2ADD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355"/>
                <a:ext cx="2928" cy="405"/>
              </a:xfrm>
              <a:custGeom>
                <a:avLst/>
                <a:gdLst>
                  <a:gd name="T0" fmla="*/ 0 w 2928"/>
                  <a:gd name="T1" fmla="*/ 371 h 405"/>
                  <a:gd name="T2" fmla="*/ 5 w 2928"/>
                  <a:gd name="T3" fmla="*/ 405 h 405"/>
                  <a:gd name="T4" fmla="*/ 2928 w 2928"/>
                  <a:gd name="T5" fmla="*/ 34 h 405"/>
                  <a:gd name="T6" fmla="*/ 2923 w 2928"/>
                  <a:gd name="T7" fmla="*/ 0 h 405"/>
                  <a:gd name="T8" fmla="*/ 0 w 2928"/>
                  <a:gd name="T9" fmla="*/ 371 h 4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28" h="405">
                    <a:moveTo>
                      <a:pt x="0" y="371"/>
                    </a:moveTo>
                    <a:lnTo>
                      <a:pt x="5" y="405"/>
                    </a:lnTo>
                    <a:lnTo>
                      <a:pt x="2928" y="34"/>
                    </a:lnTo>
                    <a:lnTo>
                      <a:pt x="2923" y="0"/>
                    </a:lnTo>
                    <a:lnTo>
                      <a:pt x="0" y="371"/>
                    </a:ln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8" name="Freeform 5200">
                <a:extLst>
                  <a:ext uri="{FF2B5EF4-FFF2-40B4-BE49-F238E27FC236}">
                    <a16:creationId xmlns:a16="http://schemas.microsoft.com/office/drawing/2014/main" id="{45016FC1-9879-4707-80FD-A433BD071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232"/>
                <a:ext cx="2935" cy="494"/>
              </a:xfrm>
              <a:custGeom>
                <a:avLst/>
                <a:gdLst>
                  <a:gd name="T0" fmla="*/ 0 w 2935"/>
                  <a:gd name="T1" fmla="*/ 371 h 494"/>
                  <a:gd name="T2" fmla="*/ 12 w 2935"/>
                  <a:gd name="T3" fmla="*/ 494 h 494"/>
                  <a:gd name="T4" fmla="*/ 2935 w 2935"/>
                  <a:gd name="T5" fmla="*/ 123 h 494"/>
                  <a:gd name="T6" fmla="*/ 2923 w 2935"/>
                  <a:gd name="T7" fmla="*/ 0 h 494"/>
                  <a:gd name="T8" fmla="*/ 0 w 2935"/>
                  <a:gd name="T9" fmla="*/ 371 h 4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35" h="494">
                    <a:moveTo>
                      <a:pt x="0" y="371"/>
                    </a:moveTo>
                    <a:lnTo>
                      <a:pt x="12" y="494"/>
                    </a:lnTo>
                    <a:lnTo>
                      <a:pt x="2935" y="123"/>
                    </a:lnTo>
                    <a:lnTo>
                      <a:pt x="2923" y="0"/>
                    </a:lnTo>
                    <a:lnTo>
                      <a:pt x="0" y="371"/>
                    </a:ln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9" name="Freeform 5201">
                <a:extLst>
                  <a:ext uri="{FF2B5EF4-FFF2-40B4-BE49-F238E27FC236}">
                    <a16:creationId xmlns:a16="http://schemas.microsoft.com/office/drawing/2014/main" id="{E07EE6F2-A534-4392-AE94-E0FBA7312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259"/>
                <a:ext cx="2933" cy="467"/>
              </a:xfrm>
              <a:custGeom>
                <a:avLst/>
                <a:gdLst>
                  <a:gd name="T0" fmla="*/ 0 w 2933"/>
                  <a:gd name="T1" fmla="*/ 370 h 467"/>
                  <a:gd name="T2" fmla="*/ 10 w 2933"/>
                  <a:gd name="T3" fmla="*/ 467 h 467"/>
                  <a:gd name="T4" fmla="*/ 2933 w 2933"/>
                  <a:gd name="T5" fmla="*/ 96 h 467"/>
                  <a:gd name="T6" fmla="*/ 2923 w 2933"/>
                  <a:gd name="T7" fmla="*/ 0 h 467"/>
                  <a:gd name="T8" fmla="*/ 0 w 2933"/>
                  <a:gd name="T9" fmla="*/ 370 h 4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33" h="467">
                    <a:moveTo>
                      <a:pt x="0" y="370"/>
                    </a:moveTo>
                    <a:lnTo>
                      <a:pt x="10" y="467"/>
                    </a:lnTo>
                    <a:lnTo>
                      <a:pt x="2933" y="96"/>
                    </a:lnTo>
                    <a:lnTo>
                      <a:pt x="2923" y="0"/>
                    </a:lnTo>
                    <a:lnTo>
                      <a:pt x="0" y="370"/>
                    </a:ln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90" name="Freeform 5202">
                <a:extLst>
                  <a:ext uri="{FF2B5EF4-FFF2-40B4-BE49-F238E27FC236}">
                    <a16:creationId xmlns:a16="http://schemas.microsoft.com/office/drawing/2014/main" id="{49A00565-B2E2-4638-BE54-D626777D5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192"/>
                <a:ext cx="2836" cy="360"/>
              </a:xfrm>
              <a:custGeom>
                <a:avLst/>
                <a:gdLst>
                  <a:gd name="T0" fmla="*/ 17739 w 1134"/>
                  <a:gd name="T1" fmla="*/ 0 h 135"/>
                  <a:gd name="T2" fmla="*/ 0 w 1134"/>
                  <a:gd name="T3" fmla="*/ 2560 h 135"/>
                  <a:gd name="T4" fmla="*/ 17739 w 1134"/>
                  <a:gd name="T5" fmla="*/ 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4" h="135">
                    <a:moveTo>
                      <a:pt x="1134" y="0"/>
                    </a:moveTo>
                    <a:cubicBezTo>
                      <a:pt x="0" y="135"/>
                      <a:pt x="0" y="135"/>
                      <a:pt x="0" y="135"/>
                    </a:cubicBezTo>
                    <a:cubicBezTo>
                      <a:pt x="33" y="122"/>
                      <a:pt x="874" y="15"/>
                      <a:pt x="1134" y="0"/>
                    </a:cubicBezTo>
                    <a:close/>
                  </a:path>
                </a:pathLst>
              </a:custGeom>
              <a:solidFill>
                <a:srgbClr val="F8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91" name="Freeform 5203">
                <a:extLst>
                  <a:ext uri="{FF2B5EF4-FFF2-40B4-BE49-F238E27FC236}">
                    <a16:creationId xmlns:a16="http://schemas.microsoft.com/office/drawing/2014/main" id="{A3C105B8-1305-4114-A4D2-89ED49281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267"/>
                <a:ext cx="1407" cy="178"/>
              </a:xfrm>
              <a:custGeom>
                <a:avLst/>
                <a:gdLst>
                  <a:gd name="T0" fmla="*/ 0 w 563"/>
                  <a:gd name="T1" fmla="*/ 1257 h 67"/>
                  <a:gd name="T2" fmla="*/ 8787 w 563"/>
                  <a:gd name="T3" fmla="*/ 0 h 67"/>
                  <a:gd name="T4" fmla="*/ 0 w 563"/>
                  <a:gd name="T5" fmla="*/ 1257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3" h="67">
                    <a:moveTo>
                      <a:pt x="0" y="67"/>
                    </a:moveTo>
                    <a:cubicBezTo>
                      <a:pt x="563" y="0"/>
                      <a:pt x="563" y="0"/>
                      <a:pt x="563" y="0"/>
                    </a:cubicBezTo>
                    <a:cubicBezTo>
                      <a:pt x="544" y="0"/>
                      <a:pt x="61" y="52"/>
                      <a:pt x="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92" name="Freeform 5204">
                <a:extLst>
                  <a:ext uri="{FF2B5EF4-FFF2-40B4-BE49-F238E27FC236}">
                    <a16:creationId xmlns:a16="http://schemas.microsoft.com/office/drawing/2014/main" id="{BA818A00-E4ED-464A-A2C6-195CC9354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965"/>
                <a:ext cx="308" cy="779"/>
              </a:xfrm>
              <a:custGeom>
                <a:avLst/>
                <a:gdLst>
                  <a:gd name="T0" fmla="*/ 1410 w 123"/>
                  <a:gd name="T1" fmla="*/ 0 h 292"/>
                  <a:gd name="T2" fmla="*/ 158 w 123"/>
                  <a:gd name="T3" fmla="*/ 2924 h 292"/>
                  <a:gd name="T4" fmla="*/ 1931 w 123"/>
                  <a:gd name="T5" fmla="*/ 5410 h 2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292">
                    <a:moveTo>
                      <a:pt x="90" y="0"/>
                    </a:moveTo>
                    <a:cubicBezTo>
                      <a:pt x="30" y="7"/>
                      <a:pt x="0" y="69"/>
                      <a:pt x="10" y="154"/>
                    </a:cubicBezTo>
                    <a:cubicBezTo>
                      <a:pt x="20" y="239"/>
                      <a:pt x="64" y="292"/>
                      <a:pt x="123" y="285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93" name="Freeform 5205">
                <a:extLst>
                  <a:ext uri="{FF2B5EF4-FFF2-40B4-BE49-F238E27FC236}">
                    <a16:creationId xmlns:a16="http://schemas.microsoft.com/office/drawing/2014/main" id="{C3A3FF9F-EAD0-42F8-A405-8BA014717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965"/>
                <a:ext cx="163" cy="761"/>
              </a:xfrm>
              <a:custGeom>
                <a:avLst/>
                <a:gdLst>
                  <a:gd name="T0" fmla="*/ 1026 w 65"/>
                  <a:gd name="T1" fmla="*/ 5426 h 285"/>
                  <a:gd name="T2" fmla="*/ 930 w 65"/>
                  <a:gd name="T3" fmla="*/ 4376 h 285"/>
                  <a:gd name="T4" fmla="*/ 113 w 65"/>
                  <a:gd name="T5" fmla="*/ 2801 h 285"/>
                  <a:gd name="T6" fmla="*/ 597 w 65"/>
                  <a:gd name="T7" fmla="*/ 1028 h 285"/>
                  <a:gd name="T8" fmla="*/ 504 w 65"/>
                  <a:gd name="T9" fmla="*/ 0 h 2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85">
                    <a:moveTo>
                      <a:pt x="65" y="285"/>
                    </a:moveTo>
                    <a:cubicBezTo>
                      <a:pt x="59" y="230"/>
                      <a:pt x="59" y="230"/>
                      <a:pt x="59" y="230"/>
                    </a:cubicBezTo>
                    <a:cubicBezTo>
                      <a:pt x="45" y="232"/>
                      <a:pt x="13" y="201"/>
                      <a:pt x="7" y="147"/>
                    </a:cubicBezTo>
                    <a:cubicBezTo>
                      <a:pt x="0" y="94"/>
                      <a:pt x="24" y="56"/>
                      <a:pt x="38" y="54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94" name="Freeform 5206">
                <a:extLst>
                  <a:ext uri="{FF2B5EF4-FFF2-40B4-BE49-F238E27FC236}">
                    <a16:creationId xmlns:a16="http://schemas.microsoft.com/office/drawing/2014/main" id="{70514633-4F41-4DAE-A08D-6B4778693E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89" y="1965"/>
                <a:ext cx="83" cy="761"/>
              </a:xfrm>
              <a:custGeom>
                <a:avLst/>
                <a:gdLst>
                  <a:gd name="T0" fmla="*/ 13 w 83"/>
                  <a:gd name="T1" fmla="*/ 123 h 761"/>
                  <a:gd name="T2" fmla="*/ 0 w 83"/>
                  <a:gd name="T3" fmla="*/ 0 h 761"/>
                  <a:gd name="T4" fmla="*/ 83 w 83"/>
                  <a:gd name="T5" fmla="*/ 761 h 761"/>
                  <a:gd name="T6" fmla="*/ 70 w 83"/>
                  <a:gd name="T7" fmla="*/ 638 h 7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761">
                    <a:moveTo>
                      <a:pt x="13" y="123"/>
                    </a:moveTo>
                    <a:lnTo>
                      <a:pt x="0" y="0"/>
                    </a:lnTo>
                    <a:moveTo>
                      <a:pt x="83" y="761"/>
                    </a:moveTo>
                    <a:lnTo>
                      <a:pt x="70" y="638"/>
                    </a:ln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95" name="Freeform 5207">
                <a:extLst>
                  <a:ext uri="{FF2B5EF4-FFF2-40B4-BE49-F238E27FC236}">
                    <a16:creationId xmlns:a16="http://schemas.microsoft.com/office/drawing/2014/main" id="{24CE1EA6-0418-4F66-9C01-F28237025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088"/>
                <a:ext cx="172" cy="520"/>
              </a:xfrm>
              <a:custGeom>
                <a:avLst/>
                <a:gdLst>
                  <a:gd name="T0" fmla="*/ 1069 w 69"/>
                  <a:gd name="T1" fmla="*/ 3661 h 195"/>
                  <a:gd name="T2" fmla="*/ 105 w 69"/>
                  <a:gd name="T3" fmla="*/ 1933 h 195"/>
                  <a:gd name="T4" fmla="*/ 715 w 69"/>
                  <a:gd name="T5" fmla="*/ 0 h 1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95">
                    <a:moveTo>
                      <a:pt x="69" y="193"/>
                    </a:moveTo>
                    <a:cubicBezTo>
                      <a:pt x="49" y="195"/>
                      <a:pt x="14" y="160"/>
                      <a:pt x="7" y="102"/>
                    </a:cubicBezTo>
                    <a:cubicBezTo>
                      <a:pt x="0" y="44"/>
                      <a:pt x="26" y="2"/>
                      <a:pt x="46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96" name="Freeform 5208">
                <a:extLst>
                  <a:ext uri="{FF2B5EF4-FFF2-40B4-BE49-F238E27FC236}">
                    <a16:creationId xmlns:a16="http://schemas.microsoft.com/office/drawing/2014/main" id="{450ACB29-D139-443B-B3C0-F9BF2866E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595"/>
                <a:ext cx="2941" cy="514"/>
              </a:xfrm>
              <a:custGeom>
                <a:avLst/>
                <a:gdLst>
                  <a:gd name="T0" fmla="*/ 18 w 2941"/>
                  <a:gd name="T1" fmla="*/ 514 h 514"/>
                  <a:gd name="T2" fmla="*/ 2941 w 2941"/>
                  <a:gd name="T3" fmla="*/ 144 h 514"/>
                  <a:gd name="T4" fmla="*/ 2923 w 2941"/>
                  <a:gd name="T5" fmla="*/ 0 h 514"/>
                  <a:gd name="T6" fmla="*/ 0 w 2941"/>
                  <a:gd name="T7" fmla="*/ 368 h 514"/>
                  <a:gd name="T8" fmla="*/ 18 w 2941"/>
                  <a:gd name="T9" fmla="*/ 514 h 5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41" h="514">
                    <a:moveTo>
                      <a:pt x="18" y="514"/>
                    </a:moveTo>
                    <a:lnTo>
                      <a:pt x="2941" y="144"/>
                    </a:lnTo>
                    <a:lnTo>
                      <a:pt x="2923" y="0"/>
                    </a:lnTo>
                    <a:lnTo>
                      <a:pt x="0" y="368"/>
                    </a:lnTo>
                    <a:lnTo>
                      <a:pt x="18" y="514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97" name="Freeform 5209">
                <a:extLst>
                  <a:ext uri="{FF2B5EF4-FFF2-40B4-BE49-F238E27FC236}">
                    <a16:creationId xmlns:a16="http://schemas.microsoft.com/office/drawing/2014/main" id="{38D7B155-FBEF-465E-B7BC-78A41AE5C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211"/>
                <a:ext cx="2938" cy="515"/>
              </a:xfrm>
              <a:custGeom>
                <a:avLst/>
                <a:gdLst>
                  <a:gd name="T0" fmla="*/ 2938 w 2938"/>
                  <a:gd name="T1" fmla="*/ 144 h 515"/>
                  <a:gd name="T2" fmla="*/ 2923 w 2938"/>
                  <a:gd name="T3" fmla="*/ 0 h 515"/>
                  <a:gd name="T4" fmla="*/ 0 w 2938"/>
                  <a:gd name="T5" fmla="*/ 368 h 515"/>
                  <a:gd name="T6" fmla="*/ 15 w 2938"/>
                  <a:gd name="T7" fmla="*/ 515 h 5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38" h="515">
                    <a:moveTo>
                      <a:pt x="2938" y="144"/>
                    </a:moveTo>
                    <a:lnTo>
                      <a:pt x="2923" y="0"/>
                    </a:lnTo>
                    <a:lnTo>
                      <a:pt x="0" y="368"/>
                    </a:lnTo>
                    <a:lnTo>
                      <a:pt x="15" y="515"/>
                    </a:ln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98" name="Freeform 5210">
                <a:extLst>
                  <a:ext uri="{FF2B5EF4-FFF2-40B4-BE49-F238E27FC236}">
                    <a16:creationId xmlns:a16="http://schemas.microsoft.com/office/drawing/2014/main" id="{75C94CC3-FC8F-43B2-A278-EEF0E9402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931"/>
                <a:ext cx="348" cy="851"/>
              </a:xfrm>
              <a:custGeom>
                <a:avLst/>
                <a:gdLst>
                  <a:gd name="T0" fmla="*/ 1630 w 139"/>
                  <a:gd name="T1" fmla="*/ 248 h 319"/>
                  <a:gd name="T2" fmla="*/ 1597 w 139"/>
                  <a:gd name="T3" fmla="*/ 0 h 319"/>
                  <a:gd name="T4" fmla="*/ 175 w 139"/>
                  <a:gd name="T5" fmla="*/ 3188 h 319"/>
                  <a:gd name="T6" fmla="*/ 2181 w 139"/>
                  <a:gd name="T7" fmla="*/ 5906 h 319"/>
                  <a:gd name="T8" fmla="*/ 2151 w 139"/>
                  <a:gd name="T9" fmla="*/ 5658 h 3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319">
                    <a:moveTo>
                      <a:pt x="104" y="13"/>
                    </a:moveTo>
                    <a:cubicBezTo>
                      <a:pt x="102" y="0"/>
                      <a:pt x="102" y="0"/>
                      <a:pt x="102" y="0"/>
                    </a:cubicBezTo>
                    <a:cubicBezTo>
                      <a:pt x="35" y="8"/>
                      <a:pt x="0" y="76"/>
                      <a:pt x="11" y="168"/>
                    </a:cubicBezTo>
                    <a:cubicBezTo>
                      <a:pt x="22" y="260"/>
                      <a:pt x="72" y="319"/>
                      <a:pt x="139" y="311"/>
                    </a:cubicBezTo>
                    <a:cubicBezTo>
                      <a:pt x="137" y="298"/>
                      <a:pt x="137" y="298"/>
                      <a:pt x="137" y="298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99" name="Freeform 5211">
                <a:extLst>
                  <a:ext uri="{FF2B5EF4-FFF2-40B4-BE49-F238E27FC236}">
                    <a16:creationId xmlns:a16="http://schemas.microsoft.com/office/drawing/2014/main" id="{79C40722-0DF0-49C9-859B-8827C201F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355"/>
                <a:ext cx="2928" cy="405"/>
              </a:xfrm>
              <a:custGeom>
                <a:avLst/>
                <a:gdLst>
                  <a:gd name="T0" fmla="*/ 0 w 2928"/>
                  <a:gd name="T1" fmla="*/ 371 h 405"/>
                  <a:gd name="T2" fmla="*/ 5 w 2928"/>
                  <a:gd name="T3" fmla="*/ 405 h 405"/>
                  <a:gd name="T4" fmla="*/ 2928 w 2928"/>
                  <a:gd name="T5" fmla="*/ 34 h 405"/>
                  <a:gd name="T6" fmla="*/ 2923 w 2928"/>
                  <a:gd name="T7" fmla="*/ 0 h 4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8" h="405">
                    <a:moveTo>
                      <a:pt x="0" y="371"/>
                    </a:moveTo>
                    <a:lnTo>
                      <a:pt x="5" y="405"/>
                    </a:lnTo>
                    <a:lnTo>
                      <a:pt x="2928" y="34"/>
                    </a:lnTo>
                    <a:lnTo>
                      <a:pt x="2923" y="0"/>
                    </a:ln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0" name="Freeform 5212">
                <a:extLst>
                  <a:ext uri="{FF2B5EF4-FFF2-40B4-BE49-F238E27FC236}">
                    <a16:creationId xmlns:a16="http://schemas.microsoft.com/office/drawing/2014/main" id="{844988F0-3637-47C5-9CEB-89B26F8B20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87" y="1560"/>
                <a:ext cx="2935" cy="499"/>
              </a:xfrm>
              <a:custGeom>
                <a:avLst/>
                <a:gdLst>
                  <a:gd name="T0" fmla="*/ 2935 w 2935"/>
                  <a:gd name="T1" fmla="*/ 131 h 499"/>
                  <a:gd name="T2" fmla="*/ 2925 w 2935"/>
                  <a:gd name="T3" fmla="*/ 35 h 499"/>
                  <a:gd name="T4" fmla="*/ 2 w 2935"/>
                  <a:gd name="T5" fmla="*/ 403 h 499"/>
                  <a:gd name="T6" fmla="*/ 12 w 2935"/>
                  <a:gd name="T7" fmla="*/ 499 h 499"/>
                  <a:gd name="T8" fmla="*/ 2925 w 2935"/>
                  <a:gd name="T9" fmla="*/ 35 h 499"/>
                  <a:gd name="T10" fmla="*/ 2923 w 2935"/>
                  <a:gd name="T11" fmla="*/ 0 h 499"/>
                  <a:gd name="T12" fmla="*/ 0 w 2935"/>
                  <a:gd name="T13" fmla="*/ 371 h 499"/>
                  <a:gd name="T14" fmla="*/ 2 w 2935"/>
                  <a:gd name="T15" fmla="*/ 403 h 4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35" h="499">
                    <a:moveTo>
                      <a:pt x="2935" y="131"/>
                    </a:moveTo>
                    <a:lnTo>
                      <a:pt x="2925" y="35"/>
                    </a:lnTo>
                    <a:lnTo>
                      <a:pt x="2" y="403"/>
                    </a:lnTo>
                    <a:lnTo>
                      <a:pt x="12" y="499"/>
                    </a:lnTo>
                    <a:moveTo>
                      <a:pt x="2925" y="35"/>
                    </a:moveTo>
                    <a:lnTo>
                      <a:pt x="2923" y="0"/>
                    </a:lnTo>
                    <a:lnTo>
                      <a:pt x="0" y="371"/>
                    </a:lnTo>
                    <a:lnTo>
                      <a:pt x="2" y="403"/>
                    </a:ln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1" name="Line 5213">
                <a:extLst>
                  <a:ext uri="{FF2B5EF4-FFF2-40B4-BE49-F238E27FC236}">
                    <a16:creationId xmlns:a16="http://schemas.microsoft.com/office/drawing/2014/main" id="{2E633B4A-429A-4151-B970-92EAEAE9F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99" y="1691"/>
                <a:ext cx="2923" cy="368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2" name="Line 5214">
                <a:extLst>
                  <a:ext uri="{FF2B5EF4-FFF2-40B4-BE49-F238E27FC236}">
                    <a16:creationId xmlns:a16="http://schemas.microsoft.com/office/drawing/2014/main" id="{9F7AEB5B-76A5-44F0-BADC-E73BC7594B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04" y="1717"/>
                <a:ext cx="2923" cy="371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3" name="Line 5215">
                <a:extLst>
                  <a:ext uri="{FF2B5EF4-FFF2-40B4-BE49-F238E27FC236}">
                    <a16:creationId xmlns:a16="http://schemas.microsoft.com/office/drawing/2014/main" id="{85DC2EE3-F78C-4129-946B-C1309EEB44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89" y="1595"/>
                <a:ext cx="2923" cy="368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4" name="Freeform 5216">
                <a:extLst>
                  <a:ext uri="{FF2B5EF4-FFF2-40B4-BE49-F238E27FC236}">
                    <a16:creationId xmlns:a16="http://schemas.microsoft.com/office/drawing/2014/main" id="{F46813D3-BD95-49D0-B168-ACC556E61F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62" y="2232"/>
                <a:ext cx="2935" cy="494"/>
              </a:xfrm>
              <a:custGeom>
                <a:avLst/>
                <a:gdLst>
                  <a:gd name="T0" fmla="*/ 2935 w 2935"/>
                  <a:gd name="T1" fmla="*/ 123 h 494"/>
                  <a:gd name="T2" fmla="*/ 2923 w 2935"/>
                  <a:gd name="T3" fmla="*/ 0 h 494"/>
                  <a:gd name="T4" fmla="*/ 0 w 2935"/>
                  <a:gd name="T5" fmla="*/ 371 h 494"/>
                  <a:gd name="T6" fmla="*/ 12 w 2935"/>
                  <a:gd name="T7" fmla="*/ 494 h 4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35" h="494">
                    <a:moveTo>
                      <a:pt x="2935" y="123"/>
                    </a:moveTo>
                    <a:lnTo>
                      <a:pt x="2923" y="0"/>
                    </a:lnTo>
                    <a:moveTo>
                      <a:pt x="0" y="371"/>
                    </a:moveTo>
                    <a:lnTo>
                      <a:pt x="12" y="494"/>
                    </a:ln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5" name="Freeform 5217">
                <a:extLst>
                  <a:ext uri="{FF2B5EF4-FFF2-40B4-BE49-F238E27FC236}">
                    <a16:creationId xmlns:a16="http://schemas.microsoft.com/office/drawing/2014/main" id="{352A3FB8-3FA2-46B6-BBBD-BE4395E5E4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64" y="2259"/>
                <a:ext cx="2933" cy="467"/>
              </a:xfrm>
              <a:custGeom>
                <a:avLst/>
                <a:gdLst>
                  <a:gd name="T0" fmla="*/ 2933 w 2933"/>
                  <a:gd name="T1" fmla="*/ 96 h 467"/>
                  <a:gd name="T2" fmla="*/ 2923 w 2933"/>
                  <a:gd name="T3" fmla="*/ 0 h 467"/>
                  <a:gd name="T4" fmla="*/ 0 w 2933"/>
                  <a:gd name="T5" fmla="*/ 370 h 467"/>
                  <a:gd name="T6" fmla="*/ 10 w 2933"/>
                  <a:gd name="T7" fmla="*/ 467 h 4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33" h="467">
                    <a:moveTo>
                      <a:pt x="2933" y="96"/>
                    </a:moveTo>
                    <a:lnTo>
                      <a:pt x="2923" y="0"/>
                    </a:lnTo>
                    <a:moveTo>
                      <a:pt x="0" y="370"/>
                    </a:moveTo>
                    <a:lnTo>
                      <a:pt x="10" y="467"/>
                    </a:ln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6" name="Freeform 5218">
                <a:extLst>
                  <a:ext uri="{FF2B5EF4-FFF2-40B4-BE49-F238E27FC236}">
                    <a16:creationId xmlns:a16="http://schemas.microsoft.com/office/drawing/2014/main" id="{CE9DD4F8-F6F5-4DC3-924C-4235EDE46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061"/>
                <a:ext cx="200" cy="576"/>
              </a:xfrm>
              <a:custGeom>
                <a:avLst/>
                <a:gdLst>
                  <a:gd name="T0" fmla="*/ 1250 w 80"/>
                  <a:gd name="T1" fmla="*/ 4040 h 216"/>
                  <a:gd name="T2" fmla="*/ 113 w 80"/>
                  <a:gd name="T3" fmla="*/ 2163 h 216"/>
                  <a:gd name="T4" fmla="*/ 863 w 80"/>
                  <a:gd name="T5" fmla="*/ 0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216">
                    <a:moveTo>
                      <a:pt x="80" y="213"/>
                    </a:moveTo>
                    <a:cubicBezTo>
                      <a:pt x="52" y="216"/>
                      <a:pt x="14" y="175"/>
                      <a:pt x="7" y="114"/>
                    </a:cubicBezTo>
                    <a:cubicBezTo>
                      <a:pt x="0" y="52"/>
                      <a:pt x="26" y="3"/>
                      <a:pt x="55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7" name="Line 5219">
                <a:extLst>
                  <a:ext uri="{FF2B5EF4-FFF2-40B4-BE49-F238E27FC236}">
                    <a16:creationId xmlns:a16="http://schemas.microsoft.com/office/drawing/2014/main" id="{23ED56F5-16C2-4048-801C-0CD3B210A9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62" y="2232"/>
                <a:ext cx="2923" cy="37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8" name="Line 5220">
                <a:extLst>
                  <a:ext uri="{FF2B5EF4-FFF2-40B4-BE49-F238E27FC236}">
                    <a16:creationId xmlns:a16="http://schemas.microsoft.com/office/drawing/2014/main" id="{31E35CE9-686B-414E-AEAC-C803747EF5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64" y="2259"/>
                <a:ext cx="2923" cy="370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9" name="Line 5221">
                <a:extLst>
                  <a:ext uri="{FF2B5EF4-FFF2-40B4-BE49-F238E27FC236}">
                    <a16:creationId xmlns:a16="http://schemas.microsoft.com/office/drawing/2014/main" id="{B83F65AC-A32D-4D2D-A23B-47B597CA82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74" y="2355"/>
                <a:ext cx="2923" cy="37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0" name="Freeform 5222">
                <a:extLst>
                  <a:ext uri="{FF2B5EF4-FFF2-40B4-BE49-F238E27FC236}">
                    <a16:creationId xmlns:a16="http://schemas.microsoft.com/office/drawing/2014/main" id="{892BD89A-D7D3-47EA-83E4-8104537D0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741"/>
                <a:ext cx="115" cy="470"/>
              </a:xfrm>
              <a:custGeom>
                <a:avLst/>
                <a:gdLst>
                  <a:gd name="T0" fmla="*/ 720 w 46"/>
                  <a:gd name="T1" fmla="*/ 3351 h 176"/>
                  <a:gd name="T2" fmla="*/ 83 w 46"/>
                  <a:gd name="T3" fmla="*/ 1733 h 176"/>
                  <a:gd name="T4" fmla="*/ 395 w 46"/>
                  <a:gd name="T5" fmla="*/ 0 h 1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76">
                    <a:moveTo>
                      <a:pt x="46" y="176"/>
                    </a:moveTo>
                    <a:cubicBezTo>
                      <a:pt x="25" y="158"/>
                      <a:pt x="9" y="127"/>
                      <a:pt x="5" y="91"/>
                    </a:cubicBezTo>
                    <a:cubicBezTo>
                      <a:pt x="0" y="55"/>
                      <a:pt x="9" y="22"/>
                      <a:pt x="25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1" name="Freeform 5223">
                <a:extLst>
                  <a:ext uri="{FF2B5EF4-FFF2-40B4-BE49-F238E27FC236}">
                    <a16:creationId xmlns:a16="http://schemas.microsoft.com/office/drawing/2014/main" id="{15F7ADBD-7C36-4B44-962B-FCD525F91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933"/>
                <a:ext cx="25" cy="11"/>
              </a:xfrm>
              <a:custGeom>
                <a:avLst/>
                <a:gdLst>
                  <a:gd name="T0" fmla="*/ 145 w 10"/>
                  <a:gd name="T1" fmla="*/ 22 h 4"/>
                  <a:gd name="T2" fmla="*/ 83 w 10"/>
                  <a:gd name="T3" fmla="*/ 0 h 4"/>
                  <a:gd name="T4" fmla="*/ 0 w 10"/>
                  <a:gd name="T5" fmla="*/ 61 h 4"/>
                  <a:gd name="T6" fmla="*/ 83 w 10"/>
                  <a:gd name="T7" fmla="*/ 83 h 4"/>
                  <a:gd name="T8" fmla="*/ 145 w 10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9" y="1"/>
                    </a:moveTo>
                    <a:cubicBezTo>
                      <a:pt x="9" y="0"/>
                      <a:pt x="7" y="0"/>
                      <a:pt x="5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2" y="4"/>
                      <a:pt x="5" y="4"/>
                    </a:cubicBezTo>
                    <a:cubicBezTo>
                      <a:pt x="8" y="4"/>
                      <a:pt x="10" y="2"/>
                      <a:pt x="9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2" name="Freeform 5224">
                <a:extLst>
                  <a:ext uri="{FF2B5EF4-FFF2-40B4-BE49-F238E27FC236}">
                    <a16:creationId xmlns:a16="http://schemas.microsoft.com/office/drawing/2014/main" id="{A4D1E0A9-3B93-473F-851E-E20B15427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1909"/>
                <a:ext cx="25" cy="11"/>
              </a:xfrm>
              <a:custGeom>
                <a:avLst/>
                <a:gdLst>
                  <a:gd name="T0" fmla="*/ 158 w 10"/>
                  <a:gd name="T1" fmla="*/ 47 h 4"/>
                  <a:gd name="T2" fmla="*/ 83 w 10"/>
                  <a:gd name="T3" fmla="*/ 0 h 4"/>
                  <a:gd name="T4" fmla="*/ 0 w 10"/>
                  <a:gd name="T5" fmla="*/ 61 h 4"/>
                  <a:gd name="T6" fmla="*/ 83 w 10"/>
                  <a:gd name="T7" fmla="*/ 83 h 4"/>
                  <a:gd name="T8" fmla="*/ 158 w 10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10" y="2"/>
                    </a:moveTo>
                    <a:cubicBezTo>
                      <a:pt x="9" y="1"/>
                      <a:pt x="7" y="0"/>
                      <a:pt x="5" y="0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3" y="4"/>
                      <a:pt x="5" y="4"/>
                    </a:cubicBezTo>
                    <a:cubicBezTo>
                      <a:pt x="8" y="4"/>
                      <a:pt x="10" y="3"/>
                      <a:pt x="10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3" name="Freeform 5225">
                <a:extLst>
                  <a:ext uri="{FF2B5EF4-FFF2-40B4-BE49-F238E27FC236}">
                    <a16:creationId xmlns:a16="http://schemas.microsoft.com/office/drawing/2014/main" id="{DD71CFE6-5E26-4EDE-B415-4AA90CE44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883"/>
                <a:ext cx="23" cy="13"/>
              </a:xfrm>
              <a:custGeom>
                <a:avLst/>
                <a:gdLst>
                  <a:gd name="T0" fmla="*/ 151 w 9"/>
                  <a:gd name="T1" fmla="*/ 34 h 5"/>
                  <a:gd name="T2" fmla="*/ 66 w 9"/>
                  <a:gd name="T3" fmla="*/ 21 h 5"/>
                  <a:gd name="T4" fmla="*/ 0 w 9"/>
                  <a:gd name="T5" fmla="*/ 55 h 5"/>
                  <a:gd name="T6" fmla="*/ 84 w 9"/>
                  <a:gd name="T7" fmla="*/ 68 h 5"/>
                  <a:gd name="T8" fmla="*/ 151 w 9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2"/>
                    </a:moveTo>
                    <a:cubicBezTo>
                      <a:pt x="9" y="1"/>
                      <a:pt x="7" y="0"/>
                      <a:pt x="4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2" y="5"/>
                      <a:pt x="5" y="4"/>
                    </a:cubicBezTo>
                    <a:cubicBezTo>
                      <a:pt x="7" y="4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4" name="Freeform 5226">
                <a:extLst>
                  <a:ext uri="{FF2B5EF4-FFF2-40B4-BE49-F238E27FC236}">
                    <a16:creationId xmlns:a16="http://schemas.microsoft.com/office/drawing/2014/main" id="{02DD2A4D-E05A-4B52-A83B-F3FB8FE4B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861"/>
                <a:ext cx="25" cy="14"/>
              </a:xfrm>
              <a:custGeom>
                <a:avLst/>
                <a:gdLst>
                  <a:gd name="T0" fmla="*/ 158 w 10"/>
                  <a:gd name="T1" fmla="*/ 48 h 5"/>
                  <a:gd name="T2" fmla="*/ 83 w 10"/>
                  <a:gd name="T3" fmla="*/ 22 h 5"/>
                  <a:gd name="T4" fmla="*/ 20 w 10"/>
                  <a:gd name="T5" fmla="*/ 62 h 5"/>
                  <a:gd name="T6" fmla="*/ 83 w 10"/>
                  <a:gd name="T7" fmla="*/ 109 h 5"/>
                  <a:gd name="T8" fmla="*/ 158 w 10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10" y="1"/>
                      <a:pt x="8" y="0"/>
                      <a:pt x="5" y="1"/>
                    </a:cubicBezTo>
                    <a:cubicBezTo>
                      <a:pt x="2" y="1"/>
                      <a:pt x="0" y="2"/>
                      <a:pt x="1" y="3"/>
                    </a:cubicBezTo>
                    <a:cubicBezTo>
                      <a:pt x="1" y="4"/>
                      <a:pt x="3" y="5"/>
                      <a:pt x="5" y="5"/>
                    </a:cubicBezTo>
                    <a:cubicBezTo>
                      <a:pt x="8" y="4"/>
                      <a:pt x="10" y="3"/>
                      <a:pt x="10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5" name="Freeform 5227">
                <a:extLst>
                  <a:ext uri="{FF2B5EF4-FFF2-40B4-BE49-F238E27FC236}">
                    <a16:creationId xmlns:a16="http://schemas.microsoft.com/office/drawing/2014/main" id="{7E0ED2F9-7A5A-4519-BC72-78033A7C7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832"/>
                <a:ext cx="25" cy="11"/>
              </a:xfrm>
              <a:custGeom>
                <a:avLst/>
                <a:gdLst>
                  <a:gd name="T0" fmla="*/ 158 w 10"/>
                  <a:gd name="T1" fmla="*/ 47 h 4"/>
                  <a:gd name="T2" fmla="*/ 83 w 10"/>
                  <a:gd name="T3" fmla="*/ 0 h 4"/>
                  <a:gd name="T4" fmla="*/ 0 w 10"/>
                  <a:gd name="T5" fmla="*/ 61 h 4"/>
                  <a:gd name="T6" fmla="*/ 83 w 10"/>
                  <a:gd name="T7" fmla="*/ 83 h 4"/>
                  <a:gd name="T8" fmla="*/ 158 w 10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10" y="2"/>
                    </a:moveTo>
                    <a:cubicBezTo>
                      <a:pt x="9" y="0"/>
                      <a:pt x="7" y="0"/>
                      <a:pt x="5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4"/>
                      <a:pt x="2" y="4"/>
                      <a:pt x="5" y="4"/>
                    </a:cubicBezTo>
                    <a:cubicBezTo>
                      <a:pt x="8" y="4"/>
                      <a:pt x="10" y="3"/>
                      <a:pt x="10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6" name="Freeform 5228">
                <a:extLst>
                  <a:ext uri="{FF2B5EF4-FFF2-40B4-BE49-F238E27FC236}">
                    <a16:creationId xmlns:a16="http://schemas.microsoft.com/office/drawing/2014/main" id="{5F1BB857-DF21-4543-8BA5-80E2DE868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805"/>
                <a:ext cx="23" cy="14"/>
              </a:xfrm>
              <a:custGeom>
                <a:avLst/>
                <a:gdLst>
                  <a:gd name="T0" fmla="*/ 151 w 9"/>
                  <a:gd name="T1" fmla="*/ 48 h 5"/>
                  <a:gd name="T2" fmla="*/ 66 w 9"/>
                  <a:gd name="T3" fmla="*/ 0 h 5"/>
                  <a:gd name="T4" fmla="*/ 0 w 9"/>
                  <a:gd name="T5" fmla="*/ 62 h 5"/>
                  <a:gd name="T6" fmla="*/ 84 w 9"/>
                  <a:gd name="T7" fmla="*/ 87 h 5"/>
                  <a:gd name="T8" fmla="*/ 151 w 9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2"/>
                    </a:moveTo>
                    <a:cubicBezTo>
                      <a:pt x="9" y="1"/>
                      <a:pt x="7" y="0"/>
                      <a:pt x="4" y="0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2" y="5"/>
                      <a:pt x="5" y="4"/>
                    </a:cubicBezTo>
                    <a:cubicBezTo>
                      <a:pt x="7" y="4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7" name="Freeform 5229">
                <a:extLst>
                  <a:ext uri="{FF2B5EF4-FFF2-40B4-BE49-F238E27FC236}">
                    <a16:creationId xmlns:a16="http://schemas.microsoft.com/office/drawing/2014/main" id="{8DBC84A5-5A27-45E9-AF12-579292391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779"/>
                <a:ext cx="22" cy="10"/>
              </a:xfrm>
              <a:custGeom>
                <a:avLst/>
                <a:gdLst>
                  <a:gd name="T0" fmla="*/ 132 w 9"/>
                  <a:gd name="T1" fmla="*/ 20 h 4"/>
                  <a:gd name="T2" fmla="*/ 59 w 9"/>
                  <a:gd name="T3" fmla="*/ 0 h 4"/>
                  <a:gd name="T4" fmla="*/ 0 w 9"/>
                  <a:gd name="T5" fmla="*/ 50 h 4"/>
                  <a:gd name="T6" fmla="*/ 71 w 9"/>
                  <a:gd name="T7" fmla="*/ 63 h 4"/>
                  <a:gd name="T8" fmla="*/ 132 w 9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9" y="1"/>
                    </a:moveTo>
                    <a:cubicBezTo>
                      <a:pt x="9" y="0"/>
                      <a:pt x="7" y="0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4"/>
                      <a:pt x="2" y="4"/>
                      <a:pt x="5" y="4"/>
                    </a:cubicBezTo>
                    <a:cubicBezTo>
                      <a:pt x="7" y="4"/>
                      <a:pt x="9" y="3"/>
                      <a:pt x="9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8" name="Freeform 5230">
                <a:extLst>
                  <a:ext uri="{FF2B5EF4-FFF2-40B4-BE49-F238E27FC236}">
                    <a16:creationId xmlns:a16="http://schemas.microsoft.com/office/drawing/2014/main" id="{7D20A4C6-B039-4731-AF03-4007AD79E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749"/>
                <a:ext cx="25" cy="14"/>
              </a:xfrm>
              <a:custGeom>
                <a:avLst/>
                <a:gdLst>
                  <a:gd name="T0" fmla="*/ 158 w 10"/>
                  <a:gd name="T1" fmla="*/ 48 h 5"/>
                  <a:gd name="T2" fmla="*/ 83 w 10"/>
                  <a:gd name="T3" fmla="*/ 22 h 5"/>
                  <a:gd name="T4" fmla="*/ 0 w 10"/>
                  <a:gd name="T5" fmla="*/ 62 h 5"/>
                  <a:gd name="T6" fmla="*/ 83 w 10"/>
                  <a:gd name="T7" fmla="*/ 109 h 5"/>
                  <a:gd name="T8" fmla="*/ 158 w 10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10" y="1"/>
                      <a:pt x="7" y="0"/>
                      <a:pt x="5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3" y="5"/>
                      <a:pt x="5" y="5"/>
                    </a:cubicBezTo>
                    <a:cubicBezTo>
                      <a:pt x="8" y="4"/>
                      <a:pt x="10" y="3"/>
                      <a:pt x="10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9" name="Freeform 5231">
                <a:extLst>
                  <a:ext uri="{FF2B5EF4-FFF2-40B4-BE49-F238E27FC236}">
                    <a16:creationId xmlns:a16="http://schemas.microsoft.com/office/drawing/2014/main" id="{F4383365-1A1E-401E-B694-9E0327F3B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728"/>
                <a:ext cx="23" cy="11"/>
              </a:xfrm>
              <a:custGeom>
                <a:avLst/>
                <a:gdLst>
                  <a:gd name="T0" fmla="*/ 151 w 9"/>
                  <a:gd name="T1" fmla="*/ 22 h 4"/>
                  <a:gd name="T2" fmla="*/ 66 w 9"/>
                  <a:gd name="T3" fmla="*/ 0 h 4"/>
                  <a:gd name="T4" fmla="*/ 0 w 9"/>
                  <a:gd name="T5" fmla="*/ 61 h 4"/>
                  <a:gd name="T6" fmla="*/ 84 w 9"/>
                  <a:gd name="T7" fmla="*/ 83 h 4"/>
                  <a:gd name="T8" fmla="*/ 151 w 9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9" y="1"/>
                    </a:moveTo>
                    <a:cubicBezTo>
                      <a:pt x="9" y="0"/>
                      <a:pt x="7" y="0"/>
                      <a:pt x="4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2" y="4"/>
                      <a:pt x="5" y="4"/>
                    </a:cubicBezTo>
                    <a:cubicBezTo>
                      <a:pt x="7" y="4"/>
                      <a:pt x="9" y="2"/>
                      <a:pt x="9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0" name="Freeform 5232">
                <a:extLst>
                  <a:ext uri="{FF2B5EF4-FFF2-40B4-BE49-F238E27FC236}">
                    <a16:creationId xmlns:a16="http://schemas.microsoft.com/office/drawing/2014/main" id="{A48CCF89-2184-451C-BDB0-F68E57D53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693"/>
                <a:ext cx="25" cy="11"/>
              </a:xfrm>
              <a:custGeom>
                <a:avLst/>
                <a:gdLst>
                  <a:gd name="T0" fmla="*/ 158 w 10"/>
                  <a:gd name="T1" fmla="*/ 22 h 4"/>
                  <a:gd name="T2" fmla="*/ 83 w 10"/>
                  <a:gd name="T3" fmla="*/ 0 h 4"/>
                  <a:gd name="T4" fmla="*/ 0 w 10"/>
                  <a:gd name="T5" fmla="*/ 47 h 4"/>
                  <a:gd name="T6" fmla="*/ 83 w 10"/>
                  <a:gd name="T7" fmla="*/ 83 h 4"/>
                  <a:gd name="T8" fmla="*/ 158 w 10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10" y="1"/>
                    </a:moveTo>
                    <a:cubicBezTo>
                      <a:pt x="10" y="0"/>
                      <a:pt x="7" y="0"/>
                      <a:pt x="5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1" y="3"/>
                      <a:pt x="3" y="4"/>
                      <a:pt x="5" y="4"/>
                    </a:cubicBezTo>
                    <a:cubicBezTo>
                      <a:pt x="8" y="3"/>
                      <a:pt x="10" y="2"/>
                      <a:pt x="10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1" name="Freeform 5233">
                <a:extLst>
                  <a:ext uri="{FF2B5EF4-FFF2-40B4-BE49-F238E27FC236}">
                    <a16:creationId xmlns:a16="http://schemas.microsoft.com/office/drawing/2014/main" id="{79838D6C-EE20-4619-9D71-862564C32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667"/>
                <a:ext cx="22" cy="13"/>
              </a:xfrm>
              <a:custGeom>
                <a:avLst/>
                <a:gdLst>
                  <a:gd name="T0" fmla="*/ 132 w 9"/>
                  <a:gd name="T1" fmla="*/ 34 h 5"/>
                  <a:gd name="T2" fmla="*/ 59 w 9"/>
                  <a:gd name="T3" fmla="*/ 21 h 5"/>
                  <a:gd name="T4" fmla="*/ 0 w 9"/>
                  <a:gd name="T5" fmla="*/ 55 h 5"/>
                  <a:gd name="T6" fmla="*/ 71 w 9"/>
                  <a:gd name="T7" fmla="*/ 68 h 5"/>
                  <a:gd name="T8" fmla="*/ 132 w 9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2"/>
                    </a:moveTo>
                    <a:cubicBezTo>
                      <a:pt x="9" y="1"/>
                      <a:pt x="7" y="0"/>
                      <a:pt x="4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2" y="5"/>
                      <a:pt x="5" y="4"/>
                    </a:cubicBezTo>
                    <a:cubicBezTo>
                      <a:pt x="7" y="4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2" name="Freeform 5234">
                <a:extLst>
                  <a:ext uri="{FF2B5EF4-FFF2-40B4-BE49-F238E27FC236}">
                    <a16:creationId xmlns:a16="http://schemas.microsoft.com/office/drawing/2014/main" id="{D8B03016-A73A-40A4-9493-41AE9D92F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1637"/>
                <a:ext cx="22" cy="11"/>
              </a:xfrm>
              <a:custGeom>
                <a:avLst/>
                <a:gdLst>
                  <a:gd name="T0" fmla="*/ 132 w 9"/>
                  <a:gd name="T1" fmla="*/ 47 h 4"/>
                  <a:gd name="T2" fmla="*/ 59 w 9"/>
                  <a:gd name="T3" fmla="*/ 0 h 4"/>
                  <a:gd name="T4" fmla="*/ 0 w 9"/>
                  <a:gd name="T5" fmla="*/ 61 h 4"/>
                  <a:gd name="T6" fmla="*/ 71 w 9"/>
                  <a:gd name="T7" fmla="*/ 83 h 4"/>
                  <a:gd name="T8" fmla="*/ 132 w 9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9" y="2"/>
                    </a:moveTo>
                    <a:cubicBezTo>
                      <a:pt x="9" y="1"/>
                      <a:pt x="7" y="0"/>
                      <a:pt x="4" y="0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2" y="4"/>
                      <a:pt x="5" y="4"/>
                    </a:cubicBezTo>
                    <a:cubicBezTo>
                      <a:pt x="7" y="4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3" name="Freeform 5235">
                <a:extLst>
                  <a:ext uri="{FF2B5EF4-FFF2-40B4-BE49-F238E27FC236}">
                    <a16:creationId xmlns:a16="http://schemas.microsoft.com/office/drawing/2014/main" id="{0D959BC6-A871-4392-B791-743AFC71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605"/>
                <a:ext cx="25" cy="14"/>
              </a:xfrm>
              <a:custGeom>
                <a:avLst/>
                <a:gdLst>
                  <a:gd name="T0" fmla="*/ 158 w 10"/>
                  <a:gd name="T1" fmla="*/ 48 h 5"/>
                  <a:gd name="T2" fmla="*/ 83 w 10"/>
                  <a:gd name="T3" fmla="*/ 0 h 5"/>
                  <a:gd name="T4" fmla="*/ 0 w 10"/>
                  <a:gd name="T5" fmla="*/ 62 h 5"/>
                  <a:gd name="T6" fmla="*/ 83 w 10"/>
                  <a:gd name="T7" fmla="*/ 87 h 5"/>
                  <a:gd name="T8" fmla="*/ 158 w 10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9" y="1"/>
                      <a:pt x="7" y="0"/>
                      <a:pt x="5" y="0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2" y="5"/>
                      <a:pt x="5" y="4"/>
                    </a:cubicBezTo>
                    <a:cubicBezTo>
                      <a:pt x="8" y="4"/>
                      <a:pt x="10" y="3"/>
                      <a:pt x="10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4" name="Freeform 5236">
                <a:extLst>
                  <a:ext uri="{FF2B5EF4-FFF2-40B4-BE49-F238E27FC236}">
                    <a16:creationId xmlns:a16="http://schemas.microsoft.com/office/drawing/2014/main" id="{C0B3D6A8-FA63-4DCC-BA9D-D9E5181E1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726"/>
                <a:ext cx="22" cy="10"/>
              </a:xfrm>
              <a:custGeom>
                <a:avLst/>
                <a:gdLst>
                  <a:gd name="T0" fmla="*/ 132 w 9"/>
                  <a:gd name="T1" fmla="*/ 33 h 4"/>
                  <a:gd name="T2" fmla="*/ 59 w 9"/>
                  <a:gd name="T3" fmla="*/ 0 h 4"/>
                  <a:gd name="T4" fmla="*/ 0 w 9"/>
                  <a:gd name="T5" fmla="*/ 50 h 4"/>
                  <a:gd name="T6" fmla="*/ 71 w 9"/>
                  <a:gd name="T7" fmla="*/ 63 h 4"/>
                  <a:gd name="T8" fmla="*/ 132 w 9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9" y="2"/>
                    </a:moveTo>
                    <a:cubicBezTo>
                      <a:pt x="9" y="1"/>
                      <a:pt x="7" y="0"/>
                      <a:pt x="4" y="0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2" y="4"/>
                      <a:pt x="5" y="4"/>
                    </a:cubicBezTo>
                    <a:cubicBezTo>
                      <a:pt x="7" y="4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5" name="Freeform 5237">
                <a:extLst>
                  <a:ext uri="{FF2B5EF4-FFF2-40B4-BE49-F238E27FC236}">
                    <a16:creationId xmlns:a16="http://schemas.microsoft.com/office/drawing/2014/main" id="{68F4C8A7-D4CB-42B2-8C54-B51D23F71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675"/>
                <a:ext cx="25" cy="11"/>
              </a:xfrm>
              <a:custGeom>
                <a:avLst/>
                <a:gdLst>
                  <a:gd name="T0" fmla="*/ 158 w 10"/>
                  <a:gd name="T1" fmla="*/ 22 h 4"/>
                  <a:gd name="T2" fmla="*/ 83 w 10"/>
                  <a:gd name="T3" fmla="*/ 0 h 4"/>
                  <a:gd name="T4" fmla="*/ 0 w 10"/>
                  <a:gd name="T5" fmla="*/ 61 h 4"/>
                  <a:gd name="T6" fmla="*/ 83 w 10"/>
                  <a:gd name="T7" fmla="*/ 83 h 4"/>
                  <a:gd name="T8" fmla="*/ 158 w 10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10" y="1"/>
                    </a:moveTo>
                    <a:cubicBezTo>
                      <a:pt x="10" y="0"/>
                      <a:pt x="7" y="0"/>
                      <a:pt x="5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1" y="4"/>
                      <a:pt x="3" y="4"/>
                      <a:pt x="5" y="4"/>
                    </a:cubicBezTo>
                    <a:cubicBezTo>
                      <a:pt x="8" y="4"/>
                      <a:pt x="10" y="3"/>
                      <a:pt x="10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6" name="Freeform 5238">
                <a:extLst>
                  <a:ext uri="{FF2B5EF4-FFF2-40B4-BE49-F238E27FC236}">
                    <a16:creationId xmlns:a16="http://schemas.microsoft.com/office/drawing/2014/main" id="{3FACE60B-7FCC-4B21-AD5D-4CD91898C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637"/>
                <a:ext cx="23" cy="14"/>
              </a:xfrm>
              <a:custGeom>
                <a:avLst/>
                <a:gdLst>
                  <a:gd name="T0" fmla="*/ 151 w 9"/>
                  <a:gd name="T1" fmla="*/ 48 h 5"/>
                  <a:gd name="T2" fmla="*/ 66 w 9"/>
                  <a:gd name="T3" fmla="*/ 22 h 5"/>
                  <a:gd name="T4" fmla="*/ 0 w 9"/>
                  <a:gd name="T5" fmla="*/ 62 h 5"/>
                  <a:gd name="T6" fmla="*/ 84 w 9"/>
                  <a:gd name="T7" fmla="*/ 87 h 5"/>
                  <a:gd name="T8" fmla="*/ 151 w 9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2"/>
                    </a:moveTo>
                    <a:cubicBezTo>
                      <a:pt x="9" y="1"/>
                      <a:pt x="7" y="0"/>
                      <a:pt x="4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2" y="5"/>
                      <a:pt x="5" y="4"/>
                    </a:cubicBezTo>
                    <a:cubicBezTo>
                      <a:pt x="7" y="4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7" name="Freeform 5239">
                <a:extLst>
                  <a:ext uri="{FF2B5EF4-FFF2-40B4-BE49-F238E27FC236}">
                    <a16:creationId xmlns:a16="http://schemas.microsoft.com/office/drawing/2014/main" id="{52BB7860-6D5F-4E1D-BA2C-A43BA3B19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613"/>
                <a:ext cx="23" cy="11"/>
              </a:xfrm>
              <a:custGeom>
                <a:avLst/>
                <a:gdLst>
                  <a:gd name="T0" fmla="*/ 151 w 9"/>
                  <a:gd name="T1" fmla="*/ 47 h 4"/>
                  <a:gd name="T2" fmla="*/ 66 w 9"/>
                  <a:gd name="T3" fmla="*/ 0 h 4"/>
                  <a:gd name="T4" fmla="*/ 0 w 9"/>
                  <a:gd name="T5" fmla="*/ 61 h 4"/>
                  <a:gd name="T6" fmla="*/ 84 w 9"/>
                  <a:gd name="T7" fmla="*/ 83 h 4"/>
                  <a:gd name="T8" fmla="*/ 151 w 9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9" y="2"/>
                    </a:moveTo>
                    <a:cubicBezTo>
                      <a:pt x="9" y="1"/>
                      <a:pt x="7" y="0"/>
                      <a:pt x="4" y="0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2" y="4"/>
                      <a:pt x="5" y="4"/>
                    </a:cubicBezTo>
                    <a:cubicBezTo>
                      <a:pt x="7" y="4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8" name="Freeform 5240">
                <a:extLst>
                  <a:ext uri="{FF2B5EF4-FFF2-40B4-BE49-F238E27FC236}">
                    <a16:creationId xmlns:a16="http://schemas.microsoft.com/office/drawing/2014/main" id="{EF5C5665-B788-4CFC-8E5D-EB31DFE00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576"/>
                <a:ext cx="25" cy="13"/>
              </a:xfrm>
              <a:custGeom>
                <a:avLst/>
                <a:gdLst>
                  <a:gd name="T0" fmla="*/ 158 w 10"/>
                  <a:gd name="T1" fmla="*/ 34 h 5"/>
                  <a:gd name="T2" fmla="*/ 83 w 10"/>
                  <a:gd name="T3" fmla="*/ 21 h 5"/>
                  <a:gd name="T4" fmla="*/ 0 w 10"/>
                  <a:gd name="T5" fmla="*/ 55 h 5"/>
                  <a:gd name="T6" fmla="*/ 83 w 10"/>
                  <a:gd name="T7" fmla="*/ 88 h 5"/>
                  <a:gd name="T8" fmla="*/ 158 w 10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9" y="1"/>
                      <a:pt x="7" y="0"/>
                      <a:pt x="5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3" y="5"/>
                      <a:pt x="5" y="5"/>
                    </a:cubicBezTo>
                    <a:cubicBezTo>
                      <a:pt x="8" y="4"/>
                      <a:pt x="10" y="3"/>
                      <a:pt x="10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9" name="Freeform 5241">
                <a:extLst>
                  <a:ext uri="{FF2B5EF4-FFF2-40B4-BE49-F238E27FC236}">
                    <a16:creationId xmlns:a16="http://schemas.microsoft.com/office/drawing/2014/main" id="{8D77D64F-80D1-41C4-B093-96DD85803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541"/>
                <a:ext cx="25" cy="11"/>
              </a:xfrm>
              <a:custGeom>
                <a:avLst/>
                <a:gdLst>
                  <a:gd name="T0" fmla="*/ 145 w 10"/>
                  <a:gd name="T1" fmla="*/ 22 h 4"/>
                  <a:gd name="T2" fmla="*/ 83 w 10"/>
                  <a:gd name="T3" fmla="*/ 0 h 4"/>
                  <a:gd name="T4" fmla="*/ 0 w 10"/>
                  <a:gd name="T5" fmla="*/ 61 h 4"/>
                  <a:gd name="T6" fmla="*/ 83 w 10"/>
                  <a:gd name="T7" fmla="*/ 83 h 4"/>
                  <a:gd name="T8" fmla="*/ 145 w 10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9" y="1"/>
                    </a:moveTo>
                    <a:cubicBezTo>
                      <a:pt x="9" y="0"/>
                      <a:pt x="7" y="0"/>
                      <a:pt x="5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2" y="4"/>
                      <a:pt x="5" y="4"/>
                    </a:cubicBezTo>
                    <a:cubicBezTo>
                      <a:pt x="8" y="4"/>
                      <a:pt x="10" y="2"/>
                      <a:pt x="9" y="1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0" name="Freeform 5242">
                <a:extLst>
                  <a:ext uri="{FF2B5EF4-FFF2-40B4-BE49-F238E27FC236}">
                    <a16:creationId xmlns:a16="http://schemas.microsoft.com/office/drawing/2014/main" id="{B4640D49-ABE0-47EB-B4CA-A3C9FD96B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493"/>
                <a:ext cx="25" cy="14"/>
              </a:xfrm>
              <a:custGeom>
                <a:avLst/>
                <a:gdLst>
                  <a:gd name="T0" fmla="*/ 145 w 10"/>
                  <a:gd name="T1" fmla="*/ 48 h 5"/>
                  <a:gd name="T2" fmla="*/ 83 w 10"/>
                  <a:gd name="T3" fmla="*/ 0 h 5"/>
                  <a:gd name="T4" fmla="*/ 0 w 10"/>
                  <a:gd name="T5" fmla="*/ 62 h 5"/>
                  <a:gd name="T6" fmla="*/ 83 w 10"/>
                  <a:gd name="T7" fmla="*/ 87 h 5"/>
                  <a:gd name="T8" fmla="*/ 145 w 10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9" y="2"/>
                    </a:moveTo>
                    <a:cubicBezTo>
                      <a:pt x="9" y="1"/>
                      <a:pt x="7" y="0"/>
                      <a:pt x="5" y="0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2" y="5"/>
                      <a:pt x="5" y="4"/>
                    </a:cubicBezTo>
                    <a:cubicBezTo>
                      <a:pt x="8" y="4"/>
                      <a:pt x="10" y="3"/>
                      <a:pt x="9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1" name="Freeform 5243">
                <a:extLst>
                  <a:ext uri="{FF2B5EF4-FFF2-40B4-BE49-F238E27FC236}">
                    <a16:creationId xmlns:a16="http://schemas.microsoft.com/office/drawing/2014/main" id="{CDB66228-2665-4013-B398-E8CA8054B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467"/>
                <a:ext cx="22" cy="13"/>
              </a:xfrm>
              <a:custGeom>
                <a:avLst/>
                <a:gdLst>
                  <a:gd name="T0" fmla="*/ 132 w 9"/>
                  <a:gd name="T1" fmla="*/ 34 h 5"/>
                  <a:gd name="T2" fmla="*/ 59 w 9"/>
                  <a:gd name="T3" fmla="*/ 21 h 5"/>
                  <a:gd name="T4" fmla="*/ 0 w 9"/>
                  <a:gd name="T5" fmla="*/ 55 h 5"/>
                  <a:gd name="T6" fmla="*/ 71 w 9"/>
                  <a:gd name="T7" fmla="*/ 88 h 5"/>
                  <a:gd name="T8" fmla="*/ 132 w 9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2"/>
                    </a:moveTo>
                    <a:cubicBezTo>
                      <a:pt x="9" y="1"/>
                      <a:pt x="7" y="0"/>
                      <a:pt x="4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2" y="5"/>
                      <a:pt x="5" y="5"/>
                    </a:cubicBezTo>
                    <a:cubicBezTo>
                      <a:pt x="7" y="4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2" name="Freeform 5244">
                <a:extLst>
                  <a:ext uri="{FF2B5EF4-FFF2-40B4-BE49-F238E27FC236}">
                    <a16:creationId xmlns:a16="http://schemas.microsoft.com/office/drawing/2014/main" id="{3C65C22E-A89C-4DDB-BA1E-DD00E81BD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429"/>
                <a:ext cx="23" cy="11"/>
              </a:xfrm>
              <a:custGeom>
                <a:avLst/>
                <a:gdLst>
                  <a:gd name="T0" fmla="*/ 151 w 9"/>
                  <a:gd name="T1" fmla="*/ 47 h 4"/>
                  <a:gd name="T2" fmla="*/ 66 w 9"/>
                  <a:gd name="T3" fmla="*/ 0 h 4"/>
                  <a:gd name="T4" fmla="*/ 0 w 9"/>
                  <a:gd name="T5" fmla="*/ 61 h 4"/>
                  <a:gd name="T6" fmla="*/ 84 w 9"/>
                  <a:gd name="T7" fmla="*/ 83 h 4"/>
                  <a:gd name="T8" fmla="*/ 151 w 9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9" y="2"/>
                    </a:moveTo>
                    <a:cubicBezTo>
                      <a:pt x="9" y="0"/>
                      <a:pt x="7" y="0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4"/>
                      <a:pt x="2" y="4"/>
                      <a:pt x="5" y="4"/>
                    </a:cubicBezTo>
                    <a:cubicBezTo>
                      <a:pt x="7" y="4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3" name="Freeform 5245">
                <a:extLst>
                  <a:ext uri="{FF2B5EF4-FFF2-40B4-BE49-F238E27FC236}">
                    <a16:creationId xmlns:a16="http://schemas.microsoft.com/office/drawing/2014/main" id="{ACA59251-8FC1-498D-980F-0069FEE32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400"/>
                <a:ext cx="25" cy="13"/>
              </a:xfrm>
              <a:custGeom>
                <a:avLst/>
                <a:gdLst>
                  <a:gd name="T0" fmla="*/ 158 w 10"/>
                  <a:gd name="T1" fmla="*/ 34 h 5"/>
                  <a:gd name="T2" fmla="*/ 83 w 10"/>
                  <a:gd name="T3" fmla="*/ 0 h 5"/>
                  <a:gd name="T4" fmla="*/ 20 w 10"/>
                  <a:gd name="T5" fmla="*/ 55 h 5"/>
                  <a:gd name="T6" fmla="*/ 83 w 10"/>
                  <a:gd name="T7" fmla="*/ 68 h 5"/>
                  <a:gd name="T8" fmla="*/ 158 w 10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10" y="1"/>
                      <a:pt x="8" y="0"/>
                      <a:pt x="5" y="0"/>
                    </a:cubicBezTo>
                    <a:cubicBezTo>
                      <a:pt x="2" y="1"/>
                      <a:pt x="0" y="2"/>
                      <a:pt x="1" y="3"/>
                    </a:cubicBezTo>
                    <a:cubicBezTo>
                      <a:pt x="1" y="4"/>
                      <a:pt x="3" y="5"/>
                      <a:pt x="5" y="4"/>
                    </a:cubicBezTo>
                    <a:cubicBezTo>
                      <a:pt x="8" y="4"/>
                      <a:pt x="10" y="3"/>
                      <a:pt x="10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4" name="Freeform 5246">
                <a:extLst>
                  <a:ext uri="{FF2B5EF4-FFF2-40B4-BE49-F238E27FC236}">
                    <a16:creationId xmlns:a16="http://schemas.microsoft.com/office/drawing/2014/main" id="{66C9D80F-08B1-4C5B-B72F-C003F2A97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371"/>
                <a:ext cx="23" cy="13"/>
              </a:xfrm>
              <a:custGeom>
                <a:avLst/>
                <a:gdLst>
                  <a:gd name="T0" fmla="*/ 151 w 9"/>
                  <a:gd name="T1" fmla="*/ 34 h 5"/>
                  <a:gd name="T2" fmla="*/ 66 w 9"/>
                  <a:gd name="T3" fmla="*/ 0 h 5"/>
                  <a:gd name="T4" fmla="*/ 0 w 9"/>
                  <a:gd name="T5" fmla="*/ 55 h 5"/>
                  <a:gd name="T6" fmla="*/ 84 w 9"/>
                  <a:gd name="T7" fmla="*/ 68 h 5"/>
                  <a:gd name="T8" fmla="*/ 151 w 9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2"/>
                    </a:moveTo>
                    <a:cubicBezTo>
                      <a:pt x="9" y="1"/>
                      <a:pt x="7" y="0"/>
                      <a:pt x="4" y="0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2" y="5"/>
                      <a:pt x="5" y="4"/>
                    </a:cubicBezTo>
                    <a:cubicBezTo>
                      <a:pt x="7" y="4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5" name="Freeform 5247">
                <a:extLst>
                  <a:ext uri="{FF2B5EF4-FFF2-40B4-BE49-F238E27FC236}">
                    <a16:creationId xmlns:a16="http://schemas.microsoft.com/office/drawing/2014/main" id="{3E40C825-7D3C-42BC-A312-F3F385860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579"/>
                <a:ext cx="22" cy="13"/>
              </a:xfrm>
              <a:custGeom>
                <a:avLst/>
                <a:gdLst>
                  <a:gd name="T0" fmla="*/ 132 w 9"/>
                  <a:gd name="T1" fmla="*/ 34 h 5"/>
                  <a:gd name="T2" fmla="*/ 59 w 9"/>
                  <a:gd name="T3" fmla="*/ 0 h 5"/>
                  <a:gd name="T4" fmla="*/ 0 w 9"/>
                  <a:gd name="T5" fmla="*/ 55 h 5"/>
                  <a:gd name="T6" fmla="*/ 71 w 9"/>
                  <a:gd name="T7" fmla="*/ 68 h 5"/>
                  <a:gd name="T8" fmla="*/ 132 w 9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2"/>
                    </a:moveTo>
                    <a:cubicBezTo>
                      <a:pt x="9" y="1"/>
                      <a:pt x="7" y="0"/>
                      <a:pt x="4" y="0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2" y="5"/>
                      <a:pt x="5" y="4"/>
                    </a:cubicBezTo>
                    <a:cubicBezTo>
                      <a:pt x="7" y="4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6" name="Freeform 5248">
                <a:extLst>
                  <a:ext uri="{FF2B5EF4-FFF2-40B4-BE49-F238E27FC236}">
                    <a16:creationId xmlns:a16="http://schemas.microsoft.com/office/drawing/2014/main" id="{435C23AE-FA09-4F26-A228-502D494D1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973"/>
                <a:ext cx="23" cy="19"/>
              </a:xfrm>
              <a:custGeom>
                <a:avLst/>
                <a:gdLst>
                  <a:gd name="T0" fmla="*/ 130 w 9"/>
                  <a:gd name="T1" fmla="*/ 0 h 7"/>
                  <a:gd name="T2" fmla="*/ 51 w 9"/>
                  <a:gd name="T3" fmla="*/ 38 h 7"/>
                  <a:gd name="T4" fmla="*/ 20 w 9"/>
                  <a:gd name="T5" fmla="*/ 117 h 7"/>
                  <a:gd name="T6" fmla="*/ 84 w 9"/>
                  <a:gd name="T7" fmla="*/ 103 h 7"/>
                  <a:gd name="T8" fmla="*/ 130 w 9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0"/>
                    </a:moveTo>
                    <a:cubicBezTo>
                      <a:pt x="7" y="0"/>
                      <a:pt x="5" y="0"/>
                      <a:pt x="3" y="2"/>
                    </a:cubicBezTo>
                    <a:cubicBezTo>
                      <a:pt x="1" y="3"/>
                      <a:pt x="0" y="5"/>
                      <a:pt x="1" y="6"/>
                    </a:cubicBezTo>
                    <a:cubicBezTo>
                      <a:pt x="1" y="7"/>
                      <a:pt x="3" y="6"/>
                      <a:pt x="5" y="5"/>
                    </a:cubicBezTo>
                    <a:cubicBezTo>
                      <a:pt x="8" y="3"/>
                      <a:pt x="9" y="1"/>
                      <a:pt x="8" y="0"/>
                    </a:cubicBezTo>
                    <a:close/>
                  </a:path>
                </a:pathLst>
              </a:custGeom>
              <a:solidFill>
                <a:srgbClr val="F15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7" name="Freeform 5249">
                <a:extLst>
                  <a:ext uri="{FF2B5EF4-FFF2-40B4-BE49-F238E27FC236}">
                    <a16:creationId xmlns:a16="http://schemas.microsoft.com/office/drawing/2014/main" id="{13F590E9-7AD8-4B28-ADB7-F0A10FFFE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181"/>
                <a:ext cx="10" cy="27"/>
              </a:xfrm>
              <a:custGeom>
                <a:avLst/>
                <a:gdLst>
                  <a:gd name="T0" fmla="*/ 50 w 4"/>
                  <a:gd name="T1" fmla="*/ 0 h 10"/>
                  <a:gd name="T2" fmla="*/ 0 w 4"/>
                  <a:gd name="T3" fmla="*/ 103 h 10"/>
                  <a:gd name="T4" fmla="*/ 33 w 4"/>
                  <a:gd name="T5" fmla="*/ 176 h 10"/>
                  <a:gd name="T6" fmla="*/ 63 w 4"/>
                  <a:gd name="T7" fmla="*/ 103 h 10"/>
                  <a:gd name="T8" fmla="*/ 50 w 4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cubicBezTo>
                      <a:pt x="2" y="0"/>
                      <a:pt x="1" y="2"/>
                      <a:pt x="0" y="5"/>
                    </a:cubicBezTo>
                    <a:cubicBezTo>
                      <a:pt x="0" y="7"/>
                      <a:pt x="1" y="9"/>
                      <a:pt x="2" y="9"/>
                    </a:cubicBezTo>
                    <a:cubicBezTo>
                      <a:pt x="3" y="10"/>
                      <a:pt x="4" y="8"/>
                      <a:pt x="4" y="5"/>
                    </a:cubicBezTo>
                    <a:cubicBezTo>
                      <a:pt x="4" y="2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15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8" name="Freeform 5250">
                <a:extLst>
                  <a:ext uri="{FF2B5EF4-FFF2-40B4-BE49-F238E27FC236}">
                    <a16:creationId xmlns:a16="http://schemas.microsoft.com/office/drawing/2014/main" id="{CA434E2E-137C-4D43-B522-C9BEBFC7C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429"/>
                <a:ext cx="13" cy="24"/>
              </a:xfrm>
              <a:custGeom>
                <a:avLst/>
                <a:gdLst>
                  <a:gd name="T0" fmla="*/ 21 w 5"/>
                  <a:gd name="T1" fmla="*/ 0 h 9"/>
                  <a:gd name="T2" fmla="*/ 0 w 5"/>
                  <a:gd name="T3" fmla="*/ 93 h 9"/>
                  <a:gd name="T4" fmla="*/ 68 w 5"/>
                  <a:gd name="T5" fmla="*/ 171 h 9"/>
                  <a:gd name="T6" fmla="*/ 68 w 5"/>
                  <a:gd name="T7" fmla="*/ 77 h 9"/>
                  <a:gd name="T8" fmla="*/ 21 w 5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1" y="0"/>
                    </a:moveTo>
                    <a:cubicBezTo>
                      <a:pt x="0" y="0"/>
                      <a:pt x="0" y="3"/>
                      <a:pt x="0" y="5"/>
                    </a:cubicBezTo>
                    <a:cubicBezTo>
                      <a:pt x="1" y="8"/>
                      <a:pt x="3" y="9"/>
                      <a:pt x="4" y="9"/>
                    </a:cubicBezTo>
                    <a:cubicBezTo>
                      <a:pt x="5" y="9"/>
                      <a:pt x="5" y="7"/>
                      <a:pt x="4" y="4"/>
                    </a:cubicBezTo>
                    <a:cubicBezTo>
                      <a:pt x="3" y="2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15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9" name="Freeform 5251">
                <a:extLst>
                  <a:ext uri="{FF2B5EF4-FFF2-40B4-BE49-F238E27FC236}">
                    <a16:creationId xmlns:a16="http://schemas.microsoft.com/office/drawing/2014/main" id="{1A41A06D-3FEA-4E3B-A1AF-B362BD043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707"/>
                <a:ext cx="22" cy="19"/>
              </a:xfrm>
              <a:custGeom>
                <a:avLst/>
                <a:gdLst>
                  <a:gd name="T0" fmla="*/ 0 w 9"/>
                  <a:gd name="T1" fmla="*/ 0 h 7"/>
                  <a:gd name="T2" fmla="*/ 42 w 9"/>
                  <a:gd name="T3" fmla="*/ 103 h 7"/>
                  <a:gd name="T4" fmla="*/ 120 w 9"/>
                  <a:gd name="T5" fmla="*/ 117 h 7"/>
                  <a:gd name="T6" fmla="*/ 71 w 9"/>
                  <a:gd name="T7" fmla="*/ 22 h 7"/>
                  <a:gd name="T8" fmla="*/ 0 w 9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0" y="1"/>
                      <a:pt x="1" y="3"/>
                      <a:pt x="3" y="5"/>
                    </a:cubicBezTo>
                    <a:cubicBezTo>
                      <a:pt x="5" y="6"/>
                      <a:pt x="7" y="7"/>
                      <a:pt x="8" y="6"/>
                    </a:cubicBezTo>
                    <a:cubicBezTo>
                      <a:pt x="9" y="5"/>
                      <a:pt x="7" y="3"/>
                      <a:pt x="5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15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0" name="Freeform 5252">
                <a:extLst>
                  <a:ext uri="{FF2B5EF4-FFF2-40B4-BE49-F238E27FC236}">
                    <a16:creationId xmlns:a16="http://schemas.microsoft.com/office/drawing/2014/main" id="{471AA56C-86E6-4C0A-9B0B-3FCAA8F6E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1851"/>
                <a:ext cx="900" cy="205"/>
              </a:xfrm>
              <a:custGeom>
                <a:avLst/>
                <a:gdLst>
                  <a:gd name="T0" fmla="*/ 0 w 360"/>
                  <a:gd name="T1" fmla="*/ 1454 h 77"/>
                  <a:gd name="T2" fmla="*/ 625 w 360"/>
                  <a:gd name="T3" fmla="*/ 1036 h 77"/>
                  <a:gd name="T4" fmla="*/ 1125 w 360"/>
                  <a:gd name="T5" fmla="*/ 1020 h 77"/>
                  <a:gd name="T6" fmla="*/ 1625 w 360"/>
                  <a:gd name="T7" fmla="*/ 644 h 77"/>
                  <a:gd name="T8" fmla="*/ 2095 w 360"/>
                  <a:gd name="T9" fmla="*/ 660 h 77"/>
                  <a:gd name="T10" fmla="*/ 2500 w 360"/>
                  <a:gd name="T11" fmla="*/ 772 h 77"/>
                  <a:gd name="T12" fmla="*/ 2833 w 360"/>
                  <a:gd name="T13" fmla="*/ 588 h 77"/>
                  <a:gd name="T14" fmla="*/ 3283 w 360"/>
                  <a:gd name="T15" fmla="*/ 588 h 77"/>
                  <a:gd name="T16" fmla="*/ 3708 w 360"/>
                  <a:gd name="T17" fmla="*/ 682 h 77"/>
                  <a:gd name="T18" fmla="*/ 4033 w 360"/>
                  <a:gd name="T19" fmla="*/ 511 h 77"/>
                  <a:gd name="T20" fmla="*/ 4313 w 360"/>
                  <a:gd name="T21" fmla="*/ 490 h 77"/>
                  <a:gd name="T22" fmla="*/ 4720 w 360"/>
                  <a:gd name="T23" fmla="*/ 567 h 77"/>
                  <a:gd name="T24" fmla="*/ 5063 w 360"/>
                  <a:gd name="T25" fmla="*/ 397 h 77"/>
                  <a:gd name="T26" fmla="*/ 5458 w 360"/>
                  <a:gd name="T27" fmla="*/ 282 h 77"/>
                  <a:gd name="T28" fmla="*/ 5595 w 360"/>
                  <a:gd name="T29" fmla="*/ 93 h 77"/>
                  <a:gd name="T30" fmla="*/ 5625 w 360"/>
                  <a:gd name="T31" fmla="*/ 0 h 7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0" h="77">
                    <a:moveTo>
                      <a:pt x="0" y="77"/>
                    </a:moveTo>
                    <a:cubicBezTo>
                      <a:pt x="10" y="66"/>
                      <a:pt x="24" y="51"/>
                      <a:pt x="40" y="55"/>
                    </a:cubicBezTo>
                    <a:cubicBezTo>
                      <a:pt x="51" y="57"/>
                      <a:pt x="61" y="59"/>
                      <a:pt x="72" y="54"/>
                    </a:cubicBezTo>
                    <a:cubicBezTo>
                      <a:pt x="83" y="49"/>
                      <a:pt x="92" y="39"/>
                      <a:pt x="104" y="34"/>
                    </a:cubicBezTo>
                    <a:cubicBezTo>
                      <a:pt x="114" y="31"/>
                      <a:pt x="125" y="31"/>
                      <a:pt x="134" y="35"/>
                    </a:cubicBezTo>
                    <a:cubicBezTo>
                      <a:pt x="142" y="38"/>
                      <a:pt x="150" y="43"/>
                      <a:pt x="160" y="41"/>
                    </a:cubicBezTo>
                    <a:cubicBezTo>
                      <a:pt x="167" y="40"/>
                      <a:pt x="174" y="34"/>
                      <a:pt x="181" y="31"/>
                    </a:cubicBezTo>
                    <a:cubicBezTo>
                      <a:pt x="191" y="26"/>
                      <a:pt x="200" y="28"/>
                      <a:pt x="210" y="31"/>
                    </a:cubicBezTo>
                    <a:cubicBezTo>
                      <a:pt x="219" y="35"/>
                      <a:pt x="227" y="38"/>
                      <a:pt x="237" y="36"/>
                    </a:cubicBezTo>
                    <a:cubicBezTo>
                      <a:pt x="244" y="34"/>
                      <a:pt x="250" y="29"/>
                      <a:pt x="258" y="27"/>
                    </a:cubicBezTo>
                    <a:cubicBezTo>
                      <a:pt x="264" y="25"/>
                      <a:pt x="270" y="24"/>
                      <a:pt x="276" y="26"/>
                    </a:cubicBezTo>
                    <a:cubicBezTo>
                      <a:pt x="286" y="28"/>
                      <a:pt x="292" y="32"/>
                      <a:pt x="302" y="30"/>
                    </a:cubicBezTo>
                    <a:cubicBezTo>
                      <a:pt x="311" y="28"/>
                      <a:pt x="317" y="25"/>
                      <a:pt x="324" y="21"/>
                    </a:cubicBezTo>
                    <a:cubicBezTo>
                      <a:pt x="332" y="17"/>
                      <a:pt x="341" y="18"/>
                      <a:pt x="349" y="15"/>
                    </a:cubicBezTo>
                    <a:cubicBezTo>
                      <a:pt x="355" y="12"/>
                      <a:pt x="356" y="11"/>
                      <a:pt x="358" y="5"/>
                    </a:cubicBezTo>
                    <a:cubicBezTo>
                      <a:pt x="359" y="3"/>
                      <a:pt x="359" y="2"/>
                      <a:pt x="36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1" name="Freeform 5253">
                <a:extLst>
                  <a:ext uri="{FF2B5EF4-FFF2-40B4-BE49-F238E27FC236}">
                    <a16:creationId xmlns:a16="http://schemas.microsoft.com/office/drawing/2014/main" id="{0068E25B-927D-4C27-BA5C-397D1406E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944"/>
                <a:ext cx="235" cy="85"/>
              </a:xfrm>
              <a:custGeom>
                <a:avLst/>
                <a:gdLst>
                  <a:gd name="T0" fmla="*/ 0 w 94"/>
                  <a:gd name="T1" fmla="*/ 486 h 32"/>
                  <a:gd name="T2" fmla="*/ 208 w 94"/>
                  <a:gd name="T3" fmla="*/ 507 h 32"/>
                  <a:gd name="T4" fmla="*/ 470 w 94"/>
                  <a:gd name="T5" fmla="*/ 600 h 32"/>
                  <a:gd name="T6" fmla="*/ 783 w 94"/>
                  <a:gd name="T7" fmla="*/ 430 h 32"/>
                  <a:gd name="T8" fmla="*/ 1113 w 94"/>
                  <a:gd name="T9" fmla="*/ 77 h 32"/>
                  <a:gd name="T10" fmla="*/ 1470 w 94"/>
                  <a:gd name="T11" fmla="*/ 93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32">
                    <a:moveTo>
                      <a:pt x="0" y="26"/>
                    </a:moveTo>
                    <a:cubicBezTo>
                      <a:pt x="3" y="28"/>
                      <a:pt x="9" y="26"/>
                      <a:pt x="13" y="27"/>
                    </a:cubicBezTo>
                    <a:cubicBezTo>
                      <a:pt x="19" y="29"/>
                      <a:pt x="23" y="32"/>
                      <a:pt x="30" y="32"/>
                    </a:cubicBezTo>
                    <a:cubicBezTo>
                      <a:pt x="38" y="32"/>
                      <a:pt x="44" y="29"/>
                      <a:pt x="50" y="23"/>
                    </a:cubicBezTo>
                    <a:cubicBezTo>
                      <a:pt x="56" y="16"/>
                      <a:pt x="62" y="9"/>
                      <a:pt x="71" y="4"/>
                    </a:cubicBezTo>
                    <a:cubicBezTo>
                      <a:pt x="80" y="0"/>
                      <a:pt x="85" y="1"/>
                      <a:pt x="94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2" name="Freeform 5254">
                <a:extLst>
                  <a:ext uri="{FF2B5EF4-FFF2-40B4-BE49-F238E27FC236}">
                    <a16:creationId xmlns:a16="http://schemas.microsoft.com/office/drawing/2014/main" id="{DD8E88CB-34DE-4E78-A3DF-9F61C178A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936"/>
                <a:ext cx="115" cy="75"/>
              </a:xfrm>
              <a:custGeom>
                <a:avLst/>
                <a:gdLst>
                  <a:gd name="T0" fmla="*/ 0 w 46"/>
                  <a:gd name="T1" fmla="*/ 423 h 28"/>
                  <a:gd name="T2" fmla="*/ 458 w 46"/>
                  <a:gd name="T3" fmla="*/ 287 h 28"/>
                  <a:gd name="T4" fmla="*/ 658 w 46"/>
                  <a:gd name="T5" fmla="*/ 78 h 28"/>
                  <a:gd name="T6" fmla="*/ 720 w 46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8">
                    <a:moveTo>
                      <a:pt x="0" y="22"/>
                    </a:moveTo>
                    <a:cubicBezTo>
                      <a:pt x="8" y="28"/>
                      <a:pt x="23" y="20"/>
                      <a:pt x="29" y="15"/>
                    </a:cubicBezTo>
                    <a:cubicBezTo>
                      <a:pt x="34" y="12"/>
                      <a:pt x="38" y="8"/>
                      <a:pt x="42" y="4"/>
                    </a:cubicBezTo>
                    <a:cubicBezTo>
                      <a:pt x="43" y="2"/>
                      <a:pt x="44" y="0"/>
                      <a:pt x="4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3" name="Freeform 5255">
                <a:extLst>
                  <a:ext uri="{FF2B5EF4-FFF2-40B4-BE49-F238E27FC236}">
                    <a16:creationId xmlns:a16="http://schemas.microsoft.com/office/drawing/2014/main" id="{89CFC8CA-9ECC-4638-A79E-76A8D8438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1949"/>
                <a:ext cx="333" cy="56"/>
              </a:xfrm>
              <a:custGeom>
                <a:avLst/>
                <a:gdLst>
                  <a:gd name="T0" fmla="*/ 0 w 133"/>
                  <a:gd name="T1" fmla="*/ 285 h 21"/>
                  <a:gd name="T2" fmla="*/ 208 w 133"/>
                  <a:gd name="T3" fmla="*/ 397 h 21"/>
                  <a:gd name="T4" fmla="*/ 689 w 133"/>
                  <a:gd name="T5" fmla="*/ 248 h 21"/>
                  <a:gd name="T6" fmla="*/ 1067 w 133"/>
                  <a:gd name="T7" fmla="*/ 285 h 21"/>
                  <a:gd name="T8" fmla="*/ 1254 w 133"/>
                  <a:gd name="T9" fmla="*/ 264 h 21"/>
                  <a:gd name="T10" fmla="*/ 1472 w 133"/>
                  <a:gd name="T11" fmla="*/ 192 h 21"/>
                  <a:gd name="T12" fmla="*/ 1838 w 133"/>
                  <a:gd name="T13" fmla="*/ 248 h 21"/>
                  <a:gd name="T14" fmla="*/ 2038 w 133"/>
                  <a:gd name="T15" fmla="*/ 136 h 21"/>
                  <a:gd name="T16" fmla="*/ 2088 w 133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3" h="21">
                    <a:moveTo>
                      <a:pt x="0" y="15"/>
                    </a:moveTo>
                    <a:cubicBezTo>
                      <a:pt x="4" y="17"/>
                      <a:pt x="7" y="21"/>
                      <a:pt x="13" y="21"/>
                    </a:cubicBezTo>
                    <a:cubicBezTo>
                      <a:pt x="23" y="21"/>
                      <a:pt x="34" y="15"/>
                      <a:pt x="44" y="13"/>
                    </a:cubicBezTo>
                    <a:cubicBezTo>
                      <a:pt x="53" y="12"/>
                      <a:pt x="60" y="13"/>
                      <a:pt x="68" y="15"/>
                    </a:cubicBezTo>
                    <a:cubicBezTo>
                      <a:pt x="73" y="16"/>
                      <a:pt x="76" y="15"/>
                      <a:pt x="80" y="14"/>
                    </a:cubicBezTo>
                    <a:cubicBezTo>
                      <a:pt x="85" y="12"/>
                      <a:pt x="89" y="10"/>
                      <a:pt x="94" y="10"/>
                    </a:cubicBezTo>
                    <a:cubicBezTo>
                      <a:pt x="102" y="9"/>
                      <a:pt x="109" y="12"/>
                      <a:pt x="117" y="13"/>
                    </a:cubicBezTo>
                    <a:cubicBezTo>
                      <a:pt x="122" y="13"/>
                      <a:pt x="127" y="12"/>
                      <a:pt x="130" y="7"/>
                    </a:cubicBezTo>
                    <a:cubicBezTo>
                      <a:pt x="132" y="5"/>
                      <a:pt x="132" y="2"/>
                      <a:pt x="13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4" name="Freeform 5256">
                <a:extLst>
                  <a:ext uri="{FF2B5EF4-FFF2-40B4-BE49-F238E27FC236}">
                    <a16:creationId xmlns:a16="http://schemas.microsoft.com/office/drawing/2014/main" id="{17C60464-8B03-40EE-AF8C-5B9E2E79B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936"/>
                <a:ext cx="118" cy="21"/>
              </a:xfrm>
              <a:custGeom>
                <a:avLst/>
                <a:gdLst>
                  <a:gd name="T0" fmla="*/ 0 w 47"/>
                  <a:gd name="T1" fmla="*/ 144 h 8"/>
                  <a:gd name="T2" fmla="*/ 429 w 47"/>
                  <a:gd name="T3" fmla="*/ 123 h 8"/>
                  <a:gd name="T4" fmla="*/ 743 w 4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">
                    <a:moveTo>
                      <a:pt x="0" y="8"/>
                    </a:moveTo>
                    <a:cubicBezTo>
                      <a:pt x="8" y="5"/>
                      <a:pt x="18" y="8"/>
                      <a:pt x="27" y="7"/>
                    </a:cubicBezTo>
                    <a:cubicBezTo>
                      <a:pt x="34" y="7"/>
                      <a:pt x="40" y="3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5" name="Freeform 5257">
                <a:extLst>
                  <a:ext uri="{FF2B5EF4-FFF2-40B4-BE49-F238E27FC236}">
                    <a16:creationId xmlns:a16="http://schemas.microsoft.com/office/drawing/2014/main" id="{B28708C9-3A48-49A8-93D9-8307D08EC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883"/>
                <a:ext cx="150" cy="45"/>
              </a:xfrm>
              <a:custGeom>
                <a:avLst/>
                <a:gdLst>
                  <a:gd name="T0" fmla="*/ 0 w 60"/>
                  <a:gd name="T1" fmla="*/ 315 h 17"/>
                  <a:gd name="T2" fmla="*/ 938 w 60"/>
                  <a:gd name="T3" fmla="*/ 23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7">
                    <a:moveTo>
                      <a:pt x="0" y="17"/>
                    </a:moveTo>
                    <a:cubicBezTo>
                      <a:pt x="16" y="1"/>
                      <a:pt x="42" y="0"/>
                      <a:pt x="60" y="1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6" name="Freeform 5258">
                <a:extLst>
                  <a:ext uri="{FF2B5EF4-FFF2-40B4-BE49-F238E27FC236}">
                    <a16:creationId xmlns:a16="http://schemas.microsoft.com/office/drawing/2014/main" id="{3CB36FC1-06B8-4ADE-8FBD-87987A8B1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928"/>
                <a:ext cx="97" cy="24"/>
              </a:xfrm>
              <a:custGeom>
                <a:avLst/>
                <a:gdLst>
                  <a:gd name="T0" fmla="*/ 0 w 39"/>
                  <a:gd name="T1" fmla="*/ 56 h 9"/>
                  <a:gd name="T2" fmla="*/ 341 w 39"/>
                  <a:gd name="T3" fmla="*/ 149 h 9"/>
                  <a:gd name="T4" fmla="*/ 599 w 3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9">
                    <a:moveTo>
                      <a:pt x="0" y="3"/>
                    </a:moveTo>
                    <a:cubicBezTo>
                      <a:pt x="6" y="8"/>
                      <a:pt x="15" y="9"/>
                      <a:pt x="22" y="8"/>
                    </a:cubicBezTo>
                    <a:cubicBezTo>
                      <a:pt x="27" y="7"/>
                      <a:pt x="38" y="6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7" name="Freeform 5259">
                <a:extLst>
                  <a:ext uri="{FF2B5EF4-FFF2-40B4-BE49-F238E27FC236}">
                    <a16:creationId xmlns:a16="http://schemas.microsoft.com/office/drawing/2014/main" id="{52DF1B10-7BC0-497D-9C2B-6729B47B9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1875"/>
                <a:ext cx="142" cy="42"/>
              </a:xfrm>
              <a:custGeom>
                <a:avLst/>
                <a:gdLst>
                  <a:gd name="T0" fmla="*/ 0 w 57"/>
                  <a:gd name="T1" fmla="*/ 289 h 16"/>
                  <a:gd name="T2" fmla="*/ 167 w 57"/>
                  <a:gd name="T3" fmla="*/ 76 h 16"/>
                  <a:gd name="T4" fmla="*/ 496 w 57"/>
                  <a:gd name="T5" fmla="*/ 0 h 16"/>
                  <a:gd name="T6" fmla="*/ 712 w 57"/>
                  <a:gd name="T7" fmla="*/ 89 h 16"/>
                  <a:gd name="T8" fmla="*/ 882 w 57"/>
                  <a:gd name="T9" fmla="*/ 14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6">
                    <a:moveTo>
                      <a:pt x="0" y="16"/>
                    </a:moveTo>
                    <a:cubicBezTo>
                      <a:pt x="5" y="13"/>
                      <a:pt x="7" y="7"/>
                      <a:pt x="11" y="4"/>
                    </a:cubicBezTo>
                    <a:cubicBezTo>
                      <a:pt x="17" y="0"/>
                      <a:pt x="26" y="0"/>
                      <a:pt x="32" y="0"/>
                    </a:cubicBezTo>
                    <a:cubicBezTo>
                      <a:pt x="38" y="0"/>
                      <a:pt x="41" y="3"/>
                      <a:pt x="46" y="5"/>
                    </a:cubicBezTo>
                    <a:cubicBezTo>
                      <a:pt x="50" y="7"/>
                      <a:pt x="54" y="6"/>
                      <a:pt x="57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8" name="Freeform 5260">
                <a:extLst>
                  <a:ext uri="{FF2B5EF4-FFF2-40B4-BE49-F238E27FC236}">
                    <a16:creationId xmlns:a16="http://schemas.microsoft.com/office/drawing/2014/main" id="{2F1C2571-75D9-41E8-8D17-37CA57E54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835"/>
                <a:ext cx="243" cy="64"/>
              </a:xfrm>
              <a:custGeom>
                <a:avLst/>
                <a:gdLst>
                  <a:gd name="T0" fmla="*/ 0 w 97"/>
                  <a:gd name="T1" fmla="*/ 456 h 24"/>
                  <a:gd name="T2" fmla="*/ 145 w 97"/>
                  <a:gd name="T3" fmla="*/ 248 h 24"/>
                  <a:gd name="T4" fmla="*/ 346 w 97"/>
                  <a:gd name="T5" fmla="*/ 192 h 24"/>
                  <a:gd name="T6" fmla="*/ 564 w 97"/>
                  <a:gd name="T7" fmla="*/ 136 h 24"/>
                  <a:gd name="T8" fmla="*/ 929 w 97"/>
                  <a:gd name="T9" fmla="*/ 149 h 24"/>
                  <a:gd name="T10" fmla="*/ 1275 w 97"/>
                  <a:gd name="T11" fmla="*/ 171 h 24"/>
                  <a:gd name="T12" fmla="*/ 1526 w 97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24">
                    <a:moveTo>
                      <a:pt x="0" y="24"/>
                    </a:moveTo>
                    <a:cubicBezTo>
                      <a:pt x="4" y="22"/>
                      <a:pt x="5" y="16"/>
                      <a:pt x="9" y="13"/>
                    </a:cubicBezTo>
                    <a:cubicBezTo>
                      <a:pt x="11" y="11"/>
                      <a:pt x="18" y="11"/>
                      <a:pt x="22" y="10"/>
                    </a:cubicBezTo>
                    <a:cubicBezTo>
                      <a:pt x="26" y="8"/>
                      <a:pt x="31" y="7"/>
                      <a:pt x="36" y="7"/>
                    </a:cubicBezTo>
                    <a:cubicBezTo>
                      <a:pt x="44" y="6"/>
                      <a:pt x="50" y="7"/>
                      <a:pt x="59" y="8"/>
                    </a:cubicBezTo>
                    <a:cubicBezTo>
                      <a:pt x="66" y="9"/>
                      <a:pt x="73" y="11"/>
                      <a:pt x="81" y="9"/>
                    </a:cubicBezTo>
                    <a:cubicBezTo>
                      <a:pt x="87" y="8"/>
                      <a:pt x="92" y="4"/>
                      <a:pt x="9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9" name="Freeform 5261">
                <a:extLst>
                  <a:ext uri="{FF2B5EF4-FFF2-40B4-BE49-F238E27FC236}">
                    <a16:creationId xmlns:a16="http://schemas.microsoft.com/office/drawing/2014/main" id="{4EE41C7C-AD35-4A3F-8751-0929C6595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968"/>
                <a:ext cx="95" cy="27"/>
              </a:xfrm>
              <a:custGeom>
                <a:avLst/>
                <a:gdLst>
                  <a:gd name="T0" fmla="*/ 0 w 38"/>
                  <a:gd name="T1" fmla="*/ 38 h 10"/>
                  <a:gd name="T2" fmla="*/ 283 w 38"/>
                  <a:gd name="T3" fmla="*/ 38 h 10"/>
                  <a:gd name="T4" fmla="*/ 595 w 38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0">
                    <a:moveTo>
                      <a:pt x="0" y="2"/>
                    </a:moveTo>
                    <a:cubicBezTo>
                      <a:pt x="5" y="4"/>
                      <a:pt x="12" y="0"/>
                      <a:pt x="18" y="2"/>
                    </a:cubicBezTo>
                    <a:cubicBezTo>
                      <a:pt x="24" y="3"/>
                      <a:pt x="34" y="9"/>
                      <a:pt x="38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0" name="Freeform 5262">
                <a:extLst>
                  <a:ext uri="{FF2B5EF4-FFF2-40B4-BE49-F238E27FC236}">
                    <a16:creationId xmlns:a16="http://schemas.microsoft.com/office/drawing/2014/main" id="{67D9D7FB-AE02-464B-BB48-7650C7BD1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000"/>
                <a:ext cx="102" cy="45"/>
              </a:xfrm>
              <a:custGeom>
                <a:avLst/>
                <a:gdLst>
                  <a:gd name="T0" fmla="*/ 0 w 41"/>
                  <a:gd name="T1" fmla="*/ 148 h 17"/>
                  <a:gd name="T2" fmla="*/ 632 w 4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7">
                    <a:moveTo>
                      <a:pt x="0" y="8"/>
                    </a:moveTo>
                    <a:cubicBezTo>
                      <a:pt x="7" y="17"/>
                      <a:pt x="35" y="7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1" name="Freeform 5263">
                <a:extLst>
                  <a:ext uri="{FF2B5EF4-FFF2-40B4-BE49-F238E27FC236}">
                    <a16:creationId xmlns:a16="http://schemas.microsoft.com/office/drawing/2014/main" id="{A501D0B8-42CD-4C94-A70E-94BB9459B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965"/>
                <a:ext cx="120" cy="27"/>
              </a:xfrm>
              <a:custGeom>
                <a:avLst/>
                <a:gdLst>
                  <a:gd name="T0" fmla="*/ 0 w 48"/>
                  <a:gd name="T1" fmla="*/ 197 h 10"/>
                  <a:gd name="T2" fmla="*/ 175 w 48"/>
                  <a:gd name="T3" fmla="*/ 103 h 10"/>
                  <a:gd name="T4" fmla="*/ 488 w 48"/>
                  <a:gd name="T5" fmla="*/ 38 h 10"/>
                  <a:gd name="T6" fmla="*/ 750 w 48"/>
                  <a:gd name="T7" fmla="*/ 1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0">
                    <a:moveTo>
                      <a:pt x="0" y="10"/>
                    </a:moveTo>
                    <a:cubicBezTo>
                      <a:pt x="4" y="9"/>
                      <a:pt x="7" y="6"/>
                      <a:pt x="11" y="5"/>
                    </a:cubicBezTo>
                    <a:cubicBezTo>
                      <a:pt x="17" y="2"/>
                      <a:pt x="24" y="0"/>
                      <a:pt x="31" y="2"/>
                    </a:cubicBezTo>
                    <a:cubicBezTo>
                      <a:pt x="36" y="3"/>
                      <a:pt x="44" y="7"/>
                      <a:pt x="48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2" name="Freeform 5264">
                <a:extLst>
                  <a:ext uri="{FF2B5EF4-FFF2-40B4-BE49-F238E27FC236}">
                    <a16:creationId xmlns:a16="http://schemas.microsoft.com/office/drawing/2014/main" id="{57521A6F-D525-4B94-9986-C00564F89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1917"/>
                <a:ext cx="120" cy="24"/>
              </a:xfrm>
              <a:custGeom>
                <a:avLst/>
                <a:gdLst>
                  <a:gd name="T0" fmla="*/ 0 w 48"/>
                  <a:gd name="T1" fmla="*/ 171 h 9"/>
                  <a:gd name="T2" fmla="*/ 425 w 48"/>
                  <a:gd name="T3" fmla="*/ 21 h 9"/>
                  <a:gd name="T4" fmla="*/ 750 w 48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9">
                    <a:moveTo>
                      <a:pt x="0" y="9"/>
                    </a:moveTo>
                    <a:cubicBezTo>
                      <a:pt x="9" y="8"/>
                      <a:pt x="17" y="2"/>
                      <a:pt x="27" y="1"/>
                    </a:cubicBezTo>
                    <a:cubicBezTo>
                      <a:pt x="34" y="0"/>
                      <a:pt x="42" y="2"/>
                      <a:pt x="48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3" name="Freeform 5265">
                <a:extLst>
                  <a:ext uri="{FF2B5EF4-FFF2-40B4-BE49-F238E27FC236}">
                    <a16:creationId xmlns:a16="http://schemas.microsoft.com/office/drawing/2014/main" id="{65DF9515-6B22-4180-9A38-6FA6BB976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781"/>
                <a:ext cx="818" cy="195"/>
              </a:xfrm>
              <a:custGeom>
                <a:avLst/>
                <a:gdLst>
                  <a:gd name="T0" fmla="*/ 0 w 327"/>
                  <a:gd name="T1" fmla="*/ 1183 h 73"/>
                  <a:gd name="T2" fmla="*/ 658 w 327"/>
                  <a:gd name="T3" fmla="*/ 1127 h 73"/>
                  <a:gd name="T4" fmla="*/ 1063 w 327"/>
                  <a:gd name="T5" fmla="*/ 1071 h 73"/>
                  <a:gd name="T6" fmla="*/ 1363 w 327"/>
                  <a:gd name="T7" fmla="*/ 1028 h 73"/>
                  <a:gd name="T8" fmla="*/ 1709 w 327"/>
                  <a:gd name="T9" fmla="*/ 879 h 73"/>
                  <a:gd name="T10" fmla="*/ 2146 w 327"/>
                  <a:gd name="T11" fmla="*/ 914 h 73"/>
                  <a:gd name="T12" fmla="*/ 2909 w 327"/>
                  <a:gd name="T13" fmla="*/ 727 h 73"/>
                  <a:gd name="T14" fmla="*/ 3285 w 327"/>
                  <a:gd name="T15" fmla="*/ 743 h 73"/>
                  <a:gd name="T16" fmla="*/ 3647 w 327"/>
                  <a:gd name="T17" fmla="*/ 593 h 73"/>
                  <a:gd name="T18" fmla="*/ 4022 w 327"/>
                  <a:gd name="T19" fmla="*/ 606 h 73"/>
                  <a:gd name="T20" fmla="*/ 4443 w 327"/>
                  <a:gd name="T21" fmla="*/ 572 h 73"/>
                  <a:gd name="T22" fmla="*/ 4743 w 327"/>
                  <a:gd name="T23" fmla="*/ 401 h 73"/>
                  <a:gd name="T24" fmla="*/ 4993 w 327"/>
                  <a:gd name="T25" fmla="*/ 248 h 73"/>
                  <a:gd name="T26" fmla="*/ 5118 w 327"/>
                  <a:gd name="T27" fmla="*/ 0 h 7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7" h="73">
                    <a:moveTo>
                      <a:pt x="0" y="62"/>
                    </a:moveTo>
                    <a:cubicBezTo>
                      <a:pt x="12" y="73"/>
                      <a:pt x="30" y="63"/>
                      <a:pt x="42" y="59"/>
                    </a:cubicBezTo>
                    <a:cubicBezTo>
                      <a:pt x="50" y="56"/>
                      <a:pt x="60" y="53"/>
                      <a:pt x="68" y="56"/>
                    </a:cubicBezTo>
                    <a:cubicBezTo>
                      <a:pt x="76" y="58"/>
                      <a:pt x="80" y="58"/>
                      <a:pt x="87" y="54"/>
                    </a:cubicBezTo>
                    <a:cubicBezTo>
                      <a:pt x="94" y="50"/>
                      <a:pt x="100" y="47"/>
                      <a:pt x="109" y="46"/>
                    </a:cubicBezTo>
                    <a:cubicBezTo>
                      <a:pt x="118" y="46"/>
                      <a:pt x="127" y="48"/>
                      <a:pt x="137" y="48"/>
                    </a:cubicBezTo>
                    <a:cubicBezTo>
                      <a:pt x="154" y="47"/>
                      <a:pt x="168" y="36"/>
                      <a:pt x="186" y="38"/>
                    </a:cubicBezTo>
                    <a:cubicBezTo>
                      <a:pt x="195" y="39"/>
                      <a:pt x="201" y="41"/>
                      <a:pt x="210" y="39"/>
                    </a:cubicBezTo>
                    <a:cubicBezTo>
                      <a:pt x="218" y="37"/>
                      <a:pt x="225" y="34"/>
                      <a:pt x="233" y="31"/>
                    </a:cubicBezTo>
                    <a:cubicBezTo>
                      <a:pt x="241" y="29"/>
                      <a:pt x="249" y="31"/>
                      <a:pt x="257" y="32"/>
                    </a:cubicBezTo>
                    <a:cubicBezTo>
                      <a:pt x="266" y="34"/>
                      <a:pt x="275" y="34"/>
                      <a:pt x="284" y="30"/>
                    </a:cubicBezTo>
                    <a:cubicBezTo>
                      <a:pt x="290" y="27"/>
                      <a:pt x="296" y="24"/>
                      <a:pt x="303" y="21"/>
                    </a:cubicBezTo>
                    <a:cubicBezTo>
                      <a:pt x="308" y="18"/>
                      <a:pt x="315" y="16"/>
                      <a:pt x="319" y="13"/>
                    </a:cubicBezTo>
                    <a:cubicBezTo>
                      <a:pt x="323" y="10"/>
                      <a:pt x="324" y="3"/>
                      <a:pt x="32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4" name="Freeform 5266">
                <a:extLst>
                  <a:ext uri="{FF2B5EF4-FFF2-40B4-BE49-F238E27FC236}">
                    <a16:creationId xmlns:a16="http://schemas.microsoft.com/office/drawing/2014/main" id="{7D605DB3-1392-4F32-BB52-C6130516B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923"/>
                <a:ext cx="47" cy="8"/>
              </a:xfrm>
              <a:custGeom>
                <a:avLst/>
                <a:gdLst>
                  <a:gd name="T0" fmla="*/ 0 w 19"/>
                  <a:gd name="T1" fmla="*/ 0 h 3"/>
                  <a:gd name="T2" fmla="*/ 121 w 19"/>
                  <a:gd name="T3" fmla="*/ 0 h 3"/>
                  <a:gd name="T4" fmla="*/ 287 w 19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">
                    <a:moveTo>
                      <a:pt x="0" y="0"/>
                    </a:moveTo>
                    <a:cubicBezTo>
                      <a:pt x="2" y="2"/>
                      <a:pt x="6" y="0"/>
                      <a:pt x="8" y="0"/>
                    </a:cubicBezTo>
                    <a:cubicBezTo>
                      <a:pt x="12" y="0"/>
                      <a:pt x="15" y="1"/>
                      <a:pt x="19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5" name="Freeform 5267">
                <a:extLst>
                  <a:ext uri="{FF2B5EF4-FFF2-40B4-BE49-F238E27FC236}">
                    <a16:creationId xmlns:a16="http://schemas.microsoft.com/office/drawing/2014/main" id="{EEC7D8A2-2656-4868-B7CE-327F03746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912"/>
                <a:ext cx="102" cy="29"/>
              </a:xfrm>
              <a:custGeom>
                <a:avLst/>
                <a:gdLst>
                  <a:gd name="T0" fmla="*/ 0 w 41"/>
                  <a:gd name="T1" fmla="*/ 76 h 11"/>
                  <a:gd name="T2" fmla="*/ 632 w 4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1">
                    <a:moveTo>
                      <a:pt x="0" y="4"/>
                    </a:moveTo>
                    <a:cubicBezTo>
                      <a:pt x="15" y="11"/>
                      <a:pt x="28" y="5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6" name="Freeform 5268">
                <a:extLst>
                  <a:ext uri="{FF2B5EF4-FFF2-40B4-BE49-F238E27FC236}">
                    <a16:creationId xmlns:a16="http://schemas.microsoft.com/office/drawing/2014/main" id="{664C2E28-CD15-4EC1-A2A6-0F3FAAAB2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869"/>
                <a:ext cx="135" cy="35"/>
              </a:xfrm>
              <a:custGeom>
                <a:avLst/>
                <a:gdLst>
                  <a:gd name="T0" fmla="*/ 0 w 54"/>
                  <a:gd name="T1" fmla="*/ 253 h 13"/>
                  <a:gd name="T2" fmla="*/ 613 w 54"/>
                  <a:gd name="T3" fmla="*/ 22 h 13"/>
                  <a:gd name="T4" fmla="*/ 845 w 54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3">
                    <a:moveTo>
                      <a:pt x="0" y="13"/>
                    </a:moveTo>
                    <a:cubicBezTo>
                      <a:pt x="11" y="4"/>
                      <a:pt x="25" y="0"/>
                      <a:pt x="39" y="1"/>
                    </a:cubicBezTo>
                    <a:cubicBezTo>
                      <a:pt x="44" y="1"/>
                      <a:pt x="48" y="4"/>
                      <a:pt x="54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7" name="Freeform 5269">
                <a:extLst>
                  <a:ext uri="{FF2B5EF4-FFF2-40B4-BE49-F238E27FC236}">
                    <a16:creationId xmlns:a16="http://schemas.microsoft.com/office/drawing/2014/main" id="{533BF9BC-FD0A-4503-94CE-F925C9CD0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795"/>
                <a:ext cx="310" cy="53"/>
              </a:xfrm>
              <a:custGeom>
                <a:avLst/>
                <a:gdLst>
                  <a:gd name="T0" fmla="*/ 0 w 124"/>
                  <a:gd name="T1" fmla="*/ 239 h 20"/>
                  <a:gd name="T2" fmla="*/ 520 w 124"/>
                  <a:gd name="T3" fmla="*/ 281 h 20"/>
                  <a:gd name="T4" fmla="*/ 1208 w 124"/>
                  <a:gd name="T5" fmla="*/ 170 h 20"/>
                  <a:gd name="T6" fmla="*/ 1645 w 124"/>
                  <a:gd name="T7" fmla="*/ 170 h 20"/>
                  <a:gd name="T8" fmla="*/ 1938 w 124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20">
                    <a:moveTo>
                      <a:pt x="0" y="13"/>
                    </a:moveTo>
                    <a:cubicBezTo>
                      <a:pt x="9" y="20"/>
                      <a:pt x="22" y="18"/>
                      <a:pt x="33" y="15"/>
                    </a:cubicBezTo>
                    <a:cubicBezTo>
                      <a:pt x="44" y="11"/>
                      <a:pt x="64" y="4"/>
                      <a:pt x="77" y="9"/>
                    </a:cubicBezTo>
                    <a:cubicBezTo>
                      <a:pt x="88" y="13"/>
                      <a:pt x="93" y="13"/>
                      <a:pt x="105" y="9"/>
                    </a:cubicBezTo>
                    <a:cubicBezTo>
                      <a:pt x="111" y="7"/>
                      <a:pt x="119" y="4"/>
                      <a:pt x="12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8" name="Freeform 5270">
                <a:extLst>
                  <a:ext uri="{FF2B5EF4-FFF2-40B4-BE49-F238E27FC236}">
                    <a16:creationId xmlns:a16="http://schemas.microsoft.com/office/drawing/2014/main" id="{FF3ED9C2-FEC0-45A7-B950-5B5C0570A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824"/>
                <a:ext cx="128" cy="40"/>
              </a:xfrm>
              <a:custGeom>
                <a:avLst/>
                <a:gdLst>
                  <a:gd name="T0" fmla="*/ 0 w 51"/>
                  <a:gd name="T1" fmla="*/ 115 h 15"/>
                  <a:gd name="T2" fmla="*/ 806 w 51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5">
                    <a:moveTo>
                      <a:pt x="0" y="6"/>
                    </a:moveTo>
                    <a:cubicBezTo>
                      <a:pt x="15" y="15"/>
                      <a:pt x="36" y="6"/>
                      <a:pt x="5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9" name="Freeform 5271">
                <a:extLst>
                  <a:ext uri="{FF2B5EF4-FFF2-40B4-BE49-F238E27FC236}">
                    <a16:creationId xmlns:a16="http://schemas.microsoft.com/office/drawing/2014/main" id="{1B66423B-1647-43D9-98FB-230E74FE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867"/>
                <a:ext cx="100" cy="32"/>
              </a:xfrm>
              <a:custGeom>
                <a:avLst/>
                <a:gdLst>
                  <a:gd name="T0" fmla="*/ 0 w 40"/>
                  <a:gd name="T1" fmla="*/ 136 h 12"/>
                  <a:gd name="T2" fmla="*/ 625 w 40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2">
                    <a:moveTo>
                      <a:pt x="0" y="7"/>
                    </a:moveTo>
                    <a:cubicBezTo>
                      <a:pt x="11" y="12"/>
                      <a:pt x="33" y="7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0" name="Freeform 5272">
                <a:extLst>
                  <a:ext uri="{FF2B5EF4-FFF2-40B4-BE49-F238E27FC236}">
                    <a16:creationId xmlns:a16="http://schemas.microsoft.com/office/drawing/2014/main" id="{3BC89AA3-4A26-4AF7-BBEC-6FFC0E0B2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880"/>
                <a:ext cx="113" cy="45"/>
              </a:xfrm>
              <a:custGeom>
                <a:avLst/>
                <a:gdLst>
                  <a:gd name="T0" fmla="*/ 0 w 45"/>
                  <a:gd name="T1" fmla="*/ 315 h 17"/>
                  <a:gd name="T2" fmla="*/ 492 w 45"/>
                  <a:gd name="T3" fmla="*/ 34 h 17"/>
                  <a:gd name="T4" fmla="*/ 713 w 45"/>
                  <a:gd name="T5" fmla="*/ 18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7">
                    <a:moveTo>
                      <a:pt x="0" y="17"/>
                    </a:moveTo>
                    <a:cubicBezTo>
                      <a:pt x="9" y="9"/>
                      <a:pt x="18" y="0"/>
                      <a:pt x="31" y="2"/>
                    </a:cubicBezTo>
                    <a:cubicBezTo>
                      <a:pt x="37" y="3"/>
                      <a:pt x="40" y="8"/>
                      <a:pt x="45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1" name="Freeform 5273">
                <a:extLst>
                  <a:ext uri="{FF2B5EF4-FFF2-40B4-BE49-F238E27FC236}">
                    <a16:creationId xmlns:a16="http://schemas.microsoft.com/office/drawing/2014/main" id="{CE42E572-98CF-425A-8879-D504C016C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747"/>
                <a:ext cx="468" cy="66"/>
              </a:xfrm>
              <a:custGeom>
                <a:avLst/>
                <a:gdLst>
                  <a:gd name="T0" fmla="*/ 0 w 187"/>
                  <a:gd name="T1" fmla="*/ 314 h 25"/>
                  <a:gd name="T2" fmla="*/ 333 w 187"/>
                  <a:gd name="T3" fmla="*/ 383 h 25"/>
                  <a:gd name="T4" fmla="*/ 583 w 187"/>
                  <a:gd name="T5" fmla="*/ 314 h 25"/>
                  <a:gd name="T6" fmla="*/ 708 w 187"/>
                  <a:gd name="T7" fmla="*/ 383 h 25"/>
                  <a:gd name="T8" fmla="*/ 959 w 187"/>
                  <a:gd name="T9" fmla="*/ 238 h 25"/>
                  <a:gd name="T10" fmla="*/ 1271 w 187"/>
                  <a:gd name="T11" fmla="*/ 203 h 25"/>
                  <a:gd name="T12" fmla="*/ 1910 w 187"/>
                  <a:gd name="T13" fmla="*/ 182 h 25"/>
                  <a:gd name="T14" fmla="*/ 2210 w 187"/>
                  <a:gd name="T15" fmla="*/ 21 h 25"/>
                  <a:gd name="T16" fmla="*/ 2463 w 187"/>
                  <a:gd name="T17" fmla="*/ 55 h 25"/>
                  <a:gd name="T18" fmla="*/ 2931 w 187"/>
                  <a:gd name="T19" fmla="*/ 55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7" h="25">
                    <a:moveTo>
                      <a:pt x="0" y="17"/>
                    </a:moveTo>
                    <a:cubicBezTo>
                      <a:pt x="2" y="25"/>
                      <a:pt x="15" y="22"/>
                      <a:pt x="21" y="21"/>
                    </a:cubicBezTo>
                    <a:cubicBezTo>
                      <a:pt x="26" y="20"/>
                      <a:pt x="31" y="16"/>
                      <a:pt x="37" y="17"/>
                    </a:cubicBezTo>
                    <a:cubicBezTo>
                      <a:pt x="40" y="17"/>
                      <a:pt x="42" y="20"/>
                      <a:pt x="45" y="21"/>
                    </a:cubicBezTo>
                    <a:cubicBezTo>
                      <a:pt x="52" y="22"/>
                      <a:pt x="55" y="16"/>
                      <a:pt x="61" y="13"/>
                    </a:cubicBezTo>
                    <a:cubicBezTo>
                      <a:pt x="66" y="10"/>
                      <a:pt x="75" y="11"/>
                      <a:pt x="81" y="11"/>
                    </a:cubicBezTo>
                    <a:cubicBezTo>
                      <a:pt x="95" y="11"/>
                      <a:pt x="108" y="16"/>
                      <a:pt x="122" y="10"/>
                    </a:cubicBezTo>
                    <a:cubicBezTo>
                      <a:pt x="128" y="7"/>
                      <a:pt x="133" y="2"/>
                      <a:pt x="141" y="1"/>
                    </a:cubicBezTo>
                    <a:cubicBezTo>
                      <a:pt x="146" y="0"/>
                      <a:pt x="152" y="1"/>
                      <a:pt x="157" y="3"/>
                    </a:cubicBezTo>
                    <a:cubicBezTo>
                      <a:pt x="168" y="8"/>
                      <a:pt x="175" y="6"/>
                      <a:pt x="187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2" name="Freeform 5274">
                <a:extLst>
                  <a:ext uri="{FF2B5EF4-FFF2-40B4-BE49-F238E27FC236}">
                    <a16:creationId xmlns:a16="http://schemas.microsoft.com/office/drawing/2014/main" id="{F5F7B03F-234F-4703-822C-FEEBA4E00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784"/>
                <a:ext cx="120" cy="35"/>
              </a:xfrm>
              <a:custGeom>
                <a:avLst/>
                <a:gdLst>
                  <a:gd name="T0" fmla="*/ 0 w 48"/>
                  <a:gd name="T1" fmla="*/ 81 h 13"/>
                  <a:gd name="T2" fmla="*/ 563 w 48"/>
                  <a:gd name="T3" fmla="*/ 159 h 13"/>
                  <a:gd name="T4" fmla="*/ 750 w 4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3">
                    <a:moveTo>
                      <a:pt x="0" y="4"/>
                    </a:moveTo>
                    <a:cubicBezTo>
                      <a:pt x="6" y="13"/>
                      <a:pt x="27" y="12"/>
                      <a:pt x="36" y="8"/>
                    </a:cubicBezTo>
                    <a:cubicBezTo>
                      <a:pt x="41" y="6"/>
                      <a:pt x="44" y="2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3" name="Freeform 5275">
                <a:extLst>
                  <a:ext uri="{FF2B5EF4-FFF2-40B4-BE49-F238E27FC236}">
                    <a16:creationId xmlns:a16="http://schemas.microsoft.com/office/drawing/2014/main" id="{9229B347-E23A-4763-BA8B-F4FCB157D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840"/>
                <a:ext cx="153" cy="37"/>
              </a:xfrm>
              <a:custGeom>
                <a:avLst/>
                <a:gdLst>
                  <a:gd name="T0" fmla="*/ 314 w 61"/>
                  <a:gd name="T1" fmla="*/ 90 h 14"/>
                  <a:gd name="T2" fmla="*/ 660 w 61"/>
                  <a:gd name="T3" fmla="*/ 21 h 14"/>
                  <a:gd name="T4" fmla="*/ 963 w 61"/>
                  <a:gd name="T5" fmla="*/ 90 h 14"/>
                  <a:gd name="T6" fmla="*/ 429 w 61"/>
                  <a:gd name="T7" fmla="*/ 238 h 14"/>
                  <a:gd name="T8" fmla="*/ 0 w 61"/>
                  <a:gd name="T9" fmla="*/ 22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4">
                    <a:moveTo>
                      <a:pt x="20" y="5"/>
                    </a:moveTo>
                    <a:cubicBezTo>
                      <a:pt x="26" y="1"/>
                      <a:pt x="35" y="0"/>
                      <a:pt x="42" y="1"/>
                    </a:cubicBezTo>
                    <a:cubicBezTo>
                      <a:pt x="48" y="2"/>
                      <a:pt x="54" y="6"/>
                      <a:pt x="61" y="5"/>
                    </a:cubicBezTo>
                    <a:cubicBezTo>
                      <a:pt x="50" y="6"/>
                      <a:pt x="38" y="10"/>
                      <a:pt x="27" y="13"/>
                    </a:cubicBezTo>
                    <a:cubicBezTo>
                      <a:pt x="18" y="14"/>
                      <a:pt x="9" y="13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4" name="Freeform 5276">
                <a:extLst>
                  <a:ext uri="{FF2B5EF4-FFF2-40B4-BE49-F238E27FC236}">
                    <a16:creationId xmlns:a16="http://schemas.microsoft.com/office/drawing/2014/main" id="{F68DE6BA-05D2-48D5-85D3-F3726829A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805"/>
                <a:ext cx="110" cy="56"/>
              </a:xfrm>
              <a:custGeom>
                <a:avLst/>
                <a:gdLst>
                  <a:gd name="T0" fmla="*/ 0 w 44"/>
                  <a:gd name="T1" fmla="*/ 136 h 21"/>
                  <a:gd name="T2" fmla="*/ 688 w 4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1">
                    <a:moveTo>
                      <a:pt x="0" y="7"/>
                    </a:moveTo>
                    <a:cubicBezTo>
                      <a:pt x="7" y="21"/>
                      <a:pt x="41" y="10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5" name="Freeform 5277">
                <a:extLst>
                  <a:ext uri="{FF2B5EF4-FFF2-40B4-BE49-F238E27FC236}">
                    <a16:creationId xmlns:a16="http://schemas.microsoft.com/office/drawing/2014/main" id="{BD16111A-E658-48D4-835A-93F28A3EE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803"/>
                <a:ext cx="75" cy="56"/>
              </a:xfrm>
              <a:custGeom>
                <a:avLst/>
                <a:gdLst>
                  <a:gd name="T0" fmla="*/ 0 w 30"/>
                  <a:gd name="T1" fmla="*/ 363 h 21"/>
                  <a:gd name="T2" fmla="*/ 363 w 30"/>
                  <a:gd name="T3" fmla="*/ 227 h 21"/>
                  <a:gd name="T4" fmla="*/ 470 w 30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19"/>
                    </a:moveTo>
                    <a:cubicBezTo>
                      <a:pt x="5" y="21"/>
                      <a:pt x="19" y="16"/>
                      <a:pt x="23" y="12"/>
                    </a:cubicBezTo>
                    <a:cubicBezTo>
                      <a:pt x="27" y="9"/>
                      <a:pt x="26" y="4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6" name="Freeform 5278">
                <a:extLst>
                  <a:ext uri="{FF2B5EF4-FFF2-40B4-BE49-F238E27FC236}">
                    <a16:creationId xmlns:a16="http://schemas.microsoft.com/office/drawing/2014/main" id="{38EAECD4-CEFB-4827-BC02-836A68195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760"/>
                <a:ext cx="178" cy="72"/>
              </a:xfrm>
              <a:custGeom>
                <a:avLst/>
                <a:gdLst>
                  <a:gd name="T0" fmla="*/ 0 w 71"/>
                  <a:gd name="T1" fmla="*/ 491 h 27"/>
                  <a:gd name="T2" fmla="*/ 188 w 71"/>
                  <a:gd name="T3" fmla="*/ 477 h 27"/>
                  <a:gd name="T4" fmla="*/ 722 w 71"/>
                  <a:gd name="T5" fmla="*/ 341 h 27"/>
                  <a:gd name="T6" fmla="*/ 1005 w 71"/>
                  <a:gd name="T7" fmla="*/ 77 h 27"/>
                  <a:gd name="T8" fmla="*/ 1118 w 71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27">
                    <a:moveTo>
                      <a:pt x="0" y="26"/>
                    </a:moveTo>
                    <a:cubicBezTo>
                      <a:pt x="1" y="27"/>
                      <a:pt x="9" y="25"/>
                      <a:pt x="12" y="25"/>
                    </a:cubicBezTo>
                    <a:cubicBezTo>
                      <a:pt x="24" y="24"/>
                      <a:pt x="35" y="24"/>
                      <a:pt x="46" y="18"/>
                    </a:cubicBezTo>
                    <a:cubicBezTo>
                      <a:pt x="53" y="15"/>
                      <a:pt x="57" y="8"/>
                      <a:pt x="64" y="4"/>
                    </a:cubicBezTo>
                    <a:cubicBezTo>
                      <a:pt x="66" y="3"/>
                      <a:pt x="70" y="3"/>
                      <a:pt x="7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7" name="Freeform 5279">
                <a:extLst>
                  <a:ext uri="{FF2B5EF4-FFF2-40B4-BE49-F238E27FC236}">
                    <a16:creationId xmlns:a16="http://schemas.microsoft.com/office/drawing/2014/main" id="{74051AD3-F1AC-4E2A-8304-30C14E44E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1779"/>
                <a:ext cx="87" cy="10"/>
              </a:xfrm>
              <a:custGeom>
                <a:avLst/>
                <a:gdLst>
                  <a:gd name="T0" fmla="*/ 0 w 35"/>
                  <a:gd name="T1" fmla="*/ 20 h 4"/>
                  <a:gd name="T2" fmla="*/ 321 w 35"/>
                  <a:gd name="T3" fmla="*/ 33 h 4"/>
                  <a:gd name="T4" fmla="*/ 445 w 35"/>
                  <a:gd name="T5" fmla="*/ 0 h 4"/>
                  <a:gd name="T6" fmla="*/ 537 w 3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">
                    <a:moveTo>
                      <a:pt x="0" y="1"/>
                    </a:moveTo>
                    <a:cubicBezTo>
                      <a:pt x="6" y="3"/>
                      <a:pt x="15" y="4"/>
                      <a:pt x="21" y="2"/>
                    </a:cubicBezTo>
                    <a:cubicBezTo>
                      <a:pt x="24" y="1"/>
                      <a:pt x="26" y="0"/>
                      <a:pt x="29" y="0"/>
                    </a:cubicBezTo>
                    <a:cubicBezTo>
                      <a:pt x="31" y="0"/>
                      <a:pt x="32" y="2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8" name="Freeform 5280">
                <a:extLst>
                  <a:ext uri="{FF2B5EF4-FFF2-40B4-BE49-F238E27FC236}">
                    <a16:creationId xmlns:a16="http://schemas.microsoft.com/office/drawing/2014/main" id="{00DCE7FA-AE59-431A-9AE2-66CC99EEA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939"/>
                <a:ext cx="102" cy="40"/>
              </a:xfrm>
              <a:custGeom>
                <a:avLst/>
                <a:gdLst>
                  <a:gd name="T0" fmla="*/ 0 w 41"/>
                  <a:gd name="T1" fmla="*/ 264 h 15"/>
                  <a:gd name="T2" fmla="*/ 12 w 41"/>
                  <a:gd name="T3" fmla="*/ 285 h 15"/>
                  <a:gd name="T4" fmla="*/ 632 w 41"/>
                  <a:gd name="T5" fmla="*/ 19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5">
                    <a:moveTo>
                      <a:pt x="0" y="14"/>
                    </a:moveTo>
                    <a:cubicBezTo>
                      <a:pt x="0" y="15"/>
                      <a:pt x="0" y="15"/>
                      <a:pt x="1" y="15"/>
                    </a:cubicBezTo>
                    <a:cubicBezTo>
                      <a:pt x="11" y="8"/>
                      <a:pt x="30" y="0"/>
                      <a:pt x="41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9" name="Freeform 5281">
                <a:extLst>
                  <a:ext uri="{FF2B5EF4-FFF2-40B4-BE49-F238E27FC236}">
                    <a16:creationId xmlns:a16="http://schemas.microsoft.com/office/drawing/2014/main" id="{49C65FE2-0018-48E9-A840-95086227E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1605"/>
                <a:ext cx="900" cy="206"/>
              </a:xfrm>
              <a:custGeom>
                <a:avLst/>
                <a:gdLst>
                  <a:gd name="T0" fmla="*/ 0 w 360"/>
                  <a:gd name="T1" fmla="*/ 1474 h 77"/>
                  <a:gd name="T2" fmla="*/ 625 w 360"/>
                  <a:gd name="T3" fmla="*/ 1051 h 77"/>
                  <a:gd name="T4" fmla="*/ 1113 w 360"/>
                  <a:gd name="T5" fmla="*/ 1030 h 77"/>
                  <a:gd name="T6" fmla="*/ 1625 w 360"/>
                  <a:gd name="T7" fmla="*/ 672 h 77"/>
                  <a:gd name="T8" fmla="*/ 2095 w 360"/>
                  <a:gd name="T9" fmla="*/ 672 h 77"/>
                  <a:gd name="T10" fmla="*/ 2488 w 360"/>
                  <a:gd name="T11" fmla="*/ 803 h 77"/>
                  <a:gd name="T12" fmla="*/ 2833 w 360"/>
                  <a:gd name="T13" fmla="*/ 594 h 77"/>
                  <a:gd name="T14" fmla="*/ 3270 w 360"/>
                  <a:gd name="T15" fmla="*/ 615 h 77"/>
                  <a:gd name="T16" fmla="*/ 3688 w 360"/>
                  <a:gd name="T17" fmla="*/ 688 h 77"/>
                  <a:gd name="T18" fmla="*/ 4020 w 360"/>
                  <a:gd name="T19" fmla="*/ 516 h 77"/>
                  <a:gd name="T20" fmla="*/ 4313 w 360"/>
                  <a:gd name="T21" fmla="*/ 500 h 77"/>
                  <a:gd name="T22" fmla="*/ 4720 w 360"/>
                  <a:gd name="T23" fmla="*/ 573 h 77"/>
                  <a:gd name="T24" fmla="*/ 5063 w 360"/>
                  <a:gd name="T25" fmla="*/ 401 h 77"/>
                  <a:gd name="T26" fmla="*/ 5458 w 360"/>
                  <a:gd name="T27" fmla="*/ 286 h 77"/>
                  <a:gd name="T28" fmla="*/ 5595 w 360"/>
                  <a:gd name="T29" fmla="*/ 115 h 77"/>
                  <a:gd name="T30" fmla="*/ 5625 w 360"/>
                  <a:gd name="T31" fmla="*/ 0 h 7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0" h="77">
                    <a:moveTo>
                      <a:pt x="0" y="77"/>
                    </a:moveTo>
                    <a:cubicBezTo>
                      <a:pt x="10" y="67"/>
                      <a:pt x="24" y="51"/>
                      <a:pt x="40" y="55"/>
                    </a:cubicBezTo>
                    <a:cubicBezTo>
                      <a:pt x="51" y="58"/>
                      <a:pt x="60" y="60"/>
                      <a:pt x="71" y="54"/>
                    </a:cubicBezTo>
                    <a:cubicBezTo>
                      <a:pt x="83" y="49"/>
                      <a:pt x="91" y="39"/>
                      <a:pt x="104" y="35"/>
                    </a:cubicBezTo>
                    <a:cubicBezTo>
                      <a:pt x="113" y="32"/>
                      <a:pt x="124" y="31"/>
                      <a:pt x="134" y="35"/>
                    </a:cubicBezTo>
                    <a:cubicBezTo>
                      <a:pt x="142" y="39"/>
                      <a:pt x="150" y="43"/>
                      <a:pt x="159" y="42"/>
                    </a:cubicBezTo>
                    <a:cubicBezTo>
                      <a:pt x="167" y="40"/>
                      <a:pt x="173" y="34"/>
                      <a:pt x="181" y="31"/>
                    </a:cubicBezTo>
                    <a:cubicBezTo>
                      <a:pt x="191" y="27"/>
                      <a:pt x="199" y="28"/>
                      <a:pt x="209" y="32"/>
                    </a:cubicBezTo>
                    <a:cubicBezTo>
                      <a:pt x="218" y="35"/>
                      <a:pt x="227" y="38"/>
                      <a:pt x="236" y="36"/>
                    </a:cubicBezTo>
                    <a:cubicBezTo>
                      <a:pt x="244" y="34"/>
                      <a:pt x="250" y="30"/>
                      <a:pt x="257" y="27"/>
                    </a:cubicBezTo>
                    <a:cubicBezTo>
                      <a:pt x="263" y="26"/>
                      <a:pt x="270" y="25"/>
                      <a:pt x="276" y="26"/>
                    </a:cubicBezTo>
                    <a:cubicBezTo>
                      <a:pt x="286" y="29"/>
                      <a:pt x="291" y="32"/>
                      <a:pt x="302" y="30"/>
                    </a:cubicBezTo>
                    <a:cubicBezTo>
                      <a:pt x="311" y="28"/>
                      <a:pt x="316" y="25"/>
                      <a:pt x="324" y="21"/>
                    </a:cubicBezTo>
                    <a:cubicBezTo>
                      <a:pt x="332" y="18"/>
                      <a:pt x="341" y="18"/>
                      <a:pt x="349" y="15"/>
                    </a:cubicBezTo>
                    <a:cubicBezTo>
                      <a:pt x="354" y="13"/>
                      <a:pt x="356" y="11"/>
                      <a:pt x="358" y="6"/>
                    </a:cubicBezTo>
                    <a:cubicBezTo>
                      <a:pt x="358" y="4"/>
                      <a:pt x="358" y="2"/>
                      <a:pt x="36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0" name="Freeform 5282">
                <a:extLst>
                  <a:ext uri="{FF2B5EF4-FFF2-40B4-BE49-F238E27FC236}">
                    <a16:creationId xmlns:a16="http://schemas.microsoft.com/office/drawing/2014/main" id="{C42D9A38-F7FD-45A2-88D6-2A47A2921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699"/>
                <a:ext cx="233" cy="88"/>
              </a:xfrm>
              <a:custGeom>
                <a:avLst/>
                <a:gdLst>
                  <a:gd name="T0" fmla="*/ 0 w 93"/>
                  <a:gd name="T1" fmla="*/ 512 h 33"/>
                  <a:gd name="T2" fmla="*/ 188 w 93"/>
                  <a:gd name="T3" fmla="*/ 533 h 33"/>
                  <a:gd name="T4" fmla="*/ 458 w 93"/>
                  <a:gd name="T5" fmla="*/ 627 h 33"/>
                  <a:gd name="T6" fmla="*/ 772 w 93"/>
                  <a:gd name="T7" fmla="*/ 435 h 33"/>
                  <a:gd name="T8" fmla="*/ 1097 w 93"/>
                  <a:gd name="T9" fmla="*/ 93 h 33"/>
                  <a:gd name="T10" fmla="*/ 1463 w 93"/>
                  <a:gd name="T11" fmla="*/ 11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33">
                    <a:moveTo>
                      <a:pt x="0" y="27"/>
                    </a:moveTo>
                    <a:cubicBezTo>
                      <a:pt x="3" y="28"/>
                      <a:pt x="9" y="27"/>
                      <a:pt x="12" y="28"/>
                    </a:cubicBezTo>
                    <a:cubicBezTo>
                      <a:pt x="18" y="29"/>
                      <a:pt x="23" y="32"/>
                      <a:pt x="29" y="33"/>
                    </a:cubicBezTo>
                    <a:cubicBezTo>
                      <a:pt x="38" y="33"/>
                      <a:pt x="44" y="30"/>
                      <a:pt x="49" y="23"/>
                    </a:cubicBezTo>
                    <a:cubicBezTo>
                      <a:pt x="56" y="16"/>
                      <a:pt x="61" y="9"/>
                      <a:pt x="70" y="5"/>
                    </a:cubicBezTo>
                    <a:cubicBezTo>
                      <a:pt x="80" y="0"/>
                      <a:pt x="84" y="2"/>
                      <a:pt x="93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1" name="Freeform 5283">
                <a:extLst>
                  <a:ext uri="{FF2B5EF4-FFF2-40B4-BE49-F238E27FC236}">
                    <a16:creationId xmlns:a16="http://schemas.microsoft.com/office/drawing/2014/main" id="{9DD176C0-6E5D-4958-9606-5543FF626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691"/>
                <a:ext cx="115" cy="77"/>
              </a:xfrm>
              <a:custGeom>
                <a:avLst/>
                <a:gdLst>
                  <a:gd name="T0" fmla="*/ 0 w 46"/>
                  <a:gd name="T1" fmla="*/ 430 h 29"/>
                  <a:gd name="T2" fmla="*/ 458 w 46"/>
                  <a:gd name="T3" fmla="*/ 297 h 29"/>
                  <a:gd name="T4" fmla="*/ 645 w 46"/>
                  <a:gd name="T5" fmla="*/ 77 h 29"/>
                  <a:gd name="T6" fmla="*/ 720 w 46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9">
                    <a:moveTo>
                      <a:pt x="0" y="23"/>
                    </a:moveTo>
                    <a:cubicBezTo>
                      <a:pt x="7" y="29"/>
                      <a:pt x="23" y="20"/>
                      <a:pt x="29" y="16"/>
                    </a:cubicBezTo>
                    <a:cubicBezTo>
                      <a:pt x="34" y="13"/>
                      <a:pt x="37" y="8"/>
                      <a:pt x="41" y="4"/>
                    </a:cubicBezTo>
                    <a:cubicBezTo>
                      <a:pt x="43" y="2"/>
                      <a:pt x="44" y="1"/>
                      <a:pt x="4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2" name="Freeform 5284">
                <a:extLst>
                  <a:ext uri="{FF2B5EF4-FFF2-40B4-BE49-F238E27FC236}">
                    <a16:creationId xmlns:a16="http://schemas.microsoft.com/office/drawing/2014/main" id="{CDB5D49F-9DEA-4651-8272-7D574A2D0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707"/>
                <a:ext cx="335" cy="56"/>
              </a:xfrm>
              <a:custGeom>
                <a:avLst/>
                <a:gdLst>
                  <a:gd name="T0" fmla="*/ 0 w 134"/>
                  <a:gd name="T1" fmla="*/ 285 h 21"/>
                  <a:gd name="T2" fmla="*/ 208 w 134"/>
                  <a:gd name="T3" fmla="*/ 397 h 21"/>
                  <a:gd name="T4" fmla="*/ 688 w 134"/>
                  <a:gd name="T5" fmla="*/ 248 h 21"/>
                  <a:gd name="T6" fmla="*/ 1083 w 134"/>
                  <a:gd name="T7" fmla="*/ 285 h 21"/>
                  <a:gd name="T8" fmla="*/ 1270 w 134"/>
                  <a:gd name="T9" fmla="*/ 264 h 21"/>
                  <a:gd name="T10" fmla="*/ 1488 w 134"/>
                  <a:gd name="T11" fmla="*/ 171 h 21"/>
                  <a:gd name="T12" fmla="*/ 1845 w 134"/>
                  <a:gd name="T13" fmla="*/ 227 h 21"/>
                  <a:gd name="T14" fmla="*/ 2050 w 134"/>
                  <a:gd name="T15" fmla="*/ 136 h 21"/>
                  <a:gd name="T16" fmla="*/ 2095 w 134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1">
                    <a:moveTo>
                      <a:pt x="0" y="15"/>
                    </a:moveTo>
                    <a:cubicBezTo>
                      <a:pt x="5" y="16"/>
                      <a:pt x="7" y="20"/>
                      <a:pt x="13" y="21"/>
                    </a:cubicBezTo>
                    <a:cubicBezTo>
                      <a:pt x="24" y="21"/>
                      <a:pt x="34" y="15"/>
                      <a:pt x="44" y="13"/>
                    </a:cubicBezTo>
                    <a:cubicBezTo>
                      <a:pt x="54" y="11"/>
                      <a:pt x="60" y="13"/>
                      <a:pt x="69" y="15"/>
                    </a:cubicBezTo>
                    <a:cubicBezTo>
                      <a:pt x="73" y="16"/>
                      <a:pt x="77" y="15"/>
                      <a:pt x="81" y="14"/>
                    </a:cubicBezTo>
                    <a:cubicBezTo>
                      <a:pt x="86" y="12"/>
                      <a:pt x="90" y="10"/>
                      <a:pt x="95" y="9"/>
                    </a:cubicBezTo>
                    <a:cubicBezTo>
                      <a:pt x="102" y="9"/>
                      <a:pt x="110" y="12"/>
                      <a:pt x="118" y="12"/>
                    </a:cubicBezTo>
                    <a:cubicBezTo>
                      <a:pt x="123" y="12"/>
                      <a:pt x="128" y="11"/>
                      <a:pt x="131" y="7"/>
                    </a:cubicBezTo>
                    <a:cubicBezTo>
                      <a:pt x="132" y="5"/>
                      <a:pt x="133" y="1"/>
                      <a:pt x="13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3" name="Freeform 5285">
                <a:extLst>
                  <a:ext uri="{FF2B5EF4-FFF2-40B4-BE49-F238E27FC236}">
                    <a16:creationId xmlns:a16="http://schemas.microsoft.com/office/drawing/2014/main" id="{380EEDDD-F4DC-42B3-8BE4-8B5E239E2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723"/>
                <a:ext cx="107" cy="29"/>
              </a:xfrm>
              <a:custGeom>
                <a:avLst/>
                <a:gdLst>
                  <a:gd name="T0" fmla="*/ 0 w 43"/>
                  <a:gd name="T1" fmla="*/ 55 h 11"/>
                  <a:gd name="T2" fmla="*/ 353 w 43"/>
                  <a:gd name="T3" fmla="*/ 34 h 11"/>
                  <a:gd name="T4" fmla="*/ 662 w 43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1">
                    <a:moveTo>
                      <a:pt x="0" y="3"/>
                    </a:moveTo>
                    <a:cubicBezTo>
                      <a:pt x="5" y="5"/>
                      <a:pt x="16" y="0"/>
                      <a:pt x="23" y="2"/>
                    </a:cubicBezTo>
                    <a:cubicBezTo>
                      <a:pt x="28" y="4"/>
                      <a:pt x="38" y="9"/>
                      <a:pt x="43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4" name="Freeform 5286">
                <a:extLst>
                  <a:ext uri="{FF2B5EF4-FFF2-40B4-BE49-F238E27FC236}">
                    <a16:creationId xmlns:a16="http://schemas.microsoft.com/office/drawing/2014/main" id="{E433E24C-0E10-466B-8F05-46354733F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755"/>
                <a:ext cx="102" cy="48"/>
              </a:xfrm>
              <a:custGeom>
                <a:avLst/>
                <a:gdLst>
                  <a:gd name="T0" fmla="*/ 0 w 41"/>
                  <a:gd name="T1" fmla="*/ 149 h 18"/>
                  <a:gd name="T2" fmla="*/ 632 w 41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8">
                    <a:moveTo>
                      <a:pt x="0" y="8"/>
                    </a:moveTo>
                    <a:cubicBezTo>
                      <a:pt x="7" y="18"/>
                      <a:pt x="35" y="8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5" name="Freeform 5287">
                <a:extLst>
                  <a:ext uri="{FF2B5EF4-FFF2-40B4-BE49-F238E27FC236}">
                    <a16:creationId xmlns:a16="http://schemas.microsoft.com/office/drawing/2014/main" id="{4131EBAC-16B8-44FB-8232-5451F9DC2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723"/>
                <a:ext cx="120" cy="24"/>
              </a:xfrm>
              <a:custGeom>
                <a:avLst/>
                <a:gdLst>
                  <a:gd name="T0" fmla="*/ 0 w 48"/>
                  <a:gd name="T1" fmla="*/ 171 h 9"/>
                  <a:gd name="T2" fmla="*/ 158 w 48"/>
                  <a:gd name="T3" fmla="*/ 77 h 9"/>
                  <a:gd name="T4" fmla="*/ 470 w 48"/>
                  <a:gd name="T5" fmla="*/ 21 h 9"/>
                  <a:gd name="T6" fmla="*/ 750 w 48"/>
                  <a:gd name="T7" fmla="*/ 1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9">
                    <a:moveTo>
                      <a:pt x="0" y="9"/>
                    </a:moveTo>
                    <a:cubicBezTo>
                      <a:pt x="3" y="9"/>
                      <a:pt x="7" y="6"/>
                      <a:pt x="10" y="4"/>
                    </a:cubicBezTo>
                    <a:cubicBezTo>
                      <a:pt x="17" y="1"/>
                      <a:pt x="23" y="0"/>
                      <a:pt x="30" y="1"/>
                    </a:cubicBezTo>
                    <a:cubicBezTo>
                      <a:pt x="36" y="2"/>
                      <a:pt x="44" y="6"/>
                      <a:pt x="48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6" name="Freeform 5288">
                <a:extLst>
                  <a:ext uri="{FF2B5EF4-FFF2-40B4-BE49-F238E27FC236}">
                    <a16:creationId xmlns:a16="http://schemas.microsoft.com/office/drawing/2014/main" id="{996340CF-8C6B-48C9-9940-75CD247AE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675"/>
                <a:ext cx="117" cy="21"/>
              </a:xfrm>
              <a:custGeom>
                <a:avLst/>
                <a:gdLst>
                  <a:gd name="T0" fmla="*/ 0 w 47"/>
                  <a:gd name="T1" fmla="*/ 144 h 8"/>
                  <a:gd name="T2" fmla="*/ 403 w 47"/>
                  <a:gd name="T3" fmla="*/ 21 h 8"/>
                  <a:gd name="T4" fmla="*/ 724 w 47"/>
                  <a:gd name="T5" fmla="*/ 1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">
                    <a:moveTo>
                      <a:pt x="0" y="8"/>
                    </a:moveTo>
                    <a:cubicBezTo>
                      <a:pt x="9" y="8"/>
                      <a:pt x="17" y="2"/>
                      <a:pt x="26" y="1"/>
                    </a:cubicBezTo>
                    <a:cubicBezTo>
                      <a:pt x="33" y="0"/>
                      <a:pt x="41" y="2"/>
                      <a:pt x="47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7" name="Freeform 5289">
                <a:extLst>
                  <a:ext uri="{FF2B5EF4-FFF2-40B4-BE49-F238E27FC236}">
                    <a16:creationId xmlns:a16="http://schemas.microsoft.com/office/drawing/2014/main" id="{B86DDCB9-888F-43F4-BC9E-E7431A35E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1693"/>
                <a:ext cx="105" cy="43"/>
              </a:xfrm>
              <a:custGeom>
                <a:avLst/>
                <a:gdLst>
                  <a:gd name="T0" fmla="*/ 0 w 42"/>
                  <a:gd name="T1" fmla="*/ 274 h 16"/>
                  <a:gd name="T2" fmla="*/ 33 w 42"/>
                  <a:gd name="T3" fmla="*/ 312 h 16"/>
                  <a:gd name="T4" fmla="*/ 658 w 42"/>
                  <a:gd name="T5" fmla="*/ 19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6">
                    <a:moveTo>
                      <a:pt x="0" y="14"/>
                    </a:moveTo>
                    <a:cubicBezTo>
                      <a:pt x="0" y="15"/>
                      <a:pt x="1" y="16"/>
                      <a:pt x="2" y="16"/>
                    </a:cubicBezTo>
                    <a:cubicBezTo>
                      <a:pt x="11" y="9"/>
                      <a:pt x="31" y="0"/>
                      <a:pt x="42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8" name="Freeform 5290">
                <a:extLst>
                  <a:ext uri="{FF2B5EF4-FFF2-40B4-BE49-F238E27FC236}">
                    <a16:creationId xmlns:a16="http://schemas.microsoft.com/office/drawing/2014/main" id="{7BA2B11F-4E8C-4655-A8B9-B0DA39434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1728"/>
                <a:ext cx="62" cy="27"/>
              </a:xfrm>
              <a:custGeom>
                <a:avLst/>
                <a:gdLst>
                  <a:gd name="T0" fmla="*/ 0 w 25"/>
                  <a:gd name="T1" fmla="*/ 197 h 10"/>
                  <a:gd name="T2" fmla="*/ 382 w 2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10"/>
                    </a:moveTo>
                    <a:cubicBezTo>
                      <a:pt x="10" y="7"/>
                      <a:pt x="18" y="7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9" name="Freeform 5291">
                <a:extLst>
                  <a:ext uri="{FF2B5EF4-FFF2-40B4-BE49-F238E27FC236}">
                    <a16:creationId xmlns:a16="http://schemas.microsoft.com/office/drawing/2014/main" id="{71EA812A-ECB5-4EB5-B2A2-D48180CED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760"/>
                <a:ext cx="100" cy="61"/>
              </a:xfrm>
              <a:custGeom>
                <a:avLst/>
                <a:gdLst>
                  <a:gd name="T0" fmla="*/ 0 w 40"/>
                  <a:gd name="T1" fmla="*/ 353 h 23"/>
                  <a:gd name="T2" fmla="*/ 425 w 40"/>
                  <a:gd name="T3" fmla="*/ 294 h 23"/>
                  <a:gd name="T4" fmla="*/ 625 w 4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0" y="19"/>
                    </a:moveTo>
                    <a:cubicBezTo>
                      <a:pt x="8" y="23"/>
                      <a:pt x="20" y="21"/>
                      <a:pt x="27" y="16"/>
                    </a:cubicBezTo>
                    <a:cubicBezTo>
                      <a:pt x="33" y="12"/>
                      <a:pt x="34" y="4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0" name="Freeform 5292">
                <a:extLst>
                  <a:ext uri="{FF2B5EF4-FFF2-40B4-BE49-F238E27FC236}">
                    <a16:creationId xmlns:a16="http://schemas.microsoft.com/office/drawing/2014/main" id="{A2DE1AD9-215F-41C4-A3D4-B2ADDC494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768"/>
                <a:ext cx="115" cy="27"/>
              </a:xfrm>
              <a:custGeom>
                <a:avLst/>
                <a:gdLst>
                  <a:gd name="T0" fmla="*/ 0 w 46"/>
                  <a:gd name="T1" fmla="*/ 116 h 10"/>
                  <a:gd name="T2" fmla="*/ 458 w 46"/>
                  <a:gd name="T3" fmla="*/ 22 h 10"/>
                  <a:gd name="T4" fmla="*/ 720 w 46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0">
                    <a:moveTo>
                      <a:pt x="0" y="6"/>
                    </a:moveTo>
                    <a:cubicBezTo>
                      <a:pt x="10" y="10"/>
                      <a:pt x="19" y="1"/>
                      <a:pt x="29" y="1"/>
                    </a:cubicBezTo>
                    <a:cubicBezTo>
                      <a:pt x="35" y="0"/>
                      <a:pt x="40" y="1"/>
                      <a:pt x="46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1" name="Freeform 5293">
                <a:extLst>
                  <a:ext uri="{FF2B5EF4-FFF2-40B4-BE49-F238E27FC236}">
                    <a16:creationId xmlns:a16="http://schemas.microsoft.com/office/drawing/2014/main" id="{91351903-CE91-4F7A-97CB-A34037A9E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773"/>
                <a:ext cx="135" cy="56"/>
              </a:xfrm>
              <a:custGeom>
                <a:avLst/>
                <a:gdLst>
                  <a:gd name="T0" fmla="*/ 0 w 54"/>
                  <a:gd name="T1" fmla="*/ 264 h 21"/>
                  <a:gd name="T2" fmla="*/ 583 w 54"/>
                  <a:gd name="T3" fmla="*/ 205 h 21"/>
                  <a:gd name="T4" fmla="*/ 845 w 54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1">
                    <a:moveTo>
                      <a:pt x="0" y="14"/>
                    </a:moveTo>
                    <a:cubicBezTo>
                      <a:pt x="10" y="21"/>
                      <a:pt x="26" y="18"/>
                      <a:pt x="37" y="11"/>
                    </a:cubicBezTo>
                    <a:cubicBezTo>
                      <a:pt x="43" y="8"/>
                      <a:pt x="48" y="3"/>
                      <a:pt x="5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2" name="Freeform 5294">
                <a:extLst>
                  <a:ext uri="{FF2B5EF4-FFF2-40B4-BE49-F238E27FC236}">
                    <a16:creationId xmlns:a16="http://schemas.microsoft.com/office/drawing/2014/main" id="{7F8B85BB-1DE1-4CED-92B2-6E4178752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696"/>
                <a:ext cx="103" cy="45"/>
              </a:xfrm>
              <a:custGeom>
                <a:avLst/>
                <a:gdLst>
                  <a:gd name="T0" fmla="*/ 0 w 41"/>
                  <a:gd name="T1" fmla="*/ 34 h 17"/>
                  <a:gd name="T2" fmla="*/ 651 w 4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7">
                    <a:moveTo>
                      <a:pt x="0" y="2"/>
                    </a:moveTo>
                    <a:cubicBezTo>
                      <a:pt x="11" y="17"/>
                      <a:pt x="29" y="5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3" name="Freeform 5295">
                <a:extLst>
                  <a:ext uri="{FF2B5EF4-FFF2-40B4-BE49-F238E27FC236}">
                    <a16:creationId xmlns:a16="http://schemas.microsoft.com/office/drawing/2014/main" id="{99E21B92-422B-40A0-A13C-ECC84C9A2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648"/>
                <a:ext cx="205" cy="56"/>
              </a:xfrm>
              <a:custGeom>
                <a:avLst/>
                <a:gdLst>
                  <a:gd name="T0" fmla="*/ 0 w 82"/>
                  <a:gd name="T1" fmla="*/ 264 h 21"/>
                  <a:gd name="T2" fmla="*/ 770 w 82"/>
                  <a:gd name="T3" fmla="*/ 227 h 21"/>
                  <a:gd name="T4" fmla="*/ 1283 w 82"/>
                  <a:gd name="T5" fmla="*/ 26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21">
                    <a:moveTo>
                      <a:pt x="0" y="14"/>
                    </a:moveTo>
                    <a:cubicBezTo>
                      <a:pt x="14" y="0"/>
                      <a:pt x="35" y="0"/>
                      <a:pt x="49" y="12"/>
                    </a:cubicBezTo>
                    <a:cubicBezTo>
                      <a:pt x="58" y="19"/>
                      <a:pt x="72" y="21"/>
                      <a:pt x="82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4" name="Freeform 5296">
                <a:extLst>
                  <a:ext uri="{FF2B5EF4-FFF2-40B4-BE49-F238E27FC236}">
                    <a16:creationId xmlns:a16="http://schemas.microsoft.com/office/drawing/2014/main" id="{DD3130AB-3F15-42C6-BDA4-E595E4EBE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1635"/>
                <a:ext cx="122" cy="42"/>
              </a:xfrm>
              <a:custGeom>
                <a:avLst/>
                <a:gdLst>
                  <a:gd name="T0" fmla="*/ 0 w 49"/>
                  <a:gd name="T1" fmla="*/ 289 h 16"/>
                  <a:gd name="T2" fmla="*/ 495 w 49"/>
                  <a:gd name="T3" fmla="*/ 76 h 16"/>
                  <a:gd name="T4" fmla="*/ 757 w 49"/>
                  <a:gd name="T5" fmla="*/ 16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6">
                    <a:moveTo>
                      <a:pt x="0" y="16"/>
                    </a:moveTo>
                    <a:cubicBezTo>
                      <a:pt x="9" y="6"/>
                      <a:pt x="19" y="0"/>
                      <a:pt x="32" y="4"/>
                    </a:cubicBezTo>
                    <a:cubicBezTo>
                      <a:pt x="37" y="5"/>
                      <a:pt x="43" y="9"/>
                      <a:pt x="49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5" name="Freeform 5297">
                <a:extLst>
                  <a:ext uri="{FF2B5EF4-FFF2-40B4-BE49-F238E27FC236}">
                    <a16:creationId xmlns:a16="http://schemas.microsoft.com/office/drawing/2014/main" id="{0C438095-6F7D-4C06-8BE9-375CC4DE5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675"/>
                <a:ext cx="275" cy="50"/>
              </a:xfrm>
              <a:custGeom>
                <a:avLst/>
                <a:gdLst>
                  <a:gd name="T0" fmla="*/ 0 w 110"/>
                  <a:gd name="T1" fmla="*/ 166 h 19"/>
                  <a:gd name="T2" fmla="*/ 583 w 110"/>
                  <a:gd name="T3" fmla="*/ 145 h 19"/>
                  <a:gd name="T4" fmla="*/ 938 w 110"/>
                  <a:gd name="T5" fmla="*/ 21 h 19"/>
                  <a:gd name="T6" fmla="*/ 1175 w 110"/>
                  <a:gd name="T7" fmla="*/ 76 h 19"/>
                  <a:gd name="T8" fmla="*/ 1375 w 110"/>
                  <a:gd name="T9" fmla="*/ 89 h 19"/>
                  <a:gd name="T10" fmla="*/ 1500 w 110"/>
                  <a:gd name="T11" fmla="*/ 0 h 19"/>
                  <a:gd name="T12" fmla="*/ 1720 w 110"/>
                  <a:gd name="T13" fmla="*/ 5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19">
                    <a:moveTo>
                      <a:pt x="0" y="9"/>
                    </a:moveTo>
                    <a:cubicBezTo>
                      <a:pt x="9" y="19"/>
                      <a:pt x="28" y="12"/>
                      <a:pt x="37" y="8"/>
                    </a:cubicBezTo>
                    <a:cubicBezTo>
                      <a:pt x="44" y="5"/>
                      <a:pt x="52" y="1"/>
                      <a:pt x="60" y="1"/>
                    </a:cubicBezTo>
                    <a:cubicBezTo>
                      <a:pt x="65" y="1"/>
                      <a:pt x="70" y="3"/>
                      <a:pt x="75" y="4"/>
                    </a:cubicBezTo>
                    <a:cubicBezTo>
                      <a:pt x="79" y="4"/>
                      <a:pt x="84" y="6"/>
                      <a:pt x="88" y="5"/>
                    </a:cubicBezTo>
                    <a:cubicBezTo>
                      <a:pt x="91" y="4"/>
                      <a:pt x="93" y="1"/>
                      <a:pt x="96" y="0"/>
                    </a:cubicBezTo>
                    <a:cubicBezTo>
                      <a:pt x="99" y="0"/>
                      <a:pt x="108" y="1"/>
                      <a:pt x="110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6" name="Freeform 5298">
                <a:extLst>
                  <a:ext uri="{FF2B5EF4-FFF2-40B4-BE49-F238E27FC236}">
                    <a16:creationId xmlns:a16="http://schemas.microsoft.com/office/drawing/2014/main" id="{463C83A0-EA9A-4C0C-9944-729D1928F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635"/>
                <a:ext cx="97" cy="42"/>
              </a:xfrm>
              <a:custGeom>
                <a:avLst/>
                <a:gdLst>
                  <a:gd name="T0" fmla="*/ 0 w 39"/>
                  <a:gd name="T1" fmla="*/ 289 h 16"/>
                  <a:gd name="T2" fmla="*/ 599 w 39"/>
                  <a:gd name="T3" fmla="*/ 25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6">
                    <a:moveTo>
                      <a:pt x="0" y="16"/>
                    </a:moveTo>
                    <a:cubicBezTo>
                      <a:pt x="10" y="9"/>
                      <a:pt x="31" y="0"/>
                      <a:pt x="39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7" name="Freeform 5299">
                <a:extLst>
                  <a:ext uri="{FF2B5EF4-FFF2-40B4-BE49-F238E27FC236}">
                    <a16:creationId xmlns:a16="http://schemas.microsoft.com/office/drawing/2014/main" id="{6E931CDB-2216-4878-B2EB-8F125EEA1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696"/>
                <a:ext cx="98" cy="35"/>
              </a:xfrm>
              <a:custGeom>
                <a:avLst/>
                <a:gdLst>
                  <a:gd name="T0" fmla="*/ 0 w 39"/>
                  <a:gd name="T1" fmla="*/ 94 h 13"/>
                  <a:gd name="T2" fmla="*/ 442 w 39"/>
                  <a:gd name="T3" fmla="*/ 137 h 13"/>
                  <a:gd name="T4" fmla="*/ 618 w 3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3">
                    <a:moveTo>
                      <a:pt x="0" y="5"/>
                    </a:moveTo>
                    <a:cubicBezTo>
                      <a:pt x="5" y="13"/>
                      <a:pt x="20" y="11"/>
                      <a:pt x="28" y="7"/>
                    </a:cubicBezTo>
                    <a:cubicBezTo>
                      <a:pt x="32" y="6"/>
                      <a:pt x="35" y="1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8" name="Freeform 5300">
                <a:extLst>
                  <a:ext uri="{FF2B5EF4-FFF2-40B4-BE49-F238E27FC236}">
                    <a16:creationId xmlns:a16="http://schemas.microsoft.com/office/drawing/2014/main" id="{A8852129-5869-462D-8C66-AA24A5C80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616"/>
                <a:ext cx="200" cy="29"/>
              </a:xfrm>
              <a:custGeom>
                <a:avLst/>
                <a:gdLst>
                  <a:gd name="T0" fmla="*/ 0 w 80"/>
                  <a:gd name="T1" fmla="*/ 200 h 11"/>
                  <a:gd name="T2" fmla="*/ 738 w 80"/>
                  <a:gd name="T3" fmla="*/ 21 h 11"/>
                  <a:gd name="T4" fmla="*/ 1050 w 80"/>
                  <a:gd name="T5" fmla="*/ 34 h 11"/>
                  <a:gd name="T6" fmla="*/ 1250 w 80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1">
                    <a:moveTo>
                      <a:pt x="0" y="11"/>
                    </a:moveTo>
                    <a:cubicBezTo>
                      <a:pt x="9" y="0"/>
                      <a:pt x="33" y="2"/>
                      <a:pt x="47" y="1"/>
                    </a:cubicBezTo>
                    <a:cubicBezTo>
                      <a:pt x="54" y="1"/>
                      <a:pt x="60" y="4"/>
                      <a:pt x="67" y="2"/>
                    </a:cubicBezTo>
                    <a:cubicBezTo>
                      <a:pt x="71" y="2"/>
                      <a:pt x="77" y="1"/>
                      <a:pt x="80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9" name="Freeform 5301">
                <a:extLst>
                  <a:ext uri="{FF2B5EF4-FFF2-40B4-BE49-F238E27FC236}">
                    <a16:creationId xmlns:a16="http://schemas.microsoft.com/office/drawing/2014/main" id="{DCA6D595-BA63-46D4-9A6E-92808AD92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269"/>
                <a:ext cx="900" cy="198"/>
              </a:xfrm>
              <a:custGeom>
                <a:avLst/>
                <a:gdLst>
                  <a:gd name="T0" fmla="*/ 5625 w 360"/>
                  <a:gd name="T1" fmla="*/ 0 h 74"/>
                  <a:gd name="T2" fmla="*/ 5000 w 360"/>
                  <a:gd name="T3" fmla="*/ 385 h 74"/>
                  <a:gd name="T4" fmla="*/ 4520 w 360"/>
                  <a:gd name="T5" fmla="*/ 385 h 74"/>
                  <a:gd name="T6" fmla="*/ 4020 w 360"/>
                  <a:gd name="T7" fmla="*/ 765 h 74"/>
                  <a:gd name="T8" fmla="*/ 3550 w 360"/>
                  <a:gd name="T9" fmla="*/ 744 h 74"/>
                  <a:gd name="T10" fmla="*/ 3145 w 360"/>
                  <a:gd name="T11" fmla="*/ 629 h 74"/>
                  <a:gd name="T12" fmla="*/ 2813 w 360"/>
                  <a:gd name="T13" fmla="*/ 846 h 74"/>
                  <a:gd name="T14" fmla="*/ 2363 w 360"/>
                  <a:gd name="T15" fmla="*/ 824 h 74"/>
                  <a:gd name="T16" fmla="*/ 1938 w 360"/>
                  <a:gd name="T17" fmla="*/ 744 h 74"/>
                  <a:gd name="T18" fmla="*/ 1613 w 360"/>
                  <a:gd name="T19" fmla="*/ 902 h 74"/>
                  <a:gd name="T20" fmla="*/ 1313 w 360"/>
                  <a:gd name="T21" fmla="*/ 915 h 74"/>
                  <a:gd name="T22" fmla="*/ 908 w 360"/>
                  <a:gd name="T23" fmla="*/ 859 h 74"/>
                  <a:gd name="T24" fmla="*/ 563 w 360"/>
                  <a:gd name="T25" fmla="*/ 1017 h 74"/>
                  <a:gd name="T26" fmla="*/ 188 w 360"/>
                  <a:gd name="T27" fmla="*/ 1153 h 74"/>
                  <a:gd name="T28" fmla="*/ 50 w 360"/>
                  <a:gd name="T29" fmla="*/ 1324 h 74"/>
                  <a:gd name="T30" fmla="*/ 0 w 360"/>
                  <a:gd name="T31" fmla="*/ 1418 h 7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0" h="74">
                    <a:moveTo>
                      <a:pt x="360" y="0"/>
                    </a:moveTo>
                    <a:cubicBezTo>
                      <a:pt x="350" y="11"/>
                      <a:pt x="337" y="24"/>
                      <a:pt x="320" y="20"/>
                    </a:cubicBezTo>
                    <a:cubicBezTo>
                      <a:pt x="309" y="17"/>
                      <a:pt x="300" y="15"/>
                      <a:pt x="289" y="20"/>
                    </a:cubicBezTo>
                    <a:cubicBezTo>
                      <a:pt x="278" y="26"/>
                      <a:pt x="269" y="36"/>
                      <a:pt x="257" y="40"/>
                    </a:cubicBezTo>
                    <a:cubicBezTo>
                      <a:pt x="247" y="43"/>
                      <a:pt x="236" y="44"/>
                      <a:pt x="227" y="39"/>
                    </a:cubicBezTo>
                    <a:cubicBezTo>
                      <a:pt x="219" y="36"/>
                      <a:pt x="210" y="31"/>
                      <a:pt x="201" y="33"/>
                    </a:cubicBezTo>
                    <a:cubicBezTo>
                      <a:pt x="193" y="34"/>
                      <a:pt x="187" y="40"/>
                      <a:pt x="180" y="44"/>
                    </a:cubicBezTo>
                    <a:cubicBezTo>
                      <a:pt x="170" y="48"/>
                      <a:pt x="161" y="47"/>
                      <a:pt x="151" y="43"/>
                    </a:cubicBezTo>
                    <a:cubicBezTo>
                      <a:pt x="142" y="40"/>
                      <a:pt x="134" y="37"/>
                      <a:pt x="124" y="39"/>
                    </a:cubicBezTo>
                    <a:cubicBezTo>
                      <a:pt x="117" y="40"/>
                      <a:pt x="110" y="45"/>
                      <a:pt x="103" y="47"/>
                    </a:cubicBezTo>
                    <a:cubicBezTo>
                      <a:pt x="97" y="49"/>
                      <a:pt x="91" y="50"/>
                      <a:pt x="84" y="48"/>
                    </a:cubicBezTo>
                    <a:cubicBezTo>
                      <a:pt x="75" y="46"/>
                      <a:pt x="69" y="42"/>
                      <a:pt x="58" y="45"/>
                    </a:cubicBezTo>
                    <a:cubicBezTo>
                      <a:pt x="50" y="46"/>
                      <a:pt x="44" y="50"/>
                      <a:pt x="36" y="53"/>
                    </a:cubicBezTo>
                    <a:cubicBezTo>
                      <a:pt x="29" y="57"/>
                      <a:pt x="20" y="57"/>
                      <a:pt x="12" y="60"/>
                    </a:cubicBezTo>
                    <a:cubicBezTo>
                      <a:pt x="6" y="62"/>
                      <a:pt x="5" y="64"/>
                      <a:pt x="3" y="69"/>
                    </a:cubicBezTo>
                    <a:cubicBezTo>
                      <a:pt x="2" y="71"/>
                      <a:pt x="2" y="73"/>
                      <a:pt x="0" y="7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0" name="Freeform 5302">
                <a:extLst>
                  <a:ext uri="{FF2B5EF4-FFF2-40B4-BE49-F238E27FC236}">
                    <a16:creationId xmlns:a16="http://schemas.microsoft.com/office/drawing/2014/main" id="{B618A087-6864-4006-8A87-D730E38D6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288"/>
                <a:ext cx="230" cy="88"/>
              </a:xfrm>
              <a:custGeom>
                <a:avLst/>
                <a:gdLst>
                  <a:gd name="T0" fmla="*/ 1438 w 92"/>
                  <a:gd name="T1" fmla="*/ 93 h 33"/>
                  <a:gd name="T2" fmla="*/ 1270 w 92"/>
                  <a:gd name="T3" fmla="*/ 93 h 33"/>
                  <a:gd name="T4" fmla="*/ 1000 w 92"/>
                  <a:gd name="T5" fmla="*/ 0 h 33"/>
                  <a:gd name="T6" fmla="*/ 688 w 92"/>
                  <a:gd name="T7" fmla="*/ 171 h 33"/>
                  <a:gd name="T8" fmla="*/ 363 w 92"/>
                  <a:gd name="T9" fmla="*/ 533 h 33"/>
                  <a:gd name="T10" fmla="*/ 0 w 92"/>
                  <a:gd name="T11" fmla="*/ 512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33">
                    <a:moveTo>
                      <a:pt x="92" y="5"/>
                    </a:moveTo>
                    <a:cubicBezTo>
                      <a:pt x="88" y="3"/>
                      <a:pt x="85" y="6"/>
                      <a:pt x="81" y="5"/>
                    </a:cubicBezTo>
                    <a:cubicBezTo>
                      <a:pt x="75" y="3"/>
                      <a:pt x="70" y="0"/>
                      <a:pt x="64" y="0"/>
                    </a:cubicBezTo>
                    <a:cubicBezTo>
                      <a:pt x="55" y="0"/>
                      <a:pt x="49" y="3"/>
                      <a:pt x="44" y="9"/>
                    </a:cubicBezTo>
                    <a:cubicBezTo>
                      <a:pt x="38" y="17"/>
                      <a:pt x="32" y="24"/>
                      <a:pt x="23" y="28"/>
                    </a:cubicBezTo>
                    <a:cubicBezTo>
                      <a:pt x="13" y="33"/>
                      <a:pt x="9" y="31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1" name="Freeform 5303">
                <a:extLst>
                  <a:ext uri="{FF2B5EF4-FFF2-40B4-BE49-F238E27FC236}">
                    <a16:creationId xmlns:a16="http://schemas.microsoft.com/office/drawing/2014/main" id="{9459BDCE-A7C1-411F-8B10-26D83241B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307"/>
                <a:ext cx="115" cy="77"/>
              </a:xfrm>
              <a:custGeom>
                <a:avLst/>
                <a:gdLst>
                  <a:gd name="T0" fmla="*/ 720 w 46"/>
                  <a:gd name="T1" fmla="*/ 112 h 29"/>
                  <a:gd name="T2" fmla="*/ 270 w 46"/>
                  <a:gd name="T3" fmla="*/ 247 h 29"/>
                  <a:gd name="T4" fmla="*/ 83 w 46"/>
                  <a:gd name="T5" fmla="*/ 465 h 29"/>
                  <a:gd name="T6" fmla="*/ 0 w 46"/>
                  <a:gd name="T7" fmla="*/ 54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9">
                    <a:moveTo>
                      <a:pt x="46" y="6"/>
                    </a:moveTo>
                    <a:cubicBezTo>
                      <a:pt x="39" y="0"/>
                      <a:pt x="23" y="9"/>
                      <a:pt x="17" y="13"/>
                    </a:cubicBezTo>
                    <a:cubicBezTo>
                      <a:pt x="12" y="16"/>
                      <a:pt x="9" y="20"/>
                      <a:pt x="5" y="25"/>
                    </a:cubicBezTo>
                    <a:cubicBezTo>
                      <a:pt x="3" y="26"/>
                      <a:pt x="2" y="28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2" name="Freeform 5304">
                <a:extLst>
                  <a:ext uri="{FF2B5EF4-FFF2-40B4-BE49-F238E27FC236}">
                    <a16:creationId xmlns:a16="http://schemas.microsoft.com/office/drawing/2014/main" id="{4D214724-D3D6-43B6-A076-1D006D539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312"/>
                <a:ext cx="335" cy="56"/>
              </a:xfrm>
              <a:custGeom>
                <a:avLst/>
                <a:gdLst>
                  <a:gd name="T0" fmla="*/ 2095 w 134"/>
                  <a:gd name="T1" fmla="*/ 115 h 21"/>
                  <a:gd name="T2" fmla="*/ 1895 w 134"/>
                  <a:gd name="T3" fmla="*/ 0 h 21"/>
                  <a:gd name="T4" fmla="*/ 1408 w 134"/>
                  <a:gd name="T5" fmla="*/ 149 h 21"/>
                  <a:gd name="T6" fmla="*/ 1020 w 134"/>
                  <a:gd name="T7" fmla="*/ 115 h 21"/>
                  <a:gd name="T8" fmla="*/ 833 w 134"/>
                  <a:gd name="T9" fmla="*/ 136 h 21"/>
                  <a:gd name="T10" fmla="*/ 625 w 134"/>
                  <a:gd name="T11" fmla="*/ 205 h 21"/>
                  <a:gd name="T12" fmla="*/ 270 w 134"/>
                  <a:gd name="T13" fmla="*/ 171 h 21"/>
                  <a:gd name="T14" fmla="*/ 50 w 134"/>
                  <a:gd name="T15" fmla="*/ 264 h 21"/>
                  <a:gd name="T16" fmla="*/ 0 w 134"/>
                  <a:gd name="T17" fmla="*/ 397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1">
                    <a:moveTo>
                      <a:pt x="134" y="6"/>
                    </a:moveTo>
                    <a:cubicBezTo>
                      <a:pt x="129" y="4"/>
                      <a:pt x="127" y="0"/>
                      <a:pt x="121" y="0"/>
                    </a:cubicBezTo>
                    <a:cubicBezTo>
                      <a:pt x="111" y="0"/>
                      <a:pt x="100" y="6"/>
                      <a:pt x="90" y="8"/>
                    </a:cubicBezTo>
                    <a:cubicBezTo>
                      <a:pt x="81" y="9"/>
                      <a:pt x="74" y="8"/>
                      <a:pt x="65" y="6"/>
                    </a:cubicBezTo>
                    <a:cubicBezTo>
                      <a:pt x="61" y="5"/>
                      <a:pt x="57" y="6"/>
                      <a:pt x="53" y="7"/>
                    </a:cubicBezTo>
                    <a:cubicBezTo>
                      <a:pt x="49" y="9"/>
                      <a:pt x="45" y="11"/>
                      <a:pt x="40" y="11"/>
                    </a:cubicBezTo>
                    <a:cubicBezTo>
                      <a:pt x="32" y="12"/>
                      <a:pt x="24" y="9"/>
                      <a:pt x="17" y="9"/>
                    </a:cubicBezTo>
                    <a:cubicBezTo>
                      <a:pt x="11" y="9"/>
                      <a:pt x="6" y="10"/>
                      <a:pt x="3" y="14"/>
                    </a:cubicBezTo>
                    <a:cubicBezTo>
                      <a:pt x="2" y="16"/>
                      <a:pt x="1" y="19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3" name="Freeform 5305">
                <a:extLst>
                  <a:ext uri="{FF2B5EF4-FFF2-40B4-BE49-F238E27FC236}">
                    <a16:creationId xmlns:a16="http://schemas.microsoft.com/office/drawing/2014/main" id="{CCF9F67F-DC72-47BD-85BC-968311FAB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360"/>
                <a:ext cx="117" cy="21"/>
              </a:xfrm>
              <a:custGeom>
                <a:avLst/>
                <a:gdLst>
                  <a:gd name="T0" fmla="*/ 724 w 47"/>
                  <a:gd name="T1" fmla="*/ 0 h 8"/>
                  <a:gd name="T2" fmla="*/ 309 w 47"/>
                  <a:gd name="T3" fmla="*/ 21 h 8"/>
                  <a:gd name="T4" fmla="*/ 0 w 47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">
                    <a:moveTo>
                      <a:pt x="47" y="0"/>
                    </a:moveTo>
                    <a:cubicBezTo>
                      <a:pt x="39" y="3"/>
                      <a:pt x="29" y="0"/>
                      <a:pt x="20" y="1"/>
                    </a:cubicBezTo>
                    <a:cubicBezTo>
                      <a:pt x="13" y="1"/>
                      <a:pt x="6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4" name="Freeform 5306">
                <a:extLst>
                  <a:ext uri="{FF2B5EF4-FFF2-40B4-BE49-F238E27FC236}">
                    <a16:creationId xmlns:a16="http://schemas.microsoft.com/office/drawing/2014/main" id="{D0B75913-9882-4C6F-8115-491B193D3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389"/>
                <a:ext cx="150" cy="46"/>
              </a:xfrm>
              <a:custGeom>
                <a:avLst/>
                <a:gdLst>
                  <a:gd name="T0" fmla="*/ 938 w 60"/>
                  <a:gd name="T1" fmla="*/ 0 h 17"/>
                  <a:gd name="T2" fmla="*/ 0 w 60"/>
                  <a:gd name="T3" fmla="*/ 8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7">
                    <a:moveTo>
                      <a:pt x="60" y="0"/>
                    </a:moveTo>
                    <a:cubicBezTo>
                      <a:pt x="44" y="16"/>
                      <a:pt x="18" y="17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5" name="Freeform 5307">
                <a:extLst>
                  <a:ext uri="{FF2B5EF4-FFF2-40B4-BE49-F238E27FC236}">
                    <a16:creationId xmlns:a16="http://schemas.microsoft.com/office/drawing/2014/main" id="{832EECE2-0D81-4554-843E-09735BC5C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365"/>
                <a:ext cx="100" cy="24"/>
              </a:xfrm>
              <a:custGeom>
                <a:avLst/>
                <a:gdLst>
                  <a:gd name="T0" fmla="*/ 625 w 40"/>
                  <a:gd name="T1" fmla="*/ 115 h 9"/>
                  <a:gd name="T2" fmla="*/ 270 w 40"/>
                  <a:gd name="T3" fmla="*/ 35 h 9"/>
                  <a:gd name="T4" fmla="*/ 0 w 40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9">
                    <a:moveTo>
                      <a:pt x="40" y="6"/>
                    </a:moveTo>
                    <a:cubicBezTo>
                      <a:pt x="34" y="2"/>
                      <a:pt x="24" y="0"/>
                      <a:pt x="17" y="2"/>
                    </a:cubicBezTo>
                    <a:cubicBezTo>
                      <a:pt x="13" y="2"/>
                      <a:pt x="2" y="4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6" name="Freeform 5308">
                <a:extLst>
                  <a:ext uri="{FF2B5EF4-FFF2-40B4-BE49-F238E27FC236}">
                    <a16:creationId xmlns:a16="http://schemas.microsoft.com/office/drawing/2014/main" id="{135A472E-80D5-4A86-936A-91BF7B35E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400"/>
                <a:ext cx="143" cy="43"/>
              </a:xfrm>
              <a:custGeom>
                <a:avLst/>
                <a:gdLst>
                  <a:gd name="T0" fmla="*/ 901 w 57"/>
                  <a:gd name="T1" fmla="*/ 0 h 16"/>
                  <a:gd name="T2" fmla="*/ 710 w 57"/>
                  <a:gd name="T3" fmla="*/ 231 h 16"/>
                  <a:gd name="T4" fmla="*/ 396 w 57"/>
                  <a:gd name="T5" fmla="*/ 312 h 16"/>
                  <a:gd name="T6" fmla="*/ 176 w 57"/>
                  <a:gd name="T7" fmla="*/ 218 h 16"/>
                  <a:gd name="T8" fmla="*/ 0 w 57"/>
                  <a:gd name="T9" fmla="*/ 15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6">
                    <a:moveTo>
                      <a:pt x="57" y="0"/>
                    </a:moveTo>
                    <a:cubicBezTo>
                      <a:pt x="52" y="3"/>
                      <a:pt x="50" y="9"/>
                      <a:pt x="45" y="12"/>
                    </a:cubicBezTo>
                    <a:cubicBezTo>
                      <a:pt x="40" y="16"/>
                      <a:pt x="31" y="16"/>
                      <a:pt x="25" y="16"/>
                    </a:cubicBezTo>
                    <a:cubicBezTo>
                      <a:pt x="19" y="16"/>
                      <a:pt x="16" y="13"/>
                      <a:pt x="11" y="11"/>
                    </a:cubicBezTo>
                    <a:cubicBezTo>
                      <a:pt x="7" y="10"/>
                      <a:pt x="3" y="10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7" name="Freeform 5309">
                <a:extLst>
                  <a:ext uri="{FF2B5EF4-FFF2-40B4-BE49-F238E27FC236}">
                    <a16:creationId xmlns:a16="http://schemas.microsoft.com/office/drawing/2014/main" id="{A7BAB941-EFB1-4436-921F-B538C7347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416"/>
                <a:ext cx="245" cy="64"/>
              </a:xfrm>
              <a:custGeom>
                <a:avLst/>
                <a:gdLst>
                  <a:gd name="T0" fmla="*/ 1533 w 98"/>
                  <a:gd name="T1" fmla="*/ 0 h 24"/>
                  <a:gd name="T2" fmla="*/ 1395 w 98"/>
                  <a:gd name="T3" fmla="*/ 205 h 24"/>
                  <a:gd name="T4" fmla="*/ 1238 w 98"/>
                  <a:gd name="T5" fmla="*/ 307 h 24"/>
                  <a:gd name="T6" fmla="*/ 1020 w 98"/>
                  <a:gd name="T7" fmla="*/ 363 h 24"/>
                  <a:gd name="T8" fmla="*/ 613 w 98"/>
                  <a:gd name="T9" fmla="*/ 307 h 24"/>
                  <a:gd name="T10" fmla="*/ 270 w 98"/>
                  <a:gd name="T11" fmla="*/ 285 h 24"/>
                  <a:gd name="T12" fmla="*/ 0 w 98"/>
                  <a:gd name="T13" fmla="*/ 45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24">
                    <a:moveTo>
                      <a:pt x="98" y="0"/>
                    </a:moveTo>
                    <a:cubicBezTo>
                      <a:pt x="94" y="2"/>
                      <a:pt x="93" y="8"/>
                      <a:pt x="89" y="11"/>
                    </a:cubicBezTo>
                    <a:cubicBezTo>
                      <a:pt x="86" y="13"/>
                      <a:pt x="82" y="15"/>
                      <a:pt x="79" y="16"/>
                    </a:cubicBezTo>
                    <a:cubicBezTo>
                      <a:pt x="75" y="18"/>
                      <a:pt x="70" y="19"/>
                      <a:pt x="65" y="19"/>
                    </a:cubicBezTo>
                    <a:cubicBezTo>
                      <a:pt x="56" y="19"/>
                      <a:pt x="47" y="17"/>
                      <a:pt x="39" y="16"/>
                    </a:cubicBezTo>
                    <a:cubicBezTo>
                      <a:pt x="31" y="14"/>
                      <a:pt x="24" y="13"/>
                      <a:pt x="17" y="15"/>
                    </a:cubicBezTo>
                    <a:cubicBezTo>
                      <a:pt x="10" y="16"/>
                      <a:pt x="6" y="20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8" name="Freeform 5310">
                <a:extLst>
                  <a:ext uri="{FF2B5EF4-FFF2-40B4-BE49-F238E27FC236}">
                    <a16:creationId xmlns:a16="http://schemas.microsoft.com/office/drawing/2014/main" id="{BE53719C-9992-4388-B5BF-EB170F0D3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323"/>
                <a:ext cx="88" cy="26"/>
              </a:xfrm>
              <a:custGeom>
                <a:avLst/>
                <a:gdLst>
                  <a:gd name="T0" fmla="*/ 556 w 35"/>
                  <a:gd name="T1" fmla="*/ 109 h 10"/>
                  <a:gd name="T2" fmla="*/ 304 w 35"/>
                  <a:gd name="T3" fmla="*/ 143 h 10"/>
                  <a:gd name="T4" fmla="*/ 0 w 3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0">
                    <a:moveTo>
                      <a:pt x="35" y="6"/>
                    </a:moveTo>
                    <a:cubicBezTo>
                      <a:pt x="29" y="5"/>
                      <a:pt x="26" y="10"/>
                      <a:pt x="19" y="8"/>
                    </a:cubicBezTo>
                    <a:cubicBezTo>
                      <a:pt x="14" y="7"/>
                      <a:pt x="4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9" name="Freeform 5311">
                <a:extLst>
                  <a:ext uri="{FF2B5EF4-FFF2-40B4-BE49-F238E27FC236}">
                    <a16:creationId xmlns:a16="http://schemas.microsoft.com/office/drawing/2014/main" id="{1131AE9B-9B8B-4955-9ACE-49F76B5BB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272"/>
                <a:ext cx="105" cy="45"/>
              </a:xfrm>
              <a:custGeom>
                <a:avLst/>
                <a:gdLst>
                  <a:gd name="T0" fmla="*/ 658 w 42"/>
                  <a:gd name="T1" fmla="*/ 169 h 17"/>
                  <a:gd name="T2" fmla="*/ 0 w 42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7">
                    <a:moveTo>
                      <a:pt x="42" y="9"/>
                    </a:moveTo>
                    <a:cubicBezTo>
                      <a:pt x="34" y="0"/>
                      <a:pt x="7" y="10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0" name="Freeform 5312">
                <a:extLst>
                  <a:ext uri="{FF2B5EF4-FFF2-40B4-BE49-F238E27FC236}">
                    <a16:creationId xmlns:a16="http://schemas.microsoft.com/office/drawing/2014/main" id="{C9F02C25-8809-400F-9C5A-BF089EC25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328"/>
                <a:ext cx="122" cy="24"/>
              </a:xfrm>
              <a:custGeom>
                <a:avLst/>
                <a:gdLst>
                  <a:gd name="T0" fmla="*/ 757 w 49"/>
                  <a:gd name="T1" fmla="*/ 0 h 9"/>
                  <a:gd name="T2" fmla="*/ 590 w 49"/>
                  <a:gd name="T3" fmla="*/ 77 h 9"/>
                  <a:gd name="T4" fmla="*/ 279 w 49"/>
                  <a:gd name="T5" fmla="*/ 149 h 9"/>
                  <a:gd name="T6" fmla="*/ 0 w 49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9">
                    <a:moveTo>
                      <a:pt x="49" y="0"/>
                    </a:moveTo>
                    <a:cubicBezTo>
                      <a:pt x="45" y="0"/>
                      <a:pt x="42" y="3"/>
                      <a:pt x="38" y="4"/>
                    </a:cubicBezTo>
                    <a:cubicBezTo>
                      <a:pt x="32" y="7"/>
                      <a:pt x="25" y="9"/>
                      <a:pt x="18" y="8"/>
                    </a:cubicBezTo>
                    <a:cubicBezTo>
                      <a:pt x="13" y="7"/>
                      <a:pt x="5" y="3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1" name="Freeform 5313">
                <a:extLst>
                  <a:ext uri="{FF2B5EF4-FFF2-40B4-BE49-F238E27FC236}">
                    <a16:creationId xmlns:a16="http://schemas.microsoft.com/office/drawing/2014/main" id="{13118F23-D712-47A0-AF68-9AA21E06F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379"/>
                <a:ext cx="117" cy="21"/>
              </a:xfrm>
              <a:custGeom>
                <a:avLst/>
                <a:gdLst>
                  <a:gd name="T0" fmla="*/ 724 w 47"/>
                  <a:gd name="T1" fmla="*/ 0 h 8"/>
                  <a:gd name="T2" fmla="*/ 321 w 47"/>
                  <a:gd name="T3" fmla="*/ 123 h 8"/>
                  <a:gd name="T4" fmla="*/ 0 w 47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">
                    <a:moveTo>
                      <a:pt x="47" y="0"/>
                    </a:moveTo>
                    <a:cubicBezTo>
                      <a:pt x="38" y="0"/>
                      <a:pt x="30" y="6"/>
                      <a:pt x="21" y="7"/>
                    </a:cubicBezTo>
                    <a:cubicBezTo>
                      <a:pt x="14" y="8"/>
                      <a:pt x="6" y="6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2" name="Freeform 5314">
                <a:extLst>
                  <a:ext uri="{FF2B5EF4-FFF2-40B4-BE49-F238E27FC236}">
                    <a16:creationId xmlns:a16="http://schemas.microsoft.com/office/drawing/2014/main" id="{6EB0CBE8-31DD-4D95-BD00-972402BDB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341"/>
                <a:ext cx="818" cy="195"/>
              </a:xfrm>
              <a:custGeom>
                <a:avLst/>
                <a:gdLst>
                  <a:gd name="T0" fmla="*/ 5118 w 327"/>
                  <a:gd name="T1" fmla="*/ 227 h 73"/>
                  <a:gd name="T2" fmla="*/ 4463 w 327"/>
                  <a:gd name="T3" fmla="*/ 264 h 73"/>
                  <a:gd name="T4" fmla="*/ 4055 w 327"/>
                  <a:gd name="T5" fmla="*/ 321 h 73"/>
                  <a:gd name="T6" fmla="*/ 3772 w 327"/>
                  <a:gd name="T7" fmla="*/ 363 h 73"/>
                  <a:gd name="T8" fmla="*/ 3430 w 327"/>
                  <a:gd name="T9" fmla="*/ 513 h 73"/>
                  <a:gd name="T10" fmla="*/ 2992 w 327"/>
                  <a:gd name="T11" fmla="*/ 478 h 73"/>
                  <a:gd name="T12" fmla="*/ 2209 w 327"/>
                  <a:gd name="T13" fmla="*/ 662 h 73"/>
                  <a:gd name="T14" fmla="*/ 1846 w 327"/>
                  <a:gd name="T15" fmla="*/ 649 h 73"/>
                  <a:gd name="T16" fmla="*/ 1488 w 327"/>
                  <a:gd name="T17" fmla="*/ 799 h 73"/>
                  <a:gd name="T18" fmla="*/ 1113 w 327"/>
                  <a:gd name="T19" fmla="*/ 785 h 73"/>
                  <a:gd name="T20" fmla="*/ 688 w 327"/>
                  <a:gd name="T21" fmla="*/ 820 h 73"/>
                  <a:gd name="T22" fmla="*/ 395 w 327"/>
                  <a:gd name="T23" fmla="*/ 991 h 73"/>
                  <a:gd name="T24" fmla="*/ 145 w 327"/>
                  <a:gd name="T25" fmla="*/ 1141 h 73"/>
                  <a:gd name="T26" fmla="*/ 0 w 327"/>
                  <a:gd name="T27" fmla="*/ 1392 h 7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7" h="73">
                    <a:moveTo>
                      <a:pt x="327" y="12"/>
                    </a:moveTo>
                    <a:cubicBezTo>
                      <a:pt x="316" y="0"/>
                      <a:pt x="297" y="11"/>
                      <a:pt x="285" y="14"/>
                    </a:cubicBezTo>
                    <a:cubicBezTo>
                      <a:pt x="277" y="17"/>
                      <a:pt x="268" y="20"/>
                      <a:pt x="259" y="17"/>
                    </a:cubicBezTo>
                    <a:cubicBezTo>
                      <a:pt x="252" y="15"/>
                      <a:pt x="248" y="15"/>
                      <a:pt x="241" y="19"/>
                    </a:cubicBezTo>
                    <a:cubicBezTo>
                      <a:pt x="234" y="23"/>
                      <a:pt x="228" y="26"/>
                      <a:pt x="219" y="27"/>
                    </a:cubicBezTo>
                    <a:cubicBezTo>
                      <a:pt x="210" y="28"/>
                      <a:pt x="201" y="25"/>
                      <a:pt x="191" y="25"/>
                    </a:cubicBezTo>
                    <a:cubicBezTo>
                      <a:pt x="174" y="26"/>
                      <a:pt x="159" y="37"/>
                      <a:pt x="141" y="35"/>
                    </a:cubicBezTo>
                    <a:cubicBezTo>
                      <a:pt x="133" y="34"/>
                      <a:pt x="126" y="32"/>
                      <a:pt x="118" y="34"/>
                    </a:cubicBezTo>
                    <a:cubicBezTo>
                      <a:pt x="110" y="36"/>
                      <a:pt x="102" y="40"/>
                      <a:pt x="95" y="42"/>
                    </a:cubicBezTo>
                    <a:cubicBezTo>
                      <a:pt x="86" y="44"/>
                      <a:pt x="79" y="42"/>
                      <a:pt x="71" y="41"/>
                    </a:cubicBezTo>
                    <a:cubicBezTo>
                      <a:pt x="62" y="39"/>
                      <a:pt x="53" y="40"/>
                      <a:pt x="44" y="43"/>
                    </a:cubicBezTo>
                    <a:cubicBezTo>
                      <a:pt x="38" y="46"/>
                      <a:pt x="31" y="49"/>
                      <a:pt x="25" y="52"/>
                    </a:cubicBezTo>
                    <a:cubicBezTo>
                      <a:pt x="20" y="55"/>
                      <a:pt x="13" y="57"/>
                      <a:pt x="9" y="60"/>
                    </a:cubicBezTo>
                    <a:cubicBezTo>
                      <a:pt x="5" y="64"/>
                      <a:pt x="4" y="70"/>
                      <a:pt x="0" y="7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3" name="Freeform 5315">
                <a:extLst>
                  <a:ext uri="{FF2B5EF4-FFF2-40B4-BE49-F238E27FC236}">
                    <a16:creationId xmlns:a16="http://schemas.microsoft.com/office/drawing/2014/main" id="{99CA31A5-0710-4EDF-A42D-1E3D5FB86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387"/>
                <a:ext cx="48" cy="8"/>
              </a:xfrm>
              <a:custGeom>
                <a:avLst/>
                <a:gdLst>
                  <a:gd name="T0" fmla="*/ 306 w 19"/>
                  <a:gd name="T1" fmla="*/ 56 h 3"/>
                  <a:gd name="T2" fmla="*/ 159 w 19"/>
                  <a:gd name="T3" fmla="*/ 56 h 3"/>
                  <a:gd name="T4" fmla="*/ 0 w 19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">
                    <a:moveTo>
                      <a:pt x="19" y="3"/>
                    </a:moveTo>
                    <a:cubicBezTo>
                      <a:pt x="16" y="1"/>
                      <a:pt x="13" y="3"/>
                      <a:pt x="10" y="3"/>
                    </a:cubicBezTo>
                    <a:cubicBezTo>
                      <a:pt x="7" y="3"/>
                      <a:pt x="3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4" name="Freeform 5316">
                <a:extLst>
                  <a:ext uri="{FF2B5EF4-FFF2-40B4-BE49-F238E27FC236}">
                    <a16:creationId xmlns:a16="http://schemas.microsoft.com/office/drawing/2014/main" id="{E27EA013-B90A-49C7-BB81-031CAFF54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376"/>
                <a:ext cx="103" cy="32"/>
              </a:xfrm>
              <a:custGeom>
                <a:avLst/>
                <a:gdLst>
                  <a:gd name="T0" fmla="*/ 651 w 41"/>
                  <a:gd name="T1" fmla="*/ 136 h 12"/>
                  <a:gd name="T2" fmla="*/ 0 w 4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2">
                    <a:moveTo>
                      <a:pt x="41" y="7"/>
                    </a:moveTo>
                    <a:cubicBezTo>
                      <a:pt x="27" y="0"/>
                      <a:pt x="14" y="7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5" name="Freeform 5317">
                <a:extLst>
                  <a:ext uri="{FF2B5EF4-FFF2-40B4-BE49-F238E27FC236}">
                    <a16:creationId xmlns:a16="http://schemas.microsoft.com/office/drawing/2014/main" id="{1CD03503-1219-402A-82F4-50287ADFE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413"/>
                <a:ext cx="135" cy="35"/>
              </a:xfrm>
              <a:custGeom>
                <a:avLst/>
                <a:gdLst>
                  <a:gd name="T0" fmla="*/ 845 w 54"/>
                  <a:gd name="T1" fmla="*/ 0 h 13"/>
                  <a:gd name="T2" fmla="*/ 238 w 54"/>
                  <a:gd name="T3" fmla="*/ 232 h 13"/>
                  <a:gd name="T4" fmla="*/ 0 w 54"/>
                  <a:gd name="T5" fmla="*/ 17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3">
                    <a:moveTo>
                      <a:pt x="54" y="0"/>
                    </a:moveTo>
                    <a:cubicBezTo>
                      <a:pt x="42" y="9"/>
                      <a:pt x="29" y="13"/>
                      <a:pt x="15" y="12"/>
                    </a:cubicBezTo>
                    <a:cubicBezTo>
                      <a:pt x="9" y="12"/>
                      <a:pt x="5" y="9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6" name="Freeform 5318">
                <a:extLst>
                  <a:ext uri="{FF2B5EF4-FFF2-40B4-BE49-F238E27FC236}">
                    <a16:creationId xmlns:a16="http://schemas.microsoft.com/office/drawing/2014/main" id="{DF28A886-B056-4C05-800A-BB83CA856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69"/>
                <a:ext cx="310" cy="54"/>
              </a:xfrm>
              <a:custGeom>
                <a:avLst/>
                <a:gdLst>
                  <a:gd name="T0" fmla="*/ 1938 w 124"/>
                  <a:gd name="T1" fmla="*/ 138 h 20"/>
                  <a:gd name="T2" fmla="*/ 1425 w 124"/>
                  <a:gd name="T3" fmla="*/ 116 h 20"/>
                  <a:gd name="T4" fmla="*/ 813 w 124"/>
                  <a:gd name="T5" fmla="*/ 257 h 20"/>
                  <a:gd name="T6" fmla="*/ 283 w 124"/>
                  <a:gd name="T7" fmla="*/ 219 h 20"/>
                  <a:gd name="T8" fmla="*/ 0 w 124"/>
                  <a:gd name="T9" fmla="*/ 39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20">
                    <a:moveTo>
                      <a:pt x="124" y="7"/>
                    </a:moveTo>
                    <a:cubicBezTo>
                      <a:pt x="115" y="0"/>
                      <a:pt x="101" y="3"/>
                      <a:pt x="91" y="6"/>
                    </a:cubicBezTo>
                    <a:cubicBezTo>
                      <a:pt x="79" y="9"/>
                      <a:pt x="65" y="17"/>
                      <a:pt x="52" y="13"/>
                    </a:cubicBezTo>
                    <a:cubicBezTo>
                      <a:pt x="41" y="8"/>
                      <a:pt x="30" y="8"/>
                      <a:pt x="18" y="11"/>
                    </a:cubicBezTo>
                    <a:cubicBezTo>
                      <a:pt x="12" y="13"/>
                      <a:pt x="4" y="16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7" name="Freeform 5319">
                <a:extLst>
                  <a:ext uri="{FF2B5EF4-FFF2-40B4-BE49-F238E27FC236}">
                    <a16:creationId xmlns:a16="http://schemas.microsoft.com/office/drawing/2014/main" id="{5B05BBC4-A8B8-4791-B4DB-E5202F396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456"/>
                <a:ext cx="130" cy="37"/>
              </a:xfrm>
              <a:custGeom>
                <a:avLst/>
                <a:gdLst>
                  <a:gd name="T0" fmla="*/ 813 w 52"/>
                  <a:gd name="T1" fmla="*/ 148 h 14"/>
                  <a:gd name="T2" fmla="*/ 0 w 5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4">
                    <a:moveTo>
                      <a:pt x="52" y="8"/>
                    </a:moveTo>
                    <a:cubicBezTo>
                      <a:pt x="37" y="0"/>
                      <a:pt x="15" y="8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8" name="Freeform 5320">
                <a:extLst>
                  <a:ext uri="{FF2B5EF4-FFF2-40B4-BE49-F238E27FC236}">
                    <a16:creationId xmlns:a16="http://schemas.microsoft.com/office/drawing/2014/main" id="{D196C060-C204-4CBB-8168-DF90BFEB7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419"/>
                <a:ext cx="98" cy="32"/>
              </a:xfrm>
              <a:custGeom>
                <a:avLst/>
                <a:gdLst>
                  <a:gd name="T0" fmla="*/ 618 w 39"/>
                  <a:gd name="T1" fmla="*/ 93 h 12"/>
                  <a:gd name="T2" fmla="*/ 0 w 39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2">
                    <a:moveTo>
                      <a:pt x="39" y="5"/>
                    </a:moveTo>
                    <a:cubicBezTo>
                      <a:pt x="29" y="0"/>
                      <a:pt x="7" y="5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9" name="Freeform 5321">
                <a:extLst>
                  <a:ext uri="{FF2B5EF4-FFF2-40B4-BE49-F238E27FC236}">
                    <a16:creationId xmlns:a16="http://schemas.microsoft.com/office/drawing/2014/main" id="{E9542076-388A-4597-9C0C-B52E1AC42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392"/>
                <a:ext cx="115" cy="45"/>
              </a:xfrm>
              <a:custGeom>
                <a:avLst/>
                <a:gdLst>
                  <a:gd name="T0" fmla="*/ 720 w 46"/>
                  <a:gd name="T1" fmla="*/ 0 h 17"/>
                  <a:gd name="T2" fmla="*/ 220 w 46"/>
                  <a:gd name="T3" fmla="*/ 281 h 17"/>
                  <a:gd name="T4" fmla="*/ 0 w 46"/>
                  <a:gd name="T5" fmla="*/ 1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7">
                    <a:moveTo>
                      <a:pt x="46" y="0"/>
                    </a:moveTo>
                    <a:cubicBezTo>
                      <a:pt x="37" y="8"/>
                      <a:pt x="28" y="17"/>
                      <a:pt x="14" y="15"/>
                    </a:cubicBezTo>
                    <a:cubicBezTo>
                      <a:pt x="8" y="14"/>
                      <a:pt x="5" y="9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0" name="Freeform 5322">
                <a:extLst>
                  <a:ext uri="{FF2B5EF4-FFF2-40B4-BE49-F238E27FC236}">
                    <a16:creationId xmlns:a16="http://schemas.microsoft.com/office/drawing/2014/main" id="{4C00F527-E8E6-49DF-A5FF-D14166E37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504"/>
                <a:ext cx="470" cy="67"/>
              </a:xfrm>
              <a:custGeom>
                <a:avLst/>
                <a:gdLst>
                  <a:gd name="T0" fmla="*/ 2938 w 188"/>
                  <a:gd name="T1" fmla="*/ 150 h 25"/>
                  <a:gd name="T2" fmla="*/ 2613 w 188"/>
                  <a:gd name="T3" fmla="*/ 78 h 25"/>
                  <a:gd name="T4" fmla="*/ 2363 w 188"/>
                  <a:gd name="T5" fmla="*/ 150 h 25"/>
                  <a:gd name="T6" fmla="*/ 2238 w 188"/>
                  <a:gd name="T7" fmla="*/ 78 h 25"/>
                  <a:gd name="T8" fmla="*/ 1988 w 188"/>
                  <a:gd name="T9" fmla="*/ 230 h 25"/>
                  <a:gd name="T10" fmla="*/ 1675 w 188"/>
                  <a:gd name="T11" fmla="*/ 273 h 25"/>
                  <a:gd name="T12" fmla="*/ 1033 w 188"/>
                  <a:gd name="T13" fmla="*/ 287 h 25"/>
                  <a:gd name="T14" fmla="*/ 738 w 188"/>
                  <a:gd name="T15" fmla="*/ 482 h 25"/>
                  <a:gd name="T16" fmla="*/ 488 w 188"/>
                  <a:gd name="T17" fmla="*/ 423 h 25"/>
                  <a:gd name="T18" fmla="*/ 0 w 188"/>
                  <a:gd name="T19" fmla="*/ 445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8" h="25">
                    <a:moveTo>
                      <a:pt x="188" y="8"/>
                    </a:moveTo>
                    <a:cubicBezTo>
                      <a:pt x="185" y="0"/>
                      <a:pt x="172" y="3"/>
                      <a:pt x="167" y="4"/>
                    </a:cubicBezTo>
                    <a:cubicBezTo>
                      <a:pt x="162" y="5"/>
                      <a:pt x="156" y="9"/>
                      <a:pt x="151" y="8"/>
                    </a:cubicBezTo>
                    <a:cubicBezTo>
                      <a:pt x="148" y="8"/>
                      <a:pt x="146" y="5"/>
                      <a:pt x="143" y="4"/>
                    </a:cubicBezTo>
                    <a:cubicBezTo>
                      <a:pt x="135" y="3"/>
                      <a:pt x="132" y="9"/>
                      <a:pt x="127" y="12"/>
                    </a:cubicBezTo>
                    <a:cubicBezTo>
                      <a:pt x="122" y="16"/>
                      <a:pt x="113" y="15"/>
                      <a:pt x="107" y="14"/>
                    </a:cubicBezTo>
                    <a:cubicBezTo>
                      <a:pt x="93" y="14"/>
                      <a:pt x="80" y="9"/>
                      <a:pt x="66" y="15"/>
                    </a:cubicBezTo>
                    <a:cubicBezTo>
                      <a:pt x="59" y="19"/>
                      <a:pt x="54" y="24"/>
                      <a:pt x="47" y="25"/>
                    </a:cubicBezTo>
                    <a:cubicBezTo>
                      <a:pt x="41" y="25"/>
                      <a:pt x="36" y="24"/>
                      <a:pt x="31" y="22"/>
                    </a:cubicBezTo>
                    <a:cubicBezTo>
                      <a:pt x="19" y="18"/>
                      <a:pt x="12" y="19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1" name="Freeform 5323">
                <a:extLst>
                  <a:ext uri="{FF2B5EF4-FFF2-40B4-BE49-F238E27FC236}">
                    <a16:creationId xmlns:a16="http://schemas.microsoft.com/office/drawing/2014/main" id="{17755E19-5A89-48B7-A266-7B72C4D5B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499"/>
                <a:ext cx="122" cy="37"/>
              </a:xfrm>
              <a:custGeom>
                <a:avLst/>
                <a:gdLst>
                  <a:gd name="T0" fmla="*/ 757 w 49"/>
                  <a:gd name="T1" fmla="*/ 182 h 14"/>
                  <a:gd name="T2" fmla="*/ 199 w 49"/>
                  <a:gd name="T3" fmla="*/ 90 h 14"/>
                  <a:gd name="T4" fmla="*/ 0 w 49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4">
                    <a:moveTo>
                      <a:pt x="49" y="10"/>
                    </a:moveTo>
                    <a:cubicBezTo>
                      <a:pt x="42" y="0"/>
                      <a:pt x="22" y="2"/>
                      <a:pt x="13" y="5"/>
                    </a:cubicBezTo>
                    <a:cubicBezTo>
                      <a:pt x="8" y="8"/>
                      <a:pt x="5" y="11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2" name="Freeform 5324">
                <a:extLst>
                  <a:ext uri="{FF2B5EF4-FFF2-40B4-BE49-F238E27FC236}">
                    <a16:creationId xmlns:a16="http://schemas.microsoft.com/office/drawing/2014/main" id="{A656EBA2-FADF-4EDD-AE8A-C9DEE8FF9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440"/>
                <a:ext cx="150" cy="37"/>
              </a:xfrm>
              <a:custGeom>
                <a:avLst/>
                <a:gdLst>
                  <a:gd name="T0" fmla="*/ 645 w 60"/>
                  <a:gd name="T1" fmla="*/ 167 h 14"/>
                  <a:gd name="T2" fmla="*/ 300 w 60"/>
                  <a:gd name="T3" fmla="*/ 238 h 14"/>
                  <a:gd name="T4" fmla="*/ 0 w 60"/>
                  <a:gd name="T5" fmla="*/ 167 h 14"/>
                  <a:gd name="T6" fmla="*/ 520 w 60"/>
                  <a:gd name="T7" fmla="*/ 34 h 14"/>
                  <a:gd name="T8" fmla="*/ 938 w 60"/>
                  <a:gd name="T9" fmla="*/ 3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4">
                    <a:moveTo>
                      <a:pt x="41" y="9"/>
                    </a:moveTo>
                    <a:cubicBezTo>
                      <a:pt x="35" y="13"/>
                      <a:pt x="26" y="14"/>
                      <a:pt x="19" y="13"/>
                    </a:cubicBezTo>
                    <a:cubicBezTo>
                      <a:pt x="12" y="12"/>
                      <a:pt x="6" y="8"/>
                      <a:pt x="0" y="9"/>
                    </a:cubicBezTo>
                    <a:cubicBezTo>
                      <a:pt x="11" y="8"/>
                      <a:pt x="22" y="4"/>
                      <a:pt x="33" y="2"/>
                    </a:cubicBezTo>
                    <a:cubicBezTo>
                      <a:pt x="43" y="0"/>
                      <a:pt x="51" y="1"/>
                      <a:pt x="60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3" name="Freeform 5325">
                <a:extLst>
                  <a:ext uri="{FF2B5EF4-FFF2-40B4-BE49-F238E27FC236}">
                    <a16:creationId xmlns:a16="http://schemas.microsoft.com/office/drawing/2014/main" id="{5C78741E-8C01-4CE0-8F60-400CCF550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459"/>
                <a:ext cx="110" cy="56"/>
              </a:xfrm>
              <a:custGeom>
                <a:avLst/>
                <a:gdLst>
                  <a:gd name="T0" fmla="*/ 688 w 44"/>
                  <a:gd name="T1" fmla="*/ 248 h 21"/>
                  <a:gd name="T2" fmla="*/ 0 w 44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1">
                    <a:moveTo>
                      <a:pt x="44" y="13"/>
                    </a:moveTo>
                    <a:cubicBezTo>
                      <a:pt x="37" y="0"/>
                      <a:pt x="3" y="10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4" name="Freeform 5326">
                <a:extLst>
                  <a:ext uri="{FF2B5EF4-FFF2-40B4-BE49-F238E27FC236}">
                    <a16:creationId xmlns:a16="http://schemas.microsoft.com/office/drawing/2014/main" id="{729E3303-EC72-4DB9-9053-DE530B543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459"/>
                <a:ext cx="75" cy="56"/>
              </a:xfrm>
              <a:custGeom>
                <a:avLst/>
                <a:gdLst>
                  <a:gd name="T0" fmla="*/ 470 w 30"/>
                  <a:gd name="T1" fmla="*/ 35 h 21"/>
                  <a:gd name="T2" fmla="*/ 113 w 30"/>
                  <a:gd name="T3" fmla="*/ 171 h 21"/>
                  <a:gd name="T4" fmla="*/ 0 w 30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30" y="2"/>
                    </a:moveTo>
                    <a:cubicBezTo>
                      <a:pt x="25" y="0"/>
                      <a:pt x="11" y="6"/>
                      <a:pt x="7" y="9"/>
                    </a:cubicBezTo>
                    <a:cubicBezTo>
                      <a:pt x="3" y="12"/>
                      <a:pt x="3" y="18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5" name="Freeform 5327">
                <a:extLst>
                  <a:ext uri="{FF2B5EF4-FFF2-40B4-BE49-F238E27FC236}">
                    <a16:creationId xmlns:a16="http://schemas.microsoft.com/office/drawing/2014/main" id="{53E8BF96-1D0E-46CC-A570-D536B2F84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485"/>
                <a:ext cx="178" cy="72"/>
              </a:xfrm>
              <a:custGeom>
                <a:avLst/>
                <a:gdLst>
                  <a:gd name="T0" fmla="*/ 1118 w 71"/>
                  <a:gd name="T1" fmla="*/ 21 h 27"/>
                  <a:gd name="T2" fmla="*/ 930 w 71"/>
                  <a:gd name="T3" fmla="*/ 56 h 27"/>
                  <a:gd name="T4" fmla="*/ 396 w 71"/>
                  <a:gd name="T5" fmla="*/ 171 h 27"/>
                  <a:gd name="T6" fmla="*/ 113 w 71"/>
                  <a:gd name="T7" fmla="*/ 435 h 27"/>
                  <a:gd name="T8" fmla="*/ 0 w 71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27">
                    <a:moveTo>
                      <a:pt x="71" y="1"/>
                    </a:moveTo>
                    <a:cubicBezTo>
                      <a:pt x="70" y="0"/>
                      <a:pt x="61" y="2"/>
                      <a:pt x="59" y="3"/>
                    </a:cubicBezTo>
                    <a:cubicBezTo>
                      <a:pt x="47" y="4"/>
                      <a:pt x="36" y="4"/>
                      <a:pt x="25" y="9"/>
                    </a:cubicBezTo>
                    <a:cubicBezTo>
                      <a:pt x="18" y="13"/>
                      <a:pt x="13" y="19"/>
                      <a:pt x="7" y="23"/>
                    </a:cubicBezTo>
                    <a:cubicBezTo>
                      <a:pt x="4" y="24"/>
                      <a:pt x="1" y="25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6" name="Freeform 5328">
                <a:extLst>
                  <a:ext uri="{FF2B5EF4-FFF2-40B4-BE49-F238E27FC236}">
                    <a16:creationId xmlns:a16="http://schemas.microsoft.com/office/drawing/2014/main" id="{F4B4F5D4-2256-4073-90ED-2786D887A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528"/>
                <a:ext cx="85" cy="13"/>
              </a:xfrm>
              <a:custGeom>
                <a:avLst/>
                <a:gdLst>
                  <a:gd name="T0" fmla="*/ 533 w 34"/>
                  <a:gd name="T1" fmla="*/ 55 h 5"/>
                  <a:gd name="T2" fmla="*/ 220 w 34"/>
                  <a:gd name="T3" fmla="*/ 55 h 5"/>
                  <a:gd name="T4" fmla="*/ 95 w 34"/>
                  <a:gd name="T5" fmla="*/ 68 h 5"/>
                  <a:gd name="T6" fmla="*/ 0 w 34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5">
                    <a:moveTo>
                      <a:pt x="34" y="3"/>
                    </a:moveTo>
                    <a:cubicBezTo>
                      <a:pt x="28" y="1"/>
                      <a:pt x="19" y="0"/>
                      <a:pt x="14" y="3"/>
                    </a:cubicBezTo>
                    <a:cubicBezTo>
                      <a:pt x="11" y="4"/>
                      <a:pt x="9" y="5"/>
                      <a:pt x="6" y="4"/>
                    </a:cubicBezTo>
                    <a:cubicBezTo>
                      <a:pt x="3" y="4"/>
                      <a:pt x="2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7" name="Freeform 5329">
                <a:extLst>
                  <a:ext uri="{FF2B5EF4-FFF2-40B4-BE49-F238E27FC236}">
                    <a16:creationId xmlns:a16="http://schemas.microsoft.com/office/drawing/2014/main" id="{0925136F-B6FA-4180-BA7D-B41F3DD4F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339"/>
                <a:ext cx="103" cy="42"/>
              </a:xfrm>
              <a:custGeom>
                <a:avLst/>
                <a:gdLst>
                  <a:gd name="T0" fmla="*/ 651 w 41"/>
                  <a:gd name="T1" fmla="*/ 21 h 16"/>
                  <a:gd name="T2" fmla="*/ 631 w 41"/>
                  <a:gd name="T3" fmla="*/ 0 h 16"/>
                  <a:gd name="T4" fmla="*/ 0 w 41"/>
                  <a:gd name="T5" fmla="*/ 11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6">
                    <a:moveTo>
                      <a:pt x="41" y="1"/>
                    </a:moveTo>
                    <a:cubicBezTo>
                      <a:pt x="41" y="0"/>
                      <a:pt x="40" y="0"/>
                      <a:pt x="40" y="0"/>
                    </a:cubicBezTo>
                    <a:cubicBezTo>
                      <a:pt x="30" y="7"/>
                      <a:pt x="10" y="16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8" name="Freeform 5330">
                <a:extLst>
                  <a:ext uri="{FF2B5EF4-FFF2-40B4-BE49-F238E27FC236}">
                    <a16:creationId xmlns:a16="http://schemas.microsoft.com/office/drawing/2014/main" id="{8E7369AB-906C-4077-8DBC-17B7A4FDD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507"/>
                <a:ext cx="901" cy="205"/>
              </a:xfrm>
              <a:custGeom>
                <a:avLst/>
                <a:gdLst>
                  <a:gd name="T0" fmla="*/ 5644 w 360"/>
                  <a:gd name="T1" fmla="*/ 0 h 77"/>
                  <a:gd name="T2" fmla="*/ 5018 w 360"/>
                  <a:gd name="T3" fmla="*/ 418 h 77"/>
                  <a:gd name="T4" fmla="*/ 4518 w 360"/>
                  <a:gd name="T5" fmla="*/ 431 h 77"/>
                  <a:gd name="T6" fmla="*/ 4014 w 360"/>
                  <a:gd name="T7" fmla="*/ 793 h 77"/>
                  <a:gd name="T8" fmla="*/ 3546 w 360"/>
                  <a:gd name="T9" fmla="*/ 793 h 77"/>
                  <a:gd name="T10" fmla="*/ 3151 w 360"/>
                  <a:gd name="T11" fmla="*/ 682 h 77"/>
                  <a:gd name="T12" fmla="*/ 2806 w 360"/>
                  <a:gd name="T13" fmla="*/ 865 h 77"/>
                  <a:gd name="T14" fmla="*/ 2350 w 360"/>
                  <a:gd name="T15" fmla="*/ 849 h 77"/>
                  <a:gd name="T16" fmla="*/ 1942 w 360"/>
                  <a:gd name="T17" fmla="*/ 772 h 77"/>
                  <a:gd name="T18" fmla="*/ 1597 w 360"/>
                  <a:gd name="T19" fmla="*/ 942 h 77"/>
                  <a:gd name="T20" fmla="*/ 1316 w 360"/>
                  <a:gd name="T21" fmla="*/ 964 h 77"/>
                  <a:gd name="T22" fmla="*/ 909 w 360"/>
                  <a:gd name="T23" fmla="*/ 887 h 77"/>
                  <a:gd name="T24" fmla="*/ 563 w 360"/>
                  <a:gd name="T25" fmla="*/ 1057 h 77"/>
                  <a:gd name="T26" fmla="*/ 175 w 360"/>
                  <a:gd name="T27" fmla="*/ 1169 h 77"/>
                  <a:gd name="T28" fmla="*/ 33 w 360"/>
                  <a:gd name="T29" fmla="*/ 1339 h 77"/>
                  <a:gd name="T30" fmla="*/ 0 w 360"/>
                  <a:gd name="T31" fmla="*/ 1454 h 7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0" h="77">
                    <a:moveTo>
                      <a:pt x="360" y="0"/>
                    </a:moveTo>
                    <a:cubicBezTo>
                      <a:pt x="350" y="11"/>
                      <a:pt x="336" y="26"/>
                      <a:pt x="320" y="22"/>
                    </a:cubicBezTo>
                    <a:cubicBezTo>
                      <a:pt x="309" y="19"/>
                      <a:pt x="299" y="18"/>
                      <a:pt x="288" y="23"/>
                    </a:cubicBezTo>
                    <a:cubicBezTo>
                      <a:pt x="277" y="28"/>
                      <a:pt x="268" y="38"/>
                      <a:pt x="256" y="42"/>
                    </a:cubicBezTo>
                    <a:cubicBezTo>
                      <a:pt x="247" y="45"/>
                      <a:pt x="235" y="46"/>
                      <a:pt x="226" y="42"/>
                    </a:cubicBezTo>
                    <a:cubicBezTo>
                      <a:pt x="218" y="38"/>
                      <a:pt x="210" y="34"/>
                      <a:pt x="201" y="36"/>
                    </a:cubicBezTo>
                    <a:cubicBezTo>
                      <a:pt x="193" y="37"/>
                      <a:pt x="186" y="43"/>
                      <a:pt x="179" y="46"/>
                    </a:cubicBezTo>
                    <a:cubicBezTo>
                      <a:pt x="169" y="51"/>
                      <a:pt x="160" y="49"/>
                      <a:pt x="150" y="45"/>
                    </a:cubicBezTo>
                    <a:cubicBezTo>
                      <a:pt x="141" y="42"/>
                      <a:pt x="133" y="39"/>
                      <a:pt x="124" y="41"/>
                    </a:cubicBezTo>
                    <a:cubicBezTo>
                      <a:pt x="116" y="43"/>
                      <a:pt x="110" y="48"/>
                      <a:pt x="102" y="50"/>
                    </a:cubicBezTo>
                    <a:cubicBezTo>
                      <a:pt x="96" y="52"/>
                      <a:pt x="90" y="53"/>
                      <a:pt x="84" y="51"/>
                    </a:cubicBezTo>
                    <a:cubicBezTo>
                      <a:pt x="74" y="48"/>
                      <a:pt x="68" y="45"/>
                      <a:pt x="58" y="47"/>
                    </a:cubicBezTo>
                    <a:cubicBezTo>
                      <a:pt x="49" y="49"/>
                      <a:pt x="43" y="52"/>
                      <a:pt x="36" y="56"/>
                    </a:cubicBezTo>
                    <a:cubicBezTo>
                      <a:pt x="28" y="60"/>
                      <a:pt x="19" y="59"/>
                      <a:pt x="11" y="62"/>
                    </a:cubicBezTo>
                    <a:cubicBezTo>
                      <a:pt x="5" y="64"/>
                      <a:pt x="4" y="66"/>
                      <a:pt x="2" y="71"/>
                    </a:cubicBezTo>
                    <a:cubicBezTo>
                      <a:pt x="1" y="73"/>
                      <a:pt x="1" y="75"/>
                      <a:pt x="0" y="7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9" name="Freeform 5331">
                <a:extLst>
                  <a:ext uri="{FF2B5EF4-FFF2-40B4-BE49-F238E27FC236}">
                    <a16:creationId xmlns:a16="http://schemas.microsoft.com/office/drawing/2014/main" id="{0D06DCD3-55DB-4649-A270-5D7FEB5B6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531"/>
                <a:ext cx="233" cy="88"/>
              </a:xfrm>
              <a:custGeom>
                <a:avLst/>
                <a:gdLst>
                  <a:gd name="T0" fmla="*/ 1463 w 93"/>
                  <a:gd name="T1" fmla="*/ 136 h 33"/>
                  <a:gd name="T2" fmla="*/ 1255 w 93"/>
                  <a:gd name="T3" fmla="*/ 93 h 33"/>
                  <a:gd name="T4" fmla="*/ 992 w 93"/>
                  <a:gd name="T5" fmla="*/ 21 h 33"/>
                  <a:gd name="T6" fmla="*/ 679 w 93"/>
                  <a:gd name="T7" fmla="*/ 192 h 33"/>
                  <a:gd name="T8" fmla="*/ 363 w 93"/>
                  <a:gd name="T9" fmla="*/ 533 h 33"/>
                  <a:gd name="T10" fmla="*/ 0 w 93"/>
                  <a:gd name="T11" fmla="*/ 5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33">
                    <a:moveTo>
                      <a:pt x="93" y="7"/>
                    </a:moveTo>
                    <a:cubicBezTo>
                      <a:pt x="90" y="5"/>
                      <a:pt x="84" y="6"/>
                      <a:pt x="80" y="5"/>
                    </a:cubicBezTo>
                    <a:cubicBezTo>
                      <a:pt x="74" y="4"/>
                      <a:pt x="70" y="1"/>
                      <a:pt x="63" y="1"/>
                    </a:cubicBezTo>
                    <a:cubicBezTo>
                      <a:pt x="55" y="0"/>
                      <a:pt x="49" y="4"/>
                      <a:pt x="43" y="10"/>
                    </a:cubicBezTo>
                    <a:cubicBezTo>
                      <a:pt x="37" y="17"/>
                      <a:pt x="32" y="24"/>
                      <a:pt x="23" y="28"/>
                    </a:cubicBezTo>
                    <a:cubicBezTo>
                      <a:pt x="13" y="33"/>
                      <a:pt x="8" y="32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0" name="Freeform 5332">
                <a:extLst>
                  <a:ext uri="{FF2B5EF4-FFF2-40B4-BE49-F238E27FC236}">
                    <a16:creationId xmlns:a16="http://schemas.microsoft.com/office/drawing/2014/main" id="{2A0C5827-98B4-462C-9317-C396C8F3C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549"/>
                <a:ext cx="115" cy="78"/>
              </a:xfrm>
              <a:custGeom>
                <a:avLst/>
                <a:gdLst>
                  <a:gd name="T0" fmla="*/ 720 w 46"/>
                  <a:gd name="T1" fmla="*/ 116 h 29"/>
                  <a:gd name="T2" fmla="*/ 270 w 46"/>
                  <a:gd name="T3" fmla="*/ 253 h 29"/>
                  <a:gd name="T4" fmla="*/ 63 w 46"/>
                  <a:gd name="T5" fmla="*/ 484 h 29"/>
                  <a:gd name="T6" fmla="*/ 0 w 46"/>
                  <a:gd name="T7" fmla="*/ 56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9">
                    <a:moveTo>
                      <a:pt x="46" y="6"/>
                    </a:moveTo>
                    <a:cubicBezTo>
                      <a:pt x="39" y="0"/>
                      <a:pt x="23" y="9"/>
                      <a:pt x="17" y="13"/>
                    </a:cubicBezTo>
                    <a:cubicBezTo>
                      <a:pt x="12" y="17"/>
                      <a:pt x="8" y="21"/>
                      <a:pt x="4" y="25"/>
                    </a:cubicBezTo>
                    <a:cubicBezTo>
                      <a:pt x="3" y="27"/>
                      <a:pt x="2" y="28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1" name="Freeform 5333">
                <a:extLst>
                  <a:ext uri="{FF2B5EF4-FFF2-40B4-BE49-F238E27FC236}">
                    <a16:creationId xmlns:a16="http://schemas.microsoft.com/office/drawing/2014/main" id="{DECA91AB-689F-475A-BC19-2A99AE19C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557"/>
                <a:ext cx="335" cy="54"/>
              </a:xfrm>
              <a:custGeom>
                <a:avLst/>
                <a:gdLst>
                  <a:gd name="T0" fmla="*/ 2095 w 134"/>
                  <a:gd name="T1" fmla="*/ 103 h 20"/>
                  <a:gd name="T2" fmla="*/ 1875 w 134"/>
                  <a:gd name="T3" fmla="*/ 0 h 20"/>
                  <a:gd name="T4" fmla="*/ 1395 w 134"/>
                  <a:gd name="T5" fmla="*/ 138 h 20"/>
                  <a:gd name="T6" fmla="*/ 1020 w 134"/>
                  <a:gd name="T7" fmla="*/ 103 h 20"/>
                  <a:gd name="T8" fmla="*/ 833 w 134"/>
                  <a:gd name="T9" fmla="*/ 138 h 20"/>
                  <a:gd name="T10" fmla="*/ 613 w 134"/>
                  <a:gd name="T11" fmla="*/ 219 h 20"/>
                  <a:gd name="T12" fmla="*/ 250 w 134"/>
                  <a:gd name="T13" fmla="*/ 159 h 20"/>
                  <a:gd name="T14" fmla="*/ 50 w 134"/>
                  <a:gd name="T15" fmla="*/ 278 h 20"/>
                  <a:gd name="T16" fmla="*/ 0 w 134"/>
                  <a:gd name="T17" fmla="*/ 394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0">
                    <a:moveTo>
                      <a:pt x="134" y="5"/>
                    </a:moveTo>
                    <a:cubicBezTo>
                      <a:pt x="129" y="4"/>
                      <a:pt x="126" y="0"/>
                      <a:pt x="120" y="0"/>
                    </a:cubicBezTo>
                    <a:cubicBezTo>
                      <a:pt x="110" y="0"/>
                      <a:pt x="99" y="6"/>
                      <a:pt x="89" y="7"/>
                    </a:cubicBezTo>
                    <a:cubicBezTo>
                      <a:pt x="80" y="9"/>
                      <a:pt x="73" y="7"/>
                      <a:pt x="65" y="5"/>
                    </a:cubicBezTo>
                    <a:cubicBezTo>
                      <a:pt x="61" y="4"/>
                      <a:pt x="57" y="5"/>
                      <a:pt x="53" y="7"/>
                    </a:cubicBezTo>
                    <a:cubicBezTo>
                      <a:pt x="48" y="8"/>
                      <a:pt x="44" y="11"/>
                      <a:pt x="39" y="11"/>
                    </a:cubicBezTo>
                    <a:cubicBezTo>
                      <a:pt x="31" y="11"/>
                      <a:pt x="24" y="8"/>
                      <a:pt x="16" y="8"/>
                    </a:cubicBezTo>
                    <a:cubicBezTo>
                      <a:pt x="11" y="8"/>
                      <a:pt x="6" y="9"/>
                      <a:pt x="3" y="14"/>
                    </a:cubicBezTo>
                    <a:cubicBezTo>
                      <a:pt x="1" y="16"/>
                      <a:pt x="1" y="19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2" name="Freeform 5334">
                <a:extLst>
                  <a:ext uri="{FF2B5EF4-FFF2-40B4-BE49-F238E27FC236}">
                    <a16:creationId xmlns:a16="http://schemas.microsoft.com/office/drawing/2014/main" id="{D22B014A-4115-4834-A2A8-826B6F28B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565"/>
                <a:ext cx="107" cy="30"/>
              </a:xfrm>
              <a:custGeom>
                <a:avLst/>
                <a:gdLst>
                  <a:gd name="T0" fmla="*/ 662 w 43"/>
                  <a:gd name="T1" fmla="*/ 164 h 11"/>
                  <a:gd name="T2" fmla="*/ 309 w 43"/>
                  <a:gd name="T3" fmla="*/ 185 h 11"/>
                  <a:gd name="T4" fmla="*/ 0 w 4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1">
                    <a:moveTo>
                      <a:pt x="43" y="8"/>
                    </a:moveTo>
                    <a:cubicBezTo>
                      <a:pt x="37" y="6"/>
                      <a:pt x="26" y="11"/>
                      <a:pt x="20" y="9"/>
                    </a:cubicBezTo>
                    <a:cubicBezTo>
                      <a:pt x="15" y="7"/>
                      <a:pt x="4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3" name="Freeform 5335">
                <a:extLst>
                  <a:ext uri="{FF2B5EF4-FFF2-40B4-BE49-F238E27FC236}">
                    <a16:creationId xmlns:a16="http://schemas.microsoft.com/office/drawing/2014/main" id="{B62CD020-28F7-48CC-8DF6-A4BA497E7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517"/>
                <a:ext cx="103" cy="46"/>
              </a:xfrm>
              <a:custGeom>
                <a:avLst/>
                <a:gdLst>
                  <a:gd name="T0" fmla="*/ 651 w 41"/>
                  <a:gd name="T1" fmla="*/ 176 h 17"/>
                  <a:gd name="T2" fmla="*/ 0 w 41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7">
                    <a:moveTo>
                      <a:pt x="41" y="9"/>
                    </a:moveTo>
                    <a:cubicBezTo>
                      <a:pt x="34" y="0"/>
                      <a:pt x="6" y="9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4" name="Freeform 5336">
                <a:extLst>
                  <a:ext uri="{FF2B5EF4-FFF2-40B4-BE49-F238E27FC236}">
                    <a16:creationId xmlns:a16="http://schemas.microsoft.com/office/drawing/2014/main" id="{A0E5DAD2-6E43-4515-8632-A44EDA3E7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571"/>
                <a:ext cx="120" cy="26"/>
              </a:xfrm>
              <a:custGeom>
                <a:avLst/>
                <a:gdLst>
                  <a:gd name="T0" fmla="*/ 750 w 48"/>
                  <a:gd name="T1" fmla="*/ 0 h 10"/>
                  <a:gd name="T2" fmla="*/ 595 w 48"/>
                  <a:gd name="T3" fmla="*/ 88 h 10"/>
                  <a:gd name="T4" fmla="*/ 270 w 48"/>
                  <a:gd name="T5" fmla="*/ 143 h 10"/>
                  <a:gd name="T6" fmla="*/ 0 w 48"/>
                  <a:gd name="T7" fmla="*/ 5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0">
                    <a:moveTo>
                      <a:pt x="48" y="0"/>
                    </a:moveTo>
                    <a:cubicBezTo>
                      <a:pt x="44" y="1"/>
                      <a:pt x="41" y="3"/>
                      <a:pt x="38" y="5"/>
                    </a:cubicBezTo>
                    <a:cubicBezTo>
                      <a:pt x="31" y="8"/>
                      <a:pt x="24" y="10"/>
                      <a:pt x="17" y="8"/>
                    </a:cubicBezTo>
                    <a:cubicBezTo>
                      <a:pt x="12" y="7"/>
                      <a:pt x="4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5" name="Freeform 5337">
                <a:extLst>
                  <a:ext uri="{FF2B5EF4-FFF2-40B4-BE49-F238E27FC236}">
                    <a16:creationId xmlns:a16="http://schemas.microsoft.com/office/drawing/2014/main" id="{57960554-EEA2-48B5-82CC-D971DD9E6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621"/>
                <a:ext cx="118" cy="22"/>
              </a:xfrm>
              <a:custGeom>
                <a:avLst/>
                <a:gdLst>
                  <a:gd name="T0" fmla="*/ 743 w 47"/>
                  <a:gd name="T1" fmla="*/ 0 h 8"/>
                  <a:gd name="T2" fmla="*/ 316 w 47"/>
                  <a:gd name="T3" fmla="*/ 168 h 8"/>
                  <a:gd name="T4" fmla="*/ 0 w 47"/>
                  <a:gd name="T5" fmla="*/ 4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">
                    <a:moveTo>
                      <a:pt x="47" y="0"/>
                    </a:moveTo>
                    <a:cubicBezTo>
                      <a:pt x="38" y="0"/>
                      <a:pt x="30" y="7"/>
                      <a:pt x="20" y="8"/>
                    </a:cubicBezTo>
                    <a:cubicBezTo>
                      <a:pt x="14" y="8"/>
                      <a:pt x="5" y="6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6" name="Freeform 5338">
                <a:extLst>
                  <a:ext uri="{FF2B5EF4-FFF2-40B4-BE49-F238E27FC236}">
                    <a16:creationId xmlns:a16="http://schemas.microsoft.com/office/drawing/2014/main" id="{708BFE77-1EC6-4963-B511-C984D7CA7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584"/>
                <a:ext cx="103" cy="40"/>
              </a:xfrm>
              <a:custGeom>
                <a:avLst/>
                <a:gdLst>
                  <a:gd name="T0" fmla="*/ 651 w 41"/>
                  <a:gd name="T1" fmla="*/ 21 h 15"/>
                  <a:gd name="T2" fmla="*/ 631 w 41"/>
                  <a:gd name="T3" fmla="*/ 0 h 15"/>
                  <a:gd name="T4" fmla="*/ 0 w 41"/>
                  <a:gd name="T5" fmla="*/ 9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5">
                    <a:moveTo>
                      <a:pt x="41" y="1"/>
                    </a:moveTo>
                    <a:cubicBezTo>
                      <a:pt x="41" y="0"/>
                      <a:pt x="41" y="0"/>
                      <a:pt x="40" y="0"/>
                    </a:cubicBezTo>
                    <a:cubicBezTo>
                      <a:pt x="30" y="7"/>
                      <a:pt x="11" y="15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7" name="Freeform 5339">
                <a:extLst>
                  <a:ext uri="{FF2B5EF4-FFF2-40B4-BE49-F238E27FC236}">
                    <a16:creationId xmlns:a16="http://schemas.microsoft.com/office/drawing/2014/main" id="{A72EE10A-9469-4E5C-9ACC-40540E4D3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563"/>
                <a:ext cx="65" cy="29"/>
              </a:xfrm>
              <a:custGeom>
                <a:avLst/>
                <a:gdLst>
                  <a:gd name="T0" fmla="*/ 408 w 26"/>
                  <a:gd name="T1" fmla="*/ 0 h 11"/>
                  <a:gd name="T2" fmla="*/ 0 w 26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1">
                    <a:moveTo>
                      <a:pt x="26" y="0"/>
                    </a:moveTo>
                    <a:cubicBezTo>
                      <a:pt x="17" y="3"/>
                      <a:pt x="7" y="4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8" name="Freeform 5340">
                <a:extLst>
                  <a:ext uri="{FF2B5EF4-FFF2-40B4-BE49-F238E27FC236}">
                    <a16:creationId xmlns:a16="http://schemas.microsoft.com/office/drawing/2014/main" id="{FCDDFC26-8B92-4595-B723-FB816A4C6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496"/>
                <a:ext cx="100" cy="61"/>
              </a:xfrm>
              <a:custGeom>
                <a:avLst/>
                <a:gdLst>
                  <a:gd name="T0" fmla="*/ 625 w 40"/>
                  <a:gd name="T1" fmla="*/ 77 h 23"/>
                  <a:gd name="T2" fmla="*/ 208 w 40"/>
                  <a:gd name="T3" fmla="*/ 133 h 23"/>
                  <a:gd name="T4" fmla="*/ 0 w 40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40" y="4"/>
                    </a:moveTo>
                    <a:cubicBezTo>
                      <a:pt x="32" y="0"/>
                      <a:pt x="20" y="2"/>
                      <a:pt x="13" y="7"/>
                    </a:cubicBezTo>
                    <a:cubicBezTo>
                      <a:pt x="6" y="11"/>
                      <a:pt x="6" y="19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9" name="Freeform 5341">
                <a:extLst>
                  <a:ext uri="{FF2B5EF4-FFF2-40B4-BE49-F238E27FC236}">
                    <a16:creationId xmlns:a16="http://schemas.microsoft.com/office/drawing/2014/main" id="{5B2F7F97-1F5D-4C0F-80BB-4085314F4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525"/>
                <a:ext cx="115" cy="24"/>
              </a:xfrm>
              <a:custGeom>
                <a:avLst/>
                <a:gdLst>
                  <a:gd name="T0" fmla="*/ 720 w 46"/>
                  <a:gd name="T1" fmla="*/ 56 h 9"/>
                  <a:gd name="T2" fmla="*/ 270 w 46"/>
                  <a:gd name="T3" fmla="*/ 171 h 9"/>
                  <a:gd name="T4" fmla="*/ 0 w 46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9">
                    <a:moveTo>
                      <a:pt x="46" y="3"/>
                    </a:moveTo>
                    <a:cubicBezTo>
                      <a:pt x="35" y="0"/>
                      <a:pt x="27" y="8"/>
                      <a:pt x="17" y="9"/>
                    </a:cubicBezTo>
                    <a:cubicBezTo>
                      <a:pt x="11" y="9"/>
                      <a:pt x="5" y="8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0" name="Freeform 5342">
                <a:extLst>
                  <a:ext uri="{FF2B5EF4-FFF2-40B4-BE49-F238E27FC236}">
                    <a16:creationId xmlns:a16="http://schemas.microsoft.com/office/drawing/2014/main" id="{327FBF01-B0E2-4C93-A8F0-493A2D8B8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491"/>
                <a:ext cx="135" cy="56"/>
              </a:xfrm>
              <a:custGeom>
                <a:avLst/>
                <a:gdLst>
                  <a:gd name="T0" fmla="*/ 845 w 54"/>
                  <a:gd name="T1" fmla="*/ 136 h 21"/>
                  <a:gd name="T2" fmla="*/ 270 w 54"/>
                  <a:gd name="T3" fmla="*/ 171 h 21"/>
                  <a:gd name="T4" fmla="*/ 0 w 54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1">
                    <a:moveTo>
                      <a:pt x="54" y="7"/>
                    </a:moveTo>
                    <a:cubicBezTo>
                      <a:pt x="43" y="0"/>
                      <a:pt x="28" y="2"/>
                      <a:pt x="17" y="9"/>
                    </a:cubicBezTo>
                    <a:cubicBezTo>
                      <a:pt x="11" y="12"/>
                      <a:pt x="6" y="18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1" name="Freeform 5343">
                <a:extLst>
                  <a:ext uri="{FF2B5EF4-FFF2-40B4-BE49-F238E27FC236}">
                    <a16:creationId xmlns:a16="http://schemas.microsoft.com/office/drawing/2014/main" id="{8037405F-268A-4915-9556-ECBDAF012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579"/>
                <a:ext cx="102" cy="45"/>
              </a:xfrm>
              <a:custGeom>
                <a:avLst/>
                <a:gdLst>
                  <a:gd name="T0" fmla="*/ 632 w 41"/>
                  <a:gd name="T1" fmla="*/ 259 h 17"/>
                  <a:gd name="T2" fmla="*/ 0 w 41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7">
                    <a:moveTo>
                      <a:pt x="41" y="14"/>
                    </a:moveTo>
                    <a:cubicBezTo>
                      <a:pt x="30" y="0"/>
                      <a:pt x="12" y="11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2" name="Freeform 5344">
                <a:extLst>
                  <a:ext uri="{FF2B5EF4-FFF2-40B4-BE49-F238E27FC236}">
                    <a16:creationId xmlns:a16="http://schemas.microsoft.com/office/drawing/2014/main" id="{0139C2B6-1F3D-4C63-8A89-0AC4D31DD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613"/>
                <a:ext cx="205" cy="57"/>
              </a:xfrm>
              <a:custGeom>
                <a:avLst/>
                <a:gdLst>
                  <a:gd name="T0" fmla="*/ 1283 w 82"/>
                  <a:gd name="T1" fmla="*/ 141 h 21"/>
                  <a:gd name="T2" fmla="*/ 500 w 82"/>
                  <a:gd name="T3" fmla="*/ 176 h 21"/>
                  <a:gd name="T4" fmla="*/ 0 w 82"/>
                  <a:gd name="T5" fmla="*/ 14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21">
                    <a:moveTo>
                      <a:pt x="82" y="7"/>
                    </a:moveTo>
                    <a:cubicBezTo>
                      <a:pt x="68" y="21"/>
                      <a:pt x="47" y="21"/>
                      <a:pt x="32" y="9"/>
                    </a:cubicBezTo>
                    <a:cubicBezTo>
                      <a:pt x="24" y="2"/>
                      <a:pt x="10" y="0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3" name="Freeform 5345">
                <a:extLst>
                  <a:ext uri="{FF2B5EF4-FFF2-40B4-BE49-F238E27FC236}">
                    <a16:creationId xmlns:a16="http://schemas.microsoft.com/office/drawing/2014/main" id="{1D4BD2DA-BA5C-47BC-9B52-1B1599374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643"/>
                <a:ext cx="123" cy="40"/>
              </a:xfrm>
              <a:custGeom>
                <a:avLst/>
                <a:gdLst>
                  <a:gd name="T0" fmla="*/ 776 w 49"/>
                  <a:gd name="T1" fmla="*/ 0 h 15"/>
                  <a:gd name="T2" fmla="*/ 271 w 49"/>
                  <a:gd name="T3" fmla="*/ 227 h 15"/>
                  <a:gd name="T4" fmla="*/ 0 w 49"/>
                  <a:gd name="T5" fmla="*/ 1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5">
                    <a:moveTo>
                      <a:pt x="49" y="0"/>
                    </a:moveTo>
                    <a:cubicBezTo>
                      <a:pt x="40" y="9"/>
                      <a:pt x="30" y="15"/>
                      <a:pt x="17" y="12"/>
                    </a:cubicBezTo>
                    <a:cubicBezTo>
                      <a:pt x="12" y="10"/>
                      <a:pt x="5" y="7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4" name="Freeform 5346">
                <a:extLst>
                  <a:ext uri="{FF2B5EF4-FFF2-40B4-BE49-F238E27FC236}">
                    <a16:creationId xmlns:a16="http://schemas.microsoft.com/office/drawing/2014/main" id="{6BEDEADD-0FFE-4091-AFEA-489CAA62B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592"/>
                <a:ext cx="275" cy="54"/>
              </a:xfrm>
              <a:custGeom>
                <a:avLst/>
                <a:gdLst>
                  <a:gd name="T0" fmla="*/ 1720 w 110"/>
                  <a:gd name="T1" fmla="*/ 197 h 20"/>
                  <a:gd name="T2" fmla="*/ 1125 w 110"/>
                  <a:gd name="T3" fmla="*/ 219 h 20"/>
                  <a:gd name="T4" fmla="*/ 783 w 110"/>
                  <a:gd name="T5" fmla="*/ 356 h 20"/>
                  <a:gd name="T6" fmla="*/ 550 w 110"/>
                  <a:gd name="T7" fmla="*/ 313 h 20"/>
                  <a:gd name="T8" fmla="*/ 345 w 110"/>
                  <a:gd name="T9" fmla="*/ 278 h 20"/>
                  <a:gd name="T10" fmla="*/ 220 w 110"/>
                  <a:gd name="T11" fmla="*/ 373 h 20"/>
                  <a:gd name="T12" fmla="*/ 0 w 110"/>
                  <a:gd name="T13" fmla="*/ 31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20">
                    <a:moveTo>
                      <a:pt x="110" y="10"/>
                    </a:moveTo>
                    <a:cubicBezTo>
                      <a:pt x="101" y="0"/>
                      <a:pt x="82" y="7"/>
                      <a:pt x="72" y="11"/>
                    </a:cubicBezTo>
                    <a:cubicBezTo>
                      <a:pt x="65" y="14"/>
                      <a:pt x="58" y="18"/>
                      <a:pt x="50" y="18"/>
                    </a:cubicBezTo>
                    <a:cubicBezTo>
                      <a:pt x="45" y="18"/>
                      <a:pt x="40" y="17"/>
                      <a:pt x="35" y="16"/>
                    </a:cubicBezTo>
                    <a:cubicBezTo>
                      <a:pt x="31" y="15"/>
                      <a:pt x="26" y="14"/>
                      <a:pt x="22" y="14"/>
                    </a:cubicBezTo>
                    <a:cubicBezTo>
                      <a:pt x="19" y="15"/>
                      <a:pt x="17" y="18"/>
                      <a:pt x="14" y="19"/>
                    </a:cubicBezTo>
                    <a:cubicBezTo>
                      <a:pt x="10" y="20"/>
                      <a:pt x="2" y="19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5" name="Freeform 5347">
                <a:extLst>
                  <a:ext uri="{FF2B5EF4-FFF2-40B4-BE49-F238E27FC236}">
                    <a16:creationId xmlns:a16="http://schemas.microsoft.com/office/drawing/2014/main" id="{B3B73421-B5A7-4350-B33B-04C29086D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643"/>
                <a:ext cx="98" cy="40"/>
              </a:xfrm>
              <a:custGeom>
                <a:avLst/>
                <a:gdLst>
                  <a:gd name="T0" fmla="*/ 618 w 39"/>
                  <a:gd name="T1" fmla="*/ 0 h 15"/>
                  <a:gd name="T2" fmla="*/ 0 w 39"/>
                  <a:gd name="T3" fmla="*/ 2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5">
                    <a:moveTo>
                      <a:pt x="39" y="0"/>
                    </a:moveTo>
                    <a:cubicBezTo>
                      <a:pt x="29" y="6"/>
                      <a:pt x="8" y="15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6" name="Freeform 5348">
                <a:extLst>
                  <a:ext uri="{FF2B5EF4-FFF2-40B4-BE49-F238E27FC236}">
                    <a16:creationId xmlns:a16="http://schemas.microsoft.com/office/drawing/2014/main" id="{B7E24164-4FA3-4368-819E-B42FD4907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587"/>
                <a:ext cx="98" cy="34"/>
              </a:xfrm>
              <a:custGeom>
                <a:avLst/>
                <a:gdLst>
                  <a:gd name="T0" fmla="*/ 618 w 39"/>
                  <a:gd name="T1" fmla="*/ 165 h 13"/>
                  <a:gd name="T2" fmla="*/ 188 w 39"/>
                  <a:gd name="T3" fmla="*/ 110 h 13"/>
                  <a:gd name="T4" fmla="*/ 0 w 39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3">
                    <a:moveTo>
                      <a:pt x="39" y="9"/>
                    </a:moveTo>
                    <a:cubicBezTo>
                      <a:pt x="34" y="0"/>
                      <a:pt x="19" y="3"/>
                      <a:pt x="12" y="6"/>
                    </a:cubicBezTo>
                    <a:cubicBezTo>
                      <a:pt x="8" y="8"/>
                      <a:pt x="4" y="12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7" name="Freeform 5349">
                <a:extLst>
                  <a:ext uri="{FF2B5EF4-FFF2-40B4-BE49-F238E27FC236}">
                    <a16:creationId xmlns:a16="http://schemas.microsoft.com/office/drawing/2014/main" id="{3541EDBB-564E-4AF1-971B-B2811E95B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672"/>
                <a:ext cx="200" cy="35"/>
              </a:xfrm>
              <a:custGeom>
                <a:avLst/>
                <a:gdLst>
                  <a:gd name="T0" fmla="*/ 1250 w 80"/>
                  <a:gd name="T1" fmla="*/ 0 h 13"/>
                  <a:gd name="T2" fmla="*/ 550 w 80"/>
                  <a:gd name="T3" fmla="*/ 253 h 13"/>
                  <a:gd name="T4" fmla="*/ 208 w 80"/>
                  <a:gd name="T5" fmla="*/ 175 h 13"/>
                  <a:gd name="T6" fmla="*/ 0 w 80"/>
                  <a:gd name="T7" fmla="*/ 19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3">
                    <a:moveTo>
                      <a:pt x="80" y="0"/>
                    </a:moveTo>
                    <a:cubicBezTo>
                      <a:pt x="70" y="11"/>
                      <a:pt x="49" y="12"/>
                      <a:pt x="35" y="13"/>
                    </a:cubicBezTo>
                    <a:cubicBezTo>
                      <a:pt x="27" y="13"/>
                      <a:pt x="20" y="8"/>
                      <a:pt x="13" y="9"/>
                    </a:cubicBezTo>
                    <a:cubicBezTo>
                      <a:pt x="9" y="9"/>
                      <a:pt x="3" y="10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8" name="Freeform 5350">
                <a:extLst>
                  <a:ext uri="{FF2B5EF4-FFF2-40B4-BE49-F238E27FC236}">
                    <a16:creationId xmlns:a16="http://schemas.microsoft.com/office/drawing/2014/main" id="{B3CFEFAC-3213-49E3-B97B-7750C02ED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973"/>
                <a:ext cx="205" cy="379"/>
              </a:xfrm>
              <a:custGeom>
                <a:avLst/>
                <a:gdLst>
                  <a:gd name="T0" fmla="*/ 1283 w 82"/>
                  <a:gd name="T1" fmla="*/ 35 h 142"/>
                  <a:gd name="T2" fmla="*/ 938 w 82"/>
                  <a:gd name="T3" fmla="*/ 227 h 142"/>
                  <a:gd name="T4" fmla="*/ 863 w 82"/>
                  <a:gd name="T5" fmla="*/ 742 h 142"/>
                  <a:gd name="T6" fmla="*/ 500 w 82"/>
                  <a:gd name="T7" fmla="*/ 969 h 142"/>
                  <a:gd name="T8" fmla="*/ 500 w 82"/>
                  <a:gd name="T9" fmla="*/ 1503 h 142"/>
                  <a:gd name="T10" fmla="*/ 313 w 82"/>
                  <a:gd name="T11" fmla="*/ 1823 h 142"/>
                  <a:gd name="T12" fmla="*/ 145 w 82"/>
                  <a:gd name="T13" fmla="*/ 2109 h 142"/>
                  <a:gd name="T14" fmla="*/ 95 w 82"/>
                  <a:gd name="T15" fmla="*/ 2701 h 1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42">
                    <a:moveTo>
                      <a:pt x="82" y="2"/>
                    </a:moveTo>
                    <a:cubicBezTo>
                      <a:pt x="75" y="0"/>
                      <a:pt x="65" y="7"/>
                      <a:pt x="60" y="12"/>
                    </a:cubicBezTo>
                    <a:cubicBezTo>
                      <a:pt x="53" y="20"/>
                      <a:pt x="61" y="32"/>
                      <a:pt x="55" y="39"/>
                    </a:cubicBezTo>
                    <a:cubicBezTo>
                      <a:pt x="49" y="45"/>
                      <a:pt x="37" y="44"/>
                      <a:pt x="32" y="51"/>
                    </a:cubicBezTo>
                    <a:cubicBezTo>
                      <a:pt x="26" y="60"/>
                      <a:pt x="34" y="70"/>
                      <a:pt x="32" y="79"/>
                    </a:cubicBezTo>
                    <a:cubicBezTo>
                      <a:pt x="31" y="88"/>
                      <a:pt x="26" y="90"/>
                      <a:pt x="20" y="96"/>
                    </a:cubicBezTo>
                    <a:cubicBezTo>
                      <a:pt x="15" y="100"/>
                      <a:pt x="12" y="106"/>
                      <a:pt x="9" y="111"/>
                    </a:cubicBezTo>
                    <a:cubicBezTo>
                      <a:pt x="6" y="119"/>
                      <a:pt x="0" y="129"/>
                      <a:pt x="6" y="14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9" name="Freeform 5351">
                <a:extLst>
                  <a:ext uri="{FF2B5EF4-FFF2-40B4-BE49-F238E27FC236}">
                    <a16:creationId xmlns:a16="http://schemas.microsoft.com/office/drawing/2014/main" id="{6B8613B7-1D90-4224-8DFF-47318BA19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027"/>
                <a:ext cx="132" cy="232"/>
              </a:xfrm>
              <a:custGeom>
                <a:avLst/>
                <a:gdLst>
                  <a:gd name="T0" fmla="*/ 92 w 53"/>
                  <a:gd name="T1" fmla="*/ 1651 h 87"/>
                  <a:gd name="T2" fmla="*/ 154 w 53"/>
                  <a:gd name="T3" fmla="*/ 909 h 87"/>
                  <a:gd name="T4" fmla="*/ 403 w 53"/>
                  <a:gd name="T5" fmla="*/ 627 h 87"/>
                  <a:gd name="T6" fmla="*/ 496 w 53"/>
                  <a:gd name="T7" fmla="*/ 149 h 87"/>
                  <a:gd name="T8" fmla="*/ 819 w 53"/>
                  <a:gd name="T9" fmla="*/ 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87">
                    <a:moveTo>
                      <a:pt x="6" y="87"/>
                    </a:moveTo>
                    <a:cubicBezTo>
                      <a:pt x="5" y="72"/>
                      <a:pt x="0" y="60"/>
                      <a:pt x="10" y="48"/>
                    </a:cubicBezTo>
                    <a:cubicBezTo>
                      <a:pt x="16" y="41"/>
                      <a:pt x="25" y="41"/>
                      <a:pt x="26" y="33"/>
                    </a:cubicBezTo>
                    <a:cubicBezTo>
                      <a:pt x="28" y="22"/>
                      <a:pt x="23" y="17"/>
                      <a:pt x="32" y="8"/>
                    </a:cubicBezTo>
                    <a:cubicBezTo>
                      <a:pt x="37" y="2"/>
                      <a:pt x="46" y="2"/>
                      <a:pt x="5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0" name="Freeform 5352">
                <a:extLst>
                  <a:ext uri="{FF2B5EF4-FFF2-40B4-BE49-F238E27FC236}">
                    <a16:creationId xmlns:a16="http://schemas.microsoft.com/office/drawing/2014/main" id="{5D0ED706-59AA-4677-BCD3-2AA0E7CB8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016"/>
                <a:ext cx="68" cy="45"/>
              </a:xfrm>
              <a:custGeom>
                <a:avLst/>
                <a:gdLst>
                  <a:gd name="T0" fmla="*/ 0 w 27"/>
                  <a:gd name="T1" fmla="*/ 315 h 17"/>
                  <a:gd name="T2" fmla="*/ 431 w 2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7">
                    <a:moveTo>
                      <a:pt x="0" y="17"/>
                    </a:moveTo>
                    <a:cubicBezTo>
                      <a:pt x="13" y="17"/>
                      <a:pt x="17" y="1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1" name="Freeform 5353">
                <a:extLst>
                  <a:ext uri="{FF2B5EF4-FFF2-40B4-BE49-F238E27FC236}">
                    <a16:creationId xmlns:a16="http://schemas.microsoft.com/office/drawing/2014/main" id="{14B2ED61-D4D1-45B7-8208-D6E547C74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053"/>
                <a:ext cx="60" cy="19"/>
              </a:xfrm>
              <a:custGeom>
                <a:avLst/>
                <a:gdLst>
                  <a:gd name="T0" fmla="*/ 375 w 24"/>
                  <a:gd name="T1" fmla="*/ 22 h 7"/>
                  <a:gd name="T2" fmla="*/ 145 w 24"/>
                  <a:gd name="T3" fmla="*/ 117 h 7"/>
                  <a:gd name="T4" fmla="*/ 0 w 24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7">
                    <a:moveTo>
                      <a:pt x="24" y="1"/>
                    </a:moveTo>
                    <a:cubicBezTo>
                      <a:pt x="18" y="3"/>
                      <a:pt x="15" y="7"/>
                      <a:pt x="9" y="6"/>
                    </a:cubicBezTo>
                    <a:cubicBezTo>
                      <a:pt x="5" y="5"/>
                      <a:pt x="3" y="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2" name="Freeform 5354">
                <a:extLst>
                  <a:ext uri="{FF2B5EF4-FFF2-40B4-BE49-F238E27FC236}">
                    <a16:creationId xmlns:a16="http://schemas.microsoft.com/office/drawing/2014/main" id="{7B3C7CE2-82F8-41A1-B382-DFD12D40B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085"/>
                <a:ext cx="45" cy="112"/>
              </a:xfrm>
              <a:custGeom>
                <a:avLst/>
                <a:gdLst>
                  <a:gd name="T0" fmla="*/ 283 w 18"/>
                  <a:gd name="T1" fmla="*/ 0 h 42"/>
                  <a:gd name="T2" fmla="*/ 0 w 18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2">
                    <a:moveTo>
                      <a:pt x="18" y="0"/>
                    </a:moveTo>
                    <a:cubicBezTo>
                      <a:pt x="17" y="16"/>
                      <a:pt x="15" y="33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3" name="Freeform 5355">
                <a:extLst>
                  <a:ext uri="{FF2B5EF4-FFF2-40B4-BE49-F238E27FC236}">
                    <a16:creationId xmlns:a16="http://schemas.microsoft.com/office/drawing/2014/main" id="{9077FFB4-19CA-48ED-9DB5-0EB86B334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2229"/>
                <a:ext cx="280" cy="475"/>
              </a:xfrm>
              <a:custGeom>
                <a:avLst/>
                <a:gdLst>
                  <a:gd name="T0" fmla="*/ 238 w 112"/>
                  <a:gd name="T1" fmla="*/ 0 h 178"/>
                  <a:gd name="T2" fmla="*/ 63 w 112"/>
                  <a:gd name="T3" fmla="*/ 1025 h 178"/>
                  <a:gd name="T4" fmla="*/ 145 w 112"/>
                  <a:gd name="T5" fmla="*/ 1276 h 178"/>
                  <a:gd name="T6" fmla="*/ 283 w 112"/>
                  <a:gd name="T7" fmla="*/ 1516 h 178"/>
                  <a:gd name="T8" fmla="*/ 283 w 112"/>
                  <a:gd name="T9" fmla="*/ 1980 h 178"/>
                  <a:gd name="T10" fmla="*/ 438 w 112"/>
                  <a:gd name="T11" fmla="*/ 2186 h 178"/>
                  <a:gd name="T12" fmla="*/ 675 w 112"/>
                  <a:gd name="T13" fmla="*/ 2436 h 178"/>
                  <a:gd name="T14" fmla="*/ 720 w 112"/>
                  <a:gd name="T15" fmla="*/ 2813 h 178"/>
                  <a:gd name="T16" fmla="*/ 1083 w 112"/>
                  <a:gd name="T17" fmla="*/ 3039 h 178"/>
                  <a:gd name="T18" fmla="*/ 1375 w 112"/>
                  <a:gd name="T19" fmla="*/ 3346 h 178"/>
                  <a:gd name="T20" fmla="*/ 1750 w 112"/>
                  <a:gd name="T21" fmla="*/ 3362 h 1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2" h="178">
                    <a:moveTo>
                      <a:pt x="15" y="0"/>
                    </a:moveTo>
                    <a:cubicBezTo>
                      <a:pt x="27" y="21"/>
                      <a:pt x="0" y="34"/>
                      <a:pt x="4" y="54"/>
                    </a:cubicBezTo>
                    <a:cubicBezTo>
                      <a:pt x="5" y="57"/>
                      <a:pt x="7" y="64"/>
                      <a:pt x="9" y="67"/>
                    </a:cubicBezTo>
                    <a:cubicBezTo>
                      <a:pt x="12" y="72"/>
                      <a:pt x="17" y="74"/>
                      <a:pt x="18" y="80"/>
                    </a:cubicBezTo>
                    <a:cubicBezTo>
                      <a:pt x="20" y="88"/>
                      <a:pt x="16" y="96"/>
                      <a:pt x="18" y="104"/>
                    </a:cubicBezTo>
                    <a:cubicBezTo>
                      <a:pt x="19" y="111"/>
                      <a:pt x="22" y="111"/>
                      <a:pt x="28" y="115"/>
                    </a:cubicBezTo>
                    <a:cubicBezTo>
                      <a:pt x="34" y="118"/>
                      <a:pt x="40" y="122"/>
                      <a:pt x="43" y="128"/>
                    </a:cubicBezTo>
                    <a:cubicBezTo>
                      <a:pt x="46" y="134"/>
                      <a:pt x="43" y="141"/>
                      <a:pt x="46" y="148"/>
                    </a:cubicBezTo>
                    <a:cubicBezTo>
                      <a:pt x="51" y="161"/>
                      <a:pt x="63" y="151"/>
                      <a:pt x="69" y="160"/>
                    </a:cubicBezTo>
                    <a:cubicBezTo>
                      <a:pt x="75" y="169"/>
                      <a:pt x="74" y="177"/>
                      <a:pt x="88" y="176"/>
                    </a:cubicBezTo>
                    <a:cubicBezTo>
                      <a:pt x="96" y="176"/>
                      <a:pt x="106" y="178"/>
                      <a:pt x="112" y="17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4" name="Freeform 5356">
                <a:extLst>
                  <a:ext uri="{FF2B5EF4-FFF2-40B4-BE49-F238E27FC236}">
                    <a16:creationId xmlns:a16="http://schemas.microsoft.com/office/drawing/2014/main" id="{6F97C56A-ABE7-4E13-9A85-F3F56DAF8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299"/>
                <a:ext cx="25" cy="130"/>
              </a:xfrm>
              <a:custGeom>
                <a:avLst/>
                <a:gdLst>
                  <a:gd name="T0" fmla="*/ 0 w 10"/>
                  <a:gd name="T1" fmla="*/ 0 h 49"/>
                  <a:gd name="T2" fmla="*/ 50 w 10"/>
                  <a:gd name="T3" fmla="*/ 915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9">
                    <a:moveTo>
                      <a:pt x="0" y="0"/>
                    </a:moveTo>
                    <a:cubicBezTo>
                      <a:pt x="10" y="13"/>
                      <a:pt x="5" y="33"/>
                      <a:pt x="3" y="4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5" name="Freeform 5357">
                <a:extLst>
                  <a:ext uri="{FF2B5EF4-FFF2-40B4-BE49-F238E27FC236}">
                    <a16:creationId xmlns:a16="http://schemas.microsoft.com/office/drawing/2014/main" id="{488725E7-0A06-4D5A-A546-32719F2B0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453"/>
                <a:ext cx="65" cy="128"/>
              </a:xfrm>
              <a:custGeom>
                <a:avLst/>
                <a:gdLst>
                  <a:gd name="T0" fmla="*/ 0 w 26"/>
                  <a:gd name="T1" fmla="*/ 0 h 48"/>
                  <a:gd name="T2" fmla="*/ 363 w 26"/>
                  <a:gd name="T3" fmla="*/ 456 h 48"/>
                  <a:gd name="T4" fmla="*/ 395 w 26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8">
                    <a:moveTo>
                      <a:pt x="0" y="0"/>
                    </a:moveTo>
                    <a:cubicBezTo>
                      <a:pt x="10" y="8"/>
                      <a:pt x="19" y="10"/>
                      <a:pt x="23" y="24"/>
                    </a:cubicBezTo>
                    <a:cubicBezTo>
                      <a:pt x="25" y="29"/>
                      <a:pt x="26" y="42"/>
                      <a:pt x="25" y="4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6" name="Freeform 5358">
                <a:extLst>
                  <a:ext uri="{FF2B5EF4-FFF2-40B4-BE49-F238E27FC236}">
                    <a16:creationId xmlns:a16="http://schemas.microsoft.com/office/drawing/2014/main" id="{3C46B13B-9D02-4A5D-9F70-F7C7CABDD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576"/>
                <a:ext cx="58" cy="72"/>
              </a:xfrm>
              <a:custGeom>
                <a:avLst/>
                <a:gdLst>
                  <a:gd name="T0" fmla="*/ 0 w 23"/>
                  <a:gd name="T1" fmla="*/ 0 h 27"/>
                  <a:gd name="T2" fmla="*/ 272 w 23"/>
                  <a:gd name="T3" fmla="*/ 205 h 27"/>
                  <a:gd name="T4" fmla="*/ 368 w 23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0" y="0"/>
                    </a:moveTo>
                    <a:cubicBezTo>
                      <a:pt x="7" y="5"/>
                      <a:pt x="12" y="4"/>
                      <a:pt x="17" y="11"/>
                    </a:cubicBezTo>
                    <a:cubicBezTo>
                      <a:pt x="20" y="16"/>
                      <a:pt x="21" y="22"/>
                      <a:pt x="23" y="2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7" name="Freeform 5359">
                <a:extLst>
                  <a:ext uri="{FF2B5EF4-FFF2-40B4-BE49-F238E27FC236}">
                    <a16:creationId xmlns:a16="http://schemas.microsoft.com/office/drawing/2014/main" id="{D1365D60-5741-4A5E-9652-E61AB0A9A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637"/>
                <a:ext cx="105" cy="19"/>
              </a:xfrm>
              <a:custGeom>
                <a:avLst/>
                <a:gdLst>
                  <a:gd name="T0" fmla="*/ 0 w 42"/>
                  <a:gd name="T1" fmla="*/ 81 h 7"/>
                  <a:gd name="T2" fmla="*/ 363 w 42"/>
                  <a:gd name="T3" fmla="*/ 103 h 7"/>
                  <a:gd name="T4" fmla="*/ 658 w 42"/>
                  <a:gd name="T5" fmla="*/ 8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7">
                    <a:moveTo>
                      <a:pt x="0" y="4"/>
                    </a:moveTo>
                    <a:cubicBezTo>
                      <a:pt x="8" y="7"/>
                      <a:pt x="14" y="7"/>
                      <a:pt x="23" y="5"/>
                    </a:cubicBezTo>
                    <a:cubicBezTo>
                      <a:pt x="29" y="3"/>
                      <a:pt x="36" y="0"/>
                      <a:pt x="42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8" name="Freeform 5360">
                <a:extLst>
                  <a:ext uri="{FF2B5EF4-FFF2-40B4-BE49-F238E27FC236}">
                    <a16:creationId xmlns:a16="http://schemas.microsoft.com/office/drawing/2014/main" id="{B83531A1-F96E-46CC-A4CC-F86A88763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189"/>
                <a:ext cx="32" cy="144"/>
              </a:xfrm>
              <a:custGeom>
                <a:avLst/>
                <a:gdLst>
                  <a:gd name="T0" fmla="*/ 194 w 13"/>
                  <a:gd name="T1" fmla="*/ 0 h 54"/>
                  <a:gd name="T2" fmla="*/ 133 w 13"/>
                  <a:gd name="T3" fmla="*/ 533 h 54"/>
                  <a:gd name="T4" fmla="*/ 0 w 13"/>
                  <a:gd name="T5" fmla="*/ 102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4">
                    <a:moveTo>
                      <a:pt x="13" y="0"/>
                    </a:moveTo>
                    <a:cubicBezTo>
                      <a:pt x="7" y="6"/>
                      <a:pt x="10" y="20"/>
                      <a:pt x="9" y="28"/>
                    </a:cubicBezTo>
                    <a:cubicBezTo>
                      <a:pt x="8" y="36"/>
                      <a:pt x="3" y="49"/>
                      <a:pt x="0" y="5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9" name="Freeform 5361">
                <a:extLst>
                  <a:ext uri="{FF2B5EF4-FFF2-40B4-BE49-F238E27FC236}">
                    <a16:creationId xmlns:a16="http://schemas.microsoft.com/office/drawing/2014/main" id="{AA76D436-33B0-4B67-B442-0E4F3BE22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317"/>
                <a:ext cx="20" cy="150"/>
              </a:xfrm>
              <a:custGeom>
                <a:avLst/>
                <a:gdLst>
                  <a:gd name="T0" fmla="*/ 0 w 8"/>
                  <a:gd name="T1" fmla="*/ 0 h 56"/>
                  <a:gd name="T2" fmla="*/ 113 w 8"/>
                  <a:gd name="T3" fmla="*/ 675 h 56"/>
                  <a:gd name="T4" fmla="*/ 95 w 8"/>
                  <a:gd name="T5" fmla="*/ 1077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6">
                    <a:moveTo>
                      <a:pt x="0" y="0"/>
                    </a:moveTo>
                    <a:cubicBezTo>
                      <a:pt x="3" y="12"/>
                      <a:pt x="8" y="22"/>
                      <a:pt x="7" y="35"/>
                    </a:cubicBezTo>
                    <a:cubicBezTo>
                      <a:pt x="7" y="42"/>
                      <a:pt x="7" y="49"/>
                      <a:pt x="6" y="5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0" name="Freeform 5362">
                <a:extLst>
                  <a:ext uri="{FF2B5EF4-FFF2-40B4-BE49-F238E27FC236}">
                    <a16:creationId xmlns:a16="http://schemas.microsoft.com/office/drawing/2014/main" id="{C10ACC26-DA6C-4283-A16C-D86BE81A4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531"/>
                <a:ext cx="60" cy="101"/>
              </a:xfrm>
              <a:custGeom>
                <a:avLst/>
                <a:gdLst>
                  <a:gd name="T0" fmla="*/ 0 w 24"/>
                  <a:gd name="T1" fmla="*/ 0 h 38"/>
                  <a:gd name="T2" fmla="*/ 375 w 24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8">
                    <a:moveTo>
                      <a:pt x="0" y="0"/>
                    </a:moveTo>
                    <a:cubicBezTo>
                      <a:pt x="1" y="15"/>
                      <a:pt x="9" y="33"/>
                      <a:pt x="24" y="3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1" name="Freeform 5363">
                <a:extLst>
                  <a:ext uri="{FF2B5EF4-FFF2-40B4-BE49-F238E27FC236}">
                    <a16:creationId xmlns:a16="http://schemas.microsoft.com/office/drawing/2014/main" id="{030ED574-44DB-41ED-A5F6-60360EDDA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643"/>
                <a:ext cx="75" cy="56"/>
              </a:xfrm>
              <a:custGeom>
                <a:avLst/>
                <a:gdLst>
                  <a:gd name="T0" fmla="*/ 0 w 30"/>
                  <a:gd name="T1" fmla="*/ 0 h 21"/>
                  <a:gd name="T2" fmla="*/ 220 w 30"/>
                  <a:gd name="T3" fmla="*/ 363 h 21"/>
                  <a:gd name="T4" fmla="*/ 470 w 30"/>
                  <a:gd name="T5" fmla="*/ 37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cubicBezTo>
                      <a:pt x="6" y="6"/>
                      <a:pt x="5" y="15"/>
                      <a:pt x="14" y="19"/>
                    </a:cubicBezTo>
                    <a:cubicBezTo>
                      <a:pt x="19" y="21"/>
                      <a:pt x="25" y="21"/>
                      <a:pt x="30" y="2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2" name="Freeform 5364">
                <a:extLst>
                  <a:ext uri="{FF2B5EF4-FFF2-40B4-BE49-F238E27FC236}">
                    <a16:creationId xmlns:a16="http://schemas.microsoft.com/office/drawing/2014/main" id="{0AB21AC8-3169-4F0D-B422-37C570103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592"/>
                <a:ext cx="98" cy="51"/>
              </a:xfrm>
              <a:custGeom>
                <a:avLst/>
                <a:gdLst>
                  <a:gd name="T0" fmla="*/ 0 w 39"/>
                  <a:gd name="T1" fmla="*/ 0 h 19"/>
                  <a:gd name="T2" fmla="*/ 209 w 39"/>
                  <a:gd name="T3" fmla="*/ 56 h 19"/>
                  <a:gd name="T4" fmla="*/ 442 w 39"/>
                  <a:gd name="T5" fmla="*/ 172 h 19"/>
                  <a:gd name="T6" fmla="*/ 618 w 39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9">
                    <a:moveTo>
                      <a:pt x="0" y="0"/>
                    </a:moveTo>
                    <a:cubicBezTo>
                      <a:pt x="3" y="2"/>
                      <a:pt x="10" y="2"/>
                      <a:pt x="13" y="3"/>
                    </a:cubicBezTo>
                    <a:cubicBezTo>
                      <a:pt x="20" y="4"/>
                      <a:pt x="23" y="5"/>
                      <a:pt x="28" y="9"/>
                    </a:cubicBezTo>
                    <a:cubicBezTo>
                      <a:pt x="32" y="12"/>
                      <a:pt x="37" y="16"/>
                      <a:pt x="39" y="1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3" name="Freeform 5365">
                <a:extLst>
                  <a:ext uri="{FF2B5EF4-FFF2-40B4-BE49-F238E27FC236}">
                    <a16:creationId xmlns:a16="http://schemas.microsoft.com/office/drawing/2014/main" id="{215FB6CC-B7B4-416A-BB9D-3FE117015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411"/>
                <a:ext cx="25" cy="90"/>
              </a:xfrm>
              <a:custGeom>
                <a:avLst/>
                <a:gdLst>
                  <a:gd name="T0" fmla="*/ 33 w 10"/>
                  <a:gd name="T1" fmla="*/ 0 h 34"/>
                  <a:gd name="T2" fmla="*/ 158 w 10"/>
                  <a:gd name="T3" fmla="*/ 63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4">
                    <a:moveTo>
                      <a:pt x="2" y="0"/>
                    </a:moveTo>
                    <a:cubicBezTo>
                      <a:pt x="0" y="11"/>
                      <a:pt x="2" y="26"/>
                      <a:pt x="10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4" name="Line 5366">
                <a:extLst>
                  <a:ext uri="{FF2B5EF4-FFF2-40B4-BE49-F238E27FC236}">
                    <a16:creationId xmlns:a16="http://schemas.microsoft.com/office/drawing/2014/main" id="{56489BB8-39F2-4495-93B0-A9217CA3EC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97" y="2691"/>
                <a:ext cx="5" cy="2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5" name="Freeform 5367">
                <a:extLst>
                  <a:ext uri="{FF2B5EF4-FFF2-40B4-BE49-F238E27FC236}">
                    <a16:creationId xmlns:a16="http://schemas.microsoft.com/office/drawing/2014/main" id="{FBDDC7A2-A48E-4D04-90AA-4F1C94BCA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648"/>
                <a:ext cx="2" cy="27"/>
              </a:xfrm>
              <a:custGeom>
                <a:avLst/>
                <a:gdLst>
                  <a:gd name="T0" fmla="*/ 0 w 1"/>
                  <a:gd name="T1" fmla="*/ 0 h 10"/>
                  <a:gd name="T2" fmla="*/ 8 w 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3"/>
                      <a:pt x="1" y="9"/>
                      <a:pt x="1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6" name="Freeform 5368">
                <a:extLst>
                  <a:ext uri="{FF2B5EF4-FFF2-40B4-BE49-F238E27FC236}">
                    <a16:creationId xmlns:a16="http://schemas.microsoft.com/office/drawing/2014/main" id="{B91B3B10-A861-4D49-8ECB-5698473C9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619"/>
                <a:ext cx="2" cy="27"/>
              </a:xfrm>
              <a:custGeom>
                <a:avLst/>
                <a:gdLst>
                  <a:gd name="T0" fmla="*/ 0 w 1"/>
                  <a:gd name="T1" fmla="*/ 0 h 10"/>
                  <a:gd name="T2" fmla="*/ 8 w 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1" y="3"/>
                      <a:pt x="1" y="6"/>
                      <a:pt x="1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7" name="Freeform 5369">
                <a:extLst>
                  <a:ext uri="{FF2B5EF4-FFF2-40B4-BE49-F238E27FC236}">
                    <a16:creationId xmlns:a16="http://schemas.microsoft.com/office/drawing/2014/main" id="{6ECE66A7-748C-49FC-8844-764C53E41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589"/>
                <a:ext cx="5" cy="27"/>
              </a:xfrm>
              <a:custGeom>
                <a:avLst/>
                <a:gdLst>
                  <a:gd name="T0" fmla="*/ 0 w 2"/>
                  <a:gd name="T1" fmla="*/ 0 h 10"/>
                  <a:gd name="T2" fmla="*/ 33 w 2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0" y="3"/>
                      <a:pt x="0" y="8"/>
                      <a:pt x="2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8" name="Freeform 5370">
                <a:extLst>
                  <a:ext uri="{FF2B5EF4-FFF2-40B4-BE49-F238E27FC236}">
                    <a16:creationId xmlns:a16="http://schemas.microsoft.com/office/drawing/2014/main" id="{09A2235C-6467-4B70-97AE-5F4C9B369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555"/>
                <a:ext cx="8" cy="21"/>
              </a:xfrm>
              <a:custGeom>
                <a:avLst/>
                <a:gdLst>
                  <a:gd name="T0" fmla="*/ 0 w 3"/>
                  <a:gd name="T1" fmla="*/ 0 h 8"/>
                  <a:gd name="T2" fmla="*/ 56 w 3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1" y="2"/>
                      <a:pt x="2" y="5"/>
                      <a:pt x="3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9" name="Freeform 5371">
                <a:extLst>
                  <a:ext uri="{FF2B5EF4-FFF2-40B4-BE49-F238E27FC236}">
                    <a16:creationId xmlns:a16="http://schemas.microsoft.com/office/drawing/2014/main" id="{D5678339-DF2B-4890-9227-4A40798A5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523"/>
                <a:ext cx="2" cy="24"/>
              </a:xfrm>
              <a:custGeom>
                <a:avLst/>
                <a:gdLst>
                  <a:gd name="T0" fmla="*/ 0 w 1"/>
                  <a:gd name="T1" fmla="*/ 0 h 9"/>
                  <a:gd name="T2" fmla="*/ 8 w 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1" y="3"/>
                      <a:pt x="1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0" name="Freeform 5372">
                <a:extLst>
                  <a:ext uri="{FF2B5EF4-FFF2-40B4-BE49-F238E27FC236}">
                    <a16:creationId xmlns:a16="http://schemas.microsoft.com/office/drawing/2014/main" id="{70253CB7-BAB0-4044-BB19-7980249C2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472"/>
                <a:ext cx="8" cy="27"/>
              </a:xfrm>
              <a:custGeom>
                <a:avLst/>
                <a:gdLst>
                  <a:gd name="T0" fmla="*/ 0 w 3"/>
                  <a:gd name="T1" fmla="*/ 0 h 10"/>
                  <a:gd name="T2" fmla="*/ 56 w 3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1" y="3"/>
                      <a:pt x="3" y="10"/>
                      <a:pt x="3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1" name="Line 5373">
                <a:extLst>
                  <a:ext uri="{FF2B5EF4-FFF2-40B4-BE49-F238E27FC236}">
                    <a16:creationId xmlns:a16="http://schemas.microsoft.com/office/drawing/2014/main" id="{61205018-9611-4606-BCB6-D6CCDDAC31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70" y="2443"/>
                <a:ext cx="1" cy="1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2" name="Line 5374">
                <a:extLst>
                  <a:ext uri="{FF2B5EF4-FFF2-40B4-BE49-F238E27FC236}">
                    <a16:creationId xmlns:a16="http://schemas.microsoft.com/office/drawing/2014/main" id="{900995A3-7B8E-4E55-A3D6-275158FB84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72" y="2464"/>
                <a:ext cx="1" cy="1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3" name="Line 5375">
                <a:extLst>
                  <a:ext uri="{FF2B5EF4-FFF2-40B4-BE49-F238E27FC236}">
                    <a16:creationId xmlns:a16="http://schemas.microsoft.com/office/drawing/2014/main" id="{23C9FD47-E623-404A-9980-1FABFFF5E7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70" y="2443"/>
                <a:ext cx="2" cy="21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4" name="Line 5376">
                <a:extLst>
                  <a:ext uri="{FF2B5EF4-FFF2-40B4-BE49-F238E27FC236}">
                    <a16:creationId xmlns:a16="http://schemas.microsoft.com/office/drawing/2014/main" id="{54C90EE7-6CCA-489D-82D5-4FA62B6289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2408"/>
                <a:ext cx="3" cy="2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5" name="Line 5377">
                <a:extLst>
                  <a:ext uri="{FF2B5EF4-FFF2-40B4-BE49-F238E27FC236}">
                    <a16:creationId xmlns:a16="http://schemas.microsoft.com/office/drawing/2014/main" id="{371A944D-7259-4AE2-AABE-CFCA04A367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7" y="2379"/>
                <a:ext cx="3" cy="2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6" name="Line 5378">
                <a:extLst>
                  <a:ext uri="{FF2B5EF4-FFF2-40B4-BE49-F238E27FC236}">
                    <a16:creationId xmlns:a16="http://schemas.microsoft.com/office/drawing/2014/main" id="{3987FE2E-A642-42E5-B03F-7F9CBC6B74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5" y="1581"/>
                <a:ext cx="2" cy="27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7" name="Line 5379">
                <a:extLst>
                  <a:ext uri="{FF2B5EF4-FFF2-40B4-BE49-F238E27FC236}">
                    <a16:creationId xmlns:a16="http://schemas.microsoft.com/office/drawing/2014/main" id="{05CBFF7B-EA8D-40F8-B17F-20869CC893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10" y="1613"/>
                <a:ext cx="2" cy="2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8" name="Line 5380">
                <a:extLst>
                  <a:ext uri="{FF2B5EF4-FFF2-40B4-BE49-F238E27FC236}">
                    <a16:creationId xmlns:a16="http://schemas.microsoft.com/office/drawing/2014/main" id="{71CE0BC2-499B-4B9E-A67D-B4976A6B1A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2" y="1645"/>
                <a:ext cx="3" cy="2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9" name="Line 5381">
                <a:extLst>
                  <a:ext uri="{FF2B5EF4-FFF2-40B4-BE49-F238E27FC236}">
                    <a16:creationId xmlns:a16="http://schemas.microsoft.com/office/drawing/2014/main" id="{F4658ADC-4DA2-4D12-8350-6FB9EB366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1669"/>
                <a:ext cx="2" cy="2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0" name="Line 5382">
                <a:extLst>
                  <a:ext uri="{FF2B5EF4-FFF2-40B4-BE49-F238E27FC236}">
                    <a16:creationId xmlns:a16="http://schemas.microsoft.com/office/drawing/2014/main" id="{1F8742F5-869D-4CF5-A81A-2C5CBC8E8D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45" y="1696"/>
                <a:ext cx="2" cy="27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1" name="Line 5383">
                <a:extLst>
                  <a:ext uri="{FF2B5EF4-FFF2-40B4-BE49-F238E27FC236}">
                    <a16:creationId xmlns:a16="http://schemas.microsoft.com/office/drawing/2014/main" id="{262975CC-BD78-47FC-BC9C-6E84528C5B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7" y="1728"/>
                <a:ext cx="3" cy="2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2" name="Line 5384">
                <a:extLst>
                  <a:ext uri="{FF2B5EF4-FFF2-40B4-BE49-F238E27FC236}">
                    <a16:creationId xmlns:a16="http://schemas.microsoft.com/office/drawing/2014/main" id="{C053FAF2-5383-4D7C-A0C4-94ED001E2D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752"/>
                <a:ext cx="3" cy="2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3" name="Line 5385">
                <a:extLst>
                  <a:ext uri="{FF2B5EF4-FFF2-40B4-BE49-F238E27FC236}">
                    <a16:creationId xmlns:a16="http://schemas.microsoft.com/office/drawing/2014/main" id="{A5EF52CB-9B82-4826-A7B9-3D008F9C6D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77" y="1781"/>
                <a:ext cx="3" cy="24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4" name="Line 5386">
                <a:extLst>
                  <a:ext uri="{FF2B5EF4-FFF2-40B4-BE49-F238E27FC236}">
                    <a16:creationId xmlns:a16="http://schemas.microsoft.com/office/drawing/2014/main" id="{F3F4D602-09EA-4CCF-973A-5384BA050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5" y="1805"/>
                <a:ext cx="2" cy="27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364" name="Line 5388">
              <a:extLst>
                <a:ext uri="{FF2B5EF4-FFF2-40B4-BE49-F238E27FC236}">
                  <a16:creationId xmlns:a16="http://schemas.microsoft.com/office/drawing/2014/main" id="{DA557E51-EF38-46EB-A542-70FC5F06F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42" y="1837"/>
              <a:ext cx="2" cy="2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5" name="Line 5389">
              <a:extLst>
                <a:ext uri="{FF2B5EF4-FFF2-40B4-BE49-F238E27FC236}">
                  <a16:creationId xmlns:a16="http://schemas.microsoft.com/office/drawing/2014/main" id="{AD4939DE-5E94-4757-893D-E898B857A4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2" y="1861"/>
              <a:ext cx="2" cy="2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6" name="Line 5390">
              <a:extLst>
                <a:ext uri="{FF2B5EF4-FFF2-40B4-BE49-F238E27FC236}">
                  <a16:creationId xmlns:a16="http://schemas.microsoft.com/office/drawing/2014/main" id="{30F24D4B-6603-4527-9764-78729DCC6A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4" y="1885"/>
              <a:ext cx="3" cy="2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7" name="Line 5391">
              <a:extLst>
                <a:ext uri="{FF2B5EF4-FFF2-40B4-BE49-F238E27FC236}">
                  <a16:creationId xmlns:a16="http://schemas.microsoft.com/office/drawing/2014/main" id="{6A8CCB59-493F-4686-9504-8B0C74F2D3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9" y="1912"/>
              <a:ext cx="3" cy="2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8" name="Line 5392">
              <a:extLst>
                <a:ext uri="{FF2B5EF4-FFF2-40B4-BE49-F238E27FC236}">
                  <a16:creationId xmlns:a16="http://schemas.microsoft.com/office/drawing/2014/main" id="{406D1C6B-FD1C-413A-B7D1-D00B4D44FB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2" y="2069"/>
              <a:ext cx="17" cy="1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9" name="Freeform 5393">
              <a:extLst>
                <a:ext uri="{FF2B5EF4-FFF2-40B4-BE49-F238E27FC236}">
                  <a16:creationId xmlns:a16="http://schemas.microsoft.com/office/drawing/2014/main" id="{11661233-5C9B-498D-87F3-E3843997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328"/>
              <a:ext cx="25" cy="3"/>
            </a:xfrm>
            <a:custGeom>
              <a:avLst/>
              <a:gdLst>
                <a:gd name="T0" fmla="*/ 0 w 10"/>
                <a:gd name="T1" fmla="*/ 0 h 1"/>
                <a:gd name="T2" fmla="*/ 158 w 10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0" y="0"/>
                    <a:pt x="8" y="0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" name="Freeform 5394">
              <a:extLst>
                <a:ext uri="{FF2B5EF4-FFF2-40B4-BE49-F238E27FC236}">
                  <a16:creationId xmlns:a16="http://schemas.microsoft.com/office/drawing/2014/main" id="{32F7E00F-34DA-4AB7-A416-9DFB633F5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613"/>
              <a:ext cx="23" cy="11"/>
            </a:xfrm>
            <a:custGeom>
              <a:avLst/>
              <a:gdLst>
                <a:gd name="T0" fmla="*/ 0 w 9"/>
                <a:gd name="T1" fmla="*/ 83 h 4"/>
                <a:gd name="T2" fmla="*/ 15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4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" name="Line 5395">
              <a:extLst>
                <a:ext uri="{FF2B5EF4-FFF2-40B4-BE49-F238E27FC236}">
                  <a16:creationId xmlns:a16="http://schemas.microsoft.com/office/drawing/2014/main" id="{77D6C71D-699D-41D3-B702-8E5C5EEC80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10" y="1563"/>
              <a:ext cx="17" cy="157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" name="Line 5396">
              <a:extLst>
                <a:ext uri="{FF2B5EF4-FFF2-40B4-BE49-F238E27FC236}">
                  <a16:creationId xmlns:a16="http://schemas.microsoft.com/office/drawing/2014/main" id="{3F9F43D8-D143-4058-906B-038843D71A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4" y="1931"/>
              <a:ext cx="20" cy="178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3" name="Line 5397">
              <a:extLst>
                <a:ext uri="{FF2B5EF4-FFF2-40B4-BE49-F238E27FC236}">
                  <a16:creationId xmlns:a16="http://schemas.microsoft.com/office/drawing/2014/main" id="{7F08DAF1-7B53-43DE-8E2E-BB7D419861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82" y="2216"/>
              <a:ext cx="18" cy="157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4" name="Line 5398">
              <a:extLst>
                <a:ext uri="{FF2B5EF4-FFF2-40B4-BE49-F238E27FC236}">
                  <a16:creationId xmlns:a16="http://schemas.microsoft.com/office/drawing/2014/main" id="{563F544D-128A-4FF4-937F-DE59E9144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9" y="2584"/>
              <a:ext cx="18" cy="179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F46B6B50-172E-44F3-AF2A-88D408C5327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Arteries (2)</a:t>
            </a:r>
          </a:p>
        </p:txBody>
      </p:sp>
      <p:grpSp>
        <p:nvGrpSpPr>
          <p:cNvPr id="16386" name="Normal-artery-blood-vessel-diagram">
            <a:extLst>
              <a:ext uri="{FF2B5EF4-FFF2-40B4-BE49-F238E27FC236}">
                <a16:creationId xmlns:a16="http://schemas.microsoft.com/office/drawing/2014/main" id="{75A9B27E-3A81-4B19-B37F-5510EB780021}"/>
              </a:ext>
            </a:extLst>
          </p:cNvPr>
          <p:cNvGrpSpPr>
            <a:grpSpLocks/>
          </p:cNvGrpSpPr>
          <p:nvPr/>
        </p:nvGrpSpPr>
        <p:grpSpPr bwMode="auto">
          <a:xfrm>
            <a:off x="6083300" y="2636838"/>
            <a:ext cx="4024313" cy="1357312"/>
            <a:chOff x="3020" y="1634"/>
            <a:chExt cx="2535" cy="855"/>
          </a:xfrm>
        </p:grpSpPr>
        <p:grpSp>
          <p:nvGrpSpPr>
            <p:cNvPr id="49460" name="Group 1094">
              <a:extLst>
                <a:ext uri="{FF2B5EF4-FFF2-40B4-BE49-F238E27FC236}">
                  <a16:creationId xmlns:a16="http://schemas.microsoft.com/office/drawing/2014/main" id="{17F023D8-8A9D-441C-8CD1-FFEA18488D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1" y="1634"/>
              <a:ext cx="2534" cy="855"/>
              <a:chOff x="3021" y="1634"/>
              <a:chExt cx="2534" cy="855"/>
            </a:xfrm>
          </p:grpSpPr>
          <p:sp>
            <p:nvSpPr>
              <p:cNvPr id="49526" name="Freeform 894">
                <a:extLst>
                  <a:ext uri="{FF2B5EF4-FFF2-40B4-BE49-F238E27FC236}">
                    <a16:creationId xmlns:a16="http://schemas.microsoft.com/office/drawing/2014/main" id="{89A131E2-612B-4AEC-821C-27B158E44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650"/>
                <a:ext cx="2534" cy="791"/>
              </a:xfrm>
              <a:custGeom>
                <a:avLst/>
                <a:gdLst>
                  <a:gd name="T0" fmla="*/ 2534 w 2534"/>
                  <a:gd name="T1" fmla="*/ 89 h 791"/>
                  <a:gd name="T2" fmla="*/ 2351 w 2534"/>
                  <a:gd name="T3" fmla="*/ 81 h 791"/>
                  <a:gd name="T4" fmla="*/ 2171 w 2534"/>
                  <a:gd name="T5" fmla="*/ 120 h 791"/>
                  <a:gd name="T6" fmla="*/ 2032 w 2534"/>
                  <a:gd name="T7" fmla="*/ 172 h 791"/>
                  <a:gd name="T8" fmla="*/ 1888 w 2534"/>
                  <a:gd name="T9" fmla="*/ 252 h 791"/>
                  <a:gd name="T10" fmla="*/ 1730 w 2534"/>
                  <a:gd name="T11" fmla="*/ 363 h 791"/>
                  <a:gd name="T12" fmla="*/ 1565 w 2534"/>
                  <a:gd name="T13" fmla="*/ 467 h 791"/>
                  <a:gd name="T14" fmla="*/ 1472 w 2534"/>
                  <a:gd name="T15" fmla="*/ 505 h 791"/>
                  <a:gd name="T16" fmla="*/ 1371 w 2534"/>
                  <a:gd name="T17" fmla="*/ 521 h 791"/>
                  <a:gd name="T18" fmla="*/ 1164 w 2534"/>
                  <a:gd name="T19" fmla="*/ 537 h 791"/>
                  <a:gd name="T20" fmla="*/ 916 w 2534"/>
                  <a:gd name="T21" fmla="*/ 499 h 791"/>
                  <a:gd name="T22" fmla="*/ 732 w 2534"/>
                  <a:gd name="T23" fmla="*/ 407 h 791"/>
                  <a:gd name="T24" fmla="*/ 561 w 2534"/>
                  <a:gd name="T25" fmla="*/ 273 h 791"/>
                  <a:gd name="T26" fmla="*/ 405 w 2534"/>
                  <a:gd name="T27" fmla="*/ 121 h 791"/>
                  <a:gd name="T28" fmla="*/ 250 w 2534"/>
                  <a:gd name="T29" fmla="*/ 56 h 791"/>
                  <a:gd name="T30" fmla="*/ 96 w 2534"/>
                  <a:gd name="T31" fmla="*/ 9 h 791"/>
                  <a:gd name="T32" fmla="*/ 29 w 2534"/>
                  <a:gd name="T33" fmla="*/ 0 h 791"/>
                  <a:gd name="T34" fmla="*/ 0 w 2534"/>
                  <a:gd name="T35" fmla="*/ 270 h 791"/>
                  <a:gd name="T36" fmla="*/ 126 w 2534"/>
                  <a:gd name="T37" fmla="*/ 297 h 791"/>
                  <a:gd name="T38" fmla="*/ 201 w 2534"/>
                  <a:gd name="T39" fmla="*/ 318 h 791"/>
                  <a:gd name="T40" fmla="*/ 309 w 2534"/>
                  <a:gd name="T41" fmla="*/ 380 h 791"/>
                  <a:gd name="T42" fmla="*/ 375 w 2534"/>
                  <a:gd name="T43" fmla="*/ 419 h 791"/>
                  <a:gd name="T44" fmla="*/ 522 w 2534"/>
                  <a:gd name="T45" fmla="*/ 555 h 791"/>
                  <a:gd name="T46" fmla="*/ 682 w 2534"/>
                  <a:gd name="T47" fmla="*/ 674 h 791"/>
                  <a:gd name="T48" fmla="*/ 885 w 2534"/>
                  <a:gd name="T49" fmla="*/ 746 h 791"/>
                  <a:gd name="T50" fmla="*/ 1023 w 2534"/>
                  <a:gd name="T51" fmla="*/ 780 h 791"/>
                  <a:gd name="T52" fmla="*/ 1120 w 2534"/>
                  <a:gd name="T53" fmla="*/ 790 h 791"/>
                  <a:gd name="T54" fmla="*/ 1299 w 2534"/>
                  <a:gd name="T55" fmla="*/ 791 h 791"/>
                  <a:gd name="T56" fmla="*/ 1481 w 2534"/>
                  <a:gd name="T57" fmla="*/ 772 h 791"/>
                  <a:gd name="T58" fmla="*/ 1684 w 2534"/>
                  <a:gd name="T59" fmla="*/ 694 h 791"/>
                  <a:gd name="T60" fmla="*/ 1894 w 2534"/>
                  <a:gd name="T61" fmla="*/ 547 h 791"/>
                  <a:gd name="T62" fmla="*/ 2045 w 2534"/>
                  <a:gd name="T63" fmla="*/ 447 h 791"/>
                  <a:gd name="T64" fmla="*/ 2206 w 2534"/>
                  <a:gd name="T65" fmla="*/ 371 h 791"/>
                  <a:gd name="T66" fmla="*/ 2390 w 2534"/>
                  <a:gd name="T67" fmla="*/ 335 h 791"/>
                  <a:gd name="T68" fmla="*/ 2534 w 2534"/>
                  <a:gd name="T69" fmla="*/ 345 h 791"/>
                  <a:gd name="T70" fmla="*/ 2534 w 2534"/>
                  <a:gd name="T71" fmla="*/ 89 h 79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534" h="791">
                    <a:moveTo>
                      <a:pt x="2534" y="89"/>
                    </a:moveTo>
                    <a:lnTo>
                      <a:pt x="2351" y="81"/>
                    </a:lnTo>
                    <a:lnTo>
                      <a:pt x="2171" y="120"/>
                    </a:lnTo>
                    <a:lnTo>
                      <a:pt x="2032" y="172"/>
                    </a:lnTo>
                    <a:lnTo>
                      <a:pt x="1888" y="252"/>
                    </a:lnTo>
                    <a:lnTo>
                      <a:pt x="1730" y="363"/>
                    </a:lnTo>
                    <a:lnTo>
                      <a:pt x="1565" y="467"/>
                    </a:lnTo>
                    <a:lnTo>
                      <a:pt x="1472" y="505"/>
                    </a:lnTo>
                    <a:lnTo>
                      <a:pt x="1371" y="521"/>
                    </a:lnTo>
                    <a:lnTo>
                      <a:pt x="1164" y="537"/>
                    </a:lnTo>
                    <a:lnTo>
                      <a:pt x="916" y="499"/>
                    </a:lnTo>
                    <a:lnTo>
                      <a:pt x="732" y="407"/>
                    </a:lnTo>
                    <a:lnTo>
                      <a:pt x="561" y="273"/>
                    </a:lnTo>
                    <a:lnTo>
                      <a:pt x="405" y="121"/>
                    </a:lnTo>
                    <a:lnTo>
                      <a:pt x="250" y="56"/>
                    </a:lnTo>
                    <a:lnTo>
                      <a:pt x="96" y="9"/>
                    </a:lnTo>
                    <a:lnTo>
                      <a:pt x="29" y="0"/>
                    </a:lnTo>
                    <a:lnTo>
                      <a:pt x="0" y="270"/>
                    </a:lnTo>
                    <a:lnTo>
                      <a:pt x="126" y="297"/>
                    </a:lnTo>
                    <a:lnTo>
                      <a:pt x="201" y="318"/>
                    </a:lnTo>
                    <a:lnTo>
                      <a:pt x="309" y="380"/>
                    </a:lnTo>
                    <a:lnTo>
                      <a:pt x="375" y="419"/>
                    </a:lnTo>
                    <a:lnTo>
                      <a:pt x="522" y="555"/>
                    </a:lnTo>
                    <a:lnTo>
                      <a:pt x="682" y="674"/>
                    </a:lnTo>
                    <a:lnTo>
                      <a:pt x="885" y="746"/>
                    </a:lnTo>
                    <a:lnTo>
                      <a:pt x="1023" y="780"/>
                    </a:lnTo>
                    <a:lnTo>
                      <a:pt x="1120" y="790"/>
                    </a:lnTo>
                    <a:lnTo>
                      <a:pt x="1299" y="791"/>
                    </a:lnTo>
                    <a:lnTo>
                      <a:pt x="1481" y="772"/>
                    </a:lnTo>
                    <a:lnTo>
                      <a:pt x="1684" y="694"/>
                    </a:lnTo>
                    <a:lnTo>
                      <a:pt x="1894" y="547"/>
                    </a:lnTo>
                    <a:lnTo>
                      <a:pt x="2045" y="447"/>
                    </a:lnTo>
                    <a:lnTo>
                      <a:pt x="2206" y="371"/>
                    </a:lnTo>
                    <a:lnTo>
                      <a:pt x="2390" y="335"/>
                    </a:lnTo>
                    <a:lnTo>
                      <a:pt x="2534" y="345"/>
                    </a:lnTo>
                    <a:lnTo>
                      <a:pt x="2534" y="89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27" name="Freeform 895">
                <a:extLst>
                  <a:ext uri="{FF2B5EF4-FFF2-40B4-BE49-F238E27FC236}">
                    <a16:creationId xmlns:a16="http://schemas.microsoft.com/office/drawing/2014/main" id="{EE69851D-AC12-4BD5-9032-DD93B8D7F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1953"/>
                <a:ext cx="177" cy="135"/>
              </a:xfrm>
              <a:custGeom>
                <a:avLst/>
                <a:gdLst>
                  <a:gd name="T0" fmla="*/ 342 w 118"/>
                  <a:gd name="T1" fmla="*/ 13 h 84"/>
                  <a:gd name="T2" fmla="*/ 369 w 118"/>
                  <a:gd name="T3" fmla="*/ 16 h 84"/>
                  <a:gd name="T4" fmla="*/ 390 w 118"/>
                  <a:gd name="T5" fmla="*/ 55 h 84"/>
                  <a:gd name="T6" fmla="*/ 351 w 118"/>
                  <a:gd name="T7" fmla="*/ 109 h 84"/>
                  <a:gd name="T8" fmla="*/ 188 w 118"/>
                  <a:gd name="T9" fmla="*/ 239 h 84"/>
                  <a:gd name="T10" fmla="*/ 62 w 118"/>
                  <a:gd name="T11" fmla="*/ 341 h 84"/>
                  <a:gd name="T12" fmla="*/ 27 w 118"/>
                  <a:gd name="T13" fmla="*/ 341 h 84"/>
                  <a:gd name="T14" fmla="*/ 8 w 118"/>
                  <a:gd name="T15" fmla="*/ 302 h 84"/>
                  <a:gd name="T16" fmla="*/ 14 w 118"/>
                  <a:gd name="T17" fmla="*/ 268 h 84"/>
                  <a:gd name="T18" fmla="*/ 170 w 118"/>
                  <a:gd name="T19" fmla="*/ 149 h 84"/>
                  <a:gd name="T20" fmla="*/ 342 w 118"/>
                  <a:gd name="T21" fmla="*/ 13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84">
                    <a:moveTo>
                      <a:pt x="101" y="3"/>
                    </a:moveTo>
                    <a:cubicBezTo>
                      <a:pt x="105" y="0"/>
                      <a:pt x="108" y="2"/>
                      <a:pt x="109" y="4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6" y="15"/>
                      <a:pt x="118" y="17"/>
                      <a:pt x="104" y="26"/>
                    </a:cubicBezTo>
                    <a:cubicBezTo>
                      <a:pt x="55" y="58"/>
                      <a:pt x="55" y="58"/>
                      <a:pt x="55" y="58"/>
                    </a:cubicBezTo>
                    <a:cubicBezTo>
                      <a:pt x="18" y="82"/>
                      <a:pt x="18" y="82"/>
                      <a:pt x="18" y="82"/>
                    </a:cubicBezTo>
                    <a:cubicBezTo>
                      <a:pt x="14" y="84"/>
                      <a:pt x="9" y="84"/>
                      <a:pt x="8" y="8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0" y="70"/>
                      <a:pt x="1" y="67"/>
                      <a:pt x="4" y="65"/>
                    </a:cubicBezTo>
                    <a:cubicBezTo>
                      <a:pt x="5" y="65"/>
                      <a:pt x="40" y="43"/>
                      <a:pt x="50" y="36"/>
                    </a:cubicBezTo>
                    <a:cubicBezTo>
                      <a:pt x="61" y="29"/>
                      <a:pt x="100" y="3"/>
                      <a:pt x="101" y="3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28" name="Freeform 896">
                <a:extLst>
                  <a:ext uri="{FF2B5EF4-FFF2-40B4-BE49-F238E27FC236}">
                    <a16:creationId xmlns:a16="http://schemas.microsoft.com/office/drawing/2014/main" id="{BEAC178A-C6E3-4FFA-B52E-9F50DC96E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1845"/>
                <a:ext cx="178" cy="129"/>
              </a:xfrm>
              <a:custGeom>
                <a:avLst/>
                <a:gdLst>
                  <a:gd name="T0" fmla="*/ 55 w 119"/>
                  <a:gd name="T1" fmla="*/ 320 h 81"/>
                  <a:gd name="T2" fmla="*/ 55 w 119"/>
                  <a:gd name="T3" fmla="*/ 320 h 81"/>
                  <a:gd name="T4" fmla="*/ 27 w 119"/>
                  <a:gd name="T5" fmla="*/ 312 h 81"/>
                  <a:gd name="T6" fmla="*/ 9 w 119"/>
                  <a:gd name="T7" fmla="*/ 279 h 81"/>
                  <a:gd name="T8" fmla="*/ 46 w 119"/>
                  <a:gd name="T9" fmla="*/ 223 h 81"/>
                  <a:gd name="T10" fmla="*/ 217 w 119"/>
                  <a:gd name="T11" fmla="*/ 102 h 81"/>
                  <a:gd name="T12" fmla="*/ 331 w 119"/>
                  <a:gd name="T13" fmla="*/ 16 h 81"/>
                  <a:gd name="T14" fmla="*/ 375 w 119"/>
                  <a:gd name="T15" fmla="*/ 8 h 81"/>
                  <a:gd name="T16" fmla="*/ 392 w 119"/>
                  <a:gd name="T17" fmla="*/ 46 h 81"/>
                  <a:gd name="T18" fmla="*/ 384 w 119"/>
                  <a:gd name="T19" fmla="*/ 76 h 81"/>
                  <a:gd name="T20" fmla="*/ 224 w 119"/>
                  <a:gd name="T21" fmla="*/ 202 h 81"/>
                  <a:gd name="T22" fmla="*/ 55 w 119"/>
                  <a:gd name="T23" fmla="*/ 320 h 8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9" h="81">
                    <a:moveTo>
                      <a:pt x="17" y="79"/>
                    </a:moveTo>
                    <a:cubicBezTo>
                      <a:pt x="17" y="79"/>
                      <a:pt x="17" y="79"/>
                      <a:pt x="17" y="79"/>
                    </a:cubicBezTo>
                    <a:cubicBezTo>
                      <a:pt x="14" y="80"/>
                      <a:pt x="11" y="81"/>
                      <a:pt x="8" y="77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2" y="66"/>
                      <a:pt x="0" y="64"/>
                      <a:pt x="14" y="55"/>
                    </a:cubicBezTo>
                    <a:cubicBezTo>
                      <a:pt x="65" y="25"/>
                      <a:pt x="65" y="25"/>
                      <a:pt x="65" y="25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105" y="1"/>
                      <a:pt x="111" y="0"/>
                      <a:pt x="112" y="2"/>
                    </a:cubicBezTo>
                    <a:cubicBezTo>
                      <a:pt x="117" y="11"/>
                      <a:pt x="117" y="11"/>
                      <a:pt x="117" y="11"/>
                    </a:cubicBezTo>
                    <a:cubicBezTo>
                      <a:pt x="119" y="14"/>
                      <a:pt x="119" y="17"/>
                      <a:pt x="115" y="19"/>
                    </a:cubicBezTo>
                    <a:cubicBezTo>
                      <a:pt x="114" y="20"/>
                      <a:pt x="77" y="44"/>
                      <a:pt x="67" y="50"/>
                    </a:cubicBezTo>
                    <a:cubicBezTo>
                      <a:pt x="56" y="57"/>
                      <a:pt x="17" y="78"/>
                      <a:pt x="17" y="79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29" name="Freeform 897">
                <a:extLst>
                  <a:ext uri="{FF2B5EF4-FFF2-40B4-BE49-F238E27FC236}">
                    <a16:creationId xmlns:a16="http://schemas.microsoft.com/office/drawing/2014/main" id="{4B7732E7-6526-475E-9642-8ECA35215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005"/>
                <a:ext cx="35" cy="27"/>
              </a:xfrm>
              <a:custGeom>
                <a:avLst/>
                <a:gdLst>
                  <a:gd name="T0" fmla="*/ 5 w 23"/>
                  <a:gd name="T1" fmla="*/ 60 h 17"/>
                  <a:gd name="T2" fmla="*/ 32 w 23"/>
                  <a:gd name="T3" fmla="*/ 21 h 17"/>
                  <a:gd name="T4" fmla="*/ 76 w 23"/>
                  <a:gd name="T5" fmla="*/ 8 h 17"/>
                  <a:gd name="T6" fmla="*/ 46 w 23"/>
                  <a:gd name="T7" fmla="*/ 43 h 17"/>
                  <a:gd name="T8" fmla="*/ 5 w 23"/>
                  <a:gd name="T9" fmla="*/ 6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1" y="15"/>
                    </a:moveTo>
                    <a:cubicBezTo>
                      <a:pt x="0" y="14"/>
                      <a:pt x="4" y="9"/>
                      <a:pt x="9" y="5"/>
                    </a:cubicBezTo>
                    <a:cubicBezTo>
                      <a:pt x="15" y="2"/>
                      <a:pt x="21" y="0"/>
                      <a:pt x="22" y="2"/>
                    </a:cubicBezTo>
                    <a:cubicBezTo>
                      <a:pt x="23" y="3"/>
                      <a:pt x="19" y="8"/>
                      <a:pt x="13" y="11"/>
                    </a:cubicBezTo>
                    <a:cubicBezTo>
                      <a:pt x="7" y="15"/>
                      <a:pt x="2" y="17"/>
                      <a:pt x="1" y="1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0" name="Freeform 898">
                <a:extLst>
                  <a:ext uri="{FF2B5EF4-FFF2-40B4-BE49-F238E27FC236}">
                    <a16:creationId xmlns:a16="http://schemas.microsoft.com/office/drawing/2014/main" id="{06838839-199C-4E23-B7BA-2953C9EC1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1894"/>
                <a:ext cx="36" cy="26"/>
              </a:xfrm>
              <a:custGeom>
                <a:avLst/>
                <a:gdLst>
                  <a:gd name="T0" fmla="*/ 80 w 24"/>
                  <a:gd name="T1" fmla="*/ 5 h 16"/>
                  <a:gd name="T2" fmla="*/ 48 w 24"/>
                  <a:gd name="T3" fmla="*/ 47 h 16"/>
                  <a:gd name="T4" fmla="*/ 5 w 24"/>
                  <a:gd name="T5" fmla="*/ 60 h 16"/>
                  <a:gd name="T6" fmla="*/ 35 w 24"/>
                  <a:gd name="T7" fmla="*/ 21 h 16"/>
                  <a:gd name="T8" fmla="*/ 80 w 24"/>
                  <a:gd name="T9" fmla="*/ 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6">
                    <a:moveTo>
                      <a:pt x="23" y="1"/>
                    </a:moveTo>
                    <a:cubicBezTo>
                      <a:pt x="24" y="3"/>
                      <a:pt x="20" y="7"/>
                      <a:pt x="14" y="11"/>
                    </a:cubicBezTo>
                    <a:cubicBezTo>
                      <a:pt x="8" y="14"/>
                      <a:pt x="2" y="16"/>
                      <a:pt x="1" y="14"/>
                    </a:cubicBezTo>
                    <a:cubicBezTo>
                      <a:pt x="0" y="13"/>
                      <a:pt x="4" y="8"/>
                      <a:pt x="10" y="5"/>
                    </a:cubicBezTo>
                    <a:cubicBezTo>
                      <a:pt x="16" y="1"/>
                      <a:pt x="22" y="0"/>
                      <a:pt x="23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1" name="Freeform 899">
                <a:extLst>
                  <a:ext uri="{FF2B5EF4-FFF2-40B4-BE49-F238E27FC236}">
                    <a16:creationId xmlns:a16="http://schemas.microsoft.com/office/drawing/2014/main" id="{9B98B905-32A6-4AFC-B488-1033590ED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005"/>
                <a:ext cx="35" cy="27"/>
              </a:xfrm>
              <a:custGeom>
                <a:avLst/>
                <a:gdLst>
                  <a:gd name="T0" fmla="*/ 5 w 23"/>
                  <a:gd name="T1" fmla="*/ 60 h 17"/>
                  <a:gd name="T2" fmla="*/ 35 w 23"/>
                  <a:gd name="T3" fmla="*/ 21 h 17"/>
                  <a:gd name="T4" fmla="*/ 76 w 23"/>
                  <a:gd name="T5" fmla="*/ 8 h 17"/>
                  <a:gd name="T6" fmla="*/ 49 w 23"/>
                  <a:gd name="T7" fmla="*/ 43 h 17"/>
                  <a:gd name="T8" fmla="*/ 5 w 23"/>
                  <a:gd name="T9" fmla="*/ 6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1" y="15"/>
                    </a:moveTo>
                    <a:cubicBezTo>
                      <a:pt x="0" y="13"/>
                      <a:pt x="4" y="9"/>
                      <a:pt x="10" y="5"/>
                    </a:cubicBezTo>
                    <a:cubicBezTo>
                      <a:pt x="16" y="2"/>
                      <a:pt x="21" y="0"/>
                      <a:pt x="22" y="2"/>
                    </a:cubicBezTo>
                    <a:cubicBezTo>
                      <a:pt x="23" y="3"/>
                      <a:pt x="20" y="8"/>
                      <a:pt x="14" y="11"/>
                    </a:cubicBezTo>
                    <a:cubicBezTo>
                      <a:pt x="8" y="15"/>
                      <a:pt x="3" y="17"/>
                      <a:pt x="1" y="1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2" name="Freeform 900">
                <a:extLst>
                  <a:ext uri="{FF2B5EF4-FFF2-40B4-BE49-F238E27FC236}">
                    <a16:creationId xmlns:a16="http://schemas.microsoft.com/office/drawing/2014/main" id="{8053E26C-2319-4844-AB5E-5C17EB1DD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894"/>
                <a:ext cx="34" cy="26"/>
              </a:xfrm>
              <a:custGeom>
                <a:avLst/>
                <a:gdLst>
                  <a:gd name="T0" fmla="*/ 72 w 23"/>
                  <a:gd name="T1" fmla="*/ 5 h 16"/>
                  <a:gd name="T2" fmla="*/ 46 w 23"/>
                  <a:gd name="T3" fmla="*/ 47 h 16"/>
                  <a:gd name="T4" fmla="*/ 1 w 23"/>
                  <a:gd name="T5" fmla="*/ 60 h 16"/>
                  <a:gd name="T6" fmla="*/ 33 w 23"/>
                  <a:gd name="T7" fmla="*/ 21 h 16"/>
                  <a:gd name="T8" fmla="*/ 72 w 23"/>
                  <a:gd name="T9" fmla="*/ 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22" y="1"/>
                    </a:moveTo>
                    <a:cubicBezTo>
                      <a:pt x="23" y="3"/>
                      <a:pt x="19" y="7"/>
                      <a:pt x="14" y="11"/>
                    </a:cubicBezTo>
                    <a:cubicBezTo>
                      <a:pt x="8" y="14"/>
                      <a:pt x="2" y="16"/>
                      <a:pt x="1" y="14"/>
                    </a:cubicBezTo>
                    <a:cubicBezTo>
                      <a:pt x="0" y="12"/>
                      <a:pt x="4" y="8"/>
                      <a:pt x="10" y="5"/>
                    </a:cubicBezTo>
                    <a:cubicBezTo>
                      <a:pt x="16" y="1"/>
                      <a:pt x="21" y="0"/>
                      <a:pt x="22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3" name="Freeform 901">
                <a:extLst>
                  <a:ext uri="{FF2B5EF4-FFF2-40B4-BE49-F238E27FC236}">
                    <a16:creationId xmlns:a16="http://schemas.microsoft.com/office/drawing/2014/main" id="{A49F5282-7808-4004-8B56-5778BA48B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904"/>
                <a:ext cx="66" cy="61"/>
              </a:xfrm>
              <a:custGeom>
                <a:avLst/>
                <a:gdLst>
                  <a:gd name="T0" fmla="*/ 14 w 44"/>
                  <a:gd name="T1" fmla="*/ 149 h 38"/>
                  <a:gd name="T2" fmla="*/ 5 w 44"/>
                  <a:gd name="T3" fmla="*/ 111 h 38"/>
                  <a:gd name="T4" fmla="*/ 39 w 44"/>
                  <a:gd name="T5" fmla="*/ 80 h 38"/>
                  <a:gd name="T6" fmla="*/ 95 w 44"/>
                  <a:gd name="T7" fmla="*/ 35 h 38"/>
                  <a:gd name="T8" fmla="*/ 122 w 44"/>
                  <a:gd name="T9" fmla="*/ 16 h 38"/>
                  <a:gd name="T10" fmla="*/ 149 w 44"/>
                  <a:gd name="T11" fmla="*/ 0 h 38"/>
                  <a:gd name="T12" fmla="*/ 41 w 44"/>
                  <a:gd name="T13" fmla="*/ 88 h 38"/>
                  <a:gd name="T14" fmla="*/ 18 w 44"/>
                  <a:gd name="T15" fmla="*/ 124 h 38"/>
                  <a:gd name="T16" fmla="*/ 21 w 44"/>
                  <a:gd name="T17" fmla="*/ 157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8">
                    <a:moveTo>
                      <a:pt x="4" y="36"/>
                    </a:moveTo>
                    <a:cubicBezTo>
                      <a:pt x="3" y="34"/>
                      <a:pt x="0" y="30"/>
                      <a:pt x="1" y="27"/>
                    </a:cubicBezTo>
                    <a:cubicBezTo>
                      <a:pt x="2" y="24"/>
                      <a:pt x="8" y="21"/>
                      <a:pt x="11" y="19"/>
                    </a:cubicBezTo>
                    <a:cubicBezTo>
                      <a:pt x="17" y="16"/>
                      <a:pt x="22" y="12"/>
                      <a:pt x="28" y="9"/>
                    </a:cubicBezTo>
                    <a:cubicBezTo>
                      <a:pt x="31" y="7"/>
                      <a:pt x="34" y="6"/>
                      <a:pt x="36" y="4"/>
                    </a:cubicBezTo>
                    <a:cubicBezTo>
                      <a:pt x="39" y="3"/>
                      <a:pt x="41" y="1"/>
                      <a:pt x="44" y="0"/>
                    </a:cubicBezTo>
                    <a:cubicBezTo>
                      <a:pt x="35" y="8"/>
                      <a:pt x="22" y="14"/>
                      <a:pt x="12" y="21"/>
                    </a:cubicBezTo>
                    <a:cubicBezTo>
                      <a:pt x="8" y="24"/>
                      <a:pt x="5" y="27"/>
                      <a:pt x="5" y="30"/>
                    </a:cubicBezTo>
                    <a:cubicBezTo>
                      <a:pt x="4" y="33"/>
                      <a:pt x="5" y="35"/>
                      <a:pt x="6" y="38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4" name="Freeform 902">
                <a:extLst>
                  <a:ext uri="{FF2B5EF4-FFF2-40B4-BE49-F238E27FC236}">
                    <a16:creationId xmlns:a16="http://schemas.microsoft.com/office/drawing/2014/main" id="{A51ABF95-4AEB-45E2-9805-D0A763AF2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017"/>
                <a:ext cx="66" cy="63"/>
              </a:xfrm>
              <a:custGeom>
                <a:avLst/>
                <a:gdLst>
                  <a:gd name="T0" fmla="*/ 18 w 44"/>
                  <a:gd name="T1" fmla="*/ 157 h 39"/>
                  <a:gd name="T2" fmla="*/ 5 w 44"/>
                  <a:gd name="T3" fmla="*/ 123 h 39"/>
                  <a:gd name="T4" fmla="*/ 39 w 44"/>
                  <a:gd name="T5" fmla="*/ 89 h 39"/>
                  <a:gd name="T6" fmla="*/ 95 w 44"/>
                  <a:gd name="T7" fmla="*/ 42 h 39"/>
                  <a:gd name="T8" fmla="*/ 122 w 44"/>
                  <a:gd name="T9" fmla="*/ 21 h 39"/>
                  <a:gd name="T10" fmla="*/ 149 w 44"/>
                  <a:gd name="T11" fmla="*/ 0 h 39"/>
                  <a:gd name="T12" fmla="*/ 41 w 44"/>
                  <a:gd name="T13" fmla="*/ 94 h 39"/>
                  <a:gd name="T14" fmla="*/ 18 w 44"/>
                  <a:gd name="T15" fmla="*/ 131 h 39"/>
                  <a:gd name="T16" fmla="*/ 26 w 44"/>
                  <a:gd name="T17" fmla="*/ 165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9">
                    <a:moveTo>
                      <a:pt x="5" y="37"/>
                    </a:moveTo>
                    <a:cubicBezTo>
                      <a:pt x="4" y="35"/>
                      <a:pt x="0" y="32"/>
                      <a:pt x="1" y="29"/>
                    </a:cubicBezTo>
                    <a:cubicBezTo>
                      <a:pt x="2" y="26"/>
                      <a:pt x="8" y="23"/>
                      <a:pt x="11" y="21"/>
                    </a:cubicBezTo>
                    <a:cubicBezTo>
                      <a:pt x="17" y="17"/>
                      <a:pt x="23" y="13"/>
                      <a:pt x="28" y="10"/>
                    </a:cubicBezTo>
                    <a:cubicBezTo>
                      <a:pt x="31" y="8"/>
                      <a:pt x="34" y="7"/>
                      <a:pt x="36" y="5"/>
                    </a:cubicBezTo>
                    <a:cubicBezTo>
                      <a:pt x="39" y="3"/>
                      <a:pt x="41" y="1"/>
                      <a:pt x="44" y="0"/>
                    </a:cubicBezTo>
                    <a:cubicBezTo>
                      <a:pt x="35" y="9"/>
                      <a:pt x="22" y="15"/>
                      <a:pt x="12" y="22"/>
                    </a:cubicBezTo>
                    <a:cubicBezTo>
                      <a:pt x="9" y="25"/>
                      <a:pt x="6" y="28"/>
                      <a:pt x="5" y="31"/>
                    </a:cubicBezTo>
                    <a:cubicBezTo>
                      <a:pt x="5" y="34"/>
                      <a:pt x="6" y="37"/>
                      <a:pt x="7" y="39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5" name="Freeform 903">
                <a:extLst>
                  <a:ext uri="{FF2B5EF4-FFF2-40B4-BE49-F238E27FC236}">
                    <a16:creationId xmlns:a16="http://schemas.microsoft.com/office/drawing/2014/main" id="{77AE4689-A134-4BB9-B5B0-B15CBB6C5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1963"/>
                <a:ext cx="99" cy="86"/>
              </a:xfrm>
              <a:custGeom>
                <a:avLst/>
                <a:gdLst>
                  <a:gd name="T0" fmla="*/ 0 w 66"/>
                  <a:gd name="T1" fmla="*/ 218 h 54"/>
                  <a:gd name="T2" fmla="*/ 167 w 66"/>
                  <a:gd name="T3" fmla="*/ 97 h 54"/>
                  <a:gd name="T4" fmla="*/ 221 w 66"/>
                  <a:gd name="T5" fmla="*/ 40 h 54"/>
                  <a:gd name="T6" fmla="*/ 201 w 66"/>
                  <a:gd name="T7" fmla="*/ 0 h 54"/>
                  <a:gd name="T8" fmla="*/ 203 w 66"/>
                  <a:gd name="T9" fmla="*/ 46 h 54"/>
                  <a:gd name="T10" fmla="*/ 176 w 66"/>
                  <a:gd name="T11" fmla="*/ 73 h 54"/>
                  <a:gd name="T12" fmla="*/ 135 w 66"/>
                  <a:gd name="T13" fmla="*/ 104 h 54"/>
                  <a:gd name="T14" fmla="*/ 66 w 66"/>
                  <a:gd name="T15" fmla="*/ 162 h 54"/>
                  <a:gd name="T16" fmla="*/ 27 w 66"/>
                  <a:gd name="T17" fmla="*/ 193 h 54"/>
                  <a:gd name="T18" fmla="*/ 5 w 66"/>
                  <a:gd name="T19" fmla="*/ 213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54">
                    <a:moveTo>
                      <a:pt x="0" y="54"/>
                    </a:moveTo>
                    <a:cubicBezTo>
                      <a:pt x="17" y="43"/>
                      <a:pt x="32" y="34"/>
                      <a:pt x="49" y="24"/>
                    </a:cubicBezTo>
                    <a:cubicBezTo>
                      <a:pt x="53" y="21"/>
                      <a:pt x="64" y="14"/>
                      <a:pt x="65" y="10"/>
                    </a:cubicBezTo>
                    <a:cubicBezTo>
                      <a:pt x="66" y="6"/>
                      <a:pt x="61" y="2"/>
                      <a:pt x="59" y="0"/>
                    </a:cubicBezTo>
                    <a:cubicBezTo>
                      <a:pt x="61" y="3"/>
                      <a:pt x="63" y="7"/>
                      <a:pt x="60" y="11"/>
                    </a:cubicBezTo>
                    <a:cubicBezTo>
                      <a:pt x="59" y="14"/>
                      <a:pt x="54" y="16"/>
                      <a:pt x="52" y="18"/>
                    </a:cubicBezTo>
                    <a:cubicBezTo>
                      <a:pt x="48" y="21"/>
                      <a:pt x="44" y="23"/>
                      <a:pt x="40" y="26"/>
                    </a:cubicBezTo>
                    <a:cubicBezTo>
                      <a:pt x="33" y="30"/>
                      <a:pt x="25" y="35"/>
                      <a:pt x="19" y="40"/>
                    </a:cubicBezTo>
                    <a:cubicBezTo>
                      <a:pt x="15" y="43"/>
                      <a:pt x="12" y="45"/>
                      <a:pt x="8" y="48"/>
                    </a:cubicBezTo>
                    <a:cubicBezTo>
                      <a:pt x="6" y="50"/>
                      <a:pt x="3" y="51"/>
                      <a:pt x="1" y="53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6" name="Freeform 904">
                <a:extLst>
                  <a:ext uri="{FF2B5EF4-FFF2-40B4-BE49-F238E27FC236}">
                    <a16:creationId xmlns:a16="http://schemas.microsoft.com/office/drawing/2014/main" id="{5434267C-1A3C-4247-92BB-0A6445D3F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850"/>
                <a:ext cx="114" cy="95"/>
              </a:xfrm>
              <a:custGeom>
                <a:avLst/>
                <a:gdLst>
                  <a:gd name="T0" fmla="*/ 237 w 76"/>
                  <a:gd name="T1" fmla="*/ 16 h 60"/>
                  <a:gd name="T2" fmla="*/ 248 w 76"/>
                  <a:gd name="T3" fmla="*/ 52 h 60"/>
                  <a:gd name="T4" fmla="*/ 203 w 76"/>
                  <a:gd name="T5" fmla="*/ 90 h 60"/>
                  <a:gd name="T6" fmla="*/ 140 w 76"/>
                  <a:gd name="T7" fmla="*/ 138 h 60"/>
                  <a:gd name="T8" fmla="*/ 0 w 76"/>
                  <a:gd name="T9" fmla="*/ 238 h 60"/>
                  <a:gd name="T10" fmla="*/ 95 w 76"/>
                  <a:gd name="T11" fmla="*/ 171 h 60"/>
                  <a:gd name="T12" fmla="*/ 188 w 76"/>
                  <a:gd name="T13" fmla="*/ 90 h 60"/>
                  <a:gd name="T14" fmla="*/ 216 w 76"/>
                  <a:gd name="T15" fmla="*/ 5 h 60"/>
                  <a:gd name="T16" fmla="*/ 234 w 76"/>
                  <a:gd name="T17" fmla="*/ 13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60">
                    <a:moveTo>
                      <a:pt x="70" y="4"/>
                    </a:moveTo>
                    <a:cubicBezTo>
                      <a:pt x="71" y="6"/>
                      <a:pt x="76" y="9"/>
                      <a:pt x="73" y="13"/>
                    </a:cubicBezTo>
                    <a:cubicBezTo>
                      <a:pt x="71" y="17"/>
                      <a:pt x="64" y="20"/>
                      <a:pt x="60" y="23"/>
                    </a:cubicBezTo>
                    <a:cubicBezTo>
                      <a:pt x="52" y="27"/>
                      <a:pt x="49" y="30"/>
                      <a:pt x="41" y="35"/>
                    </a:cubicBezTo>
                    <a:cubicBezTo>
                      <a:pt x="30" y="42"/>
                      <a:pt x="13" y="54"/>
                      <a:pt x="0" y="60"/>
                    </a:cubicBezTo>
                    <a:cubicBezTo>
                      <a:pt x="9" y="54"/>
                      <a:pt x="19" y="48"/>
                      <a:pt x="28" y="43"/>
                    </a:cubicBezTo>
                    <a:cubicBezTo>
                      <a:pt x="37" y="36"/>
                      <a:pt x="45" y="30"/>
                      <a:pt x="55" y="23"/>
                    </a:cubicBezTo>
                    <a:cubicBezTo>
                      <a:pt x="63" y="17"/>
                      <a:pt x="73" y="5"/>
                      <a:pt x="64" y="1"/>
                    </a:cubicBezTo>
                    <a:cubicBezTo>
                      <a:pt x="67" y="0"/>
                      <a:pt x="67" y="2"/>
                      <a:pt x="69" y="3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7" name="Freeform 905">
                <a:extLst>
                  <a:ext uri="{FF2B5EF4-FFF2-40B4-BE49-F238E27FC236}">
                    <a16:creationId xmlns:a16="http://schemas.microsoft.com/office/drawing/2014/main" id="{BCBCCBD6-3E4D-44E0-A1E0-708CF3AE8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006"/>
                <a:ext cx="26" cy="23"/>
              </a:xfrm>
              <a:custGeom>
                <a:avLst/>
                <a:gdLst>
                  <a:gd name="T0" fmla="*/ 32 w 17"/>
                  <a:gd name="T1" fmla="*/ 8 h 14"/>
                  <a:gd name="T2" fmla="*/ 49 w 17"/>
                  <a:gd name="T3" fmla="*/ 8 h 14"/>
                  <a:gd name="T4" fmla="*/ 18 w 17"/>
                  <a:gd name="T5" fmla="*/ 49 h 14"/>
                  <a:gd name="T6" fmla="*/ 0 w 17"/>
                  <a:gd name="T7" fmla="*/ 62 h 14"/>
                  <a:gd name="T8" fmla="*/ 28 w 17"/>
                  <a:gd name="T9" fmla="*/ 49 h 14"/>
                  <a:gd name="T10" fmla="*/ 57 w 17"/>
                  <a:gd name="T11" fmla="*/ 5 h 14"/>
                  <a:gd name="T12" fmla="*/ 32 w 17"/>
                  <a:gd name="T13" fmla="*/ 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4">
                    <a:moveTo>
                      <a:pt x="9" y="2"/>
                    </a:moveTo>
                    <a:cubicBezTo>
                      <a:pt x="11" y="1"/>
                      <a:pt x="13" y="1"/>
                      <a:pt x="14" y="2"/>
                    </a:cubicBezTo>
                    <a:cubicBezTo>
                      <a:pt x="15" y="3"/>
                      <a:pt x="11" y="8"/>
                      <a:pt x="5" y="11"/>
                    </a:cubicBezTo>
                    <a:cubicBezTo>
                      <a:pt x="4" y="13"/>
                      <a:pt x="2" y="13"/>
                      <a:pt x="0" y="14"/>
                    </a:cubicBezTo>
                    <a:cubicBezTo>
                      <a:pt x="2" y="13"/>
                      <a:pt x="5" y="12"/>
                      <a:pt x="8" y="11"/>
                    </a:cubicBezTo>
                    <a:cubicBezTo>
                      <a:pt x="13" y="7"/>
                      <a:pt x="17" y="2"/>
                      <a:pt x="16" y="1"/>
                    </a:cubicBezTo>
                    <a:cubicBezTo>
                      <a:pt x="15" y="0"/>
                      <a:pt x="13" y="0"/>
                      <a:pt x="9" y="2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8" name="Freeform 906">
                <a:extLst>
                  <a:ext uri="{FF2B5EF4-FFF2-40B4-BE49-F238E27FC236}">
                    <a16:creationId xmlns:a16="http://schemas.microsoft.com/office/drawing/2014/main" id="{62AB3801-B334-4E5D-A55B-DBF0FEFFF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009"/>
                <a:ext cx="24" cy="20"/>
              </a:xfrm>
              <a:custGeom>
                <a:avLst/>
                <a:gdLst>
                  <a:gd name="T0" fmla="*/ 8 w 16"/>
                  <a:gd name="T1" fmla="*/ 47 h 12"/>
                  <a:gd name="T2" fmla="*/ 35 w 16"/>
                  <a:gd name="T3" fmla="*/ 8 h 12"/>
                  <a:gd name="T4" fmla="*/ 54 w 16"/>
                  <a:gd name="T5" fmla="*/ 0 h 12"/>
                  <a:gd name="T6" fmla="*/ 27 w 16"/>
                  <a:gd name="T7" fmla="*/ 13 h 12"/>
                  <a:gd name="T8" fmla="*/ 5 w 16"/>
                  <a:gd name="T9" fmla="*/ 50 h 12"/>
                  <a:gd name="T10" fmla="*/ 21 w 16"/>
                  <a:gd name="T11" fmla="*/ 50 h 12"/>
                  <a:gd name="T12" fmla="*/ 8 w 16"/>
                  <a:gd name="T13" fmla="*/ 47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2" y="10"/>
                    </a:moveTo>
                    <a:cubicBezTo>
                      <a:pt x="2" y="9"/>
                      <a:pt x="5" y="5"/>
                      <a:pt x="10" y="2"/>
                    </a:cubicBezTo>
                    <a:cubicBezTo>
                      <a:pt x="12" y="1"/>
                      <a:pt x="14" y="0"/>
                      <a:pt x="16" y="0"/>
                    </a:cubicBezTo>
                    <a:cubicBezTo>
                      <a:pt x="14" y="0"/>
                      <a:pt x="11" y="1"/>
                      <a:pt x="8" y="3"/>
                    </a:cubicBezTo>
                    <a:cubicBezTo>
                      <a:pt x="3" y="6"/>
                      <a:pt x="0" y="10"/>
                      <a:pt x="1" y="11"/>
                    </a:cubicBezTo>
                    <a:cubicBezTo>
                      <a:pt x="2" y="12"/>
                      <a:pt x="3" y="12"/>
                      <a:pt x="6" y="11"/>
                    </a:cubicBezTo>
                    <a:cubicBezTo>
                      <a:pt x="5" y="11"/>
                      <a:pt x="3" y="11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39" name="Freeform 907">
                <a:extLst>
                  <a:ext uri="{FF2B5EF4-FFF2-40B4-BE49-F238E27FC236}">
                    <a16:creationId xmlns:a16="http://schemas.microsoft.com/office/drawing/2014/main" id="{A6B46B7B-3788-4202-9B42-ADE504399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894"/>
                <a:ext cx="25" cy="23"/>
              </a:xfrm>
              <a:custGeom>
                <a:avLst/>
                <a:gdLst>
                  <a:gd name="T0" fmla="*/ 28 w 17"/>
                  <a:gd name="T1" fmla="*/ 8 h 14"/>
                  <a:gd name="T2" fmla="*/ 46 w 17"/>
                  <a:gd name="T3" fmla="*/ 8 h 14"/>
                  <a:gd name="T4" fmla="*/ 19 w 17"/>
                  <a:gd name="T5" fmla="*/ 49 h 14"/>
                  <a:gd name="T6" fmla="*/ 0 w 17"/>
                  <a:gd name="T7" fmla="*/ 62 h 14"/>
                  <a:gd name="T8" fmla="*/ 26 w 17"/>
                  <a:gd name="T9" fmla="*/ 49 h 14"/>
                  <a:gd name="T10" fmla="*/ 51 w 17"/>
                  <a:gd name="T11" fmla="*/ 5 h 14"/>
                  <a:gd name="T12" fmla="*/ 28 w 17"/>
                  <a:gd name="T13" fmla="*/ 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4">
                    <a:moveTo>
                      <a:pt x="9" y="2"/>
                    </a:moveTo>
                    <a:cubicBezTo>
                      <a:pt x="12" y="1"/>
                      <a:pt x="14" y="1"/>
                      <a:pt x="14" y="2"/>
                    </a:cubicBezTo>
                    <a:cubicBezTo>
                      <a:pt x="15" y="4"/>
                      <a:pt x="11" y="8"/>
                      <a:pt x="6" y="11"/>
                    </a:cubicBezTo>
                    <a:cubicBezTo>
                      <a:pt x="4" y="13"/>
                      <a:pt x="2" y="13"/>
                      <a:pt x="0" y="14"/>
                    </a:cubicBezTo>
                    <a:cubicBezTo>
                      <a:pt x="2" y="13"/>
                      <a:pt x="5" y="12"/>
                      <a:pt x="8" y="11"/>
                    </a:cubicBezTo>
                    <a:cubicBezTo>
                      <a:pt x="14" y="7"/>
                      <a:pt x="17" y="3"/>
                      <a:pt x="16" y="1"/>
                    </a:cubicBezTo>
                    <a:cubicBezTo>
                      <a:pt x="16" y="0"/>
                      <a:pt x="13" y="0"/>
                      <a:pt x="9" y="2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40" name="Freeform 908">
                <a:extLst>
                  <a:ext uri="{FF2B5EF4-FFF2-40B4-BE49-F238E27FC236}">
                    <a16:creationId xmlns:a16="http://schemas.microsoft.com/office/drawing/2014/main" id="{31ECB3A2-5718-4A24-B10C-94EC9253F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897"/>
                <a:ext cx="24" cy="20"/>
              </a:xfrm>
              <a:custGeom>
                <a:avLst/>
                <a:gdLst>
                  <a:gd name="T0" fmla="*/ 8 w 16"/>
                  <a:gd name="T1" fmla="*/ 47 h 12"/>
                  <a:gd name="T2" fmla="*/ 35 w 16"/>
                  <a:gd name="T3" fmla="*/ 13 h 12"/>
                  <a:gd name="T4" fmla="*/ 54 w 16"/>
                  <a:gd name="T5" fmla="*/ 0 h 12"/>
                  <a:gd name="T6" fmla="*/ 27 w 16"/>
                  <a:gd name="T7" fmla="*/ 13 h 12"/>
                  <a:gd name="T8" fmla="*/ 5 w 16"/>
                  <a:gd name="T9" fmla="*/ 50 h 12"/>
                  <a:gd name="T10" fmla="*/ 21 w 16"/>
                  <a:gd name="T11" fmla="*/ 50 h 12"/>
                  <a:gd name="T12" fmla="*/ 8 w 16"/>
                  <a:gd name="T13" fmla="*/ 47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2" y="10"/>
                    </a:moveTo>
                    <a:cubicBezTo>
                      <a:pt x="2" y="9"/>
                      <a:pt x="5" y="5"/>
                      <a:pt x="10" y="3"/>
                    </a:cubicBezTo>
                    <a:cubicBezTo>
                      <a:pt x="12" y="1"/>
                      <a:pt x="15" y="0"/>
                      <a:pt x="16" y="0"/>
                    </a:cubicBezTo>
                    <a:cubicBezTo>
                      <a:pt x="14" y="0"/>
                      <a:pt x="11" y="1"/>
                      <a:pt x="8" y="3"/>
                    </a:cubicBezTo>
                    <a:cubicBezTo>
                      <a:pt x="4" y="6"/>
                      <a:pt x="0" y="10"/>
                      <a:pt x="1" y="11"/>
                    </a:cubicBezTo>
                    <a:cubicBezTo>
                      <a:pt x="2" y="12"/>
                      <a:pt x="3" y="12"/>
                      <a:pt x="6" y="11"/>
                    </a:cubicBezTo>
                    <a:cubicBezTo>
                      <a:pt x="5" y="11"/>
                      <a:pt x="3" y="11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41" name="Freeform 909">
                <a:extLst>
                  <a:ext uri="{FF2B5EF4-FFF2-40B4-BE49-F238E27FC236}">
                    <a16:creationId xmlns:a16="http://schemas.microsoft.com/office/drawing/2014/main" id="{187CA1C1-245D-47C6-BF2D-1E827787D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1953"/>
                <a:ext cx="177" cy="135"/>
              </a:xfrm>
              <a:custGeom>
                <a:avLst/>
                <a:gdLst>
                  <a:gd name="T0" fmla="*/ 342 w 118"/>
                  <a:gd name="T1" fmla="*/ 13 h 84"/>
                  <a:gd name="T2" fmla="*/ 369 w 118"/>
                  <a:gd name="T3" fmla="*/ 16 h 84"/>
                  <a:gd name="T4" fmla="*/ 390 w 118"/>
                  <a:gd name="T5" fmla="*/ 55 h 84"/>
                  <a:gd name="T6" fmla="*/ 351 w 118"/>
                  <a:gd name="T7" fmla="*/ 109 h 84"/>
                  <a:gd name="T8" fmla="*/ 188 w 118"/>
                  <a:gd name="T9" fmla="*/ 239 h 84"/>
                  <a:gd name="T10" fmla="*/ 62 w 118"/>
                  <a:gd name="T11" fmla="*/ 341 h 84"/>
                  <a:gd name="T12" fmla="*/ 27 w 118"/>
                  <a:gd name="T13" fmla="*/ 341 h 84"/>
                  <a:gd name="T14" fmla="*/ 8 w 118"/>
                  <a:gd name="T15" fmla="*/ 302 h 84"/>
                  <a:gd name="T16" fmla="*/ 14 w 118"/>
                  <a:gd name="T17" fmla="*/ 268 h 84"/>
                  <a:gd name="T18" fmla="*/ 170 w 118"/>
                  <a:gd name="T19" fmla="*/ 149 h 84"/>
                  <a:gd name="T20" fmla="*/ 342 w 118"/>
                  <a:gd name="T21" fmla="*/ 13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84">
                    <a:moveTo>
                      <a:pt x="101" y="3"/>
                    </a:moveTo>
                    <a:cubicBezTo>
                      <a:pt x="105" y="0"/>
                      <a:pt x="108" y="2"/>
                      <a:pt x="109" y="4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6" y="15"/>
                      <a:pt x="118" y="17"/>
                      <a:pt x="104" y="26"/>
                    </a:cubicBezTo>
                    <a:cubicBezTo>
                      <a:pt x="55" y="58"/>
                      <a:pt x="55" y="58"/>
                      <a:pt x="55" y="58"/>
                    </a:cubicBezTo>
                    <a:cubicBezTo>
                      <a:pt x="18" y="82"/>
                      <a:pt x="18" y="82"/>
                      <a:pt x="18" y="82"/>
                    </a:cubicBezTo>
                    <a:cubicBezTo>
                      <a:pt x="14" y="84"/>
                      <a:pt x="9" y="84"/>
                      <a:pt x="8" y="8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0" y="70"/>
                      <a:pt x="1" y="67"/>
                      <a:pt x="4" y="65"/>
                    </a:cubicBezTo>
                    <a:cubicBezTo>
                      <a:pt x="5" y="65"/>
                      <a:pt x="40" y="43"/>
                      <a:pt x="50" y="36"/>
                    </a:cubicBezTo>
                    <a:cubicBezTo>
                      <a:pt x="61" y="29"/>
                      <a:pt x="100" y="3"/>
                      <a:pt x="101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42" name="Freeform 910">
                <a:extLst>
                  <a:ext uri="{FF2B5EF4-FFF2-40B4-BE49-F238E27FC236}">
                    <a16:creationId xmlns:a16="http://schemas.microsoft.com/office/drawing/2014/main" id="{A9E350A9-E93B-4F21-8CB7-C51A79B49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67"/>
                <a:ext cx="186" cy="114"/>
              </a:xfrm>
              <a:custGeom>
                <a:avLst/>
                <a:gdLst>
                  <a:gd name="T0" fmla="*/ 369 w 124"/>
                  <a:gd name="T1" fmla="*/ 13 h 71"/>
                  <a:gd name="T2" fmla="*/ 399 w 124"/>
                  <a:gd name="T3" fmla="*/ 21 h 71"/>
                  <a:gd name="T4" fmla="*/ 413 w 124"/>
                  <a:gd name="T5" fmla="*/ 56 h 71"/>
                  <a:gd name="T6" fmla="*/ 372 w 124"/>
                  <a:gd name="T7" fmla="*/ 108 h 71"/>
                  <a:gd name="T8" fmla="*/ 189 w 124"/>
                  <a:gd name="T9" fmla="*/ 206 h 71"/>
                  <a:gd name="T10" fmla="*/ 59 w 124"/>
                  <a:gd name="T11" fmla="*/ 286 h 71"/>
                  <a:gd name="T12" fmla="*/ 21 w 124"/>
                  <a:gd name="T13" fmla="*/ 281 h 71"/>
                  <a:gd name="T14" fmla="*/ 8 w 124"/>
                  <a:gd name="T15" fmla="*/ 246 h 71"/>
                  <a:gd name="T16" fmla="*/ 18 w 124"/>
                  <a:gd name="T17" fmla="*/ 212 h 71"/>
                  <a:gd name="T18" fmla="*/ 188 w 124"/>
                  <a:gd name="T19" fmla="*/ 120 h 71"/>
                  <a:gd name="T20" fmla="*/ 369 w 124"/>
                  <a:gd name="T21" fmla="*/ 13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4" h="71">
                    <a:moveTo>
                      <a:pt x="109" y="3"/>
                    </a:moveTo>
                    <a:cubicBezTo>
                      <a:pt x="114" y="0"/>
                      <a:pt x="117" y="3"/>
                      <a:pt x="118" y="5"/>
                    </a:cubicBezTo>
                    <a:cubicBezTo>
                      <a:pt x="122" y="14"/>
                      <a:pt x="122" y="14"/>
                      <a:pt x="122" y="14"/>
                    </a:cubicBezTo>
                    <a:cubicBezTo>
                      <a:pt x="123" y="17"/>
                      <a:pt x="124" y="19"/>
                      <a:pt x="110" y="26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2" y="71"/>
                      <a:pt x="7" y="71"/>
                      <a:pt x="6" y="68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0" y="55"/>
                      <a:pt x="1" y="52"/>
                      <a:pt x="5" y="51"/>
                    </a:cubicBezTo>
                    <a:cubicBezTo>
                      <a:pt x="6" y="51"/>
                      <a:pt x="43" y="34"/>
                      <a:pt x="55" y="29"/>
                    </a:cubicBezTo>
                    <a:cubicBezTo>
                      <a:pt x="66" y="23"/>
                      <a:pt x="109" y="3"/>
                      <a:pt x="109" y="3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43" name="Freeform 911">
                <a:extLst>
                  <a:ext uri="{FF2B5EF4-FFF2-40B4-BE49-F238E27FC236}">
                    <a16:creationId xmlns:a16="http://schemas.microsoft.com/office/drawing/2014/main" id="{41A8C13C-5EEC-44A5-8F91-D284CE8DC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112"/>
                <a:ext cx="36" cy="22"/>
              </a:xfrm>
              <a:custGeom>
                <a:avLst/>
                <a:gdLst>
                  <a:gd name="T0" fmla="*/ 5 w 24"/>
                  <a:gd name="T1" fmla="*/ 47 h 14"/>
                  <a:gd name="T2" fmla="*/ 39 w 24"/>
                  <a:gd name="T3" fmla="*/ 14 h 14"/>
                  <a:gd name="T4" fmla="*/ 80 w 24"/>
                  <a:gd name="T5" fmla="*/ 5 h 14"/>
                  <a:gd name="T6" fmla="*/ 45 w 24"/>
                  <a:gd name="T7" fmla="*/ 39 h 14"/>
                  <a:gd name="T8" fmla="*/ 5 w 24"/>
                  <a:gd name="T9" fmla="*/ 4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1" y="12"/>
                    </a:moveTo>
                    <a:cubicBezTo>
                      <a:pt x="0" y="10"/>
                      <a:pt x="4" y="6"/>
                      <a:pt x="11" y="4"/>
                    </a:cubicBezTo>
                    <a:cubicBezTo>
                      <a:pt x="17" y="1"/>
                      <a:pt x="22" y="0"/>
                      <a:pt x="23" y="1"/>
                    </a:cubicBezTo>
                    <a:cubicBezTo>
                      <a:pt x="24" y="3"/>
                      <a:pt x="20" y="7"/>
                      <a:pt x="13" y="10"/>
                    </a:cubicBezTo>
                    <a:cubicBezTo>
                      <a:pt x="7" y="13"/>
                      <a:pt x="2" y="14"/>
                      <a:pt x="1" y="1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44" name="Freeform 912">
                <a:extLst>
                  <a:ext uri="{FF2B5EF4-FFF2-40B4-BE49-F238E27FC236}">
                    <a16:creationId xmlns:a16="http://schemas.microsoft.com/office/drawing/2014/main" id="{F1CCF648-00F9-4A7A-A26E-754A1F36F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2110"/>
                <a:ext cx="36" cy="23"/>
              </a:xfrm>
              <a:custGeom>
                <a:avLst/>
                <a:gdLst>
                  <a:gd name="T0" fmla="*/ 0 w 24"/>
                  <a:gd name="T1" fmla="*/ 54 h 14"/>
                  <a:gd name="T2" fmla="*/ 35 w 24"/>
                  <a:gd name="T3" fmla="*/ 20 h 14"/>
                  <a:gd name="T4" fmla="*/ 80 w 24"/>
                  <a:gd name="T5" fmla="*/ 8 h 14"/>
                  <a:gd name="T6" fmla="*/ 45 w 24"/>
                  <a:gd name="T7" fmla="*/ 43 h 14"/>
                  <a:gd name="T8" fmla="*/ 0 w 24"/>
                  <a:gd name="T9" fmla="*/ 5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0" y="12"/>
                    </a:moveTo>
                    <a:cubicBezTo>
                      <a:pt x="0" y="11"/>
                      <a:pt x="4" y="7"/>
                      <a:pt x="10" y="4"/>
                    </a:cubicBezTo>
                    <a:cubicBezTo>
                      <a:pt x="16" y="1"/>
                      <a:pt x="22" y="0"/>
                      <a:pt x="23" y="2"/>
                    </a:cubicBezTo>
                    <a:cubicBezTo>
                      <a:pt x="24" y="4"/>
                      <a:pt x="19" y="7"/>
                      <a:pt x="13" y="10"/>
                    </a:cubicBezTo>
                    <a:cubicBezTo>
                      <a:pt x="7" y="13"/>
                      <a:pt x="1" y="14"/>
                      <a:pt x="0" y="1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45" name="Freeform 913">
                <a:extLst>
                  <a:ext uri="{FF2B5EF4-FFF2-40B4-BE49-F238E27FC236}">
                    <a16:creationId xmlns:a16="http://schemas.microsoft.com/office/drawing/2014/main" id="{993801DC-91A6-4E07-92C6-35A83FA7A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118"/>
                <a:ext cx="72" cy="53"/>
              </a:xfrm>
              <a:custGeom>
                <a:avLst/>
                <a:gdLst>
                  <a:gd name="T0" fmla="*/ 14 w 48"/>
                  <a:gd name="T1" fmla="*/ 132 h 33"/>
                  <a:gd name="T2" fmla="*/ 5 w 48"/>
                  <a:gd name="T3" fmla="*/ 90 h 33"/>
                  <a:gd name="T4" fmla="*/ 45 w 48"/>
                  <a:gd name="T5" fmla="*/ 67 h 33"/>
                  <a:gd name="T6" fmla="*/ 107 w 48"/>
                  <a:gd name="T7" fmla="*/ 29 h 33"/>
                  <a:gd name="T8" fmla="*/ 135 w 48"/>
                  <a:gd name="T9" fmla="*/ 16 h 33"/>
                  <a:gd name="T10" fmla="*/ 162 w 48"/>
                  <a:gd name="T11" fmla="*/ 0 h 33"/>
                  <a:gd name="T12" fmla="*/ 45 w 48"/>
                  <a:gd name="T13" fmla="*/ 75 h 33"/>
                  <a:gd name="T14" fmla="*/ 18 w 48"/>
                  <a:gd name="T15" fmla="*/ 108 h 33"/>
                  <a:gd name="T16" fmla="*/ 21 w 48"/>
                  <a:gd name="T17" fmla="*/ 137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33">
                    <a:moveTo>
                      <a:pt x="4" y="32"/>
                    </a:moveTo>
                    <a:cubicBezTo>
                      <a:pt x="3" y="29"/>
                      <a:pt x="0" y="25"/>
                      <a:pt x="1" y="22"/>
                    </a:cubicBezTo>
                    <a:cubicBezTo>
                      <a:pt x="3" y="19"/>
                      <a:pt x="10" y="17"/>
                      <a:pt x="13" y="16"/>
                    </a:cubicBezTo>
                    <a:cubicBezTo>
                      <a:pt x="19" y="13"/>
                      <a:pt x="25" y="10"/>
                      <a:pt x="31" y="7"/>
                    </a:cubicBezTo>
                    <a:cubicBezTo>
                      <a:pt x="34" y="6"/>
                      <a:pt x="37" y="5"/>
                      <a:pt x="40" y="4"/>
                    </a:cubicBezTo>
                    <a:cubicBezTo>
                      <a:pt x="42" y="2"/>
                      <a:pt x="45" y="1"/>
                      <a:pt x="48" y="0"/>
                    </a:cubicBezTo>
                    <a:cubicBezTo>
                      <a:pt x="38" y="7"/>
                      <a:pt x="24" y="12"/>
                      <a:pt x="13" y="18"/>
                    </a:cubicBezTo>
                    <a:cubicBezTo>
                      <a:pt x="10" y="20"/>
                      <a:pt x="6" y="22"/>
                      <a:pt x="5" y="26"/>
                    </a:cubicBezTo>
                    <a:cubicBezTo>
                      <a:pt x="5" y="28"/>
                      <a:pt x="5" y="31"/>
                      <a:pt x="6" y="33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46" name="Freeform 914">
                <a:extLst>
                  <a:ext uri="{FF2B5EF4-FFF2-40B4-BE49-F238E27FC236}">
                    <a16:creationId xmlns:a16="http://schemas.microsoft.com/office/drawing/2014/main" id="{24B74581-1A76-46C5-9AFB-B62A3AADA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078"/>
                <a:ext cx="108" cy="72"/>
              </a:xfrm>
              <a:custGeom>
                <a:avLst/>
                <a:gdLst>
                  <a:gd name="T0" fmla="*/ 0 w 72"/>
                  <a:gd name="T1" fmla="*/ 184 h 45"/>
                  <a:gd name="T2" fmla="*/ 180 w 72"/>
                  <a:gd name="T3" fmla="*/ 90 h 45"/>
                  <a:gd name="T4" fmla="*/ 242 w 72"/>
                  <a:gd name="T5" fmla="*/ 42 h 45"/>
                  <a:gd name="T6" fmla="*/ 224 w 72"/>
                  <a:gd name="T7" fmla="*/ 0 h 45"/>
                  <a:gd name="T8" fmla="*/ 224 w 72"/>
                  <a:gd name="T9" fmla="*/ 46 h 45"/>
                  <a:gd name="T10" fmla="*/ 189 w 72"/>
                  <a:gd name="T11" fmla="*/ 67 h 45"/>
                  <a:gd name="T12" fmla="*/ 149 w 72"/>
                  <a:gd name="T13" fmla="*/ 90 h 45"/>
                  <a:gd name="T14" fmla="*/ 68 w 72"/>
                  <a:gd name="T15" fmla="*/ 138 h 45"/>
                  <a:gd name="T16" fmla="*/ 32 w 72"/>
                  <a:gd name="T17" fmla="*/ 163 h 45"/>
                  <a:gd name="T18" fmla="*/ 5 w 72"/>
                  <a:gd name="T19" fmla="*/ 179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45">
                    <a:moveTo>
                      <a:pt x="0" y="45"/>
                    </a:moveTo>
                    <a:cubicBezTo>
                      <a:pt x="18" y="36"/>
                      <a:pt x="35" y="29"/>
                      <a:pt x="53" y="22"/>
                    </a:cubicBezTo>
                    <a:cubicBezTo>
                      <a:pt x="58" y="20"/>
                      <a:pt x="70" y="14"/>
                      <a:pt x="71" y="10"/>
                    </a:cubicBezTo>
                    <a:cubicBezTo>
                      <a:pt x="72" y="7"/>
                      <a:pt x="68" y="2"/>
                      <a:pt x="66" y="0"/>
                    </a:cubicBezTo>
                    <a:cubicBezTo>
                      <a:pt x="67" y="2"/>
                      <a:pt x="69" y="7"/>
                      <a:pt x="66" y="11"/>
                    </a:cubicBezTo>
                    <a:cubicBezTo>
                      <a:pt x="64" y="13"/>
                      <a:pt x="59" y="15"/>
                      <a:pt x="56" y="16"/>
                    </a:cubicBezTo>
                    <a:cubicBezTo>
                      <a:pt x="52" y="18"/>
                      <a:pt x="48" y="20"/>
                      <a:pt x="44" y="22"/>
                    </a:cubicBezTo>
                    <a:cubicBezTo>
                      <a:pt x="36" y="26"/>
                      <a:pt x="28" y="29"/>
                      <a:pt x="20" y="34"/>
                    </a:cubicBezTo>
                    <a:cubicBezTo>
                      <a:pt x="17" y="36"/>
                      <a:pt x="13" y="38"/>
                      <a:pt x="9" y="40"/>
                    </a:cubicBezTo>
                    <a:cubicBezTo>
                      <a:pt x="7" y="41"/>
                      <a:pt x="4" y="42"/>
                      <a:pt x="1" y="44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47" name="Freeform 915">
                <a:extLst>
                  <a:ext uri="{FF2B5EF4-FFF2-40B4-BE49-F238E27FC236}">
                    <a16:creationId xmlns:a16="http://schemas.microsoft.com/office/drawing/2014/main" id="{F1CA899D-030C-44B6-8C72-68EDA11D9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112"/>
                <a:ext cx="27" cy="19"/>
              </a:xfrm>
              <a:custGeom>
                <a:avLst/>
                <a:gdLst>
                  <a:gd name="T0" fmla="*/ 35 w 18"/>
                  <a:gd name="T1" fmla="*/ 5 h 12"/>
                  <a:gd name="T2" fmla="*/ 53 w 18"/>
                  <a:gd name="T3" fmla="*/ 8 h 12"/>
                  <a:gd name="T4" fmla="*/ 21 w 18"/>
                  <a:gd name="T5" fmla="*/ 40 h 12"/>
                  <a:gd name="T6" fmla="*/ 0 w 18"/>
                  <a:gd name="T7" fmla="*/ 48 h 12"/>
                  <a:gd name="T8" fmla="*/ 27 w 18"/>
                  <a:gd name="T9" fmla="*/ 40 h 12"/>
                  <a:gd name="T10" fmla="*/ 62 w 18"/>
                  <a:gd name="T11" fmla="*/ 5 h 12"/>
                  <a:gd name="T12" fmla="*/ 35 w 18"/>
                  <a:gd name="T13" fmla="*/ 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2">
                    <a:moveTo>
                      <a:pt x="10" y="1"/>
                    </a:moveTo>
                    <a:cubicBezTo>
                      <a:pt x="13" y="1"/>
                      <a:pt x="15" y="1"/>
                      <a:pt x="15" y="2"/>
                    </a:cubicBezTo>
                    <a:cubicBezTo>
                      <a:pt x="16" y="3"/>
                      <a:pt x="12" y="7"/>
                      <a:pt x="6" y="10"/>
                    </a:cubicBezTo>
                    <a:cubicBezTo>
                      <a:pt x="4" y="11"/>
                      <a:pt x="2" y="12"/>
                      <a:pt x="0" y="12"/>
                    </a:cubicBezTo>
                    <a:cubicBezTo>
                      <a:pt x="2" y="12"/>
                      <a:pt x="5" y="11"/>
                      <a:pt x="8" y="10"/>
                    </a:cubicBezTo>
                    <a:cubicBezTo>
                      <a:pt x="14" y="7"/>
                      <a:pt x="18" y="3"/>
                      <a:pt x="18" y="1"/>
                    </a:cubicBezTo>
                    <a:cubicBezTo>
                      <a:pt x="17" y="0"/>
                      <a:pt x="14" y="0"/>
                      <a:pt x="10" y="1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48" name="Freeform 916">
                <a:extLst>
                  <a:ext uri="{FF2B5EF4-FFF2-40B4-BE49-F238E27FC236}">
                    <a16:creationId xmlns:a16="http://schemas.microsoft.com/office/drawing/2014/main" id="{F8700345-C77F-427E-B32A-51B97F2FA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113"/>
                <a:ext cx="25" cy="18"/>
              </a:xfrm>
              <a:custGeom>
                <a:avLst/>
                <a:gdLst>
                  <a:gd name="T0" fmla="*/ 6 w 17"/>
                  <a:gd name="T1" fmla="*/ 41 h 11"/>
                  <a:gd name="T2" fmla="*/ 35 w 17"/>
                  <a:gd name="T3" fmla="*/ 8 h 11"/>
                  <a:gd name="T4" fmla="*/ 54 w 17"/>
                  <a:gd name="T5" fmla="*/ 0 h 11"/>
                  <a:gd name="T6" fmla="*/ 28 w 17"/>
                  <a:gd name="T7" fmla="*/ 13 h 11"/>
                  <a:gd name="T8" fmla="*/ 1 w 17"/>
                  <a:gd name="T9" fmla="*/ 43 h 11"/>
                  <a:gd name="T10" fmla="*/ 19 w 17"/>
                  <a:gd name="T11" fmla="*/ 43 h 11"/>
                  <a:gd name="T12" fmla="*/ 6 w 17"/>
                  <a:gd name="T13" fmla="*/ 4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2" y="9"/>
                    </a:moveTo>
                    <a:cubicBezTo>
                      <a:pt x="2" y="8"/>
                      <a:pt x="6" y="5"/>
                      <a:pt x="11" y="2"/>
                    </a:cubicBezTo>
                    <a:cubicBezTo>
                      <a:pt x="13" y="1"/>
                      <a:pt x="16" y="1"/>
                      <a:pt x="17" y="0"/>
                    </a:cubicBezTo>
                    <a:cubicBezTo>
                      <a:pt x="15" y="0"/>
                      <a:pt x="12" y="1"/>
                      <a:pt x="9" y="3"/>
                    </a:cubicBezTo>
                    <a:cubicBezTo>
                      <a:pt x="4" y="5"/>
                      <a:pt x="0" y="8"/>
                      <a:pt x="1" y="10"/>
                    </a:cubicBezTo>
                    <a:cubicBezTo>
                      <a:pt x="2" y="10"/>
                      <a:pt x="3" y="11"/>
                      <a:pt x="6" y="10"/>
                    </a:cubicBezTo>
                    <a:cubicBezTo>
                      <a:pt x="5" y="10"/>
                      <a:pt x="3" y="10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49" name="Freeform 917">
                <a:extLst>
                  <a:ext uri="{FF2B5EF4-FFF2-40B4-BE49-F238E27FC236}">
                    <a16:creationId xmlns:a16="http://schemas.microsoft.com/office/drawing/2014/main" id="{6A46FEC4-7595-46A8-82FD-1978EFF0F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67"/>
                <a:ext cx="186" cy="114"/>
              </a:xfrm>
              <a:custGeom>
                <a:avLst/>
                <a:gdLst>
                  <a:gd name="T0" fmla="*/ 369 w 124"/>
                  <a:gd name="T1" fmla="*/ 13 h 71"/>
                  <a:gd name="T2" fmla="*/ 399 w 124"/>
                  <a:gd name="T3" fmla="*/ 21 h 71"/>
                  <a:gd name="T4" fmla="*/ 413 w 124"/>
                  <a:gd name="T5" fmla="*/ 56 h 71"/>
                  <a:gd name="T6" fmla="*/ 372 w 124"/>
                  <a:gd name="T7" fmla="*/ 108 h 71"/>
                  <a:gd name="T8" fmla="*/ 189 w 124"/>
                  <a:gd name="T9" fmla="*/ 206 h 71"/>
                  <a:gd name="T10" fmla="*/ 59 w 124"/>
                  <a:gd name="T11" fmla="*/ 286 h 71"/>
                  <a:gd name="T12" fmla="*/ 21 w 124"/>
                  <a:gd name="T13" fmla="*/ 281 h 71"/>
                  <a:gd name="T14" fmla="*/ 8 w 124"/>
                  <a:gd name="T15" fmla="*/ 246 h 71"/>
                  <a:gd name="T16" fmla="*/ 18 w 124"/>
                  <a:gd name="T17" fmla="*/ 212 h 71"/>
                  <a:gd name="T18" fmla="*/ 188 w 124"/>
                  <a:gd name="T19" fmla="*/ 120 h 71"/>
                  <a:gd name="T20" fmla="*/ 369 w 124"/>
                  <a:gd name="T21" fmla="*/ 13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4" h="71">
                    <a:moveTo>
                      <a:pt x="109" y="3"/>
                    </a:moveTo>
                    <a:cubicBezTo>
                      <a:pt x="114" y="0"/>
                      <a:pt x="117" y="3"/>
                      <a:pt x="118" y="5"/>
                    </a:cubicBezTo>
                    <a:cubicBezTo>
                      <a:pt x="122" y="14"/>
                      <a:pt x="122" y="14"/>
                      <a:pt x="122" y="14"/>
                    </a:cubicBezTo>
                    <a:cubicBezTo>
                      <a:pt x="123" y="17"/>
                      <a:pt x="124" y="19"/>
                      <a:pt x="110" y="26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2" y="71"/>
                      <a:pt x="7" y="71"/>
                      <a:pt x="6" y="68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0" y="55"/>
                      <a:pt x="1" y="52"/>
                      <a:pt x="5" y="51"/>
                    </a:cubicBezTo>
                    <a:cubicBezTo>
                      <a:pt x="6" y="51"/>
                      <a:pt x="43" y="34"/>
                      <a:pt x="55" y="29"/>
                    </a:cubicBezTo>
                    <a:cubicBezTo>
                      <a:pt x="66" y="23"/>
                      <a:pt x="109" y="3"/>
                      <a:pt x="109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0" name="Freeform 918">
                <a:extLst>
                  <a:ext uri="{FF2B5EF4-FFF2-40B4-BE49-F238E27FC236}">
                    <a16:creationId xmlns:a16="http://schemas.microsoft.com/office/drawing/2014/main" id="{ED1EB51E-ED24-4670-9A7B-84D1B4ABE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1845"/>
                <a:ext cx="178" cy="129"/>
              </a:xfrm>
              <a:custGeom>
                <a:avLst/>
                <a:gdLst>
                  <a:gd name="T0" fmla="*/ 55 w 119"/>
                  <a:gd name="T1" fmla="*/ 320 h 81"/>
                  <a:gd name="T2" fmla="*/ 55 w 119"/>
                  <a:gd name="T3" fmla="*/ 320 h 81"/>
                  <a:gd name="T4" fmla="*/ 27 w 119"/>
                  <a:gd name="T5" fmla="*/ 312 h 81"/>
                  <a:gd name="T6" fmla="*/ 9 w 119"/>
                  <a:gd name="T7" fmla="*/ 279 h 81"/>
                  <a:gd name="T8" fmla="*/ 46 w 119"/>
                  <a:gd name="T9" fmla="*/ 223 h 81"/>
                  <a:gd name="T10" fmla="*/ 217 w 119"/>
                  <a:gd name="T11" fmla="*/ 102 h 81"/>
                  <a:gd name="T12" fmla="*/ 331 w 119"/>
                  <a:gd name="T13" fmla="*/ 16 h 81"/>
                  <a:gd name="T14" fmla="*/ 375 w 119"/>
                  <a:gd name="T15" fmla="*/ 8 h 81"/>
                  <a:gd name="T16" fmla="*/ 392 w 119"/>
                  <a:gd name="T17" fmla="*/ 46 h 81"/>
                  <a:gd name="T18" fmla="*/ 384 w 119"/>
                  <a:gd name="T19" fmla="*/ 76 h 81"/>
                  <a:gd name="T20" fmla="*/ 224 w 119"/>
                  <a:gd name="T21" fmla="*/ 202 h 81"/>
                  <a:gd name="T22" fmla="*/ 55 w 119"/>
                  <a:gd name="T23" fmla="*/ 320 h 8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9" h="81">
                    <a:moveTo>
                      <a:pt x="17" y="79"/>
                    </a:moveTo>
                    <a:cubicBezTo>
                      <a:pt x="17" y="79"/>
                      <a:pt x="17" y="79"/>
                      <a:pt x="17" y="79"/>
                    </a:cubicBezTo>
                    <a:cubicBezTo>
                      <a:pt x="14" y="80"/>
                      <a:pt x="11" y="81"/>
                      <a:pt x="8" y="77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2" y="66"/>
                      <a:pt x="0" y="64"/>
                      <a:pt x="14" y="55"/>
                    </a:cubicBezTo>
                    <a:cubicBezTo>
                      <a:pt x="65" y="25"/>
                      <a:pt x="65" y="25"/>
                      <a:pt x="65" y="25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105" y="1"/>
                      <a:pt x="111" y="0"/>
                      <a:pt x="112" y="2"/>
                    </a:cubicBezTo>
                    <a:cubicBezTo>
                      <a:pt x="117" y="11"/>
                      <a:pt x="117" y="11"/>
                      <a:pt x="117" y="11"/>
                    </a:cubicBezTo>
                    <a:cubicBezTo>
                      <a:pt x="119" y="14"/>
                      <a:pt x="119" y="17"/>
                      <a:pt x="115" y="19"/>
                    </a:cubicBezTo>
                    <a:cubicBezTo>
                      <a:pt x="114" y="20"/>
                      <a:pt x="77" y="44"/>
                      <a:pt x="67" y="50"/>
                    </a:cubicBezTo>
                    <a:cubicBezTo>
                      <a:pt x="56" y="57"/>
                      <a:pt x="17" y="78"/>
                      <a:pt x="17" y="7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1" name="Freeform 919">
                <a:extLst>
                  <a:ext uri="{FF2B5EF4-FFF2-40B4-BE49-F238E27FC236}">
                    <a16:creationId xmlns:a16="http://schemas.microsoft.com/office/drawing/2014/main" id="{9F313C6A-58F8-4201-BCD4-1EF53FF52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760"/>
                <a:ext cx="189" cy="107"/>
              </a:xfrm>
              <a:custGeom>
                <a:avLst/>
                <a:gdLst>
                  <a:gd name="T0" fmla="*/ 377 w 126"/>
                  <a:gd name="T1" fmla="*/ 8 h 67"/>
                  <a:gd name="T2" fmla="*/ 405 w 126"/>
                  <a:gd name="T3" fmla="*/ 21 h 67"/>
                  <a:gd name="T4" fmla="*/ 417 w 126"/>
                  <a:gd name="T5" fmla="*/ 56 h 67"/>
                  <a:gd name="T6" fmla="*/ 377 w 126"/>
                  <a:gd name="T7" fmla="*/ 107 h 67"/>
                  <a:gd name="T8" fmla="*/ 189 w 126"/>
                  <a:gd name="T9" fmla="*/ 196 h 67"/>
                  <a:gd name="T10" fmla="*/ 54 w 126"/>
                  <a:gd name="T11" fmla="*/ 265 h 67"/>
                  <a:gd name="T12" fmla="*/ 21 w 126"/>
                  <a:gd name="T13" fmla="*/ 257 h 67"/>
                  <a:gd name="T14" fmla="*/ 8 w 126"/>
                  <a:gd name="T15" fmla="*/ 219 h 67"/>
                  <a:gd name="T16" fmla="*/ 18 w 126"/>
                  <a:gd name="T17" fmla="*/ 187 h 67"/>
                  <a:gd name="T18" fmla="*/ 189 w 126"/>
                  <a:gd name="T19" fmla="*/ 107 h 67"/>
                  <a:gd name="T20" fmla="*/ 377 w 126"/>
                  <a:gd name="T21" fmla="*/ 8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67">
                    <a:moveTo>
                      <a:pt x="111" y="2"/>
                    </a:moveTo>
                    <a:cubicBezTo>
                      <a:pt x="117" y="0"/>
                      <a:pt x="119" y="3"/>
                      <a:pt x="120" y="5"/>
                    </a:cubicBezTo>
                    <a:cubicBezTo>
                      <a:pt x="123" y="14"/>
                      <a:pt x="123" y="14"/>
                      <a:pt x="123" y="14"/>
                    </a:cubicBezTo>
                    <a:cubicBezTo>
                      <a:pt x="125" y="17"/>
                      <a:pt x="126" y="20"/>
                      <a:pt x="111" y="26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12" y="67"/>
                      <a:pt x="7" y="66"/>
                      <a:pt x="6" y="63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0" y="50"/>
                      <a:pt x="2" y="47"/>
                      <a:pt x="5" y="46"/>
                    </a:cubicBezTo>
                    <a:cubicBezTo>
                      <a:pt x="6" y="46"/>
                      <a:pt x="44" y="31"/>
                      <a:pt x="56" y="26"/>
                    </a:cubicBezTo>
                    <a:cubicBezTo>
                      <a:pt x="68" y="21"/>
                      <a:pt x="111" y="2"/>
                      <a:pt x="111" y="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2" name="Freeform 920">
                <a:extLst>
                  <a:ext uri="{FF2B5EF4-FFF2-40B4-BE49-F238E27FC236}">
                    <a16:creationId xmlns:a16="http://schemas.microsoft.com/office/drawing/2014/main" id="{162EDA03-6944-4FDF-A584-75A7A5E1B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5" y="1802"/>
                <a:ext cx="36" cy="20"/>
              </a:xfrm>
              <a:custGeom>
                <a:avLst/>
                <a:gdLst>
                  <a:gd name="T0" fmla="*/ 0 w 24"/>
                  <a:gd name="T1" fmla="*/ 40 h 13"/>
                  <a:gd name="T2" fmla="*/ 39 w 24"/>
                  <a:gd name="T3" fmla="*/ 12 h 13"/>
                  <a:gd name="T4" fmla="*/ 80 w 24"/>
                  <a:gd name="T5" fmla="*/ 8 h 13"/>
                  <a:gd name="T6" fmla="*/ 45 w 24"/>
                  <a:gd name="T7" fmla="*/ 35 h 13"/>
                  <a:gd name="T8" fmla="*/ 0 w 24"/>
                  <a:gd name="T9" fmla="*/ 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0" y="11"/>
                    </a:moveTo>
                    <a:cubicBezTo>
                      <a:pt x="0" y="9"/>
                      <a:pt x="4" y="6"/>
                      <a:pt x="11" y="3"/>
                    </a:cubicBezTo>
                    <a:cubicBezTo>
                      <a:pt x="17" y="1"/>
                      <a:pt x="23" y="0"/>
                      <a:pt x="23" y="2"/>
                    </a:cubicBezTo>
                    <a:cubicBezTo>
                      <a:pt x="24" y="4"/>
                      <a:pt x="20" y="7"/>
                      <a:pt x="13" y="10"/>
                    </a:cubicBezTo>
                    <a:cubicBezTo>
                      <a:pt x="7" y="12"/>
                      <a:pt x="1" y="13"/>
                      <a:pt x="0" y="1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3" name="Freeform 921">
                <a:extLst>
                  <a:ext uri="{FF2B5EF4-FFF2-40B4-BE49-F238E27FC236}">
                    <a16:creationId xmlns:a16="http://schemas.microsoft.com/office/drawing/2014/main" id="{E1F548A5-2323-49DE-BC62-4E1D8676B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9" y="1800"/>
                <a:ext cx="38" cy="21"/>
              </a:xfrm>
              <a:custGeom>
                <a:avLst/>
                <a:gdLst>
                  <a:gd name="T0" fmla="*/ 5 w 25"/>
                  <a:gd name="T1" fmla="*/ 50 h 13"/>
                  <a:gd name="T2" fmla="*/ 40 w 25"/>
                  <a:gd name="T3" fmla="*/ 16 h 13"/>
                  <a:gd name="T4" fmla="*/ 84 w 25"/>
                  <a:gd name="T5" fmla="*/ 8 h 13"/>
                  <a:gd name="T6" fmla="*/ 49 w 25"/>
                  <a:gd name="T7" fmla="*/ 42 h 13"/>
                  <a:gd name="T8" fmla="*/ 5 w 25"/>
                  <a:gd name="T9" fmla="*/ 5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1" y="12"/>
                    </a:moveTo>
                    <a:cubicBezTo>
                      <a:pt x="0" y="10"/>
                      <a:pt x="5" y="6"/>
                      <a:pt x="11" y="4"/>
                    </a:cubicBezTo>
                    <a:cubicBezTo>
                      <a:pt x="18" y="1"/>
                      <a:pt x="23" y="0"/>
                      <a:pt x="24" y="2"/>
                    </a:cubicBezTo>
                    <a:cubicBezTo>
                      <a:pt x="25" y="4"/>
                      <a:pt x="20" y="7"/>
                      <a:pt x="14" y="10"/>
                    </a:cubicBezTo>
                    <a:cubicBezTo>
                      <a:pt x="8" y="13"/>
                      <a:pt x="2" y="13"/>
                      <a:pt x="1" y="1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4" name="Freeform 922">
                <a:extLst>
                  <a:ext uri="{FF2B5EF4-FFF2-40B4-BE49-F238E27FC236}">
                    <a16:creationId xmlns:a16="http://schemas.microsoft.com/office/drawing/2014/main" id="{4D6A788C-0A20-4D53-9609-ABD8BD1A1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806"/>
                <a:ext cx="73" cy="52"/>
              </a:xfrm>
              <a:custGeom>
                <a:avLst/>
                <a:gdLst>
                  <a:gd name="T0" fmla="*/ 13 w 49"/>
                  <a:gd name="T1" fmla="*/ 130 h 32"/>
                  <a:gd name="T2" fmla="*/ 1 w 49"/>
                  <a:gd name="T3" fmla="*/ 88 h 32"/>
                  <a:gd name="T4" fmla="*/ 42 w 49"/>
                  <a:gd name="T5" fmla="*/ 60 h 32"/>
                  <a:gd name="T6" fmla="*/ 107 w 49"/>
                  <a:gd name="T7" fmla="*/ 29 h 32"/>
                  <a:gd name="T8" fmla="*/ 133 w 49"/>
                  <a:gd name="T9" fmla="*/ 13 h 32"/>
                  <a:gd name="T10" fmla="*/ 162 w 49"/>
                  <a:gd name="T11" fmla="*/ 0 h 32"/>
                  <a:gd name="T12" fmla="*/ 46 w 49"/>
                  <a:gd name="T13" fmla="*/ 68 h 32"/>
                  <a:gd name="T14" fmla="*/ 15 w 49"/>
                  <a:gd name="T15" fmla="*/ 102 h 32"/>
                  <a:gd name="T16" fmla="*/ 19 w 49"/>
                  <a:gd name="T17" fmla="*/ 138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32">
                    <a:moveTo>
                      <a:pt x="4" y="30"/>
                    </a:moveTo>
                    <a:cubicBezTo>
                      <a:pt x="3" y="27"/>
                      <a:pt x="0" y="23"/>
                      <a:pt x="1" y="20"/>
                    </a:cubicBezTo>
                    <a:cubicBezTo>
                      <a:pt x="3" y="18"/>
                      <a:pt x="10" y="16"/>
                      <a:pt x="13" y="14"/>
                    </a:cubicBezTo>
                    <a:cubicBezTo>
                      <a:pt x="19" y="12"/>
                      <a:pt x="26" y="9"/>
                      <a:pt x="32" y="7"/>
                    </a:cubicBezTo>
                    <a:cubicBezTo>
                      <a:pt x="35" y="6"/>
                      <a:pt x="38" y="5"/>
                      <a:pt x="40" y="3"/>
                    </a:cubicBezTo>
                    <a:cubicBezTo>
                      <a:pt x="43" y="2"/>
                      <a:pt x="46" y="1"/>
                      <a:pt x="49" y="0"/>
                    </a:cubicBezTo>
                    <a:cubicBezTo>
                      <a:pt x="38" y="7"/>
                      <a:pt x="25" y="11"/>
                      <a:pt x="14" y="16"/>
                    </a:cubicBezTo>
                    <a:cubicBezTo>
                      <a:pt x="10" y="18"/>
                      <a:pt x="6" y="21"/>
                      <a:pt x="5" y="24"/>
                    </a:cubicBezTo>
                    <a:cubicBezTo>
                      <a:pt x="4" y="27"/>
                      <a:pt x="5" y="29"/>
                      <a:pt x="6" y="32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5" name="Freeform 923">
                <a:extLst>
                  <a:ext uri="{FF2B5EF4-FFF2-40B4-BE49-F238E27FC236}">
                    <a16:creationId xmlns:a16="http://schemas.microsoft.com/office/drawing/2014/main" id="{98613EFD-7436-4046-8B9A-017C1583F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1770"/>
                <a:ext cx="111" cy="68"/>
              </a:xfrm>
              <a:custGeom>
                <a:avLst/>
                <a:gdLst>
                  <a:gd name="T0" fmla="*/ 0 w 74"/>
                  <a:gd name="T1" fmla="*/ 171 h 43"/>
                  <a:gd name="T2" fmla="*/ 183 w 74"/>
                  <a:gd name="T3" fmla="*/ 87 h 43"/>
                  <a:gd name="T4" fmla="*/ 248 w 74"/>
                  <a:gd name="T5" fmla="*/ 43 h 43"/>
                  <a:gd name="T6" fmla="*/ 230 w 74"/>
                  <a:gd name="T7" fmla="*/ 0 h 43"/>
                  <a:gd name="T8" fmla="*/ 228 w 74"/>
                  <a:gd name="T9" fmla="*/ 47 h 43"/>
                  <a:gd name="T10" fmla="*/ 197 w 74"/>
                  <a:gd name="T11" fmla="*/ 68 h 43"/>
                  <a:gd name="T12" fmla="*/ 153 w 74"/>
                  <a:gd name="T13" fmla="*/ 87 h 43"/>
                  <a:gd name="T14" fmla="*/ 72 w 74"/>
                  <a:gd name="T15" fmla="*/ 128 h 43"/>
                  <a:gd name="T16" fmla="*/ 35 w 74"/>
                  <a:gd name="T17" fmla="*/ 150 h 43"/>
                  <a:gd name="T18" fmla="*/ 8 w 74"/>
                  <a:gd name="T19" fmla="*/ 164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43">
                    <a:moveTo>
                      <a:pt x="0" y="43"/>
                    </a:moveTo>
                    <a:cubicBezTo>
                      <a:pt x="18" y="35"/>
                      <a:pt x="36" y="29"/>
                      <a:pt x="54" y="22"/>
                    </a:cubicBezTo>
                    <a:cubicBezTo>
                      <a:pt x="59" y="20"/>
                      <a:pt x="71" y="15"/>
                      <a:pt x="73" y="11"/>
                    </a:cubicBezTo>
                    <a:cubicBezTo>
                      <a:pt x="74" y="8"/>
                      <a:pt x="70" y="3"/>
                      <a:pt x="68" y="0"/>
                    </a:cubicBezTo>
                    <a:cubicBezTo>
                      <a:pt x="69" y="3"/>
                      <a:pt x="71" y="8"/>
                      <a:pt x="67" y="12"/>
                    </a:cubicBezTo>
                    <a:cubicBezTo>
                      <a:pt x="65" y="14"/>
                      <a:pt x="61" y="15"/>
                      <a:pt x="58" y="17"/>
                    </a:cubicBezTo>
                    <a:cubicBezTo>
                      <a:pt x="53" y="18"/>
                      <a:pt x="49" y="20"/>
                      <a:pt x="45" y="22"/>
                    </a:cubicBezTo>
                    <a:cubicBezTo>
                      <a:pt x="37" y="25"/>
                      <a:pt x="29" y="28"/>
                      <a:pt x="21" y="32"/>
                    </a:cubicBezTo>
                    <a:cubicBezTo>
                      <a:pt x="17" y="34"/>
                      <a:pt x="13" y="36"/>
                      <a:pt x="10" y="38"/>
                    </a:cubicBezTo>
                    <a:cubicBezTo>
                      <a:pt x="7" y="39"/>
                      <a:pt x="4" y="40"/>
                      <a:pt x="2" y="4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6" name="Freeform 924">
                <a:extLst>
                  <a:ext uri="{FF2B5EF4-FFF2-40B4-BE49-F238E27FC236}">
                    <a16:creationId xmlns:a16="http://schemas.microsoft.com/office/drawing/2014/main" id="{60E92C17-552E-42F4-A1B1-B2948BE66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1802"/>
                <a:ext cx="29" cy="19"/>
              </a:xfrm>
              <a:custGeom>
                <a:avLst/>
                <a:gdLst>
                  <a:gd name="T0" fmla="*/ 35 w 19"/>
                  <a:gd name="T1" fmla="*/ 5 h 12"/>
                  <a:gd name="T2" fmla="*/ 56 w 19"/>
                  <a:gd name="T3" fmla="*/ 8 h 12"/>
                  <a:gd name="T4" fmla="*/ 18 w 19"/>
                  <a:gd name="T5" fmla="*/ 40 h 12"/>
                  <a:gd name="T6" fmla="*/ 0 w 19"/>
                  <a:gd name="T7" fmla="*/ 48 h 12"/>
                  <a:gd name="T8" fmla="*/ 27 w 19"/>
                  <a:gd name="T9" fmla="*/ 35 h 12"/>
                  <a:gd name="T10" fmla="*/ 63 w 19"/>
                  <a:gd name="T11" fmla="*/ 5 h 12"/>
                  <a:gd name="T12" fmla="*/ 35 w 19"/>
                  <a:gd name="T13" fmla="*/ 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2">
                    <a:moveTo>
                      <a:pt x="10" y="1"/>
                    </a:moveTo>
                    <a:cubicBezTo>
                      <a:pt x="13" y="1"/>
                      <a:pt x="15" y="1"/>
                      <a:pt x="16" y="2"/>
                    </a:cubicBezTo>
                    <a:cubicBezTo>
                      <a:pt x="16" y="4"/>
                      <a:pt x="12" y="7"/>
                      <a:pt x="5" y="10"/>
                    </a:cubicBezTo>
                    <a:cubicBezTo>
                      <a:pt x="3" y="11"/>
                      <a:pt x="2" y="11"/>
                      <a:pt x="0" y="12"/>
                    </a:cubicBezTo>
                    <a:cubicBezTo>
                      <a:pt x="2" y="11"/>
                      <a:pt x="5" y="10"/>
                      <a:pt x="8" y="9"/>
                    </a:cubicBezTo>
                    <a:cubicBezTo>
                      <a:pt x="14" y="7"/>
                      <a:pt x="19" y="3"/>
                      <a:pt x="18" y="1"/>
                    </a:cubicBezTo>
                    <a:cubicBezTo>
                      <a:pt x="17" y="0"/>
                      <a:pt x="14" y="0"/>
                      <a:pt x="10" y="1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7" name="Freeform 925">
                <a:extLst>
                  <a:ext uri="{FF2B5EF4-FFF2-40B4-BE49-F238E27FC236}">
                    <a16:creationId xmlns:a16="http://schemas.microsoft.com/office/drawing/2014/main" id="{2170A312-B610-4516-98D9-D71707DFF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803"/>
                <a:ext cx="26" cy="16"/>
              </a:xfrm>
              <a:custGeom>
                <a:avLst/>
                <a:gdLst>
                  <a:gd name="T0" fmla="*/ 8 w 17"/>
                  <a:gd name="T1" fmla="*/ 34 h 10"/>
                  <a:gd name="T2" fmla="*/ 40 w 17"/>
                  <a:gd name="T3" fmla="*/ 8 h 10"/>
                  <a:gd name="T4" fmla="*/ 61 w 17"/>
                  <a:gd name="T5" fmla="*/ 0 h 10"/>
                  <a:gd name="T6" fmla="*/ 32 w 17"/>
                  <a:gd name="T7" fmla="*/ 8 h 10"/>
                  <a:gd name="T8" fmla="*/ 5 w 17"/>
                  <a:gd name="T9" fmla="*/ 35 h 10"/>
                  <a:gd name="T10" fmla="*/ 18 w 17"/>
                  <a:gd name="T11" fmla="*/ 35 h 10"/>
                  <a:gd name="T12" fmla="*/ 8 w 17"/>
                  <a:gd name="T13" fmla="*/ 3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2" y="8"/>
                    </a:moveTo>
                    <a:cubicBezTo>
                      <a:pt x="2" y="7"/>
                      <a:pt x="6" y="4"/>
                      <a:pt x="11" y="2"/>
                    </a:cubicBezTo>
                    <a:cubicBezTo>
                      <a:pt x="13" y="1"/>
                      <a:pt x="16" y="1"/>
                      <a:pt x="17" y="0"/>
                    </a:cubicBezTo>
                    <a:cubicBezTo>
                      <a:pt x="15" y="0"/>
                      <a:pt x="12" y="1"/>
                      <a:pt x="9" y="2"/>
                    </a:cubicBezTo>
                    <a:cubicBezTo>
                      <a:pt x="4" y="5"/>
                      <a:pt x="0" y="7"/>
                      <a:pt x="1" y="9"/>
                    </a:cubicBezTo>
                    <a:cubicBezTo>
                      <a:pt x="1" y="10"/>
                      <a:pt x="3" y="10"/>
                      <a:pt x="5" y="9"/>
                    </a:cubicBezTo>
                    <a:cubicBezTo>
                      <a:pt x="4" y="9"/>
                      <a:pt x="3" y="9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8" name="Freeform 926">
                <a:extLst>
                  <a:ext uri="{FF2B5EF4-FFF2-40B4-BE49-F238E27FC236}">
                    <a16:creationId xmlns:a16="http://schemas.microsoft.com/office/drawing/2014/main" id="{1CC1CBAC-ACEF-4B37-9BBE-8332682C7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760"/>
                <a:ext cx="189" cy="107"/>
              </a:xfrm>
              <a:custGeom>
                <a:avLst/>
                <a:gdLst>
                  <a:gd name="T0" fmla="*/ 377 w 126"/>
                  <a:gd name="T1" fmla="*/ 8 h 67"/>
                  <a:gd name="T2" fmla="*/ 405 w 126"/>
                  <a:gd name="T3" fmla="*/ 21 h 67"/>
                  <a:gd name="T4" fmla="*/ 417 w 126"/>
                  <a:gd name="T5" fmla="*/ 56 h 67"/>
                  <a:gd name="T6" fmla="*/ 377 w 126"/>
                  <a:gd name="T7" fmla="*/ 107 h 67"/>
                  <a:gd name="T8" fmla="*/ 189 w 126"/>
                  <a:gd name="T9" fmla="*/ 196 h 67"/>
                  <a:gd name="T10" fmla="*/ 54 w 126"/>
                  <a:gd name="T11" fmla="*/ 265 h 67"/>
                  <a:gd name="T12" fmla="*/ 21 w 126"/>
                  <a:gd name="T13" fmla="*/ 257 h 67"/>
                  <a:gd name="T14" fmla="*/ 8 w 126"/>
                  <a:gd name="T15" fmla="*/ 219 h 67"/>
                  <a:gd name="T16" fmla="*/ 18 w 126"/>
                  <a:gd name="T17" fmla="*/ 187 h 67"/>
                  <a:gd name="T18" fmla="*/ 189 w 126"/>
                  <a:gd name="T19" fmla="*/ 107 h 67"/>
                  <a:gd name="T20" fmla="*/ 377 w 126"/>
                  <a:gd name="T21" fmla="*/ 8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67">
                    <a:moveTo>
                      <a:pt x="111" y="2"/>
                    </a:moveTo>
                    <a:cubicBezTo>
                      <a:pt x="117" y="0"/>
                      <a:pt x="119" y="3"/>
                      <a:pt x="120" y="5"/>
                    </a:cubicBezTo>
                    <a:cubicBezTo>
                      <a:pt x="123" y="14"/>
                      <a:pt x="123" y="14"/>
                      <a:pt x="123" y="14"/>
                    </a:cubicBezTo>
                    <a:cubicBezTo>
                      <a:pt x="125" y="17"/>
                      <a:pt x="126" y="20"/>
                      <a:pt x="111" y="26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12" y="67"/>
                      <a:pt x="7" y="66"/>
                      <a:pt x="6" y="63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0" y="50"/>
                      <a:pt x="2" y="47"/>
                      <a:pt x="5" y="46"/>
                    </a:cubicBezTo>
                    <a:cubicBezTo>
                      <a:pt x="6" y="46"/>
                      <a:pt x="44" y="31"/>
                      <a:pt x="56" y="26"/>
                    </a:cubicBezTo>
                    <a:cubicBezTo>
                      <a:pt x="68" y="21"/>
                      <a:pt x="111" y="2"/>
                      <a:pt x="111" y="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59" name="Freeform 927">
                <a:extLst>
                  <a:ext uri="{FF2B5EF4-FFF2-40B4-BE49-F238E27FC236}">
                    <a16:creationId xmlns:a16="http://schemas.microsoft.com/office/drawing/2014/main" id="{8AD58F59-1D62-48CA-B985-851690A33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" y="1717"/>
                <a:ext cx="193" cy="72"/>
              </a:xfrm>
              <a:custGeom>
                <a:avLst/>
                <a:gdLst>
                  <a:gd name="T0" fmla="*/ 396 w 129"/>
                  <a:gd name="T1" fmla="*/ 8 h 45"/>
                  <a:gd name="T2" fmla="*/ 423 w 129"/>
                  <a:gd name="T3" fmla="*/ 26 h 45"/>
                  <a:gd name="T4" fmla="*/ 429 w 129"/>
                  <a:gd name="T5" fmla="*/ 67 h 45"/>
                  <a:gd name="T6" fmla="*/ 379 w 129"/>
                  <a:gd name="T7" fmla="*/ 98 h 45"/>
                  <a:gd name="T8" fmla="*/ 184 w 129"/>
                  <a:gd name="T9" fmla="*/ 144 h 45"/>
                  <a:gd name="T10" fmla="*/ 42 w 129"/>
                  <a:gd name="T11" fmla="*/ 179 h 45"/>
                  <a:gd name="T12" fmla="*/ 9 w 129"/>
                  <a:gd name="T13" fmla="*/ 163 h 45"/>
                  <a:gd name="T14" fmla="*/ 1 w 129"/>
                  <a:gd name="T15" fmla="*/ 123 h 45"/>
                  <a:gd name="T16" fmla="*/ 19 w 129"/>
                  <a:gd name="T17" fmla="*/ 94 h 45"/>
                  <a:gd name="T18" fmla="*/ 197 w 129"/>
                  <a:gd name="T19" fmla="*/ 56 h 45"/>
                  <a:gd name="T20" fmla="*/ 396 w 129"/>
                  <a:gd name="T21" fmla="*/ 8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9" h="45">
                    <a:moveTo>
                      <a:pt x="118" y="2"/>
                    </a:moveTo>
                    <a:cubicBezTo>
                      <a:pt x="124" y="0"/>
                      <a:pt x="126" y="4"/>
                      <a:pt x="126" y="6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8" y="19"/>
                      <a:pt x="129" y="21"/>
                      <a:pt x="113" y="24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8" y="45"/>
                      <a:pt x="3" y="43"/>
                      <a:pt x="3" y="4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0" y="26"/>
                      <a:pt x="2" y="24"/>
                      <a:pt x="6" y="23"/>
                    </a:cubicBezTo>
                    <a:cubicBezTo>
                      <a:pt x="6" y="23"/>
                      <a:pt x="47" y="16"/>
                      <a:pt x="59" y="14"/>
                    </a:cubicBezTo>
                    <a:cubicBezTo>
                      <a:pt x="72" y="11"/>
                      <a:pt x="118" y="2"/>
                      <a:pt x="118" y="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60" name="Freeform 928">
                <a:extLst>
                  <a:ext uri="{FF2B5EF4-FFF2-40B4-BE49-F238E27FC236}">
                    <a16:creationId xmlns:a16="http://schemas.microsoft.com/office/drawing/2014/main" id="{2314C3FA-E643-45A4-87A2-A96DD7046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3" y="1746"/>
                <a:ext cx="37" cy="16"/>
              </a:xfrm>
              <a:custGeom>
                <a:avLst/>
                <a:gdLst>
                  <a:gd name="T0" fmla="*/ 0 w 25"/>
                  <a:gd name="T1" fmla="*/ 29 h 10"/>
                  <a:gd name="T2" fmla="*/ 40 w 25"/>
                  <a:gd name="T3" fmla="*/ 5 h 10"/>
                  <a:gd name="T4" fmla="*/ 81 w 25"/>
                  <a:gd name="T5" fmla="*/ 8 h 10"/>
                  <a:gd name="T6" fmla="*/ 41 w 25"/>
                  <a:gd name="T7" fmla="*/ 34 h 10"/>
                  <a:gd name="T8" fmla="*/ 0 w 25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0" y="7"/>
                    </a:moveTo>
                    <a:cubicBezTo>
                      <a:pt x="0" y="5"/>
                      <a:pt x="5" y="3"/>
                      <a:pt x="12" y="1"/>
                    </a:cubicBezTo>
                    <a:cubicBezTo>
                      <a:pt x="19" y="0"/>
                      <a:pt x="25" y="1"/>
                      <a:pt x="25" y="2"/>
                    </a:cubicBezTo>
                    <a:cubicBezTo>
                      <a:pt x="25" y="4"/>
                      <a:pt x="20" y="7"/>
                      <a:pt x="13" y="8"/>
                    </a:cubicBezTo>
                    <a:cubicBezTo>
                      <a:pt x="7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61" name="Freeform 929">
                <a:extLst>
                  <a:ext uri="{FF2B5EF4-FFF2-40B4-BE49-F238E27FC236}">
                    <a16:creationId xmlns:a16="http://schemas.microsoft.com/office/drawing/2014/main" id="{97D3F23A-1F45-497E-9C76-2C4EDBBBB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8" y="1744"/>
                <a:ext cx="38" cy="14"/>
              </a:xfrm>
              <a:custGeom>
                <a:avLst/>
                <a:gdLst>
                  <a:gd name="T0" fmla="*/ 0 w 25"/>
                  <a:gd name="T1" fmla="*/ 26 h 9"/>
                  <a:gd name="T2" fmla="*/ 41 w 25"/>
                  <a:gd name="T3" fmla="*/ 5 h 9"/>
                  <a:gd name="T4" fmla="*/ 88 w 25"/>
                  <a:gd name="T5" fmla="*/ 8 h 9"/>
                  <a:gd name="T6" fmla="*/ 46 w 25"/>
                  <a:gd name="T7" fmla="*/ 30 h 9"/>
                  <a:gd name="T8" fmla="*/ 0 w 25"/>
                  <a:gd name="T9" fmla="*/ 2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7"/>
                    </a:moveTo>
                    <a:cubicBezTo>
                      <a:pt x="0" y="5"/>
                      <a:pt x="5" y="2"/>
                      <a:pt x="12" y="1"/>
                    </a:cubicBezTo>
                    <a:cubicBezTo>
                      <a:pt x="19" y="0"/>
                      <a:pt x="24" y="0"/>
                      <a:pt x="25" y="2"/>
                    </a:cubicBezTo>
                    <a:cubicBezTo>
                      <a:pt x="25" y="4"/>
                      <a:pt x="20" y="7"/>
                      <a:pt x="13" y="8"/>
                    </a:cubicBezTo>
                    <a:cubicBezTo>
                      <a:pt x="7" y="9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62" name="Freeform 930">
                <a:extLst>
                  <a:ext uri="{FF2B5EF4-FFF2-40B4-BE49-F238E27FC236}">
                    <a16:creationId xmlns:a16="http://schemas.microsoft.com/office/drawing/2014/main" id="{851F2FBA-EB40-465A-93F0-3A9F6B121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1742"/>
                <a:ext cx="80" cy="37"/>
              </a:xfrm>
              <a:custGeom>
                <a:avLst/>
                <a:gdLst>
                  <a:gd name="T0" fmla="*/ 12 w 53"/>
                  <a:gd name="T1" fmla="*/ 88 h 23"/>
                  <a:gd name="T2" fmla="*/ 8 w 53"/>
                  <a:gd name="T3" fmla="*/ 47 h 23"/>
                  <a:gd name="T4" fmla="*/ 53 w 53"/>
                  <a:gd name="T5" fmla="*/ 29 h 23"/>
                  <a:gd name="T6" fmla="*/ 121 w 53"/>
                  <a:gd name="T7" fmla="*/ 13 h 23"/>
                  <a:gd name="T8" fmla="*/ 151 w 53"/>
                  <a:gd name="T9" fmla="*/ 8 h 23"/>
                  <a:gd name="T10" fmla="*/ 183 w 53"/>
                  <a:gd name="T11" fmla="*/ 0 h 23"/>
                  <a:gd name="T12" fmla="*/ 53 w 53"/>
                  <a:gd name="T13" fmla="*/ 37 h 23"/>
                  <a:gd name="T14" fmla="*/ 18 w 53"/>
                  <a:gd name="T15" fmla="*/ 63 h 23"/>
                  <a:gd name="T16" fmla="*/ 14 w 53"/>
                  <a:gd name="T17" fmla="*/ 97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23">
                    <a:moveTo>
                      <a:pt x="3" y="21"/>
                    </a:moveTo>
                    <a:cubicBezTo>
                      <a:pt x="2" y="18"/>
                      <a:pt x="0" y="13"/>
                      <a:pt x="2" y="11"/>
                    </a:cubicBezTo>
                    <a:cubicBezTo>
                      <a:pt x="4" y="8"/>
                      <a:pt x="11" y="8"/>
                      <a:pt x="15" y="7"/>
                    </a:cubicBezTo>
                    <a:cubicBezTo>
                      <a:pt x="21" y="6"/>
                      <a:pt x="28" y="5"/>
                      <a:pt x="35" y="3"/>
                    </a:cubicBezTo>
                    <a:cubicBezTo>
                      <a:pt x="38" y="3"/>
                      <a:pt x="41" y="3"/>
                      <a:pt x="44" y="2"/>
                    </a:cubicBezTo>
                    <a:cubicBezTo>
                      <a:pt x="47" y="1"/>
                      <a:pt x="50" y="0"/>
                      <a:pt x="53" y="0"/>
                    </a:cubicBezTo>
                    <a:cubicBezTo>
                      <a:pt x="41" y="5"/>
                      <a:pt x="27" y="6"/>
                      <a:pt x="15" y="9"/>
                    </a:cubicBezTo>
                    <a:cubicBezTo>
                      <a:pt x="11" y="10"/>
                      <a:pt x="7" y="12"/>
                      <a:pt x="5" y="15"/>
                    </a:cubicBezTo>
                    <a:cubicBezTo>
                      <a:pt x="4" y="18"/>
                      <a:pt x="4" y="20"/>
                      <a:pt x="4" y="23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63" name="Freeform 931">
                <a:extLst>
                  <a:ext uri="{FF2B5EF4-FFF2-40B4-BE49-F238E27FC236}">
                    <a16:creationId xmlns:a16="http://schemas.microsoft.com/office/drawing/2014/main" id="{7ADDCEFF-E6DA-4699-8A3C-913B0247C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6" y="1728"/>
                <a:ext cx="119" cy="45"/>
              </a:xfrm>
              <a:custGeom>
                <a:avLst/>
                <a:gdLst>
                  <a:gd name="T0" fmla="*/ 0 w 79"/>
                  <a:gd name="T1" fmla="*/ 116 h 28"/>
                  <a:gd name="T2" fmla="*/ 196 w 79"/>
                  <a:gd name="T3" fmla="*/ 76 h 28"/>
                  <a:gd name="T4" fmla="*/ 265 w 79"/>
                  <a:gd name="T5" fmla="*/ 47 h 28"/>
                  <a:gd name="T6" fmla="*/ 256 w 79"/>
                  <a:gd name="T7" fmla="*/ 0 h 28"/>
                  <a:gd name="T8" fmla="*/ 246 w 79"/>
                  <a:gd name="T9" fmla="*/ 42 h 28"/>
                  <a:gd name="T10" fmla="*/ 211 w 79"/>
                  <a:gd name="T11" fmla="*/ 55 h 28"/>
                  <a:gd name="T12" fmla="*/ 163 w 79"/>
                  <a:gd name="T13" fmla="*/ 68 h 28"/>
                  <a:gd name="T14" fmla="*/ 80 w 79"/>
                  <a:gd name="T15" fmla="*/ 90 h 28"/>
                  <a:gd name="T16" fmla="*/ 35 w 79"/>
                  <a:gd name="T17" fmla="*/ 103 h 28"/>
                  <a:gd name="T18" fmla="*/ 8 w 79"/>
                  <a:gd name="T19" fmla="*/ 116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28">
                    <a:moveTo>
                      <a:pt x="0" y="28"/>
                    </a:moveTo>
                    <a:cubicBezTo>
                      <a:pt x="20" y="24"/>
                      <a:pt x="38" y="21"/>
                      <a:pt x="57" y="18"/>
                    </a:cubicBezTo>
                    <a:cubicBezTo>
                      <a:pt x="62" y="17"/>
                      <a:pt x="75" y="14"/>
                      <a:pt x="78" y="11"/>
                    </a:cubicBezTo>
                    <a:cubicBezTo>
                      <a:pt x="79" y="8"/>
                      <a:pt x="77" y="2"/>
                      <a:pt x="75" y="0"/>
                    </a:cubicBezTo>
                    <a:cubicBezTo>
                      <a:pt x="76" y="3"/>
                      <a:pt x="76" y="8"/>
                      <a:pt x="72" y="10"/>
                    </a:cubicBezTo>
                    <a:cubicBezTo>
                      <a:pt x="70" y="12"/>
                      <a:pt x="65" y="13"/>
                      <a:pt x="62" y="13"/>
                    </a:cubicBezTo>
                    <a:cubicBezTo>
                      <a:pt x="57" y="14"/>
                      <a:pt x="53" y="15"/>
                      <a:pt x="48" y="16"/>
                    </a:cubicBezTo>
                    <a:cubicBezTo>
                      <a:pt x="40" y="18"/>
                      <a:pt x="31" y="19"/>
                      <a:pt x="23" y="22"/>
                    </a:cubicBezTo>
                    <a:cubicBezTo>
                      <a:pt x="19" y="23"/>
                      <a:pt x="15" y="24"/>
                      <a:pt x="10" y="25"/>
                    </a:cubicBezTo>
                    <a:cubicBezTo>
                      <a:pt x="7" y="26"/>
                      <a:pt x="4" y="26"/>
                      <a:pt x="2" y="28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64" name="Freeform 932">
                <a:extLst>
                  <a:ext uri="{FF2B5EF4-FFF2-40B4-BE49-F238E27FC236}">
                    <a16:creationId xmlns:a16="http://schemas.microsoft.com/office/drawing/2014/main" id="{007EB978-8999-4FF8-A1FB-7F0744FA9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6" y="1744"/>
                <a:ext cx="30" cy="14"/>
              </a:xfrm>
              <a:custGeom>
                <a:avLst/>
                <a:gdLst>
                  <a:gd name="T0" fmla="*/ 41 w 20"/>
                  <a:gd name="T1" fmla="*/ 5 h 9"/>
                  <a:gd name="T2" fmla="*/ 59 w 20"/>
                  <a:gd name="T3" fmla="*/ 8 h 9"/>
                  <a:gd name="T4" fmla="*/ 21 w 20"/>
                  <a:gd name="T5" fmla="*/ 30 h 9"/>
                  <a:gd name="T6" fmla="*/ 0 w 20"/>
                  <a:gd name="T7" fmla="*/ 34 h 9"/>
                  <a:gd name="T8" fmla="*/ 27 w 20"/>
                  <a:gd name="T9" fmla="*/ 30 h 9"/>
                  <a:gd name="T10" fmla="*/ 66 w 20"/>
                  <a:gd name="T11" fmla="*/ 8 h 9"/>
                  <a:gd name="T12" fmla="*/ 41 w 20"/>
                  <a:gd name="T13" fmla="*/ 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9">
                    <a:moveTo>
                      <a:pt x="12" y="1"/>
                    </a:moveTo>
                    <a:cubicBezTo>
                      <a:pt x="15" y="1"/>
                      <a:pt x="17" y="1"/>
                      <a:pt x="17" y="2"/>
                    </a:cubicBezTo>
                    <a:cubicBezTo>
                      <a:pt x="18" y="4"/>
                      <a:pt x="12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2" y="9"/>
                      <a:pt x="5" y="9"/>
                      <a:pt x="8" y="8"/>
                    </a:cubicBezTo>
                    <a:cubicBezTo>
                      <a:pt x="15" y="7"/>
                      <a:pt x="20" y="4"/>
                      <a:pt x="19" y="2"/>
                    </a:cubicBezTo>
                    <a:cubicBezTo>
                      <a:pt x="19" y="1"/>
                      <a:pt x="16" y="0"/>
                      <a:pt x="12" y="1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65" name="Freeform 933">
                <a:extLst>
                  <a:ext uri="{FF2B5EF4-FFF2-40B4-BE49-F238E27FC236}">
                    <a16:creationId xmlns:a16="http://schemas.microsoft.com/office/drawing/2014/main" id="{8045CBE5-298D-4BF7-BA0F-1E68A4914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1" y="1746"/>
                <a:ext cx="27" cy="11"/>
              </a:xfrm>
              <a:custGeom>
                <a:avLst/>
                <a:gdLst>
                  <a:gd name="T0" fmla="*/ 8 w 18"/>
                  <a:gd name="T1" fmla="*/ 20 h 7"/>
                  <a:gd name="T2" fmla="*/ 41 w 18"/>
                  <a:gd name="T3" fmla="*/ 5 h 7"/>
                  <a:gd name="T4" fmla="*/ 62 w 18"/>
                  <a:gd name="T5" fmla="*/ 0 h 7"/>
                  <a:gd name="T6" fmla="*/ 35 w 18"/>
                  <a:gd name="T7" fmla="*/ 5 h 7"/>
                  <a:gd name="T8" fmla="*/ 0 w 18"/>
                  <a:gd name="T9" fmla="*/ 22 h 7"/>
                  <a:gd name="T10" fmla="*/ 18 w 18"/>
                  <a:gd name="T11" fmla="*/ 27 h 7"/>
                  <a:gd name="T12" fmla="*/ 8 w 18"/>
                  <a:gd name="T13" fmla="*/ 2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2" y="5"/>
                    </a:moveTo>
                    <a:cubicBezTo>
                      <a:pt x="1" y="4"/>
                      <a:pt x="6" y="2"/>
                      <a:pt x="12" y="1"/>
                    </a:cubicBezTo>
                    <a:cubicBezTo>
                      <a:pt x="14" y="0"/>
                      <a:pt x="16" y="0"/>
                      <a:pt x="18" y="0"/>
                    </a:cubicBezTo>
                    <a:cubicBezTo>
                      <a:pt x="16" y="0"/>
                      <a:pt x="13" y="0"/>
                      <a:pt x="10" y="1"/>
                    </a:cubicBezTo>
                    <a:cubicBezTo>
                      <a:pt x="4" y="2"/>
                      <a:pt x="0" y="4"/>
                      <a:pt x="0" y="6"/>
                    </a:cubicBezTo>
                    <a:cubicBezTo>
                      <a:pt x="0" y="6"/>
                      <a:pt x="2" y="7"/>
                      <a:pt x="5" y="7"/>
                    </a:cubicBezTo>
                    <a:cubicBezTo>
                      <a:pt x="4" y="7"/>
                      <a:pt x="2" y="6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66" name="Freeform 934">
                <a:extLst>
                  <a:ext uri="{FF2B5EF4-FFF2-40B4-BE49-F238E27FC236}">
                    <a16:creationId xmlns:a16="http://schemas.microsoft.com/office/drawing/2014/main" id="{C85226DD-099A-46B8-B563-A0931C307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" y="1717"/>
                <a:ext cx="193" cy="72"/>
              </a:xfrm>
              <a:custGeom>
                <a:avLst/>
                <a:gdLst>
                  <a:gd name="T0" fmla="*/ 396 w 129"/>
                  <a:gd name="T1" fmla="*/ 8 h 45"/>
                  <a:gd name="T2" fmla="*/ 423 w 129"/>
                  <a:gd name="T3" fmla="*/ 26 h 45"/>
                  <a:gd name="T4" fmla="*/ 429 w 129"/>
                  <a:gd name="T5" fmla="*/ 67 h 45"/>
                  <a:gd name="T6" fmla="*/ 379 w 129"/>
                  <a:gd name="T7" fmla="*/ 98 h 45"/>
                  <a:gd name="T8" fmla="*/ 184 w 129"/>
                  <a:gd name="T9" fmla="*/ 144 h 45"/>
                  <a:gd name="T10" fmla="*/ 42 w 129"/>
                  <a:gd name="T11" fmla="*/ 179 h 45"/>
                  <a:gd name="T12" fmla="*/ 9 w 129"/>
                  <a:gd name="T13" fmla="*/ 163 h 45"/>
                  <a:gd name="T14" fmla="*/ 1 w 129"/>
                  <a:gd name="T15" fmla="*/ 123 h 45"/>
                  <a:gd name="T16" fmla="*/ 19 w 129"/>
                  <a:gd name="T17" fmla="*/ 94 h 45"/>
                  <a:gd name="T18" fmla="*/ 197 w 129"/>
                  <a:gd name="T19" fmla="*/ 56 h 45"/>
                  <a:gd name="T20" fmla="*/ 396 w 129"/>
                  <a:gd name="T21" fmla="*/ 8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9" h="45">
                    <a:moveTo>
                      <a:pt x="118" y="2"/>
                    </a:moveTo>
                    <a:cubicBezTo>
                      <a:pt x="124" y="0"/>
                      <a:pt x="126" y="4"/>
                      <a:pt x="126" y="6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8" y="19"/>
                      <a:pt x="129" y="21"/>
                      <a:pt x="113" y="24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8" y="45"/>
                      <a:pt x="3" y="43"/>
                      <a:pt x="3" y="4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0" y="26"/>
                      <a:pt x="2" y="24"/>
                      <a:pt x="6" y="23"/>
                    </a:cubicBezTo>
                    <a:cubicBezTo>
                      <a:pt x="6" y="23"/>
                      <a:pt x="47" y="16"/>
                      <a:pt x="59" y="14"/>
                    </a:cubicBezTo>
                    <a:cubicBezTo>
                      <a:pt x="72" y="11"/>
                      <a:pt x="118" y="2"/>
                      <a:pt x="118" y="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67" name="Freeform 935">
                <a:extLst>
                  <a:ext uri="{FF2B5EF4-FFF2-40B4-BE49-F238E27FC236}">
                    <a16:creationId xmlns:a16="http://schemas.microsoft.com/office/drawing/2014/main" id="{8D50AD82-D0AA-4D54-B25D-332F014FA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5" y="1715"/>
                <a:ext cx="180" cy="40"/>
              </a:xfrm>
              <a:custGeom>
                <a:avLst/>
                <a:gdLst>
                  <a:gd name="T0" fmla="*/ 405 w 120"/>
                  <a:gd name="T1" fmla="*/ 16 h 25"/>
                  <a:gd name="T2" fmla="*/ 207 w 120"/>
                  <a:gd name="T3" fmla="*/ 13 h 25"/>
                  <a:gd name="T4" fmla="*/ 26 w 120"/>
                  <a:gd name="T5" fmla="*/ 0 h 25"/>
                  <a:gd name="T6" fmla="*/ 0 w 120"/>
                  <a:gd name="T7" fmla="*/ 26 h 25"/>
                  <a:gd name="T8" fmla="*/ 0 w 120"/>
                  <a:gd name="T9" fmla="*/ 61 h 25"/>
                  <a:gd name="T10" fmla="*/ 32 w 120"/>
                  <a:gd name="T11" fmla="*/ 90 h 25"/>
                  <a:gd name="T12" fmla="*/ 176 w 120"/>
                  <a:gd name="T13" fmla="*/ 94 h 25"/>
                  <a:gd name="T14" fmla="*/ 377 w 120"/>
                  <a:gd name="T15" fmla="*/ 102 h 25"/>
                  <a:gd name="T16" fmla="*/ 405 w 120"/>
                  <a:gd name="T17" fmla="*/ 102 h 25"/>
                  <a:gd name="T18" fmla="*/ 405 w 120"/>
                  <a:gd name="T19" fmla="*/ 16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0" h="25">
                    <a:moveTo>
                      <a:pt x="120" y="4"/>
                    </a:moveTo>
                    <a:cubicBezTo>
                      <a:pt x="112" y="4"/>
                      <a:pt x="72" y="3"/>
                      <a:pt x="61" y="3"/>
                    </a:cubicBezTo>
                    <a:cubicBezTo>
                      <a:pt x="48" y="2"/>
                      <a:pt x="7" y="0"/>
                      <a:pt x="7" y="0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9"/>
                      <a:pt x="4" y="21"/>
                      <a:pt x="9" y="22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5" y="25"/>
                      <a:pt x="117" y="25"/>
                      <a:pt x="120" y="25"/>
                    </a:cubicBezTo>
                    <a:lnTo>
                      <a:pt x="120" y="4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68" name="Freeform 936">
                <a:extLst>
                  <a:ext uri="{FF2B5EF4-FFF2-40B4-BE49-F238E27FC236}">
                    <a16:creationId xmlns:a16="http://schemas.microsoft.com/office/drawing/2014/main" id="{1B1CC3A3-7BB3-4227-8555-810F48CA5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1" y="1731"/>
                <a:ext cx="37" cy="13"/>
              </a:xfrm>
              <a:custGeom>
                <a:avLst/>
                <a:gdLst>
                  <a:gd name="T0" fmla="*/ 0 w 25"/>
                  <a:gd name="T1" fmla="*/ 18 h 8"/>
                  <a:gd name="T2" fmla="*/ 41 w 25"/>
                  <a:gd name="T3" fmla="*/ 5 h 8"/>
                  <a:gd name="T4" fmla="*/ 81 w 25"/>
                  <a:gd name="T5" fmla="*/ 18 h 8"/>
                  <a:gd name="T6" fmla="*/ 41 w 25"/>
                  <a:gd name="T7" fmla="*/ 34 h 8"/>
                  <a:gd name="T8" fmla="*/ 0 w 25"/>
                  <a:gd name="T9" fmla="*/ 1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4"/>
                    </a:moveTo>
                    <a:cubicBezTo>
                      <a:pt x="0" y="2"/>
                      <a:pt x="6" y="0"/>
                      <a:pt x="13" y="1"/>
                    </a:cubicBezTo>
                    <a:cubicBezTo>
                      <a:pt x="20" y="1"/>
                      <a:pt x="25" y="3"/>
                      <a:pt x="25" y="4"/>
                    </a:cubicBezTo>
                    <a:cubicBezTo>
                      <a:pt x="25" y="6"/>
                      <a:pt x="20" y="8"/>
                      <a:pt x="13" y="8"/>
                    </a:cubicBezTo>
                    <a:cubicBezTo>
                      <a:pt x="6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69" name="Freeform 937">
                <a:extLst>
                  <a:ext uri="{FF2B5EF4-FFF2-40B4-BE49-F238E27FC236}">
                    <a16:creationId xmlns:a16="http://schemas.microsoft.com/office/drawing/2014/main" id="{455B2CF3-F20D-4C33-9EA3-0A67E841C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8" y="1728"/>
                <a:ext cx="37" cy="13"/>
              </a:xfrm>
              <a:custGeom>
                <a:avLst/>
                <a:gdLst>
                  <a:gd name="T0" fmla="*/ 0 w 25"/>
                  <a:gd name="T1" fmla="*/ 18 h 8"/>
                  <a:gd name="T2" fmla="*/ 40 w 25"/>
                  <a:gd name="T3" fmla="*/ 5 h 8"/>
                  <a:gd name="T4" fmla="*/ 78 w 25"/>
                  <a:gd name="T5" fmla="*/ 21 h 8"/>
                  <a:gd name="T6" fmla="*/ 40 w 25"/>
                  <a:gd name="T7" fmla="*/ 34 h 8"/>
                  <a:gd name="T8" fmla="*/ 0 w 25"/>
                  <a:gd name="T9" fmla="*/ 1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4"/>
                    </a:moveTo>
                    <a:cubicBezTo>
                      <a:pt x="0" y="2"/>
                      <a:pt x="5" y="0"/>
                      <a:pt x="12" y="1"/>
                    </a:cubicBezTo>
                    <a:cubicBezTo>
                      <a:pt x="19" y="1"/>
                      <a:pt x="25" y="3"/>
                      <a:pt x="24" y="5"/>
                    </a:cubicBezTo>
                    <a:cubicBezTo>
                      <a:pt x="24" y="6"/>
                      <a:pt x="19" y="8"/>
                      <a:pt x="12" y="8"/>
                    </a:cubicBezTo>
                    <a:cubicBezTo>
                      <a:pt x="5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0" name="Freeform 938">
                <a:extLst>
                  <a:ext uri="{FF2B5EF4-FFF2-40B4-BE49-F238E27FC236}">
                    <a16:creationId xmlns:a16="http://schemas.microsoft.com/office/drawing/2014/main" id="{145C860B-4F12-4184-99DC-F9C187B94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8" y="1717"/>
                <a:ext cx="81" cy="22"/>
              </a:xfrm>
              <a:custGeom>
                <a:avLst/>
                <a:gdLst>
                  <a:gd name="T0" fmla="*/ 8 w 54"/>
                  <a:gd name="T1" fmla="*/ 47 h 14"/>
                  <a:gd name="T2" fmla="*/ 12 w 54"/>
                  <a:gd name="T3" fmla="*/ 8 h 14"/>
                  <a:gd name="T4" fmla="*/ 54 w 54"/>
                  <a:gd name="T5" fmla="*/ 8 h 14"/>
                  <a:gd name="T6" fmla="*/ 122 w 54"/>
                  <a:gd name="T7" fmla="*/ 8 h 14"/>
                  <a:gd name="T8" fmla="*/ 156 w 54"/>
                  <a:gd name="T9" fmla="*/ 13 h 14"/>
                  <a:gd name="T10" fmla="*/ 183 w 54"/>
                  <a:gd name="T11" fmla="*/ 13 h 14"/>
                  <a:gd name="T12" fmla="*/ 54 w 54"/>
                  <a:gd name="T13" fmla="*/ 14 h 14"/>
                  <a:gd name="T14" fmla="*/ 18 w 54"/>
                  <a:gd name="T15" fmla="*/ 27 h 14"/>
                  <a:gd name="T16" fmla="*/ 8 w 54"/>
                  <a:gd name="T17" fmla="*/ 55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2" y="12"/>
                    </a:moveTo>
                    <a:cubicBezTo>
                      <a:pt x="2" y="9"/>
                      <a:pt x="0" y="4"/>
                      <a:pt x="3" y="2"/>
                    </a:cubicBezTo>
                    <a:cubicBezTo>
                      <a:pt x="5" y="0"/>
                      <a:pt x="13" y="2"/>
                      <a:pt x="16" y="2"/>
                    </a:cubicBezTo>
                    <a:cubicBezTo>
                      <a:pt x="23" y="2"/>
                      <a:pt x="30" y="2"/>
                      <a:pt x="36" y="2"/>
                    </a:cubicBezTo>
                    <a:cubicBezTo>
                      <a:pt x="39" y="2"/>
                      <a:pt x="42" y="3"/>
                      <a:pt x="46" y="3"/>
                    </a:cubicBezTo>
                    <a:cubicBezTo>
                      <a:pt x="48" y="3"/>
                      <a:pt x="52" y="3"/>
                      <a:pt x="54" y="3"/>
                    </a:cubicBezTo>
                    <a:cubicBezTo>
                      <a:pt x="42" y="5"/>
                      <a:pt x="28" y="3"/>
                      <a:pt x="16" y="4"/>
                    </a:cubicBezTo>
                    <a:cubicBezTo>
                      <a:pt x="12" y="4"/>
                      <a:pt x="7" y="4"/>
                      <a:pt x="5" y="7"/>
                    </a:cubicBezTo>
                    <a:cubicBezTo>
                      <a:pt x="3" y="9"/>
                      <a:pt x="2" y="12"/>
                      <a:pt x="2" y="1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1" name="Freeform 939">
                <a:extLst>
                  <a:ext uri="{FF2B5EF4-FFF2-40B4-BE49-F238E27FC236}">
                    <a16:creationId xmlns:a16="http://schemas.microsoft.com/office/drawing/2014/main" id="{2B3D0108-117C-4A3F-B10E-01939606E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1747"/>
                <a:ext cx="3" cy="2"/>
              </a:xfrm>
              <a:custGeom>
                <a:avLst/>
                <a:gdLst>
                  <a:gd name="T0" fmla="*/ 8 w 2"/>
                  <a:gd name="T1" fmla="*/ 8 h 1"/>
                  <a:gd name="T2" fmla="*/ 8 w 2"/>
                  <a:gd name="T3" fmla="*/ 0 h 1"/>
                  <a:gd name="T4" fmla="*/ 0 w 2"/>
                  <a:gd name="T5" fmla="*/ 0 h 1"/>
                  <a:gd name="T6" fmla="*/ 8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2" name="Freeform 940">
                <a:extLst>
                  <a:ext uri="{FF2B5EF4-FFF2-40B4-BE49-F238E27FC236}">
                    <a16:creationId xmlns:a16="http://schemas.microsoft.com/office/drawing/2014/main" id="{65565708-057F-494B-AF57-F31872E77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4" y="1746"/>
                <a:ext cx="111" cy="8"/>
              </a:xfrm>
              <a:custGeom>
                <a:avLst/>
                <a:gdLst>
                  <a:gd name="T0" fmla="*/ 251 w 74"/>
                  <a:gd name="T1" fmla="*/ 0 h 5"/>
                  <a:gd name="T2" fmla="*/ 243 w 74"/>
                  <a:gd name="T3" fmla="*/ 5 h 5"/>
                  <a:gd name="T4" fmla="*/ 207 w 74"/>
                  <a:gd name="T5" fmla="*/ 5 h 5"/>
                  <a:gd name="T6" fmla="*/ 162 w 74"/>
                  <a:gd name="T7" fmla="*/ 5 h 5"/>
                  <a:gd name="T8" fmla="*/ 75 w 74"/>
                  <a:gd name="T9" fmla="*/ 0 h 5"/>
                  <a:gd name="T10" fmla="*/ 32 w 74"/>
                  <a:gd name="T11" fmla="*/ 5 h 5"/>
                  <a:gd name="T12" fmla="*/ 0 w 74"/>
                  <a:gd name="T13" fmla="*/ 5 h 5"/>
                  <a:gd name="T14" fmla="*/ 189 w 74"/>
                  <a:gd name="T15" fmla="*/ 16 h 5"/>
                  <a:gd name="T16" fmla="*/ 251 w 74"/>
                  <a:gd name="T17" fmla="*/ 16 h 5"/>
                  <a:gd name="T18" fmla="*/ 251 w 74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5">
                    <a:moveTo>
                      <a:pt x="74" y="0"/>
                    </a:moveTo>
                    <a:cubicBezTo>
                      <a:pt x="73" y="0"/>
                      <a:pt x="73" y="0"/>
                      <a:pt x="72" y="1"/>
                    </a:cubicBezTo>
                    <a:cubicBezTo>
                      <a:pt x="69" y="2"/>
                      <a:pt x="65" y="1"/>
                      <a:pt x="61" y="1"/>
                    </a:cubicBezTo>
                    <a:cubicBezTo>
                      <a:pt x="57" y="1"/>
                      <a:pt x="52" y="1"/>
                      <a:pt x="48" y="1"/>
                    </a:cubicBezTo>
                    <a:cubicBezTo>
                      <a:pt x="39" y="1"/>
                      <a:pt x="30" y="0"/>
                      <a:pt x="22" y="0"/>
                    </a:cubicBezTo>
                    <a:cubicBezTo>
                      <a:pt x="17" y="1"/>
                      <a:pt x="13" y="1"/>
                      <a:pt x="9" y="1"/>
                    </a:cubicBezTo>
                    <a:cubicBezTo>
                      <a:pt x="6" y="1"/>
                      <a:pt x="3" y="1"/>
                      <a:pt x="0" y="1"/>
                    </a:cubicBezTo>
                    <a:cubicBezTo>
                      <a:pt x="19" y="2"/>
                      <a:pt x="37" y="3"/>
                      <a:pt x="56" y="4"/>
                    </a:cubicBezTo>
                    <a:cubicBezTo>
                      <a:pt x="60" y="5"/>
                      <a:pt x="68" y="5"/>
                      <a:pt x="74" y="4"/>
                    </a:cubicBez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3" name="Freeform 941">
                <a:extLst>
                  <a:ext uri="{FF2B5EF4-FFF2-40B4-BE49-F238E27FC236}">
                    <a16:creationId xmlns:a16="http://schemas.microsoft.com/office/drawing/2014/main" id="{CC485497-34DE-4C24-838C-7A29E4C70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4" y="1730"/>
                <a:ext cx="30" cy="11"/>
              </a:xfrm>
              <a:custGeom>
                <a:avLst/>
                <a:gdLst>
                  <a:gd name="T0" fmla="*/ 48 w 20"/>
                  <a:gd name="T1" fmla="*/ 0 h 7"/>
                  <a:gd name="T2" fmla="*/ 62 w 20"/>
                  <a:gd name="T3" fmla="*/ 13 h 7"/>
                  <a:gd name="T4" fmla="*/ 18 w 20"/>
                  <a:gd name="T5" fmla="*/ 22 h 7"/>
                  <a:gd name="T6" fmla="*/ 0 w 20"/>
                  <a:gd name="T7" fmla="*/ 22 h 7"/>
                  <a:gd name="T8" fmla="*/ 27 w 20"/>
                  <a:gd name="T9" fmla="*/ 27 h 7"/>
                  <a:gd name="T10" fmla="*/ 68 w 20"/>
                  <a:gd name="T11" fmla="*/ 14 h 7"/>
                  <a:gd name="T12" fmla="*/ 48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4" y="0"/>
                    </a:moveTo>
                    <a:cubicBezTo>
                      <a:pt x="16" y="1"/>
                      <a:pt x="18" y="2"/>
                      <a:pt x="18" y="3"/>
                    </a:cubicBezTo>
                    <a:cubicBezTo>
                      <a:pt x="18" y="5"/>
                      <a:pt x="12" y="6"/>
                      <a:pt x="5" y="6"/>
                    </a:cubicBezTo>
                    <a:cubicBezTo>
                      <a:pt x="3" y="6"/>
                      <a:pt x="1" y="6"/>
                      <a:pt x="0" y="6"/>
                    </a:cubicBezTo>
                    <a:cubicBezTo>
                      <a:pt x="2" y="6"/>
                      <a:pt x="5" y="7"/>
                      <a:pt x="8" y="7"/>
                    </a:cubicBezTo>
                    <a:cubicBezTo>
                      <a:pt x="14" y="7"/>
                      <a:pt x="20" y="5"/>
                      <a:pt x="20" y="4"/>
                    </a:cubicBezTo>
                    <a:cubicBezTo>
                      <a:pt x="20" y="2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4" name="Freeform 942">
                <a:extLst>
                  <a:ext uri="{FF2B5EF4-FFF2-40B4-BE49-F238E27FC236}">
                    <a16:creationId xmlns:a16="http://schemas.microsoft.com/office/drawing/2014/main" id="{AD304DE7-DDEB-4F10-B2AE-C688A8815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1" y="1730"/>
                <a:ext cx="27" cy="8"/>
              </a:xfrm>
              <a:custGeom>
                <a:avLst/>
                <a:gdLst>
                  <a:gd name="T0" fmla="*/ 5 w 18"/>
                  <a:gd name="T1" fmla="*/ 13 h 5"/>
                  <a:gd name="T2" fmla="*/ 41 w 18"/>
                  <a:gd name="T3" fmla="*/ 5 h 5"/>
                  <a:gd name="T4" fmla="*/ 62 w 18"/>
                  <a:gd name="T5" fmla="*/ 8 h 5"/>
                  <a:gd name="T6" fmla="*/ 35 w 18"/>
                  <a:gd name="T7" fmla="*/ 0 h 5"/>
                  <a:gd name="T8" fmla="*/ 0 w 18"/>
                  <a:gd name="T9" fmla="*/ 13 h 5"/>
                  <a:gd name="T10" fmla="*/ 12 w 18"/>
                  <a:gd name="T11" fmla="*/ 21 h 5"/>
                  <a:gd name="T12" fmla="*/ 5 w 18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1" y="1"/>
                      <a:pt x="6" y="1"/>
                      <a:pt x="12" y="1"/>
                    </a:cubicBezTo>
                    <a:cubicBezTo>
                      <a:pt x="14" y="1"/>
                      <a:pt x="17" y="1"/>
                      <a:pt x="18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1"/>
                      <a:pt x="0" y="3"/>
                    </a:cubicBezTo>
                    <a:cubicBezTo>
                      <a:pt x="0" y="4"/>
                      <a:pt x="1" y="4"/>
                      <a:pt x="3" y="5"/>
                    </a:cubicBezTo>
                    <a:cubicBezTo>
                      <a:pt x="3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5" name="Freeform 943">
                <a:extLst>
                  <a:ext uri="{FF2B5EF4-FFF2-40B4-BE49-F238E27FC236}">
                    <a16:creationId xmlns:a16="http://schemas.microsoft.com/office/drawing/2014/main" id="{0141477B-0C03-449D-894D-5F2F7065F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5" y="1715"/>
                <a:ext cx="180" cy="40"/>
              </a:xfrm>
              <a:custGeom>
                <a:avLst/>
                <a:gdLst>
                  <a:gd name="T0" fmla="*/ 405 w 120"/>
                  <a:gd name="T1" fmla="*/ 16 h 25"/>
                  <a:gd name="T2" fmla="*/ 207 w 120"/>
                  <a:gd name="T3" fmla="*/ 13 h 25"/>
                  <a:gd name="T4" fmla="*/ 26 w 120"/>
                  <a:gd name="T5" fmla="*/ 0 h 25"/>
                  <a:gd name="T6" fmla="*/ 0 w 120"/>
                  <a:gd name="T7" fmla="*/ 26 h 25"/>
                  <a:gd name="T8" fmla="*/ 0 w 120"/>
                  <a:gd name="T9" fmla="*/ 61 h 25"/>
                  <a:gd name="T10" fmla="*/ 32 w 120"/>
                  <a:gd name="T11" fmla="*/ 90 h 25"/>
                  <a:gd name="T12" fmla="*/ 176 w 120"/>
                  <a:gd name="T13" fmla="*/ 94 h 25"/>
                  <a:gd name="T14" fmla="*/ 377 w 120"/>
                  <a:gd name="T15" fmla="*/ 102 h 25"/>
                  <a:gd name="T16" fmla="*/ 405 w 120"/>
                  <a:gd name="T17" fmla="*/ 102 h 25"/>
                  <a:gd name="T18" fmla="*/ 405 w 120"/>
                  <a:gd name="T19" fmla="*/ 16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0" h="25">
                    <a:moveTo>
                      <a:pt x="120" y="4"/>
                    </a:moveTo>
                    <a:cubicBezTo>
                      <a:pt x="112" y="4"/>
                      <a:pt x="72" y="3"/>
                      <a:pt x="61" y="3"/>
                    </a:cubicBezTo>
                    <a:cubicBezTo>
                      <a:pt x="48" y="2"/>
                      <a:pt x="7" y="0"/>
                      <a:pt x="7" y="0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9"/>
                      <a:pt x="4" y="21"/>
                      <a:pt x="9" y="22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5" y="25"/>
                      <a:pt x="117" y="25"/>
                      <a:pt x="120" y="25"/>
                    </a:cubicBezTo>
                    <a:lnTo>
                      <a:pt x="120" y="4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6" name="Freeform 944">
                <a:extLst>
                  <a:ext uri="{FF2B5EF4-FFF2-40B4-BE49-F238E27FC236}">
                    <a16:creationId xmlns:a16="http://schemas.microsoft.com/office/drawing/2014/main" id="{DA7D0F50-2F8A-46EA-B552-7195907BB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166"/>
                <a:ext cx="190" cy="40"/>
              </a:xfrm>
              <a:custGeom>
                <a:avLst/>
                <a:gdLst>
                  <a:gd name="T0" fmla="*/ 42 w 127"/>
                  <a:gd name="T1" fmla="*/ 0 h 25"/>
                  <a:gd name="T2" fmla="*/ 295 w 127"/>
                  <a:gd name="T3" fmla="*/ 13 h 25"/>
                  <a:gd name="T4" fmla="*/ 389 w 127"/>
                  <a:gd name="T5" fmla="*/ 21 h 25"/>
                  <a:gd name="T6" fmla="*/ 425 w 127"/>
                  <a:gd name="T7" fmla="*/ 35 h 25"/>
                  <a:gd name="T8" fmla="*/ 425 w 127"/>
                  <a:gd name="T9" fmla="*/ 82 h 25"/>
                  <a:gd name="T10" fmla="*/ 398 w 127"/>
                  <a:gd name="T11" fmla="*/ 102 h 25"/>
                  <a:gd name="T12" fmla="*/ 163 w 127"/>
                  <a:gd name="T13" fmla="*/ 86 h 25"/>
                  <a:gd name="T14" fmla="*/ 28 w 127"/>
                  <a:gd name="T15" fmla="*/ 82 h 25"/>
                  <a:gd name="T16" fmla="*/ 0 w 127"/>
                  <a:gd name="T17" fmla="*/ 54 h 25"/>
                  <a:gd name="T18" fmla="*/ 0 w 127"/>
                  <a:gd name="T19" fmla="*/ 16 h 25"/>
                  <a:gd name="T20" fmla="*/ 6 w 127"/>
                  <a:gd name="T21" fmla="*/ 5 h 25"/>
                  <a:gd name="T22" fmla="*/ 42 w 127"/>
                  <a:gd name="T23" fmla="*/ 0 h 25"/>
                  <a:gd name="T24" fmla="*/ 42 w 127"/>
                  <a:gd name="T25" fmla="*/ 0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25">
                    <a:moveTo>
                      <a:pt x="13" y="0"/>
                    </a:moveTo>
                    <a:cubicBezTo>
                      <a:pt x="13" y="0"/>
                      <a:pt x="69" y="2"/>
                      <a:pt x="88" y="3"/>
                    </a:cubicBezTo>
                    <a:cubicBezTo>
                      <a:pt x="116" y="5"/>
                      <a:pt x="116" y="5"/>
                      <a:pt x="116" y="5"/>
                    </a:cubicBezTo>
                    <a:cubicBezTo>
                      <a:pt x="121" y="5"/>
                      <a:pt x="127" y="6"/>
                      <a:pt x="127" y="9"/>
                    </a:cubicBezTo>
                    <a:cubicBezTo>
                      <a:pt x="127" y="9"/>
                      <a:pt x="127" y="20"/>
                      <a:pt x="127" y="20"/>
                    </a:cubicBezTo>
                    <a:cubicBezTo>
                      <a:pt x="127" y="24"/>
                      <a:pt x="124" y="25"/>
                      <a:pt x="119" y="25"/>
                    </a:cubicBezTo>
                    <a:cubicBezTo>
                      <a:pt x="118" y="25"/>
                      <a:pt x="64" y="22"/>
                      <a:pt x="49" y="21"/>
                    </a:cubicBezTo>
                    <a:cubicBezTo>
                      <a:pt x="33" y="20"/>
                      <a:pt x="10" y="20"/>
                      <a:pt x="9" y="20"/>
                    </a:cubicBezTo>
                    <a:cubicBezTo>
                      <a:pt x="3" y="20"/>
                      <a:pt x="0" y="17"/>
                      <a:pt x="0" y="1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8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7" name="Freeform 945">
                <a:extLst>
                  <a:ext uri="{FF2B5EF4-FFF2-40B4-BE49-F238E27FC236}">
                    <a16:creationId xmlns:a16="http://schemas.microsoft.com/office/drawing/2014/main" id="{2D8BA6B6-F119-41E9-9D44-39419A778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153"/>
                <a:ext cx="192" cy="53"/>
              </a:xfrm>
              <a:custGeom>
                <a:avLst/>
                <a:gdLst>
                  <a:gd name="T0" fmla="*/ 386 w 128"/>
                  <a:gd name="T1" fmla="*/ 8 h 33"/>
                  <a:gd name="T2" fmla="*/ 431 w 128"/>
                  <a:gd name="T3" fmla="*/ 26 h 33"/>
                  <a:gd name="T4" fmla="*/ 432 w 128"/>
                  <a:gd name="T5" fmla="*/ 67 h 33"/>
                  <a:gd name="T6" fmla="*/ 396 w 128"/>
                  <a:gd name="T7" fmla="*/ 95 h 33"/>
                  <a:gd name="T8" fmla="*/ 291 w 128"/>
                  <a:gd name="T9" fmla="*/ 103 h 33"/>
                  <a:gd name="T10" fmla="*/ 41 w 128"/>
                  <a:gd name="T11" fmla="*/ 132 h 33"/>
                  <a:gd name="T12" fmla="*/ 5 w 128"/>
                  <a:gd name="T13" fmla="*/ 116 h 33"/>
                  <a:gd name="T14" fmla="*/ 0 w 128"/>
                  <a:gd name="T15" fmla="*/ 75 h 33"/>
                  <a:gd name="T16" fmla="*/ 18 w 128"/>
                  <a:gd name="T17" fmla="*/ 50 h 33"/>
                  <a:gd name="T18" fmla="*/ 207 w 128"/>
                  <a:gd name="T19" fmla="*/ 34 h 33"/>
                  <a:gd name="T20" fmla="*/ 386 w 128"/>
                  <a:gd name="T21" fmla="*/ 8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3">
                    <a:moveTo>
                      <a:pt x="114" y="2"/>
                    </a:moveTo>
                    <a:cubicBezTo>
                      <a:pt x="125" y="0"/>
                      <a:pt x="127" y="3"/>
                      <a:pt x="127" y="6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8" y="19"/>
                      <a:pt x="128" y="21"/>
                      <a:pt x="117" y="23"/>
                    </a:cubicBezTo>
                    <a:cubicBezTo>
                      <a:pt x="117" y="23"/>
                      <a:pt x="110" y="23"/>
                      <a:pt x="86" y="25"/>
                    </a:cubicBezTo>
                    <a:cubicBezTo>
                      <a:pt x="61" y="28"/>
                      <a:pt x="13" y="32"/>
                      <a:pt x="12" y="32"/>
                    </a:cubicBezTo>
                    <a:cubicBezTo>
                      <a:pt x="3" y="33"/>
                      <a:pt x="1" y="31"/>
                      <a:pt x="1" y="2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3"/>
                      <a:pt x="2" y="12"/>
                      <a:pt x="5" y="12"/>
                    </a:cubicBezTo>
                    <a:cubicBezTo>
                      <a:pt x="6" y="12"/>
                      <a:pt x="39" y="10"/>
                      <a:pt x="61" y="8"/>
                    </a:cubicBezTo>
                    <a:cubicBezTo>
                      <a:pt x="83" y="5"/>
                      <a:pt x="113" y="2"/>
                      <a:pt x="114" y="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8" name="Freeform 946">
                <a:extLst>
                  <a:ext uri="{FF2B5EF4-FFF2-40B4-BE49-F238E27FC236}">
                    <a16:creationId xmlns:a16="http://schemas.microsoft.com/office/drawing/2014/main" id="{036C86FD-462C-4629-96E5-D38BB63A2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182"/>
                <a:ext cx="37" cy="11"/>
              </a:xfrm>
              <a:custGeom>
                <a:avLst/>
                <a:gdLst>
                  <a:gd name="T0" fmla="*/ 0 w 25"/>
                  <a:gd name="T1" fmla="*/ 13 h 7"/>
                  <a:gd name="T2" fmla="*/ 41 w 25"/>
                  <a:gd name="T3" fmla="*/ 0 h 7"/>
                  <a:gd name="T4" fmla="*/ 81 w 25"/>
                  <a:gd name="T5" fmla="*/ 14 h 7"/>
                  <a:gd name="T6" fmla="*/ 41 w 25"/>
                  <a:gd name="T7" fmla="*/ 27 h 7"/>
                  <a:gd name="T8" fmla="*/ 0 w 25"/>
                  <a:gd name="T9" fmla="*/ 1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">
                    <a:moveTo>
                      <a:pt x="0" y="3"/>
                    </a:moveTo>
                    <a:cubicBezTo>
                      <a:pt x="0" y="1"/>
                      <a:pt x="6" y="0"/>
                      <a:pt x="13" y="0"/>
                    </a:cubicBezTo>
                    <a:cubicBezTo>
                      <a:pt x="20" y="0"/>
                      <a:pt x="25" y="2"/>
                      <a:pt x="25" y="4"/>
                    </a:cubicBezTo>
                    <a:cubicBezTo>
                      <a:pt x="25" y="6"/>
                      <a:pt x="20" y="7"/>
                      <a:pt x="13" y="7"/>
                    </a:cubicBezTo>
                    <a:cubicBezTo>
                      <a:pt x="6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79" name="Freeform 947">
                <a:extLst>
                  <a:ext uri="{FF2B5EF4-FFF2-40B4-BE49-F238E27FC236}">
                    <a16:creationId xmlns:a16="http://schemas.microsoft.com/office/drawing/2014/main" id="{330E39AE-2745-4FA6-B47B-4EB7D62EF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176"/>
                <a:ext cx="38" cy="13"/>
              </a:xfrm>
              <a:custGeom>
                <a:avLst/>
                <a:gdLst>
                  <a:gd name="T0" fmla="*/ 0 w 25"/>
                  <a:gd name="T1" fmla="*/ 21 h 8"/>
                  <a:gd name="T2" fmla="*/ 41 w 25"/>
                  <a:gd name="T3" fmla="*/ 5 h 8"/>
                  <a:gd name="T4" fmla="*/ 88 w 25"/>
                  <a:gd name="T5" fmla="*/ 13 h 8"/>
                  <a:gd name="T6" fmla="*/ 46 w 25"/>
                  <a:gd name="T7" fmla="*/ 34 h 8"/>
                  <a:gd name="T8" fmla="*/ 0 w 2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3"/>
                      <a:pt x="5" y="1"/>
                      <a:pt x="12" y="1"/>
                    </a:cubicBezTo>
                    <a:cubicBezTo>
                      <a:pt x="19" y="0"/>
                      <a:pt x="24" y="1"/>
                      <a:pt x="25" y="3"/>
                    </a:cubicBezTo>
                    <a:cubicBezTo>
                      <a:pt x="25" y="5"/>
                      <a:pt x="19" y="7"/>
                      <a:pt x="13" y="8"/>
                    </a:cubicBezTo>
                    <a:cubicBezTo>
                      <a:pt x="6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80" name="Freeform 948">
                <a:extLst>
                  <a:ext uri="{FF2B5EF4-FFF2-40B4-BE49-F238E27FC236}">
                    <a16:creationId xmlns:a16="http://schemas.microsoft.com/office/drawing/2014/main" id="{D3D43995-0439-4BA3-80A4-3DC7F841B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179"/>
                <a:ext cx="37" cy="11"/>
              </a:xfrm>
              <a:custGeom>
                <a:avLst/>
                <a:gdLst>
                  <a:gd name="T0" fmla="*/ 0 w 25"/>
                  <a:gd name="T1" fmla="*/ 13 h 7"/>
                  <a:gd name="T2" fmla="*/ 40 w 25"/>
                  <a:gd name="T3" fmla="*/ 0 h 7"/>
                  <a:gd name="T4" fmla="*/ 81 w 25"/>
                  <a:gd name="T5" fmla="*/ 14 h 7"/>
                  <a:gd name="T6" fmla="*/ 40 w 25"/>
                  <a:gd name="T7" fmla="*/ 27 h 7"/>
                  <a:gd name="T8" fmla="*/ 0 w 25"/>
                  <a:gd name="T9" fmla="*/ 1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">
                    <a:moveTo>
                      <a:pt x="0" y="3"/>
                    </a:moveTo>
                    <a:cubicBezTo>
                      <a:pt x="0" y="1"/>
                      <a:pt x="5" y="0"/>
                      <a:pt x="12" y="0"/>
                    </a:cubicBezTo>
                    <a:cubicBezTo>
                      <a:pt x="19" y="0"/>
                      <a:pt x="25" y="2"/>
                      <a:pt x="25" y="4"/>
                    </a:cubicBezTo>
                    <a:cubicBezTo>
                      <a:pt x="24" y="6"/>
                      <a:pt x="19" y="7"/>
                      <a:pt x="12" y="7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81" name="Freeform 949">
                <a:extLst>
                  <a:ext uri="{FF2B5EF4-FFF2-40B4-BE49-F238E27FC236}">
                    <a16:creationId xmlns:a16="http://schemas.microsoft.com/office/drawing/2014/main" id="{CF6A6596-AA1A-43DE-A984-21E6CEEA8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181"/>
                <a:ext cx="31" cy="9"/>
              </a:xfrm>
              <a:custGeom>
                <a:avLst/>
                <a:gdLst>
                  <a:gd name="T0" fmla="*/ 46 w 21"/>
                  <a:gd name="T1" fmla="*/ 0 h 6"/>
                  <a:gd name="T2" fmla="*/ 59 w 21"/>
                  <a:gd name="T3" fmla="*/ 12 h 6"/>
                  <a:gd name="T4" fmla="*/ 19 w 21"/>
                  <a:gd name="T5" fmla="*/ 18 h 6"/>
                  <a:gd name="T6" fmla="*/ 0 w 21"/>
                  <a:gd name="T7" fmla="*/ 18 h 6"/>
                  <a:gd name="T8" fmla="*/ 27 w 21"/>
                  <a:gd name="T9" fmla="*/ 21 h 6"/>
                  <a:gd name="T10" fmla="*/ 68 w 21"/>
                  <a:gd name="T11" fmla="*/ 12 h 6"/>
                  <a:gd name="T12" fmla="*/ 46 w 21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6">
                    <a:moveTo>
                      <a:pt x="14" y="0"/>
                    </a:moveTo>
                    <a:cubicBezTo>
                      <a:pt x="17" y="0"/>
                      <a:pt x="18" y="1"/>
                      <a:pt x="18" y="3"/>
                    </a:cubicBezTo>
                    <a:cubicBezTo>
                      <a:pt x="18" y="4"/>
                      <a:pt x="13" y="6"/>
                      <a:pt x="6" y="5"/>
                    </a:cubicBezTo>
                    <a:cubicBezTo>
                      <a:pt x="4" y="5"/>
                      <a:pt x="2" y="5"/>
                      <a:pt x="0" y="5"/>
                    </a:cubicBezTo>
                    <a:cubicBezTo>
                      <a:pt x="2" y="5"/>
                      <a:pt x="5" y="6"/>
                      <a:pt x="8" y="6"/>
                    </a:cubicBezTo>
                    <a:cubicBezTo>
                      <a:pt x="15" y="6"/>
                      <a:pt x="20" y="5"/>
                      <a:pt x="21" y="3"/>
                    </a:cubicBezTo>
                    <a:cubicBezTo>
                      <a:pt x="21" y="2"/>
                      <a:pt x="18" y="0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82" name="Freeform 950">
                <a:extLst>
                  <a:ext uri="{FF2B5EF4-FFF2-40B4-BE49-F238E27FC236}">
                    <a16:creationId xmlns:a16="http://schemas.microsoft.com/office/drawing/2014/main" id="{A1AB7867-F80B-46BD-ADDF-4EA32904B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179"/>
                <a:ext cx="28" cy="8"/>
              </a:xfrm>
              <a:custGeom>
                <a:avLst/>
                <a:gdLst>
                  <a:gd name="T0" fmla="*/ 1 w 19"/>
                  <a:gd name="T1" fmla="*/ 13 h 5"/>
                  <a:gd name="T2" fmla="*/ 40 w 19"/>
                  <a:gd name="T3" fmla="*/ 5 h 5"/>
                  <a:gd name="T4" fmla="*/ 60 w 19"/>
                  <a:gd name="T5" fmla="*/ 8 h 5"/>
                  <a:gd name="T6" fmla="*/ 32 w 19"/>
                  <a:gd name="T7" fmla="*/ 5 h 5"/>
                  <a:gd name="T8" fmla="*/ 0 w 19"/>
                  <a:gd name="T9" fmla="*/ 13 h 5"/>
                  <a:gd name="T10" fmla="*/ 13 w 19"/>
                  <a:gd name="T11" fmla="*/ 21 h 5"/>
                  <a:gd name="T12" fmla="*/ 1 w 19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1" y="3"/>
                    </a:moveTo>
                    <a:cubicBezTo>
                      <a:pt x="1" y="2"/>
                      <a:pt x="7" y="1"/>
                      <a:pt x="12" y="1"/>
                    </a:cubicBezTo>
                    <a:cubicBezTo>
                      <a:pt x="14" y="1"/>
                      <a:pt x="17" y="2"/>
                      <a:pt x="19" y="2"/>
                    </a:cubicBezTo>
                    <a:cubicBezTo>
                      <a:pt x="17" y="1"/>
                      <a:pt x="14" y="1"/>
                      <a:pt x="10" y="1"/>
                    </a:cubicBezTo>
                    <a:cubicBezTo>
                      <a:pt x="5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4" y="5"/>
                    </a:cubicBezTo>
                    <a:cubicBezTo>
                      <a:pt x="3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83" name="Freeform 951">
                <a:extLst>
                  <a:ext uri="{FF2B5EF4-FFF2-40B4-BE49-F238E27FC236}">
                    <a16:creationId xmlns:a16="http://schemas.microsoft.com/office/drawing/2014/main" id="{5C9AB2C5-6781-4BC7-8B68-7BF2493E1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173"/>
                <a:ext cx="37" cy="14"/>
              </a:xfrm>
              <a:custGeom>
                <a:avLst/>
                <a:gdLst>
                  <a:gd name="T0" fmla="*/ 0 w 25"/>
                  <a:gd name="T1" fmla="*/ 22 h 9"/>
                  <a:gd name="T2" fmla="*/ 40 w 25"/>
                  <a:gd name="T3" fmla="*/ 5 h 9"/>
                  <a:gd name="T4" fmla="*/ 81 w 25"/>
                  <a:gd name="T5" fmla="*/ 12 h 9"/>
                  <a:gd name="T6" fmla="*/ 41 w 25"/>
                  <a:gd name="T7" fmla="*/ 30 h 9"/>
                  <a:gd name="T8" fmla="*/ 0 w 25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6"/>
                    </a:moveTo>
                    <a:cubicBezTo>
                      <a:pt x="0" y="4"/>
                      <a:pt x="5" y="2"/>
                      <a:pt x="12" y="1"/>
                    </a:cubicBezTo>
                    <a:cubicBezTo>
                      <a:pt x="19" y="0"/>
                      <a:pt x="24" y="1"/>
                      <a:pt x="25" y="3"/>
                    </a:cubicBezTo>
                    <a:cubicBezTo>
                      <a:pt x="25" y="5"/>
                      <a:pt x="19" y="7"/>
                      <a:pt x="13" y="8"/>
                    </a:cubicBezTo>
                    <a:cubicBezTo>
                      <a:pt x="6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84" name="Freeform 952">
                <a:extLst>
                  <a:ext uri="{FF2B5EF4-FFF2-40B4-BE49-F238E27FC236}">
                    <a16:creationId xmlns:a16="http://schemas.microsoft.com/office/drawing/2014/main" id="{5A146D55-6F32-40BF-B276-486F52FE9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168"/>
                <a:ext cx="81" cy="21"/>
              </a:xfrm>
              <a:custGeom>
                <a:avLst/>
                <a:gdLst>
                  <a:gd name="T0" fmla="*/ 0 w 54"/>
                  <a:gd name="T1" fmla="*/ 47 h 13"/>
                  <a:gd name="T2" fmla="*/ 12 w 54"/>
                  <a:gd name="T3" fmla="*/ 8 h 13"/>
                  <a:gd name="T4" fmla="*/ 53 w 54"/>
                  <a:gd name="T5" fmla="*/ 5 h 13"/>
                  <a:gd name="T6" fmla="*/ 120 w 54"/>
                  <a:gd name="T7" fmla="*/ 8 h 13"/>
                  <a:gd name="T8" fmla="*/ 153 w 54"/>
                  <a:gd name="T9" fmla="*/ 8 h 13"/>
                  <a:gd name="T10" fmla="*/ 183 w 54"/>
                  <a:gd name="T11" fmla="*/ 13 h 13"/>
                  <a:gd name="T12" fmla="*/ 53 w 54"/>
                  <a:gd name="T13" fmla="*/ 8 h 13"/>
                  <a:gd name="T14" fmla="*/ 14 w 54"/>
                  <a:gd name="T15" fmla="*/ 26 h 13"/>
                  <a:gd name="T16" fmla="*/ 5 w 54"/>
                  <a:gd name="T17" fmla="*/ 55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3">
                    <a:moveTo>
                      <a:pt x="0" y="11"/>
                    </a:moveTo>
                    <a:cubicBezTo>
                      <a:pt x="1" y="8"/>
                      <a:pt x="0" y="3"/>
                      <a:pt x="3" y="2"/>
                    </a:cubicBezTo>
                    <a:cubicBezTo>
                      <a:pt x="6" y="0"/>
                      <a:pt x="12" y="0"/>
                      <a:pt x="15" y="1"/>
                    </a:cubicBezTo>
                    <a:cubicBezTo>
                      <a:pt x="22" y="1"/>
                      <a:pt x="29" y="1"/>
                      <a:pt x="35" y="2"/>
                    </a:cubicBezTo>
                    <a:cubicBezTo>
                      <a:pt x="39" y="2"/>
                      <a:pt x="42" y="2"/>
                      <a:pt x="45" y="2"/>
                    </a:cubicBezTo>
                    <a:cubicBezTo>
                      <a:pt x="48" y="2"/>
                      <a:pt x="51" y="2"/>
                      <a:pt x="54" y="3"/>
                    </a:cubicBezTo>
                    <a:cubicBezTo>
                      <a:pt x="41" y="4"/>
                      <a:pt x="27" y="2"/>
                      <a:pt x="15" y="2"/>
                    </a:cubicBezTo>
                    <a:cubicBezTo>
                      <a:pt x="11" y="3"/>
                      <a:pt x="6" y="3"/>
                      <a:pt x="4" y="6"/>
                    </a:cubicBezTo>
                    <a:cubicBezTo>
                      <a:pt x="2" y="8"/>
                      <a:pt x="1" y="11"/>
                      <a:pt x="1" y="13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85" name="Freeform 953">
                <a:extLst>
                  <a:ext uri="{FF2B5EF4-FFF2-40B4-BE49-F238E27FC236}">
                    <a16:creationId xmlns:a16="http://schemas.microsoft.com/office/drawing/2014/main" id="{709568B4-0828-42EB-9743-17F72515B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182"/>
                <a:ext cx="123" cy="23"/>
              </a:xfrm>
              <a:custGeom>
                <a:avLst/>
                <a:gdLst>
                  <a:gd name="T0" fmla="*/ 0 w 82"/>
                  <a:gd name="T1" fmla="*/ 43 h 14"/>
                  <a:gd name="T2" fmla="*/ 203 w 82"/>
                  <a:gd name="T3" fmla="*/ 54 h 14"/>
                  <a:gd name="T4" fmla="*/ 269 w 82"/>
                  <a:gd name="T5" fmla="*/ 49 h 14"/>
                  <a:gd name="T6" fmla="*/ 270 w 82"/>
                  <a:gd name="T7" fmla="*/ 0 h 14"/>
                  <a:gd name="T8" fmla="*/ 251 w 82"/>
                  <a:gd name="T9" fmla="*/ 43 h 14"/>
                  <a:gd name="T10" fmla="*/ 215 w 82"/>
                  <a:gd name="T11" fmla="*/ 43 h 14"/>
                  <a:gd name="T12" fmla="*/ 170 w 82"/>
                  <a:gd name="T13" fmla="*/ 43 h 14"/>
                  <a:gd name="T14" fmla="*/ 80 w 82"/>
                  <a:gd name="T15" fmla="*/ 41 h 14"/>
                  <a:gd name="T16" fmla="*/ 39 w 82"/>
                  <a:gd name="T17" fmla="*/ 41 h 14"/>
                  <a:gd name="T18" fmla="*/ 8 w 82"/>
                  <a:gd name="T19" fmla="*/ 43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14">
                    <a:moveTo>
                      <a:pt x="0" y="10"/>
                    </a:moveTo>
                    <a:cubicBezTo>
                      <a:pt x="20" y="10"/>
                      <a:pt x="40" y="11"/>
                      <a:pt x="60" y="12"/>
                    </a:cubicBezTo>
                    <a:cubicBezTo>
                      <a:pt x="64" y="13"/>
                      <a:pt x="76" y="14"/>
                      <a:pt x="79" y="11"/>
                    </a:cubicBezTo>
                    <a:cubicBezTo>
                      <a:pt x="82" y="9"/>
                      <a:pt x="80" y="3"/>
                      <a:pt x="80" y="0"/>
                    </a:cubicBezTo>
                    <a:cubicBezTo>
                      <a:pt x="79" y="3"/>
                      <a:pt x="79" y="8"/>
                      <a:pt x="74" y="10"/>
                    </a:cubicBezTo>
                    <a:cubicBezTo>
                      <a:pt x="71" y="11"/>
                      <a:pt x="67" y="10"/>
                      <a:pt x="63" y="10"/>
                    </a:cubicBezTo>
                    <a:cubicBezTo>
                      <a:pt x="59" y="10"/>
                      <a:pt x="54" y="10"/>
                      <a:pt x="50" y="10"/>
                    </a:cubicBezTo>
                    <a:cubicBezTo>
                      <a:pt x="41" y="9"/>
                      <a:pt x="32" y="9"/>
                      <a:pt x="23" y="9"/>
                    </a:cubicBezTo>
                    <a:cubicBezTo>
                      <a:pt x="19" y="9"/>
                      <a:pt x="15" y="9"/>
                      <a:pt x="11" y="9"/>
                    </a:cubicBezTo>
                    <a:cubicBezTo>
                      <a:pt x="8" y="9"/>
                      <a:pt x="4" y="9"/>
                      <a:pt x="2" y="1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86" name="Freeform 954">
                <a:extLst>
                  <a:ext uri="{FF2B5EF4-FFF2-40B4-BE49-F238E27FC236}">
                    <a16:creationId xmlns:a16="http://schemas.microsoft.com/office/drawing/2014/main" id="{F72264B2-EDEC-4216-B804-2A5EE189F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168"/>
                <a:ext cx="81" cy="29"/>
              </a:xfrm>
              <a:custGeom>
                <a:avLst/>
                <a:gdLst>
                  <a:gd name="T0" fmla="*/ 8 w 54"/>
                  <a:gd name="T1" fmla="*/ 68 h 18"/>
                  <a:gd name="T2" fmla="*/ 8 w 54"/>
                  <a:gd name="T3" fmla="*/ 26 h 18"/>
                  <a:gd name="T4" fmla="*/ 53 w 54"/>
                  <a:gd name="T5" fmla="*/ 16 h 18"/>
                  <a:gd name="T6" fmla="*/ 120 w 54"/>
                  <a:gd name="T7" fmla="*/ 8 h 18"/>
                  <a:gd name="T8" fmla="*/ 153 w 54"/>
                  <a:gd name="T9" fmla="*/ 5 h 18"/>
                  <a:gd name="T10" fmla="*/ 183 w 54"/>
                  <a:gd name="T11" fmla="*/ 5 h 18"/>
                  <a:gd name="T12" fmla="*/ 53 w 54"/>
                  <a:gd name="T13" fmla="*/ 26 h 18"/>
                  <a:gd name="T14" fmla="*/ 18 w 54"/>
                  <a:gd name="T15" fmla="*/ 47 h 18"/>
                  <a:gd name="T16" fmla="*/ 12 w 54"/>
                  <a:gd name="T17" fmla="*/ 7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8">
                    <a:moveTo>
                      <a:pt x="2" y="16"/>
                    </a:moveTo>
                    <a:cubicBezTo>
                      <a:pt x="2" y="14"/>
                      <a:pt x="0" y="8"/>
                      <a:pt x="2" y="6"/>
                    </a:cubicBezTo>
                    <a:cubicBezTo>
                      <a:pt x="4" y="4"/>
                      <a:pt x="12" y="4"/>
                      <a:pt x="15" y="4"/>
                    </a:cubicBezTo>
                    <a:cubicBezTo>
                      <a:pt x="22" y="3"/>
                      <a:pt x="29" y="3"/>
                      <a:pt x="35" y="2"/>
                    </a:cubicBezTo>
                    <a:cubicBezTo>
                      <a:pt x="39" y="2"/>
                      <a:pt x="42" y="2"/>
                      <a:pt x="45" y="1"/>
                    </a:cubicBezTo>
                    <a:cubicBezTo>
                      <a:pt x="47" y="1"/>
                      <a:pt x="51" y="0"/>
                      <a:pt x="54" y="1"/>
                    </a:cubicBezTo>
                    <a:cubicBezTo>
                      <a:pt x="42" y="4"/>
                      <a:pt x="28" y="4"/>
                      <a:pt x="15" y="6"/>
                    </a:cubicBezTo>
                    <a:cubicBezTo>
                      <a:pt x="11" y="7"/>
                      <a:pt x="7" y="8"/>
                      <a:pt x="5" y="11"/>
                    </a:cubicBezTo>
                    <a:cubicBezTo>
                      <a:pt x="3" y="13"/>
                      <a:pt x="3" y="16"/>
                      <a:pt x="3" y="18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87" name="Freeform 955">
                <a:extLst>
                  <a:ext uri="{FF2B5EF4-FFF2-40B4-BE49-F238E27FC236}">
                    <a16:creationId xmlns:a16="http://schemas.microsoft.com/office/drawing/2014/main" id="{1E5F247E-AC7F-43A0-BA9D-0D64B0CC4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163"/>
                <a:ext cx="122" cy="34"/>
              </a:xfrm>
              <a:custGeom>
                <a:avLst/>
                <a:gdLst>
                  <a:gd name="T0" fmla="*/ 0 w 81"/>
                  <a:gd name="T1" fmla="*/ 89 h 21"/>
                  <a:gd name="T2" fmla="*/ 205 w 81"/>
                  <a:gd name="T3" fmla="*/ 63 h 21"/>
                  <a:gd name="T4" fmla="*/ 270 w 81"/>
                  <a:gd name="T5" fmla="*/ 50 h 21"/>
                  <a:gd name="T6" fmla="*/ 265 w 81"/>
                  <a:gd name="T7" fmla="*/ 0 h 21"/>
                  <a:gd name="T8" fmla="*/ 252 w 81"/>
                  <a:gd name="T9" fmla="*/ 47 h 21"/>
                  <a:gd name="T10" fmla="*/ 215 w 81"/>
                  <a:gd name="T11" fmla="*/ 55 h 21"/>
                  <a:gd name="T12" fmla="*/ 167 w 81"/>
                  <a:gd name="T13" fmla="*/ 60 h 21"/>
                  <a:gd name="T14" fmla="*/ 81 w 81"/>
                  <a:gd name="T15" fmla="*/ 73 h 21"/>
                  <a:gd name="T16" fmla="*/ 39 w 81"/>
                  <a:gd name="T17" fmla="*/ 81 h 21"/>
                  <a:gd name="T18" fmla="*/ 8 w 81"/>
                  <a:gd name="T19" fmla="*/ 89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1">
                    <a:moveTo>
                      <a:pt x="0" y="21"/>
                    </a:moveTo>
                    <a:cubicBezTo>
                      <a:pt x="20" y="19"/>
                      <a:pt x="40" y="16"/>
                      <a:pt x="60" y="15"/>
                    </a:cubicBezTo>
                    <a:cubicBezTo>
                      <a:pt x="64" y="15"/>
                      <a:pt x="76" y="15"/>
                      <a:pt x="79" y="12"/>
                    </a:cubicBezTo>
                    <a:cubicBezTo>
                      <a:pt x="81" y="9"/>
                      <a:pt x="79" y="3"/>
                      <a:pt x="78" y="0"/>
                    </a:cubicBezTo>
                    <a:cubicBezTo>
                      <a:pt x="78" y="3"/>
                      <a:pt x="78" y="8"/>
                      <a:pt x="74" y="11"/>
                    </a:cubicBezTo>
                    <a:cubicBezTo>
                      <a:pt x="71" y="12"/>
                      <a:pt x="66" y="12"/>
                      <a:pt x="63" y="13"/>
                    </a:cubicBezTo>
                    <a:cubicBezTo>
                      <a:pt x="59" y="13"/>
                      <a:pt x="54" y="14"/>
                      <a:pt x="49" y="14"/>
                    </a:cubicBezTo>
                    <a:cubicBezTo>
                      <a:pt x="41" y="15"/>
                      <a:pt x="32" y="16"/>
                      <a:pt x="24" y="17"/>
                    </a:cubicBezTo>
                    <a:cubicBezTo>
                      <a:pt x="19" y="18"/>
                      <a:pt x="15" y="19"/>
                      <a:pt x="11" y="19"/>
                    </a:cubicBezTo>
                    <a:cubicBezTo>
                      <a:pt x="8" y="20"/>
                      <a:pt x="5" y="20"/>
                      <a:pt x="2" y="2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88" name="Freeform 956">
                <a:extLst>
                  <a:ext uri="{FF2B5EF4-FFF2-40B4-BE49-F238E27FC236}">
                    <a16:creationId xmlns:a16="http://schemas.microsoft.com/office/drawing/2014/main" id="{DE272CF4-1095-4788-A078-F8077515E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174"/>
                <a:ext cx="30" cy="11"/>
              </a:xfrm>
              <a:custGeom>
                <a:avLst/>
                <a:gdLst>
                  <a:gd name="T0" fmla="*/ 45 w 20"/>
                  <a:gd name="T1" fmla="*/ 0 h 7"/>
                  <a:gd name="T2" fmla="*/ 62 w 20"/>
                  <a:gd name="T3" fmla="*/ 8 h 7"/>
                  <a:gd name="T4" fmla="*/ 21 w 20"/>
                  <a:gd name="T5" fmla="*/ 27 h 7"/>
                  <a:gd name="T6" fmla="*/ 0 w 20"/>
                  <a:gd name="T7" fmla="*/ 27 h 7"/>
                  <a:gd name="T8" fmla="*/ 27 w 20"/>
                  <a:gd name="T9" fmla="*/ 27 h 7"/>
                  <a:gd name="T10" fmla="*/ 68 w 20"/>
                  <a:gd name="T11" fmla="*/ 8 h 7"/>
                  <a:gd name="T12" fmla="*/ 45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3" y="0"/>
                    </a:moveTo>
                    <a:cubicBezTo>
                      <a:pt x="16" y="0"/>
                      <a:pt x="17" y="1"/>
                      <a:pt x="18" y="2"/>
                    </a:cubicBezTo>
                    <a:cubicBezTo>
                      <a:pt x="18" y="4"/>
                      <a:pt x="12" y="6"/>
                      <a:pt x="6" y="7"/>
                    </a:cubicBezTo>
                    <a:cubicBezTo>
                      <a:pt x="3" y="7"/>
                      <a:pt x="1" y="7"/>
                      <a:pt x="0" y="7"/>
                    </a:cubicBezTo>
                    <a:cubicBezTo>
                      <a:pt x="2" y="7"/>
                      <a:pt x="5" y="7"/>
                      <a:pt x="8" y="7"/>
                    </a:cubicBezTo>
                    <a:cubicBezTo>
                      <a:pt x="15" y="6"/>
                      <a:pt x="20" y="4"/>
                      <a:pt x="20" y="2"/>
                    </a:cubicBezTo>
                    <a:cubicBezTo>
                      <a:pt x="20" y="1"/>
                      <a:pt x="17" y="0"/>
                      <a:pt x="13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89" name="Freeform 957">
                <a:extLst>
                  <a:ext uri="{FF2B5EF4-FFF2-40B4-BE49-F238E27FC236}">
                    <a16:creationId xmlns:a16="http://schemas.microsoft.com/office/drawing/2014/main" id="{6715280D-DA0C-47D8-BE03-A2A2DD95D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174"/>
                <a:ext cx="28" cy="10"/>
              </a:xfrm>
              <a:custGeom>
                <a:avLst/>
                <a:gdLst>
                  <a:gd name="T0" fmla="*/ 6 w 19"/>
                  <a:gd name="T1" fmla="*/ 20 h 6"/>
                  <a:gd name="T2" fmla="*/ 40 w 19"/>
                  <a:gd name="T3" fmla="*/ 5 h 6"/>
                  <a:gd name="T4" fmla="*/ 60 w 19"/>
                  <a:gd name="T5" fmla="*/ 5 h 6"/>
                  <a:gd name="T6" fmla="*/ 32 w 19"/>
                  <a:gd name="T7" fmla="*/ 5 h 6"/>
                  <a:gd name="T8" fmla="*/ 0 w 19"/>
                  <a:gd name="T9" fmla="*/ 20 h 6"/>
                  <a:gd name="T10" fmla="*/ 15 w 19"/>
                  <a:gd name="T11" fmla="*/ 28 h 6"/>
                  <a:gd name="T12" fmla="*/ 6 w 19"/>
                  <a:gd name="T13" fmla="*/ 2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2" y="4"/>
                    </a:moveTo>
                    <a:cubicBezTo>
                      <a:pt x="2" y="3"/>
                      <a:pt x="7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17" y="0"/>
                      <a:pt x="14" y="0"/>
                      <a:pt x="10" y="1"/>
                    </a:cubicBezTo>
                    <a:cubicBezTo>
                      <a:pt x="5" y="1"/>
                      <a:pt x="0" y="3"/>
                      <a:pt x="0" y="4"/>
                    </a:cubicBezTo>
                    <a:cubicBezTo>
                      <a:pt x="0" y="5"/>
                      <a:pt x="2" y="6"/>
                      <a:pt x="5" y="6"/>
                    </a:cubicBezTo>
                    <a:cubicBezTo>
                      <a:pt x="4" y="6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0" name="Freeform 958">
                <a:extLst>
                  <a:ext uri="{FF2B5EF4-FFF2-40B4-BE49-F238E27FC236}">
                    <a16:creationId xmlns:a16="http://schemas.microsoft.com/office/drawing/2014/main" id="{2B5C3B14-328A-4F8D-B626-D34B1A268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166"/>
                <a:ext cx="190" cy="40"/>
              </a:xfrm>
              <a:custGeom>
                <a:avLst/>
                <a:gdLst>
                  <a:gd name="T0" fmla="*/ 42 w 127"/>
                  <a:gd name="T1" fmla="*/ 0 h 25"/>
                  <a:gd name="T2" fmla="*/ 295 w 127"/>
                  <a:gd name="T3" fmla="*/ 13 h 25"/>
                  <a:gd name="T4" fmla="*/ 389 w 127"/>
                  <a:gd name="T5" fmla="*/ 21 h 25"/>
                  <a:gd name="T6" fmla="*/ 425 w 127"/>
                  <a:gd name="T7" fmla="*/ 35 h 25"/>
                  <a:gd name="T8" fmla="*/ 425 w 127"/>
                  <a:gd name="T9" fmla="*/ 82 h 25"/>
                  <a:gd name="T10" fmla="*/ 398 w 127"/>
                  <a:gd name="T11" fmla="*/ 102 h 25"/>
                  <a:gd name="T12" fmla="*/ 163 w 127"/>
                  <a:gd name="T13" fmla="*/ 86 h 25"/>
                  <a:gd name="T14" fmla="*/ 28 w 127"/>
                  <a:gd name="T15" fmla="*/ 82 h 25"/>
                  <a:gd name="T16" fmla="*/ 0 w 127"/>
                  <a:gd name="T17" fmla="*/ 54 h 25"/>
                  <a:gd name="T18" fmla="*/ 0 w 127"/>
                  <a:gd name="T19" fmla="*/ 16 h 25"/>
                  <a:gd name="T20" fmla="*/ 6 w 127"/>
                  <a:gd name="T21" fmla="*/ 5 h 25"/>
                  <a:gd name="T22" fmla="*/ 42 w 127"/>
                  <a:gd name="T23" fmla="*/ 0 h 25"/>
                  <a:gd name="T24" fmla="*/ 42 w 127"/>
                  <a:gd name="T25" fmla="*/ 0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25">
                    <a:moveTo>
                      <a:pt x="13" y="0"/>
                    </a:moveTo>
                    <a:cubicBezTo>
                      <a:pt x="13" y="0"/>
                      <a:pt x="69" y="2"/>
                      <a:pt x="88" y="3"/>
                    </a:cubicBezTo>
                    <a:cubicBezTo>
                      <a:pt x="116" y="5"/>
                      <a:pt x="116" y="5"/>
                      <a:pt x="116" y="5"/>
                    </a:cubicBezTo>
                    <a:cubicBezTo>
                      <a:pt x="121" y="5"/>
                      <a:pt x="127" y="6"/>
                      <a:pt x="127" y="9"/>
                    </a:cubicBezTo>
                    <a:cubicBezTo>
                      <a:pt x="127" y="9"/>
                      <a:pt x="127" y="20"/>
                      <a:pt x="127" y="20"/>
                    </a:cubicBezTo>
                    <a:cubicBezTo>
                      <a:pt x="127" y="24"/>
                      <a:pt x="124" y="25"/>
                      <a:pt x="119" y="25"/>
                    </a:cubicBezTo>
                    <a:cubicBezTo>
                      <a:pt x="118" y="25"/>
                      <a:pt x="64" y="22"/>
                      <a:pt x="49" y="21"/>
                    </a:cubicBezTo>
                    <a:cubicBezTo>
                      <a:pt x="33" y="20"/>
                      <a:pt x="10" y="20"/>
                      <a:pt x="9" y="20"/>
                    </a:cubicBezTo>
                    <a:cubicBezTo>
                      <a:pt x="3" y="20"/>
                      <a:pt x="0" y="17"/>
                      <a:pt x="0" y="1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8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1" name="Freeform 959">
                <a:extLst>
                  <a:ext uri="{FF2B5EF4-FFF2-40B4-BE49-F238E27FC236}">
                    <a16:creationId xmlns:a16="http://schemas.microsoft.com/office/drawing/2014/main" id="{1B101397-1731-4F37-A530-DFDA2D86A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153"/>
                <a:ext cx="192" cy="53"/>
              </a:xfrm>
              <a:custGeom>
                <a:avLst/>
                <a:gdLst>
                  <a:gd name="T0" fmla="*/ 386 w 128"/>
                  <a:gd name="T1" fmla="*/ 8 h 33"/>
                  <a:gd name="T2" fmla="*/ 431 w 128"/>
                  <a:gd name="T3" fmla="*/ 26 h 33"/>
                  <a:gd name="T4" fmla="*/ 432 w 128"/>
                  <a:gd name="T5" fmla="*/ 67 h 33"/>
                  <a:gd name="T6" fmla="*/ 396 w 128"/>
                  <a:gd name="T7" fmla="*/ 95 h 33"/>
                  <a:gd name="T8" fmla="*/ 291 w 128"/>
                  <a:gd name="T9" fmla="*/ 103 h 33"/>
                  <a:gd name="T10" fmla="*/ 41 w 128"/>
                  <a:gd name="T11" fmla="*/ 132 h 33"/>
                  <a:gd name="T12" fmla="*/ 5 w 128"/>
                  <a:gd name="T13" fmla="*/ 116 h 33"/>
                  <a:gd name="T14" fmla="*/ 0 w 128"/>
                  <a:gd name="T15" fmla="*/ 75 h 33"/>
                  <a:gd name="T16" fmla="*/ 18 w 128"/>
                  <a:gd name="T17" fmla="*/ 50 h 33"/>
                  <a:gd name="T18" fmla="*/ 207 w 128"/>
                  <a:gd name="T19" fmla="*/ 34 h 33"/>
                  <a:gd name="T20" fmla="*/ 386 w 128"/>
                  <a:gd name="T21" fmla="*/ 8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3">
                    <a:moveTo>
                      <a:pt x="114" y="2"/>
                    </a:moveTo>
                    <a:cubicBezTo>
                      <a:pt x="125" y="0"/>
                      <a:pt x="127" y="3"/>
                      <a:pt x="127" y="6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8" y="19"/>
                      <a:pt x="128" y="21"/>
                      <a:pt x="117" y="23"/>
                    </a:cubicBezTo>
                    <a:cubicBezTo>
                      <a:pt x="117" y="23"/>
                      <a:pt x="110" y="23"/>
                      <a:pt x="86" y="25"/>
                    </a:cubicBezTo>
                    <a:cubicBezTo>
                      <a:pt x="61" y="28"/>
                      <a:pt x="13" y="32"/>
                      <a:pt x="12" y="32"/>
                    </a:cubicBezTo>
                    <a:cubicBezTo>
                      <a:pt x="3" y="33"/>
                      <a:pt x="1" y="31"/>
                      <a:pt x="1" y="2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3"/>
                      <a:pt x="2" y="12"/>
                      <a:pt x="5" y="12"/>
                    </a:cubicBezTo>
                    <a:cubicBezTo>
                      <a:pt x="6" y="12"/>
                      <a:pt x="39" y="10"/>
                      <a:pt x="61" y="8"/>
                    </a:cubicBezTo>
                    <a:cubicBezTo>
                      <a:pt x="83" y="5"/>
                      <a:pt x="113" y="2"/>
                      <a:pt x="114" y="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2" name="Freeform 960">
                <a:extLst>
                  <a:ext uri="{FF2B5EF4-FFF2-40B4-BE49-F238E27FC236}">
                    <a16:creationId xmlns:a16="http://schemas.microsoft.com/office/drawing/2014/main" id="{D75978FC-2EA0-4992-9C1B-D32D54F38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115"/>
                <a:ext cx="191" cy="80"/>
              </a:xfrm>
              <a:custGeom>
                <a:avLst/>
                <a:gdLst>
                  <a:gd name="T0" fmla="*/ 391 w 127"/>
                  <a:gd name="T1" fmla="*/ 107 h 50"/>
                  <a:gd name="T2" fmla="*/ 427 w 127"/>
                  <a:gd name="T3" fmla="*/ 144 h 50"/>
                  <a:gd name="T4" fmla="*/ 421 w 127"/>
                  <a:gd name="T5" fmla="*/ 179 h 50"/>
                  <a:gd name="T6" fmla="*/ 377 w 127"/>
                  <a:gd name="T7" fmla="*/ 192 h 50"/>
                  <a:gd name="T8" fmla="*/ 275 w 127"/>
                  <a:gd name="T9" fmla="*/ 158 h 50"/>
                  <a:gd name="T10" fmla="*/ 35 w 127"/>
                  <a:gd name="T11" fmla="*/ 90 h 50"/>
                  <a:gd name="T12" fmla="*/ 0 w 127"/>
                  <a:gd name="T13" fmla="*/ 56 h 50"/>
                  <a:gd name="T14" fmla="*/ 12 w 127"/>
                  <a:gd name="T15" fmla="*/ 21 h 50"/>
                  <a:gd name="T16" fmla="*/ 35 w 127"/>
                  <a:gd name="T17" fmla="*/ 0 h 50"/>
                  <a:gd name="T18" fmla="*/ 217 w 127"/>
                  <a:gd name="T19" fmla="*/ 56 h 50"/>
                  <a:gd name="T20" fmla="*/ 391 w 127"/>
                  <a:gd name="T21" fmla="*/ 107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50">
                    <a:moveTo>
                      <a:pt x="115" y="26"/>
                    </a:moveTo>
                    <a:cubicBezTo>
                      <a:pt x="126" y="29"/>
                      <a:pt x="127" y="32"/>
                      <a:pt x="126" y="35"/>
                    </a:cubicBezTo>
                    <a:cubicBezTo>
                      <a:pt x="124" y="44"/>
                      <a:pt x="124" y="44"/>
                      <a:pt x="124" y="44"/>
                    </a:cubicBezTo>
                    <a:cubicBezTo>
                      <a:pt x="123" y="47"/>
                      <a:pt x="122" y="50"/>
                      <a:pt x="111" y="47"/>
                    </a:cubicBezTo>
                    <a:cubicBezTo>
                      <a:pt x="111" y="47"/>
                      <a:pt x="105" y="45"/>
                      <a:pt x="81" y="39"/>
                    </a:cubicBezTo>
                    <a:cubicBezTo>
                      <a:pt x="57" y="34"/>
                      <a:pt x="10" y="22"/>
                      <a:pt x="10" y="22"/>
                    </a:cubicBezTo>
                    <a:cubicBezTo>
                      <a:pt x="1" y="20"/>
                      <a:pt x="0" y="17"/>
                      <a:pt x="0" y="1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0"/>
                      <a:pt x="7" y="0"/>
                      <a:pt x="10" y="0"/>
                    </a:cubicBezTo>
                    <a:cubicBezTo>
                      <a:pt x="10" y="0"/>
                      <a:pt x="42" y="9"/>
                      <a:pt x="64" y="14"/>
                    </a:cubicBezTo>
                    <a:cubicBezTo>
                      <a:pt x="85" y="20"/>
                      <a:pt x="115" y="26"/>
                      <a:pt x="115" y="2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3" name="Freeform 961">
                <a:extLst>
                  <a:ext uri="{FF2B5EF4-FFF2-40B4-BE49-F238E27FC236}">
                    <a16:creationId xmlns:a16="http://schemas.microsoft.com/office/drawing/2014/main" id="{2C43600A-31C1-4B90-AE53-328E64EE3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149"/>
                <a:ext cx="37" cy="16"/>
              </a:xfrm>
              <a:custGeom>
                <a:avLst/>
                <a:gdLst>
                  <a:gd name="T0" fmla="*/ 0 w 25"/>
                  <a:gd name="T1" fmla="*/ 8 h 10"/>
                  <a:gd name="T2" fmla="*/ 41 w 25"/>
                  <a:gd name="T3" fmla="*/ 8 h 10"/>
                  <a:gd name="T4" fmla="*/ 78 w 25"/>
                  <a:gd name="T5" fmla="*/ 34 h 10"/>
                  <a:gd name="T6" fmla="*/ 36 w 25"/>
                  <a:gd name="T7" fmla="*/ 34 h 10"/>
                  <a:gd name="T8" fmla="*/ 0 w 25"/>
                  <a:gd name="T9" fmla="*/ 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0" y="2"/>
                    </a:moveTo>
                    <a:cubicBezTo>
                      <a:pt x="0" y="0"/>
                      <a:pt x="6" y="0"/>
                      <a:pt x="13" y="2"/>
                    </a:cubicBezTo>
                    <a:cubicBezTo>
                      <a:pt x="20" y="3"/>
                      <a:pt x="25" y="6"/>
                      <a:pt x="24" y="8"/>
                    </a:cubicBezTo>
                    <a:cubicBezTo>
                      <a:pt x="24" y="10"/>
                      <a:pt x="18" y="10"/>
                      <a:pt x="11" y="8"/>
                    </a:cubicBezTo>
                    <a:cubicBezTo>
                      <a:pt x="5" y="7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4" name="Freeform 962">
                <a:extLst>
                  <a:ext uri="{FF2B5EF4-FFF2-40B4-BE49-F238E27FC236}">
                    <a16:creationId xmlns:a16="http://schemas.microsoft.com/office/drawing/2014/main" id="{EB8ED3CC-CF02-4D2E-A946-FC10DFDE6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145"/>
                <a:ext cx="38" cy="16"/>
              </a:xfrm>
              <a:custGeom>
                <a:avLst/>
                <a:gdLst>
                  <a:gd name="T0" fmla="*/ 5 w 25"/>
                  <a:gd name="T1" fmla="*/ 8 h 10"/>
                  <a:gd name="T2" fmla="*/ 49 w 25"/>
                  <a:gd name="T3" fmla="*/ 5 h 10"/>
                  <a:gd name="T4" fmla="*/ 88 w 25"/>
                  <a:gd name="T5" fmla="*/ 34 h 10"/>
                  <a:gd name="T6" fmla="*/ 41 w 25"/>
                  <a:gd name="T7" fmla="*/ 34 h 10"/>
                  <a:gd name="T8" fmla="*/ 5 w 25"/>
                  <a:gd name="T9" fmla="*/ 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1" y="2"/>
                    </a:moveTo>
                    <a:cubicBezTo>
                      <a:pt x="1" y="0"/>
                      <a:pt x="7" y="0"/>
                      <a:pt x="14" y="1"/>
                    </a:cubicBezTo>
                    <a:cubicBezTo>
                      <a:pt x="20" y="3"/>
                      <a:pt x="25" y="6"/>
                      <a:pt x="25" y="8"/>
                    </a:cubicBezTo>
                    <a:cubicBezTo>
                      <a:pt x="24" y="9"/>
                      <a:pt x="19" y="10"/>
                      <a:pt x="12" y="8"/>
                    </a:cubicBezTo>
                    <a:cubicBezTo>
                      <a:pt x="5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5" name="Freeform 963">
                <a:extLst>
                  <a:ext uri="{FF2B5EF4-FFF2-40B4-BE49-F238E27FC236}">
                    <a16:creationId xmlns:a16="http://schemas.microsoft.com/office/drawing/2014/main" id="{C00C55E3-EA82-4B6D-A146-00E5410C0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118"/>
                <a:ext cx="81" cy="21"/>
              </a:xfrm>
              <a:custGeom>
                <a:avLst/>
                <a:gdLst>
                  <a:gd name="T0" fmla="*/ 0 w 54"/>
                  <a:gd name="T1" fmla="*/ 47 h 13"/>
                  <a:gd name="T2" fmla="*/ 12 w 54"/>
                  <a:gd name="T3" fmla="*/ 5 h 13"/>
                  <a:gd name="T4" fmla="*/ 54 w 54"/>
                  <a:gd name="T5" fmla="*/ 16 h 13"/>
                  <a:gd name="T6" fmla="*/ 122 w 54"/>
                  <a:gd name="T7" fmla="*/ 34 h 13"/>
                  <a:gd name="T8" fmla="*/ 153 w 54"/>
                  <a:gd name="T9" fmla="*/ 47 h 13"/>
                  <a:gd name="T10" fmla="*/ 183 w 54"/>
                  <a:gd name="T11" fmla="*/ 55 h 13"/>
                  <a:gd name="T12" fmla="*/ 54 w 54"/>
                  <a:gd name="T13" fmla="*/ 21 h 13"/>
                  <a:gd name="T14" fmla="*/ 18 w 54"/>
                  <a:gd name="T15" fmla="*/ 29 h 13"/>
                  <a:gd name="T16" fmla="*/ 0 w 54"/>
                  <a:gd name="T17" fmla="*/ 55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3">
                    <a:moveTo>
                      <a:pt x="0" y="11"/>
                    </a:moveTo>
                    <a:cubicBezTo>
                      <a:pt x="1" y="8"/>
                      <a:pt x="0" y="3"/>
                      <a:pt x="3" y="1"/>
                    </a:cubicBezTo>
                    <a:cubicBezTo>
                      <a:pt x="6" y="0"/>
                      <a:pt x="13" y="3"/>
                      <a:pt x="16" y="4"/>
                    </a:cubicBezTo>
                    <a:cubicBezTo>
                      <a:pt x="23" y="5"/>
                      <a:pt x="30" y="7"/>
                      <a:pt x="36" y="8"/>
                    </a:cubicBezTo>
                    <a:cubicBezTo>
                      <a:pt x="39" y="9"/>
                      <a:pt x="42" y="10"/>
                      <a:pt x="45" y="11"/>
                    </a:cubicBezTo>
                    <a:cubicBezTo>
                      <a:pt x="48" y="11"/>
                      <a:pt x="51" y="12"/>
                      <a:pt x="54" y="13"/>
                    </a:cubicBezTo>
                    <a:cubicBezTo>
                      <a:pt x="41" y="12"/>
                      <a:pt x="28" y="7"/>
                      <a:pt x="16" y="5"/>
                    </a:cubicBezTo>
                    <a:cubicBezTo>
                      <a:pt x="12" y="5"/>
                      <a:pt x="7" y="4"/>
                      <a:pt x="5" y="7"/>
                    </a:cubicBezTo>
                    <a:cubicBezTo>
                      <a:pt x="2" y="8"/>
                      <a:pt x="1" y="11"/>
                      <a:pt x="0" y="13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6" name="Freeform 964">
                <a:extLst>
                  <a:ext uri="{FF2B5EF4-FFF2-40B4-BE49-F238E27FC236}">
                    <a16:creationId xmlns:a16="http://schemas.microsoft.com/office/drawing/2014/main" id="{93CEE5CC-24F7-4384-BE72-8293DE8AC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160"/>
                <a:ext cx="121" cy="30"/>
              </a:xfrm>
              <a:custGeom>
                <a:avLst/>
                <a:gdLst>
                  <a:gd name="T0" fmla="*/ 0 w 81"/>
                  <a:gd name="T1" fmla="*/ 0 h 19"/>
                  <a:gd name="T2" fmla="*/ 194 w 81"/>
                  <a:gd name="T3" fmla="*/ 55 h 19"/>
                  <a:gd name="T4" fmla="*/ 261 w 81"/>
                  <a:gd name="T5" fmla="*/ 68 h 19"/>
                  <a:gd name="T6" fmla="*/ 267 w 81"/>
                  <a:gd name="T7" fmla="*/ 22 h 19"/>
                  <a:gd name="T8" fmla="*/ 243 w 81"/>
                  <a:gd name="T9" fmla="*/ 55 h 19"/>
                  <a:gd name="T10" fmla="*/ 208 w 81"/>
                  <a:gd name="T11" fmla="*/ 52 h 19"/>
                  <a:gd name="T12" fmla="*/ 163 w 81"/>
                  <a:gd name="T13" fmla="*/ 39 h 19"/>
                  <a:gd name="T14" fmla="*/ 76 w 81"/>
                  <a:gd name="T15" fmla="*/ 14 h 19"/>
                  <a:gd name="T16" fmla="*/ 36 w 81"/>
                  <a:gd name="T17" fmla="*/ 8 h 19"/>
                  <a:gd name="T18" fmla="*/ 6 w 81"/>
                  <a:gd name="T19" fmla="*/ 5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9">
                    <a:moveTo>
                      <a:pt x="0" y="0"/>
                    </a:moveTo>
                    <a:cubicBezTo>
                      <a:pt x="20" y="5"/>
                      <a:pt x="39" y="9"/>
                      <a:pt x="58" y="14"/>
                    </a:cubicBezTo>
                    <a:cubicBezTo>
                      <a:pt x="63" y="15"/>
                      <a:pt x="74" y="19"/>
                      <a:pt x="78" y="17"/>
                    </a:cubicBezTo>
                    <a:cubicBezTo>
                      <a:pt x="81" y="15"/>
                      <a:pt x="81" y="9"/>
                      <a:pt x="80" y="6"/>
                    </a:cubicBezTo>
                    <a:cubicBezTo>
                      <a:pt x="80" y="9"/>
                      <a:pt x="78" y="14"/>
                      <a:pt x="73" y="14"/>
                    </a:cubicBezTo>
                    <a:cubicBezTo>
                      <a:pt x="70" y="15"/>
                      <a:pt x="66" y="14"/>
                      <a:pt x="62" y="13"/>
                    </a:cubicBezTo>
                    <a:cubicBezTo>
                      <a:pt x="58" y="12"/>
                      <a:pt x="53" y="11"/>
                      <a:pt x="49" y="10"/>
                    </a:cubicBezTo>
                    <a:cubicBezTo>
                      <a:pt x="41" y="8"/>
                      <a:pt x="32" y="5"/>
                      <a:pt x="23" y="4"/>
                    </a:cubicBezTo>
                    <a:cubicBezTo>
                      <a:pt x="19" y="3"/>
                      <a:pt x="15" y="3"/>
                      <a:pt x="11" y="2"/>
                    </a:cubicBezTo>
                    <a:cubicBezTo>
                      <a:pt x="8" y="1"/>
                      <a:pt x="5" y="0"/>
                      <a:pt x="2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7" name="Freeform 965">
                <a:extLst>
                  <a:ext uri="{FF2B5EF4-FFF2-40B4-BE49-F238E27FC236}">
                    <a16:creationId xmlns:a16="http://schemas.microsoft.com/office/drawing/2014/main" id="{1EAD1AC8-FD58-4C18-B1F2-FD0878752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150"/>
                <a:ext cx="30" cy="11"/>
              </a:xfrm>
              <a:custGeom>
                <a:avLst/>
                <a:gdLst>
                  <a:gd name="T0" fmla="*/ 48 w 20"/>
                  <a:gd name="T1" fmla="*/ 0 h 7"/>
                  <a:gd name="T2" fmla="*/ 62 w 20"/>
                  <a:gd name="T3" fmla="*/ 14 h 7"/>
                  <a:gd name="T4" fmla="*/ 18 w 20"/>
                  <a:gd name="T5" fmla="*/ 14 h 7"/>
                  <a:gd name="T6" fmla="*/ 0 w 20"/>
                  <a:gd name="T7" fmla="*/ 8 h 7"/>
                  <a:gd name="T8" fmla="*/ 26 w 20"/>
                  <a:gd name="T9" fmla="*/ 20 h 7"/>
                  <a:gd name="T10" fmla="*/ 68 w 20"/>
                  <a:gd name="T11" fmla="*/ 20 h 7"/>
                  <a:gd name="T12" fmla="*/ 48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4" y="0"/>
                    </a:moveTo>
                    <a:cubicBezTo>
                      <a:pt x="17" y="1"/>
                      <a:pt x="18" y="3"/>
                      <a:pt x="18" y="4"/>
                    </a:cubicBezTo>
                    <a:cubicBezTo>
                      <a:pt x="18" y="6"/>
                      <a:pt x="12" y="6"/>
                      <a:pt x="5" y="4"/>
                    </a:cubicBezTo>
                    <a:cubicBezTo>
                      <a:pt x="3" y="4"/>
                      <a:pt x="1" y="3"/>
                      <a:pt x="0" y="2"/>
                    </a:cubicBezTo>
                    <a:cubicBezTo>
                      <a:pt x="2" y="3"/>
                      <a:pt x="4" y="4"/>
                      <a:pt x="7" y="5"/>
                    </a:cubicBezTo>
                    <a:cubicBezTo>
                      <a:pt x="14" y="7"/>
                      <a:pt x="20" y="7"/>
                      <a:pt x="20" y="5"/>
                    </a:cubicBezTo>
                    <a:cubicBezTo>
                      <a:pt x="20" y="3"/>
                      <a:pt x="18" y="2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8" name="Freeform 966">
                <a:extLst>
                  <a:ext uri="{FF2B5EF4-FFF2-40B4-BE49-F238E27FC236}">
                    <a16:creationId xmlns:a16="http://schemas.microsoft.com/office/drawing/2014/main" id="{3346ACE7-AEFC-4A91-B230-27C2772AC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147"/>
                <a:ext cx="28" cy="6"/>
              </a:xfrm>
              <a:custGeom>
                <a:avLst/>
                <a:gdLst>
                  <a:gd name="T0" fmla="*/ 1 w 19"/>
                  <a:gd name="T1" fmla="*/ 8 h 4"/>
                  <a:gd name="T2" fmla="*/ 40 w 19"/>
                  <a:gd name="T3" fmla="*/ 8 h 4"/>
                  <a:gd name="T4" fmla="*/ 60 w 19"/>
                  <a:gd name="T5" fmla="*/ 14 h 4"/>
                  <a:gd name="T6" fmla="*/ 35 w 19"/>
                  <a:gd name="T7" fmla="*/ 5 h 4"/>
                  <a:gd name="T8" fmla="*/ 0 w 19"/>
                  <a:gd name="T9" fmla="*/ 5 h 4"/>
                  <a:gd name="T10" fmla="*/ 9 w 19"/>
                  <a:gd name="T11" fmla="*/ 14 h 4"/>
                  <a:gd name="T12" fmla="*/ 1 w 19"/>
                  <a:gd name="T13" fmla="*/ 8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">
                    <a:moveTo>
                      <a:pt x="1" y="2"/>
                    </a:moveTo>
                    <a:cubicBezTo>
                      <a:pt x="2" y="0"/>
                      <a:pt x="7" y="0"/>
                      <a:pt x="12" y="2"/>
                    </a:cubicBezTo>
                    <a:cubicBezTo>
                      <a:pt x="15" y="2"/>
                      <a:pt x="17" y="3"/>
                      <a:pt x="19" y="4"/>
                    </a:cubicBezTo>
                    <a:cubicBezTo>
                      <a:pt x="17" y="3"/>
                      <a:pt x="14" y="2"/>
                      <a:pt x="11" y="1"/>
                    </a:cubicBezTo>
                    <a:cubicBezTo>
                      <a:pt x="5" y="0"/>
                      <a:pt x="1" y="0"/>
                      <a:pt x="0" y="1"/>
                    </a:cubicBezTo>
                    <a:cubicBezTo>
                      <a:pt x="0" y="2"/>
                      <a:pt x="1" y="3"/>
                      <a:pt x="3" y="4"/>
                    </a:cubicBezTo>
                    <a:cubicBezTo>
                      <a:pt x="3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99" name="Freeform 967">
                <a:extLst>
                  <a:ext uri="{FF2B5EF4-FFF2-40B4-BE49-F238E27FC236}">
                    <a16:creationId xmlns:a16="http://schemas.microsoft.com/office/drawing/2014/main" id="{A98BC6F9-66EB-4D2B-8FC5-219DD5B3B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115"/>
                <a:ext cx="191" cy="80"/>
              </a:xfrm>
              <a:custGeom>
                <a:avLst/>
                <a:gdLst>
                  <a:gd name="T0" fmla="*/ 391 w 127"/>
                  <a:gd name="T1" fmla="*/ 107 h 50"/>
                  <a:gd name="T2" fmla="*/ 427 w 127"/>
                  <a:gd name="T3" fmla="*/ 144 h 50"/>
                  <a:gd name="T4" fmla="*/ 421 w 127"/>
                  <a:gd name="T5" fmla="*/ 179 h 50"/>
                  <a:gd name="T6" fmla="*/ 377 w 127"/>
                  <a:gd name="T7" fmla="*/ 192 h 50"/>
                  <a:gd name="T8" fmla="*/ 275 w 127"/>
                  <a:gd name="T9" fmla="*/ 158 h 50"/>
                  <a:gd name="T10" fmla="*/ 35 w 127"/>
                  <a:gd name="T11" fmla="*/ 90 h 50"/>
                  <a:gd name="T12" fmla="*/ 0 w 127"/>
                  <a:gd name="T13" fmla="*/ 56 h 50"/>
                  <a:gd name="T14" fmla="*/ 12 w 127"/>
                  <a:gd name="T15" fmla="*/ 21 h 50"/>
                  <a:gd name="T16" fmla="*/ 35 w 127"/>
                  <a:gd name="T17" fmla="*/ 0 h 50"/>
                  <a:gd name="T18" fmla="*/ 217 w 127"/>
                  <a:gd name="T19" fmla="*/ 56 h 50"/>
                  <a:gd name="T20" fmla="*/ 391 w 127"/>
                  <a:gd name="T21" fmla="*/ 107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50">
                    <a:moveTo>
                      <a:pt x="115" y="26"/>
                    </a:moveTo>
                    <a:cubicBezTo>
                      <a:pt x="126" y="29"/>
                      <a:pt x="127" y="32"/>
                      <a:pt x="126" y="35"/>
                    </a:cubicBezTo>
                    <a:cubicBezTo>
                      <a:pt x="124" y="44"/>
                      <a:pt x="124" y="44"/>
                      <a:pt x="124" y="44"/>
                    </a:cubicBezTo>
                    <a:cubicBezTo>
                      <a:pt x="123" y="47"/>
                      <a:pt x="122" y="50"/>
                      <a:pt x="111" y="47"/>
                    </a:cubicBezTo>
                    <a:cubicBezTo>
                      <a:pt x="111" y="47"/>
                      <a:pt x="105" y="45"/>
                      <a:pt x="81" y="39"/>
                    </a:cubicBezTo>
                    <a:cubicBezTo>
                      <a:pt x="57" y="34"/>
                      <a:pt x="10" y="22"/>
                      <a:pt x="10" y="22"/>
                    </a:cubicBezTo>
                    <a:cubicBezTo>
                      <a:pt x="1" y="20"/>
                      <a:pt x="0" y="17"/>
                      <a:pt x="0" y="1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0"/>
                      <a:pt x="7" y="0"/>
                      <a:pt x="10" y="0"/>
                    </a:cubicBezTo>
                    <a:cubicBezTo>
                      <a:pt x="10" y="0"/>
                      <a:pt x="42" y="9"/>
                      <a:pt x="64" y="14"/>
                    </a:cubicBezTo>
                    <a:cubicBezTo>
                      <a:pt x="85" y="20"/>
                      <a:pt x="115" y="26"/>
                      <a:pt x="115" y="2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00" name="Freeform 968">
                <a:extLst>
                  <a:ext uri="{FF2B5EF4-FFF2-40B4-BE49-F238E27FC236}">
                    <a16:creationId xmlns:a16="http://schemas.microsoft.com/office/drawing/2014/main" id="{75A7E15D-307E-42BE-8D97-0287E3D45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016"/>
                <a:ext cx="183" cy="121"/>
              </a:xfrm>
              <a:custGeom>
                <a:avLst/>
                <a:gdLst>
                  <a:gd name="T0" fmla="*/ 18 w 122"/>
                  <a:gd name="T1" fmla="*/ 89 h 76"/>
                  <a:gd name="T2" fmla="*/ 18 w 122"/>
                  <a:gd name="T3" fmla="*/ 89 h 76"/>
                  <a:gd name="T4" fmla="*/ 8 w 122"/>
                  <a:gd name="T5" fmla="*/ 61 h 76"/>
                  <a:gd name="T6" fmla="*/ 21 w 122"/>
                  <a:gd name="T7" fmla="*/ 25 h 76"/>
                  <a:gd name="T8" fmla="*/ 80 w 122"/>
                  <a:gd name="T9" fmla="*/ 33 h 76"/>
                  <a:gd name="T10" fmla="*/ 257 w 122"/>
                  <a:gd name="T11" fmla="*/ 142 h 76"/>
                  <a:gd name="T12" fmla="*/ 378 w 122"/>
                  <a:gd name="T13" fmla="*/ 213 h 76"/>
                  <a:gd name="T14" fmla="*/ 405 w 122"/>
                  <a:gd name="T15" fmla="*/ 253 h 76"/>
                  <a:gd name="T16" fmla="*/ 392 w 122"/>
                  <a:gd name="T17" fmla="*/ 291 h 76"/>
                  <a:gd name="T18" fmla="*/ 363 w 122"/>
                  <a:gd name="T19" fmla="*/ 299 h 76"/>
                  <a:gd name="T20" fmla="*/ 188 w 122"/>
                  <a:gd name="T21" fmla="*/ 202 h 76"/>
                  <a:gd name="T22" fmla="*/ 18 w 122"/>
                  <a:gd name="T23" fmla="*/ 89 h 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2" h="76">
                    <a:moveTo>
                      <a:pt x="5" y="22"/>
                    </a:moveTo>
                    <a:cubicBezTo>
                      <a:pt x="5" y="22"/>
                      <a:pt x="5" y="22"/>
                      <a:pt x="5" y="22"/>
                    </a:cubicBezTo>
                    <a:cubicBezTo>
                      <a:pt x="2" y="21"/>
                      <a:pt x="0" y="19"/>
                      <a:pt x="2" y="1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3"/>
                      <a:pt x="9" y="0"/>
                      <a:pt x="23" y="8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112" y="53"/>
                      <a:pt x="112" y="53"/>
                      <a:pt x="112" y="53"/>
                    </a:cubicBezTo>
                    <a:cubicBezTo>
                      <a:pt x="118" y="56"/>
                      <a:pt x="122" y="60"/>
                      <a:pt x="120" y="63"/>
                    </a:cubicBezTo>
                    <a:cubicBezTo>
                      <a:pt x="116" y="72"/>
                      <a:pt x="116" y="72"/>
                      <a:pt x="116" y="72"/>
                    </a:cubicBezTo>
                    <a:cubicBezTo>
                      <a:pt x="114" y="75"/>
                      <a:pt x="111" y="76"/>
                      <a:pt x="107" y="74"/>
                    </a:cubicBezTo>
                    <a:cubicBezTo>
                      <a:pt x="107" y="74"/>
                      <a:pt x="67" y="55"/>
                      <a:pt x="55" y="50"/>
                    </a:cubicBezTo>
                    <a:cubicBezTo>
                      <a:pt x="44" y="44"/>
                      <a:pt x="6" y="23"/>
                      <a:pt x="5" y="2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01" name="Freeform 969">
                <a:extLst>
                  <a:ext uri="{FF2B5EF4-FFF2-40B4-BE49-F238E27FC236}">
                    <a16:creationId xmlns:a16="http://schemas.microsoft.com/office/drawing/2014/main" id="{14A7AF54-9A15-4D70-9535-012A26958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075"/>
                <a:ext cx="36" cy="22"/>
              </a:xfrm>
              <a:custGeom>
                <a:avLst/>
                <a:gdLst>
                  <a:gd name="T0" fmla="*/ 80 w 24"/>
                  <a:gd name="T1" fmla="*/ 49 h 14"/>
                  <a:gd name="T2" fmla="*/ 35 w 24"/>
                  <a:gd name="T3" fmla="*/ 39 h 14"/>
                  <a:gd name="T4" fmla="*/ 0 w 24"/>
                  <a:gd name="T5" fmla="*/ 5 h 14"/>
                  <a:gd name="T6" fmla="*/ 45 w 24"/>
                  <a:gd name="T7" fmla="*/ 14 h 14"/>
                  <a:gd name="T8" fmla="*/ 80 w 24"/>
                  <a:gd name="T9" fmla="*/ 4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13"/>
                    </a:moveTo>
                    <a:cubicBezTo>
                      <a:pt x="22" y="14"/>
                      <a:pt x="16" y="13"/>
                      <a:pt x="10" y="10"/>
                    </a:cubicBezTo>
                    <a:cubicBezTo>
                      <a:pt x="4" y="7"/>
                      <a:pt x="0" y="3"/>
                      <a:pt x="0" y="1"/>
                    </a:cubicBezTo>
                    <a:cubicBezTo>
                      <a:pt x="1" y="0"/>
                      <a:pt x="7" y="1"/>
                      <a:pt x="13" y="4"/>
                    </a:cubicBezTo>
                    <a:cubicBezTo>
                      <a:pt x="19" y="7"/>
                      <a:pt x="24" y="11"/>
                      <a:pt x="23" y="1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02" name="Freeform 970">
                <a:extLst>
                  <a:ext uri="{FF2B5EF4-FFF2-40B4-BE49-F238E27FC236}">
                    <a16:creationId xmlns:a16="http://schemas.microsoft.com/office/drawing/2014/main" id="{78817872-041B-4B2F-9F73-2AD7A44D0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070"/>
                <a:ext cx="36" cy="23"/>
              </a:xfrm>
              <a:custGeom>
                <a:avLst/>
                <a:gdLst>
                  <a:gd name="T0" fmla="*/ 80 w 24"/>
                  <a:gd name="T1" fmla="*/ 58 h 14"/>
                  <a:gd name="T2" fmla="*/ 35 w 24"/>
                  <a:gd name="T3" fmla="*/ 43 h 14"/>
                  <a:gd name="T4" fmla="*/ 5 w 24"/>
                  <a:gd name="T5" fmla="*/ 8 h 14"/>
                  <a:gd name="T6" fmla="*/ 45 w 24"/>
                  <a:gd name="T7" fmla="*/ 20 h 14"/>
                  <a:gd name="T8" fmla="*/ 80 w 24"/>
                  <a:gd name="T9" fmla="*/ 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13"/>
                    </a:moveTo>
                    <a:cubicBezTo>
                      <a:pt x="22" y="14"/>
                      <a:pt x="16" y="13"/>
                      <a:pt x="10" y="10"/>
                    </a:cubicBezTo>
                    <a:cubicBezTo>
                      <a:pt x="4" y="7"/>
                      <a:pt x="0" y="3"/>
                      <a:pt x="1" y="2"/>
                    </a:cubicBezTo>
                    <a:cubicBezTo>
                      <a:pt x="2" y="0"/>
                      <a:pt x="7" y="1"/>
                      <a:pt x="13" y="4"/>
                    </a:cubicBezTo>
                    <a:cubicBezTo>
                      <a:pt x="20" y="7"/>
                      <a:pt x="24" y="11"/>
                      <a:pt x="23" y="1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03" name="Freeform 971">
                <a:extLst>
                  <a:ext uri="{FF2B5EF4-FFF2-40B4-BE49-F238E27FC236}">
                    <a16:creationId xmlns:a16="http://schemas.microsoft.com/office/drawing/2014/main" id="{61A57416-E09E-4127-85A9-36769F803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025"/>
                <a:ext cx="78" cy="36"/>
              </a:xfrm>
              <a:custGeom>
                <a:avLst/>
                <a:gdLst>
                  <a:gd name="T0" fmla="*/ 5 w 52"/>
                  <a:gd name="T1" fmla="*/ 34 h 22"/>
                  <a:gd name="T2" fmla="*/ 26 w 52"/>
                  <a:gd name="T3" fmla="*/ 5 h 22"/>
                  <a:gd name="T4" fmla="*/ 62 w 52"/>
                  <a:gd name="T5" fmla="*/ 21 h 22"/>
                  <a:gd name="T6" fmla="*/ 122 w 52"/>
                  <a:gd name="T7" fmla="*/ 62 h 22"/>
                  <a:gd name="T8" fmla="*/ 149 w 52"/>
                  <a:gd name="T9" fmla="*/ 77 h 22"/>
                  <a:gd name="T10" fmla="*/ 176 w 52"/>
                  <a:gd name="T11" fmla="*/ 97 h 22"/>
                  <a:gd name="T12" fmla="*/ 59 w 52"/>
                  <a:gd name="T13" fmla="*/ 26 h 22"/>
                  <a:gd name="T14" fmla="*/ 21 w 52"/>
                  <a:gd name="T15" fmla="*/ 21 h 22"/>
                  <a:gd name="T16" fmla="*/ 0 w 52"/>
                  <a:gd name="T17" fmla="*/ 43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2">
                    <a:moveTo>
                      <a:pt x="1" y="8"/>
                    </a:moveTo>
                    <a:cubicBezTo>
                      <a:pt x="2" y="6"/>
                      <a:pt x="3" y="1"/>
                      <a:pt x="7" y="1"/>
                    </a:cubicBezTo>
                    <a:cubicBezTo>
                      <a:pt x="10" y="0"/>
                      <a:pt x="15" y="3"/>
                      <a:pt x="18" y="5"/>
                    </a:cubicBezTo>
                    <a:cubicBezTo>
                      <a:pt x="24" y="8"/>
                      <a:pt x="30" y="11"/>
                      <a:pt x="36" y="14"/>
                    </a:cubicBezTo>
                    <a:cubicBezTo>
                      <a:pt x="39" y="15"/>
                      <a:pt x="42" y="17"/>
                      <a:pt x="44" y="18"/>
                    </a:cubicBezTo>
                    <a:cubicBezTo>
                      <a:pt x="47" y="19"/>
                      <a:pt x="50" y="20"/>
                      <a:pt x="52" y="22"/>
                    </a:cubicBezTo>
                    <a:cubicBezTo>
                      <a:pt x="40" y="19"/>
                      <a:pt x="29" y="11"/>
                      <a:pt x="17" y="6"/>
                    </a:cubicBezTo>
                    <a:cubicBezTo>
                      <a:pt x="13" y="5"/>
                      <a:pt x="9" y="3"/>
                      <a:pt x="6" y="5"/>
                    </a:cubicBezTo>
                    <a:cubicBezTo>
                      <a:pt x="3" y="6"/>
                      <a:pt x="1" y="8"/>
                      <a:pt x="0" y="1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04" name="Freeform 972">
                <a:extLst>
                  <a:ext uri="{FF2B5EF4-FFF2-40B4-BE49-F238E27FC236}">
                    <a16:creationId xmlns:a16="http://schemas.microsoft.com/office/drawing/2014/main" id="{3C7E50AC-4D46-4EC6-A478-146A1E500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073"/>
                <a:ext cx="129" cy="60"/>
              </a:xfrm>
              <a:custGeom>
                <a:avLst/>
                <a:gdLst>
                  <a:gd name="T0" fmla="*/ 288 w 86"/>
                  <a:gd name="T1" fmla="*/ 123 h 37"/>
                  <a:gd name="T2" fmla="*/ 264 w 86"/>
                  <a:gd name="T3" fmla="*/ 157 h 37"/>
                  <a:gd name="T4" fmla="*/ 215 w 86"/>
                  <a:gd name="T5" fmla="*/ 131 h 37"/>
                  <a:gd name="T6" fmla="*/ 147 w 86"/>
                  <a:gd name="T7" fmla="*/ 89 h 37"/>
                  <a:gd name="T8" fmla="*/ 0 w 86"/>
                  <a:gd name="T9" fmla="*/ 0 h 37"/>
                  <a:gd name="T10" fmla="*/ 99 w 86"/>
                  <a:gd name="T11" fmla="*/ 60 h 37"/>
                  <a:gd name="T12" fmla="*/ 203 w 86"/>
                  <a:gd name="T13" fmla="*/ 115 h 37"/>
                  <a:gd name="T14" fmla="*/ 284 w 86"/>
                  <a:gd name="T15" fmla="*/ 94 h 37"/>
                  <a:gd name="T16" fmla="*/ 288 w 86"/>
                  <a:gd name="T17" fmla="*/ 118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37">
                    <a:moveTo>
                      <a:pt x="85" y="29"/>
                    </a:moveTo>
                    <a:cubicBezTo>
                      <a:pt x="83" y="32"/>
                      <a:pt x="83" y="37"/>
                      <a:pt x="78" y="37"/>
                    </a:cubicBezTo>
                    <a:cubicBezTo>
                      <a:pt x="74" y="37"/>
                      <a:pt x="68" y="33"/>
                      <a:pt x="63" y="31"/>
                    </a:cubicBezTo>
                    <a:cubicBezTo>
                      <a:pt x="55" y="27"/>
                      <a:pt x="52" y="25"/>
                      <a:pt x="43" y="21"/>
                    </a:cubicBezTo>
                    <a:cubicBezTo>
                      <a:pt x="30" y="15"/>
                      <a:pt x="12" y="7"/>
                      <a:pt x="0" y="0"/>
                    </a:cubicBezTo>
                    <a:cubicBezTo>
                      <a:pt x="9" y="4"/>
                      <a:pt x="20" y="10"/>
                      <a:pt x="29" y="14"/>
                    </a:cubicBezTo>
                    <a:cubicBezTo>
                      <a:pt x="40" y="19"/>
                      <a:pt x="49" y="22"/>
                      <a:pt x="60" y="27"/>
                    </a:cubicBezTo>
                    <a:cubicBezTo>
                      <a:pt x="69" y="31"/>
                      <a:pt x="85" y="33"/>
                      <a:pt x="84" y="22"/>
                    </a:cubicBezTo>
                    <a:cubicBezTo>
                      <a:pt x="86" y="25"/>
                      <a:pt x="85" y="26"/>
                      <a:pt x="85" y="28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05" name="Freeform 973">
                <a:extLst>
                  <a:ext uri="{FF2B5EF4-FFF2-40B4-BE49-F238E27FC236}">
                    <a16:creationId xmlns:a16="http://schemas.microsoft.com/office/drawing/2014/main" id="{713829A9-50C7-44B4-80F0-E9C9A184B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080"/>
                <a:ext cx="30" cy="14"/>
              </a:xfrm>
              <a:custGeom>
                <a:avLst/>
                <a:gdLst>
                  <a:gd name="T0" fmla="*/ 53 w 20"/>
                  <a:gd name="T1" fmla="*/ 5 h 9"/>
                  <a:gd name="T2" fmla="*/ 59 w 20"/>
                  <a:gd name="T3" fmla="*/ 19 h 9"/>
                  <a:gd name="T4" fmla="*/ 18 w 20"/>
                  <a:gd name="T5" fmla="*/ 12 h 9"/>
                  <a:gd name="T6" fmla="*/ 0 w 20"/>
                  <a:gd name="T7" fmla="*/ 0 h 9"/>
                  <a:gd name="T8" fmla="*/ 21 w 20"/>
                  <a:gd name="T9" fmla="*/ 14 h 9"/>
                  <a:gd name="T10" fmla="*/ 66 w 20"/>
                  <a:gd name="T11" fmla="*/ 26 h 9"/>
                  <a:gd name="T12" fmla="*/ 53 w 20"/>
                  <a:gd name="T13" fmla="*/ 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9">
                    <a:moveTo>
                      <a:pt x="15" y="1"/>
                    </a:moveTo>
                    <a:cubicBezTo>
                      <a:pt x="17" y="3"/>
                      <a:pt x="18" y="4"/>
                      <a:pt x="17" y="5"/>
                    </a:cubicBezTo>
                    <a:cubicBezTo>
                      <a:pt x="16" y="7"/>
                      <a:pt x="11" y="6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4" y="3"/>
                      <a:pt x="6" y="4"/>
                    </a:cubicBezTo>
                    <a:cubicBezTo>
                      <a:pt x="13" y="7"/>
                      <a:pt x="18" y="9"/>
                      <a:pt x="19" y="7"/>
                    </a:cubicBezTo>
                    <a:cubicBezTo>
                      <a:pt x="20" y="6"/>
                      <a:pt x="18" y="3"/>
                      <a:pt x="15" y="1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06" name="Freeform 974">
                <a:extLst>
                  <a:ext uri="{FF2B5EF4-FFF2-40B4-BE49-F238E27FC236}">
                    <a16:creationId xmlns:a16="http://schemas.microsoft.com/office/drawing/2014/main" id="{9E2B90FA-5CA5-4A75-8967-D5150B991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072"/>
                <a:ext cx="25" cy="13"/>
              </a:xfrm>
              <a:custGeom>
                <a:avLst/>
                <a:gdLst>
                  <a:gd name="T0" fmla="*/ 1 w 17"/>
                  <a:gd name="T1" fmla="*/ 8 h 8"/>
                  <a:gd name="T2" fmla="*/ 38 w 17"/>
                  <a:gd name="T3" fmla="*/ 21 h 8"/>
                  <a:gd name="T4" fmla="*/ 54 w 17"/>
                  <a:gd name="T5" fmla="*/ 34 h 8"/>
                  <a:gd name="T6" fmla="*/ 32 w 17"/>
                  <a:gd name="T7" fmla="*/ 18 h 8"/>
                  <a:gd name="T8" fmla="*/ 0 w 17"/>
                  <a:gd name="T9" fmla="*/ 8 h 8"/>
                  <a:gd name="T10" fmla="*/ 6 w 17"/>
                  <a:gd name="T11" fmla="*/ 21 h 8"/>
                  <a:gd name="T12" fmla="*/ 1 w 17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1" y="2"/>
                    </a:moveTo>
                    <a:cubicBezTo>
                      <a:pt x="2" y="1"/>
                      <a:pt x="7" y="2"/>
                      <a:pt x="12" y="5"/>
                    </a:cubicBezTo>
                    <a:cubicBezTo>
                      <a:pt x="14" y="6"/>
                      <a:pt x="16" y="7"/>
                      <a:pt x="17" y="8"/>
                    </a:cubicBezTo>
                    <a:cubicBezTo>
                      <a:pt x="16" y="7"/>
                      <a:pt x="13" y="5"/>
                      <a:pt x="10" y="4"/>
                    </a:cubicBezTo>
                    <a:cubicBezTo>
                      <a:pt x="5" y="1"/>
                      <a:pt x="1" y="0"/>
                      <a:pt x="0" y="2"/>
                    </a:cubicBezTo>
                    <a:cubicBezTo>
                      <a:pt x="0" y="2"/>
                      <a:pt x="1" y="4"/>
                      <a:pt x="2" y="5"/>
                    </a:cubicBezTo>
                    <a:cubicBezTo>
                      <a:pt x="2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07" name="Freeform 975">
                <a:extLst>
                  <a:ext uri="{FF2B5EF4-FFF2-40B4-BE49-F238E27FC236}">
                    <a16:creationId xmlns:a16="http://schemas.microsoft.com/office/drawing/2014/main" id="{2847AABE-B9A3-4B23-B689-EB4AABD03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016"/>
                <a:ext cx="183" cy="121"/>
              </a:xfrm>
              <a:custGeom>
                <a:avLst/>
                <a:gdLst>
                  <a:gd name="T0" fmla="*/ 18 w 122"/>
                  <a:gd name="T1" fmla="*/ 89 h 76"/>
                  <a:gd name="T2" fmla="*/ 18 w 122"/>
                  <a:gd name="T3" fmla="*/ 89 h 76"/>
                  <a:gd name="T4" fmla="*/ 8 w 122"/>
                  <a:gd name="T5" fmla="*/ 61 h 76"/>
                  <a:gd name="T6" fmla="*/ 21 w 122"/>
                  <a:gd name="T7" fmla="*/ 25 h 76"/>
                  <a:gd name="T8" fmla="*/ 80 w 122"/>
                  <a:gd name="T9" fmla="*/ 33 h 76"/>
                  <a:gd name="T10" fmla="*/ 257 w 122"/>
                  <a:gd name="T11" fmla="*/ 142 h 76"/>
                  <a:gd name="T12" fmla="*/ 378 w 122"/>
                  <a:gd name="T13" fmla="*/ 213 h 76"/>
                  <a:gd name="T14" fmla="*/ 405 w 122"/>
                  <a:gd name="T15" fmla="*/ 253 h 76"/>
                  <a:gd name="T16" fmla="*/ 392 w 122"/>
                  <a:gd name="T17" fmla="*/ 291 h 76"/>
                  <a:gd name="T18" fmla="*/ 363 w 122"/>
                  <a:gd name="T19" fmla="*/ 299 h 76"/>
                  <a:gd name="T20" fmla="*/ 188 w 122"/>
                  <a:gd name="T21" fmla="*/ 202 h 76"/>
                  <a:gd name="T22" fmla="*/ 18 w 122"/>
                  <a:gd name="T23" fmla="*/ 89 h 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2" h="76">
                    <a:moveTo>
                      <a:pt x="5" y="22"/>
                    </a:moveTo>
                    <a:cubicBezTo>
                      <a:pt x="5" y="22"/>
                      <a:pt x="5" y="22"/>
                      <a:pt x="5" y="22"/>
                    </a:cubicBezTo>
                    <a:cubicBezTo>
                      <a:pt x="2" y="21"/>
                      <a:pt x="0" y="19"/>
                      <a:pt x="2" y="1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3"/>
                      <a:pt x="9" y="0"/>
                      <a:pt x="23" y="8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112" y="53"/>
                      <a:pt x="112" y="53"/>
                      <a:pt x="112" y="53"/>
                    </a:cubicBezTo>
                    <a:cubicBezTo>
                      <a:pt x="118" y="56"/>
                      <a:pt x="122" y="60"/>
                      <a:pt x="120" y="63"/>
                    </a:cubicBezTo>
                    <a:cubicBezTo>
                      <a:pt x="116" y="72"/>
                      <a:pt x="116" y="72"/>
                      <a:pt x="116" y="72"/>
                    </a:cubicBezTo>
                    <a:cubicBezTo>
                      <a:pt x="114" y="75"/>
                      <a:pt x="111" y="76"/>
                      <a:pt x="107" y="74"/>
                    </a:cubicBezTo>
                    <a:cubicBezTo>
                      <a:pt x="107" y="74"/>
                      <a:pt x="67" y="55"/>
                      <a:pt x="55" y="50"/>
                    </a:cubicBezTo>
                    <a:cubicBezTo>
                      <a:pt x="44" y="44"/>
                      <a:pt x="6" y="23"/>
                      <a:pt x="5" y="2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08" name="Freeform 976">
                <a:extLst>
                  <a:ext uri="{FF2B5EF4-FFF2-40B4-BE49-F238E27FC236}">
                    <a16:creationId xmlns:a16="http://schemas.microsoft.com/office/drawing/2014/main" id="{FA333F05-15F9-4C87-8DF2-B43BE1C1A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1750"/>
                <a:ext cx="690" cy="295"/>
              </a:xfrm>
              <a:custGeom>
                <a:avLst/>
                <a:gdLst>
                  <a:gd name="T0" fmla="*/ 0 w 460"/>
                  <a:gd name="T1" fmla="*/ 758 h 184"/>
                  <a:gd name="T2" fmla="*/ 1553 w 460"/>
                  <a:gd name="T3" fmla="*/ 46 h 184"/>
                  <a:gd name="T4" fmla="*/ 0 w 460"/>
                  <a:gd name="T5" fmla="*/ 758 h 1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0" h="184">
                    <a:moveTo>
                      <a:pt x="0" y="184"/>
                    </a:moveTo>
                    <a:cubicBezTo>
                      <a:pt x="48" y="149"/>
                      <a:pt x="243" y="0"/>
                      <a:pt x="460" y="11"/>
                    </a:cubicBezTo>
                    <a:cubicBezTo>
                      <a:pt x="336" y="17"/>
                      <a:pt x="145" y="75"/>
                      <a:pt x="0" y="184"/>
                    </a:cubicBezTo>
                    <a:close/>
                  </a:path>
                </a:pathLst>
              </a:custGeom>
              <a:solidFill>
                <a:srgbClr val="F9B5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09" name="Freeform 977">
                <a:extLst>
                  <a:ext uri="{FF2B5EF4-FFF2-40B4-BE49-F238E27FC236}">
                    <a16:creationId xmlns:a16="http://schemas.microsoft.com/office/drawing/2014/main" id="{A42766B7-2EA1-4D2D-9FDB-16BAD12E6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738"/>
                <a:ext cx="474" cy="343"/>
              </a:xfrm>
              <a:custGeom>
                <a:avLst/>
                <a:gdLst>
                  <a:gd name="T0" fmla="*/ 1067 w 316"/>
                  <a:gd name="T1" fmla="*/ 873 h 215"/>
                  <a:gd name="T2" fmla="*/ 324 w 316"/>
                  <a:gd name="T3" fmla="*/ 175 h 215"/>
                  <a:gd name="T4" fmla="*/ 0 w 316"/>
                  <a:gd name="T5" fmla="*/ 0 h 215"/>
                  <a:gd name="T6" fmla="*/ 1067 w 316"/>
                  <a:gd name="T7" fmla="*/ 873 h 2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6" h="215">
                    <a:moveTo>
                      <a:pt x="316" y="215"/>
                    </a:moveTo>
                    <a:cubicBezTo>
                      <a:pt x="208" y="123"/>
                      <a:pt x="143" y="71"/>
                      <a:pt x="96" y="43"/>
                    </a:cubicBezTo>
                    <a:cubicBezTo>
                      <a:pt x="55" y="18"/>
                      <a:pt x="29" y="11"/>
                      <a:pt x="0" y="0"/>
                    </a:cubicBezTo>
                    <a:cubicBezTo>
                      <a:pt x="68" y="35"/>
                      <a:pt x="123" y="59"/>
                      <a:pt x="316" y="215"/>
                    </a:cubicBezTo>
                    <a:close/>
                  </a:path>
                </a:pathLst>
              </a:custGeom>
              <a:solidFill>
                <a:srgbClr val="F9B5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0" name="Freeform 978">
                <a:extLst>
                  <a:ext uri="{FF2B5EF4-FFF2-40B4-BE49-F238E27FC236}">
                    <a16:creationId xmlns:a16="http://schemas.microsoft.com/office/drawing/2014/main" id="{138D6557-E68A-4B5E-8619-9AA6837E1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992"/>
                <a:ext cx="1430" cy="497"/>
              </a:xfrm>
              <a:custGeom>
                <a:avLst/>
                <a:gdLst>
                  <a:gd name="T0" fmla="*/ 0 w 954"/>
                  <a:gd name="T1" fmla="*/ 807 h 311"/>
                  <a:gd name="T2" fmla="*/ 9 w 954"/>
                  <a:gd name="T3" fmla="*/ 817 h 311"/>
                  <a:gd name="T4" fmla="*/ 1932 w 954"/>
                  <a:gd name="T5" fmla="*/ 849 h 311"/>
                  <a:gd name="T6" fmla="*/ 3214 w 954"/>
                  <a:gd name="T7" fmla="*/ 0 h 311"/>
                  <a:gd name="T8" fmla="*/ 2221 w 954"/>
                  <a:gd name="T9" fmla="*/ 572 h 311"/>
                  <a:gd name="T10" fmla="*/ 702 w 954"/>
                  <a:gd name="T11" fmla="*/ 983 h 311"/>
                  <a:gd name="T12" fmla="*/ 0 w 954"/>
                  <a:gd name="T13" fmla="*/ 807 h 3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4" h="311">
                    <a:moveTo>
                      <a:pt x="0" y="198"/>
                    </a:moveTo>
                    <a:cubicBezTo>
                      <a:pt x="1" y="199"/>
                      <a:pt x="2" y="199"/>
                      <a:pt x="3" y="200"/>
                    </a:cubicBezTo>
                    <a:cubicBezTo>
                      <a:pt x="51" y="222"/>
                      <a:pt x="335" y="311"/>
                      <a:pt x="574" y="208"/>
                    </a:cubicBezTo>
                    <a:cubicBezTo>
                      <a:pt x="691" y="157"/>
                      <a:pt x="819" y="24"/>
                      <a:pt x="954" y="0"/>
                    </a:cubicBezTo>
                    <a:cubicBezTo>
                      <a:pt x="875" y="12"/>
                      <a:pt x="767" y="66"/>
                      <a:pt x="660" y="140"/>
                    </a:cubicBezTo>
                    <a:cubicBezTo>
                      <a:pt x="554" y="213"/>
                      <a:pt x="388" y="261"/>
                      <a:pt x="208" y="241"/>
                    </a:cubicBezTo>
                    <a:cubicBezTo>
                      <a:pt x="28" y="221"/>
                      <a:pt x="0" y="198"/>
                      <a:pt x="0" y="198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1" name="Freeform 979">
                <a:extLst>
                  <a:ext uri="{FF2B5EF4-FFF2-40B4-BE49-F238E27FC236}">
                    <a16:creationId xmlns:a16="http://schemas.microsoft.com/office/drawing/2014/main" id="{236A78B9-8771-4391-A406-DD724C359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1952"/>
                <a:ext cx="180" cy="139"/>
              </a:xfrm>
              <a:custGeom>
                <a:avLst/>
                <a:gdLst>
                  <a:gd name="T0" fmla="*/ 396 w 120"/>
                  <a:gd name="T1" fmla="*/ 54 h 87"/>
                  <a:gd name="T2" fmla="*/ 359 w 120"/>
                  <a:gd name="T3" fmla="*/ 115 h 87"/>
                  <a:gd name="T4" fmla="*/ 189 w 120"/>
                  <a:gd name="T5" fmla="*/ 244 h 87"/>
                  <a:gd name="T6" fmla="*/ 68 w 120"/>
                  <a:gd name="T7" fmla="*/ 342 h 87"/>
                  <a:gd name="T8" fmla="*/ 26 w 120"/>
                  <a:gd name="T9" fmla="*/ 342 h 87"/>
                  <a:gd name="T10" fmla="*/ 8 w 120"/>
                  <a:gd name="T11" fmla="*/ 307 h 87"/>
                  <a:gd name="T12" fmla="*/ 18 w 120"/>
                  <a:gd name="T13" fmla="*/ 265 h 87"/>
                  <a:gd name="T14" fmla="*/ 174 w 120"/>
                  <a:gd name="T15" fmla="*/ 149 h 87"/>
                  <a:gd name="T16" fmla="*/ 342 w 120"/>
                  <a:gd name="T17" fmla="*/ 13 h 87"/>
                  <a:gd name="T18" fmla="*/ 378 w 120"/>
                  <a:gd name="T19" fmla="*/ 16 h 87"/>
                  <a:gd name="T20" fmla="*/ 396 w 120"/>
                  <a:gd name="T21" fmla="*/ 54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0" h="87">
                    <a:moveTo>
                      <a:pt x="117" y="13"/>
                    </a:moveTo>
                    <a:cubicBezTo>
                      <a:pt x="119" y="16"/>
                      <a:pt x="120" y="19"/>
                      <a:pt x="106" y="28"/>
                    </a:cubicBezTo>
                    <a:cubicBezTo>
                      <a:pt x="56" y="60"/>
                      <a:pt x="56" y="60"/>
                      <a:pt x="56" y="60"/>
                    </a:cubicBezTo>
                    <a:cubicBezTo>
                      <a:pt x="20" y="84"/>
                      <a:pt x="20" y="84"/>
                      <a:pt x="20" y="84"/>
                    </a:cubicBezTo>
                    <a:cubicBezTo>
                      <a:pt x="15" y="87"/>
                      <a:pt x="9" y="87"/>
                      <a:pt x="7" y="84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0" y="72"/>
                      <a:pt x="0" y="68"/>
                      <a:pt x="5" y="65"/>
                    </a:cubicBezTo>
                    <a:cubicBezTo>
                      <a:pt x="5" y="65"/>
                      <a:pt x="40" y="43"/>
                      <a:pt x="51" y="36"/>
                    </a:cubicBezTo>
                    <a:cubicBezTo>
                      <a:pt x="62" y="29"/>
                      <a:pt x="101" y="3"/>
                      <a:pt x="101" y="3"/>
                    </a:cubicBezTo>
                    <a:cubicBezTo>
                      <a:pt x="106" y="0"/>
                      <a:pt x="110" y="1"/>
                      <a:pt x="112" y="4"/>
                    </a:cubicBezTo>
                    <a:lnTo>
                      <a:pt x="117" y="1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2" name="Freeform 980">
                <a:extLst>
                  <a:ext uri="{FF2B5EF4-FFF2-40B4-BE49-F238E27FC236}">
                    <a16:creationId xmlns:a16="http://schemas.microsoft.com/office/drawing/2014/main" id="{E1442FAE-A3FE-4B05-9B71-69AA03D6D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065"/>
                <a:ext cx="188" cy="119"/>
              </a:xfrm>
              <a:custGeom>
                <a:avLst/>
                <a:gdLst>
                  <a:gd name="T0" fmla="*/ 412 w 126"/>
                  <a:gd name="T1" fmla="*/ 60 h 74"/>
                  <a:gd name="T2" fmla="*/ 370 w 126"/>
                  <a:gd name="T3" fmla="*/ 116 h 74"/>
                  <a:gd name="T4" fmla="*/ 189 w 126"/>
                  <a:gd name="T5" fmla="*/ 217 h 74"/>
                  <a:gd name="T6" fmla="*/ 60 w 126"/>
                  <a:gd name="T7" fmla="*/ 294 h 74"/>
                  <a:gd name="T8" fmla="*/ 15 w 126"/>
                  <a:gd name="T9" fmla="*/ 288 h 74"/>
                  <a:gd name="T10" fmla="*/ 1 w 126"/>
                  <a:gd name="T11" fmla="*/ 248 h 74"/>
                  <a:gd name="T12" fmla="*/ 19 w 126"/>
                  <a:gd name="T13" fmla="*/ 212 h 74"/>
                  <a:gd name="T14" fmla="*/ 182 w 126"/>
                  <a:gd name="T15" fmla="*/ 116 h 74"/>
                  <a:gd name="T16" fmla="*/ 366 w 126"/>
                  <a:gd name="T17" fmla="*/ 13 h 74"/>
                  <a:gd name="T18" fmla="*/ 398 w 126"/>
                  <a:gd name="T19" fmla="*/ 21 h 74"/>
                  <a:gd name="T20" fmla="*/ 412 w 126"/>
                  <a:gd name="T21" fmla="*/ 60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74">
                    <a:moveTo>
                      <a:pt x="124" y="14"/>
                    </a:moveTo>
                    <a:cubicBezTo>
                      <a:pt x="126" y="18"/>
                      <a:pt x="126" y="21"/>
                      <a:pt x="111" y="28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13" y="74"/>
                      <a:pt x="7" y="73"/>
                      <a:pt x="5" y="69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57"/>
                      <a:pt x="0" y="53"/>
                      <a:pt x="6" y="51"/>
                    </a:cubicBezTo>
                    <a:cubicBezTo>
                      <a:pt x="6" y="51"/>
                      <a:pt x="44" y="34"/>
                      <a:pt x="55" y="28"/>
                    </a:cubicBezTo>
                    <a:cubicBezTo>
                      <a:pt x="67" y="23"/>
                      <a:pt x="110" y="3"/>
                      <a:pt x="110" y="3"/>
                    </a:cubicBezTo>
                    <a:cubicBezTo>
                      <a:pt x="115" y="0"/>
                      <a:pt x="119" y="2"/>
                      <a:pt x="120" y="5"/>
                    </a:cubicBezTo>
                    <a:lnTo>
                      <a:pt x="124" y="14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3" name="Freeform 981">
                <a:extLst>
                  <a:ext uri="{FF2B5EF4-FFF2-40B4-BE49-F238E27FC236}">
                    <a16:creationId xmlns:a16="http://schemas.microsoft.com/office/drawing/2014/main" id="{9B9638A0-19CF-4EFA-ABE5-3F00900E4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842"/>
                <a:ext cx="183" cy="135"/>
              </a:xfrm>
              <a:custGeom>
                <a:avLst/>
                <a:gdLst>
                  <a:gd name="T0" fmla="*/ 12 w 122"/>
                  <a:gd name="T1" fmla="*/ 287 h 85"/>
                  <a:gd name="T2" fmla="*/ 48 w 122"/>
                  <a:gd name="T3" fmla="*/ 224 h 85"/>
                  <a:gd name="T4" fmla="*/ 221 w 122"/>
                  <a:gd name="T5" fmla="*/ 103 h 85"/>
                  <a:gd name="T6" fmla="*/ 338 w 122"/>
                  <a:gd name="T7" fmla="*/ 21 h 85"/>
                  <a:gd name="T8" fmla="*/ 390 w 122"/>
                  <a:gd name="T9" fmla="*/ 16 h 85"/>
                  <a:gd name="T10" fmla="*/ 405 w 122"/>
                  <a:gd name="T11" fmla="*/ 48 h 85"/>
                  <a:gd name="T12" fmla="*/ 396 w 122"/>
                  <a:gd name="T13" fmla="*/ 89 h 85"/>
                  <a:gd name="T14" fmla="*/ 230 w 122"/>
                  <a:gd name="T15" fmla="*/ 211 h 85"/>
                  <a:gd name="T16" fmla="*/ 62 w 122"/>
                  <a:gd name="T17" fmla="*/ 327 h 85"/>
                  <a:gd name="T18" fmla="*/ 27 w 122"/>
                  <a:gd name="T19" fmla="*/ 321 h 85"/>
                  <a:gd name="T20" fmla="*/ 12 w 122"/>
                  <a:gd name="T21" fmla="*/ 287 h 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2" h="85">
                    <a:moveTo>
                      <a:pt x="3" y="72"/>
                    </a:moveTo>
                    <a:cubicBezTo>
                      <a:pt x="1" y="68"/>
                      <a:pt x="0" y="65"/>
                      <a:pt x="14" y="56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6" y="1"/>
                      <a:pt x="113" y="0"/>
                      <a:pt x="115" y="4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2" y="15"/>
                      <a:pt x="122" y="19"/>
                      <a:pt x="117" y="22"/>
                    </a:cubicBezTo>
                    <a:cubicBezTo>
                      <a:pt x="117" y="22"/>
                      <a:pt x="79" y="47"/>
                      <a:pt x="68" y="53"/>
                    </a:cubicBezTo>
                    <a:cubicBezTo>
                      <a:pt x="57" y="60"/>
                      <a:pt x="18" y="82"/>
                      <a:pt x="18" y="82"/>
                    </a:cubicBezTo>
                    <a:cubicBezTo>
                      <a:pt x="13" y="85"/>
                      <a:pt x="10" y="83"/>
                      <a:pt x="8" y="80"/>
                    </a:cubicBezTo>
                    <a:lnTo>
                      <a:pt x="3" y="7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4" name="Freeform 982">
                <a:extLst>
                  <a:ext uri="{FF2B5EF4-FFF2-40B4-BE49-F238E27FC236}">
                    <a16:creationId xmlns:a16="http://schemas.microsoft.com/office/drawing/2014/main" id="{E7984FEA-63B6-4FFB-9B65-E91D41227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1758"/>
                <a:ext cx="192" cy="111"/>
              </a:xfrm>
              <a:custGeom>
                <a:avLst/>
                <a:gdLst>
                  <a:gd name="T0" fmla="*/ 426 w 128"/>
                  <a:gd name="T1" fmla="*/ 63 h 69"/>
                  <a:gd name="T2" fmla="*/ 378 w 128"/>
                  <a:gd name="T3" fmla="*/ 116 h 69"/>
                  <a:gd name="T4" fmla="*/ 197 w 128"/>
                  <a:gd name="T5" fmla="*/ 208 h 69"/>
                  <a:gd name="T6" fmla="*/ 62 w 128"/>
                  <a:gd name="T7" fmla="*/ 280 h 69"/>
                  <a:gd name="T8" fmla="*/ 18 w 128"/>
                  <a:gd name="T9" fmla="*/ 267 h 69"/>
                  <a:gd name="T10" fmla="*/ 5 w 128"/>
                  <a:gd name="T11" fmla="*/ 228 h 69"/>
                  <a:gd name="T12" fmla="*/ 21 w 128"/>
                  <a:gd name="T13" fmla="*/ 191 h 69"/>
                  <a:gd name="T14" fmla="*/ 194 w 128"/>
                  <a:gd name="T15" fmla="*/ 109 h 69"/>
                  <a:gd name="T16" fmla="*/ 378 w 128"/>
                  <a:gd name="T17" fmla="*/ 8 h 69"/>
                  <a:gd name="T18" fmla="*/ 413 w 128"/>
                  <a:gd name="T19" fmla="*/ 21 h 69"/>
                  <a:gd name="T20" fmla="*/ 426 w 128"/>
                  <a:gd name="T21" fmla="*/ 63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69">
                    <a:moveTo>
                      <a:pt x="126" y="15"/>
                    </a:moveTo>
                    <a:cubicBezTo>
                      <a:pt x="128" y="18"/>
                      <a:pt x="127" y="22"/>
                      <a:pt x="112" y="28"/>
                    </a:cubicBezTo>
                    <a:cubicBezTo>
                      <a:pt x="58" y="50"/>
                      <a:pt x="58" y="50"/>
                      <a:pt x="58" y="50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2" y="69"/>
                      <a:pt x="6" y="68"/>
                      <a:pt x="5" y="64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0" y="52"/>
                      <a:pt x="0" y="48"/>
                      <a:pt x="6" y="46"/>
                    </a:cubicBezTo>
                    <a:cubicBezTo>
                      <a:pt x="6" y="46"/>
                      <a:pt x="45" y="31"/>
                      <a:pt x="57" y="26"/>
                    </a:cubicBezTo>
                    <a:cubicBezTo>
                      <a:pt x="68" y="21"/>
                      <a:pt x="112" y="2"/>
                      <a:pt x="112" y="2"/>
                    </a:cubicBezTo>
                    <a:cubicBezTo>
                      <a:pt x="117" y="0"/>
                      <a:pt x="121" y="2"/>
                      <a:pt x="122" y="5"/>
                    </a:cubicBezTo>
                    <a:lnTo>
                      <a:pt x="126" y="15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5" name="Freeform 983">
                <a:extLst>
                  <a:ext uri="{FF2B5EF4-FFF2-40B4-BE49-F238E27FC236}">
                    <a16:creationId xmlns:a16="http://schemas.microsoft.com/office/drawing/2014/main" id="{D45BCBC9-B5E5-4148-B482-BE36A1B3B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715"/>
                <a:ext cx="198" cy="75"/>
              </a:xfrm>
              <a:custGeom>
                <a:avLst/>
                <a:gdLst>
                  <a:gd name="T0" fmla="*/ 446 w 132"/>
                  <a:gd name="T1" fmla="*/ 65 h 47"/>
                  <a:gd name="T2" fmla="*/ 390 w 132"/>
                  <a:gd name="T3" fmla="*/ 110 h 47"/>
                  <a:gd name="T4" fmla="*/ 194 w 132"/>
                  <a:gd name="T5" fmla="*/ 150 h 47"/>
                  <a:gd name="T6" fmla="*/ 53 w 132"/>
                  <a:gd name="T7" fmla="*/ 185 h 47"/>
                  <a:gd name="T8" fmla="*/ 12 w 132"/>
                  <a:gd name="T9" fmla="*/ 166 h 47"/>
                  <a:gd name="T10" fmla="*/ 5 w 132"/>
                  <a:gd name="T11" fmla="*/ 129 h 47"/>
                  <a:gd name="T12" fmla="*/ 27 w 132"/>
                  <a:gd name="T13" fmla="*/ 94 h 47"/>
                  <a:gd name="T14" fmla="*/ 207 w 132"/>
                  <a:gd name="T15" fmla="*/ 56 h 47"/>
                  <a:gd name="T16" fmla="*/ 405 w 132"/>
                  <a:gd name="T17" fmla="*/ 5 h 47"/>
                  <a:gd name="T18" fmla="*/ 440 w 132"/>
                  <a:gd name="T19" fmla="*/ 29 h 47"/>
                  <a:gd name="T20" fmla="*/ 446 w 132"/>
                  <a:gd name="T21" fmla="*/ 65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47">
                    <a:moveTo>
                      <a:pt x="132" y="16"/>
                    </a:moveTo>
                    <a:cubicBezTo>
                      <a:pt x="132" y="20"/>
                      <a:pt x="131" y="24"/>
                      <a:pt x="115" y="2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9" y="47"/>
                      <a:pt x="4" y="45"/>
                      <a:pt x="3" y="4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28"/>
                      <a:pt x="2" y="24"/>
                      <a:pt x="8" y="23"/>
                    </a:cubicBezTo>
                    <a:cubicBezTo>
                      <a:pt x="8" y="23"/>
                      <a:pt x="49" y="16"/>
                      <a:pt x="61" y="14"/>
                    </a:cubicBezTo>
                    <a:cubicBezTo>
                      <a:pt x="74" y="11"/>
                      <a:pt x="120" y="1"/>
                      <a:pt x="120" y="1"/>
                    </a:cubicBezTo>
                    <a:cubicBezTo>
                      <a:pt x="126" y="0"/>
                      <a:pt x="129" y="3"/>
                      <a:pt x="130" y="7"/>
                    </a:cubicBezTo>
                    <a:lnTo>
                      <a:pt x="132" y="16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6" name="Freeform 984">
                <a:extLst>
                  <a:ext uri="{FF2B5EF4-FFF2-40B4-BE49-F238E27FC236}">
                    <a16:creationId xmlns:a16="http://schemas.microsoft.com/office/drawing/2014/main" id="{E7D8BE64-C31C-47DF-A5EB-8F786EA37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1714"/>
                <a:ext cx="183" cy="43"/>
              </a:xfrm>
              <a:custGeom>
                <a:avLst/>
                <a:gdLst>
                  <a:gd name="T0" fmla="*/ 413 w 122"/>
                  <a:gd name="T1" fmla="*/ 16 h 27"/>
                  <a:gd name="T2" fmla="*/ 215 w 122"/>
                  <a:gd name="T3" fmla="*/ 8 h 27"/>
                  <a:gd name="T4" fmla="*/ 32 w 122"/>
                  <a:gd name="T5" fmla="*/ 0 h 27"/>
                  <a:gd name="T6" fmla="*/ 0 w 122"/>
                  <a:gd name="T7" fmla="*/ 29 h 27"/>
                  <a:gd name="T8" fmla="*/ 0 w 122"/>
                  <a:gd name="T9" fmla="*/ 64 h 27"/>
                  <a:gd name="T10" fmla="*/ 39 w 122"/>
                  <a:gd name="T11" fmla="*/ 97 h 27"/>
                  <a:gd name="T12" fmla="*/ 183 w 122"/>
                  <a:gd name="T13" fmla="*/ 102 h 27"/>
                  <a:gd name="T14" fmla="*/ 383 w 122"/>
                  <a:gd name="T15" fmla="*/ 108 h 27"/>
                  <a:gd name="T16" fmla="*/ 413 w 122"/>
                  <a:gd name="T17" fmla="*/ 108 h 27"/>
                  <a:gd name="T18" fmla="*/ 413 w 122"/>
                  <a:gd name="T19" fmla="*/ 16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2" h="27">
                    <a:moveTo>
                      <a:pt x="122" y="4"/>
                    </a:moveTo>
                    <a:cubicBezTo>
                      <a:pt x="114" y="4"/>
                      <a:pt x="74" y="3"/>
                      <a:pt x="63" y="2"/>
                    </a:cubicBezTo>
                    <a:cubicBezTo>
                      <a:pt x="50" y="2"/>
                      <a:pt x="9" y="0"/>
                      <a:pt x="9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20"/>
                      <a:pt x="5" y="24"/>
                      <a:pt x="11" y="24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113" y="27"/>
                      <a:pt x="113" y="27"/>
                      <a:pt x="113" y="27"/>
                    </a:cubicBezTo>
                    <a:cubicBezTo>
                      <a:pt x="116" y="27"/>
                      <a:pt x="119" y="27"/>
                      <a:pt x="122" y="27"/>
                    </a:cubicBezTo>
                    <a:lnTo>
                      <a:pt x="122" y="4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7" name="Freeform 985">
                <a:extLst>
                  <a:ext uri="{FF2B5EF4-FFF2-40B4-BE49-F238E27FC236}">
                    <a16:creationId xmlns:a16="http://schemas.microsoft.com/office/drawing/2014/main" id="{BFA92714-021E-4BA5-8BD6-143F778F7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163"/>
                <a:ext cx="196" cy="45"/>
              </a:xfrm>
              <a:custGeom>
                <a:avLst/>
                <a:gdLst>
                  <a:gd name="T0" fmla="*/ 438 w 131"/>
                  <a:gd name="T1" fmla="*/ 90 h 28"/>
                  <a:gd name="T2" fmla="*/ 405 w 131"/>
                  <a:gd name="T3" fmla="*/ 116 h 28"/>
                  <a:gd name="T4" fmla="*/ 171 w 131"/>
                  <a:gd name="T5" fmla="*/ 101 h 28"/>
                  <a:gd name="T6" fmla="*/ 36 w 131"/>
                  <a:gd name="T7" fmla="*/ 101 h 28"/>
                  <a:gd name="T8" fmla="*/ 0 w 131"/>
                  <a:gd name="T9" fmla="*/ 63 h 28"/>
                  <a:gd name="T10" fmla="*/ 1 w 131"/>
                  <a:gd name="T11" fmla="*/ 26 h 28"/>
                  <a:gd name="T12" fmla="*/ 49 w 131"/>
                  <a:gd name="T13" fmla="*/ 5 h 28"/>
                  <a:gd name="T14" fmla="*/ 302 w 131"/>
                  <a:gd name="T15" fmla="*/ 16 h 28"/>
                  <a:gd name="T16" fmla="*/ 396 w 131"/>
                  <a:gd name="T17" fmla="*/ 26 h 28"/>
                  <a:gd name="T18" fmla="*/ 438 w 131"/>
                  <a:gd name="T19" fmla="*/ 50 h 28"/>
                  <a:gd name="T20" fmla="*/ 438 w 131"/>
                  <a:gd name="T21" fmla="*/ 90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1" h="28">
                    <a:moveTo>
                      <a:pt x="131" y="22"/>
                    </a:moveTo>
                    <a:cubicBezTo>
                      <a:pt x="131" y="26"/>
                      <a:pt x="127" y="28"/>
                      <a:pt x="121" y="28"/>
                    </a:cubicBezTo>
                    <a:cubicBezTo>
                      <a:pt x="121" y="28"/>
                      <a:pt x="66" y="25"/>
                      <a:pt x="51" y="24"/>
                    </a:cubicBezTo>
                    <a:cubicBezTo>
                      <a:pt x="35" y="24"/>
                      <a:pt x="11" y="24"/>
                      <a:pt x="11" y="24"/>
                    </a:cubicBezTo>
                    <a:cubicBezTo>
                      <a:pt x="5" y="23"/>
                      <a:pt x="0" y="20"/>
                      <a:pt x="0" y="1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2"/>
                      <a:pt x="5" y="0"/>
                      <a:pt x="15" y="1"/>
                    </a:cubicBezTo>
                    <a:cubicBezTo>
                      <a:pt x="15" y="1"/>
                      <a:pt x="71" y="3"/>
                      <a:pt x="90" y="4"/>
                    </a:cubicBezTo>
                    <a:cubicBezTo>
                      <a:pt x="109" y="5"/>
                      <a:pt x="118" y="6"/>
                      <a:pt x="118" y="6"/>
                    </a:cubicBezTo>
                    <a:cubicBezTo>
                      <a:pt x="124" y="6"/>
                      <a:pt x="131" y="8"/>
                      <a:pt x="131" y="12"/>
                    </a:cubicBezTo>
                    <a:lnTo>
                      <a:pt x="131" y="2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8" name="Freeform 986">
                <a:extLst>
                  <a:ext uri="{FF2B5EF4-FFF2-40B4-BE49-F238E27FC236}">
                    <a16:creationId xmlns:a16="http://schemas.microsoft.com/office/drawing/2014/main" id="{310E6881-AAF2-4A64-BEDF-88F0D66BA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152"/>
                <a:ext cx="198" cy="56"/>
              </a:xfrm>
              <a:custGeom>
                <a:avLst/>
                <a:gdLst>
                  <a:gd name="T0" fmla="*/ 446 w 132"/>
                  <a:gd name="T1" fmla="*/ 69 h 35"/>
                  <a:gd name="T2" fmla="*/ 404 w 132"/>
                  <a:gd name="T3" fmla="*/ 102 h 35"/>
                  <a:gd name="T4" fmla="*/ 297 w 132"/>
                  <a:gd name="T5" fmla="*/ 110 h 35"/>
                  <a:gd name="T6" fmla="*/ 53 w 132"/>
                  <a:gd name="T7" fmla="*/ 138 h 35"/>
                  <a:gd name="T8" fmla="*/ 5 w 132"/>
                  <a:gd name="T9" fmla="*/ 118 h 35"/>
                  <a:gd name="T10" fmla="*/ 0 w 132"/>
                  <a:gd name="T11" fmla="*/ 77 h 35"/>
                  <a:gd name="T12" fmla="*/ 26 w 132"/>
                  <a:gd name="T13" fmla="*/ 48 h 35"/>
                  <a:gd name="T14" fmla="*/ 215 w 132"/>
                  <a:gd name="T15" fmla="*/ 29 h 35"/>
                  <a:gd name="T16" fmla="*/ 390 w 132"/>
                  <a:gd name="T17" fmla="*/ 5 h 35"/>
                  <a:gd name="T18" fmla="*/ 444 w 132"/>
                  <a:gd name="T19" fmla="*/ 29 h 35"/>
                  <a:gd name="T20" fmla="*/ 446 w 132"/>
                  <a:gd name="T21" fmla="*/ 69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5">
                    <a:moveTo>
                      <a:pt x="132" y="17"/>
                    </a:moveTo>
                    <a:cubicBezTo>
                      <a:pt x="132" y="21"/>
                      <a:pt x="130" y="24"/>
                      <a:pt x="119" y="25"/>
                    </a:cubicBezTo>
                    <a:cubicBezTo>
                      <a:pt x="119" y="25"/>
                      <a:pt x="113" y="25"/>
                      <a:pt x="88" y="27"/>
                    </a:cubicBezTo>
                    <a:cubicBezTo>
                      <a:pt x="63" y="30"/>
                      <a:pt x="15" y="34"/>
                      <a:pt x="15" y="34"/>
                    </a:cubicBezTo>
                    <a:cubicBezTo>
                      <a:pt x="5" y="35"/>
                      <a:pt x="2" y="33"/>
                      <a:pt x="1" y="2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1" y="12"/>
                      <a:pt x="7" y="12"/>
                    </a:cubicBezTo>
                    <a:cubicBezTo>
                      <a:pt x="7" y="12"/>
                      <a:pt x="40" y="10"/>
                      <a:pt x="63" y="7"/>
                    </a:cubicBezTo>
                    <a:cubicBezTo>
                      <a:pt x="86" y="5"/>
                      <a:pt x="115" y="1"/>
                      <a:pt x="115" y="1"/>
                    </a:cubicBezTo>
                    <a:cubicBezTo>
                      <a:pt x="127" y="0"/>
                      <a:pt x="130" y="3"/>
                      <a:pt x="131" y="7"/>
                    </a:cubicBezTo>
                    <a:lnTo>
                      <a:pt x="132" y="1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19" name="Freeform 987">
                <a:extLst>
                  <a:ext uri="{FF2B5EF4-FFF2-40B4-BE49-F238E27FC236}">
                    <a16:creationId xmlns:a16="http://schemas.microsoft.com/office/drawing/2014/main" id="{692DD3B3-B284-4924-B5B9-CDB905DEF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112"/>
                <a:ext cx="197" cy="85"/>
              </a:xfrm>
              <a:custGeom>
                <a:avLst/>
                <a:gdLst>
                  <a:gd name="T0" fmla="*/ 435 w 131"/>
                  <a:gd name="T1" fmla="*/ 192 h 53"/>
                  <a:gd name="T2" fmla="*/ 385 w 131"/>
                  <a:gd name="T3" fmla="*/ 205 h 53"/>
                  <a:gd name="T4" fmla="*/ 283 w 131"/>
                  <a:gd name="T5" fmla="*/ 178 h 53"/>
                  <a:gd name="T6" fmla="*/ 39 w 131"/>
                  <a:gd name="T7" fmla="*/ 103 h 53"/>
                  <a:gd name="T8" fmla="*/ 0 w 131"/>
                  <a:gd name="T9" fmla="*/ 67 h 53"/>
                  <a:gd name="T10" fmla="*/ 12 w 131"/>
                  <a:gd name="T11" fmla="*/ 26 h 53"/>
                  <a:gd name="T12" fmla="*/ 41 w 131"/>
                  <a:gd name="T13" fmla="*/ 5 h 53"/>
                  <a:gd name="T14" fmla="*/ 224 w 131"/>
                  <a:gd name="T15" fmla="*/ 61 h 53"/>
                  <a:gd name="T16" fmla="*/ 399 w 131"/>
                  <a:gd name="T17" fmla="*/ 111 h 53"/>
                  <a:gd name="T18" fmla="*/ 441 w 131"/>
                  <a:gd name="T19" fmla="*/ 152 h 53"/>
                  <a:gd name="T20" fmla="*/ 435 w 131"/>
                  <a:gd name="T21" fmla="*/ 192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1" h="53">
                    <a:moveTo>
                      <a:pt x="128" y="47"/>
                    </a:moveTo>
                    <a:cubicBezTo>
                      <a:pt x="127" y="51"/>
                      <a:pt x="124" y="53"/>
                      <a:pt x="113" y="50"/>
                    </a:cubicBezTo>
                    <a:cubicBezTo>
                      <a:pt x="113" y="50"/>
                      <a:pt x="107" y="48"/>
                      <a:pt x="83" y="43"/>
                    </a:cubicBezTo>
                    <a:cubicBezTo>
                      <a:pt x="59" y="37"/>
                      <a:pt x="11" y="25"/>
                      <a:pt x="11" y="25"/>
                    </a:cubicBezTo>
                    <a:cubicBezTo>
                      <a:pt x="2" y="23"/>
                      <a:pt x="0" y="20"/>
                      <a:pt x="0" y="1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2"/>
                      <a:pt x="6" y="0"/>
                      <a:pt x="12" y="1"/>
                    </a:cubicBezTo>
                    <a:cubicBezTo>
                      <a:pt x="12" y="1"/>
                      <a:pt x="44" y="10"/>
                      <a:pt x="66" y="15"/>
                    </a:cubicBezTo>
                    <a:cubicBezTo>
                      <a:pt x="88" y="21"/>
                      <a:pt x="117" y="27"/>
                      <a:pt x="117" y="27"/>
                    </a:cubicBezTo>
                    <a:cubicBezTo>
                      <a:pt x="129" y="30"/>
                      <a:pt x="131" y="34"/>
                      <a:pt x="130" y="37"/>
                    </a:cubicBezTo>
                    <a:lnTo>
                      <a:pt x="128" y="4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20" name="Freeform 988">
                <a:extLst>
                  <a:ext uri="{FF2B5EF4-FFF2-40B4-BE49-F238E27FC236}">
                    <a16:creationId xmlns:a16="http://schemas.microsoft.com/office/drawing/2014/main" id="{0C2A928F-28E9-420C-8D8A-8A0F102E9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014"/>
                <a:ext cx="187" cy="127"/>
              </a:xfrm>
              <a:custGeom>
                <a:avLst/>
                <a:gdLst>
                  <a:gd name="T0" fmla="*/ 19 w 125"/>
                  <a:gd name="T1" fmla="*/ 26 h 79"/>
                  <a:gd name="T2" fmla="*/ 82 w 125"/>
                  <a:gd name="T3" fmla="*/ 34 h 79"/>
                  <a:gd name="T4" fmla="*/ 257 w 125"/>
                  <a:gd name="T5" fmla="*/ 145 h 79"/>
                  <a:gd name="T6" fmla="*/ 383 w 125"/>
                  <a:gd name="T7" fmla="*/ 220 h 79"/>
                  <a:gd name="T8" fmla="*/ 411 w 125"/>
                  <a:gd name="T9" fmla="*/ 268 h 79"/>
                  <a:gd name="T10" fmla="*/ 396 w 125"/>
                  <a:gd name="T11" fmla="*/ 307 h 79"/>
                  <a:gd name="T12" fmla="*/ 362 w 125"/>
                  <a:gd name="T13" fmla="*/ 315 h 79"/>
                  <a:gd name="T14" fmla="*/ 188 w 125"/>
                  <a:gd name="T15" fmla="*/ 217 h 79"/>
                  <a:gd name="T16" fmla="*/ 19 w 125"/>
                  <a:gd name="T17" fmla="*/ 101 h 79"/>
                  <a:gd name="T18" fmla="*/ 1 w 125"/>
                  <a:gd name="T19" fmla="*/ 63 h 79"/>
                  <a:gd name="T20" fmla="*/ 19 w 125"/>
                  <a:gd name="T21" fmla="*/ 26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5" h="79">
                    <a:moveTo>
                      <a:pt x="6" y="6"/>
                    </a:moveTo>
                    <a:cubicBezTo>
                      <a:pt x="8" y="2"/>
                      <a:pt x="10" y="0"/>
                      <a:pt x="25" y="8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114" y="53"/>
                      <a:pt x="114" y="53"/>
                      <a:pt x="114" y="53"/>
                    </a:cubicBezTo>
                    <a:cubicBezTo>
                      <a:pt x="121" y="56"/>
                      <a:pt x="125" y="62"/>
                      <a:pt x="123" y="65"/>
                    </a:cubicBezTo>
                    <a:cubicBezTo>
                      <a:pt x="118" y="74"/>
                      <a:pt x="118" y="74"/>
                      <a:pt x="118" y="74"/>
                    </a:cubicBezTo>
                    <a:cubicBezTo>
                      <a:pt x="117" y="77"/>
                      <a:pt x="113" y="79"/>
                      <a:pt x="108" y="76"/>
                    </a:cubicBezTo>
                    <a:cubicBezTo>
                      <a:pt x="108" y="76"/>
                      <a:pt x="67" y="57"/>
                      <a:pt x="56" y="52"/>
                    </a:cubicBezTo>
                    <a:cubicBezTo>
                      <a:pt x="45" y="46"/>
                      <a:pt x="6" y="24"/>
                      <a:pt x="6" y="24"/>
                    </a:cubicBezTo>
                    <a:cubicBezTo>
                      <a:pt x="0" y="22"/>
                      <a:pt x="0" y="18"/>
                      <a:pt x="1" y="15"/>
                    </a:cubicBezTo>
                    <a:lnTo>
                      <a:pt x="6" y="6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21" name="Freeform 989">
                <a:extLst>
                  <a:ext uri="{FF2B5EF4-FFF2-40B4-BE49-F238E27FC236}">
                    <a16:creationId xmlns:a16="http://schemas.microsoft.com/office/drawing/2014/main" id="{46AF393B-2EFA-4AAE-8A73-C6316BB11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635"/>
                <a:ext cx="162" cy="64"/>
              </a:xfrm>
              <a:custGeom>
                <a:avLst/>
                <a:gdLst>
                  <a:gd name="T0" fmla="*/ 332 w 108"/>
                  <a:gd name="T1" fmla="*/ 74 h 40"/>
                  <a:gd name="T2" fmla="*/ 237 w 108"/>
                  <a:gd name="T3" fmla="*/ 54 h 40"/>
                  <a:gd name="T4" fmla="*/ 8 w 108"/>
                  <a:gd name="T5" fmla="*/ 0 h 40"/>
                  <a:gd name="T6" fmla="*/ 0 w 108"/>
                  <a:gd name="T7" fmla="*/ 82 h 40"/>
                  <a:gd name="T8" fmla="*/ 99 w 108"/>
                  <a:gd name="T9" fmla="*/ 102 h 40"/>
                  <a:gd name="T10" fmla="*/ 329 w 108"/>
                  <a:gd name="T11" fmla="*/ 158 h 40"/>
                  <a:gd name="T12" fmla="*/ 359 w 108"/>
                  <a:gd name="T13" fmla="*/ 149 h 40"/>
                  <a:gd name="T14" fmla="*/ 365 w 108"/>
                  <a:gd name="T15" fmla="*/ 102 h 40"/>
                  <a:gd name="T16" fmla="*/ 332 w 108"/>
                  <a:gd name="T17" fmla="*/ 74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40">
                    <a:moveTo>
                      <a:pt x="98" y="18"/>
                    </a:moveTo>
                    <a:cubicBezTo>
                      <a:pt x="70" y="13"/>
                      <a:pt x="70" y="13"/>
                      <a:pt x="70" y="13"/>
                    </a:cubicBezTo>
                    <a:cubicBezTo>
                      <a:pt x="55" y="10"/>
                      <a:pt x="17" y="3"/>
                      <a:pt x="2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8" y="22"/>
                      <a:pt x="20" y="24"/>
                      <a:pt x="29" y="25"/>
                    </a:cubicBezTo>
                    <a:cubicBezTo>
                      <a:pt x="44" y="28"/>
                      <a:pt x="97" y="39"/>
                      <a:pt x="97" y="39"/>
                    </a:cubicBezTo>
                    <a:cubicBezTo>
                      <a:pt x="102" y="40"/>
                      <a:pt x="106" y="39"/>
                      <a:pt x="106" y="36"/>
                    </a:cubicBezTo>
                    <a:cubicBezTo>
                      <a:pt x="106" y="35"/>
                      <a:pt x="108" y="25"/>
                      <a:pt x="108" y="25"/>
                    </a:cubicBezTo>
                    <a:cubicBezTo>
                      <a:pt x="108" y="22"/>
                      <a:pt x="103" y="19"/>
                      <a:pt x="98" y="18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22" name="Freeform 990">
                <a:extLst>
                  <a:ext uri="{FF2B5EF4-FFF2-40B4-BE49-F238E27FC236}">
                    <a16:creationId xmlns:a16="http://schemas.microsoft.com/office/drawing/2014/main" id="{B11F97F6-9E48-476C-9A0E-795889F5D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670"/>
                <a:ext cx="188" cy="104"/>
              </a:xfrm>
              <a:custGeom>
                <a:avLst/>
                <a:gdLst>
                  <a:gd name="T0" fmla="*/ 387 w 125"/>
                  <a:gd name="T1" fmla="*/ 170 h 65"/>
                  <a:gd name="T2" fmla="*/ 421 w 125"/>
                  <a:gd name="T3" fmla="*/ 210 h 65"/>
                  <a:gd name="T4" fmla="*/ 408 w 125"/>
                  <a:gd name="T5" fmla="*/ 251 h 65"/>
                  <a:gd name="T6" fmla="*/ 364 w 125"/>
                  <a:gd name="T7" fmla="*/ 251 h 65"/>
                  <a:gd name="T8" fmla="*/ 265 w 125"/>
                  <a:gd name="T9" fmla="*/ 205 h 65"/>
                  <a:gd name="T10" fmla="*/ 35 w 125"/>
                  <a:gd name="T11" fmla="*/ 94 h 65"/>
                  <a:gd name="T12" fmla="*/ 8 w 125"/>
                  <a:gd name="T13" fmla="*/ 56 h 65"/>
                  <a:gd name="T14" fmla="*/ 18 w 125"/>
                  <a:gd name="T15" fmla="*/ 21 h 65"/>
                  <a:gd name="T16" fmla="*/ 45 w 125"/>
                  <a:gd name="T17" fmla="*/ 5 h 65"/>
                  <a:gd name="T18" fmla="*/ 217 w 125"/>
                  <a:gd name="T19" fmla="*/ 94 h 65"/>
                  <a:gd name="T20" fmla="*/ 387 w 125"/>
                  <a:gd name="T21" fmla="*/ 170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5" h="65">
                    <a:moveTo>
                      <a:pt x="114" y="41"/>
                    </a:moveTo>
                    <a:cubicBezTo>
                      <a:pt x="124" y="45"/>
                      <a:pt x="125" y="49"/>
                      <a:pt x="124" y="51"/>
                    </a:cubicBezTo>
                    <a:cubicBezTo>
                      <a:pt x="120" y="61"/>
                      <a:pt x="120" y="61"/>
                      <a:pt x="120" y="61"/>
                    </a:cubicBezTo>
                    <a:cubicBezTo>
                      <a:pt x="119" y="63"/>
                      <a:pt x="117" y="65"/>
                      <a:pt x="107" y="61"/>
                    </a:cubicBezTo>
                    <a:cubicBezTo>
                      <a:pt x="107" y="61"/>
                      <a:pt x="101" y="59"/>
                      <a:pt x="78" y="50"/>
                    </a:cubicBezTo>
                    <a:cubicBezTo>
                      <a:pt x="56" y="41"/>
                      <a:pt x="10" y="23"/>
                      <a:pt x="10" y="23"/>
                    </a:cubicBezTo>
                    <a:cubicBezTo>
                      <a:pt x="1" y="19"/>
                      <a:pt x="0" y="17"/>
                      <a:pt x="2" y="1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0"/>
                      <a:pt x="10" y="0"/>
                      <a:pt x="13" y="1"/>
                    </a:cubicBezTo>
                    <a:cubicBezTo>
                      <a:pt x="13" y="2"/>
                      <a:pt x="43" y="15"/>
                      <a:pt x="64" y="23"/>
                    </a:cubicBezTo>
                    <a:cubicBezTo>
                      <a:pt x="85" y="31"/>
                      <a:pt x="114" y="41"/>
                      <a:pt x="114" y="4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23" name="Freeform 991">
                <a:extLst>
                  <a:ext uri="{FF2B5EF4-FFF2-40B4-BE49-F238E27FC236}">
                    <a16:creationId xmlns:a16="http://schemas.microsoft.com/office/drawing/2014/main" id="{F2FBAFF1-E453-42C9-91BD-1379728BE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754"/>
                <a:ext cx="166" cy="151"/>
              </a:xfrm>
              <a:custGeom>
                <a:avLst/>
                <a:gdLst>
                  <a:gd name="T0" fmla="*/ 356 w 111"/>
                  <a:gd name="T1" fmla="*/ 299 h 95"/>
                  <a:gd name="T2" fmla="*/ 362 w 111"/>
                  <a:gd name="T3" fmla="*/ 329 h 95"/>
                  <a:gd name="T4" fmla="*/ 342 w 111"/>
                  <a:gd name="T5" fmla="*/ 361 h 95"/>
                  <a:gd name="T6" fmla="*/ 289 w 111"/>
                  <a:gd name="T7" fmla="*/ 342 h 95"/>
                  <a:gd name="T8" fmla="*/ 135 w 111"/>
                  <a:gd name="T9" fmla="*/ 192 h 95"/>
                  <a:gd name="T10" fmla="*/ 19 w 111"/>
                  <a:gd name="T11" fmla="*/ 83 h 95"/>
                  <a:gd name="T12" fmla="*/ 6 w 111"/>
                  <a:gd name="T13" fmla="*/ 43 h 95"/>
                  <a:gd name="T14" fmla="*/ 27 w 111"/>
                  <a:gd name="T15" fmla="*/ 13 h 95"/>
                  <a:gd name="T16" fmla="*/ 55 w 111"/>
                  <a:gd name="T17" fmla="*/ 8 h 95"/>
                  <a:gd name="T18" fmla="*/ 197 w 111"/>
                  <a:gd name="T19" fmla="*/ 149 h 95"/>
                  <a:gd name="T20" fmla="*/ 356 w 111"/>
                  <a:gd name="T21" fmla="*/ 299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" h="95">
                    <a:moveTo>
                      <a:pt x="106" y="74"/>
                    </a:moveTo>
                    <a:cubicBezTo>
                      <a:pt x="111" y="77"/>
                      <a:pt x="109" y="81"/>
                      <a:pt x="108" y="82"/>
                    </a:cubicBezTo>
                    <a:cubicBezTo>
                      <a:pt x="102" y="90"/>
                      <a:pt x="102" y="90"/>
                      <a:pt x="102" y="90"/>
                    </a:cubicBezTo>
                    <a:cubicBezTo>
                      <a:pt x="100" y="92"/>
                      <a:pt x="98" y="95"/>
                      <a:pt x="86" y="85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2" y="18"/>
                      <a:pt x="0" y="13"/>
                      <a:pt x="2" y="1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0"/>
                      <a:pt x="14" y="0"/>
                      <a:pt x="17" y="2"/>
                    </a:cubicBezTo>
                    <a:cubicBezTo>
                      <a:pt x="17" y="3"/>
                      <a:pt x="49" y="29"/>
                      <a:pt x="59" y="37"/>
                    </a:cubicBezTo>
                    <a:cubicBezTo>
                      <a:pt x="69" y="45"/>
                      <a:pt x="106" y="73"/>
                      <a:pt x="106" y="74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24" name="Freeform 992">
                <a:extLst>
                  <a:ext uri="{FF2B5EF4-FFF2-40B4-BE49-F238E27FC236}">
                    <a16:creationId xmlns:a16="http://schemas.microsoft.com/office/drawing/2014/main" id="{FD21E877-39F6-49C1-B234-80875CAE3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881"/>
                <a:ext cx="164" cy="157"/>
              </a:xfrm>
              <a:custGeom>
                <a:avLst/>
                <a:gdLst>
                  <a:gd name="T0" fmla="*/ 14 w 109"/>
                  <a:gd name="T1" fmla="*/ 87 h 98"/>
                  <a:gd name="T2" fmla="*/ 14 w 109"/>
                  <a:gd name="T3" fmla="*/ 87 h 98"/>
                  <a:gd name="T4" fmla="*/ 12 w 109"/>
                  <a:gd name="T5" fmla="*/ 48 h 98"/>
                  <a:gd name="T6" fmla="*/ 32 w 109"/>
                  <a:gd name="T7" fmla="*/ 21 h 98"/>
                  <a:gd name="T8" fmla="*/ 86 w 109"/>
                  <a:gd name="T9" fmla="*/ 46 h 98"/>
                  <a:gd name="T10" fmla="*/ 238 w 109"/>
                  <a:gd name="T11" fmla="*/ 203 h 98"/>
                  <a:gd name="T12" fmla="*/ 345 w 109"/>
                  <a:gd name="T13" fmla="*/ 308 h 98"/>
                  <a:gd name="T14" fmla="*/ 364 w 109"/>
                  <a:gd name="T15" fmla="*/ 357 h 98"/>
                  <a:gd name="T16" fmla="*/ 340 w 109"/>
                  <a:gd name="T17" fmla="*/ 391 h 98"/>
                  <a:gd name="T18" fmla="*/ 313 w 109"/>
                  <a:gd name="T19" fmla="*/ 391 h 98"/>
                  <a:gd name="T20" fmla="*/ 161 w 109"/>
                  <a:gd name="T21" fmla="*/ 244 h 98"/>
                  <a:gd name="T22" fmla="*/ 14 w 109"/>
                  <a:gd name="T23" fmla="*/ 87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9" h="98">
                    <a:moveTo>
                      <a:pt x="4" y="21"/>
                    </a:moveTo>
                    <a:cubicBezTo>
                      <a:pt x="4" y="21"/>
                      <a:pt x="4" y="21"/>
                      <a:pt x="4" y="21"/>
                    </a:cubicBezTo>
                    <a:cubicBezTo>
                      <a:pt x="2" y="19"/>
                      <a:pt x="0" y="16"/>
                      <a:pt x="3" y="12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3"/>
                      <a:pt x="13" y="0"/>
                      <a:pt x="25" y="11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101" y="75"/>
                      <a:pt x="101" y="75"/>
                      <a:pt x="101" y="75"/>
                    </a:cubicBezTo>
                    <a:cubicBezTo>
                      <a:pt x="106" y="79"/>
                      <a:pt x="109" y="85"/>
                      <a:pt x="107" y="87"/>
                    </a:cubicBezTo>
                    <a:cubicBezTo>
                      <a:pt x="100" y="95"/>
                      <a:pt x="100" y="95"/>
                      <a:pt x="100" y="95"/>
                    </a:cubicBezTo>
                    <a:cubicBezTo>
                      <a:pt x="98" y="98"/>
                      <a:pt x="95" y="98"/>
                      <a:pt x="92" y="95"/>
                    </a:cubicBezTo>
                    <a:cubicBezTo>
                      <a:pt x="91" y="95"/>
                      <a:pt x="56" y="67"/>
                      <a:pt x="47" y="59"/>
                    </a:cubicBezTo>
                    <a:cubicBezTo>
                      <a:pt x="37" y="51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25" name="Freeform 993">
                <a:extLst>
                  <a:ext uri="{FF2B5EF4-FFF2-40B4-BE49-F238E27FC236}">
                    <a16:creationId xmlns:a16="http://schemas.microsoft.com/office/drawing/2014/main" id="{20A84214-530A-4035-B0B1-4E4DA04AC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659"/>
                <a:ext cx="37" cy="16"/>
              </a:xfrm>
              <a:custGeom>
                <a:avLst/>
                <a:gdLst>
                  <a:gd name="T0" fmla="*/ 0 w 25"/>
                  <a:gd name="T1" fmla="*/ 13 h 10"/>
                  <a:gd name="T2" fmla="*/ 41 w 25"/>
                  <a:gd name="T3" fmla="*/ 5 h 10"/>
                  <a:gd name="T4" fmla="*/ 81 w 25"/>
                  <a:gd name="T5" fmla="*/ 29 h 10"/>
                  <a:gd name="T6" fmla="*/ 40 w 25"/>
                  <a:gd name="T7" fmla="*/ 34 h 10"/>
                  <a:gd name="T8" fmla="*/ 0 w 25"/>
                  <a:gd name="T9" fmla="*/ 1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0" y="3"/>
                    </a:moveTo>
                    <a:cubicBezTo>
                      <a:pt x="1" y="1"/>
                      <a:pt x="7" y="0"/>
                      <a:pt x="13" y="1"/>
                    </a:cubicBezTo>
                    <a:cubicBezTo>
                      <a:pt x="20" y="3"/>
                      <a:pt x="25" y="5"/>
                      <a:pt x="25" y="7"/>
                    </a:cubicBezTo>
                    <a:cubicBezTo>
                      <a:pt x="24" y="9"/>
                      <a:pt x="19" y="10"/>
                      <a:pt x="12" y="8"/>
                    </a:cubicBezTo>
                    <a:cubicBezTo>
                      <a:pt x="5" y="7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26" name="Freeform 994">
                <a:extLst>
                  <a:ext uri="{FF2B5EF4-FFF2-40B4-BE49-F238E27FC236}">
                    <a16:creationId xmlns:a16="http://schemas.microsoft.com/office/drawing/2014/main" id="{64C59906-F522-48C0-8F38-DFB6C0E98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821"/>
                <a:ext cx="33" cy="30"/>
              </a:xfrm>
              <a:custGeom>
                <a:avLst/>
                <a:gdLst>
                  <a:gd name="T0" fmla="*/ 8 w 22"/>
                  <a:gd name="T1" fmla="*/ 8 h 19"/>
                  <a:gd name="T2" fmla="*/ 48 w 22"/>
                  <a:gd name="T3" fmla="*/ 27 h 19"/>
                  <a:gd name="T4" fmla="*/ 72 w 22"/>
                  <a:gd name="T5" fmla="*/ 68 h 19"/>
                  <a:gd name="T6" fmla="*/ 32 w 22"/>
                  <a:gd name="T7" fmla="*/ 47 h 19"/>
                  <a:gd name="T8" fmla="*/ 8 w 22"/>
                  <a:gd name="T9" fmla="*/ 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2" y="2"/>
                    </a:moveTo>
                    <a:cubicBezTo>
                      <a:pt x="3" y="0"/>
                      <a:pt x="8" y="2"/>
                      <a:pt x="14" y="7"/>
                    </a:cubicBezTo>
                    <a:cubicBezTo>
                      <a:pt x="19" y="11"/>
                      <a:pt x="22" y="16"/>
                      <a:pt x="21" y="17"/>
                    </a:cubicBezTo>
                    <a:cubicBezTo>
                      <a:pt x="20" y="19"/>
                      <a:pt x="15" y="16"/>
                      <a:pt x="9" y="12"/>
                    </a:cubicBezTo>
                    <a:cubicBezTo>
                      <a:pt x="4" y="8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27" name="Freeform 995">
                <a:extLst>
                  <a:ext uri="{FF2B5EF4-FFF2-40B4-BE49-F238E27FC236}">
                    <a16:creationId xmlns:a16="http://schemas.microsoft.com/office/drawing/2014/main" id="{D492991E-9D92-4A3A-95B1-B0EA5CE3B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955"/>
                <a:ext cx="33" cy="30"/>
              </a:xfrm>
              <a:custGeom>
                <a:avLst/>
                <a:gdLst>
                  <a:gd name="T0" fmla="*/ 68 w 22"/>
                  <a:gd name="T1" fmla="*/ 69 h 19"/>
                  <a:gd name="T2" fmla="*/ 32 w 22"/>
                  <a:gd name="T3" fmla="*/ 47 h 19"/>
                  <a:gd name="T4" fmla="*/ 5 w 22"/>
                  <a:gd name="T5" fmla="*/ 8 h 19"/>
                  <a:gd name="T6" fmla="*/ 45 w 22"/>
                  <a:gd name="T7" fmla="*/ 27 h 19"/>
                  <a:gd name="T8" fmla="*/ 68 w 22"/>
                  <a:gd name="T9" fmla="*/ 6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20" y="18"/>
                    </a:moveTo>
                    <a:cubicBezTo>
                      <a:pt x="19" y="19"/>
                      <a:pt x="14" y="17"/>
                      <a:pt x="9" y="12"/>
                    </a:cubicBezTo>
                    <a:cubicBezTo>
                      <a:pt x="3" y="8"/>
                      <a:pt x="0" y="3"/>
                      <a:pt x="1" y="2"/>
                    </a:cubicBezTo>
                    <a:cubicBezTo>
                      <a:pt x="3" y="0"/>
                      <a:pt x="8" y="3"/>
                      <a:pt x="13" y="7"/>
                    </a:cubicBezTo>
                    <a:cubicBezTo>
                      <a:pt x="18" y="12"/>
                      <a:pt x="22" y="16"/>
                      <a:pt x="20" y="18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28" name="Freeform 996">
                <a:extLst>
                  <a:ext uri="{FF2B5EF4-FFF2-40B4-BE49-F238E27FC236}">
                    <a16:creationId xmlns:a16="http://schemas.microsoft.com/office/drawing/2014/main" id="{DED206D2-E368-4040-9D97-C50DF6C0E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715"/>
                <a:ext cx="36" cy="21"/>
              </a:xfrm>
              <a:custGeom>
                <a:avLst/>
                <a:gdLst>
                  <a:gd name="T0" fmla="*/ 5 w 24"/>
                  <a:gd name="T1" fmla="*/ 8 h 13"/>
                  <a:gd name="T2" fmla="*/ 45 w 24"/>
                  <a:gd name="T3" fmla="*/ 13 h 13"/>
                  <a:gd name="T4" fmla="*/ 81 w 24"/>
                  <a:gd name="T5" fmla="*/ 47 h 13"/>
                  <a:gd name="T6" fmla="*/ 39 w 24"/>
                  <a:gd name="T7" fmla="*/ 42 h 13"/>
                  <a:gd name="T8" fmla="*/ 5 w 24"/>
                  <a:gd name="T9" fmla="*/ 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1" y="2"/>
                    </a:moveTo>
                    <a:cubicBezTo>
                      <a:pt x="1" y="0"/>
                      <a:pt x="7" y="1"/>
                      <a:pt x="13" y="3"/>
                    </a:cubicBezTo>
                    <a:cubicBezTo>
                      <a:pt x="20" y="6"/>
                      <a:pt x="24" y="9"/>
                      <a:pt x="24" y="11"/>
                    </a:cubicBezTo>
                    <a:cubicBezTo>
                      <a:pt x="23" y="13"/>
                      <a:pt x="17" y="12"/>
                      <a:pt x="11" y="10"/>
                    </a:cubicBezTo>
                    <a:cubicBezTo>
                      <a:pt x="5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29" name="Freeform 997">
                <a:extLst>
                  <a:ext uri="{FF2B5EF4-FFF2-40B4-BE49-F238E27FC236}">
                    <a16:creationId xmlns:a16="http://schemas.microsoft.com/office/drawing/2014/main" id="{A0406AA2-86E5-4780-81AE-4FA09A49F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653"/>
                <a:ext cx="38" cy="16"/>
              </a:xfrm>
              <a:custGeom>
                <a:avLst/>
                <a:gdLst>
                  <a:gd name="T0" fmla="*/ 5 w 25"/>
                  <a:gd name="T1" fmla="*/ 13 h 10"/>
                  <a:gd name="T2" fmla="*/ 46 w 25"/>
                  <a:gd name="T3" fmla="*/ 8 h 10"/>
                  <a:gd name="T4" fmla="*/ 88 w 25"/>
                  <a:gd name="T5" fmla="*/ 29 h 10"/>
                  <a:gd name="T6" fmla="*/ 41 w 25"/>
                  <a:gd name="T7" fmla="*/ 34 h 10"/>
                  <a:gd name="T8" fmla="*/ 5 w 25"/>
                  <a:gd name="T9" fmla="*/ 1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1" y="3"/>
                    </a:moveTo>
                    <a:cubicBezTo>
                      <a:pt x="1" y="1"/>
                      <a:pt x="7" y="0"/>
                      <a:pt x="13" y="2"/>
                    </a:cubicBezTo>
                    <a:cubicBezTo>
                      <a:pt x="20" y="3"/>
                      <a:pt x="25" y="5"/>
                      <a:pt x="25" y="7"/>
                    </a:cubicBezTo>
                    <a:cubicBezTo>
                      <a:pt x="25" y="9"/>
                      <a:pt x="19" y="10"/>
                      <a:pt x="12" y="8"/>
                    </a:cubicBezTo>
                    <a:cubicBezTo>
                      <a:pt x="5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0" name="Freeform 998">
                <a:extLst>
                  <a:ext uri="{FF2B5EF4-FFF2-40B4-BE49-F238E27FC236}">
                    <a16:creationId xmlns:a16="http://schemas.microsoft.com/office/drawing/2014/main" id="{C4E4D4EC-6177-4EAE-B267-D0F9E4FF1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811"/>
                <a:ext cx="33" cy="31"/>
              </a:xfrm>
              <a:custGeom>
                <a:avLst/>
                <a:gdLst>
                  <a:gd name="T0" fmla="*/ 5 w 22"/>
                  <a:gd name="T1" fmla="*/ 8 h 19"/>
                  <a:gd name="T2" fmla="*/ 45 w 22"/>
                  <a:gd name="T3" fmla="*/ 29 h 19"/>
                  <a:gd name="T4" fmla="*/ 72 w 22"/>
                  <a:gd name="T5" fmla="*/ 75 h 19"/>
                  <a:gd name="T6" fmla="*/ 32 w 22"/>
                  <a:gd name="T7" fmla="*/ 54 h 19"/>
                  <a:gd name="T8" fmla="*/ 5 w 22"/>
                  <a:gd name="T9" fmla="*/ 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1" y="2"/>
                    </a:moveTo>
                    <a:cubicBezTo>
                      <a:pt x="2" y="0"/>
                      <a:pt x="8" y="3"/>
                      <a:pt x="13" y="7"/>
                    </a:cubicBezTo>
                    <a:cubicBezTo>
                      <a:pt x="18" y="11"/>
                      <a:pt x="22" y="16"/>
                      <a:pt x="21" y="17"/>
                    </a:cubicBezTo>
                    <a:cubicBezTo>
                      <a:pt x="19" y="19"/>
                      <a:pt x="14" y="17"/>
                      <a:pt x="9" y="12"/>
                    </a:cubicBezTo>
                    <a:cubicBezTo>
                      <a:pt x="3" y="8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1" name="Freeform 999">
                <a:extLst>
                  <a:ext uri="{FF2B5EF4-FFF2-40B4-BE49-F238E27FC236}">
                    <a16:creationId xmlns:a16="http://schemas.microsoft.com/office/drawing/2014/main" id="{4CB7D250-61D7-4E77-ABCE-054F7CB8C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947"/>
                <a:ext cx="31" cy="30"/>
              </a:xfrm>
              <a:custGeom>
                <a:avLst/>
                <a:gdLst>
                  <a:gd name="T0" fmla="*/ 65 w 21"/>
                  <a:gd name="T1" fmla="*/ 68 h 19"/>
                  <a:gd name="T2" fmla="*/ 27 w 21"/>
                  <a:gd name="T3" fmla="*/ 47 h 19"/>
                  <a:gd name="T4" fmla="*/ 1 w 21"/>
                  <a:gd name="T5" fmla="*/ 5 h 19"/>
                  <a:gd name="T6" fmla="*/ 41 w 21"/>
                  <a:gd name="T7" fmla="*/ 22 h 19"/>
                  <a:gd name="T8" fmla="*/ 65 w 21"/>
                  <a:gd name="T9" fmla="*/ 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20" y="17"/>
                    </a:moveTo>
                    <a:cubicBezTo>
                      <a:pt x="19" y="19"/>
                      <a:pt x="14" y="16"/>
                      <a:pt x="8" y="12"/>
                    </a:cubicBezTo>
                    <a:cubicBezTo>
                      <a:pt x="3" y="7"/>
                      <a:pt x="0" y="3"/>
                      <a:pt x="1" y="1"/>
                    </a:cubicBezTo>
                    <a:cubicBezTo>
                      <a:pt x="2" y="0"/>
                      <a:pt x="8" y="2"/>
                      <a:pt x="13" y="6"/>
                    </a:cubicBezTo>
                    <a:cubicBezTo>
                      <a:pt x="18" y="11"/>
                      <a:pt x="21" y="16"/>
                      <a:pt x="20" y="17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2" name="Freeform 1000">
                <a:extLst>
                  <a:ext uri="{FF2B5EF4-FFF2-40B4-BE49-F238E27FC236}">
                    <a16:creationId xmlns:a16="http://schemas.microsoft.com/office/drawing/2014/main" id="{6DFEAA0C-FB4A-4B6C-8BA5-3D1AE8FE3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707"/>
                <a:ext cx="36" cy="21"/>
              </a:xfrm>
              <a:custGeom>
                <a:avLst/>
                <a:gdLst>
                  <a:gd name="T0" fmla="*/ 5 w 24"/>
                  <a:gd name="T1" fmla="*/ 8 h 13"/>
                  <a:gd name="T2" fmla="*/ 45 w 24"/>
                  <a:gd name="T3" fmla="*/ 16 h 13"/>
                  <a:gd name="T4" fmla="*/ 81 w 24"/>
                  <a:gd name="T5" fmla="*/ 47 h 13"/>
                  <a:gd name="T6" fmla="*/ 39 w 24"/>
                  <a:gd name="T7" fmla="*/ 42 h 13"/>
                  <a:gd name="T8" fmla="*/ 5 w 24"/>
                  <a:gd name="T9" fmla="*/ 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1" y="2"/>
                    </a:moveTo>
                    <a:cubicBezTo>
                      <a:pt x="1" y="0"/>
                      <a:pt x="7" y="1"/>
                      <a:pt x="13" y="4"/>
                    </a:cubicBezTo>
                    <a:cubicBezTo>
                      <a:pt x="20" y="6"/>
                      <a:pt x="24" y="10"/>
                      <a:pt x="24" y="11"/>
                    </a:cubicBezTo>
                    <a:cubicBezTo>
                      <a:pt x="23" y="13"/>
                      <a:pt x="17" y="13"/>
                      <a:pt x="11" y="10"/>
                    </a:cubicBezTo>
                    <a:cubicBezTo>
                      <a:pt x="5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3" name="Freeform 1001">
                <a:extLst>
                  <a:ext uri="{FF2B5EF4-FFF2-40B4-BE49-F238E27FC236}">
                    <a16:creationId xmlns:a16="http://schemas.microsoft.com/office/drawing/2014/main" id="{07FE61EF-AD07-4E34-8EC5-C1BFAE3FF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656"/>
                <a:ext cx="37" cy="14"/>
              </a:xfrm>
              <a:custGeom>
                <a:avLst/>
                <a:gdLst>
                  <a:gd name="T0" fmla="*/ 0 w 25"/>
                  <a:gd name="T1" fmla="*/ 8 h 9"/>
                  <a:gd name="T2" fmla="*/ 41 w 25"/>
                  <a:gd name="T3" fmla="*/ 5 h 9"/>
                  <a:gd name="T4" fmla="*/ 78 w 25"/>
                  <a:gd name="T5" fmla="*/ 26 h 9"/>
                  <a:gd name="T6" fmla="*/ 40 w 25"/>
                  <a:gd name="T7" fmla="*/ 30 h 9"/>
                  <a:gd name="T8" fmla="*/ 0 w 25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2"/>
                    </a:moveTo>
                    <a:cubicBezTo>
                      <a:pt x="0" y="0"/>
                      <a:pt x="6" y="0"/>
                      <a:pt x="13" y="1"/>
                    </a:cubicBezTo>
                    <a:cubicBezTo>
                      <a:pt x="20" y="2"/>
                      <a:pt x="25" y="5"/>
                      <a:pt x="24" y="7"/>
                    </a:cubicBezTo>
                    <a:cubicBezTo>
                      <a:pt x="24" y="9"/>
                      <a:pt x="18" y="9"/>
                      <a:pt x="12" y="8"/>
                    </a:cubicBezTo>
                    <a:cubicBezTo>
                      <a:pt x="5" y="7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4" name="Freeform 1002">
                <a:extLst>
                  <a:ext uri="{FF2B5EF4-FFF2-40B4-BE49-F238E27FC236}">
                    <a16:creationId xmlns:a16="http://schemas.microsoft.com/office/drawing/2014/main" id="{D1C0DD8F-0349-4B64-842A-3BFB6A695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661"/>
                <a:ext cx="31" cy="9"/>
              </a:xfrm>
              <a:custGeom>
                <a:avLst/>
                <a:gdLst>
                  <a:gd name="T0" fmla="*/ 47 w 21"/>
                  <a:gd name="T1" fmla="*/ 0 h 6"/>
                  <a:gd name="T2" fmla="*/ 59 w 21"/>
                  <a:gd name="T3" fmla="*/ 12 h 6"/>
                  <a:gd name="T4" fmla="*/ 15 w 21"/>
                  <a:gd name="T5" fmla="*/ 14 h 6"/>
                  <a:gd name="T6" fmla="*/ 0 w 21"/>
                  <a:gd name="T7" fmla="*/ 12 h 6"/>
                  <a:gd name="T8" fmla="*/ 27 w 21"/>
                  <a:gd name="T9" fmla="*/ 18 h 6"/>
                  <a:gd name="T10" fmla="*/ 65 w 21"/>
                  <a:gd name="T11" fmla="*/ 14 h 6"/>
                  <a:gd name="T12" fmla="*/ 47 w 21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6">
                    <a:moveTo>
                      <a:pt x="15" y="0"/>
                    </a:moveTo>
                    <a:cubicBezTo>
                      <a:pt x="17" y="1"/>
                      <a:pt x="18" y="2"/>
                      <a:pt x="18" y="3"/>
                    </a:cubicBezTo>
                    <a:cubicBezTo>
                      <a:pt x="18" y="5"/>
                      <a:pt x="12" y="5"/>
                      <a:pt x="5" y="4"/>
                    </a:cubicBezTo>
                    <a:cubicBezTo>
                      <a:pt x="3" y="4"/>
                      <a:pt x="1" y="3"/>
                      <a:pt x="0" y="3"/>
                    </a:cubicBezTo>
                    <a:cubicBezTo>
                      <a:pt x="2" y="4"/>
                      <a:pt x="5" y="4"/>
                      <a:pt x="8" y="5"/>
                    </a:cubicBezTo>
                    <a:cubicBezTo>
                      <a:pt x="14" y="6"/>
                      <a:pt x="20" y="6"/>
                      <a:pt x="20" y="4"/>
                    </a:cubicBezTo>
                    <a:cubicBezTo>
                      <a:pt x="21" y="3"/>
                      <a:pt x="18" y="1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5" name="Freeform 1003">
                <a:extLst>
                  <a:ext uri="{FF2B5EF4-FFF2-40B4-BE49-F238E27FC236}">
                    <a16:creationId xmlns:a16="http://schemas.microsoft.com/office/drawing/2014/main" id="{3E6D94FA-7D52-4E1B-B5BB-DFF7272DE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658"/>
                <a:ext cx="28" cy="6"/>
              </a:xfrm>
              <a:custGeom>
                <a:avLst/>
                <a:gdLst>
                  <a:gd name="T0" fmla="*/ 6 w 19"/>
                  <a:gd name="T1" fmla="*/ 8 h 4"/>
                  <a:gd name="T2" fmla="*/ 41 w 19"/>
                  <a:gd name="T3" fmla="*/ 5 h 4"/>
                  <a:gd name="T4" fmla="*/ 60 w 19"/>
                  <a:gd name="T5" fmla="*/ 12 h 4"/>
                  <a:gd name="T6" fmla="*/ 35 w 19"/>
                  <a:gd name="T7" fmla="*/ 5 h 4"/>
                  <a:gd name="T8" fmla="*/ 0 w 19"/>
                  <a:gd name="T9" fmla="*/ 8 h 4"/>
                  <a:gd name="T10" fmla="*/ 13 w 19"/>
                  <a:gd name="T11" fmla="*/ 14 h 4"/>
                  <a:gd name="T12" fmla="*/ 6 w 19"/>
                  <a:gd name="T13" fmla="*/ 8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">
                    <a:moveTo>
                      <a:pt x="2" y="2"/>
                    </a:moveTo>
                    <a:cubicBezTo>
                      <a:pt x="2" y="0"/>
                      <a:pt x="7" y="0"/>
                      <a:pt x="13" y="1"/>
                    </a:cubicBezTo>
                    <a:cubicBezTo>
                      <a:pt x="15" y="2"/>
                      <a:pt x="17" y="3"/>
                      <a:pt x="19" y="3"/>
                    </a:cubicBezTo>
                    <a:cubicBezTo>
                      <a:pt x="17" y="2"/>
                      <a:pt x="14" y="1"/>
                      <a:pt x="11" y="1"/>
                    </a:cubicBezTo>
                    <a:cubicBezTo>
                      <a:pt x="5" y="0"/>
                      <a:pt x="1" y="0"/>
                      <a:pt x="0" y="2"/>
                    </a:cubicBezTo>
                    <a:cubicBezTo>
                      <a:pt x="0" y="2"/>
                      <a:pt x="1" y="4"/>
                      <a:pt x="4" y="4"/>
                    </a:cubicBezTo>
                    <a:cubicBezTo>
                      <a:pt x="3" y="4"/>
                      <a:pt x="1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6" name="Freeform 1004">
                <a:extLst>
                  <a:ext uri="{FF2B5EF4-FFF2-40B4-BE49-F238E27FC236}">
                    <a16:creationId xmlns:a16="http://schemas.microsoft.com/office/drawing/2014/main" id="{7B541283-8E29-4EBE-A549-401D0F11E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710"/>
                <a:ext cx="38" cy="21"/>
              </a:xfrm>
              <a:custGeom>
                <a:avLst/>
                <a:gdLst>
                  <a:gd name="T0" fmla="*/ 5 w 25"/>
                  <a:gd name="T1" fmla="*/ 8 h 13"/>
                  <a:gd name="T2" fmla="*/ 49 w 25"/>
                  <a:gd name="T3" fmla="*/ 13 h 13"/>
                  <a:gd name="T4" fmla="*/ 84 w 25"/>
                  <a:gd name="T5" fmla="*/ 47 h 13"/>
                  <a:gd name="T6" fmla="*/ 40 w 25"/>
                  <a:gd name="T7" fmla="*/ 42 h 13"/>
                  <a:gd name="T8" fmla="*/ 5 w 25"/>
                  <a:gd name="T9" fmla="*/ 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1" y="2"/>
                    </a:moveTo>
                    <a:cubicBezTo>
                      <a:pt x="1" y="0"/>
                      <a:pt x="7" y="1"/>
                      <a:pt x="14" y="3"/>
                    </a:cubicBezTo>
                    <a:cubicBezTo>
                      <a:pt x="20" y="6"/>
                      <a:pt x="25" y="9"/>
                      <a:pt x="24" y="11"/>
                    </a:cubicBezTo>
                    <a:cubicBezTo>
                      <a:pt x="23" y="13"/>
                      <a:pt x="17" y="12"/>
                      <a:pt x="11" y="10"/>
                    </a:cubicBezTo>
                    <a:cubicBezTo>
                      <a:pt x="5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7" name="Freeform 1005">
                <a:extLst>
                  <a:ext uri="{FF2B5EF4-FFF2-40B4-BE49-F238E27FC236}">
                    <a16:creationId xmlns:a16="http://schemas.microsoft.com/office/drawing/2014/main" id="{D4DE4D85-51EA-4242-8E47-70EC7D2ED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816"/>
                <a:ext cx="33" cy="29"/>
              </a:xfrm>
              <a:custGeom>
                <a:avLst/>
                <a:gdLst>
                  <a:gd name="T0" fmla="*/ 8 w 22"/>
                  <a:gd name="T1" fmla="*/ 5 h 18"/>
                  <a:gd name="T2" fmla="*/ 48 w 22"/>
                  <a:gd name="T3" fmla="*/ 26 h 18"/>
                  <a:gd name="T4" fmla="*/ 72 w 22"/>
                  <a:gd name="T5" fmla="*/ 71 h 18"/>
                  <a:gd name="T6" fmla="*/ 32 w 22"/>
                  <a:gd name="T7" fmla="*/ 50 h 18"/>
                  <a:gd name="T8" fmla="*/ 8 w 22"/>
                  <a:gd name="T9" fmla="*/ 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2" y="1"/>
                    </a:moveTo>
                    <a:cubicBezTo>
                      <a:pt x="3" y="0"/>
                      <a:pt x="8" y="2"/>
                      <a:pt x="14" y="6"/>
                    </a:cubicBezTo>
                    <a:cubicBezTo>
                      <a:pt x="19" y="11"/>
                      <a:pt x="22" y="15"/>
                      <a:pt x="21" y="17"/>
                    </a:cubicBezTo>
                    <a:cubicBezTo>
                      <a:pt x="20" y="18"/>
                      <a:pt x="15" y="16"/>
                      <a:pt x="9" y="12"/>
                    </a:cubicBezTo>
                    <a:cubicBezTo>
                      <a:pt x="4" y="8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8" name="Freeform 1006">
                <a:extLst>
                  <a:ext uri="{FF2B5EF4-FFF2-40B4-BE49-F238E27FC236}">
                    <a16:creationId xmlns:a16="http://schemas.microsoft.com/office/drawing/2014/main" id="{94131DC6-901B-4BE3-A560-C7F770220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950"/>
                <a:ext cx="33" cy="31"/>
              </a:xfrm>
              <a:custGeom>
                <a:avLst/>
                <a:gdLst>
                  <a:gd name="T0" fmla="*/ 72 w 22"/>
                  <a:gd name="T1" fmla="*/ 77 h 19"/>
                  <a:gd name="T2" fmla="*/ 32 w 22"/>
                  <a:gd name="T3" fmla="*/ 54 h 19"/>
                  <a:gd name="T4" fmla="*/ 8 w 22"/>
                  <a:gd name="T5" fmla="*/ 8 h 19"/>
                  <a:gd name="T6" fmla="*/ 45 w 22"/>
                  <a:gd name="T7" fmla="*/ 29 h 19"/>
                  <a:gd name="T8" fmla="*/ 72 w 22"/>
                  <a:gd name="T9" fmla="*/ 7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21" y="18"/>
                    </a:moveTo>
                    <a:cubicBezTo>
                      <a:pt x="19" y="19"/>
                      <a:pt x="14" y="17"/>
                      <a:pt x="9" y="12"/>
                    </a:cubicBezTo>
                    <a:cubicBezTo>
                      <a:pt x="4" y="8"/>
                      <a:pt x="0" y="3"/>
                      <a:pt x="2" y="2"/>
                    </a:cubicBezTo>
                    <a:cubicBezTo>
                      <a:pt x="3" y="0"/>
                      <a:pt x="8" y="2"/>
                      <a:pt x="13" y="7"/>
                    </a:cubicBezTo>
                    <a:cubicBezTo>
                      <a:pt x="19" y="11"/>
                      <a:pt x="22" y="16"/>
                      <a:pt x="21" y="18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39" name="Freeform 1007">
                <a:extLst>
                  <a:ext uri="{FF2B5EF4-FFF2-40B4-BE49-F238E27FC236}">
                    <a16:creationId xmlns:a16="http://schemas.microsoft.com/office/drawing/2014/main" id="{6CD48864-A4C4-4CD5-B352-6718A8CE1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638"/>
                <a:ext cx="54" cy="12"/>
              </a:xfrm>
              <a:custGeom>
                <a:avLst/>
                <a:gdLst>
                  <a:gd name="T0" fmla="*/ 0 w 36"/>
                  <a:gd name="T1" fmla="*/ 9 h 7"/>
                  <a:gd name="T2" fmla="*/ 122 w 36"/>
                  <a:gd name="T3" fmla="*/ 36 h 7"/>
                  <a:gd name="T4" fmla="*/ 93 w 36"/>
                  <a:gd name="T5" fmla="*/ 26 h 7"/>
                  <a:gd name="T6" fmla="*/ 62 w 36"/>
                  <a:gd name="T7" fmla="*/ 15 h 7"/>
                  <a:gd name="T8" fmla="*/ 0 w 36"/>
                  <a:gd name="T9" fmla="*/ 0 h 7"/>
                  <a:gd name="T10" fmla="*/ 0 w 36"/>
                  <a:gd name="T11" fmla="*/ 9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7">
                    <a:moveTo>
                      <a:pt x="0" y="2"/>
                    </a:moveTo>
                    <a:cubicBezTo>
                      <a:pt x="12" y="3"/>
                      <a:pt x="24" y="7"/>
                      <a:pt x="36" y="7"/>
                    </a:cubicBezTo>
                    <a:cubicBezTo>
                      <a:pt x="33" y="6"/>
                      <a:pt x="30" y="6"/>
                      <a:pt x="27" y="5"/>
                    </a:cubicBezTo>
                    <a:cubicBezTo>
                      <a:pt x="24" y="5"/>
                      <a:pt x="21" y="4"/>
                      <a:pt x="18" y="3"/>
                    </a:cubicBezTo>
                    <a:cubicBezTo>
                      <a:pt x="12" y="2"/>
                      <a:pt x="6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0" name="Freeform 1008">
                <a:extLst>
                  <a:ext uri="{FF2B5EF4-FFF2-40B4-BE49-F238E27FC236}">
                    <a16:creationId xmlns:a16="http://schemas.microsoft.com/office/drawing/2014/main" id="{3B284638-F7F1-4750-AE73-58AC811F1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72"/>
                <a:ext cx="121" cy="24"/>
              </a:xfrm>
              <a:custGeom>
                <a:avLst/>
                <a:gdLst>
                  <a:gd name="T0" fmla="*/ 0 w 81"/>
                  <a:gd name="T1" fmla="*/ 0 h 15"/>
                  <a:gd name="T2" fmla="*/ 196 w 81"/>
                  <a:gd name="T3" fmla="*/ 46 h 15"/>
                  <a:gd name="T4" fmla="*/ 261 w 81"/>
                  <a:gd name="T5" fmla="*/ 54 h 15"/>
                  <a:gd name="T6" fmla="*/ 267 w 81"/>
                  <a:gd name="T7" fmla="*/ 8 h 15"/>
                  <a:gd name="T8" fmla="*/ 248 w 81"/>
                  <a:gd name="T9" fmla="*/ 46 h 15"/>
                  <a:gd name="T10" fmla="*/ 209 w 81"/>
                  <a:gd name="T11" fmla="*/ 42 h 15"/>
                  <a:gd name="T12" fmla="*/ 163 w 81"/>
                  <a:gd name="T13" fmla="*/ 29 h 15"/>
                  <a:gd name="T14" fmla="*/ 76 w 81"/>
                  <a:gd name="T15" fmla="*/ 13 h 15"/>
                  <a:gd name="T16" fmla="*/ 36 w 81"/>
                  <a:gd name="T17" fmla="*/ 5 h 15"/>
                  <a:gd name="T18" fmla="*/ 6 w 81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5">
                    <a:moveTo>
                      <a:pt x="0" y="0"/>
                    </a:moveTo>
                    <a:cubicBezTo>
                      <a:pt x="20" y="4"/>
                      <a:pt x="39" y="6"/>
                      <a:pt x="59" y="11"/>
                    </a:cubicBezTo>
                    <a:cubicBezTo>
                      <a:pt x="63" y="12"/>
                      <a:pt x="75" y="15"/>
                      <a:pt x="78" y="13"/>
                    </a:cubicBezTo>
                    <a:cubicBezTo>
                      <a:pt x="81" y="11"/>
                      <a:pt x="81" y="5"/>
                      <a:pt x="80" y="2"/>
                    </a:cubicBezTo>
                    <a:cubicBezTo>
                      <a:pt x="80" y="5"/>
                      <a:pt x="78" y="10"/>
                      <a:pt x="74" y="11"/>
                    </a:cubicBezTo>
                    <a:cubicBezTo>
                      <a:pt x="71" y="11"/>
                      <a:pt x="66" y="10"/>
                      <a:pt x="63" y="10"/>
                    </a:cubicBezTo>
                    <a:cubicBezTo>
                      <a:pt x="58" y="9"/>
                      <a:pt x="54" y="8"/>
                      <a:pt x="49" y="7"/>
                    </a:cubicBezTo>
                    <a:cubicBezTo>
                      <a:pt x="41" y="5"/>
                      <a:pt x="32" y="4"/>
                      <a:pt x="23" y="3"/>
                    </a:cubicBezTo>
                    <a:cubicBezTo>
                      <a:pt x="19" y="2"/>
                      <a:pt x="15" y="2"/>
                      <a:pt x="11" y="1"/>
                    </a:cubicBezTo>
                    <a:cubicBezTo>
                      <a:pt x="8" y="1"/>
                      <a:pt x="5" y="0"/>
                      <a:pt x="2" y="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1" name="Freeform 1009">
                <a:extLst>
                  <a:ext uri="{FF2B5EF4-FFF2-40B4-BE49-F238E27FC236}">
                    <a16:creationId xmlns:a16="http://schemas.microsoft.com/office/drawing/2014/main" id="{30825850-1E20-4FD6-B30B-53C5D5690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893"/>
                <a:ext cx="72" cy="51"/>
              </a:xfrm>
              <a:custGeom>
                <a:avLst/>
                <a:gdLst>
                  <a:gd name="T0" fmla="*/ 5 w 48"/>
                  <a:gd name="T1" fmla="*/ 26 h 32"/>
                  <a:gd name="T2" fmla="*/ 27 w 48"/>
                  <a:gd name="T3" fmla="*/ 0 h 32"/>
                  <a:gd name="T4" fmla="*/ 62 w 48"/>
                  <a:gd name="T5" fmla="*/ 29 h 32"/>
                  <a:gd name="T6" fmla="*/ 116 w 48"/>
                  <a:gd name="T7" fmla="*/ 81 h 32"/>
                  <a:gd name="T8" fmla="*/ 140 w 48"/>
                  <a:gd name="T9" fmla="*/ 104 h 32"/>
                  <a:gd name="T10" fmla="*/ 162 w 48"/>
                  <a:gd name="T11" fmla="*/ 129 h 32"/>
                  <a:gd name="T12" fmla="*/ 59 w 48"/>
                  <a:gd name="T13" fmla="*/ 33 h 32"/>
                  <a:gd name="T14" fmla="*/ 21 w 48"/>
                  <a:gd name="T15" fmla="*/ 16 h 32"/>
                  <a:gd name="T16" fmla="*/ 0 w 48"/>
                  <a:gd name="T17" fmla="*/ 33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32">
                    <a:moveTo>
                      <a:pt x="1" y="6"/>
                    </a:moveTo>
                    <a:cubicBezTo>
                      <a:pt x="2" y="4"/>
                      <a:pt x="5" y="0"/>
                      <a:pt x="8" y="0"/>
                    </a:cubicBezTo>
                    <a:cubicBezTo>
                      <a:pt x="11" y="0"/>
                      <a:pt x="16" y="4"/>
                      <a:pt x="18" y="7"/>
                    </a:cubicBezTo>
                    <a:cubicBezTo>
                      <a:pt x="24" y="11"/>
                      <a:pt x="29" y="16"/>
                      <a:pt x="34" y="20"/>
                    </a:cubicBezTo>
                    <a:cubicBezTo>
                      <a:pt x="36" y="22"/>
                      <a:pt x="38" y="24"/>
                      <a:pt x="41" y="26"/>
                    </a:cubicBezTo>
                    <a:cubicBezTo>
                      <a:pt x="43" y="28"/>
                      <a:pt x="46" y="29"/>
                      <a:pt x="48" y="32"/>
                    </a:cubicBezTo>
                    <a:cubicBezTo>
                      <a:pt x="37" y="26"/>
                      <a:pt x="27" y="15"/>
                      <a:pt x="17" y="8"/>
                    </a:cubicBezTo>
                    <a:cubicBezTo>
                      <a:pt x="13" y="6"/>
                      <a:pt x="10" y="3"/>
                      <a:pt x="6" y="4"/>
                    </a:cubicBezTo>
                    <a:cubicBezTo>
                      <a:pt x="4" y="5"/>
                      <a:pt x="1" y="6"/>
                      <a:pt x="0" y="8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2" name="Freeform 1010">
                <a:extLst>
                  <a:ext uri="{FF2B5EF4-FFF2-40B4-BE49-F238E27FC236}">
                    <a16:creationId xmlns:a16="http://schemas.microsoft.com/office/drawing/2014/main" id="{FA96943E-D145-4F32-9AD9-2779FEE32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675"/>
                <a:ext cx="78" cy="32"/>
              </a:xfrm>
              <a:custGeom>
                <a:avLst/>
                <a:gdLst>
                  <a:gd name="T0" fmla="*/ 0 w 52"/>
                  <a:gd name="T1" fmla="*/ 42 h 20"/>
                  <a:gd name="T2" fmla="*/ 14 w 52"/>
                  <a:gd name="T3" fmla="*/ 5 h 20"/>
                  <a:gd name="T4" fmla="*/ 59 w 52"/>
                  <a:gd name="T5" fmla="*/ 21 h 20"/>
                  <a:gd name="T6" fmla="*/ 122 w 52"/>
                  <a:gd name="T7" fmla="*/ 54 h 20"/>
                  <a:gd name="T8" fmla="*/ 149 w 52"/>
                  <a:gd name="T9" fmla="*/ 67 h 20"/>
                  <a:gd name="T10" fmla="*/ 176 w 52"/>
                  <a:gd name="T11" fmla="*/ 82 h 20"/>
                  <a:gd name="T12" fmla="*/ 54 w 52"/>
                  <a:gd name="T13" fmla="*/ 29 h 20"/>
                  <a:gd name="T14" fmla="*/ 18 w 52"/>
                  <a:gd name="T15" fmla="*/ 29 h 20"/>
                  <a:gd name="T16" fmla="*/ 0 w 52"/>
                  <a:gd name="T17" fmla="*/ 54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0">
                    <a:moveTo>
                      <a:pt x="0" y="10"/>
                    </a:moveTo>
                    <a:cubicBezTo>
                      <a:pt x="1" y="8"/>
                      <a:pt x="1" y="2"/>
                      <a:pt x="4" y="1"/>
                    </a:cubicBezTo>
                    <a:cubicBezTo>
                      <a:pt x="7" y="0"/>
                      <a:pt x="13" y="4"/>
                      <a:pt x="17" y="5"/>
                    </a:cubicBezTo>
                    <a:cubicBezTo>
                      <a:pt x="23" y="8"/>
                      <a:pt x="29" y="10"/>
                      <a:pt x="36" y="13"/>
                    </a:cubicBezTo>
                    <a:cubicBezTo>
                      <a:pt x="39" y="14"/>
                      <a:pt x="41" y="15"/>
                      <a:pt x="44" y="16"/>
                    </a:cubicBezTo>
                    <a:cubicBezTo>
                      <a:pt x="47" y="17"/>
                      <a:pt x="50" y="18"/>
                      <a:pt x="52" y="20"/>
                    </a:cubicBezTo>
                    <a:cubicBezTo>
                      <a:pt x="40" y="17"/>
                      <a:pt x="28" y="11"/>
                      <a:pt x="16" y="7"/>
                    </a:cubicBezTo>
                    <a:cubicBezTo>
                      <a:pt x="12" y="6"/>
                      <a:pt x="7" y="5"/>
                      <a:pt x="5" y="7"/>
                    </a:cubicBezTo>
                    <a:cubicBezTo>
                      <a:pt x="2" y="8"/>
                      <a:pt x="0" y="10"/>
                      <a:pt x="0" y="13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3" name="Freeform 1011">
                <a:extLst>
                  <a:ext uri="{FF2B5EF4-FFF2-40B4-BE49-F238E27FC236}">
                    <a16:creationId xmlns:a16="http://schemas.microsoft.com/office/drawing/2014/main" id="{D664D885-8080-48AD-A3BD-8D5B3E43B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725"/>
                <a:ext cx="117" cy="46"/>
              </a:xfrm>
              <a:custGeom>
                <a:avLst/>
                <a:gdLst>
                  <a:gd name="T0" fmla="*/ 0 w 78"/>
                  <a:gd name="T1" fmla="*/ 0 h 29"/>
                  <a:gd name="T2" fmla="*/ 188 w 78"/>
                  <a:gd name="T3" fmla="*/ 82 h 29"/>
                  <a:gd name="T4" fmla="*/ 251 w 78"/>
                  <a:gd name="T5" fmla="*/ 108 h 29"/>
                  <a:gd name="T6" fmla="*/ 264 w 78"/>
                  <a:gd name="T7" fmla="*/ 63 h 29"/>
                  <a:gd name="T8" fmla="*/ 237 w 78"/>
                  <a:gd name="T9" fmla="*/ 95 h 29"/>
                  <a:gd name="T10" fmla="*/ 201 w 78"/>
                  <a:gd name="T11" fmla="*/ 82 h 29"/>
                  <a:gd name="T12" fmla="*/ 156 w 78"/>
                  <a:gd name="T13" fmla="*/ 63 h 29"/>
                  <a:gd name="T14" fmla="*/ 75 w 78"/>
                  <a:gd name="T15" fmla="*/ 27 h 29"/>
                  <a:gd name="T16" fmla="*/ 35 w 78"/>
                  <a:gd name="T17" fmla="*/ 13 h 29"/>
                  <a:gd name="T18" fmla="*/ 5 w 78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29">
                    <a:moveTo>
                      <a:pt x="0" y="0"/>
                    </a:moveTo>
                    <a:cubicBezTo>
                      <a:pt x="18" y="7"/>
                      <a:pt x="37" y="13"/>
                      <a:pt x="55" y="21"/>
                    </a:cubicBezTo>
                    <a:cubicBezTo>
                      <a:pt x="59" y="23"/>
                      <a:pt x="70" y="29"/>
                      <a:pt x="74" y="27"/>
                    </a:cubicBezTo>
                    <a:cubicBezTo>
                      <a:pt x="77" y="25"/>
                      <a:pt x="78" y="19"/>
                      <a:pt x="78" y="16"/>
                    </a:cubicBezTo>
                    <a:cubicBezTo>
                      <a:pt x="77" y="19"/>
                      <a:pt x="74" y="24"/>
                      <a:pt x="70" y="24"/>
                    </a:cubicBezTo>
                    <a:cubicBezTo>
                      <a:pt x="66" y="24"/>
                      <a:pt x="62" y="22"/>
                      <a:pt x="59" y="21"/>
                    </a:cubicBezTo>
                    <a:cubicBezTo>
                      <a:pt x="55" y="19"/>
                      <a:pt x="50" y="17"/>
                      <a:pt x="46" y="16"/>
                    </a:cubicBezTo>
                    <a:cubicBezTo>
                      <a:pt x="38" y="13"/>
                      <a:pt x="30" y="9"/>
                      <a:pt x="22" y="7"/>
                    </a:cubicBezTo>
                    <a:cubicBezTo>
                      <a:pt x="18" y="5"/>
                      <a:pt x="14" y="4"/>
                      <a:pt x="10" y="3"/>
                    </a:cubicBezTo>
                    <a:cubicBezTo>
                      <a:pt x="7" y="2"/>
                      <a:pt x="4" y="0"/>
                      <a:pt x="1" y="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4" name="Freeform 1012">
                <a:extLst>
                  <a:ext uri="{FF2B5EF4-FFF2-40B4-BE49-F238E27FC236}">
                    <a16:creationId xmlns:a16="http://schemas.microsoft.com/office/drawing/2014/main" id="{4183AFC8-7D48-4EBF-AD66-9CC1209DD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760"/>
                <a:ext cx="73" cy="50"/>
              </a:xfrm>
              <a:custGeom>
                <a:avLst/>
                <a:gdLst>
                  <a:gd name="T0" fmla="*/ 1 w 49"/>
                  <a:gd name="T1" fmla="*/ 29 h 31"/>
                  <a:gd name="T2" fmla="*/ 27 w 49"/>
                  <a:gd name="T3" fmla="*/ 0 h 31"/>
                  <a:gd name="T4" fmla="*/ 63 w 49"/>
                  <a:gd name="T5" fmla="*/ 29 h 31"/>
                  <a:gd name="T6" fmla="*/ 113 w 49"/>
                  <a:gd name="T7" fmla="*/ 84 h 31"/>
                  <a:gd name="T8" fmla="*/ 140 w 49"/>
                  <a:gd name="T9" fmla="*/ 110 h 31"/>
                  <a:gd name="T10" fmla="*/ 162 w 49"/>
                  <a:gd name="T11" fmla="*/ 131 h 31"/>
                  <a:gd name="T12" fmla="*/ 55 w 49"/>
                  <a:gd name="T13" fmla="*/ 39 h 31"/>
                  <a:gd name="T14" fmla="*/ 22 w 49"/>
                  <a:gd name="T15" fmla="*/ 21 h 31"/>
                  <a:gd name="T16" fmla="*/ 0 w 49"/>
                  <a:gd name="T17" fmla="*/ 39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31">
                    <a:moveTo>
                      <a:pt x="1" y="7"/>
                    </a:moveTo>
                    <a:cubicBezTo>
                      <a:pt x="2" y="5"/>
                      <a:pt x="4" y="0"/>
                      <a:pt x="8" y="0"/>
                    </a:cubicBezTo>
                    <a:cubicBezTo>
                      <a:pt x="11" y="0"/>
                      <a:pt x="16" y="5"/>
                      <a:pt x="19" y="7"/>
                    </a:cubicBezTo>
                    <a:cubicBezTo>
                      <a:pt x="24" y="12"/>
                      <a:pt x="29" y="16"/>
                      <a:pt x="34" y="20"/>
                    </a:cubicBezTo>
                    <a:cubicBezTo>
                      <a:pt x="37" y="22"/>
                      <a:pt x="39" y="24"/>
                      <a:pt x="42" y="26"/>
                    </a:cubicBezTo>
                    <a:cubicBezTo>
                      <a:pt x="44" y="28"/>
                      <a:pt x="47" y="29"/>
                      <a:pt x="49" y="31"/>
                    </a:cubicBezTo>
                    <a:cubicBezTo>
                      <a:pt x="38" y="26"/>
                      <a:pt x="28" y="16"/>
                      <a:pt x="17" y="9"/>
                    </a:cubicBezTo>
                    <a:cubicBezTo>
                      <a:pt x="14" y="6"/>
                      <a:pt x="10" y="4"/>
                      <a:pt x="7" y="5"/>
                    </a:cubicBezTo>
                    <a:cubicBezTo>
                      <a:pt x="4" y="6"/>
                      <a:pt x="2" y="7"/>
                      <a:pt x="0" y="9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5" name="Freeform 1013">
                <a:extLst>
                  <a:ext uri="{FF2B5EF4-FFF2-40B4-BE49-F238E27FC236}">
                    <a16:creationId xmlns:a16="http://schemas.microsoft.com/office/drawing/2014/main" id="{0C0678E9-EC72-4109-BD12-B1715C502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819"/>
                <a:ext cx="105" cy="78"/>
              </a:xfrm>
              <a:custGeom>
                <a:avLst/>
                <a:gdLst>
                  <a:gd name="T0" fmla="*/ 0 w 70"/>
                  <a:gd name="T1" fmla="*/ 0 h 49"/>
                  <a:gd name="T2" fmla="*/ 153 w 70"/>
                  <a:gd name="T3" fmla="*/ 150 h 49"/>
                  <a:gd name="T4" fmla="*/ 215 w 70"/>
                  <a:gd name="T5" fmla="*/ 193 h 49"/>
                  <a:gd name="T6" fmla="*/ 237 w 70"/>
                  <a:gd name="T7" fmla="*/ 158 h 49"/>
                  <a:gd name="T8" fmla="*/ 203 w 70"/>
                  <a:gd name="T9" fmla="*/ 177 h 49"/>
                  <a:gd name="T10" fmla="*/ 174 w 70"/>
                  <a:gd name="T11" fmla="*/ 153 h 49"/>
                  <a:gd name="T12" fmla="*/ 135 w 70"/>
                  <a:gd name="T13" fmla="*/ 116 h 49"/>
                  <a:gd name="T14" fmla="*/ 66 w 70"/>
                  <a:gd name="T15" fmla="*/ 53 h 49"/>
                  <a:gd name="T16" fmla="*/ 32 w 70"/>
                  <a:gd name="T17" fmla="*/ 25 h 49"/>
                  <a:gd name="T18" fmla="*/ 5 w 70"/>
                  <a:gd name="T19" fmla="*/ 5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49">
                    <a:moveTo>
                      <a:pt x="0" y="0"/>
                    </a:moveTo>
                    <a:cubicBezTo>
                      <a:pt x="16" y="12"/>
                      <a:pt x="30" y="24"/>
                      <a:pt x="45" y="37"/>
                    </a:cubicBezTo>
                    <a:cubicBezTo>
                      <a:pt x="48" y="40"/>
                      <a:pt x="59" y="49"/>
                      <a:pt x="63" y="48"/>
                    </a:cubicBezTo>
                    <a:cubicBezTo>
                      <a:pt x="67" y="47"/>
                      <a:pt x="69" y="42"/>
                      <a:pt x="70" y="39"/>
                    </a:cubicBezTo>
                    <a:cubicBezTo>
                      <a:pt x="68" y="41"/>
                      <a:pt x="65" y="45"/>
                      <a:pt x="60" y="44"/>
                    </a:cubicBezTo>
                    <a:cubicBezTo>
                      <a:pt x="57" y="43"/>
                      <a:pt x="54" y="40"/>
                      <a:pt x="51" y="38"/>
                    </a:cubicBezTo>
                    <a:cubicBezTo>
                      <a:pt x="47" y="35"/>
                      <a:pt x="44" y="32"/>
                      <a:pt x="40" y="29"/>
                    </a:cubicBezTo>
                    <a:cubicBezTo>
                      <a:pt x="33" y="24"/>
                      <a:pt x="26" y="18"/>
                      <a:pt x="19" y="13"/>
                    </a:cubicBezTo>
                    <a:cubicBezTo>
                      <a:pt x="16" y="11"/>
                      <a:pt x="12" y="9"/>
                      <a:pt x="9" y="6"/>
                    </a:cubicBezTo>
                    <a:cubicBezTo>
                      <a:pt x="6" y="4"/>
                      <a:pt x="4" y="2"/>
                      <a:pt x="1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6" name="Freeform 1014">
                <a:extLst>
                  <a:ext uri="{FF2B5EF4-FFF2-40B4-BE49-F238E27FC236}">
                    <a16:creationId xmlns:a16="http://schemas.microsoft.com/office/drawing/2014/main" id="{7172E97F-14D9-4776-B03E-A0ED02228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945"/>
                <a:ext cx="117" cy="90"/>
              </a:xfrm>
              <a:custGeom>
                <a:avLst/>
                <a:gdLst>
                  <a:gd name="T0" fmla="*/ 257 w 78"/>
                  <a:gd name="T1" fmla="*/ 199 h 56"/>
                  <a:gd name="T2" fmla="*/ 228 w 78"/>
                  <a:gd name="T3" fmla="*/ 225 h 56"/>
                  <a:gd name="T4" fmla="*/ 188 w 78"/>
                  <a:gd name="T5" fmla="*/ 186 h 56"/>
                  <a:gd name="T6" fmla="*/ 126 w 78"/>
                  <a:gd name="T7" fmla="*/ 129 h 56"/>
                  <a:gd name="T8" fmla="*/ 0 w 78"/>
                  <a:gd name="T9" fmla="*/ 0 h 56"/>
                  <a:gd name="T10" fmla="*/ 86 w 78"/>
                  <a:gd name="T11" fmla="*/ 88 h 56"/>
                  <a:gd name="T12" fmla="*/ 176 w 78"/>
                  <a:gd name="T13" fmla="*/ 166 h 56"/>
                  <a:gd name="T14" fmla="*/ 257 w 78"/>
                  <a:gd name="T15" fmla="*/ 170 h 56"/>
                  <a:gd name="T16" fmla="*/ 257 w 78"/>
                  <a:gd name="T17" fmla="*/ 196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6">
                    <a:moveTo>
                      <a:pt x="76" y="48"/>
                    </a:moveTo>
                    <a:cubicBezTo>
                      <a:pt x="73" y="50"/>
                      <a:pt x="73" y="56"/>
                      <a:pt x="67" y="54"/>
                    </a:cubicBezTo>
                    <a:cubicBezTo>
                      <a:pt x="63" y="53"/>
                      <a:pt x="58" y="48"/>
                      <a:pt x="55" y="45"/>
                    </a:cubicBezTo>
                    <a:cubicBezTo>
                      <a:pt x="48" y="39"/>
                      <a:pt x="45" y="37"/>
                      <a:pt x="37" y="31"/>
                    </a:cubicBezTo>
                    <a:cubicBezTo>
                      <a:pt x="26" y="22"/>
                      <a:pt x="10" y="10"/>
                      <a:pt x="0" y="0"/>
                    </a:cubicBezTo>
                    <a:cubicBezTo>
                      <a:pt x="8" y="6"/>
                      <a:pt x="17" y="14"/>
                      <a:pt x="25" y="21"/>
                    </a:cubicBezTo>
                    <a:cubicBezTo>
                      <a:pt x="34" y="28"/>
                      <a:pt x="43" y="33"/>
                      <a:pt x="52" y="40"/>
                    </a:cubicBezTo>
                    <a:cubicBezTo>
                      <a:pt x="60" y="46"/>
                      <a:pt x="75" y="52"/>
                      <a:pt x="76" y="41"/>
                    </a:cubicBezTo>
                    <a:cubicBezTo>
                      <a:pt x="78" y="44"/>
                      <a:pt x="77" y="45"/>
                      <a:pt x="76" y="47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7" name="Freeform 1015">
                <a:extLst>
                  <a:ext uri="{FF2B5EF4-FFF2-40B4-BE49-F238E27FC236}">
                    <a16:creationId xmlns:a16="http://schemas.microsoft.com/office/drawing/2014/main" id="{B7691F7F-33E6-4B25-A4A8-CC4FCC33C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720"/>
                <a:ext cx="32" cy="11"/>
              </a:xfrm>
              <a:custGeom>
                <a:avLst/>
                <a:gdLst>
                  <a:gd name="T0" fmla="*/ 53 w 21"/>
                  <a:gd name="T1" fmla="*/ 0 h 7"/>
                  <a:gd name="T2" fmla="*/ 62 w 21"/>
                  <a:gd name="T3" fmla="*/ 14 h 7"/>
                  <a:gd name="T4" fmla="*/ 18 w 21"/>
                  <a:gd name="T5" fmla="*/ 13 h 7"/>
                  <a:gd name="T6" fmla="*/ 0 w 21"/>
                  <a:gd name="T7" fmla="*/ 0 h 7"/>
                  <a:gd name="T8" fmla="*/ 26 w 21"/>
                  <a:gd name="T9" fmla="*/ 14 h 7"/>
                  <a:gd name="T10" fmla="*/ 70 w 21"/>
                  <a:gd name="T11" fmla="*/ 20 h 7"/>
                  <a:gd name="T12" fmla="*/ 53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7" y="2"/>
                      <a:pt x="18" y="3"/>
                      <a:pt x="18" y="4"/>
                    </a:cubicBezTo>
                    <a:cubicBezTo>
                      <a:pt x="17" y="6"/>
                      <a:pt x="12" y="5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2" y="2"/>
                      <a:pt x="4" y="3"/>
                      <a:pt x="7" y="4"/>
                    </a:cubicBezTo>
                    <a:cubicBezTo>
                      <a:pt x="14" y="7"/>
                      <a:pt x="19" y="7"/>
                      <a:pt x="20" y="5"/>
                    </a:cubicBezTo>
                    <a:cubicBezTo>
                      <a:pt x="21" y="4"/>
                      <a:pt x="18" y="2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8" name="Freeform 1016">
                <a:extLst>
                  <a:ext uri="{FF2B5EF4-FFF2-40B4-BE49-F238E27FC236}">
                    <a16:creationId xmlns:a16="http://schemas.microsoft.com/office/drawing/2014/main" id="{F93336B8-37F4-4443-9391-2D4EDCA66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714"/>
                <a:ext cx="27" cy="9"/>
              </a:xfrm>
              <a:custGeom>
                <a:avLst/>
                <a:gdLst>
                  <a:gd name="T0" fmla="*/ 5 w 18"/>
                  <a:gd name="T1" fmla="*/ 8 h 6"/>
                  <a:gd name="T2" fmla="*/ 41 w 18"/>
                  <a:gd name="T3" fmla="*/ 12 h 6"/>
                  <a:gd name="T4" fmla="*/ 62 w 18"/>
                  <a:gd name="T5" fmla="*/ 21 h 6"/>
                  <a:gd name="T6" fmla="*/ 35 w 18"/>
                  <a:gd name="T7" fmla="*/ 8 h 6"/>
                  <a:gd name="T8" fmla="*/ 0 w 18"/>
                  <a:gd name="T9" fmla="*/ 5 h 6"/>
                  <a:gd name="T10" fmla="*/ 12 w 18"/>
                  <a:gd name="T11" fmla="*/ 18 h 6"/>
                  <a:gd name="T12" fmla="*/ 5 w 18"/>
                  <a:gd name="T13" fmla="*/ 8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1" y="2"/>
                    </a:moveTo>
                    <a:cubicBezTo>
                      <a:pt x="2" y="0"/>
                      <a:pt x="7" y="1"/>
                      <a:pt x="12" y="3"/>
                    </a:cubicBezTo>
                    <a:cubicBezTo>
                      <a:pt x="14" y="4"/>
                      <a:pt x="16" y="5"/>
                      <a:pt x="18" y="6"/>
                    </a:cubicBezTo>
                    <a:cubicBezTo>
                      <a:pt x="17" y="5"/>
                      <a:pt x="14" y="3"/>
                      <a:pt x="10" y="2"/>
                    </a:cubicBezTo>
                    <a:cubicBezTo>
                      <a:pt x="5" y="0"/>
                      <a:pt x="1" y="0"/>
                      <a:pt x="0" y="1"/>
                    </a:cubicBezTo>
                    <a:cubicBezTo>
                      <a:pt x="0" y="2"/>
                      <a:pt x="1" y="3"/>
                      <a:pt x="3" y="5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49" name="Freeform 1017">
                <a:extLst>
                  <a:ext uri="{FF2B5EF4-FFF2-40B4-BE49-F238E27FC236}">
                    <a16:creationId xmlns:a16="http://schemas.microsoft.com/office/drawing/2014/main" id="{B710456E-62A2-4CC9-B4E5-BD0E0115A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826"/>
                <a:ext cx="28" cy="19"/>
              </a:xfrm>
              <a:custGeom>
                <a:avLst/>
                <a:gdLst>
                  <a:gd name="T0" fmla="*/ 46 w 19"/>
                  <a:gd name="T1" fmla="*/ 16 h 12"/>
                  <a:gd name="T2" fmla="*/ 52 w 19"/>
                  <a:gd name="T3" fmla="*/ 35 h 12"/>
                  <a:gd name="T4" fmla="*/ 13 w 19"/>
                  <a:gd name="T5" fmla="*/ 16 h 12"/>
                  <a:gd name="T6" fmla="*/ 0 w 19"/>
                  <a:gd name="T7" fmla="*/ 0 h 12"/>
                  <a:gd name="T8" fmla="*/ 19 w 19"/>
                  <a:gd name="T9" fmla="*/ 25 h 12"/>
                  <a:gd name="T10" fmla="*/ 59 w 19"/>
                  <a:gd name="T11" fmla="*/ 43 h 12"/>
                  <a:gd name="T12" fmla="*/ 46 w 19"/>
                  <a:gd name="T13" fmla="*/ 1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2">
                    <a:moveTo>
                      <a:pt x="14" y="4"/>
                    </a:moveTo>
                    <a:cubicBezTo>
                      <a:pt x="16" y="6"/>
                      <a:pt x="17" y="8"/>
                      <a:pt x="16" y="9"/>
                    </a:cubicBezTo>
                    <a:cubicBezTo>
                      <a:pt x="15" y="10"/>
                      <a:pt x="10" y="8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ubicBezTo>
                      <a:pt x="1" y="2"/>
                      <a:pt x="3" y="4"/>
                      <a:pt x="6" y="6"/>
                    </a:cubicBezTo>
                    <a:cubicBezTo>
                      <a:pt x="11" y="10"/>
                      <a:pt x="17" y="12"/>
                      <a:pt x="18" y="11"/>
                    </a:cubicBezTo>
                    <a:cubicBezTo>
                      <a:pt x="19" y="10"/>
                      <a:pt x="17" y="7"/>
                      <a:pt x="14" y="4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0" name="Freeform 1018">
                <a:extLst>
                  <a:ext uri="{FF2B5EF4-FFF2-40B4-BE49-F238E27FC236}">
                    <a16:creationId xmlns:a16="http://schemas.microsoft.com/office/drawing/2014/main" id="{95E1CB9F-C2DB-4EC8-9AE7-ABBC44ACF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818"/>
                <a:ext cx="24" cy="19"/>
              </a:xfrm>
              <a:custGeom>
                <a:avLst/>
                <a:gdLst>
                  <a:gd name="T0" fmla="*/ 5 w 16"/>
                  <a:gd name="T1" fmla="*/ 13 h 12"/>
                  <a:gd name="T2" fmla="*/ 39 w 16"/>
                  <a:gd name="T3" fmla="*/ 27 h 12"/>
                  <a:gd name="T4" fmla="*/ 54 w 16"/>
                  <a:gd name="T5" fmla="*/ 48 h 12"/>
                  <a:gd name="T6" fmla="*/ 35 w 16"/>
                  <a:gd name="T7" fmla="*/ 25 h 12"/>
                  <a:gd name="T8" fmla="*/ 0 w 16"/>
                  <a:gd name="T9" fmla="*/ 8 h 12"/>
                  <a:gd name="T10" fmla="*/ 8 w 16"/>
                  <a:gd name="T11" fmla="*/ 25 h 12"/>
                  <a:gd name="T12" fmla="*/ 5 w 16"/>
                  <a:gd name="T13" fmla="*/ 1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1" y="3"/>
                    </a:moveTo>
                    <a:cubicBezTo>
                      <a:pt x="2" y="1"/>
                      <a:pt x="7" y="4"/>
                      <a:pt x="11" y="7"/>
                    </a:cubicBezTo>
                    <a:cubicBezTo>
                      <a:pt x="13" y="9"/>
                      <a:pt x="15" y="11"/>
                      <a:pt x="16" y="12"/>
                    </a:cubicBezTo>
                    <a:cubicBezTo>
                      <a:pt x="15" y="10"/>
                      <a:pt x="13" y="8"/>
                      <a:pt x="10" y="6"/>
                    </a:cubicBezTo>
                    <a:cubicBezTo>
                      <a:pt x="5" y="2"/>
                      <a:pt x="1" y="0"/>
                      <a:pt x="0" y="2"/>
                    </a:cubicBezTo>
                    <a:cubicBezTo>
                      <a:pt x="0" y="2"/>
                      <a:pt x="0" y="4"/>
                      <a:pt x="2" y="6"/>
                    </a:cubicBezTo>
                    <a:cubicBezTo>
                      <a:pt x="1" y="5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1" name="Freeform 1019">
                <a:extLst>
                  <a:ext uri="{FF2B5EF4-FFF2-40B4-BE49-F238E27FC236}">
                    <a16:creationId xmlns:a16="http://schemas.microsoft.com/office/drawing/2014/main" id="{057FC1DF-D6D7-4E0E-A2A2-8AD3B0274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961"/>
                <a:ext cx="27" cy="20"/>
              </a:xfrm>
              <a:custGeom>
                <a:avLst/>
                <a:gdLst>
                  <a:gd name="T0" fmla="*/ 48 w 18"/>
                  <a:gd name="T1" fmla="*/ 20 h 12"/>
                  <a:gd name="T2" fmla="*/ 54 w 18"/>
                  <a:gd name="T3" fmla="*/ 42 h 12"/>
                  <a:gd name="T4" fmla="*/ 14 w 18"/>
                  <a:gd name="T5" fmla="*/ 20 h 12"/>
                  <a:gd name="T6" fmla="*/ 0 w 18"/>
                  <a:gd name="T7" fmla="*/ 0 h 12"/>
                  <a:gd name="T8" fmla="*/ 21 w 18"/>
                  <a:gd name="T9" fmla="*/ 22 h 12"/>
                  <a:gd name="T10" fmla="*/ 62 w 18"/>
                  <a:gd name="T11" fmla="*/ 50 h 12"/>
                  <a:gd name="T12" fmla="*/ 48 w 18"/>
                  <a:gd name="T13" fmla="*/ 2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2">
                    <a:moveTo>
                      <a:pt x="14" y="4"/>
                    </a:moveTo>
                    <a:cubicBezTo>
                      <a:pt x="16" y="6"/>
                      <a:pt x="17" y="8"/>
                      <a:pt x="16" y="9"/>
                    </a:cubicBezTo>
                    <a:cubicBezTo>
                      <a:pt x="15" y="10"/>
                      <a:pt x="10" y="8"/>
                      <a:pt x="4" y="4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3" y="3"/>
                      <a:pt x="6" y="5"/>
                    </a:cubicBezTo>
                    <a:cubicBezTo>
                      <a:pt x="11" y="10"/>
                      <a:pt x="16" y="12"/>
                      <a:pt x="18" y="11"/>
                    </a:cubicBezTo>
                    <a:cubicBezTo>
                      <a:pt x="18" y="10"/>
                      <a:pt x="17" y="7"/>
                      <a:pt x="14" y="4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2" name="Freeform 1020">
                <a:extLst>
                  <a:ext uri="{FF2B5EF4-FFF2-40B4-BE49-F238E27FC236}">
                    <a16:creationId xmlns:a16="http://schemas.microsoft.com/office/drawing/2014/main" id="{B888F3C3-42C4-4286-8CC8-1CC6321E2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953"/>
                <a:ext cx="24" cy="20"/>
              </a:xfrm>
              <a:custGeom>
                <a:avLst/>
                <a:gdLst>
                  <a:gd name="T0" fmla="*/ 5 w 16"/>
                  <a:gd name="T1" fmla="*/ 8 h 12"/>
                  <a:gd name="T2" fmla="*/ 39 w 16"/>
                  <a:gd name="T3" fmla="*/ 33 h 12"/>
                  <a:gd name="T4" fmla="*/ 54 w 16"/>
                  <a:gd name="T5" fmla="*/ 55 h 12"/>
                  <a:gd name="T6" fmla="*/ 35 w 16"/>
                  <a:gd name="T7" fmla="*/ 22 h 12"/>
                  <a:gd name="T8" fmla="*/ 0 w 16"/>
                  <a:gd name="T9" fmla="*/ 5 h 12"/>
                  <a:gd name="T10" fmla="*/ 8 w 16"/>
                  <a:gd name="T11" fmla="*/ 22 h 12"/>
                  <a:gd name="T12" fmla="*/ 5 w 16"/>
                  <a:gd name="T13" fmla="*/ 8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1" y="2"/>
                    </a:moveTo>
                    <a:cubicBezTo>
                      <a:pt x="2" y="1"/>
                      <a:pt x="7" y="3"/>
                      <a:pt x="11" y="7"/>
                    </a:cubicBezTo>
                    <a:cubicBezTo>
                      <a:pt x="13" y="8"/>
                      <a:pt x="15" y="10"/>
                      <a:pt x="16" y="12"/>
                    </a:cubicBezTo>
                    <a:cubicBezTo>
                      <a:pt x="15" y="10"/>
                      <a:pt x="13" y="8"/>
                      <a:pt x="10" y="5"/>
                    </a:cubicBezTo>
                    <a:cubicBezTo>
                      <a:pt x="6" y="2"/>
                      <a:pt x="1" y="0"/>
                      <a:pt x="0" y="1"/>
                    </a:cubicBezTo>
                    <a:cubicBezTo>
                      <a:pt x="0" y="2"/>
                      <a:pt x="0" y="3"/>
                      <a:pt x="2" y="5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3" name="Freeform 1021">
                <a:extLst>
                  <a:ext uri="{FF2B5EF4-FFF2-40B4-BE49-F238E27FC236}">
                    <a16:creationId xmlns:a16="http://schemas.microsoft.com/office/drawing/2014/main" id="{A75D7CA1-191A-40A5-83BA-C54C9AE18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635"/>
                <a:ext cx="162" cy="64"/>
              </a:xfrm>
              <a:custGeom>
                <a:avLst/>
                <a:gdLst>
                  <a:gd name="T0" fmla="*/ 332 w 108"/>
                  <a:gd name="T1" fmla="*/ 74 h 40"/>
                  <a:gd name="T2" fmla="*/ 237 w 108"/>
                  <a:gd name="T3" fmla="*/ 54 h 40"/>
                  <a:gd name="T4" fmla="*/ 8 w 108"/>
                  <a:gd name="T5" fmla="*/ 0 h 40"/>
                  <a:gd name="T6" fmla="*/ 0 w 108"/>
                  <a:gd name="T7" fmla="*/ 82 h 40"/>
                  <a:gd name="T8" fmla="*/ 99 w 108"/>
                  <a:gd name="T9" fmla="*/ 102 h 40"/>
                  <a:gd name="T10" fmla="*/ 329 w 108"/>
                  <a:gd name="T11" fmla="*/ 158 h 40"/>
                  <a:gd name="T12" fmla="*/ 359 w 108"/>
                  <a:gd name="T13" fmla="*/ 149 h 40"/>
                  <a:gd name="T14" fmla="*/ 365 w 108"/>
                  <a:gd name="T15" fmla="*/ 102 h 40"/>
                  <a:gd name="T16" fmla="*/ 332 w 108"/>
                  <a:gd name="T17" fmla="*/ 74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40">
                    <a:moveTo>
                      <a:pt x="98" y="18"/>
                    </a:moveTo>
                    <a:cubicBezTo>
                      <a:pt x="70" y="13"/>
                      <a:pt x="70" y="13"/>
                      <a:pt x="70" y="13"/>
                    </a:cubicBezTo>
                    <a:cubicBezTo>
                      <a:pt x="55" y="10"/>
                      <a:pt x="17" y="3"/>
                      <a:pt x="2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8" y="22"/>
                      <a:pt x="20" y="24"/>
                      <a:pt x="29" y="25"/>
                    </a:cubicBezTo>
                    <a:cubicBezTo>
                      <a:pt x="44" y="28"/>
                      <a:pt x="97" y="39"/>
                      <a:pt x="97" y="39"/>
                    </a:cubicBezTo>
                    <a:cubicBezTo>
                      <a:pt x="102" y="40"/>
                      <a:pt x="106" y="39"/>
                      <a:pt x="106" y="36"/>
                    </a:cubicBezTo>
                    <a:cubicBezTo>
                      <a:pt x="106" y="35"/>
                      <a:pt x="108" y="25"/>
                      <a:pt x="108" y="25"/>
                    </a:cubicBezTo>
                    <a:cubicBezTo>
                      <a:pt x="108" y="22"/>
                      <a:pt x="103" y="19"/>
                      <a:pt x="98" y="1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4" name="Freeform 1022">
                <a:extLst>
                  <a:ext uri="{FF2B5EF4-FFF2-40B4-BE49-F238E27FC236}">
                    <a16:creationId xmlns:a16="http://schemas.microsoft.com/office/drawing/2014/main" id="{4D3A017E-F4A3-471D-8E22-86DFA5BF7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670"/>
                <a:ext cx="188" cy="104"/>
              </a:xfrm>
              <a:custGeom>
                <a:avLst/>
                <a:gdLst>
                  <a:gd name="T0" fmla="*/ 387 w 125"/>
                  <a:gd name="T1" fmla="*/ 170 h 65"/>
                  <a:gd name="T2" fmla="*/ 421 w 125"/>
                  <a:gd name="T3" fmla="*/ 210 h 65"/>
                  <a:gd name="T4" fmla="*/ 408 w 125"/>
                  <a:gd name="T5" fmla="*/ 251 h 65"/>
                  <a:gd name="T6" fmla="*/ 364 w 125"/>
                  <a:gd name="T7" fmla="*/ 251 h 65"/>
                  <a:gd name="T8" fmla="*/ 265 w 125"/>
                  <a:gd name="T9" fmla="*/ 205 h 65"/>
                  <a:gd name="T10" fmla="*/ 35 w 125"/>
                  <a:gd name="T11" fmla="*/ 94 h 65"/>
                  <a:gd name="T12" fmla="*/ 8 w 125"/>
                  <a:gd name="T13" fmla="*/ 56 h 65"/>
                  <a:gd name="T14" fmla="*/ 18 w 125"/>
                  <a:gd name="T15" fmla="*/ 21 h 65"/>
                  <a:gd name="T16" fmla="*/ 45 w 125"/>
                  <a:gd name="T17" fmla="*/ 5 h 65"/>
                  <a:gd name="T18" fmla="*/ 217 w 125"/>
                  <a:gd name="T19" fmla="*/ 94 h 65"/>
                  <a:gd name="T20" fmla="*/ 387 w 125"/>
                  <a:gd name="T21" fmla="*/ 170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5" h="65">
                    <a:moveTo>
                      <a:pt x="114" y="41"/>
                    </a:moveTo>
                    <a:cubicBezTo>
                      <a:pt x="124" y="45"/>
                      <a:pt x="125" y="49"/>
                      <a:pt x="124" y="51"/>
                    </a:cubicBezTo>
                    <a:cubicBezTo>
                      <a:pt x="120" y="61"/>
                      <a:pt x="120" y="61"/>
                      <a:pt x="120" y="61"/>
                    </a:cubicBezTo>
                    <a:cubicBezTo>
                      <a:pt x="119" y="63"/>
                      <a:pt x="117" y="65"/>
                      <a:pt x="107" y="61"/>
                    </a:cubicBezTo>
                    <a:cubicBezTo>
                      <a:pt x="107" y="61"/>
                      <a:pt x="101" y="59"/>
                      <a:pt x="78" y="50"/>
                    </a:cubicBezTo>
                    <a:cubicBezTo>
                      <a:pt x="56" y="41"/>
                      <a:pt x="10" y="23"/>
                      <a:pt x="10" y="23"/>
                    </a:cubicBezTo>
                    <a:cubicBezTo>
                      <a:pt x="1" y="19"/>
                      <a:pt x="0" y="17"/>
                      <a:pt x="2" y="1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0"/>
                      <a:pt x="10" y="0"/>
                      <a:pt x="13" y="1"/>
                    </a:cubicBezTo>
                    <a:cubicBezTo>
                      <a:pt x="13" y="2"/>
                      <a:pt x="43" y="15"/>
                      <a:pt x="64" y="23"/>
                    </a:cubicBezTo>
                    <a:cubicBezTo>
                      <a:pt x="85" y="31"/>
                      <a:pt x="114" y="41"/>
                      <a:pt x="114" y="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5" name="Freeform 1023">
                <a:extLst>
                  <a:ext uri="{FF2B5EF4-FFF2-40B4-BE49-F238E27FC236}">
                    <a16:creationId xmlns:a16="http://schemas.microsoft.com/office/drawing/2014/main" id="{2A319613-C8EB-420F-BE68-CE56EC44C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754"/>
                <a:ext cx="166" cy="151"/>
              </a:xfrm>
              <a:custGeom>
                <a:avLst/>
                <a:gdLst>
                  <a:gd name="T0" fmla="*/ 356 w 111"/>
                  <a:gd name="T1" fmla="*/ 299 h 95"/>
                  <a:gd name="T2" fmla="*/ 362 w 111"/>
                  <a:gd name="T3" fmla="*/ 329 h 95"/>
                  <a:gd name="T4" fmla="*/ 342 w 111"/>
                  <a:gd name="T5" fmla="*/ 361 h 95"/>
                  <a:gd name="T6" fmla="*/ 289 w 111"/>
                  <a:gd name="T7" fmla="*/ 342 h 95"/>
                  <a:gd name="T8" fmla="*/ 135 w 111"/>
                  <a:gd name="T9" fmla="*/ 192 h 95"/>
                  <a:gd name="T10" fmla="*/ 19 w 111"/>
                  <a:gd name="T11" fmla="*/ 83 h 95"/>
                  <a:gd name="T12" fmla="*/ 6 w 111"/>
                  <a:gd name="T13" fmla="*/ 43 h 95"/>
                  <a:gd name="T14" fmla="*/ 27 w 111"/>
                  <a:gd name="T15" fmla="*/ 13 h 95"/>
                  <a:gd name="T16" fmla="*/ 55 w 111"/>
                  <a:gd name="T17" fmla="*/ 8 h 95"/>
                  <a:gd name="T18" fmla="*/ 197 w 111"/>
                  <a:gd name="T19" fmla="*/ 149 h 95"/>
                  <a:gd name="T20" fmla="*/ 356 w 111"/>
                  <a:gd name="T21" fmla="*/ 299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" h="95">
                    <a:moveTo>
                      <a:pt x="106" y="74"/>
                    </a:moveTo>
                    <a:cubicBezTo>
                      <a:pt x="111" y="77"/>
                      <a:pt x="109" y="81"/>
                      <a:pt x="108" y="82"/>
                    </a:cubicBezTo>
                    <a:cubicBezTo>
                      <a:pt x="102" y="90"/>
                      <a:pt x="102" y="90"/>
                      <a:pt x="102" y="90"/>
                    </a:cubicBezTo>
                    <a:cubicBezTo>
                      <a:pt x="100" y="92"/>
                      <a:pt x="98" y="95"/>
                      <a:pt x="86" y="85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2" y="18"/>
                      <a:pt x="0" y="13"/>
                      <a:pt x="2" y="1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0"/>
                      <a:pt x="14" y="0"/>
                      <a:pt x="17" y="2"/>
                    </a:cubicBezTo>
                    <a:cubicBezTo>
                      <a:pt x="17" y="3"/>
                      <a:pt x="49" y="29"/>
                      <a:pt x="59" y="37"/>
                    </a:cubicBezTo>
                    <a:cubicBezTo>
                      <a:pt x="69" y="45"/>
                      <a:pt x="106" y="73"/>
                      <a:pt x="106" y="7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6" name="Freeform 1024">
                <a:extLst>
                  <a:ext uri="{FF2B5EF4-FFF2-40B4-BE49-F238E27FC236}">
                    <a16:creationId xmlns:a16="http://schemas.microsoft.com/office/drawing/2014/main" id="{523FA93B-A13A-4ACF-AD78-F3BD61005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881"/>
                <a:ext cx="164" cy="157"/>
              </a:xfrm>
              <a:custGeom>
                <a:avLst/>
                <a:gdLst>
                  <a:gd name="T0" fmla="*/ 14 w 109"/>
                  <a:gd name="T1" fmla="*/ 87 h 98"/>
                  <a:gd name="T2" fmla="*/ 14 w 109"/>
                  <a:gd name="T3" fmla="*/ 87 h 98"/>
                  <a:gd name="T4" fmla="*/ 12 w 109"/>
                  <a:gd name="T5" fmla="*/ 48 h 98"/>
                  <a:gd name="T6" fmla="*/ 32 w 109"/>
                  <a:gd name="T7" fmla="*/ 21 h 98"/>
                  <a:gd name="T8" fmla="*/ 86 w 109"/>
                  <a:gd name="T9" fmla="*/ 46 h 98"/>
                  <a:gd name="T10" fmla="*/ 238 w 109"/>
                  <a:gd name="T11" fmla="*/ 203 h 98"/>
                  <a:gd name="T12" fmla="*/ 345 w 109"/>
                  <a:gd name="T13" fmla="*/ 308 h 98"/>
                  <a:gd name="T14" fmla="*/ 364 w 109"/>
                  <a:gd name="T15" fmla="*/ 357 h 98"/>
                  <a:gd name="T16" fmla="*/ 340 w 109"/>
                  <a:gd name="T17" fmla="*/ 391 h 98"/>
                  <a:gd name="T18" fmla="*/ 313 w 109"/>
                  <a:gd name="T19" fmla="*/ 391 h 98"/>
                  <a:gd name="T20" fmla="*/ 161 w 109"/>
                  <a:gd name="T21" fmla="*/ 244 h 98"/>
                  <a:gd name="T22" fmla="*/ 14 w 109"/>
                  <a:gd name="T23" fmla="*/ 87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9" h="98">
                    <a:moveTo>
                      <a:pt x="4" y="21"/>
                    </a:moveTo>
                    <a:cubicBezTo>
                      <a:pt x="4" y="21"/>
                      <a:pt x="4" y="21"/>
                      <a:pt x="4" y="21"/>
                    </a:cubicBezTo>
                    <a:cubicBezTo>
                      <a:pt x="2" y="19"/>
                      <a:pt x="0" y="16"/>
                      <a:pt x="3" y="12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3"/>
                      <a:pt x="13" y="0"/>
                      <a:pt x="25" y="11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101" y="75"/>
                      <a:pt x="101" y="75"/>
                      <a:pt x="101" y="75"/>
                    </a:cubicBezTo>
                    <a:cubicBezTo>
                      <a:pt x="106" y="79"/>
                      <a:pt x="109" y="85"/>
                      <a:pt x="107" y="87"/>
                    </a:cubicBezTo>
                    <a:cubicBezTo>
                      <a:pt x="100" y="95"/>
                      <a:pt x="100" y="95"/>
                      <a:pt x="100" y="95"/>
                    </a:cubicBezTo>
                    <a:cubicBezTo>
                      <a:pt x="98" y="98"/>
                      <a:pt x="95" y="98"/>
                      <a:pt x="92" y="95"/>
                    </a:cubicBezTo>
                    <a:cubicBezTo>
                      <a:pt x="91" y="95"/>
                      <a:pt x="56" y="67"/>
                      <a:pt x="47" y="59"/>
                    </a:cubicBezTo>
                    <a:cubicBezTo>
                      <a:pt x="37" y="51"/>
                      <a:pt x="5" y="21"/>
                      <a:pt x="4" y="2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7" name="Freeform 1025">
                <a:extLst>
                  <a:ext uri="{FF2B5EF4-FFF2-40B4-BE49-F238E27FC236}">
                    <a16:creationId xmlns:a16="http://schemas.microsoft.com/office/drawing/2014/main" id="{47765661-B1D3-4B73-BF63-83D192DCC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634"/>
                <a:ext cx="165" cy="67"/>
              </a:xfrm>
              <a:custGeom>
                <a:avLst/>
                <a:gdLst>
                  <a:gd name="T0" fmla="*/ 332 w 110"/>
                  <a:gd name="T1" fmla="*/ 73 h 42"/>
                  <a:gd name="T2" fmla="*/ 237 w 110"/>
                  <a:gd name="T3" fmla="*/ 54 h 42"/>
                  <a:gd name="T4" fmla="*/ 8 w 110"/>
                  <a:gd name="T5" fmla="*/ 0 h 42"/>
                  <a:gd name="T6" fmla="*/ 0 w 110"/>
                  <a:gd name="T7" fmla="*/ 94 h 42"/>
                  <a:gd name="T8" fmla="*/ 95 w 110"/>
                  <a:gd name="T9" fmla="*/ 110 h 42"/>
                  <a:gd name="T10" fmla="*/ 329 w 110"/>
                  <a:gd name="T11" fmla="*/ 166 h 42"/>
                  <a:gd name="T12" fmla="*/ 365 w 110"/>
                  <a:gd name="T13" fmla="*/ 150 h 42"/>
                  <a:gd name="T14" fmla="*/ 369 w 110"/>
                  <a:gd name="T15" fmla="*/ 104 h 42"/>
                  <a:gd name="T16" fmla="*/ 332 w 110"/>
                  <a:gd name="T17" fmla="*/ 73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42">
                    <a:moveTo>
                      <a:pt x="98" y="18"/>
                    </a:moveTo>
                    <a:cubicBezTo>
                      <a:pt x="98" y="18"/>
                      <a:pt x="89" y="17"/>
                      <a:pt x="70" y="13"/>
                    </a:cubicBezTo>
                    <a:cubicBezTo>
                      <a:pt x="55" y="10"/>
                      <a:pt x="17" y="3"/>
                      <a:pt x="2" y="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8" y="24"/>
                      <a:pt x="20" y="26"/>
                      <a:pt x="28" y="27"/>
                    </a:cubicBezTo>
                    <a:cubicBezTo>
                      <a:pt x="44" y="30"/>
                      <a:pt x="97" y="41"/>
                      <a:pt x="97" y="41"/>
                    </a:cubicBezTo>
                    <a:cubicBezTo>
                      <a:pt x="103" y="42"/>
                      <a:pt x="107" y="41"/>
                      <a:pt x="108" y="37"/>
                    </a:cubicBezTo>
                    <a:cubicBezTo>
                      <a:pt x="109" y="26"/>
                      <a:pt x="109" y="26"/>
                      <a:pt x="109" y="26"/>
                    </a:cubicBezTo>
                    <a:cubicBezTo>
                      <a:pt x="110" y="22"/>
                      <a:pt x="104" y="19"/>
                      <a:pt x="98" y="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8" name="Freeform 1026">
                <a:extLst>
                  <a:ext uri="{FF2B5EF4-FFF2-40B4-BE49-F238E27FC236}">
                    <a16:creationId xmlns:a16="http://schemas.microsoft.com/office/drawing/2014/main" id="{6F603756-A71D-411D-90A4-7670F5EFC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667"/>
                <a:ext cx="194" cy="111"/>
              </a:xfrm>
              <a:custGeom>
                <a:avLst/>
                <a:gdLst>
                  <a:gd name="T0" fmla="*/ 421 w 129"/>
                  <a:gd name="T1" fmla="*/ 261 h 69"/>
                  <a:gd name="T2" fmla="*/ 371 w 129"/>
                  <a:gd name="T3" fmla="*/ 272 h 69"/>
                  <a:gd name="T4" fmla="*/ 271 w 129"/>
                  <a:gd name="T5" fmla="*/ 220 h 69"/>
                  <a:gd name="T6" fmla="*/ 39 w 129"/>
                  <a:gd name="T7" fmla="*/ 109 h 69"/>
                  <a:gd name="T8" fmla="*/ 8 w 129"/>
                  <a:gd name="T9" fmla="*/ 63 h 69"/>
                  <a:gd name="T10" fmla="*/ 21 w 129"/>
                  <a:gd name="T11" fmla="*/ 26 h 69"/>
                  <a:gd name="T12" fmla="*/ 53 w 129"/>
                  <a:gd name="T13" fmla="*/ 8 h 69"/>
                  <a:gd name="T14" fmla="*/ 229 w 129"/>
                  <a:gd name="T15" fmla="*/ 101 h 69"/>
                  <a:gd name="T16" fmla="*/ 394 w 129"/>
                  <a:gd name="T17" fmla="*/ 175 h 69"/>
                  <a:gd name="T18" fmla="*/ 432 w 129"/>
                  <a:gd name="T19" fmla="*/ 225 h 69"/>
                  <a:gd name="T20" fmla="*/ 421 w 129"/>
                  <a:gd name="T21" fmla="*/ 261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9" h="69">
                    <a:moveTo>
                      <a:pt x="124" y="63"/>
                    </a:moveTo>
                    <a:cubicBezTo>
                      <a:pt x="122" y="67"/>
                      <a:pt x="119" y="69"/>
                      <a:pt x="109" y="65"/>
                    </a:cubicBezTo>
                    <a:cubicBezTo>
                      <a:pt x="109" y="65"/>
                      <a:pt x="103" y="62"/>
                      <a:pt x="80" y="53"/>
                    </a:cubicBezTo>
                    <a:cubicBezTo>
                      <a:pt x="57" y="44"/>
                      <a:pt x="11" y="26"/>
                      <a:pt x="11" y="26"/>
                    </a:cubicBezTo>
                    <a:cubicBezTo>
                      <a:pt x="2" y="22"/>
                      <a:pt x="0" y="19"/>
                      <a:pt x="2" y="1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2"/>
                      <a:pt x="10" y="0"/>
                      <a:pt x="15" y="2"/>
                    </a:cubicBezTo>
                    <a:cubicBezTo>
                      <a:pt x="15" y="2"/>
                      <a:pt x="46" y="15"/>
                      <a:pt x="67" y="24"/>
                    </a:cubicBezTo>
                    <a:cubicBezTo>
                      <a:pt x="88" y="32"/>
                      <a:pt x="116" y="42"/>
                      <a:pt x="116" y="42"/>
                    </a:cubicBezTo>
                    <a:cubicBezTo>
                      <a:pt x="127" y="47"/>
                      <a:pt x="129" y="51"/>
                      <a:pt x="127" y="54"/>
                    </a:cubicBezTo>
                    <a:lnTo>
                      <a:pt x="124" y="6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59" name="Freeform 1027">
                <a:extLst>
                  <a:ext uri="{FF2B5EF4-FFF2-40B4-BE49-F238E27FC236}">
                    <a16:creationId xmlns:a16="http://schemas.microsoft.com/office/drawing/2014/main" id="{CC75DFDE-9E02-4437-B135-5FCD3DE76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750"/>
                <a:ext cx="171" cy="157"/>
              </a:xfrm>
              <a:custGeom>
                <a:avLst/>
                <a:gdLst>
                  <a:gd name="T0" fmla="*/ 356 w 114"/>
                  <a:gd name="T1" fmla="*/ 383 h 98"/>
                  <a:gd name="T2" fmla="*/ 296 w 114"/>
                  <a:gd name="T3" fmla="*/ 362 h 98"/>
                  <a:gd name="T4" fmla="*/ 140 w 114"/>
                  <a:gd name="T5" fmla="*/ 205 h 98"/>
                  <a:gd name="T6" fmla="*/ 26 w 114"/>
                  <a:gd name="T7" fmla="*/ 98 h 98"/>
                  <a:gd name="T8" fmla="*/ 12 w 114"/>
                  <a:gd name="T9" fmla="*/ 48 h 98"/>
                  <a:gd name="T10" fmla="*/ 32 w 114"/>
                  <a:gd name="T11" fmla="*/ 16 h 98"/>
                  <a:gd name="T12" fmla="*/ 68 w 114"/>
                  <a:gd name="T13" fmla="*/ 13 h 98"/>
                  <a:gd name="T14" fmla="*/ 210 w 114"/>
                  <a:gd name="T15" fmla="*/ 157 h 98"/>
                  <a:gd name="T16" fmla="*/ 369 w 114"/>
                  <a:gd name="T17" fmla="*/ 308 h 98"/>
                  <a:gd name="T18" fmla="*/ 377 w 114"/>
                  <a:gd name="T19" fmla="*/ 354 h 98"/>
                  <a:gd name="T20" fmla="*/ 356 w 114"/>
                  <a:gd name="T21" fmla="*/ 383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4" h="98">
                    <a:moveTo>
                      <a:pt x="105" y="93"/>
                    </a:moveTo>
                    <a:cubicBezTo>
                      <a:pt x="103" y="96"/>
                      <a:pt x="100" y="98"/>
                      <a:pt x="87" y="88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2" y="20"/>
                      <a:pt x="0" y="15"/>
                      <a:pt x="3" y="1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1" y="1"/>
                      <a:pt x="15" y="0"/>
                      <a:pt x="20" y="3"/>
                    </a:cubicBezTo>
                    <a:cubicBezTo>
                      <a:pt x="20" y="3"/>
                      <a:pt x="52" y="30"/>
                      <a:pt x="62" y="38"/>
                    </a:cubicBezTo>
                    <a:cubicBezTo>
                      <a:pt x="72" y="46"/>
                      <a:pt x="109" y="75"/>
                      <a:pt x="109" y="75"/>
                    </a:cubicBezTo>
                    <a:cubicBezTo>
                      <a:pt x="114" y="79"/>
                      <a:pt x="114" y="83"/>
                      <a:pt x="111" y="86"/>
                    </a:cubicBezTo>
                    <a:lnTo>
                      <a:pt x="105" y="9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0" name="Freeform 1028">
                <a:extLst>
                  <a:ext uri="{FF2B5EF4-FFF2-40B4-BE49-F238E27FC236}">
                    <a16:creationId xmlns:a16="http://schemas.microsoft.com/office/drawing/2014/main" id="{F1CC302D-599B-43E3-9CDB-DADAB6079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880"/>
                <a:ext cx="168" cy="161"/>
              </a:xfrm>
              <a:custGeom>
                <a:avLst/>
                <a:gdLst>
                  <a:gd name="T0" fmla="*/ 32 w 112"/>
                  <a:gd name="T1" fmla="*/ 21 h 101"/>
                  <a:gd name="T2" fmla="*/ 93 w 112"/>
                  <a:gd name="T3" fmla="*/ 46 h 101"/>
                  <a:gd name="T4" fmla="*/ 243 w 112"/>
                  <a:gd name="T5" fmla="*/ 198 h 101"/>
                  <a:gd name="T6" fmla="*/ 350 w 112"/>
                  <a:gd name="T7" fmla="*/ 308 h 101"/>
                  <a:gd name="T8" fmla="*/ 369 w 112"/>
                  <a:gd name="T9" fmla="*/ 360 h 101"/>
                  <a:gd name="T10" fmla="*/ 350 w 112"/>
                  <a:gd name="T11" fmla="*/ 394 h 101"/>
                  <a:gd name="T12" fmla="*/ 311 w 112"/>
                  <a:gd name="T13" fmla="*/ 394 h 101"/>
                  <a:gd name="T14" fmla="*/ 161 w 112"/>
                  <a:gd name="T15" fmla="*/ 247 h 101"/>
                  <a:gd name="T16" fmla="*/ 14 w 112"/>
                  <a:gd name="T17" fmla="*/ 94 h 101"/>
                  <a:gd name="T18" fmla="*/ 12 w 112"/>
                  <a:gd name="T19" fmla="*/ 48 h 101"/>
                  <a:gd name="T20" fmla="*/ 32 w 112"/>
                  <a:gd name="T21" fmla="*/ 21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2" h="101">
                    <a:moveTo>
                      <a:pt x="9" y="5"/>
                    </a:moveTo>
                    <a:cubicBezTo>
                      <a:pt x="11" y="2"/>
                      <a:pt x="15" y="0"/>
                      <a:pt x="27" y="11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103" y="76"/>
                      <a:pt x="103" y="76"/>
                      <a:pt x="103" y="76"/>
                    </a:cubicBezTo>
                    <a:cubicBezTo>
                      <a:pt x="109" y="81"/>
                      <a:pt x="112" y="86"/>
                      <a:pt x="109" y="89"/>
                    </a:cubicBezTo>
                    <a:cubicBezTo>
                      <a:pt x="103" y="97"/>
                      <a:pt x="103" y="97"/>
                      <a:pt x="103" y="97"/>
                    </a:cubicBezTo>
                    <a:cubicBezTo>
                      <a:pt x="100" y="100"/>
                      <a:pt x="97" y="101"/>
                      <a:pt x="92" y="97"/>
                    </a:cubicBezTo>
                    <a:cubicBezTo>
                      <a:pt x="92" y="97"/>
                      <a:pt x="57" y="69"/>
                      <a:pt x="47" y="61"/>
                    </a:cubicBezTo>
                    <a:cubicBezTo>
                      <a:pt x="37" y="53"/>
                      <a:pt x="4" y="23"/>
                      <a:pt x="4" y="23"/>
                    </a:cubicBezTo>
                    <a:cubicBezTo>
                      <a:pt x="0" y="19"/>
                      <a:pt x="0" y="15"/>
                      <a:pt x="3" y="12"/>
                    </a:cubicBezTo>
                    <a:lnTo>
                      <a:pt x="9" y="5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1" name="Freeform 1029">
                <a:extLst>
                  <a:ext uri="{FF2B5EF4-FFF2-40B4-BE49-F238E27FC236}">
                    <a16:creationId xmlns:a16="http://schemas.microsoft.com/office/drawing/2014/main" id="{DC2C8DA5-7B32-4995-A249-30D4F1551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243"/>
                <a:ext cx="178" cy="133"/>
              </a:xfrm>
              <a:custGeom>
                <a:avLst/>
                <a:gdLst>
                  <a:gd name="T0" fmla="*/ 343 w 119"/>
                  <a:gd name="T1" fmla="*/ 13 h 83"/>
                  <a:gd name="T2" fmla="*/ 371 w 119"/>
                  <a:gd name="T3" fmla="*/ 21 h 83"/>
                  <a:gd name="T4" fmla="*/ 389 w 119"/>
                  <a:gd name="T5" fmla="*/ 54 h 83"/>
                  <a:gd name="T6" fmla="*/ 352 w 119"/>
                  <a:gd name="T7" fmla="*/ 111 h 83"/>
                  <a:gd name="T8" fmla="*/ 184 w 119"/>
                  <a:gd name="T9" fmla="*/ 234 h 83"/>
                  <a:gd name="T10" fmla="*/ 60 w 119"/>
                  <a:gd name="T11" fmla="*/ 328 h 83"/>
                  <a:gd name="T12" fmla="*/ 22 w 119"/>
                  <a:gd name="T13" fmla="*/ 328 h 83"/>
                  <a:gd name="T14" fmla="*/ 6 w 119"/>
                  <a:gd name="T15" fmla="*/ 295 h 83"/>
                  <a:gd name="T16" fmla="*/ 13 w 119"/>
                  <a:gd name="T17" fmla="*/ 260 h 83"/>
                  <a:gd name="T18" fmla="*/ 171 w 119"/>
                  <a:gd name="T19" fmla="*/ 144 h 83"/>
                  <a:gd name="T20" fmla="*/ 343 w 119"/>
                  <a:gd name="T21" fmla="*/ 13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83">
                    <a:moveTo>
                      <a:pt x="102" y="3"/>
                    </a:moveTo>
                    <a:cubicBezTo>
                      <a:pt x="107" y="0"/>
                      <a:pt x="109" y="3"/>
                      <a:pt x="111" y="5"/>
                    </a:cubicBezTo>
                    <a:cubicBezTo>
                      <a:pt x="116" y="13"/>
                      <a:pt x="116" y="13"/>
                      <a:pt x="116" y="13"/>
                    </a:cubicBezTo>
                    <a:cubicBezTo>
                      <a:pt x="117" y="16"/>
                      <a:pt x="119" y="18"/>
                      <a:pt x="105" y="27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4" y="83"/>
                      <a:pt x="9" y="83"/>
                      <a:pt x="7" y="80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0" y="68"/>
                      <a:pt x="1" y="65"/>
                      <a:pt x="4" y="63"/>
                    </a:cubicBezTo>
                    <a:cubicBezTo>
                      <a:pt x="5" y="63"/>
                      <a:pt x="40" y="42"/>
                      <a:pt x="51" y="35"/>
                    </a:cubicBezTo>
                    <a:cubicBezTo>
                      <a:pt x="62" y="29"/>
                      <a:pt x="102" y="4"/>
                      <a:pt x="102" y="3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2" name="Freeform 1030">
                <a:extLst>
                  <a:ext uri="{FF2B5EF4-FFF2-40B4-BE49-F238E27FC236}">
                    <a16:creationId xmlns:a16="http://schemas.microsoft.com/office/drawing/2014/main" id="{EA294D04-9D92-40B0-9BED-C9FD644DA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125"/>
                <a:ext cx="175" cy="136"/>
              </a:xfrm>
              <a:custGeom>
                <a:avLst/>
                <a:gdLst>
                  <a:gd name="T0" fmla="*/ 55 w 117"/>
                  <a:gd name="T1" fmla="*/ 336 h 85"/>
                  <a:gd name="T2" fmla="*/ 55 w 117"/>
                  <a:gd name="T3" fmla="*/ 336 h 85"/>
                  <a:gd name="T4" fmla="*/ 27 w 117"/>
                  <a:gd name="T5" fmla="*/ 333 h 85"/>
                  <a:gd name="T6" fmla="*/ 9 w 117"/>
                  <a:gd name="T7" fmla="*/ 299 h 85"/>
                  <a:gd name="T8" fmla="*/ 42 w 117"/>
                  <a:gd name="T9" fmla="*/ 240 h 85"/>
                  <a:gd name="T10" fmla="*/ 208 w 117"/>
                  <a:gd name="T11" fmla="*/ 110 h 85"/>
                  <a:gd name="T12" fmla="*/ 322 w 117"/>
                  <a:gd name="T13" fmla="*/ 16 h 85"/>
                  <a:gd name="T14" fmla="*/ 365 w 117"/>
                  <a:gd name="T15" fmla="*/ 8 h 85"/>
                  <a:gd name="T16" fmla="*/ 384 w 117"/>
                  <a:gd name="T17" fmla="*/ 42 h 85"/>
                  <a:gd name="T18" fmla="*/ 375 w 117"/>
                  <a:gd name="T19" fmla="*/ 77 h 85"/>
                  <a:gd name="T20" fmla="*/ 217 w 117"/>
                  <a:gd name="T21" fmla="*/ 213 h 85"/>
                  <a:gd name="T22" fmla="*/ 55 w 117"/>
                  <a:gd name="T23" fmla="*/ 336 h 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7" h="85">
                    <a:moveTo>
                      <a:pt x="17" y="82"/>
                    </a:moveTo>
                    <a:cubicBezTo>
                      <a:pt x="17" y="82"/>
                      <a:pt x="17" y="82"/>
                      <a:pt x="17" y="82"/>
                    </a:cubicBezTo>
                    <a:cubicBezTo>
                      <a:pt x="14" y="84"/>
                      <a:pt x="11" y="85"/>
                      <a:pt x="8" y="81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1" y="70"/>
                      <a:pt x="0" y="68"/>
                      <a:pt x="13" y="59"/>
                    </a:cubicBezTo>
                    <a:cubicBezTo>
                      <a:pt x="62" y="27"/>
                      <a:pt x="62" y="27"/>
                      <a:pt x="62" y="27"/>
                    </a:cubicBezTo>
                    <a:cubicBezTo>
                      <a:pt x="96" y="4"/>
                      <a:pt x="96" y="4"/>
                      <a:pt x="96" y="4"/>
                    </a:cubicBezTo>
                    <a:cubicBezTo>
                      <a:pt x="102" y="1"/>
                      <a:pt x="107" y="0"/>
                      <a:pt x="109" y="2"/>
                    </a:cubicBezTo>
                    <a:cubicBezTo>
                      <a:pt x="115" y="10"/>
                      <a:pt x="115" y="10"/>
                      <a:pt x="115" y="10"/>
                    </a:cubicBezTo>
                    <a:cubicBezTo>
                      <a:pt x="117" y="14"/>
                      <a:pt x="116" y="16"/>
                      <a:pt x="112" y="19"/>
                    </a:cubicBezTo>
                    <a:cubicBezTo>
                      <a:pt x="112" y="19"/>
                      <a:pt x="76" y="45"/>
                      <a:pt x="65" y="52"/>
                    </a:cubicBezTo>
                    <a:cubicBezTo>
                      <a:pt x="55" y="59"/>
                      <a:pt x="17" y="82"/>
                      <a:pt x="17" y="8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3" name="Freeform 1031">
                <a:extLst>
                  <a:ext uri="{FF2B5EF4-FFF2-40B4-BE49-F238E27FC236}">
                    <a16:creationId xmlns:a16="http://schemas.microsoft.com/office/drawing/2014/main" id="{D1544B3D-DB14-4AD1-88F8-E49072D5C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294"/>
                <a:ext cx="36" cy="26"/>
              </a:xfrm>
              <a:custGeom>
                <a:avLst/>
                <a:gdLst>
                  <a:gd name="T0" fmla="*/ 5 w 24"/>
                  <a:gd name="T1" fmla="*/ 60 h 16"/>
                  <a:gd name="T2" fmla="*/ 35 w 24"/>
                  <a:gd name="T3" fmla="*/ 21 h 16"/>
                  <a:gd name="T4" fmla="*/ 80 w 24"/>
                  <a:gd name="T5" fmla="*/ 5 h 16"/>
                  <a:gd name="T6" fmla="*/ 48 w 24"/>
                  <a:gd name="T7" fmla="*/ 47 h 16"/>
                  <a:gd name="T8" fmla="*/ 5 w 24"/>
                  <a:gd name="T9" fmla="*/ 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6">
                    <a:moveTo>
                      <a:pt x="1" y="14"/>
                    </a:moveTo>
                    <a:cubicBezTo>
                      <a:pt x="0" y="13"/>
                      <a:pt x="4" y="9"/>
                      <a:pt x="10" y="5"/>
                    </a:cubicBezTo>
                    <a:cubicBezTo>
                      <a:pt x="16" y="1"/>
                      <a:pt x="21" y="0"/>
                      <a:pt x="23" y="1"/>
                    </a:cubicBezTo>
                    <a:cubicBezTo>
                      <a:pt x="24" y="3"/>
                      <a:pt x="20" y="7"/>
                      <a:pt x="14" y="11"/>
                    </a:cubicBezTo>
                    <a:cubicBezTo>
                      <a:pt x="8" y="15"/>
                      <a:pt x="2" y="16"/>
                      <a:pt x="1" y="14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4" name="Freeform 1032">
                <a:extLst>
                  <a:ext uri="{FF2B5EF4-FFF2-40B4-BE49-F238E27FC236}">
                    <a16:creationId xmlns:a16="http://schemas.microsoft.com/office/drawing/2014/main" id="{757DAF9D-8C33-4FD9-991B-85A50BDB6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176"/>
                <a:ext cx="34" cy="27"/>
              </a:xfrm>
              <a:custGeom>
                <a:avLst/>
                <a:gdLst>
                  <a:gd name="T0" fmla="*/ 72 w 23"/>
                  <a:gd name="T1" fmla="*/ 5 h 17"/>
                  <a:gd name="T2" fmla="*/ 41 w 23"/>
                  <a:gd name="T3" fmla="*/ 43 h 17"/>
                  <a:gd name="T4" fmla="*/ 1 w 23"/>
                  <a:gd name="T5" fmla="*/ 60 h 17"/>
                  <a:gd name="T6" fmla="*/ 33 w 23"/>
                  <a:gd name="T7" fmla="*/ 21 h 17"/>
                  <a:gd name="T8" fmla="*/ 72 w 23"/>
                  <a:gd name="T9" fmla="*/ 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22" y="1"/>
                    </a:moveTo>
                    <a:cubicBezTo>
                      <a:pt x="23" y="3"/>
                      <a:pt x="19" y="7"/>
                      <a:pt x="13" y="11"/>
                    </a:cubicBezTo>
                    <a:cubicBezTo>
                      <a:pt x="8" y="15"/>
                      <a:pt x="2" y="17"/>
                      <a:pt x="1" y="15"/>
                    </a:cubicBezTo>
                    <a:cubicBezTo>
                      <a:pt x="0" y="13"/>
                      <a:pt x="4" y="9"/>
                      <a:pt x="10" y="5"/>
                    </a:cubicBezTo>
                    <a:cubicBezTo>
                      <a:pt x="15" y="1"/>
                      <a:pt x="21" y="0"/>
                      <a:pt x="22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5" name="Freeform 1033">
                <a:extLst>
                  <a:ext uri="{FF2B5EF4-FFF2-40B4-BE49-F238E27FC236}">
                    <a16:creationId xmlns:a16="http://schemas.microsoft.com/office/drawing/2014/main" id="{FB196A87-D2CB-41C8-A6B5-4AE57DFAA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294"/>
                <a:ext cx="34" cy="26"/>
              </a:xfrm>
              <a:custGeom>
                <a:avLst/>
                <a:gdLst>
                  <a:gd name="T0" fmla="*/ 1 w 23"/>
                  <a:gd name="T1" fmla="*/ 60 h 16"/>
                  <a:gd name="T2" fmla="*/ 33 w 23"/>
                  <a:gd name="T3" fmla="*/ 21 h 16"/>
                  <a:gd name="T4" fmla="*/ 72 w 23"/>
                  <a:gd name="T5" fmla="*/ 5 h 16"/>
                  <a:gd name="T6" fmla="*/ 41 w 23"/>
                  <a:gd name="T7" fmla="*/ 47 h 16"/>
                  <a:gd name="T8" fmla="*/ 1 w 23"/>
                  <a:gd name="T9" fmla="*/ 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1" y="14"/>
                    </a:moveTo>
                    <a:cubicBezTo>
                      <a:pt x="0" y="13"/>
                      <a:pt x="4" y="9"/>
                      <a:pt x="10" y="5"/>
                    </a:cubicBezTo>
                    <a:cubicBezTo>
                      <a:pt x="16" y="1"/>
                      <a:pt x="21" y="0"/>
                      <a:pt x="22" y="1"/>
                    </a:cubicBezTo>
                    <a:cubicBezTo>
                      <a:pt x="23" y="3"/>
                      <a:pt x="19" y="7"/>
                      <a:pt x="13" y="11"/>
                    </a:cubicBezTo>
                    <a:cubicBezTo>
                      <a:pt x="8" y="14"/>
                      <a:pt x="2" y="16"/>
                      <a:pt x="1" y="14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6" name="Freeform 1034">
                <a:extLst>
                  <a:ext uri="{FF2B5EF4-FFF2-40B4-BE49-F238E27FC236}">
                    <a16:creationId xmlns:a16="http://schemas.microsoft.com/office/drawing/2014/main" id="{67BDADCD-333F-4059-9F20-E3C4FFA44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176"/>
                <a:ext cx="35" cy="27"/>
              </a:xfrm>
              <a:custGeom>
                <a:avLst/>
                <a:gdLst>
                  <a:gd name="T0" fmla="*/ 75 w 23"/>
                  <a:gd name="T1" fmla="*/ 5 h 17"/>
                  <a:gd name="T2" fmla="*/ 46 w 23"/>
                  <a:gd name="T3" fmla="*/ 43 h 17"/>
                  <a:gd name="T4" fmla="*/ 5 w 23"/>
                  <a:gd name="T5" fmla="*/ 60 h 17"/>
                  <a:gd name="T6" fmla="*/ 32 w 23"/>
                  <a:gd name="T7" fmla="*/ 21 h 17"/>
                  <a:gd name="T8" fmla="*/ 75 w 23"/>
                  <a:gd name="T9" fmla="*/ 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21" y="1"/>
                    </a:moveTo>
                    <a:cubicBezTo>
                      <a:pt x="23" y="3"/>
                      <a:pt x="19" y="7"/>
                      <a:pt x="13" y="11"/>
                    </a:cubicBezTo>
                    <a:cubicBezTo>
                      <a:pt x="7" y="15"/>
                      <a:pt x="2" y="17"/>
                      <a:pt x="1" y="15"/>
                    </a:cubicBezTo>
                    <a:cubicBezTo>
                      <a:pt x="0" y="13"/>
                      <a:pt x="3" y="9"/>
                      <a:pt x="9" y="5"/>
                    </a:cubicBezTo>
                    <a:cubicBezTo>
                      <a:pt x="15" y="2"/>
                      <a:pt x="20" y="0"/>
                      <a:pt x="21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7" name="Freeform 1035">
                <a:extLst>
                  <a:ext uri="{FF2B5EF4-FFF2-40B4-BE49-F238E27FC236}">
                    <a16:creationId xmlns:a16="http://schemas.microsoft.com/office/drawing/2014/main" id="{33B6329A-9CD2-404D-9ABE-F2424DEF0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187"/>
                <a:ext cx="63" cy="62"/>
              </a:xfrm>
              <a:custGeom>
                <a:avLst/>
                <a:gdLst>
                  <a:gd name="T0" fmla="*/ 14 w 42"/>
                  <a:gd name="T1" fmla="*/ 151 h 39"/>
                  <a:gd name="T2" fmla="*/ 5 w 42"/>
                  <a:gd name="T3" fmla="*/ 116 h 39"/>
                  <a:gd name="T4" fmla="*/ 35 w 42"/>
                  <a:gd name="T5" fmla="*/ 83 h 39"/>
                  <a:gd name="T6" fmla="*/ 93 w 42"/>
                  <a:gd name="T7" fmla="*/ 40 h 39"/>
                  <a:gd name="T8" fmla="*/ 120 w 42"/>
                  <a:gd name="T9" fmla="*/ 21 h 39"/>
                  <a:gd name="T10" fmla="*/ 143 w 42"/>
                  <a:gd name="T11" fmla="*/ 0 h 39"/>
                  <a:gd name="T12" fmla="*/ 39 w 42"/>
                  <a:gd name="T13" fmla="*/ 94 h 39"/>
                  <a:gd name="T14" fmla="*/ 14 w 42"/>
                  <a:gd name="T15" fmla="*/ 129 h 39"/>
                  <a:gd name="T16" fmla="*/ 21 w 42"/>
                  <a:gd name="T17" fmla="*/ 157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39">
                    <a:moveTo>
                      <a:pt x="4" y="38"/>
                    </a:moveTo>
                    <a:cubicBezTo>
                      <a:pt x="3" y="35"/>
                      <a:pt x="0" y="32"/>
                      <a:pt x="1" y="29"/>
                    </a:cubicBezTo>
                    <a:cubicBezTo>
                      <a:pt x="2" y="26"/>
                      <a:pt x="7" y="23"/>
                      <a:pt x="10" y="21"/>
                    </a:cubicBezTo>
                    <a:cubicBezTo>
                      <a:pt x="16" y="17"/>
                      <a:pt x="21" y="13"/>
                      <a:pt x="27" y="10"/>
                    </a:cubicBezTo>
                    <a:cubicBezTo>
                      <a:pt x="29" y="8"/>
                      <a:pt x="32" y="6"/>
                      <a:pt x="35" y="5"/>
                    </a:cubicBezTo>
                    <a:cubicBezTo>
                      <a:pt x="37" y="3"/>
                      <a:pt x="39" y="1"/>
                      <a:pt x="42" y="0"/>
                    </a:cubicBezTo>
                    <a:cubicBezTo>
                      <a:pt x="33" y="8"/>
                      <a:pt x="21" y="15"/>
                      <a:pt x="11" y="23"/>
                    </a:cubicBezTo>
                    <a:cubicBezTo>
                      <a:pt x="8" y="25"/>
                      <a:pt x="4" y="28"/>
                      <a:pt x="4" y="32"/>
                    </a:cubicBezTo>
                    <a:cubicBezTo>
                      <a:pt x="4" y="34"/>
                      <a:pt x="5" y="37"/>
                      <a:pt x="6" y="39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8" name="Freeform 1036">
                <a:extLst>
                  <a:ext uri="{FF2B5EF4-FFF2-40B4-BE49-F238E27FC236}">
                    <a16:creationId xmlns:a16="http://schemas.microsoft.com/office/drawing/2014/main" id="{E528BEEB-7966-4B00-9D59-3D3D29F8A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305"/>
                <a:ext cx="66" cy="61"/>
              </a:xfrm>
              <a:custGeom>
                <a:avLst/>
                <a:gdLst>
                  <a:gd name="T0" fmla="*/ 18 w 44"/>
                  <a:gd name="T1" fmla="*/ 153 h 38"/>
                  <a:gd name="T2" fmla="*/ 5 w 44"/>
                  <a:gd name="T3" fmla="*/ 116 h 38"/>
                  <a:gd name="T4" fmla="*/ 41 w 44"/>
                  <a:gd name="T5" fmla="*/ 82 h 38"/>
                  <a:gd name="T6" fmla="*/ 99 w 44"/>
                  <a:gd name="T7" fmla="*/ 42 h 38"/>
                  <a:gd name="T8" fmla="*/ 126 w 44"/>
                  <a:gd name="T9" fmla="*/ 21 h 38"/>
                  <a:gd name="T10" fmla="*/ 149 w 44"/>
                  <a:gd name="T11" fmla="*/ 0 h 38"/>
                  <a:gd name="T12" fmla="*/ 41 w 44"/>
                  <a:gd name="T13" fmla="*/ 90 h 38"/>
                  <a:gd name="T14" fmla="*/ 18 w 44"/>
                  <a:gd name="T15" fmla="*/ 128 h 38"/>
                  <a:gd name="T16" fmla="*/ 26 w 44"/>
                  <a:gd name="T17" fmla="*/ 157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8">
                    <a:moveTo>
                      <a:pt x="5" y="37"/>
                    </a:moveTo>
                    <a:cubicBezTo>
                      <a:pt x="4" y="35"/>
                      <a:pt x="0" y="31"/>
                      <a:pt x="1" y="28"/>
                    </a:cubicBezTo>
                    <a:cubicBezTo>
                      <a:pt x="2" y="25"/>
                      <a:pt x="9" y="22"/>
                      <a:pt x="12" y="20"/>
                    </a:cubicBezTo>
                    <a:cubicBezTo>
                      <a:pt x="17" y="17"/>
                      <a:pt x="23" y="13"/>
                      <a:pt x="29" y="10"/>
                    </a:cubicBezTo>
                    <a:cubicBezTo>
                      <a:pt x="31" y="8"/>
                      <a:pt x="34" y="7"/>
                      <a:pt x="37" y="5"/>
                    </a:cubicBezTo>
                    <a:cubicBezTo>
                      <a:pt x="39" y="3"/>
                      <a:pt x="42" y="1"/>
                      <a:pt x="44" y="0"/>
                    </a:cubicBezTo>
                    <a:cubicBezTo>
                      <a:pt x="35" y="9"/>
                      <a:pt x="23" y="15"/>
                      <a:pt x="12" y="22"/>
                    </a:cubicBezTo>
                    <a:cubicBezTo>
                      <a:pt x="9" y="25"/>
                      <a:pt x="6" y="27"/>
                      <a:pt x="5" y="31"/>
                    </a:cubicBezTo>
                    <a:cubicBezTo>
                      <a:pt x="5" y="34"/>
                      <a:pt x="6" y="36"/>
                      <a:pt x="7" y="38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69" name="Freeform 1037">
                <a:extLst>
                  <a:ext uri="{FF2B5EF4-FFF2-40B4-BE49-F238E27FC236}">
                    <a16:creationId xmlns:a16="http://schemas.microsoft.com/office/drawing/2014/main" id="{E3BD82AD-D73B-4D0B-93E4-2BA1100D1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254"/>
                <a:ext cx="101" cy="83"/>
              </a:xfrm>
              <a:custGeom>
                <a:avLst/>
                <a:gdLst>
                  <a:gd name="T0" fmla="*/ 0 w 67"/>
                  <a:gd name="T1" fmla="*/ 211 h 52"/>
                  <a:gd name="T2" fmla="*/ 170 w 67"/>
                  <a:gd name="T3" fmla="*/ 94 h 52"/>
                  <a:gd name="T4" fmla="*/ 225 w 67"/>
                  <a:gd name="T5" fmla="*/ 35 h 52"/>
                  <a:gd name="T6" fmla="*/ 205 w 67"/>
                  <a:gd name="T7" fmla="*/ 0 h 52"/>
                  <a:gd name="T8" fmla="*/ 210 w 67"/>
                  <a:gd name="T9" fmla="*/ 46 h 52"/>
                  <a:gd name="T10" fmla="*/ 182 w 67"/>
                  <a:gd name="T11" fmla="*/ 69 h 52"/>
                  <a:gd name="T12" fmla="*/ 140 w 67"/>
                  <a:gd name="T13" fmla="*/ 102 h 52"/>
                  <a:gd name="T14" fmla="*/ 66 w 67"/>
                  <a:gd name="T15" fmla="*/ 158 h 52"/>
                  <a:gd name="T16" fmla="*/ 32 w 67"/>
                  <a:gd name="T17" fmla="*/ 187 h 52"/>
                  <a:gd name="T18" fmla="*/ 8 w 67"/>
                  <a:gd name="T19" fmla="*/ 211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7" h="52">
                    <a:moveTo>
                      <a:pt x="0" y="52"/>
                    </a:moveTo>
                    <a:cubicBezTo>
                      <a:pt x="17" y="42"/>
                      <a:pt x="33" y="33"/>
                      <a:pt x="50" y="23"/>
                    </a:cubicBezTo>
                    <a:cubicBezTo>
                      <a:pt x="54" y="21"/>
                      <a:pt x="66" y="13"/>
                      <a:pt x="66" y="9"/>
                    </a:cubicBezTo>
                    <a:cubicBezTo>
                      <a:pt x="67" y="6"/>
                      <a:pt x="62" y="1"/>
                      <a:pt x="60" y="0"/>
                    </a:cubicBezTo>
                    <a:cubicBezTo>
                      <a:pt x="62" y="2"/>
                      <a:pt x="64" y="7"/>
                      <a:pt x="61" y="11"/>
                    </a:cubicBezTo>
                    <a:cubicBezTo>
                      <a:pt x="60" y="13"/>
                      <a:pt x="55" y="15"/>
                      <a:pt x="53" y="17"/>
                    </a:cubicBezTo>
                    <a:cubicBezTo>
                      <a:pt x="49" y="20"/>
                      <a:pt x="45" y="22"/>
                      <a:pt x="41" y="25"/>
                    </a:cubicBezTo>
                    <a:cubicBezTo>
                      <a:pt x="34" y="29"/>
                      <a:pt x="26" y="34"/>
                      <a:pt x="19" y="39"/>
                    </a:cubicBezTo>
                    <a:cubicBezTo>
                      <a:pt x="16" y="41"/>
                      <a:pt x="12" y="44"/>
                      <a:pt x="9" y="46"/>
                    </a:cubicBezTo>
                    <a:cubicBezTo>
                      <a:pt x="6" y="48"/>
                      <a:pt x="3" y="49"/>
                      <a:pt x="2" y="5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0" name="Freeform 1038">
                <a:extLst>
                  <a:ext uri="{FF2B5EF4-FFF2-40B4-BE49-F238E27FC236}">
                    <a16:creationId xmlns:a16="http://schemas.microsoft.com/office/drawing/2014/main" id="{84F42CBB-CF44-492D-94C0-2512DB356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129"/>
                <a:ext cx="109" cy="100"/>
              </a:xfrm>
              <a:custGeom>
                <a:avLst/>
                <a:gdLst>
                  <a:gd name="T0" fmla="*/ 222 w 73"/>
                  <a:gd name="T1" fmla="*/ 13 h 62"/>
                  <a:gd name="T2" fmla="*/ 234 w 73"/>
                  <a:gd name="T3" fmla="*/ 55 h 62"/>
                  <a:gd name="T4" fmla="*/ 194 w 73"/>
                  <a:gd name="T5" fmla="*/ 97 h 62"/>
                  <a:gd name="T6" fmla="*/ 134 w 73"/>
                  <a:gd name="T7" fmla="*/ 145 h 62"/>
                  <a:gd name="T8" fmla="*/ 0 w 73"/>
                  <a:gd name="T9" fmla="*/ 260 h 62"/>
                  <a:gd name="T10" fmla="*/ 87 w 73"/>
                  <a:gd name="T11" fmla="*/ 185 h 62"/>
                  <a:gd name="T12" fmla="*/ 173 w 73"/>
                  <a:gd name="T13" fmla="*/ 102 h 62"/>
                  <a:gd name="T14" fmla="*/ 203 w 73"/>
                  <a:gd name="T15" fmla="*/ 5 h 62"/>
                  <a:gd name="T16" fmla="*/ 221 w 73"/>
                  <a:gd name="T17" fmla="*/ 8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62">
                    <a:moveTo>
                      <a:pt x="67" y="3"/>
                    </a:moveTo>
                    <a:cubicBezTo>
                      <a:pt x="69" y="6"/>
                      <a:pt x="73" y="8"/>
                      <a:pt x="70" y="13"/>
                    </a:cubicBezTo>
                    <a:cubicBezTo>
                      <a:pt x="68" y="17"/>
                      <a:pt x="62" y="20"/>
                      <a:pt x="58" y="23"/>
                    </a:cubicBezTo>
                    <a:cubicBezTo>
                      <a:pt x="50" y="28"/>
                      <a:pt x="47" y="30"/>
                      <a:pt x="40" y="35"/>
                    </a:cubicBezTo>
                    <a:cubicBezTo>
                      <a:pt x="28" y="44"/>
                      <a:pt x="12" y="56"/>
                      <a:pt x="0" y="62"/>
                    </a:cubicBezTo>
                    <a:cubicBezTo>
                      <a:pt x="8" y="57"/>
                      <a:pt x="18" y="50"/>
                      <a:pt x="26" y="44"/>
                    </a:cubicBezTo>
                    <a:cubicBezTo>
                      <a:pt x="36" y="37"/>
                      <a:pt x="43" y="31"/>
                      <a:pt x="52" y="24"/>
                    </a:cubicBezTo>
                    <a:cubicBezTo>
                      <a:pt x="61" y="17"/>
                      <a:pt x="70" y="5"/>
                      <a:pt x="61" y="1"/>
                    </a:cubicBezTo>
                    <a:cubicBezTo>
                      <a:pt x="64" y="0"/>
                      <a:pt x="64" y="2"/>
                      <a:pt x="66" y="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1" name="Freeform 1039">
                <a:extLst>
                  <a:ext uri="{FF2B5EF4-FFF2-40B4-BE49-F238E27FC236}">
                    <a16:creationId xmlns:a16="http://schemas.microsoft.com/office/drawing/2014/main" id="{65EEA841-B675-45A6-9D86-17F8C3724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294"/>
                <a:ext cx="25" cy="24"/>
              </a:xfrm>
              <a:custGeom>
                <a:avLst/>
                <a:gdLst>
                  <a:gd name="T0" fmla="*/ 28 w 17"/>
                  <a:gd name="T1" fmla="*/ 8 h 15"/>
                  <a:gd name="T2" fmla="*/ 46 w 17"/>
                  <a:gd name="T3" fmla="*/ 8 h 15"/>
                  <a:gd name="T4" fmla="*/ 15 w 17"/>
                  <a:gd name="T5" fmla="*/ 48 h 15"/>
                  <a:gd name="T6" fmla="*/ 0 w 17"/>
                  <a:gd name="T7" fmla="*/ 61 h 15"/>
                  <a:gd name="T8" fmla="*/ 22 w 17"/>
                  <a:gd name="T9" fmla="*/ 46 h 15"/>
                  <a:gd name="T10" fmla="*/ 51 w 17"/>
                  <a:gd name="T11" fmla="*/ 8 h 15"/>
                  <a:gd name="T12" fmla="*/ 28 w 17"/>
                  <a:gd name="T13" fmla="*/ 8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9" y="2"/>
                    </a:moveTo>
                    <a:cubicBezTo>
                      <a:pt x="11" y="2"/>
                      <a:pt x="13" y="2"/>
                      <a:pt x="14" y="2"/>
                    </a:cubicBezTo>
                    <a:cubicBezTo>
                      <a:pt x="15" y="4"/>
                      <a:pt x="11" y="8"/>
                      <a:pt x="5" y="12"/>
                    </a:cubicBezTo>
                    <a:cubicBezTo>
                      <a:pt x="3" y="13"/>
                      <a:pt x="1" y="14"/>
                      <a:pt x="0" y="15"/>
                    </a:cubicBezTo>
                    <a:cubicBezTo>
                      <a:pt x="2" y="14"/>
                      <a:pt x="4" y="13"/>
                      <a:pt x="7" y="11"/>
                    </a:cubicBezTo>
                    <a:cubicBezTo>
                      <a:pt x="13" y="7"/>
                      <a:pt x="17" y="3"/>
                      <a:pt x="16" y="2"/>
                    </a:cubicBezTo>
                    <a:cubicBezTo>
                      <a:pt x="15" y="0"/>
                      <a:pt x="12" y="1"/>
                      <a:pt x="9" y="2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2" name="Freeform 1040">
                <a:extLst>
                  <a:ext uri="{FF2B5EF4-FFF2-40B4-BE49-F238E27FC236}">
                    <a16:creationId xmlns:a16="http://schemas.microsoft.com/office/drawing/2014/main" id="{ADF2E69D-4DFD-476A-9FD1-61FEC11C4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297"/>
                <a:ext cx="24" cy="20"/>
              </a:xfrm>
              <a:custGeom>
                <a:avLst/>
                <a:gdLst>
                  <a:gd name="T0" fmla="*/ 8 w 16"/>
                  <a:gd name="T1" fmla="*/ 50 h 12"/>
                  <a:gd name="T2" fmla="*/ 35 w 16"/>
                  <a:gd name="T3" fmla="*/ 13 h 12"/>
                  <a:gd name="T4" fmla="*/ 54 w 16"/>
                  <a:gd name="T5" fmla="*/ 0 h 12"/>
                  <a:gd name="T6" fmla="*/ 27 w 16"/>
                  <a:gd name="T7" fmla="*/ 20 h 12"/>
                  <a:gd name="T8" fmla="*/ 5 w 16"/>
                  <a:gd name="T9" fmla="*/ 50 h 12"/>
                  <a:gd name="T10" fmla="*/ 18 w 16"/>
                  <a:gd name="T11" fmla="*/ 50 h 12"/>
                  <a:gd name="T12" fmla="*/ 8 w 16"/>
                  <a:gd name="T13" fmla="*/ 5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2" y="11"/>
                    </a:moveTo>
                    <a:cubicBezTo>
                      <a:pt x="1" y="9"/>
                      <a:pt x="5" y="6"/>
                      <a:pt x="10" y="3"/>
                    </a:cubicBezTo>
                    <a:cubicBezTo>
                      <a:pt x="11" y="2"/>
                      <a:pt x="14" y="1"/>
                      <a:pt x="16" y="0"/>
                    </a:cubicBezTo>
                    <a:cubicBezTo>
                      <a:pt x="14" y="0"/>
                      <a:pt x="11" y="2"/>
                      <a:pt x="8" y="4"/>
                    </a:cubicBezTo>
                    <a:cubicBezTo>
                      <a:pt x="3" y="7"/>
                      <a:pt x="0" y="10"/>
                      <a:pt x="1" y="11"/>
                    </a:cubicBezTo>
                    <a:cubicBezTo>
                      <a:pt x="1" y="12"/>
                      <a:pt x="3" y="12"/>
                      <a:pt x="5" y="11"/>
                    </a:cubicBezTo>
                    <a:cubicBezTo>
                      <a:pt x="4" y="11"/>
                      <a:pt x="2" y="12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3" name="Freeform 1041">
                <a:extLst>
                  <a:ext uri="{FF2B5EF4-FFF2-40B4-BE49-F238E27FC236}">
                    <a16:creationId xmlns:a16="http://schemas.microsoft.com/office/drawing/2014/main" id="{189AC429-6126-4AD8-A77E-C8F6EABC9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176"/>
                <a:ext cx="26" cy="24"/>
              </a:xfrm>
              <a:custGeom>
                <a:avLst/>
                <a:gdLst>
                  <a:gd name="T0" fmla="*/ 28 w 17"/>
                  <a:gd name="T1" fmla="*/ 8 h 15"/>
                  <a:gd name="T2" fmla="*/ 47 w 17"/>
                  <a:gd name="T3" fmla="*/ 8 h 15"/>
                  <a:gd name="T4" fmla="*/ 18 w 17"/>
                  <a:gd name="T5" fmla="*/ 48 h 15"/>
                  <a:gd name="T6" fmla="*/ 0 w 17"/>
                  <a:gd name="T7" fmla="*/ 61 h 15"/>
                  <a:gd name="T8" fmla="*/ 26 w 17"/>
                  <a:gd name="T9" fmla="*/ 46 h 15"/>
                  <a:gd name="T10" fmla="*/ 57 w 17"/>
                  <a:gd name="T11" fmla="*/ 5 h 15"/>
                  <a:gd name="T12" fmla="*/ 28 w 17"/>
                  <a:gd name="T13" fmla="*/ 8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8" y="2"/>
                    </a:moveTo>
                    <a:cubicBezTo>
                      <a:pt x="11" y="1"/>
                      <a:pt x="13" y="1"/>
                      <a:pt x="13" y="2"/>
                    </a:cubicBezTo>
                    <a:cubicBezTo>
                      <a:pt x="15" y="4"/>
                      <a:pt x="11" y="8"/>
                      <a:pt x="5" y="12"/>
                    </a:cubicBezTo>
                    <a:cubicBezTo>
                      <a:pt x="3" y="13"/>
                      <a:pt x="2" y="14"/>
                      <a:pt x="0" y="15"/>
                    </a:cubicBezTo>
                    <a:cubicBezTo>
                      <a:pt x="2" y="14"/>
                      <a:pt x="5" y="13"/>
                      <a:pt x="7" y="11"/>
                    </a:cubicBezTo>
                    <a:cubicBezTo>
                      <a:pt x="13" y="7"/>
                      <a:pt x="17" y="3"/>
                      <a:pt x="16" y="1"/>
                    </a:cubicBezTo>
                    <a:cubicBezTo>
                      <a:pt x="15" y="0"/>
                      <a:pt x="12" y="1"/>
                      <a:pt x="8" y="2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4" name="Freeform 1042">
                <a:extLst>
                  <a:ext uri="{FF2B5EF4-FFF2-40B4-BE49-F238E27FC236}">
                    <a16:creationId xmlns:a16="http://schemas.microsoft.com/office/drawing/2014/main" id="{FD5BCDDA-55BD-4206-809E-32BAC26B3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2179"/>
                <a:ext cx="23" cy="21"/>
              </a:xfrm>
              <a:custGeom>
                <a:avLst/>
                <a:gdLst>
                  <a:gd name="T0" fmla="*/ 8 w 15"/>
                  <a:gd name="T1" fmla="*/ 47 h 13"/>
                  <a:gd name="T2" fmla="*/ 32 w 15"/>
                  <a:gd name="T3" fmla="*/ 13 h 13"/>
                  <a:gd name="T4" fmla="*/ 54 w 15"/>
                  <a:gd name="T5" fmla="*/ 0 h 13"/>
                  <a:gd name="T6" fmla="*/ 28 w 15"/>
                  <a:gd name="T7" fmla="*/ 16 h 13"/>
                  <a:gd name="T8" fmla="*/ 5 w 15"/>
                  <a:gd name="T9" fmla="*/ 50 h 13"/>
                  <a:gd name="T10" fmla="*/ 18 w 15"/>
                  <a:gd name="T11" fmla="*/ 47 h 13"/>
                  <a:gd name="T12" fmla="*/ 8 w 15"/>
                  <a:gd name="T13" fmla="*/ 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2" y="11"/>
                    </a:moveTo>
                    <a:cubicBezTo>
                      <a:pt x="1" y="10"/>
                      <a:pt x="5" y="6"/>
                      <a:pt x="9" y="3"/>
                    </a:cubicBezTo>
                    <a:cubicBezTo>
                      <a:pt x="11" y="2"/>
                      <a:pt x="14" y="1"/>
                      <a:pt x="15" y="0"/>
                    </a:cubicBezTo>
                    <a:cubicBezTo>
                      <a:pt x="13" y="0"/>
                      <a:pt x="11" y="2"/>
                      <a:pt x="8" y="4"/>
                    </a:cubicBezTo>
                    <a:cubicBezTo>
                      <a:pt x="3" y="7"/>
                      <a:pt x="0" y="10"/>
                      <a:pt x="1" y="12"/>
                    </a:cubicBezTo>
                    <a:cubicBezTo>
                      <a:pt x="1" y="13"/>
                      <a:pt x="3" y="12"/>
                      <a:pt x="5" y="11"/>
                    </a:cubicBezTo>
                    <a:cubicBezTo>
                      <a:pt x="4" y="12"/>
                      <a:pt x="3" y="12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5" name="Freeform 1043">
                <a:extLst>
                  <a:ext uri="{FF2B5EF4-FFF2-40B4-BE49-F238E27FC236}">
                    <a16:creationId xmlns:a16="http://schemas.microsoft.com/office/drawing/2014/main" id="{07CD4D07-E182-43C8-A7A4-2858C6B83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243"/>
                <a:ext cx="178" cy="133"/>
              </a:xfrm>
              <a:custGeom>
                <a:avLst/>
                <a:gdLst>
                  <a:gd name="T0" fmla="*/ 343 w 119"/>
                  <a:gd name="T1" fmla="*/ 13 h 83"/>
                  <a:gd name="T2" fmla="*/ 371 w 119"/>
                  <a:gd name="T3" fmla="*/ 21 h 83"/>
                  <a:gd name="T4" fmla="*/ 389 w 119"/>
                  <a:gd name="T5" fmla="*/ 54 h 83"/>
                  <a:gd name="T6" fmla="*/ 352 w 119"/>
                  <a:gd name="T7" fmla="*/ 111 h 83"/>
                  <a:gd name="T8" fmla="*/ 184 w 119"/>
                  <a:gd name="T9" fmla="*/ 234 h 83"/>
                  <a:gd name="T10" fmla="*/ 60 w 119"/>
                  <a:gd name="T11" fmla="*/ 328 h 83"/>
                  <a:gd name="T12" fmla="*/ 22 w 119"/>
                  <a:gd name="T13" fmla="*/ 328 h 83"/>
                  <a:gd name="T14" fmla="*/ 6 w 119"/>
                  <a:gd name="T15" fmla="*/ 295 h 83"/>
                  <a:gd name="T16" fmla="*/ 13 w 119"/>
                  <a:gd name="T17" fmla="*/ 260 h 83"/>
                  <a:gd name="T18" fmla="*/ 171 w 119"/>
                  <a:gd name="T19" fmla="*/ 144 h 83"/>
                  <a:gd name="T20" fmla="*/ 343 w 119"/>
                  <a:gd name="T21" fmla="*/ 13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83">
                    <a:moveTo>
                      <a:pt x="102" y="3"/>
                    </a:moveTo>
                    <a:cubicBezTo>
                      <a:pt x="107" y="0"/>
                      <a:pt x="109" y="3"/>
                      <a:pt x="111" y="5"/>
                    </a:cubicBezTo>
                    <a:cubicBezTo>
                      <a:pt x="116" y="13"/>
                      <a:pt x="116" y="13"/>
                      <a:pt x="116" y="13"/>
                    </a:cubicBezTo>
                    <a:cubicBezTo>
                      <a:pt x="117" y="16"/>
                      <a:pt x="119" y="18"/>
                      <a:pt x="105" y="27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4" y="83"/>
                      <a:pt x="9" y="83"/>
                      <a:pt x="7" y="80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0" y="68"/>
                      <a:pt x="1" y="65"/>
                      <a:pt x="4" y="63"/>
                    </a:cubicBezTo>
                    <a:cubicBezTo>
                      <a:pt x="5" y="63"/>
                      <a:pt x="40" y="42"/>
                      <a:pt x="51" y="35"/>
                    </a:cubicBezTo>
                    <a:cubicBezTo>
                      <a:pt x="62" y="29"/>
                      <a:pt x="102" y="4"/>
                      <a:pt x="102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6" name="Freeform 1044">
                <a:extLst>
                  <a:ext uri="{FF2B5EF4-FFF2-40B4-BE49-F238E27FC236}">
                    <a16:creationId xmlns:a16="http://schemas.microsoft.com/office/drawing/2014/main" id="{B8D1C98D-0FFF-4999-AAA0-048F8E981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353"/>
                <a:ext cx="191" cy="87"/>
              </a:xfrm>
              <a:custGeom>
                <a:avLst/>
                <a:gdLst>
                  <a:gd name="T0" fmla="*/ 385 w 128"/>
                  <a:gd name="T1" fmla="*/ 5 h 54"/>
                  <a:gd name="T2" fmla="*/ 412 w 128"/>
                  <a:gd name="T3" fmla="*/ 21 h 54"/>
                  <a:gd name="T4" fmla="*/ 424 w 128"/>
                  <a:gd name="T5" fmla="*/ 63 h 54"/>
                  <a:gd name="T6" fmla="*/ 376 w 128"/>
                  <a:gd name="T7" fmla="*/ 103 h 54"/>
                  <a:gd name="T8" fmla="*/ 187 w 128"/>
                  <a:gd name="T9" fmla="*/ 166 h 54"/>
                  <a:gd name="T10" fmla="*/ 46 w 128"/>
                  <a:gd name="T11" fmla="*/ 221 h 54"/>
                  <a:gd name="T12" fmla="*/ 13 w 128"/>
                  <a:gd name="T13" fmla="*/ 205 h 54"/>
                  <a:gd name="T14" fmla="*/ 1 w 128"/>
                  <a:gd name="T15" fmla="*/ 166 h 54"/>
                  <a:gd name="T16" fmla="*/ 19 w 128"/>
                  <a:gd name="T17" fmla="*/ 137 h 54"/>
                  <a:gd name="T18" fmla="*/ 194 w 128"/>
                  <a:gd name="T19" fmla="*/ 81 h 54"/>
                  <a:gd name="T20" fmla="*/ 385 w 128"/>
                  <a:gd name="T21" fmla="*/ 5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54">
                    <a:moveTo>
                      <a:pt x="116" y="1"/>
                    </a:moveTo>
                    <a:cubicBezTo>
                      <a:pt x="122" y="0"/>
                      <a:pt x="123" y="3"/>
                      <a:pt x="124" y="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8" y="18"/>
                      <a:pt x="128" y="20"/>
                      <a:pt x="113" y="25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14" y="53"/>
                      <a:pt x="14" y="53"/>
                      <a:pt x="14" y="53"/>
                    </a:cubicBezTo>
                    <a:cubicBezTo>
                      <a:pt x="10" y="54"/>
                      <a:pt x="5" y="53"/>
                      <a:pt x="4" y="49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6"/>
                      <a:pt x="2" y="34"/>
                      <a:pt x="6" y="33"/>
                    </a:cubicBezTo>
                    <a:cubicBezTo>
                      <a:pt x="6" y="33"/>
                      <a:pt x="46" y="22"/>
                      <a:pt x="58" y="19"/>
                    </a:cubicBezTo>
                    <a:cubicBezTo>
                      <a:pt x="71" y="15"/>
                      <a:pt x="116" y="2"/>
                      <a:pt x="116" y="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7" name="Freeform 1045">
                <a:extLst>
                  <a:ext uri="{FF2B5EF4-FFF2-40B4-BE49-F238E27FC236}">
                    <a16:creationId xmlns:a16="http://schemas.microsoft.com/office/drawing/2014/main" id="{240044F3-E27E-4AEB-B1AD-573AB7B8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387"/>
                <a:ext cx="38" cy="17"/>
              </a:xfrm>
              <a:custGeom>
                <a:avLst/>
                <a:gdLst>
                  <a:gd name="T0" fmla="*/ 0 w 25"/>
                  <a:gd name="T1" fmla="*/ 34 h 11"/>
                  <a:gd name="T2" fmla="*/ 40 w 25"/>
                  <a:gd name="T3" fmla="*/ 8 h 11"/>
                  <a:gd name="T4" fmla="*/ 84 w 25"/>
                  <a:gd name="T5" fmla="*/ 8 h 11"/>
                  <a:gd name="T6" fmla="*/ 46 w 25"/>
                  <a:gd name="T7" fmla="*/ 34 h 11"/>
                  <a:gd name="T8" fmla="*/ 0 w 25"/>
                  <a:gd name="T9" fmla="*/ 3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">
                    <a:moveTo>
                      <a:pt x="0" y="9"/>
                    </a:moveTo>
                    <a:cubicBezTo>
                      <a:pt x="0" y="7"/>
                      <a:pt x="5" y="4"/>
                      <a:pt x="11" y="2"/>
                    </a:cubicBezTo>
                    <a:cubicBezTo>
                      <a:pt x="18" y="0"/>
                      <a:pt x="24" y="0"/>
                      <a:pt x="24" y="2"/>
                    </a:cubicBezTo>
                    <a:cubicBezTo>
                      <a:pt x="25" y="4"/>
                      <a:pt x="20" y="7"/>
                      <a:pt x="13" y="9"/>
                    </a:cubicBezTo>
                    <a:cubicBezTo>
                      <a:pt x="7" y="11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8" name="Freeform 1046">
                <a:extLst>
                  <a:ext uri="{FF2B5EF4-FFF2-40B4-BE49-F238E27FC236}">
                    <a16:creationId xmlns:a16="http://schemas.microsoft.com/office/drawing/2014/main" id="{BE89F487-D970-4C4C-8E85-A04A3BC00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385"/>
                <a:ext cx="37" cy="18"/>
              </a:xfrm>
              <a:custGeom>
                <a:avLst/>
                <a:gdLst>
                  <a:gd name="T0" fmla="*/ 0 w 25"/>
                  <a:gd name="T1" fmla="*/ 41 h 11"/>
                  <a:gd name="T2" fmla="*/ 36 w 25"/>
                  <a:gd name="T3" fmla="*/ 8 h 11"/>
                  <a:gd name="T4" fmla="*/ 78 w 25"/>
                  <a:gd name="T5" fmla="*/ 8 h 11"/>
                  <a:gd name="T6" fmla="*/ 41 w 25"/>
                  <a:gd name="T7" fmla="*/ 41 h 11"/>
                  <a:gd name="T8" fmla="*/ 0 w 25"/>
                  <a:gd name="T9" fmla="*/ 4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">
                    <a:moveTo>
                      <a:pt x="0" y="9"/>
                    </a:moveTo>
                    <a:cubicBezTo>
                      <a:pt x="0" y="7"/>
                      <a:pt x="5" y="4"/>
                      <a:pt x="11" y="2"/>
                    </a:cubicBezTo>
                    <a:cubicBezTo>
                      <a:pt x="18" y="0"/>
                      <a:pt x="24" y="0"/>
                      <a:pt x="24" y="2"/>
                    </a:cubicBezTo>
                    <a:cubicBezTo>
                      <a:pt x="25" y="4"/>
                      <a:pt x="20" y="7"/>
                      <a:pt x="13" y="9"/>
                    </a:cubicBezTo>
                    <a:cubicBezTo>
                      <a:pt x="7" y="11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79" name="Freeform 1047">
                <a:extLst>
                  <a:ext uri="{FF2B5EF4-FFF2-40B4-BE49-F238E27FC236}">
                    <a16:creationId xmlns:a16="http://schemas.microsoft.com/office/drawing/2014/main" id="{A6ABB4FB-F117-42AD-8874-47A71095B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387"/>
                <a:ext cx="78" cy="43"/>
              </a:xfrm>
              <a:custGeom>
                <a:avLst/>
                <a:gdLst>
                  <a:gd name="T0" fmla="*/ 14 w 52"/>
                  <a:gd name="T1" fmla="*/ 102 h 27"/>
                  <a:gd name="T2" fmla="*/ 8 w 52"/>
                  <a:gd name="T3" fmla="*/ 61 h 27"/>
                  <a:gd name="T4" fmla="*/ 53 w 52"/>
                  <a:gd name="T5" fmla="*/ 46 h 27"/>
                  <a:gd name="T6" fmla="*/ 116 w 52"/>
                  <a:gd name="T7" fmla="*/ 21 h 27"/>
                  <a:gd name="T8" fmla="*/ 147 w 52"/>
                  <a:gd name="T9" fmla="*/ 13 h 27"/>
                  <a:gd name="T10" fmla="*/ 176 w 52"/>
                  <a:gd name="T11" fmla="*/ 0 h 27"/>
                  <a:gd name="T12" fmla="*/ 53 w 52"/>
                  <a:gd name="T13" fmla="*/ 53 h 27"/>
                  <a:gd name="T14" fmla="*/ 21 w 52"/>
                  <a:gd name="T15" fmla="*/ 76 h 27"/>
                  <a:gd name="T16" fmla="*/ 21 w 52"/>
                  <a:gd name="T17" fmla="*/ 10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7">
                    <a:moveTo>
                      <a:pt x="4" y="25"/>
                    </a:moveTo>
                    <a:cubicBezTo>
                      <a:pt x="3" y="22"/>
                      <a:pt x="0" y="18"/>
                      <a:pt x="2" y="15"/>
                    </a:cubicBezTo>
                    <a:cubicBezTo>
                      <a:pt x="4" y="13"/>
                      <a:pt x="11" y="12"/>
                      <a:pt x="15" y="11"/>
                    </a:cubicBezTo>
                    <a:cubicBezTo>
                      <a:pt x="21" y="9"/>
                      <a:pt x="28" y="7"/>
                      <a:pt x="34" y="5"/>
                    </a:cubicBezTo>
                    <a:cubicBezTo>
                      <a:pt x="37" y="4"/>
                      <a:pt x="40" y="4"/>
                      <a:pt x="43" y="3"/>
                    </a:cubicBezTo>
                    <a:cubicBezTo>
                      <a:pt x="46" y="2"/>
                      <a:pt x="49" y="1"/>
                      <a:pt x="52" y="0"/>
                    </a:cubicBezTo>
                    <a:cubicBezTo>
                      <a:pt x="41" y="6"/>
                      <a:pt x="27" y="8"/>
                      <a:pt x="15" y="13"/>
                    </a:cubicBezTo>
                    <a:cubicBezTo>
                      <a:pt x="11" y="14"/>
                      <a:pt x="7" y="16"/>
                      <a:pt x="6" y="19"/>
                    </a:cubicBezTo>
                    <a:cubicBezTo>
                      <a:pt x="5" y="22"/>
                      <a:pt x="5" y="25"/>
                      <a:pt x="6" y="27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0" name="Freeform 1048">
                <a:extLst>
                  <a:ext uri="{FF2B5EF4-FFF2-40B4-BE49-F238E27FC236}">
                    <a16:creationId xmlns:a16="http://schemas.microsoft.com/office/drawing/2014/main" id="{B9C10EE7-69A2-4D55-B7E4-2078FCEFC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363"/>
                <a:ext cx="116" cy="54"/>
              </a:xfrm>
              <a:custGeom>
                <a:avLst/>
                <a:gdLst>
                  <a:gd name="T0" fmla="*/ 0 w 77"/>
                  <a:gd name="T1" fmla="*/ 137 h 34"/>
                  <a:gd name="T2" fmla="*/ 191 w 77"/>
                  <a:gd name="T3" fmla="*/ 81 h 34"/>
                  <a:gd name="T4" fmla="*/ 259 w 77"/>
                  <a:gd name="T5" fmla="*/ 43 h 34"/>
                  <a:gd name="T6" fmla="*/ 246 w 77"/>
                  <a:gd name="T7" fmla="*/ 0 h 34"/>
                  <a:gd name="T8" fmla="*/ 238 w 77"/>
                  <a:gd name="T9" fmla="*/ 43 h 34"/>
                  <a:gd name="T10" fmla="*/ 205 w 77"/>
                  <a:gd name="T11" fmla="*/ 60 h 34"/>
                  <a:gd name="T12" fmla="*/ 161 w 77"/>
                  <a:gd name="T13" fmla="*/ 76 h 34"/>
                  <a:gd name="T14" fmla="*/ 75 w 77"/>
                  <a:gd name="T15" fmla="*/ 108 h 34"/>
                  <a:gd name="T16" fmla="*/ 35 w 77"/>
                  <a:gd name="T17" fmla="*/ 124 h 34"/>
                  <a:gd name="T18" fmla="*/ 8 w 77"/>
                  <a:gd name="T19" fmla="*/ 137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34">
                    <a:moveTo>
                      <a:pt x="0" y="34"/>
                    </a:moveTo>
                    <a:cubicBezTo>
                      <a:pt x="19" y="29"/>
                      <a:pt x="37" y="25"/>
                      <a:pt x="56" y="20"/>
                    </a:cubicBezTo>
                    <a:cubicBezTo>
                      <a:pt x="61" y="19"/>
                      <a:pt x="74" y="15"/>
                      <a:pt x="76" y="11"/>
                    </a:cubicBezTo>
                    <a:cubicBezTo>
                      <a:pt x="77" y="8"/>
                      <a:pt x="74" y="3"/>
                      <a:pt x="72" y="0"/>
                    </a:cubicBezTo>
                    <a:cubicBezTo>
                      <a:pt x="73" y="3"/>
                      <a:pt x="74" y="8"/>
                      <a:pt x="70" y="11"/>
                    </a:cubicBezTo>
                    <a:cubicBezTo>
                      <a:pt x="68" y="13"/>
                      <a:pt x="63" y="14"/>
                      <a:pt x="60" y="15"/>
                    </a:cubicBezTo>
                    <a:cubicBezTo>
                      <a:pt x="56" y="16"/>
                      <a:pt x="51" y="18"/>
                      <a:pt x="47" y="19"/>
                    </a:cubicBezTo>
                    <a:cubicBezTo>
                      <a:pt x="39" y="21"/>
                      <a:pt x="30" y="24"/>
                      <a:pt x="22" y="27"/>
                    </a:cubicBezTo>
                    <a:cubicBezTo>
                      <a:pt x="18" y="28"/>
                      <a:pt x="14" y="30"/>
                      <a:pt x="10" y="31"/>
                    </a:cubicBezTo>
                    <a:cubicBezTo>
                      <a:pt x="7" y="32"/>
                      <a:pt x="4" y="33"/>
                      <a:pt x="2" y="34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1" name="Freeform 1049">
                <a:extLst>
                  <a:ext uri="{FF2B5EF4-FFF2-40B4-BE49-F238E27FC236}">
                    <a16:creationId xmlns:a16="http://schemas.microsoft.com/office/drawing/2014/main" id="{55790DEC-8A43-4C60-AFE3-88DA8C79B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2387"/>
                <a:ext cx="29" cy="16"/>
              </a:xfrm>
              <a:custGeom>
                <a:avLst/>
                <a:gdLst>
                  <a:gd name="T0" fmla="*/ 41 w 19"/>
                  <a:gd name="T1" fmla="*/ 0 h 10"/>
                  <a:gd name="T2" fmla="*/ 61 w 19"/>
                  <a:gd name="T3" fmla="*/ 8 h 10"/>
                  <a:gd name="T4" fmla="*/ 21 w 19"/>
                  <a:gd name="T5" fmla="*/ 34 h 10"/>
                  <a:gd name="T6" fmla="*/ 0 w 19"/>
                  <a:gd name="T7" fmla="*/ 42 h 10"/>
                  <a:gd name="T8" fmla="*/ 27 w 19"/>
                  <a:gd name="T9" fmla="*/ 34 h 10"/>
                  <a:gd name="T10" fmla="*/ 67 w 19"/>
                  <a:gd name="T11" fmla="*/ 5 h 10"/>
                  <a:gd name="T12" fmla="*/ 41 w 19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0">
                    <a:moveTo>
                      <a:pt x="12" y="0"/>
                    </a:moveTo>
                    <a:cubicBezTo>
                      <a:pt x="14" y="0"/>
                      <a:pt x="16" y="1"/>
                      <a:pt x="17" y="2"/>
                    </a:cubicBezTo>
                    <a:cubicBezTo>
                      <a:pt x="17" y="3"/>
                      <a:pt x="12" y="7"/>
                      <a:pt x="6" y="8"/>
                    </a:cubicBezTo>
                    <a:cubicBezTo>
                      <a:pt x="4" y="9"/>
                      <a:pt x="2" y="9"/>
                      <a:pt x="0" y="10"/>
                    </a:cubicBezTo>
                    <a:cubicBezTo>
                      <a:pt x="2" y="10"/>
                      <a:pt x="5" y="9"/>
                      <a:pt x="8" y="8"/>
                    </a:cubicBezTo>
                    <a:cubicBezTo>
                      <a:pt x="14" y="6"/>
                      <a:pt x="19" y="3"/>
                      <a:pt x="19" y="1"/>
                    </a:cubicBezTo>
                    <a:cubicBezTo>
                      <a:pt x="19" y="0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2" name="Freeform 1050">
                <a:extLst>
                  <a:ext uri="{FF2B5EF4-FFF2-40B4-BE49-F238E27FC236}">
                    <a16:creationId xmlns:a16="http://schemas.microsoft.com/office/drawing/2014/main" id="{8EE3A8D6-195C-4A53-A32E-8A71F6F82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388"/>
                <a:ext cx="27" cy="13"/>
              </a:xfrm>
              <a:custGeom>
                <a:avLst/>
                <a:gdLst>
                  <a:gd name="T0" fmla="*/ 5 w 18"/>
                  <a:gd name="T1" fmla="*/ 26 h 8"/>
                  <a:gd name="T2" fmla="*/ 39 w 18"/>
                  <a:gd name="T3" fmla="*/ 5 h 8"/>
                  <a:gd name="T4" fmla="*/ 62 w 18"/>
                  <a:gd name="T5" fmla="*/ 0 h 8"/>
                  <a:gd name="T6" fmla="*/ 32 w 18"/>
                  <a:gd name="T7" fmla="*/ 5 h 8"/>
                  <a:gd name="T8" fmla="*/ 0 w 18"/>
                  <a:gd name="T9" fmla="*/ 29 h 8"/>
                  <a:gd name="T10" fmla="*/ 18 w 18"/>
                  <a:gd name="T11" fmla="*/ 34 h 8"/>
                  <a:gd name="T12" fmla="*/ 5 w 18"/>
                  <a:gd name="T13" fmla="*/ 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1" y="6"/>
                    </a:moveTo>
                    <a:cubicBezTo>
                      <a:pt x="1" y="5"/>
                      <a:pt x="6" y="2"/>
                      <a:pt x="11" y="1"/>
                    </a:cubicBezTo>
                    <a:cubicBezTo>
                      <a:pt x="13" y="0"/>
                      <a:pt x="16" y="0"/>
                      <a:pt x="18" y="0"/>
                    </a:cubicBezTo>
                    <a:cubicBezTo>
                      <a:pt x="16" y="0"/>
                      <a:pt x="12" y="0"/>
                      <a:pt x="9" y="1"/>
                    </a:cubicBezTo>
                    <a:cubicBezTo>
                      <a:pt x="4" y="3"/>
                      <a:pt x="0" y="5"/>
                      <a:pt x="0" y="7"/>
                    </a:cubicBezTo>
                    <a:cubicBezTo>
                      <a:pt x="0" y="7"/>
                      <a:pt x="2" y="8"/>
                      <a:pt x="5" y="8"/>
                    </a:cubicBezTo>
                    <a:cubicBezTo>
                      <a:pt x="4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3" name="Freeform 1051">
                <a:extLst>
                  <a:ext uri="{FF2B5EF4-FFF2-40B4-BE49-F238E27FC236}">
                    <a16:creationId xmlns:a16="http://schemas.microsoft.com/office/drawing/2014/main" id="{47FFC972-4F45-4FDD-98F0-41CBB2B19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353"/>
                <a:ext cx="191" cy="87"/>
              </a:xfrm>
              <a:custGeom>
                <a:avLst/>
                <a:gdLst>
                  <a:gd name="T0" fmla="*/ 385 w 128"/>
                  <a:gd name="T1" fmla="*/ 5 h 54"/>
                  <a:gd name="T2" fmla="*/ 412 w 128"/>
                  <a:gd name="T3" fmla="*/ 21 h 54"/>
                  <a:gd name="T4" fmla="*/ 424 w 128"/>
                  <a:gd name="T5" fmla="*/ 63 h 54"/>
                  <a:gd name="T6" fmla="*/ 376 w 128"/>
                  <a:gd name="T7" fmla="*/ 103 h 54"/>
                  <a:gd name="T8" fmla="*/ 187 w 128"/>
                  <a:gd name="T9" fmla="*/ 166 h 54"/>
                  <a:gd name="T10" fmla="*/ 46 w 128"/>
                  <a:gd name="T11" fmla="*/ 221 h 54"/>
                  <a:gd name="T12" fmla="*/ 13 w 128"/>
                  <a:gd name="T13" fmla="*/ 205 h 54"/>
                  <a:gd name="T14" fmla="*/ 1 w 128"/>
                  <a:gd name="T15" fmla="*/ 166 h 54"/>
                  <a:gd name="T16" fmla="*/ 19 w 128"/>
                  <a:gd name="T17" fmla="*/ 137 h 54"/>
                  <a:gd name="T18" fmla="*/ 194 w 128"/>
                  <a:gd name="T19" fmla="*/ 81 h 54"/>
                  <a:gd name="T20" fmla="*/ 385 w 128"/>
                  <a:gd name="T21" fmla="*/ 5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54">
                    <a:moveTo>
                      <a:pt x="116" y="1"/>
                    </a:moveTo>
                    <a:cubicBezTo>
                      <a:pt x="122" y="0"/>
                      <a:pt x="123" y="3"/>
                      <a:pt x="124" y="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8" y="18"/>
                      <a:pt x="128" y="20"/>
                      <a:pt x="113" y="25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14" y="53"/>
                      <a:pt x="14" y="53"/>
                      <a:pt x="14" y="53"/>
                    </a:cubicBezTo>
                    <a:cubicBezTo>
                      <a:pt x="10" y="54"/>
                      <a:pt x="5" y="53"/>
                      <a:pt x="4" y="49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6"/>
                      <a:pt x="2" y="34"/>
                      <a:pt x="6" y="33"/>
                    </a:cubicBezTo>
                    <a:cubicBezTo>
                      <a:pt x="6" y="33"/>
                      <a:pt x="46" y="22"/>
                      <a:pt x="58" y="19"/>
                    </a:cubicBezTo>
                    <a:cubicBezTo>
                      <a:pt x="71" y="15"/>
                      <a:pt x="116" y="2"/>
                      <a:pt x="116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4" name="Freeform 1052">
                <a:extLst>
                  <a:ext uri="{FF2B5EF4-FFF2-40B4-BE49-F238E27FC236}">
                    <a16:creationId xmlns:a16="http://schemas.microsoft.com/office/drawing/2014/main" id="{DB0C91A6-CFAB-4195-B3A6-3B3289BC5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125"/>
                <a:ext cx="175" cy="136"/>
              </a:xfrm>
              <a:custGeom>
                <a:avLst/>
                <a:gdLst>
                  <a:gd name="T0" fmla="*/ 55 w 117"/>
                  <a:gd name="T1" fmla="*/ 336 h 85"/>
                  <a:gd name="T2" fmla="*/ 55 w 117"/>
                  <a:gd name="T3" fmla="*/ 336 h 85"/>
                  <a:gd name="T4" fmla="*/ 27 w 117"/>
                  <a:gd name="T5" fmla="*/ 333 h 85"/>
                  <a:gd name="T6" fmla="*/ 9 w 117"/>
                  <a:gd name="T7" fmla="*/ 299 h 85"/>
                  <a:gd name="T8" fmla="*/ 42 w 117"/>
                  <a:gd name="T9" fmla="*/ 240 h 85"/>
                  <a:gd name="T10" fmla="*/ 208 w 117"/>
                  <a:gd name="T11" fmla="*/ 110 h 85"/>
                  <a:gd name="T12" fmla="*/ 322 w 117"/>
                  <a:gd name="T13" fmla="*/ 16 h 85"/>
                  <a:gd name="T14" fmla="*/ 365 w 117"/>
                  <a:gd name="T15" fmla="*/ 8 h 85"/>
                  <a:gd name="T16" fmla="*/ 384 w 117"/>
                  <a:gd name="T17" fmla="*/ 42 h 85"/>
                  <a:gd name="T18" fmla="*/ 375 w 117"/>
                  <a:gd name="T19" fmla="*/ 77 h 85"/>
                  <a:gd name="T20" fmla="*/ 217 w 117"/>
                  <a:gd name="T21" fmla="*/ 213 h 85"/>
                  <a:gd name="T22" fmla="*/ 55 w 117"/>
                  <a:gd name="T23" fmla="*/ 336 h 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7" h="85">
                    <a:moveTo>
                      <a:pt x="17" y="82"/>
                    </a:moveTo>
                    <a:cubicBezTo>
                      <a:pt x="17" y="82"/>
                      <a:pt x="17" y="82"/>
                      <a:pt x="17" y="82"/>
                    </a:cubicBezTo>
                    <a:cubicBezTo>
                      <a:pt x="14" y="84"/>
                      <a:pt x="11" y="85"/>
                      <a:pt x="8" y="81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1" y="70"/>
                      <a:pt x="0" y="68"/>
                      <a:pt x="13" y="59"/>
                    </a:cubicBezTo>
                    <a:cubicBezTo>
                      <a:pt x="62" y="27"/>
                      <a:pt x="62" y="27"/>
                      <a:pt x="62" y="27"/>
                    </a:cubicBezTo>
                    <a:cubicBezTo>
                      <a:pt x="96" y="4"/>
                      <a:pt x="96" y="4"/>
                      <a:pt x="96" y="4"/>
                    </a:cubicBezTo>
                    <a:cubicBezTo>
                      <a:pt x="102" y="1"/>
                      <a:pt x="107" y="0"/>
                      <a:pt x="109" y="2"/>
                    </a:cubicBezTo>
                    <a:cubicBezTo>
                      <a:pt x="115" y="10"/>
                      <a:pt x="115" y="10"/>
                      <a:pt x="115" y="10"/>
                    </a:cubicBezTo>
                    <a:cubicBezTo>
                      <a:pt x="117" y="14"/>
                      <a:pt x="116" y="16"/>
                      <a:pt x="112" y="19"/>
                    </a:cubicBezTo>
                    <a:cubicBezTo>
                      <a:pt x="112" y="19"/>
                      <a:pt x="76" y="45"/>
                      <a:pt x="65" y="52"/>
                    </a:cubicBezTo>
                    <a:cubicBezTo>
                      <a:pt x="55" y="59"/>
                      <a:pt x="17" y="82"/>
                      <a:pt x="17" y="8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5" name="Freeform 1053">
                <a:extLst>
                  <a:ext uri="{FF2B5EF4-FFF2-40B4-BE49-F238E27FC236}">
                    <a16:creationId xmlns:a16="http://schemas.microsoft.com/office/drawing/2014/main" id="{361F9EEA-541E-4235-AC4F-AADC07C1C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2022"/>
                <a:ext cx="183" cy="122"/>
              </a:xfrm>
              <a:custGeom>
                <a:avLst/>
                <a:gdLst>
                  <a:gd name="T0" fmla="*/ 359 w 122"/>
                  <a:gd name="T1" fmla="*/ 13 h 76"/>
                  <a:gd name="T2" fmla="*/ 390 w 122"/>
                  <a:gd name="T3" fmla="*/ 21 h 76"/>
                  <a:gd name="T4" fmla="*/ 404 w 122"/>
                  <a:gd name="T5" fmla="*/ 55 h 76"/>
                  <a:gd name="T6" fmla="*/ 365 w 122"/>
                  <a:gd name="T7" fmla="*/ 108 h 76"/>
                  <a:gd name="T8" fmla="*/ 189 w 122"/>
                  <a:gd name="T9" fmla="*/ 218 h 76"/>
                  <a:gd name="T10" fmla="*/ 59 w 122"/>
                  <a:gd name="T11" fmla="*/ 307 h 76"/>
                  <a:gd name="T12" fmla="*/ 26 w 122"/>
                  <a:gd name="T13" fmla="*/ 302 h 76"/>
                  <a:gd name="T14" fmla="*/ 8 w 122"/>
                  <a:gd name="T15" fmla="*/ 265 h 76"/>
                  <a:gd name="T16" fmla="*/ 18 w 122"/>
                  <a:gd name="T17" fmla="*/ 231 h 76"/>
                  <a:gd name="T18" fmla="*/ 180 w 122"/>
                  <a:gd name="T19" fmla="*/ 128 h 76"/>
                  <a:gd name="T20" fmla="*/ 359 w 122"/>
                  <a:gd name="T21" fmla="*/ 13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2" h="76">
                    <a:moveTo>
                      <a:pt x="106" y="3"/>
                    </a:moveTo>
                    <a:cubicBezTo>
                      <a:pt x="111" y="0"/>
                      <a:pt x="114" y="3"/>
                      <a:pt x="115" y="5"/>
                    </a:cubicBezTo>
                    <a:cubicBezTo>
                      <a:pt x="119" y="13"/>
                      <a:pt x="119" y="13"/>
                      <a:pt x="119" y="13"/>
                    </a:cubicBezTo>
                    <a:cubicBezTo>
                      <a:pt x="121" y="16"/>
                      <a:pt x="122" y="19"/>
                      <a:pt x="108" y="26"/>
                    </a:cubicBezTo>
                    <a:cubicBezTo>
                      <a:pt x="56" y="53"/>
                      <a:pt x="56" y="53"/>
                      <a:pt x="56" y="53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3" y="76"/>
                      <a:pt x="8" y="76"/>
                      <a:pt x="7" y="73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0" y="60"/>
                      <a:pt x="1" y="58"/>
                      <a:pt x="5" y="56"/>
                    </a:cubicBezTo>
                    <a:cubicBezTo>
                      <a:pt x="5" y="56"/>
                      <a:pt x="42" y="37"/>
                      <a:pt x="53" y="31"/>
                    </a:cubicBezTo>
                    <a:cubicBezTo>
                      <a:pt x="65" y="25"/>
                      <a:pt x="106" y="3"/>
                      <a:pt x="106" y="3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6" name="Freeform 1054">
                <a:extLst>
                  <a:ext uri="{FF2B5EF4-FFF2-40B4-BE49-F238E27FC236}">
                    <a16:creationId xmlns:a16="http://schemas.microsoft.com/office/drawing/2014/main" id="{0259A461-5F01-40D4-BE81-EE6BDDC83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2069"/>
                <a:ext cx="36" cy="24"/>
              </a:xfrm>
              <a:custGeom>
                <a:avLst/>
                <a:gdLst>
                  <a:gd name="T0" fmla="*/ 5 w 24"/>
                  <a:gd name="T1" fmla="*/ 54 h 15"/>
                  <a:gd name="T2" fmla="*/ 35 w 24"/>
                  <a:gd name="T3" fmla="*/ 21 h 15"/>
                  <a:gd name="T4" fmla="*/ 80 w 24"/>
                  <a:gd name="T5" fmla="*/ 8 h 15"/>
                  <a:gd name="T6" fmla="*/ 45 w 24"/>
                  <a:gd name="T7" fmla="*/ 46 h 15"/>
                  <a:gd name="T8" fmla="*/ 5 w 24"/>
                  <a:gd name="T9" fmla="*/ 5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1" y="13"/>
                    </a:moveTo>
                    <a:cubicBezTo>
                      <a:pt x="0" y="12"/>
                      <a:pt x="4" y="8"/>
                      <a:pt x="10" y="5"/>
                    </a:cubicBezTo>
                    <a:cubicBezTo>
                      <a:pt x="16" y="1"/>
                      <a:pt x="22" y="0"/>
                      <a:pt x="23" y="2"/>
                    </a:cubicBezTo>
                    <a:cubicBezTo>
                      <a:pt x="24" y="4"/>
                      <a:pt x="19" y="8"/>
                      <a:pt x="13" y="11"/>
                    </a:cubicBezTo>
                    <a:cubicBezTo>
                      <a:pt x="7" y="14"/>
                      <a:pt x="2" y="15"/>
                      <a:pt x="1" y="1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7" name="Freeform 1055">
                <a:extLst>
                  <a:ext uri="{FF2B5EF4-FFF2-40B4-BE49-F238E27FC236}">
                    <a16:creationId xmlns:a16="http://schemas.microsoft.com/office/drawing/2014/main" id="{0EED2A70-14A6-4632-8DFD-416E18832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2069"/>
                <a:ext cx="35" cy="24"/>
              </a:xfrm>
              <a:custGeom>
                <a:avLst/>
                <a:gdLst>
                  <a:gd name="T0" fmla="*/ 0 w 23"/>
                  <a:gd name="T1" fmla="*/ 54 h 15"/>
                  <a:gd name="T2" fmla="*/ 35 w 23"/>
                  <a:gd name="T3" fmla="*/ 16 h 15"/>
                  <a:gd name="T4" fmla="*/ 76 w 23"/>
                  <a:gd name="T5" fmla="*/ 8 h 15"/>
                  <a:gd name="T6" fmla="*/ 46 w 23"/>
                  <a:gd name="T7" fmla="*/ 42 h 15"/>
                  <a:gd name="T8" fmla="*/ 0 w 23"/>
                  <a:gd name="T9" fmla="*/ 5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5">
                    <a:moveTo>
                      <a:pt x="0" y="13"/>
                    </a:moveTo>
                    <a:cubicBezTo>
                      <a:pt x="0" y="11"/>
                      <a:pt x="4" y="7"/>
                      <a:pt x="10" y="4"/>
                    </a:cubicBezTo>
                    <a:cubicBezTo>
                      <a:pt x="16" y="1"/>
                      <a:pt x="22" y="0"/>
                      <a:pt x="22" y="2"/>
                    </a:cubicBezTo>
                    <a:cubicBezTo>
                      <a:pt x="23" y="3"/>
                      <a:pt x="19" y="7"/>
                      <a:pt x="13" y="10"/>
                    </a:cubicBezTo>
                    <a:cubicBezTo>
                      <a:pt x="7" y="14"/>
                      <a:pt x="1" y="15"/>
                      <a:pt x="0" y="1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8" name="Freeform 1056">
                <a:extLst>
                  <a:ext uri="{FF2B5EF4-FFF2-40B4-BE49-F238E27FC236}">
                    <a16:creationId xmlns:a16="http://schemas.microsoft.com/office/drawing/2014/main" id="{BA0DAC2B-1F54-4820-8784-FDC0C3BF5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2078"/>
                <a:ext cx="69" cy="56"/>
              </a:xfrm>
              <a:custGeom>
                <a:avLst/>
                <a:gdLst>
                  <a:gd name="T0" fmla="*/ 18 w 46"/>
                  <a:gd name="T1" fmla="*/ 138 h 35"/>
                  <a:gd name="T2" fmla="*/ 5 w 46"/>
                  <a:gd name="T3" fmla="*/ 98 h 35"/>
                  <a:gd name="T4" fmla="*/ 41 w 46"/>
                  <a:gd name="T5" fmla="*/ 69 h 35"/>
                  <a:gd name="T6" fmla="*/ 102 w 46"/>
                  <a:gd name="T7" fmla="*/ 34 h 35"/>
                  <a:gd name="T8" fmla="*/ 129 w 46"/>
                  <a:gd name="T9" fmla="*/ 16 h 35"/>
                  <a:gd name="T10" fmla="*/ 156 w 46"/>
                  <a:gd name="T11" fmla="*/ 0 h 35"/>
                  <a:gd name="T12" fmla="*/ 45 w 46"/>
                  <a:gd name="T13" fmla="*/ 77 h 35"/>
                  <a:gd name="T14" fmla="*/ 18 w 46"/>
                  <a:gd name="T15" fmla="*/ 115 h 35"/>
                  <a:gd name="T16" fmla="*/ 26 w 46"/>
                  <a:gd name="T17" fmla="*/ 144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35">
                    <a:moveTo>
                      <a:pt x="5" y="34"/>
                    </a:moveTo>
                    <a:cubicBezTo>
                      <a:pt x="4" y="31"/>
                      <a:pt x="0" y="27"/>
                      <a:pt x="1" y="24"/>
                    </a:cubicBezTo>
                    <a:cubicBezTo>
                      <a:pt x="2" y="22"/>
                      <a:pt x="9" y="19"/>
                      <a:pt x="12" y="17"/>
                    </a:cubicBezTo>
                    <a:cubicBezTo>
                      <a:pt x="18" y="14"/>
                      <a:pt x="24" y="11"/>
                      <a:pt x="30" y="8"/>
                    </a:cubicBezTo>
                    <a:cubicBezTo>
                      <a:pt x="33" y="7"/>
                      <a:pt x="36" y="5"/>
                      <a:pt x="38" y="4"/>
                    </a:cubicBezTo>
                    <a:cubicBezTo>
                      <a:pt x="41" y="3"/>
                      <a:pt x="44" y="1"/>
                      <a:pt x="46" y="0"/>
                    </a:cubicBezTo>
                    <a:cubicBezTo>
                      <a:pt x="37" y="8"/>
                      <a:pt x="24" y="13"/>
                      <a:pt x="13" y="19"/>
                    </a:cubicBezTo>
                    <a:cubicBezTo>
                      <a:pt x="9" y="22"/>
                      <a:pt x="6" y="24"/>
                      <a:pt x="5" y="28"/>
                    </a:cubicBezTo>
                    <a:cubicBezTo>
                      <a:pt x="5" y="30"/>
                      <a:pt x="5" y="33"/>
                      <a:pt x="7" y="35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9" name="Freeform 1057">
                <a:extLst>
                  <a:ext uri="{FF2B5EF4-FFF2-40B4-BE49-F238E27FC236}">
                    <a16:creationId xmlns:a16="http://schemas.microsoft.com/office/drawing/2014/main" id="{54B36FAA-BAEF-4FF9-81E6-BF2F41329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032"/>
                <a:ext cx="105" cy="78"/>
              </a:xfrm>
              <a:custGeom>
                <a:avLst/>
                <a:gdLst>
                  <a:gd name="T0" fmla="*/ 0 w 70"/>
                  <a:gd name="T1" fmla="*/ 197 h 49"/>
                  <a:gd name="T2" fmla="*/ 176 w 70"/>
                  <a:gd name="T3" fmla="*/ 94 h 49"/>
                  <a:gd name="T4" fmla="*/ 234 w 70"/>
                  <a:gd name="T5" fmla="*/ 40 h 49"/>
                  <a:gd name="T6" fmla="*/ 215 w 70"/>
                  <a:gd name="T7" fmla="*/ 0 h 49"/>
                  <a:gd name="T8" fmla="*/ 216 w 70"/>
                  <a:gd name="T9" fmla="*/ 46 h 49"/>
                  <a:gd name="T10" fmla="*/ 183 w 70"/>
                  <a:gd name="T11" fmla="*/ 68 h 49"/>
                  <a:gd name="T12" fmla="*/ 143 w 70"/>
                  <a:gd name="T13" fmla="*/ 96 h 49"/>
                  <a:gd name="T14" fmla="*/ 68 w 70"/>
                  <a:gd name="T15" fmla="*/ 145 h 49"/>
                  <a:gd name="T16" fmla="*/ 32 w 70"/>
                  <a:gd name="T17" fmla="*/ 172 h 49"/>
                  <a:gd name="T18" fmla="*/ 5 w 70"/>
                  <a:gd name="T19" fmla="*/ 193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49">
                    <a:moveTo>
                      <a:pt x="0" y="49"/>
                    </a:moveTo>
                    <a:cubicBezTo>
                      <a:pt x="17" y="40"/>
                      <a:pt x="34" y="32"/>
                      <a:pt x="52" y="23"/>
                    </a:cubicBezTo>
                    <a:cubicBezTo>
                      <a:pt x="56" y="21"/>
                      <a:pt x="68" y="14"/>
                      <a:pt x="69" y="10"/>
                    </a:cubicBezTo>
                    <a:cubicBezTo>
                      <a:pt x="70" y="7"/>
                      <a:pt x="65" y="2"/>
                      <a:pt x="63" y="0"/>
                    </a:cubicBezTo>
                    <a:cubicBezTo>
                      <a:pt x="65" y="3"/>
                      <a:pt x="67" y="8"/>
                      <a:pt x="64" y="11"/>
                    </a:cubicBezTo>
                    <a:cubicBezTo>
                      <a:pt x="62" y="14"/>
                      <a:pt x="57" y="16"/>
                      <a:pt x="54" y="17"/>
                    </a:cubicBezTo>
                    <a:cubicBezTo>
                      <a:pt x="50" y="20"/>
                      <a:pt x="46" y="22"/>
                      <a:pt x="42" y="24"/>
                    </a:cubicBezTo>
                    <a:cubicBezTo>
                      <a:pt x="35" y="28"/>
                      <a:pt x="27" y="32"/>
                      <a:pt x="20" y="36"/>
                    </a:cubicBezTo>
                    <a:cubicBezTo>
                      <a:pt x="16" y="39"/>
                      <a:pt x="12" y="41"/>
                      <a:pt x="9" y="43"/>
                    </a:cubicBezTo>
                    <a:cubicBezTo>
                      <a:pt x="6" y="45"/>
                      <a:pt x="3" y="46"/>
                      <a:pt x="1" y="48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0" name="Freeform 1058">
                <a:extLst>
                  <a:ext uri="{FF2B5EF4-FFF2-40B4-BE49-F238E27FC236}">
                    <a16:creationId xmlns:a16="http://schemas.microsoft.com/office/drawing/2014/main" id="{88A21E0F-1D9A-4F07-BDF5-CC43100D4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2070"/>
                <a:ext cx="27" cy="21"/>
              </a:xfrm>
              <a:custGeom>
                <a:avLst/>
                <a:gdLst>
                  <a:gd name="T0" fmla="*/ 35 w 18"/>
                  <a:gd name="T1" fmla="*/ 5 h 13"/>
                  <a:gd name="T2" fmla="*/ 53 w 18"/>
                  <a:gd name="T3" fmla="*/ 5 h 13"/>
                  <a:gd name="T4" fmla="*/ 21 w 18"/>
                  <a:gd name="T5" fmla="*/ 42 h 13"/>
                  <a:gd name="T6" fmla="*/ 0 w 18"/>
                  <a:gd name="T7" fmla="*/ 55 h 13"/>
                  <a:gd name="T8" fmla="*/ 27 w 18"/>
                  <a:gd name="T9" fmla="*/ 42 h 13"/>
                  <a:gd name="T10" fmla="*/ 59 w 18"/>
                  <a:gd name="T11" fmla="*/ 5 h 13"/>
                  <a:gd name="T12" fmla="*/ 35 w 18"/>
                  <a:gd name="T13" fmla="*/ 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3">
                    <a:moveTo>
                      <a:pt x="10" y="1"/>
                    </a:moveTo>
                    <a:cubicBezTo>
                      <a:pt x="13" y="0"/>
                      <a:pt x="14" y="1"/>
                      <a:pt x="15" y="1"/>
                    </a:cubicBezTo>
                    <a:cubicBezTo>
                      <a:pt x="16" y="3"/>
                      <a:pt x="12" y="7"/>
                      <a:pt x="6" y="10"/>
                    </a:cubicBezTo>
                    <a:cubicBezTo>
                      <a:pt x="4" y="11"/>
                      <a:pt x="2" y="12"/>
                      <a:pt x="0" y="13"/>
                    </a:cubicBezTo>
                    <a:cubicBezTo>
                      <a:pt x="2" y="12"/>
                      <a:pt x="5" y="11"/>
                      <a:pt x="8" y="10"/>
                    </a:cubicBezTo>
                    <a:cubicBezTo>
                      <a:pt x="14" y="6"/>
                      <a:pt x="18" y="3"/>
                      <a:pt x="17" y="1"/>
                    </a:cubicBezTo>
                    <a:cubicBezTo>
                      <a:pt x="17" y="0"/>
                      <a:pt x="14" y="0"/>
                      <a:pt x="10" y="1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1" name="Freeform 1059">
                <a:extLst>
                  <a:ext uri="{FF2B5EF4-FFF2-40B4-BE49-F238E27FC236}">
                    <a16:creationId xmlns:a16="http://schemas.microsoft.com/office/drawing/2014/main" id="{1B040448-7C60-45D9-8D35-2F10FA3AC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2072"/>
                <a:ext cx="25" cy="17"/>
              </a:xfrm>
              <a:custGeom>
                <a:avLst/>
                <a:gdLst>
                  <a:gd name="T0" fmla="*/ 6 w 17"/>
                  <a:gd name="T1" fmla="*/ 36 h 11"/>
                  <a:gd name="T2" fmla="*/ 35 w 17"/>
                  <a:gd name="T3" fmla="*/ 12 h 11"/>
                  <a:gd name="T4" fmla="*/ 54 w 17"/>
                  <a:gd name="T5" fmla="*/ 0 h 11"/>
                  <a:gd name="T6" fmla="*/ 28 w 17"/>
                  <a:gd name="T7" fmla="*/ 12 h 11"/>
                  <a:gd name="T8" fmla="*/ 1 w 17"/>
                  <a:gd name="T9" fmla="*/ 36 h 11"/>
                  <a:gd name="T10" fmla="*/ 19 w 17"/>
                  <a:gd name="T11" fmla="*/ 36 h 11"/>
                  <a:gd name="T12" fmla="*/ 6 w 17"/>
                  <a:gd name="T13" fmla="*/ 36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2" y="10"/>
                    </a:moveTo>
                    <a:cubicBezTo>
                      <a:pt x="2" y="8"/>
                      <a:pt x="6" y="5"/>
                      <a:pt x="11" y="3"/>
                    </a:cubicBezTo>
                    <a:cubicBezTo>
                      <a:pt x="13" y="1"/>
                      <a:pt x="15" y="1"/>
                      <a:pt x="17" y="0"/>
                    </a:cubicBezTo>
                    <a:cubicBezTo>
                      <a:pt x="15" y="0"/>
                      <a:pt x="12" y="1"/>
                      <a:pt x="9" y="3"/>
                    </a:cubicBezTo>
                    <a:cubicBezTo>
                      <a:pt x="4" y="6"/>
                      <a:pt x="0" y="9"/>
                      <a:pt x="1" y="10"/>
                    </a:cubicBezTo>
                    <a:cubicBezTo>
                      <a:pt x="2" y="11"/>
                      <a:pt x="3" y="11"/>
                      <a:pt x="6" y="10"/>
                    </a:cubicBezTo>
                    <a:cubicBezTo>
                      <a:pt x="5" y="10"/>
                      <a:pt x="3" y="11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2" name="Freeform 1060">
                <a:extLst>
                  <a:ext uri="{FF2B5EF4-FFF2-40B4-BE49-F238E27FC236}">
                    <a16:creationId xmlns:a16="http://schemas.microsoft.com/office/drawing/2014/main" id="{D1618812-F3B0-433F-8C46-187955710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2022"/>
                <a:ext cx="183" cy="122"/>
              </a:xfrm>
              <a:custGeom>
                <a:avLst/>
                <a:gdLst>
                  <a:gd name="T0" fmla="*/ 359 w 122"/>
                  <a:gd name="T1" fmla="*/ 13 h 76"/>
                  <a:gd name="T2" fmla="*/ 390 w 122"/>
                  <a:gd name="T3" fmla="*/ 21 h 76"/>
                  <a:gd name="T4" fmla="*/ 404 w 122"/>
                  <a:gd name="T5" fmla="*/ 55 h 76"/>
                  <a:gd name="T6" fmla="*/ 365 w 122"/>
                  <a:gd name="T7" fmla="*/ 108 h 76"/>
                  <a:gd name="T8" fmla="*/ 189 w 122"/>
                  <a:gd name="T9" fmla="*/ 218 h 76"/>
                  <a:gd name="T10" fmla="*/ 59 w 122"/>
                  <a:gd name="T11" fmla="*/ 307 h 76"/>
                  <a:gd name="T12" fmla="*/ 26 w 122"/>
                  <a:gd name="T13" fmla="*/ 302 h 76"/>
                  <a:gd name="T14" fmla="*/ 8 w 122"/>
                  <a:gd name="T15" fmla="*/ 265 h 76"/>
                  <a:gd name="T16" fmla="*/ 18 w 122"/>
                  <a:gd name="T17" fmla="*/ 231 h 76"/>
                  <a:gd name="T18" fmla="*/ 180 w 122"/>
                  <a:gd name="T19" fmla="*/ 128 h 76"/>
                  <a:gd name="T20" fmla="*/ 359 w 122"/>
                  <a:gd name="T21" fmla="*/ 13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2" h="76">
                    <a:moveTo>
                      <a:pt x="106" y="3"/>
                    </a:moveTo>
                    <a:cubicBezTo>
                      <a:pt x="111" y="0"/>
                      <a:pt x="114" y="3"/>
                      <a:pt x="115" y="5"/>
                    </a:cubicBezTo>
                    <a:cubicBezTo>
                      <a:pt x="119" y="13"/>
                      <a:pt x="119" y="13"/>
                      <a:pt x="119" y="13"/>
                    </a:cubicBezTo>
                    <a:cubicBezTo>
                      <a:pt x="121" y="16"/>
                      <a:pt x="122" y="19"/>
                      <a:pt x="108" y="26"/>
                    </a:cubicBezTo>
                    <a:cubicBezTo>
                      <a:pt x="56" y="53"/>
                      <a:pt x="56" y="53"/>
                      <a:pt x="56" y="53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3" y="76"/>
                      <a:pt x="8" y="76"/>
                      <a:pt x="7" y="73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0" y="60"/>
                      <a:pt x="1" y="58"/>
                      <a:pt x="5" y="56"/>
                    </a:cubicBezTo>
                    <a:cubicBezTo>
                      <a:pt x="5" y="56"/>
                      <a:pt x="42" y="37"/>
                      <a:pt x="53" y="31"/>
                    </a:cubicBezTo>
                    <a:cubicBezTo>
                      <a:pt x="65" y="25"/>
                      <a:pt x="106" y="3"/>
                      <a:pt x="106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3" name="Freeform 1061">
                <a:extLst>
                  <a:ext uri="{FF2B5EF4-FFF2-40B4-BE49-F238E27FC236}">
                    <a16:creationId xmlns:a16="http://schemas.microsoft.com/office/drawing/2014/main" id="{9A7097F4-FF6F-431A-AA42-3F2F13E19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2" y="1969"/>
                <a:ext cx="192" cy="79"/>
              </a:xfrm>
              <a:custGeom>
                <a:avLst/>
                <a:gdLst>
                  <a:gd name="T0" fmla="*/ 396 w 128"/>
                  <a:gd name="T1" fmla="*/ 5 h 49"/>
                  <a:gd name="T2" fmla="*/ 423 w 128"/>
                  <a:gd name="T3" fmla="*/ 21 h 49"/>
                  <a:gd name="T4" fmla="*/ 431 w 128"/>
                  <a:gd name="T5" fmla="*/ 63 h 49"/>
                  <a:gd name="T6" fmla="*/ 383 w 128"/>
                  <a:gd name="T7" fmla="*/ 102 h 49"/>
                  <a:gd name="T8" fmla="*/ 188 w 128"/>
                  <a:gd name="T9" fmla="*/ 156 h 49"/>
                  <a:gd name="T10" fmla="*/ 45 w 128"/>
                  <a:gd name="T11" fmla="*/ 200 h 49"/>
                  <a:gd name="T12" fmla="*/ 12 w 128"/>
                  <a:gd name="T13" fmla="*/ 184 h 49"/>
                  <a:gd name="T14" fmla="*/ 5 w 128"/>
                  <a:gd name="T15" fmla="*/ 143 h 49"/>
                  <a:gd name="T16" fmla="*/ 21 w 128"/>
                  <a:gd name="T17" fmla="*/ 114 h 49"/>
                  <a:gd name="T18" fmla="*/ 201 w 128"/>
                  <a:gd name="T19" fmla="*/ 63 h 49"/>
                  <a:gd name="T20" fmla="*/ 396 w 128"/>
                  <a:gd name="T21" fmla="*/ 5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49">
                    <a:moveTo>
                      <a:pt x="117" y="1"/>
                    </a:moveTo>
                    <a:cubicBezTo>
                      <a:pt x="123" y="0"/>
                      <a:pt x="124" y="3"/>
                      <a:pt x="125" y="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8" y="18"/>
                      <a:pt x="128" y="20"/>
                      <a:pt x="113" y="24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8" y="49"/>
                      <a:pt x="4" y="47"/>
                      <a:pt x="3" y="4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31"/>
                      <a:pt x="2" y="28"/>
                      <a:pt x="6" y="27"/>
                    </a:cubicBezTo>
                    <a:cubicBezTo>
                      <a:pt x="6" y="27"/>
                      <a:pt x="46" y="18"/>
                      <a:pt x="59" y="15"/>
                    </a:cubicBezTo>
                    <a:cubicBezTo>
                      <a:pt x="71" y="13"/>
                      <a:pt x="117" y="1"/>
                      <a:pt x="117" y="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4" name="Freeform 1062">
                <a:extLst>
                  <a:ext uri="{FF2B5EF4-FFF2-40B4-BE49-F238E27FC236}">
                    <a16:creationId xmlns:a16="http://schemas.microsoft.com/office/drawing/2014/main" id="{AF1B841B-F68D-4165-9BBB-F6A633961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9" y="2000"/>
                <a:ext cx="37" cy="16"/>
              </a:xfrm>
              <a:custGeom>
                <a:avLst/>
                <a:gdLst>
                  <a:gd name="T0" fmla="*/ 0 w 25"/>
                  <a:gd name="T1" fmla="*/ 34 h 10"/>
                  <a:gd name="T2" fmla="*/ 40 w 25"/>
                  <a:gd name="T3" fmla="*/ 8 h 10"/>
                  <a:gd name="T4" fmla="*/ 78 w 25"/>
                  <a:gd name="T5" fmla="*/ 8 h 10"/>
                  <a:gd name="T6" fmla="*/ 41 w 25"/>
                  <a:gd name="T7" fmla="*/ 35 h 10"/>
                  <a:gd name="T8" fmla="*/ 0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0" y="8"/>
                    </a:moveTo>
                    <a:cubicBezTo>
                      <a:pt x="0" y="6"/>
                      <a:pt x="5" y="3"/>
                      <a:pt x="12" y="2"/>
                    </a:cubicBezTo>
                    <a:cubicBezTo>
                      <a:pt x="18" y="0"/>
                      <a:pt x="24" y="0"/>
                      <a:pt x="24" y="2"/>
                    </a:cubicBezTo>
                    <a:cubicBezTo>
                      <a:pt x="25" y="4"/>
                      <a:pt x="20" y="7"/>
                      <a:pt x="13" y="9"/>
                    </a:cubicBezTo>
                    <a:cubicBezTo>
                      <a:pt x="6" y="10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5" name="Freeform 1063">
                <a:extLst>
                  <a:ext uri="{FF2B5EF4-FFF2-40B4-BE49-F238E27FC236}">
                    <a16:creationId xmlns:a16="http://schemas.microsoft.com/office/drawing/2014/main" id="{5EA28EC5-1A83-414A-8C6F-160E3FAC9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4" y="1998"/>
                <a:ext cx="38" cy="16"/>
              </a:xfrm>
              <a:custGeom>
                <a:avLst/>
                <a:gdLst>
                  <a:gd name="T0" fmla="*/ 0 w 25"/>
                  <a:gd name="T1" fmla="*/ 34 h 10"/>
                  <a:gd name="T2" fmla="*/ 40 w 25"/>
                  <a:gd name="T3" fmla="*/ 8 h 10"/>
                  <a:gd name="T4" fmla="*/ 84 w 25"/>
                  <a:gd name="T5" fmla="*/ 8 h 10"/>
                  <a:gd name="T6" fmla="*/ 46 w 25"/>
                  <a:gd name="T7" fmla="*/ 34 h 10"/>
                  <a:gd name="T8" fmla="*/ 0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0" y="8"/>
                    </a:moveTo>
                    <a:cubicBezTo>
                      <a:pt x="0" y="6"/>
                      <a:pt x="5" y="3"/>
                      <a:pt x="11" y="2"/>
                    </a:cubicBezTo>
                    <a:cubicBezTo>
                      <a:pt x="18" y="0"/>
                      <a:pt x="24" y="0"/>
                      <a:pt x="24" y="2"/>
                    </a:cubicBezTo>
                    <a:cubicBezTo>
                      <a:pt x="25" y="4"/>
                      <a:pt x="20" y="7"/>
                      <a:pt x="13" y="8"/>
                    </a:cubicBezTo>
                    <a:cubicBezTo>
                      <a:pt x="6" y="10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6" name="Freeform 1064">
                <a:extLst>
                  <a:ext uri="{FF2B5EF4-FFF2-40B4-BE49-F238E27FC236}">
                    <a16:creationId xmlns:a16="http://schemas.microsoft.com/office/drawing/2014/main" id="{F5F72AFE-F380-4909-BC44-28E3D980C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1998"/>
                <a:ext cx="78" cy="40"/>
              </a:xfrm>
              <a:custGeom>
                <a:avLst/>
                <a:gdLst>
                  <a:gd name="T0" fmla="*/ 12 w 52"/>
                  <a:gd name="T1" fmla="*/ 90 h 25"/>
                  <a:gd name="T2" fmla="*/ 8 w 52"/>
                  <a:gd name="T3" fmla="*/ 54 h 25"/>
                  <a:gd name="T4" fmla="*/ 53 w 52"/>
                  <a:gd name="T5" fmla="*/ 35 h 25"/>
                  <a:gd name="T6" fmla="*/ 116 w 52"/>
                  <a:gd name="T7" fmla="*/ 16 h 25"/>
                  <a:gd name="T8" fmla="*/ 147 w 52"/>
                  <a:gd name="T9" fmla="*/ 8 h 25"/>
                  <a:gd name="T10" fmla="*/ 176 w 52"/>
                  <a:gd name="T11" fmla="*/ 0 h 25"/>
                  <a:gd name="T12" fmla="*/ 53 w 52"/>
                  <a:gd name="T13" fmla="*/ 46 h 25"/>
                  <a:gd name="T14" fmla="*/ 18 w 52"/>
                  <a:gd name="T15" fmla="*/ 69 h 25"/>
                  <a:gd name="T16" fmla="*/ 18 w 52"/>
                  <a:gd name="T17" fmla="*/ 102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5">
                    <a:moveTo>
                      <a:pt x="3" y="22"/>
                    </a:moveTo>
                    <a:cubicBezTo>
                      <a:pt x="3" y="20"/>
                      <a:pt x="0" y="15"/>
                      <a:pt x="2" y="13"/>
                    </a:cubicBezTo>
                    <a:cubicBezTo>
                      <a:pt x="4" y="10"/>
                      <a:pt x="11" y="10"/>
                      <a:pt x="15" y="9"/>
                    </a:cubicBezTo>
                    <a:cubicBezTo>
                      <a:pt x="21" y="7"/>
                      <a:pt x="28" y="6"/>
                      <a:pt x="34" y="4"/>
                    </a:cubicBezTo>
                    <a:cubicBezTo>
                      <a:pt x="37" y="3"/>
                      <a:pt x="40" y="3"/>
                      <a:pt x="43" y="2"/>
                    </a:cubicBezTo>
                    <a:cubicBezTo>
                      <a:pt x="46" y="2"/>
                      <a:pt x="49" y="0"/>
                      <a:pt x="52" y="0"/>
                    </a:cubicBezTo>
                    <a:cubicBezTo>
                      <a:pt x="41" y="5"/>
                      <a:pt x="27" y="7"/>
                      <a:pt x="15" y="11"/>
                    </a:cubicBezTo>
                    <a:cubicBezTo>
                      <a:pt x="11" y="12"/>
                      <a:pt x="7" y="14"/>
                      <a:pt x="5" y="17"/>
                    </a:cubicBezTo>
                    <a:cubicBezTo>
                      <a:pt x="4" y="19"/>
                      <a:pt x="4" y="22"/>
                      <a:pt x="5" y="25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7" name="Freeform 1065">
                <a:extLst>
                  <a:ext uri="{FF2B5EF4-FFF2-40B4-BE49-F238E27FC236}">
                    <a16:creationId xmlns:a16="http://schemas.microsoft.com/office/drawing/2014/main" id="{B679CC1B-6372-4170-ADAD-996558F84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2" y="1979"/>
                <a:ext cx="119" cy="50"/>
              </a:xfrm>
              <a:custGeom>
                <a:avLst/>
                <a:gdLst>
                  <a:gd name="T0" fmla="*/ 0 w 79"/>
                  <a:gd name="T1" fmla="*/ 131 h 31"/>
                  <a:gd name="T2" fmla="*/ 196 w 79"/>
                  <a:gd name="T3" fmla="*/ 81 h 31"/>
                  <a:gd name="T4" fmla="*/ 264 w 79"/>
                  <a:gd name="T5" fmla="*/ 47 h 31"/>
                  <a:gd name="T6" fmla="*/ 252 w 79"/>
                  <a:gd name="T7" fmla="*/ 0 h 31"/>
                  <a:gd name="T8" fmla="*/ 246 w 79"/>
                  <a:gd name="T9" fmla="*/ 47 h 31"/>
                  <a:gd name="T10" fmla="*/ 209 w 79"/>
                  <a:gd name="T11" fmla="*/ 60 h 31"/>
                  <a:gd name="T12" fmla="*/ 163 w 79"/>
                  <a:gd name="T13" fmla="*/ 76 h 31"/>
                  <a:gd name="T14" fmla="*/ 80 w 79"/>
                  <a:gd name="T15" fmla="*/ 102 h 31"/>
                  <a:gd name="T16" fmla="*/ 35 w 79"/>
                  <a:gd name="T17" fmla="*/ 118 h 31"/>
                  <a:gd name="T18" fmla="*/ 8 w 79"/>
                  <a:gd name="T19" fmla="*/ 131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31">
                    <a:moveTo>
                      <a:pt x="0" y="31"/>
                    </a:moveTo>
                    <a:cubicBezTo>
                      <a:pt x="20" y="26"/>
                      <a:pt x="38" y="23"/>
                      <a:pt x="57" y="19"/>
                    </a:cubicBezTo>
                    <a:cubicBezTo>
                      <a:pt x="62" y="18"/>
                      <a:pt x="75" y="15"/>
                      <a:pt x="77" y="11"/>
                    </a:cubicBezTo>
                    <a:cubicBezTo>
                      <a:pt x="79" y="8"/>
                      <a:pt x="76" y="2"/>
                      <a:pt x="74" y="0"/>
                    </a:cubicBezTo>
                    <a:cubicBezTo>
                      <a:pt x="75" y="3"/>
                      <a:pt x="76" y="8"/>
                      <a:pt x="72" y="11"/>
                    </a:cubicBezTo>
                    <a:cubicBezTo>
                      <a:pt x="69" y="13"/>
                      <a:pt x="64" y="13"/>
                      <a:pt x="61" y="14"/>
                    </a:cubicBezTo>
                    <a:cubicBezTo>
                      <a:pt x="57" y="15"/>
                      <a:pt x="52" y="16"/>
                      <a:pt x="48" y="18"/>
                    </a:cubicBezTo>
                    <a:cubicBezTo>
                      <a:pt x="39" y="20"/>
                      <a:pt x="31" y="21"/>
                      <a:pt x="23" y="24"/>
                    </a:cubicBezTo>
                    <a:cubicBezTo>
                      <a:pt x="19" y="25"/>
                      <a:pt x="15" y="27"/>
                      <a:pt x="10" y="28"/>
                    </a:cubicBezTo>
                    <a:cubicBezTo>
                      <a:pt x="8" y="29"/>
                      <a:pt x="4" y="29"/>
                      <a:pt x="2" y="3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8" name="Freeform 1066">
                <a:extLst>
                  <a:ext uri="{FF2B5EF4-FFF2-40B4-BE49-F238E27FC236}">
                    <a16:creationId xmlns:a16="http://schemas.microsoft.com/office/drawing/2014/main" id="{148C9C07-0E34-4EF0-82B8-EA230FA5A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" y="1998"/>
                <a:ext cx="28" cy="16"/>
              </a:xfrm>
              <a:custGeom>
                <a:avLst/>
                <a:gdLst>
                  <a:gd name="T0" fmla="*/ 40 w 19"/>
                  <a:gd name="T1" fmla="*/ 5 h 10"/>
                  <a:gd name="T2" fmla="*/ 55 w 19"/>
                  <a:gd name="T3" fmla="*/ 8 h 10"/>
                  <a:gd name="T4" fmla="*/ 15 w 19"/>
                  <a:gd name="T5" fmla="*/ 35 h 10"/>
                  <a:gd name="T6" fmla="*/ 0 w 19"/>
                  <a:gd name="T7" fmla="*/ 42 h 10"/>
                  <a:gd name="T8" fmla="*/ 27 w 19"/>
                  <a:gd name="T9" fmla="*/ 35 h 10"/>
                  <a:gd name="T10" fmla="*/ 60 w 19"/>
                  <a:gd name="T11" fmla="*/ 8 h 10"/>
                  <a:gd name="T12" fmla="*/ 40 w 19"/>
                  <a:gd name="T13" fmla="*/ 5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0">
                    <a:moveTo>
                      <a:pt x="12" y="1"/>
                    </a:moveTo>
                    <a:cubicBezTo>
                      <a:pt x="15" y="1"/>
                      <a:pt x="16" y="1"/>
                      <a:pt x="17" y="2"/>
                    </a:cubicBezTo>
                    <a:cubicBezTo>
                      <a:pt x="17" y="4"/>
                      <a:pt x="12" y="7"/>
                      <a:pt x="5" y="9"/>
                    </a:cubicBezTo>
                    <a:cubicBezTo>
                      <a:pt x="3" y="9"/>
                      <a:pt x="1" y="9"/>
                      <a:pt x="0" y="10"/>
                    </a:cubicBezTo>
                    <a:cubicBezTo>
                      <a:pt x="2" y="10"/>
                      <a:pt x="5" y="9"/>
                      <a:pt x="8" y="9"/>
                    </a:cubicBezTo>
                    <a:cubicBezTo>
                      <a:pt x="14" y="7"/>
                      <a:pt x="19" y="4"/>
                      <a:pt x="19" y="2"/>
                    </a:cubicBezTo>
                    <a:cubicBezTo>
                      <a:pt x="19" y="1"/>
                      <a:pt x="16" y="0"/>
                      <a:pt x="12" y="1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9" name="Freeform 1067">
                <a:extLst>
                  <a:ext uri="{FF2B5EF4-FFF2-40B4-BE49-F238E27FC236}">
                    <a16:creationId xmlns:a16="http://schemas.microsoft.com/office/drawing/2014/main" id="{1B5116BC-7FF9-424E-B228-97666BD0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2000"/>
                <a:ext cx="27" cy="13"/>
              </a:xfrm>
              <a:custGeom>
                <a:avLst/>
                <a:gdLst>
                  <a:gd name="T0" fmla="*/ 5 w 18"/>
                  <a:gd name="T1" fmla="*/ 26 h 8"/>
                  <a:gd name="T2" fmla="*/ 39 w 18"/>
                  <a:gd name="T3" fmla="*/ 5 h 8"/>
                  <a:gd name="T4" fmla="*/ 62 w 18"/>
                  <a:gd name="T5" fmla="*/ 0 h 8"/>
                  <a:gd name="T6" fmla="*/ 32 w 18"/>
                  <a:gd name="T7" fmla="*/ 5 h 8"/>
                  <a:gd name="T8" fmla="*/ 0 w 18"/>
                  <a:gd name="T9" fmla="*/ 26 h 8"/>
                  <a:gd name="T10" fmla="*/ 14 w 18"/>
                  <a:gd name="T11" fmla="*/ 34 h 8"/>
                  <a:gd name="T12" fmla="*/ 5 w 18"/>
                  <a:gd name="T13" fmla="*/ 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1" y="6"/>
                    </a:moveTo>
                    <a:cubicBezTo>
                      <a:pt x="1" y="5"/>
                      <a:pt x="6" y="3"/>
                      <a:pt x="11" y="1"/>
                    </a:cubicBezTo>
                    <a:cubicBezTo>
                      <a:pt x="13" y="1"/>
                      <a:pt x="16" y="1"/>
                      <a:pt x="18" y="0"/>
                    </a:cubicBezTo>
                    <a:cubicBezTo>
                      <a:pt x="16" y="0"/>
                      <a:pt x="13" y="1"/>
                      <a:pt x="9" y="1"/>
                    </a:cubicBezTo>
                    <a:cubicBezTo>
                      <a:pt x="4" y="3"/>
                      <a:pt x="0" y="5"/>
                      <a:pt x="0" y="6"/>
                    </a:cubicBezTo>
                    <a:cubicBezTo>
                      <a:pt x="0" y="7"/>
                      <a:pt x="2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0" name="Freeform 1068">
                <a:extLst>
                  <a:ext uri="{FF2B5EF4-FFF2-40B4-BE49-F238E27FC236}">
                    <a16:creationId xmlns:a16="http://schemas.microsoft.com/office/drawing/2014/main" id="{98F54DCF-4445-4820-8A4B-FE71E0563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2" y="1969"/>
                <a:ext cx="192" cy="79"/>
              </a:xfrm>
              <a:custGeom>
                <a:avLst/>
                <a:gdLst>
                  <a:gd name="T0" fmla="*/ 396 w 128"/>
                  <a:gd name="T1" fmla="*/ 5 h 49"/>
                  <a:gd name="T2" fmla="*/ 423 w 128"/>
                  <a:gd name="T3" fmla="*/ 21 h 49"/>
                  <a:gd name="T4" fmla="*/ 431 w 128"/>
                  <a:gd name="T5" fmla="*/ 63 h 49"/>
                  <a:gd name="T6" fmla="*/ 383 w 128"/>
                  <a:gd name="T7" fmla="*/ 102 h 49"/>
                  <a:gd name="T8" fmla="*/ 188 w 128"/>
                  <a:gd name="T9" fmla="*/ 156 h 49"/>
                  <a:gd name="T10" fmla="*/ 45 w 128"/>
                  <a:gd name="T11" fmla="*/ 200 h 49"/>
                  <a:gd name="T12" fmla="*/ 12 w 128"/>
                  <a:gd name="T13" fmla="*/ 184 h 49"/>
                  <a:gd name="T14" fmla="*/ 5 w 128"/>
                  <a:gd name="T15" fmla="*/ 143 h 49"/>
                  <a:gd name="T16" fmla="*/ 21 w 128"/>
                  <a:gd name="T17" fmla="*/ 114 h 49"/>
                  <a:gd name="T18" fmla="*/ 201 w 128"/>
                  <a:gd name="T19" fmla="*/ 63 h 49"/>
                  <a:gd name="T20" fmla="*/ 396 w 128"/>
                  <a:gd name="T21" fmla="*/ 5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49">
                    <a:moveTo>
                      <a:pt x="117" y="1"/>
                    </a:moveTo>
                    <a:cubicBezTo>
                      <a:pt x="123" y="0"/>
                      <a:pt x="124" y="3"/>
                      <a:pt x="125" y="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8" y="18"/>
                      <a:pt x="128" y="20"/>
                      <a:pt x="113" y="24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8" y="49"/>
                      <a:pt x="4" y="47"/>
                      <a:pt x="3" y="4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31"/>
                      <a:pt x="2" y="28"/>
                      <a:pt x="6" y="27"/>
                    </a:cubicBezTo>
                    <a:cubicBezTo>
                      <a:pt x="6" y="27"/>
                      <a:pt x="46" y="18"/>
                      <a:pt x="59" y="15"/>
                    </a:cubicBezTo>
                    <a:cubicBezTo>
                      <a:pt x="71" y="13"/>
                      <a:pt x="117" y="1"/>
                      <a:pt x="117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1" name="Freeform 1069">
                <a:extLst>
                  <a:ext uri="{FF2B5EF4-FFF2-40B4-BE49-F238E27FC236}">
                    <a16:creationId xmlns:a16="http://schemas.microsoft.com/office/drawing/2014/main" id="{3B2B03C4-9A02-4BD8-9412-46EFE2A61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" y="1968"/>
                <a:ext cx="174" cy="40"/>
              </a:xfrm>
              <a:custGeom>
                <a:avLst/>
                <a:gdLst>
                  <a:gd name="T0" fmla="*/ 392 w 116"/>
                  <a:gd name="T1" fmla="*/ 16 h 25"/>
                  <a:gd name="T2" fmla="*/ 207 w 116"/>
                  <a:gd name="T3" fmla="*/ 13 h 25"/>
                  <a:gd name="T4" fmla="*/ 26 w 116"/>
                  <a:gd name="T5" fmla="*/ 0 h 25"/>
                  <a:gd name="T6" fmla="*/ 0 w 116"/>
                  <a:gd name="T7" fmla="*/ 26 h 25"/>
                  <a:gd name="T8" fmla="*/ 0 w 116"/>
                  <a:gd name="T9" fmla="*/ 67 h 25"/>
                  <a:gd name="T10" fmla="*/ 32 w 116"/>
                  <a:gd name="T11" fmla="*/ 90 h 25"/>
                  <a:gd name="T12" fmla="*/ 176 w 116"/>
                  <a:gd name="T13" fmla="*/ 94 h 25"/>
                  <a:gd name="T14" fmla="*/ 377 w 116"/>
                  <a:gd name="T15" fmla="*/ 102 h 25"/>
                  <a:gd name="T16" fmla="*/ 392 w 116"/>
                  <a:gd name="T17" fmla="*/ 102 h 25"/>
                  <a:gd name="T18" fmla="*/ 392 w 116"/>
                  <a:gd name="T19" fmla="*/ 16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6" h="25">
                    <a:moveTo>
                      <a:pt x="116" y="4"/>
                    </a:moveTo>
                    <a:cubicBezTo>
                      <a:pt x="103" y="4"/>
                      <a:pt x="71" y="3"/>
                      <a:pt x="61" y="3"/>
                    </a:cubicBezTo>
                    <a:cubicBezTo>
                      <a:pt x="48" y="2"/>
                      <a:pt x="7" y="0"/>
                      <a:pt x="7" y="0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9"/>
                      <a:pt x="4" y="22"/>
                      <a:pt x="9" y="22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3" y="25"/>
                      <a:pt x="114" y="25"/>
                      <a:pt x="116" y="25"/>
                    </a:cubicBezTo>
                    <a:lnTo>
                      <a:pt x="116" y="4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2" name="Freeform 1070">
                <a:extLst>
                  <a:ext uri="{FF2B5EF4-FFF2-40B4-BE49-F238E27FC236}">
                    <a16:creationId xmlns:a16="http://schemas.microsoft.com/office/drawing/2014/main" id="{FD10C0DE-6987-477D-9D10-D8350DBCC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7" y="1984"/>
                <a:ext cx="37" cy="13"/>
              </a:xfrm>
              <a:custGeom>
                <a:avLst/>
                <a:gdLst>
                  <a:gd name="T0" fmla="*/ 0 w 25"/>
                  <a:gd name="T1" fmla="*/ 18 h 8"/>
                  <a:gd name="T2" fmla="*/ 41 w 25"/>
                  <a:gd name="T3" fmla="*/ 5 h 8"/>
                  <a:gd name="T4" fmla="*/ 81 w 25"/>
                  <a:gd name="T5" fmla="*/ 21 h 8"/>
                  <a:gd name="T6" fmla="*/ 41 w 25"/>
                  <a:gd name="T7" fmla="*/ 34 h 8"/>
                  <a:gd name="T8" fmla="*/ 0 w 25"/>
                  <a:gd name="T9" fmla="*/ 1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4"/>
                    </a:moveTo>
                    <a:cubicBezTo>
                      <a:pt x="0" y="2"/>
                      <a:pt x="6" y="0"/>
                      <a:pt x="13" y="1"/>
                    </a:cubicBezTo>
                    <a:cubicBezTo>
                      <a:pt x="20" y="1"/>
                      <a:pt x="25" y="3"/>
                      <a:pt x="25" y="5"/>
                    </a:cubicBezTo>
                    <a:cubicBezTo>
                      <a:pt x="25" y="6"/>
                      <a:pt x="20" y="8"/>
                      <a:pt x="13" y="8"/>
                    </a:cubicBezTo>
                    <a:cubicBezTo>
                      <a:pt x="6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3" name="Freeform 1071">
                <a:extLst>
                  <a:ext uri="{FF2B5EF4-FFF2-40B4-BE49-F238E27FC236}">
                    <a16:creationId xmlns:a16="http://schemas.microsoft.com/office/drawing/2014/main" id="{ECBA1D61-031F-407F-A62C-306CF39A5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4" y="1981"/>
                <a:ext cx="37" cy="12"/>
              </a:xfrm>
              <a:custGeom>
                <a:avLst/>
                <a:gdLst>
                  <a:gd name="T0" fmla="*/ 0 w 25"/>
                  <a:gd name="T1" fmla="*/ 14 h 8"/>
                  <a:gd name="T2" fmla="*/ 40 w 25"/>
                  <a:gd name="T3" fmla="*/ 5 h 8"/>
                  <a:gd name="T4" fmla="*/ 78 w 25"/>
                  <a:gd name="T5" fmla="*/ 18 h 8"/>
                  <a:gd name="T6" fmla="*/ 40 w 25"/>
                  <a:gd name="T7" fmla="*/ 27 h 8"/>
                  <a:gd name="T8" fmla="*/ 0 w 25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4"/>
                    </a:moveTo>
                    <a:cubicBezTo>
                      <a:pt x="0" y="2"/>
                      <a:pt x="5" y="0"/>
                      <a:pt x="12" y="1"/>
                    </a:cubicBezTo>
                    <a:cubicBezTo>
                      <a:pt x="19" y="1"/>
                      <a:pt x="25" y="3"/>
                      <a:pt x="24" y="5"/>
                    </a:cubicBezTo>
                    <a:cubicBezTo>
                      <a:pt x="24" y="7"/>
                      <a:pt x="19" y="8"/>
                      <a:pt x="12" y="8"/>
                    </a:cubicBezTo>
                    <a:cubicBezTo>
                      <a:pt x="5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4" name="Freeform 1072">
                <a:extLst>
                  <a:ext uri="{FF2B5EF4-FFF2-40B4-BE49-F238E27FC236}">
                    <a16:creationId xmlns:a16="http://schemas.microsoft.com/office/drawing/2014/main" id="{73E55D89-A89A-45CF-8727-9A2524524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4" y="1969"/>
                <a:ext cx="81" cy="24"/>
              </a:xfrm>
              <a:custGeom>
                <a:avLst/>
                <a:gdLst>
                  <a:gd name="T0" fmla="*/ 8 w 54"/>
                  <a:gd name="T1" fmla="*/ 48 h 15"/>
                  <a:gd name="T2" fmla="*/ 12 w 54"/>
                  <a:gd name="T3" fmla="*/ 8 h 15"/>
                  <a:gd name="T4" fmla="*/ 54 w 54"/>
                  <a:gd name="T5" fmla="*/ 8 h 15"/>
                  <a:gd name="T6" fmla="*/ 122 w 54"/>
                  <a:gd name="T7" fmla="*/ 13 h 15"/>
                  <a:gd name="T8" fmla="*/ 156 w 54"/>
                  <a:gd name="T9" fmla="*/ 13 h 15"/>
                  <a:gd name="T10" fmla="*/ 183 w 54"/>
                  <a:gd name="T11" fmla="*/ 13 h 15"/>
                  <a:gd name="T12" fmla="*/ 54 w 54"/>
                  <a:gd name="T13" fmla="*/ 16 h 15"/>
                  <a:gd name="T14" fmla="*/ 18 w 54"/>
                  <a:gd name="T15" fmla="*/ 29 h 15"/>
                  <a:gd name="T16" fmla="*/ 8 w 54"/>
                  <a:gd name="T17" fmla="*/ 6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2" y="12"/>
                    </a:moveTo>
                    <a:cubicBezTo>
                      <a:pt x="2" y="10"/>
                      <a:pt x="0" y="4"/>
                      <a:pt x="3" y="2"/>
                    </a:cubicBezTo>
                    <a:cubicBezTo>
                      <a:pt x="5" y="0"/>
                      <a:pt x="13" y="2"/>
                      <a:pt x="16" y="2"/>
                    </a:cubicBezTo>
                    <a:cubicBezTo>
                      <a:pt x="23" y="2"/>
                      <a:pt x="30" y="2"/>
                      <a:pt x="36" y="3"/>
                    </a:cubicBezTo>
                    <a:cubicBezTo>
                      <a:pt x="39" y="3"/>
                      <a:pt x="42" y="3"/>
                      <a:pt x="46" y="3"/>
                    </a:cubicBezTo>
                    <a:cubicBezTo>
                      <a:pt x="48" y="3"/>
                      <a:pt x="52" y="3"/>
                      <a:pt x="54" y="3"/>
                    </a:cubicBezTo>
                    <a:cubicBezTo>
                      <a:pt x="42" y="5"/>
                      <a:pt x="28" y="3"/>
                      <a:pt x="16" y="4"/>
                    </a:cubicBezTo>
                    <a:cubicBezTo>
                      <a:pt x="12" y="4"/>
                      <a:pt x="7" y="4"/>
                      <a:pt x="5" y="7"/>
                    </a:cubicBezTo>
                    <a:cubicBezTo>
                      <a:pt x="3" y="9"/>
                      <a:pt x="2" y="12"/>
                      <a:pt x="2" y="15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5" name="Freeform 1073">
                <a:extLst>
                  <a:ext uri="{FF2B5EF4-FFF2-40B4-BE49-F238E27FC236}">
                    <a16:creationId xmlns:a16="http://schemas.microsoft.com/office/drawing/2014/main" id="{5BD8B339-1FBE-4532-851D-DA62FF8E6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7" y="2000"/>
                <a:ext cx="3" cy="1"/>
              </a:xfrm>
              <a:custGeom>
                <a:avLst/>
                <a:gdLst>
                  <a:gd name="T0" fmla="*/ 8 w 2"/>
                  <a:gd name="T1" fmla="*/ 1 h 1"/>
                  <a:gd name="T2" fmla="*/ 8 w 2"/>
                  <a:gd name="T3" fmla="*/ 1 h 1"/>
                  <a:gd name="T4" fmla="*/ 0 w 2"/>
                  <a:gd name="T5" fmla="*/ 0 h 1"/>
                  <a:gd name="T6" fmla="*/ 8 w 2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6" name="Freeform 1074">
                <a:extLst>
                  <a:ext uri="{FF2B5EF4-FFF2-40B4-BE49-F238E27FC236}">
                    <a16:creationId xmlns:a16="http://schemas.microsoft.com/office/drawing/2014/main" id="{DD19B242-6D8C-4DCC-B612-0E9904EE6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0" y="1998"/>
                <a:ext cx="105" cy="8"/>
              </a:xfrm>
              <a:custGeom>
                <a:avLst/>
                <a:gdLst>
                  <a:gd name="T0" fmla="*/ 237 w 70"/>
                  <a:gd name="T1" fmla="*/ 5 h 5"/>
                  <a:gd name="T2" fmla="*/ 207 w 70"/>
                  <a:gd name="T3" fmla="*/ 5 h 5"/>
                  <a:gd name="T4" fmla="*/ 162 w 70"/>
                  <a:gd name="T5" fmla="*/ 5 h 5"/>
                  <a:gd name="T6" fmla="*/ 75 w 70"/>
                  <a:gd name="T7" fmla="*/ 5 h 5"/>
                  <a:gd name="T8" fmla="*/ 32 w 70"/>
                  <a:gd name="T9" fmla="*/ 5 h 5"/>
                  <a:gd name="T10" fmla="*/ 0 w 70"/>
                  <a:gd name="T11" fmla="*/ 8 h 5"/>
                  <a:gd name="T12" fmla="*/ 189 w 70"/>
                  <a:gd name="T13" fmla="*/ 21 h 5"/>
                  <a:gd name="T14" fmla="*/ 237 w 70"/>
                  <a:gd name="T15" fmla="*/ 16 h 5"/>
                  <a:gd name="T16" fmla="*/ 237 w 70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5">
                    <a:moveTo>
                      <a:pt x="70" y="1"/>
                    </a:moveTo>
                    <a:cubicBezTo>
                      <a:pt x="67" y="1"/>
                      <a:pt x="64" y="1"/>
                      <a:pt x="61" y="1"/>
                    </a:cubicBezTo>
                    <a:cubicBezTo>
                      <a:pt x="57" y="1"/>
                      <a:pt x="52" y="1"/>
                      <a:pt x="48" y="1"/>
                    </a:cubicBezTo>
                    <a:cubicBezTo>
                      <a:pt x="39" y="1"/>
                      <a:pt x="30" y="0"/>
                      <a:pt x="22" y="1"/>
                    </a:cubicBezTo>
                    <a:cubicBezTo>
                      <a:pt x="17" y="1"/>
                      <a:pt x="13" y="1"/>
                      <a:pt x="9" y="1"/>
                    </a:cubicBezTo>
                    <a:cubicBezTo>
                      <a:pt x="6" y="1"/>
                      <a:pt x="3" y="1"/>
                      <a:pt x="0" y="2"/>
                    </a:cubicBezTo>
                    <a:cubicBezTo>
                      <a:pt x="19" y="2"/>
                      <a:pt x="37" y="3"/>
                      <a:pt x="56" y="5"/>
                    </a:cubicBezTo>
                    <a:cubicBezTo>
                      <a:pt x="59" y="5"/>
                      <a:pt x="65" y="5"/>
                      <a:pt x="70" y="4"/>
                    </a:cubicBezTo>
                    <a:lnTo>
                      <a:pt x="70" y="1"/>
                    </a:ln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7" name="Freeform 1075">
                <a:extLst>
                  <a:ext uri="{FF2B5EF4-FFF2-40B4-BE49-F238E27FC236}">
                    <a16:creationId xmlns:a16="http://schemas.microsoft.com/office/drawing/2014/main" id="{46699620-C24F-42BD-BA8D-512A31DB5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0" y="1982"/>
                <a:ext cx="30" cy="11"/>
              </a:xfrm>
              <a:custGeom>
                <a:avLst/>
                <a:gdLst>
                  <a:gd name="T0" fmla="*/ 48 w 20"/>
                  <a:gd name="T1" fmla="*/ 0 h 7"/>
                  <a:gd name="T2" fmla="*/ 62 w 20"/>
                  <a:gd name="T3" fmla="*/ 13 h 7"/>
                  <a:gd name="T4" fmla="*/ 18 w 20"/>
                  <a:gd name="T5" fmla="*/ 22 h 7"/>
                  <a:gd name="T6" fmla="*/ 0 w 20"/>
                  <a:gd name="T7" fmla="*/ 22 h 7"/>
                  <a:gd name="T8" fmla="*/ 27 w 20"/>
                  <a:gd name="T9" fmla="*/ 27 h 7"/>
                  <a:gd name="T10" fmla="*/ 68 w 20"/>
                  <a:gd name="T11" fmla="*/ 14 h 7"/>
                  <a:gd name="T12" fmla="*/ 48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4" y="0"/>
                    </a:moveTo>
                    <a:cubicBezTo>
                      <a:pt x="16" y="1"/>
                      <a:pt x="18" y="2"/>
                      <a:pt x="18" y="3"/>
                    </a:cubicBezTo>
                    <a:cubicBezTo>
                      <a:pt x="18" y="5"/>
                      <a:pt x="12" y="6"/>
                      <a:pt x="5" y="6"/>
                    </a:cubicBezTo>
                    <a:cubicBezTo>
                      <a:pt x="3" y="6"/>
                      <a:pt x="1" y="6"/>
                      <a:pt x="0" y="6"/>
                    </a:cubicBezTo>
                    <a:cubicBezTo>
                      <a:pt x="2" y="6"/>
                      <a:pt x="5" y="7"/>
                      <a:pt x="8" y="7"/>
                    </a:cubicBezTo>
                    <a:cubicBezTo>
                      <a:pt x="14" y="7"/>
                      <a:pt x="20" y="6"/>
                      <a:pt x="20" y="4"/>
                    </a:cubicBezTo>
                    <a:cubicBezTo>
                      <a:pt x="20" y="2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8" name="Freeform 1076">
                <a:extLst>
                  <a:ext uri="{FF2B5EF4-FFF2-40B4-BE49-F238E27FC236}">
                    <a16:creationId xmlns:a16="http://schemas.microsoft.com/office/drawing/2014/main" id="{FAAAFEDE-45A4-4580-8255-CD8BC7C94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7" y="1982"/>
                <a:ext cx="27" cy="8"/>
              </a:xfrm>
              <a:custGeom>
                <a:avLst/>
                <a:gdLst>
                  <a:gd name="T0" fmla="*/ 5 w 18"/>
                  <a:gd name="T1" fmla="*/ 13 h 5"/>
                  <a:gd name="T2" fmla="*/ 41 w 18"/>
                  <a:gd name="T3" fmla="*/ 5 h 5"/>
                  <a:gd name="T4" fmla="*/ 62 w 18"/>
                  <a:gd name="T5" fmla="*/ 8 h 5"/>
                  <a:gd name="T6" fmla="*/ 35 w 18"/>
                  <a:gd name="T7" fmla="*/ 0 h 5"/>
                  <a:gd name="T8" fmla="*/ 0 w 18"/>
                  <a:gd name="T9" fmla="*/ 13 h 5"/>
                  <a:gd name="T10" fmla="*/ 12 w 18"/>
                  <a:gd name="T11" fmla="*/ 21 h 5"/>
                  <a:gd name="T12" fmla="*/ 5 w 18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1" y="1"/>
                      <a:pt x="6" y="1"/>
                      <a:pt x="12" y="1"/>
                    </a:cubicBezTo>
                    <a:cubicBezTo>
                      <a:pt x="14" y="1"/>
                      <a:pt x="17" y="1"/>
                      <a:pt x="18" y="2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4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3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9" name="Freeform 1077">
                <a:extLst>
                  <a:ext uri="{FF2B5EF4-FFF2-40B4-BE49-F238E27FC236}">
                    <a16:creationId xmlns:a16="http://schemas.microsoft.com/office/drawing/2014/main" id="{135DA1E4-7F07-47B5-8891-1F5A43090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" y="1968"/>
                <a:ext cx="174" cy="40"/>
              </a:xfrm>
              <a:custGeom>
                <a:avLst/>
                <a:gdLst>
                  <a:gd name="T0" fmla="*/ 392 w 116"/>
                  <a:gd name="T1" fmla="*/ 16 h 25"/>
                  <a:gd name="T2" fmla="*/ 207 w 116"/>
                  <a:gd name="T3" fmla="*/ 13 h 25"/>
                  <a:gd name="T4" fmla="*/ 26 w 116"/>
                  <a:gd name="T5" fmla="*/ 0 h 25"/>
                  <a:gd name="T6" fmla="*/ 0 w 116"/>
                  <a:gd name="T7" fmla="*/ 26 h 25"/>
                  <a:gd name="T8" fmla="*/ 0 w 116"/>
                  <a:gd name="T9" fmla="*/ 67 h 25"/>
                  <a:gd name="T10" fmla="*/ 32 w 116"/>
                  <a:gd name="T11" fmla="*/ 90 h 25"/>
                  <a:gd name="T12" fmla="*/ 176 w 116"/>
                  <a:gd name="T13" fmla="*/ 94 h 25"/>
                  <a:gd name="T14" fmla="*/ 377 w 116"/>
                  <a:gd name="T15" fmla="*/ 102 h 25"/>
                  <a:gd name="T16" fmla="*/ 392 w 116"/>
                  <a:gd name="T17" fmla="*/ 102 h 25"/>
                  <a:gd name="T18" fmla="*/ 392 w 116"/>
                  <a:gd name="T19" fmla="*/ 16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6" h="25">
                    <a:moveTo>
                      <a:pt x="116" y="4"/>
                    </a:moveTo>
                    <a:cubicBezTo>
                      <a:pt x="103" y="4"/>
                      <a:pt x="71" y="3"/>
                      <a:pt x="61" y="3"/>
                    </a:cubicBezTo>
                    <a:cubicBezTo>
                      <a:pt x="48" y="2"/>
                      <a:pt x="7" y="0"/>
                      <a:pt x="7" y="0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9"/>
                      <a:pt x="4" y="22"/>
                      <a:pt x="9" y="22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3" y="25"/>
                      <a:pt x="114" y="25"/>
                      <a:pt x="116" y="25"/>
                    </a:cubicBezTo>
                    <a:lnTo>
                      <a:pt x="116" y="4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0" name="Freeform 1078">
                <a:extLst>
                  <a:ext uri="{FF2B5EF4-FFF2-40B4-BE49-F238E27FC236}">
                    <a16:creationId xmlns:a16="http://schemas.microsoft.com/office/drawing/2014/main" id="{D95CE6B2-D4F6-4B33-9885-44CDE4E7D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419"/>
                <a:ext cx="190" cy="41"/>
              </a:xfrm>
              <a:custGeom>
                <a:avLst/>
                <a:gdLst>
                  <a:gd name="T0" fmla="*/ 42 w 127"/>
                  <a:gd name="T1" fmla="*/ 5 h 26"/>
                  <a:gd name="T2" fmla="*/ 295 w 127"/>
                  <a:gd name="T3" fmla="*/ 14 h 26"/>
                  <a:gd name="T4" fmla="*/ 389 w 127"/>
                  <a:gd name="T5" fmla="*/ 21 h 26"/>
                  <a:gd name="T6" fmla="*/ 425 w 127"/>
                  <a:gd name="T7" fmla="*/ 39 h 26"/>
                  <a:gd name="T8" fmla="*/ 425 w 127"/>
                  <a:gd name="T9" fmla="*/ 82 h 26"/>
                  <a:gd name="T10" fmla="*/ 398 w 127"/>
                  <a:gd name="T11" fmla="*/ 103 h 26"/>
                  <a:gd name="T12" fmla="*/ 163 w 127"/>
                  <a:gd name="T13" fmla="*/ 87 h 26"/>
                  <a:gd name="T14" fmla="*/ 28 w 127"/>
                  <a:gd name="T15" fmla="*/ 82 h 26"/>
                  <a:gd name="T16" fmla="*/ 0 w 127"/>
                  <a:gd name="T17" fmla="*/ 55 h 26"/>
                  <a:gd name="T18" fmla="*/ 0 w 127"/>
                  <a:gd name="T19" fmla="*/ 21 h 26"/>
                  <a:gd name="T20" fmla="*/ 6 w 127"/>
                  <a:gd name="T21" fmla="*/ 8 h 26"/>
                  <a:gd name="T22" fmla="*/ 42 w 127"/>
                  <a:gd name="T23" fmla="*/ 5 h 26"/>
                  <a:gd name="T24" fmla="*/ 42 w 127"/>
                  <a:gd name="T25" fmla="*/ 5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26">
                    <a:moveTo>
                      <a:pt x="13" y="1"/>
                    </a:moveTo>
                    <a:cubicBezTo>
                      <a:pt x="13" y="1"/>
                      <a:pt x="69" y="3"/>
                      <a:pt x="88" y="4"/>
                    </a:cubicBezTo>
                    <a:cubicBezTo>
                      <a:pt x="116" y="5"/>
                      <a:pt x="116" y="5"/>
                      <a:pt x="116" y="5"/>
                    </a:cubicBezTo>
                    <a:cubicBezTo>
                      <a:pt x="121" y="6"/>
                      <a:pt x="127" y="7"/>
                      <a:pt x="127" y="10"/>
                    </a:cubicBezTo>
                    <a:cubicBezTo>
                      <a:pt x="127" y="10"/>
                      <a:pt x="127" y="21"/>
                      <a:pt x="127" y="21"/>
                    </a:cubicBezTo>
                    <a:cubicBezTo>
                      <a:pt x="127" y="24"/>
                      <a:pt x="124" y="26"/>
                      <a:pt x="119" y="26"/>
                    </a:cubicBezTo>
                    <a:cubicBezTo>
                      <a:pt x="118" y="26"/>
                      <a:pt x="64" y="23"/>
                      <a:pt x="49" y="22"/>
                    </a:cubicBezTo>
                    <a:cubicBezTo>
                      <a:pt x="33" y="21"/>
                      <a:pt x="10" y="21"/>
                      <a:pt x="9" y="21"/>
                    </a:cubicBezTo>
                    <a:cubicBezTo>
                      <a:pt x="3" y="21"/>
                      <a:pt x="0" y="18"/>
                      <a:pt x="0" y="1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2"/>
                      <a:pt x="2" y="2"/>
                    </a:cubicBezTo>
                    <a:cubicBezTo>
                      <a:pt x="4" y="1"/>
                      <a:pt x="8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1" name="Freeform 1079">
                <a:extLst>
                  <a:ext uri="{FF2B5EF4-FFF2-40B4-BE49-F238E27FC236}">
                    <a16:creationId xmlns:a16="http://schemas.microsoft.com/office/drawing/2014/main" id="{65CDD931-83AE-409E-9FFB-2D6A0E5CD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408"/>
                <a:ext cx="192" cy="52"/>
              </a:xfrm>
              <a:custGeom>
                <a:avLst/>
                <a:gdLst>
                  <a:gd name="T0" fmla="*/ 386 w 128"/>
                  <a:gd name="T1" fmla="*/ 5 h 33"/>
                  <a:gd name="T2" fmla="*/ 431 w 128"/>
                  <a:gd name="T3" fmla="*/ 22 h 33"/>
                  <a:gd name="T4" fmla="*/ 432 w 128"/>
                  <a:gd name="T5" fmla="*/ 61 h 33"/>
                  <a:gd name="T6" fmla="*/ 396 w 128"/>
                  <a:gd name="T7" fmla="*/ 87 h 33"/>
                  <a:gd name="T8" fmla="*/ 291 w 128"/>
                  <a:gd name="T9" fmla="*/ 96 h 33"/>
                  <a:gd name="T10" fmla="*/ 41 w 128"/>
                  <a:gd name="T11" fmla="*/ 124 h 33"/>
                  <a:gd name="T12" fmla="*/ 5 w 128"/>
                  <a:gd name="T13" fmla="*/ 109 h 33"/>
                  <a:gd name="T14" fmla="*/ 0 w 128"/>
                  <a:gd name="T15" fmla="*/ 69 h 33"/>
                  <a:gd name="T16" fmla="*/ 18 w 128"/>
                  <a:gd name="T17" fmla="*/ 47 h 33"/>
                  <a:gd name="T18" fmla="*/ 207 w 128"/>
                  <a:gd name="T19" fmla="*/ 27 h 33"/>
                  <a:gd name="T20" fmla="*/ 386 w 128"/>
                  <a:gd name="T21" fmla="*/ 5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3">
                    <a:moveTo>
                      <a:pt x="114" y="1"/>
                    </a:moveTo>
                    <a:cubicBezTo>
                      <a:pt x="125" y="0"/>
                      <a:pt x="127" y="3"/>
                      <a:pt x="127" y="6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8" y="18"/>
                      <a:pt x="128" y="21"/>
                      <a:pt x="117" y="22"/>
                    </a:cubicBezTo>
                    <a:cubicBezTo>
                      <a:pt x="117" y="22"/>
                      <a:pt x="110" y="23"/>
                      <a:pt x="86" y="25"/>
                    </a:cubicBezTo>
                    <a:cubicBezTo>
                      <a:pt x="61" y="27"/>
                      <a:pt x="13" y="32"/>
                      <a:pt x="12" y="32"/>
                    </a:cubicBezTo>
                    <a:cubicBezTo>
                      <a:pt x="3" y="33"/>
                      <a:pt x="1" y="31"/>
                      <a:pt x="1" y="2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3"/>
                      <a:pt x="2" y="12"/>
                      <a:pt x="5" y="12"/>
                    </a:cubicBezTo>
                    <a:cubicBezTo>
                      <a:pt x="6" y="12"/>
                      <a:pt x="39" y="10"/>
                      <a:pt x="61" y="7"/>
                    </a:cubicBezTo>
                    <a:cubicBezTo>
                      <a:pt x="83" y="5"/>
                      <a:pt x="113" y="1"/>
                      <a:pt x="114" y="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2" name="Freeform 1080">
                <a:extLst>
                  <a:ext uri="{FF2B5EF4-FFF2-40B4-BE49-F238E27FC236}">
                    <a16:creationId xmlns:a16="http://schemas.microsoft.com/office/drawing/2014/main" id="{75C9BF6D-FB84-4D9B-8A60-34B981A5F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435"/>
                <a:ext cx="37" cy="13"/>
              </a:xfrm>
              <a:custGeom>
                <a:avLst/>
                <a:gdLst>
                  <a:gd name="T0" fmla="*/ 0 w 25"/>
                  <a:gd name="T1" fmla="*/ 18 h 8"/>
                  <a:gd name="T2" fmla="*/ 41 w 25"/>
                  <a:gd name="T3" fmla="*/ 5 h 8"/>
                  <a:gd name="T4" fmla="*/ 81 w 25"/>
                  <a:gd name="T5" fmla="*/ 21 h 8"/>
                  <a:gd name="T6" fmla="*/ 41 w 25"/>
                  <a:gd name="T7" fmla="*/ 34 h 8"/>
                  <a:gd name="T8" fmla="*/ 0 w 25"/>
                  <a:gd name="T9" fmla="*/ 1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4"/>
                    </a:moveTo>
                    <a:cubicBezTo>
                      <a:pt x="0" y="2"/>
                      <a:pt x="6" y="0"/>
                      <a:pt x="13" y="1"/>
                    </a:cubicBezTo>
                    <a:cubicBezTo>
                      <a:pt x="20" y="1"/>
                      <a:pt x="25" y="3"/>
                      <a:pt x="25" y="5"/>
                    </a:cubicBezTo>
                    <a:cubicBezTo>
                      <a:pt x="25" y="7"/>
                      <a:pt x="20" y="8"/>
                      <a:pt x="13" y="8"/>
                    </a:cubicBezTo>
                    <a:cubicBezTo>
                      <a:pt x="6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3" name="Freeform 1081">
                <a:extLst>
                  <a:ext uri="{FF2B5EF4-FFF2-40B4-BE49-F238E27FC236}">
                    <a16:creationId xmlns:a16="http://schemas.microsoft.com/office/drawing/2014/main" id="{0272D116-9BAE-44AC-A065-23FC9D426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430"/>
                <a:ext cx="38" cy="13"/>
              </a:xfrm>
              <a:custGeom>
                <a:avLst/>
                <a:gdLst>
                  <a:gd name="T0" fmla="*/ 0 w 25"/>
                  <a:gd name="T1" fmla="*/ 21 h 8"/>
                  <a:gd name="T2" fmla="*/ 41 w 25"/>
                  <a:gd name="T3" fmla="*/ 0 h 8"/>
                  <a:gd name="T4" fmla="*/ 88 w 25"/>
                  <a:gd name="T5" fmla="*/ 13 h 8"/>
                  <a:gd name="T6" fmla="*/ 46 w 25"/>
                  <a:gd name="T7" fmla="*/ 29 h 8"/>
                  <a:gd name="T8" fmla="*/ 0 w 2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3"/>
                      <a:pt x="5" y="1"/>
                      <a:pt x="12" y="0"/>
                    </a:cubicBezTo>
                    <a:cubicBezTo>
                      <a:pt x="19" y="0"/>
                      <a:pt x="24" y="1"/>
                      <a:pt x="25" y="3"/>
                    </a:cubicBezTo>
                    <a:cubicBezTo>
                      <a:pt x="25" y="5"/>
                      <a:pt x="19" y="7"/>
                      <a:pt x="13" y="7"/>
                    </a:cubicBezTo>
                    <a:cubicBezTo>
                      <a:pt x="6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4" name="Freeform 1082">
                <a:extLst>
                  <a:ext uri="{FF2B5EF4-FFF2-40B4-BE49-F238E27FC236}">
                    <a16:creationId xmlns:a16="http://schemas.microsoft.com/office/drawing/2014/main" id="{94F70892-962D-407D-AA19-CDD7ECB85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432"/>
                <a:ext cx="37" cy="12"/>
              </a:xfrm>
              <a:custGeom>
                <a:avLst/>
                <a:gdLst>
                  <a:gd name="T0" fmla="*/ 0 w 25"/>
                  <a:gd name="T1" fmla="*/ 14 h 8"/>
                  <a:gd name="T2" fmla="*/ 40 w 25"/>
                  <a:gd name="T3" fmla="*/ 5 h 8"/>
                  <a:gd name="T4" fmla="*/ 81 w 25"/>
                  <a:gd name="T5" fmla="*/ 18 h 8"/>
                  <a:gd name="T6" fmla="*/ 40 w 25"/>
                  <a:gd name="T7" fmla="*/ 27 h 8"/>
                  <a:gd name="T8" fmla="*/ 0 w 25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4"/>
                    </a:moveTo>
                    <a:cubicBezTo>
                      <a:pt x="0" y="2"/>
                      <a:pt x="5" y="0"/>
                      <a:pt x="12" y="1"/>
                    </a:cubicBezTo>
                    <a:cubicBezTo>
                      <a:pt x="19" y="1"/>
                      <a:pt x="25" y="3"/>
                      <a:pt x="25" y="5"/>
                    </a:cubicBezTo>
                    <a:cubicBezTo>
                      <a:pt x="24" y="7"/>
                      <a:pt x="19" y="8"/>
                      <a:pt x="12" y="8"/>
                    </a:cubicBezTo>
                    <a:cubicBezTo>
                      <a:pt x="5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5" name="Freeform 1083">
                <a:extLst>
                  <a:ext uri="{FF2B5EF4-FFF2-40B4-BE49-F238E27FC236}">
                    <a16:creationId xmlns:a16="http://schemas.microsoft.com/office/drawing/2014/main" id="{DBE7E6D2-6C5D-4674-8DDE-E1BAE9C91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433"/>
                <a:ext cx="31" cy="11"/>
              </a:xfrm>
              <a:custGeom>
                <a:avLst/>
                <a:gdLst>
                  <a:gd name="T0" fmla="*/ 46 w 21"/>
                  <a:gd name="T1" fmla="*/ 0 h 7"/>
                  <a:gd name="T2" fmla="*/ 59 w 21"/>
                  <a:gd name="T3" fmla="*/ 13 h 7"/>
                  <a:gd name="T4" fmla="*/ 19 w 21"/>
                  <a:gd name="T5" fmla="*/ 22 h 7"/>
                  <a:gd name="T6" fmla="*/ 0 w 21"/>
                  <a:gd name="T7" fmla="*/ 20 h 7"/>
                  <a:gd name="T8" fmla="*/ 27 w 21"/>
                  <a:gd name="T9" fmla="*/ 27 h 7"/>
                  <a:gd name="T10" fmla="*/ 68 w 21"/>
                  <a:gd name="T11" fmla="*/ 14 h 7"/>
                  <a:gd name="T12" fmla="*/ 46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4" y="0"/>
                    </a:moveTo>
                    <a:cubicBezTo>
                      <a:pt x="17" y="1"/>
                      <a:pt x="18" y="2"/>
                      <a:pt x="18" y="3"/>
                    </a:cubicBezTo>
                    <a:cubicBezTo>
                      <a:pt x="18" y="5"/>
                      <a:pt x="13" y="6"/>
                      <a:pt x="6" y="6"/>
                    </a:cubicBezTo>
                    <a:cubicBezTo>
                      <a:pt x="4" y="6"/>
                      <a:pt x="2" y="6"/>
                      <a:pt x="0" y="5"/>
                    </a:cubicBezTo>
                    <a:cubicBezTo>
                      <a:pt x="2" y="6"/>
                      <a:pt x="5" y="7"/>
                      <a:pt x="8" y="7"/>
                    </a:cubicBezTo>
                    <a:cubicBezTo>
                      <a:pt x="15" y="7"/>
                      <a:pt x="20" y="6"/>
                      <a:pt x="21" y="4"/>
                    </a:cubicBezTo>
                    <a:cubicBezTo>
                      <a:pt x="21" y="2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6" name="Freeform 1084">
                <a:extLst>
                  <a:ext uri="{FF2B5EF4-FFF2-40B4-BE49-F238E27FC236}">
                    <a16:creationId xmlns:a16="http://schemas.microsoft.com/office/drawing/2014/main" id="{77682B31-817F-4145-8F33-4ED64970F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433"/>
                <a:ext cx="28" cy="8"/>
              </a:xfrm>
              <a:custGeom>
                <a:avLst/>
                <a:gdLst>
                  <a:gd name="T0" fmla="*/ 1 w 19"/>
                  <a:gd name="T1" fmla="*/ 13 h 5"/>
                  <a:gd name="T2" fmla="*/ 40 w 19"/>
                  <a:gd name="T3" fmla="*/ 5 h 5"/>
                  <a:gd name="T4" fmla="*/ 60 w 19"/>
                  <a:gd name="T5" fmla="*/ 8 h 5"/>
                  <a:gd name="T6" fmla="*/ 32 w 19"/>
                  <a:gd name="T7" fmla="*/ 0 h 5"/>
                  <a:gd name="T8" fmla="*/ 0 w 19"/>
                  <a:gd name="T9" fmla="*/ 13 h 5"/>
                  <a:gd name="T10" fmla="*/ 13 w 19"/>
                  <a:gd name="T11" fmla="*/ 21 h 5"/>
                  <a:gd name="T12" fmla="*/ 1 w 19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1" y="3"/>
                    </a:moveTo>
                    <a:cubicBezTo>
                      <a:pt x="1" y="1"/>
                      <a:pt x="7" y="1"/>
                      <a:pt x="12" y="1"/>
                    </a:cubicBezTo>
                    <a:cubicBezTo>
                      <a:pt x="14" y="1"/>
                      <a:pt x="17" y="1"/>
                      <a:pt x="19" y="2"/>
                    </a:cubicBezTo>
                    <a:cubicBezTo>
                      <a:pt x="17" y="1"/>
                      <a:pt x="14" y="1"/>
                      <a:pt x="10" y="0"/>
                    </a:cubicBezTo>
                    <a:cubicBezTo>
                      <a:pt x="5" y="0"/>
                      <a:pt x="0" y="1"/>
                      <a:pt x="0" y="3"/>
                    </a:cubicBezTo>
                    <a:cubicBezTo>
                      <a:pt x="0" y="4"/>
                      <a:pt x="1" y="4"/>
                      <a:pt x="4" y="5"/>
                    </a:cubicBezTo>
                    <a:cubicBezTo>
                      <a:pt x="3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7" name="Freeform 1085">
                <a:extLst>
                  <a:ext uri="{FF2B5EF4-FFF2-40B4-BE49-F238E27FC236}">
                    <a16:creationId xmlns:a16="http://schemas.microsoft.com/office/drawing/2014/main" id="{411B41BC-BBAE-47C3-A60D-F812311A6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427"/>
                <a:ext cx="37" cy="13"/>
              </a:xfrm>
              <a:custGeom>
                <a:avLst/>
                <a:gdLst>
                  <a:gd name="T0" fmla="*/ 0 w 25"/>
                  <a:gd name="T1" fmla="*/ 21 h 8"/>
                  <a:gd name="T2" fmla="*/ 40 w 25"/>
                  <a:gd name="T3" fmla="*/ 5 h 8"/>
                  <a:gd name="T4" fmla="*/ 81 w 25"/>
                  <a:gd name="T5" fmla="*/ 13 h 8"/>
                  <a:gd name="T6" fmla="*/ 41 w 25"/>
                  <a:gd name="T7" fmla="*/ 34 h 8"/>
                  <a:gd name="T8" fmla="*/ 0 w 2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3"/>
                      <a:pt x="5" y="1"/>
                      <a:pt x="12" y="1"/>
                    </a:cubicBezTo>
                    <a:cubicBezTo>
                      <a:pt x="19" y="0"/>
                      <a:pt x="24" y="1"/>
                      <a:pt x="25" y="3"/>
                    </a:cubicBezTo>
                    <a:cubicBezTo>
                      <a:pt x="25" y="5"/>
                      <a:pt x="19" y="7"/>
                      <a:pt x="13" y="8"/>
                    </a:cubicBezTo>
                    <a:cubicBezTo>
                      <a:pt x="6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8" name="Freeform 1086">
                <a:extLst>
                  <a:ext uri="{FF2B5EF4-FFF2-40B4-BE49-F238E27FC236}">
                    <a16:creationId xmlns:a16="http://schemas.microsoft.com/office/drawing/2014/main" id="{D87E70B6-367B-4187-812C-EFB04F995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420"/>
                <a:ext cx="81" cy="23"/>
              </a:xfrm>
              <a:custGeom>
                <a:avLst/>
                <a:gdLst>
                  <a:gd name="T0" fmla="*/ 0 w 54"/>
                  <a:gd name="T1" fmla="*/ 49 h 14"/>
                  <a:gd name="T2" fmla="*/ 12 w 54"/>
                  <a:gd name="T3" fmla="*/ 8 h 14"/>
                  <a:gd name="T4" fmla="*/ 53 w 54"/>
                  <a:gd name="T5" fmla="*/ 5 h 14"/>
                  <a:gd name="T6" fmla="*/ 120 w 54"/>
                  <a:gd name="T7" fmla="*/ 8 h 14"/>
                  <a:gd name="T8" fmla="*/ 153 w 54"/>
                  <a:gd name="T9" fmla="*/ 13 h 14"/>
                  <a:gd name="T10" fmla="*/ 183 w 54"/>
                  <a:gd name="T11" fmla="*/ 13 h 14"/>
                  <a:gd name="T12" fmla="*/ 53 w 54"/>
                  <a:gd name="T13" fmla="*/ 13 h 14"/>
                  <a:gd name="T14" fmla="*/ 14 w 54"/>
                  <a:gd name="T15" fmla="*/ 26 h 14"/>
                  <a:gd name="T16" fmla="*/ 5 w 54"/>
                  <a:gd name="T17" fmla="*/ 62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0" y="11"/>
                    </a:moveTo>
                    <a:cubicBezTo>
                      <a:pt x="1" y="9"/>
                      <a:pt x="0" y="4"/>
                      <a:pt x="3" y="2"/>
                    </a:cubicBezTo>
                    <a:cubicBezTo>
                      <a:pt x="6" y="0"/>
                      <a:pt x="12" y="1"/>
                      <a:pt x="15" y="1"/>
                    </a:cubicBezTo>
                    <a:cubicBezTo>
                      <a:pt x="22" y="2"/>
                      <a:pt x="29" y="2"/>
                      <a:pt x="35" y="2"/>
                    </a:cubicBezTo>
                    <a:cubicBezTo>
                      <a:pt x="39" y="2"/>
                      <a:pt x="42" y="3"/>
                      <a:pt x="45" y="3"/>
                    </a:cubicBezTo>
                    <a:cubicBezTo>
                      <a:pt x="48" y="3"/>
                      <a:pt x="51" y="3"/>
                      <a:pt x="54" y="3"/>
                    </a:cubicBezTo>
                    <a:cubicBezTo>
                      <a:pt x="41" y="5"/>
                      <a:pt x="27" y="3"/>
                      <a:pt x="15" y="3"/>
                    </a:cubicBezTo>
                    <a:cubicBezTo>
                      <a:pt x="11" y="3"/>
                      <a:pt x="6" y="4"/>
                      <a:pt x="4" y="6"/>
                    </a:cubicBezTo>
                    <a:cubicBezTo>
                      <a:pt x="2" y="9"/>
                      <a:pt x="1" y="11"/>
                      <a:pt x="1" y="1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9" name="Freeform 1087">
                <a:extLst>
                  <a:ext uri="{FF2B5EF4-FFF2-40B4-BE49-F238E27FC236}">
                    <a16:creationId xmlns:a16="http://schemas.microsoft.com/office/drawing/2014/main" id="{5A4BB89C-5FF1-4FFB-80B6-2146B75A1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436"/>
                <a:ext cx="123" cy="23"/>
              </a:xfrm>
              <a:custGeom>
                <a:avLst/>
                <a:gdLst>
                  <a:gd name="T0" fmla="*/ 0 w 82"/>
                  <a:gd name="T1" fmla="*/ 41 h 14"/>
                  <a:gd name="T2" fmla="*/ 203 w 82"/>
                  <a:gd name="T3" fmla="*/ 54 h 14"/>
                  <a:gd name="T4" fmla="*/ 269 w 82"/>
                  <a:gd name="T5" fmla="*/ 49 h 14"/>
                  <a:gd name="T6" fmla="*/ 270 w 82"/>
                  <a:gd name="T7" fmla="*/ 0 h 14"/>
                  <a:gd name="T8" fmla="*/ 251 w 82"/>
                  <a:gd name="T9" fmla="*/ 43 h 14"/>
                  <a:gd name="T10" fmla="*/ 215 w 82"/>
                  <a:gd name="T11" fmla="*/ 43 h 14"/>
                  <a:gd name="T12" fmla="*/ 170 w 82"/>
                  <a:gd name="T13" fmla="*/ 43 h 14"/>
                  <a:gd name="T14" fmla="*/ 80 w 82"/>
                  <a:gd name="T15" fmla="*/ 41 h 14"/>
                  <a:gd name="T16" fmla="*/ 39 w 82"/>
                  <a:gd name="T17" fmla="*/ 41 h 14"/>
                  <a:gd name="T18" fmla="*/ 8 w 82"/>
                  <a:gd name="T19" fmla="*/ 43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14">
                    <a:moveTo>
                      <a:pt x="0" y="9"/>
                    </a:moveTo>
                    <a:cubicBezTo>
                      <a:pt x="20" y="10"/>
                      <a:pt x="40" y="10"/>
                      <a:pt x="60" y="12"/>
                    </a:cubicBezTo>
                    <a:cubicBezTo>
                      <a:pt x="64" y="12"/>
                      <a:pt x="76" y="14"/>
                      <a:pt x="79" y="11"/>
                    </a:cubicBezTo>
                    <a:cubicBezTo>
                      <a:pt x="82" y="9"/>
                      <a:pt x="80" y="3"/>
                      <a:pt x="80" y="0"/>
                    </a:cubicBezTo>
                    <a:cubicBezTo>
                      <a:pt x="79" y="3"/>
                      <a:pt x="79" y="8"/>
                      <a:pt x="74" y="10"/>
                    </a:cubicBezTo>
                    <a:cubicBezTo>
                      <a:pt x="71" y="11"/>
                      <a:pt x="67" y="10"/>
                      <a:pt x="63" y="10"/>
                    </a:cubicBezTo>
                    <a:cubicBezTo>
                      <a:pt x="59" y="10"/>
                      <a:pt x="54" y="10"/>
                      <a:pt x="50" y="10"/>
                    </a:cubicBezTo>
                    <a:cubicBezTo>
                      <a:pt x="41" y="9"/>
                      <a:pt x="32" y="9"/>
                      <a:pt x="23" y="9"/>
                    </a:cubicBezTo>
                    <a:cubicBezTo>
                      <a:pt x="19" y="9"/>
                      <a:pt x="15" y="9"/>
                      <a:pt x="11" y="9"/>
                    </a:cubicBezTo>
                    <a:cubicBezTo>
                      <a:pt x="8" y="9"/>
                      <a:pt x="4" y="9"/>
                      <a:pt x="2" y="1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0" name="Freeform 1088">
                <a:extLst>
                  <a:ext uri="{FF2B5EF4-FFF2-40B4-BE49-F238E27FC236}">
                    <a16:creationId xmlns:a16="http://schemas.microsoft.com/office/drawing/2014/main" id="{557C0B86-3072-4BAA-905D-E799364AB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422"/>
                <a:ext cx="81" cy="29"/>
              </a:xfrm>
              <a:custGeom>
                <a:avLst/>
                <a:gdLst>
                  <a:gd name="T0" fmla="*/ 8 w 54"/>
                  <a:gd name="T1" fmla="*/ 68 h 18"/>
                  <a:gd name="T2" fmla="*/ 8 w 54"/>
                  <a:gd name="T3" fmla="*/ 26 h 18"/>
                  <a:gd name="T4" fmla="*/ 53 w 54"/>
                  <a:gd name="T5" fmla="*/ 16 h 18"/>
                  <a:gd name="T6" fmla="*/ 120 w 54"/>
                  <a:gd name="T7" fmla="*/ 8 h 18"/>
                  <a:gd name="T8" fmla="*/ 153 w 54"/>
                  <a:gd name="T9" fmla="*/ 5 h 18"/>
                  <a:gd name="T10" fmla="*/ 183 w 54"/>
                  <a:gd name="T11" fmla="*/ 0 h 18"/>
                  <a:gd name="T12" fmla="*/ 53 w 54"/>
                  <a:gd name="T13" fmla="*/ 26 h 18"/>
                  <a:gd name="T14" fmla="*/ 18 w 54"/>
                  <a:gd name="T15" fmla="*/ 42 h 18"/>
                  <a:gd name="T16" fmla="*/ 12 w 54"/>
                  <a:gd name="T17" fmla="*/ 7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8">
                    <a:moveTo>
                      <a:pt x="2" y="16"/>
                    </a:moveTo>
                    <a:cubicBezTo>
                      <a:pt x="2" y="13"/>
                      <a:pt x="0" y="8"/>
                      <a:pt x="2" y="6"/>
                    </a:cubicBezTo>
                    <a:cubicBezTo>
                      <a:pt x="4" y="4"/>
                      <a:pt x="12" y="4"/>
                      <a:pt x="15" y="4"/>
                    </a:cubicBezTo>
                    <a:cubicBezTo>
                      <a:pt x="22" y="3"/>
                      <a:pt x="29" y="3"/>
                      <a:pt x="35" y="2"/>
                    </a:cubicBezTo>
                    <a:cubicBezTo>
                      <a:pt x="39" y="2"/>
                      <a:pt x="42" y="2"/>
                      <a:pt x="45" y="1"/>
                    </a:cubicBezTo>
                    <a:cubicBezTo>
                      <a:pt x="47" y="1"/>
                      <a:pt x="51" y="0"/>
                      <a:pt x="54" y="0"/>
                    </a:cubicBezTo>
                    <a:cubicBezTo>
                      <a:pt x="42" y="4"/>
                      <a:pt x="28" y="4"/>
                      <a:pt x="15" y="6"/>
                    </a:cubicBezTo>
                    <a:cubicBezTo>
                      <a:pt x="11" y="7"/>
                      <a:pt x="7" y="8"/>
                      <a:pt x="5" y="10"/>
                    </a:cubicBezTo>
                    <a:cubicBezTo>
                      <a:pt x="3" y="13"/>
                      <a:pt x="3" y="16"/>
                      <a:pt x="3" y="18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1" name="Freeform 1089">
                <a:extLst>
                  <a:ext uri="{FF2B5EF4-FFF2-40B4-BE49-F238E27FC236}">
                    <a16:creationId xmlns:a16="http://schemas.microsoft.com/office/drawing/2014/main" id="{9720596F-B33A-437F-AEC1-E28220F2E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417"/>
                <a:ext cx="122" cy="34"/>
              </a:xfrm>
              <a:custGeom>
                <a:avLst/>
                <a:gdLst>
                  <a:gd name="T0" fmla="*/ 0 w 81"/>
                  <a:gd name="T1" fmla="*/ 89 h 21"/>
                  <a:gd name="T2" fmla="*/ 205 w 81"/>
                  <a:gd name="T3" fmla="*/ 63 h 21"/>
                  <a:gd name="T4" fmla="*/ 270 w 81"/>
                  <a:gd name="T5" fmla="*/ 47 h 21"/>
                  <a:gd name="T6" fmla="*/ 265 w 81"/>
                  <a:gd name="T7" fmla="*/ 0 h 21"/>
                  <a:gd name="T8" fmla="*/ 252 w 81"/>
                  <a:gd name="T9" fmla="*/ 42 h 21"/>
                  <a:gd name="T10" fmla="*/ 215 w 81"/>
                  <a:gd name="T11" fmla="*/ 55 h 21"/>
                  <a:gd name="T12" fmla="*/ 167 w 81"/>
                  <a:gd name="T13" fmla="*/ 60 h 21"/>
                  <a:gd name="T14" fmla="*/ 81 w 81"/>
                  <a:gd name="T15" fmla="*/ 73 h 21"/>
                  <a:gd name="T16" fmla="*/ 39 w 81"/>
                  <a:gd name="T17" fmla="*/ 81 h 21"/>
                  <a:gd name="T18" fmla="*/ 8 w 81"/>
                  <a:gd name="T19" fmla="*/ 89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1">
                    <a:moveTo>
                      <a:pt x="0" y="21"/>
                    </a:moveTo>
                    <a:cubicBezTo>
                      <a:pt x="20" y="19"/>
                      <a:pt x="40" y="16"/>
                      <a:pt x="60" y="15"/>
                    </a:cubicBezTo>
                    <a:cubicBezTo>
                      <a:pt x="64" y="15"/>
                      <a:pt x="76" y="15"/>
                      <a:pt x="79" y="11"/>
                    </a:cubicBezTo>
                    <a:cubicBezTo>
                      <a:pt x="81" y="9"/>
                      <a:pt x="79" y="3"/>
                      <a:pt x="78" y="0"/>
                    </a:cubicBezTo>
                    <a:cubicBezTo>
                      <a:pt x="78" y="3"/>
                      <a:pt x="78" y="8"/>
                      <a:pt x="74" y="10"/>
                    </a:cubicBezTo>
                    <a:cubicBezTo>
                      <a:pt x="71" y="12"/>
                      <a:pt x="66" y="12"/>
                      <a:pt x="63" y="13"/>
                    </a:cubicBezTo>
                    <a:cubicBezTo>
                      <a:pt x="59" y="13"/>
                      <a:pt x="54" y="14"/>
                      <a:pt x="49" y="14"/>
                    </a:cubicBezTo>
                    <a:cubicBezTo>
                      <a:pt x="41" y="15"/>
                      <a:pt x="32" y="16"/>
                      <a:pt x="24" y="17"/>
                    </a:cubicBezTo>
                    <a:cubicBezTo>
                      <a:pt x="19" y="18"/>
                      <a:pt x="15" y="18"/>
                      <a:pt x="11" y="19"/>
                    </a:cubicBezTo>
                    <a:cubicBezTo>
                      <a:pt x="8" y="20"/>
                      <a:pt x="5" y="20"/>
                      <a:pt x="2" y="2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2" name="Freeform 1090">
                <a:extLst>
                  <a:ext uri="{FF2B5EF4-FFF2-40B4-BE49-F238E27FC236}">
                    <a16:creationId xmlns:a16="http://schemas.microsoft.com/office/drawing/2014/main" id="{CCC7EB4A-ACD0-4641-B666-E3EABEC2D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428"/>
                <a:ext cx="30" cy="12"/>
              </a:xfrm>
              <a:custGeom>
                <a:avLst/>
                <a:gdLst>
                  <a:gd name="T0" fmla="*/ 45 w 20"/>
                  <a:gd name="T1" fmla="*/ 0 h 7"/>
                  <a:gd name="T2" fmla="*/ 62 w 20"/>
                  <a:gd name="T3" fmla="*/ 9 h 7"/>
                  <a:gd name="T4" fmla="*/ 21 w 20"/>
                  <a:gd name="T5" fmla="*/ 36 h 7"/>
                  <a:gd name="T6" fmla="*/ 0 w 20"/>
                  <a:gd name="T7" fmla="*/ 36 h 7"/>
                  <a:gd name="T8" fmla="*/ 27 w 20"/>
                  <a:gd name="T9" fmla="*/ 36 h 7"/>
                  <a:gd name="T10" fmla="*/ 68 w 20"/>
                  <a:gd name="T11" fmla="*/ 9 h 7"/>
                  <a:gd name="T12" fmla="*/ 45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3" y="0"/>
                    </a:moveTo>
                    <a:cubicBezTo>
                      <a:pt x="16" y="0"/>
                      <a:pt x="17" y="1"/>
                      <a:pt x="18" y="2"/>
                    </a:cubicBezTo>
                    <a:cubicBezTo>
                      <a:pt x="18" y="4"/>
                      <a:pt x="12" y="6"/>
                      <a:pt x="6" y="7"/>
                    </a:cubicBezTo>
                    <a:cubicBezTo>
                      <a:pt x="3" y="7"/>
                      <a:pt x="1" y="7"/>
                      <a:pt x="0" y="7"/>
                    </a:cubicBezTo>
                    <a:cubicBezTo>
                      <a:pt x="2" y="7"/>
                      <a:pt x="5" y="7"/>
                      <a:pt x="8" y="7"/>
                    </a:cubicBezTo>
                    <a:cubicBezTo>
                      <a:pt x="15" y="6"/>
                      <a:pt x="20" y="4"/>
                      <a:pt x="20" y="2"/>
                    </a:cubicBezTo>
                    <a:cubicBezTo>
                      <a:pt x="20" y="1"/>
                      <a:pt x="17" y="0"/>
                      <a:pt x="13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3" name="Freeform 1091">
                <a:extLst>
                  <a:ext uri="{FF2B5EF4-FFF2-40B4-BE49-F238E27FC236}">
                    <a16:creationId xmlns:a16="http://schemas.microsoft.com/office/drawing/2014/main" id="{3A2164A3-C46C-43B6-B895-5D60B016F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428"/>
                <a:ext cx="28" cy="10"/>
              </a:xfrm>
              <a:custGeom>
                <a:avLst/>
                <a:gdLst>
                  <a:gd name="T0" fmla="*/ 6 w 19"/>
                  <a:gd name="T1" fmla="*/ 20 h 6"/>
                  <a:gd name="T2" fmla="*/ 40 w 19"/>
                  <a:gd name="T3" fmla="*/ 5 h 6"/>
                  <a:gd name="T4" fmla="*/ 60 w 19"/>
                  <a:gd name="T5" fmla="*/ 5 h 6"/>
                  <a:gd name="T6" fmla="*/ 32 w 19"/>
                  <a:gd name="T7" fmla="*/ 0 h 6"/>
                  <a:gd name="T8" fmla="*/ 0 w 19"/>
                  <a:gd name="T9" fmla="*/ 20 h 6"/>
                  <a:gd name="T10" fmla="*/ 15 w 19"/>
                  <a:gd name="T11" fmla="*/ 28 h 6"/>
                  <a:gd name="T12" fmla="*/ 6 w 19"/>
                  <a:gd name="T13" fmla="*/ 2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2" y="4"/>
                    </a:moveTo>
                    <a:cubicBezTo>
                      <a:pt x="2" y="3"/>
                      <a:pt x="7" y="1"/>
                      <a:pt x="12" y="1"/>
                    </a:cubicBezTo>
                    <a:cubicBezTo>
                      <a:pt x="14" y="0"/>
                      <a:pt x="17" y="1"/>
                      <a:pt x="19" y="1"/>
                    </a:cubicBezTo>
                    <a:cubicBezTo>
                      <a:pt x="17" y="0"/>
                      <a:pt x="14" y="0"/>
                      <a:pt x="10" y="0"/>
                    </a:cubicBezTo>
                    <a:cubicBezTo>
                      <a:pt x="5" y="1"/>
                      <a:pt x="0" y="3"/>
                      <a:pt x="0" y="4"/>
                    </a:cubicBezTo>
                    <a:cubicBezTo>
                      <a:pt x="0" y="5"/>
                      <a:pt x="2" y="6"/>
                      <a:pt x="5" y="6"/>
                    </a:cubicBezTo>
                    <a:cubicBezTo>
                      <a:pt x="4" y="6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4" name="Freeform 1092">
                <a:extLst>
                  <a:ext uri="{FF2B5EF4-FFF2-40B4-BE49-F238E27FC236}">
                    <a16:creationId xmlns:a16="http://schemas.microsoft.com/office/drawing/2014/main" id="{0D16C852-ECCA-495B-AD6B-F29105D83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419"/>
                <a:ext cx="190" cy="41"/>
              </a:xfrm>
              <a:custGeom>
                <a:avLst/>
                <a:gdLst>
                  <a:gd name="T0" fmla="*/ 42 w 127"/>
                  <a:gd name="T1" fmla="*/ 5 h 26"/>
                  <a:gd name="T2" fmla="*/ 295 w 127"/>
                  <a:gd name="T3" fmla="*/ 14 h 26"/>
                  <a:gd name="T4" fmla="*/ 389 w 127"/>
                  <a:gd name="T5" fmla="*/ 21 h 26"/>
                  <a:gd name="T6" fmla="*/ 425 w 127"/>
                  <a:gd name="T7" fmla="*/ 39 h 26"/>
                  <a:gd name="T8" fmla="*/ 425 w 127"/>
                  <a:gd name="T9" fmla="*/ 82 h 26"/>
                  <a:gd name="T10" fmla="*/ 398 w 127"/>
                  <a:gd name="T11" fmla="*/ 103 h 26"/>
                  <a:gd name="T12" fmla="*/ 163 w 127"/>
                  <a:gd name="T13" fmla="*/ 87 h 26"/>
                  <a:gd name="T14" fmla="*/ 28 w 127"/>
                  <a:gd name="T15" fmla="*/ 82 h 26"/>
                  <a:gd name="T16" fmla="*/ 0 w 127"/>
                  <a:gd name="T17" fmla="*/ 55 h 26"/>
                  <a:gd name="T18" fmla="*/ 0 w 127"/>
                  <a:gd name="T19" fmla="*/ 21 h 26"/>
                  <a:gd name="T20" fmla="*/ 6 w 127"/>
                  <a:gd name="T21" fmla="*/ 8 h 26"/>
                  <a:gd name="T22" fmla="*/ 42 w 127"/>
                  <a:gd name="T23" fmla="*/ 5 h 26"/>
                  <a:gd name="T24" fmla="*/ 42 w 127"/>
                  <a:gd name="T25" fmla="*/ 5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26">
                    <a:moveTo>
                      <a:pt x="13" y="1"/>
                    </a:moveTo>
                    <a:cubicBezTo>
                      <a:pt x="13" y="1"/>
                      <a:pt x="69" y="3"/>
                      <a:pt x="88" y="4"/>
                    </a:cubicBezTo>
                    <a:cubicBezTo>
                      <a:pt x="116" y="5"/>
                      <a:pt x="116" y="5"/>
                      <a:pt x="116" y="5"/>
                    </a:cubicBezTo>
                    <a:cubicBezTo>
                      <a:pt x="121" y="6"/>
                      <a:pt x="127" y="7"/>
                      <a:pt x="127" y="10"/>
                    </a:cubicBezTo>
                    <a:cubicBezTo>
                      <a:pt x="127" y="10"/>
                      <a:pt x="127" y="21"/>
                      <a:pt x="127" y="21"/>
                    </a:cubicBezTo>
                    <a:cubicBezTo>
                      <a:pt x="127" y="24"/>
                      <a:pt x="124" y="26"/>
                      <a:pt x="119" y="26"/>
                    </a:cubicBezTo>
                    <a:cubicBezTo>
                      <a:pt x="118" y="26"/>
                      <a:pt x="64" y="23"/>
                      <a:pt x="49" y="22"/>
                    </a:cubicBezTo>
                    <a:cubicBezTo>
                      <a:pt x="33" y="21"/>
                      <a:pt x="10" y="21"/>
                      <a:pt x="9" y="21"/>
                    </a:cubicBezTo>
                    <a:cubicBezTo>
                      <a:pt x="3" y="21"/>
                      <a:pt x="0" y="18"/>
                      <a:pt x="0" y="1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2"/>
                      <a:pt x="2" y="2"/>
                    </a:cubicBezTo>
                    <a:cubicBezTo>
                      <a:pt x="4" y="1"/>
                      <a:pt x="8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5" name="Freeform 1093">
                <a:extLst>
                  <a:ext uri="{FF2B5EF4-FFF2-40B4-BE49-F238E27FC236}">
                    <a16:creationId xmlns:a16="http://schemas.microsoft.com/office/drawing/2014/main" id="{EEF808AA-1E78-4E7E-844B-039CF4DA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408"/>
                <a:ext cx="192" cy="52"/>
              </a:xfrm>
              <a:custGeom>
                <a:avLst/>
                <a:gdLst>
                  <a:gd name="T0" fmla="*/ 386 w 128"/>
                  <a:gd name="T1" fmla="*/ 5 h 33"/>
                  <a:gd name="T2" fmla="*/ 431 w 128"/>
                  <a:gd name="T3" fmla="*/ 22 h 33"/>
                  <a:gd name="T4" fmla="*/ 432 w 128"/>
                  <a:gd name="T5" fmla="*/ 61 h 33"/>
                  <a:gd name="T6" fmla="*/ 396 w 128"/>
                  <a:gd name="T7" fmla="*/ 87 h 33"/>
                  <a:gd name="T8" fmla="*/ 291 w 128"/>
                  <a:gd name="T9" fmla="*/ 96 h 33"/>
                  <a:gd name="T10" fmla="*/ 41 w 128"/>
                  <a:gd name="T11" fmla="*/ 124 h 33"/>
                  <a:gd name="T12" fmla="*/ 5 w 128"/>
                  <a:gd name="T13" fmla="*/ 109 h 33"/>
                  <a:gd name="T14" fmla="*/ 0 w 128"/>
                  <a:gd name="T15" fmla="*/ 69 h 33"/>
                  <a:gd name="T16" fmla="*/ 18 w 128"/>
                  <a:gd name="T17" fmla="*/ 47 h 33"/>
                  <a:gd name="T18" fmla="*/ 207 w 128"/>
                  <a:gd name="T19" fmla="*/ 27 h 33"/>
                  <a:gd name="T20" fmla="*/ 386 w 128"/>
                  <a:gd name="T21" fmla="*/ 5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3">
                    <a:moveTo>
                      <a:pt x="114" y="1"/>
                    </a:moveTo>
                    <a:cubicBezTo>
                      <a:pt x="125" y="0"/>
                      <a:pt x="127" y="3"/>
                      <a:pt x="127" y="6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8" y="18"/>
                      <a:pt x="128" y="21"/>
                      <a:pt x="117" y="22"/>
                    </a:cubicBezTo>
                    <a:cubicBezTo>
                      <a:pt x="117" y="22"/>
                      <a:pt x="110" y="23"/>
                      <a:pt x="86" y="25"/>
                    </a:cubicBezTo>
                    <a:cubicBezTo>
                      <a:pt x="61" y="27"/>
                      <a:pt x="13" y="32"/>
                      <a:pt x="12" y="32"/>
                    </a:cubicBezTo>
                    <a:cubicBezTo>
                      <a:pt x="3" y="33"/>
                      <a:pt x="1" y="31"/>
                      <a:pt x="1" y="2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3"/>
                      <a:pt x="2" y="12"/>
                      <a:pt x="5" y="12"/>
                    </a:cubicBezTo>
                    <a:cubicBezTo>
                      <a:pt x="6" y="12"/>
                      <a:pt x="39" y="10"/>
                      <a:pt x="61" y="7"/>
                    </a:cubicBezTo>
                    <a:cubicBezTo>
                      <a:pt x="83" y="5"/>
                      <a:pt x="113" y="1"/>
                      <a:pt x="114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9461" name="Freeform 1095">
              <a:extLst>
                <a:ext uri="{FF2B5EF4-FFF2-40B4-BE49-F238E27FC236}">
                  <a16:creationId xmlns:a16="http://schemas.microsoft.com/office/drawing/2014/main" id="{895EB6D5-63F3-44D0-BDF4-BBE0E91D4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371"/>
              <a:ext cx="190" cy="78"/>
            </a:xfrm>
            <a:custGeom>
              <a:avLst/>
              <a:gdLst>
                <a:gd name="T0" fmla="*/ 384 w 127"/>
                <a:gd name="T1" fmla="*/ 103 h 49"/>
                <a:gd name="T2" fmla="*/ 425 w 127"/>
                <a:gd name="T3" fmla="*/ 137 h 49"/>
                <a:gd name="T4" fmla="*/ 416 w 127"/>
                <a:gd name="T5" fmla="*/ 177 h 49"/>
                <a:gd name="T6" fmla="*/ 376 w 127"/>
                <a:gd name="T7" fmla="*/ 185 h 49"/>
                <a:gd name="T8" fmla="*/ 275 w 127"/>
                <a:gd name="T9" fmla="*/ 158 h 49"/>
                <a:gd name="T10" fmla="*/ 33 w 127"/>
                <a:gd name="T11" fmla="*/ 89 h 49"/>
                <a:gd name="T12" fmla="*/ 0 w 127"/>
                <a:gd name="T13" fmla="*/ 56 h 49"/>
                <a:gd name="T14" fmla="*/ 9 w 127"/>
                <a:gd name="T15" fmla="*/ 21 h 49"/>
                <a:gd name="T16" fmla="*/ 33 w 127"/>
                <a:gd name="T17" fmla="*/ 0 h 49"/>
                <a:gd name="T18" fmla="*/ 215 w 127"/>
                <a:gd name="T19" fmla="*/ 56 h 49"/>
                <a:gd name="T20" fmla="*/ 384 w 127"/>
                <a:gd name="T21" fmla="*/ 103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49">
                  <a:moveTo>
                    <a:pt x="115" y="26"/>
                  </a:moveTo>
                  <a:cubicBezTo>
                    <a:pt x="127" y="28"/>
                    <a:pt x="127" y="31"/>
                    <a:pt x="127" y="34"/>
                  </a:cubicBezTo>
                  <a:cubicBezTo>
                    <a:pt x="124" y="44"/>
                    <a:pt x="124" y="44"/>
                    <a:pt x="124" y="44"/>
                  </a:cubicBezTo>
                  <a:cubicBezTo>
                    <a:pt x="124" y="46"/>
                    <a:pt x="122" y="49"/>
                    <a:pt x="112" y="46"/>
                  </a:cubicBezTo>
                  <a:cubicBezTo>
                    <a:pt x="111" y="46"/>
                    <a:pt x="106" y="45"/>
                    <a:pt x="82" y="39"/>
                  </a:cubicBezTo>
                  <a:cubicBezTo>
                    <a:pt x="58" y="33"/>
                    <a:pt x="10" y="22"/>
                    <a:pt x="10" y="22"/>
                  </a:cubicBezTo>
                  <a:cubicBezTo>
                    <a:pt x="1" y="20"/>
                    <a:pt x="0" y="17"/>
                    <a:pt x="0" y="1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0"/>
                    <a:pt x="7" y="0"/>
                    <a:pt x="10" y="0"/>
                  </a:cubicBezTo>
                  <a:cubicBezTo>
                    <a:pt x="10" y="1"/>
                    <a:pt x="42" y="9"/>
                    <a:pt x="64" y="14"/>
                  </a:cubicBezTo>
                  <a:cubicBezTo>
                    <a:pt x="86" y="20"/>
                    <a:pt x="115" y="26"/>
                    <a:pt x="115" y="26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2" name="Freeform 1096">
              <a:extLst>
                <a:ext uri="{FF2B5EF4-FFF2-40B4-BE49-F238E27FC236}">
                  <a16:creationId xmlns:a16="http://schemas.microsoft.com/office/drawing/2014/main" id="{5C30B6CD-5794-485B-BD1C-3D93C9607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404"/>
              <a:ext cx="38" cy="16"/>
            </a:xfrm>
            <a:custGeom>
              <a:avLst/>
              <a:gdLst>
                <a:gd name="T0" fmla="*/ 0 w 25"/>
                <a:gd name="T1" fmla="*/ 8 h 10"/>
                <a:gd name="T2" fmla="*/ 46 w 25"/>
                <a:gd name="T3" fmla="*/ 5 h 10"/>
                <a:gd name="T4" fmla="*/ 84 w 25"/>
                <a:gd name="T5" fmla="*/ 34 h 10"/>
                <a:gd name="T6" fmla="*/ 41 w 25"/>
                <a:gd name="T7" fmla="*/ 34 h 10"/>
                <a:gd name="T8" fmla="*/ 0 w 25"/>
                <a:gd name="T9" fmla="*/ 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0">
                  <a:moveTo>
                    <a:pt x="0" y="2"/>
                  </a:moveTo>
                  <a:cubicBezTo>
                    <a:pt x="1" y="0"/>
                    <a:pt x="6" y="0"/>
                    <a:pt x="13" y="1"/>
                  </a:cubicBezTo>
                  <a:cubicBezTo>
                    <a:pt x="20" y="3"/>
                    <a:pt x="25" y="6"/>
                    <a:pt x="24" y="8"/>
                  </a:cubicBezTo>
                  <a:cubicBezTo>
                    <a:pt x="24" y="10"/>
                    <a:pt x="18" y="10"/>
                    <a:pt x="12" y="8"/>
                  </a:cubicBezTo>
                  <a:cubicBezTo>
                    <a:pt x="5" y="7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3" name="Freeform 1097">
              <a:extLst>
                <a:ext uri="{FF2B5EF4-FFF2-40B4-BE49-F238E27FC236}">
                  <a16:creationId xmlns:a16="http://schemas.microsoft.com/office/drawing/2014/main" id="{51672D05-B4EF-4B29-985C-05EC658D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400"/>
              <a:ext cx="39" cy="16"/>
            </a:xfrm>
            <a:custGeom>
              <a:avLst/>
              <a:gdLst>
                <a:gd name="T0" fmla="*/ 5 w 26"/>
                <a:gd name="T1" fmla="*/ 13 h 10"/>
                <a:gd name="T2" fmla="*/ 48 w 26"/>
                <a:gd name="T3" fmla="*/ 8 h 10"/>
                <a:gd name="T4" fmla="*/ 86 w 26"/>
                <a:gd name="T5" fmla="*/ 34 h 10"/>
                <a:gd name="T6" fmla="*/ 41 w 26"/>
                <a:gd name="T7" fmla="*/ 35 h 10"/>
                <a:gd name="T8" fmla="*/ 5 w 26"/>
                <a:gd name="T9" fmla="*/ 1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">
                  <a:moveTo>
                    <a:pt x="1" y="3"/>
                  </a:moveTo>
                  <a:cubicBezTo>
                    <a:pt x="1" y="1"/>
                    <a:pt x="7" y="0"/>
                    <a:pt x="14" y="2"/>
                  </a:cubicBezTo>
                  <a:cubicBezTo>
                    <a:pt x="20" y="4"/>
                    <a:pt x="26" y="6"/>
                    <a:pt x="25" y="8"/>
                  </a:cubicBezTo>
                  <a:cubicBezTo>
                    <a:pt x="25" y="10"/>
                    <a:pt x="19" y="10"/>
                    <a:pt x="12" y="9"/>
                  </a:cubicBezTo>
                  <a:cubicBezTo>
                    <a:pt x="5" y="7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4" name="Freeform 1098">
              <a:extLst>
                <a:ext uri="{FF2B5EF4-FFF2-40B4-BE49-F238E27FC236}">
                  <a16:creationId xmlns:a16="http://schemas.microsoft.com/office/drawing/2014/main" id="{3EE03F26-2B9C-4553-8E2E-30FAC2D55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374"/>
              <a:ext cx="81" cy="21"/>
            </a:xfrm>
            <a:custGeom>
              <a:avLst/>
              <a:gdLst>
                <a:gd name="T0" fmla="*/ 0 w 54"/>
                <a:gd name="T1" fmla="*/ 47 h 13"/>
                <a:gd name="T2" fmla="*/ 12 w 54"/>
                <a:gd name="T3" fmla="*/ 5 h 13"/>
                <a:gd name="T4" fmla="*/ 59 w 54"/>
                <a:gd name="T5" fmla="*/ 16 h 13"/>
                <a:gd name="T6" fmla="*/ 122 w 54"/>
                <a:gd name="T7" fmla="*/ 34 h 13"/>
                <a:gd name="T8" fmla="*/ 153 w 54"/>
                <a:gd name="T9" fmla="*/ 47 h 13"/>
                <a:gd name="T10" fmla="*/ 183 w 54"/>
                <a:gd name="T11" fmla="*/ 55 h 13"/>
                <a:gd name="T12" fmla="*/ 54 w 54"/>
                <a:gd name="T13" fmla="*/ 26 h 13"/>
                <a:gd name="T14" fmla="*/ 18 w 54"/>
                <a:gd name="T15" fmla="*/ 29 h 13"/>
                <a:gd name="T16" fmla="*/ 5 w 54"/>
                <a:gd name="T17" fmla="*/ 5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3">
                  <a:moveTo>
                    <a:pt x="0" y="11"/>
                  </a:moveTo>
                  <a:cubicBezTo>
                    <a:pt x="1" y="8"/>
                    <a:pt x="0" y="3"/>
                    <a:pt x="3" y="1"/>
                  </a:cubicBezTo>
                  <a:cubicBezTo>
                    <a:pt x="6" y="0"/>
                    <a:pt x="13" y="3"/>
                    <a:pt x="17" y="4"/>
                  </a:cubicBezTo>
                  <a:cubicBezTo>
                    <a:pt x="23" y="5"/>
                    <a:pt x="30" y="7"/>
                    <a:pt x="36" y="8"/>
                  </a:cubicBezTo>
                  <a:cubicBezTo>
                    <a:pt x="39" y="9"/>
                    <a:pt x="42" y="10"/>
                    <a:pt x="45" y="11"/>
                  </a:cubicBezTo>
                  <a:cubicBezTo>
                    <a:pt x="48" y="11"/>
                    <a:pt x="51" y="12"/>
                    <a:pt x="54" y="13"/>
                  </a:cubicBezTo>
                  <a:cubicBezTo>
                    <a:pt x="42" y="12"/>
                    <a:pt x="28" y="7"/>
                    <a:pt x="16" y="6"/>
                  </a:cubicBezTo>
                  <a:cubicBezTo>
                    <a:pt x="12" y="5"/>
                    <a:pt x="7" y="5"/>
                    <a:pt x="5" y="7"/>
                  </a:cubicBezTo>
                  <a:cubicBezTo>
                    <a:pt x="2" y="9"/>
                    <a:pt x="1" y="11"/>
                    <a:pt x="1" y="13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5" name="Freeform 1099">
              <a:extLst>
                <a:ext uri="{FF2B5EF4-FFF2-40B4-BE49-F238E27FC236}">
                  <a16:creationId xmlns:a16="http://schemas.microsoft.com/office/drawing/2014/main" id="{BE5D2EF7-FB1C-4097-B359-DF23D85AC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416"/>
              <a:ext cx="120" cy="30"/>
            </a:xfrm>
            <a:custGeom>
              <a:avLst/>
              <a:gdLst>
                <a:gd name="T0" fmla="*/ 0 w 80"/>
                <a:gd name="T1" fmla="*/ 0 h 19"/>
                <a:gd name="T2" fmla="*/ 197 w 80"/>
                <a:gd name="T3" fmla="*/ 55 h 19"/>
                <a:gd name="T4" fmla="*/ 261 w 80"/>
                <a:gd name="T5" fmla="*/ 62 h 19"/>
                <a:gd name="T6" fmla="*/ 270 w 80"/>
                <a:gd name="T7" fmla="*/ 21 h 19"/>
                <a:gd name="T8" fmla="*/ 248 w 80"/>
                <a:gd name="T9" fmla="*/ 55 h 19"/>
                <a:gd name="T10" fmla="*/ 210 w 80"/>
                <a:gd name="T11" fmla="*/ 47 h 19"/>
                <a:gd name="T12" fmla="*/ 162 w 80"/>
                <a:gd name="T13" fmla="*/ 35 h 19"/>
                <a:gd name="T14" fmla="*/ 80 w 80"/>
                <a:gd name="T15" fmla="*/ 14 h 19"/>
                <a:gd name="T16" fmla="*/ 35 w 80"/>
                <a:gd name="T17" fmla="*/ 8 h 19"/>
                <a:gd name="T18" fmla="*/ 5 w 80"/>
                <a:gd name="T19" fmla="*/ 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9">
                  <a:moveTo>
                    <a:pt x="0" y="0"/>
                  </a:moveTo>
                  <a:cubicBezTo>
                    <a:pt x="19" y="5"/>
                    <a:pt x="39" y="8"/>
                    <a:pt x="58" y="14"/>
                  </a:cubicBezTo>
                  <a:cubicBezTo>
                    <a:pt x="62" y="15"/>
                    <a:pt x="74" y="19"/>
                    <a:pt x="77" y="16"/>
                  </a:cubicBezTo>
                  <a:cubicBezTo>
                    <a:pt x="80" y="15"/>
                    <a:pt x="80" y="8"/>
                    <a:pt x="80" y="5"/>
                  </a:cubicBezTo>
                  <a:cubicBezTo>
                    <a:pt x="79" y="8"/>
                    <a:pt x="77" y="13"/>
                    <a:pt x="73" y="14"/>
                  </a:cubicBezTo>
                  <a:cubicBezTo>
                    <a:pt x="69" y="14"/>
                    <a:pt x="65" y="13"/>
                    <a:pt x="62" y="12"/>
                  </a:cubicBezTo>
                  <a:cubicBezTo>
                    <a:pt x="57" y="11"/>
                    <a:pt x="53" y="11"/>
                    <a:pt x="48" y="9"/>
                  </a:cubicBezTo>
                  <a:cubicBezTo>
                    <a:pt x="40" y="7"/>
                    <a:pt x="31" y="5"/>
                    <a:pt x="23" y="4"/>
                  </a:cubicBezTo>
                  <a:cubicBezTo>
                    <a:pt x="19" y="3"/>
                    <a:pt x="14" y="3"/>
                    <a:pt x="10" y="2"/>
                  </a:cubicBezTo>
                  <a:cubicBezTo>
                    <a:pt x="7" y="1"/>
                    <a:pt x="4" y="0"/>
                    <a:pt x="1" y="1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6" name="Freeform 1100">
              <a:extLst>
                <a:ext uri="{FF2B5EF4-FFF2-40B4-BE49-F238E27FC236}">
                  <a16:creationId xmlns:a16="http://schemas.microsoft.com/office/drawing/2014/main" id="{FC75C3C0-8AB6-467F-9ED4-95CAE985A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406"/>
              <a:ext cx="32" cy="11"/>
            </a:xfrm>
            <a:custGeom>
              <a:avLst/>
              <a:gdLst>
                <a:gd name="T0" fmla="*/ 53 w 21"/>
                <a:gd name="T1" fmla="*/ 0 h 7"/>
                <a:gd name="T2" fmla="*/ 62 w 21"/>
                <a:gd name="T3" fmla="*/ 13 h 7"/>
                <a:gd name="T4" fmla="*/ 18 w 21"/>
                <a:gd name="T5" fmla="*/ 14 h 7"/>
                <a:gd name="T6" fmla="*/ 0 w 21"/>
                <a:gd name="T7" fmla="*/ 8 h 7"/>
                <a:gd name="T8" fmla="*/ 26 w 21"/>
                <a:gd name="T9" fmla="*/ 20 h 7"/>
                <a:gd name="T10" fmla="*/ 70 w 21"/>
                <a:gd name="T11" fmla="*/ 14 h 7"/>
                <a:gd name="T12" fmla="*/ 53 w 21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">
                  <a:moveTo>
                    <a:pt x="15" y="0"/>
                  </a:moveTo>
                  <a:cubicBezTo>
                    <a:pt x="17" y="1"/>
                    <a:pt x="18" y="2"/>
                    <a:pt x="18" y="3"/>
                  </a:cubicBezTo>
                  <a:cubicBezTo>
                    <a:pt x="18" y="5"/>
                    <a:pt x="12" y="6"/>
                    <a:pt x="5" y="4"/>
                  </a:cubicBezTo>
                  <a:cubicBezTo>
                    <a:pt x="3" y="4"/>
                    <a:pt x="1" y="3"/>
                    <a:pt x="0" y="2"/>
                  </a:cubicBezTo>
                  <a:cubicBezTo>
                    <a:pt x="2" y="3"/>
                    <a:pt x="4" y="4"/>
                    <a:pt x="7" y="5"/>
                  </a:cubicBezTo>
                  <a:cubicBezTo>
                    <a:pt x="14" y="7"/>
                    <a:pt x="20" y="6"/>
                    <a:pt x="20" y="4"/>
                  </a:cubicBezTo>
                  <a:cubicBezTo>
                    <a:pt x="21" y="3"/>
                    <a:pt x="18" y="1"/>
                    <a:pt x="15" y="0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7" name="Freeform 1101">
              <a:extLst>
                <a:ext uri="{FF2B5EF4-FFF2-40B4-BE49-F238E27FC236}">
                  <a16:creationId xmlns:a16="http://schemas.microsoft.com/office/drawing/2014/main" id="{097BAD41-8695-4785-A452-50E68E80C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401"/>
              <a:ext cx="29" cy="8"/>
            </a:xfrm>
            <a:custGeom>
              <a:avLst/>
              <a:gdLst>
                <a:gd name="T0" fmla="*/ 8 w 19"/>
                <a:gd name="T1" fmla="*/ 13 h 5"/>
                <a:gd name="T2" fmla="*/ 47 w 19"/>
                <a:gd name="T3" fmla="*/ 13 h 5"/>
                <a:gd name="T4" fmla="*/ 67 w 19"/>
                <a:gd name="T5" fmla="*/ 21 h 5"/>
                <a:gd name="T6" fmla="*/ 40 w 19"/>
                <a:gd name="T7" fmla="*/ 8 h 5"/>
                <a:gd name="T8" fmla="*/ 0 w 19"/>
                <a:gd name="T9" fmla="*/ 8 h 5"/>
                <a:gd name="T10" fmla="*/ 14 w 19"/>
                <a:gd name="T11" fmla="*/ 21 h 5"/>
                <a:gd name="T12" fmla="*/ 8 w 19"/>
                <a:gd name="T13" fmla="*/ 13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">
                  <a:moveTo>
                    <a:pt x="2" y="3"/>
                  </a:moveTo>
                  <a:cubicBezTo>
                    <a:pt x="2" y="1"/>
                    <a:pt x="7" y="1"/>
                    <a:pt x="13" y="3"/>
                  </a:cubicBezTo>
                  <a:cubicBezTo>
                    <a:pt x="15" y="3"/>
                    <a:pt x="17" y="4"/>
                    <a:pt x="19" y="5"/>
                  </a:cubicBezTo>
                  <a:cubicBezTo>
                    <a:pt x="17" y="4"/>
                    <a:pt x="14" y="3"/>
                    <a:pt x="11" y="2"/>
                  </a:cubicBezTo>
                  <a:cubicBezTo>
                    <a:pt x="5" y="0"/>
                    <a:pt x="1" y="1"/>
                    <a:pt x="0" y="2"/>
                  </a:cubicBezTo>
                  <a:cubicBezTo>
                    <a:pt x="0" y="3"/>
                    <a:pt x="1" y="4"/>
                    <a:pt x="4" y="5"/>
                  </a:cubicBezTo>
                  <a:cubicBezTo>
                    <a:pt x="3" y="5"/>
                    <a:pt x="1" y="4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8" name="Freeform 1102">
              <a:extLst>
                <a:ext uri="{FF2B5EF4-FFF2-40B4-BE49-F238E27FC236}">
                  <a16:creationId xmlns:a16="http://schemas.microsoft.com/office/drawing/2014/main" id="{2275E238-E87B-4BC0-A552-906F0D163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371"/>
              <a:ext cx="190" cy="78"/>
            </a:xfrm>
            <a:custGeom>
              <a:avLst/>
              <a:gdLst>
                <a:gd name="T0" fmla="*/ 384 w 127"/>
                <a:gd name="T1" fmla="*/ 103 h 49"/>
                <a:gd name="T2" fmla="*/ 425 w 127"/>
                <a:gd name="T3" fmla="*/ 137 h 49"/>
                <a:gd name="T4" fmla="*/ 416 w 127"/>
                <a:gd name="T5" fmla="*/ 177 h 49"/>
                <a:gd name="T6" fmla="*/ 376 w 127"/>
                <a:gd name="T7" fmla="*/ 185 h 49"/>
                <a:gd name="T8" fmla="*/ 275 w 127"/>
                <a:gd name="T9" fmla="*/ 158 h 49"/>
                <a:gd name="T10" fmla="*/ 33 w 127"/>
                <a:gd name="T11" fmla="*/ 89 h 49"/>
                <a:gd name="T12" fmla="*/ 0 w 127"/>
                <a:gd name="T13" fmla="*/ 56 h 49"/>
                <a:gd name="T14" fmla="*/ 9 w 127"/>
                <a:gd name="T15" fmla="*/ 21 h 49"/>
                <a:gd name="T16" fmla="*/ 33 w 127"/>
                <a:gd name="T17" fmla="*/ 0 h 49"/>
                <a:gd name="T18" fmla="*/ 215 w 127"/>
                <a:gd name="T19" fmla="*/ 56 h 49"/>
                <a:gd name="T20" fmla="*/ 384 w 127"/>
                <a:gd name="T21" fmla="*/ 103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49">
                  <a:moveTo>
                    <a:pt x="115" y="26"/>
                  </a:moveTo>
                  <a:cubicBezTo>
                    <a:pt x="127" y="28"/>
                    <a:pt x="127" y="31"/>
                    <a:pt x="127" y="34"/>
                  </a:cubicBezTo>
                  <a:cubicBezTo>
                    <a:pt x="124" y="44"/>
                    <a:pt x="124" y="44"/>
                    <a:pt x="124" y="44"/>
                  </a:cubicBezTo>
                  <a:cubicBezTo>
                    <a:pt x="124" y="46"/>
                    <a:pt x="122" y="49"/>
                    <a:pt x="112" y="46"/>
                  </a:cubicBezTo>
                  <a:cubicBezTo>
                    <a:pt x="111" y="46"/>
                    <a:pt x="106" y="45"/>
                    <a:pt x="82" y="39"/>
                  </a:cubicBezTo>
                  <a:cubicBezTo>
                    <a:pt x="58" y="33"/>
                    <a:pt x="10" y="22"/>
                    <a:pt x="10" y="22"/>
                  </a:cubicBezTo>
                  <a:cubicBezTo>
                    <a:pt x="1" y="20"/>
                    <a:pt x="0" y="17"/>
                    <a:pt x="0" y="1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0"/>
                    <a:pt x="7" y="0"/>
                    <a:pt x="10" y="0"/>
                  </a:cubicBezTo>
                  <a:cubicBezTo>
                    <a:pt x="10" y="1"/>
                    <a:pt x="42" y="9"/>
                    <a:pt x="64" y="14"/>
                  </a:cubicBezTo>
                  <a:cubicBezTo>
                    <a:pt x="86" y="20"/>
                    <a:pt x="115" y="26"/>
                    <a:pt x="115" y="2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69" name="Freeform 1103">
              <a:extLst>
                <a:ext uri="{FF2B5EF4-FFF2-40B4-BE49-F238E27FC236}">
                  <a16:creationId xmlns:a16="http://schemas.microsoft.com/office/drawing/2014/main" id="{86DC3D69-A401-4A19-9B1C-A785F1B1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293"/>
              <a:ext cx="187" cy="102"/>
            </a:xfrm>
            <a:custGeom>
              <a:avLst/>
              <a:gdLst>
                <a:gd name="T0" fmla="*/ 15 w 125"/>
                <a:gd name="T1" fmla="*/ 89 h 64"/>
                <a:gd name="T2" fmla="*/ 15 w 125"/>
                <a:gd name="T3" fmla="*/ 89 h 64"/>
                <a:gd name="T4" fmla="*/ 1 w 125"/>
                <a:gd name="T5" fmla="*/ 61 h 64"/>
                <a:gd name="T6" fmla="*/ 15 w 125"/>
                <a:gd name="T7" fmla="*/ 26 h 64"/>
                <a:gd name="T8" fmla="*/ 73 w 125"/>
                <a:gd name="T9" fmla="*/ 26 h 64"/>
                <a:gd name="T10" fmla="*/ 257 w 125"/>
                <a:gd name="T11" fmla="*/ 110 h 64"/>
                <a:gd name="T12" fmla="*/ 384 w 125"/>
                <a:gd name="T13" fmla="*/ 163 h 64"/>
                <a:gd name="T14" fmla="*/ 416 w 125"/>
                <a:gd name="T15" fmla="*/ 204 h 64"/>
                <a:gd name="T16" fmla="*/ 405 w 125"/>
                <a:gd name="T17" fmla="*/ 239 h 64"/>
                <a:gd name="T18" fmla="*/ 378 w 125"/>
                <a:gd name="T19" fmla="*/ 252 h 64"/>
                <a:gd name="T20" fmla="*/ 194 w 125"/>
                <a:gd name="T21" fmla="*/ 179 h 64"/>
                <a:gd name="T22" fmla="*/ 15 w 125"/>
                <a:gd name="T23" fmla="*/ 89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64">
                  <a:moveTo>
                    <a:pt x="5" y="22"/>
                  </a:moveTo>
                  <a:cubicBezTo>
                    <a:pt x="5" y="22"/>
                    <a:pt x="5" y="22"/>
                    <a:pt x="5" y="22"/>
                  </a:cubicBezTo>
                  <a:cubicBezTo>
                    <a:pt x="2" y="21"/>
                    <a:pt x="0" y="20"/>
                    <a:pt x="1" y="1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3"/>
                    <a:pt x="7" y="0"/>
                    <a:pt x="22" y="6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21" y="42"/>
                    <a:pt x="125" y="47"/>
                    <a:pt x="124" y="50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0" y="62"/>
                    <a:pt x="117" y="64"/>
                    <a:pt x="113" y="62"/>
                  </a:cubicBezTo>
                  <a:cubicBezTo>
                    <a:pt x="112" y="62"/>
                    <a:pt x="70" y="48"/>
                    <a:pt x="58" y="44"/>
                  </a:cubicBezTo>
                  <a:cubicBezTo>
                    <a:pt x="47" y="39"/>
                    <a:pt x="6" y="23"/>
                    <a:pt x="5" y="22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0" name="Freeform 1104">
              <a:extLst>
                <a:ext uri="{FF2B5EF4-FFF2-40B4-BE49-F238E27FC236}">
                  <a16:creationId xmlns:a16="http://schemas.microsoft.com/office/drawing/2014/main" id="{C07076A8-AAF1-4B22-B9B2-C6CA57449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342"/>
              <a:ext cx="38" cy="19"/>
            </a:xfrm>
            <a:custGeom>
              <a:avLst/>
              <a:gdLst>
                <a:gd name="T0" fmla="*/ 84 w 25"/>
                <a:gd name="T1" fmla="*/ 40 h 12"/>
                <a:gd name="T2" fmla="*/ 41 w 25"/>
                <a:gd name="T3" fmla="*/ 35 h 12"/>
                <a:gd name="T4" fmla="*/ 5 w 25"/>
                <a:gd name="T5" fmla="*/ 8 h 12"/>
                <a:gd name="T6" fmla="*/ 49 w 25"/>
                <a:gd name="T7" fmla="*/ 13 h 12"/>
                <a:gd name="T8" fmla="*/ 84 w 25"/>
                <a:gd name="T9" fmla="*/ 4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2">
                  <a:moveTo>
                    <a:pt x="24" y="10"/>
                  </a:moveTo>
                  <a:cubicBezTo>
                    <a:pt x="24" y="12"/>
                    <a:pt x="18" y="12"/>
                    <a:pt x="12" y="9"/>
                  </a:cubicBezTo>
                  <a:cubicBezTo>
                    <a:pt x="5" y="7"/>
                    <a:pt x="0" y="3"/>
                    <a:pt x="1" y="2"/>
                  </a:cubicBezTo>
                  <a:cubicBezTo>
                    <a:pt x="2" y="0"/>
                    <a:pt x="8" y="0"/>
                    <a:pt x="14" y="3"/>
                  </a:cubicBezTo>
                  <a:cubicBezTo>
                    <a:pt x="20" y="5"/>
                    <a:pt x="25" y="8"/>
                    <a:pt x="24" y="10"/>
                  </a:cubicBezTo>
                  <a:close/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1" name="Freeform 1105">
              <a:extLst>
                <a:ext uri="{FF2B5EF4-FFF2-40B4-BE49-F238E27FC236}">
                  <a16:creationId xmlns:a16="http://schemas.microsoft.com/office/drawing/2014/main" id="{83C340CA-E3C3-4BC4-ABBE-C25063307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337"/>
              <a:ext cx="38" cy="19"/>
            </a:xfrm>
            <a:custGeom>
              <a:avLst/>
              <a:gdLst>
                <a:gd name="T0" fmla="*/ 84 w 25"/>
                <a:gd name="T1" fmla="*/ 40 h 12"/>
                <a:gd name="T2" fmla="*/ 41 w 25"/>
                <a:gd name="T3" fmla="*/ 40 h 12"/>
                <a:gd name="T4" fmla="*/ 5 w 25"/>
                <a:gd name="T5" fmla="*/ 8 h 12"/>
                <a:gd name="T6" fmla="*/ 49 w 25"/>
                <a:gd name="T7" fmla="*/ 13 h 12"/>
                <a:gd name="T8" fmla="*/ 84 w 25"/>
                <a:gd name="T9" fmla="*/ 4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2">
                  <a:moveTo>
                    <a:pt x="24" y="10"/>
                  </a:moveTo>
                  <a:cubicBezTo>
                    <a:pt x="24" y="12"/>
                    <a:pt x="18" y="12"/>
                    <a:pt x="12" y="10"/>
                  </a:cubicBezTo>
                  <a:cubicBezTo>
                    <a:pt x="5" y="7"/>
                    <a:pt x="0" y="4"/>
                    <a:pt x="1" y="2"/>
                  </a:cubicBezTo>
                  <a:cubicBezTo>
                    <a:pt x="2" y="0"/>
                    <a:pt x="8" y="1"/>
                    <a:pt x="14" y="3"/>
                  </a:cubicBezTo>
                  <a:cubicBezTo>
                    <a:pt x="20" y="5"/>
                    <a:pt x="25" y="9"/>
                    <a:pt x="24" y="10"/>
                  </a:cubicBezTo>
                  <a:close/>
                </a:path>
              </a:pathLst>
            </a:cu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2" name="Freeform 1106">
              <a:extLst>
                <a:ext uri="{FF2B5EF4-FFF2-40B4-BE49-F238E27FC236}">
                  <a16:creationId xmlns:a16="http://schemas.microsoft.com/office/drawing/2014/main" id="{5CF2A0CF-BF11-4B35-8EDE-2E346E0CF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301"/>
              <a:ext cx="79" cy="27"/>
            </a:xfrm>
            <a:custGeom>
              <a:avLst/>
              <a:gdLst>
                <a:gd name="T0" fmla="*/ 0 w 53"/>
                <a:gd name="T1" fmla="*/ 35 h 17"/>
                <a:gd name="T2" fmla="*/ 15 w 53"/>
                <a:gd name="T3" fmla="*/ 5 h 17"/>
                <a:gd name="T4" fmla="*/ 55 w 53"/>
                <a:gd name="T5" fmla="*/ 16 h 17"/>
                <a:gd name="T6" fmla="*/ 119 w 53"/>
                <a:gd name="T7" fmla="*/ 43 h 17"/>
                <a:gd name="T8" fmla="*/ 146 w 53"/>
                <a:gd name="T9" fmla="*/ 56 h 17"/>
                <a:gd name="T10" fmla="*/ 176 w 53"/>
                <a:gd name="T11" fmla="*/ 68 h 17"/>
                <a:gd name="T12" fmla="*/ 54 w 53"/>
                <a:gd name="T13" fmla="*/ 21 h 17"/>
                <a:gd name="T14" fmla="*/ 15 w 53"/>
                <a:gd name="T15" fmla="*/ 21 h 17"/>
                <a:gd name="T16" fmla="*/ 0 w 53"/>
                <a:gd name="T17" fmla="*/ 43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7">
                  <a:moveTo>
                    <a:pt x="0" y="9"/>
                  </a:moveTo>
                  <a:cubicBezTo>
                    <a:pt x="1" y="7"/>
                    <a:pt x="2" y="2"/>
                    <a:pt x="5" y="1"/>
                  </a:cubicBezTo>
                  <a:cubicBezTo>
                    <a:pt x="8" y="0"/>
                    <a:pt x="13" y="2"/>
                    <a:pt x="17" y="4"/>
                  </a:cubicBezTo>
                  <a:cubicBezTo>
                    <a:pt x="23" y="6"/>
                    <a:pt x="29" y="8"/>
                    <a:pt x="36" y="11"/>
                  </a:cubicBezTo>
                  <a:cubicBezTo>
                    <a:pt x="39" y="12"/>
                    <a:pt x="41" y="13"/>
                    <a:pt x="44" y="14"/>
                  </a:cubicBezTo>
                  <a:cubicBezTo>
                    <a:pt x="47" y="15"/>
                    <a:pt x="50" y="16"/>
                    <a:pt x="53" y="17"/>
                  </a:cubicBezTo>
                  <a:cubicBezTo>
                    <a:pt x="40" y="15"/>
                    <a:pt x="28" y="9"/>
                    <a:pt x="16" y="5"/>
                  </a:cubicBezTo>
                  <a:cubicBezTo>
                    <a:pt x="12" y="4"/>
                    <a:pt x="7" y="3"/>
                    <a:pt x="5" y="5"/>
                  </a:cubicBezTo>
                  <a:cubicBezTo>
                    <a:pt x="2" y="7"/>
                    <a:pt x="1" y="9"/>
                    <a:pt x="0" y="11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3" name="Freeform 1107">
              <a:extLst>
                <a:ext uri="{FF2B5EF4-FFF2-40B4-BE49-F238E27FC236}">
                  <a16:creationId xmlns:a16="http://schemas.microsoft.com/office/drawing/2014/main" id="{D2062207-A5F6-4DDA-AE7B-C9B82C0BC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345"/>
              <a:ext cx="134" cy="45"/>
            </a:xfrm>
            <a:custGeom>
              <a:avLst/>
              <a:gdLst>
                <a:gd name="T0" fmla="*/ 300 w 89"/>
                <a:gd name="T1" fmla="*/ 80 h 28"/>
                <a:gd name="T2" fmla="*/ 279 w 89"/>
                <a:gd name="T3" fmla="*/ 111 h 28"/>
                <a:gd name="T4" fmla="*/ 229 w 89"/>
                <a:gd name="T5" fmla="*/ 95 h 28"/>
                <a:gd name="T6" fmla="*/ 157 w 89"/>
                <a:gd name="T7" fmla="*/ 68 h 28"/>
                <a:gd name="T8" fmla="*/ 0 w 89"/>
                <a:gd name="T9" fmla="*/ 0 h 28"/>
                <a:gd name="T10" fmla="*/ 107 w 89"/>
                <a:gd name="T11" fmla="*/ 42 h 28"/>
                <a:gd name="T12" fmla="*/ 215 w 89"/>
                <a:gd name="T13" fmla="*/ 80 h 28"/>
                <a:gd name="T14" fmla="*/ 292 w 89"/>
                <a:gd name="T15" fmla="*/ 50 h 28"/>
                <a:gd name="T16" fmla="*/ 300 w 89"/>
                <a:gd name="T17" fmla="*/ 7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28">
                  <a:moveTo>
                    <a:pt x="88" y="19"/>
                  </a:moveTo>
                  <a:cubicBezTo>
                    <a:pt x="87" y="22"/>
                    <a:pt x="88" y="27"/>
                    <a:pt x="82" y="27"/>
                  </a:cubicBezTo>
                  <a:cubicBezTo>
                    <a:pt x="78" y="28"/>
                    <a:pt x="71" y="25"/>
                    <a:pt x="67" y="23"/>
                  </a:cubicBezTo>
                  <a:cubicBezTo>
                    <a:pt x="58" y="20"/>
                    <a:pt x="55" y="19"/>
                    <a:pt x="46" y="16"/>
                  </a:cubicBezTo>
                  <a:cubicBezTo>
                    <a:pt x="33" y="12"/>
                    <a:pt x="13" y="6"/>
                    <a:pt x="0" y="0"/>
                  </a:cubicBezTo>
                  <a:cubicBezTo>
                    <a:pt x="10" y="3"/>
                    <a:pt x="22" y="7"/>
                    <a:pt x="31" y="10"/>
                  </a:cubicBezTo>
                  <a:cubicBezTo>
                    <a:pt x="42" y="14"/>
                    <a:pt x="52" y="16"/>
                    <a:pt x="63" y="19"/>
                  </a:cubicBezTo>
                  <a:cubicBezTo>
                    <a:pt x="73" y="22"/>
                    <a:pt x="89" y="22"/>
                    <a:pt x="86" y="12"/>
                  </a:cubicBezTo>
                  <a:cubicBezTo>
                    <a:pt x="89" y="14"/>
                    <a:pt x="88" y="16"/>
                    <a:pt x="88" y="18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4" name="Freeform 1108">
              <a:extLst>
                <a:ext uri="{FF2B5EF4-FFF2-40B4-BE49-F238E27FC236}">
                  <a16:creationId xmlns:a16="http://schemas.microsoft.com/office/drawing/2014/main" id="{62F017A8-6E0C-4B78-AC5E-4017436E5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345"/>
              <a:ext cx="32" cy="11"/>
            </a:xfrm>
            <a:custGeom>
              <a:avLst/>
              <a:gdLst>
                <a:gd name="T0" fmla="*/ 53 w 21"/>
                <a:gd name="T1" fmla="*/ 0 h 7"/>
                <a:gd name="T2" fmla="*/ 67 w 21"/>
                <a:gd name="T3" fmla="*/ 14 h 7"/>
                <a:gd name="T4" fmla="*/ 21 w 21"/>
                <a:gd name="T5" fmla="*/ 13 h 7"/>
                <a:gd name="T6" fmla="*/ 0 w 21"/>
                <a:gd name="T7" fmla="*/ 5 h 7"/>
                <a:gd name="T8" fmla="*/ 27 w 21"/>
                <a:gd name="T9" fmla="*/ 20 h 7"/>
                <a:gd name="T10" fmla="*/ 75 w 21"/>
                <a:gd name="T11" fmla="*/ 22 h 7"/>
                <a:gd name="T12" fmla="*/ 53 w 21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">
                  <a:moveTo>
                    <a:pt x="15" y="0"/>
                  </a:moveTo>
                  <a:cubicBezTo>
                    <a:pt x="18" y="2"/>
                    <a:pt x="19" y="3"/>
                    <a:pt x="19" y="4"/>
                  </a:cubicBezTo>
                  <a:cubicBezTo>
                    <a:pt x="18" y="6"/>
                    <a:pt x="12" y="6"/>
                    <a:pt x="6" y="3"/>
                  </a:cubicBezTo>
                  <a:cubicBezTo>
                    <a:pt x="4" y="3"/>
                    <a:pt x="2" y="2"/>
                    <a:pt x="0" y="1"/>
                  </a:cubicBezTo>
                  <a:cubicBezTo>
                    <a:pt x="2" y="2"/>
                    <a:pt x="5" y="4"/>
                    <a:pt x="8" y="5"/>
                  </a:cubicBezTo>
                  <a:cubicBezTo>
                    <a:pt x="14" y="7"/>
                    <a:pt x="20" y="7"/>
                    <a:pt x="21" y="6"/>
                  </a:cubicBezTo>
                  <a:cubicBezTo>
                    <a:pt x="21" y="4"/>
                    <a:pt x="19" y="2"/>
                    <a:pt x="15" y="0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5" name="Freeform 1109">
              <a:extLst>
                <a:ext uri="{FF2B5EF4-FFF2-40B4-BE49-F238E27FC236}">
                  <a16:creationId xmlns:a16="http://schemas.microsoft.com/office/drawing/2014/main" id="{5D33E702-C021-4335-8C8F-E0FB802DA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339"/>
              <a:ext cx="27" cy="11"/>
            </a:xfrm>
            <a:custGeom>
              <a:avLst/>
              <a:gdLst>
                <a:gd name="T0" fmla="*/ 8 w 18"/>
                <a:gd name="T1" fmla="*/ 8 h 7"/>
                <a:gd name="T2" fmla="*/ 41 w 18"/>
                <a:gd name="T3" fmla="*/ 14 h 7"/>
                <a:gd name="T4" fmla="*/ 62 w 18"/>
                <a:gd name="T5" fmla="*/ 27 h 7"/>
                <a:gd name="T6" fmla="*/ 39 w 18"/>
                <a:gd name="T7" fmla="*/ 13 h 7"/>
                <a:gd name="T8" fmla="*/ 0 w 18"/>
                <a:gd name="T9" fmla="*/ 8 h 7"/>
                <a:gd name="T10" fmla="*/ 12 w 18"/>
                <a:gd name="T11" fmla="*/ 20 h 7"/>
                <a:gd name="T12" fmla="*/ 8 w 18"/>
                <a:gd name="T13" fmla="*/ 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">
                  <a:moveTo>
                    <a:pt x="2" y="2"/>
                  </a:moveTo>
                  <a:cubicBezTo>
                    <a:pt x="2" y="1"/>
                    <a:pt x="7" y="2"/>
                    <a:pt x="12" y="4"/>
                  </a:cubicBezTo>
                  <a:cubicBezTo>
                    <a:pt x="15" y="4"/>
                    <a:pt x="17" y="6"/>
                    <a:pt x="18" y="7"/>
                  </a:cubicBezTo>
                  <a:cubicBezTo>
                    <a:pt x="17" y="5"/>
                    <a:pt x="14" y="4"/>
                    <a:pt x="11" y="3"/>
                  </a:cubicBezTo>
                  <a:cubicBezTo>
                    <a:pt x="5" y="1"/>
                    <a:pt x="1" y="0"/>
                    <a:pt x="0" y="2"/>
                  </a:cubicBezTo>
                  <a:cubicBezTo>
                    <a:pt x="0" y="3"/>
                    <a:pt x="1" y="4"/>
                    <a:pt x="3" y="5"/>
                  </a:cubicBezTo>
                  <a:cubicBezTo>
                    <a:pt x="3" y="5"/>
                    <a:pt x="1" y="3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6" name="Freeform 1110">
              <a:extLst>
                <a:ext uri="{FF2B5EF4-FFF2-40B4-BE49-F238E27FC236}">
                  <a16:creationId xmlns:a16="http://schemas.microsoft.com/office/drawing/2014/main" id="{49969A37-1D46-4C59-971A-33E82AD85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293"/>
              <a:ext cx="187" cy="102"/>
            </a:xfrm>
            <a:custGeom>
              <a:avLst/>
              <a:gdLst>
                <a:gd name="T0" fmla="*/ 15 w 125"/>
                <a:gd name="T1" fmla="*/ 89 h 64"/>
                <a:gd name="T2" fmla="*/ 15 w 125"/>
                <a:gd name="T3" fmla="*/ 89 h 64"/>
                <a:gd name="T4" fmla="*/ 1 w 125"/>
                <a:gd name="T5" fmla="*/ 61 h 64"/>
                <a:gd name="T6" fmla="*/ 15 w 125"/>
                <a:gd name="T7" fmla="*/ 26 h 64"/>
                <a:gd name="T8" fmla="*/ 73 w 125"/>
                <a:gd name="T9" fmla="*/ 26 h 64"/>
                <a:gd name="T10" fmla="*/ 257 w 125"/>
                <a:gd name="T11" fmla="*/ 110 h 64"/>
                <a:gd name="T12" fmla="*/ 384 w 125"/>
                <a:gd name="T13" fmla="*/ 163 h 64"/>
                <a:gd name="T14" fmla="*/ 416 w 125"/>
                <a:gd name="T15" fmla="*/ 204 h 64"/>
                <a:gd name="T16" fmla="*/ 405 w 125"/>
                <a:gd name="T17" fmla="*/ 239 h 64"/>
                <a:gd name="T18" fmla="*/ 378 w 125"/>
                <a:gd name="T19" fmla="*/ 252 h 64"/>
                <a:gd name="T20" fmla="*/ 194 w 125"/>
                <a:gd name="T21" fmla="*/ 179 h 64"/>
                <a:gd name="T22" fmla="*/ 15 w 125"/>
                <a:gd name="T23" fmla="*/ 89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64">
                  <a:moveTo>
                    <a:pt x="5" y="22"/>
                  </a:moveTo>
                  <a:cubicBezTo>
                    <a:pt x="5" y="22"/>
                    <a:pt x="5" y="22"/>
                    <a:pt x="5" y="22"/>
                  </a:cubicBezTo>
                  <a:cubicBezTo>
                    <a:pt x="2" y="21"/>
                    <a:pt x="0" y="20"/>
                    <a:pt x="1" y="1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3"/>
                    <a:pt x="7" y="0"/>
                    <a:pt x="22" y="6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21" y="42"/>
                    <a:pt x="125" y="47"/>
                    <a:pt x="124" y="50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0" y="62"/>
                    <a:pt x="117" y="64"/>
                    <a:pt x="113" y="62"/>
                  </a:cubicBezTo>
                  <a:cubicBezTo>
                    <a:pt x="112" y="62"/>
                    <a:pt x="70" y="48"/>
                    <a:pt x="58" y="44"/>
                  </a:cubicBezTo>
                  <a:cubicBezTo>
                    <a:pt x="47" y="39"/>
                    <a:pt x="6" y="23"/>
                    <a:pt x="5" y="2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7" name="Freeform 1111">
              <a:extLst>
                <a:ext uri="{FF2B5EF4-FFF2-40B4-BE49-F238E27FC236}">
                  <a16:creationId xmlns:a16="http://schemas.microsoft.com/office/drawing/2014/main" id="{85F34E6B-7CE2-4EF5-AFFD-D8072888B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241"/>
              <a:ext cx="182" cy="136"/>
            </a:xfrm>
            <a:custGeom>
              <a:avLst/>
              <a:gdLst>
                <a:gd name="T0" fmla="*/ 400 w 121"/>
                <a:gd name="T1" fmla="*/ 54 h 85"/>
                <a:gd name="T2" fmla="*/ 364 w 121"/>
                <a:gd name="T3" fmla="*/ 118 h 85"/>
                <a:gd name="T4" fmla="*/ 190 w 121"/>
                <a:gd name="T5" fmla="*/ 240 h 85"/>
                <a:gd name="T6" fmla="*/ 68 w 121"/>
                <a:gd name="T7" fmla="*/ 336 h 85"/>
                <a:gd name="T8" fmla="*/ 26 w 121"/>
                <a:gd name="T9" fmla="*/ 336 h 85"/>
                <a:gd name="T10" fmla="*/ 8 w 121"/>
                <a:gd name="T11" fmla="*/ 302 h 85"/>
                <a:gd name="T12" fmla="*/ 18 w 121"/>
                <a:gd name="T13" fmla="*/ 259 h 85"/>
                <a:gd name="T14" fmla="*/ 176 w 121"/>
                <a:gd name="T15" fmla="*/ 144 h 85"/>
                <a:gd name="T16" fmla="*/ 346 w 121"/>
                <a:gd name="T17" fmla="*/ 13 h 85"/>
                <a:gd name="T18" fmla="*/ 385 w 121"/>
                <a:gd name="T19" fmla="*/ 21 h 85"/>
                <a:gd name="T20" fmla="*/ 400 w 121"/>
                <a:gd name="T21" fmla="*/ 54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85">
                  <a:moveTo>
                    <a:pt x="118" y="13"/>
                  </a:moveTo>
                  <a:cubicBezTo>
                    <a:pt x="120" y="17"/>
                    <a:pt x="121" y="20"/>
                    <a:pt x="107" y="2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15" y="85"/>
                    <a:pt x="9" y="85"/>
                    <a:pt x="7" y="82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0" y="70"/>
                    <a:pt x="0" y="66"/>
                    <a:pt x="5" y="63"/>
                  </a:cubicBezTo>
                  <a:cubicBezTo>
                    <a:pt x="5" y="63"/>
                    <a:pt x="41" y="42"/>
                    <a:pt x="52" y="35"/>
                  </a:cubicBezTo>
                  <a:cubicBezTo>
                    <a:pt x="62" y="29"/>
                    <a:pt x="102" y="3"/>
                    <a:pt x="102" y="3"/>
                  </a:cubicBezTo>
                  <a:cubicBezTo>
                    <a:pt x="107" y="0"/>
                    <a:pt x="111" y="1"/>
                    <a:pt x="113" y="5"/>
                  </a:cubicBezTo>
                  <a:lnTo>
                    <a:pt x="118" y="13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8" name="Freeform 1112">
              <a:extLst>
                <a:ext uri="{FF2B5EF4-FFF2-40B4-BE49-F238E27FC236}">
                  <a16:creationId xmlns:a16="http://schemas.microsoft.com/office/drawing/2014/main" id="{B9B703F3-FA50-4F60-9F9D-3EF381352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352"/>
              <a:ext cx="196" cy="89"/>
            </a:xfrm>
            <a:custGeom>
              <a:avLst/>
              <a:gdLst>
                <a:gd name="T0" fmla="*/ 432 w 131"/>
                <a:gd name="T1" fmla="*/ 60 h 56"/>
                <a:gd name="T2" fmla="*/ 383 w 131"/>
                <a:gd name="T3" fmla="*/ 108 h 56"/>
                <a:gd name="T4" fmla="*/ 190 w 131"/>
                <a:gd name="T5" fmla="*/ 168 h 56"/>
                <a:gd name="T6" fmla="*/ 54 w 131"/>
                <a:gd name="T7" fmla="*/ 219 h 56"/>
                <a:gd name="T8" fmla="*/ 9 w 131"/>
                <a:gd name="T9" fmla="*/ 205 h 56"/>
                <a:gd name="T10" fmla="*/ 1 w 131"/>
                <a:gd name="T11" fmla="*/ 164 h 56"/>
                <a:gd name="T12" fmla="*/ 22 w 131"/>
                <a:gd name="T13" fmla="*/ 132 h 56"/>
                <a:gd name="T14" fmla="*/ 197 w 131"/>
                <a:gd name="T15" fmla="*/ 73 h 56"/>
                <a:gd name="T16" fmla="*/ 392 w 131"/>
                <a:gd name="T17" fmla="*/ 5 h 56"/>
                <a:gd name="T18" fmla="*/ 425 w 131"/>
                <a:gd name="T19" fmla="*/ 25 h 56"/>
                <a:gd name="T20" fmla="*/ 432 w 131"/>
                <a:gd name="T21" fmla="*/ 60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1" h="56">
                  <a:moveTo>
                    <a:pt x="129" y="15"/>
                  </a:moveTo>
                  <a:cubicBezTo>
                    <a:pt x="131" y="19"/>
                    <a:pt x="130" y="22"/>
                    <a:pt x="114" y="27"/>
                  </a:cubicBezTo>
                  <a:cubicBezTo>
                    <a:pt x="57" y="42"/>
                    <a:pt x="57" y="42"/>
                    <a:pt x="57" y="42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0" y="56"/>
                    <a:pt x="4" y="55"/>
                    <a:pt x="3" y="5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38"/>
                    <a:pt x="1" y="34"/>
                    <a:pt x="7" y="33"/>
                  </a:cubicBezTo>
                  <a:cubicBezTo>
                    <a:pt x="7" y="33"/>
                    <a:pt x="47" y="22"/>
                    <a:pt x="59" y="18"/>
                  </a:cubicBezTo>
                  <a:cubicBezTo>
                    <a:pt x="71" y="15"/>
                    <a:pt x="117" y="1"/>
                    <a:pt x="117" y="1"/>
                  </a:cubicBezTo>
                  <a:cubicBezTo>
                    <a:pt x="123" y="0"/>
                    <a:pt x="126" y="2"/>
                    <a:pt x="127" y="6"/>
                  </a:cubicBezTo>
                  <a:lnTo>
                    <a:pt x="129" y="15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79" name="Freeform 1113">
              <a:extLst>
                <a:ext uri="{FF2B5EF4-FFF2-40B4-BE49-F238E27FC236}">
                  <a16:creationId xmlns:a16="http://schemas.microsoft.com/office/drawing/2014/main" id="{2655A209-11CC-4534-9637-197E8AB92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2121"/>
              <a:ext cx="179" cy="141"/>
            </a:xfrm>
            <a:custGeom>
              <a:avLst/>
              <a:gdLst>
                <a:gd name="T0" fmla="*/ 8 w 119"/>
                <a:gd name="T1" fmla="*/ 312 h 88"/>
                <a:gd name="T2" fmla="*/ 45 w 119"/>
                <a:gd name="T3" fmla="*/ 247 h 88"/>
                <a:gd name="T4" fmla="*/ 215 w 119"/>
                <a:gd name="T5" fmla="*/ 115 h 88"/>
                <a:gd name="T6" fmla="*/ 331 w 119"/>
                <a:gd name="T7" fmla="*/ 21 h 88"/>
                <a:gd name="T8" fmla="*/ 381 w 119"/>
                <a:gd name="T9" fmla="*/ 13 h 88"/>
                <a:gd name="T10" fmla="*/ 399 w 119"/>
                <a:gd name="T11" fmla="*/ 46 h 88"/>
                <a:gd name="T12" fmla="*/ 387 w 119"/>
                <a:gd name="T13" fmla="*/ 90 h 88"/>
                <a:gd name="T14" fmla="*/ 229 w 119"/>
                <a:gd name="T15" fmla="*/ 226 h 88"/>
                <a:gd name="T16" fmla="*/ 62 w 119"/>
                <a:gd name="T17" fmla="*/ 349 h 88"/>
                <a:gd name="T18" fmla="*/ 27 w 119"/>
                <a:gd name="T19" fmla="*/ 346 h 88"/>
                <a:gd name="T20" fmla="*/ 8 w 119"/>
                <a:gd name="T21" fmla="*/ 312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88">
                  <a:moveTo>
                    <a:pt x="2" y="76"/>
                  </a:moveTo>
                  <a:cubicBezTo>
                    <a:pt x="0" y="72"/>
                    <a:pt x="0" y="69"/>
                    <a:pt x="13" y="60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103" y="1"/>
                    <a:pt x="109" y="0"/>
                    <a:pt x="112" y="3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19" y="15"/>
                    <a:pt x="119" y="18"/>
                    <a:pt x="114" y="22"/>
                  </a:cubicBezTo>
                  <a:cubicBezTo>
                    <a:pt x="114" y="22"/>
                    <a:pt x="78" y="48"/>
                    <a:pt x="67" y="55"/>
                  </a:cubicBezTo>
                  <a:cubicBezTo>
                    <a:pt x="56" y="62"/>
                    <a:pt x="18" y="85"/>
                    <a:pt x="18" y="85"/>
                  </a:cubicBezTo>
                  <a:cubicBezTo>
                    <a:pt x="13" y="88"/>
                    <a:pt x="10" y="87"/>
                    <a:pt x="8" y="84"/>
                  </a:cubicBezTo>
                  <a:lnTo>
                    <a:pt x="2" y="7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0" name="Freeform 1114">
              <a:extLst>
                <a:ext uri="{FF2B5EF4-FFF2-40B4-BE49-F238E27FC236}">
                  <a16:creationId xmlns:a16="http://schemas.microsoft.com/office/drawing/2014/main" id="{8023D3DD-3029-489B-AA21-3A6680AAC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2021"/>
              <a:ext cx="186" cy="124"/>
            </a:xfrm>
            <a:custGeom>
              <a:avLst/>
              <a:gdLst>
                <a:gd name="T0" fmla="*/ 413 w 124"/>
                <a:gd name="T1" fmla="*/ 56 h 78"/>
                <a:gd name="T2" fmla="*/ 369 w 124"/>
                <a:gd name="T3" fmla="*/ 114 h 78"/>
                <a:gd name="T4" fmla="*/ 194 w 124"/>
                <a:gd name="T5" fmla="*/ 219 h 78"/>
                <a:gd name="T6" fmla="*/ 66 w 124"/>
                <a:gd name="T7" fmla="*/ 305 h 78"/>
                <a:gd name="T8" fmla="*/ 21 w 124"/>
                <a:gd name="T9" fmla="*/ 300 h 78"/>
                <a:gd name="T10" fmla="*/ 5 w 124"/>
                <a:gd name="T11" fmla="*/ 265 h 78"/>
                <a:gd name="T12" fmla="*/ 18 w 124"/>
                <a:gd name="T13" fmla="*/ 224 h 78"/>
                <a:gd name="T14" fmla="*/ 183 w 124"/>
                <a:gd name="T15" fmla="*/ 124 h 78"/>
                <a:gd name="T16" fmla="*/ 363 w 124"/>
                <a:gd name="T17" fmla="*/ 13 h 78"/>
                <a:gd name="T18" fmla="*/ 396 w 124"/>
                <a:gd name="T19" fmla="*/ 21 h 78"/>
                <a:gd name="T20" fmla="*/ 413 w 124"/>
                <a:gd name="T21" fmla="*/ 56 h 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78">
                  <a:moveTo>
                    <a:pt x="122" y="14"/>
                  </a:moveTo>
                  <a:cubicBezTo>
                    <a:pt x="124" y="17"/>
                    <a:pt x="124" y="21"/>
                    <a:pt x="109" y="28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14" y="78"/>
                    <a:pt x="8" y="78"/>
                    <a:pt x="6" y="7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0" y="62"/>
                    <a:pt x="0" y="59"/>
                    <a:pt x="5" y="56"/>
                  </a:cubicBezTo>
                  <a:cubicBezTo>
                    <a:pt x="5" y="56"/>
                    <a:pt x="43" y="37"/>
                    <a:pt x="54" y="31"/>
                  </a:cubicBezTo>
                  <a:cubicBezTo>
                    <a:pt x="65" y="25"/>
                    <a:pt x="107" y="3"/>
                    <a:pt x="107" y="3"/>
                  </a:cubicBezTo>
                  <a:cubicBezTo>
                    <a:pt x="112" y="0"/>
                    <a:pt x="116" y="1"/>
                    <a:pt x="117" y="5"/>
                  </a:cubicBezTo>
                  <a:lnTo>
                    <a:pt x="122" y="14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1" name="Freeform 1115">
              <a:extLst>
                <a:ext uri="{FF2B5EF4-FFF2-40B4-BE49-F238E27FC236}">
                  <a16:creationId xmlns:a16="http://schemas.microsoft.com/office/drawing/2014/main" id="{2EFD5BDA-BB3D-4DEA-AD38-490372F2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9" y="1966"/>
              <a:ext cx="198" cy="83"/>
            </a:xfrm>
            <a:custGeom>
              <a:avLst/>
              <a:gdLst>
                <a:gd name="T0" fmla="*/ 444 w 132"/>
                <a:gd name="T1" fmla="*/ 67 h 52"/>
                <a:gd name="T2" fmla="*/ 390 w 132"/>
                <a:gd name="T3" fmla="*/ 110 h 52"/>
                <a:gd name="T4" fmla="*/ 197 w 132"/>
                <a:gd name="T5" fmla="*/ 163 h 52"/>
                <a:gd name="T6" fmla="*/ 54 w 132"/>
                <a:gd name="T7" fmla="*/ 206 h 52"/>
                <a:gd name="T8" fmla="*/ 12 w 132"/>
                <a:gd name="T9" fmla="*/ 187 h 52"/>
                <a:gd name="T10" fmla="*/ 5 w 132"/>
                <a:gd name="T11" fmla="*/ 150 h 52"/>
                <a:gd name="T12" fmla="*/ 26 w 132"/>
                <a:gd name="T13" fmla="*/ 115 h 52"/>
                <a:gd name="T14" fmla="*/ 203 w 132"/>
                <a:gd name="T15" fmla="*/ 67 h 52"/>
                <a:gd name="T16" fmla="*/ 404 w 132"/>
                <a:gd name="T17" fmla="*/ 8 h 52"/>
                <a:gd name="T18" fmla="*/ 437 w 132"/>
                <a:gd name="T19" fmla="*/ 29 h 52"/>
                <a:gd name="T20" fmla="*/ 444 w 132"/>
                <a:gd name="T21" fmla="*/ 67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52">
                  <a:moveTo>
                    <a:pt x="131" y="16"/>
                  </a:moveTo>
                  <a:cubicBezTo>
                    <a:pt x="132" y="20"/>
                    <a:pt x="131" y="23"/>
                    <a:pt x="115" y="27"/>
                  </a:cubicBezTo>
                  <a:cubicBezTo>
                    <a:pt x="58" y="40"/>
                    <a:pt x="58" y="40"/>
                    <a:pt x="58" y="40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0" y="52"/>
                    <a:pt x="4" y="50"/>
                    <a:pt x="3" y="4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0" y="33"/>
                    <a:pt x="2" y="29"/>
                    <a:pt x="7" y="28"/>
                  </a:cubicBezTo>
                  <a:cubicBezTo>
                    <a:pt x="7" y="28"/>
                    <a:pt x="48" y="19"/>
                    <a:pt x="60" y="16"/>
                  </a:cubicBezTo>
                  <a:cubicBezTo>
                    <a:pt x="73" y="13"/>
                    <a:pt x="119" y="2"/>
                    <a:pt x="119" y="2"/>
                  </a:cubicBezTo>
                  <a:cubicBezTo>
                    <a:pt x="125" y="0"/>
                    <a:pt x="128" y="3"/>
                    <a:pt x="129" y="7"/>
                  </a:cubicBezTo>
                  <a:lnTo>
                    <a:pt x="131" y="1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2" name="Freeform 1116">
              <a:extLst>
                <a:ext uri="{FF2B5EF4-FFF2-40B4-BE49-F238E27FC236}">
                  <a16:creationId xmlns:a16="http://schemas.microsoft.com/office/drawing/2014/main" id="{3BB9E840-B484-4155-8BC5-A93FADAE8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8" y="1966"/>
              <a:ext cx="177" cy="43"/>
            </a:xfrm>
            <a:custGeom>
              <a:avLst/>
              <a:gdLst>
                <a:gd name="T0" fmla="*/ 215 w 118"/>
                <a:gd name="T1" fmla="*/ 13 h 27"/>
                <a:gd name="T2" fmla="*/ 32 w 118"/>
                <a:gd name="T3" fmla="*/ 0 h 27"/>
                <a:gd name="T4" fmla="*/ 0 w 118"/>
                <a:gd name="T5" fmla="*/ 29 h 27"/>
                <a:gd name="T6" fmla="*/ 0 w 118"/>
                <a:gd name="T7" fmla="*/ 68 h 27"/>
                <a:gd name="T8" fmla="*/ 39 w 118"/>
                <a:gd name="T9" fmla="*/ 97 h 27"/>
                <a:gd name="T10" fmla="*/ 183 w 118"/>
                <a:gd name="T11" fmla="*/ 102 h 27"/>
                <a:gd name="T12" fmla="*/ 383 w 118"/>
                <a:gd name="T13" fmla="*/ 108 h 27"/>
                <a:gd name="T14" fmla="*/ 399 w 118"/>
                <a:gd name="T15" fmla="*/ 108 h 27"/>
                <a:gd name="T16" fmla="*/ 399 w 118"/>
                <a:gd name="T17" fmla="*/ 16 h 27"/>
                <a:gd name="T18" fmla="*/ 215 w 118"/>
                <a:gd name="T19" fmla="*/ 13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27">
                  <a:moveTo>
                    <a:pt x="63" y="3"/>
                  </a:moveTo>
                  <a:cubicBezTo>
                    <a:pt x="50" y="2"/>
                    <a:pt x="9" y="0"/>
                    <a:pt x="9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20"/>
                    <a:pt x="5" y="24"/>
                    <a:pt x="11" y="24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5" y="27"/>
                    <a:pt x="116" y="27"/>
                    <a:pt x="118" y="27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05" y="4"/>
                    <a:pt x="73" y="3"/>
                    <a:pt x="63" y="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3" name="Freeform 1117">
              <a:extLst>
                <a:ext uri="{FF2B5EF4-FFF2-40B4-BE49-F238E27FC236}">
                  <a16:creationId xmlns:a16="http://schemas.microsoft.com/office/drawing/2014/main" id="{32E1833D-228B-489F-8268-4D615A57A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417"/>
              <a:ext cx="196" cy="45"/>
            </a:xfrm>
            <a:custGeom>
              <a:avLst/>
              <a:gdLst>
                <a:gd name="T0" fmla="*/ 438 w 131"/>
                <a:gd name="T1" fmla="*/ 90 h 28"/>
                <a:gd name="T2" fmla="*/ 405 w 131"/>
                <a:gd name="T3" fmla="*/ 116 h 28"/>
                <a:gd name="T4" fmla="*/ 171 w 131"/>
                <a:gd name="T5" fmla="*/ 101 h 28"/>
                <a:gd name="T6" fmla="*/ 36 w 131"/>
                <a:gd name="T7" fmla="*/ 95 h 28"/>
                <a:gd name="T8" fmla="*/ 0 w 131"/>
                <a:gd name="T9" fmla="*/ 63 h 28"/>
                <a:gd name="T10" fmla="*/ 1 w 131"/>
                <a:gd name="T11" fmla="*/ 26 h 28"/>
                <a:gd name="T12" fmla="*/ 49 w 131"/>
                <a:gd name="T13" fmla="*/ 5 h 28"/>
                <a:gd name="T14" fmla="*/ 302 w 131"/>
                <a:gd name="T15" fmla="*/ 16 h 28"/>
                <a:gd name="T16" fmla="*/ 396 w 131"/>
                <a:gd name="T17" fmla="*/ 21 h 28"/>
                <a:gd name="T18" fmla="*/ 438 w 131"/>
                <a:gd name="T19" fmla="*/ 47 h 28"/>
                <a:gd name="T20" fmla="*/ 438 w 131"/>
                <a:gd name="T21" fmla="*/ 9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1" h="28">
                  <a:moveTo>
                    <a:pt x="131" y="22"/>
                  </a:moveTo>
                  <a:cubicBezTo>
                    <a:pt x="131" y="26"/>
                    <a:pt x="127" y="28"/>
                    <a:pt x="121" y="28"/>
                  </a:cubicBezTo>
                  <a:cubicBezTo>
                    <a:pt x="121" y="28"/>
                    <a:pt x="66" y="25"/>
                    <a:pt x="51" y="24"/>
                  </a:cubicBezTo>
                  <a:cubicBezTo>
                    <a:pt x="35" y="23"/>
                    <a:pt x="11" y="23"/>
                    <a:pt x="11" y="23"/>
                  </a:cubicBezTo>
                  <a:cubicBezTo>
                    <a:pt x="5" y="23"/>
                    <a:pt x="0" y="20"/>
                    <a:pt x="0" y="1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2"/>
                    <a:pt x="5" y="0"/>
                    <a:pt x="15" y="1"/>
                  </a:cubicBezTo>
                  <a:cubicBezTo>
                    <a:pt x="15" y="1"/>
                    <a:pt x="71" y="3"/>
                    <a:pt x="90" y="4"/>
                  </a:cubicBezTo>
                  <a:cubicBezTo>
                    <a:pt x="109" y="5"/>
                    <a:pt x="118" y="5"/>
                    <a:pt x="118" y="5"/>
                  </a:cubicBezTo>
                  <a:cubicBezTo>
                    <a:pt x="124" y="6"/>
                    <a:pt x="131" y="7"/>
                    <a:pt x="131" y="11"/>
                  </a:cubicBezTo>
                  <a:lnTo>
                    <a:pt x="131" y="22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4" name="Freeform 1118">
              <a:extLst>
                <a:ext uri="{FF2B5EF4-FFF2-40B4-BE49-F238E27FC236}">
                  <a16:creationId xmlns:a16="http://schemas.microsoft.com/office/drawing/2014/main" id="{5E45233B-6828-4FE2-AA2F-B65D88771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2406"/>
              <a:ext cx="198" cy="56"/>
            </a:xfrm>
            <a:custGeom>
              <a:avLst/>
              <a:gdLst>
                <a:gd name="T0" fmla="*/ 446 w 132"/>
                <a:gd name="T1" fmla="*/ 69 h 35"/>
                <a:gd name="T2" fmla="*/ 404 w 132"/>
                <a:gd name="T3" fmla="*/ 98 h 35"/>
                <a:gd name="T4" fmla="*/ 297 w 132"/>
                <a:gd name="T5" fmla="*/ 110 h 35"/>
                <a:gd name="T6" fmla="*/ 53 w 132"/>
                <a:gd name="T7" fmla="*/ 138 h 35"/>
                <a:gd name="T8" fmla="*/ 5 w 132"/>
                <a:gd name="T9" fmla="*/ 118 h 35"/>
                <a:gd name="T10" fmla="*/ 0 w 132"/>
                <a:gd name="T11" fmla="*/ 77 h 35"/>
                <a:gd name="T12" fmla="*/ 26 w 132"/>
                <a:gd name="T13" fmla="*/ 48 h 35"/>
                <a:gd name="T14" fmla="*/ 215 w 132"/>
                <a:gd name="T15" fmla="*/ 29 h 35"/>
                <a:gd name="T16" fmla="*/ 390 w 132"/>
                <a:gd name="T17" fmla="*/ 5 h 35"/>
                <a:gd name="T18" fmla="*/ 444 w 132"/>
                <a:gd name="T19" fmla="*/ 29 h 35"/>
                <a:gd name="T20" fmla="*/ 446 w 132"/>
                <a:gd name="T21" fmla="*/ 69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35">
                  <a:moveTo>
                    <a:pt x="132" y="17"/>
                  </a:moveTo>
                  <a:cubicBezTo>
                    <a:pt x="132" y="20"/>
                    <a:pt x="130" y="23"/>
                    <a:pt x="119" y="24"/>
                  </a:cubicBezTo>
                  <a:cubicBezTo>
                    <a:pt x="119" y="24"/>
                    <a:pt x="113" y="25"/>
                    <a:pt x="88" y="27"/>
                  </a:cubicBezTo>
                  <a:cubicBezTo>
                    <a:pt x="63" y="30"/>
                    <a:pt x="15" y="34"/>
                    <a:pt x="15" y="34"/>
                  </a:cubicBezTo>
                  <a:cubicBezTo>
                    <a:pt x="5" y="35"/>
                    <a:pt x="2" y="33"/>
                    <a:pt x="1" y="2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5"/>
                    <a:pt x="1" y="12"/>
                    <a:pt x="7" y="12"/>
                  </a:cubicBezTo>
                  <a:cubicBezTo>
                    <a:pt x="7" y="12"/>
                    <a:pt x="40" y="9"/>
                    <a:pt x="63" y="7"/>
                  </a:cubicBezTo>
                  <a:cubicBezTo>
                    <a:pt x="86" y="5"/>
                    <a:pt x="115" y="1"/>
                    <a:pt x="115" y="1"/>
                  </a:cubicBezTo>
                  <a:cubicBezTo>
                    <a:pt x="127" y="0"/>
                    <a:pt x="130" y="3"/>
                    <a:pt x="131" y="7"/>
                  </a:cubicBezTo>
                  <a:lnTo>
                    <a:pt x="132" y="17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5" name="Freeform 1119">
              <a:extLst>
                <a:ext uri="{FF2B5EF4-FFF2-40B4-BE49-F238E27FC236}">
                  <a16:creationId xmlns:a16="http://schemas.microsoft.com/office/drawing/2014/main" id="{307327E9-7F13-40FD-B69D-58621DECF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368"/>
              <a:ext cx="196" cy="83"/>
            </a:xfrm>
            <a:custGeom>
              <a:avLst/>
              <a:gdLst>
                <a:gd name="T0" fmla="*/ 429 w 131"/>
                <a:gd name="T1" fmla="*/ 187 h 52"/>
                <a:gd name="T2" fmla="*/ 379 w 131"/>
                <a:gd name="T3" fmla="*/ 204 h 52"/>
                <a:gd name="T4" fmla="*/ 278 w 131"/>
                <a:gd name="T5" fmla="*/ 171 h 52"/>
                <a:gd name="T6" fmla="*/ 40 w 131"/>
                <a:gd name="T7" fmla="*/ 102 h 52"/>
                <a:gd name="T8" fmla="*/ 1 w 131"/>
                <a:gd name="T9" fmla="*/ 67 h 52"/>
                <a:gd name="T10" fmla="*/ 9 w 131"/>
                <a:gd name="T11" fmla="*/ 26 h 52"/>
                <a:gd name="T12" fmla="*/ 40 w 131"/>
                <a:gd name="T13" fmla="*/ 5 h 52"/>
                <a:gd name="T14" fmla="*/ 221 w 131"/>
                <a:gd name="T15" fmla="*/ 61 h 52"/>
                <a:gd name="T16" fmla="*/ 396 w 131"/>
                <a:gd name="T17" fmla="*/ 107 h 52"/>
                <a:gd name="T18" fmla="*/ 437 w 131"/>
                <a:gd name="T19" fmla="*/ 150 h 52"/>
                <a:gd name="T20" fmla="*/ 429 w 131"/>
                <a:gd name="T21" fmla="*/ 187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1" h="52">
                  <a:moveTo>
                    <a:pt x="128" y="46"/>
                  </a:moveTo>
                  <a:cubicBezTo>
                    <a:pt x="127" y="50"/>
                    <a:pt x="124" y="52"/>
                    <a:pt x="113" y="50"/>
                  </a:cubicBezTo>
                  <a:cubicBezTo>
                    <a:pt x="113" y="50"/>
                    <a:pt x="107" y="48"/>
                    <a:pt x="83" y="42"/>
                  </a:cubicBezTo>
                  <a:cubicBezTo>
                    <a:pt x="59" y="36"/>
                    <a:pt x="12" y="25"/>
                    <a:pt x="12" y="25"/>
                  </a:cubicBezTo>
                  <a:cubicBezTo>
                    <a:pt x="2" y="23"/>
                    <a:pt x="0" y="20"/>
                    <a:pt x="1" y="1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3"/>
                    <a:pt x="6" y="0"/>
                    <a:pt x="12" y="1"/>
                  </a:cubicBezTo>
                  <a:cubicBezTo>
                    <a:pt x="12" y="1"/>
                    <a:pt x="44" y="10"/>
                    <a:pt x="66" y="15"/>
                  </a:cubicBezTo>
                  <a:cubicBezTo>
                    <a:pt x="88" y="20"/>
                    <a:pt x="118" y="26"/>
                    <a:pt x="118" y="26"/>
                  </a:cubicBezTo>
                  <a:cubicBezTo>
                    <a:pt x="129" y="29"/>
                    <a:pt x="131" y="33"/>
                    <a:pt x="130" y="37"/>
                  </a:cubicBezTo>
                  <a:lnTo>
                    <a:pt x="128" y="4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6" name="Freeform 1120">
              <a:extLst>
                <a:ext uri="{FF2B5EF4-FFF2-40B4-BE49-F238E27FC236}">
                  <a16:creationId xmlns:a16="http://schemas.microsoft.com/office/drawing/2014/main" id="{462A75E6-2044-4CEF-BB83-FA2BFF173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291"/>
              <a:ext cx="193" cy="105"/>
            </a:xfrm>
            <a:custGeom>
              <a:avLst/>
              <a:gdLst>
                <a:gd name="T0" fmla="*/ 15 w 129"/>
                <a:gd name="T1" fmla="*/ 25 h 66"/>
                <a:gd name="T2" fmla="*/ 81 w 129"/>
                <a:gd name="T3" fmla="*/ 25 h 66"/>
                <a:gd name="T4" fmla="*/ 265 w 129"/>
                <a:gd name="T5" fmla="*/ 103 h 66"/>
                <a:gd name="T6" fmla="*/ 396 w 129"/>
                <a:gd name="T7" fmla="*/ 162 h 66"/>
                <a:gd name="T8" fmla="*/ 429 w 129"/>
                <a:gd name="T9" fmla="*/ 205 h 66"/>
                <a:gd name="T10" fmla="*/ 419 w 129"/>
                <a:gd name="T11" fmla="*/ 240 h 66"/>
                <a:gd name="T12" fmla="*/ 385 w 129"/>
                <a:gd name="T13" fmla="*/ 258 h 66"/>
                <a:gd name="T14" fmla="*/ 202 w 129"/>
                <a:gd name="T15" fmla="*/ 185 h 66"/>
                <a:gd name="T16" fmla="*/ 22 w 129"/>
                <a:gd name="T17" fmla="*/ 102 h 66"/>
                <a:gd name="T18" fmla="*/ 1 w 129"/>
                <a:gd name="T19" fmla="*/ 60 h 66"/>
                <a:gd name="T20" fmla="*/ 15 w 129"/>
                <a:gd name="T21" fmla="*/ 25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66">
                  <a:moveTo>
                    <a:pt x="5" y="6"/>
                  </a:moveTo>
                  <a:cubicBezTo>
                    <a:pt x="6" y="3"/>
                    <a:pt x="9" y="0"/>
                    <a:pt x="24" y="6"/>
                  </a:cubicBezTo>
                  <a:cubicBezTo>
                    <a:pt x="79" y="26"/>
                    <a:pt x="79" y="26"/>
                    <a:pt x="79" y="26"/>
                  </a:cubicBezTo>
                  <a:cubicBezTo>
                    <a:pt x="118" y="40"/>
                    <a:pt x="118" y="40"/>
                    <a:pt x="118" y="40"/>
                  </a:cubicBezTo>
                  <a:cubicBezTo>
                    <a:pt x="125" y="43"/>
                    <a:pt x="129" y="48"/>
                    <a:pt x="128" y="51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3" y="64"/>
                    <a:pt x="120" y="66"/>
                    <a:pt x="115" y="64"/>
                  </a:cubicBezTo>
                  <a:cubicBezTo>
                    <a:pt x="115" y="64"/>
                    <a:pt x="72" y="50"/>
                    <a:pt x="60" y="46"/>
                  </a:cubicBezTo>
                  <a:cubicBezTo>
                    <a:pt x="48" y="41"/>
                    <a:pt x="7" y="25"/>
                    <a:pt x="7" y="25"/>
                  </a:cubicBezTo>
                  <a:cubicBezTo>
                    <a:pt x="1" y="22"/>
                    <a:pt x="0" y="19"/>
                    <a:pt x="1" y="15"/>
                  </a:cubicBezTo>
                  <a:lnTo>
                    <a:pt x="5" y="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7" name="Freeform 1121">
              <a:extLst>
                <a:ext uri="{FF2B5EF4-FFF2-40B4-BE49-F238E27FC236}">
                  <a16:creationId xmlns:a16="http://schemas.microsoft.com/office/drawing/2014/main" id="{2874F9C0-A5F1-4940-AF04-5731A4DDE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897"/>
              <a:ext cx="162" cy="64"/>
            </a:xfrm>
            <a:custGeom>
              <a:avLst/>
              <a:gdLst>
                <a:gd name="T0" fmla="*/ 332 w 108"/>
                <a:gd name="T1" fmla="*/ 77 h 40"/>
                <a:gd name="T2" fmla="*/ 237 w 108"/>
                <a:gd name="T3" fmla="*/ 54 h 40"/>
                <a:gd name="T4" fmla="*/ 8 w 108"/>
                <a:gd name="T5" fmla="*/ 0 h 40"/>
                <a:gd name="T6" fmla="*/ 0 w 108"/>
                <a:gd name="T7" fmla="*/ 82 h 40"/>
                <a:gd name="T8" fmla="*/ 99 w 108"/>
                <a:gd name="T9" fmla="*/ 102 h 40"/>
                <a:gd name="T10" fmla="*/ 332 w 108"/>
                <a:gd name="T11" fmla="*/ 158 h 40"/>
                <a:gd name="T12" fmla="*/ 363 w 108"/>
                <a:gd name="T13" fmla="*/ 149 h 40"/>
                <a:gd name="T14" fmla="*/ 365 w 108"/>
                <a:gd name="T15" fmla="*/ 102 h 40"/>
                <a:gd name="T16" fmla="*/ 332 w 108"/>
                <a:gd name="T17" fmla="*/ 7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40">
                  <a:moveTo>
                    <a:pt x="98" y="19"/>
                  </a:moveTo>
                  <a:cubicBezTo>
                    <a:pt x="70" y="13"/>
                    <a:pt x="70" y="13"/>
                    <a:pt x="70" y="13"/>
                  </a:cubicBezTo>
                  <a:cubicBezTo>
                    <a:pt x="55" y="10"/>
                    <a:pt x="17" y="3"/>
                    <a:pt x="2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22"/>
                    <a:pt x="20" y="24"/>
                    <a:pt x="29" y="25"/>
                  </a:cubicBezTo>
                  <a:cubicBezTo>
                    <a:pt x="44" y="28"/>
                    <a:pt x="97" y="39"/>
                    <a:pt x="98" y="39"/>
                  </a:cubicBezTo>
                  <a:cubicBezTo>
                    <a:pt x="103" y="40"/>
                    <a:pt x="106" y="39"/>
                    <a:pt x="107" y="36"/>
                  </a:cubicBezTo>
                  <a:cubicBezTo>
                    <a:pt x="107" y="36"/>
                    <a:pt x="108" y="25"/>
                    <a:pt x="108" y="25"/>
                  </a:cubicBezTo>
                  <a:cubicBezTo>
                    <a:pt x="108" y="22"/>
                    <a:pt x="103" y="19"/>
                    <a:pt x="98" y="19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8" name="Freeform 1122">
              <a:extLst>
                <a:ext uri="{FF2B5EF4-FFF2-40B4-BE49-F238E27FC236}">
                  <a16:creationId xmlns:a16="http://schemas.microsoft.com/office/drawing/2014/main" id="{C3E1EB6C-387F-43ED-AE91-C865AAEB8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937"/>
              <a:ext cx="181" cy="117"/>
            </a:xfrm>
            <a:custGeom>
              <a:avLst/>
              <a:gdLst>
                <a:gd name="T0" fmla="*/ 371 w 121"/>
                <a:gd name="T1" fmla="*/ 204 h 73"/>
                <a:gd name="T2" fmla="*/ 402 w 121"/>
                <a:gd name="T3" fmla="*/ 247 h 73"/>
                <a:gd name="T4" fmla="*/ 389 w 121"/>
                <a:gd name="T5" fmla="*/ 285 h 73"/>
                <a:gd name="T6" fmla="*/ 344 w 121"/>
                <a:gd name="T7" fmla="*/ 285 h 73"/>
                <a:gd name="T8" fmla="*/ 251 w 121"/>
                <a:gd name="T9" fmla="*/ 226 h 73"/>
                <a:gd name="T10" fmla="*/ 28 w 121"/>
                <a:gd name="T11" fmla="*/ 90 h 73"/>
                <a:gd name="T12" fmla="*/ 1 w 121"/>
                <a:gd name="T13" fmla="*/ 54 h 73"/>
                <a:gd name="T14" fmla="*/ 19 w 121"/>
                <a:gd name="T15" fmla="*/ 16 h 73"/>
                <a:gd name="T16" fmla="*/ 42 w 121"/>
                <a:gd name="T17" fmla="*/ 8 h 73"/>
                <a:gd name="T18" fmla="*/ 211 w 121"/>
                <a:gd name="T19" fmla="*/ 111 h 73"/>
                <a:gd name="T20" fmla="*/ 371 w 121"/>
                <a:gd name="T21" fmla="*/ 204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73">
                  <a:moveTo>
                    <a:pt x="111" y="49"/>
                  </a:moveTo>
                  <a:cubicBezTo>
                    <a:pt x="121" y="54"/>
                    <a:pt x="121" y="57"/>
                    <a:pt x="120" y="60"/>
                  </a:cubicBezTo>
                  <a:cubicBezTo>
                    <a:pt x="116" y="69"/>
                    <a:pt x="116" y="69"/>
                    <a:pt x="116" y="69"/>
                  </a:cubicBezTo>
                  <a:cubicBezTo>
                    <a:pt x="115" y="71"/>
                    <a:pt x="113" y="73"/>
                    <a:pt x="103" y="69"/>
                  </a:cubicBezTo>
                  <a:cubicBezTo>
                    <a:pt x="103" y="69"/>
                    <a:pt x="97" y="66"/>
                    <a:pt x="75" y="55"/>
                  </a:cubicBezTo>
                  <a:cubicBezTo>
                    <a:pt x="53" y="44"/>
                    <a:pt x="9" y="23"/>
                    <a:pt x="9" y="22"/>
                  </a:cubicBezTo>
                  <a:cubicBezTo>
                    <a:pt x="1" y="19"/>
                    <a:pt x="0" y="16"/>
                    <a:pt x="1" y="1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0"/>
                    <a:pt x="11" y="0"/>
                    <a:pt x="13" y="2"/>
                  </a:cubicBezTo>
                  <a:cubicBezTo>
                    <a:pt x="14" y="2"/>
                    <a:pt x="43" y="17"/>
                    <a:pt x="63" y="27"/>
                  </a:cubicBezTo>
                  <a:cubicBezTo>
                    <a:pt x="83" y="37"/>
                    <a:pt x="111" y="49"/>
                    <a:pt x="111" y="49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9" name="Freeform 1123">
              <a:extLst>
                <a:ext uri="{FF2B5EF4-FFF2-40B4-BE49-F238E27FC236}">
                  <a16:creationId xmlns:a16="http://schemas.microsoft.com/office/drawing/2014/main" id="{DCC5779E-4617-4FA4-90D2-5E051F8E7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040"/>
              <a:ext cx="166" cy="150"/>
            </a:xfrm>
            <a:custGeom>
              <a:avLst/>
              <a:gdLst>
                <a:gd name="T0" fmla="*/ 356 w 111"/>
                <a:gd name="T1" fmla="*/ 295 h 94"/>
                <a:gd name="T2" fmla="*/ 362 w 111"/>
                <a:gd name="T3" fmla="*/ 334 h 94"/>
                <a:gd name="T4" fmla="*/ 342 w 111"/>
                <a:gd name="T5" fmla="*/ 362 h 94"/>
                <a:gd name="T6" fmla="*/ 289 w 111"/>
                <a:gd name="T7" fmla="*/ 341 h 94"/>
                <a:gd name="T8" fmla="*/ 135 w 111"/>
                <a:gd name="T9" fmla="*/ 191 h 94"/>
                <a:gd name="T10" fmla="*/ 22 w 111"/>
                <a:gd name="T11" fmla="*/ 86 h 94"/>
                <a:gd name="T12" fmla="*/ 6 w 111"/>
                <a:gd name="T13" fmla="*/ 46 h 94"/>
                <a:gd name="T14" fmla="*/ 27 w 111"/>
                <a:gd name="T15" fmla="*/ 13 h 94"/>
                <a:gd name="T16" fmla="*/ 54 w 111"/>
                <a:gd name="T17" fmla="*/ 8 h 94"/>
                <a:gd name="T18" fmla="*/ 197 w 111"/>
                <a:gd name="T19" fmla="*/ 145 h 94"/>
                <a:gd name="T20" fmla="*/ 356 w 111"/>
                <a:gd name="T21" fmla="*/ 29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94">
                  <a:moveTo>
                    <a:pt x="106" y="73"/>
                  </a:moveTo>
                  <a:cubicBezTo>
                    <a:pt x="111" y="76"/>
                    <a:pt x="109" y="80"/>
                    <a:pt x="108" y="82"/>
                  </a:cubicBezTo>
                  <a:cubicBezTo>
                    <a:pt x="102" y="89"/>
                    <a:pt x="102" y="89"/>
                    <a:pt x="102" y="89"/>
                  </a:cubicBezTo>
                  <a:cubicBezTo>
                    <a:pt x="100" y="92"/>
                    <a:pt x="98" y="94"/>
                    <a:pt x="86" y="84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3" y="18"/>
                    <a:pt x="0" y="13"/>
                    <a:pt x="2" y="11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0" y="0"/>
                    <a:pt x="13" y="0"/>
                    <a:pt x="16" y="2"/>
                  </a:cubicBezTo>
                  <a:cubicBezTo>
                    <a:pt x="17" y="3"/>
                    <a:pt x="49" y="29"/>
                    <a:pt x="59" y="36"/>
                  </a:cubicBezTo>
                  <a:cubicBezTo>
                    <a:pt x="68" y="44"/>
                    <a:pt x="106" y="73"/>
                    <a:pt x="106" y="73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0" name="Freeform 1124">
              <a:extLst>
                <a:ext uri="{FF2B5EF4-FFF2-40B4-BE49-F238E27FC236}">
                  <a16:creationId xmlns:a16="http://schemas.microsoft.com/office/drawing/2014/main" id="{0714EC41-BBEE-4433-9561-28358BAD0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168"/>
              <a:ext cx="170" cy="149"/>
            </a:xfrm>
            <a:custGeom>
              <a:avLst/>
              <a:gdLst>
                <a:gd name="T0" fmla="*/ 14 w 113"/>
                <a:gd name="T1" fmla="*/ 87 h 93"/>
                <a:gd name="T2" fmla="*/ 14 w 113"/>
                <a:gd name="T3" fmla="*/ 87 h 93"/>
                <a:gd name="T4" fmla="*/ 12 w 113"/>
                <a:gd name="T5" fmla="*/ 54 h 93"/>
                <a:gd name="T6" fmla="*/ 32 w 113"/>
                <a:gd name="T7" fmla="*/ 21 h 93"/>
                <a:gd name="T8" fmla="*/ 86 w 113"/>
                <a:gd name="T9" fmla="*/ 42 h 93"/>
                <a:gd name="T10" fmla="*/ 244 w 113"/>
                <a:gd name="T11" fmla="*/ 191 h 93"/>
                <a:gd name="T12" fmla="*/ 358 w 113"/>
                <a:gd name="T13" fmla="*/ 287 h 93"/>
                <a:gd name="T14" fmla="*/ 378 w 113"/>
                <a:gd name="T15" fmla="*/ 333 h 93"/>
                <a:gd name="T16" fmla="*/ 358 w 113"/>
                <a:gd name="T17" fmla="*/ 367 h 93"/>
                <a:gd name="T18" fmla="*/ 326 w 113"/>
                <a:gd name="T19" fmla="*/ 370 h 93"/>
                <a:gd name="T20" fmla="*/ 167 w 113"/>
                <a:gd name="T21" fmla="*/ 234 h 93"/>
                <a:gd name="T22" fmla="*/ 14 w 113"/>
                <a:gd name="T23" fmla="*/ 87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93">
                  <a:moveTo>
                    <a:pt x="4" y="21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2" y="19"/>
                    <a:pt x="0" y="17"/>
                    <a:pt x="3" y="1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3"/>
                    <a:pt x="12" y="0"/>
                    <a:pt x="25" y="10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10" y="74"/>
                    <a:pt x="113" y="79"/>
                    <a:pt x="111" y="81"/>
                  </a:cubicBezTo>
                  <a:cubicBezTo>
                    <a:pt x="105" y="89"/>
                    <a:pt x="105" y="89"/>
                    <a:pt x="105" y="89"/>
                  </a:cubicBezTo>
                  <a:cubicBezTo>
                    <a:pt x="102" y="92"/>
                    <a:pt x="100" y="93"/>
                    <a:pt x="96" y="90"/>
                  </a:cubicBezTo>
                  <a:cubicBezTo>
                    <a:pt x="96" y="90"/>
                    <a:pt x="59" y="64"/>
                    <a:pt x="49" y="57"/>
                  </a:cubicBezTo>
                  <a:cubicBezTo>
                    <a:pt x="39" y="49"/>
                    <a:pt x="5" y="22"/>
                    <a:pt x="4" y="21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1" name="Freeform 1125">
              <a:extLst>
                <a:ext uri="{FF2B5EF4-FFF2-40B4-BE49-F238E27FC236}">
                  <a16:creationId xmlns:a16="http://schemas.microsoft.com/office/drawing/2014/main" id="{AA051E72-DD2D-43D9-8700-9C2E6831D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921"/>
              <a:ext cx="39" cy="16"/>
            </a:xfrm>
            <a:custGeom>
              <a:avLst/>
              <a:gdLst>
                <a:gd name="T0" fmla="*/ 5 w 26"/>
                <a:gd name="T1" fmla="*/ 13 h 10"/>
                <a:gd name="T2" fmla="*/ 48 w 26"/>
                <a:gd name="T3" fmla="*/ 8 h 10"/>
                <a:gd name="T4" fmla="*/ 86 w 26"/>
                <a:gd name="T5" fmla="*/ 29 h 10"/>
                <a:gd name="T6" fmla="*/ 41 w 26"/>
                <a:gd name="T7" fmla="*/ 34 h 10"/>
                <a:gd name="T8" fmla="*/ 5 w 26"/>
                <a:gd name="T9" fmla="*/ 1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">
                  <a:moveTo>
                    <a:pt x="1" y="3"/>
                  </a:moveTo>
                  <a:cubicBezTo>
                    <a:pt x="1" y="1"/>
                    <a:pt x="7" y="0"/>
                    <a:pt x="14" y="2"/>
                  </a:cubicBezTo>
                  <a:cubicBezTo>
                    <a:pt x="20" y="3"/>
                    <a:pt x="26" y="5"/>
                    <a:pt x="25" y="7"/>
                  </a:cubicBezTo>
                  <a:cubicBezTo>
                    <a:pt x="25" y="9"/>
                    <a:pt x="19" y="10"/>
                    <a:pt x="12" y="8"/>
                  </a:cubicBezTo>
                  <a:cubicBezTo>
                    <a:pt x="6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2" name="Freeform 1126">
              <a:extLst>
                <a:ext uri="{FF2B5EF4-FFF2-40B4-BE49-F238E27FC236}">
                  <a16:creationId xmlns:a16="http://schemas.microsoft.com/office/drawing/2014/main" id="{3B8263FE-3AAB-4991-AC37-370BC1A04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107"/>
              <a:ext cx="33" cy="29"/>
            </a:xfrm>
            <a:custGeom>
              <a:avLst/>
              <a:gdLst>
                <a:gd name="T0" fmla="*/ 5 w 22"/>
                <a:gd name="T1" fmla="*/ 5 h 18"/>
                <a:gd name="T2" fmla="*/ 45 w 22"/>
                <a:gd name="T3" fmla="*/ 26 h 18"/>
                <a:gd name="T4" fmla="*/ 72 w 22"/>
                <a:gd name="T5" fmla="*/ 71 h 18"/>
                <a:gd name="T6" fmla="*/ 32 w 22"/>
                <a:gd name="T7" fmla="*/ 50 h 18"/>
                <a:gd name="T8" fmla="*/ 5 w 22"/>
                <a:gd name="T9" fmla="*/ 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1" y="1"/>
                  </a:moveTo>
                  <a:cubicBezTo>
                    <a:pt x="2" y="0"/>
                    <a:pt x="8" y="2"/>
                    <a:pt x="13" y="6"/>
                  </a:cubicBezTo>
                  <a:cubicBezTo>
                    <a:pt x="19" y="10"/>
                    <a:pt x="22" y="15"/>
                    <a:pt x="21" y="17"/>
                  </a:cubicBezTo>
                  <a:cubicBezTo>
                    <a:pt x="20" y="18"/>
                    <a:pt x="14" y="16"/>
                    <a:pt x="9" y="12"/>
                  </a:cubicBezTo>
                  <a:cubicBezTo>
                    <a:pt x="3" y="7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3" name="Freeform 1127">
              <a:extLst>
                <a:ext uri="{FF2B5EF4-FFF2-40B4-BE49-F238E27FC236}">
                  <a16:creationId xmlns:a16="http://schemas.microsoft.com/office/drawing/2014/main" id="{EAE70F2F-CAE8-43B1-B20D-5EA85A80F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238"/>
              <a:ext cx="33" cy="29"/>
            </a:xfrm>
            <a:custGeom>
              <a:avLst/>
              <a:gdLst>
                <a:gd name="T0" fmla="*/ 72 w 22"/>
                <a:gd name="T1" fmla="*/ 71 h 18"/>
                <a:gd name="T2" fmla="*/ 32 w 22"/>
                <a:gd name="T3" fmla="*/ 50 h 18"/>
                <a:gd name="T4" fmla="*/ 5 w 22"/>
                <a:gd name="T5" fmla="*/ 8 h 18"/>
                <a:gd name="T6" fmla="*/ 45 w 22"/>
                <a:gd name="T7" fmla="*/ 26 h 18"/>
                <a:gd name="T8" fmla="*/ 72 w 22"/>
                <a:gd name="T9" fmla="*/ 7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21" y="17"/>
                  </a:moveTo>
                  <a:cubicBezTo>
                    <a:pt x="20" y="18"/>
                    <a:pt x="15" y="16"/>
                    <a:pt x="9" y="12"/>
                  </a:cubicBezTo>
                  <a:cubicBezTo>
                    <a:pt x="4" y="8"/>
                    <a:pt x="0" y="3"/>
                    <a:pt x="1" y="2"/>
                  </a:cubicBezTo>
                  <a:cubicBezTo>
                    <a:pt x="2" y="0"/>
                    <a:pt x="8" y="2"/>
                    <a:pt x="13" y="6"/>
                  </a:cubicBezTo>
                  <a:cubicBezTo>
                    <a:pt x="19" y="10"/>
                    <a:pt x="22" y="15"/>
                    <a:pt x="21" y="17"/>
                  </a:cubicBezTo>
                  <a:close/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4" name="Freeform 1128">
              <a:extLst>
                <a:ext uri="{FF2B5EF4-FFF2-40B4-BE49-F238E27FC236}">
                  <a16:creationId xmlns:a16="http://schemas.microsoft.com/office/drawing/2014/main" id="{2F6740B0-F8F2-4E1B-A9EE-EBBE7E019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987"/>
              <a:ext cx="36" cy="24"/>
            </a:xfrm>
            <a:custGeom>
              <a:avLst/>
              <a:gdLst>
                <a:gd name="T0" fmla="*/ 5 w 24"/>
                <a:gd name="T1" fmla="*/ 8 h 15"/>
                <a:gd name="T2" fmla="*/ 48 w 24"/>
                <a:gd name="T3" fmla="*/ 16 h 15"/>
                <a:gd name="T4" fmla="*/ 80 w 24"/>
                <a:gd name="T5" fmla="*/ 54 h 15"/>
                <a:gd name="T6" fmla="*/ 39 w 24"/>
                <a:gd name="T7" fmla="*/ 46 h 15"/>
                <a:gd name="T8" fmla="*/ 5 w 24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1" y="2"/>
                  </a:moveTo>
                  <a:cubicBezTo>
                    <a:pt x="2" y="0"/>
                    <a:pt x="8" y="1"/>
                    <a:pt x="14" y="4"/>
                  </a:cubicBezTo>
                  <a:cubicBezTo>
                    <a:pt x="20" y="7"/>
                    <a:pt x="24" y="11"/>
                    <a:pt x="23" y="13"/>
                  </a:cubicBezTo>
                  <a:cubicBezTo>
                    <a:pt x="23" y="15"/>
                    <a:pt x="17" y="14"/>
                    <a:pt x="11" y="11"/>
                  </a:cubicBezTo>
                  <a:cubicBezTo>
                    <a:pt x="4" y="8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5" name="Freeform 1129">
              <a:extLst>
                <a:ext uri="{FF2B5EF4-FFF2-40B4-BE49-F238E27FC236}">
                  <a16:creationId xmlns:a16="http://schemas.microsoft.com/office/drawing/2014/main" id="{0FA17521-59EA-4C63-A2D1-C04FAFD24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915"/>
              <a:ext cx="38" cy="16"/>
            </a:xfrm>
            <a:custGeom>
              <a:avLst/>
              <a:gdLst>
                <a:gd name="T0" fmla="*/ 0 w 25"/>
                <a:gd name="T1" fmla="*/ 13 h 10"/>
                <a:gd name="T2" fmla="*/ 46 w 25"/>
                <a:gd name="T3" fmla="*/ 8 h 10"/>
                <a:gd name="T4" fmla="*/ 84 w 25"/>
                <a:gd name="T5" fmla="*/ 29 h 10"/>
                <a:gd name="T6" fmla="*/ 41 w 25"/>
                <a:gd name="T7" fmla="*/ 35 h 10"/>
                <a:gd name="T8" fmla="*/ 0 w 25"/>
                <a:gd name="T9" fmla="*/ 1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0">
                  <a:moveTo>
                    <a:pt x="0" y="3"/>
                  </a:moveTo>
                  <a:cubicBezTo>
                    <a:pt x="0" y="1"/>
                    <a:pt x="6" y="0"/>
                    <a:pt x="13" y="2"/>
                  </a:cubicBezTo>
                  <a:cubicBezTo>
                    <a:pt x="20" y="3"/>
                    <a:pt x="25" y="6"/>
                    <a:pt x="24" y="7"/>
                  </a:cubicBezTo>
                  <a:cubicBezTo>
                    <a:pt x="24" y="9"/>
                    <a:pt x="18" y="10"/>
                    <a:pt x="12" y="9"/>
                  </a:cubicBezTo>
                  <a:cubicBezTo>
                    <a:pt x="5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69D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6" name="Freeform 1130">
              <a:extLst>
                <a:ext uri="{FF2B5EF4-FFF2-40B4-BE49-F238E27FC236}">
                  <a16:creationId xmlns:a16="http://schemas.microsoft.com/office/drawing/2014/main" id="{45A00800-8008-4C4C-AEB9-A8D4AD236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097"/>
              <a:ext cx="33" cy="29"/>
            </a:xfrm>
            <a:custGeom>
              <a:avLst/>
              <a:gdLst>
                <a:gd name="T0" fmla="*/ 5 w 22"/>
                <a:gd name="T1" fmla="*/ 8 h 18"/>
                <a:gd name="T2" fmla="*/ 45 w 22"/>
                <a:gd name="T3" fmla="*/ 29 h 18"/>
                <a:gd name="T4" fmla="*/ 68 w 22"/>
                <a:gd name="T5" fmla="*/ 71 h 18"/>
                <a:gd name="T6" fmla="*/ 27 w 22"/>
                <a:gd name="T7" fmla="*/ 50 h 18"/>
                <a:gd name="T8" fmla="*/ 5 w 22"/>
                <a:gd name="T9" fmla="*/ 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1" y="2"/>
                  </a:moveTo>
                  <a:cubicBezTo>
                    <a:pt x="2" y="0"/>
                    <a:pt x="7" y="2"/>
                    <a:pt x="13" y="7"/>
                  </a:cubicBezTo>
                  <a:cubicBezTo>
                    <a:pt x="18" y="11"/>
                    <a:pt x="22" y="15"/>
                    <a:pt x="20" y="17"/>
                  </a:cubicBezTo>
                  <a:cubicBezTo>
                    <a:pt x="19" y="18"/>
                    <a:pt x="14" y="16"/>
                    <a:pt x="8" y="12"/>
                  </a:cubicBezTo>
                  <a:cubicBezTo>
                    <a:pt x="3" y="8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69D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7" name="Freeform 1131">
              <a:extLst>
                <a:ext uri="{FF2B5EF4-FFF2-40B4-BE49-F238E27FC236}">
                  <a16:creationId xmlns:a16="http://schemas.microsoft.com/office/drawing/2014/main" id="{2DBB4BCA-0AE2-4283-A270-71B601F62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2230"/>
              <a:ext cx="35" cy="29"/>
            </a:xfrm>
            <a:custGeom>
              <a:avLst/>
              <a:gdLst>
                <a:gd name="T0" fmla="*/ 76 w 23"/>
                <a:gd name="T1" fmla="*/ 68 h 18"/>
                <a:gd name="T2" fmla="*/ 32 w 23"/>
                <a:gd name="T3" fmla="*/ 47 h 18"/>
                <a:gd name="T4" fmla="*/ 8 w 23"/>
                <a:gd name="T5" fmla="*/ 5 h 18"/>
                <a:gd name="T6" fmla="*/ 49 w 23"/>
                <a:gd name="T7" fmla="*/ 26 h 18"/>
                <a:gd name="T8" fmla="*/ 76 w 23"/>
                <a:gd name="T9" fmla="*/ 6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22" y="16"/>
                  </a:moveTo>
                  <a:cubicBezTo>
                    <a:pt x="20" y="18"/>
                    <a:pt x="15" y="15"/>
                    <a:pt x="9" y="11"/>
                  </a:cubicBezTo>
                  <a:cubicBezTo>
                    <a:pt x="4" y="7"/>
                    <a:pt x="0" y="3"/>
                    <a:pt x="2" y="1"/>
                  </a:cubicBezTo>
                  <a:cubicBezTo>
                    <a:pt x="3" y="0"/>
                    <a:pt x="8" y="2"/>
                    <a:pt x="14" y="6"/>
                  </a:cubicBezTo>
                  <a:cubicBezTo>
                    <a:pt x="19" y="10"/>
                    <a:pt x="23" y="14"/>
                    <a:pt x="22" y="16"/>
                  </a:cubicBezTo>
                  <a:close/>
                </a:path>
              </a:pathLst>
            </a:custGeom>
            <a:solidFill>
              <a:srgbClr val="F69D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8" name="Freeform 1132">
              <a:extLst>
                <a:ext uri="{FF2B5EF4-FFF2-40B4-BE49-F238E27FC236}">
                  <a16:creationId xmlns:a16="http://schemas.microsoft.com/office/drawing/2014/main" id="{ED0DA21E-80B0-4E87-92D7-3C61C7463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979"/>
              <a:ext cx="36" cy="24"/>
            </a:xfrm>
            <a:custGeom>
              <a:avLst/>
              <a:gdLst>
                <a:gd name="T0" fmla="*/ 0 w 24"/>
                <a:gd name="T1" fmla="*/ 8 h 15"/>
                <a:gd name="T2" fmla="*/ 45 w 24"/>
                <a:gd name="T3" fmla="*/ 16 h 15"/>
                <a:gd name="T4" fmla="*/ 80 w 24"/>
                <a:gd name="T5" fmla="*/ 54 h 15"/>
                <a:gd name="T6" fmla="*/ 35 w 24"/>
                <a:gd name="T7" fmla="*/ 46 h 15"/>
                <a:gd name="T8" fmla="*/ 0 w 24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0" y="2"/>
                  </a:moveTo>
                  <a:cubicBezTo>
                    <a:pt x="1" y="0"/>
                    <a:pt x="7" y="1"/>
                    <a:pt x="13" y="4"/>
                  </a:cubicBezTo>
                  <a:cubicBezTo>
                    <a:pt x="19" y="7"/>
                    <a:pt x="24" y="11"/>
                    <a:pt x="23" y="13"/>
                  </a:cubicBezTo>
                  <a:cubicBezTo>
                    <a:pt x="22" y="15"/>
                    <a:pt x="16" y="14"/>
                    <a:pt x="10" y="11"/>
                  </a:cubicBezTo>
                  <a:cubicBezTo>
                    <a:pt x="4" y="8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69D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9" name="Freeform 1133">
              <a:extLst>
                <a:ext uri="{FF2B5EF4-FFF2-40B4-BE49-F238E27FC236}">
                  <a16:creationId xmlns:a16="http://schemas.microsoft.com/office/drawing/2014/main" id="{D4CC11CA-04BC-4B61-80F9-A31A1D812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918"/>
              <a:ext cx="38" cy="15"/>
            </a:xfrm>
            <a:custGeom>
              <a:avLst/>
              <a:gdLst>
                <a:gd name="T0" fmla="*/ 0 w 25"/>
                <a:gd name="T1" fmla="*/ 8 h 9"/>
                <a:gd name="T2" fmla="*/ 46 w 25"/>
                <a:gd name="T3" fmla="*/ 5 h 9"/>
                <a:gd name="T4" fmla="*/ 88 w 25"/>
                <a:gd name="T5" fmla="*/ 33 h 9"/>
                <a:gd name="T6" fmla="*/ 41 w 25"/>
                <a:gd name="T7" fmla="*/ 37 h 9"/>
                <a:gd name="T8" fmla="*/ 0 w 25"/>
                <a:gd name="T9" fmla="*/ 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9">
                  <a:moveTo>
                    <a:pt x="0" y="2"/>
                  </a:moveTo>
                  <a:cubicBezTo>
                    <a:pt x="1" y="0"/>
                    <a:pt x="7" y="0"/>
                    <a:pt x="13" y="1"/>
                  </a:cubicBezTo>
                  <a:cubicBezTo>
                    <a:pt x="20" y="2"/>
                    <a:pt x="25" y="5"/>
                    <a:pt x="25" y="7"/>
                  </a:cubicBezTo>
                  <a:cubicBezTo>
                    <a:pt x="24" y="9"/>
                    <a:pt x="19" y="9"/>
                    <a:pt x="12" y="8"/>
                  </a:cubicBezTo>
                  <a:cubicBezTo>
                    <a:pt x="5" y="7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0" name="Freeform 1134">
              <a:extLst>
                <a:ext uri="{FF2B5EF4-FFF2-40B4-BE49-F238E27FC236}">
                  <a16:creationId xmlns:a16="http://schemas.microsoft.com/office/drawing/2014/main" id="{BE40DBA4-E43F-4870-A94F-BF42565EC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923"/>
              <a:ext cx="32" cy="10"/>
            </a:xfrm>
            <a:custGeom>
              <a:avLst/>
              <a:gdLst>
                <a:gd name="T0" fmla="*/ 53 w 21"/>
                <a:gd name="T1" fmla="*/ 0 h 6"/>
                <a:gd name="T2" fmla="*/ 67 w 21"/>
                <a:gd name="T3" fmla="*/ 13 h 6"/>
                <a:gd name="T4" fmla="*/ 21 w 21"/>
                <a:gd name="T5" fmla="*/ 20 h 6"/>
                <a:gd name="T6" fmla="*/ 0 w 21"/>
                <a:gd name="T7" fmla="*/ 13 h 6"/>
                <a:gd name="T8" fmla="*/ 27 w 21"/>
                <a:gd name="T9" fmla="*/ 22 h 6"/>
                <a:gd name="T10" fmla="*/ 75 w 21"/>
                <a:gd name="T11" fmla="*/ 20 h 6"/>
                <a:gd name="T12" fmla="*/ 53 w 21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">
                  <a:moveTo>
                    <a:pt x="15" y="0"/>
                  </a:moveTo>
                  <a:cubicBezTo>
                    <a:pt x="17" y="1"/>
                    <a:pt x="19" y="2"/>
                    <a:pt x="19" y="3"/>
                  </a:cubicBezTo>
                  <a:cubicBezTo>
                    <a:pt x="18" y="5"/>
                    <a:pt x="13" y="5"/>
                    <a:pt x="6" y="4"/>
                  </a:cubicBezTo>
                  <a:cubicBezTo>
                    <a:pt x="4" y="4"/>
                    <a:pt x="2" y="3"/>
                    <a:pt x="0" y="3"/>
                  </a:cubicBezTo>
                  <a:cubicBezTo>
                    <a:pt x="2" y="4"/>
                    <a:pt x="5" y="4"/>
                    <a:pt x="8" y="5"/>
                  </a:cubicBezTo>
                  <a:cubicBezTo>
                    <a:pt x="15" y="6"/>
                    <a:pt x="20" y="6"/>
                    <a:pt x="21" y="4"/>
                  </a:cubicBezTo>
                  <a:cubicBezTo>
                    <a:pt x="21" y="3"/>
                    <a:pt x="19" y="1"/>
                    <a:pt x="15" y="0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1" name="Freeform 1135">
              <a:extLst>
                <a:ext uri="{FF2B5EF4-FFF2-40B4-BE49-F238E27FC236}">
                  <a16:creationId xmlns:a16="http://schemas.microsoft.com/office/drawing/2014/main" id="{CD10B493-2678-42D7-8539-F558AAFA9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920"/>
              <a:ext cx="29" cy="8"/>
            </a:xfrm>
            <a:custGeom>
              <a:avLst/>
              <a:gdLst>
                <a:gd name="T0" fmla="*/ 8 w 19"/>
                <a:gd name="T1" fmla="*/ 8 h 5"/>
                <a:gd name="T2" fmla="*/ 47 w 19"/>
                <a:gd name="T3" fmla="*/ 8 h 5"/>
                <a:gd name="T4" fmla="*/ 67 w 19"/>
                <a:gd name="T5" fmla="*/ 16 h 5"/>
                <a:gd name="T6" fmla="*/ 40 w 19"/>
                <a:gd name="T7" fmla="*/ 5 h 5"/>
                <a:gd name="T8" fmla="*/ 5 w 19"/>
                <a:gd name="T9" fmla="*/ 8 h 5"/>
                <a:gd name="T10" fmla="*/ 14 w 19"/>
                <a:gd name="T11" fmla="*/ 21 h 5"/>
                <a:gd name="T12" fmla="*/ 8 w 19"/>
                <a:gd name="T13" fmla="*/ 8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">
                  <a:moveTo>
                    <a:pt x="2" y="2"/>
                  </a:moveTo>
                  <a:cubicBezTo>
                    <a:pt x="2" y="1"/>
                    <a:pt x="7" y="0"/>
                    <a:pt x="13" y="2"/>
                  </a:cubicBezTo>
                  <a:cubicBezTo>
                    <a:pt x="15" y="2"/>
                    <a:pt x="18" y="3"/>
                    <a:pt x="19" y="4"/>
                  </a:cubicBezTo>
                  <a:cubicBezTo>
                    <a:pt x="18" y="2"/>
                    <a:pt x="15" y="1"/>
                    <a:pt x="11" y="1"/>
                  </a:cubicBezTo>
                  <a:cubicBezTo>
                    <a:pt x="6" y="0"/>
                    <a:pt x="1" y="0"/>
                    <a:pt x="1" y="2"/>
                  </a:cubicBezTo>
                  <a:cubicBezTo>
                    <a:pt x="0" y="3"/>
                    <a:pt x="2" y="4"/>
                    <a:pt x="4" y="5"/>
                  </a:cubicBezTo>
                  <a:cubicBezTo>
                    <a:pt x="3" y="4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2" name="Freeform 1136">
              <a:extLst>
                <a:ext uri="{FF2B5EF4-FFF2-40B4-BE49-F238E27FC236}">
                  <a16:creationId xmlns:a16="http://schemas.microsoft.com/office/drawing/2014/main" id="{761EA999-58B8-43EF-B33B-3101928CF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982"/>
              <a:ext cx="36" cy="24"/>
            </a:xfrm>
            <a:custGeom>
              <a:avLst/>
              <a:gdLst>
                <a:gd name="T0" fmla="*/ 5 w 24"/>
                <a:gd name="T1" fmla="*/ 8 h 15"/>
                <a:gd name="T2" fmla="*/ 48 w 24"/>
                <a:gd name="T3" fmla="*/ 16 h 15"/>
                <a:gd name="T4" fmla="*/ 81 w 24"/>
                <a:gd name="T5" fmla="*/ 54 h 15"/>
                <a:gd name="T6" fmla="*/ 39 w 24"/>
                <a:gd name="T7" fmla="*/ 46 h 15"/>
                <a:gd name="T8" fmla="*/ 5 w 24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1" y="2"/>
                  </a:moveTo>
                  <a:cubicBezTo>
                    <a:pt x="2" y="0"/>
                    <a:pt x="8" y="1"/>
                    <a:pt x="14" y="4"/>
                  </a:cubicBezTo>
                  <a:cubicBezTo>
                    <a:pt x="20" y="7"/>
                    <a:pt x="24" y="11"/>
                    <a:pt x="24" y="13"/>
                  </a:cubicBezTo>
                  <a:cubicBezTo>
                    <a:pt x="23" y="15"/>
                    <a:pt x="17" y="14"/>
                    <a:pt x="11" y="11"/>
                  </a:cubicBezTo>
                  <a:cubicBezTo>
                    <a:pt x="5" y="8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3" name="Freeform 1137">
              <a:extLst>
                <a:ext uri="{FF2B5EF4-FFF2-40B4-BE49-F238E27FC236}">
                  <a16:creationId xmlns:a16="http://schemas.microsoft.com/office/drawing/2014/main" id="{EB1BCDC2-12C7-4C87-AEF5-D08F4B7A0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102"/>
              <a:ext cx="33" cy="29"/>
            </a:xfrm>
            <a:custGeom>
              <a:avLst/>
              <a:gdLst>
                <a:gd name="T0" fmla="*/ 5 w 22"/>
                <a:gd name="T1" fmla="*/ 5 h 18"/>
                <a:gd name="T2" fmla="*/ 45 w 22"/>
                <a:gd name="T3" fmla="*/ 26 h 18"/>
                <a:gd name="T4" fmla="*/ 72 w 22"/>
                <a:gd name="T5" fmla="*/ 68 h 18"/>
                <a:gd name="T6" fmla="*/ 32 w 22"/>
                <a:gd name="T7" fmla="*/ 47 h 18"/>
                <a:gd name="T8" fmla="*/ 5 w 22"/>
                <a:gd name="T9" fmla="*/ 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1" y="1"/>
                  </a:moveTo>
                  <a:cubicBezTo>
                    <a:pt x="2" y="0"/>
                    <a:pt x="8" y="2"/>
                    <a:pt x="13" y="6"/>
                  </a:cubicBezTo>
                  <a:cubicBezTo>
                    <a:pt x="19" y="10"/>
                    <a:pt x="22" y="15"/>
                    <a:pt x="21" y="16"/>
                  </a:cubicBezTo>
                  <a:cubicBezTo>
                    <a:pt x="20" y="18"/>
                    <a:pt x="14" y="16"/>
                    <a:pt x="9" y="11"/>
                  </a:cubicBezTo>
                  <a:cubicBezTo>
                    <a:pt x="3" y="7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4" name="Freeform 1138">
              <a:extLst>
                <a:ext uri="{FF2B5EF4-FFF2-40B4-BE49-F238E27FC236}">
                  <a16:creationId xmlns:a16="http://schemas.microsoft.com/office/drawing/2014/main" id="{59A56D79-4AAD-4229-B953-DEB8F7E2C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233"/>
              <a:ext cx="33" cy="29"/>
            </a:xfrm>
            <a:custGeom>
              <a:avLst/>
              <a:gdLst>
                <a:gd name="T0" fmla="*/ 72 w 22"/>
                <a:gd name="T1" fmla="*/ 68 h 18"/>
                <a:gd name="T2" fmla="*/ 32 w 22"/>
                <a:gd name="T3" fmla="*/ 50 h 18"/>
                <a:gd name="T4" fmla="*/ 5 w 22"/>
                <a:gd name="T5" fmla="*/ 8 h 18"/>
                <a:gd name="T6" fmla="*/ 45 w 22"/>
                <a:gd name="T7" fmla="*/ 26 h 18"/>
                <a:gd name="T8" fmla="*/ 72 w 22"/>
                <a:gd name="T9" fmla="*/ 6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21" y="16"/>
                  </a:moveTo>
                  <a:cubicBezTo>
                    <a:pt x="20" y="18"/>
                    <a:pt x="14" y="16"/>
                    <a:pt x="9" y="12"/>
                  </a:cubicBezTo>
                  <a:cubicBezTo>
                    <a:pt x="3" y="8"/>
                    <a:pt x="0" y="3"/>
                    <a:pt x="1" y="2"/>
                  </a:cubicBezTo>
                  <a:cubicBezTo>
                    <a:pt x="2" y="0"/>
                    <a:pt x="8" y="2"/>
                    <a:pt x="13" y="6"/>
                  </a:cubicBezTo>
                  <a:cubicBezTo>
                    <a:pt x="19" y="10"/>
                    <a:pt x="22" y="15"/>
                    <a:pt x="21" y="16"/>
                  </a:cubicBezTo>
                  <a:close/>
                </a:path>
              </a:pathLst>
            </a:cu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5" name="Freeform 1139">
              <a:extLst>
                <a:ext uri="{FF2B5EF4-FFF2-40B4-BE49-F238E27FC236}">
                  <a16:creationId xmlns:a16="http://schemas.microsoft.com/office/drawing/2014/main" id="{FE38B64B-BDE6-48D0-8093-0241CD4E4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934"/>
              <a:ext cx="121" cy="26"/>
            </a:xfrm>
            <a:custGeom>
              <a:avLst/>
              <a:gdLst>
                <a:gd name="T0" fmla="*/ 0 w 81"/>
                <a:gd name="T1" fmla="*/ 0 h 16"/>
                <a:gd name="T2" fmla="*/ 194 w 81"/>
                <a:gd name="T3" fmla="*/ 47 h 16"/>
                <a:gd name="T4" fmla="*/ 261 w 81"/>
                <a:gd name="T5" fmla="*/ 55 h 16"/>
                <a:gd name="T6" fmla="*/ 267 w 81"/>
                <a:gd name="T7" fmla="*/ 8 h 16"/>
                <a:gd name="T8" fmla="*/ 243 w 81"/>
                <a:gd name="T9" fmla="*/ 47 h 16"/>
                <a:gd name="T10" fmla="*/ 208 w 81"/>
                <a:gd name="T11" fmla="*/ 42 h 16"/>
                <a:gd name="T12" fmla="*/ 163 w 81"/>
                <a:gd name="T13" fmla="*/ 29 h 16"/>
                <a:gd name="T14" fmla="*/ 76 w 81"/>
                <a:gd name="T15" fmla="*/ 13 h 16"/>
                <a:gd name="T16" fmla="*/ 33 w 81"/>
                <a:gd name="T17" fmla="*/ 5 h 16"/>
                <a:gd name="T18" fmla="*/ 1 w 81"/>
                <a:gd name="T19" fmla="*/ 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16">
                  <a:moveTo>
                    <a:pt x="0" y="0"/>
                  </a:moveTo>
                  <a:cubicBezTo>
                    <a:pt x="19" y="4"/>
                    <a:pt x="39" y="7"/>
                    <a:pt x="58" y="11"/>
                  </a:cubicBezTo>
                  <a:cubicBezTo>
                    <a:pt x="63" y="12"/>
                    <a:pt x="74" y="16"/>
                    <a:pt x="78" y="13"/>
                  </a:cubicBezTo>
                  <a:cubicBezTo>
                    <a:pt x="81" y="11"/>
                    <a:pt x="80" y="5"/>
                    <a:pt x="80" y="2"/>
                  </a:cubicBezTo>
                  <a:cubicBezTo>
                    <a:pt x="79" y="5"/>
                    <a:pt x="78" y="10"/>
                    <a:pt x="73" y="11"/>
                  </a:cubicBezTo>
                  <a:cubicBezTo>
                    <a:pt x="70" y="11"/>
                    <a:pt x="65" y="10"/>
                    <a:pt x="62" y="10"/>
                  </a:cubicBezTo>
                  <a:cubicBezTo>
                    <a:pt x="58" y="9"/>
                    <a:pt x="53" y="8"/>
                    <a:pt x="49" y="7"/>
                  </a:cubicBezTo>
                  <a:cubicBezTo>
                    <a:pt x="40" y="6"/>
                    <a:pt x="31" y="4"/>
                    <a:pt x="23" y="3"/>
                  </a:cubicBezTo>
                  <a:cubicBezTo>
                    <a:pt x="19" y="2"/>
                    <a:pt x="14" y="2"/>
                    <a:pt x="10" y="1"/>
                  </a:cubicBezTo>
                  <a:cubicBezTo>
                    <a:pt x="7" y="1"/>
                    <a:pt x="4" y="0"/>
                    <a:pt x="1" y="0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6" name="Freeform 1140">
              <a:extLst>
                <a:ext uri="{FF2B5EF4-FFF2-40B4-BE49-F238E27FC236}">
                  <a16:creationId xmlns:a16="http://schemas.microsoft.com/office/drawing/2014/main" id="{A26463C4-7657-4081-9552-E83800FF7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179"/>
              <a:ext cx="73" cy="46"/>
            </a:xfrm>
            <a:custGeom>
              <a:avLst/>
              <a:gdLst>
                <a:gd name="T0" fmla="*/ 0 w 49"/>
                <a:gd name="T1" fmla="*/ 25 h 29"/>
                <a:gd name="T2" fmla="*/ 22 w 49"/>
                <a:gd name="T3" fmla="*/ 0 h 29"/>
                <a:gd name="T4" fmla="*/ 60 w 49"/>
                <a:gd name="T5" fmla="*/ 25 h 29"/>
                <a:gd name="T6" fmla="*/ 113 w 49"/>
                <a:gd name="T7" fmla="*/ 73 h 29"/>
                <a:gd name="T8" fmla="*/ 140 w 49"/>
                <a:gd name="T9" fmla="*/ 95 h 29"/>
                <a:gd name="T10" fmla="*/ 162 w 49"/>
                <a:gd name="T11" fmla="*/ 116 h 29"/>
                <a:gd name="T12" fmla="*/ 55 w 49"/>
                <a:gd name="T13" fmla="*/ 33 h 29"/>
                <a:gd name="T14" fmla="*/ 19 w 49"/>
                <a:gd name="T15" fmla="*/ 16 h 29"/>
                <a:gd name="T16" fmla="*/ 0 w 49"/>
                <a:gd name="T17" fmla="*/ 3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9">
                  <a:moveTo>
                    <a:pt x="0" y="6"/>
                  </a:moveTo>
                  <a:cubicBezTo>
                    <a:pt x="2" y="4"/>
                    <a:pt x="4" y="0"/>
                    <a:pt x="7" y="0"/>
                  </a:cubicBezTo>
                  <a:cubicBezTo>
                    <a:pt x="11" y="0"/>
                    <a:pt x="15" y="4"/>
                    <a:pt x="18" y="6"/>
                  </a:cubicBezTo>
                  <a:cubicBezTo>
                    <a:pt x="24" y="10"/>
                    <a:pt x="29" y="14"/>
                    <a:pt x="34" y="18"/>
                  </a:cubicBezTo>
                  <a:cubicBezTo>
                    <a:pt x="37" y="20"/>
                    <a:pt x="39" y="22"/>
                    <a:pt x="42" y="24"/>
                  </a:cubicBezTo>
                  <a:cubicBezTo>
                    <a:pt x="44" y="26"/>
                    <a:pt x="47" y="27"/>
                    <a:pt x="49" y="29"/>
                  </a:cubicBezTo>
                  <a:cubicBezTo>
                    <a:pt x="38" y="24"/>
                    <a:pt x="27" y="14"/>
                    <a:pt x="17" y="8"/>
                  </a:cubicBezTo>
                  <a:cubicBezTo>
                    <a:pt x="13" y="5"/>
                    <a:pt x="9" y="3"/>
                    <a:pt x="6" y="4"/>
                  </a:cubicBezTo>
                  <a:cubicBezTo>
                    <a:pt x="3" y="5"/>
                    <a:pt x="1" y="7"/>
                    <a:pt x="0" y="9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7" name="Freeform 1141">
              <a:extLst>
                <a:ext uri="{FF2B5EF4-FFF2-40B4-BE49-F238E27FC236}">
                  <a16:creationId xmlns:a16="http://schemas.microsoft.com/office/drawing/2014/main" id="{DB573252-7337-4F63-A4B5-A576BA77B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944"/>
              <a:ext cx="78" cy="35"/>
            </a:xfrm>
            <a:custGeom>
              <a:avLst/>
              <a:gdLst>
                <a:gd name="T0" fmla="*/ 0 w 52"/>
                <a:gd name="T1" fmla="*/ 35 h 22"/>
                <a:gd name="T2" fmla="*/ 21 w 52"/>
                <a:gd name="T3" fmla="*/ 0 h 22"/>
                <a:gd name="T4" fmla="*/ 62 w 52"/>
                <a:gd name="T5" fmla="*/ 21 h 22"/>
                <a:gd name="T6" fmla="*/ 122 w 52"/>
                <a:gd name="T7" fmla="*/ 56 h 22"/>
                <a:gd name="T8" fmla="*/ 149 w 52"/>
                <a:gd name="T9" fmla="*/ 73 h 22"/>
                <a:gd name="T10" fmla="*/ 176 w 52"/>
                <a:gd name="T11" fmla="*/ 89 h 22"/>
                <a:gd name="T12" fmla="*/ 59 w 52"/>
                <a:gd name="T13" fmla="*/ 29 h 22"/>
                <a:gd name="T14" fmla="*/ 21 w 52"/>
                <a:gd name="T15" fmla="*/ 25 h 22"/>
                <a:gd name="T16" fmla="*/ 0 w 52"/>
                <a:gd name="T17" fmla="*/ 4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22">
                  <a:moveTo>
                    <a:pt x="0" y="9"/>
                  </a:moveTo>
                  <a:cubicBezTo>
                    <a:pt x="2" y="6"/>
                    <a:pt x="2" y="1"/>
                    <a:pt x="6" y="0"/>
                  </a:cubicBezTo>
                  <a:cubicBezTo>
                    <a:pt x="9" y="0"/>
                    <a:pt x="15" y="4"/>
                    <a:pt x="18" y="5"/>
                  </a:cubicBezTo>
                  <a:cubicBezTo>
                    <a:pt x="24" y="8"/>
                    <a:pt x="30" y="11"/>
                    <a:pt x="36" y="14"/>
                  </a:cubicBezTo>
                  <a:cubicBezTo>
                    <a:pt x="39" y="15"/>
                    <a:pt x="42" y="17"/>
                    <a:pt x="44" y="18"/>
                  </a:cubicBezTo>
                  <a:cubicBezTo>
                    <a:pt x="47" y="20"/>
                    <a:pt x="50" y="21"/>
                    <a:pt x="52" y="22"/>
                  </a:cubicBezTo>
                  <a:cubicBezTo>
                    <a:pt x="40" y="19"/>
                    <a:pt x="29" y="11"/>
                    <a:pt x="17" y="7"/>
                  </a:cubicBezTo>
                  <a:cubicBezTo>
                    <a:pt x="13" y="5"/>
                    <a:pt x="9" y="4"/>
                    <a:pt x="6" y="6"/>
                  </a:cubicBezTo>
                  <a:cubicBezTo>
                    <a:pt x="3" y="7"/>
                    <a:pt x="1" y="9"/>
                    <a:pt x="0" y="11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8" name="Freeform 1142">
              <a:extLst>
                <a:ext uri="{FF2B5EF4-FFF2-40B4-BE49-F238E27FC236}">
                  <a16:creationId xmlns:a16="http://schemas.microsoft.com/office/drawing/2014/main" id="{969C0B32-345F-4D32-B7AC-46B8140AC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995"/>
              <a:ext cx="114" cy="54"/>
            </a:xfrm>
            <a:custGeom>
              <a:avLst/>
              <a:gdLst>
                <a:gd name="T0" fmla="*/ 0 w 76"/>
                <a:gd name="T1" fmla="*/ 0 h 34"/>
                <a:gd name="T2" fmla="*/ 180 w 76"/>
                <a:gd name="T3" fmla="*/ 103 h 34"/>
                <a:gd name="T4" fmla="*/ 243 w 76"/>
                <a:gd name="T5" fmla="*/ 132 h 34"/>
                <a:gd name="T6" fmla="*/ 257 w 76"/>
                <a:gd name="T7" fmla="*/ 94 h 34"/>
                <a:gd name="T8" fmla="*/ 230 w 76"/>
                <a:gd name="T9" fmla="*/ 116 h 34"/>
                <a:gd name="T10" fmla="*/ 194 w 76"/>
                <a:gd name="T11" fmla="*/ 103 h 34"/>
                <a:gd name="T12" fmla="*/ 153 w 76"/>
                <a:gd name="T13" fmla="*/ 81 h 34"/>
                <a:gd name="T14" fmla="*/ 72 w 76"/>
                <a:gd name="T15" fmla="*/ 35 h 34"/>
                <a:gd name="T16" fmla="*/ 32 w 76"/>
                <a:gd name="T17" fmla="*/ 16 h 34"/>
                <a:gd name="T18" fmla="*/ 5 w 76"/>
                <a:gd name="T19" fmla="*/ 5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34">
                  <a:moveTo>
                    <a:pt x="0" y="0"/>
                  </a:moveTo>
                  <a:cubicBezTo>
                    <a:pt x="17" y="9"/>
                    <a:pt x="36" y="16"/>
                    <a:pt x="53" y="26"/>
                  </a:cubicBezTo>
                  <a:cubicBezTo>
                    <a:pt x="57" y="28"/>
                    <a:pt x="68" y="34"/>
                    <a:pt x="72" y="33"/>
                  </a:cubicBezTo>
                  <a:cubicBezTo>
                    <a:pt x="75" y="32"/>
                    <a:pt x="76" y="25"/>
                    <a:pt x="76" y="23"/>
                  </a:cubicBezTo>
                  <a:cubicBezTo>
                    <a:pt x="75" y="25"/>
                    <a:pt x="73" y="30"/>
                    <a:pt x="68" y="29"/>
                  </a:cubicBezTo>
                  <a:cubicBezTo>
                    <a:pt x="64" y="29"/>
                    <a:pt x="60" y="27"/>
                    <a:pt x="57" y="26"/>
                  </a:cubicBezTo>
                  <a:cubicBezTo>
                    <a:pt x="53" y="24"/>
                    <a:pt x="49" y="22"/>
                    <a:pt x="45" y="20"/>
                  </a:cubicBezTo>
                  <a:cubicBezTo>
                    <a:pt x="37" y="16"/>
                    <a:pt x="29" y="12"/>
                    <a:pt x="21" y="9"/>
                  </a:cubicBezTo>
                  <a:cubicBezTo>
                    <a:pt x="17" y="7"/>
                    <a:pt x="13" y="6"/>
                    <a:pt x="9" y="4"/>
                  </a:cubicBezTo>
                  <a:cubicBezTo>
                    <a:pt x="7" y="3"/>
                    <a:pt x="4" y="1"/>
                    <a:pt x="1" y="1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09" name="Freeform 1143">
              <a:extLst>
                <a:ext uri="{FF2B5EF4-FFF2-40B4-BE49-F238E27FC236}">
                  <a16:creationId xmlns:a16="http://schemas.microsoft.com/office/drawing/2014/main" id="{F95122CF-DA26-423E-B70D-92092E554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046"/>
              <a:ext cx="74" cy="50"/>
            </a:xfrm>
            <a:custGeom>
              <a:avLst/>
              <a:gdLst>
                <a:gd name="T0" fmla="*/ 5 w 49"/>
                <a:gd name="T1" fmla="*/ 29 h 31"/>
                <a:gd name="T2" fmla="*/ 27 w 49"/>
                <a:gd name="T3" fmla="*/ 0 h 31"/>
                <a:gd name="T4" fmla="*/ 66 w 49"/>
                <a:gd name="T5" fmla="*/ 29 h 31"/>
                <a:gd name="T6" fmla="*/ 121 w 49"/>
                <a:gd name="T7" fmla="*/ 84 h 31"/>
                <a:gd name="T8" fmla="*/ 143 w 49"/>
                <a:gd name="T9" fmla="*/ 110 h 31"/>
                <a:gd name="T10" fmla="*/ 169 w 49"/>
                <a:gd name="T11" fmla="*/ 131 h 31"/>
                <a:gd name="T12" fmla="*/ 62 w 49"/>
                <a:gd name="T13" fmla="*/ 39 h 31"/>
                <a:gd name="T14" fmla="*/ 26 w 49"/>
                <a:gd name="T15" fmla="*/ 21 h 31"/>
                <a:gd name="T16" fmla="*/ 0 w 49"/>
                <a:gd name="T17" fmla="*/ 39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31">
                  <a:moveTo>
                    <a:pt x="1" y="7"/>
                  </a:moveTo>
                  <a:cubicBezTo>
                    <a:pt x="3" y="5"/>
                    <a:pt x="5" y="0"/>
                    <a:pt x="8" y="0"/>
                  </a:cubicBezTo>
                  <a:cubicBezTo>
                    <a:pt x="11" y="0"/>
                    <a:pt x="16" y="5"/>
                    <a:pt x="19" y="7"/>
                  </a:cubicBezTo>
                  <a:cubicBezTo>
                    <a:pt x="24" y="11"/>
                    <a:pt x="30" y="16"/>
                    <a:pt x="35" y="20"/>
                  </a:cubicBezTo>
                  <a:cubicBezTo>
                    <a:pt x="37" y="22"/>
                    <a:pt x="40" y="24"/>
                    <a:pt x="42" y="26"/>
                  </a:cubicBezTo>
                  <a:cubicBezTo>
                    <a:pt x="44" y="27"/>
                    <a:pt x="47" y="29"/>
                    <a:pt x="49" y="31"/>
                  </a:cubicBezTo>
                  <a:cubicBezTo>
                    <a:pt x="38" y="26"/>
                    <a:pt x="28" y="16"/>
                    <a:pt x="18" y="9"/>
                  </a:cubicBezTo>
                  <a:cubicBezTo>
                    <a:pt x="14" y="6"/>
                    <a:pt x="10" y="4"/>
                    <a:pt x="7" y="5"/>
                  </a:cubicBezTo>
                  <a:cubicBezTo>
                    <a:pt x="4" y="6"/>
                    <a:pt x="2" y="8"/>
                    <a:pt x="0" y="9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0" name="Freeform 1144">
              <a:extLst>
                <a:ext uri="{FF2B5EF4-FFF2-40B4-BE49-F238E27FC236}">
                  <a16:creationId xmlns:a16="http://schemas.microsoft.com/office/drawing/2014/main" id="{EE2E4FD0-4A83-4CCE-B10D-8606DC08A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105"/>
              <a:ext cx="105" cy="77"/>
            </a:xfrm>
            <a:custGeom>
              <a:avLst/>
              <a:gdLst>
                <a:gd name="T0" fmla="*/ 0 w 70"/>
                <a:gd name="T1" fmla="*/ 0 h 48"/>
                <a:gd name="T2" fmla="*/ 153 w 70"/>
                <a:gd name="T3" fmla="*/ 152 h 48"/>
                <a:gd name="T4" fmla="*/ 215 w 70"/>
                <a:gd name="T5" fmla="*/ 193 h 48"/>
                <a:gd name="T6" fmla="*/ 237 w 70"/>
                <a:gd name="T7" fmla="*/ 157 h 48"/>
                <a:gd name="T8" fmla="*/ 203 w 70"/>
                <a:gd name="T9" fmla="*/ 178 h 48"/>
                <a:gd name="T10" fmla="*/ 174 w 70"/>
                <a:gd name="T11" fmla="*/ 152 h 48"/>
                <a:gd name="T12" fmla="*/ 135 w 70"/>
                <a:gd name="T13" fmla="*/ 120 h 48"/>
                <a:gd name="T14" fmla="*/ 66 w 70"/>
                <a:gd name="T15" fmla="*/ 55 h 48"/>
                <a:gd name="T16" fmla="*/ 27 w 70"/>
                <a:gd name="T17" fmla="*/ 26 h 48"/>
                <a:gd name="T18" fmla="*/ 5 w 70"/>
                <a:gd name="T19" fmla="*/ 5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48">
                  <a:moveTo>
                    <a:pt x="0" y="0"/>
                  </a:moveTo>
                  <a:cubicBezTo>
                    <a:pt x="15" y="12"/>
                    <a:pt x="29" y="24"/>
                    <a:pt x="45" y="37"/>
                  </a:cubicBezTo>
                  <a:cubicBezTo>
                    <a:pt x="48" y="40"/>
                    <a:pt x="59" y="48"/>
                    <a:pt x="63" y="47"/>
                  </a:cubicBezTo>
                  <a:cubicBezTo>
                    <a:pt x="67" y="47"/>
                    <a:pt x="69" y="41"/>
                    <a:pt x="70" y="38"/>
                  </a:cubicBezTo>
                  <a:cubicBezTo>
                    <a:pt x="68" y="41"/>
                    <a:pt x="65" y="44"/>
                    <a:pt x="60" y="43"/>
                  </a:cubicBezTo>
                  <a:cubicBezTo>
                    <a:pt x="57" y="42"/>
                    <a:pt x="53" y="39"/>
                    <a:pt x="51" y="37"/>
                  </a:cubicBezTo>
                  <a:cubicBezTo>
                    <a:pt x="47" y="34"/>
                    <a:pt x="43" y="32"/>
                    <a:pt x="40" y="29"/>
                  </a:cubicBezTo>
                  <a:cubicBezTo>
                    <a:pt x="33" y="23"/>
                    <a:pt x="26" y="18"/>
                    <a:pt x="19" y="13"/>
                  </a:cubicBezTo>
                  <a:cubicBezTo>
                    <a:pt x="15" y="11"/>
                    <a:pt x="12" y="8"/>
                    <a:pt x="8" y="6"/>
                  </a:cubicBezTo>
                  <a:cubicBezTo>
                    <a:pt x="6" y="4"/>
                    <a:pt x="4" y="2"/>
                    <a:pt x="1" y="1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1" name="Freeform 1145">
              <a:extLst>
                <a:ext uri="{FF2B5EF4-FFF2-40B4-BE49-F238E27FC236}">
                  <a16:creationId xmlns:a16="http://schemas.microsoft.com/office/drawing/2014/main" id="{9BAEB179-9CA7-4F8E-BB04-BA889E0F3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230"/>
              <a:ext cx="120" cy="82"/>
            </a:xfrm>
            <a:custGeom>
              <a:avLst/>
              <a:gdLst>
                <a:gd name="T0" fmla="*/ 264 w 80"/>
                <a:gd name="T1" fmla="*/ 183 h 51"/>
                <a:gd name="T2" fmla="*/ 237 w 80"/>
                <a:gd name="T3" fmla="*/ 207 h 51"/>
                <a:gd name="T4" fmla="*/ 194 w 80"/>
                <a:gd name="T5" fmla="*/ 175 h 51"/>
                <a:gd name="T6" fmla="*/ 129 w 80"/>
                <a:gd name="T7" fmla="*/ 122 h 51"/>
                <a:gd name="T8" fmla="*/ 0 w 80"/>
                <a:gd name="T9" fmla="*/ 0 h 51"/>
                <a:gd name="T10" fmla="*/ 89 w 80"/>
                <a:gd name="T11" fmla="*/ 80 h 51"/>
                <a:gd name="T12" fmla="*/ 183 w 80"/>
                <a:gd name="T13" fmla="*/ 153 h 51"/>
                <a:gd name="T14" fmla="*/ 264 w 80"/>
                <a:gd name="T15" fmla="*/ 153 h 51"/>
                <a:gd name="T16" fmla="*/ 264 w 80"/>
                <a:gd name="T17" fmla="*/ 178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51">
                  <a:moveTo>
                    <a:pt x="78" y="44"/>
                  </a:moveTo>
                  <a:cubicBezTo>
                    <a:pt x="76" y="46"/>
                    <a:pt x="75" y="51"/>
                    <a:pt x="70" y="50"/>
                  </a:cubicBezTo>
                  <a:cubicBezTo>
                    <a:pt x="66" y="49"/>
                    <a:pt x="60" y="45"/>
                    <a:pt x="57" y="42"/>
                  </a:cubicBezTo>
                  <a:cubicBezTo>
                    <a:pt x="49" y="36"/>
                    <a:pt x="46" y="34"/>
                    <a:pt x="38" y="29"/>
                  </a:cubicBezTo>
                  <a:cubicBezTo>
                    <a:pt x="27" y="21"/>
                    <a:pt x="10" y="10"/>
                    <a:pt x="0" y="0"/>
                  </a:cubicBezTo>
                  <a:cubicBezTo>
                    <a:pt x="8" y="6"/>
                    <a:pt x="18" y="13"/>
                    <a:pt x="26" y="19"/>
                  </a:cubicBezTo>
                  <a:cubicBezTo>
                    <a:pt x="35" y="26"/>
                    <a:pt x="44" y="31"/>
                    <a:pt x="54" y="37"/>
                  </a:cubicBezTo>
                  <a:cubicBezTo>
                    <a:pt x="62" y="43"/>
                    <a:pt x="78" y="47"/>
                    <a:pt x="78" y="37"/>
                  </a:cubicBezTo>
                  <a:cubicBezTo>
                    <a:pt x="80" y="40"/>
                    <a:pt x="78" y="41"/>
                    <a:pt x="78" y="43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2" name="Freeform 1146">
              <a:extLst>
                <a:ext uri="{FF2B5EF4-FFF2-40B4-BE49-F238E27FC236}">
                  <a16:creationId xmlns:a16="http://schemas.microsoft.com/office/drawing/2014/main" id="{26635712-94D5-4DC3-B71E-3A51019B9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993"/>
              <a:ext cx="30" cy="13"/>
            </a:xfrm>
            <a:custGeom>
              <a:avLst/>
              <a:gdLst>
                <a:gd name="T0" fmla="*/ 53 w 20"/>
                <a:gd name="T1" fmla="*/ 5 h 8"/>
                <a:gd name="T2" fmla="*/ 62 w 20"/>
                <a:gd name="T3" fmla="*/ 21 h 8"/>
                <a:gd name="T4" fmla="*/ 18 w 20"/>
                <a:gd name="T5" fmla="*/ 13 h 8"/>
                <a:gd name="T6" fmla="*/ 0 w 20"/>
                <a:gd name="T7" fmla="*/ 0 h 8"/>
                <a:gd name="T8" fmla="*/ 26 w 20"/>
                <a:gd name="T9" fmla="*/ 18 h 8"/>
                <a:gd name="T10" fmla="*/ 68 w 20"/>
                <a:gd name="T11" fmla="*/ 26 h 8"/>
                <a:gd name="T12" fmla="*/ 53 w 20"/>
                <a:gd name="T13" fmla="*/ 5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8">
                  <a:moveTo>
                    <a:pt x="15" y="1"/>
                  </a:moveTo>
                  <a:cubicBezTo>
                    <a:pt x="17" y="2"/>
                    <a:pt x="18" y="4"/>
                    <a:pt x="18" y="5"/>
                  </a:cubicBezTo>
                  <a:cubicBezTo>
                    <a:pt x="17" y="7"/>
                    <a:pt x="11" y="6"/>
                    <a:pt x="5" y="3"/>
                  </a:cubicBezTo>
                  <a:cubicBezTo>
                    <a:pt x="3" y="2"/>
                    <a:pt x="2" y="1"/>
                    <a:pt x="0" y="0"/>
                  </a:cubicBezTo>
                  <a:cubicBezTo>
                    <a:pt x="2" y="1"/>
                    <a:pt x="4" y="3"/>
                    <a:pt x="7" y="4"/>
                  </a:cubicBezTo>
                  <a:cubicBezTo>
                    <a:pt x="13" y="7"/>
                    <a:pt x="19" y="8"/>
                    <a:pt x="20" y="6"/>
                  </a:cubicBezTo>
                  <a:cubicBezTo>
                    <a:pt x="20" y="5"/>
                    <a:pt x="19" y="3"/>
                    <a:pt x="15" y="1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3" name="Freeform 1147">
              <a:extLst>
                <a:ext uri="{FF2B5EF4-FFF2-40B4-BE49-F238E27FC236}">
                  <a16:creationId xmlns:a16="http://schemas.microsoft.com/office/drawing/2014/main" id="{69F8199D-6660-4A19-9CC5-671898B30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985"/>
              <a:ext cx="27" cy="13"/>
            </a:xfrm>
            <a:custGeom>
              <a:avLst/>
              <a:gdLst>
                <a:gd name="T0" fmla="*/ 8 w 18"/>
                <a:gd name="T1" fmla="*/ 8 h 8"/>
                <a:gd name="T2" fmla="*/ 41 w 18"/>
                <a:gd name="T3" fmla="*/ 18 h 8"/>
                <a:gd name="T4" fmla="*/ 62 w 18"/>
                <a:gd name="T5" fmla="*/ 34 h 8"/>
                <a:gd name="T6" fmla="*/ 39 w 18"/>
                <a:gd name="T7" fmla="*/ 13 h 8"/>
                <a:gd name="T8" fmla="*/ 5 w 18"/>
                <a:gd name="T9" fmla="*/ 5 h 8"/>
                <a:gd name="T10" fmla="*/ 12 w 18"/>
                <a:gd name="T11" fmla="*/ 21 h 8"/>
                <a:gd name="T12" fmla="*/ 8 w 18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8">
                  <a:moveTo>
                    <a:pt x="2" y="2"/>
                  </a:moveTo>
                  <a:cubicBezTo>
                    <a:pt x="2" y="1"/>
                    <a:pt x="7" y="2"/>
                    <a:pt x="12" y="4"/>
                  </a:cubicBezTo>
                  <a:cubicBezTo>
                    <a:pt x="14" y="5"/>
                    <a:pt x="17" y="7"/>
                    <a:pt x="18" y="8"/>
                  </a:cubicBezTo>
                  <a:cubicBezTo>
                    <a:pt x="17" y="6"/>
                    <a:pt x="14" y="5"/>
                    <a:pt x="11" y="3"/>
                  </a:cubicBezTo>
                  <a:cubicBezTo>
                    <a:pt x="6" y="1"/>
                    <a:pt x="1" y="0"/>
                    <a:pt x="1" y="1"/>
                  </a:cubicBezTo>
                  <a:cubicBezTo>
                    <a:pt x="0" y="2"/>
                    <a:pt x="1" y="3"/>
                    <a:pt x="3" y="5"/>
                  </a:cubicBezTo>
                  <a:cubicBezTo>
                    <a:pt x="3" y="4"/>
                    <a:pt x="1" y="3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4" name="Freeform 1148">
              <a:extLst>
                <a:ext uri="{FF2B5EF4-FFF2-40B4-BE49-F238E27FC236}">
                  <a16:creationId xmlns:a16="http://schemas.microsoft.com/office/drawing/2014/main" id="{7E66B9ED-2C58-41CE-8976-FDCA9E1A3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112"/>
              <a:ext cx="27" cy="19"/>
            </a:xfrm>
            <a:custGeom>
              <a:avLst/>
              <a:gdLst>
                <a:gd name="T0" fmla="*/ 48 w 18"/>
                <a:gd name="T1" fmla="*/ 16 h 12"/>
                <a:gd name="T2" fmla="*/ 54 w 18"/>
                <a:gd name="T3" fmla="*/ 35 h 12"/>
                <a:gd name="T4" fmla="*/ 14 w 18"/>
                <a:gd name="T5" fmla="*/ 16 h 12"/>
                <a:gd name="T6" fmla="*/ 0 w 18"/>
                <a:gd name="T7" fmla="*/ 0 h 12"/>
                <a:gd name="T8" fmla="*/ 18 w 18"/>
                <a:gd name="T9" fmla="*/ 21 h 12"/>
                <a:gd name="T10" fmla="*/ 59 w 18"/>
                <a:gd name="T11" fmla="*/ 40 h 12"/>
                <a:gd name="T12" fmla="*/ 48 w 18"/>
                <a:gd name="T13" fmla="*/ 1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2">
                  <a:moveTo>
                    <a:pt x="14" y="4"/>
                  </a:moveTo>
                  <a:cubicBezTo>
                    <a:pt x="16" y="6"/>
                    <a:pt x="17" y="8"/>
                    <a:pt x="16" y="9"/>
                  </a:cubicBezTo>
                  <a:cubicBezTo>
                    <a:pt x="15" y="10"/>
                    <a:pt x="9" y="8"/>
                    <a:pt x="4" y="4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3" y="3"/>
                    <a:pt x="5" y="5"/>
                  </a:cubicBezTo>
                  <a:cubicBezTo>
                    <a:pt x="11" y="10"/>
                    <a:pt x="16" y="12"/>
                    <a:pt x="17" y="10"/>
                  </a:cubicBezTo>
                  <a:cubicBezTo>
                    <a:pt x="18" y="9"/>
                    <a:pt x="17" y="7"/>
                    <a:pt x="14" y="4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5" name="Freeform 1149">
              <a:extLst>
                <a:ext uri="{FF2B5EF4-FFF2-40B4-BE49-F238E27FC236}">
                  <a16:creationId xmlns:a16="http://schemas.microsoft.com/office/drawing/2014/main" id="{DA5D7BB7-6F33-4FBB-8963-F0C859EBF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104"/>
              <a:ext cx="24" cy="17"/>
            </a:xfrm>
            <a:custGeom>
              <a:avLst/>
              <a:gdLst>
                <a:gd name="T0" fmla="*/ 8 w 16"/>
                <a:gd name="T1" fmla="*/ 8 h 11"/>
                <a:gd name="T2" fmla="*/ 41 w 16"/>
                <a:gd name="T3" fmla="*/ 26 h 11"/>
                <a:gd name="T4" fmla="*/ 54 w 16"/>
                <a:gd name="T5" fmla="*/ 40 h 11"/>
                <a:gd name="T6" fmla="*/ 35 w 16"/>
                <a:gd name="T7" fmla="*/ 19 h 11"/>
                <a:gd name="T8" fmla="*/ 5 w 16"/>
                <a:gd name="T9" fmla="*/ 5 h 11"/>
                <a:gd name="T10" fmla="*/ 8 w 16"/>
                <a:gd name="T11" fmla="*/ 19 h 11"/>
                <a:gd name="T12" fmla="*/ 8 w 16"/>
                <a:gd name="T13" fmla="*/ 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1">
                  <a:moveTo>
                    <a:pt x="2" y="2"/>
                  </a:moveTo>
                  <a:cubicBezTo>
                    <a:pt x="3" y="1"/>
                    <a:pt x="7" y="3"/>
                    <a:pt x="12" y="7"/>
                  </a:cubicBezTo>
                  <a:cubicBezTo>
                    <a:pt x="13" y="8"/>
                    <a:pt x="15" y="10"/>
                    <a:pt x="16" y="11"/>
                  </a:cubicBezTo>
                  <a:cubicBezTo>
                    <a:pt x="15" y="10"/>
                    <a:pt x="13" y="7"/>
                    <a:pt x="10" y="5"/>
                  </a:cubicBezTo>
                  <a:cubicBezTo>
                    <a:pt x="6" y="2"/>
                    <a:pt x="2" y="0"/>
                    <a:pt x="1" y="1"/>
                  </a:cubicBezTo>
                  <a:cubicBezTo>
                    <a:pt x="0" y="2"/>
                    <a:pt x="1" y="4"/>
                    <a:pt x="2" y="5"/>
                  </a:cubicBezTo>
                  <a:cubicBezTo>
                    <a:pt x="2" y="5"/>
                    <a:pt x="1" y="3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6" name="Freeform 1150">
              <a:extLst>
                <a:ext uri="{FF2B5EF4-FFF2-40B4-BE49-F238E27FC236}">
                  <a16:creationId xmlns:a16="http://schemas.microsoft.com/office/drawing/2014/main" id="{A25559D7-BA66-4CE8-9412-7E33D5656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243"/>
              <a:ext cx="28" cy="19"/>
            </a:xfrm>
            <a:custGeom>
              <a:avLst/>
              <a:gdLst>
                <a:gd name="T0" fmla="*/ 47 w 19"/>
                <a:gd name="T1" fmla="*/ 16 h 12"/>
                <a:gd name="T2" fmla="*/ 52 w 19"/>
                <a:gd name="T3" fmla="*/ 35 h 12"/>
                <a:gd name="T4" fmla="*/ 13 w 19"/>
                <a:gd name="T5" fmla="*/ 16 h 12"/>
                <a:gd name="T6" fmla="*/ 0 w 19"/>
                <a:gd name="T7" fmla="*/ 0 h 12"/>
                <a:gd name="T8" fmla="*/ 19 w 19"/>
                <a:gd name="T9" fmla="*/ 25 h 12"/>
                <a:gd name="T10" fmla="*/ 59 w 19"/>
                <a:gd name="T11" fmla="*/ 43 h 12"/>
                <a:gd name="T12" fmla="*/ 47 w 19"/>
                <a:gd name="T13" fmla="*/ 1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2">
                  <a:moveTo>
                    <a:pt x="15" y="4"/>
                  </a:moveTo>
                  <a:cubicBezTo>
                    <a:pt x="16" y="6"/>
                    <a:pt x="17" y="8"/>
                    <a:pt x="16" y="9"/>
                  </a:cubicBezTo>
                  <a:cubicBezTo>
                    <a:pt x="15" y="10"/>
                    <a:pt x="10" y="8"/>
                    <a:pt x="4" y="4"/>
                  </a:cubicBezTo>
                  <a:cubicBezTo>
                    <a:pt x="3" y="3"/>
                    <a:pt x="1" y="2"/>
                    <a:pt x="0" y="0"/>
                  </a:cubicBezTo>
                  <a:cubicBezTo>
                    <a:pt x="1" y="2"/>
                    <a:pt x="4" y="4"/>
                    <a:pt x="6" y="6"/>
                  </a:cubicBezTo>
                  <a:cubicBezTo>
                    <a:pt x="12" y="10"/>
                    <a:pt x="17" y="12"/>
                    <a:pt x="18" y="11"/>
                  </a:cubicBezTo>
                  <a:cubicBezTo>
                    <a:pt x="19" y="9"/>
                    <a:pt x="17" y="7"/>
                    <a:pt x="15" y="4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7" name="Freeform 1151">
              <a:extLst>
                <a:ext uri="{FF2B5EF4-FFF2-40B4-BE49-F238E27FC236}">
                  <a16:creationId xmlns:a16="http://schemas.microsoft.com/office/drawing/2014/main" id="{DCBD51F1-5A8D-4D8A-8B5E-29D486013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237"/>
              <a:ext cx="26" cy="17"/>
            </a:xfrm>
            <a:custGeom>
              <a:avLst/>
              <a:gdLst>
                <a:gd name="T0" fmla="*/ 8 w 17"/>
                <a:gd name="T1" fmla="*/ 8 h 11"/>
                <a:gd name="T2" fmla="*/ 43 w 17"/>
                <a:gd name="T3" fmla="*/ 22 h 11"/>
                <a:gd name="T4" fmla="*/ 61 w 17"/>
                <a:gd name="T5" fmla="*/ 40 h 11"/>
                <a:gd name="T6" fmla="*/ 40 w 17"/>
                <a:gd name="T7" fmla="*/ 19 h 11"/>
                <a:gd name="T8" fmla="*/ 5 w 17"/>
                <a:gd name="T9" fmla="*/ 5 h 11"/>
                <a:gd name="T10" fmla="*/ 12 w 17"/>
                <a:gd name="T11" fmla="*/ 19 h 11"/>
                <a:gd name="T12" fmla="*/ 8 w 17"/>
                <a:gd name="T13" fmla="*/ 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1">
                  <a:moveTo>
                    <a:pt x="2" y="2"/>
                  </a:moveTo>
                  <a:cubicBezTo>
                    <a:pt x="3" y="1"/>
                    <a:pt x="8" y="3"/>
                    <a:pt x="12" y="6"/>
                  </a:cubicBezTo>
                  <a:cubicBezTo>
                    <a:pt x="14" y="8"/>
                    <a:pt x="16" y="9"/>
                    <a:pt x="17" y="11"/>
                  </a:cubicBezTo>
                  <a:cubicBezTo>
                    <a:pt x="16" y="9"/>
                    <a:pt x="14" y="7"/>
                    <a:pt x="11" y="5"/>
                  </a:cubicBezTo>
                  <a:cubicBezTo>
                    <a:pt x="6" y="1"/>
                    <a:pt x="2" y="0"/>
                    <a:pt x="1" y="1"/>
                  </a:cubicBezTo>
                  <a:cubicBezTo>
                    <a:pt x="0" y="2"/>
                    <a:pt x="1" y="3"/>
                    <a:pt x="3" y="5"/>
                  </a:cubicBezTo>
                  <a:cubicBezTo>
                    <a:pt x="2" y="4"/>
                    <a:pt x="1" y="3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8" name="Freeform 1152">
              <a:extLst>
                <a:ext uri="{FF2B5EF4-FFF2-40B4-BE49-F238E27FC236}">
                  <a16:creationId xmlns:a16="http://schemas.microsoft.com/office/drawing/2014/main" id="{5757D74D-6800-4A78-B8C1-9CF166D79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897"/>
              <a:ext cx="162" cy="64"/>
            </a:xfrm>
            <a:custGeom>
              <a:avLst/>
              <a:gdLst>
                <a:gd name="T0" fmla="*/ 332 w 108"/>
                <a:gd name="T1" fmla="*/ 77 h 40"/>
                <a:gd name="T2" fmla="*/ 237 w 108"/>
                <a:gd name="T3" fmla="*/ 54 h 40"/>
                <a:gd name="T4" fmla="*/ 8 w 108"/>
                <a:gd name="T5" fmla="*/ 0 h 40"/>
                <a:gd name="T6" fmla="*/ 0 w 108"/>
                <a:gd name="T7" fmla="*/ 82 h 40"/>
                <a:gd name="T8" fmla="*/ 99 w 108"/>
                <a:gd name="T9" fmla="*/ 102 h 40"/>
                <a:gd name="T10" fmla="*/ 332 w 108"/>
                <a:gd name="T11" fmla="*/ 158 h 40"/>
                <a:gd name="T12" fmla="*/ 363 w 108"/>
                <a:gd name="T13" fmla="*/ 149 h 40"/>
                <a:gd name="T14" fmla="*/ 365 w 108"/>
                <a:gd name="T15" fmla="*/ 102 h 40"/>
                <a:gd name="T16" fmla="*/ 332 w 108"/>
                <a:gd name="T17" fmla="*/ 7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40">
                  <a:moveTo>
                    <a:pt x="98" y="19"/>
                  </a:moveTo>
                  <a:cubicBezTo>
                    <a:pt x="70" y="13"/>
                    <a:pt x="70" y="13"/>
                    <a:pt x="70" y="13"/>
                  </a:cubicBezTo>
                  <a:cubicBezTo>
                    <a:pt x="55" y="10"/>
                    <a:pt x="17" y="3"/>
                    <a:pt x="2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22"/>
                    <a:pt x="20" y="24"/>
                    <a:pt x="29" y="25"/>
                  </a:cubicBezTo>
                  <a:cubicBezTo>
                    <a:pt x="44" y="28"/>
                    <a:pt x="97" y="39"/>
                    <a:pt x="98" y="39"/>
                  </a:cubicBezTo>
                  <a:cubicBezTo>
                    <a:pt x="103" y="40"/>
                    <a:pt x="106" y="39"/>
                    <a:pt x="107" y="36"/>
                  </a:cubicBezTo>
                  <a:cubicBezTo>
                    <a:pt x="107" y="36"/>
                    <a:pt x="108" y="25"/>
                    <a:pt x="108" y="25"/>
                  </a:cubicBezTo>
                  <a:cubicBezTo>
                    <a:pt x="108" y="22"/>
                    <a:pt x="103" y="19"/>
                    <a:pt x="98" y="1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9" name="Freeform 1153">
              <a:extLst>
                <a:ext uri="{FF2B5EF4-FFF2-40B4-BE49-F238E27FC236}">
                  <a16:creationId xmlns:a16="http://schemas.microsoft.com/office/drawing/2014/main" id="{9D01A2A4-B7F6-4534-AB6E-B686AD943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937"/>
              <a:ext cx="181" cy="117"/>
            </a:xfrm>
            <a:custGeom>
              <a:avLst/>
              <a:gdLst>
                <a:gd name="T0" fmla="*/ 371 w 121"/>
                <a:gd name="T1" fmla="*/ 204 h 73"/>
                <a:gd name="T2" fmla="*/ 402 w 121"/>
                <a:gd name="T3" fmla="*/ 247 h 73"/>
                <a:gd name="T4" fmla="*/ 389 w 121"/>
                <a:gd name="T5" fmla="*/ 285 h 73"/>
                <a:gd name="T6" fmla="*/ 344 w 121"/>
                <a:gd name="T7" fmla="*/ 285 h 73"/>
                <a:gd name="T8" fmla="*/ 251 w 121"/>
                <a:gd name="T9" fmla="*/ 226 h 73"/>
                <a:gd name="T10" fmla="*/ 28 w 121"/>
                <a:gd name="T11" fmla="*/ 90 h 73"/>
                <a:gd name="T12" fmla="*/ 1 w 121"/>
                <a:gd name="T13" fmla="*/ 54 h 73"/>
                <a:gd name="T14" fmla="*/ 19 w 121"/>
                <a:gd name="T15" fmla="*/ 16 h 73"/>
                <a:gd name="T16" fmla="*/ 42 w 121"/>
                <a:gd name="T17" fmla="*/ 8 h 73"/>
                <a:gd name="T18" fmla="*/ 211 w 121"/>
                <a:gd name="T19" fmla="*/ 111 h 73"/>
                <a:gd name="T20" fmla="*/ 371 w 121"/>
                <a:gd name="T21" fmla="*/ 204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73">
                  <a:moveTo>
                    <a:pt x="111" y="49"/>
                  </a:moveTo>
                  <a:cubicBezTo>
                    <a:pt x="121" y="54"/>
                    <a:pt x="121" y="57"/>
                    <a:pt x="120" y="60"/>
                  </a:cubicBezTo>
                  <a:cubicBezTo>
                    <a:pt x="116" y="69"/>
                    <a:pt x="116" y="69"/>
                    <a:pt x="116" y="69"/>
                  </a:cubicBezTo>
                  <a:cubicBezTo>
                    <a:pt x="115" y="71"/>
                    <a:pt x="113" y="73"/>
                    <a:pt x="103" y="69"/>
                  </a:cubicBezTo>
                  <a:cubicBezTo>
                    <a:pt x="103" y="69"/>
                    <a:pt x="97" y="66"/>
                    <a:pt x="75" y="55"/>
                  </a:cubicBezTo>
                  <a:cubicBezTo>
                    <a:pt x="53" y="44"/>
                    <a:pt x="9" y="23"/>
                    <a:pt x="9" y="22"/>
                  </a:cubicBezTo>
                  <a:cubicBezTo>
                    <a:pt x="1" y="19"/>
                    <a:pt x="0" y="16"/>
                    <a:pt x="1" y="1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0"/>
                    <a:pt x="11" y="0"/>
                    <a:pt x="13" y="2"/>
                  </a:cubicBezTo>
                  <a:cubicBezTo>
                    <a:pt x="14" y="2"/>
                    <a:pt x="43" y="17"/>
                    <a:pt x="63" y="27"/>
                  </a:cubicBezTo>
                  <a:cubicBezTo>
                    <a:pt x="83" y="37"/>
                    <a:pt x="111" y="49"/>
                    <a:pt x="111" y="4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0" name="Freeform 1154">
              <a:extLst>
                <a:ext uri="{FF2B5EF4-FFF2-40B4-BE49-F238E27FC236}">
                  <a16:creationId xmlns:a16="http://schemas.microsoft.com/office/drawing/2014/main" id="{678F96B9-37BB-4DC8-B211-5B38DF918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040"/>
              <a:ext cx="166" cy="150"/>
            </a:xfrm>
            <a:custGeom>
              <a:avLst/>
              <a:gdLst>
                <a:gd name="T0" fmla="*/ 356 w 111"/>
                <a:gd name="T1" fmla="*/ 295 h 94"/>
                <a:gd name="T2" fmla="*/ 362 w 111"/>
                <a:gd name="T3" fmla="*/ 334 h 94"/>
                <a:gd name="T4" fmla="*/ 342 w 111"/>
                <a:gd name="T5" fmla="*/ 362 h 94"/>
                <a:gd name="T6" fmla="*/ 289 w 111"/>
                <a:gd name="T7" fmla="*/ 341 h 94"/>
                <a:gd name="T8" fmla="*/ 135 w 111"/>
                <a:gd name="T9" fmla="*/ 191 h 94"/>
                <a:gd name="T10" fmla="*/ 22 w 111"/>
                <a:gd name="T11" fmla="*/ 86 h 94"/>
                <a:gd name="T12" fmla="*/ 6 w 111"/>
                <a:gd name="T13" fmla="*/ 46 h 94"/>
                <a:gd name="T14" fmla="*/ 27 w 111"/>
                <a:gd name="T15" fmla="*/ 13 h 94"/>
                <a:gd name="T16" fmla="*/ 54 w 111"/>
                <a:gd name="T17" fmla="*/ 8 h 94"/>
                <a:gd name="T18" fmla="*/ 197 w 111"/>
                <a:gd name="T19" fmla="*/ 145 h 94"/>
                <a:gd name="T20" fmla="*/ 356 w 111"/>
                <a:gd name="T21" fmla="*/ 29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94">
                  <a:moveTo>
                    <a:pt x="106" y="73"/>
                  </a:moveTo>
                  <a:cubicBezTo>
                    <a:pt x="111" y="76"/>
                    <a:pt x="109" y="80"/>
                    <a:pt x="108" y="82"/>
                  </a:cubicBezTo>
                  <a:cubicBezTo>
                    <a:pt x="102" y="89"/>
                    <a:pt x="102" y="89"/>
                    <a:pt x="102" y="89"/>
                  </a:cubicBezTo>
                  <a:cubicBezTo>
                    <a:pt x="100" y="92"/>
                    <a:pt x="98" y="94"/>
                    <a:pt x="86" y="84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3" y="18"/>
                    <a:pt x="0" y="13"/>
                    <a:pt x="2" y="11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0" y="0"/>
                    <a:pt x="13" y="0"/>
                    <a:pt x="16" y="2"/>
                  </a:cubicBezTo>
                  <a:cubicBezTo>
                    <a:pt x="17" y="3"/>
                    <a:pt x="49" y="29"/>
                    <a:pt x="59" y="36"/>
                  </a:cubicBezTo>
                  <a:cubicBezTo>
                    <a:pt x="68" y="44"/>
                    <a:pt x="106" y="73"/>
                    <a:pt x="106" y="7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1" name="Freeform 1155">
              <a:extLst>
                <a:ext uri="{FF2B5EF4-FFF2-40B4-BE49-F238E27FC236}">
                  <a16:creationId xmlns:a16="http://schemas.microsoft.com/office/drawing/2014/main" id="{1E444062-99CD-4401-B446-ECE42D49E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168"/>
              <a:ext cx="170" cy="149"/>
            </a:xfrm>
            <a:custGeom>
              <a:avLst/>
              <a:gdLst>
                <a:gd name="T0" fmla="*/ 14 w 113"/>
                <a:gd name="T1" fmla="*/ 87 h 93"/>
                <a:gd name="T2" fmla="*/ 14 w 113"/>
                <a:gd name="T3" fmla="*/ 87 h 93"/>
                <a:gd name="T4" fmla="*/ 12 w 113"/>
                <a:gd name="T5" fmla="*/ 54 h 93"/>
                <a:gd name="T6" fmla="*/ 32 w 113"/>
                <a:gd name="T7" fmla="*/ 21 h 93"/>
                <a:gd name="T8" fmla="*/ 86 w 113"/>
                <a:gd name="T9" fmla="*/ 42 h 93"/>
                <a:gd name="T10" fmla="*/ 244 w 113"/>
                <a:gd name="T11" fmla="*/ 191 h 93"/>
                <a:gd name="T12" fmla="*/ 358 w 113"/>
                <a:gd name="T13" fmla="*/ 287 h 93"/>
                <a:gd name="T14" fmla="*/ 378 w 113"/>
                <a:gd name="T15" fmla="*/ 333 h 93"/>
                <a:gd name="T16" fmla="*/ 358 w 113"/>
                <a:gd name="T17" fmla="*/ 367 h 93"/>
                <a:gd name="T18" fmla="*/ 326 w 113"/>
                <a:gd name="T19" fmla="*/ 370 h 93"/>
                <a:gd name="T20" fmla="*/ 167 w 113"/>
                <a:gd name="T21" fmla="*/ 234 h 93"/>
                <a:gd name="T22" fmla="*/ 14 w 113"/>
                <a:gd name="T23" fmla="*/ 87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93">
                  <a:moveTo>
                    <a:pt x="4" y="21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2" y="19"/>
                    <a:pt x="0" y="17"/>
                    <a:pt x="3" y="1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3"/>
                    <a:pt x="12" y="0"/>
                    <a:pt x="25" y="10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10" y="74"/>
                    <a:pt x="113" y="79"/>
                    <a:pt x="111" y="81"/>
                  </a:cubicBezTo>
                  <a:cubicBezTo>
                    <a:pt x="105" y="89"/>
                    <a:pt x="105" y="89"/>
                    <a:pt x="105" y="89"/>
                  </a:cubicBezTo>
                  <a:cubicBezTo>
                    <a:pt x="102" y="92"/>
                    <a:pt x="100" y="93"/>
                    <a:pt x="96" y="90"/>
                  </a:cubicBezTo>
                  <a:cubicBezTo>
                    <a:pt x="96" y="90"/>
                    <a:pt x="59" y="64"/>
                    <a:pt x="49" y="57"/>
                  </a:cubicBezTo>
                  <a:cubicBezTo>
                    <a:pt x="39" y="49"/>
                    <a:pt x="5" y="22"/>
                    <a:pt x="4" y="2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2" name="Freeform 1156">
              <a:extLst>
                <a:ext uri="{FF2B5EF4-FFF2-40B4-BE49-F238E27FC236}">
                  <a16:creationId xmlns:a16="http://schemas.microsoft.com/office/drawing/2014/main" id="{AFEC6948-5C85-453D-BC82-22913FD89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896"/>
              <a:ext cx="165" cy="67"/>
            </a:xfrm>
            <a:custGeom>
              <a:avLst/>
              <a:gdLst>
                <a:gd name="T0" fmla="*/ 332 w 110"/>
                <a:gd name="T1" fmla="*/ 73 h 42"/>
                <a:gd name="T2" fmla="*/ 237 w 110"/>
                <a:gd name="T3" fmla="*/ 54 h 42"/>
                <a:gd name="T4" fmla="*/ 8 w 110"/>
                <a:gd name="T5" fmla="*/ 0 h 42"/>
                <a:gd name="T6" fmla="*/ 0 w 110"/>
                <a:gd name="T7" fmla="*/ 94 h 42"/>
                <a:gd name="T8" fmla="*/ 99 w 110"/>
                <a:gd name="T9" fmla="*/ 115 h 42"/>
                <a:gd name="T10" fmla="*/ 329 w 110"/>
                <a:gd name="T11" fmla="*/ 166 h 42"/>
                <a:gd name="T12" fmla="*/ 369 w 110"/>
                <a:gd name="T13" fmla="*/ 150 h 42"/>
                <a:gd name="T14" fmla="*/ 372 w 110"/>
                <a:gd name="T15" fmla="*/ 104 h 42"/>
                <a:gd name="T16" fmla="*/ 332 w 110"/>
                <a:gd name="T17" fmla="*/ 73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42">
                  <a:moveTo>
                    <a:pt x="98" y="18"/>
                  </a:moveTo>
                  <a:cubicBezTo>
                    <a:pt x="98" y="18"/>
                    <a:pt x="89" y="17"/>
                    <a:pt x="70" y="13"/>
                  </a:cubicBezTo>
                  <a:cubicBezTo>
                    <a:pt x="55" y="10"/>
                    <a:pt x="17" y="3"/>
                    <a:pt x="2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8" y="24"/>
                    <a:pt x="20" y="26"/>
                    <a:pt x="29" y="28"/>
                  </a:cubicBezTo>
                  <a:cubicBezTo>
                    <a:pt x="44" y="31"/>
                    <a:pt x="97" y="41"/>
                    <a:pt x="97" y="41"/>
                  </a:cubicBezTo>
                  <a:cubicBezTo>
                    <a:pt x="103" y="42"/>
                    <a:pt x="108" y="41"/>
                    <a:pt x="109" y="37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10" y="22"/>
                    <a:pt x="104" y="20"/>
                    <a:pt x="98" y="1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3" name="Freeform 1157">
              <a:extLst>
                <a:ext uri="{FF2B5EF4-FFF2-40B4-BE49-F238E27FC236}">
                  <a16:creationId xmlns:a16="http://schemas.microsoft.com/office/drawing/2014/main" id="{8C00E520-C872-4731-AAAE-AD957259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934"/>
              <a:ext cx="189" cy="123"/>
            </a:xfrm>
            <a:custGeom>
              <a:avLst/>
              <a:gdLst>
                <a:gd name="T0" fmla="*/ 405 w 126"/>
                <a:gd name="T1" fmla="*/ 294 h 77"/>
                <a:gd name="T2" fmla="*/ 351 w 126"/>
                <a:gd name="T3" fmla="*/ 294 h 77"/>
                <a:gd name="T4" fmla="*/ 261 w 126"/>
                <a:gd name="T5" fmla="*/ 238 h 77"/>
                <a:gd name="T6" fmla="*/ 35 w 126"/>
                <a:gd name="T7" fmla="*/ 107 h 77"/>
                <a:gd name="T8" fmla="*/ 8 w 126"/>
                <a:gd name="T9" fmla="*/ 56 h 77"/>
                <a:gd name="T10" fmla="*/ 21 w 126"/>
                <a:gd name="T11" fmla="*/ 21 h 77"/>
                <a:gd name="T12" fmla="*/ 54 w 126"/>
                <a:gd name="T13" fmla="*/ 8 h 77"/>
                <a:gd name="T14" fmla="*/ 224 w 126"/>
                <a:gd name="T15" fmla="*/ 115 h 77"/>
                <a:gd name="T16" fmla="*/ 386 w 126"/>
                <a:gd name="T17" fmla="*/ 204 h 77"/>
                <a:gd name="T18" fmla="*/ 419 w 126"/>
                <a:gd name="T19" fmla="*/ 257 h 77"/>
                <a:gd name="T20" fmla="*/ 405 w 126"/>
                <a:gd name="T21" fmla="*/ 294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77">
                  <a:moveTo>
                    <a:pt x="120" y="72"/>
                  </a:moveTo>
                  <a:cubicBezTo>
                    <a:pt x="118" y="75"/>
                    <a:pt x="114" y="77"/>
                    <a:pt x="104" y="72"/>
                  </a:cubicBezTo>
                  <a:cubicBezTo>
                    <a:pt x="104" y="72"/>
                    <a:pt x="99" y="69"/>
                    <a:pt x="77" y="58"/>
                  </a:cubicBezTo>
                  <a:cubicBezTo>
                    <a:pt x="54" y="47"/>
                    <a:pt x="10" y="26"/>
                    <a:pt x="10" y="26"/>
                  </a:cubicBezTo>
                  <a:cubicBezTo>
                    <a:pt x="2" y="21"/>
                    <a:pt x="0" y="18"/>
                    <a:pt x="2" y="1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2"/>
                    <a:pt x="10" y="0"/>
                    <a:pt x="16" y="2"/>
                  </a:cubicBezTo>
                  <a:cubicBezTo>
                    <a:pt x="16" y="2"/>
                    <a:pt x="45" y="18"/>
                    <a:pt x="66" y="28"/>
                  </a:cubicBezTo>
                  <a:cubicBezTo>
                    <a:pt x="86" y="38"/>
                    <a:pt x="114" y="50"/>
                    <a:pt x="114" y="50"/>
                  </a:cubicBezTo>
                  <a:cubicBezTo>
                    <a:pt x="124" y="55"/>
                    <a:pt x="126" y="59"/>
                    <a:pt x="124" y="63"/>
                  </a:cubicBezTo>
                  <a:lnTo>
                    <a:pt x="120" y="72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4" name="Freeform 1158">
              <a:extLst>
                <a:ext uri="{FF2B5EF4-FFF2-40B4-BE49-F238E27FC236}">
                  <a16:creationId xmlns:a16="http://schemas.microsoft.com/office/drawing/2014/main" id="{8CD1DC2D-A2A5-4A4D-BD18-3592B863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037"/>
              <a:ext cx="171" cy="155"/>
            </a:xfrm>
            <a:custGeom>
              <a:avLst/>
              <a:gdLst>
                <a:gd name="T0" fmla="*/ 356 w 114"/>
                <a:gd name="T1" fmla="*/ 380 h 97"/>
                <a:gd name="T2" fmla="*/ 296 w 114"/>
                <a:gd name="T3" fmla="*/ 355 h 97"/>
                <a:gd name="T4" fmla="*/ 140 w 114"/>
                <a:gd name="T5" fmla="*/ 205 h 97"/>
                <a:gd name="T6" fmla="*/ 27 w 114"/>
                <a:gd name="T7" fmla="*/ 97 h 97"/>
                <a:gd name="T8" fmla="*/ 8 w 114"/>
                <a:gd name="T9" fmla="*/ 48 h 97"/>
                <a:gd name="T10" fmla="*/ 27 w 114"/>
                <a:gd name="T11" fmla="*/ 16 h 97"/>
                <a:gd name="T12" fmla="*/ 66 w 114"/>
                <a:gd name="T13" fmla="*/ 13 h 97"/>
                <a:gd name="T14" fmla="*/ 207 w 114"/>
                <a:gd name="T15" fmla="*/ 155 h 97"/>
                <a:gd name="T16" fmla="*/ 369 w 114"/>
                <a:gd name="T17" fmla="*/ 302 h 97"/>
                <a:gd name="T18" fmla="*/ 377 w 114"/>
                <a:gd name="T19" fmla="*/ 347 h 97"/>
                <a:gd name="T20" fmla="*/ 356 w 114"/>
                <a:gd name="T21" fmla="*/ 380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97">
                  <a:moveTo>
                    <a:pt x="105" y="93"/>
                  </a:moveTo>
                  <a:cubicBezTo>
                    <a:pt x="103" y="96"/>
                    <a:pt x="100" y="97"/>
                    <a:pt x="87" y="87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0"/>
                    <a:pt x="0" y="15"/>
                    <a:pt x="2" y="1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11" y="1"/>
                    <a:pt x="14" y="0"/>
                    <a:pt x="19" y="3"/>
                  </a:cubicBezTo>
                  <a:cubicBezTo>
                    <a:pt x="19" y="3"/>
                    <a:pt x="51" y="30"/>
                    <a:pt x="61" y="38"/>
                  </a:cubicBezTo>
                  <a:cubicBezTo>
                    <a:pt x="71" y="45"/>
                    <a:pt x="109" y="74"/>
                    <a:pt x="109" y="74"/>
                  </a:cubicBezTo>
                  <a:cubicBezTo>
                    <a:pt x="114" y="78"/>
                    <a:pt x="114" y="82"/>
                    <a:pt x="111" y="85"/>
                  </a:cubicBezTo>
                  <a:lnTo>
                    <a:pt x="105" y="93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5" name="Freeform 1159">
              <a:extLst>
                <a:ext uri="{FF2B5EF4-FFF2-40B4-BE49-F238E27FC236}">
                  <a16:creationId xmlns:a16="http://schemas.microsoft.com/office/drawing/2014/main" id="{F0308200-0DF9-480E-B135-45638DC8E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166"/>
              <a:ext cx="172" cy="154"/>
            </a:xfrm>
            <a:custGeom>
              <a:avLst/>
              <a:gdLst>
                <a:gd name="T0" fmla="*/ 27 w 115"/>
                <a:gd name="T1" fmla="*/ 21 h 96"/>
                <a:gd name="T2" fmla="*/ 90 w 115"/>
                <a:gd name="T3" fmla="*/ 42 h 96"/>
                <a:gd name="T4" fmla="*/ 248 w 115"/>
                <a:gd name="T5" fmla="*/ 191 h 96"/>
                <a:gd name="T6" fmla="*/ 356 w 115"/>
                <a:gd name="T7" fmla="*/ 289 h 96"/>
                <a:gd name="T8" fmla="*/ 378 w 115"/>
                <a:gd name="T9" fmla="*/ 348 h 96"/>
                <a:gd name="T10" fmla="*/ 357 w 115"/>
                <a:gd name="T11" fmla="*/ 375 h 96"/>
                <a:gd name="T12" fmla="*/ 322 w 115"/>
                <a:gd name="T13" fmla="*/ 380 h 96"/>
                <a:gd name="T14" fmla="*/ 168 w 115"/>
                <a:gd name="T15" fmla="*/ 244 h 96"/>
                <a:gd name="T16" fmla="*/ 15 w 115"/>
                <a:gd name="T17" fmla="*/ 95 h 96"/>
                <a:gd name="T18" fmla="*/ 6 w 115"/>
                <a:gd name="T19" fmla="*/ 55 h 96"/>
                <a:gd name="T20" fmla="*/ 27 w 115"/>
                <a:gd name="T21" fmla="*/ 21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5" h="96">
                  <a:moveTo>
                    <a:pt x="8" y="5"/>
                  </a:moveTo>
                  <a:cubicBezTo>
                    <a:pt x="11" y="2"/>
                    <a:pt x="14" y="0"/>
                    <a:pt x="27" y="10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13" y="75"/>
                    <a:pt x="115" y="80"/>
                    <a:pt x="113" y="84"/>
                  </a:cubicBezTo>
                  <a:cubicBezTo>
                    <a:pt x="107" y="91"/>
                    <a:pt x="107" y="91"/>
                    <a:pt x="107" y="91"/>
                  </a:cubicBezTo>
                  <a:cubicBezTo>
                    <a:pt x="105" y="95"/>
                    <a:pt x="101" y="96"/>
                    <a:pt x="96" y="92"/>
                  </a:cubicBezTo>
                  <a:cubicBezTo>
                    <a:pt x="96" y="92"/>
                    <a:pt x="60" y="67"/>
                    <a:pt x="50" y="59"/>
                  </a:cubicBezTo>
                  <a:cubicBezTo>
                    <a:pt x="39" y="51"/>
                    <a:pt x="5" y="23"/>
                    <a:pt x="5" y="23"/>
                  </a:cubicBezTo>
                  <a:cubicBezTo>
                    <a:pt x="0" y="20"/>
                    <a:pt x="0" y="16"/>
                    <a:pt x="2" y="13"/>
                  </a:cubicBezTo>
                  <a:lnTo>
                    <a:pt x="8" y="5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7" name="artery-endothelial-cell-lining">
            <a:extLst>
              <a:ext uri="{FF2B5EF4-FFF2-40B4-BE49-F238E27FC236}">
                <a16:creationId xmlns:a16="http://schemas.microsoft.com/office/drawing/2014/main" id="{BB6D7B4E-714C-4D55-996E-C3A43CC7644E}"/>
              </a:ext>
            </a:extLst>
          </p:cNvPr>
          <p:cNvGrpSpPr>
            <a:grpSpLocks/>
          </p:cNvGrpSpPr>
          <p:nvPr/>
        </p:nvGrpSpPr>
        <p:grpSpPr bwMode="auto">
          <a:xfrm>
            <a:off x="6529388" y="1143000"/>
            <a:ext cx="3578225" cy="1468438"/>
            <a:chOff x="3301" y="675"/>
            <a:chExt cx="2254" cy="925"/>
          </a:xfrm>
        </p:grpSpPr>
        <p:grpSp>
          <p:nvGrpSpPr>
            <p:cNvPr id="49233" name="Group 866">
              <a:extLst>
                <a:ext uri="{FF2B5EF4-FFF2-40B4-BE49-F238E27FC236}">
                  <a16:creationId xmlns:a16="http://schemas.microsoft.com/office/drawing/2014/main" id="{98079EBE-2D89-41B9-87B7-6719F7FA65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01" y="675"/>
              <a:ext cx="2254" cy="921"/>
              <a:chOff x="3301" y="675"/>
              <a:chExt cx="2254" cy="921"/>
            </a:xfrm>
          </p:grpSpPr>
          <p:sp>
            <p:nvSpPr>
              <p:cNvPr id="49260" name="Freeform 666">
                <a:extLst>
                  <a:ext uri="{FF2B5EF4-FFF2-40B4-BE49-F238E27FC236}">
                    <a16:creationId xmlns:a16="http://schemas.microsoft.com/office/drawing/2014/main" id="{308B9CC8-8620-4EF3-8BEF-44ED63058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686"/>
                <a:ext cx="2236" cy="890"/>
              </a:xfrm>
              <a:custGeom>
                <a:avLst/>
                <a:gdLst>
                  <a:gd name="T0" fmla="*/ 4671 w 1491"/>
                  <a:gd name="T1" fmla="*/ 0 h 556"/>
                  <a:gd name="T2" fmla="*/ 4361 w 1491"/>
                  <a:gd name="T3" fmla="*/ 579 h 556"/>
                  <a:gd name="T4" fmla="*/ 4055 w 1491"/>
                  <a:gd name="T5" fmla="*/ 991 h 556"/>
                  <a:gd name="T6" fmla="*/ 3625 w 1491"/>
                  <a:gd name="T7" fmla="*/ 1378 h 556"/>
                  <a:gd name="T8" fmla="*/ 3187 w 1491"/>
                  <a:gd name="T9" fmla="*/ 1599 h 556"/>
                  <a:gd name="T10" fmla="*/ 2701 w 1491"/>
                  <a:gd name="T11" fmla="*/ 1722 h 556"/>
                  <a:gd name="T12" fmla="*/ 2267 w 1491"/>
                  <a:gd name="T13" fmla="*/ 1714 h 556"/>
                  <a:gd name="T14" fmla="*/ 1950 w 1491"/>
                  <a:gd name="T15" fmla="*/ 1706 h 556"/>
                  <a:gd name="T16" fmla="*/ 1458 w 1491"/>
                  <a:gd name="T17" fmla="*/ 1694 h 556"/>
                  <a:gd name="T18" fmla="*/ 981 w 1491"/>
                  <a:gd name="T19" fmla="*/ 1665 h 556"/>
                  <a:gd name="T20" fmla="*/ 519 w 1491"/>
                  <a:gd name="T21" fmla="*/ 1524 h 556"/>
                  <a:gd name="T22" fmla="*/ 411 w 1491"/>
                  <a:gd name="T23" fmla="*/ 1484 h 556"/>
                  <a:gd name="T24" fmla="*/ 157 w 1491"/>
                  <a:gd name="T25" fmla="*/ 1332 h 556"/>
                  <a:gd name="T26" fmla="*/ 0 w 1491"/>
                  <a:gd name="T27" fmla="*/ 1865 h 556"/>
                  <a:gd name="T28" fmla="*/ 270 w 1491"/>
                  <a:gd name="T29" fmla="*/ 2009 h 556"/>
                  <a:gd name="T30" fmla="*/ 802 w 1491"/>
                  <a:gd name="T31" fmla="*/ 2185 h 556"/>
                  <a:gd name="T32" fmla="*/ 1162 w 1491"/>
                  <a:gd name="T33" fmla="*/ 2223 h 556"/>
                  <a:gd name="T34" fmla="*/ 1945 w 1491"/>
                  <a:gd name="T35" fmla="*/ 2247 h 556"/>
                  <a:gd name="T36" fmla="*/ 2627 w 1491"/>
                  <a:gd name="T37" fmla="*/ 2281 h 556"/>
                  <a:gd name="T38" fmla="*/ 3254 w 1491"/>
                  <a:gd name="T39" fmla="*/ 2124 h 556"/>
                  <a:gd name="T40" fmla="*/ 3845 w 1491"/>
                  <a:gd name="T41" fmla="*/ 1903 h 556"/>
                  <a:gd name="T42" fmla="*/ 4088 w 1491"/>
                  <a:gd name="T43" fmla="*/ 1694 h 556"/>
                  <a:gd name="T44" fmla="*/ 4475 w 1491"/>
                  <a:gd name="T45" fmla="*/ 1279 h 556"/>
                  <a:gd name="T46" fmla="*/ 4682 w 1491"/>
                  <a:gd name="T47" fmla="*/ 922 h 556"/>
                  <a:gd name="T48" fmla="*/ 5028 w 1491"/>
                  <a:gd name="T49" fmla="*/ 336 h 556"/>
                  <a:gd name="T50" fmla="*/ 4671 w 1491"/>
                  <a:gd name="T51" fmla="*/ 0 h 55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91" h="556">
                    <a:moveTo>
                      <a:pt x="1385" y="0"/>
                    </a:moveTo>
                    <a:cubicBezTo>
                      <a:pt x="1293" y="141"/>
                      <a:pt x="1293" y="141"/>
                      <a:pt x="1293" y="141"/>
                    </a:cubicBezTo>
                    <a:cubicBezTo>
                      <a:pt x="1202" y="242"/>
                      <a:pt x="1202" y="242"/>
                      <a:pt x="1202" y="242"/>
                    </a:cubicBezTo>
                    <a:cubicBezTo>
                      <a:pt x="1075" y="336"/>
                      <a:pt x="1075" y="336"/>
                      <a:pt x="1075" y="336"/>
                    </a:cubicBezTo>
                    <a:cubicBezTo>
                      <a:pt x="945" y="390"/>
                      <a:pt x="945" y="390"/>
                      <a:pt x="945" y="390"/>
                    </a:cubicBezTo>
                    <a:cubicBezTo>
                      <a:pt x="801" y="420"/>
                      <a:pt x="801" y="420"/>
                      <a:pt x="801" y="420"/>
                    </a:cubicBezTo>
                    <a:cubicBezTo>
                      <a:pt x="672" y="418"/>
                      <a:pt x="672" y="418"/>
                      <a:pt x="672" y="418"/>
                    </a:cubicBezTo>
                    <a:cubicBezTo>
                      <a:pt x="578" y="416"/>
                      <a:pt x="578" y="416"/>
                      <a:pt x="578" y="416"/>
                    </a:cubicBezTo>
                    <a:cubicBezTo>
                      <a:pt x="432" y="413"/>
                      <a:pt x="432" y="413"/>
                      <a:pt x="432" y="413"/>
                    </a:cubicBezTo>
                    <a:cubicBezTo>
                      <a:pt x="291" y="406"/>
                      <a:pt x="291" y="406"/>
                      <a:pt x="291" y="406"/>
                    </a:cubicBezTo>
                    <a:cubicBezTo>
                      <a:pt x="154" y="372"/>
                      <a:pt x="154" y="372"/>
                      <a:pt x="154" y="372"/>
                    </a:cubicBezTo>
                    <a:cubicBezTo>
                      <a:pt x="122" y="362"/>
                      <a:pt x="122" y="362"/>
                      <a:pt x="122" y="362"/>
                    </a:cubicBezTo>
                    <a:cubicBezTo>
                      <a:pt x="47" y="325"/>
                      <a:pt x="47" y="325"/>
                      <a:pt x="47" y="325"/>
                    </a:cubicBezTo>
                    <a:cubicBezTo>
                      <a:pt x="0" y="455"/>
                      <a:pt x="0" y="455"/>
                      <a:pt x="0" y="455"/>
                    </a:cubicBezTo>
                    <a:cubicBezTo>
                      <a:pt x="80" y="490"/>
                      <a:pt x="80" y="490"/>
                      <a:pt x="80" y="490"/>
                    </a:cubicBezTo>
                    <a:cubicBezTo>
                      <a:pt x="238" y="533"/>
                      <a:pt x="238" y="533"/>
                      <a:pt x="238" y="533"/>
                    </a:cubicBezTo>
                    <a:cubicBezTo>
                      <a:pt x="345" y="542"/>
                      <a:pt x="345" y="542"/>
                      <a:pt x="345" y="542"/>
                    </a:cubicBezTo>
                    <a:cubicBezTo>
                      <a:pt x="577" y="548"/>
                      <a:pt x="577" y="548"/>
                      <a:pt x="577" y="548"/>
                    </a:cubicBezTo>
                    <a:cubicBezTo>
                      <a:pt x="779" y="556"/>
                      <a:pt x="779" y="556"/>
                      <a:pt x="779" y="556"/>
                    </a:cubicBezTo>
                    <a:cubicBezTo>
                      <a:pt x="965" y="518"/>
                      <a:pt x="965" y="518"/>
                      <a:pt x="965" y="518"/>
                    </a:cubicBezTo>
                    <a:cubicBezTo>
                      <a:pt x="1140" y="464"/>
                      <a:pt x="1140" y="464"/>
                      <a:pt x="1140" y="464"/>
                    </a:cubicBezTo>
                    <a:cubicBezTo>
                      <a:pt x="1140" y="464"/>
                      <a:pt x="1206" y="415"/>
                      <a:pt x="1212" y="413"/>
                    </a:cubicBezTo>
                    <a:cubicBezTo>
                      <a:pt x="1327" y="312"/>
                      <a:pt x="1327" y="312"/>
                      <a:pt x="1327" y="312"/>
                    </a:cubicBezTo>
                    <a:cubicBezTo>
                      <a:pt x="1388" y="225"/>
                      <a:pt x="1388" y="225"/>
                      <a:pt x="1388" y="225"/>
                    </a:cubicBezTo>
                    <a:cubicBezTo>
                      <a:pt x="1491" y="82"/>
                      <a:pt x="1491" y="82"/>
                      <a:pt x="1491" y="82"/>
                    </a:cubicBezTo>
                    <a:lnTo>
                      <a:pt x="1385" y="0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1" name="Freeform 667">
                <a:extLst>
                  <a:ext uri="{FF2B5EF4-FFF2-40B4-BE49-F238E27FC236}">
                    <a16:creationId xmlns:a16="http://schemas.microsoft.com/office/drawing/2014/main" id="{4AD38501-CD70-4B15-8106-620B63A20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326"/>
                <a:ext cx="192" cy="34"/>
              </a:xfrm>
              <a:custGeom>
                <a:avLst/>
                <a:gdLst>
                  <a:gd name="T0" fmla="*/ 45 w 128"/>
                  <a:gd name="T1" fmla="*/ 5 h 21"/>
                  <a:gd name="T2" fmla="*/ 297 w 128"/>
                  <a:gd name="T3" fmla="*/ 5 h 21"/>
                  <a:gd name="T4" fmla="*/ 392 w 128"/>
                  <a:gd name="T5" fmla="*/ 5 h 21"/>
                  <a:gd name="T6" fmla="*/ 431 w 128"/>
                  <a:gd name="T7" fmla="*/ 26 h 21"/>
                  <a:gd name="T8" fmla="*/ 432 w 128"/>
                  <a:gd name="T9" fmla="*/ 68 h 21"/>
                  <a:gd name="T10" fmla="*/ 405 w 128"/>
                  <a:gd name="T11" fmla="*/ 89 h 21"/>
                  <a:gd name="T12" fmla="*/ 170 w 128"/>
                  <a:gd name="T13" fmla="*/ 84 h 21"/>
                  <a:gd name="T14" fmla="*/ 32 w 128"/>
                  <a:gd name="T15" fmla="*/ 89 h 21"/>
                  <a:gd name="T16" fmla="*/ 0 w 128"/>
                  <a:gd name="T17" fmla="*/ 60 h 21"/>
                  <a:gd name="T18" fmla="*/ 5 w 128"/>
                  <a:gd name="T19" fmla="*/ 21 h 21"/>
                  <a:gd name="T20" fmla="*/ 12 w 128"/>
                  <a:gd name="T21" fmla="*/ 8 h 21"/>
                  <a:gd name="T22" fmla="*/ 45 w 128"/>
                  <a:gd name="T23" fmla="*/ 5 h 21"/>
                  <a:gd name="T24" fmla="*/ 45 w 128"/>
                  <a:gd name="T25" fmla="*/ 5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8" h="21">
                    <a:moveTo>
                      <a:pt x="13" y="1"/>
                    </a:moveTo>
                    <a:cubicBezTo>
                      <a:pt x="13" y="1"/>
                      <a:pt x="69" y="1"/>
                      <a:pt x="88" y="1"/>
                    </a:cubicBezTo>
                    <a:cubicBezTo>
                      <a:pt x="116" y="1"/>
                      <a:pt x="116" y="1"/>
                      <a:pt x="116" y="1"/>
                    </a:cubicBezTo>
                    <a:cubicBezTo>
                      <a:pt x="121" y="1"/>
                      <a:pt x="127" y="2"/>
                      <a:pt x="127" y="6"/>
                    </a:cubicBezTo>
                    <a:cubicBezTo>
                      <a:pt x="127" y="6"/>
                      <a:pt x="128" y="16"/>
                      <a:pt x="128" y="16"/>
                    </a:cubicBezTo>
                    <a:cubicBezTo>
                      <a:pt x="128" y="20"/>
                      <a:pt x="125" y="21"/>
                      <a:pt x="120" y="21"/>
                    </a:cubicBezTo>
                    <a:cubicBezTo>
                      <a:pt x="119" y="21"/>
                      <a:pt x="65" y="20"/>
                      <a:pt x="50" y="20"/>
                    </a:cubicBezTo>
                    <a:cubicBezTo>
                      <a:pt x="34" y="20"/>
                      <a:pt x="11" y="21"/>
                      <a:pt x="9" y="21"/>
                    </a:cubicBezTo>
                    <a:cubicBezTo>
                      <a:pt x="4" y="21"/>
                      <a:pt x="0" y="18"/>
                      <a:pt x="0" y="1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3"/>
                      <a:pt x="3" y="2"/>
                    </a:cubicBezTo>
                    <a:cubicBezTo>
                      <a:pt x="4" y="1"/>
                      <a:pt x="8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2" name="Freeform 668">
                <a:extLst>
                  <a:ext uri="{FF2B5EF4-FFF2-40B4-BE49-F238E27FC236}">
                    <a16:creationId xmlns:a16="http://schemas.microsoft.com/office/drawing/2014/main" id="{8786439E-590D-41A2-B6E5-A3CABD1C6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28"/>
                <a:ext cx="192" cy="46"/>
              </a:xfrm>
              <a:custGeom>
                <a:avLst/>
                <a:gdLst>
                  <a:gd name="T0" fmla="*/ 392 w 128"/>
                  <a:gd name="T1" fmla="*/ 27 h 29"/>
                  <a:gd name="T2" fmla="*/ 432 w 128"/>
                  <a:gd name="T3" fmla="*/ 52 h 29"/>
                  <a:gd name="T4" fmla="*/ 432 w 128"/>
                  <a:gd name="T5" fmla="*/ 90 h 29"/>
                  <a:gd name="T6" fmla="*/ 392 w 128"/>
                  <a:gd name="T7" fmla="*/ 111 h 29"/>
                  <a:gd name="T8" fmla="*/ 288 w 128"/>
                  <a:gd name="T9" fmla="*/ 103 h 29"/>
                  <a:gd name="T10" fmla="*/ 39 w 128"/>
                  <a:gd name="T11" fmla="*/ 89 h 29"/>
                  <a:gd name="T12" fmla="*/ 5 w 128"/>
                  <a:gd name="T13" fmla="*/ 63 h 29"/>
                  <a:gd name="T14" fmla="*/ 5 w 128"/>
                  <a:gd name="T15" fmla="*/ 25 h 29"/>
                  <a:gd name="T16" fmla="*/ 26 w 128"/>
                  <a:gd name="T17" fmla="*/ 5 h 29"/>
                  <a:gd name="T18" fmla="*/ 215 w 128"/>
                  <a:gd name="T19" fmla="*/ 21 h 29"/>
                  <a:gd name="T20" fmla="*/ 392 w 128"/>
                  <a:gd name="T21" fmla="*/ 27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9">
                    <a:moveTo>
                      <a:pt x="116" y="7"/>
                    </a:moveTo>
                    <a:cubicBezTo>
                      <a:pt x="127" y="7"/>
                      <a:pt x="128" y="10"/>
                      <a:pt x="128" y="13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8" y="26"/>
                      <a:pt x="127" y="29"/>
                      <a:pt x="116" y="28"/>
                    </a:cubicBezTo>
                    <a:cubicBezTo>
                      <a:pt x="115" y="28"/>
                      <a:pt x="109" y="27"/>
                      <a:pt x="85" y="26"/>
                    </a:cubicBezTo>
                    <a:cubicBezTo>
                      <a:pt x="60" y="25"/>
                      <a:pt x="12" y="22"/>
                      <a:pt x="11" y="22"/>
                    </a:cubicBezTo>
                    <a:cubicBezTo>
                      <a:pt x="2" y="21"/>
                      <a:pt x="0" y="19"/>
                      <a:pt x="1" y="1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1"/>
                      <a:pt x="4" y="0"/>
                      <a:pt x="7" y="1"/>
                    </a:cubicBezTo>
                    <a:cubicBezTo>
                      <a:pt x="7" y="1"/>
                      <a:pt x="40" y="3"/>
                      <a:pt x="63" y="5"/>
                    </a:cubicBezTo>
                    <a:cubicBezTo>
                      <a:pt x="85" y="6"/>
                      <a:pt x="115" y="7"/>
                      <a:pt x="116" y="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3" name="Freeform 669">
                <a:extLst>
                  <a:ext uri="{FF2B5EF4-FFF2-40B4-BE49-F238E27FC236}">
                    <a16:creationId xmlns:a16="http://schemas.microsoft.com/office/drawing/2014/main" id="{C278E766-DAC9-4708-AF36-A74E99CCE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339"/>
                <a:ext cx="38" cy="11"/>
              </a:xfrm>
              <a:custGeom>
                <a:avLst/>
                <a:gdLst>
                  <a:gd name="T0" fmla="*/ 0 w 25"/>
                  <a:gd name="T1" fmla="*/ 14 h 7"/>
                  <a:gd name="T2" fmla="*/ 41 w 25"/>
                  <a:gd name="T3" fmla="*/ 0 h 7"/>
                  <a:gd name="T4" fmla="*/ 88 w 25"/>
                  <a:gd name="T5" fmla="*/ 14 h 7"/>
                  <a:gd name="T6" fmla="*/ 41 w 25"/>
                  <a:gd name="T7" fmla="*/ 27 h 7"/>
                  <a:gd name="T8" fmla="*/ 0 w 25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">
                    <a:moveTo>
                      <a:pt x="0" y="4"/>
                    </a:moveTo>
                    <a:cubicBezTo>
                      <a:pt x="0" y="2"/>
                      <a:pt x="6" y="0"/>
                      <a:pt x="12" y="0"/>
                    </a:cubicBezTo>
                    <a:cubicBezTo>
                      <a:pt x="19" y="1"/>
                      <a:pt x="25" y="2"/>
                      <a:pt x="25" y="4"/>
                    </a:cubicBezTo>
                    <a:cubicBezTo>
                      <a:pt x="25" y="6"/>
                      <a:pt x="19" y="7"/>
                      <a:pt x="12" y="7"/>
                    </a:cubicBezTo>
                    <a:cubicBezTo>
                      <a:pt x="5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4" name="Freeform 670">
                <a:extLst>
                  <a:ext uri="{FF2B5EF4-FFF2-40B4-BE49-F238E27FC236}">
                    <a16:creationId xmlns:a16="http://schemas.microsoft.com/office/drawing/2014/main" id="{392516BD-A0AF-48FA-BCCC-899992D98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347"/>
                <a:ext cx="37" cy="13"/>
              </a:xfrm>
              <a:custGeom>
                <a:avLst/>
                <a:gdLst>
                  <a:gd name="T0" fmla="*/ 0 w 25"/>
                  <a:gd name="T1" fmla="*/ 13 h 8"/>
                  <a:gd name="T2" fmla="*/ 41 w 25"/>
                  <a:gd name="T3" fmla="*/ 0 h 8"/>
                  <a:gd name="T4" fmla="*/ 81 w 25"/>
                  <a:gd name="T5" fmla="*/ 18 h 8"/>
                  <a:gd name="T6" fmla="*/ 40 w 25"/>
                  <a:gd name="T7" fmla="*/ 29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6" y="0"/>
                      <a:pt x="13" y="0"/>
                    </a:cubicBezTo>
                    <a:cubicBezTo>
                      <a:pt x="19" y="1"/>
                      <a:pt x="25" y="3"/>
                      <a:pt x="25" y="4"/>
                    </a:cubicBezTo>
                    <a:cubicBezTo>
                      <a:pt x="25" y="6"/>
                      <a:pt x="19" y="8"/>
                      <a:pt x="12" y="7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5" name="Freeform 671">
                <a:extLst>
                  <a:ext uri="{FF2B5EF4-FFF2-40B4-BE49-F238E27FC236}">
                    <a16:creationId xmlns:a16="http://schemas.microsoft.com/office/drawing/2014/main" id="{396FECDA-7F76-42FD-A2EA-9CE77C118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337"/>
                <a:ext cx="37" cy="12"/>
              </a:xfrm>
              <a:custGeom>
                <a:avLst/>
                <a:gdLst>
                  <a:gd name="T0" fmla="*/ 0 w 25"/>
                  <a:gd name="T1" fmla="*/ 15 h 7"/>
                  <a:gd name="T2" fmla="*/ 41 w 25"/>
                  <a:gd name="T3" fmla="*/ 0 h 7"/>
                  <a:gd name="T4" fmla="*/ 81 w 25"/>
                  <a:gd name="T5" fmla="*/ 15 h 7"/>
                  <a:gd name="T6" fmla="*/ 41 w 25"/>
                  <a:gd name="T7" fmla="*/ 36 h 7"/>
                  <a:gd name="T8" fmla="*/ 0 w 25"/>
                  <a:gd name="T9" fmla="*/ 1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">
                    <a:moveTo>
                      <a:pt x="0" y="3"/>
                    </a:moveTo>
                    <a:cubicBezTo>
                      <a:pt x="0" y="1"/>
                      <a:pt x="6" y="0"/>
                      <a:pt x="13" y="0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19" y="7"/>
                      <a:pt x="13" y="7"/>
                    </a:cubicBezTo>
                    <a:cubicBezTo>
                      <a:pt x="6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6" name="Freeform 672">
                <a:extLst>
                  <a:ext uri="{FF2B5EF4-FFF2-40B4-BE49-F238E27FC236}">
                    <a16:creationId xmlns:a16="http://schemas.microsoft.com/office/drawing/2014/main" id="{166D4E80-A647-4F70-ACBA-7017C0FDA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337"/>
                <a:ext cx="31" cy="12"/>
              </a:xfrm>
              <a:custGeom>
                <a:avLst/>
                <a:gdLst>
                  <a:gd name="T0" fmla="*/ 46 w 21"/>
                  <a:gd name="T1" fmla="*/ 0 h 7"/>
                  <a:gd name="T2" fmla="*/ 61 w 21"/>
                  <a:gd name="T3" fmla="*/ 15 h 7"/>
                  <a:gd name="T4" fmla="*/ 19 w 21"/>
                  <a:gd name="T5" fmla="*/ 29 h 7"/>
                  <a:gd name="T6" fmla="*/ 0 w 21"/>
                  <a:gd name="T7" fmla="*/ 29 h 7"/>
                  <a:gd name="T8" fmla="*/ 28 w 21"/>
                  <a:gd name="T9" fmla="*/ 36 h 7"/>
                  <a:gd name="T10" fmla="*/ 68 w 21"/>
                  <a:gd name="T11" fmla="*/ 15 h 7"/>
                  <a:gd name="T12" fmla="*/ 46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4" y="0"/>
                    </a:moveTo>
                    <a:cubicBezTo>
                      <a:pt x="17" y="1"/>
                      <a:pt x="19" y="2"/>
                      <a:pt x="19" y="3"/>
                    </a:cubicBezTo>
                    <a:cubicBezTo>
                      <a:pt x="19" y="5"/>
                      <a:pt x="13" y="6"/>
                      <a:pt x="6" y="6"/>
                    </a:cubicBezTo>
                    <a:cubicBezTo>
                      <a:pt x="4" y="6"/>
                      <a:pt x="2" y="6"/>
                      <a:pt x="0" y="6"/>
                    </a:cubicBezTo>
                    <a:cubicBezTo>
                      <a:pt x="3" y="6"/>
                      <a:pt x="5" y="7"/>
                      <a:pt x="9" y="7"/>
                    </a:cubicBezTo>
                    <a:cubicBezTo>
                      <a:pt x="15" y="7"/>
                      <a:pt x="21" y="5"/>
                      <a:pt x="21" y="3"/>
                    </a:cubicBezTo>
                    <a:cubicBezTo>
                      <a:pt x="21" y="2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7" name="Freeform 673">
                <a:extLst>
                  <a:ext uri="{FF2B5EF4-FFF2-40B4-BE49-F238E27FC236}">
                    <a16:creationId xmlns:a16="http://schemas.microsoft.com/office/drawing/2014/main" id="{9D061EA4-713D-499D-8019-4603C0F3F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337"/>
                <a:ext cx="28" cy="8"/>
              </a:xfrm>
              <a:custGeom>
                <a:avLst/>
                <a:gdLst>
                  <a:gd name="T0" fmla="*/ 6 w 19"/>
                  <a:gd name="T1" fmla="*/ 13 h 5"/>
                  <a:gd name="T2" fmla="*/ 40 w 19"/>
                  <a:gd name="T3" fmla="*/ 5 h 5"/>
                  <a:gd name="T4" fmla="*/ 60 w 19"/>
                  <a:gd name="T5" fmla="*/ 5 h 5"/>
                  <a:gd name="T6" fmla="*/ 32 w 19"/>
                  <a:gd name="T7" fmla="*/ 0 h 5"/>
                  <a:gd name="T8" fmla="*/ 0 w 19"/>
                  <a:gd name="T9" fmla="*/ 13 h 5"/>
                  <a:gd name="T10" fmla="*/ 13 w 19"/>
                  <a:gd name="T11" fmla="*/ 21 h 5"/>
                  <a:gd name="T12" fmla="*/ 6 w 19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3"/>
                    </a:moveTo>
                    <a:cubicBezTo>
                      <a:pt x="2" y="1"/>
                      <a:pt x="7" y="1"/>
                      <a:pt x="12" y="1"/>
                    </a:cubicBezTo>
                    <a:cubicBezTo>
                      <a:pt x="15" y="1"/>
                      <a:pt x="17" y="1"/>
                      <a:pt x="19" y="1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5" y="0"/>
                      <a:pt x="0" y="1"/>
                      <a:pt x="0" y="3"/>
                    </a:cubicBezTo>
                    <a:cubicBezTo>
                      <a:pt x="0" y="4"/>
                      <a:pt x="2" y="5"/>
                      <a:pt x="4" y="5"/>
                    </a:cubicBezTo>
                    <a:cubicBezTo>
                      <a:pt x="3" y="5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8" name="Freeform 674">
                <a:extLst>
                  <a:ext uri="{FF2B5EF4-FFF2-40B4-BE49-F238E27FC236}">
                    <a16:creationId xmlns:a16="http://schemas.microsoft.com/office/drawing/2014/main" id="{21C0E4FC-E6B1-4BD1-80C3-FCB0E4B5A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344"/>
                <a:ext cx="38" cy="13"/>
              </a:xfrm>
              <a:custGeom>
                <a:avLst/>
                <a:gdLst>
                  <a:gd name="T0" fmla="*/ 0 w 25"/>
                  <a:gd name="T1" fmla="*/ 13 h 8"/>
                  <a:gd name="T2" fmla="*/ 46 w 25"/>
                  <a:gd name="T3" fmla="*/ 0 h 8"/>
                  <a:gd name="T4" fmla="*/ 88 w 25"/>
                  <a:gd name="T5" fmla="*/ 18 h 8"/>
                  <a:gd name="T6" fmla="*/ 46 w 25"/>
                  <a:gd name="T7" fmla="*/ 29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6" y="0"/>
                      <a:pt x="13" y="0"/>
                    </a:cubicBezTo>
                    <a:cubicBezTo>
                      <a:pt x="20" y="1"/>
                      <a:pt x="25" y="3"/>
                      <a:pt x="25" y="4"/>
                    </a:cubicBezTo>
                    <a:cubicBezTo>
                      <a:pt x="25" y="6"/>
                      <a:pt x="19" y="8"/>
                      <a:pt x="13" y="7"/>
                    </a:cubicBezTo>
                    <a:cubicBezTo>
                      <a:pt x="6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9" name="Freeform 675">
                <a:extLst>
                  <a:ext uri="{FF2B5EF4-FFF2-40B4-BE49-F238E27FC236}">
                    <a16:creationId xmlns:a16="http://schemas.microsoft.com/office/drawing/2014/main" id="{91AC84B1-3306-40B0-B72C-EEE842061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328"/>
                <a:ext cx="80" cy="22"/>
              </a:xfrm>
              <a:custGeom>
                <a:avLst/>
                <a:gdLst>
                  <a:gd name="T0" fmla="*/ 0 w 53"/>
                  <a:gd name="T1" fmla="*/ 42 h 14"/>
                  <a:gd name="T2" fmla="*/ 8 w 53"/>
                  <a:gd name="T3" fmla="*/ 8 h 14"/>
                  <a:gd name="T4" fmla="*/ 48 w 53"/>
                  <a:gd name="T5" fmla="*/ 5 h 14"/>
                  <a:gd name="T6" fmla="*/ 121 w 53"/>
                  <a:gd name="T7" fmla="*/ 5 h 14"/>
                  <a:gd name="T8" fmla="*/ 151 w 53"/>
                  <a:gd name="T9" fmla="*/ 5 h 14"/>
                  <a:gd name="T10" fmla="*/ 183 w 53"/>
                  <a:gd name="T11" fmla="*/ 5 h 14"/>
                  <a:gd name="T12" fmla="*/ 48 w 53"/>
                  <a:gd name="T13" fmla="*/ 13 h 14"/>
                  <a:gd name="T14" fmla="*/ 12 w 53"/>
                  <a:gd name="T15" fmla="*/ 22 h 14"/>
                  <a:gd name="T16" fmla="*/ 5 w 53"/>
                  <a:gd name="T17" fmla="*/ 55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4">
                    <a:moveTo>
                      <a:pt x="0" y="11"/>
                    </a:moveTo>
                    <a:cubicBezTo>
                      <a:pt x="0" y="9"/>
                      <a:pt x="0" y="4"/>
                      <a:pt x="2" y="2"/>
                    </a:cubicBezTo>
                    <a:cubicBezTo>
                      <a:pt x="5" y="0"/>
                      <a:pt x="11" y="1"/>
                      <a:pt x="14" y="1"/>
                    </a:cubicBezTo>
                    <a:cubicBezTo>
                      <a:pt x="21" y="1"/>
                      <a:pt x="28" y="1"/>
                      <a:pt x="35" y="1"/>
                    </a:cubicBezTo>
                    <a:cubicBezTo>
                      <a:pt x="38" y="1"/>
                      <a:pt x="41" y="1"/>
                      <a:pt x="44" y="1"/>
                    </a:cubicBezTo>
                    <a:cubicBezTo>
                      <a:pt x="47" y="1"/>
                      <a:pt x="50" y="1"/>
                      <a:pt x="53" y="1"/>
                    </a:cubicBezTo>
                    <a:cubicBezTo>
                      <a:pt x="41" y="4"/>
                      <a:pt x="27" y="2"/>
                      <a:pt x="14" y="3"/>
                    </a:cubicBezTo>
                    <a:cubicBezTo>
                      <a:pt x="10" y="3"/>
                      <a:pt x="6" y="4"/>
                      <a:pt x="3" y="6"/>
                    </a:cubicBezTo>
                    <a:cubicBezTo>
                      <a:pt x="2" y="9"/>
                      <a:pt x="1" y="11"/>
                      <a:pt x="1" y="1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0" name="Freeform 676">
                <a:extLst>
                  <a:ext uri="{FF2B5EF4-FFF2-40B4-BE49-F238E27FC236}">
                    <a16:creationId xmlns:a16="http://schemas.microsoft.com/office/drawing/2014/main" id="{C1A09CFC-2A6E-4303-A039-26833B2A9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336"/>
                <a:ext cx="121" cy="24"/>
              </a:xfrm>
              <a:custGeom>
                <a:avLst/>
                <a:gdLst>
                  <a:gd name="T0" fmla="*/ 0 w 81"/>
                  <a:gd name="T1" fmla="*/ 54 h 15"/>
                  <a:gd name="T2" fmla="*/ 196 w 81"/>
                  <a:gd name="T3" fmla="*/ 54 h 15"/>
                  <a:gd name="T4" fmla="*/ 263 w 81"/>
                  <a:gd name="T5" fmla="*/ 48 h 15"/>
                  <a:gd name="T6" fmla="*/ 263 w 81"/>
                  <a:gd name="T7" fmla="*/ 0 h 15"/>
                  <a:gd name="T8" fmla="*/ 248 w 81"/>
                  <a:gd name="T9" fmla="*/ 42 h 15"/>
                  <a:gd name="T10" fmla="*/ 209 w 81"/>
                  <a:gd name="T11" fmla="*/ 46 h 15"/>
                  <a:gd name="T12" fmla="*/ 163 w 81"/>
                  <a:gd name="T13" fmla="*/ 46 h 15"/>
                  <a:gd name="T14" fmla="*/ 76 w 81"/>
                  <a:gd name="T15" fmla="*/ 46 h 15"/>
                  <a:gd name="T16" fmla="*/ 33 w 81"/>
                  <a:gd name="T17" fmla="*/ 48 h 15"/>
                  <a:gd name="T18" fmla="*/ 1 w 81"/>
                  <a:gd name="T19" fmla="*/ 54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5">
                    <a:moveTo>
                      <a:pt x="0" y="13"/>
                    </a:moveTo>
                    <a:cubicBezTo>
                      <a:pt x="20" y="13"/>
                      <a:pt x="40" y="12"/>
                      <a:pt x="59" y="13"/>
                    </a:cubicBezTo>
                    <a:cubicBezTo>
                      <a:pt x="64" y="13"/>
                      <a:pt x="76" y="15"/>
                      <a:pt x="79" y="12"/>
                    </a:cubicBezTo>
                    <a:cubicBezTo>
                      <a:pt x="81" y="9"/>
                      <a:pt x="80" y="3"/>
                      <a:pt x="79" y="0"/>
                    </a:cubicBezTo>
                    <a:cubicBezTo>
                      <a:pt x="79" y="4"/>
                      <a:pt x="78" y="9"/>
                      <a:pt x="74" y="10"/>
                    </a:cubicBezTo>
                    <a:cubicBezTo>
                      <a:pt x="71" y="12"/>
                      <a:pt x="66" y="11"/>
                      <a:pt x="63" y="11"/>
                    </a:cubicBezTo>
                    <a:cubicBezTo>
                      <a:pt x="58" y="11"/>
                      <a:pt x="54" y="11"/>
                      <a:pt x="49" y="11"/>
                    </a:cubicBezTo>
                    <a:cubicBezTo>
                      <a:pt x="41" y="11"/>
                      <a:pt x="32" y="11"/>
                      <a:pt x="23" y="11"/>
                    </a:cubicBezTo>
                    <a:cubicBezTo>
                      <a:pt x="19" y="12"/>
                      <a:pt x="15" y="12"/>
                      <a:pt x="10" y="12"/>
                    </a:cubicBezTo>
                    <a:cubicBezTo>
                      <a:pt x="7" y="12"/>
                      <a:pt x="4" y="12"/>
                      <a:pt x="1" y="13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1" name="Freeform 677">
                <a:extLst>
                  <a:ext uri="{FF2B5EF4-FFF2-40B4-BE49-F238E27FC236}">
                    <a16:creationId xmlns:a16="http://schemas.microsoft.com/office/drawing/2014/main" id="{73063AE3-45AA-495F-B38A-4144C4595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1331"/>
                <a:ext cx="81" cy="22"/>
              </a:xfrm>
              <a:custGeom>
                <a:avLst/>
                <a:gdLst>
                  <a:gd name="T0" fmla="*/ 5 w 54"/>
                  <a:gd name="T1" fmla="*/ 42 h 14"/>
                  <a:gd name="T2" fmla="*/ 8 w 54"/>
                  <a:gd name="T3" fmla="*/ 8 h 14"/>
                  <a:gd name="T4" fmla="*/ 54 w 54"/>
                  <a:gd name="T5" fmla="*/ 8 h 14"/>
                  <a:gd name="T6" fmla="*/ 122 w 54"/>
                  <a:gd name="T7" fmla="*/ 13 h 14"/>
                  <a:gd name="T8" fmla="*/ 153 w 54"/>
                  <a:gd name="T9" fmla="*/ 13 h 14"/>
                  <a:gd name="T10" fmla="*/ 183 w 54"/>
                  <a:gd name="T11" fmla="*/ 14 h 14"/>
                  <a:gd name="T12" fmla="*/ 54 w 54"/>
                  <a:gd name="T13" fmla="*/ 14 h 14"/>
                  <a:gd name="T14" fmla="*/ 18 w 54"/>
                  <a:gd name="T15" fmla="*/ 27 h 14"/>
                  <a:gd name="T16" fmla="*/ 8 w 54"/>
                  <a:gd name="T17" fmla="*/ 55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1" y="11"/>
                    </a:moveTo>
                    <a:cubicBezTo>
                      <a:pt x="1" y="9"/>
                      <a:pt x="0" y="4"/>
                      <a:pt x="2" y="2"/>
                    </a:cubicBezTo>
                    <a:cubicBezTo>
                      <a:pt x="5" y="0"/>
                      <a:pt x="12" y="1"/>
                      <a:pt x="16" y="2"/>
                    </a:cubicBezTo>
                    <a:cubicBezTo>
                      <a:pt x="23" y="2"/>
                      <a:pt x="29" y="2"/>
                      <a:pt x="36" y="3"/>
                    </a:cubicBezTo>
                    <a:cubicBezTo>
                      <a:pt x="39" y="3"/>
                      <a:pt x="42" y="3"/>
                      <a:pt x="45" y="3"/>
                    </a:cubicBezTo>
                    <a:cubicBezTo>
                      <a:pt x="48" y="4"/>
                      <a:pt x="51" y="3"/>
                      <a:pt x="54" y="4"/>
                    </a:cubicBezTo>
                    <a:cubicBezTo>
                      <a:pt x="42" y="6"/>
                      <a:pt x="28" y="3"/>
                      <a:pt x="16" y="4"/>
                    </a:cubicBezTo>
                    <a:cubicBezTo>
                      <a:pt x="11" y="4"/>
                      <a:pt x="7" y="4"/>
                      <a:pt x="5" y="7"/>
                    </a:cubicBezTo>
                    <a:cubicBezTo>
                      <a:pt x="3" y="9"/>
                      <a:pt x="2" y="12"/>
                      <a:pt x="2" y="1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2" name="Freeform 678">
                <a:extLst>
                  <a:ext uri="{FF2B5EF4-FFF2-40B4-BE49-F238E27FC236}">
                    <a16:creationId xmlns:a16="http://schemas.microsoft.com/office/drawing/2014/main" id="{52AB8904-3706-400E-B09D-5033DF3AF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349"/>
                <a:ext cx="121" cy="22"/>
              </a:xfrm>
              <a:custGeom>
                <a:avLst/>
                <a:gdLst>
                  <a:gd name="T0" fmla="*/ 0 w 81"/>
                  <a:gd name="T1" fmla="*/ 35 h 14"/>
                  <a:gd name="T2" fmla="*/ 196 w 81"/>
                  <a:gd name="T3" fmla="*/ 47 h 14"/>
                  <a:gd name="T4" fmla="*/ 263 w 81"/>
                  <a:gd name="T5" fmla="*/ 42 h 14"/>
                  <a:gd name="T6" fmla="*/ 263 w 81"/>
                  <a:gd name="T7" fmla="*/ 0 h 14"/>
                  <a:gd name="T8" fmla="*/ 248 w 81"/>
                  <a:gd name="T9" fmla="*/ 39 h 14"/>
                  <a:gd name="T10" fmla="*/ 209 w 81"/>
                  <a:gd name="T11" fmla="*/ 39 h 14"/>
                  <a:gd name="T12" fmla="*/ 163 w 81"/>
                  <a:gd name="T13" fmla="*/ 35 h 14"/>
                  <a:gd name="T14" fmla="*/ 76 w 81"/>
                  <a:gd name="T15" fmla="*/ 31 h 14"/>
                  <a:gd name="T16" fmla="*/ 33 w 81"/>
                  <a:gd name="T17" fmla="*/ 35 h 14"/>
                  <a:gd name="T18" fmla="*/ 1 w 81"/>
                  <a:gd name="T19" fmla="*/ 35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4">
                    <a:moveTo>
                      <a:pt x="0" y="9"/>
                    </a:moveTo>
                    <a:cubicBezTo>
                      <a:pt x="19" y="10"/>
                      <a:pt x="39" y="10"/>
                      <a:pt x="59" y="12"/>
                    </a:cubicBezTo>
                    <a:cubicBezTo>
                      <a:pt x="64" y="12"/>
                      <a:pt x="75" y="14"/>
                      <a:pt x="79" y="11"/>
                    </a:cubicBezTo>
                    <a:cubicBezTo>
                      <a:pt x="81" y="9"/>
                      <a:pt x="80" y="3"/>
                      <a:pt x="79" y="0"/>
                    </a:cubicBezTo>
                    <a:cubicBezTo>
                      <a:pt x="79" y="3"/>
                      <a:pt x="78" y="8"/>
                      <a:pt x="74" y="10"/>
                    </a:cubicBezTo>
                    <a:cubicBezTo>
                      <a:pt x="71" y="11"/>
                      <a:pt x="66" y="10"/>
                      <a:pt x="63" y="10"/>
                    </a:cubicBezTo>
                    <a:cubicBezTo>
                      <a:pt x="58" y="10"/>
                      <a:pt x="54" y="10"/>
                      <a:pt x="49" y="9"/>
                    </a:cubicBezTo>
                    <a:cubicBezTo>
                      <a:pt x="40" y="9"/>
                      <a:pt x="32" y="8"/>
                      <a:pt x="23" y="8"/>
                    </a:cubicBezTo>
                    <a:cubicBezTo>
                      <a:pt x="19" y="8"/>
                      <a:pt x="14" y="9"/>
                      <a:pt x="10" y="9"/>
                    </a:cubicBezTo>
                    <a:cubicBezTo>
                      <a:pt x="7" y="9"/>
                      <a:pt x="4" y="8"/>
                      <a:pt x="1" y="9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3" name="Freeform 679">
                <a:extLst>
                  <a:ext uri="{FF2B5EF4-FFF2-40B4-BE49-F238E27FC236}">
                    <a16:creationId xmlns:a16="http://schemas.microsoft.com/office/drawing/2014/main" id="{48944661-BE0B-4DC0-BB75-5CEAE2718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345"/>
                <a:ext cx="30" cy="12"/>
              </a:xfrm>
              <a:custGeom>
                <a:avLst/>
                <a:gdLst>
                  <a:gd name="T0" fmla="*/ 48 w 20"/>
                  <a:gd name="T1" fmla="*/ 0 h 7"/>
                  <a:gd name="T2" fmla="*/ 62 w 20"/>
                  <a:gd name="T3" fmla="*/ 15 h 7"/>
                  <a:gd name="T4" fmla="*/ 21 w 20"/>
                  <a:gd name="T5" fmla="*/ 29 h 7"/>
                  <a:gd name="T6" fmla="*/ 0 w 20"/>
                  <a:gd name="T7" fmla="*/ 26 h 7"/>
                  <a:gd name="T8" fmla="*/ 27 w 20"/>
                  <a:gd name="T9" fmla="*/ 29 h 7"/>
                  <a:gd name="T10" fmla="*/ 68 w 20"/>
                  <a:gd name="T11" fmla="*/ 21 h 7"/>
                  <a:gd name="T12" fmla="*/ 48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4" y="0"/>
                    </a:moveTo>
                    <a:cubicBezTo>
                      <a:pt x="17" y="1"/>
                      <a:pt x="18" y="2"/>
                      <a:pt x="18" y="3"/>
                    </a:cubicBezTo>
                    <a:cubicBezTo>
                      <a:pt x="18" y="5"/>
                      <a:pt x="12" y="6"/>
                      <a:pt x="6" y="6"/>
                    </a:cubicBezTo>
                    <a:cubicBezTo>
                      <a:pt x="3" y="6"/>
                      <a:pt x="1" y="5"/>
                      <a:pt x="0" y="5"/>
                    </a:cubicBezTo>
                    <a:cubicBezTo>
                      <a:pt x="2" y="6"/>
                      <a:pt x="5" y="6"/>
                      <a:pt x="8" y="6"/>
                    </a:cubicBezTo>
                    <a:cubicBezTo>
                      <a:pt x="15" y="7"/>
                      <a:pt x="20" y="5"/>
                      <a:pt x="20" y="4"/>
                    </a:cubicBezTo>
                    <a:cubicBezTo>
                      <a:pt x="20" y="2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4" name="Freeform 680">
                <a:extLst>
                  <a:ext uri="{FF2B5EF4-FFF2-40B4-BE49-F238E27FC236}">
                    <a16:creationId xmlns:a16="http://schemas.microsoft.com/office/drawing/2014/main" id="{A19CE8B4-F206-400E-91A6-1FE3C7E13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345"/>
                <a:ext cx="27" cy="8"/>
              </a:xfrm>
              <a:custGeom>
                <a:avLst/>
                <a:gdLst>
                  <a:gd name="T0" fmla="*/ 5 w 18"/>
                  <a:gd name="T1" fmla="*/ 8 h 5"/>
                  <a:gd name="T2" fmla="*/ 41 w 18"/>
                  <a:gd name="T3" fmla="*/ 0 h 5"/>
                  <a:gd name="T4" fmla="*/ 62 w 18"/>
                  <a:gd name="T5" fmla="*/ 8 h 5"/>
                  <a:gd name="T6" fmla="*/ 35 w 18"/>
                  <a:gd name="T7" fmla="*/ 0 h 5"/>
                  <a:gd name="T8" fmla="*/ 0 w 18"/>
                  <a:gd name="T9" fmla="*/ 8 h 5"/>
                  <a:gd name="T10" fmla="*/ 14 w 18"/>
                  <a:gd name="T11" fmla="*/ 21 h 5"/>
                  <a:gd name="T12" fmla="*/ 5 w 18"/>
                  <a:gd name="T13" fmla="*/ 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1" y="2"/>
                    </a:moveTo>
                    <a:cubicBezTo>
                      <a:pt x="1" y="1"/>
                      <a:pt x="6" y="0"/>
                      <a:pt x="12" y="0"/>
                    </a:cubicBezTo>
                    <a:cubicBezTo>
                      <a:pt x="14" y="1"/>
                      <a:pt x="17" y="1"/>
                      <a:pt x="18" y="2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4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4" y="5"/>
                    </a:cubicBezTo>
                    <a:cubicBezTo>
                      <a:pt x="3" y="4"/>
                      <a:pt x="1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5" name="Freeform 681">
                <a:extLst>
                  <a:ext uri="{FF2B5EF4-FFF2-40B4-BE49-F238E27FC236}">
                    <a16:creationId xmlns:a16="http://schemas.microsoft.com/office/drawing/2014/main" id="{9F01EF0C-597D-430B-B631-364B44E94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326"/>
                <a:ext cx="192" cy="34"/>
              </a:xfrm>
              <a:custGeom>
                <a:avLst/>
                <a:gdLst>
                  <a:gd name="T0" fmla="*/ 45 w 128"/>
                  <a:gd name="T1" fmla="*/ 5 h 21"/>
                  <a:gd name="T2" fmla="*/ 297 w 128"/>
                  <a:gd name="T3" fmla="*/ 5 h 21"/>
                  <a:gd name="T4" fmla="*/ 392 w 128"/>
                  <a:gd name="T5" fmla="*/ 5 h 21"/>
                  <a:gd name="T6" fmla="*/ 431 w 128"/>
                  <a:gd name="T7" fmla="*/ 26 h 21"/>
                  <a:gd name="T8" fmla="*/ 432 w 128"/>
                  <a:gd name="T9" fmla="*/ 68 h 21"/>
                  <a:gd name="T10" fmla="*/ 405 w 128"/>
                  <a:gd name="T11" fmla="*/ 89 h 21"/>
                  <a:gd name="T12" fmla="*/ 170 w 128"/>
                  <a:gd name="T13" fmla="*/ 84 h 21"/>
                  <a:gd name="T14" fmla="*/ 32 w 128"/>
                  <a:gd name="T15" fmla="*/ 89 h 21"/>
                  <a:gd name="T16" fmla="*/ 0 w 128"/>
                  <a:gd name="T17" fmla="*/ 60 h 21"/>
                  <a:gd name="T18" fmla="*/ 5 w 128"/>
                  <a:gd name="T19" fmla="*/ 21 h 21"/>
                  <a:gd name="T20" fmla="*/ 12 w 128"/>
                  <a:gd name="T21" fmla="*/ 8 h 21"/>
                  <a:gd name="T22" fmla="*/ 45 w 128"/>
                  <a:gd name="T23" fmla="*/ 5 h 21"/>
                  <a:gd name="T24" fmla="*/ 45 w 128"/>
                  <a:gd name="T25" fmla="*/ 5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8" h="21">
                    <a:moveTo>
                      <a:pt x="13" y="1"/>
                    </a:moveTo>
                    <a:cubicBezTo>
                      <a:pt x="13" y="1"/>
                      <a:pt x="69" y="1"/>
                      <a:pt x="88" y="1"/>
                    </a:cubicBezTo>
                    <a:cubicBezTo>
                      <a:pt x="116" y="1"/>
                      <a:pt x="116" y="1"/>
                      <a:pt x="116" y="1"/>
                    </a:cubicBezTo>
                    <a:cubicBezTo>
                      <a:pt x="121" y="1"/>
                      <a:pt x="127" y="2"/>
                      <a:pt x="127" y="6"/>
                    </a:cubicBezTo>
                    <a:cubicBezTo>
                      <a:pt x="127" y="6"/>
                      <a:pt x="128" y="16"/>
                      <a:pt x="128" y="16"/>
                    </a:cubicBezTo>
                    <a:cubicBezTo>
                      <a:pt x="128" y="20"/>
                      <a:pt x="125" y="21"/>
                      <a:pt x="120" y="21"/>
                    </a:cubicBezTo>
                    <a:cubicBezTo>
                      <a:pt x="119" y="21"/>
                      <a:pt x="65" y="20"/>
                      <a:pt x="50" y="20"/>
                    </a:cubicBezTo>
                    <a:cubicBezTo>
                      <a:pt x="34" y="20"/>
                      <a:pt x="11" y="21"/>
                      <a:pt x="9" y="21"/>
                    </a:cubicBezTo>
                    <a:cubicBezTo>
                      <a:pt x="4" y="21"/>
                      <a:pt x="0" y="18"/>
                      <a:pt x="0" y="1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3"/>
                      <a:pt x="3" y="2"/>
                    </a:cubicBezTo>
                    <a:cubicBezTo>
                      <a:pt x="4" y="1"/>
                      <a:pt x="8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6" name="Freeform 682">
                <a:extLst>
                  <a:ext uri="{FF2B5EF4-FFF2-40B4-BE49-F238E27FC236}">
                    <a16:creationId xmlns:a16="http://schemas.microsoft.com/office/drawing/2014/main" id="{42BE1444-FCD9-4D17-A228-EA8FD549D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28"/>
                <a:ext cx="192" cy="46"/>
              </a:xfrm>
              <a:custGeom>
                <a:avLst/>
                <a:gdLst>
                  <a:gd name="T0" fmla="*/ 392 w 128"/>
                  <a:gd name="T1" fmla="*/ 27 h 29"/>
                  <a:gd name="T2" fmla="*/ 432 w 128"/>
                  <a:gd name="T3" fmla="*/ 52 h 29"/>
                  <a:gd name="T4" fmla="*/ 432 w 128"/>
                  <a:gd name="T5" fmla="*/ 90 h 29"/>
                  <a:gd name="T6" fmla="*/ 392 w 128"/>
                  <a:gd name="T7" fmla="*/ 111 h 29"/>
                  <a:gd name="T8" fmla="*/ 288 w 128"/>
                  <a:gd name="T9" fmla="*/ 103 h 29"/>
                  <a:gd name="T10" fmla="*/ 39 w 128"/>
                  <a:gd name="T11" fmla="*/ 89 h 29"/>
                  <a:gd name="T12" fmla="*/ 5 w 128"/>
                  <a:gd name="T13" fmla="*/ 63 h 29"/>
                  <a:gd name="T14" fmla="*/ 5 w 128"/>
                  <a:gd name="T15" fmla="*/ 25 h 29"/>
                  <a:gd name="T16" fmla="*/ 26 w 128"/>
                  <a:gd name="T17" fmla="*/ 5 h 29"/>
                  <a:gd name="T18" fmla="*/ 215 w 128"/>
                  <a:gd name="T19" fmla="*/ 21 h 29"/>
                  <a:gd name="T20" fmla="*/ 392 w 128"/>
                  <a:gd name="T21" fmla="*/ 27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9">
                    <a:moveTo>
                      <a:pt x="116" y="7"/>
                    </a:moveTo>
                    <a:cubicBezTo>
                      <a:pt x="127" y="7"/>
                      <a:pt x="128" y="10"/>
                      <a:pt x="128" y="13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8" y="26"/>
                      <a:pt x="127" y="29"/>
                      <a:pt x="116" y="28"/>
                    </a:cubicBezTo>
                    <a:cubicBezTo>
                      <a:pt x="115" y="28"/>
                      <a:pt x="109" y="27"/>
                      <a:pt x="85" y="26"/>
                    </a:cubicBezTo>
                    <a:cubicBezTo>
                      <a:pt x="60" y="25"/>
                      <a:pt x="12" y="22"/>
                      <a:pt x="11" y="22"/>
                    </a:cubicBezTo>
                    <a:cubicBezTo>
                      <a:pt x="2" y="21"/>
                      <a:pt x="0" y="19"/>
                      <a:pt x="1" y="1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1"/>
                      <a:pt x="4" y="0"/>
                      <a:pt x="7" y="1"/>
                    </a:cubicBezTo>
                    <a:cubicBezTo>
                      <a:pt x="7" y="1"/>
                      <a:pt x="40" y="3"/>
                      <a:pt x="63" y="5"/>
                    </a:cubicBezTo>
                    <a:cubicBezTo>
                      <a:pt x="85" y="6"/>
                      <a:pt x="115" y="7"/>
                      <a:pt x="116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7" name="Freeform 683">
                <a:extLst>
                  <a:ext uri="{FF2B5EF4-FFF2-40B4-BE49-F238E27FC236}">
                    <a16:creationId xmlns:a16="http://schemas.microsoft.com/office/drawing/2014/main" id="{7BE6FDDC-4937-4AEE-9612-75A03F41E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307"/>
                <a:ext cx="192" cy="53"/>
              </a:xfrm>
              <a:custGeom>
                <a:avLst/>
                <a:gdLst>
                  <a:gd name="T0" fmla="*/ 392 w 128"/>
                  <a:gd name="T1" fmla="*/ 47 h 33"/>
                  <a:gd name="T2" fmla="*/ 432 w 128"/>
                  <a:gd name="T3" fmla="*/ 75 h 33"/>
                  <a:gd name="T4" fmla="*/ 431 w 128"/>
                  <a:gd name="T5" fmla="*/ 116 h 33"/>
                  <a:gd name="T6" fmla="*/ 390 w 128"/>
                  <a:gd name="T7" fmla="*/ 132 h 33"/>
                  <a:gd name="T8" fmla="*/ 284 w 128"/>
                  <a:gd name="T9" fmla="*/ 120 h 33"/>
                  <a:gd name="T10" fmla="*/ 35 w 128"/>
                  <a:gd name="T11" fmla="*/ 88 h 33"/>
                  <a:gd name="T12" fmla="*/ 0 w 128"/>
                  <a:gd name="T13" fmla="*/ 63 h 33"/>
                  <a:gd name="T14" fmla="*/ 5 w 128"/>
                  <a:gd name="T15" fmla="*/ 26 h 33"/>
                  <a:gd name="T16" fmla="*/ 26 w 128"/>
                  <a:gd name="T17" fmla="*/ 0 h 33"/>
                  <a:gd name="T18" fmla="*/ 215 w 128"/>
                  <a:gd name="T19" fmla="*/ 29 h 33"/>
                  <a:gd name="T20" fmla="*/ 392 w 128"/>
                  <a:gd name="T21" fmla="*/ 47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3">
                    <a:moveTo>
                      <a:pt x="116" y="11"/>
                    </a:moveTo>
                    <a:cubicBezTo>
                      <a:pt x="127" y="12"/>
                      <a:pt x="128" y="15"/>
                      <a:pt x="128" y="18"/>
                    </a:cubicBezTo>
                    <a:cubicBezTo>
                      <a:pt x="127" y="28"/>
                      <a:pt x="127" y="28"/>
                      <a:pt x="127" y="28"/>
                    </a:cubicBezTo>
                    <a:cubicBezTo>
                      <a:pt x="127" y="31"/>
                      <a:pt x="125" y="33"/>
                      <a:pt x="115" y="32"/>
                    </a:cubicBezTo>
                    <a:cubicBezTo>
                      <a:pt x="114" y="32"/>
                      <a:pt x="108" y="31"/>
                      <a:pt x="84" y="29"/>
                    </a:cubicBezTo>
                    <a:cubicBezTo>
                      <a:pt x="59" y="27"/>
                      <a:pt x="11" y="22"/>
                      <a:pt x="10" y="21"/>
                    </a:cubicBezTo>
                    <a:cubicBezTo>
                      <a:pt x="1" y="21"/>
                      <a:pt x="0" y="18"/>
                      <a:pt x="0" y="1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0"/>
                      <a:pt x="5" y="0"/>
                      <a:pt x="7" y="0"/>
                    </a:cubicBezTo>
                    <a:cubicBezTo>
                      <a:pt x="8" y="0"/>
                      <a:pt x="40" y="5"/>
                      <a:pt x="63" y="7"/>
                    </a:cubicBezTo>
                    <a:cubicBezTo>
                      <a:pt x="85" y="9"/>
                      <a:pt x="115" y="11"/>
                      <a:pt x="116" y="1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8" name="Freeform 684">
                <a:extLst>
                  <a:ext uri="{FF2B5EF4-FFF2-40B4-BE49-F238E27FC236}">
                    <a16:creationId xmlns:a16="http://schemas.microsoft.com/office/drawing/2014/main" id="{D4717D85-551B-4754-B4D4-25C4F4F4C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329"/>
                <a:ext cx="39" cy="13"/>
              </a:xfrm>
              <a:custGeom>
                <a:avLst/>
                <a:gdLst>
                  <a:gd name="T0" fmla="*/ 5 w 26"/>
                  <a:gd name="T1" fmla="*/ 13 h 8"/>
                  <a:gd name="T2" fmla="*/ 45 w 26"/>
                  <a:gd name="T3" fmla="*/ 5 h 8"/>
                  <a:gd name="T4" fmla="*/ 86 w 26"/>
                  <a:gd name="T5" fmla="*/ 21 h 8"/>
                  <a:gd name="T6" fmla="*/ 45 w 26"/>
                  <a:gd name="T7" fmla="*/ 29 h 8"/>
                  <a:gd name="T8" fmla="*/ 5 w 26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8">
                    <a:moveTo>
                      <a:pt x="1" y="3"/>
                    </a:moveTo>
                    <a:cubicBezTo>
                      <a:pt x="1" y="1"/>
                      <a:pt x="6" y="0"/>
                      <a:pt x="13" y="1"/>
                    </a:cubicBezTo>
                    <a:cubicBezTo>
                      <a:pt x="20" y="1"/>
                      <a:pt x="26" y="3"/>
                      <a:pt x="25" y="5"/>
                    </a:cubicBezTo>
                    <a:cubicBezTo>
                      <a:pt x="25" y="7"/>
                      <a:pt x="19" y="8"/>
                      <a:pt x="13" y="7"/>
                    </a:cubicBezTo>
                    <a:cubicBezTo>
                      <a:pt x="6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9" name="Freeform 685">
                <a:extLst>
                  <a:ext uri="{FF2B5EF4-FFF2-40B4-BE49-F238E27FC236}">
                    <a16:creationId xmlns:a16="http://schemas.microsoft.com/office/drawing/2014/main" id="{3ECFF1C0-66F5-4674-8F08-8FAC2E86E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326"/>
                <a:ext cx="37" cy="13"/>
              </a:xfrm>
              <a:custGeom>
                <a:avLst/>
                <a:gdLst>
                  <a:gd name="T0" fmla="*/ 0 w 25"/>
                  <a:gd name="T1" fmla="*/ 13 h 8"/>
                  <a:gd name="T2" fmla="*/ 41 w 25"/>
                  <a:gd name="T3" fmla="*/ 0 h 8"/>
                  <a:gd name="T4" fmla="*/ 81 w 25"/>
                  <a:gd name="T5" fmla="*/ 21 h 8"/>
                  <a:gd name="T6" fmla="*/ 40 w 25"/>
                  <a:gd name="T7" fmla="*/ 29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6" y="0"/>
                      <a:pt x="13" y="0"/>
                    </a:cubicBezTo>
                    <a:cubicBezTo>
                      <a:pt x="20" y="1"/>
                      <a:pt x="25" y="3"/>
                      <a:pt x="25" y="5"/>
                    </a:cubicBezTo>
                    <a:cubicBezTo>
                      <a:pt x="25" y="7"/>
                      <a:pt x="19" y="8"/>
                      <a:pt x="12" y="7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0" name="Freeform 686">
                <a:extLst>
                  <a:ext uri="{FF2B5EF4-FFF2-40B4-BE49-F238E27FC236}">
                    <a16:creationId xmlns:a16="http://schemas.microsoft.com/office/drawing/2014/main" id="{6B2A121F-6255-49FE-9CD2-A14269221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310"/>
                <a:ext cx="81" cy="23"/>
              </a:xfrm>
              <a:custGeom>
                <a:avLst/>
                <a:gdLst>
                  <a:gd name="T0" fmla="*/ 5 w 54"/>
                  <a:gd name="T1" fmla="*/ 49 h 14"/>
                  <a:gd name="T2" fmla="*/ 12 w 54"/>
                  <a:gd name="T3" fmla="*/ 5 h 14"/>
                  <a:gd name="T4" fmla="*/ 54 w 54"/>
                  <a:gd name="T5" fmla="*/ 8 h 14"/>
                  <a:gd name="T6" fmla="*/ 122 w 54"/>
                  <a:gd name="T7" fmla="*/ 20 h 14"/>
                  <a:gd name="T8" fmla="*/ 153 w 54"/>
                  <a:gd name="T9" fmla="*/ 21 h 14"/>
                  <a:gd name="T10" fmla="*/ 183 w 54"/>
                  <a:gd name="T11" fmla="*/ 26 h 14"/>
                  <a:gd name="T12" fmla="*/ 54 w 54"/>
                  <a:gd name="T13" fmla="*/ 20 h 14"/>
                  <a:gd name="T14" fmla="*/ 18 w 54"/>
                  <a:gd name="T15" fmla="*/ 26 h 14"/>
                  <a:gd name="T16" fmla="*/ 5 w 54"/>
                  <a:gd name="T17" fmla="*/ 62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1" y="11"/>
                    </a:moveTo>
                    <a:cubicBezTo>
                      <a:pt x="1" y="9"/>
                      <a:pt x="0" y="3"/>
                      <a:pt x="3" y="1"/>
                    </a:cubicBezTo>
                    <a:cubicBezTo>
                      <a:pt x="5" y="0"/>
                      <a:pt x="12" y="2"/>
                      <a:pt x="16" y="2"/>
                    </a:cubicBezTo>
                    <a:cubicBezTo>
                      <a:pt x="23" y="3"/>
                      <a:pt x="29" y="3"/>
                      <a:pt x="36" y="4"/>
                    </a:cubicBezTo>
                    <a:cubicBezTo>
                      <a:pt x="39" y="4"/>
                      <a:pt x="42" y="5"/>
                      <a:pt x="45" y="5"/>
                    </a:cubicBezTo>
                    <a:cubicBezTo>
                      <a:pt x="48" y="5"/>
                      <a:pt x="51" y="5"/>
                      <a:pt x="54" y="6"/>
                    </a:cubicBezTo>
                    <a:cubicBezTo>
                      <a:pt x="42" y="7"/>
                      <a:pt x="28" y="4"/>
                      <a:pt x="16" y="4"/>
                    </a:cubicBezTo>
                    <a:cubicBezTo>
                      <a:pt x="11" y="4"/>
                      <a:pt x="7" y="4"/>
                      <a:pt x="5" y="6"/>
                    </a:cubicBezTo>
                    <a:cubicBezTo>
                      <a:pt x="3" y="9"/>
                      <a:pt x="2" y="11"/>
                      <a:pt x="1" y="1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1" name="Freeform 687">
                <a:extLst>
                  <a:ext uri="{FF2B5EF4-FFF2-40B4-BE49-F238E27FC236}">
                    <a16:creationId xmlns:a16="http://schemas.microsoft.com/office/drawing/2014/main" id="{508AF8A1-F69B-4FA4-A453-AE39A3D63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336"/>
                <a:ext cx="121" cy="22"/>
              </a:xfrm>
              <a:custGeom>
                <a:avLst/>
                <a:gdLst>
                  <a:gd name="T0" fmla="*/ 0 w 81"/>
                  <a:gd name="T1" fmla="*/ 20 h 14"/>
                  <a:gd name="T2" fmla="*/ 196 w 81"/>
                  <a:gd name="T3" fmla="*/ 42 h 14"/>
                  <a:gd name="T4" fmla="*/ 263 w 81"/>
                  <a:gd name="T5" fmla="*/ 42 h 14"/>
                  <a:gd name="T6" fmla="*/ 267 w 81"/>
                  <a:gd name="T7" fmla="*/ 0 h 14"/>
                  <a:gd name="T8" fmla="*/ 248 w 81"/>
                  <a:gd name="T9" fmla="*/ 35 h 14"/>
                  <a:gd name="T10" fmla="*/ 209 w 81"/>
                  <a:gd name="T11" fmla="*/ 35 h 14"/>
                  <a:gd name="T12" fmla="*/ 163 w 81"/>
                  <a:gd name="T13" fmla="*/ 31 h 14"/>
                  <a:gd name="T14" fmla="*/ 76 w 81"/>
                  <a:gd name="T15" fmla="*/ 22 h 14"/>
                  <a:gd name="T16" fmla="*/ 33 w 81"/>
                  <a:gd name="T17" fmla="*/ 20 h 14"/>
                  <a:gd name="T18" fmla="*/ 1 w 81"/>
                  <a:gd name="T19" fmla="*/ 2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4">
                    <a:moveTo>
                      <a:pt x="0" y="5"/>
                    </a:moveTo>
                    <a:cubicBezTo>
                      <a:pt x="20" y="7"/>
                      <a:pt x="39" y="8"/>
                      <a:pt x="59" y="11"/>
                    </a:cubicBezTo>
                    <a:cubicBezTo>
                      <a:pt x="64" y="11"/>
                      <a:pt x="75" y="14"/>
                      <a:pt x="79" y="11"/>
                    </a:cubicBezTo>
                    <a:cubicBezTo>
                      <a:pt x="81" y="9"/>
                      <a:pt x="80" y="2"/>
                      <a:pt x="80" y="0"/>
                    </a:cubicBezTo>
                    <a:cubicBezTo>
                      <a:pt x="79" y="3"/>
                      <a:pt x="79" y="8"/>
                      <a:pt x="74" y="9"/>
                    </a:cubicBezTo>
                    <a:cubicBezTo>
                      <a:pt x="71" y="10"/>
                      <a:pt x="66" y="9"/>
                      <a:pt x="63" y="9"/>
                    </a:cubicBezTo>
                    <a:cubicBezTo>
                      <a:pt x="58" y="9"/>
                      <a:pt x="54" y="8"/>
                      <a:pt x="49" y="8"/>
                    </a:cubicBezTo>
                    <a:cubicBezTo>
                      <a:pt x="41" y="7"/>
                      <a:pt x="32" y="6"/>
                      <a:pt x="23" y="6"/>
                    </a:cubicBezTo>
                    <a:cubicBezTo>
                      <a:pt x="19" y="6"/>
                      <a:pt x="15" y="6"/>
                      <a:pt x="10" y="5"/>
                    </a:cubicBezTo>
                    <a:cubicBezTo>
                      <a:pt x="7" y="5"/>
                      <a:pt x="4" y="5"/>
                      <a:pt x="1" y="5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2" name="Freeform 688">
                <a:extLst>
                  <a:ext uri="{FF2B5EF4-FFF2-40B4-BE49-F238E27FC236}">
                    <a16:creationId xmlns:a16="http://schemas.microsoft.com/office/drawing/2014/main" id="{E37395DD-C7DA-4987-8A0E-4661AB07F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328"/>
                <a:ext cx="31" cy="11"/>
              </a:xfrm>
              <a:custGeom>
                <a:avLst/>
                <a:gdLst>
                  <a:gd name="T0" fmla="*/ 47 w 21"/>
                  <a:gd name="T1" fmla="*/ 0 h 7"/>
                  <a:gd name="T2" fmla="*/ 61 w 21"/>
                  <a:gd name="T3" fmla="*/ 14 h 7"/>
                  <a:gd name="T4" fmla="*/ 19 w 21"/>
                  <a:gd name="T5" fmla="*/ 22 h 7"/>
                  <a:gd name="T6" fmla="*/ 0 w 21"/>
                  <a:gd name="T7" fmla="*/ 20 h 7"/>
                  <a:gd name="T8" fmla="*/ 27 w 21"/>
                  <a:gd name="T9" fmla="*/ 22 h 7"/>
                  <a:gd name="T10" fmla="*/ 68 w 21"/>
                  <a:gd name="T11" fmla="*/ 14 h 7"/>
                  <a:gd name="T12" fmla="*/ 47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7" y="1"/>
                      <a:pt x="19" y="2"/>
                      <a:pt x="19" y="4"/>
                    </a:cubicBezTo>
                    <a:cubicBezTo>
                      <a:pt x="19" y="5"/>
                      <a:pt x="13" y="6"/>
                      <a:pt x="6" y="6"/>
                    </a:cubicBezTo>
                    <a:cubicBezTo>
                      <a:pt x="4" y="6"/>
                      <a:pt x="2" y="5"/>
                      <a:pt x="0" y="5"/>
                    </a:cubicBezTo>
                    <a:cubicBezTo>
                      <a:pt x="2" y="6"/>
                      <a:pt x="5" y="6"/>
                      <a:pt x="8" y="6"/>
                    </a:cubicBezTo>
                    <a:cubicBezTo>
                      <a:pt x="15" y="7"/>
                      <a:pt x="21" y="6"/>
                      <a:pt x="21" y="4"/>
                    </a:cubicBezTo>
                    <a:cubicBezTo>
                      <a:pt x="21" y="3"/>
                      <a:pt x="19" y="1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3" name="Freeform 689">
                <a:extLst>
                  <a:ext uri="{FF2B5EF4-FFF2-40B4-BE49-F238E27FC236}">
                    <a16:creationId xmlns:a16="http://schemas.microsoft.com/office/drawing/2014/main" id="{4ED6481F-6E4F-400C-B65C-80FBDE1B3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328"/>
                <a:ext cx="28" cy="8"/>
              </a:xfrm>
              <a:custGeom>
                <a:avLst/>
                <a:gdLst>
                  <a:gd name="T0" fmla="*/ 6 w 19"/>
                  <a:gd name="T1" fmla="*/ 8 h 5"/>
                  <a:gd name="T2" fmla="*/ 41 w 19"/>
                  <a:gd name="T3" fmla="*/ 5 h 5"/>
                  <a:gd name="T4" fmla="*/ 60 w 19"/>
                  <a:gd name="T5" fmla="*/ 8 h 5"/>
                  <a:gd name="T6" fmla="*/ 35 w 19"/>
                  <a:gd name="T7" fmla="*/ 0 h 5"/>
                  <a:gd name="T8" fmla="*/ 0 w 19"/>
                  <a:gd name="T9" fmla="*/ 8 h 5"/>
                  <a:gd name="T10" fmla="*/ 13 w 19"/>
                  <a:gd name="T11" fmla="*/ 21 h 5"/>
                  <a:gd name="T12" fmla="*/ 6 w 19"/>
                  <a:gd name="T13" fmla="*/ 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2"/>
                    </a:moveTo>
                    <a:cubicBezTo>
                      <a:pt x="2" y="1"/>
                      <a:pt x="7" y="0"/>
                      <a:pt x="13" y="1"/>
                    </a:cubicBezTo>
                    <a:cubicBezTo>
                      <a:pt x="15" y="1"/>
                      <a:pt x="17" y="2"/>
                      <a:pt x="19" y="2"/>
                    </a:cubicBezTo>
                    <a:cubicBezTo>
                      <a:pt x="17" y="1"/>
                      <a:pt x="14" y="0"/>
                      <a:pt x="11" y="0"/>
                    </a:cubicBezTo>
                    <a:cubicBezTo>
                      <a:pt x="5" y="0"/>
                      <a:pt x="1" y="0"/>
                      <a:pt x="0" y="2"/>
                    </a:cubicBezTo>
                    <a:cubicBezTo>
                      <a:pt x="0" y="3"/>
                      <a:pt x="2" y="4"/>
                      <a:pt x="4" y="5"/>
                    </a:cubicBezTo>
                    <a:cubicBezTo>
                      <a:pt x="3" y="4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4" name="Freeform 690">
                <a:extLst>
                  <a:ext uri="{FF2B5EF4-FFF2-40B4-BE49-F238E27FC236}">
                    <a16:creationId xmlns:a16="http://schemas.microsoft.com/office/drawing/2014/main" id="{449BD696-6049-4F49-8892-9C792E02A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307"/>
                <a:ext cx="192" cy="53"/>
              </a:xfrm>
              <a:custGeom>
                <a:avLst/>
                <a:gdLst>
                  <a:gd name="T0" fmla="*/ 392 w 128"/>
                  <a:gd name="T1" fmla="*/ 47 h 33"/>
                  <a:gd name="T2" fmla="*/ 432 w 128"/>
                  <a:gd name="T3" fmla="*/ 75 h 33"/>
                  <a:gd name="T4" fmla="*/ 431 w 128"/>
                  <a:gd name="T5" fmla="*/ 116 h 33"/>
                  <a:gd name="T6" fmla="*/ 390 w 128"/>
                  <a:gd name="T7" fmla="*/ 132 h 33"/>
                  <a:gd name="T8" fmla="*/ 284 w 128"/>
                  <a:gd name="T9" fmla="*/ 120 h 33"/>
                  <a:gd name="T10" fmla="*/ 35 w 128"/>
                  <a:gd name="T11" fmla="*/ 88 h 33"/>
                  <a:gd name="T12" fmla="*/ 0 w 128"/>
                  <a:gd name="T13" fmla="*/ 63 h 33"/>
                  <a:gd name="T14" fmla="*/ 5 w 128"/>
                  <a:gd name="T15" fmla="*/ 26 h 33"/>
                  <a:gd name="T16" fmla="*/ 26 w 128"/>
                  <a:gd name="T17" fmla="*/ 0 h 33"/>
                  <a:gd name="T18" fmla="*/ 215 w 128"/>
                  <a:gd name="T19" fmla="*/ 29 h 33"/>
                  <a:gd name="T20" fmla="*/ 392 w 128"/>
                  <a:gd name="T21" fmla="*/ 47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3">
                    <a:moveTo>
                      <a:pt x="116" y="11"/>
                    </a:moveTo>
                    <a:cubicBezTo>
                      <a:pt x="127" y="12"/>
                      <a:pt x="128" y="15"/>
                      <a:pt x="128" y="18"/>
                    </a:cubicBezTo>
                    <a:cubicBezTo>
                      <a:pt x="127" y="28"/>
                      <a:pt x="127" y="28"/>
                      <a:pt x="127" y="28"/>
                    </a:cubicBezTo>
                    <a:cubicBezTo>
                      <a:pt x="127" y="31"/>
                      <a:pt x="125" y="33"/>
                      <a:pt x="115" y="32"/>
                    </a:cubicBezTo>
                    <a:cubicBezTo>
                      <a:pt x="114" y="32"/>
                      <a:pt x="108" y="31"/>
                      <a:pt x="84" y="29"/>
                    </a:cubicBezTo>
                    <a:cubicBezTo>
                      <a:pt x="59" y="27"/>
                      <a:pt x="11" y="22"/>
                      <a:pt x="10" y="21"/>
                    </a:cubicBezTo>
                    <a:cubicBezTo>
                      <a:pt x="1" y="21"/>
                      <a:pt x="0" y="18"/>
                      <a:pt x="0" y="1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0"/>
                      <a:pt x="5" y="0"/>
                      <a:pt x="7" y="0"/>
                    </a:cubicBezTo>
                    <a:cubicBezTo>
                      <a:pt x="8" y="0"/>
                      <a:pt x="40" y="5"/>
                      <a:pt x="63" y="7"/>
                    </a:cubicBezTo>
                    <a:cubicBezTo>
                      <a:pt x="85" y="9"/>
                      <a:pt x="115" y="11"/>
                      <a:pt x="1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5" name="Freeform 691">
                <a:extLst>
                  <a:ext uri="{FF2B5EF4-FFF2-40B4-BE49-F238E27FC236}">
                    <a16:creationId xmlns:a16="http://schemas.microsoft.com/office/drawing/2014/main" id="{03C45D65-3D0A-49A1-949D-5364D9708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200"/>
                <a:ext cx="130" cy="81"/>
              </a:xfrm>
              <a:custGeom>
                <a:avLst/>
                <a:gdLst>
                  <a:gd name="T0" fmla="*/ 257 w 87"/>
                  <a:gd name="T1" fmla="*/ 111 h 51"/>
                  <a:gd name="T2" fmla="*/ 130 w 87"/>
                  <a:gd name="T3" fmla="*/ 52 h 51"/>
                  <a:gd name="T4" fmla="*/ 22 w 87"/>
                  <a:gd name="T5" fmla="*/ 0 h 51"/>
                  <a:gd name="T6" fmla="*/ 0 w 87"/>
                  <a:gd name="T7" fmla="*/ 81 h 51"/>
                  <a:gd name="T8" fmla="*/ 67 w 87"/>
                  <a:gd name="T9" fmla="*/ 116 h 51"/>
                  <a:gd name="T10" fmla="*/ 248 w 87"/>
                  <a:gd name="T11" fmla="*/ 199 h 51"/>
                  <a:gd name="T12" fmla="*/ 275 w 87"/>
                  <a:gd name="T13" fmla="*/ 189 h 51"/>
                  <a:gd name="T14" fmla="*/ 288 w 87"/>
                  <a:gd name="T15" fmla="*/ 151 h 51"/>
                  <a:gd name="T16" fmla="*/ 257 w 87"/>
                  <a:gd name="T17" fmla="*/ 11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51">
                    <a:moveTo>
                      <a:pt x="77" y="28"/>
                    </a:moveTo>
                    <a:cubicBezTo>
                      <a:pt x="39" y="13"/>
                      <a:pt x="39" y="13"/>
                      <a:pt x="39" y="1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8" y="24"/>
                      <a:pt x="16" y="28"/>
                      <a:pt x="20" y="29"/>
                    </a:cubicBezTo>
                    <a:cubicBezTo>
                      <a:pt x="32" y="34"/>
                      <a:pt x="74" y="50"/>
                      <a:pt x="74" y="50"/>
                    </a:cubicBezTo>
                    <a:cubicBezTo>
                      <a:pt x="78" y="51"/>
                      <a:pt x="81" y="50"/>
                      <a:pt x="82" y="47"/>
                    </a:cubicBezTo>
                    <a:cubicBezTo>
                      <a:pt x="86" y="38"/>
                      <a:pt x="86" y="38"/>
                      <a:pt x="86" y="38"/>
                    </a:cubicBezTo>
                    <a:cubicBezTo>
                      <a:pt x="87" y="35"/>
                      <a:pt x="83" y="30"/>
                      <a:pt x="77" y="28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6" name="Freeform 692">
                <a:extLst>
                  <a:ext uri="{FF2B5EF4-FFF2-40B4-BE49-F238E27FC236}">
                    <a16:creationId xmlns:a16="http://schemas.microsoft.com/office/drawing/2014/main" id="{EF95B65F-2F59-4A5B-A8C4-EBDC9CCC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225"/>
                <a:ext cx="36" cy="21"/>
              </a:xfrm>
              <a:custGeom>
                <a:avLst/>
                <a:gdLst>
                  <a:gd name="T0" fmla="*/ 80 w 24"/>
                  <a:gd name="T1" fmla="*/ 50 h 13"/>
                  <a:gd name="T2" fmla="*/ 39 w 24"/>
                  <a:gd name="T3" fmla="*/ 42 h 13"/>
                  <a:gd name="T4" fmla="*/ 0 w 24"/>
                  <a:gd name="T5" fmla="*/ 8 h 13"/>
                  <a:gd name="T6" fmla="*/ 45 w 24"/>
                  <a:gd name="T7" fmla="*/ 16 h 13"/>
                  <a:gd name="T8" fmla="*/ 80 w 24"/>
                  <a:gd name="T9" fmla="*/ 5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23" y="12"/>
                    </a:moveTo>
                    <a:cubicBezTo>
                      <a:pt x="23" y="13"/>
                      <a:pt x="17" y="13"/>
                      <a:pt x="11" y="10"/>
                    </a:cubicBezTo>
                    <a:cubicBezTo>
                      <a:pt x="4" y="8"/>
                      <a:pt x="0" y="4"/>
                      <a:pt x="0" y="2"/>
                    </a:cubicBezTo>
                    <a:cubicBezTo>
                      <a:pt x="1" y="0"/>
                      <a:pt x="7" y="1"/>
                      <a:pt x="13" y="4"/>
                    </a:cubicBezTo>
                    <a:cubicBezTo>
                      <a:pt x="20" y="6"/>
                      <a:pt x="24" y="10"/>
                      <a:pt x="23" y="1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7" name="Freeform 693">
                <a:extLst>
                  <a:ext uri="{FF2B5EF4-FFF2-40B4-BE49-F238E27FC236}">
                    <a16:creationId xmlns:a16="http://schemas.microsoft.com/office/drawing/2014/main" id="{1AAF09E7-1B73-453F-99FB-4DE66E1D8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222"/>
                <a:ext cx="35" cy="21"/>
              </a:xfrm>
              <a:custGeom>
                <a:avLst/>
                <a:gdLst>
                  <a:gd name="T0" fmla="*/ 74 w 24"/>
                  <a:gd name="T1" fmla="*/ 47 h 13"/>
                  <a:gd name="T2" fmla="*/ 34 w 24"/>
                  <a:gd name="T3" fmla="*/ 39 h 13"/>
                  <a:gd name="T4" fmla="*/ 0 w 24"/>
                  <a:gd name="T5" fmla="*/ 5 h 13"/>
                  <a:gd name="T6" fmla="*/ 41 w 24"/>
                  <a:gd name="T7" fmla="*/ 13 h 13"/>
                  <a:gd name="T8" fmla="*/ 74 w 24"/>
                  <a:gd name="T9" fmla="*/ 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24" y="11"/>
                    </a:moveTo>
                    <a:cubicBezTo>
                      <a:pt x="23" y="13"/>
                      <a:pt x="17" y="12"/>
                      <a:pt x="11" y="9"/>
                    </a:cubicBezTo>
                    <a:cubicBezTo>
                      <a:pt x="4" y="7"/>
                      <a:pt x="0" y="3"/>
                      <a:pt x="0" y="1"/>
                    </a:cubicBezTo>
                    <a:cubicBezTo>
                      <a:pt x="1" y="0"/>
                      <a:pt x="7" y="0"/>
                      <a:pt x="13" y="3"/>
                    </a:cubicBezTo>
                    <a:cubicBezTo>
                      <a:pt x="20" y="5"/>
                      <a:pt x="24" y="9"/>
                      <a:pt x="24" y="1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8" name="Freeform 694">
                <a:extLst>
                  <a:ext uri="{FF2B5EF4-FFF2-40B4-BE49-F238E27FC236}">
                    <a16:creationId xmlns:a16="http://schemas.microsoft.com/office/drawing/2014/main" id="{D28A235A-B3C7-4EFC-B4CE-10EA61079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233"/>
                <a:ext cx="119" cy="44"/>
              </a:xfrm>
              <a:custGeom>
                <a:avLst/>
                <a:gdLst>
                  <a:gd name="T0" fmla="*/ 257 w 80"/>
                  <a:gd name="T1" fmla="*/ 83 h 27"/>
                  <a:gd name="T2" fmla="*/ 237 w 80"/>
                  <a:gd name="T3" fmla="*/ 117 h 27"/>
                  <a:gd name="T4" fmla="*/ 190 w 80"/>
                  <a:gd name="T5" fmla="*/ 96 h 27"/>
                  <a:gd name="T6" fmla="*/ 122 w 80"/>
                  <a:gd name="T7" fmla="*/ 60 h 27"/>
                  <a:gd name="T8" fmla="*/ 0 w 80"/>
                  <a:gd name="T9" fmla="*/ 0 h 27"/>
                  <a:gd name="T10" fmla="*/ 73 w 80"/>
                  <a:gd name="T11" fmla="*/ 34 h 27"/>
                  <a:gd name="T12" fmla="*/ 176 w 80"/>
                  <a:gd name="T13" fmla="*/ 77 h 27"/>
                  <a:gd name="T14" fmla="*/ 254 w 80"/>
                  <a:gd name="T15" fmla="*/ 54 h 27"/>
                  <a:gd name="T16" fmla="*/ 262 w 80"/>
                  <a:gd name="T17" fmla="*/ 7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27">
                    <a:moveTo>
                      <a:pt x="78" y="19"/>
                    </a:moveTo>
                    <a:cubicBezTo>
                      <a:pt x="77" y="22"/>
                      <a:pt x="78" y="27"/>
                      <a:pt x="72" y="27"/>
                    </a:cubicBezTo>
                    <a:cubicBezTo>
                      <a:pt x="68" y="27"/>
                      <a:pt x="62" y="24"/>
                      <a:pt x="58" y="22"/>
                    </a:cubicBezTo>
                    <a:cubicBezTo>
                      <a:pt x="49" y="19"/>
                      <a:pt x="45" y="18"/>
                      <a:pt x="37" y="14"/>
                    </a:cubicBezTo>
                    <a:cubicBezTo>
                      <a:pt x="23" y="10"/>
                      <a:pt x="12" y="7"/>
                      <a:pt x="0" y="0"/>
                    </a:cubicBezTo>
                    <a:cubicBezTo>
                      <a:pt x="9" y="4"/>
                      <a:pt x="13" y="5"/>
                      <a:pt x="22" y="8"/>
                    </a:cubicBezTo>
                    <a:cubicBezTo>
                      <a:pt x="33" y="12"/>
                      <a:pt x="42" y="15"/>
                      <a:pt x="53" y="18"/>
                    </a:cubicBezTo>
                    <a:cubicBezTo>
                      <a:pt x="63" y="22"/>
                      <a:pt x="79" y="22"/>
                      <a:pt x="77" y="12"/>
                    </a:cubicBezTo>
                    <a:cubicBezTo>
                      <a:pt x="80" y="14"/>
                      <a:pt x="78" y="16"/>
                      <a:pt x="79" y="18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9" name="Freeform 695">
                <a:extLst>
                  <a:ext uri="{FF2B5EF4-FFF2-40B4-BE49-F238E27FC236}">
                    <a16:creationId xmlns:a16="http://schemas.microsoft.com/office/drawing/2014/main" id="{DEE03DC1-3F20-4F14-82B9-F853C75B9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232"/>
                <a:ext cx="30" cy="11"/>
              </a:xfrm>
              <a:custGeom>
                <a:avLst/>
                <a:gdLst>
                  <a:gd name="T0" fmla="*/ 53 w 20"/>
                  <a:gd name="T1" fmla="*/ 0 h 7"/>
                  <a:gd name="T2" fmla="*/ 62 w 20"/>
                  <a:gd name="T3" fmla="*/ 14 h 7"/>
                  <a:gd name="T4" fmla="*/ 18 w 20"/>
                  <a:gd name="T5" fmla="*/ 8 h 7"/>
                  <a:gd name="T6" fmla="*/ 0 w 20"/>
                  <a:gd name="T7" fmla="*/ 0 h 7"/>
                  <a:gd name="T8" fmla="*/ 26 w 20"/>
                  <a:gd name="T9" fmla="*/ 13 h 7"/>
                  <a:gd name="T10" fmla="*/ 68 w 20"/>
                  <a:gd name="T11" fmla="*/ 20 h 7"/>
                  <a:gd name="T12" fmla="*/ 53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5" y="0"/>
                    </a:moveTo>
                    <a:cubicBezTo>
                      <a:pt x="17" y="1"/>
                      <a:pt x="18" y="3"/>
                      <a:pt x="18" y="4"/>
                    </a:cubicBezTo>
                    <a:cubicBezTo>
                      <a:pt x="17" y="5"/>
                      <a:pt x="11" y="5"/>
                      <a:pt x="5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1" y="1"/>
                      <a:pt x="4" y="2"/>
                      <a:pt x="7" y="3"/>
                    </a:cubicBezTo>
                    <a:cubicBezTo>
                      <a:pt x="13" y="6"/>
                      <a:pt x="19" y="7"/>
                      <a:pt x="20" y="5"/>
                    </a:cubicBezTo>
                    <a:cubicBezTo>
                      <a:pt x="20" y="4"/>
                      <a:pt x="18" y="2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0" name="Freeform 696">
                <a:extLst>
                  <a:ext uri="{FF2B5EF4-FFF2-40B4-BE49-F238E27FC236}">
                    <a16:creationId xmlns:a16="http://schemas.microsoft.com/office/drawing/2014/main" id="{42EE7BC7-38A7-4E6C-B44E-FF8241451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224"/>
                <a:ext cx="29" cy="11"/>
              </a:xfrm>
              <a:custGeom>
                <a:avLst/>
                <a:gdLst>
                  <a:gd name="T0" fmla="*/ 8 w 19"/>
                  <a:gd name="T1" fmla="*/ 8 h 7"/>
                  <a:gd name="T2" fmla="*/ 47 w 19"/>
                  <a:gd name="T3" fmla="*/ 14 h 7"/>
                  <a:gd name="T4" fmla="*/ 67 w 19"/>
                  <a:gd name="T5" fmla="*/ 27 h 7"/>
                  <a:gd name="T6" fmla="*/ 40 w 19"/>
                  <a:gd name="T7" fmla="*/ 8 h 7"/>
                  <a:gd name="T8" fmla="*/ 5 w 19"/>
                  <a:gd name="T9" fmla="*/ 5 h 7"/>
                  <a:gd name="T10" fmla="*/ 14 w 19"/>
                  <a:gd name="T11" fmla="*/ 20 h 7"/>
                  <a:gd name="T12" fmla="*/ 8 w 19"/>
                  <a:gd name="T13" fmla="*/ 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">
                    <a:moveTo>
                      <a:pt x="2" y="2"/>
                    </a:moveTo>
                    <a:cubicBezTo>
                      <a:pt x="3" y="1"/>
                      <a:pt x="8" y="2"/>
                      <a:pt x="13" y="4"/>
                    </a:cubicBezTo>
                    <a:cubicBezTo>
                      <a:pt x="15" y="4"/>
                      <a:pt x="17" y="6"/>
                      <a:pt x="19" y="7"/>
                    </a:cubicBezTo>
                    <a:cubicBezTo>
                      <a:pt x="17" y="5"/>
                      <a:pt x="14" y="4"/>
                      <a:pt x="11" y="2"/>
                    </a:cubicBezTo>
                    <a:cubicBezTo>
                      <a:pt x="6" y="0"/>
                      <a:pt x="1" y="0"/>
                      <a:pt x="1" y="1"/>
                    </a:cubicBezTo>
                    <a:cubicBezTo>
                      <a:pt x="0" y="2"/>
                      <a:pt x="2" y="4"/>
                      <a:pt x="4" y="5"/>
                    </a:cubicBezTo>
                    <a:cubicBezTo>
                      <a:pt x="3" y="4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1" name="Freeform 697">
                <a:extLst>
                  <a:ext uri="{FF2B5EF4-FFF2-40B4-BE49-F238E27FC236}">
                    <a16:creationId xmlns:a16="http://schemas.microsoft.com/office/drawing/2014/main" id="{91D814C9-51B1-411C-8795-00CA3C4C9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200"/>
                <a:ext cx="130" cy="81"/>
              </a:xfrm>
              <a:custGeom>
                <a:avLst/>
                <a:gdLst>
                  <a:gd name="T0" fmla="*/ 257 w 87"/>
                  <a:gd name="T1" fmla="*/ 111 h 51"/>
                  <a:gd name="T2" fmla="*/ 130 w 87"/>
                  <a:gd name="T3" fmla="*/ 52 h 51"/>
                  <a:gd name="T4" fmla="*/ 22 w 87"/>
                  <a:gd name="T5" fmla="*/ 0 h 51"/>
                  <a:gd name="T6" fmla="*/ 0 w 87"/>
                  <a:gd name="T7" fmla="*/ 81 h 51"/>
                  <a:gd name="T8" fmla="*/ 67 w 87"/>
                  <a:gd name="T9" fmla="*/ 116 h 51"/>
                  <a:gd name="T10" fmla="*/ 248 w 87"/>
                  <a:gd name="T11" fmla="*/ 199 h 51"/>
                  <a:gd name="T12" fmla="*/ 275 w 87"/>
                  <a:gd name="T13" fmla="*/ 189 h 51"/>
                  <a:gd name="T14" fmla="*/ 288 w 87"/>
                  <a:gd name="T15" fmla="*/ 151 h 51"/>
                  <a:gd name="T16" fmla="*/ 257 w 87"/>
                  <a:gd name="T17" fmla="*/ 11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51">
                    <a:moveTo>
                      <a:pt x="77" y="28"/>
                    </a:moveTo>
                    <a:cubicBezTo>
                      <a:pt x="39" y="13"/>
                      <a:pt x="39" y="13"/>
                      <a:pt x="39" y="1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8" y="24"/>
                      <a:pt x="16" y="28"/>
                      <a:pt x="20" y="29"/>
                    </a:cubicBezTo>
                    <a:cubicBezTo>
                      <a:pt x="32" y="34"/>
                      <a:pt x="74" y="50"/>
                      <a:pt x="74" y="50"/>
                    </a:cubicBezTo>
                    <a:cubicBezTo>
                      <a:pt x="78" y="51"/>
                      <a:pt x="81" y="50"/>
                      <a:pt x="82" y="47"/>
                    </a:cubicBezTo>
                    <a:cubicBezTo>
                      <a:pt x="86" y="38"/>
                      <a:pt x="86" y="38"/>
                      <a:pt x="86" y="38"/>
                    </a:cubicBezTo>
                    <a:cubicBezTo>
                      <a:pt x="87" y="35"/>
                      <a:pt x="83" y="30"/>
                      <a:pt x="77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2" name="Freeform 698">
                <a:extLst>
                  <a:ext uri="{FF2B5EF4-FFF2-40B4-BE49-F238E27FC236}">
                    <a16:creationId xmlns:a16="http://schemas.microsoft.com/office/drawing/2014/main" id="{F522AE05-711D-4196-AAA1-906F34A89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254"/>
                <a:ext cx="192" cy="80"/>
              </a:xfrm>
              <a:custGeom>
                <a:avLst/>
                <a:gdLst>
                  <a:gd name="T0" fmla="*/ 21 w 128"/>
                  <a:gd name="T1" fmla="*/ 90 h 50"/>
                  <a:gd name="T2" fmla="*/ 21 w 128"/>
                  <a:gd name="T3" fmla="*/ 90 h 50"/>
                  <a:gd name="T4" fmla="*/ 5 w 128"/>
                  <a:gd name="T5" fmla="*/ 61 h 50"/>
                  <a:gd name="T6" fmla="*/ 14 w 128"/>
                  <a:gd name="T7" fmla="*/ 21 h 50"/>
                  <a:gd name="T8" fmla="*/ 72 w 128"/>
                  <a:gd name="T9" fmla="*/ 13 h 50"/>
                  <a:gd name="T10" fmla="*/ 264 w 128"/>
                  <a:gd name="T11" fmla="*/ 74 h 50"/>
                  <a:gd name="T12" fmla="*/ 399 w 128"/>
                  <a:gd name="T13" fmla="*/ 110 h 50"/>
                  <a:gd name="T14" fmla="*/ 432 w 128"/>
                  <a:gd name="T15" fmla="*/ 144 h 50"/>
                  <a:gd name="T16" fmla="*/ 423 w 128"/>
                  <a:gd name="T17" fmla="*/ 179 h 50"/>
                  <a:gd name="T18" fmla="*/ 399 w 128"/>
                  <a:gd name="T19" fmla="*/ 200 h 50"/>
                  <a:gd name="T20" fmla="*/ 210 w 128"/>
                  <a:gd name="T21" fmla="*/ 150 h 50"/>
                  <a:gd name="T22" fmla="*/ 21 w 128"/>
                  <a:gd name="T23" fmla="*/ 90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50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3" y="21"/>
                      <a:pt x="0" y="20"/>
                      <a:pt x="1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2"/>
                      <a:pt x="5" y="0"/>
                      <a:pt x="21" y="3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118" y="27"/>
                      <a:pt x="118" y="27"/>
                      <a:pt x="118" y="27"/>
                    </a:cubicBezTo>
                    <a:cubicBezTo>
                      <a:pt x="124" y="28"/>
                      <a:pt x="128" y="32"/>
                      <a:pt x="128" y="35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4" y="48"/>
                      <a:pt x="122" y="50"/>
                      <a:pt x="118" y="49"/>
                    </a:cubicBezTo>
                    <a:cubicBezTo>
                      <a:pt x="117" y="49"/>
                      <a:pt x="74" y="40"/>
                      <a:pt x="62" y="37"/>
                    </a:cubicBezTo>
                    <a:cubicBezTo>
                      <a:pt x="49" y="34"/>
                      <a:pt x="7" y="22"/>
                      <a:pt x="6" y="2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3" name="Freeform 699">
                <a:extLst>
                  <a:ext uri="{FF2B5EF4-FFF2-40B4-BE49-F238E27FC236}">
                    <a16:creationId xmlns:a16="http://schemas.microsoft.com/office/drawing/2014/main" id="{FC9C49CF-4BB4-4893-B6CB-2ECEBFDD4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293"/>
                <a:ext cx="39" cy="16"/>
              </a:xfrm>
              <a:custGeom>
                <a:avLst/>
                <a:gdLst>
                  <a:gd name="T0" fmla="*/ 86 w 26"/>
                  <a:gd name="T1" fmla="*/ 34 h 10"/>
                  <a:gd name="T2" fmla="*/ 41 w 26"/>
                  <a:gd name="T3" fmla="*/ 34 h 10"/>
                  <a:gd name="T4" fmla="*/ 5 w 26"/>
                  <a:gd name="T5" fmla="*/ 8 h 10"/>
                  <a:gd name="T6" fmla="*/ 48 w 26"/>
                  <a:gd name="T7" fmla="*/ 5 h 10"/>
                  <a:gd name="T8" fmla="*/ 86 w 26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0">
                    <a:moveTo>
                      <a:pt x="25" y="8"/>
                    </a:moveTo>
                    <a:cubicBezTo>
                      <a:pt x="25" y="10"/>
                      <a:pt x="19" y="10"/>
                      <a:pt x="12" y="8"/>
                    </a:cubicBezTo>
                    <a:cubicBezTo>
                      <a:pt x="6" y="7"/>
                      <a:pt x="0" y="4"/>
                      <a:pt x="1" y="2"/>
                    </a:cubicBezTo>
                    <a:cubicBezTo>
                      <a:pt x="1" y="0"/>
                      <a:pt x="7" y="0"/>
                      <a:pt x="14" y="1"/>
                    </a:cubicBezTo>
                    <a:cubicBezTo>
                      <a:pt x="21" y="3"/>
                      <a:pt x="26" y="6"/>
                      <a:pt x="25" y="8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4" name="Freeform 700">
                <a:extLst>
                  <a:ext uri="{FF2B5EF4-FFF2-40B4-BE49-F238E27FC236}">
                    <a16:creationId xmlns:a16="http://schemas.microsoft.com/office/drawing/2014/main" id="{AF657435-CFB3-4DBE-B669-F7F378AF7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288"/>
                <a:ext cx="37" cy="16"/>
              </a:xfrm>
              <a:custGeom>
                <a:avLst/>
                <a:gdLst>
                  <a:gd name="T0" fmla="*/ 81 w 25"/>
                  <a:gd name="T1" fmla="*/ 34 h 10"/>
                  <a:gd name="T2" fmla="*/ 40 w 25"/>
                  <a:gd name="T3" fmla="*/ 35 h 10"/>
                  <a:gd name="T4" fmla="*/ 1 w 25"/>
                  <a:gd name="T5" fmla="*/ 13 h 10"/>
                  <a:gd name="T6" fmla="*/ 46 w 25"/>
                  <a:gd name="T7" fmla="*/ 8 h 10"/>
                  <a:gd name="T8" fmla="*/ 81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5" y="8"/>
                    </a:moveTo>
                    <a:cubicBezTo>
                      <a:pt x="24" y="10"/>
                      <a:pt x="19" y="10"/>
                      <a:pt x="12" y="9"/>
                    </a:cubicBezTo>
                    <a:cubicBezTo>
                      <a:pt x="5" y="7"/>
                      <a:pt x="0" y="4"/>
                      <a:pt x="1" y="3"/>
                    </a:cubicBezTo>
                    <a:cubicBezTo>
                      <a:pt x="1" y="1"/>
                      <a:pt x="7" y="0"/>
                      <a:pt x="14" y="2"/>
                    </a:cubicBezTo>
                    <a:cubicBezTo>
                      <a:pt x="20" y="4"/>
                      <a:pt x="25" y="6"/>
                      <a:pt x="25" y="8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5" name="Freeform 701">
                <a:extLst>
                  <a:ext uri="{FF2B5EF4-FFF2-40B4-BE49-F238E27FC236}">
                    <a16:creationId xmlns:a16="http://schemas.microsoft.com/office/drawing/2014/main" id="{95E84D6F-7F04-4633-8BD5-F4A431DC2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259"/>
                <a:ext cx="80" cy="21"/>
              </a:xfrm>
              <a:custGeom>
                <a:avLst/>
                <a:gdLst>
                  <a:gd name="T0" fmla="*/ 0 w 53"/>
                  <a:gd name="T1" fmla="*/ 42 h 13"/>
                  <a:gd name="T2" fmla="*/ 14 w 53"/>
                  <a:gd name="T3" fmla="*/ 8 h 13"/>
                  <a:gd name="T4" fmla="*/ 54 w 53"/>
                  <a:gd name="T5" fmla="*/ 13 h 13"/>
                  <a:gd name="T6" fmla="*/ 124 w 53"/>
                  <a:gd name="T7" fmla="*/ 34 h 13"/>
                  <a:gd name="T8" fmla="*/ 155 w 53"/>
                  <a:gd name="T9" fmla="*/ 42 h 13"/>
                  <a:gd name="T10" fmla="*/ 183 w 53"/>
                  <a:gd name="T11" fmla="*/ 50 h 13"/>
                  <a:gd name="T12" fmla="*/ 53 w 53"/>
                  <a:gd name="T13" fmla="*/ 21 h 13"/>
                  <a:gd name="T14" fmla="*/ 14 w 53"/>
                  <a:gd name="T15" fmla="*/ 26 h 13"/>
                  <a:gd name="T16" fmla="*/ 0 w 53"/>
                  <a:gd name="T17" fmla="*/ 55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3">
                    <a:moveTo>
                      <a:pt x="0" y="10"/>
                    </a:moveTo>
                    <a:cubicBezTo>
                      <a:pt x="0" y="8"/>
                      <a:pt x="1" y="3"/>
                      <a:pt x="4" y="2"/>
                    </a:cubicBezTo>
                    <a:cubicBezTo>
                      <a:pt x="7" y="0"/>
                      <a:pt x="13" y="2"/>
                      <a:pt x="16" y="3"/>
                    </a:cubicBezTo>
                    <a:cubicBezTo>
                      <a:pt x="23" y="5"/>
                      <a:pt x="29" y="6"/>
                      <a:pt x="36" y="8"/>
                    </a:cubicBezTo>
                    <a:cubicBezTo>
                      <a:pt x="39" y="8"/>
                      <a:pt x="42" y="9"/>
                      <a:pt x="45" y="10"/>
                    </a:cubicBezTo>
                    <a:cubicBezTo>
                      <a:pt x="47" y="11"/>
                      <a:pt x="51" y="11"/>
                      <a:pt x="53" y="12"/>
                    </a:cubicBezTo>
                    <a:cubicBezTo>
                      <a:pt x="41" y="12"/>
                      <a:pt x="28" y="7"/>
                      <a:pt x="15" y="5"/>
                    </a:cubicBezTo>
                    <a:cubicBezTo>
                      <a:pt x="11" y="4"/>
                      <a:pt x="7" y="4"/>
                      <a:pt x="4" y="6"/>
                    </a:cubicBezTo>
                    <a:cubicBezTo>
                      <a:pt x="2" y="8"/>
                      <a:pt x="1" y="10"/>
                      <a:pt x="0" y="13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6" name="Freeform 702">
                <a:extLst>
                  <a:ext uri="{FF2B5EF4-FFF2-40B4-BE49-F238E27FC236}">
                    <a16:creationId xmlns:a16="http://schemas.microsoft.com/office/drawing/2014/main" id="{F85C0A36-5C0D-4DA7-AAF7-FE6BFC7C6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301"/>
                <a:ext cx="136" cy="30"/>
              </a:xfrm>
              <a:custGeom>
                <a:avLst/>
                <a:gdLst>
                  <a:gd name="T0" fmla="*/ 297 w 91"/>
                  <a:gd name="T1" fmla="*/ 33 h 19"/>
                  <a:gd name="T2" fmla="*/ 284 w 91"/>
                  <a:gd name="T3" fmla="*/ 69 h 19"/>
                  <a:gd name="T4" fmla="*/ 230 w 91"/>
                  <a:gd name="T5" fmla="*/ 60 h 19"/>
                  <a:gd name="T6" fmla="*/ 157 w 91"/>
                  <a:gd name="T7" fmla="*/ 43 h 19"/>
                  <a:gd name="T8" fmla="*/ 0 w 91"/>
                  <a:gd name="T9" fmla="*/ 0 h 19"/>
                  <a:gd name="T10" fmla="*/ 108 w 91"/>
                  <a:gd name="T11" fmla="*/ 27 h 19"/>
                  <a:gd name="T12" fmla="*/ 217 w 91"/>
                  <a:gd name="T13" fmla="*/ 47 h 19"/>
                  <a:gd name="T14" fmla="*/ 290 w 91"/>
                  <a:gd name="T15" fmla="*/ 8 h 19"/>
                  <a:gd name="T16" fmla="*/ 302 w 91"/>
                  <a:gd name="T17" fmla="*/ 27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19">
                    <a:moveTo>
                      <a:pt x="89" y="8"/>
                    </a:moveTo>
                    <a:cubicBezTo>
                      <a:pt x="89" y="12"/>
                      <a:pt x="90" y="17"/>
                      <a:pt x="85" y="18"/>
                    </a:cubicBezTo>
                    <a:cubicBezTo>
                      <a:pt x="81" y="19"/>
                      <a:pt x="74" y="16"/>
                      <a:pt x="69" y="15"/>
                    </a:cubicBezTo>
                    <a:cubicBezTo>
                      <a:pt x="60" y="13"/>
                      <a:pt x="57" y="12"/>
                      <a:pt x="47" y="11"/>
                    </a:cubicBezTo>
                    <a:cubicBezTo>
                      <a:pt x="34" y="8"/>
                      <a:pt x="14" y="4"/>
                      <a:pt x="0" y="0"/>
                    </a:cubicBezTo>
                    <a:cubicBezTo>
                      <a:pt x="10" y="2"/>
                      <a:pt x="22" y="5"/>
                      <a:pt x="32" y="7"/>
                    </a:cubicBezTo>
                    <a:cubicBezTo>
                      <a:pt x="43" y="9"/>
                      <a:pt x="53" y="10"/>
                      <a:pt x="65" y="12"/>
                    </a:cubicBezTo>
                    <a:cubicBezTo>
                      <a:pt x="75" y="14"/>
                      <a:pt x="91" y="12"/>
                      <a:pt x="87" y="2"/>
                    </a:cubicBezTo>
                    <a:cubicBezTo>
                      <a:pt x="90" y="4"/>
                      <a:pt x="89" y="6"/>
                      <a:pt x="90" y="7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7" name="Freeform 703">
                <a:extLst>
                  <a:ext uri="{FF2B5EF4-FFF2-40B4-BE49-F238E27FC236}">
                    <a16:creationId xmlns:a16="http://schemas.microsoft.com/office/drawing/2014/main" id="{7F94971C-AFAB-4881-AC22-B8B345687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294"/>
                <a:ext cx="31" cy="10"/>
              </a:xfrm>
              <a:custGeom>
                <a:avLst/>
                <a:gdLst>
                  <a:gd name="T0" fmla="*/ 47 w 21"/>
                  <a:gd name="T1" fmla="*/ 0 h 6"/>
                  <a:gd name="T2" fmla="*/ 61 w 21"/>
                  <a:gd name="T3" fmla="*/ 13 h 6"/>
                  <a:gd name="T4" fmla="*/ 19 w 21"/>
                  <a:gd name="T5" fmla="*/ 20 h 6"/>
                  <a:gd name="T6" fmla="*/ 0 w 21"/>
                  <a:gd name="T7" fmla="*/ 8 h 6"/>
                  <a:gd name="T8" fmla="*/ 27 w 21"/>
                  <a:gd name="T9" fmla="*/ 22 h 6"/>
                  <a:gd name="T10" fmla="*/ 68 w 21"/>
                  <a:gd name="T11" fmla="*/ 20 h 6"/>
                  <a:gd name="T12" fmla="*/ 47 w 21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6">
                    <a:moveTo>
                      <a:pt x="15" y="0"/>
                    </a:moveTo>
                    <a:cubicBezTo>
                      <a:pt x="18" y="1"/>
                      <a:pt x="19" y="2"/>
                      <a:pt x="19" y="3"/>
                    </a:cubicBezTo>
                    <a:cubicBezTo>
                      <a:pt x="18" y="5"/>
                      <a:pt x="13" y="6"/>
                      <a:pt x="6" y="4"/>
                    </a:cubicBezTo>
                    <a:cubicBezTo>
                      <a:pt x="4" y="3"/>
                      <a:pt x="2" y="3"/>
                      <a:pt x="0" y="2"/>
                    </a:cubicBezTo>
                    <a:cubicBezTo>
                      <a:pt x="2" y="3"/>
                      <a:pt x="5" y="4"/>
                      <a:pt x="8" y="5"/>
                    </a:cubicBezTo>
                    <a:cubicBezTo>
                      <a:pt x="15" y="6"/>
                      <a:pt x="20" y="6"/>
                      <a:pt x="21" y="4"/>
                    </a:cubicBezTo>
                    <a:cubicBezTo>
                      <a:pt x="21" y="3"/>
                      <a:pt x="19" y="1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8" name="Freeform 704">
                <a:extLst>
                  <a:ext uri="{FF2B5EF4-FFF2-40B4-BE49-F238E27FC236}">
                    <a16:creationId xmlns:a16="http://schemas.microsoft.com/office/drawing/2014/main" id="{5723E31C-0ACD-4973-9510-3478F0879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289"/>
                <a:ext cx="27" cy="8"/>
              </a:xfrm>
              <a:custGeom>
                <a:avLst/>
                <a:gdLst>
                  <a:gd name="T0" fmla="*/ 5 w 18"/>
                  <a:gd name="T1" fmla="*/ 13 h 5"/>
                  <a:gd name="T2" fmla="*/ 41 w 18"/>
                  <a:gd name="T3" fmla="*/ 13 h 5"/>
                  <a:gd name="T4" fmla="*/ 62 w 18"/>
                  <a:gd name="T5" fmla="*/ 21 h 5"/>
                  <a:gd name="T6" fmla="*/ 35 w 18"/>
                  <a:gd name="T7" fmla="*/ 8 h 5"/>
                  <a:gd name="T8" fmla="*/ 0 w 18"/>
                  <a:gd name="T9" fmla="*/ 8 h 5"/>
                  <a:gd name="T10" fmla="*/ 12 w 18"/>
                  <a:gd name="T11" fmla="*/ 21 h 5"/>
                  <a:gd name="T12" fmla="*/ 5 w 18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2" y="1"/>
                      <a:pt x="7" y="1"/>
                      <a:pt x="12" y="3"/>
                    </a:cubicBezTo>
                    <a:cubicBezTo>
                      <a:pt x="14" y="3"/>
                      <a:pt x="17" y="4"/>
                      <a:pt x="18" y="5"/>
                    </a:cubicBezTo>
                    <a:cubicBezTo>
                      <a:pt x="17" y="4"/>
                      <a:pt x="14" y="2"/>
                      <a:pt x="10" y="2"/>
                    </a:cubicBezTo>
                    <a:cubicBezTo>
                      <a:pt x="5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3" y="5"/>
                    </a:cubicBezTo>
                    <a:cubicBezTo>
                      <a:pt x="3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9" name="Freeform 705">
                <a:extLst>
                  <a:ext uri="{FF2B5EF4-FFF2-40B4-BE49-F238E27FC236}">
                    <a16:creationId xmlns:a16="http://schemas.microsoft.com/office/drawing/2014/main" id="{C1C07841-50F5-4538-A88D-835340F95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254"/>
                <a:ext cx="192" cy="80"/>
              </a:xfrm>
              <a:custGeom>
                <a:avLst/>
                <a:gdLst>
                  <a:gd name="T0" fmla="*/ 21 w 128"/>
                  <a:gd name="T1" fmla="*/ 90 h 50"/>
                  <a:gd name="T2" fmla="*/ 21 w 128"/>
                  <a:gd name="T3" fmla="*/ 90 h 50"/>
                  <a:gd name="T4" fmla="*/ 5 w 128"/>
                  <a:gd name="T5" fmla="*/ 61 h 50"/>
                  <a:gd name="T6" fmla="*/ 14 w 128"/>
                  <a:gd name="T7" fmla="*/ 21 h 50"/>
                  <a:gd name="T8" fmla="*/ 72 w 128"/>
                  <a:gd name="T9" fmla="*/ 13 h 50"/>
                  <a:gd name="T10" fmla="*/ 264 w 128"/>
                  <a:gd name="T11" fmla="*/ 74 h 50"/>
                  <a:gd name="T12" fmla="*/ 399 w 128"/>
                  <a:gd name="T13" fmla="*/ 110 h 50"/>
                  <a:gd name="T14" fmla="*/ 432 w 128"/>
                  <a:gd name="T15" fmla="*/ 144 h 50"/>
                  <a:gd name="T16" fmla="*/ 423 w 128"/>
                  <a:gd name="T17" fmla="*/ 179 h 50"/>
                  <a:gd name="T18" fmla="*/ 399 w 128"/>
                  <a:gd name="T19" fmla="*/ 200 h 50"/>
                  <a:gd name="T20" fmla="*/ 210 w 128"/>
                  <a:gd name="T21" fmla="*/ 150 h 50"/>
                  <a:gd name="T22" fmla="*/ 21 w 128"/>
                  <a:gd name="T23" fmla="*/ 90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50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3" y="21"/>
                      <a:pt x="0" y="20"/>
                      <a:pt x="1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2"/>
                      <a:pt x="5" y="0"/>
                      <a:pt x="21" y="3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118" y="27"/>
                      <a:pt x="118" y="27"/>
                      <a:pt x="118" y="27"/>
                    </a:cubicBezTo>
                    <a:cubicBezTo>
                      <a:pt x="124" y="28"/>
                      <a:pt x="128" y="32"/>
                      <a:pt x="128" y="35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4" y="48"/>
                      <a:pt x="122" y="50"/>
                      <a:pt x="118" y="49"/>
                    </a:cubicBezTo>
                    <a:cubicBezTo>
                      <a:pt x="117" y="49"/>
                      <a:pt x="74" y="40"/>
                      <a:pt x="62" y="37"/>
                    </a:cubicBezTo>
                    <a:cubicBezTo>
                      <a:pt x="49" y="34"/>
                      <a:pt x="7" y="22"/>
                      <a:pt x="6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0" name="Freeform 706">
                <a:extLst>
                  <a:ext uri="{FF2B5EF4-FFF2-40B4-BE49-F238E27FC236}">
                    <a16:creationId xmlns:a16="http://schemas.microsoft.com/office/drawing/2014/main" id="{5E14DA5F-0FB4-4884-8C17-13DE66445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315"/>
                <a:ext cx="192" cy="61"/>
              </a:xfrm>
              <a:custGeom>
                <a:avLst/>
                <a:gdLst>
                  <a:gd name="T0" fmla="*/ 41 w 128"/>
                  <a:gd name="T1" fmla="*/ 67 h 38"/>
                  <a:gd name="T2" fmla="*/ 291 w 128"/>
                  <a:gd name="T3" fmla="*/ 21 h 38"/>
                  <a:gd name="T4" fmla="*/ 386 w 128"/>
                  <a:gd name="T5" fmla="*/ 5 h 38"/>
                  <a:gd name="T6" fmla="*/ 426 w 128"/>
                  <a:gd name="T7" fmla="*/ 16 h 38"/>
                  <a:gd name="T8" fmla="*/ 432 w 128"/>
                  <a:gd name="T9" fmla="*/ 63 h 38"/>
                  <a:gd name="T10" fmla="*/ 410 w 128"/>
                  <a:gd name="T11" fmla="*/ 88 h 38"/>
                  <a:gd name="T12" fmla="*/ 174 w 128"/>
                  <a:gd name="T13" fmla="*/ 124 h 38"/>
                  <a:gd name="T14" fmla="*/ 41 w 128"/>
                  <a:gd name="T15" fmla="*/ 153 h 38"/>
                  <a:gd name="T16" fmla="*/ 8 w 128"/>
                  <a:gd name="T17" fmla="*/ 132 h 38"/>
                  <a:gd name="T18" fmla="*/ 0 w 128"/>
                  <a:gd name="T19" fmla="*/ 95 h 38"/>
                  <a:gd name="T20" fmla="*/ 8 w 128"/>
                  <a:gd name="T21" fmla="*/ 80 h 38"/>
                  <a:gd name="T22" fmla="*/ 41 w 128"/>
                  <a:gd name="T23" fmla="*/ 67 h 38"/>
                  <a:gd name="T24" fmla="*/ 41 w 128"/>
                  <a:gd name="T25" fmla="*/ 67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8" h="38">
                    <a:moveTo>
                      <a:pt x="12" y="16"/>
                    </a:moveTo>
                    <a:cubicBezTo>
                      <a:pt x="12" y="16"/>
                      <a:pt x="68" y="8"/>
                      <a:pt x="86" y="5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9" y="0"/>
                      <a:pt x="125" y="1"/>
                      <a:pt x="126" y="4"/>
                    </a:cubicBezTo>
                    <a:cubicBezTo>
                      <a:pt x="126" y="4"/>
                      <a:pt x="128" y="14"/>
                      <a:pt x="128" y="15"/>
                    </a:cubicBezTo>
                    <a:cubicBezTo>
                      <a:pt x="128" y="18"/>
                      <a:pt x="126" y="20"/>
                      <a:pt x="121" y="21"/>
                    </a:cubicBezTo>
                    <a:cubicBezTo>
                      <a:pt x="120" y="21"/>
                      <a:pt x="67" y="28"/>
                      <a:pt x="51" y="30"/>
                    </a:cubicBezTo>
                    <a:cubicBezTo>
                      <a:pt x="36" y="32"/>
                      <a:pt x="13" y="37"/>
                      <a:pt x="12" y="37"/>
                    </a:cubicBezTo>
                    <a:cubicBezTo>
                      <a:pt x="6" y="38"/>
                      <a:pt x="2" y="36"/>
                      <a:pt x="2" y="3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1"/>
                      <a:pt x="1" y="20"/>
                      <a:pt x="2" y="19"/>
                    </a:cubicBezTo>
                    <a:cubicBezTo>
                      <a:pt x="4" y="18"/>
                      <a:pt x="7" y="17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1" name="Freeform 707">
                <a:extLst>
                  <a:ext uri="{FF2B5EF4-FFF2-40B4-BE49-F238E27FC236}">
                    <a16:creationId xmlns:a16="http://schemas.microsoft.com/office/drawing/2014/main" id="{9DE573A2-EE38-4D93-B122-945FC9FF9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246"/>
                <a:ext cx="189" cy="98"/>
              </a:xfrm>
              <a:custGeom>
                <a:avLst/>
                <a:gdLst>
                  <a:gd name="T0" fmla="*/ 365 w 126"/>
                  <a:gd name="T1" fmla="*/ 16 h 61"/>
                  <a:gd name="T2" fmla="*/ 413 w 126"/>
                  <a:gd name="T3" fmla="*/ 21 h 61"/>
                  <a:gd name="T4" fmla="*/ 423 w 126"/>
                  <a:gd name="T5" fmla="*/ 56 h 61"/>
                  <a:gd name="T6" fmla="*/ 392 w 126"/>
                  <a:gd name="T7" fmla="*/ 95 h 61"/>
                  <a:gd name="T8" fmla="*/ 296 w 126"/>
                  <a:gd name="T9" fmla="*/ 141 h 61"/>
                  <a:gd name="T10" fmla="*/ 62 w 126"/>
                  <a:gd name="T11" fmla="*/ 239 h 61"/>
                  <a:gd name="T12" fmla="*/ 21 w 126"/>
                  <a:gd name="T13" fmla="*/ 238 h 61"/>
                  <a:gd name="T14" fmla="*/ 8 w 126"/>
                  <a:gd name="T15" fmla="*/ 199 h 61"/>
                  <a:gd name="T16" fmla="*/ 21 w 126"/>
                  <a:gd name="T17" fmla="*/ 170 h 61"/>
                  <a:gd name="T18" fmla="*/ 201 w 126"/>
                  <a:gd name="T19" fmla="*/ 95 h 61"/>
                  <a:gd name="T20" fmla="*/ 365 w 126"/>
                  <a:gd name="T21" fmla="*/ 16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61">
                    <a:moveTo>
                      <a:pt x="108" y="4"/>
                    </a:moveTo>
                    <a:cubicBezTo>
                      <a:pt x="119" y="0"/>
                      <a:pt x="121" y="2"/>
                      <a:pt x="122" y="5"/>
                    </a:cubicBezTo>
                    <a:cubicBezTo>
                      <a:pt x="125" y="14"/>
                      <a:pt x="125" y="14"/>
                      <a:pt x="125" y="14"/>
                    </a:cubicBezTo>
                    <a:cubicBezTo>
                      <a:pt x="126" y="17"/>
                      <a:pt x="126" y="20"/>
                      <a:pt x="116" y="23"/>
                    </a:cubicBezTo>
                    <a:cubicBezTo>
                      <a:pt x="116" y="23"/>
                      <a:pt x="110" y="25"/>
                      <a:pt x="87" y="34"/>
                    </a:cubicBezTo>
                    <a:cubicBezTo>
                      <a:pt x="64" y="42"/>
                      <a:pt x="18" y="58"/>
                      <a:pt x="18" y="58"/>
                    </a:cubicBezTo>
                    <a:cubicBezTo>
                      <a:pt x="9" y="61"/>
                      <a:pt x="7" y="60"/>
                      <a:pt x="6" y="57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0" y="43"/>
                      <a:pt x="3" y="42"/>
                      <a:pt x="6" y="41"/>
                    </a:cubicBezTo>
                    <a:cubicBezTo>
                      <a:pt x="6" y="40"/>
                      <a:pt x="37" y="30"/>
                      <a:pt x="59" y="23"/>
                    </a:cubicBezTo>
                    <a:cubicBezTo>
                      <a:pt x="80" y="15"/>
                      <a:pt x="108" y="4"/>
                      <a:pt x="108" y="4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2" name="Freeform 708">
                <a:extLst>
                  <a:ext uri="{FF2B5EF4-FFF2-40B4-BE49-F238E27FC236}">
                    <a16:creationId xmlns:a16="http://schemas.microsoft.com/office/drawing/2014/main" id="{02DD3DBF-EB64-492A-A6D9-D9B25FB22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339"/>
                <a:ext cx="37" cy="14"/>
              </a:xfrm>
              <a:custGeom>
                <a:avLst/>
                <a:gdLst>
                  <a:gd name="T0" fmla="*/ 0 w 25"/>
                  <a:gd name="T1" fmla="*/ 22 h 9"/>
                  <a:gd name="T2" fmla="*/ 40 w 25"/>
                  <a:gd name="T3" fmla="*/ 5 h 9"/>
                  <a:gd name="T4" fmla="*/ 81 w 25"/>
                  <a:gd name="T5" fmla="*/ 12 h 9"/>
                  <a:gd name="T6" fmla="*/ 41 w 25"/>
                  <a:gd name="T7" fmla="*/ 30 h 9"/>
                  <a:gd name="T8" fmla="*/ 0 w 25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6"/>
                    </a:moveTo>
                    <a:cubicBezTo>
                      <a:pt x="0" y="4"/>
                      <a:pt x="5" y="2"/>
                      <a:pt x="12" y="1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8"/>
                    </a:cubicBezTo>
                    <a:cubicBezTo>
                      <a:pt x="6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3" name="Freeform 709">
                <a:extLst>
                  <a:ext uri="{FF2B5EF4-FFF2-40B4-BE49-F238E27FC236}">
                    <a16:creationId xmlns:a16="http://schemas.microsoft.com/office/drawing/2014/main" id="{5D6B9BE1-D166-4E58-8076-1D8B948AB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286"/>
                <a:ext cx="36" cy="19"/>
              </a:xfrm>
              <a:custGeom>
                <a:avLst/>
                <a:gdLst>
                  <a:gd name="T0" fmla="*/ 0 w 24"/>
                  <a:gd name="T1" fmla="*/ 43 h 12"/>
                  <a:gd name="T2" fmla="*/ 39 w 24"/>
                  <a:gd name="T3" fmla="*/ 13 h 12"/>
                  <a:gd name="T4" fmla="*/ 81 w 24"/>
                  <a:gd name="T5" fmla="*/ 8 h 12"/>
                  <a:gd name="T6" fmla="*/ 45 w 24"/>
                  <a:gd name="T7" fmla="*/ 40 h 12"/>
                  <a:gd name="T8" fmla="*/ 0 w 24"/>
                  <a:gd name="T9" fmla="*/ 4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2">
                    <a:moveTo>
                      <a:pt x="0" y="11"/>
                    </a:moveTo>
                    <a:cubicBezTo>
                      <a:pt x="0" y="9"/>
                      <a:pt x="4" y="5"/>
                      <a:pt x="11" y="3"/>
                    </a:cubicBezTo>
                    <a:cubicBezTo>
                      <a:pt x="17" y="1"/>
                      <a:pt x="23" y="0"/>
                      <a:pt x="24" y="2"/>
                    </a:cubicBezTo>
                    <a:cubicBezTo>
                      <a:pt x="24" y="4"/>
                      <a:pt x="20" y="7"/>
                      <a:pt x="13" y="10"/>
                    </a:cubicBezTo>
                    <a:cubicBezTo>
                      <a:pt x="7" y="12"/>
                      <a:pt x="1" y="12"/>
                      <a:pt x="0" y="1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4" name="Freeform 710">
                <a:extLst>
                  <a:ext uri="{FF2B5EF4-FFF2-40B4-BE49-F238E27FC236}">
                    <a16:creationId xmlns:a16="http://schemas.microsoft.com/office/drawing/2014/main" id="{C94680CA-8DB7-49F3-A331-279E89426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1337"/>
                <a:ext cx="38" cy="15"/>
              </a:xfrm>
              <a:custGeom>
                <a:avLst/>
                <a:gdLst>
                  <a:gd name="T0" fmla="*/ 0 w 25"/>
                  <a:gd name="T1" fmla="*/ 28 h 9"/>
                  <a:gd name="T2" fmla="*/ 41 w 25"/>
                  <a:gd name="T3" fmla="*/ 5 h 9"/>
                  <a:gd name="T4" fmla="*/ 88 w 25"/>
                  <a:gd name="T5" fmla="*/ 8 h 9"/>
                  <a:gd name="T6" fmla="*/ 46 w 25"/>
                  <a:gd name="T7" fmla="*/ 37 h 9"/>
                  <a:gd name="T8" fmla="*/ 0 w 25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6"/>
                    </a:moveTo>
                    <a:cubicBezTo>
                      <a:pt x="0" y="4"/>
                      <a:pt x="5" y="2"/>
                      <a:pt x="12" y="1"/>
                    </a:cubicBezTo>
                    <a:cubicBezTo>
                      <a:pt x="19" y="0"/>
                      <a:pt x="25" y="0"/>
                      <a:pt x="25" y="2"/>
                    </a:cubicBezTo>
                    <a:cubicBezTo>
                      <a:pt x="25" y="4"/>
                      <a:pt x="20" y="7"/>
                      <a:pt x="13" y="8"/>
                    </a:cubicBezTo>
                    <a:cubicBezTo>
                      <a:pt x="6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5" name="Freeform 711">
                <a:extLst>
                  <a:ext uri="{FF2B5EF4-FFF2-40B4-BE49-F238E27FC236}">
                    <a16:creationId xmlns:a16="http://schemas.microsoft.com/office/drawing/2014/main" id="{573F43D1-6A2F-45C4-9728-94C15FB84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337"/>
                <a:ext cx="30" cy="13"/>
              </a:xfrm>
              <a:custGeom>
                <a:avLst/>
                <a:gdLst>
                  <a:gd name="T0" fmla="*/ 45 w 20"/>
                  <a:gd name="T1" fmla="*/ 0 h 8"/>
                  <a:gd name="T2" fmla="*/ 59 w 20"/>
                  <a:gd name="T3" fmla="*/ 8 h 8"/>
                  <a:gd name="T4" fmla="*/ 21 w 20"/>
                  <a:gd name="T5" fmla="*/ 29 h 8"/>
                  <a:gd name="T6" fmla="*/ 0 w 20"/>
                  <a:gd name="T7" fmla="*/ 34 h 8"/>
                  <a:gd name="T8" fmla="*/ 27 w 20"/>
                  <a:gd name="T9" fmla="*/ 34 h 8"/>
                  <a:gd name="T10" fmla="*/ 68 w 20"/>
                  <a:gd name="T11" fmla="*/ 8 h 8"/>
                  <a:gd name="T12" fmla="*/ 45 w 20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8">
                    <a:moveTo>
                      <a:pt x="13" y="0"/>
                    </a:moveTo>
                    <a:cubicBezTo>
                      <a:pt x="16" y="0"/>
                      <a:pt x="17" y="1"/>
                      <a:pt x="17" y="2"/>
                    </a:cubicBezTo>
                    <a:cubicBezTo>
                      <a:pt x="18" y="4"/>
                      <a:pt x="12" y="6"/>
                      <a:pt x="6" y="7"/>
                    </a:cubicBezTo>
                    <a:cubicBezTo>
                      <a:pt x="4" y="8"/>
                      <a:pt x="2" y="8"/>
                      <a:pt x="0" y="8"/>
                    </a:cubicBezTo>
                    <a:cubicBezTo>
                      <a:pt x="2" y="8"/>
                      <a:pt x="5" y="8"/>
                      <a:pt x="8" y="8"/>
                    </a:cubicBezTo>
                    <a:cubicBezTo>
                      <a:pt x="15" y="7"/>
                      <a:pt x="20" y="4"/>
                      <a:pt x="20" y="2"/>
                    </a:cubicBezTo>
                    <a:cubicBezTo>
                      <a:pt x="20" y="1"/>
                      <a:pt x="17" y="0"/>
                      <a:pt x="13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6" name="Freeform 712">
                <a:extLst>
                  <a:ext uri="{FF2B5EF4-FFF2-40B4-BE49-F238E27FC236}">
                    <a16:creationId xmlns:a16="http://schemas.microsoft.com/office/drawing/2014/main" id="{25EDF257-B261-44A3-B4F5-E5D61A1B6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339"/>
                <a:ext cx="29" cy="10"/>
              </a:xfrm>
              <a:custGeom>
                <a:avLst/>
                <a:gdLst>
                  <a:gd name="T0" fmla="*/ 8 w 19"/>
                  <a:gd name="T1" fmla="*/ 20 h 6"/>
                  <a:gd name="T2" fmla="*/ 41 w 19"/>
                  <a:gd name="T3" fmla="*/ 0 h 6"/>
                  <a:gd name="T4" fmla="*/ 67 w 19"/>
                  <a:gd name="T5" fmla="*/ 0 h 6"/>
                  <a:gd name="T6" fmla="*/ 35 w 19"/>
                  <a:gd name="T7" fmla="*/ 0 h 6"/>
                  <a:gd name="T8" fmla="*/ 0 w 19"/>
                  <a:gd name="T9" fmla="*/ 20 h 6"/>
                  <a:gd name="T10" fmla="*/ 18 w 19"/>
                  <a:gd name="T11" fmla="*/ 28 h 6"/>
                  <a:gd name="T12" fmla="*/ 8 w 19"/>
                  <a:gd name="T13" fmla="*/ 2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2" y="4"/>
                    </a:moveTo>
                    <a:cubicBezTo>
                      <a:pt x="2" y="3"/>
                      <a:pt x="7" y="1"/>
                      <a:pt x="12" y="0"/>
                    </a:cubicBezTo>
                    <a:cubicBezTo>
                      <a:pt x="14" y="0"/>
                      <a:pt x="17" y="0"/>
                      <a:pt x="19" y="0"/>
                    </a:cubicBezTo>
                    <a:cubicBezTo>
                      <a:pt x="17" y="0"/>
                      <a:pt x="13" y="0"/>
                      <a:pt x="10" y="0"/>
                    </a:cubicBezTo>
                    <a:cubicBezTo>
                      <a:pt x="4" y="1"/>
                      <a:pt x="0" y="3"/>
                      <a:pt x="0" y="4"/>
                    </a:cubicBezTo>
                    <a:cubicBezTo>
                      <a:pt x="1" y="5"/>
                      <a:pt x="2" y="6"/>
                      <a:pt x="5" y="6"/>
                    </a:cubicBezTo>
                    <a:cubicBezTo>
                      <a:pt x="4" y="6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7" name="Freeform 713">
                <a:extLst>
                  <a:ext uri="{FF2B5EF4-FFF2-40B4-BE49-F238E27FC236}">
                    <a16:creationId xmlns:a16="http://schemas.microsoft.com/office/drawing/2014/main" id="{0D260C99-7DB7-47D2-B79E-BDF99322A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1286"/>
                <a:ext cx="37" cy="19"/>
              </a:xfrm>
              <a:custGeom>
                <a:avLst/>
                <a:gdLst>
                  <a:gd name="T0" fmla="*/ 1 w 25"/>
                  <a:gd name="T1" fmla="*/ 40 h 12"/>
                  <a:gd name="T2" fmla="*/ 40 w 25"/>
                  <a:gd name="T3" fmla="*/ 8 h 12"/>
                  <a:gd name="T4" fmla="*/ 81 w 25"/>
                  <a:gd name="T5" fmla="*/ 5 h 12"/>
                  <a:gd name="T6" fmla="*/ 46 w 25"/>
                  <a:gd name="T7" fmla="*/ 35 h 12"/>
                  <a:gd name="T8" fmla="*/ 1 w 25"/>
                  <a:gd name="T9" fmla="*/ 4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1" y="10"/>
                    </a:moveTo>
                    <a:cubicBezTo>
                      <a:pt x="0" y="8"/>
                      <a:pt x="5" y="5"/>
                      <a:pt x="12" y="2"/>
                    </a:cubicBezTo>
                    <a:cubicBezTo>
                      <a:pt x="18" y="0"/>
                      <a:pt x="24" y="0"/>
                      <a:pt x="25" y="1"/>
                    </a:cubicBezTo>
                    <a:cubicBezTo>
                      <a:pt x="25" y="3"/>
                      <a:pt x="20" y="7"/>
                      <a:pt x="14" y="9"/>
                    </a:cubicBezTo>
                    <a:cubicBezTo>
                      <a:pt x="8" y="11"/>
                      <a:pt x="2" y="12"/>
                      <a:pt x="1" y="10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8" name="Freeform 714">
                <a:extLst>
                  <a:ext uri="{FF2B5EF4-FFF2-40B4-BE49-F238E27FC236}">
                    <a16:creationId xmlns:a16="http://schemas.microsoft.com/office/drawing/2014/main" id="{025013FB-BA6B-4DDE-8194-CF6B3F8D8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334"/>
                <a:ext cx="78" cy="32"/>
              </a:xfrm>
              <a:custGeom>
                <a:avLst/>
                <a:gdLst>
                  <a:gd name="T0" fmla="*/ 5 w 52"/>
                  <a:gd name="T1" fmla="*/ 69 h 20"/>
                  <a:gd name="T2" fmla="*/ 8 w 52"/>
                  <a:gd name="T3" fmla="*/ 34 h 20"/>
                  <a:gd name="T4" fmla="*/ 48 w 52"/>
                  <a:gd name="T5" fmla="*/ 21 h 20"/>
                  <a:gd name="T6" fmla="*/ 116 w 52"/>
                  <a:gd name="T7" fmla="*/ 8 h 20"/>
                  <a:gd name="T8" fmla="*/ 147 w 52"/>
                  <a:gd name="T9" fmla="*/ 5 h 20"/>
                  <a:gd name="T10" fmla="*/ 176 w 52"/>
                  <a:gd name="T11" fmla="*/ 0 h 20"/>
                  <a:gd name="T12" fmla="*/ 48 w 52"/>
                  <a:gd name="T13" fmla="*/ 29 h 20"/>
                  <a:gd name="T14" fmla="*/ 14 w 52"/>
                  <a:gd name="T15" fmla="*/ 48 h 20"/>
                  <a:gd name="T16" fmla="*/ 8 w 52"/>
                  <a:gd name="T17" fmla="*/ 82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0">
                    <a:moveTo>
                      <a:pt x="1" y="17"/>
                    </a:moveTo>
                    <a:cubicBezTo>
                      <a:pt x="1" y="15"/>
                      <a:pt x="0" y="10"/>
                      <a:pt x="2" y="8"/>
                    </a:cubicBezTo>
                    <a:cubicBezTo>
                      <a:pt x="4" y="6"/>
                      <a:pt x="10" y="5"/>
                      <a:pt x="14" y="5"/>
                    </a:cubicBezTo>
                    <a:cubicBezTo>
                      <a:pt x="20" y="4"/>
                      <a:pt x="27" y="3"/>
                      <a:pt x="34" y="2"/>
                    </a:cubicBezTo>
                    <a:cubicBezTo>
                      <a:pt x="37" y="2"/>
                      <a:pt x="40" y="1"/>
                      <a:pt x="43" y="1"/>
                    </a:cubicBezTo>
                    <a:cubicBezTo>
                      <a:pt x="46" y="0"/>
                      <a:pt x="49" y="0"/>
                      <a:pt x="52" y="0"/>
                    </a:cubicBezTo>
                    <a:cubicBezTo>
                      <a:pt x="40" y="4"/>
                      <a:pt x="26" y="4"/>
                      <a:pt x="14" y="7"/>
                    </a:cubicBezTo>
                    <a:cubicBezTo>
                      <a:pt x="9" y="8"/>
                      <a:pt x="5" y="9"/>
                      <a:pt x="4" y="12"/>
                    </a:cubicBezTo>
                    <a:cubicBezTo>
                      <a:pt x="2" y="15"/>
                      <a:pt x="2" y="17"/>
                      <a:pt x="2" y="2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9" name="Freeform 715">
                <a:extLst>
                  <a:ext uri="{FF2B5EF4-FFF2-40B4-BE49-F238E27FC236}">
                    <a16:creationId xmlns:a16="http://schemas.microsoft.com/office/drawing/2014/main" id="{5ED46525-33C0-49C8-AB92-FB27AECBB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1323"/>
                <a:ext cx="120" cy="40"/>
              </a:xfrm>
              <a:custGeom>
                <a:avLst/>
                <a:gdLst>
                  <a:gd name="T0" fmla="*/ 0 w 80"/>
                  <a:gd name="T1" fmla="*/ 102 h 25"/>
                  <a:gd name="T2" fmla="*/ 201 w 80"/>
                  <a:gd name="T3" fmla="*/ 67 h 25"/>
                  <a:gd name="T4" fmla="*/ 264 w 80"/>
                  <a:gd name="T5" fmla="*/ 46 h 25"/>
                  <a:gd name="T6" fmla="*/ 261 w 80"/>
                  <a:gd name="T7" fmla="*/ 0 h 25"/>
                  <a:gd name="T8" fmla="*/ 248 w 80"/>
                  <a:gd name="T9" fmla="*/ 46 h 25"/>
                  <a:gd name="T10" fmla="*/ 215 w 80"/>
                  <a:gd name="T11" fmla="*/ 54 h 25"/>
                  <a:gd name="T12" fmla="*/ 167 w 80"/>
                  <a:gd name="T13" fmla="*/ 67 h 25"/>
                  <a:gd name="T14" fmla="*/ 80 w 80"/>
                  <a:gd name="T15" fmla="*/ 82 h 25"/>
                  <a:gd name="T16" fmla="*/ 39 w 80"/>
                  <a:gd name="T17" fmla="*/ 90 h 25"/>
                  <a:gd name="T18" fmla="*/ 8 w 80"/>
                  <a:gd name="T19" fmla="*/ 102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25">
                    <a:moveTo>
                      <a:pt x="0" y="25"/>
                    </a:moveTo>
                    <a:cubicBezTo>
                      <a:pt x="20" y="22"/>
                      <a:pt x="40" y="18"/>
                      <a:pt x="59" y="16"/>
                    </a:cubicBezTo>
                    <a:cubicBezTo>
                      <a:pt x="64" y="15"/>
                      <a:pt x="76" y="15"/>
                      <a:pt x="78" y="11"/>
                    </a:cubicBezTo>
                    <a:cubicBezTo>
                      <a:pt x="80" y="9"/>
                      <a:pt x="78" y="3"/>
                      <a:pt x="77" y="0"/>
                    </a:cubicBezTo>
                    <a:cubicBezTo>
                      <a:pt x="77" y="3"/>
                      <a:pt x="77" y="8"/>
                      <a:pt x="73" y="11"/>
                    </a:cubicBezTo>
                    <a:cubicBezTo>
                      <a:pt x="70" y="13"/>
                      <a:pt x="66" y="13"/>
                      <a:pt x="63" y="13"/>
                    </a:cubicBezTo>
                    <a:cubicBezTo>
                      <a:pt x="58" y="14"/>
                      <a:pt x="54" y="15"/>
                      <a:pt x="49" y="16"/>
                    </a:cubicBezTo>
                    <a:cubicBezTo>
                      <a:pt x="40" y="17"/>
                      <a:pt x="32" y="18"/>
                      <a:pt x="23" y="20"/>
                    </a:cubicBezTo>
                    <a:cubicBezTo>
                      <a:pt x="19" y="21"/>
                      <a:pt x="15" y="22"/>
                      <a:pt x="11" y="22"/>
                    </a:cubicBezTo>
                    <a:cubicBezTo>
                      <a:pt x="8" y="23"/>
                      <a:pt x="4" y="23"/>
                      <a:pt x="2" y="25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0" name="Freeform 716">
                <a:extLst>
                  <a:ext uri="{FF2B5EF4-FFF2-40B4-BE49-F238E27FC236}">
                    <a16:creationId xmlns:a16="http://schemas.microsoft.com/office/drawing/2014/main" id="{CB96BA6C-800A-454E-A6EA-5606CBB39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288"/>
                <a:ext cx="75" cy="46"/>
              </a:xfrm>
              <a:custGeom>
                <a:avLst/>
                <a:gdLst>
                  <a:gd name="T0" fmla="*/ 14 w 50"/>
                  <a:gd name="T1" fmla="*/ 108 h 29"/>
                  <a:gd name="T2" fmla="*/ 5 w 50"/>
                  <a:gd name="T3" fmla="*/ 73 h 29"/>
                  <a:gd name="T4" fmla="*/ 48 w 50"/>
                  <a:gd name="T5" fmla="*/ 48 h 29"/>
                  <a:gd name="T6" fmla="*/ 113 w 50"/>
                  <a:gd name="T7" fmla="*/ 25 h 29"/>
                  <a:gd name="T8" fmla="*/ 140 w 50"/>
                  <a:gd name="T9" fmla="*/ 13 h 29"/>
                  <a:gd name="T10" fmla="*/ 170 w 50"/>
                  <a:gd name="T11" fmla="*/ 0 h 29"/>
                  <a:gd name="T12" fmla="*/ 48 w 50"/>
                  <a:gd name="T13" fmla="*/ 56 h 29"/>
                  <a:gd name="T14" fmla="*/ 18 w 50"/>
                  <a:gd name="T15" fmla="*/ 82 h 29"/>
                  <a:gd name="T16" fmla="*/ 18 w 50"/>
                  <a:gd name="T17" fmla="*/ 116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29">
                    <a:moveTo>
                      <a:pt x="4" y="27"/>
                    </a:moveTo>
                    <a:cubicBezTo>
                      <a:pt x="3" y="25"/>
                      <a:pt x="0" y="20"/>
                      <a:pt x="1" y="18"/>
                    </a:cubicBezTo>
                    <a:cubicBezTo>
                      <a:pt x="3" y="15"/>
                      <a:pt x="10" y="14"/>
                      <a:pt x="14" y="12"/>
                    </a:cubicBezTo>
                    <a:cubicBezTo>
                      <a:pt x="20" y="10"/>
                      <a:pt x="26" y="8"/>
                      <a:pt x="33" y="6"/>
                    </a:cubicBezTo>
                    <a:cubicBezTo>
                      <a:pt x="35" y="4"/>
                      <a:pt x="38" y="4"/>
                      <a:pt x="41" y="3"/>
                    </a:cubicBezTo>
                    <a:cubicBezTo>
                      <a:pt x="44" y="2"/>
                      <a:pt x="47" y="0"/>
                      <a:pt x="50" y="0"/>
                    </a:cubicBezTo>
                    <a:cubicBezTo>
                      <a:pt x="39" y="6"/>
                      <a:pt x="25" y="9"/>
                      <a:pt x="14" y="14"/>
                    </a:cubicBezTo>
                    <a:cubicBezTo>
                      <a:pt x="10" y="16"/>
                      <a:pt x="6" y="18"/>
                      <a:pt x="5" y="21"/>
                    </a:cubicBezTo>
                    <a:cubicBezTo>
                      <a:pt x="4" y="24"/>
                      <a:pt x="5" y="27"/>
                      <a:pt x="5" y="29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1" name="Freeform 717">
                <a:extLst>
                  <a:ext uri="{FF2B5EF4-FFF2-40B4-BE49-F238E27FC236}">
                    <a16:creationId xmlns:a16="http://schemas.microsoft.com/office/drawing/2014/main" id="{594377FE-7B4F-4E00-9EA6-4D12EB2B0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256"/>
                <a:ext cx="113" cy="62"/>
              </a:xfrm>
              <a:custGeom>
                <a:avLst/>
                <a:gdLst>
                  <a:gd name="T0" fmla="*/ 0 w 75"/>
                  <a:gd name="T1" fmla="*/ 157 h 39"/>
                  <a:gd name="T2" fmla="*/ 191 w 75"/>
                  <a:gd name="T3" fmla="*/ 76 h 39"/>
                  <a:gd name="T4" fmla="*/ 252 w 75"/>
                  <a:gd name="T5" fmla="*/ 40 h 39"/>
                  <a:gd name="T6" fmla="*/ 238 w 75"/>
                  <a:gd name="T7" fmla="*/ 0 h 39"/>
                  <a:gd name="T8" fmla="*/ 237 w 75"/>
                  <a:gd name="T9" fmla="*/ 43 h 39"/>
                  <a:gd name="T10" fmla="*/ 202 w 75"/>
                  <a:gd name="T11" fmla="*/ 64 h 39"/>
                  <a:gd name="T12" fmla="*/ 157 w 75"/>
                  <a:gd name="T13" fmla="*/ 81 h 39"/>
                  <a:gd name="T14" fmla="*/ 75 w 75"/>
                  <a:gd name="T15" fmla="*/ 121 h 39"/>
                  <a:gd name="T16" fmla="*/ 35 w 75"/>
                  <a:gd name="T17" fmla="*/ 141 h 39"/>
                  <a:gd name="T18" fmla="*/ 8 w 75"/>
                  <a:gd name="T19" fmla="*/ 157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39">
                    <a:moveTo>
                      <a:pt x="0" y="39"/>
                    </a:moveTo>
                    <a:cubicBezTo>
                      <a:pt x="19" y="32"/>
                      <a:pt x="37" y="25"/>
                      <a:pt x="56" y="19"/>
                    </a:cubicBezTo>
                    <a:cubicBezTo>
                      <a:pt x="61" y="17"/>
                      <a:pt x="72" y="14"/>
                      <a:pt x="74" y="10"/>
                    </a:cubicBezTo>
                    <a:cubicBezTo>
                      <a:pt x="75" y="7"/>
                      <a:pt x="72" y="2"/>
                      <a:pt x="70" y="0"/>
                    </a:cubicBezTo>
                    <a:cubicBezTo>
                      <a:pt x="71" y="3"/>
                      <a:pt x="72" y="8"/>
                      <a:pt x="69" y="11"/>
                    </a:cubicBezTo>
                    <a:cubicBezTo>
                      <a:pt x="66" y="13"/>
                      <a:pt x="62" y="14"/>
                      <a:pt x="59" y="16"/>
                    </a:cubicBezTo>
                    <a:cubicBezTo>
                      <a:pt x="55" y="17"/>
                      <a:pt x="50" y="19"/>
                      <a:pt x="46" y="20"/>
                    </a:cubicBezTo>
                    <a:cubicBezTo>
                      <a:pt x="38" y="23"/>
                      <a:pt x="30" y="26"/>
                      <a:pt x="22" y="30"/>
                    </a:cubicBezTo>
                    <a:cubicBezTo>
                      <a:pt x="18" y="31"/>
                      <a:pt x="14" y="33"/>
                      <a:pt x="10" y="35"/>
                    </a:cubicBezTo>
                    <a:cubicBezTo>
                      <a:pt x="7" y="36"/>
                      <a:pt x="4" y="37"/>
                      <a:pt x="2" y="39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2" name="Freeform 718">
                <a:extLst>
                  <a:ext uri="{FF2B5EF4-FFF2-40B4-BE49-F238E27FC236}">
                    <a16:creationId xmlns:a16="http://schemas.microsoft.com/office/drawing/2014/main" id="{455BF112-5EC5-49BB-9598-2AA1C5A8A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1286"/>
                <a:ext cx="28" cy="18"/>
              </a:xfrm>
              <a:custGeom>
                <a:avLst/>
                <a:gdLst>
                  <a:gd name="T0" fmla="*/ 40 w 19"/>
                  <a:gd name="T1" fmla="*/ 5 h 11"/>
                  <a:gd name="T2" fmla="*/ 55 w 19"/>
                  <a:gd name="T3" fmla="*/ 8 h 11"/>
                  <a:gd name="T4" fmla="*/ 19 w 19"/>
                  <a:gd name="T5" fmla="*/ 41 h 11"/>
                  <a:gd name="T6" fmla="*/ 0 w 19"/>
                  <a:gd name="T7" fmla="*/ 47 h 11"/>
                  <a:gd name="T8" fmla="*/ 27 w 19"/>
                  <a:gd name="T9" fmla="*/ 41 h 11"/>
                  <a:gd name="T10" fmla="*/ 60 w 19"/>
                  <a:gd name="T11" fmla="*/ 5 h 11"/>
                  <a:gd name="T12" fmla="*/ 40 w 19"/>
                  <a:gd name="T13" fmla="*/ 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1">
                    <a:moveTo>
                      <a:pt x="12" y="1"/>
                    </a:moveTo>
                    <a:cubicBezTo>
                      <a:pt x="14" y="0"/>
                      <a:pt x="16" y="1"/>
                      <a:pt x="17" y="2"/>
                    </a:cubicBezTo>
                    <a:cubicBezTo>
                      <a:pt x="17" y="4"/>
                      <a:pt x="12" y="7"/>
                      <a:pt x="6" y="9"/>
                    </a:cubicBezTo>
                    <a:cubicBezTo>
                      <a:pt x="4" y="10"/>
                      <a:pt x="2" y="10"/>
                      <a:pt x="0" y="11"/>
                    </a:cubicBezTo>
                    <a:cubicBezTo>
                      <a:pt x="3" y="11"/>
                      <a:pt x="5" y="10"/>
                      <a:pt x="8" y="9"/>
                    </a:cubicBezTo>
                    <a:cubicBezTo>
                      <a:pt x="15" y="7"/>
                      <a:pt x="19" y="3"/>
                      <a:pt x="19" y="1"/>
                    </a:cubicBezTo>
                    <a:cubicBezTo>
                      <a:pt x="18" y="0"/>
                      <a:pt x="15" y="0"/>
                      <a:pt x="12" y="1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3" name="Freeform 719">
                <a:extLst>
                  <a:ext uri="{FF2B5EF4-FFF2-40B4-BE49-F238E27FC236}">
                    <a16:creationId xmlns:a16="http://schemas.microsoft.com/office/drawing/2014/main" id="{341A5DC4-B509-4676-94F1-8BE9FCEFA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288"/>
                <a:ext cx="26" cy="14"/>
              </a:xfrm>
              <a:custGeom>
                <a:avLst/>
                <a:gdLst>
                  <a:gd name="T0" fmla="*/ 8 w 17"/>
                  <a:gd name="T1" fmla="*/ 30 h 9"/>
                  <a:gd name="T2" fmla="*/ 40 w 17"/>
                  <a:gd name="T3" fmla="*/ 8 h 9"/>
                  <a:gd name="T4" fmla="*/ 61 w 17"/>
                  <a:gd name="T5" fmla="*/ 0 h 9"/>
                  <a:gd name="T6" fmla="*/ 32 w 17"/>
                  <a:gd name="T7" fmla="*/ 8 h 9"/>
                  <a:gd name="T8" fmla="*/ 5 w 17"/>
                  <a:gd name="T9" fmla="*/ 30 h 9"/>
                  <a:gd name="T10" fmla="*/ 18 w 17"/>
                  <a:gd name="T11" fmla="*/ 34 h 9"/>
                  <a:gd name="T12" fmla="*/ 8 w 17"/>
                  <a:gd name="T13" fmla="*/ 3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2" y="8"/>
                    </a:moveTo>
                    <a:cubicBezTo>
                      <a:pt x="1" y="6"/>
                      <a:pt x="6" y="3"/>
                      <a:pt x="11" y="2"/>
                    </a:cubicBezTo>
                    <a:cubicBezTo>
                      <a:pt x="13" y="1"/>
                      <a:pt x="16" y="0"/>
                      <a:pt x="17" y="0"/>
                    </a:cubicBezTo>
                    <a:cubicBezTo>
                      <a:pt x="16" y="0"/>
                      <a:pt x="12" y="1"/>
                      <a:pt x="9" y="2"/>
                    </a:cubicBezTo>
                    <a:cubicBezTo>
                      <a:pt x="4" y="4"/>
                      <a:pt x="0" y="7"/>
                      <a:pt x="1" y="8"/>
                    </a:cubicBezTo>
                    <a:cubicBezTo>
                      <a:pt x="1" y="9"/>
                      <a:pt x="3" y="9"/>
                      <a:pt x="5" y="9"/>
                    </a:cubicBezTo>
                    <a:cubicBezTo>
                      <a:pt x="4" y="9"/>
                      <a:pt x="2" y="9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4" name="Freeform 720">
                <a:extLst>
                  <a:ext uri="{FF2B5EF4-FFF2-40B4-BE49-F238E27FC236}">
                    <a16:creationId xmlns:a16="http://schemas.microsoft.com/office/drawing/2014/main" id="{713484F8-D264-4545-BB8D-C2B18C0D5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315"/>
                <a:ext cx="192" cy="61"/>
              </a:xfrm>
              <a:custGeom>
                <a:avLst/>
                <a:gdLst>
                  <a:gd name="T0" fmla="*/ 41 w 128"/>
                  <a:gd name="T1" fmla="*/ 67 h 38"/>
                  <a:gd name="T2" fmla="*/ 291 w 128"/>
                  <a:gd name="T3" fmla="*/ 21 h 38"/>
                  <a:gd name="T4" fmla="*/ 386 w 128"/>
                  <a:gd name="T5" fmla="*/ 5 h 38"/>
                  <a:gd name="T6" fmla="*/ 426 w 128"/>
                  <a:gd name="T7" fmla="*/ 16 h 38"/>
                  <a:gd name="T8" fmla="*/ 432 w 128"/>
                  <a:gd name="T9" fmla="*/ 63 h 38"/>
                  <a:gd name="T10" fmla="*/ 410 w 128"/>
                  <a:gd name="T11" fmla="*/ 88 h 38"/>
                  <a:gd name="T12" fmla="*/ 174 w 128"/>
                  <a:gd name="T13" fmla="*/ 124 h 38"/>
                  <a:gd name="T14" fmla="*/ 41 w 128"/>
                  <a:gd name="T15" fmla="*/ 153 h 38"/>
                  <a:gd name="T16" fmla="*/ 8 w 128"/>
                  <a:gd name="T17" fmla="*/ 132 h 38"/>
                  <a:gd name="T18" fmla="*/ 0 w 128"/>
                  <a:gd name="T19" fmla="*/ 95 h 38"/>
                  <a:gd name="T20" fmla="*/ 8 w 128"/>
                  <a:gd name="T21" fmla="*/ 80 h 38"/>
                  <a:gd name="T22" fmla="*/ 41 w 128"/>
                  <a:gd name="T23" fmla="*/ 67 h 38"/>
                  <a:gd name="T24" fmla="*/ 41 w 128"/>
                  <a:gd name="T25" fmla="*/ 67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8" h="38">
                    <a:moveTo>
                      <a:pt x="12" y="16"/>
                    </a:moveTo>
                    <a:cubicBezTo>
                      <a:pt x="12" y="16"/>
                      <a:pt x="68" y="8"/>
                      <a:pt x="86" y="5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9" y="0"/>
                      <a:pt x="125" y="1"/>
                      <a:pt x="126" y="4"/>
                    </a:cubicBezTo>
                    <a:cubicBezTo>
                      <a:pt x="126" y="4"/>
                      <a:pt x="128" y="14"/>
                      <a:pt x="128" y="15"/>
                    </a:cubicBezTo>
                    <a:cubicBezTo>
                      <a:pt x="128" y="18"/>
                      <a:pt x="126" y="20"/>
                      <a:pt x="121" y="21"/>
                    </a:cubicBezTo>
                    <a:cubicBezTo>
                      <a:pt x="120" y="21"/>
                      <a:pt x="67" y="28"/>
                      <a:pt x="51" y="30"/>
                    </a:cubicBezTo>
                    <a:cubicBezTo>
                      <a:pt x="36" y="32"/>
                      <a:pt x="13" y="37"/>
                      <a:pt x="12" y="37"/>
                    </a:cubicBezTo>
                    <a:cubicBezTo>
                      <a:pt x="6" y="38"/>
                      <a:pt x="2" y="36"/>
                      <a:pt x="2" y="3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1"/>
                      <a:pt x="1" y="20"/>
                      <a:pt x="2" y="19"/>
                    </a:cubicBezTo>
                    <a:cubicBezTo>
                      <a:pt x="4" y="18"/>
                      <a:pt x="7" y="17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5" name="Freeform 721">
                <a:extLst>
                  <a:ext uri="{FF2B5EF4-FFF2-40B4-BE49-F238E27FC236}">
                    <a16:creationId xmlns:a16="http://schemas.microsoft.com/office/drawing/2014/main" id="{EA424AC3-186D-4031-8F26-7D1F0BC4D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246"/>
                <a:ext cx="189" cy="98"/>
              </a:xfrm>
              <a:custGeom>
                <a:avLst/>
                <a:gdLst>
                  <a:gd name="T0" fmla="*/ 365 w 126"/>
                  <a:gd name="T1" fmla="*/ 16 h 61"/>
                  <a:gd name="T2" fmla="*/ 413 w 126"/>
                  <a:gd name="T3" fmla="*/ 21 h 61"/>
                  <a:gd name="T4" fmla="*/ 423 w 126"/>
                  <a:gd name="T5" fmla="*/ 56 h 61"/>
                  <a:gd name="T6" fmla="*/ 392 w 126"/>
                  <a:gd name="T7" fmla="*/ 95 h 61"/>
                  <a:gd name="T8" fmla="*/ 296 w 126"/>
                  <a:gd name="T9" fmla="*/ 141 h 61"/>
                  <a:gd name="T10" fmla="*/ 62 w 126"/>
                  <a:gd name="T11" fmla="*/ 239 h 61"/>
                  <a:gd name="T12" fmla="*/ 21 w 126"/>
                  <a:gd name="T13" fmla="*/ 238 h 61"/>
                  <a:gd name="T14" fmla="*/ 8 w 126"/>
                  <a:gd name="T15" fmla="*/ 199 h 61"/>
                  <a:gd name="T16" fmla="*/ 21 w 126"/>
                  <a:gd name="T17" fmla="*/ 170 h 61"/>
                  <a:gd name="T18" fmla="*/ 201 w 126"/>
                  <a:gd name="T19" fmla="*/ 95 h 61"/>
                  <a:gd name="T20" fmla="*/ 365 w 126"/>
                  <a:gd name="T21" fmla="*/ 16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61">
                    <a:moveTo>
                      <a:pt x="108" y="4"/>
                    </a:moveTo>
                    <a:cubicBezTo>
                      <a:pt x="119" y="0"/>
                      <a:pt x="121" y="2"/>
                      <a:pt x="122" y="5"/>
                    </a:cubicBezTo>
                    <a:cubicBezTo>
                      <a:pt x="125" y="14"/>
                      <a:pt x="125" y="14"/>
                      <a:pt x="125" y="14"/>
                    </a:cubicBezTo>
                    <a:cubicBezTo>
                      <a:pt x="126" y="17"/>
                      <a:pt x="126" y="20"/>
                      <a:pt x="116" y="23"/>
                    </a:cubicBezTo>
                    <a:cubicBezTo>
                      <a:pt x="116" y="23"/>
                      <a:pt x="110" y="25"/>
                      <a:pt x="87" y="34"/>
                    </a:cubicBezTo>
                    <a:cubicBezTo>
                      <a:pt x="64" y="42"/>
                      <a:pt x="18" y="58"/>
                      <a:pt x="18" y="58"/>
                    </a:cubicBezTo>
                    <a:cubicBezTo>
                      <a:pt x="9" y="61"/>
                      <a:pt x="7" y="60"/>
                      <a:pt x="6" y="57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0" y="43"/>
                      <a:pt x="3" y="42"/>
                      <a:pt x="6" y="41"/>
                    </a:cubicBezTo>
                    <a:cubicBezTo>
                      <a:pt x="6" y="40"/>
                      <a:pt x="37" y="30"/>
                      <a:pt x="59" y="23"/>
                    </a:cubicBezTo>
                    <a:cubicBezTo>
                      <a:pt x="80" y="15"/>
                      <a:pt x="108" y="4"/>
                      <a:pt x="108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6" name="Freeform 722">
                <a:extLst>
                  <a:ext uri="{FF2B5EF4-FFF2-40B4-BE49-F238E27FC236}">
                    <a16:creationId xmlns:a16="http://schemas.microsoft.com/office/drawing/2014/main" id="{C679269A-E73D-40F8-8A69-13D75945B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337"/>
                <a:ext cx="192" cy="43"/>
              </a:xfrm>
              <a:custGeom>
                <a:avLst/>
                <a:gdLst>
                  <a:gd name="T0" fmla="*/ 413 w 128"/>
                  <a:gd name="T1" fmla="*/ 21 h 27"/>
                  <a:gd name="T2" fmla="*/ 432 w 128"/>
                  <a:gd name="T3" fmla="*/ 46 h 27"/>
                  <a:gd name="T4" fmla="*/ 432 w 128"/>
                  <a:gd name="T5" fmla="*/ 84 h 27"/>
                  <a:gd name="T6" fmla="*/ 377 w 128"/>
                  <a:gd name="T7" fmla="*/ 104 h 27"/>
                  <a:gd name="T8" fmla="*/ 180 w 128"/>
                  <a:gd name="T9" fmla="*/ 94 h 27"/>
                  <a:gd name="T10" fmla="*/ 32 w 128"/>
                  <a:gd name="T11" fmla="*/ 89 h 27"/>
                  <a:gd name="T12" fmla="*/ 0 w 128"/>
                  <a:gd name="T13" fmla="*/ 64 h 27"/>
                  <a:gd name="T14" fmla="*/ 5 w 128"/>
                  <a:gd name="T15" fmla="*/ 25 h 27"/>
                  <a:gd name="T16" fmla="*/ 26 w 128"/>
                  <a:gd name="T17" fmla="*/ 0 h 27"/>
                  <a:gd name="T18" fmla="*/ 210 w 128"/>
                  <a:gd name="T19" fmla="*/ 13 h 27"/>
                  <a:gd name="T20" fmla="*/ 413 w 128"/>
                  <a:gd name="T21" fmla="*/ 21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7">
                    <a:moveTo>
                      <a:pt x="122" y="5"/>
                    </a:moveTo>
                    <a:cubicBezTo>
                      <a:pt x="127" y="6"/>
                      <a:pt x="128" y="9"/>
                      <a:pt x="128" y="11"/>
                    </a:cubicBezTo>
                    <a:cubicBezTo>
                      <a:pt x="128" y="21"/>
                      <a:pt x="128" y="21"/>
                      <a:pt x="128" y="21"/>
                    </a:cubicBezTo>
                    <a:cubicBezTo>
                      <a:pt x="128" y="24"/>
                      <a:pt x="127" y="27"/>
                      <a:pt x="111" y="26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22"/>
                      <a:pt x="0" y="19"/>
                      <a:pt x="0" y="1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2"/>
                      <a:pt x="3" y="0"/>
                      <a:pt x="7" y="0"/>
                    </a:cubicBezTo>
                    <a:cubicBezTo>
                      <a:pt x="8" y="0"/>
                      <a:pt x="49" y="3"/>
                      <a:pt x="62" y="3"/>
                    </a:cubicBezTo>
                    <a:cubicBezTo>
                      <a:pt x="74" y="4"/>
                      <a:pt x="121" y="5"/>
                      <a:pt x="122" y="5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7" name="Freeform 723">
                <a:extLst>
                  <a:ext uri="{FF2B5EF4-FFF2-40B4-BE49-F238E27FC236}">
                    <a16:creationId xmlns:a16="http://schemas.microsoft.com/office/drawing/2014/main" id="{8CD4388A-4B40-44DF-9A1D-5CE460EE7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355"/>
                <a:ext cx="38" cy="13"/>
              </a:xfrm>
              <a:custGeom>
                <a:avLst/>
                <a:gdLst>
                  <a:gd name="T0" fmla="*/ 0 w 25"/>
                  <a:gd name="T1" fmla="*/ 13 h 8"/>
                  <a:gd name="T2" fmla="*/ 46 w 25"/>
                  <a:gd name="T3" fmla="*/ 0 h 8"/>
                  <a:gd name="T4" fmla="*/ 88 w 25"/>
                  <a:gd name="T5" fmla="*/ 18 h 8"/>
                  <a:gd name="T6" fmla="*/ 41 w 25"/>
                  <a:gd name="T7" fmla="*/ 29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6" y="0"/>
                      <a:pt x="13" y="0"/>
                    </a:cubicBezTo>
                    <a:cubicBezTo>
                      <a:pt x="19" y="1"/>
                      <a:pt x="25" y="2"/>
                      <a:pt x="25" y="4"/>
                    </a:cubicBezTo>
                    <a:cubicBezTo>
                      <a:pt x="25" y="6"/>
                      <a:pt x="19" y="8"/>
                      <a:pt x="12" y="7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8" name="Freeform 724">
                <a:extLst>
                  <a:ext uri="{FF2B5EF4-FFF2-40B4-BE49-F238E27FC236}">
                    <a16:creationId xmlns:a16="http://schemas.microsoft.com/office/drawing/2014/main" id="{87CFEC08-E91B-433A-86CD-CA28988CB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1352"/>
                <a:ext cx="37" cy="13"/>
              </a:xfrm>
              <a:custGeom>
                <a:avLst/>
                <a:gdLst>
                  <a:gd name="T0" fmla="*/ 0 w 25"/>
                  <a:gd name="T1" fmla="*/ 13 h 8"/>
                  <a:gd name="T2" fmla="*/ 41 w 25"/>
                  <a:gd name="T3" fmla="*/ 0 h 8"/>
                  <a:gd name="T4" fmla="*/ 81 w 25"/>
                  <a:gd name="T5" fmla="*/ 18 h 8"/>
                  <a:gd name="T6" fmla="*/ 41 w 25"/>
                  <a:gd name="T7" fmla="*/ 29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6" y="0"/>
                      <a:pt x="13" y="0"/>
                    </a:cubicBezTo>
                    <a:cubicBezTo>
                      <a:pt x="20" y="1"/>
                      <a:pt x="25" y="2"/>
                      <a:pt x="25" y="4"/>
                    </a:cubicBezTo>
                    <a:cubicBezTo>
                      <a:pt x="25" y="6"/>
                      <a:pt x="19" y="8"/>
                      <a:pt x="13" y="7"/>
                    </a:cubicBezTo>
                    <a:cubicBezTo>
                      <a:pt x="6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9" name="Freeform 725">
                <a:extLst>
                  <a:ext uri="{FF2B5EF4-FFF2-40B4-BE49-F238E27FC236}">
                    <a16:creationId xmlns:a16="http://schemas.microsoft.com/office/drawing/2014/main" id="{ED6A63BB-DD78-440F-B6D2-2F11CF469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1339"/>
                <a:ext cx="81" cy="24"/>
              </a:xfrm>
              <a:custGeom>
                <a:avLst/>
                <a:gdLst>
                  <a:gd name="T0" fmla="*/ 5 w 54"/>
                  <a:gd name="T1" fmla="*/ 48 h 15"/>
                  <a:gd name="T2" fmla="*/ 12 w 54"/>
                  <a:gd name="T3" fmla="*/ 8 h 15"/>
                  <a:gd name="T4" fmla="*/ 54 w 54"/>
                  <a:gd name="T5" fmla="*/ 8 h 15"/>
                  <a:gd name="T6" fmla="*/ 122 w 54"/>
                  <a:gd name="T7" fmla="*/ 13 h 15"/>
                  <a:gd name="T8" fmla="*/ 153 w 54"/>
                  <a:gd name="T9" fmla="*/ 13 h 15"/>
                  <a:gd name="T10" fmla="*/ 183 w 54"/>
                  <a:gd name="T11" fmla="*/ 16 h 15"/>
                  <a:gd name="T12" fmla="*/ 54 w 54"/>
                  <a:gd name="T13" fmla="*/ 16 h 15"/>
                  <a:gd name="T14" fmla="*/ 18 w 54"/>
                  <a:gd name="T15" fmla="*/ 29 h 15"/>
                  <a:gd name="T16" fmla="*/ 8 w 54"/>
                  <a:gd name="T17" fmla="*/ 6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1" y="12"/>
                    </a:moveTo>
                    <a:cubicBezTo>
                      <a:pt x="1" y="10"/>
                      <a:pt x="0" y="4"/>
                      <a:pt x="3" y="2"/>
                    </a:cubicBezTo>
                    <a:cubicBezTo>
                      <a:pt x="5" y="0"/>
                      <a:pt x="12" y="2"/>
                      <a:pt x="16" y="2"/>
                    </a:cubicBezTo>
                    <a:cubicBezTo>
                      <a:pt x="23" y="2"/>
                      <a:pt x="29" y="3"/>
                      <a:pt x="36" y="3"/>
                    </a:cubicBezTo>
                    <a:cubicBezTo>
                      <a:pt x="39" y="3"/>
                      <a:pt x="42" y="3"/>
                      <a:pt x="45" y="3"/>
                    </a:cubicBezTo>
                    <a:cubicBezTo>
                      <a:pt x="48" y="4"/>
                      <a:pt x="51" y="3"/>
                      <a:pt x="54" y="4"/>
                    </a:cubicBezTo>
                    <a:cubicBezTo>
                      <a:pt x="42" y="6"/>
                      <a:pt x="28" y="3"/>
                      <a:pt x="16" y="4"/>
                    </a:cubicBezTo>
                    <a:cubicBezTo>
                      <a:pt x="11" y="4"/>
                      <a:pt x="7" y="5"/>
                      <a:pt x="5" y="7"/>
                    </a:cubicBezTo>
                    <a:cubicBezTo>
                      <a:pt x="3" y="9"/>
                      <a:pt x="2" y="12"/>
                      <a:pt x="2" y="15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0" name="Freeform 726">
                <a:extLst>
                  <a:ext uri="{FF2B5EF4-FFF2-40B4-BE49-F238E27FC236}">
                    <a16:creationId xmlns:a16="http://schemas.microsoft.com/office/drawing/2014/main" id="{D3FED640-D647-41A6-8E90-0047F1BBD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355"/>
                <a:ext cx="121" cy="22"/>
              </a:xfrm>
              <a:custGeom>
                <a:avLst/>
                <a:gdLst>
                  <a:gd name="T0" fmla="*/ 0 w 81"/>
                  <a:gd name="T1" fmla="*/ 39 h 14"/>
                  <a:gd name="T2" fmla="*/ 194 w 81"/>
                  <a:gd name="T3" fmla="*/ 55 h 14"/>
                  <a:gd name="T4" fmla="*/ 263 w 81"/>
                  <a:gd name="T5" fmla="*/ 42 h 14"/>
                  <a:gd name="T6" fmla="*/ 263 w 81"/>
                  <a:gd name="T7" fmla="*/ 0 h 14"/>
                  <a:gd name="T8" fmla="*/ 248 w 81"/>
                  <a:gd name="T9" fmla="*/ 39 h 14"/>
                  <a:gd name="T10" fmla="*/ 209 w 81"/>
                  <a:gd name="T11" fmla="*/ 39 h 14"/>
                  <a:gd name="T12" fmla="*/ 163 w 81"/>
                  <a:gd name="T13" fmla="*/ 39 h 14"/>
                  <a:gd name="T14" fmla="*/ 76 w 81"/>
                  <a:gd name="T15" fmla="*/ 35 h 14"/>
                  <a:gd name="T16" fmla="*/ 33 w 81"/>
                  <a:gd name="T17" fmla="*/ 39 h 14"/>
                  <a:gd name="T18" fmla="*/ 1 w 81"/>
                  <a:gd name="T19" fmla="*/ 39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4">
                    <a:moveTo>
                      <a:pt x="0" y="10"/>
                    </a:moveTo>
                    <a:cubicBezTo>
                      <a:pt x="20" y="11"/>
                      <a:pt x="38" y="12"/>
                      <a:pt x="58" y="14"/>
                    </a:cubicBezTo>
                    <a:cubicBezTo>
                      <a:pt x="62" y="14"/>
                      <a:pt x="76" y="14"/>
                      <a:pt x="79" y="11"/>
                    </a:cubicBezTo>
                    <a:cubicBezTo>
                      <a:pt x="81" y="9"/>
                      <a:pt x="80" y="3"/>
                      <a:pt x="79" y="0"/>
                    </a:cubicBezTo>
                    <a:cubicBezTo>
                      <a:pt x="79" y="3"/>
                      <a:pt x="79" y="8"/>
                      <a:pt x="74" y="10"/>
                    </a:cubicBezTo>
                    <a:cubicBezTo>
                      <a:pt x="71" y="11"/>
                      <a:pt x="66" y="10"/>
                      <a:pt x="63" y="10"/>
                    </a:cubicBezTo>
                    <a:cubicBezTo>
                      <a:pt x="58" y="10"/>
                      <a:pt x="54" y="10"/>
                      <a:pt x="49" y="10"/>
                    </a:cubicBezTo>
                    <a:cubicBezTo>
                      <a:pt x="41" y="10"/>
                      <a:pt x="32" y="9"/>
                      <a:pt x="23" y="9"/>
                    </a:cubicBezTo>
                    <a:cubicBezTo>
                      <a:pt x="19" y="9"/>
                      <a:pt x="15" y="10"/>
                      <a:pt x="10" y="10"/>
                    </a:cubicBezTo>
                    <a:cubicBezTo>
                      <a:pt x="7" y="10"/>
                      <a:pt x="4" y="9"/>
                      <a:pt x="1" y="1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1" name="Freeform 727">
                <a:extLst>
                  <a:ext uri="{FF2B5EF4-FFF2-40B4-BE49-F238E27FC236}">
                    <a16:creationId xmlns:a16="http://schemas.microsoft.com/office/drawing/2014/main" id="{83E0C50C-58C5-418B-88DB-539A946CA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353"/>
                <a:ext cx="31" cy="12"/>
              </a:xfrm>
              <a:custGeom>
                <a:avLst/>
                <a:gdLst>
                  <a:gd name="T0" fmla="*/ 46 w 21"/>
                  <a:gd name="T1" fmla="*/ 0 h 7"/>
                  <a:gd name="T2" fmla="*/ 61 w 21"/>
                  <a:gd name="T3" fmla="*/ 15 h 7"/>
                  <a:gd name="T4" fmla="*/ 19 w 21"/>
                  <a:gd name="T5" fmla="*/ 29 h 7"/>
                  <a:gd name="T6" fmla="*/ 0 w 21"/>
                  <a:gd name="T7" fmla="*/ 26 h 7"/>
                  <a:gd name="T8" fmla="*/ 27 w 21"/>
                  <a:gd name="T9" fmla="*/ 29 h 7"/>
                  <a:gd name="T10" fmla="*/ 68 w 21"/>
                  <a:gd name="T11" fmla="*/ 15 h 7"/>
                  <a:gd name="T12" fmla="*/ 46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4" y="0"/>
                    </a:moveTo>
                    <a:cubicBezTo>
                      <a:pt x="17" y="1"/>
                      <a:pt x="19" y="2"/>
                      <a:pt x="19" y="3"/>
                    </a:cubicBezTo>
                    <a:cubicBezTo>
                      <a:pt x="18" y="5"/>
                      <a:pt x="13" y="6"/>
                      <a:pt x="6" y="6"/>
                    </a:cubicBezTo>
                    <a:cubicBezTo>
                      <a:pt x="4" y="6"/>
                      <a:pt x="2" y="6"/>
                      <a:pt x="0" y="5"/>
                    </a:cubicBezTo>
                    <a:cubicBezTo>
                      <a:pt x="2" y="6"/>
                      <a:pt x="5" y="6"/>
                      <a:pt x="8" y="6"/>
                    </a:cubicBezTo>
                    <a:cubicBezTo>
                      <a:pt x="15" y="7"/>
                      <a:pt x="21" y="5"/>
                      <a:pt x="21" y="3"/>
                    </a:cubicBezTo>
                    <a:cubicBezTo>
                      <a:pt x="21" y="2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2" name="Freeform 728">
                <a:extLst>
                  <a:ext uri="{FF2B5EF4-FFF2-40B4-BE49-F238E27FC236}">
                    <a16:creationId xmlns:a16="http://schemas.microsoft.com/office/drawing/2014/main" id="{2C502D5D-02E2-4D57-AF92-197C91C12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353"/>
                <a:ext cx="28" cy="8"/>
              </a:xfrm>
              <a:custGeom>
                <a:avLst/>
                <a:gdLst>
                  <a:gd name="T0" fmla="*/ 6 w 19"/>
                  <a:gd name="T1" fmla="*/ 13 h 5"/>
                  <a:gd name="T2" fmla="*/ 40 w 19"/>
                  <a:gd name="T3" fmla="*/ 0 h 5"/>
                  <a:gd name="T4" fmla="*/ 60 w 19"/>
                  <a:gd name="T5" fmla="*/ 8 h 5"/>
                  <a:gd name="T6" fmla="*/ 32 w 19"/>
                  <a:gd name="T7" fmla="*/ 0 h 5"/>
                  <a:gd name="T8" fmla="*/ 0 w 19"/>
                  <a:gd name="T9" fmla="*/ 8 h 5"/>
                  <a:gd name="T10" fmla="*/ 13 w 19"/>
                  <a:gd name="T11" fmla="*/ 21 h 5"/>
                  <a:gd name="T12" fmla="*/ 6 w 19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3"/>
                    </a:moveTo>
                    <a:cubicBezTo>
                      <a:pt x="2" y="1"/>
                      <a:pt x="7" y="0"/>
                      <a:pt x="12" y="0"/>
                    </a:cubicBezTo>
                    <a:cubicBezTo>
                      <a:pt x="15" y="1"/>
                      <a:pt x="17" y="1"/>
                      <a:pt x="19" y="2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5" y="0"/>
                      <a:pt x="0" y="1"/>
                      <a:pt x="0" y="2"/>
                    </a:cubicBezTo>
                    <a:cubicBezTo>
                      <a:pt x="0" y="3"/>
                      <a:pt x="2" y="4"/>
                      <a:pt x="4" y="5"/>
                    </a:cubicBezTo>
                    <a:cubicBezTo>
                      <a:pt x="3" y="4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3" name="Freeform 729">
                <a:extLst>
                  <a:ext uri="{FF2B5EF4-FFF2-40B4-BE49-F238E27FC236}">
                    <a16:creationId xmlns:a16="http://schemas.microsoft.com/office/drawing/2014/main" id="{1B10E537-C694-4063-B95D-436272757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337"/>
                <a:ext cx="192" cy="43"/>
              </a:xfrm>
              <a:custGeom>
                <a:avLst/>
                <a:gdLst>
                  <a:gd name="T0" fmla="*/ 413 w 128"/>
                  <a:gd name="T1" fmla="*/ 21 h 27"/>
                  <a:gd name="T2" fmla="*/ 432 w 128"/>
                  <a:gd name="T3" fmla="*/ 46 h 27"/>
                  <a:gd name="T4" fmla="*/ 432 w 128"/>
                  <a:gd name="T5" fmla="*/ 84 h 27"/>
                  <a:gd name="T6" fmla="*/ 377 w 128"/>
                  <a:gd name="T7" fmla="*/ 104 h 27"/>
                  <a:gd name="T8" fmla="*/ 180 w 128"/>
                  <a:gd name="T9" fmla="*/ 94 h 27"/>
                  <a:gd name="T10" fmla="*/ 32 w 128"/>
                  <a:gd name="T11" fmla="*/ 89 h 27"/>
                  <a:gd name="T12" fmla="*/ 0 w 128"/>
                  <a:gd name="T13" fmla="*/ 64 h 27"/>
                  <a:gd name="T14" fmla="*/ 5 w 128"/>
                  <a:gd name="T15" fmla="*/ 25 h 27"/>
                  <a:gd name="T16" fmla="*/ 26 w 128"/>
                  <a:gd name="T17" fmla="*/ 0 h 27"/>
                  <a:gd name="T18" fmla="*/ 210 w 128"/>
                  <a:gd name="T19" fmla="*/ 13 h 27"/>
                  <a:gd name="T20" fmla="*/ 413 w 128"/>
                  <a:gd name="T21" fmla="*/ 21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7">
                    <a:moveTo>
                      <a:pt x="122" y="5"/>
                    </a:moveTo>
                    <a:cubicBezTo>
                      <a:pt x="127" y="6"/>
                      <a:pt x="128" y="9"/>
                      <a:pt x="128" y="11"/>
                    </a:cubicBezTo>
                    <a:cubicBezTo>
                      <a:pt x="128" y="21"/>
                      <a:pt x="128" y="21"/>
                      <a:pt x="128" y="21"/>
                    </a:cubicBezTo>
                    <a:cubicBezTo>
                      <a:pt x="128" y="24"/>
                      <a:pt x="127" y="27"/>
                      <a:pt x="111" y="26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22"/>
                      <a:pt x="0" y="19"/>
                      <a:pt x="0" y="1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2"/>
                      <a:pt x="3" y="0"/>
                      <a:pt x="7" y="0"/>
                    </a:cubicBezTo>
                    <a:cubicBezTo>
                      <a:pt x="8" y="0"/>
                      <a:pt x="49" y="3"/>
                      <a:pt x="62" y="3"/>
                    </a:cubicBezTo>
                    <a:cubicBezTo>
                      <a:pt x="74" y="4"/>
                      <a:pt x="121" y="5"/>
                      <a:pt x="122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4" name="Freeform 730">
                <a:extLst>
                  <a:ext uri="{FF2B5EF4-FFF2-40B4-BE49-F238E27FC236}">
                    <a16:creationId xmlns:a16="http://schemas.microsoft.com/office/drawing/2014/main" id="{A14A5D6C-08B2-4E4B-860A-0F44A2426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139"/>
                <a:ext cx="179" cy="131"/>
              </a:xfrm>
              <a:custGeom>
                <a:avLst/>
                <a:gdLst>
                  <a:gd name="T0" fmla="*/ 59 w 119"/>
                  <a:gd name="T1" fmla="*/ 321 h 82"/>
                  <a:gd name="T2" fmla="*/ 59 w 119"/>
                  <a:gd name="T3" fmla="*/ 321 h 82"/>
                  <a:gd name="T4" fmla="*/ 27 w 119"/>
                  <a:gd name="T5" fmla="*/ 320 h 82"/>
                  <a:gd name="T6" fmla="*/ 12 w 119"/>
                  <a:gd name="T7" fmla="*/ 281 h 82"/>
                  <a:gd name="T8" fmla="*/ 48 w 119"/>
                  <a:gd name="T9" fmla="*/ 227 h 82"/>
                  <a:gd name="T10" fmla="*/ 217 w 119"/>
                  <a:gd name="T11" fmla="*/ 107 h 82"/>
                  <a:gd name="T12" fmla="*/ 337 w 119"/>
                  <a:gd name="T13" fmla="*/ 16 h 82"/>
                  <a:gd name="T14" fmla="*/ 381 w 119"/>
                  <a:gd name="T15" fmla="*/ 8 h 82"/>
                  <a:gd name="T16" fmla="*/ 399 w 119"/>
                  <a:gd name="T17" fmla="*/ 46 h 82"/>
                  <a:gd name="T18" fmla="*/ 387 w 119"/>
                  <a:gd name="T19" fmla="*/ 77 h 82"/>
                  <a:gd name="T20" fmla="*/ 224 w 119"/>
                  <a:gd name="T21" fmla="*/ 206 h 82"/>
                  <a:gd name="T22" fmla="*/ 59 w 119"/>
                  <a:gd name="T23" fmla="*/ 321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9" h="82">
                    <a:moveTo>
                      <a:pt x="17" y="79"/>
                    </a:moveTo>
                    <a:cubicBezTo>
                      <a:pt x="17" y="79"/>
                      <a:pt x="17" y="79"/>
                      <a:pt x="17" y="79"/>
                    </a:cubicBezTo>
                    <a:cubicBezTo>
                      <a:pt x="14" y="81"/>
                      <a:pt x="11" y="82"/>
                      <a:pt x="8" y="78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2" y="67"/>
                      <a:pt x="0" y="64"/>
                      <a:pt x="14" y="5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104" y="1"/>
                      <a:pt x="110" y="0"/>
                      <a:pt x="112" y="2"/>
                    </a:cubicBezTo>
                    <a:cubicBezTo>
                      <a:pt x="117" y="11"/>
                      <a:pt x="117" y="11"/>
                      <a:pt x="117" y="11"/>
                    </a:cubicBezTo>
                    <a:cubicBezTo>
                      <a:pt x="119" y="14"/>
                      <a:pt x="118" y="17"/>
                      <a:pt x="114" y="19"/>
                    </a:cubicBezTo>
                    <a:cubicBezTo>
                      <a:pt x="114" y="19"/>
                      <a:pt x="77" y="44"/>
                      <a:pt x="66" y="51"/>
                    </a:cubicBezTo>
                    <a:cubicBezTo>
                      <a:pt x="56" y="57"/>
                      <a:pt x="17" y="79"/>
                      <a:pt x="17" y="79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5" name="Freeform 731">
                <a:extLst>
                  <a:ext uri="{FF2B5EF4-FFF2-40B4-BE49-F238E27FC236}">
                    <a16:creationId xmlns:a16="http://schemas.microsoft.com/office/drawing/2014/main" id="{201CBF29-BDC3-465D-9E29-CA866A73B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189"/>
                <a:ext cx="34" cy="25"/>
              </a:xfrm>
              <a:custGeom>
                <a:avLst/>
                <a:gdLst>
                  <a:gd name="T0" fmla="*/ 72 w 23"/>
                  <a:gd name="T1" fmla="*/ 5 h 16"/>
                  <a:gd name="T2" fmla="*/ 46 w 23"/>
                  <a:gd name="T3" fmla="*/ 42 h 16"/>
                  <a:gd name="T4" fmla="*/ 1 w 23"/>
                  <a:gd name="T5" fmla="*/ 53 h 16"/>
                  <a:gd name="T6" fmla="*/ 33 w 23"/>
                  <a:gd name="T7" fmla="*/ 20 h 16"/>
                  <a:gd name="T8" fmla="*/ 72 w 23"/>
                  <a:gd name="T9" fmla="*/ 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22" y="1"/>
                    </a:moveTo>
                    <a:cubicBezTo>
                      <a:pt x="23" y="3"/>
                      <a:pt x="19" y="7"/>
                      <a:pt x="14" y="11"/>
                    </a:cubicBezTo>
                    <a:cubicBezTo>
                      <a:pt x="8" y="15"/>
                      <a:pt x="2" y="16"/>
                      <a:pt x="1" y="14"/>
                    </a:cubicBezTo>
                    <a:cubicBezTo>
                      <a:pt x="0" y="13"/>
                      <a:pt x="4" y="9"/>
                      <a:pt x="10" y="5"/>
                    </a:cubicBezTo>
                    <a:cubicBezTo>
                      <a:pt x="16" y="1"/>
                      <a:pt x="21" y="0"/>
                      <a:pt x="22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6" name="Freeform 732">
                <a:extLst>
                  <a:ext uri="{FF2B5EF4-FFF2-40B4-BE49-F238E27FC236}">
                    <a16:creationId xmlns:a16="http://schemas.microsoft.com/office/drawing/2014/main" id="{B5B4D5A5-12E2-4E2A-AF2C-3DED36553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1189"/>
                <a:ext cx="35" cy="25"/>
              </a:xfrm>
              <a:custGeom>
                <a:avLst/>
                <a:gdLst>
                  <a:gd name="T0" fmla="*/ 76 w 23"/>
                  <a:gd name="T1" fmla="*/ 5 h 16"/>
                  <a:gd name="T2" fmla="*/ 46 w 23"/>
                  <a:gd name="T3" fmla="*/ 42 h 16"/>
                  <a:gd name="T4" fmla="*/ 5 w 23"/>
                  <a:gd name="T5" fmla="*/ 53 h 16"/>
                  <a:gd name="T6" fmla="*/ 35 w 23"/>
                  <a:gd name="T7" fmla="*/ 20 h 16"/>
                  <a:gd name="T8" fmla="*/ 76 w 23"/>
                  <a:gd name="T9" fmla="*/ 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22" y="1"/>
                    </a:moveTo>
                    <a:cubicBezTo>
                      <a:pt x="23" y="3"/>
                      <a:pt x="19" y="7"/>
                      <a:pt x="13" y="11"/>
                    </a:cubicBezTo>
                    <a:cubicBezTo>
                      <a:pt x="7" y="14"/>
                      <a:pt x="2" y="16"/>
                      <a:pt x="1" y="14"/>
                    </a:cubicBezTo>
                    <a:cubicBezTo>
                      <a:pt x="0" y="13"/>
                      <a:pt x="4" y="9"/>
                      <a:pt x="10" y="5"/>
                    </a:cubicBezTo>
                    <a:cubicBezTo>
                      <a:pt x="15" y="1"/>
                      <a:pt x="21" y="0"/>
                      <a:pt x="22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7" name="Freeform 733">
                <a:extLst>
                  <a:ext uri="{FF2B5EF4-FFF2-40B4-BE49-F238E27FC236}">
                    <a16:creationId xmlns:a16="http://schemas.microsoft.com/office/drawing/2014/main" id="{168E8261-18D7-496F-B7E0-4C96D9294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1198"/>
                <a:ext cx="65" cy="61"/>
              </a:xfrm>
              <a:custGeom>
                <a:avLst/>
                <a:gdLst>
                  <a:gd name="T0" fmla="*/ 14 w 43"/>
                  <a:gd name="T1" fmla="*/ 149 h 38"/>
                  <a:gd name="T2" fmla="*/ 5 w 43"/>
                  <a:gd name="T3" fmla="*/ 116 h 38"/>
                  <a:gd name="T4" fmla="*/ 39 w 43"/>
                  <a:gd name="T5" fmla="*/ 82 h 38"/>
                  <a:gd name="T6" fmla="*/ 95 w 43"/>
                  <a:gd name="T7" fmla="*/ 35 h 38"/>
                  <a:gd name="T8" fmla="*/ 124 w 43"/>
                  <a:gd name="T9" fmla="*/ 21 h 38"/>
                  <a:gd name="T10" fmla="*/ 148 w 43"/>
                  <a:gd name="T11" fmla="*/ 0 h 38"/>
                  <a:gd name="T12" fmla="*/ 39 w 43"/>
                  <a:gd name="T13" fmla="*/ 90 h 38"/>
                  <a:gd name="T14" fmla="*/ 14 w 43"/>
                  <a:gd name="T15" fmla="*/ 124 h 38"/>
                  <a:gd name="T16" fmla="*/ 21 w 43"/>
                  <a:gd name="T17" fmla="*/ 157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8">
                    <a:moveTo>
                      <a:pt x="4" y="36"/>
                    </a:moveTo>
                    <a:cubicBezTo>
                      <a:pt x="3" y="34"/>
                      <a:pt x="0" y="31"/>
                      <a:pt x="1" y="28"/>
                    </a:cubicBezTo>
                    <a:cubicBezTo>
                      <a:pt x="2" y="25"/>
                      <a:pt x="8" y="22"/>
                      <a:pt x="11" y="20"/>
                    </a:cubicBezTo>
                    <a:cubicBezTo>
                      <a:pt x="16" y="16"/>
                      <a:pt x="22" y="13"/>
                      <a:pt x="28" y="9"/>
                    </a:cubicBezTo>
                    <a:cubicBezTo>
                      <a:pt x="30" y="8"/>
                      <a:pt x="33" y="6"/>
                      <a:pt x="36" y="5"/>
                    </a:cubicBezTo>
                    <a:cubicBezTo>
                      <a:pt x="38" y="3"/>
                      <a:pt x="41" y="1"/>
                      <a:pt x="43" y="0"/>
                    </a:cubicBezTo>
                    <a:cubicBezTo>
                      <a:pt x="34" y="8"/>
                      <a:pt x="22" y="14"/>
                      <a:pt x="11" y="22"/>
                    </a:cubicBezTo>
                    <a:cubicBezTo>
                      <a:pt x="8" y="24"/>
                      <a:pt x="5" y="27"/>
                      <a:pt x="4" y="30"/>
                    </a:cubicBezTo>
                    <a:cubicBezTo>
                      <a:pt x="4" y="33"/>
                      <a:pt x="5" y="36"/>
                      <a:pt x="6" y="38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8" name="Freeform 734">
                <a:extLst>
                  <a:ext uri="{FF2B5EF4-FFF2-40B4-BE49-F238E27FC236}">
                    <a16:creationId xmlns:a16="http://schemas.microsoft.com/office/drawing/2014/main" id="{E6A15518-E4D2-452A-93C5-E529AD592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144"/>
                <a:ext cx="113" cy="96"/>
              </a:xfrm>
              <a:custGeom>
                <a:avLst/>
                <a:gdLst>
                  <a:gd name="T0" fmla="*/ 237 w 75"/>
                  <a:gd name="T1" fmla="*/ 16 h 60"/>
                  <a:gd name="T2" fmla="*/ 250 w 75"/>
                  <a:gd name="T3" fmla="*/ 54 h 60"/>
                  <a:gd name="T4" fmla="*/ 205 w 75"/>
                  <a:gd name="T5" fmla="*/ 90 h 60"/>
                  <a:gd name="T6" fmla="*/ 140 w 75"/>
                  <a:gd name="T7" fmla="*/ 144 h 60"/>
                  <a:gd name="T8" fmla="*/ 0 w 75"/>
                  <a:gd name="T9" fmla="*/ 246 h 60"/>
                  <a:gd name="T10" fmla="*/ 93 w 75"/>
                  <a:gd name="T11" fmla="*/ 176 h 60"/>
                  <a:gd name="T12" fmla="*/ 184 w 75"/>
                  <a:gd name="T13" fmla="*/ 94 h 60"/>
                  <a:gd name="T14" fmla="*/ 215 w 75"/>
                  <a:gd name="T15" fmla="*/ 5 h 60"/>
                  <a:gd name="T16" fmla="*/ 237 w 75"/>
                  <a:gd name="T17" fmla="*/ 13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60">
                    <a:moveTo>
                      <a:pt x="69" y="4"/>
                    </a:moveTo>
                    <a:cubicBezTo>
                      <a:pt x="71" y="6"/>
                      <a:pt x="75" y="9"/>
                      <a:pt x="73" y="13"/>
                    </a:cubicBezTo>
                    <a:cubicBezTo>
                      <a:pt x="70" y="17"/>
                      <a:pt x="64" y="20"/>
                      <a:pt x="60" y="22"/>
                    </a:cubicBezTo>
                    <a:cubicBezTo>
                      <a:pt x="52" y="27"/>
                      <a:pt x="49" y="30"/>
                      <a:pt x="41" y="35"/>
                    </a:cubicBezTo>
                    <a:cubicBezTo>
                      <a:pt x="30" y="43"/>
                      <a:pt x="13" y="54"/>
                      <a:pt x="0" y="60"/>
                    </a:cubicBezTo>
                    <a:cubicBezTo>
                      <a:pt x="9" y="55"/>
                      <a:pt x="19" y="48"/>
                      <a:pt x="27" y="43"/>
                    </a:cubicBezTo>
                    <a:cubicBezTo>
                      <a:pt x="37" y="36"/>
                      <a:pt x="45" y="30"/>
                      <a:pt x="54" y="23"/>
                    </a:cubicBezTo>
                    <a:cubicBezTo>
                      <a:pt x="63" y="17"/>
                      <a:pt x="73" y="5"/>
                      <a:pt x="63" y="1"/>
                    </a:cubicBezTo>
                    <a:cubicBezTo>
                      <a:pt x="66" y="0"/>
                      <a:pt x="67" y="2"/>
                      <a:pt x="69" y="3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9" name="Freeform 735">
                <a:extLst>
                  <a:ext uri="{FF2B5EF4-FFF2-40B4-BE49-F238E27FC236}">
                    <a16:creationId xmlns:a16="http://schemas.microsoft.com/office/drawing/2014/main" id="{FEB6C077-4A61-43A2-91AF-180E851F3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1189"/>
                <a:ext cx="26" cy="22"/>
              </a:xfrm>
              <a:custGeom>
                <a:avLst/>
                <a:gdLst>
                  <a:gd name="T0" fmla="*/ 32 w 17"/>
                  <a:gd name="T1" fmla="*/ 8 h 14"/>
                  <a:gd name="T2" fmla="*/ 49 w 17"/>
                  <a:gd name="T3" fmla="*/ 8 h 14"/>
                  <a:gd name="T4" fmla="*/ 18 w 17"/>
                  <a:gd name="T5" fmla="*/ 47 h 14"/>
                  <a:gd name="T6" fmla="*/ 0 w 17"/>
                  <a:gd name="T7" fmla="*/ 55 h 14"/>
                  <a:gd name="T8" fmla="*/ 26 w 17"/>
                  <a:gd name="T9" fmla="*/ 42 h 14"/>
                  <a:gd name="T10" fmla="*/ 57 w 17"/>
                  <a:gd name="T11" fmla="*/ 5 h 14"/>
                  <a:gd name="T12" fmla="*/ 32 w 17"/>
                  <a:gd name="T13" fmla="*/ 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4">
                    <a:moveTo>
                      <a:pt x="9" y="2"/>
                    </a:moveTo>
                    <a:cubicBezTo>
                      <a:pt x="11" y="1"/>
                      <a:pt x="13" y="1"/>
                      <a:pt x="14" y="2"/>
                    </a:cubicBezTo>
                    <a:cubicBezTo>
                      <a:pt x="15" y="4"/>
                      <a:pt x="11" y="8"/>
                      <a:pt x="5" y="12"/>
                    </a:cubicBezTo>
                    <a:cubicBezTo>
                      <a:pt x="3" y="13"/>
                      <a:pt x="2" y="14"/>
                      <a:pt x="0" y="14"/>
                    </a:cubicBezTo>
                    <a:cubicBezTo>
                      <a:pt x="2" y="14"/>
                      <a:pt x="5" y="12"/>
                      <a:pt x="7" y="11"/>
                    </a:cubicBezTo>
                    <a:cubicBezTo>
                      <a:pt x="13" y="7"/>
                      <a:pt x="17" y="3"/>
                      <a:pt x="16" y="1"/>
                    </a:cubicBezTo>
                    <a:cubicBezTo>
                      <a:pt x="15" y="0"/>
                      <a:pt x="13" y="1"/>
                      <a:pt x="9" y="2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0" name="Freeform 736">
                <a:extLst>
                  <a:ext uri="{FF2B5EF4-FFF2-40B4-BE49-F238E27FC236}">
                    <a16:creationId xmlns:a16="http://schemas.microsoft.com/office/drawing/2014/main" id="{2DC62A09-0988-4973-9AA9-8A709A08F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192"/>
                <a:ext cx="24" cy="19"/>
              </a:xfrm>
              <a:custGeom>
                <a:avLst/>
                <a:gdLst>
                  <a:gd name="T0" fmla="*/ 8 w 16"/>
                  <a:gd name="T1" fmla="*/ 43 h 12"/>
                  <a:gd name="T2" fmla="*/ 35 w 16"/>
                  <a:gd name="T3" fmla="*/ 13 h 12"/>
                  <a:gd name="T4" fmla="*/ 54 w 16"/>
                  <a:gd name="T5" fmla="*/ 0 h 12"/>
                  <a:gd name="T6" fmla="*/ 27 w 16"/>
                  <a:gd name="T7" fmla="*/ 16 h 12"/>
                  <a:gd name="T8" fmla="*/ 5 w 16"/>
                  <a:gd name="T9" fmla="*/ 43 h 12"/>
                  <a:gd name="T10" fmla="*/ 18 w 16"/>
                  <a:gd name="T11" fmla="*/ 43 h 12"/>
                  <a:gd name="T12" fmla="*/ 8 w 16"/>
                  <a:gd name="T13" fmla="*/ 4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2" y="11"/>
                    </a:moveTo>
                    <a:cubicBezTo>
                      <a:pt x="1" y="9"/>
                      <a:pt x="5" y="6"/>
                      <a:pt x="10" y="3"/>
                    </a:cubicBezTo>
                    <a:cubicBezTo>
                      <a:pt x="12" y="2"/>
                      <a:pt x="14" y="1"/>
                      <a:pt x="16" y="0"/>
                    </a:cubicBezTo>
                    <a:cubicBezTo>
                      <a:pt x="14" y="0"/>
                      <a:pt x="11" y="2"/>
                      <a:pt x="8" y="4"/>
                    </a:cubicBezTo>
                    <a:cubicBezTo>
                      <a:pt x="3" y="6"/>
                      <a:pt x="0" y="10"/>
                      <a:pt x="1" y="11"/>
                    </a:cubicBezTo>
                    <a:cubicBezTo>
                      <a:pt x="1" y="12"/>
                      <a:pt x="3" y="12"/>
                      <a:pt x="5" y="11"/>
                    </a:cubicBezTo>
                    <a:cubicBezTo>
                      <a:pt x="4" y="11"/>
                      <a:pt x="3" y="11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1" name="Freeform 737">
                <a:extLst>
                  <a:ext uri="{FF2B5EF4-FFF2-40B4-BE49-F238E27FC236}">
                    <a16:creationId xmlns:a16="http://schemas.microsoft.com/office/drawing/2014/main" id="{8D6EB6B5-2A55-428B-8268-28AA2E5B4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139"/>
                <a:ext cx="179" cy="131"/>
              </a:xfrm>
              <a:custGeom>
                <a:avLst/>
                <a:gdLst>
                  <a:gd name="T0" fmla="*/ 59 w 119"/>
                  <a:gd name="T1" fmla="*/ 321 h 82"/>
                  <a:gd name="T2" fmla="*/ 59 w 119"/>
                  <a:gd name="T3" fmla="*/ 321 h 82"/>
                  <a:gd name="T4" fmla="*/ 27 w 119"/>
                  <a:gd name="T5" fmla="*/ 320 h 82"/>
                  <a:gd name="T6" fmla="*/ 12 w 119"/>
                  <a:gd name="T7" fmla="*/ 281 h 82"/>
                  <a:gd name="T8" fmla="*/ 48 w 119"/>
                  <a:gd name="T9" fmla="*/ 227 h 82"/>
                  <a:gd name="T10" fmla="*/ 217 w 119"/>
                  <a:gd name="T11" fmla="*/ 107 h 82"/>
                  <a:gd name="T12" fmla="*/ 337 w 119"/>
                  <a:gd name="T13" fmla="*/ 16 h 82"/>
                  <a:gd name="T14" fmla="*/ 381 w 119"/>
                  <a:gd name="T15" fmla="*/ 8 h 82"/>
                  <a:gd name="T16" fmla="*/ 399 w 119"/>
                  <a:gd name="T17" fmla="*/ 46 h 82"/>
                  <a:gd name="T18" fmla="*/ 387 w 119"/>
                  <a:gd name="T19" fmla="*/ 77 h 82"/>
                  <a:gd name="T20" fmla="*/ 224 w 119"/>
                  <a:gd name="T21" fmla="*/ 206 h 82"/>
                  <a:gd name="T22" fmla="*/ 59 w 119"/>
                  <a:gd name="T23" fmla="*/ 321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9" h="82">
                    <a:moveTo>
                      <a:pt x="17" y="79"/>
                    </a:moveTo>
                    <a:cubicBezTo>
                      <a:pt x="17" y="79"/>
                      <a:pt x="17" y="79"/>
                      <a:pt x="17" y="79"/>
                    </a:cubicBezTo>
                    <a:cubicBezTo>
                      <a:pt x="14" y="81"/>
                      <a:pt x="11" y="82"/>
                      <a:pt x="8" y="78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2" y="67"/>
                      <a:pt x="0" y="64"/>
                      <a:pt x="14" y="5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104" y="1"/>
                      <a:pt x="110" y="0"/>
                      <a:pt x="112" y="2"/>
                    </a:cubicBezTo>
                    <a:cubicBezTo>
                      <a:pt x="117" y="11"/>
                      <a:pt x="117" y="11"/>
                      <a:pt x="117" y="11"/>
                    </a:cubicBezTo>
                    <a:cubicBezTo>
                      <a:pt x="119" y="14"/>
                      <a:pt x="118" y="17"/>
                      <a:pt x="114" y="19"/>
                    </a:cubicBezTo>
                    <a:cubicBezTo>
                      <a:pt x="114" y="19"/>
                      <a:pt x="77" y="44"/>
                      <a:pt x="66" y="51"/>
                    </a:cubicBezTo>
                    <a:cubicBezTo>
                      <a:pt x="56" y="57"/>
                      <a:pt x="17" y="79"/>
                      <a:pt x="17" y="7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2" name="Freeform 738">
                <a:extLst>
                  <a:ext uri="{FF2B5EF4-FFF2-40B4-BE49-F238E27FC236}">
                    <a16:creationId xmlns:a16="http://schemas.microsoft.com/office/drawing/2014/main" id="{46B6799E-90FF-4B20-B684-A0E294180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7" y="990"/>
                <a:ext cx="156" cy="167"/>
              </a:xfrm>
              <a:custGeom>
                <a:avLst/>
                <a:gdLst>
                  <a:gd name="T0" fmla="*/ 68 w 104"/>
                  <a:gd name="T1" fmla="*/ 416 h 104"/>
                  <a:gd name="T2" fmla="*/ 68 w 104"/>
                  <a:gd name="T3" fmla="*/ 416 h 104"/>
                  <a:gd name="T4" fmla="*/ 41 w 104"/>
                  <a:gd name="T5" fmla="*/ 416 h 104"/>
                  <a:gd name="T6" fmla="*/ 18 w 104"/>
                  <a:gd name="T7" fmla="*/ 384 h 104"/>
                  <a:gd name="T8" fmla="*/ 41 w 104"/>
                  <a:gd name="T9" fmla="*/ 323 h 104"/>
                  <a:gd name="T10" fmla="*/ 180 w 104"/>
                  <a:gd name="T11" fmla="*/ 149 h 104"/>
                  <a:gd name="T12" fmla="*/ 278 w 104"/>
                  <a:gd name="T13" fmla="*/ 29 h 104"/>
                  <a:gd name="T14" fmla="*/ 318 w 104"/>
                  <a:gd name="T15" fmla="*/ 8 h 104"/>
                  <a:gd name="T16" fmla="*/ 342 w 104"/>
                  <a:gd name="T17" fmla="*/ 35 h 104"/>
                  <a:gd name="T18" fmla="*/ 342 w 104"/>
                  <a:gd name="T19" fmla="*/ 75 h 104"/>
                  <a:gd name="T20" fmla="*/ 207 w 104"/>
                  <a:gd name="T21" fmla="*/ 247 h 104"/>
                  <a:gd name="T22" fmla="*/ 68 w 104"/>
                  <a:gd name="T23" fmla="*/ 416 h 1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4" h="104">
                    <a:moveTo>
                      <a:pt x="20" y="100"/>
                    </a:moveTo>
                    <a:cubicBezTo>
                      <a:pt x="20" y="100"/>
                      <a:pt x="20" y="100"/>
                      <a:pt x="20" y="100"/>
                    </a:cubicBezTo>
                    <a:cubicBezTo>
                      <a:pt x="18" y="102"/>
                      <a:pt x="15" y="104"/>
                      <a:pt x="12" y="100"/>
                    </a:cubicBezTo>
                    <a:cubicBezTo>
                      <a:pt x="5" y="93"/>
                      <a:pt x="5" y="93"/>
                      <a:pt x="5" y="93"/>
                    </a:cubicBezTo>
                    <a:cubicBezTo>
                      <a:pt x="3" y="91"/>
                      <a:pt x="0" y="89"/>
                      <a:pt x="12" y="78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86" y="2"/>
                      <a:pt x="92" y="0"/>
                      <a:pt x="94" y="2"/>
                    </a:cubicBezTo>
                    <a:cubicBezTo>
                      <a:pt x="101" y="9"/>
                      <a:pt x="101" y="9"/>
                      <a:pt x="101" y="9"/>
                    </a:cubicBezTo>
                    <a:cubicBezTo>
                      <a:pt x="104" y="12"/>
                      <a:pt x="104" y="15"/>
                      <a:pt x="101" y="18"/>
                    </a:cubicBezTo>
                    <a:cubicBezTo>
                      <a:pt x="100" y="18"/>
                      <a:pt x="70" y="51"/>
                      <a:pt x="61" y="60"/>
                    </a:cubicBezTo>
                    <a:cubicBezTo>
                      <a:pt x="53" y="69"/>
                      <a:pt x="20" y="99"/>
                      <a:pt x="20" y="100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3" name="Freeform 739">
                <a:extLst>
                  <a:ext uri="{FF2B5EF4-FFF2-40B4-BE49-F238E27FC236}">
                    <a16:creationId xmlns:a16="http://schemas.microsoft.com/office/drawing/2014/main" id="{2C0D846E-425E-4AE6-B5F8-B0C92612C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1051"/>
                <a:ext cx="30" cy="34"/>
              </a:xfrm>
              <a:custGeom>
                <a:avLst/>
                <a:gdLst>
                  <a:gd name="T0" fmla="*/ 66 w 20"/>
                  <a:gd name="T1" fmla="*/ 8 h 21"/>
                  <a:gd name="T2" fmla="*/ 45 w 20"/>
                  <a:gd name="T3" fmla="*/ 55 h 21"/>
                  <a:gd name="T4" fmla="*/ 5 w 20"/>
                  <a:gd name="T5" fmla="*/ 81 h 21"/>
                  <a:gd name="T6" fmla="*/ 27 w 20"/>
                  <a:gd name="T7" fmla="*/ 34 h 21"/>
                  <a:gd name="T8" fmla="*/ 66 w 20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9" y="2"/>
                    </a:moveTo>
                    <a:cubicBezTo>
                      <a:pt x="20" y="3"/>
                      <a:pt x="17" y="8"/>
                      <a:pt x="13" y="13"/>
                    </a:cubicBezTo>
                    <a:cubicBezTo>
                      <a:pt x="8" y="18"/>
                      <a:pt x="3" y="21"/>
                      <a:pt x="1" y="19"/>
                    </a:cubicBezTo>
                    <a:cubicBezTo>
                      <a:pt x="0" y="18"/>
                      <a:pt x="3" y="13"/>
                      <a:pt x="8" y="8"/>
                    </a:cubicBezTo>
                    <a:cubicBezTo>
                      <a:pt x="12" y="3"/>
                      <a:pt x="17" y="0"/>
                      <a:pt x="19" y="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4" name="Freeform 740">
                <a:extLst>
                  <a:ext uri="{FF2B5EF4-FFF2-40B4-BE49-F238E27FC236}">
                    <a16:creationId xmlns:a16="http://schemas.microsoft.com/office/drawing/2014/main" id="{E217F4A0-5D8B-434C-809F-43127E0B8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1053"/>
                <a:ext cx="30" cy="33"/>
              </a:xfrm>
              <a:custGeom>
                <a:avLst/>
                <a:gdLst>
                  <a:gd name="T0" fmla="*/ 62 w 20"/>
                  <a:gd name="T1" fmla="*/ 5 h 21"/>
                  <a:gd name="T2" fmla="*/ 41 w 20"/>
                  <a:gd name="T3" fmla="*/ 49 h 21"/>
                  <a:gd name="T4" fmla="*/ 5 w 20"/>
                  <a:gd name="T5" fmla="*/ 74 h 21"/>
                  <a:gd name="T6" fmla="*/ 26 w 20"/>
                  <a:gd name="T7" fmla="*/ 31 h 21"/>
                  <a:gd name="T8" fmla="*/ 62 w 20"/>
                  <a:gd name="T9" fmla="*/ 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8" y="1"/>
                    </a:moveTo>
                    <a:cubicBezTo>
                      <a:pt x="20" y="3"/>
                      <a:pt x="17" y="8"/>
                      <a:pt x="12" y="13"/>
                    </a:cubicBezTo>
                    <a:cubicBezTo>
                      <a:pt x="7" y="18"/>
                      <a:pt x="2" y="21"/>
                      <a:pt x="1" y="19"/>
                    </a:cubicBezTo>
                    <a:cubicBezTo>
                      <a:pt x="0" y="18"/>
                      <a:pt x="2" y="13"/>
                      <a:pt x="7" y="8"/>
                    </a:cubicBezTo>
                    <a:cubicBezTo>
                      <a:pt x="12" y="3"/>
                      <a:pt x="17" y="0"/>
                      <a:pt x="18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5" name="Freeform 741">
                <a:extLst>
                  <a:ext uri="{FF2B5EF4-FFF2-40B4-BE49-F238E27FC236}">
                    <a16:creationId xmlns:a16="http://schemas.microsoft.com/office/drawing/2014/main" id="{10D0DA9A-BFE7-4D0F-AFB8-3E338876D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1072"/>
                <a:ext cx="52" cy="73"/>
              </a:xfrm>
              <a:custGeom>
                <a:avLst/>
                <a:gdLst>
                  <a:gd name="T0" fmla="*/ 15 w 35"/>
                  <a:gd name="T1" fmla="*/ 179 h 46"/>
                  <a:gd name="T2" fmla="*/ 0 w 35"/>
                  <a:gd name="T3" fmla="*/ 149 h 46"/>
                  <a:gd name="T4" fmla="*/ 27 w 35"/>
                  <a:gd name="T5" fmla="*/ 108 h 46"/>
                  <a:gd name="T6" fmla="*/ 73 w 35"/>
                  <a:gd name="T7" fmla="*/ 52 h 46"/>
                  <a:gd name="T8" fmla="*/ 92 w 35"/>
                  <a:gd name="T9" fmla="*/ 25 h 46"/>
                  <a:gd name="T10" fmla="*/ 114 w 35"/>
                  <a:gd name="T11" fmla="*/ 0 h 46"/>
                  <a:gd name="T12" fmla="*/ 28 w 35"/>
                  <a:gd name="T13" fmla="*/ 111 h 46"/>
                  <a:gd name="T14" fmla="*/ 13 w 35"/>
                  <a:gd name="T15" fmla="*/ 156 h 46"/>
                  <a:gd name="T16" fmla="*/ 27 w 35"/>
                  <a:gd name="T17" fmla="*/ 184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46">
                    <a:moveTo>
                      <a:pt x="5" y="45"/>
                    </a:moveTo>
                    <a:cubicBezTo>
                      <a:pt x="4" y="43"/>
                      <a:pt x="0" y="40"/>
                      <a:pt x="0" y="37"/>
                    </a:cubicBezTo>
                    <a:cubicBezTo>
                      <a:pt x="1" y="34"/>
                      <a:pt x="5" y="30"/>
                      <a:pt x="8" y="27"/>
                    </a:cubicBezTo>
                    <a:cubicBezTo>
                      <a:pt x="12" y="22"/>
                      <a:pt x="17" y="17"/>
                      <a:pt x="22" y="13"/>
                    </a:cubicBezTo>
                    <a:cubicBezTo>
                      <a:pt x="24" y="10"/>
                      <a:pt x="26" y="8"/>
                      <a:pt x="28" y="6"/>
                    </a:cubicBezTo>
                    <a:cubicBezTo>
                      <a:pt x="30" y="4"/>
                      <a:pt x="32" y="1"/>
                      <a:pt x="35" y="0"/>
                    </a:cubicBezTo>
                    <a:cubicBezTo>
                      <a:pt x="28" y="10"/>
                      <a:pt x="17" y="19"/>
                      <a:pt x="9" y="28"/>
                    </a:cubicBezTo>
                    <a:cubicBezTo>
                      <a:pt x="6" y="32"/>
                      <a:pt x="4" y="35"/>
                      <a:pt x="4" y="39"/>
                    </a:cubicBezTo>
                    <a:cubicBezTo>
                      <a:pt x="5" y="42"/>
                      <a:pt x="6" y="44"/>
                      <a:pt x="8" y="46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6" name="Freeform 742">
                <a:extLst>
                  <a:ext uri="{FF2B5EF4-FFF2-40B4-BE49-F238E27FC236}">
                    <a16:creationId xmlns:a16="http://schemas.microsoft.com/office/drawing/2014/main" id="{A9E4C238-B81D-41A1-920B-12CC0C54A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997"/>
                <a:ext cx="91" cy="118"/>
              </a:xfrm>
              <a:custGeom>
                <a:avLst/>
                <a:gdLst>
                  <a:gd name="T0" fmla="*/ 176 w 61"/>
                  <a:gd name="T1" fmla="*/ 8 h 74"/>
                  <a:gd name="T2" fmla="*/ 195 w 61"/>
                  <a:gd name="T3" fmla="*/ 46 h 74"/>
                  <a:gd name="T4" fmla="*/ 163 w 61"/>
                  <a:gd name="T5" fmla="*/ 94 h 74"/>
                  <a:gd name="T6" fmla="*/ 113 w 61"/>
                  <a:gd name="T7" fmla="*/ 158 h 74"/>
                  <a:gd name="T8" fmla="*/ 0 w 61"/>
                  <a:gd name="T9" fmla="*/ 300 h 74"/>
                  <a:gd name="T10" fmla="*/ 73 w 61"/>
                  <a:gd name="T11" fmla="*/ 204 h 74"/>
                  <a:gd name="T12" fmla="*/ 146 w 61"/>
                  <a:gd name="T13" fmla="*/ 102 h 74"/>
                  <a:gd name="T14" fmla="*/ 155 w 61"/>
                  <a:gd name="T15" fmla="*/ 5 h 74"/>
                  <a:gd name="T16" fmla="*/ 176 w 61"/>
                  <a:gd name="T17" fmla="*/ 8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74">
                    <a:moveTo>
                      <a:pt x="53" y="2"/>
                    </a:moveTo>
                    <a:cubicBezTo>
                      <a:pt x="56" y="5"/>
                      <a:pt x="61" y="6"/>
                      <a:pt x="59" y="11"/>
                    </a:cubicBezTo>
                    <a:cubicBezTo>
                      <a:pt x="58" y="15"/>
                      <a:pt x="52" y="20"/>
                      <a:pt x="49" y="23"/>
                    </a:cubicBezTo>
                    <a:cubicBezTo>
                      <a:pt x="42" y="30"/>
                      <a:pt x="40" y="33"/>
                      <a:pt x="34" y="39"/>
                    </a:cubicBezTo>
                    <a:cubicBezTo>
                      <a:pt x="24" y="50"/>
                      <a:pt x="11" y="65"/>
                      <a:pt x="0" y="74"/>
                    </a:cubicBezTo>
                    <a:cubicBezTo>
                      <a:pt x="7" y="67"/>
                      <a:pt x="16" y="58"/>
                      <a:pt x="22" y="50"/>
                    </a:cubicBezTo>
                    <a:cubicBezTo>
                      <a:pt x="30" y="42"/>
                      <a:pt x="36" y="34"/>
                      <a:pt x="44" y="25"/>
                    </a:cubicBezTo>
                    <a:cubicBezTo>
                      <a:pt x="50" y="17"/>
                      <a:pt x="57" y="3"/>
                      <a:pt x="47" y="1"/>
                    </a:cubicBezTo>
                    <a:cubicBezTo>
                      <a:pt x="50" y="0"/>
                      <a:pt x="51" y="1"/>
                      <a:pt x="53" y="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7" name="Freeform 743">
                <a:extLst>
                  <a:ext uri="{FF2B5EF4-FFF2-40B4-BE49-F238E27FC236}">
                    <a16:creationId xmlns:a16="http://schemas.microsoft.com/office/drawing/2014/main" id="{2D07674C-D4F4-4F84-B5F6-5849F522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1053"/>
                <a:ext cx="21" cy="28"/>
              </a:xfrm>
              <a:custGeom>
                <a:avLst/>
                <a:gdLst>
                  <a:gd name="T0" fmla="*/ 21 w 14"/>
                  <a:gd name="T1" fmla="*/ 14 h 18"/>
                  <a:gd name="T2" fmla="*/ 39 w 14"/>
                  <a:gd name="T3" fmla="*/ 12 h 18"/>
                  <a:gd name="T4" fmla="*/ 14 w 14"/>
                  <a:gd name="T5" fmla="*/ 53 h 18"/>
                  <a:gd name="T6" fmla="*/ 0 w 14"/>
                  <a:gd name="T7" fmla="*/ 68 h 18"/>
                  <a:gd name="T8" fmla="*/ 21 w 14"/>
                  <a:gd name="T9" fmla="*/ 48 h 18"/>
                  <a:gd name="T10" fmla="*/ 45 w 14"/>
                  <a:gd name="T11" fmla="*/ 5 h 18"/>
                  <a:gd name="T12" fmla="*/ 21 w 14"/>
                  <a:gd name="T13" fmla="*/ 1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8">
                    <a:moveTo>
                      <a:pt x="6" y="4"/>
                    </a:moveTo>
                    <a:cubicBezTo>
                      <a:pt x="8" y="3"/>
                      <a:pt x="10" y="2"/>
                      <a:pt x="11" y="3"/>
                    </a:cubicBezTo>
                    <a:cubicBezTo>
                      <a:pt x="12" y="4"/>
                      <a:pt x="9" y="9"/>
                      <a:pt x="4" y="14"/>
                    </a:cubicBezTo>
                    <a:cubicBezTo>
                      <a:pt x="3" y="16"/>
                      <a:pt x="2" y="17"/>
                      <a:pt x="0" y="18"/>
                    </a:cubicBezTo>
                    <a:cubicBezTo>
                      <a:pt x="2" y="17"/>
                      <a:pt x="4" y="15"/>
                      <a:pt x="6" y="13"/>
                    </a:cubicBezTo>
                    <a:cubicBezTo>
                      <a:pt x="11" y="8"/>
                      <a:pt x="14" y="3"/>
                      <a:pt x="13" y="1"/>
                    </a:cubicBezTo>
                    <a:cubicBezTo>
                      <a:pt x="12" y="0"/>
                      <a:pt x="9" y="2"/>
                      <a:pt x="6" y="4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8" name="Freeform 744">
                <a:extLst>
                  <a:ext uri="{FF2B5EF4-FFF2-40B4-BE49-F238E27FC236}">
                    <a16:creationId xmlns:a16="http://schemas.microsoft.com/office/drawing/2014/main" id="{F8C2CA94-30DD-4911-A515-91483AD20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1057"/>
                <a:ext cx="20" cy="24"/>
              </a:xfrm>
              <a:custGeom>
                <a:avLst/>
                <a:gdLst>
                  <a:gd name="T0" fmla="*/ 8 w 13"/>
                  <a:gd name="T1" fmla="*/ 56 h 15"/>
                  <a:gd name="T2" fmla="*/ 26 w 13"/>
                  <a:gd name="T3" fmla="*/ 16 h 15"/>
                  <a:gd name="T4" fmla="*/ 48 w 13"/>
                  <a:gd name="T5" fmla="*/ 0 h 15"/>
                  <a:gd name="T6" fmla="*/ 22 w 13"/>
                  <a:gd name="T7" fmla="*/ 21 h 15"/>
                  <a:gd name="T8" fmla="*/ 5 w 13"/>
                  <a:gd name="T9" fmla="*/ 56 h 15"/>
                  <a:gd name="T10" fmla="*/ 18 w 13"/>
                  <a:gd name="T11" fmla="*/ 54 h 15"/>
                  <a:gd name="T12" fmla="*/ 8 w 13"/>
                  <a:gd name="T13" fmla="*/ 56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5">
                    <a:moveTo>
                      <a:pt x="2" y="14"/>
                    </a:moveTo>
                    <a:cubicBezTo>
                      <a:pt x="1" y="12"/>
                      <a:pt x="4" y="8"/>
                      <a:pt x="7" y="4"/>
                    </a:cubicBezTo>
                    <a:cubicBezTo>
                      <a:pt x="9" y="3"/>
                      <a:pt x="11" y="1"/>
                      <a:pt x="13" y="0"/>
                    </a:cubicBezTo>
                    <a:cubicBezTo>
                      <a:pt x="11" y="1"/>
                      <a:pt x="8" y="3"/>
                      <a:pt x="6" y="5"/>
                    </a:cubicBezTo>
                    <a:cubicBezTo>
                      <a:pt x="2" y="9"/>
                      <a:pt x="0" y="13"/>
                      <a:pt x="1" y="14"/>
                    </a:cubicBezTo>
                    <a:cubicBezTo>
                      <a:pt x="1" y="15"/>
                      <a:pt x="3" y="15"/>
                      <a:pt x="5" y="13"/>
                    </a:cubicBezTo>
                    <a:cubicBezTo>
                      <a:pt x="4" y="14"/>
                      <a:pt x="3" y="14"/>
                      <a:pt x="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9" name="Freeform 745">
                <a:extLst>
                  <a:ext uri="{FF2B5EF4-FFF2-40B4-BE49-F238E27FC236}">
                    <a16:creationId xmlns:a16="http://schemas.microsoft.com/office/drawing/2014/main" id="{898ACD1C-B1A3-4E1C-A7A6-058F568D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7" y="990"/>
                <a:ext cx="156" cy="167"/>
              </a:xfrm>
              <a:custGeom>
                <a:avLst/>
                <a:gdLst>
                  <a:gd name="T0" fmla="*/ 68 w 104"/>
                  <a:gd name="T1" fmla="*/ 416 h 104"/>
                  <a:gd name="T2" fmla="*/ 68 w 104"/>
                  <a:gd name="T3" fmla="*/ 416 h 104"/>
                  <a:gd name="T4" fmla="*/ 41 w 104"/>
                  <a:gd name="T5" fmla="*/ 416 h 104"/>
                  <a:gd name="T6" fmla="*/ 18 w 104"/>
                  <a:gd name="T7" fmla="*/ 384 h 104"/>
                  <a:gd name="T8" fmla="*/ 41 w 104"/>
                  <a:gd name="T9" fmla="*/ 323 h 104"/>
                  <a:gd name="T10" fmla="*/ 180 w 104"/>
                  <a:gd name="T11" fmla="*/ 149 h 104"/>
                  <a:gd name="T12" fmla="*/ 278 w 104"/>
                  <a:gd name="T13" fmla="*/ 29 h 104"/>
                  <a:gd name="T14" fmla="*/ 318 w 104"/>
                  <a:gd name="T15" fmla="*/ 8 h 104"/>
                  <a:gd name="T16" fmla="*/ 342 w 104"/>
                  <a:gd name="T17" fmla="*/ 35 h 104"/>
                  <a:gd name="T18" fmla="*/ 342 w 104"/>
                  <a:gd name="T19" fmla="*/ 75 h 104"/>
                  <a:gd name="T20" fmla="*/ 207 w 104"/>
                  <a:gd name="T21" fmla="*/ 247 h 104"/>
                  <a:gd name="T22" fmla="*/ 68 w 104"/>
                  <a:gd name="T23" fmla="*/ 416 h 1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4" h="104">
                    <a:moveTo>
                      <a:pt x="20" y="100"/>
                    </a:moveTo>
                    <a:cubicBezTo>
                      <a:pt x="20" y="100"/>
                      <a:pt x="20" y="100"/>
                      <a:pt x="20" y="100"/>
                    </a:cubicBezTo>
                    <a:cubicBezTo>
                      <a:pt x="18" y="102"/>
                      <a:pt x="15" y="104"/>
                      <a:pt x="12" y="100"/>
                    </a:cubicBezTo>
                    <a:cubicBezTo>
                      <a:pt x="5" y="93"/>
                      <a:pt x="5" y="93"/>
                      <a:pt x="5" y="93"/>
                    </a:cubicBezTo>
                    <a:cubicBezTo>
                      <a:pt x="3" y="91"/>
                      <a:pt x="0" y="89"/>
                      <a:pt x="12" y="78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86" y="2"/>
                      <a:pt x="92" y="0"/>
                      <a:pt x="94" y="2"/>
                    </a:cubicBezTo>
                    <a:cubicBezTo>
                      <a:pt x="101" y="9"/>
                      <a:pt x="101" y="9"/>
                      <a:pt x="101" y="9"/>
                    </a:cubicBezTo>
                    <a:cubicBezTo>
                      <a:pt x="104" y="12"/>
                      <a:pt x="104" y="15"/>
                      <a:pt x="101" y="18"/>
                    </a:cubicBezTo>
                    <a:cubicBezTo>
                      <a:pt x="100" y="18"/>
                      <a:pt x="70" y="51"/>
                      <a:pt x="61" y="60"/>
                    </a:cubicBezTo>
                    <a:cubicBezTo>
                      <a:pt x="53" y="69"/>
                      <a:pt x="20" y="99"/>
                      <a:pt x="20" y="10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0" name="Freeform 746">
                <a:extLst>
                  <a:ext uri="{FF2B5EF4-FFF2-40B4-BE49-F238E27FC236}">
                    <a16:creationId xmlns:a16="http://schemas.microsoft.com/office/drawing/2014/main" id="{01624501-55BA-440E-9AA5-836EC7DFB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822"/>
                <a:ext cx="141" cy="179"/>
              </a:xfrm>
              <a:custGeom>
                <a:avLst/>
                <a:gdLst>
                  <a:gd name="T0" fmla="*/ 72 w 94"/>
                  <a:gd name="T1" fmla="*/ 436 h 112"/>
                  <a:gd name="T2" fmla="*/ 72 w 94"/>
                  <a:gd name="T3" fmla="*/ 436 h 112"/>
                  <a:gd name="T4" fmla="*/ 45 w 94"/>
                  <a:gd name="T5" fmla="*/ 444 h 112"/>
                  <a:gd name="T6" fmla="*/ 18 w 94"/>
                  <a:gd name="T7" fmla="*/ 422 h 112"/>
                  <a:gd name="T8" fmla="*/ 35 w 94"/>
                  <a:gd name="T9" fmla="*/ 355 h 112"/>
                  <a:gd name="T10" fmla="*/ 161 w 94"/>
                  <a:gd name="T11" fmla="*/ 163 h 112"/>
                  <a:gd name="T12" fmla="*/ 242 w 94"/>
                  <a:gd name="T13" fmla="*/ 34 h 112"/>
                  <a:gd name="T14" fmla="*/ 282 w 94"/>
                  <a:gd name="T15" fmla="*/ 8 h 112"/>
                  <a:gd name="T16" fmla="*/ 309 w 94"/>
                  <a:gd name="T17" fmla="*/ 34 h 112"/>
                  <a:gd name="T18" fmla="*/ 309 w 94"/>
                  <a:gd name="T19" fmla="*/ 67 h 112"/>
                  <a:gd name="T20" fmla="*/ 194 w 94"/>
                  <a:gd name="T21" fmla="*/ 257 h 112"/>
                  <a:gd name="T22" fmla="*/ 72 w 94"/>
                  <a:gd name="T23" fmla="*/ 436 h 1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112">
                    <a:moveTo>
                      <a:pt x="21" y="107"/>
                    </a:moveTo>
                    <a:cubicBezTo>
                      <a:pt x="21" y="107"/>
                      <a:pt x="21" y="107"/>
                      <a:pt x="21" y="107"/>
                    </a:cubicBezTo>
                    <a:cubicBezTo>
                      <a:pt x="19" y="110"/>
                      <a:pt x="17" y="112"/>
                      <a:pt x="13" y="109"/>
                    </a:cubicBezTo>
                    <a:cubicBezTo>
                      <a:pt x="5" y="103"/>
                      <a:pt x="5" y="103"/>
                      <a:pt x="5" y="103"/>
                    </a:cubicBezTo>
                    <a:cubicBezTo>
                      <a:pt x="3" y="101"/>
                      <a:pt x="0" y="99"/>
                      <a:pt x="10" y="87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5" y="3"/>
                      <a:pt x="80" y="0"/>
                      <a:pt x="83" y="2"/>
                    </a:cubicBezTo>
                    <a:cubicBezTo>
                      <a:pt x="91" y="8"/>
                      <a:pt x="91" y="8"/>
                      <a:pt x="91" y="8"/>
                    </a:cubicBezTo>
                    <a:cubicBezTo>
                      <a:pt x="94" y="10"/>
                      <a:pt x="94" y="13"/>
                      <a:pt x="91" y="16"/>
                    </a:cubicBezTo>
                    <a:cubicBezTo>
                      <a:pt x="91" y="17"/>
                      <a:pt x="65" y="53"/>
                      <a:pt x="57" y="63"/>
                    </a:cubicBezTo>
                    <a:cubicBezTo>
                      <a:pt x="50" y="73"/>
                      <a:pt x="21" y="107"/>
                      <a:pt x="21" y="10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1" name="Freeform 747">
                <a:extLst>
                  <a:ext uri="{FF2B5EF4-FFF2-40B4-BE49-F238E27FC236}">
                    <a16:creationId xmlns:a16="http://schemas.microsoft.com/office/drawing/2014/main" id="{582469B2-B4A5-4924-A27B-D6950B6DC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888"/>
                <a:ext cx="27" cy="35"/>
              </a:xfrm>
              <a:custGeom>
                <a:avLst/>
                <a:gdLst>
                  <a:gd name="T0" fmla="*/ 54 w 18"/>
                  <a:gd name="T1" fmla="*/ 5 h 22"/>
                  <a:gd name="T2" fmla="*/ 41 w 18"/>
                  <a:gd name="T3" fmla="*/ 53 h 22"/>
                  <a:gd name="T4" fmla="*/ 5 w 18"/>
                  <a:gd name="T5" fmla="*/ 84 h 22"/>
                  <a:gd name="T6" fmla="*/ 21 w 18"/>
                  <a:gd name="T7" fmla="*/ 35 h 22"/>
                  <a:gd name="T8" fmla="*/ 54 w 18"/>
                  <a:gd name="T9" fmla="*/ 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6" y="1"/>
                    </a:moveTo>
                    <a:cubicBezTo>
                      <a:pt x="18" y="2"/>
                      <a:pt x="16" y="8"/>
                      <a:pt x="12" y="13"/>
                    </a:cubicBezTo>
                    <a:cubicBezTo>
                      <a:pt x="7" y="19"/>
                      <a:pt x="3" y="22"/>
                      <a:pt x="1" y="21"/>
                    </a:cubicBezTo>
                    <a:cubicBezTo>
                      <a:pt x="0" y="20"/>
                      <a:pt x="2" y="14"/>
                      <a:pt x="6" y="9"/>
                    </a:cubicBezTo>
                    <a:cubicBezTo>
                      <a:pt x="10" y="3"/>
                      <a:pt x="15" y="0"/>
                      <a:pt x="16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2" name="Freeform 748">
                <a:extLst>
                  <a:ext uri="{FF2B5EF4-FFF2-40B4-BE49-F238E27FC236}">
                    <a16:creationId xmlns:a16="http://schemas.microsoft.com/office/drawing/2014/main" id="{EC3F83AE-F6C3-4770-A2A9-B7F253405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889"/>
                <a:ext cx="28" cy="36"/>
              </a:xfrm>
              <a:custGeom>
                <a:avLst/>
                <a:gdLst>
                  <a:gd name="T0" fmla="*/ 55 w 19"/>
                  <a:gd name="T1" fmla="*/ 5 h 22"/>
                  <a:gd name="T2" fmla="*/ 40 w 19"/>
                  <a:gd name="T3" fmla="*/ 56 h 22"/>
                  <a:gd name="T4" fmla="*/ 6 w 19"/>
                  <a:gd name="T5" fmla="*/ 92 h 22"/>
                  <a:gd name="T6" fmla="*/ 22 w 19"/>
                  <a:gd name="T7" fmla="*/ 41 h 22"/>
                  <a:gd name="T8" fmla="*/ 55 w 19"/>
                  <a:gd name="T9" fmla="*/ 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2">
                    <a:moveTo>
                      <a:pt x="17" y="1"/>
                    </a:moveTo>
                    <a:cubicBezTo>
                      <a:pt x="19" y="2"/>
                      <a:pt x="17" y="8"/>
                      <a:pt x="12" y="13"/>
                    </a:cubicBezTo>
                    <a:cubicBezTo>
                      <a:pt x="8" y="19"/>
                      <a:pt x="4" y="22"/>
                      <a:pt x="2" y="21"/>
                    </a:cubicBezTo>
                    <a:cubicBezTo>
                      <a:pt x="0" y="20"/>
                      <a:pt x="3" y="14"/>
                      <a:pt x="7" y="9"/>
                    </a:cubicBezTo>
                    <a:cubicBezTo>
                      <a:pt x="11" y="4"/>
                      <a:pt x="16" y="0"/>
                      <a:pt x="17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3" name="Freeform 749">
                <a:extLst>
                  <a:ext uri="{FF2B5EF4-FFF2-40B4-BE49-F238E27FC236}">
                    <a16:creationId xmlns:a16="http://schemas.microsoft.com/office/drawing/2014/main" id="{E81B232F-08DA-4899-B461-7B47AA122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" y="912"/>
                <a:ext cx="45" cy="78"/>
              </a:xfrm>
              <a:custGeom>
                <a:avLst/>
                <a:gdLst>
                  <a:gd name="T0" fmla="*/ 21 w 30"/>
                  <a:gd name="T1" fmla="*/ 193 h 49"/>
                  <a:gd name="T2" fmla="*/ 0 w 30"/>
                  <a:gd name="T3" fmla="*/ 164 h 49"/>
                  <a:gd name="T4" fmla="*/ 21 w 30"/>
                  <a:gd name="T5" fmla="*/ 124 h 49"/>
                  <a:gd name="T6" fmla="*/ 66 w 30"/>
                  <a:gd name="T7" fmla="*/ 56 h 49"/>
                  <a:gd name="T8" fmla="*/ 81 w 30"/>
                  <a:gd name="T9" fmla="*/ 29 h 49"/>
                  <a:gd name="T10" fmla="*/ 102 w 30"/>
                  <a:gd name="T11" fmla="*/ 0 h 49"/>
                  <a:gd name="T12" fmla="*/ 27 w 30"/>
                  <a:gd name="T13" fmla="*/ 129 h 49"/>
                  <a:gd name="T14" fmla="*/ 14 w 30"/>
                  <a:gd name="T15" fmla="*/ 172 h 49"/>
                  <a:gd name="T16" fmla="*/ 32 w 30"/>
                  <a:gd name="T17" fmla="*/ 197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9">
                    <a:moveTo>
                      <a:pt x="6" y="48"/>
                    </a:moveTo>
                    <a:cubicBezTo>
                      <a:pt x="4" y="47"/>
                      <a:pt x="0" y="44"/>
                      <a:pt x="0" y="41"/>
                    </a:cubicBezTo>
                    <a:cubicBezTo>
                      <a:pt x="0" y="38"/>
                      <a:pt x="4" y="33"/>
                      <a:pt x="6" y="31"/>
                    </a:cubicBezTo>
                    <a:cubicBezTo>
                      <a:pt x="10" y="25"/>
                      <a:pt x="15" y="20"/>
                      <a:pt x="19" y="14"/>
                    </a:cubicBezTo>
                    <a:cubicBezTo>
                      <a:pt x="20" y="12"/>
                      <a:pt x="23" y="10"/>
                      <a:pt x="24" y="7"/>
                    </a:cubicBezTo>
                    <a:cubicBezTo>
                      <a:pt x="26" y="5"/>
                      <a:pt x="28" y="2"/>
                      <a:pt x="30" y="0"/>
                    </a:cubicBezTo>
                    <a:cubicBezTo>
                      <a:pt x="24" y="11"/>
                      <a:pt x="14" y="21"/>
                      <a:pt x="8" y="32"/>
                    </a:cubicBezTo>
                    <a:cubicBezTo>
                      <a:pt x="5" y="36"/>
                      <a:pt x="3" y="39"/>
                      <a:pt x="4" y="43"/>
                    </a:cubicBezTo>
                    <a:cubicBezTo>
                      <a:pt x="5" y="45"/>
                      <a:pt x="7" y="48"/>
                      <a:pt x="9" y="49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4" name="Freeform 750">
                <a:extLst>
                  <a:ext uri="{FF2B5EF4-FFF2-40B4-BE49-F238E27FC236}">
                    <a16:creationId xmlns:a16="http://schemas.microsoft.com/office/drawing/2014/main" id="{0A2799E5-99E6-4F02-845B-4C8476A86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827"/>
                <a:ext cx="78" cy="128"/>
              </a:xfrm>
              <a:custGeom>
                <a:avLst/>
                <a:gdLst>
                  <a:gd name="T0" fmla="*/ 153 w 52"/>
                  <a:gd name="T1" fmla="*/ 13 h 80"/>
                  <a:gd name="T2" fmla="*/ 174 w 52"/>
                  <a:gd name="T3" fmla="*/ 46 h 80"/>
                  <a:gd name="T4" fmla="*/ 147 w 52"/>
                  <a:gd name="T5" fmla="*/ 98 h 80"/>
                  <a:gd name="T6" fmla="*/ 102 w 52"/>
                  <a:gd name="T7" fmla="*/ 171 h 80"/>
                  <a:gd name="T8" fmla="*/ 0 w 52"/>
                  <a:gd name="T9" fmla="*/ 328 h 80"/>
                  <a:gd name="T10" fmla="*/ 68 w 52"/>
                  <a:gd name="T11" fmla="*/ 221 h 80"/>
                  <a:gd name="T12" fmla="*/ 129 w 52"/>
                  <a:gd name="T13" fmla="*/ 110 h 80"/>
                  <a:gd name="T14" fmla="*/ 129 w 52"/>
                  <a:gd name="T15" fmla="*/ 13 h 80"/>
                  <a:gd name="T16" fmla="*/ 149 w 52"/>
                  <a:gd name="T17" fmla="*/ 8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80">
                    <a:moveTo>
                      <a:pt x="45" y="3"/>
                    </a:moveTo>
                    <a:cubicBezTo>
                      <a:pt x="47" y="5"/>
                      <a:pt x="52" y="6"/>
                      <a:pt x="51" y="11"/>
                    </a:cubicBezTo>
                    <a:cubicBezTo>
                      <a:pt x="50" y="15"/>
                      <a:pt x="46" y="20"/>
                      <a:pt x="43" y="24"/>
                    </a:cubicBezTo>
                    <a:cubicBezTo>
                      <a:pt x="37" y="31"/>
                      <a:pt x="35" y="34"/>
                      <a:pt x="30" y="42"/>
                    </a:cubicBezTo>
                    <a:cubicBezTo>
                      <a:pt x="22" y="53"/>
                      <a:pt x="10" y="70"/>
                      <a:pt x="0" y="80"/>
                    </a:cubicBezTo>
                    <a:cubicBezTo>
                      <a:pt x="6" y="72"/>
                      <a:pt x="14" y="63"/>
                      <a:pt x="20" y="54"/>
                    </a:cubicBezTo>
                    <a:cubicBezTo>
                      <a:pt x="26" y="45"/>
                      <a:pt x="32" y="36"/>
                      <a:pt x="38" y="27"/>
                    </a:cubicBezTo>
                    <a:cubicBezTo>
                      <a:pt x="44" y="18"/>
                      <a:pt x="48" y="3"/>
                      <a:pt x="38" y="3"/>
                    </a:cubicBezTo>
                    <a:cubicBezTo>
                      <a:pt x="41" y="0"/>
                      <a:pt x="42" y="2"/>
                      <a:pt x="44" y="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5" name="Freeform 751">
                <a:extLst>
                  <a:ext uri="{FF2B5EF4-FFF2-40B4-BE49-F238E27FC236}">
                    <a16:creationId xmlns:a16="http://schemas.microsoft.com/office/drawing/2014/main" id="{2CD60146-B583-44DF-BA97-383039311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889"/>
                <a:ext cx="18" cy="31"/>
              </a:xfrm>
              <a:custGeom>
                <a:avLst/>
                <a:gdLst>
                  <a:gd name="T0" fmla="*/ 14 w 12"/>
                  <a:gd name="T1" fmla="*/ 21 h 19"/>
                  <a:gd name="T2" fmla="*/ 32 w 12"/>
                  <a:gd name="T3" fmla="*/ 13 h 19"/>
                  <a:gd name="T4" fmla="*/ 14 w 12"/>
                  <a:gd name="T5" fmla="*/ 64 h 19"/>
                  <a:gd name="T6" fmla="*/ 0 w 12"/>
                  <a:gd name="T7" fmla="*/ 83 h 19"/>
                  <a:gd name="T8" fmla="*/ 18 w 12"/>
                  <a:gd name="T9" fmla="*/ 55 h 19"/>
                  <a:gd name="T10" fmla="*/ 35 w 12"/>
                  <a:gd name="T11" fmla="*/ 5 h 19"/>
                  <a:gd name="T12" fmla="*/ 14 w 12"/>
                  <a:gd name="T13" fmla="*/ 2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9">
                    <a:moveTo>
                      <a:pt x="4" y="5"/>
                    </a:moveTo>
                    <a:cubicBezTo>
                      <a:pt x="6" y="3"/>
                      <a:pt x="8" y="2"/>
                      <a:pt x="9" y="3"/>
                    </a:cubicBezTo>
                    <a:cubicBezTo>
                      <a:pt x="10" y="4"/>
                      <a:pt x="8" y="9"/>
                      <a:pt x="4" y="15"/>
                    </a:cubicBezTo>
                    <a:cubicBezTo>
                      <a:pt x="2" y="16"/>
                      <a:pt x="1" y="18"/>
                      <a:pt x="0" y="19"/>
                    </a:cubicBezTo>
                    <a:cubicBezTo>
                      <a:pt x="2" y="18"/>
                      <a:pt x="4" y="16"/>
                      <a:pt x="5" y="13"/>
                    </a:cubicBezTo>
                    <a:cubicBezTo>
                      <a:pt x="10" y="8"/>
                      <a:pt x="12" y="2"/>
                      <a:pt x="10" y="1"/>
                    </a:cubicBezTo>
                    <a:cubicBezTo>
                      <a:pt x="9" y="0"/>
                      <a:pt x="7" y="2"/>
                      <a:pt x="4" y="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6" name="Freeform 752">
                <a:extLst>
                  <a:ext uri="{FF2B5EF4-FFF2-40B4-BE49-F238E27FC236}">
                    <a16:creationId xmlns:a16="http://schemas.microsoft.com/office/drawing/2014/main" id="{203806D2-1372-4846-B27B-A29169249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894"/>
                <a:ext cx="16" cy="27"/>
              </a:xfrm>
              <a:custGeom>
                <a:avLst/>
                <a:gdLst>
                  <a:gd name="T0" fmla="*/ 6 w 11"/>
                  <a:gd name="T1" fmla="*/ 60 h 17"/>
                  <a:gd name="T2" fmla="*/ 22 w 11"/>
                  <a:gd name="T3" fmla="*/ 21 h 17"/>
                  <a:gd name="T4" fmla="*/ 33 w 11"/>
                  <a:gd name="T5" fmla="*/ 0 h 17"/>
                  <a:gd name="T6" fmla="*/ 15 w 11"/>
                  <a:gd name="T7" fmla="*/ 25 h 17"/>
                  <a:gd name="T8" fmla="*/ 1 w 11"/>
                  <a:gd name="T9" fmla="*/ 64 h 17"/>
                  <a:gd name="T10" fmla="*/ 19 w 11"/>
                  <a:gd name="T11" fmla="*/ 56 h 17"/>
                  <a:gd name="T12" fmla="*/ 6 w 11"/>
                  <a:gd name="T13" fmla="*/ 6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7">
                    <a:moveTo>
                      <a:pt x="2" y="15"/>
                    </a:moveTo>
                    <a:cubicBezTo>
                      <a:pt x="1" y="14"/>
                      <a:pt x="3" y="9"/>
                      <a:pt x="7" y="5"/>
                    </a:cubicBezTo>
                    <a:cubicBezTo>
                      <a:pt x="8" y="3"/>
                      <a:pt x="10" y="1"/>
                      <a:pt x="11" y="0"/>
                    </a:cubicBezTo>
                    <a:cubicBezTo>
                      <a:pt x="10" y="1"/>
                      <a:pt x="7" y="4"/>
                      <a:pt x="5" y="6"/>
                    </a:cubicBezTo>
                    <a:cubicBezTo>
                      <a:pt x="2" y="11"/>
                      <a:pt x="0" y="15"/>
                      <a:pt x="1" y="16"/>
                    </a:cubicBezTo>
                    <a:cubicBezTo>
                      <a:pt x="2" y="17"/>
                      <a:pt x="4" y="16"/>
                      <a:pt x="6" y="14"/>
                    </a:cubicBezTo>
                    <a:cubicBezTo>
                      <a:pt x="5" y="15"/>
                      <a:pt x="3" y="16"/>
                      <a:pt x="2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7" name="Freeform 753">
                <a:extLst>
                  <a:ext uri="{FF2B5EF4-FFF2-40B4-BE49-F238E27FC236}">
                    <a16:creationId xmlns:a16="http://schemas.microsoft.com/office/drawing/2014/main" id="{AC3AAB8C-2796-4864-8841-60B09FF5A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822"/>
                <a:ext cx="141" cy="179"/>
              </a:xfrm>
              <a:custGeom>
                <a:avLst/>
                <a:gdLst>
                  <a:gd name="T0" fmla="*/ 72 w 94"/>
                  <a:gd name="T1" fmla="*/ 436 h 112"/>
                  <a:gd name="T2" fmla="*/ 72 w 94"/>
                  <a:gd name="T3" fmla="*/ 436 h 112"/>
                  <a:gd name="T4" fmla="*/ 45 w 94"/>
                  <a:gd name="T5" fmla="*/ 444 h 112"/>
                  <a:gd name="T6" fmla="*/ 18 w 94"/>
                  <a:gd name="T7" fmla="*/ 422 h 112"/>
                  <a:gd name="T8" fmla="*/ 35 w 94"/>
                  <a:gd name="T9" fmla="*/ 355 h 112"/>
                  <a:gd name="T10" fmla="*/ 161 w 94"/>
                  <a:gd name="T11" fmla="*/ 163 h 112"/>
                  <a:gd name="T12" fmla="*/ 242 w 94"/>
                  <a:gd name="T13" fmla="*/ 34 h 112"/>
                  <a:gd name="T14" fmla="*/ 282 w 94"/>
                  <a:gd name="T15" fmla="*/ 8 h 112"/>
                  <a:gd name="T16" fmla="*/ 309 w 94"/>
                  <a:gd name="T17" fmla="*/ 34 h 112"/>
                  <a:gd name="T18" fmla="*/ 309 w 94"/>
                  <a:gd name="T19" fmla="*/ 67 h 112"/>
                  <a:gd name="T20" fmla="*/ 194 w 94"/>
                  <a:gd name="T21" fmla="*/ 257 h 112"/>
                  <a:gd name="T22" fmla="*/ 72 w 94"/>
                  <a:gd name="T23" fmla="*/ 436 h 1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112">
                    <a:moveTo>
                      <a:pt x="21" y="107"/>
                    </a:moveTo>
                    <a:cubicBezTo>
                      <a:pt x="21" y="107"/>
                      <a:pt x="21" y="107"/>
                      <a:pt x="21" y="107"/>
                    </a:cubicBezTo>
                    <a:cubicBezTo>
                      <a:pt x="19" y="110"/>
                      <a:pt x="17" y="112"/>
                      <a:pt x="13" y="109"/>
                    </a:cubicBezTo>
                    <a:cubicBezTo>
                      <a:pt x="5" y="103"/>
                      <a:pt x="5" y="103"/>
                      <a:pt x="5" y="103"/>
                    </a:cubicBezTo>
                    <a:cubicBezTo>
                      <a:pt x="3" y="101"/>
                      <a:pt x="0" y="99"/>
                      <a:pt x="10" y="87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5" y="3"/>
                      <a:pt x="80" y="0"/>
                      <a:pt x="83" y="2"/>
                    </a:cubicBezTo>
                    <a:cubicBezTo>
                      <a:pt x="91" y="8"/>
                      <a:pt x="91" y="8"/>
                      <a:pt x="91" y="8"/>
                    </a:cubicBezTo>
                    <a:cubicBezTo>
                      <a:pt x="94" y="10"/>
                      <a:pt x="94" y="13"/>
                      <a:pt x="91" y="16"/>
                    </a:cubicBezTo>
                    <a:cubicBezTo>
                      <a:pt x="91" y="17"/>
                      <a:pt x="65" y="53"/>
                      <a:pt x="57" y="63"/>
                    </a:cubicBezTo>
                    <a:cubicBezTo>
                      <a:pt x="50" y="73"/>
                      <a:pt x="21" y="107"/>
                      <a:pt x="21" y="10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8" name="Freeform 754">
                <a:extLst>
                  <a:ext uri="{FF2B5EF4-FFF2-40B4-BE49-F238E27FC236}">
                    <a16:creationId xmlns:a16="http://schemas.microsoft.com/office/drawing/2014/main" id="{591A6FED-F9C9-40A4-A6B0-C40F51B34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0" y="677"/>
                <a:ext cx="108" cy="155"/>
              </a:xfrm>
              <a:custGeom>
                <a:avLst/>
                <a:gdLst>
                  <a:gd name="T0" fmla="*/ 188 w 72"/>
                  <a:gd name="T1" fmla="*/ 0 h 97"/>
                  <a:gd name="T2" fmla="*/ 135 w 72"/>
                  <a:gd name="T3" fmla="*/ 94 h 97"/>
                  <a:gd name="T4" fmla="*/ 27 w 72"/>
                  <a:gd name="T5" fmla="*/ 294 h 97"/>
                  <a:gd name="T6" fmla="*/ 14 w 72"/>
                  <a:gd name="T7" fmla="*/ 363 h 97"/>
                  <a:gd name="T8" fmla="*/ 45 w 72"/>
                  <a:gd name="T9" fmla="*/ 384 h 97"/>
                  <a:gd name="T10" fmla="*/ 72 w 72"/>
                  <a:gd name="T11" fmla="*/ 376 h 97"/>
                  <a:gd name="T12" fmla="*/ 72 w 72"/>
                  <a:gd name="T13" fmla="*/ 376 h 97"/>
                  <a:gd name="T14" fmla="*/ 180 w 72"/>
                  <a:gd name="T15" fmla="*/ 179 h 97"/>
                  <a:gd name="T16" fmla="*/ 243 w 72"/>
                  <a:gd name="T17" fmla="*/ 54 h 97"/>
                  <a:gd name="T18" fmla="*/ 188 w 72"/>
                  <a:gd name="T19" fmla="*/ 0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97">
                    <a:moveTo>
                      <a:pt x="55" y="0"/>
                    </a:moveTo>
                    <a:cubicBezTo>
                      <a:pt x="40" y="23"/>
                      <a:pt x="40" y="23"/>
                      <a:pt x="40" y="23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0" y="85"/>
                      <a:pt x="2" y="87"/>
                      <a:pt x="4" y="89"/>
                    </a:cubicBezTo>
                    <a:cubicBezTo>
                      <a:pt x="13" y="94"/>
                      <a:pt x="13" y="94"/>
                      <a:pt x="13" y="94"/>
                    </a:cubicBezTo>
                    <a:cubicBezTo>
                      <a:pt x="17" y="97"/>
                      <a:pt x="19" y="94"/>
                      <a:pt x="21" y="92"/>
                    </a:cubicBezTo>
                    <a:cubicBezTo>
                      <a:pt x="21" y="92"/>
                      <a:pt x="21" y="92"/>
                      <a:pt x="21" y="92"/>
                    </a:cubicBezTo>
                    <a:cubicBezTo>
                      <a:pt x="21" y="91"/>
                      <a:pt x="46" y="55"/>
                      <a:pt x="53" y="44"/>
                    </a:cubicBezTo>
                    <a:cubicBezTo>
                      <a:pt x="57" y="39"/>
                      <a:pt x="65" y="25"/>
                      <a:pt x="72" y="13"/>
                    </a:cubicBez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9" name="Freeform 755">
                <a:extLst>
                  <a:ext uri="{FF2B5EF4-FFF2-40B4-BE49-F238E27FC236}">
                    <a16:creationId xmlns:a16="http://schemas.microsoft.com/office/drawing/2014/main" id="{FB51B86A-16D4-43FD-85F8-828FD2209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0" y="712"/>
                <a:ext cx="25" cy="37"/>
              </a:xfrm>
              <a:custGeom>
                <a:avLst/>
                <a:gdLst>
                  <a:gd name="T0" fmla="*/ 47 w 17"/>
                  <a:gd name="T1" fmla="*/ 5 h 23"/>
                  <a:gd name="T2" fmla="*/ 38 w 17"/>
                  <a:gd name="T3" fmla="*/ 60 h 23"/>
                  <a:gd name="T4" fmla="*/ 6 w 17"/>
                  <a:gd name="T5" fmla="*/ 90 h 23"/>
                  <a:gd name="T6" fmla="*/ 19 w 17"/>
                  <a:gd name="T7" fmla="*/ 42 h 23"/>
                  <a:gd name="T8" fmla="*/ 47 w 17"/>
                  <a:gd name="T9" fmla="*/ 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15" y="1"/>
                    </a:moveTo>
                    <a:cubicBezTo>
                      <a:pt x="17" y="2"/>
                      <a:pt x="15" y="8"/>
                      <a:pt x="12" y="14"/>
                    </a:cubicBezTo>
                    <a:cubicBezTo>
                      <a:pt x="8" y="19"/>
                      <a:pt x="4" y="23"/>
                      <a:pt x="2" y="22"/>
                    </a:cubicBezTo>
                    <a:cubicBezTo>
                      <a:pt x="0" y="21"/>
                      <a:pt x="2" y="16"/>
                      <a:pt x="6" y="10"/>
                    </a:cubicBezTo>
                    <a:cubicBezTo>
                      <a:pt x="9" y="4"/>
                      <a:pt x="14" y="0"/>
                      <a:pt x="15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0" name="Freeform 756">
                <a:extLst>
                  <a:ext uri="{FF2B5EF4-FFF2-40B4-BE49-F238E27FC236}">
                    <a16:creationId xmlns:a16="http://schemas.microsoft.com/office/drawing/2014/main" id="{9C1501EA-3472-4C78-A0DC-03E076AB4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5" y="715"/>
                <a:ext cx="26" cy="37"/>
              </a:xfrm>
              <a:custGeom>
                <a:avLst/>
                <a:gdLst>
                  <a:gd name="T0" fmla="*/ 54 w 17"/>
                  <a:gd name="T1" fmla="*/ 5 h 23"/>
                  <a:gd name="T2" fmla="*/ 40 w 17"/>
                  <a:gd name="T3" fmla="*/ 55 h 23"/>
                  <a:gd name="T4" fmla="*/ 8 w 17"/>
                  <a:gd name="T5" fmla="*/ 90 h 23"/>
                  <a:gd name="T6" fmla="*/ 21 w 17"/>
                  <a:gd name="T7" fmla="*/ 37 h 23"/>
                  <a:gd name="T8" fmla="*/ 54 w 17"/>
                  <a:gd name="T9" fmla="*/ 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15" y="1"/>
                    </a:moveTo>
                    <a:cubicBezTo>
                      <a:pt x="17" y="2"/>
                      <a:pt x="15" y="7"/>
                      <a:pt x="11" y="13"/>
                    </a:cubicBezTo>
                    <a:cubicBezTo>
                      <a:pt x="8" y="19"/>
                      <a:pt x="3" y="23"/>
                      <a:pt x="2" y="22"/>
                    </a:cubicBezTo>
                    <a:cubicBezTo>
                      <a:pt x="0" y="21"/>
                      <a:pt x="2" y="15"/>
                      <a:pt x="6" y="9"/>
                    </a:cubicBezTo>
                    <a:cubicBezTo>
                      <a:pt x="9" y="3"/>
                      <a:pt x="14" y="0"/>
                      <a:pt x="15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1" name="Freeform 757">
                <a:extLst>
                  <a:ext uri="{FF2B5EF4-FFF2-40B4-BE49-F238E27FC236}">
                    <a16:creationId xmlns:a16="http://schemas.microsoft.com/office/drawing/2014/main" id="{943B3BFD-AEE2-4F1F-9D6D-1ECEED792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9" y="739"/>
                <a:ext cx="39" cy="82"/>
              </a:xfrm>
              <a:custGeom>
                <a:avLst/>
                <a:gdLst>
                  <a:gd name="T0" fmla="*/ 21 w 26"/>
                  <a:gd name="T1" fmla="*/ 207 h 51"/>
                  <a:gd name="T2" fmla="*/ 0 w 26"/>
                  <a:gd name="T3" fmla="*/ 183 h 51"/>
                  <a:gd name="T4" fmla="*/ 18 w 26"/>
                  <a:gd name="T5" fmla="*/ 137 h 51"/>
                  <a:gd name="T6" fmla="*/ 54 w 26"/>
                  <a:gd name="T7" fmla="*/ 68 h 51"/>
                  <a:gd name="T8" fmla="*/ 72 w 26"/>
                  <a:gd name="T9" fmla="*/ 34 h 51"/>
                  <a:gd name="T10" fmla="*/ 89 w 26"/>
                  <a:gd name="T11" fmla="*/ 0 h 51"/>
                  <a:gd name="T12" fmla="*/ 26 w 26"/>
                  <a:gd name="T13" fmla="*/ 141 h 51"/>
                  <a:gd name="T14" fmla="*/ 14 w 26"/>
                  <a:gd name="T15" fmla="*/ 187 h 51"/>
                  <a:gd name="T16" fmla="*/ 32 w 26"/>
                  <a:gd name="T17" fmla="*/ 212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6" y="50"/>
                    </a:moveTo>
                    <a:cubicBezTo>
                      <a:pt x="4" y="49"/>
                      <a:pt x="0" y="47"/>
                      <a:pt x="0" y="44"/>
                    </a:cubicBezTo>
                    <a:cubicBezTo>
                      <a:pt x="0" y="40"/>
                      <a:pt x="3" y="36"/>
                      <a:pt x="5" y="33"/>
                    </a:cubicBezTo>
                    <a:cubicBezTo>
                      <a:pt x="9" y="27"/>
                      <a:pt x="13" y="21"/>
                      <a:pt x="16" y="16"/>
                    </a:cubicBezTo>
                    <a:cubicBezTo>
                      <a:pt x="18" y="13"/>
                      <a:pt x="20" y="11"/>
                      <a:pt x="21" y="8"/>
                    </a:cubicBezTo>
                    <a:cubicBezTo>
                      <a:pt x="23" y="5"/>
                      <a:pt x="24" y="2"/>
                      <a:pt x="26" y="0"/>
                    </a:cubicBezTo>
                    <a:cubicBezTo>
                      <a:pt x="22" y="12"/>
                      <a:pt x="13" y="23"/>
                      <a:pt x="7" y="34"/>
                    </a:cubicBezTo>
                    <a:cubicBezTo>
                      <a:pt x="5" y="38"/>
                      <a:pt x="3" y="42"/>
                      <a:pt x="4" y="45"/>
                    </a:cubicBezTo>
                    <a:cubicBezTo>
                      <a:pt x="5" y="48"/>
                      <a:pt x="7" y="50"/>
                      <a:pt x="9" y="5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2" name="Freeform 758">
                <a:extLst>
                  <a:ext uri="{FF2B5EF4-FFF2-40B4-BE49-F238E27FC236}">
                    <a16:creationId xmlns:a16="http://schemas.microsoft.com/office/drawing/2014/main" id="{78B33CE5-A702-44B7-95FC-D48A65170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715"/>
                <a:ext cx="15" cy="31"/>
              </a:xfrm>
              <a:custGeom>
                <a:avLst/>
                <a:gdLst>
                  <a:gd name="T0" fmla="*/ 8 w 10"/>
                  <a:gd name="T1" fmla="*/ 21 h 19"/>
                  <a:gd name="T2" fmla="*/ 26 w 10"/>
                  <a:gd name="T3" fmla="*/ 8 h 19"/>
                  <a:gd name="T4" fmla="*/ 12 w 10"/>
                  <a:gd name="T5" fmla="*/ 64 h 19"/>
                  <a:gd name="T6" fmla="*/ 0 w 10"/>
                  <a:gd name="T7" fmla="*/ 83 h 19"/>
                  <a:gd name="T8" fmla="*/ 18 w 10"/>
                  <a:gd name="T9" fmla="*/ 55 h 19"/>
                  <a:gd name="T10" fmla="*/ 27 w 10"/>
                  <a:gd name="T11" fmla="*/ 5 h 19"/>
                  <a:gd name="T12" fmla="*/ 8 w 10"/>
                  <a:gd name="T13" fmla="*/ 2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9">
                    <a:moveTo>
                      <a:pt x="2" y="5"/>
                    </a:moveTo>
                    <a:cubicBezTo>
                      <a:pt x="4" y="3"/>
                      <a:pt x="6" y="2"/>
                      <a:pt x="7" y="2"/>
                    </a:cubicBezTo>
                    <a:cubicBezTo>
                      <a:pt x="8" y="3"/>
                      <a:pt x="7" y="9"/>
                      <a:pt x="3" y="15"/>
                    </a:cubicBezTo>
                    <a:cubicBezTo>
                      <a:pt x="2" y="16"/>
                      <a:pt x="1" y="18"/>
                      <a:pt x="0" y="19"/>
                    </a:cubicBezTo>
                    <a:cubicBezTo>
                      <a:pt x="1" y="18"/>
                      <a:pt x="3" y="16"/>
                      <a:pt x="5" y="13"/>
                    </a:cubicBezTo>
                    <a:cubicBezTo>
                      <a:pt x="8" y="7"/>
                      <a:pt x="10" y="2"/>
                      <a:pt x="8" y="1"/>
                    </a:cubicBezTo>
                    <a:cubicBezTo>
                      <a:pt x="7" y="0"/>
                      <a:pt x="5" y="2"/>
                      <a:pt x="2" y="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3" name="Freeform 759">
                <a:extLst>
                  <a:ext uri="{FF2B5EF4-FFF2-40B4-BE49-F238E27FC236}">
                    <a16:creationId xmlns:a16="http://schemas.microsoft.com/office/drawing/2014/main" id="{45175B80-CC25-4DCD-B9FF-36BCBB197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8" y="720"/>
                <a:ext cx="15" cy="27"/>
              </a:xfrm>
              <a:custGeom>
                <a:avLst/>
                <a:gdLst>
                  <a:gd name="T0" fmla="*/ 8 w 10"/>
                  <a:gd name="T1" fmla="*/ 64 h 17"/>
                  <a:gd name="T2" fmla="*/ 21 w 10"/>
                  <a:gd name="T3" fmla="*/ 21 h 17"/>
                  <a:gd name="T4" fmla="*/ 35 w 10"/>
                  <a:gd name="T5" fmla="*/ 0 h 17"/>
                  <a:gd name="T6" fmla="*/ 14 w 10"/>
                  <a:gd name="T7" fmla="*/ 27 h 17"/>
                  <a:gd name="T8" fmla="*/ 5 w 10"/>
                  <a:gd name="T9" fmla="*/ 68 h 17"/>
                  <a:gd name="T10" fmla="*/ 18 w 10"/>
                  <a:gd name="T11" fmla="*/ 56 h 17"/>
                  <a:gd name="T12" fmla="*/ 8 w 10"/>
                  <a:gd name="T13" fmla="*/ 6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2" y="16"/>
                    </a:moveTo>
                    <a:cubicBezTo>
                      <a:pt x="1" y="15"/>
                      <a:pt x="3" y="10"/>
                      <a:pt x="6" y="5"/>
                    </a:cubicBezTo>
                    <a:cubicBezTo>
                      <a:pt x="7" y="3"/>
                      <a:pt x="9" y="1"/>
                      <a:pt x="10" y="0"/>
                    </a:cubicBezTo>
                    <a:cubicBezTo>
                      <a:pt x="8" y="1"/>
                      <a:pt x="6" y="4"/>
                      <a:pt x="4" y="7"/>
                    </a:cubicBezTo>
                    <a:cubicBezTo>
                      <a:pt x="1" y="11"/>
                      <a:pt x="0" y="16"/>
                      <a:pt x="1" y="17"/>
                    </a:cubicBezTo>
                    <a:cubicBezTo>
                      <a:pt x="2" y="17"/>
                      <a:pt x="3" y="16"/>
                      <a:pt x="5" y="14"/>
                    </a:cubicBezTo>
                    <a:cubicBezTo>
                      <a:pt x="4" y="15"/>
                      <a:pt x="3" y="16"/>
                      <a:pt x="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4" name="Freeform 760">
                <a:extLst>
                  <a:ext uri="{FF2B5EF4-FFF2-40B4-BE49-F238E27FC236}">
                    <a16:creationId xmlns:a16="http://schemas.microsoft.com/office/drawing/2014/main" id="{47FEBD4C-0BE6-488B-B2A1-6791EBEF8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0" y="677"/>
                <a:ext cx="108" cy="155"/>
              </a:xfrm>
              <a:custGeom>
                <a:avLst/>
                <a:gdLst>
                  <a:gd name="T0" fmla="*/ 188 w 72"/>
                  <a:gd name="T1" fmla="*/ 0 h 97"/>
                  <a:gd name="T2" fmla="*/ 135 w 72"/>
                  <a:gd name="T3" fmla="*/ 94 h 97"/>
                  <a:gd name="T4" fmla="*/ 27 w 72"/>
                  <a:gd name="T5" fmla="*/ 294 h 97"/>
                  <a:gd name="T6" fmla="*/ 14 w 72"/>
                  <a:gd name="T7" fmla="*/ 363 h 97"/>
                  <a:gd name="T8" fmla="*/ 45 w 72"/>
                  <a:gd name="T9" fmla="*/ 384 h 97"/>
                  <a:gd name="T10" fmla="*/ 72 w 72"/>
                  <a:gd name="T11" fmla="*/ 376 h 97"/>
                  <a:gd name="T12" fmla="*/ 72 w 72"/>
                  <a:gd name="T13" fmla="*/ 376 h 97"/>
                  <a:gd name="T14" fmla="*/ 180 w 72"/>
                  <a:gd name="T15" fmla="*/ 179 h 97"/>
                  <a:gd name="T16" fmla="*/ 243 w 72"/>
                  <a:gd name="T17" fmla="*/ 54 h 97"/>
                  <a:gd name="T18" fmla="*/ 188 w 72"/>
                  <a:gd name="T19" fmla="*/ 0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97">
                    <a:moveTo>
                      <a:pt x="55" y="0"/>
                    </a:moveTo>
                    <a:cubicBezTo>
                      <a:pt x="40" y="23"/>
                      <a:pt x="40" y="23"/>
                      <a:pt x="40" y="23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0" y="85"/>
                      <a:pt x="2" y="87"/>
                      <a:pt x="4" y="89"/>
                    </a:cubicBezTo>
                    <a:cubicBezTo>
                      <a:pt x="13" y="94"/>
                      <a:pt x="13" y="94"/>
                      <a:pt x="13" y="94"/>
                    </a:cubicBezTo>
                    <a:cubicBezTo>
                      <a:pt x="17" y="97"/>
                      <a:pt x="19" y="94"/>
                      <a:pt x="21" y="92"/>
                    </a:cubicBezTo>
                    <a:cubicBezTo>
                      <a:pt x="21" y="92"/>
                      <a:pt x="21" y="92"/>
                      <a:pt x="21" y="92"/>
                    </a:cubicBezTo>
                    <a:cubicBezTo>
                      <a:pt x="21" y="91"/>
                      <a:pt x="46" y="55"/>
                      <a:pt x="53" y="44"/>
                    </a:cubicBezTo>
                    <a:cubicBezTo>
                      <a:pt x="57" y="39"/>
                      <a:pt x="65" y="25"/>
                      <a:pt x="72" y="13"/>
                    </a:cubicBezTo>
                    <a:lnTo>
                      <a:pt x="55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5" name="Freeform 761">
                <a:extLst>
                  <a:ext uri="{FF2B5EF4-FFF2-40B4-BE49-F238E27FC236}">
                    <a16:creationId xmlns:a16="http://schemas.microsoft.com/office/drawing/2014/main" id="{C56D1230-35A3-4E19-A564-D2823F2D5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963"/>
                <a:ext cx="138" cy="182"/>
              </a:xfrm>
              <a:custGeom>
                <a:avLst/>
                <a:gdLst>
                  <a:gd name="T0" fmla="*/ 72 w 92"/>
                  <a:gd name="T1" fmla="*/ 444 h 114"/>
                  <a:gd name="T2" fmla="*/ 72 w 92"/>
                  <a:gd name="T3" fmla="*/ 444 h 114"/>
                  <a:gd name="T4" fmla="*/ 45 w 92"/>
                  <a:gd name="T5" fmla="*/ 452 h 114"/>
                  <a:gd name="T6" fmla="*/ 18 w 92"/>
                  <a:gd name="T7" fmla="*/ 428 h 114"/>
                  <a:gd name="T8" fmla="*/ 35 w 92"/>
                  <a:gd name="T9" fmla="*/ 358 h 114"/>
                  <a:gd name="T10" fmla="*/ 153 w 92"/>
                  <a:gd name="T11" fmla="*/ 166 h 114"/>
                  <a:gd name="T12" fmla="*/ 234 w 92"/>
                  <a:gd name="T13" fmla="*/ 34 h 114"/>
                  <a:gd name="T14" fmla="*/ 270 w 92"/>
                  <a:gd name="T15" fmla="*/ 8 h 114"/>
                  <a:gd name="T16" fmla="*/ 297 w 92"/>
                  <a:gd name="T17" fmla="*/ 34 h 114"/>
                  <a:gd name="T18" fmla="*/ 302 w 92"/>
                  <a:gd name="T19" fmla="*/ 69 h 114"/>
                  <a:gd name="T20" fmla="*/ 189 w 92"/>
                  <a:gd name="T21" fmla="*/ 260 h 114"/>
                  <a:gd name="T22" fmla="*/ 72 w 92"/>
                  <a:gd name="T23" fmla="*/ 444 h 1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114">
                    <a:moveTo>
                      <a:pt x="21" y="109"/>
                    </a:moveTo>
                    <a:cubicBezTo>
                      <a:pt x="21" y="109"/>
                      <a:pt x="21" y="109"/>
                      <a:pt x="21" y="109"/>
                    </a:cubicBezTo>
                    <a:cubicBezTo>
                      <a:pt x="19" y="111"/>
                      <a:pt x="17" y="114"/>
                      <a:pt x="13" y="111"/>
                    </a:cubicBezTo>
                    <a:cubicBezTo>
                      <a:pt x="5" y="105"/>
                      <a:pt x="5" y="105"/>
                      <a:pt x="5" y="105"/>
                    </a:cubicBezTo>
                    <a:cubicBezTo>
                      <a:pt x="3" y="103"/>
                      <a:pt x="0" y="101"/>
                      <a:pt x="10" y="88"/>
                    </a:cubicBezTo>
                    <a:cubicBezTo>
                      <a:pt x="45" y="41"/>
                      <a:pt x="45" y="41"/>
                      <a:pt x="45" y="41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73" y="3"/>
                      <a:pt x="78" y="0"/>
                      <a:pt x="80" y="2"/>
                    </a:cubicBezTo>
                    <a:cubicBezTo>
                      <a:pt x="88" y="8"/>
                      <a:pt x="88" y="8"/>
                      <a:pt x="88" y="8"/>
                    </a:cubicBezTo>
                    <a:cubicBezTo>
                      <a:pt x="91" y="10"/>
                      <a:pt x="92" y="13"/>
                      <a:pt x="89" y="17"/>
                    </a:cubicBezTo>
                    <a:cubicBezTo>
                      <a:pt x="89" y="17"/>
                      <a:pt x="64" y="54"/>
                      <a:pt x="56" y="64"/>
                    </a:cubicBezTo>
                    <a:cubicBezTo>
                      <a:pt x="49" y="74"/>
                      <a:pt x="21" y="108"/>
                      <a:pt x="21" y="109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6" name="Freeform 762">
                <a:extLst>
                  <a:ext uri="{FF2B5EF4-FFF2-40B4-BE49-F238E27FC236}">
                    <a16:creationId xmlns:a16="http://schemas.microsoft.com/office/drawing/2014/main" id="{1C240B38-40F7-4D5A-BD9D-D72371F4F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7" y="1030"/>
                <a:ext cx="26" cy="35"/>
              </a:xfrm>
              <a:custGeom>
                <a:avLst/>
                <a:gdLst>
                  <a:gd name="T0" fmla="*/ 57 w 17"/>
                  <a:gd name="T1" fmla="*/ 5 h 22"/>
                  <a:gd name="T2" fmla="*/ 40 w 17"/>
                  <a:gd name="T3" fmla="*/ 53 h 22"/>
                  <a:gd name="T4" fmla="*/ 5 w 17"/>
                  <a:gd name="T5" fmla="*/ 84 h 22"/>
                  <a:gd name="T6" fmla="*/ 21 w 17"/>
                  <a:gd name="T7" fmla="*/ 35 h 22"/>
                  <a:gd name="T8" fmla="*/ 57 w 17"/>
                  <a:gd name="T9" fmla="*/ 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6" y="1"/>
                    </a:moveTo>
                    <a:cubicBezTo>
                      <a:pt x="17" y="2"/>
                      <a:pt x="15" y="7"/>
                      <a:pt x="11" y="13"/>
                    </a:cubicBezTo>
                    <a:cubicBezTo>
                      <a:pt x="7" y="18"/>
                      <a:pt x="3" y="22"/>
                      <a:pt x="1" y="21"/>
                    </a:cubicBezTo>
                    <a:cubicBezTo>
                      <a:pt x="0" y="20"/>
                      <a:pt x="2" y="14"/>
                      <a:pt x="6" y="9"/>
                    </a:cubicBezTo>
                    <a:cubicBezTo>
                      <a:pt x="10" y="3"/>
                      <a:pt x="14" y="0"/>
                      <a:pt x="16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7" name="Freeform 763">
                <a:extLst>
                  <a:ext uri="{FF2B5EF4-FFF2-40B4-BE49-F238E27FC236}">
                    <a16:creationId xmlns:a16="http://schemas.microsoft.com/office/drawing/2014/main" id="{3E75CBCF-15C1-4949-B930-624018BBE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" y="1032"/>
                <a:ext cx="27" cy="35"/>
              </a:xfrm>
              <a:custGeom>
                <a:avLst/>
                <a:gdLst>
                  <a:gd name="T0" fmla="*/ 59 w 18"/>
                  <a:gd name="T1" fmla="*/ 5 h 22"/>
                  <a:gd name="T2" fmla="*/ 41 w 18"/>
                  <a:gd name="T3" fmla="*/ 53 h 22"/>
                  <a:gd name="T4" fmla="*/ 8 w 18"/>
                  <a:gd name="T5" fmla="*/ 84 h 22"/>
                  <a:gd name="T6" fmla="*/ 26 w 18"/>
                  <a:gd name="T7" fmla="*/ 35 h 22"/>
                  <a:gd name="T8" fmla="*/ 59 w 18"/>
                  <a:gd name="T9" fmla="*/ 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7" y="1"/>
                    </a:moveTo>
                    <a:cubicBezTo>
                      <a:pt x="18" y="2"/>
                      <a:pt x="16" y="8"/>
                      <a:pt x="12" y="13"/>
                    </a:cubicBezTo>
                    <a:cubicBezTo>
                      <a:pt x="8" y="19"/>
                      <a:pt x="4" y="22"/>
                      <a:pt x="2" y="21"/>
                    </a:cubicBezTo>
                    <a:cubicBezTo>
                      <a:pt x="0" y="20"/>
                      <a:pt x="2" y="14"/>
                      <a:pt x="7" y="9"/>
                    </a:cubicBezTo>
                    <a:cubicBezTo>
                      <a:pt x="11" y="3"/>
                      <a:pt x="15" y="0"/>
                      <a:pt x="17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8" name="Freeform 764">
                <a:extLst>
                  <a:ext uri="{FF2B5EF4-FFF2-40B4-BE49-F238E27FC236}">
                    <a16:creationId xmlns:a16="http://schemas.microsoft.com/office/drawing/2014/main" id="{C0A30C52-B4FD-4D88-B52F-19FDDB7C6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1054"/>
                <a:ext cx="43" cy="80"/>
              </a:xfrm>
              <a:custGeom>
                <a:avLst/>
                <a:gdLst>
                  <a:gd name="T0" fmla="*/ 19 w 29"/>
                  <a:gd name="T1" fmla="*/ 200 h 50"/>
                  <a:gd name="T2" fmla="*/ 0 w 29"/>
                  <a:gd name="T3" fmla="*/ 171 h 50"/>
                  <a:gd name="T4" fmla="*/ 19 w 29"/>
                  <a:gd name="T5" fmla="*/ 128 h 50"/>
                  <a:gd name="T6" fmla="*/ 59 w 29"/>
                  <a:gd name="T7" fmla="*/ 61 h 50"/>
                  <a:gd name="T8" fmla="*/ 74 w 29"/>
                  <a:gd name="T9" fmla="*/ 34 h 50"/>
                  <a:gd name="T10" fmla="*/ 95 w 29"/>
                  <a:gd name="T11" fmla="*/ 0 h 50"/>
                  <a:gd name="T12" fmla="*/ 22 w 29"/>
                  <a:gd name="T13" fmla="*/ 136 h 50"/>
                  <a:gd name="T14" fmla="*/ 13 w 29"/>
                  <a:gd name="T15" fmla="*/ 176 h 50"/>
                  <a:gd name="T16" fmla="*/ 27 w 29"/>
                  <a:gd name="T17" fmla="*/ 205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50">
                    <a:moveTo>
                      <a:pt x="6" y="49"/>
                    </a:moveTo>
                    <a:cubicBezTo>
                      <a:pt x="4" y="47"/>
                      <a:pt x="0" y="45"/>
                      <a:pt x="0" y="42"/>
                    </a:cubicBezTo>
                    <a:cubicBezTo>
                      <a:pt x="0" y="39"/>
                      <a:pt x="4" y="34"/>
                      <a:pt x="6" y="31"/>
                    </a:cubicBezTo>
                    <a:cubicBezTo>
                      <a:pt x="10" y="26"/>
                      <a:pt x="14" y="20"/>
                      <a:pt x="18" y="15"/>
                    </a:cubicBezTo>
                    <a:cubicBezTo>
                      <a:pt x="20" y="12"/>
                      <a:pt x="22" y="10"/>
                      <a:pt x="23" y="8"/>
                    </a:cubicBezTo>
                    <a:cubicBezTo>
                      <a:pt x="25" y="5"/>
                      <a:pt x="27" y="2"/>
                      <a:pt x="29" y="0"/>
                    </a:cubicBezTo>
                    <a:cubicBezTo>
                      <a:pt x="23" y="12"/>
                      <a:pt x="14" y="22"/>
                      <a:pt x="7" y="33"/>
                    </a:cubicBezTo>
                    <a:cubicBezTo>
                      <a:pt x="5" y="36"/>
                      <a:pt x="3" y="40"/>
                      <a:pt x="4" y="43"/>
                    </a:cubicBezTo>
                    <a:cubicBezTo>
                      <a:pt x="5" y="46"/>
                      <a:pt x="6" y="48"/>
                      <a:pt x="8" y="5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9" name="Freeform 765">
                <a:extLst>
                  <a:ext uri="{FF2B5EF4-FFF2-40B4-BE49-F238E27FC236}">
                    <a16:creationId xmlns:a16="http://schemas.microsoft.com/office/drawing/2014/main" id="{B10415AD-E892-4060-998C-501B57DE3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0" y="969"/>
                <a:ext cx="75" cy="130"/>
              </a:xfrm>
              <a:custGeom>
                <a:avLst/>
                <a:gdLst>
                  <a:gd name="T0" fmla="*/ 147 w 50"/>
                  <a:gd name="T1" fmla="*/ 8 h 81"/>
                  <a:gd name="T2" fmla="*/ 167 w 50"/>
                  <a:gd name="T3" fmla="*/ 42 h 81"/>
                  <a:gd name="T4" fmla="*/ 140 w 50"/>
                  <a:gd name="T5" fmla="*/ 95 h 81"/>
                  <a:gd name="T6" fmla="*/ 95 w 50"/>
                  <a:gd name="T7" fmla="*/ 173 h 81"/>
                  <a:gd name="T8" fmla="*/ 0 w 50"/>
                  <a:gd name="T9" fmla="*/ 335 h 81"/>
                  <a:gd name="T10" fmla="*/ 66 w 50"/>
                  <a:gd name="T11" fmla="*/ 225 h 81"/>
                  <a:gd name="T12" fmla="*/ 122 w 50"/>
                  <a:gd name="T13" fmla="*/ 108 h 81"/>
                  <a:gd name="T14" fmla="*/ 122 w 50"/>
                  <a:gd name="T15" fmla="*/ 8 h 81"/>
                  <a:gd name="T16" fmla="*/ 143 w 50"/>
                  <a:gd name="T17" fmla="*/ 5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81">
                    <a:moveTo>
                      <a:pt x="43" y="2"/>
                    </a:moveTo>
                    <a:cubicBezTo>
                      <a:pt x="45" y="4"/>
                      <a:pt x="50" y="5"/>
                      <a:pt x="49" y="10"/>
                    </a:cubicBezTo>
                    <a:cubicBezTo>
                      <a:pt x="49" y="14"/>
                      <a:pt x="44" y="19"/>
                      <a:pt x="41" y="23"/>
                    </a:cubicBezTo>
                    <a:cubicBezTo>
                      <a:pt x="36" y="31"/>
                      <a:pt x="33" y="34"/>
                      <a:pt x="28" y="42"/>
                    </a:cubicBezTo>
                    <a:cubicBezTo>
                      <a:pt x="20" y="53"/>
                      <a:pt x="9" y="70"/>
                      <a:pt x="0" y="81"/>
                    </a:cubicBezTo>
                    <a:cubicBezTo>
                      <a:pt x="6" y="72"/>
                      <a:pt x="13" y="62"/>
                      <a:pt x="19" y="54"/>
                    </a:cubicBezTo>
                    <a:cubicBezTo>
                      <a:pt x="25" y="45"/>
                      <a:pt x="30" y="36"/>
                      <a:pt x="36" y="26"/>
                    </a:cubicBezTo>
                    <a:cubicBezTo>
                      <a:pt x="42" y="17"/>
                      <a:pt x="46" y="2"/>
                      <a:pt x="36" y="2"/>
                    </a:cubicBezTo>
                    <a:cubicBezTo>
                      <a:pt x="39" y="0"/>
                      <a:pt x="40" y="1"/>
                      <a:pt x="42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0" name="Freeform 766">
                <a:extLst>
                  <a:ext uri="{FF2B5EF4-FFF2-40B4-BE49-F238E27FC236}">
                    <a16:creationId xmlns:a16="http://schemas.microsoft.com/office/drawing/2014/main" id="{ADF0CB39-56F1-4ABE-83B4-D1A6C48AF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1032"/>
                <a:ext cx="16" cy="30"/>
              </a:xfrm>
              <a:custGeom>
                <a:avLst/>
                <a:gdLst>
                  <a:gd name="T0" fmla="*/ 9 w 11"/>
                  <a:gd name="T1" fmla="*/ 14 h 19"/>
                  <a:gd name="T2" fmla="*/ 25 w 11"/>
                  <a:gd name="T3" fmla="*/ 13 h 19"/>
                  <a:gd name="T4" fmla="*/ 13 w 11"/>
                  <a:gd name="T5" fmla="*/ 60 h 19"/>
                  <a:gd name="T6" fmla="*/ 0 w 11"/>
                  <a:gd name="T7" fmla="*/ 74 h 19"/>
                  <a:gd name="T8" fmla="*/ 15 w 11"/>
                  <a:gd name="T9" fmla="*/ 52 h 19"/>
                  <a:gd name="T10" fmla="*/ 32 w 11"/>
                  <a:gd name="T11" fmla="*/ 5 h 19"/>
                  <a:gd name="T12" fmla="*/ 9 w 11"/>
                  <a:gd name="T13" fmla="*/ 1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9">
                    <a:moveTo>
                      <a:pt x="3" y="4"/>
                    </a:moveTo>
                    <a:cubicBezTo>
                      <a:pt x="6" y="3"/>
                      <a:pt x="7" y="2"/>
                      <a:pt x="8" y="3"/>
                    </a:cubicBezTo>
                    <a:cubicBezTo>
                      <a:pt x="10" y="4"/>
                      <a:pt x="8" y="9"/>
                      <a:pt x="4" y="15"/>
                    </a:cubicBezTo>
                    <a:cubicBezTo>
                      <a:pt x="2" y="16"/>
                      <a:pt x="1" y="18"/>
                      <a:pt x="0" y="19"/>
                    </a:cubicBezTo>
                    <a:cubicBezTo>
                      <a:pt x="2" y="18"/>
                      <a:pt x="3" y="16"/>
                      <a:pt x="5" y="13"/>
                    </a:cubicBezTo>
                    <a:cubicBezTo>
                      <a:pt x="9" y="8"/>
                      <a:pt x="11" y="2"/>
                      <a:pt x="10" y="1"/>
                    </a:cubicBezTo>
                    <a:cubicBezTo>
                      <a:pt x="9" y="0"/>
                      <a:pt x="6" y="2"/>
                      <a:pt x="3" y="4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1" name="Freeform 767">
                <a:extLst>
                  <a:ext uri="{FF2B5EF4-FFF2-40B4-BE49-F238E27FC236}">
                    <a16:creationId xmlns:a16="http://schemas.microsoft.com/office/drawing/2014/main" id="{460B2736-0C8E-4F87-9964-852E30021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4" y="1037"/>
                <a:ext cx="17" cy="27"/>
              </a:xfrm>
              <a:custGeom>
                <a:avLst/>
                <a:gdLst>
                  <a:gd name="T0" fmla="*/ 8 w 11"/>
                  <a:gd name="T1" fmla="*/ 60 h 17"/>
                  <a:gd name="T2" fmla="*/ 26 w 11"/>
                  <a:gd name="T3" fmla="*/ 21 h 17"/>
                  <a:gd name="T4" fmla="*/ 40 w 11"/>
                  <a:gd name="T5" fmla="*/ 0 h 17"/>
                  <a:gd name="T6" fmla="*/ 19 w 11"/>
                  <a:gd name="T7" fmla="*/ 25 h 17"/>
                  <a:gd name="T8" fmla="*/ 5 w 11"/>
                  <a:gd name="T9" fmla="*/ 64 h 17"/>
                  <a:gd name="T10" fmla="*/ 22 w 11"/>
                  <a:gd name="T11" fmla="*/ 56 h 17"/>
                  <a:gd name="T12" fmla="*/ 8 w 11"/>
                  <a:gd name="T13" fmla="*/ 6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7">
                    <a:moveTo>
                      <a:pt x="2" y="15"/>
                    </a:moveTo>
                    <a:cubicBezTo>
                      <a:pt x="1" y="14"/>
                      <a:pt x="3" y="9"/>
                      <a:pt x="7" y="5"/>
                    </a:cubicBezTo>
                    <a:cubicBezTo>
                      <a:pt x="8" y="3"/>
                      <a:pt x="10" y="1"/>
                      <a:pt x="11" y="0"/>
                    </a:cubicBezTo>
                    <a:cubicBezTo>
                      <a:pt x="9" y="1"/>
                      <a:pt x="7" y="3"/>
                      <a:pt x="5" y="6"/>
                    </a:cubicBezTo>
                    <a:cubicBezTo>
                      <a:pt x="2" y="11"/>
                      <a:pt x="0" y="15"/>
                      <a:pt x="1" y="16"/>
                    </a:cubicBezTo>
                    <a:cubicBezTo>
                      <a:pt x="2" y="17"/>
                      <a:pt x="4" y="16"/>
                      <a:pt x="6" y="14"/>
                    </a:cubicBezTo>
                    <a:cubicBezTo>
                      <a:pt x="5" y="15"/>
                      <a:pt x="3" y="16"/>
                      <a:pt x="2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2" name="Freeform 768">
                <a:extLst>
                  <a:ext uri="{FF2B5EF4-FFF2-40B4-BE49-F238E27FC236}">
                    <a16:creationId xmlns:a16="http://schemas.microsoft.com/office/drawing/2014/main" id="{58193AE9-16F7-4F58-903A-65E1BA19D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963"/>
                <a:ext cx="138" cy="182"/>
              </a:xfrm>
              <a:custGeom>
                <a:avLst/>
                <a:gdLst>
                  <a:gd name="T0" fmla="*/ 72 w 92"/>
                  <a:gd name="T1" fmla="*/ 444 h 114"/>
                  <a:gd name="T2" fmla="*/ 72 w 92"/>
                  <a:gd name="T3" fmla="*/ 444 h 114"/>
                  <a:gd name="T4" fmla="*/ 45 w 92"/>
                  <a:gd name="T5" fmla="*/ 452 h 114"/>
                  <a:gd name="T6" fmla="*/ 18 w 92"/>
                  <a:gd name="T7" fmla="*/ 428 h 114"/>
                  <a:gd name="T8" fmla="*/ 35 w 92"/>
                  <a:gd name="T9" fmla="*/ 358 h 114"/>
                  <a:gd name="T10" fmla="*/ 153 w 92"/>
                  <a:gd name="T11" fmla="*/ 166 h 114"/>
                  <a:gd name="T12" fmla="*/ 234 w 92"/>
                  <a:gd name="T13" fmla="*/ 34 h 114"/>
                  <a:gd name="T14" fmla="*/ 270 w 92"/>
                  <a:gd name="T15" fmla="*/ 8 h 114"/>
                  <a:gd name="T16" fmla="*/ 297 w 92"/>
                  <a:gd name="T17" fmla="*/ 34 h 114"/>
                  <a:gd name="T18" fmla="*/ 302 w 92"/>
                  <a:gd name="T19" fmla="*/ 69 h 114"/>
                  <a:gd name="T20" fmla="*/ 189 w 92"/>
                  <a:gd name="T21" fmla="*/ 260 h 114"/>
                  <a:gd name="T22" fmla="*/ 72 w 92"/>
                  <a:gd name="T23" fmla="*/ 444 h 1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114">
                    <a:moveTo>
                      <a:pt x="21" y="109"/>
                    </a:moveTo>
                    <a:cubicBezTo>
                      <a:pt x="21" y="109"/>
                      <a:pt x="21" y="109"/>
                      <a:pt x="21" y="109"/>
                    </a:cubicBezTo>
                    <a:cubicBezTo>
                      <a:pt x="19" y="111"/>
                      <a:pt x="17" y="114"/>
                      <a:pt x="13" y="111"/>
                    </a:cubicBezTo>
                    <a:cubicBezTo>
                      <a:pt x="5" y="105"/>
                      <a:pt x="5" y="105"/>
                      <a:pt x="5" y="105"/>
                    </a:cubicBezTo>
                    <a:cubicBezTo>
                      <a:pt x="3" y="103"/>
                      <a:pt x="0" y="101"/>
                      <a:pt x="10" y="88"/>
                    </a:cubicBezTo>
                    <a:cubicBezTo>
                      <a:pt x="45" y="41"/>
                      <a:pt x="45" y="41"/>
                      <a:pt x="45" y="41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73" y="3"/>
                      <a:pt x="78" y="0"/>
                      <a:pt x="80" y="2"/>
                    </a:cubicBezTo>
                    <a:cubicBezTo>
                      <a:pt x="88" y="8"/>
                      <a:pt x="88" y="8"/>
                      <a:pt x="88" y="8"/>
                    </a:cubicBezTo>
                    <a:cubicBezTo>
                      <a:pt x="91" y="10"/>
                      <a:pt x="92" y="13"/>
                      <a:pt x="89" y="17"/>
                    </a:cubicBezTo>
                    <a:cubicBezTo>
                      <a:pt x="89" y="17"/>
                      <a:pt x="64" y="54"/>
                      <a:pt x="56" y="64"/>
                    </a:cubicBezTo>
                    <a:cubicBezTo>
                      <a:pt x="49" y="74"/>
                      <a:pt x="21" y="108"/>
                      <a:pt x="21" y="10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3" name="Freeform 769">
                <a:extLst>
                  <a:ext uri="{FF2B5EF4-FFF2-40B4-BE49-F238E27FC236}">
                    <a16:creationId xmlns:a16="http://schemas.microsoft.com/office/drawing/2014/main" id="{58A10D07-E7D2-4CEC-A8C3-B48904E2D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805"/>
                <a:ext cx="113" cy="168"/>
              </a:xfrm>
              <a:custGeom>
                <a:avLst/>
                <a:gdLst>
                  <a:gd name="T0" fmla="*/ 197 w 75"/>
                  <a:gd name="T1" fmla="*/ 0 h 105"/>
                  <a:gd name="T2" fmla="*/ 136 w 75"/>
                  <a:gd name="T3" fmla="*/ 123 h 105"/>
                  <a:gd name="T4" fmla="*/ 27 w 75"/>
                  <a:gd name="T5" fmla="*/ 328 h 105"/>
                  <a:gd name="T6" fmla="*/ 18 w 75"/>
                  <a:gd name="T7" fmla="*/ 397 h 105"/>
                  <a:gd name="T8" fmla="*/ 48 w 75"/>
                  <a:gd name="T9" fmla="*/ 418 h 105"/>
                  <a:gd name="T10" fmla="*/ 72 w 75"/>
                  <a:gd name="T11" fmla="*/ 410 h 105"/>
                  <a:gd name="T12" fmla="*/ 75 w 75"/>
                  <a:gd name="T13" fmla="*/ 405 h 105"/>
                  <a:gd name="T14" fmla="*/ 182 w 75"/>
                  <a:gd name="T15" fmla="*/ 213 h 105"/>
                  <a:gd name="T16" fmla="*/ 256 w 75"/>
                  <a:gd name="T17" fmla="*/ 54 h 105"/>
                  <a:gd name="T18" fmla="*/ 197 w 75"/>
                  <a:gd name="T19" fmla="*/ 0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05">
                    <a:moveTo>
                      <a:pt x="58" y="0"/>
                    </a:moveTo>
                    <a:cubicBezTo>
                      <a:pt x="40" y="30"/>
                      <a:pt x="40" y="30"/>
                      <a:pt x="40" y="30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0" y="94"/>
                      <a:pt x="3" y="95"/>
                      <a:pt x="5" y="97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8" y="105"/>
                      <a:pt x="20" y="102"/>
                      <a:pt x="21" y="100"/>
                    </a:cubicBezTo>
                    <a:cubicBezTo>
                      <a:pt x="21" y="99"/>
                      <a:pt x="22" y="99"/>
                      <a:pt x="22" y="99"/>
                    </a:cubicBezTo>
                    <a:cubicBezTo>
                      <a:pt x="22" y="99"/>
                      <a:pt x="46" y="62"/>
                      <a:pt x="53" y="52"/>
                    </a:cubicBezTo>
                    <a:cubicBezTo>
                      <a:pt x="57" y="45"/>
                      <a:pt x="68" y="25"/>
                      <a:pt x="75" y="13"/>
                    </a:cubicBez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4" name="Freeform 770">
                <a:extLst>
                  <a:ext uri="{FF2B5EF4-FFF2-40B4-BE49-F238E27FC236}">
                    <a16:creationId xmlns:a16="http://schemas.microsoft.com/office/drawing/2014/main" id="{2B0D2038-D05C-414C-B249-0998090D6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851"/>
                <a:ext cx="24" cy="38"/>
              </a:xfrm>
              <a:custGeom>
                <a:avLst/>
                <a:gdLst>
                  <a:gd name="T0" fmla="*/ 53 w 16"/>
                  <a:gd name="T1" fmla="*/ 5 h 24"/>
                  <a:gd name="T2" fmla="*/ 39 w 16"/>
                  <a:gd name="T3" fmla="*/ 55 h 24"/>
                  <a:gd name="T4" fmla="*/ 8 w 16"/>
                  <a:gd name="T5" fmla="*/ 90 h 24"/>
                  <a:gd name="T6" fmla="*/ 18 w 16"/>
                  <a:gd name="T7" fmla="*/ 40 h 24"/>
                  <a:gd name="T8" fmla="*/ 53 w 16"/>
                  <a:gd name="T9" fmla="*/ 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15" y="1"/>
                    </a:moveTo>
                    <a:cubicBezTo>
                      <a:pt x="16" y="2"/>
                      <a:pt x="15" y="8"/>
                      <a:pt x="11" y="14"/>
                    </a:cubicBezTo>
                    <a:cubicBezTo>
                      <a:pt x="8" y="20"/>
                      <a:pt x="3" y="24"/>
                      <a:pt x="2" y="23"/>
                    </a:cubicBezTo>
                    <a:cubicBezTo>
                      <a:pt x="0" y="22"/>
                      <a:pt x="2" y="16"/>
                      <a:pt x="5" y="10"/>
                    </a:cubicBezTo>
                    <a:cubicBezTo>
                      <a:pt x="9" y="4"/>
                      <a:pt x="13" y="0"/>
                      <a:pt x="15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5" name="Freeform 771">
                <a:extLst>
                  <a:ext uri="{FF2B5EF4-FFF2-40B4-BE49-F238E27FC236}">
                    <a16:creationId xmlns:a16="http://schemas.microsoft.com/office/drawing/2014/main" id="{5FF50198-BA46-4DC2-A257-196DC15AC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7" y="854"/>
                <a:ext cx="24" cy="37"/>
              </a:xfrm>
              <a:custGeom>
                <a:avLst/>
                <a:gdLst>
                  <a:gd name="T0" fmla="*/ 53 w 16"/>
                  <a:gd name="T1" fmla="*/ 5 h 23"/>
                  <a:gd name="T2" fmla="*/ 39 w 16"/>
                  <a:gd name="T3" fmla="*/ 55 h 23"/>
                  <a:gd name="T4" fmla="*/ 8 w 16"/>
                  <a:gd name="T5" fmla="*/ 90 h 23"/>
                  <a:gd name="T6" fmla="*/ 18 w 16"/>
                  <a:gd name="T7" fmla="*/ 42 h 23"/>
                  <a:gd name="T8" fmla="*/ 53 w 16"/>
                  <a:gd name="T9" fmla="*/ 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5" y="1"/>
                    </a:moveTo>
                    <a:cubicBezTo>
                      <a:pt x="16" y="2"/>
                      <a:pt x="15" y="7"/>
                      <a:pt x="11" y="13"/>
                    </a:cubicBezTo>
                    <a:cubicBezTo>
                      <a:pt x="7" y="19"/>
                      <a:pt x="3" y="23"/>
                      <a:pt x="2" y="22"/>
                    </a:cubicBezTo>
                    <a:cubicBezTo>
                      <a:pt x="0" y="21"/>
                      <a:pt x="2" y="15"/>
                      <a:pt x="5" y="10"/>
                    </a:cubicBezTo>
                    <a:cubicBezTo>
                      <a:pt x="9" y="4"/>
                      <a:pt x="13" y="0"/>
                      <a:pt x="15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6" name="Freeform 772">
                <a:extLst>
                  <a:ext uri="{FF2B5EF4-FFF2-40B4-BE49-F238E27FC236}">
                    <a16:creationId xmlns:a16="http://schemas.microsoft.com/office/drawing/2014/main" id="{97F3FFC5-B3EA-4486-BC7A-2A5C6936B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0" y="880"/>
                <a:ext cx="39" cy="81"/>
              </a:xfrm>
              <a:custGeom>
                <a:avLst/>
                <a:gdLst>
                  <a:gd name="T0" fmla="*/ 26 w 26"/>
                  <a:gd name="T1" fmla="*/ 199 h 51"/>
                  <a:gd name="T2" fmla="*/ 0 w 26"/>
                  <a:gd name="T3" fmla="*/ 176 h 51"/>
                  <a:gd name="T4" fmla="*/ 18 w 26"/>
                  <a:gd name="T5" fmla="*/ 132 h 51"/>
                  <a:gd name="T6" fmla="*/ 54 w 26"/>
                  <a:gd name="T7" fmla="*/ 60 h 51"/>
                  <a:gd name="T8" fmla="*/ 72 w 26"/>
                  <a:gd name="T9" fmla="*/ 33 h 51"/>
                  <a:gd name="T10" fmla="*/ 89 w 26"/>
                  <a:gd name="T11" fmla="*/ 0 h 51"/>
                  <a:gd name="T12" fmla="*/ 26 w 26"/>
                  <a:gd name="T13" fmla="*/ 137 h 51"/>
                  <a:gd name="T14" fmla="*/ 18 w 26"/>
                  <a:gd name="T15" fmla="*/ 179 h 51"/>
                  <a:gd name="T16" fmla="*/ 35 w 26"/>
                  <a:gd name="T17" fmla="*/ 205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7" y="50"/>
                    </a:moveTo>
                    <a:cubicBezTo>
                      <a:pt x="5" y="49"/>
                      <a:pt x="1" y="47"/>
                      <a:pt x="0" y="44"/>
                    </a:cubicBezTo>
                    <a:cubicBezTo>
                      <a:pt x="0" y="41"/>
                      <a:pt x="4" y="36"/>
                      <a:pt x="5" y="33"/>
                    </a:cubicBezTo>
                    <a:cubicBezTo>
                      <a:pt x="9" y="27"/>
                      <a:pt x="13" y="21"/>
                      <a:pt x="16" y="15"/>
                    </a:cubicBezTo>
                    <a:cubicBezTo>
                      <a:pt x="18" y="13"/>
                      <a:pt x="19" y="10"/>
                      <a:pt x="21" y="8"/>
                    </a:cubicBezTo>
                    <a:cubicBezTo>
                      <a:pt x="22" y="5"/>
                      <a:pt x="24" y="2"/>
                      <a:pt x="26" y="0"/>
                    </a:cubicBezTo>
                    <a:cubicBezTo>
                      <a:pt x="21" y="12"/>
                      <a:pt x="13" y="23"/>
                      <a:pt x="7" y="34"/>
                    </a:cubicBezTo>
                    <a:cubicBezTo>
                      <a:pt x="5" y="38"/>
                      <a:pt x="3" y="42"/>
                      <a:pt x="5" y="45"/>
                    </a:cubicBezTo>
                    <a:cubicBezTo>
                      <a:pt x="6" y="48"/>
                      <a:pt x="8" y="50"/>
                      <a:pt x="10" y="5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7" name="Freeform 773">
                <a:extLst>
                  <a:ext uri="{FF2B5EF4-FFF2-40B4-BE49-F238E27FC236}">
                    <a16:creationId xmlns:a16="http://schemas.microsoft.com/office/drawing/2014/main" id="{06546E6F-366F-45C2-9DC0-BB8C22328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6" y="854"/>
                <a:ext cx="15" cy="32"/>
              </a:xfrm>
              <a:custGeom>
                <a:avLst/>
                <a:gdLst>
                  <a:gd name="T0" fmla="*/ 12 w 10"/>
                  <a:gd name="T1" fmla="*/ 21 h 20"/>
                  <a:gd name="T2" fmla="*/ 26 w 10"/>
                  <a:gd name="T3" fmla="*/ 13 h 20"/>
                  <a:gd name="T4" fmla="*/ 14 w 10"/>
                  <a:gd name="T5" fmla="*/ 61 h 20"/>
                  <a:gd name="T6" fmla="*/ 0 w 10"/>
                  <a:gd name="T7" fmla="*/ 82 h 20"/>
                  <a:gd name="T8" fmla="*/ 18 w 10"/>
                  <a:gd name="T9" fmla="*/ 54 h 20"/>
                  <a:gd name="T10" fmla="*/ 32 w 10"/>
                  <a:gd name="T11" fmla="*/ 5 h 20"/>
                  <a:gd name="T12" fmla="*/ 12 w 10"/>
                  <a:gd name="T13" fmla="*/ 2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0">
                    <a:moveTo>
                      <a:pt x="3" y="5"/>
                    </a:moveTo>
                    <a:cubicBezTo>
                      <a:pt x="5" y="3"/>
                      <a:pt x="6" y="2"/>
                      <a:pt x="7" y="3"/>
                    </a:cubicBezTo>
                    <a:cubicBezTo>
                      <a:pt x="9" y="4"/>
                      <a:pt x="7" y="9"/>
                      <a:pt x="4" y="15"/>
                    </a:cubicBezTo>
                    <a:cubicBezTo>
                      <a:pt x="3" y="17"/>
                      <a:pt x="1" y="18"/>
                      <a:pt x="0" y="20"/>
                    </a:cubicBezTo>
                    <a:cubicBezTo>
                      <a:pt x="2" y="18"/>
                      <a:pt x="4" y="16"/>
                      <a:pt x="5" y="13"/>
                    </a:cubicBezTo>
                    <a:cubicBezTo>
                      <a:pt x="9" y="7"/>
                      <a:pt x="10" y="2"/>
                      <a:pt x="9" y="1"/>
                    </a:cubicBezTo>
                    <a:cubicBezTo>
                      <a:pt x="8" y="0"/>
                      <a:pt x="5" y="2"/>
                      <a:pt x="3" y="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8" name="Freeform 774">
                <a:extLst>
                  <a:ext uri="{FF2B5EF4-FFF2-40B4-BE49-F238E27FC236}">
                    <a16:creationId xmlns:a16="http://schemas.microsoft.com/office/drawing/2014/main" id="{714BACC4-90B1-4DDE-B5E5-444322063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8" y="859"/>
                <a:ext cx="15" cy="27"/>
              </a:xfrm>
              <a:custGeom>
                <a:avLst/>
                <a:gdLst>
                  <a:gd name="T0" fmla="*/ 12 w 10"/>
                  <a:gd name="T1" fmla="*/ 64 h 17"/>
                  <a:gd name="T2" fmla="*/ 21 w 10"/>
                  <a:gd name="T3" fmla="*/ 21 h 17"/>
                  <a:gd name="T4" fmla="*/ 35 w 10"/>
                  <a:gd name="T5" fmla="*/ 0 h 17"/>
                  <a:gd name="T6" fmla="*/ 18 w 10"/>
                  <a:gd name="T7" fmla="*/ 27 h 17"/>
                  <a:gd name="T8" fmla="*/ 8 w 10"/>
                  <a:gd name="T9" fmla="*/ 68 h 17"/>
                  <a:gd name="T10" fmla="*/ 21 w 10"/>
                  <a:gd name="T11" fmla="*/ 60 h 17"/>
                  <a:gd name="T12" fmla="*/ 12 w 10"/>
                  <a:gd name="T13" fmla="*/ 6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3" y="16"/>
                    </a:moveTo>
                    <a:cubicBezTo>
                      <a:pt x="1" y="15"/>
                      <a:pt x="3" y="10"/>
                      <a:pt x="6" y="5"/>
                    </a:cubicBezTo>
                    <a:cubicBezTo>
                      <a:pt x="7" y="4"/>
                      <a:pt x="9" y="2"/>
                      <a:pt x="10" y="0"/>
                    </a:cubicBezTo>
                    <a:cubicBezTo>
                      <a:pt x="8" y="1"/>
                      <a:pt x="7" y="4"/>
                      <a:pt x="5" y="7"/>
                    </a:cubicBezTo>
                    <a:cubicBezTo>
                      <a:pt x="2" y="12"/>
                      <a:pt x="0" y="16"/>
                      <a:pt x="2" y="17"/>
                    </a:cubicBezTo>
                    <a:cubicBezTo>
                      <a:pt x="3" y="17"/>
                      <a:pt x="4" y="17"/>
                      <a:pt x="6" y="15"/>
                    </a:cubicBezTo>
                    <a:cubicBezTo>
                      <a:pt x="5" y="15"/>
                      <a:pt x="4" y="16"/>
                      <a:pt x="3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9" name="Freeform 775">
                <a:extLst>
                  <a:ext uri="{FF2B5EF4-FFF2-40B4-BE49-F238E27FC236}">
                    <a16:creationId xmlns:a16="http://schemas.microsoft.com/office/drawing/2014/main" id="{D31C7A66-DB92-4D38-8D92-D5C81AFE9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318"/>
                <a:ext cx="828" cy="82"/>
              </a:xfrm>
              <a:custGeom>
                <a:avLst/>
                <a:gdLst>
                  <a:gd name="T0" fmla="*/ 890 w 552"/>
                  <a:gd name="T1" fmla="*/ 191 h 51"/>
                  <a:gd name="T2" fmla="*/ 0 w 552"/>
                  <a:gd name="T3" fmla="*/ 0 h 51"/>
                  <a:gd name="T4" fmla="*/ 855 w 552"/>
                  <a:gd name="T5" fmla="*/ 158 h 51"/>
                  <a:gd name="T6" fmla="*/ 1863 w 552"/>
                  <a:gd name="T7" fmla="*/ 212 h 51"/>
                  <a:gd name="T8" fmla="*/ 890 w 552"/>
                  <a:gd name="T9" fmla="*/ 19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2" h="51">
                    <a:moveTo>
                      <a:pt x="263" y="46"/>
                    </a:moveTo>
                    <a:cubicBezTo>
                      <a:pt x="149" y="44"/>
                      <a:pt x="41" y="17"/>
                      <a:pt x="0" y="0"/>
                    </a:cubicBezTo>
                    <a:cubicBezTo>
                      <a:pt x="48" y="22"/>
                      <a:pt x="180" y="36"/>
                      <a:pt x="253" y="38"/>
                    </a:cubicBezTo>
                    <a:cubicBezTo>
                      <a:pt x="326" y="40"/>
                      <a:pt x="457" y="41"/>
                      <a:pt x="552" y="51"/>
                    </a:cubicBezTo>
                    <a:cubicBezTo>
                      <a:pt x="514" y="44"/>
                      <a:pt x="333" y="45"/>
                      <a:pt x="263" y="46"/>
                    </a:cubicBezTo>
                    <a:close/>
                  </a:path>
                </a:pathLst>
              </a:custGeom>
              <a:solidFill>
                <a:srgbClr val="F9B5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0" name="Freeform 776">
                <a:extLst>
                  <a:ext uri="{FF2B5EF4-FFF2-40B4-BE49-F238E27FC236}">
                    <a16:creationId xmlns:a16="http://schemas.microsoft.com/office/drawing/2014/main" id="{6BA8614D-2D0B-42B0-B6C7-3C3CE544C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816"/>
                <a:ext cx="501" cy="486"/>
              </a:xfrm>
              <a:custGeom>
                <a:avLst/>
                <a:gdLst>
                  <a:gd name="T0" fmla="*/ 1128 w 334"/>
                  <a:gd name="T1" fmla="*/ 0 h 304"/>
                  <a:gd name="T2" fmla="*/ 0 w 334"/>
                  <a:gd name="T3" fmla="*/ 1242 h 304"/>
                  <a:gd name="T4" fmla="*/ 1128 w 334"/>
                  <a:gd name="T5" fmla="*/ 0 h 3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4" h="304">
                    <a:moveTo>
                      <a:pt x="334" y="0"/>
                    </a:moveTo>
                    <a:cubicBezTo>
                      <a:pt x="322" y="24"/>
                      <a:pt x="186" y="238"/>
                      <a:pt x="0" y="304"/>
                    </a:cubicBezTo>
                    <a:cubicBezTo>
                      <a:pt x="82" y="285"/>
                      <a:pt x="232" y="192"/>
                      <a:pt x="334" y="0"/>
                    </a:cubicBezTo>
                    <a:close/>
                  </a:path>
                </a:pathLst>
              </a:custGeom>
              <a:solidFill>
                <a:srgbClr val="F9B5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1" name="Freeform 777">
                <a:extLst>
                  <a:ext uri="{FF2B5EF4-FFF2-40B4-BE49-F238E27FC236}">
                    <a16:creationId xmlns:a16="http://schemas.microsoft.com/office/drawing/2014/main" id="{06D57D5C-0FA5-4F87-9F1B-DFBA6E660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460"/>
                <a:ext cx="1290" cy="98"/>
              </a:xfrm>
              <a:custGeom>
                <a:avLst/>
                <a:gdLst>
                  <a:gd name="T0" fmla="*/ 0 w 860"/>
                  <a:gd name="T1" fmla="*/ 0 h 61"/>
                  <a:gd name="T2" fmla="*/ 810 w 860"/>
                  <a:gd name="T3" fmla="*/ 157 h 61"/>
                  <a:gd name="T4" fmla="*/ 1863 w 860"/>
                  <a:gd name="T5" fmla="*/ 220 h 61"/>
                  <a:gd name="T6" fmla="*/ 2903 w 860"/>
                  <a:gd name="T7" fmla="*/ 34 h 61"/>
                  <a:gd name="T8" fmla="*/ 1925 w 860"/>
                  <a:gd name="T9" fmla="*/ 174 h 61"/>
                  <a:gd name="T10" fmla="*/ 899 w 860"/>
                  <a:gd name="T11" fmla="*/ 108 h 61"/>
                  <a:gd name="T12" fmla="*/ 0 w 860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0" h="61">
                    <a:moveTo>
                      <a:pt x="0" y="0"/>
                    </a:moveTo>
                    <a:cubicBezTo>
                      <a:pt x="57" y="20"/>
                      <a:pt x="178" y="37"/>
                      <a:pt x="240" y="38"/>
                    </a:cubicBezTo>
                    <a:cubicBezTo>
                      <a:pt x="301" y="40"/>
                      <a:pt x="413" y="45"/>
                      <a:pt x="552" y="53"/>
                    </a:cubicBezTo>
                    <a:cubicBezTo>
                      <a:pt x="690" y="61"/>
                      <a:pt x="804" y="22"/>
                      <a:pt x="860" y="8"/>
                    </a:cubicBezTo>
                    <a:cubicBezTo>
                      <a:pt x="812" y="24"/>
                      <a:pt x="657" y="48"/>
                      <a:pt x="570" y="42"/>
                    </a:cubicBezTo>
                    <a:cubicBezTo>
                      <a:pt x="484" y="37"/>
                      <a:pt x="301" y="28"/>
                      <a:pt x="266" y="26"/>
                    </a:cubicBezTo>
                    <a:cubicBezTo>
                      <a:pt x="232" y="25"/>
                      <a:pt x="66" y="20"/>
                      <a:pt x="0" y="0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2" name="Freeform 778">
                <a:extLst>
                  <a:ext uri="{FF2B5EF4-FFF2-40B4-BE49-F238E27FC236}">
                    <a16:creationId xmlns:a16="http://schemas.microsoft.com/office/drawing/2014/main" id="{3B708B7D-AB97-4488-B504-8761E1468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805"/>
                <a:ext cx="113" cy="168"/>
              </a:xfrm>
              <a:custGeom>
                <a:avLst/>
                <a:gdLst>
                  <a:gd name="T0" fmla="*/ 197 w 75"/>
                  <a:gd name="T1" fmla="*/ 0 h 105"/>
                  <a:gd name="T2" fmla="*/ 136 w 75"/>
                  <a:gd name="T3" fmla="*/ 123 h 105"/>
                  <a:gd name="T4" fmla="*/ 27 w 75"/>
                  <a:gd name="T5" fmla="*/ 328 h 105"/>
                  <a:gd name="T6" fmla="*/ 18 w 75"/>
                  <a:gd name="T7" fmla="*/ 397 h 105"/>
                  <a:gd name="T8" fmla="*/ 48 w 75"/>
                  <a:gd name="T9" fmla="*/ 418 h 105"/>
                  <a:gd name="T10" fmla="*/ 72 w 75"/>
                  <a:gd name="T11" fmla="*/ 410 h 105"/>
                  <a:gd name="T12" fmla="*/ 75 w 75"/>
                  <a:gd name="T13" fmla="*/ 405 h 105"/>
                  <a:gd name="T14" fmla="*/ 182 w 75"/>
                  <a:gd name="T15" fmla="*/ 213 h 105"/>
                  <a:gd name="T16" fmla="*/ 256 w 75"/>
                  <a:gd name="T17" fmla="*/ 54 h 105"/>
                  <a:gd name="T18" fmla="*/ 197 w 75"/>
                  <a:gd name="T19" fmla="*/ 0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05">
                    <a:moveTo>
                      <a:pt x="58" y="0"/>
                    </a:moveTo>
                    <a:cubicBezTo>
                      <a:pt x="40" y="30"/>
                      <a:pt x="40" y="30"/>
                      <a:pt x="40" y="30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0" y="94"/>
                      <a:pt x="3" y="95"/>
                      <a:pt x="5" y="97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8" y="105"/>
                      <a:pt x="20" y="102"/>
                      <a:pt x="21" y="100"/>
                    </a:cubicBezTo>
                    <a:cubicBezTo>
                      <a:pt x="21" y="99"/>
                      <a:pt x="22" y="99"/>
                      <a:pt x="22" y="99"/>
                    </a:cubicBezTo>
                    <a:cubicBezTo>
                      <a:pt x="22" y="99"/>
                      <a:pt x="46" y="62"/>
                      <a:pt x="53" y="52"/>
                    </a:cubicBezTo>
                    <a:cubicBezTo>
                      <a:pt x="57" y="45"/>
                      <a:pt x="68" y="25"/>
                      <a:pt x="75" y="13"/>
                    </a:cubicBezTo>
                    <a:lnTo>
                      <a:pt x="58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3" name="Freeform 779">
                <a:extLst>
                  <a:ext uri="{FF2B5EF4-FFF2-40B4-BE49-F238E27FC236}">
                    <a16:creationId xmlns:a16="http://schemas.microsoft.com/office/drawing/2014/main" id="{70A09B8C-5355-4B74-A8AB-8D7AE786D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1325"/>
                <a:ext cx="197" cy="38"/>
              </a:xfrm>
              <a:custGeom>
                <a:avLst/>
                <a:gdLst>
                  <a:gd name="T0" fmla="*/ 445 w 131"/>
                  <a:gd name="T1" fmla="*/ 68 h 24"/>
                  <a:gd name="T2" fmla="*/ 412 w 131"/>
                  <a:gd name="T3" fmla="*/ 95 h 24"/>
                  <a:gd name="T4" fmla="*/ 174 w 131"/>
                  <a:gd name="T5" fmla="*/ 87 h 24"/>
                  <a:gd name="T6" fmla="*/ 35 w 131"/>
                  <a:gd name="T7" fmla="*/ 90 h 24"/>
                  <a:gd name="T8" fmla="*/ 0 w 131"/>
                  <a:gd name="T9" fmla="*/ 60 h 24"/>
                  <a:gd name="T10" fmla="*/ 0 w 131"/>
                  <a:gd name="T11" fmla="*/ 25 h 24"/>
                  <a:gd name="T12" fmla="*/ 48 w 131"/>
                  <a:gd name="T13" fmla="*/ 0 h 24"/>
                  <a:gd name="T14" fmla="*/ 304 w 131"/>
                  <a:gd name="T15" fmla="*/ 5 h 24"/>
                  <a:gd name="T16" fmla="*/ 400 w 131"/>
                  <a:gd name="T17" fmla="*/ 5 h 24"/>
                  <a:gd name="T18" fmla="*/ 441 w 131"/>
                  <a:gd name="T19" fmla="*/ 27 h 24"/>
                  <a:gd name="T20" fmla="*/ 445 w 131"/>
                  <a:gd name="T21" fmla="*/ 68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1" h="24">
                    <a:moveTo>
                      <a:pt x="131" y="17"/>
                    </a:moveTo>
                    <a:cubicBezTo>
                      <a:pt x="131" y="21"/>
                      <a:pt x="127" y="24"/>
                      <a:pt x="121" y="24"/>
                    </a:cubicBezTo>
                    <a:cubicBezTo>
                      <a:pt x="121" y="24"/>
                      <a:pt x="66" y="23"/>
                      <a:pt x="51" y="22"/>
                    </a:cubicBezTo>
                    <a:cubicBezTo>
                      <a:pt x="35" y="22"/>
                      <a:pt x="10" y="23"/>
                      <a:pt x="10" y="23"/>
                    </a:cubicBezTo>
                    <a:cubicBezTo>
                      <a:pt x="4" y="23"/>
                      <a:pt x="0" y="21"/>
                      <a:pt x="0" y="1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4" y="0"/>
                      <a:pt x="14" y="0"/>
                    </a:cubicBezTo>
                    <a:cubicBezTo>
                      <a:pt x="14" y="0"/>
                      <a:pt x="70" y="1"/>
                      <a:pt x="89" y="1"/>
                    </a:cubicBezTo>
                    <a:cubicBezTo>
                      <a:pt x="108" y="1"/>
                      <a:pt x="118" y="1"/>
                      <a:pt x="118" y="1"/>
                    </a:cubicBezTo>
                    <a:cubicBezTo>
                      <a:pt x="124" y="1"/>
                      <a:pt x="130" y="3"/>
                      <a:pt x="130" y="7"/>
                    </a:cubicBezTo>
                    <a:lnTo>
                      <a:pt x="131" y="1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4" name="Freeform 780">
                <a:extLst>
                  <a:ext uri="{FF2B5EF4-FFF2-40B4-BE49-F238E27FC236}">
                    <a16:creationId xmlns:a16="http://schemas.microsoft.com/office/drawing/2014/main" id="{373DA00F-F3DE-47DB-AF58-1F72959CD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326"/>
                <a:ext cx="197" cy="50"/>
              </a:xfrm>
              <a:custGeom>
                <a:avLst/>
                <a:gdLst>
                  <a:gd name="T0" fmla="*/ 445 w 131"/>
                  <a:gd name="T1" fmla="*/ 102 h 31"/>
                  <a:gd name="T2" fmla="*/ 399 w 131"/>
                  <a:gd name="T3" fmla="*/ 124 h 31"/>
                  <a:gd name="T4" fmla="*/ 292 w 131"/>
                  <a:gd name="T5" fmla="*/ 118 h 31"/>
                  <a:gd name="T6" fmla="*/ 41 w 131"/>
                  <a:gd name="T7" fmla="*/ 102 h 31"/>
                  <a:gd name="T8" fmla="*/ 0 w 131"/>
                  <a:gd name="T9" fmla="*/ 71 h 31"/>
                  <a:gd name="T10" fmla="*/ 0 w 131"/>
                  <a:gd name="T11" fmla="*/ 29 h 31"/>
                  <a:gd name="T12" fmla="*/ 27 w 131"/>
                  <a:gd name="T13" fmla="*/ 0 h 31"/>
                  <a:gd name="T14" fmla="*/ 217 w 131"/>
                  <a:gd name="T15" fmla="*/ 21 h 31"/>
                  <a:gd name="T16" fmla="*/ 399 w 131"/>
                  <a:gd name="T17" fmla="*/ 29 h 31"/>
                  <a:gd name="T18" fmla="*/ 445 w 131"/>
                  <a:gd name="T19" fmla="*/ 60 h 31"/>
                  <a:gd name="T20" fmla="*/ 445 w 131"/>
                  <a:gd name="T21" fmla="*/ 102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1" h="31">
                    <a:moveTo>
                      <a:pt x="131" y="24"/>
                    </a:moveTo>
                    <a:cubicBezTo>
                      <a:pt x="130" y="28"/>
                      <a:pt x="127" y="31"/>
                      <a:pt x="117" y="30"/>
                    </a:cubicBezTo>
                    <a:cubicBezTo>
                      <a:pt x="117" y="30"/>
                      <a:pt x="111" y="30"/>
                      <a:pt x="86" y="28"/>
                    </a:cubicBezTo>
                    <a:cubicBezTo>
                      <a:pt x="61" y="27"/>
                      <a:pt x="12" y="24"/>
                      <a:pt x="12" y="24"/>
                    </a:cubicBezTo>
                    <a:cubicBezTo>
                      <a:pt x="2" y="23"/>
                      <a:pt x="0" y="21"/>
                      <a:pt x="0" y="1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2" y="0"/>
                      <a:pt x="8" y="0"/>
                    </a:cubicBezTo>
                    <a:cubicBezTo>
                      <a:pt x="8" y="0"/>
                      <a:pt x="41" y="3"/>
                      <a:pt x="64" y="5"/>
                    </a:cubicBezTo>
                    <a:cubicBezTo>
                      <a:pt x="87" y="6"/>
                      <a:pt x="117" y="7"/>
                      <a:pt x="117" y="7"/>
                    </a:cubicBezTo>
                    <a:cubicBezTo>
                      <a:pt x="129" y="7"/>
                      <a:pt x="131" y="11"/>
                      <a:pt x="131" y="14"/>
                    </a:cubicBezTo>
                    <a:lnTo>
                      <a:pt x="131" y="24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5" name="Freeform 781">
                <a:extLst>
                  <a:ext uri="{FF2B5EF4-FFF2-40B4-BE49-F238E27FC236}">
                    <a16:creationId xmlns:a16="http://schemas.microsoft.com/office/drawing/2014/main" id="{9229593B-7767-43BE-99AA-EC16623D7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305"/>
                <a:ext cx="198" cy="56"/>
              </a:xfrm>
              <a:custGeom>
                <a:avLst/>
                <a:gdLst>
                  <a:gd name="T0" fmla="*/ 444 w 132"/>
                  <a:gd name="T1" fmla="*/ 118 h 35"/>
                  <a:gd name="T2" fmla="*/ 396 w 132"/>
                  <a:gd name="T3" fmla="*/ 138 h 35"/>
                  <a:gd name="T4" fmla="*/ 291 w 132"/>
                  <a:gd name="T5" fmla="*/ 128 h 35"/>
                  <a:gd name="T6" fmla="*/ 41 w 132"/>
                  <a:gd name="T7" fmla="*/ 98 h 35"/>
                  <a:gd name="T8" fmla="*/ 0 w 132"/>
                  <a:gd name="T9" fmla="*/ 67 h 35"/>
                  <a:gd name="T10" fmla="*/ 5 w 132"/>
                  <a:gd name="T11" fmla="*/ 26 h 35"/>
                  <a:gd name="T12" fmla="*/ 35 w 132"/>
                  <a:gd name="T13" fmla="*/ 0 h 35"/>
                  <a:gd name="T14" fmla="*/ 221 w 132"/>
                  <a:gd name="T15" fmla="*/ 29 h 35"/>
                  <a:gd name="T16" fmla="*/ 399 w 132"/>
                  <a:gd name="T17" fmla="*/ 46 h 35"/>
                  <a:gd name="T18" fmla="*/ 446 w 132"/>
                  <a:gd name="T19" fmla="*/ 77 h 35"/>
                  <a:gd name="T20" fmla="*/ 444 w 132"/>
                  <a:gd name="T21" fmla="*/ 118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5">
                    <a:moveTo>
                      <a:pt x="131" y="29"/>
                    </a:moveTo>
                    <a:cubicBezTo>
                      <a:pt x="130" y="33"/>
                      <a:pt x="127" y="35"/>
                      <a:pt x="117" y="34"/>
                    </a:cubicBezTo>
                    <a:cubicBezTo>
                      <a:pt x="117" y="34"/>
                      <a:pt x="110" y="34"/>
                      <a:pt x="86" y="31"/>
                    </a:cubicBezTo>
                    <a:cubicBezTo>
                      <a:pt x="61" y="29"/>
                      <a:pt x="12" y="24"/>
                      <a:pt x="12" y="24"/>
                    </a:cubicBezTo>
                    <a:cubicBezTo>
                      <a:pt x="3" y="23"/>
                      <a:pt x="0" y="20"/>
                      <a:pt x="0" y="1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3"/>
                      <a:pt x="4" y="0"/>
                      <a:pt x="10" y="0"/>
                    </a:cubicBezTo>
                    <a:cubicBezTo>
                      <a:pt x="10" y="0"/>
                      <a:pt x="42" y="4"/>
                      <a:pt x="65" y="7"/>
                    </a:cubicBezTo>
                    <a:cubicBezTo>
                      <a:pt x="88" y="9"/>
                      <a:pt x="118" y="11"/>
                      <a:pt x="118" y="11"/>
                    </a:cubicBezTo>
                    <a:cubicBezTo>
                      <a:pt x="129" y="12"/>
                      <a:pt x="132" y="15"/>
                      <a:pt x="132" y="19"/>
                    </a:cubicBezTo>
                    <a:lnTo>
                      <a:pt x="131" y="29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6" name="Freeform 782">
                <a:extLst>
                  <a:ext uri="{FF2B5EF4-FFF2-40B4-BE49-F238E27FC236}">
                    <a16:creationId xmlns:a16="http://schemas.microsoft.com/office/drawing/2014/main" id="{2A090D48-2C02-43B8-A492-BDAAF1B5E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197"/>
                <a:ext cx="133" cy="88"/>
              </a:xfrm>
              <a:custGeom>
                <a:avLst/>
                <a:gdLst>
                  <a:gd name="T0" fmla="*/ 262 w 89"/>
                  <a:gd name="T1" fmla="*/ 118 h 55"/>
                  <a:gd name="T2" fmla="*/ 134 w 89"/>
                  <a:gd name="T3" fmla="*/ 56 h 55"/>
                  <a:gd name="T4" fmla="*/ 27 w 89"/>
                  <a:gd name="T5" fmla="*/ 0 h 55"/>
                  <a:gd name="T6" fmla="*/ 0 w 89"/>
                  <a:gd name="T7" fmla="*/ 98 h 55"/>
                  <a:gd name="T8" fmla="*/ 67 w 89"/>
                  <a:gd name="T9" fmla="*/ 131 h 55"/>
                  <a:gd name="T10" fmla="*/ 248 w 89"/>
                  <a:gd name="T11" fmla="*/ 218 h 55"/>
                  <a:gd name="T12" fmla="*/ 281 w 89"/>
                  <a:gd name="T13" fmla="*/ 200 h 55"/>
                  <a:gd name="T14" fmla="*/ 294 w 89"/>
                  <a:gd name="T15" fmla="*/ 163 h 55"/>
                  <a:gd name="T16" fmla="*/ 262 w 89"/>
                  <a:gd name="T17" fmla="*/ 118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55">
                    <a:moveTo>
                      <a:pt x="78" y="29"/>
                    </a:moveTo>
                    <a:cubicBezTo>
                      <a:pt x="40" y="14"/>
                      <a:pt x="40" y="14"/>
                      <a:pt x="40" y="1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8" y="27"/>
                      <a:pt x="16" y="31"/>
                      <a:pt x="20" y="32"/>
                    </a:cubicBezTo>
                    <a:cubicBezTo>
                      <a:pt x="32" y="37"/>
                      <a:pt x="74" y="53"/>
                      <a:pt x="74" y="53"/>
                    </a:cubicBezTo>
                    <a:cubicBezTo>
                      <a:pt x="79" y="55"/>
                      <a:pt x="82" y="53"/>
                      <a:pt x="84" y="49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9" y="37"/>
                      <a:pt x="85" y="32"/>
                      <a:pt x="78" y="2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7" name="Freeform 783">
                <a:extLst>
                  <a:ext uri="{FF2B5EF4-FFF2-40B4-BE49-F238E27FC236}">
                    <a16:creationId xmlns:a16="http://schemas.microsoft.com/office/drawing/2014/main" id="{2EA9D8F6-B193-49FB-9FE4-83D51AC99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1251"/>
                <a:ext cx="196" cy="85"/>
              </a:xfrm>
              <a:custGeom>
                <a:avLst/>
                <a:gdLst>
                  <a:gd name="T0" fmla="*/ 9 w 131"/>
                  <a:gd name="T1" fmla="*/ 29 h 53"/>
                  <a:gd name="T2" fmla="*/ 73 w 131"/>
                  <a:gd name="T3" fmla="*/ 16 h 53"/>
                  <a:gd name="T4" fmla="*/ 265 w 131"/>
                  <a:gd name="T5" fmla="*/ 75 h 53"/>
                  <a:gd name="T6" fmla="*/ 398 w 131"/>
                  <a:gd name="T7" fmla="*/ 115 h 53"/>
                  <a:gd name="T8" fmla="*/ 437 w 131"/>
                  <a:gd name="T9" fmla="*/ 152 h 53"/>
                  <a:gd name="T10" fmla="*/ 429 w 131"/>
                  <a:gd name="T11" fmla="*/ 192 h 53"/>
                  <a:gd name="T12" fmla="*/ 398 w 131"/>
                  <a:gd name="T13" fmla="*/ 213 h 53"/>
                  <a:gd name="T14" fmla="*/ 208 w 131"/>
                  <a:gd name="T15" fmla="*/ 165 h 53"/>
                  <a:gd name="T16" fmla="*/ 22 w 131"/>
                  <a:gd name="T17" fmla="*/ 103 h 53"/>
                  <a:gd name="T18" fmla="*/ 1 w 131"/>
                  <a:gd name="T19" fmla="*/ 67 h 53"/>
                  <a:gd name="T20" fmla="*/ 9 w 131"/>
                  <a:gd name="T21" fmla="*/ 29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1" h="53">
                    <a:moveTo>
                      <a:pt x="3" y="7"/>
                    </a:moveTo>
                    <a:cubicBezTo>
                      <a:pt x="4" y="3"/>
                      <a:pt x="6" y="0"/>
                      <a:pt x="22" y="4"/>
                    </a:cubicBezTo>
                    <a:cubicBezTo>
                      <a:pt x="79" y="18"/>
                      <a:pt x="79" y="18"/>
                      <a:pt x="79" y="18"/>
                    </a:cubicBezTo>
                    <a:cubicBezTo>
                      <a:pt x="119" y="28"/>
                      <a:pt x="119" y="28"/>
                      <a:pt x="119" y="28"/>
                    </a:cubicBezTo>
                    <a:cubicBezTo>
                      <a:pt x="126" y="29"/>
                      <a:pt x="131" y="33"/>
                      <a:pt x="130" y="37"/>
                    </a:cubicBezTo>
                    <a:cubicBezTo>
                      <a:pt x="128" y="47"/>
                      <a:pt x="128" y="47"/>
                      <a:pt x="128" y="47"/>
                    </a:cubicBezTo>
                    <a:cubicBezTo>
                      <a:pt x="127" y="51"/>
                      <a:pt x="124" y="53"/>
                      <a:pt x="119" y="52"/>
                    </a:cubicBezTo>
                    <a:cubicBezTo>
                      <a:pt x="119" y="52"/>
                      <a:pt x="75" y="43"/>
                      <a:pt x="62" y="40"/>
                    </a:cubicBezTo>
                    <a:cubicBezTo>
                      <a:pt x="50" y="37"/>
                      <a:pt x="7" y="25"/>
                      <a:pt x="7" y="25"/>
                    </a:cubicBezTo>
                    <a:cubicBezTo>
                      <a:pt x="1" y="23"/>
                      <a:pt x="0" y="20"/>
                      <a:pt x="1" y="16"/>
                    </a:cubicBezTo>
                    <a:lnTo>
                      <a:pt x="3" y="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8" name="Freeform 784">
                <a:extLst>
                  <a:ext uri="{FF2B5EF4-FFF2-40B4-BE49-F238E27FC236}">
                    <a16:creationId xmlns:a16="http://schemas.microsoft.com/office/drawing/2014/main" id="{68F2D49E-0948-4F84-B448-075E5D706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540"/>
                <a:ext cx="192" cy="36"/>
              </a:xfrm>
              <a:custGeom>
                <a:avLst/>
                <a:gdLst>
                  <a:gd name="T0" fmla="*/ 45 w 128"/>
                  <a:gd name="T1" fmla="*/ 5 h 22"/>
                  <a:gd name="T2" fmla="*/ 297 w 128"/>
                  <a:gd name="T3" fmla="*/ 5 h 22"/>
                  <a:gd name="T4" fmla="*/ 396 w 128"/>
                  <a:gd name="T5" fmla="*/ 5 h 22"/>
                  <a:gd name="T6" fmla="*/ 431 w 128"/>
                  <a:gd name="T7" fmla="*/ 26 h 22"/>
                  <a:gd name="T8" fmla="*/ 432 w 128"/>
                  <a:gd name="T9" fmla="*/ 70 h 22"/>
                  <a:gd name="T10" fmla="*/ 405 w 128"/>
                  <a:gd name="T11" fmla="*/ 92 h 22"/>
                  <a:gd name="T12" fmla="*/ 170 w 128"/>
                  <a:gd name="T13" fmla="*/ 88 h 22"/>
                  <a:gd name="T14" fmla="*/ 35 w 128"/>
                  <a:gd name="T15" fmla="*/ 92 h 22"/>
                  <a:gd name="T16" fmla="*/ 5 w 128"/>
                  <a:gd name="T17" fmla="*/ 62 h 22"/>
                  <a:gd name="T18" fmla="*/ 5 w 128"/>
                  <a:gd name="T19" fmla="*/ 21 h 22"/>
                  <a:gd name="T20" fmla="*/ 12 w 128"/>
                  <a:gd name="T21" fmla="*/ 8 h 22"/>
                  <a:gd name="T22" fmla="*/ 45 w 128"/>
                  <a:gd name="T23" fmla="*/ 5 h 22"/>
                  <a:gd name="T24" fmla="*/ 45 w 128"/>
                  <a:gd name="T25" fmla="*/ 5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8" h="22">
                    <a:moveTo>
                      <a:pt x="13" y="1"/>
                    </a:moveTo>
                    <a:cubicBezTo>
                      <a:pt x="13" y="1"/>
                      <a:pt x="69" y="1"/>
                      <a:pt x="88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21" y="1"/>
                      <a:pt x="127" y="2"/>
                      <a:pt x="127" y="6"/>
                    </a:cubicBezTo>
                    <a:cubicBezTo>
                      <a:pt x="127" y="6"/>
                      <a:pt x="128" y="16"/>
                      <a:pt x="128" y="16"/>
                    </a:cubicBezTo>
                    <a:cubicBezTo>
                      <a:pt x="128" y="20"/>
                      <a:pt x="125" y="22"/>
                      <a:pt x="120" y="21"/>
                    </a:cubicBezTo>
                    <a:cubicBezTo>
                      <a:pt x="119" y="21"/>
                      <a:pt x="65" y="21"/>
                      <a:pt x="50" y="20"/>
                    </a:cubicBezTo>
                    <a:cubicBezTo>
                      <a:pt x="34" y="20"/>
                      <a:pt x="11" y="21"/>
                      <a:pt x="10" y="21"/>
                    </a:cubicBezTo>
                    <a:cubicBezTo>
                      <a:pt x="4" y="21"/>
                      <a:pt x="0" y="18"/>
                      <a:pt x="1" y="1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3"/>
                      <a:pt x="3" y="2"/>
                    </a:cubicBezTo>
                    <a:cubicBezTo>
                      <a:pt x="5" y="1"/>
                      <a:pt x="8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9" name="Freeform 785">
                <a:extLst>
                  <a:ext uri="{FF2B5EF4-FFF2-40B4-BE49-F238E27FC236}">
                    <a16:creationId xmlns:a16="http://schemas.microsoft.com/office/drawing/2014/main" id="{F2940580-B03A-4C50-9981-4CC33B8D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542"/>
                <a:ext cx="193" cy="46"/>
              </a:xfrm>
              <a:custGeom>
                <a:avLst/>
                <a:gdLst>
                  <a:gd name="T0" fmla="*/ 389 w 129"/>
                  <a:gd name="T1" fmla="*/ 27 h 29"/>
                  <a:gd name="T2" fmla="*/ 429 w 129"/>
                  <a:gd name="T3" fmla="*/ 52 h 29"/>
                  <a:gd name="T4" fmla="*/ 429 w 129"/>
                  <a:gd name="T5" fmla="*/ 90 h 29"/>
                  <a:gd name="T6" fmla="*/ 389 w 129"/>
                  <a:gd name="T7" fmla="*/ 111 h 29"/>
                  <a:gd name="T8" fmla="*/ 284 w 129"/>
                  <a:gd name="T9" fmla="*/ 103 h 29"/>
                  <a:gd name="T10" fmla="*/ 36 w 129"/>
                  <a:gd name="T11" fmla="*/ 89 h 29"/>
                  <a:gd name="T12" fmla="*/ 1 w 129"/>
                  <a:gd name="T13" fmla="*/ 63 h 29"/>
                  <a:gd name="T14" fmla="*/ 1 w 129"/>
                  <a:gd name="T15" fmla="*/ 25 h 29"/>
                  <a:gd name="T16" fmla="*/ 22 w 129"/>
                  <a:gd name="T17" fmla="*/ 5 h 29"/>
                  <a:gd name="T18" fmla="*/ 211 w 129"/>
                  <a:gd name="T19" fmla="*/ 21 h 29"/>
                  <a:gd name="T20" fmla="*/ 389 w 129"/>
                  <a:gd name="T21" fmla="*/ 27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9" h="29">
                    <a:moveTo>
                      <a:pt x="116" y="7"/>
                    </a:moveTo>
                    <a:cubicBezTo>
                      <a:pt x="127" y="7"/>
                      <a:pt x="129" y="10"/>
                      <a:pt x="128" y="13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8" y="26"/>
                      <a:pt x="127" y="29"/>
                      <a:pt x="116" y="28"/>
                    </a:cubicBezTo>
                    <a:cubicBezTo>
                      <a:pt x="116" y="28"/>
                      <a:pt x="109" y="27"/>
                      <a:pt x="85" y="26"/>
                    </a:cubicBezTo>
                    <a:cubicBezTo>
                      <a:pt x="60" y="25"/>
                      <a:pt x="12" y="22"/>
                      <a:pt x="11" y="22"/>
                    </a:cubicBezTo>
                    <a:cubicBezTo>
                      <a:pt x="2" y="21"/>
                      <a:pt x="0" y="19"/>
                      <a:pt x="1" y="1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1"/>
                      <a:pt x="4" y="0"/>
                      <a:pt x="7" y="1"/>
                    </a:cubicBezTo>
                    <a:cubicBezTo>
                      <a:pt x="7" y="1"/>
                      <a:pt x="40" y="3"/>
                      <a:pt x="63" y="5"/>
                    </a:cubicBezTo>
                    <a:cubicBezTo>
                      <a:pt x="85" y="6"/>
                      <a:pt x="115" y="7"/>
                      <a:pt x="116" y="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0" name="Freeform 786">
                <a:extLst>
                  <a:ext uri="{FF2B5EF4-FFF2-40B4-BE49-F238E27FC236}">
                    <a16:creationId xmlns:a16="http://schemas.microsoft.com/office/drawing/2014/main" id="{C3B6CD05-05C1-4819-970D-FC319C355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553"/>
                <a:ext cx="38" cy="13"/>
              </a:xfrm>
              <a:custGeom>
                <a:avLst/>
                <a:gdLst>
                  <a:gd name="T0" fmla="*/ 0 w 25"/>
                  <a:gd name="T1" fmla="*/ 18 h 8"/>
                  <a:gd name="T2" fmla="*/ 41 w 25"/>
                  <a:gd name="T3" fmla="*/ 0 h 8"/>
                  <a:gd name="T4" fmla="*/ 88 w 25"/>
                  <a:gd name="T5" fmla="*/ 18 h 8"/>
                  <a:gd name="T6" fmla="*/ 41 w 25"/>
                  <a:gd name="T7" fmla="*/ 29 h 8"/>
                  <a:gd name="T8" fmla="*/ 0 w 25"/>
                  <a:gd name="T9" fmla="*/ 1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4"/>
                    </a:moveTo>
                    <a:cubicBezTo>
                      <a:pt x="0" y="2"/>
                      <a:pt x="6" y="0"/>
                      <a:pt x="12" y="0"/>
                    </a:cubicBezTo>
                    <a:cubicBezTo>
                      <a:pt x="19" y="1"/>
                      <a:pt x="25" y="2"/>
                      <a:pt x="25" y="4"/>
                    </a:cubicBezTo>
                    <a:cubicBezTo>
                      <a:pt x="25" y="6"/>
                      <a:pt x="19" y="8"/>
                      <a:pt x="12" y="7"/>
                    </a:cubicBezTo>
                    <a:cubicBezTo>
                      <a:pt x="6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1" name="Freeform 787">
                <a:extLst>
                  <a:ext uri="{FF2B5EF4-FFF2-40B4-BE49-F238E27FC236}">
                    <a16:creationId xmlns:a16="http://schemas.microsoft.com/office/drawing/2014/main" id="{1D303939-CAC4-45B8-BD1E-3E04BC623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1561"/>
                <a:ext cx="37" cy="13"/>
              </a:xfrm>
              <a:custGeom>
                <a:avLst/>
                <a:gdLst>
                  <a:gd name="T0" fmla="*/ 0 w 25"/>
                  <a:gd name="T1" fmla="*/ 13 h 8"/>
                  <a:gd name="T2" fmla="*/ 41 w 25"/>
                  <a:gd name="T3" fmla="*/ 0 h 8"/>
                  <a:gd name="T4" fmla="*/ 81 w 25"/>
                  <a:gd name="T5" fmla="*/ 21 h 8"/>
                  <a:gd name="T6" fmla="*/ 40 w 25"/>
                  <a:gd name="T7" fmla="*/ 29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6" y="0"/>
                      <a:pt x="13" y="0"/>
                    </a:cubicBezTo>
                    <a:cubicBezTo>
                      <a:pt x="20" y="1"/>
                      <a:pt x="25" y="3"/>
                      <a:pt x="25" y="5"/>
                    </a:cubicBezTo>
                    <a:cubicBezTo>
                      <a:pt x="25" y="6"/>
                      <a:pt x="19" y="8"/>
                      <a:pt x="12" y="7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2" name="Freeform 788">
                <a:extLst>
                  <a:ext uri="{FF2B5EF4-FFF2-40B4-BE49-F238E27FC236}">
                    <a16:creationId xmlns:a16="http://schemas.microsoft.com/office/drawing/2014/main" id="{446C5FE2-993D-4CC9-B9CD-E3AB1B8CB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552"/>
                <a:ext cx="37" cy="11"/>
              </a:xfrm>
              <a:custGeom>
                <a:avLst/>
                <a:gdLst>
                  <a:gd name="T0" fmla="*/ 0 w 25"/>
                  <a:gd name="T1" fmla="*/ 13 h 7"/>
                  <a:gd name="T2" fmla="*/ 41 w 25"/>
                  <a:gd name="T3" fmla="*/ 0 h 7"/>
                  <a:gd name="T4" fmla="*/ 81 w 25"/>
                  <a:gd name="T5" fmla="*/ 13 h 7"/>
                  <a:gd name="T6" fmla="*/ 41 w 25"/>
                  <a:gd name="T7" fmla="*/ 27 h 7"/>
                  <a:gd name="T8" fmla="*/ 0 w 25"/>
                  <a:gd name="T9" fmla="*/ 1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">
                    <a:moveTo>
                      <a:pt x="0" y="3"/>
                    </a:moveTo>
                    <a:cubicBezTo>
                      <a:pt x="0" y="1"/>
                      <a:pt x="6" y="0"/>
                      <a:pt x="13" y="0"/>
                    </a:cubicBezTo>
                    <a:cubicBezTo>
                      <a:pt x="20" y="0"/>
                      <a:pt x="25" y="1"/>
                      <a:pt x="25" y="3"/>
                    </a:cubicBezTo>
                    <a:cubicBezTo>
                      <a:pt x="25" y="5"/>
                      <a:pt x="19" y="7"/>
                      <a:pt x="13" y="7"/>
                    </a:cubicBezTo>
                    <a:cubicBezTo>
                      <a:pt x="6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3" name="Freeform 789">
                <a:extLst>
                  <a:ext uri="{FF2B5EF4-FFF2-40B4-BE49-F238E27FC236}">
                    <a16:creationId xmlns:a16="http://schemas.microsoft.com/office/drawing/2014/main" id="{739B23EA-D714-4358-8EC9-3277E1C91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1552"/>
                <a:ext cx="31" cy="11"/>
              </a:xfrm>
              <a:custGeom>
                <a:avLst/>
                <a:gdLst>
                  <a:gd name="T0" fmla="*/ 46 w 21"/>
                  <a:gd name="T1" fmla="*/ 0 h 7"/>
                  <a:gd name="T2" fmla="*/ 61 w 21"/>
                  <a:gd name="T3" fmla="*/ 13 h 7"/>
                  <a:gd name="T4" fmla="*/ 19 w 21"/>
                  <a:gd name="T5" fmla="*/ 22 h 7"/>
                  <a:gd name="T6" fmla="*/ 0 w 21"/>
                  <a:gd name="T7" fmla="*/ 22 h 7"/>
                  <a:gd name="T8" fmla="*/ 28 w 21"/>
                  <a:gd name="T9" fmla="*/ 27 h 7"/>
                  <a:gd name="T10" fmla="*/ 68 w 21"/>
                  <a:gd name="T11" fmla="*/ 13 h 7"/>
                  <a:gd name="T12" fmla="*/ 46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4" y="0"/>
                    </a:moveTo>
                    <a:cubicBezTo>
                      <a:pt x="17" y="1"/>
                      <a:pt x="19" y="2"/>
                      <a:pt x="19" y="3"/>
                    </a:cubicBezTo>
                    <a:cubicBezTo>
                      <a:pt x="19" y="5"/>
                      <a:pt x="13" y="6"/>
                      <a:pt x="6" y="6"/>
                    </a:cubicBezTo>
                    <a:cubicBezTo>
                      <a:pt x="4" y="6"/>
                      <a:pt x="2" y="6"/>
                      <a:pt x="0" y="6"/>
                    </a:cubicBezTo>
                    <a:cubicBezTo>
                      <a:pt x="3" y="6"/>
                      <a:pt x="5" y="7"/>
                      <a:pt x="9" y="7"/>
                    </a:cubicBezTo>
                    <a:cubicBezTo>
                      <a:pt x="15" y="7"/>
                      <a:pt x="21" y="5"/>
                      <a:pt x="21" y="3"/>
                    </a:cubicBezTo>
                    <a:cubicBezTo>
                      <a:pt x="21" y="2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4" name="Freeform 790">
                <a:extLst>
                  <a:ext uri="{FF2B5EF4-FFF2-40B4-BE49-F238E27FC236}">
                    <a16:creationId xmlns:a16="http://schemas.microsoft.com/office/drawing/2014/main" id="{90075B11-D6F8-419E-94D8-010628A1D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552"/>
                <a:ext cx="28" cy="8"/>
              </a:xfrm>
              <a:custGeom>
                <a:avLst/>
                <a:gdLst>
                  <a:gd name="T0" fmla="*/ 6 w 19"/>
                  <a:gd name="T1" fmla="*/ 13 h 5"/>
                  <a:gd name="T2" fmla="*/ 41 w 19"/>
                  <a:gd name="T3" fmla="*/ 5 h 5"/>
                  <a:gd name="T4" fmla="*/ 60 w 19"/>
                  <a:gd name="T5" fmla="*/ 5 h 5"/>
                  <a:gd name="T6" fmla="*/ 32 w 19"/>
                  <a:gd name="T7" fmla="*/ 0 h 5"/>
                  <a:gd name="T8" fmla="*/ 0 w 19"/>
                  <a:gd name="T9" fmla="*/ 13 h 5"/>
                  <a:gd name="T10" fmla="*/ 13 w 19"/>
                  <a:gd name="T11" fmla="*/ 21 h 5"/>
                  <a:gd name="T12" fmla="*/ 6 w 19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3"/>
                    </a:moveTo>
                    <a:cubicBezTo>
                      <a:pt x="2" y="2"/>
                      <a:pt x="7" y="1"/>
                      <a:pt x="13" y="1"/>
                    </a:cubicBezTo>
                    <a:cubicBezTo>
                      <a:pt x="15" y="1"/>
                      <a:pt x="17" y="1"/>
                      <a:pt x="19" y="1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5" y="0"/>
                      <a:pt x="0" y="1"/>
                      <a:pt x="0" y="3"/>
                    </a:cubicBezTo>
                    <a:cubicBezTo>
                      <a:pt x="0" y="4"/>
                      <a:pt x="2" y="5"/>
                      <a:pt x="4" y="5"/>
                    </a:cubicBezTo>
                    <a:cubicBezTo>
                      <a:pt x="3" y="5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5" name="Freeform 791">
                <a:extLst>
                  <a:ext uri="{FF2B5EF4-FFF2-40B4-BE49-F238E27FC236}">
                    <a16:creationId xmlns:a16="http://schemas.microsoft.com/office/drawing/2014/main" id="{875FEB79-EA5A-47D6-9E59-12A923FFF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558"/>
                <a:ext cx="38" cy="13"/>
              </a:xfrm>
              <a:custGeom>
                <a:avLst/>
                <a:gdLst>
                  <a:gd name="T0" fmla="*/ 0 w 25"/>
                  <a:gd name="T1" fmla="*/ 13 h 8"/>
                  <a:gd name="T2" fmla="*/ 46 w 25"/>
                  <a:gd name="T3" fmla="*/ 0 h 8"/>
                  <a:gd name="T4" fmla="*/ 88 w 25"/>
                  <a:gd name="T5" fmla="*/ 21 h 8"/>
                  <a:gd name="T6" fmla="*/ 46 w 25"/>
                  <a:gd name="T7" fmla="*/ 29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6" y="0"/>
                      <a:pt x="13" y="0"/>
                    </a:cubicBezTo>
                    <a:cubicBezTo>
                      <a:pt x="20" y="1"/>
                      <a:pt x="25" y="3"/>
                      <a:pt x="25" y="5"/>
                    </a:cubicBezTo>
                    <a:cubicBezTo>
                      <a:pt x="25" y="6"/>
                      <a:pt x="19" y="8"/>
                      <a:pt x="13" y="7"/>
                    </a:cubicBezTo>
                    <a:cubicBezTo>
                      <a:pt x="6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6" name="Freeform 792">
                <a:extLst>
                  <a:ext uri="{FF2B5EF4-FFF2-40B4-BE49-F238E27FC236}">
                    <a16:creationId xmlns:a16="http://schemas.microsoft.com/office/drawing/2014/main" id="{620E9BAA-B87B-4F82-9D6F-E0A1AEE5E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542"/>
                <a:ext cx="80" cy="22"/>
              </a:xfrm>
              <a:custGeom>
                <a:avLst/>
                <a:gdLst>
                  <a:gd name="T0" fmla="*/ 0 w 53"/>
                  <a:gd name="T1" fmla="*/ 47 h 14"/>
                  <a:gd name="T2" fmla="*/ 8 w 53"/>
                  <a:gd name="T3" fmla="*/ 8 h 14"/>
                  <a:gd name="T4" fmla="*/ 48 w 53"/>
                  <a:gd name="T5" fmla="*/ 5 h 14"/>
                  <a:gd name="T6" fmla="*/ 121 w 53"/>
                  <a:gd name="T7" fmla="*/ 5 h 14"/>
                  <a:gd name="T8" fmla="*/ 151 w 53"/>
                  <a:gd name="T9" fmla="*/ 5 h 14"/>
                  <a:gd name="T10" fmla="*/ 183 w 53"/>
                  <a:gd name="T11" fmla="*/ 5 h 14"/>
                  <a:gd name="T12" fmla="*/ 48 w 53"/>
                  <a:gd name="T13" fmla="*/ 13 h 14"/>
                  <a:gd name="T14" fmla="*/ 12 w 53"/>
                  <a:gd name="T15" fmla="*/ 27 h 14"/>
                  <a:gd name="T16" fmla="*/ 5 w 53"/>
                  <a:gd name="T17" fmla="*/ 55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4">
                    <a:moveTo>
                      <a:pt x="0" y="12"/>
                    </a:moveTo>
                    <a:cubicBezTo>
                      <a:pt x="0" y="9"/>
                      <a:pt x="0" y="4"/>
                      <a:pt x="2" y="2"/>
                    </a:cubicBezTo>
                    <a:cubicBezTo>
                      <a:pt x="5" y="0"/>
                      <a:pt x="11" y="1"/>
                      <a:pt x="14" y="1"/>
                    </a:cubicBezTo>
                    <a:cubicBezTo>
                      <a:pt x="21" y="1"/>
                      <a:pt x="28" y="1"/>
                      <a:pt x="35" y="1"/>
                    </a:cubicBezTo>
                    <a:cubicBezTo>
                      <a:pt x="38" y="1"/>
                      <a:pt x="41" y="1"/>
                      <a:pt x="44" y="1"/>
                    </a:cubicBezTo>
                    <a:cubicBezTo>
                      <a:pt x="47" y="1"/>
                      <a:pt x="50" y="1"/>
                      <a:pt x="53" y="1"/>
                    </a:cubicBezTo>
                    <a:cubicBezTo>
                      <a:pt x="41" y="4"/>
                      <a:pt x="27" y="2"/>
                      <a:pt x="14" y="3"/>
                    </a:cubicBezTo>
                    <a:cubicBezTo>
                      <a:pt x="10" y="3"/>
                      <a:pt x="6" y="4"/>
                      <a:pt x="3" y="7"/>
                    </a:cubicBezTo>
                    <a:cubicBezTo>
                      <a:pt x="2" y="9"/>
                      <a:pt x="1" y="12"/>
                      <a:pt x="1" y="1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7" name="Freeform 793">
                <a:extLst>
                  <a:ext uri="{FF2B5EF4-FFF2-40B4-BE49-F238E27FC236}">
                    <a16:creationId xmlns:a16="http://schemas.microsoft.com/office/drawing/2014/main" id="{C151E260-B6FE-4C14-B01D-308EC0E73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550"/>
                <a:ext cx="121" cy="24"/>
              </a:xfrm>
              <a:custGeom>
                <a:avLst/>
                <a:gdLst>
                  <a:gd name="T0" fmla="*/ 0 w 81"/>
                  <a:gd name="T1" fmla="*/ 54 h 15"/>
                  <a:gd name="T2" fmla="*/ 196 w 81"/>
                  <a:gd name="T3" fmla="*/ 54 h 15"/>
                  <a:gd name="T4" fmla="*/ 263 w 81"/>
                  <a:gd name="T5" fmla="*/ 48 h 15"/>
                  <a:gd name="T6" fmla="*/ 263 w 81"/>
                  <a:gd name="T7" fmla="*/ 0 h 15"/>
                  <a:gd name="T8" fmla="*/ 248 w 81"/>
                  <a:gd name="T9" fmla="*/ 42 h 15"/>
                  <a:gd name="T10" fmla="*/ 209 w 81"/>
                  <a:gd name="T11" fmla="*/ 46 h 15"/>
                  <a:gd name="T12" fmla="*/ 163 w 81"/>
                  <a:gd name="T13" fmla="*/ 46 h 15"/>
                  <a:gd name="T14" fmla="*/ 76 w 81"/>
                  <a:gd name="T15" fmla="*/ 46 h 15"/>
                  <a:gd name="T16" fmla="*/ 33 w 81"/>
                  <a:gd name="T17" fmla="*/ 48 h 15"/>
                  <a:gd name="T18" fmla="*/ 1 w 81"/>
                  <a:gd name="T19" fmla="*/ 54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5">
                    <a:moveTo>
                      <a:pt x="0" y="13"/>
                    </a:moveTo>
                    <a:cubicBezTo>
                      <a:pt x="20" y="13"/>
                      <a:pt x="40" y="12"/>
                      <a:pt x="59" y="13"/>
                    </a:cubicBezTo>
                    <a:cubicBezTo>
                      <a:pt x="64" y="13"/>
                      <a:pt x="76" y="15"/>
                      <a:pt x="79" y="12"/>
                    </a:cubicBezTo>
                    <a:cubicBezTo>
                      <a:pt x="81" y="9"/>
                      <a:pt x="80" y="3"/>
                      <a:pt x="79" y="0"/>
                    </a:cubicBezTo>
                    <a:cubicBezTo>
                      <a:pt x="79" y="4"/>
                      <a:pt x="79" y="9"/>
                      <a:pt x="74" y="10"/>
                    </a:cubicBezTo>
                    <a:cubicBezTo>
                      <a:pt x="71" y="12"/>
                      <a:pt x="66" y="11"/>
                      <a:pt x="63" y="11"/>
                    </a:cubicBezTo>
                    <a:cubicBezTo>
                      <a:pt x="58" y="11"/>
                      <a:pt x="54" y="11"/>
                      <a:pt x="49" y="11"/>
                    </a:cubicBezTo>
                    <a:cubicBezTo>
                      <a:pt x="41" y="11"/>
                      <a:pt x="32" y="11"/>
                      <a:pt x="23" y="11"/>
                    </a:cubicBezTo>
                    <a:cubicBezTo>
                      <a:pt x="19" y="12"/>
                      <a:pt x="15" y="12"/>
                      <a:pt x="10" y="12"/>
                    </a:cubicBezTo>
                    <a:cubicBezTo>
                      <a:pt x="7" y="12"/>
                      <a:pt x="4" y="12"/>
                      <a:pt x="1" y="13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8" name="Freeform 794">
                <a:extLst>
                  <a:ext uri="{FF2B5EF4-FFF2-40B4-BE49-F238E27FC236}">
                    <a16:creationId xmlns:a16="http://schemas.microsoft.com/office/drawing/2014/main" id="{D89CE3EF-95F1-4CA1-8C67-3CBB65E83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545"/>
                <a:ext cx="81" cy="23"/>
              </a:xfrm>
              <a:custGeom>
                <a:avLst/>
                <a:gdLst>
                  <a:gd name="T0" fmla="*/ 5 w 54"/>
                  <a:gd name="T1" fmla="*/ 49 h 14"/>
                  <a:gd name="T2" fmla="*/ 12 w 54"/>
                  <a:gd name="T3" fmla="*/ 8 h 14"/>
                  <a:gd name="T4" fmla="*/ 54 w 54"/>
                  <a:gd name="T5" fmla="*/ 8 h 14"/>
                  <a:gd name="T6" fmla="*/ 122 w 54"/>
                  <a:gd name="T7" fmla="*/ 13 h 14"/>
                  <a:gd name="T8" fmla="*/ 153 w 54"/>
                  <a:gd name="T9" fmla="*/ 13 h 14"/>
                  <a:gd name="T10" fmla="*/ 183 w 54"/>
                  <a:gd name="T11" fmla="*/ 20 h 14"/>
                  <a:gd name="T12" fmla="*/ 54 w 54"/>
                  <a:gd name="T13" fmla="*/ 20 h 14"/>
                  <a:gd name="T14" fmla="*/ 18 w 54"/>
                  <a:gd name="T15" fmla="*/ 33 h 14"/>
                  <a:gd name="T16" fmla="*/ 8 w 54"/>
                  <a:gd name="T17" fmla="*/ 62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1" y="11"/>
                    </a:moveTo>
                    <a:cubicBezTo>
                      <a:pt x="1" y="9"/>
                      <a:pt x="0" y="4"/>
                      <a:pt x="3" y="2"/>
                    </a:cubicBezTo>
                    <a:cubicBezTo>
                      <a:pt x="5" y="0"/>
                      <a:pt x="12" y="1"/>
                      <a:pt x="16" y="2"/>
                    </a:cubicBezTo>
                    <a:cubicBezTo>
                      <a:pt x="23" y="2"/>
                      <a:pt x="29" y="2"/>
                      <a:pt x="36" y="3"/>
                    </a:cubicBezTo>
                    <a:cubicBezTo>
                      <a:pt x="39" y="3"/>
                      <a:pt x="42" y="3"/>
                      <a:pt x="45" y="3"/>
                    </a:cubicBezTo>
                    <a:cubicBezTo>
                      <a:pt x="48" y="4"/>
                      <a:pt x="51" y="3"/>
                      <a:pt x="54" y="4"/>
                    </a:cubicBezTo>
                    <a:cubicBezTo>
                      <a:pt x="42" y="6"/>
                      <a:pt x="28" y="3"/>
                      <a:pt x="16" y="4"/>
                    </a:cubicBezTo>
                    <a:cubicBezTo>
                      <a:pt x="11" y="4"/>
                      <a:pt x="7" y="4"/>
                      <a:pt x="5" y="7"/>
                    </a:cubicBezTo>
                    <a:cubicBezTo>
                      <a:pt x="3" y="9"/>
                      <a:pt x="2" y="12"/>
                      <a:pt x="2" y="1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9" name="Freeform 795">
                <a:extLst>
                  <a:ext uri="{FF2B5EF4-FFF2-40B4-BE49-F238E27FC236}">
                    <a16:creationId xmlns:a16="http://schemas.microsoft.com/office/drawing/2014/main" id="{5A21B6DC-DAF0-4250-8895-C057B53A9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563"/>
                <a:ext cx="121" cy="22"/>
              </a:xfrm>
              <a:custGeom>
                <a:avLst/>
                <a:gdLst>
                  <a:gd name="T0" fmla="*/ 0 w 81"/>
                  <a:gd name="T1" fmla="*/ 35 h 14"/>
                  <a:gd name="T2" fmla="*/ 196 w 81"/>
                  <a:gd name="T3" fmla="*/ 47 h 14"/>
                  <a:gd name="T4" fmla="*/ 263 w 81"/>
                  <a:gd name="T5" fmla="*/ 42 h 14"/>
                  <a:gd name="T6" fmla="*/ 263 w 81"/>
                  <a:gd name="T7" fmla="*/ 0 h 14"/>
                  <a:gd name="T8" fmla="*/ 248 w 81"/>
                  <a:gd name="T9" fmla="*/ 39 h 14"/>
                  <a:gd name="T10" fmla="*/ 209 w 81"/>
                  <a:gd name="T11" fmla="*/ 39 h 14"/>
                  <a:gd name="T12" fmla="*/ 163 w 81"/>
                  <a:gd name="T13" fmla="*/ 35 h 14"/>
                  <a:gd name="T14" fmla="*/ 76 w 81"/>
                  <a:gd name="T15" fmla="*/ 31 h 14"/>
                  <a:gd name="T16" fmla="*/ 33 w 81"/>
                  <a:gd name="T17" fmla="*/ 35 h 14"/>
                  <a:gd name="T18" fmla="*/ 1 w 81"/>
                  <a:gd name="T19" fmla="*/ 35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4">
                    <a:moveTo>
                      <a:pt x="0" y="9"/>
                    </a:moveTo>
                    <a:cubicBezTo>
                      <a:pt x="19" y="10"/>
                      <a:pt x="39" y="10"/>
                      <a:pt x="59" y="12"/>
                    </a:cubicBezTo>
                    <a:cubicBezTo>
                      <a:pt x="64" y="12"/>
                      <a:pt x="76" y="14"/>
                      <a:pt x="79" y="11"/>
                    </a:cubicBezTo>
                    <a:cubicBezTo>
                      <a:pt x="81" y="9"/>
                      <a:pt x="80" y="3"/>
                      <a:pt x="79" y="0"/>
                    </a:cubicBezTo>
                    <a:cubicBezTo>
                      <a:pt x="79" y="3"/>
                      <a:pt x="78" y="8"/>
                      <a:pt x="74" y="10"/>
                    </a:cubicBezTo>
                    <a:cubicBezTo>
                      <a:pt x="71" y="11"/>
                      <a:pt x="66" y="10"/>
                      <a:pt x="63" y="10"/>
                    </a:cubicBezTo>
                    <a:cubicBezTo>
                      <a:pt x="58" y="10"/>
                      <a:pt x="54" y="10"/>
                      <a:pt x="49" y="9"/>
                    </a:cubicBezTo>
                    <a:cubicBezTo>
                      <a:pt x="40" y="9"/>
                      <a:pt x="32" y="8"/>
                      <a:pt x="23" y="8"/>
                    </a:cubicBezTo>
                    <a:cubicBezTo>
                      <a:pt x="19" y="9"/>
                      <a:pt x="14" y="9"/>
                      <a:pt x="10" y="9"/>
                    </a:cubicBezTo>
                    <a:cubicBezTo>
                      <a:pt x="7" y="9"/>
                      <a:pt x="4" y="8"/>
                      <a:pt x="1" y="9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0" name="Freeform 796">
                <a:extLst>
                  <a:ext uri="{FF2B5EF4-FFF2-40B4-BE49-F238E27FC236}">
                    <a16:creationId xmlns:a16="http://schemas.microsoft.com/office/drawing/2014/main" id="{55D7D573-5B84-4462-AF46-A3FD1B802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560"/>
                <a:ext cx="31" cy="11"/>
              </a:xfrm>
              <a:custGeom>
                <a:avLst/>
                <a:gdLst>
                  <a:gd name="T0" fmla="*/ 46 w 21"/>
                  <a:gd name="T1" fmla="*/ 0 h 7"/>
                  <a:gd name="T2" fmla="*/ 59 w 21"/>
                  <a:gd name="T3" fmla="*/ 13 h 7"/>
                  <a:gd name="T4" fmla="*/ 19 w 21"/>
                  <a:gd name="T5" fmla="*/ 22 h 7"/>
                  <a:gd name="T6" fmla="*/ 0 w 21"/>
                  <a:gd name="T7" fmla="*/ 20 h 7"/>
                  <a:gd name="T8" fmla="*/ 27 w 21"/>
                  <a:gd name="T9" fmla="*/ 22 h 7"/>
                  <a:gd name="T10" fmla="*/ 65 w 21"/>
                  <a:gd name="T11" fmla="*/ 14 h 7"/>
                  <a:gd name="T12" fmla="*/ 46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4" y="0"/>
                    </a:moveTo>
                    <a:cubicBezTo>
                      <a:pt x="17" y="1"/>
                      <a:pt x="18" y="2"/>
                      <a:pt x="18" y="3"/>
                    </a:cubicBezTo>
                    <a:cubicBezTo>
                      <a:pt x="18" y="5"/>
                      <a:pt x="12" y="6"/>
                      <a:pt x="6" y="6"/>
                    </a:cubicBezTo>
                    <a:cubicBezTo>
                      <a:pt x="4" y="6"/>
                      <a:pt x="2" y="5"/>
                      <a:pt x="0" y="5"/>
                    </a:cubicBezTo>
                    <a:cubicBezTo>
                      <a:pt x="2" y="6"/>
                      <a:pt x="5" y="6"/>
                      <a:pt x="8" y="6"/>
                    </a:cubicBezTo>
                    <a:cubicBezTo>
                      <a:pt x="15" y="7"/>
                      <a:pt x="20" y="6"/>
                      <a:pt x="20" y="4"/>
                    </a:cubicBezTo>
                    <a:cubicBezTo>
                      <a:pt x="21" y="2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1" name="Freeform 797">
                <a:extLst>
                  <a:ext uri="{FF2B5EF4-FFF2-40B4-BE49-F238E27FC236}">
                    <a16:creationId xmlns:a16="http://schemas.microsoft.com/office/drawing/2014/main" id="{C8BDEF35-A893-4B11-BD79-9F463EE90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1560"/>
                <a:ext cx="28" cy="8"/>
              </a:xfrm>
              <a:custGeom>
                <a:avLst/>
                <a:gdLst>
                  <a:gd name="T0" fmla="*/ 1 w 19"/>
                  <a:gd name="T1" fmla="*/ 8 h 5"/>
                  <a:gd name="T2" fmla="*/ 40 w 19"/>
                  <a:gd name="T3" fmla="*/ 5 h 5"/>
                  <a:gd name="T4" fmla="*/ 60 w 19"/>
                  <a:gd name="T5" fmla="*/ 8 h 5"/>
                  <a:gd name="T6" fmla="*/ 32 w 19"/>
                  <a:gd name="T7" fmla="*/ 0 h 5"/>
                  <a:gd name="T8" fmla="*/ 0 w 19"/>
                  <a:gd name="T9" fmla="*/ 8 h 5"/>
                  <a:gd name="T10" fmla="*/ 13 w 19"/>
                  <a:gd name="T11" fmla="*/ 21 h 5"/>
                  <a:gd name="T12" fmla="*/ 1 w 19"/>
                  <a:gd name="T13" fmla="*/ 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1" y="2"/>
                    </a:moveTo>
                    <a:cubicBezTo>
                      <a:pt x="1" y="1"/>
                      <a:pt x="7" y="0"/>
                      <a:pt x="12" y="1"/>
                    </a:cubicBezTo>
                    <a:cubicBezTo>
                      <a:pt x="14" y="1"/>
                      <a:pt x="17" y="1"/>
                      <a:pt x="19" y="2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5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4" y="5"/>
                    </a:cubicBezTo>
                    <a:cubicBezTo>
                      <a:pt x="3" y="4"/>
                      <a:pt x="1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2" name="Freeform 798">
                <a:extLst>
                  <a:ext uri="{FF2B5EF4-FFF2-40B4-BE49-F238E27FC236}">
                    <a16:creationId xmlns:a16="http://schemas.microsoft.com/office/drawing/2014/main" id="{514569E2-0DCD-4D03-9A78-FEA565FAA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540"/>
                <a:ext cx="192" cy="36"/>
              </a:xfrm>
              <a:custGeom>
                <a:avLst/>
                <a:gdLst>
                  <a:gd name="T0" fmla="*/ 45 w 128"/>
                  <a:gd name="T1" fmla="*/ 5 h 22"/>
                  <a:gd name="T2" fmla="*/ 297 w 128"/>
                  <a:gd name="T3" fmla="*/ 5 h 22"/>
                  <a:gd name="T4" fmla="*/ 396 w 128"/>
                  <a:gd name="T5" fmla="*/ 5 h 22"/>
                  <a:gd name="T6" fmla="*/ 431 w 128"/>
                  <a:gd name="T7" fmla="*/ 26 h 22"/>
                  <a:gd name="T8" fmla="*/ 432 w 128"/>
                  <a:gd name="T9" fmla="*/ 70 h 22"/>
                  <a:gd name="T10" fmla="*/ 405 w 128"/>
                  <a:gd name="T11" fmla="*/ 92 h 22"/>
                  <a:gd name="T12" fmla="*/ 170 w 128"/>
                  <a:gd name="T13" fmla="*/ 88 h 22"/>
                  <a:gd name="T14" fmla="*/ 35 w 128"/>
                  <a:gd name="T15" fmla="*/ 92 h 22"/>
                  <a:gd name="T16" fmla="*/ 5 w 128"/>
                  <a:gd name="T17" fmla="*/ 62 h 22"/>
                  <a:gd name="T18" fmla="*/ 5 w 128"/>
                  <a:gd name="T19" fmla="*/ 21 h 22"/>
                  <a:gd name="T20" fmla="*/ 12 w 128"/>
                  <a:gd name="T21" fmla="*/ 8 h 22"/>
                  <a:gd name="T22" fmla="*/ 45 w 128"/>
                  <a:gd name="T23" fmla="*/ 5 h 22"/>
                  <a:gd name="T24" fmla="*/ 45 w 128"/>
                  <a:gd name="T25" fmla="*/ 5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8" h="22">
                    <a:moveTo>
                      <a:pt x="13" y="1"/>
                    </a:moveTo>
                    <a:cubicBezTo>
                      <a:pt x="13" y="1"/>
                      <a:pt x="69" y="1"/>
                      <a:pt x="88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21" y="1"/>
                      <a:pt x="127" y="2"/>
                      <a:pt x="127" y="6"/>
                    </a:cubicBezTo>
                    <a:cubicBezTo>
                      <a:pt x="127" y="6"/>
                      <a:pt x="128" y="16"/>
                      <a:pt x="128" y="16"/>
                    </a:cubicBezTo>
                    <a:cubicBezTo>
                      <a:pt x="128" y="20"/>
                      <a:pt x="125" y="22"/>
                      <a:pt x="120" y="21"/>
                    </a:cubicBezTo>
                    <a:cubicBezTo>
                      <a:pt x="119" y="21"/>
                      <a:pt x="65" y="21"/>
                      <a:pt x="50" y="20"/>
                    </a:cubicBezTo>
                    <a:cubicBezTo>
                      <a:pt x="34" y="20"/>
                      <a:pt x="11" y="21"/>
                      <a:pt x="10" y="21"/>
                    </a:cubicBezTo>
                    <a:cubicBezTo>
                      <a:pt x="4" y="21"/>
                      <a:pt x="0" y="18"/>
                      <a:pt x="1" y="1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3"/>
                      <a:pt x="3" y="2"/>
                    </a:cubicBezTo>
                    <a:cubicBezTo>
                      <a:pt x="5" y="1"/>
                      <a:pt x="8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3" name="Freeform 799">
                <a:extLst>
                  <a:ext uri="{FF2B5EF4-FFF2-40B4-BE49-F238E27FC236}">
                    <a16:creationId xmlns:a16="http://schemas.microsoft.com/office/drawing/2014/main" id="{CB5CEC96-8E97-4BB1-B0F2-D787720BC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542"/>
                <a:ext cx="193" cy="46"/>
              </a:xfrm>
              <a:custGeom>
                <a:avLst/>
                <a:gdLst>
                  <a:gd name="T0" fmla="*/ 389 w 129"/>
                  <a:gd name="T1" fmla="*/ 27 h 29"/>
                  <a:gd name="T2" fmla="*/ 429 w 129"/>
                  <a:gd name="T3" fmla="*/ 52 h 29"/>
                  <a:gd name="T4" fmla="*/ 429 w 129"/>
                  <a:gd name="T5" fmla="*/ 90 h 29"/>
                  <a:gd name="T6" fmla="*/ 389 w 129"/>
                  <a:gd name="T7" fmla="*/ 111 h 29"/>
                  <a:gd name="T8" fmla="*/ 284 w 129"/>
                  <a:gd name="T9" fmla="*/ 103 h 29"/>
                  <a:gd name="T10" fmla="*/ 36 w 129"/>
                  <a:gd name="T11" fmla="*/ 89 h 29"/>
                  <a:gd name="T12" fmla="*/ 1 w 129"/>
                  <a:gd name="T13" fmla="*/ 63 h 29"/>
                  <a:gd name="T14" fmla="*/ 1 w 129"/>
                  <a:gd name="T15" fmla="*/ 25 h 29"/>
                  <a:gd name="T16" fmla="*/ 22 w 129"/>
                  <a:gd name="T17" fmla="*/ 5 h 29"/>
                  <a:gd name="T18" fmla="*/ 211 w 129"/>
                  <a:gd name="T19" fmla="*/ 21 h 29"/>
                  <a:gd name="T20" fmla="*/ 389 w 129"/>
                  <a:gd name="T21" fmla="*/ 27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9" h="29">
                    <a:moveTo>
                      <a:pt x="116" y="7"/>
                    </a:moveTo>
                    <a:cubicBezTo>
                      <a:pt x="127" y="7"/>
                      <a:pt x="129" y="10"/>
                      <a:pt x="128" y="13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8" y="26"/>
                      <a:pt x="127" y="29"/>
                      <a:pt x="116" y="28"/>
                    </a:cubicBezTo>
                    <a:cubicBezTo>
                      <a:pt x="116" y="28"/>
                      <a:pt x="109" y="27"/>
                      <a:pt x="85" y="26"/>
                    </a:cubicBezTo>
                    <a:cubicBezTo>
                      <a:pt x="60" y="25"/>
                      <a:pt x="12" y="22"/>
                      <a:pt x="11" y="22"/>
                    </a:cubicBezTo>
                    <a:cubicBezTo>
                      <a:pt x="2" y="21"/>
                      <a:pt x="0" y="19"/>
                      <a:pt x="1" y="1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1"/>
                      <a:pt x="4" y="0"/>
                      <a:pt x="7" y="1"/>
                    </a:cubicBezTo>
                    <a:cubicBezTo>
                      <a:pt x="7" y="1"/>
                      <a:pt x="40" y="3"/>
                      <a:pt x="63" y="5"/>
                    </a:cubicBezTo>
                    <a:cubicBezTo>
                      <a:pt x="85" y="6"/>
                      <a:pt x="115" y="7"/>
                      <a:pt x="116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4" name="Freeform 800">
                <a:extLst>
                  <a:ext uri="{FF2B5EF4-FFF2-40B4-BE49-F238E27FC236}">
                    <a16:creationId xmlns:a16="http://schemas.microsoft.com/office/drawing/2014/main" id="{B59CF1EB-F402-4BEA-81FB-C62578582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521"/>
                <a:ext cx="192" cy="53"/>
              </a:xfrm>
              <a:custGeom>
                <a:avLst/>
                <a:gdLst>
                  <a:gd name="T0" fmla="*/ 392 w 128"/>
                  <a:gd name="T1" fmla="*/ 47 h 33"/>
                  <a:gd name="T2" fmla="*/ 432 w 128"/>
                  <a:gd name="T3" fmla="*/ 75 h 33"/>
                  <a:gd name="T4" fmla="*/ 431 w 128"/>
                  <a:gd name="T5" fmla="*/ 116 h 33"/>
                  <a:gd name="T6" fmla="*/ 390 w 128"/>
                  <a:gd name="T7" fmla="*/ 132 h 33"/>
                  <a:gd name="T8" fmla="*/ 284 w 128"/>
                  <a:gd name="T9" fmla="*/ 120 h 33"/>
                  <a:gd name="T10" fmla="*/ 39 w 128"/>
                  <a:gd name="T11" fmla="*/ 90 h 33"/>
                  <a:gd name="T12" fmla="*/ 0 w 128"/>
                  <a:gd name="T13" fmla="*/ 63 h 33"/>
                  <a:gd name="T14" fmla="*/ 5 w 128"/>
                  <a:gd name="T15" fmla="*/ 26 h 33"/>
                  <a:gd name="T16" fmla="*/ 26 w 128"/>
                  <a:gd name="T17" fmla="*/ 0 h 33"/>
                  <a:gd name="T18" fmla="*/ 215 w 128"/>
                  <a:gd name="T19" fmla="*/ 29 h 33"/>
                  <a:gd name="T20" fmla="*/ 392 w 128"/>
                  <a:gd name="T21" fmla="*/ 47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3">
                    <a:moveTo>
                      <a:pt x="116" y="11"/>
                    </a:moveTo>
                    <a:cubicBezTo>
                      <a:pt x="127" y="12"/>
                      <a:pt x="128" y="15"/>
                      <a:pt x="128" y="18"/>
                    </a:cubicBezTo>
                    <a:cubicBezTo>
                      <a:pt x="127" y="28"/>
                      <a:pt x="127" y="28"/>
                      <a:pt x="127" y="28"/>
                    </a:cubicBezTo>
                    <a:cubicBezTo>
                      <a:pt x="127" y="31"/>
                      <a:pt x="126" y="33"/>
                      <a:pt x="115" y="32"/>
                    </a:cubicBezTo>
                    <a:cubicBezTo>
                      <a:pt x="115" y="32"/>
                      <a:pt x="108" y="31"/>
                      <a:pt x="84" y="29"/>
                    </a:cubicBezTo>
                    <a:cubicBezTo>
                      <a:pt x="59" y="27"/>
                      <a:pt x="11" y="22"/>
                      <a:pt x="11" y="22"/>
                    </a:cubicBezTo>
                    <a:cubicBezTo>
                      <a:pt x="2" y="21"/>
                      <a:pt x="0" y="18"/>
                      <a:pt x="0" y="1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0"/>
                      <a:pt x="5" y="0"/>
                      <a:pt x="7" y="0"/>
                    </a:cubicBezTo>
                    <a:cubicBezTo>
                      <a:pt x="8" y="0"/>
                      <a:pt x="40" y="5"/>
                      <a:pt x="63" y="7"/>
                    </a:cubicBezTo>
                    <a:cubicBezTo>
                      <a:pt x="85" y="9"/>
                      <a:pt x="115" y="11"/>
                      <a:pt x="116" y="1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5" name="Freeform 801">
                <a:extLst>
                  <a:ext uri="{FF2B5EF4-FFF2-40B4-BE49-F238E27FC236}">
                    <a16:creationId xmlns:a16="http://schemas.microsoft.com/office/drawing/2014/main" id="{8DA74A6E-CB1D-497E-B097-32BC93DA2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544"/>
                <a:ext cx="39" cy="12"/>
              </a:xfrm>
              <a:custGeom>
                <a:avLst/>
                <a:gdLst>
                  <a:gd name="T0" fmla="*/ 5 w 26"/>
                  <a:gd name="T1" fmla="*/ 12 h 8"/>
                  <a:gd name="T2" fmla="*/ 45 w 26"/>
                  <a:gd name="T3" fmla="*/ 5 h 8"/>
                  <a:gd name="T4" fmla="*/ 86 w 26"/>
                  <a:gd name="T5" fmla="*/ 18 h 8"/>
                  <a:gd name="T6" fmla="*/ 45 w 26"/>
                  <a:gd name="T7" fmla="*/ 27 h 8"/>
                  <a:gd name="T8" fmla="*/ 5 w 26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8">
                    <a:moveTo>
                      <a:pt x="1" y="3"/>
                    </a:moveTo>
                    <a:cubicBezTo>
                      <a:pt x="1" y="1"/>
                      <a:pt x="7" y="0"/>
                      <a:pt x="13" y="1"/>
                    </a:cubicBezTo>
                    <a:cubicBezTo>
                      <a:pt x="20" y="1"/>
                      <a:pt x="26" y="3"/>
                      <a:pt x="25" y="5"/>
                    </a:cubicBezTo>
                    <a:cubicBezTo>
                      <a:pt x="25" y="7"/>
                      <a:pt x="20" y="8"/>
                      <a:pt x="13" y="8"/>
                    </a:cubicBezTo>
                    <a:cubicBezTo>
                      <a:pt x="6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6" name="Freeform 802">
                <a:extLst>
                  <a:ext uri="{FF2B5EF4-FFF2-40B4-BE49-F238E27FC236}">
                    <a16:creationId xmlns:a16="http://schemas.microsoft.com/office/drawing/2014/main" id="{9A190DF4-9F39-419B-B0A6-2D08256FA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540"/>
                <a:ext cx="37" cy="13"/>
              </a:xfrm>
              <a:custGeom>
                <a:avLst/>
                <a:gdLst>
                  <a:gd name="T0" fmla="*/ 0 w 25"/>
                  <a:gd name="T1" fmla="*/ 13 h 8"/>
                  <a:gd name="T2" fmla="*/ 41 w 25"/>
                  <a:gd name="T3" fmla="*/ 0 h 8"/>
                  <a:gd name="T4" fmla="*/ 81 w 25"/>
                  <a:gd name="T5" fmla="*/ 21 h 8"/>
                  <a:gd name="T6" fmla="*/ 40 w 25"/>
                  <a:gd name="T7" fmla="*/ 29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6" y="0"/>
                      <a:pt x="13" y="0"/>
                    </a:cubicBezTo>
                    <a:cubicBezTo>
                      <a:pt x="20" y="1"/>
                      <a:pt x="25" y="3"/>
                      <a:pt x="25" y="5"/>
                    </a:cubicBezTo>
                    <a:cubicBezTo>
                      <a:pt x="25" y="7"/>
                      <a:pt x="19" y="8"/>
                      <a:pt x="12" y="7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7" name="Freeform 803">
                <a:extLst>
                  <a:ext uri="{FF2B5EF4-FFF2-40B4-BE49-F238E27FC236}">
                    <a16:creationId xmlns:a16="http://schemas.microsoft.com/office/drawing/2014/main" id="{7AF2513F-8FF8-46AD-896B-1AD524C5A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524"/>
                <a:ext cx="81" cy="23"/>
              </a:xfrm>
              <a:custGeom>
                <a:avLst/>
                <a:gdLst>
                  <a:gd name="T0" fmla="*/ 5 w 54"/>
                  <a:gd name="T1" fmla="*/ 49 h 14"/>
                  <a:gd name="T2" fmla="*/ 12 w 54"/>
                  <a:gd name="T3" fmla="*/ 5 h 14"/>
                  <a:gd name="T4" fmla="*/ 54 w 54"/>
                  <a:gd name="T5" fmla="*/ 8 h 14"/>
                  <a:gd name="T6" fmla="*/ 122 w 54"/>
                  <a:gd name="T7" fmla="*/ 20 h 14"/>
                  <a:gd name="T8" fmla="*/ 153 w 54"/>
                  <a:gd name="T9" fmla="*/ 21 h 14"/>
                  <a:gd name="T10" fmla="*/ 183 w 54"/>
                  <a:gd name="T11" fmla="*/ 26 h 14"/>
                  <a:gd name="T12" fmla="*/ 54 w 54"/>
                  <a:gd name="T13" fmla="*/ 20 h 14"/>
                  <a:gd name="T14" fmla="*/ 18 w 54"/>
                  <a:gd name="T15" fmla="*/ 33 h 14"/>
                  <a:gd name="T16" fmla="*/ 5 w 54"/>
                  <a:gd name="T17" fmla="*/ 62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1" y="11"/>
                    </a:moveTo>
                    <a:cubicBezTo>
                      <a:pt x="1" y="9"/>
                      <a:pt x="0" y="3"/>
                      <a:pt x="3" y="1"/>
                    </a:cubicBezTo>
                    <a:cubicBezTo>
                      <a:pt x="5" y="0"/>
                      <a:pt x="12" y="2"/>
                      <a:pt x="16" y="2"/>
                    </a:cubicBezTo>
                    <a:cubicBezTo>
                      <a:pt x="23" y="3"/>
                      <a:pt x="29" y="3"/>
                      <a:pt x="36" y="4"/>
                    </a:cubicBezTo>
                    <a:cubicBezTo>
                      <a:pt x="39" y="4"/>
                      <a:pt x="42" y="5"/>
                      <a:pt x="45" y="5"/>
                    </a:cubicBezTo>
                    <a:cubicBezTo>
                      <a:pt x="48" y="5"/>
                      <a:pt x="51" y="5"/>
                      <a:pt x="54" y="6"/>
                    </a:cubicBezTo>
                    <a:cubicBezTo>
                      <a:pt x="42" y="7"/>
                      <a:pt x="28" y="4"/>
                      <a:pt x="16" y="4"/>
                    </a:cubicBezTo>
                    <a:cubicBezTo>
                      <a:pt x="11" y="4"/>
                      <a:pt x="7" y="4"/>
                      <a:pt x="5" y="7"/>
                    </a:cubicBezTo>
                    <a:cubicBezTo>
                      <a:pt x="3" y="9"/>
                      <a:pt x="2" y="11"/>
                      <a:pt x="1" y="1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8" name="Freeform 804">
                <a:extLst>
                  <a:ext uri="{FF2B5EF4-FFF2-40B4-BE49-F238E27FC236}">
                    <a16:creationId xmlns:a16="http://schemas.microsoft.com/office/drawing/2014/main" id="{0A60733F-34DE-475F-B617-C3759FF4E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550"/>
                <a:ext cx="121" cy="22"/>
              </a:xfrm>
              <a:custGeom>
                <a:avLst/>
                <a:gdLst>
                  <a:gd name="T0" fmla="*/ 0 w 81"/>
                  <a:gd name="T1" fmla="*/ 20 h 14"/>
                  <a:gd name="T2" fmla="*/ 196 w 81"/>
                  <a:gd name="T3" fmla="*/ 42 h 14"/>
                  <a:gd name="T4" fmla="*/ 263 w 81"/>
                  <a:gd name="T5" fmla="*/ 42 h 14"/>
                  <a:gd name="T6" fmla="*/ 267 w 81"/>
                  <a:gd name="T7" fmla="*/ 0 h 14"/>
                  <a:gd name="T8" fmla="*/ 248 w 81"/>
                  <a:gd name="T9" fmla="*/ 35 h 14"/>
                  <a:gd name="T10" fmla="*/ 209 w 81"/>
                  <a:gd name="T11" fmla="*/ 35 h 14"/>
                  <a:gd name="T12" fmla="*/ 163 w 81"/>
                  <a:gd name="T13" fmla="*/ 31 h 14"/>
                  <a:gd name="T14" fmla="*/ 76 w 81"/>
                  <a:gd name="T15" fmla="*/ 22 h 14"/>
                  <a:gd name="T16" fmla="*/ 36 w 81"/>
                  <a:gd name="T17" fmla="*/ 20 h 14"/>
                  <a:gd name="T18" fmla="*/ 1 w 81"/>
                  <a:gd name="T19" fmla="*/ 22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4">
                    <a:moveTo>
                      <a:pt x="0" y="5"/>
                    </a:moveTo>
                    <a:cubicBezTo>
                      <a:pt x="20" y="7"/>
                      <a:pt x="40" y="8"/>
                      <a:pt x="59" y="11"/>
                    </a:cubicBezTo>
                    <a:cubicBezTo>
                      <a:pt x="64" y="11"/>
                      <a:pt x="76" y="14"/>
                      <a:pt x="79" y="11"/>
                    </a:cubicBezTo>
                    <a:cubicBezTo>
                      <a:pt x="81" y="9"/>
                      <a:pt x="80" y="2"/>
                      <a:pt x="80" y="0"/>
                    </a:cubicBezTo>
                    <a:cubicBezTo>
                      <a:pt x="80" y="3"/>
                      <a:pt x="79" y="8"/>
                      <a:pt x="74" y="9"/>
                    </a:cubicBezTo>
                    <a:cubicBezTo>
                      <a:pt x="71" y="10"/>
                      <a:pt x="66" y="9"/>
                      <a:pt x="63" y="9"/>
                    </a:cubicBezTo>
                    <a:cubicBezTo>
                      <a:pt x="58" y="9"/>
                      <a:pt x="54" y="8"/>
                      <a:pt x="49" y="8"/>
                    </a:cubicBezTo>
                    <a:cubicBezTo>
                      <a:pt x="41" y="7"/>
                      <a:pt x="32" y="6"/>
                      <a:pt x="23" y="6"/>
                    </a:cubicBezTo>
                    <a:cubicBezTo>
                      <a:pt x="19" y="6"/>
                      <a:pt x="15" y="6"/>
                      <a:pt x="11" y="5"/>
                    </a:cubicBezTo>
                    <a:cubicBezTo>
                      <a:pt x="7" y="5"/>
                      <a:pt x="4" y="5"/>
                      <a:pt x="1" y="6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9" name="Freeform 805">
                <a:extLst>
                  <a:ext uri="{FF2B5EF4-FFF2-40B4-BE49-F238E27FC236}">
                    <a16:creationId xmlns:a16="http://schemas.microsoft.com/office/drawing/2014/main" id="{95992DFD-030B-48A0-A5A4-D417BD422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544"/>
                <a:ext cx="31" cy="9"/>
              </a:xfrm>
              <a:custGeom>
                <a:avLst/>
                <a:gdLst>
                  <a:gd name="T0" fmla="*/ 47 w 21"/>
                  <a:gd name="T1" fmla="*/ 0 h 6"/>
                  <a:gd name="T2" fmla="*/ 61 w 21"/>
                  <a:gd name="T3" fmla="*/ 12 h 6"/>
                  <a:gd name="T4" fmla="*/ 19 w 21"/>
                  <a:gd name="T5" fmla="*/ 18 h 6"/>
                  <a:gd name="T6" fmla="*/ 0 w 21"/>
                  <a:gd name="T7" fmla="*/ 14 h 6"/>
                  <a:gd name="T8" fmla="*/ 27 w 21"/>
                  <a:gd name="T9" fmla="*/ 18 h 6"/>
                  <a:gd name="T10" fmla="*/ 68 w 21"/>
                  <a:gd name="T11" fmla="*/ 12 h 6"/>
                  <a:gd name="T12" fmla="*/ 47 w 21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6">
                    <a:moveTo>
                      <a:pt x="15" y="0"/>
                    </a:moveTo>
                    <a:cubicBezTo>
                      <a:pt x="17" y="0"/>
                      <a:pt x="19" y="2"/>
                      <a:pt x="19" y="3"/>
                    </a:cubicBezTo>
                    <a:cubicBezTo>
                      <a:pt x="19" y="5"/>
                      <a:pt x="13" y="6"/>
                      <a:pt x="6" y="5"/>
                    </a:cubicBezTo>
                    <a:cubicBezTo>
                      <a:pt x="4" y="5"/>
                      <a:pt x="2" y="4"/>
                      <a:pt x="0" y="4"/>
                    </a:cubicBezTo>
                    <a:cubicBezTo>
                      <a:pt x="2" y="5"/>
                      <a:pt x="5" y="5"/>
                      <a:pt x="8" y="5"/>
                    </a:cubicBezTo>
                    <a:cubicBezTo>
                      <a:pt x="15" y="6"/>
                      <a:pt x="21" y="5"/>
                      <a:pt x="21" y="3"/>
                    </a:cubicBezTo>
                    <a:cubicBezTo>
                      <a:pt x="21" y="2"/>
                      <a:pt x="19" y="0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0" name="Freeform 806">
                <a:extLst>
                  <a:ext uri="{FF2B5EF4-FFF2-40B4-BE49-F238E27FC236}">
                    <a16:creationId xmlns:a16="http://schemas.microsoft.com/office/drawing/2014/main" id="{B4C80265-2B2D-4C9E-8737-584BC92B4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542"/>
                <a:ext cx="28" cy="8"/>
              </a:xfrm>
              <a:custGeom>
                <a:avLst/>
                <a:gdLst>
                  <a:gd name="T0" fmla="*/ 6 w 19"/>
                  <a:gd name="T1" fmla="*/ 8 h 5"/>
                  <a:gd name="T2" fmla="*/ 41 w 19"/>
                  <a:gd name="T3" fmla="*/ 5 h 5"/>
                  <a:gd name="T4" fmla="*/ 60 w 19"/>
                  <a:gd name="T5" fmla="*/ 8 h 5"/>
                  <a:gd name="T6" fmla="*/ 35 w 19"/>
                  <a:gd name="T7" fmla="*/ 0 h 5"/>
                  <a:gd name="T8" fmla="*/ 1 w 19"/>
                  <a:gd name="T9" fmla="*/ 8 h 5"/>
                  <a:gd name="T10" fmla="*/ 13 w 19"/>
                  <a:gd name="T11" fmla="*/ 21 h 5"/>
                  <a:gd name="T12" fmla="*/ 6 w 19"/>
                  <a:gd name="T13" fmla="*/ 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2"/>
                    </a:moveTo>
                    <a:cubicBezTo>
                      <a:pt x="2" y="1"/>
                      <a:pt x="7" y="0"/>
                      <a:pt x="13" y="1"/>
                    </a:cubicBezTo>
                    <a:cubicBezTo>
                      <a:pt x="15" y="1"/>
                      <a:pt x="18" y="2"/>
                      <a:pt x="19" y="2"/>
                    </a:cubicBezTo>
                    <a:cubicBezTo>
                      <a:pt x="18" y="1"/>
                      <a:pt x="14" y="0"/>
                      <a:pt x="11" y="0"/>
                    </a:cubicBezTo>
                    <a:cubicBezTo>
                      <a:pt x="5" y="0"/>
                      <a:pt x="1" y="0"/>
                      <a:pt x="1" y="2"/>
                    </a:cubicBezTo>
                    <a:cubicBezTo>
                      <a:pt x="0" y="3"/>
                      <a:pt x="2" y="4"/>
                      <a:pt x="4" y="5"/>
                    </a:cubicBezTo>
                    <a:cubicBezTo>
                      <a:pt x="3" y="4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1" name="Freeform 807">
                <a:extLst>
                  <a:ext uri="{FF2B5EF4-FFF2-40B4-BE49-F238E27FC236}">
                    <a16:creationId xmlns:a16="http://schemas.microsoft.com/office/drawing/2014/main" id="{AD4AAE70-981C-414A-BA01-20EEE580D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521"/>
                <a:ext cx="192" cy="53"/>
              </a:xfrm>
              <a:custGeom>
                <a:avLst/>
                <a:gdLst>
                  <a:gd name="T0" fmla="*/ 392 w 128"/>
                  <a:gd name="T1" fmla="*/ 47 h 33"/>
                  <a:gd name="T2" fmla="*/ 432 w 128"/>
                  <a:gd name="T3" fmla="*/ 75 h 33"/>
                  <a:gd name="T4" fmla="*/ 431 w 128"/>
                  <a:gd name="T5" fmla="*/ 116 h 33"/>
                  <a:gd name="T6" fmla="*/ 390 w 128"/>
                  <a:gd name="T7" fmla="*/ 132 h 33"/>
                  <a:gd name="T8" fmla="*/ 284 w 128"/>
                  <a:gd name="T9" fmla="*/ 120 h 33"/>
                  <a:gd name="T10" fmla="*/ 39 w 128"/>
                  <a:gd name="T11" fmla="*/ 90 h 33"/>
                  <a:gd name="T12" fmla="*/ 0 w 128"/>
                  <a:gd name="T13" fmla="*/ 63 h 33"/>
                  <a:gd name="T14" fmla="*/ 5 w 128"/>
                  <a:gd name="T15" fmla="*/ 26 h 33"/>
                  <a:gd name="T16" fmla="*/ 26 w 128"/>
                  <a:gd name="T17" fmla="*/ 0 h 33"/>
                  <a:gd name="T18" fmla="*/ 215 w 128"/>
                  <a:gd name="T19" fmla="*/ 29 h 33"/>
                  <a:gd name="T20" fmla="*/ 392 w 128"/>
                  <a:gd name="T21" fmla="*/ 47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3">
                    <a:moveTo>
                      <a:pt x="116" y="11"/>
                    </a:moveTo>
                    <a:cubicBezTo>
                      <a:pt x="127" y="12"/>
                      <a:pt x="128" y="15"/>
                      <a:pt x="128" y="18"/>
                    </a:cubicBezTo>
                    <a:cubicBezTo>
                      <a:pt x="127" y="28"/>
                      <a:pt x="127" y="28"/>
                      <a:pt x="127" y="28"/>
                    </a:cubicBezTo>
                    <a:cubicBezTo>
                      <a:pt x="127" y="31"/>
                      <a:pt x="126" y="33"/>
                      <a:pt x="115" y="32"/>
                    </a:cubicBezTo>
                    <a:cubicBezTo>
                      <a:pt x="115" y="32"/>
                      <a:pt x="108" y="31"/>
                      <a:pt x="84" y="29"/>
                    </a:cubicBezTo>
                    <a:cubicBezTo>
                      <a:pt x="59" y="27"/>
                      <a:pt x="11" y="22"/>
                      <a:pt x="11" y="22"/>
                    </a:cubicBezTo>
                    <a:cubicBezTo>
                      <a:pt x="2" y="21"/>
                      <a:pt x="0" y="18"/>
                      <a:pt x="0" y="1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0"/>
                      <a:pt x="5" y="0"/>
                      <a:pt x="7" y="0"/>
                    </a:cubicBezTo>
                    <a:cubicBezTo>
                      <a:pt x="8" y="0"/>
                      <a:pt x="40" y="5"/>
                      <a:pt x="63" y="7"/>
                    </a:cubicBezTo>
                    <a:cubicBezTo>
                      <a:pt x="85" y="9"/>
                      <a:pt x="115" y="11"/>
                      <a:pt x="1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2" name="Freeform 808">
                <a:extLst>
                  <a:ext uri="{FF2B5EF4-FFF2-40B4-BE49-F238E27FC236}">
                    <a16:creationId xmlns:a16="http://schemas.microsoft.com/office/drawing/2014/main" id="{D846608B-BDF7-40F3-BB4F-1DA6919F3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1400"/>
                <a:ext cx="162" cy="96"/>
              </a:xfrm>
              <a:custGeom>
                <a:avLst/>
                <a:gdLst>
                  <a:gd name="T0" fmla="*/ 332 w 108"/>
                  <a:gd name="T1" fmla="*/ 150 h 60"/>
                  <a:gd name="T2" fmla="*/ 203 w 108"/>
                  <a:gd name="T3" fmla="*/ 86 h 60"/>
                  <a:gd name="T4" fmla="*/ 27 w 108"/>
                  <a:gd name="T5" fmla="*/ 0 h 60"/>
                  <a:gd name="T6" fmla="*/ 0 w 108"/>
                  <a:gd name="T7" fmla="*/ 82 h 60"/>
                  <a:gd name="T8" fmla="*/ 140 w 108"/>
                  <a:gd name="T9" fmla="*/ 157 h 60"/>
                  <a:gd name="T10" fmla="*/ 323 w 108"/>
                  <a:gd name="T11" fmla="*/ 238 h 60"/>
                  <a:gd name="T12" fmla="*/ 350 w 108"/>
                  <a:gd name="T13" fmla="*/ 226 h 60"/>
                  <a:gd name="T14" fmla="*/ 359 w 108"/>
                  <a:gd name="T15" fmla="*/ 189 h 60"/>
                  <a:gd name="T16" fmla="*/ 332 w 108"/>
                  <a:gd name="T17" fmla="*/ 150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60">
                    <a:moveTo>
                      <a:pt x="98" y="37"/>
                    </a:moveTo>
                    <a:cubicBezTo>
                      <a:pt x="60" y="21"/>
                      <a:pt x="60" y="21"/>
                      <a:pt x="60" y="2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3" y="26"/>
                      <a:pt x="33" y="35"/>
                      <a:pt x="41" y="38"/>
                    </a:cubicBezTo>
                    <a:cubicBezTo>
                      <a:pt x="52" y="43"/>
                      <a:pt x="94" y="58"/>
                      <a:pt x="95" y="58"/>
                    </a:cubicBezTo>
                    <a:cubicBezTo>
                      <a:pt x="99" y="60"/>
                      <a:pt x="101" y="59"/>
                      <a:pt x="103" y="55"/>
                    </a:cubicBezTo>
                    <a:cubicBezTo>
                      <a:pt x="106" y="46"/>
                      <a:pt x="106" y="46"/>
                      <a:pt x="106" y="46"/>
                    </a:cubicBezTo>
                    <a:cubicBezTo>
                      <a:pt x="108" y="43"/>
                      <a:pt x="103" y="39"/>
                      <a:pt x="98" y="3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3" name="Freeform 809">
                <a:extLst>
                  <a:ext uri="{FF2B5EF4-FFF2-40B4-BE49-F238E27FC236}">
                    <a16:creationId xmlns:a16="http://schemas.microsoft.com/office/drawing/2014/main" id="{BBDE672F-8A20-4B23-8995-8C95309A5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440"/>
                <a:ext cx="37" cy="20"/>
              </a:xfrm>
              <a:custGeom>
                <a:avLst/>
                <a:gdLst>
                  <a:gd name="T0" fmla="*/ 78 w 25"/>
                  <a:gd name="T1" fmla="*/ 40 h 13"/>
                  <a:gd name="T2" fmla="*/ 36 w 25"/>
                  <a:gd name="T3" fmla="*/ 35 h 13"/>
                  <a:gd name="T4" fmla="*/ 1 w 25"/>
                  <a:gd name="T5" fmla="*/ 8 h 13"/>
                  <a:gd name="T6" fmla="*/ 46 w 25"/>
                  <a:gd name="T7" fmla="*/ 12 h 13"/>
                  <a:gd name="T8" fmla="*/ 78 w 25"/>
                  <a:gd name="T9" fmla="*/ 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24" y="11"/>
                    </a:moveTo>
                    <a:cubicBezTo>
                      <a:pt x="23" y="13"/>
                      <a:pt x="17" y="12"/>
                      <a:pt x="11" y="10"/>
                    </a:cubicBezTo>
                    <a:cubicBezTo>
                      <a:pt x="5" y="7"/>
                      <a:pt x="0" y="4"/>
                      <a:pt x="1" y="2"/>
                    </a:cubicBezTo>
                    <a:cubicBezTo>
                      <a:pt x="2" y="0"/>
                      <a:pt x="7" y="1"/>
                      <a:pt x="14" y="3"/>
                    </a:cubicBezTo>
                    <a:cubicBezTo>
                      <a:pt x="20" y="6"/>
                      <a:pt x="25" y="9"/>
                      <a:pt x="24" y="1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4" name="Freeform 810">
                <a:extLst>
                  <a:ext uri="{FF2B5EF4-FFF2-40B4-BE49-F238E27FC236}">
                    <a16:creationId xmlns:a16="http://schemas.microsoft.com/office/drawing/2014/main" id="{EDB2940E-13BE-4D95-BD9A-8721F2521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435"/>
                <a:ext cx="38" cy="21"/>
              </a:xfrm>
              <a:custGeom>
                <a:avLst/>
                <a:gdLst>
                  <a:gd name="T0" fmla="*/ 84 w 25"/>
                  <a:gd name="T1" fmla="*/ 47 h 13"/>
                  <a:gd name="T2" fmla="*/ 40 w 25"/>
                  <a:gd name="T3" fmla="*/ 42 h 13"/>
                  <a:gd name="T4" fmla="*/ 5 w 25"/>
                  <a:gd name="T5" fmla="*/ 8 h 13"/>
                  <a:gd name="T6" fmla="*/ 49 w 25"/>
                  <a:gd name="T7" fmla="*/ 13 h 13"/>
                  <a:gd name="T8" fmla="*/ 84 w 25"/>
                  <a:gd name="T9" fmla="*/ 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24" y="11"/>
                    </a:moveTo>
                    <a:cubicBezTo>
                      <a:pt x="23" y="13"/>
                      <a:pt x="18" y="13"/>
                      <a:pt x="11" y="10"/>
                    </a:cubicBezTo>
                    <a:cubicBezTo>
                      <a:pt x="5" y="7"/>
                      <a:pt x="0" y="4"/>
                      <a:pt x="1" y="2"/>
                    </a:cubicBezTo>
                    <a:cubicBezTo>
                      <a:pt x="2" y="0"/>
                      <a:pt x="7" y="1"/>
                      <a:pt x="14" y="3"/>
                    </a:cubicBezTo>
                    <a:cubicBezTo>
                      <a:pt x="20" y="6"/>
                      <a:pt x="25" y="10"/>
                      <a:pt x="24" y="1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5" name="Freeform 811">
                <a:extLst>
                  <a:ext uri="{FF2B5EF4-FFF2-40B4-BE49-F238E27FC236}">
                    <a16:creationId xmlns:a16="http://schemas.microsoft.com/office/drawing/2014/main" id="{5FBDBBE6-EA9E-47B2-9597-C76F32076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403"/>
                <a:ext cx="54" cy="22"/>
              </a:xfrm>
              <a:custGeom>
                <a:avLst/>
                <a:gdLst>
                  <a:gd name="T0" fmla="*/ 95 w 36"/>
                  <a:gd name="T1" fmla="*/ 42 h 14"/>
                  <a:gd name="T2" fmla="*/ 66 w 36"/>
                  <a:gd name="T3" fmla="*/ 27 h 14"/>
                  <a:gd name="T4" fmla="*/ 5 w 36"/>
                  <a:gd name="T5" fmla="*/ 0 h 14"/>
                  <a:gd name="T6" fmla="*/ 0 w 36"/>
                  <a:gd name="T7" fmla="*/ 8 h 14"/>
                  <a:gd name="T8" fmla="*/ 122 w 36"/>
                  <a:gd name="T9" fmla="*/ 55 h 14"/>
                  <a:gd name="T10" fmla="*/ 95 w 36"/>
                  <a:gd name="T11" fmla="*/ 4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4">
                    <a:moveTo>
                      <a:pt x="28" y="11"/>
                    </a:moveTo>
                    <a:cubicBezTo>
                      <a:pt x="25" y="10"/>
                      <a:pt x="22" y="8"/>
                      <a:pt x="19" y="7"/>
                    </a:cubicBezTo>
                    <a:cubicBezTo>
                      <a:pt x="13" y="5"/>
                      <a:pt x="7" y="2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2" y="5"/>
                      <a:pt x="24" y="12"/>
                      <a:pt x="36" y="14"/>
                    </a:cubicBezTo>
                    <a:cubicBezTo>
                      <a:pt x="33" y="13"/>
                      <a:pt x="30" y="12"/>
                      <a:pt x="28" y="1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6" name="Freeform 812">
                <a:extLst>
                  <a:ext uri="{FF2B5EF4-FFF2-40B4-BE49-F238E27FC236}">
                    <a16:creationId xmlns:a16="http://schemas.microsoft.com/office/drawing/2014/main" id="{FCF1D690-B23B-4800-B307-12FED17CE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1441"/>
                <a:ext cx="132" cy="50"/>
              </a:xfrm>
              <a:custGeom>
                <a:avLst/>
                <a:gdLst>
                  <a:gd name="T0" fmla="*/ 296 w 88"/>
                  <a:gd name="T1" fmla="*/ 90 h 31"/>
                  <a:gd name="T2" fmla="*/ 275 w 88"/>
                  <a:gd name="T3" fmla="*/ 131 h 31"/>
                  <a:gd name="T4" fmla="*/ 224 w 88"/>
                  <a:gd name="T5" fmla="*/ 110 h 31"/>
                  <a:gd name="T6" fmla="*/ 153 w 88"/>
                  <a:gd name="T7" fmla="*/ 76 h 31"/>
                  <a:gd name="T8" fmla="*/ 0 w 88"/>
                  <a:gd name="T9" fmla="*/ 0 h 31"/>
                  <a:gd name="T10" fmla="*/ 107 w 88"/>
                  <a:gd name="T11" fmla="*/ 50 h 31"/>
                  <a:gd name="T12" fmla="*/ 210 w 88"/>
                  <a:gd name="T13" fmla="*/ 90 h 31"/>
                  <a:gd name="T14" fmla="*/ 288 w 88"/>
                  <a:gd name="T15" fmla="*/ 68 h 31"/>
                  <a:gd name="T16" fmla="*/ 296 w 88"/>
                  <a:gd name="T17" fmla="*/ 89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31">
                    <a:moveTo>
                      <a:pt x="87" y="22"/>
                    </a:moveTo>
                    <a:cubicBezTo>
                      <a:pt x="86" y="25"/>
                      <a:pt x="86" y="30"/>
                      <a:pt x="81" y="31"/>
                    </a:cubicBezTo>
                    <a:cubicBezTo>
                      <a:pt x="77" y="31"/>
                      <a:pt x="70" y="28"/>
                      <a:pt x="66" y="26"/>
                    </a:cubicBezTo>
                    <a:cubicBezTo>
                      <a:pt x="57" y="22"/>
                      <a:pt x="54" y="21"/>
                      <a:pt x="45" y="18"/>
                    </a:cubicBezTo>
                    <a:cubicBezTo>
                      <a:pt x="32" y="13"/>
                      <a:pt x="13" y="7"/>
                      <a:pt x="0" y="0"/>
                    </a:cubicBezTo>
                    <a:cubicBezTo>
                      <a:pt x="10" y="4"/>
                      <a:pt x="21" y="8"/>
                      <a:pt x="31" y="12"/>
                    </a:cubicBezTo>
                    <a:cubicBezTo>
                      <a:pt x="41" y="16"/>
                      <a:pt x="51" y="18"/>
                      <a:pt x="62" y="22"/>
                    </a:cubicBezTo>
                    <a:cubicBezTo>
                      <a:pt x="72" y="25"/>
                      <a:pt x="88" y="26"/>
                      <a:pt x="85" y="16"/>
                    </a:cubicBezTo>
                    <a:cubicBezTo>
                      <a:pt x="88" y="18"/>
                      <a:pt x="87" y="19"/>
                      <a:pt x="87" y="2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7" name="Freeform 813">
                <a:extLst>
                  <a:ext uri="{FF2B5EF4-FFF2-40B4-BE49-F238E27FC236}">
                    <a16:creationId xmlns:a16="http://schemas.microsoft.com/office/drawing/2014/main" id="{DEDF52B6-DD12-4A92-A94E-9B8639C43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444"/>
                <a:ext cx="32" cy="12"/>
              </a:xfrm>
              <a:custGeom>
                <a:avLst/>
                <a:gdLst>
                  <a:gd name="T0" fmla="*/ 53 w 21"/>
                  <a:gd name="T1" fmla="*/ 0 h 7"/>
                  <a:gd name="T2" fmla="*/ 62 w 21"/>
                  <a:gd name="T3" fmla="*/ 21 h 7"/>
                  <a:gd name="T4" fmla="*/ 18 w 21"/>
                  <a:gd name="T5" fmla="*/ 15 h 7"/>
                  <a:gd name="T6" fmla="*/ 0 w 21"/>
                  <a:gd name="T7" fmla="*/ 0 h 7"/>
                  <a:gd name="T8" fmla="*/ 26 w 21"/>
                  <a:gd name="T9" fmla="*/ 21 h 7"/>
                  <a:gd name="T10" fmla="*/ 70 w 21"/>
                  <a:gd name="T11" fmla="*/ 26 h 7"/>
                  <a:gd name="T12" fmla="*/ 53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7" y="2"/>
                      <a:pt x="19" y="3"/>
                      <a:pt x="18" y="4"/>
                    </a:cubicBezTo>
                    <a:cubicBezTo>
                      <a:pt x="17" y="6"/>
                      <a:pt x="12" y="5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2" y="2"/>
                      <a:pt x="4" y="3"/>
                      <a:pt x="7" y="4"/>
                    </a:cubicBezTo>
                    <a:cubicBezTo>
                      <a:pt x="14" y="7"/>
                      <a:pt x="19" y="7"/>
                      <a:pt x="20" y="5"/>
                    </a:cubicBezTo>
                    <a:cubicBezTo>
                      <a:pt x="21" y="4"/>
                      <a:pt x="19" y="2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8" name="Freeform 814">
                <a:extLst>
                  <a:ext uri="{FF2B5EF4-FFF2-40B4-BE49-F238E27FC236}">
                    <a16:creationId xmlns:a16="http://schemas.microsoft.com/office/drawing/2014/main" id="{9A5D47A0-6483-4140-A84C-D139445B1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436"/>
                <a:ext cx="27" cy="12"/>
              </a:xfrm>
              <a:custGeom>
                <a:avLst/>
                <a:gdLst>
                  <a:gd name="T0" fmla="*/ 5 w 18"/>
                  <a:gd name="T1" fmla="*/ 15 h 7"/>
                  <a:gd name="T2" fmla="*/ 41 w 18"/>
                  <a:gd name="T3" fmla="*/ 21 h 7"/>
                  <a:gd name="T4" fmla="*/ 62 w 18"/>
                  <a:gd name="T5" fmla="*/ 36 h 7"/>
                  <a:gd name="T6" fmla="*/ 35 w 18"/>
                  <a:gd name="T7" fmla="*/ 15 h 7"/>
                  <a:gd name="T8" fmla="*/ 0 w 18"/>
                  <a:gd name="T9" fmla="*/ 9 h 7"/>
                  <a:gd name="T10" fmla="*/ 12 w 18"/>
                  <a:gd name="T11" fmla="*/ 26 h 7"/>
                  <a:gd name="T12" fmla="*/ 5 w 18"/>
                  <a:gd name="T13" fmla="*/ 15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1" y="3"/>
                    </a:moveTo>
                    <a:cubicBezTo>
                      <a:pt x="2" y="1"/>
                      <a:pt x="7" y="2"/>
                      <a:pt x="12" y="4"/>
                    </a:cubicBezTo>
                    <a:cubicBezTo>
                      <a:pt x="14" y="5"/>
                      <a:pt x="17" y="6"/>
                      <a:pt x="18" y="7"/>
                    </a:cubicBezTo>
                    <a:cubicBezTo>
                      <a:pt x="17" y="6"/>
                      <a:pt x="14" y="4"/>
                      <a:pt x="10" y="3"/>
                    </a:cubicBezTo>
                    <a:cubicBezTo>
                      <a:pt x="5" y="1"/>
                      <a:pt x="1" y="0"/>
                      <a:pt x="0" y="2"/>
                    </a:cubicBezTo>
                    <a:cubicBezTo>
                      <a:pt x="0" y="3"/>
                      <a:pt x="1" y="4"/>
                      <a:pt x="3" y="5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9" name="Freeform 815">
                <a:extLst>
                  <a:ext uri="{FF2B5EF4-FFF2-40B4-BE49-F238E27FC236}">
                    <a16:creationId xmlns:a16="http://schemas.microsoft.com/office/drawing/2014/main" id="{FDB5EB61-FBCE-4172-B66C-555EFFB51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1400"/>
                <a:ext cx="162" cy="96"/>
              </a:xfrm>
              <a:custGeom>
                <a:avLst/>
                <a:gdLst>
                  <a:gd name="T0" fmla="*/ 332 w 108"/>
                  <a:gd name="T1" fmla="*/ 150 h 60"/>
                  <a:gd name="T2" fmla="*/ 203 w 108"/>
                  <a:gd name="T3" fmla="*/ 86 h 60"/>
                  <a:gd name="T4" fmla="*/ 27 w 108"/>
                  <a:gd name="T5" fmla="*/ 0 h 60"/>
                  <a:gd name="T6" fmla="*/ 0 w 108"/>
                  <a:gd name="T7" fmla="*/ 82 h 60"/>
                  <a:gd name="T8" fmla="*/ 140 w 108"/>
                  <a:gd name="T9" fmla="*/ 157 h 60"/>
                  <a:gd name="T10" fmla="*/ 323 w 108"/>
                  <a:gd name="T11" fmla="*/ 238 h 60"/>
                  <a:gd name="T12" fmla="*/ 350 w 108"/>
                  <a:gd name="T13" fmla="*/ 226 h 60"/>
                  <a:gd name="T14" fmla="*/ 359 w 108"/>
                  <a:gd name="T15" fmla="*/ 189 h 60"/>
                  <a:gd name="T16" fmla="*/ 332 w 108"/>
                  <a:gd name="T17" fmla="*/ 150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60">
                    <a:moveTo>
                      <a:pt x="98" y="37"/>
                    </a:moveTo>
                    <a:cubicBezTo>
                      <a:pt x="60" y="21"/>
                      <a:pt x="60" y="21"/>
                      <a:pt x="60" y="2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3" y="26"/>
                      <a:pt x="33" y="35"/>
                      <a:pt x="41" y="38"/>
                    </a:cubicBezTo>
                    <a:cubicBezTo>
                      <a:pt x="52" y="43"/>
                      <a:pt x="94" y="58"/>
                      <a:pt x="95" y="58"/>
                    </a:cubicBezTo>
                    <a:cubicBezTo>
                      <a:pt x="99" y="60"/>
                      <a:pt x="101" y="59"/>
                      <a:pt x="103" y="55"/>
                    </a:cubicBezTo>
                    <a:cubicBezTo>
                      <a:pt x="106" y="46"/>
                      <a:pt x="106" y="46"/>
                      <a:pt x="106" y="46"/>
                    </a:cubicBezTo>
                    <a:cubicBezTo>
                      <a:pt x="108" y="43"/>
                      <a:pt x="103" y="39"/>
                      <a:pt x="98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0" name="Freeform 816">
                <a:extLst>
                  <a:ext uri="{FF2B5EF4-FFF2-40B4-BE49-F238E27FC236}">
                    <a16:creationId xmlns:a16="http://schemas.microsoft.com/office/drawing/2014/main" id="{263363FF-1425-4D19-9547-8C4FA1D59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1468"/>
                <a:ext cx="192" cy="80"/>
              </a:xfrm>
              <a:custGeom>
                <a:avLst/>
                <a:gdLst>
                  <a:gd name="T0" fmla="*/ 21 w 128"/>
                  <a:gd name="T1" fmla="*/ 90 h 50"/>
                  <a:gd name="T2" fmla="*/ 21 w 128"/>
                  <a:gd name="T3" fmla="*/ 90 h 50"/>
                  <a:gd name="T4" fmla="*/ 5 w 128"/>
                  <a:gd name="T5" fmla="*/ 61 h 50"/>
                  <a:gd name="T6" fmla="*/ 14 w 128"/>
                  <a:gd name="T7" fmla="*/ 21 h 50"/>
                  <a:gd name="T8" fmla="*/ 72 w 128"/>
                  <a:gd name="T9" fmla="*/ 13 h 50"/>
                  <a:gd name="T10" fmla="*/ 264 w 128"/>
                  <a:gd name="T11" fmla="*/ 74 h 50"/>
                  <a:gd name="T12" fmla="*/ 399 w 128"/>
                  <a:gd name="T13" fmla="*/ 110 h 50"/>
                  <a:gd name="T14" fmla="*/ 432 w 128"/>
                  <a:gd name="T15" fmla="*/ 144 h 50"/>
                  <a:gd name="T16" fmla="*/ 423 w 128"/>
                  <a:gd name="T17" fmla="*/ 179 h 50"/>
                  <a:gd name="T18" fmla="*/ 399 w 128"/>
                  <a:gd name="T19" fmla="*/ 200 h 50"/>
                  <a:gd name="T20" fmla="*/ 210 w 128"/>
                  <a:gd name="T21" fmla="*/ 150 h 50"/>
                  <a:gd name="T22" fmla="*/ 21 w 128"/>
                  <a:gd name="T23" fmla="*/ 90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50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3" y="21"/>
                      <a:pt x="0" y="20"/>
                      <a:pt x="1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3"/>
                      <a:pt x="5" y="0"/>
                      <a:pt x="21" y="3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118" y="27"/>
                      <a:pt x="118" y="27"/>
                      <a:pt x="118" y="27"/>
                    </a:cubicBezTo>
                    <a:cubicBezTo>
                      <a:pt x="124" y="28"/>
                      <a:pt x="128" y="32"/>
                      <a:pt x="128" y="35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5" y="48"/>
                      <a:pt x="122" y="50"/>
                      <a:pt x="118" y="49"/>
                    </a:cubicBezTo>
                    <a:cubicBezTo>
                      <a:pt x="117" y="49"/>
                      <a:pt x="74" y="40"/>
                      <a:pt x="62" y="37"/>
                    </a:cubicBezTo>
                    <a:cubicBezTo>
                      <a:pt x="49" y="34"/>
                      <a:pt x="7" y="22"/>
                      <a:pt x="6" y="2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1" name="Freeform 817">
                <a:extLst>
                  <a:ext uri="{FF2B5EF4-FFF2-40B4-BE49-F238E27FC236}">
                    <a16:creationId xmlns:a16="http://schemas.microsoft.com/office/drawing/2014/main" id="{8EF89D08-6EF6-49A3-BFE9-44354F0D9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507"/>
                <a:ext cx="38" cy="16"/>
              </a:xfrm>
              <a:custGeom>
                <a:avLst/>
                <a:gdLst>
                  <a:gd name="T0" fmla="*/ 84 w 25"/>
                  <a:gd name="T1" fmla="*/ 34 h 10"/>
                  <a:gd name="T2" fmla="*/ 40 w 25"/>
                  <a:gd name="T3" fmla="*/ 34 h 10"/>
                  <a:gd name="T4" fmla="*/ 0 w 25"/>
                  <a:gd name="T5" fmla="*/ 8 h 10"/>
                  <a:gd name="T6" fmla="*/ 46 w 25"/>
                  <a:gd name="T7" fmla="*/ 5 h 10"/>
                  <a:gd name="T8" fmla="*/ 84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4" y="8"/>
                    </a:moveTo>
                    <a:cubicBezTo>
                      <a:pt x="24" y="10"/>
                      <a:pt x="18" y="10"/>
                      <a:pt x="11" y="8"/>
                    </a:cubicBezTo>
                    <a:cubicBezTo>
                      <a:pt x="5" y="7"/>
                      <a:pt x="0" y="4"/>
                      <a:pt x="0" y="2"/>
                    </a:cubicBezTo>
                    <a:cubicBezTo>
                      <a:pt x="0" y="0"/>
                      <a:pt x="6" y="0"/>
                      <a:pt x="13" y="1"/>
                    </a:cubicBezTo>
                    <a:cubicBezTo>
                      <a:pt x="20" y="3"/>
                      <a:pt x="25" y="6"/>
                      <a:pt x="24" y="8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2" name="Freeform 818">
                <a:extLst>
                  <a:ext uri="{FF2B5EF4-FFF2-40B4-BE49-F238E27FC236}">
                    <a16:creationId xmlns:a16="http://schemas.microsoft.com/office/drawing/2014/main" id="{E8453A41-5C95-4FC5-AA73-C17BDBBBD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502"/>
                <a:ext cx="37" cy="16"/>
              </a:xfrm>
              <a:custGeom>
                <a:avLst/>
                <a:gdLst>
                  <a:gd name="T0" fmla="*/ 81 w 25"/>
                  <a:gd name="T1" fmla="*/ 34 h 10"/>
                  <a:gd name="T2" fmla="*/ 40 w 25"/>
                  <a:gd name="T3" fmla="*/ 35 h 10"/>
                  <a:gd name="T4" fmla="*/ 1 w 25"/>
                  <a:gd name="T5" fmla="*/ 13 h 10"/>
                  <a:gd name="T6" fmla="*/ 46 w 25"/>
                  <a:gd name="T7" fmla="*/ 8 h 10"/>
                  <a:gd name="T8" fmla="*/ 81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5" y="8"/>
                    </a:moveTo>
                    <a:cubicBezTo>
                      <a:pt x="24" y="10"/>
                      <a:pt x="19" y="10"/>
                      <a:pt x="12" y="9"/>
                    </a:cubicBezTo>
                    <a:cubicBezTo>
                      <a:pt x="5" y="7"/>
                      <a:pt x="0" y="4"/>
                      <a:pt x="1" y="3"/>
                    </a:cubicBezTo>
                    <a:cubicBezTo>
                      <a:pt x="1" y="1"/>
                      <a:pt x="7" y="0"/>
                      <a:pt x="14" y="2"/>
                    </a:cubicBezTo>
                    <a:cubicBezTo>
                      <a:pt x="20" y="4"/>
                      <a:pt x="25" y="6"/>
                      <a:pt x="25" y="8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3" name="Freeform 819">
                <a:extLst>
                  <a:ext uri="{FF2B5EF4-FFF2-40B4-BE49-F238E27FC236}">
                    <a16:creationId xmlns:a16="http://schemas.microsoft.com/office/drawing/2014/main" id="{C40E32A6-9A2F-4B11-9C22-E9F56612B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473"/>
                <a:ext cx="80" cy="21"/>
              </a:xfrm>
              <a:custGeom>
                <a:avLst/>
                <a:gdLst>
                  <a:gd name="T0" fmla="*/ 0 w 53"/>
                  <a:gd name="T1" fmla="*/ 42 h 13"/>
                  <a:gd name="T2" fmla="*/ 14 w 53"/>
                  <a:gd name="T3" fmla="*/ 8 h 13"/>
                  <a:gd name="T4" fmla="*/ 54 w 53"/>
                  <a:gd name="T5" fmla="*/ 13 h 13"/>
                  <a:gd name="T6" fmla="*/ 124 w 53"/>
                  <a:gd name="T7" fmla="*/ 34 h 13"/>
                  <a:gd name="T8" fmla="*/ 155 w 53"/>
                  <a:gd name="T9" fmla="*/ 42 h 13"/>
                  <a:gd name="T10" fmla="*/ 183 w 53"/>
                  <a:gd name="T11" fmla="*/ 50 h 13"/>
                  <a:gd name="T12" fmla="*/ 53 w 53"/>
                  <a:gd name="T13" fmla="*/ 21 h 13"/>
                  <a:gd name="T14" fmla="*/ 14 w 53"/>
                  <a:gd name="T15" fmla="*/ 26 h 13"/>
                  <a:gd name="T16" fmla="*/ 0 w 53"/>
                  <a:gd name="T17" fmla="*/ 55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3">
                    <a:moveTo>
                      <a:pt x="0" y="10"/>
                    </a:moveTo>
                    <a:cubicBezTo>
                      <a:pt x="0" y="8"/>
                      <a:pt x="1" y="3"/>
                      <a:pt x="4" y="2"/>
                    </a:cubicBezTo>
                    <a:cubicBezTo>
                      <a:pt x="7" y="0"/>
                      <a:pt x="13" y="2"/>
                      <a:pt x="16" y="3"/>
                    </a:cubicBezTo>
                    <a:cubicBezTo>
                      <a:pt x="23" y="5"/>
                      <a:pt x="29" y="6"/>
                      <a:pt x="36" y="8"/>
                    </a:cubicBezTo>
                    <a:cubicBezTo>
                      <a:pt x="39" y="8"/>
                      <a:pt x="42" y="9"/>
                      <a:pt x="45" y="10"/>
                    </a:cubicBezTo>
                    <a:cubicBezTo>
                      <a:pt x="47" y="11"/>
                      <a:pt x="51" y="11"/>
                      <a:pt x="53" y="12"/>
                    </a:cubicBezTo>
                    <a:cubicBezTo>
                      <a:pt x="41" y="12"/>
                      <a:pt x="28" y="7"/>
                      <a:pt x="15" y="5"/>
                    </a:cubicBezTo>
                    <a:cubicBezTo>
                      <a:pt x="11" y="4"/>
                      <a:pt x="7" y="4"/>
                      <a:pt x="4" y="6"/>
                    </a:cubicBezTo>
                    <a:cubicBezTo>
                      <a:pt x="2" y="8"/>
                      <a:pt x="1" y="10"/>
                      <a:pt x="0" y="13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4" name="Freeform 820">
                <a:extLst>
                  <a:ext uri="{FF2B5EF4-FFF2-40B4-BE49-F238E27FC236}">
                    <a16:creationId xmlns:a16="http://schemas.microsoft.com/office/drawing/2014/main" id="{0E093E07-64AB-41AA-BA70-D00683A58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515"/>
                <a:ext cx="135" cy="30"/>
              </a:xfrm>
              <a:custGeom>
                <a:avLst/>
                <a:gdLst>
                  <a:gd name="T0" fmla="*/ 302 w 90"/>
                  <a:gd name="T1" fmla="*/ 33 h 19"/>
                  <a:gd name="T2" fmla="*/ 284 w 90"/>
                  <a:gd name="T3" fmla="*/ 69 h 19"/>
                  <a:gd name="T4" fmla="*/ 230 w 90"/>
                  <a:gd name="T5" fmla="*/ 60 h 19"/>
                  <a:gd name="T6" fmla="*/ 161 w 90"/>
                  <a:gd name="T7" fmla="*/ 43 h 19"/>
                  <a:gd name="T8" fmla="*/ 0 w 90"/>
                  <a:gd name="T9" fmla="*/ 0 h 19"/>
                  <a:gd name="T10" fmla="*/ 107 w 90"/>
                  <a:gd name="T11" fmla="*/ 27 h 19"/>
                  <a:gd name="T12" fmla="*/ 216 w 90"/>
                  <a:gd name="T13" fmla="*/ 47 h 19"/>
                  <a:gd name="T14" fmla="*/ 291 w 90"/>
                  <a:gd name="T15" fmla="*/ 8 h 19"/>
                  <a:gd name="T16" fmla="*/ 302 w 90"/>
                  <a:gd name="T17" fmla="*/ 3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19">
                    <a:moveTo>
                      <a:pt x="89" y="8"/>
                    </a:moveTo>
                    <a:cubicBezTo>
                      <a:pt x="88" y="12"/>
                      <a:pt x="89" y="17"/>
                      <a:pt x="84" y="18"/>
                    </a:cubicBezTo>
                    <a:cubicBezTo>
                      <a:pt x="80" y="19"/>
                      <a:pt x="73" y="16"/>
                      <a:pt x="68" y="15"/>
                    </a:cubicBezTo>
                    <a:cubicBezTo>
                      <a:pt x="59" y="13"/>
                      <a:pt x="56" y="12"/>
                      <a:pt x="47" y="11"/>
                    </a:cubicBezTo>
                    <a:cubicBezTo>
                      <a:pt x="33" y="8"/>
                      <a:pt x="13" y="4"/>
                      <a:pt x="0" y="0"/>
                    </a:cubicBezTo>
                    <a:cubicBezTo>
                      <a:pt x="9" y="2"/>
                      <a:pt x="21" y="5"/>
                      <a:pt x="31" y="7"/>
                    </a:cubicBezTo>
                    <a:cubicBezTo>
                      <a:pt x="43" y="9"/>
                      <a:pt x="52" y="10"/>
                      <a:pt x="64" y="12"/>
                    </a:cubicBezTo>
                    <a:cubicBezTo>
                      <a:pt x="74" y="14"/>
                      <a:pt x="90" y="12"/>
                      <a:pt x="86" y="2"/>
                    </a:cubicBezTo>
                    <a:cubicBezTo>
                      <a:pt x="89" y="4"/>
                      <a:pt x="88" y="6"/>
                      <a:pt x="89" y="8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5" name="Freeform 821">
                <a:extLst>
                  <a:ext uri="{FF2B5EF4-FFF2-40B4-BE49-F238E27FC236}">
                    <a16:creationId xmlns:a16="http://schemas.microsoft.com/office/drawing/2014/main" id="{12F49278-5B39-467B-AD5C-AD1A89CF9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508"/>
                <a:ext cx="31" cy="12"/>
              </a:xfrm>
              <a:custGeom>
                <a:avLst/>
                <a:gdLst>
                  <a:gd name="T0" fmla="*/ 47 w 21"/>
                  <a:gd name="T1" fmla="*/ 0 h 7"/>
                  <a:gd name="T2" fmla="*/ 61 w 21"/>
                  <a:gd name="T3" fmla="*/ 15 h 7"/>
                  <a:gd name="T4" fmla="*/ 19 w 21"/>
                  <a:gd name="T5" fmla="*/ 21 h 7"/>
                  <a:gd name="T6" fmla="*/ 0 w 21"/>
                  <a:gd name="T7" fmla="*/ 9 h 7"/>
                  <a:gd name="T8" fmla="*/ 27 w 21"/>
                  <a:gd name="T9" fmla="*/ 26 h 7"/>
                  <a:gd name="T10" fmla="*/ 68 w 21"/>
                  <a:gd name="T11" fmla="*/ 21 h 7"/>
                  <a:gd name="T12" fmla="*/ 47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8" y="1"/>
                      <a:pt x="19" y="2"/>
                      <a:pt x="19" y="3"/>
                    </a:cubicBezTo>
                    <a:cubicBezTo>
                      <a:pt x="18" y="5"/>
                      <a:pt x="13" y="6"/>
                      <a:pt x="6" y="4"/>
                    </a:cubicBezTo>
                    <a:cubicBezTo>
                      <a:pt x="4" y="3"/>
                      <a:pt x="2" y="3"/>
                      <a:pt x="0" y="2"/>
                    </a:cubicBezTo>
                    <a:cubicBezTo>
                      <a:pt x="2" y="3"/>
                      <a:pt x="5" y="4"/>
                      <a:pt x="8" y="5"/>
                    </a:cubicBezTo>
                    <a:cubicBezTo>
                      <a:pt x="15" y="7"/>
                      <a:pt x="21" y="6"/>
                      <a:pt x="21" y="4"/>
                    </a:cubicBezTo>
                    <a:cubicBezTo>
                      <a:pt x="21" y="3"/>
                      <a:pt x="19" y="1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6" name="Freeform 822">
                <a:extLst>
                  <a:ext uri="{FF2B5EF4-FFF2-40B4-BE49-F238E27FC236}">
                    <a16:creationId xmlns:a16="http://schemas.microsoft.com/office/drawing/2014/main" id="{472B14C8-606A-43F4-B083-4B9B96E96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504"/>
                <a:ext cx="27" cy="8"/>
              </a:xfrm>
              <a:custGeom>
                <a:avLst/>
                <a:gdLst>
                  <a:gd name="T0" fmla="*/ 5 w 18"/>
                  <a:gd name="T1" fmla="*/ 13 h 5"/>
                  <a:gd name="T2" fmla="*/ 41 w 18"/>
                  <a:gd name="T3" fmla="*/ 13 h 5"/>
                  <a:gd name="T4" fmla="*/ 62 w 18"/>
                  <a:gd name="T5" fmla="*/ 21 h 5"/>
                  <a:gd name="T6" fmla="*/ 35 w 18"/>
                  <a:gd name="T7" fmla="*/ 8 h 5"/>
                  <a:gd name="T8" fmla="*/ 0 w 18"/>
                  <a:gd name="T9" fmla="*/ 8 h 5"/>
                  <a:gd name="T10" fmla="*/ 12 w 18"/>
                  <a:gd name="T11" fmla="*/ 21 h 5"/>
                  <a:gd name="T12" fmla="*/ 5 w 18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2" y="1"/>
                      <a:pt x="7" y="1"/>
                      <a:pt x="12" y="3"/>
                    </a:cubicBezTo>
                    <a:cubicBezTo>
                      <a:pt x="14" y="3"/>
                      <a:pt x="17" y="4"/>
                      <a:pt x="18" y="5"/>
                    </a:cubicBezTo>
                    <a:cubicBezTo>
                      <a:pt x="17" y="4"/>
                      <a:pt x="14" y="3"/>
                      <a:pt x="10" y="2"/>
                    </a:cubicBezTo>
                    <a:cubicBezTo>
                      <a:pt x="5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3" y="5"/>
                    </a:cubicBezTo>
                    <a:cubicBezTo>
                      <a:pt x="3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7" name="Freeform 823">
                <a:extLst>
                  <a:ext uri="{FF2B5EF4-FFF2-40B4-BE49-F238E27FC236}">
                    <a16:creationId xmlns:a16="http://schemas.microsoft.com/office/drawing/2014/main" id="{B4809ECB-E90F-4F23-B800-F6CF10FD3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1468"/>
                <a:ext cx="192" cy="80"/>
              </a:xfrm>
              <a:custGeom>
                <a:avLst/>
                <a:gdLst>
                  <a:gd name="T0" fmla="*/ 21 w 128"/>
                  <a:gd name="T1" fmla="*/ 90 h 50"/>
                  <a:gd name="T2" fmla="*/ 21 w 128"/>
                  <a:gd name="T3" fmla="*/ 90 h 50"/>
                  <a:gd name="T4" fmla="*/ 5 w 128"/>
                  <a:gd name="T5" fmla="*/ 61 h 50"/>
                  <a:gd name="T6" fmla="*/ 14 w 128"/>
                  <a:gd name="T7" fmla="*/ 21 h 50"/>
                  <a:gd name="T8" fmla="*/ 72 w 128"/>
                  <a:gd name="T9" fmla="*/ 13 h 50"/>
                  <a:gd name="T10" fmla="*/ 264 w 128"/>
                  <a:gd name="T11" fmla="*/ 74 h 50"/>
                  <a:gd name="T12" fmla="*/ 399 w 128"/>
                  <a:gd name="T13" fmla="*/ 110 h 50"/>
                  <a:gd name="T14" fmla="*/ 432 w 128"/>
                  <a:gd name="T15" fmla="*/ 144 h 50"/>
                  <a:gd name="T16" fmla="*/ 423 w 128"/>
                  <a:gd name="T17" fmla="*/ 179 h 50"/>
                  <a:gd name="T18" fmla="*/ 399 w 128"/>
                  <a:gd name="T19" fmla="*/ 200 h 50"/>
                  <a:gd name="T20" fmla="*/ 210 w 128"/>
                  <a:gd name="T21" fmla="*/ 150 h 50"/>
                  <a:gd name="T22" fmla="*/ 21 w 128"/>
                  <a:gd name="T23" fmla="*/ 90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50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3" y="21"/>
                      <a:pt x="0" y="20"/>
                      <a:pt x="1" y="1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3"/>
                      <a:pt x="5" y="0"/>
                      <a:pt x="21" y="3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118" y="27"/>
                      <a:pt x="118" y="27"/>
                      <a:pt x="118" y="27"/>
                    </a:cubicBezTo>
                    <a:cubicBezTo>
                      <a:pt x="124" y="28"/>
                      <a:pt x="128" y="32"/>
                      <a:pt x="128" y="35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5" y="48"/>
                      <a:pt x="122" y="50"/>
                      <a:pt x="118" y="49"/>
                    </a:cubicBezTo>
                    <a:cubicBezTo>
                      <a:pt x="117" y="49"/>
                      <a:pt x="74" y="40"/>
                      <a:pt x="62" y="37"/>
                    </a:cubicBezTo>
                    <a:cubicBezTo>
                      <a:pt x="49" y="34"/>
                      <a:pt x="7" y="22"/>
                      <a:pt x="6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8" name="Freeform 824">
                <a:extLst>
                  <a:ext uri="{FF2B5EF4-FFF2-40B4-BE49-F238E27FC236}">
                    <a16:creationId xmlns:a16="http://schemas.microsoft.com/office/drawing/2014/main" id="{06D19A41-C8CF-4448-BBCC-5B57C6DC5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539"/>
                <a:ext cx="197" cy="38"/>
              </a:xfrm>
              <a:custGeom>
                <a:avLst/>
                <a:gdLst>
                  <a:gd name="T0" fmla="*/ 445 w 131"/>
                  <a:gd name="T1" fmla="*/ 73 h 24"/>
                  <a:gd name="T2" fmla="*/ 412 w 131"/>
                  <a:gd name="T3" fmla="*/ 95 h 24"/>
                  <a:gd name="T4" fmla="*/ 174 w 131"/>
                  <a:gd name="T5" fmla="*/ 90 h 24"/>
                  <a:gd name="T6" fmla="*/ 39 w 131"/>
                  <a:gd name="T7" fmla="*/ 90 h 24"/>
                  <a:gd name="T8" fmla="*/ 0 w 131"/>
                  <a:gd name="T9" fmla="*/ 60 h 24"/>
                  <a:gd name="T10" fmla="*/ 0 w 131"/>
                  <a:gd name="T11" fmla="*/ 25 h 24"/>
                  <a:gd name="T12" fmla="*/ 48 w 131"/>
                  <a:gd name="T13" fmla="*/ 0 h 24"/>
                  <a:gd name="T14" fmla="*/ 304 w 131"/>
                  <a:gd name="T15" fmla="*/ 5 h 24"/>
                  <a:gd name="T16" fmla="*/ 400 w 131"/>
                  <a:gd name="T17" fmla="*/ 5 h 24"/>
                  <a:gd name="T18" fmla="*/ 441 w 131"/>
                  <a:gd name="T19" fmla="*/ 27 h 24"/>
                  <a:gd name="T20" fmla="*/ 445 w 131"/>
                  <a:gd name="T21" fmla="*/ 73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1" h="24">
                    <a:moveTo>
                      <a:pt x="131" y="18"/>
                    </a:moveTo>
                    <a:cubicBezTo>
                      <a:pt x="131" y="21"/>
                      <a:pt x="127" y="24"/>
                      <a:pt x="121" y="24"/>
                    </a:cubicBezTo>
                    <a:cubicBezTo>
                      <a:pt x="121" y="24"/>
                      <a:pt x="66" y="23"/>
                      <a:pt x="51" y="23"/>
                    </a:cubicBezTo>
                    <a:cubicBezTo>
                      <a:pt x="35" y="22"/>
                      <a:pt x="11" y="23"/>
                      <a:pt x="11" y="23"/>
                    </a:cubicBezTo>
                    <a:cubicBezTo>
                      <a:pt x="5" y="23"/>
                      <a:pt x="0" y="21"/>
                      <a:pt x="0" y="1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4" y="0"/>
                      <a:pt x="14" y="0"/>
                    </a:cubicBezTo>
                    <a:cubicBezTo>
                      <a:pt x="14" y="0"/>
                      <a:pt x="70" y="1"/>
                      <a:pt x="89" y="1"/>
                    </a:cubicBezTo>
                    <a:cubicBezTo>
                      <a:pt x="108" y="1"/>
                      <a:pt x="118" y="1"/>
                      <a:pt x="118" y="1"/>
                    </a:cubicBezTo>
                    <a:cubicBezTo>
                      <a:pt x="124" y="1"/>
                      <a:pt x="130" y="3"/>
                      <a:pt x="130" y="7"/>
                    </a:cubicBezTo>
                    <a:lnTo>
                      <a:pt x="131" y="18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9" name="Freeform 825">
                <a:extLst>
                  <a:ext uri="{FF2B5EF4-FFF2-40B4-BE49-F238E27FC236}">
                    <a16:creationId xmlns:a16="http://schemas.microsoft.com/office/drawing/2014/main" id="{21C7B4D8-4CF8-4491-A586-00B7E9079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1540"/>
                <a:ext cx="197" cy="50"/>
              </a:xfrm>
              <a:custGeom>
                <a:avLst/>
                <a:gdLst>
                  <a:gd name="T0" fmla="*/ 445 w 131"/>
                  <a:gd name="T1" fmla="*/ 102 h 31"/>
                  <a:gd name="T2" fmla="*/ 399 w 131"/>
                  <a:gd name="T3" fmla="*/ 124 h 31"/>
                  <a:gd name="T4" fmla="*/ 292 w 131"/>
                  <a:gd name="T5" fmla="*/ 118 h 31"/>
                  <a:gd name="T6" fmla="*/ 41 w 131"/>
                  <a:gd name="T7" fmla="*/ 102 h 31"/>
                  <a:gd name="T8" fmla="*/ 0 w 131"/>
                  <a:gd name="T9" fmla="*/ 71 h 31"/>
                  <a:gd name="T10" fmla="*/ 0 w 131"/>
                  <a:gd name="T11" fmla="*/ 29 h 31"/>
                  <a:gd name="T12" fmla="*/ 27 w 131"/>
                  <a:gd name="T13" fmla="*/ 0 h 31"/>
                  <a:gd name="T14" fmla="*/ 217 w 131"/>
                  <a:gd name="T15" fmla="*/ 21 h 31"/>
                  <a:gd name="T16" fmla="*/ 399 w 131"/>
                  <a:gd name="T17" fmla="*/ 29 h 31"/>
                  <a:gd name="T18" fmla="*/ 445 w 131"/>
                  <a:gd name="T19" fmla="*/ 60 h 31"/>
                  <a:gd name="T20" fmla="*/ 445 w 131"/>
                  <a:gd name="T21" fmla="*/ 102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1" h="31">
                    <a:moveTo>
                      <a:pt x="131" y="24"/>
                    </a:moveTo>
                    <a:cubicBezTo>
                      <a:pt x="130" y="28"/>
                      <a:pt x="128" y="31"/>
                      <a:pt x="117" y="30"/>
                    </a:cubicBezTo>
                    <a:cubicBezTo>
                      <a:pt x="117" y="30"/>
                      <a:pt x="111" y="30"/>
                      <a:pt x="86" y="28"/>
                    </a:cubicBezTo>
                    <a:cubicBezTo>
                      <a:pt x="61" y="27"/>
                      <a:pt x="12" y="24"/>
                      <a:pt x="12" y="24"/>
                    </a:cubicBezTo>
                    <a:cubicBezTo>
                      <a:pt x="2" y="23"/>
                      <a:pt x="0" y="21"/>
                      <a:pt x="0" y="1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3"/>
                      <a:pt x="2" y="0"/>
                      <a:pt x="8" y="0"/>
                    </a:cubicBezTo>
                    <a:cubicBezTo>
                      <a:pt x="8" y="0"/>
                      <a:pt x="41" y="3"/>
                      <a:pt x="64" y="5"/>
                    </a:cubicBezTo>
                    <a:cubicBezTo>
                      <a:pt x="87" y="6"/>
                      <a:pt x="117" y="7"/>
                      <a:pt x="117" y="7"/>
                    </a:cubicBezTo>
                    <a:cubicBezTo>
                      <a:pt x="129" y="7"/>
                      <a:pt x="131" y="11"/>
                      <a:pt x="131" y="14"/>
                    </a:cubicBezTo>
                    <a:lnTo>
                      <a:pt x="131" y="24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0" name="Freeform 826">
                <a:extLst>
                  <a:ext uri="{FF2B5EF4-FFF2-40B4-BE49-F238E27FC236}">
                    <a16:creationId xmlns:a16="http://schemas.microsoft.com/office/drawing/2014/main" id="{36CCBCFD-BB60-4CFF-B2CE-C82E9E3E8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520"/>
                <a:ext cx="198" cy="56"/>
              </a:xfrm>
              <a:custGeom>
                <a:avLst/>
                <a:gdLst>
                  <a:gd name="T0" fmla="*/ 444 w 132"/>
                  <a:gd name="T1" fmla="*/ 118 h 35"/>
                  <a:gd name="T2" fmla="*/ 396 w 132"/>
                  <a:gd name="T3" fmla="*/ 138 h 35"/>
                  <a:gd name="T4" fmla="*/ 291 w 132"/>
                  <a:gd name="T5" fmla="*/ 128 h 35"/>
                  <a:gd name="T6" fmla="*/ 41 w 132"/>
                  <a:gd name="T7" fmla="*/ 98 h 35"/>
                  <a:gd name="T8" fmla="*/ 0 w 132"/>
                  <a:gd name="T9" fmla="*/ 67 h 35"/>
                  <a:gd name="T10" fmla="*/ 5 w 132"/>
                  <a:gd name="T11" fmla="*/ 26 h 35"/>
                  <a:gd name="T12" fmla="*/ 35 w 132"/>
                  <a:gd name="T13" fmla="*/ 0 h 35"/>
                  <a:gd name="T14" fmla="*/ 221 w 132"/>
                  <a:gd name="T15" fmla="*/ 29 h 35"/>
                  <a:gd name="T16" fmla="*/ 399 w 132"/>
                  <a:gd name="T17" fmla="*/ 46 h 35"/>
                  <a:gd name="T18" fmla="*/ 446 w 132"/>
                  <a:gd name="T19" fmla="*/ 77 h 35"/>
                  <a:gd name="T20" fmla="*/ 444 w 132"/>
                  <a:gd name="T21" fmla="*/ 118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5">
                    <a:moveTo>
                      <a:pt x="131" y="29"/>
                    </a:moveTo>
                    <a:cubicBezTo>
                      <a:pt x="130" y="33"/>
                      <a:pt x="127" y="35"/>
                      <a:pt x="117" y="34"/>
                    </a:cubicBezTo>
                    <a:cubicBezTo>
                      <a:pt x="117" y="34"/>
                      <a:pt x="111" y="34"/>
                      <a:pt x="86" y="31"/>
                    </a:cubicBezTo>
                    <a:cubicBezTo>
                      <a:pt x="61" y="29"/>
                      <a:pt x="12" y="24"/>
                      <a:pt x="12" y="24"/>
                    </a:cubicBezTo>
                    <a:cubicBezTo>
                      <a:pt x="3" y="23"/>
                      <a:pt x="0" y="20"/>
                      <a:pt x="0" y="1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3"/>
                      <a:pt x="4" y="0"/>
                      <a:pt x="10" y="0"/>
                    </a:cubicBezTo>
                    <a:cubicBezTo>
                      <a:pt x="10" y="0"/>
                      <a:pt x="42" y="4"/>
                      <a:pt x="65" y="7"/>
                    </a:cubicBezTo>
                    <a:cubicBezTo>
                      <a:pt x="88" y="9"/>
                      <a:pt x="118" y="11"/>
                      <a:pt x="118" y="11"/>
                    </a:cubicBezTo>
                    <a:cubicBezTo>
                      <a:pt x="129" y="12"/>
                      <a:pt x="132" y="15"/>
                      <a:pt x="132" y="19"/>
                    </a:cubicBezTo>
                    <a:lnTo>
                      <a:pt x="131" y="29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1" name="Freeform 827">
                <a:extLst>
                  <a:ext uri="{FF2B5EF4-FFF2-40B4-BE49-F238E27FC236}">
                    <a16:creationId xmlns:a16="http://schemas.microsoft.com/office/drawing/2014/main" id="{69A9BB77-8E0E-4069-8BED-59057D25D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1398"/>
                <a:ext cx="165" cy="101"/>
              </a:xfrm>
              <a:custGeom>
                <a:avLst/>
                <a:gdLst>
                  <a:gd name="T0" fmla="*/ 332 w 110"/>
                  <a:gd name="T1" fmla="*/ 149 h 63"/>
                  <a:gd name="T2" fmla="*/ 203 w 110"/>
                  <a:gd name="T3" fmla="*/ 88 h 63"/>
                  <a:gd name="T4" fmla="*/ 27 w 110"/>
                  <a:gd name="T5" fmla="*/ 0 h 63"/>
                  <a:gd name="T6" fmla="*/ 0 w 110"/>
                  <a:gd name="T7" fmla="*/ 90 h 63"/>
                  <a:gd name="T8" fmla="*/ 135 w 110"/>
                  <a:gd name="T9" fmla="*/ 165 h 63"/>
                  <a:gd name="T10" fmla="*/ 318 w 110"/>
                  <a:gd name="T11" fmla="*/ 247 h 63"/>
                  <a:gd name="T12" fmla="*/ 351 w 110"/>
                  <a:gd name="T13" fmla="*/ 234 h 63"/>
                  <a:gd name="T14" fmla="*/ 365 w 110"/>
                  <a:gd name="T15" fmla="*/ 197 h 63"/>
                  <a:gd name="T16" fmla="*/ 332 w 110"/>
                  <a:gd name="T17" fmla="*/ 149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63">
                    <a:moveTo>
                      <a:pt x="98" y="36"/>
                    </a:moveTo>
                    <a:cubicBezTo>
                      <a:pt x="60" y="21"/>
                      <a:pt x="60" y="21"/>
                      <a:pt x="60" y="2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3" y="28"/>
                      <a:pt x="33" y="37"/>
                      <a:pt x="40" y="40"/>
                    </a:cubicBezTo>
                    <a:cubicBezTo>
                      <a:pt x="52" y="45"/>
                      <a:pt x="94" y="60"/>
                      <a:pt x="94" y="60"/>
                    </a:cubicBezTo>
                    <a:cubicBezTo>
                      <a:pt x="100" y="63"/>
                      <a:pt x="103" y="60"/>
                      <a:pt x="104" y="57"/>
                    </a:cubicBezTo>
                    <a:cubicBezTo>
                      <a:pt x="108" y="48"/>
                      <a:pt x="108" y="48"/>
                      <a:pt x="108" y="48"/>
                    </a:cubicBezTo>
                    <a:cubicBezTo>
                      <a:pt x="110" y="44"/>
                      <a:pt x="105" y="39"/>
                      <a:pt x="98" y="3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2" name="Freeform 828">
                <a:extLst>
                  <a:ext uri="{FF2B5EF4-FFF2-40B4-BE49-F238E27FC236}">
                    <a16:creationId xmlns:a16="http://schemas.microsoft.com/office/drawing/2014/main" id="{74EF159E-AC86-493E-A9A8-DFDF50F99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465"/>
                <a:ext cx="196" cy="85"/>
              </a:xfrm>
              <a:custGeom>
                <a:avLst/>
                <a:gdLst>
                  <a:gd name="T0" fmla="*/ 9 w 131"/>
                  <a:gd name="T1" fmla="*/ 29 h 53"/>
                  <a:gd name="T2" fmla="*/ 73 w 131"/>
                  <a:gd name="T3" fmla="*/ 16 h 53"/>
                  <a:gd name="T4" fmla="*/ 265 w 131"/>
                  <a:gd name="T5" fmla="*/ 75 h 53"/>
                  <a:gd name="T6" fmla="*/ 398 w 131"/>
                  <a:gd name="T7" fmla="*/ 115 h 53"/>
                  <a:gd name="T8" fmla="*/ 437 w 131"/>
                  <a:gd name="T9" fmla="*/ 152 h 53"/>
                  <a:gd name="T10" fmla="*/ 429 w 131"/>
                  <a:gd name="T11" fmla="*/ 192 h 53"/>
                  <a:gd name="T12" fmla="*/ 398 w 131"/>
                  <a:gd name="T13" fmla="*/ 213 h 53"/>
                  <a:gd name="T14" fmla="*/ 208 w 131"/>
                  <a:gd name="T15" fmla="*/ 165 h 53"/>
                  <a:gd name="T16" fmla="*/ 22 w 131"/>
                  <a:gd name="T17" fmla="*/ 103 h 53"/>
                  <a:gd name="T18" fmla="*/ 1 w 131"/>
                  <a:gd name="T19" fmla="*/ 67 h 53"/>
                  <a:gd name="T20" fmla="*/ 9 w 131"/>
                  <a:gd name="T21" fmla="*/ 29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1" h="53">
                    <a:moveTo>
                      <a:pt x="3" y="7"/>
                    </a:moveTo>
                    <a:cubicBezTo>
                      <a:pt x="4" y="3"/>
                      <a:pt x="6" y="0"/>
                      <a:pt x="22" y="4"/>
                    </a:cubicBezTo>
                    <a:cubicBezTo>
                      <a:pt x="79" y="18"/>
                      <a:pt x="79" y="18"/>
                      <a:pt x="79" y="18"/>
                    </a:cubicBezTo>
                    <a:cubicBezTo>
                      <a:pt x="119" y="28"/>
                      <a:pt x="119" y="28"/>
                      <a:pt x="119" y="28"/>
                    </a:cubicBezTo>
                    <a:cubicBezTo>
                      <a:pt x="127" y="29"/>
                      <a:pt x="131" y="33"/>
                      <a:pt x="130" y="37"/>
                    </a:cubicBezTo>
                    <a:cubicBezTo>
                      <a:pt x="128" y="47"/>
                      <a:pt x="128" y="47"/>
                      <a:pt x="128" y="47"/>
                    </a:cubicBezTo>
                    <a:cubicBezTo>
                      <a:pt x="127" y="51"/>
                      <a:pt x="124" y="53"/>
                      <a:pt x="119" y="52"/>
                    </a:cubicBezTo>
                    <a:cubicBezTo>
                      <a:pt x="119" y="52"/>
                      <a:pt x="75" y="43"/>
                      <a:pt x="62" y="40"/>
                    </a:cubicBezTo>
                    <a:cubicBezTo>
                      <a:pt x="50" y="37"/>
                      <a:pt x="7" y="25"/>
                      <a:pt x="7" y="25"/>
                    </a:cubicBezTo>
                    <a:cubicBezTo>
                      <a:pt x="1" y="23"/>
                      <a:pt x="0" y="20"/>
                      <a:pt x="1" y="16"/>
                    </a:cubicBezTo>
                    <a:lnTo>
                      <a:pt x="3" y="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3" name="Freeform 829">
                <a:extLst>
                  <a:ext uri="{FF2B5EF4-FFF2-40B4-BE49-F238E27FC236}">
                    <a16:creationId xmlns:a16="http://schemas.microsoft.com/office/drawing/2014/main" id="{B35E8295-1C3E-41D1-B5AC-788728C41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1313"/>
                <a:ext cx="198" cy="64"/>
              </a:xfrm>
              <a:custGeom>
                <a:avLst/>
                <a:gdLst>
                  <a:gd name="T0" fmla="*/ 446 w 132"/>
                  <a:gd name="T1" fmla="*/ 61 h 40"/>
                  <a:gd name="T2" fmla="*/ 417 w 132"/>
                  <a:gd name="T3" fmla="*/ 94 h 40"/>
                  <a:gd name="T4" fmla="*/ 180 w 132"/>
                  <a:gd name="T5" fmla="*/ 131 h 40"/>
                  <a:gd name="T6" fmla="*/ 48 w 132"/>
                  <a:gd name="T7" fmla="*/ 158 h 40"/>
                  <a:gd name="T8" fmla="*/ 8 w 132"/>
                  <a:gd name="T9" fmla="*/ 136 h 40"/>
                  <a:gd name="T10" fmla="*/ 5 w 132"/>
                  <a:gd name="T11" fmla="*/ 98 h 40"/>
                  <a:gd name="T12" fmla="*/ 48 w 132"/>
                  <a:gd name="T13" fmla="*/ 67 h 40"/>
                  <a:gd name="T14" fmla="*/ 297 w 132"/>
                  <a:gd name="T15" fmla="*/ 21 h 40"/>
                  <a:gd name="T16" fmla="*/ 392 w 132"/>
                  <a:gd name="T17" fmla="*/ 5 h 40"/>
                  <a:gd name="T18" fmla="*/ 437 w 132"/>
                  <a:gd name="T19" fmla="*/ 21 h 40"/>
                  <a:gd name="T20" fmla="*/ 446 w 132"/>
                  <a:gd name="T21" fmla="*/ 61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40">
                    <a:moveTo>
                      <a:pt x="132" y="15"/>
                    </a:moveTo>
                    <a:cubicBezTo>
                      <a:pt x="132" y="19"/>
                      <a:pt x="129" y="22"/>
                      <a:pt x="123" y="23"/>
                    </a:cubicBezTo>
                    <a:cubicBezTo>
                      <a:pt x="123" y="23"/>
                      <a:pt x="69" y="30"/>
                      <a:pt x="53" y="32"/>
                    </a:cubicBezTo>
                    <a:cubicBezTo>
                      <a:pt x="38" y="35"/>
                      <a:pt x="14" y="39"/>
                      <a:pt x="14" y="39"/>
                    </a:cubicBezTo>
                    <a:cubicBezTo>
                      <a:pt x="8" y="40"/>
                      <a:pt x="3" y="38"/>
                      <a:pt x="2" y="33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0"/>
                      <a:pt x="4" y="17"/>
                      <a:pt x="14" y="16"/>
                    </a:cubicBezTo>
                    <a:cubicBezTo>
                      <a:pt x="14" y="16"/>
                      <a:pt x="69" y="8"/>
                      <a:pt x="88" y="5"/>
                    </a:cubicBezTo>
                    <a:cubicBezTo>
                      <a:pt x="107" y="2"/>
                      <a:pt x="116" y="1"/>
                      <a:pt x="116" y="1"/>
                    </a:cubicBezTo>
                    <a:cubicBezTo>
                      <a:pt x="122" y="0"/>
                      <a:pt x="129" y="1"/>
                      <a:pt x="129" y="5"/>
                    </a:cubicBezTo>
                    <a:lnTo>
                      <a:pt x="132" y="15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4" name="Freeform 830">
                <a:extLst>
                  <a:ext uri="{FF2B5EF4-FFF2-40B4-BE49-F238E27FC236}">
                    <a16:creationId xmlns:a16="http://schemas.microsoft.com/office/drawing/2014/main" id="{9A58CEFC-23F8-4EF4-958F-B2FB2F9CE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245"/>
                <a:ext cx="194" cy="102"/>
              </a:xfrm>
              <a:custGeom>
                <a:avLst/>
                <a:gdLst>
                  <a:gd name="T0" fmla="*/ 435 w 129"/>
                  <a:gd name="T1" fmla="*/ 61 h 64"/>
                  <a:gd name="T2" fmla="*/ 400 w 129"/>
                  <a:gd name="T3" fmla="*/ 102 h 64"/>
                  <a:gd name="T4" fmla="*/ 299 w 129"/>
                  <a:gd name="T5" fmla="*/ 145 h 64"/>
                  <a:gd name="T6" fmla="*/ 66 w 129"/>
                  <a:gd name="T7" fmla="*/ 244 h 64"/>
                  <a:gd name="T8" fmla="*/ 18 w 129"/>
                  <a:gd name="T9" fmla="*/ 239 h 64"/>
                  <a:gd name="T10" fmla="*/ 5 w 129"/>
                  <a:gd name="T11" fmla="*/ 204 h 64"/>
                  <a:gd name="T12" fmla="*/ 21 w 129"/>
                  <a:gd name="T13" fmla="*/ 163 h 64"/>
                  <a:gd name="T14" fmla="*/ 202 w 129"/>
                  <a:gd name="T15" fmla="*/ 89 h 64"/>
                  <a:gd name="T16" fmla="*/ 367 w 129"/>
                  <a:gd name="T17" fmla="*/ 16 h 64"/>
                  <a:gd name="T18" fmla="*/ 426 w 129"/>
                  <a:gd name="T19" fmla="*/ 21 h 64"/>
                  <a:gd name="T20" fmla="*/ 435 w 129"/>
                  <a:gd name="T21" fmla="*/ 61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9" h="64">
                    <a:moveTo>
                      <a:pt x="128" y="15"/>
                    </a:moveTo>
                    <a:cubicBezTo>
                      <a:pt x="129" y="18"/>
                      <a:pt x="128" y="22"/>
                      <a:pt x="118" y="25"/>
                    </a:cubicBezTo>
                    <a:cubicBezTo>
                      <a:pt x="118" y="25"/>
                      <a:pt x="112" y="27"/>
                      <a:pt x="88" y="36"/>
                    </a:cubicBezTo>
                    <a:cubicBezTo>
                      <a:pt x="65" y="44"/>
                      <a:pt x="19" y="60"/>
                      <a:pt x="19" y="60"/>
                    </a:cubicBezTo>
                    <a:cubicBezTo>
                      <a:pt x="10" y="64"/>
                      <a:pt x="6" y="63"/>
                      <a:pt x="5" y="59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46"/>
                      <a:pt x="1" y="43"/>
                      <a:pt x="6" y="40"/>
                    </a:cubicBezTo>
                    <a:cubicBezTo>
                      <a:pt x="6" y="40"/>
                      <a:pt x="38" y="30"/>
                      <a:pt x="59" y="22"/>
                    </a:cubicBezTo>
                    <a:cubicBezTo>
                      <a:pt x="81" y="15"/>
                      <a:pt x="108" y="4"/>
                      <a:pt x="108" y="4"/>
                    </a:cubicBezTo>
                    <a:cubicBezTo>
                      <a:pt x="120" y="0"/>
                      <a:pt x="124" y="2"/>
                      <a:pt x="125" y="5"/>
                    </a:cubicBezTo>
                    <a:lnTo>
                      <a:pt x="128" y="15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5" name="Freeform 831">
                <a:extLst>
                  <a:ext uri="{FF2B5EF4-FFF2-40B4-BE49-F238E27FC236}">
                    <a16:creationId xmlns:a16="http://schemas.microsoft.com/office/drawing/2014/main" id="{AD6F39CE-A624-4972-B803-8C0D674B1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336"/>
                <a:ext cx="198" cy="46"/>
              </a:xfrm>
              <a:custGeom>
                <a:avLst/>
                <a:gdLst>
                  <a:gd name="T0" fmla="*/ 444 w 132"/>
                  <a:gd name="T1" fmla="*/ 89 h 29"/>
                  <a:gd name="T2" fmla="*/ 383 w 132"/>
                  <a:gd name="T3" fmla="*/ 116 h 29"/>
                  <a:gd name="T4" fmla="*/ 183 w 132"/>
                  <a:gd name="T5" fmla="*/ 100 h 29"/>
                  <a:gd name="T6" fmla="*/ 39 w 132"/>
                  <a:gd name="T7" fmla="*/ 95 h 29"/>
                  <a:gd name="T8" fmla="*/ 5 w 132"/>
                  <a:gd name="T9" fmla="*/ 63 h 29"/>
                  <a:gd name="T10" fmla="*/ 5 w 132"/>
                  <a:gd name="T11" fmla="*/ 27 h 29"/>
                  <a:gd name="T12" fmla="*/ 32 w 132"/>
                  <a:gd name="T13" fmla="*/ 0 h 29"/>
                  <a:gd name="T14" fmla="*/ 216 w 132"/>
                  <a:gd name="T15" fmla="*/ 13 h 29"/>
                  <a:gd name="T16" fmla="*/ 419 w 132"/>
                  <a:gd name="T17" fmla="*/ 21 h 29"/>
                  <a:gd name="T18" fmla="*/ 446 w 132"/>
                  <a:gd name="T19" fmla="*/ 48 h 29"/>
                  <a:gd name="T20" fmla="*/ 444 w 132"/>
                  <a:gd name="T21" fmla="*/ 89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29">
                    <a:moveTo>
                      <a:pt x="131" y="22"/>
                    </a:moveTo>
                    <a:cubicBezTo>
                      <a:pt x="131" y="26"/>
                      <a:pt x="130" y="29"/>
                      <a:pt x="113" y="29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5" y="24"/>
                      <a:pt x="0" y="20"/>
                      <a:pt x="1" y="1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3"/>
                      <a:pt x="3" y="0"/>
                      <a:pt x="9" y="0"/>
                    </a:cubicBezTo>
                    <a:cubicBezTo>
                      <a:pt x="9" y="0"/>
                      <a:pt x="51" y="3"/>
                      <a:pt x="64" y="3"/>
                    </a:cubicBezTo>
                    <a:cubicBezTo>
                      <a:pt x="76" y="4"/>
                      <a:pt x="124" y="5"/>
                      <a:pt x="124" y="5"/>
                    </a:cubicBezTo>
                    <a:cubicBezTo>
                      <a:pt x="130" y="5"/>
                      <a:pt x="132" y="9"/>
                      <a:pt x="132" y="12"/>
                    </a:cubicBezTo>
                    <a:lnTo>
                      <a:pt x="131" y="2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6" name="Freeform 832">
                <a:extLst>
                  <a:ext uri="{FF2B5EF4-FFF2-40B4-BE49-F238E27FC236}">
                    <a16:creationId xmlns:a16="http://schemas.microsoft.com/office/drawing/2014/main" id="{084DDD44-070B-4F1B-BD24-18F537691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1136"/>
                <a:ext cx="181" cy="136"/>
              </a:xfrm>
              <a:custGeom>
                <a:avLst/>
                <a:gdLst>
                  <a:gd name="T0" fmla="*/ 9 w 121"/>
                  <a:gd name="T1" fmla="*/ 294 h 85"/>
                  <a:gd name="T2" fmla="*/ 46 w 121"/>
                  <a:gd name="T3" fmla="*/ 234 h 85"/>
                  <a:gd name="T4" fmla="*/ 217 w 121"/>
                  <a:gd name="T5" fmla="*/ 107 h 85"/>
                  <a:gd name="T6" fmla="*/ 331 w 121"/>
                  <a:gd name="T7" fmla="*/ 21 h 85"/>
                  <a:gd name="T8" fmla="*/ 383 w 121"/>
                  <a:gd name="T9" fmla="*/ 13 h 85"/>
                  <a:gd name="T10" fmla="*/ 398 w 121"/>
                  <a:gd name="T11" fmla="*/ 48 h 85"/>
                  <a:gd name="T12" fmla="*/ 389 w 121"/>
                  <a:gd name="T13" fmla="*/ 90 h 85"/>
                  <a:gd name="T14" fmla="*/ 229 w 121"/>
                  <a:gd name="T15" fmla="*/ 221 h 85"/>
                  <a:gd name="T16" fmla="*/ 60 w 121"/>
                  <a:gd name="T17" fmla="*/ 336 h 85"/>
                  <a:gd name="T18" fmla="*/ 27 w 121"/>
                  <a:gd name="T19" fmla="*/ 333 h 85"/>
                  <a:gd name="T20" fmla="*/ 9 w 121"/>
                  <a:gd name="T21" fmla="*/ 294 h 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1" h="85">
                    <a:moveTo>
                      <a:pt x="3" y="72"/>
                    </a:moveTo>
                    <a:cubicBezTo>
                      <a:pt x="1" y="69"/>
                      <a:pt x="0" y="65"/>
                      <a:pt x="14" y="57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6" y="1"/>
                      <a:pt x="112" y="0"/>
                      <a:pt x="114" y="3"/>
                    </a:cubicBezTo>
                    <a:cubicBezTo>
                      <a:pt x="119" y="12"/>
                      <a:pt x="119" y="12"/>
                      <a:pt x="119" y="12"/>
                    </a:cubicBezTo>
                    <a:cubicBezTo>
                      <a:pt x="121" y="15"/>
                      <a:pt x="121" y="19"/>
                      <a:pt x="116" y="22"/>
                    </a:cubicBezTo>
                    <a:cubicBezTo>
                      <a:pt x="116" y="22"/>
                      <a:pt x="79" y="47"/>
                      <a:pt x="68" y="54"/>
                    </a:cubicBezTo>
                    <a:cubicBezTo>
                      <a:pt x="57" y="60"/>
                      <a:pt x="18" y="82"/>
                      <a:pt x="18" y="82"/>
                    </a:cubicBezTo>
                    <a:cubicBezTo>
                      <a:pt x="13" y="85"/>
                      <a:pt x="10" y="84"/>
                      <a:pt x="8" y="81"/>
                    </a:cubicBezTo>
                    <a:lnTo>
                      <a:pt x="3" y="7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7" name="Freeform 833">
                <a:extLst>
                  <a:ext uri="{FF2B5EF4-FFF2-40B4-BE49-F238E27FC236}">
                    <a16:creationId xmlns:a16="http://schemas.microsoft.com/office/drawing/2014/main" id="{562DE852-297B-4009-9874-A932A752C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987"/>
                <a:ext cx="160" cy="171"/>
              </a:xfrm>
              <a:custGeom>
                <a:avLst/>
                <a:gdLst>
                  <a:gd name="T0" fmla="*/ 13 w 107"/>
                  <a:gd name="T1" fmla="*/ 396 h 107"/>
                  <a:gd name="T2" fmla="*/ 40 w 107"/>
                  <a:gd name="T3" fmla="*/ 321 h 107"/>
                  <a:gd name="T4" fmla="*/ 181 w 107"/>
                  <a:gd name="T5" fmla="*/ 150 h 107"/>
                  <a:gd name="T6" fmla="*/ 275 w 107"/>
                  <a:gd name="T7" fmla="*/ 34 h 107"/>
                  <a:gd name="T8" fmla="*/ 321 w 107"/>
                  <a:gd name="T9" fmla="*/ 13 h 107"/>
                  <a:gd name="T10" fmla="*/ 344 w 107"/>
                  <a:gd name="T11" fmla="*/ 42 h 107"/>
                  <a:gd name="T12" fmla="*/ 342 w 107"/>
                  <a:gd name="T13" fmla="*/ 86 h 107"/>
                  <a:gd name="T14" fmla="*/ 211 w 107"/>
                  <a:gd name="T15" fmla="*/ 257 h 107"/>
                  <a:gd name="T16" fmla="*/ 73 w 107"/>
                  <a:gd name="T17" fmla="*/ 416 h 107"/>
                  <a:gd name="T18" fmla="*/ 36 w 107"/>
                  <a:gd name="T19" fmla="*/ 422 h 107"/>
                  <a:gd name="T20" fmla="*/ 13 w 107"/>
                  <a:gd name="T21" fmla="*/ 396 h 1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7" h="107">
                    <a:moveTo>
                      <a:pt x="4" y="97"/>
                    </a:moveTo>
                    <a:cubicBezTo>
                      <a:pt x="2" y="94"/>
                      <a:pt x="0" y="91"/>
                      <a:pt x="12" y="79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7" y="2"/>
                      <a:pt x="93" y="0"/>
                      <a:pt x="96" y="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6" y="13"/>
                      <a:pt x="107" y="16"/>
                      <a:pt x="102" y="21"/>
                    </a:cubicBezTo>
                    <a:cubicBezTo>
                      <a:pt x="102" y="21"/>
                      <a:pt x="72" y="54"/>
                      <a:pt x="63" y="63"/>
                    </a:cubicBezTo>
                    <a:cubicBezTo>
                      <a:pt x="54" y="72"/>
                      <a:pt x="22" y="102"/>
                      <a:pt x="22" y="102"/>
                    </a:cubicBezTo>
                    <a:cubicBezTo>
                      <a:pt x="18" y="107"/>
                      <a:pt x="14" y="106"/>
                      <a:pt x="11" y="103"/>
                    </a:cubicBezTo>
                    <a:lnTo>
                      <a:pt x="4" y="9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8" name="Freeform 834">
                <a:extLst>
                  <a:ext uri="{FF2B5EF4-FFF2-40B4-BE49-F238E27FC236}">
                    <a16:creationId xmlns:a16="http://schemas.microsoft.com/office/drawing/2014/main" id="{B6B2AEEA-AA07-438C-8D12-F2744912A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819"/>
                <a:ext cx="145" cy="184"/>
              </a:xfrm>
              <a:custGeom>
                <a:avLst/>
                <a:gdLst>
                  <a:gd name="T0" fmla="*/ 15 w 97"/>
                  <a:gd name="T1" fmla="*/ 435 h 115"/>
                  <a:gd name="T2" fmla="*/ 33 w 97"/>
                  <a:gd name="T3" fmla="*/ 362 h 115"/>
                  <a:gd name="T4" fmla="*/ 157 w 97"/>
                  <a:gd name="T5" fmla="*/ 171 h 115"/>
                  <a:gd name="T6" fmla="*/ 236 w 97"/>
                  <a:gd name="T7" fmla="*/ 35 h 115"/>
                  <a:gd name="T8" fmla="*/ 284 w 97"/>
                  <a:gd name="T9" fmla="*/ 8 h 115"/>
                  <a:gd name="T10" fmla="*/ 311 w 97"/>
                  <a:gd name="T11" fmla="*/ 34 h 115"/>
                  <a:gd name="T12" fmla="*/ 311 w 97"/>
                  <a:gd name="T13" fmla="*/ 77 h 115"/>
                  <a:gd name="T14" fmla="*/ 197 w 97"/>
                  <a:gd name="T15" fmla="*/ 272 h 115"/>
                  <a:gd name="T16" fmla="*/ 76 w 97"/>
                  <a:gd name="T17" fmla="*/ 451 h 115"/>
                  <a:gd name="T18" fmla="*/ 42 w 97"/>
                  <a:gd name="T19" fmla="*/ 458 h 115"/>
                  <a:gd name="T20" fmla="*/ 15 w 97"/>
                  <a:gd name="T21" fmla="*/ 435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115">
                    <a:moveTo>
                      <a:pt x="5" y="106"/>
                    </a:moveTo>
                    <a:cubicBezTo>
                      <a:pt x="2" y="104"/>
                      <a:pt x="0" y="101"/>
                      <a:pt x="10" y="88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6" y="3"/>
                      <a:pt x="82" y="0"/>
                      <a:pt x="85" y="2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6" y="11"/>
                      <a:pt x="97" y="14"/>
                      <a:pt x="93" y="19"/>
                    </a:cubicBezTo>
                    <a:cubicBezTo>
                      <a:pt x="93" y="19"/>
                      <a:pt x="67" y="56"/>
                      <a:pt x="59" y="66"/>
                    </a:cubicBezTo>
                    <a:cubicBezTo>
                      <a:pt x="52" y="76"/>
                      <a:pt x="23" y="110"/>
                      <a:pt x="23" y="110"/>
                    </a:cubicBezTo>
                    <a:cubicBezTo>
                      <a:pt x="19" y="115"/>
                      <a:pt x="16" y="115"/>
                      <a:pt x="13" y="112"/>
                    </a:cubicBezTo>
                    <a:lnTo>
                      <a:pt x="5" y="106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9" name="Freeform 835">
                <a:extLst>
                  <a:ext uri="{FF2B5EF4-FFF2-40B4-BE49-F238E27FC236}">
                    <a16:creationId xmlns:a16="http://schemas.microsoft.com/office/drawing/2014/main" id="{00AFB0BB-499B-4109-93BC-4F4C1F165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675"/>
                <a:ext cx="112" cy="159"/>
              </a:xfrm>
              <a:custGeom>
                <a:avLst/>
                <a:gdLst>
                  <a:gd name="T0" fmla="*/ 187 w 75"/>
                  <a:gd name="T1" fmla="*/ 0 h 99"/>
                  <a:gd name="T2" fmla="*/ 136 w 75"/>
                  <a:gd name="T3" fmla="*/ 95 h 99"/>
                  <a:gd name="T4" fmla="*/ 28 w 75"/>
                  <a:gd name="T5" fmla="*/ 299 h 99"/>
                  <a:gd name="T6" fmla="*/ 15 w 75"/>
                  <a:gd name="T7" fmla="*/ 376 h 99"/>
                  <a:gd name="T8" fmla="*/ 46 w 75"/>
                  <a:gd name="T9" fmla="*/ 397 h 99"/>
                  <a:gd name="T10" fmla="*/ 81 w 75"/>
                  <a:gd name="T11" fmla="*/ 384 h 99"/>
                  <a:gd name="T12" fmla="*/ 187 w 75"/>
                  <a:gd name="T13" fmla="*/ 191 h 99"/>
                  <a:gd name="T14" fmla="*/ 249 w 75"/>
                  <a:gd name="T15" fmla="*/ 63 h 99"/>
                  <a:gd name="T16" fmla="*/ 187 w 75"/>
                  <a:gd name="T17" fmla="*/ 0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99">
                    <a:moveTo>
                      <a:pt x="56" y="0"/>
                    </a:moveTo>
                    <a:cubicBezTo>
                      <a:pt x="41" y="23"/>
                      <a:pt x="41" y="23"/>
                      <a:pt x="41" y="23"/>
                    </a:cubicBezTo>
                    <a:cubicBezTo>
                      <a:pt x="9" y="72"/>
                      <a:pt x="9" y="72"/>
                      <a:pt x="9" y="72"/>
                    </a:cubicBezTo>
                    <a:cubicBezTo>
                      <a:pt x="0" y="86"/>
                      <a:pt x="2" y="89"/>
                      <a:pt x="5" y="91"/>
                    </a:cubicBezTo>
                    <a:cubicBezTo>
                      <a:pt x="14" y="96"/>
                      <a:pt x="14" y="96"/>
                      <a:pt x="14" y="96"/>
                    </a:cubicBezTo>
                    <a:cubicBezTo>
                      <a:pt x="17" y="99"/>
                      <a:pt x="20" y="98"/>
                      <a:pt x="24" y="93"/>
                    </a:cubicBezTo>
                    <a:cubicBezTo>
                      <a:pt x="24" y="93"/>
                      <a:pt x="49" y="57"/>
                      <a:pt x="56" y="46"/>
                    </a:cubicBezTo>
                    <a:cubicBezTo>
                      <a:pt x="60" y="40"/>
                      <a:pt x="68" y="26"/>
                      <a:pt x="75" y="15"/>
                    </a:cubicBezTo>
                    <a:lnTo>
                      <a:pt x="56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0" name="Freeform 836">
                <a:extLst>
                  <a:ext uri="{FF2B5EF4-FFF2-40B4-BE49-F238E27FC236}">
                    <a16:creationId xmlns:a16="http://schemas.microsoft.com/office/drawing/2014/main" id="{66DEED68-A3AD-4DF9-97DB-78D1C68F4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0" y="960"/>
                <a:ext cx="142" cy="185"/>
              </a:xfrm>
              <a:custGeom>
                <a:avLst/>
                <a:gdLst>
                  <a:gd name="T0" fmla="*/ 15 w 95"/>
                  <a:gd name="T1" fmla="*/ 437 h 116"/>
                  <a:gd name="T2" fmla="*/ 33 w 95"/>
                  <a:gd name="T3" fmla="*/ 367 h 116"/>
                  <a:gd name="T4" fmla="*/ 149 w 95"/>
                  <a:gd name="T5" fmla="*/ 175 h 116"/>
                  <a:gd name="T6" fmla="*/ 230 w 95"/>
                  <a:gd name="T7" fmla="*/ 35 h 116"/>
                  <a:gd name="T8" fmla="*/ 275 w 95"/>
                  <a:gd name="T9" fmla="*/ 13 h 116"/>
                  <a:gd name="T10" fmla="*/ 302 w 95"/>
                  <a:gd name="T11" fmla="*/ 35 h 116"/>
                  <a:gd name="T12" fmla="*/ 303 w 95"/>
                  <a:gd name="T13" fmla="*/ 77 h 116"/>
                  <a:gd name="T14" fmla="*/ 194 w 95"/>
                  <a:gd name="T15" fmla="*/ 266 h 116"/>
                  <a:gd name="T16" fmla="*/ 76 w 95"/>
                  <a:gd name="T17" fmla="*/ 455 h 116"/>
                  <a:gd name="T18" fmla="*/ 42 w 95"/>
                  <a:gd name="T19" fmla="*/ 463 h 116"/>
                  <a:gd name="T20" fmla="*/ 15 w 95"/>
                  <a:gd name="T21" fmla="*/ 437 h 1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5" h="116">
                    <a:moveTo>
                      <a:pt x="5" y="108"/>
                    </a:moveTo>
                    <a:cubicBezTo>
                      <a:pt x="2" y="106"/>
                      <a:pt x="0" y="103"/>
                      <a:pt x="10" y="90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74" y="3"/>
                      <a:pt x="79" y="0"/>
                      <a:pt x="82" y="3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4" y="11"/>
                      <a:pt x="95" y="14"/>
                      <a:pt x="91" y="19"/>
                    </a:cubicBezTo>
                    <a:cubicBezTo>
                      <a:pt x="91" y="19"/>
                      <a:pt x="66" y="56"/>
                      <a:pt x="58" y="66"/>
                    </a:cubicBezTo>
                    <a:cubicBezTo>
                      <a:pt x="51" y="77"/>
                      <a:pt x="23" y="112"/>
                      <a:pt x="23" y="112"/>
                    </a:cubicBezTo>
                    <a:cubicBezTo>
                      <a:pt x="19" y="116"/>
                      <a:pt x="16" y="116"/>
                      <a:pt x="13" y="114"/>
                    </a:cubicBezTo>
                    <a:lnTo>
                      <a:pt x="5" y="108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1" name="Freeform 837">
                <a:extLst>
                  <a:ext uri="{FF2B5EF4-FFF2-40B4-BE49-F238E27FC236}">
                    <a16:creationId xmlns:a16="http://schemas.microsoft.com/office/drawing/2014/main" id="{588A2D3F-9066-4EF9-9ABB-7534F1DE8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0" y="803"/>
                <a:ext cx="115" cy="171"/>
              </a:xfrm>
              <a:custGeom>
                <a:avLst/>
                <a:gdLst>
                  <a:gd name="T0" fmla="*/ 194 w 77"/>
                  <a:gd name="T1" fmla="*/ 0 h 107"/>
                  <a:gd name="T2" fmla="*/ 134 w 77"/>
                  <a:gd name="T3" fmla="*/ 128 h 107"/>
                  <a:gd name="T4" fmla="*/ 27 w 77"/>
                  <a:gd name="T5" fmla="*/ 328 h 107"/>
                  <a:gd name="T6" fmla="*/ 15 w 77"/>
                  <a:gd name="T7" fmla="*/ 404 h 107"/>
                  <a:gd name="T8" fmla="*/ 46 w 77"/>
                  <a:gd name="T9" fmla="*/ 424 h 107"/>
                  <a:gd name="T10" fmla="*/ 76 w 77"/>
                  <a:gd name="T11" fmla="*/ 411 h 107"/>
                  <a:gd name="T12" fmla="*/ 182 w 77"/>
                  <a:gd name="T13" fmla="*/ 217 h 107"/>
                  <a:gd name="T14" fmla="*/ 257 w 77"/>
                  <a:gd name="T15" fmla="*/ 61 h 107"/>
                  <a:gd name="T16" fmla="*/ 194 w 77"/>
                  <a:gd name="T17" fmla="*/ 0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107">
                    <a:moveTo>
                      <a:pt x="58" y="0"/>
                    </a:moveTo>
                    <a:cubicBezTo>
                      <a:pt x="40" y="31"/>
                      <a:pt x="40" y="31"/>
                      <a:pt x="40" y="31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0" y="94"/>
                      <a:pt x="2" y="97"/>
                      <a:pt x="5" y="99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17" y="107"/>
                      <a:pt x="20" y="106"/>
                      <a:pt x="23" y="101"/>
                    </a:cubicBezTo>
                    <a:cubicBezTo>
                      <a:pt x="23" y="101"/>
                      <a:pt x="48" y="64"/>
                      <a:pt x="55" y="53"/>
                    </a:cubicBezTo>
                    <a:cubicBezTo>
                      <a:pt x="59" y="46"/>
                      <a:pt x="70" y="27"/>
                      <a:pt x="77" y="15"/>
                    </a:cubicBezTo>
                    <a:lnTo>
                      <a:pt x="58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2" name="Freeform 838">
                <a:extLst>
                  <a:ext uri="{FF2B5EF4-FFF2-40B4-BE49-F238E27FC236}">
                    <a16:creationId xmlns:a16="http://schemas.microsoft.com/office/drawing/2014/main" id="{63A2BDD5-7F16-4D76-975E-6CBF0081A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534"/>
                <a:ext cx="194" cy="59"/>
              </a:xfrm>
              <a:custGeom>
                <a:avLst/>
                <a:gdLst>
                  <a:gd name="T0" fmla="*/ 41 w 129"/>
                  <a:gd name="T1" fmla="*/ 65 h 37"/>
                  <a:gd name="T2" fmla="*/ 292 w 129"/>
                  <a:gd name="T3" fmla="*/ 21 h 37"/>
                  <a:gd name="T4" fmla="*/ 391 w 129"/>
                  <a:gd name="T5" fmla="*/ 5 h 37"/>
                  <a:gd name="T6" fmla="*/ 427 w 129"/>
                  <a:gd name="T7" fmla="*/ 13 h 37"/>
                  <a:gd name="T8" fmla="*/ 435 w 129"/>
                  <a:gd name="T9" fmla="*/ 56 h 37"/>
                  <a:gd name="T10" fmla="*/ 412 w 129"/>
                  <a:gd name="T11" fmla="*/ 81 h 37"/>
                  <a:gd name="T12" fmla="*/ 174 w 129"/>
                  <a:gd name="T13" fmla="*/ 123 h 37"/>
                  <a:gd name="T14" fmla="*/ 41 w 129"/>
                  <a:gd name="T15" fmla="*/ 145 h 37"/>
                  <a:gd name="T16" fmla="*/ 8 w 129"/>
                  <a:gd name="T17" fmla="*/ 124 h 37"/>
                  <a:gd name="T18" fmla="*/ 5 w 129"/>
                  <a:gd name="T19" fmla="*/ 89 h 37"/>
                  <a:gd name="T20" fmla="*/ 8 w 129"/>
                  <a:gd name="T21" fmla="*/ 77 h 37"/>
                  <a:gd name="T22" fmla="*/ 41 w 129"/>
                  <a:gd name="T23" fmla="*/ 65 h 37"/>
                  <a:gd name="T24" fmla="*/ 41 w 129"/>
                  <a:gd name="T25" fmla="*/ 65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9" h="37">
                    <a:moveTo>
                      <a:pt x="12" y="16"/>
                    </a:moveTo>
                    <a:cubicBezTo>
                      <a:pt x="12" y="16"/>
                      <a:pt x="68" y="7"/>
                      <a:pt x="86" y="5"/>
                    </a:cubicBezTo>
                    <a:cubicBezTo>
                      <a:pt x="115" y="1"/>
                      <a:pt x="115" y="1"/>
                      <a:pt x="115" y="1"/>
                    </a:cubicBezTo>
                    <a:cubicBezTo>
                      <a:pt x="119" y="0"/>
                      <a:pt x="125" y="0"/>
                      <a:pt x="126" y="3"/>
                    </a:cubicBezTo>
                    <a:cubicBezTo>
                      <a:pt x="126" y="3"/>
                      <a:pt x="128" y="14"/>
                      <a:pt x="128" y="14"/>
                    </a:cubicBezTo>
                    <a:cubicBezTo>
                      <a:pt x="129" y="17"/>
                      <a:pt x="126" y="19"/>
                      <a:pt x="121" y="20"/>
                    </a:cubicBezTo>
                    <a:cubicBezTo>
                      <a:pt x="120" y="20"/>
                      <a:pt x="67" y="27"/>
                      <a:pt x="51" y="30"/>
                    </a:cubicBezTo>
                    <a:cubicBezTo>
                      <a:pt x="36" y="32"/>
                      <a:pt x="13" y="36"/>
                      <a:pt x="12" y="36"/>
                    </a:cubicBezTo>
                    <a:cubicBezTo>
                      <a:pt x="6" y="37"/>
                      <a:pt x="2" y="35"/>
                      <a:pt x="2" y="3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1"/>
                      <a:pt x="1" y="19"/>
                      <a:pt x="2" y="19"/>
                    </a:cubicBezTo>
                    <a:cubicBezTo>
                      <a:pt x="4" y="17"/>
                      <a:pt x="7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3" name="Freeform 839">
                <a:extLst>
                  <a:ext uri="{FF2B5EF4-FFF2-40B4-BE49-F238E27FC236}">
                    <a16:creationId xmlns:a16="http://schemas.microsoft.com/office/drawing/2014/main" id="{CEA0E531-5429-4E57-8B64-9AED99481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1481"/>
                <a:ext cx="192" cy="82"/>
              </a:xfrm>
              <a:custGeom>
                <a:avLst/>
                <a:gdLst>
                  <a:gd name="T0" fmla="*/ 377 w 128"/>
                  <a:gd name="T1" fmla="*/ 13 h 51"/>
                  <a:gd name="T2" fmla="*/ 423 w 128"/>
                  <a:gd name="T3" fmla="*/ 21 h 51"/>
                  <a:gd name="T4" fmla="*/ 431 w 128"/>
                  <a:gd name="T5" fmla="*/ 63 h 51"/>
                  <a:gd name="T6" fmla="*/ 396 w 128"/>
                  <a:gd name="T7" fmla="*/ 95 h 51"/>
                  <a:gd name="T8" fmla="*/ 296 w 128"/>
                  <a:gd name="T9" fmla="*/ 129 h 51"/>
                  <a:gd name="T10" fmla="*/ 54 w 128"/>
                  <a:gd name="T11" fmla="*/ 204 h 51"/>
                  <a:gd name="T12" fmla="*/ 14 w 128"/>
                  <a:gd name="T13" fmla="*/ 196 h 51"/>
                  <a:gd name="T14" fmla="*/ 5 w 128"/>
                  <a:gd name="T15" fmla="*/ 153 h 51"/>
                  <a:gd name="T16" fmla="*/ 18 w 128"/>
                  <a:gd name="T17" fmla="*/ 124 h 51"/>
                  <a:gd name="T18" fmla="*/ 203 w 128"/>
                  <a:gd name="T19" fmla="*/ 69 h 51"/>
                  <a:gd name="T20" fmla="*/ 377 w 128"/>
                  <a:gd name="T21" fmla="*/ 13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51">
                    <a:moveTo>
                      <a:pt x="111" y="3"/>
                    </a:moveTo>
                    <a:cubicBezTo>
                      <a:pt x="122" y="0"/>
                      <a:pt x="124" y="3"/>
                      <a:pt x="125" y="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8" y="17"/>
                      <a:pt x="128" y="20"/>
                      <a:pt x="117" y="23"/>
                    </a:cubicBezTo>
                    <a:cubicBezTo>
                      <a:pt x="117" y="23"/>
                      <a:pt x="111" y="24"/>
                      <a:pt x="87" y="31"/>
                    </a:cubicBezTo>
                    <a:cubicBezTo>
                      <a:pt x="63" y="37"/>
                      <a:pt x="16" y="49"/>
                      <a:pt x="16" y="49"/>
                    </a:cubicBezTo>
                    <a:cubicBezTo>
                      <a:pt x="7" y="51"/>
                      <a:pt x="5" y="50"/>
                      <a:pt x="4" y="4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0" y="32"/>
                      <a:pt x="3" y="31"/>
                      <a:pt x="5" y="30"/>
                    </a:cubicBezTo>
                    <a:cubicBezTo>
                      <a:pt x="6" y="30"/>
                      <a:pt x="38" y="23"/>
                      <a:pt x="60" y="17"/>
                    </a:cubicBezTo>
                    <a:cubicBezTo>
                      <a:pt x="82" y="11"/>
                      <a:pt x="110" y="3"/>
                      <a:pt x="111" y="3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4" name="Freeform 840">
                <a:extLst>
                  <a:ext uri="{FF2B5EF4-FFF2-40B4-BE49-F238E27FC236}">
                    <a16:creationId xmlns:a16="http://schemas.microsoft.com/office/drawing/2014/main" id="{0731D236-FA40-4472-B1C4-AEB1B6808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1558"/>
                <a:ext cx="37" cy="13"/>
              </a:xfrm>
              <a:custGeom>
                <a:avLst/>
                <a:gdLst>
                  <a:gd name="T0" fmla="*/ 0 w 25"/>
                  <a:gd name="T1" fmla="*/ 26 h 8"/>
                  <a:gd name="T2" fmla="*/ 40 w 25"/>
                  <a:gd name="T3" fmla="*/ 0 h 8"/>
                  <a:gd name="T4" fmla="*/ 81 w 25"/>
                  <a:gd name="T5" fmla="*/ 8 h 8"/>
                  <a:gd name="T6" fmla="*/ 41 w 25"/>
                  <a:gd name="T7" fmla="*/ 29 h 8"/>
                  <a:gd name="T8" fmla="*/ 0 w 25"/>
                  <a:gd name="T9" fmla="*/ 2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6"/>
                    </a:moveTo>
                    <a:cubicBezTo>
                      <a:pt x="0" y="4"/>
                      <a:pt x="5" y="1"/>
                      <a:pt x="12" y="0"/>
                    </a:cubicBezTo>
                    <a:cubicBezTo>
                      <a:pt x="19" y="0"/>
                      <a:pt x="25" y="0"/>
                      <a:pt x="25" y="2"/>
                    </a:cubicBezTo>
                    <a:cubicBezTo>
                      <a:pt x="25" y="4"/>
                      <a:pt x="20" y="6"/>
                      <a:pt x="13" y="7"/>
                    </a:cubicBezTo>
                    <a:cubicBezTo>
                      <a:pt x="6" y="8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5" name="Freeform 841">
                <a:extLst>
                  <a:ext uri="{FF2B5EF4-FFF2-40B4-BE49-F238E27FC236}">
                    <a16:creationId xmlns:a16="http://schemas.microsoft.com/office/drawing/2014/main" id="{3B9F8DB0-2E98-4E59-AB6A-FE7F3FE68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1515"/>
                <a:ext cx="37" cy="17"/>
              </a:xfrm>
              <a:custGeom>
                <a:avLst/>
                <a:gdLst>
                  <a:gd name="T0" fmla="*/ 0 w 25"/>
                  <a:gd name="T1" fmla="*/ 34 h 11"/>
                  <a:gd name="T2" fmla="*/ 40 w 25"/>
                  <a:gd name="T3" fmla="*/ 8 h 11"/>
                  <a:gd name="T4" fmla="*/ 81 w 25"/>
                  <a:gd name="T5" fmla="*/ 8 h 11"/>
                  <a:gd name="T6" fmla="*/ 41 w 25"/>
                  <a:gd name="T7" fmla="*/ 34 h 11"/>
                  <a:gd name="T8" fmla="*/ 0 w 25"/>
                  <a:gd name="T9" fmla="*/ 3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">
                    <a:moveTo>
                      <a:pt x="0" y="9"/>
                    </a:moveTo>
                    <a:cubicBezTo>
                      <a:pt x="0" y="7"/>
                      <a:pt x="5" y="4"/>
                      <a:pt x="12" y="2"/>
                    </a:cubicBezTo>
                    <a:cubicBezTo>
                      <a:pt x="18" y="0"/>
                      <a:pt x="24" y="1"/>
                      <a:pt x="25" y="2"/>
                    </a:cubicBezTo>
                    <a:cubicBezTo>
                      <a:pt x="25" y="4"/>
                      <a:pt x="20" y="7"/>
                      <a:pt x="13" y="9"/>
                    </a:cubicBezTo>
                    <a:cubicBezTo>
                      <a:pt x="7" y="11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6" name="Freeform 842">
                <a:extLst>
                  <a:ext uri="{FF2B5EF4-FFF2-40B4-BE49-F238E27FC236}">
                    <a16:creationId xmlns:a16="http://schemas.microsoft.com/office/drawing/2014/main" id="{D4C587F3-E59F-46DD-AE42-A0988183B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1555"/>
                <a:ext cx="38" cy="14"/>
              </a:xfrm>
              <a:custGeom>
                <a:avLst/>
                <a:gdLst>
                  <a:gd name="T0" fmla="*/ 0 w 25"/>
                  <a:gd name="T1" fmla="*/ 22 h 9"/>
                  <a:gd name="T2" fmla="*/ 41 w 25"/>
                  <a:gd name="T3" fmla="*/ 5 h 9"/>
                  <a:gd name="T4" fmla="*/ 88 w 25"/>
                  <a:gd name="T5" fmla="*/ 12 h 9"/>
                  <a:gd name="T6" fmla="*/ 46 w 25"/>
                  <a:gd name="T7" fmla="*/ 30 h 9"/>
                  <a:gd name="T8" fmla="*/ 0 w 25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6"/>
                    </a:moveTo>
                    <a:cubicBezTo>
                      <a:pt x="0" y="4"/>
                      <a:pt x="5" y="2"/>
                      <a:pt x="12" y="1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8"/>
                    </a:cubicBezTo>
                    <a:cubicBezTo>
                      <a:pt x="6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7" name="Freeform 843">
                <a:extLst>
                  <a:ext uri="{FF2B5EF4-FFF2-40B4-BE49-F238E27FC236}">
                    <a16:creationId xmlns:a16="http://schemas.microsoft.com/office/drawing/2014/main" id="{12B14876-13B9-4ECB-ADAE-0FD023812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1556"/>
                <a:ext cx="30" cy="13"/>
              </a:xfrm>
              <a:custGeom>
                <a:avLst/>
                <a:gdLst>
                  <a:gd name="T0" fmla="*/ 45 w 20"/>
                  <a:gd name="T1" fmla="*/ 0 h 8"/>
                  <a:gd name="T2" fmla="*/ 62 w 20"/>
                  <a:gd name="T3" fmla="*/ 8 h 8"/>
                  <a:gd name="T4" fmla="*/ 21 w 20"/>
                  <a:gd name="T5" fmla="*/ 29 h 8"/>
                  <a:gd name="T6" fmla="*/ 0 w 20"/>
                  <a:gd name="T7" fmla="*/ 29 h 8"/>
                  <a:gd name="T8" fmla="*/ 27 w 20"/>
                  <a:gd name="T9" fmla="*/ 29 h 8"/>
                  <a:gd name="T10" fmla="*/ 68 w 20"/>
                  <a:gd name="T11" fmla="*/ 8 h 8"/>
                  <a:gd name="T12" fmla="*/ 45 w 20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8">
                    <a:moveTo>
                      <a:pt x="13" y="0"/>
                    </a:moveTo>
                    <a:cubicBezTo>
                      <a:pt x="16" y="0"/>
                      <a:pt x="17" y="1"/>
                      <a:pt x="18" y="2"/>
                    </a:cubicBezTo>
                    <a:cubicBezTo>
                      <a:pt x="18" y="4"/>
                      <a:pt x="13" y="6"/>
                      <a:pt x="6" y="7"/>
                    </a:cubicBezTo>
                    <a:cubicBezTo>
                      <a:pt x="4" y="7"/>
                      <a:pt x="2" y="7"/>
                      <a:pt x="0" y="7"/>
                    </a:cubicBezTo>
                    <a:cubicBezTo>
                      <a:pt x="2" y="8"/>
                      <a:pt x="5" y="7"/>
                      <a:pt x="8" y="7"/>
                    </a:cubicBezTo>
                    <a:cubicBezTo>
                      <a:pt x="15" y="6"/>
                      <a:pt x="20" y="4"/>
                      <a:pt x="20" y="2"/>
                    </a:cubicBezTo>
                    <a:cubicBezTo>
                      <a:pt x="20" y="0"/>
                      <a:pt x="17" y="0"/>
                      <a:pt x="13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8" name="Freeform 844">
                <a:extLst>
                  <a:ext uri="{FF2B5EF4-FFF2-40B4-BE49-F238E27FC236}">
                    <a16:creationId xmlns:a16="http://schemas.microsoft.com/office/drawing/2014/main" id="{6D01682B-CB44-427A-8B1C-B53EF4779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1556"/>
                <a:ext cx="29" cy="12"/>
              </a:xfrm>
              <a:custGeom>
                <a:avLst/>
                <a:gdLst>
                  <a:gd name="T0" fmla="*/ 8 w 19"/>
                  <a:gd name="T1" fmla="*/ 26 h 7"/>
                  <a:gd name="T2" fmla="*/ 41 w 19"/>
                  <a:gd name="T3" fmla="*/ 5 h 7"/>
                  <a:gd name="T4" fmla="*/ 67 w 19"/>
                  <a:gd name="T5" fmla="*/ 5 h 7"/>
                  <a:gd name="T6" fmla="*/ 35 w 19"/>
                  <a:gd name="T7" fmla="*/ 5 h 7"/>
                  <a:gd name="T8" fmla="*/ 0 w 19"/>
                  <a:gd name="T9" fmla="*/ 26 h 7"/>
                  <a:gd name="T10" fmla="*/ 18 w 19"/>
                  <a:gd name="T11" fmla="*/ 36 h 7"/>
                  <a:gd name="T12" fmla="*/ 8 w 19"/>
                  <a:gd name="T13" fmla="*/ 26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">
                    <a:moveTo>
                      <a:pt x="2" y="5"/>
                    </a:moveTo>
                    <a:cubicBezTo>
                      <a:pt x="2" y="3"/>
                      <a:pt x="7" y="2"/>
                      <a:pt x="12" y="1"/>
                    </a:cubicBezTo>
                    <a:cubicBezTo>
                      <a:pt x="14" y="0"/>
                      <a:pt x="17" y="1"/>
                      <a:pt x="19" y="1"/>
                    </a:cubicBezTo>
                    <a:cubicBezTo>
                      <a:pt x="17" y="0"/>
                      <a:pt x="14" y="0"/>
                      <a:pt x="10" y="1"/>
                    </a:cubicBezTo>
                    <a:cubicBezTo>
                      <a:pt x="4" y="1"/>
                      <a:pt x="0" y="3"/>
                      <a:pt x="0" y="5"/>
                    </a:cubicBezTo>
                    <a:cubicBezTo>
                      <a:pt x="1" y="6"/>
                      <a:pt x="2" y="6"/>
                      <a:pt x="5" y="7"/>
                    </a:cubicBezTo>
                    <a:cubicBezTo>
                      <a:pt x="4" y="6"/>
                      <a:pt x="2" y="6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9" name="Freeform 845">
                <a:extLst>
                  <a:ext uri="{FF2B5EF4-FFF2-40B4-BE49-F238E27FC236}">
                    <a16:creationId xmlns:a16="http://schemas.microsoft.com/office/drawing/2014/main" id="{E3BC5290-E0E0-4182-AADA-E4F127A47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1513"/>
                <a:ext cx="38" cy="18"/>
              </a:xfrm>
              <a:custGeom>
                <a:avLst/>
                <a:gdLst>
                  <a:gd name="T0" fmla="*/ 0 w 25"/>
                  <a:gd name="T1" fmla="*/ 41 h 11"/>
                  <a:gd name="T2" fmla="*/ 40 w 25"/>
                  <a:gd name="T3" fmla="*/ 8 h 11"/>
                  <a:gd name="T4" fmla="*/ 84 w 25"/>
                  <a:gd name="T5" fmla="*/ 8 h 11"/>
                  <a:gd name="T6" fmla="*/ 46 w 25"/>
                  <a:gd name="T7" fmla="*/ 41 h 11"/>
                  <a:gd name="T8" fmla="*/ 0 w 25"/>
                  <a:gd name="T9" fmla="*/ 4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">
                    <a:moveTo>
                      <a:pt x="0" y="9"/>
                    </a:moveTo>
                    <a:cubicBezTo>
                      <a:pt x="0" y="7"/>
                      <a:pt x="5" y="4"/>
                      <a:pt x="11" y="2"/>
                    </a:cubicBezTo>
                    <a:cubicBezTo>
                      <a:pt x="18" y="0"/>
                      <a:pt x="24" y="0"/>
                      <a:pt x="24" y="2"/>
                    </a:cubicBezTo>
                    <a:cubicBezTo>
                      <a:pt x="25" y="4"/>
                      <a:pt x="20" y="7"/>
                      <a:pt x="13" y="9"/>
                    </a:cubicBezTo>
                    <a:cubicBezTo>
                      <a:pt x="7" y="11"/>
                      <a:pt x="1" y="10"/>
                      <a:pt x="0" y="9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0" name="Freeform 846">
                <a:extLst>
                  <a:ext uri="{FF2B5EF4-FFF2-40B4-BE49-F238E27FC236}">
                    <a16:creationId xmlns:a16="http://schemas.microsoft.com/office/drawing/2014/main" id="{DF75EFF6-67A7-4F74-B973-7E11C8E9A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552"/>
                <a:ext cx="78" cy="32"/>
              </a:xfrm>
              <a:custGeom>
                <a:avLst/>
                <a:gdLst>
                  <a:gd name="T0" fmla="*/ 5 w 52"/>
                  <a:gd name="T1" fmla="*/ 74 h 20"/>
                  <a:gd name="T2" fmla="*/ 8 w 52"/>
                  <a:gd name="T3" fmla="*/ 35 h 20"/>
                  <a:gd name="T4" fmla="*/ 48 w 52"/>
                  <a:gd name="T5" fmla="*/ 21 h 20"/>
                  <a:gd name="T6" fmla="*/ 116 w 52"/>
                  <a:gd name="T7" fmla="*/ 8 h 20"/>
                  <a:gd name="T8" fmla="*/ 147 w 52"/>
                  <a:gd name="T9" fmla="*/ 5 h 20"/>
                  <a:gd name="T10" fmla="*/ 176 w 52"/>
                  <a:gd name="T11" fmla="*/ 0 h 20"/>
                  <a:gd name="T12" fmla="*/ 48 w 52"/>
                  <a:gd name="T13" fmla="*/ 29 h 20"/>
                  <a:gd name="T14" fmla="*/ 14 w 52"/>
                  <a:gd name="T15" fmla="*/ 48 h 20"/>
                  <a:gd name="T16" fmla="*/ 8 w 52"/>
                  <a:gd name="T17" fmla="*/ 82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0">
                    <a:moveTo>
                      <a:pt x="1" y="18"/>
                    </a:moveTo>
                    <a:cubicBezTo>
                      <a:pt x="1" y="15"/>
                      <a:pt x="0" y="11"/>
                      <a:pt x="2" y="9"/>
                    </a:cubicBezTo>
                    <a:cubicBezTo>
                      <a:pt x="4" y="6"/>
                      <a:pt x="10" y="6"/>
                      <a:pt x="14" y="5"/>
                    </a:cubicBezTo>
                    <a:cubicBezTo>
                      <a:pt x="20" y="4"/>
                      <a:pt x="27" y="3"/>
                      <a:pt x="34" y="2"/>
                    </a:cubicBezTo>
                    <a:cubicBezTo>
                      <a:pt x="37" y="2"/>
                      <a:pt x="40" y="2"/>
                      <a:pt x="43" y="1"/>
                    </a:cubicBezTo>
                    <a:cubicBezTo>
                      <a:pt x="46" y="1"/>
                      <a:pt x="49" y="0"/>
                      <a:pt x="52" y="0"/>
                    </a:cubicBezTo>
                    <a:cubicBezTo>
                      <a:pt x="40" y="4"/>
                      <a:pt x="26" y="4"/>
                      <a:pt x="14" y="7"/>
                    </a:cubicBezTo>
                    <a:cubicBezTo>
                      <a:pt x="10" y="8"/>
                      <a:pt x="5" y="10"/>
                      <a:pt x="4" y="12"/>
                    </a:cubicBezTo>
                    <a:cubicBezTo>
                      <a:pt x="2" y="15"/>
                      <a:pt x="2" y="18"/>
                      <a:pt x="2" y="2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1" name="Freeform 847">
                <a:extLst>
                  <a:ext uri="{FF2B5EF4-FFF2-40B4-BE49-F238E27FC236}">
                    <a16:creationId xmlns:a16="http://schemas.microsoft.com/office/drawing/2014/main" id="{16D3E66E-6F08-4823-A18B-CBFAF91A6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542"/>
                <a:ext cx="120" cy="38"/>
              </a:xfrm>
              <a:custGeom>
                <a:avLst/>
                <a:gdLst>
                  <a:gd name="T0" fmla="*/ 0 w 80"/>
                  <a:gd name="T1" fmla="*/ 95 h 24"/>
                  <a:gd name="T2" fmla="*/ 201 w 80"/>
                  <a:gd name="T3" fmla="*/ 60 h 24"/>
                  <a:gd name="T4" fmla="*/ 264 w 80"/>
                  <a:gd name="T5" fmla="*/ 43 h 24"/>
                  <a:gd name="T6" fmla="*/ 261 w 80"/>
                  <a:gd name="T7" fmla="*/ 0 h 24"/>
                  <a:gd name="T8" fmla="*/ 248 w 80"/>
                  <a:gd name="T9" fmla="*/ 40 h 24"/>
                  <a:gd name="T10" fmla="*/ 215 w 80"/>
                  <a:gd name="T11" fmla="*/ 52 h 24"/>
                  <a:gd name="T12" fmla="*/ 167 w 80"/>
                  <a:gd name="T13" fmla="*/ 60 h 24"/>
                  <a:gd name="T14" fmla="*/ 80 w 80"/>
                  <a:gd name="T15" fmla="*/ 76 h 24"/>
                  <a:gd name="T16" fmla="*/ 39 w 80"/>
                  <a:gd name="T17" fmla="*/ 87 h 24"/>
                  <a:gd name="T18" fmla="*/ 8 w 80"/>
                  <a:gd name="T19" fmla="*/ 95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24">
                    <a:moveTo>
                      <a:pt x="0" y="24"/>
                    </a:moveTo>
                    <a:cubicBezTo>
                      <a:pt x="20" y="21"/>
                      <a:pt x="40" y="18"/>
                      <a:pt x="59" y="15"/>
                    </a:cubicBezTo>
                    <a:cubicBezTo>
                      <a:pt x="64" y="15"/>
                      <a:pt x="76" y="15"/>
                      <a:pt x="78" y="11"/>
                    </a:cubicBezTo>
                    <a:cubicBezTo>
                      <a:pt x="80" y="8"/>
                      <a:pt x="78" y="2"/>
                      <a:pt x="77" y="0"/>
                    </a:cubicBezTo>
                    <a:cubicBezTo>
                      <a:pt x="77" y="3"/>
                      <a:pt x="77" y="8"/>
                      <a:pt x="73" y="10"/>
                    </a:cubicBezTo>
                    <a:cubicBezTo>
                      <a:pt x="71" y="12"/>
                      <a:pt x="66" y="12"/>
                      <a:pt x="63" y="13"/>
                    </a:cubicBezTo>
                    <a:cubicBezTo>
                      <a:pt x="58" y="14"/>
                      <a:pt x="54" y="14"/>
                      <a:pt x="49" y="15"/>
                    </a:cubicBezTo>
                    <a:cubicBezTo>
                      <a:pt x="40" y="16"/>
                      <a:pt x="32" y="17"/>
                      <a:pt x="23" y="19"/>
                    </a:cubicBezTo>
                    <a:cubicBezTo>
                      <a:pt x="19" y="20"/>
                      <a:pt x="15" y="21"/>
                      <a:pt x="11" y="22"/>
                    </a:cubicBezTo>
                    <a:cubicBezTo>
                      <a:pt x="8" y="22"/>
                      <a:pt x="5" y="23"/>
                      <a:pt x="2" y="24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2" name="Freeform 848">
                <a:extLst>
                  <a:ext uri="{FF2B5EF4-FFF2-40B4-BE49-F238E27FC236}">
                    <a16:creationId xmlns:a16="http://schemas.microsoft.com/office/drawing/2014/main" id="{88BD1BA5-FF5E-447F-9F02-A5F7C6C5B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1513"/>
                <a:ext cx="78" cy="40"/>
              </a:xfrm>
              <a:custGeom>
                <a:avLst/>
                <a:gdLst>
                  <a:gd name="T0" fmla="*/ 12 w 52"/>
                  <a:gd name="T1" fmla="*/ 94 h 25"/>
                  <a:gd name="T2" fmla="*/ 8 w 52"/>
                  <a:gd name="T3" fmla="*/ 54 h 25"/>
                  <a:gd name="T4" fmla="*/ 48 w 52"/>
                  <a:gd name="T5" fmla="*/ 35 h 25"/>
                  <a:gd name="T6" fmla="*/ 116 w 52"/>
                  <a:gd name="T7" fmla="*/ 16 h 25"/>
                  <a:gd name="T8" fmla="*/ 147 w 52"/>
                  <a:gd name="T9" fmla="*/ 8 h 25"/>
                  <a:gd name="T10" fmla="*/ 176 w 52"/>
                  <a:gd name="T11" fmla="*/ 0 h 25"/>
                  <a:gd name="T12" fmla="*/ 53 w 52"/>
                  <a:gd name="T13" fmla="*/ 46 h 25"/>
                  <a:gd name="T14" fmla="*/ 18 w 52"/>
                  <a:gd name="T15" fmla="*/ 69 h 25"/>
                  <a:gd name="T16" fmla="*/ 18 w 52"/>
                  <a:gd name="T17" fmla="*/ 102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5">
                    <a:moveTo>
                      <a:pt x="3" y="23"/>
                    </a:moveTo>
                    <a:cubicBezTo>
                      <a:pt x="3" y="21"/>
                      <a:pt x="0" y="16"/>
                      <a:pt x="2" y="13"/>
                    </a:cubicBezTo>
                    <a:cubicBezTo>
                      <a:pt x="4" y="11"/>
                      <a:pt x="11" y="10"/>
                      <a:pt x="14" y="9"/>
                    </a:cubicBezTo>
                    <a:cubicBezTo>
                      <a:pt x="21" y="7"/>
                      <a:pt x="28" y="6"/>
                      <a:pt x="34" y="4"/>
                    </a:cubicBezTo>
                    <a:cubicBezTo>
                      <a:pt x="37" y="3"/>
                      <a:pt x="40" y="3"/>
                      <a:pt x="43" y="2"/>
                    </a:cubicBezTo>
                    <a:cubicBezTo>
                      <a:pt x="46" y="1"/>
                      <a:pt x="49" y="0"/>
                      <a:pt x="52" y="0"/>
                    </a:cubicBezTo>
                    <a:cubicBezTo>
                      <a:pt x="41" y="5"/>
                      <a:pt x="27" y="7"/>
                      <a:pt x="15" y="11"/>
                    </a:cubicBezTo>
                    <a:cubicBezTo>
                      <a:pt x="11" y="12"/>
                      <a:pt x="7" y="14"/>
                      <a:pt x="5" y="17"/>
                    </a:cubicBezTo>
                    <a:cubicBezTo>
                      <a:pt x="4" y="20"/>
                      <a:pt x="4" y="23"/>
                      <a:pt x="5" y="25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3" name="Freeform 849">
                <a:extLst>
                  <a:ext uri="{FF2B5EF4-FFF2-40B4-BE49-F238E27FC236}">
                    <a16:creationId xmlns:a16="http://schemas.microsoft.com/office/drawing/2014/main" id="{7028AD5E-0D30-41B3-A848-B8EC21D2A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1491"/>
                <a:ext cx="117" cy="53"/>
              </a:xfrm>
              <a:custGeom>
                <a:avLst/>
                <a:gdLst>
                  <a:gd name="T0" fmla="*/ 0 w 78"/>
                  <a:gd name="T1" fmla="*/ 137 h 33"/>
                  <a:gd name="T2" fmla="*/ 197 w 78"/>
                  <a:gd name="T3" fmla="*/ 69 h 33"/>
                  <a:gd name="T4" fmla="*/ 261 w 78"/>
                  <a:gd name="T5" fmla="*/ 47 h 33"/>
                  <a:gd name="T6" fmla="*/ 251 w 78"/>
                  <a:gd name="T7" fmla="*/ 0 h 33"/>
                  <a:gd name="T8" fmla="*/ 242 w 78"/>
                  <a:gd name="T9" fmla="*/ 47 h 33"/>
                  <a:gd name="T10" fmla="*/ 207 w 78"/>
                  <a:gd name="T11" fmla="*/ 63 h 33"/>
                  <a:gd name="T12" fmla="*/ 162 w 78"/>
                  <a:gd name="T13" fmla="*/ 75 h 33"/>
                  <a:gd name="T14" fmla="*/ 80 w 78"/>
                  <a:gd name="T15" fmla="*/ 103 h 33"/>
                  <a:gd name="T16" fmla="*/ 35 w 78"/>
                  <a:gd name="T17" fmla="*/ 120 h 33"/>
                  <a:gd name="T18" fmla="*/ 8 w 78"/>
                  <a:gd name="T19" fmla="*/ 132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33">
                    <a:moveTo>
                      <a:pt x="0" y="33"/>
                    </a:moveTo>
                    <a:cubicBezTo>
                      <a:pt x="20" y="28"/>
                      <a:pt x="39" y="22"/>
                      <a:pt x="58" y="17"/>
                    </a:cubicBezTo>
                    <a:cubicBezTo>
                      <a:pt x="63" y="16"/>
                      <a:pt x="74" y="15"/>
                      <a:pt x="77" y="11"/>
                    </a:cubicBezTo>
                    <a:cubicBezTo>
                      <a:pt x="78" y="8"/>
                      <a:pt x="75" y="2"/>
                      <a:pt x="74" y="0"/>
                    </a:cubicBezTo>
                    <a:cubicBezTo>
                      <a:pt x="74" y="3"/>
                      <a:pt x="75" y="8"/>
                      <a:pt x="71" y="11"/>
                    </a:cubicBezTo>
                    <a:cubicBezTo>
                      <a:pt x="69" y="13"/>
                      <a:pt x="64" y="14"/>
                      <a:pt x="61" y="15"/>
                    </a:cubicBezTo>
                    <a:cubicBezTo>
                      <a:pt x="57" y="16"/>
                      <a:pt x="52" y="17"/>
                      <a:pt x="48" y="18"/>
                    </a:cubicBezTo>
                    <a:cubicBezTo>
                      <a:pt x="39" y="20"/>
                      <a:pt x="31" y="22"/>
                      <a:pt x="23" y="25"/>
                    </a:cubicBezTo>
                    <a:cubicBezTo>
                      <a:pt x="19" y="26"/>
                      <a:pt x="15" y="28"/>
                      <a:pt x="10" y="29"/>
                    </a:cubicBezTo>
                    <a:cubicBezTo>
                      <a:pt x="8" y="30"/>
                      <a:pt x="4" y="31"/>
                      <a:pt x="2" y="3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4" name="Freeform 850">
                <a:extLst>
                  <a:ext uri="{FF2B5EF4-FFF2-40B4-BE49-F238E27FC236}">
                    <a16:creationId xmlns:a16="http://schemas.microsoft.com/office/drawing/2014/main" id="{8556278C-34EE-49EB-9D4F-AA29C7347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515"/>
                <a:ext cx="30" cy="14"/>
              </a:xfrm>
              <a:custGeom>
                <a:avLst/>
                <a:gdLst>
                  <a:gd name="T0" fmla="*/ 41 w 20"/>
                  <a:gd name="T1" fmla="*/ 0 h 9"/>
                  <a:gd name="T2" fmla="*/ 59 w 20"/>
                  <a:gd name="T3" fmla="*/ 5 h 9"/>
                  <a:gd name="T4" fmla="*/ 21 w 20"/>
                  <a:gd name="T5" fmla="*/ 30 h 9"/>
                  <a:gd name="T6" fmla="*/ 0 w 20"/>
                  <a:gd name="T7" fmla="*/ 34 h 9"/>
                  <a:gd name="T8" fmla="*/ 27 w 20"/>
                  <a:gd name="T9" fmla="*/ 30 h 9"/>
                  <a:gd name="T10" fmla="*/ 68 w 20"/>
                  <a:gd name="T11" fmla="*/ 5 h 9"/>
                  <a:gd name="T12" fmla="*/ 41 w 20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9">
                    <a:moveTo>
                      <a:pt x="12" y="0"/>
                    </a:moveTo>
                    <a:cubicBezTo>
                      <a:pt x="15" y="0"/>
                      <a:pt x="17" y="0"/>
                      <a:pt x="17" y="1"/>
                    </a:cubicBezTo>
                    <a:cubicBezTo>
                      <a:pt x="18" y="3"/>
                      <a:pt x="13" y="6"/>
                      <a:pt x="6" y="8"/>
                    </a:cubicBezTo>
                    <a:cubicBezTo>
                      <a:pt x="4" y="9"/>
                      <a:pt x="2" y="9"/>
                      <a:pt x="0" y="9"/>
                    </a:cubicBezTo>
                    <a:cubicBezTo>
                      <a:pt x="3" y="9"/>
                      <a:pt x="5" y="9"/>
                      <a:pt x="8" y="8"/>
                    </a:cubicBezTo>
                    <a:cubicBezTo>
                      <a:pt x="15" y="6"/>
                      <a:pt x="20" y="3"/>
                      <a:pt x="20" y="1"/>
                    </a:cubicBezTo>
                    <a:cubicBezTo>
                      <a:pt x="19" y="0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5" name="Freeform 851">
                <a:extLst>
                  <a:ext uri="{FF2B5EF4-FFF2-40B4-BE49-F238E27FC236}">
                    <a16:creationId xmlns:a16="http://schemas.microsoft.com/office/drawing/2014/main" id="{77C7A858-B0E2-47E9-8535-1591A3A24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1515"/>
                <a:ext cx="27" cy="13"/>
              </a:xfrm>
              <a:custGeom>
                <a:avLst/>
                <a:gdLst>
                  <a:gd name="T0" fmla="*/ 8 w 18"/>
                  <a:gd name="T1" fmla="*/ 29 h 8"/>
                  <a:gd name="T2" fmla="*/ 41 w 18"/>
                  <a:gd name="T3" fmla="*/ 8 h 8"/>
                  <a:gd name="T4" fmla="*/ 62 w 18"/>
                  <a:gd name="T5" fmla="*/ 5 h 8"/>
                  <a:gd name="T6" fmla="*/ 35 w 18"/>
                  <a:gd name="T7" fmla="*/ 8 h 8"/>
                  <a:gd name="T8" fmla="*/ 5 w 18"/>
                  <a:gd name="T9" fmla="*/ 29 h 8"/>
                  <a:gd name="T10" fmla="*/ 18 w 18"/>
                  <a:gd name="T11" fmla="*/ 34 h 8"/>
                  <a:gd name="T12" fmla="*/ 8 w 18"/>
                  <a:gd name="T13" fmla="*/ 29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2" y="7"/>
                    </a:moveTo>
                    <a:cubicBezTo>
                      <a:pt x="2" y="5"/>
                      <a:pt x="6" y="3"/>
                      <a:pt x="12" y="2"/>
                    </a:cubicBezTo>
                    <a:cubicBezTo>
                      <a:pt x="14" y="1"/>
                      <a:pt x="17" y="1"/>
                      <a:pt x="18" y="1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4" y="3"/>
                      <a:pt x="0" y="5"/>
                      <a:pt x="1" y="7"/>
                    </a:cubicBezTo>
                    <a:cubicBezTo>
                      <a:pt x="1" y="8"/>
                      <a:pt x="3" y="8"/>
                      <a:pt x="5" y="8"/>
                    </a:cubicBezTo>
                    <a:cubicBezTo>
                      <a:pt x="4" y="8"/>
                      <a:pt x="2" y="8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6" name="Freeform 852">
                <a:extLst>
                  <a:ext uri="{FF2B5EF4-FFF2-40B4-BE49-F238E27FC236}">
                    <a16:creationId xmlns:a16="http://schemas.microsoft.com/office/drawing/2014/main" id="{855E404F-D404-4F53-BB9B-06FA69F52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534"/>
                <a:ext cx="194" cy="59"/>
              </a:xfrm>
              <a:custGeom>
                <a:avLst/>
                <a:gdLst>
                  <a:gd name="T0" fmla="*/ 41 w 129"/>
                  <a:gd name="T1" fmla="*/ 65 h 37"/>
                  <a:gd name="T2" fmla="*/ 292 w 129"/>
                  <a:gd name="T3" fmla="*/ 21 h 37"/>
                  <a:gd name="T4" fmla="*/ 391 w 129"/>
                  <a:gd name="T5" fmla="*/ 5 h 37"/>
                  <a:gd name="T6" fmla="*/ 427 w 129"/>
                  <a:gd name="T7" fmla="*/ 13 h 37"/>
                  <a:gd name="T8" fmla="*/ 435 w 129"/>
                  <a:gd name="T9" fmla="*/ 56 h 37"/>
                  <a:gd name="T10" fmla="*/ 412 w 129"/>
                  <a:gd name="T11" fmla="*/ 81 h 37"/>
                  <a:gd name="T12" fmla="*/ 174 w 129"/>
                  <a:gd name="T13" fmla="*/ 123 h 37"/>
                  <a:gd name="T14" fmla="*/ 41 w 129"/>
                  <a:gd name="T15" fmla="*/ 145 h 37"/>
                  <a:gd name="T16" fmla="*/ 8 w 129"/>
                  <a:gd name="T17" fmla="*/ 124 h 37"/>
                  <a:gd name="T18" fmla="*/ 5 w 129"/>
                  <a:gd name="T19" fmla="*/ 89 h 37"/>
                  <a:gd name="T20" fmla="*/ 8 w 129"/>
                  <a:gd name="T21" fmla="*/ 77 h 37"/>
                  <a:gd name="T22" fmla="*/ 41 w 129"/>
                  <a:gd name="T23" fmla="*/ 65 h 37"/>
                  <a:gd name="T24" fmla="*/ 41 w 129"/>
                  <a:gd name="T25" fmla="*/ 65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9" h="37">
                    <a:moveTo>
                      <a:pt x="12" y="16"/>
                    </a:moveTo>
                    <a:cubicBezTo>
                      <a:pt x="12" y="16"/>
                      <a:pt x="68" y="7"/>
                      <a:pt x="86" y="5"/>
                    </a:cubicBezTo>
                    <a:cubicBezTo>
                      <a:pt x="115" y="1"/>
                      <a:pt x="115" y="1"/>
                      <a:pt x="115" y="1"/>
                    </a:cubicBezTo>
                    <a:cubicBezTo>
                      <a:pt x="119" y="0"/>
                      <a:pt x="125" y="0"/>
                      <a:pt x="126" y="3"/>
                    </a:cubicBezTo>
                    <a:cubicBezTo>
                      <a:pt x="126" y="3"/>
                      <a:pt x="128" y="14"/>
                      <a:pt x="128" y="14"/>
                    </a:cubicBezTo>
                    <a:cubicBezTo>
                      <a:pt x="129" y="17"/>
                      <a:pt x="126" y="19"/>
                      <a:pt x="121" y="20"/>
                    </a:cubicBezTo>
                    <a:cubicBezTo>
                      <a:pt x="120" y="20"/>
                      <a:pt x="67" y="27"/>
                      <a:pt x="51" y="30"/>
                    </a:cubicBezTo>
                    <a:cubicBezTo>
                      <a:pt x="36" y="32"/>
                      <a:pt x="13" y="36"/>
                      <a:pt x="12" y="36"/>
                    </a:cubicBezTo>
                    <a:cubicBezTo>
                      <a:pt x="6" y="37"/>
                      <a:pt x="2" y="35"/>
                      <a:pt x="2" y="3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1"/>
                      <a:pt x="1" y="19"/>
                      <a:pt x="2" y="19"/>
                    </a:cubicBezTo>
                    <a:cubicBezTo>
                      <a:pt x="4" y="17"/>
                      <a:pt x="7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7" name="Freeform 853">
                <a:extLst>
                  <a:ext uri="{FF2B5EF4-FFF2-40B4-BE49-F238E27FC236}">
                    <a16:creationId xmlns:a16="http://schemas.microsoft.com/office/drawing/2014/main" id="{E0AB119D-7A5E-4B61-A35C-7A8D670ED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1481"/>
                <a:ext cx="192" cy="82"/>
              </a:xfrm>
              <a:custGeom>
                <a:avLst/>
                <a:gdLst>
                  <a:gd name="T0" fmla="*/ 377 w 128"/>
                  <a:gd name="T1" fmla="*/ 13 h 51"/>
                  <a:gd name="T2" fmla="*/ 423 w 128"/>
                  <a:gd name="T3" fmla="*/ 21 h 51"/>
                  <a:gd name="T4" fmla="*/ 431 w 128"/>
                  <a:gd name="T5" fmla="*/ 63 h 51"/>
                  <a:gd name="T6" fmla="*/ 396 w 128"/>
                  <a:gd name="T7" fmla="*/ 95 h 51"/>
                  <a:gd name="T8" fmla="*/ 296 w 128"/>
                  <a:gd name="T9" fmla="*/ 129 h 51"/>
                  <a:gd name="T10" fmla="*/ 54 w 128"/>
                  <a:gd name="T11" fmla="*/ 204 h 51"/>
                  <a:gd name="T12" fmla="*/ 14 w 128"/>
                  <a:gd name="T13" fmla="*/ 196 h 51"/>
                  <a:gd name="T14" fmla="*/ 5 w 128"/>
                  <a:gd name="T15" fmla="*/ 153 h 51"/>
                  <a:gd name="T16" fmla="*/ 18 w 128"/>
                  <a:gd name="T17" fmla="*/ 124 h 51"/>
                  <a:gd name="T18" fmla="*/ 203 w 128"/>
                  <a:gd name="T19" fmla="*/ 69 h 51"/>
                  <a:gd name="T20" fmla="*/ 377 w 128"/>
                  <a:gd name="T21" fmla="*/ 13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51">
                    <a:moveTo>
                      <a:pt x="111" y="3"/>
                    </a:moveTo>
                    <a:cubicBezTo>
                      <a:pt x="122" y="0"/>
                      <a:pt x="124" y="3"/>
                      <a:pt x="125" y="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8" y="17"/>
                      <a:pt x="128" y="20"/>
                      <a:pt x="117" y="23"/>
                    </a:cubicBezTo>
                    <a:cubicBezTo>
                      <a:pt x="117" y="23"/>
                      <a:pt x="111" y="24"/>
                      <a:pt x="87" y="31"/>
                    </a:cubicBezTo>
                    <a:cubicBezTo>
                      <a:pt x="63" y="37"/>
                      <a:pt x="16" y="49"/>
                      <a:pt x="16" y="49"/>
                    </a:cubicBezTo>
                    <a:cubicBezTo>
                      <a:pt x="7" y="51"/>
                      <a:pt x="5" y="50"/>
                      <a:pt x="4" y="4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0" y="32"/>
                      <a:pt x="3" y="31"/>
                      <a:pt x="5" y="30"/>
                    </a:cubicBezTo>
                    <a:cubicBezTo>
                      <a:pt x="6" y="30"/>
                      <a:pt x="38" y="23"/>
                      <a:pt x="60" y="17"/>
                    </a:cubicBezTo>
                    <a:cubicBezTo>
                      <a:pt x="82" y="11"/>
                      <a:pt x="110" y="3"/>
                      <a:pt x="11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8" name="Freeform 854">
                <a:extLst>
                  <a:ext uri="{FF2B5EF4-FFF2-40B4-BE49-F238E27FC236}">
                    <a16:creationId xmlns:a16="http://schemas.microsoft.com/office/drawing/2014/main" id="{8A7D4211-F668-4262-AA68-732C5A368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553"/>
                <a:ext cx="192" cy="43"/>
              </a:xfrm>
              <a:custGeom>
                <a:avLst/>
                <a:gdLst>
                  <a:gd name="T0" fmla="*/ 410 w 128"/>
                  <a:gd name="T1" fmla="*/ 25 h 27"/>
                  <a:gd name="T2" fmla="*/ 432 w 128"/>
                  <a:gd name="T3" fmla="*/ 48 h 27"/>
                  <a:gd name="T4" fmla="*/ 431 w 128"/>
                  <a:gd name="T5" fmla="*/ 89 h 27"/>
                  <a:gd name="T6" fmla="*/ 377 w 128"/>
                  <a:gd name="T7" fmla="*/ 108 h 27"/>
                  <a:gd name="T8" fmla="*/ 176 w 128"/>
                  <a:gd name="T9" fmla="*/ 94 h 27"/>
                  <a:gd name="T10" fmla="*/ 32 w 128"/>
                  <a:gd name="T11" fmla="*/ 89 h 27"/>
                  <a:gd name="T12" fmla="*/ 0 w 128"/>
                  <a:gd name="T13" fmla="*/ 64 h 27"/>
                  <a:gd name="T14" fmla="*/ 0 w 128"/>
                  <a:gd name="T15" fmla="*/ 25 h 27"/>
                  <a:gd name="T16" fmla="*/ 26 w 128"/>
                  <a:gd name="T17" fmla="*/ 0 h 27"/>
                  <a:gd name="T18" fmla="*/ 207 w 128"/>
                  <a:gd name="T19" fmla="*/ 16 h 27"/>
                  <a:gd name="T20" fmla="*/ 410 w 128"/>
                  <a:gd name="T21" fmla="*/ 25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7">
                    <a:moveTo>
                      <a:pt x="121" y="6"/>
                    </a:moveTo>
                    <a:cubicBezTo>
                      <a:pt x="127" y="6"/>
                      <a:pt x="128" y="9"/>
                      <a:pt x="128" y="12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27" y="24"/>
                      <a:pt x="127" y="27"/>
                      <a:pt x="111" y="27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22"/>
                      <a:pt x="0" y="19"/>
                      <a:pt x="0" y="1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3" y="0"/>
                      <a:pt x="7" y="0"/>
                    </a:cubicBezTo>
                    <a:cubicBezTo>
                      <a:pt x="7" y="0"/>
                      <a:pt x="48" y="3"/>
                      <a:pt x="61" y="4"/>
                    </a:cubicBezTo>
                    <a:cubicBezTo>
                      <a:pt x="74" y="4"/>
                      <a:pt x="121" y="5"/>
                      <a:pt x="121" y="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9" name="Freeform 855">
                <a:extLst>
                  <a:ext uri="{FF2B5EF4-FFF2-40B4-BE49-F238E27FC236}">
                    <a16:creationId xmlns:a16="http://schemas.microsoft.com/office/drawing/2014/main" id="{80E87AD5-6D25-48DE-BE43-394DA1711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571"/>
                <a:ext cx="38" cy="13"/>
              </a:xfrm>
              <a:custGeom>
                <a:avLst/>
                <a:gdLst>
                  <a:gd name="T0" fmla="*/ 0 w 25"/>
                  <a:gd name="T1" fmla="*/ 18 h 8"/>
                  <a:gd name="T2" fmla="*/ 46 w 25"/>
                  <a:gd name="T3" fmla="*/ 5 h 8"/>
                  <a:gd name="T4" fmla="*/ 88 w 25"/>
                  <a:gd name="T5" fmla="*/ 21 h 8"/>
                  <a:gd name="T6" fmla="*/ 46 w 25"/>
                  <a:gd name="T7" fmla="*/ 34 h 8"/>
                  <a:gd name="T8" fmla="*/ 0 w 25"/>
                  <a:gd name="T9" fmla="*/ 1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4"/>
                    </a:moveTo>
                    <a:cubicBezTo>
                      <a:pt x="1" y="2"/>
                      <a:pt x="6" y="0"/>
                      <a:pt x="13" y="1"/>
                    </a:cubicBezTo>
                    <a:cubicBezTo>
                      <a:pt x="20" y="1"/>
                      <a:pt x="25" y="3"/>
                      <a:pt x="25" y="5"/>
                    </a:cubicBezTo>
                    <a:cubicBezTo>
                      <a:pt x="25" y="7"/>
                      <a:pt x="20" y="8"/>
                      <a:pt x="13" y="8"/>
                    </a:cubicBezTo>
                    <a:cubicBezTo>
                      <a:pt x="6" y="7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0" name="Freeform 856">
                <a:extLst>
                  <a:ext uri="{FF2B5EF4-FFF2-40B4-BE49-F238E27FC236}">
                    <a16:creationId xmlns:a16="http://schemas.microsoft.com/office/drawing/2014/main" id="{B60F4A16-49BC-4304-82D2-B76F7CE57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568"/>
                <a:ext cx="38" cy="12"/>
              </a:xfrm>
              <a:custGeom>
                <a:avLst/>
                <a:gdLst>
                  <a:gd name="T0" fmla="*/ 0 w 25"/>
                  <a:gd name="T1" fmla="*/ 14 h 8"/>
                  <a:gd name="T2" fmla="*/ 41 w 25"/>
                  <a:gd name="T3" fmla="*/ 5 h 8"/>
                  <a:gd name="T4" fmla="*/ 88 w 25"/>
                  <a:gd name="T5" fmla="*/ 18 h 8"/>
                  <a:gd name="T6" fmla="*/ 41 w 25"/>
                  <a:gd name="T7" fmla="*/ 27 h 8"/>
                  <a:gd name="T8" fmla="*/ 0 w 25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4"/>
                    </a:moveTo>
                    <a:cubicBezTo>
                      <a:pt x="0" y="2"/>
                      <a:pt x="5" y="0"/>
                      <a:pt x="12" y="1"/>
                    </a:cubicBezTo>
                    <a:cubicBezTo>
                      <a:pt x="19" y="1"/>
                      <a:pt x="25" y="3"/>
                      <a:pt x="25" y="5"/>
                    </a:cubicBezTo>
                    <a:cubicBezTo>
                      <a:pt x="24" y="7"/>
                      <a:pt x="19" y="8"/>
                      <a:pt x="12" y="8"/>
                    </a:cubicBezTo>
                    <a:cubicBezTo>
                      <a:pt x="5" y="7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1" name="Freeform 857">
                <a:extLst>
                  <a:ext uri="{FF2B5EF4-FFF2-40B4-BE49-F238E27FC236}">
                    <a16:creationId xmlns:a16="http://schemas.microsoft.com/office/drawing/2014/main" id="{DDA4F1D2-0B29-45C6-94AB-B1DA3DFB4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1556"/>
                <a:ext cx="82" cy="23"/>
              </a:xfrm>
              <a:custGeom>
                <a:avLst/>
                <a:gdLst>
                  <a:gd name="T0" fmla="*/ 6 w 55"/>
                  <a:gd name="T1" fmla="*/ 49 h 14"/>
                  <a:gd name="T2" fmla="*/ 9 w 55"/>
                  <a:gd name="T3" fmla="*/ 5 h 14"/>
                  <a:gd name="T4" fmla="*/ 54 w 55"/>
                  <a:gd name="T5" fmla="*/ 5 h 14"/>
                  <a:gd name="T6" fmla="*/ 122 w 55"/>
                  <a:gd name="T7" fmla="*/ 8 h 14"/>
                  <a:gd name="T8" fmla="*/ 154 w 55"/>
                  <a:gd name="T9" fmla="*/ 13 h 14"/>
                  <a:gd name="T10" fmla="*/ 182 w 55"/>
                  <a:gd name="T11" fmla="*/ 13 h 14"/>
                  <a:gd name="T12" fmla="*/ 54 w 55"/>
                  <a:gd name="T13" fmla="*/ 13 h 14"/>
                  <a:gd name="T14" fmla="*/ 15 w 55"/>
                  <a:gd name="T15" fmla="*/ 26 h 14"/>
                  <a:gd name="T16" fmla="*/ 6 w 55"/>
                  <a:gd name="T17" fmla="*/ 62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14">
                    <a:moveTo>
                      <a:pt x="2" y="11"/>
                    </a:moveTo>
                    <a:cubicBezTo>
                      <a:pt x="2" y="9"/>
                      <a:pt x="0" y="3"/>
                      <a:pt x="3" y="1"/>
                    </a:cubicBezTo>
                    <a:cubicBezTo>
                      <a:pt x="6" y="0"/>
                      <a:pt x="13" y="1"/>
                      <a:pt x="16" y="1"/>
                    </a:cubicBezTo>
                    <a:cubicBezTo>
                      <a:pt x="23" y="1"/>
                      <a:pt x="30" y="2"/>
                      <a:pt x="37" y="2"/>
                    </a:cubicBezTo>
                    <a:cubicBezTo>
                      <a:pt x="40" y="2"/>
                      <a:pt x="43" y="3"/>
                      <a:pt x="46" y="3"/>
                    </a:cubicBezTo>
                    <a:cubicBezTo>
                      <a:pt x="49" y="3"/>
                      <a:pt x="52" y="2"/>
                      <a:pt x="55" y="3"/>
                    </a:cubicBezTo>
                    <a:cubicBezTo>
                      <a:pt x="42" y="5"/>
                      <a:pt x="29" y="3"/>
                      <a:pt x="16" y="3"/>
                    </a:cubicBezTo>
                    <a:cubicBezTo>
                      <a:pt x="12" y="3"/>
                      <a:pt x="7" y="4"/>
                      <a:pt x="5" y="6"/>
                    </a:cubicBezTo>
                    <a:cubicBezTo>
                      <a:pt x="3" y="9"/>
                      <a:pt x="3" y="11"/>
                      <a:pt x="2" y="1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2" name="Freeform 858">
                <a:extLst>
                  <a:ext uri="{FF2B5EF4-FFF2-40B4-BE49-F238E27FC236}">
                    <a16:creationId xmlns:a16="http://schemas.microsoft.com/office/drawing/2014/main" id="{96BA2673-AC48-4B4E-A183-7CCB9B25E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571"/>
                <a:ext cx="123" cy="24"/>
              </a:xfrm>
              <a:custGeom>
                <a:avLst/>
                <a:gdLst>
                  <a:gd name="T0" fmla="*/ 0 w 82"/>
                  <a:gd name="T1" fmla="*/ 42 h 15"/>
                  <a:gd name="T2" fmla="*/ 197 w 82"/>
                  <a:gd name="T3" fmla="*/ 56 h 15"/>
                  <a:gd name="T4" fmla="*/ 269 w 82"/>
                  <a:gd name="T5" fmla="*/ 48 h 15"/>
                  <a:gd name="T6" fmla="*/ 270 w 82"/>
                  <a:gd name="T7" fmla="*/ 0 h 15"/>
                  <a:gd name="T8" fmla="*/ 251 w 82"/>
                  <a:gd name="T9" fmla="*/ 42 h 15"/>
                  <a:gd name="T10" fmla="*/ 215 w 82"/>
                  <a:gd name="T11" fmla="*/ 46 h 15"/>
                  <a:gd name="T12" fmla="*/ 170 w 82"/>
                  <a:gd name="T13" fmla="*/ 42 h 15"/>
                  <a:gd name="T14" fmla="*/ 81 w 82"/>
                  <a:gd name="T15" fmla="*/ 35 h 15"/>
                  <a:gd name="T16" fmla="*/ 39 w 82"/>
                  <a:gd name="T17" fmla="*/ 42 h 15"/>
                  <a:gd name="T18" fmla="*/ 8 w 82"/>
                  <a:gd name="T19" fmla="*/ 42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15">
                    <a:moveTo>
                      <a:pt x="0" y="10"/>
                    </a:moveTo>
                    <a:cubicBezTo>
                      <a:pt x="20" y="11"/>
                      <a:pt x="38" y="12"/>
                      <a:pt x="58" y="14"/>
                    </a:cubicBezTo>
                    <a:cubicBezTo>
                      <a:pt x="63" y="14"/>
                      <a:pt x="76" y="15"/>
                      <a:pt x="79" y="12"/>
                    </a:cubicBezTo>
                    <a:cubicBezTo>
                      <a:pt x="82" y="9"/>
                      <a:pt x="80" y="3"/>
                      <a:pt x="80" y="0"/>
                    </a:cubicBezTo>
                    <a:cubicBezTo>
                      <a:pt x="80" y="3"/>
                      <a:pt x="79" y="8"/>
                      <a:pt x="74" y="10"/>
                    </a:cubicBezTo>
                    <a:cubicBezTo>
                      <a:pt x="71" y="11"/>
                      <a:pt x="67" y="11"/>
                      <a:pt x="63" y="11"/>
                    </a:cubicBezTo>
                    <a:cubicBezTo>
                      <a:pt x="59" y="11"/>
                      <a:pt x="54" y="10"/>
                      <a:pt x="50" y="10"/>
                    </a:cubicBezTo>
                    <a:cubicBezTo>
                      <a:pt x="41" y="10"/>
                      <a:pt x="32" y="9"/>
                      <a:pt x="24" y="9"/>
                    </a:cubicBezTo>
                    <a:cubicBezTo>
                      <a:pt x="19" y="10"/>
                      <a:pt x="15" y="10"/>
                      <a:pt x="11" y="10"/>
                    </a:cubicBezTo>
                    <a:cubicBezTo>
                      <a:pt x="8" y="10"/>
                      <a:pt x="5" y="9"/>
                      <a:pt x="2" y="1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3" name="Freeform 859">
                <a:extLst>
                  <a:ext uri="{FF2B5EF4-FFF2-40B4-BE49-F238E27FC236}">
                    <a16:creationId xmlns:a16="http://schemas.microsoft.com/office/drawing/2014/main" id="{F09F2602-E178-4C71-A363-48047CA55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569"/>
                <a:ext cx="30" cy="11"/>
              </a:xfrm>
              <a:custGeom>
                <a:avLst/>
                <a:gdLst>
                  <a:gd name="T0" fmla="*/ 48 w 20"/>
                  <a:gd name="T1" fmla="*/ 0 h 7"/>
                  <a:gd name="T2" fmla="*/ 62 w 20"/>
                  <a:gd name="T3" fmla="*/ 13 h 7"/>
                  <a:gd name="T4" fmla="*/ 18 w 20"/>
                  <a:gd name="T5" fmla="*/ 22 h 7"/>
                  <a:gd name="T6" fmla="*/ 0 w 20"/>
                  <a:gd name="T7" fmla="*/ 20 h 7"/>
                  <a:gd name="T8" fmla="*/ 27 w 20"/>
                  <a:gd name="T9" fmla="*/ 27 h 7"/>
                  <a:gd name="T10" fmla="*/ 68 w 20"/>
                  <a:gd name="T11" fmla="*/ 14 h 7"/>
                  <a:gd name="T12" fmla="*/ 48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4" y="0"/>
                    </a:moveTo>
                    <a:cubicBezTo>
                      <a:pt x="16" y="1"/>
                      <a:pt x="18" y="2"/>
                      <a:pt x="18" y="3"/>
                    </a:cubicBezTo>
                    <a:cubicBezTo>
                      <a:pt x="18" y="5"/>
                      <a:pt x="12" y="6"/>
                      <a:pt x="5" y="6"/>
                    </a:cubicBezTo>
                    <a:cubicBezTo>
                      <a:pt x="3" y="6"/>
                      <a:pt x="1" y="6"/>
                      <a:pt x="0" y="5"/>
                    </a:cubicBezTo>
                    <a:cubicBezTo>
                      <a:pt x="2" y="6"/>
                      <a:pt x="5" y="6"/>
                      <a:pt x="8" y="7"/>
                    </a:cubicBezTo>
                    <a:cubicBezTo>
                      <a:pt x="15" y="7"/>
                      <a:pt x="20" y="6"/>
                      <a:pt x="20" y="4"/>
                    </a:cubicBezTo>
                    <a:cubicBezTo>
                      <a:pt x="20" y="2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4" name="Freeform 860">
                <a:extLst>
                  <a:ext uri="{FF2B5EF4-FFF2-40B4-BE49-F238E27FC236}">
                    <a16:creationId xmlns:a16="http://schemas.microsoft.com/office/drawing/2014/main" id="{BD64C2FC-694E-486A-91CD-DE78E07CD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569"/>
                <a:ext cx="27" cy="8"/>
              </a:xfrm>
              <a:custGeom>
                <a:avLst/>
                <a:gdLst>
                  <a:gd name="T0" fmla="*/ 5 w 18"/>
                  <a:gd name="T1" fmla="*/ 13 h 5"/>
                  <a:gd name="T2" fmla="*/ 41 w 18"/>
                  <a:gd name="T3" fmla="*/ 5 h 5"/>
                  <a:gd name="T4" fmla="*/ 62 w 18"/>
                  <a:gd name="T5" fmla="*/ 8 h 5"/>
                  <a:gd name="T6" fmla="*/ 35 w 18"/>
                  <a:gd name="T7" fmla="*/ 0 h 5"/>
                  <a:gd name="T8" fmla="*/ 0 w 18"/>
                  <a:gd name="T9" fmla="*/ 13 h 5"/>
                  <a:gd name="T10" fmla="*/ 14 w 18"/>
                  <a:gd name="T11" fmla="*/ 21 h 5"/>
                  <a:gd name="T12" fmla="*/ 5 w 18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1" y="1"/>
                      <a:pt x="6" y="0"/>
                      <a:pt x="12" y="1"/>
                    </a:cubicBezTo>
                    <a:cubicBezTo>
                      <a:pt x="14" y="1"/>
                      <a:pt x="17" y="1"/>
                      <a:pt x="18" y="2"/>
                    </a:cubicBezTo>
                    <a:cubicBezTo>
                      <a:pt x="17" y="1"/>
                      <a:pt x="13" y="0"/>
                      <a:pt x="10" y="0"/>
                    </a:cubicBezTo>
                    <a:cubicBezTo>
                      <a:pt x="4" y="0"/>
                      <a:pt x="0" y="1"/>
                      <a:pt x="0" y="3"/>
                    </a:cubicBezTo>
                    <a:cubicBezTo>
                      <a:pt x="0" y="4"/>
                      <a:pt x="1" y="4"/>
                      <a:pt x="4" y="5"/>
                    </a:cubicBezTo>
                    <a:cubicBezTo>
                      <a:pt x="3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5" name="Freeform 861">
                <a:extLst>
                  <a:ext uri="{FF2B5EF4-FFF2-40B4-BE49-F238E27FC236}">
                    <a16:creationId xmlns:a16="http://schemas.microsoft.com/office/drawing/2014/main" id="{BEF7831C-0FF1-4555-8B6E-6857CDAA5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553"/>
                <a:ext cx="192" cy="43"/>
              </a:xfrm>
              <a:custGeom>
                <a:avLst/>
                <a:gdLst>
                  <a:gd name="T0" fmla="*/ 410 w 128"/>
                  <a:gd name="T1" fmla="*/ 25 h 27"/>
                  <a:gd name="T2" fmla="*/ 432 w 128"/>
                  <a:gd name="T3" fmla="*/ 48 h 27"/>
                  <a:gd name="T4" fmla="*/ 431 w 128"/>
                  <a:gd name="T5" fmla="*/ 89 h 27"/>
                  <a:gd name="T6" fmla="*/ 377 w 128"/>
                  <a:gd name="T7" fmla="*/ 108 h 27"/>
                  <a:gd name="T8" fmla="*/ 176 w 128"/>
                  <a:gd name="T9" fmla="*/ 94 h 27"/>
                  <a:gd name="T10" fmla="*/ 32 w 128"/>
                  <a:gd name="T11" fmla="*/ 89 h 27"/>
                  <a:gd name="T12" fmla="*/ 0 w 128"/>
                  <a:gd name="T13" fmla="*/ 64 h 27"/>
                  <a:gd name="T14" fmla="*/ 0 w 128"/>
                  <a:gd name="T15" fmla="*/ 25 h 27"/>
                  <a:gd name="T16" fmla="*/ 26 w 128"/>
                  <a:gd name="T17" fmla="*/ 0 h 27"/>
                  <a:gd name="T18" fmla="*/ 207 w 128"/>
                  <a:gd name="T19" fmla="*/ 16 h 27"/>
                  <a:gd name="T20" fmla="*/ 410 w 128"/>
                  <a:gd name="T21" fmla="*/ 25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7">
                    <a:moveTo>
                      <a:pt x="121" y="6"/>
                    </a:moveTo>
                    <a:cubicBezTo>
                      <a:pt x="127" y="6"/>
                      <a:pt x="128" y="9"/>
                      <a:pt x="128" y="12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27" y="24"/>
                      <a:pt x="127" y="27"/>
                      <a:pt x="111" y="27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22"/>
                      <a:pt x="0" y="19"/>
                      <a:pt x="0" y="1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3" y="0"/>
                      <a:pt x="7" y="0"/>
                    </a:cubicBezTo>
                    <a:cubicBezTo>
                      <a:pt x="7" y="0"/>
                      <a:pt x="48" y="3"/>
                      <a:pt x="61" y="4"/>
                    </a:cubicBezTo>
                    <a:cubicBezTo>
                      <a:pt x="74" y="4"/>
                      <a:pt x="121" y="5"/>
                      <a:pt x="121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6" name="Freeform 862">
                <a:extLst>
                  <a:ext uri="{FF2B5EF4-FFF2-40B4-BE49-F238E27FC236}">
                    <a16:creationId xmlns:a16="http://schemas.microsoft.com/office/drawing/2014/main" id="{C09A9F1E-5C0C-46E9-A64C-268145477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1281"/>
                <a:ext cx="172" cy="144"/>
              </a:xfrm>
              <a:custGeom>
                <a:avLst/>
                <a:gdLst>
                  <a:gd name="T0" fmla="*/ 60 w 115"/>
                  <a:gd name="T1" fmla="*/ 354 h 90"/>
                  <a:gd name="T2" fmla="*/ 60 w 115"/>
                  <a:gd name="T3" fmla="*/ 355 h 90"/>
                  <a:gd name="T4" fmla="*/ 28 w 115"/>
                  <a:gd name="T5" fmla="*/ 354 h 90"/>
                  <a:gd name="T6" fmla="*/ 13 w 115"/>
                  <a:gd name="T7" fmla="*/ 320 h 90"/>
                  <a:gd name="T8" fmla="*/ 42 w 115"/>
                  <a:gd name="T9" fmla="*/ 261 h 90"/>
                  <a:gd name="T10" fmla="*/ 203 w 115"/>
                  <a:gd name="T11" fmla="*/ 118 h 90"/>
                  <a:gd name="T12" fmla="*/ 316 w 115"/>
                  <a:gd name="T13" fmla="*/ 21 h 90"/>
                  <a:gd name="T14" fmla="*/ 356 w 115"/>
                  <a:gd name="T15" fmla="*/ 13 h 90"/>
                  <a:gd name="T16" fmla="*/ 375 w 115"/>
                  <a:gd name="T17" fmla="*/ 46 h 90"/>
                  <a:gd name="T18" fmla="*/ 371 w 115"/>
                  <a:gd name="T19" fmla="*/ 77 h 90"/>
                  <a:gd name="T20" fmla="*/ 217 w 115"/>
                  <a:gd name="T21" fmla="*/ 221 h 90"/>
                  <a:gd name="T22" fmla="*/ 60 w 115"/>
                  <a:gd name="T23" fmla="*/ 354 h 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5" h="90">
                    <a:moveTo>
                      <a:pt x="18" y="86"/>
                    </a:moveTo>
                    <a:cubicBezTo>
                      <a:pt x="18" y="86"/>
                      <a:pt x="18" y="87"/>
                      <a:pt x="18" y="87"/>
                    </a:cubicBezTo>
                    <a:cubicBezTo>
                      <a:pt x="15" y="88"/>
                      <a:pt x="12" y="90"/>
                      <a:pt x="9" y="86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2" y="75"/>
                      <a:pt x="0" y="73"/>
                      <a:pt x="13" y="64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9" y="1"/>
                      <a:pt x="105" y="0"/>
                      <a:pt x="106" y="3"/>
                    </a:cubicBezTo>
                    <a:cubicBezTo>
                      <a:pt x="112" y="11"/>
                      <a:pt x="112" y="11"/>
                      <a:pt x="112" y="11"/>
                    </a:cubicBezTo>
                    <a:cubicBezTo>
                      <a:pt x="115" y="14"/>
                      <a:pt x="114" y="17"/>
                      <a:pt x="111" y="19"/>
                    </a:cubicBezTo>
                    <a:cubicBezTo>
                      <a:pt x="110" y="19"/>
                      <a:pt x="75" y="47"/>
                      <a:pt x="65" y="54"/>
                    </a:cubicBezTo>
                    <a:cubicBezTo>
                      <a:pt x="55" y="62"/>
                      <a:pt x="18" y="86"/>
                      <a:pt x="18" y="8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7" name="Freeform 863">
                <a:extLst>
                  <a:ext uri="{FF2B5EF4-FFF2-40B4-BE49-F238E27FC236}">
                    <a16:creationId xmlns:a16="http://schemas.microsoft.com/office/drawing/2014/main" id="{50B700B7-9716-429A-8A79-9297B8DDC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1336"/>
                <a:ext cx="35" cy="27"/>
              </a:xfrm>
              <a:custGeom>
                <a:avLst/>
                <a:gdLst>
                  <a:gd name="T0" fmla="*/ 76 w 23"/>
                  <a:gd name="T1" fmla="*/ 5 h 17"/>
                  <a:gd name="T2" fmla="*/ 49 w 23"/>
                  <a:gd name="T3" fmla="*/ 43 h 17"/>
                  <a:gd name="T4" fmla="*/ 8 w 23"/>
                  <a:gd name="T5" fmla="*/ 64 h 17"/>
                  <a:gd name="T6" fmla="*/ 35 w 23"/>
                  <a:gd name="T7" fmla="*/ 25 h 17"/>
                  <a:gd name="T8" fmla="*/ 76 w 23"/>
                  <a:gd name="T9" fmla="*/ 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22" y="1"/>
                    </a:moveTo>
                    <a:cubicBezTo>
                      <a:pt x="23" y="3"/>
                      <a:pt x="19" y="7"/>
                      <a:pt x="14" y="11"/>
                    </a:cubicBezTo>
                    <a:cubicBezTo>
                      <a:pt x="8" y="15"/>
                      <a:pt x="3" y="17"/>
                      <a:pt x="2" y="16"/>
                    </a:cubicBezTo>
                    <a:cubicBezTo>
                      <a:pt x="0" y="14"/>
                      <a:pt x="4" y="10"/>
                      <a:pt x="10" y="6"/>
                    </a:cubicBezTo>
                    <a:cubicBezTo>
                      <a:pt x="15" y="2"/>
                      <a:pt x="20" y="0"/>
                      <a:pt x="22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8" name="Freeform 864">
                <a:extLst>
                  <a:ext uri="{FF2B5EF4-FFF2-40B4-BE49-F238E27FC236}">
                    <a16:creationId xmlns:a16="http://schemas.microsoft.com/office/drawing/2014/main" id="{6A9027DA-A482-4EFC-9AAC-C98D68976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336"/>
                <a:ext cx="33" cy="29"/>
              </a:xfrm>
              <a:custGeom>
                <a:avLst/>
                <a:gdLst>
                  <a:gd name="T0" fmla="*/ 72 w 22"/>
                  <a:gd name="T1" fmla="*/ 5 h 18"/>
                  <a:gd name="T2" fmla="*/ 45 w 22"/>
                  <a:gd name="T3" fmla="*/ 50 h 18"/>
                  <a:gd name="T4" fmla="*/ 5 w 22"/>
                  <a:gd name="T5" fmla="*/ 68 h 18"/>
                  <a:gd name="T6" fmla="*/ 32 w 22"/>
                  <a:gd name="T7" fmla="*/ 26 h 18"/>
                  <a:gd name="T8" fmla="*/ 72 w 22"/>
                  <a:gd name="T9" fmla="*/ 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21" y="1"/>
                    </a:moveTo>
                    <a:cubicBezTo>
                      <a:pt x="22" y="3"/>
                      <a:pt x="19" y="7"/>
                      <a:pt x="13" y="12"/>
                    </a:cubicBezTo>
                    <a:cubicBezTo>
                      <a:pt x="8" y="16"/>
                      <a:pt x="2" y="18"/>
                      <a:pt x="1" y="16"/>
                    </a:cubicBezTo>
                    <a:cubicBezTo>
                      <a:pt x="0" y="14"/>
                      <a:pt x="4" y="10"/>
                      <a:pt x="9" y="6"/>
                    </a:cubicBezTo>
                    <a:cubicBezTo>
                      <a:pt x="15" y="2"/>
                      <a:pt x="20" y="0"/>
                      <a:pt x="21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9" name="Freeform 865">
                <a:extLst>
                  <a:ext uri="{FF2B5EF4-FFF2-40B4-BE49-F238E27FC236}">
                    <a16:creationId xmlns:a16="http://schemas.microsoft.com/office/drawing/2014/main" id="{6D1D26B3-C4AB-4601-94D2-8A99C6CE7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1349"/>
                <a:ext cx="61" cy="65"/>
              </a:xfrm>
              <a:custGeom>
                <a:avLst/>
                <a:gdLst>
                  <a:gd name="T0" fmla="*/ 15 w 41"/>
                  <a:gd name="T1" fmla="*/ 155 h 41"/>
                  <a:gd name="T2" fmla="*/ 1 w 41"/>
                  <a:gd name="T3" fmla="*/ 124 h 41"/>
                  <a:gd name="T4" fmla="*/ 33 w 41"/>
                  <a:gd name="T5" fmla="*/ 87 h 41"/>
                  <a:gd name="T6" fmla="*/ 86 w 41"/>
                  <a:gd name="T7" fmla="*/ 40 h 41"/>
                  <a:gd name="T8" fmla="*/ 113 w 41"/>
                  <a:gd name="T9" fmla="*/ 21 h 41"/>
                  <a:gd name="T10" fmla="*/ 135 w 41"/>
                  <a:gd name="T11" fmla="*/ 0 h 41"/>
                  <a:gd name="T12" fmla="*/ 36 w 41"/>
                  <a:gd name="T13" fmla="*/ 95 h 41"/>
                  <a:gd name="T14" fmla="*/ 15 w 41"/>
                  <a:gd name="T15" fmla="*/ 130 h 41"/>
                  <a:gd name="T16" fmla="*/ 22 w 41"/>
                  <a:gd name="T17" fmla="*/ 163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41">
                    <a:moveTo>
                      <a:pt x="5" y="39"/>
                    </a:moveTo>
                    <a:cubicBezTo>
                      <a:pt x="3" y="37"/>
                      <a:pt x="0" y="34"/>
                      <a:pt x="1" y="31"/>
                    </a:cubicBezTo>
                    <a:cubicBezTo>
                      <a:pt x="2" y="28"/>
                      <a:pt x="7" y="24"/>
                      <a:pt x="10" y="22"/>
                    </a:cubicBezTo>
                    <a:cubicBezTo>
                      <a:pt x="15" y="18"/>
                      <a:pt x="21" y="14"/>
                      <a:pt x="26" y="10"/>
                    </a:cubicBezTo>
                    <a:cubicBezTo>
                      <a:pt x="29" y="8"/>
                      <a:pt x="31" y="7"/>
                      <a:pt x="34" y="5"/>
                    </a:cubicBezTo>
                    <a:cubicBezTo>
                      <a:pt x="36" y="3"/>
                      <a:pt x="39" y="1"/>
                      <a:pt x="41" y="0"/>
                    </a:cubicBezTo>
                    <a:cubicBezTo>
                      <a:pt x="33" y="9"/>
                      <a:pt x="20" y="16"/>
                      <a:pt x="11" y="24"/>
                    </a:cubicBezTo>
                    <a:cubicBezTo>
                      <a:pt x="8" y="27"/>
                      <a:pt x="5" y="30"/>
                      <a:pt x="5" y="33"/>
                    </a:cubicBezTo>
                    <a:cubicBezTo>
                      <a:pt x="5" y="36"/>
                      <a:pt x="6" y="39"/>
                      <a:pt x="7" y="4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9234" name="Freeform 867">
              <a:extLst>
                <a:ext uri="{FF2B5EF4-FFF2-40B4-BE49-F238E27FC236}">
                  <a16:creationId xmlns:a16="http://schemas.microsoft.com/office/drawing/2014/main" id="{89280EF5-9F9B-46B2-85C1-7690D49C3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" y="1286"/>
              <a:ext cx="106" cy="106"/>
            </a:xfrm>
            <a:custGeom>
              <a:avLst/>
              <a:gdLst>
                <a:gd name="T0" fmla="*/ 213 w 71"/>
                <a:gd name="T1" fmla="*/ 16 h 66"/>
                <a:gd name="T2" fmla="*/ 227 w 71"/>
                <a:gd name="T3" fmla="*/ 55 h 66"/>
                <a:gd name="T4" fmla="*/ 190 w 71"/>
                <a:gd name="T5" fmla="*/ 95 h 66"/>
                <a:gd name="T6" fmla="*/ 130 w 71"/>
                <a:gd name="T7" fmla="*/ 153 h 66"/>
                <a:gd name="T8" fmla="*/ 0 w 71"/>
                <a:gd name="T9" fmla="*/ 273 h 66"/>
                <a:gd name="T10" fmla="*/ 87 w 71"/>
                <a:gd name="T11" fmla="*/ 191 h 66"/>
                <a:gd name="T12" fmla="*/ 169 w 71"/>
                <a:gd name="T13" fmla="*/ 103 h 66"/>
                <a:gd name="T14" fmla="*/ 194 w 71"/>
                <a:gd name="T15" fmla="*/ 8 h 66"/>
                <a:gd name="T16" fmla="*/ 213 w 71"/>
                <a:gd name="T17" fmla="*/ 13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66">
                  <a:moveTo>
                    <a:pt x="64" y="4"/>
                  </a:moveTo>
                  <a:cubicBezTo>
                    <a:pt x="66" y="6"/>
                    <a:pt x="71" y="8"/>
                    <a:pt x="68" y="13"/>
                  </a:cubicBezTo>
                  <a:cubicBezTo>
                    <a:pt x="66" y="17"/>
                    <a:pt x="60" y="21"/>
                    <a:pt x="57" y="23"/>
                  </a:cubicBezTo>
                  <a:cubicBezTo>
                    <a:pt x="49" y="29"/>
                    <a:pt x="46" y="31"/>
                    <a:pt x="39" y="37"/>
                  </a:cubicBezTo>
                  <a:cubicBezTo>
                    <a:pt x="28" y="46"/>
                    <a:pt x="12" y="59"/>
                    <a:pt x="0" y="66"/>
                  </a:cubicBezTo>
                  <a:cubicBezTo>
                    <a:pt x="8" y="60"/>
                    <a:pt x="18" y="52"/>
                    <a:pt x="26" y="46"/>
                  </a:cubicBezTo>
                  <a:cubicBezTo>
                    <a:pt x="35" y="39"/>
                    <a:pt x="42" y="32"/>
                    <a:pt x="51" y="25"/>
                  </a:cubicBezTo>
                  <a:cubicBezTo>
                    <a:pt x="59" y="18"/>
                    <a:pt x="68" y="5"/>
                    <a:pt x="58" y="2"/>
                  </a:cubicBezTo>
                  <a:cubicBezTo>
                    <a:pt x="61" y="0"/>
                    <a:pt x="62" y="2"/>
                    <a:pt x="64" y="3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5" name="Freeform 868">
              <a:extLst>
                <a:ext uri="{FF2B5EF4-FFF2-40B4-BE49-F238E27FC236}">
                  <a16:creationId xmlns:a16="http://schemas.microsoft.com/office/drawing/2014/main" id="{FDFC2BF3-17B4-4A57-946B-A81C0D51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1336"/>
              <a:ext cx="25" cy="25"/>
            </a:xfrm>
            <a:custGeom>
              <a:avLst/>
              <a:gdLst>
                <a:gd name="T0" fmla="*/ 26 w 17"/>
                <a:gd name="T1" fmla="*/ 13 h 16"/>
                <a:gd name="T2" fmla="*/ 41 w 17"/>
                <a:gd name="T3" fmla="*/ 8 h 16"/>
                <a:gd name="T4" fmla="*/ 15 w 17"/>
                <a:gd name="T5" fmla="*/ 48 h 16"/>
                <a:gd name="T6" fmla="*/ 0 w 17"/>
                <a:gd name="T7" fmla="*/ 61 h 16"/>
                <a:gd name="T8" fmla="*/ 22 w 17"/>
                <a:gd name="T9" fmla="*/ 47 h 16"/>
                <a:gd name="T10" fmla="*/ 47 w 17"/>
                <a:gd name="T11" fmla="*/ 5 h 16"/>
                <a:gd name="T12" fmla="*/ 26 w 17"/>
                <a:gd name="T13" fmla="*/ 1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8" y="3"/>
                  </a:moveTo>
                  <a:cubicBezTo>
                    <a:pt x="11" y="2"/>
                    <a:pt x="13" y="1"/>
                    <a:pt x="13" y="2"/>
                  </a:cubicBezTo>
                  <a:cubicBezTo>
                    <a:pt x="14" y="4"/>
                    <a:pt x="11" y="8"/>
                    <a:pt x="5" y="13"/>
                  </a:cubicBezTo>
                  <a:cubicBezTo>
                    <a:pt x="4" y="14"/>
                    <a:pt x="2" y="15"/>
                    <a:pt x="0" y="16"/>
                  </a:cubicBezTo>
                  <a:cubicBezTo>
                    <a:pt x="2" y="15"/>
                    <a:pt x="5" y="13"/>
                    <a:pt x="7" y="12"/>
                  </a:cubicBezTo>
                  <a:cubicBezTo>
                    <a:pt x="13" y="7"/>
                    <a:pt x="17" y="3"/>
                    <a:pt x="15" y="1"/>
                  </a:cubicBezTo>
                  <a:cubicBezTo>
                    <a:pt x="15" y="0"/>
                    <a:pt x="12" y="1"/>
                    <a:pt x="8" y="3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6" name="Freeform 869">
              <a:extLst>
                <a:ext uri="{FF2B5EF4-FFF2-40B4-BE49-F238E27FC236}">
                  <a16:creationId xmlns:a16="http://schemas.microsoft.com/office/drawing/2014/main" id="{7CF1DA64-E92D-425E-9897-88D39532A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1339"/>
              <a:ext cx="22" cy="21"/>
            </a:xfrm>
            <a:custGeom>
              <a:avLst/>
              <a:gdLst>
                <a:gd name="T0" fmla="*/ 6 w 15"/>
                <a:gd name="T1" fmla="*/ 50 h 13"/>
                <a:gd name="T2" fmla="*/ 28 w 15"/>
                <a:gd name="T3" fmla="*/ 16 h 13"/>
                <a:gd name="T4" fmla="*/ 47 w 15"/>
                <a:gd name="T5" fmla="*/ 0 h 13"/>
                <a:gd name="T6" fmla="*/ 22 w 15"/>
                <a:gd name="T7" fmla="*/ 16 h 13"/>
                <a:gd name="T8" fmla="*/ 1 w 15"/>
                <a:gd name="T9" fmla="*/ 55 h 13"/>
                <a:gd name="T10" fmla="*/ 19 w 15"/>
                <a:gd name="T11" fmla="*/ 50 h 13"/>
                <a:gd name="T12" fmla="*/ 6 w 15"/>
                <a:gd name="T13" fmla="*/ 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2" y="12"/>
                  </a:moveTo>
                  <a:cubicBezTo>
                    <a:pt x="1" y="11"/>
                    <a:pt x="5" y="7"/>
                    <a:pt x="9" y="4"/>
                  </a:cubicBezTo>
                  <a:cubicBezTo>
                    <a:pt x="11" y="2"/>
                    <a:pt x="14" y="1"/>
                    <a:pt x="15" y="0"/>
                  </a:cubicBezTo>
                  <a:cubicBezTo>
                    <a:pt x="13" y="1"/>
                    <a:pt x="10" y="2"/>
                    <a:pt x="7" y="4"/>
                  </a:cubicBezTo>
                  <a:cubicBezTo>
                    <a:pt x="3" y="8"/>
                    <a:pt x="0" y="11"/>
                    <a:pt x="1" y="13"/>
                  </a:cubicBezTo>
                  <a:cubicBezTo>
                    <a:pt x="2" y="13"/>
                    <a:pt x="3" y="13"/>
                    <a:pt x="6" y="12"/>
                  </a:cubicBezTo>
                  <a:cubicBezTo>
                    <a:pt x="5" y="12"/>
                    <a:pt x="3" y="13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7" name="Freeform 870">
              <a:extLst>
                <a:ext uri="{FF2B5EF4-FFF2-40B4-BE49-F238E27FC236}">
                  <a16:creationId xmlns:a16="http://schemas.microsoft.com/office/drawing/2014/main" id="{02E40985-1DE9-4222-BF83-A54E8B620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1281"/>
              <a:ext cx="172" cy="144"/>
            </a:xfrm>
            <a:custGeom>
              <a:avLst/>
              <a:gdLst>
                <a:gd name="T0" fmla="*/ 60 w 115"/>
                <a:gd name="T1" fmla="*/ 354 h 90"/>
                <a:gd name="T2" fmla="*/ 60 w 115"/>
                <a:gd name="T3" fmla="*/ 355 h 90"/>
                <a:gd name="T4" fmla="*/ 28 w 115"/>
                <a:gd name="T5" fmla="*/ 354 h 90"/>
                <a:gd name="T6" fmla="*/ 13 w 115"/>
                <a:gd name="T7" fmla="*/ 320 h 90"/>
                <a:gd name="T8" fmla="*/ 42 w 115"/>
                <a:gd name="T9" fmla="*/ 261 h 90"/>
                <a:gd name="T10" fmla="*/ 203 w 115"/>
                <a:gd name="T11" fmla="*/ 118 h 90"/>
                <a:gd name="T12" fmla="*/ 316 w 115"/>
                <a:gd name="T13" fmla="*/ 21 h 90"/>
                <a:gd name="T14" fmla="*/ 356 w 115"/>
                <a:gd name="T15" fmla="*/ 13 h 90"/>
                <a:gd name="T16" fmla="*/ 375 w 115"/>
                <a:gd name="T17" fmla="*/ 46 h 90"/>
                <a:gd name="T18" fmla="*/ 371 w 115"/>
                <a:gd name="T19" fmla="*/ 77 h 90"/>
                <a:gd name="T20" fmla="*/ 217 w 115"/>
                <a:gd name="T21" fmla="*/ 221 h 90"/>
                <a:gd name="T22" fmla="*/ 60 w 115"/>
                <a:gd name="T23" fmla="*/ 354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90">
                  <a:moveTo>
                    <a:pt x="18" y="86"/>
                  </a:moveTo>
                  <a:cubicBezTo>
                    <a:pt x="18" y="86"/>
                    <a:pt x="18" y="87"/>
                    <a:pt x="18" y="87"/>
                  </a:cubicBezTo>
                  <a:cubicBezTo>
                    <a:pt x="15" y="88"/>
                    <a:pt x="12" y="90"/>
                    <a:pt x="9" y="86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2" y="75"/>
                    <a:pt x="0" y="73"/>
                    <a:pt x="13" y="64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9" y="1"/>
                    <a:pt x="105" y="0"/>
                    <a:pt x="106" y="3"/>
                  </a:cubicBezTo>
                  <a:cubicBezTo>
                    <a:pt x="112" y="11"/>
                    <a:pt x="112" y="11"/>
                    <a:pt x="112" y="11"/>
                  </a:cubicBezTo>
                  <a:cubicBezTo>
                    <a:pt x="115" y="14"/>
                    <a:pt x="114" y="17"/>
                    <a:pt x="111" y="19"/>
                  </a:cubicBezTo>
                  <a:cubicBezTo>
                    <a:pt x="110" y="19"/>
                    <a:pt x="75" y="47"/>
                    <a:pt x="65" y="54"/>
                  </a:cubicBezTo>
                  <a:cubicBezTo>
                    <a:pt x="55" y="62"/>
                    <a:pt x="18" y="86"/>
                    <a:pt x="18" y="8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8" name="Freeform 871">
              <a:extLst>
                <a:ext uri="{FF2B5EF4-FFF2-40B4-BE49-F238E27FC236}">
                  <a16:creationId xmlns:a16="http://schemas.microsoft.com/office/drawing/2014/main" id="{188EA8A3-D3BF-4499-9BE3-B0EBC9B86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1134"/>
              <a:ext cx="156" cy="165"/>
            </a:xfrm>
            <a:custGeom>
              <a:avLst/>
              <a:gdLst>
                <a:gd name="T0" fmla="*/ 66 w 104"/>
                <a:gd name="T1" fmla="*/ 408 h 103"/>
                <a:gd name="T2" fmla="*/ 66 w 104"/>
                <a:gd name="T3" fmla="*/ 408 h 103"/>
                <a:gd name="T4" fmla="*/ 39 w 104"/>
                <a:gd name="T5" fmla="*/ 408 h 103"/>
                <a:gd name="T6" fmla="*/ 14 w 104"/>
                <a:gd name="T7" fmla="*/ 376 h 103"/>
                <a:gd name="T8" fmla="*/ 39 w 104"/>
                <a:gd name="T9" fmla="*/ 316 h 103"/>
                <a:gd name="T10" fmla="*/ 180 w 104"/>
                <a:gd name="T11" fmla="*/ 149 h 103"/>
                <a:gd name="T12" fmla="*/ 278 w 104"/>
                <a:gd name="T13" fmla="*/ 29 h 103"/>
                <a:gd name="T14" fmla="*/ 318 w 104"/>
                <a:gd name="T15" fmla="*/ 8 h 103"/>
                <a:gd name="T16" fmla="*/ 342 w 104"/>
                <a:gd name="T17" fmla="*/ 35 h 103"/>
                <a:gd name="T18" fmla="*/ 342 w 104"/>
                <a:gd name="T19" fmla="*/ 74 h 103"/>
                <a:gd name="T20" fmla="*/ 207 w 104"/>
                <a:gd name="T21" fmla="*/ 247 h 103"/>
                <a:gd name="T22" fmla="*/ 66 w 104"/>
                <a:gd name="T23" fmla="*/ 408 h 1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103">
                  <a:moveTo>
                    <a:pt x="19" y="99"/>
                  </a:moveTo>
                  <a:cubicBezTo>
                    <a:pt x="19" y="99"/>
                    <a:pt x="19" y="99"/>
                    <a:pt x="19" y="99"/>
                  </a:cubicBezTo>
                  <a:cubicBezTo>
                    <a:pt x="17" y="101"/>
                    <a:pt x="14" y="103"/>
                    <a:pt x="11" y="99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2" y="90"/>
                    <a:pt x="0" y="88"/>
                    <a:pt x="11" y="77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86" y="2"/>
                    <a:pt x="92" y="0"/>
                    <a:pt x="94" y="2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4" y="12"/>
                    <a:pt x="104" y="15"/>
                    <a:pt x="101" y="18"/>
                  </a:cubicBezTo>
                  <a:cubicBezTo>
                    <a:pt x="100" y="18"/>
                    <a:pt x="70" y="51"/>
                    <a:pt x="61" y="60"/>
                  </a:cubicBezTo>
                  <a:cubicBezTo>
                    <a:pt x="52" y="68"/>
                    <a:pt x="19" y="98"/>
                    <a:pt x="19" y="99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9" name="Freeform 872">
              <a:extLst>
                <a:ext uri="{FF2B5EF4-FFF2-40B4-BE49-F238E27FC236}">
                  <a16:creationId xmlns:a16="http://schemas.microsoft.com/office/drawing/2014/main" id="{2D3048A8-A723-43D5-B0A2-DA80275BE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7" y="1195"/>
              <a:ext cx="30" cy="32"/>
            </a:xfrm>
            <a:custGeom>
              <a:avLst/>
              <a:gdLst>
                <a:gd name="T0" fmla="*/ 66 w 20"/>
                <a:gd name="T1" fmla="*/ 5 h 20"/>
                <a:gd name="T2" fmla="*/ 41 w 20"/>
                <a:gd name="T3" fmla="*/ 54 h 20"/>
                <a:gd name="T4" fmla="*/ 5 w 20"/>
                <a:gd name="T5" fmla="*/ 77 h 20"/>
                <a:gd name="T6" fmla="*/ 26 w 20"/>
                <a:gd name="T7" fmla="*/ 34 h 20"/>
                <a:gd name="T8" fmla="*/ 66 w 20"/>
                <a:gd name="T9" fmla="*/ 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9" y="1"/>
                  </a:moveTo>
                  <a:cubicBezTo>
                    <a:pt x="20" y="3"/>
                    <a:pt x="17" y="8"/>
                    <a:pt x="12" y="13"/>
                  </a:cubicBezTo>
                  <a:cubicBezTo>
                    <a:pt x="7" y="17"/>
                    <a:pt x="2" y="20"/>
                    <a:pt x="1" y="19"/>
                  </a:cubicBezTo>
                  <a:cubicBezTo>
                    <a:pt x="0" y="18"/>
                    <a:pt x="2" y="13"/>
                    <a:pt x="7" y="8"/>
                  </a:cubicBezTo>
                  <a:cubicBezTo>
                    <a:pt x="12" y="3"/>
                    <a:pt x="17" y="0"/>
                    <a:pt x="19" y="1"/>
                  </a:cubicBezTo>
                  <a:close/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0" name="Freeform 873">
              <a:extLst>
                <a:ext uri="{FF2B5EF4-FFF2-40B4-BE49-F238E27FC236}">
                  <a16:creationId xmlns:a16="http://schemas.microsoft.com/office/drawing/2014/main" id="{F69F8EE4-17DA-4C4D-A5A5-D7D8A8D00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1197"/>
              <a:ext cx="31" cy="32"/>
            </a:xfrm>
            <a:custGeom>
              <a:avLst/>
              <a:gdLst>
                <a:gd name="T0" fmla="*/ 61 w 21"/>
                <a:gd name="T1" fmla="*/ 5 h 20"/>
                <a:gd name="T2" fmla="*/ 41 w 21"/>
                <a:gd name="T3" fmla="*/ 48 h 20"/>
                <a:gd name="T4" fmla="*/ 6 w 21"/>
                <a:gd name="T5" fmla="*/ 77 h 20"/>
                <a:gd name="T6" fmla="*/ 27 w 21"/>
                <a:gd name="T7" fmla="*/ 29 h 20"/>
                <a:gd name="T8" fmla="*/ 61 w 21"/>
                <a:gd name="T9" fmla="*/ 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19" y="1"/>
                  </a:moveTo>
                  <a:cubicBezTo>
                    <a:pt x="21" y="2"/>
                    <a:pt x="18" y="7"/>
                    <a:pt x="13" y="12"/>
                  </a:cubicBezTo>
                  <a:cubicBezTo>
                    <a:pt x="8" y="17"/>
                    <a:pt x="3" y="20"/>
                    <a:pt x="2" y="19"/>
                  </a:cubicBezTo>
                  <a:cubicBezTo>
                    <a:pt x="0" y="17"/>
                    <a:pt x="3" y="12"/>
                    <a:pt x="8" y="7"/>
                  </a:cubicBezTo>
                  <a:cubicBezTo>
                    <a:pt x="13" y="3"/>
                    <a:pt x="18" y="0"/>
                    <a:pt x="19" y="1"/>
                  </a:cubicBezTo>
                  <a:close/>
                </a:path>
              </a:pathLst>
            </a:cu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1" name="Freeform 874">
              <a:extLst>
                <a:ext uri="{FF2B5EF4-FFF2-40B4-BE49-F238E27FC236}">
                  <a16:creationId xmlns:a16="http://schemas.microsoft.com/office/drawing/2014/main" id="{15A9F347-F061-4B8E-831D-877EA0C70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1214"/>
              <a:ext cx="53" cy="74"/>
            </a:xfrm>
            <a:custGeom>
              <a:avLst/>
              <a:gdLst>
                <a:gd name="T0" fmla="*/ 18 w 35"/>
                <a:gd name="T1" fmla="*/ 187 h 46"/>
                <a:gd name="T2" fmla="*/ 0 w 35"/>
                <a:gd name="T3" fmla="*/ 156 h 46"/>
                <a:gd name="T4" fmla="*/ 27 w 35"/>
                <a:gd name="T5" fmla="*/ 111 h 46"/>
                <a:gd name="T6" fmla="*/ 76 w 35"/>
                <a:gd name="T7" fmla="*/ 55 h 46"/>
                <a:gd name="T8" fmla="*/ 101 w 35"/>
                <a:gd name="T9" fmla="*/ 26 h 46"/>
                <a:gd name="T10" fmla="*/ 121 w 35"/>
                <a:gd name="T11" fmla="*/ 0 h 46"/>
                <a:gd name="T12" fmla="*/ 32 w 35"/>
                <a:gd name="T13" fmla="*/ 122 h 46"/>
                <a:gd name="T14" fmla="*/ 14 w 35"/>
                <a:gd name="T15" fmla="*/ 162 h 46"/>
                <a:gd name="T16" fmla="*/ 27 w 35"/>
                <a:gd name="T17" fmla="*/ 191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46">
                  <a:moveTo>
                    <a:pt x="5" y="45"/>
                  </a:moveTo>
                  <a:cubicBezTo>
                    <a:pt x="4" y="43"/>
                    <a:pt x="0" y="40"/>
                    <a:pt x="0" y="37"/>
                  </a:cubicBezTo>
                  <a:cubicBezTo>
                    <a:pt x="1" y="34"/>
                    <a:pt x="5" y="30"/>
                    <a:pt x="8" y="27"/>
                  </a:cubicBezTo>
                  <a:cubicBezTo>
                    <a:pt x="13" y="22"/>
                    <a:pt x="18" y="18"/>
                    <a:pt x="22" y="13"/>
                  </a:cubicBezTo>
                  <a:cubicBezTo>
                    <a:pt x="25" y="11"/>
                    <a:pt x="27" y="9"/>
                    <a:pt x="29" y="6"/>
                  </a:cubicBezTo>
                  <a:cubicBezTo>
                    <a:pt x="31" y="4"/>
                    <a:pt x="33" y="2"/>
                    <a:pt x="35" y="0"/>
                  </a:cubicBezTo>
                  <a:cubicBezTo>
                    <a:pt x="28" y="10"/>
                    <a:pt x="17" y="19"/>
                    <a:pt x="9" y="29"/>
                  </a:cubicBezTo>
                  <a:cubicBezTo>
                    <a:pt x="6" y="32"/>
                    <a:pt x="4" y="35"/>
                    <a:pt x="4" y="39"/>
                  </a:cubicBezTo>
                  <a:cubicBezTo>
                    <a:pt x="5" y="42"/>
                    <a:pt x="6" y="44"/>
                    <a:pt x="8" y="46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2" name="Freeform 875">
              <a:extLst>
                <a:ext uri="{FF2B5EF4-FFF2-40B4-BE49-F238E27FC236}">
                  <a16:creationId xmlns:a16="http://schemas.microsoft.com/office/drawing/2014/main" id="{281A0F93-8F9F-4A52-B819-5C88DB2AF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1141"/>
              <a:ext cx="93" cy="116"/>
            </a:xfrm>
            <a:custGeom>
              <a:avLst/>
              <a:gdLst>
                <a:gd name="T0" fmla="*/ 188 w 62"/>
                <a:gd name="T1" fmla="*/ 8 h 73"/>
                <a:gd name="T2" fmla="*/ 203 w 62"/>
                <a:gd name="T3" fmla="*/ 43 h 73"/>
                <a:gd name="T4" fmla="*/ 170 w 62"/>
                <a:gd name="T5" fmla="*/ 94 h 73"/>
                <a:gd name="T6" fmla="*/ 116 w 62"/>
                <a:gd name="T7" fmla="*/ 157 h 73"/>
                <a:gd name="T8" fmla="*/ 0 w 62"/>
                <a:gd name="T9" fmla="*/ 292 h 73"/>
                <a:gd name="T10" fmla="*/ 80 w 62"/>
                <a:gd name="T11" fmla="*/ 200 h 73"/>
                <a:gd name="T12" fmla="*/ 153 w 62"/>
                <a:gd name="T13" fmla="*/ 102 h 73"/>
                <a:gd name="T14" fmla="*/ 162 w 62"/>
                <a:gd name="T15" fmla="*/ 5 h 73"/>
                <a:gd name="T16" fmla="*/ 183 w 62"/>
                <a:gd name="T17" fmla="*/ 8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3">
                  <a:moveTo>
                    <a:pt x="55" y="2"/>
                  </a:moveTo>
                  <a:cubicBezTo>
                    <a:pt x="57" y="5"/>
                    <a:pt x="62" y="6"/>
                    <a:pt x="60" y="11"/>
                  </a:cubicBezTo>
                  <a:cubicBezTo>
                    <a:pt x="59" y="15"/>
                    <a:pt x="53" y="20"/>
                    <a:pt x="50" y="23"/>
                  </a:cubicBezTo>
                  <a:cubicBezTo>
                    <a:pt x="43" y="30"/>
                    <a:pt x="41" y="33"/>
                    <a:pt x="34" y="39"/>
                  </a:cubicBezTo>
                  <a:cubicBezTo>
                    <a:pt x="25" y="49"/>
                    <a:pt x="11" y="65"/>
                    <a:pt x="0" y="73"/>
                  </a:cubicBezTo>
                  <a:cubicBezTo>
                    <a:pt x="7" y="66"/>
                    <a:pt x="16" y="57"/>
                    <a:pt x="23" y="50"/>
                  </a:cubicBezTo>
                  <a:cubicBezTo>
                    <a:pt x="31" y="42"/>
                    <a:pt x="37" y="34"/>
                    <a:pt x="45" y="25"/>
                  </a:cubicBezTo>
                  <a:cubicBezTo>
                    <a:pt x="51" y="17"/>
                    <a:pt x="58" y="3"/>
                    <a:pt x="48" y="1"/>
                  </a:cubicBezTo>
                  <a:cubicBezTo>
                    <a:pt x="51" y="0"/>
                    <a:pt x="52" y="1"/>
                    <a:pt x="54" y="2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3" name="Freeform 876">
              <a:extLst>
                <a:ext uri="{FF2B5EF4-FFF2-40B4-BE49-F238E27FC236}">
                  <a16:creationId xmlns:a16="http://schemas.microsoft.com/office/drawing/2014/main" id="{65211858-A0EE-4A46-B264-213F4AC16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1197"/>
              <a:ext cx="21" cy="27"/>
            </a:xfrm>
            <a:custGeom>
              <a:avLst/>
              <a:gdLst>
                <a:gd name="T0" fmla="*/ 21 w 14"/>
                <a:gd name="T1" fmla="*/ 16 h 17"/>
                <a:gd name="T2" fmla="*/ 35 w 14"/>
                <a:gd name="T3" fmla="*/ 8 h 17"/>
                <a:gd name="T4" fmla="*/ 14 w 14"/>
                <a:gd name="T5" fmla="*/ 56 h 17"/>
                <a:gd name="T6" fmla="*/ 0 w 14"/>
                <a:gd name="T7" fmla="*/ 68 h 17"/>
                <a:gd name="T8" fmla="*/ 21 w 14"/>
                <a:gd name="T9" fmla="*/ 48 h 17"/>
                <a:gd name="T10" fmla="*/ 41 w 14"/>
                <a:gd name="T11" fmla="*/ 5 h 17"/>
                <a:gd name="T12" fmla="*/ 21 w 14"/>
                <a:gd name="T13" fmla="*/ 1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6" y="4"/>
                  </a:moveTo>
                  <a:cubicBezTo>
                    <a:pt x="8" y="2"/>
                    <a:pt x="10" y="2"/>
                    <a:pt x="10" y="2"/>
                  </a:cubicBezTo>
                  <a:cubicBezTo>
                    <a:pt x="12" y="4"/>
                    <a:pt x="9" y="9"/>
                    <a:pt x="4" y="14"/>
                  </a:cubicBezTo>
                  <a:cubicBezTo>
                    <a:pt x="3" y="15"/>
                    <a:pt x="1" y="16"/>
                    <a:pt x="0" y="17"/>
                  </a:cubicBezTo>
                  <a:cubicBezTo>
                    <a:pt x="2" y="16"/>
                    <a:pt x="4" y="14"/>
                    <a:pt x="6" y="12"/>
                  </a:cubicBezTo>
                  <a:cubicBezTo>
                    <a:pt x="11" y="7"/>
                    <a:pt x="14" y="2"/>
                    <a:pt x="12" y="1"/>
                  </a:cubicBezTo>
                  <a:cubicBezTo>
                    <a:pt x="11" y="0"/>
                    <a:pt x="9" y="1"/>
                    <a:pt x="6" y="4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4" name="Freeform 877">
              <a:extLst>
                <a:ext uri="{FF2B5EF4-FFF2-40B4-BE49-F238E27FC236}">
                  <a16:creationId xmlns:a16="http://schemas.microsoft.com/office/drawing/2014/main" id="{CD7FBE91-1A2A-483C-94D7-3B22C9294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" y="1201"/>
              <a:ext cx="19" cy="24"/>
            </a:xfrm>
            <a:custGeom>
              <a:avLst/>
              <a:gdLst>
                <a:gd name="T0" fmla="*/ 6 w 13"/>
                <a:gd name="T1" fmla="*/ 54 h 15"/>
                <a:gd name="T2" fmla="*/ 26 w 13"/>
                <a:gd name="T3" fmla="*/ 16 h 15"/>
                <a:gd name="T4" fmla="*/ 41 w 13"/>
                <a:gd name="T5" fmla="*/ 0 h 15"/>
                <a:gd name="T6" fmla="*/ 19 w 13"/>
                <a:gd name="T7" fmla="*/ 21 h 15"/>
                <a:gd name="T8" fmla="*/ 1 w 13"/>
                <a:gd name="T9" fmla="*/ 56 h 15"/>
                <a:gd name="T10" fmla="*/ 19 w 13"/>
                <a:gd name="T11" fmla="*/ 54 h 15"/>
                <a:gd name="T12" fmla="*/ 6 w 13"/>
                <a:gd name="T13" fmla="*/ 5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5">
                  <a:moveTo>
                    <a:pt x="2" y="13"/>
                  </a:moveTo>
                  <a:cubicBezTo>
                    <a:pt x="1" y="12"/>
                    <a:pt x="4" y="8"/>
                    <a:pt x="8" y="4"/>
                  </a:cubicBezTo>
                  <a:cubicBezTo>
                    <a:pt x="10" y="2"/>
                    <a:pt x="12" y="1"/>
                    <a:pt x="13" y="0"/>
                  </a:cubicBezTo>
                  <a:cubicBezTo>
                    <a:pt x="11" y="0"/>
                    <a:pt x="9" y="2"/>
                    <a:pt x="6" y="5"/>
                  </a:cubicBezTo>
                  <a:cubicBezTo>
                    <a:pt x="2" y="9"/>
                    <a:pt x="0" y="13"/>
                    <a:pt x="1" y="14"/>
                  </a:cubicBezTo>
                  <a:cubicBezTo>
                    <a:pt x="2" y="15"/>
                    <a:pt x="4" y="14"/>
                    <a:pt x="6" y="13"/>
                  </a:cubicBezTo>
                  <a:cubicBezTo>
                    <a:pt x="5" y="13"/>
                    <a:pt x="3" y="14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5" name="Freeform 878">
              <a:extLst>
                <a:ext uri="{FF2B5EF4-FFF2-40B4-BE49-F238E27FC236}">
                  <a16:creationId xmlns:a16="http://schemas.microsoft.com/office/drawing/2014/main" id="{700994AD-1704-4174-B345-BEFBF7DF0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1134"/>
              <a:ext cx="156" cy="165"/>
            </a:xfrm>
            <a:custGeom>
              <a:avLst/>
              <a:gdLst>
                <a:gd name="T0" fmla="*/ 66 w 104"/>
                <a:gd name="T1" fmla="*/ 408 h 103"/>
                <a:gd name="T2" fmla="*/ 66 w 104"/>
                <a:gd name="T3" fmla="*/ 408 h 103"/>
                <a:gd name="T4" fmla="*/ 39 w 104"/>
                <a:gd name="T5" fmla="*/ 408 h 103"/>
                <a:gd name="T6" fmla="*/ 14 w 104"/>
                <a:gd name="T7" fmla="*/ 376 h 103"/>
                <a:gd name="T8" fmla="*/ 39 w 104"/>
                <a:gd name="T9" fmla="*/ 316 h 103"/>
                <a:gd name="T10" fmla="*/ 180 w 104"/>
                <a:gd name="T11" fmla="*/ 149 h 103"/>
                <a:gd name="T12" fmla="*/ 278 w 104"/>
                <a:gd name="T13" fmla="*/ 29 h 103"/>
                <a:gd name="T14" fmla="*/ 318 w 104"/>
                <a:gd name="T15" fmla="*/ 8 h 103"/>
                <a:gd name="T16" fmla="*/ 342 w 104"/>
                <a:gd name="T17" fmla="*/ 35 h 103"/>
                <a:gd name="T18" fmla="*/ 342 w 104"/>
                <a:gd name="T19" fmla="*/ 74 h 103"/>
                <a:gd name="T20" fmla="*/ 207 w 104"/>
                <a:gd name="T21" fmla="*/ 247 h 103"/>
                <a:gd name="T22" fmla="*/ 66 w 104"/>
                <a:gd name="T23" fmla="*/ 408 h 1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103">
                  <a:moveTo>
                    <a:pt x="19" y="99"/>
                  </a:moveTo>
                  <a:cubicBezTo>
                    <a:pt x="19" y="99"/>
                    <a:pt x="19" y="99"/>
                    <a:pt x="19" y="99"/>
                  </a:cubicBezTo>
                  <a:cubicBezTo>
                    <a:pt x="17" y="101"/>
                    <a:pt x="14" y="103"/>
                    <a:pt x="11" y="99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2" y="90"/>
                    <a:pt x="0" y="88"/>
                    <a:pt x="11" y="77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86" y="2"/>
                    <a:pt x="92" y="0"/>
                    <a:pt x="94" y="2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4" y="12"/>
                    <a:pt x="104" y="15"/>
                    <a:pt x="101" y="18"/>
                  </a:cubicBezTo>
                  <a:cubicBezTo>
                    <a:pt x="100" y="18"/>
                    <a:pt x="70" y="51"/>
                    <a:pt x="61" y="60"/>
                  </a:cubicBezTo>
                  <a:cubicBezTo>
                    <a:pt x="52" y="68"/>
                    <a:pt x="19" y="98"/>
                    <a:pt x="19" y="9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6" name="Freeform 879">
              <a:extLst>
                <a:ext uri="{FF2B5EF4-FFF2-40B4-BE49-F238E27FC236}">
                  <a16:creationId xmlns:a16="http://schemas.microsoft.com/office/drawing/2014/main" id="{41264E6C-B86A-4AEC-B62B-410829C0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532"/>
              <a:ext cx="198" cy="63"/>
            </a:xfrm>
            <a:custGeom>
              <a:avLst/>
              <a:gdLst>
                <a:gd name="T0" fmla="*/ 446 w 132"/>
                <a:gd name="T1" fmla="*/ 63 h 39"/>
                <a:gd name="T2" fmla="*/ 417 w 132"/>
                <a:gd name="T3" fmla="*/ 94 h 39"/>
                <a:gd name="T4" fmla="*/ 180 w 132"/>
                <a:gd name="T5" fmla="*/ 136 h 39"/>
                <a:gd name="T6" fmla="*/ 48 w 132"/>
                <a:gd name="T7" fmla="*/ 165 h 39"/>
                <a:gd name="T8" fmla="*/ 8 w 132"/>
                <a:gd name="T9" fmla="*/ 136 h 39"/>
                <a:gd name="T10" fmla="*/ 5 w 132"/>
                <a:gd name="T11" fmla="*/ 97 h 39"/>
                <a:gd name="T12" fmla="*/ 48 w 132"/>
                <a:gd name="T13" fmla="*/ 63 h 39"/>
                <a:gd name="T14" fmla="*/ 297 w 132"/>
                <a:gd name="T15" fmla="*/ 16 h 39"/>
                <a:gd name="T16" fmla="*/ 392 w 132"/>
                <a:gd name="T17" fmla="*/ 0 h 39"/>
                <a:gd name="T18" fmla="*/ 437 w 132"/>
                <a:gd name="T19" fmla="*/ 16 h 39"/>
                <a:gd name="T20" fmla="*/ 446 w 132"/>
                <a:gd name="T21" fmla="*/ 63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39">
                  <a:moveTo>
                    <a:pt x="132" y="15"/>
                  </a:moveTo>
                  <a:cubicBezTo>
                    <a:pt x="132" y="19"/>
                    <a:pt x="129" y="21"/>
                    <a:pt x="123" y="22"/>
                  </a:cubicBezTo>
                  <a:cubicBezTo>
                    <a:pt x="123" y="22"/>
                    <a:pt x="69" y="30"/>
                    <a:pt x="53" y="32"/>
                  </a:cubicBezTo>
                  <a:cubicBezTo>
                    <a:pt x="38" y="34"/>
                    <a:pt x="14" y="39"/>
                    <a:pt x="14" y="39"/>
                  </a:cubicBezTo>
                  <a:cubicBezTo>
                    <a:pt x="8" y="39"/>
                    <a:pt x="3" y="38"/>
                    <a:pt x="2" y="3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0"/>
                    <a:pt x="4" y="16"/>
                    <a:pt x="14" y="15"/>
                  </a:cubicBezTo>
                  <a:cubicBezTo>
                    <a:pt x="14" y="15"/>
                    <a:pt x="69" y="7"/>
                    <a:pt x="88" y="4"/>
                  </a:cubicBezTo>
                  <a:cubicBezTo>
                    <a:pt x="107" y="2"/>
                    <a:pt x="116" y="0"/>
                    <a:pt x="116" y="0"/>
                  </a:cubicBezTo>
                  <a:cubicBezTo>
                    <a:pt x="122" y="0"/>
                    <a:pt x="129" y="0"/>
                    <a:pt x="129" y="4"/>
                  </a:cubicBezTo>
                  <a:lnTo>
                    <a:pt x="132" y="15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7" name="Freeform 880">
              <a:extLst>
                <a:ext uri="{FF2B5EF4-FFF2-40B4-BE49-F238E27FC236}">
                  <a16:creationId xmlns:a16="http://schemas.microsoft.com/office/drawing/2014/main" id="{682B4EDA-AE90-4D8A-BABB-02868CD0D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480"/>
              <a:ext cx="197" cy="84"/>
            </a:xfrm>
            <a:custGeom>
              <a:avLst/>
              <a:gdLst>
                <a:gd name="T0" fmla="*/ 441 w 131"/>
                <a:gd name="T1" fmla="*/ 60 h 53"/>
                <a:gd name="T2" fmla="*/ 400 w 131"/>
                <a:gd name="T3" fmla="*/ 100 h 53"/>
                <a:gd name="T4" fmla="*/ 299 w 131"/>
                <a:gd name="T5" fmla="*/ 130 h 53"/>
                <a:gd name="T6" fmla="*/ 59 w 131"/>
                <a:gd name="T7" fmla="*/ 203 h 53"/>
                <a:gd name="T8" fmla="*/ 12 w 131"/>
                <a:gd name="T9" fmla="*/ 190 h 53"/>
                <a:gd name="T10" fmla="*/ 5 w 131"/>
                <a:gd name="T11" fmla="*/ 155 h 53"/>
                <a:gd name="T12" fmla="*/ 21 w 131"/>
                <a:gd name="T13" fmla="*/ 120 h 53"/>
                <a:gd name="T14" fmla="*/ 203 w 131"/>
                <a:gd name="T15" fmla="*/ 68 h 53"/>
                <a:gd name="T16" fmla="*/ 377 w 131"/>
                <a:gd name="T17" fmla="*/ 13 h 53"/>
                <a:gd name="T18" fmla="*/ 432 w 131"/>
                <a:gd name="T19" fmla="*/ 25 h 53"/>
                <a:gd name="T20" fmla="*/ 441 w 131"/>
                <a:gd name="T21" fmla="*/ 6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1" h="53">
                  <a:moveTo>
                    <a:pt x="130" y="15"/>
                  </a:moveTo>
                  <a:cubicBezTo>
                    <a:pt x="131" y="19"/>
                    <a:pt x="129" y="23"/>
                    <a:pt x="118" y="25"/>
                  </a:cubicBezTo>
                  <a:cubicBezTo>
                    <a:pt x="118" y="25"/>
                    <a:pt x="112" y="27"/>
                    <a:pt x="88" y="33"/>
                  </a:cubicBezTo>
                  <a:cubicBezTo>
                    <a:pt x="64" y="39"/>
                    <a:pt x="17" y="51"/>
                    <a:pt x="17" y="51"/>
                  </a:cubicBezTo>
                  <a:cubicBezTo>
                    <a:pt x="7" y="53"/>
                    <a:pt x="4" y="52"/>
                    <a:pt x="3" y="48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35"/>
                    <a:pt x="0" y="31"/>
                    <a:pt x="6" y="30"/>
                  </a:cubicBezTo>
                  <a:cubicBezTo>
                    <a:pt x="6" y="30"/>
                    <a:pt x="38" y="23"/>
                    <a:pt x="60" y="17"/>
                  </a:cubicBezTo>
                  <a:cubicBezTo>
                    <a:pt x="82" y="11"/>
                    <a:pt x="111" y="3"/>
                    <a:pt x="111" y="3"/>
                  </a:cubicBezTo>
                  <a:cubicBezTo>
                    <a:pt x="123" y="0"/>
                    <a:pt x="126" y="2"/>
                    <a:pt x="127" y="6"/>
                  </a:cubicBezTo>
                  <a:lnTo>
                    <a:pt x="130" y="15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8" name="Freeform 881">
              <a:extLst>
                <a:ext uri="{FF2B5EF4-FFF2-40B4-BE49-F238E27FC236}">
                  <a16:creationId xmlns:a16="http://schemas.microsoft.com/office/drawing/2014/main" id="{3AD4EA77-7D0E-42E0-B1E7-394EEE99E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403"/>
              <a:ext cx="186" cy="107"/>
            </a:xfrm>
            <a:custGeom>
              <a:avLst/>
              <a:gdLst>
                <a:gd name="T0" fmla="*/ 356 w 124"/>
                <a:gd name="T1" fmla="*/ 16 h 67"/>
                <a:gd name="T2" fmla="*/ 404 w 124"/>
                <a:gd name="T3" fmla="*/ 21 h 67"/>
                <a:gd name="T4" fmla="*/ 417 w 124"/>
                <a:gd name="T5" fmla="*/ 56 h 67"/>
                <a:gd name="T6" fmla="*/ 386 w 124"/>
                <a:gd name="T7" fmla="*/ 97 h 67"/>
                <a:gd name="T8" fmla="*/ 291 w 124"/>
                <a:gd name="T9" fmla="*/ 142 h 67"/>
                <a:gd name="T10" fmla="*/ 62 w 124"/>
                <a:gd name="T11" fmla="*/ 257 h 67"/>
                <a:gd name="T12" fmla="*/ 18 w 124"/>
                <a:gd name="T13" fmla="*/ 257 h 67"/>
                <a:gd name="T14" fmla="*/ 8 w 124"/>
                <a:gd name="T15" fmla="*/ 219 h 67"/>
                <a:gd name="T16" fmla="*/ 18 w 124"/>
                <a:gd name="T17" fmla="*/ 187 h 67"/>
                <a:gd name="T18" fmla="*/ 194 w 124"/>
                <a:gd name="T19" fmla="*/ 107 h 67"/>
                <a:gd name="T20" fmla="*/ 356 w 124"/>
                <a:gd name="T21" fmla="*/ 16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67">
                  <a:moveTo>
                    <a:pt x="105" y="4"/>
                  </a:moveTo>
                  <a:cubicBezTo>
                    <a:pt x="116" y="0"/>
                    <a:pt x="118" y="2"/>
                    <a:pt x="119" y="5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4" y="16"/>
                    <a:pt x="124" y="19"/>
                    <a:pt x="114" y="24"/>
                  </a:cubicBezTo>
                  <a:cubicBezTo>
                    <a:pt x="114" y="24"/>
                    <a:pt x="108" y="26"/>
                    <a:pt x="86" y="35"/>
                  </a:cubicBezTo>
                  <a:cubicBezTo>
                    <a:pt x="63" y="45"/>
                    <a:pt x="18" y="63"/>
                    <a:pt x="18" y="63"/>
                  </a:cubicBezTo>
                  <a:cubicBezTo>
                    <a:pt x="9" y="67"/>
                    <a:pt x="7" y="66"/>
                    <a:pt x="5" y="6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0" y="49"/>
                    <a:pt x="2" y="47"/>
                    <a:pt x="5" y="46"/>
                  </a:cubicBezTo>
                  <a:cubicBezTo>
                    <a:pt x="5" y="46"/>
                    <a:pt x="36" y="34"/>
                    <a:pt x="57" y="26"/>
                  </a:cubicBezTo>
                  <a:cubicBezTo>
                    <a:pt x="77" y="17"/>
                    <a:pt x="105" y="5"/>
                    <a:pt x="105" y="4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9" name="Freeform 882">
              <a:extLst>
                <a:ext uri="{FF2B5EF4-FFF2-40B4-BE49-F238E27FC236}">
                  <a16:creationId xmlns:a16="http://schemas.microsoft.com/office/drawing/2014/main" id="{8F61CD99-4DFC-43EA-AC39-0E37114C5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1448"/>
              <a:ext cx="38" cy="20"/>
            </a:xfrm>
            <a:custGeom>
              <a:avLst/>
              <a:gdLst>
                <a:gd name="T0" fmla="*/ 5 w 25"/>
                <a:gd name="T1" fmla="*/ 40 h 13"/>
                <a:gd name="T2" fmla="*/ 40 w 25"/>
                <a:gd name="T3" fmla="*/ 12 h 13"/>
                <a:gd name="T4" fmla="*/ 84 w 25"/>
                <a:gd name="T5" fmla="*/ 5 h 13"/>
                <a:gd name="T6" fmla="*/ 49 w 25"/>
                <a:gd name="T7" fmla="*/ 34 h 13"/>
                <a:gd name="T8" fmla="*/ 5 w 25"/>
                <a:gd name="T9" fmla="*/ 4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1" y="11"/>
                  </a:moveTo>
                  <a:cubicBezTo>
                    <a:pt x="0" y="9"/>
                    <a:pt x="5" y="6"/>
                    <a:pt x="11" y="3"/>
                  </a:cubicBezTo>
                  <a:cubicBezTo>
                    <a:pt x="18" y="0"/>
                    <a:pt x="23" y="0"/>
                    <a:pt x="24" y="1"/>
                  </a:cubicBezTo>
                  <a:cubicBezTo>
                    <a:pt x="25" y="3"/>
                    <a:pt x="20" y="7"/>
                    <a:pt x="14" y="9"/>
                  </a:cubicBezTo>
                  <a:cubicBezTo>
                    <a:pt x="8" y="12"/>
                    <a:pt x="2" y="13"/>
                    <a:pt x="1" y="11"/>
                  </a:cubicBezTo>
                  <a:close/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0" name="Freeform 883">
              <a:extLst>
                <a:ext uri="{FF2B5EF4-FFF2-40B4-BE49-F238E27FC236}">
                  <a16:creationId xmlns:a16="http://schemas.microsoft.com/office/drawing/2014/main" id="{6EFA38AC-89B0-468B-808D-1C03E188D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446"/>
              <a:ext cx="37" cy="21"/>
            </a:xfrm>
            <a:custGeom>
              <a:avLst/>
              <a:gdLst>
                <a:gd name="T0" fmla="*/ 1 w 25"/>
                <a:gd name="T1" fmla="*/ 47 h 13"/>
                <a:gd name="T2" fmla="*/ 36 w 25"/>
                <a:gd name="T3" fmla="*/ 13 h 13"/>
                <a:gd name="T4" fmla="*/ 78 w 25"/>
                <a:gd name="T5" fmla="*/ 8 h 13"/>
                <a:gd name="T6" fmla="*/ 46 w 25"/>
                <a:gd name="T7" fmla="*/ 42 h 13"/>
                <a:gd name="T8" fmla="*/ 1 w 25"/>
                <a:gd name="T9" fmla="*/ 4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1" y="11"/>
                  </a:moveTo>
                  <a:cubicBezTo>
                    <a:pt x="0" y="10"/>
                    <a:pt x="5" y="6"/>
                    <a:pt x="11" y="3"/>
                  </a:cubicBezTo>
                  <a:cubicBezTo>
                    <a:pt x="17" y="1"/>
                    <a:pt x="23" y="0"/>
                    <a:pt x="24" y="2"/>
                  </a:cubicBezTo>
                  <a:cubicBezTo>
                    <a:pt x="25" y="4"/>
                    <a:pt x="20" y="7"/>
                    <a:pt x="14" y="10"/>
                  </a:cubicBezTo>
                  <a:cubicBezTo>
                    <a:pt x="7" y="12"/>
                    <a:pt x="2" y="13"/>
                    <a:pt x="1" y="11"/>
                  </a:cubicBezTo>
                  <a:close/>
                </a:path>
              </a:pathLst>
            </a:cu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1" name="Freeform 884">
              <a:extLst>
                <a:ext uri="{FF2B5EF4-FFF2-40B4-BE49-F238E27FC236}">
                  <a16:creationId xmlns:a16="http://schemas.microsoft.com/office/drawing/2014/main" id="{B3971D14-ECCF-4EB6-9549-6D9916F00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449"/>
              <a:ext cx="74" cy="51"/>
            </a:xfrm>
            <a:custGeom>
              <a:avLst/>
              <a:gdLst>
                <a:gd name="T0" fmla="*/ 14 w 49"/>
                <a:gd name="T1" fmla="*/ 123 h 32"/>
                <a:gd name="T2" fmla="*/ 8 w 49"/>
                <a:gd name="T3" fmla="*/ 81 h 32"/>
                <a:gd name="T4" fmla="*/ 48 w 49"/>
                <a:gd name="T5" fmla="*/ 56 h 32"/>
                <a:gd name="T6" fmla="*/ 109 w 49"/>
                <a:gd name="T7" fmla="*/ 29 h 32"/>
                <a:gd name="T8" fmla="*/ 142 w 49"/>
                <a:gd name="T9" fmla="*/ 13 h 32"/>
                <a:gd name="T10" fmla="*/ 169 w 49"/>
                <a:gd name="T11" fmla="*/ 0 h 32"/>
                <a:gd name="T12" fmla="*/ 48 w 49"/>
                <a:gd name="T13" fmla="*/ 65 h 32"/>
                <a:gd name="T14" fmla="*/ 21 w 49"/>
                <a:gd name="T15" fmla="*/ 97 h 32"/>
                <a:gd name="T16" fmla="*/ 21 w 49"/>
                <a:gd name="T17" fmla="*/ 1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32">
                  <a:moveTo>
                    <a:pt x="4" y="30"/>
                  </a:moveTo>
                  <a:cubicBezTo>
                    <a:pt x="4" y="28"/>
                    <a:pt x="0" y="23"/>
                    <a:pt x="2" y="20"/>
                  </a:cubicBezTo>
                  <a:cubicBezTo>
                    <a:pt x="3" y="18"/>
                    <a:pt x="10" y="16"/>
                    <a:pt x="14" y="14"/>
                  </a:cubicBezTo>
                  <a:cubicBezTo>
                    <a:pt x="20" y="12"/>
                    <a:pt x="26" y="9"/>
                    <a:pt x="32" y="7"/>
                  </a:cubicBezTo>
                  <a:cubicBezTo>
                    <a:pt x="35" y="5"/>
                    <a:pt x="38" y="5"/>
                    <a:pt x="41" y="3"/>
                  </a:cubicBezTo>
                  <a:cubicBezTo>
                    <a:pt x="43" y="2"/>
                    <a:pt x="46" y="0"/>
                    <a:pt x="49" y="0"/>
                  </a:cubicBezTo>
                  <a:cubicBezTo>
                    <a:pt x="39" y="7"/>
                    <a:pt x="25" y="11"/>
                    <a:pt x="14" y="16"/>
                  </a:cubicBezTo>
                  <a:cubicBezTo>
                    <a:pt x="10" y="18"/>
                    <a:pt x="7" y="21"/>
                    <a:pt x="6" y="24"/>
                  </a:cubicBezTo>
                  <a:cubicBezTo>
                    <a:pt x="5" y="27"/>
                    <a:pt x="5" y="29"/>
                    <a:pt x="6" y="32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2" name="Freeform 885">
              <a:extLst>
                <a:ext uri="{FF2B5EF4-FFF2-40B4-BE49-F238E27FC236}">
                  <a16:creationId xmlns:a16="http://schemas.microsoft.com/office/drawing/2014/main" id="{00D7173E-E462-418F-A268-4CE2B7F9E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412"/>
              <a:ext cx="109" cy="69"/>
            </a:xfrm>
            <a:custGeom>
              <a:avLst/>
              <a:gdLst>
                <a:gd name="T0" fmla="*/ 0 w 73"/>
                <a:gd name="T1" fmla="*/ 178 h 43"/>
                <a:gd name="T2" fmla="*/ 181 w 73"/>
                <a:gd name="T3" fmla="*/ 77 h 43"/>
                <a:gd name="T4" fmla="*/ 240 w 73"/>
                <a:gd name="T5" fmla="*/ 42 h 43"/>
                <a:gd name="T6" fmla="*/ 222 w 73"/>
                <a:gd name="T7" fmla="*/ 0 h 43"/>
                <a:gd name="T8" fmla="*/ 222 w 73"/>
                <a:gd name="T9" fmla="*/ 47 h 43"/>
                <a:gd name="T10" fmla="*/ 190 w 73"/>
                <a:gd name="T11" fmla="*/ 67 h 43"/>
                <a:gd name="T12" fmla="*/ 148 w 73"/>
                <a:gd name="T13" fmla="*/ 90 h 43"/>
                <a:gd name="T14" fmla="*/ 67 w 73"/>
                <a:gd name="T15" fmla="*/ 132 h 43"/>
                <a:gd name="T16" fmla="*/ 28 w 73"/>
                <a:gd name="T17" fmla="*/ 157 h 43"/>
                <a:gd name="T18" fmla="*/ 1 w 73"/>
                <a:gd name="T19" fmla="*/ 173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43">
                  <a:moveTo>
                    <a:pt x="0" y="43"/>
                  </a:moveTo>
                  <a:cubicBezTo>
                    <a:pt x="18" y="35"/>
                    <a:pt x="36" y="26"/>
                    <a:pt x="54" y="19"/>
                  </a:cubicBezTo>
                  <a:cubicBezTo>
                    <a:pt x="59" y="18"/>
                    <a:pt x="70" y="14"/>
                    <a:pt x="72" y="10"/>
                  </a:cubicBezTo>
                  <a:cubicBezTo>
                    <a:pt x="73" y="7"/>
                    <a:pt x="69" y="2"/>
                    <a:pt x="67" y="0"/>
                  </a:cubicBezTo>
                  <a:cubicBezTo>
                    <a:pt x="69" y="3"/>
                    <a:pt x="70" y="8"/>
                    <a:pt x="67" y="11"/>
                  </a:cubicBezTo>
                  <a:cubicBezTo>
                    <a:pt x="64" y="13"/>
                    <a:pt x="60" y="15"/>
                    <a:pt x="57" y="16"/>
                  </a:cubicBezTo>
                  <a:cubicBezTo>
                    <a:pt x="53" y="18"/>
                    <a:pt x="49" y="20"/>
                    <a:pt x="44" y="22"/>
                  </a:cubicBezTo>
                  <a:cubicBezTo>
                    <a:pt x="36" y="25"/>
                    <a:pt x="28" y="28"/>
                    <a:pt x="20" y="32"/>
                  </a:cubicBezTo>
                  <a:cubicBezTo>
                    <a:pt x="17" y="34"/>
                    <a:pt x="13" y="36"/>
                    <a:pt x="9" y="38"/>
                  </a:cubicBezTo>
                  <a:cubicBezTo>
                    <a:pt x="6" y="39"/>
                    <a:pt x="3" y="40"/>
                    <a:pt x="1" y="42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3" name="Freeform 886">
              <a:extLst>
                <a:ext uri="{FF2B5EF4-FFF2-40B4-BE49-F238E27FC236}">
                  <a16:creationId xmlns:a16="http://schemas.microsoft.com/office/drawing/2014/main" id="{C10055E7-E7D0-48EB-A38A-ABB86B270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1446"/>
              <a:ext cx="28" cy="19"/>
            </a:xfrm>
            <a:custGeom>
              <a:avLst/>
              <a:gdLst>
                <a:gd name="T0" fmla="*/ 35 w 19"/>
                <a:gd name="T1" fmla="*/ 5 h 12"/>
                <a:gd name="T2" fmla="*/ 52 w 19"/>
                <a:gd name="T3" fmla="*/ 8 h 12"/>
                <a:gd name="T4" fmla="*/ 19 w 19"/>
                <a:gd name="T5" fmla="*/ 40 h 12"/>
                <a:gd name="T6" fmla="*/ 0 w 19"/>
                <a:gd name="T7" fmla="*/ 48 h 12"/>
                <a:gd name="T8" fmla="*/ 27 w 19"/>
                <a:gd name="T9" fmla="*/ 40 h 12"/>
                <a:gd name="T10" fmla="*/ 59 w 19"/>
                <a:gd name="T11" fmla="*/ 8 h 12"/>
                <a:gd name="T12" fmla="*/ 35 w 19"/>
                <a:gd name="T13" fmla="*/ 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2">
                  <a:moveTo>
                    <a:pt x="11" y="1"/>
                  </a:moveTo>
                  <a:cubicBezTo>
                    <a:pt x="14" y="1"/>
                    <a:pt x="15" y="1"/>
                    <a:pt x="16" y="2"/>
                  </a:cubicBezTo>
                  <a:cubicBezTo>
                    <a:pt x="17" y="4"/>
                    <a:pt x="12" y="8"/>
                    <a:pt x="6" y="10"/>
                  </a:cubicBezTo>
                  <a:cubicBezTo>
                    <a:pt x="4" y="11"/>
                    <a:pt x="2" y="12"/>
                    <a:pt x="0" y="12"/>
                  </a:cubicBezTo>
                  <a:cubicBezTo>
                    <a:pt x="2" y="12"/>
                    <a:pt x="5" y="11"/>
                    <a:pt x="8" y="10"/>
                  </a:cubicBezTo>
                  <a:cubicBezTo>
                    <a:pt x="14" y="7"/>
                    <a:pt x="19" y="3"/>
                    <a:pt x="18" y="2"/>
                  </a:cubicBezTo>
                  <a:cubicBezTo>
                    <a:pt x="18" y="0"/>
                    <a:pt x="15" y="0"/>
                    <a:pt x="11" y="1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4" name="Freeform 887">
              <a:extLst>
                <a:ext uri="{FF2B5EF4-FFF2-40B4-BE49-F238E27FC236}">
                  <a16:creationId xmlns:a16="http://schemas.microsoft.com/office/drawing/2014/main" id="{442EE906-8196-4ACB-BAA1-FD1CB8A95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1449"/>
              <a:ext cx="26" cy="15"/>
            </a:xfrm>
            <a:custGeom>
              <a:avLst/>
              <a:gdLst>
                <a:gd name="T0" fmla="*/ 8 w 17"/>
                <a:gd name="T1" fmla="*/ 37 h 9"/>
                <a:gd name="T2" fmla="*/ 35 w 17"/>
                <a:gd name="T3" fmla="*/ 5 h 9"/>
                <a:gd name="T4" fmla="*/ 61 w 17"/>
                <a:gd name="T5" fmla="*/ 0 h 9"/>
                <a:gd name="T6" fmla="*/ 28 w 17"/>
                <a:gd name="T7" fmla="*/ 8 h 9"/>
                <a:gd name="T8" fmla="*/ 0 w 17"/>
                <a:gd name="T9" fmla="*/ 37 h 9"/>
                <a:gd name="T10" fmla="*/ 18 w 17"/>
                <a:gd name="T11" fmla="*/ 42 h 9"/>
                <a:gd name="T12" fmla="*/ 8 w 17"/>
                <a:gd name="T13" fmla="*/ 3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9">
                  <a:moveTo>
                    <a:pt x="2" y="8"/>
                  </a:moveTo>
                  <a:cubicBezTo>
                    <a:pt x="1" y="6"/>
                    <a:pt x="5" y="4"/>
                    <a:pt x="10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15" y="0"/>
                    <a:pt x="12" y="0"/>
                    <a:pt x="8" y="2"/>
                  </a:cubicBezTo>
                  <a:cubicBezTo>
                    <a:pt x="3" y="4"/>
                    <a:pt x="0" y="7"/>
                    <a:pt x="0" y="8"/>
                  </a:cubicBezTo>
                  <a:cubicBezTo>
                    <a:pt x="1" y="9"/>
                    <a:pt x="2" y="9"/>
                    <a:pt x="5" y="9"/>
                  </a:cubicBezTo>
                  <a:cubicBezTo>
                    <a:pt x="4" y="9"/>
                    <a:pt x="2" y="9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5" name="Freeform 888">
              <a:extLst>
                <a:ext uri="{FF2B5EF4-FFF2-40B4-BE49-F238E27FC236}">
                  <a16:creationId xmlns:a16="http://schemas.microsoft.com/office/drawing/2014/main" id="{651279AE-1C2E-415B-972C-9701011D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403"/>
              <a:ext cx="186" cy="107"/>
            </a:xfrm>
            <a:custGeom>
              <a:avLst/>
              <a:gdLst>
                <a:gd name="T0" fmla="*/ 356 w 124"/>
                <a:gd name="T1" fmla="*/ 16 h 67"/>
                <a:gd name="T2" fmla="*/ 404 w 124"/>
                <a:gd name="T3" fmla="*/ 21 h 67"/>
                <a:gd name="T4" fmla="*/ 417 w 124"/>
                <a:gd name="T5" fmla="*/ 56 h 67"/>
                <a:gd name="T6" fmla="*/ 386 w 124"/>
                <a:gd name="T7" fmla="*/ 97 h 67"/>
                <a:gd name="T8" fmla="*/ 291 w 124"/>
                <a:gd name="T9" fmla="*/ 142 h 67"/>
                <a:gd name="T10" fmla="*/ 62 w 124"/>
                <a:gd name="T11" fmla="*/ 257 h 67"/>
                <a:gd name="T12" fmla="*/ 18 w 124"/>
                <a:gd name="T13" fmla="*/ 257 h 67"/>
                <a:gd name="T14" fmla="*/ 8 w 124"/>
                <a:gd name="T15" fmla="*/ 219 h 67"/>
                <a:gd name="T16" fmla="*/ 18 w 124"/>
                <a:gd name="T17" fmla="*/ 187 h 67"/>
                <a:gd name="T18" fmla="*/ 194 w 124"/>
                <a:gd name="T19" fmla="*/ 107 h 67"/>
                <a:gd name="T20" fmla="*/ 356 w 124"/>
                <a:gd name="T21" fmla="*/ 16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67">
                  <a:moveTo>
                    <a:pt x="105" y="4"/>
                  </a:moveTo>
                  <a:cubicBezTo>
                    <a:pt x="116" y="0"/>
                    <a:pt x="118" y="2"/>
                    <a:pt x="119" y="5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4" y="16"/>
                    <a:pt x="124" y="19"/>
                    <a:pt x="114" y="24"/>
                  </a:cubicBezTo>
                  <a:cubicBezTo>
                    <a:pt x="114" y="24"/>
                    <a:pt x="108" y="26"/>
                    <a:pt x="86" y="35"/>
                  </a:cubicBezTo>
                  <a:cubicBezTo>
                    <a:pt x="63" y="45"/>
                    <a:pt x="18" y="63"/>
                    <a:pt x="18" y="63"/>
                  </a:cubicBezTo>
                  <a:cubicBezTo>
                    <a:pt x="9" y="67"/>
                    <a:pt x="7" y="66"/>
                    <a:pt x="5" y="6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0" y="49"/>
                    <a:pt x="2" y="47"/>
                    <a:pt x="5" y="46"/>
                  </a:cubicBezTo>
                  <a:cubicBezTo>
                    <a:pt x="5" y="46"/>
                    <a:pt x="36" y="34"/>
                    <a:pt x="57" y="26"/>
                  </a:cubicBezTo>
                  <a:cubicBezTo>
                    <a:pt x="77" y="17"/>
                    <a:pt x="105" y="5"/>
                    <a:pt x="105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6" name="Freeform 889">
              <a:extLst>
                <a:ext uri="{FF2B5EF4-FFF2-40B4-BE49-F238E27FC236}">
                  <a16:creationId xmlns:a16="http://schemas.microsoft.com/office/drawing/2014/main" id="{86C93E15-9003-436D-B47A-89B75E294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401"/>
              <a:ext cx="190" cy="111"/>
            </a:xfrm>
            <a:custGeom>
              <a:avLst/>
              <a:gdLst>
                <a:gd name="T0" fmla="*/ 423 w 127"/>
                <a:gd name="T1" fmla="*/ 60 h 69"/>
                <a:gd name="T2" fmla="*/ 389 w 127"/>
                <a:gd name="T3" fmla="*/ 109 h 69"/>
                <a:gd name="T4" fmla="*/ 290 w 127"/>
                <a:gd name="T5" fmla="*/ 156 h 69"/>
                <a:gd name="T6" fmla="*/ 63 w 127"/>
                <a:gd name="T7" fmla="*/ 275 h 69"/>
                <a:gd name="T8" fmla="*/ 15 w 127"/>
                <a:gd name="T9" fmla="*/ 272 h 69"/>
                <a:gd name="T10" fmla="*/ 1 w 127"/>
                <a:gd name="T11" fmla="*/ 233 h 69"/>
                <a:gd name="T12" fmla="*/ 15 w 127"/>
                <a:gd name="T13" fmla="*/ 191 h 69"/>
                <a:gd name="T14" fmla="*/ 190 w 127"/>
                <a:gd name="T15" fmla="*/ 109 h 69"/>
                <a:gd name="T16" fmla="*/ 356 w 127"/>
                <a:gd name="T17" fmla="*/ 16 h 69"/>
                <a:gd name="T18" fmla="*/ 410 w 127"/>
                <a:gd name="T19" fmla="*/ 21 h 69"/>
                <a:gd name="T20" fmla="*/ 423 w 127"/>
                <a:gd name="T21" fmla="*/ 60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69">
                  <a:moveTo>
                    <a:pt x="126" y="14"/>
                  </a:moveTo>
                  <a:cubicBezTo>
                    <a:pt x="127" y="18"/>
                    <a:pt x="126" y="21"/>
                    <a:pt x="116" y="26"/>
                  </a:cubicBezTo>
                  <a:cubicBezTo>
                    <a:pt x="116" y="26"/>
                    <a:pt x="110" y="28"/>
                    <a:pt x="87" y="37"/>
                  </a:cubicBezTo>
                  <a:cubicBezTo>
                    <a:pt x="64" y="47"/>
                    <a:pt x="19" y="66"/>
                    <a:pt x="19" y="66"/>
                  </a:cubicBezTo>
                  <a:cubicBezTo>
                    <a:pt x="10" y="69"/>
                    <a:pt x="6" y="68"/>
                    <a:pt x="5" y="65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0" y="52"/>
                    <a:pt x="0" y="49"/>
                    <a:pt x="5" y="46"/>
                  </a:cubicBezTo>
                  <a:cubicBezTo>
                    <a:pt x="5" y="46"/>
                    <a:pt x="36" y="34"/>
                    <a:pt x="57" y="26"/>
                  </a:cubicBezTo>
                  <a:cubicBezTo>
                    <a:pt x="78" y="17"/>
                    <a:pt x="106" y="4"/>
                    <a:pt x="106" y="4"/>
                  </a:cubicBezTo>
                  <a:cubicBezTo>
                    <a:pt x="116" y="0"/>
                    <a:pt x="120" y="2"/>
                    <a:pt x="122" y="5"/>
                  </a:cubicBezTo>
                  <a:lnTo>
                    <a:pt x="126" y="14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7" name="Freeform 890">
              <a:extLst>
                <a:ext uri="{FF2B5EF4-FFF2-40B4-BE49-F238E27FC236}">
                  <a16:creationId xmlns:a16="http://schemas.microsoft.com/office/drawing/2014/main" id="{744BF685-F953-4C73-8FB6-2412AE3BF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1552"/>
              <a:ext cx="198" cy="48"/>
            </a:xfrm>
            <a:custGeom>
              <a:avLst/>
              <a:gdLst>
                <a:gd name="T0" fmla="*/ 444 w 132"/>
                <a:gd name="T1" fmla="*/ 94 h 30"/>
                <a:gd name="T2" fmla="*/ 383 w 132"/>
                <a:gd name="T3" fmla="*/ 118 h 30"/>
                <a:gd name="T4" fmla="*/ 183 w 132"/>
                <a:gd name="T5" fmla="*/ 107 h 30"/>
                <a:gd name="T6" fmla="*/ 39 w 132"/>
                <a:gd name="T7" fmla="*/ 98 h 30"/>
                <a:gd name="T8" fmla="*/ 0 w 132"/>
                <a:gd name="T9" fmla="*/ 69 h 30"/>
                <a:gd name="T10" fmla="*/ 0 w 132"/>
                <a:gd name="T11" fmla="*/ 29 h 30"/>
                <a:gd name="T12" fmla="*/ 32 w 132"/>
                <a:gd name="T13" fmla="*/ 0 h 30"/>
                <a:gd name="T14" fmla="*/ 215 w 132"/>
                <a:gd name="T15" fmla="*/ 13 h 30"/>
                <a:gd name="T16" fmla="*/ 417 w 132"/>
                <a:gd name="T17" fmla="*/ 21 h 30"/>
                <a:gd name="T18" fmla="*/ 444 w 132"/>
                <a:gd name="T19" fmla="*/ 54 h 30"/>
                <a:gd name="T20" fmla="*/ 444 w 132"/>
                <a:gd name="T21" fmla="*/ 94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30">
                  <a:moveTo>
                    <a:pt x="131" y="23"/>
                  </a:moveTo>
                  <a:cubicBezTo>
                    <a:pt x="131" y="26"/>
                    <a:pt x="129" y="30"/>
                    <a:pt x="113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5" y="24"/>
                    <a:pt x="0" y="21"/>
                    <a:pt x="0" y="1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3"/>
                    <a:pt x="3" y="0"/>
                    <a:pt x="9" y="0"/>
                  </a:cubicBezTo>
                  <a:cubicBezTo>
                    <a:pt x="9" y="0"/>
                    <a:pt x="50" y="3"/>
                    <a:pt x="63" y="3"/>
                  </a:cubicBezTo>
                  <a:cubicBezTo>
                    <a:pt x="76" y="4"/>
                    <a:pt x="123" y="5"/>
                    <a:pt x="123" y="5"/>
                  </a:cubicBezTo>
                  <a:cubicBezTo>
                    <a:pt x="129" y="6"/>
                    <a:pt x="132" y="9"/>
                    <a:pt x="131" y="13"/>
                  </a:cubicBezTo>
                  <a:lnTo>
                    <a:pt x="131" y="23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8" name="Freeform 891">
              <a:extLst>
                <a:ext uri="{FF2B5EF4-FFF2-40B4-BE49-F238E27FC236}">
                  <a16:creationId xmlns:a16="http://schemas.microsoft.com/office/drawing/2014/main" id="{5C4C3391-8E7E-4FCE-957E-A818F1843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1278"/>
              <a:ext cx="176" cy="149"/>
            </a:xfrm>
            <a:custGeom>
              <a:avLst/>
              <a:gdLst>
                <a:gd name="T0" fmla="*/ 12 w 117"/>
                <a:gd name="T1" fmla="*/ 333 h 93"/>
                <a:gd name="T2" fmla="*/ 45 w 117"/>
                <a:gd name="T3" fmla="*/ 268 h 93"/>
                <a:gd name="T4" fmla="*/ 208 w 117"/>
                <a:gd name="T5" fmla="*/ 123 h 93"/>
                <a:gd name="T6" fmla="*/ 319 w 117"/>
                <a:gd name="T7" fmla="*/ 26 h 93"/>
                <a:gd name="T8" fmla="*/ 372 w 117"/>
                <a:gd name="T9" fmla="*/ 13 h 93"/>
                <a:gd name="T10" fmla="*/ 391 w 117"/>
                <a:gd name="T11" fmla="*/ 46 h 93"/>
                <a:gd name="T12" fmla="*/ 381 w 117"/>
                <a:gd name="T13" fmla="*/ 90 h 93"/>
                <a:gd name="T14" fmla="*/ 229 w 117"/>
                <a:gd name="T15" fmla="*/ 234 h 93"/>
                <a:gd name="T16" fmla="*/ 66 w 117"/>
                <a:gd name="T17" fmla="*/ 367 h 93"/>
                <a:gd name="T18" fmla="*/ 32 w 117"/>
                <a:gd name="T19" fmla="*/ 367 h 93"/>
                <a:gd name="T20" fmla="*/ 12 w 117"/>
                <a:gd name="T21" fmla="*/ 333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7" h="93">
                  <a:moveTo>
                    <a:pt x="3" y="81"/>
                  </a:moveTo>
                  <a:cubicBezTo>
                    <a:pt x="1" y="78"/>
                    <a:pt x="0" y="74"/>
                    <a:pt x="13" y="65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100" y="1"/>
                    <a:pt x="107" y="0"/>
                    <a:pt x="109" y="3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7" y="15"/>
                    <a:pt x="117" y="18"/>
                    <a:pt x="112" y="22"/>
                  </a:cubicBezTo>
                  <a:cubicBezTo>
                    <a:pt x="112" y="22"/>
                    <a:pt x="77" y="50"/>
                    <a:pt x="67" y="57"/>
                  </a:cubicBezTo>
                  <a:cubicBezTo>
                    <a:pt x="56" y="65"/>
                    <a:pt x="19" y="89"/>
                    <a:pt x="19" y="89"/>
                  </a:cubicBezTo>
                  <a:cubicBezTo>
                    <a:pt x="15" y="93"/>
                    <a:pt x="11" y="92"/>
                    <a:pt x="9" y="89"/>
                  </a:cubicBezTo>
                  <a:lnTo>
                    <a:pt x="3" y="8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9" name="Freeform 892">
              <a:extLst>
                <a:ext uri="{FF2B5EF4-FFF2-40B4-BE49-F238E27FC236}">
                  <a16:creationId xmlns:a16="http://schemas.microsoft.com/office/drawing/2014/main" id="{22AF7424-1049-4CD9-B241-5D68D9EF7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1131"/>
              <a:ext cx="160" cy="170"/>
            </a:xfrm>
            <a:custGeom>
              <a:avLst/>
              <a:gdLst>
                <a:gd name="T0" fmla="*/ 9 w 107"/>
                <a:gd name="T1" fmla="*/ 391 h 106"/>
                <a:gd name="T2" fmla="*/ 36 w 107"/>
                <a:gd name="T3" fmla="*/ 321 h 106"/>
                <a:gd name="T4" fmla="*/ 176 w 107"/>
                <a:gd name="T5" fmla="*/ 152 h 106"/>
                <a:gd name="T6" fmla="*/ 275 w 107"/>
                <a:gd name="T7" fmla="*/ 34 h 106"/>
                <a:gd name="T8" fmla="*/ 321 w 107"/>
                <a:gd name="T9" fmla="*/ 13 h 106"/>
                <a:gd name="T10" fmla="*/ 344 w 107"/>
                <a:gd name="T11" fmla="*/ 42 h 106"/>
                <a:gd name="T12" fmla="*/ 344 w 107"/>
                <a:gd name="T13" fmla="*/ 88 h 106"/>
                <a:gd name="T14" fmla="*/ 211 w 107"/>
                <a:gd name="T15" fmla="*/ 255 h 106"/>
                <a:gd name="T16" fmla="*/ 69 w 107"/>
                <a:gd name="T17" fmla="*/ 422 h 106"/>
                <a:gd name="T18" fmla="*/ 33 w 107"/>
                <a:gd name="T19" fmla="*/ 422 h 106"/>
                <a:gd name="T20" fmla="*/ 9 w 107"/>
                <a:gd name="T21" fmla="*/ 391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106">
                  <a:moveTo>
                    <a:pt x="3" y="95"/>
                  </a:moveTo>
                  <a:cubicBezTo>
                    <a:pt x="1" y="93"/>
                    <a:pt x="0" y="89"/>
                    <a:pt x="11" y="78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8" y="2"/>
                    <a:pt x="94" y="0"/>
                    <a:pt x="96" y="3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6" y="13"/>
                    <a:pt x="107" y="17"/>
                    <a:pt x="103" y="21"/>
                  </a:cubicBezTo>
                  <a:cubicBezTo>
                    <a:pt x="103" y="21"/>
                    <a:pt x="72" y="53"/>
                    <a:pt x="63" y="62"/>
                  </a:cubicBezTo>
                  <a:cubicBezTo>
                    <a:pt x="54" y="71"/>
                    <a:pt x="21" y="102"/>
                    <a:pt x="21" y="102"/>
                  </a:cubicBezTo>
                  <a:cubicBezTo>
                    <a:pt x="17" y="106"/>
                    <a:pt x="13" y="105"/>
                    <a:pt x="10" y="102"/>
                  </a:cubicBezTo>
                  <a:lnTo>
                    <a:pt x="3" y="95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8" name="Curved-section-of-arterial-wall">
            <a:extLst>
              <a:ext uri="{FF2B5EF4-FFF2-40B4-BE49-F238E27FC236}">
                <a16:creationId xmlns:a16="http://schemas.microsoft.com/office/drawing/2014/main" id="{ACCEA825-0959-4B71-8FFC-0230D98D372F}"/>
              </a:ext>
            </a:extLst>
          </p:cNvPr>
          <p:cNvGrpSpPr>
            <a:grpSpLocks/>
          </p:cNvGrpSpPr>
          <p:nvPr/>
        </p:nvGrpSpPr>
        <p:grpSpPr bwMode="auto">
          <a:xfrm>
            <a:off x="2035175" y="1447800"/>
            <a:ext cx="1212850" cy="3860800"/>
            <a:chOff x="244" y="912"/>
            <a:chExt cx="764" cy="2432"/>
          </a:xfrm>
        </p:grpSpPr>
        <p:grpSp>
          <p:nvGrpSpPr>
            <p:cNvPr id="17259" name="Group 211">
              <a:extLst>
                <a:ext uri="{FF2B5EF4-FFF2-40B4-BE49-F238E27FC236}">
                  <a16:creationId xmlns:a16="http://schemas.microsoft.com/office/drawing/2014/main" id="{F3EF9ECF-E339-4C1C-8187-8D4EF7CEBB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5" y="912"/>
              <a:ext cx="763" cy="2432"/>
              <a:chOff x="245" y="912"/>
              <a:chExt cx="763" cy="2432"/>
            </a:xfrm>
          </p:grpSpPr>
          <p:sp>
            <p:nvSpPr>
              <p:cNvPr id="17289" name="Freeform 11">
                <a:extLst>
                  <a:ext uri="{FF2B5EF4-FFF2-40B4-BE49-F238E27FC236}">
                    <a16:creationId xmlns:a16="http://schemas.microsoft.com/office/drawing/2014/main" id="{94BF4FD5-2C91-48BA-BE84-80CB21C36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" y="931"/>
                <a:ext cx="746" cy="2410"/>
              </a:xfrm>
              <a:custGeom>
                <a:avLst/>
                <a:gdLst>
                  <a:gd name="T0" fmla="*/ 532 w 746"/>
                  <a:gd name="T1" fmla="*/ 1852 h 2410"/>
                  <a:gd name="T2" fmla="*/ 424 w 746"/>
                  <a:gd name="T3" fmla="*/ 1636 h 2410"/>
                  <a:gd name="T4" fmla="*/ 280 w 746"/>
                  <a:gd name="T5" fmla="*/ 1345 h 2410"/>
                  <a:gd name="T6" fmla="*/ 250 w 746"/>
                  <a:gd name="T7" fmla="*/ 1249 h 2410"/>
                  <a:gd name="T8" fmla="*/ 237 w 746"/>
                  <a:gd name="T9" fmla="*/ 1105 h 2410"/>
                  <a:gd name="T10" fmla="*/ 253 w 746"/>
                  <a:gd name="T11" fmla="*/ 862 h 2410"/>
                  <a:gd name="T12" fmla="*/ 298 w 746"/>
                  <a:gd name="T13" fmla="*/ 680 h 2410"/>
                  <a:gd name="T14" fmla="*/ 379 w 746"/>
                  <a:gd name="T15" fmla="*/ 557 h 2410"/>
                  <a:gd name="T16" fmla="*/ 530 w 746"/>
                  <a:gd name="T17" fmla="*/ 352 h 2410"/>
                  <a:gd name="T18" fmla="*/ 746 w 746"/>
                  <a:gd name="T19" fmla="*/ 202 h 2410"/>
                  <a:gd name="T20" fmla="*/ 595 w 746"/>
                  <a:gd name="T21" fmla="*/ 0 h 2410"/>
                  <a:gd name="T22" fmla="*/ 580 w 746"/>
                  <a:gd name="T23" fmla="*/ 8 h 2410"/>
                  <a:gd name="T24" fmla="*/ 397 w 746"/>
                  <a:gd name="T25" fmla="*/ 149 h 2410"/>
                  <a:gd name="T26" fmla="*/ 184 w 746"/>
                  <a:gd name="T27" fmla="*/ 381 h 2410"/>
                  <a:gd name="T28" fmla="*/ 133 w 746"/>
                  <a:gd name="T29" fmla="*/ 477 h 2410"/>
                  <a:gd name="T30" fmla="*/ 30 w 746"/>
                  <a:gd name="T31" fmla="*/ 769 h 2410"/>
                  <a:gd name="T32" fmla="*/ 0 w 746"/>
                  <a:gd name="T33" fmla="*/ 1116 h 2410"/>
                  <a:gd name="T34" fmla="*/ 40 w 746"/>
                  <a:gd name="T35" fmla="*/ 1393 h 2410"/>
                  <a:gd name="T36" fmla="*/ 118 w 746"/>
                  <a:gd name="T37" fmla="*/ 1567 h 2410"/>
                  <a:gd name="T38" fmla="*/ 264 w 746"/>
                  <a:gd name="T39" fmla="*/ 1836 h 2410"/>
                  <a:gd name="T40" fmla="*/ 333 w 746"/>
                  <a:gd name="T41" fmla="*/ 2021 h 2410"/>
                  <a:gd name="T42" fmla="*/ 362 w 746"/>
                  <a:gd name="T43" fmla="*/ 2175 h 2410"/>
                  <a:gd name="T44" fmla="*/ 343 w 746"/>
                  <a:gd name="T45" fmla="*/ 2384 h 2410"/>
                  <a:gd name="T46" fmla="*/ 580 w 746"/>
                  <a:gd name="T47" fmla="*/ 2410 h 2410"/>
                  <a:gd name="T48" fmla="*/ 605 w 746"/>
                  <a:gd name="T49" fmla="*/ 2234 h 2410"/>
                  <a:gd name="T50" fmla="*/ 577 w 746"/>
                  <a:gd name="T51" fmla="*/ 2060 h 2410"/>
                  <a:gd name="T52" fmla="*/ 532 w 746"/>
                  <a:gd name="T53" fmla="*/ 1852 h 24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46" h="2410">
                    <a:moveTo>
                      <a:pt x="532" y="1852"/>
                    </a:moveTo>
                    <a:lnTo>
                      <a:pt x="424" y="1636"/>
                    </a:lnTo>
                    <a:lnTo>
                      <a:pt x="280" y="1345"/>
                    </a:lnTo>
                    <a:lnTo>
                      <a:pt x="250" y="1249"/>
                    </a:lnTo>
                    <a:lnTo>
                      <a:pt x="237" y="1105"/>
                    </a:lnTo>
                    <a:lnTo>
                      <a:pt x="253" y="862"/>
                    </a:lnTo>
                    <a:lnTo>
                      <a:pt x="298" y="680"/>
                    </a:lnTo>
                    <a:lnTo>
                      <a:pt x="379" y="557"/>
                    </a:lnTo>
                    <a:lnTo>
                      <a:pt x="530" y="352"/>
                    </a:lnTo>
                    <a:lnTo>
                      <a:pt x="746" y="202"/>
                    </a:lnTo>
                    <a:lnTo>
                      <a:pt x="595" y="0"/>
                    </a:lnTo>
                    <a:lnTo>
                      <a:pt x="580" y="8"/>
                    </a:lnTo>
                    <a:lnTo>
                      <a:pt x="397" y="149"/>
                    </a:lnTo>
                    <a:lnTo>
                      <a:pt x="184" y="381"/>
                    </a:lnTo>
                    <a:lnTo>
                      <a:pt x="133" y="477"/>
                    </a:lnTo>
                    <a:lnTo>
                      <a:pt x="30" y="769"/>
                    </a:lnTo>
                    <a:lnTo>
                      <a:pt x="0" y="1116"/>
                    </a:lnTo>
                    <a:lnTo>
                      <a:pt x="40" y="1393"/>
                    </a:lnTo>
                    <a:lnTo>
                      <a:pt x="118" y="1567"/>
                    </a:lnTo>
                    <a:lnTo>
                      <a:pt x="264" y="1836"/>
                    </a:lnTo>
                    <a:lnTo>
                      <a:pt x="333" y="2021"/>
                    </a:lnTo>
                    <a:lnTo>
                      <a:pt x="362" y="2175"/>
                    </a:lnTo>
                    <a:lnTo>
                      <a:pt x="343" y="2384"/>
                    </a:lnTo>
                    <a:lnTo>
                      <a:pt x="580" y="2410"/>
                    </a:lnTo>
                    <a:lnTo>
                      <a:pt x="605" y="2234"/>
                    </a:lnTo>
                    <a:lnTo>
                      <a:pt x="577" y="2060"/>
                    </a:lnTo>
                    <a:lnTo>
                      <a:pt x="532" y="1852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0" name="Freeform 12">
                <a:extLst>
                  <a:ext uri="{FF2B5EF4-FFF2-40B4-BE49-F238E27FC236}">
                    <a16:creationId xmlns:a16="http://schemas.microsoft.com/office/drawing/2014/main" id="{247A0BDF-E9DF-4D70-A5CA-120D1EF0E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217"/>
                <a:ext cx="155" cy="159"/>
              </a:xfrm>
              <a:custGeom>
                <a:avLst/>
                <a:gdLst>
                  <a:gd name="T0" fmla="*/ 327 w 103"/>
                  <a:gd name="T1" fmla="*/ 88 h 99"/>
                  <a:gd name="T2" fmla="*/ 140 w 103"/>
                  <a:gd name="T3" fmla="*/ 302 h 99"/>
                  <a:gd name="T4" fmla="*/ 72 w 103"/>
                  <a:gd name="T5" fmla="*/ 384 h 99"/>
                  <a:gd name="T6" fmla="*/ 35 w 103"/>
                  <a:gd name="T7" fmla="*/ 403 h 99"/>
                  <a:gd name="T8" fmla="*/ 8 w 103"/>
                  <a:gd name="T9" fmla="*/ 369 h 99"/>
                  <a:gd name="T10" fmla="*/ 14 w 103"/>
                  <a:gd name="T11" fmla="*/ 331 h 99"/>
                  <a:gd name="T12" fmla="*/ 190 w 103"/>
                  <a:gd name="T13" fmla="*/ 132 h 99"/>
                  <a:gd name="T14" fmla="*/ 286 w 103"/>
                  <a:gd name="T15" fmla="*/ 16 h 99"/>
                  <a:gd name="T16" fmla="*/ 324 w 103"/>
                  <a:gd name="T17" fmla="*/ 13 h 99"/>
                  <a:gd name="T18" fmla="*/ 346 w 103"/>
                  <a:gd name="T19" fmla="*/ 35 h 99"/>
                  <a:gd name="T20" fmla="*/ 346 w 103"/>
                  <a:gd name="T21" fmla="*/ 55 h 99"/>
                  <a:gd name="T22" fmla="*/ 327 w 103"/>
                  <a:gd name="T23" fmla="*/ 88 h 99"/>
                  <a:gd name="T24" fmla="*/ 327 w 103"/>
                  <a:gd name="T25" fmla="*/ 88 h 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99">
                    <a:moveTo>
                      <a:pt x="96" y="21"/>
                    </a:moveTo>
                    <a:cubicBezTo>
                      <a:pt x="96" y="22"/>
                      <a:pt x="55" y="60"/>
                      <a:pt x="41" y="73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17" y="96"/>
                      <a:pt x="12" y="99"/>
                      <a:pt x="10" y="97"/>
                    </a:cubicBezTo>
                    <a:cubicBezTo>
                      <a:pt x="10" y="97"/>
                      <a:pt x="2" y="89"/>
                      <a:pt x="2" y="89"/>
                    </a:cubicBezTo>
                    <a:cubicBezTo>
                      <a:pt x="0" y="87"/>
                      <a:pt x="1" y="84"/>
                      <a:pt x="4" y="80"/>
                    </a:cubicBezTo>
                    <a:cubicBezTo>
                      <a:pt x="5" y="80"/>
                      <a:pt x="44" y="43"/>
                      <a:pt x="56" y="32"/>
                    </a:cubicBezTo>
                    <a:cubicBezTo>
                      <a:pt x="67" y="22"/>
                      <a:pt x="83" y="5"/>
                      <a:pt x="84" y="4"/>
                    </a:cubicBezTo>
                    <a:cubicBezTo>
                      <a:pt x="88" y="0"/>
                      <a:pt x="93" y="0"/>
                      <a:pt x="95" y="3"/>
                    </a:cubicBezTo>
                    <a:cubicBezTo>
                      <a:pt x="102" y="9"/>
                      <a:pt x="102" y="9"/>
                      <a:pt x="102" y="9"/>
                    </a:cubicBezTo>
                    <a:cubicBezTo>
                      <a:pt x="103" y="11"/>
                      <a:pt x="103" y="12"/>
                      <a:pt x="102" y="13"/>
                    </a:cubicBezTo>
                    <a:cubicBezTo>
                      <a:pt x="102" y="15"/>
                      <a:pt x="100" y="18"/>
                      <a:pt x="96" y="21"/>
                    </a:cubicBezTo>
                    <a:cubicBezTo>
                      <a:pt x="96" y="21"/>
                      <a:pt x="96" y="21"/>
                      <a:pt x="96" y="2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1" name="Freeform 13">
                <a:extLst>
                  <a:ext uri="{FF2B5EF4-FFF2-40B4-BE49-F238E27FC236}">
                    <a16:creationId xmlns:a16="http://schemas.microsoft.com/office/drawing/2014/main" id="{1F4D63DD-0085-4A0B-9FAC-2F53A307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1361"/>
                <a:ext cx="135" cy="183"/>
              </a:xfrm>
              <a:custGeom>
                <a:avLst/>
                <a:gdLst>
                  <a:gd name="T0" fmla="*/ 81 w 90"/>
                  <a:gd name="T1" fmla="*/ 435 h 114"/>
                  <a:gd name="T2" fmla="*/ 41 w 90"/>
                  <a:gd name="T3" fmla="*/ 464 h 114"/>
                  <a:gd name="T4" fmla="*/ 14 w 90"/>
                  <a:gd name="T5" fmla="*/ 438 h 114"/>
                  <a:gd name="T6" fmla="*/ 21 w 90"/>
                  <a:gd name="T7" fmla="*/ 384 h 114"/>
                  <a:gd name="T8" fmla="*/ 81 w 90"/>
                  <a:gd name="T9" fmla="*/ 281 h 114"/>
                  <a:gd name="T10" fmla="*/ 228 w 90"/>
                  <a:gd name="T11" fmla="*/ 34 h 114"/>
                  <a:gd name="T12" fmla="*/ 261 w 90"/>
                  <a:gd name="T13" fmla="*/ 8 h 114"/>
                  <a:gd name="T14" fmla="*/ 288 w 90"/>
                  <a:gd name="T15" fmla="*/ 34 h 114"/>
                  <a:gd name="T16" fmla="*/ 296 w 90"/>
                  <a:gd name="T17" fmla="*/ 67 h 114"/>
                  <a:gd name="T18" fmla="*/ 183 w 90"/>
                  <a:gd name="T19" fmla="*/ 252 h 114"/>
                  <a:gd name="T20" fmla="*/ 81 w 90"/>
                  <a:gd name="T21" fmla="*/ 435 h 1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114">
                    <a:moveTo>
                      <a:pt x="24" y="105"/>
                    </a:moveTo>
                    <a:cubicBezTo>
                      <a:pt x="18" y="114"/>
                      <a:pt x="14" y="114"/>
                      <a:pt x="12" y="112"/>
                    </a:cubicBezTo>
                    <a:cubicBezTo>
                      <a:pt x="4" y="106"/>
                      <a:pt x="4" y="106"/>
                      <a:pt x="4" y="106"/>
                    </a:cubicBezTo>
                    <a:cubicBezTo>
                      <a:pt x="2" y="105"/>
                      <a:pt x="0" y="102"/>
                      <a:pt x="6" y="93"/>
                    </a:cubicBezTo>
                    <a:cubicBezTo>
                      <a:pt x="6" y="93"/>
                      <a:pt x="10" y="88"/>
                      <a:pt x="24" y="68"/>
                    </a:cubicBezTo>
                    <a:cubicBezTo>
                      <a:pt x="38" y="48"/>
                      <a:pt x="67" y="9"/>
                      <a:pt x="67" y="8"/>
                    </a:cubicBezTo>
                    <a:cubicBezTo>
                      <a:pt x="72" y="1"/>
                      <a:pt x="75" y="0"/>
                      <a:pt x="77" y="2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90" y="11"/>
                      <a:pt x="88" y="14"/>
                      <a:pt x="87" y="16"/>
                    </a:cubicBezTo>
                    <a:cubicBezTo>
                      <a:pt x="87" y="16"/>
                      <a:pt x="67" y="43"/>
                      <a:pt x="54" y="61"/>
                    </a:cubicBezTo>
                    <a:cubicBezTo>
                      <a:pt x="41" y="79"/>
                      <a:pt x="24" y="105"/>
                      <a:pt x="24" y="105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2" name="Freeform 14">
                <a:extLst>
                  <a:ext uri="{FF2B5EF4-FFF2-40B4-BE49-F238E27FC236}">
                    <a16:creationId xmlns:a16="http://schemas.microsoft.com/office/drawing/2014/main" id="{0E2CD0C2-645B-443B-873F-F839137EA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1280"/>
                <a:ext cx="32" cy="32"/>
              </a:xfrm>
              <a:custGeom>
                <a:avLst/>
                <a:gdLst>
                  <a:gd name="T0" fmla="*/ 67 w 21"/>
                  <a:gd name="T1" fmla="*/ 8 h 20"/>
                  <a:gd name="T2" fmla="*/ 46 w 21"/>
                  <a:gd name="T3" fmla="*/ 54 h 20"/>
                  <a:gd name="T4" fmla="*/ 5 w 21"/>
                  <a:gd name="T5" fmla="*/ 77 h 20"/>
                  <a:gd name="T6" fmla="*/ 27 w 21"/>
                  <a:gd name="T7" fmla="*/ 34 h 20"/>
                  <a:gd name="T8" fmla="*/ 67 w 21"/>
                  <a:gd name="T9" fmla="*/ 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9" y="2"/>
                    </a:moveTo>
                    <a:cubicBezTo>
                      <a:pt x="21" y="3"/>
                      <a:pt x="18" y="8"/>
                      <a:pt x="13" y="13"/>
                    </a:cubicBezTo>
                    <a:cubicBezTo>
                      <a:pt x="8" y="18"/>
                      <a:pt x="2" y="20"/>
                      <a:pt x="1" y="19"/>
                    </a:cubicBezTo>
                    <a:cubicBezTo>
                      <a:pt x="0" y="18"/>
                      <a:pt x="3" y="13"/>
                      <a:pt x="8" y="8"/>
                    </a:cubicBezTo>
                    <a:cubicBezTo>
                      <a:pt x="13" y="3"/>
                      <a:pt x="18" y="0"/>
                      <a:pt x="19" y="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3" name="Freeform 15">
                <a:extLst>
                  <a:ext uri="{FF2B5EF4-FFF2-40B4-BE49-F238E27FC236}">
                    <a16:creationId xmlns:a16="http://schemas.microsoft.com/office/drawing/2014/main" id="{2B3A4267-A72C-49E1-B4C8-CBE3ED732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1437"/>
                <a:ext cx="25" cy="35"/>
              </a:xfrm>
              <a:custGeom>
                <a:avLst/>
                <a:gdLst>
                  <a:gd name="T0" fmla="*/ 51 w 17"/>
                  <a:gd name="T1" fmla="*/ 5 h 22"/>
                  <a:gd name="T2" fmla="*/ 35 w 17"/>
                  <a:gd name="T3" fmla="*/ 53 h 22"/>
                  <a:gd name="T4" fmla="*/ 1 w 17"/>
                  <a:gd name="T5" fmla="*/ 84 h 22"/>
                  <a:gd name="T6" fmla="*/ 19 w 17"/>
                  <a:gd name="T7" fmla="*/ 35 h 22"/>
                  <a:gd name="T8" fmla="*/ 51 w 17"/>
                  <a:gd name="T9" fmla="*/ 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6" y="1"/>
                    </a:moveTo>
                    <a:cubicBezTo>
                      <a:pt x="17" y="2"/>
                      <a:pt x="15" y="8"/>
                      <a:pt x="11" y="13"/>
                    </a:cubicBezTo>
                    <a:cubicBezTo>
                      <a:pt x="7" y="19"/>
                      <a:pt x="3" y="22"/>
                      <a:pt x="1" y="21"/>
                    </a:cubicBezTo>
                    <a:cubicBezTo>
                      <a:pt x="0" y="20"/>
                      <a:pt x="2" y="15"/>
                      <a:pt x="6" y="9"/>
                    </a:cubicBezTo>
                    <a:cubicBezTo>
                      <a:pt x="10" y="4"/>
                      <a:pt x="14" y="0"/>
                      <a:pt x="16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4" name="Freeform 16">
                <a:extLst>
                  <a:ext uri="{FF2B5EF4-FFF2-40B4-BE49-F238E27FC236}">
                    <a16:creationId xmlns:a16="http://schemas.microsoft.com/office/drawing/2014/main" id="{A8965EFC-D6AF-4EB6-93FD-26BFB375E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280"/>
                <a:ext cx="31" cy="32"/>
              </a:xfrm>
              <a:custGeom>
                <a:avLst/>
                <a:gdLst>
                  <a:gd name="T0" fmla="*/ 65 w 21"/>
                  <a:gd name="T1" fmla="*/ 5 h 20"/>
                  <a:gd name="T2" fmla="*/ 41 w 21"/>
                  <a:gd name="T3" fmla="*/ 48 h 20"/>
                  <a:gd name="T4" fmla="*/ 1 w 21"/>
                  <a:gd name="T5" fmla="*/ 74 h 20"/>
                  <a:gd name="T6" fmla="*/ 27 w 21"/>
                  <a:gd name="T7" fmla="*/ 29 h 20"/>
                  <a:gd name="T8" fmla="*/ 65 w 21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20" y="1"/>
                    </a:moveTo>
                    <a:cubicBezTo>
                      <a:pt x="21" y="3"/>
                      <a:pt x="18" y="8"/>
                      <a:pt x="13" y="12"/>
                    </a:cubicBezTo>
                    <a:cubicBezTo>
                      <a:pt x="8" y="17"/>
                      <a:pt x="3" y="20"/>
                      <a:pt x="1" y="18"/>
                    </a:cubicBezTo>
                    <a:cubicBezTo>
                      <a:pt x="0" y="17"/>
                      <a:pt x="3" y="12"/>
                      <a:pt x="8" y="7"/>
                    </a:cubicBezTo>
                    <a:cubicBezTo>
                      <a:pt x="13" y="3"/>
                      <a:pt x="18" y="0"/>
                      <a:pt x="20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5" name="Freeform 17">
                <a:extLst>
                  <a:ext uri="{FF2B5EF4-FFF2-40B4-BE49-F238E27FC236}">
                    <a16:creationId xmlns:a16="http://schemas.microsoft.com/office/drawing/2014/main" id="{33DBFC0D-E226-49D8-A6B1-4E2EE798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283"/>
                <a:ext cx="22" cy="27"/>
              </a:xfrm>
              <a:custGeom>
                <a:avLst/>
                <a:gdLst>
                  <a:gd name="T0" fmla="*/ 26 w 15"/>
                  <a:gd name="T1" fmla="*/ 56 h 17"/>
                  <a:gd name="T2" fmla="*/ 9 w 15"/>
                  <a:gd name="T3" fmla="*/ 60 h 17"/>
                  <a:gd name="T4" fmla="*/ 32 w 15"/>
                  <a:gd name="T5" fmla="*/ 16 h 17"/>
                  <a:gd name="T6" fmla="*/ 47 w 15"/>
                  <a:gd name="T7" fmla="*/ 0 h 17"/>
                  <a:gd name="T8" fmla="*/ 26 w 15"/>
                  <a:gd name="T9" fmla="*/ 21 h 17"/>
                  <a:gd name="T10" fmla="*/ 1 w 15"/>
                  <a:gd name="T11" fmla="*/ 64 h 17"/>
                  <a:gd name="T12" fmla="*/ 26 w 15"/>
                  <a:gd name="T13" fmla="*/ 5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8" y="14"/>
                    </a:moveTo>
                    <a:cubicBezTo>
                      <a:pt x="6" y="15"/>
                      <a:pt x="4" y="16"/>
                      <a:pt x="3" y="15"/>
                    </a:cubicBezTo>
                    <a:cubicBezTo>
                      <a:pt x="2" y="14"/>
                      <a:pt x="5" y="9"/>
                      <a:pt x="10" y="4"/>
                    </a:cubicBezTo>
                    <a:cubicBezTo>
                      <a:pt x="12" y="3"/>
                      <a:pt x="13" y="1"/>
                      <a:pt x="15" y="0"/>
                    </a:cubicBezTo>
                    <a:cubicBezTo>
                      <a:pt x="13" y="1"/>
                      <a:pt x="10" y="3"/>
                      <a:pt x="8" y="5"/>
                    </a:cubicBezTo>
                    <a:cubicBezTo>
                      <a:pt x="3" y="10"/>
                      <a:pt x="0" y="15"/>
                      <a:pt x="1" y="16"/>
                    </a:cubicBezTo>
                    <a:cubicBezTo>
                      <a:pt x="2" y="17"/>
                      <a:pt x="5" y="16"/>
                      <a:pt x="8" y="14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6" name="Freeform 18">
                <a:extLst>
                  <a:ext uri="{FF2B5EF4-FFF2-40B4-BE49-F238E27FC236}">
                    <a16:creationId xmlns:a16="http://schemas.microsoft.com/office/drawing/2014/main" id="{58E66872-0C12-4739-BA3E-36FF38416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283"/>
                <a:ext cx="19" cy="24"/>
              </a:xfrm>
              <a:custGeom>
                <a:avLst/>
                <a:gdLst>
                  <a:gd name="T0" fmla="*/ 34 w 13"/>
                  <a:gd name="T1" fmla="*/ 8 h 15"/>
                  <a:gd name="T2" fmla="*/ 15 w 13"/>
                  <a:gd name="T3" fmla="*/ 46 h 15"/>
                  <a:gd name="T4" fmla="*/ 0 w 13"/>
                  <a:gd name="T5" fmla="*/ 61 h 15"/>
                  <a:gd name="T6" fmla="*/ 22 w 13"/>
                  <a:gd name="T7" fmla="*/ 42 h 15"/>
                  <a:gd name="T8" fmla="*/ 38 w 13"/>
                  <a:gd name="T9" fmla="*/ 5 h 15"/>
                  <a:gd name="T10" fmla="*/ 26 w 13"/>
                  <a:gd name="T11" fmla="*/ 8 h 15"/>
                  <a:gd name="T12" fmla="*/ 34 w 13"/>
                  <a:gd name="T13" fmla="*/ 8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5">
                    <a:moveTo>
                      <a:pt x="11" y="2"/>
                    </a:moveTo>
                    <a:cubicBezTo>
                      <a:pt x="12" y="3"/>
                      <a:pt x="9" y="7"/>
                      <a:pt x="5" y="11"/>
                    </a:cubicBezTo>
                    <a:cubicBezTo>
                      <a:pt x="3" y="12"/>
                      <a:pt x="1" y="14"/>
                      <a:pt x="0" y="15"/>
                    </a:cubicBezTo>
                    <a:cubicBezTo>
                      <a:pt x="1" y="14"/>
                      <a:pt x="4" y="12"/>
                      <a:pt x="7" y="10"/>
                    </a:cubicBezTo>
                    <a:cubicBezTo>
                      <a:pt x="11" y="6"/>
                      <a:pt x="13" y="2"/>
                      <a:pt x="12" y="1"/>
                    </a:cubicBezTo>
                    <a:cubicBezTo>
                      <a:pt x="11" y="0"/>
                      <a:pt x="10" y="1"/>
                      <a:pt x="8" y="2"/>
                    </a:cubicBezTo>
                    <a:cubicBezTo>
                      <a:pt x="8" y="2"/>
                      <a:pt x="10" y="1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7" name="Freeform 19">
                <a:extLst>
                  <a:ext uri="{FF2B5EF4-FFF2-40B4-BE49-F238E27FC236}">
                    <a16:creationId xmlns:a16="http://schemas.microsoft.com/office/drawing/2014/main" id="{0300FC6A-259D-4DCD-8F89-D5F6A856E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1435"/>
                <a:ext cx="26" cy="35"/>
              </a:xfrm>
              <a:custGeom>
                <a:avLst/>
                <a:gdLst>
                  <a:gd name="T0" fmla="*/ 57 w 17"/>
                  <a:gd name="T1" fmla="*/ 5 h 22"/>
                  <a:gd name="T2" fmla="*/ 43 w 17"/>
                  <a:gd name="T3" fmla="*/ 53 h 22"/>
                  <a:gd name="T4" fmla="*/ 8 w 17"/>
                  <a:gd name="T5" fmla="*/ 84 h 22"/>
                  <a:gd name="T6" fmla="*/ 21 w 17"/>
                  <a:gd name="T7" fmla="*/ 35 h 22"/>
                  <a:gd name="T8" fmla="*/ 57 w 17"/>
                  <a:gd name="T9" fmla="*/ 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6" y="1"/>
                    </a:moveTo>
                    <a:cubicBezTo>
                      <a:pt x="17" y="2"/>
                      <a:pt x="16" y="7"/>
                      <a:pt x="12" y="13"/>
                    </a:cubicBezTo>
                    <a:cubicBezTo>
                      <a:pt x="8" y="19"/>
                      <a:pt x="3" y="22"/>
                      <a:pt x="2" y="21"/>
                    </a:cubicBezTo>
                    <a:cubicBezTo>
                      <a:pt x="0" y="20"/>
                      <a:pt x="2" y="15"/>
                      <a:pt x="6" y="9"/>
                    </a:cubicBezTo>
                    <a:cubicBezTo>
                      <a:pt x="10" y="3"/>
                      <a:pt x="14" y="0"/>
                      <a:pt x="16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8" name="Freeform 20">
                <a:extLst>
                  <a:ext uri="{FF2B5EF4-FFF2-40B4-BE49-F238E27FC236}">
                    <a16:creationId xmlns:a16="http://schemas.microsoft.com/office/drawing/2014/main" id="{B3197103-0881-493E-A87B-942233CAB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1225"/>
                <a:ext cx="54" cy="72"/>
              </a:xfrm>
              <a:custGeom>
                <a:avLst/>
                <a:gdLst>
                  <a:gd name="T0" fmla="*/ 107 w 36"/>
                  <a:gd name="T1" fmla="*/ 5 h 45"/>
                  <a:gd name="T2" fmla="*/ 122 w 36"/>
                  <a:gd name="T3" fmla="*/ 35 h 45"/>
                  <a:gd name="T4" fmla="*/ 95 w 36"/>
                  <a:gd name="T5" fmla="*/ 74 h 45"/>
                  <a:gd name="T6" fmla="*/ 45 w 36"/>
                  <a:gd name="T7" fmla="*/ 131 h 45"/>
                  <a:gd name="T8" fmla="*/ 21 w 36"/>
                  <a:gd name="T9" fmla="*/ 157 h 45"/>
                  <a:gd name="T10" fmla="*/ 0 w 36"/>
                  <a:gd name="T11" fmla="*/ 184 h 45"/>
                  <a:gd name="T12" fmla="*/ 93 w 36"/>
                  <a:gd name="T13" fmla="*/ 69 h 45"/>
                  <a:gd name="T14" fmla="*/ 108 w 36"/>
                  <a:gd name="T15" fmla="*/ 29 h 45"/>
                  <a:gd name="T16" fmla="*/ 95 w 36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5">
                    <a:moveTo>
                      <a:pt x="31" y="1"/>
                    </a:moveTo>
                    <a:cubicBezTo>
                      <a:pt x="32" y="3"/>
                      <a:pt x="36" y="6"/>
                      <a:pt x="36" y="9"/>
                    </a:cubicBezTo>
                    <a:cubicBezTo>
                      <a:pt x="35" y="12"/>
                      <a:pt x="30" y="16"/>
                      <a:pt x="28" y="18"/>
                    </a:cubicBezTo>
                    <a:cubicBezTo>
                      <a:pt x="23" y="23"/>
                      <a:pt x="18" y="28"/>
                      <a:pt x="13" y="32"/>
                    </a:cubicBezTo>
                    <a:cubicBezTo>
                      <a:pt x="11" y="34"/>
                      <a:pt x="8" y="36"/>
                      <a:pt x="6" y="38"/>
                    </a:cubicBezTo>
                    <a:cubicBezTo>
                      <a:pt x="4" y="40"/>
                      <a:pt x="2" y="43"/>
                      <a:pt x="0" y="45"/>
                    </a:cubicBezTo>
                    <a:cubicBezTo>
                      <a:pt x="7" y="35"/>
                      <a:pt x="18" y="26"/>
                      <a:pt x="27" y="17"/>
                    </a:cubicBezTo>
                    <a:cubicBezTo>
                      <a:pt x="29" y="14"/>
                      <a:pt x="32" y="10"/>
                      <a:pt x="32" y="7"/>
                    </a:cubicBezTo>
                    <a:cubicBezTo>
                      <a:pt x="32" y="4"/>
                      <a:pt x="30" y="2"/>
                      <a:pt x="28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9" name="Freeform 21">
                <a:extLst>
                  <a:ext uri="{FF2B5EF4-FFF2-40B4-BE49-F238E27FC236}">
                    <a16:creationId xmlns:a16="http://schemas.microsoft.com/office/drawing/2014/main" id="{B85E446F-59F4-4301-9891-CD4D1ADE6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265"/>
                <a:ext cx="86" cy="101"/>
              </a:xfrm>
              <a:custGeom>
                <a:avLst/>
                <a:gdLst>
                  <a:gd name="T0" fmla="*/ 196 w 57"/>
                  <a:gd name="T1" fmla="*/ 0 h 63"/>
                  <a:gd name="T2" fmla="*/ 48 w 57"/>
                  <a:gd name="T3" fmla="*/ 170 h 63"/>
                  <a:gd name="T4" fmla="*/ 0 w 57"/>
                  <a:gd name="T5" fmla="*/ 226 h 63"/>
                  <a:gd name="T6" fmla="*/ 27 w 57"/>
                  <a:gd name="T7" fmla="*/ 260 h 63"/>
                  <a:gd name="T8" fmla="*/ 18 w 57"/>
                  <a:gd name="T9" fmla="*/ 218 h 63"/>
                  <a:gd name="T10" fmla="*/ 41 w 57"/>
                  <a:gd name="T11" fmla="*/ 183 h 63"/>
                  <a:gd name="T12" fmla="*/ 75 w 57"/>
                  <a:gd name="T13" fmla="*/ 144 h 63"/>
                  <a:gd name="T14" fmla="*/ 142 w 57"/>
                  <a:gd name="T15" fmla="*/ 69 h 63"/>
                  <a:gd name="T16" fmla="*/ 170 w 57"/>
                  <a:gd name="T17" fmla="*/ 29 h 63"/>
                  <a:gd name="T18" fmla="*/ 192 w 57"/>
                  <a:gd name="T19" fmla="*/ 0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63">
                    <a:moveTo>
                      <a:pt x="57" y="0"/>
                    </a:moveTo>
                    <a:cubicBezTo>
                      <a:pt x="42" y="13"/>
                      <a:pt x="29" y="27"/>
                      <a:pt x="14" y="41"/>
                    </a:cubicBezTo>
                    <a:cubicBezTo>
                      <a:pt x="10" y="44"/>
                      <a:pt x="1" y="51"/>
                      <a:pt x="0" y="55"/>
                    </a:cubicBezTo>
                    <a:cubicBezTo>
                      <a:pt x="0" y="59"/>
                      <a:pt x="6" y="62"/>
                      <a:pt x="8" y="63"/>
                    </a:cubicBezTo>
                    <a:cubicBezTo>
                      <a:pt x="6" y="61"/>
                      <a:pt x="3" y="57"/>
                      <a:pt x="5" y="53"/>
                    </a:cubicBezTo>
                    <a:cubicBezTo>
                      <a:pt x="6" y="50"/>
                      <a:pt x="10" y="47"/>
                      <a:pt x="12" y="44"/>
                    </a:cubicBezTo>
                    <a:cubicBezTo>
                      <a:pt x="16" y="41"/>
                      <a:pt x="19" y="38"/>
                      <a:pt x="22" y="35"/>
                    </a:cubicBezTo>
                    <a:cubicBezTo>
                      <a:pt x="29" y="29"/>
                      <a:pt x="35" y="23"/>
                      <a:pt x="41" y="17"/>
                    </a:cubicBezTo>
                    <a:cubicBezTo>
                      <a:pt x="44" y="14"/>
                      <a:pt x="47" y="10"/>
                      <a:pt x="50" y="7"/>
                    </a:cubicBezTo>
                    <a:cubicBezTo>
                      <a:pt x="52" y="5"/>
                      <a:pt x="54" y="3"/>
                      <a:pt x="56" y="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0" name="Freeform 22">
                <a:extLst>
                  <a:ext uri="{FF2B5EF4-FFF2-40B4-BE49-F238E27FC236}">
                    <a16:creationId xmlns:a16="http://schemas.microsoft.com/office/drawing/2014/main" id="{2CFD1DF7-0002-409C-A862-705349B1E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373"/>
                <a:ext cx="45" cy="78"/>
              </a:xfrm>
              <a:custGeom>
                <a:avLst/>
                <a:gdLst>
                  <a:gd name="T0" fmla="*/ 75 w 30"/>
                  <a:gd name="T1" fmla="*/ 0 h 49"/>
                  <a:gd name="T2" fmla="*/ 102 w 30"/>
                  <a:gd name="T3" fmla="*/ 29 h 49"/>
                  <a:gd name="T4" fmla="*/ 80 w 30"/>
                  <a:gd name="T5" fmla="*/ 73 h 49"/>
                  <a:gd name="T6" fmla="*/ 39 w 30"/>
                  <a:gd name="T7" fmla="*/ 142 h 49"/>
                  <a:gd name="T8" fmla="*/ 18 w 30"/>
                  <a:gd name="T9" fmla="*/ 170 h 49"/>
                  <a:gd name="T10" fmla="*/ 0 w 30"/>
                  <a:gd name="T11" fmla="*/ 197 h 49"/>
                  <a:gd name="T12" fmla="*/ 72 w 30"/>
                  <a:gd name="T13" fmla="*/ 68 h 49"/>
                  <a:gd name="T14" fmla="*/ 81 w 30"/>
                  <a:gd name="T15" fmla="*/ 25 h 49"/>
                  <a:gd name="T16" fmla="*/ 66 w 30"/>
                  <a:gd name="T17" fmla="*/ 0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9">
                    <a:moveTo>
                      <a:pt x="22" y="0"/>
                    </a:moveTo>
                    <a:cubicBezTo>
                      <a:pt x="24" y="2"/>
                      <a:pt x="29" y="3"/>
                      <a:pt x="30" y="7"/>
                    </a:cubicBezTo>
                    <a:cubicBezTo>
                      <a:pt x="30" y="10"/>
                      <a:pt x="25" y="15"/>
                      <a:pt x="23" y="18"/>
                    </a:cubicBezTo>
                    <a:cubicBezTo>
                      <a:pt x="19" y="24"/>
                      <a:pt x="15" y="29"/>
                      <a:pt x="11" y="35"/>
                    </a:cubicBezTo>
                    <a:cubicBezTo>
                      <a:pt x="9" y="37"/>
                      <a:pt x="7" y="39"/>
                      <a:pt x="5" y="42"/>
                    </a:cubicBezTo>
                    <a:cubicBezTo>
                      <a:pt x="4" y="44"/>
                      <a:pt x="2" y="47"/>
                      <a:pt x="0" y="49"/>
                    </a:cubicBezTo>
                    <a:cubicBezTo>
                      <a:pt x="5" y="38"/>
                      <a:pt x="15" y="28"/>
                      <a:pt x="21" y="17"/>
                    </a:cubicBezTo>
                    <a:cubicBezTo>
                      <a:pt x="23" y="13"/>
                      <a:pt x="25" y="9"/>
                      <a:pt x="24" y="6"/>
                    </a:cubicBezTo>
                    <a:cubicBezTo>
                      <a:pt x="23" y="3"/>
                      <a:pt x="21" y="1"/>
                      <a:pt x="19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1" name="Freeform 23">
                <a:extLst>
                  <a:ext uri="{FF2B5EF4-FFF2-40B4-BE49-F238E27FC236}">
                    <a16:creationId xmlns:a16="http://schemas.microsoft.com/office/drawing/2014/main" id="{50C1DA94-58D5-41D1-B1F2-6C543AB40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421"/>
                <a:ext cx="66" cy="115"/>
              </a:xfrm>
              <a:custGeom>
                <a:avLst/>
                <a:gdLst>
                  <a:gd name="T0" fmla="*/ 149 w 44"/>
                  <a:gd name="T1" fmla="*/ 0 h 72"/>
                  <a:gd name="T2" fmla="*/ 35 w 44"/>
                  <a:gd name="T3" fmla="*/ 200 h 72"/>
                  <a:gd name="T4" fmla="*/ 5 w 44"/>
                  <a:gd name="T5" fmla="*/ 268 h 72"/>
                  <a:gd name="T6" fmla="*/ 35 w 44"/>
                  <a:gd name="T7" fmla="*/ 294 h 72"/>
                  <a:gd name="T8" fmla="*/ 18 w 44"/>
                  <a:gd name="T9" fmla="*/ 257 h 72"/>
                  <a:gd name="T10" fmla="*/ 35 w 44"/>
                  <a:gd name="T11" fmla="*/ 217 h 72"/>
                  <a:gd name="T12" fmla="*/ 62 w 44"/>
                  <a:gd name="T13" fmla="*/ 171 h 72"/>
                  <a:gd name="T14" fmla="*/ 108 w 44"/>
                  <a:gd name="T15" fmla="*/ 81 h 72"/>
                  <a:gd name="T16" fmla="*/ 134 w 44"/>
                  <a:gd name="T17" fmla="*/ 35 h 72"/>
                  <a:gd name="T18" fmla="*/ 147 w 44"/>
                  <a:gd name="T19" fmla="*/ 5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72">
                    <a:moveTo>
                      <a:pt x="44" y="0"/>
                    </a:moveTo>
                    <a:cubicBezTo>
                      <a:pt x="33" y="16"/>
                      <a:pt x="22" y="33"/>
                      <a:pt x="10" y="49"/>
                    </a:cubicBezTo>
                    <a:cubicBezTo>
                      <a:pt x="8" y="53"/>
                      <a:pt x="0" y="62"/>
                      <a:pt x="1" y="66"/>
                    </a:cubicBezTo>
                    <a:cubicBezTo>
                      <a:pt x="1" y="69"/>
                      <a:pt x="7" y="72"/>
                      <a:pt x="10" y="72"/>
                    </a:cubicBezTo>
                    <a:cubicBezTo>
                      <a:pt x="7" y="71"/>
                      <a:pt x="3" y="67"/>
                      <a:pt x="5" y="63"/>
                    </a:cubicBezTo>
                    <a:cubicBezTo>
                      <a:pt x="5" y="60"/>
                      <a:pt x="8" y="56"/>
                      <a:pt x="10" y="53"/>
                    </a:cubicBezTo>
                    <a:cubicBezTo>
                      <a:pt x="13" y="49"/>
                      <a:pt x="15" y="46"/>
                      <a:pt x="18" y="42"/>
                    </a:cubicBezTo>
                    <a:cubicBezTo>
                      <a:pt x="23" y="35"/>
                      <a:pt x="28" y="28"/>
                      <a:pt x="32" y="20"/>
                    </a:cubicBezTo>
                    <a:cubicBezTo>
                      <a:pt x="35" y="17"/>
                      <a:pt x="37" y="13"/>
                      <a:pt x="39" y="9"/>
                    </a:cubicBezTo>
                    <a:cubicBezTo>
                      <a:pt x="41" y="7"/>
                      <a:pt x="43" y="4"/>
                      <a:pt x="43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2" name="Freeform 24">
                <a:extLst>
                  <a:ext uri="{FF2B5EF4-FFF2-40B4-BE49-F238E27FC236}">
                    <a16:creationId xmlns:a16="http://schemas.microsoft.com/office/drawing/2014/main" id="{C4EE0C1A-18FF-41AF-AECE-4D2C6CACF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1440"/>
                <a:ext cx="17" cy="30"/>
              </a:xfrm>
              <a:custGeom>
                <a:avLst/>
                <a:gdLst>
                  <a:gd name="T0" fmla="*/ 29 w 11"/>
                  <a:gd name="T1" fmla="*/ 60 h 19"/>
                  <a:gd name="T2" fmla="*/ 12 w 11"/>
                  <a:gd name="T3" fmla="*/ 68 h 19"/>
                  <a:gd name="T4" fmla="*/ 26 w 11"/>
                  <a:gd name="T5" fmla="*/ 14 h 19"/>
                  <a:gd name="T6" fmla="*/ 40 w 11"/>
                  <a:gd name="T7" fmla="*/ 0 h 19"/>
                  <a:gd name="T8" fmla="*/ 22 w 11"/>
                  <a:gd name="T9" fmla="*/ 22 h 19"/>
                  <a:gd name="T10" fmla="*/ 5 w 11"/>
                  <a:gd name="T11" fmla="*/ 69 h 19"/>
                  <a:gd name="T12" fmla="*/ 29 w 11"/>
                  <a:gd name="T13" fmla="*/ 6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9">
                    <a:moveTo>
                      <a:pt x="8" y="15"/>
                    </a:moveTo>
                    <a:cubicBezTo>
                      <a:pt x="6" y="16"/>
                      <a:pt x="4" y="17"/>
                      <a:pt x="3" y="17"/>
                    </a:cubicBezTo>
                    <a:cubicBezTo>
                      <a:pt x="1" y="16"/>
                      <a:pt x="3" y="10"/>
                      <a:pt x="7" y="4"/>
                    </a:cubicBezTo>
                    <a:cubicBezTo>
                      <a:pt x="9" y="3"/>
                      <a:pt x="10" y="1"/>
                      <a:pt x="11" y="0"/>
                    </a:cubicBezTo>
                    <a:cubicBezTo>
                      <a:pt x="9" y="1"/>
                      <a:pt x="7" y="4"/>
                      <a:pt x="6" y="6"/>
                    </a:cubicBezTo>
                    <a:cubicBezTo>
                      <a:pt x="2" y="12"/>
                      <a:pt x="0" y="17"/>
                      <a:pt x="1" y="18"/>
                    </a:cubicBezTo>
                    <a:cubicBezTo>
                      <a:pt x="2" y="19"/>
                      <a:pt x="5" y="18"/>
                      <a:pt x="8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3" name="Freeform 25">
                <a:extLst>
                  <a:ext uri="{FF2B5EF4-FFF2-40B4-BE49-F238E27FC236}">
                    <a16:creationId xmlns:a16="http://schemas.microsoft.com/office/drawing/2014/main" id="{6DCCC32E-BDF9-4974-81C7-0CC54ACDA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1438"/>
                <a:ext cx="16" cy="27"/>
              </a:xfrm>
              <a:custGeom>
                <a:avLst/>
                <a:gdLst>
                  <a:gd name="T0" fmla="*/ 25 w 11"/>
                  <a:gd name="T1" fmla="*/ 8 h 17"/>
                  <a:gd name="T2" fmla="*/ 13 w 11"/>
                  <a:gd name="T3" fmla="*/ 48 h 17"/>
                  <a:gd name="T4" fmla="*/ 0 w 11"/>
                  <a:gd name="T5" fmla="*/ 68 h 17"/>
                  <a:gd name="T6" fmla="*/ 19 w 11"/>
                  <a:gd name="T7" fmla="*/ 43 h 17"/>
                  <a:gd name="T8" fmla="*/ 28 w 11"/>
                  <a:gd name="T9" fmla="*/ 5 h 17"/>
                  <a:gd name="T10" fmla="*/ 15 w 11"/>
                  <a:gd name="T11" fmla="*/ 13 h 17"/>
                  <a:gd name="T12" fmla="*/ 25 w 11"/>
                  <a:gd name="T13" fmla="*/ 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7">
                    <a:moveTo>
                      <a:pt x="8" y="2"/>
                    </a:moveTo>
                    <a:cubicBezTo>
                      <a:pt x="10" y="3"/>
                      <a:pt x="8" y="8"/>
                      <a:pt x="4" y="12"/>
                    </a:cubicBezTo>
                    <a:cubicBezTo>
                      <a:pt x="3" y="14"/>
                      <a:pt x="1" y="16"/>
                      <a:pt x="0" y="17"/>
                    </a:cubicBezTo>
                    <a:cubicBezTo>
                      <a:pt x="2" y="16"/>
                      <a:pt x="4" y="14"/>
                      <a:pt x="6" y="11"/>
                    </a:cubicBezTo>
                    <a:cubicBezTo>
                      <a:pt x="9" y="6"/>
                      <a:pt x="11" y="2"/>
                      <a:pt x="9" y="1"/>
                    </a:cubicBezTo>
                    <a:cubicBezTo>
                      <a:pt x="9" y="0"/>
                      <a:pt x="7" y="1"/>
                      <a:pt x="5" y="3"/>
                    </a:cubicBezTo>
                    <a:cubicBezTo>
                      <a:pt x="6" y="2"/>
                      <a:pt x="8" y="1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4" name="Freeform 26">
                <a:extLst>
                  <a:ext uri="{FF2B5EF4-FFF2-40B4-BE49-F238E27FC236}">
                    <a16:creationId xmlns:a16="http://schemas.microsoft.com/office/drawing/2014/main" id="{F8EF5D07-C746-421A-84E4-C1FB17A5B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217"/>
                <a:ext cx="155" cy="159"/>
              </a:xfrm>
              <a:custGeom>
                <a:avLst/>
                <a:gdLst>
                  <a:gd name="T0" fmla="*/ 327 w 103"/>
                  <a:gd name="T1" fmla="*/ 88 h 99"/>
                  <a:gd name="T2" fmla="*/ 140 w 103"/>
                  <a:gd name="T3" fmla="*/ 302 h 99"/>
                  <a:gd name="T4" fmla="*/ 72 w 103"/>
                  <a:gd name="T5" fmla="*/ 384 h 99"/>
                  <a:gd name="T6" fmla="*/ 35 w 103"/>
                  <a:gd name="T7" fmla="*/ 403 h 99"/>
                  <a:gd name="T8" fmla="*/ 8 w 103"/>
                  <a:gd name="T9" fmla="*/ 369 h 99"/>
                  <a:gd name="T10" fmla="*/ 14 w 103"/>
                  <a:gd name="T11" fmla="*/ 331 h 99"/>
                  <a:gd name="T12" fmla="*/ 190 w 103"/>
                  <a:gd name="T13" fmla="*/ 132 h 99"/>
                  <a:gd name="T14" fmla="*/ 286 w 103"/>
                  <a:gd name="T15" fmla="*/ 16 h 99"/>
                  <a:gd name="T16" fmla="*/ 324 w 103"/>
                  <a:gd name="T17" fmla="*/ 13 h 99"/>
                  <a:gd name="T18" fmla="*/ 346 w 103"/>
                  <a:gd name="T19" fmla="*/ 35 h 99"/>
                  <a:gd name="T20" fmla="*/ 346 w 103"/>
                  <a:gd name="T21" fmla="*/ 55 h 99"/>
                  <a:gd name="T22" fmla="*/ 327 w 103"/>
                  <a:gd name="T23" fmla="*/ 88 h 99"/>
                  <a:gd name="T24" fmla="*/ 327 w 103"/>
                  <a:gd name="T25" fmla="*/ 88 h 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99">
                    <a:moveTo>
                      <a:pt x="96" y="21"/>
                    </a:moveTo>
                    <a:cubicBezTo>
                      <a:pt x="96" y="22"/>
                      <a:pt x="55" y="60"/>
                      <a:pt x="41" y="73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17" y="96"/>
                      <a:pt x="12" y="99"/>
                      <a:pt x="10" y="97"/>
                    </a:cubicBezTo>
                    <a:cubicBezTo>
                      <a:pt x="10" y="97"/>
                      <a:pt x="2" y="89"/>
                      <a:pt x="2" y="89"/>
                    </a:cubicBezTo>
                    <a:cubicBezTo>
                      <a:pt x="0" y="87"/>
                      <a:pt x="1" y="84"/>
                      <a:pt x="4" y="80"/>
                    </a:cubicBezTo>
                    <a:cubicBezTo>
                      <a:pt x="5" y="80"/>
                      <a:pt x="44" y="43"/>
                      <a:pt x="56" y="32"/>
                    </a:cubicBezTo>
                    <a:cubicBezTo>
                      <a:pt x="67" y="22"/>
                      <a:pt x="83" y="5"/>
                      <a:pt x="84" y="4"/>
                    </a:cubicBezTo>
                    <a:cubicBezTo>
                      <a:pt x="88" y="0"/>
                      <a:pt x="93" y="0"/>
                      <a:pt x="95" y="3"/>
                    </a:cubicBezTo>
                    <a:cubicBezTo>
                      <a:pt x="102" y="9"/>
                      <a:pt x="102" y="9"/>
                      <a:pt x="102" y="9"/>
                    </a:cubicBezTo>
                    <a:cubicBezTo>
                      <a:pt x="103" y="11"/>
                      <a:pt x="103" y="12"/>
                      <a:pt x="102" y="13"/>
                    </a:cubicBezTo>
                    <a:cubicBezTo>
                      <a:pt x="102" y="15"/>
                      <a:pt x="100" y="18"/>
                      <a:pt x="96" y="21"/>
                    </a:cubicBezTo>
                    <a:cubicBezTo>
                      <a:pt x="96" y="21"/>
                      <a:pt x="96" y="21"/>
                      <a:pt x="96" y="2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5" name="Freeform 27">
                <a:extLst>
                  <a:ext uri="{FF2B5EF4-FFF2-40B4-BE49-F238E27FC236}">
                    <a16:creationId xmlns:a16="http://schemas.microsoft.com/office/drawing/2014/main" id="{F3D9955E-CCEA-4A1D-BB8F-033E859B4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1361"/>
                <a:ext cx="135" cy="183"/>
              </a:xfrm>
              <a:custGeom>
                <a:avLst/>
                <a:gdLst>
                  <a:gd name="T0" fmla="*/ 81 w 90"/>
                  <a:gd name="T1" fmla="*/ 435 h 114"/>
                  <a:gd name="T2" fmla="*/ 41 w 90"/>
                  <a:gd name="T3" fmla="*/ 464 h 114"/>
                  <a:gd name="T4" fmla="*/ 14 w 90"/>
                  <a:gd name="T5" fmla="*/ 438 h 114"/>
                  <a:gd name="T6" fmla="*/ 21 w 90"/>
                  <a:gd name="T7" fmla="*/ 384 h 114"/>
                  <a:gd name="T8" fmla="*/ 81 w 90"/>
                  <a:gd name="T9" fmla="*/ 281 h 114"/>
                  <a:gd name="T10" fmla="*/ 228 w 90"/>
                  <a:gd name="T11" fmla="*/ 34 h 114"/>
                  <a:gd name="T12" fmla="*/ 261 w 90"/>
                  <a:gd name="T13" fmla="*/ 8 h 114"/>
                  <a:gd name="T14" fmla="*/ 288 w 90"/>
                  <a:gd name="T15" fmla="*/ 34 h 114"/>
                  <a:gd name="T16" fmla="*/ 296 w 90"/>
                  <a:gd name="T17" fmla="*/ 67 h 114"/>
                  <a:gd name="T18" fmla="*/ 183 w 90"/>
                  <a:gd name="T19" fmla="*/ 252 h 114"/>
                  <a:gd name="T20" fmla="*/ 81 w 90"/>
                  <a:gd name="T21" fmla="*/ 435 h 1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114">
                    <a:moveTo>
                      <a:pt x="24" y="105"/>
                    </a:moveTo>
                    <a:cubicBezTo>
                      <a:pt x="18" y="114"/>
                      <a:pt x="14" y="114"/>
                      <a:pt x="12" y="112"/>
                    </a:cubicBezTo>
                    <a:cubicBezTo>
                      <a:pt x="4" y="106"/>
                      <a:pt x="4" y="106"/>
                      <a:pt x="4" y="106"/>
                    </a:cubicBezTo>
                    <a:cubicBezTo>
                      <a:pt x="2" y="105"/>
                      <a:pt x="0" y="102"/>
                      <a:pt x="6" y="93"/>
                    </a:cubicBezTo>
                    <a:cubicBezTo>
                      <a:pt x="6" y="93"/>
                      <a:pt x="10" y="88"/>
                      <a:pt x="24" y="68"/>
                    </a:cubicBezTo>
                    <a:cubicBezTo>
                      <a:pt x="38" y="48"/>
                      <a:pt x="67" y="9"/>
                      <a:pt x="67" y="8"/>
                    </a:cubicBezTo>
                    <a:cubicBezTo>
                      <a:pt x="72" y="1"/>
                      <a:pt x="75" y="0"/>
                      <a:pt x="77" y="2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90" y="11"/>
                      <a:pt x="88" y="14"/>
                      <a:pt x="87" y="16"/>
                    </a:cubicBezTo>
                    <a:cubicBezTo>
                      <a:pt x="87" y="16"/>
                      <a:pt x="67" y="43"/>
                      <a:pt x="54" y="61"/>
                    </a:cubicBezTo>
                    <a:cubicBezTo>
                      <a:pt x="41" y="79"/>
                      <a:pt x="24" y="105"/>
                      <a:pt x="24" y="10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6" name="Freeform 28">
                <a:extLst>
                  <a:ext uri="{FF2B5EF4-FFF2-40B4-BE49-F238E27FC236}">
                    <a16:creationId xmlns:a16="http://schemas.microsoft.com/office/drawing/2014/main" id="{088D5270-C94A-4BE8-8438-137BC5C46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112"/>
                <a:ext cx="156" cy="120"/>
              </a:xfrm>
              <a:custGeom>
                <a:avLst/>
                <a:gdLst>
                  <a:gd name="T0" fmla="*/ 309 w 104"/>
                  <a:gd name="T1" fmla="*/ 0 h 75"/>
                  <a:gd name="T2" fmla="*/ 216 w 104"/>
                  <a:gd name="T3" fmla="*/ 74 h 75"/>
                  <a:gd name="T4" fmla="*/ 48 w 104"/>
                  <a:gd name="T5" fmla="*/ 200 h 75"/>
                  <a:gd name="T6" fmla="*/ 12 w 104"/>
                  <a:gd name="T7" fmla="*/ 253 h 75"/>
                  <a:gd name="T8" fmla="*/ 32 w 104"/>
                  <a:gd name="T9" fmla="*/ 291 h 75"/>
                  <a:gd name="T10" fmla="*/ 59 w 104"/>
                  <a:gd name="T11" fmla="*/ 294 h 75"/>
                  <a:gd name="T12" fmla="*/ 230 w 104"/>
                  <a:gd name="T13" fmla="*/ 158 h 75"/>
                  <a:gd name="T14" fmla="*/ 351 w 104"/>
                  <a:gd name="T15" fmla="*/ 69 h 75"/>
                  <a:gd name="T16" fmla="*/ 309 w 104"/>
                  <a:gd name="T17" fmla="*/ 0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75">
                    <a:moveTo>
                      <a:pt x="91" y="0"/>
                    </a:moveTo>
                    <a:cubicBezTo>
                      <a:pt x="64" y="18"/>
                      <a:pt x="64" y="18"/>
                      <a:pt x="64" y="18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0" y="57"/>
                      <a:pt x="2" y="60"/>
                      <a:pt x="3" y="62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10" y="73"/>
                      <a:pt x="13" y="75"/>
                      <a:pt x="17" y="72"/>
                    </a:cubicBezTo>
                    <a:cubicBezTo>
                      <a:pt x="18" y="72"/>
                      <a:pt x="57" y="46"/>
                      <a:pt x="68" y="39"/>
                    </a:cubicBezTo>
                    <a:cubicBezTo>
                      <a:pt x="75" y="35"/>
                      <a:pt x="93" y="24"/>
                      <a:pt x="104" y="17"/>
                    </a:cubicBez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7" name="Freeform 29">
                <a:extLst>
                  <a:ext uri="{FF2B5EF4-FFF2-40B4-BE49-F238E27FC236}">
                    <a16:creationId xmlns:a16="http://schemas.microsoft.com/office/drawing/2014/main" id="{AE4400B6-B65A-4F42-9AF3-0E8AA21C6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155"/>
                <a:ext cx="34" cy="26"/>
              </a:xfrm>
              <a:custGeom>
                <a:avLst/>
                <a:gdLst>
                  <a:gd name="T0" fmla="*/ 72 w 23"/>
                  <a:gd name="T1" fmla="*/ 5 h 16"/>
                  <a:gd name="T2" fmla="*/ 46 w 23"/>
                  <a:gd name="T3" fmla="*/ 47 h 16"/>
                  <a:gd name="T4" fmla="*/ 1 w 23"/>
                  <a:gd name="T5" fmla="*/ 60 h 16"/>
                  <a:gd name="T6" fmla="*/ 33 w 23"/>
                  <a:gd name="T7" fmla="*/ 21 h 16"/>
                  <a:gd name="T8" fmla="*/ 72 w 23"/>
                  <a:gd name="T9" fmla="*/ 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22" y="1"/>
                    </a:moveTo>
                    <a:cubicBezTo>
                      <a:pt x="23" y="3"/>
                      <a:pt x="20" y="7"/>
                      <a:pt x="14" y="11"/>
                    </a:cubicBezTo>
                    <a:cubicBezTo>
                      <a:pt x="8" y="14"/>
                      <a:pt x="2" y="16"/>
                      <a:pt x="1" y="14"/>
                    </a:cubicBezTo>
                    <a:cubicBezTo>
                      <a:pt x="0" y="13"/>
                      <a:pt x="4" y="9"/>
                      <a:pt x="10" y="5"/>
                    </a:cubicBezTo>
                    <a:cubicBezTo>
                      <a:pt x="16" y="1"/>
                      <a:pt x="21" y="0"/>
                      <a:pt x="22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8" name="Freeform 30">
                <a:extLst>
                  <a:ext uri="{FF2B5EF4-FFF2-40B4-BE49-F238E27FC236}">
                    <a16:creationId xmlns:a16="http://schemas.microsoft.com/office/drawing/2014/main" id="{3D4BD3F0-320F-4461-BDF1-5B34EDC88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1155"/>
                <a:ext cx="34" cy="26"/>
              </a:xfrm>
              <a:custGeom>
                <a:avLst/>
                <a:gdLst>
                  <a:gd name="T0" fmla="*/ 72 w 23"/>
                  <a:gd name="T1" fmla="*/ 5 h 16"/>
                  <a:gd name="T2" fmla="*/ 41 w 23"/>
                  <a:gd name="T3" fmla="*/ 47 h 16"/>
                  <a:gd name="T4" fmla="*/ 1 w 23"/>
                  <a:gd name="T5" fmla="*/ 63 h 16"/>
                  <a:gd name="T6" fmla="*/ 28 w 23"/>
                  <a:gd name="T7" fmla="*/ 21 h 16"/>
                  <a:gd name="T8" fmla="*/ 72 w 23"/>
                  <a:gd name="T9" fmla="*/ 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22" y="1"/>
                    </a:moveTo>
                    <a:cubicBezTo>
                      <a:pt x="23" y="3"/>
                      <a:pt x="19" y="7"/>
                      <a:pt x="13" y="11"/>
                    </a:cubicBezTo>
                    <a:cubicBezTo>
                      <a:pt x="7" y="14"/>
                      <a:pt x="2" y="16"/>
                      <a:pt x="1" y="15"/>
                    </a:cubicBezTo>
                    <a:cubicBezTo>
                      <a:pt x="0" y="13"/>
                      <a:pt x="4" y="9"/>
                      <a:pt x="9" y="5"/>
                    </a:cubicBezTo>
                    <a:cubicBezTo>
                      <a:pt x="15" y="1"/>
                      <a:pt x="21" y="0"/>
                      <a:pt x="22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9" name="Freeform 31">
                <a:extLst>
                  <a:ext uri="{FF2B5EF4-FFF2-40B4-BE49-F238E27FC236}">
                    <a16:creationId xmlns:a16="http://schemas.microsoft.com/office/drawing/2014/main" id="{9B0941E0-CFCD-4EDE-A7F9-16EC43B02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134"/>
                <a:ext cx="49" cy="34"/>
              </a:xfrm>
              <a:custGeom>
                <a:avLst/>
                <a:gdLst>
                  <a:gd name="T0" fmla="*/ 101 w 33"/>
                  <a:gd name="T1" fmla="*/ 0 h 21"/>
                  <a:gd name="T2" fmla="*/ 0 w 33"/>
                  <a:gd name="T3" fmla="*/ 89 h 21"/>
                  <a:gd name="T4" fmla="*/ 27 w 33"/>
                  <a:gd name="T5" fmla="*/ 73 h 21"/>
                  <a:gd name="T6" fmla="*/ 53 w 33"/>
                  <a:gd name="T7" fmla="*/ 50 h 21"/>
                  <a:gd name="T8" fmla="*/ 108 w 33"/>
                  <a:gd name="T9" fmla="*/ 5 h 21"/>
                  <a:gd name="T10" fmla="*/ 101 w 33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1">
                    <a:moveTo>
                      <a:pt x="31" y="0"/>
                    </a:moveTo>
                    <a:cubicBezTo>
                      <a:pt x="21" y="7"/>
                      <a:pt x="9" y="13"/>
                      <a:pt x="0" y="21"/>
                    </a:cubicBezTo>
                    <a:cubicBezTo>
                      <a:pt x="3" y="20"/>
                      <a:pt x="6" y="18"/>
                      <a:pt x="8" y="17"/>
                    </a:cubicBezTo>
                    <a:cubicBezTo>
                      <a:pt x="10" y="15"/>
                      <a:pt x="13" y="13"/>
                      <a:pt x="16" y="12"/>
                    </a:cubicBezTo>
                    <a:cubicBezTo>
                      <a:pt x="21" y="8"/>
                      <a:pt x="27" y="5"/>
                      <a:pt x="33" y="1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0" name="Freeform 32">
                <a:extLst>
                  <a:ext uri="{FF2B5EF4-FFF2-40B4-BE49-F238E27FC236}">
                    <a16:creationId xmlns:a16="http://schemas.microsoft.com/office/drawing/2014/main" id="{7F021AAA-14A2-4877-94C5-F6AB708E5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136"/>
                <a:ext cx="99" cy="86"/>
              </a:xfrm>
              <a:custGeom>
                <a:avLst/>
                <a:gdLst>
                  <a:gd name="T0" fmla="*/ 224 w 66"/>
                  <a:gd name="T1" fmla="*/ 0 h 54"/>
                  <a:gd name="T2" fmla="*/ 59 w 66"/>
                  <a:gd name="T3" fmla="*/ 121 h 54"/>
                  <a:gd name="T4" fmla="*/ 5 w 66"/>
                  <a:gd name="T5" fmla="*/ 177 h 54"/>
                  <a:gd name="T6" fmla="*/ 26 w 66"/>
                  <a:gd name="T7" fmla="*/ 218 h 54"/>
                  <a:gd name="T8" fmla="*/ 21 w 66"/>
                  <a:gd name="T9" fmla="*/ 172 h 54"/>
                  <a:gd name="T10" fmla="*/ 48 w 66"/>
                  <a:gd name="T11" fmla="*/ 145 h 54"/>
                  <a:gd name="T12" fmla="*/ 89 w 66"/>
                  <a:gd name="T13" fmla="*/ 115 h 54"/>
                  <a:gd name="T14" fmla="*/ 162 w 66"/>
                  <a:gd name="T15" fmla="*/ 56 h 54"/>
                  <a:gd name="T16" fmla="*/ 197 w 66"/>
                  <a:gd name="T17" fmla="*/ 25 h 54"/>
                  <a:gd name="T18" fmla="*/ 221 w 66"/>
                  <a:gd name="T19" fmla="*/ 5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54">
                    <a:moveTo>
                      <a:pt x="66" y="0"/>
                    </a:moveTo>
                    <a:cubicBezTo>
                      <a:pt x="50" y="11"/>
                      <a:pt x="34" y="20"/>
                      <a:pt x="17" y="30"/>
                    </a:cubicBezTo>
                    <a:cubicBezTo>
                      <a:pt x="13" y="33"/>
                      <a:pt x="2" y="40"/>
                      <a:pt x="1" y="44"/>
                    </a:cubicBezTo>
                    <a:cubicBezTo>
                      <a:pt x="0" y="48"/>
                      <a:pt x="5" y="52"/>
                      <a:pt x="7" y="54"/>
                    </a:cubicBezTo>
                    <a:cubicBezTo>
                      <a:pt x="5" y="51"/>
                      <a:pt x="3" y="47"/>
                      <a:pt x="6" y="43"/>
                    </a:cubicBezTo>
                    <a:cubicBezTo>
                      <a:pt x="7" y="40"/>
                      <a:pt x="12" y="38"/>
                      <a:pt x="14" y="36"/>
                    </a:cubicBezTo>
                    <a:cubicBezTo>
                      <a:pt x="18" y="33"/>
                      <a:pt x="22" y="31"/>
                      <a:pt x="26" y="28"/>
                    </a:cubicBezTo>
                    <a:cubicBezTo>
                      <a:pt x="33" y="24"/>
                      <a:pt x="41" y="19"/>
                      <a:pt x="48" y="14"/>
                    </a:cubicBezTo>
                    <a:cubicBezTo>
                      <a:pt x="51" y="12"/>
                      <a:pt x="54" y="9"/>
                      <a:pt x="58" y="6"/>
                    </a:cubicBezTo>
                    <a:cubicBezTo>
                      <a:pt x="60" y="5"/>
                      <a:pt x="63" y="3"/>
                      <a:pt x="65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1" name="Freeform 33">
                <a:extLst>
                  <a:ext uri="{FF2B5EF4-FFF2-40B4-BE49-F238E27FC236}">
                    <a16:creationId xmlns:a16="http://schemas.microsoft.com/office/drawing/2014/main" id="{C2974EA7-1B79-4473-BEF3-CDA4BD70D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1157"/>
                <a:ext cx="25" cy="22"/>
              </a:xfrm>
              <a:custGeom>
                <a:avLst/>
                <a:gdLst>
                  <a:gd name="T0" fmla="*/ 26 w 17"/>
                  <a:gd name="T1" fmla="*/ 47 h 14"/>
                  <a:gd name="T2" fmla="*/ 9 w 17"/>
                  <a:gd name="T3" fmla="*/ 47 h 14"/>
                  <a:gd name="T4" fmla="*/ 38 w 17"/>
                  <a:gd name="T5" fmla="*/ 13 h 14"/>
                  <a:gd name="T6" fmla="*/ 54 w 17"/>
                  <a:gd name="T7" fmla="*/ 0 h 14"/>
                  <a:gd name="T8" fmla="*/ 32 w 17"/>
                  <a:gd name="T9" fmla="*/ 14 h 14"/>
                  <a:gd name="T10" fmla="*/ 1 w 17"/>
                  <a:gd name="T11" fmla="*/ 49 h 14"/>
                  <a:gd name="T12" fmla="*/ 26 w 17"/>
                  <a:gd name="T13" fmla="*/ 4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4">
                    <a:moveTo>
                      <a:pt x="8" y="12"/>
                    </a:moveTo>
                    <a:cubicBezTo>
                      <a:pt x="6" y="13"/>
                      <a:pt x="4" y="13"/>
                      <a:pt x="3" y="12"/>
                    </a:cubicBezTo>
                    <a:cubicBezTo>
                      <a:pt x="2" y="11"/>
                      <a:pt x="6" y="7"/>
                      <a:pt x="12" y="3"/>
                    </a:cubicBezTo>
                    <a:cubicBezTo>
                      <a:pt x="14" y="2"/>
                      <a:pt x="15" y="1"/>
                      <a:pt x="17" y="0"/>
                    </a:cubicBezTo>
                    <a:cubicBezTo>
                      <a:pt x="15" y="1"/>
                      <a:pt x="12" y="2"/>
                      <a:pt x="10" y="4"/>
                    </a:cubicBezTo>
                    <a:cubicBezTo>
                      <a:pt x="4" y="7"/>
                      <a:pt x="0" y="12"/>
                      <a:pt x="1" y="13"/>
                    </a:cubicBezTo>
                    <a:cubicBezTo>
                      <a:pt x="2" y="14"/>
                      <a:pt x="5" y="14"/>
                      <a:pt x="8" y="12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2" name="Freeform 34">
                <a:extLst>
                  <a:ext uri="{FF2B5EF4-FFF2-40B4-BE49-F238E27FC236}">
                    <a16:creationId xmlns:a16="http://schemas.microsoft.com/office/drawing/2014/main" id="{5C6EAFFA-8A1A-4202-BAE1-30A76DE7C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157"/>
                <a:ext cx="24" cy="21"/>
              </a:xfrm>
              <a:custGeom>
                <a:avLst/>
                <a:gdLst>
                  <a:gd name="T0" fmla="*/ 48 w 16"/>
                  <a:gd name="T1" fmla="*/ 8 h 13"/>
                  <a:gd name="T2" fmla="*/ 21 w 16"/>
                  <a:gd name="T3" fmla="*/ 42 h 13"/>
                  <a:gd name="T4" fmla="*/ 0 w 16"/>
                  <a:gd name="T5" fmla="*/ 55 h 13"/>
                  <a:gd name="T6" fmla="*/ 27 w 16"/>
                  <a:gd name="T7" fmla="*/ 39 h 13"/>
                  <a:gd name="T8" fmla="*/ 53 w 16"/>
                  <a:gd name="T9" fmla="*/ 5 h 13"/>
                  <a:gd name="T10" fmla="*/ 39 w 16"/>
                  <a:gd name="T11" fmla="*/ 5 h 13"/>
                  <a:gd name="T12" fmla="*/ 48 w 16"/>
                  <a:gd name="T13" fmla="*/ 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3">
                    <a:moveTo>
                      <a:pt x="14" y="2"/>
                    </a:moveTo>
                    <a:cubicBezTo>
                      <a:pt x="15" y="3"/>
                      <a:pt x="11" y="7"/>
                      <a:pt x="6" y="10"/>
                    </a:cubicBezTo>
                    <a:cubicBezTo>
                      <a:pt x="4" y="11"/>
                      <a:pt x="2" y="12"/>
                      <a:pt x="0" y="13"/>
                    </a:cubicBezTo>
                    <a:cubicBezTo>
                      <a:pt x="2" y="12"/>
                      <a:pt x="5" y="11"/>
                      <a:pt x="8" y="9"/>
                    </a:cubicBezTo>
                    <a:cubicBezTo>
                      <a:pt x="13" y="6"/>
                      <a:pt x="16" y="3"/>
                      <a:pt x="15" y="1"/>
                    </a:cubicBezTo>
                    <a:cubicBezTo>
                      <a:pt x="15" y="0"/>
                      <a:pt x="13" y="1"/>
                      <a:pt x="11" y="1"/>
                    </a:cubicBezTo>
                    <a:cubicBezTo>
                      <a:pt x="12" y="1"/>
                      <a:pt x="13" y="1"/>
                      <a:pt x="1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3" name="Freeform 35">
                <a:extLst>
                  <a:ext uri="{FF2B5EF4-FFF2-40B4-BE49-F238E27FC236}">
                    <a16:creationId xmlns:a16="http://schemas.microsoft.com/office/drawing/2014/main" id="{AB8DF2F8-9AEA-4D06-8674-588E3C3FE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112"/>
                <a:ext cx="156" cy="120"/>
              </a:xfrm>
              <a:custGeom>
                <a:avLst/>
                <a:gdLst>
                  <a:gd name="T0" fmla="*/ 309 w 104"/>
                  <a:gd name="T1" fmla="*/ 0 h 75"/>
                  <a:gd name="T2" fmla="*/ 216 w 104"/>
                  <a:gd name="T3" fmla="*/ 74 h 75"/>
                  <a:gd name="T4" fmla="*/ 48 w 104"/>
                  <a:gd name="T5" fmla="*/ 200 h 75"/>
                  <a:gd name="T6" fmla="*/ 12 w 104"/>
                  <a:gd name="T7" fmla="*/ 253 h 75"/>
                  <a:gd name="T8" fmla="*/ 32 w 104"/>
                  <a:gd name="T9" fmla="*/ 291 h 75"/>
                  <a:gd name="T10" fmla="*/ 59 w 104"/>
                  <a:gd name="T11" fmla="*/ 294 h 75"/>
                  <a:gd name="T12" fmla="*/ 230 w 104"/>
                  <a:gd name="T13" fmla="*/ 158 h 75"/>
                  <a:gd name="T14" fmla="*/ 351 w 104"/>
                  <a:gd name="T15" fmla="*/ 69 h 75"/>
                  <a:gd name="T16" fmla="*/ 309 w 104"/>
                  <a:gd name="T17" fmla="*/ 0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75">
                    <a:moveTo>
                      <a:pt x="91" y="0"/>
                    </a:moveTo>
                    <a:cubicBezTo>
                      <a:pt x="64" y="18"/>
                      <a:pt x="64" y="18"/>
                      <a:pt x="64" y="18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0" y="57"/>
                      <a:pt x="2" y="60"/>
                      <a:pt x="3" y="62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10" y="73"/>
                      <a:pt x="13" y="75"/>
                      <a:pt x="17" y="72"/>
                    </a:cubicBezTo>
                    <a:cubicBezTo>
                      <a:pt x="18" y="72"/>
                      <a:pt x="57" y="46"/>
                      <a:pt x="68" y="39"/>
                    </a:cubicBezTo>
                    <a:cubicBezTo>
                      <a:pt x="75" y="35"/>
                      <a:pt x="93" y="24"/>
                      <a:pt x="104" y="17"/>
                    </a:cubicBezTo>
                    <a:lnTo>
                      <a:pt x="91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4" name="Freeform 36">
                <a:extLst>
                  <a:ext uri="{FF2B5EF4-FFF2-40B4-BE49-F238E27FC236}">
                    <a16:creationId xmlns:a16="http://schemas.microsoft.com/office/drawing/2014/main" id="{56DE9A7D-828B-4B1C-AF66-FF186E722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" y="1539"/>
                <a:ext cx="103" cy="198"/>
              </a:xfrm>
              <a:custGeom>
                <a:avLst/>
                <a:gdLst>
                  <a:gd name="T0" fmla="*/ 155 w 69"/>
                  <a:gd name="T1" fmla="*/ 21 h 124"/>
                  <a:gd name="T2" fmla="*/ 160 w 69"/>
                  <a:gd name="T3" fmla="*/ 21 h 124"/>
                  <a:gd name="T4" fmla="*/ 182 w 69"/>
                  <a:gd name="T5" fmla="*/ 8 h 124"/>
                  <a:gd name="T6" fmla="*/ 213 w 69"/>
                  <a:gd name="T7" fmla="*/ 21 h 124"/>
                  <a:gd name="T8" fmla="*/ 209 w 69"/>
                  <a:gd name="T9" fmla="*/ 94 h 124"/>
                  <a:gd name="T10" fmla="*/ 130 w 69"/>
                  <a:gd name="T11" fmla="*/ 308 h 124"/>
                  <a:gd name="T12" fmla="*/ 76 w 69"/>
                  <a:gd name="T13" fmla="*/ 465 h 124"/>
                  <a:gd name="T14" fmla="*/ 46 w 69"/>
                  <a:gd name="T15" fmla="*/ 500 h 124"/>
                  <a:gd name="T16" fmla="*/ 15 w 69"/>
                  <a:gd name="T17" fmla="*/ 484 h 124"/>
                  <a:gd name="T18" fmla="*/ 6 w 69"/>
                  <a:gd name="T19" fmla="*/ 449 h 124"/>
                  <a:gd name="T20" fmla="*/ 76 w 69"/>
                  <a:gd name="T21" fmla="*/ 232 h 124"/>
                  <a:gd name="T22" fmla="*/ 155 w 69"/>
                  <a:gd name="T23" fmla="*/ 21 h 1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24">
                    <a:moveTo>
                      <a:pt x="47" y="5"/>
                    </a:moveTo>
                    <a:cubicBezTo>
                      <a:pt x="47" y="5"/>
                      <a:pt x="47" y="5"/>
                      <a:pt x="48" y="5"/>
                    </a:cubicBezTo>
                    <a:cubicBezTo>
                      <a:pt x="49" y="2"/>
                      <a:pt x="51" y="0"/>
                      <a:pt x="55" y="2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67" y="7"/>
                      <a:pt x="69" y="8"/>
                      <a:pt x="63" y="23"/>
                    </a:cubicBezTo>
                    <a:cubicBezTo>
                      <a:pt x="39" y="76"/>
                      <a:pt x="39" y="76"/>
                      <a:pt x="39" y="76"/>
                    </a:cubicBezTo>
                    <a:cubicBezTo>
                      <a:pt x="23" y="114"/>
                      <a:pt x="23" y="114"/>
                      <a:pt x="23" y="114"/>
                    </a:cubicBezTo>
                    <a:cubicBezTo>
                      <a:pt x="21" y="120"/>
                      <a:pt x="17" y="124"/>
                      <a:pt x="14" y="123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1" y="117"/>
                      <a:pt x="0" y="114"/>
                      <a:pt x="2" y="110"/>
                    </a:cubicBezTo>
                    <a:cubicBezTo>
                      <a:pt x="2" y="110"/>
                      <a:pt x="18" y="69"/>
                      <a:pt x="23" y="57"/>
                    </a:cubicBezTo>
                    <a:cubicBezTo>
                      <a:pt x="28" y="46"/>
                      <a:pt x="47" y="6"/>
                      <a:pt x="47" y="5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5" name="Freeform 37">
                <a:extLst>
                  <a:ext uri="{FF2B5EF4-FFF2-40B4-BE49-F238E27FC236}">
                    <a16:creationId xmlns:a16="http://schemas.microsoft.com/office/drawing/2014/main" id="{479282A0-49A0-444D-845B-ADA906315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1627"/>
                <a:ext cx="19" cy="38"/>
              </a:xfrm>
              <a:custGeom>
                <a:avLst/>
                <a:gdLst>
                  <a:gd name="T0" fmla="*/ 6 w 13"/>
                  <a:gd name="T1" fmla="*/ 90 h 24"/>
                  <a:gd name="T2" fmla="*/ 9 w 13"/>
                  <a:gd name="T3" fmla="*/ 40 h 24"/>
                  <a:gd name="T4" fmla="*/ 34 w 13"/>
                  <a:gd name="T5" fmla="*/ 0 h 24"/>
                  <a:gd name="T6" fmla="*/ 32 w 13"/>
                  <a:gd name="T7" fmla="*/ 52 h 24"/>
                  <a:gd name="T8" fmla="*/ 6 w 13"/>
                  <a:gd name="T9" fmla="*/ 9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4">
                    <a:moveTo>
                      <a:pt x="2" y="23"/>
                    </a:moveTo>
                    <a:cubicBezTo>
                      <a:pt x="0" y="22"/>
                      <a:pt x="1" y="17"/>
                      <a:pt x="3" y="10"/>
                    </a:cubicBezTo>
                    <a:cubicBezTo>
                      <a:pt x="6" y="4"/>
                      <a:pt x="10" y="0"/>
                      <a:pt x="11" y="0"/>
                    </a:cubicBezTo>
                    <a:cubicBezTo>
                      <a:pt x="13" y="1"/>
                      <a:pt x="12" y="7"/>
                      <a:pt x="10" y="13"/>
                    </a:cubicBezTo>
                    <a:cubicBezTo>
                      <a:pt x="7" y="20"/>
                      <a:pt x="3" y="24"/>
                      <a:pt x="2" y="2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6" name="Freeform 38">
                <a:extLst>
                  <a:ext uri="{FF2B5EF4-FFF2-40B4-BE49-F238E27FC236}">
                    <a16:creationId xmlns:a16="http://schemas.microsoft.com/office/drawing/2014/main" id="{7C8F336E-E641-4B57-8E4F-1420D49B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1624"/>
                <a:ext cx="20" cy="38"/>
              </a:xfrm>
              <a:custGeom>
                <a:avLst/>
                <a:gdLst>
                  <a:gd name="T0" fmla="*/ 5 w 13"/>
                  <a:gd name="T1" fmla="*/ 90 h 24"/>
                  <a:gd name="T2" fmla="*/ 12 w 13"/>
                  <a:gd name="T3" fmla="*/ 43 h 24"/>
                  <a:gd name="T4" fmla="*/ 40 w 13"/>
                  <a:gd name="T5" fmla="*/ 5 h 24"/>
                  <a:gd name="T6" fmla="*/ 35 w 13"/>
                  <a:gd name="T7" fmla="*/ 52 h 24"/>
                  <a:gd name="T8" fmla="*/ 5 w 13"/>
                  <a:gd name="T9" fmla="*/ 9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4">
                    <a:moveTo>
                      <a:pt x="1" y="23"/>
                    </a:moveTo>
                    <a:cubicBezTo>
                      <a:pt x="0" y="23"/>
                      <a:pt x="0" y="17"/>
                      <a:pt x="3" y="11"/>
                    </a:cubicBezTo>
                    <a:cubicBezTo>
                      <a:pt x="6" y="4"/>
                      <a:pt x="9" y="0"/>
                      <a:pt x="11" y="1"/>
                    </a:cubicBezTo>
                    <a:cubicBezTo>
                      <a:pt x="13" y="1"/>
                      <a:pt x="12" y="7"/>
                      <a:pt x="10" y="13"/>
                    </a:cubicBezTo>
                    <a:cubicBezTo>
                      <a:pt x="7" y="20"/>
                      <a:pt x="3" y="24"/>
                      <a:pt x="1" y="2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7" name="Freeform 39">
                <a:extLst>
                  <a:ext uri="{FF2B5EF4-FFF2-40B4-BE49-F238E27FC236}">
                    <a16:creationId xmlns:a16="http://schemas.microsoft.com/office/drawing/2014/main" id="{85FCE448-9F82-4136-A4B1-0957E8BC4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1548"/>
                <a:ext cx="28" cy="85"/>
              </a:xfrm>
              <a:custGeom>
                <a:avLst/>
                <a:gdLst>
                  <a:gd name="T0" fmla="*/ 35 w 19"/>
                  <a:gd name="T1" fmla="*/ 0 h 53"/>
                  <a:gd name="T2" fmla="*/ 60 w 19"/>
                  <a:gd name="T3" fmla="*/ 26 h 53"/>
                  <a:gd name="T4" fmla="*/ 47 w 19"/>
                  <a:gd name="T5" fmla="*/ 69 h 53"/>
                  <a:gd name="T6" fmla="*/ 22 w 19"/>
                  <a:gd name="T7" fmla="*/ 149 h 53"/>
                  <a:gd name="T8" fmla="*/ 9 w 19"/>
                  <a:gd name="T9" fmla="*/ 183 h 53"/>
                  <a:gd name="T10" fmla="*/ 0 w 19"/>
                  <a:gd name="T11" fmla="*/ 218 h 53"/>
                  <a:gd name="T12" fmla="*/ 46 w 19"/>
                  <a:gd name="T13" fmla="*/ 67 h 53"/>
                  <a:gd name="T14" fmla="*/ 46 w 19"/>
                  <a:gd name="T15" fmla="*/ 21 h 53"/>
                  <a:gd name="T16" fmla="*/ 27 w 19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53">
                    <a:moveTo>
                      <a:pt x="11" y="0"/>
                    </a:moveTo>
                    <a:cubicBezTo>
                      <a:pt x="13" y="1"/>
                      <a:pt x="18" y="2"/>
                      <a:pt x="19" y="6"/>
                    </a:cubicBezTo>
                    <a:cubicBezTo>
                      <a:pt x="19" y="9"/>
                      <a:pt x="17" y="14"/>
                      <a:pt x="15" y="17"/>
                    </a:cubicBezTo>
                    <a:cubicBezTo>
                      <a:pt x="13" y="24"/>
                      <a:pt x="10" y="30"/>
                      <a:pt x="7" y="36"/>
                    </a:cubicBezTo>
                    <a:cubicBezTo>
                      <a:pt x="6" y="39"/>
                      <a:pt x="5" y="41"/>
                      <a:pt x="3" y="44"/>
                    </a:cubicBezTo>
                    <a:cubicBezTo>
                      <a:pt x="2" y="47"/>
                      <a:pt x="1" y="50"/>
                      <a:pt x="0" y="53"/>
                    </a:cubicBezTo>
                    <a:cubicBezTo>
                      <a:pt x="2" y="41"/>
                      <a:pt x="10" y="28"/>
                      <a:pt x="14" y="16"/>
                    </a:cubicBezTo>
                    <a:cubicBezTo>
                      <a:pt x="15" y="12"/>
                      <a:pt x="16" y="8"/>
                      <a:pt x="14" y="5"/>
                    </a:cubicBezTo>
                    <a:cubicBezTo>
                      <a:pt x="13" y="3"/>
                      <a:pt x="11" y="1"/>
                      <a:pt x="8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" name="Freeform 40">
                <a:extLst>
                  <a:ext uri="{FF2B5EF4-FFF2-40B4-BE49-F238E27FC236}">
                    <a16:creationId xmlns:a16="http://schemas.microsoft.com/office/drawing/2014/main" id="{50A22158-68BF-4B0E-B44C-3D956967C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1592"/>
                <a:ext cx="49" cy="139"/>
              </a:xfrm>
              <a:custGeom>
                <a:avLst/>
                <a:gdLst>
                  <a:gd name="T0" fmla="*/ 28 w 33"/>
                  <a:gd name="T1" fmla="*/ 350 h 87"/>
                  <a:gd name="T2" fmla="*/ 0 w 33"/>
                  <a:gd name="T3" fmla="*/ 328 h 87"/>
                  <a:gd name="T4" fmla="*/ 15 w 33"/>
                  <a:gd name="T5" fmla="*/ 265 h 87"/>
                  <a:gd name="T6" fmla="*/ 46 w 33"/>
                  <a:gd name="T7" fmla="*/ 179 h 87"/>
                  <a:gd name="T8" fmla="*/ 108 w 33"/>
                  <a:gd name="T9" fmla="*/ 0 h 87"/>
                  <a:gd name="T10" fmla="*/ 67 w 33"/>
                  <a:gd name="T11" fmla="*/ 123 h 87"/>
                  <a:gd name="T12" fmla="*/ 33 w 33"/>
                  <a:gd name="T13" fmla="*/ 248 h 87"/>
                  <a:gd name="T14" fmla="*/ 49 w 33"/>
                  <a:gd name="T15" fmla="*/ 347 h 87"/>
                  <a:gd name="T16" fmla="*/ 33 w 33"/>
                  <a:gd name="T17" fmla="*/ 35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87">
                    <a:moveTo>
                      <a:pt x="9" y="86"/>
                    </a:moveTo>
                    <a:cubicBezTo>
                      <a:pt x="6" y="85"/>
                      <a:pt x="1" y="85"/>
                      <a:pt x="0" y="80"/>
                    </a:cubicBezTo>
                    <a:cubicBezTo>
                      <a:pt x="0" y="75"/>
                      <a:pt x="4" y="69"/>
                      <a:pt x="5" y="65"/>
                    </a:cubicBezTo>
                    <a:cubicBezTo>
                      <a:pt x="9" y="56"/>
                      <a:pt x="10" y="53"/>
                      <a:pt x="14" y="44"/>
                    </a:cubicBezTo>
                    <a:cubicBezTo>
                      <a:pt x="19" y="31"/>
                      <a:pt x="26" y="12"/>
                      <a:pt x="33" y="0"/>
                    </a:cubicBezTo>
                    <a:cubicBezTo>
                      <a:pt x="29" y="9"/>
                      <a:pt x="24" y="20"/>
                      <a:pt x="20" y="30"/>
                    </a:cubicBezTo>
                    <a:cubicBezTo>
                      <a:pt x="16" y="41"/>
                      <a:pt x="13" y="50"/>
                      <a:pt x="10" y="61"/>
                    </a:cubicBezTo>
                    <a:cubicBezTo>
                      <a:pt x="6" y="71"/>
                      <a:pt x="5" y="87"/>
                      <a:pt x="15" y="85"/>
                    </a:cubicBezTo>
                    <a:cubicBezTo>
                      <a:pt x="13" y="87"/>
                      <a:pt x="12" y="86"/>
                      <a:pt x="10" y="86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" name="Freeform 41">
                <a:extLst>
                  <a:ext uri="{FF2B5EF4-FFF2-40B4-BE49-F238E27FC236}">
                    <a16:creationId xmlns:a16="http://schemas.microsoft.com/office/drawing/2014/main" id="{B1F43C59-2EEA-411B-B837-96430DF6B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1630"/>
                <a:ext cx="11" cy="32"/>
              </a:xfrm>
              <a:custGeom>
                <a:avLst/>
                <a:gdLst>
                  <a:gd name="T0" fmla="*/ 27 w 7"/>
                  <a:gd name="T1" fmla="*/ 61 h 20"/>
                  <a:gd name="T2" fmla="*/ 13 w 7"/>
                  <a:gd name="T3" fmla="*/ 74 h 20"/>
                  <a:gd name="T4" fmla="*/ 14 w 7"/>
                  <a:gd name="T5" fmla="*/ 21 h 20"/>
                  <a:gd name="T6" fmla="*/ 27 w 7"/>
                  <a:gd name="T7" fmla="*/ 0 h 20"/>
                  <a:gd name="T8" fmla="*/ 13 w 7"/>
                  <a:gd name="T9" fmla="*/ 29 h 20"/>
                  <a:gd name="T10" fmla="*/ 5 w 7"/>
                  <a:gd name="T11" fmla="*/ 77 h 20"/>
                  <a:gd name="T12" fmla="*/ 27 w 7"/>
                  <a:gd name="T13" fmla="*/ 6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0">
                    <a:moveTo>
                      <a:pt x="7" y="15"/>
                    </a:moveTo>
                    <a:cubicBezTo>
                      <a:pt x="5" y="17"/>
                      <a:pt x="4" y="18"/>
                      <a:pt x="3" y="18"/>
                    </a:cubicBezTo>
                    <a:cubicBezTo>
                      <a:pt x="1" y="17"/>
                      <a:pt x="2" y="11"/>
                      <a:pt x="4" y="5"/>
                    </a:cubicBezTo>
                    <a:cubicBezTo>
                      <a:pt x="5" y="3"/>
                      <a:pt x="6" y="1"/>
                      <a:pt x="7" y="0"/>
                    </a:cubicBezTo>
                    <a:cubicBezTo>
                      <a:pt x="6" y="1"/>
                      <a:pt x="4" y="4"/>
                      <a:pt x="3" y="7"/>
                    </a:cubicBezTo>
                    <a:cubicBezTo>
                      <a:pt x="0" y="13"/>
                      <a:pt x="0" y="19"/>
                      <a:pt x="1" y="19"/>
                    </a:cubicBezTo>
                    <a:cubicBezTo>
                      <a:pt x="3" y="20"/>
                      <a:pt x="5" y="18"/>
                      <a:pt x="7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" name="Freeform 42">
                <a:extLst>
                  <a:ext uri="{FF2B5EF4-FFF2-40B4-BE49-F238E27FC236}">
                    <a16:creationId xmlns:a16="http://schemas.microsoft.com/office/drawing/2014/main" id="{0CA1A4C9-1182-4A60-AB6B-E69C83BDA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" y="1627"/>
                <a:ext cx="12" cy="29"/>
              </a:xfrm>
              <a:custGeom>
                <a:avLst/>
                <a:gdLst>
                  <a:gd name="T0" fmla="*/ 21 w 8"/>
                  <a:gd name="T1" fmla="*/ 8 h 18"/>
                  <a:gd name="T2" fmla="*/ 14 w 8"/>
                  <a:gd name="T3" fmla="*/ 55 h 18"/>
                  <a:gd name="T4" fmla="*/ 0 w 8"/>
                  <a:gd name="T5" fmla="*/ 76 h 18"/>
                  <a:gd name="T6" fmla="*/ 18 w 8"/>
                  <a:gd name="T7" fmla="*/ 47 h 18"/>
                  <a:gd name="T8" fmla="*/ 21 w 8"/>
                  <a:gd name="T9" fmla="*/ 5 h 18"/>
                  <a:gd name="T10" fmla="*/ 12 w 8"/>
                  <a:gd name="T11" fmla="*/ 13 h 18"/>
                  <a:gd name="T12" fmla="*/ 21 w 8"/>
                  <a:gd name="T13" fmla="*/ 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8">
                    <a:moveTo>
                      <a:pt x="6" y="2"/>
                    </a:moveTo>
                    <a:cubicBezTo>
                      <a:pt x="7" y="3"/>
                      <a:pt x="6" y="8"/>
                      <a:pt x="4" y="13"/>
                    </a:cubicBezTo>
                    <a:cubicBezTo>
                      <a:pt x="3" y="15"/>
                      <a:pt x="1" y="17"/>
                      <a:pt x="0" y="18"/>
                    </a:cubicBezTo>
                    <a:cubicBezTo>
                      <a:pt x="2" y="17"/>
                      <a:pt x="3" y="14"/>
                      <a:pt x="5" y="11"/>
                    </a:cubicBezTo>
                    <a:cubicBezTo>
                      <a:pt x="7" y="6"/>
                      <a:pt x="8" y="1"/>
                      <a:pt x="6" y="1"/>
                    </a:cubicBezTo>
                    <a:cubicBezTo>
                      <a:pt x="5" y="0"/>
                      <a:pt x="4" y="1"/>
                      <a:pt x="3" y="3"/>
                    </a:cubicBezTo>
                    <a:cubicBezTo>
                      <a:pt x="3" y="3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" name="Freeform 43">
                <a:extLst>
                  <a:ext uri="{FF2B5EF4-FFF2-40B4-BE49-F238E27FC236}">
                    <a16:creationId xmlns:a16="http://schemas.microsoft.com/office/drawing/2014/main" id="{76FDE432-06A0-4207-85CA-6112E623F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" y="1539"/>
                <a:ext cx="103" cy="198"/>
              </a:xfrm>
              <a:custGeom>
                <a:avLst/>
                <a:gdLst>
                  <a:gd name="T0" fmla="*/ 155 w 69"/>
                  <a:gd name="T1" fmla="*/ 21 h 124"/>
                  <a:gd name="T2" fmla="*/ 160 w 69"/>
                  <a:gd name="T3" fmla="*/ 21 h 124"/>
                  <a:gd name="T4" fmla="*/ 182 w 69"/>
                  <a:gd name="T5" fmla="*/ 8 h 124"/>
                  <a:gd name="T6" fmla="*/ 213 w 69"/>
                  <a:gd name="T7" fmla="*/ 21 h 124"/>
                  <a:gd name="T8" fmla="*/ 209 w 69"/>
                  <a:gd name="T9" fmla="*/ 94 h 124"/>
                  <a:gd name="T10" fmla="*/ 130 w 69"/>
                  <a:gd name="T11" fmla="*/ 308 h 124"/>
                  <a:gd name="T12" fmla="*/ 76 w 69"/>
                  <a:gd name="T13" fmla="*/ 465 h 124"/>
                  <a:gd name="T14" fmla="*/ 46 w 69"/>
                  <a:gd name="T15" fmla="*/ 500 h 124"/>
                  <a:gd name="T16" fmla="*/ 15 w 69"/>
                  <a:gd name="T17" fmla="*/ 484 h 124"/>
                  <a:gd name="T18" fmla="*/ 6 w 69"/>
                  <a:gd name="T19" fmla="*/ 449 h 124"/>
                  <a:gd name="T20" fmla="*/ 76 w 69"/>
                  <a:gd name="T21" fmla="*/ 232 h 124"/>
                  <a:gd name="T22" fmla="*/ 155 w 69"/>
                  <a:gd name="T23" fmla="*/ 21 h 1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24">
                    <a:moveTo>
                      <a:pt x="47" y="5"/>
                    </a:moveTo>
                    <a:cubicBezTo>
                      <a:pt x="47" y="5"/>
                      <a:pt x="47" y="5"/>
                      <a:pt x="48" y="5"/>
                    </a:cubicBezTo>
                    <a:cubicBezTo>
                      <a:pt x="49" y="2"/>
                      <a:pt x="51" y="0"/>
                      <a:pt x="55" y="2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67" y="7"/>
                      <a:pt x="69" y="8"/>
                      <a:pt x="63" y="23"/>
                    </a:cubicBezTo>
                    <a:cubicBezTo>
                      <a:pt x="39" y="76"/>
                      <a:pt x="39" y="76"/>
                      <a:pt x="39" y="76"/>
                    </a:cubicBezTo>
                    <a:cubicBezTo>
                      <a:pt x="23" y="114"/>
                      <a:pt x="23" y="114"/>
                      <a:pt x="23" y="114"/>
                    </a:cubicBezTo>
                    <a:cubicBezTo>
                      <a:pt x="21" y="120"/>
                      <a:pt x="17" y="124"/>
                      <a:pt x="14" y="123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1" y="117"/>
                      <a:pt x="0" y="114"/>
                      <a:pt x="2" y="110"/>
                    </a:cubicBezTo>
                    <a:cubicBezTo>
                      <a:pt x="2" y="110"/>
                      <a:pt x="18" y="69"/>
                      <a:pt x="23" y="57"/>
                    </a:cubicBezTo>
                    <a:cubicBezTo>
                      <a:pt x="28" y="46"/>
                      <a:pt x="47" y="6"/>
                      <a:pt x="47" y="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2" name="Freeform 44">
                <a:extLst>
                  <a:ext uri="{FF2B5EF4-FFF2-40B4-BE49-F238E27FC236}">
                    <a16:creationId xmlns:a16="http://schemas.microsoft.com/office/drawing/2014/main" id="{CD513A39-B0E2-4B3D-8741-2BFE72B85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1739"/>
                <a:ext cx="51" cy="204"/>
              </a:xfrm>
              <a:custGeom>
                <a:avLst/>
                <a:gdLst>
                  <a:gd name="T0" fmla="*/ 45 w 34"/>
                  <a:gd name="T1" fmla="*/ 26 h 128"/>
                  <a:gd name="T2" fmla="*/ 45 w 34"/>
                  <a:gd name="T3" fmla="*/ 26 h 128"/>
                  <a:gd name="T4" fmla="*/ 66 w 34"/>
                  <a:gd name="T5" fmla="*/ 0 h 128"/>
                  <a:gd name="T6" fmla="*/ 99 w 34"/>
                  <a:gd name="T7" fmla="*/ 5 h 128"/>
                  <a:gd name="T8" fmla="*/ 113 w 34"/>
                  <a:gd name="T9" fmla="*/ 73 h 128"/>
                  <a:gd name="T10" fmla="*/ 89 w 34"/>
                  <a:gd name="T11" fmla="*/ 308 h 128"/>
                  <a:gd name="T12" fmla="*/ 75 w 34"/>
                  <a:gd name="T13" fmla="*/ 472 h 128"/>
                  <a:gd name="T14" fmla="*/ 54 w 34"/>
                  <a:gd name="T15" fmla="*/ 518 h 128"/>
                  <a:gd name="T16" fmla="*/ 21 w 34"/>
                  <a:gd name="T17" fmla="*/ 513 h 128"/>
                  <a:gd name="T18" fmla="*/ 5 w 34"/>
                  <a:gd name="T19" fmla="*/ 485 h 128"/>
                  <a:gd name="T20" fmla="*/ 18 w 34"/>
                  <a:gd name="T21" fmla="*/ 253 h 128"/>
                  <a:gd name="T22" fmla="*/ 45 w 34"/>
                  <a:gd name="T23" fmla="*/ 26 h 1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128">
                    <a:moveTo>
                      <a:pt x="13" y="6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3" y="3"/>
                      <a:pt x="14" y="0"/>
                      <a:pt x="19" y="0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1" y="2"/>
                      <a:pt x="34" y="2"/>
                      <a:pt x="33" y="18"/>
                    </a:cubicBezTo>
                    <a:cubicBezTo>
                      <a:pt x="26" y="76"/>
                      <a:pt x="26" y="76"/>
                      <a:pt x="26" y="76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23"/>
                      <a:pt x="19" y="128"/>
                      <a:pt x="16" y="128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2" y="127"/>
                      <a:pt x="0" y="124"/>
                      <a:pt x="1" y="120"/>
                    </a:cubicBezTo>
                    <a:cubicBezTo>
                      <a:pt x="1" y="120"/>
                      <a:pt x="4" y="75"/>
                      <a:pt x="5" y="63"/>
                    </a:cubicBezTo>
                    <a:cubicBezTo>
                      <a:pt x="6" y="50"/>
                      <a:pt x="13" y="6"/>
                      <a:pt x="13" y="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3" name="Freeform 45">
                <a:extLst>
                  <a:ext uri="{FF2B5EF4-FFF2-40B4-BE49-F238E27FC236}">
                    <a16:creationId xmlns:a16="http://schemas.microsoft.com/office/drawing/2014/main" id="{49428EB0-2562-4244-9153-8FBE0364A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1831"/>
                <a:ext cx="12" cy="40"/>
              </a:xfrm>
              <a:custGeom>
                <a:avLst/>
                <a:gdLst>
                  <a:gd name="T0" fmla="*/ 12 w 8"/>
                  <a:gd name="T1" fmla="*/ 102 h 25"/>
                  <a:gd name="T2" fmla="*/ 5 w 8"/>
                  <a:gd name="T3" fmla="*/ 48 h 25"/>
                  <a:gd name="T4" fmla="*/ 18 w 8"/>
                  <a:gd name="T5" fmla="*/ 0 h 25"/>
                  <a:gd name="T6" fmla="*/ 26 w 8"/>
                  <a:gd name="T7" fmla="*/ 48 h 25"/>
                  <a:gd name="T8" fmla="*/ 12 w 8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5">
                    <a:moveTo>
                      <a:pt x="3" y="25"/>
                    </a:moveTo>
                    <a:cubicBezTo>
                      <a:pt x="1" y="24"/>
                      <a:pt x="0" y="19"/>
                      <a:pt x="1" y="12"/>
                    </a:cubicBezTo>
                    <a:cubicBezTo>
                      <a:pt x="1" y="5"/>
                      <a:pt x="3" y="0"/>
                      <a:pt x="5" y="0"/>
                    </a:cubicBezTo>
                    <a:cubicBezTo>
                      <a:pt x="7" y="0"/>
                      <a:pt x="8" y="6"/>
                      <a:pt x="7" y="12"/>
                    </a:cubicBezTo>
                    <a:cubicBezTo>
                      <a:pt x="7" y="19"/>
                      <a:pt x="5" y="25"/>
                      <a:pt x="3" y="2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4" name="Freeform 46">
                <a:extLst>
                  <a:ext uri="{FF2B5EF4-FFF2-40B4-BE49-F238E27FC236}">
                    <a16:creationId xmlns:a16="http://schemas.microsoft.com/office/drawing/2014/main" id="{D5422480-F9C7-4BD2-A723-43E5CA81D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1827"/>
                <a:ext cx="12" cy="40"/>
              </a:xfrm>
              <a:custGeom>
                <a:avLst/>
                <a:gdLst>
                  <a:gd name="T0" fmla="*/ 12 w 8"/>
                  <a:gd name="T1" fmla="*/ 102 h 25"/>
                  <a:gd name="T2" fmla="*/ 5 w 8"/>
                  <a:gd name="T3" fmla="*/ 48 h 25"/>
                  <a:gd name="T4" fmla="*/ 18 w 8"/>
                  <a:gd name="T5" fmla="*/ 0 h 25"/>
                  <a:gd name="T6" fmla="*/ 27 w 8"/>
                  <a:gd name="T7" fmla="*/ 54 h 25"/>
                  <a:gd name="T8" fmla="*/ 12 w 8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5">
                    <a:moveTo>
                      <a:pt x="3" y="25"/>
                    </a:moveTo>
                    <a:cubicBezTo>
                      <a:pt x="1" y="25"/>
                      <a:pt x="0" y="19"/>
                      <a:pt x="1" y="12"/>
                    </a:cubicBezTo>
                    <a:cubicBezTo>
                      <a:pt x="1" y="5"/>
                      <a:pt x="3" y="0"/>
                      <a:pt x="5" y="0"/>
                    </a:cubicBezTo>
                    <a:cubicBezTo>
                      <a:pt x="7" y="0"/>
                      <a:pt x="8" y="6"/>
                      <a:pt x="8" y="13"/>
                    </a:cubicBezTo>
                    <a:cubicBezTo>
                      <a:pt x="7" y="20"/>
                      <a:pt x="5" y="25"/>
                      <a:pt x="3" y="2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5" name="Freeform 47">
                <a:extLst>
                  <a:ext uri="{FF2B5EF4-FFF2-40B4-BE49-F238E27FC236}">
                    <a16:creationId xmlns:a16="http://schemas.microsoft.com/office/drawing/2014/main" id="{F649DFEB-1FCE-446E-BF87-C14785EC8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1745"/>
                <a:ext cx="21" cy="86"/>
              </a:xfrm>
              <a:custGeom>
                <a:avLst/>
                <a:gdLst>
                  <a:gd name="T0" fmla="*/ 12 w 14"/>
                  <a:gd name="T1" fmla="*/ 0 h 54"/>
                  <a:gd name="T2" fmla="*/ 41 w 14"/>
                  <a:gd name="T3" fmla="*/ 13 h 54"/>
                  <a:gd name="T4" fmla="*/ 41 w 14"/>
                  <a:gd name="T5" fmla="*/ 61 h 54"/>
                  <a:gd name="T6" fmla="*/ 35 w 14"/>
                  <a:gd name="T7" fmla="*/ 145 h 54"/>
                  <a:gd name="T8" fmla="*/ 32 w 14"/>
                  <a:gd name="T9" fmla="*/ 183 h 54"/>
                  <a:gd name="T10" fmla="*/ 27 w 14"/>
                  <a:gd name="T11" fmla="*/ 218 h 54"/>
                  <a:gd name="T12" fmla="*/ 35 w 14"/>
                  <a:gd name="T13" fmla="*/ 61 h 54"/>
                  <a:gd name="T14" fmla="*/ 27 w 14"/>
                  <a:gd name="T15" fmla="*/ 16 h 54"/>
                  <a:gd name="T16" fmla="*/ 0 w 14"/>
                  <a:gd name="T17" fmla="*/ 5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4">
                    <a:moveTo>
                      <a:pt x="3" y="0"/>
                    </a:moveTo>
                    <a:cubicBezTo>
                      <a:pt x="5" y="1"/>
                      <a:pt x="10" y="0"/>
                      <a:pt x="12" y="3"/>
                    </a:cubicBezTo>
                    <a:cubicBezTo>
                      <a:pt x="14" y="6"/>
                      <a:pt x="13" y="12"/>
                      <a:pt x="12" y="15"/>
                    </a:cubicBezTo>
                    <a:cubicBezTo>
                      <a:pt x="12" y="22"/>
                      <a:pt x="11" y="29"/>
                      <a:pt x="10" y="36"/>
                    </a:cubicBezTo>
                    <a:cubicBezTo>
                      <a:pt x="10" y="39"/>
                      <a:pt x="9" y="42"/>
                      <a:pt x="9" y="45"/>
                    </a:cubicBezTo>
                    <a:cubicBezTo>
                      <a:pt x="9" y="48"/>
                      <a:pt x="9" y="51"/>
                      <a:pt x="8" y="54"/>
                    </a:cubicBezTo>
                    <a:cubicBezTo>
                      <a:pt x="7" y="41"/>
                      <a:pt x="10" y="28"/>
                      <a:pt x="10" y="15"/>
                    </a:cubicBezTo>
                    <a:cubicBezTo>
                      <a:pt x="10" y="11"/>
                      <a:pt x="10" y="6"/>
                      <a:pt x="8" y="4"/>
                    </a:cubicBezTo>
                    <a:cubicBezTo>
                      <a:pt x="6" y="2"/>
                      <a:pt x="3" y="1"/>
                      <a:pt x="0" y="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6" name="Freeform 48">
                <a:extLst>
                  <a:ext uri="{FF2B5EF4-FFF2-40B4-BE49-F238E27FC236}">
                    <a16:creationId xmlns:a16="http://schemas.microsoft.com/office/drawing/2014/main" id="{7C44A475-63A3-4A13-B3C4-85C5FF317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" y="1796"/>
                <a:ext cx="27" cy="146"/>
              </a:xfrm>
              <a:custGeom>
                <a:avLst/>
                <a:gdLst>
                  <a:gd name="T0" fmla="*/ 41 w 18"/>
                  <a:gd name="T1" fmla="*/ 367 h 91"/>
                  <a:gd name="T2" fmla="*/ 8 w 18"/>
                  <a:gd name="T3" fmla="*/ 355 h 91"/>
                  <a:gd name="T4" fmla="*/ 8 w 18"/>
                  <a:gd name="T5" fmla="*/ 289 h 91"/>
                  <a:gd name="T6" fmla="*/ 14 w 18"/>
                  <a:gd name="T7" fmla="*/ 199 h 91"/>
                  <a:gd name="T8" fmla="*/ 32 w 18"/>
                  <a:gd name="T9" fmla="*/ 0 h 91"/>
                  <a:gd name="T10" fmla="*/ 21 w 18"/>
                  <a:gd name="T11" fmla="*/ 132 h 91"/>
                  <a:gd name="T12" fmla="*/ 18 w 18"/>
                  <a:gd name="T13" fmla="*/ 268 h 91"/>
                  <a:gd name="T14" fmla="*/ 62 w 18"/>
                  <a:gd name="T15" fmla="*/ 355 h 91"/>
                  <a:gd name="T16" fmla="*/ 45 w 18"/>
                  <a:gd name="T17" fmla="*/ 367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91">
                    <a:moveTo>
                      <a:pt x="12" y="89"/>
                    </a:moveTo>
                    <a:cubicBezTo>
                      <a:pt x="9" y="89"/>
                      <a:pt x="4" y="91"/>
                      <a:pt x="2" y="86"/>
                    </a:cubicBezTo>
                    <a:cubicBezTo>
                      <a:pt x="0" y="82"/>
                      <a:pt x="2" y="75"/>
                      <a:pt x="2" y="70"/>
                    </a:cubicBezTo>
                    <a:cubicBezTo>
                      <a:pt x="3" y="61"/>
                      <a:pt x="3" y="57"/>
                      <a:pt x="4" y="48"/>
                    </a:cubicBezTo>
                    <a:cubicBezTo>
                      <a:pt x="5" y="34"/>
                      <a:pt x="6" y="13"/>
                      <a:pt x="9" y="0"/>
                    </a:cubicBezTo>
                    <a:cubicBezTo>
                      <a:pt x="8" y="10"/>
                      <a:pt x="7" y="22"/>
                      <a:pt x="6" y="32"/>
                    </a:cubicBezTo>
                    <a:cubicBezTo>
                      <a:pt x="5" y="44"/>
                      <a:pt x="5" y="54"/>
                      <a:pt x="5" y="65"/>
                    </a:cubicBezTo>
                    <a:cubicBezTo>
                      <a:pt x="5" y="76"/>
                      <a:pt x="9" y="91"/>
                      <a:pt x="18" y="86"/>
                    </a:cubicBezTo>
                    <a:cubicBezTo>
                      <a:pt x="16" y="89"/>
                      <a:pt x="15" y="88"/>
                      <a:pt x="13" y="89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7" name="Freeform 49">
                <a:extLst>
                  <a:ext uri="{FF2B5EF4-FFF2-40B4-BE49-F238E27FC236}">
                    <a16:creationId xmlns:a16="http://schemas.microsoft.com/office/drawing/2014/main" id="{D655174D-EE89-47F4-9496-861F74154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1833"/>
                <a:ext cx="11" cy="34"/>
              </a:xfrm>
              <a:custGeom>
                <a:avLst/>
                <a:gdLst>
                  <a:gd name="T0" fmla="*/ 27 w 7"/>
                  <a:gd name="T1" fmla="*/ 63 h 21"/>
                  <a:gd name="T2" fmla="*/ 13 w 7"/>
                  <a:gd name="T3" fmla="*/ 81 h 21"/>
                  <a:gd name="T4" fmla="*/ 5 w 7"/>
                  <a:gd name="T5" fmla="*/ 26 h 21"/>
                  <a:gd name="T6" fmla="*/ 8 w 7"/>
                  <a:gd name="T7" fmla="*/ 0 h 21"/>
                  <a:gd name="T8" fmla="*/ 5 w 7"/>
                  <a:gd name="T9" fmla="*/ 34 h 21"/>
                  <a:gd name="T10" fmla="*/ 13 w 7"/>
                  <a:gd name="T11" fmla="*/ 89 h 21"/>
                  <a:gd name="T12" fmla="*/ 27 w 7"/>
                  <a:gd name="T13" fmla="*/ 6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7" y="15"/>
                    </a:moveTo>
                    <a:cubicBezTo>
                      <a:pt x="6" y="17"/>
                      <a:pt x="5" y="19"/>
                      <a:pt x="3" y="19"/>
                    </a:cubicBezTo>
                    <a:cubicBezTo>
                      <a:pt x="2" y="19"/>
                      <a:pt x="1" y="13"/>
                      <a:pt x="1" y="6"/>
                    </a:cubicBezTo>
                    <a:cubicBezTo>
                      <a:pt x="1" y="4"/>
                      <a:pt x="2" y="2"/>
                      <a:pt x="2" y="0"/>
                    </a:cubicBezTo>
                    <a:cubicBezTo>
                      <a:pt x="1" y="2"/>
                      <a:pt x="1" y="5"/>
                      <a:pt x="1" y="8"/>
                    </a:cubicBezTo>
                    <a:cubicBezTo>
                      <a:pt x="0" y="15"/>
                      <a:pt x="1" y="21"/>
                      <a:pt x="3" y="21"/>
                    </a:cubicBezTo>
                    <a:cubicBezTo>
                      <a:pt x="4" y="21"/>
                      <a:pt x="6" y="19"/>
                      <a:pt x="7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8" name="Freeform 50">
                <a:extLst>
                  <a:ext uri="{FF2B5EF4-FFF2-40B4-BE49-F238E27FC236}">
                    <a16:creationId xmlns:a16="http://schemas.microsoft.com/office/drawing/2014/main" id="{7B8D3E73-39A8-46E0-9883-4F6F2379D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" y="1830"/>
                <a:ext cx="6" cy="30"/>
              </a:xfrm>
              <a:custGeom>
                <a:avLst/>
                <a:gdLst>
                  <a:gd name="T0" fmla="*/ 8 w 4"/>
                  <a:gd name="T1" fmla="*/ 8 h 19"/>
                  <a:gd name="T2" fmla="*/ 12 w 4"/>
                  <a:gd name="T3" fmla="*/ 52 h 19"/>
                  <a:gd name="T4" fmla="*/ 8 w 4"/>
                  <a:gd name="T5" fmla="*/ 74 h 19"/>
                  <a:gd name="T6" fmla="*/ 14 w 4"/>
                  <a:gd name="T7" fmla="*/ 43 h 19"/>
                  <a:gd name="T8" fmla="*/ 8 w 4"/>
                  <a:gd name="T9" fmla="*/ 5 h 19"/>
                  <a:gd name="T10" fmla="*/ 0 w 4"/>
                  <a:gd name="T11" fmla="*/ 14 h 19"/>
                  <a:gd name="T12" fmla="*/ 8 w 4"/>
                  <a:gd name="T13" fmla="*/ 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9">
                    <a:moveTo>
                      <a:pt x="2" y="2"/>
                    </a:moveTo>
                    <a:cubicBezTo>
                      <a:pt x="3" y="2"/>
                      <a:pt x="4" y="7"/>
                      <a:pt x="3" y="13"/>
                    </a:cubicBezTo>
                    <a:cubicBezTo>
                      <a:pt x="3" y="15"/>
                      <a:pt x="2" y="18"/>
                      <a:pt x="2" y="19"/>
                    </a:cubicBezTo>
                    <a:cubicBezTo>
                      <a:pt x="3" y="17"/>
                      <a:pt x="4" y="14"/>
                      <a:pt x="4" y="11"/>
                    </a:cubicBezTo>
                    <a:cubicBezTo>
                      <a:pt x="4" y="5"/>
                      <a:pt x="4" y="1"/>
                      <a:pt x="2" y="1"/>
                    </a:cubicBezTo>
                    <a:cubicBezTo>
                      <a:pt x="1" y="0"/>
                      <a:pt x="0" y="2"/>
                      <a:pt x="0" y="4"/>
                    </a:cubicBezTo>
                    <a:cubicBezTo>
                      <a:pt x="0" y="3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9" name="Freeform 51">
                <a:extLst>
                  <a:ext uri="{FF2B5EF4-FFF2-40B4-BE49-F238E27FC236}">
                    <a16:creationId xmlns:a16="http://schemas.microsoft.com/office/drawing/2014/main" id="{003ED3EC-D9E9-4D93-BE4B-BF987AC55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1739"/>
                <a:ext cx="51" cy="204"/>
              </a:xfrm>
              <a:custGeom>
                <a:avLst/>
                <a:gdLst>
                  <a:gd name="T0" fmla="*/ 45 w 34"/>
                  <a:gd name="T1" fmla="*/ 26 h 128"/>
                  <a:gd name="T2" fmla="*/ 45 w 34"/>
                  <a:gd name="T3" fmla="*/ 26 h 128"/>
                  <a:gd name="T4" fmla="*/ 66 w 34"/>
                  <a:gd name="T5" fmla="*/ 0 h 128"/>
                  <a:gd name="T6" fmla="*/ 99 w 34"/>
                  <a:gd name="T7" fmla="*/ 5 h 128"/>
                  <a:gd name="T8" fmla="*/ 113 w 34"/>
                  <a:gd name="T9" fmla="*/ 73 h 128"/>
                  <a:gd name="T10" fmla="*/ 89 w 34"/>
                  <a:gd name="T11" fmla="*/ 308 h 128"/>
                  <a:gd name="T12" fmla="*/ 75 w 34"/>
                  <a:gd name="T13" fmla="*/ 472 h 128"/>
                  <a:gd name="T14" fmla="*/ 54 w 34"/>
                  <a:gd name="T15" fmla="*/ 518 h 128"/>
                  <a:gd name="T16" fmla="*/ 21 w 34"/>
                  <a:gd name="T17" fmla="*/ 513 h 128"/>
                  <a:gd name="T18" fmla="*/ 5 w 34"/>
                  <a:gd name="T19" fmla="*/ 485 h 128"/>
                  <a:gd name="T20" fmla="*/ 18 w 34"/>
                  <a:gd name="T21" fmla="*/ 253 h 128"/>
                  <a:gd name="T22" fmla="*/ 45 w 34"/>
                  <a:gd name="T23" fmla="*/ 26 h 1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128">
                    <a:moveTo>
                      <a:pt x="13" y="6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3" y="3"/>
                      <a:pt x="14" y="0"/>
                      <a:pt x="19" y="0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1" y="2"/>
                      <a:pt x="34" y="2"/>
                      <a:pt x="33" y="18"/>
                    </a:cubicBezTo>
                    <a:cubicBezTo>
                      <a:pt x="26" y="76"/>
                      <a:pt x="26" y="76"/>
                      <a:pt x="26" y="76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23"/>
                      <a:pt x="19" y="128"/>
                      <a:pt x="16" y="128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2" y="127"/>
                      <a:pt x="0" y="124"/>
                      <a:pt x="1" y="120"/>
                    </a:cubicBezTo>
                    <a:cubicBezTo>
                      <a:pt x="1" y="120"/>
                      <a:pt x="4" y="75"/>
                      <a:pt x="5" y="63"/>
                    </a:cubicBezTo>
                    <a:cubicBezTo>
                      <a:pt x="6" y="50"/>
                      <a:pt x="13" y="6"/>
                      <a:pt x="13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30" name="Freeform 52">
                <a:extLst>
                  <a:ext uri="{FF2B5EF4-FFF2-40B4-BE49-F238E27FC236}">
                    <a16:creationId xmlns:a16="http://schemas.microsoft.com/office/drawing/2014/main" id="{462FA0D0-A7BD-403C-BE7C-C73749797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2364"/>
                <a:ext cx="118" cy="193"/>
              </a:xfrm>
              <a:custGeom>
                <a:avLst/>
                <a:gdLst>
                  <a:gd name="T0" fmla="*/ 254 w 79"/>
                  <a:gd name="T1" fmla="*/ 424 h 121"/>
                  <a:gd name="T2" fmla="*/ 248 w 79"/>
                  <a:gd name="T3" fmla="*/ 458 h 121"/>
                  <a:gd name="T4" fmla="*/ 217 w 79"/>
                  <a:gd name="T5" fmla="*/ 479 h 121"/>
                  <a:gd name="T6" fmla="*/ 175 w 79"/>
                  <a:gd name="T7" fmla="*/ 435 h 121"/>
                  <a:gd name="T8" fmla="*/ 81 w 79"/>
                  <a:gd name="T9" fmla="*/ 223 h 121"/>
                  <a:gd name="T10" fmla="*/ 6 w 79"/>
                  <a:gd name="T11" fmla="*/ 73 h 121"/>
                  <a:gd name="T12" fmla="*/ 9 w 79"/>
                  <a:gd name="T13" fmla="*/ 29 h 121"/>
                  <a:gd name="T14" fmla="*/ 36 w 79"/>
                  <a:gd name="T15" fmla="*/ 8 h 121"/>
                  <a:gd name="T16" fmla="*/ 67 w 79"/>
                  <a:gd name="T17" fmla="*/ 21 h 121"/>
                  <a:gd name="T18" fmla="*/ 154 w 79"/>
                  <a:gd name="T19" fmla="*/ 211 h 121"/>
                  <a:gd name="T20" fmla="*/ 254 w 79"/>
                  <a:gd name="T21" fmla="*/ 424 h 1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121">
                    <a:moveTo>
                      <a:pt x="76" y="105"/>
                    </a:moveTo>
                    <a:cubicBezTo>
                      <a:pt x="79" y="110"/>
                      <a:pt x="76" y="112"/>
                      <a:pt x="74" y="113"/>
                    </a:cubicBezTo>
                    <a:cubicBezTo>
                      <a:pt x="65" y="118"/>
                      <a:pt x="65" y="118"/>
                      <a:pt x="65" y="118"/>
                    </a:cubicBezTo>
                    <a:cubicBezTo>
                      <a:pt x="63" y="119"/>
                      <a:pt x="60" y="121"/>
                      <a:pt x="52" y="107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3"/>
                      <a:pt x="0" y="8"/>
                      <a:pt x="3" y="7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5" y="0"/>
                      <a:pt x="18" y="1"/>
                      <a:pt x="20" y="5"/>
                    </a:cubicBezTo>
                    <a:cubicBezTo>
                      <a:pt x="20" y="5"/>
                      <a:pt x="39" y="41"/>
                      <a:pt x="46" y="52"/>
                    </a:cubicBezTo>
                    <a:cubicBezTo>
                      <a:pt x="52" y="63"/>
                      <a:pt x="75" y="104"/>
                      <a:pt x="76" y="105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31" name="Freeform 53">
                <a:extLst>
                  <a:ext uri="{FF2B5EF4-FFF2-40B4-BE49-F238E27FC236}">
                    <a16:creationId xmlns:a16="http://schemas.microsoft.com/office/drawing/2014/main" id="{048AAC98-161C-47A9-9E9A-9E89235C8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2548"/>
                <a:ext cx="112" cy="195"/>
              </a:xfrm>
              <a:custGeom>
                <a:avLst/>
                <a:gdLst>
                  <a:gd name="T0" fmla="*/ 6 w 75"/>
                  <a:gd name="T1" fmla="*/ 61 h 122"/>
                  <a:gd name="T2" fmla="*/ 6 w 75"/>
                  <a:gd name="T3" fmla="*/ 61 h 122"/>
                  <a:gd name="T4" fmla="*/ 13 w 75"/>
                  <a:gd name="T5" fmla="*/ 29 h 122"/>
                  <a:gd name="T6" fmla="*/ 42 w 75"/>
                  <a:gd name="T7" fmla="*/ 8 h 122"/>
                  <a:gd name="T8" fmla="*/ 87 w 75"/>
                  <a:gd name="T9" fmla="*/ 56 h 122"/>
                  <a:gd name="T10" fmla="*/ 176 w 75"/>
                  <a:gd name="T11" fmla="*/ 269 h 122"/>
                  <a:gd name="T12" fmla="*/ 240 w 75"/>
                  <a:gd name="T13" fmla="*/ 417 h 122"/>
                  <a:gd name="T14" fmla="*/ 243 w 75"/>
                  <a:gd name="T15" fmla="*/ 470 h 122"/>
                  <a:gd name="T16" fmla="*/ 214 w 75"/>
                  <a:gd name="T17" fmla="*/ 491 h 122"/>
                  <a:gd name="T18" fmla="*/ 187 w 75"/>
                  <a:gd name="T19" fmla="*/ 478 h 122"/>
                  <a:gd name="T20" fmla="*/ 94 w 75"/>
                  <a:gd name="T21" fmla="*/ 273 h 122"/>
                  <a:gd name="T22" fmla="*/ 6 w 75"/>
                  <a:gd name="T23" fmla="*/ 61 h 1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5" h="122">
                    <a:moveTo>
                      <a:pt x="2" y="15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1" y="13"/>
                      <a:pt x="0" y="9"/>
                      <a:pt x="4" y="7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6" y="1"/>
                      <a:pt x="18" y="0"/>
                      <a:pt x="26" y="14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72" y="102"/>
                      <a:pt x="72" y="102"/>
                      <a:pt x="72" y="102"/>
                    </a:cubicBezTo>
                    <a:cubicBezTo>
                      <a:pt x="75" y="108"/>
                      <a:pt x="75" y="114"/>
                      <a:pt x="73" y="115"/>
                    </a:cubicBezTo>
                    <a:cubicBezTo>
                      <a:pt x="64" y="120"/>
                      <a:pt x="64" y="120"/>
                      <a:pt x="64" y="120"/>
                    </a:cubicBezTo>
                    <a:cubicBezTo>
                      <a:pt x="60" y="122"/>
                      <a:pt x="58" y="121"/>
                      <a:pt x="56" y="117"/>
                    </a:cubicBezTo>
                    <a:cubicBezTo>
                      <a:pt x="55" y="116"/>
                      <a:pt x="33" y="78"/>
                      <a:pt x="28" y="67"/>
                    </a:cubicBezTo>
                    <a:cubicBezTo>
                      <a:pt x="22" y="56"/>
                      <a:pt x="3" y="16"/>
                      <a:pt x="2" y="15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32" name="Freeform 54">
                <a:extLst>
                  <a:ext uri="{FF2B5EF4-FFF2-40B4-BE49-F238E27FC236}">
                    <a16:creationId xmlns:a16="http://schemas.microsoft.com/office/drawing/2014/main" id="{69E5CC66-3466-4E83-8788-05193007A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" y="2450"/>
                <a:ext cx="23" cy="39"/>
              </a:xfrm>
              <a:custGeom>
                <a:avLst/>
                <a:gdLst>
                  <a:gd name="T0" fmla="*/ 5 w 15"/>
                  <a:gd name="T1" fmla="*/ 5 h 24"/>
                  <a:gd name="T2" fmla="*/ 40 w 15"/>
                  <a:gd name="T3" fmla="*/ 42 h 24"/>
                  <a:gd name="T4" fmla="*/ 49 w 15"/>
                  <a:gd name="T5" fmla="*/ 98 h 24"/>
                  <a:gd name="T6" fmla="*/ 14 w 15"/>
                  <a:gd name="T7" fmla="*/ 60 h 24"/>
                  <a:gd name="T8" fmla="*/ 5 w 15"/>
                  <a:gd name="T9" fmla="*/ 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1" y="1"/>
                    </a:moveTo>
                    <a:cubicBezTo>
                      <a:pt x="3" y="0"/>
                      <a:pt x="7" y="4"/>
                      <a:pt x="11" y="10"/>
                    </a:cubicBezTo>
                    <a:cubicBezTo>
                      <a:pt x="14" y="16"/>
                      <a:pt x="15" y="22"/>
                      <a:pt x="14" y="23"/>
                    </a:cubicBezTo>
                    <a:cubicBezTo>
                      <a:pt x="12" y="24"/>
                      <a:pt x="8" y="20"/>
                      <a:pt x="4" y="14"/>
                    </a:cubicBezTo>
                    <a:cubicBezTo>
                      <a:pt x="1" y="8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33" name="Freeform 55">
                <a:extLst>
                  <a:ext uri="{FF2B5EF4-FFF2-40B4-BE49-F238E27FC236}">
                    <a16:creationId xmlns:a16="http://schemas.microsoft.com/office/drawing/2014/main" id="{5A8ED9B9-2E54-4042-8518-DE0F8479B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637"/>
                <a:ext cx="22" cy="39"/>
              </a:xfrm>
              <a:custGeom>
                <a:avLst/>
                <a:gdLst>
                  <a:gd name="T0" fmla="*/ 41 w 15"/>
                  <a:gd name="T1" fmla="*/ 98 h 24"/>
                  <a:gd name="T2" fmla="*/ 13 w 15"/>
                  <a:gd name="T3" fmla="*/ 60 h 24"/>
                  <a:gd name="T4" fmla="*/ 1 w 15"/>
                  <a:gd name="T5" fmla="*/ 5 h 24"/>
                  <a:gd name="T6" fmla="*/ 32 w 15"/>
                  <a:gd name="T7" fmla="*/ 42 h 24"/>
                  <a:gd name="T8" fmla="*/ 41 w 15"/>
                  <a:gd name="T9" fmla="*/ 9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13" y="23"/>
                    </a:moveTo>
                    <a:cubicBezTo>
                      <a:pt x="11" y="24"/>
                      <a:pt x="7" y="20"/>
                      <a:pt x="4" y="14"/>
                    </a:cubicBezTo>
                    <a:cubicBezTo>
                      <a:pt x="1" y="7"/>
                      <a:pt x="0" y="2"/>
                      <a:pt x="1" y="1"/>
                    </a:cubicBezTo>
                    <a:cubicBezTo>
                      <a:pt x="3" y="0"/>
                      <a:pt x="7" y="4"/>
                      <a:pt x="10" y="10"/>
                    </a:cubicBezTo>
                    <a:cubicBezTo>
                      <a:pt x="13" y="16"/>
                      <a:pt x="15" y="22"/>
                      <a:pt x="13" y="2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34" name="Freeform 56">
                <a:extLst>
                  <a:ext uri="{FF2B5EF4-FFF2-40B4-BE49-F238E27FC236}">
                    <a16:creationId xmlns:a16="http://schemas.microsoft.com/office/drawing/2014/main" id="{603F0569-E5CC-467C-A65B-A3BED2201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" y="2445"/>
                <a:ext cx="24" cy="37"/>
              </a:xfrm>
              <a:custGeom>
                <a:avLst/>
                <a:gdLst>
                  <a:gd name="T0" fmla="*/ 8 w 16"/>
                  <a:gd name="T1" fmla="*/ 5 h 23"/>
                  <a:gd name="T2" fmla="*/ 39 w 16"/>
                  <a:gd name="T3" fmla="*/ 42 h 23"/>
                  <a:gd name="T4" fmla="*/ 48 w 16"/>
                  <a:gd name="T5" fmla="*/ 97 h 23"/>
                  <a:gd name="T6" fmla="*/ 18 w 16"/>
                  <a:gd name="T7" fmla="*/ 55 h 23"/>
                  <a:gd name="T8" fmla="*/ 8 w 16"/>
                  <a:gd name="T9" fmla="*/ 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2" y="1"/>
                    </a:moveTo>
                    <a:cubicBezTo>
                      <a:pt x="3" y="0"/>
                      <a:pt x="7" y="4"/>
                      <a:pt x="11" y="10"/>
                    </a:cubicBezTo>
                    <a:cubicBezTo>
                      <a:pt x="14" y="16"/>
                      <a:pt x="16" y="22"/>
                      <a:pt x="14" y="23"/>
                    </a:cubicBezTo>
                    <a:cubicBezTo>
                      <a:pt x="12" y="23"/>
                      <a:pt x="8" y="19"/>
                      <a:pt x="5" y="13"/>
                    </a:cubicBezTo>
                    <a:cubicBezTo>
                      <a:pt x="1" y="7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35" name="Freeform 57">
                <a:extLst>
                  <a:ext uri="{FF2B5EF4-FFF2-40B4-BE49-F238E27FC236}">
                    <a16:creationId xmlns:a16="http://schemas.microsoft.com/office/drawing/2014/main" id="{208869A0-EF2B-4835-B88B-AD4C5B928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633"/>
                <a:ext cx="22" cy="36"/>
              </a:xfrm>
              <a:custGeom>
                <a:avLst/>
                <a:gdLst>
                  <a:gd name="T0" fmla="*/ 41 w 15"/>
                  <a:gd name="T1" fmla="*/ 88 h 23"/>
                  <a:gd name="T2" fmla="*/ 13 w 15"/>
                  <a:gd name="T3" fmla="*/ 49 h 23"/>
                  <a:gd name="T4" fmla="*/ 6 w 15"/>
                  <a:gd name="T5" fmla="*/ 5 h 23"/>
                  <a:gd name="T6" fmla="*/ 32 w 15"/>
                  <a:gd name="T7" fmla="*/ 39 h 23"/>
                  <a:gd name="T8" fmla="*/ 41 w 15"/>
                  <a:gd name="T9" fmla="*/ 8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13" y="23"/>
                    </a:moveTo>
                    <a:cubicBezTo>
                      <a:pt x="11" y="23"/>
                      <a:pt x="7" y="19"/>
                      <a:pt x="4" y="13"/>
                    </a:cubicBezTo>
                    <a:cubicBezTo>
                      <a:pt x="1" y="7"/>
                      <a:pt x="0" y="1"/>
                      <a:pt x="2" y="1"/>
                    </a:cubicBezTo>
                    <a:cubicBezTo>
                      <a:pt x="3" y="0"/>
                      <a:pt x="7" y="4"/>
                      <a:pt x="10" y="10"/>
                    </a:cubicBezTo>
                    <a:cubicBezTo>
                      <a:pt x="14" y="16"/>
                      <a:pt x="15" y="22"/>
                      <a:pt x="13" y="2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36" name="Freeform 58">
                <a:extLst>
                  <a:ext uri="{FF2B5EF4-FFF2-40B4-BE49-F238E27FC236}">
                    <a16:creationId xmlns:a16="http://schemas.microsoft.com/office/drawing/2014/main" id="{717CCA48-53D8-450A-ACA7-535A7FC88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2556"/>
                <a:ext cx="53" cy="73"/>
              </a:xfrm>
              <a:custGeom>
                <a:avLst/>
                <a:gdLst>
                  <a:gd name="T0" fmla="*/ 8 w 35"/>
                  <a:gd name="T1" fmla="*/ 16 h 46"/>
                  <a:gd name="T2" fmla="*/ 39 w 35"/>
                  <a:gd name="T3" fmla="*/ 8 h 46"/>
                  <a:gd name="T4" fmla="*/ 62 w 35"/>
                  <a:gd name="T5" fmla="*/ 48 h 46"/>
                  <a:gd name="T6" fmla="*/ 94 w 35"/>
                  <a:gd name="T7" fmla="*/ 121 h 46"/>
                  <a:gd name="T8" fmla="*/ 108 w 35"/>
                  <a:gd name="T9" fmla="*/ 151 h 46"/>
                  <a:gd name="T10" fmla="*/ 121 w 35"/>
                  <a:gd name="T11" fmla="*/ 184 h 46"/>
                  <a:gd name="T12" fmla="*/ 55 w 35"/>
                  <a:gd name="T13" fmla="*/ 48 h 46"/>
                  <a:gd name="T14" fmla="*/ 27 w 35"/>
                  <a:gd name="T15" fmla="*/ 21 h 46"/>
                  <a:gd name="T16" fmla="*/ 0 w 35"/>
                  <a:gd name="T17" fmla="*/ 2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46">
                    <a:moveTo>
                      <a:pt x="2" y="4"/>
                    </a:moveTo>
                    <a:cubicBezTo>
                      <a:pt x="4" y="3"/>
                      <a:pt x="8" y="0"/>
                      <a:pt x="11" y="2"/>
                    </a:cubicBezTo>
                    <a:cubicBezTo>
                      <a:pt x="13" y="3"/>
                      <a:pt x="16" y="9"/>
                      <a:pt x="18" y="12"/>
                    </a:cubicBezTo>
                    <a:cubicBezTo>
                      <a:pt x="21" y="18"/>
                      <a:pt x="24" y="24"/>
                      <a:pt x="27" y="30"/>
                    </a:cubicBezTo>
                    <a:cubicBezTo>
                      <a:pt x="29" y="32"/>
                      <a:pt x="30" y="35"/>
                      <a:pt x="31" y="38"/>
                    </a:cubicBezTo>
                    <a:cubicBezTo>
                      <a:pt x="33" y="40"/>
                      <a:pt x="34" y="43"/>
                      <a:pt x="35" y="46"/>
                    </a:cubicBezTo>
                    <a:cubicBezTo>
                      <a:pt x="28" y="36"/>
                      <a:pt x="23" y="23"/>
                      <a:pt x="16" y="12"/>
                    </a:cubicBezTo>
                    <a:cubicBezTo>
                      <a:pt x="13" y="9"/>
                      <a:pt x="11" y="5"/>
                      <a:pt x="8" y="5"/>
                    </a:cubicBezTo>
                    <a:cubicBezTo>
                      <a:pt x="5" y="4"/>
                      <a:pt x="2" y="5"/>
                      <a:pt x="0" y="6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37" name="Freeform 59">
                <a:extLst>
                  <a:ext uri="{FF2B5EF4-FFF2-40B4-BE49-F238E27FC236}">
                    <a16:creationId xmlns:a16="http://schemas.microsoft.com/office/drawing/2014/main" id="{6302A1D9-B047-47DF-8EE1-2B6AA1804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2370"/>
                <a:ext cx="55" cy="74"/>
              </a:xfrm>
              <a:custGeom>
                <a:avLst/>
                <a:gdLst>
                  <a:gd name="T0" fmla="*/ 6 w 37"/>
                  <a:gd name="T1" fmla="*/ 21 h 46"/>
                  <a:gd name="T2" fmla="*/ 36 w 37"/>
                  <a:gd name="T3" fmla="*/ 5 h 46"/>
                  <a:gd name="T4" fmla="*/ 59 w 37"/>
                  <a:gd name="T5" fmla="*/ 50 h 46"/>
                  <a:gd name="T6" fmla="*/ 92 w 37"/>
                  <a:gd name="T7" fmla="*/ 124 h 46"/>
                  <a:gd name="T8" fmla="*/ 109 w 37"/>
                  <a:gd name="T9" fmla="*/ 158 h 46"/>
                  <a:gd name="T10" fmla="*/ 122 w 37"/>
                  <a:gd name="T11" fmla="*/ 191 h 46"/>
                  <a:gd name="T12" fmla="*/ 55 w 37"/>
                  <a:gd name="T13" fmla="*/ 55 h 46"/>
                  <a:gd name="T14" fmla="*/ 27 w 37"/>
                  <a:gd name="T15" fmla="*/ 21 h 46"/>
                  <a:gd name="T16" fmla="*/ 0 w 37"/>
                  <a:gd name="T17" fmla="*/ 29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6">
                    <a:moveTo>
                      <a:pt x="2" y="5"/>
                    </a:moveTo>
                    <a:cubicBezTo>
                      <a:pt x="4" y="4"/>
                      <a:pt x="8" y="0"/>
                      <a:pt x="11" y="1"/>
                    </a:cubicBezTo>
                    <a:cubicBezTo>
                      <a:pt x="14" y="2"/>
                      <a:pt x="17" y="9"/>
                      <a:pt x="18" y="12"/>
                    </a:cubicBezTo>
                    <a:cubicBezTo>
                      <a:pt x="22" y="18"/>
                      <a:pt x="25" y="24"/>
                      <a:pt x="28" y="30"/>
                    </a:cubicBezTo>
                    <a:cubicBezTo>
                      <a:pt x="30" y="32"/>
                      <a:pt x="31" y="35"/>
                      <a:pt x="33" y="38"/>
                    </a:cubicBezTo>
                    <a:cubicBezTo>
                      <a:pt x="34" y="40"/>
                      <a:pt x="36" y="43"/>
                      <a:pt x="37" y="46"/>
                    </a:cubicBezTo>
                    <a:cubicBezTo>
                      <a:pt x="29" y="36"/>
                      <a:pt x="24" y="23"/>
                      <a:pt x="17" y="13"/>
                    </a:cubicBezTo>
                    <a:cubicBezTo>
                      <a:pt x="14" y="9"/>
                      <a:pt x="11" y="6"/>
                      <a:pt x="8" y="5"/>
                    </a:cubicBezTo>
                    <a:cubicBezTo>
                      <a:pt x="5" y="5"/>
                      <a:pt x="3" y="6"/>
                      <a:pt x="0" y="7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38" name="Freeform 60">
                <a:extLst>
                  <a:ext uri="{FF2B5EF4-FFF2-40B4-BE49-F238E27FC236}">
                    <a16:creationId xmlns:a16="http://schemas.microsoft.com/office/drawing/2014/main" id="{FF2E8262-EE48-4A66-BD65-4AC31B865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" y="2439"/>
                <a:ext cx="75" cy="110"/>
              </a:xfrm>
              <a:custGeom>
                <a:avLst/>
                <a:gdLst>
                  <a:gd name="T0" fmla="*/ 0 w 50"/>
                  <a:gd name="T1" fmla="*/ 0 h 69"/>
                  <a:gd name="T2" fmla="*/ 93 w 50"/>
                  <a:gd name="T3" fmla="*/ 210 h 69"/>
                  <a:gd name="T4" fmla="*/ 135 w 50"/>
                  <a:gd name="T5" fmla="*/ 274 h 69"/>
                  <a:gd name="T6" fmla="*/ 170 w 50"/>
                  <a:gd name="T7" fmla="*/ 253 h 69"/>
                  <a:gd name="T8" fmla="*/ 134 w 50"/>
                  <a:gd name="T9" fmla="*/ 253 h 69"/>
                  <a:gd name="T10" fmla="*/ 113 w 50"/>
                  <a:gd name="T11" fmla="*/ 218 h 69"/>
                  <a:gd name="T12" fmla="*/ 89 w 50"/>
                  <a:gd name="T13" fmla="*/ 171 h 69"/>
                  <a:gd name="T14" fmla="*/ 45 w 50"/>
                  <a:gd name="T15" fmla="*/ 81 h 69"/>
                  <a:gd name="T16" fmla="*/ 21 w 50"/>
                  <a:gd name="T17" fmla="*/ 35 h 69"/>
                  <a:gd name="T18" fmla="*/ 0 w 50"/>
                  <a:gd name="T19" fmla="*/ 8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69">
                    <a:moveTo>
                      <a:pt x="0" y="0"/>
                    </a:moveTo>
                    <a:cubicBezTo>
                      <a:pt x="10" y="18"/>
                      <a:pt x="18" y="34"/>
                      <a:pt x="27" y="52"/>
                    </a:cubicBezTo>
                    <a:cubicBezTo>
                      <a:pt x="29" y="56"/>
                      <a:pt x="36" y="67"/>
                      <a:pt x="40" y="68"/>
                    </a:cubicBezTo>
                    <a:cubicBezTo>
                      <a:pt x="44" y="69"/>
                      <a:pt x="48" y="65"/>
                      <a:pt x="50" y="63"/>
                    </a:cubicBezTo>
                    <a:cubicBezTo>
                      <a:pt x="47" y="64"/>
                      <a:pt x="43" y="66"/>
                      <a:pt x="39" y="63"/>
                    </a:cubicBezTo>
                    <a:cubicBezTo>
                      <a:pt x="37" y="61"/>
                      <a:pt x="34" y="57"/>
                      <a:pt x="33" y="54"/>
                    </a:cubicBezTo>
                    <a:cubicBezTo>
                      <a:pt x="30" y="50"/>
                      <a:pt x="28" y="46"/>
                      <a:pt x="26" y="42"/>
                    </a:cubicBezTo>
                    <a:cubicBezTo>
                      <a:pt x="22" y="35"/>
                      <a:pt x="17" y="27"/>
                      <a:pt x="13" y="20"/>
                    </a:cubicBezTo>
                    <a:cubicBezTo>
                      <a:pt x="10" y="16"/>
                      <a:pt x="8" y="13"/>
                      <a:pt x="6" y="9"/>
                    </a:cubicBezTo>
                    <a:cubicBezTo>
                      <a:pt x="4" y="7"/>
                      <a:pt x="3" y="4"/>
                      <a:pt x="0" y="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39" name="Freeform 61">
                <a:extLst>
                  <a:ext uri="{FF2B5EF4-FFF2-40B4-BE49-F238E27FC236}">
                    <a16:creationId xmlns:a16="http://schemas.microsoft.com/office/drawing/2014/main" id="{D00A6BEA-D50F-4672-ACE9-6D5C7DD15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615"/>
                <a:ext cx="84" cy="125"/>
              </a:xfrm>
              <a:custGeom>
                <a:avLst/>
                <a:gdLst>
                  <a:gd name="T0" fmla="*/ 176 w 56"/>
                  <a:gd name="T1" fmla="*/ 295 h 78"/>
                  <a:gd name="T2" fmla="*/ 143 w 56"/>
                  <a:gd name="T3" fmla="*/ 308 h 78"/>
                  <a:gd name="T4" fmla="*/ 116 w 56"/>
                  <a:gd name="T5" fmla="*/ 255 h 78"/>
                  <a:gd name="T6" fmla="*/ 80 w 56"/>
                  <a:gd name="T7" fmla="*/ 171 h 78"/>
                  <a:gd name="T8" fmla="*/ 0 w 56"/>
                  <a:gd name="T9" fmla="*/ 0 h 78"/>
                  <a:gd name="T10" fmla="*/ 54 w 56"/>
                  <a:gd name="T11" fmla="*/ 115 h 78"/>
                  <a:gd name="T12" fmla="*/ 116 w 56"/>
                  <a:gd name="T13" fmla="*/ 231 h 78"/>
                  <a:gd name="T14" fmla="*/ 188 w 56"/>
                  <a:gd name="T15" fmla="*/ 274 h 78"/>
                  <a:gd name="T16" fmla="*/ 180 w 56"/>
                  <a:gd name="T17" fmla="*/ 295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78">
                    <a:moveTo>
                      <a:pt x="52" y="72"/>
                    </a:moveTo>
                    <a:cubicBezTo>
                      <a:pt x="50" y="74"/>
                      <a:pt x="47" y="78"/>
                      <a:pt x="42" y="75"/>
                    </a:cubicBezTo>
                    <a:cubicBezTo>
                      <a:pt x="39" y="73"/>
                      <a:pt x="36" y="66"/>
                      <a:pt x="34" y="62"/>
                    </a:cubicBezTo>
                    <a:cubicBezTo>
                      <a:pt x="30" y="54"/>
                      <a:pt x="28" y="50"/>
                      <a:pt x="23" y="42"/>
                    </a:cubicBezTo>
                    <a:cubicBezTo>
                      <a:pt x="16" y="30"/>
                      <a:pt x="6" y="13"/>
                      <a:pt x="0" y="0"/>
                    </a:cubicBezTo>
                    <a:cubicBezTo>
                      <a:pt x="5" y="8"/>
                      <a:pt x="11" y="19"/>
                      <a:pt x="16" y="28"/>
                    </a:cubicBezTo>
                    <a:cubicBezTo>
                      <a:pt x="22" y="38"/>
                      <a:pt x="27" y="46"/>
                      <a:pt x="34" y="56"/>
                    </a:cubicBezTo>
                    <a:cubicBezTo>
                      <a:pt x="39" y="65"/>
                      <a:pt x="51" y="76"/>
                      <a:pt x="55" y="67"/>
                    </a:cubicBezTo>
                    <a:cubicBezTo>
                      <a:pt x="56" y="70"/>
                      <a:pt x="54" y="70"/>
                      <a:pt x="53" y="7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40" name="Freeform 62">
                <a:extLst>
                  <a:ext uri="{FF2B5EF4-FFF2-40B4-BE49-F238E27FC236}">
                    <a16:creationId xmlns:a16="http://schemas.microsoft.com/office/drawing/2014/main" id="{3AFC8544-38F6-4990-8D75-040E03CE4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2455"/>
                <a:ext cx="21" cy="27"/>
              </a:xfrm>
              <a:custGeom>
                <a:avLst/>
                <a:gdLst>
                  <a:gd name="T0" fmla="*/ 41 w 14"/>
                  <a:gd name="T1" fmla="*/ 35 h 17"/>
                  <a:gd name="T2" fmla="*/ 41 w 14"/>
                  <a:gd name="T3" fmla="*/ 56 h 17"/>
                  <a:gd name="T4" fmla="*/ 12 w 14"/>
                  <a:gd name="T5" fmla="*/ 21 h 17"/>
                  <a:gd name="T6" fmla="*/ 0 w 14"/>
                  <a:gd name="T7" fmla="*/ 0 h 17"/>
                  <a:gd name="T8" fmla="*/ 12 w 14"/>
                  <a:gd name="T9" fmla="*/ 27 h 17"/>
                  <a:gd name="T10" fmla="*/ 45 w 14"/>
                  <a:gd name="T11" fmla="*/ 64 h 17"/>
                  <a:gd name="T12" fmla="*/ 41 w 14"/>
                  <a:gd name="T13" fmla="*/ 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7">
                    <a:moveTo>
                      <a:pt x="12" y="9"/>
                    </a:moveTo>
                    <a:cubicBezTo>
                      <a:pt x="13" y="12"/>
                      <a:pt x="13" y="14"/>
                      <a:pt x="12" y="14"/>
                    </a:cubicBezTo>
                    <a:cubicBezTo>
                      <a:pt x="10" y="15"/>
                      <a:pt x="6" y="11"/>
                      <a:pt x="3" y="5"/>
                    </a:cubicBezTo>
                    <a:cubicBezTo>
                      <a:pt x="2" y="3"/>
                      <a:pt x="1" y="1"/>
                      <a:pt x="0" y="0"/>
                    </a:cubicBezTo>
                    <a:cubicBezTo>
                      <a:pt x="1" y="2"/>
                      <a:pt x="2" y="4"/>
                      <a:pt x="3" y="7"/>
                    </a:cubicBezTo>
                    <a:cubicBezTo>
                      <a:pt x="7" y="13"/>
                      <a:pt x="11" y="17"/>
                      <a:pt x="13" y="16"/>
                    </a:cubicBezTo>
                    <a:cubicBezTo>
                      <a:pt x="14" y="16"/>
                      <a:pt x="13" y="13"/>
                      <a:pt x="12" y="9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41" name="Freeform 63">
                <a:extLst>
                  <a:ext uri="{FF2B5EF4-FFF2-40B4-BE49-F238E27FC236}">
                    <a16:creationId xmlns:a16="http://schemas.microsoft.com/office/drawing/2014/main" id="{AD315567-ACBD-43A0-BD35-13A2AFA66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2449"/>
                <a:ext cx="17" cy="25"/>
              </a:xfrm>
              <a:custGeom>
                <a:avLst/>
                <a:gdLst>
                  <a:gd name="T0" fmla="*/ 5 w 11"/>
                  <a:gd name="T1" fmla="*/ 8 h 16"/>
                  <a:gd name="T2" fmla="*/ 34 w 11"/>
                  <a:gd name="T3" fmla="*/ 39 h 16"/>
                  <a:gd name="T4" fmla="*/ 40 w 11"/>
                  <a:gd name="T5" fmla="*/ 61 h 16"/>
                  <a:gd name="T6" fmla="*/ 29 w 11"/>
                  <a:gd name="T7" fmla="*/ 31 h 16"/>
                  <a:gd name="T8" fmla="*/ 5 w 11"/>
                  <a:gd name="T9" fmla="*/ 5 h 16"/>
                  <a:gd name="T10" fmla="*/ 5 w 11"/>
                  <a:gd name="T11" fmla="*/ 20 h 16"/>
                  <a:gd name="T12" fmla="*/ 5 w 11"/>
                  <a:gd name="T13" fmla="*/ 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6">
                    <a:moveTo>
                      <a:pt x="1" y="2"/>
                    </a:moveTo>
                    <a:cubicBezTo>
                      <a:pt x="3" y="1"/>
                      <a:pt x="6" y="5"/>
                      <a:pt x="9" y="10"/>
                    </a:cubicBezTo>
                    <a:cubicBezTo>
                      <a:pt x="10" y="12"/>
                      <a:pt x="11" y="14"/>
                      <a:pt x="11" y="16"/>
                    </a:cubicBezTo>
                    <a:cubicBezTo>
                      <a:pt x="11" y="14"/>
                      <a:pt x="10" y="11"/>
                      <a:pt x="8" y="8"/>
                    </a:cubicBezTo>
                    <a:cubicBezTo>
                      <a:pt x="5" y="3"/>
                      <a:pt x="2" y="0"/>
                      <a:pt x="1" y="1"/>
                    </a:cubicBezTo>
                    <a:cubicBezTo>
                      <a:pt x="0" y="1"/>
                      <a:pt x="0" y="3"/>
                      <a:pt x="1" y="5"/>
                    </a:cubicBezTo>
                    <a:cubicBezTo>
                      <a:pt x="1" y="4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42" name="Freeform 64">
                <a:extLst>
                  <a:ext uri="{FF2B5EF4-FFF2-40B4-BE49-F238E27FC236}">
                    <a16:creationId xmlns:a16="http://schemas.microsoft.com/office/drawing/2014/main" id="{C221AF01-A269-49B9-A4CC-CC44012E8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642"/>
                <a:ext cx="20" cy="29"/>
              </a:xfrm>
              <a:custGeom>
                <a:avLst/>
                <a:gdLst>
                  <a:gd name="T0" fmla="*/ 43 w 13"/>
                  <a:gd name="T1" fmla="*/ 39 h 18"/>
                  <a:gd name="T2" fmla="*/ 40 w 13"/>
                  <a:gd name="T3" fmla="*/ 60 h 18"/>
                  <a:gd name="T4" fmla="*/ 12 w 13"/>
                  <a:gd name="T5" fmla="*/ 21 h 18"/>
                  <a:gd name="T6" fmla="*/ 0 w 13"/>
                  <a:gd name="T7" fmla="*/ 0 h 18"/>
                  <a:gd name="T8" fmla="*/ 12 w 13"/>
                  <a:gd name="T9" fmla="*/ 29 h 18"/>
                  <a:gd name="T10" fmla="*/ 43 w 13"/>
                  <a:gd name="T11" fmla="*/ 71 h 18"/>
                  <a:gd name="T12" fmla="*/ 43 w 13"/>
                  <a:gd name="T13" fmla="*/ 39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12" y="9"/>
                    </a:moveTo>
                    <a:cubicBezTo>
                      <a:pt x="12" y="12"/>
                      <a:pt x="12" y="14"/>
                      <a:pt x="11" y="14"/>
                    </a:cubicBezTo>
                    <a:cubicBezTo>
                      <a:pt x="10" y="15"/>
                      <a:pt x="6" y="11"/>
                      <a:pt x="3" y="5"/>
                    </a:cubicBezTo>
                    <a:cubicBezTo>
                      <a:pt x="2" y="3"/>
                      <a:pt x="1" y="1"/>
                      <a:pt x="0" y="0"/>
                    </a:cubicBezTo>
                    <a:cubicBezTo>
                      <a:pt x="1" y="2"/>
                      <a:pt x="2" y="5"/>
                      <a:pt x="3" y="7"/>
                    </a:cubicBezTo>
                    <a:cubicBezTo>
                      <a:pt x="6" y="13"/>
                      <a:pt x="10" y="18"/>
                      <a:pt x="12" y="17"/>
                    </a:cubicBezTo>
                    <a:cubicBezTo>
                      <a:pt x="13" y="16"/>
                      <a:pt x="13" y="13"/>
                      <a:pt x="12" y="9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43" name="Freeform 65">
                <a:extLst>
                  <a:ext uri="{FF2B5EF4-FFF2-40B4-BE49-F238E27FC236}">
                    <a16:creationId xmlns:a16="http://schemas.microsoft.com/office/drawing/2014/main" id="{A78449C1-1057-4192-A4D4-74F569442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2636"/>
                <a:ext cx="16" cy="25"/>
              </a:xfrm>
              <a:custGeom>
                <a:avLst/>
                <a:gdLst>
                  <a:gd name="T0" fmla="*/ 1 w 11"/>
                  <a:gd name="T1" fmla="*/ 8 h 16"/>
                  <a:gd name="T2" fmla="*/ 25 w 11"/>
                  <a:gd name="T3" fmla="*/ 39 h 16"/>
                  <a:gd name="T4" fmla="*/ 33 w 11"/>
                  <a:gd name="T5" fmla="*/ 61 h 16"/>
                  <a:gd name="T6" fmla="*/ 25 w 11"/>
                  <a:gd name="T7" fmla="*/ 31 h 16"/>
                  <a:gd name="T8" fmla="*/ 1 w 11"/>
                  <a:gd name="T9" fmla="*/ 5 h 16"/>
                  <a:gd name="T10" fmla="*/ 1 w 11"/>
                  <a:gd name="T11" fmla="*/ 20 h 16"/>
                  <a:gd name="T12" fmla="*/ 1 w 11"/>
                  <a:gd name="T13" fmla="*/ 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6">
                    <a:moveTo>
                      <a:pt x="1" y="2"/>
                    </a:moveTo>
                    <a:cubicBezTo>
                      <a:pt x="3" y="1"/>
                      <a:pt x="6" y="5"/>
                      <a:pt x="8" y="10"/>
                    </a:cubicBezTo>
                    <a:cubicBezTo>
                      <a:pt x="10" y="12"/>
                      <a:pt x="10" y="15"/>
                      <a:pt x="11" y="16"/>
                    </a:cubicBezTo>
                    <a:cubicBezTo>
                      <a:pt x="11" y="14"/>
                      <a:pt x="10" y="11"/>
                      <a:pt x="8" y="8"/>
                    </a:cubicBezTo>
                    <a:cubicBezTo>
                      <a:pt x="5" y="3"/>
                      <a:pt x="2" y="0"/>
                      <a:pt x="1" y="1"/>
                    </a:cubicBezTo>
                    <a:cubicBezTo>
                      <a:pt x="0" y="1"/>
                      <a:pt x="0" y="3"/>
                      <a:pt x="1" y="5"/>
                    </a:cubicBezTo>
                    <a:cubicBezTo>
                      <a:pt x="1" y="4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44" name="Freeform 66">
                <a:extLst>
                  <a:ext uri="{FF2B5EF4-FFF2-40B4-BE49-F238E27FC236}">
                    <a16:creationId xmlns:a16="http://schemas.microsoft.com/office/drawing/2014/main" id="{C5812576-D4D5-4A2A-86B0-8FDCCC486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2364"/>
                <a:ext cx="118" cy="193"/>
              </a:xfrm>
              <a:custGeom>
                <a:avLst/>
                <a:gdLst>
                  <a:gd name="T0" fmla="*/ 254 w 79"/>
                  <a:gd name="T1" fmla="*/ 424 h 121"/>
                  <a:gd name="T2" fmla="*/ 248 w 79"/>
                  <a:gd name="T3" fmla="*/ 458 h 121"/>
                  <a:gd name="T4" fmla="*/ 217 w 79"/>
                  <a:gd name="T5" fmla="*/ 479 h 121"/>
                  <a:gd name="T6" fmla="*/ 175 w 79"/>
                  <a:gd name="T7" fmla="*/ 435 h 121"/>
                  <a:gd name="T8" fmla="*/ 81 w 79"/>
                  <a:gd name="T9" fmla="*/ 223 h 121"/>
                  <a:gd name="T10" fmla="*/ 6 w 79"/>
                  <a:gd name="T11" fmla="*/ 73 h 121"/>
                  <a:gd name="T12" fmla="*/ 9 w 79"/>
                  <a:gd name="T13" fmla="*/ 29 h 121"/>
                  <a:gd name="T14" fmla="*/ 36 w 79"/>
                  <a:gd name="T15" fmla="*/ 8 h 121"/>
                  <a:gd name="T16" fmla="*/ 67 w 79"/>
                  <a:gd name="T17" fmla="*/ 21 h 121"/>
                  <a:gd name="T18" fmla="*/ 154 w 79"/>
                  <a:gd name="T19" fmla="*/ 211 h 121"/>
                  <a:gd name="T20" fmla="*/ 254 w 79"/>
                  <a:gd name="T21" fmla="*/ 424 h 1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121">
                    <a:moveTo>
                      <a:pt x="76" y="105"/>
                    </a:moveTo>
                    <a:cubicBezTo>
                      <a:pt x="79" y="110"/>
                      <a:pt x="76" y="112"/>
                      <a:pt x="74" y="113"/>
                    </a:cubicBezTo>
                    <a:cubicBezTo>
                      <a:pt x="65" y="118"/>
                      <a:pt x="65" y="118"/>
                      <a:pt x="65" y="118"/>
                    </a:cubicBezTo>
                    <a:cubicBezTo>
                      <a:pt x="63" y="119"/>
                      <a:pt x="60" y="121"/>
                      <a:pt x="52" y="107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3"/>
                      <a:pt x="0" y="8"/>
                      <a:pt x="3" y="7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5" y="0"/>
                      <a:pt x="18" y="1"/>
                      <a:pt x="20" y="5"/>
                    </a:cubicBezTo>
                    <a:cubicBezTo>
                      <a:pt x="20" y="5"/>
                      <a:pt x="39" y="41"/>
                      <a:pt x="46" y="52"/>
                    </a:cubicBezTo>
                    <a:cubicBezTo>
                      <a:pt x="52" y="63"/>
                      <a:pt x="75" y="104"/>
                      <a:pt x="76" y="10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45" name="Freeform 67">
                <a:extLst>
                  <a:ext uri="{FF2B5EF4-FFF2-40B4-BE49-F238E27FC236}">
                    <a16:creationId xmlns:a16="http://schemas.microsoft.com/office/drawing/2014/main" id="{5685EE1D-AE7D-482C-81FE-E7E271677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2167"/>
                <a:ext cx="97" cy="202"/>
              </a:xfrm>
              <a:custGeom>
                <a:avLst/>
                <a:gdLst>
                  <a:gd name="T0" fmla="*/ 209 w 65"/>
                  <a:gd name="T1" fmla="*/ 463 h 126"/>
                  <a:gd name="T2" fmla="*/ 200 w 65"/>
                  <a:gd name="T3" fmla="*/ 494 h 126"/>
                  <a:gd name="T4" fmla="*/ 169 w 65"/>
                  <a:gd name="T5" fmla="*/ 511 h 126"/>
                  <a:gd name="T6" fmla="*/ 130 w 65"/>
                  <a:gd name="T7" fmla="*/ 457 h 126"/>
                  <a:gd name="T8" fmla="*/ 63 w 65"/>
                  <a:gd name="T9" fmla="*/ 231 h 126"/>
                  <a:gd name="T10" fmla="*/ 6 w 65"/>
                  <a:gd name="T11" fmla="*/ 67 h 126"/>
                  <a:gd name="T12" fmla="*/ 13 w 65"/>
                  <a:gd name="T13" fmla="*/ 21 h 126"/>
                  <a:gd name="T14" fmla="*/ 46 w 65"/>
                  <a:gd name="T15" fmla="*/ 8 h 126"/>
                  <a:gd name="T16" fmla="*/ 69 w 65"/>
                  <a:gd name="T17" fmla="*/ 21 h 126"/>
                  <a:gd name="T18" fmla="*/ 134 w 65"/>
                  <a:gd name="T19" fmla="*/ 231 h 126"/>
                  <a:gd name="T20" fmla="*/ 209 w 65"/>
                  <a:gd name="T21" fmla="*/ 463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126">
                    <a:moveTo>
                      <a:pt x="63" y="112"/>
                    </a:moveTo>
                    <a:cubicBezTo>
                      <a:pt x="65" y="117"/>
                      <a:pt x="62" y="119"/>
                      <a:pt x="60" y="120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48" y="125"/>
                      <a:pt x="45" y="126"/>
                      <a:pt x="39" y="111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11"/>
                      <a:pt x="1" y="6"/>
                      <a:pt x="4" y="5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7" y="0"/>
                      <a:pt x="20" y="1"/>
                      <a:pt x="21" y="5"/>
                    </a:cubicBezTo>
                    <a:cubicBezTo>
                      <a:pt x="22" y="6"/>
                      <a:pt x="36" y="44"/>
                      <a:pt x="40" y="56"/>
                    </a:cubicBezTo>
                    <a:cubicBezTo>
                      <a:pt x="45" y="68"/>
                      <a:pt x="63" y="112"/>
                      <a:pt x="63" y="11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46" name="Freeform 68">
                <a:extLst>
                  <a:ext uri="{FF2B5EF4-FFF2-40B4-BE49-F238E27FC236}">
                    <a16:creationId xmlns:a16="http://schemas.microsoft.com/office/drawing/2014/main" id="{3C68717F-D618-4428-A3C7-FCC2D3BF2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2258"/>
                <a:ext cx="20" cy="39"/>
              </a:xfrm>
              <a:custGeom>
                <a:avLst/>
                <a:gdLst>
                  <a:gd name="T0" fmla="*/ 8 w 13"/>
                  <a:gd name="T1" fmla="*/ 0 h 24"/>
                  <a:gd name="T2" fmla="*/ 35 w 13"/>
                  <a:gd name="T3" fmla="*/ 47 h 24"/>
                  <a:gd name="T4" fmla="*/ 40 w 13"/>
                  <a:gd name="T5" fmla="*/ 102 h 24"/>
                  <a:gd name="T6" fmla="*/ 12 w 13"/>
                  <a:gd name="T7" fmla="*/ 55 h 24"/>
                  <a:gd name="T8" fmla="*/ 8 w 13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4">
                    <a:moveTo>
                      <a:pt x="2" y="0"/>
                    </a:moveTo>
                    <a:cubicBezTo>
                      <a:pt x="4" y="0"/>
                      <a:pt x="7" y="4"/>
                      <a:pt x="10" y="11"/>
                    </a:cubicBezTo>
                    <a:cubicBezTo>
                      <a:pt x="12" y="17"/>
                      <a:pt x="13" y="23"/>
                      <a:pt x="11" y="24"/>
                    </a:cubicBezTo>
                    <a:cubicBezTo>
                      <a:pt x="9" y="24"/>
                      <a:pt x="6" y="20"/>
                      <a:pt x="3" y="13"/>
                    </a:cubicBezTo>
                    <a:cubicBezTo>
                      <a:pt x="1" y="7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47" name="Freeform 69">
                <a:extLst>
                  <a:ext uri="{FF2B5EF4-FFF2-40B4-BE49-F238E27FC236}">
                    <a16:creationId xmlns:a16="http://schemas.microsoft.com/office/drawing/2014/main" id="{D2519C7B-C610-44DB-A38D-31C4DB16F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2252"/>
                <a:ext cx="18" cy="40"/>
              </a:xfrm>
              <a:custGeom>
                <a:avLst/>
                <a:gdLst>
                  <a:gd name="T0" fmla="*/ 8 w 12"/>
                  <a:gd name="T1" fmla="*/ 5 h 25"/>
                  <a:gd name="T2" fmla="*/ 32 w 12"/>
                  <a:gd name="T3" fmla="*/ 46 h 25"/>
                  <a:gd name="T4" fmla="*/ 39 w 12"/>
                  <a:gd name="T5" fmla="*/ 98 h 25"/>
                  <a:gd name="T6" fmla="*/ 12 w 12"/>
                  <a:gd name="T7" fmla="*/ 56 h 25"/>
                  <a:gd name="T8" fmla="*/ 8 w 12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2" y="1"/>
                    </a:moveTo>
                    <a:cubicBezTo>
                      <a:pt x="3" y="0"/>
                      <a:pt x="7" y="5"/>
                      <a:pt x="9" y="11"/>
                    </a:cubicBezTo>
                    <a:cubicBezTo>
                      <a:pt x="12" y="18"/>
                      <a:pt x="12" y="24"/>
                      <a:pt x="11" y="24"/>
                    </a:cubicBezTo>
                    <a:cubicBezTo>
                      <a:pt x="9" y="25"/>
                      <a:pt x="5" y="20"/>
                      <a:pt x="3" y="14"/>
                    </a:cubicBezTo>
                    <a:cubicBezTo>
                      <a:pt x="0" y="8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48" name="Freeform 70">
                <a:extLst>
                  <a:ext uri="{FF2B5EF4-FFF2-40B4-BE49-F238E27FC236}">
                    <a16:creationId xmlns:a16="http://schemas.microsoft.com/office/drawing/2014/main" id="{8B1D5F25-0FA1-4E89-B35D-1E78AFA02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" y="2172"/>
                <a:ext cx="46" cy="80"/>
              </a:xfrm>
              <a:custGeom>
                <a:avLst/>
                <a:gdLst>
                  <a:gd name="T0" fmla="*/ 6 w 31"/>
                  <a:gd name="T1" fmla="*/ 21 h 50"/>
                  <a:gd name="T2" fmla="*/ 40 w 31"/>
                  <a:gd name="T3" fmla="*/ 8 h 50"/>
                  <a:gd name="T4" fmla="*/ 55 w 31"/>
                  <a:gd name="T5" fmla="*/ 56 h 50"/>
                  <a:gd name="T6" fmla="*/ 82 w 31"/>
                  <a:gd name="T7" fmla="*/ 136 h 50"/>
                  <a:gd name="T8" fmla="*/ 92 w 31"/>
                  <a:gd name="T9" fmla="*/ 171 h 50"/>
                  <a:gd name="T10" fmla="*/ 101 w 31"/>
                  <a:gd name="T11" fmla="*/ 205 h 50"/>
                  <a:gd name="T12" fmla="*/ 53 w 31"/>
                  <a:gd name="T13" fmla="*/ 56 h 50"/>
                  <a:gd name="T14" fmla="*/ 27 w 31"/>
                  <a:gd name="T15" fmla="*/ 26 h 50"/>
                  <a:gd name="T16" fmla="*/ 0 w 31"/>
                  <a:gd name="T17" fmla="*/ 26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50">
                    <a:moveTo>
                      <a:pt x="2" y="5"/>
                    </a:moveTo>
                    <a:cubicBezTo>
                      <a:pt x="5" y="4"/>
                      <a:pt x="9" y="0"/>
                      <a:pt x="12" y="2"/>
                    </a:cubicBezTo>
                    <a:cubicBezTo>
                      <a:pt x="15" y="4"/>
                      <a:pt x="16" y="11"/>
                      <a:pt x="17" y="14"/>
                    </a:cubicBezTo>
                    <a:cubicBezTo>
                      <a:pt x="20" y="20"/>
                      <a:pt x="22" y="27"/>
                      <a:pt x="25" y="33"/>
                    </a:cubicBezTo>
                    <a:cubicBezTo>
                      <a:pt x="26" y="36"/>
                      <a:pt x="27" y="39"/>
                      <a:pt x="28" y="42"/>
                    </a:cubicBezTo>
                    <a:cubicBezTo>
                      <a:pt x="29" y="44"/>
                      <a:pt x="31" y="47"/>
                      <a:pt x="31" y="50"/>
                    </a:cubicBezTo>
                    <a:cubicBezTo>
                      <a:pt x="25" y="39"/>
                      <a:pt x="21" y="26"/>
                      <a:pt x="16" y="14"/>
                    </a:cubicBezTo>
                    <a:cubicBezTo>
                      <a:pt x="14" y="11"/>
                      <a:pt x="11" y="7"/>
                      <a:pt x="8" y="6"/>
                    </a:cubicBezTo>
                    <a:cubicBezTo>
                      <a:pt x="5" y="5"/>
                      <a:pt x="3" y="5"/>
                      <a:pt x="0" y="6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49" name="Freeform 71">
                <a:extLst>
                  <a:ext uri="{FF2B5EF4-FFF2-40B4-BE49-F238E27FC236}">
                    <a16:creationId xmlns:a16="http://schemas.microsoft.com/office/drawing/2014/main" id="{BB2188AD-D3FA-4019-8095-6E7FF129B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2244"/>
                <a:ext cx="61" cy="118"/>
              </a:xfrm>
              <a:custGeom>
                <a:avLst/>
                <a:gdLst>
                  <a:gd name="T0" fmla="*/ 0 w 41"/>
                  <a:gd name="T1" fmla="*/ 0 h 74"/>
                  <a:gd name="T2" fmla="*/ 67 w 41"/>
                  <a:gd name="T3" fmla="*/ 223 h 74"/>
                  <a:gd name="T4" fmla="*/ 100 w 41"/>
                  <a:gd name="T5" fmla="*/ 295 h 74"/>
                  <a:gd name="T6" fmla="*/ 135 w 41"/>
                  <a:gd name="T7" fmla="*/ 279 h 74"/>
                  <a:gd name="T8" fmla="*/ 100 w 41"/>
                  <a:gd name="T9" fmla="*/ 274 h 74"/>
                  <a:gd name="T10" fmla="*/ 82 w 41"/>
                  <a:gd name="T11" fmla="*/ 234 h 74"/>
                  <a:gd name="T12" fmla="*/ 67 w 41"/>
                  <a:gd name="T13" fmla="*/ 183 h 74"/>
                  <a:gd name="T14" fmla="*/ 33 w 41"/>
                  <a:gd name="T15" fmla="*/ 85 h 74"/>
                  <a:gd name="T16" fmla="*/ 13 w 41"/>
                  <a:gd name="T17" fmla="*/ 35 h 74"/>
                  <a:gd name="T18" fmla="*/ 0 w 41"/>
                  <a:gd name="T19" fmla="*/ 5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74">
                    <a:moveTo>
                      <a:pt x="0" y="0"/>
                    </a:moveTo>
                    <a:cubicBezTo>
                      <a:pt x="7" y="18"/>
                      <a:pt x="13" y="36"/>
                      <a:pt x="20" y="55"/>
                    </a:cubicBezTo>
                    <a:cubicBezTo>
                      <a:pt x="21" y="59"/>
                      <a:pt x="26" y="71"/>
                      <a:pt x="30" y="73"/>
                    </a:cubicBezTo>
                    <a:cubicBezTo>
                      <a:pt x="33" y="74"/>
                      <a:pt x="38" y="70"/>
                      <a:pt x="41" y="69"/>
                    </a:cubicBezTo>
                    <a:cubicBezTo>
                      <a:pt x="38" y="70"/>
                      <a:pt x="33" y="71"/>
                      <a:pt x="30" y="68"/>
                    </a:cubicBezTo>
                    <a:cubicBezTo>
                      <a:pt x="27" y="65"/>
                      <a:pt x="26" y="61"/>
                      <a:pt x="25" y="58"/>
                    </a:cubicBezTo>
                    <a:cubicBezTo>
                      <a:pt x="23" y="54"/>
                      <a:pt x="21" y="49"/>
                      <a:pt x="20" y="45"/>
                    </a:cubicBezTo>
                    <a:cubicBezTo>
                      <a:pt x="16" y="37"/>
                      <a:pt x="13" y="29"/>
                      <a:pt x="10" y="21"/>
                    </a:cubicBezTo>
                    <a:cubicBezTo>
                      <a:pt x="8" y="17"/>
                      <a:pt x="6" y="13"/>
                      <a:pt x="4" y="9"/>
                    </a:cubicBezTo>
                    <a:cubicBezTo>
                      <a:pt x="3" y="7"/>
                      <a:pt x="2" y="4"/>
                      <a:pt x="0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50" name="Freeform 72">
                <a:extLst>
                  <a:ext uri="{FF2B5EF4-FFF2-40B4-BE49-F238E27FC236}">
                    <a16:creationId xmlns:a16="http://schemas.microsoft.com/office/drawing/2014/main" id="{BCCA9FB1-20EE-4A83-8117-329B53889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2262"/>
                <a:ext cx="17" cy="30"/>
              </a:xfrm>
              <a:custGeom>
                <a:avLst/>
                <a:gdLst>
                  <a:gd name="T0" fmla="*/ 36 w 11"/>
                  <a:gd name="T1" fmla="*/ 43 h 19"/>
                  <a:gd name="T2" fmla="*/ 34 w 11"/>
                  <a:gd name="T3" fmla="*/ 62 h 19"/>
                  <a:gd name="T4" fmla="*/ 5 w 11"/>
                  <a:gd name="T5" fmla="*/ 21 h 19"/>
                  <a:gd name="T6" fmla="*/ 0 w 11"/>
                  <a:gd name="T7" fmla="*/ 0 h 19"/>
                  <a:gd name="T8" fmla="*/ 8 w 11"/>
                  <a:gd name="T9" fmla="*/ 33 h 19"/>
                  <a:gd name="T10" fmla="*/ 36 w 11"/>
                  <a:gd name="T11" fmla="*/ 69 h 19"/>
                  <a:gd name="T12" fmla="*/ 36 w 11"/>
                  <a:gd name="T13" fmla="*/ 4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9">
                    <a:moveTo>
                      <a:pt x="10" y="11"/>
                    </a:moveTo>
                    <a:cubicBezTo>
                      <a:pt x="10" y="13"/>
                      <a:pt x="10" y="15"/>
                      <a:pt x="9" y="16"/>
                    </a:cubicBezTo>
                    <a:cubicBezTo>
                      <a:pt x="7" y="16"/>
                      <a:pt x="4" y="12"/>
                      <a:pt x="1" y="5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2"/>
                      <a:pt x="1" y="5"/>
                      <a:pt x="2" y="8"/>
                    </a:cubicBezTo>
                    <a:cubicBezTo>
                      <a:pt x="4" y="14"/>
                      <a:pt x="8" y="19"/>
                      <a:pt x="10" y="18"/>
                    </a:cubicBezTo>
                    <a:cubicBezTo>
                      <a:pt x="11" y="17"/>
                      <a:pt x="11" y="15"/>
                      <a:pt x="10" y="11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51" name="Freeform 73">
                <a:extLst>
                  <a:ext uri="{FF2B5EF4-FFF2-40B4-BE49-F238E27FC236}">
                    <a16:creationId xmlns:a16="http://schemas.microsoft.com/office/drawing/2014/main" id="{8DF1AF46-E878-46EB-9A28-C923AB43D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2255"/>
                <a:ext cx="15" cy="29"/>
              </a:xfrm>
              <a:custGeom>
                <a:avLst/>
                <a:gdLst>
                  <a:gd name="T0" fmla="*/ 8 w 10"/>
                  <a:gd name="T1" fmla="*/ 8 h 18"/>
                  <a:gd name="T2" fmla="*/ 27 w 10"/>
                  <a:gd name="T3" fmla="*/ 47 h 18"/>
                  <a:gd name="T4" fmla="*/ 35 w 10"/>
                  <a:gd name="T5" fmla="*/ 76 h 18"/>
                  <a:gd name="T6" fmla="*/ 27 w 10"/>
                  <a:gd name="T7" fmla="*/ 39 h 18"/>
                  <a:gd name="T8" fmla="*/ 5 w 10"/>
                  <a:gd name="T9" fmla="*/ 5 h 18"/>
                  <a:gd name="T10" fmla="*/ 5 w 10"/>
                  <a:gd name="T11" fmla="*/ 21 h 18"/>
                  <a:gd name="T12" fmla="*/ 8 w 10"/>
                  <a:gd name="T13" fmla="*/ 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2" y="2"/>
                    </a:moveTo>
                    <a:cubicBezTo>
                      <a:pt x="3" y="2"/>
                      <a:pt x="6" y="6"/>
                      <a:pt x="8" y="11"/>
                    </a:cubicBezTo>
                    <a:cubicBezTo>
                      <a:pt x="9" y="13"/>
                      <a:pt x="9" y="16"/>
                      <a:pt x="10" y="18"/>
                    </a:cubicBezTo>
                    <a:cubicBezTo>
                      <a:pt x="10" y="16"/>
                      <a:pt x="9" y="13"/>
                      <a:pt x="8" y="9"/>
                    </a:cubicBezTo>
                    <a:cubicBezTo>
                      <a:pt x="6" y="4"/>
                      <a:pt x="3" y="0"/>
                      <a:pt x="1" y="1"/>
                    </a:cubicBezTo>
                    <a:cubicBezTo>
                      <a:pt x="1" y="1"/>
                      <a:pt x="0" y="3"/>
                      <a:pt x="1" y="5"/>
                    </a:cubicBezTo>
                    <a:cubicBezTo>
                      <a:pt x="1" y="4"/>
                      <a:pt x="1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52" name="Freeform 74">
                <a:extLst>
                  <a:ext uri="{FF2B5EF4-FFF2-40B4-BE49-F238E27FC236}">
                    <a16:creationId xmlns:a16="http://schemas.microsoft.com/office/drawing/2014/main" id="{4BEC9477-C496-45F4-84B7-E2B4F6291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2167"/>
                <a:ext cx="97" cy="202"/>
              </a:xfrm>
              <a:custGeom>
                <a:avLst/>
                <a:gdLst>
                  <a:gd name="T0" fmla="*/ 209 w 65"/>
                  <a:gd name="T1" fmla="*/ 463 h 126"/>
                  <a:gd name="T2" fmla="*/ 200 w 65"/>
                  <a:gd name="T3" fmla="*/ 494 h 126"/>
                  <a:gd name="T4" fmla="*/ 169 w 65"/>
                  <a:gd name="T5" fmla="*/ 511 h 126"/>
                  <a:gd name="T6" fmla="*/ 130 w 65"/>
                  <a:gd name="T7" fmla="*/ 457 h 126"/>
                  <a:gd name="T8" fmla="*/ 63 w 65"/>
                  <a:gd name="T9" fmla="*/ 231 h 126"/>
                  <a:gd name="T10" fmla="*/ 6 w 65"/>
                  <a:gd name="T11" fmla="*/ 67 h 126"/>
                  <a:gd name="T12" fmla="*/ 13 w 65"/>
                  <a:gd name="T13" fmla="*/ 21 h 126"/>
                  <a:gd name="T14" fmla="*/ 46 w 65"/>
                  <a:gd name="T15" fmla="*/ 8 h 126"/>
                  <a:gd name="T16" fmla="*/ 69 w 65"/>
                  <a:gd name="T17" fmla="*/ 21 h 126"/>
                  <a:gd name="T18" fmla="*/ 134 w 65"/>
                  <a:gd name="T19" fmla="*/ 231 h 126"/>
                  <a:gd name="T20" fmla="*/ 209 w 65"/>
                  <a:gd name="T21" fmla="*/ 463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126">
                    <a:moveTo>
                      <a:pt x="63" y="112"/>
                    </a:moveTo>
                    <a:cubicBezTo>
                      <a:pt x="65" y="117"/>
                      <a:pt x="62" y="119"/>
                      <a:pt x="60" y="120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48" y="125"/>
                      <a:pt x="45" y="126"/>
                      <a:pt x="39" y="111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11"/>
                      <a:pt x="1" y="6"/>
                      <a:pt x="4" y="5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7" y="0"/>
                      <a:pt x="20" y="1"/>
                      <a:pt x="21" y="5"/>
                    </a:cubicBezTo>
                    <a:cubicBezTo>
                      <a:pt x="22" y="6"/>
                      <a:pt x="36" y="44"/>
                      <a:pt x="40" y="56"/>
                    </a:cubicBezTo>
                    <a:cubicBezTo>
                      <a:pt x="45" y="68"/>
                      <a:pt x="63" y="112"/>
                      <a:pt x="63" y="11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53" name="Freeform 75">
                <a:extLst>
                  <a:ext uri="{FF2B5EF4-FFF2-40B4-BE49-F238E27FC236}">
                    <a16:creationId xmlns:a16="http://schemas.microsoft.com/office/drawing/2014/main" id="{91AC63D7-95CD-442F-B7FA-C9517E2F2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2548"/>
                <a:ext cx="112" cy="195"/>
              </a:xfrm>
              <a:custGeom>
                <a:avLst/>
                <a:gdLst>
                  <a:gd name="T0" fmla="*/ 6 w 75"/>
                  <a:gd name="T1" fmla="*/ 61 h 122"/>
                  <a:gd name="T2" fmla="*/ 6 w 75"/>
                  <a:gd name="T3" fmla="*/ 61 h 122"/>
                  <a:gd name="T4" fmla="*/ 13 w 75"/>
                  <a:gd name="T5" fmla="*/ 29 h 122"/>
                  <a:gd name="T6" fmla="*/ 42 w 75"/>
                  <a:gd name="T7" fmla="*/ 8 h 122"/>
                  <a:gd name="T8" fmla="*/ 87 w 75"/>
                  <a:gd name="T9" fmla="*/ 56 h 122"/>
                  <a:gd name="T10" fmla="*/ 176 w 75"/>
                  <a:gd name="T11" fmla="*/ 269 h 122"/>
                  <a:gd name="T12" fmla="*/ 240 w 75"/>
                  <a:gd name="T13" fmla="*/ 417 h 122"/>
                  <a:gd name="T14" fmla="*/ 243 w 75"/>
                  <a:gd name="T15" fmla="*/ 470 h 122"/>
                  <a:gd name="T16" fmla="*/ 214 w 75"/>
                  <a:gd name="T17" fmla="*/ 491 h 122"/>
                  <a:gd name="T18" fmla="*/ 187 w 75"/>
                  <a:gd name="T19" fmla="*/ 478 h 122"/>
                  <a:gd name="T20" fmla="*/ 94 w 75"/>
                  <a:gd name="T21" fmla="*/ 273 h 122"/>
                  <a:gd name="T22" fmla="*/ 6 w 75"/>
                  <a:gd name="T23" fmla="*/ 61 h 1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5" h="122">
                    <a:moveTo>
                      <a:pt x="2" y="15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1" y="13"/>
                      <a:pt x="0" y="9"/>
                      <a:pt x="4" y="7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6" y="1"/>
                      <a:pt x="18" y="0"/>
                      <a:pt x="26" y="14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72" y="102"/>
                      <a:pt x="72" y="102"/>
                      <a:pt x="72" y="102"/>
                    </a:cubicBezTo>
                    <a:cubicBezTo>
                      <a:pt x="75" y="108"/>
                      <a:pt x="75" y="114"/>
                      <a:pt x="73" y="115"/>
                    </a:cubicBezTo>
                    <a:cubicBezTo>
                      <a:pt x="64" y="120"/>
                      <a:pt x="64" y="120"/>
                      <a:pt x="64" y="120"/>
                    </a:cubicBezTo>
                    <a:cubicBezTo>
                      <a:pt x="60" y="122"/>
                      <a:pt x="58" y="121"/>
                      <a:pt x="56" y="117"/>
                    </a:cubicBezTo>
                    <a:cubicBezTo>
                      <a:pt x="55" y="116"/>
                      <a:pt x="33" y="78"/>
                      <a:pt x="28" y="67"/>
                    </a:cubicBezTo>
                    <a:cubicBezTo>
                      <a:pt x="22" y="56"/>
                      <a:pt x="3" y="16"/>
                      <a:pt x="2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54" name="Freeform 76">
                <a:extLst>
                  <a:ext uri="{FF2B5EF4-FFF2-40B4-BE49-F238E27FC236}">
                    <a16:creationId xmlns:a16="http://schemas.microsoft.com/office/drawing/2014/main" id="{719E9F06-F960-42AF-A3BD-5713BB6F0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2740"/>
                <a:ext cx="90" cy="203"/>
              </a:xfrm>
              <a:custGeom>
                <a:avLst/>
                <a:gdLst>
                  <a:gd name="T0" fmla="*/ 197 w 60"/>
                  <a:gd name="T1" fmla="*/ 462 h 127"/>
                  <a:gd name="T2" fmla="*/ 183 w 60"/>
                  <a:gd name="T3" fmla="*/ 492 h 127"/>
                  <a:gd name="T4" fmla="*/ 153 w 60"/>
                  <a:gd name="T5" fmla="*/ 511 h 127"/>
                  <a:gd name="T6" fmla="*/ 116 w 60"/>
                  <a:gd name="T7" fmla="*/ 452 h 127"/>
                  <a:gd name="T8" fmla="*/ 54 w 60"/>
                  <a:gd name="T9" fmla="*/ 225 h 127"/>
                  <a:gd name="T10" fmla="*/ 5 w 60"/>
                  <a:gd name="T11" fmla="*/ 61 h 127"/>
                  <a:gd name="T12" fmla="*/ 14 w 60"/>
                  <a:gd name="T13" fmla="*/ 16 h 127"/>
                  <a:gd name="T14" fmla="*/ 45 w 60"/>
                  <a:gd name="T15" fmla="*/ 5 h 127"/>
                  <a:gd name="T16" fmla="*/ 72 w 60"/>
                  <a:gd name="T17" fmla="*/ 21 h 127"/>
                  <a:gd name="T18" fmla="*/ 129 w 60"/>
                  <a:gd name="T19" fmla="*/ 232 h 127"/>
                  <a:gd name="T20" fmla="*/ 197 w 60"/>
                  <a:gd name="T21" fmla="*/ 462 h 1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27">
                    <a:moveTo>
                      <a:pt x="58" y="113"/>
                    </a:moveTo>
                    <a:cubicBezTo>
                      <a:pt x="60" y="119"/>
                      <a:pt x="56" y="121"/>
                      <a:pt x="54" y="121"/>
                    </a:cubicBezTo>
                    <a:cubicBezTo>
                      <a:pt x="45" y="125"/>
                      <a:pt x="45" y="125"/>
                      <a:pt x="45" y="125"/>
                    </a:cubicBezTo>
                    <a:cubicBezTo>
                      <a:pt x="42" y="126"/>
                      <a:pt x="39" y="127"/>
                      <a:pt x="34" y="111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0"/>
                      <a:pt x="1" y="5"/>
                      <a:pt x="4" y="4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0"/>
                      <a:pt x="19" y="1"/>
                      <a:pt x="21" y="5"/>
                    </a:cubicBezTo>
                    <a:cubicBezTo>
                      <a:pt x="21" y="5"/>
                      <a:pt x="33" y="45"/>
                      <a:pt x="38" y="57"/>
                    </a:cubicBezTo>
                    <a:cubicBezTo>
                      <a:pt x="42" y="69"/>
                      <a:pt x="57" y="113"/>
                      <a:pt x="58" y="113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55" name="Freeform 77">
                <a:extLst>
                  <a:ext uri="{FF2B5EF4-FFF2-40B4-BE49-F238E27FC236}">
                    <a16:creationId xmlns:a16="http://schemas.microsoft.com/office/drawing/2014/main" id="{070B1D6D-A74C-4B01-B667-3CA1A63C8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2831"/>
                <a:ext cx="18" cy="38"/>
              </a:xfrm>
              <a:custGeom>
                <a:avLst/>
                <a:gdLst>
                  <a:gd name="T0" fmla="*/ 8 w 12"/>
                  <a:gd name="T1" fmla="*/ 0 h 24"/>
                  <a:gd name="T2" fmla="*/ 32 w 12"/>
                  <a:gd name="T3" fmla="*/ 43 h 24"/>
                  <a:gd name="T4" fmla="*/ 35 w 12"/>
                  <a:gd name="T5" fmla="*/ 95 h 24"/>
                  <a:gd name="T6" fmla="*/ 12 w 12"/>
                  <a:gd name="T7" fmla="*/ 52 h 24"/>
                  <a:gd name="T8" fmla="*/ 8 w 12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4">
                    <a:moveTo>
                      <a:pt x="2" y="0"/>
                    </a:moveTo>
                    <a:cubicBezTo>
                      <a:pt x="4" y="0"/>
                      <a:pt x="7" y="4"/>
                      <a:pt x="9" y="11"/>
                    </a:cubicBezTo>
                    <a:cubicBezTo>
                      <a:pt x="12" y="17"/>
                      <a:pt x="12" y="23"/>
                      <a:pt x="10" y="24"/>
                    </a:cubicBezTo>
                    <a:cubicBezTo>
                      <a:pt x="8" y="24"/>
                      <a:pt x="5" y="20"/>
                      <a:pt x="3" y="13"/>
                    </a:cubicBezTo>
                    <a:cubicBezTo>
                      <a:pt x="1" y="7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56" name="Freeform 78">
                <a:extLst>
                  <a:ext uri="{FF2B5EF4-FFF2-40B4-BE49-F238E27FC236}">
                    <a16:creationId xmlns:a16="http://schemas.microsoft.com/office/drawing/2014/main" id="{EB9907AF-B8C0-41BF-8058-2AC4B1F51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824"/>
                <a:ext cx="18" cy="40"/>
              </a:xfrm>
              <a:custGeom>
                <a:avLst/>
                <a:gdLst>
                  <a:gd name="T0" fmla="*/ 8 w 12"/>
                  <a:gd name="T1" fmla="*/ 5 h 25"/>
                  <a:gd name="T2" fmla="*/ 32 w 12"/>
                  <a:gd name="T3" fmla="*/ 48 h 25"/>
                  <a:gd name="T4" fmla="*/ 35 w 12"/>
                  <a:gd name="T5" fmla="*/ 102 h 25"/>
                  <a:gd name="T6" fmla="*/ 12 w 12"/>
                  <a:gd name="T7" fmla="*/ 56 h 25"/>
                  <a:gd name="T8" fmla="*/ 8 w 12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2" y="1"/>
                    </a:moveTo>
                    <a:cubicBezTo>
                      <a:pt x="4" y="0"/>
                      <a:pt x="7" y="5"/>
                      <a:pt x="9" y="12"/>
                    </a:cubicBezTo>
                    <a:cubicBezTo>
                      <a:pt x="11" y="18"/>
                      <a:pt x="12" y="24"/>
                      <a:pt x="10" y="25"/>
                    </a:cubicBezTo>
                    <a:cubicBezTo>
                      <a:pt x="8" y="25"/>
                      <a:pt x="5" y="20"/>
                      <a:pt x="3" y="14"/>
                    </a:cubicBezTo>
                    <a:cubicBezTo>
                      <a:pt x="0" y="7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57" name="Freeform 79">
                <a:extLst>
                  <a:ext uri="{FF2B5EF4-FFF2-40B4-BE49-F238E27FC236}">
                    <a16:creationId xmlns:a16="http://schemas.microsoft.com/office/drawing/2014/main" id="{237FA626-532C-4B83-8C26-C19383632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744"/>
                <a:ext cx="45" cy="80"/>
              </a:xfrm>
              <a:custGeom>
                <a:avLst/>
                <a:gdLst>
                  <a:gd name="T0" fmla="*/ 12 w 30"/>
                  <a:gd name="T1" fmla="*/ 16 h 50"/>
                  <a:gd name="T2" fmla="*/ 41 w 30"/>
                  <a:gd name="T3" fmla="*/ 5 h 50"/>
                  <a:gd name="T4" fmla="*/ 59 w 30"/>
                  <a:gd name="T5" fmla="*/ 56 h 50"/>
                  <a:gd name="T6" fmla="*/ 81 w 30"/>
                  <a:gd name="T7" fmla="*/ 136 h 50"/>
                  <a:gd name="T8" fmla="*/ 93 w 30"/>
                  <a:gd name="T9" fmla="*/ 171 h 50"/>
                  <a:gd name="T10" fmla="*/ 102 w 30"/>
                  <a:gd name="T11" fmla="*/ 205 h 50"/>
                  <a:gd name="T12" fmla="*/ 53 w 30"/>
                  <a:gd name="T13" fmla="*/ 56 h 50"/>
                  <a:gd name="T14" fmla="*/ 27 w 30"/>
                  <a:gd name="T15" fmla="*/ 21 h 50"/>
                  <a:gd name="T16" fmla="*/ 0 w 30"/>
                  <a:gd name="T17" fmla="*/ 21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50">
                    <a:moveTo>
                      <a:pt x="3" y="4"/>
                    </a:moveTo>
                    <a:cubicBezTo>
                      <a:pt x="5" y="3"/>
                      <a:pt x="9" y="0"/>
                      <a:pt x="12" y="1"/>
                    </a:cubicBezTo>
                    <a:cubicBezTo>
                      <a:pt x="15" y="3"/>
                      <a:pt x="16" y="10"/>
                      <a:pt x="17" y="14"/>
                    </a:cubicBezTo>
                    <a:cubicBezTo>
                      <a:pt x="20" y="20"/>
                      <a:pt x="22" y="27"/>
                      <a:pt x="24" y="33"/>
                    </a:cubicBezTo>
                    <a:cubicBezTo>
                      <a:pt x="25" y="36"/>
                      <a:pt x="26" y="39"/>
                      <a:pt x="27" y="42"/>
                    </a:cubicBezTo>
                    <a:cubicBezTo>
                      <a:pt x="28" y="44"/>
                      <a:pt x="29" y="47"/>
                      <a:pt x="30" y="50"/>
                    </a:cubicBezTo>
                    <a:cubicBezTo>
                      <a:pt x="23" y="39"/>
                      <a:pt x="20" y="26"/>
                      <a:pt x="15" y="14"/>
                    </a:cubicBezTo>
                    <a:cubicBezTo>
                      <a:pt x="14" y="10"/>
                      <a:pt x="12" y="6"/>
                      <a:pt x="8" y="5"/>
                    </a:cubicBezTo>
                    <a:cubicBezTo>
                      <a:pt x="6" y="4"/>
                      <a:pt x="3" y="5"/>
                      <a:pt x="0" y="5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58" name="Freeform 80">
                <a:extLst>
                  <a:ext uri="{FF2B5EF4-FFF2-40B4-BE49-F238E27FC236}">
                    <a16:creationId xmlns:a16="http://schemas.microsoft.com/office/drawing/2014/main" id="{A5F660D4-3621-4FFF-A7C9-84A0680CF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2815"/>
                <a:ext cx="57" cy="121"/>
              </a:xfrm>
              <a:custGeom>
                <a:avLst/>
                <a:gdLst>
                  <a:gd name="T0" fmla="*/ 0 w 38"/>
                  <a:gd name="T1" fmla="*/ 0 h 76"/>
                  <a:gd name="T2" fmla="*/ 62 w 38"/>
                  <a:gd name="T3" fmla="*/ 226 h 76"/>
                  <a:gd name="T4" fmla="*/ 95 w 38"/>
                  <a:gd name="T5" fmla="*/ 301 h 76"/>
                  <a:gd name="T6" fmla="*/ 129 w 38"/>
                  <a:gd name="T7" fmla="*/ 287 h 76"/>
                  <a:gd name="T8" fmla="*/ 93 w 38"/>
                  <a:gd name="T9" fmla="*/ 279 h 76"/>
                  <a:gd name="T10" fmla="*/ 80 w 38"/>
                  <a:gd name="T11" fmla="*/ 239 h 76"/>
                  <a:gd name="T12" fmla="*/ 62 w 38"/>
                  <a:gd name="T13" fmla="*/ 185 h 76"/>
                  <a:gd name="T14" fmla="*/ 32 w 38"/>
                  <a:gd name="T15" fmla="*/ 89 h 76"/>
                  <a:gd name="T16" fmla="*/ 14 w 38"/>
                  <a:gd name="T17" fmla="*/ 40 h 76"/>
                  <a:gd name="T18" fmla="*/ 0 w 38"/>
                  <a:gd name="T19" fmla="*/ 8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76">
                    <a:moveTo>
                      <a:pt x="0" y="0"/>
                    </a:moveTo>
                    <a:cubicBezTo>
                      <a:pt x="7" y="19"/>
                      <a:pt x="12" y="37"/>
                      <a:pt x="18" y="56"/>
                    </a:cubicBezTo>
                    <a:cubicBezTo>
                      <a:pt x="19" y="60"/>
                      <a:pt x="24" y="73"/>
                      <a:pt x="28" y="75"/>
                    </a:cubicBezTo>
                    <a:cubicBezTo>
                      <a:pt x="31" y="76"/>
                      <a:pt x="36" y="73"/>
                      <a:pt x="38" y="71"/>
                    </a:cubicBezTo>
                    <a:cubicBezTo>
                      <a:pt x="35" y="72"/>
                      <a:pt x="30" y="73"/>
                      <a:pt x="27" y="69"/>
                    </a:cubicBezTo>
                    <a:cubicBezTo>
                      <a:pt x="25" y="67"/>
                      <a:pt x="24" y="63"/>
                      <a:pt x="23" y="59"/>
                    </a:cubicBezTo>
                    <a:cubicBezTo>
                      <a:pt x="21" y="55"/>
                      <a:pt x="20" y="51"/>
                      <a:pt x="18" y="46"/>
                    </a:cubicBezTo>
                    <a:cubicBezTo>
                      <a:pt x="15" y="38"/>
                      <a:pt x="13" y="30"/>
                      <a:pt x="9" y="22"/>
                    </a:cubicBezTo>
                    <a:cubicBezTo>
                      <a:pt x="8" y="18"/>
                      <a:pt x="6" y="14"/>
                      <a:pt x="4" y="10"/>
                    </a:cubicBezTo>
                    <a:cubicBezTo>
                      <a:pt x="3" y="7"/>
                      <a:pt x="2" y="4"/>
                      <a:pt x="0" y="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59" name="Freeform 81">
                <a:extLst>
                  <a:ext uri="{FF2B5EF4-FFF2-40B4-BE49-F238E27FC236}">
                    <a16:creationId xmlns:a16="http://schemas.microsoft.com/office/drawing/2014/main" id="{C0545B81-5FC3-4881-8350-97E686A14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834"/>
                <a:ext cx="15" cy="30"/>
              </a:xfrm>
              <a:custGeom>
                <a:avLst/>
                <a:gdLst>
                  <a:gd name="T0" fmla="*/ 35 w 10"/>
                  <a:gd name="T1" fmla="*/ 43 h 19"/>
                  <a:gd name="T2" fmla="*/ 27 w 10"/>
                  <a:gd name="T3" fmla="*/ 62 h 19"/>
                  <a:gd name="T4" fmla="*/ 5 w 10"/>
                  <a:gd name="T5" fmla="*/ 21 h 19"/>
                  <a:gd name="T6" fmla="*/ 0 w 10"/>
                  <a:gd name="T7" fmla="*/ 0 h 19"/>
                  <a:gd name="T8" fmla="*/ 5 w 10"/>
                  <a:gd name="T9" fmla="*/ 33 h 19"/>
                  <a:gd name="T10" fmla="*/ 32 w 10"/>
                  <a:gd name="T11" fmla="*/ 69 h 19"/>
                  <a:gd name="T12" fmla="*/ 35 w 10"/>
                  <a:gd name="T13" fmla="*/ 4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9">
                    <a:moveTo>
                      <a:pt x="10" y="11"/>
                    </a:moveTo>
                    <a:cubicBezTo>
                      <a:pt x="10" y="14"/>
                      <a:pt x="9" y="16"/>
                      <a:pt x="8" y="16"/>
                    </a:cubicBezTo>
                    <a:cubicBezTo>
                      <a:pt x="7" y="17"/>
                      <a:pt x="3" y="12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2"/>
                      <a:pt x="0" y="5"/>
                      <a:pt x="1" y="8"/>
                    </a:cubicBezTo>
                    <a:cubicBezTo>
                      <a:pt x="4" y="14"/>
                      <a:pt x="7" y="19"/>
                      <a:pt x="9" y="18"/>
                    </a:cubicBezTo>
                    <a:cubicBezTo>
                      <a:pt x="10" y="18"/>
                      <a:pt x="10" y="15"/>
                      <a:pt x="10" y="11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60" name="Freeform 82">
                <a:extLst>
                  <a:ext uri="{FF2B5EF4-FFF2-40B4-BE49-F238E27FC236}">
                    <a16:creationId xmlns:a16="http://schemas.microsoft.com/office/drawing/2014/main" id="{26DD1C86-5B61-4BB4-ADA9-13C7E55C3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828"/>
                <a:ext cx="14" cy="28"/>
              </a:xfrm>
              <a:custGeom>
                <a:avLst/>
                <a:gdLst>
                  <a:gd name="T0" fmla="*/ 8 w 9"/>
                  <a:gd name="T1" fmla="*/ 8 h 18"/>
                  <a:gd name="T2" fmla="*/ 30 w 9"/>
                  <a:gd name="T3" fmla="*/ 40 h 18"/>
                  <a:gd name="T4" fmla="*/ 34 w 9"/>
                  <a:gd name="T5" fmla="*/ 68 h 18"/>
                  <a:gd name="T6" fmla="*/ 26 w 9"/>
                  <a:gd name="T7" fmla="*/ 34 h 18"/>
                  <a:gd name="T8" fmla="*/ 8 w 9"/>
                  <a:gd name="T9" fmla="*/ 5 h 18"/>
                  <a:gd name="T10" fmla="*/ 5 w 9"/>
                  <a:gd name="T11" fmla="*/ 19 h 18"/>
                  <a:gd name="T12" fmla="*/ 8 w 9"/>
                  <a:gd name="T13" fmla="*/ 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8">
                    <a:moveTo>
                      <a:pt x="2" y="2"/>
                    </a:moveTo>
                    <a:cubicBezTo>
                      <a:pt x="3" y="2"/>
                      <a:pt x="6" y="6"/>
                      <a:pt x="8" y="11"/>
                    </a:cubicBezTo>
                    <a:cubicBezTo>
                      <a:pt x="8" y="14"/>
                      <a:pt x="9" y="16"/>
                      <a:pt x="9" y="18"/>
                    </a:cubicBezTo>
                    <a:cubicBezTo>
                      <a:pt x="9" y="16"/>
                      <a:pt x="9" y="13"/>
                      <a:pt x="7" y="9"/>
                    </a:cubicBezTo>
                    <a:cubicBezTo>
                      <a:pt x="6" y="4"/>
                      <a:pt x="3" y="0"/>
                      <a:pt x="2" y="1"/>
                    </a:cubicBezTo>
                    <a:cubicBezTo>
                      <a:pt x="1" y="1"/>
                      <a:pt x="0" y="3"/>
                      <a:pt x="1" y="5"/>
                    </a:cubicBezTo>
                    <a:cubicBezTo>
                      <a:pt x="1" y="4"/>
                      <a:pt x="1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61" name="Freeform 83">
                <a:extLst>
                  <a:ext uri="{FF2B5EF4-FFF2-40B4-BE49-F238E27FC236}">
                    <a16:creationId xmlns:a16="http://schemas.microsoft.com/office/drawing/2014/main" id="{D75628F9-4FEC-4C98-A5D2-FC287BB71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2740"/>
                <a:ext cx="90" cy="203"/>
              </a:xfrm>
              <a:custGeom>
                <a:avLst/>
                <a:gdLst>
                  <a:gd name="T0" fmla="*/ 197 w 60"/>
                  <a:gd name="T1" fmla="*/ 462 h 127"/>
                  <a:gd name="T2" fmla="*/ 183 w 60"/>
                  <a:gd name="T3" fmla="*/ 492 h 127"/>
                  <a:gd name="T4" fmla="*/ 153 w 60"/>
                  <a:gd name="T5" fmla="*/ 511 h 127"/>
                  <a:gd name="T6" fmla="*/ 116 w 60"/>
                  <a:gd name="T7" fmla="*/ 452 h 127"/>
                  <a:gd name="T8" fmla="*/ 54 w 60"/>
                  <a:gd name="T9" fmla="*/ 225 h 127"/>
                  <a:gd name="T10" fmla="*/ 5 w 60"/>
                  <a:gd name="T11" fmla="*/ 61 h 127"/>
                  <a:gd name="T12" fmla="*/ 14 w 60"/>
                  <a:gd name="T13" fmla="*/ 16 h 127"/>
                  <a:gd name="T14" fmla="*/ 45 w 60"/>
                  <a:gd name="T15" fmla="*/ 5 h 127"/>
                  <a:gd name="T16" fmla="*/ 72 w 60"/>
                  <a:gd name="T17" fmla="*/ 21 h 127"/>
                  <a:gd name="T18" fmla="*/ 129 w 60"/>
                  <a:gd name="T19" fmla="*/ 232 h 127"/>
                  <a:gd name="T20" fmla="*/ 197 w 60"/>
                  <a:gd name="T21" fmla="*/ 462 h 1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27">
                    <a:moveTo>
                      <a:pt x="58" y="113"/>
                    </a:moveTo>
                    <a:cubicBezTo>
                      <a:pt x="60" y="119"/>
                      <a:pt x="56" y="121"/>
                      <a:pt x="54" y="121"/>
                    </a:cubicBezTo>
                    <a:cubicBezTo>
                      <a:pt x="45" y="125"/>
                      <a:pt x="45" y="125"/>
                      <a:pt x="45" y="125"/>
                    </a:cubicBezTo>
                    <a:cubicBezTo>
                      <a:pt x="42" y="126"/>
                      <a:pt x="39" y="127"/>
                      <a:pt x="34" y="111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0"/>
                      <a:pt x="1" y="5"/>
                      <a:pt x="4" y="4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0"/>
                      <a:pt x="19" y="1"/>
                      <a:pt x="21" y="5"/>
                    </a:cubicBezTo>
                    <a:cubicBezTo>
                      <a:pt x="21" y="5"/>
                      <a:pt x="33" y="45"/>
                      <a:pt x="38" y="57"/>
                    </a:cubicBezTo>
                    <a:cubicBezTo>
                      <a:pt x="42" y="69"/>
                      <a:pt x="57" y="113"/>
                      <a:pt x="58" y="11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62" name="Freeform 84">
                <a:extLst>
                  <a:ext uri="{FF2B5EF4-FFF2-40B4-BE49-F238E27FC236}">
                    <a16:creationId xmlns:a16="http://schemas.microsoft.com/office/drawing/2014/main" id="{E438DF47-77F9-4C29-8F73-2128B7AF4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941"/>
                <a:ext cx="55" cy="206"/>
              </a:xfrm>
              <a:custGeom>
                <a:avLst/>
                <a:gdLst>
                  <a:gd name="T0" fmla="*/ 119 w 37"/>
                  <a:gd name="T1" fmla="*/ 490 h 129"/>
                  <a:gd name="T2" fmla="*/ 101 w 37"/>
                  <a:gd name="T3" fmla="*/ 517 h 129"/>
                  <a:gd name="T4" fmla="*/ 73 w 37"/>
                  <a:gd name="T5" fmla="*/ 521 h 129"/>
                  <a:gd name="T6" fmla="*/ 46 w 37"/>
                  <a:gd name="T7" fmla="*/ 458 h 129"/>
                  <a:gd name="T8" fmla="*/ 22 w 37"/>
                  <a:gd name="T9" fmla="*/ 225 h 129"/>
                  <a:gd name="T10" fmla="*/ 0 w 37"/>
                  <a:gd name="T11" fmla="*/ 48 h 129"/>
                  <a:gd name="T12" fmla="*/ 15 w 37"/>
                  <a:gd name="T13" fmla="*/ 8 h 129"/>
                  <a:gd name="T14" fmla="*/ 49 w 37"/>
                  <a:gd name="T15" fmla="*/ 5 h 129"/>
                  <a:gd name="T16" fmla="*/ 68 w 37"/>
                  <a:gd name="T17" fmla="*/ 26 h 129"/>
                  <a:gd name="T18" fmla="*/ 92 w 37"/>
                  <a:gd name="T19" fmla="*/ 244 h 129"/>
                  <a:gd name="T20" fmla="*/ 119 w 37"/>
                  <a:gd name="T21" fmla="*/ 490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29">
                    <a:moveTo>
                      <a:pt x="36" y="120"/>
                    </a:moveTo>
                    <a:cubicBezTo>
                      <a:pt x="37" y="125"/>
                      <a:pt x="33" y="127"/>
                      <a:pt x="31" y="127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19" y="129"/>
                      <a:pt x="16" y="129"/>
                      <a:pt x="14" y="113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2" y="2"/>
                      <a:pt x="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9" y="0"/>
                      <a:pt x="21" y="2"/>
                      <a:pt x="21" y="6"/>
                    </a:cubicBezTo>
                    <a:cubicBezTo>
                      <a:pt x="21" y="7"/>
                      <a:pt x="26" y="48"/>
                      <a:pt x="28" y="60"/>
                    </a:cubicBezTo>
                    <a:cubicBezTo>
                      <a:pt x="29" y="73"/>
                      <a:pt x="36" y="119"/>
                      <a:pt x="36" y="120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63" name="Freeform 85">
                <a:extLst>
                  <a:ext uri="{FF2B5EF4-FFF2-40B4-BE49-F238E27FC236}">
                    <a16:creationId xmlns:a16="http://schemas.microsoft.com/office/drawing/2014/main" id="{7F0CC2D6-7872-4CEA-B1D8-1F5852DE9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3034"/>
                <a:ext cx="12" cy="41"/>
              </a:xfrm>
              <a:custGeom>
                <a:avLst/>
                <a:gdLst>
                  <a:gd name="T0" fmla="*/ 8 w 8"/>
                  <a:gd name="T1" fmla="*/ 5 h 26"/>
                  <a:gd name="T2" fmla="*/ 26 w 8"/>
                  <a:gd name="T3" fmla="*/ 47 h 26"/>
                  <a:gd name="T4" fmla="*/ 21 w 8"/>
                  <a:gd name="T5" fmla="*/ 98 h 26"/>
                  <a:gd name="T6" fmla="*/ 0 w 8"/>
                  <a:gd name="T7" fmla="*/ 52 h 26"/>
                  <a:gd name="T8" fmla="*/ 8 w 8"/>
                  <a:gd name="T9" fmla="*/ 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6">
                    <a:moveTo>
                      <a:pt x="2" y="1"/>
                    </a:moveTo>
                    <a:cubicBezTo>
                      <a:pt x="4" y="0"/>
                      <a:pt x="7" y="6"/>
                      <a:pt x="7" y="12"/>
                    </a:cubicBezTo>
                    <a:cubicBezTo>
                      <a:pt x="8" y="19"/>
                      <a:pt x="7" y="25"/>
                      <a:pt x="6" y="25"/>
                    </a:cubicBezTo>
                    <a:cubicBezTo>
                      <a:pt x="4" y="26"/>
                      <a:pt x="1" y="20"/>
                      <a:pt x="0" y="13"/>
                    </a:cubicBezTo>
                    <a:cubicBezTo>
                      <a:pt x="0" y="7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64" name="Freeform 86">
                <a:extLst>
                  <a:ext uri="{FF2B5EF4-FFF2-40B4-BE49-F238E27FC236}">
                    <a16:creationId xmlns:a16="http://schemas.microsoft.com/office/drawing/2014/main" id="{404F6C2A-BC45-42C4-8897-5DEEA3ECB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3029"/>
                <a:ext cx="14" cy="40"/>
              </a:xfrm>
              <a:custGeom>
                <a:avLst/>
                <a:gdLst>
                  <a:gd name="T0" fmla="*/ 12 w 9"/>
                  <a:gd name="T1" fmla="*/ 5 h 25"/>
                  <a:gd name="T2" fmla="*/ 30 w 9"/>
                  <a:gd name="T3" fmla="*/ 48 h 25"/>
                  <a:gd name="T4" fmla="*/ 22 w 9"/>
                  <a:gd name="T5" fmla="*/ 102 h 25"/>
                  <a:gd name="T6" fmla="*/ 5 w 9"/>
                  <a:gd name="T7" fmla="*/ 54 h 25"/>
                  <a:gd name="T8" fmla="*/ 12 w 9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3" y="1"/>
                    </a:moveTo>
                    <a:cubicBezTo>
                      <a:pt x="5" y="0"/>
                      <a:pt x="7" y="6"/>
                      <a:pt x="8" y="12"/>
                    </a:cubicBezTo>
                    <a:cubicBezTo>
                      <a:pt x="9" y="19"/>
                      <a:pt x="8" y="25"/>
                      <a:pt x="6" y="25"/>
                    </a:cubicBezTo>
                    <a:cubicBezTo>
                      <a:pt x="4" y="25"/>
                      <a:pt x="2" y="20"/>
                      <a:pt x="1" y="13"/>
                    </a:cubicBezTo>
                    <a:cubicBezTo>
                      <a:pt x="0" y="7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65" name="Freeform 87">
                <a:extLst>
                  <a:ext uri="{FF2B5EF4-FFF2-40B4-BE49-F238E27FC236}">
                    <a16:creationId xmlns:a16="http://schemas.microsoft.com/office/drawing/2014/main" id="{C5D2339B-BBB7-4D2E-BB50-62CF778AB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2946"/>
                <a:ext cx="30" cy="85"/>
              </a:xfrm>
              <a:custGeom>
                <a:avLst/>
                <a:gdLst>
                  <a:gd name="T0" fmla="*/ 8 w 20"/>
                  <a:gd name="T1" fmla="*/ 8 h 53"/>
                  <a:gd name="T2" fmla="*/ 41 w 20"/>
                  <a:gd name="T3" fmla="*/ 8 h 53"/>
                  <a:gd name="T4" fmla="*/ 53 w 20"/>
                  <a:gd name="T5" fmla="*/ 61 h 53"/>
                  <a:gd name="T6" fmla="*/ 59 w 20"/>
                  <a:gd name="T7" fmla="*/ 144 h 53"/>
                  <a:gd name="T8" fmla="*/ 62 w 20"/>
                  <a:gd name="T9" fmla="*/ 183 h 53"/>
                  <a:gd name="T10" fmla="*/ 66 w 20"/>
                  <a:gd name="T11" fmla="*/ 218 h 53"/>
                  <a:gd name="T12" fmla="*/ 45 w 20"/>
                  <a:gd name="T13" fmla="*/ 61 h 53"/>
                  <a:gd name="T14" fmla="*/ 27 w 20"/>
                  <a:gd name="T15" fmla="*/ 21 h 53"/>
                  <a:gd name="T16" fmla="*/ 0 w 20"/>
                  <a:gd name="T17" fmla="*/ 16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53">
                    <a:moveTo>
                      <a:pt x="2" y="2"/>
                    </a:moveTo>
                    <a:cubicBezTo>
                      <a:pt x="5" y="2"/>
                      <a:pt x="10" y="0"/>
                      <a:pt x="12" y="2"/>
                    </a:cubicBezTo>
                    <a:cubicBezTo>
                      <a:pt x="14" y="4"/>
                      <a:pt x="14" y="12"/>
                      <a:pt x="15" y="15"/>
                    </a:cubicBezTo>
                    <a:cubicBezTo>
                      <a:pt x="16" y="22"/>
                      <a:pt x="16" y="29"/>
                      <a:pt x="17" y="35"/>
                    </a:cubicBezTo>
                    <a:cubicBezTo>
                      <a:pt x="18" y="38"/>
                      <a:pt x="18" y="41"/>
                      <a:pt x="18" y="44"/>
                    </a:cubicBezTo>
                    <a:cubicBezTo>
                      <a:pt x="19" y="47"/>
                      <a:pt x="20" y="50"/>
                      <a:pt x="19" y="53"/>
                    </a:cubicBezTo>
                    <a:cubicBezTo>
                      <a:pt x="15" y="41"/>
                      <a:pt x="15" y="27"/>
                      <a:pt x="13" y="15"/>
                    </a:cubicBezTo>
                    <a:cubicBezTo>
                      <a:pt x="12" y="11"/>
                      <a:pt x="11" y="7"/>
                      <a:pt x="8" y="5"/>
                    </a:cubicBezTo>
                    <a:cubicBezTo>
                      <a:pt x="5" y="4"/>
                      <a:pt x="2" y="3"/>
                      <a:pt x="0" y="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66" name="Freeform 88">
                <a:extLst>
                  <a:ext uri="{FF2B5EF4-FFF2-40B4-BE49-F238E27FC236}">
                    <a16:creationId xmlns:a16="http://schemas.microsoft.com/office/drawing/2014/main" id="{5BAAFDB2-335A-4BB4-ADF3-5B58FC9D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3016"/>
                <a:ext cx="34" cy="128"/>
              </a:xfrm>
              <a:custGeom>
                <a:avLst/>
                <a:gdLst>
                  <a:gd name="T0" fmla="*/ 0 w 23"/>
                  <a:gd name="T1" fmla="*/ 0 h 80"/>
                  <a:gd name="T2" fmla="*/ 19 w 23"/>
                  <a:gd name="T3" fmla="*/ 238 h 80"/>
                  <a:gd name="T4" fmla="*/ 40 w 23"/>
                  <a:gd name="T5" fmla="*/ 320 h 80"/>
                  <a:gd name="T6" fmla="*/ 74 w 23"/>
                  <a:gd name="T7" fmla="*/ 312 h 80"/>
                  <a:gd name="T8" fmla="*/ 40 w 23"/>
                  <a:gd name="T9" fmla="*/ 299 h 80"/>
                  <a:gd name="T10" fmla="*/ 33 w 23"/>
                  <a:gd name="T11" fmla="*/ 253 h 80"/>
                  <a:gd name="T12" fmla="*/ 27 w 23"/>
                  <a:gd name="T13" fmla="*/ 197 h 80"/>
                  <a:gd name="T14" fmla="*/ 13 w 23"/>
                  <a:gd name="T15" fmla="*/ 94 h 80"/>
                  <a:gd name="T16" fmla="*/ 6 w 23"/>
                  <a:gd name="T17" fmla="*/ 42 h 80"/>
                  <a:gd name="T18" fmla="*/ 0 w 23"/>
                  <a:gd name="T19" fmla="*/ 5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80">
                    <a:moveTo>
                      <a:pt x="0" y="0"/>
                    </a:moveTo>
                    <a:cubicBezTo>
                      <a:pt x="2" y="19"/>
                      <a:pt x="4" y="38"/>
                      <a:pt x="6" y="58"/>
                    </a:cubicBezTo>
                    <a:cubicBezTo>
                      <a:pt x="6" y="62"/>
                      <a:pt x="8" y="75"/>
                      <a:pt x="12" y="78"/>
                    </a:cubicBezTo>
                    <a:cubicBezTo>
                      <a:pt x="15" y="80"/>
                      <a:pt x="20" y="78"/>
                      <a:pt x="23" y="76"/>
                    </a:cubicBezTo>
                    <a:cubicBezTo>
                      <a:pt x="20" y="77"/>
                      <a:pt x="15" y="77"/>
                      <a:pt x="12" y="73"/>
                    </a:cubicBezTo>
                    <a:cubicBezTo>
                      <a:pt x="11" y="70"/>
                      <a:pt x="11" y="65"/>
                      <a:pt x="10" y="62"/>
                    </a:cubicBezTo>
                    <a:cubicBezTo>
                      <a:pt x="9" y="57"/>
                      <a:pt x="9" y="53"/>
                      <a:pt x="8" y="48"/>
                    </a:cubicBezTo>
                    <a:cubicBezTo>
                      <a:pt x="7" y="40"/>
                      <a:pt x="6" y="31"/>
                      <a:pt x="4" y="23"/>
                    </a:cubicBezTo>
                    <a:cubicBezTo>
                      <a:pt x="3" y="18"/>
                      <a:pt x="2" y="14"/>
                      <a:pt x="2" y="10"/>
                    </a:cubicBezTo>
                    <a:cubicBezTo>
                      <a:pt x="1" y="7"/>
                      <a:pt x="1" y="4"/>
                      <a:pt x="0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67" name="Freeform 89">
                <a:extLst>
                  <a:ext uri="{FF2B5EF4-FFF2-40B4-BE49-F238E27FC236}">
                    <a16:creationId xmlns:a16="http://schemas.microsoft.com/office/drawing/2014/main" id="{58051B4B-4432-444F-974F-480A0C5E0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3037"/>
                <a:ext cx="12" cy="32"/>
              </a:xfrm>
              <a:custGeom>
                <a:avLst/>
                <a:gdLst>
                  <a:gd name="T0" fmla="*/ 27 w 8"/>
                  <a:gd name="T1" fmla="*/ 54 h 20"/>
                  <a:gd name="T2" fmla="*/ 21 w 8"/>
                  <a:gd name="T3" fmla="*/ 74 h 20"/>
                  <a:gd name="T4" fmla="*/ 5 w 8"/>
                  <a:gd name="T5" fmla="*/ 26 h 20"/>
                  <a:gd name="T6" fmla="*/ 5 w 8"/>
                  <a:gd name="T7" fmla="*/ 0 h 20"/>
                  <a:gd name="T8" fmla="*/ 5 w 8"/>
                  <a:gd name="T9" fmla="*/ 34 h 20"/>
                  <a:gd name="T10" fmla="*/ 21 w 8"/>
                  <a:gd name="T11" fmla="*/ 82 h 20"/>
                  <a:gd name="T12" fmla="*/ 27 w 8"/>
                  <a:gd name="T13" fmla="*/ 5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0">
                    <a:moveTo>
                      <a:pt x="8" y="13"/>
                    </a:moveTo>
                    <a:cubicBezTo>
                      <a:pt x="8" y="16"/>
                      <a:pt x="7" y="17"/>
                      <a:pt x="6" y="18"/>
                    </a:cubicBezTo>
                    <a:cubicBezTo>
                      <a:pt x="4" y="18"/>
                      <a:pt x="2" y="13"/>
                      <a:pt x="1" y="6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0" y="2"/>
                      <a:pt x="0" y="5"/>
                      <a:pt x="1" y="8"/>
                    </a:cubicBezTo>
                    <a:cubicBezTo>
                      <a:pt x="2" y="15"/>
                      <a:pt x="4" y="20"/>
                      <a:pt x="6" y="20"/>
                    </a:cubicBezTo>
                    <a:cubicBezTo>
                      <a:pt x="7" y="20"/>
                      <a:pt x="8" y="17"/>
                      <a:pt x="8" y="13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68" name="Freeform 90">
                <a:extLst>
                  <a:ext uri="{FF2B5EF4-FFF2-40B4-BE49-F238E27FC236}">
                    <a16:creationId xmlns:a16="http://schemas.microsoft.com/office/drawing/2014/main" id="{36162480-A341-4EE5-A998-046B99B45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3032"/>
                <a:ext cx="10" cy="31"/>
              </a:xfrm>
              <a:custGeom>
                <a:avLst/>
                <a:gdLst>
                  <a:gd name="T0" fmla="*/ 6 w 7"/>
                  <a:gd name="T1" fmla="*/ 8 h 19"/>
                  <a:gd name="T2" fmla="*/ 19 w 7"/>
                  <a:gd name="T3" fmla="*/ 54 h 19"/>
                  <a:gd name="T4" fmla="*/ 19 w 7"/>
                  <a:gd name="T5" fmla="*/ 83 h 19"/>
                  <a:gd name="T6" fmla="*/ 19 w 7"/>
                  <a:gd name="T7" fmla="*/ 42 h 19"/>
                  <a:gd name="T8" fmla="*/ 6 w 7"/>
                  <a:gd name="T9" fmla="*/ 0 h 19"/>
                  <a:gd name="T10" fmla="*/ 0 w 7"/>
                  <a:gd name="T11" fmla="*/ 21 h 19"/>
                  <a:gd name="T12" fmla="*/ 6 w 7"/>
                  <a:gd name="T13" fmla="*/ 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9">
                    <a:moveTo>
                      <a:pt x="2" y="2"/>
                    </a:moveTo>
                    <a:cubicBezTo>
                      <a:pt x="4" y="2"/>
                      <a:pt x="5" y="7"/>
                      <a:pt x="6" y="12"/>
                    </a:cubicBezTo>
                    <a:cubicBezTo>
                      <a:pt x="6" y="14"/>
                      <a:pt x="6" y="17"/>
                      <a:pt x="6" y="19"/>
                    </a:cubicBezTo>
                    <a:cubicBezTo>
                      <a:pt x="7" y="17"/>
                      <a:pt x="7" y="14"/>
                      <a:pt x="6" y="10"/>
                    </a:cubicBezTo>
                    <a:cubicBezTo>
                      <a:pt x="5" y="5"/>
                      <a:pt x="4" y="0"/>
                      <a:pt x="2" y="0"/>
                    </a:cubicBezTo>
                    <a:cubicBezTo>
                      <a:pt x="1" y="1"/>
                      <a:pt x="1" y="2"/>
                      <a:pt x="0" y="5"/>
                    </a:cubicBezTo>
                    <a:cubicBezTo>
                      <a:pt x="1" y="4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69" name="Freeform 91">
                <a:extLst>
                  <a:ext uri="{FF2B5EF4-FFF2-40B4-BE49-F238E27FC236}">
                    <a16:creationId xmlns:a16="http://schemas.microsoft.com/office/drawing/2014/main" id="{E33C1330-0304-466D-A273-7DFC7BE0E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941"/>
                <a:ext cx="55" cy="206"/>
              </a:xfrm>
              <a:custGeom>
                <a:avLst/>
                <a:gdLst>
                  <a:gd name="T0" fmla="*/ 119 w 37"/>
                  <a:gd name="T1" fmla="*/ 490 h 129"/>
                  <a:gd name="T2" fmla="*/ 101 w 37"/>
                  <a:gd name="T3" fmla="*/ 517 h 129"/>
                  <a:gd name="T4" fmla="*/ 73 w 37"/>
                  <a:gd name="T5" fmla="*/ 521 h 129"/>
                  <a:gd name="T6" fmla="*/ 46 w 37"/>
                  <a:gd name="T7" fmla="*/ 458 h 129"/>
                  <a:gd name="T8" fmla="*/ 22 w 37"/>
                  <a:gd name="T9" fmla="*/ 225 h 129"/>
                  <a:gd name="T10" fmla="*/ 0 w 37"/>
                  <a:gd name="T11" fmla="*/ 48 h 129"/>
                  <a:gd name="T12" fmla="*/ 15 w 37"/>
                  <a:gd name="T13" fmla="*/ 8 h 129"/>
                  <a:gd name="T14" fmla="*/ 49 w 37"/>
                  <a:gd name="T15" fmla="*/ 5 h 129"/>
                  <a:gd name="T16" fmla="*/ 68 w 37"/>
                  <a:gd name="T17" fmla="*/ 26 h 129"/>
                  <a:gd name="T18" fmla="*/ 92 w 37"/>
                  <a:gd name="T19" fmla="*/ 244 h 129"/>
                  <a:gd name="T20" fmla="*/ 119 w 37"/>
                  <a:gd name="T21" fmla="*/ 490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29">
                    <a:moveTo>
                      <a:pt x="36" y="120"/>
                    </a:moveTo>
                    <a:cubicBezTo>
                      <a:pt x="37" y="125"/>
                      <a:pt x="33" y="127"/>
                      <a:pt x="31" y="127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19" y="129"/>
                      <a:pt x="16" y="129"/>
                      <a:pt x="14" y="113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2" y="2"/>
                      <a:pt x="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9" y="0"/>
                      <a:pt x="21" y="2"/>
                      <a:pt x="21" y="6"/>
                    </a:cubicBezTo>
                    <a:cubicBezTo>
                      <a:pt x="21" y="7"/>
                      <a:pt x="26" y="48"/>
                      <a:pt x="28" y="60"/>
                    </a:cubicBezTo>
                    <a:cubicBezTo>
                      <a:pt x="29" y="73"/>
                      <a:pt x="36" y="119"/>
                      <a:pt x="36" y="12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70" name="Freeform 92">
                <a:extLst>
                  <a:ext uri="{FF2B5EF4-FFF2-40B4-BE49-F238E27FC236}">
                    <a16:creationId xmlns:a16="http://schemas.microsoft.com/office/drawing/2014/main" id="{111486FF-0941-4534-8015-30BB0F07C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3154"/>
                <a:ext cx="48" cy="190"/>
              </a:xfrm>
              <a:custGeom>
                <a:avLst/>
                <a:gdLst>
                  <a:gd name="T0" fmla="*/ 72 w 32"/>
                  <a:gd name="T1" fmla="*/ 484 h 119"/>
                  <a:gd name="T2" fmla="*/ 89 w 32"/>
                  <a:gd name="T3" fmla="*/ 252 h 119"/>
                  <a:gd name="T4" fmla="*/ 107 w 32"/>
                  <a:gd name="T5" fmla="*/ 34 h 119"/>
                  <a:gd name="T6" fmla="*/ 89 w 32"/>
                  <a:gd name="T7" fmla="*/ 5 h 119"/>
                  <a:gd name="T8" fmla="*/ 54 w 32"/>
                  <a:gd name="T9" fmla="*/ 0 h 119"/>
                  <a:gd name="T10" fmla="*/ 35 w 32"/>
                  <a:gd name="T11" fmla="*/ 35 h 119"/>
                  <a:gd name="T12" fmla="*/ 21 w 32"/>
                  <a:gd name="T13" fmla="*/ 212 h 119"/>
                  <a:gd name="T14" fmla="*/ 0 w 32"/>
                  <a:gd name="T15" fmla="*/ 452 h 119"/>
                  <a:gd name="T16" fmla="*/ 0 w 32"/>
                  <a:gd name="T17" fmla="*/ 471 h 119"/>
                  <a:gd name="T18" fmla="*/ 72 w 32"/>
                  <a:gd name="T19" fmla="*/ 484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119">
                    <a:moveTo>
                      <a:pt x="21" y="119"/>
                    </a:moveTo>
                    <a:cubicBezTo>
                      <a:pt x="22" y="107"/>
                      <a:pt x="24" y="73"/>
                      <a:pt x="26" y="62"/>
                    </a:cubicBezTo>
                    <a:cubicBezTo>
                      <a:pt x="27" y="50"/>
                      <a:pt x="31" y="9"/>
                      <a:pt x="31" y="8"/>
                    </a:cubicBezTo>
                    <a:cubicBezTo>
                      <a:pt x="32" y="4"/>
                      <a:pt x="30" y="2"/>
                      <a:pt x="2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0"/>
                      <a:pt x="10" y="4"/>
                      <a:pt x="10" y="9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3"/>
                      <a:pt x="0" y="115"/>
                      <a:pt x="0" y="116"/>
                    </a:cubicBezTo>
                    <a:lnTo>
                      <a:pt x="21" y="119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71" name="Freeform 93">
                <a:extLst>
                  <a:ext uri="{FF2B5EF4-FFF2-40B4-BE49-F238E27FC236}">
                    <a16:creationId xmlns:a16="http://schemas.microsoft.com/office/drawing/2014/main" id="{BE21438B-F70C-4004-A20E-FAAF16505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3247"/>
                <a:ext cx="14" cy="39"/>
              </a:xfrm>
              <a:custGeom>
                <a:avLst/>
                <a:gdLst>
                  <a:gd name="T0" fmla="*/ 22 w 9"/>
                  <a:gd name="T1" fmla="*/ 0 h 25"/>
                  <a:gd name="T2" fmla="*/ 30 w 9"/>
                  <a:gd name="T3" fmla="*/ 48 h 25"/>
                  <a:gd name="T4" fmla="*/ 12 w 9"/>
                  <a:gd name="T5" fmla="*/ 95 h 25"/>
                  <a:gd name="T6" fmla="*/ 5 w 9"/>
                  <a:gd name="T7" fmla="*/ 47 h 25"/>
                  <a:gd name="T8" fmla="*/ 22 w 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6" y="0"/>
                    </a:moveTo>
                    <a:cubicBezTo>
                      <a:pt x="8" y="0"/>
                      <a:pt x="9" y="6"/>
                      <a:pt x="8" y="13"/>
                    </a:cubicBezTo>
                    <a:cubicBezTo>
                      <a:pt x="7" y="20"/>
                      <a:pt x="5" y="25"/>
                      <a:pt x="3" y="25"/>
                    </a:cubicBezTo>
                    <a:cubicBezTo>
                      <a:pt x="1" y="25"/>
                      <a:pt x="0" y="19"/>
                      <a:pt x="1" y="12"/>
                    </a:cubicBezTo>
                    <a:cubicBezTo>
                      <a:pt x="2" y="5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72" name="Freeform 94">
                <a:extLst>
                  <a:ext uri="{FF2B5EF4-FFF2-40B4-BE49-F238E27FC236}">
                    <a16:creationId xmlns:a16="http://schemas.microsoft.com/office/drawing/2014/main" id="{24BB7BAC-2F6D-4334-BE08-D82AEAFF2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3242"/>
                <a:ext cx="12" cy="40"/>
              </a:xfrm>
              <a:custGeom>
                <a:avLst/>
                <a:gdLst>
                  <a:gd name="T0" fmla="*/ 18 w 8"/>
                  <a:gd name="T1" fmla="*/ 0 h 25"/>
                  <a:gd name="T2" fmla="*/ 26 w 8"/>
                  <a:gd name="T3" fmla="*/ 54 h 25"/>
                  <a:gd name="T4" fmla="*/ 12 w 8"/>
                  <a:gd name="T5" fmla="*/ 102 h 25"/>
                  <a:gd name="T6" fmla="*/ 0 w 8"/>
                  <a:gd name="T7" fmla="*/ 48 h 25"/>
                  <a:gd name="T8" fmla="*/ 18 w 8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5">
                    <a:moveTo>
                      <a:pt x="5" y="0"/>
                    </a:moveTo>
                    <a:cubicBezTo>
                      <a:pt x="7" y="1"/>
                      <a:pt x="8" y="6"/>
                      <a:pt x="7" y="13"/>
                    </a:cubicBezTo>
                    <a:cubicBezTo>
                      <a:pt x="7" y="20"/>
                      <a:pt x="4" y="25"/>
                      <a:pt x="3" y="25"/>
                    </a:cubicBezTo>
                    <a:cubicBezTo>
                      <a:pt x="1" y="25"/>
                      <a:pt x="0" y="19"/>
                      <a:pt x="0" y="12"/>
                    </a:cubicBezTo>
                    <a:cubicBezTo>
                      <a:pt x="1" y="6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73" name="Freeform 95">
                <a:extLst>
                  <a:ext uri="{FF2B5EF4-FFF2-40B4-BE49-F238E27FC236}">
                    <a16:creationId xmlns:a16="http://schemas.microsoft.com/office/drawing/2014/main" id="{3203F965-35E8-4638-996F-5A1937C72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3159"/>
                <a:ext cx="21" cy="88"/>
              </a:xfrm>
              <a:custGeom>
                <a:avLst/>
                <a:gdLst>
                  <a:gd name="T0" fmla="*/ 12 w 14"/>
                  <a:gd name="T1" fmla="*/ 5 h 55"/>
                  <a:gd name="T2" fmla="*/ 41 w 14"/>
                  <a:gd name="T3" fmla="*/ 13 h 55"/>
                  <a:gd name="T4" fmla="*/ 41 w 14"/>
                  <a:gd name="T5" fmla="*/ 67 h 55"/>
                  <a:gd name="T6" fmla="*/ 35 w 14"/>
                  <a:gd name="T7" fmla="*/ 150 h 55"/>
                  <a:gd name="T8" fmla="*/ 32 w 14"/>
                  <a:gd name="T9" fmla="*/ 189 h 55"/>
                  <a:gd name="T10" fmla="*/ 27 w 14"/>
                  <a:gd name="T11" fmla="*/ 226 h 55"/>
                  <a:gd name="T12" fmla="*/ 35 w 14"/>
                  <a:gd name="T13" fmla="*/ 67 h 55"/>
                  <a:gd name="T14" fmla="*/ 26 w 14"/>
                  <a:gd name="T15" fmla="*/ 21 h 55"/>
                  <a:gd name="T16" fmla="*/ 0 w 14"/>
                  <a:gd name="T17" fmla="*/ 8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5">
                    <a:moveTo>
                      <a:pt x="3" y="1"/>
                    </a:moveTo>
                    <a:cubicBezTo>
                      <a:pt x="5" y="2"/>
                      <a:pt x="11" y="0"/>
                      <a:pt x="12" y="3"/>
                    </a:cubicBezTo>
                    <a:cubicBezTo>
                      <a:pt x="14" y="6"/>
                      <a:pt x="12" y="13"/>
                      <a:pt x="12" y="16"/>
                    </a:cubicBezTo>
                    <a:cubicBezTo>
                      <a:pt x="11" y="23"/>
                      <a:pt x="11" y="30"/>
                      <a:pt x="10" y="37"/>
                    </a:cubicBezTo>
                    <a:cubicBezTo>
                      <a:pt x="10" y="40"/>
                      <a:pt x="9" y="43"/>
                      <a:pt x="9" y="46"/>
                    </a:cubicBezTo>
                    <a:cubicBezTo>
                      <a:pt x="9" y="49"/>
                      <a:pt x="9" y="52"/>
                      <a:pt x="8" y="55"/>
                    </a:cubicBezTo>
                    <a:cubicBezTo>
                      <a:pt x="7" y="42"/>
                      <a:pt x="10" y="29"/>
                      <a:pt x="10" y="16"/>
                    </a:cubicBezTo>
                    <a:cubicBezTo>
                      <a:pt x="10" y="12"/>
                      <a:pt x="10" y="7"/>
                      <a:pt x="7" y="5"/>
                    </a:cubicBezTo>
                    <a:cubicBezTo>
                      <a:pt x="5" y="3"/>
                      <a:pt x="3" y="2"/>
                      <a:pt x="0" y="2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74" name="Freeform 96">
                <a:extLst>
                  <a:ext uri="{FF2B5EF4-FFF2-40B4-BE49-F238E27FC236}">
                    <a16:creationId xmlns:a16="http://schemas.microsoft.com/office/drawing/2014/main" id="{79967056-5D72-4F5B-9453-07815EFB3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3224"/>
                <a:ext cx="1" cy="5"/>
              </a:xfrm>
              <a:custGeom>
                <a:avLst/>
                <a:gdLst>
                  <a:gd name="T0" fmla="*/ 0 w 1"/>
                  <a:gd name="T1" fmla="*/ 8 h 3"/>
                  <a:gd name="T2" fmla="*/ 0 w 1"/>
                  <a:gd name="T3" fmla="*/ 13 h 3"/>
                  <a:gd name="T4" fmla="*/ 0 w 1"/>
                  <a:gd name="T5" fmla="*/ 0 h 3"/>
                  <a:gd name="T6" fmla="*/ 0 w 1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75" name="Freeform 97">
                <a:extLst>
                  <a:ext uri="{FF2B5EF4-FFF2-40B4-BE49-F238E27FC236}">
                    <a16:creationId xmlns:a16="http://schemas.microsoft.com/office/drawing/2014/main" id="{B4337F76-2B53-41C2-BDFF-FC137EB2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3229"/>
                <a:ext cx="12" cy="112"/>
              </a:xfrm>
              <a:custGeom>
                <a:avLst/>
                <a:gdLst>
                  <a:gd name="T0" fmla="*/ 14 w 8"/>
                  <a:gd name="T1" fmla="*/ 286 h 70"/>
                  <a:gd name="T2" fmla="*/ 14 w 8"/>
                  <a:gd name="T3" fmla="*/ 251 h 70"/>
                  <a:gd name="T4" fmla="*/ 18 w 8"/>
                  <a:gd name="T5" fmla="*/ 192 h 70"/>
                  <a:gd name="T6" fmla="*/ 26 w 8"/>
                  <a:gd name="T7" fmla="*/ 86 h 70"/>
                  <a:gd name="T8" fmla="*/ 27 w 8"/>
                  <a:gd name="T9" fmla="*/ 34 h 70"/>
                  <a:gd name="T10" fmla="*/ 27 w 8"/>
                  <a:gd name="T11" fmla="*/ 0 h 70"/>
                  <a:gd name="T12" fmla="*/ 5 w 8"/>
                  <a:gd name="T13" fmla="*/ 226 h 70"/>
                  <a:gd name="T14" fmla="*/ 5 w 8"/>
                  <a:gd name="T15" fmla="*/ 286 h 70"/>
                  <a:gd name="T16" fmla="*/ 14 w 8"/>
                  <a:gd name="T17" fmla="*/ 286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70">
                    <a:moveTo>
                      <a:pt x="4" y="70"/>
                    </a:moveTo>
                    <a:cubicBezTo>
                      <a:pt x="3" y="67"/>
                      <a:pt x="4" y="63"/>
                      <a:pt x="4" y="61"/>
                    </a:cubicBezTo>
                    <a:cubicBezTo>
                      <a:pt x="5" y="56"/>
                      <a:pt x="5" y="51"/>
                      <a:pt x="5" y="47"/>
                    </a:cubicBezTo>
                    <a:cubicBezTo>
                      <a:pt x="6" y="38"/>
                      <a:pt x="7" y="29"/>
                      <a:pt x="7" y="21"/>
                    </a:cubicBezTo>
                    <a:cubicBezTo>
                      <a:pt x="7" y="17"/>
                      <a:pt x="7" y="12"/>
                      <a:pt x="8" y="8"/>
                    </a:cubicBezTo>
                    <a:cubicBezTo>
                      <a:pt x="8" y="5"/>
                      <a:pt x="8" y="2"/>
                      <a:pt x="8" y="0"/>
                    </a:cubicBezTo>
                    <a:cubicBezTo>
                      <a:pt x="6" y="19"/>
                      <a:pt x="4" y="36"/>
                      <a:pt x="1" y="55"/>
                    </a:cubicBezTo>
                    <a:cubicBezTo>
                      <a:pt x="1" y="58"/>
                      <a:pt x="0" y="64"/>
                      <a:pt x="1" y="70"/>
                    </a:cubicBezTo>
                    <a:lnTo>
                      <a:pt x="4" y="70"/>
                    </a:ln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76" name="Freeform 98">
                <a:extLst>
                  <a:ext uri="{FF2B5EF4-FFF2-40B4-BE49-F238E27FC236}">
                    <a16:creationId xmlns:a16="http://schemas.microsoft.com/office/drawing/2014/main" id="{A7E16DF2-6075-430D-9C9E-C51D2FC5E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3248"/>
                <a:ext cx="9" cy="34"/>
              </a:xfrm>
              <a:custGeom>
                <a:avLst/>
                <a:gdLst>
                  <a:gd name="T0" fmla="*/ 21 w 6"/>
                  <a:gd name="T1" fmla="*/ 63 h 21"/>
                  <a:gd name="T2" fmla="*/ 12 w 6"/>
                  <a:gd name="T3" fmla="*/ 81 h 21"/>
                  <a:gd name="T4" fmla="*/ 5 w 6"/>
                  <a:gd name="T5" fmla="*/ 26 h 21"/>
                  <a:gd name="T6" fmla="*/ 8 w 6"/>
                  <a:gd name="T7" fmla="*/ 0 h 21"/>
                  <a:gd name="T8" fmla="*/ 0 w 6"/>
                  <a:gd name="T9" fmla="*/ 34 h 21"/>
                  <a:gd name="T10" fmla="*/ 8 w 6"/>
                  <a:gd name="T11" fmla="*/ 89 h 21"/>
                  <a:gd name="T12" fmla="*/ 21 w 6"/>
                  <a:gd name="T13" fmla="*/ 6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1">
                    <a:moveTo>
                      <a:pt x="6" y="15"/>
                    </a:moveTo>
                    <a:cubicBezTo>
                      <a:pt x="5" y="17"/>
                      <a:pt x="4" y="19"/>
                      <a:pt x="3" y="19"/>
                    </a:cubicBezTo>
                    <a:cubicBezTo>
                      <a:pt x="1" y="18"/>
                      <a:pt x="0" y="13"/>
                      <a:pt x="1" y="6"/>
                    </a:cubicBezTo>
                    <a:cubicBezTo>
                      <a:pt x="1" y="4"/>
                      <a:pt x="1" y="2"/>
                      <a:pt x="2" y="0"/>
                    </a:cubicBezTo>
                    <a:cubicBezTo>
                      <a:pt x="1" y="2"/>
                      <a:pt x="0" y="5"/>
                      <a:pt x="0" y="8"/>
                    </a:cubicBezTo>
                    <a:cubicBezTo>
                      <a:pt x="0" y="15"/>
                      <a:pt x="1" y="21"/>
                      <a:pt x="2" y="21"/>
                    </a:cubicBezTo>
                    <a:cubicBezTo>
                      <a:pt x="4" y="21"/>
                      <a:pt x="5" y="18"/>
                      <a:pt x="6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77" name="Freeform 99">
                <a:extLst>
                  <a:ext uri="{FF2B5EF4-FFF2-40B4-BE49-F238E27FC236}">
                    <a16:creationId xmlns:a16="http://schemas.microsoft.com/office/drawing/2014/main" id="{C3857816-22DB-415B-A664-8F586FEAE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3245"/>
                <a:ext cx="7" cy="30"/>
              </a:xfrm>
              <a:custGeom>
                <a:avLst/>
                <a:gdLst>
                  <a:gd name="T0" fmla="*/ 6 w 5"/>
                  <a:gd name="T1" fmla="*/ 8 h 19"/>
                  <a:gd name="T2" fmla="*/ 11 w 5"/>
                  <a:gd name="T3" fmla="*/ 52 h 19"/>
                  <a:gd name="T4" fmla="*/ 8 w 5"/>
                  <a:gd name="T5" fmla="*/ 74 h 19"/>
                  <a:gd name="T6" fmla="*/ 14 w 5"/>
                  <a:gd name="T7" fmla="*/ 43 h 19"/>
                  <a:gd name="T8" fmla="*/ 8 w 5"/>
                  <a:gd name="T9" fmla="*/ 0 h 19"/>
                  <a:gd name="T10" fmla="*/ 0 w 5"/>
                  <a:gd name="T11" fmla="*/ 14 h 19"/>
                  <a:gd name="T12" fmla="*/ 6 w 5"/>
                  <a:gd name="T13" fmla="*/ 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9">
                    <a:moveTo>
                      <a:pt x="2" y="2"/>
                    </a:moveTo>
                    <a:cubicBezTo>
                      <a:pt x="4" y="2"/>
                      <a:pt x="4" y="7"/>
                      <a:pt x="4" y="13"/>
                    </a:cubicBezTo>
                    <a:cubicBezTo>
                      <a:pt x="4" y="15"/>
                      <a:pt x="3" y="17"/>
                      <a:pt x="3" y="19"/>
                    </a:cubicBezTo>
                    <a:cubicBezTo>
                      <a:pt x="4" y="17"/>
                      <a:pt x="4" y="14"/>
                      <a:pt x="5" y="11"/>
                    </a:cubicBezTo>
                    <a:cubicBezTo>
                      <a:pt x="5" y="5"/>
                      <a:pt x="4" y="0"/>
                      <a:pt x="3" y="0"/>
                    </a:cubicBezTo>
                    <a:cubicBezTo>
                      <a:pt x="2" y="0"/>
                      <a:pt x="1" y="2"/>
                      <a:pt x="0" y="4"/>
                    </a:cubicBezTo>
                    <a:cubicBezTo>
                      <a:pt x="1" y="3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78" name="Freeform 100">
                <a:extLst>
                  <a:ext uri="{FF2B5EF4-FFF2-40B4-BE49-F238E27FC236}">
                    <a16:creationId xmlns:a16="http://schemas.microsoft.com/office/drawing/2014/main" id="{AA777652-CAD0-47B5-B31B-46D74E919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3154"/>
                <a:ext cx="48" cy="190"/>
              </a:xfrm>
              <a:custGeom>
                <a:avLst/>
                <a:gdLst>
                  <a:gd name="T0" fmla="*/ 72 w 32"/>
                  <a:gd name="T1" fmla="*/ 484 h 119"/>
                  <a:gd name="T2" fmla="*/ 89 w 32"/>
                  <a:gd name="T3" fmla="*/ 252 h 119"/>
                  <a:gd name="T4" fmla="*/ 107 w 32"/>
                  <a:gd name="T5" fmla="*/ 34 h 119"/>
                  <a:gd name="T6" fmla="*/ 89 w 32"/>
                  <a:gd name="T7" fmla="*/ 5 h 119"/>
                  <a:gd name="T8" fmla="*/ 54 w 32"/>
                  <a:gd name="T9" fmla="*/ 0 h 119"/>
                  <a:gd name="T10" fmla="*/ 35 w 32"/>
                  <a:gd name="T11" fmla="*/ 35 h 119"/>
                  <a:gd name="T12" fmla="*/ 21 w 32"/>
                  <a:gd name="T13" fmla="*/ 212 h 119"/>
                  <a:gd name="T14" fmla="*/ 0 w 32"/>
                  <a:gd name="T15" fmla="*/ 452 h 119"/>
                  <a:gd name="T16" fmla="*/ 0 w 32"/>
                  <a:gd name="T17" fmla="*/ 471 h 119"/>
                  <a:gd name="T18" fmla="*/ 72 w 32"/>
                  <a:gd name="T19" fmla="*/ 484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119">
                    <a:moveTo>
                      <a:pt x="21" y="119"/>
                    </a:moveTo>
                    <a:cubicBezTo>
                      <a:pt x="22" y="107"/>
                      <a:pt x="24" y="73"/>
                      <a:pt x="26" y="62"/>
                    </a:cubicBezTo>
                    <a:cubicBezTo>
                      <a:pt x="27" y="50"/>
                      <a:pt x="31" y="9"/>
                      <a:pt x="31" y="8"/>
                    </a:cubicBezTo>
                    <a:cubicBezTo>
                      <a:pt x="32" y="4"/>
                      <a:pt x="30" y="2"/>
                      <a:pt x="2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0"/>
                      <a:pt x="10" y="4"/>
                      <a:pt x="10" y="9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3"/>
                      <a:pt x="0" y="115"/>
                      <a:pt x="0" y="116"/>
                    </a:cubicBezTo>
                    <a:lnTo>
                      <a:pt x="21" y="11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79" name="Freeform 101">
                <a:extLst>
                  <a:ext uri="{FF2B5EF4-FFF2-40B4-BE49-F238E27FC236}">
                    <a16:creationId xmlns:a16="http://schemas.microsoft.com/office/drawing/2014/main" id="{DE3945BD-F576-46D9-998A-88DCF1503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1955"/>
                <a:ext cx="38" cy="204"/>
              </a:xfrm>
              <a:custGeom>
                <a:avLst/>
                <a:gdLst>
                  <a:gd name="T0" fmla="*/ 88 w 25"/>
                  <a:gd name="T1" fmla="*/ 462 h 128"/>
                  <a:gd name="T2" fmla="*/ 70 w 25"/>
                  <a:gd name="T3" fmla="*/ 518 h 128"/>
                  <a:gd name="T4" fmla="*/ 35 w 25"/>
                  <a:gd name="T5" fmla="*/ 518 h 128"/>
                  <a:gd name="T6" fmla="*/ 14 w 25"/>
                  <a:gd name="T7" fmla="*/ 470 h 128"/>
                  <a:gd name="T8" fmla="*/ 12 w 25"/>
                  <a:gd name="T9" fmla="*/ 343 h 128"/>
                  <a:gd name="T10" fmla="*/ 5 w 25"/>
                  <a:gd name="T11" fmla="*/ 48 h 128"/>
                  <a:gd name="T12" fmla="*/ 18 w 25"/>
                  <a:gd name="T13" fmla="*/ 0 h 128"/>
                  <a:gd name="T14" fmla="*/ 53 w 25"/>
                  <a:gd name="T15" fmla="*/ 0 h 128"/>
                  <a:gd name="T16" fmla="*/ 74 w 25"/>
                  <a:gd name="T17" fmla="*/ 26 h 128"/>
                  <a:gd name="T18" fmla="*/ 76 w 25"/>
                  <a:gd name="T19" fmla="*/ 252 h 128"/>
                  <a:gd name="T20" fmla="*/ 88 w 25"/>
                  <a:gd name="T21" fmla="*/ 462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128">
                    <a:moveTo>
                      <a:pt x="25" y="114"/>
                    </a:moveTo>
                    <a:cubicBezTo>
                      <a:pt x="25" y="126"/>
                      <a:pt x="22" y="127"/>
                      <a:pt x="20" y="128"/>
                    </a:cubicBezTo>
                    <a:cubicBezTo>
                      <a:pt x="10" y="128"/>
                      <a:pt x="10" y="128"/>
                      <a:pt x="10" y="128"/>
                    </a:cubicBezTo>
                    <a:cubicBezTo>
                      <a:pt x="7" y="128"/>
                      <a:pt x="4" y="127"/>
                      <a:pt x="4" y="116"/>
                    </a:cubicBezTo>
                    <a:cubicBezTo>
                      <a:pt x="4" y="116"/>
                      <a:pt x="4" y="110"/>
                      <a:pt x="3" y="85"/>
                    </a:cubicBezTo>
                    <a:cubicBezTo>
                      <a:pt x="2" y="61"/>
                      <a:pt x="1" y="12"/>
                      <a:pt x="1" y="12"/>
                    </a:cubicBezTo>
                    <a:cubicBezTo>
                      <a:pt x="0" y="3"/>
                      <a:pt x="2" y="1"/>
                      <a:pt x="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1" y="3"/>
                      <a:pt x="21" y="6"/>
                    </a:cubicBezTo>
                    <a:cubicBezTo>
                      <a:pt x="21" y="6"/>
                      <a:pt x="21" y="39"/>
                      <a:pt x="22" y="62"/>
                    </a:cubicBezTo>
                    <a:cubicBezTo>
                      <a:pt x="23" y="84"/>
                      <a:pt x="25" y="114"/>
                      <a:pt x="25" y="114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80" name="Freeform 102">
                <a:extLst>
                  <a:ext uri="{FF2B5EF4-FFF2-40B4-BE49-F238E27FC236}">
                    <a16:creationId xmlns:a16="http://schemas.microsoft.com/office/drawing/2014/main" id="{D46036E4-22FF-49B1-B3F5-DCC98D82E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" y="2041"/>
                <a:ext cx="11" cy="40"/>
              </a:xfrm>
              <a:custGeom>
                <a:avLst/>
                <a:gdLst>
                  <a:gd name="T0" fmla="*/ 13 w 7"/>
                  <a:gd name="T1" fmla="*/ 0 h 25"/>
                  <a:gd name="T2" fmla="*/ 27 w 7"/>
                  <a:gd name="T3" fmla="*/ 48 h 25"/>
                  <a:gd name="T4" fmla="*/ 14 w 7"/>
                  <a:gd name="T5" fmla="*/ 102 h 25"/>
                  <a:gd name="T6" fmla="*/ 0 w 7"/>
                  <a:gd name="T7" fmla="*/ 48 h 25"/>
                  <a:gd name="T8" fmla="*/ 13 w 7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5">
                    <a:moveTo>
                      <a:pt x="3" y="0"/>
                    </a:moveTo>
                    <a:cubicBezTo>
                      <a:pt x="5" y="0"/>
                      <a:pt x="7" y="5"/>
                      <a:pt x="7" y="12"/>
                    </a:cubicBezTo>
                    <a:cubicBezTo>
                      <a:pt x="7" y="19"/>
                      <a:pt x="6" y="24"/>
                      <a:pt x="4" y="25"/>
                    </a:cubicBezTo>
                    <a:cubicBezTo>
                      <a:pt x="2" y="25"/>
                      <a:pt x="0" y="19"/>
                      <a:pt x="0" y="12"/>
                    </a:cubicBezTo>
                    <a:cubicBezTo>
                      <a:pt x="0" y="5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81" name="Freeform 103">
                <a:extLst>
                  <a:ext uri="{FF2B5EF4-FFF2-40B4-BE49-F238E27FC236}">
                    <a16:creationId xmlns:a16="http://schemas.microsoft.com/office/drawing/2014/main" id="{3E568B95-48DA-468F-9AB1-D7FF08AB1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036"/>
                <a:ext cx="12" cy="40"/>
              </a:xfrm>
              <a:custGeom>
                <a:avLst/>
                <a:gdLst>
                  <a:gd name="T0" fmla="*/ 14 w 8"/>
                  <a:gd name="T1" fmla="*/ 0 h 25"/>
                  <a:gd name="T2" fmla="*/ 27 w 8"/>
                  <a:gd name="T3" fmla="*/ 48 h 25"/>
                  <a:gd name="T4" fmla="*/ 18 w 8"/>
                  <a:gd name="T5" fmla="*/ 102 h 25"/>
                  <a:gd name="T6" fmla="*/ 5 w 8"/>
                  <a:gd name="T7" fmla="*/ 48 h 25"/>
                  <a:gd name="T8" fmla="*/ 14 w 8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5">
                    <a:moveTo>
                      <a:pt x="4" y="0"/>
                    </a:moveTo>
                    <a:cubicBezTo>
                      <a:pt x="6" y="0"/>
                      <a:pt x="7" y="5"/>
                      <a:pt x="8" y="12"/>
                    </a:cubicBezTo>
                    <a:cubicBezTo>
                      <a:pt x="8" y="19"/>
                      <a:pt x="7" y="25"/>
                      <a:pt x="5" y="25"/>
                    </a:cubicBezTo>
                    <a:cubicBezTo>
                      <a:pt x="3" y="25"/>
                      <a:pt x="1" y="19"/>
                      <a:pt x="1" y="12"/>
                    </a:cubicBezTo>
                    <a:cubicBezTo>
                      <a:pt x="0" y="5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82" name="Freeform 104">
                <a:extLst>
                  <a:ext uri="{FF2B5EF4-FFF2-40B4-BE49-F238E27FC236}">
                    <a16:creationId xmlns:a16="http://schemas.microsoft.com/office/drawing/2014/main" id="{2D3FD1EF-63B1-4F4F-A66F-A376D2F34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" y="2028"/>
                <a:ext cx="24" cy="130"/>
              </a:xfrm>
              <a:custGeom>
                <a:avLst/>
                <a:gdLst>
                  <a:gd name="T0" fmla="*/ 5 w 16"/>
                  <a:gd name="T1" fmla="*/ 0 h 81"/>
                  <a:gd name="T2" fmla="*/ 12 w 16"/>
                  <a:gd name="T3" fmla="*/ 244 h 81"/>
                  <a:gd name="T4" fmla="*/ 18 w 16"/>
                  <a:gd name="T5" fmla="*/ 327 h 81"/>
                  <a:gd name="T6" fmla="*/ 54 w 16"/>
                  <a:gd name="T7" fmla="*/ 323 h 81"/>
                  <a:gd name="T8" fmla="*/ 21 w 16"/>
                  <a:gd name="T9" fmla="*/ 307 h 81"/>
                  <a:gd name="T10" fmla="*/ 18 w 16"/>
                  <a:gd name="T11" fmla="*/ 260 h 81"/>
                  <a:gd name="T12" fmla="*/ 14 w 16"/>
                  <a:gd name="T13" fmla="*/ 204 h 81"/>
                  <a:gd name="T14" fmla="*/ 12 w 16"/>
                  <a:gd name="T15" fmla="*/ 95 h 81"/>
                  <a:gd name="T16" fmla="*/ 8 w 16"/>
                  <a:gd name="T17" fmla="*/ 42 h 81"/>
                  <a:gd name="T18" fmla="*/ 0 w 16"/>
                  <a:gd name="T19" fmla="*/ 5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81">
                    <a:moveTo>
                      <a:pt x="1" y="0"/>
                    </a:moveTo>
                    <a:cubicBezTo>
                      <a:pt x="1" y="20"/>
                      <a:pt x="3" y="40"/>
                      <a:pt x="3" y="59"/>
                    </a:cubicBezTo>
                    <a:cubicBezTo>
                      <a:pt x="3" y="64"/>
                      <a:pt x="2" y="76"/>
                      <a:pt x="5" y="79"/>
                    </a:cubicBezTo>
                    <a:cubicBezTo>
                      <a:pt x="8" y="81"/>
                      <a:pt x="14" y="79"/>
                      <a:pt x="16" y="78"/>
                    </a:cubicBezTo>
                    <a:cubicBezTo>
                      <a:pt x="13" y="78"/>
                      <a:pt x="8" y="78"/>
                      <a:pt x="6" y="74"/>
                    </a:cubicBezTo>
                    <a:cubicBezTo>
                      <a:pt x="5" y="71"/>
                      <a:pt x="5" y="66"/>
                      <a:pt x="5" y="63"/>
                    </a:cubicBezTo>
                    <a:cubicBezTo>
                      <a:pt x="5" y="58"/>
                      <a:pt x="5" y="54"/>
                      <a:pt x="4" y="49"/>
                    </a:cubicBezTo>
                    <a:cubicBezTo>
                      <a:pt x="4" y="40"/>
                      <a:pt x="4" y="32"/>
                      <a:pt x="3" y="23"/>
                    </a:cubicBezTo>
                    <a:cubicBezTo>
                      <a:pt x="3" y="19"/>
                      <a:pt x="2" y="15"/>
                      <a:pt x="2" y="10"/>
                    </a:cubicBezTo>
                    <a:cubicBezTo>
                      <a:pt x="1" y="7"/>
                      <a:pt x="1" y="4"/>
                      <a:pt x="0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83" name="Freeform 105">
                <a:extLst>
                  <a:ext uri="{FF2B5EF4-FFF2-40B4-BE49-F238E27FC236}">
                    <a16:creationId xmlns:a16="http://schemas.microsoft.com/office/drawing/2014/main" id="{D6D4D853-A058-4449-98B9-9FD2D7F34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2043"/>
                <a:ext cx="9" cy="33"/>
              </a:xfrm>
              <a:custGeom>
                <a:avLst/>
                <a:gdLst>
                  <a:gd name="T0" fmla="*/ 21 w 6"/>
                  <a:gd name="T1" fmla="*/ 55 h 21"/>
                  <a:gd name="T2" fmla="*/ 14 w 6"/>
                  <a:gd name="T3" fmla="*/ 74 h 21"/>
                  <a:gd name="T4" fmla="*/ 0 w 6"/>
                  <a:gd name="T5" fmla="*/ 22 h 21"/>
                  <a:gd name="T6" fmla="*/ 0 w 6"/>
                  <a:gd name="T7" fmla="*/ 0 h 21"/>
                  <a:gd name="T8" fmla="*/ 0 w 6"/>
                  <a:gd name="T9" fmla="*/ 35 h 21"/>
                  <a:gd name="T10" fmla="*/ 14 w 6"/>
                  <a:gd name="T11" fmla="*/ 82 h 21"/>
                  <a:gd name="T12" fmla="*/ 21 w 6"/>
                  <a:gd name="T13" fmla="*/ 5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1">
                    <a:moveTo>
                      <a:pt x="6" y="14"/>
                    </a:moveTo>
                    <a:cubicBezTo>
                      <a:pt x="6" y="17"/>
                      <a:pt x="5" y="19"/>
                      <a:pt x="4" y="19"/>
                    </a:cubicBezTo>
                    <a:cubicBezTo>
                      <a:pt x="2" y="19"/>
                      <a:pt x="0" y="13"/>
                      <a:pt x="0" y="6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3"/>
                      <a:pt x="0" y="6"/>
                      <a:pt x="0" y="9"/>
                    </a:cubicBezTo>
                    <a:cubicBezTo>
                      <a:pt x="0" y="15"/>
                      <a:pt x="2" y="21"/>
                      <a:pt x="4" y="21"/>
                    </a:cubicBezTo>
                    <a:cubicBezTo>
                      <a:pt x="5" y="21"/>
                      <a:pt x="6" y="18"/>
                      <a:pt x="6" y="14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84" name="Freeform 106">
                <a:extLst>
                  <a:ext uri="{FF2B5EF4-FFF2-40B4-BE49-F238E27FC236}">
                    <a16:creationId xmlns:a16="http://schemas.microsoft.com/office/drawing/2014/main" id="{686EA36A-B2C9-4E86-9BE7-858BB8181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" y="2039"/>
                <a:ext cx="7" cy="31"/>
              </a:xfrm>
              <a:custGeom>
                <a:avLst/>
                <a:gdLst>
                  <a:gd name="T0" fmla="*/ 6 w 5"/>
                  <a:gd name="T1" fmla="*/ 8 h 19"/>
                  <a:gd name="T2" fmla="*/ 14 w 5"/>
                  <a:gd name="T3" fmla="*/ 54 h 19"/>
                  <a:gd name="T4" fmla="*/ 11 w 5"/>
                  <a:gd name="T5" fmla="*/ 83 h 19"/>
                  <a:gd name="T6" fmla="*/ 14 w 5"/>
                  <a:gd name="T7" fmla="*/ 42 h 19"/>
                  <a:gd name="T8" fmla="*/ 6 w 5"/>
                  <a:gd name="T9" fmla="*/ 0 h 19"/>
                  <a:gd name="T10" fmla="*/ 0 w 5"/>
                  <a:gd name="T11" fmla="*/ 18 h 19"/>
                  <a:gd name="T12" fmla="*/ 6 w 5"/>
                  <a:gd name="T13" fmla="*/ 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9">
                    <a:moveTo>
                      <a:pt x="2" y="2"/>
                    </a:moveTo>
                    <a:cubicBezTo>
                      <a:pt x="3" y="2"/>
                      <a:pt x="4" y="7"/>
                      <a:pt x="5" y="12"/>
                    </a:cubicBezTo>
                    <a:cubicBezTo>
                      <a:pt x="5" y="15"/>
                      <a:pt x="4" y="17"/>
                      <a:pt x="4" y="19"/>
                    </a:cubicBezTo>
                    <a:cubicBezTo>
                      <a:pt x="5" y="17"/>
                      <a:pt x="5" y="14"/>
                      <a:pt x="5" y="10"/>
                    </a:cubicBezTo>
                    <a:cubicBezTo>
                      <a:pt x="5" y="5"/>
                      <a:pt x="3" y="0"/>
                      <a:pt x="2" y="0"/>
                    </a:cubicBezTo>
                    <a:cubicBezTo>
                      <a:pt x="1" y="0"/>
                      <a:pt x="0" y="2"/>
                      <a:pt x="0" y="4"/>
                    </a:cubicBezTo>
                    <a:cubicBezTo>
                      <a:pt x="0" y="3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85" name="Freeform 107">
                <a:extLst>
                  <a:ext uri="{FF2B5EF4-FFF2-40B4-BE49-F238E27FC236}">
                    <a16:creationId xmlns:a16="http://schemas.microsoft.com/office/drawing/2014/main" id="{D1AC791A-DAFB-46EA-88A3-3847C40B9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1955"/>
                <a:ext cx="38" cy="204"/>
              </a:xfrm>
              <a:custGeom>
                <a:avLst/>
                <a:gdLst>
                  <a:gd name="T0" fmla="*/ 88 w 25"/>
                  <a:gd name="T1" fmla="*/ 462 h 128"/>
                  <a:gd name="T2" fmla="*/ 70 w 25"/>
                  <a:gd name="T3" fmla="*/ 518 h 128"/>
                  <a:gd name="T4" fmla="*/ 35 w 25"/>
                  <a:gd name="T5" fmla="*/ 518 h 128"/>
                  <a:gd name="T6" fmla="*/ 14 w 25"/>
                  <a:gd name="T7" fmla="*/ 470 h 128"/>
                  <a:gd name="T8" fmla="*/ 12 w 25"/>
                  <a:gd name="T9" fmla="*/ 343 h 128"/>
                  <a:gd name="T10" fmla="*/ 5 w 25"/>
                  <a:gd name="T11" fmla="*/ 48 h 128"/>
                  <a:gd name="T12" fmla="*/ 18 w 25"/>
                  <a:gd name="T13" fmla="*/ 0 h 128"/>
                  <a:gd name="T14" fmla="*/ 53 w 25"/>
                  <a:gd name="T15" fmla="*/ 0 h 128"/>
                  <a:gd name="T16" fmla="*/ 74 w 25"/>
                  <a:gd name="T17" fmla="*/ 26 h 128"/>
                  <a:gd name="T18" fmla="*/ 76 w 25"/>
                  <a:gd name="T19" fmla="*/ 252 h 128"/>
                  <a:gd name="T20" fmla="*/ 88 w 25"/>
                  <a:gd name="T21" fmla="*/ 462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128">
                    <a:moveTo>
                      <a:pt x="25" y="114"/>
                    </a:moveTo>
                    <a:cubicBezTo>
                      <a:pt x="25" y="126"/>
                      <a:pt x="22" y="127"/>
                      <a:pt x="20" y="128"/>
                    </a:cubicBezTo>
                    <a:cubicBezTo>
                      <a:pt x="10" y="128"/>
                      <a:pt x="10" y="128"/>
                      <a:pt x="10" y="128"/>
                    </a:cubicBezTo>
                    <a:cubicBezTo>
                      <a:pt x="7" y="128"/>
                      <a:pt x="4" y="127"/>
                      <a:pt x="4" y="116"/>
                    </a:cubicBezTo>
                    <a:cubicBezTo>
                      <a:pt x="4" y="116"/>
                      <a:pt x="4" y="110"/>
                      <a:pt x="3" y="85"/>
                    </a:cubicBezTo>
                    <a:cubicBezTo>
                      <a:pt x="2" y="61"/>
                      <a:pt x="1" y="12"/>
                      <a:pt x="1" y="12"/>
                    </a:cubicBezTo>
                    <a:cubicBezTo>
                      <a:pt x="0" y="3"/>
                      <a:pt x="2" y="1"/>
                      <a:pt x="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1" y="3"/>
                      <a:pt x="21" y="6"/>
                    </a:cubicBezTo>
                    <a:cubicBezTo>
                      <a:pt x="21" y="6"/>
                      <a:pt x="21" y="39"/>
                      <a:pt x="22" y="62"/>
                    </a:cubicBezTo>
                    <a:cubicBezTo>
                      <a:pt x="23" y="84"/>
                      <a:pt x="25" y="114"/>
                      <a:pt x="25" y="11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86" name="Freeform 108">
                <a:extLst>
                  <a:ext uri="{FF2B5EF4-FFF2-40B4-BE49-F238E27FC236}">
                    <a16:creationId xmlns:a16="http://schemas.microsoft.com/office/drawing/2014/main" id="{2535812F-4166-48AF-A612-F1972E27F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" y="1099"/>
                <a:ext cx="369" cy="638"/>
              </a:xfrm>
              <a:custGeom>
                <a:avLst/>
                <a:gdLst>
                  <a:gd name="T0" fmla="*/ 0 w 246"/>
                  <a:gd name="T1" fmla="*/ 1631 h 399"/>
                  <a:gd name="T2" fmla="*/ 831 w 246"/>
                  <a:gd name="T3" fmla="*/ 0 h 399"/>
                  <a:gd name="T4" fmla="*/ 0 w 246"/>
                  <a:gd name="T5" fmla="*/ 1631 h 3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6" h="399">
                    <a:moveTo>
                      <a:pt x="0" y="399"/>
                    </a:moveTo>
                    <a:cubicBezTo>
                      <a:pt x="24" y="179"/>
                      <a:pt x="212" y="23"/>
                      <a:pt x="246" y="0"/>
                    </a:cubicBezTo>
                    <a:cubicBezTo>
                      <a:pt x="202" y="35"/>
                      <a:pt x="26" y="208"/>
                      <a:pt x="0" y="399"/>
                    </a:cubicBezTo>
                    <a:close/>
                  </a:path>
                </a:pathLst>
              </a:custGeom>
              <a:solidFill>
                <a:srgbClr val="F9B5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87" name="Freeform 109">
                <a:extLst>
                  <a:ext uri="{FF2B5EF4-FFF2-40B4-BE49-F238E27FC236}">
                    <a16:creationId xmlns:a16="http://schemas.microsoft.com/office/drawing/2014/main" id="{9F6BA9B6-2ADC-4C6E-BF1C-E66D1E44F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2828"/>
                <a:ext cx="91" cy="462"/>
              </a:xfrm>
              <a:custGeom>
                <a:avLst/>
                <a:gdLst>
                  <a:gd name="T0" fmla="*/ 0 w 61"/>
                  <a:gd name="T1" fmla="*/ 0 h 289"/>
                  <a:gd name="T2" fmla="*/ 140 w 61"/>
                  <a:gd name="T3" fmla="*/ 1181 h 289"/>
                  <a:gd name="T4" fmla="*/ 0 w 61"/>
                  <a:gd name="T5" fmla="*/ 0 h 2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89">
                    <a:moveTo>
                      <a:pt x="0" y="0"/>
                    </a:moveTo>
                    <a:cubicBezTo>
                      <a:pt x="29" y="40"/>
                      <a:pt x="59" y="140"/>
                      <a:pt x="42" y="289"/>
                    </a:cubicBezTo>
                    <a:cubicBezTo>
                      <a:pt x="61" y="212"/>
                      <a:pt x="60" y="63"/>
                      <a:pt x="0" y="0"/>
                    </a:cubicBezTo>
                    <a:close/>
                  </a:path>
                </a:pathLst>
              </a:custGeom>
              <a:solidFill>
                <a:srgbClr val="F9B5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88" name="Freeform 110">
                <a:extLst>
                  <a:ext uri="{FF2B5EF4-FFF2-40B4-BE49-F238E27FC236}">
                    <a16:creationId xmlns:a16="http://schemas.microsoft.com/office/drawing/2014/main" id="{077CE037-D120-4B68-9B96-B7B49AAAC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1254"/>
                <a:ext cx="384" cy="1529"/>
              </a:xfrm>
              <a:custGeom>
                <a:avLst/>
                <a:gdLst>
                  <a:gd name="T0" fmla="*/ 851 w 256"/>
                  <a:gd name="T1" fmla="*/ 0 h 956"/>
                  <a:gd name="T2" fmla="*/ 147 w 256"/>
                  <a:gd name="T3" fmla="*/ 1993 h 956"/>
                  <a:gd name="T4" fmla="*/ 359 w 256"/>
                  <a:gd name="T5" fmla="*/ 2978 h 956"/>
                  <a:gd name="T6" fmla="*/ 783 w 256"/>
                  <a:gd name="T7" fmla="*/ 3910 h 956"/>
                  <a:gd name="T8" fmla="*/ 210 w 256"/>
                  <a:gd name="T9" fmla="*/ 2711 h 956"/>
                  <a:gd name="T10" fmla="*/ 318 w 256"/>
                  <a:gd name="T11" fmla="*/ 704 h 956"/>
                  <a:gd name="T12" fmla="*/ 864 w 256"/>
                  <a:gd name="T13" fmla="*/ 0 h 9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6" h="956">
                    <a:moveTo>
                      <a:pt x="252" y="0"/>
                    </a:moveTo>
                    <a:cubicBezTo>
                      <a:pt x="176" y="72"/>
                      <a:pt x="31" y="184"/>
                      <a:pt x="43" y="487"/>
                    </a:cubicBezTo>
                    <a:cubicBezTo>
                      <a:pt x="45" y="592"/>
                      <a:pt x="72" y="661"/>
                      <a:pt x="106" y="728"/>
                    </a:cubicBezTo>
                    <a:cubicBezTo>
                      <a:pt x="150" y="819"/>
                      <a:pt x="207" y="895"/>
                      <a:pt x="232" y="956"/>
                    </a:cubicBezTo>
                    <a:cubicBezTo>
                      <a:pt x="196" y="882"/>
                      <a:pt x="110" y="796"/>
                      <a:pt x="62" y="663"/>
                    </a:cubicBezTo>
                    <a:cubicBezTo>
                      <a:pt x="14" y="530"/>
                      <a:pt x="0" y="299"/>
                      <a:pt x="94" y="172"/>
                    </a:cubicBezTo>
                    <a:cubicBezTo>
                      <a:pt x="187" y="46"/>
                      <a:pt x="256" y="0"/>
                      <a:pt x="256" y="0"/>
                    </a:cubicBezTo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89" name="Freeform 111">
                <a:extLst>
                  <a:ext uri="{FF2B5EF4-FFF2-40B4-BE49-F238E27FC236}">
                    <a16:creationId xmlns:a16="http://schemas.microsoft.com/office/drawing/2014/main" id="{58AD35F2-7DEB-4D2A-B2EF-1DE1D3B76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1214"/>
                <a:ext cx="162" cy="165"/>
              </a:xfrm>
              <a:custGeom>
                <a:avLst/>
                <a:gdLst>
                  <a:gd name="T0" fmla="*/ 12 w 108"/>
                  <a:gd name="T1" fmla="*/ 383 h 103"/>
                  <a:gd name="T2" fmla="*/ 21 w 108"/>
                  <a:gd name="T3" fmla="*/ 333 h 103"/>
                  <a:gd name="T4" fmla="*/ 194 w 108"/>
                  <a:gd name="T5" fmla="*/ 139 h 103"/>
                  <a:gd name="T6" fmla="*/ 288 w 108"/>
                  <a:gd name="T7" fmla="*/ 21 h 103"/>
                  <a:gd name="T8" fmla="*/ 336 w 108"/>
                  <a:gd name="T9" fmla="*/ 16 h 103"/>
                  <a:gd name="T10" fmla="*/ 356 w 108"/>
                  <a:gd name="T11" fmla="*/ 42 h 103"/>
                  <a:gd name="T12" fmla="*/ 336 w 108"/>
                  <a:gd name="T13" fmla="*/ 98 h 103"/>
                  <a:gd name="T14" fmla="*/ 149 w 108"/>
                  <a:gd name="T15" fmla="*/ 312 h 103"/>
                  <a:gd name="T16" fmla="*/ 80 w 108"/>
                  <a:gd name="T17" fmla="*/ 389 h 103"/>
                  <a:gd name="T18" fmla="*/ 39 w 108"/>
                  <a:gd name="T19" fmla="*/ 410 h 103"/>
                  <a:gd name="T20" fmla="*/ 12 w 108"/>
                  <a:gd name="T21" fmla="*/ 383 h 1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8" h="103">
                    <a:moveTo>
                      <a:pt x="3" y="93"/>
                    </a:moveTo>
                    <a:cubicBezTo>
                      <a:pt x="0" y="90"/>
                      <a:pt x="1" y="85"/>
                      <a:pt x="6" y="81"/>
                    </a:cubicBezTo>
                    <a:cubicBezTo>
                      <a:pt x="6" y="81"/>
                      <a:pt x="45" y="44"/>
                      <a:pt x="57" y="34"/>
                    </a:cubicBezTo>
                    <a:cubicBezTo>
                      <a:pt x="68" y="23"/>
                      <a:pt x="85" y="5"/>
                      <a:pt x="85" y="5"/>
                    </a:cubicBezTo>
                    <a:cubicBezTo>
                      <a:pt x="90" y="1"/>
                      <a:pt x="95" y="0"/>
                      <a:pt x="99" y="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8" y="13"/>
                      <a:pt x="106" y="18"/>
                      <a:pt x="99" y="24"/>
                    </a:cubicBezTo>
                    <a:cubicBezTo>
                      <a:pt x="99" y="24"/>
                      <a:pt x="58" y="63"/>
                      <a:pt x="44" y="76"/>
                    </a:cubicBezTo>
                    <a:cubicBezTo>
                      <a:pt x="30" y="89"/>
                      <a:pt x="23" y="95"/>
                      <a:pt x="23" y="95"/>
                    </a:cubicBezTo>
                    <a:cubicBezTo>
                      <a:pt x="19" y="100"/>
                      <a:pt x="13" y="103"/>
                      <a:pt x="11" y="100"/>
                    </a:cubicBezTo>
                    <a:lnTo>
                      <a:pt x="3" y="9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0" name="Freeform 112">
                <a:extLst>
                  <a:ext uri="{FF2B5EF4-FFF2-40B4-BE49-F238E27FC236}">
                    <a16:creationId xmlns:a16="http://schemas.microsoft.com/office/drawing/2014/main" id="{33562332-8E30-4179-92B0-D522097EE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1358"/>
                <a:ext cx="137" cy="189"/>
              </a:xfrm>
              <a:custGeom>
                <a:avLst/>
                <a:gdLst>
                  <a:gd name="T0" fmla="*/ 13 w 92"/>
                  <a:gd name="T1" fmla="*/ 452 h 118"/>
                  <a:gd name="T2" fmla="*/ 19 w 92"/>
                  <a:gd name="T3" fmla="*/ 389 h 118"/>
                  <a:gd name="T4" fmla="*/ 80 w 92"/>
                  <a:gd name="T5" fmla="*/ 287 h 118"/>
                  <a:gd name="T6" fmla="*/ 222 w 92"/>
                  <a:gd name="T7" fmla="*/ 42 h 118"/>
                  <a:gd name="T8" fmla="*/ 262 w 92"/>
                  <a:gd name="T9" fmla="*/ 13 h 118"/>
                  <a:gd name="T10" fmla="*/ 289 w 92"/>
                  <a:gd name="T11" fmla="*/ 34 h 118"/>
                  <a:gd name="T12" fmla="*/ 295 w 92"/>
                  <a:gd name="T13" fmla="*/ 77 h 118"/>
                  <a:gd name="T14" fmla="*/ 185 w 92"/>
                  <a:gd name="T15" fmla="*/ 264 h 118"/>
                  <a:gd name="T16" fmla="*/ 86 w 92"/>
                  <a:gd name="T17" fmla="*/ 439 h 118"/>
                  <a:gd name="T18" fmla="*/ 40 w 92"/>
                  <a:gd name="T19" fmla="*/ 473 h 118"/>
                  <a:gd name="T20" fmla="*/ 13 w 92"/>
                  <a:gd name="T21" fmla="*/ 452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2" h="118">
                    <a:moveTo>
                      <a:pt x="4" y="110"/>
                    </a:moveTo>
                    <a:cubicBezTo>
                      <a:pt x="1" y="108"/>
                      <a:pt x="0" y="104"/>
                      <a:pt x="6" y="95"/>
                    </a:cubicBezTo>
                    <a:cubicBezTo>
                      <a:pt x="6" y="95"/>
                      <a:pt x="10" y="90"/>
                      <a:pt x="24" y="70"/>
                    </a:cubicBezTo>
                    <a:cubicBezTo>
                      <a:pt x="39" y="49"/>
                      <a:pt x="67" y="10"/>
                      <a:pt x="67" y="10"/>
                    </a:cubicBezTo>
                    <a:cubicBezTo>
                      <a:pt x="73" y="2"/>
                      <a:pt x="76" y="0"/>
                      <a:pt x="79" y="3"/>
                    </a:cubicBezTo>
                    <a:cubicBezTo>
                      <a:pt x="87" y="8"/>
                      <a:pt x="87" y="8"/>
                      <a:pt x="87" y="8"/>
                    </a:cubicBezTo>
                    <a:cubicBezTo>
                      <a:pt x="91" y="11"/>
                      <a:pt x="92" y="14"/>
                      <a:pt x="89" y="19"/>
                    </a:cubicBezTo>
                    <a:cubicBezTo>
                      <a:pt x="89" y="19"/>
                      <a:pt x="69" y="45"/>
                      <a:pt x="56" y="64"/>
                    </a:cubicBezTo>
                    <a:cubicBezTo>
                      <a:pt x="43" y="82"/>
                      <a:pt x="26" y="107"/>
                      <a:pt x="26" y="107"/>
                    </a:cubicBezTo>
                    <a:cubicBezTo>
                      <a:pt x="19" y="117"/>
                      <a:pt x="15" y="118"/>
                      <a:pt x="12" y="115"/>
                    </a:cubicBezTo>
                    <a:lnTo>
                      <a:pt x="4" y="11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1" name="Freeform 113">
                <a:extLst>
                  <a:ext uri="{FF2B5EF4-FFF2-40B4-BE49-F238E27FC236}">
                    <a16:creationId xmlns:a16="http://schemas.microsoft.com/office/drawing/2014/main" id="{647524D8-F913-4A94-A268-72D844C41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110"/>
                <a:ext cx="159" cy="123"/>
              </a:xfrm>
              <a:custGeom>
                <a:avLst/>
                <a:gdLst>
                  <a:gd name="T0" fmla="*/ 309 w 106"/>
                  <a:gd name="T1" fmla="*/ 0 h 77"/>
                  <a:gd name="T2" fmla="*/ 216 w 106"/>
                  <a:gd name="T3" fmla="*/ 73 h 77"/>
                  <a:gd name="T4" fmla="*/ 48 w 106"/>
                  <a:gd name="T5" fmla="*/ 200 h 77"/>
                  <a:gd name="T6" fmla="*/ 12 w 106"/>
                  <a:gd name="T7" fmla="*/ 260 h 77"/>
                  <a:gd name="T8" fmla="*/ 27 w 106"/>
                  <a:gd name="T9" fmla="*/ 299 h 77"/>
                  <a:gd name="T10" fmla="*/ 66 w 106"/>
                  <a:gd name="T11" fmla="*/ 300 h 77"/>
                  <a:gd name="T12" fmla="*/ 234 w 106"/>
                  <a:gd name="T13" fmla="*/ 166 h 77"/>
                  <a:gd name="T14" fmla="*/ 359 w 106"/>
                  <a:gd name="T15" fmla="*/ 77 h 77"/>
                  <a:gd name="T16" fmla="*/ 309 w 106"/>
                  <a:gd name="T17" fmla="*/ 0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6" h="77">
                    <a:moveTo>
                      <a:pt x="91" y="0"/>
                    </a:moveTo>
                    <a:cubicBezTo>
                      <a:pt x="64" y="18"/>
                      <a:pt x="64" y="18"/>
                      <a:pt x="64" y="18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0" y="58"/>
                      <a:pt x="1" y="61"/>
                      <a:pt x="3" y="64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10" y="76"/>
                      <a:pt x="14" y="77"/>
                      <a:pt x="19" y="74"/>
                    </a:cubicBezTo>
                    <a:cubicBezTo>
                      <a:pt x="19" y="74"/>
                      <a:pt x="59" y="48"/>
                      <a:pt x="69" y="41"/>
                    </a:cubicBezTo>
                    <a:cubicBezTo>
                      <a:pt x="76" y="37"/>
                      <a:pt x="94" y="26"/>
                      <a:pt x="106" y="19"/>
                    </a:cubicBezTo>
                    <a:lnTo>
                      <a:pt x="91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2" name="Freeform 114">
                <a:extLst>
                  <a:ext uri="{FF2B5EF4-FFF2-40B4-BE49-F238E27FC236}">
                    <a16:creationId xmlns:a16="http://schemas.microsoft.com/office/drawing/2014/main" id="{9735D774-A329-4EF9-A8F1-96AEF36DD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1536"/>
                <a:ext cx="109" cy="204"/>
              </a:xfrm>
              <a:custGeom>
                <a:avLst/>
                <a:gdLst>
                  <a:gd name="T0" fmla="*/ 222 w 73"/>
                  <a:gd name="T1" fmla="*/ 26 h 128"/>
                  <a:gd name="T2" fmla="*/ 221 w 73"/>
                  <a:gd name="T3" fmla="*/ 102 h 128"/>
                  <a:gd name="T4" fmla="*/ 140 w 73"/>
                  <a:gd name="T5" fmla="*/ 320 h 128"/>
                  <a:gd name="T6" fmla="*/ 87 w 73"/>
                  <a:gd name="T7" fmla="*/ 472 h 128"/>
                  <a:gd name="T8" fmla="*/ 49 w 73"/>
                  <a:gd name="T9" fmla="*/ 510 h 128"/>
                  <a:gd name="T10" fmla="*/ 19 w 73"/>
                  <a:gd name="T11" fmla="*/ 492 h 128"/>
                  <a:gd name="T12" fmla="*/ 9 w 73"/>
                  <a:gd name="T13" fmla="*/ 454 h 128"/>
                  <a:gd name="T14" fmla="*/ 81 w 73"/>
                  <a:gd name="T15" fmla="*/ 239 h 128"/>
                  <a:gd name="T16" fmla="*/ 161 w 73"/>
                  <a:gd name="T17" fmla="*/ 29 h 128"/>
                  <a:gd name="T18" fmla="*/ 194 w 73"/>
                  <a:gd name="T19" fmla="*/ 8 h 128"/>
                  <a:gd name="T20" fmla="*/ 222 w 73"/>
                  <a:gd name="T21" fmla="*/ 26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128">
                    <a:moveTo>
                      <a:pt x="67" y="6"/>
                    </a:moveTo>
                    <a:cubicBezTo>
                      <a:pt x="70" y="7"/>
                      <a:pt x="73" y="10"/>
                      <a:pt x="66" y="25"/>
                    </a:cubicBezTo>
                    <a:cubicBezTo>
                      <a:pt x="42" y="79"/>
                      <a:pt x="42" y="79"/>
                      <a:pt x="42" y="79"/>
                    </a:cubicBezTo>
                    <a:cubicBezTo>
                      <a:pt x="26" y="117"/>
                      <a:pt x="26" y="117"/>
                      <a:pt x="26" y="117"/>
                    </a:cubicBezTo>
                    <a:cubicBezTo>
                      <a:pt x="23" y="124"/>
                      <a:pt x="19" y="128"/>
                      <a:pt x="15" y="126"/>
                    </a:cubicBezTo>
                    <a:cubicBezTo>
                      <a:pt x="6" y="122"/>
                      <a:pt x="6" y="122"/>
                      <a:pt x="6" y="122"/>
                    </a:cubicBezTo>
                    <a:cubicBezTo>
                      <a:pt x="2" y="121"/>
                      <a:pt x="0" y="118"/>
                      <a:pt x="3" y="112"/>
                    </a:cubicBezTo>
                    <a:cubicBezTo>
                      <a:pt x="3" y="112"/>
                      <a:pt x="19" y="70"/>
                      <a:pt x="24" y="59"/>
                    </a:cubicBezTo>
                    <a:cubicBezTo>
                      <a:pt x="29" y="47"/>
                      <a:pt x="48" y="7"/>
                      <a:pt x="48" y="7"/>
                    </a:cubicBezTo>
                    <a:cubicBezTo>
                      <a:pt x="51" y="1"/>
                      <a:pt x="54" y="0"/>
                      <a:pt x="58" y="2"/>
                    </a:cubicBezTo>
                    <a:lnTo>
                      <a:pt x="67" y="6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3" name="Freeform 115">
                <a:extLst>
                  <a:ext uri="{FF2B5EF4-FFF2-40B4-BE49-F238E27FC236}">
                    <a16:creationId xmlns:a16="http://schemas.microsoft.com/office/drawing/2014/main" id="{B1104AAA-5E9A-4967-A2BC-EB2A4CCFE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1736"/>
                <a:ext cx="55" cy="211"/>
              </a:xfrm>
              <a:custGeom>
                <a:avLst/>
                <a:gdLst>
                  <a:gd name="T0" fmla="*/ 100 w 37"/>
                  <a:gd name="T1" fmla="*/ 5 h 132"/>
                  <a:gd name="T2" fmla="*/ 114 w 37"/>
                  <a:gd name="T3" fmla="*/ 82 h 132"/>
                  <a:gd name="T4" fmla="*/ 92 w 37"/>
                  <a:gd name="T5" fmla="*/ 320 h 132"/>
                  <a:gd name="T6" fmla="*/ 82 w 37"/>
                  <a:gd name="T7" fmla="*/ 486 h 132"/>
                  <a:gd name="T8" fmla="*/ 55 w 37"/>
                  <a:gd name="T9" fmla="*/ 539 h 132"/>
                  <a:gd name="T10" fmla="*/ 22 w 37"/>
                  <a:gd name="T11" fmla="*/ 534 h 132"/>
                  <a:gd name="T12" fmla="*/ 1 w 37"/>
                  <a:gd name="T13" fmla="*/ 499 h 132"/>
                  <a:gd name="T14" fmla="*/ 15 w 37"/>
                  <a:gd name="T15" fmla="*/ 265 h 132"/>
                  <a:gd name="T16" fmla="*/ 40 w 37"/>
                  <a:gd name="T17" fmla="*/ 34 h 132"/>
                  <a:gd name="T18" fmla="*/ 67 w 37"/>
                  <a:gd name="T19" fmla="*/ 0 h 132"/>
                  <a:gd name="T20" fmla="*/ 100 w 37"/>
                  <a:gd name="T21" fmla="*/ 5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32">
                    <a:moveTo>
                      <a:pt x="30" y="1"/>
                    </a:moveTo>
                    <a:cubicBezTo>
                      <a:pt x="34" y="2"/>
                      <a:pt x="37" y="4"/>
                      <a:pt x="35" y="20"/>
                    </a:cubicBezTo>
                    <a:cubicBezTo>
                      <a:pt x="28" y="78"/>
                      <a:pt x="28" y="78"/>
                      <a:pt x="28" y="78"/>
                    </a:cubicBezTo>
                    <a:cubicBezTo>
                      <a:pt x="25" y="119"/>
                      <a:pt x="25" y="119"/>
                      <a:pt x="25" y="119"/>
                    </a:cubicBezTo>
                    <a:cubicBezTo>
                      <a:pt x="24" y="127"/>
                      <a:pt x="20" y="132"/>
                      <a:pt x="17" y="132"/>
                    </a:cubicBezTo>
                    <a:cubicBezTo>
                      <a:pt x="7" y="131"/>
                      <a:pt x="7" y="131"/>
                      <a:pt x="7" y="131"/>
                    </a:cubicBezTo>
                    <a:cubicBezTo>
                      <a:pt x="3" y="130"/>
                      <a:pt x="0" y="128"/>
                      <a:pt x="1" y="122"/>
                    </a:cubicBezTo>
                    <a:cubicBezTo>
                      <a:pt x="1" y="122"/>
                      <a:pt x="4" y="77"/>
                      <a:pt x="5" y="65"/>
                    </a:cubicBezTo>
                    <a:cubicBezTo>
                      <a:pt x="6" y="52"/>
                      <a:pt x="12" y="8"/>
                      <a:pt x="12" y="8"/>
                    </a:cubicBezTo>
                    <a:cubicBezTo>
                      <a:pt x="13" y="2"/>
                      <a:pt x="16" y="0"/>
                      <a:pt x="20" y="0"/>
                    </a:cubicBezTo>
                    <a:lnTo>
                      <a:pt x="30" y="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4" name="Freeform 116">
                <a:extLst>
                  <a:ext uri="{FF2B5EF4-FFF2-40B4-BE49-F238E27FC236}">
                    <a16:creationId xmlns:a16="http://schemas.microsoft.com/office/drawing/2014/main" id="{ABD367F0-8CC1-4581-83C5-C402B145B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1019"/>
                <a:ext cx="154" cy="159"/>
              </a:xfrm>
              <a:custGeom>
                <a:avLst/>
                <a:gdLst>
                  <a:gd name="T0" fmla="*/ 321 w 103"/>
                  <a:gd name="T1" fmla="*/ 90 h 99"/>
                  <a:gd name="T2" fmla="*/ 141 w 103"/>
                  <a:gd name="T3" fmla="*/ 302 h 99"/>
                  <a:gd name="T4" fmla="*/ 69 w 103"/>
                  <a:gd name="T5" fmla="*/ 384 h 99"/>
                  <a:gd name="T6" fmla="*/ 33 w 103"/>
                  <a:gd name="T7" fmla="*/ 403 h 99"/>
                  <a:gd name="T8" fmla="*/ 6 w 103"/>
                  <a:gd name="T9" fmla="*/ 374 h 99"/>
                  <a:gd name="T10" fmla="*/ 13 w 103"/>
                  <a:gd name="T11" fmla="*/ 331 h 99"/>
                  <a:gd name="T12" fmla="*/ 188 w 103"/>
                  <a:gd name="T13" fmla="*/ 137 h 99"/>
                  <a:gd name="T14" fmla="*/ 281 w 103"/>
                  <a:gd name="T15" fmla="*/ 21 h 99"/>
                  <a:gd name="T16" fmla="*/ 321 w 103"/>
                  <a:gd name="T17" fmla="*/ 13 h 99"/>
                  <a:gd name="T18" fmla="*/ 342 w 103"/>
                  <a:gd name="T19" fmla="*/ 42 h 99"/>
                  <a:gd name="T20" fmla="*/ 344 w 103"/>
                  <a:gd name="T21" fmla="*/ 56 h 99"/>
                  <a:gd name="T22" fmla="*/ 321 w 103"/>
                  <a:gd name="T23" fmla="*/ 90 h 99"/>
                  <a:gd name="T24" fmla="*/ 321 w 103"/>
                  <a:gd name="T25" fmla="*/ 90 h 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99">
                    <a:moveTo>
                      <a:pt x="96" y="22"/>
                    </a:moveTo>
                    <a:cubicBezTo>
                      <a:pt x="96" y="22"/>
                      <a:pt x="55" y="60"/>
                      <a:pt x="42" y="73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17" y="96"/>
                      <a:pt x="12" y="99"/>
                      <a:pt x="10" y="97"/>
                    </a:cubicBezTo>
                    <a:cubicBezTo>
                      <a:pt x="10" y="97"/>
                      <a:pt x="2" y="90"/>
                      <a:pt x="2" y="90"/>
                    </a:cubicBezTo>
                    <a:cubicBezTo>
                      <a:pt x="0" y="87"/>
                      <a:pt x="1" y="84"/>
                      <a:pt x="4" y="80"/>
                    </a:cubicBezTo>
                    <a:cubicBezTo>
                      <a:pt x="5" y="80"/>
                      <a:pt x="44" y="43"/>
                      <a:pt x="56" y="33"/>
                    </a:cubicBezTo>
                    <a:cubicBezTo>
                      <a:pt x="67" y="22"/>
                      <a:pt x="83" y="5"/>
                      <a:pt x="84" y="5"/>
                    </a:cubicBezTo>
                    <a:cubicBezTo>
                      <a:pt x="88" y="1"/>
                      <a:pt x="93" y="0"/>
                      <a:pt x="96" y="3"/>
                    </a:cubicBezTo>
                    <a:cubicBezTo>
                      <a:pt x="102" y="10"/>
                      <a:pt x="102" y="10"/>
                      <a:pt x="102" y="10"/>
                    </a:cubicBezTo>
                    <a:cubicBezTo>
                      <a:pt x="103" y="11"/>
                      <a:pt x="103" y="12"/>
                      <a:pt x="103" y="14"/>
                    </a:cubicBezTo>
                    <a:cubicBezTo>
                      <a:pt x="102" y="16"/>
                      <a:pt x="100" y="18"/>
                      <a:pt x="96" y="22"/>
                    </a:cubicBezTo>
                    <a:cubicBezTo>
                      <a:pt x="96" y="22"/>
                      <a:pt x="96" y="22"/>
                      <a:pt x="96" y="2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5" name="Freeform 117">
                <a:extLst>
                  <a:ext uri="{FF2B5EF4-FFF2-40B4-BE49-F238E27FC236}">
                    <a16:creationId xmlns:a16="http://schemas.microsoft.com/office/drawing/2014/main" id="{2B3F8426-2932-46D8-B2C3-9632E23E6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" y="1166"/>
                <a:ext cx="147" cy="173"/>
              </a:xfrm>
              <a:custGeom>
                <a:avLst/>
                <a:gdLst>
                  <a:gd name="T0" fmla="*/ 81 w 98"/>
                  <a:gd name="T1" fmla="*/ 408 h 108"/>
                  <a:gd name="T2" fmla="*/ 39 w 98"/>
                  <a:gd name="T3" fmla="*/ 431 h 108"/>
                  <a:gd name="T4" fmla="*/ 14 w 98"/>
                  <a:gd name="T5" fmla="*/ 408 h 108"/>
                  <a:gd name="T6" fmla="*/ 26 w 98"/>
                  <a:gd name="T7" fmla="*/ 354 h 108"/>
                  <a:gd name="T8" fmla="*/ 95 w 98"/>
                  <a:gd name="T9" fmla="*/ 260 h 108"/>
                  <a:gd name="T10" fmla="*/ 257 w 98"/>
                  <a:gd name="T11" fmla="*/ 29 h 108"/>
                  <a:gd name="T12" fmla="*/ 296 w 98"/>
                  <a:gd name="T13" fmla="*/ 8 h 108"/>
                  <a:gd name="T14" fmla="*/ 318 w 98"/>
                  <a:gd name="T15" fmla="*/ 34 h 108"/>
                  <a:gd name="T16" fmla="*/ 323 w 98"/>
                  <a:gd name="T17" fmla="*/ 67 h 108"/>
                  <a:gd name="T18" fmla="*/ 197 w 98"/>
                  <a:gd name="T19" fmla="*/ 239 h 108"/>
                  <a:gd name="T20" fmla="*/ 81 w 98"/>
                  <a:gd name="T21" fmla="*/ 408 h 1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108">
                    <a:moveTo>
                      <a:pt x="24" y="99"/>
                    </a:moveTo>
                    <a:cubicBezTo>
                      <a:pt x="17" y="108"/>
                      <a:pt x="14" y="107"/>
                      <a:pt x="11" y="105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2" y="97"/>
                      <a:pt x="0" y="94"/>
                      <a:pt x="7" y="86"/>
                    </a:cubicBezTo>
                    <a:cubicBezTo>
                      <a:pt x="8" y="86"/>
                      <a:pt x="12" y="82"/>
                      <a:pt x="28" y="63"/>
                    </a:cubicBezTo>
                    <a:cubicBezTo>
                      <a:pt x="44" y="44"/>
                      <a:pt x="75" y="7"/>
                      <a:pt x="76" y="7"/>
                    </a:cubicBezTo>
                    <a:cubicBezTo>
                      <a:pt x="82" y="0"/>
                      <a:pt x="84" y="0"/>
                      <a:pt x="87" y="2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98" y="12"/>
                      <a:pt x="97" y="14"/>
                      <a:pt x="95" y="16"/>
                    </a:cubicBezTo>
                    <a:cubicBezTo>
                      <a:pt x="95" y="17"/>
                      <a:pt x="72" y="41"/>
                      <a:pt x="58" y="58"/>
                    </a:cubicBezTo>
                    <a:cubicBezTo>
                      <a:pt x="43" y="75"/>
                      <a:pt x="24" y="99"/>
                      <a:pt x="24" y="99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6" name="Freeform 118">
                <a:extLst>
                  <a:ext uri="{FF2B5EF4-FFF2-40B4-BE49-F238E27FC236}">
                    <a16:creationId xmlns:a16="http://schemas.microsoft.com/office/drawing/2014/main" id="{7084DA15-EFC6-423A-A207-58D102CC0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083"/>
                <a:ext cx="32" cy="32"/>
              </a:xfrm>
              <a:custGeom>
                <a:avLst/>
                <a:gdLst>
                  <a:gd name="T0" fmla="*/ 67 w 21"/>
                  <a:gd name="T1" fmla="*/ 5 h 20"/>
                  <a:gd name="T2" fmla="*/ 46 w 21"/>
                  <a:gd name="T3" fmla="*/ 48 h 20"/>
                  <a:gd name="T4" fmla="*/ 5 w 21"/>
                  <a:gd name="T5" fmla="*/ 74 h 20"/>
                  <a:gd name="T6" fmla="*/ 27 w 21"/>
                  <a:gd name="T7" fmla="*/ 29 h 20"/>
                  <a:gd name="T8" fmla="*/ 67 w 21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9" y="1"/>
                    </a:moveTo>
                    <a:cubicBezTo>
                      <a:pt x="21" y="3"/>
                      <a:pt x="18" y="8"/>
                      <a:pt x="13" y="12"/>
                    </a:cubicBezTo>
                    <a:cubicBezTo>
                      <a:pt x="8" y="17"/>
                      <a:pt x="2" y="20"/>
                      <a:pt x="1" y="18"/>
                    </a:cubicBezTo>
                    <a:cubicBezTo>
                      <a:pt x="0" y="17"/>
                      <a:pt x="3" y="12"/>
                      <a:pt x="8" y="7"/>
                    </a:cubicBezTo>
                    <a:cubicBezTo>
                      <a:pt x="13" y="3"/>
                      <a:pt x="18" y="0"/>
                      <a:pt x="19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7" name="Freeform 119">
                <a:extLst>
                  <a:ext uri="{FF2B5EF4-FFF2-40B4-BE49-F238E27FC236}">
                    <a16:creationId xmlns:a16="http://schemas.microsoft.com/office/drawing/2014/main" id="{978C7EB2-16B6-4BE0-8402-7AE3C59AB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1237"/>
                <a:ext cx="29" cy="33"/>
              </a:xfrm>
              <a:custGeom>
                <a:avLst/>
                <a:gdLst>
                  <a:gd name="T0" fmla="*/ 63 w 19"/>
                  <a:gd name="T1" fmla="*/ 5 h 21"/>
                  <a:gd name="T2" fmla="*/ 47 w 19"/>
                  <a:gd name="T3" fmla="*/ 49 h 21"/>
                  <a:gd name="T4" fmla="*/ 8 w 19"/>
                  <a:gd name="T5" fmla="*/ 77 h 21"/>
                  <a:gd name="T6" fmla="*/ 26 w 19"/>
                  <a:gd name="T7" fmla="*/ 31 h 21"/>
                  <a:gd name="T8" fmla="*/ 63 w 19"/>
                  <a:gd name="T9" fmla="*/ 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8" y="1"/>
                    </a:moveTo>
                    <a:cubicBezTo>
                      <a:pt x="19" y="2"/>
                      <a:pt x="17" y="7"/>
                      <a:pt x="13" y="13"/>
                    </a:cubicBezTo>
                    <a:cubicBezTo>
                      <a:pt x="8" y="18"/>
                      <a:pt x="3" y="21"/>
                      <a:pt x="2" y="20"/>
                    </a:cubicBezTo>
                    <a:cubicBezTo>
                      <a:pt x="0" y="19"/>
                      <a:pt x="3" y="13"/>
                      <a:pt x="7" y="8"/>
                    </a:cubicBezTo>
                    <a:cubicBezTo>
                      <a:pt x="12" y="3"/>
                      <a:pt x="16" y="0"/>
                      <a:pt x="18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8" name="Freeform 120">
                <a:extLst>
                  <a:ext uri="{FF2B5EF4-FFF2-40B4-BE49-F238E27FC236}">
                    <a16:creationId xmlns:a16="http://schemas.microsoft.com/office/drawing/2014/main" id="{76091407-F7AF-439F-A343-85FE259AF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1082"/>
                <a:ext cx="31" cy="32"/>
              </a:xfrm>
              <a:custGeom>
                <a:avLst/>
                <a:gdLst>
                  <a:gd name="T0" fmla="*/ 65 w 21"/>
                  <a:gd name="T1" fmla="*/ 8 h 20"/>
                  <a:gd name="T2" fmla="*/ 41 w 21"/>
                  <a:gd name="T3" fmla="*/ 54 h 20"/>
                  <a:gd name="T4" fmla="*/ 1 w 21"/>
                  <a:gd name="T5" fmla="*/ 77 h 20"/>
                  <a:gd name="T6" fmla="*/ 27 w 21"/>
                  <a:gd name="T7" fmla="*/ 34 h 20"/>
                  <a:gd name="T8" fmla="*/ 65 w 21"/>
                  <a:gd name="T9" fmla="*/ 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20" y="2"/>
                    </a:moveTo>
                    <a:cubicBezTo>
                      <a:pt x="21" y="3"/>
                      <a:pt x="18" y="8"/>
                      <a:pt x="13" y="13"/>
                    </a:cubicBezTo>
                    <a:cubicBezTo>
                      <a:pt x="8" y="17"/>
                      <a:pt x="3" y="20"/>
                      <a:pt x="1" y="19"/>
                    </a:cubicBezTo>
                    <a:cubicBezTo>
                      <a:pt x="0" y="17"/>
                      <a:pt x="3" y="12"/>
                      <a:pt x="8" y="8"/>
                    </a:cubicBezTo>
                    <a:cubicBezTo>
                      <a:pt x="13" y="3"/>
                      <a:pt x="18" y="0"/>
                      <a:pt x="20" y="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9" name="Freeform 121">
                <a:extLst>
                  <a:ext uri="{FF2B5EF4-FFF2-40B4-BE49-F238E27FC236}">
                    <a16:creationId xmlns:a16="http://schemas.microsoft.com/office/drawing/2014/main" id="{7920D2F8-2A4A-428F-9616-9B758027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1086"/>
                <a:ext cx="22" cy="28"/>
              </a:xfrm>
              <a:custGeom>
                <a:avLst/>
                <a:gdLst>
                  <a:gd name="T0" fmla="*/ 26 w 15"/>
                  <a:gd name="T1" fmla="*/ 58 h 17"/>
                  <a:gd name="T2" fmla="*/ 9 w 15"/>
                  <a:gd name="T3" fmla="*/ 63 h 17"/>
                  <a:gd name="T4" fmla="*/ 32 w 15"/>
                  <a:gd name="T5" fmla="*/ 13 h 17"/>
                  <a:gd name="T6" fmla="*/ 47 w 15"/>
                  <a:gd name="T7" fmla="*/ 0 h 17"/>
                  <a:gd name="T8" fmla="*/ 26 w 15"/>
                  <a:gd name="T9" fmla="*/ 21 h 17"/>
                  <a:gd name="T10" fmla="*/ 1 w 15"/>
                  <a:gd name="T11" fmla="*/ 71 h 17"/>
                  <a:gd name="T12" fmla="*/ 26 w 15"/>
                  <a:gd name="T13" fmla="*/ 5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8" y="13"/>
                    </a:moveTo>
                    <a:cubicBezTo>
                      <a:pt x="6" y="15"/>
                      <a:pt x="4" y="15"/>
                      <a:pt x="3" y="14"/>
                    </a:cubicBezTo>
                    <a:cubicBezTo>
                      <a:pt x="2" y="13"/>
                      <a:pt x="5" y="8"/>
                      <a:pt x="10" y="3"/>
                    </a:cubicBezTo>
                    <a:cubicBezTo>
                      <a:pt x="12" y="2"/>
                      <a:pt x="13" y="1"/>
                      <a:pt x="15" y="0"/>
                    </a:cubicBezTo>
                    <a:cubicBezTo>
                      <a:pt x="13" y="1"/>
                      <a:pt x="10" y="3"/>
                      <a:pt x="8" y="5"/>
                    </a:cubicBezTo>
                    <a:cubicBezTo>
                      <a:pt x="3" y="9"/>
                      <a:pt x="0" y="14"/>
                      <a:pt x="1" y="16"/>
                    </a:cubicBezTo>
                    <a:cubicBezTo>
                      <a:pt x="2" y="17"/>
                      <a:pt x="5" y="16"/>
                      <a:pt x="8" y="13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0" name="Freeform 122">
                <a:extLst>
                  <a:ext uri="{FF2B5EF4-FFF2-40B4-BE49-F238E27FC236}">
                    <a16:creationId xmlns:a16="http://schemas.microsoft.com/office/drawing/2014/main" id="{0C179C77-F12B-47BF-BE73-0B81B318C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086"/>
                <a:ext cx="19" cy="23"/>
              </a:xfrm>
              <a:custGeom>
                <a:avLst/>
                <a:gdLst>
                  <a:gd name="T0" fmla="*/ 34 w 13"/>
                  <a:gd name="T1" fmla="*/ 5 h 14"/>
                  <a:gd name="T2" fmla="*/ 15 w 13"/>
                  <a:gd name="T3" fmla="*/ 43 h 14"/>
                  <a:gd name="T4" fmla="*/ 0 w 13"/>
                  <a:gd name="T5" fmla="*/ 62 h 14"/>
                  <a:gd name="T6" fmla="*/ 22 w 13"/>
                  <a:gd name="T7" fmla="*/ 41 h 14"/>
                  <a:gd name="T8" fmla="*/ 38 w 13"/>
                  <a:gd name="T9" fmla="*/ 0 h 14"/>
                  <a:gd name="T10" fmla="*/ 26 w 13"/>
                  <a:gd name="T11" fmla="*/ 5 h 14"/>
                  <a:gd name="T12" fmla="*/ 34 w 13"/>
                  <a:gd name="T13" fmla="*/ 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4">
                    <a:moveTo>
                      <a:pt x="11" y="1"/>
                    </a:moveTo>
                    <a:cubicBezTo>
                      <a:pt x="12" y="2"/>
                      <a:pt x="9" y="7"/>
                      <a:pt x="5" y="10"/>
                    </a:cubicBezTo>
                    <a:cubicBezTo>
                      <a:pt x="3" y="12"/>
                      <a:pt x="1" y="13"/>
                      <a:pt x="0" y="14"/>
                    </a:cubicBezTo>
                    <a:cubicBezTo>
                      <a:pt x="1" y="14"/>
                      <a:pt x="4" y="12"/>
                      <a:pt x="7" y="9"/>
                    </a:cubicBezTo>
                    <a:cubicBezTo>
                      <a:pt x="11" y="5"/>
                      <a:pt x="13" y="1"/>
                      <a:pt x="12" y="0"/>
                    </a:cubicBezTo>
                    <a:cubicBezTo>
                      <a:pt x="11" y="0"/>
                      <a:pt x="10" y="0"/>
                      <a:pt x="8" y="1"/>
                    </a:cubicBezTo>
                    <a:cubicBezTo>
                      <a:pt x="9" y="1"/>
                      <a:pt x="10" y="0"/>
                      <a:pt x="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1" name="Freeform 123">
                <a:extLst>
                  <a:ext uri="{FF2B5EF4-FFF2-40B4-BE49-F238E27FC236}">
                    <a16:creationId xmlns:a16="http://schemas.microsoft.com/office/drawing/2014/main" id="{6CEDC7E7-06F5-4321-94F8-2E18E1B53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1235"/>
                <a:ext cx="29" cy="34"/>
              </a:xfrm>
              <a:custGeom>
                <a:avLst/>
                <a:gdLst>
                  <a:gd name="T0" fmla="*/ 61 w 19"/>
                  <a:gd name="T1" fmla="*/ 5 h 21"/>
                  <a:gd name="T2" fmla="*/ 41 w 19"/>
                  <a:gd name="T3" fmla="*/ 55 h 21"/>
                  <a:gd name="T4" fmla="*/ 5 w 19"/>
                  <a:gd name="T5" fmla="*/ 84 h 21"/>
                  <a:gd name="T6" fmla="*/ 21 w 19"/>
                  <a:gd name="T7" fmla="*/ 34 h 21"/>
                  <a:gd name="T8" fmla="*/ 61 w 19"/>
                  <a:gd name="T9" fmla="*/ 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7" y="1"/>
                    </a:moveTo>
                    <a:cubicBezTo>
                      <a:pt x="19" y="2"/>
                      <a:pt x="16" y="7"/>
                      <a:pt x="12" y="13"/>
                    </a:cubicBezTo>
                    <a:cubicBezTo>
                      <a:pt x="7" y="18"/>
                      <a:pt x="3" y="21"/>
                      <a:pt x="1" y="20"/>
                    </a:cubicBezTo>
                    <a:cubicBezTo>
                      <a:pt x="0" y="19"/>
                      <a:pt x="2" y="13"/>
                      <a:pt x="6" y="8"/>
                    </a:cubicBezTo>
                    <a:cubicBezTo>
                      <a:pt x="11" y="3"/>
                      <a:pt x="16" y="0"/>
                      <a:pt x="17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2" name="Freeform 124">
                <a:extLst>
                  <a:ext uri="{FF2B5EF4-FFF2-40B4-BE49-F238E27FC236}">
                    <a16:creationId xmlns:a16="http://schemas.microsoft.com/office/drawing/2014/main" id="{AD7BB97A-40B8-4B84-9908-6C9263556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027"/>
                <a:ext cx="54" cy="72"/>
              </a:xfrm>
              <a:custGeom>
                <a:avLst/>
                <a:gdLst>
                  <a:gd name="T0" fmla="*/ 107 w 36"/>
                  <a:gd name="T1" fmla="*/ 5 h 45"/>
                  <a:gd name="T2" fmla="*/ 122 w 36"/>
                  <a:gd name="T3" fmla="*/ 35 h 45"/>
                  <a:gd name="T4" fmla="*/ 95 w 36"/>
                  <a:gd name="T5" fmla="*/ 77 h 45"/>
                  <a:gd name="T6" fmla="*/ 45 w 36"/>
                  <a:gd name="T7" fmla="*/ 136 h 45"/>
                  <a:gd name="T8" fmla="*/ 21 w 36"/>
                  <a:gd name="T9" fmla="*/ 158 h 45"/>
                  <a:gd name="T10" fmla="*/ 0 w 36"/>
                  <a:gd name="T11" fmla="*/ 184 h 45"/>
                  <a:gd name="T12" fmla="*/ 93 w 36"/>
                  <a:gd name="T13" fmla="*/ 69 h 45"/>
                  <a:gd name="T14" fmla="*/ 108 w 36"/>
                  <a:gd name="T15" fmla="*/ 29 h 45"/>
                  <a:gd name="T16" fmla="*/ 99 w 36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5">
                    <a:moveTo>
                      <a:pt x="31" y="1"/>
                    </a:moveTo>
                    <a:cubicBezTo>
                      <a:pt x="33" y="3"/>
                      <a:pt x="36" y="6"/>
                      <a:pt x="36" y="9"/>
                    </a:cubicBezTo>
                    <a:cubicBezTo>
                      <a:pt x="35" y="13"/>
                      <a:pt x="30" y="16"/>
                      <a:pt x="28" y="19"/>
                    </a:cubicBezTo>
                    <a:cubicBezTo>
                      <a:pt x="23" y="24"/>
                      <a:pt x="18" y="28"/>
                      <a:pt x="13" y="33"/>
                    </a:cubicBezTo>
                    <a:cubicBezTo>
                      <a:pt x="11" y="35"/>
                      <a:pt x="8" y="37"/>
                      <a:pt x="6" y="39"/>
                    </a:cubicBezTo>
                    <a:cubicBezTo>
                      <a:pt x="4" y="41"/>
                      <a:pt x="2" y="43"/>
                      <a:pt x="0" y="45"/>
                    </a:cubicBezTo>
                    <a:cubicBezTo>
                      <a:pt x="7" y="35"/>
                      <a:pt x="18" y="27"/>
                      <a:pt x="27" y="17"/>
                    </a:cubicBezTo>
                    <a:cubicBezTo>
                      <a:pt x="30" y="14"/>
                      <a:pt x="32" y="11"/>
                      <a:pt x="32" y="7"/>
                    </a:cubicBezTo>
                    <a:cubicBezTo>
                      <a:pt x="32" y="4"/>
                      <a:pt x="30" y="2"/>
                      <a:pt x="29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3" name="Freeform 125">
                <a:extLst>
                  <a:ext uri="{FF2B5EF4-FFF2-40B4-BE49-F238E27FC236}">
                    <a16:creationId xmlns:a16="http://schemas.microsoft.com/office/drawing/2014/main" id="{6FD15EFB-F1D0-448A-AD2E-67B079E3F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1067"/>
                <a:ext cx="84" cy="103"/>
              </a:xfrm>
              <a:custGeom>
                <a:avLst/>
                <a:gdLst>
                  <a:gd name="T0" fmla="*/ 189 w 56"/>
                  <a:gd name="T1" fmla="*/ 0 h 64"/>
                  <a:gd name="T2" fmla="*/ 45 w 56"/>
                  <a:gd name="T3" fmla="*/ 171 h 64"/>
                  <a:gd name="T4" fmla="*/ 0 w 56"/>
                  <a:gd name="T5" fmla="*/ 233 h 64"/>
                  <a:gd name="T6" fmla="*/ 26 w 56"/>
                  <a:gd name="T7" fmla="*/ 267 h 64"/>
                  <a:gd name="T8" fmla="*/ 14 w 56"/>
                  <a:gd name="T9" fmla="*/ 220 h 64"/>
                  <a:gd name="T10" fmla="*/ 39 w 56"/>
                  <a:gd name="T11" fmla="*/ 187 h 64"/>
                  <a:gd name="T12" fmla="*/ 72 w 56"/>
                  <a:gd name="T13" fmla="*/ 145 h 64"/>
                  <a:gd name="T14" fmla="*/ 135 w 56"/>
                  <a:gd name="T15" fmla="*/ 69 h 64"/>
                  <a:gd name="T16" fmla="*/ 167 w 56"/>
                  <a:gd name="T17" fmla="*/ 34 h 64"/>
                  <a:gd name="T18" fmla="*/ 188 w 56"/>
                  <a:gd name="T19" fmla="*/ 5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64">
                    <a:moveTo>
                      <a:pt x="56" y="0"/>
                    </a:moveTo>
                    <a:cubicBezTo>
                      <a:pt x="42" y="13"/>
                      <a:pt x="28" y="28"/>
                      <a:pt x="13" y="41"/>
                    </a:cubicBezTo>
                    <a:cubicBezTo>
                      <a:pt x="9" y="44"/>
                      <a:pt x="0" y="51"/>
                      <a:pt x="0" y="56"/>
                    </a:cubicBezTo>
                    <a:cubicBezTo>
                      <a:pt x="0" y="59"/>
                      <a:pt x="5" y="62"/>
                      <a:pt x="7" y="64"/>
                    </a:cubicBezTo>
                    <a:cubicBezTo>
                      <a:pt x="5" y="61"/>
                      <a:pt x="2" y="57"/>
                      <a:pt x="4" y="53"/>
                    </a:cubicBezTo>
                    <a:cubicBezTo>
                      <a:pt x="5" y="50"/>
                      <a:pt x="9" y="47"/>
                      <a:pt x="11" y="45"/>
                    </a:cubicBezTo>
                    <a:cubicBezTo>
                      <a:pt x="15" y="42"/>
                      <a:pt x="18" y="38"/>
                      <a:pt x="21" y="35"/>
                    </a:cubicBezTo>
                    <a:cubicBezTo>
                      <a:pt x="28" y="29"/>
                      <a:pt x="34" y="23"/>
                      <a:pt x="40" y="17"/>
                    </a:cubicBezTo>
                    <a:cubicBezTo>
                      <a:pt x="43" y="14"/>
                      <a:pt x="46" y="11"/>
                      <a:pt x="49" y="8"/>
                    </a:cubicBezTo>
                    <a:cubicBezTo>
                      <a:pt x="51" y="5"/>
                      <a:pt x="53" y="3"/>
                      <a:pt x="55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4" name="Freeform 126">
                <a:extLst>
                  <a:ext uri="{FF2B5EF4-FFF2-40B4-BE49-F238E27FC236}">
                    <a16:creationId xmlns:a16="http://schemas.microsoft.com/office/drawing/2014/main" id="{37D5539F-162A-42E2-9869-5EAE38DF5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" y="1176"/>
                <a:ext cx="49" cy="77"/>
              </a:xfrm>
              <a:custGeom>
                <a:avLst/>
                <a:gdLst>
                  <a:gd name="T0" fmla="*/ 86 w 33"/>
                  <a:gd name="T1" fmla="*/ 5 h 48"/>
                  <a:gd name="T2" fmla="*/ 108 w 33"/>
                  <a:gd name="T3" fmla="*/ 34 h 48"/>
                  <a:gd name="T4" fmla="*/ 82 w 33"/>
                  <a:gd name="T5" fmla="*/ 77 h 48"/>
                  <a:gd name="T6" fmla="*/ 40 w 33"/>
                  <a:gd name="T7" fmla="*/ 141 h 48"/>
                  <a:gd name="T8" fmla="*/ 15 w 33"/>
                  <a:gd name="T9" fmla="*/ 170 h 48"/>
                  <a:gd name="T10" fmla="*/ 0 w 33"/>
                  <a:gd name="T11" fmla="*/ 199 h 48"/>
                  <a:gd name="T12" fmla="*/ 74 w 33"/>
                  <a:gd name="T13" fmla="*/ 69 h 48"/>
                  <a:gd name="T14" fmla="*/ 88 w 33"/>
                  <a:gd name="T15" fmla="*/ 29 h 48"/>
                  <a:gd name="T16" fmla="*/ 74 w 33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8">
                    <a:moveTo>
                      <a:pt x="26" y="1"/>
                    </a:moveTo>
                    <a:cubicBezTo>
                      <a:pt x="28" y="3"/>
                      <a:pt x="33" y="5"/>
                      <a:pt x="33" y="8"/>
                    </a:cubicBezTo>
                    <a:cubicBezTo>
                      <a:pt x="33" y="11"/>
                      <a:pt x="27" y="16"/>
                      <a:pt x="25" y="19"/>
                    </a:cubicBezTo>
                    <a:cubicBezTo>
                      <a:pt x="20" y="24"/>
                      <a:pt x="16" y="29"/>
                      <a:pt x="12" y="34"/>
                    </a:cubicBezTo>
                    <a:cubicBezTo>
                      <a:pt x="10" y="36"/>
                      <a:pt x="7" y="38"/>
                      <a:pt x="5" y="41"/>
                    </a:cubicBezTo>
                    <a:cubicBezTo>
                      <a:pt x="4" y="43"/>
                      <a:pt x="2" y="46"/>
                      <a:pt x="0" y="48"/>
                    </a:cubicBezTo>
                    <a:cubicBezTo>
                      <a:pt x="6" y="37"/>
                      <a:pt x="16" y="27"/>
                      <a:pt x="23" y="17"/>
                    </a:cubicBezTo>
                    <a:cubicBezTo>
                      <a:pt x="26" y="14"/>
                      <a:pt x="28" y="10"/>
                      <a:pt x="27" y="7"/>
                    </a:cubicBezTo>
                    <a:cubicBezTo>
                      <a:pt x="27" y="4"/>
                      <a:pt x="25" y="2"/>
                      <a:pt x="23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5" name="Freeform 127">
                <a:extLst>
                  <a:ext uri="{FF2B5EF4-FFF2-40B4-BE49-F238E27FC236}">
                    <a16:creationId xmlns:a16="http://schemas.microsoft.com/office/drawing/2014/main" id="{86488D94-BFA1-4EF3-98E2-F5E8566EE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" y="1221"/>
                <a:ext cx="76" cy="110"/>
              </a:xfrm>
              <a:custGeom>
                <a:avLst/>
                <a:gdLst>
                  <a:gd name="T0" fmla="*/ 168 w 51"/>
                  <a:gd name="T1" fmla="*/ 0 h 69"/>
                  <a:gd name="T2" fmla="*/ 40 w 51"/>
                  <a:gd name="T3" fmla="*/ 185 h 69"/>
                  <a:gd name="T4" fmla="*/ 1 w 51"/>
                  <a:gd name="T5" fmla="*/ 252 h 69"/>
                  <a:gd name="T6" fmla="*/ 33 w 51"/>
                  <a:gd name="T7" fmla="*/ 279 h 69"/>
                  <a:gd name="T8" fmla="*/ 15 w 51"/>
                  <a:gd name="T9" fmla="*/ 239 h 69"/>
                  <a:gd name="T10" fmla="*/ 40 w 51"/>
                  <a:gd name="T11" fmla="*/ 204 h 69"/>
                  <a:gd name="T12" fmla="*/ 67 w 51"/>
                  <a:gd name="T13" fmla="*/ 158 h 69"/>
                  <a:gd name="T14" fmla="*/ 122 w 51"/>
                  <a:gd name="T15" fmla="*/ 77 h 69"/>
                  <a:gd name="T16" fmla="*/ 146 w 51"/>
                  <a:gd name="T17" fmla="*/ 35 h 69"/>
                  <a:gd name="T18" fmla="*/ 167 w 51"/>
                  <a:gd name="T19" fmla="*/ 5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69">
                    <a:moveTo>
                      <a:pt x="51" y="0"/>
                    </a:moveTo>
                    <a:cubicBezTo>
                      <a:pt x="38" y="15"/>
                      <a:pt x="26" y="31"/>
                      <a:pt x="12" y="46"/>
                    </a:cubicBezTo>
                    <a:cubicBezTo>
                      <a:pt x="9" y="49"/>
                      <a:pt x="0" y="57"/>
                      <a:pt x="1" y="62"/>
                    </a:cubicBezTo>
                    <a:cubicBezTo>
                      <a:pt x="1" y="65"/>
                      <a:pt x="7" y="68"/>
                      <a:pt x="10" y="69"/>
                    </a:cubicBezTo>
                    <a:cubicBezTo>
                      <a:pt x="7" y="67"/>
                      <a:pt x="4" y="63"/>
                      <a:pt x="5" y="59"/>
                    </a:cubicBezTo>
                    <a:cubicBezTo>
                      <a:pt x="6" y="56"/>
                      <a:pt x="9" y="52"/>
                      <a:pt x="12" y="50"/>
                    </a:cubicBezTo>
                    <a:cubicBezTo>
                      <a:pt x="14" y="46"/>
                      <a:pt x="17" y="43"/>
                      <a:pt x="20" y="39"/>
                    </a:cubicBezTo>
                    <a:cubicBezTo>
                      <a:pt x="26" y="32"/>
                      <a:pt x="32" y="26"/>
                      <a:pt x="37" y="19"/>
                    </a:cubicBezTo>
                    <a:cubicBezTo>
                      <a:pt x="39" y="15"/>
                      <a:pt x="42" y="12"/>
                      <a:pt x="44" y="9"/>
                    </a:cubicBezTo>
                    <a:cubicBezTo>
                      <a:pt x="46" y="6"/>
                      <a:pt x="49" y="4"/>
                      <a:pt x="50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6" name="Freeform 128">
                <a:extLst>
                  <a:ext uri="{FF2B5EF4-FFF2-40B4-BE49-F238E27FC236}">
                    <a16:creationId xmlns:a16="http://schemas.microsoft.com/office/drawing/2014/main" id="{A2BAF2A5-88C6-4CC3-8D35-C8509B1E5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1240"/>
                <a:ext cx="19" cy="29"/>
              </a:xfrm>
              <a:custGeom>
                <a:avLst/>
                <a:gdLst>
                  <a:gd name="T0" fmla="*/ 26 w 13"/>
                  <a:gd name="T1" fmla="*/ 60 h 18"/>
                  <a:gd name="T2" fmla="*/ 13 w 13"/>
                  <a:gd name="T3" fmla="*/ 68 h 18"/>
                  <a:gd name="T4" fmla="*/ 28 w 13"/>
                  <a:gd name="T5" fmla="*/ 16 h 18"/>
                  <a:gd name="T6" fmla="*/ 41 w 13"/>
                  <a:gd name="T7" fmla="*/ 0 h 18"/>
                  <a:gd name="T8" fmla="*/ 22 w 13"/>
                  <a:gd name="T9" fmla="*/ 21 h 18"/>
                  <a:gd name="T10" fmla="*/ 6 w 13"/>
                  <a:gd name="T11" fmla="*/ 71 h 18"/>
                  <a:gd name="T12" fmla="*/ 26 w 13"/>
                  <a:gd name="T13" fmla="*/ 6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8" y="14"/>
                    </a:moveTo>
                    <a:cubicBezTo>
                      <a:pt x="6" y="16"/>
                      <a:pt x="4" y="16"/>
                      <a:pt x="4" y="16"/>
                    </a:cubicBezTo>
                    <a:cubicBezTo>
                      <a:pt x="2" y="14"/>
                      <a:pt x="5" y="9"/>
                      <a:pt x="9" y="4"/>
                    </a:cubicBezTo>
                    <a:cubicBezTo>
                      <a:pt x="10" y="2"/>
                      <a:pt x="12" y="1"/>
                      <a:pt x="13" y="0"/>
                    </a:cubicBezTo>
                    <a:cubicBezTo>
                      <a:pt x="11" y="1"/>
                      <a:pt x="9" y="3"/>
                      <a:pt x="7" y="5"/>
                    </a:cubicBezTo>
                    <a:cubicBezTo>
                      <a:pt x="3" y="10"/>
                      <a:pt x="0" y="16"/>
                      <a:pt x="2" y="17"/>
                    </a:cubicBezTo>
                    <a:cubicBezTo>
                      <a:pt x="3" y="18"/>
                      <a:pt x="5" y="17"/>
                      <a:pt x="8" y="14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7" name="Freeform 129">
                <a:extLst>
                  <a:ext uri="{FF2B5EF4-FFF2-40B4-BE49-F238E27FC236}">
                    <a16:creationId xmlns:a16="http://schemas.microsoft.com/office/drawing/2014/main" id="{60658F6A-231C-4B2B-864B-9714F825E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" y="1238"/>
                <a:ext cx="18" cy="26"/>
              </a:xfrm>
              <a:custGeom>
                <a:avLst/>
                <a:gdLst>
                  <a:gd name="T0" fmla="*/ 35 w 12"/>
                  <a:gd name="T1" fmla="*/ 8 h 16"/>
                  <a:gd name="T2" fmla="*/ 18 w 12"/>
                  <a:gd name="T3" fmla="*/ 54 h 16"/>
                  <a:gd name="T4" fmla="*/ 0 w 12"/>
                  <a:gd name="T5" fmla="*/ 68 h 16"/>
                  <a:gd name="T6" fmla="*/ 21 w 12"/>
                  <a:gd name="T7" fmla="*/ 42 h 16"/>
                  <a:gd name="T8" fmla="*/ 39 w 12"/>
                  <a:gd name="T9" fmla="*/ 5 h 16"/>
                  <a:gd name="T10" fmla="*/ 21 w 12"/>
                  <a:gd name="T11" fmla="*/ 8 h 16"/>
                  <a:gd name="T12" fmla="*/ 35 w 12"/>
                  <a:gd name="T13" fmla="*/ 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6">
                    <a:moveTo>
                      <a:pt x="10" y="2"/>
                    </a:moveTo>
                    <a:cubicBezTo>
                      <a:pt x="11" y="3"/>
                      <a:pt x="8" y="7"/>
                      <a:pt x="5" y="12"/>
                    </a:cubicBezTo>
                    <a:cubicBezTo>
                      <a:pt x="3" y="13"/>
                      <a:pt x="1" y="15"/>
                      <a:pt x="0" y="16"/>
                    </a:cubicBezTo>
                    <a:cubicBezTo>
                      <a:pt x="2" y="15"/>
                      <a:pt x="4" y="13"/>
                      <a:pt x="6" y="10"/>
                    </a:cubicBezTo>
                    <a:cubicBezTo>
                      <a:pt x="10" y="6"/>
                      <a:pt x="12" y="2"/>
                      <a:pt x="11" y="1"/>
                    </a:cubicBezTo>
                    <a:cubicBezTo>
                      <a:pt x="10" y="0"/>
                      <a:pt x="8" y="1"/>
                      <a:pt x="6" y="2"/>
                    </a:cubicBezTo>
                    <a:cubicBezTo>
                      <a:pt x="7" y="2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2" name="Freeform 130">
                <a:extLst>
                  <a:ext uri="{FF2B5EF4-FFF2-40B4-BE49-F238E27FC236}">
                    <a16:creationId xmlns:a16="http://schemas.microsoft.com/office/drawing/2014/main" id="{804D42CC-5080-45E8-9832-B98D61B10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1019"/>
                <a:ext cx="154" cy="159"/>
              </a:xfrm>
              <a:custGeom>
                <a:avLst/>
                <a:gdLst>
                  <a:gd name="T0" fmla="*/ 321 w 103"/>
                  <a:gd name="T1" fmla="*/ 90 h 99"/>
                  <a:gd name="T2" fmla="*/ 141 w 103"/>
                  <a:gd name="T3" fmla="*/ 302 h 99"/>
                  <a:gd name="T4" fmla="*/ 69 w 103"/>
                  <a:gd name="T5" fmla="*/ 384 h 99"/>
                  <a:gd name="T6" fmla="*/ 33 w 103"/>
                  <a:gd name="T7" fmla="*/ 403 h 99"/>
                  <a:gd name="T8" fmla="*/ 6 w 103"/>
                  <a:gd name="T9" fmla="*/ 374 h 99"/>
                  <a:gd name="T10" fmla="*/ 13 w 103"/>
                  <a:gd name="T11" fmla="*/ 331 h 99"/>
                  <a:gd name="T12" fmla="*/ 188 w 103"/>
                  <a:gd name="T13" fmla="*/ 137 h 99"/>
                  <a:gd name="T14" fmla="*/ 281 w 103"/>
                  <a:gd name="T15" fmla="*/ 21 h 99"/>
                  <a:gd name="T16" fmla="*/ 321 w 103"/>
                  <a:gd name="T17" fmla="*/ 13 h 99"/>
                  <a:gd name="T18" fmla="*/ 342 w 103"/>
                  <a:gd name="T19" fmla="*/ 42 h 99"/>
                  <a:gd name="T20" fmla="*/ 344 w 103"/>
                  <a:gd name="T21" fmla="*/ 56 h 99"/>
                  <a:gd name="T22" fmla="*/ 321 w 103"/>
                  <a:gd name="T23" fmla="*/ 90 h 99"/>
                  <a:gd name="T24" fmla="*/ 321 w 103"/>
                  <a:gd name="T25" fmla="*/ 90 h 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99">
                    <a:moveTo>
                      <a:pt x="96" y="22"/>
                    </a:moveTo>
                    <a:cubicBezTo>
                      <a:pt x="96" y="22"/>
                      <a:pt x="55" y="60"/>
                      <a:pt x="42" y="73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17" y="96"/>
                      <a:pt x="12" y="99"/>
                      <a:pt x="10" y="97"/>
                    </a:cubicBezTo>
                    <a:cubicBezTo>
                      <a:pt x="10" y="97"/>
                      <a:pt x="2" y="90"/>
                      <a:pt x="2" y="90"/>
                    </a:cubicBezTo>
                    <a:cubicBezTo>
                      <a:pt x="0" y="87"/>
                      <a:pt x="1" y="84"/>
                      <a:pt x="4" y="80"/>
                    </a:cubicBezTo>
                    <a:cubicBezTo>
                      <a:pt x="5" y="80"/>
                      <a:pt x="44" y="43"/>
                      <a:pt x="56" y="33"/>
                    </a:cubicBezTo>
                    <a:cubicBezTo>
                      <a:pt x="67" y="22"/>
                      <a:pt x="83" y="5"/>
                      <a:pt x="84" y="5"/>
                    </a:cubicBezTo>
                    <a:cubicBezTo>
                      <a:pt x="88" y="1"/>
                      <a:pt x="93" y="0"/>
                      <a:pt x="96" y="3"/>
                    </a:cubicBezTo>
                    <a:cubicBezTo>
                      <a:pt x="102" y="10"/>
                      <a:pt x="102" y="10"/>
                      <a:pt x="102" y="10"/>
                    </a:cubicBezTo>
                    <a:cubicBezTo>
                      <a:pt x="103" y="11"/>
                      <a:pt x="103" y="12"/>
                      <a:pt x="103" y="14"/>
                    </a:cubicBezTo>
                    <a:cubicBezTo>
                      <a:pt x="102" y="16"/>
                      <a:pt x="100" y="18"/>
                      <a:pt x="96" y="22"/>
                    </a:cubicBezTo>
                    <a:cubicBezTo>
                      <a:pt x="96" y="22"/>
                      <a:pt x="96" y="22"/>
                      <a:pt x="96" y="2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3" name="Freeform 131">
                <a:extLst>
                  <a:ext uri="{FF2B5EF4-FFF2-40B4-BE49-F238E27FC236}">
                    <a16:creationId xmlns:a16="http://schemas.microsoft.com/office/drawing/2014/main" id="{E7E7CDC6-F428-4C6E-8E73-7CA595D08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" y="1166"/>
                <a:ext cx="147" cy="173"/>
              </a:xfrm>
              <a:custGeom>
                <a:avLst/>
                <a:gdLst>
                  <a:gd name="T0" fmla="*/ 81 w 98"/>
                  <a:gd name="T1" fmla="*/ 408 h 108"/>
                  <a:gd name="T2" fmla="*/ 39 w 98"/>
                  <a:gd name="T3" fmla="*/ 431 h 108"/>
                  <a:gd name="T4" fmla="*/ 14 w 98"/>
                  <a:gd name="T5" fmla="*/ 408 h 108"/>
                  <a:gd name="T6" fmla="*/ 26 w 98"/>
                  <a:gd name="T7" fmla="*/ 354 h 108"/>
                  <a:gd name="T8" fmla="*/ 95 w 98"/>
                  <a:gd name="T9" fmla="*/ 260 h 108"/>
                  <a:gd name="T10" fmla="*/ 257 w 98"/>
                  <a:gd name="T11" fmla="*/ 29 h 108"/>
                  <a:gd name="T12" fmla="*/ 296 w 98"/>
                  <a:gd name="T13" fmla="*/ 8 h 108"/>
                  <a:gd name="T14" fmla="*/ 318 w 98"/>
                  <a:gd name="T15" fmla="*/ 34 h 108"/>
                  <a:gd name="T16" fmla="*/ 323 w 98"/>
                  <a:gd name="T17" fmla="*/ 67 h 108"/>
                  <a:gd name="T18" fmla="*/ 197 w 98"/>
                  <a:gd name="T19" fmla="*/ 239 h 108"/>
                  <a:gd name="T20" fmla="*/ 81 w 98"/>
                  <a:gd name="T21" fmla="*/ 408 h 1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108">
                    <a:moveTo>
                      <a:pt x="24" y="99"/>
                    </a:moveTo>
                    <a:cubicBezTo>
                      <a:pt x="17" y="108"/>
                      <a:pt x="14" y="107"/>
                      <a:pt x="11" y="105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2" y="97"/>
                      <a:pt x="0" y="94"/>
                      <a:pt x="7" y="86"/>
                    </a:cubicBezTo>
                    <a:cubicBezTo>
                      <a:pt x="8" y="86"/>
                      <a:pt x="12" y="82"/>
                      <a:pt x="28" y="63"/>
                    </a:cubicBezTo>
                    <a:cubicBezTo>
                      <a:pt x="44" y="44"/>
                      <a:pt x="75" y="7"/>
                      <a:pt x="76" y="7"/>
                    </a:cubicBezTo>
                    <a:cubicBezTo>
                      <a:pt x="82" y="0"/>
                      <a:pt x="84" y="0"/>
                      <a:pt x="87" y="2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98" y="12"/>
                      <a:pt x="97" y="14"/>
                      <a:pt x="95" y="16"/>
                    </a:cubicBezTo>
                    <a:cubicBezTo>
                      <a:pt x="95" y="17"/>
                      <a:pt x="72" y="41"/>
                      <a:pt x="58" y="58"/>
                    </a:cubicBezTo>
                    <a:cubicBezTo>
                      <a:pt x="43" y="75"/>
                      <a:pt x="24" y="99"/>
                      <a:pt x="24" y="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4" name="Freeform 132">
                <a:extLst>
                  <a:ext uri="{FF2B5EF4-FFF2-40B4-BE49-F238E27FC236}">
                    <a16:creationId xmlns:a16="http://schemas.microsoft.com/office/drawing/2014/main" id="{749B437C-51E8-4C17-B406-DEA10F0B8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914"/>
                <a:ext cx="157" cy="121"/>
              </a:xfrm>
              <a:custGeom>
                <a:avLst/>
                <a:gdLst>
                  <a:gd name="T0" fmla="*/ 304 w 105"/>
                  <a:gd name="T1" fmla="*/ 0 h 76"/>
                  <a:gd name="T2" fmla="*/ 215 w 105"/>
                  <a:gd name="T3" fmla="*/ 73 h 76"/>
                  <a:gd name="T4" fmla="*/ 46 w 105"/>
                  <a:gd name="T5" fmla="*/ 197 h 76"/>
                  <a:gd name="T6" fmla="*/ 9 w 105"/>
                  <a:gd name="T7" fmla="*/ 253 h 76"/>
                  <a:gd name="T8" fmla="*/ 28 w 105"/>
                  <a:gd name="T9" fmla="*/ 287 h 76"/>
                  <a:gd name="T10" fmla="*/ 55 w 105"/>
                  <a:gd name="T11" fmla="*/ 291 h 76"/>
                  <a:gd name="T12" fmla="*/ 229 w 105"/>
                  <a:gd name="T13" fmla="*/ 162 h 76"/>
                  <a:gd name="T14" fmla="*/ 351 w 105"/>
                  <a:gd name="T15" fmla="*/ 68 h 76"/>
                  <a:gd name="T16" fmla="*/ 304 w 105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76">
                    <a:moveTo>
                      <a:pt x="91" y="0"/>
                    </a:moveTo>
                    <a:cubicBezTo>
                      <a:pt x="64" y="18"/>
                      <a:pt x="64" y="18"/>
                      <a:pt x="64" y="18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0" y="58"/>
                      <a:pt x="2" y="60"/>
                      <a:pt x="3" y="63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10" y="73"/>
                      <a:pt x="13" y="76"/>
                      <a:pt x="17" y="72"/>
                    </a:cubicBezTo>
                    <a:cubicBezTo>
                      <a:pt x="18" y="72"/>
                      <a:pt x="57" y="46"/>
                      <a:pt x="68" y="40"/>
                    </a:cubicBezTo>
                    <a:cubicBezTo>
                      <a:pt x="75" y="35"/>
                      <a:pt x="93" y="24"/>
                      <a:pt x="105" y="17"/>
                    </a:cubicBez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5" name="Freeform 133">
                <a:extLst>
                  <a:ext uri="{FF2B5EF4-FFF2-40B4-BE49-F238E27FC236}">
                    <a16:creationId xmlns:a16="http://schemas.microsoft.com/office/drawing/2014/main" id="{EE364F38-06DF-4C9E-A8EB-CFD6808B2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957"/>
                <a:ext cx="34" cy="27"/>
              </a:xfrm>
              <a:custGeom>
                <a:avLst/>
                <a:gdLst>
                  <a:gd name="T0" fmla="*/ 72 w 23"/>
                  <a:gd name="T1" fmla="*/ 8 h 17"/>
                  <a:gd name="T2" fmla="*/ 46 w 23"/>
                  <a:gd name="T3" fmla="*/ 43 h 17"/>
                  <a:gd name="T4" fmla="*/ 1 w 23"/>
                  <a:gd name="T5" fmla="*/ 60 h 17"/>
                  <a:gd name="T6" fmla="*/ 33 w 23"/>
                  <a:gd name="T7" fmla="*/ 21 h 17"/>
                  <a:gd name="T8" fmla="*/ 72 w 23"/>
                  <a:gd name="T9" fmla="*/ 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22" y="2"/>
                    </a:moveTo>
                    <a:cubicBezTo>
                      <a:pt x="23" y="3"/>
                      <a:pt x="20" y="7"/>
                      <a:pt x="14" y="11"/>
                    </a:cubicBezTo>
                    <a:cubicBezTo>
                      <a:pt x="8" y="15"/>
                      <a:pt x="2" y="17"/>
                      <a:pt x="1" y="15"/>
                    </a:cubicBezTo>
                    <a:cubicBezTo>
                      <a:pt x="0" y="13"/>
                      <a:pt x="4" y="9"/>
                      <a:pt x="10" y="5"/>
                    </a:cubicBezTo>
                    <a:cubicBezTo>
                      <a:pt x="16" y="2"/>
                      <a:pt x="21" y="0"/>
                      <a:pt x="22" y="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6" name="Freeform 134">
                <a:extLst>
                  <a:ext uri="{FF2B5EF4-FFF2-40B4-BE49-F238E27FC236}">
                    <a16:creationId xmlns:a16="http://schemas.microsoft.com/office/drawing/2014/main" id="{9EAACF52-8C14-40C4-BFCA-A8DA1A6F8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957"/>
                <a:ext cx="34" cy="27"/>
              </a:xfrm>
              <a:custGeom>
                <a:avLst/>
                <a:gdLst>
                  <a:gd name="T0" fmla="*/ 72 w 23"/>
                  <a:gd name="T1" fmla="*/ 8 h 17"/>
                  <a:gd name="T2" fmla="*/ 41 w 23"/>
                  <a:gd name="T3" fmla="*/ 43 h 17"/>
                  <a:gd name="T4" fmla="*/ 1 w 23"/>
                  <a:gd name="T5" fmla="*/ 60 h 17"/>
                  <a:gd name="T6" fmla="*/ 28 w 23"/>
                  <a:gd name="T7" fmla="*/ 21 h 17"/>
                  <a:gd name="T8" fmla="*/ 72 w 23"/>
                  <a:gd name="T9" fmla="*/ 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22" y="2"/>
                    </a:moveTo>
                    <a:cubicBezTo>
                      <a:pt x="23" y="3"/>
                      <a:pt x="19" y="8"/>
                      <a:pt x="13" y="11"/>
                    </a:cubicBezTo>
                    <a:cubicBezTo>
                      <a:pt x="7" y="15"/>
                      <a:pt x="2" y="17"/>
                      <a:pt x="1" y="15"/>
                    </a:cubicBezTo>
                    <a:cubicBezTo>
                      <a:pt x="0" y="13"/>
                      <a:pt x="4" y="9"/>
                      <a:pt x="9" y="5"/>
                    </a:cubicBezTo>
                    <a:cubicBezTo>
                      <a:pt x="15" y="2"/>
                      <a:pt x="21" y="0"/>
                      <a:pt x="22" y="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7" name="Freeform 135">
                <a:extLst>
                  <a:ext uri="{FF2B5EF4-FFF2-40B4-BE49-F238E27FC236}">
                    <a16:creationId xmlns:a16="http://schemas.microsoft.com/office/drawing/2014/main" id="{BD2F0F72-4147-4FA7-964B-2343EFF5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936"/>
                <a:ext cx="48" cy="35"/>
              </a:xfrm>
              <a:custGeom>
                <a:avLst/>
                <a:gdLst>
                  <a:gd name="T0" fmla="*/ 107 w 32"/>
                  <a:gd name="T1" fmla="*/ 0 h 22"/>
                  <a:gd name="T2" fmla="*/ 107 w 32"/>
                  <a:gd name="T3" fmla="*/ 0 h 22"/>
                  <a:gd name="T4" fmla="*/ 0 w 32"/>
                  <a:gd name="T5" fmla="*/ 89 h 22"/>
                  <a:gd name="T6" fmla="*/ 26 w 32"/>
                  <a:gd name="T7" fmla="*/ 68 h 22"/>
                  <a:gd name="T8" fmla="*/ 53 w 32"/>
                  <a:gd name="T9" fmla="*/ 48 h 22"/>
                  <a:gd name="T10" fmla="*/ 108 w 32"/>
                  <a:gd name="T11" fmla="*/ 5 h 22"/>
                  <a:gd name="T12" fmla="*/ 108 w 32"/>
                  <a:gd name="T13" fmla="*/ 5 h 22"/>
                  <a:gd name="T14" fmla="*/ 107 w 32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2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21" y="7"/>
                      <a:pt x="8" y="13"/>
                      <a:pt x="0" y="22"/>
                    </a:cubicBezTo>
                    <a:cubicBezTo>
                      <a:pt x="2" y="21"/>
                      <a:pt x="5" y="19"/>
                      <a:pt x="7" y="17"/>
                    </a:cubicBezTo>
                    <a:cubicBezTo>
                      <a:pt x="10" y="15"/>
                      <a:pt x="12" y="14"/>
                      <a:pt x="15" y="12"/>
                    </a:cubicBezTo>
                    <a:cubicBezTo>
                      <a:pt x="21" y="8"/>
                      <a:pt x="26" y="5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8" name="Freeform 136">
                <a:extLst>
                  <a:ext uri="{FF2B5EF4-FFF2-40B4-BE49-F238E27FC236}">
                    <a16:creationId xmlns:a16="http://schemas.microsoft.com/office/drawing/2014/main" id="{1452FBE0-6659-44B2-AA90-A3B1376E5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939"/>
                <a:ext cx="99" cy="85"/>
              </a:xfrm>
              <a:custGeom>
                <a:avLst/>
                <a:gdLst>
                  <a:gd name="T0" fmla="*/ 224 w 66"/>
                  <a:gd name="T1" fmla="*/ 0 h 53"/>
                  <a:gd name="T2" fmla="*/ 59 w 66"/>
                  <a:gd name="T3" fmla="*/ 123 h 53"/>
                  <a:gd name="T4" fmla="*/ 5 w 66"/>
                  <a:gd name="T5" fmla="*/ 183 h 53"/>
                  <a:gd name="T6" fmla="*/ 26 w 66"/>
                  <a:gd name="T7" fmla="*/ 218 h 53"/>
                  <a:gd name="T8" fmla="*/ 21 w 66"/>
                  <a:gd name="T9" fmla="*/ 172 h 53"/>
                  <a:gd name="T10" fmla="*/ 48 w 66"/>
                  <a:gd name="T11" fmla="*/ 144 h 53"/>
                  <a:gd name="T12" fmla="*/ 89 w 66"/>
                  <a:gd name="T13" fmla="*/ 115 h 53"/>
                  <a:gd name="T14" fmla="*/ 162 w 66"/>
                  <a:gd name="T15" fmla="*/ 56 h 53"/>
                  <a:gd name="T16" fmla="*/ 197 w 66"/>
                  <a:gd name="T17" fmla="*/ 26 h 53"/>
                  <a:gd name="T18" fmla="*/ 221 w 66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53">
                    <a:moveTo>
                      <a:pt x="66" y="0"/>
                    </a:moveTo>
                    <a:cubicBezTo>
                      <a:pt x="50" y="10"/>
                      <a:pt x="34" y="20"/>
                      <a:pt x="17" y="30"/>
                    </a:cubicBezTo>
                    <a:cubicBezTo>
                      <a:pt x="13" y="32"/>
                      <a:pt x="2" y="39"/>
                      <a:pt x="1" y="44"/>
                    </a:cubicBezTo>
                    <a:cubicBezTo>
                      <a:pt x="0" y="47"/>
                      <a:pt x="5" y="51"/>
                      <a:pt x="7" y="53"/>
                    </a:cubicBezTo>
                    <a:cubicBezTo>
                      <a:pt x="5" y="51"/>
                      <a:pt x="3" y="46"/>
                      <a:pt x="6" y="42"/>
                    </a:cubicBezTo>
                    <a:cubicBezTo>
                      <a:pt x="8" y="40"/>
                      <a:pt x="12" y="37"/>
                      <a:pt x="14" y="35"/>
                    </a:cubicBezTo>
                    <a:cubicBezTo>
                      <a:pt x="18" y="33"/>
                      <a:pt x="22" y="30"/>
                      <a:pt x="26" y="28"/>
                    </a:cubicBezTo>
                    <a:cubicBezTo>
                      <a:pt x="33" y="23"/>
                      <a:pt x="41" y="19"/>
                      <a:pt x="48" y="14"/>
                    </a:cubicBezTo>
                    <a:cubicBezTo>
                      <a:pt x="51" y="11"/>
                      <a:pt x="54" y="8"/>
                      <a:pt x="58" y="6"/>
                    </a:cubicBezTo>
                    <a:cubicBezTo>
                      <a:pt x="60" y="4"/>
                      <a:pt x="63" y="3"/>
                      <a:pt x="65" y="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59" name="Freeform 137">
                <a:extLst>
                  <a:ext uri="{FF2B5EF4-FFF2-40B4-BE49-F238E27FC236}">
                    <a16:creationId xmlns:a16="http://schemas.microsoft.com/office/drawing/2014/main" id="{A3C28343-6F97-4A53-8797-C458246B6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958"/>
                <a:ext cx="25" cy="24"/>
              </a:xfrm>
              <a:custGeom>
                <a:avLst/>
                <a:gdLst>
                  <a:gd name="T0" fmla="*/ 26 w 17"/>
                  <a:gd name="T1" fmla="*/ 54 h 15"/>
                  <a:gd name="T2" fmla="*/ 9 w 17"/>
                  <a:gd name="T3" fmla="*/ 54 h 15"/>
                  <a:gd name="T4" fmla="*/ 38 w 17"/>
                  <a:gd name="T5" fmla="*/ 13 h 15"/>
                  <a:gd name="T6" fmla="*/ 54 w 17"/>
                  <a:gd name="T7" fmla="*/ 0 h 15"/>
                  <a:gd name="T8" fmla="*/ 32 w 17"/>
                  <a:gd name="T9" fmla="*/ 16 h 15"/>
                  <a:gd name="T10" fmla="*/ 1 w 17"/>
                  <a:gd name="T11" fmla="*/ 56 h 15"/>
                  <a:gd name="T12" fmla="*/ 26 w 17"/>
                  <a:gd name="T13" fmla="*/ 54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8" y="13"/>
                    </a:moveTo>
                    <a:cubicBezTo>
                      <a:pt x="6" y="14"/>
                      <a:pt x="4" y="14"/>
                      <a:pt x="3" y="13"/>
                    </a:cubicBezTo>
                    <a:cubicBezTo>
                      <a:pt x="2" y="11"/>
                      <a:pt x="6" y="7"/>
                      <a:pt x="12" y="3"/>
                    </a:cubicBezTo>
                    <a:cubicBezTo>
                      <a:pt x="14" y="2"/>
                      <a:pt x="15" y="1"/>
                      <a:pt x="17" y="0"/>
                    </a:cubicBezTo>
                    <a:cubicBezTo>
                      <a:pt x="15" y="1"/>
                      <a:pt x="12" y="2"/>
                      <a:pt x="10" y="4"/>
                    </a:cubicBezTo>
                    <a:cubicBezTo>
                      <a:pt x="4" y="8"/>
                      <a:pt x="0" y="12"/>
                      <a:pt x="1" y="14"/>
                    </a:cubicBezTo>
                    <a:cubicBezTo>
                      <a:pt x="2" y="15"/>
                      <a:pt x="5" y="14"/>
                      <a:pt x="8" y="13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0" name="Freeform 138">
                <a:extLst>
                  <a:ext uri="{FF2B5EF4-FFF2-40B4-BE49-F238E27FC236}">
                    <a16:creationId xmlns:a16="http://schemas.microsoft.com/office/drawing/2014/main" id="{C151C441-D7C5-4497-9D71-17A338F1A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960"/>
                <a:ext cx="24" cy="19"/>
              </a:xfrm>
              <a:custGeom>
                <a:avLst/>
                <a:gdLst>
                  <a:gd name="T0" fmla="*/ 48 w 16"/>
                  <a:gd name="T1" fmla="*/ 5 h 12"/>
                  <a:gd name="T2" fmla="*/ 21 w 16"/>
                  <a:gd name="T3" fmla="*/ 35 h 12"/>
                  <a:gd name="T4" fmla="*/ 0 w 16"/>
                  <a:gd name="T5" fmla="*/ 48 h 12"/>
                  <a:gd name="T6" fmla="*/ 27 w 16"/>
                  <a:gd name="T7" fmla="*/ 33 h 12"/>
                  <a:gd name="T8" fmla="*/ 53 w 16"/>
                  <a:gd name="T9" fmla="*/ 5 h 12"/>
                  <a:gd name="T10" fmla="*/ 39 w 16"/>
                  <a:gd name="T11" fmla="*/ 5 h 12"/>
                  <a:gd name="T12" fmla="*/ 48 w 16"/>
                  <a:gd name="T13" fmla="*/ 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14" y="1"/>
                    </a:moveTo>
                    <a:cubicBezTo>
                      <a:pt x="15" y="3"/>
                      <a:pt x="11" y="6"/>
                      <a:pt x="6" y="9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2" y="12"/>
                      <a:pt x="5" y="10"/>
                      <a:pt x="8" y="8"/>
                    </a:cubicBezTo>
                    <a:cubicBezTo>
                      <a:pt x="13" y="5"/>
                      <a:pt x="16" y="2"/>
                      <a:pt x="15" y="1"/>
                    </a:cubicBezTo>
                    <a:cubicBezTo>
                      <a:pt x="15" y="0"/>
                      <a:pt x="13" y="0"/>
                      <a:pt x="11" y="1"/>
                    </a:cubicBezTo>
                    <a:cubicBezTo>
                      <a:pt x="12" y="1"/>
                      <a:pt x="13" y="0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1" name="Freeform 139">
                <a:extLst>
                  <a:ext uri="{FF2B5EF4-FFF2-40B4-BE49-F238E27FC236}">
                    <a16:creationId xmlns:a16="http://schemas.microsoft.com/office/drawing/2014/main" id="{E2BD4614-3ADE-4099-BD1D-58BBD0B3E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914"/>
                <a:ext cx="157" cy="121"/>
              </a:xfrm>
              <a:custGeom>
                <a:avLst/>
                <a:gdLst>
                  <a:gd name="T0" fmla="*/ 304 w 105"/>
                  <a:gd name="T1" fmla="*/ 0 h 76"/>
                  <a:gd name="T2" fmla="*/ 215 w 105"/>
                  <a:gd name="T3" fmla="*/ 73 h 76"/>
                  <a:gd name="T4" fmla="*/ 46 w 105"/>
                  <a:gd name="T5" fmla="*/ 197 h 76"/>
                  <a:gd name="T6" fmla="*/ 9 w 105"/>
                  <a:gd name="T7" fmla="*/ 253 h 76"/>
                  <a:gd name="T8" fmla="*/ 28 w 105"/>
                  <a:gd name="T9" fmla="*/ 287 h 76"/>
                  <a:gd name="T10" fmla="*/ 55 w 105"/>
                  <a:gd name="T11" fmla="*/ 291 h 76"/>
                  <a:gd name="T12" fmla="*/ 229 w 105"/>
                  <a:gd name="T13" fmla="*/ 162 h 76"/>
                  <a:gd name="T14" fmla="*/ 351 w 105"/>
                  <a:gd name="T15" fmla="*/ 68 h 76"/>
                  <a:gd name="T16" fmla="*/ 304 w 105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76">
                    <a:moveTo>
                      <a:pt x="91" y="0"/>
                    </a:moveTo>
                    <a:cubicBezTo>
                      <a:pt x="64" y="18"/>
                      <a:pt x="64" y="18"/>
                      <a:pt x="64" y="18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0" y="58"/>
                      <a:pt x="2" y="60"/>
                      <a:pt x="3" y="63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10" y="73"/>
                      <a:pt x="13" y="76"/>
                      <a:pt x="17" y="72"/>
                    </a:cubicBezTo>
                    <a:cubicBezTo>
                      <a:pt x="18" y="72"/>
                      <a:pt x="57" y="46"/>
                      <a:pt x="68" y="40"/>
                    </a:cubicBezTo>
                    <a:cubicBezTo>
                      <a:pt x="75" y="35"/>
                      <a:pt x="93" y="24"/>
                      <a:pt x="105" y="17"/>
                    </a:cubicBezTo>
                    <a:lnTo>
                      <a:pt x="91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2" name="Freeform 140">
                <a:extLst>
                  <a:ext uri="{FF2B5EF4-FFF2-40B4-BE49-F238E27FC236}">
                    <a16:creationId xmlns:a16="http://schemas.microsoft.com/office/drawing/2014/main" id="{08AAB10E-26F6-4C81-8BB3-BE8AD1429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" y="1523"/>
                <a:ext cx="78" cy="205"/>
              </a:xfrm>
              <a:custGeom>
                <a:avLst/>
                <a:gdLst>
                  <a:gd name="T0" fmla="*/ 102 w 52"/>
                  <a:gd name="T1" fmla="*/ 26 h 128"/>
                  <a:gd name="T2" fmla="*/ 102 w 52"/>
                  <a:gd name="T3" fmla="*/ 26 h 128"/>
                  <a:gd name="T4" fmla="*/ 126 w 52"/>
                  <a:gd name="T5" fmla="*/ 5 h 128"/>
                  <a:gd name="T6" fmla="*/ 156 w 52"/>
                  <a:gd name="T7" fmla="*/ 16 h 128"/>
                  <a:gd name="T8" fmla="*/ 162 w 52"/>
                  <a:gd name="T9" fmla="*/ 86 h 128"/>
                  <a:gd name="T10" fmla="*/ 113 w 52"/>
                  <a:gd name="T11" fmla="*/ 320 h 128"/>
                  <a:gd name="T12" fmla="*/ 80 w 52"/>
                  <a:gd name="T13" fmla="*/ 479 h 128"/>
                  <a:gd name="T14" fmla="*/ 53 w 52"/>
                  <a:gd name="T15" fmla="*/ 521 h 128"/>
                  <a:gd name="T16" fmla="*/ 18 w 52"/>
                  <a:gd name="T17" fmla="*/ 513 h 128"/>
                  <a:gd name="T18" fmla="*/ 5 w 52"/>
                  <a:gd name="T19" fmla="*/ 479 h 128"/>
                  <a:gd name="T20" fmla="*/ 48 w 52"/>
                  <a:gd name="T21" fmla="*/ 251 h 128"/>
                  <a:gd name="T22" fmla="*/ 102 w 52"/>
                  <a:gd name="T23" fmla="*/ 26 h 1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128">
                    <a:moveTo>
                      <a:pt x="30" y="6"/>
                    </a:moveTo>
                    <a:cubicBezTo>
                      <a:pt x="30" y="6"/>
                      <a:pt x="30" y="6"/>
                      <a:pt x="30" y="6"/>
                    </a:cubicBezTo>
                    <a:cubicBezTo>
                      <a:pt x="31" y="3"/>
                      <a:pt x="32" y="0"/>
                      <a:pt x="37" y="1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9" y="4"/>
                      <a:pt x="52" y="5"/>
                      <a:pt x="48" y="21"/>
                    </a:cubicBezTo>
                    <a:cubicBezTo>
                      <a:pt x="33" y="78"/>
                      <a:pt x="33" y="78"/>
                      <a:pt x="33" y="78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1" y="123"/>
                      <a:pt x="18" y="128"/>
                      <a:pt x="15" y="127"/>
                    </a:cubicBezTo>
                    <a:cubicBezTo>
                      <a:pt x="5" y="125"/>
                      <a:pt x="5" y="125"/>
                      <a:pt x="5" y="125"/>
                    </a:cubicBezTo>
                    <a:cubicBezTo>
                      <a:pt x="1" y="124"/>
                      <a:pt x="0" y="121"/>
                      <a:pt x="1" y="117"/>
                    </a:cubicBezTo>
                    <a:cubicBezTo>
                      <a:pt x="1" y="116"/>
                      <a:pt x="11" y="73"/>
                      <a:pt x="14" y="61"/>
                    </a:cubicBezTo>
                    <a:cubicBezTo>
                      <a:pt x="17" y="49"/>
                      <a:pt x="30" y="6"/>
                      <a:pt x="30" y="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3" name="Freeform 141">
                <a:extLst>
                  <a:ext uri="{FF2B5EF4-FFF2-40B4-BE49-F238E27FC236}">
                    <a16:creationId xmlns:a16="http://schemas.microsoft.com/office/drawing/2014/main" id="{BEEC589A-52C9-4814-B1AB-4BDD2D923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" y="1614"/>
                <a:ext cx="16" cy="40"/>
              </a:xfrm>
              <a:custGeom>
                <a:avLst/>
                <a:gdLst>
                  <a:gd name="T0" fmla="*/ 6 w 11"/>
                  <a:gd name="T1" fmla="*/ 102 h 25"/>
                  <a:gd name="T2" fmla="*/ 6 w 11"/>
                  <a:gd name="T3" fmla="*/ 48 h 25"/>
                  <a:gd name="T4" fmla="*/ 28 w 11"/>
                  <a:gd name="T5" fmla="*/ 5 h 25"/>
                  <a:gd name="T6" fmla="*/ 28 w 11"/>
                  <a:gd name="T7" fmla="*/ 54 h 25"/>
                  <a:gd name="T8" fmla="*/ 6 w 11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2" y="25"/>
                    </a:moveTo>
                    <a:cubicBezTo>
                      <a:pt x="1" y="24"/>
                      <a:pt x="0" y="18"/>
                      <a:pt x="2" y="12"/>
                    </a:cubicBezTo>
                    <a:cubicBezTo>
                      <a:pt x="4" y="5"/>
                      <a:pt x="7" y="0"/>
                      <a:pt x="9" y="1"/>
                    </a:cubicBezTo>
                    <a:cubicBezTo>
                      <a:pt x="11" y="1"/>
                      <a:pt x="11" y="7"/>
                      <a:pt x="9" y="13"/>
                    </a:cubicBezTo>
                    <a:cubicBezTo>
                      <a:pt x="7" y="20"/>
                      <a:pt x="4" y="25"/>
                      <a:pt x="2" y="2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4" name="Freeform 142">
                <a:extLst>
                  <a:ext uri="{FF2B5EF4-FFF2-40B4-BE49-F238E27FC236}">
                    <a16:creationId xmlns:a16="http://schemas.microsoft.com/office/drawing/2014/main" id="{EC2AC919-3B67-4CB1-A754-7241EE1E8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" y="1611"/>
                <a:ext cx="15" cy="40"/>
              </a:xfrm>
              <a:custGeom>
                <a:avLst/>
                <a:gdLst>
                  <a:gd name="T0" fmla="*/ 8 w 10"/>
                  <a:gd name="T1" fmla="*/ 98 h 25"/>
                  <a:gd name="T2" fmla="*/ 8 w 10"/>
                  <a:gd name="T3" fmla="*/ 46 h 25"/>
                  <a:gd name="T4" fmla="*/ 27 w 10"/>
                  <a:gd name="T5" fmla="*/ 0 h 25"/>
                  <a:gd name="T6" fmla="*/ 27 w 10"/>
                  <a:gd name="T7" fmla="*/ 54 h 25"/>
                  <a:gd name="T8" fmla="*/ 8 w 10"/>
                  <a:gd name="T9" fmla="*/ 9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2" y="24"/>
                    </a:moveTo>
                    <a:cubicBezTo>
                      <a:pt x="0" y="24"/>
                      <a:pt x="0" y="18"/>
                      <a:pt x="2" y="11"/>
                    </a:cubicBezTo>
                    <a:cubicBezTo>
                      <a:pt x="3" y="5"/>
                      <a:pt x="6" y="0"/>
                      <a:pt x="8" y="0"/>
                    </a:cubicBezTo>
                    <a:cubicBezTo>
                      <a:pt x="10" y="1"/>
                      <a:pt x="10" y="7"/>
                      <a:pt x="8" y="13"/>
                    </a:cubicBezTo>
                    <a:cubicBezTo>
                      <a:pt x="7" y="20"/>
                      <a:pt x="4" y="25"/>
                      <a:pt x="2" y="24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5" name="Freeform 143">
                <a:extLst>
                  <a:ext uri="{FF2B5EF4-FFF2-40B4-BE49-F238E27FC236}">
                    <a16:creationId xmlns:a16="http://schemas.microsoft.com/office/drawing/2014/main" id="{FCB24004-C7E1-4448-9CCC-466B03213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" y="1532"/>
                <a:ext cx="18" cy="85"/>
              </a:xfrm>
              <a:custGeom>
                <a:avLst/>
                <a:gdLst>
                  <a:gd name="T0" fmla="*/ 8 w 12"/>
                  <a:gd name="T1" fmla="*/ 0 h 53"/>
                  <a:gd name="T2" fmla="*/ 39 w 12"/>
                  <a:gd name="T3" fmla="*/ 16 h 53"/>
                  <a:gd name="T4" fmla="*/ 32 w 12"/>
                  <a:gd name="T5" fmla="*/ 67 h 53"/>
                  <a:gd name="T6" fmla="*/ 14 w 12"/>
                  <a:gd name="T7" fmla="*/ 149 h 53"/>
                  <a:gd name="T8" fmla="*/ 8 w 12"/>
                  <a:gd name="T9" fmla="*/ 183 h 53"/>
                  <a:gd name="T10" fmla="*/ 0 w 12"/>
                  <a:gd name="T11" fmla="*/ 218 h 53"/>
                  <a:gd name="T12" fmla="*/ 26 w 12"/>
                  <a:gd name="T13" fmla="*/ 61 h 53"/>
                  <a:gd name="T14" fmla="*/ 21 w 12"/>
                  <a:gd name="T15" fmla="*/ 16 h 53"/>
                  <a:gd name="T16" fmla="*/ 0 w 12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53">
                    <a:moveTo>
                      <a:pt x="2" y="0"/>
                    </a:moveTo>
                    <a:cubicBezTo>
                      <a:pt x="5" y="0"/>
                      <a:pt x="9" y="1"/>
                      <a:pt x="11" y="4"/>
                    </a:cubicBezTo>
                    <a:cubicBezTo>
                      <a:pt x="12" y="7"/>
                      <a:pt x="10" y="13"/>
                      <a:pt x="9" y="16"/>
                    </a:cubicBezTo>
                    <a:cubicBezTo>
                      <a:pt x="8" y="23"/>
                      <a:pt x="6" y="29"/>
                      <a:pt x="4" y="36"/>
                    </a:cubicBezTo>
                    <a:cubicBezTo>
                      <a:pt x="3" y="39"/>
                      <a:pt x="2" y="41"/>
                      <a:pt x="2" y="44"/>
                    </a:cubicBezTo>
                    <a:cubicBezTo>
                      <a:pt x="1" y="47"/>
                      <a:pt x="1" y="51"/>
                      <a:pt x="0" y="53"/>
                    </a:cubicBezTo>
                    <a:cubicBezTo>
                      <a:pt x="0" y="41"/>
                      <a:pt x="5" y="28"/>
                      <a:pt x="7" y="15"/>
                    </a:cubicBezTo>
                    <a:cubicBezTo>
                      <a:pt x="8" y="11"/>
                      <a:pt x="8" y="7"/>
                      <a:pt x="6" y="4"/>
                    </a:cubicBezTo>
                    <a:cubicBezTo>
                      <a:pt x="5" y="2"/>
                      <a:pt x="2" y="0"/>
                      <a:pt x="0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6" name="Freeform 144">
                <a:extLst>
                  <a:ext uri="{FF2B5EF4-FFF2-40B4-BE49-F238E27FC236}">
                    <a16:creationId xmlns:a16="http://schemas.microsoft.com/office/drawing/2014/main" id="{7A4FF1AF-8636-4AD9-A735-7B84FB098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" y="1579"/>
                <a:ext cx="30" cy="144"/>
              </a:xfrm>
              <a:custGeom>
                <a:avLst/>
                <a:gdLst>
                  <a:gd name="T0" fmla="*/ 35 w 20"/>
                  <a:gd name="T1" fmla="*/ 363 h 90"/>
                  <a:gd name="T2" fmla="*/ 5 w 20"/>
                  <a:gd name="T3" fmla="*/ 342 h 90"/>
                  <a:gd name="T4" fmla="*/ 14 w 20"/>
                  <a:gd name="T5" fmla="*/ 282 h 90"/>
                  <a:gd name="T6" fmla="*/ 32 w 20"/>
                  <a:gd name="T7" fmla="*/ 192 h 90"/>
                  <a:gd name="T8" fmla="*/ 68 w 20"/>
                  <a:gd name="T9" fmla="*/ 0 h 90"/>
                  <a:gd name="T10" fmla="*/ 45 w 20"/>
                  <a:gd name="T11" fmla="*/ 131 h 90"/>
                  <a:gd name="T12" fmla="*/ 26 w 20"/>
                  <a:gd name="T13" fmla="*/ 261 h 90"/>
                  <a:gd name="T14" fmla="*/ 54 w 20"/>
                  <a:gd name="T15" fmla="*/ 355 h 90"/>
                  <a:gd name="T16" fmla="*/ 39 w 20"/>
                  <a:gd name="T17" fmla="*/ 363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90">
                    <a:moveTo>
                      <a:pt x="10" y="89"/>
                    </a:moveTo>
                    <a:cubicBezTo>
                      <a:pt x="7" y="88"/>
                      <a:pt x="2" y="89"/>
                      <a:pt x="1" y="84"/>
                    </a:cubicBezTo>
                    <a:cubicBezTo>
                      <a:pt x="0" y="80"/>
                      <a:pt x="2" y="73"/>
                      <a:pt x="4" y="69"/>
                    </a:cubicBezTo>
                    <a:cubicBezTo>
                      <a:pt x="6" y="60"/>
                      <a:pt x="7" y="56"/>
                      <a:pt x="9" y="47"/>
                    </a:cubicBezTo>
                    <a:cubicBezTo>
                      <a:pt x="12" y="33"/>
                      <a:pt x="16" y="13"/>
                      <a:pt x="20" y="0"/>
                    </a:cubicBezTo>
                    <a:cubicBezTo>
                      <a:pt x="18" y="10"/>
                      <a:pt x="15" y="22"/>
                      <a:pt x="13" y="32"/>
                    </a:cubicBezTo>
                    <a:cubicBezTo>
                      <a:pt x="10" y="43"/>
                      <a:pt x="9" y="53"/>
                      <a:pt x="7" y="64"/>
                    </a:cubicBezTo>
                    <a:cubicBezTo>
                      <a:pt x="5" y="74"/>
                      <a:pt x="7" y="90"/>
                      <a:pt x="16" y="87"/>
                    </a:cubicBezTo>
                    <a:cubicBezTo>
                      <a:pt x="15" y="90"/>
                      <a:pt x="13" y="88"/>
                      <a:pt x="11" y="89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7" name="Freeform 145">
                <a:extLst>
                  <a:ext uri="{FF2B5EF4-FFF2-40B4-BE49-F238E27FC236}">
                    <a16:creationId xmlns:a16="http://schemas.microsoft.com/office/drawing/2014/main" id="{3E39B1BA-CB26-4AF8-9DD2-C11210D29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" y="1617"/>
                <a:ext cx="9" cy="34"/>
              </a:xfrm>
              <a:custGeom>
                <a:avLst/>
                <a:gdLst>
                  <a:gd name="T0" fmla="*/ 21 w 6"/>
                  <a:gd name="T1" fmla="*/ 63 h 21"/>
                  <a:gd name="T2" fmla="*/ 12 w 6"/>
                  <a:gd name="T3" fmla="*/ 76 h 21"/>
                  <a:gd name="T4" fmla="*/ 12 w 6"/>
                  <a:gd name="T5" fmla="*/ 21 h 21"/>
                  <a:gd name="T6" fmla="*/ 14 w 6"/>
                  <a:gd name="T7" fmla="*/ 0 h 21"/>
                  <a:gd name="T8" fmla="*/ 8 w 6"/>
                  <a:gd name="T9" fmla="*/ 34 h 21"/>
                  <a:gd name="T10" fmla="*/ 8 w 6"/>
                  <a:gd name="T11" fmla="*/ 84 h 21"/>
                  <a:gd name="T12" fmla="*/ 21 w 6"/>
                  <a:gd name="T13" fmla="*/ 6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1">
                    <a:moveTo>
                      <a:pt x="6" y="15"/>
                    </a:moveTo>
                    <a:cubicBezTo>
                      <a:pt x="5" y="17"/>
                      <a:pt x="4" y="19"/>
                      <a:pt x="3" y="18"/>
                    </a:cubicBezTo>
                    <a:cubicBezTo>
                      <a:pt x="1" y="18"/>
                      <a:pt x="1" y="12"/>
                      <a:pt x="3" y="5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3" y="2"/>
                      <a:pt x="2" y="5"/>
                      <a:pt x="2" y="8"/>
                    </a:cubicBezTo>
                    <a:cubicBezTo>
                      <a:pt x="0" y="14"/>
                      <a:pt x="0" y="20"/>
                      <a:pt x="2" y="20"/>
                    </a:cubicBezTo>
                    <a:cubicBezTo>
                      <a:pt x="3" y="21"/>
                      <a:pt x="5" y="19"/>
                      <a:pt x="6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8" name="Freeform 146">
                <a:extLst>
                  <a:ext uri="{FF2B5EF4-FFF2-40B4-BE49-F238E27FC236}">
                    <a16:creationId xmlns:a16="http://schemas.microsoft.com/office/drawing/2014/main" id="{DC09E01A-1777-42A4-9DB0-8E3E9C797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" y="1614"/>
                <a:ext cx="8" cy="30"/>
              </a:xfrm>
              <a:custGeom>
                <a:avLst/>
                <a:gdLst>
                  <a:gd name="T0" fmla="*/ 13 w 5"/>
                  <a:gd name="T1" fmla="*/ 8 h 19"/>
                  <a:gd name="T2" fmla="*/ 13 w 5"/>
                  <a:gd name="T3" fmla="*/ 52 h 19"/>
                  <a:gd name="T4" fmla="*/ 5 w 5"/>
                  <a:gd name="T5" fmla="*/ 74 h 19"/>
                  <a:gd name="T6" fmla="*/ 16 w 5"/>
                  <a:gd name="T7" fmla="*/ 43 h 19"/>
                  <a:gd name="T8" fmla="*/ 16 w 5"/>
                  <a:gd name="T9" fmla="*/ 5 h 19"/>
                  <a:gd name="T10" fmla="*/ 0 w 5"/>
                  <a:gd name="T11" fmla="*/ 14 h 19"/>
                  <a:gd name="T12" fmla="*/ 13 w 5"/>
                  <a:gd name="T13" fmla="*/ 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9">
                    <a:moveTo>
                      <a:pt x="3" y="2"/>
                    </a:moveTo>
                    <a:cubicBezTo>
                      <a:pt x="5" y="2"/>
                      <a:pt x="4" y="8"/>
                      <a:pt x="3" y="13"/>
                    </a:cubicBezTo>
                    <a:cubicBezTo>
                      <a:pt x="2" y="15"/>
                      <a:pt x="1" y="17"/>
                      <a:pt x="1" y="19"/>
                    </a:cubicBezTo>
                    <a:cubicBezTo>
                      <a:pt x="2" y="18"/>
                      <a:pt x="3" y="14"/>
                      <a:pt x="4" y="11"/>
                    </a:cubicBezTo>
                    <a:cubicBezTo>
                      <a:pt x="5" y="6"/>
                      <a:pt x="5" y="1"/>
                      <a:pt x="4" y="1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1" y="3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9" name="Freeform 147">
                <a:extLst>
                  <a:ext uri="{FF2B5EF4-FFF2-40B4-BE49-F238E27FC236}">
                    <a16:creationId xmlns:a16="http://schemas.microsoft.com/office/drawing/2014/main" id="{B3BECA23-B6E9-4540-A231-EDF0462AA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" y="1523"/>
                <a:ext cx="78" cy="205"/>
              </a:xfrm>
              <a:custGeom>
                <a:avLst/>
                <a:gdLst>
                  <a:gd name="T0" fmla="*/ 102 w 52"/>
                  <a:gd name="T1" fmla="*/ 26 h 128"/>
                  <a:gd name="T2" fmla="*/ 102 w 52"/>
                  <a:gd name="T3" fmla="*/ 26 h 128"/>
                  <a:gd name="T4" fmla="*/ 126 w 52"/>
                  <a:gd name="T5" fmla="*/ 5 h 128"/>
                  <a:gd name="T6" fmla="*/ 156 w 52"/>
                  <a:gd name="T7" fmla="*/ 16 h 128"/>
                  <a:gd name="T8" fmla="*/ 162 w 52"/>
                  <a:gd name="T9" fmla="*/ 86 h 128"/>
                  <a:gd name="T10" fmla="*/ 113 w 52"/>
                  <a:gd name="T11" fmla="*/ 320 h 128"/>
                  <a:gd name="T12" fmla="*/ 80 w 52"/>
                  <a:gd name="T13" fmla="*/ 479 h 128"/>
                  <a:gd name="T14" fmla="*/ 53 w 52"/>
                  <a:gd name="T15" fmla="*/ 521 h 128"/>
                  <a:gd name="T16" fmla="*/ 18 w 52"/>
                  <a:gd name="T17" fmla="*/ 513 h 128"/>
                  <a:gd name="T18" fmla="*/ 5 w 52"/>
                  <a:gd name="T19" fmla="*/ 479 h 128"/>
                  <a:gd name="T20" fmla="*/ 48 w 52"/>
                  <a:gd name="T21" fmla="*/ 251 h 128"/>
                  <a:gd name="T22" fmla="*/ 102 w 52"/>
                  <a:gd name="T23" fmla="*/ 26 h 1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128">
                    <a:moveTo>
                      <a:pt x="30" y="6"/>
                    </a:moveTo>
                    <a:cubicBezTo>
                      <a:pt x="30" y="6"/>
                      <a:pt x="30" y="6"/>
                      <a:pt x="30" y="6"/>
                    </a:cubicBezTo>
                    <a:cubicBezTo>
                      <a:pt x="31" y="3"/>
                      <a:pt x="32" y="0"/>
                      <a:pt x="37" y="1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9" y="4"/>
                      <a:pt x="52" y="5"/>
                      <a:pt x="48" y="21"/>
                    </a:cubicBezTo>
                    <a:cubicBezTo>
                      <a:pt x="33" y="78"/>
                      <a:pt x="33" y="78"/>
                      <a:pt x="33" y="78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1" y="123"/>
                      <a:pt x="18" y="128"/>
                      <a:pt x="15" y="127"/>
                    </a:cubicBezTo>
                    <a:cubicBezTo>
                      <a:pt x="5" y="125"/>
                      <a:pt x="5" y="125"/>
                      <a:pt x="5" y="125"/>
                    </a:cubicBezTo>
                    <a:cubicBezTo>
                      <a:pt x="1" y="124"/>
                      <a:pt x="0" y="121"/>
                      <a:pt x="1" y="117"/>
                    </a:cubicBezTo>
                    <a:cubicBezTo>
                      <a:pt x="1" y="116"/>
                      <a:pt x="11" y="73"/>
                      <a:pt x="14" y="61"/>
                    </a:cubicBezTo>
                    <a:cubicBezTo>
                      <a:pt x="17" y="49"/>
                      <a:pt x="30" y="6"/>
                      <a:pt x="30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0" name="Freeform 148">
                <a:extLst>
                  <a:ext uri="{FF2B5EF4-FFF2-40B4-BE49-F238E27FC236}">
                    <a16:creationId xmlns:a16="http://schemas.microsoft.com/office/drawing/2014/main" id="{97121BFF-65C0-4494-821F-FADDEF8EF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" y="1731"/>
                <a:ext cx="51" cy="206"/>
              </a:xfrm>
              <a:custGeom>
                <a:avLst/>
                <a:gdLst>
                  <a:gd name="T0" fmla="*/ 41 w 34"/>
                  <a:gd name="T1" fmla="*/ 26 h 129"/>
                  <a:gd name="T2" fmla="*/ 41 w 34"/>
                  <a:gd name="T3" fmla="*/ 26 h 129"/>
                  <a:gd name="T4" fmla="*/ 62 w 34"/>
                  <a:gd name="T5" fmla="*/ 5 h 129"/>
                  <a:gd name="T6" fmla="*/ 95 w 34"/>
                  <a:gd name="T7" fmla="*/ 8 h 129"/>
                  <a:gd name="T8" fmla="*/ 108 w 34"/>
                  <a:gd name="T9" fmla="*/ 73 h 129"/>
                  <a:gd name="T10" fmla="*/ 89 w 34"/>
                  <a:gd name="T11" fmla="*/ 313 h 129"/>
                  <a:gd name="T12" fmla="*/ 75 w 34"/>
                  <a:gd name="T13" fmla="*/ 479 h 129"/>
                  <a:gd name="T14" fmla="*/ 53 w 34"/>
                  <a:gd name="T15" fmla="*/ 521 h 129"/>
                  <a:gd name="T16" fmla="*/ 18 w 34"/>
                  <a:gd name="T17" fmla="*/ 517 h 129"/>
                  <a:gd name="T18" fmla="*/ 0 w 34"/>
                  <a:gd name="T19" fmla="*/ 492 h 129"/>
                  <a:gd name="T20" fmla="*/ 14 w 34"/>
                  <a:gd name="T21" fmla="*/ 257 h 129"/>
                  <a:gd name="T22" fmla="*/ 41 w 34"/>
                  <a:gd name="T23" fmla="*/ 26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129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13" y="0"/>
                      <a:pt x="1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31" y="2"/>
                      <a:pt x="34" y="2"/>
                      <a:pt x="32" y="18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1" y="124"/>
                      <a:pt x="18" y="129"/>
                      <a:pt x="15" y="128"/>
                    </a:cubicBezTo>
                    <a:cubicBezTo>
                      <a:pt x="5" y="127"/>
                      <a:pt x="5" y="127"/>
                      <a:pt x="5" y="127"/>
                    </a:cubicBezTo>
                    <a:cubicBezTo>
                      <a:pt x="1" y="127"/>
                      <a:pt x="0" y="125"/>
                      <a:pt x="0" y="121"/>
                    </a:cubicBezTo>
                    <a:cubicBezTo>
                      <a:pt x="0" y="120"/>
                      <a:pt x="3" y="76"/>
                      <a:pt x="4" y="63"/>
                    </a:cubicBezTo>
                    <a:cubicBezTo>
                      <a:pt x="6" y="51"/>
                      <a:pt x="12" y="7"/>
                      <a:pt x="12" y="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1" name="Freeform 149">
                <a:extLst>
                  <a:ext uri="{FF2B5EF4-FFF2-40B4-BE49-F238E27FC236}">
                    <a16:creationId xmlns:a16="http://schemas.microsoft.com/office/drawing/2014/main" id="{06726B05-B3F1-400A-8A4A-C2A312720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" y="1823"/>
                <a:ext cx="13" cy="40"/>
              </a:xfrm>
              <a:custGeom>
                <a:avLst/>
                <a:gdLst>
                  <a:gd name="T0" fmla="*/ 9 w 9"/>
                  <a:gd name="T1" fmla="*/ 102 h 25"/>
                  <a:gd name="T2" fmla="*/ 1 w 9"/>
                  <a:gd name="T3" fmla="*/ 48 h 25"/>
                  <a:gd name="T4" fmla="*/ 19 w 9"/>
                  <a:gd name="T5" fmla="*/ 0 h 25"/>
                  <a:gd name="T6" fmla="*/ 25 w 9"/>
                  <a:gd name="T7" fmla="*/ 54 h 25"/>
                  <a:gd name="T8" fmla="*/ 9 w 9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3" y="25"/>
                    </a:moveTo>
                    <a:cubicBezTo>
                      <a:pt x="1" y="25"/>
                      <a:pt x="0" y="19"/>
                      <a:pt x="1" y="12"/>
                    </a:cubicBezTo>
                    <a:cubicBezTo>
                      <a:pt x="2" y="5"/>
                      <a:pt x="4" y="0"/>
                      <a:pt x="6" y="0"/>
                    </a:cubicBezTo>
                    <a:cubicBezTo>
                      <a:pt x="8" y="0"/>
                      <a:pt x="9" y="6"/>
                      <a:pt x="8" y="13"/>
                    </a:cubicBezTo>
                    <a:cubicBezTo>
                      <a:pt x="7" y="20"/>
                      <a:pt x="5" y="25"/>
                      <a:pt x="3" y="2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2" name="Freeform 150">
                <a:extLst>
                  <a:ext uri="{FF2B5EF4-FFF2-40B4-BE49-F238E27FC236}">
                    <a16:creationId xmlns:a16="http://schemas.microsoft.com/office/drawing/2014/main" id="{DBF37941-1B76-4B52-B2E9-F8E360976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" y="1819"/>
                <a:ext cx="13" cy="41"/>
              </a:xfrm>
              <a:custGeom>
                <a:avLst/>
                <a:gdLst>
                  <a:gd name="T0" fmla="*/ 9 w 9"/>
                  <a:gd name="T1" fmla="*/ 98 h 26"/>
                  <a:gd name="T2" fmla="*/ 1 w 9"/>
                  <a:gd name="T3" fmla="*/ 52 h 26"/>
                  <a:gd name="T4" fmla="*/ 19 w 9"/>
                  <a:gd name="T5" fmla="*/ 5 h 26"/>
                  <a:gd name="T6" fmla="*/ 25 w 9"/>
                  <a:gd name="T7" fmla="*/ 52 h 26"/>
                  <a:gd name="T8" fmla="*/ 9 w 9"/>
                  <a:gd name="T9" fmla="*/ 9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6">
                    <a:moveTo>
                      <a:pt x="3" y="25"/>
                    </a:moveTo>
                    <a:cubicBezTo>
                      <a:pt x="1" y="25"/>
                      <a:pt x="0" y="19"/>
                      <a:pt x="1" y="13"/>
                    </a:cubicBezTo>
                    <a:cubicBezTo>
                      <a:pt x="2" y="6"/>
                      <a:pt x="4" y="0"/>
                      <a:pt x="6" y="1"/>
                    </a:cubicBezTo>
                    <a:cubicBezTo>
                      <a:pt x="8" y="1"/>
                      <a:pt x="9" y="6"/>
                      <a:pt x="8" y="13"/>
                    </a:cubicBezTo>
                    <a:cubicBezTo>
                      <a:pt x="7" y="20"/>
                      <a:pt x="5" y="26"/>
                      <a:pt x="3" y="2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3" name="Freeform 151">
                <a:extLst>
                  <a:ext uri="{FF2B5EF4-FFF2-40B4-BE49-F238E27FC236}">
                    <a16:creationId xmlns:a16="http://schemas.microsoft.com/office/drawing/2014/main" id="{632FA5DA-F893-4683-8389-4C41CCCC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" y="1739"/>
                <a:ext cx="20" cy="84"/>
              </a:xfrm>
              <a:custGeom>
                <a:avLst/>
                <a:gdLst>
                  <a:gd name="T0" fmla="*/ 8 w 13"/>
                  <a:gd name="T1" fmla="*/ 0 h 53"/>
                  <a:gd name="T2" fmla="*/ 40 w 13"/>
                  <a:gd name="T3" fmla="*/ 13 h 53"/>
                  <a:gd name="T4" fmla="*/ 43 w 13"/>
                  <a:gd name="T5" fmla="*/ 60 h 53"/>
                  <a:gd name="T6" fmla="*/ 35 w 13"/>
                  <a:gd name="T7" fmla="*/ 138 h 53"/>
                  <a:gd name="T8" fmla="*/ 28 w 13"/>
                  <a:gd name="T9" fmla="*/ 176 h 53"/>
                  <a:gd name="T10" fmla="*/ 28 w 13"/>
                  <a:gd name="T11" fmla="*/ 211 h 53"/>
                  <a:gd name="T12" fmla="*/ 35 w 13"/>
                  <a:gd name="T13" fmla="*/ 55 h 53"/>
                  <a:gd name="T14" fmla="*/ 26 w 13"/>
                  <a:gd name="T15" fmla="*/ 16 h 53"/>
                  <a:gd name="T16" fmla="*/ 0 w 13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3">
                    <a:moveTo>
                      <a:pt x="2" y="0"/>
                    </a:moveTo>
                    <a:cubicBezTo>
                      <a:pt x="5" y="0"/>
                      <a:pt x="10" y="0"/>
                      <a:pt x="11" y="3"/>
                    </a:cubicBezTo>
                    <a:cubicBezTo>
                      <a:pt x="13" y="5"/>
                      <a:pt x="12" y="11"/>
                      <a:pt x="12" y="15"/>
                    </a:cubicBezTo>
                    <a:cubicBezTo>
                      <a:pt x="11" y="22"/>
                      <a:pt x="10" y="28"/>
                      <a:pt x="10" y="35"/>
                    </a:cubicBezTo>
                    <a:cubicBezTo>
                      <a:pt x="9" y="38"/>
                      <a:pt x="9" y="41"/>
                      <a:pt x="8" y="44"/>
                    </a:cubicBezTo>
                    <a:cubicBezTo>
                      <a:pt x="8" y="47"/>
                      <a:pt x="8" y="50"/>
                      <a:pt x="8" y="53"/>
                    </a:cubicBezTo>
                    <a:cubicBezTo>
                      <a:pt x="6" y="41"/>
                      <a:pt x="9" y="27"/>
                      <a:pt x="10" y="14"/>
                    </a:cubicBezTo>
                    <a:cubicBezTo>
                      <a:pt x="10" y="10"/>
                      <a:pt x="9" y="6"/>
                      <a:pt x="7" y="4"/>
                    </a:cubicBez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4" name="Freeform 152">
                <a:extLst>
                  <a:ext uri="{FF2B5EF4-FFF2-40B4-BE49-F238E27FC236}">
                    <a16:creationId xmlns:a16="http://schemas.microsoft.com/office/drawing/2014/main" id="{558B2929-ED41-413F-8E79-9E9177D5A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" y="1788"/>
                <a:ext cx="25" cy="146"/>
              </a:xfrm>
              <a:custGeom>
                <a:avLst/>
                <a:gdLst>
                  <a:gd name="T0" fmla="*/ 35 w 17"/>
                  <a:gd name="T1" fmla="*/ 371 h 91"/>
                  <a:gd name="T2" fmla="*/ 1 w 17"/>
                  <a:gd name="T3" fmla="*/ 355 h 91"/>
                  <a:gd name="T4" fmla="*/ 6 w 17"/>
                  <a:gd name="T5" fmla="*/ 294 h 91"/>
                  <a:gd name="T6" fmla="*/ 9 w 17"/>
                  <a:gd name="T7" fmla="*/ 199 h 91"/>
                  <a:gd name="T8" fmla="*/ 26 w 17"/>
                  <a:gd name="T9" fmla="*/ 0 h 91"/>
                  <a:gd name="T10" fmla="*/ 15 w 17"/>
                  <a:gd name="T11" fmla="*/ 136 h 91"/>
                  <a:gd name="T12" fmla="*/ 13 w 17"/>
                  <a:gd name="T13" fmla="*/ 273 h 91"/>
                  <a:gd name="T14" fmla="*/ 54 w 17"/>
                  <a:gd name="T15" fmla="*/ 355 h 91"/>
                  <a:gd name="T16" fmla="*/ 38 w 17"/>
                  <a:gd name="T17" fmla="*/ 371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91">
                    <a:moveTo>
                      <a:pt x="11" y="90"/>
                    </a:moveTo>
                    <a:cubicBezTo>
                      <a:pt x="8" y="89"/>
                      <a:pt x="3" y="91"/>
                      <a:pt x="1" y="86"/>
                    </a:cubicBezTo>
                    <a:cubicBezTo>
                      <a:pt x="0" y="82"/>
                      <a:pt x="1" y="75"/>
                      <a:pt x="2" y="71"/>
                    </a:cubicBezTo>
                    <a:cubicBezTo>
                      <a:pt x="3" y="61"/>
                      <a:pt x="3" y="58"/>
                      <a:pt x="3" y="48"/>
                    </a:cubicBezTo>
                    <a:cubicBezTo>
                      <a:pt x="4" y="34"/>
                      <a:pt x="5" y="14"/>
                      <a:pt x="8" y="0"/>
                    </a:cubicBezTo>
                    <a:cubicBezTo>
                      <a:pt x="7" y="10"/>
                      <a:pt x="6" y="23"/>
                      <a:pt x="5" y="33"/>
                    </a:cubicBezTo>
                    <a:cubicBezTo>
                      <a:pt x="5" y="44"/>
                      <a:pt x="5" y="54"/>
                      <a:pt x="4" y="66"/>
                    </a:cubicBezTo>
                    <a:cubicBezTo>
                      <a:pt x="4" y="76"/>
                      <a:pt x="8" y="91"/>
                      <a:pt x="17" y="86"/>
                    </a:cubicBezTo>
                    <a:cubicBezTo>
                      <a:pt x="16" y="90"/>
                      <a:pt x="14" y="89"/>
                      <a:pt x="12" y="9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5" name="Freeform 153">
                <a:extLst>
                  <a:ext uri="{FF2B5EF4-FFF2-40B4-BE49-F238E27FC236}">
                    <a16:creationId xmlns:a16="http://schemas.microsoft.com/office/drawing/2014/main" id="{E695E31F-349A-4827-AB33-8A9941246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" y="1827"/>
                <a:ext cx="10" cy="33"/>
              </a:xfrm>
              <a:custGeom>
                <a:avLst/>
                <a:gdLst>
                  <a:gd name="T0" fmla="*/ 20 w 7"/>
                  <a:gd name="T1" fmla="*/ 55 h 21"/>
                  <a:gd name="T2" fmla="*/ 13 w 7"/>
                  <a:gd name="T3" fmla="*/ 69 h 21"/>
                  <a:gd name="T4" fmla="*/ 6 w 7"/>
                  <a:gd name="T5" fmla="*/ 22 h 21"/>
                  <a:gd name="T6" fmla="*/ 9 w 7"/>
                  <a:gd name="T7" fmla="*/ 0 h 21"/>
                  <a:gd name="T8" fmla="*/ 1 w 7"/>
                  <a:gd name="T9" fmla="*/ 31 h 21"/>
                  <a:gd name="T10" fmla="*/ 9 w 7"/>
                  <a:gd name="T11" fmla="*/ 77 h 21"/>
                  <a:gd name="T12" fmla="*/ 20 w 7"/>
                  <a:gd name="T13" fmla="*/ 5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7" y="14"/>
                    </a:moveTo>
                    <a:cubicBezTo>
                      <a:pt x="6" y="17"/>
                      <a:pt x="5" y="18"/>
                      <a:pt x="4" y="18"/>
                    </a:cubicBezTo>
                    <a:cubicBezTo>
                      <a:pt x="2" y="18"/>
                      <a:pt x="1" y="12"/>
                      <a:pt x="2" y="6"/>
                    </a:cubicBezTo>
                    <a:cubicBezTo>
                      <a:pt x="2" y="3"/>
                      <a:pt x="2" y="1"/>
                      <a:pt x="3" y="0"/>
                    </a:cubicBezTo>
                    <a:cubicBezTo>
                      <a:pt x="2" y="2"/>
                      <a:pt x="1" y="5"/>
                      <a:pt x="1" y="8"/>
                    </a:cubicBezTo>
                    <a:cubicBezTo>
                      <a:pt x="0" y="15"/>
                      <a:pt x="1" y="20"/>
                      <a:pt x="3" y="20"/>
                    </a:cubicBezTo>
                    <a:cubicBezTo>
                      <a:pt x="4" y="21"/>
                      <a:pt x="6" y="18"/>
                      <a:pt x="7" y="14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6" name="Freeform 154">
                <a:extLst>
                  <a:ext uri="{FF2B5EF4-FFF2-40B4-BE49-F238E27FC236}">
                    <a16:creationId xmlns:a16="http://schemas.microsoft.com/office/drawing/2014/main" id="{3D43EE98-AC20-49DD-91E4-9B1BC1511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" y="1823"/>
                <a:ext cx="8" cy="31"/>
              </a:xfrm>
              <a:custGeom>
                <a:avLst/>
                <a:gdLst>
                  <a:gd name="T0" fmla="*/ 8 w 5"/>
                  <a:gd name="T1" fmla="*/ 5 h 19"/>
                  <a:gd name="T2" fmla="*/ 16 w 5"/>
                  <a:gd name="T3" fmla="*/ 54 h 19"/>
                  <a:gd name="T4" fmla="*/ 8 w 5"/>
                  <a:gd name="T5" fmla="*/ 83 h 19"/>
                  <a:gd name="T6" fmla="*/ 16 w 5"/>
                  <a:gd name="T7" fmla="*/ 42 h 19"/>
                  <a:gd name="T8" fmla="*/ 8 w 5"/>
                  <a:gd name="T9" fmla="*/ 0 h 19"/>
                  <a:gd name="T10" fmla="*/ 0 w 5"/>
                  <a:gd name="T11" fmla="*/ 18 h 19"/>
                  <a:gd name="T12" fmla="*/ 8 w 5"/>
                  <a:gd name="T13" fmla="*/ 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9">
                    <a:moveTo>
                      <a:pt x="2" y="1"/>
                    </a:moveTo>
                    <a:cubicBezTo>
                      <a:pt x="4" y="1"/>
                      <a:pt x="4" y="7"/>
                      <a:pt x="4" y="12"/>
                    </a:cubicBezTo>
                    <a:cubicBezTo>
                      <a:pt x="3" y="14"/>
                      <a:pt x="3" y="17"/>
                      <a:pt x="2" y="19"/>
                    </a:cubicBezTo>
                    <a:cubicBezTo>
                      <a:pt x="3" y="17"/>
                      <a:pt x="4" y="14"/>
                      <a:pt x="4" y="10"/>
                    </a:cubicBezTo>
                    <a:cubicBezTo>
                      <a:pt x="5" y="5"/>
                      <a:pt x="4" y="0"/>
                      <a:pt x="2" y="0"/>
                    </a:cubicBezTo>
                    <a:cubicBezTo>
                      <a:pt x="2" y="0"/>
                      <a:pt x="1" y="1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7" name="Freeform 155">
                <a:extLst>
                  <a:ext uri="{FF2B5EF4-FFF2-40B4-BE49-F238E27FC236}">
                    <a16:creationId xmlns:a16="http://schemas.microsoft.com/office/drawing/2014/main" id="{A6312352-B00C-46D0-9DEA-80BD551A0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" y="1731"/>
                <a:ext cx="51" cy="206"/>
              </a:xfrm>
              <a:custGeom>
                <a:avLst/>
                <a:gdLst>
                  <a:gd name="T0" fmla="*/ 41 w 34"/>
                  <a:gd name="T1" fmla="*/ 26 h 129"/>
                  <a:gd name="T2" fmla="*/ 41 w 34"/>
                  <a:gd name="T3" fmla="*/ 26 h 129"/>
                  <a:gd name="T4" fmla="*/ 62 w 34"/>
                  <a:gd name="T5" fmla="*/ 5 h 129"/>
                  <a:gd name="T6" fmla="*/ 95 w 34"/>
                  <a:gd name="T7" fmla="*/ 8 h 129"/>
                  <a:gd name="T8" fmla="*/ 108 w 34"/>
                  <a:gd name="T9" fmla="*/ 73 h 129"/>
                  <a:gd name="T10" fmla="*/ 89 w 34"/>
                  <a:gd name="T11" fmla="*/ 313 h 129"/>
                  <a:gd name="T12" fmla="*/ 75 w 34"/>
                  <a:gd name="T13" fmla="*/ 479 h 129"/>
                  <a:gd name="T14" fmla="*/ 53 w 34"/>
                  <a:gd name="T15" fmla="*/ 521 h 129"/>
                  <a:gd name="T16" fmla="*/ 18 w 34"/>
                  <a:gd name="T17" fmla="*/ 517 h 129"/>
                  <a:gd name="T18" fmla="*/ 0 w 34"/>
                  <a:gd name="T19" fmla="*/ 492 h 129"/>
                  <a:gd name="T20" fmla="*/ 14 w 34"/>
                  <a:gd name="T21" fmla="*/ 257 h 129"/>
                  <a:gd name="T22" fmla="*/ 41 w 34"/>
                  <a:gd name="T23" fmla="*/ 26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129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13" y="0"/>
                      <a:pt x="1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31" y="2"/>
                      <a:pt x="34" y="2"/>
                      <a:pt x="32" y="18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1" y="124"/>
                      <a:pt x="18" y="129"/>
                      <a:pt x="15" y="128"/>
                    </a:cubicBezTo>
                    <a:cubicBezTo>
                      <a:pt x="5" y="127"/>
                      <a:pt x="5" y="127"/>
                      <a:pt x="5" y="127"/>
                    </a:cubicBezTo>
                    <a:cubicBezTo>
                      <a:pt x="1" y="127"/>
                      <a:pt x="0" y="125"/>
                      <a:pt x="0" y="121"/>
                    </a:cubicBezTo>
                    <a:cubicBezTo>
                      <a:pt x="0" y="120"/>
                      <a:pt x="3" y="76"/>
                      <a:pt x="4" y="63"/>
                    </a:cubicBezTo>
                    <a:cubicBezTo>
                      <a:pt x="6" y="51"/>
                      <a:pt x="12" y="7"/>
                      <a:pt x="12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8" name="Freeform 156">
                <a:extLst>
                  <a:ext uri="{FF2B5EF4-FFF2-40B4-BE49-F238E27FC236}">
                    <a16:creationId xmlns:a16="http://schemas.microsoft.com/office/drawing/2014/main" id="{251DCB30-93E1-4A57-BE76-0EE0030CB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1016"/>
                <a:ext cx="161" cy="165"/>
              </a:xfrm>
              <a:custGeom>
                <a:avLst/>
                <a:gdLst>
                  <a:gd name="T0" fmla="*/ 9 w 108"/>
                  <a:gd name="T1" fmla="*/ 383 h 103"/>
                  <a:gd name="T2" fmla="*/ 19 w 108"/>
                  <a:gd name="T3" fmla="*/ 336 h 103"/>
                  <a:gd name="T4" fmla="*/ 189 w 108"/>
                  <a:gd name="T5" fmla="*/ 139 h 103"/>
                  <a:gd name="T6" fmla="*/ 285 w 108"/>
                  <a:gd name="T7" fmla="*/ 26 h 103"/>
                  <a:gd name="T8" fmla="*/ 329 w 108"/>
                  <a:gd name="T9" fmla="*/ 16 h 103"/>
                  <a:gd name="T10" fmla="*/ 349 w 108"/>
                  <a:gd name="T11" fmla="*/ 46 h 103"/>
                  <a:gd name="T12" fmla="*/ 329 w 108"/>
                  <a:gd name="T13" fmla="*/ 98 h 103"/>
                  <a:gd name="T14" fmla="*/ 146 w 108"/>
                  <a:gd name="T15" fmla="*/ 312 h 103"/>
                  <a:gd name="T16" fmla="*/ 81 w 108"/>
                  <a:gd name="T17" fmla="*/ 396 h 103"/>
                  <a:gd name="T18" fmla="*/ 36 w 108"/>
                  <a:gd name="T19" fmla="*/ 410 h 103"/>
                  <a:gd name="T20" fmla="*/ 9 w 108"/>
                  <a:gd name="T21" fmla="*/ 383 h 1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8" h="103">
                    <a:moveTo>
                      <a:pt x="3" y="93"/>
                    </a:moveTo>
                    <a:cubicBezTo>
                      <a:pt x="0" y="90"/>
                      <a:pt x="1" y="86"/>
                      <a:pt x="6" y="82"/>
                    </a:cubicBezTo>
                    <a:cubicBezTo>
                      <a:pt x="6" y="82"/>
                      <a:pt x="46" y="45"/>
                      <a:pt x="57" y="34"/>
                    </a:cubicBezTo>
                    <a:cubicBezTo>
                      <a:pt x="69" y="23"/>
                      <a:pt x="86" y="6"/>
                      <a:pt x="86" y="6"/>
                    </a:cubicBezTo>
                    <a:cubicBezTo>
                      <a:pt x="90" y="2"/>
                      <a:pt x="95" y="0"/>
                      <a:pt x="99" y="4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8" y="13"/>
                      <a:pt x="107" y="18"/>
                      <a:pt x="99" y="24"/>
                    </a:cubicBezTo>
                    <a:cubicBezTo>
                      <a:pt x="99" y="24"/>
                      <a:pt x="58" y="63"/>
                      <a:pt x="44" y="76"/>
                    </a:cubicBezTo>
                    <a:cubicBezTo>
                      <a:pt x="30" y="89"/>
                      <a:pt x="24" y="96"/>
                      <a:pt x="24" y="96"/>
                    </a:cubicBezTo>
                    <a:cubicBezTo>
                      <a:pt x="19" y="100"/>
                      <a:pt x="13" y="103"/>
                      <a:pt x="11" y="100"/>
                    </a:cubicBezTo>
                    <a:lnTo>
                      <a:pt x="3" y="9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9" name="Freeform 157">
                <a:extLst>
                  <a:ext uri="{FF2B5EF4-FFF2-40B4-BE49-F238E27FC236}">
                    <a16:creationId xmlns:a16="http://schemas.microsoft.com/office/drawing/2014/main" id="{8E7C9BA2-B2D7-4B67-8560-1623ABA7C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1163"/>
                <a:ext cx="152" cy="178"/>
              </a:xfrm>
              <a:custGeom>
                <a:avLst/>
                <a:gdLst>
                  <a:gd name="T0" fmla="*/ 14 w 101"/>
                  <a:gd name="T1" fmla="*/ 422 h 111"/>
                  <a:gd name="T2" fmla="*/ 27 w 101"/>
                  <a:gd name="T3" fmla="*/ 361 h 111"/>
                  <a:gd name="T4" fmla="*/ 95 w 101"/>
                  <a:gd name="T5" fmla="*/ 265 h 111"/>
                  <a:gd name="T6" fmla="*/ 259 w 101"/>
                  <a:gd name="T7" fmla="*/ 34 h 111"/>
                  <a:gd name="T8" fmla="*/ 304 w 101"/>
                  <a:gd name="T9" fmla="*/ 8 h 111"/>
                  <a:gd name="T10" fmla="*/ 327 w 101"/>
                  <a:gd name="T11" fmla="*/ 35 h 111"/>
                  <a:gd name="T12" fmla="*/ 331 w 101"/>
                  <a:gd name="T13" fmla="*/ 77 h 111"/>
                  <a:gd name="T14" fmla="*/ 203 w 101"/>
                  <a:gd name="T15" fmla="*/ 252 h 111"/>
                  <a:gd name="T16" fmla="*/ 89 w 101"/>
                  <a:gd name="T17" fmla="*/ 422 h 111"/>
                  <a:gd name="T18" fmla="*/ 39 w 101"/>
                  <a:gd name="T19" fmla="*/ 451 h 111"/>
                  <a:gd name="T20" fmla="*/ 14 w 101"/>
                  <a:gd name="T21" fmla="*/ 422 h 1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11">
                    <a:moveTo>
                      <a:pt x="4" y="102"/>
                    </a:moveTo>
                    <a:cubicBezTo>
                      <a:pt x="1" y="100"/>
                      <a:pt x="0" y="96"/>
                      <a:pt x="8" y="87"/>
                    </a:cubicBezTo>
                    <a:cubicBezTo>
                      <a:pt x="8" y="87"/>
                      <a:pt x="12" y="83"/>
                      <a:pt x="28" y="64"/>
                    </a:cubicBezTo>
                    <a:cubicBezTo>
                      <a:pt x="44" y="45"/>
                      <a:pt x="76" y="8"/>
                      <a:pt x="76" y="8"/>
                    </a:cubicBezTo>
                    <a:cubicBezTo>
                      <a:pt x="82" y="1"/>
                      <a:pt x="86" y="0"/>
                      <a:pt x="89" y="2"/>
                    </a:cubicBezTo>
                    <a:cubicBezTo>
                      <a:pt x="96" y="9"/>
                      <a:pt x="96" y="9"/>
                      <a:pt x="96" y="9"/>
                    </a:cubicBezTo>
                    <a:cubicBezTo>
                      <a:pt x="99" y="11"/>
                      <a:pt x="101" y="15"/>
                      <a:pt x="97" y="19"/>
                    </a:cubicBezTo>
                    <a:cubicBezTo>
                      <a:pt x="97" y="19"/>
                      <a:pt x="75" y="44"/>
                      <a:pt x="60" y="61"/>
                    </a:cubicBezTo>
                    <a:cubicBezTo>
                      <a:pt x="45" y="78"/>
                      <a:pt x="26" y="102"/>
                      <a:pt x="26" y="102"/>
                    </a:cubicBezTo>
                    <a:cubicBezTo>
                      <a:pt x="19" y="111"/>
                      <a:pt x="14" y="111"/>
                      <a:pt x="11" y="109"/>
                    </a:cubicBezTo>
                    <a:lnTo>
                      <a:pt x="4" y="10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0" name="Freeform 158">
                <a:extLst>
                  <a:ext uri="{FF2B5EF4-FFF2-40B4-BE49-F238E27FC236}">
                    <a16:creationId xmlns:a16="http://schemas.microsoft.com/office/drawing/2014/main" id="{1D345839-0006-4980-83AF-3A90F6549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" y="1333"/>
                <a:ext cx="115" cy="191"/>
              </a:xfrm>
              <a:custGeom>
                <a:avLst/>
                <a:gdLst>
                  <a:gd name="T0" fmla="*/ 81 w 77"/>
                  <a:gd name="T1" fmla="*/ 438 h 120"/>
                  <a:gd name="T2" fmla="*/ 42 w 77"/>
                  <a:gd name="T3" fmla="*/ 476 h 120"/>
                  <a:gd name="T4" fmla="*/ 13 w 77"/>
                  <a:gd name="T5" fmla="*/ 458 h 120"/>
                  <a:gd name="T6" fmla="*/ 15 w 77"/>
                  <a:gd name="T7" fmla="*/ 407 h 120"/>
                  <a:gd name="T8" fmla="*/ 63 w 77"/>
                  <a:gd name="T9" fmla="*/ 294 h 120"/>
                  <a:gd name="T10" fmla="*/ 181 w 77"/>
                  <a:gd name="T11" fmla="*/ 33 h 120"/>
                  <a:gd name="T12" fmla="*/ 214 w 77"/>
                  <a:gd name="T13" fmla="*/ 5 h 120"/>
                  <a:gd name="T14" fmla="*/ 240 w 77"/>
                  <a:gd name="T15" fmla="*/ 25 h 120"/>
                  <a:gd name="T16" fmla="*/ 249 w 77"/>
                  <a:gd name="T17" fmla="*/ 53 h 120"/>
                  <a:gd name="T18" fmla="*/ 161 w 77"/>
                  <a:gd name="T19" fmla="*/ 251 h 120"/>
                  <a:gd name="T20" fmla="*/ 81 w 77"/>
                  <a:gd name="T21" fmla="*/ 438 h 1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120">
                    <a:moveTo>
                      <a:pt x="24" y="109"/>
                    </a:moveTo>
                    <a:cubicBezTo>
                      <a:pt x="19" y="120"/>
                      <a:pt x="15" y="120"/>
                      <a:pt x="13" y="118"/>
                    </a:cubicBezTo>
                    <a:cubicBezTo>
                      <a:pt x="4" y="114"/>
                      <a:pt x="4" y="114"/>
                      <a:pt x="4" y="114"/>
                    </a:cubicBezTo>
                    <a:cubicBezTo>
                      <a:pt x="2" y="112"/>
                      <a:pt x="0" y="110"/>
                      <a:pt x="5" y="101"/>
                    </a:cubicBezTo>
                    <a:cubicBezTo>
                      <a:pt x="5" y="100"/>
                      <a:pt x="8" y="95"/>
                      <a:pt x="19" y="73"/>
                    </a:cubicBezTo>
                    <a:cubicBezTo>
                      <a:pt x="31" y="52"/>
                      <a:pt x="54" y="9"/>
                      <a:pt x="54" y="8"/>
                    </a:cubicBezTo>
                    <a:cubicBezTo>
                      <a:pt x="58" y="0"/>
                      <a:pt x="61" y="0"/>
                      <a:pt x="64" y="1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7" y="8"/>
                      <a:pt x="76" y="11"/>
                      <a:pt x="75" y="13"/>
                    </a:cubicBezTo>
                    <a:cubicBezTo>
                      <a:pt x="75" y="14"/>
                      <a:pt x="58" y="42"/>
                      <a:pt x="48" y="62"/>
                    </a:cubicBezTo>
                    <a:cubicBezTo>
                      <a:pt x="37" y="82"/>
                      <a:pt x="24" y="109"/>
                      <a:pt x="24" y="109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1" name="Freeform 159">
                <a:extLst>
                  <a:ext uri="{FF2B5EF4-FFF2-40B4-BE49-F238E27FC236}">
                    <a16:creationId xmlns:a16="http://schemas.microsoft.com/office/drawing/2014/main" id="{9D563622-EBE1-4AAB-A02A-CB0C9AF5C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" y="1411"/>
                <a:ext cx="23" cy="38"/>
              </a:xfrm>
              <a:custGeom>
                <a:avLst/>
                <a:gdLst>
                  <a:gd name="T0" fmla="*/ 48 w 15"/>
                  <a:gd name="T1" fmla="*/ 5 h 24"/>
                  <a:gd name="T2" fmla="*/ 35 w 15"/>
                  <a:gd name="T3" fmla="*/ 55 h 24"/>
                  <a:gd name="T4" fmla="*/ 8 w 15"/>
                  <a:gd name="T5" fmla="*/ 90 h 24"/>
                  <a:gd name="T6" fmla="*/ 14 w 15"/>
                  <a:gd name="T7" fmla="*/ 40 h 24"/>
                  <a:gd name="T8" fmla="*/ 48 w 15"/>
                  <a:gd name="T9" fmla="*/ 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13" y="1"/>
                    </a:moveTo>
                    <a:cubicBezTo>
                      <a:pt x="15" y="2"/>
                      <a:pt x="14" y="7"/>
                      <a:pt x="10" y="14"/>
                    </a:cubicBezTo>
                    <a:cubicBezTo>
                      <a:pt x="7" y="20"/>
                      <a:pt x="3" y="24"/>
                      <a:pt x="2" y="23"/>
                    </a:cubicBezTo>
                    <a:cubicBezTo>
                      <a:pt x="0" y="22"/>
                      <a:pt x="1" y="16"/>
                      <a:pt x="4" y="10"/>
                    </a:cubicBezTo>
                    <a:cubicBezTo>
                      <a:pt x="7" y="4"/>
                      <a:pt x="11" y="0"/>
                      <a:pt x="13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2" name="Freeform 160">
                <a:extLst>
                  <a:ext uri="{FF2B5EF4-FFF2-40B4-BE49-F238E27FC236}">
                    <a16:creationId xmlns:a16="http://schemas.microsoft.com/office/drawing/2014/main" id="{A9DDE671-8A39-402E-A9E7-FED43DAD4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" y="1408"/>
                <a:ext cx="22" cy="38"/>
              </a:xfrm>
              <a:custGeom>
                <a:avLst/>
                <a:gdLst>
                  <a:gd name="T0" fmla="*/ 41 w 15"/>
                  <a:gd name="T1" fmla="*/ 5 h 24"/>
                  <a:gd name="T2" fmla="*/ 32 w 15"/>
                  <a:gd name="T3" fmla="*/ 55 h 24"/>
                  <a:gd name="T4" fmla="*/ 1 w 15"/>
                  <a:gd name="T5" fmla="*/ 90 h 24"/>
                  <a:gd name="T6" fmla="*/ 13 w 15"/>
                  <a:gd name="T7" fmla="*/ 43 h 24"/>
                  <a:gd name="T8" fmla="*/ 41 w 15"/>
                  <a:gd name="T9" fmla="*/ 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13" y="1"/>
                    </a:moveTo>
                    <a:cubicBezTo>
                      <a:pt x="15" y="2"/>
                      <a:pt x="14" y="8"/>
                      <a:pt x="10" y="14"/>
                    </a:cubicBezTo>
                    <a:cubicBezTo>
                      <a:pt x="7" y="20"/>
                      <a:pt x="3" y="24"/>
                      <a:pt x="1" y="23"/>
                    </a:cubicBezTo>
                    <a:cubicBezTo>
                      <a:pt x="0" y="22"/>
                      <a:pt x="1" y="17"/>
                      <a:pt x="4" y="11"/>
                    </a:cubicBezTo>
                    <a:cubicBezTo>
                      <a:pt x="7" y="5"/>
                      <a:pt x="11" y="0"/>
                      <a:pt x="13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3" name="Freeform 161">
                <a:extLst>
                  <a:ext uri="{FF2B5EF4-FFF2-40B4-BE49-F238E27FC236}">
                    <a16:creationId xmlns:a16="http://schemas.microsoft.com/office/drawing/2014/main" id="{7B8B57B7-D8F3-4F2E-857D-E6BD8F3EA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" y="1342"/>
                <a:ext cx="36" cy="82"/>
              </a:xfrm>
              <a:custGeom>
                <a:avLst/>
                <a:gdLst>
                  <a:gd name="T0" fmla="*/ 53 w 24"/>
                  <a:gd name="T1" fmla="*/ 0 h 51"/>
                  <a:gd name="T2" fmla="*/ 80 w 24"/>
                  <a:gd name="T3" fmla="*/ 21 h 51"/>
                  <a:gd name="T4" fmla="*/ 62 w 24"/>
                  <a:gd name="T5" fmla="*/ 76 h 51"/>
                  <a:gd name="T6" fmla="*/ 27 w 24"/>
                  <a:gd name="T7" fmla="*/ 150 h 51"/>
                  <a:gd name="T8" fmla="*/ 14 w 24"/>
                  <a:gd name="T9" fmla="*/ 183 h 51"/>
                  <a:gd name="T10" fmla="*/ 0 w 24"/>
                  <a:gd name="T11" fmla="*/ 212 h 51"/>
                  <a:gd name="T12" fmla="*/ 54 w 24"/>
                  <a:gd name="T13" fmla="*/ 69 h 51"/>
                  <a:gd name="T14" fmla="*/ 62 w 24"/>
                  <a:gd name="T15" fmla="*/ 21 h 51"/>
                  <a:gd name="T16" fmla="*/ 41 w 24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51">
                    <a:moveTo>
                      <a:pt x="15" y="0"/>
                    </a:moveTo>
                    <a:cubicBezTo>
                      <a:pt x="17" y="1"/>
                      <a:pt x="23" y="2"/>
                      <a:pt x="23" y="5"/>
                    </a:cubicBezTo>
                    <a:cubicBezTo>
                      <a:pt x="24" y="9"/>
                      <a:pt x="19" y="14"/>
                      <a:pt x="18" y="18"/>
                    </a:cubicBezTo>
                    <a:cubicBezTo>
                      <a:pt x="15" y="24"/>
                      <a:pt x="11" y="30"/>
                      <a:pt x="8" y="36"/>
                    </a:cubicBezTo>
                    <a:cubicBezTo>
                      <a:pt x="7" y="38"/>
                      <a:pt x="5" y="41"/>
                      <a:pt x="4" y="44"/>
                    </a:cubicBezTo>
                    <a:cubicBezTo>
                      <a:pt x="3" y="46"/>
                      <a:pt x="1" y="49"/>
                      <a:pt x="0" y="51"/>
                    </a:cubicBezTo>
                    <a:cubicBezTo>
                      <a:pt x="3" y="40"/>
                      <a:pt x="11" y="28"/>
                      <a:pt x="16" y="17"/>
                    </a:cubicBezTo>
                    <a:cubicBezTo>
                      <a:pt x="18" y="13"/>
                      <a:pt x="19" y="8"/>
                      <a:pt x="18" y="5"/>
                    </a:cubicBezTo>
                    <a:cubicBezTo>
                      <a:pt x="17" y="3"/>
                      <a:pt x="15" y="1"/>
                      <a:pt x="12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4" name="Freeform 162">
                <a:extLst>
                  <a:ext uri="{FF2B5EF4-FFF2-40B4-BE49-F238E27FC236}">
                    <a16:creationId xmlns:a16="http://schemas.microsoft.com/office/drawing/2014/main" id="{0CDECD9B-45F6-451F-A9A1-4E3CF4E7B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" y="1395"/>
                <a:ext cx="56" cy="121"/>
              </a:xfrm>
              <a:custGeom>
                <a:avLst/>
                <a:gdLst>
                  <a:gd name="T0" fmla="*/ 129 w 37"/>
                  <a:gd name="T1" fmla="*/ 0 h 76"/>
                  <a:gd name="T2" fmla="*/ 32 w 37"/>
                  <a:gd name="T3" fmla="*/ 213 h 76"/>
                  <a:gd name="T4" fmla="*/ 5 w 37"/>
                  <a:gd name="T5" fmla="*/ 287 h 76"/>
                  <a:gd name="T6" fmla="*/ 39 w 37"/>
                  <a:gd name="T7" fmla="*/ 307 h 76"/>
                  <a:gd name="T8" fmla="*/ 18 w 37"/>
                  <a:gd name="T9" fmla="*/ 271 h 76"/>
                  <a:gd name="T10" fmla="*/ 32 w 37"/>
                  <a:gd name="T11" fmla="*/ 231 h 76"/>
                  <a:gd name="T12" fmla="*/ 53 w 37"/>
                  <a:gd name="T13" fmla="*/ 183 h 76"/>
                  <a:gd name="T14" fmla="*/ 94 w 37"/>
                  <a:gd name="T15" fmla="*/ 89 h 76"/>
                  <a:gd name="T16" fmla="*/ 110 w 37"/>
                  <a:gd name="T17" fmla="*/ 40 h 76"/>
                  <a:gd name="T18" fmla="*/ 124 w 37"/>
                  <a:gd name="T19" fmla="*/ 8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76">
                    <a:moveTo>
                      <a:pt x="37" y="0"/>
                    </a:moveTo>
                    <a:cubicBezTo>
                      <a:pt x="27" y="18"/>
                      <a:pt x="19" y="36"/>
                      <a:pt x="9" y="53"/>
                    </a:cubicBezTo>
                    <a:cubicBezTo>
                      <a:pt x="7" y="57"/>
                      <a:pt x="0" y="67"/>
                      <a:pt x="1" y="71"/>
                    </a:cubicBezTo>
                    <a:cubicBezTo>
                      <a:pt x="2" y="75"/>
                      <a:pt x="9" y="76"/>
                      <a:pt x="11" y="76"/>
                    </a:cubicBezTo>
                    <a:cubicBezTo>
                      <a:pt x="9" y="75"/>
                      <a:pt x="4" y="72"/>
                      <a:pt x="5" y="67"/>
                    </a:cubicBezTo>
                    <a:cubicBezTo>
                      <a:pt x="5" y="64"/>
                      <a:pt x="8" y="60"/>
                      <a:pt x="9" y="57"/>
                    </a:cubicBezTo>
                    <a:cubicBezTo>
                      <a:pt x="11" y="53"/>
                      <a:pt x="13" y="49"/>
                      <a:pt x="15" y="45"/>
                    </a:cubicBezTo>
                    <a:cubicBezTo>
                      <a:pt x="19" y="37"/>
                      <a:pt x="24" y="30"/>
                      <a:pt x="27" y="22"/>
                    </a:cubicBezTo>
                    <a:cubicBezTo>
                      <a:pt x="29" y="18"/>
                      <a:pt x="31" y="14"/>
                      <a:pt x="32" y="10"/>
                    </a:cubicBezTo>
                    <a:cubicBezTo>
                      <a:pt x="34" y="7"/>
                      <a:pt x="35" y="5"/>
                      <a:pt x="36" y="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5" name="Freeform 163">
                <a:extLst>
                  <a:ext uri="{FF2B5EF4-FFF2-40B4-BE49-F238E27FC236}">
                    <a16:creationId xmlns:a16="http://schemas.microsoft.com/office/drawing/2014/main" id="{80CF8FF9-D2B8-4D98-8D47-D6E57BACE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" y="1414"/>
                <a:ext cx="13" cy="32"/>
              </a:xfrm>
              <a:custGeom>
                <a:avLst/>
                <a:gdLst>
                  <a:gd name="T0" fmla="*/ 20 w 9"/>
                  <a:gd name="T1" fmla="*/ 61 h 20"/>
                  <a:gd name="T2" fmla="*/ 9 w 9"/>
                  <a:gd name="T3" fmla="*/ 74 h 20"/>
                  <a:gd name="T4" fmla="*/ 14 w 9"/>
                  <a:gd name="T5" fmla="*/ 21 h 20"/>
                  <a:gd name="T6" fmla="*/ 27 w 9"/>
                  <a:gd name="T7" fmla="*/ 0 h 20"/>
                  <a:gd name="T8" fmla="*/ 13 w 9"/>
                  <a:gd name="T9" fmla="*/ 29 h 20"/>
                  <a:gd name="T10" fmla="*/ 1 w 9"/>
                  <a:gd name="T11" fmla="*/ 77 h 20"/>
                  <a:gd name="T12" fmla="*/ 20 w 9"/>
                  <a:gd name="T13" fmla="*/ 6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0">
                    <a:moveTo>
                      <a:pt x="7" y="15"/>
                    </a:moveTo>
                    <a:cubicBezTo>
                      <a:pt x="5" y="17"/>
                      <a:pt x="4" y="18"/>
                      <a:pt x="3" y="18"/>
                    </a:cubicBezTo>
                    <a:cubicBezTo>
                      <a:pt x="1" y="17"/>
                      <a:pt x="2" y="11"/>
                      <a:pt x="5" y="5"/>
                    </a:cubicBezTo>
                    <a:cubicBezTo>
                      <a:pt x="6" y="3"/>
                      <a:pt x="8" y="1"/>
                      <a:pt x="9" y="0"/>
                    </a:cubicBezTo>
                    <a:cubicBezTo>
                      <a:pt x="7" y="2"/>
                      <a:pt x="5" y="4"/>
                      <a:pt x="4" y="7"/>
                    </a:cubicBezTo>
                    <a:cubicBezTo>
                      <a:pt x="1" y="13"/>
                      <a:pt x="0" y="19"/>
                      <a:pt x="1" y="19"/>
                    </a:cubicBezTo>
                    <a:cubicBezTo>
                      <a:pt x="2" y="20"/>
                      <a:pt x="5" y="18"/>
                      <a:pt x="7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6" name="Freeform 164">
                <a:extLst>
                  <a:ext uri="{FF2B5EF4-FFF2-40B4-BE49-F238E27FC236}">
                    <a16:creationId xmlns:a16="http://schemas.microsoft.com/office/drawing/2014/main" id="{63EFC1E1-30AD-4905-8E7A-CFF267D18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" y="1413"/>
                <a:ext cx="12" cy="28"/>
              </a:xfrm>
              <a:custGeom>
                <a:avLst/>
                <a:gdLst>
                  <a:gd name="T0" fmla="*/ 21 w 8"/>
                  <a:gd name="T1" fmla="*/ 8 h 18"/>
                  <a:gd name="T2" fmla="*/ 12 w 8"/>
                  <a:gd name="T3" fmla="*/ 47 h 18"/>
                  <a:gd name="T4" fmla="*/ 0 w 8"/>
                  <a:gd name="T5" fmla="*/ 68 h 18"/>
                  <a:gd name="T6" fmla="*/ 18 w 8"/>
                  <a:gd name="T7" fmla="*/ 40 h 18"/>
                  <a:gd name="T8" fmla="*/ 26 w 8"/>
                  <a:gd name="T9" fmla="*/ 5 h 18"/>
                  <a:gd name="T10" fmla="*/ 12 w 8"/>
                  <a:gd name="T11" fmla="*/ 12 h 18"/>
                  <a:gd name="T12" fmla="*/ 21 w 8"/>
                  <a:gd name="T13" fmla="*/ 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8">
                    <a:moveTo>
                      <a:pt x="6" y="2"/>
                    </a:moveTo>
                    <a:cubicBezTo>
                      <a:pt x="8" y="2"/>
                      <a:pt x="6" y="7"/>
                      <a:pt x="3" y="12"/>
                    </a:cubicBezTo>
                    <a:cubicBezTo>
                      <a:pt x="2" y="14"/>
                      <a:pt x="1" y="16"/>
                      <a:pt x="0" y="18"/>
                    </a:cubicBezTo>
                    <a:cubicBezTo>
                      <a:pt x="1" y="17"/>
                      <a:pt x="3" y="14"/>
                      <a:pt x="5" y="11"/>
                    </a:cubicBezTo>
                    <a:cubicBezTo>
                      <a:pt x="7" y="6"/>
                      <a:pt x="8" y="1"/>
                      <a:pt x="7" y="1"/>
                    </a:cubicBezTo>
                    <a:cubicBezTo>
                      <a:pt x="6" y="0"/>
                      <a:pt x="5" y="1"/>
                      <a:pt x="3" y="3"/>
                    </a:cubicBezTo>
                    <a:cubicBezTo>
                      <a:pt x="4" y="2"/>
                      <a:pt x="5" y="1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7" name="Freeform 165">
                <a:extLst>
                  <a:ext uri="{FF2B5EF4-FFF2-40B4-BE49-F238E27FC236}">
                    <a16:creationId xmlns:a16="http://schemas.microsoft.com/office/drawing/2014/main" id="{42ABB71B-1D6A-4957-9D25-E3D08C193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" y="1333"/>
                <a:ext cx="115" cy="191"/>
              </a:xfrm>
              <a:custGeom>
                <a:avLst/>
                <a:gdLst>
                  <a:gd name="T0" fmla="*/ 81 w 77"/>
                  <a:gd name="T1" fmla="*/ 438 h 120"/>
                  <a:gd name="T2" fmla="*/ 42 w 77"/>
                  <a:gd name="T3" fmla="*/ 476 h 120"/>
                  <a:gd name="T4" fmla="*/ 13 w 77"/>
                  <a:gd name="T5" fmla="*/ 458 h 120"/>
                  <a:gd name="T6" fmla="*/ 15 w 77"/>
                  <a:gd name="T7" fmla="*/ 407 h 120"/>
                  <a:gd name="T8" fmla="*/ 63 w 77"/>
                  <a:gd name="T9" fmla="*/ 294 h 120"/>
                  <a:gd name="T10" fmla="*/ 181 w 77"/>
                  <a:gd name="T11" fmla="*/ 33 h 120"/>
                  <a:gd name="T12" fmla="*/ 214 w 77"/>
                  <a:gd name="T13" fmla="*/ 5 h 120"/>
                  <a:gd name="T14" fmla="*/ 240 w 77"/>
                  <a:gd name="T15" fmla="*/ 25 h 120"/>
                  <a:gd name="T16" fmla="*/ 249 w 77"/>
                  <a:gd name="T17" fmla="*/ 53 h 120"/>
                  <a:gd name="T18" fmla="*/ 161 w 77"/>
                  <a:gd name="T19" fmla="*/ 251 h 120"/>
                  <a:gd name="T20" fmla="*/ 81 w 77"/>
                  <a:gd name="T21" fmla="*/ 438 h 1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120">
                    <a:moveTo>
                      <a:pt x="24" y="109"/>
                    </a:moveTo>
                    <a:cubicBezTo>
                      <a:pt x="19" y="120"/>
                      <a:pt x="15" y="120"/>
                      <a:pt x="13" y="118"/>
                    </a:cubicBezTo>
                    <a:cubicBezTo>
                      <a:pt x="4" y="114"/>
                      <a:pt x="4" y="114"/>
                      <a:pt x="4" y="114"/>
                    </a:cubicBezTo>
                    <a:cubicBezTo>
                      <a:pt x="2" y="112"/>
                      <a:pt x="0" y="110"/>
                      <a:pt x="5" y="101"/>
                    </a:cubicBezTo>
                    <a:cubicBezTo>
                      <a:pt x="5" y="100"/>
                      <a:pt x="8" y="95"/>
                      <a:pt x="19" y="73"/>
                    </a:cubicBezTo>
                    <a:cubicBezTo>
                      <a:pt x="31" y="52"/>
                      <a:pt x="54" y="9"/>
                      <a:pt x="54" y="8"/>
                    </a:cubicBezTo>
                    <a:cubicBezTo>
                      <a:pt x="58" y="0"/>
                      <a:pt x="61" y="0"/>
                      <a:pt x="64" y="1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7" y="8"/>
                      <a:pt x="76" y="11"/>
                      <a:pt x="75" y="13"/>
                    </a:cubicBezTo>
                    <a:cubicBezTo>
                      <a:pt x="75" y="14"/>
                      <a:pt x="58" y="42"/>
                      <a:pt x="48" y="62"/>
                    </a:cubicBezTo>
                    <a:cubicBezTo>
                      <a:pt x="37" y="82"/>
                      <a:pt x="24" y="109"/>
                      <a:pt x="24" y="10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8" name="Freeform 166">
                <a:extLst>
                  <a:ext uri="{FF2B5EF4-FFF2-40B4-BE49-F238E27FC236}">
                    <a16:creationId xmlns:a16="http://schemas.microsoft.com/office/drawing/2014/main" id="{DAEF4272-9072-4E0D-863C-AD2A8B9C5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" y="1329"/>
                <a:ext cx="120" cy="199"/>
              </a:xfrm>
              <a:custGeom>
                <a:avLst/>
                <a:gdLst>
                  <a:gd name="T0" fmla="*/ 14 w 80"/>
                  <a:gd name="T1" fmla="*/ 485 h 124"/>
                  <a:gd name="T2" fmla="*/ 18 w 80"/>
                  <a:gd name="T3" fmla="*/ 422 h 124"/>
                  <a:gd name="T4" fmla="*/ 66 w 80"/>
                  <a:gd name="T5" fmla="*/ 310 h 124"/>
                  <a:gd name="T6" fmla="*/ 183 w 80"/>
                  <a:gd name="T7" fmla="*/ 42 h 124"/>
                  <a:gd name="T8" fmla="*/ 224 w 80"/>
                  <a:gd name="T9" fmla="*/ 5 h 124"/>
                  <a:gd name="T10" fmla="*/ 251 w 80"/>
                  <a:gd name="T11" fmla="*/ 26 h 124"/>
                  <a:gd name="T12" fmla="*/ 261 w 80"/>
                  <a:gd name="T13" fmla="*/ 67 h 124"/>
                  <a:gd name="T14" fmla="*/ 170 w 80"/>
                  <a:gd name="T15" fmla="*/ 268 h 124"/>
                  <a:gd name="T16" fmla="*/ 89 w 80"/>
                  <a:gd name="T17" fmla="*/ 464 h 124"/>
                  <a:gd name="T18" fmla="*/ 45 w 80"/>
                  <a:gd name="T19" fmla="*/ 506 h 124"/>
                  <a:gd name="T20" fmla="*/ 14 w 80"/>
                  <a:gd name="T21" fmla="*/ 485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124">
                    <a:moveTo>
                      <a:pt x="4" y="117"/>
                    </a:moveTo>
                    <a:cubicBezTo>
                      <a:pt x="1" y="115"/>
                      <a:pt x="0" y="112"/>
                      <a:pt x="5" y="102"/>
                    </a:cubicBezTo>
                    <a:cubicBezTo>
                      <a:pt x="5" y="102"/>
                      <a:pt x="8" y="97"/>
                      <a:pt x="19" y="75"/>
                    </a:cubicBezTo>
                    <a:cubicBezTo>
                      <a:pt x="31" y="53"/>
                      <a:pt x="54" y="10"/>
                      <a:pt x="54" y="10"/>
                    </a:cubicBezTo>
                    <a:cubicBezTo>
                      <a:pt x="59" y="1"/>
                      <a:pt x="62" y="0"/>
                      <a:pt x="66" y="1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8" y="8"/>
                      <a:pt x="80" y="11"/>
                      <a:pt x="77" y="16"/>
                    </a:cubicBezTo>
                    <a:cubicBezTo>
                      <a:pt x="77" y="16"/>
                      <a:pt x="61" y="45"/>
                      <a:pt x="50" y="65"/>
                    </a:cubicBezTo>
                    <a:cubicBezTo>
                      <a:pt x="39" y="85"/>
                      <a:pt x="26" y="112"/>
                      <a:pt x="26" y="112"/>
                    </a:cubicBezTo>
                    <a:cubicBezTo>
                      <a:pt x="21" y="122"/>
                      <a:pt x="16" y="124"/>
                      <a:pt x="13" y="122"/>
                    </a:cubicBezTo>
                    <a:lnTo>
                      <a:pt x="4" y="11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89" name="Freeform 167">
                <a:extLst>
                  <a:ext uri="{FF2B5EF4-FFF2-40B4-BE49-F238E27FC236}">
                    <a16:creationId xmlns:a16="http://schemas.microsoft.com/office/drawing/2014/main" id="{F2A06A0C-6EA8-4B75-A4BD-DDB29380E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912"/>
                <a:ext cx="159" cy="125"/>
              </a:xfrm>
              <a:custGeom>
                <a:avLst/>
                <a:gdLst>
                  <a:gd name="T0" fmla="*/ 311 w 106"/>
                  <a:gd name="T1" fmla="*/ 0 h 78"/>
                  <a:gd name="T2" fmla="*/ 216 w 106"/>
                  <a:gd name="T3" fmla="*/ 74 h 78"/>
                  <a:gd name="T4" fmla="*/ 48 w 106"/>
                  <a:gd name="T5" fmla="*/ 204 h 78"/>
                  <a:gd name="T6" fmla="*/ 12 w 106"/>
                  <a:gd name="T7" fmla="*/ 268 h 78"/>
                  <a:gd name="T8" fmla="*/ 27 w 106"/>
                  <a:gd name="T9" fmla="*/ 301 h 78"/>
                  <a:gd name="T10" fmla="*/ 66 w 106"/>
                  <a:gd name="T11" fmla="*/ 306 h 78"/>
                  <a:gd name="T12" fmla="*/ 234 w 106"/>
                  <a:gd name="T13" fmla="*/ 171 h 78"/>
                  <a:gd name="T14" fmla="*/ 359 w 106"/>
                  <a:gd name="T15" fmla="*/ 77 h 78"/>
                  <a:gd name="T16" fmla="*/ 311 w 106"/>
                  <a:gd name="T17" fmla="*/ 0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6" h="78">
                    <a:moveTo>
                      <a:pt x="92" y="0"/>
                    </a:moveTo>
                    <a:cubicBezTo>
                      <a:pt x="64" y="18"/>
                      <a:pt x="64" y="18"/>
                      <a:pt x="64" y="18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0" y="58"/>
                      <a:pt x="1" y="62"/>
                      <a:pt x="3" y="65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10" y="76"/>
                      <a:pt x="14" y="78"/>
                      <a:pt x="19" y="74"/>
                    </a:cubicBezTo>
                    <a:cubicBezTo>
                      <a:pt x="19" y="74"/>
                      <a:pt x="59" y="48"/>
                      <a:pt x="69" y="42"/>
                    </a:cubicBezTo>
                    <a:cubicBezTo>
                      <a:pt x="77" y="37"/>
                      <a:pt x="95" y="26"/>
                      <a:pt x="106" y="19"/>
                    </a:cubicBezTo>
                    <a:lnTo>
                      <a:pt x="92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0" name="Freeform 168">
                <a:extLst>
                  <a:ext uri="{FF2B5EF4-FFF2-40B4-BE49-F238E27FC236}">
                    <a16:creationId xmlns:a16="http://schemas.microsoft.com/office/drawing/2014/main" id="{2206A1AC-FA0F-4B64-A6CC-A2B821DD7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" y="1520"/>
                <a:ext cx="82" cy="211"/>
              </a:xfrm>
              <a:custGeom>
                <a:avLst/>
                <a:gdLst>
                  <a:gd name="T0" fmla="*/ 163 w 55"/>
                  <a:gd name="T1" fmla="*/ 16 h 132"/>
                  <a:gd name="T2" fmla="*/ 168 w 55"/>
                  <a:gd name="T3" fmla="*/ 94 h 132"/>
                  <a:gd name="T4" fmla="*/ 121 w 55"/>
                  <a:gd name="T5" fmla="*/ 328 h 132"/>
                  <a:gd name="T6" fmla="*/ 86 w 55"/>
                  <a:gd name="T7" fmla="*/ 491 h 132"/>
                  <a:gd name="T8" fmla="*/ 54 w 55"/>
                  <a:gd name="T9" fmla="*/ 534 h 132"/>
                  <a:gd name="T10" fmla="*/ 22 w 55"/>
                  <a:gd name="T11" fmla="*/ 524 h 132"/>
                  <a:gd name="T12" fmla="*/ 6 w 55"/>
                  <a:gd name="T13" fmla="*/ 486 h 132"/>
                  <a:gd name="T14" fmla="*/ 49 w 55"/>
                  <a:gd name="T15" fmla="*/ 257 h 132"/>
                  <a:gd name="T16" fmla="*/ 103 w 55"/>
                  <a:gd name="T17" fmla="*/ 34 h 132"/>
                  <a:gd name="T18" fmla="*/ 128 w 55"/>
                  <a:gd name="T19" fmla="*/ 5 h 132"/>
                  <a:gd name="T20" fmla="*/ 163 w 55"/>
                  <a:gd name="T21" fmla="*/ 16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132">
                    <a:moveTo>
                      <a:pt x="49" y="4"/>
                    </a:moveTo>
                    <a:cubicBezTo>
                      <a:pt x="52" y="5"/>
                      <a:pt x="55" y="7"/>
                      <a:pt x="51" y="23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26" y="120"/>
                      <a:pt x="26" y="120"/>
                      <a:pt x="26" y="120"/>
                    </a:cubicBezTo>
                    <a:cubicBezTo>
                      <a:pt x="24" y="127"/>
                      <a:pt x="20" y="132"/>
                      <a:pt x="16" y="131"/>
                    </a:cubicBezTo>
                    <a:cubicBezTo>
                      <a:pt x="7" y="128"/>
                      <a:pt x="7" y="128"/>
                      <a:pt x="7" y="128"/>
                    </a:cubicBezTo>
                    <a:cubicBezTo>
                      <a:pt x="3" y="127"/>
                      <a:pt x="0" y="125"/>
                      <a:pt x="2" y="119"/>
                    </a:cubicBezTo>
                    <a:cubicBezTo>
                      <a:pt x="2" y="119"/>
                      <a:pt x="12" y="75"/>
                      <a:pt x="15" y="63"/>
                    </a:cubicBezTo>
                    <a:cubicBezTo>
                      <a:pt x="18" y="50"/>
                      <a:pt x="31" y="8"/>
                      <a:pt x="31" y="8"/>
                    </a:cubicBezTo>
                    <a:cubicBezTo>
                      <a:pt x="32" y="2"/>
                      <a:pt x="35" y="0"/>
                      <a:pt x="39" y="1"/>
                    </a:cubicBezTo>
                    <a:lnTo>
                      <a:pt x="49" y="4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1" name="Freeform 169">
                <a:extLst>
                  <a:ext uri="{FF2B5EF4-FFF2-40B4-BE49-F238E27FC236}">
                    <a16:creationId xmlns:a16="http://schemas.microsoft.com/office/drawing/2014/main" id="{DB7D3DD3-B92D-4C88-96BA-BD4879EB7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" y="1728"/>
                <a:ext cx="56" cy="212"/>
              </a:xfrm>
              <a:custGeom>
                <a:avLst/>
                <a:gdLst>
                  <a:gd name="T0" fmla="*/ 103 w 37"/>
                  <a:gd name="T1" fmla="*/ 8 h 133"/>
                  <a:gd name="T2" fmla="*/ 121 w 37"/>
                  <a:gd name="T3" fmla="*/ 81 h 133"/>
                  <a:gd name="T4" fmla="*/ 101 w 37"/>
                  <a:gd name="T5" fmla="*/ 320 h 133"/>
                  <a:gd name="T6" fmla="*/ 88 w 37"/>
                  <a:gd name="T7" fmla="*/ 485 h 133"/>
                  <a:gd name="T8" fmla="*/ 59 w 37"/>
                  <a:gd name="T9" fmla="*/ 534 h 133"/>
                  <a:gd name="T10" fmla="*/ 26 w 37"/>
                  <a:gd name="T11" fmla="*/ 531 h 133"/>
                  <a:gd name="T12" fmla="*/ 5 w 37"/>
                  <a:gd name="T13" fmla="*/ 493 h 133"/>
                  <a:gd name="T14" fmla="*/ 18 w 37"/>
                  <a:gd name="T15" fmla="*/ 265 h 133"/>
                  <a:gd name="T16" fmla="*/ 45 w 37"/>
                  <a:gd name="T17" fmla="*/ 33 h 133"/>
                  <a:gd name="T18" fmla="*/ 68 w 37"/>
                  <a:gd name="T19" fmla="*/ 5 h 133"/>
                  <a:gd name="T20" fmla="*/ 103 w 37"/>
                  <a:gd name="T21" fmla="*/ 8 h 1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33">
                    <a:moveTo>
                      <a:pt x="30" y="2"/>
                    </a:moveTo>
                    <a:cubicBezTo>
                      <a:pt x="34" y="2"/>
                      <a:pt x="37" y="4"/>
                      <a:pt x="35" y="20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24" y="127"/>
                      <a:pt x="21" y="133"/>
                      <a:pt x="17" y="132"/>
                    </a:cubicBezTo>
                    <a:cubicBezTo>
                      <a:pt x="7" y="131"/>
                      <a:pt x="7" y="131"/>
                      <a:pt x="7" y="131"/>
                    </a:cubicBezTo>
                    <a:cubicBezTo>
                      <a:pt x="3" y="131"/>
                      <a:pt x="0" y="128"/>
                      <a:pt x="1" y="122"/>
                    </a:cubicBezTo>
                    <a:cubicBezTo>
                      <a:pt x="1" y="122"/>
                      <a:pt x="4" y="78"/>
                      <a:pt x="5" y="65"/>
                    </a:cubicBezTo>
                    <a:cubicBezTo>
                      <a:pt x="7" y="52"/>
                      <a:pt x="13" y="8"/>
                      <a:pt x="13" y="8"/>
                    </a:cubicBezTo>
                    <a:cubicBezTo>
                      <a:pt x="13" y="2"/>
                      <a:pt x="16" y="0"/>
                      <a:pt x="20" y="1"/>
                    </a:cubicBezTo>
                    <a:lnTo>
                      <a:pt x="30" y="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2" name="Freeform 170">
                <a:extLst>
                  <a:ext uri="{FF2B5EF4-FFF2-40B4-BE49-F238E27FC236}">
                    <a16:creationId xmlns:a16="http://schemas.microsoft.com/office/drawing/2014/main" id="{A5E84D76-9A1F-4C23-8D99-ADA08F5F8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2362"/>
                <a:ext cx="123" cy="197"/>
              </a:xfrm>
              <a:custGeom>
                <a:avLst/>
                <a:gdLst>
                  <a:gd name="T0" fmla="*/ 230 w 82"/>
                  <a:gd name="T1" fmla="*/ 498 h 123"/>
                  <a:gd name="T2" fmla="*/ 180 w 82"/>
                  <a:gd name="T3" fmla="*/ 444 h 123"/>
                  <a:gd name="T4" fmla="*/ 86 w 82"/>
                  <a:gd name="T5" fmla="*/ 234 h 123"/>
                  <a:gd name="T6" fmla="*/ 12 w 82"/>
                  <a:gd name="T7" fmla="*/ 77 h 123"/>
                  <a:gd name="T8" fmla="*/ 14 w 82"/>
                  <a:gd name="T9" fmla="*/ 26 h 123"/>
                  <a:gd name="T10" fmla="*/ 45 w 82"/>
                  <a:gd name="T11" fmla="*/ 5 h 123"/>
                  <a:gd name="T12" fmla="*/ 80 w 82"/>
                  <a:gd name="T13" fmla="*/ 21 h 123"/>
                  <a:gd name="T14" fmla="*/ 167 w 82"/>
                  <a:gd name="T15" fmla="*/ 218 h 123"/>
                  <a:gd name="T16" fmla="*/ 269 w 82"/>
                  <a:gd name="T17" fmla="*/ 431 h 123"/>
                  <a:gd name="T18" fmla="*/ 261 w 82"/>
                  <a:gd name="T19" fmla="*/ 477 h 123"/>
                  <a:gd name="T20" fmla="*/ 230 w 82"/>
                  <a:gd name="T21" fmla="*/ 498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123">
                    <a:moveTo>
                      <a:pt x="68" y="121"/>
                    </a:moveTo>
                    <a:cubicBezTo>
                      <a:pt x="65" y="122"/>
                      <a:pt x="61" y="123"/>
                      <a:pt x="53" y="108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4"/>
                      <a:pt x="1" y="8"/>
                      <a:pt x="4" y="6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0"/>
                      <a:pt x="20" y="0"/>
                      <a:pt x="23" y="5"/>
                    </a:cubicBezTo>
                    <a:cubicBezTo>
                      <a:pt x="23" y="5"/>
                      <a:pt x="42" y="42"/>
                      <a:pt x="49" y="53"/>
                    </a:cubicBezTo>
                    <a:cubicBezTo>
                      <a:pt x="55" y="64"/>
                      <a:pt x="79" y="105"/>
                      <a:pt x="79" y="105"/>
                    </a:cubicBezTo>
                    <a:cubicBezTo>
                      <a:pt x="82" y="110"/>
                      <a:pt x="80" y="114"/>
                      <a:pt x="77" y="116"/>
                    </a:cubicBezTo>
                    <a:lnTo>
                      <a:pt x="68" y="12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3" name="Freeform 171">
                <a:extLst>
                  <a:ext uri="{FF2B5EF4-FFF2-40B4-BE49-F238E27FC236}">
                    <a16:creationId xmlns:a16="http://schemas.microsoft.com/office/drawing/2014/main" id="{C07CF681-800B-4A98-8098-049758857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2164"/>
                <a:ext cx="101" cy="206"/>
              </a:xfrm>
              <a:custGeom>
                <a:avLst/>
                <a:gdLst>
                  <a:gd name="T0" fmla="*/ 178 w 67"/>
                  <a:gd name="T1" fmla="*/ 521 h 129"/>
                  <a:gd name="T2" fmla="*/ 134 w 67"/>
                  <a:gd name="T3" fmla="*/ 458 h 129"/>
                  <a:gd name="T4" fmla="*/ 66 w 67"/>
                  <a:gd name="T5" fmla="*/ 238 h 129"/>
                  <a:gd name="T6" fmla="*/ 8 w 67"/>
                  <a:gd name="T7" fmla="*/ 73 h 129"/>
                  <a:gd name="T8" fmla="*/ 18 w 67"/>
                  <a:gd name="T9" fmla="*/ 21 h 129"/>
                  <a:gd name="T10" fmla="*/ 48 w 67"/>
                  <a:gd name="T11" fmla="*/ 8 h 129"/>
                  <a:gd name="T12" fmla="*/ 80 w 67"/>
                  <a:gd name="T13" fmla="*/ 29 h 129"/>
                  <a:gd name="T14" fmla="*/ 143 w 67"/>
                  <a:gd name="T15" fmla="*/ 238 h 129"/>
                  <a:gd name="T16" fmla="*/ 223 w 67"/>
                  <a:gd name="T17" fmla="*/ 458 h 129"/>
                  <a:gd name="T18" fmla="*/ 211 w 67"/>
                  <a:gd name="T19" fmla="*/ 505 h 129"/>
                  <a:gd name="T20" fmla="*/ 178 w 67"/>
                  <a:gd name="T21" fmla="*/ 521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129">
                    <a:moveTo>
                      <a:pt x="52" y="128"/>
                    </a:moveTo>
                    <a:cubicBezTo>
                      <a:pt x="49" y="129"/>
                      <a:pt x="45" y="129"/>
                      <a:pt x="39" y="113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3"/>
                      <a:pt x="1" y="7"/>
                      <a:pt x="5" y="5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8" y="0"/>
                      <a:pt x="21" y="1"/>
                      <a:pt x="23" y="7"/>
                    </a:cubicBezTo>
                    <a:cubicBezTo>
                      <a:pt x="23" y="7"/>
                      <a:pt x="38" y="46"/>
                      <a:pt x="42" y="58"/>
                    </a:cubicBezTo>
                    <a:cubicBezTo>
                      <a:pt x="47" y="70"/>
                      <a:pt x="65" y="113"/>
                      <a:pt x="65" y="113"/>
                    </a:cubicBezTo>
                    <a:cubicBezTo>
                      <a:pt x="67" y="119"/>
                      <a:pt x="65" y="123"/>
                      <a:pt x="62" y="124"/>
                    </a:cubicBezTo>
                    <a:lnTo>
                      <a:pt x="52" y="128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4" name="Freeform 172">
                <a:extLst>
                  <a:ext uri="{FF2B5EF4-FFF2-40B4-BE49-F238E27FC236}">
                    <a16:creationId xmlns:a16="http://schemas.microsoft.com/office/drawing/2014/main" id="{5C5165E1-9EEF-40EA-9006-4B966BD9A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2546"/>
                <a:ext cx="117" cy="198"/>
              </a:xfrm>
              <a:custGeom>
                <a:avLst/>
                <a:gdLst>
                  <a:gd name="T0" fmla="*/ 45 w 78"/>
                  <a:gd name="T1" fmla="*/ 8 h 124"/>
                  <a:gd name="T2" fmla="*/ 95 w 78"/>
                  <a:gd name="T3" fmla="*/ 56 h 124"/>
                  <a:gd name="T4" fmla="*/ 188 w 78"/>
                  <a:gd name="T5" fmla="*/ 273 h 124"/>
                  <a:gd name="T6" fmla="*/ 251 w 78"/>
                  <a:gd name="T7" fmla="*/ 418 h 124"/>
                  <a:gd name="T8" fmla="*/ 251 w 78"/>
                  <a:gd name="T9" fmla="*/ 479 h 124"/>
                  <a:gd name="T10" fmla="*/ 224 w 78"/>
                  <a:gd name="T11" fmla="*/ 497 h 124"/>
                  <a:gd name="T12" fmla="*/ 189 w 78"/>
                  <a:gd name="T13" fmla="*/ 479 h 124"/>
                  <a:gd name="T14" fmla="*/ 95 w 78"/>
                  <a:gd name="T15" fmla="*/ 278 h 124"/>
                  <a:gd name="T16" fmla="*/ 8 w 78"/>
                  <a:gd name="T17" fmla="*/ 69 h 124"/>
                  <a:gd name="T18" fmla="*/ 18 w 78"/>
                  <a:gd name="T19" fmla="*/ 26 h 124"/>
                  <a:gd name="T20" fmla="*/ 45 w 78"/>
                  <a:gd name="T21" fmla="*/ 8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" h="124">
                    <a:moveTo>
                      <a:pt x="13" y="2"/>
                    </a:moveTo>
                    <a:cubicBezTo>
                      <a:pt x="17" y="0"/>
                      <a:pt x="20" y="0"/>
                      <a:pt x="28" y="14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74" y="103"/>
                      <a:pt x="74" y="103"/>
                      <a:pt x="74" y="103"/>
                    </a:cubicBezTo>
                    <a:cubicBezTo>
                      <a:pt x="78" y="110"/>
                      <a:pt x="78" y="116"/>
                      <a:pt x="74" y="118"/>
                    </a:cubicBezTo>
                    <a:cubicBezTo>
                      <a:pt x="66" y="122"/>
                      <a:pt x="66" y="122"/>
                      <a:pt x="66" y="122"/>
                    </a:cubicBezTo>
                    <a:cubicBezTo>
                      <a:pt x="62" y="124"/>
                      <a:pt x="58" y="124"/>
                      <a:pt x="56" y="118"/>
                    </a:cubicBezTo>
                    <a:cubicBezTo>
                      <a:pt x="56" y="118"/>
                      <a:pt x="33" y="79"/>
                      <a:pt x="28" y="68"/>
                    </a:cubicBezTo>
                    <a:cubicBezTo>
                      <a:pt x="22" y="57"/>
                      <a:pt x="2" y="17"/>
                      <a:pt x="2" y="17"/>
                    </a:cubicBezTo>
                    <a:cubicBezTo>
                      <a:pt x="0" y="11"/>
                      <a:pt x="1" y="8"/>
                      <a:pt x="5" y="6"/>
                    </a:cubicBezTo>
                    <a:lnTo>
                      <a:pt x="13" y="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5" name="Freeform 173">
                <a:extLst>
                  <a:ext uri="{FF2B5EF4-FFF2-40B4-BE49-F238E27FC236}">
                    <a16:creationId xmlns:a16="http://schemas.microsoft.com/office/drawing/2014/main" id="{CE959B60-49C4-42F2-9740-E54C0D2E0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2736"/>
                <a:ext cx="95" cy="208"/>
              </a:xfrm>
              <a:custGeom>
                <a:avLst/>
                <a:gdLst>
                  <a:gd name="T0" fmla="*/ 161 w 63"/>
                  <a:gd name="T1" fmla="*/ 525 h 130"/>
                  <a:gd name="T2" fmla="*/ 121 w 63"/>
                  <a:gd name="T3" fmla="*/ 466 h 130"/>
                  <a:gd name="T4" fmla="*/ 59 w 63"/>
                  <a:gd name="T5" fmla="*/ 238 h 130"/>
                  <a:gd name="T6" fmla="*/ 8 w 63"/>
                  <a:gd name="T7" fmla="*/ 69 h 130"/>
                  <a:gd name="T8" fmla="*/ 18 w 63"/>
                  <a:gd name="T9" fmla="*/ 16 h 130"/>
                  <a:gd name="T10" fmla="*/ 53 w 63"/>
                  <a:gd name="T11" fmla="*/ 5 h 130"/>
                  <a:gd name="T12" fmla="*/ 81 w 63"/>
                  <a:gd name="T13" fmla="*/ 29 h 130"/>
                  <a:gd name="T14" fmla="*/ 140 w 63"/>
                  <a:gd name="T15" fmla="*/ 238 h 130"/>
                  <a:gd name="T16" fmla="*/ 210 w 63"/>
                  <a:gd name="T17" fmla="*/ 470 h 130"/>
                  <a:gd name="T18" fmla="*/ 196 w 63"/>
                  <a:gd name="T19" fmla="*/ 512 h 130"/>
                  <a:gd name="T20" fmla="*/ 161 w 63"/>
                  <a:gd name="T21" fmla="*/ 525 h 1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30">
                    <a:moveTo>
                      <a:pt x="47" y="128"/>
                    </a:moveTo>
                    <a:cubicBezTo>
                      <a:pt x="44" y="130"/>
                      <a:pt x="40" y="129"/>
                      <a:pt x="35" y="114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0" y="11"/>
                      <a:pt x="2" y="6"/>
                      <a:pt x="5" y="4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8" y="0"/>
                      <a:pt x="22" y="1"/>
                      <a:pt x="24" y="7"/>
                    </a:cubicBezTo>
                    <a:cubicBezTo>
                      <a:pt x="24" y="7"/>
                      <a:pt x="37" y="46"/>
                      <a:pt x="41" y="58"/>
                    </a:cubicBezTo>
                    <a:cubicBezTo>
                      <a:pt x="45" y="70"/>
                      <a:pt x="61" y="115"/>
                      <a:pt x="61" y="115"/>
                    </a:cubicBezTo>
                    <a:cubicBezTo>
                      <a:pt x="63" y="121"/>
                      <a:pt x="61" y="124"/>
                      <a:pt x="57" y="125"/>
                    </a:cubicBezTo>
                    <a:lnTo>
                      <a:pt x="47" y="128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6" name="Freeform 174">
                <a:extLst>
                  <a:ext uri="{FF2B5EF4-FFF2-40B4-BE49-F238E27FC236}">
                    <a16:creationId xmlns:a16="http://schemas.microsoft.com/office/drawing/2014/main" id="{977EF08C-DA7E-41BA-BA49-A5B3D97A5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2938"/>
                <a:ext cx="59" cy="213"/>
              </a:xfrm>
              <a:custGeom>
                <a:avLst/>
                <a:gdLst>
                  <a:gd name="T0" fmla="*/ 80 w 39"/>
                  <a:gd name="T1" fmla="*/ 541 h 133"/>
                  <a:gd name="T2" fmla="*/ 48 w 39"/>
                  <a:gd name="T3" fmla="*/ 472 h 133"/>
                  <a:gd name="T4" fmla="*/ 21 w 39"/>
                  <a:gd name="T5" fmla="*/ 234 h 133"/>
                  <a:gd name="T6" fmla="*/ 0 w 39"/>
                  <a:gd name="T7" fmla="*/ 56 h 133"/>
                  <a:gd name="T8" fmla="*/ 21 w 39"/>
                  <a:gd name="T9" fmla="*/ 8 h 133"/>
                  <a:gd name="T10" fmla="*/ 54 w 39"/>
                  <a:gd name="T11" fmla="*/ 5 h 133"/>
                  <a:gd name="T12" fmla="*/ 82 w 39"/>
                  <a:gd name="T13" fmla="*/ 34 h 133"/>
                  <a:gd name="T14" fmla="*/ 103 w 39"/>
                  <a:gd name="T15" fmla="*/ 255 h 133"/>
                  <a:gd name="T16" fmla="*/ 130 w 39"/>
                  <a:gd name="T17" fmla="*/ 500 h 133"/>
                  <a:gd name="T18" fmla="*/ 115 w 39"/>
                  <a:gd name="T19" fmla="*/ 538 h 133"/>
                  <a:gd name="T20" fmla="*/ 80 w 39"/>
                  <a:gd name="T21" fmla="*/ 541 h 1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133">
                    <a:moveTo>
                      <a:pt x="23" y="132"/>
                    </a:moveTo>
                    <a:cubicBezTo>
                      <a:pt x="19" y="133"/>
                      <a:pt x="16" y="132"/>
                      <a:pt x="14" y="115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8"/>
                      <a:pt x="2" y="3"/>
                      <a:pt x="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9" y="0"/>
                      <a:pt x="23" y="2"/>
                      <a:pt x="24" y="8"/>
                    </a:cubicBezTo>
                    <a:cubicBezTo>
                      <a:pt x="24" y="8"/>
                      <a:pt x="28" y="49"/>
                      <a:pt x="30" y="62"/>
                    </a:cubicBezTo>
                    <a:cubicBezTo>
                      <a:pt x="32" y="75"/>
                      <a:pt x="38" y="122"/>
                      <a:pt x="38" y="122"/>
                    </a:cubicBezTo>
                    <a:cubicBezTo>
                      <a:pt x="39" y="128"/>
                      <a:pt x="36" y="130"/>
                      <a:pt x="33" y="131"/>
                    </a:cubicBezTo>
                    <a:lnTo>
                      <a:pt x="23" y="13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7" name="Freeform 175">
                <a:extLst>
                  <a:ext uri="{FF2B5EF4-FFF2-40B4-BE49-F238E27FC236}">
                    <a16:creationId xmlns:a16="http://schemas.microsoft.com/office/drawing/2014/main" id="{AD0AC3A1-9E23-4F9B-9D9D-0C62B650B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3151"/>
                <a:ext cx="52" cy="193"/>
              </a:xfrm>
              <a:custGeom>
                <a:avLst/>
                <a:gdLst>
                  <a:gd name="T0" fmla="*/ 79 w 35"/>
                  <a:gd name="T1" fmla="*/ 491 h 121"/>
                  <a:gd name="T2" fmla="*/ 95 w 35"/>
                  <a:gd name="T3" fmla="*/ 260 h 121"/>
                  <a:gd name="T4" fmla="*/ 114 w 35"/>
                  <a:gd name="T5" fmla="*/ 41 h 121"/>
                  <a:gd name="T6" fmla="*/ 92 w 35"/>
                  <a:gd name="T7" fmla="*/ 5 h 121"/>
                  <a:gd name="T8" fmla="*/ 62 w 35"/>
                  <a:gd name="T9" fmla="*/ 0 h 121"/>
                  <a:gd name="T10" fmla="*/ 36 w 35"/>
                  <a:gd name="T11" fmla="*/ 46 h 121"/>
                  <a:gd name="T12" fmla="*/ 22 w 35"/>
                  <a:gd name="T13" fmla="*/ 219 h 121"/>
                  <a:gd name="T14" fmla="*/ 1 w 35"/>
                  <a:gd name="T15" fmla="*/ 456 h 121"/>
                  <a:gd name="T16" fmla="*/ 0 w 35"/>
                  <a:gd name="T17" fmla="*/ 479 h 121"/>
                  <a:gd name="T18" fmla="*/ 79 w 35"/>
                  <a:gd name="T19" fmla="*/ 491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21">
                    <a:moveTo>
                      <a:pt x="24" y="121"/>
                    </a:moveTo>
                    <a:cubicBezTo>
                      <a:pt x="25" y="109"/>
                      <a:pt x="28" y="75"/>
                      <a:pt x="29" y="64"/>
                    </a:cubicBezTo>
                    <a:cubicBezTo>
                      <a:pt x="30" y="52"/>
                      <a:pt x="35" y="10"/>
                      <a:pt x="35" y="10"/>
                    </a:cubicBezTo>
                    <a:cubicBezTo>
                      <a:pt x="35" y="4"/>
                      <a:pt x="32" y="2"/>
                      <a:pt x="28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5" y="0"/>
                      <a:pt x="11" y="5"/>
                      <a:pt x="11" y="11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5"/>
                      <a:pt x="0" y="117"/>
                      <a:pt x="0" y="118"/>
                    </a:cubicBezTo>
                    <a:lnTo>
                      <a:pt x="24" y="12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8" name="Freeform 176">
                <a:extLst>
                  <a:ext uri="{FF2B5EF4-FFF2-40B4-BE49-F238E27FC236}">
                    <a16:creationId xmlns:a16="http://schemas.microsoft.com/office/drawing/2014/main" id="{D7C9A438-0820-4587-A13E-5D1BF7F28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1951"/>
                <a:ext cx="40" cy="211"/>
              </a:xfrm>
              <a:custGeom>
                <a:avLst/>
                <a:gdLst>
                  <a:gd name="T0" fmla="*/ 36 w 27"/>
                  <a:gd name="T1" fmla="*/ 539 h 132"/>
                  <a:gd name="T2" fmla="*/ 13 w 27"/>
                  <a:gd name="T3" fmla="*/ 483 h 132"/>
                  <a:gd name="T4" fmla="*/ 9 w 27"/>
                  <a:gd name="T5" fmla="*/ 355 h 132"/>
                  <a:gd name="T6" fmla="*/ 0 w 27"/>
                  <a:gd name="T7" fmla="*/ 56 h 132"/>
                  <a:gd name="T8" fmla="*/ 19 w 27"/>
                  <a:gd name="T9" fmla="*/ 5 h 132"/>
                  <a:gd name="T10" fmla="*/ 53 w 27"/>
                  <a:gd name="T11" fmla="*/ 0 h 132"/>
                  <a:gd name="T12" fmla="*/ 74 w 27"/>
                  <a:gd name="T13" fmla="*/ 34 h 132"/>
                  <a:gd name="T14" fmla="*/ 79 w 27"/>
                  <a:gd name="T15" fmla="*/ 261 h 132"/>
                  <a:gd name="T16" fmla="*/ 87 w 27"/>
                  <a:gd name="T17" fmla="*/ 473 h 132"/>
                  <a:gd name="T18" fmla="*/ 68 w 27"/>
                  <a:gd name="T19" fmla="*/ 534 h 132"/>
                  <a:gd name="T20" fmla="*/ 36 w 27"/>
                  <a:gd name="T21" fmla="*/ 539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2">
                    <a:moveTo>
                      <a:pt x="11" y="132"/>
                    </a:moveTo>
                    <a:cubicBezTo>
                      <a:pt x="7" y="132"/>
                      <a:pt x="4" y="129"/>
                      <a:pt x="4" y="118"/>
                    </a:cubicBezTo>
                    <a:cubicBezTo>
                      <a:pt x="4" y="118"/>
                      <a:pt x="4" y="112"/>
                      <a:pt x="3" y="87"/>
                    </a:cubicBezTo>
                    <a:cubicBezTo>
                      <a:pt x="2" y="62"/>
                      <a:pt x="0" y="14"/>
                      <a:pt x="0" y="14"/>
                    </a:cubicBezTo>
                    <a:cubicBezTo>
                      <a:pt x="0" y="4"/>
                      <a:pt x="2" y="1"/>
                      <a:pt x="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20" y="0"/>
                      <a:pt x="23" y="2"/>
                      <a:pt x="23" y="8"/>
                    </a:cubicBezTo>
                    <a:cubicBezTo>
                      <a:pt x="23" y="8"/>
                      <a:pt x="24" y="41"/>
                      <a:pt x="24" y="64"/>
                    </a:cubicBezTo>
                    <a:cubicBezTo>
                      <a:pt x="25" y="86"/>
                      <a:pt x="27" y="116"/>
                      <a:pt x="27" y="116"/>
                    </a:cubicBezTo>
                    <a:cubicBezTo>
                      <a:pt x="27" y="128"/>
                      <a:pt x="24" y="131"/>
                      <a:pt x="21" y="131"/>
                    </a:cubicBezTo>
                    <a:lnTo>
                      <a:pt x="11" y="13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99" name="Freeform 177">
                <a:extLst>
                  <a:ext uri="{FF2B5EF4-FFF2-40B4-BE49-F238E27FC236}">
                    <a16:creationId xmlns:a16="http://schemas.microsoft.com/office/drawing/2014/main" id="{AD9A375B-D551-461F-9B97-0638904D6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" y="2359"/>
                <a:ext cx="116" cy="195"/>
              </a:xfrm>
              <a:custGeom>
                <a:avLst/>
                <a:gdLst>
                  <a:gd name="T0" fmla="*/ 252 w 77"/>
                  <a:gd name="T1" fmla="*/ 432 h 122"/>
                  <a:gd name="T2" fmla="*/ 246 w 77"/>
                  <a:gd name="T3" fmla="*/ 465 h 122"/>
                  <a:gd name="T4" fmla="*/ 215 w 77"/>
                  <a:gd name="T5" fmla="*/ 486 h 122"/>
                  <a:gd name="T6" fmla="*/ 175 w 77"/>
                  <a:gd name="T7" fmla="*/ 443 h 122"/>
                  <a:gd name="T8" fmla="*/ 80 w 77"/>
                  <a:gd name="T9" fmla="*/ 225 h 122"/>
                  <a:gd name="T10" fmla="*/ 8 w 77"/>
                  <a:gd name="T11" fmla="*/ 69 h 122"/>
                  <a:gd name="T12" fmla="*/ 12 w 77"/>
                  <a:gd name="T13" fmla="*/ 29 h 122"/>
                  <a:gd name="T14" fmla="*/ 41 w 77"/>
                  <a:gd name="T15" fmla="*/ 8 h 122"/>
                  <a:gd name="T16" fmla="*/ 68 w 77"/>
                  <a:gd name="T17" fmla="*/ 21 h 122"/>
                  <a:gd name="T18" fmla="*/ 154 w 77"/>
                  <a:gd name="T19" fmla="*/ 217 h 122"/>
                  <a:gd name="T20" fmla="*/ 252 w 77"/>
                  <a:gd name="T21" fmla="*/ 432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122">
                    <a:moveTo>
                      <a:pt x="74" y="106"/>
                    </a:moveTo>
                    <a:cubicBezTo>
                      <a:pt x="77" y="111"/>
                      <a:pt x="74" y="113"/>
                      <a:pt x="72" y="114"/>
                    </a:cubicBezTo>
                    <a:cubicBezTo>
                      <a:pt x="63" y="119"/>
                      <a:pt x="63" y="119"/>
                      <a:pt x="63" y="119"/>
                    </a:cubicBezTo>
                    <a:cubicBezTo>
                      <a:pt x="61" y="120"/>
                      <a:pt x="58" y="122"/>
                      <a:pt x="51" y="108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0" y="13"/>
                      <a:pt x="0" y="8"/>
                      <a:pt x="3" y="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0"/>
                      <a:pt x="18" y="1"/>
                      <a:pt x="20" y="5"/>
                    </a:cubicBezTo>
                    <a:cubicBezTo>
                      <a:pt x="20" y="5"/>
                      <a:pt x="39" y="42"/>
                      <a:pt x="45" y="53"/>
                    </a:cubicBezTo>
                    <a:cubicBezTo>
                      <a:pt x="51" y="64"/>
                      <a:pt x="74" y="105"/>
                      <a:pt x="74" y="10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0" name="Freeform 178">
                <a:extLst>
                  <a:ext uri="{FF2B5EF4-FFF2-40B4-BE49-F238E27FC236}">
                    <a16:creationId xmlns:a16="http://schemas.microsoft.com/office/drawing/2014/main" id="{CA89CD18-33AC-4F93-B40F-A73411BD1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2545"/>
                <a:ext cx="118" cy="191"/>
              </a:xfrm>
              <a:custGeom>
                <a:avLst/>
                <a:gdLst>
                  <a:gd name="T0" fmla="*/ 9 w 79"/>
                  <a:gd name="T1" fmla="*/ 64 h 120"/>
                  <a:gd name="T2" fmla="*/ 9 w 79"/>
                  <a:gd name="T3" fmla="*/ 64 h 120"/>
                  <a:gd name="T4" fmla="*/ 13 w 79"/>
                  <a:gd name="T5" fmla="*/ 33 h 120"/>
                  <a:gd name="T6" fmla="*/ 42 w 79"/>
                  <a:gd name="T7" fmla="*/ 13 h 120"/>
                  <a:gd name="T8" fmla="*/ 87 w 79"/>
                  <a:gd name="T9" fmla="*/ 56 h 120"/>
                  <a:gd name="T10" fmla="*/ 182 w 79"/>
                  <a:gd name="T11" fmla="*/ 261 h 120"/>
                  <a:gd name="T12" fmla="*/ 254 w 79"/>
                  <a:gd name="T13" fmla="*/ 407 h 120"/>
                  <a:gd name="T14" fmla="*/ 257 w 79"/>
                  <a:gd name="T15" fmla="*/ 457 h 120"/>
                  <a:gd name="T16" fmla="*/ 227 w 79"/>
                  <a:gd name="T17" fmla="*/ 476 h 120"/>
                  <a:gd name="T18" fmla="*/ 200 w 79"/>
                  <a:gd name="T19" fmla="*/ 468 h 120"/>
                  <a:gd name="T20" fmla="*/ 100 w 79"/>
                  <a:gd name="T21" fmla="*/ 271 h 120"/>
                  <a:gd name="T22" fmla="*/ 9 w 79"/>
                  <a:gd name="T23" fmla="*/ 64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120">
                    <a:moveTo>
                      <a:pt x="3" y="16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1" y="14"/>
                      <a:pt x="0" y="10"/>
                      <a:pt x="4" y="8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2"/>
                      <a:pt x="18" y="0"/>
                      <a:pt x="26" y="14"/>
                    </a:cubicBezTo>
                    <a:cubicBezTo>
                      <a:pt x="55" y="65"/>
                      <a:pt x="55" y="65"/>
                      <a:pt x="55" y="65"/>
                    </a:cubicBezTo>
                    <a:cubicBezTo>
                      <a:pt x="76" y="101"/>
                      <a:pt x="76" y="101"/>
                      <a:pt x="76" y="101"/>
                    </a:cubicBezTo>
                    <a:cubicBezTo>
                      <a:pt x="79" y="106"/>
                      <a:pt x="79" y="112"/>
                      <a:pt x="77" y="113"/>
                    </a:cubicBezTo>
                    <a:cubicBezTo>
                      <a:pt x="68" y="118"/>
                      <a:pt x="68" y="118"/>
                      <a:pt x="68" y="118"/>
                    </a:cubicBezTo>
                    <a:cubicBezTo>
                      <a:pt x="65" y="120"/>
                      <a:pt x="62" y="119"/>
                      <a:pt x="60" y="116"/>
                    </a:cubicBezTo>
                    <a:cubicBezTo>
                      <a:pt x="60" y="115"/>
                      <a:pt x="36" y="78"/>
                      <a:pt x="30" y="67"/>
                    </a:cubicBezTo>
                    <a:cubicBezTo>
                      <a:pt x="24" y="56"/>
                      <a:pt x="3" y="17"/>
                      <a:pt x="3" y="1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1" name="Freeform 179">
                <a:extLst>
                  <a:ext uri="{FF2B5EF4-FFF2-40B4-BE49-F238E27FC236}">
                    <a16:creationId xmlns:a16="http://schemas.microsoft.com/office/drawing/2014/main" id="{5F0A3DF7-6651-449E-B72E-9952DBD20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" y="2447"/>
                <a:ext cx="23" cy="37"/>
              </a:xfrm>
              <a:custGeom>
                <a:avLst/>
                <a:gdLst>
                  <a:gd name="T0" fmla="*/ 8 w 15"/>
                  <a:gd name="T1" fmla="*/ 5 h 23"/>
                  <a:gd name="T2" fmla="*/ 40 w 15"/>
                  <a:gd name="T3" fmla="*/ 42 h 23"/>
                  <a:gd name="T4" fmla="*/ 49 w 15"/>
                  <a:gd name="T5" fmla="*/ 97 h 23"/>
                  <a:gd name="T6" fmla="*/ 18 w 15"/>
                  <a:gd name="T7" fmla="*/ 55 h 23"/>
                  <a:gd name="T8" fmla="*/ 8 w 15"/>
                  <a:gd name="T9" fmla="*/ 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2" y="1"/>
                    </a:moveTo>
                    <a:cubicBezTo>
                      <a:pt x="4" y="0"/>
                      <a:pt x="8" y="4"/>
                      <a:pt x="11" y="10"/>
                    </a:cubicBezTo>
                    <a:cubicBezTo>
                      <a:pt x="14" y="16"/>
                      <a:pt x="15" y="22"/>
                      <a:pt x="14" y="23"/>
                    </a:cubicBezTo>
                    <a:cubicBezTo>
                      <a:pt x="12" y="23"/>
                      <a:pt x="8" y="19"/>
                      <a:pt x="5" y="13"/>
                    </a:cubicBezTo>
                    <a:cubicBezTo>
                      <a:pt x="1" y="7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2" name="Freeform 180">
                <a:extLst>
                  <a:ext uri="{FF2B5EF4-FFF2-40B4-BE49-F238E27FC236}">
                    <a16:creationId xmlns:a16="http://schemas.microsoft.com/office/drawing/2014/main" id="{3A7E1DC3-E039-4222-BF9C-8EAFFBA13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" y="2634"/>
                <a:ext cx="22" cy="37"/>
              </a:xfrm>
              <a:custGeom>
                <a:avLst/>
                <a:gdLst>
                  <a:gd name="T0" fmla="*/ 45 w 15"/>
                  <a:gd name="T1" fmla="*/ 90 h 23"/>
                  <a:gd name="T2" fmla="*/ 13 w 15"/>
                  <a:gd name="T3" fmla="*/ 55 h 23"/>
                  <a:gd name="T4" fmla="*/ 1 w 15"/>
                  <a:gd name="T5" fmla="*/ 5 h 23"/>
                  <a:gd name="T6" fmla="*/ 34 w 15"/>
                  <a:gd name="T7" fmla="*/ 42 h 23"/>
                  <a:gd name="T8" fmla="*/ 45 w 15"/>
                  <a:gd name="T9" fmla="*/ 9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14" y="22"/>
                    </a:moveTo>
                    <a:cubicBezTo>
                      <a:pt x="12" y="23"/>
                      <a:pt x="8" y="19"/>
                      <a:pt x="4" y="13"/>
                    </a:cubicBezTo>
                    <a:cubicBezTo>
                      <a:pt x="1" y="7"/>
                      <a:pt x="0" y="2"/>
                      <a:pt x="1" y="1"/>
                    </a:cubicBezTo>
                    <a:cubicBezTo>
                      <a:pt x="3" y="0"/>
                      <a:pt x="7" y="4"/>
                      <a:pt x="11" y="10"/>
                    </a:cubicBezTo>
                    <a:cubicBezTo>
                      <a:pt x="14" y="16"/>
                      <a:pt x="15" y="21"/>
                      <a:pt x="14" y="2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3" name="Freeform 181">
                <a:extLst>
                  <a:ext uri="{FF2B5EF4-FFF2-40B4-BE49-F238E27FC236}">
                    <a16:creationId xmlns:a16="http://schemas.microsoft.com/office/drawing/2014/main" id="{047A92D3-9F5F-41CE-B0EC-D9BCEE0AF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" y="2441"/>
                <a:ext cx="24" cy="38"/>
              </a:xfrm>
              <a:custGeom>
                <a:avLst/>
                <a:gdLst>
                  <a:gd name="T0" fmla="*/ 8 w 16"/>
                  <a:gd name="T1" fmla="*/ 5 h 24"/>
                  <a:gd name="T2" fmla="*/ 39 w 16"/>
                  <a:gd name="T3" fmla="*/ 43 h 24"/>
                  <a:gd name="T4" fmla="*/ 48 w 16"/>
                  <a:gd name="T5" fmla="*/ 90 h 24"/>
                  <a:gd name="T6" fmla="*/ 18 w 16"/>
                  <a:gd name="T7" fmla="*/ 55 h 24"/>
                  <a:gd name="T8" fmla="*/ 8 w 16"/>
                  <a:gd name="T9" fmla="*/ 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2" y="1"/>
                    </a:moveTo>
                    <a:cubicBezTo>
                      <a:pt x="4" y="0"/>
                      <a:pt x="8" y="4"/>
                      <a:pt x="11" y="11"/>
                    </a:cubicBezTo>
                    <a:cubicBezTo>
                      <a:pt x="14" y="17"/>
                      <a:pt x="16" y="22"/>
                      <a:pt x="14" y="23"/>
                    </a:cubicBezTo>
                    <a:cubicBezTo>
                      <a:pt x="12" y="24"/>
                      <a:pt x="8" y="20"/>
                      <a:pt x="5" y="14"/>
                    </a:cubicBezTo>
                    <a:cubicBezTo>
                      <a:pt x="2" y="8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4" name="Freeform 182">
                <a:extLst>
                  <a:ext uri="{FF2B5EF4-FFF2-40B4-BE49-F238E27FC236}">
                    <a16:creationId xmlns:a16="http://schemas.microsoft.com/office/drawing/2014/main" id="{FA2771AB-717A-4B0F-8508-F80A24291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" y="2628"/>
                <a:ext cx="24" cy="38"/>
              </a:xfrm>
              <a:custGeom>
                <a:avLst/>
                <a:gdLst>
                  <a:gd name="T0" fmla="*/ 48 w 16"/>
                  <a:gd name="T1" fmla="*/ 90 h 24"/>
                  <a:gd name="T2" fmla="*/ 18 w 16"/>
                  <a:gd name="T3" fmla="*/ 55 h 24"/>
                  <a:gd name="T4" fmla="*/ 5 w 16"/>
                  <a:gd name="T5" fmla="*/ 5 h 24"/>
                  <a:gd name="T6" fmla="*/ 39 w 16"/>
                  <a:gd name="T7" fmla="*/ 40 h 24"/>
                  <a:gd name="T8" fmla="*/ 48 w 16"/>
                  <a:gd name="T9" fmla="*/ 9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14" y="23"/>
                    </a:moveTo>
                    <a:cubicBezTo>
                      <a:pt x="12" y="24"/>
                      <a:pt x="8" y="20"/>
                      <a:pt x="5" y="14"/>
                    </a:cubicBezTo>
                    <a:cubicBezTo>
                      <a:pt x="1" y="8"/>
                      <a:pt x="0" y="2"/>
                      <a:pt x="1" y="1"/>
                    </a:cubicBezTo>
                    <a:cubicBezTo>
                      <a:pt x="3" y="0"/>
                      <a:pt x="7" y="4"/>
                      <a:pt x="11" y="10"/>
                    </a:cubicBezTo>
                    <a:cubicBezTo>
                      <a:pt x="14" y="16"/>
                      <a:pt x="16" y="22"/>
                      <a:pt x="14" y="2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5" name="Freeform 183">
                <a:extLst>
                  <a:ext uri="{FF2B5EF4-FFF2-40B4-BE49-F238E27FC236}">
                    <a16:creationId xmlns:a16="http://schemas.microsoft.com/office/drawing/2014/main" id="{38AC736A-B1DE-4EDF-A187-A42139749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2554"/>
                <a:ext cx="56" cy="71"/>
              </a:xfrm>
              <a:custGeom>
                <a:avLst/>
                <a:gdLst>
                  <a:gd name="T0" fmla="*/ 8 w 37"/>
                  <a:gd name="T1" fmla="*/ 16 h 44"/>
                  <a:gd name="T2" fmla="*/ 35 w 37"/>
                  <a:gd name="T3" fmla="*/ 5 h 44"/>
                  <a:gd name="T4" fmla="*/ 62 w 37"/>
                  <a:gd name="T5" fmla="*/ 47 h 44"/>
                  <a:gd name="T6" fmla="*/ 97 w 37"/>
                  <a:gd name="T7" fmla="*/ 118 h 44"/>
                  <a:gd name="T8" fmla="*/ 115 w 37"/>
                  <a:gd name="T9" fmla="*/ 152 h 44"/>
                  <a:gd name="T10" fmla="*/ 129 w 37"/>
                  <a:gd name="T11" fmla="*/ 186 h 44"/>
                  <a:gd name="T12" fmla="*/ 54 w 37"/>
                  <a:gd name="T13" fmla="*/ 50 h 44"/>
                  <a:gd name="T14" fmla="*/ 27 w 37"/>
                  <a:gd name="T15" fmla="*/ 16 h 44"/>
                  <a:gd name="T16" fmla="*/ 0 w 37"/>
                  <a:gd name="T17" fmla="*/ 26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44">
                    <a:moveTo>
                      <a:pt x="2" y="4"/>
                    </a:moveTo>
                    <a:cubicBezTo>
                      <a:pt x="4" y="3"/>
                      <a:pt x="8" y="0"/>
                      <a:pt x="10" y="1"/>
                    </a:cubicBezTo>
                    <a:cubicBezTo>
                      <a:pt x="13" y="2"/>
                      <a:pt x="16" y="8"/>
                      <a:pt x="18" y="11"/>
                    </a:cubicBezTo>
                    <a:cubicBezTo>
                      <a:pt x="21" y="17"/>
                      <a:pt x="25" y="23"/>
                      <a:pt x="28" y="28"/>
                    </a:cubicBezTo>
                    <a:cubicBezTo>
                      <a:pt x="30" y="31"/>
                      <a:pt x="31" y="34"/>
                      <a:pt x="33" y="36"/>
                    </a:cubicBezTo>
                    <a:cubicBezTo>
                      <a:pt x="34" y="39"/>
                      <a:pt x="36" y="41"/>
                      <a:pt x="37" y="44"/>
                    </a:cubicBezTo>
                    <a:cubicBezTo>
                      <a:pt x="29" y="35"/>
                      <a:pt x="23" y="22"/>
                      <a:pt x="16" y="12"/>
                    </a:cubicBezTo>
                    <a:cubicBezTo>
                      <a:pt x="14" y="8"/>
                      <a:pt x="11" y="5"/>
                      <a:pt x="8" y="4"/>
                    </a:cubicBezTo>
                    <a:cubicBezTo>
                      <a:pt x="5" y="4"/>
                      <a:pt x="2" y="5"/>
                      <a:pt x="0" y="6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6" name="Freeform 184">
                <a:extLst>
                  <a:ext uri="{FF2B5EF4-FFF2-40B4-BE49-F238E27FC236}">
                    <a16:creationId xmlns:a16="http://schemas.microsoft.com/office/drawing/2014/main" id="{DA655E5B-7236-4717-9E20-84D2B800E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2366"/>
                <a:ext cx="54" cy="73"/>
              </a:xfrm>
              <a:custGeom>
                <a:avLst/>
                <a:gdLst>
                  <a:gd name="T0" fmla="*/ 5 w 36"/>
                  <a:gd name="T1" fmla="*/ 21 h 46"/>
                  <a:gd name="T2" fmla="*/ 39 w 36"/>
                  <a:gd name="T3" fmla="*/ 5 h 46"/>
                  <a:gd name="T4" fmla="*/ 62 w 36"/>
                  <a:gd name="T5" fmla="*/ 48 h 46"/>
                  <a:gd name="T6" fmla="*/ 93 w 36"/>
                  <a:gd name="T7" fmla="*/ 121 h 46"/>
                  <a:gd name="T8" fmla="*/ 107 w 36"/>
                  <a:gd name="T9" fmla="*/ 151 h 46"/>
                  <a:gd name="T10" fmla="*/ 122 w 36"/>
                  <a:gd name="T11" fmla="*/ 184 h 46"/>
                  <a:gd name="T12" fmla="*/ 54 w 36"/>
                  <a:gd name="T13" fmla="*/ 52 h 46"/>
                  <a:gd name="T14" fmla="*/ 26 w 36"/>
                  <a:gd name="T15" fmla="*/ 21 h 46"/>
                  <a:gd name="T16" fmla="*/ 0 w 36"/>
                  <a:gd name="T17" fmla="*/ 27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6">
                    <a:moveTo>
                      <a:pt x="1" y="5"/>
                    </a:moveTo>
                    <a:cubicBezTo>
                      <a:pt x="4" y="4"/>
                      <a:pt x="8" y="0"/>
                      <a:pt x="11" y="1"/>
                    </a:cubicBezTo>
                    <a:cubicBezTo>
                      <a:pt x="13" y="2"/>
                      <a:pt x="16" y="9"/>
                      <a:pt x="18" y="12"/>
                    </a:cubicBezTo>
                    <a:cubicBezTo>
                      <a:pt x="21" y="18"/>
                      <a:pt x="24" y="24"/>
                      <a:pt x="27" y="30"/>
                    </a:cubicBezTo>
                    <a:cubicBezTo>
                      <a:pt x="29" y="33"/>
                      <a:pt x="30" y="36"/>
                      <a:pt x="31" y="38"/>
                    </a:cubicBezTo>
                    <a:cubicBezTo>
                      <a:pt x="33" y="41"/>
                      <a:pt x="35" y="43"/>
                      <a:pt x="36" y="46"/>
                    </a:cubicBezTo>
                    <a:cubicBezTo>
                      <a:pt x="28" y="37"/>
                      <a:pt x="23" y="23"/>
                      <a:pt x="16" y="13"/>
                    </a:cubicBezTo>
                    <a:cubicBezTo>
                      <a:pt x="13" y="9"/>
                      <a:pt x="11" y="6"/>
                      <a:pt x="7" y="5"/>
                    </a:cubicBezTo>
                    <a:cubicBezTo>
                      <a:pt x="5" y="5"/>
                      <a:pt x="2" y="5"/>
                      <a:pt x="0" y="7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7" name="Freeform 185">
                <a:extLst>
                  <a:ext uri="{FF2B5EF4-FFF2-40B4-BE49-F238E27FC236}">
                    <a16:creationId xmlns:a16="http://schemas.microsoft.com/office/drawing/2014/main" id="{0D3F9DEE-BAD9-4039-9379-015EB13BA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" y="2436"/>
                <a:ext cx="73" cy="110"/>
              </a:xfrm>
              <a:custGeom>
                <a:avLst/>
                <a:gdLst>
                  <a:gd name="T0" fmla="*/ 0 w 49"/>
                  <a:gd name="T1" fmla="*/ 0 h 69"/>
                  <a:gd name="T2" fmla="*/ 89 w 49"/>
                  <a:gd name="T3" fmla="*/ 206 h 69"/>
                  <a:gd name="T4" fmla="*/ 133 w 49"/>
                  <a:gd name="T5" fmla="*/ 274 h 69"/>
                  <a:gd name="T6" fmla="*/ 162 w 49"/>
                  <a:gd name="T7" fmla="*/ 253 h 69"/>
                  <a:gd name="T8" fmla="*/ 127 w 49"/>
                  <a:gd name="T9" fmla="*/ 253 h 69"/>
                  <a:gd name="T10" fmla="*/ 107 w 49"/>
                  <a:gd name="T11" fmla="*/ 218 h 69"/>
                  <a:gd name="T12" fmla="*/ 86 w 49"/>
                  <a:gd name="T13" fmla="*/ 171 h 69"/>
                  <a:gd name="T14" fmla="*/ 42 w 49"/>
                  <a:gd name="T15" fmla="*/ 77 h 69"/>
                  <a:gd name="T16" fmla="*/ 19 w 49"/>
                  <a:gd name="T17" fmla="*/ 35 h 69"/>
                  <a:gd name="T18" fmla="*/ 1 w 49"/>
                  <a:gd name="T19" fmla="*/ 5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69">
                    <a:moveTo>
                      <a:pt x="0" y="0"/>
                    </a:moveTo>
                    <a:cubicBezTo>
                      <a:pt x="10" y="17"/>
                      <a:pt x="18" y="34"/>
                      <a:pt x="27" y="51"/>
                    </a:cubicBezTo>
                    <a:cubicBezTo>
                      <a:pt x="29" y="56"/>
                      <a:pt x="35" y="67"/>
                      <a:pt x="40" y="68"/>
                    </a:cubicBezTo>
                    <a:cubicBezTo>
                      <a:pt x="43" y="69"/>
                      <a:pt x="47" y="65"/>
                      <a:pt x="49" y="63"/>
                    </a:cubicBezTo>
                    <a:cubicBezTo>
                      <a:pt x="47" y="64"/>
                      <a:pt x="42" y="66"/>
                      <a:pt x="38" y="63"/>
                    </a:cubicBezTo>
                    <a:cubicBezTo>
                      <a:pt x="36" y="61"/>
                      <a:pt x="34" y="57"/>
                      <a:pt x="32" y="54"/>
                    </a:cubicBezTo>
                    <a:cubicBezTo>
                      <a:pt x="30" y="50"/>
                      <a:pt x="28" y="46"/>
                      <a:pt x="26" y="42"/>
                    </a:cubicBezTo>
                    <a:cubicBezTo>
                      <a:pt x="22" y="34"/>
                      <a:pt x="18" y="27"/>
                      <a:pt x="13" y="19"/>
                    </a:cubicBezTo>
                    <a:cubicBezTo>
                      <a:pt x="11" y="16"/>
                      <a:pt x="8" y="12"/>
                      <a:pt x="6" y="9"/>
                    </a:cubicBezTo>
                    <a:cubicBezTo>
                      <a:pt x="5" y="6"/>
                      <a:pt x="3" y="3"/>
                      <a:pt x="1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8" name="Freeform 186">
                <a:extLst>
                  <a:ext uri="{FF2B5EF4-FFF2-40B4-BE49-F238E27FC236}">
                    <a16:creationId xmlns:a16="http://schemas.microsoft.com/office/drawing/2014/main" id="{A04724B0-1CDF-48B7-AFAF-83C4DE740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2612"/>
                <a:ext cx="87" cy="123"/>
              </a:xfrm>
              <a:custGeom>
                <a:avLst/>
                <a:gdLst>
                  <a:gd name="T0" fmla="*/ 188 w 58"/>
                  <a:gd name="T1" fmla="*/ 289 h 77"/>
                  <a:gd name="T2" fmla="*/ 153 w 58"/>
                  <a:gd name="T3" fmla="*/ 300 h 77"/>
                  <a:gd name="T4" fmla="*/ 122 w 58"/>
                  <a:gd name="T5" fmla="*/ 248 h 77"/>
                  <a:gd name="T6" fmla="*/ 81 w 58"/>
                  <a:gd name="T7" fmla="*/ 171 h 77"/>
                  <a:gd name="T8" fmla="*/ 0 w 58"/>
                  <a:gd name="T9" fmla="*/ 0 h 77"/>
                  <a:gd name="T10" fmla="*/ 59 w 58"/>
                  <a:gd name="T11" fmla="*/ 115 h 77"/>
                  <a:gd name="T12" fmla="*/ 120 w 58"/>
                  <a:gd name="T13" fmla="*/ 225 h 77"/>
                  <a:gd name="T14" fmla="*/ 194 w 58"/>
                  <a:gd name="T15" fmla="*/ 265 h 77"/>
                  <a:gd name="T16" fmla="*/ 189 w 58"/>
                  <a:gd name="T17" fmla="*/ 286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77">
                    <a:moveTo>
                      <a:pt x="55" y="71"/>
                    </a:moveTo>
                    <a:cubicBezTo>
                      <a:pt x="52" y="72"/>
                      <a:pt x="49" y="77"/>
                      <a:pt x="45" y="74"/>
                    </a:cubicBezTo>
                    <a:cubicBezTo>
                      <a:pt x="41" y="71"/>
                      <a:pt x="38" y="65"/>
                      <a:pt x="36" y="61"/>
                    </a:cubicBezTo>
                    <a:cubicBezTo>
                      <a:pt x="31" y="53"/>
                      <a:pt x="29" y="50"/>
                      <a:pt x="24" y="42"/>
                    </a:cubicBezTo>
                    <a:cubicBezTo>
                      <a:pt x="17" y="30"/>
                      <a:pt x="6" y="13"/>
                      <a:pt x="0" y="0"/>
                    </a:cubicBezTo>
                    <a:cubicBezTo>
                      <a:pt x="5" y="9"/>
                      <a:pt x="11" y="19"/>
                      <a:pt x="17" y="28"/>
                    </a:cubicBezTo>
                    <a:cubicBezTo>
                      <a:pt x="23" y="38"/>
                      <a:pt x="29" y="46"/>
                      <a:pt x="35" y="55"/>
                    </a:cubicBezTo>
                    <a:cubicBezTo>
                      <a:pt x="41" y="64"/>
                      <a:pt x="53" y="74"/>
                      <a:pt x="57" y="65"/>
                    </a:cubicBezTo>
                    <a:cubicBezTo>
                      <a:pt x="58" y="68"/>
                      <a:pt x="56" y="69"/>
                      <a:pt x="56" y="7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09" name="Freeform 187">
                <a:extLst>
                  <a:ext uri="{FF2B5EF4-FFF2-40B4-BE49-F238E27FC236}">
                    <a16:creationId xmlns:a16="http://schemas.microsoft.com/office/drawing/2014/main" id="{85DFE681-7A32-4C02-8383-2276420E7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" y="2450"/>
                <a:ext cx="20" cy="29"/>
              </a:xfrm>
              <a:custGeom>
                <a:avLst/>
                <a:gdLst>
                  <a:gd name="T0" fmla="*/ 40 w 13"/>
                  <a:gd name="T1" fmla="*/ 42 h 18"/>
                  <a:gd name="T2" fmla="*/ 40 w 13"/>
                  <a:gd name="T3" fmla="*/ 63 h 18"/>
                  <a:gd name="T4" fmla="*/ 8 w 13"/>
                  <a:gd name="T5" fmla="*/ 21 h 18"/>
                  <a:gd name="T6" fmla="*/ 0 w 13"/>
                  <a:gd name="T7" fmla="*/ 0 h 18"/>
                  <a:gd name="T8" fmla="*/ 12 w 13"/>
                  <a:gd name="T9" fmla="*/ 34 h 18"/>
                  <a:gd name="T10" fmla="*/ 43 w 13"/>
                  <a:gd name="T11" fmla="*/ 71 h 18"/>
                  <a:gd name="T12" fmla="*/ 40 w 13"/>
                  <a:gd name="T13" fmla="*/ 4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11" y="10"/>
                    </a:moveTo>
                    <a:cubicBezTo>
                      <a:pt x="12" y="12"/>
                      <a:pt x="12" y="14"/>
                      <a:pt x="11" y="15"/>
                    </a:cubicBezTo>
                    <a:cubicBezTo>
                      <a:pt x="9" y="16"/>
                      <a:pt x="5" y="11"/>
                      <a:pt x="2" y="5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2"/>
                      <a:pt x="1" y="5"/>
                      <a:pt x="3" y="8"/>
                    </a:cubicBezTo>
                    <a:cubicBezTo>
                      <a:pt x="6" y="14"/>
                      <a:pt x="10" y="18"/>
                      <a:pt x="12" y="17"/>
                    </a:cubicBezTo>
                    <a:cubicBezTo>
                      <a:pt x="13" y="16"/>
                      <a:pt x="13" y="13"/>
                      <a:pt x="11" y="1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0" name="Freeform 188">
                <a:extLst>
                  <a:ext uri="{FF2B5EF4-FFF2-40B4-BE49-F238E27FC236}">
                    <a16:creationId xmlns:a16="http://schemas.microsoft.com/office/drawing/2014/main" id="{23906979-0F99-4F06-A0BD-8DDEBD0C9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" y="2444"/>
                <a:ext cx="17" cy="27"/>
              </a:xfrm>
              <a:custGeom>
                <a:avLst/>
                <a:gdLst>
                  <a:gd name="T0" fmla="*/ 8 w 11"/>
                  <a:gd name="T1" fmla="*/ 8 h 17"/>
                  <a:gd name="T2" fmla="*/ 34 w 11"/>
                  <a:gd name="T3" fmla="*/ 40 h 17"/>
                  <a:gd name="T4" fmla="*/ 40 w 11"/>
                  <a:gd name="T5" fmla="*/ 68 h 17"/>
                  <a:gd name="T6" fmla="*/ 29 w 11"/>
                  <a:gd name="T7" fmla="*/ 33 h 17"/>
                  <a:gd name="T8" fmla="*/ 5 w 11"/>
                  <a:gd name="T9" fmla="*/ 5 h 17"/>
                  <a:gd name="T10" fmla="*/ 5 w 11"/>
                  <a:gd name="T11" fmla="*/ 21 h 17"/>
                  <a:gd name="T12" fmla="*/ 8 w 11"/>
                  <a:gd name="T13" fmla="*/ 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7">
                    <a:moveTo>
                      <a:pt x="2" y="2"/>
                    </a:moveTo>
                    <a:cubicBezTo>
                      <a:pt x="3" y="2"/>
                      <a:pt x="6" y="6"/>
                      <a:pt x="9" y="10"/>
                    </a:cubicBezTo>
                    <a:cubicBezTo>
                      <a:pt x="10" y="12"/>
                      <a:pt x="11" y="15"/>
                      <a:pt x="11" y="17"/>
                    </a:cubicBezTo>
                    <a:cubicBezTo>
                      <a:pt x="11" y="15"/>
                      <a:pt x="10" y="12"/>
                      <a:pt x="8" y="8"/>
                    </a:cubicBezTo>
                    <a:cubicBezTo>
                      <a:pt x="6" y="4"/>
                      <a:pt x="2" y="0"/>
                      <a:pt x="1" y="1"/>
                    </a:cubicBezTo>
                    <a:cubicBezTo>
                      <a:pt x="0" y="1"/>
                      <a:pt x="0" y="3"/>
                      <a:pt x="1" y="5"/>
                    </a:cubicBezTo>
                    <a:cubicBezTo>
                      <a:pt x="1" y="4"/>
                      <a:pt x="1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1" name="Freeform 189">
                <a:extLst>
                  <a:ext uri="{FF2B5EF4-FFF2-40B4-BE49-F238E27FC236}">
                    <a16:creationId xmlns:a16="http://schemas.microsoft.com/office/drawing/2014/main" id="{C9FEA04D-B6BE-444D-B38D-1A004F897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2639"/>
                <a:ext cx="21" cy="27"/>
              </a:xfrm>
              <a:custGeom>
                <a:avLst/>
                <a:gdLst>
                  <a:gd name="T0" fmla="*/ 41 w 14"/>
                  <a:gd name="T1" fmla="*/ 35 h 17"/>
                  <a:gd name="T2" fmla="*/ 41 w 14"/>
                  <a:gd name="T3" fmla="*/ 56 h 17"/>
                  <a:gd name="T4" fmla="*/ 12 w 14"/>
                  <a:gd name="T5" fmla="*/ 21 h 17"/>
                  <a:gd name="T6" fmla="*/ 0 w 14"/>
                  <a:gd name="T7" fmla="*/ 0 h 17"/>
                  <a:gd name="T8" fmla="*/ 14 w 14"/>
                  <a:gd name="T9" fmla="*/ 27 h 17"/>
                  <a:gd name="T10" fmla="*/ 45 w 14"/>
                  <a:gd name="T11" fmla="*/ 64 h 17"/>
                  <a:gd name="T12" fmla="*/ 41 w 14"/>
                  <a:gd name="T13" fmla="*/ 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7">
                    <a:moveTo>
                      <a:pt x="12" y="9"/>
                    </a:moveTo>
                    <a:cubicBezTo>
                      <a:pt x="13" y="11"/>
                      <a:pt x="13" y="13"/>
                      <a:pt x="12" y="14"/>
                    </a:cubicBezTo>
                    <a:cubicBezTo>
                      <a:pt x="10" y="15"/>
                      <a:pt x="6" y="11"/>
                      <a:pt x="3" y="5"/>
                    </a:cubicBezTo>
                    <a:cubicBezTo>
                      <a:pt x="2" y="3"/>
                      <a:pt x="1" y="1"/>
                      <a:pt x="0" y="0"/>
                    </a:cubicBezTo>
                    <a:cubicBezTo>
                      <a:pt x="1" y="2"/>
                      <a:pt x="2" y="4"/>
                      <a:pt x="4" y="7"/>
                    </a:cubicBezTo>
                    <a:cubicBezTo>
                      <a:pt x="7" y="13"/>
                      <a:pt x="11" y="17"/>
                      <a:pt x="13" y="16"/>
                    </a:cubicBezTo>
                    <a:cubicBezTo>
                      <a:pt x="14" y="15"/>
                      <a:pt x="14" y="12"/>
                      <a:pt x="12" y="9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2" name="Freeform 190">
                <a:extLst>
                  <a:ext uri="{FF2B5EF4-FFF2-40B4-BE49-F238E27FC236}">
                    <a16:creationId xmlns:a16="http://schemas.microsoft.com/office/drawing/2014/main" id="{FA7EEA6F-1E07-4F31-9E61-93B82322C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2633"/>
                <a:ext cx="16" cy="25"/>
              </a:xfrm>
              <a:custGeom>
                <a:avLst/>
                <a:gdLst>
                  <a:gd name="T0" fmla="*/ 1 w 11"/>
                  <a:gd name="T1" fmla="*/ 8 h 16"/>
                  <a:gd name="T2" fmla="*/ 28 w 11"/>
                  <a:gd name="T3" fmla="*/ 39 h 16"/>
                  <a:gd name="T4" fmla="*/ 33 w 11"/>
                  <a:gd name="T5" fmla="*/ 61 h 16"/>
                  <a:gd name="T6" fmla="*/ 25 w 11"/>
                  <a:gd name="T7" fmla="*/ 31 h 16"/>
                  <a:gd name="T8" fmla="*/ 1 w 11"/>
                  <a:gd name="T9" fmla="*/ 0 h 16"/>
                  <a:gd name="T10" fmla="*/ 1 w 11"/>
                  <a:gd name="T11" fmla="*/ 20 h 16"/>
                  <a:gd name="T12" fmla="*/ 1 w 11"/>
                  <a:gd name="T13" fmla="*/ 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6">
                    <a:moveTo>
                      <a:pt x="1" y="2"/>
                    </a:moveTo>
                    <a:cubicBezTo>
                      <a:pt x="3" y="1"/>
                      <a:pt x="6" y="5"/>
                      <a:pt x="9" y="10"/>
                    </a:cubicBezTo>
                    <a:cubicBezTo>
                      <a:pt x="10" y="12"/>
                      <a:pt x="11" y="14"/>
                      <a:pt x="11" y="16"/>
                    </a:cubicBezTo>
                    <a:cubicBezTo>
                      <a:pt x="11" y="14"/>
                      <a:pt x="10" y="11"/>
                      <a:pt x="8" y="8"/>
                    </a:cubicBezTo>
                    <a:cubicBezTo>
                      <a:pt x="5" y="3"/>
                      <a:pt x="2" y="0"/>
                      <a:pt x="1" y="0"/>
                    </a:cubicBezTo>
                    <a:cubicBezTo>
                      <a:pt x="0" y="1"/>
                      <a:pt x="0" y="3"/>
                      <a:pt x="1" y="5"/>
                    </a:cubicBezTo>
                    <a:cubicBezTo>
                      <a:pt x="1" y="4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3" name="Freeform 191">
                <a:extLst>
                  <a:ext uri="{FF2B5EF4-FFF2-40B4-BE49-F238E27FC236}">
                    <a16:creationId xmlns:a16="http://schemas.microsoft.com/office/drawing/2014/main" id="{37124ADF-94AC-4DC9-A0B7-445980BD4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" y="2359"/>
                <a:ext cx="116" cy="195"/>
              </a:xfrm>
              <a:custGeom>
                <a:avLst/>
                <a:gdLst>
                  <a:gd name="T0" fmla="*/ 252 w 77"/>
                  <a:gd name="T1" fmla="*/ 432 h 122"/>
                  <a:gd name="T2" fmla="*/ 246 w 77"/>
                  <a:gd name="T3" fmla="*/ 465 h 122"/>
                  <a:gd name="T4" fmla="*/ 215 w 77"/>
                  <a:gd name="T5" fmla="*/ 486 h 122"/>
                  <a:gd name="T6" fmla="*/ 175 w 77"/>
                  <a:gd name="T7" fmla="*/ 443 h 122"/>
                  <a:gd name="T8" fmla="*/ 80 w 77"/>
                  <a:gd name="T9" fmla="*/ 225 h 122"/>
                  <a:gd name="T10" fmla="*/ 8 w 77"/>
                  <a:gd name="T11" fmla="*/ 69 h 122"/>
                  <a:gd name="T12" fmla="*/ 12 w 77"/>
                  <a:gd name="T13" fmla="*/ 29 h 122"/>
                  <a:gd name="T14" fmla="*/ 41 w 77"/>
                  <a:gd name="T15" fmla="*/ 8 h 122"/>
                  <a:gd name="T16" fmla="*/ 68 w 77"/>
                  <a:gd name="T17" fmla="*/ 21 h 122"/>
                  <a:gd name="T18" fmla="*/ 154 w 77"/>
                  <a:gd name="T19" fmla="*/ 217 h 122"/>
                  <a:gd name="T20" fmla="*/ 252 w 77"/>
                  <a:gd name="T21" fmla="*/ 432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122">
                    <a:moveTo>
                      <a:pt x="74" y="106"/>
                    </a:moveTo>
                    <a:cubicBezTo>
                      <a:pt x="77" y="111"/>
                      <a:pt x="74" y="113"/>
                      <a:pt x="72" y="114"/>
                    </a:cubicBezTo>
                    <a:cubicBezTo>
                      <a:pt x="63" y="119"/>
                      <a:pt x="63" y="119"/>
                      <a:pt x="63" y="119"/>
                    </a:cubicBezTo>
                    <a:cubicBezTo>
                      <a:pt x="61" y="120"/>
                      <a:pt x="58" y="122"/>
                      <a:pt x="51" y="108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0" y="13"/>
                      <a:pt x="0" y="8"/>
                      <a:pt x="3" y="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0"/>
                      <a:pt x="18" y="1"/>
                      <a:pt x="20" y="5"/>
                    </a:cubicBezTo>
                    <a:cubicBezTo>
                      <a:pt x="20" y="5"/>
                      <a:pt x="39" y="42"/>
                      <a:pt x="45" y="53"/>
                    </a:cubicBezTo>
                    <a:cubicBezTo>
                      <a:pt x="51" y="64"/>
                      <a:pt x="74" y="105"/>
                      <a:pt x="74" y="10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4" name="Freeform 192">
                <a:extLst>
                  <a:ext uri="{FF2B5EF4-FFF2-40B4-BE49-F238E27FC236}">
                    <a16:creationId xmlns:a16="http://schemas.microsoft.com/office/drawing/2014/main" id="{BBA1D166-6334-4863-BF66-50006EB50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" y="2153"/>
                <a:ext cx="71" cy="206"/>
              </a:xfrm>
              <a:custGeom>
                <a:avLst/>
                <a:gdLst>
                  <a:gd name="T0" fmla="*/ 157 w 47"/>
                  <a:gd name="T1" fmla="*/ 479 h 129"/>
                  <a:gd name="T2" fmla="*/ 144 w 47"/>
                  <a:gd name="T3" fmla="*/ 513 h 129"/>
                  <a:gd name="T4" fmla="*/ 110 w 47"/>
                  <a:gd name="T5" fmla="*/ 521 h 129"/>
                  <a:gd name="T6" fmla="*/ 80 w 47"/>
                  <a:gd name="T7" fmla="*/ 458 h 129"/>
                  <a:gd name="T8" fmla="*/ 39 w 47"/>
                  <a:gd name="T9" fmla="*/ 227 h 129"/>
                  <a:gd name="T10" fmla="*/ 5 w 47"/>
                  <a:gd name="T11" fmla="*/ 54 h 129"/>
                  <a:gd name="T12" fmla="*/ 18 w 47"/>
                  <a:gd name="T13" fmla="*/ 13 h 129"/>
                  <a:gd name="T14" fmla="*/ 53 w 47"/>
                  <a:gd name="T15" fmla="*/ 5 h 129"/>
                  <a:gd name="T16" fmla="*/ 76 w 47"/>
                  <a:gd name="T17" fmla="*/ 26 h 129"/>
                  <a:gd name="T18" fmla="*/ 110 w 47"/>
                  <a:gd name="T19" fmla="*/ 240 h 129"/>
                  <a:gd name="T20" fmla="*/ 157 w 47"/>
                  <a:gd name="T21" fmla="*/ 479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29">
                    <a:moveTo>
                      <a:pt x="46" y="118"/>
                    </a:moveTo>
                    <a:cubicBezTo>
                      <a:pt x="47" y="124"/>
                      <a:pt x="44" y="125"/>
                      <a:pt x="42" y="126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29" y="128"/>
                      <a:pt x="26" y="129"/>
                      <a:pt x="23" y="113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9"/>
                      <a:pt x="2" y="4"/>
                      <a:pt x="5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8" y="0"/>
                      <a:pt x="21" y="2"/>
                      <a:pt x="22" y="6"/>
                    </a:cubicBezTo>
                    <a:cubicBezTo>
                      <a:pt x="22" y="7"/>
                      <a:pt x="30" y="47"/>
                      <a:pt x="32" y="59"/>
                    </a:cubicBezTo>
                    <a:cubicBezTo>
                      <a:pt x="35" y="72"/>
                      <a:pt x="46" y="118"/>
                      <a:pt x="46" y="118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5" name="Freeform 193">
                <a:extLst>
                  <a:ext uri="{FF2B5EF4-FFF2-40B4-BE49-F238E27FC236}">
                    <a16:creationId xmlns:a16="http://schemas.microsoft.com/office/drawing/2014/main" id="{C39BF4E5-8EA5-4488-B9E6-3C820F134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" y="2246"/>
                <a:ext cx="13" cy="40"/>
              </a:xfrm>
              <a:custGeom>
                <a:avLst/>
                <a:gdLst>
                  <a:gd name="T0" fmla="*/ 6 w 9"/>
                  <a:gd name="T1" fmla="*/ 5 h 25"/>
                  <a:gd name="T2" fmla="*/ 25 w 9"/>
                  <a:gd name="T3" fmla="*/ 48 h 25"/>
                  <a:gd name="T4" fmla="*/ 20 w 9"/>
                  <a:gd name="T5" fmla="*/ 102 h 25"/>
                  <a:gd name="T6" fmla="*/ 1 w 9"/>
                  <a:gd name="T7" fmla="*/ 56 h 25"/>
                  <a:gd name="T8" fmla="*/ 6 w 9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2" y="1"/>
                    </a:moveTo>
                    <a:cubicBezTo>
                      <a:pt x="4" y="0"/>
                      <a:pt x="7" y="5"/>
                      <a:pt x="8" y="12"/>
                    </a:cubicBezTo>
                    <a:cubicBezTo>
                      <a:pt x="9" y="19"/>
                      <a:pt x="9" y="25"/>
                      <a:pt x="7" y="25"/>
                    </a:cubicBezTo>
                    <a:cubicBezTo>
                      <a:pt x="5" y="25"/>
                      <a:pt x="3" y="20"/>
                      <a:pt x="1" y="14"/>
                    </a:cubicBezTo>
                    <a:cubicBezTo>
                      <a:pt x="0" y="7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6" name="Freeform 194">
                <a:extLst>
                  <a:ext uri="{FF2B5EF4-FFF2-40B4-BE49-F238E27FC236}">
                    <a16:creationId xmlns:a16="http://schemas.microsoft.com/office/drawing/2014/main" id="{F4ADB4BD-2906-4925-9457-BCED450A9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" y="2241"/>
                <a:ext cx="15" cy="40"/>
              </a:xfrm>
              <a:custGeom>
                <a:avLst/>
                <a:gdLst>
                  <a:gd name="T0" fmla="*/ 8 w 10"/>
                  <a:gd name="T1" fmla="*/ 5 h 25"/>
                  <a:gd name="T2" fmla="*/ 27 w 10"/>
                  <a:gd name="T3" fmla="*/ 48 h 25"/>
                  <a:gd name="T4" fmla="*/ 26 w 10"/>
                  <a:gd name="T5" fmla="*/ 102 h 25"/>
                  <a:gd name="T6" fmla="*/ 5 w 10"/>
                  <a:gd name="T7" fmla="*/ 54 h 25"/>
                  <a:gd name="T8" fmla="*/ 8 w 10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2" y="1"/>
                    </a:moveTo>
                    <a:cubicBezTo>
                      <a:pt x="4" y="0"/>
                      <a:pt x="7" y="5"/>
                      <a:pt x="8" y="12"/>
                    </a:cubicBezTo>
                    <a:cubicBezTo>
                      <a:pt x="10" y="19"/>
                      <a:pt x="9" y="25"/>
                      <a:pt x="7" y="25"/>
                    </a:cubicBezTo>
                    <a:cubicBezTo>
                      <a:pt x="6" y="25"/>
                      <a:pt x="3" y="20"/>
                      <a:pt x="1" y="13"/>
                    </a:cubicBezTo>
                    <a:cubicBezTo>
                      <a:pt x="0" y="7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7" name="Freeform 195">
                <a:extLst>
                  <a:ext uri="{FF2B5EF4-FFF2-40B4-BE49-F238E27FC236}">
                    <a16:creationId xmlns:a16="http://schemas.microsoft.com/office/drawing/2014/main" id="{24488D62-8C00-4E75-B04A-276E72C12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" y="2158"/>
                <a:ext cx="36" cy="84"/>
              </a:xfrm>
              <a:custGeom>
                <a:avLst/>
                <a:gdLst>
                  <a:gd name="T0" fmla="*/ 8 w 24"/>
                  <a:gd name="T1" fmla="*/ 13 h 53"/>
                  <a:gd name="T2" fmla="*/ 41 w 24"/>
                  <a:gd name="T3" fmla="*/ 8 h 53"/>
                  <a:gd name="T4" fmla="*/ 54 w 24"/>
                  <a:gd name="T5" fmla="*/ 60 h 53"/>
                  <a:gd name="T6" fmla="*/ 68 w 24"/>
                  <a:gd name="T7" fmla="*/ 138 h 53"/>
                  <a:gd name="T8" fmla="*/ 75 w 24"/>
                  <a:gd name="T9" fmla="*/ 176 h 53"/>
                  <a:gd name="T10" fmla="*/ 81 w 24"/>
                  <a:gd name="T11" fmla="*/ 211 h 53"/>
                  <a:gd name="T12" fmla="*/ 48 w 24"/>
                  <a:gd name="T13" fmla="*/ 60 h 53"/>
                  <a:gd name="T14" fmla="*/ 27 w 24"/>
                  <a:gd name="T15" fmla="*/ 25 h 53"/>
                  <a:gd name="T16" fmla="*/ 0 w 24"/>
                  <a:gd name="T17" fmla="*/ 21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53">
                    <a:moveTo>
                      <a:pt x="2" y="3"/>
                    </a:moveTo>
                    <a:cubicBezTo>
                      <a:pt x="5" y="3"/>
                      <a:pt x="10" y="0"/>
                      <a:pt x="12" y="2"/>
                    </a:cubicBezTo>
                    <a:cubicBezTo>
                      <a:pt x="15" y="4"/>
                      <a:pt x="15" y="12"/>
                      <a:pt x="16" y="15"/>
                    </a:cubicBezTo>
                    <a:cubicBezTo>
                      <a:pt x="17" y="22"/>
                      <a:pt x="19" y="28"/>
                      <a:pt x="20" y="35"/>
                    </a:cubicBezTo>
                    <a:cubicBezTo>
                      <a:pt x="21" y="38"/>
                      <a:pt x="21" y="41"/>
                      <a:pt x="22" y="44"/>
                    </a:cubicBezTo>
                    <a:cubicBezTo>
                      <a:pt x="23" y="47"/>
                      <a:pt x="24" y="50"/>
                      <a:pt x="24" y="53"/>
                    </a:cubicBezTo>
                    <a:cubicBezTo>
                      <a:pt x="19" y="41"/>
                      <a:pt x="18" y="27"/>
                      <a:pt x="14" y="15"/>
                    </a:cubicBezTo>
                    <a:cubicBezTo>
                      <a:pt x="13" y="11"/>
                      <a:pt x="11" y="7"/>
                      <a:pt x="8" y="6"/>
                    </a:cubicBezTo>
                    <a:cubicBezTo>
                      <a:pt x="5" y="4"/>
                      <a:pt x="3" y="4"/>
                      <a:pt x="0" y="5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8" name="Freeform 196">
                <a:extLst>
                  <a:ext uri="{FF2B5EF4-FFF2-40B4-BE49-F238E27FC236}">
                    <a16:creationId xmlns:a16="http://schemas.microsoft.com/office/drawing/2014/main" id="{F8B889EA-092B-4BF3-8D16-7457918BA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" y="2230"/>
                <a:ext cx="45" cy="124"/>
              </a:xfrm>
              <a:custGeom>
                <a:avLst/>
                <a:gdLst>
                  <a:gd name="T0" fmla="*/ 0 w 30"/>
                  <a:gd name="T1" fmla="*/ 0 h 78"/>
                  <a:gd name="T2" fmla="*/ 39 w 30"/>
                  <a:gd name="T3" fmla="*/ 231 h 78"/>
                  <a:gd name="T4" fmla="*/ 66 w 30"/>
                  <a:gd name="T5" fmla="*/ 308 h 78"/>
                  <a:gd name="T6" fmla="*/ 102 w 30"/>
                  <a:gd name="T7" fmla="*/ 299 h 78"/>
                  <a:gd name="T8" fmla="*/ 66 w 30"/>
                  <a:gd name="T9" fmla="*/ 286 h 78"/>
                  <a:gd name="T10" fmla="*/ 54 w 30"/>
                  <a:gd name="T11" fmla="*/ 245 h 78"/>
                  <a:gd name="T12" fmla="*/ 45 w 30"/>
                  <a:gd name="T13" fmla="*/ 189 h 78"/>
                  <a:gd name="T14" fmla="*/ 26 w 30"/>
                  <a:gd name="T15" fmla="*/ 89 h 78"/>
                  <a:gd name="T16" fmla="*/ 12 w 30"/>
                  <a:gd name="T17" fmla="*/ 40 h 78"/>
                  <a:gd name="T18" fmla="*/ 0 w 30"/>
                  <a:gd name="T19" fmla="*/ 5 h 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78">
                    <a:moveTo>
                      <a:pt x="0" y="0"/>
                    </a:moveTo>
                    <a:cubicBezTo>
                      <a:pt x="4" y="19"/>
                      <a:pt x="8" y="37"/>
                      <a:pt x="11" y="57"/>
                    </a:cubicBezTo>
                    <a:cubicBezTo>
                      <a:pt x="12" y="61"/>
                      <a:pt x="15" y="74"/>
                      <a:pt x="19" y="77"/>
                    </a:cubicBezTo>
                    <a:cubicBezTo>
                      <a:pt x="22" y="78"/>
                      <a:pt x="28" y="75"/>
                      <a:pt x="30" y="74"/>
                    </a:cubicBezTo>
                    <a:cubicBezTo>
                      <a:pt x="27" y="75"/>
                      <a:pt x="22" y="75"/>
                      <a:pt x="19" y="71"/>
                    </a:cubicBezTo>
                    <a:cubicBezTo>
                      <a:pt x="17" y="69"/>
                      <a:pt x="17" y="64"/>
                      <a:pt x="16" y="61"/>
                    </a:cubicBezTo>
                    <a:cubicBezTo>
                      <a:pt x="15" y="56"/>
                      <a:pt x="14" y="52"/>
                      <a:pt x="13" y="47"/>
                    </a:cubicBezTo>
                    <a:cubicBezTo>
                      <a:pt x="11" y="39"/>
                      <a:pt x="9" y="30"/>
                      <a:pt x="7" y="22"/>
                    </a:cubicBezTo>
                    <a:cubicBezTo>
                      <a:pt x="6" y="18"/>
                      <a:pt x="4" y="14"/>
                      <a:pt x="3" y="10"/>
                    </a:cubicBezTo>
                    <a:cubicBezTo>
                      <a:pt x="2" y="7"/>
                      <a:pt x="2" y="4"/>
                      <a:pt x="0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19" name="Freeform 197">
                <a:extLst>
                  <a:ext uri="{FF2B5EF4-FFF2-40B4-BE49-F238E27FC236}">
                    <a16:creationId xmlns:a16="http://schemas.microsoft.com/office/drawing/2014/main" id="{ACA573C0-C339-40FF-A5B6-77E6FBD1D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" y="2249"/>
                <a:ext cx="14" cy="32"/>
              </a:xfrm>
              <a:custGeom>
                <a:avLst/>
                <a:gdLst>
                  <a:gd name="T0" fmla="*/ 34 w 9"/>
                  <a:gd name="T1" fmla="*/ 48 h 20"/>
                  <a:gd name="T2" fmla="*/ 26 w 9"/>
                  <a:gd name="T3" fmla="*/ 69 h 20"/>
                  <a:gd name="T4" fmla="*/ 5 w 9"/>
                  <a:gd name="T5" fmla="*/ 26 h 20"/>
                  <a:gd name="T6" fmla="*/ 0 w 9"/>
                  <a:gd name="T7" fmla="*/ 0 h 20"/>
                  <a:gd name="T8" fmla="*/ 5 w 9"/>
                  <a:gd name="T9" fmla="*/ 34 h 20"/>
                  <a:gd name="T10" fmla="*/ 26 w 9"/>
                  <a:gd name="T11" fmla="*/ 82 h 20"/>
                  <a:gd name="T12" fmla="*/ 34 w 9"/>
                  <a:gd name="T13" fmla="*/ 4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0">
                    <a:moveTo>
                      <a:pt x="9" y="12"/>
                    </a:moveTo>
                    <a:cubicBezTo>
                      <a:pt x="9" y="15"/>
                      <a:pt x="8" y="17"/>
                      <a:pt x="7" y="17"/>
                    </a:cubicBezTo>
                    <a:cubicBezTo>
                      <a:pt x="5" y="18"/>
                      <a:pt x="3" y="13"/>
                      <a:pt x="1" y="6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2"/>
                      <a:pt x="1" y="5"/>
                      <a:pt x="1" y="8"/>
                    </a:cubicBezTo>
                    <a:cubicBezTo>
                      <a:pt x="3" y="15"/>
                      <a:pt x="5" y="20"/>
                      <a:pt x="7" y="20"/>
                    </a:cubicBezTo>
                    <a:cubicBezTo>
                      <a:pt x="9" y="19"/>
                      <a:pt x="9" y="16"/>
                      <a:pt x="9" y="12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20" name="Freeform 198">
                <a:extLst>
                  <a:ext uri="{FF2B5EF4-FFF2-40B4-BE49-F238E27FC236}">
                    <a16:creationId xmlns:a16="http://schemas.microsoft.com/office/drawing/2014/main" id="{4D11E0FF-B785-4333-AF47-E3B73AEA7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" y="2244"/>
                <a:ext cx="12" cy="29"/>
              </a:xfrm>
              <a:custGeom>
                <a:avLst/>
                <a:gdLst>
                  <a:gd name="T0" fmla="*/ 8 w 8"/>
                  <a:gd name="T1" fmla="*/ 8 h 18"/>
                  <a:gd name="T2" fmla="*/ 21 w 8"/>
                  <a:gd name="T3" fmla="*/ 50 h 18"/>
                  <a:gd name="T4" fmla="*/ 26 w 8"/>
                  <a:gd name="T5" fmla="*/ 76 h 18"/>
                  <a:gd name="T6" fmla="*/ 21 w 8"/>
                  <a:gd name="T7" fmla="*/ 42 h 18"/>
                  <a:gd name="T8" fmla="*/ 8 w 8"/>
                  <a:gd name="T9" fmla="*/ 0 h 18"/>
                  <a:gd name="T10" fmla="*/ 0 w 8"/>
                  <a:gd name="T11" fmla="*/ 21 h 18"/>
                  <a:gd name="T12" fmla="*/ 8 w 8"/>
                  <a:gd name="T13" fmla="*/ 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8">
                    <a:moveTo>
                      <a:pt x="2" y="2"/>
                    </a:moveTo>
                    <a:cubicBezTo>
                      <a:pt x="3" y="2"/>
                      <a:pt x="5" y="6"/>
                      <a:pt x="6" y="12"/>
                    </a:cubicBezTo>
                    <a:cubicBezTo>
                      <a:pt x="7" y="14"/>
                      <a:pt x="7" y="17"/>
                      <a:pt x="7" y="18"/>
                    </a:cubicBezTo>
                    <a:cubicBezTo>
                      <a:pt x="8" y="16"/>
                      <a:pt x="7" y="13"/>
                      <a:pt x="6" y="10"/>
                    </a:cubicBezTo>
                    <a:cubicBezTo>
                      <a:pt x="5" y="4"/>
                      <a:pt x="3" y="0"/>
                      <a:pt x="2" y="0"/>
                    </a:cubicBezTo>
                    <a:cubicBezTo>
                      <a:pt x="1" y="1"/>
                      <a:pt x="0" y="2"/>
                      <a:pt x="0" y="5"/>
                    </a:cubicBezTo>
                    <a:cubicBezTo>
                      <a:pt x="0" y="4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21" name="Freeform 199">
                <a:extLst>
                  <a:ext uri="{FF2B5EF4-FFF2-40B4-BE49-F238E27FC236}">
                    <a16:creationId xmlns:a16="http://schemas.microsoft.com/office/drawing/2014/main" id="{10E34E20-00F2-4852-B923-53D6036E3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" y="2153"/>
                <a:ext cx="71" cy="206"/>
              </a:xfrm>
              <a:custGeom>
                <a:avLst/>
                <a:gdLst>
                  <a:gd name="T0" fmla="*/ 157 w 47"/>
                  <a:gd name="T1" fmla="*/ 479 h 129"/>
                  <a:gd name="T2" fmla="*/ 144 w 47"/>
                  <a:gd name="T3" fmla="*/ 513 h 129"/>
                  <a:gd name="T4" fmla="*/ 110 w 47"/>
                  <a:gd name="T5" fmla="*/ 521 h 129"/>
                  <a:gd name="T6" fmla="*/ 80 w 47"/>
                  <a:gd name="T7" fmla="*/ 458 h 129"/>
                  <a:gd name="T8" fmla="*/ 39 w 47"/>
                  <a:gd name="T9" fmla="*/ 227 h 129"/>
                  <a:gd name="T10" fmla="*/ 5 w 47"/>
                  <a:gd name="T11" fmla="*/ 54 h 129"/>
                  <a:gd name="T12" fmla="*/ 18 w 47"/>
                  <a:gd name="T13" fmla="*/ 13 h 129"/>
                  <a:gd name="T14" fmla="*/ 53 w 47"/>
                  <a:gd name="T15" fmla="*/ 5 h 129"/>
                  <a:gd name="T16" fmla="*/ 76 w 47"/>
                  <a:gd name="T17" fmla="*/ 26 h 129"/>
                  <a:gd name="T18" fmla="*/ 110 w 47"/>
                  <a:gd name="T19" fmla="*/ 240 h 129"/>
                  <a:gd name="T20" fmla="*/ 157 w 47"/>
                  <a:gd name="T21" fmla="*/ 479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29">
                    <a:moveTo>
                      <a:pt x="46" y="118"/>
                    </a:moveTo>
                    <a:cubicBezTo>
                      <a:pt x="47" y="124"/>
                      <a:pt x="44" y="125"/>
                      <a:pt x="42" y="126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29" y="128"/>
                      <a:pt x="26" y="129"/>
                      <a:pt x="23" y="113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9"/>
                      <a:pt x="2" y="4"/>
                      <a:pt x="5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8" y="0"/>
                      <a:pt x="21" y="2"/>
                      <a:pt x="22" y="6"/>
                    </a:cubicBezTo>
                    <a:cubicBezTo>
                      <a:pt x="22" y="7"/>
                      <a:pt x="30" y="47"/>
                      <a:pt x="32" y="59"/>
                    </a:cubicBezTo>
                    <a:cubicBezTo>
                      <a:pt x="35" y="72"/>
                      <a:pt x="46" y="118"/>
                      <a:pt x="46" y="11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22" name="Freeform 200">
                <a:extLst>
                  <a:ext uri="{FF2B5EF4-FFF2-40B4-BE49-F238E27FC236}">
                    <a16:creationId xmlns:a16="http://schemas.microsoft.com/office/drawing/2014/main" id="{5BAB2F88-7945-42D0-8F7E-7F813B93C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2545"/>
                <a:ext cx="118" cy="191"/>
              </a:xfrm>
              <a:custGeom>
                <a:avLst/>
                <a:gdLst>
                  <a:gd name="T0" fmla="*/ 9 w 79"/>
                  <a:gd name="T1" fmla="*/ 64 h 120"/>
                  <a:gd name="T2" fmla="*/ 9 w 79"/>
                  <a:gd name="T3" fmla="*/ 64 h 120"/>
                  <a:gd name="T4" fmla="*/ 13 w 79"/>
                  <a:gd name="T5" fmla="*/ 33 h 120"/>
                  <a:gd name="T6" fmla="*/ 42 w 79"/>
                  <a:gd name="T7" fmla="*/ 13 h 120"/>
                  <a:gd name="T8" fmla="*/ 87 w 79"/>
                  <a:gd name="T9" fmla="*/ 56 h 120"/>
                  <a:gd name="T10" fmla="*/ 182 w 79"/>
                  <a:gd name="T11" fmla="*/ 261 h 120"/>
                  <a:gd name="T12" fmla="*/ 254 w 79"/>
                  <a:gd name="T13" fmla="*/ 407 h 120"/>
                  <a:gd name="T14" fmla="*/ 257 w 79"/>
                  <a:gd name="T15" fmla="*/ 457 h 120"/>
                  <a:gd name="T16" fmla="*/ 227 w 79"/>
                  <a:gd name="T17" fmla="*/ 476 h 120"/>
                  <a:gd name="T18" fmla="*/ 200 w 79"/>
                  <a:gd name="T19" fmla="*/ 468 h 120"/>
                  <a:gd name="T20" fmla="*/ 100 w 79"/>
                  <a:gd name="T21" fmla="*/ 271 h 120"/>
                  <a:gd name="T22" fmla="*/ 9 w 79"/>
                  <a:gd name="T23" fmla="*/ 64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120">
                    <a:moveTo>
                      <a:pt x="3" y="16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1" y="14"/>
                      <a:pt x="0" y="10"/>
                      <a:pt x="4" y="8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2"/>
                      <a:pt x="18" y="0"/>
                      <a:pt x="26" y="14"/>
                    </a:cubicBezTo>
                    <a:cubicBezTo>
                      <a:pt x="55" y="65"/>
                      <a:pt x="55" y="65"/>
                      <a:pt x="55" y="65"/>
                    </a:cubicBezTo>
                    <a:cubicBezTo>
                      <a:pt x="76" y="101"/>
                      <a:pt x="76" y="101"/>
                      <a:pt x="76" y="101"/>
                    </a:cubicBezTo>
                    <a:cubicBezTo>
                      <a:pt x="79" y="106"/>
                      <a:pt x="79" y="112"/>
                      <a:pt x="77" y="113"/>
                    </a:cubicBezTo>
                    <a:cubicBezTo>
                      <a:pt x="68" y="118"/>
                      <a:pt x="68" y="118"/>
                      <a:pt x="68" y="118"/>
                    </a:cubicBezTo>
                    <a:cubicBezTo>
                      <a:pt x="65" y="120"/>
                      <a:pt x="62" y="119"/>
                      <a:pt x="60" y="116"/>
                    </a:cubicBezTo>
                    <a:cubicBezTo>
                      <a:pt x="60" y="115"/>
                      <a:pt x="36" y="78"/>
                      <a:pt x="30" y="67"/>
                    </a:cubicBezTo>
                    <a:cubicBezTo>
                      <a:pt x="24" y="56"/>
                      <a:pt x="3" y="17"/>
                      <a:pt x="3" y="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23" name="Freeform 201">
                <a:extLst>
                  <a:ext uri="{FF2B5EF4-FFF2-40B4-BE49-F238E27FC236}">
                    <a16:creationId xmlns:a16="http://schemas.microsoft.com/office/drawing/2014/main" id="{6B71FA35-556E-433F-AB53-AE218B249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733"/>
                <a:ext cx="105" cy="199"/>
              </a:xfrm>
              <a:custGeom>
                <a:avLst/>
                <a:gdLst>
                  <a:gd name="T0" fmla="*/ 228 w 70"/>
                  <a:gd name="T1" fmla="*/ 451 h 124"/>
                  <a:gd name="T2" fmla="*/ 221 w 70"/>
                  <a:gd name="T3" fmla="*/ 486 h 124"/>
                  <a:gd name="T4" fmla="*/ 189 w 70"/>
                  <a:gd name="T5" fmla="*/ 506 h 124"/>
                  <a:gd name="T6" fmla="*/ 149 w 70"/>
                  <a:gd name="T7" fmla="*/ 451 h 124"/>
                  <a:gd name="T8" fmla="*/ 68 w 70"/>
                  <a:gd name="T9" fmla="*/ 226 h 124"/>
                  <a:gd name="T10" fmla="*/ 8 w 70"/>
                  <a:gd name="T11" fmla="*/ 67 h 124"/>
                  <a:gd name="T12" fmla="*/ 14 w 70"/>
                  <a:gd name="T13" fmla="*/ 21 h 124"/>
                  <a:gd name="T14" fmla="*/ 45 w 70"/>
                  <a:gd name="T15" fmla="*/ 5 h 124"/>
                  <a:gd name="T16" fmla="*/ 72 w 70"/>
                  <a:gd name="T17" fmla="*/ 21 h 124"/>
                  <a:gd name="T18" fmla="*/ 143 w 70"/>
                  <a:gd name="T19" fmla="*/ 226 h 124"/>
                  <a:gd name="T20" fmla="*/ 228 w 70"/>
                  <a:gd name="T21" fmla="*/ 451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24">
                    <a:moveTo>
                      <a:pt x="67" y="109"/>
                    </a:moveTo>
                    <a:cubicBezTo>
                      <a:pt x="70" y="114"/>
                      <a:pt x="67" y="117"/>
                      <a:pt x="65" y="118"/>
                    </a:cubicBezTo>
                    <a:cubicBezTo>
                      <a:pt x="56" y="122"/>
                      <a:pt x="56" y="122"/>
                      <a:pt x="56" y="122"/>
                    </a:cubicBezTo>
                    <a:cubicBezTo>
                      <a:pt x="53" y="123"/>
                      <a:pt x="50" y="124"/>
                      <a:pt x="44" y="109"/>
                    </a:cubicBezTo>
                    <a:cubicBezTo>
                      <a:pt x="20" y="55"/>
                      <a:pt x="20" y="55"/>
                      <a:pt x="20" y="5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11"/>
                      <a:pt x="1" y="7"/>
                      <a:pt x="4" y="5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0"/>
                      <a:pt x="19" y="1"/>
                      <a:pt x="21" y="5"/>
                    </a:cubicBezTo>
                    <a:cubicBezTo>
                      <a:pt x="21" y="5"/>
                      <a:pt x="37" y="43"/>
                      <a:pt x="42" y="55"/>
                    </a:cubicBezTo>
                    <a:cubicBezTo>
                      <a:pt x="47" y="66"/>
                      <a:pt x="67" y="109"/>
                      <a:pt x="67" y="109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24" name="Freeform 202">
                <a:extLst>
                  <a:ext uri="{FF2B5EF4-FFF2-40B4-BE49-F238E27FC236}">
                    <a16:creationId xmlns:a16="http://schemas.microsoft.com/office/drawing/2014/main" id="{220E0AE4-A712-4678-9136-ECCEE1456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2823"/>
                <a:ext cx="21" cy="38"/>
              </a:xfrm>
              <a:custGeom>
                <a:avLst/>
                <a:gdLst>
                  <a:gd name="T0" fmla="*/ 8 w 14"/>
                  <a:gd name="T1" fmla="*/ 0 h 24"/>
                  <a:gd name="T2" fmla="*/ 35 w 14"/>
                  <a:gd name="T3" fmla="*/ 40 h 24"/>
                  <a:gd name="T4" fmla="*/ 41 w 14"/>
                  <a:gd name="T5" fmla="*/ 90 h 24"/>
                  <a:gd name="T6" fmla="*/ 14 w 14"/>
                  <a:gd name="T7" fmla="*/ 52 h 24"/>
                  <a:gd name="T8" fmla="*/ 8 w 14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2" y="0"/>
                    </a:moveTo>
                    <a:cubicBezTo>
                      <a:pt x="4" y="0"/>
                      <a:pt x="7" y="4"/>
                      <a:pt x="10" y="10"/>
                    </a:cubicBezTo>
                    <a:cubicBezTo>
                      <a:pt x="13" y="16"/>
                      <a:pt x="14" y="22"/>
                      <a:pt x="12" y="23"/>
                    </a:cubicBezTo>
                    <a:cubicBezTo>
                      <a:pt x="10" y="24"/>
                      <a:pt x="6" y="19"/>
                      <a:pt x="4" y="13"/>
                    </a:cubicBezTo>
                    <a:cubicBezTo>
                      <a:pt x="1" y="7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25" name="Freeform 203">
                <a:extLst>
                  <a:ext uri="{FF2B5EF4-FFF2-40B4-BE49-F238E27FC236}">
                    <a16:creationId xmlns:a16="http://schemas.microsoft.com/office/drawing/2014/main" id="{9FADF882-0FAA-40F0-B9A4-195881037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816"/>
                <a:ext cx="19" cy="39"/>
              </a:xfrm>
              <a:custGeom>
                <a:avLst/>
                <a:gdLst>
                  <a:gd name="T0" fmla="*/ 1 w 13"/>
                  <a:gd name="T1" fmla="*/ 5 h 24"/>
                  <a:gd name="T2" fmla="*/ 32 w 13"/>
                  <a:gd name="T3" fmla="*/ 47 h 24"/>
                  <a:gd name="T4" fmla="*/ 34 w 13"/>
                  <a:gd name="T5" fmla="*/ 102 h 24"/>
                  <a:gd name="T6" fmla="*/ 9 w 13"/>
                  <a:gd name="T7" fmla="*/ 60 h 24"/>
                  <a:gd name="T8" fmla="*/ 1 w 13"/>
                  <a:gd name="T9" fmla="*/ 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4">
                    <a:moveTo>
                      <a:pt x="1" y="1"/>
                    </a:moveTo>
                    <a:cubicBezTo>
                      <a:pt x="3" y="0"/>
                      <a:pt x="7" y="5"/>
                      <a:pt x="10" y="11"/>
                    </a:cubicBezTo>
                    <a:cubicBezTo>
                      <a:pt x="12" y="17"/>
                      <a:pt x="13" y="23"/>
                      <a:pt x="11" y="24"/>
                    </a:cubicBezTo>
                    <a:cubicBezTo>
                      <a:pt x="10" y="24"/>
                      <a:pt x="6" y="20"/>
                      <a:pt x="3" y="14"/>
                    </a:cubicBezTo>
                    <a:cubicBezTo>
                      <a:pt x="0" y="7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26" name="Freeform 204">
                <a:extLst>
                  <a:ext uri="{FF2B5EF4-FFF2-40B4-BE49-F238E27FC236}">
                    <a16:creationId xmlns:a16="http://schemas.microsoft.com/office/drawing/2014/main" id="{3F756101-D050-4C89-A3EE-A0ED57A09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2738"/>
                <a:ext cx="49" cy="77"/>
              </a:xfrm>
              <a:custGeom>
                <a:avLst/>
                <a:gdLst>
                  <a:gd name="T0" fmla="*/ 6 w 33"/>
                  <a:gd name="T1" fmla="*/ 21 h 48"/>
                  <a:gd name="T2" fmla="*/ 36 w 33"/>
                  <a:gd name="T3" fmla="*/ 5 h 48"/>
                  <a:gd name="T4" fmla="*/ 55 w 33"/>
                  <a:gd name="T5" fmla="*/ 55 h 48"/>
                  <a:gd name="T6" fmla="*/ 86 w 33"/>
                  <a:gd name="T7" fmla="*/ 132 h 48"/>
                  <a:gd name="T8" fmla="*/ 95 w 33"/>
                  <a:gd name="T9" fmla="*/ 165 h 48"/>
                  <a:gd name="T10" fmla="*/ 108 w 33"/>
                  <a:gd name="T11" fmla="*/ 199 h 48"/>
                  <a:gd name="T12" fmla="*/ 49 w 33"/>
                  <a:gd name="T13" fmla="*/ 56 h 48"/>
                  <a:gd name="T14" fmla="*/ 27 w 33"/>
                  <a:gd name="T15" fmla="*/ 26 h 48"/>
                  <a:gd name="T16" fmla="*/ 0 w 33"/>
                  <a:gd name="T17" fmla="*/ 29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8">
                    <a:moveTo>
                      <a:pt x="2" y="5"/>
                    </a:moveTo>
                    <a:cubicBezTo>
                      <a:pt x="4" y="4"/>
                      <a:pt x="8" y="0"/>
                      <a:pt x="11" y="1"/>
                    </a:cubicBezTo>
                    <a:cubicBezTo>
                      <a:pt x="14" y="3"/>
                      <a:pt x="16" y="10"/>
                      <a:pt x="17" y="13"/>
                    </a:cubicBezTo>
                    <a:cubicBezTo>
                      <a:pt x="20" y="19"/>
                      <a:pt x="23" y="26"/>
                      <a:pt x="26" y="32"/>
                    </a:cubicBezTo>
                    <a:cubicBezTo>
                      <a:pt x="27" y="35"/>
                      <a:pt x="28" y="37"/>
                      <a:pt x="29" y="40"/>
                    </a:cubicBezTo>
                    <a:cubicBezTo>
                      <a:pt x="30" y="43"/>
                      <a:pt x="32" y="46"/>
                      <a:pt x="33" y="48"/>
                    </a:cubicBezTo>
                    <a:cubicBezTo>
                      <a:pt x="26" y="38"/>
                      <a:pt x="21" y="25"/>
                      <a:pt x="15" y="14"/>
                    </a:cubicBezTo>
                    <a:cubicBezTo>
                      <a:pt x="13" y="10"/>
                      <a:pt x="11" y="6"/>
                      <a:pt x="8" y="6"/>
                    </a:cubicBezTo>
                    <a:cubicBezTo>
                      <a:pt x="5" y="5"/>
                      <a:pt x="2" y="6"/>
                      <a:pt x="0" y="7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27" name="Freeform 205">
                <a:extLst>
                  <a:ext uri="{FF2B5EF4-FFF2-40B4-BE49-F238E27FC236}">
                    <a16:creationId xmlns:a16="http://schemas.microsoft.com/office/drawing/2014/main" id="{5C3E3A6B-E421-4658-890F-1B439B467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2808"/>
                <a:ext cx="66" cy="117"/>
              </a:xfrm>
              <a:custGeom>
                <a:avLst/>
                <a:gdLst>
                  <a:gd name="T0" fmla="*/ 0 w 44"/>
                  <a:gd name="T1" fmla="*/ 0 h 73"/>
                  <a:gd name="T2" fmla="*/ 80 w 44"/>
                  <a:gd name="T3" fmla="*/ 223 h 73"/>
                  <a:gd name="T4" fmla="*/ 116 w 44"/>
                  <a:gd name="T5" fmla="*/ 295 h 73"/>
                  <a:gd name="T6" fmla="*/ 149 w 44"/>
                  <a:gd name="T7" fmla="*/ 274 h 73"/>
                  <a:gd name="T8" fmla="*/ 113 w 44"/>
                  <a:gd name="T9" fmla="*/ 274 h 73"/>
                  <a:gd name="T10" fmla="*/ 95 w 44"/>
                  <a:gd name="T11" fmla="*/ 234 h 73"/>
                  <a:gd name="T12" fmla="*/ 75 w 44"/>
                  <a:gd name="T13" fmla="*/ 184 h 73"/>
                  <a:gd name="T14" fmla="*/ 39 w 44"/>
                  <a:gd name="T15" fmla="*/ 87 h 73"/>
                  <a:gd name="T16" fmla="*/ 18 w 44"/>
                  <a:gd name="T17" fmla="*/ 42 h 73"/>
                  <a:gd name="T18" fmla="*/ 0 w 44"/>
                  <a:gd name="T19" fmla="*/ 8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73">
                    <a:moveTo>
                      <a:pt x="0" y="0"/>
                    </a:moveTo>
                    <a:cubicBezTo>
                      <a:pt x="8" y="19"/>
                      <a:pt x="15" y="36"/>
                      <a:pt x="23" y="54"/>
                    </a:cubicBezTo>
                    <a:cubicBezTo>
                      <a:pt x="24" y="58"/>
                      <a:pt x="30" y="70"/>
                      <a:pt x="34" y="72"/>
                    </a:cubicBezTo>
                    <a:cubicBezTo>
                      <a:pt x="37" y="73"/>
                      <a:pt x="42" y="69"/>
                      <a:pt x="44" y="67"/>
                    </a:cubicBezTo>
                    <a:cubicBezTo>
                      <a:pt x="42" y="68"/>
                      <a:pt x="37" y="70"/>
                      <a:pt x="33" y="67"/>
                    </a:cubicBezTo>
                    <a:cubicBezTo>
                      <a:pt x="31" y="65"/>
                      <a:pt x="29" y="60"/>
                      <a:pt x="28" y="57"/>
                    </a:cubicBezTo>
                    <a:cubicBezTo>
                      <a:pt x="26" y="53"/>
                      <a:pt x="24" y="49"/>
                      <a:pt x="22" y="45"/>
                    </a:cubicBezTo>
                    <a:cubicBezTo>
                      <a:pt x="19" y="37"/>
                      <a:pt x="15" y="29"/>
                      <a:pt x="11" y="21"/>
                    </a:cubicBezTo>
                    <a:cubicBezTo>
                      <a:pt x="9" y="17"/>
                      <a:pt x="7" y="14"/>
                      <a:pt x="5" y="10"/>
                    </a:cubicBezTo>
                    <a:cubicBezTo>
                      <a:pt x="4" y="7"/>
                      <a:pt x="2" y="4"/>
                      <a:pt x="0" y="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28" name="Freeform 206">
                <a:extLst>
                  <a:ext uri="{FF2B5EF4-FFF2-40B4-BE49-F238E27FC236}">
                    <a16:creationId xmlns:a16="http://schemas.microsoft.com/office/drawing/2014/main" id="{1C6251F2-F1AE-4AFB-84E7-43D813381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826"/>
                <a:ext cx="18" cy="29"/>
              </a:xfrm>
              <a:custGeom>
                <a:avLst/>
                <a:gdLst>
                  <a:gd name="T0" fmla="*/ 39 w 12"/>
                  <a:gd name="T1" fmla="*/ 42 h 18"/>
                  <a:gd name="T2" fmla="*/ 39 w 12"/>
                  <a:gd name="T3" fmla="*/ 63 h 18"/>
                  <a:gd name="T4" fmla="*/ 8 w 12"/>
                  <a:gd name="T5" fmla="*/ 21 h 18"/>
                  <a:gd name="T6" fmla="*/ 0 w 12"/>
                  <a:gd name="T7" fmla="*/ 0 h 18"/>
                  <a:gd name="T8" fmla="*/ 12 w 12"/>
                  <a:gd name="T9" fmla="*/ 29 h 18"/>
                  <a:gd name="T10" fmla="*/ 39 w 12"/>
                  <a:gd name="T11" fmla="*/ 71 h 18"/>
                  <a:gd name="T12" fmla="*/ 39 w 12"/>
                  <a:gd name="T13" fmla="*/ 4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11" y="10"/>
                    </a:moveTo>
                    <a:cubicBezTo>
                      <a:pt x="12" y="13"/>
                      <a:pt x="12" y="15"/>
                      <a:pt x="11" y="15"/>
                    </a:cubicBezTo>
                    <a:cubicBezTo>
                      <a:pt x="9" y="16"/>
                      <a:pt x="5" y="12"/>
                      <a:pt x="2" y="5"/>
                    </a:cubicBezTo>
                    <a:cubicBezTo>
                      <a:pt x="2" y="3"/>
                      <a:pt x="1" y="1"/>
                      <a:pt x="0" y="0"/>
                    </a:cubicBezTo>
                    <a:cubicBezTo>
                      <a:pt x="1" y="2"/>
                      <a:pt x="2" y="5"/>
                      <a:pt x="3" y="7"/>
                    </a:cubicBezTo>
                    <a:cubicBezTo>
                      <a:pt x="6" y="14"/>
                      <a:pt x="9" y="18"/>
                      <a:pt x="11" y="17"/>
                    </a:cubicBezTo>
                    <a:cubicBezTo>
                      <a:pt x="12" y="17"/>
                      <a:pt x="12" y="14"/>
                      <a:pt x="11" y="1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29" name="Freeform 207">
                <a:extLst>
                  <a:ext uri="{FF2B5EF4-FFF2-40B4-BE49-F238E27FC236}">
                    <a16:creationId xmlns:a16="http://schemas.microsoft.com/office/drawing/2014/main" id="{3668FB09-20C2-4223-9CB7-49B352AF3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2820"/>
                <a:ext cx="15" cy="27"/>
              </a:xfrm>
              <a:custGeom>
                <a:avLst/>
                <a:gdLst>
                  <a:gd name="T0" fmla="*/ 8 w 10"/>
                  <a:gd name="T1" fmla="*/ 8 h 17"/>
                  <a:gd name="T2" fmla="*/ 27 w 10"/>
                  <a:gd name="T3" fmla="*/ 43 h 17"/>
                  <a:gd name="T4" fmla="*/ 35 w 10"/>
                  <a:gd name="T5" fmla="*/ 68 h 17"/>
                  <a:gd name="T6" fmla="*/ 27 w 10"/>
                  <a:gd name="T7" fmla="*/ 35 h 17"/>
                  <a:gd name="T8" fmla="*/ 5 w 10"/>
                  <a:gd name="T9" fmla="*/ 5 h 17"/>
                  <a:gd name="T10" fmla="*/ 5 w 10"/>
                  <a:gd name="T11" fmla="*/ 21 h 17"/>
                  <a:gd name="T12" fmla="*/ 8 w 10"/>
                  <a:gd name="T13" fmla="*/ 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2" y="2"/>
                    </a:moveTo>
                    <a:cubicBezTo>
                      <a:pt x="3" y="1"/>
                      <a:pt x="6" y="6"/>
                      <a:pt x="8" y="11"/>
                    </a:cubicBezTo>
                    <a:cubicBezTo>
                      <a:pt x="9" y="13"/>
                      <a:pt x="10" y="15"/>
                      <a:pt x="10" y="17"/>
                    </a:cubicBezTo>
                    <a:cubicBezTo>
                      <a:pt x="10" y="15"/>
                      <a:pt x="9" y="12"/>
                      <a:pt x="8" y="9"/>
                    </a:cubicBezTo>
                    <a:cubicBezTo>
                      <a:pt x="5" y="4"/>
                      <a:pt x="2" y="0"/>
                      <a:pt x="1" y="1"/>
                    </a:cubicBezTo>
                    <a:cubicBezTo>
                      <a:pt x="0" y="1"/>
                      <a:pt x="0" y="3"/>
                      <a:pt x="1" y="5"/>
                    </a:cubicBezTo>
                    <a:cubicBezTo>
                      <a:pt x="1" y="4"/>
                      <a:pt x="1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30" name="Freeform 208">
                <a:extLst>
                  <a:ext uri="{FF2B5EF4-FFF2-40B4-BE49-F238E27FC236}">
                    <a16:creationId xmlns:a16="http://schemas.microsoft.com/office/drawing/2014/main" id="{A7D317E6-2925-48F3-BF15-FE55B39E8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733"/>
                <a:ext cx="105" cy="199"/>
              </a:xfrm>
              <a:custGeom>
                <a:avLst/>
                <a:gdLst>
                  <a:gd name="T0" fmla="*/ 228 w 70"/>
                  <a:gd name="T1" fmla="*/ 451 h 124"/>
                  <a:gd name="T2" fmla="*/ 221 w 70"/>
                  <a:gd name="T3" fmla="*/ 486 h 124"/>
                  <a:gd name="T4" fmla="*/ 189 w 70"/>
                  <a:gd name="T5" fmla="*/ 506 h 124"/>
                  <a:gd name="T6" fmla="*/ 149 w 70"/>
                  <a:gd name="T7" fmla="*/ 451 h 124"/>
                  <a:gd name="T8" fmla="*/ 68 w 70"/>
                  <a:gd name="T9" fmla="*/ 226 h 124"/>
                  <a:gd name="T10" fmla="*/ 8 w 70"/>
                  <a:gd name="T11" fmla="*/ 67 h 124"/>
                  <a:gd name="T12" fmla="*/ 14 w 70"/>
                  <a:gd name="T13" fmla="*/ 21 h 124"/>
                  <a:gd name="T14" fmla="*/ 45 w 70"/>
                  <a:gd name="T15" fmla="*/ 5 h 124"/>
                  <a:gd name="T16" fmla="*/ 72 w 70"/>
                  <a:gd name="T17" fmla="*/ 21 h 124"/>
                  <a:gd name="T18" fmla="*/ 143 w 70"/>
                  <a:gd name="T19" fmla="*/ 226 h 124"/>
                  <a:gd name="T20" fmla="*/ 228 w 70"/>
                  <a:gd name="T21" fmla="*/ 451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24">
                    <a:moveTo>
                      <a:pt x="67" y="109"/>
                    </a:moveTo>
                    <a:cubicBezTo>
                      <a:pt x="70" y="114"/>
                      <a:pt x="67" y="117"/>
                      <a:pt x="65" y="118"/>
                    </a:cubicBezTo>
                    <a:cubicBezTo>
                      <a:pt x="56" y="122"/>
                      <a:pt x="56" y="122"/>
                      <a:pt x="56" y="122"/>
                    </a:cubicBezTo>
                    <a:cubicBezTo>
                      <a:pt x="53" y="123"/>
                      <a:pt x="50" y="124"/>
                      <a:pt x="44" y="109"/>
                    </a:cubicBezTo>
                    <a:cubicBezTo>
                      <a:pt x="20" y="55"/>
                      <a:pt x="20" y="55"/>
                      <a:pt x="20" y="5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11"/>
                      <a:pt x="1" y="7"/>
                      <a:pt x="4" y="5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0"/>
                      <a:pt x="19" y="1"/>
                      <a:pt x="21" y="5"/>
                    </a:cubicBezTo>
                    <a:cubicBezTo>
                      <a:pt x="21" y="5"/>
                      <a:pt x="37" y="43"/>
                      <a:pt x="42" y="55"/>
                    </a:cubicBezTo>
                    <a:cubicBezTo>
                      <a:pt x="47" y="66"/>
                      <a:pt x="67" y="109"/>
                      <a:pt x="67" y="10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31" name="Freeform 209">
                <a:extLst>
                  <a:ext uri="{FF2B5EF4-FFF2-40B4-BE49-F238E27FC236}">
                    <a16:creationId xmlns:a16="http://schemas.microsoft.com/office/drawing/2014/main" id="{266639CF-2B91-43B2-875E-746C2515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" y="2932"/>
                <a:ext cx="63" cy="206"/>
              </a:xfrm>
              <a:custGeom>
                <a:avLst/>
                <a:gdLst>
                  <a:gd name="T0" fmla="*/ 140 w 42"/>
                  <a:gd name="T1" fmla="*/ 484 h 129"/>
                  <a:gd name="T2" fmla="*/ 122 w 42"/>
                  <a:gd name="T3" fmla="*/ 513 h 129"/>
                  <a:gd name="T4" fmla="*/ 93 w 42"/>
                  <a:gd name="T5" fmla="*/ 521 h 129"/>
                  <a:gd name="T6" fmla="*/ 62 w 42"/>
                  <a:gd name="T7" fmla="*/ 458 h 129"/>
                  <a:gd name="T8" fmla="*/ 32 w 42"/>
                  <a:gd name="T9" fmla="*/ 225 h 129"/>
                  <a:gd name="T10" fmla="*/ 5 w 42"/>
                  <a:gd name="T11" fmla="*/ 48 h 129"/>
                  <a:gd name="T12" fmla="*/ 18 w 42"/>
                  <a:gd name="T13" fmla="*/ 8 h 129"/>
                  <a:gd name="T14" fmla="*/ 53 w 42"/>
                  <a:gd name="T15" fmla="*/ 5 h 129"/>
                  <a:gd name="T16" fmla="*/ 75 w 42"/>
                  <a:gd name="T17" fmla="*/ 26 h 129"/>
                  <a:gd name="T18" fmla="*/ 102 w 42"/>
                  <a:gd name="T19" fmla="*/ 244 h 129"/>
                  <a:gd name="T20" fmla="*/ 140 w 42"/>
                  <a:gd name="T21" fmla="*/ 484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29">
                    <a:moveTo>
                      <a:pt x="41" y="119"/>
                    </a:moveTo>
                    <a:cubicBezTo>
                      <a:pt x="42" y="125"/>
                      <a:pt x="38" y="126"/>
                      <a:pt x="36" y="126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4" y="129"/>
                      <a:pt x="21" y="129"/>
                      <a:pt x="18" y="113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7"/>
                      <a:pt x="2" y="3"/>
                      <a:pt x="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9" y="0"/>
                      <a:pt x="21" y="2"/>
                      <a:pt x="22" y="6"/>
                    </a:cubicBezTo>
                    <a:cubicBezTo>
                      <a:pt x="22" y="6"/>
                      <a:pt x="28" y="47"/>
                      <a:pt x="30" y="60"/>
                    </a:cubicBezTo>
                    <a:cubicBezTo>
                      <a:pt x="32" y="72"/>
                      <a:pt x="41" y="118"/>
                      <a:pt x="41" y="119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32" name="Freeform 210">
                <a:extLst>
                  <a:ext uri="{FF2B5EF4-FFF2-40B4-BE49-F238E27FC236}">
                    <a16:creationId xmlns:a16="http://schemas.microsoft.com/office/drawing/2014/main" id="{F983396D-7F6D-428D-A873-6E0F3E94A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3024"/>
                <a:ext cx="13" cy="40"/>
              </a:xfrm>
              <a:custGeom>
                <a:avLst/>
                <a:gdLst>
                  <a:gd name="T0" fmla="*/ 9 w 9"/>
                  <a:gd name="T1" fmla="*/ 5 h 25"/>
                  <a:gd name="T2" fmla="*/ 25 w 9"/>
                  <a:gd name="T3" fmla="*/ 48 h 25"/>
                  <a:gd name="T4" fmla="*/ 20 w 9"/>
                  <a:gd name="T5" fmla="*/ 102 h 25"/>
                  <a:gd name="T6" fmla="*/ 1 w 9"/>
                  <a:gd name="T7" fmla="*/ 54 h 25"/>
                  <a:gd name="T8" fmla="*/ 9 w 9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3" y="1"/>
                    </a:moveTo>
                    <a:cubicBezTo>
                      <a:pt x="4" y="0"/>
                      <a:pt x="7" y="5"/>
                      <a:pt x="8" y="12"/>
                    </a:cubicBezTo>
                    <a:cubicBezTo>
                      <a:pt x="9" y="19"/>
                      <a:pt x="9" y="25"/>
                      <a:pt x="7" y="25"/>
                    </a:cubicBezTo>
                    <a:cubicBezTo>
                      <a:pt x="5" y="25"/>
                      <a:pt x="2" y="20"/>
                      <a:pt x="1" y="13"/>
                    </a:cubicBezTo>
                    <a:cubicBezTo>
                      <a:pt x="0" y="7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260" name="Freeform 212">
              <a:extLst>
                <a:ext uri="{FF2B5EF4-FFF2-40B4-BE49-F238E27FC236}">
                  <a16:creationId xmlns:a16="http://schemas.microsoft.com/office/drawing/2014/main" id="{038527E4-0EA3-4F47-8F6F-9FF733FD4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3019"/>
              <a:ext cx="14" cy="40"/>
            </a:xfrm>
            <a:custGeom>
              <a:avLst/>
              <a:gdLst>
                <a:gd name="T0" fmla="*/ 8 w 10"/>
                <a:gd name="T1" fmla="*/ 0 h 25"/>
                <a:gd name="T2" fmla="*/ 21 w 10"/>
                <a:gd name="T3" fmla="*/ 48 h 25"/>
                <a:gd name="T4" fmla="*/ 20 w 10"/>
                <a:gd name="T5" fmla="*/ 102 h 25"/>
                <a:gd name="T6" fmla="*/ 6 w 10"/>
                <a:gd name="T7" fmla="*/ 54 h 25"/>
                <a:gd name="T8" fmla="*/ 8 w 1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5">
                  <a:moveTo>
                    <a:pt x="3" y="0"/>
                  </a:moveTo>
                  <a:cubicBezTo>
                    <a:pt x="5" y="0"/>
                    <a:pt x="7" y="5"/>
                    <a:pt x="8" y="12"/>
                  </a:cubicBezTo>
                  <a:cubicBezTo>
                    <a:pt x="10" y="19"/>
                    <a:pt x="9" y="25"/>
                    <a:pt x="7" y="25"/>
                  </a:cubicBezTo>
                  <a:cubicBezTo>
                    <a:pt x="5" y="25"/>
                    <a:pt x="3" y="20"/>
                    <a:pt x="2" y="13"/>
                  </a:cubicBezTo>
                  <a:cubicBezTo>
                    <a:pt x="0" y="7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1" name="Freeform 213">
              <a:extLst>
                <a:ext uri="{FF2B5EF4-FFF2-40B4-BE49-F238E27FC236}">
                  <a16:creationId xmlns:a16="http://schemas.microsoft.com/office/drawing/2014/main" id="{F81B6064-2B24-4D75-9A9C-E2CA33193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936"/>
              <a:ext cx="33" cy="85"/>
            </a:xfrm>
            <a:custGeom>
              <a:avLst/>
              <a:gdLst>
                <a:gd name="T0" fmla="*/ 8 w 22"/>
                <a:gd name="T1" fmla="*/ 13 h 53"/>
                <a:gd name="T2" fmla="*/ 41 w 22"/>
                <a:gd name="T3" fmla="*/ 8 h 53"/>
                <a:gd name="T4" fmla="*/ 53 w 22"/>
                <a:gd name="T5" fmla="*/ 61 h 53"/>
                <a:gd name="T6" fmla="*/ 66 w 22"/>
                <a:gd name="T7" fmla="*/ 144 h 53"/>
                <a:gd name="T8" fmla="*/ 68 w 22"/>
                <a:gd name="T9" fmla="*/ 183 h 53"/>
                <a:gd name="T10" fmla="*/ 75 w 22"/>
                <a:gd name="T11" fmla="*/ 218 h 53"/>
                <a:gd name="T12" fmla="*/ 45 w 22"/>
                <a:gd name="T13" fmla="*/ 61 h 53"/>
                <a:gd name="T14" fmla="*/ 27 w 22"/>
                <a:gd name="T15" fmla="*/ 21 h 53"/>
                <a:gd name="T16" fmla="*/ 0 w 22"/>
                <a:gd name="T17" fmla="*/ 16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53">
                  <a:moveTo>
                    <a:pt x="2" y="3"/>
                  </a:moveTo>
                  <a:cubicBezTo>
                    <a:pt x="5" y="2"/>
                    <a:pt x="10" y="0"/>
                    <a:pt x="12" y="2"/>
                  </a:cubicBezTo>
                  <a:cubicBezTo>
                    <a:pt x="15" y="4"/>
                    <a:pt x="15" y="11"/>
                    <a:pt x="15" y="15"/>
                  </a:cubicBezTo>
                  <a:cubicBezTo>
                    <a:pt x="16" y="22"/>
                    <a:pt x="17" y="28"/>
                    <a:pt x="19" y="35"/>
                  </a:cubicBezTo>
                  <a:cubicBezTo>
                    <a:pt x="19" y="38"/>
                    <a:pt x="19" y="41"/>
                    <a:pt x="20" y="44"/>
                  </a:cubicBezTo>
                  <a:cubicBezTo>
                    <a:pt x="21" y="47"/>
                    <a:pt x="22" y="50"/>
                    <a:pt x="22" y="53"/>
                  </a:cubicBezTo>
                  <a:cubicBezTo>
                    <a:pt x="17" y="41"/>
                    <a:pt x="16" y="27"/>
                    <a:pt x="13" y="15"/>
                  </a:cubicBezTo>
                  <a:cubicBezTo>
                    <a:pt x="12" y="11"/>
                    <a:pt x="11" y="7"/>
                    <a:pt x="8" y="5"/>
                  </a:cubicBezTo>
                  <a:cubicBezTo>
                    <a:pt x="5" y="4"/>
                    <a:pt x="2" y="4"/>
                    <a:pt x="0" y="4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2" name="Freeform 214">
              <a:extLst>
                <a:ext uri="{FF2B5EF4-FFF2-40B4-BE49-F238E27FC236}">
                  <a16:creationId xmlns:a16="http://schemas.microsoft.com/office/drawing/2014/main" id="{E7A1BBF6-7741-4E34-98D4-26571AD61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3007"/>
              <a:ext cx="40" cy="128"/>
            </a:xfrm>
            <a:custGeom>
              <a:avLst/>
              <a:gdLst>
                <a:gd name="T0" fmla="*/ 0 w 27"/>
                <a:gd name="T1" fmla="*/ 0 h 80"/>
                <a:gd name="T2" fmla="*/ 28 w 27"/>
                <a:gd name="T3" fmla="*/ 238 h 80"/>
                <a:gd name="T4" fmla="*/ 53 w 27"/>
                <a:gd name="T5" fmla="*/ 320 h 80"/>
                <a:gd name="T6" fmla="*/ 87 w 27"/>
                <a:gd name="T7" fmla="*/ 312 h 80"/>
                <a:gd name="T8" fmla="*/ 53 w 27"/>
                <a:gd name="T9" fmla="*/ 294 h 80"/>
                <a:gd name="T10" fmla="*/ 41 w 27"/>
                <a:gd name="T11" fmla="*/ 253 h 80"/>
                <a:gd name="T12" fmla="*/ 36 w 27"/>
                <a:gd name="T13" fmla="*/ 197 h 80"/>
                <a:gd name="T14" fmla="*/ 19 w 27"/>
                <a:gd name="T15" fmla="*/ 94 h 80"/>
                <a:gd name="T16" fmla="*/ 9 w 27"/>
                <a:gd name="T17" fmla="*/ 42 h 80"/>
                <a:gd name="T18" fmla="*/ 0 w 27"/>
                <a:gd name="T19" fmla="*/ 8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80">
                  <a:moveTo>
                    <a:pt x="0" y="0"/>
                  </a:moveTo>
                  <a:cubicBezTo>
                    <a:pt x="4" y="20"/>
                    <a:pt x="6" y="38"/>
                    <a:pt x="9" y="58"/>
                  </a:cubicBezTo>
                  <a:cubicBezTo>
                    <a:pt x="10" y="62"/>
                    <a:pt x="12" y="75"/>
                    <a:pt x="16" y="78"/>
                  </a:cubicBezTo>
                  <a:cubicBezTo>
                    <a:pt x="19" y="80"/>
                    <a:pt x="24" y="77"/>
                    <a:pt x="27" y="76"/>
                  </a:cubicBezTo>
                  <a:cubicBezTo>
                    <a:pt x="24" y="76"/>
                    <a:pt x="19" y="77"/>
                    <a:pt x="16" y="72"/>
                  </a:cubicBezTo>
                  <a:cubicBezTo>
                    <a:pt x="14" y="70"/>
                    <a:pt x="14" y="65"/>
                    <a:pt x="13" y="62"/>
                  </a:cubicBezTo>
                  <a:cubicBezTo>
                    <a:pt x="12" y="57"/>
                    <a:pt x="12" y="53"/>
                    <a:pt x="11" y="48"/>
                  </a:cubicBezTo>
                  <a:cubicBezTo>
                    <a:pt x="9" y="40"/>
                    <a:pt x="8" y="31"/>
                    <a:pt x="6" y="23"/>
                  </a:cubicBezTo>
                  <a:cubicBezTo>
                    <a:pt x="5" y="19"/>
                    <a:pt x="4" y="14"/>
                    <a:pt x="3" y="10"/>
                  </a:cubicBezTo>
                  <a:cubicBezTo>
                    <a:pt x="2" y="7"/>
                    <a:pt x="2" y="4"/>
                    <a:pt x="0" y="2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3" name="Freeform 215">
              <a:extLst>
                <a:ext uri="{FF2B5EF4-FFF2-40B4-BE49-F238E27FC236}">
                  <a16:creationId xmlns:a16="http://schemas.microsoft.com/office/drawing/2014/main" id="{27C3F9F1-281E-4876-929D-241B95B67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3027"/>
              <a:ext cx="12" cy="32"/>
            </a:xfrm>
            <a:custGeom>
              <a:avLst/>
              <a:gdLst>
                <a:gd name="T0" fmla="*/ 27 w 8"/>
                <a:gd name="T1" fmla="*/ 54 h 20"/>
                <a:gd name="T2" fmla="*/ 21 w 8"/>
                <a:gd name="T3" fmla="*/ 69 h 20"/>
                <a:gd name="T4" fmla="*/ 0 w 8"/>
                <a:gd name="T5" fmla="*/ 26 h 20"/>
                <a:gd name="T6" fmla="*/ 0 w 8"/>
                <a:gd name="T7" fmla="*/ 0 h 20"/>
                <a:gd name="T8" fmla="*/ 0 w 8"/>
                <a:gd name="T9" fmla="*/ 34 h 20"/>
                <a:gd name="T10" fmla="*/ 21 w 8"/>
                <a:gd name="T11" fmla="*/ 82 h 20"/>
                <a:gd name="T12" fmla="*/ 27 w 8"/>
                <a:gd name="T13" fmla="*/ 5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0">
                  <a:moveTo>
                    <a:pt x="8" y="13"/>
                  </a:moveTo>
                  <a:cubicBezTo>
                    <a:pt x="8" y="15"/>
                    <a:pt x="7" y="17"/>
                    <a:pt x="6" y="17"/>
                  </a:cubicBezTo>
                  <a:cubicBezTo>
                    <a:pt x="4" y="18"/>
                    <a:pt x="2" y="12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0" y="2"/>
                    <a:pt x="0" y="5"/>
                    <a:pt x="0" y="8"/>
                  </a:cubicBezTo>
                  <a:cubicBezTo>
                    <a:pt x="2" y="15"/>
                    <a:pt x="4" y="20"/>
                    <a:pt x="6" y="20"/>
                  </a:cubicBezTo>
                  <a:cubicBezTo>
                    <a:pt x="7" y="19"/>
                    <a:pt x="8" y="17"/>
                    <a:pt x="8" y="13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4" name="Freeform 216">
              <a:extLst>
                <a:ext uri="{FF2B5EF4-FFF2-40B4-BE49-F238E27FC236}">
                  <a16:creationId xmlns:a16="http://schemas.microsoft.com/office/drawing/2014/main" id="{EE32724F-A33D-4195-901A-693F91143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3023"/>
              <a:ext cx="10" cy="28"/>
            </a:xfrm>
            <a:custGeom>
              <a:avLst/>
              <a:gdLst>
                <a:gd name="T0" fmla="*/ 1 w 7"/>
                <a:gd name="T1" fmla="*/ 8 h 18"/>
                <a:gd name="T2" fmla="*/ 19 w 7"/>
                <a:gd name="T3" fmla="*/ 47 h 18"/>
                <a:gd name="T4" fmla="*/ 19 w 7"/>
                <a:gd name="T5" fmla="*/ 68 h 18"/>
                <a:gd name="T6" fmla="*/ 19 w 7"/>
                <a:gd name="T7" fmla="*/ 39 h 18"/>
                <a:gd name="T8" fmla="*/ 1 w 7"/>
                <a:gd name="T9" fmla="*/ 0 h 18"/>
                <a:gd name="T10" fmla="*/ 0 w 7"/>
                <a:gd name="T11" fmla="*/ 19 h 18"/>
                <a:gd name="T12" fmla="*/ 1 w 7"/>
                <a:gd name="T13" fmla="*/ 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8">
                  <a:moveTo>
                    <a:pt x="1" y="2"/>
                  </a:moveTo>
                  <a:cubicBezTo>
                    <a:pt x="3" y="2"/>
                    <a:pt x="5" y="6"/>
                    <a:pt x="6" y="12"/>
                  </a:cubicBezTo>
                  <a:cubicBezTo>
                    <a:pt x="6" y="14"/>
                    <a:pt x="6" y="17"/>
                    <a:pt x="6" y="18"/>
                  </a:cubicBezTo>
                  <a:cubicBezTo>
                    <a:pt x="7" y="17"/>
                    <a:pt x="6" y="13"/>
                    <a:pt x="6" y="10"/>
                  </a:cubicBezTo>
                  <a:cubicBezTo>
                    <a:pt x="5" y="4"/>
                    <a:pt x="3" y="0"/>
                    <a:pt x="1" y="0"/>
                  </a:cubicBezTo>
                  <a:cubicBezTo>
                    <a:pt x="0" y="1"/>
                    <a:pt x="0" y="2"/>
                    <a:pt x="0" y="5"/>
                  </a:cubicBezTo>
                  <a:cubicBezTo>
                    <a:pt x="0" y="4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5" name="Freeform 217">
              <a:extLst>
                <a:ext uri="{FF2B5EF4-FFF2-40B4-BE49-F238E27FC236}">
                  <a16:creationId xmlns:a16="http://schemas.microsoft.com/office/drawing/2014/main" id="{60D343BD-8FB5-4F87-9FEC-45FF13865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932"/>
              <a:ext cx="63" cy="206"/>
            </a:xfrm>
            <a:custGeom>
              <a:avLst/>
              <a:gdLst>
                <a:gd name="T0" fmla="*/ 140 w 42"/>
                <a:gd name="T1" fmla="*/ 484 h 129"/>
                <a:gd name="T2" fmla="*/ 122 w 42"/>
                <a:gd name="T3" fmla="*/ 513 h 129"/>
                <a:gd name="T4" fmla="*/ 93 w 42"/>
                <a:gd name="T5" fmla="*/ 521 h 129"/>
                <a:gd name="T6" fmla="*/ 62 w 42"/>
                <a:gd name="T7" fmla="*/ 458 h 129"/>
                <a:gd name="T8" fmla="*/ 32 w 42"/>
                <a:gd name="T9" fmla="*/ 225 h 129"/>
                <a:gd name="T10" fmla="*/ 5 w 42"/>
                <a:gd name="T11" fmla="*/ 48 h 129"/>
                <a:gd name="T12" fmla="*/ 18 w 42"/>
                <a:gd name="T13" fmla="*/ 8 h 129"/>
                <a:gd name="T14" fmla="*/ 53 w 42"/>
                <a:gd name="T15" fmla="*/ 5 h 129"/>
                <a:gd name="T16" fmla="*/ 75 w 42"/>
                <a:gd name="T17" fmla="*/ 26 h 129"/>
                <a:gd name="T18" fmla="*/ 102 w 42"/>
                <a:gd name="T19" fmla="*/ 244 h 129"/>
                <a:gd name="T20" fmla="*/ 140 w 42"/>
                <a:gd name="T21" fmla="*/ 484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129">
                  <a:moveTo>
                    <a:pt x="41" y="119"/>
                  </a:moveTo>
                  <a:cubicBezTo>
                    <a:pt x="42" y="125"/>
                    <a:pt x="38" y="126"/>
                    <a:pt x="36" y="126"/>
                  </a:cubicBezTo>
                  <a:cubicBezTo>
                    <a:pt x="27" y="128"/>
                    <a:pt x="27" y="128"/>
                    <a:pt x="27" y="128"/>
                  </a:cubicBezTo>
                  <a:cubicBezTo>
                    <a:pt x="24" y="129"/>
                    <a:pt x="21" y="129"/>
                    <a:pt x="18" y="113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7"/>
                    <a:pt x="2" y="3"/>
                    <a:pt x="5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9" y="0"/>
                    <a:pt x="21" y="2"/>
                    <a:pt x="22" y="6"/>
                  </a:cubicBezTo>
                  <a:cubicBezTo>
                    <a:pt x="22" y="6"/>
                    <a:pt x="28" y="47"/>
                    <a:pt x="30" y="60"/>
                  </a:cubicBezTo>
                  <a:cubicBezTo>
                    <a:pt x="32" y="72"/>
                    <a:pt x="41" y="118"/>
                    <a:pt x="41" y="11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6" name="Freeform 218">
              <a:extLst>
                <a:ext uri="{FF2B5EF4-FFF2-40B4-BE49-F238E27FC236}">
                  <a16:creationId xmlns:a16="http://schemas.microsoft.com/office/drawing/2014/main" id="{A2E1CDA1-BF4A-42EC-A6E3-1E1D6BBE7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3144"/>
              <a:ext cx="48" cy="173"/>
            </a:xfrm>
            <a:custGeom>
              <a:avLst/>
              <a:gdLst>
                <a:gd name="T0" fmla="*/ 75 w 32"/>
                <a:gd name="T1" fmla="*/ 444 h 108"/>
                <a:gd name="T2" fmla="*/ 86 w 32"/>
                <a:gd name="T3" fmla="*/ 255 h 108"/>
                <a:gd name="T4" fmla="*/ 107 w 32"/>
                <a:gd name="T5" fmla="*/ 34 h 108"/>
                <a:gd name="T6" fmla="*/ 89 w 32"/>
                <a:gd name="T7" fmla="*/ 8 h 108"/>
                <a:gd name="T8" fmla="*/ 54 w 32"/>
                <a:gd name="T9" fmla="*/ 5 h 108"/>
                <a:gd name="T10" fmla="*/ 35 w 32"/>
                <a:gd name="T11" fmla="*/ 35 h 108"/>
                <a:gd name="T12" fmla="*/ 21 w 32"/>
                <a:gd name="T13" fmla="*/ 213 h 108"/>
                <a:gd name="T14" fmla="*/ 0 w 32"/>
                <a:gd name="T15" fmla="*/ 436 h 108"/>
                <a:gd name="T16" fmla="*/ 75 w 32"/>
                <a:gd name="T17" fmla="*/ 444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08">
                  <a:moveTo>
                    <a:pt x="22" y="108"/>
                  </a:moveTo>
                  <a:cubicBezTo>
                    <a:pt x="23" y="93"/>
                    <a:pt x="25" y="71"/>
                    <a:pt x="25" y="62"/>
                  </a:cubicBezTo>
                  <a:cubicBezTo>
                    <a:pt x="27" y="50"/>
                    <a:pt x="31" y="9"/>
                    <a:pt x="31" y="8"/>
                  </a:cubicBezTo>
                  <a:cubicBezTo>
                    <a:pt x="32" y="4"/>
                    <a:pt x="30" y="2"/>
                    <a:pt x="26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3" y="0"/>
                    <a:pt x="10" y="4"/>
                    <a:pt x="10" y="9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0" y="106"/>
                    <a:pt x="0" y="106"/>
                    <a:pt x="0" y="106"/>
                  </a:cubicBezTo>
                  <a:lnTo>
                    <a:pt x="22" y="108"/>
                  </a:ln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7" name="Freeform 219">
              <a:extLst>
                <a:ext uri="{FF2B5EF4-FFF2-40B4-BE49-F238E27FC236}">
                  <a16:creationId xmlns:a16="http://schemas.microsoft.com/office/drawing/2014/main" id="{B2097D5C-1EBA-4E8E-A630-073401226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3237"/>
              <a:ext cx="13" cy="40"/>
            </a:xfrm>
            <a:custGeom>
              <a:avLst/>
              <a:gdLst>
                <a:gd name="T0" fmla="*/ 19 w 9"/>
                <a:gd name="T1" fmla="*/ 0 h 25"/>
                <a:gd name="T2" fmla="*/ 25 w 9"/>
                <a:gd name="T3" fmla="*/ 54 h 25"/>
                <a:gd name="T4" fmla="*/ 9 w 9"/>
                <a:gd name="T5" fmla="*/ 102 h 25"/>
                <a:gd name="T6" fmla="*/ 1 w 9"/>
                <a:gd name="T7" fmla="*/ 48 h 25"/>
                <a:gd name="T8" fmla="*/ 19 w 9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6" y="0"/>
                  </a:moveTo>
                  <a:cubicBezTo>
                    <a:pt x="8" y="1"/>
                    <a:pt x="9" y="6"/>
                    <a:pt x="8" y="13"/>
                  </a:cubicBezTo>
                  <a:cubicBezTo>
                    <a:pt x="7" y="20"/>
                    <a:pt x="5" y="25"/>
                    <a:pt x="3" y="25"/>
                  </a:cubicBezTo>
                  <a:cubicBezTo>
                    <a:pt x="1" y="25"/>
                    <a:pt x="0" y="19"/>
                    <a:pt x="1" y="12"/>
                  </a:cubicBezTo>
                  <a:cubicBezTo>
                    <a:pt x="2" y="6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8" name="Freeform 220">
              <a:extLst>
                <a:ext uri="{FF2B5EF4-FFF2-40B4-BE49-F238E27FC236}">
                  <a16:creationId xmlns:a16="http://schemas.microsoft.com/office/drawing/2014/main" id="{999D2A7B-79E3-4136-8492-DF9F63867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3232"/>
              <a:ext cx="12" cy="42"/>
            </a:xfrm>
            <a:custGeom>
              <a:avLst/>
              <a:gdLst>
                <a:gd name="T0" fmla="*/ 18 w 8"/>
                <a:gd name="T1" fmla="*/ 5 h 26"/>
                <a:gd name="T2" fmla="*/ 26 w 8"/>
                <a:gd name="T3" fmla="*/ 55 h 26"/>
                <a:gd name="T4" fmla="*/ 8 w 8"/>
                <a:gd name="T5" fmla="*/ 105 h 26"/>
                <a:gd name="T6" fmla="*/ 0 w 8"/>
                <a:gd name="T7" fmla="*/ 55 h 26"/>
                <a:gd name="T8" fmla="*/ 18 w 8"/>
                <a:gd name="T9" fmla="*/ 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6">
                  <a:moveTo>
                    <a:pt x="5" y="1"/>
                  </a:moveTo>
                  <a:cubicBezTo>
                    <a:pt x="7" y="1"/>
                    <a:pt x="8" y="7"/>
                    <a:pt x="7" y="13"/>
                  </a:cubicBezTo>
                  <a:cubicBezTo>
                    <a:pt x="6" y="20"/>
                    <a:pt x="4" y="26"/>
                    <a:pt x="2" y="25"/>
                  </a:cubicBezTo>
                  <a:cubicBezTo>
                    <a:pt x="1" y="25"/>
                    <a:pt x="0" y="20"/>
                    <a:pt x="0" y="13"/>
                  </a:cubicBezTo>
                  <a:cubicBezTo>
                    <a:pt x="1" y="6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9" name="Freeform 221">
              <a:extLst>
                <a:ext uri="{FF2B5EF4-FFF2-40B4-BE49-F238E27FC236}">
                  <a16:creationId xmlns:a16="http://schemas.microsoft.com/office/drawing/2014/main" id="{DDF7FD76-24D2-41D5-AF83-62DD91AF0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3151"/>
              <a:ext cx="21" cy="86"/>
            </a:xfrm>
            <a:custGeom>
              <a:avLst/>
              <a:gdLst>
                <a:gd name="T0" fmla="*/ 12 w 14"/>
                <a:gd name="T1" fmla="*/ 5 h 54"/>
                <a:gd name="T2" fmla="*/ 41 w 14"/>
                <a:gd name="T3" fmla="*/ 8 h 54"/>
                <a:gd name="T4" fmla="*/ 41 w 14"/>
                <a:gd name="T5" fmla="*/ 64 h 54"/>
                <a:gd name="T6" fmla="*/ 35 w 14"/>
                <a:gd name="T7" fmla="*/ 145 h 54"/>
                <a:gd name="T8" fmla="*/ 32 w 14"/>
                <a:gd name="T9" fmla="*/ 183 h 54"/>
                <a:gd name="T10" fmla="*/ 27 w 14"/>
                <a:gd name="T11" fmla="*/ 218 h 54"/>
                <a:gd name="T12" fmla="*/ 35 w 14"/>
                <a:gd name="T13" fmla="*/ 61 h 54"/>
                <a:gd name="T14" fmla="*/ 26 w 14"/>
                <a:gd name="T15" fmla="*/ 16 h 54"/>
                <a:gd name="T16" fmla="*/ 0 w 14"/>
                <a:gd name="T17" fmla="*/ 5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54">
                  <a:moveTo>
                    <a:pt x="3" y="1"/>
                  </a:moveTo>
                  <a:cubicBezTo>
                    <a:pt x="5" y="1"/>
                    <a:pt x="11" y="0"/>
                    <a:pt x="12" y="2"/>
                  </a:cubicBezTo>
                  <a:cubicBezTo>
                    <a:pt x="14" y="5"/>
                    <a:pt x="12" y="12"/>
                    <a:pt x="12" y="16"/>
                  </a:cubicBezTo>
                  <a:cubicBezTo>
                    <a:pt x="11" y="23"/>
                    <a:pt x="11" y="29"/>
                    <a:pt x="10" y="36"/>
                  </a:cubicBezTo>
                  <a:cubicBezTo>
                    <a:pt x="10" y="39"/>
                    <a:pt x="9" y="42"/>
                    <a:pt x="9" y="45"/>
                  </a:cubicBezTo>
                  <a:cubicBezTo>
                    <a:pt x="9" y="48"/>
                    <a:pt x="9" y="51"/>
                    <a:pt x="8" y="54"/>
                  </a:cubicBezTo>
                  <a:cubicBezTo>
                    <a:pt x="7" y="42"/>
                    <a:pt x="10" y="28"/>
                    <a:pt x="10" y="15"/>
                  </a:cubicBezTo>
                  <a:cubicBezTo>
                    <a:pt x="10" y="11"/>
                    <a:pt x="10" y="7"/>
                    <a:pt x="7" y="4"/>
                  </a:cubicBezTo>
                  <a:cubicBezTo>
                    <a:pt x="5" y="2"/>
                    <a:pt x="3" y="2"/>
                    <a:pt x="0" y="1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0" name="Freeform 222">
              <a:extLst>
                <a:ext uri="{FF2B5EF4-FFF2-40B4-BE49-F238E27FC236}">
                  <a16:creationId xmlns:a16="http://schemas.microsoft.com/office/drawing/2014/main" id="{31CA1169-E240-4918-BC26-1FBCC29E9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3216"/>
              <a:ext cx="2" cy="3"/>
            </a:xfrm>
            <a:custGeom>
              <a:avLst/>
              <a:gdLst>
                <a:gd name="T0" fmla="*/ 0 w 1"/>
                <a:gd name="T1" fmla="*/ 5 h 2"/>
                <a:gd name="T2" fmla="*/ 8 w 1"/>
                <a:gd name="T3" fmla="*/ 8 h 2"/>
                <a:gd name="T4" fmla="*/ 8 w 1"/>
                <a:gd name="T5" fmla="*/ 0 h 2"/>
                <a:gd name="T6" fmla="*/ 0 w 1"/>
                <a:gd name="T7" fmla="*/ 5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1" name="Freeform 223">
              <a:extLst>
                <a:ext uri="{FF2B5EF4-FFF2-40B4-BE49-F238E27FC236}">
                  <a16:creationId xmlns:a16="http://schemas.microsoft.com/office/drawing/2014/main" id="{B8B8C2A9-2F3A-4A0A-964F-69B36A398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3219"/>
              <a:ext cx="11" cy="96"/>
            </a:xfrm>
            <a:custGeom>
              <a:avLst/>
              <a:gdLst>
                <a:gd name="T0" fmla="*/ 0 w 7"/>
                <a:gd name="T1" fmla="*/ 240 h 60"/>
                <a:gd name="T2" fmla="*/ 13 w 7"/>
                <a:gd name="T3" fmla="*/ 246 h 60"/>
                <a:gd name="T4" fmla="*/ 14 w 7"/>
                <a:gd name="T5" fmla="*/ 192 h 60"/>
                <a:gd name="T6" fmla="*/ 22 w 7"/>
                <a:gd name="T7" fmla="*/ 86 h 60"/>
                <a:gd name="T8" fmla="*/ 27 w 7"/>
                <a:gd name="T9" fmla="*/ 34 h 60"/>
                <a:gd name="T10" fmla="*/ 27 w 7"/>
                <a:gd name="T11" fmla="*/ 0 h 60"/>
                <a:gd name="T12" fmla="*/ 0 w 7"/>
                <a:gd name="T13" fmla="*/ 230 h 60"/>
                <a:gd name="T14" fmla="*/ 0 w 7"/>
                <a:gd name="T15" fmla="*/ 24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60">
                  <a:moveTo>
                    <a:pt x="0" y="59"/>
                  </a:moveTo>
                  <a:cubicBezTo>
                    <a:pt x="3" y="60"/>
                    <a:pt x="3" y="60"/>
                    <a:pt x="3" y="60"/>
                  </a:cubicBezTo>
                  <a:cubicBezTo>
                    <a:pt x="4" y="56"/>
                    <a:pt x="4" y="51"/>
                    <a:pt x="4" y="47"/>
                  </a:cubicBezTo>
                  <a:cubicBezTo>
                    <a:pt x="5" y="39"/>
                    <a:pt x="6" y="30"/>
                    <a:pt x="6" y="21"/>
                  </a:cubicBezTo>
                  <a:cubicBezTo>
                    <a:pt x="6" y="17"/>
                    <a:pt x="6" y="13"/>
                    <a:pt x="7" y="8"/>
                  </a:cubicBezTo>
                  <a:cubicBezTo>
                    <a:pt x="7" y="6"/>
                    <a:pt x="7" y="3"/>
                    <a:pt x="7" y="0"/>
                  </a:cubicBezTo>
                  <a:cubicBezTo>
                    <a:pt x="5" y="19"/>
                    <a:pt x="3" y="37"/>
                    <a:pt x="0" y="56"/>
                  </a:cubicBezTo>
                  <a:cubicBezTo>
                    <a:pt x="0" y="56"/>
                    <a:pt x="0" y="58"/>
                    <a:pt x="0" y="59"/>
                  </a:cubicBezTo>
                  <a:close/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2" name="Freeform 224">
              <a:extLst>
                <a:ext uri="{FF2B5EF4-FFF2-40B4-BE49-F238E27FC236}">
                  <a16:creationId xmlns:a16="http://schemas.microsoft.com/office/drawing/2014/main" id="{983EE943-8A18-4317-A693-C43437F62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3239"/>
              <a:ext cx="10" cy="33"/>
            </a:xfrm>
            <a:custGeom>
              <a:avLst/>
              <a:gdLst>
                <a:gd name="T0" fmla="*/ 20 w 7"/>
                <a:gd name="T1" fmla="*/ 60 h 21"/>
                <a:gd name="T2" fmla="*/ 13 w 7"/>
                <a:gd name="T3" fmla="*/ 74 h 21"/>
                <a:gd name="T4" fmla="*/ 6 w 7"/>
                <a:gd name="T5" fmla="*/ 22 h 21"/>
                <a:gd name="T6" fmla="*/ 9 w 7"/>
                <a:gd name="T7" fmla="*/ 0 h 21"/>
                <a:gd name="T8" fmla="*/ 1 w 7"/>
                <a:gd name="T9" fmla="*/ 31 h 21"/>
                <a:gd name="T10" fmla="*/ 9 w 7"/>
                <a:gd name="T11" fmla="*/ 82 h 21"/>
                <a:gd name="T12" fmla="*/ 20 w 7"/>
                <a:gd name="T13" fmla="*/ 6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1">
                  <a:moveTo>
                    <a:pt x="7" y="15"/>
                  </a:moveTo>
                  <a:cubicBezTo>
                    <a:pt x="6" y="17"/>
                    <a:pt x="5" y="19"/>
                    <a:pt x="4" y="19"/>
                  </a:cubicBezTo>
                  <a:cubicBezTo>
                    <a:pt x="2" y="19"/>
                    <a:pt x="1" y="13"/>
                    <a:pt x="2" y="6"/>
                  </a:cubicBezTo>
                  <a:cubicBezTo>
                    <a:pt x="2" y="4"/>
                    <a:pt x="2" y="2"/>
                    <a:pt x="3" y="0"/>
                  </a:cubicBezTo>
                  <a:cubicBezTo>
                    <a:pt x="2" y="3"/>
                    <a:pt x="1" y="5"/>
                    <a:pt x="1" y="8"/>
                  </a:cubicBezTo>
                  <a:cubicBezTo>
                    <a:pt x="0" y="15"/>
                    <a:pt x="2" y="21"/>
                    <a:pt x="3" y="21"/>
                  </a:cubicBezTo>
                  <a:cubicBezTo>
                    <a:pt x="5" y="21"/>
                    <a:pt x="6" y="19"/>
                    <a:pt x="7" y="15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3" name="Freeform 225">
              <a:extLst>
                <a:ext uri="{FF2B5EF4-FFF2-40B4-BE49-F238E27FC236}">
                  <a16:creationId xmlns:a16="http://schemas.microsoft.com/office/drawing/2014/main" id="{99A50E87-B9AA-4308-A20D-16BCA141A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3237"/>
              <a:ext cx="7" cy="29"/>
            </a:xfrm>
            <a:custGeom>
              <a:avLst/>
              <a:gdLst>
                <a:gd name="T0" fmla="*/ 6 w 5"/>
                <a:gd name="T1" fmla="*/ 5 h 18"/>
                <a:gd name="T2" fmla="*/ 11 w 5"/>
                <a:gd name="T3" fmla="*/ 50 h 18"/>
                <a:gd name="T4" fmla="*/ 8 w 5"/>
                <a:gd name="T5" fmla="*/ 76 h 18"/>
                <a:gd name="T6" fmla="*/ 14 w 5"/>
                <a:gd name="T7" fmla="*/ 42 h 18"/>
                <a:gd name="T8" fmla="*/ 8 w 5"/>
                <a:gd name="T9" fmla="*/ 0 h 18"/>
                <a:gd name="T10" fmla="*/ 0 w 5"/>
                <a:gd name="T11" fmla="*/ 13 h 18"/>
                <a:gd name="T12" fmla="*/ 6 w 5"/>
                <a:gd name="T13" fmla="*/ 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8">
                  <a:moveTo>
                    <a:pt x="2" y="1"/>
                  </a:moveTo>
                  <a:cubicBezTo>
                    <a:pt x="4" y="1"/>
                    <a:pt x="4" y="6"/>
                    <a:pt x="4" y="12"/>
                  </a:cubicBezTo>
                  <a:cubicBezTo>
                    <a:pt x="4" y="14"/>
                    <a:pt x="3" y="17"/>
                    <a:pt x="3" y="18"/>
                  </a:cubicBezTo>
                  <a:cubicBezTo>
                    <a:pt x="4" y="17"/>
                    <a:pt x="4" y="13"/>
                    <a:pt x="5" y="10"/>
                  </a:cubicBezTo>
                  <a:cubicBezTo>
                    <a:pt x="5" y="4"/>
                    <a:pt x="4" y="0"/>
                    <a:pt x="3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1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4" name="Freeform 226">
              <a:extLst>
                <a:ext uri="{FF2B5EF4-FFF2-40B4-BE49-F238E27FC236}">
                  <a16:creationId xmlns:a16="http://schemas.microsoft.com/office/drawing/2014/main" id="{DE082ABE-7F8E-44B2-ACFE-20A3094DC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3144"/>
              <a:ext cx="48" cy="173"/>
            </a:xfrm>
            <a:custGeom>
              <a:avLst/>
              <a:gdLst>
                <a:gd name="T0" fmla="*/ 75 w 32"/>
                <a:gd name="T1" fmla="*/ 444 h 108"/>
                <a:gd name="T2" fmla="*/ 86 w 32"/>
                <a:gd name="T3" fmla="*/ 255 h 108"/>
                <a:gd name="T4" fmla="*/ 107 w 32"/>
                <a:gd name="T5" fmla="*/ 34 h 108"/>
                <a:gd name="T6" fmla="*/ 89 w 32"/>
                <a:gd name="T7" fmla="*/ 8 h 108"/>
                <a:gd name="T8" fmla="*/ 54 w 32"/>
                <a:gd name="T9" fmla="*/ 5 h 108"/>
                <a:gd name="T10" fmla="*/ 35 w 32"/>
                <a:gd name="T11" fmla="*/ 35 h 108"/>
                <a:gd name="T12" fmla="*/ 21 w 32"/>
                <a:gd name="T13" fmla="*/ 213 h 108"/>
                <a:gd name="T14" fmla="*/ 0 w 32"/>
                <a:gd name="T15" fmla="*/ 436 h 108"/>
                <a:gd name="T16" fmla="*/ 75 w 32"/>
                <a:gd name="T17" fmla="*/ 444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08">
                  <a:moveTo>
                    <a:pt x="22" y="108"/>
                  </a:moveTo>
                  <a:cubicBezTo>
                    <a:pt x="23" y="93"/>
                    <a:pt x="25" y="71"/>
                    <a:pt x="25" y="62"/>
                  </a:cubicBezTo>
                  <a:cubicBezTo>
                    <a:pt x="27" y="50"/>
                    <a:pt x="31" y="9"/>
                    <a:pt x="31" y="8"/>
                  </a:cubicBezTo>
                  <a:cubicBezTo>
                    <a:pt x="32" y="4"/>
                    <a:pt x="30" y="2"/>
                    <a:pt x="26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3" y="0"/>
                    <a:pt x="10" y="4"/>
                    <a:pt x="10" y="9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0" y="106"/>
                    <a:pt x="0" y="106"/>
                    <a:pt x="0" y="106"/>
                  </a:cubicBezTo>
                  <a:lnTo>
                    <a:pt x="22" y="108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5" name="Freeform 227">
              <a:extLst>
                <a:ext uri="{FF2B5EF4-FFF2-40B4-BE49-F238E27FC236}">
                  <a16:creationId xmlns:a16="http://schemas.microsoft.com/office/drawing/2014/main" id="{B50E6913-B3F2-48BC-983F-5A2B083D5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" y="1939"/>
              <a:ext cx="38" cy="204"/>
            </a:xfrm>
            <a:custGeom>
              <a:avLst/>
              <a:gdLst>
                <a:gd name="T0" fmla="*/ 84 w 25"/>
                <a:gd name="T1" fmla="*/ 465 h 128"/>
                <a:gd name="T2" fmla="*/ 67 w 25"/>
                <a:gd name="T3" fmla="*/ 518 h 128"/>
                <a:gd name="T4" fmla="*/ 32 w 25"/>
                <a:gd name="T5" fmla="*/ 518 h 128"/>
                <a:gd name="T6" fmla="*/ 12 w 25"/>
                <a:gd name="T7" fmla="*/ 470 h 128"/>
                <a:gd name="T8" fmla="*/ 8 w 25"/>
                <a:gd name="T9" fmla="*/ 347 h 128"/>
                <a:gd name="T10" fmla="*/ 0 w 25"/>
                <a:gd name="T11" fmla="*/ 48 h 128"/>
                <a:gd name="T12" fmla="*/ 18 w 25"/>
                <a:gd name="T13" fmla="*/ 5 h 128"/>
                <a:gd name="T14" fmla="*/ 53 w 25"/>
                <a:gd name="T15" fmla="*/ 0 h 128"/>
                <a:gd name="T16" fmla="*/ 74 w 25"/>
                <a:gd name="T17" fmla="*/ 26 h 128"/>
                <a:gd name="T18" fmla="*/ 76 w 25"/>
                <a:gd name="T19" fmla="*/ 252 h 128"/>
                <a:gd name="T20" fmla="*/ 84 w 25"/>
                <a:gd name="T21" fmla="*/ 465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28">
                  <a:moveTo>
                    <a:pt x="24" y="115"/>
                  </a:moveTo>
                  <a:cubicBezTo>
                    <a:pt x="25" y="126"/>
                    <a:pt x="22" y="128"/>
                    <a:pt x="19" y="128"/>
                  </a:cubicBezTo>
                  <a:cubicBezTo>
                    <a:pt x="9" y="128"/>
                    <a:pt x="9" y="128"/>
                    <a:pt x="9" y="128"/>
                  </a:cubicBezTo>
                  <a:cubicBezTo>
                    <a:pt x="7" y="128"/>
                    <a:pt x="4" y="127"/>
                    <a:pt x="3" y="116"/>
                  </a:cubicBezTo>
                  <a:cubicBezTo>
                    <a:pt x="3" y="116"/>
                    <a:pt x="3" y="110"/>
                    <a:pt x="2" y="86"/>
                  </a:cubicBezTo>
                  <a:cubicBezTo>
                    <a:pt x="2" y="61"/>
                    <a:pt x="0" y="12"/>
                    <a:pt x="0" y="12"/>
                  </a:cubicBezTo>
                  <a:cubicBezTo>
                    <a:pt x="0" y="3"/>
                    <a:pt x="2" y="1"/>
                    <a:pt x="5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1" y="3"/>
                    <a:pt x="21" y="6"/>
                  </a:cubicBezTo>
                  <a:cubicBezTo>
                    <a:pt x="21" y="6"/>
                    <a:pt x="21" y="39"/>
                    <a:pt x="22" y="62"/>
                  </a:cubicBezTo>
                  <a:cubicBezTo>
                    <a:pt x="22" y="84"/>
                    <a:pt x="24" y="114"/>
                    <a:pt x="24" y="115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6" name="Freeform 228">
              <a:extLst>
                <a:ext uri="{FF2B5EF4-FFF2-40B4-BE49-F238E27FC236}">
                  <a16:creationId xmlns:a16="http://schemas.microsoft.com/office/drawing/2014/main" id="{2CE3CBC6-5656-4689-BB08-B1B4CA9F5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" y="2025"/>
              <a:ext cx="12" cy="40"/>
            </a:xfrm>
            <a:custGeom>
              <a:avLst/>
              <a:gdLst>
                <a:gd name="T0" fmla="*/ 14 w 8"/>
                <a:gd name="T1" fmla="*/ 0 h 25"/>
                <a:gd name="T2" fmla="*/ 26 w 8"/>
                <a:gd name="T3" fmla="*/ 48 h 25"/>
                <a:gd name="T4" fmla="*/ 14 w 8"/>
                <a:gd name="T5" fmla="*/ 102 h 25"/>
                <a:gd name="T6" fmla="*/ 0 w 8"/>
                <a:gd name="T7" fmla="*/ 48 h 25"/>
                <a:gd name="T8" fmla="*/ 14 w 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5">
                  <a:moveTo>
                    <a:pt x="4" y="0"/>
                  </a:moveTo>
                  <a:cubicBezTo>
                    <a:pt x="5" y="0"/>
                    <a:pt x="7" y="5"/>
                    <a:pt x="7" y="12"/>
                  </a:cubicBezTo>
                  <a:cubicBezTo>
                    <a:pt x="8" y="19"/>
                    <a:pt x="6" y="25"/>
                    <a:pt x="4" y="25"/>
                  </a:cubicBezTo>
                  <a:cubicBezTo>
                    <a:pt x="2" y="25"/>
                    <a:pt x="1" y="19"/>
                    <a:pt x="0" y="12"/>
                  </a:cubicBezTo>
                  <a:cubicBezTo>
                    <a:pt x="0" y="6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7" name="Freeform 229">
              <a:extLst>
                <a:ext uri="{FF2B5EF4-FFF2-40B4-BE49-F238E27FC236}">
                  <a16:creationId xmlns:a16="http://schemas.microsoft.com/office/drawing/2014/main" id="{902A5FF0-FC88-4DF3-ADD5-2EA7B31C1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" y="2020"/>
              <a:ext cx="10" cy="40"/>
            </a:xfrm>
            <a:custGeom>
              <a:avLst/>
              <a:gdLst>
                <a:gd name="T0" fmla="*/ 9 w 7"/>
                <a:gd name="T1" fmla="*/ 0 h 25"/>
                <a:gd name="T2" fmla="*/ 20 w 7"/>
                <a:gd name="T3" fmla="*/ 48 h 25"/>
                <a:gd name="T4" fmla="*/ 13 w 7"/>
                <a:gd name="T5" fmla="*/ 102 h 25"/>
                <a:gd name="T6" fmla="*/ 0 w 7"/>
                <a:gd name="T7" fmla="*/ 54 h 25"/>
                <a:gd name="T8" fmla="*/ 9 w 7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5">
                  <a:moveTo>
                    <a:pt x="3" y="0"/>
                  </a:moveTo>
                  <a:cubicBezTo>
                    <a:pt x="5" y="0"/>
                    <a:pt x="7" y="5"/>
                    <a:pt x="7" y="12"/>
                  </a:cubicBezTo>
                  <a:cubicBezTo>
                    <a:pt x="7" y="19"/>
                    <a:pt x="6" y="25"/>
                    <a:pt x="4" y="25"/>
                  </a:cubicBezTo>
                  <a:cubicBezTo>
                    <a:pt x="2" y="25"/>
                    <a:pt x="0" y="19"/>
                    <a:pt x="0" y="13"/>
                  </a:cubicBezTo>
                  <a:cubicBezTo>
                    <a:pt x="0" y="6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8" name="Freeform 230">
              <a:extLst>
                <a:ext uri="{FF2B5EF4-FFF2-40B4-BE49-F238E27FC236}">
                  <a16:creationId xmlns:a16="http://schemas.microsoft.com/office/drawing/2014/main" id="{CDD9A59A-21D2-4E2F-A261-672CD7127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012"/>
              <a:ext cx="24" cy="130"/>
            </a:xfrm>
            <a:custGeom>
              <a:avLst/>
              <a:gdLst>
                <a:gd name="T0" fmla="*/ 0 w 16"/>
                <a:gd name="T1" fmla="*/ 0 h 81"/>
                <a:gd name="T2" fmla="*/ 8 w 16"/>
                <a:gd name="T3" fmla="*/ 247 h 81"/>
                <a:gd name="T4" fmla="*/ 18 w 16"/>
                <a:gd name="T5" fmla="*/ 327 h 81"/>
                <a:gd name="T6" fmla="*/ 54 w 16"/>
                <a:gd name="T7" fmla="*/ 327 h 81"/>
                <a:gd name="T8" fmla="*/ 21 w 16"/>
                <a:gd name="T9" fmla="*/ 307 h 81"/>
                <a:gd name="T10" fmla="*/ 18 w 16"/>
                <a:gd name="T11" fmla="*/ 260 h 81"/>
                <a:gd name="T12" fmla="*/ 14 w 16"/>
                <a:gd name="T13" fmla="*/ 204 h 81"/>
                <a:gd name="T14" fmla="*/ 12 w 16"/>
                <a:gd name="T15" fmla="*/ 95 h 81"/>
                <a:gd name="T16" fmla="*/ 5 w 16"/>
                <a:gd name="T17" fmla="*/ 47 h 81"/>
                <a:gd name="T18" fmla="*/ 0 w 16"/>
                <a:gd name="T19" fmla="*/ 8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81">
                  <a:moveTo>
                    <a:pt x="0" y="0"/>
                  </a:moveTo>
                  <a:cubicBezTo>
                    <a:pt x="1" y="20"/>
                    <a:pt x="2" y="40"/>
                    <a:pt x="2" y="60"/>
                  </a:cubicBezTo>
                  <a:cubicBezTo>
                    <a:pt x="2" y="64"/>
                    <a:pt x="2" y="76"/>
                    <a:pt x="5" y="79"/>
                  </a:cubicBezTo>
                  <a:cubicBezTo>
                    <a:pt x="7" y="81"/>
                    <a:pt x="13" y="80"/>
                    <a:pt x="16" y="79"/>
                  </a:cubicBezTo>
                  <a:cubicBezTo>
                    <a:pt x="13" y="79"/>
                    <a:pt x="8" y="78"/>
                    <a:pt x="6" y="74"/>
                  </a:cubicBezTo>
                  <a:cubicBezTo>
                    <a:pt x="5" y="71"/>
                    <a:pt x="5" y="66"/>
                    <a:pt x="5" y="63"/>
                  </a:cubicBezTo>
                  <a:cubicBezTo>
                    <a:pt x="4" y="59"/>
                    <a:pt x="4" y="54"/>
                    <a:pt x="4" y="49"/>
                  </a:cubicBezTo>
                  <a:cubicBezTo>
                    <a:pt x="4" y="41"/>
                    <a:pt x="3" y="32"/>
                    <a:pt x="3" y="23"/>
                  </a:cubicBezTo>
                  <a:cubicBezTo>
                    <a:pt x="2" y="19"/>
                    <a:pt x="2" y="15"/>
                    <a:pt x="1" y="11"/>
                  </a:cubicBezTo>
                  <a:cubicBezTo>
                    <a:pt x="1" y="8"/>
                    <a:pt x="1" y="4"/>
                    <a:pt x="0" y="2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9" name="Freeform 231">
              <a:extLst>
                <a:ext uri="{FF2B5EF4-FFF2-40B4-BE49-F238E27FC236}">
                  <a16:creationId xmlns:a16="http://schemas.microsoft.com/office/drawing/2014/main" id="{DB303AF6-C214-4B46-BB7E-914DD126F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" y="2028"/>
              <a:ext cx="10" cy="32"/>
            </a:xfrm>
            <a:custGeom>
              <a:avLst/>
              <a:gdLst>
                <a:gd name="T0" fmla="*/ 20 w 7"/>
                <a:gd name="T1" fmla="*/ 54 h 20"/>
                <a:gd name="T2" fmla="*/ 13 w 7"/>
                <a:gd name="T3" fmla="*/ 74 h 20"/>
                <a:gd name="T4" fmla="*/ 1 w 7"/>
                <a:gd name="T5" fmla="*/ 26 h 20"/>
                <a:gd name="T6" fmla="*/ 1 w 7"/>
                <a:gd name="T7" fmla="*/ 0 h 20"/>
                <a:gd name="T8" fmla="*/ 0 w 7"/>
                <a:gd name="T9" fmla="*/ 34 h 20"/>
                <a:gd name="T10" fmla="*/ 13 w 7"/>
                <a:gd name="T11" fmla="*/ 82 h 20"/>
                <a:gd name="T12" fmla="*/ 20 w 7"/>
                <a:gd name="T13" fmla="*/ 5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0">
                  <a:moveTo>
                    <a:pt x="7" y="13"/>
                  </a:moveTo>
                  <a:cubicBezTo>
                    <a:pt x="6" y="16"/>
                    <a:pt x="5" y="18"/>
                    <a:pt x="4" y="18"/>
                  </a:cubicBezTo>
                  <a:cubicBezTo>
                    <a:pt x="3" y="18"/>
                    <a:pt x="1" y="12"/>
                    <a:pt x="1" y="6"/>
                  </a:cubicBezTo>
                  <a:cubicBezTo>
                    <a:pt x="0" y="3"/>
                    <a:pt x="1" y="2"/>
                    <a:pt x="1" y="0"/>
                  </a:cubicBezTo>
                  <a:cubicBezTo>
                    <a:pt x="0" y="2"/>
                    <a:pt x="0" y="5"/>
                    <a:pt x="0" y="8"/>
                  </a:cubicBezTo>
                  <a:cubicBezTo>
                    <a:pt x="0" y="15"/>
                    <a:pt x="2" y="20"/>
                    <a:pt x="4" y="20"/>
                  </a:cubicBezTo>
                  <a:cubicBezTo>
                    <a:pt x="5" y="20"/>
                    <a:pt x="6" y="17"/>
                    <a:pt x="7" y="13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0" name="Freeform 232">
              <a:extLst>
                <a:ext uri="{FF2B5EF4-FFF2-40B4-BE49-F238E27FC236}">
                  <a16:creationId xmlns:a16="http://schemas.microsoft.com/office/drawing/2014/main" id="{07074FD9-DA90-4522-AEFC-D9ABE4E36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" y="2025"/>
              <a:ext cx="9" cy="29"/>
            </a:xfrm>
            <a:custGeom>
              <a:avLst/>
              <a:gdLst>
                <a:gd name="T0" fmla="*/ 8 w 6"/>
                <a:gd name="T1" fmla="*/ 5 h 18"/>
                <a:gd name="T2" fmla="*/ 18 w 6"/>
                <a:gd name="T3" fmla="*/ 50 h 18"/>
                <a:gd name="T4" fmla="*/ 18 w 6"/>
                <a:gd name="T5" fmla="*/ 76 h 18"/>
                <a:gd name="T6" fmla="*/ 21 w 6"/>
                <a:gd name="T7" fmla="*/ 39 h 18"/>
                <a:gd name="T8" fmla="*/ 8 w 6"/>
                <a:gd name="T9" fmla="*/ 0 h 18"/>
                <a:gd name="T10" fmla="*/ 0 w 6"/>
                <a:gd name="T11" fmla="*/ 16 h 18"/>
                <a:gd name="T12" fmla="*/ 8 w 6"/>
                <a:gd name="T13" fmla="*/ 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8">
                  <a:moveTo>
                    <a:pt x="2" y="1"/>
                  </a:moveTo>
                  <a:cubicBezTo>
                    <a:pt x="4" y="1"/>
                    <a:pt x="5" y="6"/>
                    <a:pt x="5" y="12"/>
                  </a:cubicBezTo>
                  <a:cubicBezTo>
                    <a:pt x="5" y="14"/>
                    <a:pt x="5" y="16"/>
                    <a:pt x="5" y="18"/>
                  </a:cubicBezTo>
                  <a:cubicBezTo>
                    <a:pt x="5" y="16"/>
                    <a:pt x="6" y="13"/>
                    <a:pt x="6" y="9"/>
                  </a:cubicBezTo>
                  <a:cubicBezTo>
                    <a:pt x="5" y="4"/>
                    <a:pt x="4" y="0"/>
                    <a:pt x="2" y="0"/>
                  </a:cubicBezTo>
                  <a:cubicBezTo>
                    <a:pt x="1" y="0"/>
                    <a:pt x="1" y="1"/>
                    <a:pt x="0" y="4"/>
                  </a:cubicBezTo>
                  <a:cubicBezTo>
                    <a:pt x="1" y="3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1" name="Freeform 233">
              <a:extLst>
                <a:ext uri="{FF2B5EF4-FFF2-40B4-BE49-F238E27FC236}">
                  <a16:creationId xmlns:a16="http://schemas.microsoft.com/office/drawing/2014/main" id="{B2BAEBA8-4273-4766-85BB-9F8229873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" y="1939"/>
              <a:ext cx="38" cy="204"/>
            </a:xfrm>
            <a:custGeom>
              <a:avLst/>
              <a:gdLst>
                <a:gd name="T0" fmla="*/ 84 w 25"/>
                <a:gd name="T1" fmla="*/ 465 h 128"/>
                <a:gd name="T2" fmla="*/ 67 w 25"/>
                <a:gd name="T3" fmla="*/ 518 h 128"/>
                <a:gd name="T4" fmla="*/ 32 w 25"/>
                <a:gd name="T5" fmla="*/ 518 h 128"/>
                <a:gd name="T6" fmla="*/ 12 w 25"/>
                <a:gd name="T7" fmla="*/ 470 h 128"/>
                <a:gd name="T8" fmla="*/ 8 w 25"/>
                <a:gd name="T9" fmla="*/ 347 h 128"/>
                <a:gd name="T10" fmla="*/ 0 w 25"/>
                <a:gd name="T11" fmla="*/ 48 h 128"/>
                <a:gd name="T12" fmla="*/ 18 w 25"/>
                <a:gd name="T13" fmla="*/ 5 h 128"/>
                <a:gd name="T14" fmla="*/ 53 w 25"/>
                <a:gd name="T15" fmla="*/ 0 h 128"/>
                <a:gd name="T16" fmla="*/ 74 w 25"/>
                <a:gd name="T17" fmla="*/ 26 h 128"/>
                <a:gd name="T18" fmla="*/ 76 w 25"/>
                <a:gd name="T19" fmla="*/ 252 h 128"/>
                <a:gd name="T20" fmla="*/ 84 w 25"/>
                <a:gd name="T21" fmla="*/ 465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28">
                  <a:moveTo>
                    <a:pt x="24" y="115"/>
                  </a:moveTo>
                  <a:cubicBezTo>
                    <a:pt x="25" y="126"/>
                    <a:pt x="22" y="128"/>
                    <a:pt x="19" y="128"/>
                  </a:cubicBezTo>
                  <a:cubicBezTo>
                    <a:pt x="9" y="128"/>
                    <a:pt x="9" y="128"/>
                    <a:pt x="9" y="128"/>
                  </a:cubicBezTo>
                  <a:cubicBezTo>
                    <a:pt x="7" y="128"/>
                    <a:pt x="4" y="127"/>
                    <a:pt x="3" y="116"/>
                  </a:cubicBezTo>
                  <a:cubicBezTo>
                    <a:pt x="3" y="116"/>
                    <a:pt x="3" y="110"/>
                    <a:pt x="2" y="86"/>
                  </a:cubicBezTo>
                  <a:cubicBezTo>
                    <a:pt x="2" y="61"/>
                    <a:pt x="0" y="12"/>
                    <a:pt x="0" y="12"/>
                  </a:cubicBezTo>
                  <a:cubicBezTo>
                    <a:pt x="0" y="3"/>
                    <a:pt x="2" y="1"/>
                    <a:pt x="5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1" y="3"/>
                    <a:pt x="21" y="6"/>
                  </a:cubicBezTo>
                  <a:cubicBezTo>
                    <a:pt x="21" y="6"/>
                    <a:pt x="21" y="39"/>
                    <a:pt x="22" y="62"/>
                  </a:cubicBezTo>
                  <a:cubicBezTo>
                    <a:pt x="22" y="84"/>
                    <a:pt x="24" y="114"/>
                    <a:pt x="24" y="11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2" name="Freeform 234">
              <a:extLst>
                <a:ext uri="{FF2B5EF4-FFF2-40B4-BE49-F238E27FC236}">
                  <a16:creationId xmlns:a16="http://schemas.microsoft.com/office/drawing/2014/main" id="{0D7880D6-A1B6-4A68-8600-D4BC23ECC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2358"/>
              <a:ext cx="118" cy="198"/>
            </a:xfrm>
            <a:custGeom>
              <a:avLst/>
              <a:gdLst>
                <a:gd name="T0" fmla="*/ 217 w 79"/>
                <a:gd name="T1" fmla="*/ 497 h 124"/>
                <a:gd name="T2" fmla="*/ 170 w 79"/>
                <a:gd name="T3" fmla="*/ 444 h 124"/>
                <a:gd name="T4" fmla="*/ 76 w 79"/>
                <a:gd name="T5" fmla="*/ 232 h 124"/>
                <a:gd name="T6" fmla="*/ 6 w 79"/>
                <a:gd name="T7" fmla="*/ 77 h 124"/>
                <a:gd name="T8" fmla="*/ 9 w 79"/>
                <a:gd name="T9" fmla="*/ 26 h 124"/>
                <a:gd name="T10" fmla="*/ 40 w 79"/>
                <a:gd name="T11" fmla="*/ 5 h 124"/>
                <a:gd name="T12" fmla="*/ 73 w 79"/>
                <a:gd name="T13" fmla="*/ 21 h 124"/>
                <a:gd name="T14" fmla="*/ 157 w 79"/>
                <a:gd name="T15" fmla="*/ 219 h 124"/>
                <a:gd name="T16" fmla="*/ 254 w 79"/>
                <a:gd name="T17" fmla="*/ 431 h 124"/>
                <a:gd name="T18" fmla="*/ 248 w 79"/>
                <a:gd name="T19" fmla="*/ 477 h 124"/>
                <a:gd name="T20" fmla="*/ 217 w 79"/>
                <a:gd name="T21" fmla="*/ 497 h 1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124">
                  <a:moveTo>
                    <a:pt x="65" y="122"/>
                  </a:moveTo>
                  <a:cubicBezTo>
                    <a:pt x="62" y="123"/>
                    <a:pt x="58" y="124"/>
                    <a:pt x="51" y="109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14"/>
                    <a:pt x="0" y="8"/>
                    <a:pt x="3" y="6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6" y="0"/>
                    <a:pt x="19" y="0"/>
                    <a:pt x="22" y="5"/>
                  </a:cubicBezTo>
                  <a:cubicBezTo>
                    <a:pt x="22" y="5"/>
                    <a:pt x="41" y="42"/>
                    <a:pt x="47" y="54"/>
                  </a:cubicBezTo>
                  <a:cubicBezTo>
                    <a:pt x="53" y="65"/>
                    <a:pt x="76" y="106"/>
                    <a:pt x="76" y="106"/>
                  </a:cubicBezTo>
                  <a:cubicBezTo>
                    <a:pt x="79" y="111"/>
                    <a:pt x="77" y="115"/>
                    <a:pt x="74" y="117"/>
                  </a:cubicBezTo>
                  <a:lnTo>
                    <a:pt x="65" y="122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3" name="Freeform 235">
              <a:extLst>
                <a:ext uri="{FF2B5EF4-FFF2-40B4-BE49-F238E27FC236}">
                  <a16:creationId xmlns:a16="http://schemas.microsoft.com/office/drawing/2014/main" id="{8E964C3E-73D5-4EE3-BB98-94A3DF1DE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151"/>
              <a:ext cx="73" cy="210"/>
            </a:xfrm>
            <a:custGeom>
              <a:avLst/>
              <a:gdLst>
                <a:gd name="T0" fmla="*/ 109 w 49"/>
                <a:gd name="T1" fmla="*/ 540 h 131"/>
                <a:gd name="T2" fmla="*/ 76 w 49"/>
                <a:gd name="T3" fmla="*/ 473 h 131"/>
                <a:gd name="T4" fmla="*/ 36 w 49"/>
                <a:gd name="T5" fmla="*/ 234 h 131"/>
                <a:gd name="T6" fmla="*/ 1 w 49"/>
                <a:gd name="T7" fmla="*/ 61 h 131"/>
                <a:gd name="T8" fmla="*/ 15 w 49"/>
                <a:gd name="T9" fmla="*/ 13 h 131"/>
                <a:gd name="T10" fmla="*/ 49 w 49"/>
                <a:gd name="T11" fmla="*/ 0 h 131"/>
                <a:gd name="T12" fmla="*/ 80 w 49"/>
                <a:gd name="T13" fmla="*/ 29 h 131"/>
                <a:gd name="T14" fmla="*/ 115 w 49"/>
                <a:gd name="T15" fmla="*/ 247 h 131"/>
                <a:gd name="T16" fmla="*/ 159 w 49"/>
                <a:gd name="T17" fmla="*/ 491 h 131"/>
                <a:gd name="T18" fmla="*/ 142 w 49"/>
                <a:gd name="T19" fmla="*/ 527 h 131"/>
                <a:gd name="T20" fmla="*/ 109 w 49"/>
                <a:gd name="T21" fmla="*/ 540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131">
                  <a:moveTo>
                    <a:pt x="33" y="131"/>
                  </a:moveTo>
                  <a:cubicBezTo>
                    <a:pt x="30" y="131"/>
                    <a:pt x="26" y="131"/>
                    <a:pt x="23" y="115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9"/>
                    <a:pt x="2" y="3"/>
                    <a:pt x="5" y="3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2" y="1"/>
                    <a:pt x="24" y="7"/>
                  </a:cubicBezTo>
                  <a:cubicBezTo>
                    <a:pt x="24" y="7"/>
                    <a:pt x="32" y="48"/>
                    <a:pt x="35" y="60"/>
                  </a:cubicBezTo>
                  <a:cubicBezTo>
                    <a:pt x="37" y="73"/>
                    <a:pt x="48" y="119"/>
                    <a:pt x="48" y="119"/>
                  </a:cubicBezTo>
                  <a:cubicBezTo>
                    <a:pt x="49" y="125"/>
                    <a:pt x="47" y="128"/>
                    <a:pt x="43" y="128"/>
                  </a:cubicBezTo>
                  <a:lnTo>
                    <a:pt x="33" y="13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4" name="Freeform 236">
              <a:extLst>
                <a:ext uri="{FF2B5EF4-FFF2-40B4-BE49-F238E27FC236}">
                  <a16:creationId xmlns:a16="http://schemas.microsoft.com/office/drawing/2014/main" id="{6C4E7203-88CA-4D96-B723-B77F3EEF1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2543"/>
              <a:ext cx="123" cy="197"/>
            </a:xfrm>
            <a:custGeom>
              <a:avLst/>
              <a:gdLst>
                <a:gd name="T0" fmla="*/ 45 w 82"/>
                <a:gd name="T1" fmla="*/ 8 h 123"/>
                <a:gd name="T2" fmla="*/ 95 w 82"/>
                <a:gd name="T3" fmla="*/ 56 h 123"/>
                <a:gd name="T4" fmla="*/ 194 w 82"/>
                <a:gd name="T5" fmla="*/ 272 h 123"/>
                <a:gd name="T6" fmla="*/ 264 w 82"/>
                <a:gd name="T7" fmla="*/ 415 h 123"/>
                <a:gd name="T8" fmla="*/ 269 w 82"/>
                <a:gd name="T9" fmla="*/ 477 h 123"/>
                <a:gd name="T10" fmla="*/ 237 w 82"/>
                <a:gd name="T11" fmla="*/ 498 h 123"/>
                <a:gd name="T12" fmla="*/ 203 w 82"/>
                <a:gd name="T13" fmla="*/ 480 h 123"/>
                <a:gd name="T14" fmla="*/ 102 w 82"/>
                <a:gd name="T15" fmla="*/ 280 h 123"/>
                <a:gd name="T16" fmla="*/ 12 w 82"/>
                <a:gd name="T17" fmla="*/ 74 h 123"/>
                <a:gd name="T18" fmla="*/ 14 w 82"/>
                <a:gd name="T19" fmla="*/ 29 h 123"/>
                <a:gd name="T20" fmla="*/ 45 w 82"/>
                <a:gd name="T21" fmla="*/ 8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23">
                  <a:moveTo>
                    <a:pt x="13" y="2"/>
                  </a:moveTo>
                  <a:cubicBezTo>
                    <a:pt x="16" y="1"/>
                    <a:pt x="20" y="0"/>
                    <a:pt x="28" y="14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78" y="101"/>
                    <a:pt x="78" y="101"/>
                    <a:pt x="78" y="101"/>
                  </a:cubicBezTo>
                  <a:cubicBezTo>
                    <a:pt x="82" y="108"/>
                    <a:pt x="82" y="114"/>
                    <a:pt x="79" y="116"/>
                  </a:cubicBezTo>
                  <a:cubicBezTo>
                    <a:pt x="70" y="121"/>
                    <a:pt x="70" y="121"/>
                    <a:pt x="70" y="121"/>
                  </a:cubicBezTo>
                  <a:cubicBezTo>
                    <a:pt x="67" y="123"/>
                    <a:pt x="63" y="123"/>
                    <a:pt x="60" y="117"/>
                  </a:cubicBezTo>
                  <a:cubicBezTo>
                    <a:pt x="60" y="117"/>
                    <a:pt x="36" y="79"/>
                    <a:pt x="30" y="68"/>
                  </a:cubicBezTo>
                  <a:cubicBezTo>
                    <a:pt x="24" y="57"/>
                    <a:pt x="3" y="18"/>
                    <a:pt x="3" y="18"/>
                  </a:cubicBezTo>
                  <a:cubicBezTo>
                    <a:pt x="0" y="13"/>
                    <a:pt x="1" y="9"/>
                    <a:pt x="4" y="7"/>
                  </a:cubicBezTo>
                  <a:lnTo>
                    <a:pt x="13" y="2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5" name="Freeform 237">
              <a:extLst>
                <a:ext uri="{FF2B5EF4-FFF2-40B4-BE49-F238E27FC236}">
                  <a16:creationId xmlns:a16="http://schemas.microsoft.com/office/drawing/2014/main" id="{96AC8894-66DE-4B42-BCB8-393D4C8A5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730"/>
              <a:ext cx="109" cy="203"/>
            </a:xfrm>
            <a:custGeom>
              <a:avLst/>
              <a:gdLst>
                <a:gd name="T0" fmla="*/ 196 w 73"/>
                <a:gd name="T1" fmla="*/ 511 h 127"/>
                <a:gd name="T2" fmla="*/ 149 w 73"/>
                <a:gd name="T3" fmla="*/ 457 h 127"/>
                <a:gd name="T4" fmla="*/ 69 w 73"/>
                <a:gd name="T5" fmla="*/ 238 h 127"/>
                <a:gd name="T6" fmla="*/ 9 w 73"/>
                <a:gd name="T7" fmla="*/ 77 h 127"/>
                <a:gd name="T8" fmla="*/ 15 w 73"/>
                <a:gd name="T9" fmla="*/ 26 h 127"/>
                <a:gd name="T10" fmla="*/ 46 w 73"/>
                <a:gd name="T11" fmla="*/ 8 h 127"/>
                <a:gd name="T12" fmla="*/ 81 w 73"/>
                <a:gd name="T13" fmla="*/ 26 h 127"/>
                <a:gd name="T14" fmla="*/ 149 w 73"/>
                <a:gd name="T15" fmla="*/ 230 h 127"/>
                <a:gd name="T16" fmla="*/ 234 w 73"/>
                <a:gd name="T17" fmla="*/ 452 h 127"/>
                <a:gd name="T18" fmla="*/ 227 w 73"/>
                <a:gd name="T19" fmla="*/ 492 h 127"/>
                <a:gd name="T20" fmla="*/ 196 w 73"/>
                <a:gd name="T21" fmla="*/ 511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27">
                  <a:moveTo>
                    <a:pt x="59" y="125"/>
                  </a:moveTo>
                  <a:cubicBezTo>
                    <a:pt x="55" y="127"/>
                    <a:pt x="52" y="127"/>
                    <a:pt x="45" y="112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13"/>
                    <a:pt x="1" y="7"/>
                    <a:pt x="5" y="6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7" y="0"/>
                    <a:pt x="21" y="1"/>
                    <a:pt x="24" y="6"/>
                  </a:cubicBezTo>
                  <a:cubicBezTo>
                    <a:pt x="24" y="6"/>
                    <a:pt x="40" y="45"/>
                    <a:pt x="45" y="56"/>
                  </a:cubicBezTo>
                  <a:cubicBezTo>
                    <a:pt x="50" y="68"/>
                    <a:pt x="70" y="111"/>
                    <a:pt x="70" y="111"/>
                  </a:cubicBezTo>
                  <a:cubicBezTo>
                    <a:pt x="73" y="116"/>
                    <a:pt x="71" y="120"/>
                    <a:pt x="68" y="121"/>
                  </a:cubicBezTo>
                  <a:lnTo>
                    <a:pt x="59" y="125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6" name="Freeform 238">
              <a:extLst>
                <a:ext uri="{FF2B5EF4-FFF2-40B4-BE49-F238E27FC236}">
                  <a16:creationId xmlns:a16="http://schemas.microsoft.com/office/drawing/2014/main" id="{BE63CCF8-5BC3-46A3-AA7D-3CB9FA41A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928"/>
              <a:ext cx="65" cy="211"/>
            </a:xfrm>
            <a:custGeom>
              <a:avLst/>
              <a:gdLst>
                <a:gd name="T0" fmla="*/ 90 w 44"/>
                <a:gd name="T1" fmla="*/ 539 h 132"/>
                <a:gd name="T2" fmla="*/ 59 w 44"/>
                <a:gd name="T3" fmla="*/ 470 h 132"/>
                <a:gd name="T4" fmla="*/ 28 w 44"/>
                <a:gd name="T5" fmla="*/ 232 h 132"/>
                <a:gd name="T6" fmla="*/ 1 w 44"/>
                <a:gd name="T7" fmla="*/ 61 h 132"/>
                <a:gd name="T8" fmla="*/ 19 w 44"/>
                <a:gd name="T9" fmla="*/ 13 h 132"/>
                <a:gd name="T10" fmla="*/ 49 w 44"/>
                <a:gd name="T11" fmla="*/ 5 h 132"/>
                <a:gd name="T12" fmla="*/ 77 w 44"/>
                <a:gd name="T13" fmla="*/ 34 h 132"/>
                <a:gd name="T14" fmla="*/ 102 w 44"/>
                <a:gd name="T15" fmla="*/ 253 h 132"/>
                <a:gd name="T16" fmla="*/ 140 w 44"/>
                <a:gd name="T17" fmla="*/ 494 h 132"/>
                <a:gd name="T18" fmla="*/ 123 w 44"/>
                <a:gd name="T19" fmla="*/ 531 h 132"/>
                <a:gd name="T20" fmla="*/ 90 w 44"/>
                <a:gd name="T21" fmla="*/ 539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132">
                  <a:moveTo>
                    <a:pt x="28" y="132"/>
                  </a:moveTo>
                  <a:cubicBezTo>
                    <a:pt x="24" y="132"/>
                    <a:pt x="21" y="132"/>
                    <a:pt x="18" y="115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9"/>
                    <a:pt x="2" y="3"/>
                    <a:pt x="6" y="3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9" y="0"/>
                    <a:pt x="23" y="2"/>
                    <a:pt x="24" y="8"/>
                  </a:cubicBezTo>
                  <a:cubicBezTo>
                    <a:pt x="24" y="8"/>
                    <a:pt x="30" y="49"/>
                    <a:pt x="32" y="62"/>
                  </a:cubicBezTo>
                  <a:cubicBezTo>
                    <a:pt x="34" y="74"/>
                    <a:pt x="43" y="121"/>
                    <a:pt x="43" y="121"/>
                  </a:cubicBezTo>
                  <a:cubicBezTo>
                    <a:pt x="44" y="127"/>
                    <a:pt x="41" y="130"/>
                    <a:pt x="38" y="130"/>
                  </a:cubicBezTo>
                  <a:lnTo>
                    <a:pt x="28" y="132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7" name="Freeform 239">
              <a:extLst>
                <a:ext uri="{FF2B5EF4-FFF2-40B4-BE49-F238E27FC236}">
                  <a16:creationId xmlns:a16="http://schemas.microsoft.com/office/drawing/2014/main" id="{1F8CCC0B-8770-4AC4-8825-6B909C48F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3141"/>
              <a:ext cx="50" cy="177"/>
            </a:xfrm>
            <a:custGeom>
              <a:avLst/>
              <a:gdLst>
                <a:gd name="T0" fmla="*/ 75 w 34"/>
                <a:gd name="T1" fmla="*/ 450 h 111"/>
                <a:gd name="T2" fmla="*/ 88 w 34"/>
                <a:gd name="T3" fmla="*/ 265 h 111"/>
                <a:gd name="T4" fmla="*/ 109 w 34"/>
                <a:gd name="T5" fmla="*/ 46 h 111"/>
                <a:gd name="T6" fmla="*/ 87 w 34"/>
                <a:gd name="T7" fmla="*/ 8 h 111"/>
                <a:gd name="T8" fmla="*/ 56 w 34"/>
                <a:gd name="T9" fmla="*/ 5 h 111"/>
                <a:gd name="T10" fmla="*/ 32 w 34"/>
                <a:gd name="T11" fmla="*/ 46 h 111"/>
                <a:gd name="T12" fmla="*/ 19 w 34"/>
                <a:gd name="T13" fmla="*/ 218 h 111"/>
                <a:gd name="T14" fmla="*/ 0 w 34"/>
                <a:gd name="T15" fmla="*/ 437 h 111"/>
                <a:gd name="T16" fmla="*/ 75 w 34"/>
                <a:gd name="T17" fmla="*/ 45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11">
                  <a:moveTo>
                    <a:pt x="24" y="111"/>
                  </a:moveTo>
                  <a:cubicBezTo>
                    <a:pt x="25" y="96"/>
                    <a:pt x="27" y="73"/>
                    <a:pt x="28" y="65"/>
                  </a:cubicBezTo>
                  <a:cubicBezTo>
                    <a:pt x="29" y="52"/>
                    <a:pt x="34" y="11"/>
                    <a:pt x="34" y="11"/>
                  </a:cubicBezTo>
                  <a:cubicBezTo>
                    <a:pt x="34" y="5"/>
                    <a:pt x="31" y="2"/>
                    <a:pt x="27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4" y="0"/>
                    <a:pt x="10" y="5"/>
                    <a:pt x="10" y="11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0" y="108"/>
                    <a:pt x="0" y="108"/>
                    <a:pt x="0" y="108"/>
                  </a:cubicBezTo>
                  <a:lnTo>
                    <a:pt x="24" y="11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8" name="Freeform 240">
              <a:extLst>
                <a:ext uri="{FF2B5EF4-FFF2-40B4-BE49-F238E27FC236}">
                  <a16:creationId xmlns:a16="http://schemas.microsoft.com/office/drawing/2014/main" id="{E3A76A02-7C48-480A-BBC9-EC9EC9085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" y="1935"/>
              <a:ext cx="40" cy="211"/>
            </a:xfrm>
            <a:custGeom>
              <a:avLst/>
              <a:gdLst>
                <a:gd name="T0" fmla="*/ 33 w 27"/>
                <a:gd name="T1" fmla="*/ 539 h 132"/>
                <a:gd name="T2" fmla="*/ 9 w 27"/>
                <a:gd name="T3" fmla="*/ 486 h 132"/>
                <a:gd name="T4" fmla="*/ 6 w 27"/>
                <a:gd name="T5" fmla="*/ 360 h 132"/>
                <a:gd name="T6" fmla="*/ 0 w 27"/>
                <a:gd name="T7" fmla="*/ 56 h 132"/>
                <a:gd name="T8" fmla="*/ 19 w 27"/>
                <a:gd name="T9" fmla="*/ 5 h 132"/>
                <a:gd name="T10" fmla="*/ 53 w 27"/>
                <a:gd name="T11" fmla="*/ 5 h 132"/>
                <a:gd name="T12" fmla="*/ 74 w 27"/>
                <a:gd name="T13" fmla="*/ 34 h 132"/>
                <a:gd name="T14" fmla="*/ 79 w 27"/>
                <a:gd name="T15" fmla="*/ 261 h 132"/>
                <a:gd name="T16" fmla="*/ 87 w 27"/>
                <a:gd name="T17" fmla="*/ 473 h 132"/>
                <a:gd name="T18" fmla="*/ 65 w 27"/>
                <a:gd name="T19" fmla="*/ 539 h 132"/>
                <a:gd name="T20" fmla="*/ 33 w 27"/>
                <a:gd name="T21" fmla="*/ 539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132">
                  <a:moveTo>
                    <a:pt x="10" y="132"/>
                  </a:moveTo>
                  <a:cubicBezTo>
                    <a:pt x="6" y="132"/>
                    <a:pt x="4" y="129"/>
                    <a:pt x="3" y="119"/>
                  </a:cubicBezTo>
                  <a:cubicBezTo>
                    <a:pt x="3" y="119"/>
                    <a:pt x="3" y="112"/>
                    <a:pt x="2" y="88"/>
                  </a:cubicBezTo>
                  <a:cubicBezTo>
                    <a:pt x="1" y="63"/>
                    <a:pt x="0" y="14"/>
                    <a:pt x="0" y="14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20" y="0"/>
                    <a:pt x="23" y="2"/>
                    <a:pt x="23" y="8"/>
                  </a:cubicBezTo>
                  <a:cubicBezTo>
                    <a:pt x="23" y="8"/>
                    <a:pt x="23" y="41"/>
                    <a:pt x="24" y="64"/>
                  </a:cubicBezTo>
                  <a:cubicBezTo>
                    <a:pt x="25" y="87"/>
                    <a:pt x="27" y="116"/>
                    <a:pt x="27" y="116"/>
                  </a:cubicBezTo>
                  <a:cubicBezTo>
                    <a:pt x="27" y="128"/>
                    <a:pt x="24" y="131"/>
                    <a:pt x="20" y="132"/>
                  </a:cubicBezTo>
                  <a:lnTo>
                    <a:pt x="10" y="132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9" name="Longitudinal-section-of-artery-wall">
            <a:extLst>
              <a:ext uri="{FF2B5EF4-FFF2-40B4-BE49-F238E27FC236}">
                <a16:creationId xmlns:a16="http://schemas.microsoft.com/office/drawing/2014/main" id="{CC624CC6-7741-4CB1-BBE8-940B20CDA2BD}"/>
              </a:ext>
            </a:extLst>
          </p:cNvPr>
          <p:cNvGrpSpPr>
            <a:grpSpLocks/>
          </p:cNvGrpSpPr>
          <p:nvPr/>
        </p:nvGrpSpPr>
        <p:grpSpPr bwMode="auto">
          <a:xfrm>
            <a:off x="3681413" y="1304925"/>
            <a:ext cx="1762125" cy="3209925"/>
            <a:chOff x="1299" y="768"/>
            <a:chExt cx="1110" cy="2022"/>
          </a:xfrm>
        </p:grpSpPr>
        <p:grpSp>
          <p:nvGrpSpPr>
            <p:cNvPr id="17057" name="Group 663">
              <a:extLst>
                <a:ext uri="{FF2B5EF4-FFF2-40B4-BE49-F238E27FC236}">
                  <a16:creationId xmlns:a16="http://schemas.microsoft.com/office/drawing/2014/main" id="{0B4C1B49-3810-425C-95A6-275B61D249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9" y="768"/>
              <a:ext cx="1110" cy="2022"/>
              <a:chOff x="1299" y="768"/>
              <a:chExt cx="1110" cy="2022"/>
            </a:xfrm>
          </p:grpSpPr>
          <p:sp>
            <p:nvSpPr>
              <p:cNvPr id="17059" name="Freeform 463">
                <a:extLst>
                  <a:ext uri="{FF2B5EF4-FFF2-40B4-BE49-F238E27FC236}">
                    <a16:creationId xmlns:a16="http://schemas.microsoft.com/office/drawing/2014/main" id="{B5CEECA3-A28E-480E-AF0B-73FE7602E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770"/>
                <a:ext cx="1048" cy="2020"/>
              </a:xfrm>
              <a:custGeom>
                <a:avLst/>
                <a:gdLst>
                  <a:gd name="T0" fmla="*/ 1531 w 699"/>
                  <a:gd name="T1" fmla="*/ 2817 h 1264"/>
                  <a:gd name="T2" fmla="*/ 1729 w 699"/>
                  <a:gd name="T3" fmla="*/ 3370 h 1264"/>
                  <a:gd name="T4" fmla="*/ 1814 w 699"/>
                  <a:gd name="T5" fmla="*/ 3979 h 1264"/>
                  <a:gd name="T6" fmla="*/ 1823 w 699"/>
                  <a:gd name="T7" fmla="*/ 4497 h 1264"/>
                  <a:gd name="T8" fmla="*/ 1658 w 699"/>
                  <a:gd name="T9" fmla="*/ 5159 h 1264"/>
                  <a:gd name="T10" fmla="*/ 2241 w 699"/>
                  <a:gd name="T11" fmla="*/ 5159 h 1264"/>
                  <a:gd name="T12" fmla="*/ 2355 w 699"/>
                  <a:gd name="T13" fmla="*/ 4286 h 1264"/>
                  <a:gd name="T14" fmla="*/ 2342 w 699"/>
                  <a:gd name="T15" fmla="*/ 3740 h 1264"/>
                  <a:gd name="T16" fmla="*/ 2228 w 699"/>
                  <a:gd name="T17" fmla="*/ 3167 h 1264"/>
                  <a:gd name="T18" fmla="*/ 2045 w 699"/>
                  <a:gd name="T19" fmla="*/ 2661 h 1264"/>
                  <a:gd name="T20" fmla="*/ 1823 w 699"/>
                  <a:gd name="T21" fmla="*/ 2212 h 1264"/>
                  <a:gd name="T22" fmla="*/ 1675 w 699"/>
                  <a:gd name="T23" fmla="*/ 2015 h 1264"/>
                  <a:gd name="T24" fmla="*/ 1466 w 699"/>
                  <a:gd name="T25" fmla="*/ 1788 h 1264"/>
                  <a:gd name="T26" fmla="*/ 1135 w 699"/>
                  <a:gd name="T27" fmla="*/ 1413 h 1264"/>
                  <a:gd name="T28" fmla="*/ 846 w 699"/>
                  <a:gd name="T29" fmla="*/ 988 h 1264"/>
                  <a:gd name="T30" fmla="*/ 676 w 699"/>
                  <a:gd name="T31" fmla="*/ 662 h 1264"/>
                  <a:gd name="T32" fmla="*/ 609 w 699"/>
                  <a:gd name="T33" fmla="*/ 384 h 1264"/>
                  <a:gd name="T34" fmla="*/ 549 w 699"/>
                  <a:gd name="T35" fmla="*/ 0 h 1264"/>
                  <a:gd name="T36" fmla="*/ 0 w 699"/>
                  <a:gd name="T37" fmla="*/ 131 h 1264"/>
                  <a:gd name="T38" fmla="*/ 69 w 699"/>
                  <a:gd name="T39" fmla="*/ 551 h 1264"/>
                  <a:gd name="T40" fmla="*/ 256 w 699"/>
                  <a:gd name="T41" fmla="*/ 1012 h 1264"/>
                  <a:gd name="T42" fmla="*/ 486 w 699"/>
                  <a:gd name="T43" fmla="*/ 1446 h 1264"/>
                  <a:gd name="T44" fmla="*/ 771 w 699"/>
                  <a:gd name="T45" fmla="*/ 1814 h 1264"/>
                  <a:gd name="T46" fmla="*/ 1189 w 699"/>
                  <a:gd name="T47" fmla="*/ 2293 h 1264"/>
                  <a:gd name="T48" fmla="*/ 1531 w 699"/>
                  <a:gd name="T49" fmla="*/ 2817 h 126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99" h="1264">
                    <a:moveTo>
                      <a:pt x="454" y="690"/>
                    </a:moveTo>
                    <a:cubicBezTo>
                      <a:pt x="513" y="826"/>
                      <a:pt x="513" y="826"/>
                      <a:pt x="513" y="826"/>
                    </a:cubicBezTo>
                    <a:cubicBezTo>
                      <a:pt x="538" y="975"/>
                      <a:pt x="538" y="975"/>
                      <a:pt x="538" y="975"/>
                    </a:cubicBezTo>
                    <a:cubicBezTo>
                      <a:pt x="541" y="1102"/>
                      <a:pt x="541" y="1102"/>
                      <a:pt x="541" y="1102"/>
                    </a:cubicBezTo>
                    <a:cubicBezTo>
                      <a:pt x="492" y="1264"/>
                      <a:pt x="492" y="1264"/>
                      <a:pt x="492" y="1264"/>
                    </a:cubicBezTo>
                    <a:cubicBezTo>
                      <a:pt x="665" y="1264"/>
                      <a:pt x="665" y="1264"/>
                      <a:pt x="665" y="1264"/>
                    </a:cubicBezTo>
                    <a:cubicBezTo>
                      <a:pt x="699" y="1050"/>
                      <a:pt x="699" y="1050"/>
                      <a:pt x="699" y="1050"/>
                    </a:cubicBezTo>
                    <a:cubicBezTo>
                      <a:pt x="695" y="916"/>
                      <a:pt x="695" y="916"/>
                      <a:pt x="695" y="916"/>
                    </a:cubicBezTo>
                    <a:cubicBezTo>
                      <a:pt x="661" y="776"/>
                      <a:pt x="661" y="776"/>
                      <a:pt x="661" y="776"/>
                    </a:cubicBezTo>
                    <a:cubicBezTo>
                      <a:pt x="607" y="652"/>
                      <a:pt x="607" y="652"/>
                      <a:pt x="607" y="652"/>
                    </a:cubicBezTo>
                    <a:cubicBezTo>
                      <a:pt x="541" y="542"/>
                      <a:pt x="541" y="542"/>
                      <a:pt x="541" y="542"/>
                    </a:cubicBezTo>
                    <a:cubicBezTo>
                      <a:pt x="497" y="494"/>
                      <a:pt x="497" y="494"/>
                      <a:pt x="497" y="494"/>
                    </a:cubicBezTo>
                    <a:cubicBezTo>
                      <a:pt x="435" y="438"/>
                      <a:pt x="435" y="438"/>
                      <a:pt x="435" y="438"/>
                    </a:cubicBezTo>
                    <a:cubicBezTo>
                      <a:pt x="337" y="346"/>
                      <a:pt x="337" y="346"/>
                      <a:pt x="337" y="346"/>
                    </a:cubicBezTo>
                    <a:cubicBezTo>
                      <a:pt x="251" y="242"/>
                      <a:pt x="251" y="242"/>
                      <a:pt x="251" y="242"/>
                    </a:cubicBezTo>
                    <a:cubicBezTo>
                      <a:pt x="201" y="162"/>
                      <a:pt x="201" y="162"/>
                      <a:pt x="201" y="162"/>
                    </a:cubicBezTo>
                    <a:cubicBezTo>
                      <a:pt x="181" y="94"/>
                      <a:pt x="181" y="94"/>
                      <a:pt x="181" y="94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1" y="135"/>
                      <a:pt x="21" y="135"/>
                      <a:pt x="21" y="135"/>
                    </a:cubicBezTo>
                    <a:cubicBezTo>
                      <a:pt x="76" y="248"/>
                      <a:pt x="76" y="248"/>
                      <a:pt x="76" y="248"/>
                    </a:cubicBezTo>
                    <a:cubicBezTo>
                      <a:pt x="76" y="248"/>
                      <a:pt x="130" y="354"/>
                      <a:pt x="144" y="354"/>
                    </a:cubicBezTo>
                    <a:cubicBezTo>
                      <a:pt x="229" y="444"/>
                      <a:pt x="229" y="444"/>
                      <a:pt x="229" y="444"/>
                    </a:cubicBezTo>
                    <a:cubicBezTo>
                      <a:pt x="353" y="562"/>
                      <a:pt x="353" y="562"/>
                      <a:pt x="353" y="562"/>
                    </a:cubicBezTo>
                    <a:lnTo>
                      <a:pt x="454" y="690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0" name="Freeform 464">
                <a:extLst>
                  <a:ext uri="{FF2B5EF4-FFF2-40B4-BE49-F238E27FC236}">
                    <a16:creationId xmlns:a16="http://schemas.microsoft.com/office/drawing/2014/main" id="{BC410CD7-5947-46F5-A3D9-1E72BBAC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500"/>
                <a:ext cx="156" cy="163"/>
              </a:xfrm>
              <a:custGeom>
                <a:avLst/>
                <a:gdLst>
                  <a:gd name="T0" fmla="*/ 14 w 104"/>
                  <a:gd name="T1" fmla="*/ 82 h 102"/>
                  <a:gd name="T2" fmla="*/ 14 w 104"/>
                  <a:gd name="T3" fmla="*/ 46 h 102"/>
                  <a:gd name="T4" fmla="*/ 39 w 104"/>
                  <a:gd name="T5" fmla="*/ 16 h 102"/>
                  <a:gd name="T6" fmla="*/ 89 w 104"/>
                  <a:gd name="T7" fmla="*/ 46 h 102"/>
                  <a:gd name="T8" fmla="*/ 230 w 104"/>
                  <a:gd name="T9" fmla="*/ 213 h 102"/>
                  <a:gd name="T10" fmla="*/ 338 w 104"/>
                  <a:gd name="T11" fmla="*/ 334 h 102"/>
                  <a:gd name="T12" fmla="*/ 345 w 104"/>
                  <a:gd name="T13" fmla="*/ 376 h 102"/>
                  <a:gd name="T14" fmla="*/ 323 w 104"/>
                  <a:gd name="T15" fmla="*/ 409 h 102"/>
                  <a:gd name="T16" fmla="*/ 296 w 104"/>
                  <a:gd name="T17" fmla="*/ 403 h 102"/>
                  <a:gd name="T18" fmla="*/ 162 w 104"/>
                  <a:gd name="T19" fmla="*/ 248 h 102"/>
                  <a:gd name="T20" fmla="*/ 14 w 104"/>
                  <a:gd name="T21" fmla="*/ 82 h 10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4" h="102">
                    <a:moveTo>
                      <a:pt x="4" y="20"/>
                    </a:moveTo>
                    <a:cubicBezTo>
                      <a:pt x="0" y="16"/>
                      <a:pt x="2" y="13"/>
                      <a:pt x="4" y="1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2"/>
                      <a:pt x="15" y="0"/>
                      <a:pt x="26" y="11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100" y="82"/>
                      <a:pt x="100" y="82"/>
                      <a:pt x="100" y="82"/>
                    </a:cubicBezTo>
                    <a:cubicBezTo>
                      <a:pt x="103" y="85"/>
                      <a:pt x="104" y="90"/>
                      <a:pt x="102" y="92"/>
                    </a:cubicBezTo>
                    <a:cubicBezTo>
                      <a:pt x="95" y="100"/>
                      <a:pt x="95" y="100"/>
                      <a:pt x="95" y="100"/>
                    </a:cubicBezTo>
                    <a:cubicBezTo>
                      <a:pt x="93" y="102"/>
                      <a:pt x="90" y="102"/>
                      <a:pt x="87" y="99"/>
                    </a:cubicBezTo>
                    <a:cubicBezTo>
                      <a:pt x="86" y="99"/>
                      <a:pt x="57" y="70"/>
                      <a:pt x="48" y="61"/>
                    </a:cubicBezTo>
                    <a:cubicBezTo>
                      <a:pt x="39" y="52"/>
                      <a:pt x="5" y="20"/>
                      <a:pt x="4" y="20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1" name="Freeform 465">
                <a:extLst>
                  <a:ext uri="{FF2B5EF4-FFF2-40B4-BE49-F238E27FC236}">
                    <a16:creationId xmlns:a16="http://schemas.microsoft.com/office/drawing/2014/main" id="{3A04F8E4-0BD7-48BC-B8E9-A31362F1E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352"/>
                <a:ext cx="153" cy="167"/>
              </a:xfrm>
              <a:custGeom>
                <a:avLst/>
                <a:gdLst>
                  <a:gd name="T0" fmla="*/ 332 w 102"/>
                  <a:gd name="T1" fmla="*/ 347 h 105"/>
                  <a:gd name="T2" fmla="*/ 332 w 102"/>
                  <a:gd name="T3" fmla="*/ 347 h 105"/>
                  <a:gd name="T4" fmla="*/ 332 w 102"/>
                  <a:gd name="T5" fmla="*/ 380 h 105"/>
                  <a:gd name="T6" fmla="*/ 309 w 102"/>
                  <a:gd name="T7" fmla="*/ 407 h 105"/>
                  <a:gd name="T8" fmla="*/ 257 w 102"/>
                  <a:gd name="T9" fmla="*/ 380 h 105"/>
                  <a:gd name="T10" fmla="*/ 120 w 102"/>
                  <a:gd name="T11" fmla="*/ 205 h 105"/>
                  <a:gd name="T12" fmla="*/ 21 w 102"/>
                  <a:gd name="T13" fmla="*/ 89 h 105"/>
                  <a:gd name="T14" fmla="*/ 8 w 102"/>
                  <a:gd name="T15" fmla="*/ 40 h 105"/>
                  <a:gd name="T16" fmla="*/ 32 w 102"/>
                  <a:gd name="T17" fmla="*/ 13 h 105"/>
                  <a:gd name="T18" fmla="*/ 62 w 102"/>
                  <a:gd name="T19" fmla="*/ 16 h 105"/>
                  <a:gd name="T20" fmla="*/ 201 w 102"/>
                  <a:gd name="T21" fmla="*/ 177 h 105"/>
                  <a:gd name="T22" fmla="*/ 332 w 102"/>
                  <a:gd name="T23" fmla="*/ 347 h 10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105">
                    <a:moveTo>
                      <a:pt x="98" y="86"/>
                    </a:moveTo>
                    <a:cubicBezTo>
                      <a:pt x="98" y="86"/>
                      <a:pt x="98" y="86"/>
                      <a:pt x="98" y="86"/>
                    </a:cubicBezTo>
                    <a:cubicBezTo>
                      <a:pt x="100" y="88"/>
                      <a:pt x="102" y="91"/>
                      <a:pt x="98" y="94"/>
                    </a:cubicBezTo>
                    <a:cubicBezTo>
                      <a:pt x="91" y="101"/>
                      <a:pt x="91" y="101"/>
                      <a:pt x="91" y="101"/>
                    </a:cubicBezTo>
                    <a:cubicBezTo>
                      <a:pt x="89" y="103"/>
                      <a:pt x="87" y="105"/>
                      <a:pt x="76" y="94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2" y="18"/>
                      <a:pt x="0" y="12"/>
                      <a:pt x="2" y="1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0"/>
                      <a:pt x="15" y="1"/>
                      <a:pt x="18" y="4"/>
                    </a:cubicBezTo>
                    <a:cubicBezTo>
                      <a:pt x="18" y="4"/>
                      <a:pt x="50" y="35"/>
                      <a:pt x="59" y="44"/>
                    </a:cubicBezTo>
                    <a:cubicBezTo>
                      <a:pt x="68" y="52"/>
                      <a:pt x="98" y="85"/>
                      <a:pt x="98" y="8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2" name="Freeform 466">
                <a:extLst>
                  <a:ext uri="{FF2B5EF4-FFF2-40B4-BE49-F238E27FC236}">
                    <a16:creationId xmlns:a16="http://schemas.microsoft.com/office/drawing/2014/main" id="{9079ABDC-D84D-4326-99AF-4501EC420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59"/>
                <a:ext cx="30" cy="32"/>
              </a:xfrm>
              <a:custGeom>
                <a:avLst/>
                <a:gdLst>
                  <a:gd name="T0" fmla="*/ 66 w 20"/>
                  <a:gd name="T1" fmla="*/ 74 h 20"/>
                  <a:gd name="T2" fmla="*/ 27 w 20"/>
                  <a:gd name="T3" fmla="*/ 48 h 20"/>
                  <a:gd name="T4" fmla="*/ 5 w 20"/>
                  <a:gd name="T5" fmla="*/ 5 h 20"/>
                  <a:gd name="T6" fmla="*/ 45 w 20"/>
                  <a:gd name="T7" fmla="*/ 29 h 20"/>
                  <a:gd name="T8" fmla="*/ 66 w 20"/>
                  <a:gd name="T9" fmla="*/ 7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9" y="18"/>
                    </a:moveTo>
                    <a:cubicBezTo>
                      <a:pt x="18" y="20"/>
                      <a:pt x="13" y="17"/>
                      <a:pt x="8" y="12"/>
                    </a:cubicBezTo>
                    <a:cubicBezTo>
                      <a:pt x="3" y="7"/>
                      <a:pt x="0" y="2"/>
                      <a:pt x="1" y="1"/>
                    </a:cubicBezTo>
                    <a:cubicBezTo>
                      <a:pt x="3" y="0"/>
                      <a:pt x="8" y="2"/>
                      <a:pt x="13" y="7"/>
                    </a:cubicBezTo>
                    <a:cubicBezTo>
                      <a:pt x="18" y="12"/>
                      <a:pt x="20" y="17"/>
                      <a:pt x="19" y="18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3" name="Freeform 467">
                <a:extLst>
                  <a:ext uri="{FF2B5EF4-FFF2-40B4-BE49-F238E27FC236}">
                    <a16:creationId xmlns:a16="http://schemas.microsoft.com/office/drawing/2014/main" id="{ECA5E4F2-D358-4AC3-9485-011CCFE06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408"/>
                <a:ext cx="30" cy="33"/>
              </a:xfrm>
              <a:custGeom>
                <a:avLst/>
                <a:gdLst>
                  <a:gd name="T0" fmla="*/ 5 w 20"/>
                  <a:gd name="T1" fmla="*/ 8 h 21"/>
                  <a:gd name="T2" fmla="*/ 41 w 20"/>
                  <a:gd name="T3" fmla="*/ 31 h 21"/>
                  <a:gd name="T4" fmla="*/ 62 w 20"/>
                  <a:gd name="T5" fmla="*/ 77 h 21"/>
                  <a:gd name="T6" fmla="*/ 26 w 20"/>
                  <a:gd name="T7" fmla="*/ 49 h 21"/>
                  <a:gd name="T8" fmla="*/ 5 w 20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" y="2"/>
                    </a:moveTo>
                    <a:cubicBezTo>
                      <a:pt x="2" y="0"/>
                      <a:pt x="7" y="3"/>
                      <a:pt x="12" y="8"/>
                    </a:cubicBezTo>
                    <a:cubicBezTo>
                      <a:pt x="17" y="13"/>
                      <a:pt x="20" y="18"/>
                      <a:pt x="18" y="20"/>
                    </a:cubicBezTo>
                    <a:cubicBezTo>
                      <a:pt x="17" y="21"/>
                      <a:pt x="12" y="18"/>
                      <a:pt x="7" y="13"/>
                    </a:cubicBezTo>
                    <a:cubicBezTo>
                      <a:pt x="2" y="8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4" name="Freeform 468">
                <a:extLst>
                  <a:ext uri="{FF2B5EF4-FFF2-40B4-BE49-F238E27FC236}">
                    <a16:creationId xmlns:a16="http://schemas.microsoft.com/office/drawing/2014/main" id="{897FC64A-5246-461E-AB02-4B55F4181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564"/>
                <a:ext cx="30" cy="32"/>
              </a:xfrm>
              <a:custGeom>
                <a:avLst/>
                <a:gdLst>
                  <a:gd name="T0" fmla="*/ 66 w 20"/>
                  <a:gd name="T1" fmla="*/ 77 h 20"/>
                  <a:gd name="T2" fmla="*/ 26 w 20"/>
                  <a:gd name="T3" fmla="*/ 48 h 20"/>
                  <a:gd name="T4" fmla="*/ 5 w 20"/>
                  <a:gd name="T5" fmla="*/ 5 h 20"/>
                  <a:gd name="T6" fmla="*/ 41 w 20"/>
                  <a:gd name="T7" fmla="*/ 29 h 20"/>
                  <a:gd name="T8" fmla="*/ 66 w 20"/>
                  <a:gd name="T9" fmla="*/ 7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9" y="19"/>
                    </a:moveTo>
                    <a:cubicBezTo>
                      <a:pt x="18" y="20"/>
                      <a:pt x="12" y="17"/>
                      <a:pt x="7" y="12"/>
                    </a:cubicBezTo>
                    <a:cubicBezTo>
                      <a:pt x="3" y="8"/>
                      <a:pt x="0" y="3"/>
                      <a:pt x="1" y="1"/>
                    </a:cubicBezTo>
                    <a:cubicBezTo>
                      <a:pt x="2" y="0"/>
                      <a:pt x="7" y="3"/>
                      <a:pt x="12" y="7"/>
                    </a:cubicBezTo>
                    <a:cubicBezTo>
                      <a:pt x="17" y="12"/>
                      <a:pt x="20" y="17"/>
                      <a:pt x="19" y="19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5" name="Freeform 469">
                <a:extLst>
                  <a:ext uri="{FF2B5EF4-FFF2-40B4-BE49-F238E27FC236}">
                    <a16:creationId xmlns:a16="http://schemas.microsoft.com/office/drawing/2014/main" id="{7D026EAB-1460-4D9A-B1D0-103392D74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414"/>
                <a:ext cx="30" cy="32"/>
              </a:xfrm>
              <a:custGeom>
                <a:avLst/>
                <a:gdLst>
                  <a:gd name="T0" fmla="*/ 8 w 20"/>
                  <a:gd name="T1" fmla="*/ 5 h 20"/>
                  <a:gd name="T2" fmla="*/ 45 w 20"/>
                  <a:gd name="T3" fmla="*/ 34 h 20"/>
                  <a:gd name="T4" fmla="*/ 66 w 20"/>
                  <a:gd name="T5" fmla="*/ 77 h 20"/>
                  <a:gd name="T6" fmla="*/ 27 w 20"/>
                  <a:gd name="T7" fmla="*/ 48 h 20"/>
                  <a:gd name="T8" fmla="*/ 8 w 20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2" y="1"/>
                    </a:moveTo>
                    <a:cubicBezTo>
                      <a:pt x="3" y="0"/>
                      <a:pt x="8" y="3"/>
                      <a:pt x="13" y="8"/>
                    </a:cubicBezTo>
                    <a:cubicBezTo>
                      <a:pt x="18" y="12"/>
                      <a:pt x="20" y="17"/>
                      <a:pt x="19" y="19"/>
                    </a:cubicBezTo>
                    <a:cubicBezTo>
                      <a:pt x="18" y="20"/>
                      <a:pt x="13" y="17"/>
                      <a:pt x="8" y="12"/>
                    </a:cubicBezTo>
                    <a:cubicBezTo>
                      <a:pt x="3" y="7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6" name="Freeform 470">
                <a:extLst>
                  <a:ext uri="{FF2B5EF4-FFF2-40B4-BE49-F238E27FC236}">
                    <a16:creationId xmlns:a16="http://schemas.microsoft.com/office/drawing/2014/main" id="{8804DD3E-FDE4-4E32-A263-1C49E2280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52"/>
                <a:ext cx="69" cy="58"/>
              </a:xfrm>
              <a:custGeom>
                <a:avLst/>
                <a:gdLst>
                  <a:gd name="T0" fmla="*/ 153 w 46"/>
                  <a:gd name="T1" fmla="*/ 124 h 36"/>
                  <a:gd name="T2" fmla="*/ 126 w 46"/>
                  <a:gd name="T3" fmla="*/ 145 h 36"/>
                  <a:gd name="T4" fmla="*/ 93 w 46"/>
                  <a:gd name="T5" fmla="*/ 118 h 36"/>
                  <a:gd name="T6" fmla="*/ 45 w 46"/>
                  <a:gd name="T7" fmla="*/ 55 h 36"/>
                  <a:gd name="T8" fmla="*/ 26 w 46"/>
                  <a:gd name="T9" fmla="*/ 26 h 36"/>
                  <a:gd name="T10" fmla="*/ 0 w 46"/>
                  <a:gd name="T11" fmla="*/ 0 h 36"/>
                  <a:gd name="T12" fmla="*/ 99 w 46"/>
                  <a:gd name="T13" fmla="*/ 110 h 36"/>
                  <a:gd name="T14" fmla="*/ 134 w 46"/>
                  <a:gd name="T15" fmla="*/ 131 h 36"/>
                  <a:gd name="T16" fmla="*/ 156 w 46"/>
                  <a:gd name="T17" fmla="*/ 118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36">
                    <a:moveTo>
                      <a:pt x="45" y="30"/>
                    </a:moveTo>
                    <a:cubicBezTo>
                      <a:pt x="43" y="32"/>
                      <a:pt x="40" y="36"/>
                      <a:pt x="37" y="35"/>
                    </a:cubicBezTo>
                    <a:cubicBezTo>
                      <a:pt x="34" y="35"/>
                      <a:pt x="30" y="30"/>
                      <a:pt x="27" y="28"/>
                    </a:cubicBezTo>
                    <a:cubicBezTo>
                      <a:pt x="22" y="23"/>
                      <a:pt x="18" y="18"/>
                      <a:pt x="13" y="13"/>
                    </a:cubicBezTo>
                    <a:cubicBezTo>
                      <a:pt x="11" y="11"/>
                      <a:pt x="9" y="9"/>
                      <a:pt x="7" y="6"/>
                    </a:cubicBezTo>
                    <a:cubicBezTo>
                      <a:pt x="5" y="4"/>
                      <a:pt x="2" y="2"/>
                      <a:pt x="0" y="0"/>
                    </a:cubicBezTo>
                    <a:cubicBezTo>
                      <a:pt x="11" y="7"/>
                      <a:pt x="19" y="18"/>
                      <a:pt x="29" y="26"/>
                    </a:cubicBezTo>
                    <a:cubicBezTo>
                      <a:pt x="32" y="29"/>
                      <a:pt x="36" y="32"/>
                      <a:pt x="39" y="31"/>
                    </a:cubicBezTo>
                    <a:cubicBezTo>
                      <a:pt x="42" y="31"/>
                      <a:pt x="44" y="30"/>
                      <a:pt x="46" y="28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7" name="Freeform 471">
                <a:extLst>
                  <a:ext uri="{FF2B5EF4-FFF2-40B4-BE49-F238E27FC236}">
                    <a16:creationId xmlns:a16="http://schemas.microsoft.com/office/drawing/2014/main" id="{648CCA2E-124C-438C-945E-EBBB35466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1601"/>
                <a:ext cx="70" cy="58"/>
              </a:xfrm>
              <a:custGeom>
                <a:avLst/>
                <a:gdLst>
                  <a:gd name="T0" fmla="*/ 153 w 47"/>
                  <a:gd name="T1" fmla="*/ 122 h 36"/>
                  <a:gd name="T2" fmla="*/ 127 w 47"/>
                  <a:gd name="T3" fmla="*/ 145 h 36"/>
                  <a:gd name="T4" fmla="*/ 94 w 47"/>
                  <a:gd name="T5" fmla="*/ 114 h 36"/>
                  <a:gd name="T6" fmla="*/ 42 w 47"/>
                  <a:gd name="T7" fmla="*/ 55 h 36"/>
                  <a:gd name="T8" fmla="*/ 22 w 47"/>
                  <a:gd name="T9" fmla="*/ 26 h 36"/>
                  <a:gd name="T10" fmla="*/ 0 w 47"/>
                  <a:gd name="T11" fmla="*/ 0 h 36"/>
                  <a:gd name="T12" fmla="*/ 95 w 47"/>
                  <a:gd name="T13" fmla="*/ 103 h 36"/>
                  <a:gd name="T14" fmla="*/ 133 w 47"/>
                  <a:gd name="T15" fmla="*/ 124 h 36"/>
                  <a:gd name="T16" fmla="*/ 155 w 47"/>
                  <a:gd name="T17" fmla="*/ 11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36">
                    <a:moveTo>
                      <a:pt x="46" y="29"/>
                    </a:moveTo>
                    <a:cubicBezTo>
                      <a:pt x="44" y="30"/>
                      <a:pt x="41" y="36"/>
                      <a:pt x="38" y="35"/>
                    </a:cubicBezTo>
                    <a:cubicBezTo>
                      <a:pt x="35" y="35"/>
                      <a:pt x="31" y="29"/>
                      <a:pt x="28" y="27"/>
                    </a:cubicBezTo>
                    <a:cubicBezTo>
                      <a:pt x="23" y="22"/>
                      <a:pt x="18" y="17"/>
                      <a:pt x="13" y="13"/>
                    </a:cubicBezTo>
                    <a:cubicBezTo>
                      <a:pt x="11" y="10"/>
                      <a:pt x="9" y="8"/>
                      <a:pt x="7" y="6"/>
                    </a:cubicBezTo>
                    <a:cubicBezTo>
                      <a:pt x="5" y="4"/>
                      <a:pt x="2" y="2"/>
                      <a:pt x="0" y="0"/>
                    </a:cubicBezTo>
                    <a:cubicBezTo>
                      <a:pt x="11" y="6"/>
                      <a:pt x="20" y="17"/>
                      <a:pt x="29" y="25"/>
                    </a:cubicBezTo>
                    <a:cubicBezTo>
                      <a:pt x="33" y="28"/>
                      <a:pt x="36" y="31"/>
                      <a:pt x="40" y="30"/>
                    </a:cubicBezTo>
                    <a:cubicBezTo>
                      <a:pt x="43" y="30"/>
                      <a:pt x="45" y="28"/>
                      <a:pt x="47" y="26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8" name="Freeform 472">
                <a:extLst>
                  <a:ext uri="{FF2B5EF4-FFF2-40B4-BE49-F238E27FC236}">
                    <a16:creationId xmlns:a16="http://schemas.microsoft.com/office/drawing/2014/main" id="{1A4683FE-FE7A-4869-821C-DEBB685C1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508"/>
                <a:ext cx="99" cy="87"/>
              </a:xfrm>
              <a:custGeom>
                <a:avLst/>
                <a:gdLst>
                  <a:gd name="T0" fmla="*/ 224 w 66"/>
                  <a:gd name="T1" fmla="*/ 226 h 54"/>
                  <a:gd name="T2" fmla="*/ 86 w 66"/>
                  <a:gd name="T3" fmla="*/ 55 h 54"/>
                  <a:gd name="T4" fmla="*/ 27 w 66"/>
                  <a:gd name="T5" fmla="*/ 5 h 54"/>
                  <a:gd name="T6" fmla="*/ 0 w 66"/>
                  <a:gd name="T7" fmla="*/ 39 h 54"/>
                  <a:gd name="T8" fmla="*/ 39 w 66"/>
                  <a:gd name="T9" fmla="*/ 21 h 54"/>
                  <a:gd name="T10" fmla="*/ 66 w 66"/>
                  <a:gd name="T11" fmla="*/ 50 h 54"/>
                  <a:gd name="T12" fmla="*/ 99 w 66"/>
                  <a:gd name="T13" fmla="*/ 89 h 54"/>
                  <a:gd name="T14" fmla="*/ 162 w 66"/>
                  <a:gd name="T15" fmla="*/ 164 h 54"/>
                  <a:gd name="T16" fmla="*/ 197 w 66"/>
                  <a:gd name="T17" fmla="*/ 197 h 54"/>
                  <a:gd name="T18" fmla="*/ 221 w 66"/>
                  <a:gd name="T19" fmla="*/ 221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54">
                    <a:moveTo>
                      <a:pt x="66" y="54"/>
                    </a:moveTo>
                    <a:cubicBezTo>
                      <a:pt x="52" y="40"/>
                      <a:pt x="39" y="27"/>
                      <a:pt x="25" y="13"/>
                    </a:cubicBezTo>
                    <a:cubicBezTo>
                      <a:pt x="22" y="10"/>
                      <a:pt x="12" y="0"/>
                      <a:pt x="8" y="1"/>
                    </a:cubicBezTo>
                    <a:cubicBezTo>
                      <a:pt x="5" y="1"/>
                      <a:pt x="2" y="6"/>
                      <a:pt x="0" y="9"/>
                    </a:cubicBezTo>
                    <a:cubicBezTo>
                      <a:pt x="2" y="7"/>
                      <a:pt x="6" y="3"/>
                      <a:pt x="11" y="5"/>
                    </a:cubicBezTo>
                    <a:cubicBezTo>
                      <a:pt x="14" y="6"/>
                      <a:pt x="17" y="10"/>
                      <a:pt x="19" y="12"/>
                    </a:cubicBezTo>
                    <a:cubicBezTo>
                      <a:pt x="23" y="15"/>
                      <a:pt x="26" y="18"/>
                      <a:pt x="29" y="21"/>
                    </a:cubicBezTo>
                    <a:cubicBezTo>
                      <a:pt x="36" y="27"/>
                      <a:pt x="42" y="34"/>
                      <a:pt x="48" y="39"/>
                    </a:cubicBezTo>
                    <a:cubicBezTo>
                      <a:pt x="52" y="42"/>
                      <a:pt x="55" y="44"/>
                      <a:pt x="58" y="47"/>
                    </a:cubicBezTo>
                    <a:cubicBezTo>
                      <a:pt x="61" y="49"/>
                      <a:pt x="63" y="52"/>
                      <a:pt x="65" y="53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9" name="Freeform 473">
                <a:extLst>
                  <a:ext uri="{FF2B5EF4-FFF2-40B4-BE49-F238E27FC236}">
                    <a16:creationId xmlns:a16="http://schemas.microsoft.com/office/drawing/2014/main" id="{828864EE-0846-4EEF-A9E4-54170F48C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355"/>
                <a:ext cx="111" cy="99"/>
              </a:xfrm>
              <a:custGeom>
                <a:avLst/>
                <a:gdLst>
                  <a:gd name="T0" fmla="*/ 12 w 74"/>
                  <a:gd name="T1" fmla="*/ 29 h 62"/>
                  <a:gd name="T2" fmla="*/ 41 w 74"/>
                  <a:gd name="T3" fmla="*/ 8 h 62"/>
                  <a:gd name="T4" fmla="*/ 81 w 74"/>
                  <a:gd name="T5" fmla="*/ 48 h 62"/>
                  <a:gd name="T6" fmla="*/ 135 w 74"/>
                  <a:gd name="T7" fmla="*/ 115 h 62"/>
                  <a:gd name="T8" fmla="*/ 251 w 74"/>
                  <a:gd name="T9" fmla="*/ 252 h 62"/>
                  <a:gd name="T10" fmla="*/ 174 w 74"/>
                  <a:gd name="T11" fmla="*/ 158 h 62"/>
                  <a:gd name="T12" fmla="*/ 89 w 74"/>
                  <a:gd name="T13" fmla="*/ 73 h 62"/>
                  <a:gd name="T14" fmla="*/ 8 w 74"/>
                  <a:gd name="T15" fmla="*/ 56 h 62"/>
                  <a:gd name="T16" fmla="*/ 8 w 74"/>
                  <a:gd name="T17" fmla="*/ 34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62">
                    <a:moveTo>
                      <a:pt x="3" y="7"/>
                    </a:moveTo>
                    <a:cubicBezTo>
                      <a:pt x="6" y="5"/>
                      <a:pt x="7" y="0"/>
                      <a:pt x="12" y="2"/>
                    </a:cubicBezTo>
                    <a:cubicBezTo>
                      <a:pt x="16" y="4"/>
                      <a:pt x="21" y="9"/>
                      <a:pt x="24" y="12"/>
                    </a:cubicBezTo>
                    <a:cubicBezTo>
                      <a:pt x="30" y="19"/>
                      <a:pt x="33" y="22"/>
                      <a:pt x="40" y="28"/>
                    </a:cubicBezTo>
                    <a:cubicBezTo>
                      <a:pt x="50" y="38"/>
                      <a:pt x="65" y="51"/>
                      <a:pt x="74" y="62"/>
                    </a:cubicBezTo>
                    <a:cubicBezTo>
                      <a:pt x="67" y="55"/>
                      <a:pt x="58" y="46"/>
                      <a:pt x="51" y="39"/>
                    </a:cubicBezTo>
                    <a:cubicBezTo>
                      <a:pt x="42" y="32"/>
                      <a:pt x="35" y="25"/>
                      <a:pt x="26" y="18"/>
                    </a:cubicBezTo>
                    <a:cubicBezTo>
                      <a:pt x="18" y="11"/>
                      <a:pt x="4" y="4"/>
                      <a:pt x="2" y="14"/>
                    </a:cubicBezTo>
                    <a:cubicBezTo>
                      <a:pt x="0" y="11"/>
                      <a:pt x="2" y="10"/>
                      <a:pt x="2" y="8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0" name="Freeform 474">
                <a:extLst>
                  <a:ext uri="{FF2B5EF4-FFF2-40B4-BE49-F238E27FC236}">
                    <a16:creationId xmlns:a16="http://schemas.microsoft.com/office/drawing/2014/main" id="{97AD72EC-42CF-44A0-85BF-5B0EBAE29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564"/>
                <a:ext cx="27" cy="23"/>
              </a:xfrm>
              <a:custGeom>
                <a:avLst/>
                <a:gdLst>
                  <a:gd name="T0" fmla="*/ 14 w 18"/>
                  <a:gd name="T1" fmla="*/ 35 h 14"/>
                  <a:gd name="T2" fmla="*/ 12 w 18"/>
                  <a:gd name="T3" fmla="*/ 13 h 14"/>
                  <a:gd name="T4" fmla="*/ 48 w 18"/>
                  <a:gd name="T5" fmla="*/ 41 h 14"/>
                  <a:gd name="T6" fmla="*/ 62 w 18"/>
                  <a:gd name="T7" fmla="*/ 62 h 14"/>
                  <a:gd name="T8" fmla="*/ 45 w 18"/>
                  <a:gd name="T9" fmla="*/ 35 h 14"/>
                  <a:gd name="T10" fmla="*/ 5 w 18"/>
                  <a:gd name="T11" fmla="*/ 5 h 14"/>
                  <a:gd name="T12" fmla="*/ 14 w 18"/>
                  <a:gd name="T13" fmla="*/ 3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4">
                    <a:moveTo>
                      <a:pt x="4" y="8"/>
                    </a:moveTo>
                    <a:cubicBezTo>
                      <a:pt x="2" y="6"/>
                      <a:pt x="2" y="4"/>
                      <a:pt x="3" y="3"/>
                    </a:cubicBezTo>
                    <a:cubicBezTo>
                      <a:pt x="4" y="2"/>
                      <a:pt x="9" y="5"/>
                      <a:pt x="14" y="9"/>
                    </a:cubicBezTo>
                    <a:cubicBezTo>
                      <a:pt x="15" y="11"/>
                      <a:pt x="17" y="12"/>
                      <a:pt x="18" y="14"/>
                    </a:cubicBezTo>
                    <a:cubicBezTo>
                      <a:pt x="17" y="12"/>
                      <a:pt x="15" y="10"/>
                      <a:pt x="13" y="8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0" y="2"/>
                      <a:pt x="1" y="5"/>
                      <a:pt x="4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1" name="Freeform 475">
                <a:extLst>
                  <a:ext uri="{FF2B5EF4-FFF2-40B4-BE49-F238E27FC236}">
                    <a16:creationId xmlns:a16="http://schemas.microsoft.com/office/drawing/2014/main" id="{4F3ED41D-1017-4F5E-8DE4-9960A3D51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1572"/>
                <a:ext cx="22" cy="21"/>
              </a:xfrm>
              <a:custGeom>
                <a:avLst/>
                <a:gdLst>
                  <a:gd name="T0" fmla="*/ 45 w 15"/>
                  <a:gd name="T1" fmla="*/ 47 h 13"/>
                  <a:gd name="T2" fmla="*/ 13 w 15"/>
                  <a:gd name="T3" fmla="*/ 26 h 13"/>
                  <a:gd name="T4" fmla="*/ 0 w 15"/>
                  <a:gd name="T5" fmla="*/ 0 h 13"/>
                  <a:gd name="T6" fmla="*/ 15 w 15"/>
                  <a:gd name="T7" fmla="*/ 29 h 13"/>
                  <a:gd name="T8" fmla="*/ 45 w 15"/>
                  <a:gd name="T9" fmla="*/ 50 h 13"/>
                  <a:gd name="T10" fmla="*/ 41 w 15"/>
                  <a:gd name="T11" fmla="*/ 34 h 13"/>
                  <a:gd name="T12" fmla="*/ 45 w 15"/>
                  <a:gd name="T13" fmla="*/ 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14" y="11"/>
                    </a:moveTo>
                    <a:cubicBezTo>
                      <a:pt x="12" y="12"/>
                      <a:pt x="8" y="9"/>
                      <a:pt x="4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2"/>
                      <a:pt x="3" y="5"/>
                      <a:pt x="5" y="7"/>
                    </a:cubicBezTo>
                    <a:cubicBezTo>
                      <a:pt x="9" y="11"/>
                      <a:pt x="13" y="13"/>
                      <a:pt x="14" y="12"/>
                    </a:cubicBezTo>
                    <a:cubicBezTo>
                      <a:pt x="15" y="12"/>
                      <a:pt x="15" y="10"/>
                      <a:pt x="13" y="8"/>
                    </a:cubicBezTo>
                    <a:cubicBezTo>
                      <a:pt x="14" y="9"/>
                      <a:pt x="14" y="10"/>
                      <a:pt x="1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2" name="Freeform 476">
                <a:extLst>
                  <a:ext uri="{FF2B5EF4-FFF2-40B4-BE49-F238E27FC236}">
                    <a16:creationId xmlns:a16="http://schemas.microsoft.com/office/drawing/2014/main" id="{6EB7EC73-A162-4E90-8DA9-61BBD0E5A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414"/>
                <a:ext cx="25" cy="22"/>
              </a:xfrm>
              <a:custGeom>
                <a:avLst/>
                <a:gdLst>
                  <a:gd name="T0" fmla="*/ 9 w 17"/>
                  <a:gd name="T1" fmla="*/ 31 h 14"/>
                  <a:gd name="T2" fmla="*/ 6 w 17"/>
                  <a:gd name="T3" fmla="*/ 13 h 14"/>
                  <a:gd name="T4" fmla="*/ 41 w 17"/>
                  <a:gd name="T5" fmla="*/ 35 h 14"/>
                  <a:gd name="T6" fmla="*/ 54 w 17"/>
                  <a:gd name="T7" fmla="*/ 55 h 14"/>
                  <a:gd name="T8" fmla="*/ 38 w 17"/>
                  <a:gd name="T9" fmla="*/ 27 h 14"/>
                  <a:gd name="T10" fmla="*/ 1 w 17"/>
                  <a:gd name="T11" fmla="*/ 5 h 14"/>
                  <a:gd name="T12" fmla="*/ 9 w 17"/>
                  <a:gd name="T13" fmla="*/ 3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4">
                    <a:moveTo>
                      <a:pt x="3" y="8"/>
                    </a:moveTo>
                    <a:cubicBezTo>
                      <a:pt x="2" y="5"/>
                      <a:pt x="1" y="4"/>
                      <a:pt x="2" y="3"/>
                    </a:cubicBezTo>
                    <a:cubicBezTo>
                      <a:pt x="3" y="2"/>
                      <a:pt x="8" y="4"/>
                      <a:pt x="13" y="9"/>
                    </a:cubicBezTo>
                    <a:cubicBezTo>
                      <a:pt x="15" y="11"/>
                      <a:pt x="16" y="12"/>
                      <a:pt x="17" y="14"/>
                    </a:cubicBezTo>
                    <a:cubicBezTo>
                      <a:pt x="16" y="12"/>
                      <a:pt x="14" y="10"/>
                      <a:pt x="12" y="7"/>
                    </a:cubicBezTo>
                    <a:cubicBezTo>
                      <a:pt x="7" y="2"/>
                      <a:pt x="2" y="0"/>
                      <a:pt x="1" y="1"/>
                    </a:cubicBezTo>
                    <a:cubicBezTo>
                      <a:pt x="0" y="2"/>
                      <a:pt x="1" y="5"/>
                      <a:pt x="3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3" name="Freeform 477">
                <a:extLst>
                  <a:ext uri="{FF2B5EF4-FFF2-40B4-BE49-F238E27FC236}">
                    <a16:creationId xmlns:a16="http://schemas.microsoft.com/office/drawing/2014/main" id="{00DC7E89-2FE1-424F-BB40-ADD62C7A3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1422"/>
                <a:ext cx="22" cy="21"/>
              </a:xfrm>
              <a:custGeom>
                <a:avLst/>
                <a:gdLst>
                  <a:gd name="T0" fmla="*/ 45 w 15"/>
                  <a:gd name="T1" fmla="*/ 47 h 13"/>
                  <a:gd name="T2" fmla="*/ 13 w 15"/>
                  <a:gd name="T3" fmla="*/ 21 h 13"/>
                  <a:gd name="T4" fmla="*/ 0 w 15"/>
                  <a:gd name="T5" fmla="*/ 0 h 13"/>
                  <a:gd name="T6" fmla="*/ 15 w 15"/>
                  <a:gd name="T7" fmla="*/ 29 h 13"/>
                  <a:gd name="T8" fmla="*/ 45 w 15"/>
                  <a:gd name="T9" fmla="*/ 50 h 13"/>
                  <a:gd name="T10" fmla="*/ 41 w 15"/>
                  <a:gd name="T11" fmla="*/ 34 h 13"/>
                  <a:gd name="T12" fmla="*/ 45 w 15"/>
                  <a:gd name="T13" fmla="*/ 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14" y="11"/>
                    </a:moveTo>
                    <a:cubicBezTo>
                      <a:pt x="12" y="12"/>
                      <a:pt x="8" y="9"/>
                      <a:pt x="4" y="5"/>
                    </a:cubicBezTo>
                    <a:cubicBezTo>
                      <a:pt x="3" y="4"/>
                      <a:pt x="1" y="1"/>
                      <a:pt x="0" y="0"/>
                    </a:cubicBezTo>
                    <a:cubicBezTo>
                      <a:pt x="1" y="2"/>
                      <a:pt x="3" y="4"/>
                      <a:pt x="5" y="7"/>
                    </a:cubicBezTo>
                    <a:cubicBezTo>
                      <a:pt x="9" y="11"/>
                      <a:pt x="13" y="13"/>
                      <a:pt x="14" y="12"/>
                    </a:cubicBezTo>
                    <a:cubicBezTo>
                      <a:pt x="15" y="11"/>
                      <a:pt x="15" y="10"/>
                      <a:pt x="13" y="8"/>
                    </a:cubicBezTo>
                    <a:cubicBezTo>
                      <a:pt x="14" y="9"/>
                      <a:pt x="14" y="10"/>
                      <a:pt x="1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4" name="Freeform 478">
                <a:extLst>
                  <a:ext uri="{FF2B5EF4-FFF2-40B4-BE49-F238E27FC236}">
                    <a16:creationId xmlns:a16="http://schemas.microsoft.com/office/drawing/2014/main" id="{3A604106-61A6-497B-B53C-16BC49027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500"/>
                <a:ext cx="156" cy="163"/>
              </a:xfrm>
              <a:custGeom>
                <a:avLst/>
                <a:gdLst>
                  <a:gd name="T0" fmla="*/ 14 w 104"/>
                  <a:gd name="T1" fmla="*/ 82 h 102"/>
                  <a:gd name="T2" fmla="*/ 14 w 104"/>
                  <a:gd name="T3" fmla="*/ 46 h 102"/>
                  <a:gd name="T4" fmla="*/ 39 w 104"/>
                  <a:gd name="T5" fmla="*/ 16 h 102"/>
                  <a:gd name="T6" fmla="*/ 89 w 104"/>
                  <a:gd name="T7" fmla="*/ 46 h 102"/>
                  <a:gd name="T8" fmla="*/ 230 w 104"/>
                  <a:gd name="T9" fmla="*/ 213 h 102"/>
                  <a:gd name="T10" fmla="*/ 338 w 104"/>
                  <a:gd name="T11" fmla="*/ 334 h 102"/>
                  <a:gd name="T12" fmla="*/ 345 w 104"/>
                  <a:gd name="T13" fmla="*/ 376 h 102"/>
                  <a:gd name="T14" fmla="*/ 323 w 104"/>
                  <a:gd name="T15" fmla="*/ 409 h 102"/>
                  <a:gd name="T16" fmla="*/ 296 w 104"/>
                  <a:gd name="T17" fmla="*/ 403 h 102"/>
                  <a:gd name="T18" fmla="*/ 162 w 104"/>
                  <a:gd name="T19" fmla="*/ 248 h 102"/>
                  <a:gd name="T20" fmla="*/ 14 w 104"/>
                  <a:gd name="T21" fmla="*/ 82 h 10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4" h="102">
                    <a:moveTo>
                      <a:pt x="4" y="20"/>
                    </a:moveTo>
                    <a:cubicBezTo>
                      <a:pt x="0" y="16"/>
                      <a:pt x="2" y="13"/>
                      <a:pt x="4" y="1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2"/>
                      <a:pt x="15" y="0"/>
                      <a:pt x="26" y="11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100" y="82"/>
                      <a:pt x="100" y="82"/>
                      <a:pt x="100" y="82"/>
                    </a:cubicBezTo>
                    <a:cubicBezTo>
                      <a:pt x="103" y="85"/>
                      <a:pt x="104" y="90"/>
                      <a:pt x="102" y="92"/>
                    </a:cubicBezTo>
                    <a:cubicBezTo>
                      <a:pt x="95" y="100"/>
                      <a:pt x="95" y="100"/>
                      <a:pt x="95" y="100"/>
                    </a:cubicBezTo>
                    <a:cubicBezTo>
                      <a:pt x="93" y="102"/>
                      <a:pt x="90" y="102"/>
                      <a:pt x="87" y="99"/>
                    </a:cubicBezTo>
                    <a:cubicBezTo>
                      <a:pt x="86" y="99"/>
                      <a:pt x="57" y="70"/>
                      <a:pt x="48" y="61"/>
                    </a:cubicBezTo>
                    <a:cubicBezTo>
                      <a:pt x="39" y="52"/>
                      <a:pt x="5" y="20"/>
                      <a:pt x="4" y="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5" name="Freeform 479">
                <a:extLst>
                  <a:ext uri="{FF2B5EF4-FFF2-40B4-BE49-F238E27FC236}">
                    <a16:creationId xmlns:a16="http://schemas.microsoft.com/office/drawing/2014/main" id="{AE335520-8FD0-4E0B-8233-6853E935B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651"/>
                <a:ext cx="146" cy="174"/>
              </a:xfrm>
              <a:custGeom>
                <a:avLst/>
                <a:gdLst>
                  <a:gd name="T0" fmla="*/ 14 w 97"/>
                  <a:gd name="T1" fmla="*/ 77 h 109"/>
                  <a:gd name="T2" fmla="*/ 14 w 97"/>
                  <a:gd name="T3" fmla="*/ 42 h 109"/>
                  <a:gd name="T4" fmla="*/ 39 w 97"/>
                  <a:gd name="T5" fmla="*/ 13 h 109"/>
                  <a:gd name="T6" fmla="*/ 89 w 97"/>
                  <a:gd name="T7" fmla="*/ 48 h 109"/>
                  <a:gd name="T8" fmla="*/ 217 w 97"/>
                  <a:gd name="T9" fmla="*/ 231 h 109"/>
                  <a:gd name="T10" fmla="*/ 318 w 97"/>
                  <a:gd name="T11" fmla="*/ 362 h 109"/>
                  <a:gd name="T12" fmla="*/ 324 w 97"/>
                  <a:gd name="T13" fmla="*/ 407 h 109"/>
                  <a:gd name="T14" fmla="*/ 297 w 97"/>
                  <a:gd name="T15" fmla="*/ 436 h 109"/>
                  <a:gd name="T16" fmla="*/ 265 w 97"/>
                  <a:gd name="T17" fmla="*/ 431 h 109"/>
                  <a:gd name="T18" fmla="*/ 149 w 97"/>
                  <a:gd name="T19" fmla="*/ 260 h 109"/>
                  <a:gd name="T20" fmla="*/ 14 w 97"/>
                  <a:gd name="T21" fmla="*/ 77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109">
                    <a:moveTo>
                      <a:pt x="4" y="19"/>
                    </a:moveTo>
                    <a:cubicBezTo>
                      <a:pt x="0" y="14"/>
                      <a:pt x="2" y="11"/>
                      <a:pt x="4" y="1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4" y="2"/>
                      <a:pt x="16" y="0"/>
                      <a:pt x="26" y="12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93" y="89"/>
                      <a:pt x="93" y="89"/>
                      <a:pt x="93" y="89"/>
                    </a:cubicBezTo>
                    <a:cubicBezTo>
                      <a:pt x="96" y="93"/>
                      <a:pt x="97" y="98"/>
                      <a:pt x="95" y="100"/>
                    </a:cubicBezTo>
                    <a:cubicBezTo>
                      <a:pt x="87" y="107"/>
                      <a:pt x="87" y="107"/>
                      <a:pt x="87" y="107"/>
                    </a:cubicBezTo>
                    <a:cubicBezTo>
                      <a:pt x="84" y="109"/>
                      <a:pt x="81" y="109"/>
                      <a:pt x="78" y="106"/>
                    </a:cubicBezTo>
                    <a:cubicBezTo>
                      <a:pt x="78" y="105"/>
                      <a:pt x="52" y="73"/>
                      <a:pt x="44" y="64"/>
                    </a:cubicBezTo>
                    <a:cubicBezTo>
                      <a:pt x="35" y="54"/>
                      <a:pt x="4" y="19"/>
                      <a:pt x="4" y="19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6" name="Freeform 480">
                <a:extLst>
                  <a:ext uri="{FF2B5EF4-FFF2-40B4-BE49-F238E27FC236}">
                    <a16:creationId xmlns:a16="http://schemas.microsoft.com/office/drawing/2014/main" id="{3A8DB1B9-4F39-40DB-BC3E-12C56840C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1713"/>
                <a:ext cx="30" cy="33"/>
              </a:xfrm>
              <a:custGeom>
                <a:avLst/>
                <a:gdLst>
                  <a:gd name="T0" fmla="*/ 62 w 20"/>
                  <a:gd name="T1" fmla="*/ 77 h 21"/>
                  <a:gd name="T2" fmla="*/ 26 w 20"/>
                  <a:gd name="T3" fmla="*/ 49 h 21"/>
                  <a:gd name="T4" fmla="*/ 8 w 20"/>
                  <a:gd name="T5" fmla="*/ 5 h 21"/>
                  <a:gd name="T6" fmla="*/ 45 w 20"/>
                  <a:gd name="T7" fmla="*/ 31 h 21"/>
                  <a:gd name="T8" fmla="*/ 62 w 20"/>
                  <a:gd name="T9" fmla="*/ 7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8" y="20"/>
                    </a:moveTo>
                    <a:cubicBezTo>
                      <a:pt x="17" y="21"/>
                      <a:pt x="12" y="18"/>
                      <a:pt x="7" y="13"/>
                    </a:cubicBezTo>
                    <a:cubicBezTo>
                      <a:pt x="3" y="8"/>
                      <a:pt x="0" y="2"/>
                      <a:pt x="2" y="1"/>
                    </a:cubicBezTo>
                    <a:cubicBezTo>
                      <a:pt x="3" y="0"/>
                      <a:pt x="8" y="3"/>
                      <a:pt x="13" y="8"/>
                    </a:cubicBezTo>
                    <a:cubicBezTo>
                      <a:pt x="17" y="13"/>
                      <a:pt x="20" y="19"/>
                      <a:pt x="18" y="2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7" name="Freeform 481">
                <a:extLst>
                  <a:ext uri="{FF2B5EF4-FFF2-40B4-BE49-F238E27FC236}">
                    <a16:creationId xmlns:a16="http://schemas.microsoft.com/office/drawing/2014/main" id="{50651CA1-C20F-4CA7-A9B9-BBFA645CB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718"/>
                <a:ext cx="28" cy="35"/>
              </a:xfrm>
              <a:custGeom>
                <a:avLst/>
                <a:gdLst>
                  <a:gd name="T0" fmla="*/ 59 w 19"/>
                  <a:gd name="T1" fmla="*/ 81 h 22"/>
                  <a:gd name="T2" fmla="*/ 22 w 19"/>
                  <a:gd name="T3" fmla="*/ 53 h 22"/>
                  <a:gd name="T4" fmla="*/ 1 w 19"/>
                  <a:gd name="T5" fmla="*/ 5 h 22"/>
                  <a:gd name="T6" fmla="*/ 40 w 19"/>
                  <a:gd name="T7" fmla="*/ 35 h 22"/>
                  <a:gd name="T8" fmla="*/ 59 w 19"/>
                  <a:gd name="T9" fmla="*/ 8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2">
                    <a:moveTo>
                      <a:pt x="18" y="20"/>
                    </a:moveTo>
                    <a:cubicBezTo>
                      <a:pt x="16" y="22"/>
                      <a:pt x="11" y="18"/>
                      <a:pt x="7" y="13"/>
                    </a:cubicBezTo>
                    <a:cubicBezTo>
                      <a:pt x="2" y="8"/>
                      <a:pt x="0" y="3"/>
                      <a:pt x="1" y="1"/>
                    </a:cubicBezTo>
                    <a:cubicBezTo>
                      <a:pt x="3" y="0"/>
                      <a:pt x="8" y="3"/>
                      <a:pt x="12" y="9"/>
                    </a:cubicBezTo>
                    <a:cubicBezTo>
                      <a:pt x="17" y="14"/>
                      <a:pt x="19" y="19"/>
                      <a:pt x="18" y="20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8" name="Freeform 482">
                <a:extLst>
                  <a:ext uri="{FF2B5EF4-FFF2-40B4-BE49-F238E27FC236}">
                    <a16:creationId xmlns:a16="http://schemas.microsoft.com/office/drawing/2014/main" id="{01B8EC01-8B63-4165-B91A-0BF92C4A2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1756"/>
                <a:ext cx="65" cy="62"/>
              </a:xfrm>
              <a:custGeom>
                <a:avLst/>
                <a:gdLst>
                  <a:gd name="T0" fmla="*/ 144 w 43"/>
                  <a:gd name="T1" fmla="*/ 132 h 39"/>
                  <a:gd name="T2" fmla="*/ 116 w 43"/>
                  <a:gd name="T3" fmla="*/ 157 h 39"/>
                  <a:gd name="T4" fmla="*/ 86 w 43"/>
                  <a:gd name="T5" fmla="*/ 116 h 39"/>
                  <a:gd name="T6" fmla="*/ 39 w 43"/>
                  <a:gd name="T7" fmla="*/ 56 h 39"/>
                  <a:gd name="T8" fmla="*/ 21 w 43"/>
                  <a:gd name="T9" fmla="*/ 27 h 39"/>
                  <a:gd name="T10" fmla="*/ 0 w 43"/>
                  <a:gd name="T11" fmla="*/ 0 h 39"/>
                  <a:gd name="T12" fmla="*/ 89 w 43"/>
                  <a:gd name="T13" fmla="*/ 114 h 39"/>
                  <a:gd name="T14" fmla="*/ 124 w 43"/>
                  <a:gd name="T15" fmla="*/ 137 h 39"/>
                  <a:gd name="T16" fmla="*/ 148 w 43"/>
                  <a:gd name="T17" fmla="*/ 124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9">
                    <a:moveTo>
                      <a:pt x="42" y="33"/>
                    </a:moveTo>
                    <a:cubicBezTo>
                      <a:pt x="40" y="35"/>
                      <a:pt x="37" y="39"/>
                      <a:pt x="34" y="39"/>
                    </a:cubicBezTo>
                    <a:cubicBezTo>
                      <a:pt x="31" y="38"/>
                      <a:pt x="27" y="32"/>
                      <a:pt x="25" y="29"/>
                    </a:cubicBezTo>
                    <a:cubicBezTo>
                      <a:pt x="20" y="24"/>
                      <a:pt x="16" y="19"/>
                      <a:pt x="11" y="14"/>
                    </a:cubicBezTo>
                    <a:cubicBezTo>
                      <a:pt x="9" y="12"/>
                      <a:pt x="8" y="9"/>
                      <a:pt x="6" y="7"/>
                    </a:cubicBezTo>
                    <a:cubicBezTo>
                      <a:pt x="4" y="5"/>
                      <a:pt x="1" y="2"/>
                      <a:pt x="0" y="0"/>
                    </a:cubicBezTo>
                    <a:cubicBezTo>
                      <a:pt x="10" y="8"/>
                      <a:pt x="17" y="19"/>
                      <a:pt x="26" y="28"/>
                    </a:cubicBezTo>
                    <a:cubicBezTo>
                      <a:pt x="29" y="31"/>
                      <a:pt x="33" y="34"/>
                      <a:pt x="36" y="34"/>
                    </a:cubicBezTo>
                    <a:cubicBezTo>
                      <a:pt x="39" y="34"/>
                      <a:pt x="41" y="32"/>
                      <a:pt x="43" y="3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9" name="Freeform 483">
                <a:extLst>
                  <a:ext uri="{FF2B5EF4-FFF2-40B4-BE49-F238E27FC236}">
                    <a16:creationId xmlns:a16="http://schemas.microsoft.com/office/drawing/2014/main" id="{30ACDD72-A043-4A5A-91C4-83889AF31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1659"/>
                <a:ext cx="93" cy="94"/>
              </a:xfrm>
              <a:custGeom>
                <a:avLst/>
                <a:gdLst>
                  <a:gd name="T0" fmla="*/ 210 w 62"/>
                  <a:gd name="T1" fmla="*/ 239 h 59"/>
                  <a:gd name="T2" fmla="*/ 86 w 62"/>
                  <a:gd name="T3" fmla="*/ 56 h 59"/>
                  <a:gd name="T4" fmla="*/ 32 w 62"/>
                  <a:gd name="T5" fmla="*/ 0 h 59"/>
                  <a:gd name="T6" fmla="*/ 0 w 62"/>
                  <a:gd name="T7" fmla="*/ 33 h 59"/>
                  <a:gd name="T8" fmla="*/ 39 w 62"/>
                  <a:gd name="T9" fmla="*/ 21 h 59"/>
                  <a:gd name="T10" fmla="*/ 66 w 62"/>
                  <a:gd name="T11" fmla="*/ 53 h 59"/>
                  <a:gd name="T12" fmla="*/ 95 w 62"/>
                  <a:gd name="T13" fmla="*/ 94 h 59"/>
                  <a:gd name="T14" fmla="*/ 153 w 62"/>
                  <a:gd name="T15" fmla="*/ 175 h 59"/>
                  <a:gd name="T16" fmla="*/ 183 w 62"/>
                  <a:gd name="T17" fmla="*/ 210 h 59"/>
                  <a:gd name="T18" fmla="*/ 207 w 62"/>
                  <a:gd name="T19" fmla="*/ 234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59">
                    <a:moveTo>
                      <a:pt x="62" y="59"/>
                    </a:moveTo>
                    <a:cubicBezTo>
                      <a:pt x="49" y="44"/>
                      <a:pt x="37" y="30"/>
                      <a:pt x="25" y="14"/>
                    </a:cubicBezTo>
                    <a:cubicBezTo>
                      <a:pt x="22" y="11"/>
                      <a:pt x="13" y="1"/>
                      <a:pt x="9" y="0"/>
                    </a:cubicBezTo>
                    <a:cubicBezTo>
                      <a:pt x="5" y="0"/>
                      <a:pt x="2" y="5"/>
                      <a:pt x="0" y="8"/>
                    </a:cubicBezTo>
                    <a:cubicBezTo>
                      <a:pt x="3" y="6"/>
                      <a:pt x="7" y="3"/>
                      <a:pt x="11" y="5"/>
                    </a:cubicBezTo>
                    <a:cubicBezTo>
                      <a:pt x="14" y="7"/>
                      <a:pt x="17" y="10"/>
                      <a:pt x="19" y="13"/>
                    </a:cubicBezTo>
                    <a:cubicBezTo>
                      <a:pt x="22" y="16"/>
                      <a:pt x="25" y="20"/>
                      <a:pt x="28" y="23"/>
                    </a:cubicBezTo>
                    <a:cubicBezTo>
                      <a:pt x="34" y="30"/>
                      <a:pt x="39" y="36"/>
                      <a:pt x="45" y="43"/>
                    </a:cubicBezTo>
                    <a:cubicBezTo>
                      <a:pt x="48" y="46"/>
                      <a:pt x="52" y="48"/>
                      <a:pt x="54" y="52"/>
                    </a:cubicBezTo>
                    <a:cubicBezTo>
                      <a:pt x="57" y="54"/>
                      <a:pt x="59" y="56"/>
                      <a:pt x="61" y="58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0" name="Freeform 484">
                <a:extLst>
                  <a:ext uri="{FF2B5EF4-FFF2-40B4-BE49-F238E27FC236}">
                    <a16:creationId xmlns:a16="http://schemas.microsoft.com/office/drawing/2014/main" id="{6F5818B5-2862-4C47-8FCB-972645D1D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718"/>
                <a:ext cx="24" cy="24"/>
              </a:xfrm>
              <a:custGeom>
                <a:avLst/>
                <a:gdLst>
                  <a:gd name="T0" fmla="*/ 12 w 16"/>
                  <a:gd name="T1" fmla="*/ 35 h 15"/>
                  <a:gd name="T2" fmla="*/ 8 w 16"/>
                  <a:gd name="T3" fmla="*/ 16 h 15"/>
                  <a:gd name="T4" fmla="*/ 41 w 16"/>
                  <a:gd name="T5" fmla="*/ 46 h 15"/>
                  <a:gd name="T6" fmla="*/ 54 w 16"/>
                  <a:gd name="T7" fmla="*/ 61 h 15"/>
                  <a:gd name="T8" fmla="*/ 39 w 16"/>
                  <a:gd name="T9" fmla="*/ 35 h 15"/>
                  <a:gd name="T10" fmla="*/ 5 w 16"/>
                  <a:gd name="T11" fmla="*/ 8 h 15"/>
                  <a:gd name="T12" fmla="*/ 12 w 16"/>
                  <a:gd name="T13" fmla="*/ 3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3" y="9"/>
                    </a:moveTo>
                    <a:cubicBezTo>
                      <a:pt x="1" y="6"/>
                      <a:pt x="1" y="4"/>
                      <a:pt x="2" y="4"/>
                    </a:cubicBezTo>
                    <a:cubicBezTo>
                      <a:pt x="3" y="2"/>
                      <a:pt x="8" y="6"/>
                      <a:pt x="12" y="11"/>
                    </a:cubicBezTo>
                    <a:cubicBezTo>
                      <a:pt x="14" y="12"/>
                      <a:pt x="15" y="14"/>
                      <a:pt x="16" y="15"/>
                    </a:cubicBezTo>
                    <a:cubicBezTo>
                      <a:pt x="15" y="14"/>
                      <a:pt x="13" y="11"/>
                      <a:pt x="11" y="9"/>
                    </a:cubicBezTo>
                    <a:cubicBezTo>
                      <a:pt x="7" y="4"/>
                      <a:pt x="2" y="0"/>
                      <a:pt x="1" y="2"/>
                    </a:cubicBezTo>
                    <a:cubicBezTo>
                      <a:pt x="0" y="3"/>
                      <a:pt x="0" y="5"/>
                      <a:pt x="3" y="9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1" name="Freeform 485">
                <a:extLst>
                  <a:ext uri="{FF2B5EF4-FFF2-40B4-BE49-F238E27FC236}">
                    <a16:creationId xmlns:a16="http://schemas.microsoft.com/office/drawing/2014/main" id="{0BC75C37-E5D5-4BB3-97F5-31F779DEA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727"/>
                <a:ext cx="21" cy="23"/>
              </a:xfrm>
              <a:custGeom>
                <a:avLst/>
                <a:gdLst>
                  <a:gd name="T0" fmla="*/ 41 w 14"/>
                  <a:gd name="T1" fmla="*/ 54 h 14"/>
                  <a:gd name="T2" fmla="*/ 14 w 14"/>
                  <a:gd name="T3" fmla="*/ 21 h 14"/>
                  <a:gd name="T4" fmla="*/ 0 w 14"/>
                  <a:gd name="T5" fmla="*/ 0 h 14"/>
                  <a:gd name="T6" fmla="*/ 18 w 14"/>
                  <a:gd name="T7" fmla="*/ 33 h 14"/>
                  <a:gd name="T8" fmla="*/ 45 w 14"/>
                  <a:gd name="T9" fmla="*/ 58 h 14"/>
                  <a:gd name="T10" fmla="*/ 41 w 14"/>
                  <a:gd name="T11" fmla="*/ 35 h 14"/>
                  <a:gd name="T12" fmla="*/ 41 w 14"/>
                  <a:gd name="T13" fmla="*/ 5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2" y="12"/>
                    </a:moveTo>
                    <a:cubicBezTo>
                      <a:pt x="11" y="13"/>
                      <a:pt x="7" y="9"/>
                      <a:pt x="4" y="5"/>
                    </a:cubicBezTo>
                    <a:cubicBezTo>
                      <a:pt x="2" y="4"/>
                      <a:pt x="1" y="1"/>
                      <a:pt x="0" y="0"/>
                    </a:cubicBezTo>
                    <a:cubicBezTo>
                      <a:pt x="0" y="2"/>
                      <a:pt x="2" y="4"/>
                      <a:pt x="5" y="7"/>
                    </a:cubicBezTo>
                    <a:cubicBezTo>
                      <a:pt x="8" y="11"/>
                      <a:pt x="12" y="14"/>
                      <a:pt x="13" y="13"/>
                    </a:cubicBezTo>
                    <a:cubicBezTo>
                      <a:pt x="14" y="12"/>
                      <a:pt x="14" y="11"/>
                      <a:pt x="12" y="8"/>
                    </a:cubicBezTo>
                    <a:cubicBezTo>
                      <a:pt x="13" y="9"/>
                      <a:pt x="13" y="11"/>
                      <a:pt x="12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2" name="Freeform 486">
                <a:extLst>
                  <a:ext uri="{FF2B5EF4-FFF2-40B4-BE49-F238E27FC236}">
                    <a16:creationId xmlns:a16="http://schemas.microsoft.com/office/drawing/2014/main" id="{095CFC22-EE0E-4C0A-8CF6-C5626E1F6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651"/>
                <a:ext cx="146" cy="174"/>
              </a:xfrm>
              <a:custGeom>
                <a:avLst/>
                <a:gdLst>
                  <a:gd name="T0" fmla="*/ 14 w 97"/>
                  <a:gd name="T1" fmla="*/ 77 h 109"/>
                  <a:gd name="T2" fmla="*/ 14 w 97"/>
                  <a:gd name="T3" fmla="*/ 42 h 109"/>
                  <a:gd name="T4" fmla="*/ 39 w 97"/>
                  <a:gd name="T5" fmla="*/ 13 h 109"/>
                  <a:gd name="T6" fmla="*/ 89 w 97"/>
                  <a:gd name="T7" fmla="*/ 48 h 109"/>
                  <a:gd name="T8" fmla="*/ 217 w 97"/>
                  <a:gd name="T9" fmla="*/ 231 h 109"/>
                  <a:gd name="T10" fmla="*/ 318 w 97"/>
                  <a:gd name="T11" fmla="*/ 362 h 109"/>
                  <a:gd name="T12" fmla="*/ 324 w 97"/>
                  <a:gd name="T13" fmla="*/ 407 h 109"/>
                  <a:gd name="T14" fmla="*/ 297 w 97"/>
                  <a:gd name="T15" fmla="*/ 436 h 109"/>
                  <a:gd name="T16" fmla="*/ 265 w 97"/>
                  <a:gd name="T17" fmla="*/ 431 h 109"/>
                  <a:gd name="T18" fmla="*/ 149 w 97"/>
                  <a:gd name="T19" fmla="*/ 260 h 109"/>
                  <a:gd name="T20" fmla="*/ 14 w 97"/>
                  <a:gd name="T21" fmla="*/ 77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109">
                    <a:moveTo>
                      <a:pt x="4" y="19"/>
                    </a:moveTo>
                    <a:cubicBezTo>
                      <a:pt x="0" y="14"/>
                      <a:pt x="2" y="11"/>
                      <a:pt x="4" y="1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4" y="2"/>
                      <a:pt x="16" y="0"/>
                      <a:pt x="26" y="12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93" y="89"/>
                      <a:pt x="93" y="89"/>
                      <a:pt x="93" y="89"/>
                    </a:cubicBezTo>
                    <a:cubicBezTo>
                      <a:pt x="96" y="93"/>
                      <a:pt x="97" y="98"/>
                      <a:pt x="95" y="100"/>
                    </a:cubicBezTo>
                    <a:cubicBezTo>
                      <a:pt x="87" y="107"/>
                      <a:pt x="87" y="107"/>
                      <a:pt x="87" y="107"/>
                    </a:cubicBezTo>
                    <a:cubicBezTo>
                      <a:pt x="84" y="109"/>
                      <a:pt x="81" y="109"/>
                      <a:pt x="78" y="106"/>
                    </a:cubicBezTo>
                    <a:cubicBezTo>
                      <a:pt x="78" y="105"/>
                      <a:pt x="52" y="73"/>
                      <a:pt x="44" y="64"/>
                    </a:cubicBezTo>
                    <a:cubicBezTo>
                      <a:pt x="35" y="54"/>
                      <a:pt x="4" y="19"/>
                      <a:pt x="4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3" name="Freeform 487">
                <a:extLst>
                  <a:ext uri="{FF2B5EF4-FFF2-40B4-BE49-F238E27FC236}">
                    <a16:creationId xmlns:a16="http://schemas.microsoft.com/office/drawing/2014/main" id="{6442C17C-428A-4982-ABC0-D8200494D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352"/>
                <a:ext cx="153" cy="167"/>
              </a:xfrm>
              <a:custGeom>
                <a:avLst/>
                <a:gdLst>
                  <a:gd name="T0" fmla="*/ 332 w 102"/>
                  <a:gd name="T1" fmla="*/ 347 h 105"/>
                  <a:gd name="T2" fmla="*/ 332 w 102"/>
                  <a:gd name="T3" fmla="*/ 347 h 105"/>
                  <a:gd name="T4" fmla="*/ 332 w 102"/>
                  <a:gd name="T5" fmla="*/ 380 h 105"/>
                  <a:gd name="T6" fmla="*/ 309 w 102"/>
                  <a:gd name="T7" fmla="*/ 407 h 105"/>
                  <a:gd name="T8" fmla="*/ 257 w 102"/>
                  <a:gd name="T9" fmla="*/ 380 h 105"/>
                  <a:gd name="T10" fmla="*/ 120 w 102"/>
                  <a:gd name="T11" fmla="*/ 205 h 105"/>
                  <a:gd name="T12" fmla="*/ 21 w 102"/>
                  <a:gd name="T13" fmla="*/ 89 h 105"/>
                  <a:gd name="T14" fmla="*/ 8 w 102"/>
                  <a:gd name="T15" fmla="*/ 40 h 105"/>
                  <a:gd name="T16" fmla="*/ 32 w 102"/>
                  <a:gd name="T17" fmla="*/ 13 h 105"/>
                  <a:gd name="T18" fmla="*/ 62 w 102"/>
                  <a:gd name="T19" fmla="*/ 16 h 105"/>
                  <a:gd name="T20" fmla="*/ 201 w 102"/>
                  <a:gd name="T21" fmla="*/ 177 h 105"/>
                  <a:gd name="T22" fmla="*/ 332 w 102"/>
                  <a:gd name="T23" fmla="*/ 347 h 10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105">
                    <a:moveTo>
                      <a:pt x="98" y="86"/>
                    </a:moveTo>
                    <a:cubicBezTo>
                      <a:pt x="98" y="86"/>
                      <a:pt x="98" y="86"/>
                      <a:pt x="98" y="86"/>
                    </a:cubicBezTo>
                    <a:cubicBezTo>
                      <a:pt x="100" y="88"/>
                      <a:pt x="102" y="91"/>
                      <a:pt x="98" y="94"/>
                    </a:cubicBezTo>
                    <a:cubicBezTo>
                      <a:pt x="91" y="101"/>
                      <a:pt x="91" y="101"/>
                      <a:pt x="91" y="101"/>
                    </a:cubicBezTo>
                    <a:cubicBezTo>
                      <a:pt x="89" y="103"/>
                      <a:pt x="87" y="105"/>
                      <a:pt x="76" y="94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2" y="18"/>
                      <a:pt x="0" y="12"/>
                      <a:pt x="2" y="1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0"/>
                      <a:pt x="15" y="1"/>
                      <a:pt x="18" y="4"/>
                    </a:cubicBezTo>
                    <a:cubicBezTo>
                      <a:pt x="18" y="4"/>
                      <a:pt x="50" y="35"/>
                      <a:pt x="59" y="44"/>
                    </a:cubicBezTo>
                    <a:cubicBezTo>
                      <a:pt x="68" y="52"/>
                      <a:pt x="98" y="85"/>
                      <a:pt x="98" y="8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4" name="Freeform 488">
                <a:extLst>
                  <a:ext uri="{FF2B5EF4-FFF2-40B4-BE49-F238E27FC236}">
                    <a16:creationId xmlns:a16="http://schemas.microsoft.com/office/drawing/2014/main" id="{B082494B-FE8F-428D-AC4F-F1F665CB8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179"/>
                <a:ext cx="133" cy="184"/>
              </a:xfrm>
              <a:custGeom>
                <a:avLst/>
                <a:gdLst>
                  <a:gd name="T0" fmla="*/ 9 w 89"/>
                  <a:gd name="T1" fmla="*/ 74 h 115"/>
                  <a:gd name="T2" fmla="*/ 13 w 89"/>
                  <a:gd name="T3" fmla="*/ 35 h 115"/>
                  <a:gd name="T4" fmla="*/ 40 w 89"/>
                  <a:gd name="T5" fmla="*/ 13 h 115"/>
                  <a:gd name="T6" fmla="*/ 87 w 89"/>
                  <a:gd name="T7" fmla="*/ 54 h 115"/>
                  <a:gd name="T8" fmla="*/ 200 w 89"/>
                  <a:gd name="T9" fmla="*/ 251 h 115"/>
                  <a:gd name="T10" fmla="*/ 284 w 89"/>
                  <a:gd name="T11" fmla="*/ 394 h 115"/>
                  <a:gd name="T12" fmla="*/ 288 w 89"/>
                  <a:gd name="T13" fmla="*/ 438 h 115"/>
                  <a:gd name="T14" fmla="*/ 262 w 89"/>
                  <a:gd name="T15" fmla="*/ 464 h 115"/>
                  <a:gd name="T16" fmla="*/ 230 w 89"/>
                  <a:gd name="T17" fmla="*/ 456 h 115"/>
                  <a:gd name="T18" fmla="*/ 127 w 89"/>
                  <a:gd name="T19" fmla="*/ 274 h 115"/>
                  <a:gd name="T20" fmla="*/ 9 w 89"/>
                  <a:gd name="T21" fmla="*/ 74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115">
                    <a:moveTo>
                      <a:pt x="3" y="18"/>
                    </a:moveTo>
                    <a:cubicBezTo>
                      <a:pt x="0" y="13"/>
                      <a:pt x="2" y="11"/>
                      <a:pt x="4" y="9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2"/>
                      <a:pt x="17" y="0"/>
                      <a:pt x="26" y="13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85" y="96"/>
                      <a:pt x="85" y="96"/>
                      <a:pt x="85" y="96"/>
                    </a:cubicBezTo>
                    <a:cubicBezTo>
                      <a:pt x="88" y="101"/>
                      <a:pt x="89" y="105"/>
                      <a:pt x="86" y="107"/>
                    </a:cubicBezTo>
                    <a:cubicBezTo>
                      <a:pt x="78" y="113"/>
                      <a:pt x="78" y="113"/>
                      <a:pt x="78" y="113"/>
                    </a:cubicBezTo>
                    <a:cubicBezTo>
                      <a:pt x="75" y="115"/>
                      <a:pt x="72" y="115"/>
                      <a:pt x="69" y="111"/>
                    </a:cubicBezTo>
                    <a:cubicBezTo>
                      <a:pt x="69" y="111"/>
                      <a:pt x="46" y="77"/>
                      <a:pt x="38" y="67"/>
                    </a:cubicBezTo>
                    <a:cubicBezTo>
                      <a:pt x="31" y="56"/>
                      <a:pt x="3" y="18"/>
                      <a:pt x="3" y="18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5" name="Freeform 489">
                <a:extLst>
                  <a:ext uri="{FF2B5EF4-FFF2-40B4-BE49-F238E27FC236}">
                    <a16:creationId xmlns:a16="http://schemas.microsoft.com/office/drawing/2014/main" id="{54084F6B-B37C-41EF-A570-A6A9D8DA8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1244"/>
                <a:ext cx="27" cy="37"/>
              </a:xfrm>
              <a:custGeom>
                <a:avLst/>
                <a:gdLst>
                  <a:gd name="T0" fmla="*/ 54 w 18"/>
                  <a:gd name="T1" fmla="*/ 90 h 23"/>
                  <a:gd name="T2" fmla="*/ 21 w 18"/>
                  <a:gd name="T3" fmla="*/ 60 h 23"/>
                  <a:gd name="T4" fmla="*/ 8 w 18"/>
                  <a:gd name="T5" fmla="*/ 5 h 23"/>
                  <a:gd name="T6" fmla="*/ 41 w 18"/>
                  <a:gd name="T7" fmla="*/ 37 h 23"/>
                  <a:gd name="T8" fmla="*/ 54 w 18"/>
                  <a:gd name="T9" fmla="*/ 9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16" y="22"/>
                    </a:moveTo>
                    <a:cubicBezTo>
                      <a:pt x="15" y="23"/>
                      <a:pt x="10" y="19"/>
                      <a:pt x="6" y="14"/>
                    </a:cubicBezTo>
                    <a:cubicBezTo>
                      <a:pt x="2" y="8"/>
                      <a:pt x="0" y="2"/>
                      <a:pt x="2" y="1"/>
                    </a:cubicBezTo>
                    <a:cubicBezTo>
                      <a:pt x="3" y="0"/>
                      <a:pt x="8" y="4"/>
                      <a:pt x="12" y="9"/>
                    </a:cubicBezTo>
                    <a:cubicBezTo>
                      <a:pt x="16" y="15"/>
                      <a:pt x="18" y="20"/>
                      <a:pt x="16" y="2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6" name="Freeform 490">
                <a:extLst>
                  <a:ext uri="{FF2B5EF4-FFF2-40B4-BE49-F238E27FC236}">
                    <a16:creationId xmlns:a16="http://schemas.microsoft.com/office/drawing/2014/main" id="{5113BDA9-EF51-4FCB-8306-4C7FD9634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1251"/>
                <a:ext cx="27" cy="35"/>
              </a:xfrm>
              <a:custGeom>
                <a:avLst/>
                <a:gdLst>
                  <a:gd name="T0" fmla="*/ 54 w 18"/>
                  <a:gd name="T1" fmla="*/ 84 h 22"/>
                  <a:gd name="T2" fmla="*/ 21 w 18"/>
                  <a:gd name="T3" fmla="*/ 53 h 22"/>
                  <a:gd name="T4" fmla="*/ 8 w 18"/>
                  <a:gd name="T5" fmla="*/ 5 h 22"/>
                  <a:gd name="T6" fmla="*/ 41 w 18"/>
                  <a:gd name="T7" fmla="*/ 35 h 22"/>
                  <a:gd name="T8" fmla="*/ 54 w 18"/>
                  <a:gd name="T9" fmla="*/ 8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6" y="21"/>
                    </a:moveTo>
                    <a:cubicBezTo>
                      <a:pt x="15" y="22"/>
                      <a:pt x="10" y="18"/>
                      <a:pt x="6" y="13"/>
                    </a:cubicBezTo>
                    <a:cubicBezTo>
                      <a:pt x="2" y="7"/>
                      <a:pt x="0" y="2"/>
                      <a:pt x="2" y="1"/>
                    </a:cubicBezTo>
                    <a:cubicBezTo>
                      <a:pt x="4" y="0"/>
                      <a:pt x="8" y="3"/>
                      <a:pt x="12" y="9"/>
                    </a:cubicBezTo>
                    <a:cubicBezTo>
                      <a:pt x="16" y="14"/>
                      <a:pt x="18" y="20"/>
                      <a:pt x="16" y="2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7" name="Freeform 491">
                <a:extLst>
                  <a:ext uri="{FF2B5EF4-FFF2-40B4-BE49-F238E27FC236}">
                    <a16:creationId xmlns:a16="http://schemas.microsoft.com/office/drawing/2014/main" id="{528618F7-8E97-4840-B96B-CA36614A5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289"/>
                <a:ext cx="61" cy="69"/>
              </a:xfrm>
              <a:custGeom>
                <a:avLst/>
                <a:gdLst>
                  <a:gd name="T0" fmla="*/ 132 w 41"/>
                  <a:gd name="T1" fmla="*/ 152 h 43"/>
                  <a:gd name="T2" fmla="*/ 101 w 41"/>
                  <a:gd name="T3" fmla="*/ 173 h 43"/>
                  <a:gd name="T4" fmla="*/ 76 w 41"/>
                  <a:gd name="T5" fmla="*/ 128 h 43"/>
                  <a:gd name="T6" fmla="*/ 36 w 41"/>
                  <a:gd name="T7" fmla="*/ 63 h 43"/>
                  <a:gd name="T8" fmla="*/ 19 w 41"/>
                  <a:gd name="T9" fmla="*/ 29 h 43"/>
                  <a:gd name="T10" fmla="*/ 0 w 41"/>
                  <a:gd name="T11" fmla="*/ 0 h 43"/>
                  <a:gd name="T12" fmla="*/ 80 w 41"/>
                  <a:gd name="T13" fmla="*/ 124 h 43"/>
                  <a:gd name="T14" fmla="*/ 109 w 41"/>
                  <a:gd name="T15" fmla="*/ 152 h 43"/>
                  <a:gd name="T16" fmla="*/ 135 w 41"/>
                  <a:gd name="T17" fmla="*/ 144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43">
                    <a:moveTo>
                      <a:pt x="40" y="37"/>
                    </a:moveTo>
                    <a:cubicBezTo>
                      <a:pt x="37" y="38"/>
                      <a:pt x="34" y="43"/>
                      <a:pt x="31" y="42"/>
                    </a:cubicBezTo>
                    <a:cubicBezTo>
                      <a:pt x="28" y="41"/>
                      <a:pt x="25" y="34"/>
                      <a:pt x="23" y="31"/>
                    </a:cubicBezTo>
                    <a:cubicBezTo>
                      <a:pt x="19" y="26"/>
                      <a:pt x="15" y="20"/>
                      <a:pt x="11" y="15"/>
                    </a:cubicBezTo>
                    <a:cubicBezTo>
                      <a:pt x="9" y="12"/>
                      <a:pt x="7" y="10"/>
                      <a:pt x="6" y="7"/>
                    </a:cubicBezTo>
                    <a:cubicBezTo>
                      <a:pt x="4" y="5"/>
                      <a:pt x="2" y="3"/>
                      <a:pt x="0" y="0"/>
                    </a:cubicBezTo>
                    <a:cubicBezTo>
                      <a:pt x="9" y="8"/>
                      <a:pt x="16" y="21"/>
                      <a:pt x="24" y="30"/>
                    </a:cubicBezTo>
                    <a:cubicBezTo>
                      <a:pt x="27" y="34"/>
                      <a:pt x="30" y="37"/>
                      <a:pt x="33" y="37"/>
                    </a:cubicBezTo>
                    <a:cubicBezTo>
                      <a:pt x="36" y="37"/>
                      <a:pt x="39" y="36"/>
                      <a:pt x="41" y="35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8" name="Freeform 492">
                <a:extLst>
                  <a:ext uri="{FF2B5EF4-FFF2-40B4-BE49-F238E27FC236}">
                    <a16:creationId xmlns:a16="http://schemas.microsoft.com/office/drawing/2014/main" id="{101CAB0E-E68D-4482-A476-B1B3C1908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1187"/>
                <a:ext cx="85" cy="102"/>
              </a:xfrm>
              <a:custGeom>
                <a:avLst/>
                <a:gdLst>
                  <a:gd name="T0" fmla="*/ 189 w 57"/>
                  <a:gd name="T1" fmla="*/ 260 h 64"/>
                  <a:gd name="T2" fmla="*/ 81 w 57"/>
                  <a:gd name="T3" fmla="*/ 65 h 64"/>
                  <a:gd name="T4" fmla="*/ 28 w 57"/>
                  <a:gd name="T5" fmla="*/ 5 h 64"/>
                  <a:gd name="T6" fmla="*/ 0 w 57"/>
                  <a:gd name="T7" fmla="*/ 29 h 64"/>
                  <a:gd name="T8" fmla="*/ 36 w 57"/>
                  <a:gd name="T9" fmla="*/ 26 h 64"/>
                  <a:gd name="T10" fmla="*/ 60 w 57"/>
                  <a:gd name="T11" fmla="*/ 56 h 64"/>
                  <a:gd name="T12" fmla="*/ 86 w 57"/>
                  <a:gd name="T13" fmla="*/ 102 h 64"/>
                  <a:gd name="T14" fmla="*/ 140 w 57"/>
                  <a:gd name="T15" fmla="*/ 185 h 64"/>
                  <a:gd name="T16" fmla="*/ 167 w 57"/>
                  <a:gd name="T17" fmla="*/ 226 h 64"/>
                  <a:gd name="T18" fmla="*/ 186 w 57"/>
                  <a:gd name="T19" fmla="*/ 253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64">
                    <a:moveTo>
                      <a:pt x="57" y="64"/>
                    </a:moveTo>
                    <a:cubicBezTo>
                      <a:pt x="45" y="48"/>
                      <a:pt x="35" y="32"/>
                      <a:pt x="24" y="16"/>
                    </a:cubicBezTo>
                    <a:cubicBezTo>
                      <a:pt x="21" y="12"/>
                      <a:pt x="13" y="1"/>
                      <a:pt x="9" y="1"/>
                    </a:cubicBezTo>
                    <a:cubicBezTo>
                      <a:pt x="6" y="0"/>
                      <a:pt x="2" y="5"/>
                      <a:pt x="0" y="7"/>
                    </a:cubicBezTo>
                    <a:cubicBezTo>
                      <a:pt x="2" y="6"/>
                      <a:pt x="7" y="3"/>
                      <a:pt x="11" y="6"/>
                    </a:cubicBezTo>
                    <a:cubicBezTo>
                      <a:pt x="14" y="7"/>
                      <a:pt x="16" y="11"/>
                      <a:pt x="18" y="14"/>
                    </a:cubicBezTo>
                    <a:cubicBezTo>
                      <a:pt x="21" y="18"/>
                      <a:pt x="24" y="21"/>
                      <a:pt x="26" y="25"/>
                    </a:cubicBezTo>
                    <a:cubicBezTo>
                      <a:pt x="31" y="32"/>
                      <a:pt x="36" y="39"/>
                      <a:pt x="42" y="46"/>
                    </a:cubicBezTo>
                    <a:cubicBezTo>
                      <a:pt x="44" y="49"/>
                      <a:pt x="47" y="52"/>
                      <a:pt x="50" y="56"/>
                    </a:cubicBezTo>
                    <a:cubicBezTo>
                      <a:pt x="52" y="58"/>
                      <a:pt x="53" y="61"/>
                      <a:pt x="56" y="63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9" name="Freeform 493">
                <a:extLst>
                  <a:ext uri="{FF2B5EF4-FFF2-40B4-BE49-F238E27FC236}">
                    <a16:creationId xmlns:a16="http://schemas.microsoft.com/office/drawing/2014/main" id="{AF5A30EC-3EFF-49AC-ADF5-3BB8A8319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251"/>
                <a:ext cx="22" cy="25"/>
              </a:xfrm>
              <a:custGeom>
                <a:avLst/>
                <a:gdLst>
                  <a:gd name="T0" fmla="*/ 9 w 15"/>
                  <a:gd name="T1" fmla="*/ 31 h 16"/>
                  <a:gd name="T2" fmla="*/ 6 w 15"/>
                  <a:gd name="T3" fmla="*/ 13 h 16"/>
                  <a:gd name="T4" fmla="*/ 38 w 15"/>
                  <a:gd name="T5" fmla="*/ 42 h 16"/>
                  <a:gd name="T6" fmla="*/ 47 w 15"/>
                  <a:gd name="T7" fmla="*/ 61 h 16"/>
                  <a:gd name="T8" fmla="*/ 34 w 15"/>
                  <a:gd name="T9" fmla="*/ 34 h 16"/>
                  <a:gd name="T10" fmla="*/ 1 w 15"/>
                  <a:gd name="T11" fmla="*/ 5 h 16"/>
                  <a:gd name="T12" fmla="*/ 9 w 15"/>
                  <a:gd name="T13" fmla="*/ 3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3" y="8"/>
                    </a:moveTo>
                    <a:cubicBezTo>
                      <a:pt x="2" y="6"/>
                      <a:pt x="1" y="4"/>
                      <a:pt x="2" y="3"/>
                    </a:cubicBezTo>
                    <a:cubicBezTo>
                      <a:pt x="4" y="2"/>
                      <a:pt x="8" y="6"/>
                      <a:pt x="12" y="11"/>
                    </a:cubicBezTo>
                    <a:cubicBezTo>
                      <a:pt x="13" y="13"/>
                      <a:pt x="15" y="15"/>
                      <a:pt x="15" y="16"/>
                    </a:cubicBezTo>
                    <a:cubicBezTo>
                      <a:pt x="14" y="14"/>
                      <a:pt x="13" y="12"/>
                      <a:pt x="11" y="9"/>
                    </a:cubicBezTo>
                    <a:cubicBezTo>
                      <a:pt x="7" y="3"/>
                      <a:pt x="3" y="0"/>
                      <a:pt x="1" y="1"/>
                    </a:cubicBezTo>
                    <a:cubicBezTo>
                      <a:pt x="0" y="2"/>
                      <a:pt x="1" y="5"/>
                      <a:pt x="3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0" name="Freeform 494">
                <a:extLst>
                  <a:ext uri="{FF2B5EF4-FFF2-40B4-BE49-F238E27FC236}">
                    <a16:creationId xmlns:a16="http://schemas.microsoft.com/office/drawing/2014/main" id="{05819FDA-B274-4AB6-A0B9-D67B2AC93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259"/>
                <a:ext cx="19" cy="24"/>
              </a:xfrm>
              <a:custGeom>
                <a:avLst/>
                <a:gdLst>
                  <a:gd name="T0" fmla="*/ 38 w 13"/>
                  <a:gd name="T1" fmla="*/ 54 h 15"/>
                  <a:gd name="T2" fmla="*/ 9 w 13"/>
                  <a:gd name="T3" fmla="*/ 26 h 15"/>
                  <a:gd name="T4" fmla="*/ 0 w 13"/>
                  <a:gd name="T5" fmla="*/ 0 h 15"/>
                  <a:gd name="T6" fmla="*/ 13 w 13"/>
                  <a:gd name="T7" fmla="*/ 34 h 15"/>
                  <a:gd name="T8" fmla="*/ 38 w 13"/>
                  <a:gd name="T9" fmla="*/ 56 h 15"/>
                  <a:gd name="T10" fmla="*/ 38 w 13"/>
                  <a:gd name="T11" fmla="*/ 42 h 15"/>
                  <a:gd name="T12" fmla="*/ 38 w 13"/>
                  <a:gd name="T13" fmla="*/ 54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5">
                    <a:moveTo>
                      <a:pt x="12" y="13"/>
                    </a:moveTo>
                    <a:cubicBezTo>
                      <a:pt x="10" y="14"/>
                      <a:pt x="7" y="10"/>
                      <a:pt x="3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2"/>
                      <a:pt x="2" y="5"/>
                      <a:pt x="4" y="8"/>
                    </a:cubicBezTo>
                    <a:cubicBezTo>
                      <a:pt x="7" y="12"/>
                      <a:pt x="11" y="15"/>
                      <a:pt x="12" y="14"/>
                    </a:cubicBezTo>
                    <a:cubicBezTo>
                      <a:pt x="13" y="14"/>
                      <a:pt x="13" y="12"/>
                      <a:pt x="12" y="10"/>
                    </a:cubicBezTo>
                    <a:cubicBezTo>
                      <a:pt x="12" y="11"/>
                      <a:pt x="12" y="13"/>
                      <a:pt x="12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1" name="Freeform 495">
                <a:extLst>
                  <a:ext uri="{FF2B5EF4-FFF2-40B4-BE49-F238E27FC236}">
                    <a16:creationId xmlns:a16="http://schemas.microsoft.com/office/drawing/2014/main" id="{78D508CA-7BDA-4B88-90A9-C30D0C155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179"/>
                <a:ext cx="133" cy="184"/>
              </a:xfrm>
              <a:custGeom>
                <a:avLst/>
                <a:gdLst>
                  <a:gd name="T0" fmla="*/ 9 w 89"/>
                  <a:gd name="T1" fmla="*/ 74 h 115"/>
                  <a:gd name="T2" fmla="*/ 13 w 89"/>
                  <a:gd name="T3" fmla="*/ 35 h 115"/>
                  <a:gd name="T4" fmla="*/ 40 w 89"/>
                  <a:gd name="T5" fmla="*/ 13 h 115"/>
                  <a:gd name="T6" fmla="*/ 87 w 89"/>
                  <a:gd name="T7" fmla="*/ 54 h 115"/>
                  <a:gd name="T8" fmla="*/ 200 w 89"/>
                  <a:gd name="T9" fmla="*/ 251 h 115"/>
                  <a:gd name="T10" fmla="*/ 284 w 89"/>
                  <a:gd name="T11" fmla="*/ 394 h 115"/>
                  <a:gd name="T12" fmla="*/ 288 w 89"/>
                  <a:gd name="T13" fmla="*/ 438 h 115"/>
                  <a:gd name="T14" fmla="*/ 262 w 89"/>
                  <a:gd name="T15" fmla="*/ 464 h 115"/>
                  <a:gd name="T16" fmla="*/ 230 w 89"/>
                  <a:gd name="T17" fmla="*/ 456 h 115"/>
                  <a:gd name="T18" fmla="*/ 127 w 89"/>
                  <a:gd name="T19" fmla="*/ 274 h 115"/>
                  <a:gd name="T20" fmla="*/ 9 w 89"/>
                  <a:gd name="T21" fmla="*/ 74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115">
                    <a:moveTo>
                      <a:pt x="3" y="18"/>
                    </a:moveTo>
                    <a:cubicBezTo>
                      <a:pt x="0" y="13"/>
                      <a:pt x="2" y="11"/>
                      <a:pt x="4" y="9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2"/>
                      <a:pt x="17" y="0"/>
                      <a:pt x="26" y="13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85" y="96"/>
                      <a:pt x="85" y="96"/>
                      <a:pt x="85" y="96"/>
                    </a:cubicBezTo>
                    <a:cubicBezTo>
                      <a:pt x="88" y="101"/>
                      <a:pt x="89" y="105"/>
                      <a:pt x="86" y="107"/>
                    </a:cubicBezTo>
                    <a:cubicBezTo>
                      <a:pt x="78" y="113"/>
                      <a:pt x="78" y="113"/>
                      <a:pt x="78" y="113"/>
                    </a:cubicBezTo>
                    <a:cubicBezTo>
                      <a:pt x="75" y="115"/>
                      <a:pt x="72" y="115"/>
                      <a:pt x="69" y="111"/>
                    </a:cubicBezTo>
                    <a:cubicBezTo>
                      <a:pt x="69" y="111"/>
                      <a:pt x="46" y="77"/>
                      <a:pt x="38" y="67"/>
                    </a:cubicBezTo>
                    <a:cubicBezTo>
                      <a:pt x="31" y="56"/>
                      <a:pt x="3" y="18"/>
                      <a:pt x="3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2" name="Freeform 496">
                <a:extLst>
                  <a:ext uri="{FF2B5EF4-FFF2-40B4-BE49-F238E27FC236}">
                    <a16:creationId xmlns:a16="http://schemas.microsoft.com/office/drawing/2014/main" id="{DBB60735-242B-410A-942A-A48597B6F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990"/>
                <a:ext cx="105" cy="198"/>
              </a:xfrm>
              <a:custGeom>
                <a:avLst/>
                <a:gdLst>
                  <a:gd name="T0" fmla="*/ 8 w 70"/>
                  <a:gd name="T1" fmla="*/ 61 h 124"/>
                  <a:gd name="T2" fmla="*/ 18 w 70"/>
                  <a:gd name="T3" fmla="*/ 26 h 124"/>
                  <a:gd name="T4" fmla="*/ 48 w 70"/>
                  <a:gd name="T5" fmla="*/ 8 h 124"/>
                  <a:gd name="T6" fmla="*/ 89 w 70"/>
                  <a:gd name="T7" fmla="*/ 61 h 124"/>
                  <a:gd name="T8" fmla="*/ 167 w 70"/>
                  <a:gd name="T9" fmla="*/ 281 h 124"/>
                  <a:gd name="T10" fmla="*/ 228 w 70"/>
                  <a:gd name="T11" fmla="*/ 439 h 124"/>
                  <a:gd name="T12" fmla="*/ 224 w 70"/>
                  <a:gd name="T13" fmla="*/ 484 h 124"/>
                  <a:gd name="T14" fmla="*/ 194 w 70"/>
                  <a:gd name="T15" fmla="*/ 500 h 124"/>
                  <a:gd name="T16" fmla="*/ 167 w 70"/>
                  <a:gd name="T17" fmla="*/ 484 h 124"/>
                  <a:gd name="T18" fmla="*/ 93 w 70"/>
                  <a:gd name="T19" fmla="*/ 281 h 124"/>
                  <a:gd name="T20" fmla="*/ 8 w 70"/>
                  <a:gd name="T21" fmla="*/ 61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24">
                    <a:moveTo>
                      <a:pt x="2" y="15"/>
                    </a:moveTo>
                    <a:cubicBezTo>
                      <a:pt x="0" y="10"/>
                      <a:pt x="3" y="7"/>
                      <a:pt x="5" y="6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1"/>
                      <a:pt x="19" y="0"/>
                      <a:pt x="26" y="15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67" y="108"/>
                      <a:pt x="67" y="108"/>
                      <a:pt x="67" y="108"/>
                    </a:cubicBezTo>
                    <a:cubicBezTo>
                      <a:pt x="70" y="113"/>
                      <a:pt x="69" y="117"/>
                      <a:pt x="66" y="119"/>
                    </a:cubicBezTo>
                    <a:cubicBezTo>
                      <a:pt x="57" y="123"/>
                      <a:pt x="57" y="123"/>
                      <a:pt x="57" y="123"/>
                    </a:cubicBezTo>
                    <a:cubicBezTo>
                      <a:pt x="53" y="124"/>
                      <a:pt x="51" y="123"/>
                      <a:pt x="49" y="119"/>
                    </a:cubicBezTo>
                    <a:cubicBezTo>
                      <a:pt x="49" y="119"/>
                      <a:pt x="33" y="81"/>
                      <a:pt x="27" y="69"/>
                    </a:cubicBezTo>
                    <a:cubicBezTo>
                      <a:pt x="22" y="58"/>
                      <a:pt x="2" y="15"/>
                      <a:pt x="2" y="15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3" name="Freeform 497">
                <a:extLst>
                  <a:ext uri="{FF2B5EF4-FFF2-40B4-BE49-F238E27FC236}">
                    <a16:creationId xmlns:a16="http://schemas.microsoft.com/office/drawing/2014/main" id="{39118C50-AF7C-4DB5-8CD5-38BB4C7F2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061"/>
                <a:ext cx="21" cy="38"/>
              </a:xfrm>
              <a:custGeom>
                <a:avLst/>
                <a:gdLst>
                  <a:gd name="T0" fmla="*/ 41 w 14"/>
                  <a:gd name="T1" fmla="*/ 95 h 24"/>
                  <a:gd name="T2" fmla="*/ 12 w 14"/>
                  <a:gd name="T3" fmla="*/ 55 h 24"/>
                  <a:gd name="T4" fmla="*/ 8 w 14"/>
                  <a:gd name="T5" fmla="*/ 5 h 24"/>
                  <a:gd name="T6" fmla="*/ 35 w 14"/>
                  <a:gd name="T7" fmla="*/ 43 h 24"/>
                  <a:gd name="T8" fmla="*/ 41 w 14"/>
                  <a:gd name="T9" fmla="*/ 9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12" y="24"/>
                    </a:moveTo>
                    <a:cubicBezTo>
                      <a:pt x="10" y="24"/>
                      <a:pt x="6" y="20"/>
                      <a:pt x="3" y="14"/>
                    </a:cubicBezTo>
                    <a:cubicBezTo>
                      <a:pt x="1" y="7"/>
                      <a:pt x="0" y="2"/>
                      <a:pt x="2" y="1"/>
                    </a:cubicBezTo>
                    <a:cubicBezTo>
                      <a:pt x="3" y="0"/>
                      <a:pt x="7" y="5"/>
                      <a:pt x="10" y="11"/>
                    </a:cubicBezTo>
                    <a:cubicBezTo>
                      <a:pt x="13" y="17"/>
                      <a:pt x="14" y="23"/>
                      <a:pt x="12" y="24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4" name="Freeform 498">
                <a:extLst>
                  <a:ext uri="{FF2B5EF4-FFF2-40B4-BE49-F238E27FC236}">
                    <a16:creationId xmlns:a16="http://schemas.microsoft.com/office/drawing/2014/main" id="{68E9593A-8D47-4810-A73B-B3E2CF44E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067"/>
                <a:ext cx="21" cy="38"/>
              </a:xfrm>
              <a:custGeom>
                <a:avLst/>
                <a:gdLst>
                  <a:gd name="T0" fmla="*/ 41 w 14"/>
                  <a:gd name="T1" fmla="*/ 90 h 24"/>
                  <a:gd name="T2" fmla="*/ 14 w 14"/>
                  <a:gd name="T3" fmla="*/ 52 h 24"/>
                  <a:gd name="T4" fmla="*/ 8 w 14"/>
                  <a:gd name="T5" fmla="*/ 0 h 24"/>
                  <a:gd name="T6" fmla="*/ 35 w 14"/>
                  <a:gd name="T7" fmla="*/ 40 h 24"/>
                  <a:gd name="T8" fmla="*/ 41 w 14"/>
                  <a:gd name="T9" fmla="*/ 9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12" y="23"/>
                    </a:moveTo>
                    <a:cubicBezTo>
                      <a:pt x="10" y="24"/>
                      <a:pt x="7" y="19"/>
                      <a:pt x="4" y="13"/>
                    </a:cubicBezTo>
                    <a:cubicBezTo>
                      <a:pt x="1" y="7"/>
                      <a:pt x="0" y="1"/>
                      <a:pt x="2" y="0"/>
                    </a:cubicBezTo>
                    <a:cubicBezTo>
                      <a:pt x="4" y="0"/>
                      <a:pt x="8" y="4"/>
                      <a:pt x="10" y="10"/>
                    </a:cubicBezTo>
                    <a:cubicBezTo>
                      <a:pt x="13" y="16"/>
                      <a:pt x="14" y="22"/>
                      <a:pt x="12" y="2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5" name="Freeform 499">
                <a:extLst>
                  <a:ext uri="{FF2B5EF4-FFF2-40B4-BE49-F238E27FC236}">
                    <a16:creationId xmlns:a16="http://schemas.microsoft.com/office/drawing/2014/main" id="{000AC018-C3B6-4741-83E0-66271C897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107"/>
                <a:ext cx="50" cy="77"/>
              </a:xfrm>
              <a:custGeom>
                <a:avLst/>
                <a:gdLst>
                  <a:gd name="T0" fmla="*/ 108 w 33"/>
                  <a:gd name="T1" fmla="*/ 178 h 48"/>
                  <a:gd name="T2" fmla="*/ 76 w 33"/>
                  <a:gd name="T3" fmla="*/ 193 h 48"/>
                  <a:gd name="T4" fmla="*/ 53 w 33"/>
                  <a:gd name="T5" fmla="*/ 144 h 48"/>
                  <a:gd name="T6" fmla="*/ 26 w 33"/>
                  <a:gd name="T7" fmla="*/ 67 h 48"/>
                  <a:gd name="T8" fmla="*/ 12 w 33"/>
                  <a:gd name="T9" fmla="*/ 34 h 48"/>
                  <a:gd name="T10" fmla="*/ 0 w 33"/>
                  <a:gd name="T11" fmla="*/ 0 h 48"/>
                  <a:gd name="T12" fmla="*/ 59 w 33"/>
                  <a:gd name="T13" fmla="*/ 141 h 48"/>
                  <a:gd name="T14" fmla="*/ 88 w 33"/>
                  <a:gd name="T15" fmla="*/ 172 h 48"/>
                  <a:gd name="T16" fmla="*/ 115 w 33"/>
                  <a:gd name="T17" fmla="*/ 17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8">
                    <a:moveTo>
                      <a:pt x="31" y="43"/>
                    </a:moveTo>
                    <a:cubicBezTo>
                      <a:pt x="29" y="44"/>
                      <a:pt x="24" y="48"/>
                      <a:pt x="22" y="47"/>
                    </a:cubicBezTo>
                    <a:cubicBezTo>
                      <a:pt x="19" y="45"/>
                      <a:pt x="17" y="38"/>
                      <a:pt x="15" y="35"/>
                    </a:cubicBezTo>
                    <a:cubicBezTo>
                      <a:pt x="12" y="29"/>
                      <a:pt x="10" y="22"/>
                      <a:pt x="7" y="16"/>
                    </a:cubicBezTo>
                    <a:cubicBezTo>
                      <a:pt x="6" y="13"/>
                      <a:pt x="5" y="11"/>
                      <a:pt x="3" y="8"/>
                    </a:cubicBezTo>
                    <a:cubicBezTo>
                      <a:pt x="2" y="5"/>
                      <a:pt x="0" y="2"/>
                      <a:pt x="0" y="0"/>
                    </a:cubicBezTo>
                    <a:cubicBezTo>
                      <a:pt x="7" y="10"/>
                      <a:pt x="11" y="23"/>
                      <a:pt x="17" y="34"/>
                    </a:cubicBezTo>
                    <a:cubicBezTo>
                      <a:pt x="19" y="38"/>
                      <a:pt x="22" y="42"/>
                      <a:pt x="25" y="42"/>
                    </a:cubicBezTo>
                    <a:cubicBezTo>
                      <a:pt x="28" y="43"/>
                      <a:pt x="30" y="42"/>
                      <a:pt x="33" y="4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6" name="Freeform 500">
                <a:extLst>
                  <a:ext uri="{FF2B5EF4-FFF2-40B4-BE49-F238E27FC236}">
                    <a16:creationId xmlns:a16="http://schemas.microsoft.com/office/drawing/2014/main" id="{A9EF5CBA-514B-49B9-BE47-F19344D6A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997"/>
                <a:ext cx="67" cy="115"/>
              </a:xfrm>
              <a:custGeom>
                <a:avLst/>
                <a:gdLst>
                  <a:gd name="T0" fmla="*/ 149 w 45"/>
                  <a:gd name="T1" fmla="*/ 294 h 72"/>
                  <a:gd name="T2" fmla="*/ 73 w 45"/>
                  <a:gd name="T3" fmla="*/ 77 h 72"/>
                  <a:gd name="T4" fmla="*/ 33 w 45"/>
                  <a:gd name="T5" fmla="*/ 5 h 72"/>
                  <a:gd name="T6" fmla="*/ 0 w 45"/>
                  <a:gd name="T7" fmla="*/ 26 h 72"/>
                  <a:gd name="T8" fmla="*/ 36 w 45"/>
                  <a:gd name="T9" fmla="*/ 26 h 72"/>
                  <a:gd name="T10" fmla="*/ 55 w 45"/>
                  <a:gd name="T11" fmla="*/ 67 h 72"/>
                  <a:gd name="T12" fmla="*/ 73 w 45"/>
                  <a:gd name="T13" fmla="*/ 115 h 72"/>
                  <a:gd name="T14" fmla="*/ 113 w 45"/>
                  <a:gd name="T15" fmla="*/ 212 h 72"/>
                  <a:gd name="T16" fmla="*/ 133 w 45"/>
                  <a:gd name="T17" fmla="*/ 257 h 72"/>
                  <a:gd name="T18" fmla="*/ 146 w 45"/>
                  <a:gd name="T19" fmla="*/ 288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72">
                    <a:moveTo>
                      <a:pt x="45" y="72"/>
                    </a:moveTo>
                    <a:cubicBezTo>
                      <a:pt x="36" y="54"/>
                      <a:pt x="29" y="37"/>
                      <a:pt x="22" y="19"/>
                    </a:cubicBezTo>
                    <a:cubicBezTo>
                      <a:pt x="20" y="15"/>
                      <a:pt x="15" y="3"/>
                      <a:pt x="10" y="1"/>
                    </a:cubicBezTo>
                    <a:cubicBezTo>
                      <a:pt x="7" y="0"/>
                      <a:pt x="2" y="4"/>
                      <a:pt x="0" y="6"/>
                    </a:cubicBezTo>
                    <a:cubicBezTo>
                      <a:pt x="3" y="5"/>
                      <a:pt x="8" y="3"/>
                      <a:pt x="11" y="6"/>
                    </a:cubicBezTo>
                    <a:cubicBezTo>
                      <a:pt x="14" y="8"/>
                      <a:pt x="15" y="13"/>
                      <a:pt x="17" y="16"/>
                    </a:cubicBezTo>
                    <a:cubicBezTo>
                      <a:pt x="19" y="20"/>
                      <a:pt x="21" y="24"/>
                      <a:pt x="22" y="28"/>
                    </a:cubicBezTo>
                    <a:cubicBezTo>
                      <a:pt x="26" y="36"/>
                      <a:pt x="29" y="44"/>
                      <a:pt x="34" y="52"/>
                    </a:cubicBezTo>
                    <a:cubicBezTo>
                      <a:pt x="36" y="56"/>
                      <a:pt x="38" y="59"/>
                      <a:pt x="40" y="63"/>
                    </a:cubicBezTo>
                    <a:cubicBezTo>
                      <a:pt x="41" y="66"/>
                      <a:pt x="42" y="69"/>
                      <a:pt x="44" y="7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7" name="Freeform 501">
                <a:extLst>
                  <a:ext uri="{FF2B5EF4-FFF2-40B4-BE49-F238E27FC236}">
                    <a16:creationId xmlns:a16="http://schemas.microsoft.com/office/drawing/2014/main" id="{58402B31-78EC-4F92-8A59-D92CF105A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067"/>
                <a:ext cx="18" cy="29"/>
              </a:xfrm>
              <a:custGeom>
                <a:avLst/>
                <a:gdLst>
                  <a:gd name="T0" fmla="*/ 5 w 12"/>
                  <a:gd name="T1" fmla="*/ 34 h 18"/>
                  <a:gd name="T2" fmla="*/ 8 w 12"/>
                  <a:gd name="T3" fmla="*/ 13 h 18"/>
                  <a:gd name="T4" fmla="*/ 35 w 12"/>
                  <a:gd name="T5" fmla="*/ 55 h 18"/>
                  <a:gd name="T6" fmla="*/ 41 w 12"/>
                  <a:gd name="T7" fmla="*/ 76 h 18"/>
                  <a:gd name="T8" fmla="*/ 35 w 12"/>
                  <a:gd name="T9" fmla="*/ 42 h 18"/>
                  <a:gd name="T10" fmla="*/ 5 w 12"/>
                  <a:gd name="T11" fmla="*/ 5 h 18"/>
                  <a:gd name="T12" fmla="*/ 5 w 12"/>
                  <a:gd name="T13" fmla="*/ 3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1" y="8"/>
                    </a:moveTo>
                    <a:cubicBezTo>
                      <a:pt x="1" y="5"/>
                      <a:pt x="1" y="3"/>
                      <a:pt x="2" y="3"/>
                    </a:cubicBezTo>
                    <a:cubicBezTo>
                      <a:pt x="4" y="2"/>
                      <a:pt x="7" y="6"/>
                      <a:pt x="10" y="13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2" y="16"/>
                      <a:pt x="11" y="13"/>
                      <a:pt x="10" y="10"/>
                    </a:cubicBezTo>
                    <a:cubicBezTo>
                      <a:pt x="7" y="4"/>
                      <a:pt x="3" y="0"/>
                      <a:pt x="1" y="1"/>
                    </a:cubicBezTo>
                    <a:cubicBezTo>
                      <a:pt x="0" y="1"/>
                      <a:pt x="0" y="4"/>
                      <a:pt x="1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8" name="Freeform 502">
                <a:extLst>
                  <a:ext uri="{FF2B5EF4-FFF2-40B4-BE49-F238E27FC236}">
                    <a16:creationId xmlns:a16="http://schemas.microsoft.com/office/drawing/2014/main" id="{DE4BCE14-EF9A-4E4E-B127-40A8BCE88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1075"/>
                <a:ext cx="15" cy="27"/>
              </a:xfrm>
              <a:custGeom>
                <a:avLst/>
                <a:gdLst>
                  <a:gd name="T0" fmla="*/ 32 w 10"/>
                  <a:gd name="T1" fmla="*/ 60 h 17"/>
                  <a:gd name="T2" fmla="*/ 8 w 10"/>
                  <a:gd name="T3" fmla="*/ 25 h 17"/>
                  <a:gd name="T4" fmla="*/ 0 w 10"/>
                  <a:gd name="T5" fmla="*/ 0 h 17"/>
                  <a:gd name="T6" fmla="*/ 12 w 10"/>
                  <a:gd name="T7" fmla="*/ 33 h 17"/>
                  <a:gd name="T8" fmla="*/ 32 w 10"/>
                  <a:gd name="T9" fmla="*/ 64 h 17"/>
                  <a:gd name="T10" fmla="*/ 35 w 10"/>
                  <a:gd name="T11" fmla="*/ 48 h 17"/>
                  <a:gd name="T12" fmla="*/ 32 w 10"/>
                  <a:gd name="T13" fmla="*/ 6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9" y="15"/>
                    </a:moveTo>
                    <a:cubicBezTo>
                      <a:pt x="8" y="16"/>
                      <a:pt x="5" y="11"/>
                      <a:pt x="2" y="6"/>
                    </a:cubicBezTo>
                    <a:cubicBezTo>
                      <a:pt x="1" y="4"/>
                      <a:pt x="1" y="2"/>
                      <a:pt x="0" y="0"/>
                    </a:cubicBezTo>
                    <a:cubicBezTo>
                      <a:pt x="0" y="2"/>
                      <a:pt x="1" y="5"/>
                      <a:pt x="3" y="8"/>
                    </a:cubicBezTo>
                    <a:cubicBezTo>
                      <a:pt x="5" y="13"/>
                      <a:pt x="8" y="17"/>
                      <a:pt x="9" y="16"/>
                    </a:cubicBezTo>
                    <a:cubicBezTo>
                      <a:pt x="10" y="16"/>
                      <a:pt x="10" y="14"/>
                      <a:pt x="10" y="12"/>
                    </a:cubicBezTo>
                    <a:cubicBezTo>
                      <a:pt x="10" y="13"/>
                      <a:pt x="10" y="14"/>
                      <a:pt x="9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9" name="Freeform 503">
                <a:extLst>
                  <a:ext uri="{FF2B5EF4-FFF2-40B4-BE49-F238E27FC236}">
                    <a16:creationId xmlns:a16="http://schemas.microsoft.com/office/drawing/2014/main" id="{61003CBE-7531-4488-9CA0-42B8AA4D5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990"/>
                <a:ext cx="105" cy="198"/>
              </a:xfrm>
              <a:custGeom>
                <a:avLst/>
                <a:gdLst>
                  <a:gd name="T0" fmla="*/ 8 w 70"/>
                  <a:gd name="T1" fmla="*/ 61 h 124"/>
                  <a:gd name="T2" fmla="*/ 18 w 70"/>
                  <a:gd name="T3" fmla="*/ 26 h 124"/>
                  <a:gd name="T4" fmla="*/ 48 w 70"/>
                  <a:gd name="T5" fmla="*/ 8 h 124"/>
                  <a:gd name="T6" fmla="*/ 89 w 70"/>
                  <a:gd name="T7" fmla="*/ 61 h 124"/>
                  <a:gd name="T8" fmla="*/ 167 w 70"/>
                  <a:gd name="T9" fmla="*/ 281 h 124"/>
                  <a:gd name="T10" fmla="*/ 228 w 70"/>
                  <a:gd name="T11" fmla="*/ 439 h 124"/>
                  <a:gd name="T12" fmla="*/ 224 w 70"/>
                  <a:gd name="T13" fmla="*/ 484 h 124"/>
                  <a:gd name="T14" fmla="*/ 194 w 70"/>
                  <a:gd name="T15" fmla="*/ 500 h 124"/>
                  <a:gd name="T16" fmla="*/ 167 w 70"/>
                  <a:gd name="T17" fmla="*/ 484 h 124"/>
                  <a:gd name="T18" fmla="*/ 93 w 70"/>
                  <a:gd name="T19" fmla="*/ 281 h 124"/>
                  <a:gd name="T20" fmla="*/ 8 w 70"/>
                  <a:gd name="T21" fmla="*/ 61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24">
                    <a:moveTo>
                      <a:pt x="2" y="15"/>
                    </a:moveTo>
                    <a:cubicBezTo>
                      <a:pt x="0" y="10"/>
                      <a:pt x="3" y="7"/>
                      <a:pt x="5" y="6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1"/>
                      <a:pt x="19" y="0"/>
                      <a:pt x="26" y="15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67" y="108"/>
                      <a:pt x="67" y="108"/>
                      <a:pt x="67" y="108"/>
                    </a:cubicBezTo>
                    <a:cubicBezTo>
                      <a:pt x="70" y="113"/>
                      <a:pt x="69" y="117"/>
                      <a:pt x="66" y="119"/>
                    </a:cubicBezTo>
                    <a:cubicBezTo>
                      <a:pt x="57" y="123"/>
                      <a:pt x="57" y="123"/>
                      <a:pt x="57" y="123"/>
                    </a:cubicBezTo>
                    <a:cubicBezTo>
                      <a:pt x="53" y="124"/>
                      <a:pt x="51" y="123"/>
                      <a:pt x="49" y="119"/>
                    </a:cubicBezTo>
                    <a:cubicBezTo>
                      <a:pt x="49" y="119"/>
                      <a:pt x="33" y="81"/>
                      <a:pt x="27" y="69"/>
                    </a:cubicBezTo>
                    <a:cubicBezTo>
                      <a:pt x="22" y="58"/>
                      <a:pt x="2" y="15"/>
                      <a:pt x="2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0" name="Freeform 504">
                <a:extLst>
                  <a:ext uri="{FF2B5EF4-FFF2-40B4-BE49-F238E27FC236}">
                    <a16:creationId xmlns:a16="http://schemas.microsoft.com/office/drawing/2014/main" id="{BEC5D93D-5250-4187-A5C4-0AD1B8A1D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814"/>
                <a:ext cx="66" cy="179"/>
              </a:xfrm>
              <a:custGeom>
                <a:avLst/>
                <a:gdLst>
                  <a:gd name="T0" fmla="*/ 116 w 44"/>
                  <a:gd name="T1" fmla="*/ 225 h 112"/>
                  <a:gd name="T2" fmla="*/ 80 w 44"/>
                  <a:gd name="T3" fmla="*/ 0 h 112"/>
                  <a:gd name="T4" fmla="*/ 0 w 44"/>
                  <a:gd name="T5" fmla="*/ 21 h 112"/>
                  <a:gd name="T6" fmla="*/ 35 w 44"/>
                  <a:gd name="T7" fmla="*/ 209 h 112"/>
                  <a:gd name="T8" fmla="*/ 68 w 44"/>
                  <a:gd name="T9" fmla="*/ 430 h 112"/>
                  <a:gd name="T10" fmla="*/ 95 w 44"/>
                  <a:gd name="T11" fmla="*/ 457 h 112"/>
                  <a:gd name="T12" fmla="*/ 129 w 44"/>
                  <a:gd name="T13" fmla="*/ 449 h 112"/>
                  <a:gd name="T14" fmla="*/ 147 w 44"/>
                  <a:gd name="T15" fmla="*/ 401 h 112"/>
                  <a:gd name="T16" fmla="*/ 116 w 44"/>
                  <a:gd name="T17" fmla="*/ 225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12">
                    <a:moveTo>
                      <a:pt x="34" y="55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20"/>
                      <a:pt x="8" y="43"/>
                      <a:pt x="10" y="51"/>
                    </a:cubicBezTo>
                    <a:cubicBezTo>
                      <a:pt x="12" y="64"/>
                      <a:pt x="20" y="105"/>
                      <a:pt x="20" y="105"/>
                    </a:cubicBezTo>
                    <a:cubicBezTo>
                      <a:pt x="21" y="111"/>
                      <a:pt x="24" y="112"/>
                      <a:pt x="28" y="112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42" y="109"/>
                      <a:pt x="44" y="103"/>
                      <a:pt x="43" y="98"/>
                    </a:cubicBez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1" name="Freeform 505">
                <a:extLst>
                  <a:ext uri="{FF2B5EF4-FFF2-40B4-BE49-F238E27FC236}">
                    <a16:creationId xmlns:a16="http://schemas.microsoft.com/office/drawing/2014/main" id="{EED70583-95C9-4227-A190-827F98AAA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858"/>
                <a:ext cx="15" cy="40"/>
              </a:xfrm>
              <a:custGeom>
                <a:avLst/>
                <a:gdLst>
                  <a:gd name="T0" fmla="*/ 26 w 10"/>
                  <a:gd name="T1" fmla="*/ 102 h 25"/>
                  <a:gd name="T2" fmla="*/ 8 w 10"/>
                  <a:gd name="T3" fmla="*/ 56 h 25"/>
                  <a:gd name="T4" fmla="*/ 12 w 10"/>
                  <a:gd name="T5" fmla="*/ 5 h 25"/>
                  <a:gd name="T6" fmla="*/ 27 w 10"/>
                  <a:gd name="T7" fmla="*/ 48 h 25"/>
                  <a:gd name="T8" fmla="*/ 26 w 10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7" y="25"/>
                    </a:moveTo>
                    <a:cubicBezTo>
                      <a:pt x="6" y="25"/>
                      <a:pt x="3" y="20"/>
                      <a:pt x="2" y="14"/>
                    </a:cubicBezTo>
                    <a:cubicBezTo>
                      <a:pt x="0" y="7"/>
                      <a:pt x="1" y="1"/>
                      <a:pt x="3" y="1"/>
                    </a:cubicBezTo>
                    <a:cubicBezTo>
                      <a:pt x="5" y="0"/>
                      <a:pt x="7" y="5"/>
                      <a:pt x="8" y="12"/>
                    </a:cubicBezTo>
                    <a:cubicBezTo>
                      <a:pt x="10" y="19"/>
                      <a:pt x="9" y="25"/>
                      <a:pt x="7" y="2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2" name="Freeform 506">
                <a:extLst>
                  <a:ext uri="{FF2B5EF4-FFF2-40B4-BE49-F238E27FC236}">
                    <a16:creationId xmlns:a16="http://schemas.microsoft.com/office/drawing/2014/main" id="{A224EF7A-47FB-4D1B-AF84-113E3671E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862"/>
                <a:ext cx="15" cy="42"/>
              </a:xfrm>
              <a:custGeom>
                <a:avLst/>
                <a:gdLst>
                  <a:gd name="T0" fmla="*/ 26 w 10"/>
                  <a:gd name="T1" fmla="*/ 105 h 26"/>
                  <a:gd name="T2" fmla="*/ 5 w 10"/>
                  <a:gd name="T3" fmla="*/ 60 h 26"/>
                  <a:gd name="T4" fmla="*/ 8 w 10"/>
                  <a:gd name="T5" fmla="*/ 5 h 26"/>
                  <a:gd name="T6" fmla="*/ 27 w 10"/>
                  <a:gd name="T7" fmla="*/ 50 h 26"/>
                  <a:gd name="T8" fmla="*/ 26 w 10"/>
                  <a:gd name="T9" fmla="*/ 10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6">
                    <a:moveTo>
                      <a:pt x="7" y="25"/>
                    </a:moveTo>
                    <a:cubicBezTo>
                      <a:pt x="5" y="26"/>
                      <a:pt x="3" y="20"/>
                      <a:pt x="1" y="14"/>
                    </a:cubicBezTo>
                    <a:cubicBezTo>
                      <a:pt x="0" y="7"/>
                      <a:pt x="0" y="1"/>
                      <a:pt x="2" y="1"/>
                    </a:cubicBezTo>
                    <a:cubicBezTo>
                      <a:pt x="4" y="0"/>
                      <a:pt x="7" y="6"/>
                      <a:pt x="8" y="12"/>
                    </a:cubicBezTo>
                    <a:cubicBezTo>
                      <a:pt x="10" y="19"/>
                      <a:pt x="9" y="25"/>
                      <a:pt x="7" y="2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3" name="Freeform 507">
                <a:extLst>
                  <a:ext uri="{FF2B5EF4-FFF2-40B4-BE49-F238E27FC236}">
                    <a16:creationId xmlns:a16="http://schemas.microsoft.com/office/drawing/2014/main" id="{C1AF24FB-C38E-47A9-94F9-0B8915727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902"/>
                <a:ext cx="33" cy="85"/>
              </a:xfrm>
              <a:custGeom>
                <a:avLst/>
                <a:gdLst>
                  <a:gd name="T0" fmla="*/ 68 w 22"/>
                  <a:gd name="T1" fmla="*/ 205 h 53"/>
                  <a:gd name="T2" fmla="*/ 35 w 22"/>
                  <a:gd name="T3" fmla="*/ 212 h 53"/>
                  <a:gd name="T4" fmla="*/ 26 w 22"/>
                  <a:gd name="T5" fmla="*/ 157 h 53"/>
                  <a:gd name="T6" fmla="*/ 12 w 22"/>
                  <a:gd name="T7" fmla="*/ 75 h 53"/>
                  <a:gd name="T8" fmla="*/ 5 w 22"/>
                  <a:gd name="T9" fmla="*/ 35 h 53"/>
                  <a:gd name="T10" fmla="*/ 0 w 22"/>
                  <a:gd name="T11" fmla="*/ 0 h 53"/>
                  <a:gd name="T12" fmla="*/ 32 w 22"/>
                  <a:gd name="T13" fmla="*/ 157 h 53"/>
                  <a:gd name="T14" fmla="*/ 53 w 22"/>
                  <a:gd name="T15" fmla="*/ 192 h 53"/>
                  <a:gd name="T16" fmla="*/ 75 w 22"/>
                  <a:gd name="T17" fmla="*/ 197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53">
                    <a:moveTo>
                      <a:pt x="20" y="50"/>
                    </a:moveTo>
                    <a:cubicBezTo>
                      <a:pt x="18" y="50"/>
                      <a:pt x="13" y="53"/>
                      <a:pt x="10" y="51"/>
                    </a:cubicBezTo>
                    <a:cubicBezTo>
                      <a:pt x="8" y="49"/>
                      <a:pt x="8" y="41"/>
                      <a:pt x="7" y="38"/>
                    </a:cubicBezTo>
                    <a:cubicBezTo>
                      <a:pt x="5" y="31"/>
                      <a:pt x="4" y="25"/>
                      <a:pt x="3" y="18"/>
                    </a:cubicBezTo>
                    <a:cubicBezTo>
                      <a:pt x="2" y="15"/>
                      <a:pt x="2" y="12"/>
                      <a:pt x="1" y="9"/>
                    </a:cubicBezTo>
                    <a:cubicBezTo>
                      <a:pt x="1" y="6"/>
                      <a:pt x="0" y="3"/>
                      <a:pt x="0" y="0"/>
                    </a:cubicBezTo>
                    <a:cubicBezTo>
                      <a:pt x="4" y="12"/>
                      <a:pt x="5" y="26"/>
                      <a:pt x="9" y="38"/>
                    </a:cubicBezTo>
                    <a:cubicBezTo>
                      <a:pt x="10" y="42"/>
                      <a:pt x="11" y="46"/>
                      <a:pt x="15" y="47"/>
                    </a:cubicBezTo>
                    <a:cubicBezTo>
                      <a:pt x="17" y="49"/>
                      <a:pt x="20" y="49"/>
                      <a:pt x="22" y="48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4" name="Freeform 508">
                <a:extLst>
                  <a:ext uri="{FF2B5EF4-FFF2-40B4-BE49-F238E27FC236}">
                    <a16:creationId xmlns:a16="http://schemas.microsoft.com/office/drawing/2014/main" id="{EF63DEF8-915A-4F27-9131-F7A15B32A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912"/>
                <a:ext cx="1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0 h 2"/>
                  <a:gd name="T4" fmla="*/ 0 w 1"/>
                  <a:gd name="T5" fmla="*/ 8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5" name="Freeform 509">
                <a:extLst>
                  <a:ext uri="{FF2B5EF4-FFF2-40B4-BE49-F238E27FC236}">
                    <a16:creationId xmlns:a16="http://schemas.microsoft.com/office/drawing/2014/main" id="{B34FBFDC-BCD9-45D2-B4D4-1C9424AC0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816"/>
                <a:ext cx="23" cy="96"/>
              </a:xfrm>
              <a:custGeom>
                <a:avLst/>
                <a:gdLst>
                  <a:gd name="T0" fmla="*/ 14 w 15"/>
                  <a:gd name="T1" fmla="*/ 0 h 60"/>
                  <a:gd name="T2" fmla="*/ 0 w 15"/>
                  <a:gd name="T3" fmla="*/ 5 h 60"/>
                  <a:gd name="T4" fmla="*/ 0 w 15"/>
                  <a:gd name="T5" fmla="*/ 5 h 60"/>
                  <a:gd name="T6" fmla="*/ 12 w 15"/>
                  <a:gd name="T7" fmla="*/ 56 h 60"/>
                  <a:gd name="T8" fmla="*/ 32 w 15"/>
                  <a:gd name="T9" fmla="*/ 163 h 60"/>
                  <a:gd name="T10" fmla="*/ 43 w 15"/>
                  <a:gd name="T11" fmla="*/ 213 h 60"/>
                  <a:gd name="T12" fmla="*/ 54 w 15"/>
                  <a:gd name="T13" fmla="*/ 246 h 60"/>
                  <a:gd name="T14" fmla="*/ 18 w 15"/>
                  <a:gd name="T15" fmla="*/ 21 h 60"/>
                  <a:gd name="T16" fmla="*/ 14 w 15"/>
                  <a:gd name="T17" fmla="*/ 0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60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5"/>
                      <a:pt x="2" y="10"/>
                      <a:pt x="3" y="14"/>
                    </a:cubicBezTo>
                    <a:cubicBezTo>
                      <a:pt x="5" y="23"/>
                      <a:pt x="7" y="32"/>
                      <a:pt x="9" y="40"/>
                    </a:cubicBezTo>
                    <a:cubicBezTo>
                      <a:pt x="10" y="44"/>
                      <a:pt x="11" y="48"/>
                      <a:pt x="12" y="52"/>
                    </a:cubicBezTo>
                    <a:cubicBezTo>
                      <a:pt x="13" y="55"/>
                      <a:pt x="13" y="58"/>
                      <a:pt x="15" y="60"/>
                    </a:cubicBezTo>
                    <a:cubicBezTo>
                      <a:pt x="11" y="42"/>
                      <a:pt x="8" y="24"/>
                      <a:pt x="5" y="5"/>
                    </a:cubicBezTo>
                    <a:cubicBezTo>
                      <a:pt x="5" y="4"/>
                      <a:pt x="4" y="2"/>
                      <a:pt x="4" y="0"/>
                    </a:cubicBez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6" name="Freeform 510">
                <a:extLst>
                  <a:ext uri="{FF2B5EF4-FFF2-40B4-BE49-F238E27FC236}">
                    <a16:creationId xmlns:a16="http://schemas.microsoft.com/office/drawing/2014/main" id="{02FA97CD-A897-4332-B57A-056A21F55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864"/>
                <a:ext cx="12" cy="32"/>
              </a:xfrm>
              <a:custGeom>
                <a:avLst/>
                <a:gdLst>
                  <a:gd name="T0" fmla="*/ 0 w 8"/>
                  <a:gd name="T1" fmla="*/ 29 h 20"/>
                  <a:gd name="T2" fmla="*/ 8 w 8"/>
                  <a:gd name="T3" fmla="*/ 8 h 20"/>
                  <a:gd name="T4" fmla="*/ 26 w 8"/>
                  <a:gd name="T5" fmla="*/ 56 h 20"/>
                  <a:gd name="T6" fmla="*/ 27 w 8"/>
                  <a:gd name="T7" fmla="*/ 82 h 20"/>
                  <a:gd name="T8" fmla="*/ 26 w 8"/>
                  <a:gd name="T9" fmla="*/ 48 h 20"/>
                  <a:gd name="T10" fmla="*/ 8 w 8"/>
                  <a:gd name="T11" fmla="*/ 0 h 20"/>
                  <a:gd name="T12" fmla="*/ 0 w 8"/>
                  <a:gd name="T13" fmla="*/ 2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0">
                    <a:moveTo>
                      <a:pt x="0" y="7"/>
                    </a:moveTo>
                    <a:cubicBezTo>
                      <a:pt x="0" y="5"/>
                      <a:pt x="0" y="3"/>
                      <a:pt x="2" y="2"/>
                    </a:cubicBezTo>
                    <a:cubicBezTo>
                      <a:pt x="3" y="2"/>
                      <a:pt x="6" y="7"/>
                      <a:pt x="7" y="14"/>
                    </a:cubicBezTo>
                    <a:cubicBezTo>
                      <a:pt x="8" y="16"/>
                      <a:pt x="8" y="18"/>
                      <a:pt x="8" y="20"/>
                    </a:cubicBezTo>
                    <a:cubicBezTo>
                      <a:pt x="8" y="18"/>
                      <a:pt x="8" y="15"/>
                      <a:pt x="7" y="12"/>
                    </a:cubicBezTo>
                    <a:cubicBezTo>
                      <a:pt x="6" y="5"/>
                      <a:pt x="3" y="0"/>
                      <a:pt x="2" y="0"/>
                    </a:cubicBezTo>
                    <a:cubicBezTo>
                      <a:pt x="0" y="0"/>
                      <a:pt x="0" y="3"/>
                      <a:pt x="0" y="7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7" name="Freeform 511">
                <a:extLst>
                  <a:ext uri="{FF2B5EF4-FFF2-40B4-BE49-F238E27FC236}">
                    <a16:creationId xmlns:a16="http://schemas.microsoft.com/office/drawing/2014/main" id="{F51C7759-12DF-417C-9307-5A7A8E009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870"/>
                <a:ext cx="11" cy="31"/>
              </a:xfrm>
              <a:custGeom>
                <a:avLst/>
                <a:gdLst>
                  <a:gd name="T0" fmla="*/ 22 w 7"/>
                  <a:gd name="T1" fmla="*/ 75 h 19"/>
                  <a:gd name="T2" fmla="*/ 5 w 7"/>
                  <a:gd name="T3" fmla="*/ 29 h 19"/>
                  <a:gd name="T4" fmla="*/ 5 w 7"/>
                  <a:gd name="T5" fmla="*/ 0 h 19"/>
                  <a:gd name="T6" fmla="*/ 5 w 7"/>
                  <a:gd name="T7" fmla="*/ 39 h 19"/>
                  <a:gd name="T8" fmla="*/ 22 w 7"/>
                  <a:gd name="T9" fmla="*/ 77 h 19"/>
                  <a:gd name="T10" fmla="*/ 27 w 7"/>
                  <a:gd name="T11" fmla="*/ 62 h 19"/>
                  <a:gd name="T12" fmla="*/ 22 w 7"/>
                  <a:gd name="T13" fmla="*/ 7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9">
                    <a:moveTo>
                      <a:pt x="6" y="17"/>
                    </a:moveTo>
                    <a:cubicBezTo>
                      <a:pt x="4" y="17"/>
                      <a:pt x="2" y="12"/>
                      <a:pt x="1" y="7"/>
                    </a:cubicBezTo>
                    <a:cubicBezTo>
                      <a:pt x="1" y="5"/>
                      <a:pt x="1" y="2"/>
                      <a:pt x="1" y="0"/>
                    </a:cubicBezTo>
                    <a:cubicBezTo>
                      <a:pt x="0" y="2"/>
                      <a:pt x="0" y="6"/>
                      <a:pt x="1" y="9"/>
                    </a:cubicBezTo>
                    <a:cubicBezTo>
                      <a:pt x="2" y="14"/>
                      <a:pt x="4" y="19"/>
                      <a:pt x="6" y="18"/>
                    </a:cubicBezTo>
                    <a:cubicBezTo>
                      <a:pt x="7" y="18"/>
                      <a:pt x="7" y="16"/>
                      <a:pt x="7" y="14"/>
                    </a:cubicBezTo>
                    <a:cubicBezTo>
                      <a:pt x="7" y="15"/>
                      <a:pt x="7" y="17"/>
                      <a:pt x="6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8" name="Freeform 512">
                <a:extLst>
                  <a:ext uri="{FF2B5EF4-FFF2-40B4-BE49-F238E27FC236}">
                    <a16:creationId xmlns:a16="http://schemas.microsoft.com/office/drawing/2014/main" id="{C82FDB1F-A96C-4557-9CB0-2C110DDD1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817"/>
                <a:ext cx="114" cy="195"/>
              </a:xfrm>
              <a:custGeom>
                <a:avLst/>
                <a:gdLst>
                  <a:gd name="T0" fmla="*/ 8 w 76"/>
                  <a:gd name="T1" fmla="*/ 67 h 122"/>
                  <a:gd name="T2" fmla="*/ 14 w 76"/>
                  <a:gd name="T3" fmla="*/ 29 h 122"/>
                  <a:gd name="T4" fmla="*/ 45 w 76"/>
                  <a:gd name="T5" fmla="*/ 13 h 122"/>
                  <a:gd name="T6" fmla="*/ 89 w 76"/>
                  <a:gd name="T7" fmla="*/ 56 h 122"/>
                  <a:gd name="T8" fmla="*/ 180 w 76"/>
                  <a:gd name="T9" fmla="*/ 269 h 122"/>
                  <a:gd name="T10" fmla="*/ 248 w 76"/>
                  <a:gd name="T11" fmla="*/ 430 h 122"/>
                  <a:gd name="T12" fmla="*/ 243 w 76"/>
                  <a:gd name="T13" fmla="*/ 470 h 122"/>
                  <a:gd name="T14" fmla="*/ 216 w 76"/>
                  <a:gd name="T15" fmla="*/ 491 h 122"/>
                  <a:gd name="T16" fmla="*/ 189 w 76"/>
                  <a:gd name="T17" fmla="*/ 478 h 122"/>
                  <a:gd name="T18" fmla="*/ 107 w 76"/>
                  <a:gd name="T19" fmla="*/ 281 h 122"/>
                  <a:gd name="T20" fmla="*/ 8 w 76"/>
                  <a:gd name="T21" fmla="*/ 67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6" h="122">
                    <a:moveTo>
                      <a:pt x="2" y="16"/>
                    </a:moveTo>
                    <a:cubicBezTo>
                      <a:pt x="0" y="11"/>
                      <a:pt x="3" y="8"/>
                      <a:pt x="4" y="7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6" y="1"/>
                      <a:pt x="18" y="0"/>
                      <a:pt x="26" y="14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73" y="105"/>
                      <a:pt x="73" y="105"/>
                      <a:pt x="73" y="105"/>
                    </a:cubicBezTo>
                    <a:cubicBezTo>
                      <a:pt x="76" y="109"/>
                      <a:pt x="75" y="114"/>
                      <a:pt x="72" y="115"/>
                    </a:cubicBezTo>
                    <a:cubicBezTo>
                      <a:pt x="64" y="120"/>
                      <a:pt x="64" y="120"/>
                      <a:pt x="64" y="120"/>
                    </a:cubicBezTo>
                    <a:cubicBezTo>
                      <a:pt x="60" y="122"/>
                      <a:pt x="58" y="121"/>
                      <a:pt x="56" y="117"/>
                    </a:cubicBezTo>
                    <a:cubicBezTo>
                      <a:pt x="55" y="117"/>
                      <a:pt x="37" y="80"/>
                      <a:pt x="31" y="69"/>
                    </a:cubicBezTo>
                    <a:cubicBezTo>
                      <a:pt x="25" y="57"/>
                      <a:pt x="3" y="16"/>
                      <a:pt x="2" y="1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9" name="Freeform 513">
                <a:extLst>
                  <a:ext uri="{FF2B5EF4-FFF2-40B4-BE49-F238E27FC236}">
                    <a16:creationId xmlns:a16="http://schemas.microsoft.com/office/drawing/2014/main" id="{8A5E16E4-2B6F-4302-928D-7F21BD86A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1886"/>
                <a:ext cx="22" cy="38"/>
              </a:xfrm>
              <a:custGeom>
                <a:avLst/>
                <a:gdLst>
                  <a:gd name="T0" fmla="*/ 41 w 15"/>
                  <a:gd name="T1" fmla="*/ 90 h 24"/>
                  <a:gd name="T2" fmla="*/ 13 w 15"/>
                  <a:gd name="T3" fmla="*/ 55 h 24"/>
                  <a:gd name="T4" fmla="*/ 6 w 15"/>
                  <a:gd name="T5" fmla="*/ 5 h 24"/>
                  <a:gd name="T6" fmla="*/ 34 w 15"/>
                  <a:gd name="T7" fmla="*/ 43 h 24"/>
                  <a:gd name="T8" fmla="*/ 41 w 15"/>
                  <a:gd name="T9" fmla="*/ 9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13" y="23"/>
                    </a:moveTo>
                    <a:cubicBezTo>
                      <a:pt x="12" y="24"/>
                      <a:pt x="8" y="20"/>
                      <a:pt x="4" y="14"/>
                    </a:cubicBezTo>
                    <a:cubicBezTo>
                      <a:pt x="1" y="8"/>
                      <a:pt x="0" y="2"/>
                      <a:pt x="2" y="1"/>
                    </a:cubicBezTo>
                    <a:cubicBezTo>
                      <a:pt x="3" y="0"/>
                      <a:pt x="7" y="4"/>
                      <a:pt x="11" y="11"/>
                    </a:cubicBezTo>
                    <a:cubicBezTo>
                      <a:pt x="14" y="17"/>
                      <a:pt x="15" y="22"/>
                      <a:pt x="13" y="2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0" name="Freeform 514">
                <a:extLst>
                  <a:ext uri="{FF2B5EF4-FFF2-40B4-BE49-F238E27FC236}">
                    <a16:creationId xmlns:a16="http://schemas.microsoft.com/office/drawing/2014/main" id="{54EE319C-6F6B-40F9-BD2A-B7E055613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1892"/>
                <a:ext cx="22" cy="37"/>
              </a:xfrm>
              <a:custGeom>
                <a:avLst/>
                <a:gdLst>
                  <a:gd name="T0" fmla="*/ 41 w 15"/>
                  <a:gd name="T1" fmla="*/ 97 h 23"/>
                  <a:gd name="T2" fmla="*/ 13 w 15"/>
                  <a:gd name="T3" fmla="*/ 55 h 23"/>
                  <a:gd name="T4" fmla="*/ 1 w 15"/>
                  <a:gd name="T5" fmla="*/ 5 h 23"/>
                  <a:gd name="T6" fmla="*/ 32 w 15"/>
                  <a:gd name="T7" fmla="*/ 42 h 23"/>
                  <a:gd name="T8" fmla="*/ 41 w 15"/>
                  <a:gd name="T9" fmla="*/ 9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13" y="23"/>
                    </a:moveTo>
                    <a:cubicBezTo>
                      <a:pt x="11" y="23"/>
                      <a:pt x="7" y="19"/>
                      <a:pt x="4" y="13"/>
                    </a:cubicBezTo>
                    <a:cubicBezTo>
                      <a:pt x="1" y="7"/>
                      <a:pt x="0" y="1"/>
                      <a:pt x="1" y="1"/>
                    </a:cubicBezTo>
                    <a:cubicBezTo>
                      <a:pt x="3" y="0"/>
                      <a:pt x="7" y="4"/>
                      <a:pt x="10" y="10"/>
                    </a:cubicBezTo>
                    <a:cubicBezTo>
                      <a:pt x="13" y="16"/>
                      <a:pt x="15" y="22"/>
                      <a:pt x="13" y="2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1" name="Freeform 515">
                <a:extLst>
                  <a:ext uri="{FF2B5EF4-FFF2-40B4-BE49-F238E27FC236}">
                    <a16:creationId xmlns:a16="http://schemas.microsoft.com/office/drawing/2014/main" id="{3BC3837E-58EB-43A0-A3C7-6128AE650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932"/>
                <a:ext cx="54" cy="73"/>
              </a:xfrm>
              <a:custGeom>
                <a:avLst/>
                <a:gdLst>
                  <a:gd name="T0" fmla="*/ 116 w 36"/>
                  <a:gd name="T1" fmla="*/ 163 h 46"/>
                  <a:gd name="T2" fmla="*/ 86 w 36"/>
                  <a:gd name="T3" fmla="*/ 179 h 46"/>
                  <a:gd name="T4" fmla="*/ 62 w 36"/>
                  <a:gd name="T5" fmla="*/ 136 h 46"/>
                  <a:gd name="T6" fmla="*/ 32 w 36"/>
                  <a:gd name="T7" fmla="*/ 63 h 46"/>
                  <a:gd name="T8" fmla="*/ 18 w 36"/>
                  <a:gd name="T9" fmla="*/ 33 h 46"/>
                  <a:gd name="T10" fmla="*/ 0 w 36"/>
                  <a:gd name="T11" fmla="*/ 0 h 46"/>
                  <a:gd name="T12" fmla="*/ 68 w 36"/>
                  <a:gd name="T13" fmla="*/ 132 h 46"/>
                  <a:gd name="T14" fmla="*/ 95 w 36"/>
                  <a:gd name="T15" fmla="*/ 163 h 46"/>
                  <a:gd name="T16" fmla="*/ 122 w 36"/>
                  <a:gd name="T17" fmla="*/ 156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6">
                    <a:moveTo>
                      <a:pt x="34" y="41"/>
                    </a:moveTo>
                    <a:cubicBezTo>
                      <a:pt x="32" y="42"/>
                      <a:pt x="28" y="46"/>
                      <a:pt x="25" y="45"/>
                    </a:cubicBezTo>
                    <a:cubicBezTo>
                      <a:pt x="22" y="44"/>
                      <a:pt x="20" y="37"/>
                      <a:pt x="18" y="34"/>
                    </a:cubicBezTo>
                    <a:cubicBezTo>
                      <a:pt x="15" y="28"/>
                      <a:pt x="12" y="22"/>
                      <a:pt x="9" y="16"/>
                    </a:cubicBezTo>
                    <a:cubicBezTo>
                      <a:pt x="7" y="13"/>
                      <a:pt x="6" y="10"/>
                      <a:pt x="5" y="8"/>
                    </a:cubicBezTo>
                    <a:cubicBezTo>
                      <a:pt x="3" y="5"/>
                      <a:pt x="1" y="2"/>
                      <a:pt x="0" y="0"/>
                    </a:cubicBezTo>
                    <a:cubicBezTo>
                      <a:pt x="8" y="9"/>
                      <a:pt x="13" y="22"/>
                      <a:pt x="20" y="33"/>
                    </a:cubicBezTo>
                    <a:cubicBezTo>
                      <a:pt x="22" y="37"/>
                      <a:pt x="25" y="40"/>
                      <a:pt x="28" y="41"/>
                    </a:cubicBezTo>
                    <a:cubicBezTo>
                      <a:pt x="31" y="41"/>
                      <a:pt x="34" y="40"/>
                      <a:pt x="36" y="39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2" name="Freeform 516">
                <a:extLst>
                  <a:ext uri="{FF2B5EF4-FFF2-40B4-BE49-F238E27FC236}">
                    <a16:creationId xmlns:a16="http://schemas.microsoft.com/office/drawing/2014/main" id="{AF27DAC0-2EA1-49C5-BC3F-540ED6B19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823"/>
                <a:ext cx="74" cy="112"/>
              </a:xfrm>
              <a:custGeom>
                <a:avLst/>
                <a:gdLst>
                  <a:gd name="T0" fmla="*/ 169 w 49"/>
                  <a:gd name="T1" fmla="*/ 286 h 70"/>
                  <a:gd name="T2" fmla="*/ 80 w 49"/>
                  <a:gd name="T3" fmla="*/ 74 h 70"/>
                  <a:gd name="T4" fmla="*/ 35 w 49"/>
                  <a:gd name="T5" fmla="*/ 5 h 70"/>
                  <a:gd name="T6" fmla="*/ 0 w 49"/>
                  <a:gd name="T7" fmla="*/ 26 h 70"/>
                  <a:gd name="T8" fmla="*/ 39 w 49"/>
                  <a:gd name="T9" fmla="*/ 26 h 70"/>
                  <a:gd name="T10" fmla="*/ 59 w 49"/>
                  <a:gd name="T11" fmla="*/ 61 h 70"/>
                  <a:gd name="T12" fmla="*/ 82 w 49"/>
                  <a:gd name="T13" fmla="*/ 115 h 70"/>
                  <a:gd name="T14" fmla="*/ 124 w 49"/>
                  <a:gd name="T15" fmla="*/ 205 h 70"/>
                  <a:gd name="T16" fmla="*/ 148 w 49"/>
                  <a:gd name="T17" fmla="*/ 251 h 70"/>
                  <a:gd name="T18" fmla="*/ 165 w 49"/>
                  <a:gd name="T19" fmla="*/ 282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70">
                    <a:moveTo>
                      <a:pt x="49" y="70"/>
                    </a:moveTo>
                    <a:cubicBezTo>
                      <a:pt x="39" y="53"/>
                      <a:pt x="31" y="36"/>
                      <a:pt x="23" y="18"/>
                    </a:cubicBezTo>
                    <a:cubicBezTo>
                      <a:pt x="21" y="14"/>
                      <a:pt x="14" y="2"/>
                      <a:pt x="10" y="1"/>
                    </a:cubicBezTo>
                    <a:cubicBezTo>
                      <a:pt x="7" y="0"/>
                      <a:pt x="2" y="5"/>
                      <a:pt x="0" y="6"/>
                    </a:cubicBezTo>
                    <a:cubicBezTo>
                      <a:pt x="3" y="5"/>
                      <a:pt x="7" y="3"/>
                      <a:pt x="11" y="6"/>
                    </a:cubicBezTo>
                    <a:cubicBezTo>
                      <a:pt x="14" y="8"/>
                      <a:pt x="16" y="13"/>
                      <a:pt x="17" y="15"/>
                    </a:cubicBezTo>
                    <a:cubicBezTo>
                      <a:pt x="19" y="19"/>
                      <a:pt x="22" y="23"/>
                      <a:pt x="24" y="28"/>
                    </a:cubicBezTo>
                    <a:cubicBezTo>
                      <a:pt x="28" y="35"/>
                      <a:pt x="32" y="43"/>
                      <a:pt x="36" y="50"/>
                    </a:cubicBezTo>
                    <a:cubicBezTo>
                      <a:pt x="39" y="54"/>
                      <a:pt x="41" y="58"/>
                      <a:pt x="43" y="61"/>
                    </a:cubicBezTo>
                    <a:cubicBezTo>
                      <a:pt x="45" y="64"/>
                      <a:pt x="46" y="67"/>
                      <a:pt x="48" y="69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3" name="Freeform 517">
                <a:extLst>
                  <a:ext uri="{FF2B5EF4-FFF2-40B4-BE49-F238E27FC236}">
                    <a16:creationId xmlns:a16="http://schemas.microsoft.com/office/drawing/2014/main" id="{CDE6CDAD-FF05-44CA-ACC9-B6E942B0A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1892"/>
                <a:ext cx="19" cy="29"/>
              </a:xfrm>
              <a:custGeom>
                <a:avLst/>
                <a:gdLst>
                  <a:gd name="T0" fmla="*/ 6 w 13"/>
                  <a:gd name="T1" fmla="*/ 34 h 18"/>
                  <a:gd name="T2" fmla="*/ 6 w 13"/>
                  <a:gd name="T3" fmla="*/ 13 h 18"/>
                  <a:gd name="T4" fmla="*/ 34 w 13"/>
                  <a:gd name="T5" fmla="*/ 50 h 18"/>
                  <a:gd name="T6" fmla="*/ 41 w 13"/>
                  <a:gd name="T7" fmla="*/ 76 h 18"/>
                  <a:gd name="T8" fmla="*/ 32 w 13"/>
                  <a:gd name="T9" fmla="*/ 42 h 18"/>
                  <a:gd name="T10" fmla="*/ 6 w 13"/>
                  <a:gd name="T11" fmla="*/ 5 h 18"/>
                  <a:gd name="T12" fmla="*/ 6 w 13"/>
                  <a:gd name="T13" fmla="*/ 3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2" y="8"/>
                    </a:moveTo>
                    <a:cubicBezTo>
                      <a:pt x="1" y="5"/>
                      <a:pt x="1" y="3"/>
                      <a:pt x="2" y="3"/>
                    </a:cubicBezTo>
                    <a:cubicBezTo>
                      <a:pt x="4" y="2"/>
                      <a:pt x="8" y="6"/>
                      <a:pt x="11" y="12"/>
                    </a:cubicBezTo>
                    <a:cubicBezTo>
                      <a:pt x="12" y="14"/>
                      <a:pt x="13" y="16"/>
                      <a:pt x="13" y="18"/>
                    </a:cubicBezTo>
                    <a:cubicBezTo>
                      <a:pt x="13" y="16"/>
                      <a:pt x="12" y="13"/>
                      <a:pt x="10" y="10"/>
                    </a:cubicBezTo>
                    <a:cubicBezTo>
                      <a:pt x="7" y="4"/>
                      <a:pt x="3" y="0"/>
                      <a:pt x="2" y="1"/>
                    </a:cubicBezTo>
                    <a:cubicBezTo>
                      <a:pt x="0" y="1"/>
                      <a:pt x="1" y="4"/>
                      <a:pt x="2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4" name="Freeform 518">
                <a:extLst>
                  <a:ext uri="{FF2B5EF4-FFF2-40B4-BE49-F238E27FC236}">
                    <a16:creationId xmlns:a16="http://schemas.microsoft.com/office/drawing/2014/main" id="{DAA4641B-AFC7-43B1-BC6A-5E0D94F2C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900"/>
                <a:ext cx="16" cy="27"/>
              </a:xfrm>
              <a:custGeom>
                <a:avLst/>
                <a:gdLst>
                  <a:gd name="T0" fmla="*/ 28 w 11"/>
                  <a:gd name="T1" fmla="*/ 60 h 17"/>
                  <a:gd name="T2" fmla="*/ 6 w 11"/>
                  <a:gd name="T3" fmla="*/ 25 h 17"/>
                  <a:gd name="T4" fmla="*/ 0 w 11"/>
                  <a:gd name="T5" fmla="*/ 0 h 17"/>
                  <a:gd name="T6" fmla="*/ 9 w 11"/>
                  <a:gd name="T7" fmla="*/ 33 h 17"/>
                  <a:gd name="T8" fmla="*/ 32 w 11"/>
                  <a:gd name="T9" fmla="*/ 64 h 17"/>
                  <a:gd name="T10" fmla="*/ 32 w 11"/>
                  <a:gd name="T11" fmla="*/ 43 h 17"/>
                  <a:gd name="T12" fmla="*/ 28 w 11"/>
                  <a:gd name="T13" fmla="*/ 6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7">
                    <a:moveTo>
                      <a:pt x="9" y="15"/>
                    </a:moveTo>
                    <a:cubicBezTo>
                      <a:pt x="8" y="15"/>
                      <a:pt x="5" y="11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2"/>
                      <a:pt x="1" y="5"/>
                      <a:pt x="3" y="8"/>
                    </a:cubicBezTo>
                    <a:cubicBezTo>
                      <a:pt x="5" y="13"/>
                      <a:pt x="9" y="17"/>
                      <a:pt x="10" y="16"/>
                    </a:cubicBezTo>
                    <a:cubicBezTo>
                      <a:pt x="11" y="15"/>
                      <a:pt x="11" y="14"/>
                      <a:pt x="10" y="11"/>
                    </a:cubicBezTo>
                    <a:cubicBezTo>
                      <a:pt x="10" y="12"/>
                      <a:pt x="10" y="14"/>
                      <a:pt x="9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5" name="Freeform 519">
                <a:extLst>
                  <a:ext uri="{FF2B5EF4-FFF2-40B4-BE49-F238E27FC236}">
                    <a16:creationId xmlns:a16="http://schemas.microsoft.com/office/drawing/2014/main" id="{BC4729EA-A797-4139-9B4A-D8CE07892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817"/>
                <a:ext cx="114" cy="195"/>
              </a:xfrm>
              <a:custGeom>
                <a:avLst/>
                <a:gdLst>
                  <a:gd name="T0" fmla="*/ 8 w 76"/>
                  <a:gd name="T1" fmla="*/ 67 h 122"/>
                  <a:gd name="T2" fmla="*/ 14 w 76"/>
                  <a:gd name="T3" fmla="*/ 29 h 122"/>
                  <a:gd name="T4" fmla="*/ 45 w 76"/>
                  <a:gd name="T5" fmla="*/ 13 h 122"/>
                  <a:gd name="T6" fmla="*/ 89 w 76"/>
                  <a:gd name="T7" fmla="*/ 56 h 122"/>
                  <a:gd name="T8" fmla="*/ 180 w 76"/>
                  <a:gd name="T9" fmla="*/ 269 h 122"/>
                  <a:gd name="T10" fmla="*/ 248 w 76"/>
                  <a:gd name="T11" fmla="*/ 430 h 122"/>
                  <a:gd name="T12" fmla="*/ 243 w 76"/>
                  <a:gd name="T13" fmla="*/ 470 h 122"/>
                  <a:gd name="T14" fmla="*/ 216 w 76"/>
                  <a:gd name="T15" fmla="*/ 491 h 122"/>
                  <a:gd name="T16" fmla="*/ 189 w 76"/>
                  <a:gd name="T17" fmla="*/ 478 h 122"/>
                  <a:gd name="T18" fmla="*/ 107 w 76"/>
                  <a:gd name="T19" fmla="*/ 281 h 122"/>
                  <a:gd name="T20" fmla="*/ 8 w 76"/>
                  <a:gd name="T21" fmla="*/ 67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6" h="122">
                    <a:moveTo>
                      <a:pt x="2" y="16"/>
                    </a:moveTo>
                    <a:cubicBezTo>
                      <a:pt x="0" y="11"/>
                      <a:pt x="3" y="8"/>
                      <a:pt x="4" y="7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6" y="1"/>
                      <a:pt x="18" y="0"/>
                      <a:pt x="26" y="14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73" y="105"/>
                      <a:pt x="73" y="105"/>
                      <a:pt x="73" y="105"/>
                    </a:cubicBezTo>
                    <a:cubicBezTo>
                      <a:pt x="76" y="109"/>
                      <a:pt x="75" y="114"/>
                      <a:pt x="72" y="115"/>
                    </a:cubicBezTo>
                    <a:cubicBezTo>
                      <a:pt x="64" y="120"/>
                      <a:pt x="64" y="120"/>
                      <a:pt x="64" y="120"/>
                    </a:cubicBezTo>
                    <a:cubicBezTo>
                      <a:pt x="60" y="122"/>
                      <a:pt x="58" y="121"/>
                      <a:pt x="56" y="117"/>
                    </a:cubicBezTo>
                    <a:cubicBezTo>
                      <a:pt x="55" y="117"/>
                      <a:pt x="37" y="80"/>
                      <a:pt x="31" y="69"/>
                    </a:cubicBezTo>
                    <a:cubicBezTo>
                      <a:pt x="25" y="57"/>
                      <a:pt x="3" y="16"/>
                      <a:pt x="2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6" name="Freeform 520">
                <a:extLst>
                  <a:ext uri="{FF2B5EF4-FFF2-40B4-BE49-F238E27FC236}">
                    <a16:creationId xmlns:a16="http://schemas.microsoft.com/office/drawing/2014/main" id="{EF2C04B8-C8ED-412E-BA81-E53AC1C66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220"/>
                <a:ext cx="49" cy="204"/>
              </a:xfrm>
              <a:custGeom>
                <a:avLst/>
                <a:gdLst>
                  <a:gd name="T0" fmla="*/ 40 w 33"/>
                  <a:gd name="T1" fmla="*/ 472 h 128"/>
                  <a:gd name="T2" fmla="*/ 13 w 33"/>
                  <a:gd name="T3" fmla="*/ 171 h 128"/>
                  <a:gd name="T4" fmla="*/ 1 w 33"/>
                  <a:gd name="T5" fmla="*/ 53 h 128"/>
                  <a:gd name="T6" fmla="*/ 13 w 33"/>
                  <a:gd name="T7" fmla="*/ 8 h 128"/>
                  <a:gd name="T8" fmla="*/ 46 w 33"/>
                  <a:gd name="T9" fmla="*/ 0 h 128"/>
                  <a:gd name="T10" fmla="*/ 67 w 33"/>
                  <a:gd name="T11" fmla="*/ 33 h 128"/>
                  <a:gd name="T12" fmla="*/ 88 w 33"/>
                  <a:gd name="T13" fmla="*/ 316 h 128"/>
                  <a:gd name="T14" fmla="*/ 105 w 33"/>
                  <a:gd name="T15" fmla="*/ 478 h 128"/>
                  <a:gd name="T16" fmla="*/ 88 w 33"/>
                  <a:gd name="T17" fmla="*/ 513 h 128"/>
                  <a:gd name="T18" fmla="*/ 59 w 33"/>
                  <a:gd name="T19" fmla="*/ 518 h 128"/>
                  <a:gd name="T20" fmla="*/ 46 w 33"/>
                  <a:gd name="T21" fmla="*/ 513 h 128"/>
                  <a:gd name="T22" fmla="*/ 40 w 33"/>
                  <a:gd name="T23" fmla="*/ 472 h 128"/>
                  <a:gd name="T24" fmla="*/ 40 w 33"/>
                  <a:gd name="T25" fmla="*/ 472 h 1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128">
                    <a:moveTo>
                      <a:pt x="12" y="117"/>
                    </a:moveTo>
                    <a:cubicBezTo>
                      <a:pt x="12" y="116"/>
                      <a:pt x="5" y="61"/>
                      <a:pt x="4" y="4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9"/>
                      <a:pt x="1" y="3"/>
                      <a:pt x="4" y="2"/>
                    </a:cubicBezTo>
                    <a:cubicBezTo>
                      <a:pt x="4" y="2"/>
                      <a:pt x="14" y="0"/>
                      <a:pt x="14" y="0"/>
                    </a:cubicBezTo>
                    <a:cubicBezTo>
                      <a:pt x="18" y="0"/>
                      <a:pt x="20" y="3"/>
                      <a:pt x="20" y="8"/>
                    </a:cubicBezTo>
                    <a:cubicBezTo>
                      <a:pt x="20" y="9"/>
                      <a:pt x="26" y="62"/>
                      <a:pt x="27" y="78"/>
                    </a:cubicBezTo>
                    <a:cubicBezTo>
                      <a:pt x="29" y="93"/>
                      <a:pt x="32" y="116"/>
                      <a:pt x="32" y="118"/>
                    </a:cubicBezTo>
                    <a:cubicBezTo>
                      <a:pt x="33" y="123"/>
                      <a:pt x="31" y="127"/>
                      <a:pt x="27" y="127"/>
                    </a:cubicBezTo>
                    <a:cubicBezTo>
                      <a:pt x="18" y="128"/>
                      <a:pt x="18" y="128"/>
                      <a:pt x="18" y="128"/>
                    </a:cubicBezTo>
                    <a:cubicBezTo>
                      <a:pt x="16" y="128"/>
                      <a:pt x="15" y="128"/>
                      <a:pt x="14" y="127"/>
                    </a:cubicBezTo>
                    <a:cubicBezTo>
                      <a:pt x="13" y="125"/>
                      <a:pt x="12" y="121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7" name="Freeform 521">
                <a:extLst>
                  <a:ext uri="{FF2B5EF4-FFF2-40B4-BE49-F238E27FC236}">
                    <a16:creationId xmlns:a16="http://schemas.microsoft.com/office/drawing/2014/main" id="{A46C4B62-BCDC-41F7-A70B-3C674E3A6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013"/>
                <a:ext cx="77" cy="205"/>
              </a:xfrm>
              <a:custGeom>
                <a:avLst/>
                <a:gdLst>
                  <a:gd name="T0" fmla="*/ 12 w 51"/>
                  <a:gd name="T1" fmla="*/ 69 h 128"/>
                  <a:gd name="T2" fmla="*/ 21 w 51"/>
                  <a:gd name="T3" fmla="*/ 13 h 128"/>
                  <a:gd name="T4" fmla="*/ 53 w 51"/>
                  <a:gd name="T5" fmla="*/ 5 h 128"/>
                  <a:gd name="T6" fmla="*/ 80 w 51"/>
                  <a:gd name="T7" fmla="*/ 46 h 128"/>
                  <a:gd name="T8" fmla="*/ 107 w 51"/>
                  <a:gd name="T9" fmla="*/ 170 h 128"/>
                  <a:gd name="T10" fmla="*/ 169 w 51"/>
                  <a:gd name="T11" fmla="*/ 464 h 128"/>
                  <a:gd name="T12" fmla="*/ 157 w 51"/>
                  <a:gd name="T13" fmla="*/ 513 h 128"/>
                  <a:gd name="T14" fmla="*/ 128 w 51"/>
                  <a:gd name="T15" fmla="*/ 521 h 128"/>
                  <a:gd name="T16" fmla="*/ 103 w 51"/>
                  <a:gd name="T17" fmla="*/ 506 h 128"/>
                  <a:gd name="T18" fmla="*/ 59 w 51"/>
                  <a:gd name="T19" fmla="*/ 280 h 128"/>
                  <a:gd name="T20" fmla="*/ 12 w 51"/>
                  <a:gd name="T21" fmla="*/ 69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128">
                    <a:moveTo>
                      <a:pt x="3" y="17"/>
                    </a:moveTo>
                    <a:cubicBezTo>
                      <a:pt x="0" y="6"/>
                      <a:pt x="3" y="4"/>
                      <a:pt x="6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8" y="0"/>
                      <a:pt x="21" y="1"/>
                      <a:pt x="23" y="11"/>
                    </a:cubicBezTo>
                    <a:cubicBezTo>
                      <a:pt x="23" y="11"/>
                      <a:pt x="25" y="17"/>
                      <a:pt x="31" y="41"/>
                    </a:cubicBezTo>
                    <a:cubicBezTo>
                      <a:pt x="37" y="65"/>
                      <a:pt x="49" y="112"/>
                      <a:pt x="49" y="113"/>
                    </a:cubicBezTo>
                    <a:cubicBezTo>
                      <a:pt x="51" y="122"/>
                      <a:pt x="49" y="124"/>
                      <a:pt x="46" y="125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2" y="128"/>
                      <a:pt x="31" y="126"/>
                      <a:pt x="30" y="123"/>
                    </a:cubicBezTo>
                    <a:cubicBezTo>
                      <a:pt x="30" y="123"/>
                      <a:pt x="23" y="90"/>
                      <a:pt x="17" y="68"/>
                    </a:cubicBezTo>
                    <a:cubicBezTo>
                      <a:pt x="12" y="47"/>
                      <a:pt x="3" y="18"/>
                      <a:pt x="3" y="1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8" name="Freeform 522">
                <a:extLst>
                  <a:ext uri="{FF2B5EF4-FFF2-40B4-BE49-F238E27FC236}">
                    <a16:creationId xmlns:a16="http://schemas.microsoft.com/office/drawing/2014/main" id="{E9F538AD-378B-481F-988E-5BD4BF00D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300"/>
                <a:ext cx="12" cy="41"/>
              </a:xfrm>
              <a:custGeom>
                <a:avLst/>
                <a:gdLst>
                  <a:gd name="T0" fmla="*/ 18 w 8"/>
                  <a:gd name="T1" fmla="*/ 98 h 26"/>
                  <a:gd name="T2" fmla="*/ 5 w 8"/>
                  <a:gd name="T3" fmla="*/ 52 h 26"/>
                  <a:gd name="T4" fmla="*/ 12 w 8"/>
                  <a:gd name="T5" fmla="*/ 5 h 26"/>
                  <a:gd name="T6" fmla="*/ 26 w 8"/>
                  <a:gd name="T7" fmla="*/ 52 h 26"/>
                  <a:gd name="T8" fmla="*/ 18 w 8"/>
                  <a:gd name="T9" fmla="*/ 9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6">
                    <a:moveTo>
                      <a:pt x="5" y="25"/>
                    </a:moveTo>
                    <a:cubicBezTo>
                      <a:pt x="3" y="26"/>
                      <a:pt x="1" y="20"/>
                      <a:pt x="1" y="13"/>
                    </a:cubicBezTo>
                    <a:cubicBezTo>
                      <a:pt x="0" y="7"/>
                      <a:pt x="1" y="1"/>
                      <a:pt x="3" y="1"/>
                    </a:cubicBezTo>
                    <a:cubicBezTo>
                      <a:pt x="5" y="0"/>
                      <a:pt x="7" y="6"/>
                      <a:pt x="7" y="13"/>
                    </a:cubicBezTo>
                    <a:cubicBezTo>
                      <a:pt x="8" y="20"/>
                      <a:pt x="7" y="25"/>
                      <a:pt x="5" y="2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9" name="Freeform 523">
                <a:extLst>
                  <a:ext uri="{FF2B5EF4-FFF2-40B4-BE49-F238E27FC236}">
                    <a16:creationId xmlns:a16="http://schemas.microsoft.com/office/drawing/2014/main" id="{D55046C1-FF14-451A-A2BD-CBE6C325E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092"/>
                <a:ext cx="15" cy="40"/>
              </a:xfrm>
              <a:custGeom>
                <a:avLst/>
                <a:gdLst>
                  <a:gd name="T0" fmla="*/ 27 w 10"/>
                  <a:gd name="T1" fmla="*/ 102 h 25"/>
                  <a:gd name="T2" fmla="*/ 5 w 10"/>
                  <a:gd name="T3" fmla="*/ 56 h 25"/>
                  <a:gd name="T4" fmla="*/ 8 w 10"/>
                  <a:gd name="T5" fmla="*/ 5 h 25"/>
                  <a:gd name="T6" fmla="*/ 27 w 10"/>
                  <a:gd name="T7" fmla="*/ 48 h 25"/>
                  <a:gd name="T8" fmla="*/ 27 w 10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8" y="25"/>
                    </a:moveTo>
                    <a:cubicBezTo>
                      <a:pt x="6" y="25"/>
                      <a:pt x="3" y="20"/>
                      <a:pt x="1" y="14"/>
                    </a:cubicBezTo>
                    <a:cubicBezTo>
                      <a:pt x="0" y="7"/>
                      <a:pt x="0" y="1"/>
                      <a:pt x="2" y="1"/>
                    </a:cubicBezTo>
                    <a:cubicBezTo>
                      <a:pt x="3" y="0"/>
                      <a:pt x="6" y="5"/>
                      <a:pt x="8" y="12"/>
                    </a:cubicBezTo>
                    <a:cubicBezTo>
                      <a:pt x="10" y="19"/>
                      <a:pt x="10" y="24"/>
                      <a:pt x="8" y="2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0" name="Freeform 524">
                <a:extLst>
                  <a:ext uri="{FF2B5EF4-FFF2-40B4-BE49-F238E27FC236}">
                    <a16:creationId xmlns:a16="http://schemas.microsoft.com/office/drawing/2014/main" id="{2C135EFD-8077-4819-ADE7-AF29B6B7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304"/>
                <a:ext cx="14" cy="42"/>
              </a:xfrm>
              <a:custGeom>
                <a:avLst/>
                <a:gdLst>
                  <a:gd name="T0" fmla="*/ 22 w 9"/>
                  <a:gd name="T1" fmla="*/ 105 h 26"/>
                  <a:gd name="T2" fmla="*/ 5 w 9"/>
                  <a:gd name="T3" fmla="*/ 55 h 26"/>
                  <a:gd name="T4" fmla="*/ 12 w 9"/>
                  <a:gd name="T5" fmla="*/ 5 h 26"/>
                  <a:gd name="T6" fmla="*/ 30 w 9"/>
                  <a:gd name="T7" fmla="*/ 55 h 26"/>
                  <a:gd name="T8" fmla="*/ 22 w 9"/>
                  <a:gd name="T9" fmla="*/ 10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6">
                    <a:moveTo>
                      <a:pt x="6" y="25"/>
                    </a:moveTo>
                    <a:cubicBezTo>
                      <a:pt x="4" y="26"/>
                      <a:pt x="2" y="20"/>
                      <a:pt x="1" y="13"/>
                    </a:cubicBezTo>
                    <a:cubicBezTo>
                      <a:pt x="0" y="7"/>
                      <a:pt x="1" y="1"/>
                      <a:pt x="3" y="1"/>
                    </a:cubicBezTo>
                    <a:cubicBezTo>
                      <a:pt x="5" y="0"/>
                      <a:pt x="7" y="6"/>
                      <a:pt x="8" y="13"/>
                    </a:cubicBezTo>
                    <a:cubicBezTo>
                      <a:pt x="9" y="20"/>
                      <a:pt x="8" y="25"/>
                      <a:pt x="6" y="2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1" name="Freeform 525">
                <a:extLst>
                  <a:ext uri="{FF2B5EF4-FFF2-40B4-BE49-F238E27FC236}">
                    <a16:creationId xmlns:a16="http://schemas.microsoft.com/office/drawing/2014/main" id="{D4CAF7F9-BE7A-4E3B-8FF6-7DC6FFFE5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304"/>
                <a:ext cx="10" cy="34"/>
              </a:xfrm>
              <a:custGeom>
                <a:avLst/>
                <a:gdLst>
                  <a:gd name="T0" fmla="*/ 0 w 7"/>
                  <a:gd name="T1" fmla="*/ 34 h 21"/>
                  <a:gd name="T2" fmla="*/ 6 w 7"/>
                  <a:gd name="T3" fmla="*/ 13 h 21"/>
                  <a:gd name="T4" fmla="*/ 20 w 7"/>
                  <a:gd name="T5" fmla="*/ 63 h 21"/>
                  <a:gd name="T6" fmla="*/ 20 w 7"/>
                  <a:gd name="T7" fmla="*/ 89 h 21"/>
                  <a:gd name="T8" fmla="*/ 20 w 7"/>
                  <a:gd name="T9" fmla="*/ 55 h 21"/>
                  <a:gd name="T10" fmla="*/ 6 w 7"/>
                  <a:gd name="T11" fmla="*/ 5 h 21"/>
                  <a:gd name="T12" fmla="*/ 0 w 7"/>
                  <a:gd name="T13" fmla="*/ 3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0" y="8"/>
                    </a:moveTo>
                    <a:cubicBezTo>
                      <a:pt x="0" y="5"/>
                      <a:pt x="1" y="3"/>
                      <a:pt x="2" y="3"/>
                    </a:cubicBezTo>
                    <a:cubicBezTo>
                      <a:pt x="4" y="3"/>
                      <a:pt x="6" y="8"/>
                      <a:pt x="7" y="15"/>
                    </a:cubicBezTo>
                    <a:cubicBezTo>
                      <a:pt x="7" y="17"/>
                      <a:pt x="7" y="19"/>
                      <a:pt x="7" y="21"/>
                    </a:cubicBezTo>
                    <a:cubicBezTo>
                      <a:pt x="7" y="19"/>
                      <a:pt x="7" y="16"/>
                      <a:pt x="7" y="13"/>
                    </a:cubicBezTo>
                    <a:cubicBezTo>
                      <a:pt x="6" y="6"/>
                      <a:pt x="4" y="0"/>
                      <a:pt x="2" y="1"/>
                    </a:cubicBezTo>
                    <a:cubicBezTo>
                      <a:pt x="1" y="1"/>
                      <a:pt x="0" y="4"/>
                      <a:pt x="0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2" name="Freeform 526">
                <a:extLst>
                  <a:ext uri="{FF2B5EF4-FFF2-40B4-BE49-F238E27FC236}">
                    <a16:creationId xmlns:a16="http://schemas.microsoft.com/office/drawing/2014/main" id="{3FF7465A-8AD7-4214-8B43-A206FCF7A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312"/>
                <a:ext cx="9" cy="29"/>
              </a:xfrm>
              <a:custGeom>
                <a:avLst/>
                <a:gdLst>
                  <a:gd name="T0" fmla="*/ 14 w 6"/>
                  <a:gd name="T1" fmla="*/ 71 h 18"/>
                  <a:gd name="T2" fmla="*/ 5 w 6"/>
                  <a:gd name="T3" fmla="*/ 26 h 18"/>
                  <a:gd name="T4" fmla="*/ 5 w 6"/>
                  <a:gd name="T5" fmla="*/ 0 h 18"/>
                  <a:gd name="T6" fmla="*/ 5 w 6"/>
                  <a:gd name="T7" fmla="*/ 39 h 18"/>
                  <a:gd name="T8" fmla="*/ 14 w 6"/>
                  <a:gd name="T9" fmla="*/ 76 h 18"/>
                  <a:gd name="T10" fmla="*/ 21 w 6"/>
                  <a:gd name="T11" fmla="*/ 60 h 18"/>
                  <a:gd name="T12" fmla="*/ 14 w 6"/>
                  <a:gd name="T13" fmla="*/ 7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8">
                    <a:moveTo>
                      <a:pt x="4" y="17"/>
                    </a:moveTo>
                    <a:cubicBezTo>
                      <a:pt x="3" y="17"/>
                      <a:pt x="1" y="12"/>
                      <a:pt x="1" y="6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1" y="14"/>
                      <a:pt x="3" y="18"/>
                      <a:pt x="4" y="18"/>
                    </a:cubicBezTo>
                    <a:cubicBezTo>
                      <a:pt x="5" y="18"/>
                      <a:pt x="6" y="16"/>
                      <a:pt x="6" y="14"/>
                    </a:cubicBezTo>
                    <a:cubicBezTo>
                      <a:pt x="6" y="15"/>
                      <a:pt x="6" y="17"/>
                      <a:pt x="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3" name="Freeform 527">
                <a:extLst>
                  <a:ext uri="{FF2B5EF4-FFF2-40B4-BE49-F238E27FC236}">
                    <a16:creationId xmlns:a16="http://schemas.microsoft.com/office/drawing/2014/main" id="{DBD32B2B-6B83-4BA8-AA29-C1381BE0F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097"/>
                <a:ext cx="17" cy="40"/>
              </a:xfrm>
              <a:custGeom>
                <a:avLst/>
                <a:gdLst>
                  <a:gd name="T0" fmla="*/ 34 w 11"/>
                  <a:gd name="T1" fmla="*/ 102 h 25"/>
                  <a:gd name="T2" fmla="*/ 8 w 11"/>
                  <a:gd name="T3" fmla="*/ 56 h 25"/>
                  <a:gd name="T4" fmla="*/ 8 w 11"/>
                  <a:gd name="T5" fmla="*/ 5 h 25"/>
                  <a:gd name="T6" fmla="*/ 34 w 11"/>
                  <a:gd name="T7" fmla="*/ 48 h 25"/>
                  <a:gd name="T8" fmla="*/ 34 w 11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9" y="25"/>
                    </a:moveTo>
                    <a:cubicBezTo>
                      <a:pt x="7" y="25"/>
                      <a:pt x="4" y="20"/>
                      <a:pt x="2" y="14"/>
                    </a:cubicBezTo>
                    <a:cubicBezTo>
                      <a:pt x="0" y="7"/>
                      <a:pt x="1" y="1"/>
                      <a:pt x="2" y="1"/>
                    </a:cubicBezTo>
                    <a:cubicBezTo>
                      <a:pt x="4" y="0"/>
                      <a:pt x="7" y="5"/>
                      <a:pt x="9" y="12"/>
                    </a:cubicBezTo>
                    <a:cubicBezTo>
                      <a:pt x="11" y="19"/>
                      <a:pt x="10" y="24"/>
                      <a:pt x="9" y="2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4" name="Freeform 528">
                <a:extLst>
                  <a:ext uri="{FF2B5EF4-FFF2-40B4-BE49-F238E27FC236}">
                    <a16:creationId xmlns:a16="http://schemas.microsoft.com/office/drawing/2014/main" id="{E17A81E5-CACD-481E-B45D-82ED3B697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338"/>
                <a:ext cx="27" cy="83"/>
              </a:xfrm>
              <a:custGeom>
                <a:avLst/>
                <a:gdLst>
                  <a:gd name="T0" fmla="*/ 54 w 18"/>
                  <a:gd name="T1" fmla="*/ 206 h 52"/>
                  <a:gd name="T2" fmla="*/ 21 w 18"/>
                  <a:gd name="T3" fmla="*/ 204 h 52"/>
                  <a:gd name="T4" fmla="*/ 12 w 18"/>
                  <a:gd name="T5" fmla="*/ 155 h 52"/>
                  <a:gd name="T6" fmla="*/ 5 w 18"/>
                  <a:gd name="T7" fmla="*/ 73 h 52"/>
                  <a:gd name="T8" fmla="*/ 5 w 18"/>
                  <a:gd name="T9" fmla="*/ 35 h 52"/>
                  <a:gd name="T10" fmla="*/ 0 w 18"/>
                  <a:gd name="T11" fmla="*/ 0 h 52"/>
                  <a:gd name="T12" fmla="*/ 18 w 18"/>
                  <a:gd name="T13" fmla="*/ 155 h 52"/>
                  <a:gd name="T14" fmla="*/ 35 w 18"/>
                  <a:gd name="T15" fmla="*/ 196 h 52"/>
                  <a:gd name="T16" fmla="*/ 62 w 18"/>
                  <a:gd name="T17" fmla="*/ 204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52">
                    <a:moveTo>
                      <a:pt x="16" y="51"/>
                    </a:moveTo>
                    <a:cubicBezTo>
                      <a:pt x="13" y="51"/>
                      <a:pt x="9" y="52"/>
                      <a:pt x="6" y="50"/>
                    </a:cubicBezTo>
                    <a:cubicBezTo>
                      <a:pt x="4" y="47"/>
                      <a:pt x="4" y="41"/>
                      <a:pt x="3" y="38"/>
                    </a:cubicBezTo>
                    <a:cubicBezTo>
                      <a:pt x="3" y="31"/>
                      <a:pt x="2" y="24"/>
                      <a:pt x="1" y="18"/>
                    </a:cubicBezTo>
                    <a:cubicBezTo>
                      <a:pt x="1" y="15"/>
                      <a:pt x="1" y="12"/>
                      <a:pt x="1" y="9"/>
                    </a:cubicBezTo>
                    <a:cubicBezTo>
                      <a:pt x="0" y="6"/>
                      <a:pt x="0" y="2"/>
                      <a:pt x="0" y="0"/>
                    </a:cubicBezTo>
                    <a:cubicBezTo>
                      <a:pt x="3" y="11"/>
                      <a:pt x="3" y="26"/>
                      <a:pt x="5" y="38"/>
                    </a:cubicBezTo>
                    <a:cubicBezTo>
                      <a:pt x="6" y="42"/>
                      <a:pt x="7" y="46"/>
                      <a:pt x="10" y="48"/>
                    </a:cubicBezTo>
                    <a:cubicBezTo>
                      <a:pt x="13" y="50"/>
                      <a:pt x="15" y="50"/>
                      <a:pt x="18" y="5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5" name="Freeform 529">
                <a:extLst>
                  <a:ext uri="{FF2B5EF4-FFF2-40B4-BE49-F238E27FC236}">
                    <a16:creationId xmlns:a16="http://schemas.microsoft.com/office/drawing/2014/main" id="{39DCE198-746F-4DFA-94FC-1E450E7C2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224"/>
                <a:ext cx="32" cy="130"/>
              </a:xfrm>
              <a:custGeom>
                <a:avLst/>
                <a:gdLst>
                  <a:gd name="T0" fmla="*/ 75 w 21"/>
                  <a:gd name="T1" fmla="*/ 335 h 81"/>
                  <a:gd name="T2" fmla="*/ 53 w 21"/>
                  <a:gd name="T3" fmla="*/ 88 h 81"/>
                  <a:gd name="T4" fmla="*/ 40 w 21"/>
                  <a:gd name="T5" fmla="*/ 8 h 81"/>
                  <a:gd name="T6" fmla="*/ 0 w 21"/>
                  <a:gd name="T7" fmla="*/ 13 h 81"/>
                  <a:gd name="T8" fmla="*/ 35 w 21"/>
                  <a:gd name="T9" fmla="*/ 29 h 81"/>
                  <a:gd name="T10" fmla="*/ 46 w 21"/>
                  <a:gd name="T11" fmla="*/ 75 h 81"/>
                  <a:gd name="T12" fmla="*/ 49 w 21"/>
                  <a:gd name="T13" fmla="*/ 132 h 81"/>
                  <a:gd name="T14" fmla="*/ 61 w 21"/>
                  <a:gd name="T15" fmla="*/ 239 h 81"/>
                  <a:gd name="T16" fmla="*/ 70 w 21"/>
                  <a:gd name="T17" fmla="*/ 289 h 81"/>
                  <a:gd name="T18" fmla="*/ 75 w 21"/>
                  <a:gd name="T19" fmla="*/ 327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81">
                    <a:moveTo>
                      <a:pt x="21" y="81"/>
                    </a:moveTo>
                    <a:cubicBezTo>
                      <a:pt x="19" y="61"/>
                      <a:pt x="16" y="41"/>
                      <a:pt x="15" y="21"/>
                    </a:cubicBezTo>
                    <a:cubicBezTo>
                      <a:pt x="15" y="17"/>
                      <a:pt x="15" y="5"/>
                      <a:pt x="11" y="2"/>
                    </a:cubicBezTo>
                    <a:cubicBezTo>
                      <a:pt x="9" y="0"/>
                      <a:pt x="3" y="2"/>
                      <a:pt x="0" y="3"/>
                    </a:cubicBezTo>
                    <a:cubicBezTo>
                      <a:pt x="3" y="3"/>
                      <a:pt x="8" y="3"/>
                      <a:pt x="10" y="7"/>
                    </a:cubicBezTo>
                    <a:cubicBezTo>
                      <a:pt x="12" y="10"/>
                      <a:pt x="12" y="15"/>
                      <a:pt x="13" y="18"/>
                    </a:cubicBezTo>
                    <a:cubicBezTo>
                      <a:pt x="13" y="23"/>
                      <a:pt x="14" y="27"/>
                      <a:pt x="14" y="32"/>
                    </a:cubicBezTo>
                    <a:cubicBezTo>
                      <a:pt x="15" y="40"/>
                      <a:pt x="16" y="49"/>
                      <a:pt x="17" y="58"/>
                    </a:cubicBezTo>
                    <a:cubicBezTo>
                      <a:pt x="18" y="62"/>
                      <a:pt x="19" y="66"/>
                      <a:pt x="20" y="70"/>
                    </a:cubicBezTo>
                    <a:cubicBezTo>
                      <a:pt x="20" y="73"/>
                      <a:pt x="20" y="76"/>
                      <a:pt x="21" y="79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6" name="Freeform 530">
                <a:extLst>
                  <a:ext uri="{FF2B5EF4-FFF2-40B4-BE49-F238E27FC236}">
                    <a16:creationId xmlns:a16="http://schemas.microsoft.com/office/drawing/2014/main" id="{6C8CE66B-81AB-41CD-8761-71D814209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130"/>
                <a:ext cx="38" cy="83"/>
              </a:xfrm>
              <a:custGeom>
                <a:avLst/>
                <a:gdLst>
                  <a:gd name="T0" fmla="*/ 81 w 25"/>
                  <a:gd name="T1" fmla="*/ 196 h 52"/>
                  <a:gd name="T2" fmla="*/ 46 w 25"/>
                  <a:gd name="T3" fmla="*/ 204 h 52"/>
                  <a:gd name="T4" fmla="*/ 32 w 25"/>
                  <a:gd name="T5" fmla="*/ 150 h 52"/>
                  <a:gd name="T6" fmla="*/ 14 w 25"/>
                  <a:gd name="T7" fmla="*/ 69 h 52"/>
                  <a:gd name="T8" fmla="*/ 8 w 25"/>
                  <a:gd name="T9" fmla="*/ 34 h 52"/>
                  <a:gd name="T10" fmla="*/ 0 w 25"/>
                  <a:gd name="T11" fmla="*/ 0 h 52"/>
                  <a:gd name="T12" fmla="*/ 40 w 25"/>
                  <a:gd name="T13" fmla="*/ 150 h 52"/>
                  <a:gd name="T14" fmla="*/ 61 w 25"/>
                  <a:gd name="T15" fmla="*/ 187 h 52"/>
                  <a:gd name="T16" fmla="*/ 88 w 25"/>
                  <a:gd name="T17" fmla="*/ 192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52">
                    <a:moveTo>
                      <a:pt x="23" y="48"/>
                    </a:moveTo>
                    <a:cubicBezTo>
                      <a:pt x="20" y="48"/>
                      <a:pt x="16" y="52"/>
                      <a:pt x="13" y="50"/>
                    </a:cubicBezTo>
                    <a:cubicBezTo>
                      <a:pt x="11" y="48"/>
                      <a:pt x="10" y="40"/>
                      <a:pt x="9" y="37"/>
                    </a:cubicBezTo>
                    <a:cubicBezTo>
                      <a:pt x="7" y="30"/>
                      <a:pt x="6" y="24"/>
                      <a:pt x="4" y="17"/>
                    </a:cubicBezTo>
                    <a:cubicBezTo>
                      <a:pt x="3" y="14"/>
                      <a:pt x="3" y="11"/>
                      <a:pt x="2" y="8"/>
                    </a:cubicBezTo>
                    <a:cubicBezTo>
                      <a:pt x="1" y="5"/>
                      <a:pt x="0" y="2"/>
                      <a:pt x="0" y="0"/>
                    </a:cubicBezTo>
                    <a:cubicBezTo>
                      <a:pt x="5" y="11"/>
                      <a:pt x="7" y="25"/>
                      <a:pt x="11" y="37"/>
                    </a:cubicBezTo>
                    <a:cubicBezTo>
                      <a:pt x="12" y="41"/>
                      <a:pt x="14" y="45"/>
                      <a:pt x="17" y="46"/>
                    </a:cubicBezTo>
                    <a:cubicBezTo>
                      <a:pt x="20" y="47"/>
                      <a:pt x="23" y="47"/>
                      <a:pt x="25" y="47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7" name="Freeform 531">
                <a:extLst>
                  <a:ext uri="{FF2B5EF4-FFF2-40B4-BE49-F238E27FC236}">
                    <a16:creationId xmlns:a16="http://schemas.microsoft.com/office/drawing/2014/main" id="{DA04C1B9-623C-46F2-B975-C18CD7DC4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017"/>
                <a:ext cx="50" cy="124"/>
              </a:xfrm>
              <a:custGeom>
                <a:avLst/>
                <a:gdLst>
                  <a:gd name="T0" fmla="*/ 115 w 33"/>
                  <a:gd name="T1" fmla="*/ 313 h 78"/>
                  <a:gd name="T2" fmla="*/ 62 w 33"/>
                  <a:gd name="T3" fmla="*/ 81 h 78"/>
                  <a:gd name="T4" fmla="*/ 39 w 33"/>
                  <a:gd name="T5" fmla="*/ 8 h 78"/>
                  <a:gd name="T6" fmla="*/ 0 w 33"/>
                  <a:gd name="T7" fmla="*/ 21 h 78"/>
                  <a:gd name="T8" fmla="*/ 39 w 33"/>
                  <a:gd name="T9" fmla="*/ 27 h 78"/>
                  <a:gd name="T10" fmla="*/ 53 w 33"/>
                  <a:gd name="T11" fmla="*/ 68 h 78"/>
                  <a:gd name="T12" fmla="*/ 62 w 33"/>
                  <a:gd name="T13" fmla="*/ 121 h 78"/>
                  <a:gd name="T14" fmla="*/ 88 w 33"/>
                  <a:gd name="T15" fmla="*/ 224 h 78"/>
                  <a:gd name="T16" fmla="*/ 102 w 33"/>
                  <a:gd name="T17" fmla="*/ 273 h 78"/>
                  <a:gd name="T18" fmla="*/ 111 w 33"/>
                  <a:gd name="T19" fmla="*/ 305 h 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78">
                    <a:moveTo>
                      <a:pt x="33" y="78"/>
                    </a:moveTo>
                    <a:cubicBezTo>
                      <a:pt x="28" y="59"/>
                      <a:pt x="22" y="40"/>
                      <a:pt x="18" y="20"/>
                    </a:cubicBezTo>
                    <a:cubicBezTo>
                      <a:pt x="17" y="16"/>
                      <a:pt x="15" y="4"/>
                      <a:pt x="11" y="2"/>
                    </a:cubicBezTo>
                    <a:cubicBezTo>
                      <a:pt x="8" y="0"/>
                      <a:pt x="3" y="3"/>
                      <a:pt x="0" y="5"/>
                    </a:cubicBezTo>
                    <a:cubicBezTo>
                      <a:pt x="3" y="4"/>
                      <a:pt x="8" y="3"/>
                      <a:pt x="11" y="7"/>
                    </a:cubicBezTo>
                    <a:cubicBezTo>
                      <a:pt x="13" y="9"/>
                      <a:pt x="14" y="14"/>
                      <a:pt x="15" y="17"/>
                    </a:cubicBezTo>
                    <a:cubicBezTo>
                      <a:pt x="16" y="22"/>
                      <a:pt x="17" y="26"/>
                      <a:pt x="18" y="30"/>
                    </a:cubicBezTo>
                    <a:cubicBezTo>
                      <a:pt x="21" y="39"/>
                      <a:pt x="23" y="47"/>
                      <a:pt x="25" y="56"/>
                    </a:cubicBezTo>
                    <a:cubicBezTo>
                      <a:pt x="27" y="60"/>
                      <a:pt x="28" y="64"/>
                      <a:pt x="29" y="68"/>
                    </a:cubicBezTo>
                    <a:cubicBezTo>
                      <a:pt x="30" y="71"/>
                      <a:pt x="31" y="74"/>
                      <a:pt x="32" y="76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8" name="Freeform 532">
                <a:extLst>
                  <a:ext uri="{FF2B5EF4-FFF2-40B4-BE49-F238E27FC236}">
                    <a16:creationId xmlns:a16="http://schemas.microsoft.com/office/drawing/2014/main" id="{42CEC7D5-4A4E-45BF-8F62-72C1CB98F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097"/>
                <a:ext cx="13" cy="32"/>
              </a:xfrm>
              <a:custGeom>
                <a:avLst/>
                <a:gdLst>
                  <a:gd name="T0" fmla="*/ 0 w 9"/>
                  <a:gd name="T1" fmla="*/ 34 h 20"/>
                  <a:gd name="T2" fmla="*/ 6 w 9"/>
                  <a:gd name="T3" fmla="*/ 13 h 20"/>
                  <a:gd name="T4" fmla="*/ 25 w 9"/>
                  <a:gd name="T5" fmla="*/ 56 h 20"/>
                  <a:gd name="T6" fmla="*/ 27 w 9"/>
                  <a:gd name="T7" fmla="*/ 82 h 20"/>
                  <a:gd name="T8" fmla="*/ 25 w 9"/>
                  <a:gd name="T9" fmla="*/ 48 h 20"/>
                  <a:gd name="T10" fmla="*/ 1 w 9"/>
                  <a:gd name="T11" fmla="*/ 5 h 20"/>
                  <a:gd name="T12" fmla="*/ 0 w 9"/>
                  <a:gd name="T13" fmla="*/ 3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0">
                    <a:moveTo>
                      <a:pt x="0" y="8"/>
                    </a:moveTo>
                    <a:cubicBezTo>
                      <a:pt x="0" y="5"/>
                      <a:pt x="1" y="3"/>
                      <a:pt x="2" y="3"/>
                    </a:cubicBezTo>
                    <a:cubicBezTo>
                      <a:pt x="3" y="2"/>
                      <a:pt x="6" y="7"/>
                      <a:pt x="8" y="14"/>
                    </a:cubicBezTo>
                    <a:cubicBezTo>
                      <a:pt x="9" y="16"/>
                      <a:pt x="9" y="18"/>
                      <a:pt x="9" y="20"/>
                    </a:cubicBezTo>
                    <a:cubicBezTo>
                      <a:pt x="9" y="18"/>
                      <a:pt x="9" y="15"/>
                      <a:pt x="8" y="12"/>
                    </a:cubicBezTo>
                    <a:cubicBezTo>
                      <a:pt x="6" y="5"/>
                      <a:pt x="3" y="0"/>
                      <a:pt x="1" y="1"/>
                    </a:cubicBezTo>
                    <a:cubicBezTo>
                      <a:pt x="0" y="1"/>
                      <a:pt x="0" y="4"/>
                      <a:pt x="0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9" name="Freeform 533">
                <a:extLst>
                  <a:ext uri="{FF2B5EF4-FFF2-40B4-BE49-F238E27FC236}">
                    <a16:creationId xmlns:a16="http://schemas.microsoft.com/office/drawing/2014/main" id="{1C843858-4A02-41E3-BC9D-E82B0A88A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105"/>
                <a:ext cx="12" cy="28"/>
              </a:xfrm>
              <a:custGeom>
                <a:avLst/>
                <a:gdLst>
                  <a:gd name="T0" fmla="*/ 26 w 8"/>
                  <a:gd name="T1" fmla="*/ 61 h 18"/>
                  <a:gd name="T2" fmla="*/ 8 w 8"/>
                  <a:gd name="T3" fmla="*/ 22 h 18"/>
                  <a:gd name="T4" fmla="*/ 5 w 8"/>
                  <a:gd name="T5" fmla="*/ 0 h 18"/>
                  <a:gd name="T6" fmla="*/ 8 w 8"/>
                  <a:gd name="T7" fmla="*/ 34 h 18"/>
                  <a:gd name="T8" fmla="*/ 26 w 8"/>
                  <a:gd name="T9" fmla="*/ 68 h 18"/>
                  <a:gd name="T10" fmla="*/ 27 w 8"/>
                  <a:gd name="T11" fmla="*/ 48 h 18"/>
                  <a:gd name="T12" fmla="*/ 26 w 8"/>
                  <a:gd name="T13" fmla="*/ 6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8">
                    <a:moveTo>
                      <a:pt x="7" y="16"/>
                    </a:moveTo>
                    <a:cubicBezTo>
                      <a:pt x="5" y="17"/>
                      <a:pt x="3" y="12"/>
                      <a:pt x="2" y="6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0" y="2"/>
                      <a:pt x="1" y="5"/>
                      <a:pt x="2" y="9"/>
                    </a:cubicBezTo>
                    <a:cubicBezTo>
                      <a:pt x="3" y="14"/>
                      <a:pt x="5" y="18"/>
                      <a:pt x="7" y="18"/>
                    </a:cubicBezTo>
                    <a:cubicBezTo>
                      <a:pt x="8" y="17"/>
                      <a:pt x="8" y="16"/>
                      <a:pt x="8" y="13"/>
                    </a:cubicBezTo>
                    <a:cubicBezTo>
                      <a:pt x="8" y="14"/>
                      <a:pt x="8" y="16"/>
                      <a:pt x="7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0" name="Freeform 534">
                <a:extLst>
                  <a:ext uri="{FF2B5EF4-FFF2-40B4-BE49-F238E27FC236}">
                    <a16:creationId xmlns:a16="http://schemas.microsoft.com/office/drawing/2014/main" id="{7293210D-CA2C-41A5-B52D-4BA0B97DD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220"/>
                <a:ext cx="49" cy="204"/>
              </a:xfrm>
              <a:custGeom>
                <a:avLst/>
                <a:gdLst>
                  <a:gd name="T0" fmla="*/ 40 w 33"/>
                  <a:gd name="T1" fmla="*/ 472 h 128"/>
                  <a:gd name="T2" fmla="*/ 13 w 33"/>
                  <a:gd name="T3" fmla="*/ 171 h 128"/>
                  <a:gd name="T4" fmla="*/ 1 w 33"/>
                  <a:gd name="T5" fmla="*/ 53 h 128"/>
                  <a:gd name="T6" fmla="*/ 13 w 33"/>
                  <a:gd name="T7" fmla="*/ 8 h 128"/>
                  <a:gd name="T8" fmla="*/ 46 w 33"/>
                  <a:gd name="T9" fmla="*/ 0 h 128"/>
                  <a:gd name="T10" fmla="*/ 67 w 33"/>
                  <a:gd name="T11" fmla="*/ 33 h 128"/>
                  <a:gd name="T12" fmla="*/ 88 w 33"/>
                  <a:gd name="T13" fmla="*/ 316 h 128"/>
                  <a:gd name="T14" fmla="*/ 105 w 33"/>
                  <a:gd name="T15" fmla="*/ 478 h 128"/>
                  <a:gd name="T16" fmla="*/ 88 w 33"/>
                  <a:gd name="T17" fmla="*/ 513 h 128"/>
                  <a:gd name="T18" fmla="*/ 59 w 33"/>
                  <a:gd name="T19" fmla="*/ 518 h 128"/>
                  <a:gd name="T20" fmla="*/ 46 w 33"/>
                  <a:gd name="T21" fmla="*/ 513 h 128"/>
                  <a:gd name="T22" fmla="*/ 40 w 33"/>
                  <a:gd name="T23" fmla="*/ 472 h 128"/>
                  <a:gd name="T24" fmla="*/ 40 w 33"/>
                  <a:gd name="T25" fmla="*/ 472 h 1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128">
                    <a:moveTo>
                      <a:pt x="12" y="117"/>
                    </a:moveTo>
                    <a:cubicBezTo>
                      <a:pt x="12" y="116"/>
                      <a:pt x="5" y="61"/>
                      <a:pt x="4" y="4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9"/>
                      <a:pt x="1" y="3"/>
                      <a:pt x="4" y="2"/>
                    </a:cubicBezTo>
                    <a:cubicBezTo>
                      <a:pt x="4" y="2"/>
                      <a:pt x="14" y="0"/>
                      <a:pt x="14" y="0"/>
                    </a:cubicBezTo>
                    <a:cubicBezTo>
                      <a:pt x="18" y="0"/>
                      <a:pt x="20" y="3"/>
                      <a:pt x="20" y="8"/>
                    </a:cubicBezTo>
                    <a:cubicBezTo>
                      <a:pt x="20" y="9"/>
                      <a:pt x="26" y="62"/>
                      <a:pt x="27" y="78"/>
                    </a:cubicBezTo>
                    <a:cubicBezTo>
                      <a:pt x="29" y="93"/>
                      <a:pt x="32" y="116"/>
                      <a:pt x="32" y="118"/>
                    </a:cubicBezTo>
                    <a:cubicBezTo>
                      <a:pt x="33" y="123"/>
                      <a:pt x="31" y="127"/>
                      <a:pt x="27" y="127"/>
                    </a:cubicBezTo>
                    <a:cubicBezTo>
                      <a:pt x="18" y="128"/>
                      <a:pt x="18" y="128"/>
                      <a:pt x="18" y="128"/>
                    </a:cubicBezTo>
                    <a:cubicBezTo>
                      <a:pt x="16" y="128"/>
                      <a:pt x="15" y="128"/>
                      <a:pt x="14" y="127"/>
                    </a:cubicBezTo>
                    <a:cubicBezTo>
                      <a:pt x="13" y="125"/>
                      <a:pt x="12" y="121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1" name="Freeform 535">
                <a:extLst>
                  <a:ext uri="{FF2B5EF4-FFF2-40B4-BE49-F238E27FC236}">
                    <a16:creationId xmlns:a16="http://schemas.microsoft.com/office/drawing/2014/main" id="{D744325B-1F14-47A6-8297-B46F607B2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013"/>
                <a:ext cx="77" cy="205"/>
              </a:xfrm>
              <a:custGeom>
                <a:avLst/>
                <a:gdLst>
                  <a:gd name="T0" fmla="*/ 12 w 51"/>
                  <a:gd name="T1" fmla="*/ 69 h 128"/>
                  <a:gd name="T2" fmla="*/ 21 w 51"/>
                  <a:gd name="T3" fmla="*/ 13 h 128"/>
                  <a:gd name="T4" fmla="*/ 53 w 51"/>
                  <a:gd name="T5" fmla="*/ 5 h 128"/>
                  <a:gd name="T6" fmla="*/ 80 w 51"/>
                  <a:gd name="T7" fmla="*/ 46 h 128"/>
                  <a:gd name="T8" fmla="*/ 107 w 51"/>
                  <a:gd name="T9" fmla="*/ 170 h 128"/>
                  <a:gd name="T10" fmla="*/ 169 w 51"/>
                  <a:gd name="T11" fmla="*/ 464 h 128"/>
                  <a:gd name="T12" fmla="*/ 157 w 51"/>
                  <a:gd name="T13" fmla="*/ 513 h 128"/>
                  <a:gd name="T14" fmla="*/ 128 w 51"/>
                  <a:gd name="T15" fmla="*/ 521 h 128"/>
                  <a:gd name="T16" fmla="*/ 103 w 51"/>
                  <a:gd name="T17" fmla="*/ 506 h 128"/>
                  <a:gd name="T18" fmla="*/ 59 w 51"/>
                  <a:gd name="T19" fmla="*/ 280 h 128"/>
                  <a:gd name="T20" fmla="*/ 12 w 51"/>
                  <a:gd name="T21" fmla="*/ 69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128">
                    <a:moveTo>
                      <a:pt x="3" y="17"/>
                    </a:moveTo>
                    <a:cubicBezTo>
                      <a:pt x="0" y="6"/>
                      <a:pt x="3" y="4"/>
                      <a:pt x="6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8" y="0"/>
                      <a:pt x="21" y="1"/>
                      <a:pt x="23" y="11"/>
                    </a:cubicBezTo>
                    <a:cubicBezTo>
                      <a:pt x="23" y="11"/>
                      <a:pt x="25" y="17"/>
                      <a:pt x="31" y="41"/>
                    </a:cubicBezTo>
                    <a:cubicBezTo>
                      <a:pt x="37" y="65"/>
                      <a:pt x="49" y="112"/>
                      <a:pt x="49" y="113"/>
                    </a:cubicBezTo>
                    <a:cubicBezTo>
                      <a:pt x="51" y="122"/>
                      <a:pt x="49" y="124"/>
                      <a:pt x="46" y="125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2" y="128"/>
                      <a:pt x="31" y="126"/>
                      <a:pt x="30" y="123"/>
                    </a:cubicBezTo>
                    <a:cubicBezTo>
                      <a:pt x="30" y="123"/>
                      <a:pt x="23" y="90"/>
                      <a:pt x="17" y="68"/>
                    </a:cubicBezTo>
                    <a:cubicBezTo>
                      <a:pt x="12" y="47"/>
                      <a:pt x="3" y="18"/>
                      <a:pt x="3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2" name="Freeform 536">
                <a:extLst>
                  <a:ext uri="{FF2B5EF4-FFF2-40B4-BE49-F238E27FC236}">
                    <a16:creationId xmlns:a16="http://schemas.microsoft.com/office/drawing/2014/main" id="{57C7428F-D4DB-47D8-BA5E-D4ABC92AF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432"/>
                <a:ext cx="48" cy="205"/>
              </a:xfrm>
              <a:custGeom>
                <a:avLst/>
                <a:gdLst>
                  <a:gd name="T0" fmla="*/ 35 w 32"/>
                  <a:gd name="T1" fmla="*/ 54 h 128"/>
                  <a:gd name="T2" fmla="*/ 59 w 32"/>
                  <a:gd name="T3" fmla="*/ 0 h 128"/>
                  <a:gd name="T4" fmla="*/ 93 w 32"/>
                  <a:gd name="T5" fmla="*/ 5 h 128"/>
                  <a:gd name="T6" fmla="*/ 107 w 32"/>
                  <a:gd name="T7" fmla="*/ 54 h 128"/>
                  <a:gd name="T8" fmla="*/ 95 w 32"/>
                  <a:gd name="T9" fmla="*/ 179 h 128"/>
                  <a:gd name="T10" fmla="*/ 75 w 32"/>
                  <a:gd name="T11" fmla="*/ 485 h 128"/>
                  <a:gd name="T12" fmla="*/ 54 w 32"/>
                  <a:gd name="T13" fmla="*/ 525 h 128"/>
                  <a:gd name="T14" fmla="*/ 21 w 32"/>
                  <a:gd name="T15" fmla="*/ 521 h 128"/>
                  <a:gd name="T16" fmla="*/ 5 w 32"/>
                  <a:gd name="T17" fmla="*/ 498 h 128"/>
                  <a:gd name="T18" fmla="*/ 21 w 32"/>
                  <a:gd name="T19" fmla="*/ 267 h 128"/>
                  <a:gd name="T20" fmla="*/ 35 w 32"/>
                  <a:gd name="T21" fmla="*/ 54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28">
                    <a:moveTo>
                      <a:pt x="10" y="13"/>
                    </a:moveTo>
                    <a:cubicBezTo>
                      <a:pt x="11" y="1"/>
                      <a:pt x="14" y="0"/>
                      <a:pt x="17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1"/>
                      <a:pt x="32" y="3"/>
                      <a:pt x="31" y="13"/>
                    </a:cubicBezTo>
                    <a:cubicBezTo>
                      <a:pt x="31" y="14"/>
                      <a:pt x="31" y="20"/>
                      <a:pt x="28" y="44"/>
                    </a:cubicBezTo>
                    <a:cubicBezTo>
                      <a:pt x="26" y="69"/>
                      <a:pt x="22" y="117"/>
                      <a:pt x="22" y="118"/>
                    </a:cubicBezTo>
                    <a:cubicBezTo>
                      <a:pt x="21" y="127"/>
                      <a:pt x="19" y="128"/>
                      <a:pt x="16" y="128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1" y="127"/>
                      <a:pt x="0" y="124"/>
                      <a:pt x="1" y="121"/>
                    </a:cubicBezTo>
                    <a:cubicBezTo>
                      <a:pt x="1" y="121"/>
                      <a:pt x="5" y="88"/>
                      <a:pt x="6" y="65"/>
                    </a:cubicBezTo>
                    <a:cubicBezTo>
                      <a:pt x="8" y="43"/>
                      <a:pt x="10" y="13"/>
                      <a:pt x="10" y="13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3" name="Freeform 537">
                <a:extLst>
                  <a:ext uri="{FF2B5EF4-FFF2-40B4-BE49-F238E27FC236}">
                    <a16:creationId xmlns:a16="http://schemas.microsoft.com/office/drawing/2014/main" id="{70E74144-D79E-42AF-8339-10B844D85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512"/>
                <a:ext cx="12" cy="40"/>
              </a:xfrm>
              <a:custGeom>
                <a:avLst/>
                <a:gdLst>
                  <a:gd name="T0" fmla="*/ 12 w 8"/>
                  <a:gd name="T1" fmla="*/ 102 h 25"/>
                  <a:gd name="T2" fmla="*/ 0 w 8"/>
                  <a:gd name="T3" fmla="*/ 48 h 25"/>
                  <a:gd name="T4" fmla="*/ 18 w 8"/>
                  <a:gd name="T5" fmla="*/ 0 h 25"/>
                  <a:gd name="T6" fmla="*/ 26 w 8"/>
                  <a:gd name="T7" fmla="*/ 54 h 25"/>
                  <a:gd name="T8" fmla="*/ 12 w 8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5">
                    <a:moveTo>
                      <a:pt x="3" y="25"/>
                    </a:moveTo>
                    <a:cubicBezTo>
                      <a:pt x="1" y="24"/>
                      <a:pt x="0" y="19"/>
                      <a:pt x="0" y="12"/>
                    </a:cubicBezTo>
                    <a:cubicBezTo>
                      <a:pt x="1" y="5"/>
                      <a:pt x="3" y="0"/>
                      <a:pt x="5" y="0"/>
                    </a:cubicBezTo>
                    <a:cubicBezTo>
                      <a:pt x="7" y="0"/>
                      <a:pt x="8" y="6"/>
                      <a:pt x="7" y="13"/>
                    </a:cubicBezTo>
                    <a:cubicBezTo>
                      <a:pt x="7" y="19"/>
                      <a:pt x="5" y="25"/>
                      <a:pt x="3" y="2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4" name="Freeform 538">
                <a:extLst>
                  <a:ext uri="{FF2B5EF4-FFF2-40B4-BE49-F238E27FC236}">
                    <a16:creationId xmlns:a16="http://schemas.microsoft.com/office/drawing/2014/main" id="{2CE03550-3EF6-4D27-90E7-D81A3F240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515"/>
                <a:ext cx="12" cy="40"/>
              </a:xfrm>
              <a:custGeom>
                <a:avLst/>
                <a:gdLst>
                  <a:gd name="T0" fmla="*/ 8 w 8"/>
                  <a:gd name="T1" fmla="*/ 102 h 25"/>
                  <a:gd name="T2" fmla="*/ 0 w 8"/>
                  <a:gd name="T3" fmla="*/ 54 h 25"/>
                  <a:gd name="T4" fmla="*/ 18 w 8"/>
                  <a:gd name="T5" fmla="*/ 0 h 25"/>
                  <a:gd name="T6" fmla="*/ 26 w 8"/>
                  <a:gd name="T7" fmla="*/ 54 h 25"/>
                  <a:gd name="T8" fmla="*/ 8 w 8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5">
                    <a:moveTo>
                      <a:pt x="2" y="25"/>
                    </a:moveTo>
                    <a:cubicBezTo>
                      <a:pt x="1" y="25"/>
                      <a:pt x="0" y="19"/>
                      <a:pt x="0" y="13"/>
                    </a:cubicBezTo>
                    <a:cubicBezTo>
                      <a:pt x="1" y="6"/>
                      <a:pt x="3" y="0"/>
                      <a:pt x="5" y="0"/>
                    </a:cubicBezTo>
                    <a:cubicBezTo>
                      <a:pt x="7" y="1"/>
                      <a:pt x="8" y="6"/>
                      <a:pt x="7" y="13"/>
                    </a:cubicBezTo>
                    <a:cubicBezTo>
                      <a:pt x="6" y="20"/>
                      <a:pt x="4" y="25"/>
                      <a:pt x="2" y="2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5" name="Freeform 539">
                <a:extLst>
                  <a:ext uri="{FF2B5EF4-FFF2-40B4-BE49-F238E27FC236}">
                    <a16:creationId xmlns:a16="http://schemas.microsoft.com/office/drawing/2014/main" id="{BF1428FC-D71E-4315-B967-D25FE1196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2544"/>
                <a:ext cx="21" cy="87"/>
              </a:xfrm>
              <a:custGeom>
                <a:avLst/>
                <a:gdLst>
                  <a:gd name="T0" fmla="*/ 39 w 14"/>
                  <a:gd name="T1" fmla="*/ 226 h 54"/>
                  <a:gd name="T2" fmla="*/ 8 w 14"/>
                  <a:gd name="T3" fmla="*/ 218 h 54"/>
                  <a:gd name="T4" fmla="*/ 8 w 14"/>
                  <a:gd name="T5" fmla="*/ 158 h 54"/>
                  <a:gd name="T6" fmla="*/ 14 w 14"/>
                  <a:gd name="T7" fmla="*/ 76 h 54"/>
                  <a:gd name="T8" fmla="*/ 18 w 14"/>
                  <a:gd name="T9" fmla="*/ 39 h 54"/>
                  <a:gd name="T10" fmla="*/ 21 w 14"/>
                  <a:gd name="T11" fmla="*/ 0 h 54"/>
                  <a:gd name="T12" fmla="*/ 14 w 14"/>
                  <a:gd name="T13" fmla="*/ 164 h 54"/>
                  <a:gd name="T14" fmla="*/ 26 w 14"/>
                  <a:gd name="T15" fmla="*/ 211 h 54"/>
                  <a:gd name="T16" fmla="*/ 48 w 14"/>
                  <a:gd name="T17" fmla="*/ 221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4">
                    <a:moveTo>
                      <a:pt x="11" y="54"/>
                    </a:moveTo>
                    <a:cubicBezTo>
                      <a:pt x="9" y="53"/>
                      <a:pt x="3" y="54"/>
                      <a:pt x="2" y="52"/>
                    </a:cubicBezTo>
                    <a:cubicBezTo>
                      <a:pt x="0" y="49"/>
                      <a:pt x="2" y="42"/>
                      <a:pt x="2" y="38"/>
                    </a:cubicBezTo>
                    <a:cubicBezTo>
                      <a:pt x="3" y="32"/>
                      <a:pt x="3" y="25"/>
                      <a:pt x="4" y="18"/>
                    </a:cubicBezTo>
                    <a:cubicBezTo>
                      <a:pt x="4" y="15"/>
                      <a:pt x="5" y="12"/>
                      <a:pt x="5" y="9"/>
                    </a:cubicBezTo>
                    <a:cubicBezTo>
                      <a:pt x="5" y="6"/>
                      <a:pt x="5" y="3"/>
                      <a:pt x="6" y="0"/>
                    </a:cubicBezTo>
                    <a:cubicBezTo>
                      <a:pt x="7" y="12"/>
                      <a:pt x="4" y="26"/>
                      <a:pt x="4" y="39"/>
                    </a:cubicBezTo>
                    <a:cubicBezTo>
                      <a:pt x="4" y="43"/>
                      <a:pt x="4" y="47"/>
                      <a:pt x="7" y="50"/>
                    </a:cubicBezTo>
                    <a:cubicBezTo>
                      <a:pt x="9" y="52"/>
                      <a:pt x="12" y="53"/>
                      <a:pt x="14" y="53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6" name="Freeform 540">
                <a:extLst>
                  <a:ext uri="{FF2B5EF4-FFF2-40B4-BE49-F238E27FC236}">
                    <a16:creationId xmlns:a16="http://schemas.microsoft.com/office/drawing/2014/main" id="{9A2917A7-43BC-4461-A05E-0266C7E4F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435"/>
                <a:ext cx="21" cy="130"/>
              </a:xfrm>
              <a:custGeom>
                <a:avLst/>
                <a:gdLst>
                  <a:gd name="T0" fmla="*/ 21 w 14"/>
                  <a:gd name="T1" fmla="*/ 335 h 81"/>
                  <a:gd name="T2" fmla="*/ 39 w 14"/>
                  <a:gd name="T3" fmla="*/ 90 h 81"/>
                  <a:gd name="T4" fmla="*/ 39 w 14"/>
                  <a:gd name="T5" fmla="*/ 8 h 81"/>
                  <a:gd name="T6" fmla="*/ 0 w 14"/>
                  <a:gd name="T7" fmla="*/ 5 h 81"/>
                  <a:gd name="T8" fmla="*/ 32 w 14"/>
                  <a:gd name="T9" fmla="*/ 29 h 81"/>
                  <a:gd name="T10" fmla="*/ 32 w 14"/>
                  <a:gd name="T11" fmla="*/ 75 h 81"/>
                  <a:gd name="T12" fmla="*/ 27 w 14"/>
                  <a:gd name="T13" fmla="*/ 132 h 81"/>
                  <a:gd name="T14" fmla="*/ 21 w 14"/>
                  <a:gd name="T15" fmla="*/ 239 h 81"/>
                  <a:gd name="T16" fmla="*/ 21 w 14"/>
                  <a:gd name="T17" fmla="*/ 294 h 81"/>
                  <a:gd name="T18" fmla="*/ 21 w 14"/>
                  <a:gd name="T19" fmla="*/ 329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81">
                    <a:moveTo>
                      <a:pt x="6" y="81"/>
                    </a:moveTo>
                    <a:cubicBezTo>
                      <a:pt x="8" y="62"/>
                      <a:pt x="9" y="42"/>
                      <a:pt x="11" y="22"/>
                    </a:cubicBezTo>
                    <a:cubicBezTo>
                      <a:pt x="11" y="17"/>
                      <a:pt x="14" y="6"/>
                      <a:pt x="11" y="2"/>
                    </a:cubicBezTo>
                    <a:cubicBezTo>
                      <a:pt x="9" y="0"/>
                      <a:pt x="2" y="1"/>
                      <a:pt x="0" y="1"/>
                    </a:cubicBezTo>
                    <a:cubicBezTo>
                      <a:pt x="3" y="2"/>
                      <a:pt x="8" y="3"/>
                      <a:pt x="9" y="7"/>
                    </a:cubicBezTo>
                    <a:cubicBezTo>
                      <a:pt x="10" y="10"/>
                      <a:pt x="9" y="15"/>
                      <a:pt x="9" y="18"/>
                    </a:cubicBezTo>
                    <a:cubicBezTo>
                      <a:pt x="9" y="23"/>
                      <a:pt x="9" y="27"/>
                      <a:pt x="8" y="32"/>
                    </a:cubicBezTo>
                    <a:cubicBezTo>
                      <a:pt x="7" y="41"/>
                      <a:pt x="7" y="49"/>
                      <a:pt x="6" y="58"/>
                    </a:cubicBezTo>
                    <a:cubicBezTo>
                      <a:pt x="6" y="62"/>
                      <a:pt x="6" y="66"/>
                      <a:pt x="6" y="71"/>
                    </a:cubicBezTo>
                    <a:cubicBezTo>
                      <a:pt x="6" y="74"/>
                      <a:pt x="6" y="77"/>
                      <a:pt x="6" y="8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7" name="Freeform 541">
                <a:extLst>
                  <a:ext uri="{FF2B5EF4-FFF2-40B4-BE49-F238E27FC236}">
                    <a16:creationId xmlns:a16="http://schemas.microsoft.com/office/drawing/2014/main" id="{1A898428-B3B0-4309-A703-2D8686965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515"/>
                <a:ext cx="11" cy="34"/>
              </a:xfrm>
              <a:custGeom>
                <a:avLst/>
                <a:gdLst>
                  <a:gd name="T0" fmla="*/ 0 w 7"/>
                  <a:gd name="T1" fmla="*/ 29 h 21"/>
                  <a:gd name="T2" fmla="*/ 13 w 7"/>
                  <a:gd name="T3" fmla="*/ 8 h 21"/>
                  <a:gd name="T4" fmla="*/ 22 w 7"/>
                  <a:gd name="T5" fmla="*/ 63 h 21"/>
                  <a:gd name="T6" fmla="*/ 20 w 7"/>
                  <a:gd name="T7" fmla="*/ 89 h 21"/>
                  <a:gd name="T8" fmla="*/ 22 w 7"/>
                  <a:gd name="T9" fmla="*/ 55 h 21"/>
                  <a:gd name="T10" fmla="*/ 14 w 7"/>
                  <a:gd name="T11" fmla="*/ 0 h 21"/>
                  <a:gd name="T12" fmla="*/ 0 w 7"/>
                  <a:gd name="T13" fmla="*/ 29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0" y="7"/>
                    </a:moveTo>
                    <a:cubicBezTo>
                      <a:pt x="1" y="4"/>
                      <a:pt x="2" y="2"/>
                      <a:pt x="3" y="2"/>
                    </a:cubicBezTo>
                    <a:cubicBezTo>
                      <a:pt x="5" y="3"/>
                      <a:pt x="6" y="8"/>
                      <a:pt x="6" y="15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19"/>
                      <a:pt x="6" y="16"/>
                      <a:pt x="6" y="13"/>
                    </a:cubicBezTo>
                    <a:cubicBezTo>
                      <a:pt x="7" y="6"/>
                      <a:pt x="6" y="0"/>
                      <a:pt x="4" y="0"/>
                    </a:cubicBezTo>
                    <a:cubicBezTo>
                      <a:pt x="2" y="0"/>
                      <a:pt x="1" y="3"/>
                      <a:pt x="0" y="7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8" name="Freeform 542">
                <a:extLst>
                  <a:ext uri="{FF2B5EF4-FFF2-40B4-BE49-F238E27FC236}">
                    <a16:creationId xmlns:a16="http://schemas.microsoft.com/office/drawing/2014/main" id="{3874FFE9-8A8B-493C-8868-0A6639839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522"/>
                <a:ext cx="7" cy="30"/>
              </a:xfrm>
              <a:custGeom>
                <a:avLst/>
                <a:gdLst>
                  <a:gd name="T0" fmla="*/ 8 w 5"/>
                  <a:gd name="T1" fmla="*/ 68 h 19"/>
                  <a:gd name="T2" fmla="*/ 1 w 5"/>
                  <a:gd name="T3" fmla="*/ 27 h 19"/>
                  <a:gd name="T4" fmla="*/ 8 w 5"/>
                  <a:gd name="T5" fmla="*/ 0 h 19"/>
                  <a:gd name="T6" fmla="*/ 1 w 5"/>
                  <a:gd name="T7" fmla="*/ 35 h 19"/>
                  <a:gd name="T8" fmla="*/ 8 w 5"/>
                  <a:gd name="T9" fmla="*/ 74 h 19"/>
                  <a:gd name="T10" fmla="*/ 14 w 5"/>
                  <a:gd name="T11" fmla="*/ 60 h 19"/>
                  <a:gd name="T12" fmla="*/ 8 w 5"/>
                  <a:gd name="T13" fmla="*/ 6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9">
                    <a:moveTo>
                      <a:pt x="3" y="17"/>
                    </a:moveTo>
                    <a:cubicBezTo>
                      <a:pt x="1" y="17"/>
                      <a:pt x="1" y="12"/>
                      <a:pt x="1" y="7"/>
                    </a:cubicBezTo>
                    <a:cubicBezTo>
                      <a:pt x="2" y="4"/>
                      <a:pt x="2" y="2"/>
                      <a:pt x="3" y="0"/>
                    </a:cubicBezTo>
                    <a:cubicBezTo>
                      <a:pt x="2" y="2"/>
                      <a:pt x="1" y="5"/>
                      <a:pt x="1" y="9"/>
                    </a:cubicBezTo>
                    <a:cubicBezTo>
                      <a:pt x="0" y="14"/>
                      <a:pt x="1" y="19"/>
                      <a:pt x="3" y="19"/>
                    </a:cubicBezTo>
                    <a:cubicBezTo>
                      <a:pt x="4" y="19"/>
                      <a:pt x="5" y="17"/>
                      <a:pt x="5" y="15"/>
                    </a:cubicBezTo>
                    <a:cubicBezTo>
                      <a:pt x="5" y="16"/>
                      <a:pt x="4" y="17"/>
                      <a:pt x="3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9" name="Freeform 543">
                <a:extLst>
                  <a:ext uri="{FF2B5EF4-FFF2-40B4-BE49-F238E27FC236}">
                    <a16:creationId xmlns:a16="http://schemas.microsoft.com/office/drawing/2014/main" id="{30637579-9D92-4DE8-AE83-E6F243F81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432"/>
                <a:ext cx="48" cy="205"/>
              </a:xfrm>
              <a:custGeom>
                <a:avLst/>
                <a:gdLst>
                  <a:gd name="T0" fmla="*/ 35 w 32"/>
                  <a:gd name="T1" fmla="*/ 54 h 128"/>
                  <a:gd name="T2" fmla="*/ 59 w 32"/>
                  <a:gd name="T3" fmla="*/ 0 h 128"/>
                  <a:gd name="T4" fmla="*/ 93 w 32"/>
                  <a:gd name="T5" fmla="*/ 5 h 128"/>
                  <a:gd name="T6" fmla="*/ 107 w 32"/>
                  <a:gd name="T7" fmla="*/ 54 h 128"/>
                  <a:gd name="T8" fmla="*/ 95 w 32"/>
                  <a:gd name="T9" fmla="*/ 179 h 128"/>
                  <a:gd name="T10" fmla="*/ 75 w 32"/>
                  <a:gd name="T11" fmla="*/ 485 h 128"/>
                  <a:gd name="T12" fmla="*/ 54 w 32"/>
                  <a:gd name="T13" fmla="*/ 525 h 128"/>
                  <a:gd name="T14" fmla="*/ 21 w 32"/>
                  <a:gd name="T15" fmla="*/ 521 h 128"/>
                  <a:gd name="T16" fmla="*/ 5 w 32"/>
                  <a:gd name="T17" fmla="*/ 498 h 128"/>
                  <a:gd name="T18" fmla="*/ 21 w 32"/>
                  <a:gd name="T19" fmla="*/ 267 h 128"/>
                  <a:gd name="T20" fmla="*/ 35 w 32"/>
                  <a:gd name="T21" fmla="*/ 54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28">
                    <a:moveTo>
                      <a:pt x="10" y="13"/>
                    </a:moveTo>
                    <a:cubicBezTo>
                      <a:pt x="11" y="1"/>
                      <a:pt x="14" y="0"/>
                      <a:pt x="17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1"/>
                      <a:pt x="32" y="3"/>
                      <a:pt x="31" y="13"/>
                    </a:cubicBezTo>
                    <a:cubicBezTo>
                      <a:pt x="31" y="14"/>
                      <a:pt x="31" y="20"/>
                      <a:pt x="28" y="44"/>
                    </a:cubicBezTo>
                    <a:cubicBezTo>
                      <a:pt x="26" y="69"/>
                      <a:pt x="22" y="117"/>
                      <a:pt x="22" y="118"/>
                    </a:cubicBezTo>
                    <a:cubicBezTo>
                      <a:pt x="21" y="127"/>
                      <a:pt x="19" y="128"/>
                      <a:pt x="16" y="128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1" y="127"/>
                      <a:pt x="0" y="124"/>
                      <a:pt x="1" y="121"/>
                    </a:cubicBezTo>
                    <a:cubicBezTo>
                      <a:pt x="1" y="121"/>
                      <a:pt x="5" y="88"/>
                      <a:pt x="6" y="65"/>
                    </a:cubicBezTo>
                    <a:cubicBezTo>
                      <a:pt x="8" y="43"/>
                      <a:pt x="10" y="13"/>
                      <a:pt x="10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0" name="Freeform 544">
                <a:extLst>
                  <a:ext uri="{FF2B5EF4-FFF2-40B4-BE49-F238E27FC236}">
                    <a16:creationId xmlns:a16="http://schemas.microsoft.com/office/drawing/2014/main" id="{F75E71DA-C4DA-419F-93CC-F57058EA8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638"/>
                <a:ext cx="76" cy="152"/>
              </a:xfrm>
              <a:custGeom>
                <a:avLst/>
                <a:gdLst>
                  <a:gd name="T0" fmla="*/ 80 w 51"/>
                  <a:gd name="T1" fmla="*/ 389 h 95"/>
                  <a:gd name="T2" fmla="*/ 109 w 51"/>
                  <a:gd name="T3" fmla="*/ 274 h 95"/>
                  <a:gd name="T4" fmla="*/ 167 w 51"/>
                  <a:gd name="T5" fmla="*/ 48 h 95"/>
                  <a:gd name="T6" fmla="*/ 153 w 51"/>
                  <a:gd name="T7" fmla="*/ 16 h 95"/>
                  <a:gd name="T8" fmla="*/ 122 w 51"/>
                  <a:gd name="T9" fmla="*/ 5 h 95"/>
                  <a:gd name="T10" fmla="*/ 94 w 51"/>
                  <a:gd name="T11" fmla="*/ 42 h 95"/>
                  <a:gd name="T12" fmla="*/ 54 w 51"/>
                  <a:gd name="T13" fmla="*/ 200 h 95"/>
                  <a:gd name="T14" fmla="*/ 0 w 51"/>
                  <a:gd name="T15" fmla="*/ 389 h 95"/>
                  <a:gd name="T16" fmla="*/ 80 w 51"/>
                  <a:gd name="T17" fmla="*/ 389 h 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95">
                    <a:moveTo>
                      <a:pt x="24" y="95"/>
                    </a:moveTo>
                    <a:cubicBezTo>
                      <a:pt x="28" y="84"/>
                      <a:pt x="32" y="73"/>
                      <a:pt x="33" y="67"/>
                    </a:cubicBezTo>
                    <a:cubicBezTo>
                      <a:pt x="37" y="55"/>
                      <a:pt x="50" y="13"/>
                      <a:pt x="50" y="12"/>
                    </a:cubicBezTo>
                    <a:cubicBezTo>
                      <a:pt x="51" y="8"/>
                      <a:pt x="50" y="5"/>
                      <a:pt x="46" y="4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4" y="0"/>
                      <a:pt x="30" y="5"/>
                      <a:pt x="28" y="10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0" y="95"/>
                      <a:pt x="0" y="95"/>
                      <a:pt x="0" y="95"/>
                    </a:cubicBezTo>
                    <a:lnTo>
                      <a:pt x="24" y="95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1" name="Freeform 545">
                <a:extLst>
                  <a:ext uri="{FF2B5EF4-FFF2-40B4-BE49-F238E27FC236}">
                    <a16:creationId xmlns:a16="http://schemas.microsoft.com/office/drawing/2014/main" id="{1C569629-6B78-44D6-85BA-7B3AFA206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712"/>
                <a:ext cx="17" cy="38"/>
              </a:xfrm>
              <a:custGeom>
                <a:avLst/>
                <a:gdLst>
                  <a:gd name="T0" fmla="*/ 34 w 11"/>
                  <a:gd name="T1" fmla="*/ 0 h 24"/>
                  <a:gd name="T2" fmla="*/ 34 w 11"/>
                  <a:gd name="T3" fmla="*/ 52 h 24"/>
                  <a:gd name="T4" fmla="*/ 5 w 11"/>
                  <a:gd name="T5" fmla="*/ 95 h 24"/>
                  <a:gd name="T6" fmla="*/ 8 w 11"/>
                  <a:gd name="T7" fmla="*/ 43 h 24"/>
                  <a:gd name="T8" fmla="*/ 34 w 1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4">
                    <a:moveTo>
                      <a:pt x="9" y="0"/>
                    </a:moveTo>
                    <a:cubicBezTo>
                      <a:pt x="11" y="1"/>
                      <a:pt x="11" y="7"/>
                      <a:pt x="9" y="13"/>
                    </a:cubicBezTo>
                    <a:cubicBezTo>
                      <a:pt x="6" y="20"/>
                      <a:pt x="3" y="24"/>
                      <a:pt x="1" y="24"/>
                    </a:cubicBezTo>
                    <a:cubicBezTo>
                      <a:pt x="0" y="23"/>
                      <a:pt x="0" y="17"/>
                      <a:pt x="2" y="11"/>
                    </a:cubicBezTo>
                    <a:cubicBezTo>
                      <a:pt x="4" y="4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2" name="Freeform 546">
                <a:extLst>
                  <a:ext uri="{FF2B5EF4-FFF2-40B4-BE49-F238E27FC236}">
                    <a16:creationId xmlns:a16="http://schemas.microsoft.com/office/drawing/2014/main" id="{8BF20BDA-C5A2-47B6-8D3A-4ACAE5407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15"/>
                <a:ext cx="16" cy="40"/>
              </a:xfrm>
              <a:custGeom>
                <a:avLst/>
                <a:gdLst>
                  <a:gd name="T0" fmla="*/ 32 w 11"/>
                  <a:gd name="T1" fmla="*/ 0 h 25"/>
                  <a:gd name="T2" fmla="*/ 28 w 11"/>
                  <a:gd name="T3" fmla="*/ 54 h 25"/>
                  <a:gd name="T4" fmla="*/ 6 w 11"/>
                  <a:gd name="T5" fmla="*/ 98 h 25"/>
                  <a:gd name="T6" fmla="*/ 6 w 11"/>
                  <a:gd name="T7" fmla="*/ 46 h 25"/>
                  <a:gd name="T8" fmla="*/ 32 w 11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10" y="0"/>
                    </a:moveTo>
                    <a:cubicBezTo>
                      <a:pt x="11" y="1"/>
                      <a:pt x="11" y="7"/>
                      <a:pt x="9" y="13"/>
                    </a:cubicBezTo>
                    <a:cubicBezTo>
                      <a:pt x="7" y="20"/>
                      <a:pt x="4" y="25"/>
                      <a:pt x="2" y="24"/>
                    </a:cubicBezTo>
                    <a:cubicBezTo>
                      <a:pt x="0" y="23"/>
                      <a:pt x="0" y="18"/>
                      <a:pt x="2" y="11"/>
                    </a:cubicBezTo>
                    <a:cubicBezTo>
                      <a:pt x="4" y="5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3" name="Freeform 547">
                <a:extLst>
                  <a:ext uri="{FF2B5EF4-FFF2-40B4-BE49-F238E27FC236}">
                    <a16:creationId xmlns:a16="http://schemas.microsoft.com/office/drawing/2014/main" id="{D370A2E2-830C-41A2-AC4B-1C6F1032C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645"/>
                <a:ext cx="39" cy="141"/>
              </a:xfrm>
              <a:custGeom>
                <a:avLst/>
                <a:gdLst>
                  <a:gd name="T0" fmla="*/ 54 w 26"/>
                  <a:gd name="T1" fmla="*/ 0 h 88"/>
                  <a:gd name="T2" fmla="*/ 86 w 26"/>
                  <a:gd name="T3" fmla="*/ 26 h 88"/>
                  <a:gd name="T4" fmla="*/ 72 w 26"/>
                  <a:gd name="T5" fmla="*/ 87 h 88"/>
                  <a:gd name="T6" fmla="*/ 53 w 26"/>
                  <a:gd name="T7" fmla="*/ 178 h 88"/>
                  <a:gd name="T8" fmla="*/ 0 w 26"/>
                  <a:gd name="T9" fmla="*/ 362 h 88"/>
                  <a:gd name="T10" fmla="*/ 35 w 26"/>
                  <a:gd name="T11" fmla="*/ 234 h 88"/>
                  <a:gd name="T12" fmla="*/ 62 w 26"/>
                  <a:gd name="T13" fmla="*/ 103 h 88"/>
                  <a:gd name="T14" fmla="*/ 35 w 26"/>
                  <a:gd name="T15" fmla="*/ 8 h 88"/>
                  <a:gd name="T16" fmla="*/ 53 w 26"/>
                  <a:gd name="T17" fmla="*/ 0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88">
                    <a:moveTo>
                      <a:pt x="16" y="0"/>
                    </a:moveTo>
                    <a:cubicBezTo>
                      <a:pt x="19" y="2"/>
                      <a:pt x="24" y="1"/>
                      <a:pt x="25" y="6"/>
                    </a:cubicBezTo>
                    <a:cubicBezTo>
                      <a:pt x="26" y="10"/>
                      <a:pt x="23" y="17"/>
                      <a:pt x="21" y="21"/>
                    </a:cubicBezTo>
                    <a:cubicBezTo>
                      <a:pt x="19" y="30"/>
                      <a:pt x="18" y="34"/>
                      <a:pt x="15" y="43"/>
                    </a:cubicBezTo>
                    <a:cubicBezTo>
                      <a:pt x="11" y="56"/>
                      <a:pt x="6" y="76"/>
                      <a:pt x="0" y="88"/>
                    </a:cubicBezTo>
                    <a:cubicBezTo>
                      <a:pt x="3" y="79"/>
                      <a:pt x="7" y="67"/>
                      <a:pt x="10" y="57"/>
                    </a:cubicBezTo>
                    <a:cubicBezTo>
                      <a:pt x="13" y="46"/>
                      <a:pt x="15" y="37"/>
                      <a:pt x="18" y="25"/>
                    </a:cubicBezTo>
                    <a:cubicBezTo>
                      <a:pt x="20" y="15"/>
                      <a:pt x="20" y="0"/>
                      <a:pt x="10" y="2"/>
                    </a:cubicBezTo>
                    <a:cubicBezTo>
                      <a:pt x="12" y="0"/>
                      <a:pt x="13" y="1"/>
                      <a:pt x="15" y="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4" name="Freeform 548">
                <a:extLst>
                  <a:ext uri="{FF2B5EF4-FFF2-40B4-BE49-F238E27FC236}">
                    <a16:creationId xmlns:a16="http://schemas.microsoft.com/office/drawing/2014/main" id="{730FAEC0-48B7-4A81-A359-46F8B36D0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715"/>
                <a:ext cx="9" cy="34"/>
              </a:xfrm>
              <a:custGeom>
                <a:avLst/>
                <a:gdLst>
                  <a:gd name="T0" fmla="*/ 0 w 6"/>
                  <a:gd name="T1" fmla="*/ 26 h 21"/>
                  <a:gd name="T2" fmla="*/ 12 w 6"/>
                  <a:gd name="T3" fmla="*/ 8 h 21"/>
                  <a:gd name="T4" fmla="*/ 12 w 6"/>
                  <a:gd name="T5" fmla="*/ 63 h 21"/>
                  <a:gd name="T6" fmla="*/ 5 w 6"/>
                  <a:gd name="T7" fmla="*/ 89 h 21"/>
                  <a:gd name="T8" fmla="*/ 14 w 6"/>
                  <a:gd name="T9" fmla="*/ 55 h 21"/>
                  <a:gd name="T10" fmla="*/ 18 w 6"/>
                  <a:gd name="T11" fmla="*/ 0 h 21"/>
                  <a:gd name="T12" fmla="*/ 0 w 6"/>
                  <a:gd name="T13" fmla="*/ 2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1">
                    <a:moveTo>
                      <a:pt x="0" y="6"/>
                    </a:moveTo>
                    <a:cubicBezTo>
                      <a:pt x="1" y="3"/>
                      <a:pt x="2" y="2"/>
                      <a:pt x="3" y="2"/>
                    </a:cubicBezTo>
                    <a:cubicBezTo>
                      <a:pt x="5" y="3"/>
                      <a:pt x="5" y="9"/>
                      <a:pt x="3" y="15"/>
                    </a:cubicBezTo>
                    <a:cubicBezTo>
                      <a:pt x="2" y="17"/>
                      <a:pt x="2" y="19"/>
                      <a:pt x="1" y="21"/>
                    </a:cubicBezTo>
                    <a:cubicBezTo>
                      <a:pt x="2" y="19"/>
                      <a:pt x="3" y="16"/>
                      <a:pt x="4" y="13"/>
                    </a:cubicBezTo>
                    <a:cubicBezTo>
                      <a:pt x="6" y="7"/>
                      <a:pt x="6" y="1"/>
                      <a:pt x="5" y="0"/>
                    </a:cubicBezTo>
                    <a:cubicBezTo>
                      <a:pt x="3" y="0"/>
                      <a:pt x="1" y="2"/>
                      <a:pt x="0" y="6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5" name="Freeform 549">
                <a:extLst>
                  <a:ext uri="{FF2B5EF4-FFF2-40B4-BE49-F238E27FC236}">
                    <a16:creationId xmlns:a16="http://schemas.microsoft.com/office/drawing/2014/main" id="{C279E004-2000-4B68-ABD9-9BDF4387E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722"/>
                <a:ext cx="9" cy="28"/>
              </a:xfrm>
              <a:custGeom>
                <a:avLst/>
                <a:gdLst>
                  <a:gd name="T0" fmla="*/ 8 w 6"/>
                  <a:gd name="T1" fmla="*/ 61 h 18"/>
                  <a:gd name="T2" fmla="*/ 12 w 6"/>
                  <a:gd name="T3" fmla="*/ 19 h 18"/>
                  <a:gd name="T4" fmla="*/ 21 w 6"/>
                  <a:gd name="T5" fmla="*/ 0 h 18"/>
                  <a:gd name="T6" fmla="*/ 8 w 6"/>
                  <a:gd name="T7" fmla="*/ 26 h 18"/>
                  <a:gd name="T8" fmla="*/ 8 w 6"/>
                  <a:gd name="T9" fmla="*/ 68 h 18"/>
                  <a:gd name="T10" fmla="*/ 18 w 6"/>
                  <a:gd name="T11" fmla="*/ 56 h 18"/>
                  <a:gd name="T12" fmla="*/ 8 w 6"/>
                  <a:gd name="T13" fmla="*/ 6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8">
                    <a:moveTo>
                      <a:pt x="2" y="16"/>
                    </a:moveTo>
                    <a:cubicBezTo>
                      <a:pt x="1" y="16"/>
                      <a:pt x="1" y="11"/>
                      <a:pt x="3" y="5"/>
                    </a:cubicBezTo>
                    <a:cubicBezTo>
                      <a:pt x="4" y="3"/>
                      <a:pt x="5" y="1"/>
                      <a:pt x="6" y="0"/>
                    </a:cubicBezTo>
                    <a:cubicBezTo>
                      <a:pt x="4" y="1"/>
                      <a:pt x="3" y="4"/>
                      <a:pt x="2" y="7"/>
                    </a:cubicBezTo>
                    <a:cubicBezTo>
                      <a:pt x="0" y="13"/>
                      <a:pt x="0" y="17"/>
                      <a:pt x="2" y="18"/>
                    </a:cubicBezTo>
                    <a:cubicBezTo>
                      <a:pt x="2" y="18"/>
                      <a:pt x="4" y="17"/>
                      <a:pt x="5" y="15"/>
                    </a:cubicBezTo>
                    <a:cubicBezTo>
                      <a:pt x="4" y="15"/>
                      <a:pt x="3" y="17"/>
                      <a:pt x="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6" name="Freeform 550">
                <a:extLst>
                  <a:ext uri="{FF2B5EF4-FFF2-40B4-BE49-F238E27FC236}">
                    <a16:creationId xmlns:a16="http://schemas.microsoft.com/office/drawing/2014/main" id="{0E4AC446-79F7-4437-A147-7D7DB6560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638"/>
                <a:ext cx="76" cy="152"/>
              </a:xfrm>
              <a:custGeom>
                <a:avLst/>
                <a:gdLst>
                  <a:gd name="T0" fmla="*/ 80 w 51"/>
                  <a:gd name="T1" fmla="*/ 389 h 95"/>
                  <a:gd name="T2" fmla="*/ 109 w 51"/>
                  <a:gd name="T3" fmla="*/ 274 h 95"/>
                  <a:gd name="T4" fmla="*/ 167 w 51"/>
                  <a:gd name="T5" fmla="*/ 48 h 95"/>
                  <a:gd name="T6" fmla="*/ 153 w 51"/>
                  <a:gd name="T7" fmla="*/ 16 h 95"/>
                  <a:gd name="T8" fmla="*/ 122 w 51"/>
                  <a:gd name="T9" fmla="*/ 5 h 95"/>
                  <a:gd name="T10" fmla="*/ 94 w 51"/>
                  <a:gd name="T11" fmla="*/ 42 h 95"/>
                  <a:gd name="T12" fmla="*/ 54 w 51"/>
                  <a:gd name="T13" fmla="*/ 200 h 95"/>
                  <a:gd name="T14" fmla="*/ 0 w 51"/>
                  <a:gd name="T15" fmla="*/ 389 h 95"/>
                  <a:gd name="T16" fmla="*/ 80 w 51"/>
                  <a:gd name="T17" fmla="*/ 389 h 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95">
                    <a:moveTo>
                      <a:pt x="24" y="95"/>
                    </a:moveTo>
                    <a:cubicBezTo>
                      <a:pt x="28" y="84"/>
                      <a:pt x="32" y="73"/>
                      <a:pt x="33" y="67"/>
                    </a:cubicBezTo>
                    <a:cubicBezTo>
                      <a:pt x="37" y="55"/>
                      <a:pt x="50" y="13"/>
                      <a:pt x="50" y="12"/>
                    </a:cubicBezTo>
                    <a:cubicBezTo>
                      <a:pt x="51" y="8"/>
                      <a:pt x="50" y="5"/>
                      <a:pt x="46" y="4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4" y="0"/>
                      <a:pt x="30" y="5"/>
                      <a:pt x="28" y="10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0" y="95"/>
                      <a:pt x="0" y="95"/>
                      <a:pt x="0" y="95"/>
                    </a:cubicBezTo>
                    <a:lnTo>
                      <a:pt x="24" y="9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7" name="Freeform 551">
                <a:extLst>
                  <a:ext uri="{FF2B5EF4-FFF2-40B4-BE49-F238E27FC236}">
                    <a16:creationId xmlns:a16="http://schemas.microsoft.com/office/drawing/2014/main" id="{A0A855F0-752B-4880-BF4D-144F2BE1E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113"/>
                <a:ext cx="111" cy="649"/>
              </a:xfrm>
              <a:custGeom>
                <a:avLst/>
                <a:gdLst>
                  <a:gd name="T0" fmla="*/ 0 w 74"/>
                  <a:gd name="T1" fmla="*/ 1658 h 406"/>
                  <a:gd name="T2" fmla="*/ 21 w 74"/>
                  <a:gd name="T3" fmla="*/ 0 h 406"/>
                  <a:gd name="T4" fmla="*/ 0 w 74"/>
                  <a:gd name="T5" fmla="*/ 1658 h 4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406">
                    <a:moveTo>
                      <a:pt x="0" y="406"/>
                    </a:moveTo>
                    <a:cubicBezTo>
                      <a:pt x="66" y="238"/>
                      <a:pt x="31" y="52"/>
                      <a:pt x="6" y="0"/>
                    </a:cubicBezTo>
                    <a:cubicBezTo>
                      <a:pt x="43" y="104"/>
                      <a:pt x="74" y="202"/>
                      <a:pt x="0" y="406"/>
                    </a:cubicBezTo>
                    <a:close/>
                  </a:path>
                </a:pathLst>
              </a:custGeom>
              <a:solidFill>
                <a:srgbClr val="F9B5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8" name="Freeform 552">
                <a:extLst>
                  <a:ext uri="{FF2B5EF4-FFF2-40B4-BE49-F238E27FC236}">
                    <a16:creationId xmlns:a16="http://schemas.microsoft.com/office/drawing/2014/main" id="{7E88E571-97E9-498A-B267-383544CCF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869"/>
                <a:ext cx="327" cy="590"/>
              </a:xfrm>
              <a:custGeom>
                <a:avLst/>
                <a:gdLst>
                  <a:gd name="T0" fmla="*/ 0 w 218"/>
                  <a:gd name="T1" fmla="*/ 0 h 369"/>
                  <a:gd name="T2" fmla="*/ 737 w 218"/>
                  <a:gd name="T3" fmla="*/ 1508 h 369"/>
                  <a:gd name="T4" fmla="*/ 0 w 218"/>
                  <a:gd name="T5" fmla="*/ 0 h 3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8" h="369">
                    <a:moveTo>
                      <a:pt x="0" y="0"/>
                    </a:moveTo>
                    <a:cubicBezTo>
                      <a:pt x="9" y="54"/>
                      <a:pt x="45" y="200"/>
                      <a:pt x="218" y="369"/>
                    </a:cubicBezTo>
                    <a:cubicBezTo>
                      <a:pt x="184" y="338"/>
                      <a:pt x="22" y="122"/>
                      <a:pt x="0" y="0"/>
                    </a:cubicBezTo>
                    <a:close/>
                  </a:path>
                </a:pathLst>
              </a:custGeom>
              <a:solidFill>
                <a:srgbClr val="F9B5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9" name="Freeform 553">
                <a:extLst>
                  <a:ext uri="{FF2B5EF4-FFF2-40B4-BE49-F238E27FC236}">
                    <a16:creationId xmlns:a16="http://schemas.microsoft.com/office/drawing/2014/main" id="{B986A8C7-9FBC-40DF-9063-DA4867DEE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727"/>
                <a:ext cx="269" cy="1051"/>
              </a:xfrm>
              <a:custGeom>
                <a:avLst/>
                <a:gdLst>
                  <a:gd name="T0" fmla="*/ 302 w 180"/>
                  <a:gd name="T1" fmla="*/ 2689 h 657"/>
                  <a:gd name="T2" fmla="*/ 0 w 180"/>
                  <a:gd name="T3" fmla="*/ 0 h 657"/>
                  <a:gd name="T4" fmla="*/ 302 w 180"/>
                  <a:gd name="T5" fmla="*/ 2689 h 6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657">
                    <a:moveTo>
                      <a:pt x="90" y="657"/>
                    </a:moveTo>
                    <a:cubicBezTo>
                      <a:pt x="180" y="291"/>
                      <a:pt x="31" y="43"/>
                      <a:pt x="0" y="0"/>
                    </a:cubicBezTo>
                    <a:cubicBezTo>
                      <a:pt x="51" y="99"/>
                      <a:pt x="142" y="301"/>
                      <a:pt x="90" y="657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0" name="Freeform 554">
                <a:extLst>
                  <a:ext uri="{FF2B5EF4-FFF2-40B4-BE49-F238E27FC236}">
                    <a16:creationId xmlns:a16="http://schemas.microsoft.com/office/drawing/2014/main" id="{CD4EF7A8-1B4B-41CA-9CEA-B4FDB3A4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499"/>
                <a:ext cx="160" cy="168"/>
              </a:xfrm>
              <a:custGeom>
                <a:avLst/>
                <a:gdLst>
                  <a:gd name="T0" fmla="*/ 33 w 107"/>
                  <a:gd name="T1" fmla="*/ 16 h 105"/>
                  <a:gd name="T2" fmla="*/ 94 w 107"/>
                  <a:gd name="T3" fmla="*/ 46 h 105"/>
                  <a:gd name="T4" fmla="*/ 235 w 107"/>
                  <a:gd name="T5" fmla="*/ 213 h 105"/>
                  <a:gd name="T6" fmla="*/ 342 w 107"/>
                  <a:gd name="T7" fmla="*/ 336 h 105"/>
                  <a:gd name="T8" fmla="*/ 351 w 107"/>
                  <a:gd name="T9" fmla="*/ 389 h 105"/>
                  <a:gd name="T10" fmla="*/ 329 w 107"/>
                  <a:gd name="T11" fmla="*/ 418 h 105"/>
                  <a:gd name="T12" fmla="*/ 290 w 107"/>
                  <a:gd name="T13" fmla="*/ 414 h 105"/>
                  <a:gd name="T14" fmla="*/ 161 w 107"/>
                  <a:gd name="T15" fmla="*/ 259 h 105"/>
                  <a:gd name="T16" fmla="*/ 15 w 107"/>
                  <a:gd name="T17" fmla="*/ 90 h 105"/>
                  <a:gd name="T18" fmla="*/ 9 w 107"/>
                  <a:gd name="T19" fmla="*/ 46 h 105"/>
                  <a:gd name="T20" fmla="*/ 33 w 107"/>
                  <a:gd name="T21" fmla="*/ 16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7" h="105">
                    <a:moveTo>
                      <a:pt x="10" y="4"/>
                    </a:moveTo>
                    <a:cubicBezTo>
                      <a:pt x="13" y="1"/>
                      <a:pt x="16" y="0"/>
                      <a:pt x="28" y="11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102" y="82"/>
                      <a:pt x="102" y="82"/>
                      <a:pt x="102" y="82"/>
                    </a:cubicBezTo>
                    <a:cubicBezTo>
                      <a:pt x="106" y="86"/>
                      <a:pt x="107" y="92"/>
                      <a:pt x="105" y="95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5" y="105"/>
                      <a:pt x="91" y="105"/>
                      <a:pt x="87" y="101"/>
                    </a:cubicBezTo>
                    <a:cubicBezTo>
                      <a:pt x="87" y="101"/>
                      <a:pt x="58" y="72"/>
                      <a:pt x="48" y="63"/>
                    </a:cubicBezTo>
                    <a:cubicBezTo>
                      <a:pt x="39" y="54"/>
                      <a:pt x="5" y="22"/>
                      <a:pt x="5" y="22"/>
                    </a:cubicBezTo>
                    <a:cubicBezTo>
                      <a:pt x="0" y="18"/>
                      <a:pt x="1" y="14"/>
                      <a:pt x="3" y="11"/>
                    </a:cubicBezTo>
                    <a:lnTo>
                      <a:pt x="10" y="4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1" name="Freeform 555">
                <a:extLst>
                  <a:ext uri="{FF2B5EF4-FFF2-40B4-BE49-F238E27FC236}">
                    <a16:creationId xmlns:a16="http://schemas.microsoft.com/office/drawing/2014/main" id="{C1430899-E16A-4BBE-9123-BB1C2F952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649"/>
                <a:ext cx="150" cy="179"/>
              </a:xfrm>
              <a:custGeom>
                <a:avLst/>
                <a:gdLst>
                  <a:gd name="T0" fmla="*/ 39 w 100"/>
                  <a:gd name="T1" fmla="*/ 13 h 112"/>
                  <a:gd name="T2" fmla="*/ 95 w 100"/>
                  <a:gd name="T3" fmla="*/ 48 h 112"/>
                  <a:gd name="T4" fmla="*/ 224 w 100"/>
                  <a:gd name="T5" fmla="*/ 232 h 112"/>
                  <a:gd name="T6" fmla="*/ 323 w 100"/>
                  <a:gd name="T7" fmla="*/ 368 h 112"/>
                  <a:gd name="T8" fmla="*/ 329 w 100"/>
                  <a:gd name="T9" fmla="*/ 417 h 112"/>
                  <a:gd name="T10" fmla="*/ 302 w 100"/>
                  <a:gd name="T11" fmla="*/ 444 h 112"/>
                  <a:gd name="T12" fmla="*/ 269 w 100"/>
                  <a:gd name="T13" fmla="*/ 436 h 112"/>
                  <a:gd name="T14" fmla="*/ 149 w 100"/>
                  <a:gd name="T15" fmla="*/ 269 h 112"/>
                  <a:gd name="T16" fmla="*/ 14 w 100"/>
                  <a:gd name="T17" fmla="*/ 86 h 112"/>
                  <a:gd name="T18" fmla="*/ 14 w 100"/>
                  <a:gd name="T19" fmla="*/ 42 h 112"/>
                  <a:gd name="T20" fmla="*/ 39 w 100"/>
                  <a:gd name="T21" fmla="*/ 13 h 1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112">
                    <a:moveTo>
                      <a:pt x="11" y="3"/>
                    </a:moveTo>
                    <a:cubicBezTo>
                      <a:pt x="14" y="1"/>
                      <a:pt x="18" y="0"/>
                      <a:pt x="28" y="12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9" y="94"/>
                      <a:pt x="100" y="100"/>
                      <a:pt x="97" y="102"/>
                    </a:cubicBezTo>
                    <a:cubicBezTo>
                      <a:pt x="89" y="109"/>
                      <a:pt x="89" y="109"/>
                      <a:pt x="89" y="109"/>
                    </a:cubicBezTo>
                    <a:cubicBezTo>
                      <a:pt x="86" y="111"/>
                      <a:pt x="83" y="112"/>
                      <a:pt x="79" y="107"/>
                    </a:cubicBezTo>
                    <a:cubicBezTo>
                      <a:pt x="79" y="107"/>
                      <a:pt x="52" y="75"/>
                      <a:pt x="44" y="66"/>
                    </a:cubicBezTo>
                    <a:cubicBezTo>
                      <a:pt x="35" y="56"/>
                      <a:pt x="4" y="21"/>
                      <a:pt x="4" y="21"/>
                    </a:cubicBezTo>
                    <a:cubicBezTo>
                      <a:pt x="0" y="16"/>
                      <a:pt x="1" y="12"/>
                      <a:pt x="4" y="10"/>
                    </a:cubicBezTo>
                    <a:lnTo>
                      <a:pt x="11" y="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2" name="Freeform 556">
                <a:extLst>
                  <a:ext uri="{FF2B5EF4-FFF2-40B4-BE49-F238E27FC236}">
                    <a16:creationId xmlns:a16="http://schemas.microsoft.com/office/drawing/2014/main" id="{52960826-DC63-4587-B3DB-B5506C44A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1348"/>
                <a:ext cx="158" cy="173"/>
              </a:xfrm>
              <a:custGeom>
                <a:avLst/>
                <a:gdLst>
                  <a:gd name="T0" fmla="*/ 324 w 105"/>
                  <a:gd name="T1" fmla="*/ 429 h 108"/>
                  <a:gd name="T2" fmla="*/ 263 w 105"/>
                  <a:gd name="T3" fmla="*/ 396 h 108"/>
                  <a:gd name="T4" fmla="*/ 122 w 105"/>
                  <a:gd name="T5" fmla="*/ 223 h 108"/>
                  <a:gd name="T6" fmla="*/ 26 w 105"/>
                  <a:gd name="T7" fmla="*/ 103 h 108"/>
                  <a:gd name="T8" fmla="*/ 12 w 105"/>
                  <a:gd name="T9" fmla="*/ 46 h 108"/>
                  <a:gd name="T10" fmla="*/ 35 w 105"/>
                  <a:gd name="T11" fmla="*/ 16 h 108"/>
                  <a:gd name="T12" fmla="*/ 72 w 105"/>
                  <a:gd name="T13" fmla="*/ 21 h 108"/>
                  <a:gd name="T14" fmla="*/ 211 w 105"/>
                  <a:gd name="T15" fmla="*/ 184 h 108"/>
                  <a:gd name="T16" fmla="*/ 345 w 105"/>
                  <a:gd name="T17" fmla="*/ 357 h 108"/>
                  <a:gd name="T18" fmla="*/ 346 w 105"/>
                  <a:gd name="T19" fmla="*/ 397 h 108"/>
                  <a:gd name="T20" fmla="*/ 324 w 105"/>
                  <a:gd name="T21" fmla="*/ 429 h 1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5" h="108">
                    <a:moveTo>
                      <a:pt x="95" y="104"/>
                    </a:moveTo>
                    <a:cubicBezTo>
                      <a:pt x="92" y="107"/>
                      <a:pt x="89" y="108"/>
                      <a:pt x="77" y="96"/>
                    </a:cubicBezTo>
                    <a:cubicBezTo>
                      <a:pt x="36" y="54"/>
                      <a:pt x="36" y="54"/>
                      <a:pt x="36" y="54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2" y="19"/>
                      <a:pt x="0" y="13"/>
                      <a:pt x="3" y="11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3" y="1"/>
                      <a:pt x="16" y="0"/>
                      <a:pt x="21" y="5"/>
                    </a:cubicBezTo>
                    <a:cubicBezTo>
                      <a:pt x="21" y="5"/>
                      <a:pt x="53" y="36"/>
                      <a:pt x="62" y="45"/>
                    </a:cubicBezTo>
                    <a:cubicBezTo>
                      <a:pt x="71" y="54"/>
                      <a:pt x="101" y="87"/>
                      <a:pt x="101" y="87"/>
                    </a:cubicBezTo>
                    <a:cubicBezTo>
                      <a:pt x="105" y="91"/>
                      <a:pt x="104" y="95"/>
                      <a:pt x="102" y="97"/>
                    </a:cubicBezTo>
                    <a:lnTo>
                      <a:pt x="95" y="104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3" name="Freeform 557">
                <a:extLst>
                  <a:ext uri="{FF2B5EF4-FFF2-40B4-BE49-F238E27FC236}">
                    <a16:creationId xmlns:a16="http://schemas.microsoft.com/office/drawing/2014/main" id="{BEDFFD0D-ED83-4EDA-A747-F0C9F4E72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1177"/>
                <a:ext cx="137" cy="189"/>
              </a:xfrm>
              <a:custGeom>
                <a:avLst/>
                <a:gdLst>
                  <a:gd name="T0" fmla="*/ 41 w 91"/>
                  <a:gd name="T1" fmla="*/ 13 h 118"/>
                  <a:gd name="T2" fmla="*/ 95 w 91"/>
                  <a:gd name="T3" fmla="*/ 56 h 118"/>
                  <a:gd name="T4" fmla="*/ 211 w 91"/>
                  <a:gd name="T5" fmla="*/ 255 h 118"/>
                  <a:gd name="T6" fmla="*/ 297 w 91"/>
                  <a:gd name="T7" fmla="*/ 397 h 118"/>
                  <a:gd name="T8" fmla="*/ 300 w 91"/>
                  <a:gd name="T9" fmla="*/ 452 h 118"/>
                  <a:gd name="T10" fmla="*/ 272 w 91"/>
                  <a:gd name="T11" fmla="*/ 473 h 118"/>
                  <a:gd name="T12" fmla="*/ 236 w 91"/>
                  <a:gd name="T13" fmla="*/ 464 h 118"/>
                  <a:gd name="T14" fmla="*/ 134 w 91"/>
                  <a:gd name="T15" fmla="*/ 280 h 118"/>
                  <a:gd name="T16" fmla="*/ 12 w 91"/>
                  <a:gd name="T17" fmla="*/ 82 h 118"/>
                  <a:gd name="T18" fmla="*/ 14 w 91"/>
                  <a:gd name="T19" fmla="*/ 35 h 118"/>
                  <a:gd name="T20" fmla="*/ 41 w 91"/>
                  <a:gd name="T21" fmla="*/ 13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118">
                    <a:moveTo>
                      <a:pt x="12" y="3"/>
                    </a:moveTo>
                    <a:cubicBezTo>
                      <a:pt x="15" y="1"/>
                      <a:pt x="18" y="0"/>
                      <a:pt x="28" y="14"/>
                    </a:cubicBezTo>
                    <a:cubicBezTo>
                      <a:pt x="62" y="62"/>
                      <a:pt x="62" y="62"/>
                      <a:pt x="62" y="62"/>
                    </a:cubicBezTo>
                    <a:cubicBezTo>
                      <a:pt x="87" y="97"/>
                      <a:pt x="87" y="97"/>
                      <a:pt x="87" y="97"/>
                    </a:cubicBezTo>
                    <a:cubicBezTo>
                      <a:pt x="91" y="102"/>
                      <a:pt x="91" y="107"/>
                      <a:pt x="88" y="110"/>
                    </a:cubicBezTo>
                    <a:cubicBezTo>
                      <a:pt x="80" y="115"/>
                      <a:pt x="80" y="115"/>
                      <a:pt x="80" y="115"/>
                    </a:cubicBezTo>
                    <a:cubicBezTo>
                      <a:pt x="77" y="118"/>
                      <a:pt x="73" y="118"/>
                      <a:pt x="69" y="113"/>
                    </a:cubicBezTo>
                    <a:cubicBezTo>
                      <a:pt x="69" y="113"/>
                      <a:pt x="46" y="79"/>
                      <a:pt x="39" y="68"/>
                    </a:cubicBezTo>
                    <a:cubicBezTo>
                      <a:pt x="31" y="58"/>
                      <a:pt x="3" y="20"/>
                      <a:pt x="3" y="20"/>
                    </a:cubicBezTo>
                    <a:cubicBezTo>
                      <a:pt x="0" y="15"/>
                      <a:pt x="1" y="11"/>
                      <a:pt x="4" y="9"/>
                    </a:cubicBezTo>
                    <a:lnTo>
                      <a:pt x="12" y="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4" name="Freeform 558">
                <a:extLst>
                  <a:ext uri="{FF2B5EF4-FFF2-40B4-BE49-F238E27FC236}">
                    <a16:creationId xmlns:a16="http://schemas.microsoft.com/office/drawing/2014/main" id="{F82C53FD-B382-44F4-8012-F972E9C97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989"/>
                <a:ext cx="108" cy="203"/>
              </a:xfrm>
              <a:custGeom>
                <a:avLst/>
                <a:gdLst>
                  <a:gd name="T0" fmla="*/ 48 w 72"/>
                  <a:gd name="T1" fmla="*/ 8 h 127"/>
                  <a:gd name="T2" fmla="*/ 95 w 72"/>
                  <a:gd name="T3" fmla="*/ 61 h 127"/>
                  <a:gd name="T4" fmla="*/ 174 w 72"/>
                  <a:gd name="T5" fmla="*/ 281 h 127"/>
                  <a:gd name="T6" fmla="*/ 237 w 72"/>
                  <a:gd name="T7" fmla="*/ 443 h 127"/>
                  <a:gd name="T8" fmla="*/ 230 w 72"/>
                  <a:gd name="T9" fmla="*/ 492 h 127"/>
                  <a:gd name="T10" fmla="*/ 201 w 72"/>
                  <a:gd name="T11" fmla="*/ 511 h 127"/>
                  <a:gd name="T12" fmla="*/ 167 w 72"/>
                  <a:gd name="T13" fmla="*/ 492 h 127"/>
                  <a:gd name="T14" fmla="*/ 93 w 72"/>
                  <a:gd name="T15" fmla="*/ 289 h 127"/>
                  <a:gd name="T16" fmla="*/ 8 w 72"/>
                  <a:gd name="T17" fmla="*/ 67 h 127"/>
                  <a:gd name="T18" fmla="*/ 18 w 72"/>
                  <a:gd name="T19" fmla="*/ 26 h 127"/>
                  <a:gd name="T20" fmla="*/ 48 w 72"/>
                  <a:gd name="T21" fmla="*/ 8 h 1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127">
                    <a:moveTo>
                      <a:pt x="14" y="2"/>
                    </a:moveTo>
                    <a:cubicBezTo>
                      <a:pt x="18" y="0"/>
                      <a:pt x="21" y="0"/>
                      <a:pt x="28" y="15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70" y="108"/>
                      <a:pt x="70" y="108"/>
                      <a:pt x="70" y="108"/>
                    </a:cubicBezTo>
                    <a:cubicBezTo>
                      <a:pt x="72" y="114"/>
                      <a:pt x="71" y="120"/>
                      <a:pt x="68" y="121"/>
                    </a:cubicBezTo>
                    <a:cubicBezTo>
                      <a:pt x="59" y="125"/>
                      <a:pt x="59" y="125"/>
                      <a:pt x="59" y="125"/>
                    </a:cubicBezTo>
                    <a:cubicBezTo>
                      <a:pt x="55" y="127"/>
                      <a:pt x="51" y="126"/>
                      <a:pt x="49" y="121"/>
                    </a:cubicBezTo>
                    <a:cubicBezTo>
                      <a:pt x="49" y="121"/>
                      <a:pt x="33" y="82"/>
                      <a:pt x="27" y="71"/>
                    </a:cubicBezTo>
                    <a:cubicBezTo>
                      <a:pt x="22" y="59"/>
                      <a:pt x="2" y="16"/>
                      <a:pt x="2" y="16"/>
                    </a:cubicBezTo>
                    <a:cubicBezTo>
                      <a:pt x="0" y="11"/>
                      <a:pt x="1" y="7"/>
                      <a:pt x="5" y="6"/>
                    </a:cubicBezTo>
                    <a:lnTo>
                      <a:pt x="14" y="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5" name="Freeform 559">
                <a:extLst>
                  <a:ext uri="{FF2B5EF4-FFF2-40B4-BE49-F238E27FC236}">
                    <a16:creationId xmlns:a16="http://schemas.microsoft.com/office/drawing/2014/main" id="{23844FFD-25E7-48B1-96A4-75D3F47B2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814"/>
                <a:ext cx="66" cy="179"/>
              </a:xfrm>
              <a:custGeom>
                <a:avLst/>
                <a:gdLst>
                  <a:gd name="T0" fmla="*/ 116 w 44"/>
                  <a:gd name="T1" fmla="*/ 225 h 112"/>
                  <a:gd name="T2" fmla="*/ 80 w 44"/>
                  <a:gd name="T3" fmla="*/ 0 h 112"/>
                  <a:gd name="T4" fmla="*/ 0 w 44"/>
                  <a:gd name="T5" fmla="*/ 21 h 112"/>
                  <a:gd name="T6" fmla="*/ 35 w 44"/>
                  <a:gd name="T7" fmla="*/ 209 h 112"/>
                  <a:gd name="T8" fmla="*/ 68 w 44"/>
                  <a:gd name="T9" fmla="*/ 430 h 112"/>
                  <a:gd name="T10" fmla="*/ 95 w 44"/>
                  <a:gd name="T11" fmla="*/ 457 h 112"/>
                  <a:gd name="T12" fmla="*/ 129 w 44"/>
                  <a:gd name="T13" fmla="*/ 449 h 112"/>
                  <a:gd name="T14" fmla="*/ 147 w 44"/>
                  <a:gd name="T15" fmla="*/ 401 h 112"/>
                  <a:gd name="T16" fmla="*/ 116 w 44"/>
                  <a:gd name="T17" fmla="*/ 225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12">
                    <a:moveTo>
                      <a:pt x="34" y="55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20"/>
                      <a:pt x="8" y="43"/>
                      <a:pt x="10" y="51"/>
                    </a:cubicBezTo>
                    <a:cubicBezTo>
                      <a:pt x="12" y="64"/>
                      <a:pt x="20" y="105"/>
                      <a:pt x="20" y="105"/>
                    </a:cubicBezTo>
                    <a:cubicBezTo>
                      <a:pt x="21" y="111"/>
                      <a:pt x="24" y="112"/>
                      <a:pt x="28" y="112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42" y="109"/>
                      <a:pt x="44" y="103"/>
                      <a:pt x="43" y="98"/>
                    </a:cubicBezTo>
                    <a:lnTo>
                      <a:pt x="34" y="55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6" name="Freeform 560">
                <a:extLst>
                  <a:ext uri="{FF2B5EF4-FFF2-40B4-BE49-F238E27FC236}">
                    <a16:creationId xmlns:a16="http://schemas.microsoft.com/office/drawing/2014/main" id="{ED33BF5E-DBB5-4945-997B-B2A170CBD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436"/>
                <a:ext cx="153" cy="167"/>
              </a:xfrm>
              <a:custGeom>
                <a:avLst/>
                <a:gdLst>
                  <a:gd name="T0" fmla="*/ 14 w 102"/>
                  <a:gd name="T1" fmla="*/ 82 h 104"/>
                  <a:gd name="T2" fmla="*/ 12 w 102"/>
                  <a:gd name="T3" fmla="*/ 47 h 104"/>
                  <a:gd name="T4" fmla="*/ 35 w 102"/>
                  <a:gd name="T5" fmla="*/ 16 h 104"/>
                  <a:gd name="T6" fmla="*/ 89 w 102"/>
                  <a:gd name="T7" fmla="*/ 50 h 104"/>
                  <a:gd name="T8" fmla="*/ 228 w 102"/>
                  <a:gd name="T9" fmla="*/ 225 h 104"/>
                  <a:gd name="T10" fmla="*/ 332 w 102"/>
                  <a:gd name="T11" fmla="*/ 348 h 104"/>
                  <a:gd name="T12" fmla="*/ 338 w 102"/>
                  <a:gd name="T13" fmla="*/ 395 h 104"/>
                  <a:gd name="T14" fmla="*/ 315 w 102"/>
                  <a:gd name="T15" fmla="*/ 422 h 104"/>
                  <a:gd name="T16" fmla="*/ 284 w 102"/>
                  <a:gd name="T17" fmla="*/ 418 h 104"/>
                  <a:gd name="T18" fmla="*/ 161 w 102"/>
                  <a:gd name="T19" fmla="*/ 259 h 104"/>
                  <a:gd name="T20" fmla="*/ 14 w 102"/>
                  <a:gd name="T21" fmla="*/ 82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2" h="104">
                    <a:moveTo>
                      <a:pt x="4" y="20"/>
                    </a:moveTo>
                    <a:cubicBezTo>
                      <a:pt x="0" y="16"/>
                      <a:pt x="2" y="13"/>
                      <a:pt x="3" y="11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2" y="2"/>
                      <a:pt x="14" y="0"/>
                      <a:pt x="26" y="12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98" y="84"/>
                      <a:pt x="98" y="84"/>
                      <a:pt x="98" y="84"/>
                    </a:cubicBezTo>
                    <a:cubicBezTo>
                      <a:pt x="101" y="88"/>
                      <a:pt x="102" y="92"/>
                      <a:pt x="100" y="95"/>
                    </a:cubicBezTo>
                    <a:cubicBezTo>
                      <a:pt x="93" y="102"/>
                      <a:pt x="93" y="102"/>
                      <a:pt x="93" y="102"/>
                    </a:cubicBezTo>
                    <a:cubicBezTo>
                      <a:pt x="90" y="104"/>
                      <a:pt x="87" y="104"/>
                      <a:pt x="84" y="101"/>
                    </a:cubicBezTo>
                    <a:cubicBezTo>
                      <a:pt x="84" y="101"/>
                      <a:pt x="56" y="71"/>
                      <a:pt x="47" y="62"/>
                    </a:cubicBezTo>
                    <a:cubicBezTo>
                      <a:pt x="38" y="53"/>
                      <a:pt x="4" y="20"/>
                      <a:pt x="4" y="20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7" name="Freeform 561">
                <a:extLst>
                  <a:ext uri="{FF2B5EF4-FFF2-40B4-BE49-F238E27FC236}">
                    <a16:creationId xmlns:a16="http://schemas.microsoft.com/office/drawing/2014/main" id="{6B11896B-2FB8-4AA4-9050-7817A6755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294"/>
                <a:ext cx="159" cy="163"/>
              </a:xfrm>
              <a:custGeom>
                <a:avLst/>
                <a:gdLst>
                  <a:gd name="T0" fmla="*/ 342 w 106"/>
                  <a:gd name="T1" fmla="*/ 334 h 102"/>
                  <a:gd name="T2" fmla="*/ 342 w 106"/>
                  <a:gd name="T3" fmla="*/ 334 h 102"/>
                  <a:gd name="T4" fmla="*/ 345 w 106"/>
                  <a:gd name="T5" fmla="*/ 368 h 102"/>
                  <a:gd name="T6" fmla="*/ 323 w 106"/>
                  <a:gd name="T7" fmla="*/ 396 h 102"/>
                  <a:gd name="T8" fmla="*/ 270 w 106"/>
                  <a:gd name="T9" fmla="*/ 371 h 102"/>
                  <a:gd name="T10" fmla="*/ 126 w 106"/>
                  <a:gd name="T11" fmla="*/ 205 h 102"/>
                  <a:gd name="T12" fmla="*/ 26 w 106"/>
                  <a:gd name="T13" fmla="*/ 89 h 102"/>
                  <a:gd name="T14" fmla="*/ 12 w 106"/>
                  <a:gd name="T15" fmla="*/ 42 h 102"/>
                  <a:gd name="T16" fmla="*/ 32 w 106"/>
                  <a:gd name="T17" fmla="*/ 13 h 102"/>
                  <a:gd name="T18" fmla="*/ 62 w 106"/>
                  <a:gd name="T19" fmla="*/ 13 h 102"/>
                  <a:gd name="T20" fmla="*/ 207 w 106"/>
                  <a:gd name="T21" fmla="*/ 168 h 102"/>
                  <a:gd name="T22" fmla="*/ 342 w 106"/>
                  <a:gd name="T23" fmla="*/ 334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6" h="102">
                    <a:moveTo>
                      <a:pt x="101" y="82"/>
                    </a:moveTo>
                    <a:cubicBezTo>
                      <a:pt x="101" y="82"/>
                      <a:pt x="101" y="82"/>
                      <a:pt x="101" y="82"/>
                    </a:cubicBezTo>
                    <a:cubicBezTo>
                      <a:pt x="104" y="84"/>
                      <a:pt x="106" y="87"/>
                      <a:pt x="102" y="90"/>
                    </a:cubicBezTo>
                    <a:cubicBezTo>
                      <a:pt x="95" y="97"/>
                      <a:pt x="95" y="97"/>
                      <a:pt x="95" y="97"/>
                    </a:cubicBezTo>
                    <a:cubicBezTo>
                      <a:pt x="93" y="100"/>
                      <a:pt x="91" y="102"/>
                      <a:pt x="80" y="91"/>
                    </a:cubicBezTo>
                    <a:cubicBezTo>
                      <a:pt x="37" y="50"/>
                      <a:pt x="37" y="50"/>
                      <a:pt x="37" y="50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3" y="18"/>
                      <a:pt x="0" y="12"/>
                      <a:pt x="3" y="1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0"/>
                      <a:pt x="15" y="0"/>
                      <a:pt x="18" y="3"/>
                    </a:cubicBezTo>
                    <a:cubicBezTo>
                      <a:pt x="18" y="3"/>
                      <a:pt x="52" y="33"/>
                      <a:pt x="61" y="41"/>
                    </a:cubicBezTo>
                    <a:cubicBezTo>
                      <a:pt x="70" y="50"/>
                      <a:pt x="101" y="82"/>
                      <a:pt x="101" y="8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8" name="Freeform 562">
                <a:extLst>
                  <a:ext uri="{FF2B5EF4-FFF2-40B4-BE49-F238E27FC236}">
                    <a16:creationId xmlns:a16="http://schemas.microsoft.com/office/drawing/2014/main" id="{571EF21D-6A2A-48F1-974D-8A9B3A0ED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1497"/>
                <a:ext cx="30" cy="32"/>
              </a:xfrm>
              <a:custGeom>
                <a:avLst/>
                <a:gdLst>
                  <a:gd name="T0" fmla="*/ 66 w 20"/>
                  <a:gd name="T1" fmla="*/ 77 h 20"/>
                  <a:gd name="T2" fmla="*/ 27 w 20"/>
                  <a:gd name="T3" fmla="*/ 48 h 20"/>
                  <a:gd name="T4" fmla="*/ 5 w 20"/>
                  <a:gd name="T5" fmla="*/ 5 h 20"/>
                  <a:gd name="T6" fmla="*/ 41 w 20"/>
                  <a:gd name="T7" fmla="*/ 29 h 20"/>
                  <a:gd name="T8" fmla="*/ 66 w 20"/>
                  <a:gd name="T9" fmla="*/ 7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9" y="19"/>
                    </a:moveTo>
                    <a:cubicBezTo>
                      <a:pt x="17" y="20"/>
                      <a:pt x="12" y="17"/>
                      <a:pt x="8" y="12"/>
                    </a:cubicBezTo>
                    <a:cubicBezTo>
                      <a:pt x="3" y="7"/>
                      <a:pt x="0" y="2"/>
                      <a:pt x="1" y="1"/>
                    </a:cubicBezTo>
                    <a:cubicBezTo>
                      <a:pt x="3" y="0"/>
                      <a:pt x="8" y="2"/>
                      <a:pt x="12" y="7"/>
                    </a:cubicBezTo>
                    <a:cubicBezTo>
                      <a:pt x="17" y="12"/>
                      <a:pt x="20" y="17"/>
                      <a:pt x="19" y="19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9" name="Freeform 563">
                <a:extLst>
                  <a:ext uri="{FF2B5EF4-FFF2-40B4-BE49-F238E27FC236}">
                    <a16:creationId xmlns:a16="http://schemas.microsoft.com/office/drawing/2014/main" id="{EB467862-61BA-464E-8BE2-418283106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348"/>
                <a:ext cx="32" cy="32"/>
              </a:xfrm>
              <a:custGeom>
                <a:avLst/>
                <a:gdLst>
                  <a:gd name="T0" fmla="*/ 5 w 21"/>
                  <a:gd name="T1" fmla="*/ 5 h 20"/>
                  <a:gd name="T2" fmla="*/ 46 w 21"/>
                  <a:gd name="T3" fmla="*/ 29 h 20"/>
                  <a:gd name="T4" fmla="*/ 70 w 21"/>
                  <a:gd name="T5" fmla="*/ 74 h 20"/>
                  <a:gd name="T6" fmla="*/ 27 w 21"/>
                  <a:gd name="T7" fmla="*/ 48 h 20"/>
                  <a:gd name="T8" fmla="*/ 5 w 21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" y="1"/>
                    </a:moveTo>
                    <a:cubicBezTo>
                      <a:pt x="3" y="0"/>
                      <a:pt x="8" y="3"/>
                      <a:pt x="13" y="7"/>
                    </a:cubicBezTo>
                    <a:cubicBezTo>
                      <a:pt x="18" y="12"/>
                      <a:pt x="21" y="17"/>
                      <a:pt x="20" y="18"/>
                    </a:cubicBezTo>
                    <a:cubicBezTo>
                      <a:pt x="18" y="20"/>
                      <a:pt x="13" y="17"/>
                      <a:pt x="8" y="12"/>
                    </a:cubicBezTo>
                    <a:cubicBezTo>
                      <a:pt x="3" y="8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0" name="Freeform 564">
                <a:extLst>
                  <a:ext uri="{FF2B5EF4-FFF2-40B4-BE49-F238E27FC236}">
                    <a16:creationId xmlns:a16="http://schemas.microsoft.com/office/drawing/2014/main" id="{2CB91771-EA84-4793-BE3B-D6CDAD46D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1502"/>
                <a:ext cx="30" cy="32"/>
              </a:xfrm>
              <a:custGeom>
                <a:avLst/>
                <a:gdLst>
                  <a:gd name="T0" fmla="*/ 62 w 20"/>
                  <a:gd name="T1" fmla="*/ 77 h 20"/>
                  <a:gd name="T2" fmla="*/ 26 w 20"/>
                  <a:gd name="T3" fmla="*/ 54 h 20"/>
                  <a:gd name="T4" fmla="*/ 5 w 20"/>
                  <a:gd name="T5" fmla="*/ 5 h 20"/>
                  <a:gd name="T6" fmla="*/ 41 w 20"/>
                  <a:gd name="T7" fmla="*/ 34 h 20"/>
                  <a:gd name="T8" fmla="*/ 62 w 20"/>
                  <a:gd name="T9" fmla="*/ 7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8" y="19"/>
                    </a:moveTo>
                    <a:cubicBezTo>
                      <a:pt x="17" y="20"/>
                      <a:pt x="12" y="17"/>
                      <a:pt x="7" y="13"/>
                    </a:cubicBezTo>
                    <a:cubicBezTo>
                      <a:pt x="2" y="8"/>
                      <a:pt x="0" y="3"/>
                      <a:pt x="1" y="1"/>
                    </a:cubicBezTo>
                    <a:cubicBezTo>
                      <a:pt x="2" y="0"/>
                      <a:pt x="7" y="3"/>
                      <a:pt x="12" y="8"/>
                    </a:cubicBezTo>
                    <a:cubicBezTo>
                      <a:pt x="17" y="12"/>
                      <a:pt x="20" y="18"/>
                      <a:pt x="18" y="19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1" name="Freeform 565">
                <a:extLst>
                  <a:ext uri="{FF2B5EF4-FFF2-40B4-BE49-F238E27FC236}">
                    <a16:creationId xmlns:a16="http://schemas.microsoft.com/office/drawing/2014/main" id="{FCB514EC-AF5E-41E0-8EED-3E0DD7D8D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1353"/>
                <a:ext cx="31" cy="32"/>
              </a:xfrm>
              <a:custGeom>
                <a:avLst/>
                <a:gdLst>
                  <a:gd name="T0" fmla="*/ 1 w 21"/>
                  <a:gd name="T1" fmla="*/ 8 h 20"/>
                  <a:gd name="T2" fmla="*/ 41 w 21"/>
                  <a:gd name="T3" fmla="*/ 34 h 20"/>
                  <a:gd name="T4" fmla="*/ 61 w 21"/>
                  <a:gd name="T5" fmla="*/ 77 h 20"/>
                  <a:gd name="T6" fmla="*/ 27 w 21"/>
                  <a:gd name="T7" fmla="*/ 54 h 20"/>
                  <a:gd name="T8" fmla="*/ 1 w 21"/>
                  <a:gd name="T9" fmla="*/ 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" y="2"/>
                    </a:moveTo>
                    <a:cubicBezTo>
                      <a:pt x="3" y="0"/>
                      <a:pt x="8" y="3"/>
                      <a:pt x="13" y="8"/>
                    </a:cubicBezTo>
                    <a:cubicBezTo>
                      <a:pt x="18" y="12"/>
                      <a:pt x="21" y="17"/>
                      <a:pt x="19" y="19"/>
                    </a:cubicBezTo>
                    <a:cubicBezTo>
                      <a:pt x="18" y="20"/>
                      <a:pt x="13" y="17"/>
                      <a:pt x="8" y="13"/>
                    </a:cubicBezTo>
                    <a:cubicBezTo>
                      <a:pt x="3" y="8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2" name="Freeform 566">
                <a:extLst>
                  <a:ext uri="{FF2B5EF4-FFF2-40B4-BE49-F238E27FC236}">
                    <a16:creationId xmlns:a16="http://schemas.microsoft.com/office/drawing/2014/main" id="{2EB6A842-75B4-40D7-8752-E2CE2988E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392"/>
                <a:ext cx="70" cy="54"/>
              </a:xfrm>
              <a:custGeom>
                <a:avLst/>
                <a:gdLst>
                  <a:gd name="T0" fmla="*/ 153 w 47"/>
                  <a:gd name="T1" fmla="*/ 116 h 34"/>
                  <a:gd name="T2" fmla="*/ 127 w 47"/>
                  <a:gd name="T3" fmla="*/ 137 h 34"/>
                  <a:gd name="T4" fmla="*/ 94 w 47"/>
                  <a:gd name="T5" fmla="*/ 108 h 34"/>
                  <a:gd name="T6" fmla="*/ 42 w 47"/>
                  <a:gd name="T7" fmla="*/ 52 h 34"/>
                  <a:gd name="T8" fmla="*/ 22 w 47"/>
                  <a:gd name="T9" fmla="*/ 25 h 34"/>
                  <a:gd name="T10" fmla="*/ 0 w 47"/>
                  <a:gd name="T11" fmla="*/ 0 h 34"/>
                  <a:gd name="T12" fmla="*/ 95 w 47"/>
                  <a:gd name="T13" fmla="*/ 102 h 34"/>
                  <a:gd name="T14" fmla="*/ 133 w 47"/>
                  <a:gd name="T15" fmla="*/ 121 h 34"/>
                  <a:gd name="T16" fmla="*/ 155 w 47"/>
                  <a:gd name="T17" fmla="*/ 103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34">
                    <a:moveTo>
                      <a:pt x="46" y="29"/>
                    </a:moveTo>
                    <a:cubicBezTo>
                      <a:pt x="44" y="30"/>
                      <a:pt x="41" y="34"/>
                      <a:pt x="38" y="34"/>
                    </a:cubicBezTo>
                    <a:cubicBezTo>
                      <a:pt x="35" y="34"/>
                      <a:pt x="30" y="29"/>
                      <a:pt x="28" y="27"/>
                    </a:cubicBezTo>
                    <a:cubicBezTo>
                      <a:pt x="23" y="22"/>
                      <a:pt x="18" y="17"/>
                      <a:pt x="13" y="13"/>
                    </a:cubicBezTo>
                    <a:cubicBezTo>
                      <a:pt x="11" y="11"/>
                      <a:pt x="9" y="8"/>
                      <a:pt x="7" y="6"/>
                    </a:cubicBezTo>
                    <a:cubicBezTo>
                      <a:pt x="4" y="4"/>
                      <a:pt x="2" y="3"/>
                      <a:pt x="0" y="0"/>
                    </a:cubicBezTo>
                    <a:cubicBezTo>
                      <a:pt x="10" y="7"/>
                      <a:pt x="20" y="18"/>
                      <a:pt x="29" y="25"/>
                    </a:cubicBezTo>
                    <a:cubicBezTo>
                      <a:pt x="33" y="28"/>
                      <a:pt x="36" y="30"/>
                      <a:pt x="40" y="30"/>
                    </a:cubicBezTo>
                    <a:cubicBezTo>
                      <a:pt x="43" y="29"/>
                      <a:pt x="45" y="28"/>
                      <a:pt x="47" y="26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3" name="Freeform 567">
                <a:extLst>
                  <a:ext uri="{FF2B5EF4-FFF2-40B4-BE49-F238E27FC236}">
                    <a16:creationId xmlns:a16="http://schemas.microsoft.com/office/drawing/2014/main" id="{A24F6D1A-D29F-4390-809A-1A524B4A2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539"/>
                <a:ext cx="69" cy="59"/>
              </a:xfrm>
              <a:custGeom>
                <a:avLst/>
                <a:gdLst>
                  <a:gd name="T0" fmla="*/ 153 w 46"/>
                  <a:gd name="T1" fmla="*/ 123 h 37"/>
                  <a:gd name="T2" fmla="*/ 126 w 46"/>
                  <a:gd name="T3" fmla="*/ 145 h 37"/>
                  <a:gd name="T4" fmla="*/ 93 w 46"/>
                  <a:gd name="T5" fmla="*/ 110 h 37"/>
                  <a:gd name="T6" fmla="*/ 45 w 46"/>
                  <a:gd name="T7" fmla="*/ 53 h 37"/>
                  <a:gd name="T8" fmla="*/ 21 w 46"/>
                  <a:gd name="T9" fmla="*/ 26 h 37"/>
                  <a:gd name="T10" fmla="*/ 0 w 46"/>
                  <a:gd name="T11" fmla="*/ 0 h 37"/>
                  <a:gd name="T12" fmla="*/ 95 w 46"/>
                  <a:gd name="T13" fmla="*/ 104 h 37"/>
                  <a:gd name="T14" fmla="*/ 134 w 46"/>
                  <a:gd name="T15" fmla="*/ 124 h 37"/>
                  <a:gd name="T16" fmla="*/ 156 w 46"/>
                  <a:gd name="T17" fmla="*/ 11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37">
                    <a:moveTo>
                      <a:pt x="45" y="30"/>
                    </a:moveTo>
                    <a:cubicBezTo>
                      <a:pt x="43" y="32"/>
                      <a:pt x="40" y="37"/>
                      <a:pt x="37" y="36"/>
                    </a:cubicBezTo>
                    <a:cubicBezTo>
                      <a:pt x="34" y="36"/>
                      <a:pt x="29" y="30"/>
                      <a:pt x="27" y="27"/>
                    </a:cubicBezTo>
                    <a:cubicBezTo>
                      <a:pt x="22" y="23"/>
                      <a:pt x="17" y="18"/>
                      <a:pt x="13" y="13"/>
                    </a:cubicBezTo>
                    <a:cubicBezTo>
                      <a:pt x="10" y="11"/>
                      <a:pt x="9" y="8"/>
                      <a:pt x="6" y="6"/>
                    </a:cubicBezTo>
                    <a:cubicBezTo>
                      <a:pt x="4" y="4"/>
                      <a:pt x="2" y="2"/>
                      <a:pt x="0" y="0"/>
                    </a:cubicBezTo>
                    <a:cubicBezTo>
                      <a:pt x="10" y="7"/>
                      <a:pt x="19" y="18"/>
                      <a:pt x="28" y="26"/>
                    </a:cubicBezTo>
                    <a:cubicBezTo>
                      <a:pt x="32" y="29"/>
                      <a:pt x="35" y="32"/>
                      <a:pt x="39" y="31"/>
                    </a:cubicBezTo>
                    <a:cubicBezTo>
                      <a:pt x="41" y="31"/>
                      <a:pt x="44" y="29"/>
                      <a:pt x="46" y="28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4" name="Freeform 568">
                <a:extLst>
                  <a:ext uri="{FF2B5EF4-FFF2-40B4-BE49-F238E27FC236}">
                    <a16:creationId xmlns:a16="http://schemas.microsoft.com/office/drawing/2014/main" id="{EAD4D086-40D6-45B8-8080-D1304E960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446"/>
                <a:ext cx="98" cy="88"/>
              </a:xfrm>
              <a:custGeom>
                <a:avLst/>
                <a:gdLst>
                  <a:gd name="T0" fmla="*/ 223 w 65"/>
                  <a:gd name="T1" fmla="*/ 226 h 55"/>
                  <a:gd name="T2" fmla="*/ 86 w 65"/>
                  <a:gd name="T3" fmla="*/ 54 h 55"/>
                  <a:gd name="T4" fmla="*/ 27 w 65"/>
                  <a:gd name="T5" fmla="*/ 0 h 55"/>
                  <a:gd name="T6" fmla="*/ 0 w 65"/>
                  <a:gd name="T7" fmla="*/ 34 h 55"/>
                  <a:gd name="T8" fmla="*/ 35 w 65"/>
                  <a:gd name="T9" fmla="*/ 16 h 55"/>
                  <a:gd name="T10" fmla="*/ 66 w 65"/>
                  <a:gd name="T11" fmla="*/ 48 h 55"/>
                  <a:gd name="T12" fmla="*/ 100 w 65"/>
                  <a:gd name="T13" fmla="*/ 86 h 55"/>
                  <a:gd name="T14" fmla="*/ 161 w 65"/>
                  <a:gd name="T15" fmla="*/ 158 h 55"/>
                  <a:gd name="T16" fmla="*/ 196 w 65"/>
                  <a:gd name="T17" fmla="*/ 197 h 55"/>
                  <a:gd name="T18" fmla="*/ 219 w 65"/>
                  <a:gd name="T19" fmla="*/ 218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55">
                    <a:moveTo>
                      <a:pt x="65" y="55"/>
                    </a:moveTo>
                    <a:cubicBezTo>
                      <a:pt x="51" y="41"/>
                      <a:pt x="38" y="27"/>
                      <a:pt x="25" y="13"/>
                    </a:cubicBezTo>
                    <a:cubicBezTo>
                      <a:pt x="22" y="9"/>
                      <a:pt x="12" y="0"/>
                      <a:pt x="8" y="0"/>
                    </a:cubicBezTo>
                    <a:cubicBezTo>
                      <a:pt x="4" y="0"/>
                      <a:pt x="1" y="6"/>
                      <a:pt x="0" y="8"/>
                    </a:cubicBezTo>
                    <a:cubicBezTo>
                      <a:pt x="2" y="6"/>
                      <a:pt x="6" y="3"/>
                      <a:pt x="10" y="4"/>
                    </a:cubicBezTo>
                    <a:cubicBezTo>
                      <a:pt x="13" y="6"/>
                      <a:pt x="16" y="9"/>
                      <a:pt x="19" y="12"/>
                    </a:cubicBezTo>
                    <a:cubicBezTo>
                      <a:pt x="22" y="15"/>
                      <a:pt x="25" y="18"/>
                      <a:pt x="29" y="21"/>
                    </a:cubicBezTo>
                    <a:cubicBezTo>
                      <a:pt x="35" y="27"/>
                      <a:pt x="41" y="34"/>
                      <a:pt x="47" y="39"/>
                    </a:cubicBezTo>
                    <a:cubicBezTo>
                      <a:pt x="51" y="42"/>
                      <a:pt x="54" y="45"/>
                      <a:pt x="57" y="48"/>
                    </a:cubicBezTo>
                    <a:cubicBezTo>
                      <a:pt x="59" y="50"/>
                      <a:pt x="61" y="52"/>
                      <a:pt x="64" y="53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5" name="Freeform 569">
                <a:extLst>
                  <a:ext uri="{FF2B5EF4-FFF2-40B4-BE49-F238E27FC236}">
                    <a16:creationId xmlns:a16="http://schemas.microsoft.com/office/drawing/2014/main" id="{32239AEC-7536-4F17-9E44-A35A30583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1297"/>
                <a:ext cx="112" cy="95"/>
              </a:xfrm>
              <a:custGeom>
                <a:avLst/>
                <a:gdLst>
                  <a:gd name="T0" fmla="*/ 9 w 75"/>
                  <a:gd name="T1" fmla="*/ 29 h 59"/>
                  <a:gd name="T2" fmla="*/ 36 w 75"/>
                  <a:gd name="T3" fmla="*/ 8 h 59"/>
                  <a:gd name="T4" fmla="*/ 76 w 75"/>
                  <a:gd name="T5" fmla="*/ 50 h 59"/>
                  <a:gd name="T6" fmla="*/ 134 w 75"/>
                  <a:gd name="T7" fmla="*/ 109 h 59"/>
                  <a:gd name="T8" fmla="*/ 249 w 75"/>
                  <a:gd name="T9" fmla="*/ 246 h 59"/>
                  <a:gd name="T10" fmla="*/ 169 w 75"/>
                  <a:gd name="T11" fmla="*/ 158 h 59"/>
                  <a:gd name="T12" fmla="*/ 87 w 75"/>
                  <a:gd name="T13" fmla="*/ 69 h 59"/>
                  <a:gd name="T14" fmla="*/ 6 w 75"/>
                  <a:gd name="T15" fmla="*/ 60 h 59"/>
                  <a:gd name="T16" fmla="*/ 6 w 75"/>
                  <a:gd name="T17" fmla="*/ 34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59">
                    <a:moveTo>
                      <a:pt x="3" y="7"/>
                    </a:moveTo>
                    <a:cubicBezTo>
                      <a:pt x="5" y="5"/>
                      <a:pt x="6" y="0"/>
                      <a:pt x="11" y="2"/>
                    </a:cubicBezTo>
                    <a:cubicBezTo>
                      <a:pt x="15" y="3"/>
                      <a:pt x="20" y="8"/>
                      <a:pt x="23" y="12"/>
                    </a:cubicBezTo>
                    <a:cubicBezTo>
                      <a:pt x="30" y="18"/>
                      <a:pt x="33" y="20"/>
                      <a:pt x="40" y="26"/>
                    </a:cubicBezTo>
                    <a:cubicBezTo>
                      <a:pt x="51" y="36"/>
                      <a:pt x="66" y="49"/>
                      <a:pt x="75" y="59"/>
                    </a:cubicBezTo>
                    <a:cubicBezTo>
                      <a:pt x="68" y="53"/>
                      <a:pt x="59" y="44"/>
                      <a:pt x="51" y="38"/>
                    </a:cubicBezTo>
                    <a:cubicBezTo>
                      <a:pt x="43" y="30"/>
                      <a:pt x="35" y="24"/>
                      <a:pt x="26" y="17"/>
                    </a:cubicBezTo>
                    <a:cubicBezTo>
                      <a:pt x="18" y="10"/>
                      <a:pt x="3" y="4"/>
                      <a:pt x="2" y="14"/>
                    </a:cubicBezTo>
                    <a:cubicBezTo>
                      <a:pt x="0" y="11"/>
                      <a:pt x="2" y="10"/>
                      <a:pt x="2" y="8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6" name="Freeform 570">
                <a:extLst>
                  <a:ext uri="{FF2B5EF4-FFF2-40B4-BE49-F238E27FC236}">
                    <a16:creationId xmlns:a16="http://schemas.microsoft.com/office/drawing/2014/main" id="{8578AF54-34D1-4EFC-B43E-B2B582507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1502"/>
                <a:ext cx="27" cy="22"/>
              </a:xfrm>
              <a:custGeom>
                <a:avLst/>
                <a:gdLst>
                  <a:gd name="T0" fmla="*/ 14 w 18"/>
                  <a:gd name="T1" fmla="*/ 31 h 14"/>
                  <a:gd name="T2" fmla="*/ 12 w 18"/>
                  <a:gd name="T3" fmla="*/ 13 h 14"/>
                  <a:gd name="T4" fmla="*/ 48 w 18"/>
                  <a:gd name="T5" fmla="*/ 39 h 14"/>
                  <a:gd name="T6" fmla="*/ 62 w 18"/>
                  <a:gd name="T7" fmla="*/ 55 h 14"/>
                  <a:gd name="T8" fmla="*/ 41 w 18"/>
                  <a:gd name="T9" fmla="*/ 31 h 14"/>
                  <a:gd name="T10" fmla="*/ 5 w 18"/>
                  <a:gd name="T11" fmla="*/ 5 h 14"/>
                  <a:gd name="T12" fmla="*/ 14 w 18"/>
                  <a:gd name="T13" fmla="*/ 3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4">
                    <a:moveTo>
                      <a:pt x="4" y="8"/>
                    </a:moveTo>
                    <a:cubicBezTo>
                      <a:pt x="2" y="6"/>
                      <a:pt x="2" y="4"/>
                      <a:pt x="3" y="3"/>
                    </a:cubicBezTo>
                    <a:cubicBezTo>
                      <a:pt x="4" y="2"/>
                      <a:pt x="9" y="5"/>
                      <a:pt x="14" y="10"/>
                    </a:cubicBezTo>
                    <a:cubicBezTo>
                      <a:pt x="15" y="11"/>
                      <a:pt x="17" y="13"/>
                      <a:pt x="18" y="14"/>
                    </a:cubicBezTo>
                    <a:cubicBezTo>
                      <a:pt x="16" y="12"/>
                      <a:pt x="15" y="10"/>
                      <a:pt x="12" y="8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0" y="2"/>
                      <a:pt x="1" y="5"/>
                      <a:pt x="4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7" name="Freeform 571">
                <a:extLst>
                  <a:ext uri="{FF2B5EF4-FFF2-40B4-BE49-F238E27FC236}">
                    <a16:creationId xmlns:a16="http://schemas.microsoft.com/office/drawing/2014/main" id="{CFE8A5AE-C00C-4E5A-8B5D-556C7098B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510"/>
                <a:ext cx="23" cy="22"/>
              </a:xfrm>
              <a:custGeom>
                <a:avLst/>
                <a:gdLst>
                  <a:gd name="T0" fmla="*/ 48 w 15"/>
                  <a:gd name="T1" fmla="*/ 42 h 14"/>
                  <a:gd name="T2" fmla="*/ 14 w 15"/>
                  <a:gd name="T3" fmla="*/ 22 h 14"/>
                  <a:gd name="T4" fmla="*/ 0 w 15"/>
                  <a:gd name="T5" fmla="*/ 0 h 14"/>
                  <a:gd name="T6" fmla="*/ 18 w 15"/>
                  <a:gd name="T7" fmla="*/ 27 h 14"/>
                  <a:gd name="T8" fmla="*/ 49 w 15"/>
                  <a:gd name="T9" fmla="*/ 47 h 14"/>
                  <a:gd name="T10" fmla="*/ 48 w 15"/>
                  <a:gd name="T11" fmla="*/ 31 h 14"/>
                  <a:gd name="T12" fmla="*/ 48 w 15"/>
                  <a:gd name="T13" fmla="*/ 4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13" y="11"/>
                    </a:moveTo>
                    <a:cubicBezTo>
                      <a:pt x="12" y="12"/>
                      <a:pt x="8" y="10"/>
                      <a:pt x="4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0" y="2"/>
                      <a:pt x="3" y="5"/>
                      <a:pt x="5" y="7"/>
                    </a:cubicBezTo>
                    <a:cubicBezTo>
                      <a:pt x="9" y="11"/>
                      <a:pt x="13" y="14"/>
                      <a:pt x="14" y="12"/>
                    </a:cubicBezTo>
                    <a:cubicBezTo>
                      <a:pt x="15" y="12"/>
                      <a:pt x="14" y="10"/>
                      <a:pt x="13" y="8"/>
                    </a:cubicBezTo>
                    <a:cubicBezTo>
                      <a:pt x="13" y="9"/>
                      <a:pt x="14" y="11"/>
                      <a:pt x="1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8" name="Freeform 572">
                <a:extLst>
                  <a:ext uri="{FF2B5EF4-FFF2-40B4-BE49-F238E27FC236}">
                    <a16:creationId xmlns:a16="http://schemas.microsoft.com/office/drawing/2014/main" id="{78B0A0E8-1542-4CE3-AE94-00A929F34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1353"/>
                <a:ext cx="27" cy="23"/>
              </a:xfrm>
              <a:custGeom>
                <a:avLst/>
                <a:gdLst>
                  <a:gd name="T0" fmla="*/ 14 w 18"/>
                  <a:gd name="T1" fmla="*/ 35 h 14"/>
                  <a:gd name="T2" fmla="*/ 12 w 18"/>
                  <a:gd name="T3" fmla="*/ 13 h 14"/>
                  <a:gd name="T4" fmla="*/ 48 w 18"/>
                  <a:gd name="T5" fmla="*/ 41 h 14"/>
                  <a:gd name="T6" fmla="*/ 62 w 18"/>
                  <a:gd name="T7" fmla="*/ 62 h 14"/>
                  <a:gd name="T8" fmla="*/ 45 w 18"/>
                  <a:gd name="T9" fmla="*/ 35 h 14"/>
                  <a:gd name="T10" fmla="*/ 5 w 18"/>
                  <a:gd name="T11" fmla="*/ 8 h 14"/>
                  <a:gd name="T12" fmla="*/ 14 w 18"/>
                  <a:gd name="T13" fmla="*/ 3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4">
                    <a:moveTo>
                      <a:pt x="4" y="8"/>
                    </a:moveTo>
                    <a:cubicBezTo>
                      <a:pt x="2" y="6"/>
                      <a:pt x="2" y="4"/>
                      <a:pt x="3" y="3"/>
                    </a:cubicBezTo>
                    <a:cubicBezTo>
                      <a:pt x="4" y="2"/>
                      <a:pt x="9" y="5"/>
                      <a:pt x="14" y="9"/>
                    </a:cubicBezTo>
                    <a:cubicBezTo>
                      <a:pt x="16" y="11"/>
                      <a:pt x="17" y="12"/>
                      <a:pt x="18" y="14"/>
                    </a:cubicBezTo>
                    <a:cubicBezTo>
                      <a:pt x="17" y="12"/>
                      <a:pt x="15" y="10"/>
                      <a:pt x="13" y="8"/>
                    </a:cubicBezTo>
                    <a:cubicBezTo>
                      <a:pt x="8" y="3"/>
                      <a:pt x="3" y="0"/>
                      <a:pt x="1" y="2"/>
                    </a:cubicBezTo>
                    <a:cubicBezTo>
                      <a:pt x="0" y="3"/>
                      <a:pt x="1" y="5"/>
                      <a:pt x="4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9" name="Freeform 573">
                <a:extLst>
                  <a:ext uri="{FF2B5EF4-FFF2-40B4-BE49-F238E27FC236}">
                    <a16:creationId xmlns:a16="http://schemas.microsoft.com/office/drawing/2014/main" id="{D40D1BB1-6EA6-482A-B094-1901179A3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363"/>
                <a:ext cx="23" cy="19"/>
              </a:xfrm>
              <a:custGeom>
                <a:avLst/>
                <a:gdLst>
                  <a:gd name="T0" fmla="*/ 49 w 15"/>
                  <a:gd name="T1" fmla="*/ 40 h 12"/>
                  <a:gd name="T2" fmla="*/ 14 w 15"/>
                  <a:gd name="T3" fmla="*/ 21 h 12"/>
                  <a:gd name="T4" fmla="*/ 0 w 15"/>
                  <a:gd name="T5" fmla="*/ 0 h 12"/>
                  <a:gd name="T6" fmla="*/ 18 w 15"/>
                  <a:gd name="T7" fmla="*/ 25 h 12"/>
                  <a:gd name="T8" fmla="*/ 54 w 15"/>
                  <a:gd name="T9" fmla="*/ 43 h 12"/>
                  <a:gd name="T10" fmla="*/ 48 w 15"/>
                  <a:gd name="T11" fmla="*/ 27 h 12"/>
                  <a:gd name="T12" fmla="*/ 49 w 15"/>
                  <a:gd name="T13" fmla="*/ 4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14" y="10"/>
                    </a:moveTo>
                    <a:cubicBezTo>
                      <a:pt x="13" y="11"/>
                      <a:pt x="8" y="8"/>
                      <a:pt x="4" y="5"/>
                    </a:cubicBezTo>
                    <a:cubicBezTo>
                      <a:pt x="3" y="3"/>
                      <a:pt x="1" y="1"/>
                      <a:pt x="0" y="0"/>
                    </a:cubicBezTo>
                    <a:cubicBezTo>
                      <a:pt x="1" y="1"/>
                      <a:pt x="3" y="4"/>
                      <a:pt x="5" y="6"/>
                    </a:cubicBezTo>
                    <a:cubicBezTo>
                      <a:pt x="9" y="10"/>
                      <a:pt x="14" y="12"/>
                      <a:pt x="15" y="11"/>
                    </a:cubicBezTo>
                    <a:cubicBezTo>
                      <a:pt x="15" y="10"/>
                      <a:pt x="15" y="9"/>
                      <a:pt x="13" y="7"/>
                    </a:cubicBezTo>
                    <a:cubicBezTo>
                      <a:pt x="14" y="8"/>
                      <a:pt x="14" y="9"/>
                      <a:pt x="1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0" name="Freeform 574">
                <a:extLst>
                  <a:ext uri="{FF2B5EF4-FFF2-40B4-BE49-F238E27FC236}">
                    <a16:creationId xmlns:a16="http://schemas.microsoft.com/office/drawing/2014/main" id="{4734070F-3E26-45DC-9322-69B2D2CD0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436"/>
                <a:ext cx="153" cy="167"/>
              </a:xfrm>
              <a:custGeom>
                <a:avLst/>
                <a:gdLst>
                  <a:gd name="T0" fmla="*/ 14 w 102"/>
                  <a:gd name="T1" fmla="*/ 82 h 104"/>
                  <a:gd name="T2" fmla="*/ 12 w 102"/>
                  <a:gd name="T3" fmla="*/ 47 h 104"/>
                  <a:gd name="T4" fmla="*/ 35 w 102"/>
                  <a:gd name="T5" fmla="*/ 16 h 104"/>
                  <a:gd name="T6" fmla="*/ 89 w 102"/>
                  <a:gd name="T7" fmla="*/ 50 h 104"/>
                  <a:gd name="T8" fmla="*/ 228 w 102"/>
                  <a:gd name="T9" fmla="*/ 225 h 104"/>
                  <a:gd name="T10" fmla="*/ 332 w 102"/>
                  <a:gd name="T11" fmla="*/ 348 h 104"/>
                  <a:gd name="T12" fmla="*/ 338 w 102"/>
                  <a:gd name="T13" fmla="*/ 395 h 104"/>
                  <a:gd name="T14" fmla="*/ 315 w 102"/>
                  <a:gd name="T15" fmla="*/ 422 h 104"/>
                  <a:gd name="T16" fmla="*/ 284 w 102"/>
                  <a:gd name="T17" fmla="*/ 418 h 104"/>
                  <a:gd name="T18" fmla="*/ 161 w 102"/>
                  <a:gd name="T19" fmla="*/ 259 h 104"/>
                  <a:gd name="T20" fmla="*/ 14 w 102"/>
                  <a:gd name="T21" fmla="*/ 82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2" h="104">
                    <a:moveTo>
                      <a:pt x="4" y="20"/>
                    </a:moveTo>
                    <a:cubicBezTo>
                      <a:pt x="0" y="16"/>
                      <a:pt x="2" y="13"/>
                      <a:pt x="3" y="11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2" y="2"/>
                      <a:pt x="14" y="0"/>
                      <a:pt x="26" y="12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98" y="84"/>
                      <a:pt x="98" y="84"/>
                      <a:pt x="98" y="84"/>
                    </a:cubicBezTo>
                    <a:cubicBezTo>
                      <a:pt x="101" y="88"/>
                      <a:pt x="102" y="92"/>
                      <a:pt x="100" y="95"/>
                    </a:cubicBezTo>
                    <a:cubicBezTo>
                      <a:pt x="93" y="102"/>
                      <a:pt x="93" y="102"/>
                      <a:pt x="93" y="102"/>
                    </a:cubicBezTo>
                    <a:cubicBezTo>
                      <a:pt x="90" y="104"/>
                      <a:pt x="87" y="104"/>
                      <a:pt x="84" y="101"/>
                    </a:cubicBezTo>
                    <a:cubicBezTo>
                      <a:pt x="84" y="101"/>
                      <a:pt x="56" y="71"/>
                      <a:pt x="47" y="62"/>
                    </a:cubicBezTo>
                    <a:cubicBezTo>
                      <a:pt x="38" y="53"/>
                      <a:pt x="4" y="20"/>
                      <a:pt x="4" y="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1" name="Freeform 575">
                <a:extLst>
                  <a:ext uri="{FF2B5EF4-FFF2-40B4-BE49-F238E27FC236}">
                    <a16:creationId xmlns:a16="http://schemas.microsoft.com/office/drawing/2014/main" id="{E572E0C0-1B81-4155-A504-603C16FF9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1593"/>
                <a:ext cx="132" cy="184"/>
              </a:xfrm>
              <a:custGeom>
                <a:avLst/>
                <a:gdLst>
                  <a:gd name="T0" fmla="*/ 12 w 88"/>
                  <a:gd name="T1" fmla="*/ 69 h 115"/>
                  <a:gd name="T2" fmla="*/ 14 w 88"/>
                  <a:gd name="T3" fmla="*/ 35 h 115"/>
                  <a:gd name="T4" fmla="*/ 41 w 88"/>
                  <a:gd name="T5" fmla="*/ 13 h 115"/>
                  <a:gd name="T6" fmla="*/ 89 w 88"/>
                  <a:gd name="T7" fmla="*/ 54 h 115"/>
                  <a:gd name="T8" fmla="*/ 201 w 88"/>
                  <a:gd name="T9" fmla="*/ 251 h 115"/>
                  <a:gd name="T10" fmla="*/ 288 w 88"/>
                  <a:gd name="T11" fmla="*/ 394 h 115"/>
                  <a:gd name="T12" fmla="*/ 288 w 88"/>
                  <a:gd name="T13" fmla="*/ 438 h 115"/>
                  <a:gd name="T14" fmla="*/ 261 w 88"/>
                  <a:gd name="T15" fmla="*/ 464 h 115"/>
                  <a:gd name="T16" fmla="*/ 234 w 88"/>
                  <a:gd name="T17" fmla="*/ 456 h 115"/>
                  <a:gd name="T18" fmla="*/ 129 w 88"/>
                  <a:gd name="T19" fmla="*/ 272 h 115"/>
                  <a:gd name="T20" fmla="*/ 12 w 88"/>
                  <a:gd name="T21" fmla="*/ 69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15">
                    <a:moveTo>
                      <a:pt x="3" y="17"/>
                    </a:moveTo>
                    <a:cubicBezTo>
                      <a:pt x="0" y="13"/>
                      <a:pt x="2" y="10"/>
                      <a:pt x="4" y="9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7" y="0"/>
                      <a:pt x="26" y="13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85" y="96"/>
                      <a:pt x="85" y="96"/>
                      <a:pt x="85" y="96"/>
                    </a:cubicBezTo>
                    <a:cubicBezTo>
                      <a:pt x="88" y="100"/>
                      <a:pt x="88" y="105"/>
                      <a:pt x="85" y="107"/>
                    </a:cubicBezTo>
                    <a:cubicBezTo>
                      <a:pt x="77" y="113"/>
                      <a:pt x="77" y="113"/>
                      <a:pt x="77" y="113"/>
                    </a:cubicBezTo>
                    <a:cubicBezTo>
                      <a:pt x="74" y="115"/>
                      <a:pt x="71" y="114"/>
                      <a:pt x="69" y="111"/>
                    </a:cubicBezTo>
                    <a:cubicBezTo>
                      <a:pt x="69" y="111"/>
                      <a:pt x="46" y="76"/>
                      <a:pt x="38" y="66"/>
                    </a:cubicBezTo>
                    <a:cubicBezTo>
                      <a:pt x="31" y="56"/>
                      <a:pt x="3" y="18"/>
                      <a:pt x="3" y="1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2" name="Freeform 576">
                <a:extLst>
                  <a:ext uri="{FF2B5EF4-FFF2-40B4-BE49-F238E27FC236}">
                    <a16:creationId xmlns:a16="http://schemas.microsoft.com/office/drawing/2014/main" id="{05F7E5CF-6C33-4D6D-A0BF-71B6CD7E2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659"/>
                <a:ext cx="27" cy="35"/>
              </a:xfrm>
              <a:custGeom>
                <a:avLst/>
                <a:gdLst>
                  <a:gd name="T0" fmla="*/ 54 w 18"/>
                  <a:gd name="T1" fmla="*/ 84 h 22"/>
                  <a:gd name="T2" fmla="*/ 21 w 18"/>
                  <a:gd name="T3" fmla="*/ 53 h 22"/>
                  <a:gd name="T4" fmla="*/ 8 w 18"/>
                  <a:gd name="T5" fmla="*/ 5 h 22"/>
                  <a:gd name="T6" fmla="*/ 41 w 18"/>
                  <a:gd name="T7" fmla="*/ 35 h 22"/>
                  <a:gd name="T8" fmla="*/ 54 w 18"/>
                  <a:gd name="T9" fmla="*/ 8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6" y="21"/>
                    </a:moveTo>
                    <a:cubicBezTo>
                      <a:pt x="15" y="22"/>
                      <a:pt x="10" y="19"/>
                      <a:pt x="6" y="13"/>
                    </a:cubicBezTo>
                    <a:cubicBezTo>
                      <a:pt x="2" y="7"/>
                      <a:pt x="0" y="2"/>
                      <a:pt x="2" y="1"/>
                    </a:cubicBezTo>
                    <a:cubicBezTo>
                      <a:pt x="3" y="0"/>
                      <a:pt x="8" y="3"/>
                      <a:pt x="12" y="9"/>
                    </a:cubicBezTo>
                    <a:cubicBezTo>
                      <a:pt x="16" y="15"/>
                      <a:pt x="18" y="20"/>
                      <a:pt x="16" y="2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3" name="Freeform 577">
                <a:extLst>
                  <a:ext uri="{FF2B5EF4-FFF2-40B4-BE49-F238E27FC236}">
                    <a16:creationId xmlns:a16="http://schemas.microsoft.com/office/drawing/2014/main" id="{A9B35A02-E30B-4D2B-8D2C-7CDC0FF77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663"/>
                <a:ext cx="27" cy="37"/>
              </a:xfrm>
              <a:custGeom>
                <a:avLst/>
                <a:gdLst>
                  <a:gd name="T0" fmla="*/ 54 w 18"/>
                  <a:gd name="T1" fmla="*/ 90 h 23"/>
                  <a:gd name="T2" fmla="*/ 21 w 18"/>
                  <a:gd name="T3" fmla="*/ 55 h 23"/>
                  <a:gd name="T4" fmla="*/ 8 w 18"/>
                  <a:gd name="T5" fmla="*/ 5 h 23"/>
                  <a:gd name="T6" fmla="*/ 41 w 18"/>
                  <a:gd name="T7" fmla="*/ 37 h 23"/>
                  <a:gd name="T8" fmla="*/ 54 w 18"/>
                  <a:gd name="T9" fmla="*/ 9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16" y="22"/>
                    </a:moveTo>
                    <a:cubicBezTo>
                      <a:pt x="15" y="23"/>
                      <a:pt x="10" y="19"/>
                      <a:pt x="6" y="13"/>
                    </a:cubicBezTo>
                    <a:cubicBezTo>
                      <a:pt x="2" y="8"/>
                      <a:pt x="0" y="2"/>
                      <a:pt x="2" y="1"/>
                    </a:cubicBezTo>
                    <a:cubicBezTo>
                      <a:pt x="3" y="0"/>
                      <a:pt x="8" y="4"/>
                      <a:pt x="12" y="9"/>
                    </a:cubicBezTo>
                    <a:cubicBezTo>
                      <a:pt x="16" y="15"/>
                      <a:pt x="18" y="20"/>
                      <a:pt x="16" y="2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4" name="Freeform 578">
                <a:extLst>
                  <a:ext uri="{FF2B5EF4-FFF2-40B4-BE49-F238E27FC236}">
                    <a16:creationId xmlns:a16="http://schemas.microsoft.com/office/drawing/2014/main" id="{3320FA1F-CD24-4301-B3AE-240CBC2D7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703"/>
                <a:ext cx="62" cy="67"/>
              </a:xfrm>
              <a:custGeom>
                <a:avLst/>
                <a:gdLst>
                  <a:gd name="T0" fmla="*/ 135 w 41"/>
                  <a:gd name="T1" fmla="*/ 150 h 42"/>
                  <a:gd name="T2" fmla="*/ 107 w 41"/>
                  <a:gd name="T3" fmla="*/ 166 h 42"/>
                  <a:gd name="T4" fmla="*/ 76 w 41"/>
                  <a:gd name="T5" fmla="*/ 124 h 42"/>
                  <a:gd name="T6" fmla="*/ 35 w 41"/>
                  <a:gd name="T7" fmla="*/ 61 h 42"/>
                  <a:gd name="T8" fmla="*/ 18 w 41"/>
                  <a:gd name="T9" fmla="*/ 29 h 42"/>
                  <a:gd name="T10" fmla="*/ 0 w 41"/>
                  <a:gd name="T11" fmla="*/ 0 h 42"/>
                  <a:gd name="T12" fmla="*/ 82 w 41"/>
                  <a:gd name="T13" fmla="*/ 123 h 42"/>
                  <a:gd name="T14" fmla="*/ 115 w 41"/>
                  <a:gd name="T15" fmla="*/ 150 h 42"/>
                  <a:gd name="T16" fmla="*/ 142 w 41"/>
                  <a:gd name="T17" fmla="*/ 137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42">
                    <a:moveTo>
                      <a:pt x="39" y="37"/>
                    </a:moveTo>
                    <a:cubicBezTo>
                      <a:pt x="37" y="38"/>
                      <a:pt x="34" y="42"/>
                      <a:pt x="31" y="41"/>
                    </a:cubicBezTo>
                    <a:cubicBezTo>
                      <a:pt x="27" y="41"/>
                      <a:pt x="24" y="34"/>
                      <a:pt x="22" y="31"/>
                    </a:cubicBezTo>
                    <a:cubicBezTo>
                      <a:pt x="18" y="26"/>
                      <a:pt x="14" y="20"/>
                      <a:pt x="10" y="15"/>
                    </a:cubicBezTo>
                    <a:cubicBezTo>
                      <a:pt x="9" y="12"/>
                      <a:pt x="7" y="9"/>
                      <a:pt x="5" y="7"/>
                    </a:cubicBezTo>
                    <a:cubicBezTo>
                      <a:pt x="4" y="5"/>
                      <a:pt x="1" y="2"/>
                      <a:pt x="0" y="0"/>
                    </a:cubicBezTo>
                    <a:cubicBezTo>
                      <a:pt x="9" y="8"/>
                      <a:pt x="16" y="21"/>
                      <a:pt x="24" y="30"/>
                    </a:cubicBezTo>
                    <a:cubicBezTo>
                      <a:pt x="27" y="33"/>
                      <a:pt x="30" y="37"/>
                      <a:pt x="33" y="37"/>
                    </a:cubicBezTo>
                    <a:cubicBezTo>
                      <a:pt x="36" y="37"/>
                      <a:pt x="39" y="36"/>
                      <a:pt x="41" y="3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5" name="Freeform 579">
                <a:extLst>
                  <a:ext uri="{FF2B5EF4-FFF2-40B4-BE49-F238E27FC236}">
                    <a16:creationId xmlns:a16="http://schemas.microsoft.com/office/drawing/2014/main" id="{F532A52F-D577-4924-A8DA-EC036135B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601"/>
                <a:ext cx="84" cy="102"/>
              </a:xfrm>
              <a:custGeom>
                <a:avLst/>
                <a:gdLst>
                  <a:gd name="T0" fmla="*/ 189 w 56"/>
                  <a:gd name="T1" fmla="*/ 260 h 64"/>
                  <a:gd name="T2" fmla="*/ 81 w 56"/>
                  <a:gd name="T3" fmla="*/ 61 h 64"/>
                  <a:gd name="T4" fmla="*/ 32 w 56"/>
                  <a:gd name="T5" fmla="*/ 0 h 64"/>
                  <a:gd name="T6" fmla="*/ 0 w 56"/>
                  <a:gd name="T7" fmla="*/ 29 h 64"/>
                  <a:gd name="T8" fmla="*/ 39 w 56"/>
                  <a:gd name="T9" fmla="*/ 21 h 64"/>
                  <a:gd name="T10" fmla="*/ 62 w 56"/>
                  <a:gd name="T11" fmla="*/ 53 h 64"/>
                  <a:gd name="T12" fmla="*/ 89 w 56"/>
                  <a:gd name="T13" fmla="*/ 97 h 64"/>
                  <a:gd name="T14" fmla="*/ 143 w 56"/>
                  <a:gd name="T15" fmla="*/ 185 h 64"/>
                  <a:gd name="T16" fmla="*/ 170 w 56"/>
                  <a:gd name="T17" fmla="*/ 223 h 64"/>
                  <a:gd name="T18" fmla="*/ 189 w 56"/>
                  <a:gd name="T19" fmla="*/ 252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64">
                    <a:moveTo>
                      <a:pt x="56" y="64"/>
                    </a:moveTo>
                    <a:cubicBezTo>
                      <a:pt x="45" y="47"/>
                      <a:pt x="35" y="32"/>
                      <a:pt x="24" y="15"/>
                    </a:cubicBezTo>
                    <a:cubicBezTo>
                      <a:pt x="21" y="12"/>
                      <a:pt x="14" y="1"/>
                      <a:pt x="9" y="0"/>
                    </a:cubicBezTo>
                    <a:cubicBezTo>
                      <a:pt x="6" y="0"/>
                      <a:pt x="2" y="4"/>
                      <a:pt x="0" y="7"/>
                    </a:cubicBezTo>
                    <a:cubicBezTo>
                      <a:pt x="3" y="5"/>
                      <a:pt x="7" y="2"/>
                      <a:pt x="11" y="5"/>
                    </a:cubicBezTo>
                    <a:cubicBezTo>
                      <a:pt x="14" y="7"/>
                      <a:pt x="16" y="11"/>
                      <a:pt x="18" y="13"/>
                    </a:cubicBezTo>
                    <a:cubicBezTo>
                      <a:pt x="21" y="17"/>
                      <a:pt x="24" y="21"/>
                      <a:pt x="26" y="24"/>
                    </a:cubicBezTo>
                    <a:cubicBezTo>
                      <a:pt x="31" y="32"/>
                      <a:pt x="36" y="39"/>
                      <a:pt x="42" y="46"/>
                    </a:cubicBezTo>
                    <a:cubicBezTo>
                      <a:pt x="44" y="49"/>
                      <a:pt x="47" y="52"/>
                      <a:pt x="50" y="55"/>
                    </a:cubicBezTo>
                    <a:cubicBezTo>
                      <a:pt x="52" y="58"/>
                      <a:pt x="53" y="61"/>
                      <a:pt x="56" y="6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6" name="Freeform 580">
                <a:extLst>
                  <a:ext uri="{FF2B5EF4-FFF2-40B4-BE49-F238E27FC236}">
                    <a16:creationId xmlns:a16="http://schemas.microsoft.com/office/drawing/2014/main" id="{1204849B-5958-4E96-AB3D-6671C30F1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663"/>
                <a:ext cx="23" cy="27"/>
              </a:xfrm>
              <a:custGeom>
                <a:avLst/>
                <a:gdLst>
                  <a:gd name="T0" fmla="*/ 8 w 15"/>
                  <a:gd name="T1" fmla="*/ 35 h 17"/>
                  <a:gd name="T2" fmla="*/ 8 w 15"/>
                  <a:gd name="T3" fmla="*/ 16 h 17"/>
                  <a:gd name="T4" fmla="*/ 43 w 15"/>
                  <a:gd name="T5" fmla="*/ 48 h 17"/>
                  <a:gd name="T6" fmla="*/ 54 w 15"/>
                  <a:gd name="T7" fmla="*/ 68 h 17"/>
                  <a:gd name="T8" fmla="*/ 40 w 15"/>
                  <a:gd name="T9" fmla="*/ 40 h 17"/>
                  <a:gd name="T10" fmla="*/ 5 w 15"/>
                  <a:gd name="T11" fmla="*/ 5 h 17"/>
                  <a:gd name="T12" fmla="*/ 8 w 15"/>
                  <a:gd name="T13" fmla="*/ 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2" y="9"/>
                    </a:moveTo>
                    <a:cubicBezTo>
                      <a:pt x="1" y="6"/>
                      <a:pt x="1" y="4"/>
                      <a:pt x="2" y="4"/>
                    </a:cubicBezTo>
                    <a:cubicBezTo>
                      <a:pt x="4" y="2"/>
                      <a:pt x="8" y="6"/>
                      <a:pt x="12" y="12"/>
                    </a:cubicBezTo>
                    <a:cubicBezTo>
                      <a:pt x="13" y="13"/>
                      <a:pt x="14" y="15"/>
                      <a:pt x="15" y="17"/>
                    </a:cubicBezTo>
                    <a:cubicBezTo>
                      <a:pt x="14" y="15"/>
                      <a:pt x="13" y="12"/>
                      <a:pt x="11" y="10"/>
                    </a:cubicBezTo>
                    <a:cubicBezTo>
                      <a:pt x="7" y="4"/>
                      <a:pt x="3" y="0"/>
                      <a:pt x="1" y="1"/>
                    </a:cubicBezTo>
                    <a:cubicBezTo>
                      <a:pt x="0" y="2"/>
                      <a:pt x="1" y="5"/>
                      <a:pt x="2" y="9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7" name="Freeform 581">
                <a:extLst>
                  <a:ext uri="{FF2B5EF4-FFF2-40B4-BE49-F238E27FC236}">
                    <a16:creationId xmlns:a16="http://schemas.microsoft.com/office/drawing/2014/main" id="{8C0B818E-99A8-4389-AF4F-E8F53F751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673"/>
                <a:ext cx="20" cy="24"/>
              </a:xfrm>
              <a:custGeom>
                <a:avLst/>
                <a:gdLst>
                  <a:gd name="T0" fmla="*/ 40 w 13"/>
                  <a:gd name="T1" fmla="*/ 54 h 15"/>
                  <a:gd name="T2" fmla="*/ 12 w 13"/>
                  <a:gd name="T3" fmla="*/ 26 h 15"/>
                  <a:gd name="T4" fmla="*/ 0 w 13"/>
                  <a:gd name="T5" fmla="*/ 0 h 15"/>
                  <a:gd name="T6" fmla="*/ 14 w 13"/>
                  <a:gd name="T7" fmla="*/ 29 h 15"/>
                  <a:gd name="T8" fmla="*/ 43 w 13"/>
                  <a:gd name="T9" fmla="*/ 56 h 15"/>
                  <a:gd name="T10" fmla="*/ 43 w 13"/>
                  <a:gd name="T11" fmla="*/ 35 h 15"/>
                  <a:gd name="T12" fmla="*/ 40 w 13"/>
                  <a:gd name="T13" fmla="*/ 54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5">
                    <a:moveTo>
                      <a:pt x="11" y="13"/>
                    </a:moveTo>
                    <a:cubicBezTo>
                      <a:pt x="10" y="14"/>
                      <a:pt x="6" y="10"/>
                      <a:pt x="3" y="6"/>
                    </a:cubicBezTo>
                    <a:cubicBezTo>
                      <a:pt x="2" y="4"/>
                      <a:pt x="1" y="1"/>
                      <a:pt x="0" y="0"/>
                    </a:cubicBezTo>
                    <a:cubicBezTo>
                      <a:pt x="0" y="2"/>
                      <a:pt x="2" y="5"/>
                      <a:pt x="4" y="7"/>
                    </a:cubicBezTo>
                    <a:cubicBezTo>
                      <a:pt x="7" y="12"/>
                      <a:pt x="11" y="15"/>
                      <a:pt x="12" y="14"/>
                    </a:cubicBezTo>
                    <a:cubicBezTo>
                      <a:pt x="13" y="13"/>
                      <a:pt x="13" y="12"/>
                      <a:pt x="12" y="9"/>
                    </a:cubicBezTo>
                    <a:cubicBezTo>
                      <a:pt x="12" y="10"/>
                      <a:pt x="12" y="12"/>
                      <a:pt x="11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8" name="Freeform 582">
                <a:extLst>
                  <a:ext uri="{FF2B5EF4-FFF2-40B4-BE49-F238E27FC236}">
                    <a16:creationId xmlns:a16="http://schemas.microsoft.com/office/drawing/2014/main" id="{853DB047-78CD-47C2-867D-301803330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1593"/>
                <a:ext cx="132" cy="184"/>
              </a:xfrm>
              <a:custGeom>
                <a:avLst/>
                <a:gdLst>
                  <a:gd name="T0" fmla="*/ 12 w 88"/>
                  <a:gd name="T1" fmla="*/ 69 h 115"/>
                  <a:gd name="T2" fmla="*/ 14 w 88"/>
                  <a:gd name="T3" fmla="*/ 35 h 115"/>
                  <a:gd name="T4" fmla="*/ 41 w 88"/>
                  <a:gd name="T5" fmla="*/ 13 h 115"/>
                  <a:gd name="T6" fmla="*/ 89 w 88"/>
                  <a:gd name="T7" fmla="*/ 54 h 115"/>
                  <a:gd name="T8" fmla="*/ 201 w 88"/>
                  <a:gd name="T9" fmla="*/ 251 h 115"/>
                  <a:gd name="T10" fmla="*/ 288 w 88"/>
                  <a:gd name="T11" fmla="*/ 394 h 115"/>
                  <a:gd name="T12" fmla="*/ 288 w 88"/>
                  <a:gd name="T13" fmla="*/ 438 h 115"/>
                  <a:gd name="T14" fmla="*/ 261 w 88"/>
                  <a:gd name="T15" fmla="*/ 464 h 115"/>
                  <a:gd name="T16" fmla="*/ 234 w 88"/>
                  <a:gd name="T17" fmla="*/ 456 h 115"/>
                  <a:gd name="T18" fmla="*/ 129 w 88"/>
                  <a:gd name="T19" fmla="*/ 272 h 115"/>
                  <a:gd name="T20" fmla="*/ 12 w 88"/>
                  <a:gd name="T21" fmla="*/ 69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15">
                    <a:moveTo>
                      <a:pt x="3" y="17"/>
                    </a:moveTo>
                    <a:cubicBezTo>
                      <a:pt x="0" y="13"/>
                      <a:pt x="2" y="10"/>
                      <a:pt x="4" y="9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7" y="0"/>
                      <a:pt x="26" y="13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85" y="96"/>
                      <a:pt x="85" y="96"/>
                      <a:pt x="85" y="96"/>
                    </a:cubicBezTo>
                    <a:cubicBezTo>
                      <a:pt x="88" y="100"/>
                      <a:pt x="88" y="105"/>
                      <a:pt x="85" y="107"/>
                    </a:cubicBezTo>
                    <a:cubicBezTo>
                      <a:pt x="77" y="113"/>
                      <a:pt x="77" y="113"/>
                      <a:pt x="77" y="113"/>
                    </a:cubicBezTo>
                    <a:cubicBezTo>
                      <a:pt x="74" y="115"/>
                      <a:pt x="71" y="114"/>
                      <a:pt x="69" y="111"/>
                    </a:cubicBezTo>
                    <a:cubicBezTo>
                      <a:pt x="69" y="111"/>
                      <a:pt x="46" y="76"/>
                      <a:pt x="38" y="66"/>
                    </a:cubicBezTo>
                    <a:cubicBezTo>
                      <a:pt x="31" y="56"/>
                      <a:pt x="3" y="18"/>
                      <a:pt x="3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9" name="Freeform 583">
                <a:extLst>
                  <a:ext uri="{FF2B5EF4-FFF2-40B4-BE49-F238E27FC236}">
                    <a16:creationId xmlns:a16="http://schemas.microsoft.com/office/drawing/2014/main" id="{5D5D1FD6-F934-4275-B9B7-FECBD11C2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294"/>
                <a:ext cx="159" cy="163"/>
              </a:xfrm>
              <a:custGeom>
                <a:avLst/>
                <a:gdLst>
                  <a:gd name="T0" fmla="*/ 342 w 106"/>
                  <a:gd name="T1" fmla="*/ 334 h 102"/>
                  <a:gd name="T2" fmla="*/ 342 w 106"/>
                  <a:gd name="T3" fmla="*/ 334 h 102"/>
                  <a:gd name="T4" fmla="*/ 345 w 106"/>
                  <a:gd name="T5" fmla="*/ 368 h 102"/>
                  <a:gd name="T6" fmla="*/ 323 w 106"/>
                  <a:gd name="T7" fmla="*/ 396 h 102"/>
                  <a:gd name="T8" fmla="*/ 270 w 106"/>
                  <a:gd name="T9" fmla="*/ 371 h 102"/>
                  <a:gd name="T10" fmla="*/ 126 w 106"/>
                  <a:gd name="T11" fmla="*/ 205 h 102"/>
                  <a:gd name="T12" fmla="*/ 26 w 106"/>
                  <a:gd name="T13" fmla="*/ 89 h 102"/>
                  <a:gd name="T14" fmla="*/ 12 w 106"/>
                  <a:gd name="T15" fmla="*/ 42 h 102"/>
                  <a:gd name="T16" fmla="*/ 32 w 106"/>
                  <a:gd name="T17" fmla="*/ 13 h 102"/>
                  <a:gd name="T18" fmla="*/ 62 w 106"/>
                  <a:gd name="T19" fmla="*/ 13 h 102"/>
                  <a:gd name="T20" fmla="*/ 207 w 106"/>
                  <a:gd name="T21" fmla="*/ 168 h 102"/>
                  <a:gd name="T22" fmla="*/ 342 w 106"/>
                  <a:gd name="T23" fmla="*/ 334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6" h="102">
                    <a:moveTo>
                      <a:pt x="101" y="82"/>
                    </a:moveTo>
                    <a:cubicBezTo>
                      <a:pt x="101" y="82"/>
                      <a:pt x="101" y="82"/>
                      <a:pt x="101" y="82"/>
                    </a:cubicBezTo>
                    <a:cubicBezTo>
                      <a:pt x="104" y="84"/>
                      <a:pt x="106" y="87"/>
                      <a:pt x="102" y="90"/>
                    </a:cubicBezTo>
                    <a:cubicBezTo>
                      <a:pt x="95" y="97"/>
                      <a:pt x="95" y="97"/>
                      <a:pt x="95" y="97"/>
                    </a:cubicBezTo>
                    <a:cubicBezTo>
                      <a:pt x="93" y="100"/>
                      <a:pt x="91" y="102"/>
                      <a:pt x="80" y="91"/>
                    </a:cubicBezTo>
                    <a:cubicBezTo>
                      <a:pt x="37" y="50"/>
                      <a:pt x="37" y="50"/>
                      <a:pt x="37" y="50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3" y="18"/>
                      <a:pt x="0" y="12"/>
                      <a:pt x="3" y="1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0"/>
                      <a:pt x="15" y="0"/>
                      <a:pt x="18" y="3"/>
                    </a:cubicBezTo>
                    <a:cubicBezTo>
                      <a:pt x="18" y="3"/>
                      <a:pt x="52" y="33"/>
                      <a:pt x="61" y="41"/>
                    </a:cubicBezTo>
                    <a:cubicBezTo>
                      <a:pt x="70" y="50"/>
                      <a:pt x="101" y="82"/>
                      <a:pt x="101" y="8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0" name="Freeform 584">
                <a:extLst>
                  <a:ext uri="{FF2B5EF4-FFF2-40B4-BE49-F238E27FC236}">
                    <a16:creationId xmlns:a16="http://schemas.microsoft.com/office/drawing/2014/main" id="{8EDDA85F-E168-48C4-A9F5-977572946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131"/>
                <a:ext cx="145" cy="174"/>
              </a:xfrm>
              <a:custGeom>
                <a:avLst/>
                <a:gdLst>
                  <a:gd name="T0" fmla="*/ 13 w 97"/>
                  <a:gd name="T1" fmla="*/ 77 h 109"/>
                  <a:gd name="T2" fmla="*/ 13 w 97"/>
                  <a:gd name="T3" fmla="*/ 46 h 109"/>
                  <a:gd name="T4" fmla="*/ 36 w 97"/>
                  <a:gd name="T5" fmla="*/ 16 h 109"/>
                  <a:gd name="T6" fmla="*/ 87 w 97"/>
                  <a:gd name="T7" fmla="*/ 48 h 109"/>
                  <a:gd name="T8" fmla="*/ 215 w 97"/>
                  <a:gd name="T9" fmla="*/ 231 h 109"/>
                  <a:gd name="T10" fmla="*/ 311 w 97"/>
                  <a:gd name="T11" fmla="*/ 367 h 109"/>
                  <a:gd name="T12" fmla="*/ 317 w 97"/>
                  <a:gd name="T13" fmla="*/ 407 h 109"/>
                  <a:gd name="T14" fmla="*/ 290 w 97"/>
                  <a:gd name="T15" fmla="*/ 436 h 109"/>
                  <a:gd name="T16" fmla="*/ 262 w 97"/>
                  <a:gd name="T17" fmla="*/ 431 h 109"/>
                  <a:gd name="T18" fmla="*/ 148 w 97"/>
                  <a:gd name="T19" fmla="*/ 260 h 109"/>
                  <a:gd name="T20" fmla="*/ 13 w 97"/>
                  <a:gd name="T21" fmla="*/ 77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109">
                    <a:moveTo>
                      <a:pt x="4" y="19"/>
                    </a:moveTo>
                    <a:cubicBezTo>
                      <a:pt x="0" y="15"/>
                      <a:pt x="2" y="12"/>
                      <a:pt x="4" y="1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2"/>
                      <a:pt x="16" y="0"/>
                      <a:pt x="26" y="12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6" y="94"/>
                      <a:pt x="97" y="98"/>
                      <a:pt x="95" y="100"/>
                    </a:cubicBezTo>
                    <a:cubicBezTo>
                      <a:pt x="87" y="107"/>
                      <a:pt x="87" y="107"/>
                      <a:pt x="87" y="107"/>
                    </a:cubicBezTo>
                    <a:cubicBezTo>
                      <a:pt x="84" y="109"/>
                      <a:pt x="81" y="109"/>
                      <a:pt x="78" y="106"/>
                    </a:cubicBezTo>
                    <a:cubicBezTo>
                      <a:pt x="78" y="106"/>
                      <a:pt x="52" y="74"/>
                      <a:pt x="44" y="64"/>
                    </a:cubicBezTo>
                    <a:cubicBezTo>
                      <a:pt x="35" y="55"/>
                      <a:pt x="4" y="20"/>
                      <a:pt x="4" y="19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1" name="Freeform 585">
                <a:extLst>
                  <a:ext uri="{FF2B5EF4-FFF2-40B4-BE49-F238E27FC236}">
                    <a16:creationId xmlns:a16="http://schemas.microsoft.com/office/drawing/2014/main" id="{C7F2A843-13A5-4DE4-A9EB-56006342D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1193"/>
                <a:ext cx="29" cy="35"/>
              </a:xfrm>
              <a:custGeom>
                <a:avLst/>
                <a:gdLst>
                  <a:gd name="T0" fmla="*/ 63 w 19"/>
                  <a:gd name="T1" fmla="*/ 81 h 22"/>
                  <a:gd name="T2" fmla="*/ 26 w 19"/>
                  <a:gd name="T3" fmla="*/ 53 h 22"/>
                  <a:gd name="T4" fmla="*/ 8 w 19"/>
                  <a:gd name="T5" fmla="*/ 8 h 22"/>
                  <a:gd name="T6" fmla="*/ 41 w 19"/>
                  <a:gd name="T7" fmla="*/ 35 h 22"/>
                  <a:gd name="T8" fmla="*/ 63 w 19"/>
                  <a:gd name="T9" fmla="*/ 8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2">
                    <a:moveTo>
                      <a:pt x="18" y="20"/>
                    </a:moveTo>
                    <a:cubicBezTo>
                      <a:pt x="16" y="22"/>
                      <a:pt x="12" y="19"/>
                      <a:pt x="7" y="13"/>
                    </a:cubicBezTo>
                    <a:cubicBezTo>
                      <a:pt x="3" y="8"/>
                      <a:pt x="0" y="3"/>
                      <a:pt x="2" y="2"/>
                    </a:cubicBezTo>
                    <a:cubicBezTo>
                      <a:pt x="3" y="0"/>
                      <a:pt x="8" y="4"/>
                      <a:pt x="12" y="9"/>
                    </a:cubicBezTo>
                    <a:cubicBezTo>
                      <a:pt x="17" y="14"/>
                      <a:pt x="19" y="19"/>
                      <a:pt x="18" y="2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2" name="Freeform 586">
                <a:extLst>
                  <a:ext uri="{FF2B5EF4-FFF2-40B4-BE49-F238E27FC236}">
                    <a16:creationId xmlns:a16="http://schemas.microsoft.com/office/drawing/2014/main" id="{5D620588-C3AD-465E-B5E1-2B4C6637D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200"/>
                <a:ext cx="28" cy="33"/>
              </a:xfrm>
              <a:custGeom>
                <a:avLst/>
                <a:gdLst>
                  <a:gd name="T0" fmla="*/ 55 w 19"/>
                  <a:gd name="T1" fmla="*/ 77 h 21"/>
                  <a:gd name="T2" fmla="*/ 22 w 19"/>
                  <a:gd name="T3" fmla="*/ 49 h 21"/>
                  <a:gd name="T4" fmla="*/ 1 w 19"/>
                  <a:gd name="T5" fmla="*/ 5 h 21"/>
                  <a:gd name="T6" fmla="*/ 40 w 19"/>
                  <a:gd name="T7" fmla="*/ 31 h 21"/>
                  <a:gd name="T8" fmla="*/ 55 w 19"/>
                  <a:gd name="T9" fmla="*/ 7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7" y="20"/>
                    </a:moveTo>
                    <a:cubicBezTo>
                      <a:pt x="16" y="21"/>
                      <a:pt x="11" y="18"/>
                      <a:pt x="7" y="13"/>
                    </a:cubicBezTo>
                    <a:cubicBezTo>
                      <a:pt x="2" y="7"/>
                      <a:pt x="0" y="2"/>
                      <a:pt x="1" y="1"/>
                    </a:cubicBezTo>
                    <a:cubicBezTo>
                      <a:pt x="3" y="0"/>
                      <a:pt x="7" y="3"/>
                      <a:pt x="12" y="8"/>
                    </a:cubicBezTo>
                    <a:cubicBezTo>
                      <a:pt x="16" y="13"/>
                      <a:pt x="19" y="19"/>
                      <a:pt x="17" y="20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3" name="Freeform 587">
                <a:extLst>
                  <a:ext uri="{FF2B5EF4-FFF2-40B4-BE49-F238E27FC236}">
                    <a16:creationId xmlns:a16="http://schemas.microsoft.com/office/drawing/2014/main" id="{9D39F9B8-E1C3-4DE7-9970-3519410B8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238"/>
                <a:ext cx="64" cy="62"/>
              </a:xfrm>
              <a:custGeom>
                <a:avLst/>
                <a:gdLst>
                  <a:gd name="T0" fmla="*/ 140 w 43"/>
                  <a:gd name="T1" fmla="*/ 129 h 39"/>
                  <a:gd name="T2" fmla="*/ 113 w 43"/>
                  <a:gd name="T3" fmla="*/ 151 h 39"/>
                  <a:gd name="T4" fmla="*/ 82 w 43"/>
                  <a:gd name="T5" fmla="*/ 116 h 39"/>
                  <a:gd name="T6" fmla="*/ 36 w 43"/>
                  <a:gd name="T7" fmla="*/ 52 h 39"/>
                  <a:gd name="T8" fmla="*/ 15 w 43"/>
                  <a:gd name="T9" fmla="*/ 25 h 39"/>
                  <a:gd name="T10" fmla="*/ 0 w 43"/>
                  <a:gd name="T11" fmla="*/ 0 h 39"/>
                  <a:gd name="T12" fmla="*/ 86 w 43"/>
                  <a:gd name="T13" fmla="*/ 114 h 39"/>
                  <a:gd name="T14" fmla="*/ 119 w 43"/>
                  <a:gd name="T15" fmla="*/ 132 h 39"/>
                  <a:gd name="T16" fmla="*/ 141 w 43"/>
                  <a:gd name="T17" fmla="*/ 121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9">
                    <a:moveTo>
                      <a:pt x="42" y="32"/>
                    </a:moveTo>
                    <a:cubicBezTo>
                      <a:pt x="40" y="34"/>
                      <a:pt x="37" y="39"/>
                      <a:pt x="34" y="38"/>
                    </a:cubicBezTo>
                    <a:cubicBezTo>
                      <a:pt x="31" y="37"/>
                      <a:pt x="27" y="31"/>
                      <a:pt x="25" y="29"/>
                    </a:cubicBezTo>
                    <a:cubicBezTo>
                      <a:pt x="20" y="24"/>
                      <a:pt x="16" y="18"/>
                      <a:pt x="11" y="13"/>
                    </a:cubicBezTo>
                    <a:cubicBezTo>
                      <a:pt x="9" y="11"/>
                      <a:pt x="8" y="9"/>
                      <a:pt x="5" y="6"/>
                    </a:cubicBezTo>
                    <a:cubicBezTo>
                      <a:pt x="4" y="4"/>
                      <a:pt x="1" y="2"/>
                      <a:pt x="0" y="0"/>
                    </a:cubicBezTo>
                    <a:cubicBezTo>
                      <a:pt x="9" y="7"/>
                      <a:pt x="17" y="19"/>
                      <a:pt x="26" y="28"/>
                    </a:cubicBezTo>
                    <a:cubicBezTo>
                      <a:pt x="29" y="31"/>
                      <a:pt x="33" y="33"/>
                      <a:pt x="36" y="33"/>
                    </a:cubicBezTo>
                    <a:cubicBezTo>
                      <a:pt x="39" y="33"/>
                      <a:pt x="41" y="32"/>
                      <a:pt x="43" y="3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4" name="Freeform 588">
                <a:extLst>
                  <a:ext uri="{FF2B5EF4-FFF2-40B4-BE49-F238E27FC236}">
                    <a16:creationId xmlns:a16="http://schemas.microsoft.com/office/drawing/2014/main" id="{B2DA3928-E693-4253-928A-4D38E2521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141"/>
                <a:ext cx="93" cy="92"/>
              </a:xfrm>
              <a:custGeom>
                <a:avLst/>
                <a:gdLst>
                  <a:gd name="T0" fmla="*/ 210 w 62"/>
                  <a:gd name="T1" fmla="*/ 232 h 58"/>
                  <a:gd name="T2" fmla="*/ 86 w 62"/>
                  <a:gd name="T3" fmla="*/ 56 h 58"/>
                  <a:gd name="T4" fmla="*/ 27 w 62"/>
                  <a:gd name="T5" fmla="*/ 0 h 58"/>
                  <a:gd name="T6" fmla="*/ 0 w 62"/>
                  <a:gd name="T7" fmla="*/ 27 h 58"/>
                  <a:gd name="T8" fmla="*/ 39 w 62"/>
                  <a:gd name="T9" fmla="*/ 21 h 58"/>
                  <a:gd name="T10" fmla="*/ 66 w 62"/>
                  <a:gd name="T11" fmla="*/ 48 h 58"/>
                  <a:gd name="T12" fmla="*/ 95 w 62"/>
                  <a:gd name="T13" fmla="*/ 90 h 58"/>
                  <a:gd name="T14" fmla="*/ 153 w 62"/>
                  <a:gd name="T15" fmla="*/ 168 h 58"/>
                  <a:gd name="T16" fmla="*/ 183 w 62"/>
                  <a:gd name="T17" fmla="*/ 203 h 58"/>
                  <a:gd name="T18" fmla="*/ 207 w 62"/>
                  <a:gd name="T19" fmla="*/ 227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58">
                    <a:moveTo>
                      <a:pt x="62" y="58"/>
                    </a:moveTo>
                    <a:cubicBezTo>
                      <a:pt x="49" y="44"/>
                      <a:pt x="37" y="29"/>
                      <a:pt x="25" y="14"/>
                    </a:cubicBezTo>
                    <a:cubicBezTo>
                      <a:pt x="22" y="10"/>
                      <a:pt x="13" y="0"/>
                      <a:pt x="8" y="0"/>
                    </a:cubicBezTo>
                    <a:cubicBezTo>
                      <a:pt x="5" y="0"/>
                      <a:pt x="2" y="5"/>
                      <a:pt x="0" y="7"/>
                    </a:cubicBezTo>
                    <a:cubicBezTo>
                      <a:pt x="2" y="5"/>
                      <a:pt x="6" y="2"/>
                      <a:pt x="11" y="5"/>
                    </a:cubicBezTo>
                    <a:cubicBezTo>
                      <a:pt x="14" y="6"/>
                      <a:pt x="16" y="10"/>
                      <a:pt x="19" y="12"/>
                    </a:cubicBezTo>
                    <a:cubicBezTo>
                      <a:pt x="22" y="16"/>
                      <a:pt x="25" y="19"/>
                      <a:pt x="28" y="23"/>
                    </a:cubicBezTo>
                    <a:cubicBezTo>
                      <a:pt x="34" y="29"/>
                      <a:pt x="39" y="36"/>
                      <a:pt x="45" y="42"/>
                    </a:cubicBezTo>
                    <a:cubicBezTo>
                      <a:pt x="48" y="45"/>
                      <a:pt x="51" y="48"/>
                      <a:pt x="54" y="51"/>
                    </a:cubicBezTo>
                    <a:cubicBezTo>
                      <a:pt x="56" y="53"/>
                      <a:pt x="58" y="56"/>
                      <a:pt x="61" y="57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5" name="Freeform 589">
                <a:extLst>
                  <a:ext uri="{FF2B5EF4-FFF2-40B4-BE49-F238E27FC236}">
                    <a16:creationId xmlns:a16="http://schemas.microsoft.com/office/drawing/2014/main" id="{88885D20-DAFC-4216-B6B9-CD655197E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200"/>
                <a:ext cx="25" cy="24"/>
              </a:xfrm>
              <a:custGeom>
                <a:avLst/>
                <a:gdLst>
                  <a:gd name="T0" fmla="*/ 9 w 17"/>
                  <a:gd name="T1" fmla="*/ 34 h 15"/>
                  <a:gd name="T2" fmla="*/ 9 w 17"/>
                  <a:gd name="T3" fmla="*/ 13 h 15"/>
                  <a:gd name="T4" fmla="*/ 41 w 17"/>
                  <a:gd name="T5" fmla="*/ 42 h 15"/>
                  <a:gd name="T6" fmla="*/ 54 w 17"/>
                  <a:gd name="T7" fmla="*/ 61 h 15"/>
                  <a:gd name="T8" fmla="*/ 38 w 17"/>
                  <a:gd name="T9" fmla="*/ 34 h 15"/>
                  <a:gd name="T10" fmla="*/ 1 w 17"/>
                  <a:gd name="T11" fmla="*/ 5 h 15"/>
                  <a:gd name="T12" fmla="*/ 9 w 17"/>
                  <a:gd name="T13" fmla="*/ 34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3" y="8"/>
                    </a:moveTo>
                    <a:cubicBezTo>
                      <a:pt x="2" y="6"/>
                      <a:pt x="2" y="4"/>
                      <a:pt x="3" y="3"/>
                    </a:cubicBezTo>
                    <a:cubicBezTo>
                      <a:pt x="4" y="2"/>
                      <a:pt x="9" y="5"/>
                      <a:pt x="13" y="10"/>
                    </a:cubicBezTo>
                    <a:cubicBezTo>
                      <a:pt x="15" y="12"/>
                      <a:pt x="16" y="13"/>
                      <a:pt x="17" y="15"/>
                    </a:cubicBezTo>
                    <a:cubicBezTo>
                      <a:pt x="16" y="13"/>
                      <a:pt x="14" y="11"/>
                      <a:pt x="12" y="8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0" y="2"/>
                      <a:pt x="1" y="5"/>
                      <a:pt x="3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6" name="Freeform 590">
                <a:extLst>
                  <a:ext uri="{FF2B5EF4-FFF2-40B4-BE49-F238E27FC236}">
                    <a16:creationId xmlns:a16="http://schemas.microsoft.com/office/drawing/2014/main" id="{63DFE4FA-BCEA-44B3-B6B3-50E0C7459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208"/>
                <a:ext cx="21" cy="22"/>
              </a:xfrm>
              <a:custGeom>
                <a:avLst/>
                <a:gdLst>
                  <a:gd name="T0" fmla="*/ 41 w 14"/>
                  <a:gd name="T1" fmla="*/ 47 h 14"/>
                  <a:gd name="T2" fmla="*/ 12 w 14"/>
                  <a:gd name="T3" fmla="*/ 22 h 14"/>
                  <a:gd name="T4" fmla="*/ 0 w 14"/>
                  <a:gd name="T5" fmla="*/ 0 h 14"/>
                  <a:gd name="T6" fmla="*/ 14 w 14"/>
                  <a:gd name="T7" fmla="*/ 31 h 14"/>
                  <a:gd name="T8" fmla="*/ 45 w 14"/>
                  <a:gd name="T9" fmla="*/ 49 h 14"/>
                  <a:gd name="T10" fmla="*/ 41 w 14"/>
                  <a:gd name="T11" fmla="*/ 35 h 14"/>
                  <a:gd name="T12" fmla="*/ 41 w 14"/>
                  <a:gd name="T13" fmla="*/ 4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2" y="12"/>
                    </a:moveTo>
                    <a:cubicBezTo>
                      <a:pt x="11" y="13"/>
                      <a:pt x="7" y="10"/>
                      <a:pt x="3" y="6"/>
                    </a:cubicBezTo>
                    <a:cubicBezTo>
                      <a:pt x="2" y="4"/>
                      <a:pt x="0" y="2"/>
                      <a:pt x="0" y="0"/>
                    </a:cubicBezTo>
                    <a:cubicBezTo>
                      <a:pt x="0" y="2"/>
                      <a:pt x="2" y="5"/>
                      <a:pt x="4" y="8"/>
                    </a:cubicBezTo>
                    <a:cubicBezTo>
                      <a:pt x="8" y="12"/>
                      <a:pt x="12" y="14"/>
                      <a:pt x="13" y="13"/>
                    </a:cubicBezTo>
                    <a:cubicBezTo>
                      <a:pt x="14" y="13"/>
                      <a:pt x="13" y="11"/>
                      <a:pt x="12" y="9"/>
                    </a:cubicBezTo>
                    <a:cubicBezTo>
                      <a:pt x="12" y="10"/>
                      <a:pt x="13" y="11"/>
                      <a:pt x="12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7" name="Freeform 591">
                <a:extLst>
                  <a:ext uri="{FF2B5EF4-FFF2-40B4-BE49-F238E27FC236}">
                    <a16:creationId xmlns:a16="http://schemas.microsoft.com/office/drawing/2014/main" id="{5588C424-AE8D-4C08-BD49-40A6C8827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131"/>
                <a:ext cx="145" cy="174"/>
              </a:xfrm>
              <a:custGeom>
                <a:avLst/>
                <a:gdLst>
                  <a:gd name="T0" fmla="*/ 13 w 97"/>
                  <a:gd name="T1" fmla="*/ 77 h 109"/>
                  <a:gd name="T2" fmla="*/ 13 w 97"/>
                  <a:gd name="T3" fmla="*/ 46 h 109"/>
                  <a:gd name="T4" fmla="*/ 36 w 97"/>
                  <a:gd name="T5" fmla="*/ 16 h 109"/>
                  <a:gd name="T6" fmla="*/ 87 w 97"/>
                  <a:gd name="T7" fmla="*/ 48 h 109"/>
                  <a:gd name="T8" fmla="*/ 215 w 97"/>
                  <a:gd name="T9" fmla="*/ 231 h 109"/>
                  <a:gd name="T10" fmla="*/ 311 w 97"/>
                  <a:gd name="T11" fmla="*/ 367 h 109"/>
                  <a:gd name="T12" fmla="*/ 317 w 97"/>
                  <a:gd name="T13" fmla="*/ 407 h 109"/>
                  <a:gd name="T14" fmla="*/ 290 w 97"/>
                  <a:gd name="T15" fmla="*/ 436 h 109"/>
                  <a:gd name="T16" fmla="*/ 262 w 97"/>
                  <a:gd name="T17" fmla="*/ 431 h 109"/>
                  <a:gd name="T18" fmla="*/ 148 w 97"/>
                  <a:gd name="T19" fmla="*/ 260 h 109"/>
                  <a:gd name="T20" fmla="*/ 13 w 97"/>
                  <a:gd name="T21" fmla="*/ 77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109">
                    <a:moveTo>
                      <a:pt x="4" y="19"/>
                    </a:moveTo>
                    <a:cubicBezTo>
                      <a:pt x="0" y="15"/>
                      <a:pt x="2" y="12"/>
                      <a:pt x="4" y="1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2"/>
                      <a:pt x="16" y="0"/>
                      <a:pt x="26" y="12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6" y="94"/>
                      <a:pt x="97" y="98"/>
                      <a:pt x="95" y="100"/>
                    </a:cubicBezTo>
                    <a:cubicBezTo>
                      <a:pt x="87" y="107"/>
                      <a:pt x="87" y="107"/>
                      <a:pt x="87" y="107"/>
                    </a:cubicBezTo>
                    <a:cubicBezTo>
                      <a:pt x="84" y="109"/>
                      <a:pt x="81" y="109"/>
                      <a:pt x="78" y="106"/>
                    </a:cubicBezTo>
                    <a:cubicBezTo>
                      <a:pt x="78" y="106"/>
                      <a:pt x="52" y="74"/>
                      <a:pt x="44" y="64"/>
                    </a:cubicBezTo>
                    <a:cubicBezTo>
                      <a:pt x="35" y="55"/>
                      <a:pt x="4" y="20"/>
                      <a:pt x="4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8" name="Freeform 592">
                <a:extLst>
                  <a:ext uri="{FF2B5EF4-FFF2-40B4-BE49-F238E27FC236}">
                    <a16:creationId xmlns:a16="http://schemas.microsoft.com/office/drawing/2014/main" id="{601300DF-4B42-4623-9FA9-D2BBA95EA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944"/>
                <a:ext cx="111" cy="197"/>
              </a:xfrm>
              <a:custGeom>
                <a:avLst/>
                <a:gdLst>
                  <a:gd name="T0" fmla="*/ 12 w 74"/>
                  <a:gd name="T1" fmla="*/ 67 h 123"/>
                  <a:gd name="T2" fmla="*/ 18 w 74"/>
                  <a:gd name="T3" fmla="*/ 29 h 123"/>
                  <a:gd name="T4" fmla="*/ 48 w 74"/>
                  <a:gd name="T5" fmla="*/ 13 h 123"/>
                  <a:gd name="T6" fmla="*/ 89 w 74"/>
                  <a:gd name="T7" fmla="*/ 61 h 123"/>
                  <a:gd name="T8" fmla="*/ 176 w 74"/>
                  <a:gd name="T9" fmla="*/ 280 h 123"/>
                  <a:gd name="T10" fmla="*/ 243 w 74"/>
                  <a:gd name="T11" fmla="*/ 436 h 123"/>
                  <a:gd name="T12" fmla="*/ 242 w 74"/>
                  <a:gd name="T13" fmla="*/ 480 h 123"/>
                  <a:gd name="T14" fmla="*/ 210 w 74"/>
                  <a:gd name="T15" fmla="*/ 498 h 123"/>
                  <a:gd name="T16" fmla="*/ 183 w 74"/>
                  <a:gd name="T17" fmla="*/ 485 h 123"/>
                  <a:gd name="T18" fmla="*/ 102 w 74"/>
                  <a:gd name="T19" fmla="*/ 285 h 123"/>
                  <a:gd name="T20" fmla="*/ 12 w 74"/>
                  <a:gd name="T21" fmla="*/ 67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123">
                    <a:moveTo>
                      <a:pt x="3" y="16"/>
                    </a:moveTo>
                    <a:cubicBezTo>
                      <a:pt x="0" y="11"/>
                      <a:pt x="3" y="8"/>
                      <a:pt x="5" y="7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6" y="2"/>
                      <a:pt x="19" y="0"/>
                      <a:pt x="26" y="15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72" y="106"/>
                      <a:pt x="72" y="106"/>
                      <a:pt x="72" y="106"/>
                    </a:cubicBezTo>
                    <a:cubicBezTo>
                      <a:pt x="74" y="111"/>
                      <a:pt x="74" y="116"/>
                      <a:pt x="71" y="117"/>
                    </a:cubicBezTo>
                    <a:cubicBezTo>
                      <a:pt x="62" y="121"/>
                      <a:pt x="62" y="121"/>
                      <a:pt x="62" y="121"/>
                    </a:cubicBezTo>
                    <a:cubicBezTo>
                      <a:pt x="58" y="123"/>
                      <a:pt x="56" y="122"/>
                      <a:pt x="54" y="118"/>
                    </a:cubicBezTo>
                    <a:cubicBezTo>
                      <a:pt x="54" y="118"/>
                      <a:pt x="36" y="81"/>
                      <a:pt x="30" y="69"/>
                    </a:cubicBezTo>
                    <a:cubicBezTo>
                      <a:pt x="25" y="58"/>
                      <a:pt x="3" y="16"/>
                      <a:pt x="3" y="1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9" name="Freeform 593">
                <a:extLst>
                  <a:ext uri="{FF2B5EF4-FFF2-40B4-BE49-F238E27FC236}">
                    <a16:creationId xmlns:a16="http://schemas.microsoft.com/office/drawing/2014/main" id="{E1B681AA-B986-4929-8366-36FBFAB57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014"/>
                <a:ext cx="21" cy="39"/>
              </a:xfrm>
              <a:custGeom>
                <a:avLst/>
                <a:gdLst>
                  <a:gd name="T0" fmla="*/ 45 w 14"/>
                  <a:gd name="T1" fmla="*/ 98 h 24"/>
                  <a:gd name="T2" fmla="*/ 14 w 14"/>
                  <a:gd name="T3" fmla="*/ 60 h 24"/>
                  <a:gd name="T4" fmla="*/ 5 w 14"/>
                  <a:gd name="T5" fmla="*/ 5 h 24"/>
                  <a:gd name="T6" fmla="*/ 35 w 14"/>
                  <a:gd name="T7" fmla="*/ 47 h 24"/>
                  <a:gd name="T8" fmla="*/ 45 w 14"/>
                  <a:gd name="T9" fmla="*/ 9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13" y="23"/>
                    </a:moveTo>
                    <a:cubicBezTo>
                      <a:pt x="11" y="24"/>
                      <a:pt x="7" y="20"/>
                      <a:pt x="4" y="14"/>
                    </a:cubicBezTo>
                    <a:cubicBezTo>
                      <a:pt x="1" y="8"/>
                      <a:pt x="0" y="2"/>
                      <a:pt x="1" y="1"/>
                    </a:cubicBezTo>
                    <a:cubicBezTo>
                      <a:pt x="3" y="0"/>
                      <a:pt x="7" y="4"/>
                      <a:pt x="10" y="11"/>
                    </a:cubicBezTo>
                    <a:cubicBezTo>
                      <a:pt x="13" y="17"/>
                      <a:pt x="14" y="22"/>
                      <a:pt x="13" y="2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0" name="Freeform 594">
                <a:extLst>
                  <a:ext uri="{FF2B5EF4-FFF2-40B4-BE49-F238E27FC236}">
                    <a16:creationId xmlns:a16="http://schemas.microsoft.com/office/drawing/2014/main" id="{B2FA0CB0-988E-4764-9CF9-623E19550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019"/>
                <a:ext cx="22" cy="38"/>
              </a:xfrm>
              <a:custGeom>
                <a:avLst/>
                <a:gdLst>
                  <a:gd name="T0" fmla="*/ 41 w 15"/>
                  <a:gd name="T1" fmla="*/ 95 h 24"/>
                  <a:gd name="T2" fmla="*/ 13 w 15"/>
                  <a:gd name="T3" fmla="*/ 55 h 24"/>
                  <a:gd name="T4" fmla="*/ 6 w 15"/>
                  <a:gd name="T5" fmla="*/ 5 h 24"/>
                  <a:gd name="T6" fmla="*/ 34 w 15"/>
                  <a:gd name="T7" fmla="*/ 43 h 24"/>
                  <a:gd name="T8" fmla="*/ 41 w 15"/>
                  <a:gd name="T9" fmla="*/ 9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13" y="24"/>
                    </a:moveTo>
                    <a:cubicBezTo>
                      <a:pt x="11" y="24"/>
                      <a:pt x="8" y="20"/>
                      <a:pt x="4" y="14"/>
                    </a:cubicBezTo>
                    <a:cubicBezTo>
                      <a:pt x="1" y="8"/>
                      <a:pt x="0" y="2"/>
                      <a:pt x="2" y="1"/>
                    </a:cubicBezTo>
                    <a:cubicBezTo>
                      <a:pt x="4" y="0"/>
                      <a:pt x="8" y="5"/>
                      <a:pt x="11" y="11"/>
                    </a:cubicBezTo>
                    <a:cubicBezTo>
                      <a:pt x="14" y="17"/>
                      <a:pt x="15" y="23"/>
                      <a:pt x="13" y="24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1" name="Freeform 595">
                <a:extLst>
                  <a:ext uri="{FF2B5EF4-FFF2-40B4-BE49-F238E27FC236}">
                    <a16:creationId xmlns:a16="http://schemas.microsoft.com/office/drawing/2014/main" id="{03667481-E187-46AD-B231-1C9CEB890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061"/>
                <a:ext cx="51" cy="75"/>
              </a:xfrm>
              <a:custGeom>
                <a:avLst/>
                <a:gdLst>
                  <a:gd name="T0" fmla="*/ 113 w 34"/>
                  <a:gd name="T1" fmla="*/ 171 h 47"/>
                  <a:gd name="T2" fmla="*/ 80 w 34"/>
                  <a:gd name="T3" fmla="*/ 185 h 47"/>
                  <a:gd name="T4" fmla="*/ 59 w 34"/>
                  <a:gd name="T5" fmla="*/ 137 h 47"/>
                  <a:gd name="T6" fmla="*/ 27 w 34"/>
                  <a:gd name="T7" fmla="*/ 65 h 47"/>
                  <a:gd name="T8" fmla="*/ 14 w 34"/>
                  <a:gd name="T9" fmla="*/ 34 h 47"/>
                  <a:gd name="T10" fmla="*/ 0 w 34"/>
                  <a:gd name="T11" fmla="*/ 0 h 47"/>
                  <a:gd name="T12" fmla="*/ 62 w 34"/>
                  <a:gd name="T13" fmla="*/ 136 h 47"/>
                  <a:gd name="T14" fmla="*/ 93 w 34"/>
                  <a:gd name="T15" fmla="*/ 166 h 47"/>
                  <a:gd name="T16" fmla="*/ 116 w 34"/>
                  <a:gd name="T17" fmla="*/ 16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7">
                    <a:moveTo>
                      <a:pt x="33" y="42"/>
                    </a:moveTo>
                    <a:cubicBezTo>
                      <a:pt x="30" y="43"/>
                      <a:pt x="26" y="47"/>
                      <a:pt x="23" y="46"/>
                    </a:cubicBezTo>
                    <a:cubicBezTo>
                      <a:pt x="20" y="44"/>
                      <a:pt x="18" y="37"/>
                      <a:pt x="17" y="34"/>
                    </a:cubicBezTo>
                    <a:cubicBezTo>
                      <a:pt x="14" y="28"/>
                      <a:pt x="11" y="22"/>
                      <a:pt x="8" y="16"/>
                    </a:cubicBezTo>
                    <a:cubicBezTo>
                      <a:pt x="6" y="13"/>
                      <a:pt x="5" y="10"/>
                      <a:pt x="4" y="8"/>
                    </a:cubicBezTo>
                    <a:cubicBezTo>
                      <a:pt x="2" y="5"/>
                      <a:pt x="0" y="2"/>
                      <a:pt x="0" y="0"/>
                    </a:cubicBezTo>
                    <a:cubicBezTo>
                      <a:pt x="7" y="9"/>
                      <a:pt x="12" y="23"/>
                      <a:pt x="18" y="33"/>
                    </a:cubicBezTo>
                    <a:cubicBezTo>
                      <a:pt x="21" y="37"/>
                      <a:pt x="23" y="41"/>
                      <a:pt x="27" y="41"/>
                    </a:cubicBezTo>
                    <a:cubicBezTo>
                      <a:pt x="29" y="42"/>
                      <a:pt x="32" y="41"/>
                      <a:pt x="34" y="4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2" name="Freeform 596">
                <a:extLst>
                  <a:ext uri="{FF2B5EF4-FFF2-40B4-BE49-F238E27FC236}">
                    <a16:creationId xmlns:a16="http://schemas.microsoft.com/office/drawing/2014/main" id="{E9372D55-42B5-4747-9186-F47AC112E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952"/>
                <a:ext cx="71" cy="113"/>
              </a:xfrm>
              <a:custGeom>
                <a:avLst/>
                <a:gdLst>
                  <a:gd name="T0" fmla="*/ 162 w 47"/>
                  <a:gd name="T1" fmla="*/ 286 h 71"/>
                  <a:gd name="T2" fmla="*/ 76 w 47"/>
                  <a:gd name="T3" fmla="*/ 73 h 71"/>
                  <a:gd name="T4" fmla="*/ 35 w 47"/>
                  <a:gd name="T5" fmla="*/ 5 h 71"/>
                  <a:gd name="T6" fmla="*/ 0 w 47"/>
                  <a:gd name="T7" fmla="*/ 25 h 71"/>
                  <a:gd name="T8" fmla="*/ 39 w 47"/>
                  <a:gd name="T9" fmla="*/ 25 h 71"/>
                  <a:gd name="T10" fmla="*/ 59 w 47"/>
                  <a:gd name="T11" fmla="*/ 60 h 71"/>
                  <a:gd name="T12" fmla="*/ 80 w 47"/>
                  <a:gd name="T13" fmla="*/ 108 h 71"/>
                  <a:gd name="T14" fmla="*/ 121 w 47"/>
                  <a:gd name="T15" fmla="*/ 205 h 71"/>
                  <a:gd name="T16" fmla="*/ 142 w 47"/>
                  <a:gd name="T17" fmla="*/ 251 h 71"/>
                  <a:gd name="T18" fmla="*/ 157 w 47"/>
                  <a:gd name="T19" fmla="*/ 279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71">
                    <a:moveTo>
                      <a:pt x="47" y="71"/>
                    </a:moveTo>
                    <a:cubicBezTo>
                      <a:pt x="38" y="53"/>
                      <a:pt x="30" y="36"/>
                      <a:pt x="22" y="18"/>
                    </a:cubicBezTo>
                    <a:cubicBezTo>
                      <a:pt x="20" y="14"/>
                      <a:pt x="14" y="2"/>
                      <a:pt x="10" y="1"/>
                    </a:cubicBezTo>
                    <a:cubicBezTo>
                      <a:pt x="6" y="0"/>
                      <a:pt x="2" y="4"/>
                      <a:pt x="0" y="6"/>
                    </a:cubicBezTo>
                    <a:cubicBezTo>
                      <a:pt x="2" y="4"/>
                      <a:pt x="7" y="3"/>
                      <a:pt x="11" y="6"/>
                    </a:cubicBezTo>
                    <a:cubicBezTo>
                      <a:pt x="13" y="8"/>
                      <a:pt x="15" y="12"/>
                      <a:pt x="17" y="15"/>
                    </a:cubicBezTo>
                    <a:cubicBezTo>
                      <a:pt x="19" y="19"/>
                      <a:pt x="21" y="23"/>
                      <a:pt x="23" y="27"/>
                    </a:cubicBezTo>
                    <a:cubicBezTo>
                      <a:pt x="27" y="35"/>
                      <a:pt x="30" y="43"/>
                      <a:pt x="35" y="51"/>
                    </a:cubicBezTo>
                    <a:cubicBezTo>
                      <a:pt x="37" y="54"/>
                      <a:pt x="39" y="58"/>
                      <a:pt x="41" y="62"/>
                    </a:cubicBezTo>
                    <a:cubicBezTo>
                      <a:pt x="43" y="64"/>
                      <a:pt x="44" y="67"/>
                      <a:pt x="46" y="69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3" name="Freeform 597">
                <a:extLst>
                  <a:ext uri="{FF2B5EF4-FFF2-40B4-BE49-F238E27FC236}">
                    <a16:creationId xmlns:a16="http://schemas.microsoft.com/office/drawing/2014/main" id="{F269A318-944C-456C-8224-33ADB1F7D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021"/>
                <a:ext cx="20" cy="28"/>
              </a:xfrm>
              <a:custGeom>
                <a:avLst/>
                <a:gdLst>
                  <a:gd name="T0" fmla="*/ 5 w 13"/>
                  <a:gd name="T1" fmla="*/ 30 h 18"/>
                  <a:gd name="T2" fmla="*/ 8 w 13"/>
                  <a:gd name="T3" fmla="*/ 12 h 18"/>
                  <a:gd name="T4" fmla="*/ 40 w 13"/>
                  <a:gd name="T5" fmla="*/ 47 h 18"/>
                  <a:gd name="T6" fmla="*/ 48 w 13"/>
                  <a:gd name="T7" fmla="*/ 68 h 18"/>
                  <a:gd name="T8" fmla="*/ 35 w 13"/>
                  <a:gd name="T9" fmla="*/ 39 h 18"/>
                  <a:gd name="T10" fmla="*/ 5 w 13"/>
                  <a:gd name="T11" fmla="*/ 5 h 18"/>
                  <a:gd name="T12" fmla="*/ 5 w 13"/>
                  <a:gd name="T13" fmla="*/ 3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1" y="8"/>
                    </a:moveTo>
                    <a:cubicBezTo>
                      <a:pt x="1" y="5"/>
                      <a:pt x="1" y="3"/>
                      <a:pt x="2" y="3"/>
                    </a:cubicBezTo>
                    <a:cubicBezTo>
                      <a:pt x="4" y="2"/>
                      <a:pt x="8" y="6"/>
                      <a:pt x="11" y="12"/>
                    </a:cubicBezTo>
                    <a:cubicBezTo>
                      <a:pt x="11" y="14"/>
                      <a:pt x="12" y="16"/>
                      <a:pt x="13" y="18"/>
                    </a:cubicBezTo>
                    <a:cubicBezTo>
                      <a:pt x="12" y="16"/>
                      <a:pt x="11" y="13"/>
                      <a:pt x="10" y="10"/>
                    </a:cubicBezTo>
                    <a:cubicBezTo>
                      <a:pt x="7" y="4"/>
                      <a:pt x="3" y="0"/>
                      <a:pt x="1" y="1"/>
                    </a:cubicBezTo>
                    <a:cubicBezTo>
                      <a:pt x="0" y="1"/>
                      <a:pt x="0" y="4"/>
                      <a:pt x="1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4" name="Freeform 598">
                <a:extLst>
                  <a:ext uri="{FF2B5EF4-FFF2-40B4-BE49-F238E27FC236}">
                    <a16:creationId xmlns:a16="http://schemas.microsoft.com/office/drawing/2014/main" id="{EF9BABA9-7ACD-4162-A583-3B53286E8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1029"/>
                <a:ext cx="15" cy="27"/>
              </a:xfrm>
              <a:custGeom>
                <a:avLst/>
                <a:gdLst>
                  <a:gd name="T0" fmla="*/ 32 w 10"/>
                  <a:gd name="T1" fmla="*/ 60 h 17"/>
                  <a:gd name="T2" fmla="*/ 8 w 10"/>
                  <a:gd name="T3" fmla="*/ 25 h 17"/>
                  <a:gd name="T4" fmla="*/ 0 w 10"/>
                  <a:gd name="T5" fmla="*/ 0 h 17"/>
                  <a:gd name="T6" fmla="*/ 8 w 10"/>
                  <a:gd name="T7" fmla="*/ 33 h 17"/>
                  <a:gd name="T8" fmla="*/ 32 w 10"/>
                  <a:gd name="T9" fmla="*/ 64 h 17"/>
                  <a:gd name="T10" fmla="*/ 32 w 10"/>
                  <a:gd name="T11" fmla="*/ 43 h 17"/>
                  <a:gd name="T12" fmla="*/ 32 w 10"/>
                  <a:gd name="T13" fmla="*/ 6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9" y="15"/>
                    </a:moveTo>
                    <a:cubicBezTo>
                      <a:pt x="7" y="15"/>
                      <a:pt x="4" y="11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2"/>
                      <a:pt x="1" y="5"/>
                      <a:pt x="2" y="8"/>
                    </a:cubicBezTo>
                    <a:cubicBezTo>
                      <a:pt x="5" y="13"/>
                      <a:pt x="8" y="17"/>
                      <a:pt x="9" y="16"/>
                    </a:cubicBezTo>
                    <a:cubicBezTo>
                      <a:pt x="10" y="15"/>
                      <a:pt x="10" y="14"/>
                      <a:pt x="9" y="11"/>
                    </a:cubicBezTo>
                    <a:cubicBezTo>
                      <a:pt x="10" y="12"/>
                      <a:pt x="10" y="14"/>
                      <a:pt x="9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5" name="Freeform 599">
                <a:extLst>
                  <a:ext uri="{FF2B5EF4-FFF2-40B4-BE49-F238E27FC236}">
                    <a16:creationId xmlns:a16="http://schemas.microsoft.com/office/drawing/2014/main" id="{1BC3375D-384F-4439-B63F-BCFF0684B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944"/>
                <a:ext cx="111" cy="197"/>
              </a:xfrm>
              <a:custGeom>
                <a:avLst/>
                <a:gdLst>
                  <a:gd name="T0" fmla="*/ 12 w 74"/>
                  <a:gd name="T1" fmla="*/ 67 h 123"/>
                  <a:gd name="T2" fmla="*/ 18 w 74"/>
                  <a:gd name="T3" fmla="*/ 29 h 123"/>
                  <a:gd name="T4" fmla="*/ 48 w 74"/>
                  <a:gd name="T5" fmla="*/ 13 h 123"/>
                  <a:gd name="T6" fmla="*/ 89 w 74"/>
                  <a:gd name="T7" fmla="*/ 61 h 123"/>
                  <a:gd name="T8" fmla="*/ 176 w 74"/>
                  <a:gd name="T9" fmla="*/ 280 h 123"/>
                  <a:gd name="T10" fmla="*/ 243 w 74"/>
                  <a:gd name="T11" fmla="*/ 436 h 123"/>
                  <a:gd name="T12" fmla="*/ 242 w 74"/>
                  <a:gd name="T13" fmla="*/ 480 h 123"/>
                  <a:gd name="T14" fmla="*/ 210 w 74"/>
                  <a:gd name="T15" fmla="*/ 498 h 123"/>
                  <a:gd name="T16" fmla="*/ 183 w 74"/>
                  <a:gd name="T17" fmla="*/ 485 h 123"/>
                  <a:gd name="T18" fmla="*/ 102 w 74"/>
                  <a:gd name="T19" fmla="*/ 285 h 123"/>
                  <a:gd name="T20" fmla="*/ 12 w 74"/>
                  <a:gd name="T21" fmla="*/ 67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123">
                    <a:moveTo>
                      <a:pt x="3" y="16"/>
                    </a:moveTo>
                    <a:cubicBezTo>
                      <a:pt x="0" y="11"/>
                      <a:pt x="3" y="8"/>
                      <a:pt x="5" y="7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6" y="2"/>
                      <a:pt x="19" y="0"/>
                      <a:pt x="26" y="15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72" y="106"/>
                      <a:pt x="72" y="106"/>
                      <a:pt x="72" y="106"/>
                    </a:cubicBezTo>
                    <a:cubicBezTo>
                      <a:pt x="74" y="111"/>
                      <a:pt x="74" y="116"/>
                      <a:pt x="71" y="117"/>
                    </a:cubicBezTo>
                    <a:cubicBezTo>
                      <a:pt x="62" y="121"/>
                      <a:pt x="62" y="121"/>
                      <a:pt x="62" y="121"/>
                    </a:cubicBezTo>
                    <a:cubicBezTo>
                      <a:pt x="58" y="123"/>
                      <a:pt x="56" y="122"/>
                      <a:pt x="54" y="118"/>
                    </a:cubicBezTo>
                    <a:cubicBezTo>
                      <a:pt x="54" y="118"/>
                      <a:pt x="36" y="81"/>
                      <a:pt x="30" y="69"/>
                    </a:cubicBezTo>
                    <a:cubicBezTo>
                      <a:pt x="25" y="58"/>
                      <a:pt x="3" y="16"/>
                      <a:pt x="3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6" name="Freeform 600">
                <a:extLst>
                  <a:ext uri="{FF2B5EF4-FFF2-40B4-BE49-F238E27FC236}">
                    <a16:creationId xmlns:a16="http://schemas.microsoft.com/office/drawing/2014/main" id="{944EDBDF-4239-499F-B92B-2E292A6C6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768"/>
                <a:ext cx="61" cy="176"/>
              </a:xfrm>
              <a:custGeom>
                <a:avLst/>
                <a:gdLst>
                  <a:gd name="T0" fmla="*/ 101 w 41"/>
                  <a:gd name="T1" fmla="*/ 226 h 110"/>
                  <a:gd name="T2" fmla="*/ 68 w 41"/>
                  <a:gd name="T3" fmla="*/ 0 h 110"/>
                  <a:gd name="T4" fmla="*/ 0 w 41"/>
                  <a:gd name="T5" fmla="*/ 16 h 110"/>
                  <a:gd name="T6" fmla="*/ 33 w 41"/>
                  <a:gd name="T7" fmla="*/ 210 h 110"/>
                  <a:gd name="T8" fmla="*/ 67 w 41"/>
                  <a:gd name="T9" fmla="*/ 426 h 110"/>
                  <a:gd name="T10" fmla="*/ 89 w 41"/>
                  <a:gd name="T11" fmla="*/ 451 h 110"/>
                  <a:gd name="T12" fmla="*/ 119 w 41"/>
                  <a:gd name="T13" fmla="*/ 443 h 110"/>
                  <a:gd name="T14" fmla="*/ 132 w 41"/>
                  <a:gd name="T15" fmla="*/ 402 h 110"/>
                  <a:gd name="T16" fmla="*/ 101 w 41"/>
                  <a:gd name="T17" fmla="*/ 226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10">
                    <a:moveTo>
                      <a:pt x="31" y="55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19"/>
                      <a:pt x="8" y="43"/>
                      <a:pt x="10" y="51"/>
                    </a:cubicBezTo>
                    <a:cubicBezTo>
                      <a:pt x="12" y="63"/>
                      <a:pt x="20" y="104"/>
                      <a:pt x="20" y="104"/>
                    </a:cubicBezTo>
                    <a:cubicBezTo>
                      <a:pt x="21" y="109"/>
                      <a:pt x="23" y="110"/>
                      <a:pt x="27" y="110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40" y="107"/>
                      <a:pt x="41" y="102"/>
                      <a:pt x="40" y="98"/>
                    </a:cubicBezTo>
                    <a:lnTo>
                      <a:pt x="31" y="55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7" name="Freeform 601">
                <a:extLst>
                  <a:ext uri="{FF2B5EF4-FFF2-40B4-BE49-F238E27FC236}">
                    <a16:creationId xmlns:a16="http://schemas.microsoft.com/office/drawing/2014/main" id="{CCE8B6BC-7A24-4F34-8518-9E9332C28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811"/>
                <a:ext cx="15" cy="40"/>
              </a:xfrm>
              <a:custGeom>
                <a:avLst/>
                <a:gdLst>
                  <a:gd name="T0" fmla="*/ 27 w 10"/>
                  <a:gd name="T1" fmla="*/ 102 h 25"/>
                  <a:gd name="T2" fmla="*/ 8 w 10"/>
                  <a:gd name="T3" fmla="*/ 54 h 25"/>
                  <a:gd name="T4" fmla="*/ 12 w 10"/>
                  <a:gd name="T5" fmla="*/ 0 h 25"/>
                  <a:gd name="T6" fmla="*/ 32 w 10"/>
                  <a:gd name="T7" fmla="*/ 48 h 25"/>
                  <a:gd name="T8" fmla="*/ 27 w 10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8" y="25"/>
                    </a:moveTo>
                    <a:cubicBezTo>
                      <a:pt x="6" y="25"/>
                      <a:pt x="3" y="20"/>
                      <a:pt x="2" y="13"/>
                    </a:cubicBezTo>
                    <a:cubicBezTo>
                      <a:pt x="0" y="7"/>
                      <a:pt x="1" y="1"/>
                      <a:pt x="3" y="0"/>
                    </a:cubicBezTo>
                    <a:cubicBezTo>
                      <a:pt x="5" y="0"/>
                      <a:pt x="7" y="5"/>
                      <a:pt x="9" y="12"/>
                    </a:cubicBezTo>
                    <a:cubicBezTo>
                      <a:pt x="10" y="19"/>
                      <a:pt x="9" y="24"/>
                      <a:pt x="8" y="2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8" name="Freeform 602">
                <a:extLst>
                  <a:ext uri="{FF2B5EF4-FFF2-40B4-BE49-F238E27FC236}">
                    <a16:creationId xmlns:a16="http://schemas.microsoft.com/office/drawing/2014/main" id="{C6886BB4-D75B-47A3-99DC-50B9AD911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816"/>
                <a:ext cx="15" cy="40"/>
              </a:xfrm>
              <a:custGeom>
                <a:avLst/>
                <a:gdLst>
                  <a:gd name="T0" fmla="*/ 26 w 10"/>
                  <a:gd name="T1" fmla="*/ 102 h 25"/>
                  <a:gd name="T2" fmla="*/ 5 w 10"/>
                  <a:gd name="T3" fmla="*/ 54 h 25"/>
                  <a:gd name="T4" fmla="*/ 8 w 10"/>
                  <a:gd name="T5" fmla="*/ 5 h 25"/>
                  <a:gd name="T6" fmla="*/ 27 w 10"/>
                  <a:gd name="T7" fmla="*/ 48 h 25"/>
                  <a:gd name="T8" fmla="*/ 26 w 10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7" y="25"/>
                    </a:moveTo>
                    <a:cubicBezTo>
                      <a:pt x="5" y="25"/>
                      <a:pt x="3" y="20"/>
                      <a:pt x="1" y="13"/>
                    </a:cubicBezTo>
                    <a:cubicBezTo>
                      <a:pt x="0" y="7"/>
                      <a:pt x="1" y="1"/>
                      <a:pt x="2" y="1"/>
                    </a:cubicBezTo>
                    <a:cubicBezTo>
                      <a:pt x="4" y="0"/>
                      <a:pt x="7" y="5"/>
                      <a:pt x="8" y="12"/>
                    </a:cubicBezTo>
                    <a:cubicBezTo>
                      <a:pt x="10" y="19"/>
                      <a:pt x="9" y="25"/>
                      <a:pt x="7" y="2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9" name="Freeform 603">
                <a:extLst>
                  <a:ext uri="{FF2B5EF4-FFF2-40B4-BE49-F238E27FC236}">
                    <a16:creationId xmlns:a16="http://schemas.microsoft.com/office/drawing/2014/main" id="{FA3CC342-BD22-4461-99AB-1DC3CDE5E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856"/>
                <a:ext cx="33" cy="85"/>
              </a:xfrm>
              <a:custGeom>
                <a:avLst/>
                <a:gdLst>
                  <a:gd name="T0" fmla="*/ 68 w 22"/>
                  <a:gd name="T1" fmla="*/ 204 h 53"/>
                  <a:gd name="T2" fmla="*/ 35 w 22"/>
                  <a:gd name="T3" fmla="*/ 205 h 53"/>
                  <a:gd name="T4" fmla="*/ 26 w 22"/>
                  <a:gd name="T5" fmla="*/ 157 h 53"/>
                  <a:gd name="T6" fmla="*/ 12 w 22"/>
                  <a:gd name="T7" fmla="*/ 75 h 53"/>
                  <a:gd name="T8" fmla="*/ 5 w 22"/>
                  <a:gd name="T9" fmla="*/ 35 h 53"/>
                  <a:gd name="T10" fmla="*/ 0 w 22"/>
                  <a:gd name="T11" fmla="*/ 0 h 53"/>
                  <a:gd name="T12" fmla="*/ 32 w 22"/>
                  <a:gd name="T13" fmla="*/ 152 h 53"/>
                  <a:gd name="T14" fmla="*/ 53 w 22"/>
                  <a:gd name="T15" fmla="*/ 192 h 53"/>
                  <a:gd name="T16" fmla="*/ 75 w 22"/>
                  <a:gd name="T17" fmla="*/ 197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53">
                    <a:moveTo>
                      <a:pt x="20" y="49"/>
                    </a:moveTo>
                    <a:cubicBezTo>
                      <a:pt x="18" y="50"/>
                      <a:pt x="13" y="53"/>
                      <a:pt x="10" y="50"/>
                    </a:cubicBezTo>
                    <a:cubicBezTo>
                      <a:pt x="8" y="48"/>
                      <a:pt x="8" y="41"/>
                      <a:pt x="7" y="38"/>
                    </a:cubicBezTo>
                    <a:cubicBezTo>
                      <a:pt x="5" y="31"/>
                      <a:pt x="4" y="24"/>
                      <a:pt x="3" y="18"/>
                    </a:cubicBezTo>
                    <a:cubicBezTo>
                      <a:pt x="2" y="15"/>
                      <a:pt x="2" y="12"/>
                      <a:pt x="1" y="9"/>
                    </a:cubicBezTo>
                    <a:cubicBezTo>
                      <a:pt x="1" y="6"/>
                      <a:pt x="0" y="3"/>
                      <a:pt x="0" y="0"/>
                    </a:cubicBezTo>
                    <a:cubicBezTo>
                      <a:pt x="4" y="11"/>
                      <a:pt x="5" y="25"/>
                      <a:pt x="9" y="37"/>
                    </a:cubicBezTo>
                    <a:cubicBezTo>
                      <a:pt x="10" y="42"/>
                      <a:pt x="12" y="46"/>
                      <a:pt x="15" y="47"/>
                    </a:cubicBezTo>
                    <a:cubicBezTo>
                      <a:pt x="17" y="48"/>
                      <a:pt x="20" y="49"/>
                      <a:pt x="22" y="48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0" name="Freeform 604">
                <a:extLst>
                  <a:ext uri="{FF2B5EF4-FFF2-40B4-BE49-F238E27FC236}">
                    <a16:creationId xmlns:a16="http://schemas.microsoft.com/office/drawing/2014/main" id="{1E1CC8D3-73C4-4743-B256-A9AC215B7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866"/>
                <a:ext cx="1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0 h 2"/>
                  <a:gd name="T4" fmla="*/ 0 w 1"/>
                  <a:gd name="T5" fmla="*/ 8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1" name="Freeform 605">
                <a:extLst>
                  <a:ext uri="{FF2B5EF4-FFF2-40B4-BE49-F238E27FC236}">
                    <a16:creationId xmlns:a16="http://schemas.microsoft.com/office/drawing/2014/main" id="{8A4E6137-6CB3-4594-B41A-35EA20D3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768"/>
                <a:ext cx="22" cy="98"/>
              </a:xfrm>
              <a:custGeom>
                <a:avLst/>
                <a:gdLst>
                  <a:gd name="T0" fmla="*/ 13 w 15"/>
                  <a:gd name="T1" fmla="*/ 0 h 61"/>
                  <a:gd name="T2" fmla="*/ 0 w 15"/>
                  <a:gd name="T3" fmla="*/ 5 h 61"/>
                  <a:gd name="T4" fmla="*/ 0 w 15"/>
                  <a:gd name="T5" fmla="*/ 8 h 61"/>
                  <a:gd name="T6" fmla="*/ 9 w 15"/>
                  <a:gd name="T7" fmla="*/ 63 h 61"/>
                  <a:gd name="T8" fmla="*/ 28 w 15"/>
                  <a:gd name="T9" fmla="*/ 170 h 61"/>
                  <a:gd name="T10" fmla="*/ 38 w 15"/>
                  <a:gd name="T11" fmla="*/ 220 h 61"/>
                  <a:gd name="T12" fmla="*/ 47 w 15"/>
                  <a:gd name="T13" fmla="*/ 252 h 61"/>
                  <a:gd name="T14" fmla="*/ 15 w 15"/>
                  <a:gd name="T15" fmla="*/ 26 h 61"/>
                  <a:gd name="T16" fmla="*/ 13 w 15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6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6"/>
                      <a:pt x="2" y="11"/>
                      <a:pt x="3" y="15"/>
                    </a:cubicBezTo>
                    <a:cubicBezTo>
                      <a:pt x="5" y="24"/>
                      <a:pt x="7" y="32"/>
                      <a:pt x="9" y="41"/>
                    </a:cubicBezTo>
                    <a:cubicBezTo>
                      <a:pt x="10" y="45"/>
                      <a:pt x="11" y="49"/>
                      <a:pt x="12" y="53"/>
                    </a:cubicBezTo>
                    <a:cubicBezTo>
                      <a:pt x="13" y="56"/>
                      <a:pt x="13" y="59"/>
                      <a:pt x="15" y="61"/>
                    </a:cubicBezTo>
                    <a:cubicBezTo>
                      <a:pt x="11" y="42"/>
                      <a:pt x="8" y="25"/>
                      <a:pt x="5" y="6"/>
                    </a:cubicBezTo>
                    <a:cubicBezTo>
                      <a:pt x="5" y="5"/>
                      <a:pt x="4" y="3"/>
                      <a:pt x="4" y="0"/>
                    </a:cubicBez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2" name="Freeform 606">
                <a:extLst>
                  <a:ext uri="{FF2B5EF4-FFF2-40B4-BE49-F238E27FC236}">
                    <a16:creationId xmlns:a16="http://schemas.microsoft.com/office/drawing/2014/main" id="{B7ABE2AB-AFB3-4B1A-B7A3-8685295CE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818"/>
                <a:ext cx="12" cy="32"/>
              </a:xfrm>
              <a:custGeom>
                <a:avLst/>
                <a:gdLst>
                  <a:gd name="T0" fmla="*/ 0 w 8"/>
                  <a:gd name="T1" fmla="*/ 29 h 20"/>
                  <a:gd name="T2" fmla="*/ 8 w 8"/>
                  <a:gd name="T3" fmla="*/ 8 h 20"/>
                  <a:gd name="T4" fmla="*/ 26 w 8"/>
                  <a:gd name="T5" fmla="*/ 56 h 20"/>
                  <a:gd name="T6" fmla="*/ 27 w 8"/>
                  <a:gd name="T7" fmla="*/ 82 h 20"/>
                  <a:gd name="T8" fmla="*/ 26 w 8"/>
                  <a:gd name="T9" fmla="*/ 46 h 20"/>
                  <a:gd name="T10" fmla="*/ 8 w 8"/>
                  <a:gd name="T11" fmla="*/ 0 h 20"/>
                  <a:gd name="T12" fmla="*/ 0 w 8"/>
                  <a:gd name="T13" fmla="*/ 2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0">
                    <a:moveTo>
                      <a:pt x="0" y="7"/>
                    </a:moveTo>
                    <a:cubicBezTo>
                      <a:pt x="0" y="4"/>
                      <a:pt x="1" y="2"/>
                      <a:pt x="2" y="2"/>
                    </a:cubicBezTo>
                    <a:cubicBezTo>
                      <a:pt x="3" y="2"/>
                      <a:pt x="6" y="7"/>
                      <a:pt x="7" y="14"/>
                    </a:cubicBezTo>
                    <a:cubicBezTo>
                      <a:pt x="8" y="16"/>
                      <a:pt x="8" y="18"/>
                      <a:pt x="8" y="20"/>
                    </a:cubicBezTo>
                    <a:cubicBezTo>
                      <a:pt x="8" y="17"/>
                      <a:pt x="8" y="14"/>
                      <a:pt x="7" y="11"/>
                    </a:cubicBezTo>
                    <a:cubicBezTo>
                      <a:pt x="6" y="5"/>
                      <a:pt x="3" y="0"/>
                      <a:pt x="2" y="0"/>
                    </a:cubicBezTo>
                    <a:cubicBezTo>
                      <a:pt x="0" y="0"/>
                      <a:pt x="0" y="3"/>
                      <a:pt x="0" y="7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3" name="Freeform 607">
                <a:extLst>
                  <a:ext uri="{FF2B5EF4-FFF2-40B4-BE49-F238E27FC236}">
                    <a16:creationId xmlns:a16="http://schemas.microsoft.com/office/drawing/2014/main" id="{378A691A-05FD-46E6-8CA1-E65A739CD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824"/>
                <a:ext cx="10" cy="29"/>
              </a:xfrm>
              <a:custGeom>
                <a:avLst/>
                <a:gdLst>
                  <a:gd name="T0" fmla="*/ 19 w 7"/>
                  <a:gd name="T1" fmla="*/ 71 h 18"/>
                  <a:gd name="T2" fmla="*/ 1 w 7"/>
                  <a:gd name="T3" fmla="*/ 29 h 18"/>
                  <a:gd name="T4" fmla="*/ 1 w 7"/>
                  <a:gd name="T5" fmla="*/ 0 h 18"/>
                  <a:gd name="T6" fmla="*/ 1 w 7"/>
                  <a:gd name="T7" fmla="*/ 39 h 18"/>
                  <a:gd name="T8" fmla="*/ 19 w 7"/>
                  <a:gd name="T9" fmla="*/ 76 h 18"/>
                  <a:gd name="T10" fmla="*/ 20 w 7"/>
                  <a:gd name="T11" fmla="*/ 60 h 18"/>
                  <a:gd name="T12" fmla="*/ 19 w 7"/>
                  <a:gd name="T13" fmla="*/ 7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8">
                    <a:moveTo>
                      <a:pt x="6" y="17"/>
                    </a:moveTo>
                    <a:cubicBezTo>
                      <a:pt x="4" y="17"/>
                      <a:pt x="2" y="12"/>
                      <a:pt x="1" y="7"/>
                    </a:cubicBezTo>
                    <a:cubicBezTo>
                      <a:pt x="1" y="5"/>
                      <a:pt x="1" y="2"/>
                      <a:pt x="1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2" y="14"/>
                      <a:pt x="4" y="18"/>
                      <a:pt x="6" y="18"/>
                    </a:cubicBezTo>
                    <a:cubicBezTo>
                      <a:pt x="7" y="18"/>
                      <a:pt x="7" y="16"/>
                      <a:pt x="7" y="14"/>
                    </a:cubicBezTo>
                    <a:cubicBezTo>
                      <a:pt x="7" y="15"/>
                      <a:pt x="7" y="16"/>
                      <a:pt x="6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4" name="Freeform 608">
                <a:extLst>
                  <a:ext uri="{FF2B5EF4-FFF2-40B4-BE49-F238E27FC236}">
                    <a16:creationId xmlns:a16="http://schemas.microsoft.com/office/drawing/2014/main" id="{95968A78-44D4-4BE6-B56D-2CCA9917B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768"/>
                <a:ext cx="61" cy="176"/>
              </a:xfrm>
              <a:custGeom>
                <a:avLst/>
                <a:gdLst>
                  <a:gd name="T0" fmla="*/ 101 w 41"/>
                  <a:gd name="T1" fmla="*/ 226 h 110"/>
                  <a:gd name="T2" fmla="*/ 68 w 41"/>
                  <a:gd name="T3" fmla="*/ 0 h 110"/>
                  <a:gd name="T4" fmla="*/ 0 w 41"/>
                  <a:gd name="T5" fmla="*/ 16 h 110"/>
                  <a:gd name="T6" fmla="*/ 33 w 41"/>
                  <a:gd name="T7" fmla="*/ 210 h 110"/>
                  <a:gd name="T8" fmla="*/ 67 w 41"/>
                  <a:gd name="T9" fmla="*/ 426 h 110"/>
                  <a:gd name="T10" fmla="*/ 89 w 41"/>
                  <a:gd name="T11" fmla="*/ 451 h 110"/>
                  <a:gd name="T12" fmla="*/ 119 w 41"/>
                  <a:gd name="T13" fmla="*/ 443 h 110"/>
                  <a:gd name="T14" fmla="*/ 132 w 41"/>
                  <a:gd name="T15" fmla="*/ 402 h 110"/>
                  <a:gd name="T16" fmla="*/ 101 w 41"/>
                  <a:gd name="T17" fmla="*/ 226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10">
                    <a:moveTo>
                      <a:pt x="31" y="55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19"/>
                      <a:pt x="8" y="43"/>
                      <a:pt x="10" y="51"/>
                    </a:cubicBezTo>
                    <a:cubicBezTo>
                      <a:pt x="12" y="63"/>
                      <a:pt x="20" y="104"/>
                      <a:pt x="20" y="104"/>
                    </a:cubicBezTo>
                    <a:cubicBezTo>
                      <a:pt x="21" y="109"/>
                      <a:pt x="23" y="110"/>
                      <a:pt x="27" y="110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40" y="107"/>
                      <a:pt x="41" y="102"/>
                      <a:pt x="40" y="98"/>
                    </a:cubicBezTo>
                    <a:lnTo>
                      <a:pt x="31" y="5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5" name="Freeform 609">
                <a:extLst>
                  <a:ext uri="{FF2B5EF4-FFF2-40B4-BE49-F238E27FC236}">
                    <a16:creationId xmlns:a16="http://schemas.microsoft.com/office/drawing/2014/main" id="{7198A1F5-DC92-49A4-B19E-05B13433E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435"/>
                <a:ext cx="157" cy="171"/>
              </a:xfrm>
              <a:custGeom>
                <a:avLst/>
                <a:gdLst>
                  <a:gd name="T0" fmla="*/ 33 w 105"/>
                  <a:gd name="T1" fmla="*/ 16 h 107"/>
                  <a:gd name="T2" fmla="*/ 94 w 105"/>
                  <a:gd name="T3" fmla="*/ 48 h 107"/>
                  <a:gd name="T4" fmla="*/ 230 w 105"/>
                  <a:gd name="T5" fmla="*/ 219 h 107"/>
                  <a:gd name="T6" fmla="*/ 335 w 105"/>
                  <a:gd name="T7" fmla="*/ 342 h 107"/>
                  <a:gd name="T8" fmla="*/ 342 w 105"/>
                  <a:gd name="T9" fmla="*/ 396 h 107"/>
                  <a:gd name="T10" fmla="*/ 317 w 105"/>
                  <a:gd name="T11" fmla="*/ 424 h 107"/>
                  <a:gd name="T12" fmla="*/ 284 w 105"/>
                  <a:gd name="T13" fmla="*/ 422 h 107"/>
                  <a:gd name="T14" fmla="*/ 157 w 105"/>
                  <a:gd name="T15" fmla="*/ 260 h 107"/>
                  <a:gd name="T16" fmla="*/ 13 w 105"/>
                  <a:gd name="T17" fmla="*/ 89 h 107"/>
                  <a:gd name="T18" fmla="*/ 9 w 105"/>
                  <a:gd name="T19" fmla="*/ 46 h 107"/>
                  <a:gd name="T20" fmla="*/ 33 w 105"/>
                  <a:gd name="T21" fmla="*/ 16 h 1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5" h="107">
                    <a:moveTo>
                      <a:pt x="10" y="4"/>
                    </a:moveTo>
                    <a:cubicBezTo>
                      <a:pt x="13" y="1"/>
                      <a:pt x="16" y="0"/>
                      <a:pt x="28" y="12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100" y="84"/>
                      <a:pt x="100" y="84"/>
                      <a:pt x="100" y="84"/>
                    </a:cubicBezTo>
                    <a:cubicBezTo>
                      <a:pt x="104" y="89"/>
                      <a:pt x="105" y="94"/>
                      <a:pt x="102" y="97"/>
                    </a:cubicBezTo>
                    <a:cubicBezTo>
                      <a:pt x="95" y="104"/>
                      <a:pt x="95" y="104"/>
                      <a:pt x="95" y="104"/>
                    </a:cubicBezTo>
                    <a:cubicBezTo>
                      <a:pt x="93" y="107"/>
                      <a:pt x="89" y="107"/>
                      <a:pt x="85" y="103"/>
                    </a:cubicBezTo>
                    <a:cubicBezTo>
                      <a:pt x="85" y="103"/>
                      <a:pt x="56" y="73"/>
                      <a:pt x="47" y="64"/>
                    </a:cubicBezTo>
                    <a:cubicBezTo>
                      <a:pt x="38" y="55"/>
                      <a:pt x="4" y="22"/>
                      <a:pt x="4" y="22"/>
                    </a:cubicBezTo>
                    <a:cubicBezTo>
                      <a:pt x="0" y="18"/>
                      <a:pt x="0" y="14"/>
                      <a:pt x="3" y="11"/>
                    </a:cubicBezTo>
                    <a:lnTo>
                      <a:pt x="10" y="4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6" name="Freeform 610">
                <a:extLst>
                  <a:ext uri="{FF2B5EF4-FFF2-40B4-BE49-F238E27FC236}">
                    <a16:creationId xmlns:a16="http://schemas.microsoft.com/office/drawing/2014/main" id="{0A3A4651-139E-4FC6-98D0-C993D7753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591"/>
                <a:ext cx="136" cy="189"/>
              </a:xfrm>
              <a:custGeom>
                <a:avLst/>
                <a:gdLst>
                  <a:gd name="T0" fmla="*/ 40 w 91"/>
                  <a:gd name="T1" fmla="*/ 8 h 118"/>
                  <a:gd name="T2" fmla="*/ 94 w 91"/>
                  <a:gd name="T3" fmla="*/ 54 h 118"/>
                  <a:gd name="T4" fmla="*/ 203 w 91"/>
                  <a:gd name="T5" fmla="*/ 251 h 118"/>
                  <a:gd name="T6" fmla="*/ 290 w 91"/>
                  <a:gd name="T7" fmla="*/ 397 h 118"/>
                  <a:gd name="T8" fmla="*/ 290 w 91"/>
                  <a:gd name="T9" fmla="*/ 452 h 118"/>
                  <a:gd name="T10" fmla="*/ 263 w 91"/>
                  <a:gd name="T11" fmla="*/ 473 h 118"/>
                  <a:gd name="T12" fmla="*/ 230 w 91"/>
                  <a:gd name="T13" fmla="*/ 464 h 118"/>
                  <a:gd name="T14" fmla="*/ 127 w 91"/>
                  <a:gd name="T15" fmla="*/ 280 h 118"/>
                  <a:gd name="T16" fmla="*/ 9 w 91"/>
                  <a:gd name="T17" fmla="*/ 77 h 118"/>
                  <a:gd name="T18" fmla="*/ 13 w 91"/>
                  <a:gd name="T19" fmla="*/ 34 h 118"/>
                  <a:gd name="T20" fmla="*/ 40 w 91"/>
                  <a:gd name="T21" fmla="*/ 8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118">
                    <a:moveTo>
                      <a:pt x="12" y="2"/>
                    </a:moveTo>
                    <a:cubicBezTo>
                      <a:pt x="15" y="0"/>
                      <a:pt x="19" y="0"/>
                      <a:pt x="28" y="13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87" y="97"/>
                      <a:pt x="87" y="97"/>
                      <a:pt x="87" y="97"/>
                    </a:cubicBezTo>
                    <a:cubicBezTo>
                      <a:pt x="90" y="102"/>
                      <a:pt x="91" y="107"/>
                      <a:pt x="87" y="110"/>
                    </a:cubicBezTo>
                    <a:cubicBezTo>
                      <a:pt x="79" y="115"/>
                      <a:pt x="79" y="115"/>
                      <a:pt x="79" y="115"/>
                    </a:cubicBezTo>
                    <a:cubicBezTo>
                      <a:pt x="76" y="117"/>
                      <a:pt x="72" y="118"/>
                      <a:pt x="69" y="113"/>
                    </a:cubicBezTo>
                    <a:cubicBezTo>
                      <a:pt x="69" y="113"/>
                      <a:pt x="46" y="78"/>
                      <a:pt x="38" y="68"/>
                    </a:cubicBezTo>
                    <a:cubicBezTo>
                      <a:pt x="31" y="57"/>
                      <a:pt x="3" y="19"/>
                      <a:pt x="3" y="19"/>
                    </a:cubicBezTo>
                    <a:cubicBezTo>
                      <a:pt x="0" y="14"/>
                      <a:pt x="1" y="10"/>
                      <a:pt x="4" y="8"/>
                    </a:cubicBezTo>
                    <a:lnTo>
                      <a:pt x="12" y="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7" name="Freeform 611">
                <a:extLst>
                  <a:ext uri="{FF2B5EF4-FFF2-40B4-BE49-F238E27FC236}">
                    <a16:creationId xmlns:a16="http://schemas.microsoft.com/office/drawing/2014/main" id="{481DD96E-8258-4B99-9449-352125C68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1291"/>
                <a:ext cx="162" cy="168"/>
              </a:xfrm>
              <a:custGeom>
                <a:avLst/>
                <a:gdLst>
                  <a:gd name="T0" fmla="*/ 332 w 108"/>
                  <a:gd name="T1" fmla="*/ 414 h 105"/>
                  <a:gd name="T2" fmla="*/ 270 w 108"/>
                  <a:gd name="T3" fmla="*/ 381 h 105"/>
                  <a:gd name="T4" fmla="*/ 126 w 108"/>
                  <a:gd name="T5" fmla="*/ 218 h 105"/>
                  <a:gd name="T6" fmla="*/ 26 w 108"/>
                  <a:gd name="T7" fmla="*/ 102 h 105"/>
                  <a:gd name="T8" fmla="*/ 8 w 108"/>
                  <a:gd name="T9" fmla="*/ 46 h 105"/>
                  <a:gd name="T10" fmla="*/ 32 w 108"/>
                  <a:gd name="T11" fmla="*/ 16 h 105"/>
                  <a:gd name="T12" fmla="*/ 68 w 108"/>
                  <a:gd name="T13" fmla="*/ 16 h 105"/>
                  <a:gd name="T14" fmla="*/ 215 w 108"/>
                  <a:gd name="T15" fmla="*/ 176 h 105"/>
                  <a:gd name="T16" fmla="*/ 350 w 108"/>
                  <a:gd name="T17" fmla="*/ 341 h 105"/>
                  <a:gd name="T18" fmla="*/ 351 w 108"/>
                  <a:gd name="T19" fmla="*/ 381 h 105"/>
                  <a:gd name="T20" fmla="*/ 332 w 108"/>
                  <a:gd name="T21" fmla="*/ 414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8" h="105">
                    <a:moveTo>
                      <a:pt x="98" y="101"/>
                    </a:moveTo>
                    <a:cubicBezTo>
                      <a:pt x="95" y="103"/>
                      <a:pt x="92" y="105"/>
                      <a:pt x="80" y="9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2" y="20"/>
                      <a:pt x="0" y="14"/>
                      <a:pt x="2" y="1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2" y="1"/>
                      <a:pt x="15" y="0"/>
                      <a:pt x="20" y="4"/>
                    </a:cubicBezTo>
                    <a:cubicBezTo>
                      <a:pt x="20" y="4"/>
                      <a:pt x="53" y="34"/>
                      <a:pt x="63" y="43"/>
                    </a:cubicBezTo>
                    <a:cubicBezTo>
                      <a:pt x="72" y="51"/>
                      <a:pt x="103" y="83"/>
                      <a:pt x="103" y="83"/>
                    </a:cubicBezTo>
                    <a:cubicBezTo>
                      <a:pt x="108" y="87"/>
                      <a:pt x="107" y="91"/>
                      <a:pt x="104" y="93"/>
                    </a:cubicBezTo>
                    <a:lnTo>
                      <a:pt x="98" y="10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8" name="Freeform 612">
                <a:extLst>
                  <a:ext uri="{FF2B5EF4-FFF2-40B4-BE49-F238E27FC236}">
                    <a16:creationId xmlns:a16="http://schemas.microsoft.com/office/drawing/2014/main" id="{D2AF164C-983C-40C4-8957-D9351B685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1129"/>
                <a:ext cx="149" cy="179"/>
              </a:xfrm>
              <a:custGeom>
                <a:avLst/>
                <a:gdLst>
                  <a:gd name="T0" fmla="*/ 36 w 100"/>
                  <a:gd name="T1" fmla="*/ 16 h 112"/>
                  <a:gd name="T2" fmla="*/ 94 w 100"/>
                  <a:gd name="T3" fmla="*/ 54 h 112"/>
                  <a:gd name="T4" fmla="*/ 218 w 100"/>
                  <a:gd name="T5" fmla="*/ 238 h 112"/>
                  <a:gd name="T6" fmla="*/ 316 w 100"/>
                  <a:gd name="T7" fmla="*/ 368 h 112"/>
                  <a:gd name="T8" fmla="*/ 322 w 100"/>
                  <a:gd name="T9" fmla="*/ 422 h 112"/>
                  <a:gd name="T10" fmla="*/ 295 w 100"/>
                  <a:gd name="T11" fmla="*/ 444 h 112"/>
                  <a:gd name="T12" fmla="*/ 262 w 100"/>
                  <a:gd name="T13" fmla="*/ 441 h 112"/>
                  <a:gd name="T14" fmla="*/ 146 w 100"/>
                  <a:gd name="T15" fmla="*/ 269 h 112"/>
                  <a:gd name="T16" fmla="*/ 13 w 100"/>
                  <a:gd name="T17" fmla="*/ 86 h 112"/>
                  <a:gd name="T18" fmla="*/ 9 w 100"/>
                  <a:gd name="T19" fmla="*/ 42 h 112"/>
                  <a:gd name="T20" fmla="*/ 36 w 100"/>
                  <a:gd name="T21" fmla="*/ 16 h 1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112">
                    <a:moveTo>
                      <a:pt x="11" y="4"/>
                    </a:moveTo>
                    <a:cubicBezTo>
                      <a:pt x="14" y="1"/>
                      <a:pt x="17" y="0"/>
                      <a:pt x="28" y="13"/>
                    </a:cubicBezTo>
                    <a:cubicBezTo>
                      <a:pt x="66" y="58"/>
                      <a:pt x="66" y="58"/>
                      <a:pt x="66" y="58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9" y="95"/>
                      <a:pt x="100" y="100"/>
                      <a:pt x="97" y="103"/>
                    </a:cubicBezTo>
                    <a:cubicBezTo>
                      <a:pt x="89" y="109"/>
                      <a:pt x="89" y="109"/>
                      <a:pt x="89" y="109"/>
                    </a:cubicBezTo>
                    <a:cubicBezTo>
                      <a:pt x="86" y="112"/>
                      <a:pt x="83" y="112"/>
                      <a:pt x="79" y="108"/>
                    </a:cubicBezTo>
                    <a:cubicBezTo>
                      <a:pt x="79" y="108"/>
                      <a:pt x="52" y="76"/>
                      <a:pt x="44" y="66"/>
                    </a:cubicBezTo>
                    <a:cubicBezTo>
                      <a:pt x="35" y="56"/>
                      <a:pt x="4" y="21"/>
                      <a:pt x="4" y="21"/>
                    </a:cubicBezTo>
                    <a:cubicBezTo>
                      <a:pt x="0" y="17"/>
                      <a:pt x="1" y="13"/>
                      <a:pt x="3" y="10"/>
                    </a:cubicBezTo>
                    <a:lnTo>
                      <a:pt x="11" y="4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9" name="Freeform 613">
                <a:extLst>
                  <a:ext uri="{FF2B5EF4-FFF2-40B4-BE49-F238E27FC236}">
                    <a16:creationId xmlns:a16="http://schemas.microsoft.com/office/drawing/2014/main" id="{2ECEACB2-635B-47AB-A095-674821003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944"/>
                <a:ext cx="116" cy="200"/>
              </a:xfrm>
              <a:custGeom>
                <a:avLst/>
                <a:gdLst>
                  <a:gd name="T0" fmla="*/ 48 w 77"/>
                  <a:gd name="T1" fmla="*/ 5 h 125"/>
                  <a:gd name="T2" fmla="*/ 95 w 77"/>
                  <a:gd name="T3" fmla="*/ 56 h 125"/>
                  <a:gd name="T4" fmla="*/ 184 w 77"/>
                  <a:gd name="T5" fmla="*/ 274 h 125"/>
                  <a:gd name="T6" fmla="*/ 252 w 77"/>
                  <a:gd name="T7" fmla="*/ 435 h 125"/>
                  <a:gd name="T8" fmla="*/ 246 w 77"/>
                  <a:gd name="T9" fmla="*/ 486 h 125"/>
                  <a:gd name="T10" fmla="*/ 218 w 77"/>
                  <a:gd name="T11" fmla="*/ 504 h 125"/>
                  <a:gd name="T12" fmla="*/ 184 w 77"/>
                  <a:gd name="T13" fmla="*/ 486 h 125"/>
                  <a:gd name="T14" fmla="*/ 102 w 77"/>
                  <a:gd name="T15" fmla="*/ 286 h 125"/>
                  <a:gd name="T16" fmla="*/ 12 w 77"/>
                  <a:gd name="T17" fmla="*/ 67 h 125"/>
                  <a:gd name="T18" fmla="*/ 18 w 77"/>
                  <a:gd name="T19" fmla="*/ 26 h 125"/>
                  <a:gd name="T20" fmla="*/ 48 w 77"/>
                  <a:gd name="T21" fmla="*/ 5 h 1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125">
                    <a:moveTo>
                      <a:pt x="14" y="1"/>
                    </a:moveTo>
                    <a:cubicBezTo>
                      <a:pt x="18" y="0"/>
                      <a:pt x="21" y="0"/>
                      <a:pt x="28" y="14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74" y="106"/>
                      <a:pt x="74" y="106"/>
                      <a:pt x="74" y="106"/>
                    </a:cubicBezTo>
                    <a:cubicBezTo>
                      <a:pt x="77" y="111"/>
                      <a:pt x="76" y="117"/>
                      <a:pt x="72" y="119"/>
                    </a:cubicBezTo>
                    <a:cubicBezTo>
                      <a:pt x="64" y="123"/>
                      <a:pt x="64" y="123"/>
                      <a:pt x="64" y="123"/>
                    </a:cubicBezTo>
                    <a:cubicBezTo>
                      <a:pt x="60" y="125"/>
                      <a:pt x="56" y="124"/>
                      <a:pt x="54" y="119"/>
                    </a:cubicBezTo>
                    <a:cubicBezTo>
                      <a:pt x="54" y="119"/>
                      <a:pt x="36" y="81"/>
                      <a:pt x="30" y="70"/>
                    </a:cubicBezTo>
                    <a:cubicBezTo>
                      <a:pt x="25" y="59"/>
                      <a:pt x="3" y="16"/>
                      <a:pt x="3" y="16"/>
                    </a:cubicBezTo>
                    <a:cubicBezTo>
                      <a:pt x="0" y="11"/>
                      <a:pt x="2" y="7"/>
                      <a:pt x="5" y="6"/>
                    </a:cubicBezTo>
                    <a:lnTo>
                      <a:pt x="14" y="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0" name="Freeform 614">
                <a:extLst>
                  <a:ext uri="{FF2B5EF4-FFF2-40B4-BE49-F238E27FC236}">
                    <a16:creationId xmlns:a16="http://schemas.microsoft.com/office/drawing/2014/main" id="{0A4FF308-9303-4A2A-A44E-39A41E3E6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768"/>
                <a:ext cx="66" cy="179"/>
              </a:xfrm>
              <a:custGeom>
                <a:avLst/>
                <a:gdLst>
                  <a:gd name="T0" fmla="*/ 116 w 44"/>
                  <a:gd name="T1" fmla="*/ 225 h 112"/>
                  <a:gd name="T2" fmla="*/ 80 w 44"/>
                  <a:gd name="T3" fmla="*/ 0 h 112"/>
                  <a:gd name="T4" fmla="*/ 0 w 44"/>
                  <a:gd name="T5" fmla="*/ 16 h 112"/>
                  <a:gd name="T6" fmla="*/ 35 w 44"/>
                  <a:gd name="T7" fmla="*/ 209 h 112"/>
                  <a:gd name="T8" fmla="*/ 68 w 44"/>
                  <a:gd name="T9" fmla="*/ 430 h 112"/>
                  <a:gd name="T10" fmla="*/ 95 w 44"/>
                  <a:gd name="T11" fmla="*/ 452 h 112"/>
                  <a:gd name="T12" fmla="*/ 129 w 44"/>
                  <a:gd name="T13" fmla="*/ 444 h 112"/>
                  <a:gd name="T14" fmla="*/ 147 w 44"/>
                  <a:gd name="T15" fmla="*/ 396 h 112"/>
                  <a:gd name="T16" fmla="*/ 116 w 44"/>
                  <a:gd name="T17" fmla="*/ 225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12">
                    <a:moveTo>
                      <a:pt x="34" y="55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19"/>
                      <a:pt x="8" y="43"/>
                      <a:pt x="10" y="51"/>
                    </a:cubicBezTo>
                    <a:cubicBezTo>
                      <a:pt x="12" y="64"/>
                      <a:pt x="20" y="105"/>
                      <a:pt x="20" y="105"/>
                    </a:cubicBezTo>
                    <a:cubicBezTo>
                      <a:pt x="21" y="111"/>
                      <a:pt x="24" y="112"/>
                      <a:pt x="28" y="111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42" y="109"/>
                      <a:pt x="44" y="103"/>
                      <a:pt x="43" y="97"/>
                    </a:cubicBezTo>
                    <a:lnTo>
                      <a:pt x="34" y="55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1" name="Freeform 615">
                <a:extLst>
                  <a:ext uri="{FF2B5EF4-FFF2-40B4-BE49-F238E27FC236}">
                    <a16:creationId xmlns:a16="http://schemas.microsoft.com/office/drawing/2014/main" id="{E162A137-61A4-449D-AF32-FB759C089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815"/>
                <a:ext cx="117" cy="198"/>
              </a:xfrm>
              <a:custGeom>
                <a:avLst/>
                <a:gdLst>
                  <a:gd name="T0" fmla="*/ 45 w 78"/>
                  <a:gd name="T1" fmla="*/ 8 h 124"/>
                  <a:gd name="T2" fmla="*/ 95 w 78"/>
                  <a:gd name="T3" fmla="*/ 61 h 124"/>
                  <a:gd name="T4" fmla="*/ 188 w 78"/>
                  <a:gd name="T5" fmla="*/ 273 h 124"/>
                  <a:gd name="T6" fmla="*/ 255 w 78"/>
                  <a:gd name="T7" fmla="*/ 428 h 124"/>
                  <a:gd name="T8" fmla="*/ 251 w 78"/>
                  <a:gd name="T9" fmla="*/ 479 h 124"/>
                  <a:gd name="T10" fmla="*/ 224 w 78"/>
                  <a:gd name="T11" fmla="*/ 500 h 124"/>
                  <a:gd name="T12" fmla="*/ 188 w 78"/>
                  <a:gd name="T13" fmla="*/ 484 h 124"/>
                  <a:gd name="T14" fmla="*/ 107 w 78"/>
                  <a:gd name="T15" fmla="*/ 286 h 124"/>
                  <a:gd name="T16" fmla="*/ 8 w 78"/>
                  <a:gd name="T17" fmla="*/ 69 h 124"/>
                  <a:gd name="T18" fmla="*/ 18 w 78"/>
                  <a:gd name="T19" fmla="*/ 29 h 124"/>
                  <a:gd name="T20" fmla="*/ 45 w 78"/>
                  <a:gd name="T21" fmla="*/ 8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" h="124">
                    <a:moveTo>
                      <a:pt x="13" y="2"/>
                    </a:moveTo>
                    <a:cubicBezTo>
                      <a:pt x="17" y="0"/>
                      <a:pt x="20" y="0"/>
                      <a:pt x="28" y="15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75" y="105"/>
                      <a:pt x="75" y="105"/>
                      <a:pt x="75" y="105"/>
                    </a:cubicBezTo>
                    <a:cubicBezTo>
                      <a:pt x="78" y="110"/>
                      <a:pt x="78" y="116"/>
                      <a:pt x="74" y="118"/>
                    </a:cubicBezTo>
                    <a:cubicBezTo>
                      <a:pt x="66" y="123"/>
                      <a:pt x="66" y="123"/>
                      <a:pt x="66" y="123"/>
                    </a:cubicBezTo>
                    <a:cubicBezTo>
                      <a:pt x="62" y="124"/>
                      <a:pt x="58" y="124"/>
                      <a:pt x="55" y="119"/>
                    </a:cubicBezTo>
                    <a:cubicBezTo>
                      <a:pt x="55" y="119"/>
                      <a:pt x="37" y="81"/>
                      <a:pt x="31" y="70"/>
                    </a:cubicBezTo>
                    <a:cubicBezTo>
                      <a:pt x="25" y="59"/>
                      <a:pt x="2" y="17"/>
                      <a:pt x="2" y="17"/>
                    </a:cubicBezTo>
                    <a:cubicBezTo>
                      <a:pt x="0" y="12"/>
                      <a:pt x="1" y="8"/>
                      <a:pt x="5" y="7"/>
                    </a:cubicBezTo>
                    <a:lnTo>
                      <a:pt x="13" y="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2" name="Freeform 616">
                <a:extLst>
                  <a:ext uri="{FF2B5EF4-FFF2-40B4-BE49-F238E27FC236}">
                    <a16:creationId xmlns:a16="http://schemas.microsoft.com/office/drawing/2014/main" id="{A2D7376D-B77E-4F3D-9A24-12C45655F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216"/>
                <a:ext cx="53" cy="211"/>
              </a:xfrm>
              <a:custGeom>
                <a:avLst/>
                <a:gdLst>
                  <a:gd name="T0" fmla="*/ 53 w 35"/>
                  <a:gd name="T1" fmla="*/ 5 h 132"/>
                  <a:gd name="T2" fmla="*/ 76 w 35"/>
                  <a:gd name="T3" fmla="*/ 42 h 132"/>
                  <a:gd name="T4" fmla="*/ 101 w 35"/>
                  <a:gd name="T5" fmla="*/ 328 h 132"/>
                  <a:gd name="T6" fmla="*/ 121 w 35"/>
                  <a:gd name="T7" fmla="*/ 486 h 132"/>
                  <a:gd name="T8" fmla="*/ 97 w 35"/>
                  <a:gd name="T9" fmla="*/ 534 h 132"/>
                  <a:gd name="T10" fmla="*/ 67 w 35"/>
                  <a:gd name="T11" fmla="*/ 539 h 132"/>
                  <a:gd name="T12" fmla="*/ 39 w 35"/>
                  <a:gd name="T13" fmla="*/ 486 h 132"/>
                  <a:gd name="T14" fmla="*/ 12 w 35"/>
                  <a:gd name="T15" fmla="*/ 179 h 132"/>
                  <a:gd name="T16" fmla="*/ 0 w 35"/>
                  <a:gd name="T17" fmla="*/ 67 h 132"/>
                  <a:gd name="T18" fmla="*/ 18 w 35"/>
                  <a:gd name="T19" fmla="*/ 13 h 132"/>
                  <a:gd name="T20" fmla="*/ 53 w 35"/>
                  <a:gd name="T21" fmla="*/ 5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132">
                    <a:moveTo>
                      <a:pt x="15" y="1"/>
                    </a:moveTo>
                    <a:cubicBezTo>
                      <a:pt x="19" y="0"/>
                      <a:pt x="22" y="4"/>
                      <a:pt x="22" y="10"/>
                    </a:cubicBezTo>
                    <a:cubicBezTo>
                      <a:pt x="22" y="10"/>
                      <a:pt x="28" y="64"/>
                      <a:pt x="29" y="80"/>
                    </a:cubicBezTo>
                    <a:cubicBezTo>
                      <a:pt x="31" y="95"/>
                      <a:pt x="35" y="119"/>
                      <a:pt x="35" y="119"/>
                    </a:cubicBezTo>
                    <a:cubicBezTo>
                      <a:pt x="35" y="125"/>
                      <a:pt x="33" y="131"/>
                      <a:pt x="28" y="131"/>
                    </a:cubicBezTo>
                    <a:cubicBezTo>
                      <a:pt x="19" y="132"/>
                      <a:pt x="19" y="132"/>
                      <a:pt x="19" y="132"/>
                    </a:cubicBezTo>
                    <a:cubicBezTo>
                      <a:pt x="15" y="132"/>
                      <a:pt x="12" y="129"/>
                      <a:pt x="11" y="119"/>
                    </a:cubicBezTo>
                    <a:cubicBezTo>
                      <a:pt x="11" y="119"/>
                      <a:pt x="5" y="63"/>
                      <a:pt x="3" y="44"/>
                    </a:cubicBezTo>
                    <a:cubicBezTo>
                      <a:pt x="1" y="25"/>
                      <a:pt x="0" y="16"/>
                      <a:pt x="0" y="16"/>
                    </a:cubicBezTo>
                    <a:cubicBezTo>
                      <a:pt x="0" y="10"/>
                      <a:pt x="1" y="3"/>
                      <a:pt x="5" y="3"/>
                    </a:cubicBezTo>
                    <a:lnTo>
                      <a:pt x="15" y="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3" name="Freeform 617">
                <a:extLst>
                  <a:ext uri="{FF2B5EF4-FFF2-40B4-BE49-F238E27FC236}">
                    <a16:creationId xmlns:a16="http://schemas.microsoft.com/office/drawing/2014/main" id="{57322474-5839-4888-AEA1-73FCB6695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010"/>
                <a:ext cx="79" cy="211"/>
              </a:xfrm>
              <a:custGeom>
                <a:avLst/>
                <a:gdLst>
                  <a:gd name="T0" fmla="*/ 54 w 53"/>
                  <a:gd name="T1" fmla="*/ 5 h 132"/>
                  <a:gd name="T2" fmla="*/ 86 w 53"/>
                  <a:gd name="T3" fmla="*/ 54 h 132"/>
                  <a:gd name="T4" fmla="*/ 109 w 53"/>
                  <a:gd name="T5" fmla="*/ 176 h 132"/>
                  <a:gd name="T6" fmla="*/ 168 w 53"/>
                  <a:gd name="T7" fmla="*/ 465 h 132"/>
                  <a:gd name="T8" fmla="*/ 159 w 53"/>
                  <a:gd name="T9" fmla="*/ 524 h 132"/>
                  <a:gd name="T10" fmla="*/ 127 w 53"/>
                  <a:gd name="T11" fmla="*/ 534 h 132"/>
                  <a:gd name="T12" fmla="*/ 100 w 53"/>
                  <a:gd name="T13" fmla="*/ 512 h 132"/>
                  <a:gd name="T14" fmla="*/ 55 w 53"/>
                  <a:gd name="T15" fmla="*/ 289 h 132"/>
                  <a:gd name="T16" fmla="*/ 9 w 53"/>
                  <a:gd name="T17" fmla="*/ 82 h 132"/>
                  <a:gd name="T18" fmla="*/ 19 w 53"/>
                  <a:gd name="T19" fmla="*/ 16 h 132"/>
                  <a:gd name="T20" fmla="*/ 54 w 53"/>
                  <a:gd name="T21" fmla="*/ 5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32">
                    <a:moveTo>
                      <a:pt x="16" y="1"/>
                    </a:moveTo>
                    <a:cubicBezTo>
                      <a:pt x="20" y="0"/>
                      <a:pt x="23" y="2"/>
                      <a:pt x="26" y="13"/>
                    </a:cubicBezTo>
                    <a:cubicBezTo>
                      <a:pt x="26" y="13"/>
                      <a:pt x="27" y="19"/>
                      <a:pt x="33" y="43"/>
                    </a:cubicBezTo>
                    <a:cubicBezTo>
                      <a:pt x="39" y="67"/>
                      <a:pt x="51" y="114"/>
                      <a:pt x="51" y="114"/>
                    </a:cubicBezTo>
                    <a:cubicBezTo>
                      <a:pt x="53" y="124"/>
                      <a:pt x="52" y="127"/>
                      <a:pt x="48" y="128"/>
                    </a:cubicBezTo>
                    <a:cubicBezTo>
                      <a:pt x="38" y="131"/>
                      <a:pt x="38" y="131"/>
                      <a:pt x="38" y="131"/>
                    </a:cubicBezTo>
                    <a:cubicBezTo>
                      <a:pt x="35" y="132"/>
                      <a:pt x="31" y="131"/>
                      <a:pt x="30" y="125"/>
                    </a:cubicBezTo>
                    <a:cubicBezTo>
                      <a:pt x="30" y="125"/>
                      <a:pt x="23" y="93"/>
                      <a:pt x="17" y="71"/>
                    </a:cubicBezTo>
                    <a:cubicBezTo>
                      <a:pt x="11" y="49"/>
                      <a:pt x="3" y="20"/>
                      <a:pt x="3" y="20"/>
                    </a:cubicBezTo>
                    <a:cubicBezTo>
                      <a:pt x="0" y="8"/>
                      <a:pt x="2" y="5"/>
                      <a:pt x="6" y="4"/>
                    </a:cubicBezTo>
                    <a:lnTo>
                      <a:pt x="16" y="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4" name="Freeform 618">
                <a:extLst>
                  <a:ext uri="{FF2B5EF4-FFF2-40B4-BE49-F238E27FC236}">
                    <a16:creationId xmlns:a16="http://schemas.microsoft.com/office/drawing/2014/main" id="{341B320F-37CA-4215-9F80-F0CE3696F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429"/>
                <a:ext cx="51" cy="211"/>
              </a:xfrm>
              <a:custGeom>
                <a:avLst/>
                <a:gdLst>
                  <a:gd name="T0" fmla="*/ 95 w 34"/>
                  <a:gd name="T1" fmla="*/ 5 h 132"/>
                  <a:gd name="T2" fmla="*/ 113 w 34"/>
                  <a:gd name="T3" fmla="*/ 67 h 132"/>
                  <a:gd name="T4" fmla="*/ 107 w 34"/>
                  <a:gd name="T5" fmla="*/ 189 h 132"/>
                  <a:gd name="T6" fmla="*/ 81 w 34"/>
                  <a:gd name="T7" fmla="*/ 491 h 132"/>
                  <a:gd name="T8" fmla="*/ 59 w 34"/>
                  <a:gd name="T9" fmla="*/ 539 h 132"/>
                  <a:gd name="T10" fmla="*/ 26 w 34"/>
                  <a:gd name="T11" fmla="*/ 534 h 132"/>
                  <a:gd name="T12" fmla="*/ 0 w 34"/>
                  <a:gd name="T13" fmla="*/ 504 h 132"/>
                  <a:gd name="T14" fmla="*/ 21 w 34"/>
                  <a:gd name="T15" fmla="*/ 273 h 132"/>
                  <a:gd name="T16" fmla="*/ 35 w 34"/>
                  <a:gd name="T17" fmla="*/ 61 h 132"/>
                  <a:gd name="T18" fmla="*/ 62 w 34"/>
                  <a:gd name="T19" fmla="*/ 0 h 132"/>
                  <a:gd name="T20" fmla="*/ 95 w 34"/>
                  <a:gd name="T21" fmla="*/ 5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32">
                    <a:moveTo>
                      <a:pt x="28" y="1"/>
                    </a:moveTo>
                    <a:cubicBezTo>
                      <a:pt x="32" y="2"/>
                      <a:pt x="34" y="5"/>
                      <a:pt x="33" y="16"/>
                    </a:cubicBezTo>
                    <a:cubicBezTo>
                      <a:pt x="33" y="16"/>
                      <a:pt x="33" y="22"/>
                      <a:pt x="31" y="46"/>
                    </a:cubicBezTo>
                    <a:cubicBezTo>
                      <a:pt x="28" y="71"/>
                      <a:pt x="24" y="120"/>
                      <a:pt x="24" y="120"/>
                    </a:cubicBezTo>
                    <a:cubicBezTo>
                      <a:pt x="23" y="129"/>
                      <a:pt x="20" y="132"/>
                      <a:pt x="17" y="132"/>
                    </a:cubicBezTo>
                    <a:cubicBezTo>
                      <a:pt x="7" y="131"/>
                      <a:pt x="7" y="131"/>
                      <a:pt x="7" y="131"/>
                    </a:cubicBezTo>
                    <a:cubicBezTo>
                      <a:pt x="3" y="131"/>
                      <a:pt x="0" y="129"/>
                      <a:pt x="0" y="123"/>
                    </a:cubicBezTo>
                    <a:cubicBezTo>
                      <a:pt x="0" y="123"/>
                      <a:pt x="4" y="90"/>
                      <a:pt x="6" y="67"/>
                    </a:cubicBezTo>
                    <a:cubicBezTo>
                      <a:pt x="8" y="45"/>
                      <a:pt x="10" y="15"/>
                      <a:pt x="10" y="15"/>
                    </a:cubicBezTo>
                    <a:cubicBezTo>
                      <a:pt x="11" y="3"/>
                      <a:pt x="14" y="0"/>
                      <a:pt x="18" y="0"/>
                    </a:cubicBezTo>
                    <a:lnTo>
                      <a:pt x="28" y="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5" name="Freeform 619">
                <a:extLst>
                  <a:ext uri="{FF2B5EF4-FFF2-40B4-BE49-F238E27FC236}">
                    <a16:creationId xmlns:a16="http://schemas.microsoft.com/office/drawing/2014/main" id="{D7CB2F44-BD57-40EA-B056-53CBE2B95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635"/>
                <a:ext cx="81" cy="155"/>
              </a:xfrm>
              <a:custGeom>
                <a:avLst/>
                <a:gdLst>
                  <a:gd name="T0" fmla="*/ 89 w 54"/>
                  <a:gd name="T1" fmla="*/ 396 h 97"/>
                  <a:gd name="T2" fmla="*/ 122 w 54"/>
                  <a:gd name="T3" fmla="*/ 286 h 97"/>
                  <a:gd name="T4" fmla="*/ 176 w 54"/>
                  <a:gd name="T5" fmla="*/ 56 h 97"/>
                  <a:gd name="T6" fmla="*/ 162 w 54"/>
                  <a:gd name="T7" fmla="*/ 16 h 97"/>
                  <a:gd name="T8" fmla="*/ 129 w 54"/>
                  <a:gd name="T9" fmla="*/ 5 h 97"/>
                  <a:gd name="T10" fmla="*/ 95 w 54"/>
                  <a:gd name="T11" fmla="*/ 48 h 97"/>
                  <a:gd name="T12" fmla="*/ 54 w 54"/>
                  <a:gd name="T13" fmla="*/ 206 h 97"/>
                  <a:gd name="T14" fmla="*/ 0 w 54"/>
                  <a:gd name="T15" fmla="*/ 396 h 97"/>
                  <a:gd name="T16" fmla="*/ 89 w 54"/>
                  <a:gd name="T17" fmla="*/ 396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97">
                    <a:moveTo>
                      <a:pt x="26" y="97"/>
                    </a:moveTo>
                    <a:cubicBezTo>
                      <a:pt x="30" y="86"/>
                      <a:pt x="34" y="75"/>
                      <a:pt x="36" y="70"/>
                    </a:cubicBezTo>
                    <a:cubicBezTo>
                      <a:pt x="39" y="57"/>
                      <a:pt x="52" y="14"/>
                      <a:pt x="52" y="14"/>
                    </a:cubicBezTo>
                    <a:cubicBezTo>
                      <a:pt x="54" y="9"/>
                      <a:pt x="52" y="6"/>
                      <a:pt x="48" y="4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5" y="0"/>
                      <a:pt x="30" y="5"/>
                      <a:pt x="28" y="12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0" y="97"/>
                      <a:pt x="0" y="97"/>
                      <a:pt x="0" y="97"/>
                    </a:cubicBezTo>
                    <a:lnTo>
                      <a:pt x="26" y="9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6" name="Freeform 620">
                <a:extLst>
                  <a:ext uri="{FF2B5EF4-FFF2-40B4-BE49-F238E27FC236}">
                    <a16:creationId xmlns:a16="http://schemas.microsoft.com/office/drawing/2014/main" id="{652B958D-F419-4C8D-8924-A69AD1A5D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774"/>
                <a:ext cx="105" cy="198"/>
              </a:xfrm>
              <a:custGeom>
                <a:avLst/>
                <a:gdLst>
                  <a:gd name="T0" fmla="*/ 8 w 70"/>
                  <a:gd name="T1" fmla="*/ 61 h 124"/>
                  <a:gd name="T2" fmla="*/ 18 w 70"/>
                  <a:gd name="T3" fmla="*/ 26 h 124"/>
                  <a:gd name="T4" fmla="*/ 48 w 70"/>
                  <a:gd name="T5" fmla="*/ 8 h 124"/>
                  <a:gd name="T6" fmla="*/ 89 w 70"/>
                  <a:gd name="T7" fmla="*/ 56 h 124"/>
                  <a:gd name="T8" fmla="*/ 167 w 70"/>
                  <a:gd name="T9" fmla="*/ 278 h 124"/>
                  <a:gd name="T10" fmla="*/ 230 w 70"/>
                  <a:gd name="T11" fmla="*/ 436 h 124"/>
                  <a:gd name="T12" fmla="*/ 228 w 70"/>
                  <a:gd name="T13" fmla="*/ 479 h 124"/>
                  <a:gd name="T14" fmla="*/ 197 w 70"/>
                  <a:gd name="T15" fmla="*/ 497 h 124"/>
                  <a:gd name="T16" fmla="*/ 170 w 70"/>
                  <a:gd name="T17" fmla="*/ 484 h 124"/>
                  <a:gd name="T18" fmla="*/ 95 w 70"/>
                  <a:gd name="T19" fmla="*/ 281 h 124"/>
                  <a:gd name="T20" fmla="*/ 8 w 70"/>
                  <a:gd name="T21" fmla="*/ 61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24">
                    <a:moveTo>
                      <a:pt x="2" y="15"/>
                    </a:moveTo>
                    <a:cubicBezTo>
                      <a:pt x="0" y="9"/>
                      <a:pt x="3" y="7"/>
                      <a:pt x="5" y="6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1"/>
                      <a:pt x="19" y="0"/>
                      <a:pt x="26" y="14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68" y="107"/>
                      <a:pt x="68" y="107"/>
                      <a:pt x="68" y="107"/>
                    </a:cubicBezTo>
                    <a:cubicBezTo>
                      <a:pt x="70" y="112"/>
                      <a:pt x="69" y="117"/>
                      <a:pt x="67" y="118"/>
                    </a:cubicBezTo>
                    <a:cubicBezTo>
                      <a:pt x="58" y="122"/>
                      <a:pt x="58" y="122"/>
                      <a:pt x="58" y="122"/>
                    </a:cubicBezTo>
                    <a:cubicBezTo>
                      <a:pt x="54" y="124"/>
                      <a:pt x="51" y="122"/>
                      <a:pt x="50" y="119"/>
                    </a:cubicBezTo>
                    <a:cubicBezTo>
                      <a:pt x="49" y="118"/>
                      <a:pt x="33" y="80"/>
                      <a:pt x="28" y="69"/>
                    </a:cubicBezTo>
                    <a:cubicBezTo>
                      <a:pt x="22" y="57"/>
                      <a:pt x="2" y="15"/>
                      <a:pt x="2" y="15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7" name="Freeform 621">
                <a:extLst>
                  <a:ext uri="{FF2B5EF4-FFF2-40B4-BE49-F238E27FC236}">
                    <a16:creationId xmlns:a16="http://schemas.microsoft.com/office/drawing/2014/main" id="{554BDA2D-11AD-4EA2-8040-D461E4DA0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844"/>
                <a:ext cx="21" cy="38"/>
              </a:xfrm>
              <a:custGeom>
                <a:avLst/>
                <a:gdLst>
                  <a:gd name="T0" fmla="*/ 41 w 14"/>
                  <a:gd name="T1" fmla="*/ 90 h 24"/>
                  <a:gd name="T2" fmla="*/ 14 w 14"/>
                  <a:gd name="T3" fmla="*/ 52 h 24"/>
                  <a:gd name="T4" fmla="*/ 8 w 14"/>
                  <a:gd name="T5" fmla="*/ 0 h 24"/>
                  <a:gd name="T6" fmla="*/ 35 w 14"/>
                  <a:gd name="T7" fmla="*/ 40 h 24"/>
                  <a:gd name="T8" fmla="*/ 41 w 14"/>
                  <a:gd name="T9" fmla="*/ 9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12" y="23"/>
                    </a:moveTo>
                    <a:cubicBezTo>
                      <a:pt x="10" y="24"/>
                      <a:pt x="7" y="20"/>
                      <a:pt x="4" y="13"/>
                    </a:cubicBezTo>
                    <a:cubicBezTo>
                      <a:pt x="1" y="7"/>
                      <a:pt x="0" y="1"/>
                      <a:pt x="2" y="0"/>
                    </a:cubicBezTo>
                    <a:cubicBezTo>
                      <a:pt x="4" y="0"/>
                      <a:pt x="7" y="4"/>
                      <a:pt x="10" y="10"/>
                    </a:cubicBezTo>
                    <a:cubicBezTo>
                      <a:pt x="13" y="17"/>
                      <a:pt x="14" y="22"/>
                      <a:pt x="12" y="2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8" name="Freeform 622">
                <a:extLst>
                  <a:ext uri="{FF2B5EF4-FFF2-40B4-BE49-F238E27FC236}">
                    <a16:creationId xmlns:a16="http://schemas.microsoft.com/office/drawing/2014/main" id="{ABFB2696-13FD-4E3D-B091-07ADAC64D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849"/>
                <a:ext cx="21" cy="38"/>
              </a:xfrm>
              <a:custGeom>
                <a:avLst/>
                <a:gdLst>
                  <a:gd name="T0" fmla="*/ 45 w 14"/>
                  <a:gd name="T1" fmla="*/ 90 h 24"/>
                  <a:gd name="T2" fmla="*/ 14 w 14"/>
                  <a:gd name="T3" fmla="*/ 55 h 24"/>
                  <a:gd name="T4" fmla="*/ 8 w 14"/>
                  <a:gd name="T5" fmla="*/ 5 h 24"/>
                  <a:gd name="T6" fmla="*/ 39 w 14"/>
                  <a:gd name="T7" fmla="*/ 43 h 24"/>
                  <a:gd name="T8" fmla="*/ 45 w 14"/>
                  <a:gd name="T9" fmla="*/ 9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13" y="23"/>
                    </a:moveTo>
                    <a:cubicBezTo>
                      <a:pt x="11" y="24"/>
                      <a:pt x="7" y="20"/>
                      <a:pt x="4" y="14"/>
                    </a:cubicBezTo>
                    <a:cubicBezTo>
                      <a:pt x="1" y="7"/>
                      <a:pt x="0" y="2"/>
                      <a:pt x="2" y="1"/>
                    </a:cubicBezTo>
                    <a:cubicBezTo>
                      <a:pt x="4" y="0"/>
                      <a:pt x="8" y="4"/>
                      <a:pt x="11" y="11"/>
                    </a:cubicBezTo>
                    <a:cubicBezTo>
                      <a:pt x="13" y="17"/>
                      <a:pt x="14" y="23"/>
                      <a:pt x="13" y="2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9" name="Freeform 623">
                <a:extLst>
                  <a:ext uri="{FF2B5EF4-FFF2-40B4-BE49-F238E27FC236}">
                    <a16:creationId xmlns:a16="http://schemas.microsoft.com/office/drawing/2014/main" id="{3B95B4D3-D4BF-4C0E-B6FE-A3E802728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889"/>
                <a:ext cx="49" cy="76"/>
              </a:xfrm>
              <a:custGeom>
                <a:avLst/>
                <a:gdLst>
                  <a:gd name="T0" fmla="*/ 101 w 33"/>
                  <a:gd name="T1" fmla="*/ 176 h 48"/>
                  <a:gd name="T2" fmla="*/ 73 w 33"/>
                  <a:gd name="T3" fmla="*/ 185 h 48"/>
                  <a:gd name="T4" fmla="*/ 53 w 33"/>
                  <a:gd name="T5" fmla="*/ 138 h 48"/>
                  <a:gd name="T6" fmla="*/ 22 w 33"/>
                  <a:gd name="T7" fmla="*/ 68 h 48"/>
                  <a:gd name="T8" fmla="*/ 13 w 33"/>
                  <a:gd name="T9" fmla="*/ 33 h 48"/>
                  <a:gd name="T10" fmla="*/ 0 w 33"/>
                  <a:gd name="T11" fmla="*/ 0 h 48"/>
                  <a:gd name="T12" fmla="*/ 59 w 33"/>
                  <a:gd name="T13" fmla="*/ 138 h 48"/>
                  <a:gd name="T14" fmla="*/ 86 w 33"/>
                  <a:gd name="T15" fmla="*/ 171 h 48"/>
                  <a:gd name="T16" fmla="*/ 108 w 33"/>
                  <a:gd name="T17" fmla="*/ 168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8">
                    <a:moveTo>
                      <a:pt x="31" y="44"/>
                    </a:moveTo>
                    <a:cubicBezTo>
                      <a:pt x="29" y="45"/>
                      <a:pt x="25" y="48"/>
                      <a:pt x="22" y="47"/>
                    </a:cubicBezTo>
                    <a:cubicBezTo>
                      <a:pt x="19" y="45"/>
                      <a:pt x="17" y="38"/>
                      <a:pt x="16" y="35"/>
                    </a:cubicBezTo>
                    <a:cubicBezTo>
                      <a:pt x="13" y="29"/>
                      <a:pt x="10" y="23"/>
                      <a:pt x="7" y="17"/>
                    </a:cubicBezTo>
                    <a:cubicBezTo>
                      <a:pt x="6" y="14"/>
                      <a:pt x="5" y="11"/>
                      <a:pt x="4" y="8"/>
                    </a:cubicBezTo>
                    <a:cubicBezTo>
                      <a:pt x="3" y="6"/>
                      <a:pt x="1" y="3"/>
                      <a:pt x="0" y="0"/>
                    </a:cubicBezTo>
                    <a:cubicBezTo>
                      <a:pt x="7" y="10"/>
                      <a:pt x="12" y="24"/>
                      <a:pt x="18" y="35"/>
                    </a:cubicBezTo>
                    <a:cubicBezTo>
                      <a:pt x="20" y="38"/>
                      <a:pt x="22" y="42"/>
                      <a:pt x="26" y="43"/>
                    </a:cubicBezTo>
                    <a:cubicBezTo>
                      <a:pt x="28" y="43"/>
                      <a:pt x="31" y="43"/>
                      <a:pt x="33" y="42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0" name="Freeform 624">
                <a:extLst>
                  <a:ext uri="{FF2B5EF4-FFF2-40B4-BE49-F238E27FC236}">
                    <a16:creationId xmlns:a16="http://schemas.microsoft.com/office/drawing/2014/main" id="{757A8221-F40C-488C-9CAA-1E5CA9252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780"/>
                <a:ext cx="68" cy="115"/>
              </a:xfrm>
              <a:custGeom>
                <a:avLst/>
                <a:gdLst>
                  <a:gd name="T0" fmla="*/ 156 w 45"/>
                  <a:gd name="T1" fmla="*/ 294 h 72"/>
                  <a:gd name="T2" fmla="*/ 76 w 45"/>
                  <a:gd name="T3" fmla="*/ 77 h 72"/>
                  <a:gd name="T4" fmla="*/ 35 w 45"/>
                  <a:gd name="T5" fmla="*/ 5 h 72"/>
                  <a:gd name="T6" fmla="*/ 0 w 45"/>
                  <a:gd name="T7" fmla="*/ 26 h 72"/>
                  <a:gd name="T8" fmla="*/ 39 w 45"/>
                  <a:gd name="T9" fmla="*/ 26 h 72"/>
                  <a:gd name="T10" fmla="*/ 59 w 45"/>
                  <a:gd name="T11" fmla="*/ 61 h 72"/>
                  <a:gd name="T12" fmla="*/ 80 w 45"/>
                  <a:gd name="T13" fmla="*/ 115 h 72"/>
                  <a:gd name="T14" fmla="*/ 116 w 45"/>
                  <a:gd name="T15" fmla="*/ 206 h 72"/>
                  <a:gd name="T16" fmla="*/ 138 w 45"/>
                  <a:gd name="T17" fmla="*/ 257 h 72"/>
                  <a:gd name="T18" fmla="*/ 156 w 45"/>
                  <a:gd name="T19" fmla="*/ 286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72">
                    <a:moveTo>
                      <a:pt x="45" y="72"/>
                    </a:moveTo>
                    <a:cubicBezTo>
                      <a:pt x="37" y="54"/>
                      <a:pt x="30" y="37"/>
                      <a:pt x="22" y="19"/>
                    </a:cubicBezTo>
                    <a:cubicBezTo>
                      <a:pt x="20" y="14"/>
                      <a:pt x="14" y="2"/>
                      <a:pt x="10" y="1"/>
                    </a:cubicBezTo>
                    <a:cubicBezTo>
                      <a:pt x="7" y="0"/>
                      <a:pt x="2" y="4"/>
                      <a:pt x="0" y="6"/>
                    </a:cubicBezTo>
                    <a:cubicBezTo>
                      <a:pt x="3" y="4"/>
                      <a:pt x="8" y="3"/>
                      <a:pt x="11" y="6"/>
                    </a:cubicBezTo>
                    <a:cubicBezTo>
                      <a:pt x="14" y="8"/>
                      <a:pt x="15" y="12"/>
                      <a:pt x="17" y="15"/>
                    </a:cubicBezTo>
                    <a:cubicBezTo>
                      <a:pt x="19" y="20"/>
                      <a:pt x="21" y="24"/>
                      <a:pt x="23" y="28"/>
                    </a:cubicBezTo>
                    <a:cubicBezTo>
                      <a:pt x="26" y="36"/>
                      <a:pt x="30" y="44"/>
                      <a:pt x="34" y="51"/>
                    </a:cubicBezTo>
                    <a:cubicBezTo>
                      <a:pt x="36" y="55"/>
                      <a:pt x="38" y="59"/>
                      <a:pt x="40" y="63"/>
                    </a:cubicBezTo>
                    <a:cubicBezTo>
                      <a:pt x="41" y="65"/>
                      <a:pt x="42" y="68"/>
                      <a:pt x="45" y="7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1" name="Freeform 625">
                <a:extLst>
                  <a:ext uri="{FF2B5EF4-FFF2-40B4-BE49-F238E27FC236}">
                    <a16:creationId xmlns:a16="http://schemas.microsoft.com/office/drawing/2014/main" id="{EA976B35-4340-4517-9236-911326883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849"/>
                <a:ext cx="18" cy="30"/>
              </a:xfrm>
              <a:custGeom>
                <a:avLst/>
                <a:gdLst>
                  <a:gd name="T0" fmla="*/ 5 w 12"/>
                  <a:gd name="T1" fmla="*/ 33 h 19"/>
                  <a:gd name="T2" fmla="*/ 8 w 12"/>
                  <a:gd name="T3" fmla="*/ 13 h 19"/>
                  <a:gd name="T4" fmla="*/ 35 w 12"/>
                  <a:gd name="T5" fmla="*/ 52 h 19"/>
                  <a:gd name="T6" fmla="*/ 41 w 12"/>
                  <a:gd name="T7" fmla="*/ 74 h 19"/>
                  <a:gd name="T8" fmla="*/ 35 w 12"/>
                  <a:gd name="T9" fmla="*/ 43 h 19"/>
                  <a:gd name="T10" fmla="*/ 5 w 12"/>
                  <a:gd name="T11" fmla="*/ 5 h 19"/>
                  <a:gd name="T12" fmla="*/ 5 w 12"/>
                  <a:gd name="T13" fmla="*/ 3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9">
                    <a:moveTo>
                      <a:pt x="1" y="8"/>
                    </a:moveTo>
                    <a:cubicBezTo>
                      <a:pt x="1" y="6"/>
                      <a:pt x="1" y="4"/>
                      <a:pt x="2" y="3"/>
                    </a:cubicBezTo>
                    <a:cubicBezTo>
                      <a:pt x="4" y="3"/>
                      <a:pt x="7" y="7"/>
                      <a:pt x="10" y="13"/>
                    </a:cubicBezTo>
                    <a:cubicBezTo>
                      <a:pt x="11" y="15"/>
                      <a:pt x="12" y="17"/>
                      <a:pt x="12" y="19"/>
                    </a:cubicBezTo>
                    <a:cubicBezTo>
                      <a:pt x="12" y="16"/>
                      <a:pt x="11" y="14"/>
                      <a:pt x="10" y="11"/>
                    </a:cubicBezTo>
                    <a:cubicBezTo>
                      <a:pt x="7" y="5"/>
                      <a:pt x="3" y="0"/>
                      <a:pt x="1" y="1"/>
                    </a:cubicBezTo>
                    <a:cubicBezTo>
                      <a:pt x="0" y="2"/>
                      <a:pt x="0" y="5"/>
                      <a:pt x="1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2" name="Freeform 626">
                <a:extLst>
                  <a:ext uri="{FF2B5EF4-FFF2-40B4-BE49-F238E27FC236}">
                    <a16:creationId xmlns:a16="http://schemas.microsoft.com/office/drawing/2014/main" id="{BD19B9CE-C82B-44E5-9E65-C95165684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1857"/>
                <a:ext cx="15" cy="27"/>
              </a:xfrm>
              <a:custGeom>
                <a:avLst/>
                <a:gdLst>
                  <a:gd name="T0" fmla="*/ 27 w 10"/>
                  <a:gd name="T1" fmla="*/ 60 h 17"/>
                  <a:gd name="T2" fmla="*/ 8 w 10"/>
                  <a:gd name="T3" fmla="*/ 27 h 17"/>
                  <a:gd name="T4" fmla="*/ 0 w 10"/>
                  <a:gd name="T5" fmla="*/ 0 h 17"/>
                  <a:gd name="T6" fmla="*/ 8 w 10"/>
                  <a:gd name="T7" fmla="*/ 35 h 17"/>
                  <a:gd name="T8" fmla="*/ 32 w 10"/>
                  <a:gd name="T9" fmla="*/ 68 h 17"/>
                  <a:gd name="T10" fmla="*/ 32 w 10"/>
                  <a:gd name="T11" fmla="*/ 48 h 17"/>
                  <a:gd name="T12" fmla="*/ 27 w 10"/>
                  <a:gd name="T13" fmla="*/ 6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8" y="15"/>
                    </a:moveTo>
                    <a:cubicBezTo>
                      <a:pt x="7" y="16"/>
                      <a:pt x="4" y="12"/>
                      <a:pt x="2" y="7"/>
                    </a:cubicBezTo>
                    <a:cubicBezTo>
                      <a:pt x="1" y="5"/>
                      <a:pt x="0" y="2"/>
                      <a:pt x="0" y="0"/>
                    </a:cubicBezTo>
                    <a:cubicBezTo>
                      <a:pt x="0" y="2"/>
                      <a:pt x="1" y="5"/>
                      <a:pt x="2" y="9"/>
                    </a:cubicBezTo>
                    <a:cubicBezTo>
                      <a:pt x="4" y="14"/>
                      <a:pt x="7" y="17"/>
                      <a:pt x="9" y="17"/>
                    </a:cubicBezTo>
                    <a:cubicBezTo>
                      <a:pt x="10" y="16"/>
                      <a:pt x="10" y="15"/>
                      <a:pt x="9" y="12"/>
                    </a:cubicBezTo>
                    <a:cubicBezTo>
                      <a:pt x="9" y="13"/>
                      <a:pt x="9" y="15"/>
                      <a:pt x="8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3" name="Freeform 627">
                <a:extLst>
                  <a:ext uri="{FF2B5EF4-FFF2-40B4-BE49-F238E27FC236}">
                    <a16:creationId xmlns:a16="http://schemas.microsoft.com/office/drawing/2014/main" id="{9F544BD7-E3E1-48DC-B4E3-FAFDD5D9A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774"/>
                <a:ext cx="105" cy="198"/>
              </a:xfrm>
              <a:custGeom>
                <a:avLst/>
                <a:gdLst>
                  <a:gd name="T0" fmla="*/ 8 w 70"/>
                  <a:gd name="T1" fmla="*/ 61 h 124"/>
                  <a:gd name="T2" fmla="*/ 18 w 70"/>
                  <a:gd name="T3" fmla="*/ 26 h 124"/>
                  <a:gd name="T4" fmla="*/ 48 w 70"/>
                  <a:gd name="T5" fmla="*/ 8 h 124"/>
                  <a:gd name="T6" fmla="*/ 89 w 70"/>
                  <a:gd name="T7" fmla="*/ 56 h 124"/>
                  <a:gd name="T8" fmla="*/ 167 w 70"/>
                  <a:gd name="T9" fmla="*/ 278 h 124"/>
                  <a:gd name="T10" fmla="*/ 230 w 70"/>
                  <a:gd name="T11" fmla="*/ 436 h 124"/>
                  <a:gd name="T12" fmla="*/ 228 w 70"/>
                  <a:gd name="T13" fmla="*/ 479 h 124"/>
                  <a:gd name="T14" fmla="*/ 197 w 70"/>
                  <a:gd name="T15" fmla="*/ 497 h 124"/>
                  <a:gd name="T16" fmla="*/ 170 w 70"/>
                  <a:gd name="T17" fmla="*/ 484 h 124"/>
                  <a:gd name="T18" fmla="*/ 95 w 70"/>
                  <a:gd name="T19" fmla="*/ 281 h 124"/>
                  <a:gd name="T20" fmla="*/ 8 w 70"/>
                  <a:gd name="T21" fmla="*/ 61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24">
                    <a:moveTo>
                      <a:pt x="2" y="15"/>
                    </a:moveTo>
                    <a:cubicBezTo>
                      <a:pt x="0" y="9"/>
                      <a:pt x="3" y="7"/>
                      <a:pt x="5" y="6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1"/>
                      <a:pt x="19" y="0"/>
                      <a:pt x="26" y="14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68" y="107"/>
                      <a:pt x="68" y="107"/>
                      <a:pt x="68" y="107"/>
                    </a:cubicBezTo>
                    <a:cubicBezTo>
                      <a:pt x="70" y="112"/>
                      <a:pt x="69" y="117"/>
                      <a:pt x="67" y="118"/>
                    </a:cubicBezTo>
                    <a:cubicBezTo>
                      <a:pt x="58" y="122"/>
                      <a:pt x="58" y="122"/>
                      <a:pt x="58" y="122"/>
                    </a:cubicBezTo>
                    <a:cubicBezTo>
                      <a:pt x="54" y="124"/>
                      <a:pt x="51" y="122"/>
                      <a:pt x="50" y="119"/>
                    </a:cubicBezTo>
                    <a:cubicBezTo>
                      <a:pt x="49" y="118"/>
                      <a:pt x="33" y="80"/>
                      <a:pt x="28" y="69"/>
                    </a:cubicBezTo>
                    <a:cubicBezTo>
                      <a:pt x="22" y="57"/>
                      <a:pt x="2" y="15"/>
                      <a:pt x="2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4" name="Freeform 628">
                <a:extLst>
                  <a:ext uri="{FF2B5EF4-FFF2-40B4-BE49-F238E27FC236}">
                    <a16:creationId xmlns:a16="http://schemas.microsoft.com/office/drawing/2014/main" id="{46E88934-A71C-4AAB-8D88-3B14C06E1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181"/>
                <a:ext cx="49" cy="205"/>
              </a:xfrm>
              <a:custGeom>
                <a:avLst/>
                <a:gdLst>
                  <a:gd name="T0" fmla="*/ 40 w 33"/>
                  <a:gd name="T1" fmla="*/ 479 h 128"/>
                  <a:gd name="T2" fmla="*/ 9 w 33"/>
                  <a:gd name="T3" fmla="*/ 171 h 128"/>
                  <a:gd name="T4" fmla="*/ 1 w 33"/>
                  <a:gd name="T5" fmla="*/ 54 h 128"/>
                  <a:gd name="T6" fmla="*/ 13 w 33"/>
                  <a:gd name="T7" fmla="*/ 8 h 128"/>
                  <a:gd name="T8" fmla="*/ 46 w 33"/>
                  <a:gd name="T9" fmla="*/ 0 h 128"/>
                  <a:gd name="T10" fmla="*/ 67 w 33"/>
                  <a:gd name="T11" fmla="*/ 34 h 128"/>
                  <a:gd name="T12" fmla="*/ 88 w 33"/>
                  <a:gd name="T13" fmla="*/ 320 h 128"/>
                  <a:gd name="T14" fmla="*/ 105 w 33"/>
                  <a:gd name="T15" fmla="*/ 479 h 128"/>
                  <a:gd name="T16" fmla="*/ 88 w 33"/>
                  <a:gd name="T17" fmla="*/ 521 h 128"/>
                  <a:gd name="T18" fmla="*/ 59 w 33"/>
                  <a:gd name="T19" fmla="*/ 525 h 128"/>
                  <a:gd name="T20" fmla="*/ 46 w 33"/>
                  <a:gd name="T21" fmla="*/ 521 h 128"/>
                  <a:gd name="T22" fmla="*/ 40 w 33"/>
                  <a:gd name="T23" fmla="*/ 479 h 128"/>
                  <a:gd name="T24" fmla="*/ 40 w 33"/>
                  <a:gd name="T25" fmla="*/ 479 h 1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128">
                    <a:moveTo>
                      <a:pt x="12" y="117"/>
                    </a:moveTo>
                    <a:cubicBezTo>
                      <a:pt x="11" y="116"/>
                      <a:pt x="5" y="61"/>
                      <a:pt x="3" y="4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9"/>
                      <a:pt x="1" y="3"/>
                      <a:pt x="4" y="2"/>
                    </a:cubicBezTo>
                    <a:cubicBezTo>
                      <a:pt x="4" y="2"/>
                      <a:pt x="14" y="0"/>
                      <a:pt x="14" y="0"/>
                    </a:cubicBezTo>
                    <a:cubicBezTo>
                      <a:pt x="18" y="0"/>
                      <a:pt x="20" y="3"/>
                      <a:pt x="20" y="8"/>
                    </a:cubicBezTo>
                    <a:cubicBezTo>
                      <a:pt x="20" y="9"/>
                      <a:pt x="25" y="62"/>
                      <a:pt x="27" y="78"/>
                    </a:cubicBezTo>
                    <a:cubicBezTo>
                      <a:pt x="29" y="93"/>
                      <a:pt x="32" y="116"/>
                      <a:pt x="32" y="117"/>
                    </a:cubicBezTo>
                    <a:cubicBezTo>
                      <a:pt x="33" y="123"/>
                      <a:pt x="31" y="127"/>
                      <a:pt x="27" y="127"/>
                    </a:cubicBezTo>
                    <a:cubicBezTo>
                      <a:pt x="18" y="128"/>
                      <a:pt x="18" y="128"/>
                      <a:pt x="18" y="128"/>
                    </a:cubicBezTo>
                    <a:cubicBezTo>
                      <a:pt x="16" y="128"/>
                      <a:pt x="15" y="128"/>
                      <a:pt x="14" y="127"/>
                    </a:cubicBezTo>
                    <a:cubicBezTo>
                      <a:pt x="13" y="125"/>
                      <a:pt x="12" y="121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5" name="Freeform 629">
                <a:extLst>
                  <a:ext uri="{FF2B5EF4-FFF2-40B4-BE49-F238E27FC236}">
                    <a16:creationId xmlns:a16="http://schemas.microsoft.com/office/drawing/2014/main" id="{FAB4F2A9-C1E8-4271-A5B6-326BB2857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975"/>
                <a:ext cx="76" cy="205"/>
              </a:xfrm>
              <a:custGeom>
                <a:avLst/>
                <a:gdLst>
                  <a:gd name="T0" fmla="*/ 9 w 51"/>
                  <a:gd name="T1" fmla="*/ 69 h 128"/>
                  <a:gd name="T2" fmla="*/ 19 w 51"/>
                  <a:gd name="T3" fmla="*/ 13 h 128"/>
                  <a:gd name="T4" fmla="*/ 49 w 51"/>
                  <a:gd name="T5" fmla="*/ 5 h 128"/>
                  <a:gd name="T6" fmla="*/ 76 w 51"/>
                  <a:gd name="T7" fmla="*/ 46 h 128"/>
                  <a:gd name="T8" fmla="*/ 103 w 51"/>
                  <a:gd name="T9" fmla="*/ 170 h 128"/>
                  <a:gd name="T10" fmla="*/ 162 w 51"/>
                  <a:gd name="T11" fmla="*/ 464 h 128"/>
                  <a:gd name="T12" fmla="*/ 153 w 51"/>
                  <a:gd name="T13" fmla="*/ 511 h 128"/>
                  <a:gd name="T14" fmla="*/ 122 w 51"/>
                  <a:gd name="T15" fmla="*/ 521 h 128"/>
                  <a:gd name="T16" fmla="*/ 100 w 51"/>
                  <a:gd name="T17" fmla="*/ 506 h 128"/>
                  <a:gd name="T18" fmla="*/ 55 w 51"/>
                  <a:gd name="T19" fmla="*/ 280 h 128"/>
                  <a:gd name="T20" fmla="*/ 9 w 51"/>
                  <a:gd name="T21" fmla="*/ 69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128">
                    <a:moveTo>
                      <a:pt x="3" y="17"/>
                    </a:moveTo>
                    <a:cubicBezTo>
                      <a:pt x="0" y="6"/>
                      <a:pt x="3" y="4"/>
                      <a:pt x="6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8" y="0"/>
                      <a:pt x="21" y="1"/>
                      <a:pt x="23" y="11"/>
                    </a:cubicBezTo>
                    <a:cubicBezTo>
                      <a:pt x="23" y="11"/>
                      <a:pt x="25" y="17"/>
                      <a:pt x="31" y="41"/>
                    </a:cubicBezTo>
                    <a:cubicBezTo>
                      <a:pt x="37" y="65"/>
                      <a:pt x="49" y="112"/>
                      <a:pt x="49" y="113"/>
                    </a:cubicBezTo>
                    <a:cubicBezTo>
                      <a:pt x="51" y="121"/>
                      <a:pt x="49" y="124"/>
                      <a:pt x="46" y="124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2" y="128"/>
                      <a:pt x="30" y="126"/>
                      <a:pt x="30" y="123"/>
                    </a:cubicBezTo>
                    <a:cubicBezTo>
                      <a:pt x="30" y="123"/>
                      <a:pt x="23" y="90"/>
                      <a:pt x="17" y="68"/>
                    </a:cubicBezTo>
                    <a:cubicBezTo>
                      <a:pt x="11" y="47"/>
                      <a:pt x="3" y="18"/>
                      <a:pt x="3" y="1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6" name="Freeform 630">
                <a:extLst>
                  <a:ext uri="{FF2B5EF4-FFF2-40B4-BE49-F238E27FC236}">
                    <a16:creationId xmlns:a16="http://schemas.microsoft.com/office/drawing/2014/main" id="{EDDC3F97-86DE-4600-A0BE-668201217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261"/>
                <a:ext cx="12" cy="42"/>
              </a:xfrm>
              <a:custGeom>
                <a:avLst/>
                <a:gdLst>
                  <a:gd name="T0" fmla="*/ 18 w 8"/>
                  <a:gd name="T1" fmla="*/ 105 h 26"/>
                  <a:gd name="T2" fmla="*/ 0 w 8"/>
                  <a:gd name="T3" fmla="*/ 55 h 26"/>
                  <a:gd name="T4" fmla="*/ 12 w 8"/>
                  <a:gd name="T5" fmla="*/ 5 h 26"/>
                  <a:gd name="T6" fmla="*/ 26 w 8"/>
                  <a:gd name="T7" fmla="*/ 55 h 26"/>
                  <a:gd name="T8" fmla="*/ 18 w 8"/>
                  <a:gd name="T9" fmla="*/ 10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6">
                    <a:moveTo>
                      <a:pt x="5" y="25"/>
                    </a:moveTo>
                    <a:cubicBezTo>
                      <a:pt x="3" y="26"/>
                      <a:pt x="1" y="20"/>
                      <a:pt x="0" y="13"/>
                    </a:cubicBezTo>
                    <a:cubicBezTo>
                      <a:pt x="0" y="7"/>
                      <a:pt x="1" y="1"/>
                      <a:pt x="3" y="1"/>
                    </a:cubicBezTo>
                    <a:cubicBezTo>
                      <a:pt x="5" y="0"/>
                      <a:pt x="7" y="6"/>
                      <a:pt x="7" y="13"/>
                    </a:cubicBezTo>
                    <a:cubicBezTo>
                      <a:pt x="8" y="19"/>
                      <a:pt x="7" y="25"/>
                      <a:pt x="5" y="2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7" name="Freeform 631">
                <a:extLst>
                  <a:ext uri="{FF2B5EF4-FFF2-40B4-BE49-F238E27FC236}">
                    <a16:creationId xmlns:a16="http://schemas.microsoft.com/office/drawing/2014/main" id="{AE407507-89C3-4D2E-8E86-5B7F95C31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053"/>
                <a:ext cx="17" cy="40"/>
              </a:xfrm>
              <a:custGeom>
                <a:avLst/>
                <a:gdLst>
                  <a:gd name="T0" fmla="*/ 34 w 11"/>
                  <a:gd name="T1" fmla="*/ 102 h 25"/>
                  <a:gd name="T2" fmla="*/ 8 w 11"/>
                  <a:gd name="T3" fmla="*/ 56 h 25"/>
                  <a:gd name="T4" fmla="*/ 8 w 11"/>
                  <a:gd name="T5" fmla="*/ 5 h 25"/>
                  <a:gd name="T6" fmla="*/ 34 w 11"/>
                  <a:gd name="T7" fmla="*/ 48 h 25"/>
                  <a:gd name="T8" fmla="*/ 34 w 11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9" y="25"/>
                    </a:moveTo>
                    <a:cubicBezTo>
                      <a:pt x="7" y="25"/>
                      <a:pt x="4" y="20"/>
                      <a:pt x="2" y="14"/>
                    </a:cubicBezTo>
                    <a:cubicBezTo>
                      <a:pt x="0" y="7"/>
                      <a:pt x="1" y="1"/>
                      <a:pt x="2" y="1"/>
                    </a:cubicBezTo>
                    <a:cubicBezTo>
                      <a:pt x="4" y="0"/>
                      <a:pt x="7" y="5"/>
                      <a:pt x="9" y="12"/>
                    </a:cubicBezTo>
                    <a:cubicBezTo>
                      <a:pt x="11" y="18"/>
                      <a:pt x="10" y="24"/>
                      <a:pt x="9" y="2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8" name="Freeform 632">
                <a:extLst>
                  <a:ext uri="{FF2B5EF4-FFF2-40B4-BE49-F238E27FC236}">
                    <a16:creationId xmlns:a16="http://schemas.microsoft.com/office/drawing/2014/main" id="{E62F36A7-29AF-425B-92F7-1E6D109E8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266"/>
                <a:ext cx="14" cy="42"/>
              </a:xfrm>
              <a:custGeom>
                <a:avLst/>
                <a:gdLst>
                  <a:gd name="T0" fmla="*/ 22 w 9"/>
                  <a:gd name="T1" fmla="*/ 105 h 26"/>
                  <a:gd name="T2" fmla="*/ 5 w 9"/>
                  <a:gd name="T3" fmla="*/ 55 h 26"/>
                  <a:gd name="T4" fmla="*/ 12 w 9"/>
                  <a:gd name="T5" fmla="*/ 5 h 26"/>
                  <a:gd name="T6" fmla="*/ 30 w 9"/>
                  <a:gd name="T7" fmla="*/ 55 h 26"/>
                  <a:gd name="T8" fmla="*/ 22 w 9"/>
                  <a:gd name="T9" fmla="*/ 10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6">
                    <a:moveTo>
                      <a:pt x="6" y="25"/>
                    </a:moveTo>
                    <a:cubicBezTo>
                      <a:pt x="4" y="26"/>
                      <a:pt x="2" y="20"/>
                      <a:pt x="1" y="13"/>
                    </a:cubicBezTo>
                    <a:cubicBezTo>
                      <a:pt x="0" y="7"/>
                      <a:pt x="1" y="1"/>
                      <a:pt x="3" y="1"/>
                    </a:cubicBezTo>
                    <a:cubicBezTo>
                      <a:pt x="5" y="0"/>
                      <a:pt x="7" y="6"/>
                      <a:pt x="8" y="13"/>
                    </a:cubicBezTo>
                    <a:cubicBezTo>
                      <a:pt x="9" y="19"/>
                      <a:pt x="8" y="25"/>
                      <a:pt x="6" y="2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9" name="Freeform 633">
                <a:extLst>
                  <a:ext uri="{FF2B5EF4-FFF2-40B4-BE49-F238E27FC236}">
                    <a16:creationId xmlns:a16="http://schemas.microsoft.com/office/drawing/2014/main" id="{1CC8E145-147E-4965-835E-52A1E5DB1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266"/>
                <a:ext cx="10" cy="34"/>
              </a:xfrm>
              <a:custGeom>
                <a:avLst/>
                <a:gdLst>
                  <a:gd name="T0" fmla="*/ 0 w 7"/>
                  <a:gd name="T1" fmla="*/ 34 h 21"/>
                  <a:gd name="T2" fmla="*/ 6 w 7"/>
                  <a:gd name="T3" fmla="*/ 13 h 21"/>
                  <a:gd name="T4" fmla="*/ 20 w 7"/>
                  <a:gd name="T5" fmla="*/ 63 h 21"/>
                  <a:gd name="T6" fmla="*/ 20 w 7"/>
                  <a:gd name="T7" fmla="*/ 89 h 21"/>
                  <a:gd name="T8" fmla="*/ 20 w 7"/>
                  <a:gd name="T9" fmla="*/ 55 h 21"/>
                  <a:gd name="T10" fmla="*/ 6 w 7"/>
                  <a:gd name="T11" fmla="*/ 5 h 21"/>
                  <a:gd name="T12" fmla="*/ 0 w 7"/>
                  <a:gd name="T13" fmla="*/ 3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0" y="8"/>
                    </a:moveTo>
                    <a:cubicBezTo>
                      <a:pt x="0" y="5"/>
                      <a:pt x="1" y="3"/>
                      <a:pt x="2" y="3"/>
                    </a:cubicBezTo>
                    <a:cubicBezTo>
                      <a:pt x="4" y="3"/>
                      <a:pt x="6" y="8"/>
                      <a:pt x="7" y="15"/>
                    </a:cubicBezTo>
                    <a:cubicBezTo>
                      <a:pt x="7" y="17"/>
                      <a:pt x="7" y="19"/>
                      <a:pt x="7" y="21"/>
                    </a:cubicBezTo>
                    <a:cubicBezTo>
                      <a:pt x="7" y="19"/>
                      <a:pt x="7" y="16"/>
                      <a:pt x="7" y="13"/>
                    </a:cubicBezTo>
                    <a:cubicBezTo>
                      <a:pt x="6" y="6"/>
                      <a:pt x="4" y="0"/>
                      <a:pt x="2" y="1"/>
                    </a:cubicBezTo>
                    <a:cubicBezTo>
                      <a:pt x="1" y="1"/>
                      <a:pt x="0" y="4"/>
                      <a:pt x="0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0" name="Freeform 634">
                <a:extLst>
                  <a:ext uri="{FF2B5EF4-FFF2-40B4-BE49-F238E27FC236}">
                    <a16:creationId xmlns:a16="http://schemas.microsoft.com/office/drawing/2014/main" id="{123C657B-6DCB-4664-95E1-BC3065BB5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274"/>
                <a:ext cx="9" cy="29"/>
              </a:xfrm>
              <a:custGeom>
                <a:avLst/>
                <a:gdLst>
                  <a:gd name="T0" fmla="*/ 14 w 6"/>
                  <a:gd name="T1" fmla="*/ 71 h 18"/>
                  <a:gd name="T2" fmla="*/ 5 w 6"/>
                  <a:gd name="T3" fmla="*/ 26 h 18"/>
                  <a:gd name="T4" fmla="*/ 5 w 6"/>
                  <a:gd name="T5" fmla="*/ 0 h 18"/>
                  <a:gd name="T6" fmla="*/ 5 w 6"/>
                  <a:gd name="T7" fmla="*/ 34 h 18"/>
                  <a:gd name="T8" fmla="*/ 14 w 6"/>
                  <a:gd name="T9" fmla="*/ 76 h 18"/>
                  <a:gd name="T10" fmla="*/ 21 w 6"/>
                  <a:gd name="T11" fmla="*/ 60 h 18"/>
                  <a:gd name="T12" fmla="*/ 14 w 6"/>
                  <a:gd name="T13" fmla="*/ 7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8">
                    <a:moveTo>
                      <a:pt x="4" y="17"/>
                    </a:moveTo>
                    <a:cubicBezTo>
                      <a:pt x="3" y="17"/>
                      <a:pt x="1" y="12"/>
                      <a:pt x="1" y="6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0" y="2"/>
                      <a:pt x="0" y="5"/>
                      <a:pt x="1" y="8"/>
                    </a:cubicBezTo>
                    <a:cubicBezTo>
                      <a:pt x="1" y="14"/>
                      <a:pt x="3" y="18"/>
                      <a:pt x="4" y="18"/>
                    </a:cubicBezTo>
                    <a:cubicBezTo>
                      <a:pt x="5" y="18"/>
                      <a:pt x="6" y="16"/>
                      <a:pt x="6" y="14"/>
                    </a:cubicBezTo>
                    <a:cubicBezTo>
                      <a:pt x="6" y="15"/>
                      <a:pt x="5" y="17"/>
                      <a:pt x="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1" name="Freeform 635">
                <a:extLst>
                  <a:ext uri="{FF2B5EF4-FFF2-40B4-BE49-F238E27FC236}">
                    <a16:creationId xmlns:a16="http://schemas.microsoft.com/office/drawing/2014/main" id="{EC61813A-A4BF-4155-96BD-EE23C4E31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058"/>
                <a:ext cx="15" cy="40"/>
              </a:xfrm>
              <a:custGeom>
                <a:avLst/>
                <a:gdLst>
                  <a:gd name="T0" fmla="*/ 27 w 10"/>
                  <a:gd name="T1" fmla="*/ 102 h 25"/>
                  <a:gd name="T2" fmla="*/ 8 w 10"/>
                  <a:gd name="T3" fmla="*/ 56 h 25"/>
                  <a:gd name="T4" fmla="*/ 8 w 10"/>
                  <a:gd name="T5" fmla="*/ 5 h 25"/>
                  <a:gd name="T6" fmla="*/ 32 w 10"/>
                  <a:gd name="T7" fmla="*/ 48 h 25"/>
                  <a:gd name="T8" fmla="*/ 27 w 10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8" y="25"/>
                    </a:moveTo>
                    <a:cubicBezTo>
                      <a:pt x="7" y="25"/>
                      <a:pt x="4" y="20"/>
                      <a:pt x="2" y="14"/>
                    </a:cubicBezTo>
                    <a:cubicBezTo>
                      <a:pt x="0" y="7"/>
                      <a:pt x="1" y="1"/>
                      <a:pt x="2" y="1"/>
                    </a:cubicBezTo>
                    <a:cubicBezTo>
                      <a:pt x="4" y="0"/>
                      <a:pt x="7" y="5"/>
                      <a:pt x="9" y="12"/>
                    </a:cubicBezTo>
                    <a:cubicBezTo>
                      <a:pt x="10" y="19"/>
                      <a:pt x="10" y="24"/>
                      <a:pt x="8" y="2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2" name="Freeform 636">
                <a:extLst>
                  <a:ext uri="{FF2B5EF4-FFF2-40B4-BE49-F238E27FC236}">
                    <a16:creationId xmlns:a16="http://schemas.microsoft.com/office/drawing/2014/main" id="{291ABCE8-521B-4C30-B3EA-D8EF5548B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300"/>
                <a:ext cx="28" cy="83"/>
              </a:xfrm>
              <a:custGeom>
                <a:avLst/>
                <a:gdLst>
                  <a:gd name="T0" fmla="*/ 55 w 19"/>
                  <a:gd name="T1" fmla="*/ 206 h 52"/>
                  <a:gd name="T2" fmla="*/ 22 w 19"/>
                  <a:gd name="T3" fmla="*/ 204 h 52"/>
                  <a:gd name="T4" fmla="*/ 13 w 19"/>
                  <a:gd name="T5" fmla="*/ 155 h 52"/>
                  <a:gd name="T6" fmla="*/ 6 w 19"/>
                  <a:gd name="T7" fmla="*/ 73 h 52"/>
                  <a:gd name="T8" fmla="*/ 6 w 19"/>
                  <a:gd name="T9" fmla="*/ 35 h 52"/>
                  <a:gd name="T10" fmla="*/ 1 w 19"/>
                  <a:gd name="T11" fmla="*/ 0 h 52"/>
                  <a:gd name="T12" fmla="*/ 19 w 19"/>
                  <a:gd name="T13" fmla="*/ 155 h 52"/>
                  <a:gd name="T14" fmla="*/ 35 w 19"/>
                  <a:gd name="T15" fmla="*/ 196 h 52"/>
                  <a:gd name="T16" fmla="*/ 60 w 19"/>
                  <a:gd name="T17" fmla="*/ 204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52">
                    <a:moveTo>
                      <a:pt x="17" y="51"/>
                    </a:moveTo>
                    <a:cubicBezTo>
                      <a:pt x="14" y="51"/>
                      <a:pt x="9" y="52"/>
                      <a:pt x="7" y="50"/>
                    </a:cubicBezTo>
                    <a:cubicBezTo>
                      <a:pt x="5" y="47"/>
                      <a:pt x="5" y="41"/>
                      <a:pt x="4" y="38"/>
                    </a:cubicBezTo>
                    <a:cubicBezTo>
                      <a:pt x="4" y="31"/>
                      <a:pt x="3" y="24"/>
                      <a:pt x="2" y="18"/>
                    </a:cubicBezTo>
                    <a:cubicBezTo>
                      <a:pt x="2" y="15"/>
                      <a:pt x="2" y="12"/>
                      <a:pt x="2" y="9"/>
                    </a:cubicBezTo>
                    <a:cubicBezTo>
                      <a:pt x="1" y="6"/>
                      <a:pt x="0" y="2"/>
                      <a:pt x="1" y="0"/>
                    </a:cubicBezTo>
                    <a:cubicBezTo>
                      <a:pt x="4" y="11"/>
                      <a:pt x="4" y="26"/>
                      <a:pt x="6" y="38"/>
                    </a:cubicBezTo>
                    <a:cubicBezTo>
                      <a:pt x="7" y="42"/>
                      <a:pt x="8" y="46"/>
                      <a:pt x="11" y="48"/>
                    </a:cubicBezTo>
                    <a:cubicBezTo>
                      <a:pt x="14" y="50"/>
                      <a:pt x="16" y="50"/>
                      <a:pt x="19" y="5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3" name="Freeform 637">
                <a:extLst>
                  <a:ext uri="{FF2B5EF4-FFF2-40B4-BE49-F238E27FC236}">
                    <a16:creationId xmlns:a16="http://schemas.microsoft.com/office/drawing/2014/main" id="{6D37192D-1B27-4B54-A4C7-2D3C23C0E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186"/>
                <a:ext cx="32" cy="130"/>
              </a:xfrm>
              <a:custGeom>
                <a:avLst/>
                <a:gdLst>
                  <a:gd name="T0" fmla="*/ 75 w 21"/>
                  <a:gd name="T1" fmla="*/ 335 h 81"/>
                  <a:gd name="T2" fmla="*/ 53 w 21"/>
                  <a:gd name="T3" fmla="*/ 88 h 81"/>
                  <a:gd name="T4" fmla="*/ 40 w 21"/>
                  <a:gd name="T5" fmla="*/ 8 h 81"/>
                  <a:gd name="T6" fmla="*/ 0 w 21"/>
                  <a:gd name="T7" fmla="*/ 13 h 81"/>
                  <a:gd name="T8" fmla="*/ 35 w 21"/>
                  <a:gd name="T9" fmla="*/ 29 h 81"/>
                  <a:gd name="T10" fmla="*/ 41 w 21"/>
                  <a:gd name="T11" fmla="*/ 75 h 81"/>
                  <a:gd name="T12" fmla="*/ 49 w 21"/>
                  <a:gd name="T13" fmla="*/ 132 h 81"/>
                  <a:gd name="T14" fmla="*/ 61 w 21"/>
                  <a:gd name="T15" fmla="*/ 239 h 81"/>
                  <a:gd name="T16" fmla="*/ 67 w 21"/>
                  <a:gd name="T17" fmla="*/ 289 h 81"/>
                  <a:gd name="T18" fmla="*/ 75 w 21"/>
                  <a:gd name="T19" fmla="*/ 327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81">
                    <a:moveTo>
                      <a:pt x="21" y="81"/>
                    </a:moveTo>
                    <a:cubicBezTo>
                      <a:pt x="19" y="61"/>
                      <a:pt x="16" y="41"/>
                      <a:pt x="15" y="21"/>
                    </a:cubicBezTo>
                    <a:cubicBezTo>
                      <a:pt x="14" y="17"/>
                      <a:pt x="15" y="5"/>
                      <a:pt x="11" y="2"/>
                    </a:cubicBezTo>
                    <a:cubicBezTo>
                      <a:pt x="8" y="0"/>
                      <a:pt x="3" y="2"/>
                      <a:pt x="0" y="3"/>
                    </a:cubicBezTo>
                    <a:cubicBezTo>
                      <a:pt x="3" y="3"/>
                      <a:pt x="8" y="3"/>
                      <a:pt x="10" y="7"/>
                    </a:cubicBezTo>
                    <a:cubicBezTo>
                      <a:pt x="12" y="10"/>
                      <a:pt x="12" y="15"/>
                      <a:pt x="12" y="18"/>
                    </a:cubicBezTo>
                    <a:cubicBezTo>
                      <a:pt x="13" y="23"/>
                      <a:pt x="14" y="27"/>
                      <a:pt x="14" y="32"/>
                    </a:cubicBezTo>
                    <a:cubicBezTo>
                      <a:pt x="15" y="40"/>
                      <a:pt x="16" y="49"/>
                      <a:pt x="17" y="58"/>
                    </a:cubicBezTo>
                    <a:cubicBezTo>
                      <a:pt x="18" y="62"/>
                      <a:pt x="19" y="66"/>
                      <a:pt x="19" y="70"/>
                    </a:cubicBezTo>
                    <a:cubicBezTo>
                      <a:pt x="20" y="73"/>
                      <a:pt x="20" y="76"/>
                      <a:pt x="21" y="79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4" name="Freeform 638">
                <a:extLst>
                  <a:ext uri="{FF2B5EF4-FFF2-40B4-BE49-F238E27FC236}">
                    <a16:creationId xmlns:a16="http://schemas.microsoft.com/office/drawing/2014/main" id="{8D60A764-27EE-4460-9A21-2C40E1616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092"/>
                <a:ext cx="37" cy="81"/>
              </a:xfrm>
              <a:custGeom>
                <a:avLst/>
                <a:gdLst>
                  <a:gd name="T0" fmla="*/ 74 w 25"/>
                  <a:gd name="T1" fmla="*/ 192 h 51"/>
                  <a:gd name="T2" fmla="*/ 41 w 25"/>
                  <a:gd name="T3" fmla="*/ 197 h 51"/>
                  <a:gd name="T4" fmla="*/ 28 w 25"/>
                  <a:gd name="T5" fmla="*/ 149 h 51"/>
                  <a:gd name="T6" fmla="*/ 13 w 25"/>
                  <a:gd name="T7" fmla="*/ 68 h 51"/>
                  <a:gd name="T8" fmla="*/ 6 w 25"/>
                  <a:gd name="T9" fmla="*/ 33 h 51"/>
                  <a:gd name="T10" fmla="*/ 0 w 25"/>
                  <a:gd name="T11" fmla="*/ 0 h 51"/>
                  <a:gd name="T12" fmla="*/ 36 w 25"/>
                  <a:gd name="T13" fmla="*/ 145 h 51"/>
                  <a:gd name="T14" fmla="*/ 55 w 25"/>
                  <a:gd name="T15" fmla="*/ 184 h 51"/>
                  <a:gd name="T16" fmla="*/ 81 w 25"/>
                  <a:gd name="T17" fmla="*/ 184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51">
                    <a:moveTo>
                      <a:pt x="23" y="48"/>
                    </a:moveTo>
                    <a:cubicBezTo>
                      <a:pt x="20" y="48"/>
                      <a:pt x="15" y="51"/>
                      <a:pt x="13" y="49"/>
                    </a:cubicBezTo>
                    <a:cubicBezTo>
                      <a:pt x="10" y="47"/>
                      <a:pt x="10" y="40"/>
                      <a:pt x="9" y="37"/>
                    </a:cubicBezTo>
                    <a:cubicBezTo>
                      <a:pt x="7" y="30"/>
                      <a:pt x="6" y="24"/>
                      <a:pt x="4" y="17"/>
                    </a:cubicBezTo>
                    <a:cubicBezTo>
                      <a:pt x="3" y="14"/>
                      <a:pt x="3" y="11"/>
                      <a:pt x="2" y="8"/>
                    </a:cubicBezTo>
                    <a:cubicBezTo>
                      <a:pt x="1" y="5"/>
                      <a:pt x="0" y="2"/>
                      <a:pt x="0" y="0"/>
                    </a:cubicBezTo>
                    <a:cubicBezTo>
                      <a:pt x="5" y="11"/>
                      <a:pt x="7" y="25"/>
                      <a:pt x="11" y="36"/>
                    </a:cubicBezTo>
                    <a:cubicBezTo>
                      <a:pt x="12" y="41"/>
                      <a:pt x="14" y="45"/>
                      <a:pt x="17" y="46"/>
                    </a:cubicBezTo>
                    <a:cubicBezTo>
                      <a:pt x="20" y="47"/>
                      <a:pt x="22" y="47"/>
                      <a:pt x="25" y="46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5" name="Freeform 639">
                <a:extLst>
                  <a:ext uri="{FF2B5EF4-FFF2-40B4-BE49-F238E27FC236}">
                    <a16:creationId xmlns:a16="http://schemas.microsoft.com/office/drawing/2014/main" id="{FD1A4E22-81BD-480A-A1B7-3B965109B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978"/>
                <a:ext cx="49" cy="125"/>
              </a:xfrm>
              <a:custGeom>
                <a:avLst/>
                <a:gdLst>
                  <a:gd name="T0" fmla="*/ 108 w 33"/>
                  <a:gd name="T1" fmla="*/ 321 h 78"/>
                  <a:gd name="T2" fmla="*/ 59 w 33"/>
                  <a:gd name="T3" fmla="*/ 82 h 78"/>
                  <a:gd name="T4" fmla="*/ 36 w 33"/>
                  <a:gd name="T5" fmla="*/ 8 h 78"/>
                  <a:gd name="T6" fmla="*/ 0 w 33"/>
                  <a:gd name="T7" fmla="*/ 16 h 78"/>
                  <a:gd name="T8" fmla="*/ 36 w 33"/>
                  <a:gd name="T9" fmla="*/ 29 h 78"/>
                  <a:gd name="T10" fmla="*/ 49 w 33"/>
                  <a:gd name="T11" fmla="*/ 69 h 78"/>
                  <a:gd name="T12" fmla="*/ 59 w 33"/>
                  <a:gd name="T13" fmla="*/ 123 h 78"/>
                  <a:gd name="T14" fmla="*/ 82 w 33"/>
                  <a:gd name="T15" fmla="*/ 231 h 78"/>
                  <a:gd name="T16" fmla="*/ 95 w 33"/>
                  <a:gd name="T17" fmla="*/ 280 h 78"/>
                  <a:gd name="T18" fmla="*/ 105 w 33"/>
                  <a:gd name="T19" fmla="*/ 314 h 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78">
                    <a:moveTo>
                      <a:pt x="33" y="78"/>
                    </a:moveTo>
                    <a:cubicBezTo>
                      <a:pt x="28" y="59"/>
                      <a:pt x="22" y="40"/>
                      <a:pt x="18" y="20"/>
                    </a:cubicBezTo>
                    <a:cubicBezTo>
                      <a:pt x="17" y="16"/>
                      <a:pt x="15" y="4"/>
                      <a:pt x="11" y="2"/>
                    </a:cubicBezTo>
                    <a:cubicBezTo>
                      <a:pt x="8" y="0"/>
                      <a:pt x="3" y="3"/>
                      <a:pt x="0" y="4"/>
                    </a:cubicBezTo>
                    <a:cubicBezTo>
                      <a:pt x="3" y="4"/>
                      <a:pt x="8" y="3"/>
                      <a:pt x="11" y="7"/>
                    </a:cubicBezTo>
                    <a:cubicBezTo>
                      <a:pt x="13" y="9"/>
                      <a:pt x="14" y="14"/>
                      <a:pt x="15" y="17"/>
                    </a:cubicBezTo>
                    <a:cubicBezTo>
                      <a:pt x="16" y="22"/>
                      <a:pt x="17" y="26"/>
                      <a:pt x="18" y="30"/>
                    </a:cubicBezTo>
                    <a:cubicBezTo>
                      <a:pt x="20" y="39"/>
                      <a:pt x="22" y="47"/>
                      <a:pt x="25" y="56"/>
                    </a:cubicBezTo>
                    <a:cubicBezTo>
                      <a:pt x="26" y="60"/>
                      <a:pt x="28" y="64"/>
                      <a:pt x="29" y="68"/>
                    </a:cubicBezTo>
                    <a:cubicBezTo>
                      <a:pt x="30" y="71"/>
                      <a:pt x="31" y="74"/>
                      <a:pt x="32" y="76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6" name="Freeform 640">
                <a:extLst>
                  <a:ext uri="{FF2B5EF4-FFF2-40B4-BE49-F238E27FC236}">
                    <a16:creationId xmlns:a16="http://schemas.microsoft.com/office/drawing/2014/main" id="{9338FF22-6AA5-4728-AA72-2D4D88D11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058"/>
                <a:ext cx="14" cy="32"/>
              </a:xfrm>
              <a:custGeom>
                <a:avLst/>
                <a:gdLst>
                  <a:gd name="T0" fmla="*/ 0 w 9"/>
                  <a:gd name="T1" fmla="*/ 34 h 20"/>
                  <a:gd name="T2" fmla="*/ 8 w 9"/>
                  <a:gd name="T3" fmla="*/ 13 h 20"/>
                  <a:gd name="T4" fmla="*/ 30 w 9"/>
                  <a:gd name="T5" fmla="*/ 56 h 20"/>
                  <a:gd name="T6" fmla="*/ 34 w 9"/>
                  <a:gd name="T7" fmla="*/ 82 h 20"/>
                  <a:gd name="T8" fmla="*/ 30 w 9"/>
                  <a:gd name="T9" fmla="*/ 48 h 20"/>
                  <a:gd name="T10" fmla="*/ 5 w 9"/>
                  <a:gd name="T11" fmla="*/ 5 h 20"/>
                  <a:gd name="T12" fmla="*/ 0 w 9"/>
                  <a:gd name="T13" fmla="*/ 3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0">
                    <a:moveTo>
                      <a:pt x="0" y="8"/>
                    </a:moveTo>
                    <a:cubicBezTo>
                      <a:pt x="0" y="5"/>
                      <a:pt x="0" y="3"/>
                      <a:pt x="2" y="3"/>
                    </a:cubicBezTo>
                    <a:cubicBezTo>
                      <a:pt x="3" y="2"/>
                      <a:pt x="6" y="7"/>
                      <a:pt x="8" y="14"/>
                    </a:cubicBezTo>
                    <a:cubicBezTo>
                      <a:pt x="8" y="16"/>
                      <a:pt x="9" y="18"/>
                      <a:pt x="9" y="20"/>
                    </a:cubicBezTo>
                    <a:cubicBezTo>
                      <a:pt x="9" y="18"/>
                      <a:pt x="9" y="15"/>
                      <a:pt x="8" y="12"/>
                    </a:cubicBezTo>
                    <a:cubicBezTo>
                      <a:pt x="6" y="5"/>
                      <a:pt x="3" y="0"/>
                      <a:pt x="1" y="1"/>
                    </a:cubicBezTo>
                    <a:cubicBezTo>
                      <a:pt x="0" y="1"/>
                      <a:pt x="0" y="4"/>
                      <a:pt x="0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7" name="Freeform 641">
                <a:extLst>
                  <a:ext uri="{FF2B5EF4-FFF2-40B4-BE49-F238E27FC236}">
                    <a16:creationId xmlns:a16="http://schemas.microsoft.com/office/drawing/2014/main" id="{22E02A4F-A6DC-40BA-B5E6-F8EF6E020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066"/>
                <a:ext cx="12" cy="29"/>
              </a:xfrm>
              <a:custGeom>
                <a:avLst/>
                <a:gdLst>
                  <a:gd name="T0" fmla="*/ 26 w 8"/>
                  <a:gd name="T1" fmla="*/ 68 h 18"/>
                  <a:gd name="T2" fmla="*/ 8 w 8"/>
                  <a:gd name="T3" fmla="*/ 26 h 18"/>
                  <a:gd name="T4" fmla="*/ 5 w 8"/>
                  <a:gd name="T5" fmla="*/ 0 h 18"/>
                  <a:gd name="T6" fmla="*/ 8 w 8"/>
                  <a:gd name="T7" fmla="*/ 34 h 18"/>
                  <a:gd name="T8" fmla="*/ 26 w 8"/>
                  <a:gd name="T9" fmla="*/ 71 h 18"/>
                  <a:gd name="T10" fmla="*/ 27 w 8"/>
                  <a:gd name="T11" fmla="*/ 55 h 18"/>
                  <a:gd name="T12" fmla="*/ 26 w 8"/>
                  <a:gd name="T13" fmla="*/ 6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8">
                    <a:moveTo>
                      <a:pt x="7" y="16"/>
                    </a:moveTo>
                    <a:cubicBezTo>
                      <a:pt x="5" y="16"/>
                      <a:pt x="3" y="12"/>
                      <a:pt x="2" y="6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0" y="2"/>
                      <a:pt x="1" y="5"/>
                      <a:pt x="2" y="8"/>
                    </a:cubicBezTo>
                    <a:cubicBezTo>
                      <a:pt x="3" y="14"/>
                      <a:pt x="5" y="18"/>
                      <a:pt x="7" y="17"/>
                    </a:cubicBezTo>
                    <a:cubicBezTo>
                      <a:pt x="8" y="17"/>
                      <a:pt x="8" y="16"/>
                      <a:pt x="8" y="13"/>
                    </a:cubicBezTo>
                    <a:cubicBezTo>
                      <a:pt x="8" y="14"/>
                      <a:pt x="8" y="16"/>
                      <a:pt x="7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8" name="Freeform 642">
                <a:extLst>
                  <a:ext uri="{FF2B5EF4-FFF2-40B4-BE49-F238E27FC236}">
                    <a16:creationId xmlns:a16="http://schemas.microsoft.com/office/drawing/2014/main" id="{C2286EBC-8701-453B-B164-7BE1EB7A3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181"/>
                <a:ext cx="49" cy="205"/>
              </a:xfrm>
              <a:custGeom>
                <a:avLst/>
                <a:gdLst>
                  <a:gd name="T0" fmla="*/ 40 w 33"/>
                  <a:gd name="T1" fmla="*/ 479 h 128"/>
                  <a:gd name="T2" fmla="*/ 9 w 33"/>
                  <a:gd name="T3" fmla="*/ 171 h 128"/>
                  <a:gd name="T4" fmla="*/ 1 w 33"/>
                  <a:gd name="T5" fmla="*/ 54 h 128"/>
                  <a:gd name="T6" fmla="*/ 13 w 33"/>
                  <a:gd name="T7" fmla="*/ 8 h 128"/>
                  <a:gd name="T8" fmla="*/ 46 w 33"/>
                  <a:gd name="T9" fmla="*/ 0 h 128"/>
                  <a:gd name="T10" fmla="*/ 67 w 33"/>
                  <a:gd name="T11" fmla="*/ 34 h 128"/>
                  <a:gd name="T12" fmla="*/ 88 w 33"/>
                  <a:gd name="T13" fmla="*/ 320 h 128"/>
                  <a:gd name="T14" fmla="*/ 105 w 33"/>
                  <a:gd name="T15" fmla="*/ 479 h 128"/>
                  <a:gd name="T16" fmla="*/ 88 w 33"/>
                  <a:gd name="T17" fmla="*/ 521 h 128"/>
                  <a:gd name="T18" fmla="*/ 59 w 33"/>
                  <a:gd name="T19" fmla="*/ 525 h 128"/>
                  <a:gd name="T20" fmla="*/ 46 w 33"/>
                  <a:gd name="T21" fmla="*/ 521 h 128"/>
                  <a:gd name="T22" fmla="*/ 40 w 33"/>
                  <a:gd name="T23" fmla="*/ 479 h 128"/>
                  <a:gd name="T24" fmla="*/ 40 w 33"/>
                  <a:gd name="T25" fmla="*/ 479 h 1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128">
                    <a:moveTo>
                      <a:pt x="12" y="117"/>
                    </a:moveTo>
                    <a:cubicBezTo>
                      <a:pt x="11" y="116"/>
                      <a:pt x="5" y="61"/>
                      <a:pt x="3" y="4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9"/>
                      <a:pt x="1" y="3"/>
                      <a:pt x="4" y="2"/>
                    </a:cubicBezTo>
                    <a:cubicBezTo>
                      <a:pt x="4" y="2"/>
                      <a:pt x="14" y="0"/>
                      <a:pt x="14" y="0"/>
                    </a:cubicBezTo>
                    <a:cubicBezTo>
                      <a:pt x="18" y="0"/>
                      <a:pt x="20" y="3"/>
                      <a:pt x="20" y="8"/>
                    </a:cubicBezTo>
                    <a:cubicBezTo>
                      <a:pt x="20" y="9"/>
                      <a:pt x="25" y="62"/>
                      <a:pt x="27" y="78"/>
                    </a:cubicBezTo>
                    <a:cubicBezTo>
                      <a:pt x="29" y="93"/>
                      <a:pt x="32" y="116"/>
                      <a:pt x="32" y="117"/>
                    </a:cubicBezTo>
                    <a:cubicBezTo>
                      <a:pt x="33" y="123"/>
                      <a:pt x="31" y="127"/>
                      <a:pt x="27" y="127"/>
                    </a:cubicBezTo>
                    <a:cubicBezTo>
                      <a:pt x="18" y="128"/>
                      <a:pt x="18" y="128"/>
                      <a:pt x="18" y="128"/>
                    </a:cubicBezTo>
                    <a:cubicBezTo>
                      <a:pt x="16" y="128"/>
                      <a:pt x="15" y="128"/>
                      <a:pt x="14" y="127"/>
                    </a:cubicBezTo>
                    <a:cubicBezTo>
                      <a:pt x="13" y="125"/>
                      <a:pt x="12" y="121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9" name="Freeform 643">
                <a:extLst>
                  <a:ext uri="{FF2B5EF4-FFF2-40B4-BE49-F238E27FC236}">
                    <a16:creationId xmlns:a16="http://schemas.microsoft.com/office/drawing/2014/main" id="{9485245C-FEDA-421E-9BB0-9DBCD5C01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975"/>
                <a:ext cx="76" cy="205"/>
              </a:xfrm>
              <a:custGeom>
                <a:avLst/>
                <a:gdLst>
                  <a:gd name="T0" fmla="*/ 9 w 51"/>
                  <a:gd name="T1" fmla="*/ 69 h 128"/>
                  <a:gd name="T2" fmla="*/ 19 w 51"/>
                  <a:gd name="T3" fmla="*/ 13 h 128"/>
                  <a:gd name="T4" fmla="*/ 49 w 51"/>
                  <a:gd name="T5" fmla="*/ 5 h 128"/>
                  <a:gd name="T6" fmla="*/ 76 w 51"/>
                  <a:gd name="T7" fmla="*/ 46 h 128"/>
                  <a:gd name="T8" fmla="*/ 103 w 51"/>
                  <a:gd name="T9" fmla="*/ 170 h 128"/>
                  <a:gd name="T10" fmla="*/ 162 w 51"/>
                  <a:gd name="T11" fmla="*/ 464 h 128"/>
                  <a:gd name="T12" fmla="*/ 153 w 51"/>
                  <a:gd name="T13" fmla="*/ 511 h 128"/>
                  <a:gd name="T14" fmla="*/ 122 w 51"/>
                  <a:gd name="T15" fmla="*/ 521 h 128"/>
                  <a:gd name="T16" fmla="*/ 100 w 51"/>
                  <a:gd name="T17" fmla="*/ 506 h 128"/>
                  <a:gd name="T18" fmla="*/ 55 w 51"/>
                  <a:gd name="T19" fmla="*/ 280 h 128"/>
                  <a:gd name="T20" fmla="*/ 9 w 51"/>
                  <a:gd name="T21" fmla="*/ 69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128">
                    <a:moveTo>
                      <a:pt x="3" y="17"/>
                    </a:moveTo>
                    <a:cubicBezTo>
                      <a:pt x="0" y="6"/>
                      <a:pt x="3" y="4"/>
                      <a:pt x="6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8" y="0"/>
                      <a:pt x="21" y="1"/>
                      <a:pt x="23" y="11"/>
                    </a:cubicBezTo>
                    <a:cubicBezTo>
                      <a:pt x="23" y="11"/>
                      <a:pt x="25" y="17"/>
                      <a:pt x="31" y="41"/>
                    </a:cubicBezTo>
                    <a:cubicBezTo>
                      <a:pt x="37" y="65"/>
                      <a:pt x="49" y="112"/>
                      <a:pt x="49" y="113"/>
                    </a:cubicBezTo>
                    <a:cubicBezTo>
                      <a:pt x="51" y="121"/>
                      <a:pt x="49" y="124"/>
                      <a:pt x="46" y="124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2" y="128"/>
                      <a:pt x="30" y="126"/>
                      <a:pt x="30" y="123"/>
                    </a:cubicBezTo>
                    <a:cubicBezTo>
                      <a:pt x="30" y="123"/>
                      <a:pt x="23" y="90"/>
                      <a:pt x="17" y="68"/>
                    </a:cubicBezTo>
                    <a:cubicBezTo>
                      <a:pt x="11" y="47"/>
                      <a:pt x="3" y="18"/>
                      <a:pt x="3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0" name="Freeform 644">
                <a:extLst>
                  <a:ext uri="{FF2B5EF4-FFF2-40B4-BE49-F238E27FC236}">
                    <a16:creationId xmlns:a16="http://schemas.microsoft.com/office/drawing/2014/main" id="{EB88E156-98EE-4EF7-B421-8D13971D1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399"/>
                <a:ext cx="46" cy="204"/>
              </a:xfrm>
              <a:custGeom>
                <a:avLst/>
                <a:gdLst>
                  <a:gd name="T0" fmla="*/ 28 w 31"/>
                  <a:gd name="T1" fmla="*/ 48 h 128"/>
                  <a:gd name="T2" fmla="*/ 53 w 31"/>
                  <a:gd name="T3" fmla="*/ 0 h 128"/>
                  <a:gd name="T4" fmla="*/ 86 w 31"/>
                  <a:gd name="T5" fmla="*/ 5 h 128"/>
                  <a:gd name="T6" fmla="*/ 99 w 31"/>
                  <a:gd name="T7" fmla="*/ 53 h 128"/>
                  <a:gd name="T8" fmla="*/ 92 w 31"/>
                  <a:gd name="T9" fmla="*/ 179 h 128"/>
                  <a:gd name="T10" fmla="*/ 73 w 31"/>
                  <a:gd name="T11" fmla="*/ 472 h 128"/>
                  <a:gd name="T12" fmla="*/ 53 w 31"/>
                  <a:gd name="T13" fmla="*/ 518 h 128"/>
                  <a:gd name="T14" fmla="*/ 19 w 31"/>
                  <a:gd name="T15" fmla="*/ 513 h 128"/>
                  <a:gd name="T16" fmla="*/ 0 w 31"/>
                  <a:gd name="T17" fmla="*/ 491 h 128"/>
                  <a:gd name="T18" fmla="*/ 19 w 31"/>
                  <a:gd name="T19" fmla="*/ 265 h 128"/>
                  <a:gd name="T20" fmla="*/ 28 w 31"/>
                  <a:gd name="T21" fmla="*/ 48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128">
                    <a:moveTo>
                      <a:pt x="9" y="12"/>
                    </a:moveTo>
                    <a:cubicBezTo>
                      <a:pt x="10" y="1"/>
                      <a:pt x="13" y="0"/>
                      <a:pt x="1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9" y="1"/>
                      <a:pt x="31" y="2"/>
                      <a:pt x="30" y="13"/>
                    </a:cubicBezTo>
                    <a:cubicBezTo>
                      <a:pt x="30" y="13"/>
                      <a:pt x="30" y="19"/>
                      <a:pt x="28" y="44"/>
                    </a:cubicBezTo>
                    <a:cubicBezTo>
                      <a:pt x="26" y="68"/>
                      <a:pt x="22" y="117"/>
                      <a:pt x="22" y="117"/>
                    </a:cubicBezTo>
                    <a:cubicBezTo>
                      <a:pt x="21" y="126"/>
                      <a:pt x="19" y="128"/>
                      <a:pt x="16" y="128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1" y="126"/>
                      <a:pt x="0" y="123"/>
                      <a:pt x="0" y="121"/>
                    </a:cubicBezTo>
                    <a:cubicBezTo>
                      <a:pt x="0" y="120"/>
                      <a:pt x="4" y="87"/>
                      <a:pt x="6" y="65"/>
                    </a:cubicBezTo>
                    <a:cubicBezTo>
                      <a:pt x="8" y="43"/>
                      <a:pt x="9" y="13"/>
                      <a:pt x="9" y="1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1" name="Freeform 645">
                <a:extLst>
                  <a:ext uri="{FF2B5EF4-FFF2-40B4-BE49-F238E27FC236}">
                    <a16:creationId xmlns:a16="http://schemas.microsoft.com/office/drawing/2014/main" id="{36ABD119-E66F-407F-878B-D5A894E9C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477"/>
                <a:ext cx="12" cy="40"/>
              </a:xfrm>
              <a:custGeom>
                <a:avLst/>
                <a:gdLst>
                  <a:gd name="T0" fmla="*/ 12 w 8"/>
                  <a:gd name="T1" fmla="*/ 102 h 25"/>
                  <a:gd name="T2" fmla="*/ 5 w 8"/>
                  <a:gd name="T3" fmla="*/ 48 h 25"/>
                  <a:gd name="T4" fmla="*/ 18 w 8"/>
                  <a:gd name="T5" fmla="*/ 0 h 25"/>
                  <a:gd name="T6" fmla="*/ 27 w 8"/>
                  <a:gd name="T7" fmla="*/ 54 h 25"/>
                  <a:gd name="T8" fmla="*/ 12 w 8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5">
                    <a:moveTo>
                      <a:pt x="3" y="25"/>
                    </a:moveTo>
                    <a:cubicBezTo>
                      <a:pt x="1" y="25"/>
                      <a:pt x="0" y="19"/>
                      <a:pt x="1" y="12"/>
                    </a:cubicBezTo>
                    <a:cubicBezTo>
                      <a:pt x="1" y="6"/>
                      <a:pt x="3" y="0"/>
                      <a:pt x="5" y="0"/>
                    </a:cubicBezTo>
                    <a:cubicBezTo>
                      <a:pt x="7" y="0"/>
                      <a:pt x="8" y="6"/>
                      <a:pt x="8" y="13"/>
                    </a:cubicBezTo>
                    <a:cubicBezTo>
                      <a:pt x="7" y="20"/>
                      <a:pt x="5" y="25"/>
                      <a:pt x="3" y="2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2" name="Freeform 646">
                <a:extLst>
                  <a:ext uri="{FF2B5EF4-FFF2-40B4-BE49-F238E27FC236}">
                    <a16:creationId xmlns:a16="http://schemas.microsoft.com/office/drawing/2014/main" id="{06C33BD1-F6D2-43D9-A3A9-16EA5F3D0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482"/>
                <a:ext cx="12" cy="40"/>
              </a:xfrm>
              <a:custGeom>
                <a:avLst/>
                <a:gdLst>
                  <a:gd name="T0" fmla="*/ 12 w 8"/>
                  <a:gd name="T1" fmla="*/ 102 h 25"/>
                  <a:gd name="T2" fmla="*/ 5 w 8"/>
                  <a:gd name="T3" fmla="*/ 48 h 25"/>
                  <a:gd name="T4" fmla="*/ 18 w 8"/>
                  <a:gd name="T5" fmla="*/ 0 h 25"/>
                  <a:gd name="T6" fmla="*/ 26 w 8"/>
                  <a:gd name="T7" fmla="*/ 54 h 25"/>
                  <a:gd name="T8" fmla="*/ 12 w 8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5">
                    <a:moveTo>
                      <a:pt x="3" y="25"/>
                    </a:moveTo>
                    <a:cubicBezTo>
                      <a:pt x="1" y="25"/>
                      <a:pt x="0" y="19"/>
                      <a:pt x="1" y="12"/>
                    </a:cubicBezTo>
                    <a:cubicBezTo>
                      <a:pt x="1" y="5"/>
                      <a:pt x="3" y="0"/>
                      <a:pt x="5" y="0"/>
                    </a:cubicBezTo>
                    <a:cubicBezTo>
                      <a:pt x="7" y="0"/>
                      <a:pt x="8" y="6"/>
                      <a:pt x="7" y="13"/>
                    </a:cubicBezTo>
                    <a:cubicBezTo>
                      <a:pt x="7" y="20"/>
                      <a:pt x="5" y="25"/>
                      <a:pt x="3" y="2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3" name="Freeform 647">
                <a:extLst>
                  <a:ext uri="{FF2B5EF4-FFF2-40B4-BE49-F238E27FC236}">
                    <a16:creationId xmlns:a16="http://schemas.microsoft.com/office/drawing/2014/main" id="{8731A350-F228-4A6F-BEFC-143D6B6CD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511"/>
                <a:ext cx="21" cy="86"/>
              </a:xfrm>
              <a:custGeom>
                <a:avLst/>
                <a:gdLst>
                  <a:gd name="T0" fmla="*/ 39 w 14"/>
                  <a:gd name="T1" fmla="*/ 213 h 54"/>
                  <a:gd name="T2" fmla="*/ 8 w 14"/>
                  <a:gd name="T3" fmla="*/ 205 h 54"/>
                  <a:gd name="T4" fmla="*/ 8 w 14"/>
                  <a:gd name="T5" fmla="*/ 154 h 54"/>
                  <a:gd name="T6" fmla="*/ 12 w 14"/>
                  <a:gd name="T7" fmla="*/ 73 h 54"/>
                  <a:gd name="T8" fmla="*/ 14 w 14"/>
                  <a:gd name="T9" fmla="*/ 35 h 54"/>
                  <a:gd name="T10" fmla="*/ 18 w 14"/>
                  <a:gd name="T11" fmla="*/ 0 h 54"/>
                  <a:gd name="T12" fmla="*/ 14 w 14"/>
                  <a:gd name="T13" fmla="*/ 154 h 54"/>
                  <a:gd name="T14" fmla="*/ 26 w 14"/>
                  <a:gd name="T15" fmla="*/ 197 h 54"/>
                  <a:gd name="T16" fmla="*/ 48 w 14"/>
                  <a:gd name="T17" fmla="*/ 210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4">
                    <a:moveTo>
                      <a:pt x="11" y="53"/>
                    </a:moveTo>
                    <a:cubicBezTo>
                      <a:pt x="9" y="53"/>
                      <a:pt x="3" y="54"/>
                      <a:pt x="2" y="51"/>
                    </a:cubicBezTo>
                    <a:cubicBezTo>
                      <a:pt x="0" y="49"/>
                      <a:pt x="2" y="42"/>
                      <a:pt x="2" y="38"/>
                    </a:cubicBezTo>
                    <a:cubicBezTo>
                      <a:pt x="2" y="31"/>
                      <a:pt x="3" y="25"/>
                      <a:pt x="3" y="18"/>
                    </a:cubicBezTo>
                    <a:cubicBezTo>
                      <a:pt x="4" y="15"/>
                      <a:pt x="4" y="12"/>
                      <a:pt x="4" y="9"/>
                    </a:cubicBezTo>
                    <a:cubicBezTo>
                      <a:pt x="5" y="6"/>
                      <a:pt x="4" y="3"/>
                      <a:pt x="5" y="0"/>
                    </a:cubicBezTo>
                    <a:cubicBezTo>
                      <a:pt x="6" y="12"/>
                      <a:pt x="4" y="26"/>
                      <a:pt x="4" y="38"/>
                    </a:cubicBezTo>
                    <a:cubicBezTo>
                      <a:pt x="4" y="43"/>
                      <a:pt x="4" y="47"/>
                      <a:pt x="7" y="49"/>
                    </a:cubicBezTo>
                    <a:cubicBezTo>
                      <a:pt x="9" y="51"/>
                      <a:pt x="11" y="52"/>
                      <a:pt x="14" y="52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4" name="Freeform 648">
                <a:extLst>
                  <a:ext uri="{FF2B5EF4-FFF2-40B4-BE49-F238E27FC236}">
                    <a16:creationId xmlns:a16="http://schemas.microsoft.com/office/drawing/2014/main" id="{6F7B922F-0389-4466-9D5B-D40E04669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400"/>
                <a:ext cx="21" cy="131"/>
              </a:xfrm>
              <a:custGeom>
                <a:avLst/>
                <a:gdLst>
                  <a:gd name="T0" fmla="*/ 26 w 14"/>
                  <a:gd name="T1" fmla="*/ 334 h 82"/>
                  <a:gd name="T2" fmla="*/ 39 w 14"/>
                  <a:gd name="T3" fmla="*/ 89 h 82"/>
                  <a:gd name="T4" fmla="*/ 39 w 14"/>
                  <a:gd name="T5" fmla="*/ 13 h 82"/>
                  <a:gd name="T6" fmla="*/ 0 w 14"/>
                  <a:gd name="T7" fmla="*/ 8 h 82"/>
                  <a:gd name="T8" fmla="*/ 32 w 14"/>
                  <a:gd name="T9" fmla="*/ 34 h 82"/>
                  <a:gd name="T10" fmla="*/ 32 w 14"/>
                  <a:gd name="T11" fmla="*/ 77 h 82"/>
                  <a:gd name="T12" fmla="*/ 27 w 14"/>
                  <a:gd name="T13" fmla="*/ 129 h 82"/>
                  <a:gd name="T14" fmla="*/ 26 w 14"/>
                  <a:gd name="T15" fmla="*/ 238 h 82"/>
                  <a:gd name="T16" fmla="*/ 26 w 14"/>
                  <a:gd name="T17" fmla="*/ 289 h 82"/>
                  <a:gd name="T18" fmla="*/ 26 w 14"/>
                  <a:gd name="T19" fmla="*/ 326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82">
                    <a:moveTo>
                      <a:pt x="7" y="82"/>
                    </a:moveTo>
                    <a:cubicBezTo>
                      <a:pt x="8" y="62"/>
                      <a:pt x="9" y="42"/>
                      <a:pt x="11" y="22"/>
                    </a:cubicBezTo>
                    <a:cubicBezTo>
                      <a:pt x="12" y="18"/>
                      <a:pt x="14" y="6"/>
                      <a:pt x="11" y="3"/>
                    </a:cubicBezTo>
                    <a:cubicBezTo>
                      <a:pt x="9" y="0"/>
                      <a:pt x="2" y="1"/>
                      <a:pt x="0" y="2"/>
                    </a:cubicBezTo>
                    <a:cubicBezTo>
                      <a:pt x="3" y="2"/>
                      <a:pt x="8" y="3"/>
                      <a:pt x="9" y="8"/>
                    </a:cubicBezTo>
                    <a:cubicBezTo>
                      <a:pt x="10" y="11"/>
                      <a:pt x="10" y="15"/>
                      <a:pt x="9" y="19"/>
                    </a:cubicBezTo>
                    <a:cubicBezTo>
                      <a:pt x="9" y="23"/>
                      <a:pt x="9" y="28"/>
                      <a:pt x="8" y="32"/>
                    </a:cubicBezTo>
                    <a:cubicBezTo>
                      <a:pt x="8" y="41"/>
                      <a:pt x="7" y="50"/>
                      <a:pt x="7" y="58"/>
                    </a:cubicBezTo>
                    <a:cubicBezTo>
                      <a:pt x="7" y="63"/>
                      <a:pt x="7" y="67"/>
                      <a:pt x="7" y="71"/>
                    </a:cubicBezTo>
                    <a:cubicBezTo>
                      <a:pt x="7" y="74"/>
                      <a:pt x="6" y="77"/>
                      <a:pt x="7" y="8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5" name="Freeform 649">
                <a:extLst>
                  <a:ext uri="{FF2B5EF4-FFF2-40B4-BE49-F238E27FC236}">
                    <a16:creationId xmlns:a16="http://schemas.microsoft.com/office/drawing/2014/main" id="{0548B7AF-926B-4DB2-A6F5-902151B33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482"/>
                <a:ext cx="10" cy="32"/>
              </a:xfrm>
              <a:custGeom>
                <a:avLst/>
                <a:gdLst>
                  <a:gd name="T0" fmla="*/ 0 w 7"/>
                  <a:gd name="T1" fmla="*/ 26 h 20"/>
                  <a:gd name="T2" fmla="*/ 9 w 7"/>
                  <a:gd name="T3" fmla="*/ 8 h 20"/>
                  <a:gd name="T4" fmla="*/ 19 w 7"/>
                  <a:gd name="T5" fmla="*/ 61 h 20"/>
                  <a:gd name="T6" fmla="*/ 14 w 7"/>
                  <a:gd name="T7" fmla="*/ 82 h 20"/>
                  <a:gd name="T8" fmla="*/ 20 w 7"/>
                  <a:gd name="T9" fmla="*/ 48 h 20"/>
                  <a:gd name="T10" fmla="*/ 13 w 7"/>
                  <a:gd name="T11" fmla="*/ 0 h 20"/>
                  <a:gd name="T12" fmla="*/ 0 w 7"/>
                  <a:gd name="T13" fmla="*/ 26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0">
                    <a:moveTo>
                      <a:pt x="0" y="6"/>
                    </a:moveTo>
                    <a:cubicBezTo>
                      <a:pt x="1" y="3"/>
                      <a:pt x="2" y="2"/>
                      <a:pt x="3" y="2"/>
                    </a:cubicBezTo>
                    <a:cubicBezTo>
                      <a:pt x="5" y="2"/>
                      <a:pt x="7" y="8"/>
                      <a:pt x="6" y="15"/>
                    </a:cubicBezTo>
                    <a:cubicBezTo>
                      <a:pt x="6" y="17"/>
                      <a:pt x="5" y="19"/>
                      <a:pt x="5" y="20"/>
                    </a:cubicBezTo>
                    <a:cubicBezTo>
                      <a:pt x="6" y="18"/>
                      <a:pt x="6" y="15"/>
                      <a:pt x="7" y="12"/>
                    </a:cubicBezTo>
                    <a:cubicBezTo>
                      <a:pt x="7" y="6"/>
                      <a:pt x="6" y="0"/>
                      <a:pt x="4" y="0"/>
                    </a:cubicBezTo>
                    <a:cubicBezTo>
                      <a:pt x="3" y="0"/>
                      <a:pt x="1" y="2"/>
                      <a:pt x="0" y="6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6" name="Freeform 650">
                <a:extLst>
                  <a:ext uri="{FF2B5EF4-FFF2-40B4-BE49-F238E27FC236}">
                    <a16:creationId xmlns:a16="http://schemas.microsoft.com/office/drawing/2014/main" id="{F11CFB5B-8109-469F-8443-5958D969B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488"/>
                <a:ext cx="7" cy="29"/>
              </a:xfrm>
              <a:custGeom>
                <a:avLst/>
                <a:gdLst>
                  <a:gd name="T0" fmla="*/ 6 w 5"/>
                  <a:gd name="T1" fmla="*/ 71 h 18"/>
                  <a:gd name="T2" fmla="*/ 1 w 5"/>
                  <a:gd name="T3" fmla="*/ 26 h 18"/>
                  <a:gd name="T4" fmla="*/ 6 w 5"/>
                  <a:gd name="T5" fmla="*/ 0 h 18"/>
                  <a:gd name="T6" fmla="*/ 0 w 5"/>
                  <a:gd name="T7" fmla="*/ 34 h 18"/>
                  <a:gd name="T8" fmla="*/ 6 w 5"/>
                  <a:gd name="T9" fmla="*/ 76 h 18"/>
                  <a:gd name="T10" fmla="*/ 14 w 5"/>
                  <a:gd name="T11" fmla="*/ 60 h 18"/>
                  <a:gd name="T12" fmla="*/ 6 w 5"/>
                  <a:gd name="T13" fmla="*/ 7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2" y="17"/>
                    </a:moveTo>
                    <a:cubicBezTo>
                      <a:pt x="1" y="17"/>
                      <a:pt x="0" y="12"/>
                      <a:pt x="1" y="6"/>
                    </a:cubicBezTo>
                    <a:cubicBezTo>
                      <a:pt x="1" y="4"/>
                      <a:pt x="2" y="1"/>
                      <a:pt x="2" y="0"/>
                    </a:cubicBezTo>
                    <a:cubicBezTo>
                      <a:pt x="1" y="1"/>
                      <a:pt x="1" y="4"/>
                      <a:pt x="0" y="8"/>
                    </a:cubicBezTo>
                    <a:cubicBezTo>
                      <a:pt x="0" y="14"/>
                      <a:pt x="1" y="18"/>
                      <a:pt x="2" y="18"/>
                    </a:cubicBezTo>
                    <a:cubicBezTo>
                      <a:pt x="3" y="18"/>
                      <a:pt x="4" y="17"/>
                      <a:pt x="5" y="14"/>
                    </a:cubicBezTo>
                    <a:cubicBezTo>
                      <a:pt x="4" y="15"/>
                      <a:pt x="4" y="17"/>
                      <a:pt x="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7" name="Freeform 651">
                <a:extLst>
                  <a:ext uri="{FF2B5EF4-FFF2-40B4-BE49-F238E27FC236}">
                    <a16:creationId xmlns:a16="http://schemas.microsoft.com/office/drawing/2014/main" id="{8ABC3504-EE32-41F8-9ACF-1E0B7275F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399"/>
                <a:ext cx="46" cy="204"/>
              </a:xfrm>
              <a:custGeom>
                <a:avLst/>
                <a:gdLst>
                  <a:gd name="T0" fmla="*/ 28 w 31"/>
                  <a:gd name="T1" fmla="*/ 48 h 128"/>
                  <a:gd name="T2" fmla="*/ 53 w 31"/>
                  <a:gd name="T3" fmla="*/ 0 h 128"/>
                  <a:gd name="T4" fmla="*/ 86 w 31"/>
                  <a:gd name="T5" fmla="*/ 5 h 128"/>
                  <a:gd name="T6" fmla="*/ 99 w 31"/>
                  <a:gd name="T7" fmla="*/ 53 h 128"/>
                  <a:gd name="T8" fmla="*/ 92 w 31"/>
                  <a:gd name="T9" fmla="*/ 179 h 128"/>
                  <a:gd name="T10" fmla="*/ 73 w 31"/>
                  <a:gd name="T11" fmla="*/ 472 h 128"/>
                  <a:gd name="T12" fmla="*/ 53 w 31"/>
                  <a:gd name="T13" fmla="*/ 518 h 128"/>
                  <a:gd name="T14" fmla="*/ 19 w 31"/>
                  <a:gd name="T15" fmla="*/ 513 h 128"/>
                  <a:gd name="T16" fmla="*/ 0 w 31"/>
                  <a:gd name="T17" fmla="*/ 491 h 128"/>
                  <a:gd name="T18" fmla="*/ 19 w 31"/>
                  <a:gd name="T19" fmla="*/ 265 h 128"/>
                  <a:gd name="T20" fmla="*/ 28 w 31"/>
                  <a:gd name="T21" fmla="*/ 48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128">
                    <a:moveTo>
                      <a:pt x="9" y="12"/>
                    </a:moveTo>
                    <a:cubicBezTo>
                      <a:pt x="10" y="1"/>
                      <a:pt x="13" y="0"/>
                      <a:pt x="1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9" y="1"/>
                      <a:pt x="31" y="2"/>
                      <a:pt x="30" y="13"/>
                    </a:cubicBezTo>
                    <a:cubicBezTo>
                      <a:pt x="30" y="13"/>
                      <a:pt x="30" y="19"/>
                      <a:pt x="28" y="44"/>
                    </a:cubicBezTo>
                    <a:cubicBezTo>
                      <a:pt x="26" y="68"/>
                      <a:pt x="22" y="117"/>
                      <a:pt x="22" y="117"/>
                    </a:cubicBezTo>
                    <a:cubicBezTo>
                      <a:pt x="21" y="126"/>
                      <a:pt x="19" y="128"/>
                      <a:pt x="16" y="128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1" y="126"/>
                      <a:pt x="0" y="123"/>
                      <a:pt x="0" y="121"/>
                    </a:cubicBezTo>
                    <a:cubicBezTo>
                      <a:pt x="0" y="120"/>
                      <a:pt x="4" y="87"/>
                      <a:pt x="6" y="65"/>
                    </a:cubicBezTo>
                    <a:cubicBezTo>
                      <a:pt x="8" y="43"/>
                      <a:pt x="9" y="13"/>
                      <a:pt x="9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8" name="Freeform 652">
                <a:extLst>
                  <a:ext uri="{FF2B5EF4-FFF2-40B4-BE49-F238E27FC236}">
                    <a16:creationId xmlns:a16="http://schemas.microsoft.com/office/drawing/2014/main" id="{CD55D01D-B08B-4F3F-B5B3-57011A991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608"/>
                <a:ext cx="64" cy="182"/>
              </a:xfrm>
              <a:custGeom>
                <a:avLst/>
                <a:gdLst>
                  <a:gd name="T0" fmla="*/ 73 w 43"/>
                  <a:gd name="T1" fmla="*/ 465 h 114"/>
                  <a:gd name="T2" fmla="*/ 106 w 43"/>
                  <a:gd name="T3" fmla="*/ 273 h 114"/>
                  <a:gd name="T4" fmla="*/ 140 w 43"/>
                  <a:gd name="T5" fmla="*/ 42 h 114"/>
                  <a:gd name="T6" fmla="*/ 127 w 43"/>
                  <a:gd name="T7" fmla="*/ 13 h 114"/>
                  <a:gd name="T8" fmla="*/ 94 w 43"/>
                  <a:gd name="T9" fmla="*/ 5 h 114"/>
                  <a:gd name="T10" fmla="*/ 67 w 43"/>
                  <a:gd name="T11" fmla="*/ 46 h 114"/>
                  <a:gd name="T12" fmla="*/ 42 w 43"/>
                  <a:gd name="T13" fmla="*/ 206 h 114"/>
                  <a:gd name="T14" fmla="*/ 1 w 43"/>
                  <a:gd name="T15" fmla="*/ 444 h 114"/>
                  <a:gd name="T16" fmla="*/ 0 w 43"/>
                  <a:gd name="T17" fmla="*/ 465 h 114"/>
                  <a:gd name="T18" fmla="*/ 73 w 43"/>
                  <a:gd name="T19" fmla="*/ 465 h 1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114">
                    <a:moveTo>
                      <a:pt x="22" y="114"/>
                    </a:moveTo>
                    <a:cubicBezTo>
                      <a:pt x="25" y="101"/>
                      <a:pt x="31" y="76"/>
                      <a:pt x="32" y="67"/>
                    </a:cubicBezTo>
                    <a:cubicBezTo>
                      <a:pt x="35" y="55"/>
                      <a:pt x="42" y="11"/>
                      <a:pt x="42" y="10"/>
                    </a:cubicBezTo>
                    <a:cubicBezTo>
                      <a:pt x="43" y="6"/>
                      <a:pt x="42" y="4"/>
                      <a:pt x="38" y="3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5" y="0"/>
                      <a:pt x="22" y="5"/>
                      <a:pt x="20" y="1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" y="109"/>
                      <a:pt x="1" y="109"/>
                      <a:pt x="1" y="109"/>
                    </a:cubicBezTo>
                    <a:cubicBezTo>
                      <a:pt x="0" y="111"/>
                      <a:pt x="0" y="113"/>
                      <a:pt x="0" y="114"/>
                    </a:cubicBezTo>
                    <a:lnTo>
                      <a:pt x="22" y="114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9" name="Freeform 653">
                <a:extLst>
                  <a:ext uri="{FF2B5EF4-FFF2-40B4-BE49-F238E27FC236}">
                    <a16:creationId xmlns:a16="http://schemas.microsoft.com/office/drawing/2014/main" id="{1B7C960F-12D0-4F42-B96B-C4D48D288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682"/>
                <a:ext cx="14" cy="40"/>
              </a:xfrm>
              <a:custGeom>
                <a:avLst/>
                <a:gdLst>
                  <a:gd name="T0" fmla="*/ 21 w 10"/>
                  <a:gd name="T1" fmla="*/ 0 h 25"/>
                  <a:gd name="T2" fmla="*/ 25 w 10"/>
                  <a:gd name="T3" fmla="*/ 54 h 25"/>
                  <a:gd name="T4" fmla="*/ 8 w 10"/>
                  <a:gd name="T5" fmla="*/ 102 h 25"/>
                  <a:gd name="T6" fmla="*/ 6 w 10"/>
                  <a:gd name="T7" fmla="*/ 48 h 25"/>
                  <a:gd name="T8" fmla="*/ 21 w 1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8" y="0"/>
                    </a:moveTo>
                    <a:cubicBezTo>
                      <a:pt x="10" y="1"/>
                      <a:pt x="10" y="7"/>
                      <a:pt x="9" y="13"/>
                    </a:cubicBezTo>
                    <a:cubicBezTo>
                      <a:pt x="7" y="20"/>
                      <a:pt x="5" y="25"/>
                      <a:pt x="3" y="25"/>
                    </a:cubicBezTo>
                    <a:cubicBezTo>
                      <a:pt x="1" y="24"/>
                      <a:pt x="0" y="19"/>
                      <a:pt x="2" y="12"/>
                    </a:cubicBezTo>
                    <a:cubicBezTo>
                      <a:pt x="3" y="5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0" name="Freeform 654">
                <a:extLst>
                  <a:ext uri="{FF2B5EF4-FFF2-40B4-BE49-F238E27FC236}">
                    <a16:creationId xmlns:a16="http://schemas.microsoft.com/office/drawing/2014/main" id="{895417D4-19B7-44E6-A604-ABD3AF9B5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685"/>
                <a:ext cx="14" cy="41"/>
              </a:xfrm>
              <a:custGeom>
                <a:avLst/>
                <a:gdLst>
                  <a:gd name="T0" fmla="*/ 20 w 10"/>
                  <a:gd name="T1" fmla="*/ 5 h 26"/>
                  <a:gd name="T2" fmla="*/ 21 w 10"/>
                  <a:gd name="T3" fmla="*/ 55 h 26"/>
                  <a:gd name="T4" fmla="*/ 6 w 10"/>
                  <a:gd name="T5" fmla="*/ 98 h 26"/>
                  <a:gd name="T6" fmla="*/ 1 w 10"/>
                  <a:gd name="T7" fmla="*/ 47 h 26"/>
                  <a:gd name="T8" fmla="*/ 20 w 10"/>
                  <a:gd name="T9" fmla="*/ 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6">
                    <a:moveTo>
                      <a:pt x="7" y="1"/>
                    </a:moveTo>
                    <a:cubicBezTo>
                      <a:pt x="9" y="1"/>
                      <a:pt x="10" y="7"/>
                      <a:pt x="8" y="14"/>
                    </a:cubicBezTo>
                    <a:cubicBezTo>
                      <a:pt x="7" y="20"/>
                      <a:pt x="4" y="26"/>
                      <a:pt x="2" y="25"/>
                    </a:cubicBezTo>
                    <a:cubicBezTo>
                      <a:pt x="1" y="25"/>
                      <a:pt x="0" y="19"/>
                      <a:pt x="1" y="12"/>
                    </a:cubicBezTo>
                    <a:cubicBezTo>
                      <a:pt x="3" y="6"/>
                      <a:pt x="5" y="0"/>
                      <a:pt x="7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1" name="Freeform 655">
                <a:extLst>
                  <a:ext uri="{FF2B5EF4-FFF2-40B4-BE49-F238E27FC236}">
                    <a16:creationId xmlns:a16="http://schemas.microsoft.com/office/drawing/2014/main" id="{4244E943-4C72-481F-A01F-80C7389E6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613"/>
                <a:ext cx="24" cy="144"/>
              </a:xfrm>
              <a:custGeom>
                <a:avLst/>
                <a:gdLst>
                  <a:gd name="T0" fmla="*/ 21 w 16"/>
                  <a:gd name="T1" fmla="*/ 5 h 90"/>
                  <a:gd name="T2" fmla="*/ 53 w 16"/>
                  <a:gd name="T3" fmla="*/ 21 h 90"/>
                  <a:gd name="T4" fmla="*/ 45 w 16"/>
                  <a:gd name="T5" fmla="*/ 86 h 90"/>
                  <a:gd name="T6" fmla="*/ 35 w 16"/>
                  <a:gd name="T7" fmla="*/ 176 h 90"/>
                  <a:gd name="T8" fmla="*/ 0 w 16"/>
                  <a:gd name="T9" fmla="*/ 368 h 90"/>
                  <a:gd name="T10" fmla="*/ 21 w 16"/>
                  <a:gd name="T11" fmla="*/ 238 h 90"/>
                  <a:gd name="T12" fmla="*/ 35 w 16"/>
                  <a:gd name="T13" fmla="*/ 107 h 90"/>
                  <a:gd name="T14" fmla="*/ 0 w 16"/>
                  <a:gd name="T15" fmla="*/ 16 h 90"/>
                  <a:gd name="T16" fmla="*/ 18 w 16"/>
                  <a:gd name="T17" fmla="*/ 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90">
                    <a:moveTo>
                      <a:pt x="6" y="1"/>
                    </a:moveTo>
                    <a:cubicBezTo>
                      <a:pt x="9" y="2"/>
                      <a:pt x="14" y="0"/>
                      <a:pt x="15" y="5"/>
                    </a:cubicBezTo>
                    <a:cubicBezTo>
                      <a:pt x="16" y="9"/>
                      <a:pt x="14" y="16"/>
                      <a:pt x="13" y="21"/>
                    </a:cubicBezTo>
                    <a:cubicBezTo>
                      <a:pt x="12" y="30"/>
                      <a:pt x="11" y="34"/>
                      <a:pt x="10" y="43"/>
                    </a:cubicBezTo>
                    <a:cubicBezTo>
                      <a:pt x="7" y="57"/>
                      <a:pt x="4" y="77"/>
                      <a:pt x="0" y="90"/>
                    </a:cubicBezTo>
                    <a:cubicBezTo>
                      <a:pt x="2" y="80"/>
                      <a:pt x="4" y="68"/>
                      <a:pt x="6" y="58"/>
                    </a:cubicBezTo>
                    <a:cubicBezTo>
                      <a:pt x="8" y="47"/>
                      <a:pt x="9" y="37"/>
                      <a:pt x="10" y="26"/>
                    </a:cubicBezTo>
                    <a:cubicBezTo>
                      <a:pt x="12" y="15"/>
                      <a:pt x="9" y="0"/>
                      <a:pt x="0" y="4"/>
                    </a:cubicBezTo>
                    <a:cubicBezTo>
                      <a:pt x="1" y="0"/>
                      <a:pt x="3" y="1"/>
                      <a:pt x="5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2" name="Freeform 656">
                <a:extLst>
                  <a:ext uri="{FF2B5EF4-FFF2-40B4-BE49-F238E27FC236}">
                    <a16:creationId xmlns:a16="http://schemas.microsoft.com/office/drawing/2014/main" id="{4D4B39D5-D25D-49A7-ADAF-CF159C113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685"/>
                <a:ext cx="10" cy="33"/>
              </a:xfrm>
              <a:custGeom>
                <a:avLst/>
                <a:gdLst>
                  <a:gd name="T0" fmla="*/ 0 w 7"/>
                  <a:gd name="T1" fmla="*/ 27 h 21"/>
                  <a:gd name="T2" fmla="*/ 13 w 7"/>
                  <a:gd name="T3" fmla="*/ 13 h 21"/>
                  <a:gd name="T4" fmla="*/ 14 w 7"/>
                  <a:gd name="T5" fmla="*/ 61 h 21"/>
                  <a:gd name="T6" fmla="*/ 9 w 7"/>
                  <a:gd name="T7" fmla="*/ 82 h 21"/>
                  <a:gd name="T8" fmla="*/ 14 w 7"/>
                  <a:gd name="T9" fmla="*/ 55 h 21"/>
                  <a:gd name="T10" fmla="*/ 13 w 7"/>
                  <a:gd name="T11" fmla="*/ 5 h 21"/>
                  <a:gd name="T12" fmla="*/ 0 w 7"/>
                  <a:gd name="T13" fmla="*/ 2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0" y="7"/>
                    </a:moveTo>
                    <a:cubicBezTo>
                      <a:pt x="1" y="4"/>
                      <a:pt x="3" y="3"/>
                      <a:pt x="4" y="3"/>
                    </a:cubicBezTo>
                    <a:cubicBezTo>
                      <a:pt x="5" y="3"/>
                      <a:pt x="6" y="9"/>
                      <a:pt x="5" y="16"/>
                    </a:cubicBezTo>
                    <a:cubicBezTo>
                      <a:pt x="4" y="18"/>
                      <a:pt x="4" y="20"/>
                      <a:pt x="3" y="21"/>
                    </a:cubicBezTo>
                    <a:cubicBezTo>
                      <a:pt x="4" y="19"/>
                      <a:pt x="5" y="17"/>
                      <a:pt x="5" y="14"/>
                    </a:cubicBezTo>
                    <a:cubicBezTo>
                      <a:pt x="7" y="7"/>
                      <a:pt x="6" y="1"/>
                      <a:pt x="4" y="1"/>
                    </a:cubicBezTo>
                    <a:cubicBezTo>
                      <a:pt x="3" y="0"/>
                      <a:pt x="1" y="3"/>
                      <a:pt x="0" y="7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3" name="Freeform 657">
                <a:extLst>
                  <a:ext uri="{FF2B5EF4-FFF2-40B4-BE49-F238E27FC236}">
                    <a16:creationId xmlns:a16="http://schemas.microsoft.com/office/drawing/2014/main" id="{772E12BF-4AE4-46FD-AB9D-29105FD4B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691"/>
                <a:ext cx="8" cy="31"/>
              </a:xfrm>
              <a:custGeom>
                <a:avLst/>
                <a:gdLst>
                  <a:gd name="T0" fmla="*/ 8 w 5"/>
                  <a:gd name="T1" fmla="*/ 77 h 19"/>
                  <a:gd name="T2" fmla="*/ 8 w 5"/>
                  <a:gd name="T3" fmla="*/ 29 h 19"/>
                  <a:gd name="T4" fmla="*/ 16 w 5"/>
                  <a:gd name="T5" fmla="*/ 0 h 19"/>
                  <a:gd name="T6" fmla="*/ 5 w 5"/>
                  <a:gd name="T7" fmla="*/ 39 h 19"/>
                  <a:gd name="T8" fmla="*/ 8 w 5"/>
                  <a:gd name="T9" fmla="*/ 83 h 19"/>
                  <a:gd name="T10" fmla="*/ 21 w 5"/>
                  <a:gd name="T11" fmla="*/ 64 h 19"/>
                  <a:gd name="T12" fmla="*/ 8 w 5"/>
                  <a:gd name="T13" fmla="*/ 7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9">
                    <a:moveTo>
                      <a:pt x="2" y="18"/>
                    </a:moveTo>
                    <a:cubicBezTo>
                      <a:pt x="1" y="17"/>
                      <a:pt x="1" y="12"/>
                      <a:pt x="2" y="7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0" y="14"/>
                      <a:pt x="0" y="19"/>
                      <a:pt x="2" y="19"/>
                    </a:cubicBezTo>
                    <a:cubicBezTo>
                      <a:pt x="3" y="19"/>
                      <a:pt x="4" y="18"/>
                      <a:pt x="5" y="15"/>
                    </a:cubicBezTo>
                    <a:cubicBezTo>
                      <a:pt x="4" y="16"/>
                      <a:pt x="3" y="18"/>
                      <a:pt x="2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4" name="Freeform 658">
                <a:extLst>
                  <a:ext uri="{FF2B5EF4-FFF2-40B4-BE49-F238E27FC236}">
                    <a16:creationId xmlns:a16="http://schemas.microsoft.com/office/drawing/2014/main" id="{882D8186-9222-4885-999B-D32A56C9A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608"/>
                <a:ext cx="64" cy="182"/>
              </a:xfrm>
              <a:custGeom>
                <a:avLst/>
                <a:gdLst>
                  <a:gd name="T0" fmla="*/ 73 w 43"/>
                  <a:gd name="T1" fmla="*/ 465 h 114"/>
                  <a:gd name="T2" fmla="*/ 106 w 43"/>
                  <a:gd name="T3" fmla="*/ 273 h 114"/>
                  <a:gd name="T4" fmla="*/ 140 w 43"/>
                  <a:gd name="T5" fmla="*/ 42 h 114"/>
                  <a:gd name="T6" fmla="*/ 127 w 43"/>
                  <a:gd name="T7" fmla="*/ 13 h 114"/>
                  <a:gd name="T8" fmla="*/ 94 w 43"/>
                  <a:gd name="T9" fmla="*/ 5 h 114"/>
                  <a:gd name="T10" fmla="*/ 67 w 43"/>
                  <a:gd name="T11" fmla="*/ 46 h 114"/>
                  <a:gd name="T12" fmla="*/ 42 w 43"/>
                  <a:gd name="T13" fmla="*/ 206 h 114"/>
                  <a:gd name="T14" fmla="*/ 1 w 43"/>
                  <a:gd name="T15" fmla="*/ 444 h 114"/>
                  <a:gd name="T16" fmla="*/ 0 w 43"/>
                  <a:gd name="T17" fmla="*/ 465 h 114"/>
                  <a:gd name="T18" fmla="*/ 73 w 43"/>
                  <a:gd name="T19" fmla="*/ 465 h 1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114">
                    <a:moveTo>
                      <a:pt x="22" y="114"/>
                    </a:moveTo>
                    <a:cubicBezTo>
                      <a:pt x="25" y="101"/>
                      <a:pt x="31" y="76"/>
                      <a:pt x="32" y="67"/>
                    </a:cubicBezTo>
                    <a:cubicBezTo>
                      <a:pt x="35" y="55"/>
                      <a:pt x="42" y="11"/>
                      <a:pt x="42" y="10"/>
                    </a:cubicBezTo>
                    <a:cubicBezTo>
                      <a:pt x="43" y="6"/>
                      <a:pt x="42" y="4"/>
                      <a:pt x="38" y="3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5" y="0"/>
                      <a:pt x="22" y="5"/>
                      <a:pt x="20" y="1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" y="109"/>
                      <a:pt x="1" y="109"/>
                      <a:pt x="1" y="109"/>
                    </a:cubicBezTo>
                    <a:cubicBezTo>
                      <a:pt x="0" y="111"/>
                      <a:pt x="0" y="113"/>
                      <a:pt x="0" y="114"/>
                    </a:cubicBezTo>
                    <a:lnTo>
                      <a:pt x="22" y="11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5" name="Freeform 659">
                <a:extLst>
                  <a:ext uri="{FF2B5EF4-FFF2-40B4-BE49-F238E27FC236}">
                    <a16:creationId xmlns:a16="http://schemas.microsoft.com/office/drawing/2014/main" id="{23F496C9-7633-49CC-B8D4-9E6CA8DA2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1772"/>
                <a:ext cx="109" cy="201"/>
              </a:xfrm>
              <a:custGeom>
                <a:avLst/>
                <a:gdLst>
                  <a:gd name="T0" fmla="*/ 46 w 73"/>
                  <a:gd name="T1" fmla="*/ 5 h 126"/>
                  <a:gd name="T2" fmla="*/ 94 w 73"/>
                  <a:gd name="T3" fmla="*/ 61 h 126"/>
                  <a:gd name="T4" fmla="*/ 173 w 73"/>
                  <a:gd name="T5" fmla="*/ 274 h 126"/>
                  <a:gd name="T6" fmla="*/ 234 w 73"/>
                  <a:gd name="T7" fmla="*/ 437 h 126"/>
                  <a:gd name="T8" fmla="*/ 227 w 73"/>
                  <a:gd name="T9" fmla="*/ 491 h 126"/>
                  <a:gd name="T10" fmla="*/ 196 w 73"/>
                  <a:gd name="T11" fmla="*/ 506 h 126"/>
                  <a:gd name="T12" fmla="*/ 167 w 73"/>
                  <a:gd name="T13" fmla="*/ 487 h 126"/>
                  <a:gd name="T14" fmla="*/ 94 w 73"/>
                  <a:gd name="T15" fmla="*/ 286 h 126"/>
                  <a:gd name="T16" fmla="*/ 6 w 73"/>
                  <a:gd name="T17" fmla="*/ 65 h 126"/>
                  <a:gd name="T18" fmla="*/ 15 w 73"/>
                  <a:gd name="T19" fmla="*/ 21 h 126"/>
                  <a:gd name="T20" fmla="*/ 46 w 73"/>
                  <a:gd name="T21" fmla="*/ 5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126">
                    <a:moveTo>
                      <a:pt x="14" y="1"/>
                    </a:moveTo>
                    <a:cubicBezTo>
                      <a:pt x="17" y="0"/>
                      <a:pt x="21" y="0"/>
                      <a:pt x="28" y="15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70" y="108"/>
                      <a:pt x="70" y="108"/>
                      <a:pt x="70" y="108"/>
                    </a:cubicBezTo>
                    <a:cubicBezTo>
                      <a:pt x="73" y="113"/>
                      <a:pt x="72" y="119"/>
                      <a:pt x="68" y="121"/>
                    </a:cubicBezTo>
                    <a:cubicBezTo>
                      <a:pt x="59" y="125"/>
                      <a:pt x="59" y="125"/>
                      <a:pt x="59" y="125"/>
                    </a:cubicBezTo>
                    <a:cubicBezTo>
                      <a:pt x="56" y="126"/>
                      <a:pt x="52" y="126"/>
                      <a:pt x="50" y="120"/>
                    </a:cubicBezTo>
                    <a:cubicBezTo>
                      <a:pt x="50" y="120"/>
                      <a:pt x="33" y="82"/>
                      <a:pt x="28" y="70"/>
                    </a:cubicBezTo>
                    <a:cubicBezTo>
                      <a:pt x="22" y="59"/>
                      <a:pt x="2" y="16"/>
                      <a:pt x="2" y="16"/>
                    </a:cubicBezTo>
                    <a:cubicBezTo>
                      <a:pt x="0" y="11"/>
                      <a:pt x="1" y="7"/>
                      <a:pt x="5" y="5"/>
                    </a:cubicBezTo>
                    <a:lnTo>
                      <a:pt x="14" y="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6" name="Freeform 660">
                <a:extLst>
                  <a:ext uri="{FF2B5EF4-FFF2-40B4-BE49-F238E27FC236}">
                    <a16:creationId xmlns:a16="http://schemas.microsoft.com/office/drawing/2014/main" id="{13950778-114B-4017-9056-E43A1C7ED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178"/>
                <a:ext cx="52" cy="211"/>
              </a:xfrm>
              <a:custGeom>
                <a:avLst/>
                <a:gdLst>
                  <a:gd name="T0" fmla="*/ 49 w 35"/>
                  <a:gd name="T1" fmla="*/ 5 h 132"/>
                  <a:gd name="T2" fmla="*/ 73 w 35"/>
                  <a:gd name="T3" fmla="*/ 42 h 132"/>
                  <a:gd name="T4" fmla="*/ 95 w 35"/>
                  <a:gd name="T5" fmla="*/ 328 h 132"/>
                  <a:gd name="T6" fmla="*/ 113 w 35"/>
                  <a:gd name="T7" fmla="*/ 486 h 132"/>
                  <a:gd name="T8" fmla="*/ 92 w 35"/>
                  <a:gd name="T9" fmla="*/ 534 h 132"/>
                  <a:gd name="T10" fmla="*/ 62 w 35"/>
                  <a:gd name="T11" fmla="*/ 539 h 132"/>
                  <a:gd name="T12" fmla="*/ 36 w 35"/>
                  <a:gd name="T13" fmla="*/ 486 h 132"/>
                  <a:gd name="T14" fmla="*/ 9 w 35"/>
                  <a:gd name="T15" fmla="*/ 179 h 132"/>
                  <a:gd name="T16" fmla="*/ 0 w 35"/>
                  <a:gd name="T17" fmla="*/ 61 h 132"/>
                  <a:gd name="T18" fmla="*/ 13 w 35"/>
                  <a:gd name="T19" fmla="*/ 13 h 132"/>
                  <a:gd name="T20" fmla="*/ 49 w 35"/>
                  <a:gd name="T21" fmla="*/ 5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132">
                    <a:moveTo>
                      <a:pt x="15" y="1"/>
                    </a:moveTo>
                    <a:cubicBezTo>
                      <a:pt x="19" y="0"/>
                      <a:pt x="22" y="4"/>
                      <a:pt x="22" y="10"/>
                    </a:cubicBezTo>
                    <a:cubicBezTo>
                      <a:pt x="22" y="10"/>
                      <a:pt x="28" y="64"/>
                      <a:pt x="29" y="80"/>
                    </a:cubicBezTo>
                    <a:cubicBezTo>
                      <a:pt x="31" y="95"/>
                      <a:pt x="34" y="119"/>
                      <a:pt x="34" y="119"/>
                    </a:cubicBezTo>
                    <a:cubicBezTo>
                      <a:pt x="35" y="125"/>
                      <a:pt x="33" y="130"/>
                      <a:pt x="28" y="131"/>
                    </a:cubicBezTo>
                    <a:cubicBezTo>
                      <a:pt x="19" y="132"/>
                      <a:pt x="19" y="132"/>
                      <a:pt x="19" y="132"/>
                    </a:cubicBezTo>
                    <a:cubicBezTo>
                      <a:pt x="15" y="132"/>
                      <a:pt x="12" y="129"/>
                      <a:pt x="11" y="119"/>
                    </a:cubicBezTo>
                    <a:cubicBezTo>
                      <a:pt x="11" y="119"/>
                      <a:pt x="5" y="63"/>
                      <a:pt x="3" y="44"/>
                    </a:cubicBezTo>
                    <a:cubicBezTo>
                      <a:pt x="1" y="25"/>
                      <a:pt x="0" y="15"/>
                      <a:pt x="0" y="15"/>
                    </a:cubicBezTo>
                    <a:cubicBezTo>
                      <a:pt x="0" y="9"/>
                      <a:pt x="1" y="3"/>
                      <a:pt x="4" y="3"/>
                    </a:cubicBezTo>
                    <a:lnTo>
                      <a:pt x="15" y="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7" name="Freeform 661">
                <a:extLst>
                  <a:ext uri="{FF2B5EF4-FFF2-40B4-BE49-F238E27FC236}">
                    <a16:creationId xmlns:a16="http://schemas.microsoft.com/office/drawing/2014/main" id="{E4C6BE0F-9AE9-42C7-8D5D-F6DE9138F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1972"/>
                <a:ext cx="79" cy="211"/>
              </a:xfrm>
              <a:custGeom>
                <a:avLst/>
                <a:gdLst>
                  <a:gd name="T0" fmla="*/ 54 w 53"/>
                  <a:gd name="T1" fmla="*/ 5 h 132"/>
                  <a:gd name="T2" fmla="*/ 82 w 53"/>
                  <a:gd name="T3" fmla="*/ 54 h 132"/>
                  <a:gd name="T4" fmla="*/ 109 w 53"/>
                  <a:gd name="T5" fmla="*/ 176 h 132"/>
                  <a:gd name="T6" fmla="*/ 168 w 53"/>
                  <a:gd name="T7" fmla="*/ 465 h 132"/>
                  <a:gd name="T8" fmla="*/ 159 w 53"/>
                  <a:gd name="T9" fmla="*/ 524 h 132"/>
                  <a:gd name="T10" fmla="*/ 127 w 53"/>
                  <a:gd name="T11" fmla="*/ 534 h 132"/>
                  <a:gd name="T12" fmla="*/ 100 w 53"/>
                  <a:gd name="T13" fmla="*/ 512 h 132"/>
                  <a:gd name="T14" fmla="*/ 55 w 53"/>
                  <a:gd name="T15" fmla="*/ 289 h 132"/>
                  <a:gd name="T16" fmla="*/ 9 w 53"/>
                  <a:gd name="T17" fmla="*/ 82 h 132"/>
                  <a:gd name="T18" fmla="*/ 19 w 53"/>
                  <a:gd name="T19" fmla="*/ 16 h 132"/>
                  <a:gd name="T20" fmla="*/ 54 w 53"/>
                  <a:gd name="T21" fmla="*/ 5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32">
                    <a:moveTo>
                      <a:pt x="16" y="1"/>
                    </a:moveTo>
                    <a:cubicBezTo>
                      <a:pt x="19" y="0"/>
                      <a:pt x="23" y="2"/>
                      <a:pt x="25" y="13"/>
                    </a:cubicBezTo>
                    <a:cubicBezTo>
                      <a:pt x="25" y="13"/>
                      <a:pt x="27" y="19"/>
                      <a:pt x="33" y="43"/>
                    </a:cubicBezTo>
                    <a:cubicBezTo>
                      <a:pt x="39" y="67"/>
                      <a:pt x="51" y="114"/>
                      <a:pt x="51" y="114"/>
                    </a:cubicBezTo>
                    <a:cubicBezTo>
                      <a:pt x="53" y="124"/>
                      <a:pt x="52" y="127"/>
                      <a:pt x="48" y="128"/>
                    </a:cubicBezTo>
                    <a:cubicBezTo>
                      <a:pt x="38" y="131"/>
                      <a:pt x="38" y="131"/>
                      <a:pt x="38" y="131"/>
                    </a:cubicBezTo>
                    <a:cubicBezTo>
                      <a:pt x="35" y="132"/>
                      <a:pt x="31" y="131"/>
                      <a:pt x="30" y="125"/>
                    </a:cubicBezTo>
                    <a:cubicBezTo>
                      <a:pt x="30" y="125"/>
                      <a:pt x="22" y="93"/>
                      <a:pt x="17" y="71"/>
                    </a:cubicBezTo>
                    <a:cubicBezTo>
                      <a:pt x="11" y="49"/>
                      <a:pt x="3" y="20"/>
                      <a:pt x="3" y="20"/>
                    </a:cubicBezTo>
                    <a:cubicBezTo>
                      <a:pt x="0" y="8"/>
                      <a:pt x="2" y="5"/>
                      <a:pt x="6" y="4"/>
                    </a:cubicBezTo>
                    <a:lnTo>
                      <a:pt x="16" y="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8" name="Freeform 662">
                <a:extLst>
                  <a:ext uri="{FF2B5EF4-FFF2-40B4-BE49-F238E27FC236}">
                    <a16:creationId xmlns:a16="http://schemas.microsoft.com/office/drawing/2014/main" id="{6C45C82C-249F-4B93-B8E7-CC10C81A7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395"/>
                <a:ext cx="50" cy="212"/>
              </a:xfrm>
              <a:custGeom>
                <a:avLst/>
                <a:gdLst>
                  <a:gd name="T0" fmla="*/ 94 w 33"/>
                  <a:gd name="T1" fmla="*/ 5 h 132"/>
                  <a:gd name="T2" fmla="*/ 115 w 33"/>
                  <a:gd name="T3" fmla="*/ 63 h 132"/>
                  <a:gd name="T4" fmla="*/ 103 w 33"/>
                  <a:gd name="T5" fmla="*/ 191 h 132"/>
                  <a:gd name="T6" fmla="*/ 83 w 33"/>
                  <a:gd name="T7" fmla="*/ 493 h 132"/>
                  <a:gd name="T8" fmla="*/ 55 w 33"/>
                  <a:gd name="T9" fmla="*/ 541 h 132"/>
                  <a:gd name="T10" fmla="*/ 26 w 33"/>
                  <a:gd name="T11" fmla="*/ 541 h 132"/>
                  <a:gd name="T12" fmla="*/ 0 w 33"/>
                  <a:gd name="T13" fmla="*/ 506 h 132"/>
                  <a:gd name="T14" fmla="*/ 21 w 33"/>
                  <a:gd name="T15" fmla="*/ 278 h 132"/>
                  <a:gd name="T16" fmla="*/ 32 w 33"/>
                  <a:gd name="T17" fmla="*/ 56 h 132"/>
                  <a:gd name="T18" fmla="*/ 59 w 33"/>
                  <a:gd name="T19" fmla="*/ 0 h 132"/>
                  <a:gd name="T20" fmla="*/ 94 w 33"/>
                  <a:gd name="T21" fmla="*/ 5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132">
                    <a:moveTo>
                      <a:pt x="27" y="1"/>
                    </a:moveTo>
                    <a:cubicBezTo>
                      <a:pt x="31" y="1"/>
                      <a:pt x="33" y="4"/>
                      <a:pt x="33" y="15"/>
                    </a:cubicBezTo>
                    <a:cubicBezTo>
                      <a:pt x="33" y="15"/>
                      <a:pt x="32" y="21"/>
                      <a:pt x="30" y="46"/>
                    </a:cubicBezTo>
                    <a:cubicBezTo>
                      <a:pt x="28" y="71"/>
                      <a:pt x="24" y="119"/>
                      <a:pt x="24" y="119"/>
                    </a:cubicBezTo>
                    <a:cubicBezTo>
                      <a:pt x="23" y="129"/>
                      <a:pt x="20" y="132"/>
                      <a:pt x="16" y="131"/>
                    </a:cubicBezTo>
                    <a:cubicBezTo>
                      <a:pt x="7" y="131"/>
                      <a:pt x="7" y="131"/>
                      <a:pt x="7" y="131"/>
                    </a:cubicBezTo>
                    <a:cubicBezTo>
                      <a:pt x="3" y="130"/>
                      <a:pt x="0" y="129"/>
                      <a:pt x="0" y="122"/>
                    </a:cubicBezTo>
                    <a:cubicBezTo>
                      <a:pt x="0" y="122"/>
                      <a:pt x="4" y="90"/>
                      <a:pt x="6" y="67"/>
                    </a:cubicBezTo>
                    <a:cubicBezTo>
                      <a:pt x="8" y="44"/>
                      <a:pt x="9" y="14"/>
                      <a:pt x="9" y="14"/>
                    </a:cubicBezTo>
                    <a:cubicBezTo>
                      <a:pt x="10" y="2"/>
                      <a:pt x="13" y="0"/>
                      <a:pt x="17" y="0"/>
                    </a:cubicBezTo>
                    <a:lnTo>
                      <a:pt x="27" y="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058" name="Freeform 664">
              <a:extLst>
                <a:ext uri="{FF2B5EF4-FFF2-40B4-BE49-F238E27FC236}">
                  <a16:creationId xmlns:a16="http://schemas.microsoft.com/office/drawing/2014/main" id="{CF600E2F-E78F-4DA9-AFEB-A7FDF58DC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605"/>
              <a:ext cx="70" cy="185"/>
            </a:xfrm>
            <a:custGeom>
              <a:avLst/>
              <a:gdLst>
                <a:gd name="T0" fmla="*/ 82 w 47"/>
                <a:gd name="T1" fmla="*/ 470 h 116"/>
                <a:gd name="T2" fmla="*/ 119 w 47"/>
                <a:gd name="T3" fmla="*/ 279 h 116"/>
                <a:gd name="T4" fmla="*/ 149 w 47"/>
                <a:gd name="T5" fmla="*/ 48 h 116"/>
                <a:gd name="T6" fmla="*/ 133 w 47"/>
                <a:gd name="T7" fmla="*/ 13 h 116"/>
                <a:gd name="T8" fmla="*/ 103 w 47"/>
                <a:gd name="T9" fmla="*/ 5 h 116"/>
                <a:gd name="T10" fmla="*/ 69 w 47"/>
                <a:gd name="T11" fmla="*/ 53 h 116"/>
                <a:gd name="T12" fmla="*/ 46 w 47"/>
                <a:gd name="T13" fmla="*/ 217 h 116"/>
                <a:gd name="T14" fmla="*/ 1 w 47"/>
                <a:gd name="T15" fmla="*/ 450 h 116"/>
                <a:gd name="T16" fmla="*/ 0 w 47"/>
                <a:gd name="T17" fmla="*/ 470 h 116"/>
                <a:gd name="T18" fmla="*/ 82 w 47"/>
                <a:gd name="T19" fmla="*/ 470 h 1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6">
                  <a:moveTo>
                    <a:pt x="25" y="116"/>
                  </a:moveTo>
                  <a:cubicBezTo>
                    <a:pt x="28" y="103"/>
                    <a:pt x="34" y="78"/>
                    <a:pt x="36" y="69"/>
                  </a:cubicBezTo>
                  <a:cubicBezTo>
                    <a:pt x="38" y="57"/>
                    <a:pt x="45" y="12"/>
                    <a:pt x="45" y="12"/>
                  </a:cubicBezTo>
                  <a:cubicBezTo>
                    <a:pt x="47" y="6"/>
                    <a:pt x="44" y="4"/>
                    <a:pt x="40" y="3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7" y="0"/>
                    <a:pt x="23" y="5"/>
                    <a:pt x="21" y="1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" y="111"/>
                    <a:pt x="1" y="111"/>
                    <a:pt x="1" y="111"/>
                  </a:cubicBezTo>
                  <a:cubicBezTo>
                    <a:pt x="1" y="113"/>
                    <a:pt x="1" y="114"/>
                    <a:pt x="0" y="116"/>
                  </a:cubicBezTo>
                  <a:lnTo>
                    <a:pt x="25" y="11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0" name="artery-wall-longitudinal-section">
            <a:extLst>
              <a:ext uri="{FF2B5EF4-FFF2-40B4-BE49-F238E27FC236}">
                <a16:creationId xmlns:a16="http://schemas.microsoft.com/office/drawing/2014/main" id="{EB2B71A0-3DE4-4674-AF09-BF01D841A36B}"/>
              </a:ext>
            </a:extLst>
          </p:cNvPr>
          <p:cNvGrpSpPr>
            <a:grpSpLocks/>
          </p:cNvGrpSpPr>
          <p:nvPr/>
        </p:nvGrpSpPr>
        <p:grpSpPr bwMode="auto">
          <a:xfrm>
            <a:off x="2982913" y="2771775"/>
            <a:ext cx="1441450" cy="3625850"/>
            <a:chOff x="841" y="1746"/>
            <a:chExt cx="908" cy="2284"/>
          </a:xfrm>
        </p:grpSpPr>
        <p:grpSp>
          <p:nvGrpSpPr>
            <p:cNvPr id="16837" name="Group 442">
              <a:extLst>
                <a:ext uri="{FF2B5EF4-FFF2-40B4-BE49-F238E27FC236}">
                  <a16:creationId xmlns:a16="http://schemas.microsoft.com/office/drawing/2014/main" id="{B6C64D92-A29E-444B-8D0B-F31AC1C352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" y="1746"/>
              <a:ext cx="906" cy="2284"/>
              <a:chOff x="843" y="1746"/>
              <a:chExt cx="906" cy="2284"/>
            </a:xfrm>
          </p:grpSpPr>
          <p:sp>
            <p:nvSpPr>
              <p:cNvPr id="16857" name="Freeform 242">
                <a:extLst>
                  <a:ext uri="{FF2B5EF4-FFF2-40B4-BE49-F238E27FC236}">
                    <a16:creationId xmlns:a16="http://schemas.microsoft.com/office/drawing/2014/main" id="{00634FD6-2316-4F93-A88D-4FD803AC7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747"/>
                <a:ext cx="861" cy="2283"/>
              </a:xfrm>
              <a:custGeom>
                <a:avLst/>
                <a:gdLst>
                  <a:gd name="T0" fmla="*/ 1903 w 575"/>
                  <a:gd name="T1" fmla="*/ 1570 h 1428"/>
                  <a:gd name="T2" fmla="*/ 1816 w 575"/>
                  <a:gd name="T3" fmla="*/ 1153 h 1428"/>
                  <a:gd name="T4" fmla="*/ 1565 w 575"/>
                  <a:gd name="T5" fmla="*/ 499 h 1428"/>
                  <a:gd name="T6" fmla="*/ 1316 w 575"/>
                  <a:gd name="T7" fmla="*/ 0 h 1428"/>
                  <a:gd name="T8" fmla="*/ 574 w 575"/>
                  <a:gd name="T9" fmla="*/ 67 h 1428"/>
                  <a:gd name="T10" fmla="*/ 756 w 575"/>
                  <a:gd name="T11" fmla="*/ 341 h 1428"/>
                  <a:gd name="T12" fmla="*/ 957 w 575"/>
                  <a:gd name="T13" fmla="*/ 729 h 1428"/>
                  <a:gd name="T14" fmla="*/ 1114 w 575"/>
                  <a:gd name="T15" fmla="*/ 1098 h 1428"/>
                  <a:gd name="T16" fmla="*/ 1208 w 575"/>
                  <a:gd name="T17" fmla="*/ 1399 h 1428"/>
                  <a:gd name="T18" fmla="*/ 1243 w 575"/>
                  <a:gd name="T19" fmla="*/ 1715 h 1428"/>
                  <a:gd name="T20" fmla="*/ 1256 w 575"/>
                  <a:gd name="T21" fmla="*/ 1971 h 1428"/>
                  <a:gd name="T22" fmla="*/ 1222 w 575"/>
                  <a:gd name="T23" fmla="*/ 2285 h 1428"/>
                  <a:gd name="T24" fmla="*/ 1119 w 575"/>
                  <a:gd name="T25" fmla="*/ 2643 h 1428"/>
                  <a:gd name="T26" fmla="*/ 879 w 575"/>
                  <a:gd name="T27" fmla="*/ 3213 h 1428"/>
                  <a:gd name="T28" fmla="*/ 668 w 575"/>
                  <a:gd name="T29" fmla="*/ 3653 h 1428"/>
                  <a:gd name="T30" fmla="*/ 427 w 575"/>
                  <a:gd name="T31" fmla="*/ 4205 h 1428"/>
                  <a:gd name="T32" fmla="*/ 243 w 575"/>
                  <a:gd name="T33" fmla="*/ 4793 h 1428"/>
                  <a:gd name="T34" fmla="*/ 168 w 575"/>
                  <a:gd name="T35" fmla="*/ 5161 h 1428"/>
                  <a:gd name="T36" fmla="*/ 0 w 575"/>
                  <a:gd name="T37" fmla="*/ 5835 h 1428"/>
                  <a:gd name="T38" fmla="*/ 704 w 575"/>
                  <a:gd name="T39" fmla="*/ 5835 h 1428"/>
                  <a:gd name="T40" fmla="*/ 797 w 575"/>
                  <a:gd name="T41" fmla="*/ 5332 h 1428"/>
                  <a:gd name="T42" fmla="*/ 898 w 575"/>
                  <a:gd name="T43" fmla="*/ 4887 h 1428"/>
                  <a:gd name="T44" fmla="*/ 1032 w 575"/>
                  <a:gd name="T45" fmla="*/ 4478 h 1428"/>
                  <a:gd name="T46" fmla="*/ 1220 w 575"/>
                  <a:gd name="T47" fmla="*/ 4021 h 1428"/>
                  <a:gd name="T48" fmla="*/ 1491 w 575"/>
                  <a:gd name="T49" fmla="*/ 3480 h 1428"/>
                  <a:gd name="T50" fmla="*/ 1676 w 575"/>
                  <a:gd name="T51" fmla="*/ 3079 h 1428"/>
                  <a:gd name="T52" fmla="*/ 1875 w 575"/>
                  <a:gd name="T53" fmla="*/ 2510 h 1428"/>
                  <a:gd name="T54" fmla="*/ 1930 w 575"/>
                  <a:gd name="T55" fmla="*/ 1998 h 1428"/>
                  <a:gd name="T56" fmla="*/ 1903 w 575"/>
                  <a:gd name="T57" fmla="*/ 1570 h 142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75" h="1428">
                    <a:moveTo>
                      <a:pt x="567" y="384"/>
                    </a:moveTo>
                    <a:cubicBezTo>
                      <a:pt x="541" y="282"/>
                      <a:pt x="541" y="282"/>
                      <a:pt x="541" y="282"/>
                    </a:cubicBezTo>
                    <a:cubicBezTo>
                      <a:pt x="466" y="122"/>
                      <a:pt x="466" y="122"/>
                      <a:pt x="466" y="122"/>
                    </a:cubicBezTo>
                    <a:cubicBezTo>
                      <a:pt x="392" y="0"/>
                      <a:pt x="392" y="0"/>
                      <a:pt x="392" y="0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90" y="35"/>
                      <a:pt x="225" y="83"/>
                      <a:pt x="225" y="83"/>
                    </a:cubicBezTo>
                    <a:cubicBezTo>
                      <a:pt x="285" y="178"/>
                      <a:pt x="285" y="178"/>
                      <a:pt x="285" y="178"/>
                    </a:cubicBezTo>
                    <a:cubicBezTo>
                      <a:pt x="332" y="269"/>
                      <a:pt x="332" y="269"/>
                      <a:pt x="332" y="269"/>
                    </a:cubicBezTo>
                    <a:cubicBezTo>
                      <a:pt x="360" y="342"/>
                      <a:pt x="360" y="342"/>
                      <a:pt x="360" y="342"/>
                    </a:cubicBezTo>
                    <a:cubicBezTo>
                      <a:pt x="370" y="420"/>
                      <a:pt x="370" y="420"/>
                      <a:pt x="370" y="420"/>
                    </a:cubicBezTo>
                    <a:cubicBezTo>
                      <a:pt x="374" y="482"/>
                      <a:pt x="374" y="482"/>
                      <a:pt x="374" y="482"/>
                    </a:cubicBezTo>
                    <a:cubicBezTo>
                      <a:pt x="364" y="559"/>
                      <a:pt x="364" y="559"/>
                      <a:pt x="364" y="559"/>
                    </a:cubicBezTo>
                    <a:cubicBezTo>
                      <a:pt x="333" y="647"/>
                      <a:pt x="333" y="647"/>
                      <a:pt x="333" y="647"/>
                    </a:cubicBezTo>
                    <a:cubicBezTo>
                      <a:pt x="262" y="786"/>
                      <a:pt x="262" y="786"/>
                      <a:pt x="262" y="786"/>
                    </a:cubicBezTo>
                    <a:cubicBezTo>
                      <a:pt x="262" y="786"/>
                      <a:pt x="203" y="889"/>
                      <a:pt x="199" y="894"/>
                    </a:cubicBezTo>
                    <a:cubicBezTo>
                      <a:pt x="127" y="1029"/>
                      <a:pt x="127" y="1029"/>
                      <a:pt x="127" y="1029"/>
                    </a:cubicBezTo>
                    <a:cubicBezTo>
                      <a:pt x="72" y="1173"/>
                      <a:pt x="72" y="1173"/>
                      <a:pt x="72" y="1173"/>
                    </a:cubicBezTo>
                    <a:cubicBezTo>
                      <a:pt x="50" y="1263"/>
                      <a:pt x="50" y="1263"/>
                      <a:pt x="50" y="1263"/>
                    </a:cubicBezTo>
                    <a:cubicBezTo>
                      <a:pt x="0" y="1428"/>
                      <a:pt x="0" y="1428"/>
                      <a:pt x="0" y="1428"/>
                    </a:cubicBezTo>
                    <a:cubicBezTo>
                      <a:pt x="210" y="1428"/>
                      <a:pt x="210" y="1428"/>
                      <a:pt x="210" y="1428"/>
                    </a:cubicBezTo>
                    <a:cubicBezTo>
                      <a:pt x="237" y="1305"/>
                      <a:pt x="237" y="1305"/>
                      <a:pt x="237" y="1305"/>
                    </a:cubicBezTo>
                    <a:cubicBezTo>
                      <a:pt x="268" y="1196"/>
                      <a:pt x="268" y="1196"/>
                      <a:pt x="268" y="1196"/>
                    </a:cubicBezTo>
                    <a:cubicBezTo>
                      <a:pt x="307" y="1096"/>
                      <a:pt x="307" y="1096"/>
                      <a:pt x="307" y="1096"/>
                    </a:cubicBezTo>
                    <a:cubicBezTo>
                      <a:pt x="363" y="984"/>
                      <a:pt x="363" y="984"/>
                      <a:pt x="363" y="984"/>
                    </a:cubicBezTo>
                    <a:cubicBezTo>
                      <a:pt x="444" y="852"/>
                      <a:pt x="444" y="852"/>
                      <a:pt x="444" y="852"/>
                    </a:cubicBezTo>
                    <a:cubicBezTo>
                      <a:pt x="499" y="754"/>
                      <a:pt x="499" y="754"/>
                      <a:pt x="499" y="754"/>
                    </a:cubicBezTo>
                    <a:cubicBezTo>
                      <a:pt x="558" y="614"/>
                      <a:pt x="558" y="614"/>
                      <a:pt x="558" y="614"/>
                    </a:cubicBezTo>
                    <a:cubicBezTo>
                      <a:pt x="575" y="489"/>
                      <a:pt x="575" y="489"/>
                      <a:pt x="575" y="489"/>
                    </a:cubicBezTo>
                    <a:lnTo>
                      <a:pt x="567" y="384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8" name="Freeform 243">
                <a:extLst>
                  <a:ext uri="{FF2B5EF4-FFF2-40B4-BE49-F238E27FC236}">
                    <a16:creationId xmlns:a16="http://schemas.microsoft.com/office/drawing/2014/main" id="{177CD6A4-2263-4CC0-A409-A2FFD5F18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3653"/>
                <a:ext cx="76" cy="202"/>
              </a:xfrm>
              <a:custGeom>
                <a:avLst/>
                <a:gdLst>
                  <a:gd name="T0" fmla="*/ 162 w 51"/>
                  <a:gd name="T1" fmla="*/ 67 h 126"/>
                  <a:gd name="T2" fmla="*/ 95 w 51"/>
                  <a:gd name="T3" fmla="*/ 367 h 126"/>
                  <a:gd name="T4" fmla="*/ 69 w 51"/>
                  <a:gd name="T5" fmla="*/ 478 h 126"/>
                  <a:gd name="T6" fmla="*/ 49 w 51"/>
                  <a:gd name="T7" fmla="*/ 515 h 126"/>
                  <a:gd name="T8" fmla="*/ 13 w 51"/>
                  <a:gd name="T9" fmla="*/ 507 h 126"/>
                  <a:gd name="T10" fmla="*/ 1 w 51"/>
                  <a:gd name="T11" fmla="*/ 470 h 126"/>
                  <a:gd name="T12" fmla="*/ 67 w 51"/>
                  <a:gd name="T13" fmla="*/ 192 h 126"/>
                  <a:gd name="T14" fmla="*/ 100 w 51"/>
                  <a:gd name="T15" fmla="*/ 34 h 126"/>
                  <a:gd name="T16" fmla="*/ 128 w 51"/>
                  <a:gd name="T17" fmla="*/ 5 h 126"/>
                  <a:gd name="T18" fmla="*/ 159 w 51"/>
                  <a:gd name="T19" fmla="*/ 13 h 126"/>
                  <a:gd name="T20" fmla="*/ 167 w 51"/>
                  <a:gd name="T21" fmla="*/ 26 h 126"/>
                  <a:gd name="T22" fmla="*/ 162 w 51"/>
                  <a:gd name="T23" fmla="*/ 67 h 126"/>
                  <a:gd name="T24" fmla="*/ 162 w 51"/>
                  <a:gd name="T25" fmla="*/ 67 h 1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126">
                    <a:moveTo>
                      <a:pt x="49" y="16"/>
                    </a:moveTo>
                    <a:cubicBezTo>
                      <a:pt x="49" y="17"/>
                      <a:pt x="34" y="71"/>
                      <a:pt x="29" y="89"/>
                    </a:cubicBezTo>
                    <a:cubicBezTo>
                      <a:pt x="21" y="116"/>
                      <a:pt x="21" y="116"/>
                      <a:pt x="21" y="116"/>
                    </a:cubicBezTo>
                    <a:cubicBezTo>
                      <a:pt x="20" y="121"/>
                      <a:pt x="18" y="126"/>
                      <a:pt x="15" y="125"/>
                    </a:cubicBezTo>
                    <a:cubicBezTo>
                      <a:pt x="15" y="125"/>
                      <a:pt x="4" y="123"/>
                      <a:pt x="4" y="123"/>
                    </a:cubicBezTo>
                    <a:cubicBezTo>
                      <a:pt x="1" y="122"/>
                      <a:pt x="0" y="119"/>
                      <a:pt x="1" y="114"/>
                    </a:cubicBezTo>
                    <a:cubicBezTo>
                      <a:pt x="1" y="113"/>
                      <a:pt x="16" y="62"/>
                      <a:pt x="20" y="47"/>
                    </a:cubicBezTo>
                    <a:cubicBezTo>
                      <a:pt x="25" y="32"/>
                      <a:pt x="30" y="9"/>
                      <a:pt x="30" y="8"/>
                    </a:cubicBezTo>
                    <a:cubicBezTo>
                      <a:pt x="32" y="2"/>
                      <a:pt x="35" y="0"/>
                      <a:pt x="39" y="1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4"/>
                      <a:pt x="50" y="4"/>
                      <a:pt x="50" y="6"/>
                    </a:cubicBezTo>
                    <a:cubicBezTo>
                      <a:pt x="51" y="8"/>
                      <a:pt x="51" y="12"/>
                      <a:pt x="49" y="16"/>
                    </a:cubicBezTo>
                    <a:cubicBezTo>
                      <a:pt x="49" y="16"/>
                      <a:pt x="49" y="16"/>
                      <a:pt x="49" y="1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9" name="Freeform 244">
                <a:extLst>
                  <a:ext uri="{FF2B5EF4-FFF2-40B4-BE49-F238E27FC236}">
                    <a16:creationId xmlns:a16="http://schemas.microsoft.com/office/drawing/2014/main" id="{53067C7D-671F-410E-859F-76EA18F05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861"/>
                <a:ext cx="68" cy="169"/>
              </a:xfrm>
              <a:custGeom>
                <a:avLst/>
                <a:gdLst>
                  <a:gd name="T0" fmla="*/ 73 w 45"/>
                  <a:gd name="T1" fmla="*/ 429 h 106"/>
                  <a:gd name="T2" fmla="*/ 103 w 45"/>
                  <a:gd name="T3" fmla="*/ 260 h 106"/>
                  <a:gd name="T4" fmla="*/ 151 w 45"/>
                  <a:gd name="T5" fmla="*/ 41 h 106"/>
                  <a:gd name="T6" fmla="*/ 138 w 45"/>
                  <a:gd name="T7" fmla="*/ 13 h 106"/>
                  <a:gd name="T8" fmla="*/ 103 w 45"/>
                  <a:gd name="T9" fmla="*/ 5 h 106"/>
                  <a:gd name="T10" fmla="*/ 80 w 45"/>
                  <a:gd name="T11" fmla="*/ 41 h 106"/>
                  <a:gd name="T12" fmla="*/ 21 w 45"/>
                  <a:gd name="T13" fmla="*/ 333 h 106"/>
                  <a:gd name="T14" fmla="*/ 0 w 45"/>
                  <a:gd name="T15" fmla="*/ 429 h 106"/>
                  <a:gd name="T16" fmla="*/ 73 w 45"/>
                  <a:gd name="T17" fmla="*/ 429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06">
                    <a:moveTo>
                      <a:pt x="21" y="106"/>
                    </a:moveTo>
                    <a:cubicBezTo>
                      <a:pt x="23" y="95"/>
                      <a:pt x="27" y="78"/>
                      <a:pt x="30" y="64"/>
                    </a:cubicBezTo>
                    <a:cubicBezTo>
                      <a:pt x="36" y="42"/>
                      <a:pt x="44" y="10"/>
                      <a:pt x="44" y="10"/>
                    </a:cubicBezTo>
                    <a:cubicBezTo>
                      <a:pt x="45" y="7"/>
                      <a:pt x="45" y="4"/>
                      <a:pt x="40" y="3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7" y="0"/>
                      <a:pt x="25" y="1"/>
                      <a:pt x="23" y="10"/>
                    </a:cubicBezTo>
                    <a:cubicBezTo>
                      <a:pt x="22" y="11"/>
                      <a:pt x="11" y="58"/>
                      <a:pt x="6" y="82"/>
                    </a:cubicBezTo>
                    <a:cubicBezTo>
                      <a:pt x="3" y="94"/>
                      <a:pt x="1" y="102"/>
                      <a:pt x="0" y="106"/>
                    </a:cubicBezTo>
                    <a:lnTo>
                      <a:pt x="21" y="106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0" name="Freeform 245">
                <a:extLst>
                  <a:ext uri="{FF2B5EF4-FFF2-40B4-BE49-F238E27FC236}">
                    <a16:creationId xmlns:a16="http://schemas.microsoft.com/office/drawing/2014/main" id="{401DDEC3-DE63-48F3-B108-3642B5FE2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3736"/>
                <a:ext cx="17" cy="40"/>
              </a:xfrm>
              <a:custGeom>
                <a:avLst/>
                <a:gdLst>
                  <a:gd name="T0" fmla="*/ 34 w 11"/>
                  <a:gd name="T1" fmla="*/ 0 h 25"/>
                  <a:gd name="T2" fmla="*/ 34 w 11"/>
                  <a:gd name="T3" fmla="*/ 54 h 25"/>
                  <a:gd name="T4" fmla="*/ 8 w 11"/>
                  <a:gd name="T5" fmla="*/ 98 h 25"/>
                  <a:gd name="T6" fmla="*/ 8 w 11"/>
                  <a:gd name="T7" fmla="*/ 46 h 25"/>
                  <a:gd name="T8" fmla="*/ 34 w 11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9" y="0"/>
                    </a:moveTo>
                    <a:cubicBezTo>
                      <a:pt x="11" y="1"/>
                      <a:pt x="11" y="6"/>
                      <a:pt x="9" y="13"/>
                    </a:cubicBezTo>
                    <a:cubicBezTo>
                      <a:pt x="7" y="20"/>
                      <a:pt x="4" y="25"/>
                      <a:pt x="2" y="24"/>
                    </a:cubicBezTo>
                    <a:cubicBezTo>
                      <a:pt x="0" y="23"/>
                      <a:pt x="0" y="18"/>
                      <a:pt x="2" y="11"/>
                    </a:cubicBezTo>
                    <a:cubicBezTo>
                      <a:pt x="4" y="4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1" name="Freeform 246">
                <a:extLst>
                  <a:ext uri="{FF2B5EF4-FFF2-40B4-BE49-F238E27FC236}">
                    <a16:creationId xmlns:a16="http://schemas.microsoft.com/office/drawing/2014/main" id="{38E57E0A-9E52-4317-805D-1D24CF0B5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3946"/>
                <a:ext cx="15" cy="40"/>
              </a:xfrm>
              <a:custGeom>
                <a:avLst/>
                <a:gdLst>
                  <a:gd name="T0" fmla="*/ 27 w 10"/>
                  <a:gd name="T1" fmla="*/ 0 h 25"/>
                  <a:gd name="T2" fmla="*/ 27 w 10"/>
                  <a:gd name="T3" fmla="*/ 54 h 25"/>
                  <a:gd name="T4" fmla="*/ 8 w 10"/>
                  <a:gd name="T5" fmla="*/ 102 h 25"/>
                  <a:gd name="T6" fmla="*/ 5 w 10"/>
                  <a:gd name="T7" fmla="*/ 48 h 25"/>
                  <a:gd name="T8" fmla="*/ 27 w 1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8" y="0"/>
                    </a:moveTo>
                    <a:cubicBezTo>
                      <a:pt x="10" y="1"/>
                      <a:pt x="10" y="7"/>
                      <a:pt x="8" y="13"/>
                    </a:cubicBezTo>
                    <a:cubicBezTo>
                      <a:pt x="7" y="20"/>
                      <a:pt x="4" y="25"/>
                      <a:pt x="2" y="25"/>
                    </a:cubicBezTo>
                    <a:cubicBezTo>
                      <a:pt x="0" y="24"/>
                      <a:pt x="0" y="18"/>
                      <a:pt x="1" y="12"/>
                    </a:cubicBezTo>
                    <a:cubicBezTo>
                      <a:pt x="3" y="5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2" name="Freeform 247">
                <a:extLst>
                  <a:ext uri="{FF2B5EF4-FFF2-40B4-BE49-F238E27FC236}">
                    <a16:creationId xmlns:a16="http://schemas.microsoft.com/office/drawing/2014/main" id="{CBA65697-64DB-4756-A6ED-EA6C27734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3731"/>
                <a:ext cx="15" cy="40"/>
              </a:xfrm>
              <a:custGeom>
                <a:avLst/>
                <a:gdLst>
                  <a:gd name="T0" fmla="*/ 27 w 10"/>
                  <a:gd name="T1" fmla="*/ 5 h 25"/>
                  <a:gd name="T2" fmla="*/ 27 w 10"/>
                  <a:gd name="T3" fmla="*/ 56 h 25"/>
                  <a:gd name="T4" fmla="*/ 8 w 10"/>
                  <a:gd name="T5" fmla="*/ 102 h 25"/>
                  <a:gd name="T6" fmla="*/ 8 w 10"/>
                  <a:gd name="T7" fmla="*/ 48 h 25"/>
                  <a:gd name="T8" fmla="*/ 27 w 10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8" y="1"/>
                    </a:moveTo>
                    <a:cubicBezTo>
                      <a:pt x="10" y="1"/>
                      <a:pt x="10" y="7"/>
                      <a:pt x="8" y="14"/>
                    </a:cubicBezTo>
                    <a:cubicBezTo>
                      <a:pt x="6" y="20"/>
                      <a:pt x="3" y="25"/>
                      <a:pt x="2" y="25"/>
                    </a:cubicBezTo>
                    <a:cubicBezTo>
                      <a:pt x="0" y="24"/>
                      <a:pt x="0" y="18"/>
                      <a:pt x="2" y="12"/>
                    </a:cubicBezTo>
                    <a:cubicBezTo>
                      <a:pt x="3" y="5"/>
                      <a:pt x="6" y="0"/>
                      <a:pt x="8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3" name="Freeform 248">
                <a:extLst>
                  <a:ext uri="{FF2B5EF4-FFF2-40B4-BE49-F238E27FC236}">
                    <a16:creationId xmlns:a16="http://schemas.microsoft.com/office/drawing/2014/main" id="{9678F260-0030-429D-9590-6D3ACBA96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3738"/>
                <a:ext cx="9" cy="33"/>
              </a:xfrm>
              <a:custGeom>
                <a:avLst/>
                <a:gdLst>
                  <a:gd name="T0" fmla="*/ 21 w 6"/>
                  <a:gd name="T1" fmla="*/ 60 h 21"/>
                  <a:gd name="T2" fmla="*/ 12 w 6"/>
                  <a:gd name="T3" fmla="*/ 74 h 21"/>
                  <a:gd name="T4" fmla="*/ 12 w 6"/>
                  <a:gd name="T5" fmla="*/ 22 h 21"/>
                  <a:gd name="T6" fmla="*/ 18 w 6"/>
                  <a:gd name="T7" fmla="*/ 0 h 21"/>
                  <a:gd name="T8" fmla="*/ 8 w 6"/>
                  <a:gd name="T9" fmla="*/ 31 h 21"/>
                  <a:gd name="T10" fmla="*/ 8 w 6"/>
                  <a:gd name="T11" fmla="*/ 82 h 21"/>
                  <a:gd name="T12" fmla="*/ 21 w 6"/>
                  <a:gd name="T13" fmla="*/ 6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1">
                    <a:moveTo>
                      <a:pt x="6" y="15"/>
                    </a:moveTo>
                    <a:cubicBezTo>
                      <a:pt x="5" y="18"/>
                      <a:pt x="4" y="19"/>
                      <a:pt x="3" y="19"/>
                    </a:cubicBezTo>
                    <a:cubicBezTo>
                      <a:pt x="1" y="18"/>
                      <a:pt x="1" y="12"/>
                      <a:pt x="3" y="6"/>
                    </a:cubicBezTo>
                    <a:cubicBezTo>
                      <a:pt x="3" y="4"/>
                      <a:pt x="4" y="2"/>
                      <a:pt x="5" y="0"/>
                    </a:cubicBezTo>
                    <a:cubicBezTo>
                      <a:pt x="3" y="2"/>
                      <a:pt x="2" y="5"/>
                      <a:pt x="2" y="8"/>
                    </a:cubicBezTo>
                    <a:cubicBezTo>
                      <a:pt x="0" y="14"/>
                      <a:pt x="0" y="20"/>
                      <a:pt x="2" y="21"/>
                    </a:cubicBezTo>
                    <a:cubicBezTo>
                      <a:pt x="3" y="21"/>
                      <a:pt x="5" y="19"/>
                      <a:pt x="6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4" name="Freeform 249">
                <a:extLst>
                  <a:ext uri="{FF2B5EF4-FFF2-40B4-BE49-F238E27FC236}">
                    <a16:creationId xmlns:a16="http://schemas.microsoft.com/office/drawing/2014/main" id="{0AE6EF5C-CA02-44A1-B15E-14A94C92A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736"/>
                <a:ext cx="7" cy="29"/>
              </a:xfrm>
              <a:custGeom>
                <a:avLst/>
                <a:gdLst>
                  <a:gd name="T0" fmla="*/ 8 w 5"/>
                  <a:gd name="T1" fmla="*/ 5 h 18"/>
                  <a:gd name="T2" fmla="*/ 8 w 5"/>
                  <a:gd name="T3" fmla="*/ 50 h 18"/>
                  <a:gd name="T4" fmla="*/ 0 w 5"/>
                  <a:gd name="T5" fmla="*/ 76 h 18"/>
                  <a:gd name="T6" fmla="*/ 11 w 5"/>
                  <a:gd name="T7" fmla="*/ 42 h 18"/>
                  <a:gd name="T8" fmla="*/ 11 w 5"/>
                  <a:gd name="T9" fmla="*/ 0 h 18"/>
                  <a:gd name="T10" fmla="*/ 0 w 5"/>
                  <a:gd name="T11" fmla="*/ 13 h 18"/>
                  <a:gd name="T12" fmla="*/ 8 w 5"/>
                  <a:gd name="T13" fmla="*/ 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3" y="1"/>
                    </a:moveTo>
                    <a:cubicBezTo>
                      <a:pt x="5" y="2"/>
                      <a:pt x="4" y="7"/>
                      <a:pt x="3" y="12"/>
                    </a:cubicBezTo>
                    <a:cubicBezTo>
                      <a:pt x="2" y="14"/>
                      <a:pt x="1" y="17"/>
                      <a:pt x="0" y="18"/>
                    </a:cubicBezTo>
                    <a:cubicBezTo>
                      <a:pt x="2" y="17"/>
                      <a:pt x="3" y="14"/>
                      <a:pt x="4" y="10"/>
                    </a:cubicBezTo>
                    <a:cubicBezTo>
                      <a:pt x="5" y="5"/>
                      <a:pt x="5" y="0"/>
                      <a:pt x="4" y="0"/>
                    </a:cubicBezTo>
                    <a:cubicBezTo>
                      <a:pt x="3" y="0"/>
                      <a:pt x="2" y="1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5" name="Freeform 250">
                <a:extLst>
                  <a:ext uri="{FF2B5EF4-FFF2-40B4-BE49-F238E27FC236}">
                    <a16:creationId xmlns:a16="http://schemas.microsoft.com/office/drawing/2014/main" id="{D816871B-6255-46CF-9893-94C387DDE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3942"/>
                <a:ext cx="15" cy="40"/>
              </a:xfrm>
              <a:custGeom>
                <a:avLst/>
                <a:gdLst>
                  <a:gd name="T0" fmla="*/ 27 w 10"/>
                  <a:gd name="T1" fmla="*/ 0 h 25"/>
                  <a:gd name="T2" fmla="*/ 32 w 10"/>
                  <a:gd name="T3" fmla="*/ 54 h 25"/>
                  <a:gd name="T4" fmla="*/ 8 w 10"/>
                  <a:gd name="T5" fmla="*/ 98 h 25"/>
                  <a:gd name="T6" fmla="*/ 8 w 10"/>
                  <a:gd name="T7" fmla="*/ 46 h 25"/>
                  <a:gd name="T8" fmla="*/ 27 w 1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8" y="0"/>
                    </a:moveTo>
                    <a:cubicBezTo>
                      <a:pt x="10" y="0"/>
                      <a:pt x="10" y="6"/>
                      <a:pt x="9" y="13"/>
                    </a:cubicBezTo>
                    <a:cubicBezTo>
                      <a:pt x="7" y="20"/>
                      <a:pt x="4" y="25"/>
                      <a:pt x="2" y="24"/>
                    </a:cubicBezTo>
                    <a:cubicBezTo>
                      <a:pt x="1" y="24"/>
                      <a:pt x="0" y="18"/>
                      <a:pt x="2" y="11"/>
                    </a:cubicBezTo>
                    <a:cubicBezTo>
                      <a:pt x="3" y="5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6" name="Freeform 251">
                <a:extLst>
                  <a:ext uri="{FF2B5EF4-FFF2-40B4-BE49-F238E27FC236}">
                    <a16:creationId xmlns:a16="http://schemas.microsoft.com/office/drawing/2014/main" id="{BAEB20F1-B581-4294-BFB8-0F9526687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3659"/>
                <a:ext cx="19" cy="85"/>
              </a:xfrm>
              <a:custGeom>
                <a:avLst/>
                <a:gdLst>
                  <a:gd name="T0" fmla="*/ 13 w 13"/>
                  <a:gd name="T1" fmla="*/ 0 h 53"/>
                  <a:gd name="T2" fmla="*/ 38 w 13"/>
                  <a:gd name="T3" fmla="*/ 16 h 53"/>
                  <a:gd name="T4" fmla="*/ 32 w 13"/>
                  <a:gd name="T5" fmla="*/ 67 h 53"/>
                  <a:gd name="T6" fmla="*/ 15 w 13"/>
                  <a:gd name="T7" fmla="*/ 149 h 53"/>
                  <a:gd name="T8" fmla="*/ 6 w 13"/>
                  <a:gd name="T9" fmla="*/ 184 h 53"/>
                  <a:gd name="T10" fmla="*/ 0 w 13"/>
                  <a:gd name="T11" fmla="*/ 218 h 53"/>
                  <a:gd name="T12" fmla="*/ 28 w 13"/>
                  <a:gd name="T13" fmla="*/ 61 h 53"/>
                  <a:gd name="T14" fmla="*/ 26 w 13"/>
                  <a:gd name="T15" fmla="*/ 16 h 53"/>
                  <a:gd name="T16" fmla="*/ 1 w 13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3">
                    <a:moveTo>
                      <a:pt x="4" y="0"/>
                    </a:moveTo>
                    <a:cubicBezTo>
                      <a:pt x="6" y="0"/>
                      <a:pt x="11" y="1"/>
                      <a:pt x="12" y="4"/>
                    </a:cubicBezTo>
                    <a:cubicBezTo>
                      <a:pt x="13" y="7"/>
                      <a:pt x="11" y="13"/>
                      <a:pt x="10" y="16"/>
                    </a:cubicBezTo>
                    <a:cubicBezTo>
                      <a:pt x="9" y="23"/>
                      <a:pt x="7" y="29"/>
                      <a:pt x="5" y="36"/>
                    </a:cubicBezTo>
                    <a:cubicBezTo>
                      <a:pt x="4" y="39"/>
                      <a:pt x="3" y="42"/>
                      <a:pt x="2" y="45"/>
                    </a:cubicBezTo>
                    <a:cubicBezTo>
                      <a:pt x="2" y="47"/>
                      <a:pt x="1" y="51"/>
                      <a:pt x="0" y="53"/>
                    </a:cubicBezTo>
                    <a:cubicBezTo>
                      <a:pt x="1" y="41"/>
                      <a:pt x="6" y="28"/>
                      <a:pt x="9" y="15"/>
                    </a:cubicBezTo>
                    <a:cubicBezTo>
                      <a:pt x="9" y="11"/>
                      <a:pt x="10" y="7"/>
                      <a:pt x="8" y="4"/>
                    </a:cubicBezTo>
                    <a:cubicBezTo>
                      <a:pt x="6" y="2"/>
                      <a:pt x="4" y="1"/>
                      <a:pt x="1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7" name="Freeform 252">
                <a:extLst>
                  <a:ext uri="{FF2B5EF4-FFF2-40B4-BE49-F238E27FC236}">
                    <a16:creationId xmlns:a16="http://schemas.microsoft.com/office/drawing/2014/main" id="{7691749D-D337-45F1-ADFA-8CED18482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3719"/>
                <a:ext cx="31" cy="128"/>
              </a:xfrm>
              <a:custGeom>
                <a:avLst/>
                <a:gdLst>
                  <a:gd name="T0" fmla="*/ 68 w 21"/>
                  <a:gd name="T1" fmla="*/ 0 h 80"/>
                  <a:gd name="T2" fmla="*/ 19 w 21"/>
                  <a:gd name="T3" fmla="*/ 238 h 80"/>
                  <a:gd name="T4" fmla="*/ 6 w 21"/>
                  <a:gd name="T5" fmla="*/ 315 h 80"/>
                  <a:gd name="T6" fmla="*/ 41 w 21"/>
                  <a:gd name="T7" fmla="*/ 328 h 80"/>
                  <a:gd name="T8" fmla="*/ 13 w 21"/>
                  <a:gd name="T9" fmla="*/ 299 h 80"/>
                  <a:gd name="T10" fmla="*/ 19 w 21"/>
                  <a:gd name="T11" fmla="*/ 253 h 80"/>
                  <a:gd name="T12" fmla="*/ 32 w 21"/>
                  <a:gd name="T13" fmla="*/ 200 h 80"/>
                  <a:gd name="T14" fmla="*/ 55 w 21"/>
                  <a:gd name="T15" fmla="*/ 94 h 80"/>
                  <a:gd name="T16" fmla="*/ 61 w 21"/>
                  <a:gd name="T17" fmla="*/ 46 h 80"/>
                  <a:gd name="T18" fmla="*/ 68 w 21"/>
                  <a:gd name="T19" fmla="*/ 8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80">
                    <a:moveTo>
                      <a:pt x="21" y="0"/>
                    </a:moveTo>
                    <a:cubicBezTo>
                      <a:pt x="16" y="20"/>
                      <a:pt x="11" y="39"/>
                      <a:pt x="6" y="58"/>
                    </a:cubicBezTo>
                    <a:cubicBezTo>
                      <a:pt x="4" y="62"/>
                      <a:pt x="0" y="73"/>
                      <a:pt x="2" y="77"/>
                    </a:cubicBezTo>
                    <a:cubicBezTo>
                      <a:pt x="4" y="80"/>
                      <a:pt x="10" y="80"/>
                      <a:pt x="13" y="80"/>
                    </a:cubicBezTo>
                    <a:cubicBezTo>
                      <a:pt x="10" y="79"/>
                      <a:pt x="5" y="78"/>
                      <a:pt x="4" y="73"/>
                    </a:cubicBezTo>
                    <a:cubicBezTo>
                      <a:pt x="4" y="70"/>
                      <a:pt x="6" y="65"/>
                      <a:pt x="6" y="62"/>
                    </a:cubicBezTo>
                    <a:cubicBezTo>
                      <a:pt x="8" y="57"/>
                      <a:pt x="9" y="53"/>
                      <a:pt x="10" y="49"/>
                    </a:cubicBezTo>
                    <a:cubicBezTo>
                      <a:pt x="12" y="40"/>
                      <a:pt x="15" y="32"/>
                      <a:pt x="17" y="23"/>
                    </a:cubicBezTo>
                    <a:cubicBezTo>
                      <a:pt x="17" y="19"/>
                      <a:pt x="18" y="15"/>
                      <a:pt x="19" y="11"/>
                    </a:cubicBezTo>
                    <a:cubicBezTo>
                      <a:pt x="20" y="8"/>
                      <a:pt x="21" y="5"/>
                      <a:pt x="21" y="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8" name="Freeform 253">
                <a:extLst>
                  <a:ext uri="{FF2B5EF4-FFF2-40B4-BE49-F238E27FC236}">
                    <a16:creationId xmlns:a16="http://schemas.microsoft.com/office/drawing/2014/main" id="{C07A3E74-5F52-4B42-8F5E-76D66EE85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3869"/>
                <a:ext cx="19" cy="86"/>
              </a:xfrm>
              <a:custGeom>
                <a:avLst/>
                <a:gdLst>
                  <a:gd name="T0" fmla="*/ 9 w 13"/>
                  <a:gd name="T1" fmla="*/ 0 h 54"/>
                  <a:gd name="T2" fmla="*/ 38 w 13"/>
                  <a:gd name="T3" fmla="*/ 16 h 54"/>
                  <a:gd name="T4" fmla="*/ 32 w 13"/>
                  <a:gd name="T5" fmla="*/ 68 h 54"/>
                  <a:gd name="T6" fmla="*/ 15 w 13"/>
                  <a:gd name="T7" fmla="*/ 145 h 54"/>
                  <a:gd name="T8" fmla="*/ 9 w 13"/>
                  <a:gd name="T9" fmla="*/ 183 h 54"/>
                  <a:gd name="T10" fmla="*/ 1 w 13"/>
                  <a:gd name="T11" fmla="*/ 218 h 54"/>
                  <a:gd name="T12" fmla="*/ 26 w 13"/>
                  <a:gd name="T13" fmla="*/ 64 h 54"/>
                  <a:gd name="T14" fmla="*/ 22 w 13"/>
                  <a:gd name="T15" fmla="*/ 21 h 54"/>
                  <a:gd name="T16" fmla="*/ 0 w 13"/>
                  <a:gd name="T17" fmla="*/ 5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4">
                    <a:moveTo>
                      <a:pt x="3" y="0"/>
                    </a:moveTo>
                    <a:cubicBezTo>
                      <a:pt x="5" y="1"/>
                      <a:pt x="11" y="1"/>
                      <a:pt x="12" y="4"/>
                    </a:cubicBezTo>
                    <a:cubicBezTo>
                      <a:pt x="13" y="6"/>
                      <a:pt x="11" y="13"/>
                      <a:pt x="10" y="17"/>
                    </a:cubicBezTo>
                    <a:cubicBezTo>
                      <a:pt x="8" y="23"/>
                      <a:pt x="7" y="30"/>
                      <a:pt x="5" y="36"/>
                    </a:cubicBezTo>
                    <a:cubicBezTo>
                      <a:pt x="5" y="39"/>
                      <a:pt x="4" y="42"/>
                      <a:pt x="3" y="45"/>
                    </a:cubicBezTo>
                    <a:cubicBezTo>
                      <a:pt x="2" y="48"/>
                      <a:pt x="2" y="51"/>
                      <a:pt x="1" y="54"/>
                    </a:cubicBezTo>
                    <a:cubicBezTo>
                      <a:pt x="1" y="42"/>
                      <a:pt x="6" y="28"/>
                      <a:pt x="8" y="16"/>
                    </a:cubicBezTo>
                    <a:cubicBezTo>
                      <a:pt x="9" y="12"/>
                      <a:pt x="9" y="7"/>
                      <a:pt x="7" y="5"/>
                    </a:cubicBezTo>
                    <a:cubicBezTo>
                      <a:pt x="5" y="3"/>
                      <a:pt x="2" y="1"/>
                      <a:pt x="0" y="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9" name="Freeform 254">
                <a:extLst>
                  <a:ext uri="{FF2B5EF4-FFF2-40B4-BE49-F238E27FC236}">
                    <a16:creationId xmlns:a16="http://schemas.microsoft.com/office/drawing/2014/main" id="{A79F3050-71B8-497E-8B0E-17FE336A1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3931"/>
                <a:ext cx="2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8 h 2"/>
                  <a:gd name="T4" fmla="*/ 8 w 1"/>
                  <a:gd name="T5" fmla="*/ 0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0" name="Freeform 255">
                <a:extLst>
                  <a:ext uri="{FF2B5EF4-FFF2-40B4-BE49-F238E27FC236}">
                    <a16:creationId xmlns:a16="http://schemas.microsoft.com/office/drawing/2014/main" id="{11FD6DAF-FD97-4930-995D-9C1673964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3934"/>
                <a:ext cx="21" cy="96"/>
              </a:xfrm>
              <a:custGeom>
                <a:avLst/>
                <a:gdLst>
                  <a:gd name="T0" fmla="*/ 0 w 14"/>
                  <a:gd name="T1" fmla="*/ 246 h 60"/>
                  <a:gd name="T2" fmla="*/ 8 w 14"/>
                  <a:gd name="T3" fmla="*/ 246 h 60"/>
                  <a:gd name="T4" fmla="*/ 8 w 14"/>
                  <a:gd name="T5" fmla="*/ 246 h 60"/>
                  <a:gd name="T6" fmla="*/ 18 w 14"/>
                  <a:gd name="T7" fmla="*/ 189 h 60"/>
                  <a:gd name="T8" fmla="*/ 39 w 14"/>
                  <a:gd name="T9" fmla="*/ 86 h 60"/>
                  <a:gd name="T10" fmla="*/ 45 w 14"/>
                  <a:gd name="T11" fmla="*/ 34 h 60"/>
                  <a:gd name="T12" fmla="*/ 48 w 14"/>
                  <a:gd name="T13" fmla="*/ 0 h 60"/>
                  <a:gd name="T14" fmla="*/ 5 w 14"/>
                  <a:gd name="T15" fmla="*/ 230 h 60"/>
                  <a:gd name="T16" fmla="*/ 0 w 14"/>
                  <a:gd name="T17" fmla="*/ 246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60">
                    <a:moveTo>
                      <a:pt x="0" y="60"/>
                    </a:moveTo>
                    <a:cubicBezTo>
                      <a:pt x="2" y="60"/>
                      <a:pt x="2" y="60"/>
                      <a:pt x="2" y="60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3" y="55"/>
                      <a:pt x="4" y="51"/>
                      <a:pt x="5" y="46"/>
                    </a:cubicBezTo>
                    <a:cubicBezTo>
                      <a:pt x="7" y="38"/>
                      <a:pt x="10" y="30"/>
                      <a:pt x="11" y="21"/>
                    </a:cubicBezTo>
                    <a:cubicBezTo>
                      <a:pt x="12" y="17"/>
                      <a:pt x="12" y="13"/>
                      <a:pt x="13" y="8"/>
                    </a:cubicBezTo>
                    <a:cubicBezTo>
                      <a:pt x="13" y="6"/>
                      <a:pt x="14" y="3"/>
                      <a:pt x="14" y="0"/>
                    </a:cubicBezTo>
                    <a:cubicBezTo>
                      <a:pt x="10" y="19"/>
                      <a:pt x="6" y="38"/>
                      <a:pt x="1" y="56"/>
                    </a:cubicBezTo>
                    <a:cubicBezTo>
                      <a:pt x="1" y="57"/>
                      <a:pt x="1" y="58"/>
                      <a:pt x="0" y="60"/>
                    </a:cubicBez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1" name="Freeform 256">
                <a:extLst>
                  <a:ext uri="{FF2B5EF4-FFF2-40B4-BE49-F238E27FC236}">
                    <a16:creationId xmlns:a16="http://schemas.microsoft.com/office/drawing/2014/main" id="{24606BEB-6053-4EB5-B551-6B1B7328B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3949"/>
                <a:ext cx="11" cy="33"/>
              </a:xfrm>
              <a:custGeom>
                <a:avLst/>
                <a:gdLst>
                  <a:gd name="T0" fmla="*/ 27 w 7"/>
                  <a:gd name="T1" fmla="*/ 60 h 21"/>
                  <a:gd name="T2" fmla="*/ 13 w 7"/>
                  <a:gd name="T3" fmla="*/ 69 h 21"/>
                  <a:gd name="T4" fmla="*/ 13 w 7"/>
                  <a:gd name="T5" fmla="*/ 22 h 21"/>
                  <a:gd name="T6" fmla="*/ 14 w 7"/>
                  <a:gd name="T7" fmla="*/ 0 h 21"/>
                  <a:gd name="T8" fmla="*/ 8 w 7"/>
                  <a:gd name="T9" fmla="*/ 31 h 21"/>
                  <a:gd name="T10" fmla="*/ 8 w 7"/>
                  <a:gd name="T11" fmla="*/ 82 h 21"/>
                  <a:gd name="T12" fmla="*/ 27 w 7"/>
                  <a:gd name="T13" fmla="*/ 6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7" y="15"/>
                    </a:moveTo>
                    <a:cubicBezTo>
                      <a:pt x="6" y="17"/>
                      <a:pt x="4" y="19"/>
                      <a:pt x="3" y="18"/>
                    </a:cubicBezTo>
                    <a:cubicBezTo>
                      <a:pt x="1" y="18"/>
                      <a:pt x="1" y="12"/>
                      <a:pt x="3" y="6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3" y="2"/>
                      <a:pt x="2" y="5"/>
                      <a:pt x="2" y="8"/>
                    </a:cubicBezTo>
                    <a:cubicBezTo>
                      <a:pt x="0" y="14"/>
                      <a:pt x="0" y="20"/>
                      <a:pt x="2" y="21"/>
                    </a:cubicBezTo>
                    <a:cubicBezTo>
                      <a:pt x="4" y="21"/>
                      <a:pt x="5" y="18"/>
                      <a:pt x="7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2" name="Freeform 257">
                <a:extLst>
                  <a:ext uri="{FF2B5EF4-FFF2-40B4-BE49-F238E27FC236}">
                    <a16:creationId xmlns:a16="http://schemas.microsoft.com/office/drawing/2014/main" id="{67F62C2E-C5D3-4ACF-9765-FF224C236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3946"/>
                <a:ext cx="8" cy="30"/>
              </a:xfrm>
              <a:custGeom>
                <a:avLst/>
                <a:gdLst>
                  <a:gd name="T0" fmla="*/ 13 w 5"/>
                  <a:gd name="T1" fmla="*/ 8 h 19"/>
                  <a:gd name="T2" fmla="*/ 13 w 5"/>
                  <a:gd name="T3" fmla="*/ 52 h 19"/>
                  <a:gd name="T4" fmla="*/ 5 w 5"/>
                  <a:gd name="T5" fmla="*/ 74 h 19"/>
                  <a:gd name="T6" fmla="*/ 16 w 5"/>
                  <a:gd name="T7" fmla="*/ 43 h 19"/>
                  <a:gd name="T8" fmla="*/ 16 w 5"/>
                  <a:gd name="T9" fmla="*/ 5 h 19"/>
                  <a:gd name="T10" fmla="*/ 0 w 5"/>
                  <a:gd name="T11" fmla="*/ 14 h 19"/>
                  <a:gd name="T12" fmla="*/ 13 w 5"/>
                  <a:gd name="T13" fmla="*/ 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9">
                    <a:moveTo>
                      <a:pt x="3" y="2"/>
                    </a:moveTo>
                    <a:cubicBezTo>
                      <a:pt x="5" y="2"/>
                      <a:pt x="4" y="7"/>
                      <a:pt x="3" y="13"/>
                    </a:cubicBezTo>
                    <a:cubicBezTo>
                      <a:pt x="3" y="15"/>
                      <a:pt x="2" y="17"/>
                      <a:pt x="1" y="19"/>
                    </a:cubicBezTo>
                    <a:cubicBezTo>
                      <a:pt x="2" y="17"/>
                      <a:pt x="3" y="14"/>
                      <a:pt x="4" y="11"/>
                    </a:cubicBezTo>
                    <a:cubicBezTo>
                      <a:pt x="5" y="6"/>
                      <a:pt x="5" y="1"/>
                      <a:pt x="4" y="1"/>
                    </a:cubicBezTo>
                    <a:cubicBezTo>
                      <a:pt x="3" y="0"/>
                      <a:pt x="2" y="2"/>
                      <a:pt x="0" y="4"/>
                    </a:cubicBezTo>
                    <a:cubicBezTo>
                      <a:pt x="1" y="3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3" name="Freeform 258">
                <a:extLst>
                  <a:ext uri="{FF2B5EF4-FFF2-40B4-BE49-F238E27FC236}">
                    <a16:creationId xmlns:a16="http://schemas.microsoft.com/office/drawing/2014/main" id="{1B80F40D-F15B-45C6-A4F8-D225D7D08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3653"/>
                <a:ext cx="76" cy="202"/>
              </a:xfrm>
              <a:custGeom>
                <a:avLst/>
                <a:gdLst>
                  <a:gd name="T0" fmla="*/ 162 w 51"/>
                  <a:gd name="T1" fmla="*/ 67 h 126"/>
                  <a:gd name="T2" fmla="*/ 95 w 51"/>
                  <a:gd name="T3" fmla="*/ 367 h 126"/>
                  <a:gd name="T4" fmla="*/ 69 w 51"/>
                  <a:gd name="T5" fmla="*/ 478 h 126"/>
                  <a:gd name="T6" fmla="*/ 49 w 51"/>
                  <a:gd name="T7" fmla="*/ 515 h 126"/>
                  <a:gd name="T8" fmla="*/ 13 w 51"/>
                  <a:gd name="T9" fmla="*/ 507 h 126"/>
                  <a:gd name="T10" fmla="*/ 1 w 51"/>
                  <a:gd name="T11" fmla="*/ 470 h 126"/>
                  <a:gd name="T12" fmla="*/ 67 w 51"/>
                  <a:gd name="T13" fmla="*/ 192 h 126"/>
                  <a:gd name="T14" fmla="*/ 100 w 51"/>
                  <a:gd name="T15" fmla="*/ 34 h 126"/>
                  <a:gd name="T16" fmla="*/ 128 w 51"/>
                  <a:gd name="T17" fmla="*/ 5 h 126"/>
                  <a:gd name="T18" fmla="*/ 159 w 51"/>
                  <a:gd name="T19" fmla="*/ 13 h 126"/>
                  <a:gd name="T20" fmla="*/ 167 w 51"/>
                  <a:gd name="T21" fmla="*/ 26 h 126"/>
                  <a:gd name="T22" fmla="*/ 162 w 51"/>
                  <a:gd name="T23" fmla="*/ 67 h 126"/>
                  <a:gd name="T24" fmla="*/ 162 w 51"/>
                  <a:gd name="T25" fmla="*/ 67 h 1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126">
                    <a:moveTo>
                      <a:pt x="49" y="16"/>
                    </a:moveTo>
                    <a:cubicBezTo>
                      <a:pt x="49" y="17"/>
                      <a:pt x="34" y="71"/>
                      <a:pt x="29" y="89"/>
                    </a:cubicBezTo>
                    <a:cubicBezTo>
                      <a:pt x="21" y="116"/>
                      <a:pt x="21" y="116"/>
                      <a:pt x="21" y="116"/>
                    </a:cubicBezTo>
                    <a:cubicBezTo>
                      <a:pt x="20" y="121"/>
                      <a:pt x="18" y="126"/>
                      <a:pt x="15" y="125"/>
                    </a:cubicBezTo>
                    <a:cubicBezTo>
                      <a:pt x="15" y="125"/>
                      <a:pt x="4" y="123"/>
                      <a:pt x="4" y="123"/>
                    </a:cubicBezTo>
                    <a:cubicBezTo>
                      <a:pt x="1" y="122"/>
                      <a:pt x="0" y="119"/>
                      <a:pt x="1" y="114"/>
                    </a:cubicBezTo>
                    <a:cubicBezTo>
                      <a:pt x="1" y="113"/>
                      <a:pt x="16" y="62"/>
                      <a:pt x="20" y="47"/>
                    </a:cubicBezTo>
                    <a:cubicBezTo>
                      <a:pt x="25" y="32"/>
                      <a:pt x="30" y="9"/>
                      <a:pt x="30" y="8"/>
                    </a:cubicBezTo>
                    <a:cubicBezTo>
                      <a:pt x="32" y="2"/>
                      <a:pt x="35" y="0"/>
                      <a:pt x="39" y="1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4"/>
                      <a:pt x="50" y="4"/>
                      <a:pt x="50" y="6"/>
                    </a:cubicBezTo>
                    <a:cubicBezTo>
                      <a:pt x="51" y="8"/>
                      <a:pt x="51" y="12"/>
                      <a:pt x="49" y="16"/>
                    </a:cubicBezTo>
                    <a:cubicBezTo>
                      <a:pt x="49" y="16"/>
                      <a:pt x="49" y="16"/>
                      <a:pt x="49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4" name="Freeform 259">
                <a:extLst>
                  <a:ext uri="{FF2B5EF4-FFF2-40B4-BE49-F238E27FC236}">
                    <a16:creationId xmlns:a16="http://schemas.microsoft.com/office/drawing/2014/main" id="{AE07FF06-4A41-4469-9194-A5C3AE1D3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861"/>
                <a:ext cx="68" cy="169"/>
              </a:xfrm>
              <a:custGeom>
                <a:avLst/>
                <a:gdLst>
                  <a:gd name="T0" fmla="*/ 73 w 45"/>
                  <a:gd name="T1" fmla="*/ 429 h 106"/>
                  <a:gd name="T2" fmla="*/ 103 w 45"/>
                  <a:gd name="T3" fmla="*/ 260 h 106"/>
                  <a:gd name="T4" fmla="*/ 151 w 45"/>
                  <a:gd name="T5" fmla="*/ 41 h 106"/>
                  <a:gd name="T6" fmla="*/ 138 w 45"/>
                  <a:gd name="T7" fmla="*/ 13 h 106"/>
                  <a:gd name="T8" fmla="*/ 103 w 45"/>
                  <a:gd name="T9" fmla="*/ 5 h 106"/>
                  <a:gd name="T10" fmla="*/ 80 w 45"/>
                  <a:gd name="T11" fmla="*/ 41 h 106"/>
                  <a:gd name="T12" fmla="*/ 21 w 45"/>
                  <a:gd name="T13" fmla="*/ 333 h 106"/>
                  <a:gd name="T14" fmla="*/ 0 w 45"/>
                  <a:gd name="T15" fmla="*/ 429 h 106"/>
                  <a:gd name="T16" fmla="*/ 73 w 45"/>
                  <a:gd name="T17" fmla="*/ 429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06">
                    <a:moveTo>
                      <a:pt x="21" y="106"/>
                    </a:moveTo>
                    <a:cubicBezTo>
                      <a:pt x="23" y="95"/>
                      <a:pt x="27" y="78"/>
                      <a:pt x="30" y="64"/>
                    </a:cubicBezTo>
                    <a:cubicBezTo>
                      <a:pt x="36" y="42"/>
                      <a:pt x="44" y="10"/>
                      <a:pt x="44" y="10"/>
                    </a:cubicBezTo>
                    <a:cubicBezTo>
                      <a:pt x="45" y="7"/>
                      <a:pt x="45" y="4"/>
                      <a:pt x="40" y="3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7" y="0"/>
                      <a:pt x="25" y="1"/>
                      <a:pt x="23" y="10"/>
                    </a:cubicBezTo>
                    <a:cubicBezTo>
                      <a:pt x="22" y="11"/>
                      <a:pt x="11" y="58"/>
                      <a:pt x="6" y="82"/>
                    </a:cubicBezTo>
                    <a:cubicBezTo>
                      <a:pt x="3" y="94"/>
                      <a:pt x="1" y="102"/>
                      <a:pt x="0" y="106"/>
                    </a:cubicBezTo>
                    <a:lnTo>
                      <a:pt x="21" y="10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5" name="Freeform 260">
                <a:extLst>
                  <a:ext uri="{FF2B5EF4-FFF2-40B4-BE49-F238E27FC236}">
                    <a16:creationId xmlns:a16="http://schemas.microsoft.com/office/drawing/2014/main" id="{A03DC809-E481-473E-B1C5-5A0551178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3455"/>
                <a:ext cx="95" cy="198"/>
              </a:xfrm>
              <a:custGeom>
                <a:avLst/>
                <a:gdLst>
                  <a:gd name="T0" fmla="*/ 79 w 64"/>
                  <a:gd name="T1" fmla="*/ 458 h 124"/>
                  <a:gd name="T2" fmla="*/ 46 w 64"/>
                  <a:gd name="T3" fmla="*/ 500 h 124"/>
                  <a:gd name="T4" fmla="*/ 15 w 64"/>
                  <a:gd name="T5" fmla="*/ 490 h 124"/>
                  <a:gd name="T6" fmla="*/ 13 w 64"/>
                  <a:gd name="T7" fmla="*/ 436 h 124"/>
                  <a:gd name="T8" fmla="*/ 49 w 64"/>
                  <a:gd name="T9" fmla="*/ 319 h 124"/>
                  <a:gd name="T10" fmla="*/ 135 w 64"/>
                  <a:gd name="T11" fmla="*/ 35 h 124"/>
                  <a:gd name="T12" fmla="*/ 163 w 64"/>
                  <a:gd name="T13" fmla="*/ 5 h 124"/>
                  <a:gd name="T14" fmla="*/ 194 w 64"/>
                  <a:gd name="T15" fmla="*/ 16 h 124"/>
                  <a:gd name="T16" fmla="*/ 203 w 64"/>
                  <a:gd name="T17" fmla="*/ 48 h 124"/>
                  <a:gd name="T18" fmla="*/ 137 w 64"/>
                  <a:gd name="T19" fmla="*/ 260 h 124"/>
                  <a:gd name="T20" fmla="*/ 79 w 64"/>
                  <a:gd name="T21" fmla="*/ 458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124">
                    <a:moveTo>
                      <a:pt x="24" y="113"/>
                    </a:moveTo>
                    <a:cubicBezTo>
                      <a:pt x="20" y="124"/>
                      <a:pt x="16" y="124"/>
                      <a:pt x="14" y="123"/>
                    </a:cubicBezTo>
                    <a:cubicBezTo>
                      <a:pt x="5" y="120"/>
                      <a:pt x="5" y="120"/>
                      <a:pt x="5" y="120"/>
                    </a:cubicBezTo>
                    <a:cubicBezTo>
                      <a:pt x="2" y="119"/>
                      <a:pt x="0" y="117"/>
                      <a:pt x="4" y="107"/>
                    </a:cubicBezTo>
                    <a:cubicBezTo>
                      <a:pt x="4" y="107"/>
                      <a:pt x="6" y="101"/>
                      <a:pt x="15" y="78"/>
                    </a:cubicBezTo>
                    <a:cubicBezTo>
                      <a:pt x="23" y="55"/>
                      <a:pt x="41" y="10"/>
                      <a:pt x="41" y="9"/>
                    </a:cubicBezTo>
                    <a:cubicBezTo>
                      <a:pt x="44" y="1"/>
                      <a:pt x="47" y="0"/>
                      <a:pt x="50" y="1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64" y="6"/>
                      <a:pt x="63" y="9"/>
                      <a:pt x="62" y="12"/>
                    </a:cubicBezTo>
                    <a:cubicBezTo>
                      <a:pt x="62" y="12"/>
                      <a:pt x="50" y="42"/>
                      <a:pt x="42" y="64"/>
                    </a:cubicBezTo>
                    <a:cubicBezTo>
                      <a:pt x="34" y="85"/>
                      <a:pt x="24" y="113"/>
                      <a:pt x="24" y="113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6" name="Freeform 261">
                <a:extLst>
                  <a:ext uri="{FF2B5EF4-FFF2-40B4-BE49-F238E27FC236}">
                    <a16:creationId xmlns:a16="http://schemas.microsoft.com/office/drawing/2014/main" id="{0456D346-3AAD-41A0-A24A-756B358CA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3536"/>
                <a:ext cx="17" cy="40"/>
              </a:xfrm>
              <a:custGeom>
                <a:avLst/>
                <a:gdLst>
                  <a:gd name="T0" fmla="*/ 28 w 12"/>
                  <a:gd name="T1" fmla="*/ 5 h 25"/>
                  <a:gd name="T2" fmla="*/ 26 w 12"/>
                  <a:gd name="T3" fmla="*/ 56 h 25"/>
                  <a:gd name="T4" fmla="*/ 6 w 12"/>
                  <a:gd name="T5" fmla="*/ 98 h 25"/>
                  <a:gd name="T6" fmla="*/ 9 w 12"/>
                  <a:gd name="T7" fmla="*/ 46 h 25"/>
                  <a:gd name="T8" fmla="*/ 28 w 12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10" y="1"/>
                    </a:moveTo>
                    <a:cubicBezTo>
                      <a:pt x="12" y="2"/>
                      <a:pt x="12" y="7"/>
                      <a:pt x="9" y="14"/>
                    </a:cubicBezTo>
                    <a:cubicBezTo>
                      <a:pt x="7" y="20"/>
                      <a:pt x="3" y="25"/>
                      <a:pt x="2" y="24"/>
                    </a:cubicBezTo>
                    <a:cubicBezTo>
                      <a:pt x="0" y="24"/>
                      <a:pt x="0" y="18"/>
                      <a:pt x="3" y="11"/>
                    </a:cubicBezTo>
                    <a:cubicBezTo>
                      <a:pt x="5" y="5"/>
                      <a:pt x="9" y="0"/>
                      <a:pt x="10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7" name="Freeform 262">
                <a:extLst>
                  <a:ext uri="{FF2B5EF4-FFF2-40B4-BE49-F238E27FC236}">
                    <a16:creationId xmlns:a16="http://schemas.microsoft.com/office/drawing/2014/main" id="{F6E146D2-F3F1-41AB-B1D4-ABB0DC761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3533"/>
                <a:ext cx="19" cy="40"/>
              </a:xfrm>
              <a:custGeom>
                <a:avLst/>
                <a:gdLst>
                  <a:gd name="T0" fmla="*/ 34 w 13"/>
                  <a:gd name="T1" fmla="*/ 5 h 25"/>
                  <a:gd name="T2" fmla="*/ 32 w 13"/>
                  <a:gd name="T3" fmla="*/ 56 h 25"/>
                  <a:gd name="T4" fmla="*/ 6 w 13"/>
                  <a:gd name="T5" fmla="*/ 98 h 25"/>
                  <a:gd name="T6" fmla="*/ 9 w 13"/>
                  <a:gd name="T7" fmla="*/ 46 h 25"/>
                  <a:gd name="T8" fmla="*/ 34 w 13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5">
                    <a:moveTo>
                      <a:pt x="11" y="1"/>
                    </a:moveTo>
                    <a:cubicBezTo>
                      <a:pt x="13" y="2"/>
                      <a:pt x="12" y="7"/>
                      <a:pt x="10" y="14"/>
                    </a:cubicBezTo>
                    <a:cubicBezTo>
                      <a:pt x="7" y="20"/>
                      <a:pt x="4" y="25"/>
                      <a:pt x="2" y="24"/>
                    </a:cubicBezTo>
                    <a:cubicBezTo>
                      <a:pt x="0" y="24"/>
                      <a:pt x="1" y="18"/>
                      <a:pt x="3" y="11"/>
                    </a:cubicBezTo>
                    <a:cubicBezTo>
                      <a:pt x="6" y="5"/>
                      <a:pt x="9" y="0"/>
                      <a:pt x="11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8" name="Freeform 263">
                <a:extLst>
                  <a:ext uri="{FF2B5EF4-FFF2-40B4-BE49-F238E27FC236}">
                    <a16:creationId xmlns:a16="http://schemas.microsoft.com/office/drawing/2014/main" id="{A9D1BE36-2240-40E9-9244-6F93ACF0C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464"/>
                <a:ext cx="27" cy="85"/>
              </a:xfrm>
              <a:custGeom>
                <a:avLst/>
                <a:gdLst>
                  <a:gd name="T0" fmla="*/ 32 w 18"/>
                  <a:gd name="T1" fmla="*/ 0 h 53"/>
                  <a:gd name="T2" fmla="*/ 59 w 18"/>
                  <a:gd name="T3" fmla="*/ 16 h 53"/>
                  <a:gd name="T4" fmla="*/ 45 w 18"/>
                  <a:gd name="T5" fmla="*/ 69 h 53"/>
                  <a:gd name="T6" fmla="*/ 21 w 18"/>
                  <a:gd name="T7" fmla="*/ 149 h 53"/>
                  <a:gd name="T8" fmla="*/ 12 w 18"/>
                  <a:gd name="T9" fmla="*/ 183 h 53"/>
                  <a:gd name="T10" fmla="*/ 0 w 18"/>
                  <a:gd name="T11" fmla="*/ 218 h 53"/>
                  <a:gd name="T12" fmla="*/ 41 w 18"/>
                  <a:gd name="T13" fmla="*/ 67 h 53"/>
                  <a:gd name="T14" fmla="*/ 41 w 18"/>
                  <a:gd name="T15" fmla="*/ 21 h 53"/>
                  <a:gd name="T16" fmla="*/ 21 w 18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53">
                    <a:moveTo>
                      <a:pt x="9" y="0"/>
                    </a:moveTo>
                    <a:cubicBezTo>
                      <a:pt x="11" y="1"/>
                      <a:pt x="16" y="1"/>
                      <a:pt x="17" y="4"/>
                    </a:cubicBezTo>
                    <a:cubicBezTo>
                      <a:pt x="18" y="7"/>
                      <a:pt x="15" y="13"/>
                      <a:pt x="13" y="17"/>
                    </a:cubicBezTo>
                    <a:cubicBezTo>
                      <a:pt x="11" y="23"/>
                      <a:pt x="9" y="29"/>
                      <a:pt x="6" y="36"/>
                    </a:cubicBezTo>
                    <a:cubicBezTo>
                      <a:pt x="5" y="39"/>
                      <a:pt x="4" y="41"/>
                      <a:pt x="3" y="44"/>
                    </a:cubicBezTo>
                    <a:cubicBezTo>
                      <a:pt x="2" y="47"/>
                      <a:pt x="1" y="50"/>
                      <a:pt x="0" y="53"/>
                    </a:cubicBezTo>
                    <a:cubicBezTo>
                      <a:pt x="2" y="41"/>
                      <a:pt x="8" y="28"/>
                      <a:pt x="12" y="16"/>
                    </a:cubicBezTo>
                    <a:cubicBezTo>
                      <a:pt x="13" y="12"/>
                      <a:pt x="14" y="8"/>
                      <a:pt x="12" y="5"/>
                    </a:cubicBezTo>
                    <a:cubicBezTo>
                      <a:pt x="10" y="2"/>
                      <a:pt x="8" y="1"/>
                      <a:pt x="6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9" name="Freeform 264">
                <a:extLst>
                  <a:ext uri="{FF2B5EF4-FFF2-40B4-BE49-F238E27FC236}">
                    <a16:creationId xmlns:a16="http://schemas.microsoft.com/office/drawing/2014/main" id="{650642E2-4A42-4E3C-8475-AE976515D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3522"/>
                <a:ext cx="42" cy="125"/>
              </a:xfrm>
              <a:custGeom>
                <a:avLst/>
                <a:gdLst>
                  <a:gd name="T0" fmla="*/ 95 w 28"/>
                  <a:gd name="T1" fmla="*/ 0 h 78"/>
                  <a:gd name="T2" fmla="*/ 27 w 28"/>
                  <a:gd name="T3" fmla="*/ 231 h 78"/>
                  <a:gd name="T4" fmla="*/ 8 w 28"/>
                  <a:gd name="T5" fmla="*/ 308 h 78"/>
                  <a:gd name="T6" fmla="*/ 45 w 28"/>
                  <a:gd name="T7" fmla="*/ 321 h 78"/>
                  <a:gd name="T8" fmla="*/ 18 w 28"/>
                  <a:gd name="T9" fmla="*/ 287 h 78"/>
                  <a:gd name="T10" fmla="*/ 27 w 28"/>
                  <a:gd name="T11" fmla="*/ 247 h 78"/>
                  <a:gd name="T12" fmla="*/ 45 w 28"/>
                  <a:gd name="T13" fmla="*/ 192 h 78"/>
                  <a:gd name="T14" fmla="*/ 75 w 28"/>
                  <a:gd name="T15" fmla="*/ 90 h 78"/>
                  <a:gd name="T16" fmla="*/ 86 w 28"/>
                  <a:gd name="T17" fmla="*/ 42 h 78"/>
                  <a:gd name="T18" fmla="*/ 95 w 28"/>
                  <a:gd name="T19" fmla="*/ 5 h 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78">
                    <a:moveTo>
                      <a:pt x="28" y="0"/>
                    </a:moveTo>
                    <a:cubicBezTo>
                      <a:pt x="21" y="18"/>
                      <a:pt x="15" y="37"/>
                      <a:pt x="8" y="56"/>
                    </a:cubicBezTo>
                    <a:cubicBezTo>
                      <a:pt x="6" y="60"/>
                      <a:pt x="0" y="71"/>
                      <a:pt x="2" y="75"/>
                    </a:cubicBezTo>
                    <a:cubicBezTo>
                      <a:pt x="4" y="78"/>
                      <a:pt x="10" y="78"/>
                      <a:pt x="13" y="78"/>
                    </a:cubicBezTo>
                    <a:cubicBezTo>
                      <a:pt x="10" y="77"/>
                      <a:pt x="6" y="75"/>
                      <a:pt x="5" y="70"/>
                    </a:cubicBezTo>
                    <a:cubicBezTo>
                      <a:pt x="5" y="67"/>
                      <a:pt x="7" y="63"/>
                      <a:pt x="8" y="60"/>
                    </a:cubicBezTo>
                    <a:cubicBezTo>
                      <a:pt x="10" y="55"/>
                      <a:pt x="11" y="51"/>
                      <a:pt x="13" y="47"/>
                    </a:cubicBezTo>
                    <a:cubicBezTo>
                      <a:pt x="16" y="39"/>
                      <a:pt x="19" y="31"/>
                      <a:pt x="22" y="22"/>
                    </a:cubicBezTo>
                    <a:cubicBezTo>
                      <a:pt x="23" y="18"/>
                      <a:pt x="24" y="14"/>
                      <a:pt x="25" y="10"/>
                    </a:cubicBezTo>
                    <a:cubicBezTo>
                      <a:pt x="26" y="7"/>
                      <a:pt x="28" y="4"/>
                      <a:pt x="28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0" name="Freeform 265">
                <a:extLst>
                  <a:ext uri="{FF2B5EF4-FFF2-40B4-BE49-F238E27FC236}">
                    <a16:creationId xmlns:a16="http://schemas.microsoft.com/office/drawing/2014/main" id="{A7266741-3A21-4754-AB50-2D79013A0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3540"/>
                <a:ext cx="10" cy="33"/>
              </a:xfrm>
              <a:custGeom>
                <a:avLst/>
                <a:gdLst>
                  <a:gd name="T0" fmla="*/ 20 w 7"/>
                  <a:gd name="T1" fmla="*/ 60 h 21"/>
                  <a:gd name="T2" fmla="*/ 9 w 7"/>
                  <a:gd name="T3" fmla="*/ 74 h 21"/>
                  <a:gd name="T4" fmla="*/ 13 w 7"/>
                  <a:gd name="T5" fmla="*/ 22 h 21"/>
                  <a:gd name="T6" fmla="*/ 20 w 7"/>
                  <a:gd name="T7" fmla="*/ 0 h 21"/>
                  <a:gd name="T8" fmla="*/ 9 w 7"/>
                  <a:gd name="T9" fmla="*/ 31 h 21"/>
                  <a:gd name="T10" fmla="*/ 6 w 7"/>
                  <a:gd name="T11" fmla="*/ 77 h 21"/>
                  <a:gd name="T12" fmla="*/ 20 w 7"/>
                  <a:gd name="T13" fmla="*/ 6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7" y="15"/>
                    </a:moveTo>
                    <a:cubicBezTo>
                      <a:pt x="6" y="18"/>
                      <a:pt x="4" y="19"/>
                      <a:pt x="3" y="19"/>
                    </a:cubicBezTo>
                    <a:cubicBezTo>
                      <a:pt x="1" y="18"/>
                      <a:pt x="2" y="12"/>
                      <a:pt x="4" y="6"/>
                    </a:cubicBezTo>
                    <a:cubicBezTo>
                      <a:pt x="5" y="4"/>
                      <a:pt x="6" y="2"/>
                      <a:pt x="7" y="0"/>
                    </a:cubicBezTo>
                    <a:cubicBezTo>
                      <a:pt x="6" y="2"/>
                      <a:pt x="4" y="5"/>
                      <a:pt x="3" y="8"/>
                    </a:cubicBezTo>
                    <a:cubicBezTo>
                      <a:pt x="1" y="14"/>
                      <a:pt x="0" y="20"/>
                      <a:pt x="2" y="20"/>
                    </a:cubicBezTo>
                    <a:cubicBezTo>
                      <a:pt x="3" y="21"/>
                      <a:pt x="5" y="19"/>
                      <a:pt x="7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1" name="Freeform 266">
                <a:extLst>
                  <a:ext uri="{FF2B5EF4-FFF2-40B4-BE49-F238E27FC236}">
                    <a16:creationId xmlns:a16="http://schemas.microsoft.com/office/drawing/2014/main" id="{3ED53278-2976-48F3-A646-E0966549A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538"/>
                <a:ext cx="10" cy="29"/>
              </a:xfrm>
              <a:custGeom>
                <a:avLst/>
                <a:gdLst>
                  <a:gd name="T0" fmla="*/ 14 w 7"/>
                  <a:gd name="T1" fmla="*/ 8 h 18"/>
                  <a:gd name="T2" fmla="*/ 9 w 7"/>
                  <a:gd name="T3" fmla="*/ 50 h 18"/>
                  <a:gd name="T4" fmla="*/ 0 w 7"/>
                  <a:gd name="T5" fmla="*/ 76 h 18"/>
                  <a:gd name="T6" fmla="*/ 13 w 7"/>
                  <a:gd name="T7" fmla="*/ 47 h 18"/>
                  <a:gd name="T8" fmla="*/ 14 w 7"/>
                  <a:gd name="T9" fmla="*/ 0 h 18"/>
                  <a:gd name="T10" fmla="*/ 6 w 7"/>
                  <a:gd name="T11" fmla="*/ 13 h 18"/>
                  <a:gd name="T12" fmla="*/ 14 w 7"/>
                  <a:gd name="T13" fmla="*/ 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8">
                    <a:moveTo>
                      <a:pt x="5" y="2"/>
                    </a:moveTo>
                    <a:cubicBezTo>
                      <a:pt x="6" y="2"/>
                      <a:pt x="5" y="7"/>
                      <a:pt x="3" y="12"/>
                    </a:cubicBezTo>
                    <a:cubicBezTo>
                      <a:pt x="2" y="15"/>
                      <a:pt x="1" y="17"/>
                      <a:pt x="0" y="18"/>
                    </a:cubicBezTo>
                    <a:cubicBezTo>
                      <a:pt x="2" y="17"/>
                      <a:pt x="3" y="14"/>
                      <a:pt x="4" y="11"/>
                    </a:cubicBezTo>
                    <a:cubicBezTo>
                      <a:pt x="6" y="6"/>
                      <a:pt x="7" y="1"/>
                      <a:pt x="5" y="0"/>
                    </a:cubicBezTo>
                    <a:cubicBezTo>
                      <a:pt x="4" y="0"/>
                      <a:pt x="3" y="1"/>
                      <a:pt x="2" y="3"/>
                    </a:cubicBezTo>
                    <a:cubicBezTo>
                      <a:pt x="2" y="3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2" name="Freeform 267">
                <a:extLst>
                  <a:ext uri="{FF2B5EF4-FFF2-40B4-BE49-F238E27FC236}">
                    <a16:creationId xmlns:a16="http://schemas.microsoft.com/office/drawing/2014/main" id="{5A65BB5A-A121-4AF5-AC1E-AB823ED75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3455"/>
                <a:ext cx="95" cy="198"/>
              </a:xfrm>
              <a:custGeom>
                <a:avLst/>
                <a:gdLst>
                  <a:gd name="T0" fmla="*/ 79 w 64"/>
                  <a:gd name="T1" fmla="*/ 458 h 124"/>
                  <a:gd name="T2" fmla="*/ 46 w 64"/>
                  <a:gd name="T3" fmla="*/ 500 h 124"/>
                  <a:gd name="T4" fmla="*/ 15 w 64"/>
                  <a:gd name="T5" fmla="*/ 490 h 124"/>
                  <a:gd name="T6" fmla="*/ 13 w 64"/>
                  <a:gd name="T7" fmla="*/ 436 h 124"/>
                  <a:gd name="T8" fmla="*/ 49 w 64"/>
                  <a:gd name="T9" fmla="*/ 319 h 124"/>
                  <a:gd name="T10" fmla="*/ 135 w 64"/>
                  <a:gd name="T11" fmla="*/ 35 h 124"/>
                  <a:gd name="T12" fmla="*/ 163 w 64"/>
                  <a:gd name="T13" fmla="*/ 5 h 124"/>
                  <a:gd name="T14" fmla="*/ 194 w 64"/>
                  <a:gd name="T15" fmla="*/ 16 h 124"/>
                  <a:gd name="T16" fmla="*/ 203 w 64"/>
                  <a:gd name="T17" fmla="*/ 48 h 124"/>
                  <a:gd name="T18" fmla="*/ 137 w 64"/>
                  <a:gd name="T19" fmla="*/ 260 h 124"/>
                  <a:gd name="T20" fmla="*/ 79 w 64"/>
                  <a:gd name="T21" fmla="*/ 458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124">
                    <a:moveTo>
                      <a:pt x="24" y="113"/>
                    </a:moveTo>
                    <a:cubicBezTo>
                      <a:pt x="20" y="124"/>
                      <a:pt x="16" y="124"/>
                      <a:pt x="14" y="123"/>
                    </a:cubicBezTo>
                    <a:cubicBezTo>
                      <a:pt x="5" y="120"/>
                      <a:pt x="5" y="120"/>
                      <a:pt x="5" y="120"/>
                    </a:cubicBezTo>
                    <a:cubicBezTo>
                      <a:pt x="2" y="119"/>
                      <a:pt x="0" y="117"/>
                      <a:pt x="4" y="107"/>
                    </a:cubicBezTo>
                    <a:cubicBezTo>
                      <a:pt x="4" y="107"/>
                      <a:pt x="6" y="101"/>
                      <a:pt x="15" y="78"/>
                    </a:cubicBezTo>
                    <a:cubicBezTo>
                      <a:pt x="23" y="55"/>
                      <a:pt x="41" y="10"/>
                      <a:pt x="41" y="9"/>
                    </a:cubicBezTo>
                    <a:cubicBezTo>
                      <a:pt x="44" y="1"/>
                      <a:pt x="47" y="0"/>
                      <a:pt x="50" y="1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64" y="6"/>
                      <a:pt x="63" y="9"/>
                      <a:pt x="62" y="12"/>
                    </a:cubicBezTo>
                    <a:cubicBezTo>
                      <a:pt x="62" y="12"/>
                      <a:pt x="50" y="42"/>
                      <a:pt x="42" y="64"/>
                    </a:cubicBezTo>
                    <a:cubicBezTo>
                      <a:pt x="34" y="85"/>
                      <a:pt x="24" y="113"/>
                      <a:pt x="24" y="1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3" name="Freeform 268">
                <a:extLst>
                  <a:ext uri="{FF2B5EF4-FFF2-40B4-BE49-F238E27FC236}">
                    <a16:creationId xmlns:a16="http://schemas.microsoft.com/office/drawing/2014/main" id="{D412A899-C1E6-439C-991F-7DBC8A78D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081"/>
                <a:ext cx="127" cy="187"/>
              </a:xfrm>
              <a:custGeom>
                <a:avLst/>
                <a:gdLst>
                  <a:gd name="T0" fmla="*/ 214 w 85"/>
                  <a:gd name="T1" fmla="*/ 21 h 117"/>
                  <a:gd name="T2" fmla="*/ 214 w 85"/>
                  <a:gd name="T3" fmla="*/ 21 h 117"/>
                  <a:gd name="T4" fmla="*/ 241 w 85"/>
                  <a:gd name="T5" fmla="*/ 13 h 117"/>
                  <a:gd name="T6" fmla="*/ 267 w 85"/>
                  <a:gd name="T7" fmla="*/ 34 h 117"/>
                  <a:gd name="T8" fmla="*/ 257 w 85"/>
                  <a:gd name="T9" fmla="*/ 102 h 117"/>
                  <a:gd name="T10" fmla="*/ 149 w 85"/>
                  <a:gd name="T11" fmla="*/ 302 h 117"/>
                  <a:gd name="T12" fmla="*/ 76 w 85"/>
                  <a:gd name="T13" fmla="*/ 443 h 117"/>
                  <a:gd name="T14" fmla="*/ 40 w 85"/>
                  <a:gd name="T15" fmla="*/ 470 h 117"/>
                  <a:gd name="T16" fmla="*/ 9 w 85"/>
                  <a:gd name="T17" fmla="*/ 449 h 117"/>
                  <a:gd name="T18" fmla="*/ 6 w 85"/>
                  <a:gd name="T19" fmla="*/ 411 h 117"/>
                  <a:gd name="T20" fmla="*/ 108 w 85"/>
                  <a:gd name="T21" fmla="*/ 213 h 117"/>
                  <a:gd name="T22" fmla="*/ 214 w 85"/>
                  <a:gd name="T23" fmla="*/ 21 h 1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5" h="117">
                    <a:moveTo>
                      <a:pt x="64" y="5"/>
                    </a:moveTo>
                    <a:cubicBezTo>
                      <a:pt x="64" y="5"/>
                      <a:pt x="64" y="5"/>
                      <a:pt x="64" y="5"/>
                    </a:cubicBezTo>
                    <a:cubicBezTo>
                      <a:pt x="66" y="2"/>
                      <a:pt x="68" y="0"/>
                      <a:pt x="72" y="3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83" y="9"/>
                      <a:pt x="85" y="11"/>
                      <a:pt x="77" y="25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19" y="114"/>
                      <a:pt x="14" y="117"/>
                      <a:pt x="12" y="115"/>
                    </a:cubicBezTo>
                    <a:cubicBezTo>
                      <a:pt x="3" y="110"/>
                      <a:pt x="3" y="110"/>
                      <a:pt x="3" y="110"/>
                    </a:cubicBezTo>
                    <a:cubicBezTo>
                      <a:pt x="0" y="108"/>
                      <a:pt x="0" y="105"/>
                      <a:pt x="2" y="101"/>
                    </a:cubicBezTo>
                    <a:cubicBezTo>
                      <a:pt x="2" y="101"/>
                      <a:pt x="25" y="63"/>
                      <a:pt x="32" y="52"/>
                    </a:cubicBezTo>
                    <a:cubicBezTo>
                      <a:pt x="38" y="42"/>
                      <a:pt x="64" y="5"/>
                      <a:pt x="64" y="5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4" name="Freeform 269">
                <a:extLst>
                  <a:ext uri="{FF2B5EF4-FFF2-40B4-BE49-F238E27FC236}">
                    <a16:creationId xmlns:a16="http://schemas.microsoft.com/office/drawing/2014/main" id="{81BCA6A0-F1E4-46FF-9359-FC93ADC0E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3162"/>
                <a:ext cx="25" cy="37"/>
              </a:xfrm>
              <a:custGeom>
                <a:avLst/>
                <a:gdLst>
                  <a:gd name="T0" fmla="*/ 6 w 17"/>
                  <a:gd name="T1" fmla="*/ 90 h 23"/>
                  <a:gd name="T2" fmla="*/ 15 w 17"/>
                  <a:gd name="T3" fmla="*/ 42 h 23"/>
                  <a:gd name="T4" fmla="*/ 47 w 17"/>
                  <a:gd name="T5" fmla="*/ 5 h 23"/>
                  <a:gd name="T6" fmla="*/ 35 w 17"/>
                  <a:gd name="T7" fmla="*/ 60 h 23"/>
                  <a:gd name="T8" fmla="*/ 6 w 17"/>
                  <a:gd name="T9" fmla="*/ 9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2" y="22"/>
                    </a:moveTo>
                    <a:cubicBezTo>
                      <a:pt x="0" y="21"/>
                      <a:pt x="2" y="16"/>
                      <a:pt x="5" y="10"/>
                    </a:cubicBezTo>
                    <a:cubicBezTo>
                      <a:pt x="9" y="4"/>
                      <a:pt x="13" y="0"/>
                      <a:pt x="15" y="1"/>
                    </a:cubicBezTo>
                    <a:cubicBezTo>
                      <a:pt x="17" y="2"/>
                      <a:pt x="15" y="8"/>
                      <a:pt x="11" y="14"/>
                    </a:cubicBezTo>
                    <a:cubicBezTo>
                      <a:pt x="8" y="19"/>
                      <a:pt x="3" y="23"/>
                      <a:pt x="2" y="2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5" name="Freeform 270">
                <a:extLst>
                  <a:ext uri="{FF2B5EF4-FFF2-40B4-BE49-F238E27FC236}">
                    <a16:creationId xmlns:a16="http://schemas.microsoft.com/office/drawing/2014/main" id="{2C484591-F078-4BEE-9B87-8BBAAEAE0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161"/>
                <a:ext cx="26" cy="36"/>
              </a:xfrm>
              <a:custGeom>
                <a:avLst/>
                <a:gdLst>
                  <a:gd name="T0" fmla="*/ 8 w 17"/>
                  <a:gd name="T1" fmla="*/ 83 h 23"/>
                  <a:gd name="T2" fmla="*/ 18 w 17"/>
                  <a:gd name="T3" fmla="*/ 34 h 23"/>
                  <a:gd name="T4" fmla="*/ 54 w 17"/>
                  <a:gd name="T5" fmla="*/ 5 h 23"/>
                  <a:gd name="T6" fmla="*/ 40 w 17"/>
                  <a:gd name="T7" fmla="*/ 49 h 23"/>
                  <a:gd name="T8" fmla="*/ 8 w 17"/>
                  <a:gd name="T9" fmla="*/ 8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2" y="22"/>
                    </a:moveTo>
                    <a:cubicBezTo>
                      <a:pt x="0" y="21"/>
                      <a:pt x="2" y="15"/>
                      <a:pt x="5" y="9"/>
                    </a:cubicBezTo>
                    <a:cubicBezTo>
                      <a:pt x="9" y="4"/>
                      <a:pt x="13" y="0"/>
                      <a:pt x="15" y="1"/>
                    </a:cubicBezTo>
                    <a:cubicBezTo>
                      <a:pt x="17" y="2"/>
                      <a:pt x="15" y="7"/>
                      <a:pt x="11" y="13"/>
                    </a:cubicBezTo>
                    <a:cubicBezTo>
                      <a:pt x="8" y="19"/>
                      <a:pt x="3" y="23"/>
                      <a:pt x="2" y="2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6" name="Freeform 271">
                <a:extLst>
                  <a:ext uri="{FF2B5EF4-FFF2-40B4-BE49-F238E27FC236}">
                    <a16:creationId xmlns:a16="http://schemas.microsoft.com/office/drawing/2014/main" id="{320DC634-9D47-4507-8379-CF088C087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3092"/>
                <a:ext cx="39" cy="80"/>
              </a:xfrm>
              <a:custGeom>
                <a:avLst/>
                <a:gdLst>
                  <a:gd name="T0" fmla="*/ 66 w 26"/>
                  <a:gd name="T1" fmla="*/ 0 h 50"/>
                  <a:gd name="T2" fmla="*/ 89 w 26"/>
                  <a:gd name="T3" fmla="*/ 29 h 50"/>
                  <a:gd name="T4" fmla="*/ 72 w 26"/>
                  <a:gd name="T5" fmla="*/ 74 h 50"/>
                  <a:gd name="T6" fmla="*/ 35 w 26"/>
                  <a:gd name="T7" fmla="*/ 144 h 50"/>
                  <a:gd name="T8" fmla="*/ 18 w 26"/>
                  <a:gd name="T9" fmla="*/ 176 h 50"/>
                  <a:gd name="T10" fmla="*/ 0 w 26"/>
                  <a:gd name="T11" fmla="*/ 205 h 50"/>
                  <a:gd name="T12" fmla="*/ 66 w 26"/>
                  <a:gd name="T13" fmla="*/ 69 h 50"/>
                  <a:gd name="T14" fmla="*/ 75 w 26"/>
                  <a:gd name="T15" fmla="*/ 26 h 50"/>
                  <a:gd name="T16" fmla="*/ 59 w 26"/>
                  <a:gd name="T17" fmla="*/ 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50">
                    <a:moveTo>
                      <a:pt x="19" y="0"/>
                    </a:moveTo>
                    <a:cubicBezTo>
                      <a:pt x="21" y="2"/>
                      <a:pt x="26" y="4"/>
                      <a:pt x="26" y="7"/>
                    </a:cubicBezTo>
                    <a:cubicBezTo>
                      <a:pt x="26" y="10"/>
                      <a:pt x="23" y="15"/>
                      <a:pt x="21" y="18"/>
                    </a:cubicBezTo>
                    <a:cubicBezTo>
                      <a:pt x="17" y="24"/>
                      <a:pt x="13" y="29"/>
                      <a:pt x="10" y="35"/>
                    </a:cubicBezTo>
                    <a:cubicBezTo>
                      <a:pt x="8" y="38"/>
                      <a:pt x="6" y="40"/>
                      <a:pt x="5" y="43"/>
                    </a:cubicBezTo>
                    <a:cubicBezTo>
                      <a:pt x="3" y="45"/>
                      <a:pt x="2" y="48"/>
                      <a:pt x="0" y="50"/>
                    </a:cubicBezTo>
                    <a:cubicBezTo>
                      <a:pt x="4" y="39"/>
                      <a:pt x="13" y="28"/>
                      <a:pt x="19" y="17"/>
                    </a:cubicBezTo>
                    <a:cubicBezTo>
                      <a:pt x="21" y="13"/>
                      <a:pt x="23" y="9"/>
                      <a:pt x="22" y="6"/>
                    </a:cubicBezTo>
                    <a:cubicBezTo>
                      <a:pt x="21" y="3"/>
                      <a:pt x="19" y="1"/>
                      <a:pt x="17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7" name="Freeform 272">
                <a:extLst>
                  <a:ext uri="{FF2B5EF4-FFF2-40B4-BE49-F238E27FC236}">
                    <a16:creationId xmlns:a16="http://schemas.microsoft.com/office/drawing/2014/main" id="{01016AC8-7EB5-41F2-A117-FBF2F5764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129"/>
                <a:ext cx="69" cy="132"/>
              </a:xfrm>
              <a:custGeom>
                <a:avLst/>
                <a:gdLst>
                  <a:gd name="T0" fmla="*/ 27 w 46"/>
                  <a:gd name="T1" fmla="*/ 326 h 83"/>
                  <a:gd name="T2" fmla="*/ 5 w 46"/>
                  <a:gd name="T3" fmla="*/ 299 h 83"/>
                  <a:gd name="T4" fmla="*/ 32 w 46"/>
                  <a:gd name="T5" fmla="*/ 240 h 83"/>
                  <a:gd name="T6" fmla="*/ 68 w 46"/>
                  <a:gd name="T7" fmla="*/ 164 h 83"/>
                  <a:gd name="T8" fmla="*/ 156 w 46"/>
                  <a:gd name="T9" fmla="*/ 0 h 83"/>
                  <a:gd name="T10" fmla="*/ 99 w 46"/>
                  <a:gd name="T11" fmla="*/ 115 h 83"/>
                  <a:gd name="T12" fmla="*/ 45 w 46"/>
                  <a:gd name="T13" fmla="*/ 231 h 83"/>
                  <a:gd name="T14" fmla="*/ 53 w 46"/>
                  <a:gd name="T15" fmla="*/ 326 h 83"/>
                  <a:gd name="T16" fmla="*/ 32 w 46"/>
                  <a:gd name="T17" fmla="*/ 329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83">
                    <a:moveTo>
                      <a:pt x="8" y="81"/>
                    </a:moveTo>
                    <a:cubicBezTo>
                      <a:pt x="6" y="79"/>
                      <a:pt x="0" y="79"/>
                      <a:pt x="1" y="74"/>
                    </a:cubicBezTo>
                    <a:cubicBezTo>
                      <a:pt x="2" y="70"/>
                      <a:pt x="6" y="64"/>
                      <a:pt x="9" y="60"/>
                    </a:cubicBezTo>
                    <a:cubicBezTo>
                      <a:pt x="14" y="52"/>
                      <a:pt x="15" y="49"/>
                      <a:pt x="20" y="41"/>
                    </a:cubicBezTo>
                    <a:cubicBezTo>
                      <a:pt x="27" y="29"/>
                      <a:pt x="37" y="11"/>
                      <a:pt x="46" y="0"/>
                    </a:cubicBezTo>
                    <a:cubicBezTo>
                      <a:pt x="41" y="9"/>
                      <a:pt x="34" y="19"/>
                      <a:pt x="29" y="28"/>
                    </a:cubicBezTo>
                    <a:cubicBezTo>
                      <a:pt x="23" y="38"/>
                      <a:pt x="19" y="47"/>
                      <a:pt x="13" y="57"/>
                    </a:cubicBezTo>
                    <a:cubicBezTo>
                      <a:pt x="8" y="66"/>
                      <a:pt x="5" y="81"/>
                      <a:pt x="15" y="81"/>
                    </a:cubicBezTo>
                    <a:cubicBezTo>
                      <a:pt x="12" y="83"/>
                      <a:pt x="11" y="82"/>
                      <a:pt x="9" y="8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8" name="Freeform 273">
                <a:extLst>
                  <a:ext uri="{FF2B5EF4-FFF2-40B4-BE49-F238E27FC236}">
                    <a16:creationId xmlns:a16="http://schemas.microsoft.com/office/drawing/2014/main" id="{B8CB7108-26DA-42B6-BCEA-980369274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165"/>
                <a:ext cx="15" cy="32"/>
              </a:xfrm>
              <a:custGeom>
                <a:avLst/>
                <a:gdLst>
                  <a:gd name="T0" fmla="*/ 27 w 10"/>
                  <a:gd name="T1" fmla="*/ 61 h 20"/>
                  <a:gd name="T2" fmla="*/ 12 w 10"/>
                  <a:gd name="T3" fmla="*/ 69 h 20"/>
                  <a:gd name="T4" fmla="*/ 26 w 10"/>
                  <a:gd name="T5" fmla="*/ 21 h 20"/>
                  <a:gd name="T6" fmla="*/ 35 w 10"/>
                  <a:gd name="T7" fmla="*/ 0 h 20"/>
                  <a:gd name="T8" fmla="*/ 18 w 10"/>
                  <a:gd name="T9" fmla="*/ 29 h 20"/>
                  <a:gd name="T10" fmla="*/ 8 w 10"/>
                  <a:gd name="T11" fmla="*/ 77 h 20"/>
                  <a:gd name="T12" fmla="*/ 27 w 10"/>
                  <a:gd name="T13" fmla="*/ 6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0">
                    <a:moveTo>
                      <a:pt x="8" y="15"/>
                    </a:moveTo>
                    <a:cubicBezTo>
                      <a:pt x="6" y="17"/>
                      <a:pt x="4" y="18"/>
                      <a:pt x="3" y="17"/>
                    </a:cubicBezTo>
                    <a:cubicBezTo>
                      <a:pt x="2" y="16"/>
                      <a:pt x="3" y="11"/>
                      <a:pt x="7" y="5"/>
                    </a:cubicBezTo>
                    <a:cubicBezTo>
                      <a:pt x="8" y="3"/>
                      <a:pt x="9" y="2"/>
                      <a:pt x="10" y="0"/>
                    </a:cubicBezTo>
                    <a:cubicBezTo>
                      <a:pt x="9" y="2"/>
                      <a:pt x="7" y="4"/>
                      <a:pt x="5" y="7"/>
                    </a:cubicBezTo>
                    <a:cubicBezTo>
                      <a:pt x="2" y="12"/>
                      <a:pt x="0" y="18"/>
                      <a:pt x="2" y="19"/>
                    </a:cubicBezTo>
                    <a:cubicBezTo>
                      <a:pt x="3" y="20"/>
                      <a:pt x="5" y="18"/>
                      <a:pt x="8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9" name="Freeform 274">
                <a:extLst>
                  <a:ext uri="{FF2B5EF4-FFF2-40B4-BE49-F238E27FC236}">
                    <a16:creationId xmlns:a16="http://schemas.microsoft.com/office/drawing/2014/main" id="{30C47091-E67B-430C-871B-40639B8C6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3164"/>
                <a:ext cx="15" cy="27"/>
              </a:xfrm>
              <a:custGeom>
                <a:avLst/>
                <a:gdLst>
                  <a:gd name="T0" fmla="*/ 27 w 10"/>
                  <a:gd name="T1" fmla="*/ 8 h 17"/>
                  <a:gd name="T2" fmla="*/ 14 w 10"/>
                  <a:gd name="T3" fmla="*/ 48 h 17"/>
                  <a:gd name="T4" fmla="*/ 0 w 10"/>
                  <a:gd name="T5" fmla="*/ 68 h 17"/>
                  <a:gd name="T6" fmla="*/ 21 w 10"/>
                  <a:gd name="T7" fmla="*/ 43 h 17"/>
                  <a:gd name="T8" fmla="*/ 32 w 10"/>
                  <a:gd name="T9" fmla="*/ 5 h 17"/>
                  <a:gd name="T10" fmla="*/ 18 w 10"/>
                  <a:gd name="T11" fmla="*/ 13 h 17"/>
                  <a:gd name="T12" fmla="*/ 27 w 10"/>
                  <a:gd name="T13" fmla="*/ 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8" y="2"/>
                    </a:moveTo>
                    <a:cubicBezTo>
                      <a:pt x="9" y="3"/>
                      <a:pt x="7" y="8"/>
                      <a:pt x="4" y="12"/>
                    </a:cubicBezTo>
                    <a:cubicBezTo>
                      <a:pt x="3" y="14"/>
                      <a:pt x="1" y="16"/>
                      <a:pt x="0" y="17"/>
                    </a:cubicBezTo>
                    <a:cubicBezTo>
                      <a:pt x="2" y="16"/>
                      <a:pt x="4" y="14"/>
                      <a:pt x="6" y="11"/>
                    </a:cubicBezTo>
                    <a:cubicBezTo>
                      <a:pt x="9" y="6"/>
                      <a:pt x="10" y="2"/>
                      <a:pt x="9" y="1"/>
                    </a:cubicBezTo>
                    <a:cubicBezTo>
                      <a:pt x="8" y="0"/>
                      <a:pt x="7" y="1"/>
                      <a:pt x="5" y="3"/>
                    </a:cubicBezTo>
                    <a:cubicBezTo>
                      <a:pt x="6" y="3"/>
                      <a:pt x="7" y="1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0" name="Freeform 275">
                <a:extLst>
                  <a:ext uri="{FF2B5EF4-FFF2-40B4-BE49-F238E27FC236}">
                    <a16:creationId xmlns:a16="http://schemas.microsoft.com/office/drawing/2014/main" id="{1601A04E-74B2-4A1B-BC3F-884059C65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081"/>
                <a:ext cx="127" cy="187"/>
              </a:xfrm>
              <a:custGeom>
                <a:avLst/>
                <a:gdLst>
                  <a:gd name="T0" fmla="*/ 214 w 85"/>
                  <a:gd name="T1" fmla="*/ 21 h 117"/>
                  <a:gd name="T2" fmla="*/ 214 w 85"/>
                  <a:gd name="T3" fmla="*/ 21 h 117"/>
                  <a:gd name="T4" fmla="*/ 241 w 85"/>
                  <a:gd name="T5" fmla="*/ 13 h 117"/>
                  <a:gd name="T6" fmla="*/ 267 w 85"/>
                  <a:gd name="T7" fmla="*/ 34 h 117"/>
                  <a:gd name="T8" fmla="*/ 257 w 85"/>
                  <a:gd name="T9" fmla="*/ 102 h 117"/>
                  <a:gd name="T10" fmla="*/ 149 w 85"/>
                  <a:gd name="T11" fmla="*/ 302 h 117"/>
                  <a:gd name="T12" fmla="*/ 76 w 85"/>
                  <a:gd name="T13" fmla="*/ 443 h 117"/>
                  <a:gd name="T14" fmla="*/ 40 w 85"/>
                  <a:gd name="T15" fmla="*/ 470 h 117"/>
                  <a:gd name="T16" fmla="*/ 9 w 85"/>
                  <a:gd name="T17" fmla="*/ 449 h 117"/>
                  <a:gd name="T18" fmla="*/ 6 w 85"/>
                  <a:gd name="T19" fmla="*/ 411 h 117"/>
                  <a:gd name="T20" fmla="*/ 108 w 85"/>
                  <a:gd name="T21" fmla="*/ 213 h 117"/>
                  <a:gd name="T22" fmla="*/ 214 w 85"/>
                  <a:gd name="T23" fmla="*/ 21 h 1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5" h="117">
                    <a:moveTo>
                      <a:pt x="64" y="5"/>
                    </a:moveTo>
                    <a:cubicBezTo>
                      <a:pt x="64" y="5"/>
                      <a:pt x="64" y="5"/>
                      <a:pt x="64" y="5"/>
                    </a:cubicBezTo>
                    <a:cubicBezTo>
                      <a:pt x="66" y="2"/>
                      <a:pt x="68" y="0"/>
                      <a:pt x="72" y="3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83" y="9"/>
                      <a:pt x="85" y="11"/>
                      <a:pt x="77" y="25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19" y="114"/>
                      <a:pt x="14" y="117"/>
                      <a:pt x="12" y="115"/>
                    </a:cubicBezTo>
                    <a:cubicBezTo>
                      <a:pt x="3" y="110"/>
                      <a:pt x="3" y="110"/>
                      <a:pt x="3" y="110"/>
                    </a:cubicBezTo>
                    <a:cubicBezTo>
                      <a:pt x="0" y="108"/>
                      <a:pt x="0" y="105"/>
                      <a:pt x="2" y="101"/>
                    </a:cubicBezTo>
                    <a:cubicBezTo>
                      <a:pt x="2" y="101"/>
                      <a:pt x="25" y="63"/>
                      <a:pt x="32" y="52"/>
                    </a:cubicBezTo>
                    <a:cubicBezTo>
                      <a:pt x="38" y="42"/>
                      <a:pt x="64" y="5"/>
                      <a:pt x="64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1" name="Freeform 276">
                <a:extLst>
                  <a:ext uri="{FF2B5EF4-FFF2-40B4-BE49-F238E27FC236}">
                    <a16:creationId xmlns:a16="http://schemas.microsoft.com/office/drawing/2014/main" id="{1EF899EA-335C-4AD5-B6E5-3E0303554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265"/>
                <a:ext cx="118" cy="191"/>
              </a:xfrm>
              <a:custGeom>
                <a:avLst/>
                <a:gdLst>
                  <a:gd name="T0" fmla="*/ 190 w 79"/>
                  <a:gd name="T1" fmla="*/ 21 h 120"/>
                  <a:gd name="T2" fmla="*/ 190 w 79"/>
                  <a:gd name="T3" fmla="*/ 21 h 120"/>
                  <a:gd name="T4" fmla="*/ 217 w 79"/>
                  <a:gd name="T5" fmla="*/ 8 h 120"/>
                  <a:gd name="T6" fmla="*/ 248 w 79"/>
                  <a:gd name="T7" fmla="*/ 29 h 120"/>
                  <a:gd name="T8" fmla="*/ 236 w 79"/>
                  <a:gd name="T9" fmla="*/ 96 h 120"/>
                  <a:gd name="T10" fmla="*/ 140 w 79"/>
                  <a:gd name="T11" fmla="*/ 301 h 120"/>
                  <a:gd name="T12" fmla="*/ 76 w 79"/>
                  <a:gd name="T13" fmla="*/ 449 h 120"/>
                  <a:gd name="T14" fmla="*/ 42 w 79"/>
                  <a:gd name="T15" fmla="*/ 479 h 120"/>
                  <a:gd name="T16" fmla="*/ 13 w 79"/>
                  <a:gd name="T17" fmla="*/ 458 h 120"/>
                  <a:gd name="T18" fmla="*/ 6 w 79"/>
                  <a:gd name="T19" fmla="*/ 428 h 120"/>
                  <a:gd name="T20" fmla="*/ 94 w 79"/>
                  <a:gd name="T21" fmla="*/ 223 h 120"/>
                  <a:gd name="T22" fmla="*/ 190 w 79"/>
                  <a:gd name="T23" fmla="*/ 21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120">
                    <a:moveTo>
                      <a:pt x="57" y="5"/>
                    </a:moveTo>
                    <a:cubicBezTo>
                      <a:pt x="57" y="5"/>
                      <a:pt x="57" y="5"/>
                      <a:pt x="57" y="5"/>
                    </a:cubicBezTo>
                    <a:cubicBezTo>
                      <a:pt x="58" y="2"/>
                      <a:pt x="60" y="0"/>
                      <a:pt x="65" y="2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6" y="8"/>
                      <a:pt x="79" y="10"/>
                      <a:pt x="71" y="24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23" y="111"/>
                      <a:pt x="23" y="111"/>
                      <a:pt x="23" y="111"/>
                    </a:cubicBezTo>
                    <a:cubicBezTo>
                      <a:pt x="20" y="117"/>
                      <a:pt x="16" y="120"/>
                      <a:pt x="13" y="119"/>
                    </a:cubicBezTo>
                    <a:cubicBezTo>
                      <a:pt x="4" y="114"/>
                      <a:pt x="4" y="114"/>
                      <a:pt x="4" y="114"/>
                    </a:cubicBezTo>
                    <a:cubicBezTo>
                      <a:pt x="1" y="112"/>
                      <a:pt x="0" y="110"/>
                      <a:pt x="2" y="106"/>
                    </a:cubicBezTo>
                    <a:cubicBezTo>
                      <a:pt x="2" y="105"/>
                      <a:pt x="22" y="66"/>
                      <a:pt x="28" y="55"/>
                    </a:cubicBezTo>
                    <a:cubicBezTo>
                      <a:pt x="34" y="44"/>
                      <a:pt x="57" y="5"/>
                      <a:pt x="57" y="5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2" name="Freeform 277">
                <a:extLst>
                  <a:ext uri="{FF2B5EF4-FFF2-40B4-BE49-F238E27FC236}">
                    <a16:creationId xmlns:a16="http://schemas.microsoft.com/office/drawing/2014/main" id="{5E3E1A69-1F31-4929-ABC0-07315F8CA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349"/>
                <a:ext cx="22" cy="39"/>
              </a:xfrm>
              <a:custGeom>
                <a:avLst/>
                <a:gdLst>
                  <a:gd name="T0" fmla="*/ 6 w 15"/>
                  <a:gd name="T1" fmla="*/ 98 h 24"/>
                  <a:gd name="T2" fmla="*/ 13 w 15"/>
                  <a:gd name="T3" fmla="*/ 42 h 24"/>
                  <a:gd name="T4" fmla="*/ 41 w 15"/>
                  <a:gd name="T5" fmla="*/ 5 h 24"/>
                  <a:gd name="T6" fmla="*/ 34 w 15"/>
                  <a:gd name="T7" fmla="*/ 55 h 24"/>
                  <a:gd name="T8" fmla="*/ 6 w 15"/>
                  <a:gd name="T9" fmla="*/ 9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2" y="23"/>
                    </a:moveTo>
                    <a:cubicBezTo>
                      <a:pt x="0" y="22"/>
                      <a:pt x="1" y="16"/>
                      <a:pt x="4" y="10"/>
                    </a:cubicBezTo>
                    <a:cubicBezTo>
                      <a:pt x="8" y="4"/>
                      <a:pt x="12" y="0"/>
                      <a:pt x="13" y="1"/>
                    </a:cubicBezTo>
                    <a:cubicBezTo>
                      <a:pt x="15" y="2"/>
                      <a:pt x="14" y="7"/>
                      <a:pt x="11" y="13"/>
                    </a:cubicBezTo>
                    <a:cubicBezTo>
                      <a:pt x="7" y="20"/>
                      <a:pt x="3" y="24"/>
                      <a:pt x="2" y="2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3" name="Freeform 278">
                <a:extLst>
                  <a:ext uri="{FF2B5EF4-FFF2-40B4-BE49-F238E27FC236}">
                    <a16:creationId xmlns:a16="http://schemas.microsoft.com/office/drawing/2014/main" id="{32185441-C3B5-43FF-8651-4EDCCF8FD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346"/>
                <a:ext cx="23" cy="38"/>
              </a:xfrm>
              <a:custGeom>
                <a:avLst/>
                <a:gdLst>
                  <a:gd name="T0" fmla="*/ 8 w 15"/>
                  <a:gd name="T1" fmla="*/ 90 h 24"/>
                  <a:gd name="T2" fmla="*/ 14 w 15"/>
                  <a:gd name="T3" fmla="*/ 43 h 24"/>
                  <a:gd name="T4" fmla="*/ 48 w 15"/>
                  <a:gd name="T5" fmla="*/ 5 h 24"/>
                  <a:gd name="T6" fmla="*/ 40 w 15"/>
                  <a:gd name="T7" fmla="*/ 55 h 24"/>
                  <a:gd name="T8" fmla="*/ 8 w 15"/>
                  <a:gd name="T9" fmla="*/ 9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2" y="23"/>
                    </a:moveTo>
                    <a:cubicBezTo>
                      <a:pt x="0" y="22"/>
                      <a:pt x="1" y="17"/>
                      <a:pt x="4" y="11"/>
                    </a:cubicBezTo>
                    <a:cubicBezTo>
                      <a:pt x="8" y="5"/>
                      <a:pt x="12" y="0"/>
                      <a:pt x="13" y="1"/>
                    </a:cubicBezTo>
                    <a:cubicBezTo>
                      <a:pt x="15" y="2"/>
                      <a:pt x="14" y="8"/>
                      <a:pt x="11" y="14"/>
                    </a:cubicBezTo>
                    <a:cubicBezTo>
                      <a:pt x="7" y="20"/>
                      <a:pt x="3" y="24"/>
                      <a:pt x="2" y="2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4" name="Freeform 279">
                <a:extLst>
                  <a:ext uri="{FF2B5EF4-FFF2-40B4-BE49-F238E27FC236}">
                    <a16:creationId xmlns:a16="http://schemas.microsoft.com/office/drawing/2014/main" id="{0726C8C0-80C9-4C54-81A1-097FB3E02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274"/>
                <a:ext cx="34" cy="83"/>
              </a:xfrm>
              <a:custGeom>
                <a:avLst/>
                <a:gdLst>
                  <a:gd name="T0" fmla="*/ 49 w 23"/>
                  <a:gd name="T1" fmla="*/ 5 h 52"/>
                  <a:gd name="T2" fmla="*/ 72 w 23"/>
                  <a:gd name="T3" fmla="*/ 29 h 52"/>
                  <a:gd name="T4" fmla="*/ 59 w 23"/>
                  <a:gd name="T5" fmla="*/ 73 h 52"/>
                  <a:gd name="T6" fmla="*/ 27 w 23"/>
                  <a:gd name="T7" fmla="*/ 145 h 52"/>
                  <a:gd name="T8" fmla="*/ 13 w 23"/>
                  <a:gd name="T9" fmla="*/ 179 h 52"/>
                  <a:gd name="T10" fmla="*/ 0 w 23"/>
                  <a:gd name="T11" fmla="*/ 211 h 52"/>
                  <a:gd name="T12" fmla="*/ 52 w 23"/>
                  <a:gd name="T13" fmla="*/ 69 h 52"/>
                  <a:gd name="T14" fmla="*/ 59 w 23"/>
                  <a:gd name="T15" fmla="*/ 26 h 52"/>
                  <a:gd name="T16" fmla="*/ 41 w 23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52">
                    <a:moveTo>
                      <a:pt x="15" y="1"/>
                    </a:moveTo>
                    <a:cubicBezTo>
                      <a:pt x="17" y="2"/>
                      <a:pt x="22" y="4"/>
                      <a:pt x="22" y="7"/>
                    </a:cubicBezTo>
                    <a:cubicBezTo>
                      <a:pt x="23" y="10"/>
                      <a:pt x="20" y="15"/>
                      <a:pt x="18" y="18"/>
                    </a:cubicBezTo>
                    <a:cubicBezTo>
                      <a:pt x="15" y="24"/>
                      <a:pt x="11" y="30"/>
                      <a:pt x="8" y="36"/>
                    </a:cubicBezTo>
                    <a:cubicBezTo>
                      <a:pt x="7" y="39"/>
                      <a:pt x="5" y="41"/>
                      <a:pt x="4" y="44"/>
                    </a:cubicBezTo>
                    <a:cubicBezTo>
                      <a:pt x="3" y="47"/>
                      <a:pt x="1" y="50"/>
                      <a:pt x="0" y="52"/>
                    </a:cubicBezTo>
                    <a:cubicBezTo>
                      <a:pt x="3" y="40"/>
                      <a:pt x="11" y="29"/>
                      <a:pt x="16" y="17"/>
                    </a:cubicBezTo>
                    <a:cubicBezTo>
                      <a:pt x="18" y="13"/>
                      <a:pt x="20" y="9"/>
                      <a:pt x="18" y="6"/>
                    </a:cubicBezTo>
                    <a:cubicBezTo>
                      <a:pt x="17" y="3"/>
                      <a:pt x="15" y="2"/>
                      <a:pt x="13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5" name="Freeform 280">
                <a:extLst>
                  <a:ext uri="{FF2B5EF4-FFF2-40B4-BE49-F238E27FC236}">
                    <a16:creationId xmlns:a16="http://schemas.microsoft.com/office/drawing/2014/main" id="{9BEBB7FB-2B77-45D8-8AD1-5EB139ECE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3316"/>
                <a:ext cx="60" cy="136"/>
              </a:xfrm>
              <a:custGeom>
                <a:avLst/>
                <a:gdLst>
                  <a:gd name="T0" fmla="*/ 27 w 40"/>
                  <a:gd name="T1" fmla="*/ 341 h 85"/>
                  <a:gd name="T2" fmla="*/ 0 w 40"/>
                  <a:gd name="T3" fmla="*/ 312 h 85"/>
                  <a:gd name="T4" fmla="*/ 26 w 40"/>
                  <a:gd name="T5" fmla="*/ 253 h 85"/>
                  <a:gd name="T6" fmla="*/ 59 w 40"/>
                  <a:gd name="T7" fmla="*/ 171 h 85"/>
                  <a:gd name="T8" fmla="*/ 135 w 40"/>
                  <a:gd name="T9" fmla="*/ 0 h 85"/>
                  <a:gd name="T10" fmla="*/ 86 w 40"/>
                  <a:gd name="T11" fmla="*/ 115 h 85"/>
                  <a:gd name="T12" fmla="*/ 39 w 40"/>
                  <a:gd name="T13" fmla="*/ 238 h 85"/>
                  <a:gd name="T14" fmla="*/ 53 w 40"/>
                  <a:gd name="T15" fmla="*/ 336 h 85"/>
                  <a:gd name="T16" fmla="*/ 32 w 40"/>
                  <a:gd name="T17" fmla="*/ 342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85">
                    <a:moveTo>
                      <a:pt x="8" y="83"/>
                    </a:moveTo>
                    <a:cubicBezTo>
                      <a:pt x="5" y="82"/>
                      <a:pt x="0" y="82"/>
                      <a:pt x="0" y="76"/>
                    </a:cubicBezTo>
                    <a:cubicBezTo>
                      <a:pt x="1" y="72"/>
                      <a:pt x="5" y="66"/>
                      <a:pt x="7" y="62"/>
                    </a:cubicBezTo>
                    <a:cubicBezTo>
                      <a:pt x="11" y="54"/>
                      <a:pt x="13" y="50"/>
                      <a:pt x="17" y="42"/>
                    </a:cubicBezTo>
                    <a:cubicBezTo>
                      <a:pt x="23" y="30"/>
                      <a:pt x="32" y="11"/>
                      <a:pt x="40" y="0"/>
                    </a:cubicBezTo>
                    <a:cubicBezTo>
                      <a:pt x="35" y="8"/>
                      <a:pt x="29" y="19"/>
                      <a:pt x="25" y="28"/>
                    </a:cubicBezTo>
                    <a:cubicBezTo>
                      <a:pt x="20" y="39"/>
                      <a:pt x="16" y="48"/>
                      <a:pt x="11" y="58"/>
                    </a:cubicBezTo>
                    <a:cubicBezTo>
                      <a:pt x="7" y="68"/>
                      <a:pt x="5" y="84"/>
                      <a:pt x="15" y="82"/>
                    </a:cubicBezTo>
                    <a:cubicBezTo>
                      <a:pt x="12" y="85"/>
                      <a:pt x="11" y="83"/>
                      <a:pt x="9" y="84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6" name="Freeform 281">
                <a:extLst>
                  <a:ext uri="{FF2B5EF4-FFF2-40B4-BE49-F238E27FC236}">
                    <a16:creationId xmlns:a16="http://schemas.microsoft.com/office/drawing/2014/main" id="{9FD889C3-5983-4E1F-9DD1-62D4ACDDA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353"/>
                <a:ext cx="14" cy="31"/>
              </a:xfrm>
              <a:custGeom>
                <a:avLst/>
                <a:gdLst>
                  <a:gd name="T0" fmla="*/ 26 w 9"/>
                  <a:gd name="T1" fmla="*/ 56 h 20"/>
                  <a:gd name="T2" fmla="*/ 12 w 9"/>
                  <a:gd name="T3" fmla="*/ 62 h 20"/>
                  <a:gd name="T4" fmla="*/ 22 w 9"/>
                  <a:gd name="T5" fmla="*/ 19 h 20"/>
                  <a:gd name="T6" fmla="*/ 34 w 9"/>
                  <a:gd name="T7" fmla="*/ 0 h 20"/>
                  <a:gd name="T8" fmla="*/ 14 w 9"/>
                  <a:gd name="T9" fmla="*/ 26 h 20"/>
                  <a:gd name="T10" fmla="*/ 5 w 9"/>
                  <a:gd name="T11" fmla="*/ 70 h 20"/>
                  <a:gd name="T12" fmla="*/ 26 w 9"/>
                  <a:gd name="T13" fmla="*/ 56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0">
                    <a:moveTo>
                      <a:pt x="7" y="15"/>
                    </a:moveTo>
                    <a:cubicBezTo>
                      <a:pt x="5" y="17"/>
                      <a:pt x="4" y="18"/>
                      <a:pt x="3" y="17"/>
                    </a:cubicBezTo>
                    <a:cubicBezTo>
                      <a:pt x="1" y="17"/>
                      <a:pt x="2" y="11"/>
                      <a:pt x="6" y="5"/>
                    </a:cubicBezTo>
                    <a:cubicBezTo>
                      <a:pt x="7" y="3"/>
                      <a:pt x="8" y="1"/>
                      <a:pt x="9" y="0"/>
                    </a:cubicBezTo>
                    <a:cubicBezTo>
                      <a:pt x="7" y="2"/>
                      <a:pt x="6" y="4"/>
                      <a:pt x="4" y="7"/>
                    </a:cubicBezTo>
                    <a:cubicBezTo>
                      <a:pt x="1" y="13"/>
                      <a:pt x="0" y="18"/>
                      <a:pt x="1" y="19"/>
                    </a:cubicBezTo>
                    <a:cubicBezTo>
                      <a:pt x="3" y="20"/>
                      <a:pt x="5" y="18"/>
                      <a:pt x="7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7" name="Freeform 282">
                <a:extLst>
                  <a:ext uri="{FF2B5EF4-FFF2-40B4-BE49-F238E27FC236}">
                    <a16:creationId xmlns:a16="http://schemas.microsoft.com/office/drawing/2014/main" id="{FB69B26E-1923-4CB9-A643-8D8D54E5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351"/>
                <a:ext cx="13" cy="29"/>
              </a:xfrm>
              <a:custGeom>
                <a:avLst/>
                <a:gdLst>
                  <a:gd name="T0" fmla="*/ 19 w 9"/>
                  <a:gd name="T1" fmla="*/ 8 h 18"/>
                  <a:gd name="T2" fmla="*/ 13 w 9"/>
                  <a:gd name="T3" fmla="*/ 50 h 18"/>
                  <a:gd name="T4" fmla="*/ 0 w 9"/>
                  <a:gd name="T5" fmla="*/ 76 h 18"/>
                  <a:gd name="T6" fmla="*/ 14 w 9"/>
                  <a:gd name="T7" fmla="*/ 47 h 18"/>
                  <a:gd name="T8" fmla="*/ 20 w 9"/>
                  <a:gd name="T9" fmla="*/ 0 h 18"/>
                  <a:gd name="T10" fmla="*/ 9 w 9"/>
                  <a:gd name="T11" fmla="*/ 13 h 18"/>
                  <a:gd name="T12" fmla="*/ 19 w 9"/>
                  <a:gd name="T13" fmla="*/ 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8">
                    <a:moveTo>
                      <a:pt x="6" y="2"/>
                    </a:moveTo>
                    <a:cubicBezTo>
                      <a:pt x="8" y="2"/>
                      <a:pt x="6" y="7"/>
                      <a:pt x="4" y="12"/>
                    </a:cubicBezTo>
                    <a:cubicBezTo>
                      <a:pt x="3" y="14"/>
                      <a:pt x="1" y="16"/>
                      <a:pt x="0" y="18"/>
                    </a:cubicBezTo>
                    <a:cubicBezTo>
                      <a:pt x="1" y="16"/>
                      <a:pt x="3" y="14"/>
                      <a:pt x="5" y="11"/>
                    </a:cubicBezTo>
                    <a:cubicBezTo>
                      <a:pt x="8" y="6"/>
                      <a:pt x="9" y="1"/>
                      <a:pt x="7" y="0"/>
                    </a:cubicBezTo>
                    <a:cubicBezTo>
                      <a:pt x="6" y="0"/>
                      <a:pt x="5" y="1"/>
                      <a:pt x="3" y="3"/>
                    </a:cubicBezTo>
                    <a:cubicBezTo>
                      <a:pt x="4" y="2"/>
                      <a:pt x="6" y="1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8" name="Freeform 283">
                <a:extLst>
                  <a:ext uri="{FF2B5EF4-FFF2-40B4-BE49-F238E27FC236}">
                    <a16:creationId xmlns:a16="http://schemas.microsoft.com/office/drawing/2014/main" id="{6C0CA9A5-AB44-484B-99A7-C58010EEA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265"/>
                <a:ext cx="118" cy="191"/>
              </a:xfrm>
              <a:custGeom>
                <a:avLst/>
                <a:gdLst>
                  <a:gd name="T0" fmla="*/ 190 w 79"/>
                  <a:gd name="T1" fmla="*/ 21 h 120"/>
                  <a:gd name="T2" fmla="*/ 190 w 79"/>
                  <a:gd name="T3" fmla="*/ 21 h 120"/>
                  <a:gd name="T4" fmla="*/ 217 w 79"/>
                  <a:gd name="T5" fmla="*/ 8 h 120"/>
                  <a:gd name="T6" fmla="*/ 248 w 79"/>
                  <a:gd name="T7" fmla="*/ 29 h 120"/>
                  <a:gd name="T8" fmla="*/ 236 w 79"/>
                  <a:gd name="T9" fmla="*/ 96 h 120"/>
                  <a:gd name="T10" fmla="*/ 140 w 79"/>
                  <a:gd name="T11" fmla="*/ 301 h 120"/>
                  <a:gd name="T12" fmla="*/ 76 w 79"/>
                  <a:gd name="T13" fmla="*/ 449 h 120"/>
                  <a:gd name="T14" fmla="*/ 42 w 79"/>
                  <a:gd name="T15" fmla="*/ 479 h 120"/>
                  <a:gd name="T16" fmla="*/ 13 w 79"/>
                  <a:gd name="T17" fmla="*/ 458 h 120"/>
                  <a:gd name="T18" fmla="*/ 6 w 79"/>
                  <a:gd name="T19" fmla="*/ 428 h 120"/>
                  <a:gd name="T20" fmla="*/ 94 w 79"/>
                  <a:gd name="T21" fmla="*/ 223 h 120"/>
                  <a:gd name="T22" fmla="*/ 190 w 79"/>
                  <a:gd name="T23" fmla="*/ 21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120">
                    <a:moveTo>
                      <a:pt x="57" y="5"/>
                    </a:moveTo>
                    <a:cubicBezTo>
                      <a:pt x="57" y="5"/>
                      <a:pt x="57" y="5"/>
                      <a:pt x="57" y="5"/>
                    </a:cubicBezTo>
                    <a:cubicBezTo>
                      <a:pt x="58" y="2"/>
                      <a:pt x="60" y="0"/>
                      <a:pt x="65" y="2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6" y="8"/>
                      <a:pt x="79" y="10"/>
                      <a:pt x="71" y="24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23" y="111"/>
                      <a:pt x="23" y="111"/>
                      <a:pt x="23" y="111"/>
                    </a:cubicBezTo>
                    <a:cubicBezTo>
                      <a:pt x="20" y="117"/>
                      <a:pt x="16" y="120"/>
                      <a:pt x="13" y="119"/>
                    </a:cubicBezTo>
                    <a:cubicBezTo>
                      <a:pt x="4" y="114"/>
                      <a:pt x="4" y="114"/>
                      <a:pt x="4" y="114"/>
                    </a:cubicBezTo>
                    <a:cubicBezTo>
                      <a:pt x="1" y="112"/>
                      <a:pt x="0" y="110"/>
                      <a:pt x="2" y="106"/>
                    </a:cubicBezTo>
                    <a:cubicBezTo>
                      <a:pt x="2" y="105"/>
                      <a:pt x="22" y="66"/>
                      <a:pt x="28" y="55"/>
                    </a:cubicBezTo>
                    <a:cubicBezTo>
                      <a:pt x="34" y="44"/>
                      <a:pt x="57" y="5"/>
                      <a:pt x="57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9" name="Freeform 284">
                <a:extLst>
                  <a:ext uri="{FF2B5EF4-FFF2-40B4-BE49-F238E27FC236}">
                    <a16:creationId xmlns:a16="http://schemas.microsoft.com/office/drawing/2014/main" id="{2C142A78-917F-4B36-82C8-E48FA589B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695"/>
                <a:ext cx="87" cy="200"/>
              </a:xfrm>
              <a:custGeom>
                <a:avLst/>
                <a:gdLst>
                  <a:gd name="T0" fmla="*/ 8 w 58"/>
                  <a:gd name="T1" fmla="*/ 438 h 125"/>
                  <a:gd name="T2" fmla="*/ 93 w 58"/>
                  <a:gd name="T3" fmla="*/ 149 h 125"/>
                  <a:gd name="T4" fmla="*/ 126 w 58"/>
                  <a:gd name="T5" fmla="*/ 42 h 125"/>
                  <a:gd name="T6" fmla="*/ 149 w 58"/>
                  <a:gd name="T7" fmla="*/ 5 h 125"/>
                  <a:gd name="T8" fmla="*/ 188 w 58"/>
                  <a:gd name="T9" fmla="*/ 16 h 125"/>
                  <a:gd name="T10" fmla="*/ 194 w 58"/>
                  <a:gd name="T11" fmla="*/ 54 h 125"/>
                  <a:gd name="T12" fmla="*/ 113 w 58"/>
                  <a:gd name="T13" fmla="*/ 323 h 125"/>
                  <a:gd name="T14" fmla="*/ 72 w 58"/>
                  <a:gd name="T15" fmla="*/ 478 h 125"/>
                  <a:gd name="T16" fmla="*/ 39 w 58"/>
                  <a:gd name="T17" fmla="*/ 507 h 125"/>
                  <a:gd name="T18" fmla="*/ 12 w 58"/>
                  <a:gd name="T19" fmla="*/ 496 h 125"/>
                  <a:gd name="T20" fmla="*/ 0 w 58"/>
                  <a:gd name="T21" fmla="*/ 483 h 125"/>
                  <a:gd name="T22" fmla="*/ 8 w 58"/>
                  <a:gd name="T23" fmla="*/ 443 h 125"/>
                  <a:gd name="T24" fmla="*/ 8 w 58"/>
                  <a:gd name="T25" fmla="*/ 438 h 1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8" h="125">
                    <a:moveTo>
                      <a:pt x="2" y="107"/>
                    </a:moveTo>
                    <a:cubicBezTo>
                      <a:pt x="3" y="107"/>
                      <a:pt x="21" y="54"/>
                      <a:pt x="27" y="36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8" y="5"/>
                      <a:pt x="41" y="0"/>
                      <a:pt x="44" y="1"/>
                    </a:cubicBezTo>
                    <a:cubicBezTo>
                      <a:pt x="44" y="1"/>
                      <a:pt x="55" y="4"/>
                      <a:pt x="55" y="4"/>
                    </a:cubicBezTo>
                    <a:cubicBezTo>
                      <a:pt x="58" y="5"/>
                      <a:pt x="58" y="8"/>
                      <a:pt x="57" y="13"/>
                    </a:cubicBezTo>
                    <a:cubicBezTo>
                      <a:pt x="57" y="14"/>
                      <a:pt x="38" y="64"/>
                      <a:pt x="33" y="79"/>
                    </a:cubicBezTo>
                    <a:cubicBezTo>
                      <a:pt x="28" y="94"/>
                      <a:pt x="21" y="116"/>
                      <a:pt x="21" y="117"/>
                    </a:cubicBezTo>
                    <a:cubicBezTo>
                      <a:pt x="19" y="123"/>
                      <a:pt x="15" y="125"/>
                      <a:pt x="11" y="124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2" y="120"/>
                      <a:pt x="1" y="119"/>
                      <a:pt x="0" y="118"/>
                    </a:cubicBezTo>
                    <a:cubicBezTo>
                      <a:pt x="0" y="115"/>
                      <a:pt x="1" y="112"/>
                      <a:pt x="2" y="108"/>
                    </a:cubicBezTo>
                    <a:cubicBezTo>
                      <a:pt x="2" y="108"/>
                      <a:pt x="2" y="108"/>
                      <a:pt x="2" y="10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0" name="Freeform 285">
                <a:extLst>
                  <a:ext uri="{FF2B5EF4-FFF2-40B4-BE49-F238E27FC236}">
                    <a16:creationId xmlns:a16="http://schemas.microsoft.com/office/drawing/2014/main" id="{276EC127-6FE7-4929-87C2-A58154018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491"/>
                <a:ext cx="47" cy="204"/>
              </a:xfrm>
              <a:custGeom>
                <a:avLst/>
                <a:gdLst>
                  <a:gd name="T0" fmla="*/ 32 w 32"/>
                  <a:gd name="T1" fmla="*/ 48 h 128"/>
                  <a:gd name="T2" fmla="*/ 54 w 32"/>
                  <a:gd name="T3" fmla="*/ 0 h 128"/>
                  <a:gd name="T4" fmla="*/ 87 w 32"/>
                  <a:gd name="T5" fmla="*/ 5 h 128"/>
                  <a:gd name="T6" fmla="*/ 100 w 32"/>
                  <a:gd name="T7" fmla="*/ 53 h 128"/>
                  <a:gd name="T8" fmla="*/ 88 w 32"/>
                  <a:gd name="T9" fmla="*/ 179 h 128"/>
                  <a:gd name="T10" fmla="*/ 69 w 32"/>
                  <a:gd name="T11" fmla="*/ 472 h 128"/>
                  <a:gd name="T12" fmla="*/ 51 w 32"/>
                  <a:gd name="T13" fmla="*/ 518 h 128"/>
                  <a:gd name="T14" fmla="*/ 19 w 32"/>
                  <a:gd name="T15" fmla="*/ 513 h 128"/>
                  <a:gd name="T16" fmla="*/ 1 w 32"/>
                  <a:gd name="T17" fmla="*/ 491 h 128"/>
                  <a:gd name="T18" fmla="*/ 19 w 32"/>
                  <a:gd name="T19" fmla="*/ 265 h 128"/>
                  <a:gd name="T20" fmla="*/ 32 w 32"/>
                  <a:gd name="T21" fmla="*/ 48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28">
                    <a:moveTo>
                      <a:pt x="10" y="12"/>
                    </a:moveTo>
                    <a:cubicBezTo>
                      <a:pt x="11" y="1"/>
                      <a:pt x="14" y="0"/>
                      <a:pt x="17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1"/>
                      <a:pt x="32" y="2"/>
                      <a:pt x="31" y="13"/>
                    </a:cubicBezTo>
                    <a:cubicBezTo>
                      <a:pt x="31" y="13"/>
                      <a:pt x="31" y="19"/>
                      <a:pt x="28" y="44"/>
                    </a:cubicBezTo>
                    <a:cubicBezTo>
                      <a:pt x="26" y="68"/>
                      <a:pt x="22" y="117"/>
                      <a:pt x="22" y="117"/>
                    </a:cubicBezTo>
                    <a:cubicBezTo>
                      <a:pt x="21" y="126"/>
                      <a:pt x="19" y="128"/>
                      <a:pt x="16" y="128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1" y="126"/>
                      <a:pt x="0" y="123"/>
                      <a:pt x="1" y="121"/>
                    </a:cubicBezTo>
                    <a:cubicBezTo>
                      <a:pt x="1" y="120"/>
                      <a:pt x="5" y="88"/>
                      <a:pt x="6" y="65"/>
                    </a:cubicBezTo>
                    <a:cubicBezTo>
                      <a:pt x="8" y="43"/>
                      <a:pt x="10" y="13"/>
                      <a:pt x="10" y="1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1" name="Freeform 286">
                <a:extLst>
                  <a:ext uri="{FF2B5EF4-FFF2-40B4-BE49-F238E27FC236}">
                    <a16:creationId xmlns:a16="http://schemas.microsoft.com/office/drawing/2014/main" id="{0B64B5AC-0C31-4966-A35D-2D48A3199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774"/>
                <a:ext cx="18" cy="40"/>
              </a:xfrm>
              <a:custGeom>
                <a:avLst/>
                <a:gdLst>
                  <a:gd name="T0" fmla="*/ 8 w 12"/>
                  <a:gd name="T1" fmla="*/ 98 h 25"/>
                  <a:gd name="T2" fmla="*/ 12 w 12"/>
                  <a:gd name="T3" fmla="*/ 46 h 25"/>
                  <a:gd name="T4" fmla="*/ 35 w 12"/>
                  <a:gd name="T5" fmla="*/ 5 h 25"/>
                  <a:gd name="T6" fmla="*/ 32 w 12"/>
                  <a:gd name="T7" fmla="*/ 56 h 25"/>
                  <a:gd name="T8" fmla="*/ 8 w 12"/>
                  <a:gd name="T9" fmla="*/ 9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2" y="24"/>
                    </a:moveTo>
                    <a:cubicBezTo>
                      <a:pt x="0" y="23"/>
                      <a:pt x="1" y="18"/>
                      <a:pt x="3" y="11"/>
                    </a:cubicBezTo>
                    <a:cubicBezTo>
                      <a:pt x="5" y="5"/>
                      <a:pt x="9" y="0"/>
                      <a:pt x="10" y="1"/>
                    </a:cubicBezTo>
                    <a:cubicBezTo>
                      <a:pt x="12" y="1"/>
                      <a:pt x="12" y="7"/>
                      <a:pt x="9" y="14"/>
                    </a:cubicBezTo>
                    <a:cubicBezTo>
                      <a:pt x="7" y="20"/>
                      <a:pt x="4" y="25"/>
                      <a:pt x="2" y="24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2" name="Freeform 287">
                <a:extLst>
                  <a:ext uri="{FF2B5EF4-FFF2-40B4-BE49-F238E27FC236}">
                    <a16:creationId xmlns:a16="http://schemas.microsoft.com/office/drawing/2014/main" id="{2417A5F3-6636-4003-9407-12DEC585E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69"/>
                <a:ext cx="11" cy="40"/>
              </a:xfrm>
              <a:custGeom>
                <a:avLst/>
                <a:gdLst>
                  <a:gd name="T0" fmla="*/ 8 w 8"/>
                  <a:gd name="T1" fmla="*/ 102 h 25"/>
                  <a:gd name="T2" fmla="*/ 0 w 8"/>
                  <a:gd name="T3" fmla="*/ 54 h 25"/>
                  <a:gd name="T4" fmla="*/ 14 w 8"/>
                  <a:gd name="T5" fmla="*/ 5 h 25"/>
                  <a:gd name="T6" fmla="*/ 19 w 8"/>
                  <a:gd name="T7" fmla="*/ 54 h 25"/>
                  <a:gd name="T8" fmla="*/ 8 w 8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5">
                    <a:moveTo>
                      <a:pt x="3" y="25"/>
                    </a:moveTo>
                    <a:cubicBezTo>
                      <a:pt x="1" y="25"/>
                      <a:pt x="0" y="19"/>
                      <a:pt x="0" y="13"/>
                    </a:cubicBezTo>
                    <a:cubicBezTo>
                      <a:pt x="1" y="6"/>
                      <a:pt x="3" y="0"/>
                      <a:pt x="5" y="1"/>
                    </a:cubicBezTo>
                    <a:cubicBezTo>
                      <a:pt x="7" y="1"/>
                      <a:pt x="8" y="6"/>
                      <a:pt x="7" y="13"/>
                    </a:cubicBezTo>
                    <a:cubicBezTo>
                      <a:pt x="7" y="20"/>
                      <a:pt x="5" y="25"/>
                      <a:pt x="3" y="2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3" name="Freeform 288">
                <a:extLst>
                  <a:ext uri="{FF2B5EF4-FFF2-40B4-BE49-F238E27FC236}">
                    <a16:creationId xmlns:a16="http://schemas.microsoft.com/office/drawing/2014/main" id="{C0A98F18-8898-456F-8C53-FAE4CA4CC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777"/>
                <a:ext cx="16" cy="40"/>
              </a:xfrm>
              <a:custGeom>
                <a:avLst/>
                <a:gdLst>
                  <a:gd name="T0" fmla="*/ 1 w 11"/>
                  <a:gd name="T1" fmla="*/ 98 h 25"/>
                  <a:gd name="T2" fmla="*/ 6 w 11"/>
                  <a:gd name="T3" fmla="*/ 46 h 25"/>
                  <a:gd name="T4" fmla="*/ 32 w 11"/>
                  <a:gd name="T5" fmla="*/ 5 h 25"/>
                  <a:gd name="T6" fmla="*/ 28 w 11"/>
                  <a:gd name="T7" fmla="*/ 56 h 25"/>
                  <a:gd name="T8" fmla="*/ 1 w 11"/>
                  <a:gd name="T9" fmla="*/ 9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1" y="24"/>
                    </a:moveTo>
                    <a:cubicBezTo>
                      <a:pt x="0" y="24"/>
                      <a:pt x="0" y="18"/>
                      <a:pt x="2" y="11"/>
                    </a:cubicBezTo>
                    <a:cubicBezTo>
                      <a:pt x="5" y="5"/>
                      <a:pt x="8" y="0"/>
                      <a:pt x="10" y="1"/>
                    </a:cubicBezTo>
                    <a:cubicBezTo>
                      <a:pt x="11" y="1"/>
                      <a:pt x="11" y="7"/>
                      <a:pt x="9" y="14"/>
                    </a:cubicBezTo>
                    <a:cubicBezTo>
                      <a:pt x="7" y="20"/>
                      <a:pt x="3" y="25"/>
                      <a:pt x="1" y="24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4" name="Freeform 289">
                <a:extLst>
                  <a:ext uri="{FF2B5EF4-FFF2-40B4-BE49-F238E27FC236}">
                    <a16:creationId xmlns:a16="http://schemas.microsoft.com/office/drawing/2014/main" id="{64CB8DAA-94EB-4A58-AB42-2E35D5BA4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777"/>
                <a:ext cx="9" cy="34"/>
              </a:xfrm>
              <a:custGeom>
                <a:avLst/>
                <a:gdLst>
                  <a:gd name="T0" fmla="*/ 0 w 6"/>
                  <a:gd name="T1" fmla="*/ 26 h 21"/>
                  <a:gd name="T2" fmla="*/ 12 w 6"/>
                  <a:gd name="T3" fmla="*/ 13 h 21"/>
                  <a:gd name="T4" fmla="*/ 12 w 6"/>
                  <a:gd name="T5" fmla="*/ 68 h 21"/>
                  <a:gd name="T6" fmla="*/ 0 w 6"/>
                  <a:gd name="T7" fmla="*/ 89 h 21"/>
                  <a:gd name="T8" fmla="*/ 14 w 6"/>
                  <a:gd name="T9" fmla="*/ 60 h 21"/>
                  <a:gd name="T10" fmla="*/ 18 w 6"/>
                  <a:gd name="T11" fmla="*/ 5 h 21"/>
                  <a:gd name="T12" fmla="*/ 0 w 6"/>
                  <a:gd name="T13" fmla="*/ 2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1">
                    <a:moveTo>
                      <a:pt x="0" y="6"/>
                    </a:moveTo>
                    <a:cubicBezTo>
                      <a:pt x="1" y="4"/>
                      <a:pt x="2" y="2"/>
                      <a:pt x="3" y="3"/>
                    </a:cubicBezTo>
                    <a:cubicBezTo>
                      <a:pt x="5" y="3"/>
                      <a:pt x="5" y="9"/>
                      <a:pt x="3" y="16"/>
                    </a:cubicBezTo>
                    <a:cubicBezTo>
                      <a:pt x="2" y="18"/>
                      <a:pt x="1" y="19"/>
                      <a:pt x="0" y="21"/>
                    </a:cubicBezTo>
                    <a:cubicBezTo>
                      <a:pt x="2" y="19"/>
                      <a:pt x="3" y="17"/>
                      <a:pt x="4" y="14"/>
                    </a:cubicBezTo>
                    <a:cubicBezTo>
                      <a:pt x="6" y="7"/>
                      <a:pt x="6" y="1"/>
                      <a:pt x="5" y="1"/>
                    </a:cubicBezTo>
                    <a:cubicBezTo>
                      <a:pt x="3" y="0"/>
                      <a:pt x="1" y="2"/>
                      <a:pt x="0" y="6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5" name="Freeform 290">
                <a:extLst>
                  <a:ext uri="{FF2B5EF4-FFF2-40B4-BE49-F238E27FC236}">
                    <a16:creationId xmlns:a16="http://schemas.microsoft.com/office/drawing/2014/main" id="{75A75BD8-DF22-463D-B3E6-DECFD40D0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783"/>
                <a:ext cx="9" cy="29"/>
              </a:xfrm>
              <a:custGeom>
                <a:avLst/>
                <a:gdLst>
                  <a:gd name="T0" fmla="*/ 8 w 6"/>
                  <a:gd name="T1" fmla="*/ 71 h 18"/>
                  <a:gd name="T2" fmla="*/ 12 w 6"/>
                  <a:gd name="T3" fmla="*/ 26 h 18"/>
                  <a:gd name="T4" fmla="*/ 21 w 6"/>
                  <a:gd name="T5" fmla="*/ 0 h 18"/>
                  <a:gd name="T6" fmla="*/ 8 w 6"/>
                  <a:gd name="T7" fmla="*/ 34 h 18"/>
                  <a:gd name="T8" fmla="*/ 5 w 6"/>
                  <a:gd name="T9" fmla="*/ 76 h 18"/>
                  <a:gd name="T10" fmla="*/ 18 w 6"/>
                  <a:gd name="T11" fmla="*/ 63 h 18"/>
                  <a:gd name="T12" fmla="*/ 8 w 6"/>
                  <a:gd name="T13" fmla="*/ 7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8">
                    <a:moveTo>
                      <a:pt x="2" y="17"/>
                    </a:moveTo>
                    <a:cubicBezTo>
                      <a:pt x="0" y="16"/>
                      <a:pt x="1" y="11"/>
                      <a:pt x="3" y="6"/>
                    </a:cubicBezTo>
                    <a:cubicBezTo>
                      <a:pt x="4" y="4"/>
                      <a:pt x="5" y="1"/>
                      <a:pt x="6" y="0"/>
                    </a:cubicBezTo>
                    <a:cubicBezTo>
                      <a:pt x="4" y="1"/>
                      <a:pt x="3" y="4"/>
                      <a:pt x="2" y="8"/>
                    </a:cubicBezTo>
                    <a:cubicBezTo>
                      <a:pt x="0" y="13"/>
                      <a:pt x="0" y="17"/>
                      <a:pt x="1" y="18"/>
                    </a:cubicBezTo>
                    <a:cubicBezTo>
                      <a:pt x="2" y="18"/>
                      <a:pt x="3" y="17"/>
                      <a:pt x="5" y="15"/>
                    </a:cubicBezTo>
                    <a:cubicBezTo>
                      <a:pt x="4" y="16"/>
                      <a:pt x="3" y="17"/>
                      <a:pt x="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6" name="Freeform 291">
                <a:extLst>
                  <a:ext uri="{FF2B5EF4-FFF2-40B4-BE49-F238E27FC236}">
                    <a16:creationId xmlns:a16="http://schemas.microsoft.com/office/drawing/2014/main" id="{AD2B0005-E544-4FD9-A566-5264FB51A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574"/>
                <a:ext cx="12" cy="40"/>
              </a:xfrm>
              <a:custGeom>
                <a:avLst/>
                <a:gdLst>
                  <a:gd name="T0" fmla="*/ 12 w 8"/>
                  <a:gd name="T1" fmla="*/ 102 h 25"/>
                  <a:gd name="T2" fmla="*/ 0 w 8"/>
                  <a:gd name="T3" fmla="*/ 48 h 25"/>
                  <a:gd name="T4" fmla="*/ 18 w 8"/>
                  <a:gd name="T5" fmla="*/ 0 h 25"/>
                  <a:gd name="T6" fmla="*/ 26 w 8"/>
                  <a:gd name="T7" fmla="*/ 54 h 25"/>
                  <a:gd name="T8" fmla="*/ 12 w 8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5">
                    <a:moveTo>
                      <a:pt x="3" y="25"/>
                    </a:moveTo>
                    <a:cubicBezTo>
                      <a:pt x="1" y="25"/>
                      <a:pt x="0" y="19"/>
                      <a:pt x="0" y="12"/>
                    </a:cubicBezTo>
                    <a:cubicBezTo>
                      <a:pt x="1" y="5"/>
                      <a:pt x="3" y="0"/>
                      <a:pt x="5" y="0"/>
                    </a:cubicBezTo>
                    <a:cubicBezTo>
                      <a:pt x="7" y="0"/>
                      <a:pt x="8" y="6"/>
                      <a:pt x="7" y="13"/>
                    </a:cubicBezTo>
                    <a:cubicBezTo>
                      <a:pt x="6" y="20"/>
                      <a:pt x="4" y="25"/>
                      <a:pt x="3" y="2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7" name="Freeform 292">
                <a:extLst>
                  <a:ext uri="{FF2B5EF4-FFF2-40B4-BE49-F238E27FC236}">
                    <a16:creationId xmlns:a16="http://schemas.microsoft.com/office/drawing/2014/main" id="{FB702E6A-9770-4EC4-A255-626CAC52E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803"/>
                <a:ext cx="24" cy="86"/>
              </a:xfrm>
              <a:custGeom>
                <a:avLst/>
                <a:gdLst>
                  <a:gd name="T0" fmla="*/ 32 w 16"/>
                  <a:gd name="T1" fmla="*/ 218 h 54"/>
                  <a:gd name="T2" fmla="*/ 5 w 16"/>
                  <a:gd name="T3" fmla="*/ 197 h 54"/>
                  <a:gd name="T4" fmla="*/ 12 w 16"/>
                  <a:gd name="T5" fmla="*/ 150 h 54"/>
                  <a:gd name="T6" fmla="*/ 35 w 16"/>
                  <a:gd name="T7" fmla="*/ 68 h 54"/>
                  <a:gd name="T8" fmla="*/ 45 w 16"/>
                  <a:gd name="T9" fmla="*/ 35 h 54"/>
                  <a:gd name="T10" fmla="*/ 54 w 16"/>
                  <a:gd name="T11" fmla="*/ 0 h 54"/>
                  <a:gd name="T12" fmla="*/ 18 w 16"/>
                  <a:gd name="T13" fmla="*/ 150 h 54"/>
                  <a:gd name="T14" fmla="*/ 18 w 16"/>
                  <a:gd name="T15" fmla="*/ 197 h 54"/>
                  <a:gd name="T16" fmla="*/ 39 w 16"/>
                  <a:gd name="T17" fmla="*/ 218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54">
                    <a:moveTo>
                      <a:pt x="9" y="54"/>
                    </a:moveTo>
                    <a:cubicBezTo>
                      <a:pt x="6" y="53"/>
                      <a:pt x="2" y="52"/>
                      <a:pt x="1" y="49"/>
                    </a:cubicBezTo>
                    <a:cubicBezTo>
                      <a:pt x="0" y="46"/>
                      <a:pt x="2" y="40"/>
                      <a:pt x="3" y="37"/>
                    </a:cubicBezTo>
                    <a:cubicBezTo>
                      <a:pt x="5" y="30"/>
                      <a:pt x="8" y="24"/>
                      <a:pt x="10" y="17"/>
                    </a:cubicBezTo>
                    <a:cubicBezTo>
                      <a:pt x="11" y="15"/>
                      <a:pt x="12" y="12"/>
                      <a:pt x="13" y="9"/>
                    </a:cubicBezTo>
                    <a:cubicBezTo>
                      <a:pt x="14" y="6"/>
                      <a:pt x="15" y="3"/>
                      <a:pt x="16" y="0"/>
                    </a:cubicBezTo>
                    <a:cubicBezTo>
                      <a:pt x="14" y="13"/>
                      <a:pt x="8" y="25"/>
                      <a:pt x="5" y="37"/>
                    </a:cubicBezTo>
                    <a:cubicBezTo>
                      <a:pt x="4" y="42"/>
                      <a:pt x="3" y="46"/>
                      <a:pt x="5" y="49"/>
                    </a:cubicBezTo>
                    <a:cubicBezTo>
                      <a:pt x="7" y="51"/>
                      <a:pt x="9" y="53"/>
                      <a:pt x="11" y="5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8" name="Freeform 293">
                <a:extLst>
                  <a:ext uri="{FF2B5EF4-FFF2-40B4-BE49-F238E27FC236}">
                    <a16:creationId xmlns:a16="http://schemas.microsoft.com/office/drawing/2014/main" id="{5320AEC4-83A5-4A17-9AD4-1845E253F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703"/>
                <a:ext cx="39" cy="127"/>
              </a:xfrm>
              <a:custGeom>
                <a:avLst/>
                <a:gdLst>
                  <a:gd name="T0" fmla="*/ 0 w 26"/>
                  <a:gd name="T1" fmla="*/ 328 h 79"/>
                  <a:gd name="T2" fmla="*/ 66 w 26"/>
                  <a:gd name="T3" fmla="*/ 95 h 79"/>
                  <a:gd name="T4" fmla="*/ 81 w 26"/>
                  <a:gd name="T5" fmla="*/ 16 h 79"/>
                  <a:gd name="T6" fmla="*/ 48 w 26"/>
                  <a:gd name="T7" fmla="*/ 0 h 79"/>
                  <a:gd name="T8" fmla="*/ 72 w 26"/>
                  <a:gd name="T9" fmla="*/ 34 h 79"/>
                  <a:gd name="T10" fmla="*/ 66 w 26"/>
                  <a:gd name="T11" fmla="*/ 80 h 79"/>
                  <a:gd name="T12" fmla="*/ 48 w 26"/>
                  <a:gd name="T13" fmla="*/ 132 h 79"/>
                  <a:gd name="T14" fmla="*/ 21 w 26"/>
                  <a:gd name="T15" fmla="*/ 233 h 79"/>
                  <a:gd name="T16" fmla="*/ 12 w 26"/>
                  <a:gd name="T17" fmla="*/ 286 h 79"/>
                  <a:gd name="T18" fmla="*/ 5 w 26"/>
                  <a:gd name="T19" fmla="*/ 323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79">
                    <a:moveTo>
                      <a:pt x="0" y="79"/>
                    </a:moveTo>
                    <a:cubicBezTo>
                      <a:pt x="6" y="60"/>
                      <a:pt x="12" y="41"/>
                      <a:pt x="19" y="23"/>
                    </a:cubicBezTo>
                    <a:cubicBezTo>
                      <a:pt x="21" y="18"/>
                      <a:pt x="26" y="8"/>
                      <a:pt x="24" y="4"/>
                    </a:cubicBezTo>
                    <a:cubicBezTo>
                      <a:pt x="23" y="1"/>
                      <a:pt x="16" y="0"/>
                      <a:pt x="14" y="0"/>
                    </a:cubicBezTo>
                    <a:cubicBezTo>
                      <a:pt x="16" y="1"/>
                      <a:pt x="21" y="3"/>
                      <a:pt x="21" y="8"/>
                    </a:cubicBezTo>
                    <a:cubicBezTo>
                      <a:pt x="22" y="11"/>
                      <a:pt x="20" y="15"/>
                      <a:pt x="19" y="19"/>
                    </a:cubicBezTo>
                    <a:cubicBezTo>
                      <a:pt x="17" y="23"/>
                      <a:pt x="16" y="27"/>
                      <a:pt x="14" y="32"/>
                    </a:cubicBezTo>
                    <a:cubicBezTo>
                      <a:pt x="11" y="40"/>
                      <a:pt x="8" y="48"/>
                      <a:pt x="6" y="56"/>
                    </a:cubicBezTo>
                    <a:cubicBezTo>
                      <a:pt x="5" y="61"/>
                      <a:pt x="4" y="65"/>
                      <a:pt x="3" y="69"/>
                    </a:cubicBezTo>
                    <a:cubicBezTo>
                      <a:pt x="2" y="72"/>
                      <a:pt x="1" y="75"/>
                      <a:pt x="1" y="78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9" name="Freeform 294">
                <a:extLst>
                  <a:ext uri="{FF2B5EF4-FFF2-40B4-BE49-F238E27FC236}">
                    <a16:creationId xmlns:a16="http://schemas.microsoft.com/office/drawing/2014/main" id="{551DEAD8-BE62-400E-9379-6AFA35D6B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603"/>
                <a:ext cx="21" cy="86"/>
              </a:xfrm>
              <a:custGeom>
                <a:avLst/>
                <a:gdLst>
                  <a:gd name="T0" fmla="*/ 39 w 14"/>
                  <a:gd name="T1" fmla="*/ 213 h 54"/>
                  <a:gd name="T2" fmla="*/ 8 w 14"/>
                  <a:gd name="T3" fmla="*/ 205 h 54"/>
                  <a:gd name="T4" fmla="*/ 8 w 14"/>
                  <a:gd name="T5" fmla="*/ 154 h 54"/>
                  <a:gd name="T6" fmla="*/ 14 w 14"/>
                  <a:gd name="T7" fmla="*/ 73 h 54"/>
                  <a:gd name="T8" fmla="*/ 18 w 14"/>
                  <a:gd name="T9" fmla="*/ 35 h 54"/>
                  <a:gd name="T10" fmla="*/ 21 w 14"/>
                  <a:gd name="T11" fmla="*/ 0 h 54"/>
                  <a:gd name="T12" fmla="*/ 14 w 14"/>
                  <a:gd name="T13" fmla="*/ 154 h 54"/>
                  <a:gd name="T14" fmla="*/ 26 w 14"/>
                  <a:gd name="T15" fmla="*/ 197 h 54"/>
                  <a:gd name="T16" fmla="*/ 48 w 14"/>
                  <a:gd name="T17" fmla="*/ 213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4">
                    <a:moveTo>
                      <a:pt x="11" y="53"/>
                    </a:moveTo>
                    <a:cubicBezTo>
                      <a:pt x="9" y="53"/>
                      <a:pt x="4" y="54"/>
                      <a:pt x="2" y="51"/>
                    </a:cubicBezTo>
                    <a:cubicBezTo>
                      <a:pt x="0" y="49"/>
                      <a:pt x="2" y="42"/>
                      <a:pt x="2" y="38"/>
                    </a:cubicBezTo>
                    <a:cubicBezTo>
                      <a:pt x="3" y="31"/>
                      <a:pt x="3" y="25"/>
                      <a:pt x="4" y="18"/>
                    </a:cubicBezTo>
                    <a:cubicBezTo>
                      <a:pt x="4" y="15"/>
                      <a:pt x="5" y="12"/>
                      <a:pt x="5" y="9"/>
                    </a:cubicBezTo>
                    <a:cubicBezTo>
                      <a:pt x="5" y="6"/>
                      <a:pt x="5" y="3"/>
                      <a:pt x="6" y="0"/>
                    </a:cubicBezTo>
                    <a:cubicBezTo>
                      <a:pt x="7" y="12"/>
                      <a:pt x="4" y="26"/>
                      <a:pt x="4" y="38"/>
                    </a:cubicBezTo>
                    <a:cubicBezTo>
                      <a:pt x="4" y="43"/>
                      <a:pt x="4" y="47"/>
                      <a:pt x="7" y="49"/>
                    </a:cubicBezTo>
                    <a:cubicBezTo>
                      <a:pt x="9" y="51"/>
                      <a:pt x="12" y="52"/>
                      <a:pt x="14" y="53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0" name="Freeform 295">
                <a:extLst>
                  <a:ext uri="{FF2B5EF4-FFF2-40B4-BE49-F238E27FC236}">
                    <a16:creationId xmlns:a16="http://schemas.microsoft.com/office/drawing/2014/main" id="{E822531F-3D04-4AEA-9B32-79FB79065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492"/>
                <a:ext cx="21" cy="131"/>
              </a:xfrm>
              <a:custGeom>
                <a:avLst/>
                <a:gdLst>
                  <a:gd name="T0" fmla="*/ 21 w 14"/>
                  <a:gd name="T1" fmla="*/ 334 h 82"/>
                  <a:gd name="T2" fmla="*/ 39 w 14"/>
                  <a:gd name="T3" fmla="*/ 94 h 82"/>
                  <a:gd name="T4" fmla="*/ 39 w 14"/>
                  <a:gd name="T5" fmla="*/ 13 h 82"/>
                  <a:gd name="T6" fmla="*/ 0 w 14"/>
                  <a:gd name="T7" fmla="*/ 8 h 82"/>
                  <a:gd name="T8" fmla="*/ 32 w 14"/>
                  <a:gd name="T9" fmla="*/ 34 h 82"/>
                  <a:gd name="T10" fmla="*/ 32 w 14"/>
                  <a:gd name="T11" fmla="*/ 77 h 82"/>
                  <a:gd name="T12" fmla="*/ 27 w 14"/>
                  <a:gd name="T13" fmla="*/ 136 h 82"/>
                  <a:gd name="T14" fmla="*/ 21 w 14"/>
                  <a:gd name="T15" fmla="*/ 240 h 82"/>
                  <a:gd name="T16" fmla="*/ 21 w 14"/>
                  <a:gd name="T17" fmla="*/ 289 h 82"/>
                  <a:gd name="T18" fmla="*/ 21 w 14"/>
                  <a:gd name="T19" fmla="*/ 326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82">
                    <a:moveTo>
                      <a:pt x="6" y="82"/>
                    </a:moveTo>
                    <a:cubicBezTo>
                      <a:pt x="8" y="62"/>
                      <a:pt x="9" y="42"/>
                      <a:pt x="11" y="23"/>
                    </a:cubicBezTo>
                    <a:cubicBezTo>
                      <a:pt x="11" y="18"/>
                      <a:pt x="14" y="6"/>
                      <a:pt x="11" y="3"/>
                    </a:cubicBezTo>
                    <a:cubicBezTo>
                      <a:pt x="9" y="0"/>
                      <a:pt x="2" y="1"/>
                      <a:pt x="0" y="2"/>
                    </a:cubicBezTo>
                    <a:cubicBezTo>
                      <a:pt x="3" y="2"/>
                      <a:pt x="8" y="3"/>
                      <a:pt x="9" y="8"/>
                    </a:cubicBezTo>
                    <a:cubicBezTo>
                      <a:pt x="10" y="11"/>
                      <a:pt x="9" y="16"/>
                      <a:pt x="9" y="19"/>
                    </a:cubicBezTo>
                    <a:cubicBezTo>
                      <a:pt x="9" y="23"/>
                      <a:pt x="9" y="28"/>
                      <a:pt x="8" y="33"/>
                    </a:cubicBezTo>
                    <a:cubicBezTo>
                      <a:pt x="7" y="41"/>
                      <a:pt x="7" y="50"/>
                      <a:pt x="6" y="59"/>
                    </a:cubicBezTo>
                    <a:cubicBezTo>
                      <a:pt x="6" y="63"/>
                      <a:pt x="6" y="67"/>
                      <a:pt x="6" y="71"/>
                    </a:cubicBezTo>
                    <a:cubicBezTo>
                      <a:pt x="6" y="74"/>
                      <a:pt x="6" y="78"/>
                      <a:pt x="6" y="8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1" name="Freeform 296">
                <a:extLst>
                  <a:ext uri="{FF2B5EF4-FFF2-40B4-BE49-F238E27FC236}">
                    <a16:creationId xmlns:a16="http://schemas.microsoft.com/office/drawing/2014/main" id="{88024EA9-6DF4-472A-A993-0AC23F56A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574"/>
                <a:ext cx="11" cy="33"/>
              </a:xfrm>
              <a:custGeom>
                <a:avLst/>
                <a:gdLst>
                  <a:gd name="T0" fmla="*/ 0 w 7"/>
                  <a:gd name="T1" fmla="*/ 22 h 21"/>
                  <a:gd name="T2" fmla="*/ 13 w 7"/>
                  <a:gd name="T3" fmla="*/ 8 h 21"/>
                  <a:gd name="T4" fmla="*/ 22 w 7"/>
                  <a:gd name="T5" fmla="*/ 60 h 21"/>
                  <a:gd name="T6" fmla="*/ 20 w 7"/>
                  <a:gd name="T7" fmla="*/ 82 h 21"/>
                  <a:gd name="T8" fmla="*/ 22 w 7"/>
                  <a:gd name="T9" fmla="*/ 49 h 21"/>
                  <a:gd name="T10" fmla="*/ 14 w 7"/>
                  <a:gd name="T11" fmla="*/ 0 h 21"/>
                  <a:gd name="T12" fmla="*/ 0 w 7"/>
                  <a:gd name="T13" fmla="*/ 2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0" y="6"/>
                    </a:moveTo>
                    <a:cubicBezTo>
                      <a:pt x="1" y="4"/>
                      <a:pt x="2" y="2"/>
                      <a:pt x="3" y="2"/>
                    </a:cubicBezTo>
                    <a:cubicBezTo>
                      <a:pt x="5" y="2"/>
                      <a:pt x="6" y="8"/>
                      <a:pt x="6" y="15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18"/>
                      <a:pt x="6" y="16"/>
                      <a:pt x="6" y="13"/>
                    </a:cubicBezTo>
                    <a:cubicBezTo>
                      <a:pt x="7" y="6"/>
                      <a:pt x="6" y="0"/>
                      <a:pt x="4" y="0"/>
                    </a:cubicBezTo>
                    <a:cubicBezTo>
                      <a:pt x="2" y="0"/>
                      <a:pt x="1" y="2"/>
                      <a:pt x="0" y="6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2" name="Freeform 297">
                <a:extLst>
                  <a:ext uri="{FF2B5EF4-FFF2-40B4-BE49-F238E27FC236}">
                    <a16:creationId xmlns:a16="http://schemas.microsoft.com/office/drawing/2014/main" id="{00ACCE77-DBD4-4E8E-99DB-957C4035A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580"/>
                <a:ext cx="7" cy="29"/>
              </a:xfrm>
              <a:custGeom>
                <a:avLst/>
                <a:gdLst>
                  <a:gd name="T0" fmla="*/ 8 w 5"/>
                  <a:gd name="T1" fmla="*/ 71 h 18"/>
                  <a:gd name="T2" fmla="*/ 1 w 5"/>
                  <a:gd name="T3" fmla="*/ 26 h 18"/>
                  <a:gd name="T4" fmla="*/ 8 w 5"/>
                  <a:gd name="T5" fmla="*/ 0 h 18"/>
                  <a:gd name="T6" fmla="*/ 1 w 5"/>
                  <a:gd name="T7" fmla="*/ 34 h 18"/>
                  <a:gd name="T8" fmla="*/ 8 w 5"/>
                  <a:gd name="T9" fmla="*/ 76 h 18"/>
                  <a:gd name="T10" fmla="*/ 14 w 5"/>
                  <a:gd name="T11" fmla="*/ 63 h 18"/>
                  <a:gd name="T12" fmla="*/ 8 w 5"/>
                  <a:gd name="T13" fmla="*/ 7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3" y="17"/>
                    </a:moveTo>
                    <a:cubicBezTo>
                      <a:pt x="1" y="17"/>
                      <a:pt x="1" y="12"/>
                      <a:pt x="1" y="6"/>
                    </a:cubicBezTo>
                    <a:cubicBezTo>
                      <a:pt x="2" y="4"/>
                      <a:pt x="2" y="1"/>
                      <a:pt x="3" y="0"/>
                    </a:cubicBezTo>
                    <a:cubicBezTo>
                      <a:pt x="2" y="1"/>
                      <a:pt x="1" y="5"/>
                      <a:pt x="1" y="8"/>
                    </a:cubicBezTo>
                    <a:cubicBezTo>
                      <a:pt x="0" y="14"/>
                      <a:pt x="1" y="18"/>
                      <a:pt x="3" y="18"/>
                    </a:cubicBezTo>
                    <a:cubicBezTo>
                      <a:pt x="4" y="18"/>
                      <a:pt x="5" y="17"/>
                      <a:pt x="5" y="15"/>
                    </a:cubicBezTo>
                    <a:cubicBezTo>
                      <a:pt x="5" y="16"/>
                      <a:pt x="4" y="17"/>
                      <a:pt x="3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3" name="Freeform 298">
                <a:extLst>
                  <a:ext uri="{FF2B5EF4-FFF2-40B4-BE49-F238E27FC236}">
                    <a16:creationId xmlns:a16="http://schemas.microsoft.com/office/drawing/2014/main" id="{2B041F30-59B9-4F87-A632-A6C84AFFB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695"/>
                <a:ext cx="87" cy="200"/>
              </a:xfrm>
              <a:custGeom>
                <a:avLst/>
                <a:gdLst>
                  <a:gd name="T0" fmla="*/ 8 w 58"/>
                  <a:gd name="T1" fmla="*/ 438 h 125"/>
                  <a:gd name="T2" fmla="*/ 93 w 58"/>
                  <a:gd name="T3" fmla="*/ 149 h 125"/>
                  <a:gd name="T4" fmla="*/ 126 w 58"/>
                  <a:gd name="T5" fmla="*/ 42 h 125"/>
                  <a:gd name="T6" fmla="*/ 149 w 58"/>
                  <a:gd name="T7" fmla="*/ 5 h 125"/>
                  <a:gd name="T8" fmla="*/ 188 w 58"/>
                  <a:gd name="T9" fmla="*/ 16 h 125"/>
                  <a:gd name="T10" fmla="*/ 194 w 58"/>
                  <a:gd name="T11" fmla="*/ 54 h 125"/>
                  <a:gd name="T12" fmla="*/ 113 w 58"/>
                  <a:gd name="T13" fmla="*/ 323 h 125"/>
                  <a:gd name="T14" fmla="*/ 72 w 58"/>
                  <a:gd name="T15" fmla="*/ 478 h 125"/>
                  <a:gd name="T16" fmla="*/ 39 w 58"/>
                  <a:gd name="T17" fmla="*/ 507 h 125"/>
                  <a:gd name="T18" fmla="*/ 12 w 58"/>
                  <a:gd name="T19" fmla="*/ 496 h 125"/>
                  <a:gd name="T20" fmla="*/ 0 w 58"/>
                  <a:gd name="T21" fmla="*/ 483 h 125"/>
                  <a:gd name="T22" fmla="*/ 8 w 58"/>
                  <a:gd name="T23" fmla="*/ 443 h 125"/>
                  <a:gd name="T24" fmla="*/ 8 w 58"/>
                  <a:gd name="T25" fmla="*/ 438 h 1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8" h="125">
                    <a:moveTo>
                      <a:pt x="2" y="107"/>
                    </a:moveTo>
                    <a:cubicBezTo>
                      <a:pt x="3" y="107"/>
                      <a:pt x="21" y="54"/>
                      <a:pt x="27" y="36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8" y="5"/>
                      <a:pt x="41" y="0"/>
                      <a:pt x="44" y="1"/>
                    </a:cubicBezTo>
                    <a:cubicBezTo>
                      <a:pt x="44" y="1"/>
                      <a:pt x="55" y="4"/>
                      <a:pt x="55" y="4"/>
                    </a:cubicBezTo>
                    <a:cubicBezTo>
                      <a:pt x="58" y="5"/>
                      <a:pt x="58" y="8"/>
                      <a:pt x="57" y="13"/>
                    </a:cubicBezTo>
                    <a:cubicBezTo>
                      <a:pt x="57" y="14"/>
                      <a:pt x="38" y="64"/>
                      <a:pt x="33" y="79"/>
                    </a:cubicBezTo>
                    <a:cubicBezTo>
                      <a:pt x="28" y="94"/>
                      <a:pt x="21" y="116"/>
                      <a:pt x="21" y="117"/>
                    </a:cubicBezTo>
                    <a:cubicBezTo>
                      <a:pt x="19" y="123"/>
                      <a:pt x="15" y="125"/>
                      <a:pt x="11" y="124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2" y="120"/>
                      <a:pt x="1" y="119"/>
                      <a:pt x="0" y="118"/>
                    </a:cubicBezTo>
                    <a:cubicBezTo>
                      <a:pt x="0" y="115"/>
                      <a:pt x="1" y="112"/>
                      <a:pt x="2" y="108"/>
                    </a:cubicBezTo>
                    <a:cubicBezTo>
                      <a:pt x="2" y="108"/>
                      <a:pt x="2" y="108"/>
                      <a:pt x="2" y="10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4" name="Freeform 299">
                <a:extLst>
                  <a:ext uri="{FF2B5EF4-FFF2-40B4-BE49-F238E27FC236}">
                    <a16:creationId xmlns:a16="http://schemas.microsoft.com/office/drawing/2014/main" id="{F7B9A14A-DE69-4C0E-B146-56B872A99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491"/>
                <a:ext cx="47" cy="204"/>
              </a:xfrm>
              <a:custGeom>
                <a:avLst/>
                <a:gdLst>
                  <a:gd name="T0" fmla="*/ 32 w 32"/>
                  <a:gd name="T1" fmla="*/ 48 h 128"/>
                  <a:gd name="T2" fmla="*/ 54 w 32"/>
                  <a:gd name="T3" fmla="*/ 0 h 128"/>
                  <a:gd name="T4" fmla="*/ 87 w 32"/>
                  <a:gd name="T5" fmla="*/ 5 h 128"/>
                  <a:gd name="T6" fmla="*/ 100 w 32"/>
                  <a:gd name="T7" fmla="*/ 53 h 128"/>
                  <a:gd name="T8" fmla="*/ 88 w 32"/>
                  <a:gd name="T9" fmla="*/ 179 h 128"/>
                  <a:gd name="T10" fmla="*/ 69 w 32"/>
                  <a:gd name="T11" fmla="*/ 472 h 128"/>
                  <a:gd name="T12" fmla="*/ 51 w 32"/>
                  <a:gd name="T13" fmla="*/ 518 h 128"/>
                  <a:gd name="T14" fmla="*/ 19 w 32"/>
                  <a:gd name="T15" fmla="*/ 513 h 128"/>
                  <a:gd name="T16" fmla="*/ 1 w 32"/>
                  <a:gd name="T17" fmla="*/ 491 h 128"/>
                  <a:gd name="T18" fmla="*/ 19 w 32"/>
                  <a:gd name="T19" fmla="*/ 265 h 128"/>
                  <a:gd name="T20" fmla="*/ 32 w 32"/>
                  <a:gd name="T21" fmla="*/ 48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28">
                    <a:moveTo>
                      <a:pt x="10" y="12"/>
                    </a:moveTo>
                    <a:cubicBezTo>
                      <a:pt x="11" y="1"/>
                      <a:pt x="14" y="0"/>
                      <a:pt x="17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1"/>
                      <a:pt x="32" y="2"/>
                      <a:pt x="31" y="13"/>
                    </a:cubicBezTo>
                    <a:cubicBezTo>
                      <a:pt x="31" y="13"/>
                      <a:pt x="31" y="19"/>
                      <a:pt x="28" y="44"/>
                    </a:cubicBezTo>
                    <a:cubicBezTo>
                      <a:pt x="26" y="68"/>
                      <a:pt x="22" y="117"/>
                      <a:pt x="22" y="117"/>
                    </a:cubicBezTo>
                    <a:cubicBezTo>
                      <a:pt x="21" y="126"/>
                      <a:pt x="19" y="128"/>
                      <a:pt x="16" y="128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1" y="126"/>
                      <a:pt x="0" y="123"/>
                      <a:pt x="1" y="121"/>
                    </a:cubicBezTo>
                    <a:cubicBezTo>
                      <a:pt x="1" y="120"/>
                      <a:pt x="5" y="88"/>
                      <a:pt x="6" y="65"/>
                    </a:cubicBezTo>
                    <a:cubicBezTo>
                      <a:pt x="8" y="43"/>
                      <a:pt x="10" y="13"/>
                      <a:pt x="10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5" name="Freeform 300">
                <a:extLst>
                  <a:ext uri="{FF2B5EF4-FFF2-40B4-BE49-F238E27FC236}">
                    <a16:creationId xmlns:a16="http://schemas.microsoft.com/office/drawing/2014/main" id="{D0D481FA-35FF-40EF-B309-77A945555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894"/>
                <a:ext cx="120" cy="190"/>
              </a:xfrm>
              <a:custGeom>
                <a:avLst/>
                <a:gdLst>
                  <a:gd name="T0" fmla="*/ 194 w 80"/>
                  <a:gd name="T1" fmla="*/ 21 h 119"/>
                  <a:gd name="T2" fmla="*/ 224 w 80"/>
                  <a:gd name="T3" fmla="*/ 8 h 119"/>
                  <a:gd name="T4" fmla="*/ 251 w 80"/>
                  <a:gd name="T5" fmla="*/ 26 h 119"/>
                  <a:gd name="T6" fmla="*/ 243 w 80"/>
                  <a:gd name="T7" fmla="*/ 94 h 119"/>
                  <a:gd name="T8" fmla="*/ 147 w 80"/>
                  <a:gd name="T9" fmla="*/ 300 h 119"/>
                  <a:gd name="T10" fmla="*/ 75 w 80"/>
                  <a:gd name="T11" fmla="*/ 458 h 119"/>
                  <a:gd name="T12" fmla="*/ 45 w 80"/>
                  <a:gd name="T13" fmla="*/ 479 h 119"/>
                  <a:gd name="T14" fmla="*/ 14 w 80"/>
                  <a:gd name="T15" fmla="*/ 458 h 119"/>
                  <a:gd name="T16" fmla="*/ 8 w 80"/>
                  <a:gd name="T17" fmla="*/ 428 h 119"/>
                  <a:gd name="T18" fmla="*/ 99 w 80"/>
                  <a:gd name="T19" fmla="*/ 236 h 119"/>
                  <a:gd name="T20" fmla="*/ 194 w 80"/>
                  <a:gd name="T21" fmla="*/ 21 h 1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119">
                    <a:moveTo>
                      <a:pt x="57" y="5"/>
                    </a:moveTo>
                    <a:cubicBezTo>
                      <a:pt x="60" y="0"/>
                      <a:pt x="64" y="1"/>
                      <a:pt x="66" y="2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7" y="8"/>
                      <a:pt x="80" y="9"/>
                      <a:pt x="72" y="23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0" y="117"/>
                      <a:pt x="15" y="119"/>
                      <a:pt x="13" y="118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1" y="111"/>
                      <a:pt x="0" y="108"/>
                      <a:pt x="2" y="105"/>
                    </a:cubicBezTo>
                    <a:cubicBezTo>
                      <a:pt x="2" y="104"/>
                      <a:pt x="23" y="69"/>
                      <a:pt x="29" y="58"/>
                    </a:cubicBezTo>
                    <a:cubicBezTo>
                      <a:pt x="35" y="46"/>
                      <a:pt x="57" y="5"/>
                      <a:pt x="57" y="5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6" name="Freeform 301">
                <a:extLst>
                  <a:ext uri="{FF2B5EF4-FFF2-40B4-BE49-F238E27FC236}">
                    <a16:creationId xmlns:a16="http://schemas.microsoft.com/office/drawing/2014/main" id="{E2EED511-B2D8-4CB0-8647-7C80B6EFA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962"/>
                <a:ext cx="24" cy="39"/>
              </a:xfrm>
              <a:custGeom>
                <a:avLst/>
                <a:gdLst>
                  <a:gd name="T0" fmla="*/ 8 w 16"/>
                  <a:gd name="T1" fmla="*/ 98 h 24"/>
                  <a:gd name="T2" fmla="*/ 18 w 16"/>
                  <a:gd name="T3" fmla="*/ 42 h 24"/>
                  <a:gd name="T4" fmla="*/ 48 w 16"/>
                  <a:gd name="T5" fmla="*/ 5 h 24"/>
                  <a:gd name="T6" fmla="*/ 39 w 16"/>
                  <a:gd name="T7" fmla="*/ 55 h 24"/>
                  <a:gd name="T8" fmla="*/ 8 w 16"/>
                  <a:gd name="T9" fmla="*/ 9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2" y="23"/>
                    </a:moveTo>
                    <a:cubicBezTo>
                      <a:pt x="0" y="22"/>
                      <a:pt x="2" y="16"/>
                      <a:pt x="5" y="10"/>
                    </a:cubicBezTo>
                    <a:cubicBezTo>
                      <a:pt x="8" y="4"/>
                      <a:pt x="13" y="0"/>
                      <a:pt x="14" y="1"/>
                    </a:cubicBezTo>
                    <a:cubicBezTo>
                      <a:pt x="16" y="2"/>
                      <a:pt x="15" y="7"/>
                      <a:pt x="11" y="13"/>
                    </a:cubicBezTo>
                    <a:cubicBezTo>
                      <a:pt x="8" y="19"/>
                      <a:pt x="4" y="24"/>
                      <a:pt x="2" y="2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7" name="Freeform 302">
                <a:extLst>
                  <a:ext uri="{FF2B5EF4-FFF2-40B4-BE49-F238E27FC236}">
                    <a16:creationId xmlns:a16="http://schemas.microsoft.com/office/drawing/2014/main" id="{B7EA35EC-F5B5-4012-8482-645F0E064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964"/>
                <a:ext cx="22" cy="38"/>
              </a:xfrm>
              <a:custGeom>
                <a:avLst/>
                <a:gdLst>
                  <a:gd name="T0" fmla="*/ 1 w 15"/>
                  <a:gd name="T1" fmla="*/ 90 h 24"/>
                  <a:gd name="T2" fmla="*/ 13 w 15"/>
                  <a:gd name="T3" fmla="*/ 43 h 24"/>
                  <a:gd name="T4" fmla="*/ 41 w 15"/>
                  <a:gd name="T5" fmla="*/ 5 h 24"/>
                  <a:gd name="T6" fmla="*/ 32 w 15"/>
                  <a:gd name="T7" fmla="*/ 55 h 24"/>
                  <a:gd name="T8" fmla="*/ 1 w 15"/>
                  <a:gd name="T9" fmla="*/ 9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1" y="23"/>
                    </a:moveTo>
                    <a:cubicBezTo>
                      <a:pt x="0" y="22"/>
                      <a:pt x="1" y="17"/>
                      <a:pt x="4" y="11"/>
                    </a:cubicBezTo>
                    <a:cubicBezTo>
                      <a:pt x="7" y="5"/>
                      <a:pt x="12" y="0"/>
                      <a:pt x="13" y="1"/>
                    </a:cubicBezTo>
                    <a:cubicBezTo>
                      <a:pt x="15" y="2"/>
                      <a:pt x="14" y="8"/>
                      <a:pt x="10" y="14"/>
                    </a:cubicBezTo>
                    <a:cubicBezTo>
                      <a:pt x="7" y="20"/>
                      <a:pt x="3" y="24"/>
                      <a:pt x="1" y="2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8" name="Freeform 303">
                <a:extLst>
                  <a:ext uri="{FF2B5EF4-FFF2-40B4-BE49-F238E27FC236}">
                    <a16:creationId xmlns:a16="http://schemas.microsoft.com/office/drawing/2014/main" id="{36672698-24BA-45F4-8B95-9186075A5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993"/>
                <a:ext cx="37" cy="83"/>
              </a:xfrm>
              <a:custGeom>
                <a:avLst/>
                <a:gdLst>
                  <a:gd name="T0" fmla="*/ 28 w 25"/>
                  <a:gd name="T1" fmla="*/ 206 h 52"/>
                  <a:gd name="T2" fmla="*/ 1 w 25"/>
                  <a:gd name="T3" fmla="*/ 187 h 52"/>
                  <a:gd name="T4" fmla="*/ 22 w 25"/>
                  <a:gd name="T5" fmla="*/ 137 h 52"/>
                  <a:gd name="T6" fmla="*/ 53 w 25"/>
                  <a:gd name="T7" fmla="*/ 67 h 52"/>
                  <a:gd name="T8" fmla="*/ 68 w 25"/>
                  <a:gd name="T9" fmla="*/ 34 h 52"/>
                  <a:gd name="T10" fmla="*/ 81 w 25"/>
                  <a:gd name="T11" fmla="*/ 0 h 52"/>
                  <a:gd name="T12" fmla="*/ 27 w 25"/>
                  <a:gd name="T13" fmla="*/ 142 h 52"/>
                  <a:gd name="T14" fmla="*/ 19 w 25"/>
                  <a:gd name="T15" fmla="*/ 187 h 52"/>
                  <a:gd name="T16" fmla="*/ 40 w 25"/>
                  <a:gd name="T17" fmla="*/ 211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52">
                    <a:moveTo>
                      <a:pt x="9" y="51"/>
                    </a:moveTo>
                    <a:cubicBezTo>
                      <a:pt x="7" y="50"/>
                      <a:pt x="1" y="49"/>
                      <a:pt x="1" y="46"/>
                    </a:cubicBezTo>
                    <a:cubicBezTo>
                      <a:pt x="0" y="43"/>
                      <a:pt x="5" y="37"/>
                      <a:pt x="7" y="34"/>
                    </a:cubicBezTo>
                    <a:cubicBezTo>
                      <a:pt x="10" y="28"/>
                      <a:pt x="13" y="22"/>
                      <a:pt x="16" y="16"/>
                    </a:cubicBezTo>
                    <a:cubicBezTo>
                      <a:pt x="18" y="13"/>
                      <a:pt x="20" y="11"/>
                      <a:pt x="21" y="8"/>
                    </a:cubicBezTo>
                    <a:cubicBezTo>
                      <a:pt x="22" y="5"/>
                      <a:pt x="24" y="2"/>
                      <a:pt x="25" y="0"/>
                    </a:cubicBezTo>
                    <a:cubicBezTo>
                      <a:pt x="22" y="12"/>
                      <a:pt x="13" y="23"/>
                      <a:pt x="8" y="35"/>
                    </a:cubicBezTo>
                    <a:cubicBezTo>
                      <a:pt x="6" y="39"/>
                      <a:pt x="5" y="43"/>
                      <a:pt x="6" y="46"/>
                    </a:cubicBezTo>
                    <a:cubicBezTo>
                      <a:pt x="7" y="49"/>
                      <a:pt x="10" y="50"/>
                      <a:pt x="12" y="52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9" name="Freeform 304">
                <a:extLst>
                  <a:ext uri="{FF2B5EF4-FFF2-40B4-BE49-F238E27FC236}">
                    <a16:creationId xmlns:a16="http://schemas.microsoft.com/office/drawing/2014/main" id="{EEAE9E9A-BE4D-414A-A2A6-C1E6C94FF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902"/>
                <a:ext cx="57" cy="120"/>
              </a:xfrm>
              <a:custGeom>
                <a:avLst/>
                <a:gdLst>
                  <a:gd name="T0" fmla="*/ 0 w 38"/>
                  <a:gd name="T1" fmla="*/ 307 h 75"/>
                  <a:gd name="T2" fmla="*/ 99 w 38"/>
                  <a:gd name="T3" fmla="*/ 102 h 75"/>
                  <a:gd name="T4" fmla="*/ 126 w 38"/>
                  <a:gd name="T5" fmla="*/ 21 h 75"/>
                  <a:gd name="T6" fmla="*/ 93 w 38"/>
                  <a:gd name="T7" fmla="*/ 0 h 75"/>
                  <a:gd name="T8" fmla="*/ 113 w 38"/>
                  <a:gd name="T9" fmla="*/ 35 h 75"/>
                  <a:gd name="T10" fmla="*/ 99 w 38"/>
                  <a:gd name="T11" fmla="*/ 77 h 75"/>
                  <a:gd name="T12" fmla="*/ 75 w 38"/>
                  <a:gd name="T13" fmla="*/ 128 h 75"/>
                  <a:gd name="T14" fmla="*/ 35 w 38"/>
                  <a:gd name="T15" fmla="*/ 221 h 75"/>
                  <a:gd name="T16" fmla="*/ 18 w 38"/>
                  <a:gd name="T17" fmla="*/ 272 h 75"/>
                  <a:gd name="T18" fmla="*/ 5 w 38"/>
                  <a:gd name="T19" fmla="*/ 302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75">
                    <a:moveTo>
                      <a:pt x="0" y="75"/>
                    </a:moveTo>
                    <a:cubicBezTo>
                      <a:pt x="10" y="58"/>
                      <a:pt x="19" y="42"/>
                      <a:pt x="29" y="25"/>
                    </a:cubicBezTo>
                    <a:cubicBezTo>
                      <a:pt x="32" y="21"/>
                      <a:pt x="38" y="9"/>
                      <a:pt x="37" y="5"/>
                    </a:cubicBezTo>
                    <a:cubicBezTo>
                      <a:pt x="36" y="2"/>
                      <a:pt x="30" y="0"/>
                      <a:pt x="27" y="0"/>
                    </a:cubicBezTo>
                    <a:cubicBezTo>
                      <a:pt x="30" y="1"/>
                      <a:pt x="34" y="4"/>
                      <a:pt x="33" y="9"/>
                    </a:cubicBezTo>
                    <a:cubicBezTo>
                      <a:pt x="33" y="12"/>
                      <a:pt x="30" y="16"/>
                      <a:pt x="29" y="19"/>
                    </a:cubicBezTo>
                    <a:cubicBezTo>
                      <a:pt x="27" y="23"/>
                      <a:pt x="25" y="27"/>
                      <a:pt x="22" y="31"/>
                    </a:cubicBezTo>
                    <a:cubicBezTo>
                      <a:pt x="18" y="39"/>
                      <a:pt x="14" y="46"/>
                      <a:pt x="10" y="54"/>
                    </a:cubicBezTo>
                    <a:cubicBezTo>
                      <a:pt x="8" y="58"/>
                      <a:pt x="7" y="62"/>
                      <a:pt x="5" y="66"/>
                    </a:cubicBezTo>
                    <a:cubicBezTo>
                      <a:pt x="3" y="68"/>
                      <a:pt x="2" y="71"/>
                      <a:pt x="1" y="74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0" name="Freeform 305">
                <a:extLst>
                  <a:ext uri="{FF2B5EF4-FFF2-40B4-BE49-F238E27FC236}">
                    <a16:creationId xmlns:a16="http://schemas.microsoft.com/office/drawing/2014/main" id="{2A760677-E233-48A6-81F3-19BFAA9AE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966"/>
                <a:ext cx="13" cy="32"/>
              </a:xfrm>
              <a:custGeom>
                <a:avLst/>
                <a:gdLst>
                  <a:gd name="T0" fmla="*/ 1 w 9"/>
                  <a:gd name="T1" fmla="*/ 21 h 20"/>
                  <a:gd name="T2" fmla="*/ 19 w 9"/>
                  <a:gd name="T3" fmla="*/ 13 h 20"/>
                  <a:gd name="T4" fmla="*/ 9 w 9"/>
                  <a:gd name="T5" fmla="*/ 61 h 20"/>
                  <a:gd name="T6" fmla="*/ 0 w 9"/>
                  <a:gd name="T7" fmla="*/ 82 h 20"/>
                  <a:gd name="T8" fmla="*/ 13 w 9"/>
                  <a:gd name="T9" fmla="*/ 54 h 20"/>
                  <a:gd name="T10" fmla="*/ 20 w 9"/>
                  <a:gd name="T11" fmla="*/ 5 h 20"/>
                  <a:gd name="T12" fmla="*/ 1 w 9"/>
                  <a:gd name="T13" fmla="*/ 2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0">
                    <a:moveTo>
                      <a:pt x="1" y="5"/>
                    </a:moveTo>
                    <a:cubicBezTo>
                      <a:pt x="3" y="3"/>
                      <a:pt x="5" y="2"/>
                      <a:pt x="6" y="3"/>
                    </a:cubicBezTo>
                    <a:cubicBezTo>
                      <a:pt x="7" y="3"/>
                      <a:pt x="6" y="9"/>
                      <a:pt x="3" y="15"/>
                    </a:cubicBezTo>
                    <a:cubicBezTo>
                      <a:pt x="2" y="17"/>
                      <a:pt x="1" y="19"/>
                      <a:pt x="0" y="20"/>
                    </a:cubicBezTo>
                    <a:cubicBezTo>
                      <a:pt x="1" y="18"/>
                      <a:pt x="3" y="16"/>
                      <a:pt x="4" y="13"/>
                    </a:cubicBezTo>
                    <a:cubicBezTo>
                      <a:pt x="8" y="7"/>
                      <a:pt x="9" y="2"/>
                      <a:pt x="7" y="1"/>
                    </a:cubicBezTo>
                    <a:cubicBezTo>
                      <a:pt x="6" y="0"/>
                      <a:pt x="4" y="2"/>
                      <a:pt x="1" y="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1" name="Freeform 306">
                <a:extLst>
                  <a:ext uri="{FF2B5EF4-FFF2-40B4-BE49-F238E27FC236}">
                    <a16:creationId xmlns:a16="http://schemas.microsoft.com/office/drawing/2014/main" id="{F8F0FA38-28DB-485A-934D-8F7996C46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970"/>
                <a:ext cx="14" cy="29"/>
              </a:xfrm>
              <a:custGeom>
                <a:avLst/>
                <a:gdLst>
                  <a:gd name="T0" fmla="*/ 8 w 9"/>
                  <a:gd name="T1" fmla="*/ 68 h 18"/>
                  <a:gd name="T2" fmla="*/ 19 w 9"/>
                  <a:gd name="T3" fmla="*/ 26 h 18"/>
                  <a:gd name="T4" fmla="*/ 34 w 9"/>
                  <a:gd name="T5" fmla="*/ 0 h 18"/>
                  <a:gd name="T6" fmla="*/ 14 w 9"/>
                  <a:gd name="T7" fmla="*/ 29 h 18"/>
                  <a:gd name="T8" fmla="*/ 5 w 9"/>
                  <a:gd name="T9" fmla="*/ 71 h 18"/>
                  <a:gd name="T10" fmla="*/ 19 w 9"/>
                  <a:gd name="T11" fmla="*/ 63 h 18"/>
                  <a:gd name="T12" fmla="*/ 8 w 9"/>
                  <a:gd name="T13" fmla="*/ 6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8">
                    <a:moveTo>
                      <a:pt x="2" y="16"/>
                    </a:moveTo>
                    <a:cubicBezTo>
                      <a:pt x="1" y="16"/>
                      <a:pt x="2" y="11"/>
                      <a:pt x="5" y="6"/>
                    </a:cubicBezTo>
                    <a:cubicBezTo>
                      <a:pt x="6" y="4"/>
                      <a:pt x="8" y="2"/>
                      <a:pt x="9" y="0"/>
                    </a:cubicBezTo>
                    <a:cubicBezTo>
                      <a:pt x="7" y="2"/>
                      <a:pt x="5" y="4"/>
                      <a:pt x="4" y="7"/>
                    </a:cubicBezTo>
                    <a:cubicBezTo>
                      <a:pt x="1" y="12"/>
                      <a:pt x="0" y="17"/>
                      <a:pt x="1" y="17"/>
                    </a:cubicBezTo>
                    <a:cubicBezTo>
                      <a:pt x="2" y="18"/>
                      <a:pt x="3" y="17"/>
                      <a:pt x="5" y="15"/>
                    </a:cubicBezTo>
                    <a:cubicBezTo>
                      <a:pt x="4" y="16"/>
                      <a:pt x="3" y="17"/>
                      <a:pt x="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2" name="Freeform 307">
                <a:extLst>
                  <a:ext uri="{FF2B5EF4-FFF2-40B4-BE49-F238E27FC236}">
                    <a16:creationId xmlns:a16="http://schemas.microsoft.com/office/drawing/2014/main" id="{0D5F456F-71C6-4F7C-8549-6D760602A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894"/>
                <a:ext cx="120" cy="190"/>
              </a:xfrm>
              <a:custGeom>
                <a:avLst/>
                <a:gdLst>
                  <a:gd name="T0" fmla="*/ 194 w 80"/>
                  <a:gd name="T1" fmla="*/ 21 h 119"/>
                  <a:gd name="T2" fmla="*/ 224 w 80"/>
                  <a:gd name="T3" fmla="*/ 8 h 119"/>
                  <a:gd name="T4" fmla="*/ 251 w 80"/>
                  <a:gd name="T5" fmla="*/ 26 h 119"/>
                  <a:gd name="T6" fmla="*/ 243 w 80"/>
                  <a:gd name="T7" fmla="*/ 94 h 119"/>
                  <a:gd name="T8" fmla="*/ 147 w 80"/>
                  <a:gd name="T9" fmla="*/ 300 h 119"/>
                  <a:gd name="T10" fmla="*/ 75 w 80"/>
                  <a:gd name="T11" fmla="*/ 458 h 119"/>
                  <a:gd name="T12" fmla="*/ 45 w 80"/>
                  <a:gd name="T13" fmla="*/ 479 h 119"/>
                  <a:gd name="T14" fmla="*/ 14 w 80"/>
                  <a:gd name="T15" fmla="*/ 458 h 119"/>
                  <a:gd name="T16" fmla="*/ 8 w 80"/>
                  <a:gd name="T17" fmla="*/ 428 h 119"/>
                  <a:gd name="T18" fmla="*/ 99 w 80"/>
                  <a:gd name="T19" fmla="*/ 236 h 119"/>
                  <a:gd name="T20" fmla="*/ 194 w 80"/>
                  <a:gd name="T21" fmla="*/ 21 h 1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119">
                    <a:moveTo>
                      <a:pt x="57" y="5"/>
                    </a:moveTo>
                    <a:cubicBezTo>
                      <a:pt x="60" y="0"/>
                      <a:pt x="64" y="1"/>
                      <a:pt x="66" y="2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7" y="8"/>
                      <a:pt x="80" y="9"/>
                      <a:pt x="72" y="23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0" y="117"/>
                      <a:pt x="15" y="119"/>
                      <a:pt x="13" y="118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1" y="111"/>
                      <a:pt x="0" y="108"/>
                      <a:pt x="2" y="105"/>
                    </a:cubicBezTo>
                    <a:cubicBezTo>
                      <a:pt x="2" y="104"/>
                      <a:pt x="23" y="69"/>
                      <a:pt x="29" y="58"/>
                    </a:cubicBezTo>
                    <a:cubicBezTo>
                      <a:pt x="35" y="46"/>
                      <a:pt x="57" y="5"/>
                      <a:pt x="57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3" name="Freeform 308">
                <a:extLst>
                  <a:ext uri="{FF2B5EF4-FFF2-40B4-BE49-F238E27FC236}">
                    <a16:creationId xmlns:a16="http://schemas.microsoft.com/office/drawing/2014/main" id="{4D5DA7BB-28D9-44DB-AAB6-805AE2DA7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278"/>
                <a:ext cx="52" cy="206"/>
              </a:xfrm>
              <a:custGeom>
                <a:avLst/>
                <a:gdLst>
                  <a:gd name="T0" fmla="*/ 114 w 35"/>
                  <a:gd name="T1" fmla="*/ 490 h 129"/>
                  <a:gd name="T2" fmla="*/ 114 w 35"/>
                  <a:gd name="T3" fmla="*/ 490 h 129"/>
                  <a:gd name="T4" fmla="*/ 100 w 35"/>
                  <a:gd name="T5" fmla="*/ 517 h 129"/>
                  <a:gd name="T6" fmla="*/ 67 w 35"/>
                  <a:gd name="T7" fmla="*/ 521 h 129"/>
                  <a:gd name="T8" fmla="*/ 42 w 35"/>
                  <a:gd name="T9" fmla="*/ 458 h 129"/>
                  <a:gd name="T10" fmla="*/ 19 w 35"/>
                  <a:gd name="T11" fmla="*/ 219 h 129"/>
                  <a:gd name="T12" fmla="*/ 1 w 35"/>
                  <a:gd name="T13" fmla="*/ 56 h 129"/>
                  <a:gd name="T14" fmla="*/ 15 w 35"/>
                  <a:gd name="T15" fmla="*/ 8 h 129"/>
                  <a:gd name="T16" fmla="*/ 49 w 35"/>
                  <a:gd name="T17" fmla="*/ 0 h 129"/>
                  <a:gd name="T18" fmla="*/ 73 w 35"/>
                  <a:gd name="T19" fmla="*/ 26 h 129"/>
                  <a:gd name="T20" fmla="*/ 100 w 35"/>
                  <a:gd name="T21" fmla="*/ 257 h 129"/>
                  <a:gd name="T22" fmla="*/ 114 w 35"/>
                  <a:gd name="T23" fmla="*/ 490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129">
                    <a:moveTo>
                      <a:pt x="35" y="120"/>
                    </a:moveTo>
                    <a:cubicBezTo>
                      <a:pt x="35" y="120"/>
                      <a:pt x="35" y="120"/>
                      <a:pt x="35" y="120"/>
                    </a:cubicBezTo>
                    <a:cubicBezTo>
                      <a:pt x="35" y="123"/>
                      <a:pt x="35" y="126"/>
                      <a:pt x="30" y="127"/>
                    </a:cubicBezTo>
                    <a:cubicBezTo>
                      <a:pt x="20" y="128"/>
                      <a:pt x="20" y="128"/>
                      <a:pt x="20" y="128"/>
                    </a:cubicBezTo>
                    <a:cubicBezTo>
                      <a:pt x="18" y="129"/>
                      <a:pt x="15" y="129"/>
                      <a:pt x="13" y="113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8"/>
                      <a:pt x="2" y="2"/>
                      <a:pt x="5" y="2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2"/>
                      <a:pt x="22" y="6"/>
                    </a:cubicBezTo>
                    <a:cubicBezTo>
                      <a:pt x="22" y="7"/>
                      <a:pt x="28" y="51"/>
                      <a:pt x="30" y="63"/>
                    </a:cubicBezTo>
                    <a:cubicBezTo>
                      <a:pt x="31" y="75"/>
                      <a:pt x="35" y="120"/>
                      <a:pt x="35" y="120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4" name="Freeform 309">
                <a:extLst>
                  <a:ext uri="{FF2B5EF4-FFF2-40B4-BE49-F238E27FC236}">
                    <a16:creationId xmlns:a16="http://schemas.microsoft.com/office/drawing/2014/main" id="{F3826A61-524B-4456-985F-D17CB3A55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350"/>
                <a:ext cx="14" cy="40"/>
              </a:xfrm>
              <a:custGeom>
                <a:avLst/>
                <a:gdLst>
                  <a:gd name="T0" fmla="*/ 12 w 9"/>
                  <a:gd name="T1" fmla="*/ 0 h 25"/>
                  <a:gd name="T2" fmla="*/ 30 w 9"/>
                  <a:gd name="T3" fmla="*/ 48 h 25"/>
                  <a:gd name="T4" fmla="*/ 22 w 9"/>
                  <a:gd name="T5" fmla="*/ 102 h 25"/>
                  <a:gd name="T6" fmla="*/ 5 w 9"/>
                  <a:gd name="T7" fmla="*/ 54 h 25"/>
                  <a:gd name="T8" fmla="*/ 12 w 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3" y="0"/>
                    </a:moveTo>
                    <a:cubicBezTo>
                      <a:pt x="5" y="0"/>
                      <a:pt x="7" y="6"/>
                      <a:pt x="8" y="12"/>
                    </a:cubicBezTo>
                    <a:cubicBezTo>
                      <a:pt x="9" y="19"/>
                      <a:pt x="8" y="25"/>
                      <a:pt x="6" y="25"/>
                    </a:cubicBezTo>
                    <a:cubicBezTo>
                      <a:pt x="4" y="25"/>
                      <a:pt x="2" y="20"/>
                      <a:pt x="1" y="13"/>
                    </a:cubicBezTo>
                    <a:cubicBezTo>
                      <a:pt x="0" y="6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5" name="Freeform 310">
                <a:extLst>
                  <a:ext uri="{FF2B5EF4-FFF2-40B4-BE49-F238E27FC236}">
                    <a16:creationId xmlns:a16="http://schemas.microsoft.com/office/drawing/2014/main" id="{A7F8A791-7D4A-45D1-AD52-47552F633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355"/>
                <a:ext cx="12" cy="40"/>
              </a:xfrm>
              <a:custGeom>
                <a:avLst/>
                <a:gdLst>
                  <a:gd name="T0" fmla="*/ 12 w 8"/>
                  <a:gd name="T1" fmla="*/ 0 h 25"/>
                  <a:gd name="T2" fmla="*/ 27 w 8"/>
                  <a:gd name="T3" fmla="*/ 48 h 25"/>
                  <a:gd name="T4" fmla="*/ 21 w 8"/>
                  <a:gd name="T5" fmla="*/ 102 h 25"/>
                  <a:gd name="T6" fmla="*/ 5 w 8"/>
                  <a:gd name="T7" fmla="*/ 54 h 25"/>
                  <a:gd name="T8" fmla="*/ 12 w 8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5">
                    <a:moveTo>
                      <a:pt x="3" y="0"/>
                    </a:moveTo>
                    <a:cubicBezTo>
                      <a:pt x="5" y="0"/>
                      <a:pt x="7" y="6"/>
                      <a:pt x="8" y="12"/>
                    </a:cubicBezTo>
                    <a:cubicBezTo>
                      <a:pt x="8" y="19"/>
                      <a:pt x="7" y="25"/>
                      <a:pt x="6" y="25"/>
                    </a:cubicBezTo>
                    <a:cubicBezTo>
                      <a:pt x="4" y="25"/>
                      <a:pt x="1" y="20"/>
                      <a:pt x="1" y="13"/>
                    </a:cubicBezTo>
                    <a:cubicBezTo>
                      <a:pt x="0" y="6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6" name="Freeform 311">
                <a:extLst>
                  <a:ext uri="{FF2B5EF4-FFF2-40B4-BE49-F238E27FC236}">
                    <a16:creationId xmlns:a16="http://schemas.microsoft.com/office/drawing/2014/main" id="{AB7FD06C-5807-49C5-BB4F-C20463288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395"/>
                <a:ext cx="29" cy="83"/>
              </a:xfrm>
              <a:custGeom>
                <a:avLst/>
                <a:gdLst>
                  <a:gd name="T0" fmla="*/ 52 w 20"/>
                  <a:gd name="T1" fmla="*/ 206 h 52"/>
                  <a:gd name="T2" fmla="*/ 25 w 20"/>
                  <a:gd name="T3" fmla="*/ 204 h 52"/>
                  <a:gd name="T4" fmla="*/ 15 w 20"/>
                  <a:gd name="T5" fmla="*/ 155 h 52"/>
                  <a:gd name="T6" fmla="*/ 6 w 20"/>
                  <a:gd name="T7" fmla="*/ 73 h 52"/>
                  <a:gd name="T8" fmla="*/ 1 w 20"/>
                  <a:gd name="T9" fmla="*/ 34 h 52"/>
                  <a:gd name="T10" fmla="*/ 0 w 20"/>
                  <a:gd name="T11" fmla="*/ 0 h 52"/>
                  <a:gd name="T12" fmla="*/ 22 w 20"/>
                  <a:gd name="T13" fmla="*/ 155 h 52"/>
                  <a:gd name="T14" fmla="*/ 36 w 20"/>
                  <a:gd name="T15" fmla="*/ 196 h 52"/>
                  <a:gd name="T16" fmla="*/ 61 w 20"/>
                  <a:gd name="T17" fmla="*/ 20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52">
                    <a:moveTo>
                      <a:pt x="17" y="51"/>
                    </a:moveTo>
                    <a:cubicBezTo>
                      <a:pt x="15" y="51"/>
                      <a:pt x="10" y="52"/>
                      <a:pt x="8" y="50"/>
                    </a:cubicBezTo>
                    <a:cubicBezTo>
                      <a:pt x="6" y="47"/>
                      <a:pt x="5" y="41"/>
                      <a:pt x="5" y="38"/>
                    </a:cubicBezTo>
                    <a:cubicBezTo>
                      <a:pt x="4" y="31"/>
                      <a:pt x="3" y="24"/>
                      <a:pt x="2" y="18"/>
                    </a:cubicBezTo>
                    <a:cubicBezTo>
                      <a:pt x="2" y="15"/>
                      <a:pt x="2" y="12"/>
                      <a:pt x="1" y="8"/>
                    </a:cubicBezTo>
                    <a:cubicBezTo>
                      <a:pt x="1" y="6"/>
                      <a:pt x="0" y="2"/>
                      <a:pt x="0" y="0"/>
                    </a:cubicBezTo>
                    <a:cubicBezTo>
                      <a:pt x="4" y="11"/>
                      <a:pt x="4" y="25"/>
                      <a:pt x="7" y="38"/>
                    </a:cubicBezTo>
                    <a:cubicBezTo>
                      <a:pt x="8" y="42"/>
                      <a:pt x="9" y="46"/>
                      <a:pt x="12" y="48"/>
                    </a:cubicBezTo>
                    <a:cubicBezTo>
                      <a:pt x="14" y="49"/>
                      <a:pt x="17" y="50"/>
                      <a:pt x="20" y="49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7" name="Freeform 312">
                <a:extLst>
                  <a:ext uri="{FF2B5EF4-FFF2-40B4-BE49-F238E27FC236}">
                    <a16:creationId xmlns:a16="http://schemas.microsoft.com/office/drawing/2014/main" id="{A530FB58-00D6-4EC2-8DFB-3F6C0B5E8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278"/>
                <a:ext cx="40" cy="144"/>
              </a:xfrm>
              <a:custGeom>
                <a:avLst/>
                <a:gdLst>
                  <a:gd name="T0" fmla="*/ 15 w 27"/>
                  <a:gd name="T1" fmla="*/ 16 h 90"/>
                  <a:gd name="T2" fmla="*/ 49 w 27"/>
                  <a:gd name="T3" fmla="*/ 21 h 90"/>
                  <a:gd name="T4" fmla="*/ 59 w 27"/>
                  <a:gd name="T5" fmla="*/ 82 h 90"/>
                  <a:gd name="T6" fmla="*/ 68 w 27"/>
                  <a:gd name="T7" fmla="*/ 171 h 90"/>
                  <a:gd name="T8" fmla="*/ 87 w 27"/>
                  <a:gd name="T9" fmla="*/ 368 h 90"/>
                  <a:gd name="T10" fmla="*/ 74 w 27"/>
                  <a:gd name="T11" fmla="*/ 238 h 90"/>
                  <a:gd name="T12" fmla="*/ 55 w 27"/>
                  <a:gd name="T13" fmla="*/ 107 h 90"/>
                  <a:gd name="T14" fmla="*/ 0 w 27"/>
                  <a:gd name="T15" fmla="*/ 34 h 90"/>
                  <a:gd name="T16" fmla="*/ 13 w 27"/>
                  <a:gd name="T17" fmla="*/ 16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90">
                    <a:moveTo>
                      <a:pt x="5" y="4"/>
                    </a:moveTo>
                    <a:cubicBezTo>
                      <a:pt x="8" y="3"/>
                      <a:pt x="12" y="0"/>
                      <a:pt x="15" y="5"/>
                    </a:cubicBezTo>
                    <a:cubicBezTo>
                      <a:pt x="17" y="8"/>
                      <a:pt x="18" y="16"/>
                      <a:pt x="18" y="20"/>
                    </a:cubicBezTo>
                    <a:cubicBezTo>
                      <a:pt x="19" y="29"/>
                      <a:pt x="20" y="33"/>
                      <a:pt x="21" y="42"/>
                    </a:cubicBezTo>
                    <a:cubicBezTo>
                      <a:pt x="24" y="56"/>
                      <a:pt x="27" y="76"/>
                      <a:pt x="27" y="90"/>
                    </a:cubicBezTo>
                    <a:cubicBezTo>
                      <a:pt x="26" y="80"/>
                      <a:pt x="24" y="68"/>
                      <a:pt x="23" y="58"/>
                    </a:cubicBezTo>
                    <a:cubicBezTo>
                      <a:pt x="21" y="47"/>
                      <a:pt x="19" y="37"/>
                      <a:pt x="17" y="26"/>
                    </a:cubicBezTo>
                    <a:cubicBezTo>
                      <a:pt x="15" y="16"/>
                      <a:pt x="7" y="1"/>
                      <a:pt x="0" y="8"/>
                    </a:cubicBezTo>
                    <a:cubicBezTo>
                      <a:pt x="0" y="5"/>
                      <a:pt x="2" y="5"/>
                      <a:pt x="4" y="4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8" name="Freeform 313">
                <a:extLst>
                  <a:ext uri="{FF2B5EF4-FFF2-40B4-BE49-F238E27FC236}">
                    <a16:creationId xmlns:a16="http://schemas.microsoft.com/office/drawing/2014/main" id="{A764769F-FAF5-4459-B4C5-FECCC99B7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355"/>
                <a:ext cx="12" cy="32"/>
              </a:xfrm>
              <a:custGeom>
                <a:avLst/>
                <a:gdLst>
                  <a:gd name="T0" fmla="*/ 0 w 8"/>
                  <a:gd name="T1" fmla="*/ 29 h 20"/>
                  <a:gd name="T2" fmla="*/ 8 w 8"/>
                  <a:gd name="T3" fmla="*/ 13 h 20"/>
                  <a:gd name="T4" fmla="*/ 26 w 8"/>
                  <a:gd name="T5" fmla="*/ 61 h 20"/>
                  <a:gd name="T6" fmla="*/ 27 w 8"/>
                  <a:gd name="T7" fmla="*/ 82 h 20"/>
                  <a:gd name="T8" fmla="*/ 27 w 8"/>
                  <a:gd name="T9" fmla="*/ 48 h 20"/>
                  <a:gd name="T10" fmla="*/ 12 w 8"/>
                  <a:gd name="T11" fmla="*/ 0 h 20"/>
                  <a:gd name="T12" fmla="*/ 0 w 8"/>
                  <a:gd name="T13" fmla="*/ 2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0">
                    <a:moveTo>
                      <a:pt x="0" y="7"/>
                    </a:moveTo>
                    <a:cubicBezTo>
                      <a:pt x="1" y="5"/>
                      <a:pt x="1" y="3"/>
                      <a:pt x="2" y="3"/>
                    </a:cubicBezTo>
                    <a:cubicBezTo>
                      <a:pt x="4" y="2"/>
                      <a:pt x="7" y="8"/>
                      <a:pt x="7" y="15"/>
                    </a:cubicBezTo>
                    <a:cubicBezTo>
                      <a:pt x="8" y="17"/>
                      <a:pt x="8" y="19"/>
                      <a:pt x="8" y="20"/>
                    </a:cubicBezTo>
                    <a:cubicBezTo>
                      <a:pt x="8" y="18"/>
                      <a:pt x="8" y="15"/>
                      <a:pt x="8" y="12"/>
                    </a:cubicBezTo>
                    <a:cubicBezTo>
                      <a:pt x="7" y="5"/>
                      <a:pt x="5" y="0"/>
                      <a:pt x="3" y="0"/>
                    </a:cubicBezTo>
                    <a:cubicBezTo>
                      <a:pt x="1" y="0"/>
                      <a:pt x="0" y="3"/>
                      <a:pt x="0" y="7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9" name="Freeform 314">
                <a:extLst>
                  <a:ext uri="{FF2B5EF4-FFF2-40B4-BE49-F238E27FC236}">
                    <a16:creationId xmlns:a16="http://schemas.microsoft.com/office/drawing/2014/main" id="{84EEFE72-FA5A-4985-91A1-05F9BF815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363"/>
                <a:ext cx="9" cy="29"/>
              </a:xfrm>
              <a:custGeom>
                <a:avLst/>
                <a:gdLst>
                  <a:gd name="T0" fmla="*/ 14 w 6"/>
                  <a:gd name="T1" fmla="*/ 68 h 18"/>
                  <a:gd name="T2" fmla="*/ 0 w 6"/>
                  <a:gd name="T3" fmla="*/ 26 h 18"/>
                  <a:gd name="T4" fmla="*/ 0 w 6"/>
                  <a:gd name="T5" fmla="*/ 0 h 18"/>
                  <a:gd name="T6" fmla="*/ 0 w 6"/>
                  <a:gd name="T7" fmla="*/ 34 h 18"/>
                  <a:gd name="T8" fmla="*/ 14 w 6"/>
                  <a:gd name="T9" fmla="*/ 76 h 18"/>
                  <a:gd name="T10" fmla="*/ 21 w 6"/>
                  <a:gd name="T11" fmla="*/ 60 h 18"/>
                  <a:gd name="T12" fmla="*/ 14 w 6"/>
                  <a:gd name="T13" fmla="*/ 6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8">
                    <a:moveTo>
                      <a:pt x="4" y="16"/>
                    </a:moveTo>
                    <a:cubicBezTo>
                      <a:pt x="3" y="17"/>
                      <a:pt x="1" y="12"/>
                      <a:pt x="0" y="6"/>
                    </a:cubicBezTo>
                    <a:cubicBezTo>
                      <a:pt x="0" y="4"/>
                      <a:pt x="0" y="1"/>
                      <a:pt x="0" y="0"/>
                    </a:cubicBezTo>
                    <a:cubicBezTo>
                      <a:pt x="0" y="1"/>
                      <a:pt x="0" y="5"/>
                      <a:pt x="0" y="8"/>
                    </a:cubicBezTo>
                    <a:cubicBezTo>
                      <a:pt x="1" y="14"/>
                      <a:pt x="3" y="18"/>
                      <a:pt x="4" y="18"/>
                    </a:cubicBezTo>
                    <a:cubicBezTo>
                      <a:pt x="5" y="18"/>
                      <a:pt x="6" y="16"/>
                      <a:pt x="6" y="14"/>
                    </a:cubicBezTo>
                    <a:cubicBezTo>
                      <a:pt x="6" y="14"/>
                      <a:pt x="5" y="16"/>
                      <a:pt x="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0" name="Freeform 315">
                <a:extLst>
                  <a:ext uri="{FF2B5EF4-FFF2-40B4-BE49-F238E27FC236}">
                    <a16:creationId xmlns:a16="http://schemas.microsoft.com/office/drawing/2014/main" id="{073719D6-418A-49D6-A665-85211A1EB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278"/>
                <a:ext cx="52" cy="206"/>
              </a:xfrm>
              <a:custGeom>
                <a:avLst/>
                <a:gdLst>
                  <a:gd name="T0" fmla="*/ 114 w 35"/>
                  <a:gd name="T1" fmla="*/ 490 h 129"/>
                  <a:gd name="T2" fmla="*/ 114 w 35"/>
                  <a:gd name="T3" fmla="*/ 490 h 129"/>
                  <a:gd name="T4" fmla="*/ 100 w 35"/>
                  <a:gd name="T5" fmla="*/ 517 h 129"/>
                  <a:gd name="T6" fmla="*/ 67 w 35"/>
                  <a:gd name="T7" fmla="*/ 521 h 129"/>
                  <a:gd name="T8" fmla="*/ 42 w 35"/>
                  <a:gd name="T9" fmla="*/ 458 h 129"/>
                  <a:gd name="T10" fmla="*/ 19 w 35"/>
                  <a:gd name="T11" fmla="*/ 219 h 129"/>
                  <a:gd name="T12" fmla="*/ 1 w 35"/>
                  <a:gd name="T13" fmla="*/ 56 h 129"/>
                  <a:gd name="T14" fmla="*/ 15 w 35"/>
                  <a:gd name="T15" fmla="*/ 8 h 129"/>
                  <a:gd name="T16" fmla="*/ 49 w 35"/>
                  <a:gd name="T17" fmla="*/ 0 h 129"/>
                  <a:gd name="T18" fmla="*/ 73 w 35"/>
                  <a:gd name="T19" fmla="*/ 26 h 129"/>
                  <a:gd name="T20" fmla="*/ 100 w 35"/>
                  <a:gd name="T21" fmla="*/ 257 h 129"/>
                  <a:gd name="T22" fmla="*/ 114 w 35"/>
                  <a:gd name="T23" fmla="*/ 490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129">
                    <a:moveTo>
                      <a:pt x="35" y="120"/>
                    </a:moveTo>
                    <a:cubicBezTo>
                      <a:pt x="35" y="120"/>
                      <a:pt x="35" y="120"/>
                      <a:pt x="35" y="120"/>
                    </a:cubicBezTo>
                    <a:cubicBezTo>
                      <a:pt x="35" y="123"/>
                      <a:pt x="35" y="126"/>
                      <a:pt x="30" y="127"/>
                    </a:cubicBezTo>
                    <a:cubicBezTo>
                      <a:pt x="20" y="128"/>
                      <a:pt x="20" y="128"/>
                      <a:pt x="20" y="128"/>
                    </a:cubicBezTo>
                    <a:cubicBezTo>
                      <a:pt x="18" y="129"/>
                      <a:pt x="15" y="129"/>
                      <a:pt x="13" y="113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8"/>
                      <a:pt x="2" y="2"/>
                      <a:pt x="5" y="2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2"/>
                      <a:pt x="22" y="6"/>
                    </a:cubicBezTo>
                    <a:cubicBezTo>
                      <a:pt x="22" y="7"/>
                      <a:pt x="28" y="51"/>
                      <a:pt x="30" y="63"/>
                    </a:cubicBezTo>
                    <a:cubicBezTo>
                      <a:pt x="31" y="75"/>
                      <a:pt x="35" y="120"/>
                      <a:pt x="35" y="1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1" name="Freeform 316">
                <a:extLst>
                  <a:ext uri="{FF2B5EF4-FFF2-40B4-BE49-F238E27FC236}">
                    <a16:creationId xmlns:a16="http://schemas.microsoft.com/office/drawing/2014/main" id="{52420944-D9D4-4267-8B7A-DD208B132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078"/>
                <a:ext cx="98" cy="202"/>
              </a:xfrm>
              <a:custGeom>
                <a:avLst/>
                <a:gdLst>
                  <a:gd name="T0" fmla="*/ 216 w 65"/>
                  <a:gd name="T1" fmla="*/ 463 h 126"/>
                  <a:gd name="T2" fmla="*/ 219 w 65"/>
                  <a:gd name="T3" fmla="*/ 463 h 126"/>
                  <a:gd name="T4" fmla="*/ 210 w 65"/>
                  <a:gd name="T5" fmla="*/ 491 h 126"/>
                  <a:gd name="T6" fmla="*/ 178 w 65"/>
                  <a:gd name="T7" fmla="*/ 507 h 126"/>
                  <a:gd name="T8" fmla="*/ 136 w 65"/>
                  <a:gd name="T9" fmla="*/ 457 h 126"/>
                  <a:gd name="T10" fmla="*/ 62 w 65"/>
                  <a:gd name="T11" fmla="*/ 231 h 126"/>
                  <a:gd name="T12" fmla="*/ 8 w 65"/>
                  <a:gd name="T13" fmla="*/ 74 h 126"/>
                  <a:gd name="T14" fmla="*/ 12 w 65"/>
                  <a:gd name="T15" fmla="*/ 26 h 126"/>
                  <a:gd name="T16" fmla="*/ 41 w 65"/>
                  <a:gd name="T17" fmla="*/ 8 h 126"/>
                  <a:gd name="T18" fmla="*/ 68 w 65"/>
                  <a:gd name="T19" fmla="*/ 21 h 126"/>
                  <a:gd name="T20" fmla="*/ 148 w 65"/>
                  <a:gd name="T21" fmla="*/ 239 h 126"/>
                  <a:gd name="T22" fmla="*/ 216 w 65"/>
                  <a:gd name="T23" fmla="*/ 463 h 1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126">
                    <a:moveTo>
                      <a:pt x="63" y="112"/>
                    </a:moveTo>
                    <a:cubicBezTo>
                      <a:pt x="63" y="112"/>
                      <a:pt x="63" y="112"/>
                      <a:pt x="64" y="112"/>
                    </a:cubicBezTo>
                    <a:cubicBezTo>
                      <a:pt x="65" y="114"/>
                      <a:pt x="65" y="118"/>
                      <a:pt x="61" y="119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49" y="124"/>
                      <a:pt x="46" y="126"/>
                      <a:pt x="40" y="111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3"/>
                      <a:pt x="0" y="7"/>
                      <a:pt x="3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6" y="0"/>
                      <a:pt x="18" y="2"/>
                      <a:pt x="20" y="5"/>
                    </a:cubicBezTo>
                    <a:cubicBezTo>
                      <a:pt x="20" y="6"/>
                      <a:pt x="38" y="46"/>
                      <a:pt x="43" y="58"/>
                    </a:cubicBezTo>
                    <a:cubicBezTo>
                      <a:pt x="48" y="70"/>
                      <a:pt x="63" y="111"/>
                      <a:pt x="63" y="11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2" name="Freeform 317">
                <a:extLst>
                  <a:ext uri="{FF2B5EF4-FFF2-40B4-BE49-F238E27FC236}">
                    <a16:creationId xmlns:a16="http://schemas.microsoft.com/office/drawing/2014/main" id="{D354651D-3BBC-4267-A979-7020021AC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147"/>
                <a:ext cx="19" cy="40"/>
              </a:xfrm>
              <a:custGeom>
                <a:avLst/>
                <a:gdLst>
                  <a:gd name="T0" fmla="*/ 6 w 13"/>
                  <a:gd name="T1" fmla="*/ 5 h 25"/>
                  <a:gd name="T2" fmla="*/ 32 w 13"/>
                  <a:gd name="T3" fmla="*/ 46 h 25"/>
                  <a:gd name="T4" fmla="*/ 38 w 13"/>
                  <a:gd name="T5" fmla="*/ 98 h 25"/>
                  <a:gd name="T6" fmla="*/ 13 w 13"/>
                  <a:gd name="T7" fmla="*/ 56 h 25"/>
                  <a:gd name="T8" fmla="*/ 6 w 13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5">
                    <a:moveTo>
                      <a:pt x="2" y="1"/>
                    </a:moveTo>
                    <a:cubicBezTo>
                      <a:pt x="4" y="0"/>
                      <a:pt x="7" y="5"/>
                      <a:pt x="10" y="11"/>
                    </a:cubicBezTo>
                    <a:cubicBezTo>
                      <a:pt x="13" y="18"/>
                      <a:pt x="13" y="23"/>
                      <a:pt x="12" y="24"/>
                    </a:cubicBezTo>
                    <a:cubicBezTo>
                      <a:pt x="10" y="25"/>
                      <a:pt x="6" y="20"/>
                      <a:pt x="4" y="14"/>
                    </a:cubicBezTo>
                    <a:cubicBezTo>
                      <a:pt x="1" y="8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3" name="Freeform 318">
                <a:extLst>
                  <a:ext uri="{FF2B5EF4-FFF2-40B4-BE49-F238E27FC236}">
                    <a16:creationId xmlns:a16="http://schemas.microsoft.com/office/drawing/2014/main" id="{C21A00C9-E8F8-47E1-9872-A00D861A4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153"/>
                <a:ext cx="19" cy="39"/>
              </a:xfrm>
              <a:custGeom>
                <a:avLst/>
                <a:gdLst>
                  <a:gd name="T0" fmla="*/ 1 w 13"/>
                  <a:gd name="T1" fmla="*/ 0 h 24"/>
                  <a:gd name="T2" fmla="*/ 28 w 13"/>
                  <a:gd name="T3" fmla="*/ 47 h 24"/>
                  <a:gd name="T4" fmla="*/ 34 w 13"/>
                  <a:gd name="T5" fmla="*/ 98 h 24"/>
                  <a:gd name="T6" fmla="*/ 9 w 13"/>
                  <a:gd name="T7" fmla="*/ 55 h 24"/>
                  <a:gd name="T8" fmla="*/ 1 w 13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3" y="0"/>
                      <a:pt x="7" y="4"/>
                      <a:pt x="9" y="11"/>
                    </a:cubicBezTo>
                    <a:cubicBezTo>
                      <a:pt x="12" y="17"/>
                      <a:pt x="13" y="23"/>
                      <a:pt x="11" y="23"/>
                    </a:cubicBezTo>
                    <a:cubicBezTo>
                      <a:pt x="9" y="24"/>
                      <a:pt x="6" y="20"/>
                      <a:pt x="3" y="13"/>
                    </a:cubicBezTo>
                    <a:cubicBezTo>
                      <a:pt x="0" y="7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4" name="Freeform 319">
                <a:extLst>
                  <a:ext uri="{FF2B5EF4-FFF2-40B4-BE49-F238E27FC236}">
                    <a16:creationId xmlns:a16="http://schemas.microsoft.com/office/drawing/2014/main" id="{D773E9B2-D698-42D5-8794-647DD029C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193"/>
                <a:ext cx="48" cy="77"/>
              </a:xfrm>
              <a:custGeom>
                <a:avLst/>
                <a:gdLst>
                  <a:gd name="T0" fmla="*/ 102 w 32"/>
                  <a:gd name="T1" fmla="*/ 186 h 48"/>
                  <a:gd name="T2" fmla="*/ 72 w 32"/>
                  <a:gd name="T3" fmla="*/ 193 h 48"/>
                  <a:gd name="T4" fmla="*/ 53 w 32"/>
                  <a:gd name="T5" fmla="*/ 149 h 48"/>
                  <a:gd name="T6" fmla="*/ 26 w 32"/>
                  <a:gd name="T7" fmla="*/ 69 h 48"/>
                  <a:gd name="T8" fmla="*/ 12 w 32"/>
                  <a:gd name="T9" fmla="*/ 35 h 48"/>
                  <a:gd name="T10" fmla="*/ 0 w 32"/>
                  <a:gd name="T11" fmla="*/ 0 h 48"/>
                  <a:gd name="T12" fmla="*/ 54 w 32"/>
                  <a:gd name="T13" fmla="*/ 144 h 48"/>
                  <a:gd name="T14" fmla="*/ 81 w 32"/>
                  <a:gd name="T15" fmla="*/ 183 h 48"/>
                  <a:gd name="T16" fmla="*/ 108 w 32"/>
                  <a:gd name="T17" fmla="*/ 178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8">
                    <a:moveTo>
                      <a:pt x="30" y="45"/>
                    </a:moveTo>
                    <a:cubicBezTo>
                      <a:pt x="28" y="46"/>
                      <a:pt x="23" y="48"/>
                      <a:pt x="21" y="47"/>
                    </a:cubicBezTo>
                    <a:cubicBezTo>
                      <a:pt x="18" y="45"/>
                      <a:pt x="16" y="39"/>
                      <a:pt x="15" y="36"/>
                    </a:cubicBezTo>
                    <a:cubicBezTo>
                      <a:pt x="12" y="30"/>
                      <a:pt x="9" y="23"/>
                      <a:pt x="7" y="17"/>
                    </a:cubicBezTo>
                    <a:cubicBezTo>
                      <a:pt x="6" y="14"/>
                      <a:pt x="5" y="12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7" y="11"/>
                      <a:pt x="11" y="24"/>
                      <a:pt x="16" y="35"/>
                    </a:cubicBezTo>
                    <a:cubicBezTo>
                      <a:pt x="18" y="39"/>
                      <a:pt x="21" y="43"/>
                      <a:pt x="24" y="44"/>
                    </a:cubicBezTo>
                    <a:cubicBezTo>
                      <a:pt x="27" y="45"/>
                      <a:pt x="29" y="44"/>
                      <a:pt x="32" y="43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5" name="Freeform 320">
                <a:extLst>
                  <a:ext uri="{FF2B5EF4-FFF2-40B4-BE49-F238E27FC236}">
                    <a16:creationId xmlns:a16="http://schemas.microsoft.com/office/drawing/2014/main" id="{90F86968-7EFB-47B1-A3EF-234B66CBF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080"/>
                <a:ext cx="73" cy="133"/>
              </a:xfrm>
              <a:custGeom>
                <a:avLst/>
                <a:gdLst>
                  <a:gd name="T0" fmla="*/ 13 w 49"/>
                  <a:gd name="T1" fmla="*/ 26 h 83"/>
                  <a:gd name="T2" fmla="*/ 46 w 49"/>
                  <a:gd name="T3" fmla="*/ 16 h 83"/>
                  <a:gd name="T4" fmla="*/ 69 w 49"/>
                  <a:gd name="T5" fmla="*/ 74 h 83"/>
                  <a:gd name="T6" fmla="*/ 100 w 49"/>
                  <a:gd name="T7" fmla="*/ 157 h 83"/>
                  <a:gd name="T8" fmla="*/ 162 w 49"/>
                  <a:gd name="T9" fmla="*/ 341 h 83"/>
                  <a:gd name="T10" fmla="*/ 119 w 49"/>
                  <a:gd name="T11" fmla="*/ 218 h 83"/>
                  <a:gd name="T12" fmla="*/ 69 w 49"/>
                  <a:gd name="T13" fmla="*/ 98 h 83"/>
                  <a:gd name="T14" fmla="*/ 0 w 49"/>
                  <a:gd name="T15" fmla="*/ 46 h 83"/>
                  <a:gd name="T16" fmla="*/ 9 w 49"/>
                  <a:gd name="T17" fmla="*/ 26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83">
                    <a:moveTo>
                      <a:pt x="4" y="6"/>
                    </a:moveTo>
                    <a:cubicBezTo>
                      <a:pt x="7" y="4"/>
                      <a:pt x="10" y="0"/>
                      <a:pt x="14" y="4"/>
                    </a:cubicBezTo>
                    <a:cubicBezTo>
                      <a:pt x="17" y="7"/>
                      <a:pt x="19" y="14"/>
                      <a:pt x="21" y="18"/>
                    </a:cubicBezTo>
                    <a:cubicBezTo>
                      <a:pt x="25" y="26"/>
                      <a:pt x="26" y="30"/>
                      <a:pt x="30" y="38"/>
                    </a:cubicBezTo>
                    <a:cubicBezTo>
                      <a:pt x="36" y="51"/>
                      <a:pt x="45" y="69"/>
                      <a:pt x="49" y="83"/>
                    </a:cubicBezTo>
                    <a:cubicBezTo>
                      <a:pt x="45" y="74"/>
                      <a:pt x="40" y="62"/>
                      <a:pt x="36" y="53"/>
                    </a:cubicBezTo>
                    <a:cubicBezTo>
                      <a:pt x="31" y="43"/>
                      <a:pt x="26" y="34"/>
                      <a:pt x="21" y="24"/>
                    </a:cubicBezTo>
                    <a:cubicBezTo>
                      <a:pt x="16" y="14"/>
                      <a:pt x="6" y="3"/>
                      <a:pt x="0" y="11"/>
                    </a:cubicBezTo>
                    <a:cubicBezTo>
                      <a:pt x="0" y="8"/>
                      <a:pt x="2" y="8"/>
                      <a:pt x="3" y="6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6" name="Freeform 321">
                <a:extLst>
                  <a:ext uri="{FF2B5EF4-FFF2-40B4-BE49-F238E27FC236}">
                    <a16:creationId xmlns:a16="http://schemas.microsoft.com/office/drawing/2014/main" id="{78B988BE-D9E9-4BEE-BD51-08BBF9328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153"/>
                <a:ext cx="18" cy="29"/>
              </a:xfrm>
              <a:custGeom>
                <a:avLst/>
                <a:gdLst>
                  <a:gd name="T0" fmla="*/ 5 w 12"/>
                  <a:gd name="T1" fmla="*/ 34 h 18"/>
                  <a:gd name="T2" fmla="*/ 8 w 12"/>
                  <a:gd name="T3" fmla="*/ 13 h 18"/>
                  <a:gd name="T4" fmla="*/ 35 w 12"/>
                  <a:gd name="T5" fmla="*/ 55 h 18"/>
                  <a:gd name="T6" fmla="*/ 41 w 12"/>
                  <a:gd name="T7" fmla="*/ 76 h 18"/>
                  <a:gd name="T8" fmla="*/ 32 w 12"/>
                  <a:gd name="T9" fmla="*/ 47 h 18"/>
                  <a:gd name="T10" fmla="*/ 5 w 12"/>
                  <a:gd name="T11" fmla="*/ 0 h 18"/>
                  <a:gd name="T12" fmla="*/ 5 w 12"/>
                  <a:gd name="T13" fmla="*/ 3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1" y="8"/>
                    </a:moveTo>
                    <a:cubicBezTo>
                      <a:pt x="1" y="5"/>
                      <a:pt x="1" y="3"/>
                      <a:pt x="2" y="3"/>
                    </a:cubicBezTo>
                    <a:cubicBezTo>
                      <a:pt x="4" y="2"/>
                      <a:pt x="7" y="6"/>
                      <a:pt x="10" y="13"/>
                    </a:cubicBezTo>
                    <a:cubicBezTo>
                      <a:pt x="11" y="15"/>
                      <a:pt x="11" y="17"/>
                      <a:pt x="12" y="18"/>
                    </a:cubicBezTo>
                    <a:cubicBezTo>
                      <a:pt x="11" y="16"/>
                      <a:pt x="11" y="13"/>
                      <a:pt x="9" y="11"/>
                    </a:cubicBezTo>
                    <a:cubicBezTo>
                      <a:pt x="7" y="4"/>
                      <a:pt x="3" y="0"/>
                      <a:pt x="1" y="0"/>
                    </a:cubicBezTo>
                    <a:cubicBezTo>
                      <a:pt x="0" y="1"/>
                      <a:pt x="0" y="4"/>
                      <a:pt x="1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7" name="Freeform 322">
                <a:extLst>
                  <a:ext uri="{FF2B5EF4-FFF2-40B4-BE49-F238E27FC236}">
                    <a16:creationId xmlns:a16="http://schemas.microsoft.com/office/drawing/2014/main" id="{35F25D55-D6B2-41F6-B015-BDEE63265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161"/>
                <a:ext cx="15" cy="28"/>
              </a:xfrm>
              <a:custGeom>
                <a:avLst/>
                <a:gdLst>
                  <a:gd name="T0" fmla="*/ 32 w 10"/>
                  <a:gd name="T1" fmla="*/ 68 h 17"/>
                  <a:gd name="T2" fmla="*/ 8 w 10"/>
                  <a:gd name="T3" fmla="*/ 26 h 17"/>
                  <a:gd name="T4" fmla="*/ 0 w 10"/>
                  <a:gd name="T5" fmla="*/ 0 h 17"/>
                  <a:gd name="T6" fmla="*/ 12 w 10"/>
                  <a:gd name="T7" fmla="*/ 35 h 17"/>
                  <a:gd name="T8" fmla="*/ 32 w 10"/>
                  <a:gd name="T9" fmla="*/ 71 h 17"/>
                  <a:gd name="T10" fmla="*/ 35 w 10"/>
                  <a:gd name="T11" fmla="*/ 54 h 17"/>
                  <a:gd name="T12" fmla="*/ 32 w 10"/>
                  <a:gd name="T13" fmla="*/ 6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9" y="15"/>
                    </a:moveTo>
                    <a:cubicBezTo>
                      <a:pt x="7" y="16"/>
                      <a:pt x="4" y="11"/>
                      <a:pt x="2" y="6"/>
                    </a:cubicBezTo>
                    <a:cubicBezTo>
                      <a:pt x="1" y="4"/>
                      <a:pt x="1" y="1"/>
                      <a:pt x="0" y="0"/>
                    </a:cubicBezTo>
                    <a:cubicBezTo>
                      <a:pt x="0" y="2"/>
                      <a:pt x="1" y="5"/>
                      <a:pt x="3" y="8"/>
                    </a:cubicBezTo>
                    <a:cubicBezTo>
                      <a:pt x="5" y="13"/>
                      <a:pt x="8" y="17"/>
                      <a:pt x="9" y="16"/>
                    </a:cubicBezTo>
                    <a:cubicBezTo>
                      <a:pt x="10" y="16"/>
                      <a:pt x="10" y="14"/>
                      <a:pt x="10" y="12"/>
                    </a:cubicBezTo>
                    <a:cubicBezTo>
                      <a:pt x="10" y="13"/>
                      <a:pt x="10" y="15"/>
                      <a:pt x="9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8" name="Freeform 323">
                <a:extLst>
                  <a:ext uri="{FF2B5EF4-FFF2-40B4-BE49-F238E27FC236}">
                    <a16:creationId xmlns:a16="http://schemas.microsoft.com/office/drawing/2014/main" id="{ADA2D4D1-B9A0-4F5F-9EEE-08F77041C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078"/>
                <a:ext cx="98" cy="202"/>
              </a:xfrm>
              <a:custGeom>
                <a:avLst/>
                <a:gdLst>
                  <a:gd name="T0" fmla="*/ 216 w 65"/>
                  <a:gd name="T1" fmla="*/ 463 h 126"/>
                  <a:gd name="T2" fmla="*/ 219 w 65"/>
                  <a:gd name="T3" fmla="*/ 463 h 126"/>
                  <a:gd name="T4" fmla="*/ 210 w 65"/>
                  <a:gd name="T5" fmla="*/ 491 h 126"/>
                  <a:gd name="T6" fmla="*/ 178 w 65"/>
                  <a:gd name="T7" fmla="*/ 507 h 126"/>
                  <a:gd name="T8" fmla="*/ 136 w 65"/>
                  <a:gd name="T9" fmla="*/ 457 h 126"/>
                  <a:gd name="T10" fmla="*/ 62 w 65"/>
                  <a:gd name="T11" fmla="*/ 231 h 126"/>
                  <a:gd name="T12" fmla="*/ 8 w 65"/>
                  <a:gd name="T13" fmla="*/ 74 h 126"/>
                  <a:gd name="T14" fmla="*/ 12 w 65"/>
                  <a:gd name="T15" fmla="*/ 26 h 126"/>
                  <a:gd name="T16" fmla="*/ 41 w 65"/>
                  <a:gd name="T17" fmla="*/ 8 h 126"/>
                  <a:gd name="T18" fmla="*/ 68 w 65"/>
                  <a:gd name="T19" fmla="*/ 21 h 126"/>
                  <a:gd name="T20" fmla="*/ 148 w 65"/>
                  <a:gd name="T21" fmla="*/ 239 h 126"/>
                  <a:gd name="T22" fmla="*/ 216 w 65"/>
                  <a:gd name="T23" fmla="*/ 463 h 1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126">
                    <a:moveTo>
                      <a:pt x="63" y="112"/>
                    </a:moveTo>
                    <a:cubicBezTo>
                      <a:pt x="63" y="112"/>
                      <a:pt x="63" y="112"/>
                      <a:pt x="64" y="112"/>
                    </a:cubicBezTo>
                    <a:cubicBezTo>
                      <a:pt x="65" y="114"/>
                      <a:pt x="65" y="118"/>
                      <a:pt x="61" y="119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49" y="124"/>
                      <a:pt x="46" y="126"/>
                      <a:pt x="40" y="111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3"/>
                      <a:pt x="0" y="7"/>
                      <a:pt x="3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6" y="0"/>
                      <a:pt x="18" y="2"/>
                      <a:pt x="20" y="5"/>
                    </a:cubicBezTo>
                    <a:cubicBezTo>
                      <a:pt x="20" y="6"/>
                      <a:pt x="38" y="46"/>
                      <a:pt x="43" y="58"/>
                    </a:cubicBezTo>
                    <a:cubicBezTo>
                      <a:pt x="48" y="70"/>
                      <a:pt x="63" y="111"/>
                      <a:pt x="63" y="1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9" name="Freeform 324">
                <a:extLst>
                  <a:ext uri="{FF2B5EF4-FFF2-40B4-BE49-F238E27FC236}">
                    <a16:creationId xmlns:a16="http://schemas.microsoft.com/office/drawing/2014/main" id="{D2BFAC2C-07D7-4166-8235-9FBFEFA1D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886"/>
                <a:ext cx="110" cy="195"/>
              </a:xfrm>
              <a:custGeom>
                <a:avLst/>
                <a:gdLst>
                  <a:gd name="T0" fmla="*/ 243 w 73"/>
                  <a:gd name="T1" fmla="*/ 436 h 122"/>
                  <a:gd name="T2" fmla="*/ 243 w 73"/>
                  <a:gd name="T3" fmla="*/ 436 h 122"/>
                  <a:gd name="T4" fmla="*/ 237 w 73"/>
                  <a:gd name="T5" fmla="*/ 470 h 122"/>
                  <a:gd name="T6" fmla="*/ 205 w 73"/>
                  <a:gd name="T7" fmla="*/ 491 h 122"/>
                  <a:gd name="T8" fmla="*/ 161 w 73"/>
                  <a:gd name="T9" fmla="*/ 443 h 122"/>
                  <a:gd name="T10" fmla="*/ 75 w 73"/>
                  <a:gd name="T11" fmla="*/ 225 h 122"/>
                  <a:gd name="T12" fmla="*/ 12 w 73"/>
                  <a:gd name="T13" fmla="*/ 77 h 122"/>
                  <a:gd name="T14" fmla="*/ 12 w 73"/>
                  <a:gd name="T15" fmla="*/ 26 h 122"/>
                  <a:gd name="T16" fmla="*/ 41 w 73"/>
                  <a:gd name="T17" fmla="*/ 5 h 122"/>
                  <a:gd name="T18" fmla="*/ 68 w 73"/>
                  <a:gd name="T19" fmla="*/ 21 h 122"/>
                  <a:gd name="T20" fmla="*/ 161 w 73"/>
                  <a:gd name="T21" fmla="*/ 225 h 122"/>
                  <a:gd name="T22" fmla="*/ 243 w 73"/>
                  <a:gd name="T23" fmla="*/ 436 h 1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122">
                    <a:moveTo>
                      <a:pt x="71" y="107"/>
                    </a:moveTo>
                    <a:cubicBezTo>
                      <a:pt x="71" y="107"/>
                      <a:pt x="71" y="107"/>
                      <a:pt x="71" y="107"/>
                    </a:cubicBezTo>
                    <a:cubicBezTo>
                      <a:pt x="72" y="110"/>
                      <a:pt x="73" y="113"/>
                      <a:pt x="69" y="115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57" y="121"/>
                      <a:pt x="55" y="122"/>
                      <a:pt x="47" y="108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3"/>
                      <a:pt x="0" y="7"/>
                      <a:pt x="3" y="6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5" y="0"/>
                      <a:pt x="18" y="1"/>
                      <a:pt x="20" y="5"/>
                    </a:cubicBezTo>
                    <a:cubicBezTo>
                      <a:pt x="20" y="5"/>
                      <a:pt x="41" y="44"/>
                      <a:pt x="47" y="55"/>
                    </a:cubicBezTo>
                    <a:cubicBezTo>
                      <a:pt x="52" y="67"/>
                      <a:pt x="71" y="107"/>
                      <a:pt x="71" y="10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0" name="Freeform 325">
                <a:extLst>
                  <a:ext uri="{FF2B5EF4-FFF2-40B4-BE49-F238E27FC236}">
                    <a16:creationId xmlns:a16="http://schemas.microsoft.com/office/drawing/2014/main" id="{AD688ADB-42F7-48DD-9279-6FEB5608A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954"/>
                <a:ext cx="23" cy="38"/>
              </a:xfrm>
              <a:custGeom>
                <a:avLst/>
                <a:gdLst>
                  <a:gd name="T0" fmla="*/ 8 w 15"/>
                  <a:gd name="T1" fmla="*/ 5 h 24"/>
                  <a:gd name="T2" fmla="*/ 35 w 15"/>
                  <a:gd name="T3" fmla="*/ 40 h 24"/>
                  <a:gd name="T4" fmla="*/ 48 w 15"/>
                  <a:gd name="T5" fmla="*/ 90 h 24"/>
                  <a:gd name="T6" fmla="*/ 14 w 15"/>
                  <a:gd name="T7" fmla="*/ 52 h 24"/>
                  <a:gd name="T8" fmla="*/ 8 w 15"/>
                  <a:gd name="T9" fmla="*/ 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2" y="1"/>
                    </a:moveTo>
                    <a:cubicBezTo>
                      <a:pt x="3" y="0"/>
                      <a:pt x="7" y="4"/>
                      <a:pt x="10" y="10"/>
                    </a:cubicBezTo>
                    <a:cubicBezTo>
                      <a:pt x="13" y="16"/>
                      <a:pt x="15" y="22"/>
                      <a:pt x="13" y="23"/>
                    </a:cubicBezTo>
                    <a:cubicBezTo>
                      <a:pt x="11" y="24"/>
                      <a:pt x="7" y="20"/>
                      <a:pt x="4" y="13"/>
                    </a:cubicBezTo>
                    <a:cubicBezTo>
                      <a:pt x="1" y="7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1" name="Freeform 326">
                <a:extLst>
                  <a:ext uri="{FF2B5EF4-FFF2-40B4-BE49-F238E27FC236}">
                    <a16:creationId xmlns:a16="http://schemas.microsoft.com/office/drawing/2014/main" id="{484FC971-37FF-43E6-BCDB-44929E118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958"/>
                <a:ext cx="21" cy="39"/>
              </a:xfrm>
              <a:custGeom>
                <a:avLst/>
                <a:gdLst>
                  <a:gd name="T0" fmla="*/ 5 w 14"/>
                  <a:gd name="T1" fmla="*/ 5 h 24"/>
                  <a:gd name="T2" fmla="*/ 35 w 14"/>
                  <a:gd name="T3" fmla="*/ 47 h 24"/>
                  <a:gd name="T4" fmla="*/ 41 w 14"/>
                  <a:gd name="T5" fmla="*/ 98 h 24"/>
                  <a:gd name="T6" fmla="*/ 14 w 14"/>
                  <a:gd name="T7" fmla="*/ 60 h 24"/>
                  <a:gd name="T8" fmla="*/ 5 w 14"/>
                  <a:gd name="T9" fmla="*/ 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1" y="1"/>
                    </a:moveTo>
                    <a:cubicBezTo>
                      <a:pt x="3" y="0"/>
                      <a:pt x="7" y="4"/>
                      <a:pt x="10" y="11"/>
                    </a:cubicBezTo>
                    <a:cubicBezTo>
                      <a:pt x="13" y="17"/>
                      <a:pt x="14" y="22"/>
                      <a:pt x="12" y="23"/>
                    </a:cubicBezTo>
                    <a:cubicBezTo>
                      <a:pt x="11" y="24"/>
                      <a:pt x="7" y="20"/>
                      <a:pt x="4" y="14"/>
                    </a:cubicBezTo>
                    <a:cubicBezTo>
                      <a:pt x="1" y="8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2" name="Freeform 327">
                <a:extLst>
                  <a:ext uri="{FF2B5EF4-FFF2-40B4-BE49-F238E27FC236}">
                    <a16:creationId xmlns:a16="http://schemas.microsoft.com/office/drawing/2014/main" id="{3F8A8FFF-B0D8-4503-9060-FE49A2291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888"/>
                <a:ext cx="81" cy="126"/>
              </a:xfrm>
              <a:custGeom>
                <a:avLst/>
                <a:gdLst>
                  <a:gd name="T0" fmla="*/ 14 w 54"/>
                  <a:gd name="T1" fmla="*/ 26 h 79"/>
                  <a:gd name="T2" fmla="*/ 48 w 54"/>
                  <a:gd name="T3" fmla="*/ 13 h 79"/>
                  <a:gd name="T4" fmla="*/ 75 w 54"/>
                  <a:gd name="T5" fmla="*/ 69 h 79"/>
                  <a:gd name="T6" fmla="*/ 113 w 54"/>
                  <a:gd name="T7" fmla="*/ 145 h 79"/>
                  <a:gd name="T8" fmla="*/ 183 w 54"/>
                  <a:gd name="T9" fmla="*/ 321 h 79"/>
                  <a:gd name="T10" fmla="*/ 134 w 54"/>
                  <a:gd name="T11" fmla="*/ 206 h 79"/>
                  <a:gd name="T12" fmla="*/ 75 w 54"/>
                  <a:gd name="T13" fmla="*/ 89 h 79"/>
                  <a:gd name="T14" fmla="*/ 5 w 54"/>
                  <a:gd name="T15" fmla="*/ 46 h 79"/>
                  <a:gd name="T16" fmla="*/ 12 w 54"/>
                  <a:gd name="T17" fmla="*/ 26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79">
                    <a:moveTo>
                      <a:pt x="4" y="6"/>
                    </a:moveTo>
                    <a:cubicBezTo>
                      <a:pt x="7" y="4"/>
                      <a:pt x="10" y="0"/>
                      <a:pt x="14" y="3"/>
                    </a:cubicBezTo>
                    <a:cubicBezTo>
                      <a:pt x="17" y="6"/>
                      <a:pt x="20" y="13"/>
                      <a:pt x="22" y="17"/>
                    </a:cubicBezTo>
                    <a:cubicBezTo>
                      <a:pt x="26" y="25"/>
                      <a:pt x="28" y="28"/>
                      <a:pt x="33" y="36"/>
                    </a:cubicBezTo>
                    <a:cubicBezTo>
                      <a:pt x="39" y="49"/>
                      <a:pt x="49" y="66"/>
                      <a:pt x="54" y="79"/>
                    </a:cubicBezTo>
                    <a:cubicBezTo>
                      <a:pt x="50" y="71"/>
                      <a:pt x="44" y="60"/>
                      <a:pt x="39" y="51"/>
                    </a:cubicBezTo>
                    <a:cubicBezTo>
                      <a:pt x="34" y="41"/>
                      <a:pt x="28" y="32"/>
                      <a:pt x="22" y="22"/>
                    </a:cubicBezTo>
                    <a:cubicBezTo>
                      <a:pt x="17" y="13"/>
                      <a:pt x="6" y="3"/>
                      <a:pt x="1" y="11"/>
                    </a:cubicBezTo>
                    <a:cubicBezTo>
                      <a:pt x="0" y="8"/>
                      <a:pt x="2" y="8"/>
                      <a:pt x="3" y="6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3" name="Freeform 328">
                <a:extLst>
                  <a:ext uri="{FF2B5EF4-FFF2-40B4-BE49-F238E27FC236}">
                    <a16:creationId xmlns:a16="http://schemas.microsoft.com/office/drawing/2014/main" id="{CEDD5DFF-37E8-4F04-9462-274188062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958"/>
                <a:ext cx="20" cy="29"/>
              </a:xfrm>
              <a:custGeom>
                <a:avLst/>
                <a:gdLst>
                  <a:gd name="T0" fmla="*/ 8 w 13"/>
                  <a:gd name="T1" fmla="*/ 34 h 18"/>
                  <a:gd name="T2" fmla="*/ 8 w 13"/>
                  <a:gd name="T3" fmla="*/ 13 h 18"/>
                  <a:gd name="T4" fmla="*/ 40 w 13"/>
                  <a:gd name="T5" fmla="*/ 55 h 18"/>
                  <a:gd name="T6" fmla="*/ 48 w 13"/>
                  <a:gd name="T7" fmla="*/ 76 h 18"/>
                  <a:gd name="T8" fmla="*/ 35 w 13"/>
                  <a:gd name="T9" fmla="*/ 42 h 18"/>
                  <a:gd name="T10" fmla="*/ 5 w 13"/>
                  <a:gd name="T11" fmla="*/ 5 h 18"/>
                  <a:gd name="T12" fmla="*/ 8 w 13"/>
                  <a:gd name="T13" fmla="*/ 3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2" y="8"/>
                    </a:moveTo>
                    <a:cubicBezTo>
                      <a:pt x="1" y="6"/>
                      <a:pt x="1" y="4"/>
                      <a:pt x="2" y="3"/>
                    </a:cubicBezTo>
                    <a:cubicBezTo>
                      <a:pt x="4" y="2"/>
                      <a:pt x="8" y="7"/>
                      <a:pt x="11" y="13"/>
                    </a:cubicBezTo>
                    <a:cubicBezTo>
                      <a:pt x="12" y="15"/>
                      <a:pt x="12" y="16"/>
                      <a:pt x="13" y="18"/>
                    </a:cubicBezTo>
                    <a:cubicBezTo>
                      <a:pt x="12" y="16"/>
                      <a:pt x="11" y="13"/>
                      <a:pt x="10" y="10"/>
                    </a:cubicBezTo>
                    <a:cubicBezTo>
                      <a:pt x="7" y="4"/>
                      <a:pt x="3" y="0"/>
                      <a:pt x="1" y="1"/>
                    </a:cubicBezTo>
                    <a:cubicBezTo>
                      <a:pt x="0" y="2"/>
                      <a:pt x="0" y="4"/>
                      <a:pt x="2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4" name="Freeform 329">
                <a:extLst>
                  <a:ext uri="{FF2B5EF4-FFF2-40B4-BE49-F238E27FC236}">
                    <a16:creationId xmlns:a16="http://schemas.microsoft.com/office/drawing/2014/main" id="{05904135-A307-4BAC-B70C-B408CEEE9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966"/>
                <a:ext cx="15" cy="28"/>
              </a:xfrm>
              <a:custGeom>
                <a:avLst/>
                <a:gdLst>
                  <a:gd name="T0" fmla="*/ 32 w 10"/>
                  <a:gd name="T1" fmla="*/ 68 h 17"/>
                  <a:gd name="T2" fmla="*/ 8 w 10"/>
                  <a:gd name="T3" fmla="*/ 33 h 17"/>
                  <a:gd name="T4" fmla="*/ 0 w 10"/>
                  <a:gd name="T5" fmla="*/ 0 h 17"/>
                  <a:gd name="T6" fmla="*/ 8 w 10"/>
                  <a:gd name="T7" fmla="*/ 41 h 17"/>
                  <a:gd name="T8" fmla="*/ 32 w 10"/>
                  <a:gd name="T9" fmla="*/ 71 h 17"/>
                  <a:gd name="T10" fmla="*/ 35 w 10"/>
                  <a:gd name="T11" fmla="*/ 54 h 17"/>
                  <a:gd name="T12" fmla="*/ 32 w 10"/>
                  <a:gd name="T13" fmla="*/ 6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9" y="15"/>
                    </a:moveTo>
                    <a:cubicBezTo>
                      <a:pt x="8" y="16"/>
                      <a:pt x="4" y="11"/>
                      <a:pt x="2" y="7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2"/>
                      <a:pt x="1" y="5"/>
                      <a:pt x="2" y="9"/>
                    </a:cubicBezTo>
                    <a:cubicBezTo>
                      <a:pt x="5" y="13"/>
                      <a:pt x="8" y="17"/>
                      <a:pt x="9" y="16"/>
                    </a:cubicBezTo>
                    <a:cubicBezTo>
                      <a:pt x="10" y="16"/>
                      <a:pt x="10" y="14"/>
                      <a:pt x="10" y="12"/>
                    </a:cubicBezTo>
                    <a:cubicBezTo>
                      <a:pt x="10" y="13"/>
                      <a:pt x="10" y="14"/>
                      <a:pt x="9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5" name="Freeform 330">
                <a:extLst>
                  <a:ext uri="{FF2B5EF4-FFF2-40B4-BE49-F238E27FC236}">
                    <a16:creationId xmlns:a16="http://schemas.microsoft.com/office/drawing/2014/main" id="{D0CA6C40-5B07-41BD-97FF-2F9447369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886"/>
                <a:ext cx="110" cy="195"/>
              </a:xfrm>
              <a:custGeom>
                <a:avLst/>
                <a:gdLst>
                  <a:gd name="T0" fmla="*/ 243 w 73"/>
                  <a:gd name="T1" fmla="*/ 436 h 122"/>
                  <a:gd name="T2" fmla="*/ 243 w 73"/>
                  <a:gd name="T3" fmla="*/ 436 h 122"/>
                  <a:gd name="T4" fmla="*/ 237 w 73"/>
                  <a:gd name="T5" fmla="*/ 470 h 122"/>
                  <a:gd name="T6" fmla="*/ 205 w 73"/>
                  <a:gd name="T7" fmla="*/ 491 h 122"/>
                  <a:gd name="T8" fmla="*/ 161 w 73"/>
                  <a:gd name="T9" fmla="*/ 443 h 122"/>
                  <a:gd name="T10" fmla="*/ 75 w 73"/>
                  <a:gd name="T11" fmla="*/ 225 h 122"/>
                  <a:gd name="T12" fmla="*/ 12 w 73"/>
                  <a:gd name="T13" fmla="*/ 77 h 122"/>
                  <a:gd name="T14" fmla="*/ 12 w 73"/>
                  <a:gd name="T15" fmla="*/ 26 h 122"/>
                  <a:gd name="T16" fmla="*/ 41 w 73"/>
                  <a:gd name="T17" fmla="*/ 5 h 122"/>
                  <a:gd name="T18" fmla="*/ 68 w 73"/>
                  <a:gd name="T19" fmla="*/ 21 h 122"/>
                  <a:gd name="T20" fmla="*/ 161 w 73"/>
                  <a:gd name="T21" fmla="*/ 225 h 122"/>
                  <a:gd name="T22" fmla="*/ 243 w 73"/>
                  <a:gd name="T23" fmla="*/ 436 h 1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122">
                    <a:moveTo>
                      <a:pt x="71" y="107"/>
                    </a:moveTo>
                    <a:cubicBezTo>
                      <a:pt x="71" y="107"/>
                      <a:pt x="71" y="107"/>
                      <a:pt x="71" y="107"/>
                    </a:cubicBezTo>
                    <a:cubicBezTo>
                      <a:pt x="72" y="110"/>
                      <a:pt x="73" y="113"/>
                      <a:pt x="69" y="115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57" y="121"/>
                      <a:pt x="55" y="122"/>
                      <a:pt x="47" y="108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3"/>
                      <a:pt x="0" y="7"/>
                      <a:pt x="3" y="6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5" y="0"/>
                      <a:pt x="18" y="1"/>
                      <a:pt x="20" y="5"/>
                    </a:cubicBezTo>
                    <a:cubicBezTo>
                      <a:pt x="20" y="5"/>
                      <a:pt x="41" y="44"/>
                      <a:pt x="47" y="55"/>
                    </a:cubicBezTo>
                    <a:cubicBezTo>
                      <a:pt x="52" y="67"/>
                      <a:pt x="71" y="107"/>
                      <a:pt x="71" y="10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6" name="Freeform 331">
                <a:extLst>
                  <a:ext uri="{FF2B5EF4-FFF2-40B4-BE49-F238E27FC236}">
                    <a16:creationId xmlns:a16="http://schemas.microsoft.com/office/drawing/2014/main" id="{40756001-2E74-4903-AB64-44CE6A1F5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746"/>
                <a:ext cx="115" cy="145"/>
              </a:xfrm>
              <a:custGeom>
                <a:avLst/>
                <a:gdLst>
                  <a:gd name="T0" fmla="*/ 248 w 77"/>
                  <a:gd name="T1" fmla="*/ 300 h 91"/>
                  <a:gd name="T2" fmla="*/ 143 w 77"/>
                  <a:gd name="T3" fmla="*/ 104 h 91"/>
                  <a:gd name="T4" fmla="*/ 82 w 77"/>
                  <a:gd name="T5" fmla="*/ 0 h 91"/>
                  <a:gd name="T6" fmla="*/ 0 w 77"/>
                  <a:gd name="T7" fmla="*/ 8 h 91"/>
                  <a:gd name="T8" fmla="*/ 60 w 77"/>
                  <a:gd name="T9" fmla="*/ 116 h 91"/>
                  <a:gd name="T10" fmla="*/ 170 w 77"/>
                  <a:gd name="T11" fmla="*/ 315 h 91"/>
                  <a:gd name="T12" fmla="*/ 214 w 77"/>
                  <a:gd name="T13" fmla="*/ 355 h 91"/>
                  <a:gd name="T14" fmla="*/ 243 w 77"/>
                  <a:gd name="T15" fmla="*/ 335 h 91"/>
                  <a:gd name="T16" fmla="*/ 248 w 77"/>
                  <a:gd name="T17" fmla="*/ 300 h 91"/>
                  <a:gd name="T18" fmla="*/ 248 w 77"/>
                  <a:gd name="T19" fmla="*/ 300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91">
                    <a:moveTo>
                      <a:pt x="74" y="74"/>
                    </a:moveTo>
                    <a:cubicBezTo>
                      <a:pt x="73" y="74"/>
                      <a:pt x="50" y="36"/>
                      <a:pt x="43" y="26"/>
                    </a:cubicBezTo>
                    <a:cubicBezTo>
                      <a:pt x="40" y="21"/>
                      <a:pt x="33" y="10"/>
                      <a:pt x="25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60" y="91"/>
                      <a:pt x="62" y="90"/>
                      <a:pt x="64" y="88"/>
                    </a:cubicBezTo>
                    <a:cubicBezTo>
                      <a:pt x="73" y="83"/>
                      <a:pt x="73" y="83"/>
                      <a:pt x="73" y="83"/>
                    </a:cubicBezTo>
                    <a:cubicBezTo>
                      <a:pt x="77" y="80"/>
                      <a:pt x="75" y="77"/>
                      <a:pt x="74" y="74"/>
                    </a:cubicBezTo>
                    <a:cubicBezTo>
                      <a:pt x="74" y="74"/>
                      <a:pt x="74" y="74"/>
                      <a:pt x="74" y="74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7" name="Freeform 332">
                <a:extLst>
                  <a:ext uri="{FF2B5EF4-FFF2-40B4-BE49-F238E27FC236}">
                    <a16:creationId xmlns:a16="http://schemas.microsoft.com/office/drawing/2014/main" id="{62A35DA8-82E8-47AD-A736-BE13F3892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1768"/>
                <a:ext cx="26" cy="37"/>
              </a:xfrm>
              <a:custGeom>
                <a:avLst/>
                <a:gdLst>
                  <a:gd name="T0" fmla="*/ 8 w 17"/>
                  <a:gd name="T1" fmla="*/ 5 h 23"/>
                  <a:gd name="T2" fmla="*/ 43 w 17"/>
                  <a:gd name="T3" fmla="*/ 42 h 23"/>
                  <a:gd name="T4" fmla="*/ 57 w 17"/>
                  <a:gd name="T5" fmla="*/ 90 h 23"/>
                  <a:gd name="T6" fmla="*/ 21 w 17"/>
                  <a:gd name="T7" fmla="*/ 60 h 23"/>
                  <a:gd name="T8" fmla="*/ 8 w 17"/>
                  <a:gd name="T9" fmla="*/ 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2" y="1"/>
                    </a:moveTo>
                    <a:cubicBezTo>
                      <a:pt x="4" y="0"/>
                      <a:pt x="8" y="4"/>
                      <a:pt x="12" y="10"/>
                    </a:cubicBezTo>
                    <a:cubicBezTo>
                      <a:pt x="16" y="15"/>
                      <a:pt x="17" y="21"/>
                      <a:pt x="16" y="22"/>
                    </a:cubicBezTo>
                    <a:cubicBezTo>
                      <a:pt x="14" y="23"/>
                      <a:pt x="10" y="19"/>
                      <a:pt x="6" y="14"/>
                    </a:cubicBezTo>
                    <a:cubicBezTo>
                      <a:pt x="2" y="8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8" name="Freeform 333">
                <a:extLst>
                  <a:ext uri="{FF2B5EF4-FFF2-40B4-BE49-F238E27FC236}">
                    <a16:creationId xmlns:a16="http://schemas.microsoft.com/office/drawing/2014/main" id="{AEBC9FC3-17D9-4D05-8146-80096CFF7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1775"/>
                <a:ext cx="26" cy="36"/>
              </a:xfrm>
              <a:custGeom>
                <a:avLst/>
                <a:gdLst>
                  <a:gd name="T0" fmla="*/ 8 w 17"/>
                  <a:gd name="T1" fmla="*/ 5 h 23"/>
                  <a:gd name="T2" fmla="*/ 43 w 17"/>
                  <a:gd name="T3" fmla="*/ 34 h 23"/>
                  <a:gd name="T4" fmla="*/ 57 w 17"/>
                  <a:gd name="T5" fmla="*/ 81 h 23"/>
                  <a:gd name="T6" fmla="*/ 21 w 17"/>
                  <a:gd name="T7" fmla="*/ 49 h 23"/>
                  <a:gd name="T8" fmla="*/ 8 w 17"/>
                  <a:gd name="T9" fmla="*/ 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2" y="1"/>
                    </a:moveTo>
                    <a:cubicBezTo>
                      <a:pt x="4" y="0"/>
                      <a:pt x="8" y="3"/>
                      <a:pt x="12" y="9"/>
                    </a:cubicBezTo>
                    <a:cubicBezTo>
                      <a:pt x="16" y="15"/>
                      <a:pt x="17" y="20"/>
                      <a:pt x="16" y="21"/>
                    </a:cubicBezTo>
                    <a:cubicBezTo>
                      <a:pt x="14" y="23"/>
                      <a:pt x="10" y="19"/>
                      <a:pt x="6" y="13"/>
                    </a:cubicBezTo>
                    <a:cubicBezTo>
                      <a:pt x="2" y="7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9" name="Freeform 334">
                <a:extLst>
                  <a:ext uri="{FF2B5EF4-FFF2-40B4-BE49-F238E27FC236}">
                    <a16:creationId xmlns:a16="http://schemas.microsoft.com/office/drawing/2014/main" id="{8FF55441-B5F1-467D-A919-27C4A255F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814"/>
                <a:ext cx="60" cy="68"/>
              </a:xfrm>
              <a:custGeom>
                <a:avLst/>
                <a:gdLst>
                  <a:gd name="T0" fmla="*/ 129 w 40"/>
                  <a:gd name="T1" fmla="*/ 162 h 42"/>
                  <a:gd name="T2" fmla="*/ 102 w 40"/>
                  <a:gd name="T3" fmla="*/ 173 h 42"/>
                  <a:gd name="T4" fmla="*/ 72 w 40"/>
                  <a:gd name="T5" fmla="*/ 136 h 42"/>
                  <a:gd name="T6" fmla="*/ 35 w 40"/>
                  <a:gd name="T7" fmla="*/ 63 h 42"/>
                  <a:gd name="T8" fmla="*/ 18 w 40"/>
                  <a:gd name="T9" fmla="*/ 34 h 42"/>
                  <a:gd name="T10" fmla="*/ 0 w 40"/>
                  <a:gd name="T11" fmla="*/ 0 h 42"/>
                  <a:gd name="T12" fmla="*/ 80 w 40"/>
                  <a:gd name="T13" fmla="*/ 131 h 42"/>
                  <a:gd name="T14" fmla="*/ 108 w 40"/>
                  <a:gd name="T15" fmla="*/ 162 h 42"/>
                  <a:gd name="T16" fmla="*/ 135 w 40"/>
                  <a:gd name="T17" fmla="*/ 152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42">
                    <a:moveTo>
                      <a:pt x="38" y="38"/>
                    </a:moveTo>
                    <a:cubicBezTo>
                      <a:pt x="36" y="39"/>
                      <a:pt x="33" y="42"/>
                      <a:pt x="30" y="41"/>
                    </a:cubicBezTo>
                    <a:cubicBezTo>
                      <a:pt x="27" y="40"/>
                      <a:pt x="23" y="35"/>
                      <a:pt x="21" y="32"/>
                    </a:cubicBezTo>
                    <a:cubicBezTo>
                      <a:pt x="18" y="27"/>
                      <a:pt x="14" y="21"/>
                      <a:pt x="10" y="15"/>
                    </a:cubicBezTo>
                    <a:cubicBezTo>
                      <a:pt x="9" y="13"/>
                      <a:pt x="7" y="10"/>
                      <a:pt x="5" y="8"/>
                    </a:cubicBezTo>
                    <a:cubicBezTo>
                      <a:pt x="4" y="5"/>
                      <a:pt x="1" y="3"/>
                      <a:pt x="0" y="0"/>
                    </a:cubicBezTo>
                    <a:cubicBezTo>
                      <a:pt x="9" y="9"/>
                      <a:pt x="15" y="21"/>
                      <a:pt x="23" y="31"/>
                    </a:cubicBezTo>
                    <a:cubicBezTo>
                      <a:pt x="26" y="35"/>
                      <a:pt x="29" y="38"/>
                      <a:pt x="32" y="38"/>
                    </a:cubicBezTo>
                    <a:cubicBezTo>
                      <a:pt x="35" y="38"/>
                      <a:pt x="38" y="37"/>
                      <a:pt x="40" y="36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0" name="Freeform 335">
                <a:extLst>
                  <a:ext uri="{FF2B5EF4-FFF2-40B4-BE49-F238E27FC236}">
                    <a16:creationId xmlns:a16="http://schemas.microsoft.com/office/drawing/2014/main" id="{5E6AE94A-4C78-4D66-A468-6D0AC2EE8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775"/>
                <a:ext cx="22" cy="25"/>
              </a:xfrm>
              <a:custGeom>
                <a:avLst/>
                <a:gdLst>
                  <a:gd name="T0" fmla="*/ 6 w 15"/>
                  <a:gd name="T1" fmla="*/ 31 h 16"/>
                  <a:gd name="T2" fmla="*/ 6 w 15"/>
                  <a:gd name="T3" fmla="*/ 13 h 16"/>
                  <a:gd name="T4" fmla="*/ 38 w 15"/>
                  <a:gd name="T5" fmla="*/ 42 h 16"/>
                  <a:gd name="T6" fmla="*/ 47 w 15"/>
                  <a:gd name="T7" fmla="*/ 61 h 16"/>
                  <a:gd name="T8" fmla="*/ 34 w 15"/>
                  <a:gd name="T9" fmla="*/ 34 h 16"/>
                  <a:gd name="T10" fmla="*/ 1 w 15"/>
                  <a:gd name="T11" fmla="*/ 5 h 16"/>
                  <a:gd name="T12" fmla="*/ 6 w 15"/>
                  <a:gd name="T13" fmla="*/ 3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2" y="8"/>
                    </a:moveTo>
                    <a:cubicBezTo>
                      <a:pt x="1" y="5"/>
                      <a:pt x="1" y="3"/>
                      <a:pt x="2" y="3"/>
                    </a:cubicBezTo>
                    <a:cubicBezTo>
                      <a:pt x="3" y="2"/>
                      <a:pt x="8" y="5"/>
                      <a:pt x="12" y="11"/>
                    </a:cubicBezTo>
                    <a:cubicBezTo>
                      <a:pt x="13" y="13"/>
                      <a:pt x="14" y="15"/>
                      <a:pt x="15" y="16"/>
                    </a:cubicBezTo>
                    <a:cubicBezTo>
                      <a:pt x="14" y="14"/>
                      <a:pt x="13" y="12"/>
                      <a:pt x="11" y="9"/>
                    </a:cubicBezTo>
                    <a:cubicBezTo>
                      <a:pt x="7" y="3"/>
                      <a:pt x="3" y="0"/>
                      <a:pt x="1" y="1"/>
                    </a:cubicBezTo>
                    <a:cubicBezTo>
                      <a:pt x="0" y="1"/>
                      <a:pt x="0" y="4"/>
                      <a:pt x="2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1" name="Freeform 336">
                <a:extLst>
                  <a:ext uri="{FF2B5EF4-FFF2-40B4-BE49-F238E27FC236}">
                    <a16:creationId xmlns:a16="http://schemas.microsoft.com/office/drawing/2014/main" id="{792B6984-5365-4BBD-9AD1-97F9DD47E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1782"/>
                <a:ext cx="18" cy="24"/>
              </a:xfrm>
              <a:custGeom>
                <a:avLst/>
                <a:gdLst>
                  <a:gd name="T0" fmla="*/ 39 w 12"/>
                  <a:gd name="T1" fmla="*/ 54 h 15"/>
                  <a:gd name="T2" fmla="*/ 12 w 12"/>
                  <a:gd name="T3" fmla="*/ 26 h 15"/>
                  <a:gd name="T4" fmla="*/ 0 w 12"/>
                  <a:gd name="T5" fmla="*/ 0 h 15"/>
                  <a:gd name="T6" fmla="*/ 14 w 12"/>
                  <a:gd name="T7" fmla="*/ 34 h 15"/>
                  <a:gd name="T8" fmla="*/ 39 w 12"/>
                  <a:gd name="T9" fmla="*/ 56 h 15"/>
                  <a:gd name="T10" fmla="*/ 39 w 12"/>
                  <a:gd name="T11" fmla="*/ 42 h 15"/>
                  <a:gd name="T12" fmla="*/ 39 w 12"/>
                  <a:gd name="T13" fmla="*/ 54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5">
                    <a:moveTo>
                      <a:pt x="11" y="13"/>
                    </a:moveTo>
                    <a:cubicBezTo>
                      <a:pt x="10" y="14"/>
                      <a:pt x="6" y="10"/>
                      <a:pt x="3" y="6"/>
                    </a:cubicBezTo>
                    <a:cubicBezTo>
                      <a:pt x="2" y="4"/>
                      <a:pt x="0" y="1"/>
                      <a:pt x="0" y="0"/>
                    </a:cubicBezTo>
                    <a:cubicBezTo>
                      <a:pt x="0" y="2"/>
                      <a:pt x="2" y="5"/>
                      <a:pt x="4" y="8"/>
                    </a:cubicBezTo>
                    <a:cubicBezTo>
                      <a:pt x="7" y="12"/>
                      <a:pt x="10" y="15"/>
                      <a:pt x="11" y="14"/>
                    </a:cubicBezTo>
                    <a:cubicBezTo>
                      <a:pt x="12" y="14"/>
                      <a:pt x="12" y="12"/>
                      <a:pt x="11" y="10"/>
                    </a:cubicBezTo>
                    <a:cubicBezTo>
                      <a:pt x="11" y="11"/>
                      <a:pt x="12" y="13"/>
                      <a:pt x="11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2" name="Freeform 337">
                <a:extLst>
                  <a:ext uri="{FF2B5EF4-FFF2-40B4-BE49-F238E27FC236}">
                    <a16:creationId xmlns:a16="http://schemas.microsoft.com/office/drawing/2014/main" id="{5FA3AD5E-652A-4F7D-89CA-CE81519E6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3135"/>
                <a:ext cx="267" cy="652"/>
              </a:xfrm>
              <a:custGeom>
                <a:avLst/>
                <a:gdLst>
                  <a:gd name="T0" fmla="*/ 602 w 178"/>
                  <a:gd name="T1" fmla="*/ 0 h 408"/>
                  <a:gd name="T2" fmla="*/ 0 w 178"/>
                  <a:gd name="T3" fmla="*/ 1665 h 408"/>
                  <a:gd name="T4" fmla="*/ 602 w 178"/>
                  <a:gd name="T5" fmla="*/ 0 h 4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408">
                    <a:moveTo>
                      <a:pt x="178" y="0"/>
                    </a:moveTo>
                    <a:cubicBezTo>
                      <a:pt x="152" y="34"/>
                      <a:pt x="56" y="178"/>
                      <a:pt x="0" y="408"/>
                    </a:cubicBezTo>
                    <a:cubicBezTo>
                      <a:pt x="16" y="364"/>
                      <a:pt x="123" y="67"/>
                      <a:pt x="178" y="0"/>
                    </a:cubicBezTo>
                    <a:close/>
                  </a:path>
                </a:pathLst>
              </a:custGeom>
              <a:solidFill>
                <a:srgbClr val="F9B5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3" name="Freeform 338">
                <a:extLst>
                  <a:ext uri="{FF2B5EF4-FFF2-40B4-BE49-F238E27FC236}">
                    <a16:creationId xmlns:a16="http://schemas.microsoft.com/office/drawing/2014/main" id="{F55B94DA-D627-40B4-A576-21935859B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930"/>
                <a:ext cx="229" cy="677"/>
              </a:xfrm>
              <a:custGeom>
                <a:avLst/>
                <a:gdLst>
                  <a:gd name="T0" fmla="*/ 0 w 153"/>
                  <a:gd name="T1" fmla="*/ 0 h 424"/>
                  <a:gd name="T2" fmla="*/ 406 w 153"/>
                  <a:gd name="T3" fmla="*/ 1726 h 424"/>
                  <a:gd name="T4" fmla="*/ 0 w 153"/>
                  <a:gd name="T5" fmla="*/ 0 h 4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424">
                    <a:moveTo>
                      <a:pt x="0" y="0"/>
                    </a:moveTo>
                    <a:cubicBezTo>
                      <a:pt x="41" y="46"/>
                      <a:pt x="153" y="234"/>
                      <a:pt x="121" y="424"/>
                    </a:cubicBezTo>
                    <a:cubicBezTo>
                      <a:pt x="139" y="377"/>
                      <a:pt x="147" y="142"/>
                      <a:pt x="0" y="0"/>
                    </a:cubicBezTo>
                    <a:close/>
                  </a:path>
                </a:pathLst>
              </a:custGeom>
              <a:solidFill>
                <a:srgbClr val="F9B5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4" name="Freeform 339">
                <a:extLst>
                  <a:ext uri="{FF2B5EF4-FFF2-40B4-BE49-F238E27FC236}">
                    <a16:creationId xmlns:a16="http://schemas.microsoft.com/office/drawing/2014/main" id="{BC60B68A-08BF-468D-B81A-06F247278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967"/>
                <a:ext cx="400" cy="958"/>
              </a:xfrm>
              <a:custGeom>
                <a:avLst/>
                <a:gdLst>
                  <a:gd name="T0" fmla="*/ 897 w 267"/>
                  <a:gd name="T1" fmla="*/ 0 h 599"/>
                  <a:gd name="T2" fmla="*/ 276 w 267"/>
                  <a:gd name="T3" fmla="*/ 1297 h 599"/>
                  <a:gd name="T4" fmla="*/ 0 w 267"/>
                  <a:gd name="T5" fmla="*/ 2450 h 599"/>
                  <a:gd name="T6" fmla="*/ 276 w 267"/>
                  <a:gd name="T7" fmla="*/ 1128 h 599"/>
                  <a:gd name="T8" fmla="*/ 897 w 267"/>
                  <a:gd name="T9" fmla="*/ 0 h 5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599">
                    <a:moveTo>
                      <a:pt x="267" y="0"/>
                    </a:moveTo>
                    <a:cubicBezTo>
                      <a:pt x="256" y="39"/>
                      <a:pt x="134" y="192"/>
                      <a:pt x="82" y="317"/>
                    </a:cubicBezTo>
                    <a:cubicBezTo>
                      <a:pt x="30" y="443"/>
                      <a:pt x="0" y="599"/>
                      <a:pt x="0" y="599"/>
                    </a:cubicBezTo>
                    <a:cubicBezTo>
                      <a:pt x="16" y="545"/>
                      <a:pt x="34" y="369"/>
                      <a:pt x="82" y="276"/>
                    </a:cubicBezTo>
                    <a:cubicBezTo>
                      <a:pt x="130" y="183"/>
                      <a:pt x="258" y="16"/>
                      <a:pt x="267" y="0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5" name="Freeform 340">
                <a:extLst>
                  <a:ext uri="{FF2B5EF4-FFF2-40B4-BE49-F238E27FC236}">
                    <a16:creationId xmlns:a16="http://schemas.microsoft.com/office/drawing/2014/main" id="{3F00F121-271B-4358-92AB-5852A03A1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80"/>
                <a:ext cx="274" cy="830"/>
              </a:xfrm>
              <a:custGeom>
                <a:avLst/>
                <a:gdLst>
                  <a:gd name="T0" fmla="*/ 0 w 183"/>
                  <a:gd name="T1" fmla="*/ 0 h 519"/>
                  <a:gd name="T2" fmla="*/ 406 w 183"/>
                  <a:gd name="T3" fmla="*/ 2122 h 519"/>
                  <a:gd name="T4" fmla="*/ 0 w 183"/>
                  <a:gd name="T5" fmla="*/ 0 h 5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3" h="519">
                    <a:moveTo>
                      <a:pt x="0" y="0"/>
                    </a:moveTo>
                    <a:cubicBezTo>
                      <a:pt x="33" y="53"/>
                      <a:pt x="183" y="267"/>
                      <a:pt x="121" y="519"/>
                    </a:cubicBezTo>
                    <a:cubicBezTo>
                      <a:pt x="136" y="467"/>
                      <a:pt x="137" y="224"/>
                      <a:pt x="0" y="0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6" name="Freeform 341">
                <a:extLst>
                  <a:ext uri="{FF2B5EF4-FFF2-40B4-BE49-F238E27FC236}">
                    <a16:creationId xmlns:a16="http://schemas.microsoft.com/office/drawing/2014/main" id="{A29E060D-2D3B-4E82-B7D1-5EF9B91E0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746"/>
                <a:ext cx="115" cy="145"/>
              </a:xfrm>
              <a:custGeom>
                <a:avLst/>
                <a:gdLst>
                  <a:gd name="T0" fmla="*/ 248 w 77"/>
                  <a:gd name="T1" fmla="*/ 300 h 91"/>
                  <a:gd name="T2" fmla="*/ 143 w 77"/>
                  <a:gd name="T3" fmla="*/ 104 h 91"/>
                  <a:gd name="T4" fmla="*/ 82 w 77"/>
                  <a:gd name="T5" fmla="*/ 0 h 91"/>
                  <a:gd name="T6" fmla="*/ 0 w 77"/>
                  <a:gd name="T7" fmla="*/ 8 h 91"/>
                  <a:gd name="T8" fmla="*/ 60 w 77"/>
                  <a:gd name="T9" fmla="*/ 116 h 91"/>
                  <a:gd name="T10" fmla="*/ 170 w 77"/>
                  <a:gd name="T11" fmla="*/ 315 h 91"/>
                  <a:gd name="T12" fmla="*/ 214 w 77"/>
                  <a:gd name="T13" fmla="*/ 355 h 91"/>
                  <a:gd name="T14" fmla="*/ 243 w 77"/>
                  <a:gd name="T15" fmla="*/ 335 h 91"/>
                  <a:gd name="T16" fmla="*/ 248 w 77"/>
                  <a:gd name="T17" fmla="*/ 300 h 91"/>
                  <a:gd name="T18" fmla="*/ 248 w 77"/>
                  <a:gd name="T19" fmla="*/ 300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91">
                    <a:moveTo>
                      <a:pt x="74" y="74"/>
                    </a:moveTo>
                    <a:cubicBezTo>
                      <a:pt x="73" y="74"/>
                      <a:pt x="50" y="36"/>
                      <a:pt x="43" y="26"/>
                    </a:cubicBezTo>
                    <a:cubicBezTo>
                      <a:pt x="40" y="21"/>
                      <a:pt x="33" y="10"/>
                      <a:pt x="25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60" y="91"/>
                      <a:pt x="62" y="90"/>
                      <a:pt x="64" y="88"/>
                    </a:cubicBezTo>
                    <a:cubicBezTo>
                      <a:pt x="73" y="83"/>
                      <a:pt x="73" y="83"/>
                      <a:pt x="73" y="83"/>
                    </a:cubicBezTo>
                    <a:cubicBezTo>
                      <a:pt x="77" y="80"/>
                      <a:pt x="75" y="77"/>
                      <a:pt x="74" y="74"/>
                    </a:cubicBezTo>
                    <a:cubicBezTo>
                      <a:pt x="74" y="74"/>
                      <a:pt x="74" y="74"/>
                      <a:pt x="74" y="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7" name="Freeform 342">
                <a:extLst>
                  <a:ext uri="{FF2B5EF4-FFF2-40B4-BE49-F238E27FC236}">
                    <a16:creationId xmlns:a16="http://schemas.microsoft.com/office/drawing/2014/main" id="{52320007-FF01-43E6-AE64-5E1D101D8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3650"/>
                <a:ext cx="82" cy="208"/>
              </a:xfrm>
              <a:custGeom>
                <a:avLst/>
                <a:gdLst>
                  <a:gd name="T0" fmla="*/ 15 w 55"/>
                  <a:gd name="T1" fmla="*/ 520 h 130"/>
                  <a:gd name="T2" fmla="*/ 6 w 55"/>
                  <a:gd name="T3" fmla="*/ 477 h 130"/>
                  <a:gd name="T4" fmla="*/ 69 w 55"/>
                  <a:gd name="T5" fmla="*/ 197 h 130"/>
                  <a:gd name="T6" fmla="*/ 103 w 55"/>
                  <a:gd name="T7" fmla="*/ 35 h 130"/>
                  <a:gd name="T8" fmla="*/ 140 w 55"/>
                  <a:gd name="T9" fmla="*/ 5 h 130"/>
                  <a:gd name="T10" fmla="*/ 167 w 55"/>
                  <a:gd name="T11" fmla="*/ 13 h 130"/>
                  <a:gd name="T12" fmla="*/ 173 w 55"/>
                  <a:gd name="T13" fmla="*/ 74 h 130"/>
                  <a:gd name="T14" fmla="*/ 107 w 55"/>
                  <a:gd name="T15" fmla="*/ 374 h 130"/>
                  <a:gd name="T16" fmla="*/ 82 w 55"/>
                  <a:gd name="T17" fmla="*/ 486 h 130"/>
                  <a:gd name="T18" fmla="*/ 54 w 55"/>
                  <a:gd name="T19" fmla="*/ 528 h 130"/>
                  <a:gd name="T20" fmla="*/ 15 w 55"/>
                  <a:gd name="T21" fmla="*/ 520 h 1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130">
                    <a:moveTo>
                      <a:pt x="5" y="127"/>
                    </a:moveTo>
                    <a:cubicBezTo>
                      <a:pt x="2" y="126"/>
                      <a:pt x="0" y="121"/>
                      <a:pt x="2" y="116"/>
                    </a:cubicBezTo>
                    <a:cubicBezTo>
                      <a:pt x="2" y="116"/>
                      <a:pt x="17" y="63"/>
                      <a:pt x="21" y="48"/>
                    </a:cubicBezTo>
                    <a:cubicBezTo>
                      <a:pt x="26" y="33"/>
                      <a:pt x="31" y="9"/>
                      <a:pt x="31" y="9"/>
                    </a:cubicBezTo>
                    <a:cubicBezTo>
                      <a:pt x="33" y="4"/>
                      <a:pt x="36" y="0"/>
                      <a:pt x="42" y="1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4" y="4"/>
                      <a:pt x="55" y="9"/>
                      <a:pt x="52" y="18"/>
                    </a:cubicBezTo>
                    <a:cubicBezTo>
                      <a:pt x="52" y="18"/>
                      <a:pt x="37" y="73"/>
                      <a:pt x="32" y="91"/>
                    </a:cubicBezTo>
                    <a:cubicBezTo>
                      <a:pt x="27" y="109"/>
                      <a:pt x="25" y="119"/>
                      <a:pt x="25" y="119"/>
                    </a:cubicBezTo>
                    <a:cubicBezTo>
                      <a:pt x="23" y="124"/>
                      <a:pt x="20" y="130"/>
                      <a:pt x="16" y="129"/>
                    </a:cubicBezTo>
                    <a:lnTo>
                      <a:pt x="5" y="12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8" name="Freeform 343">
                <a:extLst>
                  <a:ext uri="{FF2B5EF4-FFF2-40B4-BE49-F238E27FC236}">
                    <a16:creationId xmlns:a16="http://schemas.microsoft.com/office/drawing/2014/main" id="{319AB617-E788-416F-B2BA-D73DB36E3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3858"/>
                <a:ext cx="72" cy="172"/>
              </a:xfrm>
              <a:custGeom>
                <a:avLst/>
                <a:gdLst>
                  <a:gd name="T0" fmla="*/ 81 w 48"/>
                  <a:gd name="T1" fmla="*/ 436 h 108"/>
                  <a:gd name="T2" fmla="*/ 113 w 48"/>
                  <a:gd name="T3" fmla="*/ 266 h 108"/>
                  <a:gd name="T4" fmla="*/ 156 w 48"/>
                  <a:gd name="T5" fmla="*/ 48 h 108"/>
                  <a:gd name="T6" fmla="*/ 140 w 48"/>
                  <a:gd name="T7" fmla="*/ 13 h 108"/>
                  <a:gd name="T8" fmla="*/ 107 w 48"/>
                  <a:gd name="T9" fmla="*/ 5 h 108"/>
                  <a:gd name="T10" fmla="*/ 75 w 48"/>
                  <a:gd name="T11" fmla="*/ 48 h 108"/>
                  <a:gd name="T12" fmla="*/ 21 w 48"/>
                  <a:gd name="T13" fmla="*/ 339 h 108"/>
                  <a:gd name="T14" fmla="*/ 0 w 48"/>
                  <a:gd name="T15" fmla="*/ 436 h 108"/>
                  <a:gd name="T16" fmla="*/ 81 w 48"/>
                  <a:gd name="T17" fmla="*/ 436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108">
                    <a:moveTo>
                      <a:pt x="24" y="108"/>
                    </a:moveTo>
                    <a:cubicBezTo>
                      <a:pt x="26" y="98"/>
                      <a:pt x="29" y="80"/>
                      <a:pt x="33" y="66"/>
                    </a:cubicBezTo>
                    <a:cubicBezTo>
                      <a:pt x="38" y="44"/>
                      <a:pt x="46" y="12"/>
                      <a:pt x="46" y="12"/>
                    </a:cubicBezTo>
                    <a:cubicBezTo>
                      <a:pt x="48" y="6"/>
                      <a:pt x="45" y="4"/>
                      <a:pt x="41" y="3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28" y="0"/>
                      <a:pt x="25" y="2"/>
                      <a:pt x="22" y="12"/>
                    </a:cubicBezTo>
                    <a:cubicBezTo>
                      <a:pt x="22" y="12"/>
                      <a:pt x="11" y="59"/>
                      <a:pt x="6" y="84"/>
                    </a:cubicBezTo>
                    <a:cubicBezTo>
                      <a:pt x="3" y="96"/>
                      <a:pt x="1" y="104"/>
                      <a:pt x="0" y="108"/>
                    </a:cubicBezTo>
                    <a:lnTo>
                      <a:pt x="24" y="108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9" name="Freeform 344">
                <a:extLst>
                  <a:ext uri="{FF2B5EF4-FFF2-40B4-BE49-F238E27FC236}">
                    <a16:creationId xmlns:a16="http://schemas.microsoft.com/office/drawing/2014/main" id="{0F450949-B19D-49EC-A366-CC90D2736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3452"/>
                <a:ext cx="99" cy="204"/>
              </a:xfrm>
              <a:custGeom>
                <a:avLst/>
                <a:gdLst>
                  <a:gd name="T0" fmla="*/ 18 w 66"/>
                  <a:gd name="T1" fmla="*/ 504 h 128"/>
                  <a:gd name="T2" fmla="*/ 14 w 66"/>
                  <a:gd name="T3" fmla="*/ 441 h 128"/>
                  <a:gd name="T4" fmla="*/ 53 w 66"/>
                  <a:gd name="T5" fmla="*/ 325 h 128"/>
                  <a:gd name="T6" fmla="*/ 140 w 66"/>
                  <a:gd name="T7" fmla="*/ 46 h 128"/>
                  <a:gd name="T8" fmla="*/ 174 w 66"/>
                  <a:gd name="T9" fmla="*/ 5 h 128"/>
                  <a:gd name="T10" fmla="*/ 203 w 66"/>
                  <a:gd name="T11" fmla="*/ 21 h 128"/>
                  <a:gd name="T12" fmla="*/ 216 w 66"/>
                  <a:gd name="T13" fmla="*/ 56 h 128"/>
                  <a:gd name="T14" fmla="*/ 149 w 66"/>
                  <a:gd name="T15" fmla="*/ 266 h 128"/>
                  <a:gd name="T16" fmla="*/ 89 w 66"/>
                  <a:gd name="T17" fmla="*/ 470 h 128"/>
                  <a:gd name="T18" fmla="*/ 48 w 66"/>
                  <a:gd name="T19" fmla="*/ 513 h 128"/>
                  <a:gd name="T20" fmla="*/ 18 w 66"/>
                  <a:gd name="T21" fmla="*/ 504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6" h="128">
                    <a:moveTo>
                      <a:pt x="5" y="124"/>
                    </a:moveTo>
                    <a:cubicBezTo>
                      <a:pt x="1" y="122"/>
                      <a:pt x="0" y="119"/>
                      <a:pt x="4" y="109"/>
                    </a:cubicBezTo>
                    <a:cubicBezTo>
                      <a:pt x="4" y="109"/>
                      <a:pt x="6" y="103"/>
                      <a:pt x="15" y="80"/>
                    </a:cubicBezTo>
                    <a:cubicBezTo>
                      <a:pt x="23" y="56"/>
                      <a:pt x="41" y="11"/>
                      <a:pt x="41" y="11"/>
                    </a:cubicBezTo>
                    <a:cubicBezTo>
                      <a:pt x="44" y="2"/>
                      <a:pt x="48" y="0"/>
                      <a:pt x="51" y="1"/>
                    </a:cubicBezTo>
                    <a:cubicBezTo>
                      <a:pt x="60" y="5"/>
                      <a:pt x="60" y="5"/>
                      <a:pt x="60" y="5"/>
                    </a:cubicBezTo>
                    <a:cubicBezTo>
                      <a:pt x="64" y="6"/>
                      <a:pt x="66" y="8"/>
                      <a:pt x="64" y="14"/>
                    </a:cubicBezTo>
                    <a:cubicBezTo>
                      <a:pt x="64" y="14"/>
                      <a:pt x="52" y="45"/>
                      <a:pt x="44" y="66"/>
                    </a:cubicBezTo>
                    <a:cubicBezTo>
                      <a:pt x="36" y="87"/>
                      <a:pt x="26" y="116"/>
                      <a:pt x="26" y="116"/>
                    </a:cubicBezTo>
                    <a:cubicBezTo>
                      <a:pt x="22" y="127"/>
                      <a:pt x="18" y="128"/>
                      <a:pt x="14" y="127"/>
                    </a:cubicBezTo>
                    <a:lnTo>
                      <a:pt x="5" y="124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0" name="Freeform 345">
                <a:extLst>
                  <a:ext uri="{FF2B5EF4-FFF2-40B4-BE49-F238E27FC236}">
                    <a16:creationId xmlns:a16="http://schemas.microsoft.com/office/drawing/2014/main" id="{781A4497-C5FB-473A-902D-C75516FD3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079"/>
                <a:ext cx="133" cy="192"/>
              </a:xfrm>
              <a:custGeom>
                <a:avLst/>
                <a:gdLst>
                  <a:gd name="T0" fmla="*/ 276 w 89"/>
                  <a:gd name="T1" fmla="*/ 29 h 120"/>
                  <a:gd name="T2" fmla="*/ 267 w 89"/>
                  <a:gd name="T3" fmla="*/ 107 h 120"/>
                  <a:gd name="T4" fmla="*/ 157 w 89"/>
                  <a:gd name="T5" fmla="*/ 307 h 120"/>
                  <a:gd name="T6" fmla="*/ 87 w 89"/>
                  <a:gd name="T7" fmla="*/ 451 h 120"/>
                  <a:gd name="T8" fmla="*/ 42 w 89"/>
                  <a:gd name="T9" fmla="*/ 483 h 120"/>
                  <a:gd name="T10" fmla="*/ 13 w 89"/>
                  <a:gd name="T11" fmla="*/ 458 h 120"/>
                  <a:gd name="T12" fmla="*/ 9 w 89"/>
                  <a:gd name="T13" fmla="*/ 418 h 120"/>
                  <a:gd name="T14" fmla="*/ 109 w 89"/>
                  <a:gd name="T15" fmla="*/ 213 h 120"/>
                  <a:gd name="T16" fmla="*/ 217 w 89"/>
                  <a:gd name="T17" fmla="*/ 21 h 120"/>
                  <a:gd name="T18" fmla="*/ 250 w 89"/>
                  <a:gd name="T19" fmla="*/ 8 h 120"/>
                  <a:gd name="T20" fmla="*/ 276 w 89"/>
                  <a:gd name="T21" fmla="*/ 29 h 1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120">
                    <a:moveTo>
                      <a:pt x="83" y="7"/>
                    </a:moveTo>
                    <a:cubicBezTo>
                      <a:pt x="87" y="9"/>
                      <a:pt x="89" y="12"/>
                      <a:pt x="80" y="26"/>
                    </a:cubicBezTo>
                    <a:cubicBezTo>
                      <a:pt x="47" y="75"/>
                      <a:pt x="47" y="75"/>
                      <a:pt x="47" y="75"/>
                    </a:cubicBezTo>
                    <a:cubicBezTo>
                      <a:pt x="26" y="110"/>
                      <a:pt x="26" y="110"/>
                      <a:pt x="26" y="110"/>
                    </a:cubicBezTo>
                    <a:cubicBezTo>
                      <a:pt x="21" y="117"/>
                      <a:pt x="16" y="120"/>
                      <a:pt x="13" y="118"/>
                    </a:cubicBezTo>
                    <a:cubicBezTo>
                      <a:pt x="4" y="112"/>
                      <a:pt x="4" y="112"/>
                      <a:pt x="4" y="112"/>
                    </a:cubicBezTo>
                    <a:cubicBezTo>
                      <a:pt x="1" y="110"/>
                      <a:pt x="0" y="107"/>
                      <a:pt x="3" y="102"/>
                    </a:cubicBezTo>
                    <a:cubicBezTo>
                      <a:pt x="3" y="102"/>
                      <a:pt x="26" y="63"/>
                      <a:pt x="33" y="52"/>
                    </a:cubicBezTo>
                    <a:cubicBezTo>
                      <a:pt x="40" y="42"/>
                      <a:pt x="65" y="5"/>
                      <a:pt x="65" y="5"/>
                    </a:cubicBezTo>
                    <a:cubicBezTo>
                      <a:pt x="68" y="0"/>
                      <a:pt x="72" y="0"/>
                      <a:pt x="75" y="2"/>
                    </a:cubicBezTo>
                    <a:lnTo>
                      <a:pt x="83" y="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1" name="Freeform 346">
                <a:extLst>
                  <a:ext uri="{FF2B5EF4-FFF2-40B4-BE49-F238E27FC236}">
                    <a16:creationId xmlns:a16="http://schemas.microsoft.com/office/drawing/2014/main" id="{841A81AF-2CF1-4801-B71D-900751CA1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3263"/>
                <a:ext cx="123" cy="197"/>
              </a:xfrm>
              <a:custGeom>
                <a:avLst/>
                <a:gdLst>
                  <a:gd name="T0" fmla="*/ 257 w 82"/>
                  <a:gd name="T1" fmla="*/ 26 h 123"/>
                  <a:gd name="T2" fmla="*/ 251 w 82"/>
                  <a:gd name="T3" fmla="*/ 103 h 123"/>
                  <a:gd name="T4" fmla="*/ 153 w 82"/>
                  <a:gd name="T5" fmla="*/ 316 h 123"/>
                  <a:gd name="T6" fmla="*/ 89 w 82"/>
                  <a:gd name="T7" fmla="*/ 464 h 123"/>
                  <a:gd name="T8" fmla="*/ 48 w 82"/>
                  <a:gd name="T9" fmla="*/ 500 h 123"/>
                  <a:gd name="T10" fmla="*/ 18 w 82"/>
                  <a:gd name="T11" fmla="*/ 480 h 123"/>
                  <a:gd name="T12" fmla="*/ 12 w 82"/>
                  <a:gd name="T13" fmla="*/ 436 h 123"/>
                  <a:gd name="T14" fmla="*/ 99 w 82"/>
                  <a:gd name="T15" fmla="*/ 226 h 123"/>
                  <a:gd name="T16" fmla="*/ 197 w 82"/>
                  <a:gd name="T17" fmla="*/ 21 h 123"/>
                  <a:gd name="T18" fmla="*/ 230 w 82"/>
                  <a:gd name="T19" fmla="*/ 8 h 123"/>
                  <a:gd name="T20" fmla="*/ 257 w 82"/>
                  <a:gd name="T21" fmla="*/ 26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123">
                    <a:moveTo>
                      <a:pt x="76" y="6"/>
                    </a:moveTo>
                    <a:cubicBezTo>
                      <a:pt x="80" y="8"/>
                      <a:pt x="82" y="11"/>
                      <a:pt x="74" y="25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3" y="120"/>
                      <a:pt x="17" y="123"/>
                      <a:pt x="14" y="122"/>
                    </a:cubicBezTo>
                    <a:cubicBezTo>
                      <a:pt x="5" y="117"/>
                      <a:pt x="5" y="117"/>
                      <a:pt x="5" y="117"/>
                    </a:cubicBezTo>
                    <a:cubicBezTo>
                      <a:pt x="2" y="115"/>
                      <a:pt x="0" y="112"/>
                      <a:pt x="3" y="106"/>
                    </a:cubicBezTo>
                    <a:cubicBezTo>
                      <a:pt x="3" y="106"/>
                      <a:pt x="23" y="66"/>
                      <a:pt x="29" y="55"/>
                    </a:cubicBezTo>
                    <a:cubicBezTo>
                      <a:pt x="35" y="44"/>
                      <a:pt x="58" y="5"/>
                      <a:pt x="58" y="5"/>
                    </a:cubicBezTo>
                    <a:cubicBezTo>
                      <a:pt x="61" y="0"/>
                      <a:pt x="64" y="0"/>
                      <a:pt x="68" y="2"/>
                    </a:cubicBezTo>
                    <a:lnTo>
                      <a:pt x="76" y="6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2" name="Freeform 347">
                <a:extLst>
                  <a:ext uri="{FF2B5EF4-FFF2-40B4-BE49-F238E27FC236}">
                    <a16:creationId xmlns:a16="http://schemas.microsoft.com/office/drawing/2014/main" id="{B186E490-7B10-4669-B7A1-1637323A9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692"/>
                <a:ext cx="93" cy="206"/>
              </a:xfrm>
              <a:custGeom>
                <a:avLst/>
                <a:gdLst>
                  <a:gd name="T0" fmla="*/ 194 w 62"/>
                  <a:gd name="T1" fmla="*/ 16 h 129"/>
                  <a:gd name="T2" fmla="*/ 203 w 62"/>
                  <a:gd name="T3" fmla="*/ 61 h 129"/>
                  <a:gd name="T4" fmla="*/ 122 w 62"/>
                  <a:gd name="T5" fmla="*/ 329 h 129"/>
                  <a:gd name="T6" fmla="*/ 81 w 62"/>
                  <a:gd name="T7" fmla="*/ 490 h 129"/>
                  <a:gd name="T8" fmla="*/ 45 w 62"/>
                  <a:gd name="T9" fmla="*/ 517 h 129"/>
                  <a:gd name="T10" fmla="*/ 14 w 62"/>
                  <a:gd name="T11" fmla="*/ 505 h 129"/>
                  <a:gd name="T12" fmla="*/ 12 w 62"/>
                  <a:gd name="T13" fmla="*/ 444 h 129"/>
                  <a:gd name="T14" fmla="*/ 95 w 62"/>
                  <a:gd name="T15" fmla="*/ 155 h 129"/>
                  <a:gd name="T16" fmla="*/ 126 w 62"/>
                  <a:gd name="T17" fmla="*/ 46 h 129"/>
                  <a:gd name="T18" fmla="*/ 161 w 62"/>
                  <a:gd name="T19" fmla="*/ 5 h 129"/>
                  <a:gd name="T20" fmla="*/ 194 w 62"/>
                  <a:gd name="T21" fmla="*/ 16 h 1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29">
                    <a:moveTo>
                      <a:pt x="57" y="4"/>
                    </a:moveTo>
                    <a:cubicBezTo>
                      <a:pt x="61" y="5"/>
                      <a:pt x="62" y="10"/>
                      <a:pt x="60" y="15"/>
                    </a:cubicBezTo>
                    <a:cubicBezTo>
                      <a:pt x="60" y="15"/>
                      <a:pt x="41" y="67"/>
                      <a:pt x="36" y="81"/>
                    </a:cubicBezTo>
                    <a:cubicBezTo>
                      <a:pt x="31" y="96"/>
                      <a:pt x="24" y="120"/>
                      <a:pt x="24" y="120"/>
                    </a:cubicBezTo>
                    <a:cubicBezTo>
                      <a:pt x="22" y="125"/>
                      <a:pt x="18" y="129"/>
                      <a:pt x="13" y="127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1" y="123"/>
                      <a:pt x="0" y="118"/>
                      <a:pt x="3" y="109"/>
                    </a:cubicBezTo>
                    <a:cubicBezTo>
                      <a:pt x="3" y="109"/>
                      <a:pt x="22" y="56"/>
                      <a:pt x="28" y="38"/>
                    </a:cubicBezTo>
                    <a:cubicBezTo>
                      <a:pt x="34" y="20"/>
                      <a:pt x="37" y="11"/>
                      <a:pt x="37" y="11"/>
                    </a:cubicBezTo>
                    <a:cubicBezTo>
                      <a:pt x="39" y="5"/>
                      <a:pt x="43" y="0"/>
                      <a:pt x="47" y="1"/>
                    </a:cubicBezTo>
                    <a:lnTo>
                      <a:pt x="57" y="4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3" name="Freeform 348">
                <a:extLst>
                  <a:ext uri="{FF2B5EF4-FFF2-40B4-BE49-F238E27FC236}">
                    <a16:creationId xmlns:a16="http://schemas.microsoft.com/office/drawing/2014/main" id="{1D2BA544-9C6D-4187-BEFE-19E28BCE9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488"/>
                <a:ext cx="51" cy="211"/>
              </a:xfrm>
              <a:custGeom>
                <a:avLst/>
                <a:gdLst>
                  <a:gd name="T0" fmla="*/ 95 w 34"/>
                  <a:gd name="T1" fmla="*/ 5 h 132"/>
                  <a:gd name="T2" fmla="*/ 116 w 34"/>
                  <a:gd name="T3" fmla="*/ 61 h 132"/>
                  <a:gd name="T4" fmla="*/ 107 w 34"/>
                  <a:gd name="T5" fmla="*/ 189 h 132"/>
                  <a:gd name="T6" fmla="*/ 81 w 34"/>
                  <a:gd name="T7" fmla="*/ 486 h 132"/>
                  <a:gd name="T8" fmla="*/ 59 w 34"/>
                  <a:gd name="T9" fmla="*/ 539 h 132"/>
                  <a:gd name="T10" fmla="*/ 26 w 34"/>
                  <a:gd name="T11" fmla="*/ 534 h 132"/>
                  <a:gd name="T12" fmla="*/ 0 w 34"/>
                  <a:gd name="T13" fmla="*/ 504 h 132"/>
                  <a:gd name="T14" fmla="*/ 21 w 34"/>
                  <a:gd name="T15" fmla="*/ 273 h 132"/>
                  <a:gd name="T16" fmla="*/ 35 w 34"/>
                  <a:gd name="T17" fmla="*/ 56 h 132"/>
                  <a:gd name="T18" fmla="*/ 62 w 34"/>
                  <a:gd name="T19" fmla="*/ 0 h 132"/>
                  <a:gd name="T20" fmla="*/ 95 w 34"/>
                  <a:gd name="T21" fmla="*/ 5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32">
                    <a:moveTo>
                      <a:pt x="28" y="1"/>
                    </a:moveTo>
                    <a:cubicBezTo>
                      <a:pt x="32" y="1"/>
                      <a:pt x="34" y="4"/>
                      <a:pt x="34" y="15"/>
                    </a:cubicBezTo>
                    <a:cubicBezTo>
                      <a:pt x="34" y="15"/>
                      <a:pt x="33" y="21"/>
                      <a:pt x="31" y="46"/>
                    </a:cubicBezTo>
                    <a:cubicBezTo>
                      <a:pt x="28" y="71"/>
                      <a:pt x="24" y="119"/>
                      <a:pt x="24" y="119"/>
                    </a:cubicBezTo>
                    <a:cubicBezTo>
                      <a:pt x="23" y="129"/>
                      <a:pt x="21" y="132"/>
                      <a:pt x="17" y="132"/>
                    </a:cubicBezTo>
                    <a:cubicBezTo>
                      <a:pt x="7" y="131"/>
                      <a:pt x="7" y="131"/>
                      <a:pt x="7" y="131"/>
                    </a:cubicBezTo>
                    <a:cubicBezTo>
                      <a:pt x="3" y="130"/>
                      <a:pt x="0" y="129"/>
                      <a:pt x="0" y="123"/>
                    </a:cubicBezTo>
                    <a:cubicBezTo>
                      <a:pt x="0" y="123"/>
                      <a:pt x="4" y="90"/>
                      <a:pt x="6" y="67"/>
                    </a:cubicBezTo>
                    <a:cubicBezTo>
                      <a:pt x="8" y="44"/>
                      <a:pt x="10" y="14"/>
                      <a:pt x="10" y="14"/>
                    </a:cubicBezTo>
                    <a:cubicBezTo>
                      <a:pt x="11" y="3"/>
                      <a:pt x="14" y="0"/>
                      <a:pt x="18" y="0"/>
                    </a:cubicBezTo>
                    <a:lnTo>
                      <a:pt x="28" y="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4" name="Freeform 349">
                <a:extLst>
                  <a:ext uri="{FF2B5EF4-FFF2-40B4-BE49-F238E27FC236}">
                    <a16:creationId xmlns:a16="http://schemas.microsoft.com/office/drawing/2014/main" id="{EE6ABBF8-1DE3-4A38-942A-A98F50776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890"/>
                <a:ext cx="125" cy="197"/>
              </a:xfrm>
              <a:custGeom>
                <a:avLst/>
                <a:gdLst>
                  <a:gd name="T0" fmla="*/ 264 w 83"/>
                  <a:gd name="T1" fmla="*/ 29 h 123"/>
                  <a:gd name="T2" fmla="*/ 256 w 83"/>
                  <a:gd name="T3" fmla="*/ 107 h 123"/>
                  <a:gd name="T4" fmla="*/ 157 w 83"/>
                  <a:gd name="T5" fmla="*/ 316 h 123"/>
                  <a:gd name="T6" fmla="*/ 86 w 83"/>
                  <a:gd name="T7" fmla="*/ 472 h 123"/>
                  <a:gd name="T8" fmla="*/ 48 w 83"/>
                  <a:gd name="T9" fmla="*/ 498 h 123"/>
                  <a:gd name="T10" fmla="*/ 18 w 83"/>
                  <a:gd name="T11" fmla="*/ 480 h 123"/>
                  <a:gd name="T12" fmla="*/ 12 w 83"/>
                  <a:gd name="T13" fmla="*/ 436 h 123"/>
                  <a:gd name="T14" fmla="*/ 102 w 83"/>
                  <a:gd name="T15" fmla="*/ 242 h 123"/>
                  <a:gd name="T16" fmla="*/ 197 w 83"/>
                  <a:gd name="T17" fmla="*/ 26 h 123"/>
                  <a:gd name="T18" fmla="*/ 236 w 83"/>
                  <a:gd name="T19" fmla="*/ 8 h 123"/>
                  <a:gd name="T20" fmla="*/ 264 w 83"/>
                  <a:gd name="T21" fmla="*/ 29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123">
                    <a:moveTo>
                      <a:pt x="77" y="7"/>
                    </a:moveTo>
                    <a:cubicBezTo>
                      <a:pt x="81" y="9"/>
                      <a:pt x="83" y="12"/>
                      <a:pt x="75" y="26"/>
                    </a:cubicBezTo>
                    <a:cubicBezTo>
                      <a:pt x="46" y="77"/>
                      <a:pt x="46" y="77"/>
                      <a:pt x="46" y="77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2" y="121"/>
                      <a:pt x="17" y="123"/>
                      <a:pt x="14" y="121"/>
                    </a:cubicBezTo>
                    <a:cubicBezTo>
                      <a:pt x="5" y="117"/>
                      <a:pt x="5" y="117"/>
                      <a:pt x="5" y="117"/>
                    </a:cubicBezTo>
                    <a:cubicBezTo>
                      <a:pt x="2" y="115"/>
                      <a:pt x="0" y="111"/>
                      <a:pt x="3" y="106"/>
                    </a:cubicBezTo>
                    <a:cubicBezTo>
                      <a:pt x="3" y="106"/>
                      <a:pt x="24" y="70"/>
                      <a:pt x="30" y="59"/>
                    </a:cubicBezTo>
                    <a:cubicBezTo>
                      <a:pt x="36" y="48"/>
                      <a:pt x="58" y="6"/>
                      <a:pt x="58" y="6"/>
                    </a:cubicBezTo>
                    <a:cubicBezTo>
                      <a:pt x="61" y="1"/>
                      <a:pt x="65" y="0"/>
                      <a:pt x="69" y="2"/>
                    </a:cubicBezTo>
                    <a:lnTo>
                      <a:pt x="77" y="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5" name="Freeform 350">
                <a:extLst>
                  <a:ext uri="{FF2B5EF4-FFF2-40B4-BE49-F238E27FC236}">
                    <a16:creationId xmlns:a16="http://schemas.microsoft.com/office/drawing/2014/main" id="{57450D6E-FF25-433E-92E2-BB796E107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275"/>
                <a:ext cx="57" cy="211"/>
              </a:xfrm>
              <a:custGeom>
                <a:avLst/>
                <a:gdLst>
                  <a:gd name="T0" fmla="*/ 75 w 38"/>
                  <a:gd name="T1" fmla="*/ 539 h 132"/>
                  <a:gd name="T2" fmla="*/ 45 w 38"/>
                  <a:gd name="T3" fmla="*/ 470 h 132"/>
                  <a:gd name="T4" fmla="*/ 21 w 38"/>
                  <a:gd name="T5" fmla="*/ 232 h 132"/>
                  <a:gd name="T6" fmla="*/ 5 w 38"/>
                  <a:gd name="T7" fmla="*/ 67 h 132"/>
                  <a:gd name="T8" fmla="*/ 21 w 38"/>
                  <a:gd name="T9" fmla="*/ 8 h 132"/>
                  <a:gd name="T10" fmla="*/ 54 w 38"/>
                  <a:gd name="T11" fmla="*/ 5 h 132"/>
                  <a:gd name="T12" fmla="*/ 81 w 38"/>
                  <a:gd name="T13" fmla="*/ 34 h 132"/>
                  <a:gd name="T14" fmla="*/ 108 w 38"/>
                  <a:gd name="T15" fmla="*/ 265 h 132"/>
                  <a:gd name="T16" fmla="*/ 126 w 38"/>
                  <a:gd name="T17" fmla="*/ 499 h 132"/>
                  <a:gd name="T18" fmla="*/ 107 w 38"/>
                  <a:gd name="T19" fmla="*/ 534 h 132"/>
                  <a:gd name="T20" fmla="*/ 75 w 38"/>
                  <a:gd name="T21" fmla="*/ 539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132">
                    <a:moveTo>
                      <a:pt x="22" y="132"/>
                    </a:moveTo>
                    <a:cubicBezTo>
                      <a:pt x="18" y="132"/>
                      <a:pt x="15" y="131"/>
                      <a:pt x="13" y="115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8"/>
                      <a:pt x="2" y="2"/>
                      <a:pt x="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0" y="0"/>
                      <a:pt x="23" y="2"/>
                      <a:pt x="24" y="8"/>
                    </a:cubicBezTo>
                    <a:cubicBezTo>
                      <a:pt x="24" y="8"/>
                      <a:pt x="31" y="52"/>
                      <a:pt x="32" y="65"/>
                    </a:cubicBezTo>
                    <a:cubicBezTo>
                      <a:pt x="34" y="78"/>
                      <a:pt x="37" y="122"/>
                      <a:pt x="37" y="122"/>
                    </a:cubicBezTo>
                    <a:cubicBezTo>
                      <a:pt x="38" y="128"/>
                      <a:pt x="35" y="130"/>
                      <a:pt x="31" y="131"/>
                    </a:cubicBezTo>
                    <a:lnTo>
                      <a:pt x="22" y="13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6" name="Freeform 351">
                <a:extLst>
                  <a:ext uri="{FF2B5EF4-FFF2-40B4-BE49-F238E27FC236}">
                    <a16:creationId xmlns:a16="http://schemas.microsoft.com/office/drawing/2014/main" id="{D058F9AF-EC80-4D4F-8474-832BB4449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77"/>
                <a:ext cx="104" cy="203"/>
              </a:xfrm>
              <a:custGeom>
                <a:avLst/>
                <a:gdLst>
                  <a:gd name="T0" fmla="*/ 184 w 69"/>
                  <a:gd name="T1" fmla="*/ 513 h 127"/>
                  <a:gd name="T2" fmla="*/ 140 w 69"/>
                  <a:gd name="T3" fmla="*/ 457 h 127"/>
                  <a:gd name="T4" fmla="*/ 66 w 69"/>
                  <a:gd name="T5" fmla="*/ 232 h 127"/>
                  <a:gd name="T6" fmla="*/ 12 w 69"/>
                  <a:gd name="T7" fmla="*/ 82 h 127"/>
                  <a:gd name="T8" fmla="*/ 14 w 69"/>
                  <a:gd name="T9" fmla="*/ 21 h 127"/>
                  <a:gd name="T10" fmla="*/ 45 w 69"/>
                  <a:gd name="T11" fmla="*/ 5 h 127"/>
                  <a:gd name="T12" fmla="*/ 80 w 69"/>
                  <a:gd name="T13" fmla="*/ 26 h 127"/>
                  <a:gd name="T14" fmla="*/ 157 w 69"/>
                  <a:gd name="T15" fmla="*/ 240 h 127"/>
                  <a:gd name="T16" fmla="*/ 229 w 69"/>
                  <a:gd name="T17" fmla="*/ 457 h 127"/>
                  <a:gd name="T18" fmla="*/ 216 w 69"/>
                  <a:gd name="T19" fmla="*/ 499 h 127"/>
                  <a:gd name="T20" fmla="*/ 184 w 69"/>
                  <a:gd name="T21" fmla="*/ 513 h 1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27">
                    <a:moveTo>
                      <a:pt x="54" y="126"/>
                    </a:moveTo>
                    <a:cubicBezTo>
                      <a:pt x="51" y="127"/>
                      <a:pt x="47" y="127"/>
                      <a:pt x="41" y="112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13"/>
                      <a:pt x="1" y="6"/>
                      <a:pt x="4" y="5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0"/>
                      <a:pt x="21" y="0"/>
                      <a:pt x="23" y="6"/>
                    </a:cubicBezTo>
                    <a:cubicBezTo>
                      <a:pt x="23" y="6"/>
                      <a:pt x="41" y="47"/>
                      <a:pt x="46" y="59"/>
                    </a:cubicBezTo>
                    <a:cubicBezTo>
                      <a:pt x="51" y="70"/>
                      <a:pt x="67" y="112"/>
                      <a:pt x="67" y="112"/>
                    </a:cubicBezTo>
                    <a:cubicBezTo>
                      <a:pt x="69" y="118"/>
                      <a:pt x="67" y="121"/>
                      <a:pt x="63" y="122"/>
                    </a:cubicBezTo>
                    <a:lnTo>
                      <a:pt x="54" y="126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7" name="Freeform 352">
                <a:extLst>
                  <a:ext uri="{FF2B5EF4-FFF2-40B4-BE49-F238E27FC236}">
                    <a16:creationId xmlns:a16="http://schemas.microsoft.com/office/drawing/2014/main" id="{526C461D-672A-4DF6-AD4D-2351570DA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883"/>
                <a:ext cx="114" cy="200"/>
              </a:xfrm>
              <a:custGeom>
                <a:avLst/>
                <a:gdLst>
                  <a:gd name="T0" fmla="*/ 210 w 76"/>
                  <a:gd name="T1" fmla="*/ 504 h 125"/>
                  <a:gd name="T2" fmla="*/ 161 w 76"/>
                  <a:gd name="T3" fmla="*/ 456 h 125"/>
                  <a:gd name="T4" fmla="*/ 75 w 76"/>
                  <a:gd name="T5" fmla="*/ 238 h 125"/>
                  <a:gd name="T6" fmla="*/ 12 w 76"/>
                  <a:gd name="T7" fmla="*/ 86 h 125"/>
                  <a:gd name="T8" fmla="*/ 12 w 76"/>
                  <a:gd name="T9" fmla="*/ 26 h 125"/>
                  <a:gd name="T10" fmla="*/ 41 w 76"/>
                  <a:gd name="T11" fmla="*/ 8 h 125"/>
                  <a:gd name="T12" fmla="*/ 75 w 76"/>
                  <a:gd name="T13" fmla="*/ 26 h 125"/>
                  <a:gd name="T14" fmla="*/ 167 w 76"/>
                  <a:gd name="T15" fmla="*/ 234 h 125"/>
                  <a:gd name="T16" fmla="*/ 248 w 76"/>
                  <a:gd name="T17" fmla="*/ 445 h 125"/>
                  <a:gd name="T18" fmla="*/ 242 w 76"/>
                  <a:gd name="T19" fmla="*/ 486 h 125"/>
                  <a:gd name="T20" fmla="*/ 210 w 76"/>
                  <a:gd name="T21" fmla="*/ 504 h 1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6" h="125">
                    <a:moveTo>
                      <a:pt x="62" y="123"/>
                    </a:moveTo>
                    <a:cubicBezTo>
                      <a:pt x="58" y="125"/>
                      <a:pt x="55" y="125"/>
                      <a:pt x="47" y="111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14"/>
                      <a:pt x="0" y="8"/>
                      <a:pt x="3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0"/>
                      <a:pt x="19" y="1"/>
                      <a:pt x="22" y="6"/>
                    </a:cubicBezTo>
                    <a:cubicBezTo>
                      <a:pt x="22" y="6"/>
                      <a:pt x="43" y="45"/>
                      <a:pt x="49" y="57"/>
                    </a:cubicBezTo>
                    <a:cubicBezTo>
                      <a:pt x="55" y="68"/>
                      <a:pt x="73" y="109"/>
                      <a:pt x="73" y="109"/>
                    </a:cubicBezTo>
                    <a:cubicBezTo>
                      <a:pt x="76" y="114"/>
                      <a:pt x="74" y="117"/>
                      <a:pt x="71" y="119"/>
                    </a:cubicBezTo>
                    <a:lnTo>
                      <a:pt x="62" y="12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8" name="Freeform 353">
                <a:extLst>
                  <a:ext uri="{FF2B5EF4-FFF2-40B4-BE49-F238E27FC236}">
                    <a16:creationId xmlns:a16="http://schemas.microsoft.com/office/drawing/2014/main" id="{B93DCB05-BD51-4860-AEA4-6D0B10A93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746"/>
                <a:ext cx="119" cy="147"/>
              </a:xfrm>
              <a:custGeom>
                <a:avLst/>
                <a:gdLst>
                  <a:gd name="T0" fmla="*/ 154 w 79"/>
                  <a:gd name="T1" fmla="*/ 102 h 92"/>
                  <a:gd name="T2" fmla="*/ 95 w 79"/>
                  <a:gd name="T3" fmla="*/ 0 h 92"/>
                  <a:gd name="T4" fmla="*/ 0 w 79"/>
                  <a:gd name="T5" fmla="*/ 8 h 92"/>
                  <a:gd name="T6" fmla="*/ 66 w 79"/>
                  <a:gd name="T7" fmla="*/ 118 h 92"/>
                  <a:gd name="T8" fmla="*/ 175 w 79"/>
                  <a:gd name="T9" fmla="*/ 321 h 92"/>
                  <a:gd name="T10" fmla="*/ 224 w 79"/>
                  <a:gd name="T11" fmla="*/ 368 h 92"/>
                  <a:gd name="T12" fmla="*/ 256 w 79"/>
                  <a:gd name="T13" fmla="*/ 342 h 92"/>
                  <a:gd name="T14" fmla="*/ 259 w 79"/>
                  <a:gd name="T15" fmla="*/ 302 h 92"/>
                  <a:gd name="T16" fmla="*/ 154 w 79"/>
                  <a:gd name="T17" fmla="*/ 102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92">
                    <a:moveTo>
                      <a:pt x="45" y="25"/>
                    </a:moveTo>
                    <a:cubicBezTo>
                      <a:pt x="42" y="20"/>
                      <a:pt x="35" y="10"/>
                      <a:pt x="28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51" y="79"/>
                      <a:pt x="51" y="79"/>
                      <a:pt x="51" y="79"/>
                    </a:cubicBezTo>
                    <a:cubicBezTo>
                      <a:pt x="60" y="92"/>
                      <a:pt x="63" y="92"/>
                      <a:pt x="66" y="90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8" y="82"/>
                      <a:pt x="79" y="79"/>
                      <a:pt x="76" y="74"/>
                    </a:cubicBezTo>
                    <a:cubicBezTo>
                      <a:pt x="76" y="74"/>
                      <a:pt x="52" y="36"/>
                      <a:pt x="45" y="2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9" name="Freeform 354">
                <a:extLst>
                  <a:ext uri="{FF2B5EF4-FFF2-40B4-BE49-F238E27FC236}">
                    <a16:creationId xmlns:a16="http://schemas.microsoft.com/office/drawing/2014/main" id="{17B56154-39FC-410C-84E6-2A905641F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3653"/>
                <a:ext cx="76" cy="202"/>
              </a:xfrm>
              <a:custGeom>
                <a:avLst/>
                <a:gdLst>
                  <a:gd name="T0" fmla="*/ 162 w 51"/>
                  <a:gd name="T1" fmla="*/ 67 h 126"/>
                  <a:gd name="T2" fmla="*/ 95 w 51"/>
                  <a:gd name="T3" fmla="*/ 367 h 126"/>
                  <a:gd name="T4" fmla="*/ 69 w 51"/>
                  <a:gd name="T5" fmla="*/ 478 h 126"/>
                  <a:gd name="T6" fmla="*/ 46 w 51"/>
                  <a:gd name="T7" fmla="*/ 515 h 126"/>
                  <a:gd name="T8" fmla="*/ 13 w 51"/>
                  <a:gd name="T9" fmla="*/ 507 h 126"/>
                  <a:gd name="T10" fmla="*/ 1 w 51"/>
                  <a:gd name="T11" fmla="*/ 470 h 126"/>
                  <a:gd name="T12" fmla="*/ 67 w 51"/>
                  <a:gd name="T13" fmla="*/ 192 h 126"/>
                  <a:gd name="T14" fmla="*/ 100 w 51"/>
                  <a:gd name="T15" fmla="*/ 34 h 126"/>
                  <a:gd name="T16" fmla="*/ 128 w 51"/>
                  <a:gd name="T17" fmla="*/ 5 h 126"/>
                  <a:gd name="T18" fmla="*/ 159 w 51"/>
                  <a:gd name="T19" fmla="*/ 13 h 126"/>
                  <a:gd name="T20" fmla="*/ 167 w 51"/>
                  <a:gd name="T21" fmla="*/ 26 h 126"/>
                  <a:gd name="T22" fmla="*/ 162 w 51"/>
                  <a:gd name="T23" fmla="*/ 67 h 126"/>
                  <a:gd name="T24" fmla="*/ 162 w 51"/>
                  <a:gd name="T25" fmla="*/ 67 h 1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126">
                    <a:moveTo>
                      <a:pt x="49" y="16"/>
                    </a:moveTo>
                    <a:cubicBezTo>
                      <a:pt x="49" y="17"/>
                      <a:pt x="34" y="71"/>
                      <a:pt x="29" y="89"/>
                    </a:cubicBezTo>
                    <a:cubicBezTo>
                      <a:pt x="21" y="116"/>
                      <a:pt x="21" y="116"/>
                      <a:pt x="21" y="116"/>
                    </a:cubicBezTo>
                    <a:cubicBezTo>
                      <a:pt x="20" y="121"/>
                      <a:pt x="17" y="126"/>
                      <a:pt x="14" y="125"/>
                    </a:cubicBezTo>
                    <a:cubicBezTo>
                      <a:pt x="14" y="125"/>
                      <a:pt x="4" y="123"/>
                      <a:pt x="4" y="123"/>
                    </a:cubicBezTo>
                    <a:cubicBezTo>
                      <a:pt x="1" y="122"/>
                      <a:pt x="0" y="119"/>
                      <a:pt x="1" y="114"/>
                    </a:cubicBezTo>
                    <a:cubicBezTo>
                      <a:pt x="1" y="113"/>
                      <a:pt x="16" y="62"/>
                      <a:pt x="20" y="47"/>
                    </a:cubicBezTo>
                    <a:cubicBezTo>
                      <a:pt x="24" y="32"/>
                      <a:pt x="30" y="9"/>
                      <a:pt x="30" y="8"/>
                    </a:cubicBezTo>
                    <a:cubicBezTo>
                      <a:pt x="31" y="2"/>
                      <a:pt x="35" y="0"/>
                      <a:pt x="39" y="1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4"/>
                      <a:pt x="50" y="4"/>
                      <a:pt x="50" y="6"/>
                    </a:cubicBezTo>
                    <a:cubicBezTo>
                      <a:pt x="51" y="8"/>
                      <a:pt x="50" y="12"/>
                      <a:pt x="49" y="16"/>
                    </a:cubicBezTo>
                    <a:cubicBezTo>
                      <a:pt x="49" y="16"/>
                      <a:pt x="49" y="16"/>
                      <a:pt x="49" y="1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0" name="Freeform 355">
                <a:extLst>
                  <a:ext uri="{FF2B5EF4-FFF2-40B4-BE49-F238E27FC236}">
                    <a16:creationId xmlns:a16="http://schemas.microsoft.com/office/drawing/2014/main" id="{1403D5E6-BC61-4C66-AA9D-2B875682C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3861"/>
                <a:ext cx="67" cy="169"/>
              </a:xfrm>
              <a:custGeom>
                <a:avLst/>
                <a:gdLst>
                  <a:gd name="T0" fmla="*/ 68 w 45"/>
                  <a:gd name="T1" fmla="*/ 429 h 106"/>
                  <a:gd name="T2" fmla="*/ 100 w 45"/>
                  <a:gd name="T3" fmla="*/ 260 h 106"/>
                  <a:gd name="T4" fmla="*/ 146 w 45"/>
                  <a:gd name="T5" fmla="*/ 41 h 106"/>
                  <a:gd name="T6" fmla="*/ 133 w 45"/>
                  <a:gd name="T7" fmla="*/ 13 h 106"/>
                  <a:gd name="T8" fmla="*/ 100 w 45"/>
                  <a:gd name="T9" fmla="*/ 5 h 106"/>
                  <a:gd name="T10" fmla="*/ 73 w 45"/>
                  <a:gd name="T11" fmla="*/ 41 h 106"/>
                  <a:gd name="T12" fmla="*/ 19 w 45"/>
                  <a:gd name="T13" fmla="*/ 333 h 106"/>
                  <a:gd name="T14" fmla="*/ 0 w 45"/>
                  <a:gd name="T15" fmla="*/ 429 h 106"/>
                  <a:gd name="T16" fmla="*/ 68 w 45"/>
                  <a:gd name="T17" fmla="*/ 429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06">
                    <a:moveTo>
                      <a:pt x="21" y="106"/>
                    </a:moveTo>
                    <a:cubicBezTo>
                      <a:pt x="23" y="95"/>
                      <a:pt x="27" y="78"/>
                      <a:pt x="30" y="64"/>
                    </a:cubicBezTo>
                    <a:cubicBezTo>
                      <a:pt x="35" y="42"/>
                      <a:pt x="44" y="10"/>
                      <a:pt x="44" y="10"/>
                    </a:cubicBezTo>
                    <a:cubicBezTo>
                      <a:pt x="45" y="7"/>
                      <a:pt x="45" y="4"/>
                      <a:pt x="40" y="3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7" y="0"/>
                      <a:pt x="25" y="1"/>
                      <a:pt x="22" y="10"/>
                    </a:cubicBezTo>
                    <a:cubicBezTo>
                      <a:pt x="22" y="11"/>
                      <a:pt x="11" y="58"/>
                      <a:pt x="6" y="82"/>
                    </a:cubicBezTo>
                    <a:cubicBezTo>
                      <a:pt x="3" y="94"/>
                      <a:pt x="1" y="102"/>
                      <a:pt x="0" y="106"/>
                    </a:cubicBezTo>
                    <a:lnTo>
                      <a:pt x="21" y="106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1" name="Freeform 356">
                <a:extLst>
                  <a:ext uri="{FF2B5EF4-FFF2-40B4-BE49-F238E27FC236}">
                    <a16:creationId xmlns:a16="http://schemas.microsoft.com/office/drawing/2014/main" id="{DFD6AF86-A142-4B72-A1E5-8D7096E5E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3736"/>
                <a:ext cx="15" cy="40"/>
              </a:xfrm>
              <a:custGeom>
                <a:avLst/>
                <a:gdLst>
                  <a:gd name="T0" fmla="*/ 32 w 10"/>
                  <a:gd name="T1" fmla="*/ 0 h 25"/>
                  <a:gd name="T2" fmla="*/ 32 w 10"/>
                  <a:gd name="T3" fmla="*/ 54 h 25"/>
                  <a:gd name="T4" fmla="*/ 8 w 10"/>
                  <a:gd name="T5" fmla="*/ 98 h 25"/>
                  <a:gd name="T6" fmla="*/ 8 w 10"/>
                  <a:gd name="T7" fmla="*/ 46 h 25"/>
                  <a:gd name="T8" fmla="*/ 32 w 1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9" y="0"/>
                    </a:moveTo>
                    <a:cubicBezTo>
                      <a:pt x="10" y="1"/>
                      <a:pt x="10" y="6"/>
                      <a:pt x="9" y="13"/>
                    </a:cubicBezTo>
                    <a:cubicBezTo>
                      <a:pt x="7" y="20"/>
                      <a:pt x="4" y="25"/>
                      <a:pt x="2" y="24"/>
                    </a:cubicBezTo>
                    <a:cubicBezTo>
                      <a:pt x="0" y="23"/>
                      <a:pt x="0" y="18"/>
                      <a:pt x="2" y="11"/>
                    </a:cubicBezTo>
                    <a:cubicBezTo>
                      <a:pt x="4" y="4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2" name="Freeform 357">
                <a:extLst>
                  <a:ext uri="{FF2B5EF4-FFF2-40B4-BE49-F238E27FC236}">
                    <a16:creationId xmlns:a16="http://schemas.microsoft.com/office/drawing/2014/main" id="{15655585-70B1-43BC-A350-C88DE1ABD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946"/>
                <a:ext cx="14" cy="40"/>
              </a:xfrm>
              <a:custGeom>
                <a:avLst/>
                <a:gdLst>
                  <a:gd name="T0" fmla="*/ 21 w 10"/>
                  <a:gd name="T1" fmla="*/ 0 h 25"/>
                  <a:gd name="T2" fmla="*/ 21 w 10"/>
                  <a:gd name="T3" fmla="*/ 54 h 25"/>
                  <a:gd name="T4" fmla="*/ 6 w 10"/>
                  <a:gd name="T5" fmla="*/ 102 h 25"/>
                  <a:gd name="T6" fmla="*/ 1 w 10"/>
                  <a:gd name="T7" fmla="*/ 48 h 25"/>
                  <a:gd name="T8" fmla="*/ 21 w 1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8" y="0"/>
                    </a:moveTo>
                    <a:cubicBezTo>
                      <a:pt x="9" y="1"/>
                      <a:pt x="10" y="7"/>
                      <a:pt x="8" y="13"/>
                    </a:cubicBezTo>
                    <a:cubicBezTo>
                      <a:pt x="7" y="20"/>
                      <a:pt x="4" y="25"/>
                      <a:pt x="2" y="25"/>
                    </a:cubicBezTo>
                    <a:cubicBezTo>
                      <a:pt x="0" y="24"/>
                      <a:pt x="0" y="18"/>
                      <a:pt x="1" y="12"/>
                    </a:cubicBezTo>
                    <a:cubicBezTo>
                      <a:pt x="3" y="5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3" name="Freeform 358">
                <a:extLst>
                  <a:ext uri="{FF2B5EF4-FFF2-40B4-BE49-F238E27FC236}">
                    <a16:creationId xmlns:a16="http://schemas.microsoft.com/office/drawing/2014/main" id="{FF5A5EB6-156A-4EB8-80E7-AECBD6CB0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3731"/>
                <a:ext cx="15" cy="40"/>
              </a:xfrm>
              <a:custGeom>
                <a:avLst/>
                <a:gdLst>
                  <a:gd name="T0" fmla="*/ 27 w 10"/>
                  <a:gd name="T1" fmla="*/ 5 h 25"/>
                  <a:gd name="T2" fmla="*/ 27 w 10"/>
                  <a:gd name="T3" fmla="*/ 56 h 25"/>
                  <a:gd name="T4" fmla="*/ 5 w 10"/>
                  <a:gd name="T5" fmla="*/ 102 h 25"/>
                  <a:gd name="T6" fmla="*/ 5 w 10"/>
                  <a:gd name="T7" fmla="*/ 48 h 25"/>
                  <a:gd name="T8" fmla="*/ 27 w 10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8" y="1"/>
                    </a:moveTo>
                    <a:cubicBezTo>
                      <a:pt x="10" y="1"/>
                      <a:pt x="10" y="7"/>
                      <a:pt x="8" y="14"/>
                    </a:cubicBezTo>
                    <a:cubicBezTo>
                      <a:pt x="6" y="20"/>
                      <a:pt x="3" y="25"/>
                      <a:pt x="1" y="25"/>
                    </a:cubicBezTo>
                    <a:cubicBezTo>
                      <a:pt x="0" y="24"/>
                      <a:pt x="0" y="18"/>
                      <a:pt x="1" y="12"/>
                    </a:cubicBezTo>
                    <a:cubicBezTo>
                      <a:pt x="3" y="5"/>
                      <a:pt x="6" y="0"/>
                      <a:pt x="8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4" name="Freeform 359">
                <a:extLst>
                  <a:ext uri="{FF2B5EF4-FFF2-40B4-BE49-F238E27FC236}">
                    <a16:creationId xmlns:a16="http://schemas.microsoft.com/office/drawing/2014/main" id="{BE500A90-8431-4468-9308-8EB2F6FCA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3738"/>
                <a:ext cx="9" cy="33"/>
              </a:xfrm>
              <a:custGeom>
                <a:avLst/>
                <a:gdLst>
                  <a:gd name="T0" fmla="*/ 21 w 6"/>
                  <a:gd name="T1" fmla="*/ 60 h 21"/>
                  <a:gd name="T2" fmla="*/ 8 w 6"/>
                  <a:gd name="T3" fmla="*/ 74 h 21"/>
                  <a:gd name="T4" fmla="*/ 8 w 6"/>
                  <a:gd name="T5" fmla="*/ 22 h 21"/>
                  <a:gd name="T6" fmla="*/ 14 w 6"/>
                  <a:gd name="T7" fmla="*/ 0 h 21"/>
                  <a:gd name="T8" fmla="*/ 5 w 6"/>
                  <a:gd name="T9" fmla="*/ 31 h 21"/>
                  <a:gd name="T10" fmla="*/ 5 w 6"/>
                  <a:gd name="T11" fmla="*/ 82 h 21"/>
                  <a:gd name="T12" fmla="*/ 21 w 6"/>
                  <a:gd name="T13" fmla="*/ 6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1">
                    <a:moveTo>
                      <a:pt x="6" y="15"/>
                    </a:moveTo>
                    <a:cubicBezTo>
                      <a:pt x="5" y="18"/>
                      <a:pt x="4" y="19"/>
                      <a:pt x="2" y="19"/>
                    </a:cubicBezTo>
                    <a:cubicBezTo>
                      <a:pt x="1" y="18"/>
                      <a:pt x="1" y="12"/>
                      <a:pt x="2" y="6"/>
                    </a:cubicBezTo>
                    <a:cubicBezTo>
                      <a:pt x="3" y="4"/>
                      <a:pt x="4" y="2"/>
                      <a:pt x="4" y="0"/>
                    </a:cubicBezTo>
                    <a:cubicBezTo>
                      <a:pt x="3" y="2"/>
                      <a:pt x="2" y="5"/>
                      <a:pt x="1" y="8"/>
                    </a:cubicBezTo>
                    <a:cubicBezTo>
                      <a:pt x="0" y="14"/>
                      <a:pt x="0" y="20"/>
                      <a:pt x="1" y="21"/>
                    </a:cubicBezTo>
                    <a:cubicBezTo>
                      <a:pt x="3" y="21"/>
                      <a:pt x="5" y="19"/>
                      <a:pt x="6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5" name="Freeform 360">
                <a:extLst>
                  <a:ext uri="{FF2B5EF4-FFF2-40B4-BE49-F238E27FC236}">
                    <a16:creationId xmlns:a16="http://schemas.microsoft.com/office/drawing/2014/main" id="{1E40257E-F0F3-4D6D-93B2-A804B8864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3736"/>
                <a:ext cx="7" cy="29"/>
              </a:xfrm>
              <a:custGeom>
                <a:avLst/>
                <a:gdLst>
                  <a:gd name="T0" fmla="*/ 8 w 5"/>
                  <a:gd name="T1" fmla="*/ 5 h 18"/>
                  <a:gd name="T2" fmla="*/ 8 w 5"/>
                  <a:gd name="T3" fmla="*/ 50 h 18"/>
                  <a:gd name="T4" fmla="*/ 0 w 5"/>
                  <a:gd name="T5" fmla="*/ 76 h 18"/>
                  <a:gd name="T6" fmla="*/ 11 w 5"/>
                  <a:gd name="T7" fmla="*/ 42 h 18"/>
                  <a:gd name="T8" fmla="*/ 11 w 5"/>
                  <a:gd name="T9" fmla="*/ 0 h 18"/>
                  <a:gd name="T10" fmla="*/ 0 w 5"/>
                  <a:gd name="T11" fmla="*/ 13 h 18"/>
                  <a:gd name="T12" fmla="*/ 8 w 5"/>
                  <a:gd name="T13" fmla="*/ 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3" y="1"/>
                    </a:moveTo>
                    <a:cubicBezTo>
                      <a:pt x="5" y="2"/>
                      <a:pt x="4" y="7"/>
                      <a:pt x="3" y="12"/>
                    </a:cubicBezTo>
                    <a:cubicBezTo>
                      <a:pt x="2" y="14"/>
                      <a:pt x="1" y="17"/>
                      <a:pt x="0" y="18"/>
                    </a:cubicBezTo>
                    <a:cubicBezTo>
                      <a:pt x="1" y="17"/>
                      <a:pt x="3" y="14"/>
                      <a:pt x="4" y="10"/>
                    </a:cubicBezTo>
                    <a:cubicBezTo>
                      <a:pt x="5" y="5"/>
                      <a:pt x="5" y="0"/>
                      <a:pt x="4" y="0"/>
                    </a:cubicBezTo>
                    <a:cubicBezTo>
                      <a:pt x="3" y="0"/>
                      <a:pt x="2" y="1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6" name="Freeform 361">
                <a:extLst>
                  <a:ext uri="{FF2B5EF4-FFF2-40B4-BE49-F238E27FC236}">
                    <a16:creationId xmlns:a16="http://schemas.microsoft.com/office/drawing/2014/main" id="{DA427750-041B-42C3-A2C7-8622F2897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942"/>
                <a:ext cx="14" cy="40"/>
              </a:xfrm>
              <a:custGeom>
                <a:avLst/>
                <a:gdLst>
                  <a:gd name="T0" fmla="*/ 21 w 10"/>
                  <a:gd name="T1" fmla="*/ 0 h 25"/>
                  <a:gd name="T2" fmla="*/ 25 w 10"/>
                  <a:gd name="T3" fmla="*/ 54 h 25"/>
                  <a:gd name="T4" fmla="*/ 6 w 10"/>
                  <a:gd name="T5" fmla="*/ 98 h 25"/>
                  <a:gd name="T6" fmla="*/ 6 w 10"/>
                  <a:gd name="T7" fmla="*/ 46 h 25"/>
                  <a:gd name="T8" fmla="*/ 21 w 1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8" y="0"/>
                    </a:moveTo>
                    <a:cubicBezTo>
                      <a:pt x="10" y="0"/>
                      <a:pt x="10" y="6"/>
                      <a:pt x="9" y="13"/>
                    </a:cubicBezTo>
                    <a:cubicBezTo>
                      <a:pt x="7" y="20"/>
                      <a:pt x="4" y="25"/>
                      <a:pt x="2" y="24"/>
                    </a:cubicBezTo>
                    <a:cubicBezTo>
                      <a:pt x="0" y="24"/>
                      <a:pt x="0" y="18"/>
                      <a:pt x="2" y="11"/>
                    </a:cubicBezTo>
                    <a:cubicBezTo>
                      <a:pt x="3" y="5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7" name="Freeform 362">
                <a:extLst>
                  <a:ext uri="{FF2B5EF4-FFF2-40B4-BE49-F238E27FC236}">
                    <a16:creationId xmlns:a16="http://schemas.microsoft.com/office/drawing/2014/main" id="{2DE1DBF9-164E-4C26-901D-A75437761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659"/>
                <a:ext cx="19" cy="85"/>
              </a:xfrm>
              <a:custGeom>
                <a:avLst/>
                <a:gdLst>
                  <a:gd name="T0" fmla="*/ 13 w 13"/>
                  <a:gd name="T1" fmla="*/ 0 h 53"/>
                  <a:gd name="T2" fmla="*/ 38 w 13"/>
                  <a:gd name="T3" fmla="*/ 16 h 53"/>
                  <a:gd name="T4" fmla="*/ 32 w 13"/>
                  <a:gd name="T5" fmla="*/ 67 h 53"/>
                  <a:gd name="T6" fmla="*/ 15 w 13"/>
                  <a:gd name="T7" fmla="*/ 149 h 53"/>
                  <a:gd name="T8" fmla="*/ 6 w 13"/>
                  <a:gd name="T9" fmla="*/ 184 h 53"/>
                  <a:gd name="T10" fmla="*/ 0 w 13"/>
                  <a:gd name="T11" fmla="*/ 218 h 53"/>
                  <a:gd name="T12" fmla="*/ 28 w 13"/>
                  <a:gd name="T13" fmla="*/ 61 h 53"/>
                  <a:gd name="T14" fmla="*/ 26 w 13"/>
                  <a:gd name="T15" fmla="*/ 16 h 53"/>
                  <a:gd name="T16" fmla="*/ 1 w 13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3">
                    <a:moveTo>
                      <a:pt x="4" y="0"/>
                    </a:moveTo>
                    <a:cubicBezTo>
                      <a:pt x="6" y="0"/>
                      <a:pt x="11" y="1"/>
                      <a:pt x="12" y="4"/>
                    </a:cubicBezTo>
                    <a:cubicBezTo>
                      <a:pt x="13" y="7"/>
                      <a:pt x="11" y="13"/>
                      <a:pt x="10" y="16"/>
                    </a:cubicBezTo>
                    <a:cubicBezTo>
                      <a:pt x="9" y="23"/>
                      <a:pt x="7" y="29"/>
                      <a:pt x="5" y="36"/>
                    </a:cubicBezTo>
                    <a:cubicBezTo>
                      <a:pt x="4" y="39"/>
                      <a:pt x="3" y="42"/>
                      <a:pt x="2" y="45"/>
                    </a:cubicBezTo>
                    <a:cubicBezTo>
                      <a:pt x="2" y="47"/>
                      <a:pt x="1" y="51"/>
                      <a:pt x="0" y="53"/>
                    </a:cubicBezTo>
                    <a:cubicBezTo>
                      <a:pt x="1" y="41"/>
                      <a:pt x="6" y="28"/>
                      <a:pt x="9" y="15"/>
                    </a:cubicBezTo>
                    <a:cubicBezTo>
                      <a:pt x="9" y="11"/>
                      <a:pt x="10" y="7"/>
                      <a:pt x="8" y="4"/>
                    </a:cubicBezTo>
                    <a:cubicBezTo>
                      <a:pt x="6" y="2"/>
                      <a:pt x="4" y="1"/>
                      <a:pt x="1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8" name="Freeform 363">
                <a:extLst>
                  <a:ext uri="{FF2B5EF4-FFF2-40B4-BE49-F238E27FC236}">
                    <a16:creationId xmlns:a16="http://schemas.microsoft.com/office/drawing/2014/main" id="{6F38A40C-13D0-4157-917C-43BD99400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3719"/>
                <a:ext cx="33" cy="128"/>
              </a:xfrm>
              <a:custGeom>
                <a:avLst/>
                <a:gdLst>
                  <a:gd name="T0" fmla="*/ 75 w 22"/>
                  <a:gd name="T1" fmla="*/ 0 h 80"/>
                  <a:gd name="T2" fmla="*/ 21 w 22"/>
                  <a:gd name="T3" fmla="*/ 238 h 80"/>
                  <a:gd name="T4" fmla="*/ 12 w 22"/>
                  <a:gd name="T5" fmla="*/ 315 h 80"/>
                  <a:gd name="T6" fmla="*/ 48 w 22"/>
                  <a:gd name="T7" fmla="*/ 328 h 80"/>
                  <a:gd name="T8" fmla="*/ 18 w 22"/>
                  <a:gd name="T9" fmla="*/ 299 h 80"/>
                  <a:gd name="T10" fmla="*/ 26 w 22"/>
                  <a:gd name="T11" fmla="*/ 253 h 80"/>
                  <a:gd name="T12" fmla="*/ 39 w 22"/>
                  <a:gd name="T13" fmla="*/ 200 h 80"/>
                  <a:gd name="T14" fmla="*/ 59 w 22"/>
                  <a:gd name="T15" fmla="*/ 94 h 80"/>
                  <a:gd name="T16" fmla="*/ 68 w 22"/>
                  <a:gd name="T17" fmla="*/ 46 h 80"/>
                  <a:gd name="T18" fmla="*/ 75 w 22"/>
                  <a:gd name="T19" fmla="*/ 8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80">
                    <a:moveTo>
                      <a:pt x="22" y="0"/>
                    </a:moveTo>
                    <a:cubicBezTo>
                      <a:pt x="17" y="20"/>
                      <a:pt x="12" y="39"/>
                      <a:pt x="6" y="58"/>
                    </a:cubicBezTo>
                    <a:cubicBezTo>
                      <a:pt x="5" y="62"/>
                      <a:pt x="0" y="73"/>
                      <a:pt x="3" y="77"/>
                    </a:cubicBezTo>
                    <a:cubicBezTo>
                      <a:pt x="4" y="80"/>
                      <a:pt x="11" y="80"/>
                      <a:pt x="14" y="80"/>
                    </a:cubicBezTo>
                    <a:cubicBezTo>
                      <a:pt x="11" y="79"/>
                      <a:pt x="6" y="78"/>
                      <a:pt x="5" y="73"/>
                    </a:cubicBezTo>
                    <a:cubicBezTo>
                      <a:pt x="5" y="70"/>
                      <a:pt x="7" y="65"/>
                      <a:pt x="7" y="62"/>
                    </a:cubicBezTo>
                    <a:cubicBezTo>
                      <a:pt x="8" y="57"/>
                      <a:pt x="10" y="53"/>
                      <a:pt x="11" y="49"/>
                    </a:cubicBezTo>
                    <a:cubicBezTo>
                      <a:pt x="13" y="40"/>
                      <a:pt x="16" y="32"/>
                      <a:pt x="17" y="23"/>
                    </a:cubicBezTo>
                    <a:cubicBezTo>
                      <a:pt x="18" y="19"/>
                      <a:pt x="19" y="15"/>
                      <a:pt x="20" y="11"/>
                    </a:cubicBezTo>
                    <a:cubicBezTo>
                      <a:pt x="21" y="8"/>
                      <a:pt x="22" y="5"/>
                      <a:pt x="22" y="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9" name="Freeform 364">
                <a:extLst>
                  <a:ext uri="{FF2B5EF4-FFF2-40B4-BE49-F238E27FC236}">
                    <a16:creationId xmlns:a16="http://schemas.microsoft.com/office/drawing/2014/main" id="{24CF3C3E-9B09-4AA3-972C-A8BE64DD4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3869"/>
                <a:ext cx="19" cy="86"/>
              </a:xfrm>
              <a:custGeom>
                <a:avLst/>
                <a:gdLst>
                  <a:gd name="T0" fmla="*/ 9 w 13"/>
                  <a:gd name="T1" fmla="*/ 0 h 54"/>
                  <a:gd name="T2" fmla="*/ 38 w 13"/>
                  <a:gd name="T3" fmla="*/ 16 h 54"/>
                  <a:gd name="T4" fmla="*/ 32 w 13"/>
                  <a:gd name="T5" fmla="*/ 68 h 54"/>
                  <a:gd name="T6" fmla="*/ 15 w 13"/>
                  <a:gd name="T7" fmla="*/ 145 h 54"/>
                  <a:gd name="T8" fmla="*/ 9 w 13"/>
                  <a:gd name="T9" fmla="*/ 183 h 54"/>
                  <a:gd name="T10" fmla="*/ 1 w 13"/>
                  <a:gd name="T11" fmla="*/ 218 h 54"/>
                  <a:gd name="T12" fmla="*/ 26 w 13"/>
                  <a:gd name="T13" fmla="*/ 64 h 54"/>
                  <a:gd name="T14" fmla="*/ 22 w 13"/>
                  <a:gd name="T15" fmla="*/ 21 h 54"/>
                  <a:gd name="T16" fmla="*/ 0 w 13"/>
                  <a:gd name="T17" fmla="*/ 5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4">
                    <a:moveTo>
                      <a:pt x="3" y="0"/>
                    </a:moveTo>
                    <a:cubicBezTo>
                      <a:pt x="5" y="1"/>
                      <a:pt x="11" y="1"/>
                      <a:pt x="12" y="4"/>
                    </a:cubicBezTo>
                    <a:cubicBezTo>
                      <a:pt x="13" y="6"/>
                      <a:pt x="11" y="13"/>
                      <a:pt x="10" y="17"/>
                    </a:cubicBezTo>
                    <a:cubicBezTo>
                      <a:pt x="8" y="23"/>
                      <a:pt x="7" y="30"/>
                      <a:pt x="5" y="36"/>
                    </a:cubicBezTo>
                    <a:cubicBezTo>
                      <a:pt x="4" y="39"/>
                      <a:pt x="3" y="42"/>
                      <a:pt x="3" y="45"/>
                    </a:cubicBezTo>
                    <a:cubicBezTo>
                      <a:pt x="2" y="48"/>
                      <a:pt x="2" y="51"/>
                      <a:pt x="1" y="54"/>
                    </a:cubicBezTo>
                    <a:cubicBezTo>
                      <a:pt x="1" y="42"/>
                      <a:pt x="6" y="28"/>
                      <a:pt x="8" y="16"/>
                    </a:cubicBezTo>
                    <a:cubicBezTo>
                      <a:pt x="8" y="12"/>
                      <a:pt x="9" y="7"/>
                      <a:pt x="7" y="5"/>
                    </a:cubicBezTo>
                    <a:cubicBezTo>
                      <a:pt x="5" y="3"/>
                      <a:pt x="2" y="1"/>
                      <a:pt x="0" y="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0" name="Freeform 365">
                <a:extLst>
                  <a:ext uri="{FF2B5EF4-FFF2-40B4-BE49-F238E27FC236}">
                    <a16:creationId xmlns:a16="http://schemas.microsoft.com/office/drawing/2014/main" id="{46B68DB1-19B5-4F7D-A5F4-6B12DAE6E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931"/>
                <a:ext cx="1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8 h 2"/>
                  <a:gd name="T4" fmla="*/ 0 w 1"/>
                  <a:gd name="T5" fmla="*/ 0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1" name="Freeform 366">
                <a:extLst>
                  <a:ext uri="{FF2B5EF4-FFF2-40B4-BE49-F238E27FC236}">
                    <a16:creationId xmlns:a16="http://schemas.microsoft.com/office/drawing/2014/main" id="{7383A79F-148D-43EA-AC8A-4680132C7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934"/>
                <a:ext cx="21" cy="96"/>
              </a:xfrm>
              <a:custGeom>
                <a:avLst/>
                <a:gdLst>
                  <a:gd name="T0" fmla="*/ 0 w 14"/>
                  <a:gd name="T1" fmla="*/ 246 h 60"/>
                  <a:gd name="T2" fmla="*/ 8 w 14"/>
                  <a:gd name="T3" fmla="*/ 246 h 60"/>
                  <a:gd name="T4" fmla="*/ 8 w 14"/>
                  <a:gd name="T5" fmla="*/ 246 h 60"/>
                  <a:gd name="T6" fmla="*/ 18 w 14"/>
                  <a:gd name="T7" fmla="*/ 189 h 60"/>
                  <a:gd name="T8" fmla="*/ 39 w 14"/>
                  <a:gd name="T9" fmla="*/ 86 h 60"/>
                  <a:gd name="T10" fmla="*/ 45 w 14"/>
                  <a:gd name="T11" fmla="*/ 34 h 60"/>
                  <a:gd name="T12" fmla="*/ 48 w 14"/>
                  <a:gd name="T13" fmla="*/ 0 h 60"/>
                  <a:gd name="T14" fmla="*/ 5 w 14"/>
                  <a:gd name="T15" fmla="*/ 230 h 60"/>
                  <a:gd name="T16" fmla="*/ 0 w 14"/>
                  <a:gd name="T17" fmla="*/ 246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60">
                    <a:moveTo>
                      <a:pt x="0" y="60"/>
                    </a:moveTo>
                    <a:cubicBezTo>
                      <a:pt x="2" y="60"/>
                      <a:pt x="2" y="60"/>
                      <a:pt x="2" y="60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3" y="55"/>
                      <a:pt x="4" y="51"/>
                      <a:pt x="5" y="46"/>
                    </a:cubicBezTo>
                    <a:cubicBezTo>
                      <a:pt x="7" y="38"/>
                      <a:pt x="9" y="30"/>
                      <a:pt x="11" y="21"/>
                    </a:cubicBezTo>
                    <a:cubicBezTo>
                      <a:pt x="11" y="17"/>
                      <a:pt x="12" y="13"/>
                      <a:pt x="13" y="8"/>
                    </a:cubicBezTo>
                    <a:cubicBezTo>
                      <a:pt x="13" y="6"/>
                      <a:pt x="14" y="3"/>
                      <a:pt x="14" y="0"/>
                    </a:cubicBezTo>
                    <a:cubicBezTo>
                      <a:pt x="10" y="19"/>
                      <a:pt x="6" y="38"/>
                      <a:pt x="1" y="56"/>
                    </a:cubicBezTo>
                    <a:cubicBezTo>
                      <a:pt x="1" y="57"/>
                      <a:pt x="1" y="58"/>
                      <a:pt x="0" y="60"/>
                    </a:cubicBez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2" name="Freeform 367">
                <a:extLst>
                  <a:ext uri="{FF2B5EF4-FFF2-40B4-BE49-F238E27FC236}">
                    <a16:creationId xmlns:a16="http://schemas.microsoft.com/office/drawing/2014/main" id="{59AA179F-69ED-4537-B528-F752AFE8E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949"/>
                <a:ext cx="10" cy="33"/>
              </a:xfrm>
              <a:custGeom>
                <a:avLst/>
                <a:gdLst>
                  <a:gd name="T0" fmla="*/ 20 w 7"/>
                  <a:gd name="T1" fmla="*/ 60 h 21"/>
                  <a:gd name="T2" fmla="*/ 9 w 7"/>
                  <a:gd name="T3" fmla="*/ 69 h 21"/>
                  <a:gd name="T4" fmla="*/ 9 w 7"/>
                  <a:gd name="T5" fmla="*/ 22 h 21"/>
                  <a:gd name="T6" fmla="*/ 13 w 7"/>
                  <a:gd name="T7" fmla="*/ 0 h 21"/>
                  <a:gd name="T8" fmla="*/ 6 w 7"/>
                  <a:gd name="T9" fmla="*/ 31 h 21"/>
                  <a:gd name="T10" fmla="*/ 6 w 7"/>
                  <a:gd name="T11" fmla="*/ 82 h 21"/>
                  <a:gd name="T12" fmla="*/ 20 w 7"/>
                  <a:gd name="T13" fmla="*/ 6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7" y="15"/>
                    </a:moveTo>
                    <a:cubicBezTo>
                      <a:pt x="6" y="17"/>
                      <a:pt x="4" y="19"/>
                      <a:pt x="3" y="18"/>
                    </a:cubicBezTo>
                    <a:cubicBezTo>
                      <a:pt x="1" y="18"/>
                      <a:pt x="1" y="12"/>
                      <a:pt x="3" y="6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3" y="2"/>
                      <a:pt x="2" y="5"/>
                      <a:pt x="2" y="8"/>
                    </a:cubicBezTo>
                    <a:cubicBezTo>
                      <a:pt x="0" y="14"/>
                      <a:pt x="0" y="20"/>
                      <a:pt x="2" y="21"/>
                    </a:cubicBezTo>
                    <a:cubicBezTo>
                      <a:pt x="4" y="21"/>
                      <a:pt x="5" y="18"/>
                      <a:pt x="7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3" name="Freeform 368">
                <a:extLst>
                  <a:ext uri="{FF2B5EF4-FFF2-40B4-BE49-F238E27FC236}">
                    <a16:creationId xmlns:a16="http://schemas.microsoft.com/office/drawing/2014/main" id="{4D0E1496-0C37-49E1-B1FA-7D862C184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3946"/>
                <a:ext cx="7" cy="30"/>
              </a:xfrm>
              <a:custGeom>
                <a:avLst/>
                <a:gdLst>
                  <a:gd name="T0" fmla="*/ 8 w 5"/>
                  <a:gd name="T1" fmla="*/ 8 h 19"/>
                  <a:gd name="T2" fmla="*/ 8 w 5"/>
                  <a:gd name="T3" fmla="*/ 52 h 19"/>
                  <a:gd name="T4" fmla="*/ 1 w 5"/>
                  <a:gd name="T5" fmla="*/ 74 h 19"/>
                  <a:gd name="T6" fmla="*/ 11 w 5"/>
                  <a:gd name="T7" fmla="*/ 43 h 19"/>
                  <a:gd name="T8" fmla="*/ 8 w 5"/>
                  <a:gd name="T9" fmla="*/ 5 h 19"/>
                  <a:gd name="T10" fmla="*/ 0 w 5"/>
                  <a:gd name="T11" fmla="*/ 14 h 19"/>
                  <a:gd name="T12" fmla="*/ 8 w 5"/>
                  <a:gd name="T13" fmla="*/ 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9">
                    <a:moveTo>
                      <a:pt x="3" y="2"/>
                    </a:moveTo>
                    <a:cubicBezTo>
                      <a:pt x="4" y="2"/>
                      <a:pt x="4" y="7"/>
                      <a:pt x="3" y="13"/>
                    </a:cubicBezTo>
                    <a:cubicBezTo>
                      <a:pt x="3" y="15"/>
                      <a:pt x="2" y="17"/>
                      <a:pt x="1" y="19"/>
                    </a:cubicBezTo>
                    <a:cubicBezTo>
                      <a:pt x="2" y="17"/>
                      <a:pt x="3" y="14"/>
                      <a:pt x="4" y="11"/>
                    </a:cubicBezTo>
                    <a:cubicBezTo>
                      <a:pt x="5" y="6"/>
                      <a:pt x="5" y="1"/>
                      <a:pt x="3" y="1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1" y="3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4" name="Freeform 369">
                <a:extLst>
                  <a:ext uri="{FF2B5EF4-FFF2-40B4-BE49-F238E27FC236}">
                    <a16:creationId xmlns:a16="http://schemas.microsoft.com/office/drawing/2014/main" id="{31B8A564-24CF-4E9B-86DE-0D38FC738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3653"/>
                <a:ext cx="76" cy="202"/>
              </a:xfrm>
              <a:custGeom>
                <a:avLst/>
                <a:gdLst>
                  <a:gd name="T0" fmla="*/ 162 w 51"/>
                  <a:gd name="T1" fmla="*/ 67 h 126"/>
                  <a:gd name="T2" fmla="*/ 95 w 51"/>
                  <a:gd name="T3" fmla="*/ 367 h 126"/>
                  <a:gd name="T4" fmla="*/ 69 w 51"/>
                  <a:gd name="T5" fmla="*/ 478 h 126"/>
                  <a:gd name="T6" fmla="*/ 46 w 51"/>
                  <a:gd name="T7" fmla="*/ 515 h 126"/>
                  <a:gd name="T8" fmla="*/ 13 w 51"/>
                  <a:gd name="T9" fmla="*/ 507 h 126"/>
                  <a:gd name="T10" fmla="*/ 1 w 51"/>
                  <a:gd name="T11" fmla="*/ 470 h 126"/>
                  <a:gd name="T12" fmla="*/ 67 w 51"/>
                  <a:gd name="T13" fmla="*/ 192 h 126"/>
                  <a:gd name="T14" fmla="*/ 100 w 51"/>
                  <a:gd name="T15" fmla="*/ 34 h 126"/>
                  <a:gd name="T16" fmla="*/ 128 w 51"/>
                  <a:gd name="T17" fmla="*/ 5 h 126"/>
                  <a:gd name="T18" fmla="*/ 159 w 51"/>
                  <a:gd name="T19" fmla="*/ 13 h 126"/>
                  <a:gd name="T20" fmla="*/ 167 w 51"/>
                  <a:gd name="T21" fmla="*/ 26 h 126"/>
                  <a:gd name="T22" fmla="*/ 162 w 51"/>
                  <a:gd name="T23" fmla="*/ 67 h 126"/>
                  <a:gd name="T24" fmla="*/ 162 w 51"/>
                  <a:gd name="T25" fmla="*/ 67 h 1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126">
                    <a:moveTo>
                      <a:pt x="49" y="16"/>
                    </a:moveTo>
                    <a:cubicBezTo>
                      <a:pt x="49" y="17"/>
                      <a:pt x="34" y="71"/>
                      <a:pt x="29" y="89"/>
                    </a:cubicBezTo>
                    <a:cubicBezTo>
                      <a:pt x="21" y="116"/>
                      <a:pt x="21" y="116"/>
                      <a:pt x="21" y="116"/>
                    </a:cubicBezTo>
                    <a:cubicBezTo>
                      <a:pt x="20" y="121"/>
                      <a:pt x="17" y="126"/>
                      <a:pt x="14" y="125"/>
                    </a:cubicBezTo>
                    <a:cubicBezTo>
                      <a:pt x="14" y="125"/>
                      <a:pt x="4" y="123"/>
                      <a:pt x="4" y="123"/>
                    </a:cubicBezTo>
                    <a:cubicBezTo>
                      <a:pt x="1" y="122"/>
                      <a:pt x="0" y="119"/>
                      <a:pt x="1" y="114"/>
                    </a:cubicBezTo>
                    <a:cubicBezTo>
                      <a:pt x="1" y="113"/>
                      <a:pt x="16" y="62"/>
                      <a:pt x="20" y="47"/>
                    </a:cubicBezTo>
                    <a:cubicBezTo>
                      <a:pt x="24" y="32"/>
                      <a:pt x="30" y="9"/>
                      <a:pt x="30" y="8"/>
                    </a:cubicBezTo>
                    <a:cubicBezTo>
                      <a:pt x="31" y="2"/>
                      <a:pt x="35" y="0"/>
                      <a:pt x="39" y="1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4"/>
                      <a:pt x="50" y="4"/>
                      <a:pt x="50" y="6"/>
                    </a:cubicBezTo>
                    <a:cubicBezTo>
                      <a:pt x="51" y="8"/>
                      <a:pt x="50" y="12"/>
                      <a:pt x="49" y="16"/>
                    </a:cubicBezTo>
                    <a:cubicBezTo>
                      <a:pt x="49" y="16"/>
                      <a:pt x="49" y="16"/>
                      <a:pt x="49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5" name="Freeform 370">
                <a:extLst>
                  <a:ext uri="{FF2B5EF4-FFF2-40B4-BE49-F238E27FC236}">
                    <a16:creationId xmlns:a16="http://schemas.microsoft.com/office/drawing/2014/main" id="{4BBF9FFE-2799-4068-9779-B7633544E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3861"/>
                <a:ext cx="67" cy="169"/>
              </a:xfrm>
              <a:custGeom>
                <a:avLst/>
                <a:gdLst>
                  <a:gd name="T0" fmla="*/ 68 w 45"/>
                  <a:gd name="T1" fmla="*/ 429 h 106"/>
                  <a:gd name="T2" fmla="*/ 100 w 45"/>
                  <a:gd name="T3" fmla="*/ 260 h 106"/>
                  <a:gd name="T4" fmla="*/ 146 w 45"/>
                  <a:gd name="T5" fmla="*/ 41 h 106"/>
                  <a:gd name="T6" fmla="*/ 133 w 45"/>
                  <a:gd name="T7" fmla="*/ 13 h 106"/>
                  <a:gd name="T8" fmla="*/ 100 w 45"/>
                  <a:gd name="T9" fmla="*/ 5 h 106"/>
                  <a:gd name="T10" fmla="*/ 73 w 45"/>
                  <a:gd name="T11" fmla="*/ 41 h 106"/>
                  <a:gd name="T12" fmla="*/ 19 w 45"/>
                  <a:gd name="T13" fmla="*/ 333 h 106"/>
                  <a:gd name="T14" fmla="*/ 0 w 45"/>
                  <a:gd name="T15" fmla="*/ 429 h 106"/>
                  <a:gd name="T16" fmla="*/ 68 w 45"/>
                  <a:gd name="T17" fmla="*/ 429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06">
                    <a:moveTo>
                      <a:pt x="21" y="106"/>
                    </a:moveTo>
                    <a:cubicBezTo>
                      <a:pt x="23" y="95"/>
                      <a:pt x="27" y="78"/>
                      <a:pt x="30" y="64"/>
                    </a:cubicBezTo>
                    <a:cubicBezTo>
                      <a:pt x="35" y="42"/>
                      <a:pt x="44" y="10"/>
                      <a:pt x="44" y="10"/>
                    </a:cubicBezTo>
                    <a:cubicBezTo>
                      <a:pt x="45" y="7"/>
                      <a:pt x="45" y="4"/>
                      <a:pt x="40" y="3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7" y="0"/>
                      <a:pt x="25" y="1"/>
                      <a:pt x="22" y="10"/>
                    </a:cubicBezTo>
                    <a:cubicBezTo>
                      <a:pt x="22" y="11"/>
                      <a:pt x="11" y="58"/>
                      <a:pt x="6" y="82"/>
                    </a:cubicBezTo>
                    <a:cubicBezTo>
                      <a:pt x="3" y="94"/>
                      <a:pt x="1" y="102"/>
                      <a:pt x="0" y="106"/>
                    </a:cubicBezTo>
                    <a:lnTo>
                      <a:pt x="21" y="10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6" name="Freeform 371">
                <a:extLst>
                  <a:ext uri="{FF2B5EF4-FFF2-40B4-BE49-F238E27FC236}">
                    <a16:creationId xmlns:a16="http://schemas.microsoft.com/office/drawing/2014/main" id="{C33CB699-F176-4591-A5AE-425A2A7C7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3447"/>
                <a:ext cx="89" cy="201"/>
              </a:xfrm>
              <a:custGeom>
                <a:avLst/>
                <a:gdLst>
                  <a:gd name="T0" fmla="*/ 81 w 59"/>
                  <a:gd name="T1" fmla="*/ 463 h 126"/>
                  <a:gd name="T2" fmla="*/ 48 w 59"/>
                  <a:gd name="T3" fmla="*/ 506 h 126"/>
                  <a:gd name="T4" fmla="*/ 18 w 59"/>
                  <a:gd name="T5" fmla="*/ 496 h 126"/>
                  <a:gd name="T6" fmla="*/ 12 w 59"/>
                  <a:gd name="T7" fmla="*/ 443 h 126"/>
                  <a:gd name="T8" fmla="*/ 45 w 59"/>
                  <a:gd name="T9" fmla="*/ 325 h 126"/>
                  <a:gd name="T10" fmla="*/ 122 w 59"/>
                  <a:gd name="T11" fmla="*/ 41 h 126"/>
                  <a:gd name="T12" fmla="*/ 151 w 59"/>
                  <a:gd name="T13" fmla="*/ 5 h 126"/>
                  <a:gd name="T14" fmla="*/ 184 w 59"/>
                  <a:gd name="T15" fmla="*/ 16 h 126"/>
                  <a:gd name="T16" fmla="*/ 196 w 59"/>
                  <a:gd name="T17" fmla="*/ 46 h 126"/>
                  <a:gd name="T18" fmla="*/ 134 w 59"/>
                  <a:gd name="T19" fmla="*/ 260 h 126"/>
                  <a:gd name="T20" fmla="*/ 81 w 59"/>
                  <a:gd name="T21" fmla="*/ 463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126">
                    <a:moveTo>
                      <a:pt x="24" y="114"/>
                    </a:moveTo>
                    <a:cubicBezTo>
                      <a:pt x="20" y="125"/>
                      <a:pt x="17" y="126"/>
                      <a:pt x="14" y="125"/>
                    </a:cubicBezTo>
                    <a:cubicBezTo>
                      <a:pt x="5" y="122"/>
                      <a:pt x="5" y="122"/>
                      <a:pt x="5" y="122"/>
                    </a:cubicBezTo>
                    <a:cubicBezTo>
                      <a:pt x="2" y="121"/>
                      <a:pt x="0" y="119"/>
                      <a:pt x="3" y="109"/>
                    </a:cubicBezTo>
                    <a:cubicBezTo>
                      <a:pt x="3" y="109"/>
                      <a:pt x="6" y="103"/>
                      <a:pt x="13" y="80"/>
                    </a:cubicBezTo>
                    <a:cubicBezTo>
                      <a:pt x="21" y="56"/>
                      <a:pt x="36" y="10"/>
                      <a:pt x="36" y="10"/>
                    </a:cubicBezTo>
                    <a:cubicBezTo>
                      <a:pt x="39" y="1"/>
                      <a:pt x="41" y="0"/>
                      <a:pt x="44" y="1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9" y="5"/>
                      <a:pt x="58" y="8"/>
                      <a:pt x="57" y="11"/>
                    </a:cubicBezTo>
                    <a:cubicBezTo>
                      <a:pt x="57" y="11"/>
                      <a:pt x="46" y="42"/>
                      <a:pt x="39" y="64"/>
                    </a:cubicBezTo>
                    <a:cubicBezTo>
                      <a:pt x="32" y="85"/>
                      <a:pt x="24" y="114"/>
                      <a:pt x="24" y="114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7" name="Freeform 372">
                <a:extLst>
                  <a:ext uri="{FF2B5EF4-FFF2-40B4-BE49-F238E27FC236}">
                    <a16:creationId xmlns:a16="http://schemas.microsoft.com/office/drawing/2014/main" id="{8043F234-7897-44FE-ADED-EBD3788D9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3530"/>
                <a:ext cx="17" cy="40"/>
              </a:xfrm>
              <a:custGeom>
                <a:avLst/>
                <a:gdLst>
                  <a:gd name="T0" fmla="*/ 34 w 11"/>
                  <a:gd name="T1" fmla="*/ 5 h 25"/>
                  <a:gd name="T2" fmla="*/ 34 w 11"/>
                  <a:gd name="T3" fmla="*/ 56 h 25"/>
                  <a:gd name="T4" fmla="*/ 8 w 11"/>
                  <a:gd name="T5" fmla="*/ 98 h 25"/>
                  <a:gd name="T6" fmla="*/ 8 w 11"/>
                  <a:gd name="T7" fmla="*/ 46 h 25"/>
                  <a:gd name="T8" fmla="*/ 34 w 11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9" y="1"/>
                    </a:moveTo>
                    <a:cubicBezTo>
                      <a:pt x="11" y="1"/>
                      <a:pt x="11" y="7"/>
                      <a:pt x="9" y="14"/>
                    </a:cubicBezTo>
                    <a:cubicBezTo>
                      <a:pt x="7" y="20"/>
                      <a:pt x="4" y="25"/>
                      <a:pt x="2" y="24"/>
                    </a:cubicBezTo>
                    <a:cubicBezTo>
                      <a:pt x="0" y="24"/>
                      <a:pt x="0" y="18"/>
                      <a:pt x="2" y="11"/>
                    </a:cubicBezTo>
                    <a:cubicBezTo>
                      <a:pt x="4" y="5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8" name="Freeform 373">
                <a:extLst>
                  <a:ext uri="{FF2B5EF4-FFF2-40B4-BE49-F238E27FC236}">
                    <a16:creationId xmlns:a16="http://schemas.microsoft.com/office/drawing/2014/main" id="{F066AB3C-70BA-4083-90A4-EAF118D08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3527"/>
                <a:ext cx="16" cy="40"/>
              </a:xfrm>
              <a:custGeom>
                <a:avLst/>
                <a:gdLst>
                  <a:gd name="T0" fmla="*/ 28 w 11"/>
                  <a:gd name="T1" fmla="*/ 5 h 25"/>
                  <a:gd name="T2" fmla="*/ 28 w 11"/>
                  <a:gd name="T3" fmla="*/ 54 h 25"/>
                  <a:gd name="T4" fmla="*/ 1 w 11"/>
                  <a:gd name="T5" fmla="*/ 98 h 25"/>
                  <a:gd name="T6" fmla="*/ 6 w 11"/>
                  <a:gd name="T7" fmla="*/ 46 h 25"/>
                  <a:gd name="T8" fmla="*/ 28 w 11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9" y="1"/>
                    </a:moveTo>
                    <a:cubicBezTo>
                      <a:pt x="11" y="1"/>
                      <a:pt x="11" y="7"/>
                      <a:pt x="9" y="13"/>
                    </a:cubicBezTo>
                    <a:cubicBezTo>
                      <a:pt x="6" y="20"/>
                      <a:pt x="3" y="25"/>
                      <a:pt x="1" y="24"/>
                    </a:cubicBezTo>
                    <a:cubicBezTo>
                      <a:pt x="0" y="24"/>
                      <a:pt x="0" y="18"/>
                      <a:pt x="2" y="11"/>
                    </a:cubicBezTo>
                    <a:cubicBezTo>
                      <a:pt x="4" y="5"/>
                      <a:pt x="7" y="0"/>
                      <a:pt x="9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9" name="Freeform 374">
                <a:extLst>
                  <a:ext uri="{FF2B5EF4-FFF2-40B4-BE49-F238E27FC236}">
                    <a16:creationId xmlns:a16="http://schemas.microsoft.com/office/drawing/2014/main" id="{597002C0-E3F1-40C7-91F9-8D29EBC58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3456"/>
                <a:ext cx="25" cy="85"/>
              </a:xfrm>
              <a:custGeom>
                <a:avLst/>
                <a:gdLst>
                  <a:gd name="T0" fmla="*/ 19 w 17"/>
                  <a:gd name="T1" fmla="*/ 0 h 53"/>
                  <a:gd name="T2" fmla="*/ 47 w 17"/>
                  <a:gd name="T3" fmla="*/ 16 h 53"/>
                  <a:gd name="T4" fmla="*/ 38 w 17"/>
                  <a:gd name="T5" fmla="*/ 69 h 53"/>
                  <a:gd name="T6" fmla="*/ 19 w 17"/>
                  <a:gd name="T7" fmla="*/ 149 h 53"/>
                  <a:gd name="T8" fmla="*/ 9 w 17"/>
                  <a:gd name="T9" fmla="*/ 184 h 53"/>
                  <a:gd name="T10" fmla="*/ 0 w 17"/>
                  <a:gd name="T11" fmla="*/ 218 h 53"/>
                  <a:gd name="T12" fmla="*/ 32 w 17"/>
                  <a:gd name="T13" fmla="*/ 67 h 53"/>
                  <a:gd name="T14" fmla="*/ 32 w 17"/>
                  <a:gd name="T15" fmla="*/ 16 h 53"/>
                  <a:gd name="T16" fmla="*/ 13 w 17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53">
                    <a:moveTo>
                      <a:pt x="6" y="0"/>
                    </a:moveTo>
                    <a:cubicBezTo>
                      <a:pt x="9" y="1"/>
                      <a:pt x="14" y="1"/>
                      <a:pt x="15" y="4"/>
                    </a:cubicBezTo>
                    <a:cubicBezTo>
                      <a:pt x="17" y="7"/>
                      <a:pt x="13" y="13"/>
                      <a:pt x="12" y="17"/>
                    </a:cubicBezTo>
                    <a:cubicBezTo>
                      <a:pt x="10" y="23"/>
                      <a:pt x="8" y="29"/>
                      <a:pt x="6" y="36"/>
                    </a:cubicBezTo>
                    <a:cubicBezTo>
                      <a:pt x="5" y="39"/>
                      <a:pt x="4" y="42"/>
                      <a:pt x="3" y="45"/>
                    </a:cubicBezTo>
                    <a:cubicBezTo>
                      <a:pt x="2" y="47"/>
                      <a:pt x="2" y="51"/>
                      <a:pt x="0" y="53"/>
                    </a:cubicBezTo>
                    <a:cubicBezTo>
                      <a:pt x="2" y="41"/>
                      <a:pt x="8" y="28"/>
                      <a:pt x="10" y="16"/>
                    </a:cubicBezTo>
                    <a:cubicBezTo>
                      <a:pt x="11" y="12"/>
                      <a:pt x="12" y="7"/>
                      <a:pt x="10" y="4"/>
                    </a:cubicBezTo>
                    <a:cubicBezTo>
                      <a:pt x="9" y="2"/>
                      <a:pt x="6" y="1"/>
                      <a:pt x="4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0" name="Freeform 375">
                <a:extLst>
                  <a:ext uri="{FF2B5EF4-FFF2-40B4-BE49-F238E27FC236}">
                    <a16:creationId xmlns:a16="http://schemas.microsoft.com/office/drawing/2014/main" id="{69D4CE9B-5150-4580-A153-FAD91DE1B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516"/>
                <a:ext cx="36" cy="126"/>
              </a:xfrm>
              <a:custGeom>
                <a:avLst/>
                <a:gdLst>
                  <a:gd name="T0" fmla="*/ 81 w 24"/>
                  <a:gd name="T1" fmla="*/ 0 h 79"/>
                  <a:gd name="T2" fmla="*/ 21 w 24"/>
                  <a:gd name="T3" fmla="*/ 231 h 79"/>
                  <a:gd name="T4" fmla="*/ 8 w 24"/>
                  <a:gd name="T5" fmla="*/ 308 h 79"/>
                  <a:gd name="T6" fmla="*/ 41 w 24"/>
                  <a:gd name="T7" fmla="*/ 321 h 79"/>
                  <a:gd name="T8" fmla="*/ 14 w 24"/>
                  <a:gd name="T9" fmla="*/ 287 h 79"/>
                  <a:gd name="T10" fmla="*/ 26 w 24"/>
                  <a:gd name="T11" fmla="*/ 247 h 79"/>
                  <a:gd name="T12" fmla="*/ 39 w 24"/>
                  <a:gd name="T13" fmla="*/ 191 h 79"/>
                  <a:gd name="T14" fmla="*/ 66 w 24"/>
                  <a:gd name="T15" fmla="*/ 89 h 79"/>
                  <a:gd name="T16" fmla="*/ 75 w 24"/>
                  <a:gd name="T17" fmla="*/ 41 h 79"/>
                  <a:gd name="T18" fmla="*/ 80 w 24"/>
                  <a:gd name="T19" fmla="*/ 5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79">
                    <a:moveTo>
                      <a:pt x="24" y="0"/>
                    </a:moveTo>
                    <a:cubicBezTo>
                      <a:pt x="18" y="19"/>
                      <a:pt x="13" y="38"/>
                      <a:pt x="6" y="57"/>
                    </a:cubicBezTo>
                    <a:cubicBezTo>
                      <a:pt x="4" y="61"/>
                      <a:pt x="0" y="72"/>
                      <a:pt x="2" y="76"/>
                    </a:cubicBezTo>
                    <a:cubicBezTo>
                      <a:pt x="3" y="79"/>
                      <a:pt x="10" y="79"/>
                      <a:pt x="12" y="79"/>
                    </a:cubicBezTo>
                    <a:cubicBezTo>
                      <a:pt x="9" y="78"/>
                      <a:pt x="5" y="76"/>
                      <a:pt x="4" y="71"/>
                    </a:cubicBezTo>
                    <a:cubicBezTo>
                      <a:pt x="4" y="68"/>
                      <a:pt x="6" y="64"/>
                      <a:pt x="7" y="61"/>
                    </a:cubicBezTo>
                    <a:cubicBezTo>
                      <a:pt x="8" y="56"/>
                      <a:pt x="9" y="52"/>
                      <a:pt x="11" y="47"/>
                    </a:cubicBezTo>
                    <a:cubicBezTo>
                      <a:pt x="14" y="39"/>
                      <a:pt x="16" y="31"/>
                      <a:pt x="19" y="22"/>
                    </a:cubicBezTo>
                    <a:cubicBezTo>
                      <a:pt x="20" y="18"/>
                      <a:pt x="20" y="14"/>
                      <a:pt x="22" y="10"/>
                    </a:cubicBezTo>
                    <a:cubicBezTo>
                      <a:pt x="22" y="7"/>
                      <a:pt x="24" y="4"/>
                      <a:pt x="23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1" name="Freeform 376">
                <a:extLst>
                  <a:ext uri="{FF2B5EF4-FFF2-40B4-BE49-F238E27FC236}">
                    <a16:creationId xmlns:a16="http://schemas.microsoft.com/office/drawing/2014/main" id="{1A461DA0-6C39-45F5-8AEE-9F3604053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3533"/>
                <a:ext cx="11" cy="34"/>
              </a:xfrm>
              <a:custGeom>
                <a:avLst/>
                <a:gdLst>
                  <a:gd name="T0" fmla="*/ 27 w 7"/>
                  <a:gd name="T1" fmla="*/ 63 h 21"/>
                  <a:gd name="T2" fmla="*/ 13 w 7"/>
                  <a:gd name="T3" fmla="*/ 76 h 21"/>
                  <a:gd name="T4" fmla="*/ 14 w 7"/>
                  <a:gd name="T5" fmla="*/ 26 h 21"/>
                  <a:gd name="T6" fmla="*/ 22 w 7"/>
                  <a:gd name="T7" fmla="*/ 0 h 21"/>
                  <a:gd name="T8" fmla="*/ 13 w 7"/>
                  <a:gd name="T9" fmla="*/ 34 h 21"/>
                  <a:gd name="T10" fmla="*/ 8 w 7"/>
                  <a:gd name="T11" fmla="*/ 84 h 21"/>
                  <a:gd name="T12" fmla="*/ 27 w 7"/>
                  <a:gd name="T13" fmla="*/ 6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7" y="15"/>
                    </a:moveTo>
                    <a:cubicBezTo>
                      <a:pt x="6" y="17"/>
                      <a:pt x="4" y="19"/>
                      <a:pt x="3" y="18"/>
                    </a:cubicBezTo>
                    <a:cubicBezTo>
                      <a:pt x="2" y="18"/>
                      <a:pt x="2" y="12"/>
                      <a:pt x="4" y="6"/>
                    </a:cubicBezTo>
                    <a:cubicBezTo>
                      <a:pt x="5" y="4"/>
                      <a:pt x="5" y="2"/>
                      <a:pt x="6" y="0"/>
                    </a:cubicBezTo>
                    <a:cubicBezTo>
                      <a:pt x="5" y="2"/>
                      <a:pt x="4" y="5"/>
                      <a:pt x="3" y="8"/>
                    </a:cubicBezTo>
                    <a:cubicBezTo>
                      <a:pt x="1" y="14"/>
                      <a:pt x="0" y="20"/>
                      <a:pt x="2" y="20"/>
                    </a:cubicBezTo>
                    <a:cubicBezTo>
                      <a:pt x="4" y="21"/>
                      <a:pt x="5" y="19"/>
                      <a:pt x="7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2" name="Freeform 377">
                <a:extLst>
                  <a:ext uri="{FF2B5EF4-FFF2-40B4-BE49-F238E27FC236}">
                    <a16:creationId xmlns:a16="http://schemas.microsoft.com/office/drawing/2014/main" id="{8B82EFFD-BC2F-4B78-AB9F-A43A97751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3532"/>
                <a:ext cx="9" cy="28"/>
              </a:xfrm>
              <a:custGeom>
                <a:avLst/>
                <a:gdLst>
                  <a:gd name="T0" fmla="*/ 14 w 6"/>
                  <a:gd name="T1" fmla="*/ 5 h 18"/>
                  <a:gd name="T2" fmla="*/ 12 w 6"/>
                  <a:gd name="T3" fmla="*/ 47 h 18"/>
                  <a:gd name="T4" fmla="*/ 0 w 6"/>
                  <a:gd name="T5" fmla="*/ 68 h 18"/>
                  <a:gd name="T6" fmla="*/ 14 w 6"/>
                  <a:gd name="T7" fmla="*/ 39 h 18"/>
                  <a:gd name="T8" fmla="*/ 14 w 6"/>
                  <a:gd name="T9" fmla="*/ 0 h 18"/>
                  <a:gd name="T10" fmla="*/ 5 w 6"/>
                  <a:gd name="T11" fmla="*/ 12 h 18"/>
                  <a:gd name="T12" fmla="*/ 14 w 6"/>
                  <a:gd name="T13" fmla="*/ 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8">
                    <a:moveTo>
                      <a:pt x="4" y="1"/>
                    </a:moveTo>
                    <a:cubicBezTo>
                      <a:pt x="5" y="2"/>
                      <a:pt x="5" y="7"/>
                      <a:pt x="3" y="12"/>
                    </a:cubicBezTo>
                    <a:cubicBezTo>
                      <a:pt x="2" y="14"/>
                      <a:pt x="1" y="17"/>
                      <a:pt x="0" y="18"/>
                    </a:cubicBezTo>
                    <a:cubicBezTo>
                      <a:pt x="1" y="17"/>
                      <a:pt x="3" y="14"/>
                      <a:pt x="4" y="10"/>
                    </a:cubicBezTo>
                    <a:cubicBezTo>
                      <a:pt x="6" y="5"/>
                      <a:pt x="6" y="0"/>
                      <a:pt x="4" y="0"/>
                    </a:cubicBezTo>
                    <a:cubicBezTo>
                      <a:pt x="3" y="0"/>
                      <a:pt x="2" y="1"/>
                      <a:pt x="1" y="3"/>
                    </a:cubicBezTo>
                    <a:cubicBezTo>
                      <a:pt x="2" y="2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3" name="Freeform 378">
                <a:extLst>
                  <a:ext uri="{FF2B5EF4-FFF2-40B4-BE49-F238E27FC236}">
                    <a16:creationId xmlns:a16="http://schemas.microsoft.com/office/drawing/2014/main" id="{E8D84DF4-4178-4A0E-8E12-A8B693711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3447"/>
                <a:ext cx="89" cy="201"/>
              </a:xfrm>
              <a:custGeom>
                <a:avLst/>
                <a:gdLst>
                  <a:gd name="T0" fmla="*/ 81 w 59"/>
                  <a:gd name="T1" fmla="*/ 463 h 126"/>
                  <a:gd name="T2" fmla="*/ 48 w 59"/>
                  <a:gd name="T3" fmla="*/ 506 h 126"/>
                  <a:gd name="T4" fmla="*/ 18 w 59"/>
                  <a:gd name="T5" fmla="*/ 496 h 126"/>
                  <a:gd name="T6" fmla="*/ 12 w 59"/>
                  <a:gd name="T7" fmla="*/ 443 h 126"/>
                  <a:gd name="T8" fmla="*/ 45 w 59"/>
                  <a:gd name="T9" fmla="*/ 325 h 126"/>
                  <a:gd name="T10" fmla="*/ 122 w 59"/>
                  <a:gd name="T11" fmla="*/ 41 h 126"/>
                  <a:gd name="T12" fmla="*/ 151 w 59"/>
                  <a:gd name="T13" fmla="*/ 5 h 126"/>
                  <a:gd name="T14" fmla="*/ 184 w 59"/>
                  <a:gd name="T15" fmla="*/ 16 h 126"/>
                  <a:gd name="T16" fmla="*/ 196 w 59"/>
                  <a:gd name="T17" fmla="*/ 46 h 126"/>
                  <a:gd name="T18" fmla="*/ 134 w 59"/>
                  <a:gd name="T19" fmla="*/ 260 h 126"/>
                  <a:gd name="T20" fmla="*/ 81 w 59"/>
                  <a:gd name="T21" fmla="*/ 463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126">
                    <a:moveTo>
                      <a:pt x="24" y="114"/>
                    </a:moveTo>
                    <a:cubicBezTo>
                      <a:pt x="20" y="125"/>
                      <a:pt x="17" y="126"/>
                      <a:pt x="14" y="125"/>
                    </a:cubicBezTo>
                    <a:cubicBezTo>
                      <a:pt x="5" y="122"/>
                      <a:pt x="5" y="122"/>
                      <a:pt x="5" y="122"/>
                    </a:cubicBezTo>
                    <a:cubicBezTo>
                      <a:pt x="2" y="121"/>
                      <a:pt x="0" y="119"/>
                      <a:pt x="3" y="109"/>
                    </a:cubicBezTo>
                    <a:cubicBezTo>
                      <a:pt x="3" y="109"/>
                      <a:pt x="6" y="103"/>
                      <a:pt x="13" y="80"/>
                    </a:cubicBezTo>
                    <a:cubicBezTo>
                      <a:pt x="21" y="56"/>
                      <a:pt x="36" y="10"/>
                      <a:pt x="36" y="10"/>
                    </a:cubicBezTo>
                    <a:cubicBezTo>
                      <a:pt x="39" y="1"/>
                      <a:pt x="41" y="0"/>
                      <a:pt x="44" y="1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9" y="5"/>
                      <a:pt x="58" y="8"/>
                      <a:pt x="57" y="11"/>
                    </a:cubicBezTo>
                    <a:cubicBezTo>
                      <a:pt x="57" y="11"/>
                      <a:pt x="46" y="42"/>
                      <a:pt x="39" y="64"/>
                    </a:cubicBezTo>
                    <a:cubicBezTo>
                      <a:pt x="32" y="85"/>
                      <a:pt x="24" y="114"/>
                      <a:pt x="24" y="1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4" name="Freeform 379">
                <a:extLst>
                  <a:ext uri="{FF2B5EF4-FFF2-40B4-BE49-F238E27FC236}">
                    <a16:creationId xmlns:a16="http://schemas.microsoft.com/office/drawing/2014/main" id="{22A182E9-4C7A-44EA-9D0A-E4ED64845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3066"/>
                <a:ext cx="120" cy="191"/>
              </a:xfrm>
              <a:custGeom>
                <a:avLst/>
                <a:gdLst>
                  <a:gd name="T0" fmla="*/ 201 w 80"/>
                  <a:gd name="T1" fmla="*/ 21 h 119"/>
                  <a:gd name="T2" fmla="*/ 201 w 80"/>
                  <a:gd name="T3" fmla="*/ 21 h 119"/>
                  <a:gd name="T4" fmla="*/ 228 w 80"/>
                  <a:gd name="T5" fmla="*/ 8 h 119"/>
                  <a:gd name="T6" fmla="*/ 255 w 80"/>
                  <a:gd name="T7" fmla="*/ 29 h 119"/>
                  <a:gd name="T8" fmla="*/ 243 w 80"/>
                  <a:gd name="T9" fmla="*/ 101 h 119"/>
                  <a:gd name="T10" fmla="*/ 147 w 80"/>
                  <a:gd name="T11" fmla="*/ 310 h 119"/>
                  <a:gd name="T12" fmla="*/ 80 w 80"/>
                  <a:gd name="T13" fmla="*/ 456 h 119"/>
                  <a:gd name="T14" fmla="*/ 41 w 80"/>
                  <a:gd name="T15" fmla="*/ 486 h 119"/>
                  <a:gd name="T16" fmla="*/ 14 w 80"/>
                  <a:gd name="T17" fmla="*/ 467 h 119"/>
                  <a:gd name="T18" fmla="*/ 8 w 80"/>
                  <a:gd name="T19" fmla="*/ 430 h 119"/>
                  <a:gd name="T20" fmla="*/ 99 w 80"/>
                  <a:gd name="T21" fmla="*/ 225 h 119"/>
                  <a:gd name="T22" fmla="*/ 201 w 80"/>
                  <a:gd name="T23" fmla="*/ 21 h 1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119">
                    <a:moveTo>
                      <a:pt x="59" y="5"/>
                    </a:moveTo>
                    <a:cubicBezTo>
                      <a:pt x="59" y="5"/>
                      <a:pt x="59" y="5"/>
                      <a:pt x="59" y="5"/>
                    </a:cubicBezTo>
                    <a:cubicBezTo>
                      <a:pt x="60" y="2"/>
                      <a:pt x="62" y="0"/>
                      <a:pt x="67" y="2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8" y="8"/>
                      <a:pt x="80" y="10"/>
                      <a:pt x="72" y="24"/>
                    </a:cubicBezTo>
                    <a:cubicBezTo>
                      <a:pt x="43" y="75"/>
                      <a:pt x="43" y="75"/>
                      <a:pt x="43" y="75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0" y="116"/>
                      <a:pt x="15" y="119"/>
                      <a:pt x="12" y="118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0" y="111"/>
                      <a:pt x="0" y="108"/>
                      <a:pt x="2" y="104"/>
                    </a:cubicBezTo>
                    <a:cubicBezTo>
                      <a:pt x="2" y="104"/>
                      <a:pt x="23" y="65"/>
                      <a:pt x="29" y="54"/>
                    </a:cubicBezTo>
                    <a:cubicBezTo>
                      <a:pt x="35" y="43"/>
                      <a:pt x="58" y="5"/>
                      <a:pt x="59" y="5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5" name="Freeform 380">
                <a:extLst>
                  <a:ext uri="{FF2B5EF4-FFF2-40B4-BE49-F238E27FC236}">
                    <a16:creationId xmlns:a16="http://schemas.microsoft.com/office/drawing/2014/main" id="{4CABD04C-CEC0-475C-932E-CA5713987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3149"/>
                <a:ext cx="24" cy="39"/>
              </a:xfrm>
              <a:custGeom>
                <a:avLst/>
                <a:gdLst>
                  <a:gd name="T0" fmla="*/ 8 w 16"/>
                  <a:gd name="T1" fmla="*/ 98 h 24"/>
                  <a:gd name="T2" fmla="*/ 18 w 16"/>
                  <a:gd name="T3" fmla="*/ 42 h 24"/>
                  <a:gd name="T4" fmla="*/ 48 w 16"/>
                  <a:gd name="T5" fmla="*/ 5 h 24"/>
                  <a:gd name="T6" fmla="*/ 39 w 16"/>
                  <a:gd name="T7" fmla="*/ 60 h 24"/>
                  <a:gd name="T8" fmla="*/ 8 w 16"/>
                  <a:gd name="T9" fmla="*/ 9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2" y="23"/>
                    </a:moveTo>
                    <a:cubicBezTo>
                      <a:pt x="0" y="22"/>
                      <a:pt x="2" y="16"/>
                      <a:pt x="5" y="10"/>
                    </a:cubicBezTo>
                    <a:cubicBezTo>
                      <a:pt x="8" y="4"/>
                      <a:pt x="12" y="0"/>
                      <a:pt x="14" y="1"/>
                    </a:cubicBezTo>
                    <a:cubicBezTo>
                      <a:pt x="16" y="2"/>
                      <a:pt x="14" y="8"/>
                      <a:pt x="11" y="14"/>
                    </a:cubicBezTo>
                    <a:cubicBezTo>
                      <a:pt x="8" y="20"/>
                      <a:pt x="4" y="24"/>
                      <a:pt x="2" y="2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6" name="Freeform 381">
                <a:extLst>
                  <a:ext uri="{FF2B5EF4-FFF2-40B4-BE49-F238E27FC236}">
                    <a16:creationId xmlns:a16="http://schemas.microsoft.com/office/drawing/2014/main" id="{1755B2B7-86F5-471B-BB27-772C1FB5A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3148"/>
                <a:ext cx="24" cy="37"/>
              </a:xfrm>
              <a:custGeom>
                <a:avLst/>
                <a:gdLst>
                  <a:gd name="T0" fmla="*/ 8 w 16"/>
                  <a:gd name="T1" fmla="*/ 90 h 23"/>
                  <a:gd name="T2" fmla="*/ 18 w 16"/>
                  <a:gd name="T3" fmla="*/ 42 h 23"/>
                  <a:gd name="T4" fmla="*/ 48 w 16"/>
                  <a:gd name="T5" fmla="*/ 5 h 23"/>
                  <a:gd name="T6" fmla="*/ 39 w 16"/>
                  <a:gd name="T7" fmla="*/ 55 h 23"/>
                  <a:gd name="T8" fmla="*/ 8 w 16"/>
                  <a:gd name="T9" fmla="*/ 9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2" y="22"/>
                    </a:moveTo>
                    <a:cubicBezTo>
                      <a:pt x="0" y="21"/>
                      <a:pt x="2" y="16"/>
                      <a:pt x="5" y="10"/>
                    </a:cubicBezTo>
                    <a:cubicBezTo>
                      <a:pt x="8" y="4"/>
                      <a:pt x="12" y="0"/>
                      <a:pt x="14" y="1"/>
                    </a:cubicBezTo>
                    <a:cubicBezTo>
                      <a:pt x="16" y="2"/>
                      <a:pt x="14" y="7"/>
                      <a:pt x="11" y="13"/>
                    </a:cubicBezTo>
                    <a:cubicBezTo>
                      <a:pt x="8" y="19"/>
                      <a:pt x="4" y="23"/>
                      <a:pt x="2" y="2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7" name="Freeform 382">
                <a:extLst>
                  <a:ext uri="{FF2B5EF4-FFF2-40B4-BE49-F238E27FC236}">
                    <a16:creationId xmlns:a16="http://schemas.microsoft.com/office/drawing/2014/main" id="{8E89A437-2A4A-4645-95F4-AE91742EA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3076"/>
                <a:ext cx="36" cy="83"/>
              </a:xfrm>
              <a:custGeom>
                <a:avLst/>
                <a:gdLst>
                  <a:gd name="T0" fmla="*/ 59 w 24"/>
                  <a:gd name="T1" fmla="*/ 5 h 52"/>
                  <a:gd name="T2" fmla="*/ 81 w 24"/>
                  <a:gd name="T3" fmla="*/ 29 h 52"/>
                  <a:gd name="T4" fmla="*/ 66 w 24"/>
                  <a:gd name="T5" fmla="*/ 73 h 52"/>
                  <a:gd name="T6" fmla="*/ 32 w 24"/>
                  <a:gd name="T7" fmla="*/ 145 h 52"/>
                  <a:gd name="T8" fmla="*/ 18 w 24"/>
                  <a:gd name="T9" fmla="*/ 179 h 52"/>
                  <a:gd name="T10" fmla="*/ 0 w 24"/>
                  <a:gd name="T11" fmla="*/ 211 h 52"/>
                  <a:gd name="T12" fmla="*/ 62 w 24"/>
                  <a:gd name="T13" fmla="*/ 69 h 52"/>
                  <a:gd name="T14" fmla="*/ 68 w 24"/>
                  <a:gd name="T15" fmla="*/ 26 h 52"/>
                  <a:gd name="T16" fmla="*/ 48 w 24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52">
                    <a:moveTo>
                      <a:pt x="17" y="1"/>
                    </a:moveTo>
                    <a:cubicBezTo>
                      <a:pt x="19" y="2"/>
                      <a:pt x="24" y="4"/>
                      <a:pt x="24" y="7"/>
                    </a:cubicBezTo>
                    <a:cubicBezTo>
                      <a:pt x="24" y="10"/>
                      <a:pt x="21" y="15"/>
                      <a:pt x="19" y="18"/>
                    </a:cubicBezTo>
                    <a:cubicBezTo>
                      <a:pt x="16" y="24"/>
                      <a:pt x="13" y="30"/>
                      <a:pt x="9" y="36"/>
                    </a:cubicBezTo>
                    <a:cubicBezTo>
                      <a:pt x="8" y="39"/>
                      <a:pt x="6" y="41"/>
                      <a:pt x="5" y="44"/>
                    </a:cubicBezTo>
                    <a:cubicBezTo>
                      <a:pt x="3" y="46"/>
                      <a:pt x="2" y="49"/>
                      <a:pt x="0" y="52"/>
                    </a:cubicBezTo>
                    <a:cubicBezTo>
                      <a:pt x="4" y="40"/>
                      <a:pt x="13" y="28"/>
                      <a:pt x="18" y="17"/>
                    </a:cubicBezTo>
                    <a:cubicBezTo>
                      <a:pt x="20" y="13"/>
                      <a:pt x="21" y="9"/>
                      <a:pt x="20" y="6"/>
                    </a:cubicBezTo>
                    <a:cubicBezTo>
                      <a:pt x="19" y="3"/>
                      <a:pt x="17" y="1"/>
                      <a:pt x="14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8" name="Freeform 383">
                <a:extLst>
                  <a:ext uri="{FF2B5EF4-FFF2-40B4-BE49-F238E27FC236}">
                    <a16:creationId xmlns:a16="http://schemas.microsoft.com/office/drawing/2014/main" id="{0F362C4A-9A2C-4ADF-AF2C-BC43CB65B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3116"/>
                <a:ext cx="61" cy="136"/>
              </a:xfrm>
              <a:custGeom>
                <a:avLst/>
                <a:gdLst>
                  <a:gd name="T0" fmla="*/ 27 w 41"/>
                  <a:gd name="T1" fmla="*/ 341 h 85"/>
                  <a:gd name="T2" fmla="*/ 0 w 41"/>
                  <a:gd name="T3" fmla="*/ 312 h 85"/>
                  <a:gd name="T4" fmla="*/ 22 w 41"/>
                  <a:gd name="T5" fmla="*/ 253 h 85"/>
                  <a:gd name="T6" fmla="*/ 55 w 41"/>
                  <a:gd name="T7" fmla="*/ 171 h 85"/>
                  <a:gd name="T8" fmla="*/ 135 w 41"/>
                  <a:gd name="T9" fmla="*/ 0 h 85"/>
                  <a:gd name="T10" fmla="*/ 82 w 41"/>
                  <a:gd name="T11" fmla="*/ 115 h 85"/>
                  <a:gd name="T12" fmla="*/ 36 w 41"/>
                  <a:gd name="T13" fmla="*/ 238 h 85"/>
                  <a:gd name="T14" fmla="*/ 46 w 41"/>
                  <a:gd name="T15" fmla="*/ 336 h 85"/>
                  <a:gd name="T16" fmla="*/ 27 w 41"/>
                  <a:gd name="T17" fmla="*/ 341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85">
                    <a:moveTo>
                      <a:pt x="8" y="83"/>
                    </a:moveTo>
                    <a:cubicBezTo>
                      <a:pt x="5" y="81"/>
                      <a:pt x="0" y="81"/>
                      <a:pt x="0" y="76"/>
                    </a:cubicBezTo>
                    <a:cubicBezTo>
                      <a:pt x="0" y="72"/>
                      <a:pt x="4" y="66"/>
                      <a:pt x="7" y="62"/>
                    </a:cubicBezTo>
                    <a:cubicBezTo>
                      <a:pt x="11" y="54"/>
                      <a:pt x="13" y="50"/>
                      <a:pt x="17" y="42"/>
                    </a:cubicBezTo>
                    <a:cubicBezTo>
                      <a:pt x="24" y="30"/>
                      <a:pt x="33" y="11"/>
                      <a:pt x="41" y="0"/>
                    </a:cubicBezTo>
                    <a:cubicBezTo>
                      <a:pt x="36" y="9"/>
                      <a:pt x="30" y="19"/>
                      <a:pt x="25" y="28"/>
                    </a:cubicBezTo>
                    <a:cubicBezTo>
                      <a:pt x="20" y="39"/>
                      <a:pt x="16" y="48"/>
                      <a:pt x="11" y="58"/>
                    </a:cubicBezTo>
                    <a:cubicBezTo>
                      <a:pt x="7" y="68"/>
                      <a:pt x="4" y="83"/>
                      <a:pt x="14" y="82"/>
                    </a:cubicBezTo>
                    <a:cubicBezTo>
                      <a:pt x="12" y="85"/>
                      <a:pt x="10" y="83"/>
                      <a:pt x="8" y="83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9" name="Freeform 384">
                <a:extLst>
                  <a:ext uri="{FF2B5EF4-FFF2-40B4-BE49-F238E27FC236}">
                    <a16:creationId xmlns:a16="http://schemas.microsoft.com/office/drawing/2014/main" id="{CFA55489-8983-41F7-B690-6EE65988B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3153"/>
                <a:ext cx="15" cy="32"/>
              </a:xfrm>
              <a:custGeom>
                <a:avLst/>
                <a:gdLst>
                  <a:gd name="T0" fmla="*/ 27 w 10"/>
                  <a:gd name="T1" fmla="*/ 61 h 20"/>
                  <a:gd name="T2" fmla="*/ 12 w 10"/>
                  <a:gd name="T3" fmla="*/ 74 h 20"/>
                  <a:gd name="T4" fmla="*/ 21 w 10"/>
                  <a:gd name="T5" fmla="*/ 21 h 20"/>
                  <a:gd name="T6" fmla="*/ 35 w 10"/>
                  <a:gd name="T7" fmla="*/ 0 h 20"/>
                  <a:gd name="T8" fmla="*/ 18 w 10"/>
                  <a:gd name="T9" fmla="*/ 29 h 20"/>
                  <a:gd name="T10" fmla="*/ 8 w 10"/>
                  <a:gd name="T11" fmla="*/ 77 h 20"/>
                  <a:gd name="T12" fmla="*/ 27 w 10"/>
                  <a:gd name="T13" fmla="*/ 6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0">
                    <a:moveTo>
                      <a:pt x="8" y="15"/>
                    </a:moveTo>
                    <a:cubicBezTo>
                      <a:pt x="6" y="17"/>
                      <a:pt x="4" y="18"/>
                      <a:pt x="3" y="18"/>
                    </a:cubicBezTo>
                    <a:cubicBezTo>
                      <a:pt x="2" y="17"/>
                      <a:pt x="3" y="11"/>
                      <a:pt x="6" y="5"/>
                    </a:cubicBezTo>
                    <a:cubicBezTo>
                      <a:pt x="7" y="3"/>
                      <a:pt x="8" y="2"/>
                      <a:pt x="10" y="0"/>
                    </a:cubicBezTo>
                    <a:cubicBezTo>
                      <a:pt x="8" y="2"/>
                      <a:pt x="6" y="4"/>
                      <a:pt x="5" y="7"/>
                    </a:cubicBezTo>
                    <a:cubicBezTo>
                      <a:pt x="1" y="13"/>
                      <a:pt x="0" y="18"/>
                      <a:pt x="2" y="19"/>
                    </a:cubicBezTo>
                    <a:cubicBezTo>
                      <a:pt x="3" y="20"/>
                      <a:pt x="5" y="18"/>
                      <a:pt x="8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0" name="Freeform 385">
                <a:extLst>
                  <a:ext uri="{FF2B5EF4-FFF2-40B4-BE49-F238E27FC236}">
                    <a16:creationId xmlns:a16="http://schemas.microsoft.com/office/drawing/2014/main" id="{73EB744B-4C07-4B74-BF13-5A39E6F6E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151"/>
                <a:ext cx="14" cy="29"/>
              </a:xfrm>
              <a:custGeom>
                <a:avLst/>
                <a:gdLst>
                  <a:gd name="T0" fmla="*/ 26 w 9"/>
                  <a:gd name="T1" fmla="*/ 8 h 18"/>
                  <a:gd name="T2" fmla="*/ 14 w 9"/>
                  <a:gd name="T3" fmla="*/ 50 h 18"/>
                  <a:gd name="T4" fmla="*/ 0 w 9"/>
                  <a:gd name="T5" fmla="*/ 76 h 18"/>
                  <a:gd name="T6" fmla="*/ 19 w 9"/>
                  <a:gd name="T7" fmla="*/ 47 h 18"/>
                  <a:gd name="T8" fmla="*/ 30 w 9"/>
                  <a:gd name="T9" fmla="*/ 5 h 18"/>
                  <a:gd name="T10" fmla="*/ 14 w 9"/>
                  <a:gd name="T11" fmla="*/ 13 h 18"/>
                  <a:gd name="T12" fmla="*/ 26 w 9"/>
                  <a:gd name="T13" fmla="*/ 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8">
                    <a:moveTo>
                      <a:pt x="7" y="2"/>
                    </a:moveTo>
                    <a:cubicBezTo>
                      <a:pt x="8" y="3"/>
                      <a:pt x="7" y="8"/>
                      <a:pt x="4" y="12"/>
                    </a:cubicBezTo>
                    <a:cubicBezTo>
                      <a:pt x="3" y="14"/>
                      <a:pt x="1" y="16"/>
                      <a:pt x="0" y="18"/>
                    </a:cubicBezTo>
                    <a:cubicBezTo>
                      <a:pt x="2" y="17"/>
                      <a:pt x="4" y="14"/>
                      <a:pt x="5" y="11"/>
                    </a:cubicBezTo>
                    <a:cubicBezTo>
                      <a:pt x="8" y="6"/>
                      <a:pt x="9" y="2"/>
                      <a:pt x="8" y="1"/>
                    </a:cubicBezTo>
                    <a:cubicBezTo>
                      <a:pt x="7" y="0"/>
                      <a:pt x="6" y="1"/>
                      <a:pt x="4" y="3"/>
                    </a:cubicBezTo>
                    <a:cubicBezTo>
                      <a:pt x="5" y="3"/>
                      <a:pt x="6" y="1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1" name="Freeform 386">
                <a:extLst>
                  <a:ext uri="{FF2B5EF4-FFF2-40B4-BE49-F238E27FC236}">
                    <a16:creationId xmlns:a16="http://schemas.microsoft.com/office/drawing/2014/main" id="{1E98F905-CF4E-48FE-9880-50CF50693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3066"/>
                <a:ext cx="120" cy="191"/>
              </a:xfrm>
              <a:custGeom>
                <a:avLst/>
                <a:gdLst>
                  <a:gd name="T0" fmla="*/ 201 w 80"/>
                  <a:gd name="T1" fmla="*/ 21 h 119"/>
                  <a:gd name="T2" fmla="*/ 201 w 80"/>
                  <a:gd name="T3" fmla="*/ 21 h 119"/>
                  <a:gd name="T4" fmla="*/ 228 w 80"/>
                  <a:gd name="T5" fmla="*/ 8 h 119"/>
                  <a:gd name="T6" fmla="*/ 255 w 80"/>
                  <a:gd name="T7" fmla="*/ 29 h 119"/>
                  <a:gd name="T8" fmla="*/ 243 w 80"/>
                  <a:gd name="T9" fmla="*/ 101 h 119"/>
                  <a:gd name="T10" fmla="*/ 147 w 80"/>
                  <a:gd name="T11" fmla="*/ 310 h 119"/>
                  <a:gd name="T12" fmla="*/ 80 w 80"/>
                  <a:gd name="T13" fmla="*/ 456 h 119"/>
                  <a:gd name="T14" fmla="*/ 41 w 80"/>
                  <a:gd name="T15" fmla="*/ 486 h 119"/>
                  <a:gd name="T16" fmla="*/ 14 w 80"/>
                  <a:gd name="T17" fmla="*/ 467 h 119"/>
                  <a:gd name="T18" fmla="*/ 8 w 80"/>
                  <a:gd name="T19" fmla="*/ 430 h 119"/>
                  <a:gd name="T20" fmla="*/ 99 w 80"/>
                  <a:gd name="T21" fmla="*/ 225 h 119"/>
                  <a:gd name="T22" fmla="*/ 201 w 80"/>
                  <a:gd name="T23" fmla="*/ 21 h 1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119">
                    <a:moveTo>
                      <a:pt x="59" y="5"/>
                    </a:moveTo>
                    <a:cubicBezTo>
                      <a:pt x="59" y="5"/>
                      <a:pt x="59" y="5"/>
                      <a:pt x="59" y="5"/>
                    </a:cubicBezTo>
                    <a:cubicBezTo>
                      <a:pt x="60" y="2"/>
                      <a:pt x="62" y="0"/>
                      <a:pt x="67" y="2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8" y="8"/>
                      <a:pt x="80" y="10"/>
                      <a:pt x="72" y="24"/>
                    </a:cubicBezTo>
                    <a:cubicBezTo>
                      <a:pt x="43" y="75"/>
                      <a:pt x="43" y="75"/>
                      <a:pt x="43" y="75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0" y="116"/>
                      <a:pt x="15" y="119"/>
                      <a:pt x="12" y="118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0" y="111"/>
                      <a:pt x="0" y="108"/>
                      <a:pt x="2" y="104"/>
                    </a:cubicBezTo>
                    <a:cubicBezTo>
                      <a:pt x="2" y="104"/>
                      <a:pt x="23" y="65"/>
                      <a:pt x="29" y="54"/>
                    </a:cubicBezTo>
                    <a:cubicBezTo>
                      <a:pt x="35" y="43"/>
                      <a:pt x="58" y="5"/>
                      <a:pt x="59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2" name="Freeform 387">
                <a:extLst>
                  <a:ext uri="{FF2B5EF4-FFF2-40B4-BE49-F238E27FC236}">
                    <a16:creationId xmlns:a16="http://schemas.microsoft.com/office/drawing/2014/main" id="{F284386E-10C3-4C68-BE6D-0169C4930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252"/>
                <a:ext cx="108" cy="196"/>
              </a:xfrm>
              <a:custGeom>
                <a:avLst/>
                <a:gdLst>
                  <a:gd name="T0" fmla="*/ 170 w 72"/>
                  <a:gd name="T1" fmla="*/ 21 h 123"/>
                  <a:gd name="T2" fmla="*/ 174 w 72"/>
                  <a:gd name="T3" fmla="*/ 21 h 123"/>
                  <a:gd name="T4" fmla="*/ 197 w 72"/>
                  <a:gd name="T5" fmla="*/ 8 h 123"/>
                  <a:gd name="T6" fmla="*/ 228 w 72"/>
                  <a:gd name="T7" fmla="*/ 25 h 123"/>
                  <a:gd name="T8" fmla="*/ 224 w 72"/>
                  <a:gd name="T9" fmla="*/ 94 h 123"/>
                  <a:gd name="T10" fmla="*/ 135 w 72"/>
                  <a:gd name="T11" fmla="*/ 308 h 123"/>
                  <a:gd name="T12" fmla="*/ 80 w 72"/>
                  <a:gd name="T13" fmla="*/ 462 h 123"/>
                  <a:gd name="T14" fmla="*/ 45 w 72"/>
                  <a:gd name="T15" fmla="*/ 492 h 123"/>
                  <a:gd name="T16" fmla="*/ 14 w 72"/>
                  <a:gd name="T17" fmla="*/ 472 h 123"/>
                  <a:gd name="T18" fmla="*/ 8 w 72"/>
                  <a:gd name="T19" fmla="*/ 441 h 123"/>
                  <a:gd name="T20" fmla="*/ 86 w 72"/>
                  <a:gd name="T21" fmla="*/ 231 h 123"/>
                  <a:gd name="T22" fmla="*/ 170 w 72"/>
                  <a:gd name="T23" fmla="*/ 21 h 1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2" h="123">
                    <a:moveTo>
                      <a:pt x="50" y="5"/>
                    </a:moveTo>
                    <a:cubicBezTo>
                      <a:pt x="50" y="5"/>
                      <a:pt x="50" y="5"/>
                      <a:pt x="51" y="5"/>
                    </a:cubicBezTo>
                    <a:cubicBezTo>
                      <a:pt x="52" y="3"/>
                      <a:pt x="54" y="0"/>
                      <a:pt x="58" y="2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70" y="7"/>
                      <a:pt x="72" y="9"/>
                      <a:pt x="66" y="23"/>
                    </a:cubicBezTo>
                    <a:cubicBezTo>
                      <a:pt x="40" y="76"/>
                      <a:pt x="40" y="76"/>
                      <a:pt x="40" y="76"/>
                    </a:cubicBezTo>
                    <a:cubicBezTo>
                      <a:pt x="23" y="114"/>
                      <a:pt x="23" y="114"/>
                      <a:pt x="23" y="114"/>
                    </a:cubicBezTo>
                    <a:cubicBezTo>
                      <a:pt x="20" y="119"/>
                      <a:pt x="16" y="123"/>
                      <a:pt x="13" y="122"/>
                    </a:cubicBezTo>
                    <a:cubicBezTo>
                      <a:pt x="4" y="117"/>
                      <a:pt x="4" y="117"/>
                      <a:pt x="4" y="117"/>
                    </a:cubicBezTo>
                    <a:cubicBezTo>
                      <a:pt x="1" y="116"/>
                      <a:pt x="0" y="113"/>
                      <a:pt x="2" y="109"/>
                    </a:cubicBezTo>
                    <a:cubicBezTo>
                      <a:pt x="2" y="109"/>
                      <a:pt x="19" y="68"/>
                      <a:pt x="25" y="57"/>
                    </a:cubicBezTo>
                    <a:cubicBezTo>
                      <a:pt x="30" y="45"/>
                      <a:pt x="50" y="6"/>
                      <a:pt x="50" y="5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3" name="Freeform 388">
                <a:extLst>
                  <a:ext uri="{FF2B5EF4-FFF2-40B4-BE49-F238E27FC236}">
                    <a16:creationId xmlns:a16="http://schemas.microsoft.com/office/drawing/2014/main" id="{D0DE9C72-6C4F-47DD-B00E-50E7F274E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3338"/>
                <a:ext cx="21" cy="40"/>
              </a:xfrm>
              <a:custGeom>
                <a:avLst/>
                <a:gdLst>
                  <a:gd name="T0" fmla="*/ 5 w 14"/>
                  <a:gd name="T1" fmla="*/ 98 h 25"/>
                  <a:gd name="T2" fmla="*/ 12 w 14"/>
                  <a:gd name="T3" fmla="*/ 46 h 25"/>
                  <a:gd name="T4" fmla="*/ 41 w 14"/>
                  <a:gd name="T5" fmla="*/ 5 h 25"/>
                  <a:gd name="T6" fmla="*/ 35 w 14"/>
                  <a:gd name="T7" fmla="*/ 56 h 25"/>
                  <a:gd name="T8" fmla="*/ 5 w 14"/>
                  <a:gd name="T9" fmla="*/ 9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5">
                    <a:moveTo>
                      <a:pt x="1" y="24"/>
                    </a:moveTo>
                    <a:cubicBezTo>
                      <a:pt x="0" y="23"/>
                      <a:pt x="1" y="17"/>
                      <a:pt x="3" y="11"/>
                    </a:cubicBezTo>
                    <a:cubicBezTo>
                      <a:pt x="6" y="5"/>
                      <a:pt x="10" y="0"/>
                      <a:pt x="12" y="1"/>
                    </a:cubicBezTo>
                    <a:cubicBezTo>
                      <a:pt x="14" y="2"/>
                      <a:pt x="13" y="8"/>
                      <a:pt x="10" y="14"/>
                    </a:cubicBezTo>
                    <a:cubicBezTo>
                      <a:pt x="7" y="20"/>
                      <a:pt x="3" y="25"/>
                      <a:pt x="1" y="24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" name="Freeform 389">
                <a:extLst>
                  <a:ext uri="{FF2B5EF4-FFF2-40B4-BE49-F238E27FC236}">
                    <a16:creationId xmlns:a16="http://schemas.microsoft.com/office/drawing/2014/main" id="{18104D1C-1EDF-4245-B9DC-B8F634EAB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3337"/>
                <a:ext cx="22" cy="38"/>
              </a:xfrm>
              <a:custGeom>
                <a:avLst/>
                <a:gdLst>
                  <a:gd name="T0" fmla="*/ 6 w 15"/>
                  <a:gd name="T1" fmla="*/ 90 h 24"/>
                  <a:gd name="T2" fmla="*/ 13 w 15"/>
                  <a:gd name="T3" fmla="*/ 40 h 24"/>
                  <a:gd name="T4" fmla="*/ 41 w 15"/>
                  <a:gd name="T5" fmla="*/ 0 h 24"/>
                  <a:gd name="T6" fmla="*/ 34 w 15"/>
                  <a:gd name="T7" fmla="*/ 52 h 24"/>
                  <a:gd name="T8" fmla="*/ 6 w 15"/>
                  <a:gd name="T9" fmla="*/ 9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2" y="23"/>
                    </a:moveTo>
                    <a:cubicBezTo>
                      <a:pt x="0" y="22"/>
                      <a:pt x="1" y="16"/>
                      <a:pt x="4" y="10"/>
                    </a:cubicBezTo>
                    <a:cubicBezTo>
                      <a:pt x="7" y="4"/>
                      <a:pt x="11" y="0"/>
                      <a:pt x="13" y="0"/>
                    </a:cubicBezTo>
                    <a:cubicBezTo>
                      <a:pt x="15" y="1"/>
                      <a:pt x="14" y="7"/>
                      <a:pt x="11" y="13"/>
                    </a:cubicBezTo>
                    <a:cubicBezTo>
                      <a:pt x="8" y="19"/>
                      <a:pt x="4" y="24"/>
                      <a:pt x="2" y="2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5" name="Freeform 390">
                <a:extLst>
                  <a:ext uri="{FF2B5EF4-FFF2-40B4-BE49-F238E27FC236}">
                    <a16:creationId xmlns:a16="http://schemas.microsoft.com/office/drawing/2014/main" id="{3D50834E-CAF4-4FA7-9DCF-BD12B7314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3261"/>
                <a:ext cx="31" cy="85"/>
              </a:xfrm>
              <a:custGeom>
                <a:avLst/>
                <a:gdLst>
                  <a:gd name="T0" fmla="*/ 41 w 21"/>
                  <a:gd name="T1" fmla="*/ 5 h 53"/>
                  <a:gd name="T2" fmla="*/ 65 w 21"/>
                  <a:gd name="T3" fmla="*/ 26 h 53"/>
                  <a:gd name="T4" fmla="*/ 55 w 21"/>
                  <a:gd name="T5" fmla="*/ 75 h 53"/>
                  <a:gd name="T6" fmla="*/ 27 w 21"/>
                  <a:gd name="T7" fmla="*/ 149 h 53"/>
                  <a:gd name="T8" fmla="*/ 13 w 21"/>
                  <a:gd name="T9" fmla="*/ 184 h 53"/>
                  <a:gd name="T10" fmla="*/ 0 w 21"/>
                  <a:gd name="T11" fmla="*/ 218 h 53"/>
                  <a:gd name="T12" fmla="*/ 47 w 21"/>
                  <a:gd name="T13" fmla="*/ 69 h 53"/>
                  <a:gd name="T14" fmla="*/ 52 w 21"/>
                  <a:gd name="T15" fmla="*/ 26 h 53"/>
                  <a:gd name="T16" fmla="*/ 32 w 21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53">
                    <a:moveTo>
                      <a:pt x="13" y="1"/>
                    </a:moveTo>
                    <a:cubicBezTo>
                      <a:pt x="15" y="2"/>
                      <a:pt x="20" y="3"/>
                      <a:pt x="20" y="6"/>
                    </a:cubicBezTo>
                    <a:cubicBezTo>
                      <a:pt x="21" y="9"/>
                      <a:pt x="18" y="15"/>
                      <a:pt x="17" y="18"/>
                    </a:cubicBezTo>
                    <a:cubicBezTo>
                      <a:pt x="14" y="24"/>
                      <a:pt x="11" y="30"/>
                      <a:pt x="8" y="36"/>
                    </a:cubicBezTo>
                    <a:cubicBezTo>
                      <a:pt x="7" y="39"/>
                      <a:pt x="5" y="42"/>
                      <a:pt x="4" y="45"/>
                    </a:cubicBezTo>
                    <a:cubicBezTo>
                      <a:pt x="3" y="47"/>
                      <a:pt x="2" y="50"/>
                      <a:pt x="0" y="53"/>
                    </a:cubicBezTo>
                    <a:cubicBezTo>
                      <a:pt x="3" y="41"/>
                      <a:pt x="11" y="29"/>
                      <a:pt x="15" y="17"/>
                    </a:cubicBezTo>
                    <a:cubicBezTo>
                      <a:pt x="17" y="13"/>
                      <a:pt x="18" y="9"/>
                      <a:pt x="16" y="6"/>
                    </a:cubicBezTo>
                    <a:cubicBezTo>
                      <a:pt x="15" y="3"/>
                      <a:pt x="13" y="1"/>
                      <a:pt x="10" y="0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6" name="Freeform 391">
                <a:extLst>
                  <a:ext uri="{FF2B5EF4-FFF2-40B4-BE49-F238E27FC236}">
                    <a16:creationId xmlns:a16="http://schemas.microsoft.com/office/drawing/2014/main" id="{48A865B2-D406-4CE3-8F50-E65995650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305"/>
                <a:ext cx="53" cy="137"/>
              </a:xfrm>
              <a:custGeom>
                <a:avLst/>
                <a:gdLst>
                  <a:gd name="T0" fmla="*/ 27 w 35"/>
                  <a:gd name="T1" fmla="*/ 343 h 86"/>
                  <a:gd name="T2" fmla="*/ 0 w 35"/>
                  <a:gd name="T3" fmla="*/ 320 h 86"/>
                  <a:gd name="T4" fmla="*/ 21 w 35"/>
                  <a:gd name="T5" fmla="*/ 258 h 86"/>
                  <a:gd name="T6" fmla="*/ 53 w 35"/>
                  <a:gd name="T7" fmla="*/ 175 h 86"/>
                  <a:gd name="T8" fmla="*/ 121 w 35"/>
                  <a:gd name="T9" fmla="*/ 0 h 86"/>
                  <a:gd name="T10" fmla="*/ 76 w 35"/>
                  <a:gd name="T11" fmla="*/ 116 h 86"/>
                  <a:gd name="T12" fmla="*/ 35 w 35"/>
                  <a:gd name="T13" fmla="*/ 244 h 86"/>
                  <a:gd name="T14" fmla="*/ 53 w 35"/>
                  <a:gd name="T15" fmla="*/ 339 h 86"/>
                  <a:gd name="T16" fmla="*/ 32 w 35"/>
                  <a:gd name="T17" fmla="*/ 343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86">
                    <a:moveTo>
                      <a:pt x="8" y="85"/>
                    </a:moveTo>
                    <a:cubicBezTo>
                      <a:pt x="5" y="84"/>
                      <a:pt x="0" y="84"/>
                      <a:pt x="0" y="79"/>
                    </a:cubicBezTo>
                    <a:cubicBezTo>
                      <a:pt x="0" y="74"/>
                      <a:pt x="4" y="68"/>
                      <a:pt x="6" y="64"/>
                    </a:cubicBezTo>
                    <a:cubicBezTo>
                      <a:pt x="10" y="56"/>
                      <a:pt x="11" y="52"/>
                      <a:pt x="15" y="43"/>
                    </a:cubicBezTo>
                    <a:cubicBezTo>
                      <a:pt x="20" y="31"/>
                      <a:pt x="28" y="12"/>
                      <a:pt x="35" y="0"/>
                    </a:cubicBezTo>
                    <a:cubicBezTo>
                      <a:pt x="31" y="9"/>
                      <a:pt x="26" y="20"/>
                      <a:pt x="22" y="29"/>
                    </a:cubicBezTo>
                    <a:cubicBezTo>
                      <a:pt x="17" y="40"/>
                      <a:pt x="14" y="49"/>
                      <a:pt x="10" y="60"/>
                    </a:cubicBezTo>
                    <a:cubicBezTo>
                      <a:pt x="6" y="70"/>
                      <a:pt x="5" y="86"/>
                      <a:pt x="15" y="84"/>
                    </a:cubicBezTo>
                    <a:cubicBezTo>
                      <a:pt x="13" y="86"/>
                      <a:pt x="11" y="85"/>
                      <a:pt x="9" y="85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7" name="Freeform 392">
                <a:extLst>
                  <a:ext uri="{FF2B5EF4-FFF2-40B4-BE49-F238E27FC236}">
                    <a16:creationId xmlns:a16="http://schemas.microsoft.com/office/drawing/2014/main" id="{00AA16FC-97E7-4A88-9838-229143D1F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3341"/>
                <a:ext cx="12" cy="34"/>
              </a:xfrm>
              <a:custGeom>
                <a:avLst/>
                <a:gdLst>
                  <a:gd name="T0" fmla="*/ 27 w 8"/>
                  <a:gd name="T1" fmla="*/ 63 h 21"/>
                  <a:gd name="T2" fmla="*/ 12 w 8"/>
                  <a:gd name="T3" fmla="*/ 76 h 21"/>
                  <a:gd name="T4" fmla="*/ 21 w 8"/>
                  <a:gd name="T5" fmla="*/ 21 h 21"/>
                  <a:gd name="T6" fmla="*/ 27 w 8"/>
                  <a:gd name="T7" fmla="*/ 0 h 21"/>
                  <a:gd name="T8" fmla="*/ 14 w 8"/>
                  <a:gd name="T9" fmla="*/ 29 h 21"/>
                  <a:gd name="T10" fmla="*/ 8 w 8"/>
                  <a:gd name="T11" fmla="*/ 84 h 21"/>
                  <a:gd name="T12" fmla="*/ 27 w 8"/>
                  <a:gd name="T13" fmla="*/ 6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1">
                    <a:moveTo>
                      <a:pt x="8" y="15"/>
                    </a:moveTo>
                    <a:cubicBezTo>
                      <a:pt x="6" y="17"/>
                      <a:pt x="4" y="19"/>
                      <a:pt x="3" y="18"/>
                    </a:cubicBezTo>
                    <a:cubicBezTo>
                      <a:pt x="2" y="17"/>
                      <a:pt x="3" y="12"/>
                      <a:pt x="6" y="5"/>
                    </a:cubicBezTo>
                    <a:cubicBezTo>
                      <a:pt x="6" y="3"/>
                      <a:pt x="7" y="2"/>
                      <a:pt x="8" y="0"/>
                    </a:cubicBezTo>
                    <a:cubicBezTo>
                      <a:pt x="7" y="2"/>
                      <a:pt x="6" y="4"/>
                      <a:pt x="4" y="7"/>
                    </a:cubicBezTo>
                    <a:cubicBezTo>
                      <a:pt x="1" y="13"/>
                      <a:pt x="0" y="19"/>
                      <a:pt x="2" y="20"/>
                    </a:cubicBezTo>
                    <a:cubicBezTo>
                      <a:pt x="3" y="21"/>
                      <a:pt x="6" y="19"/>
                      <a:pt x="8" y="1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8" name="Freeform 393">
                <a:extLst>
                  <a:ext uri="{FF2B5EF4-FFF2-40B4-BE49-F238E27FC236}">
                    <a16:creationId xmlns:a16="http://schemas.microsoft.com/office/drawing/2014/main" id="{5037F688-9BF6-4583-97D9-456AEC78E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3340"/>
                <a:ext cx="12" cy="29"/>
              </a:xfrm>
              <a:custGeom>
                <a:avLst/>
                <a:gdLst>
                  <a:gd name="T0" fmla="*/ 21 w 8"/>
                  <a:gd name="T1" fmla="*/ 8 h 18"/>
                  <a:gd name="T2" fmla="*/ 14 w 8"/>
                  <a:gd name="T3" fmla="*/ 55 h 18"/>
                  <a:gd name="T4" fmla="*/ 0 w 8"/>
                  <a:gd name="T5" fmla="*/ 76 h 18"/>
                  <a:gd name="T6" fmla="*/ 18 w 8"/>
                  <a:gd name="T7" fmla="*/ 47 h 18"/>
                  <a:gd name="T8" fmla="*/ 26 w 8"/>
                  <a:gd name="T9" fmla="*/ 5 h 18"/>
                  <a:gd name="T10" fmla="*/ 12 w 8"/>
                  <a:gd name="T11" fmla="*/ 13 h 18"/>
                  <a:gd name="T12" fmla="*/ 21 w 8"/>
                  <a:gd name="T13" fmla="*/ 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8">
                    <a:moveTo>
                      <a:pt x="6" y="2"/>
                    </a:moveTo>
                    <a:cubicBezTo>
                      <a:pt x="7" y="2"/>
                      <a:pt x="6" y="8"/>
                      <a:pt x="4" y="13"/>
                    </a:cubicBezTo>
                    <a:cubicBezTo>
                      <a:pt x="3" y="15"/>
                      <a:pt x="1" y="17"/>
                      <a:pt x="0" y="18"/>
                    </a:cubicBezTo>
                    <a:cubicBezTo>
                      <a:pt x="2" y="17"/>
                      <a:pt x="4" y="14"/>
                      <a:pt x="5" y="11"/>
                    </a:cubicBezTo>
                    <a:cubicBezTo>
                      <a:pt x="7" y="6"/>
                      <a:pt x="8" y="1"/>
                      <a:pt x="7" y="1"/>
                    </a:cubicBezTo>
                    <a:cubicBezTo>
                      <a:pt x="6" y="0"/>
                      <a:pt x="5" y="1"/>
                      <a:pt x="3" y="3"/>
                    </a:cubicBezTo>
                    <a:cubicBezTo>
                      <a:pt x="4" y="3"/>
                      <a:pt x="5" y="1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9" name="Freeform 394">
                <a:extLst>
                  <a:ext uri="{FF2B5EF4-FFF2-40B4-BE49-F238E27FC236}">
                    <a16:creationId xmlns:a16="http://schemas.microsoft.com/office/drawing/2014/main" id="{4F0A3432-E1EB-49A9-A3E0-C6CAAC041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252"/>
                <a:ext cx="108" cy="196"/>
              </a:xfrm>
              <a:custGeom>
                <a:avLst/>
                <a:gdLst>
                  <a:gd name="T0" fmla="*/ 170 w 72"/>
                  <a:gd name="T1" fmla="*/ 21 h 123"/>
                  <a:gd name="T2" fmla="*/ 174 w 72"/>
                  <a:gd name="T3" fmla="*/ 21 h 123"/>
                  <a:gd name="T4" fmla="*/ 197 w 72"/>
                  <a:gd name="T5" fmla="*/ 8 h 123"/>
                  <a:gd name="T6" fmla="*/ 228 w 72"/>
                  <a:gd name="T7" fmla="*/ 25 h 123"/>
                  <a:gd name="T8" fmla="*/ 224 w 72"/>
                  <a:gd name="T9" fmla="*/ 94 h 123"/>
                  <a:gd name="T10" fmla="*/ 135 w 72"/>
                  <a:gd name="T11" fmla="*/ 308 h 123"/>
                  <a:gd name="T12" fmla="*/ 80 w 72"/>
                  <a:gd name="T13" fmla="*/ 462 h 123"/>
                  <a:gd name="T14" fmla="*/ 45 w 72"/>
                  <a:gd name="T15" fmla="*/ 492 h 123"/>
                  <a:gd name="T16" fmla="*/ 14 w 72"/>
                  <a:gd name="T17" fmla="*/ 472 h 123"/>
                  <a:gd name="T18" fmla="*/ 8 w 72"/>
                  <a:gd name="T19" fmla="*/ 441 h 123"/>
                  <a:gd name="T20" fmla="*/ 86 w 72"/>
                  <a:gd name="T21" fmla="*/ 231 h 123"/>
                  <a:gd name="T22" fmla="*/ 170 w 72"/>
                  <a:gd name="T23" fmla="*/ 21 h 1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2" h="123">
                    <a:moveTo>
                      <a:pt x="50" y="5"/>
                    </a:moveTo>
                    <a:cubicBezTo>
                      <a:pt x="50" y="5"/>
                      <a:pt x="50" y="5"/>
                      <a:pt x="51" y="5"/>
                    </a:cubicBezTo>
                    <a:cubicBezTo>
                      <a:pt x="52" y="3"/>
                      <a:pt x="54" y="0"/>
                      <a:pt x="58" y="2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70" y="7"/>
                      <a:pt x="72" y="9"/>
                      <a:pt x="66" y="23"/>
                    </a:cubicBezTo>
                    <a:cubicBezTo>
                      <a:pt x="40" y="76"/>
                      <a:pt x="40" y="76"/>
                      <a:pt x="40" y="76"/>
                    </a:cubicBezTo>
                    <a:cubicBezTo>
                      <a:pt x="23" y="114"/>
                      <a:pt x="23" y="114"/>
                      <a:pt x="23" y="114"/>
                    </a:cubicBezTo>
                    <a:cubicBezTo>
                      <a:pt x="20" y="119"/>
                      <a:pt x="16" y="123"/>
                      <a:pt x="13" y="122"/>
                    </a:cubicBezTo>
                    <a:cubicBezTo>
                      <a:pt x="4" y="117"/>
                      <a:pt x="4" y="117"/>
                      <a:pt x="4" y="117"/>
                    </a:cubicBezTo>
                    <a:cubicBezTo>
                      <a:pt x="1" y="116"/>
                      <a:pt x="0" y="113"/>
                      <a:pt x="2" y="109"/>
                    </a:cubicBezTo>
                    <a:cubicBezTo>
                      <a:pt x="2" y="109"/>
                      <a:pt x="19" y="68"/>
                      <a:pt x="25" y="57"/>
                    </a:cubicBezTo>
                    <a:cubicBezTo>
                      <a:pt x="30" y="45"/>
                      <a:pt x="50" y="6"/>
                      <a:pt x="50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0" name="Freeform 395">
                <a:extLst>
                  <a:ext uri="{FF2B5EF4-FFF2-40B4-BE49-F238E27FC236}">
                    <a16:creationId xmlns:a16="http://schemas.microsoft.com/office/drawing/2014/main" id="{F2635228-4A85-4DCD-AF35-8A2B7F5F9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700"/>
                <a:ext cx="108" cy="194"/>
              </a:xfrm>
              <a:custGeom>
                <a:avLst/>
                <a:gdLst>
                  <a:gd name="T0" fmla="*/ 12 w 72"/>
                  <a:gd name="T1" fmla="*/ 422 h 121"/>
                  <a:gd name="T2" fmla="*/ 126 w 72"/>
                  <a:gd name="T3" fmla="*/ 141 h 121"/>
                  <a:gd name="T4" fmla="*/ 170 w 72"/>
                  <a:gd name="T5" fmla="*/ 35 h 121"/>
                  <a:gd name="T6" fmla="*/ 197 w 72"/>
                  <a:gd name="T7" fmla="*/ 5 h 121"/>
                  <a:gd name="T8" fmla="*/ 234 w 72"/>
                  <a:gd name="T9" fmla="*/ 21 h 121"/>
                  <a:gd name="T10" fmla="*/ 234 w 72"/>
                  <a:gd name="T11" fmla="*/ 61 h 121"/>
                  <a:gd name="T12" fmla="*/ 126 w 72"/>
                  <a:gd name="T13" fmla="*/ 316 h 121"/>
                  <a:gd name="T14" fmla="*/ 68 w 72"/>
                  <a:gd name="T15" fmla="*/ 470 h 121"/>
                  <a:gd name="T16" fmla="*/ 35 w 72"/>
                  <a:gd name="T17" fmla="*/ 491 h 121"/>
                  <a:gd name="T18" fmla="*/ 8 w 72"/>
                  <a:gd name="T19" fmla="*/ 473 h 121"/>
                  <a:gd name="T20" fmla="*/ 0 w 72"/>
                  <a:gd name="T21" fmla="*/ 457 h 121"/>
                  <a:gd name="T22" fmla="*/ 12 w 72"/>
                  <a:gd name="T23" fmla="*/ 422 h 121"/>
                  <a:gd name="T24" fmla="*/ 12 w 72"/>
                  <a:gd name="T25" fmla="*/ 422 h 1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" h="121">
                    <a:moveTo>
                      <a:pt x="3" y="102"/>
                    </a:moveTo>
                    <a:cubicBezTo>
                      <a:pt x="4" y="101"/>
                      <a:pt x="28" y="51"/>
                      <a:pt x="37" y="34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52" y="4"/>
                      <a:pt x="56" y="0"/>
                      <a:pt x="58" y="1"/>
                    </a:cubicBezTo>
                    <a:cubicBezTo>
                      <a:pt x="58" y="1"/>
                      <a:pt x="68" y="5"/>
                      <a:pt x="69" y="5"/>
                    </a:cubicBezTo>
                    <a:cubicBezTo>
                      <a:pt x="71" y="7"/>
                      <a:pt x="72" y="10"/>
                      <a:pt x="69" y="15"/>
                    </a:cubicBezTo>
                    <a:cubicBezTo>
                      <a:pt x="69" y="15"/>
                      <a:pt x="44" y="63"/>
                      <a:pt x="37" y="77"/>
                    </a:cubicBezTo>
                    <a:cubicBezTo>
                      <a:pt x="31" y="91"/>
                      <a:pt x="21" y="113"/>
                      <a:pt x="20" y="114"/>
                    </a:cubicBezTo>
                    <a:cubicBezTo>
                      <a:pt x="18" y="119"/>
                      <a:pt x="14" y="121"/>
                      <a:pt x="10" y="119"/>
                    </a:cubicBezTo>
                    <a:cubicBezTo>
                      <a:pt x="2" y="115"/>
                      <a:pt x="2" y="115"/>
                      <a:pt x="2" y="115"/>
                    </a:cubicBezTo>
                    <a:cubicBezTo>
                      <a:pt x="1" y="114"/>
                      <a:pt x="0" y="113"/>
                      <a:pt x="0" y="111"/>
                    </a:cubicBezTo>
                    <a:cubicBezTo>
                      <a:pt x="0" y="109"/>
                      <a:pt x="1" y="106"/>
                      <a:pt x="3" y="102"/>
                    </a:cubicBezTo>
                    <a:cubicBezTo>
                      <a:pt x="3" y="102"/>
                      <a:pt x="3" y="102"/>
                      <a:pt x="3" y="10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1" name="Freeform 396">
                <a:extLst>
                  <a:ext uri="{FF2B5EF4-FFF2-40B4-BE49-F238E27FC236}">
                    <a16:creationId xmlns:a16="http://schemas.microsoft.com/office/drawing/2014/main" id="{0CEBEDA8-EE90-44B2-AF16-DF1A37599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492"/>
                <a:ext cx="56" cy="205"/>
              </a:xfrm>
              <a:custGeom>
                <a:avLst/>
                <a:gdLst>
                  <a:gd name="T0" fmla="*/ 48 w 37"/>
                  <a:gd name="T1" fmla="*/ 48 h 128"/>
                  <a:gd name="T2" fmla="*/ 76 w 37"/>
                  <a:gd name="T3" fmla="*/ 0 h 128"/>
                  <a:gd name="T4" fmla="*/ 107 w 37"/>
                  <a:gd name="T5" fmla="*/ 8 h 128"/>
                  <a:gd name="T6" fmla="*/ 121 w 37"/>
                  <a:gd name="T7" fmla="*/ 56 h 128"/>
                  <a:gd name="T8" fmla="*/ 107 w 37"/>
                  <a:gd name="T9" fmla="*/ 184 h 128"/>
                  <a:gd name="T10" fmla="*/ 73 w 37"/>
                  <a:gd name="T11" fmla="*/ 485 h 128"/>
                  <a:gd name="T12" fmla="*/ 53 w 37"/>
                  <a:gd name="T13" fmla="*/ 525 h 128"/>
                  <a:gd name="T14" fmla="*/ 18 w 37"/>
                  <a:gd name="T15" fmla="*/ 521 h 128"/>
                  <a:gd name="T16" fmla="*/ 0 w 37"/>
                  <a:gd name="T17" fmla="*/ 493 h 128"/>
                  <a:gd name="T18" fmla="*/ 27 w 37"/>
                  <a:gd name="T19" fmla="*/ 267 h 128"/>
                  <a:gd name="T20" fmla="*/ 48 w 37"/>
                  <a:gd name="T21" fmla="*/ 48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28">
                    <a:moveTo>
                      <a:pt x="14" y="12"/>
                    </a:moveTo>
                    <a:cubicBezTo>
                      <a:pt x="16" y="1"/>
                      <a:pt x="19" y="0"/>
                      <a:pt x="22" y="0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4" y="2"/>
                      <a:pt x="37" y="3"/>
                      <a:pt x="35" y="14"/>
                    </a:cubicBezTo>
                    <a:cubicBezTo>
                      <a:pt x="35" y="14"/>
                      <a:pt x="34" y="20"/>
                      <a:pt x="31" y="45"/>
                    </a:cubicBezTo>
                    <a:cubicBezTo>
                      <a:pt x="28" y="69"/>
                      <a:pt x="22" y="117"/>
                      <a:pt x="21" y="118"/>
                    </a:cubicBezTo>
                    <a:cubicBezTo>
                      <a:pt x="20" y="127"/>
                      <a:pt x="18" y="128"/>
                      <a:pt x="15" y="128"/>
                    </a:cubicBezTo>
                    <a:cubicBezTo>
                      <a:pt x="5" y="127"/>
                      <a:pt x="5" y="127"/>
                      <a:pt x="5" y="127"/>
                    </a:cubicBezTo>
                    <a:cubicBezTo>
                      <a:pt x="0" y="126"/>
                      <a:pt x="0" y="123"/>
                      <a:pt x="0" y="120"/>
                    </a:cubicBezTo>
                    <a:cubicBezTo>
                      <a:pt x="0" y="120"/>
                      <a:pt x="5" y="87"/>
                      <a:pt x="8" y="65"/>
                    </a:cubicBezTo>
                    <a:cubicBezTo>
                      <a:pt x="11" y="43"/>
                      <a:pt x="14" y="13"/>
                      <a:pt x="14" y="1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2" name="Freeform 397">
                <a:extLst>
                  <a:ext uri="{FF2B5EF4-FFF2-40B4-BE49-F238E27FC236}">
                    <a16:creationId xmlns:a16="http://schemas.microsoft.com/office/drawing/2014/main" id="{8B7AA846-95BA-48E7-97BD-2D8314586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777"/>
                <a:ext cx="21" cy="37"/>
              </a:xfrm>
              <a:custGeom>
                <a:avLst/>
                <a:gdLst>
                  <a:gd name="T0" fmla="*/ 5 w 14"/>
                  <a:gd name="T1" fmla="*/ 97 h 23"/>
                  <a:gd name="T2" fmla="*/ 14 w 14"/>
                  <a:gd name="T3" fmla="*/ 42 h 23"/>
                  <a:gd name="T4" fmla="*/ 45 w 14"/>
                  <a:gd name="T5" fmla="*/ 0 h 23"/>
                  <a:gd name="T6" fmla="*/ 35 w 14"/>
                  <a:gd name="T7" fmla="*/ 55 h 23"/>
                  <a:gd name="T8" fmla="*/ 5 w 14"/>
                  <a:gd name="T9" fmla="*/ 9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3">
                    <a:moveTo>
                      <a:pt x="1" y="23"/>
                    </a:moveTo>
                    <a:cubicBezTo>
                      <a:pt x="0" y="22"/>
                      <a:pt x="1" y="16"/>
                      <a:pt x="4" y="10"/>
                    </a:cubicBezTo>
                    <a:cubicBezTo>
                      <a:pt x="7" y="4"/>
                      <a:pt x="11" y="0"/>
                      <a:pt x="13" y="0"/>
                    </a:cubicBezTo>
                    <a:cubicBezTo>
                      <a:pt x="14" y="1"/>
                      <a:pt x="13" y="7"/>
                      <a:pt x="10" y="13"/>
                    </a:cubicBezTo>
                    <a:cubicBezTo>
                      <a:pt x="7" y="19"/>
                      <a:pt x="3" y="23"/>
                      <a:pt x="1" y="2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3" name="Freeform 398">
                <a:extLst>
                  <a:ext uri="{FF2B5EF4-FFF2-40B4-BE49-F238E27FC236}">
                    <a16:creationId xmlns:a16="http://schemas.microsoft.com/office/drawing/2014/main" id="{495FE76E-886B-4ABC-8995-40BE47224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572"/>
                <a:ext cx="13" cy="40"/>
              </a:xfrm>
              <a:custGeom>
                <a:avLst/>
                <a:gdLst>
                  <a:gd name="T0" fmla="*/ 9 w 9"/>
                  <a:gd name="T1" fmla="*/ 102 h 25"/>
                  <a:gd name="T2" fmla="*/ 1 w 9"/>
                  <a:gd name="T3" fmla="*/ 48 h 25"/>
                  <a:gd name="T4" fmla="*/ 19 w 9"/>
                  <a:gd name="T5" fmla="*/ 0 h 25"/>
                  <a:gd name="T6" fmla="*/ 25 w 9"/>
                  <a:gd name="T7" fmla="*/ 54 h 25"/>
                  <a:gd name="T8" fmla="*/ 9 w 9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3" y="25"/>
                    </a:moveTo>
                    <a:cubicBezTo>
                      <a:pt x="1" y="24"/>
                      <a:pt x="0" y="19"/>
                      <a:pt x="1" y="12"/>
                    </a:cubicBezTo>
                    <a:cubicBezTo>
                      <a:pt x="2" y="5"/>
                      <a:pt x="4" y="0"/>
                      <a:pt x="6" y="0"/>
                    </a:cubicBezTo>
                    <a:cubicBezTo>
                      <a:pt x="8" y="0"/>
                      <a:pt x="9" y="6"/>
                      <a:pt x="8" y="13"/>
                    </a:cubicBezTo>
                    <a:cubicBezTo>
                      <a:pt x="7" y="19"/>
                      <a:pt x="5" y="25"/>
                      <a:pt x="3" y="2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4" name="Freeform 399">
                <a:extLst>
                  <a:ext uri="{FF2B5EF4-FFF2-40B4-BE49-F238E27FC236}">
                    <a16:creationId xmlns:a16="http://schemas.microsoft.com/office/drawing/2014/main" id="{D3C6FA59-1DAD-4493-99E1-EE782D03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779"/>
                <a:ext cx="21" cy="38"/>
              </a:xfrm>
              <a:custGeom>
                <a:avLst/>
                <a:gdLst>
                  <a:gd name="T0" fmla="*/ 5 w 14"/>
                  <a:gd name="T1" fmla="*/ 90 h 24"/>
                  <a:gd name="T2" fmla="*/ 14 w 14"/>
                  <a:gd name="T3" fmla="*/ 43 h 24"/>
                  <a:gd name="T4" fmla="*/ 45 w 14"/>
                  <a:gd name="T5" fmla="*/ 5 h 24"/>
                  <a:gd name="T6" fmla="*/ 35 w 14"/>
                  <a:gd name="T7" fmla="*/ 55 h 24"/>
                  <a:gd name="T8" fmla="*/ 5 w 14"/>
                  <a:gd name="T9" fmla="*/ 9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1" y="23"/>
                    </a:moveTo>
                    <a:cubicBezTo>
                      <a:pt x="0" y="22"/>
                      <a:pt x="1" y="17"/>
                      <a:pt x="4" y="11"/>
                    </a:cubicBezTo>
                    <a:cubicBezTo>
                      <a:pt x="7" y="4"/>
                      <a:pt x="11" y="0"/>
                      <a:pt x="13" y="1"/>
                    </a:cubicBezTo>
                    <a:cubicBezTo>
                      <a:pt x="14" y="2"/>
                      <a:pt x="13" y="8"/>
                      <a:pt x="10" y="14"/>
                    </a:cubicBezTo>
                    <a:cubicBezTo>
                      <a:pt x="7" y="20"/>
                      <a:pt x="3" y="24"/>
                      <a:pt x="1" y="2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5" name="Freeform 400">
                <a:extLst>
                  <a:ext uri="{FF2B5EF4-FFF2-40B4-BE49-F238E27FC236}">
                    <a16:creationId xmlns:a16="http://schemas.microsoft.com/office/drawing/2014/main" id="{4F9D93DB-0AD0-48AD-A781-2FD175752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79"/>
                <a:ext cx="12" cy="33"/>
              </a:xfrm>
              <a:custGeom>
                <a:avLst/>
                <a:gdLst>
                  <a:gd name="T0" fmla="*/ 5 w 8"/>
                  <a:gd name="T1" fmla="*/ 22 h 21"/>
                  <a:gd name="T2" fmla="*/ 18 w 8"/>
                  <a:gd name="T3" fmla="*/ 13 h 21"/>
                  <a:gd name="T4" fmla="*/ 12 w 8"/>
                  <a:gd name="T5" fmla="*/ 61 h 21"/>
                  <a:gd name="T6" fmla="*/ 0 w 8"/>
                  <a:gd name="T7" fmla="*/ 82 h 21"/>
                  <a:gd name="T8" fmla="*/ 14 w 8"/>
                  <a:gd name="T9" fmla="*/ 55 h 21"/>
                  <a:gd name="T10" fmla="*/ 26 w 8"/>
                  <a:gd name="T11" fmla="*/ 5 h 21"/>
                  <a:gd name="T12" fmla="*/ 5 w 8"/>
                  <a:gd name="T13" fmla="*/ 2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1">
                    <a:moveTo>
                      <a:pt x="1" y="6"/>
                    </a:moveTo>
                    <a:cubicBezTo>
                      <a:pt x="3" y="4"/>
                      <a:pt x="4" y="2"/>
                      <a:pt x="5" y="3"/>
                    </a:cubicBezTo>
                    <a:cubicBezTo>
                      <a:pt x="7" y="4"/>
                      <a:pt x="6" y="9"/>
                      <a:pt x="3" y="16"/>
                    </a:cubicBezTo>
                    <a:cubicBezTo>
                      <a:pt x="2" y="17"/>
                      <a:pt x="1" y="19"/>
                      <a:pt x="0" y="21"/>
                    </a:cubicBezTo>
                    <a:cubicBezTo>
                      <a:pt x="1" y="19"/>
                      <a:pt x="3" y="17"/>
                      <a:pt x="4" y="14"/>
                    </a:cubicBezTo>
                    <a:cubicBezTo>
                      <a:pt x="7" y="8"/>
                      <a:pt x="8" y="2"/>
                      <a:pt x="7" y="1"/>
                    </a:cubicBezTo>
                    <a:cubicBezTo>
                      <a:pt x="5" y="0"/>
                      <a:pt x="3" y="2"/>
                      <a:pt x="1" y="6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6" name="Freeform 401">
                <a:extLst>
                  <a:ext uri="{FF2B5EF4-FFF2-40B4-BE49-F238E27FC236}">
                    <a16:creationId xmlns:a16="http://schemas.microsoft.com/office/drawing/2014/main" id="{E0089E8F-F41F-4E20-8FA2-0C7A6E61A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785"/>
                <a:ext cx="12" cy="29"/>
              </a:xfrm>
              <a:custGeom>
                <a:avLst/>
                <a:gdLst>
                  <a:gd name="T0" fmla="*/ 8 w 8"/>
                  <a:gd name="T1" fmla="*/ 68 h 18"/>
                  <a:gd name="T2" fmla="*/ 18 w 8"/>
                  <a:gd name="T3" fmla="*/ 21 h 18"/>
                  <a:gd name="T4" fmla="*/ 27 w 8"/>
                  <a:gd name="T5" fmla="*/ 0 h 18"/>
                  <a:gd name="T6" fmla="*/ 12 w 8"/>
                  <a:gd name="T7" fmla="*/ 29 h 18"/>
                  <a:gd name="T8" fmla="*/ 5 w 8"/>
                  <a:gd name="T9" fmla="*/ 71 h 18"/>
                  <a:gd name="T10" fmla="*/ 18 w 8"/>
                  <a:gd name="T11" fmla="*/ 63 h 18"/>
                  <a:gd name="T12" fmla="*/ 8 w 8"/>
                  <a:gd name="T13" fmla="*/ 6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8">
                    <a:moveTo>
                      <a:pt x="2" y="16"/>
                    </a:moveTo>
                    <a:cubicBezTo>
                      <a:pt x="1" y="15"/>
                      <a:pt x="2" y="10"/>
                      <a:pt x="5" y="5"/>
                    </a:cubicBezTo>
                    <a:cubicBezTo>
                      <a:pt x="6" y="3"/>
                      <a:pt x="7" y="1"/>
                      <a:pt x="8" y="0"/>
                    </a:cubicBezTo>
                    <a:cubicBezTo>
                      <a:pt x="7" y="1"/>
                      <a:pt x="5" y="4"/>
                      <a:pt x="3" y="7"/>
                    </a:cubicBezTo>
                    <a:cubicBezTo>
                      <a:pt x="1" y="12"/>
                      <a:pt x="0" y="17"/>
                      <a:pt x="1" y="17"/>
                    </a:cubicBezTo>
                    <a:cubicBezTo>
                      <a:pt x="2" y="18"/>
                      <a:pt x="4" y="17"/>
                      <a:pt x="5" y="15"/>
                    </a:cubicBezTo>
                    <a:cubicBezTo>
                      <a:pt x="4" y="15"/>
                      <a:pt x="3" y="17"/>
                      <a:pt x="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7" name="Freeform 402">
                <a:extLst>
                  <a:ext uri="{FF2B5EF4-FFF2-40B4-BE49-F238E27FC236}">
                    <a16:creationId xmlns:a16="http://schemas.microsoft.com/office/drawing/2014/main" id="{6DEAA075-0560-46DA-9F4F-A4FC33184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576"/>
                <a:ext cx="13" cy="39"/>
              </a:xfrm>
              <a:custGeom>
                <a:avLst/>
                <a:gdLst>
                  <a:gd name="T0" fmla="*/ 9 w 9"/>
                  <a:gd name="T1" fmla="*/ 95 h 25"/>
                  <a:gd name="T2" fmla="*/ 1 w 9"/>
                  <a:gd name="T3" fmla="*/ 47 h 25"/>
                  <a:gd name="T4" fmla="*/ 19 w 9"/>
                  <a:gd name="T5" fmla="*/ 0 h 25"/>
                  <a:gd name="T6" fmla="*/ 25 w 9"/>
                  <a:gd name="T7" fmla="*/ 48 h 25"/>
                  <a:gd name="T8" fmla="*/ 9 w 9"/>
                  <a:gd name="T9" fmla="*/ 9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3" y="25"/>
                    </a:moveTo>
                    <a:cubicBezTo>
                      <a:pt x="1" y="25"/>
                      <a:pt x="0" y="19"/>
                      <a:pt x="1" y="12"/>
                    </a:cubicBezTo>
                    <a:cubicBezTo>
                      <a:pt x="2" y="6"/>
                      <a:pt x="4" y="0"/>
                      <a:pt x="6" y="0"/>
                    </a:cubicBezTo>
                    <a:cubicBezTo>
                      <a:pt x="8" y="1"/>
                      <a:pt x="9" y="6"/>
                      <a:pt x="8" y="13"/>
                    </a:cubicBezTo>
                    <a:cubicBezTo>
                      <a:pt x="7" y="20"/>
                      <a:pt x="5" y="25"/>
                      <a:pt x="3" y="2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8" name="Freeform 403">
                <a:extLst>
                  <a:ext uri="{FF2B5EF4-FFF2-40B4-BE49-F238E27FC236}">
                    <a16:creationId xmlns:a16="http://schemas.microsoft.com/office/drawing/2014/main" id="{7F069FE8-6C3C-46B2-8FE2-01D535188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2803"/>
                <a:ext cx="33" cy="83"/>
              </a:xfrm>
              <a:custGeom>
                <a:avLst/>
                <a:gdLst>
                  <a:gd name="T0" fmla="*/ 27 w 22"/>
                  <a:gd name="T1" fmla="*/ 211 h 52"/>
                  <a:gd name="T2" fmla="*/ 5 w 22"/>
                  <a:gd name="T3" fmla="*/ 187 h 52"/>
                  <a:gd name="T4" fmla="*/ 18 w 22"/>
                  <a:gd name="T5" fmla="*/ 137 h 52"/>
                  <a:gd name="T6" fmla="*/ 48 w 22"/>
                  <a:gd name="T7" fmla="*/ 67 h 52"/>
                  <a:gd name="T8" fmla="*/ 62 w 22"/>
                  <a:gd name="T9" fmla="*/ 34 h 52"/>
                  <a:gd name="T10" fmla="*/ 75 w 22"/>
                  <a:gd name="T11" fmla="*/ 0 h 52"/>
                  <a:gd name="T12" fmla="*/ 21 w 22"/>
                  <a:gd name="T13" fmla="*/ 142 h 52"/>
                  <a:gd name="T14" fmla="*/ 18 w 22"/>
                  <a:gd name="T15" fmla="*/ 187 h 52"/>
                  <a:gd name="T16" fmla="*/ 35 w 22"/>
                  <a:gd name="T17" fmla="*/ 211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52">
                    <a:moveTo>
                      <a:pt x="8" y="52"/>
                    </a:moveTo>
                    <a:cubicBezTo>
                      <a:pt x="6" y="50"/>
                      <a:pt x="1" y="49"/>
                      <a:pt x="1" y="46"/>
                    </a:cubicBezTo>
                    <a:cubicBezTo>
                      <a:pt x="0" y="43"/>
                      <a:pt x="3" y="37"/>
                      <a:pt x="5" y="34"/>
                    </a:cubicBezTo>
                    <a:cubicBezTo>
                      <a:pt x="8" y="28"/>
                      <a:pt x="11" y="22"/>
                      <a:pt x="14" y="16"/>
                    </a:cubicBezTo>
                    <a:cubicBezTo>
                      <a:pt x="15" y="13"/>
                      <a:pt x="17" y="11"/>
                      <a:pt x="18" y="8"/>
                    </a:cubicBezTo>
                    <a:cubicBezTo>
                      <a:pt x="19" y="5"/>
                      <a:pt x="20" y="2"/>
                      <a:pt x="22" y="0"/>
                    </a:cubicBezTo>
                    <a:cubicBezTo>
                      <a:pt x="19" y="12"/>
                      <a:pt x="11" y="24"/>
                      <a:pt x="6" y="35"/>
                    </a:cubicBezTo>
                    <a:cubicBezTo>
                      <a:pt x="5" y="39"/>
                      <a:pt x="3" y="43"/>
                      <a:pt x="5" y="46"/>
                    </a:cubicBezTo>
                    <a:cubicBezTo>
                      <a:pt x="6" y="49"/>
                      <a:pt x="8" y="51"/>
                      <a:pt x="10" y="52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9" name="Freeform 404">
                <a:extLst>
                  <a:ext uri="{FF2B5EF4-FFF2-40B4-BE49-F238E27FC236}">
                    <a16:creationId xmlns:a16="http://schemas.microsoft.com/office/drawing/2014/main" id="{B806D6AF-5DC7-4D65-A5D5-47F890736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708"/>
                <a:ext cx="52" cy="123"/>
              </a:xfrm>
              <a:custGeom>
                <a:avLst/>
                <a:gdLst>
                  <a:gd name="T0" fmla="*/ 0 w 35"/>
                  <a:gd name="T1" fmla="*/ 313 h 77"/>
                  <a:gd name="T2" fmla="*/ 86 w 35"/>
                  <a:gd name="T3" fmla="*/ 97 h 77"/>
                  <a:gd name="T4" fmla="*/ 113 w 35"/>
                  <a:gd name="T5" fmla="*/ 21 h 77"/>
                  <a:gd name="T6" fmla="*/ 76 w 35"/>
                  <a:gd name="T7" fmla="*/ 0 h 77"/>
                  <a:gd name="T8" fmla="*/ 100 w 35"/>
                  <a:gd name="T9" fmla="*/ 35 h 77"/>
                  <a:gd name="T10" fmla="*/ 86 w 35"/>
                  <a:gd name="T11" fmla="*/ 77 h 77"/>
                  <a:gd name="T12" fmla="*/ 67 w 35"/>
                  <a:gd name="T13" fmla="*/ 129 h 77"/>
                  <a:gd name="T14" fmla="*/ 28 w 35"/>
                  <a:gd name="T15" fmla="*/ 225 h 77"/>
                  <a:gd name="T16" fmla="*/ 13 w 35"/>
                  <a:gd name="T17" fmla="*/ 273 h 77"/>
                  <a:gd name="T18" fmla="*/ 1 w 35"/>
                  <a:gd name="T19" fmla="*/ 308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77">
                    <a:moveTo>
                      <a:pt x="0" y="77"/>
                    </a:moveTo>
                    <a:cubicBezTo>
                      <a:pt x="9" y="59"/>
                      <a:pt x="17" y="41"/>
                      <a:pt x="26" y="24"/>
                    </a:cubicBezTo>
                    <a:cubicBezTo>
                      <a:pt x="28" y="19"/>
                      <a:pt x="35" y="9"/>
                      <a:pt x="34" y="5"/>
                    </a:cubicBezTo>
                    <a:cubicBezTo>
                      <a:pt x="32" y="2"/>
                      <a:pt x="26" y="1"/>
                      <a:pt x="23" y="0"/>
                    </a:cubicBezTo>
                    <a:cubicBezTo>
                      <a:pt x="26" y="2"/>
                      <a:pt x="30" y="4"/>
                      <a:pt x="30" y="9"/>
                    </a:cubicBezTo>
                    <a:cubicBezTo>
                      <a:pt x="30" y="12"/>
                      <a:pt x="27" y="16"/>
                      <a:pt x="26" y="19"/>
                    </a:cubicBezTo>
                    <a:cubicBezTo>
                      <a:pt x="24" y="24"/>
                      <a:pt x="22" y="28"/>
                      <a:pt x="20" y="32"/>
                    </a:cubicBezTo>
                    <a:cubicBezTo>
                      <a:pt x="16" y="40"/>
                      <a:pt x="12" y="47"/>
                      <a:pt x="9" y="55"/>
                    </a:cubicBezTo>
                    <a:cubicBezTo>
                      <a:pt x="7" y="59"/>
                      <a:pt x="5" y="63"/>
                      <a:pt x="4" y="67"/>
                    </a:cubicBezTo>
                    <a:cubicBezTo>
                      <a:pt x="2" y="70"/>
                      <a:pt x="1" y="73"/>
                      <a:pt x="1" y="76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0" name="Freeform 405">
                <a:extLst>
                  <a:ext uri="{FF2B5EF4-FFF2-40B4-BE49-F238E27FC236}">
                    <a16:creationId xmlns:a16="http://schemas.microsoft.com/office/drawing/2014/main" id="{8F8CF46E-3897-4D7B-A748-5D9FA0715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604"/>
                <a:ext cx="21" cy="87"/>
              </a:xfrm>
              <a:custGeom>
                <a:avLst/>
                <a:gdLst>
                  <a:gd name="T0" fmla="*/ 39 w 14"/>
                  <a:gd name="T1" fmla="*/ 221 h 54"/>
                  <a:gd name="T2" fmla="*/ 5 w 14"/>
                  <a:gd name="T3" fmla="*/ 213 h 54"/>
                  <a:gd name="T4" fmla="*/ 8 w 14"/>
                  <a:gd name="T5" fmla="*/ 158 h 54"/>
                  <a:gd name="T6" fmla="*/ 18 w 14"/>
                  <a:gd name="T7" fmla="*/ 76 h 54"/>
                  <a:gd name="T8" fmla="*/ 21 w 14"/>
                  <a:gd name="T9" fmla="*/ 39 h 54"/>
                  <a:gd name="T10" fmla="*/ 26 w 14"/>
                  <a:gd name="T11" fmla="*/ 0 h 54"/>
                  <a:gd name="T12" fmla="*/ 14 w 14"/>
                  <a:gd name="T13" fmla="*/ 158 h 54"/>
                  <a:gd name="T14" fmla="*/ 21 w 14"/>
                  <a:gd name="T15" fmla="*/ 205 h 54"/>
                  <a:gd name="T16" fmla="*/ 48 w 14"/>
                  <a:gd name="T17" fmla="*/ 221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4">
                    <a:moveTo>
                      <a:pt x="11" y="53"/>
                    </a:moveTo>
                    <a:cubicBezTo>
                      <a:pt x="9" y="53"/>
                      <a:pt x="3" y="54"/>
                      <a:pt x="1" y="51"/>
                    </a:cubicBezTo>
                    <a:cubicBezTo>
                      <a:pt x="0" y="48"/>
                      <a:pt x="2" y="41"/>
                      <a:pt x="2" y="38"/>
                    </a:cubicBezTo>
                    <a:cubicBezTo>
                      <a:pt x="3" y="31"/>
                      <a:pt x="4" y="24"/>
                      <a:pt x="5" y="18"/>
                    </a:cubicBezTo>
                    <a:cubicBezTo>
                      <a:pt x="5" y="15"/>
                      <a:pt x="6" y="12"/>
                      <a:pt x="6" y="9"/>
                    </a:cubicBezTo>
                    <a:cubicBezTo>
                      <a:pt x="6" y="6"/>
                      <a:pt x="6" y="2"/>
                      <a:pt x="7" y="0"/>
                    </a:cubicBezTo>
                    <a:cubicBezTo>
                      <a:pt x="8" y="12"/>
                      <a:pt x="5" y="26"/>
                      <a:pt x="4" y="38"/>
                    </a:cubicBezTo>
                    <a:cubicBezTo>
                      <a:pt x="4" y="43"/>
                      <a:pt x="4" y="47"/>
                      <a:pt x="6" y="49"/>
                    </a:cubicBezTo>
                    <a:cubicBezTo>
                      <a:pt x="8" y="51"/>
                      <a:pt x="11" y="52"/>
                      <a:pt x="14" y="53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1" name="Freeform 406">
                <a:extLst>
                  <a:ext uri="{FF2B5EF4-FFF2-40B4-BE49-F238E27FC236}">
                    <a16:creationId xmlns:a16="http://schemas.microsoft.com/office/drawing/2014/main" id="{3647569C-42EC-4CD6-A5C6-1DF014269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496"/>
                <a:ext cx="21" cy="129"/>
              </a:xfrm>
              <a:custGeom>
                <a:avLst/>
                <a:gdLst>
                  <a:gd name="T0" fmla="*/ 12 w 14"/>
                  <a:gd name="T1" fmla="*/ 326 h 81"/>
                  <a:gd name="T2" fmla="*/ 39 w 14"/>
                  <a:gd name="T3" fmla="*/ 89 h 81"/>
                  <a:gd name="T4" fmla="*/ 39 w 14"/>
                  <a:gd name="T5" fmla="*/ 13 h 81"/>
                  <a:gd name="T6" fmla="*/ 0 w 14"/>
                  <a:gd name="T7" fmla="*/ 5 h 81"/>
                  <a:gd name="T8" fmla="*/ 32 w 14"/>
                  <a:gd name="T9" fmla="*/ 33 h 81"/>
                  <a:gd name="T10" fmla="*/ 32 w 14"/>
                  <a:gd name="T11" fmla="*/ 76 h 81"/>
                  <a:gd name="T12" fmla="*/ 26 w 14"/>
                  <a:gd name="T13" fmla="*/ 129 h 81"/>
                  <a:gd name="T14" fmla="*/ 14 w 14"/>
                  <a:gd name="T15" fmla="*/ 234 h 81"/>
                  <a:gd name="T16" fmla="*/ 14 w 14"/>
                  <a:gd name="T17" fmla="*/ 287 h 81"/>
                  <a:gd name="T18" fmla="*/ 14 w 14"/>
                  <a:gd name="T19" fmla="*/ 322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81">
                    <a:moveTo>
                      <a:pt x="3" y="81"/>
                    </a:moveTo>
                    <a:cubicBezTo>
                      <a:pt x="6" y="62"/>
                      <a:pt x="7" y="42"/>
                      <a:pt x="11" y="22"/>
                    </a:cubicBezTo>
                    <a:cubicBezTo>
                      <a:pt x="11" y="18"/>
                      <a:pt x="14" y="6"/>
                      <a:pt x="11" y="3"/>
                    </a:cubicBezTo>
                    <a:cubicBezTo>
                      <a:pt x="9" y="0"/>
                      <a:pt x="3" y="1"/>
                      <a:pt x="0" y="1"/>
                    </a:cubicBezTo>
                    <a:cubicBezTo>
                      <a:pt x="3" y="2"/>
                      <a:pt x="8" y="3"/>
                      <a:pt x="9" y="8"/>
                    </a:cubicBezTo>
                    <a:cubicBezTo>
                      <a:pt x="10" y="11"/>
                      <a:pt x="9" y="15"/>
                      <a:pt x="9" y="19"/>
                    </a:cubicBezTo>
                    <a:cubicBezTo>
                      <a:pt x="9" y="23"/>
                      <a:pt x="8" y="28"/>
                      <a:pt x="7" y="32"/>
                    </a:cubicBezTo>
                    <a:cubicBezTo>
                      <a:pt x="6" y="41"/>
                      <a:pt x="5" y="50"/>
                      <a:pt x="4" y="58"/>
                    </a:cubicBezTo>
                    <a:cubicBezTo>
                      <a:pt x="4" y="62"/>
                      <a:pt x="4" y="67"/>
                      <a:pt x="4" y="71"/>
                    </a:cubicBezTo>
                    <a:cubicBezTo>
                      <a:pt x="4" y="74"/>
                      <a:pt x="3" y="77"/>
                      <a:pt x="4" y="8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2" name="Freeform 407">
                <a:extLst>
                  <a:ext uri="{FF2B5EF4-FFF2-40B4-BE49-F238E27FC236}">
                    <a16:creationId xmlns:a16="http://schemas.microsoft.com/office/drawing/2014/main" id="{01091184-1086-4AE9-9D11-000D0B7D1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576"/>
                <a:ext cx="10" cy="33"/>
              </a:xfrm>
              <a:custGeom>
                <a:avLst/>
                <a:gdLst>
                  <a:gd name="T0" fmla="*/ 0 w 7"/>
                  <a:gd name="T1" fmla="*/ 22 h 21"/>
                  <a:gd name="T2" fmla="*/ 9 w 7"/>
                  <a:gd name="T3" fmla="*/ 8 h 21"/>
                  <a:gd name="T4" fmla="*/ 14 w 7"/>
                  <a:gd name="T5" fmla="*/ 60 h 21"/>
                  <a:gd name="T6" fmla="*/ 13 w 7"/>
                  <a:gd name="T7" fmla="*/ 82 h 21"/>
                  <a:gd name="T8" fmla="*/ 19 w 7"/>
                  <a:gd name="T9" fmla="*/ 49 h 21"/>
                  <a:gd name="T10" fmla="*/ 13 w 7"/>
                  <a:gd name="T11" fmla="*/ 0 h 21"/>
                  <a:gd name="T12" fmla="*/ 0 w 7"/>
                  <a:gd name="T13" fmla="*/ 2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0" y="6"/>
                    </a:moveTo>
                    <a:cubicBezTo>
                      <a:pt x="1" y="4"/>
                      <a:pt x="2" y="2"/>
                      <a:pt x="3" y="2"/>
                    </a:cubicBezTo>
                    <a:cubicBezTo>
                      <a:pt x="5" y="3"/>
                      <a:pt x="6" y="8"/>
                      <a:pt x="5" y="15"/>
                    </a:cubicBezTo>
                    <a:cubicBezTo>
                      <a:pt x="5" y="17"/>
                      <a:pt x="5" y="19"/>
                      <a:pt x="4" y="21"/>
                    </a:cubicBezTo>
                    <a:cubicBezTo>
                      <a:pt x="5" y="19"/>
                      <a:pt x="6" y="16"/>
                      <a:pt x="6" y="13"/>
                    </a:cubicBezTo>
                    <a:cubicBezTo>
                      <a:pt x="7" y="6"/>
                      <a:pt x="6" y="0"/>
                      <a:pt x="4" y="0"/>
                    </a:cubicBezTo>
                    <a:cubicBezTo>
                      <a:pt x="3" y="0"/>
                      <a:pt x="1" y="3"/>
                      <a:pt x="0" y="6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3" name="Freeform 408">
                <a:extLst>
                  <a:ext uri="{FF2B5EF4-FFF2-40B4-BE49-F238E27FC236}">
                    <a16:creationId xmlns:a16="http://schemas.microsoft.com/office/drawing/2014/main" id="{1559DAE1-9849-4F4B-9D5C-78EC987AD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582"/>
                <a:ext cx="8" cy="30"/>
              </a:xfrm>
              <a:custGeom>
                <a:avLst/>
                <a:gdLst>
                  <a:gd name="T0" fmla="*/ 13 w 5"/>
                  <a:gd name="T1" fmla="*/ 68 h 19"/>
                  <a:gd name="T2" fmla="*/ 5 w 5"/>
                  <a:gd name="T3" fmla="*/ 22 h 19"/>
                  <a:gd name="T4" fmla="*/ 13 w 5"/>
                  <a:gd name="T5" fmla="*/ 0 h 19"/>
                  <a:gd name="T6" fmla="*/ 5 w 5"/>
                  <a:gd name="T7" fmla="*/ 33 h 19"/>
                  <a:gd name="T8" fmla="*/ 8 w 5"/>
                  <a:gd name="T9" fmla="*/ 74 h 19"/>
                  <a:gd name="T10" fmla="*/ 21 w 5"/>
                  <a:gd name="T11" fmla="*/ 60 h 19"/>
                  <a:gd name="T12" fmla="*/ 13 w 5"/>
                  <a:gd name="T13" fmla="*/ 6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9">
                    <a:moveTo>
                      <a:pt x="3" y="17"/>
                    </a:moveTo>
                    <a:cubicBezTo>
                      <a:pt x="1" y="17"/>
                      <a:pt x="1" y="12"/>
                      <a:pt x="1" y="6"/>
                    </a:cubicBezTo>
                    <a:cubicBezTo>
                      <a:pt x="2" y="4"/>
                      <a:pt x="2" y="2"/>
                      <a:pt x="3" y="0"/>
                    </a:cubicBezTo>
                    <a:cubicBezTo>
                      <a:pt x="2" y="2"/>
                      <a:pt x="1" y="5"/>
                      <a:pt x="1" y="8"/>
                    </a:cubicBezTo>
                    <a:cubicBezTo>
                      <a:pt x="0" y="14"/>
                      <a:pt x="1" y="18"/>
                      <a:pt x="2" y="19"/>
                    </a:cubicBezTo>
                    <a:cubicBezTo>
                      <a:pt x="3" y="19"/>
                      <a:pt x="4" y="17"/>
                      <a:pt x="5" y="15"/>
                    </a:cubicBezTo>
                    <a:cubicBezTo>
                      <a:pt x="4" y="16"/>
                      <a:pt x="4" y="17"/>
                      <a:pt x="3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4" name="Freeform 409">
                <a:extLst>
                  <a:ext uri="{FF2B5EF4-FFF2-40B4-BE49-F238E27FC236}">
                    <a16:creationId xmlns:a16="http://schemas.microsoft.com/office/drawing/2014/main" id="{F1C8D369-A859-49BC-AE47-4DB4C9E84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700"/>
                <a:ext cx="108" cy="194"/>
              </a:xfrm>
              <a:custGeom>
                <a:avLst/>
                <a:gdLst>
                  <a:gd name="T0" fmla="*/ 12 w 72"/>
                  <a:gd name="T1" fmla="*/ 422 h 121"/>
                  <a:gd name="T2" fmla="*/ 126 w 72"/>
                  <a:gd name="T3" fmla="*/ 141 h 121"/>
                  <a:gd name="T4" fmla="*/ 170 w 72"/>
                  <a:gd name="T5" fmla="*/ 35 h 121"/>
                  <a:gd name="T6" fmla="*/ 197 w 72"/>
                  <a:gd name="T7" fmla="*/ 5 h 121"/>
                  <a:gd name="T8" fmla="*/ 234 w 72"/>
                  <a:gd name="T9" fmla="*/ 21 h 121"/>
                  <a:gd name="T10" fmla="*/ 234 w 72"/>
                  <a:gd name="T11" fmla="*/ 61 h 121"/>
                  <a:gd name="T12" fmla="*/ 126 w 72"/>
                  <a:gd name="T13" fmla="*/ 316 h 121"/>
                  <a:gd name="T14" fmla="*/ 68 w 72"/>
                  <a:gd name="T15" fmla="*/ 470 h 121"/>
                  <a:gd name="T16" fmla="*/ 35 w 72"/>
                  <a:gd name="T17" fmla="*/ 491 h 121"/>
                  <a:gd name="T18" fmla="*/ 8 w 72"/>
                  <a:gd name="T19" fmla="*/ 473 h 121"/>
                  <a:gd name="T20" fmla="*/ 0 w 72"/>
                  <a:gd name="T21" fmla="*/ 457 h 121"/>
                  <a:gd name="T22" fmla="*/ 12 w 72"/>
                  <a:gd name="T23" fmla="*/ 422 h 121"/>
                  <a:gd name="T24" fmla="*/ 12 w 72"/>
                  <a:gd name="T25" fmla="*/ 422 h 1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" h="121">
                    <a:moveTo>
                      <a:pt x="3" y="102"/>
                    </a:moveTo>
                    <a:cubicBezTo>
                      <a:pt x="4" y="101"/>
                      <a:pt x="28" y="51"/>
                      <a:pt x="37" y="34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52" y="4"/>
                      <a:pt x="56" y="0"/>
                      <a:pt x="58" y="1"/>
                    </a:cubicBezTo>
                    <a:cubicBezTo>
                      <a:pt x="58" y="1"/>
                      <a:pt x="68" y="5"/>
                      <a:pt x="69" y="5"/>
                    </a:cubicBezTo>
                    <a:cubicBezTo>
                      <a:pt x="71" y="7"/>
                      <a:pt x="72" y="10"/>
                      <a:pt x="69" y="15"/>
                    </a:cubicBezTo>
                    <a:cubicBezTo>
                      <a:pt x="69" y="15"/>
                      <a:pt x="44" y="63"/>
                      <a:pt x="37" y="77"/>
                    </a:cubicBezTo>
                    <a:cubicBezTo>
                      <a:pt x="31" y="91"/>
                      <a:pt x="21" y="113"/>
                      <a:pt x="20" y="114"/>
                    </a:cubicBezTo>
                    <a:cubicBezTo>
                      <a:pt x="18" y="119"/>
                      <a:pt x="14" y="121"/>
                      <a:pt x="10" y="119"/>
                    </a:cubicBezTo>
                    <a:cubicBezTo>
                      <a:pt x="2" y="115"/>
                      <a:pt x="2" y="115"/>
                      <a:pt x="2" y="115"/>
                    </a:cubicBezTo>
                    <a:cubicBezTo>
                      <a:pt x="1" y="114"/>
                      <a:pt x="0" y="113"/>
                      <a:pt x="0" y="111"/>
                    </a:cubicBezTo>
                    <a:cubicBezTo>
                      <a:pt x="0" y="109"/>
                      <a:pt x="1" y="106"/>
                      <a:pt x="3" y="102"/>
                    </a:cubicBezTo>
                    <a:cubicBezTo>
                      <a:pt x="3" y="102"/>
                      <a:pt x="3" y="102"/>
                      <a:pt x="3" y="10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5" name="Freeform 410">
                <a:extLst>
                  <a:ext uri="{FF2B5EF4-FFF2-40B4-BE49-F238E27FC236}">
                    <a16:creationId xmlns:a16="http://schemas.microsoft.com/office/drawing/2014/main" id="{ED03B520-7A7D-40DF-97EB-C27BB034A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492"/>
                <a:ext cx="56" cy="205"/>
              </a:xfrm>
              <a:custGeom>
                <a:avLst/>
                <a:gdLst>
                  <a:gd name="T0" fmla="*/ 48 w 37"/>
                  <a:gd name="T1" fmla="*/ 48 h 128"/>
                  <a:gd name="T2" fmla="*/ 76 w 37"/>
                  <a:gd name="T3" fmla="*/ 0 h 128"/>
                  <a:gd name="T4" fmla="*/ 107 w 37"/>
                  <a:gd name="T5" fmla="*/ 8 h 128"/>
                  <a:gd name="T6" fmla="*/ 121 w 37"/>
                  <a:gd name="T7" fmla="*/ 56 h 128"/>
                  <a:gd name="T8" fmla="*/ 107 w 37"/>
                  <a:gd name="T9" fmla="*/ 184 h 128"/>
                  <a:gd name="T10" fmla="*/ 73 w 37"/>
                  <a:gd name="T11" fmla="*/ 485 h 128"/>
                  <a:gd name="T12" fmla="*/ 53 w 37"/>
                  <a:gd name="T13" fmla="*/ 525 h 128"/>
                  <a:gd name="T14" fmla="*/ 18 w 37"/>
                  <a:gd name="T15" fmla="*/ 521 h 128"/>
                  <a:gd name="T16" fmla="*/ 0 w 37"/>
                  <a:gd name="T17" fmla="*/ 493 h 128"/>
                  <a:gd name="T18" fmla="*/ 27 w 37"/>
                  <a:gd name="T19" fmla="*/ 267 h 128"/>
                  <a:gd name="T20" fmla="*/ 48 w 37"/>
                  <a:gd name="T21" fmla="*/ 48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28">
                    <a:moveTo>
                      <a:pt x="14" y="12"/>
                    </a:moveTo>
                    <a:cubicBezTo>
                      <a:pt x="16" y="1"/>
                      <a:pt x="19" y="0"/>
                      <a:pt x="22" y="0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4" y="2"/>
                      <a:pt x="37" y="3"/>
                      <a:pt x="35" y="14"/>
                    </a:cubicBezTo>
                    <a:cubicBezTo>
                      <a:pt x="35" y="14"/>
                      <a:pt x="34" y="20"/>
                      <a:pt x="31" y="45"/>
                    </a:cubicBezTo>
                    <a:cubicBezTo>
                      <a:pt x="28" y="69"/>
                      <a:pt x="22" y="117"/>
                      <a:pt x="21" y="118"/>
                    </a:cubicBezTo>
                    <a:cubicBezTo>
                      <a:pt x="20" y="127"/>
                      <a:pt x="18" y="128"/>
                      <a:pt x="15" y="128"/>
                    </a:cubicBezTo>
                    <a:cubicBezTo>
                      <a:pt x="5" y="127"/>
                      <a:pt x="5" y="127"/>
                      <a:pt x="5" y="127"/>
                    </a:cubicBezTo>
                    <a:cubicBezTo>
                      <a:pt x="0" y="126"/>
                      <a:pt x="0" y="123"/>
                      <a:pt x="0" y="120"/>
                    </a:cubicBezTo>
                    <a:cubicBezTo>
                      <a:pt x="0" y="120"/>
                      <a:pt x="5" y="87"/>
                      <a:pt x="8" y="65"/>
                    </a:cubicBezTo>
                    <a:cubicBezTo>
                      <a:pt x="11" y="43"/>
                      <a:pt x="14" y="13"/>
                      <a:pt x="14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6" name="Freeform 411">
                <a:extLst>
                  <a:ext uri="{FF2B5EF4-FFF2-40B4-BE49-F238E27FC236}">
                    <a16:creationId xmlns:a16="http://schemas.microsoft.com/office/drawing/2014/main" id="{0044F396-8264-4E32-B045-16256B0AD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889"/>
                <a:ext cx="112" cy="182"/>
              </a:xfrm>
              <a:custGeom>
                <a:avLst/>
                <a:gdLst>
                  <a:gd name="T0" fmla="*/ 176 w 75"/>
                  <a:gd name="T1" fmla="*/ 26 h 114"/>
                  <a:gd name="T2" fmla="*/ 208 w 75"/>
                  <a:gd name="T3" fmla="*/ 13 h 114"/>
                  <a:gd name="T4" fmla="*/ 234 w 75"/>
                  <a:gd name="T5" fmla="*/ 29 h 114"/>
                  <a:gd name="T6" fmla="*/ 227 w 75"/>
                  <a:gd name="T7" fmla="*/ 97 h 114"/>
                  <a:gd name="T8" fmla="*/ 143 w 75"/>
                  <a:gd name="T9" fmla="*/ 281 h 114"/>
                  <a:gd name="T10" fmla="*/ 73 w 75"/>
                  <a:gd name="T11" fmla="*/ 436 h 114"/>
                  <a:gd name="T12" fmla="*/ 42 w 75"/>
                  <a:gd name="T13" fmla="*/ 458 h 114"/>
                  <a:gd name="T14" fmla="*/ 13 w 75"/>
                  <a:gd name="T15" fmla="*/ 439 h 114"/>
                  <a:gd name="T16" fmla="*/ 6 w 75"/>
                  <a:gd name="T17" fmla="*/ 402 h 114"/>
                  <a:gd name="T18" fmla="*/ 96 w 75"/>
                  <a:gd name="T19" fmla="*/ 212 h 114"/>
                  <a:gd name="T20" fmla="*/ 176 w 75"/>
                  <a:gd name="T21" fmla="*/ 26 h 1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14">
                    <a:moveTo>
                      <a:pt x="53" y="6"/>
                    </a:moveTo>
                    <a:cubicBezTo>
                      <a:pt x="56" y="0"/>
                      <a:pt x="60" y="1"/>
                      <a:pt x="62" y="3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73" y="9"/>
                      <a:pt x="75" y="10"/>
                      <a:pt x="68" y="24"/>
                    </a:cubicBezTo>
                    <a:cubicBezTo>
                      <a:pt x="43" y="69"/>
                      <a:pt x="43" y="69"/>
                      <a:pt x="43" y="69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0" y="112"/>
                      <a:pt x="16" y="114"/>
                      <a:pt x="13" y="113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1" y="106"/>
                      <a:pt x="0" y="103"/>
                      <a:pt x="2" y="99"/>
                    </a:cubicBezTo>
                    <a:cubicBezTo>
                      <a:pt x="2" y="99"/>
                      <a:pt x="23" y="63"/>
                      <a:pt x="29" y="52"/>
                    </a:cubicBezTo>
                    <a:cubicBezTo>
                      <a:pt x="35" y="41"/>
                      <a:pt x="53" y="6"/>
                      <a:pt x="53" y="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7" name="Freeform 412">
                <a:extLst>
                  <a:ext uri="{FF2B5EF4-FFF2-40B4-BE49-F238E27FC236}">
                    <a16:creationId xmlns:a16="http://schemas.microsoft.com/office/drawing/2014/main" id="{EA250209-EFDA-4A8A-8A8D-D03FD82D9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948"/>
                <a:ext cx="24" cy="38"/>
              </a:xfrm>
              <a:custGeom>
                <a:avLst/>
                <a:gdLst>
                  <a:gd name="T0" fmla="*/ 8 w 16"/>
                  <a:gd name="T1" fmla="*/ 90 h 24"/>
                  <a:gd name="T2" fmla="*/ 18 w 16"/>
                  <a:gd name="T3" fmla="*/ 43 h 24"/>
                  <a:gd name="T4" fmla="*/ 48 w 16"/>
                  <a:gd name="T5" fmla="*/ 5 h 24"/>
                  <a:gd name="T6" fmla="*/ 39 w 16"/>
                  <a:gd name="T7" fmla="*/ 55 h 24"/>
                  <a:gd name="T8" fmla="*/ 8 w 16"/>
                  <a:gd name="T9" fmla="*/ 9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2" y="23"/>
                    </a:moveTo>
                    <a:cubicBezTo>
                      <a:pt x="0" y="22"/>
                      <a:pt x="2" y="17"/>
                      <a:pt x="5" y="11"/>
                    </a:cubicBezTo>
                    <a:cubicBezTo>
                      <a:pt x="8" y="4"/>
                      <a:pt x="12" y="0"/>
                      <a:pt x="14" y="1"/>
                    </a:cubicBezTo>
                    <a:cubicBezTo>
                      <a:pt x="16" y="2"/>
                      <a:pt x="14" y="8"/>
                      <a:pt x="11" y="14"/>
                    </a:cubicBezTo>
                    <a:cubicBezTo>
                      <a:pt x="8" y="20"/>
                      <a:pt x="4" y="24"/>
                      <a:pt x="2" y="2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8" name="Freeform 413">
                <a:extLst>
                  <a:ext uri="{FF2B5EF4-FFF2-40B4-BE49-F238E27FC236}">
                    <a16:creationId xmlns:a16="http://schemas.microsoft.com/office/drawing/2014/main" id="{4083B103-F395-4561-99DC-1C928AE68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951"/>
                <a:ext cx="24" cy="39"/>
              </a:xfrm>
              <a:custGeom>
                <a:avLst/>
                <a:gdLst>
                  <a:gd name="T0" fmla="*/ 8 w 16"/>
                  <a:gd name="T1" fmla="*/ 98 h 24"/>
                  <a:gd name="T2" fmla="*/ 18 w 16"/>
                  <a:gd name="T3" fmla="*/ 42 h 24"/>
                  <a:gd name="T4" fmla="*/ 48 w 16"/>
                  <a:gd name="T5" fmla="*/ 5 h 24"/>
                  <a:gd name="T6" fmla="*/ 39 w 16"/>
                  <a:gd name="T7" fmla="*/ 55 h 24"/>
                  <a:gd name="T8" fmla="*/ 8 w 16"/>
                  <a:gd name="T9" fmla="*/ 9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2" y="23"/>
                    </a:moveTo>
                    <a:cubicBezTo>
                      <a:pt x="0" y="22"/>
                      <a:pt x="2" y="16"/>
                      <a:pt x="5" y="10"/>
                    </a:cubicBezTo>
                    <a:cubicBezTo>
                      <a:pt x="8" y="4"/>
                      <a:pt x="12" y="0"/>
                      <a:pt x="14" y="1"/>
                    </a:cubicBezTo>
                    <a:cubicBezTo>
                      <a:pt x="16" y="2"/>
                      <a:pt x="14" y="7"/>
                      <a:pt x="11" y="13"/>
                    </a:cubicBezTo>
                    <a:cubicBezTo>
                      <a:pt x="8" y="20"/>
                      <a:pt x="4" y="24"/>
                      <a:pt x="2" y="2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9" name="Freeform 414">
                <a:extLst>
                  <a:ext uri="{FF2B5EF4-FFF2-40B4-BE49-F238E27FC236}">
                    <a16:creationId xmlns:a16="http://schemas.microsoft.com/office/drawing/2014/main" id="{2B638BC9-D9E5-4820-A83A-CDB4CD4C7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980"/>
                <a:ext cx="36" cy="82"/>
              </a:xfrm>
              <a:custGeom>
                <a:avLst/>
                <a:gdLst>
                  <a:gd name="T0" fmla="*/ 27 w 24"/>
                  <a:gd name="T1" fmla="*/ 212 h 51"/>
                  <a:gd name="T2" fmla="*/ 0 w 24"/>
                  <a:gd name="T3" fmla="*/ 187 h 51"/>
                  <a:gd name="T4" fmla="*/ 21 w 24"/>
                  <a:gd name="T5" fmla="*/ 137 h 51"/>
                  <a:gd name="T6" fmla="*/ 53 w 24"/>
                  <a:gd name="T7" fmla="*/ 68 h 51"/>
                  <a:gd name="T8" fmla="*/ 68 w 24"/>
                  <a:gd name="T9" fmla="*/ 34 h 51"/>
                  <a:gd name="T10" fmla="*/ 81 w 24"/>
                  <a:gd name="T11" fmla="*/ 0 h 51"/>
                  <a:gd name="T12" fmla="*/ 26 w 24"/>
                  <a:gd name="T13" fmla="*/ 141 h 51"/>
                  <a:gd name="T14" fmla="*/ 21 w 24"/>
                  <a:gd name="T15" fmla="*/ 191 h 51"/>
                  <a:gd name="T16" fmla="*/ 39 w 24"/>
                  <a:gd name="T17" fmla="*/ 212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51">
                    <a:moveTo>
                      <a:pt x="8" y="51"/>
                    </a:moveTo>
                    <a:cubicBezTo>
                      <a:pt x="6" y="50"/>
                      <a:pt x="1" y="49"/>
                      <a:pt x="0" y="45"/>
                    </a:cubicBezTo>
                    <a:cubicBezTo>
                      <a:pt x="0" y="42"/>
                      <a:pt x="4" y="36"/>
                      <a:pt x="6" y="33"/>
                    </a:cubicBezTo>
                    <a:cubicBezTo>
                      <a:pt x="9" y="27"/>
                      <a:pt x="12" y="21"/>
                      <a:pt x="15" y="16"/>
                    </a:cubicBezTo>
                    <a:cubicBezTo>
                      <a:pt x="17" y="13"/>
                      <a:pt x="19" y="10"/>
                      <a:pt x="20" y="8"/>
                    </a:cubicBezTo>
                    <a:cubicBezTo>
                      <a:pt x="21" y="5"/>
                      <a:pt x="23" y="2"/>
                      <a:pt x="24" y="0"/>
                    </a:cubicBezTo>
                    <a:cubicBezTo>
                      <a:pt x="21" y="11"/>
                      <a:pt x="12" y="23"/>
                      <a:pt x="7" y="34"/>
                    </a:cubicBezTo>
                    <a:cubicBezTo>
                      <a:pt x="6" y="38"/>
                      <a:pt x="4" y="42"/>
                      <a:pt x="6" y="46"/>
                    </a:cubicBezTo>
                    <a:cubicBezTo>
                      <a:pt x="7" y="48"/>
                      <a:pt x="9" y="50"/>
                      <a:pt x="11" y="5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0" name="Freeform 415">
                <a:extLst>
                  <a:ext uri="{FF2B5EF4-FFF2-40B4-BE49-F238E27FC236}">
                    <a16:creationId xmlns:a16="http://schemas.microsoft.com/office/drawing/2014/main" id="{0E44E047-619A-496E-90AD-B40D1DF99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898"/>
                <a:ext cx="51" cy="111"/>
              </a:xfrm>
              <a:custGeom>
                <a:avLst/>
                <a:gdLst>
                  <a:gd name="T0" fmla="*/ 0 w 34"/>
                  <a:gd name="T1" fmla="*/ 288 h 69"/>
                  <a:gd name="T2" fmla="*/ 99 w 34"/>
                  <a:gd name="T3" fmla="*/ 76 h 69"/>
                  <a:gd name="T4" fmla="*/ 113 w 34"/>
                  <a:gd name="T5" fmla="*/ 21 h 69"/>
                  <a:gd name="T6" fmla="*/ 80 w 34"/>
                  <a:gd name="T7" fmla="*/ 0 h 69"/>
                  <a:gd name="T8" fmla="*/ 99 w 34"/>
                  <a:gd name="T9" fmla="*/ 37 h 69"/>
                  <a:gd name="T10" fmla="*/ 95 w 34"/>
                  <a:gd name="T11" fmla="*/ 50 h 69"/>
                  <a:gd name="T12" fmla="*/ 75 w 34"/>
                  <a:gd name="T13" fmla="*/ 103 h 69"/>
                  <a:gd name="T14" fmla="*/ 35 w 34"/>
                  <a:gd name="T15" fmla="*/ 199 h 69"/>
                  <a:gd name="T16" fmla="*/ 18 w 34"/>
                  <a:gd name="T17" fmla="*/ 246 h 69"/>
                  <a:gd name="T18" fmla="*/ 5 w 34"/>
                  <a:gd name="T19" fmla="*/ 282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69">
                    <a:moveTo>
                      <a:pt x="0" y="69"/>
                    </a:moveTo>
                    <a:cubicBezTo>
                      <a:pt x="10" y="51"/>
                      <a:pt x="19" y="36"/>
                      <a:pt x="29" y="18"/>
                    </a:cubicBezTo>
                    <a:cubicBezTo>
                      <a:pt x="31" y="14"/>
                      <a:pt x="34" y="9"/>
                      <a:pt x="33" y="5"/>
                    </a:cubicBezTo>
                    <a:cubicBezTo>
                      <a:pt x="32" y="2"/>
                      <a:pt x="26" y="0"/>
                      <a:pt x="23" y="0"/>
                    </a:cubicBezTo>
                    <a:cubicBezTo>
                      <a:pt x="26" y="1"/>
                      <a:pt x="30" y="4"/>
                      <a:pt x="29" y="9"/>
                    </a:cubicBezTo>
                    <a:cubicBezTo>
                      <a:pt x="29" y="12"/>
                      <a:pt x="30" y="9"/>
                      <a:pt x="28" y="12"/>
                    </a:cubicBezTo>
                    <a:cubicBezTo>
                      <a:pt x="26" y="16"/>
                      <a:pt x="24" y="20"/>
                      <a:pt x="22" y="25"/>
                    </a:cubicBezTo>
                    <a:cubicBezTo>
                      <a:pt x="18" y="32"/>
                      <a:pt x="13" y="40"/>
                      <a:pt x="10" y="48"/>
                    </a:cubicBezTo>
                    <a:cubicBezTo>
                      <a:pt x="8" y="52"/>
                      <a:pt x="6" y="55"/>
                      <a:pt x="5" y="59"/>
                    </a:cubicBezTo>
                    <a:cubicBezTo>
                      <a:pt x="3" y="62"/>
                      <a:pt x="2" y="65"/>
                      <a:pt x="1" y="68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1" name="Freeform 416">
                <a:extLst>
                  <a:ext uri="{FF2B5EF4-FFF2-40B4-BE49-F238E27FC236}">
                    <a16:creationId xmlns:a16="http://schemas.microsoft.com/office/drawing/2014/main" id="{FCC0B3C3-508F-47AF-A94C-79C2036A2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953"/>
                <a:ext cx="15" cy="32"/>
              </a:xfrm>
              <a:custGeom>
                <a:avLst/>
                <a:gdLst>
                  <a:gd name="T0" fmla="*/ 8 w 10"/>
                  <a:gd name="T1" fmla="*/ 21 h 20"/>
                  <a:gd name="T2" fmla="*/ 21 w 10"/>
                  <a:gd name="T3" fmla="*/ 8 h 20"/>
                  <a:gd name="T4" fmla="*/ 14 w 10"/>
                  <a:gd name="T5" fmla="*/ 61 h 20"/>
                  <a:gd name="T6" fmla="*/ 0 w 10"/>
                  <a:gd name="T7" fmla="*/ 82 h 20"/>
                  <a:gd name="T8" fmla="*/ 18 w 10"/>
                  <a:gd name="T9" fmla="*/ 54 h 20"/>
                  <a:gd name="T10" fmla="*/ 27 w 10"/>
                  <a:gd name="T11" fmla="*/ 0 h 20"/>
                  <a:gd name="T12" fmla="*/ 8 w 10"/>
                  <a:gd name="T13" fmla="*/ 2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0">
                    <a:moveTo>
                      <a:pt x="2" y="5"/>
                    </a:moveTo>
                    <a:cubicBezTo>
                      <a:pt x="4" y="3"/>
                      <a:pt x="6" y="1"/>
                      <a:pt x="6" y="2"/>
                    </a:cubicBezTo>
                    <a:cubicBezTo>
                      <a:pt x="8" y="3"/>
                      <a:pt x="7" y="9"/>
                      <a:pt x="4" y="15"/>
                    </a:cubicBezTo>
                    <a:cubicBezTo>
                      <a:pt x="3" y="16"/>
                      <a:pt x="2" y="18"/>
                      <a:pt x="0" y="20"/>
                    </a:cubicBezTo>
                    <a:cubicBezTo>
                      <a:pt x="2" y="18"/>
                      <a:pt x="4" y="16"/>
                      <a:pt x="5" y="13"/>
                    </a:cubicBezTo>
                    <a:cubicBezTo>
                      <a:pt x="8" y="7"/>
                      <a:pt x="10" y="1"/>
                      <a:pt x="8" y="0"/>
                    </a:cubicBezTo>
                    <a:cubicBezTo>
                      <a:pt x="7" y="0"/>
                      <a:pt x="4" y="1"/>
                      <a:pt x="2" y="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2" name="Freeform 417">
                <a:extLst>
                  <a:ext uri="{FF2B5EF4-FFF2-40B4-BE49-F238E27FC236}">
                    <a16:creationId xmlns:a16="http://schemas.microsoft.com/office/drawing/2014/main" id="{1CCA9529-04CE-44A3-AADA-4AE022FB3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958"/>
                <a:ext cx="13" cy="27"/>
              </a:xfrm>
              <a:custGeom>
                <a:avLst/>
                <a:gdLst>
                  <a:gd name="T0" fmla="*/ 6 w 9"/>
                  <a:gd name="T1" fmla="*/ 64 h 17"/>
                  <a:gd name="T2" fmla="*/ 14 w 9"/>
                  <a:gd name="T3" fmla="*/ 21 h 17"/>
                  <a:gd name="T4" fmla="*/ 27 w 9"/>
                  <a:gd name="T5" fmla="*/ 0 h 17"/>
                  <a:gd name="T6" fmla="*/ 9 w 9"/>
                  <a:gd name="T7" fmla="*/ 27 h 17"/>
                  <a:gd name="T8" fmla="*/ 1 w 9"/>
                  <a:gd name="T9" fmla="*/ 68 h 17"/>
                  <a:gd name="T10" fmla="*/ 14 w 9"/>
                  <a:gd name="T11" fmla="*/ 60 h 17"/>
                  <a:gd name="T12" fmla="*/ 6 w 9"/>
                  <a:gd name="T13" fmla="*/ 6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2" y="16"/>
                    </a:moveTo>
                    <a:cubicBezTo>
                      <a:pt x="0" y="15"/>
                      <a:pt x="2" y="10"/>
                      <a:pt x="5" y="5"/>
                    </a:cubicBezTo>
                    <a:cubicBezTo>
                      <a:pt x="6" y="3"/>
                      <a:pt x="7" y="1"/>
                      <a:pt x="9" y="0"/>
                    </a:cubicBezTo>
                    <a:cubicBezTo>
                      <a:pt x="7" y="1"/>
                      <a:pt x="5" y="4"/>
                      <a:pt x="3" y="7"/>
                    </a:cubicBezTo>
                    <a:cubicBezTo>
                      <a:pt x="1" y="12"/>
                      <a:pt x="0" y="16"/>
                      <a:pt x="1" y="17"/>
                    </a:cubicBezTo>
                    <a:cubicBezTo>
                      <a:pt x="2" y="17"/>
                      <a:pt x="3" y="16"/>
                      <a:pt x="5" y="15"/>
                    </a:cubicBezTo>
                    <a:cubicBezTo>
                      <a:pt x="4" y="15"/>
                      <a:pt x="3" y="16"/>
                      <a:pt x="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3" name="Freeform 418">
                <a:extLst>
                  <a:ext uri="{FF2B5EF4-FFF2-40B4-BE49-F238E27FC236}">
                    <a16:creationId xmlns:a16="http://schemas.microsoft.com/office/drawing/2014/main" id="{1D5E92AA-B291-4C12-938A-79115C386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889"/>
                <a:ext cx="112" cy="182"/>
              </a:xfrm>
              <a:custGeom>
                <a:avLst/>
                <a:gdLst>
                  <a:gd name="T0" fmla="*/ 176 w 75"/>
                  <a:gd name="T1" fmla="*/ 26 h 114"/>
                  <a:gd name="T2" fmla="*/ 208 w 75"/>
                  <a:gd name="T3" fmla="*/ 13 h 114"/>
                  <a:gd name="T4" fmla="*/ 234 w 75"/>
                  <a:gd name="T5" fmla="*/ 29 h 114"/>
                  <a:gd name="T6" fmla="*/ 227 w 75"/>
                  <a:gd name="T7" fmla="*/ 97 h 114"/>
                  <a:gd name="T8" fmla="*/ 143 w 75"/>
                  <a:gd name="T9" fmla="*/ 281 h 114"/>
                  <a:gd name="T10" fmla="*/ 73 w 75"/>
                  <a:gd name="T11" fmla="*/ 436 h 114"/>
                  <a:gd name="T12" fmla="*/ 42 w 75"/>
                  <a:gd name="T13" fmla="*/ 458 h 114"/>
                  <a:gd name="T14" fmla="*/ 13 w 75"/>
                  <a:gd name="T15" fmla="*/ 439 h 114"/>
                  <a:gd name="T16" fmla="*/ 6 w 75"/>
                  <a:gd name="T17" fmla="*/ 402 h 114"/>
                  <a:gd name="T18" fmla="*/ 96 w 75"/>
                  <a:gd name="T19" fmla="*/ 212 h 114"/>
                  <a:gd name="T20" fmla="*/ 176 w 75"/>
                  <a:gd name="T21" fmla="*/ 26 h 1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14">
                    <a:moveTo>
                      <a:pt x="53" y="6"/>
                    </a:moveTo>
                    <a:cubicBezTo>
                      <a:pt x="56" y="0"/>
                      <a:pt x="60" y="1"/>
                      <a:pt x="62" y="3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73" y="9"/>
                      <a:pt x="75" y="10"/>
                      <a:pt x="68" y="24"/>
                    </a:cubicBezTo>
                    <a:cubicBezTo>
                      <a:pt x="43" y="69"/>
                      <a:pt x="43" y="69"/>
                      <a:pt x="43" y="69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0" y="112"/>
                      <a:pt x="16" y="114"/>
                      <a:pt x="13" y="113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1" y="106"/>
                      <a:pt x="0" y="103"/>
                      <a:pt x="2" y="99"/>
                    </a:cubicBezTo>
                    <a:cubicBezTo>
                      <a:pt x="2" y="99"/>
                      <a:pt x="23" y="63"/>
                      <a:pt x="29" y="52"/>
                    </a:cubicBezTo>
                    <a:cubicBezTo>
                      <a:pt x="35" y="41"/>
                      <a:pt x="53" y="6"/>
                      <a:pt x="53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4" name="Freeform 419">
                <a:extLst>
                  <a:ext uri="{FF2B5EF4-FFF2-40B4-BE49-F238E27FC236}">
                    <a16:creationId xmlns:a16="http://schemas.microsoft.com/office/drawing/2014/main" id="{077BA899-95BE-4103-B45D-D9EA9C9DE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280"/>
                <a:ext cx="55" cy="206"/>
              </a:xfrm>
              <a:custGeom>
                <a:avLst/>
                <a:gdLst>
                  <a:gd name="T0" fmla="*/ 119 w 37"/>
                  <a:gd name="T1" fmla="*/ 490 h 129"/>
                  <a:gd name="T2" fmla="*/ 119 w 37"/>
                  <a:gd name="T3" fmla="*/ 490 h 129"/>
                  <a:gd name="T4" fmla="*/ 101 w 37"/>
                  <a:gd name="T5" fmla="*/ 517 h 129"/>
                  <a:gd name="T6" fmla="*/ 73 w 37"/>
                  <a:gd name="T7" fmla="*/ 521 h 129"/>
                  <a:gd name="T8" fmla="*/ 46 w 37"/>
                  <a:gd name="T9" fmla="*/ 458 h 129"/>
                  <a:gd name="T10" fmla="*/ 22 w 37"/>
                  <a:gd name="T11" fmla="*/ 219 h 129"/>
                  <a:gd name="T12" fmla="*/ 1 w 37"/>
                  <a:gd name="T13" fmla="*/ 56 h 129"/>
                  <a:gd name="T14" fmla="*/ 15 w 37"/>
                  <a:gd name="T15" fmla="*/ 8 h 129"/>
                  <a:gd name="T16" fmla="*/ 49 w 37"/>
                  <a:gd name="T17" fmla="*/ 0 h 129"/>
                  <a:gd name="T18" fmla="*/ 68 w 37"/>
                  <a:gd name="T19" fmla="*/ 26 h 129"/>
                  <a:gd name="T20" fmla="*/ 100 w 37"/>
                  <a:gd name="T21" fmla="*/ 257 h 129"/>
                  <a:gd name="T22" fmla="*/ 119 w 37"/>
                  <a:gd name="T23" fmla="*/ 490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129">
                    <a:moveTo>
                      <a:pt x="36" y="120"/>
                    </a:moveTo>
                    <a:cubicBezTo>
                      <a:pt x="36" y="120"/>
                      <a:pt x="36" y="120"/>
                      <a:pt x="36" y="120"/>
                    </a:cubicBezTo>
                    <a:cubicBezTo>
                      <a:pt x="37" y="123"/>
                      <a:pt x="36" y="126"/>
                      <a:pt x="31" y="127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19" y="128"/>
                      <a:pt x="16" y="129"/>
                      <a:pt x="14" y="113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8"/>
                      <a:pt x="2" y="2"/>
                      <a:pt x="5" y="2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8" y="0"/>
                      <a:pt x="21" y="2"/>
                      <a:pt x="21" y="6"/>
                    </a:cubicBezTo>
                    <a:cubicBezTo>
                      <a:pt x="21" y="6"/>
                      <a:pt x="29" y="50"/>
                      <a:pt x="30" y="63"/>
                    </a:cubicBezTo>
                    <a:cubicBezTo>
                      <a:pt x="32" y="75"/>
                      <a:pt x="36" y="119"/>
                      <a:pt x="36" y="120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5" name="Freeform 420">
                <a:extLst>
                  <a:ext uri="{FF2B5EF4-FFF2-40B4-BE49-F238E27FC236}">
                    <a16:creationId xmlns:a16="http://schemas.microsoft.com/office/drawing/2014/main" id="{3861888D-2D06-4181-92FC-AC0BCEEFC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352"/>
                <a:ext cx="12" cy="40"/>
              </a:xfrm>
              <a:custGeom>
                <a:avLst/>
                <a:gdLst>
                  <a:gd name="T0" fmla="*/ 8 w 8"/>
                  <a:gd name="T1" fmla="*/ 0 h 25"/>
                  <a:gd name="T2" fmla="*/ 26 w 8"/>
                  <a:gd name="T3" fmla="*/ 48 h 25"/>
                  <a:gd name="T4" fmla="*/ 21 w 8"/>
                  <a:gd name="T5" fmla="*/ 102 h 25"/>
                  <a:gd name="T6" fmla="*/ 0 w 8"/>
                  <a:gd name="T7" fmla="*/ 54 h 25"/>
                  <a:gd name="T8" fmla="*/ 8 w 8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5">
                    <a:moveTo>
                      <a:pt x="2" y="0"/>
                    </a:moveTo>
                    <a:cubicBezTo>
                      <a:pt x="4" y="0"/>
                      <a:pt x="6" y="5"/>
                      <a:pt x="7" y="12"/>
                    </a:cubicBezTo>
                    <a:cubicBezTo>
                      <a:pt x="8" y="19"/>
                      <a:pt x="7" y="25"/>
                      <a:pt x="6" y="25"/>
                    </a:cubicBezTo>
                    <a:cubicBezTo>
                      <a:pt x="4" y="25"/>
                      <a:pt x="1" y="20"/>
                      <a:pt x="0" y="13"/>
                    </a:cubicBezTo>
                    <a:cubicBezTo>
                      <a:pt x="0" y="6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6" name="Freeform 421">
                <a:extLst>
                  <a:ext uri="{FF2B5EF4-FFF2-40B4-BE49-F238E27FC236}">
                    <a16:creationId xmlns:a16="http://schemas.microsoft.com/office/drawing/2014/main" id="{9CA6A0B4-7C18-43B0-8108-25583C24B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356"/>
                <a:ext cx="13" cy="40"/>
              </a:xfrm>
              <a:custGeom>
                <a:avLst/>
                <a:gdLst>
                  <a:gd name="T0" fmla="*/ 9 w 9"/>
                  <a:gd name="T1" fmla="*/ 0 h 25"/>
                  <a:gd name="T2" fmla="*/ 25 w 9"/>
                  <a:gd name="T3" fmla="*/ 48 h 25"/>
                  <a:gd name="T4" fmla="*/ 19 w 9"/>
                  <a:gd name="T5" fmla="*/ 102 h 25"/>
                  <a:gd name="T6" fmla="*/ 1 w 9"/>
                  <a:gd name="T7" fmla="*/ 54 h 25"/>
                  <a:gd name="T8" fmla="*/ 9 w 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3" y="0"/>
                    </a:moveTo>
                    <a:cubicBezTo>
                      <a:pt x="5" y="0"/>
                      <a:pt x="7" y="5"/>
                      <a:pt x="8" y="12"/>
                    </a:cubicBezTo>
                    <a:cubicBezTo>
                      <a:pt x="9" y="19"/>
                      <a:pt x="8" y="25"/>
                      <a:pt x="6" y="25"/>
                    </a:cubicBezTo>
                    <a:cubicBezTo>
                      <a:pt x="4" y="25"/>
                      <a:pt x="2" y="20"/>
                      <a:pt x="1" y="13"/>
                    </a:cubicBezTo>
                    <a:cubicBezTo>
                      <a:pt x="0" y="6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7" name="Freeform 422">
                <a:extLst>
                  <a:ext uri="{FF2B5EF4-FFF2-40B4-BE49-F238E27FC236}">
                    <a16:creationId xmlns:a16="http://schemas.microsoft.com/office/drawing/2014/main" id="{D39A6312-7554-4DA7-9506-9E8CB968C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2396"/>
                <a:ext cx="30" cy="84"/>
              </a:xfrm>
              <a:custGeom>
                <a:avLst/>
                <a:gdLst>
                  <a:gd name="T0" fmla="*/ 59 w 20"/>
                  <a:gd name="T1" fmla="*/ 212 h 52"/>
                  <a:gd name="T2" fmla="*/ 27 w 20"/>
                  <a:gd name="T3" fmla="*/ 207 h 52"/>
                  <a:gd name="T4" fmla="*/ 18 w 20"/>
                  <a:gd name="T5" fmla="*/ 160 h 52"/>
                  <a:gd name="T6" fmla="*/ 8 w 20"/>
                  <a:gd name="T7" fmla="*/ 71 h 52"/>
                  <a:gd name="T8" fmla="*/ 5 w 20"/>
                  <a:gd name="T9" fmla="*/ 34 h 52"/>
                  <a:gd name="T10" fmla="*/ 0 w 20"/>
                  <a:gd name="T11" fmla="*/ 0 h 52"/>
                  <a:gd name="T12" fmla="*/ 26 w 20"/>
                  <a:gd name="T13" fmla="*/ 160 h 52"/>
                  <a:gd name="T14" fmla="*/ 41 w 20"/>
                  <a:gd name="T15" fmla="*/ 204 h 52"/>
                  <a:gd name="T16" fmla="*/ 68 w 20"/>
                  <a:gd name="T17" fmla="*/ 207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52">
                    <a:moveTo>
                      <a:pt x="17" y="50"/>
                    </a:moveTo>
                    <a:cubicBezTo>
                      <a:pt x="15" y="51"/>
                      <a:pt x="10" y="52"/>
                      <a:pt x="8" y="49"/>
                    </a:cubicBezTo>
                    <a:cubicBezTo>
                      <a:pt x="6" y="47"/>
                      <a:pt x="5" y="41"/>
                      <a:pt x="5" y="38"/>
                    </a:cubicBezTo>
                    <a:cubicBezTo>
                      <a:pt x="4" y="31"/>
                      <a:pt x="3" y="24"/>
                      <a:pt x="2" y="17"/>
                    </a:cubicBezTo>
                    <a:cubicBezTo>
                      <a:pt x="2" y="14"/>
                      <a:pt x="2" y="11"/>
                      <a:pt x="1" y="8"/>
                    </a:cubicBezTo>
                    <a:cubicBezTo>
                      <a:pt x="1" y="6"/>
                      <a:pt x="0" y="2"/>
                      <a:pt x="0" y="0"/>
                    </a:cubicBezTo>
                    <a:cubicBezTo>
                      <a:pt x="4" y="11"/>
                      <a:pt x="4" y="25"/>
                      <a:pt x="7" y="38"/>
                    </a:cubicBezTo>
                    <a:cubicBezTo>
                      <a:pt x="8" y="42"/>
                      <a:pt x="9" y="46"/>
                      <a:pt x="12" y="48"/>
                    </a:cubicBezTo>
                    <a:cubicBezTo>
                      <a:pt x="14" y="49"/>
                      <a:pt x="17" y="49"/>
                      <a:pt x="20" y="49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8" name="Freeform 423">
                <a:extLst>
                  <a:ext uri="{FF2B5EF4-FFF2-40B4-BE49-F238E27FC236}">
                    <a16:creationId xmlns:a16="http://schemas.microsoft.com/office/drawing/2014/main" id="{0F49BF61-C108-4A7B-94F3-C548C5EF6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280"/>
                <a:ext cx="42" cy="144"/>
              </a:xfrm>
              <a:custGeom>
                <a:avLst/>
                <a:gdLst>
                  <a:gd name="T0" fmla="*/ 14 w 28"/>
                  <a:gd name="T1" fmla="*/ 16 h 90"/>
                  <a:gd name="T2" fmla="*/ 53 w 28"/>
                  <a:gd name="T3" fmla="*/ 21 h 90"/>
                  <a:gd name="T4" fmla="*/ 62 w 28"/>
                  <a:gd name="T5" fmla="*/ 82 h 90"/>
                  <a:gd name="T6" fmla="*/ 72 w 28"/>
                  <a:gd name="T7" fmla="*/ 171 h 90"/>
                  <a:gd name="T8" fmla="*/ 95 w 28"/>
                  <a:gd name="T9" fmla="*/ 368 h 90"/>
                  <a:gd name="T10" fmla="*/ 80 w 28"/>
                  <a:gd name="T11" fmla="*/ 238 h 90"/>
                  <a:gd name="T12" fmla="*/ 59 w 28"/>
                  <a:gd name="T13" fmla="*/ 107 h 90"/>
                  <a:gd name="T14" fmla="*/ 0 w 28"/>
                  <a:gd name="T15" fmla="*/ 34 h 90"/>
                  <a:gd name="T16" fmla="*/ 12 w 28"/>
                  <a:gd name="T17" fmla="*/ 16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90">
                    <a:moveTo>
                      <a:pt x="4" y="4"/>
                    </a:moveTo>
                    <a:cubicBezTo>
                      <a:pt x="8" y="3"/>
                      <a:pt x="12" y="0"/>
                      <a:pt x="15" y="5"/>
                    </a:cubicBezTo>
                    <a:cubicBezTo>
                      <a:pt x="17" y="8"/>
                      <a:pt x="17" y="15"/>
                      <a:pt x="18" y="20"/>
                    </a:cubicBezTo>
                    <a:cubicBezTo>
                      <a:pt x="19" y="29"/>
                      <a:pt x="20" y="33"/>
                      <a:pt x="21" y="42"/>
                    </a:cubicBezTo>
                    <a:cubicBezTo>
                      <a:pt x="24" y="56"/>
                      <a:pt x="28" y="76"/>
                      <a:pt x="28" y="90"/>
                    </a:cubicBezTo>
                    <a:cubicBezTo>
                      <a:pt x="26" y="80"/>
                      <a:pt x="25" y="68"/>
                      <a:pt x="23" y="58"/>
                    </a:cubicBezTo>
                    <a:cubicBezTo>
                      <a:pt x="21" y="46"/>
                      <a:pt x="19" y="37"/>
                      <a:pt x="17" y="26"/>
                    </a:cubicBezTo>
                    <a:cubicBezTo>
                      <a:pt x="14" y="15"/>
                      <a:pt x="7" y="1"/>
                      <a:pt x="0" y="8"/>
                    </a:cubicBezTo>
                    <a:cubicBezTo>
                      <a:pt x="0" y="5"/>
                      <a:pt x="2" y="5"/>
                      <a:pt x="3" y="4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9" name="Freeform 424">
                <a:extLst>
                  <a:ext uri="{FF2B5EF4-FFF2-40B4-BE49-F238E27FC236}">
                    <a16:creationId xmlns:a16="http://schemas.microsoft.com/office/drawing/2014/main" id="{B78D077E-C00C-48CD-BFF7-3C6E6F227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356"/>
                <a:ext cx="11" cy="32"/>
              </a:xfrm>
              <a:custGeom>
                <a:avLst/>
                <a:gdLst>
                  <a:gd name="T0" fmla="*/ 0 w 7"/>
                  <a:gd name="T1" fmla="*/ 29 h 20"/>
                  <a:gd name="T2" fmla="*/ 8 w 7"/>
                  <a:gd name="T3" fmla="*/ 8 h 20"/>
                  <a:gd name="T4" fmla="*/ 27 w 7"/>
                  <a:gd name="T5" fmla="*/ 56 h 20"/>
                  <a:gd name="T6" fmla="*/ 27 w 7"/>
                  <a:gd name="T7" fmla="*/ 82 h 20"/>
                  <a:gd name="T8" fmla="*/ 27 w 7"/>
                  <a:gd name="T9" fmla="*/ 48 h 20"/>
                  <a:gd name="T10" fmla="*/ 8 w 7"/>
                  <a:gd name="T11" fmla="*/ 0 h 20"/>
                  <a:gd name="T12" fmla="*/ 0 w 7"/>
                  <a:gd name="T13" fmla="*/ 2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0">
                    <a:moveTo>
                      <a:pt x="0" y="7"/>
                    </a:moveTo>
                    <a:cubicBezTo>
                      <a:pt x="0" y="4"/>
                      <a:pt x="1" y="3"/>
                      <a:pt x="2" y="2"/>
                    </a:cubicBezTo>
                    <a:cubicBezTo>
                      <a:pt x="4" y="2"/>
                      <a:pt x="6" y="7"/>
                      <a:pt x="7" y="14"/>
                    </a:cubicBezTo>
                    <a:cubicBezTo>
                      <a:pt x="7" y="16"/>
                      <a:pt x="7" y="18"/>
                      <a:pt x="7" y="20"/>
                    </a:cubicBezTo>
                    <a:cubicBezTo>
                      <a:pt x="7" y="18"/>
                      <a:pt x="7" y="15"/>
                      <a:pt x="7" y="12"/>
                    </a:cubicBezTo>
                    <a:cubicBezTo>
                      <a:pt x="6" y="5"/>
                      <a:pt x="4" y="0"/>
                      <a:pt x="2" y="0"/>
                    </a:cubicBezTo>
                    <a:cubicBezTo>
                      <a:pt x="1" y="0"/>
                      <a:pt x="0" y="3"/>
                      <a:pt x="0" y="7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0" name="Freeform 425">
                <a:extLst>
                  <a:ext uri="{FF2B5EF4-FFF2-40B4-BE49-F238E27FC236}">
                    <a16:creationId xmlns:a16="http://schemas.microsoft.com/office/drawing/2014/main" id="{65E969D8-A069-4E0E-B798-66F601427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363"/>
                <a:ext cx="9" cy="30"/>
              </a:xfrm>
              <a:custGeom>
                <a:avLst/>
                <a:gdLst>
                  <a:gd name="T0" fmla="*/ 18 w 6"/>
                  <a:gd name="T1" fmla="*/ 68 h 19"/>
                  <a:gd name="T2" fmla="*/ 5 w 6"/>
                  <a:gd name="T3" fmla="*/ 27 h 19"/>
                  <a:gd name="T4" fmla="*/ 5 w 6"/>
                  <a:gd name="T5" fmla="*/ 0 h 19"/>
                  <a:gd name="T6" fmla="*/ 5 w 6"/>
                  <a:gd name="T7" fmla="*/ 35 h 19"/>
                  <a:gd name="T8" fmla="*/ 18 w 6"/>
                  <a:gd name="T9" fmla="*/ 74 h 19"/>
                  <a:gd name="T10" fmla="*/ 21 w 6"/>
                  <a:gd name="T11" fmla="*/ 55 h 19"/>
                  <a:gd name="T12" fmla="*/ 18 w 6"/>
                  <a:gd name="T13" fmla="*/ 6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9">
                    <a:moveTo>
                      <a:pt x="5" y="17"/>
                    </a:moveTo>
                    <a:cubicBezTo>
                      <a:pt x="3" y="17"/>
                      <a:pt x="2" y="12"/>
                      <a:pt x="1" y="7"/>
                    </a:cubicBezTo>
                    <a:cubicBezTo>
                      <a:pt x="0" y="5"/>
                      <a:pt x="1" y="2"/>
                      <a:pt x="1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1" y="14"/>
                      <a:pt x="3" y="19"/>
                      <a:pt x="5" y="19"/>
                    </a:cubicBezTo>
                    <a:cubicBezTo>
                      <a:pt x="6" y="18"/>
                      <a:pt x="6" y="17"/>
                      <a:pt x="6" y="14"/>
                    </a:cubicBezTo>
                    <a:cubicBezTo>
                      <a:pt x="6" y="15"/>
                      <a:pt x="6" y="17"/>
                      <a:pt x="5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1" name="Freeform 426">
                <a:extLst>
                  <a:ext uri="{FF2B5EF4-FFF2-40B4-BE49-F238E27FC236}">
                    <a16:creationId xmlns:a16="http://schemas.microsoft.com/office/drawing/2014/main" id="{06D3362B-7E58-48F8-BEEF-BE100F287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280"/>
                <a:ext cx="55" cy="206"/>
              </a:xfrm>
              <a:custGeom>
                <a:avLst/>
                <a:gdLst>
                  <a:gd name="T0" fmla="*/ 119 w 37"/>
                  <a:gd name="T1" fmla="*/ 490 h 129"/>
                  <a:gd name="T2" fmla="*/ 119 w 37"/>
                  <a:gd name="T3" fmla="*/ 490 h 129"/>
                  <a:gd name="T4" fmla="*/ 101 w 37"/>
                  <a:gd name="T5" fmla="*/ 517 h 129"/>
                  <a:gd name="T6" fmla="*/ 73 w 37"/>
                  <a:gd name="T7" fmla="*/ 521 h 129"/>
                  <a:gd name="T8" fmla="*/ 46 w 37"/>
                  <a:gd name="T9" fmla="*/ 458 h 129"/>
                  <a:gd name="T10" fmla="*/ 22 w 37"/>
                  <a:gd name="T11" fmla="*/ 219 h 129"/>
                  <a:gd name="T12" fmla="*/ 1 w 37"/>
                  <a:gd name="T13" fmla="*/ 56 h 129"/>
                  <a:gd name="T14" fmla="*/ 15 w 37"/>
                  <a:gd name="T15" fmla="*/ 8 h 129"/>
                  <a:gd name="T16" fmla="*/ 49 w 37"/>
                  <a:gd name="T17" fmla="*/ 0 h 129"/>
                  <a:gd name="T18" fmla="*/ 68 w 37"/>
                  <a:gd name="T19" fmla="*/ 26 h 129"/>
                  <a:gd name="T20" fmla="*/ 100 w 37"/>
                  <a:gd name="T21" fmla="*/ 257 h 129"/>
                  <a:gd name="T22" fmla="*/ 119 w 37"/>
                  <a:gd name="T23" fmla="*/ 490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129">
                    <a:moveTo>
                      <a:pt x="36" y="120"/>
                    </a:moveTo>
                    <a:cubicBezTo>
                      <a:pt x="36" y="120"/>
                      <a:pt x="36" y="120"/>
                      <a:pt x="36" y="120"/>
                    </a:cubicBezTo>
                    <a:cubicBezTo>
                      <a:pt x="37" y="123"/>
                      <a:pt x="36" y="126"/>
                      <a:pt x="31" y="127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19" y="128"/>
                      <a:pt x="16" y="129"/>
                      <a:pt x="14" y="113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8"/>
                      <a:pt x="2" y="2"/>
                      <a:pt x="5" y="2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8" y="0"/>
                      <a:pt x="21" y="2"/>
                      <a:pt x="21" y="6"/>
                    </a:cubicBezTo>
                    <a:cubicBezTo>
                      <a:pt x="21" y="6"/>
                      <a:pt x="29" y="50"/>
                      <a:pt x="30" y="63"/>
                    </a:cubicBezTo>
                    <a:cubicBezTo>
                      <a:pt x="32" y="75"/>
                      <a:pt x="36" y="119"/>
                      <a:pt x="36" y="1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2" name="Freeform 427">
                <a:extLst>
                  <a:ext uri="{FF2B5EF4-FFF2-40B4-BE49-F238E27FC236}">
                    <a16:creationId xmlns:a16="http://schemas.microsoft.com/office/drawing/2014/main" id="{91F93414-1BE5-4339-A712-57A569F1E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078"/>
                <a:ext cx="98" cy="202"/>
              </a:xfrm>
              <a:custGeom>
                <a:avLst/>
                <a:gdLst>
                  <a:gd name="T0" fmla="*/ 216 w 65"/>
                  <a:gd name="T1" fmla="*/ 463 h 126"/>
                  <a:gd name="T2" fmla="*/ 216 w 65"/>
                  <a:gd name="T3" fmla="*/ 463 h 126"/>
                  <a:gd name="T4" fmla="*/ 210 w 65"/>
                  <a:gd name="T5" fmla="*/ 491 h 126"/>
                  <a:gd name="T6" fmla="*/ 175 w 65"/>
                  <a:gd name="T7" fmla="*/ 507 h 126"/>
                  <a:gd name="T8" fmla="*/ 136 w 65"/>
                  <a:gd name="T9" fmla="*/ 457 h 126"/>
                  <a:gd name="T10" fmla="*/ 62 w 65"/>
                  <a:gd name="T11" fmla="*/ 231 h 126"/>
                  <a:gd name="T12" fmla="*/ 8 w 65"/>
                  <a:gd name="T13" fmla="*/ 74 h 126"/>
                  <a:gd name="T14" fmla="*/ 12 w 65"/>
                  <a:gd name="T15" fmla="*/ 26 h 126"/>
                  <a:gd name="T16" fmla="*/ 41 w 65"/>
                  <a:gd name="T17" fmla="*/ 8 h 126"/>
                  <a:gd name="T18" fmla="*/ 68 w 65"/>
                  <a:gd name="T19" fmla="*/ 21 h 126"/>
                  <a:gd name="T20" fmla="*/ 148 w 65"/>
                  <a:gd name="T21" fmla="*/ 239 h 126"/>
                  <a:gd name="T22" fmla="*/ 216 w 65"/>
                  <a:gd name="T23" fmla="*/ 463 h 1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126">
                    <a:moveTo>
                      <a:pt x="63" y="112"/>
                    </a:moveTo>
                    <a:cubicBezTo>
                      <a:pt x="63" y="112"/>
                      <a:pt x="63" y="112"/>
                      <a:pt x="63" y="112"/>
                    </a:cubicBezTo>
                    <a:cubicBezTo>
                      <a:pt x="64" y="114"/>
                      <a:pt x="65" y="118"/>
                      <a:pt x="61" y="119"/>
                    </a:cubicBezTo>
                    <a:cubicBezTo>
                      <a:pt x="51" y="123"/>
                      <a:pt x="51" y="123"/>
                      <a:pt x="51" y="123"/>
                    </a:cubicBezTo>
                    <a:cubicBezTo>
                      <a:pt x="49" y="124"/>
                      <a:pt x="46" y="126"/>
                      <a:pt x="40" y="111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3"/>
                      <a:pt x="0" y="7"/>
                      <a:pt x="3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0"/>
                      <a:pt x="18" y="2"/>
                      <a:pt x="20" y="5"/>
                    </a:cubicBezTo>
                    <a:cubicBezTo>
                      <a:pt x="20" y="6"/>
                      <a:pt x="38" y="46"/>
                      <a:pt x="43" y="58"/>
                    </a:cubicBezTo>
                    <a:cubicBezTo>
                      <a:pt x="48" y="70"/>
                      <a:pt x="63" y="111"/>
                      <a:pt x="63" y="11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3" name="Freeform 428">
                <a:extLst>
                  <a:ext uri="{FF2B5EF4-FFF2-40B4-BE49-F238E27FC236}">
                    <a16:creationId xmlns:a16="http://schemas.microsoft.com/office/drawing/2014/main" id="{AF7444D6-2D59-4FC4-8D31-68F504295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147"/>
                <a:ext cx="19" cy="40"/>
              </a:xfrm>
              <a:custGeom>
                <a:avLst/>
                <a:gdLst>
                  <a:gd name="T0" fmla="*/ 6 w 13"/>
                  <a:gd name="T1" fmla="*/ 5 h 25"/>
                  <a:gd name="T2" fmla="*/ 32 w 13"/>
                  <a:gd name="T3" fmla="*/ 46 h 25"/>
                  <a:gd name="T4" fmla="*/ 34 w 13"/>
                  <a:gd name="T5" fmla="*/ 98 h 25"/>
                  <a:gd name="T6" fmla="*/ 9 w 13"/>
                  <a:gd name="T7" fmla="*/ 56 h 25"/>
                  <a:gd name="T8" fmla="*/ 6 w 13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5">
                    <a:moveTo>
                      <a:pt x="2" y="1"/>
                    </a:moveTo>
                    <a:cubicBezTo>
                      <a:pt x="4" y="0"/>
                      <a:pt x="7" y="5"/>
                      <a:pt x="10" y="11"/>
                    </a:cubicBezTo>
                    <a:cubicBezTo>
                      <a:pt x="13" y="18"/>
                      <a:pt x="13" y="23"/>
                      <a:pt x="11" y="24"/>
                    </a:cubicBezTo>
                    <a:cubicBezTo>
                      <a:pt x="10" y="25"/>
                      <a:pt x="6" y="20"/>
                      <a:pt x="3" y="14"/>
                    </a:cubicBezTo>
                    <a:cubicBezTo>
                      <a:pt x="1" y="8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4" name="Freeform 429">
                <a:extLst>
                  <a:ext uri="{FF2B5EF4-FFF2-40B4-BE49-F238E27FC236}">
                    <a16:creationId xmlns:a16="http://schemas.microsoft.com/office/drawing/2014/main" id="{24AFF232-1B0D-4600-912F-3BD34801D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153"/>
                <a:ext cx="19" cy="39"/>
              </a:xfrm>
              <a:custGeom>
                <a:avLst/>
                <a:gdLst>
                  <a:gd name="T0" fmla="*/ 1 w 13"/>
                  <a:gd name="T1" fmla="*/ 0 h 24"/>
                  <a:gd name="T2" fmla="*/ 28 w 13"/>
                  <a:gd name="T3" fmla="*/ 47 h 24"/>
                  <a:gd name="T4" fmla="*/ 34 w 13"/>
                  <a:gd name="T5" fmla="*/ 98 h 24"/>
                  <a:gd name="T6" fmla="*/ 9 w 13"/>
                  <a:gd name="T7" fmla="*/ 55 h 24"/>
                  <a:gd name="T8" fmla="*/ 1 w 13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3" y="0"/>
                      <a:pt x="7" y="4"/>
                      <a:pt x="9" y="11"/>
                    </a:cubicBezTo>
                    <a:cubicBezTo>
                      <a:pt x="12" y="17"/>
                      <a:pt x="13" y="23"/>
                      <a:pt x="11" y="23"/>
                    </a:cubicBezTo>
                    <a:cubicBezTo>
                      <a:pt x="9" y="24"/>
                      <a:pt x="5" y="20"/>
                      <a:pt x="3" y="13"/>
                    </a:cubicBezTo>
                    <a:cubicBezTo>
                      <a:pt x="0" y="7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5" name="Freeform 430">
                <a:extLst>
                  <a:ext uri="{FF2B5EF4-FFF2-40B4-BE49-F238E27FC236}">
                    <a16:creationId xmlns:a16="http://schemas.microsoft.com/office/drawing/2014/main" id="{CDD97328-C308-4BCC-99D4-6B3379D00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193"/>
                <a:ext cx="48" cy="77"/>
              </a:xfrm>
              <a:custGeom>
                <a:avLst/>
                <a:gdLst>
                  <a:gd name="T0" fmla="*/ 102 w 32"/>
                  <a:gd name="T1" fmla="*/ 186 h 48"/>
                  <a:gd name="T2" fmla="*/ 72 w 32"/>
                  <a:gd name="T3" fmla="*/ 193 h 48"/>
                  <a:gd name="T4" fmla="*/ 48 w 32"/>
                  <a:gd name="T5" fmla="*/ 149 h 48"/>
                  <a:gd name="T6" fmla="*/ 26 w 32"/>
                  <a:gd name="T7" fmla="*/ 69 h 48"/>
                  <a:gd name="T8" fmla="*/ 12 w 32"/>
                  <a:gd name="T9" fmla="*/ 35 h 48"/>
                  <a:gd name="T10" fmla="*/ 0 w 32"/>
                  <a:gd name="T11" fmla="*/ 0 h 48"/>
                  <a:gd name="T12" fmla="*/ 54 w 32"/>
                  <a:gd name="T13" fmla="*/ 144 h 48"/>
                  <a:gd name="T14" fmla="*/ 81 w 32"/>
                  <a:gd name="T15" fmla="*/ 183 h 48"/>
                  <a:gd name="T16" fmla="*/ 108 w 32"/>
                  <a:gd name="T17" fmla="*/ 178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8">
                    <a:moveTo>
                      <a:pt x="30" y="45"/>
                    </a:moveTo>
                    <a:cubicBezTo>
                      <a:pt x="27" y="46"/>
                      <a:pt x="23" y="48"/>
                      <a:pt x="21" y="47"/>
                    </a:cubicBezTo>
                    <a:cubicBezTo>
                      <a:pt x="18" y="45"/>
                      <a:pt x="16" y="39"/>
                      <a:pt x="14" y="36"/>
                    </a:cubicBezTo>
                    <a:cubicBezTo>
                      <a:pt x="12" y="30"/>
                      <a:pt x="9" y="23"/>
                      <a:pt x="7" y="17"/>
                    </a:cubicBezTo>
                    <a:cubicBezTo>
                      <a:pt x="5" y="14"/>
                      <a:pt x="5" y="12"/>
                      <a:pt x="3" y="9"/>
                    </a:cubicBezTo>
                    <a:cubicBezTo>
                      <a:pt x="2" y="6"/>
                      <a:pt x="0" y="3"/>
                      <a:pt x="0" y="0"/>
                    </a:cubicBezTo>
                    <a:cubicBezTo>
                      <a:pt x="7" y="11"/>
                      <a:pt x="11" y="24"/>
                      <a:pt x="16" y="35"/>
                    </a:cubicBezTo>
                    <a:cubicBezTo>
                      <a:pt x="18" y="39"/>
                      <a:pt x="21" y="43"/>
                      <a:pt x="24" y="44"/>
                    </a:cubicBezTo>
                    <a:cubicBezTo>
                      <a:pt x="27" y="45"/>
                      <a:pt x="29" y="44"/>
                      <a:pt x="32" y="43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6" name="Freeform 431">
                <a:extLst>
                  <a:ext uri="{FF2B5EF4-FFF2-40B4-BE49-F238E27FC236}">
                    <a16:creationId xmlns:a16="http://schemas.microsoft.com/office/drawing/2014/main" id="{A8976A23-68A3-4DC0-988F-9A5BBCAC3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080"/>
                <a:ext cx="73" cy="133"/>
              </a:xfrm>
              <a:custGeom>
                <a:avLst/>
                <a:gdLst>
                  <a:gd name="T0" fmla="*/ 13 w 49"/>
                  <a:gd name="T1" fmla="*/ 26 h 83"/>
                  <a:gd name="T2" fmla="*/ 46 w 49"/>
                  <a:gd name="T3" fmla="*/ 16 h 83"/>
                  <a:gd name="T4" fmla="*/ 69 w 49"/>
                  <a:gd name="T5" fmla="*/ 74 h 83"/>
                  <a:gd name="T6" fmla="*/ 100 w 49"/>
                  <a:gd name="T7" fmla="*/ 157 h 83"/>
                  <a:gd name="T8" fmla="*/ 162 w 49"/>
                  <a:gd name="T9" fmla="*/ 341 h 83"/>
                  <a:gd name="T10" fmla="*/ 119 w 49"/>
                  <a:gd name="T11" fmla="*/ 218 h 83"/>
                  <a:gd name="T12" fmla="*/ 69 w 49"/>
                  <a:gd name="T13" fmla="*/ 98 h 83"/>
                  <a:gd name="T14" fmla="*/ 0 w 49"/>
                  <a:gd name="T15" fmla="*/ 46 h 83"/>
                  <a:gd name="T16" fmla="*/ 9 w 49"/>
                  <a:gd name="T17" fmla="*/ 26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83">
                    <a:moveTo>
                      <a:pt x="4" y="6"/>
                    </a:moveTo>
                    <a:cubicBezTo>
                      <a:pt x="7" y="4"/>
                      <a:pt x="10" y="0"/>
                      <a:pt x="14" y="4"/>
                    </a:cubicBezTo>
                    <a:cubicBezTo>
                      <a:pt x="17" y="7"/>
                      <a:pt x="19" y="14"/>
                      <a:pt x="21" y="18"/>
                    </a:cubicBezTo>
                    <a:cubicBezTo>
                      <a:pt x="25" y="26"/>
                      <a:pt x="26" y="30"/>
                      <a:pt x="30" y="38"/>
                    </a:cubicBezTo>
                    <a:cubicBezTo>
                      <a:pt x="36" y="51"/>
                      <a:pt x="45" y="69"/>
                      <a:pt x="49" y="83"/>
                    </a:cubicBezTo>
                    <a:cubicBezTo>
                      <a:pt x="45" y="74"/>
                      <a:pt x="40" y="62"/>
                      <a:pt x="36" y="53"/>
                    </a:cubicBezTo>
                    <a:cubicBezTo>
                      <a:pt x="31" y="43"/>
                      <a:pt x="26" y="34"/>
                      <a:pt x="21" y="24"/>
                    </a:cubicBezTo>
                    <a:cubicBezTo>
                      <a:pt x="16" y="14"/>
                      <a:pt x="6" y="3"/>
                      <a:pt x="0" y="11"/>
                    </a:cubicBezTo>
                    <a:cubicBezTo>
                      <a:pt x="0" y="8"/>
                      <a:pt x="2" y="8"/>
                      <a:pt x="3" y="6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7" name="Freeform 432">
                <a:extLst>
                  <a:ext uri="{FF2B5EF4-FFF2-40B4-BE49-F238E27FC236}">
                    <a16:creationId xmlns:a16="http://schemas.microsoft.com/office/drawing/2014/main" id="{AFB8D170-75F0-4400-AFE8-3FD4F8CBA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153"/>
                <a:ext cx="18" cy="29"/>
              </a:xfrm>
              <a:custGeom>
                <a:avLst/>
                <a:gdLst>
                  <a:gd name="T0" fmla="*/ 5 w 12"/>
                  <a:gd name="T1" fmla="*/ 34 h 18"/>
                  <a:gd name="T2" fmla="*/ 8 w 12"/>
                  <a:gd name="T3" fmla="*/ 13 h 18"/>
                  <a:gd name="T4" fmla="*/ 35 w 12"/>
                  <a:gd name="T5" fmla="*/ 55 h 18"/>
                  <a:gd name="T6" fmla="*/ 41 w 12"/>
                  <a:gd name="T7" fmla="*/ 76 h 18"/>
                  <a:gd name="T8" fmla="*/ 32 w 12"/>
                  <a:gd name="T9" fmla="*/ 47 h 18"/>
                  <a:gd name="T10" fmla="*/ 5 w 12"/>
                  <a:gd name="T11" fmla="*/ 0 h 18"/>
                  <a:gd name="T12" fmla="*/ 5 w 12"/>
                  <a:gd name="T13" fmla="*/ 3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1" y="8"/>
                    </a:moveTo>
                    <a:cubicBezTo>
                      <a:pt x="1" y="5"/>
                      <a:pt x="1" y="3"/>
                      <a:pt x="2" y="3"/>
                    </a:cubicBezTo>
                    <a:cubicBezTo>
                      <a:pt x="4" y="2"/>
                      <a:pt x="7" y="6"/>
                      <a:pt x="10" y="13"/>
                    </a:cubicBezTo>
                    <a:cubicBezTo>
                      <a:pt x="11" y="15"/>
                      <a:pt x="11" y="17"/>
                      <a:pt x="12" y="18"/>
                    </a:cubicBezTo>
                    <a:cubicBezTo>
                      <a:pt x="11" y="16"/>
                      <a:pt x="11" y="13"/>
                      <a:pt x="9" y="11"/>
                    </a:cubicBezTo>
                    <a:cubicBezTo>
                      <a:pt x="7" y="4"/>
                      <a:pt x="3" y="0"/>
                      <a:pt x="1" y="0"/>
                    </a:cubicBezTo>
                    <a:cubicBezTo>
                      <a:pt x="0" y="1"/>
                      <a:pt x="0" y="4"/>
                      <a:pt x="1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8" name="Freeform 433">
                <a:extLst>
                  <a:ext uri="{FF2B5EF4-FFF2-40B4-BE49-F238E27FC236}">
                    <a16:creationId xmlns:a16="http://schemas.microsoft.com/office/drawing/2014/main" id="{078ED6A1-C64B-46A1-9447-EDD2F8942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161"/>
                <a:ext cx="15" cy="28"/>
              </a:xfrm>
              <a:custGeom>
                <a:avLst/>
                <a:gdLst>
                  <a:gd name="T0" fmla="*/ 32 w 10"/>
                  <a:gd name="T1" fmla="*/ 68 h 17"/>
                  <a:gd name="T2" fmla="*/ 8 w 10"/>
                  <a:gd name="T3" fmla="*/ 26 h 17"/>
                  <a:gd name="T4" fmla="*/ 0 w 10"/>
                  <a:gd name="T5" fmla="*/ 0 h 17"/>
                  <a:gd name="T6" fmla="*/ 12 w 10"/>
                  <a:gd name="T7" fmla="*/ 35 h 17"/>
                  <a:gd name="T8" fmla="*/ 32 w 10"/>
                  <a:gd name="T9" fmla="*/ 71 h 17"/>
                  <a:gd name="T10" fmla="*/ 32 w 10"/>
                  <a:gd name="T11" fmla="*/ 54 h 17"/>
                  <a:gd name="T12" fmla="*/ 32 w 10"/>
                  <a:gd name="T13" fmla="*/ 6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9" y="15"/>
                    </a:moveTo>
                    <a:cubicBezTo>
                      <a:pt x="7" y="16"/>
                      <a:pt x="4" y="11"/>
                      <a:pt x="2" y="6"/>
                    </a:cubicBezTo>
                    <a:cubicBezTo>
                      <a:pt x="1" y="4"/>
                      <a:pt x="1" y="1"/>
                      <a:pt x="0" y="0"/>
                    </a:cubicBezTo>
                    <a:cubicBezTo>
                      <a:pt x="0" y="2"/>
                      <a:pt x="1" y="5"/>
                      <a:pt x="3" y="8"/>
                    </a:cubicBezTo>
                    <a:cubicBezTo>
                      <a:pt x="5" y="13"/>
                      <a:pt x="7" y="17"/>
                      <a:pt x="9" y="16"/>
                    </a:cubicBezTo>
                    <a:cubicBezTo>
                      <a:pt x="10" y="16"/>
                      <a:pt x="10" y="14"/>
                      <a:pt x="9" y="12"/>
                    </a:cubicBezTo>
                    <a:cubicBezTo>
                      <a:pt x="9" y="13"/>
                      <a:pt x="10" y="15"/>
                      <a:pt x="9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9" name="Freeform 434">
                <a:extLst>
                  <a:ext uri="{FF2B5EF4-FFF2-40B4-BE49-F238E27FC236}">
                    <a16:creationId xmlns:a16="http://schemas.microsoft.com/office/drawing/2014/main" id="{45FB2CCE-AD0E-4942-B369-39270546D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078"/>
                <a:ext cx="98" cy="202"/>
              </a:xfrm>
              <a:custGeom>
                <a:avLst/>
                <a:gdLst>
                  <a:gd name="T0" fmla="*/ 216 w 65"/>
                  <a:gd name="T1" fmla="*/ 463 h 126"/>
                  <a:gd name="T2" fmla="*/ 216 w 65"/>
                  <a:gd name="T3" fmla="*/ 463 h 126"/>
                  <a:gd name="T4" fmla="*/ 210 w 65"/>
                  <a:gd name="T5" fmla="*/ 491 h 126"/>
                  <a:gd name="T6" fmla="*/ 175 w 65"/>
                  <a:gd name="T7" fmla="*/ 507 h 126"/>
                  <a:gd name="T8" fmla="*/ 136 w 65"/>
                  <a:gd name="T9" fmla="*/ 457 h 126"/>
                  <a:gd name="T10" fmla="*/ 62 w 65"/>
                  <a:gd name="T11" fmla="*/ 231 h 126"/>
                  <a:gd name="T12" fmla="*/ 8 w 65"/>
                  <a:gd name="T13" fmla="*/ 74 h 126"/>
                  <a:gd name="T14" fmla="*/ 12 w 65"/>
                  <a:gd name="T15" fmla="*/ 26 h 126"/>
                  <a:gd name="T16" fmla="*/ 41 w 65"/>
                  <a:gd name="T17" fmla="*/ 8 h 126"/>
                  <a:gd name="T18" fmla="*/ 68 w 65"/>
                  <a:gd name="T19" fmla="*/ 21 h 126"/>
                  <a:gd name="T20" fmla="*/ 148 w 65"/>
                  <a:gd name="T21" fmla="*/ 239 h 126"/>
                  <a:gd name="T22" fmla="*/ 216 w 65"/>
                  <a:gd name="T23" fmla="*/ 463 h 1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126">
                    <a:moveTo>
                      <a:pt x="63" y="112"/>
                    </a:moveTo>
                    <a:cubicBezTo>
                      <a:pt x="63" y="112"/>
                      <a:pt x="63" y="112"/>
                      <a:pt x="63" y="112"/>
                    </a:cubicBezTo>
                    <a:cubicBezTo>
                      <a:pt x="64" y="114"/>
                      <a:pt x="65" y="118"/>
                      <a:pt x="61" y="119"/>
                    </a:cubicBezTo>
                    <a:cubicBezTo>
                      <a:pt x="51" y="123"/>
                      <a:pt x="51" y="123"/>
                      <a:pt x="51" y="123"/>
                    </a:cubicBezTo>
                    <a:cubicBezTo>
                      <a:pt x="49" y="124"/>
                      <a:pt x="46" y="126"/>
                      <a:pt x="40" y="111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3"/>
                      <a:pt x="0" y="7"/>
                      <a:pt x="3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0"/>
                      <a:pt x="18" y="2"/>
                      <a:pt x="20" y="5"/>
                    </a:cubicBezTo>
                    <a:cubicBezTo>
                      <a:pt x="20" y="6"/>
                      <a:pt x="38" y="46"/>
                      <a:pt x="43" y="58"/>
                    </a:cubicBezTo>
                    <a:cubicBezTo>
                      <a:pt x="48" y="70"/>
                      <a:pt x="63" y="111"/>
                      <a:pt x="63" y="1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0" name="Freeform 435">
                <a:extLst>
                  <a:ext uri="{FF2B5EF4-FFF2-40B4-BE49-F238E27FC236}">
                    <a16:creationId xmlns:a16="http://schemas.microsoft.com/office/drawing/2014/main" id="{07965895-AC01-49E6-A1E6-EE9CE7EA9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896"/>
                <a:ext cx="124" cy="189"/>
              </a:xfrm>
              <a:custGeom>
                <a:avLst/>
                <a:gdLst>
                  <a:gd name="T0" fmla="*/ 267 w 83"/>
                  <a:gd name="T1" fmla="*/ 415 h 118"/>
                  <a:gd name="T2" fmla="*/ 267 w 83"/>
                  <a:gd name="T3" fmla="*/ 418 h 118"/>
                  <a:gd name="T4" fmla="*/ 263 w 83"/>
                  <a:gd name="T5" fmla="*/ 452 h 118"/>
                  <a:gd name="T6" fmla="*/ 236 w 83"/>
                  <a:gd name="T7" fmla="*/ 473 h 118"/>
                  <a:gd name="T8" fmla="*/ 190 w 83"/>
                  <a:gd name="T9" fmla="*/ 431 h 118"/>
                  <a:gd name="T10" fmla="*/ 87 w 83"/>
                  <a:gd name="T11" fmla="*/ 226 h 118"/>
                  <a:gd name="T12" fmla="*/ 13 w 83"/>
                  <a:gd name="T13" fmla="*/ 82 h 118"/>
                  <a:gd name="T14" fmla="*/ 6 w 83"/>
                  <a:gd name="T15" fmla="*/ 29 h 118"/>
                  <a:gd name="T16" fmla="*/ 36 w 83"/>
                  <a:gd name="T17" fmla="*/ 8 h 118"/>
                  <a:gd name="T18" fmla="*/ 63 w 83"/>
                  <a:gd name="T19" fmla="*/ 16 h 118"/>
                  <a:gd name="T20" fmla="*/ 170 w 83"/>
                  <a:gd name="T21" fmla="*/ 213 h 118"/>
                  <a:gd name="T22" fmla="*/ 267 w 83"/>
                  <a:gd name="T23" fmla="*/ 415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118">
                    <a:moveTo>
                      <a:pt x="80" y="101"/>
                    </a:moveTo>
                    <a:cubicBezTo>
                      <a:pt x="80" y="101"/>
                      <a:pt x="80" y="102"/>
                      <a:pt x="80" y="102"/>
                    </a:cubicBezTo>
                    <a:cubicBezTo>
                      <a:pt x="82" y="104"/>
                      <a:pt x="83" y="107"/>
                      <a:pt x="79" y="110"/>
                    </a:cubicBezTo>
                    <a:cubicBezTo>
                      <a:pt x="71" y="115"/>
                      <a:pt x="71" y="115"/>
                      <a:pt x="71" y="115"/>
                    </a:cubicBezTo>
                    <a:cubicBezTo>
                      <a:pt x="68" y="117"/>
                      <a:pt x="66" y="118"/>
                      <a:pt x="57" y="105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1" y="15"/>
                      <a:pt x="0" y="9"/>
                      <a:pt x="2" y="7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4" y="0"/>
                      <a:pt x="17" y="1"/>
                      <a:pt x="19" y="4"/>
                    </a:cubicBezTo>
                    <a:cubicBezTo>
                      <a:pt x="19" y="5"/>
                      <a:pt x="44" y="42"/>
                      <a:pt x="51" y="52"/>
                    </a:cubicBezTo>
                    <a:cubicBezTo>
                      <a:pt x="58" y="63"/>
                      <a:pt x="80" y="101"/>
                      <a:pt x="80" y="10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1" name="Freeform 436">
                <a:extLst>
                  <a:ext uri="{FF2B5EF4-FFF2-40B4-BE49-F238E27FC236}">
                    <a16:creationId xmlns:a16="http://schemas.microsoft.com/office/drawing/2014/main" id="{5C0252EB-A906-4C59-A158-13F12956E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960"/>
                <a:ext cx="26" cy="37"/>
              </a:xfrm>
              <a:custGeom>
                <a:avLst/>
                <a:gdLst>
                  <a:gd name="T0" fmla="*/ 8 w 17"/>
                  <a:gd name="T1" fmla="*/ 5 h 23"/>
                  <a:gd name="T2" fmla="*/ 40 w 17"/>
                  <a:gd name="T3" fmla="*/ 42 h 23"/>
                  <a:gd name="T4" fmla="*/ 54 w 17"/>
                  <a:gd name="T5" fmla="*/ 90 h 23"/>
                  <a:gd name="T6" fmla="*/ 21 w 17"/>
                  <a:gd name="T7" fmla="*/ 60 h 23"/>
                  <a:gd name="T8" fmla="*/ 8 w 17"/>
                  <a:gd name="T9" fmla="*/ 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2" y="1"/>
                    </a:moveTo>
                    <a:cubicBezTo>
                      <a:pt x="3" y="0"/>
                      <a:pt x="8" y="4"/>
                      <a:pt x="11" y="10"/>
                    </a:cubicBezTo>
                    <a:cubicBezTo>
                      <a:pt x="15" y="16"/>
                      <a:pt x="17" y="21"/>
                      <a:pt x="15" y="22"/>
                    </a:cubicBezTo>
                    <a:cubicBezTo>
                      <a:pt x="14" y="23"/>
                      <a:pt x="9" y="20"/>
                      <a:pt x="6" y="14"/>
                    </a:cubicBezTo>
                    <a:cubicBezTo>
                      <a:pt x="2" y="8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2" name="Freeform 437">
                <a:extLst>
                  <a:ext uri="{FF2B5EF4-FFF2-40B4-BE49-F238E27FC236}">
                    <a16:creationId xmlns:a16="http://schemas.microsoft.com/office/drawing/2014/main" id="{6F1AA95A-21B1-4EEB-8272-8DFDAA4BF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966"/>
                <a:ext cx="26" cy="37"/>
              </a:xfrm>
              <a:custGeom>
                <a:avLst/>
                <a:gdLst>
                  <a:gd name="T0" fmla="*/ 8 w 17"/>
                  <a:gd name="T1" fmla="*/ 5 h 23"/>
                  <a:gd name="T2" fmla="*/ 40 w 17"/>
                  <a:gd name="T3" fmla="*/ 37 h 23"/>
                  <a:gd name="T4" fmla="*/ 54 w 17"/>
                  <a:gd name="T5" fmla="*/ 90 h 23"/>
                  <a:gd name="T6" fmla="*/ 21 w 17"/>
                  <a:gd name="T7" fmla="*/ 55 h 23"/>
                  <a:gd name="T8" fmla="*/ 8 w 17"/>
                  <a:gd name="T9" fmla="*/ 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2" y="1"/>
                    </a:moveTo>
                    <a:cubicBezTo>
                      <a:pt x="3" y="0"/>
                      <a:pt x="8" y="4"/>
                      <a:pt x="11" y="9"/>
                    </a:cubicBezTo>
                    <a:cubicBezTo>
                      <a:pt x="15" y="15"/>
                      <a:pt x="17" y="21"/>
                      <a:pt x="15" y="22"/>
                    </a:cubicBezTo>
                    <a:cubicBezTo>
                      <a:pt x="13" y="23"/>
                      <a:pt x="9" y="19"/>
                      <a:pt x="6" y="13"/>
                    </a:cubicBezTo>
                    <a:cubicBezTo>
                      <a:pt x="2" y="7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3" name="Freeform 438">
                <a:extLst>
                  <a:ext uri="{FF2B5EF4-FFF2-40B4-BE49-F238E27FC236}">
                    <a16:creationId xmlns:a16="http://schemas.microsoft.com/office/drawing/2014/main" id="{5B0A302A-4929-4B98-B985-2E2A44E98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899"/>
                <a:ext cx="92" cy="119"/>
              </a:xfrm>
              <a:custGeom>
                <a:avLst/>
                <a:gdLst>
                  <a:gd name="T0" fmla="*/ 12 w 61"/>
                  <a:gd name="T1" fmla="*/ 26 h 74"/>
                  <a:gd name="T2" fmla="*/ 45 w 61"/>
                  <a:gd name="T3" fmla="*/ 8 h 74"/>
                  <a:gd name="T4" fmla="*/ 80 w 61"/>
                  <a:gd name="T5" fmla="*/ 63 h 74"/>
                  <a:gd name="T6" fmla="*/ 121 w 61"/>
                  <a:gd name="T7" fmla="*/ 142 h 74"/>
                  <a:gd name="T8" fmla="*/ 210 w 61"/>
                  <a:gd name="T9" fmla="*/ 307 h 74"/>
                  <a:gd name="T10" fmla="*/ 148 w 61"/>
                  <a:gd name="T11" fmla="*/ 196 h 74"/>
                  <a:gd name="T12" fmla="*/ 81 w 61"/>
                  <a:gd name="T13" fmla="*/ 88 h 74"/>
                  <a:gd name="T14" fmla="*/ 5 w 61"/>
                  <a:gd name="T15" fmla="*/ 50 h 74"/>
                  <a:gd name="T16" fmla="*/ 12 w 61"/>
                  <a:gd name="T17" fmla="*/ 26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74">
                    <a:moveTo>
                      <a:pt x="3" y="6"/>
                    </a:moveTo>
                    <a:cubicBezTo>
                      <a:pt x="6" y="4"/>
                      <a:pt x="9" y="0"/>
                      <a:pt x="13" y="2"/>
                    </a:cubicBezTo>
                    <a:cubicBezTo>
                      <a:pt x="17" y="5"/>
                      <a:pt x="20" y="11"/>
                      <a:pt x="23" y="15"/>
                    </a:cubicBezTo>
                    <a:cubicBezTo>
                      <a:pt x="28" y="23"/>
                      <a:pt x="30" y="26"/>
                      <a:pt x="35" y="34"/>
                    </a:cubicBezTo>
                    <a:cubicBezTo>
                      <a:pt x="43" y="45"/>
                      <a:pt x="55" y="62"/>
                      <a:pt x="61" y="74"/>
                    </a:cubicBezTo>
                    <a:cubicBezTo>
                      <a:pt x="55" y="66"/>
                      <a:pt x="49" y="55"/>
                      <a:pt x="43" y="47"/>
                    </a:cubicBezTo>
                    <a:cubicBezTo>
                      <a:pt x="37" y="38"/>
                      <a:pt x="30" y="30"/>
                      <a:pt x="24" y="21"/>
                    </a:cubicBezTo>
                    <a:cubicBezTo>
                      <a:pt x="17" y="12"/>
                      <a:pt x="5" y="2"/>
                      <a:pt x="1" y="12"/>
                    </a:cubicBezTo>
                    <a:cubicBezTo>
                      <a:pt x="0" y="9"/>
                      <a:pt x="2" y="8"/>
                      <a:pt x="3" y="6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4" name="Freeform 439">
                <a:extLst>
                  <a:ext uri="{FF2B5EF4-FFF2-40B4-BE49-F238E27FC236}">
                    <a16:creationId xmlns:a16="http://schemas.microsoft.com/office/drawing/2014/main" id="{59F6C987-1C27-47AB-AF28-025F1832F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1966"/>
                <a:ext cx="21" cy="26"/>
              </a:xfrm>
              <a:custGeom>
                <a:avLst/>
                <a:gdLst>
                  <a:gd name="T0" fmla="*/ 8 w 14"/>
                  <a:gd name="T1" fmla="*/ 34 h 16"/>
                  <a:gd name="T2" fmla="*/ 8 w 14"/>
                  <a:gd name="T3" fmla="*/ 13 h 16"/>
                  <a:gd name="T4" fmla="*/ 39 w 14"/>
                  <a:gd name="T5" fmla="*/ 47 h 16"/>
                  <a:gd name="T6" fmla="*/ 48 w 14"/>
                  <a:gd name="T7" fmla="*/ 68 h 16"/>
                  <a:gd name="T8" fmla="*/ 35 w 14"/>
                  <a:gd name="T9" fmla="*/ 39 h 16"/>
                  <a:gd name="T10" fmla="*/ 5 w 14"/>
                  <a:gd name="T11" fmla="*/ 5 h 16"/>
                  <a:gd name="T12" fmla="*/ 8 w 14"/>
                  <a:gd name="T13" fmla="*/ 3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2" y="8"/>
                    </a:moveTo>
                    <a:cubicBezTo>
                      <a:pt x="1" y="5"/>
                      <a:pt x="1" y="3"/>
                      <a:pt x="2" y="3"/>
                    </a:cubicBezTo>
                    <a:cubicBezTo>
                      <a:pt x="3" y="2"/>
                      <a:pt x="8" y="6"/>
                      <a:pt x="11" y="11"/>
                    </a:cubicBezTo>
                    <a:cubicBezTo>
                      <a:pt x="12" y="13"/>
                      <a:pt x="13" y="15"/>
                      <a:pt x="14" y="16"/>
                    </a:cubicBezTo>
                    <a:cubicBezTo>
                      <a:pt x="13" y="14"/>
                      <a:pt x="12" y="12"/>
                      <a:pt x="10" y="9"/>
                    </a:cubicBezTo>
                    <a:cubicBezTo>
                      <a:pt x="7" y="3"/>
                      <a:pt x="2" y="0"/>
                      <a:pt x="1" y="1"/>
                    </a:cubicBezTo>
                    <a:cubicBezTo>
                      <a:pt x="0" y="1"/>
                      <a:pt x="0" y="4"/>
                      <a:pt x="2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5" name="Freeform 440">
                <a:extLst>
                  <a:ext uri="{FF2B5EF4-FFF2-40B4-BE49-F238E27FC236}">
                    <a16:creationId xmlns:a16="http://schemas.microsoft.com/office/drawing/2014/main" id="{A7293EB1-D874-46CD-8D74-42C14F2C8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974"/>
                <a:ext cx="20" cy="26"/>
              </a:xfrm>
              <a:custGeom>
                <a:avLst/>
                <a:gdLst>
                  <a:gd name="T0" fmla="*/ 40 w 13"/>
                  <a:gd name="T1" fmla="*/ 55 h 16"/>
                  <a:gd name="T2" fmla="*/ 12 w 13"/>
                  <a:gd name="T3" fmla="*/ 26 h 16"/>
                  <a:gd name="T4" fmla="*/ 0 w 13"/>
                  <a:gd name="T5" fmla="*/ 0 h 16"/>
                  <a:gd name="T6" fmla="*/ 14 w 13"/>
                  <a:gd name="T7" fmla="*/ 34 h 16"/>
                  <a:gd name="T8" fmla="*/ 43 w 13"/>
                  <a:gd name="T9" fmla="*/ 63 h 16"/>
                  <a:gd name="T10" fmla="*/ 43 w 13"/>
                  <a:gd name="T11" fmla="*/ 42 h 16"/>
                  <a:gd name="T12" fmla="*/ 40 w 13"/>
                  <a:gd name="T13" fmla="*/ 5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6">
                    <a:moveTo>
                      <a:pt x="11" y="13"/>
                    </a:moveTo>
                    <a:cubicBezTo>
                      <a:pt x="10" y="14"/>
                      <a:pt x="6" y="11"/>
                      <a:pt x="3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2"/>
                      <a:pt x="2" y="5"/>
                      <a:pt x="4" y="8"/>
                    </a:cubicBezTo>
                    <a:cubicBezTo>
                      <a:pt x="7" y="12"/>
                      <a:pt x="11" y="16"/>
                      <a:pt x="12" y="15"/>
                    </a:cubicBezTo>
                    <a:cubicBezTo>
                      <a:pt x="13" y="14"/>
                      <a:pt x="12" y="12"/>
                      <a:pt x="12" y="10"/>
                    </a:cubicBezTo>
                    <a:cubicBezTo>
                      <a:pt x="12" y="11"/>
                      <a:pt x="12" y="13"/>
                      <a:pt x="11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6" name="Freeform 441">
                <a:extLst>
                  <a:ext uri="{FF2B5EF4-FFF2-40B4-BE49-F238E27FC236}">
                    <a16:creationId xmlns:a16="http://schemas.microsoft.com/office/drawing/2014/main" id="{289EA383-316E-408B-BDA6-740633A30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896"/>
                <a:ext cx="124" cy="189"/>
              </a:xfrm>
              <a:custGeom>
                <a:avLst/>
                <a:gdLst>
                  <a:gd name="T0" fmla="*/ 267 w 83"/>
                  <a:gd name="T1" fmla="*/ 415 h 118"/>
                  <a:gd name="T2" fmla="*/ 267 w 83"/>
                  <a:gd name="T3" fmla="*/ 418 h 118"/>
                  <a:gd name="T4" fmla="*/ 263 w 83"/>
                  <a:gd name="T5" fmla="*/ 452 h 118"/>
                  <a:gd name="T6" fmla="*/ 236 w 83"/>
                  <a:gd name="T7" fmla="*/ 473 h 118"/>
                  <a:gd name="T8" fmla="*/ 190 w 83"/>
                  <a:gd name="T9" fmla="*/ 431 h 118"/>
                  <a:gd name="T10" fmla="*/ 87 w 83"/>
                  <a:gd name="T11" fmla="*/ 226 h 118"/>
                  <a:gd name="T12" fmla="*/ 13 w 83"/>
                  <a:gd name="T13" fmla="*/ 82 h 118"/>
                  <a:gd name="T14" fmla="*/ 6 w 83"/>
                  <a:gd name="T15" fmla="*/ 29 h 118"/>
                  <a:gd name="T16" fmla="*/ 36 w 83"/>
                  <a:gd name="T17" fmla="*/ 8 h 118"/>
                  <a:gd name="T18" fmla="*/ 63 w 83"/>
                  <a:gd name="T19" fmla="*/ 16 h 118"/>
                  <a:gd name="T20" fmla="*/ 170 w 83"/>
                  <a:gd name="T21" fmla="*/ 213 h 118"/>
                  <a:gd name="T22" fmla="*/ 267 w 83"/>
                  <a:gd name="T23" fmla="*/ 415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118">
                    <a:moveTo>
                      <a:pt x="80" y="101"/>
                    </a:moveTo>
                    <a:cubicBezTo>
                      <a:pt x="80" y="101"/>
                      <a:pt x="80" y="102"/>
                      <a:pt x="80" y="102"/>
                    </a:cubicBezTo>
                    <a:cubicBezTo>
                      <a:pt x="82" y="104"/>
                      <a:pt x="83" y="107"/>
                      <a:pt x="79" y="110"/>
                    </a:cubicBezTo>
                    <a:cubicBezTo>
                      <a:pt x="71" y="115"/>
                      <a:pt x="71" y="115"/>
                      <a:pt x="71" y="115"/>
                    </a:cubicBezTo>
                    <a:cubicBezTo>
                      <a:pt x="68" y="117"/>
                      <a:pt x="66" y="118"/>
                      <a:pt x="57" y="105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1" y="15"/>
                      <a:pt x="0" y="9"/>
                      <a:pt x="2" y="7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4" y="0"/>
                      <a:pt x="17" y="1"/>
                      <a:pt x="19" y="4"/>
                    </a:cubicBezTo>
                    <a:cubicBezTo>
                      <a:pt x="19" y="5"/>
                      <a:pt x="44" y="42"/>
                      <a:pt x="51" y="52"/>
                    </a:cubicBezTo>
                    <a:cubicBezTo>
                      <a:pt x="58" y="63"/>
                      <a:pt x="80" y="101"/>
                      <a:pt x="80" y="10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838" name="Freeform 443">
              <a:extLst>
                <a:ext uri="{FF2B5EF4-FFF2-40B4-BE49-F238E27FC236}">
                  <a16:creationId xmlns:a16="http://schemas.microsoft.com/office/drawing/2014/main" id="{25E1870D-2237-4617-8409-EC1493945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771"/>
              <a:ext cx="125" cy="135"/>
            </a:xfrm>
            <a:custGeom>
              <a:avLst/>
              <a:gdLst>
                <a:gd name="T0" fmla="*/ 270 w 83"/>
                <a:gd name="T1" fmla="*/ 268 h 84"/>
                <a:gd name="T2" fmla="*/ 149 w 83"/>
                <a:gd name="T3" fmla="*/ 82 h 84"/>
                <a:gd name="T4" fmla="*/ 93 w 83"/>
                <a:gd name="T5" fmla="*/ 0 h 84"/>
                <a:gd name="T6" fmla="*/ 0 w 83"/>
                <a:gd name="T7" fmla="*/ 8 h 84"/>
                <a:gd name="T8" fmla="*/ 68 w 83"/>
                <a:gd name="T9" fmla="*/ 103 h 84"/>
                <a:gd name="T10" fmla="*/ 196 w 83"/>
                <a:gd name="T11" fmla="*/ 294 h 84"/>
                <a:gd name="T12" fmla="*/ 242 w 83"/>
                <a:gd name="T13" fmla="*/ 333 h 84"/>
                <a:gd name="T14" fmla="*/ 270 w 83"/>
                <a:gd name="T15" fmla="*/ 307 h 84"/>
                <a:gd name="T16" fmla="*/ 270 w 83"/>
                <a:gd name="T17" fmla="*/ 268 h 84"/>
                <a:gd name="T18" fmla="*/ 270 w 83"/>
                <a:gd name="T19" fmla="*/ 268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84">
                  <a:moveTo>
                    <a:pt x="79" y="65"/>
                  </a:moveTo>
                  <a:cubicBezTo>
                    <a:pt x="79" y="65"/>
                    <a:pt x="52" y="30"/>
                    <a:pt x="44" y="20"/>
                  </a:cubicBezTo>
                  <a:cubicBezTo>
                    <a:pt x="41" y="16"/>
                    <a:pt x="34" y="8"/>
                    <a:pt x="27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67" y="84"/>
                    <a:pt x="69" y="82"/>
                    <a:pt x="71" y="80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83" y="70"/>
                    <a:pt x="81" y="68"/>
                    <a:pt x="79" y="65"/>
                  </a:cubicBezTo>
                  <a:cubicBezTo>
                    <a:pt x="79" y="65"/>
                    <a:pt x="79" y="65"/>
                    <a:pt x="79" y="65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39" name="Freeform 444">
              <a:extLst>
                <a:ext uri="{FF2B5EF4-FFF2-40B4-BE49-F238E27FC236}">
                  <a16:creationId xmlns:a16="http://schemas.microsoft.com/office/drawing/2014/main" id="{B192972B-7890-4F7D-A087-7618AD868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787"/>
              <a:ext cx="28" cy="35"/>
            </a:xfrm>
            <a:custGeom>
              <a:avLst/>
              <a:gdLst>
                <a:gd name="T0" fmla="*/ 6 w 19"/>
                <a:gd name="T1" fmla="*/ 5 h 22"/>
                <a:gd name="T2" fmla="*/ 40 w 19"/>
                <a:gd name="T3" fmla="*/ 35 h 22"/>
                <a:gd name="T4" fmla="*/ 59 w 19"/>
                <a:gd name="T5" fmla="*/ 84 h 22"/>
                <a:gd name="T6" fmla="*/ 22 w 19"/>
                <a:gd name="T7" fmla="*/ 53 h 22"/>
                <a:gd name="T8" fmla="*/ 6 w 19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2" y="1"/>
                  </a:moveTo>
                  <a:cubicBezTo>
                    <a:pt x="3" y="0"/>
                    <a:pt x="8" y="3"/>
                    <a:pt x="12" y="9"/>
                  </a:cubicBezTo>
                  <a:cubicBezTo>
                    <a:pt x="17" y="14"/>
                    <a:pt x="19" y="19"/>
                    <a:pt x="18" y="21"/>
                  </a:cubicBezTo>
                  <a:cubicBezTo>
                    <a:pt x="16" y="22"/>
                    <a:pt x="11" y="19"/>
                    <a:pt x="7" y="13"/>
                  </a:cubicBezTo>
                  <a:cubicBezTo>
                    <a:pt x="3" y="8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0" name="Freeform 445">
              <a:extLst>
                <a:ext uri="{FF2B5EF4-FFF2-40B4-BE49-F238E27FC236}">
                  <a16:creationId xmlns:a16="http://schemas.microsoft.com/office/drawing/2014/main" id="{E83676FE-F3DE-407C-89B0-EC38A1C96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794"/>
              <a:ext cx="27" cy="33"/>
            </a:xfrm>
            <a:custGeom>
              <a:avLst/>
              <a:gdLst>
                <a:gd name="T0" fmla="*/ 5 w 18"/>
                <a:gd name="T1" fmla="*/ 5 h 21"/>
                <a:gd name="T2" fmla="*/ 41 w 18"/>
                <a:gd name="T3" fmla="*/ 31 h 21"/>
                <a:gd name="T4" fmla="*/ 59 w 18"/>
                <a:gd name="T5" fmla="*/ 77 h 21"/>
                <a:gd name="T6" fmla="*/ 21 w 18"/>
                <a:gd name="T7" fmla="*/ 49 h 21"/>
                <a:gd name="T8" fmla="*/ 5 w 18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1" y="1"/>
                  </a:moveTo>
                  <a:cubicBezTo>
                    <a:pt x="3" y="0"/>
                    <a:pt x="7" y="3"/>
                    <a:pt x="12" y="8"/>
                  </a:cubicBezTo>
                  <a:cubicBezTo>
                    <a:pt x="16" y="13"/>
                    <a:pt x="18" y="19"/>
                    <a:pt x="17" y="20"/>
                  </a:cubicBezTo>
                  <a:cubicBezTo>
                    <a:pt x="15" y="21"/>
                    <a:pt x="11" y="18"/>
                    <a:pt x="6" y="13"/>
                  </a:cubicBezTo>
                  <a:cubicBezTo>
                    <a:pt x="2" y="7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1" name="Freeform 446">
              <a:extLst>
                <a:ext uri="{FF2B5EF4-FFF2-40B4-BE49-F238E27FC236}">
                  <a16:creationId xmlns:a16="http://schemas.microsoft.com/office/drawing/2014/main" id="{A2A9963E-3931-42D0-BD8A-BDA23B489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832"/>
              <a:ext cx="64" cy="62"/>
            </a:xfrm>
            <a:custGeom>
              <a:avLst/>
              <a:gdLst>
                <a:gd name="T0" fmla="*/ 140 w 43"/>
                <a:gd name="T1" fmla="*/ 137 h 39"/>
                <a:gd name="T2" fmla="*/ 109 w 43"/>
                <a:gd name="T3" fmla="*/ 157 h 39"/>
                <a:gd name="T4" fmla="*/ 80 w 43"/>
                <a:gd name="T5" fmla="*/ 121 h 39"/>
                <a:gd name="T6" fmla="*/ 36 w 43"/>
                <a:gd name="T7" fmla="*/ 60 h 39"/>
                <a:gd name="T8" fmla="*/ 19 w 43"/>
                <a:gd name="T9" fmla="*/ 27 h 39"/>
                <a:gd name="T10" fmla="*/ 0 w 43"/>
                <a:gd name="T11" fmla="*/ 0 h 39"/>
                <a:gd name="T12" fmla="*/ 86 w 43"/>
                <a:gd name="T13" fmla="*/ 116 h 39"/>
                <a:gd name="T14" fmla="*/ 115 w 43"/>
                <a:gd name="T15" fmla="*/ 141 h 39"/>
                <a:gd name="T16" fmla="*/ 141 w 43"/>
                <a:gd name="T17" fmla="*/ 129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39">
                  <a:moveTo>
                    <a:pt x="42" y="34"/>
                  </a:moveTo>
                  <a:cubicBezTo>
                    <a:pt x="40" y="36"/>
                    <a:pt x="36" y="39"/>
                    <a:pt x="33" y="39"/>
                  </a:cubicBezTo>
                  <a:cubicBezTo>
                    <a:pt x="30" y="38"/>
                    <a:pt x="26" y="33"/>
                    <a:pt x="24" y="30"/>
                  </a:cubicBezTo>
                  <a:cubicBezTo>
                    <a:pt x="20" y="25"/>
                    <a:pt x="16" y="20"/>
                    <a:pt x="11" y="15"/>
                  </a:cubicBezTo>
                  <a:cubicBezTo>
                    <a:pt x="9" y="12"/>
                    <a:pt x="8" y="10"/>
                    <a:pt x="6" y="7"/>
                  </a:cubicBezTo>
                  <a:cubicBezTo>
                    <a:pt x="4" y="5"/>
                    <a:pt x="1" y="3"/>
                    <a:pt x="0" y="0"/>
                  </a:cubicBezTo>
                  <a:cubicBezTo>
                    <a:pt x="10" y="8"/>
                    <a:pt x="17" y="20"/>
                    <a:pt x="26" y="29"/>
                  </a:cubicBezTo>
                  <a:cubicBezTo>
                    <a:pt x="29" y="32"/>
                    <a:pt x="32" y="35"/>
                    <a:pt x="35" y="35"/>
                  </a:cubicBezTo>
                  <a:cubicBezTo>
                    <a:pt x="38" y="35"/>
                    <a:pt x="41" y="34"/>
                    <a:pt x="43" y="32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2" name="Freeform 447">
              <a:extLst>
                <a:ext uri="{FF2B5EF4-FFF2-40B4-BE49-F238E27FC236}">
                  <a16:creationId xmlns:a16="http://schemas.microsoft.com/office/drawing/2014/main" id="{EC6B926E-8F88-4961-A75A-80DD86C2B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792"/>
              <a:ext cx="24" cy="26"/>
            </a:xfrm>
            <a:custGeom>
              <a:avLst/>
              <a:gdLst>
                <a:gd name="T0" fmla="*/ 12 w 16"/>
                <a:gd name="T1" fmla="*/ 39 h 16"/>
                <a:gd name="T2" fmla="*/ 8 w 16"/>
                <a:gd name="T3" fmla="*/ 18 h 16"/>
                <a:gd name="T4" fmla="*/ 45 w 16"/>
                <a:gd name="T5" fmla="*/ 47 h 16"/>
                <a:gd name="T6" fmla="*/ 54 w 16"/>
                <a:gd name="T7" fmla="*/ 68 h 16"/>
                <a:gd name="T8" fmla="*/ 41 w 16"/>
                <a:gd name="T9" fmla="*/ 39 h 16"/>
                <a:gd name="T10" fmla="*/ 5 w 16"/>
                <a:gd name="T11" fmla="*/ 8 h 16"/>
                <a:gd name="T12" fmla="*/ 12 w 16"/>
                <a:gd name="T13" fmla="*/ 39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6">
                  <a:moveTo>
                    <a:pt x="3" y="9"/>
                  </a:moveTo>
                  <a:cubicBezTo>
                    <a:pt x="2" y="6"/>
                    <a:pt x="1" y="4"/>
                    <a:pt x="2" y="4"/>
                  </a:cubicBezTo>
                  <a:cubicBezTo>
                    <a:pt x="4" y="2"/>
                    <a:pt x="8" y="6"/>
                    <a:pt x="13" y="11"/>
                  </a:cubicBezTo>
                  <a:cubicBezTo>
                    <a:pt x="14" y="13"/>
                    <a:pt x="15" y="14"/>
                    <a:pt x="16" y="16"/>
                  </a:cubicBezTo>
                  <a:cubicBezTo>
                    <a:pt x="15" y="14"/>
                    <a:pt x="14" y="11"/>
                    <a:pt x="12" y="9"/>
                  </a:cubicBezTo>
                  <a:cubicBezTo>
                    <a:pt x="7" y="4"/>
                    <a:pt x="3" y="0"/>
                    <a:pt x="1" y="2"/>
                  </a:cubicBezTo>
                  <a:cubicBezTo>
                    <a:pt x="0" y="2"/>
                    <a:pt x="1" y="5"/>
                    <a:pt x="3" y="9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3" name="Freeform 448">
              <a:extLst>
                <a:ext uri="{FF2B5EF4-FFF2-40B4-BE49-F238E27FC236}">
                  <a16:creationId xmlns:a16="http://schemas.microsoft.com/office/drawing/2014/main" id="{AECD9FD2-1DD8-48B0-A481-1219E71F9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802"/>
              <a:ext cx="21" cy="22"/>
            </a:xfrm>
            <a:custGeom>
              <a:avLst/>
              <a:gdLst>
                <a:gd name="T0" fmla="*/ 45 w 14"/>
                <a:gd name="T1" fmla="*/ 47 h 14"/>
                <a:gd name="T2" fmla="*/ 14 w 14"/>
                <a:gd name="T3" fmla="*/ 20 h 14"/>
                <a:gd name="T4" fmla="*/ 0 w 14"/>
                <a:gd name="T5" fmla="*/ 0 h 14"/>
                <a:gd name="T6" fmla="*/ 18 w 14"/>
                <a:gd name="T7" fmla="*/ 27 h 14"/>
                <a:gd name="T8" fmla="*/ 45 w 14"/>
                <a:gd name="T9" fmla="*/ 49 h 14"/>
                <a:gd name="T10" fmla="*/ 45 w 14"/>
                <a:gd name="T11" fmla="*/ 35 h 14"/>
                <a:gd name="T12" fmla="*/ 45 w 14"/>
                <a:gd name="T13" fmla="*/ 4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13" y="12"/>
                  </a:moveTo>
                  <a:cubicBezTo>
                    <a:pt x="11" y="13"/>
                    <a:pt x="7" y="10"/>
                    <a:pt x="4" y="5"/>
                  </a:cubicBezTo>
                  <a:cubicBezTo>
                    <a:pt x="2" y="4"/>
                    <a:pt x="1" y="1"/>
                    <a:pt x="0" y="0"/>
                  </a:cubicBezTo>
                  <a:cubicBezTo>
                    <a:pt x="1" y="2"/>
                    <a:pt x="3" y="4"/>
                    <a:pt x="5" y="7"/>
                  </a:cubicBezTo>
                  <a:cubicBezTo>
                    <a:pt x="8" y="11"/>
                    <a:pt x="12" y="14"/>
                    <a:pt x="13" y="13"/>
                  </a:cubicBezTo>
                  <a:cubicBezTo>
                    <a:pt x="14" y="13"/>
                    <a:pt x="14" y="11"/>
                    <a:pt x="13" y="9"/>
                  </a:cubicBezTo>
                  <a:cubicBezTo>
                    <a:pt x="13" y="10"/>
                    <a:pt x="14" y="11"/>
                    <a:pt x="13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4" name="Freeform 449">
              <a:extLst>
                <a:ext uri="{FF2B5EF4-FFF2-40B4-BE49-F238E27FC236}">
                  <a16:creationId xmlns:a16="http://schemas.microsoft.com/office/drawing/2014/main" id="{86D70F90-9B94-417A-886F-7D15F9C30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771"/>
              <a:ext cx="125" cy="135"/>
            </a:xfrm>
            <a:custGeom>
              <a:avLst/>
              <a:gdLst>
                <a:gd name="T0" fmla="*/ 270 w 83"/>
                <a:gd name="T1" fmla="*/ 268 h 84"/>
                <a:gd name="T2" fmla="*/ 149 w 83"/>
                <a:gd name="T3" fmla="*/ 82 h 84"/>
                <a:gd name="T4" fmla="*/ 93 w 83"/>
                <a:gd name="T5" fmla="*/ 0 h 84"/>
                <a:gd name="T6" fmla="*/ 0 w 83"/>
                <a:gd name="T7" fmla="*/ 8 h 84"/>
                <a:gd name="T8" fmla="*/ 68 w 83"/>
                <a:gd name="T9" fmla="*/ 103 h 84"/>
                <a:gd name="T10" fmla="*/ 196 w 83"/>
                <a:gd name="T11" fmla="*/ 294 h 84"/>
                <a:gd name="T12" fmla="*/ 242 w 83"/>
                <a:gd name="T13" fmla="*/ 333 h 84"/>
                <a:gd name="T14" fmla="*/ 270 w 83"/>
                <a:gd name="T15" fmla="*/ 307 h 84"/>
                <a:gd name="T16" fmla="*/ 270 w 83"/>
                <a:gd name="T17" fmla="*/ 268 h 84"/>
                <a:gd name="T18" fmla="*/ 270 w 83"/>
                <a:gd name="T19" fmla="*/ 268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84">
                  <a:moveTo>
                    <a:pt x="79" y="65"/>
                  </a:moveTo>
                  <a:cubicBezTo>
                    <a:pt x="79" y="65"/>
                    <a:pt x="52" y="30"/>
                    <a:pt x="44" y="20"/>
                  </a:cubicBezTo>
                  <a:cubicBezTo>
                    <a:pt x="41" y="16"/>
                    <a:pt x="34" y="8"/>
                    <a:pt x="27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67" y="84"/>
                    <a:pt x="69" y="82"/>
                    <a:pt x="71" y="80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83" y="70"/>
                    <a:pt x="81" y="68"/>
                    <a:pt x="79" y="65"/>
                  </a:cubicBezTo>
                  <a:cubicBezTo>
                    <a:pt x="79" y="65"/>
                    <a:pt x="79" y="65"/>
                    <a:pt x="79" y="6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5" name="Freeform 450">
              <a:extLst>
                <a:ext uri="{FF2B5EF4-FFF2-40B4-BE49-F238E27FC236}">
                  <a16:creationId xmlns:a16="http://schemas.microsoft.com/office/drawing/2014/main" id="{A11C4762-0FB6-416E-888E-3B7547923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3650"/>
              <a:ext cx="82" cy="208"/>
            </a:xfrm>
            <a:custGeom>
              <a:avLst/>
              <a:gdLst>
                <a:gd name="T0" fmla="*/ 15 w 55"/>
                <a:gd name="T1" fmla="*/ 520 h 130"/>
                <a:gd name="T2" fmla="*/ 6 w 55"/>
                <a:gd name="T3" fmla="*/ 477 h 130"/>
                <a:gd name="T4" fmla="*/ 69 w 55"/>
                <a:gd name="T5" fmla="*/ 197 h 130"/>
                <a:gd name="T6" fmla="*/ 103 w 55"/>
                <a:gd name="T7" fmla="*/ 35 h 130"/>
                <a:gd name="T8" fmla="*/ 136 w 55"/>
                <a:gd name="T9" fmla="*/ 5 h 130"/>
                <a:gd name="T10" fmla="*/ 167 w 55"/>
                <a:gd name="T11" fmla="*/ 13 h 130"/>
                <a:gd name="T12" fmla="*/ 173 w 55"/>
                <a:gd name="T13" fmla="*/ 74 h 130"/>
                <a:gd name="T14" fmla="*/ 107 w 55"/>
                <a:gd name="T15" fmla="*/ 374 h 130"/>
                <a:gd name="T16" fmla="*/ 81 w 55"/>
                <a:gd name="T17" fmla="*/ 486 h 130"/>
                <a:gd name="T18" fmla="*/ 54 w 55"/>
                <a:gd name="T19" fmla="*/ 528 h 130"/>
                <a:gd name="T20" fmla="*/ 15 w 55"/>
                <a:gd name="T21" fmla="*/ 520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130">
                  <a:moveTo>
                    <a:pt x="5" y="127"/>
                  </a:moveTo>
                  <a:cubicBezTo>
                    <a:pt x="1" y="126"/>
                    <a:pt x="0" y="121"/>
                    <a:pt x="2" y="116"/>
                  </a:cubicBezTo>
                  <a:cubicBezTo>
                    <a:pt x="2" y="116"/>
                    <a:pt x="17" y="63"/>
                    <a:pt x="21" y="48"/>
                  </a:cubicBezTo>
                  <a:cubicBezTo>
                    <a:pt x="25" y="33"/>
                    <a:pt x="31" y="9"/>
                    <a:pt x="31" y="9"/>
                  </a:cubicBezTo>
                  <a:cubicBezTo>
                    <a:pt x="32" y="4"/>
                    <a:pt x="36" y="0"/>
                    <a:pt x="41" y="1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4" y="4"/>
                    <a:pt x="55" y="9"/>
                    <a:pt x="52" y="18"/>
                  </a:cubicBezTo>
                  <a:cubicBezTo>
                    <a:pt x="52" y="18"/>
                    <a:pt x="37" y="73"/>
                    <a:pt x="32" y="91"/>
                  </a:cubicBezTo>
                  <a:cubicBezTo>
                    <a:pt x="27" y="109"/>
                    <a:pt x="24" y="119"/>
                    <a:pt x="24" y="119"/>
                  </a:cubicBezTo>
                  <a:cubicBezTo>
                    <a:pt x="23" y="124"/>
                    <a:pt x="20" y="130"/>
                    <a:pt x="16" y="129"/>
                  </a:cubicBezTo>
                  <a:lnTo>
                    <a:pt x="5" y="127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6" name="Freeform 451">
              <a:extLst>
                <a:ext uri="{FF2B5EF4-FFF2-40B4-BE49-F238E27FC236}">
                  <a16:creationId xmlns:a16="http://schemas.microsoft.com/office/drawing/2014/main" id="{29682609-72E4-45FC-A840-9D042F959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3858"/>
              <a:ext cx="70" cy="172"/>
            </a:xfrm>
            <a:custGeom>
              <a:avLst/>
              <a:gdLst>
                <a:gd name="T0" fmla="*/ 76 w 47"/>
                <a:gd name="T1" fmla="*/ 436 h 108"/>
                <a:gd name="T2" fmla="*/ 106 w 47"/>
                <a:gd name="T3" fmla="*/ 266 h 108"/>
                <a:gd name="T4" fmla="*/ 153 w 47"/>
                <a:gd name="T5" fmla="*/ 48 h 108"/>
                <a:gd name="T6" fmla="*/ 136 w 47"/>
                <a:gd name="T7" fmla="*/ 13 h 108"/>
                <a:gd name="T8" fmla="*/ 103 w 47"/>
                <a:gd name="T9" fmla="*/ 5 h 108"/>
                <a:gd name="T10" fmla="*/ 73 w 47"/>
                <a:gd name="T11" fmla="*/ 48 h 108"/>
                <a:gd name="T12" fmla="*/ 15 w 47"/>
                <a:gd name="T13" fmla="*/ 339 h 108"/>
                <a:gd name="T14" fmla="*/ 0 w 47"/>
                <a:gd name="T15" fmla="*/ 436 h 108"/>
                <a:gd name="T16" fmla="*/ 76 w 47"/>
                <a:gd name="T17" fmla="*/ 436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08">
                  <a:moveTo>
                    <a:pt x="23" y="108"/>
                  </a:moveTo>
                  <a:cubicBezTo>
                    <a:pt x="26" y="98"/>
                    <a:pt x="29" y="80"/>
                    <a:pt x="32" y="66"/>
                  </a:cubicBezTo>
                  <a:cubicBezTo>
                    <a:pt x="38" y="44"/>
                    <a:pt x="46" y="12"/>
                    <a:pt x="46" y="12"/>
                  </a:cubicBezTo>
                  <a:cubicBezTo>
                    <a:pt x="47" y="6"/>
                    <a:pt x="45" y="4"/>
                    <a:pt x="41" y="3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8" y="0"/>
                    <a:pt x="25" y="2"/>
                    <a:pt x="22" y="12"/>
                  </a:cubicBezTo>
                  <a:cubicBezTo>
                    <a:pt x="22" y="12"/>
                    <a:pt x="11" y="59"/>
                    <a:pt x="5" y="84"/>
                  </a:cubicBezTo>
                  <a:cubicBezTo>
                    <a:pt x="3" y="96"/>
                    <a:pt x="1" y="104"/>
                    <a:pt x="0" y="108"/>
                  </a:cubicBezTo>
                  <a:lnTo>
                    <a:pt x="23" y="108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7" name="Freeform 452">
              <a:extLst>
                <a:ext uri="{FF2B5EF4-FFF2-40B4-BE49-F238E27FC236}">
                  <a16:creationId xmlns:a16="http://schemas.microsoft.com/office/drawing/2014/main" id="{1E08D481-E617-4AA5-92F1-40E282018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3444"/>
              <a:ext cx="91" cy="207"/>
            </a:xfrm>
            <a:custGeom>
              <a:avLst/>
              <a:gdLst>
                <a:gd name="T0" fmla="*/ 15 w 61"/>
                <a:gd name="T1" fmla="*/ 510 h 130"/>
                <a:gd name="T2" fmla="*/ 9 w 61"/>
                <a:gd name="T3" fmla="*/ 449 h 130"/>
                <a:gd name="T4" fmla="*/ 42 w 61"/>
                <a:gd name="T5" fmla="*/ 326 h 130"/>
                <a:gd name="T6" fmla="*/ 121 w 61"/>
                <a:gd name="T7" fmla="*/ 46 h 130"/>
                <a:gd name="T8" fmla="*/ 154 w 61"/>
                <a:gd name="T9" fmla="*/ 5 h 130"/>
                <a:gd name="T10" fmla="*/ 182 w 61"/>
                <a:gd name="T11" fmla="*/ 16 h 130"/>
                <a:gd name="T12" fmla="*/ 195 w 61"/>
                <a:gd name="T13" fmla="*/ 53 h 130"/>
                <a:gd name="T14" fmla="*/ 136 w 61"/>
                <a:gd name="T15" fmla="*/ 266 h 130"/>
                <a:gd name="T16" fmla="*/ 87 w 61"/>
                <a:gd name="T17" fmla="*/ 471 h 130"/>
                <a:gd name="T18" fmla="*/ 49 w 61"/>
                <a:gd name="T19" fmla="*/ 519 h 130"/>
                <a:gd name="T20" fmla="*/ 15 w 61"/>
                <a:gd name="T21" fmla="*/ 510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30">
                  <a:moveTo>
                    <a:pt x="5" y="126"/>
                  </a:moveTo>
                  <a:cubicBezTo>
                    <a:pt x="2" y="125"/>
                    <a:pt x="0" y="121"/>
                    <a:pt x="3" y="111"/>
                  </a:cubicBezTo>
                  <a:cubicBezTo>
                    <a:pt x="3" y="111"/>
                    <a:pt x="5" y="105"/>
                    <a:pt x="13" y="81"/>
                  </a:cubicBezTo>
                  <a:cubicBezTo>
                    <a:pt x="21" y="58"/>
                    <a:pt x="36" y="11"/>
                    <a:pt x="36" y="11"/>
                  </a:cubicBezTo>
                  <a:cubicBezTo>
                    <a:pt x="39" y="2"/>
                    <a:pt x="42" y="0"/>
                    <a:pt x="46" y="1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9" y="5"/>
                    <a:pt x="61" y="8"/>
                    <a:pt x="59" y="13"/>
                  </a:cubicBezTo>
                  <a:cubicBezTo>
                    <a:pt x="59" y="13"/>
                    <a:pt x="48" y="45"/>
                    <a:pt x="41" y="66"/>
                  </a:cubicBezTo>
                  <a:cubicBezTo>
                    <a:pt x="34" y="88"/>
                    <a:pt x="26" y="117"/>
                    <a:pt x="26" y="117"/>
                  </a:cubicBezTo>
                  <a:cubicBezTo>
                    <a:pt x="22" y="128"/>
                    <a:pt x="18" y="130"/>
                    <a:pt x="15" y="129"/>
                  </a:cubicBezTo>
                  <a:lnTo>
                    <a:pt x="5" y="12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8" name="Freeform 453">
              <a:extLst>
                <a:ext uri="{FF2B5EF4-FFF2-40B4-BE49-F238E27FC236}">
                  <a16:creationId xmlns:a16="http://schemas.microsoft.com/office/drawing/2014/main" id="{53DAB0E8-1F5A-42EB-AE75-FB710E7A3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065"/>
              <a:ext cx="125" cy="195"/>
            </a:xfrm>
            <a:custGeom>
              <a:avLst/>
              <a:gdLst>
                <a:gd name="T0" fmla="*/ 265 w 83"/>
                <a:gd name="T1" fmla="*/ 26 h 122"/>
                <a:gd name="T2" fmla="*/ 256 w 83"/>
                <a:gd name="T3" fmla="*/ 102 h 122"/>
                <a:gd name="T4" fmla="*/ 157 w 83"/>
                <a:gd name="T5" fmla="*/ 308 h 122"/>
                <a:gd name="T6" fmla="*/ 89 w 83"/>
                <a:gd name="T7" fmla="*/ 457 h 122"/>
                <a:gd name="T8" fmla="*/ 45 w 83"/>
                <a:gd name="T9" fmla="*/ 491 h 122"/>
                <a:gd name="T10" fmla="*/ 18 w 83"/>
                <a:gd name="T11" fmla="*/ 470 h 122"/>
                <a:gd name="T12" fmla="*/ 12 w 83"/>
                <a:gd name="T13" fmla="*/ 430 h 122"/>
                <a:gd name="T14" fmla="*/ 102 w 83"/>
                <a:gd name="T15" fmla="*/ 219 h 122"/>
                <a:gd name="T16" fmla="*/ 205 w 83"/>
                <a:gd name="T17" fmla="*/ 21 h 122"/>
                <a:gd name="T18" fmla="*/ 236 w 83"/>
                <a:gd name="T19" fmla="*/ 5 h 122"/>
                <a:gd name="T20" fmla="*/ 265 w 83"/>
                <a:gd name="T21" fmla="*/ 26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122">
                  <a:moveTo>
                    <a:pt x="78" y="6"/>
                  </a:moveTo>
                  <a:cubicBezTo>
                    <a:pt x="81" y="8"/>
                    <a:pt x="83" y="11"/>
                    <a:pt x="75" y="25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22" y="119"/>
                    <a:pt x="17" y="122"/>
                    <a:pt x="13" y="120"/>
                  </a:cubicBezTo>
                  <a:cubicBezTo>
                    <a:pt x="5" y="115"/>
                    <a:pt x="5" y="115"/>
                    <a:pt x="5" y="115"/>
                  </a:cubicBezTo>
                  <a:cubicBezTo>
                    <a:pt x="1" y="113"/>
                    <a:pt x="0" y="110"/>
                    <a:pt x="3" y="105"/>
                  </a:cubicBezTo>
                  <a:cubicBezTo>
                    <a:pt x="3" y="105"/>
                    <a:pt x="24" y="65"/>
                    <a:pt x="30" y="54"/>
                  </a:cubicBezTo>
                  <a:cubicBezTo>
                    <a:pt x="36" y="43"/>
                    <a:pt x="60" y="5"/>
                    <a:pt x="60" y="5"/>
                  </a:cubicBezTo>
                  <a:cubicBezTo>
                    <a:pt x="63" y="0"/>
                    <a:pt x="66" y="0"/>
                    <a:pt x="69" y="1"/>
                  </a:cubicBezTo>
                  <a:lnTo>
                    <a:pt x="78" y="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49" name="Freeform 454">
              <a:extLst>
                <a:ext uri="{FF2B5EF4-FFF2-40B4-BE49-F238E27FC236}">
                  <a16:creationId xmlns:a16="http://schemas.microsoft.com/office/drawing/2014/main" id="{EB219B02-526A-42CD-8BFF-A7B30B2E7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3250"/>
              <a:ext cx="114" cy="202"/>
            </a:xfrm>
            <a:custGeom>
              <a:avLst/>
              <a:gdLst>
                <a:gd name="T0" fmla="*/ 237 w 76"/>
                <a:gd name="T1" fmla="*/ 26 h 126"/>
                <a:gd name="T2" fmla="*/ 234 w 76"/>
                <a:gd name="T3" fmla="*/ 103 h 126"/>
                <a:gd name="T4" fmla="*/ 147 w 76"/>
                <a:gd name="T5" fmla="*/ 321 h 126"/>
                <a:gd name="T6" fmla="*/ 89 w 76"/>
                <a:gd name="T7" fmla="*/ 473 h 126"/>
                <a:gd name="T8" fmla="*/ 48 w 76"/>
                <a:gd name="T9" fmla="*/ 511 h 126"/>
                <a:gd name="T10" fmla="*/ 18 w 76"/>
                <a:gd name="T11" fmla="*/ 494 h 126"/>
                <a:gd name="T12" fmla="*/ 12 w 76"/>
                <a:gd name="T13" fmla="*/ 452 h 126"/>
                <a:gd name="T14" fmla="*/ 89 w 76"/>
                <a:gd name="T15" fmla="*/ 234 h 126"/>
                <a:gd name="T16" fmla="*/ 174 w 76"/>
                <a:gd name="T17" fmla="*/ 26 h 126"/>
                <a:gd name="T18" fmla="*/ 207 w 76"/>
                <a:gd name="T19" fmla="*/ 5 h 126"/>
                <a:gd name="T20" fmla="*/ 237 w 76"/>
                <a:gd name="T21" fmla="*/ 26 h 1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126">
                  <a:moveTo>
                    <a:pt x="70" y="6"/>
                  </a:moveTo>
                  <a:cubicBezTo>
                    <a:pt x="73" y="7"/>
                    <a:pt x="76" y="10"/>
                    <a:pt x="69" y="25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3" y="122"/>
                    <a:pt x="18" y="126"/>
                    <a:pt x="14" y="124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2" y="118"/>
                    <a:pt x="0" y="115"/>
                    <a:pt x="3" y="110"/>
                  </a:cubicBezTo>
                  <a:cubicBezTo>
                    <a:pt x="3" y="110"/>
                    <a:pt x="20" y="69"/>
                    <a:pt x="26" y="57"/>
                  </a:cubicBezTo>
                  <a:cubicBezTo>
                    <a:pt x="31" y="45"/>
                    <a:pt x="51" y="6"/>
                    <a:pt x="51" y="6"/>
                  </a:cubicBezTo>
                  <a:cubicBezTo>
                    <a:pt x="54" y="0"/>
                    <a:pt x="57" y="0"/>
                    <a:pt x="61" y="1"/>
                  </a:cubicBezTo>
                  <a:lnTo>
                    <a:pt x="70" y="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0" name="Freeform 455">
              <a:extLst>
                <a:ext uri="{FF2B5EF4-FFF2-40B4-BE49-F238E27FC236}">
                  <a16:creationId xmlns:a16="http://schemas.microsoft.com/office/drawing/2014/main" id="{678D2EC0-BAD2-489A-B2C1-83ABE3E6C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697"/>
              <a:ext cx="112" cy="200"/>
            </a:xfrm>
            <a:custGeom>
              <a:avLst/>
              <a:gdLst>
                <a:gd name="T0" fmla="*/ 236 w 75"/>
                <a:gd name="T1" fmla="*/ 26 h 125"/>
                <a:gd name="T2" fmla="*/ 240 w 75"/>
                <a:gd name="T3" fmla="*/ 74 h 125"/>
                <a:gd name="T4" fmla="*/ 134 w 75"/>
                <a:gd name="T5" fmla="*/ 328 h 125"/>
                <a:gd name="T6" fmla="*/ 76 w 75"/>
                <a:gd name="T7" fmla="*/ 477 h 125"/>
                <a:gd name="T8" fmla="*/ 36 w 75"/>
                <a:gd name="T9" fmla="*/ 499 h 125"/>
                <a:gd name="T10" fmla="*/ 9 w 75"/>
                <a:gd name="T11" fmla="*/ 483 h 125"/>
                <a:gd name="T12" fmla="*/ 13 w 75"/>
                <a:gd name="T13" fmla="*/ 422 h 125"/>
                <a:gd name="T14" fmla="*/ 127 w 75"/>
                <a:gd name="T15" fmla="*/ 149 h 125"/>
                <a:gd name="T16" fmla="*/ 169 w 75"/>
                <a:gd name="T17" fmla="*/ 42 h 125"/>
                <a:gd name="T18" fmla="*/ 203 w 75"/>
                <a:gd name="T19" fmla="*/ 8 h 125"/>
                <a:gd name="T20" fmla="*/ 236 w 75"/>
                <a:gd name="T21" fmla="*/ 26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25">
                  <a:moveTo>
                    <a:pt x="71" y="6"/>
                  </a:moveTo>
                  <a:cubicBezTo>
                    <a:pt x="75" y="8"/>
                    <a:pt x="75" y="12"/>
                    <a:pt x="72" y="18"/>
                  </a:cubicBezTo>
                  <a:cubicBezTo>
                    <a:pt x="72" y="18"/>
                    <a:pt x="48" y="66"/>
                    <a:pt x="40" y="80"/>
                  </a:cubicBezTo>
                  <a:cubicBezTo>
                    <a:pt x="33" y="94"/>
                    <a:pt x="23" y="116"/>
                    <a:pt x="23" y="116"/>
                  </a:cubicBezTo>
                  <a:cubicBezTo>
                    <a:pt x="21" y="122"/>
                    <a:pt x="16" y="125"/>
                    <a:pt x="11" y="122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0" y="117"/>
                    <a:pt x="0" y="112"/>
                    <a:pt x="4" y="103"/>
                  </a:cubicBezTo>
                  <a:cubicBezTo>
                    <a:pt x="4" y="103"/>
                    <a:pt x="29" y="53"/>
                    <a:pt x="38" y="36"/>
                  </a:cubicBezTo>
                  <a:cubicBezTo>
                    <a:pt x="47" y="19"/>
                    <a:pt x="51" y="10"/>
                    <a:pt x="51" y="10"/>
                  </a:cubicBezTo>
                  <a:cubicBezTo>
                    <a:pt x="54" y="5"/>
                    <a:pt x="58" y="0"/>
                    <a:pt x="61" y="2"/>
                  </a:cubicBezTo>
                  <a:lnTo>
                    <a:pt x="71" y="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1" name="Freeform 456">
              <a:extLst>
                <a:ext uri="{FF2B5EF4-FFF2-40B4-BE49-F238E27FC236}">
                  <a16:creationId xmlns:a16="http://schemas.microsoft.com/office/drawing/2014/main" id="{0C54156A-CB45-497B-83CC-BFDE8C8F7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489"/>
              <a:ext cx="60" cy="211"/>
            </a:xfrm>
            <a:custGeom>
              <a:avLst/>
              <a:gdLst>
                <a:gd name="T0" fmla="*/ 116 w 40"/>
                <a:gd name="T1" fmla="*/ 8 h 132"/>
                <a:gd name="T2" fmla="*/ 134 w 40"/>
                <a:gd name="T3" fmla="*/ 67 h 132"/>
                <a:gd name="T4" fmla="*/ 116 w 40"/>
                <a:gd name="T5" fmla="*/ 192 h 132"/>
                <a:gd name="T6" fmla="*/ 86 w 40"/>
                <a:gd name="T7" fmla="*/ 491 h 132"/>
                <a:gd name="T8" fmla="*/ 59 w 40"/>
                <a:gd name="T9" fmla="*/ 539 h 132"/>
                <a:gd name="T10" fmla="*/ 26 w 40"/>
                <a:gd name="T11" fmla="*/ 531 h 132"/>
                <a:gd name="T12" fmla="*/ 5 w 40"/>
                <a:gd name="T13" fmla="*/ 499 h 132"/>
                <a:gd name="T14" fmla="*/ 32 w 40"/>
                <a:gd name="T15" fmla="*/ 273 h 132"/>
                <a:gd name="T16" fmla="*/ 53 w 40"/>
                <a:gd name="T17" fmla="*/ 56 h 132"/>
                <a:gd name="T18" fmla="*/ 81 w 40"/>
                <a:gd name="T19" fmla="*/ 0 h 132"/>
                <a:gd name="T20" fmla="*/ 116 w 40"/>
                <a:gd name="T21" fmla="*/ 8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32">
                  <a:moveTo>
                    <a:pt x="34" y="2"/>
                  </a:moveTo>
                  <a:cubicBezTo>
                    <a:pt x="38" y="2"/>
                    <a:pt x="40" y="5"/>
                    <a:pt x="39" y="16"/>
                  </a:cubicBezTo>
                  <a:cubicBezTo>
                    <a:pt x="39" y="16"/>
                    <a:pt x="38" y="22"/>
                    <a:pt x="34" y="47"/>
                  </a:cubicBezTo>
                  <a:cubicBezTo>
                    <a:pt x="31" y="71"/>
                    <a:pt x="25" y="120"/>
                    <a:pt x="25" y="120"/>
                  </a:cubicBezTo>
                  <a:cubicBezTo>
                    <a:pt x="23" y="130"/>
                    <a:pt x="21" y="132"/>
                    <a:pt x="17" y="132"/>
                  </a:cubicBezTo>
                  <a:cubicBezTo>
                    <a:pt x="7" y="130"/>
                    <a:pt x="7" y="130"/>
                    <a:pt x="7" y="130"/>
                  </a:cubicBezTo>
                  <a:cubicBezTo>
                    <a:pt x="3" y="130"/>
                    <a:pt x="0" y="128"/>
                    <a:pt x="1" y="122"/>
                  </a:cubicBezTo>
                  <a:cubicBezTo>
                    <a:pt x="1" y="122"/>
                    <a:pt x="6" y="89"/>
                    <a:pt x="9" y="67"/>
                  </a:cubicBezTo>
                  <a:cubicBezTo>
                    <a:pt x="12" y="44"/>
                    <a:pt x="15" y="14"/>
                    <a:pt x="15" y="14"/>
                  </a:cubicBezTo>
                  <a:cubicBezTo>
                    <a:pt x="17" y="3"/>
                    <a:pt x="20" y="0"/>
                    <a:pt x="24" y="0"/>
                  </a:cubicBezTo>
                  <a:lnTo>
                    <a:pt x="34" y="2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2" name="Freeform 457">
              <a:extLst>
                <a:ext uri="{FF2B5EF4-FFF2-40B4-BE49-F238E27FC236}">
                  <a16:creationId xmlns:a16="http://schemas.microsoft.com/office/drawing/2014/main" id="{62921B97-6E49-4C7A-8E5E-7F972BDB4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887"/>
              <a:ext cx="118" cy="187"/>
            </a:xfrm>
            <a:custGeom>
              <a:avLst/>
              <a:gdLst>
                <a:gd name="T0" fmla="*/ 243 w 79"/>
                <a:gd name="T1" fmla="*/ 29 h 117"/>
                <a:gd name="T2" fmla="*/ 236 w 79"/>
                <a:gd name="T3" fmla="*/ 107 h 117"/>
                <a:gd name="T4" fmla="*/ 154 w 79"/>
                <a:gd name="T5" fmla="*/ 289 h 117"/>
                <a:gd name="T6" fmla="*/ 82 w 79"/>
                <a:gd name="T7" fmla="*/ 444 h 117"/>
                <a:gd name="T8" fmla="*/ 46 w 79"/>
                <a:gd name="T9" fmla="*/ 470 h 117"/>
                <a:gd name="T10" fmla="*/ 15 w 79"/>
                <a:gd name="T11" fmla="*/ 449 h 117"/>
                <a:gd name="T12" fmla="*/ 9 w 79"/>
                <a:gd name="T13" fmla="*/ 409 h 117"/>
                <a:gd name="T14" fmla="*/ 100 w 79"/>
                <a:gd name="T15" fmla="*/ 217 h 117"/>
                <a:gd name="T16" fmla="*/ 181 w 79"/>
                <a:gd name="T17" fmla="*/ 26 h 117"/>
                <a:gd name="T18" fmla="*/ 217 w 79"/>
                <a:gd name="T19" fmla="*/ 8 h 117"/>
                <a:gd name="T20" fmla="*/ 243 w 79"/>
                <a:gd name="T21" fmla="*/ 29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117">
                  <a:moveTo>
                    <a:pt x="73" y="7"/>
                  </a:moveTo>
                  <a:cubicBezTo>
                    <a:pt x="77" y="9"/>
                    <a:pt x="79" y="11"/>
                    <a:pt x="71" y="26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25" y="109"/>
                    <a:pt x="25" y="109"/>
                    <a:pt x="25" y="109"/>
                  </a:cubicBezTo>
                  <a:cubicBezTo>
                    <a:pt x="23" y="114"/>
                    <a:pt x="17" y="117"/>
                    <a:pt x="14" y="115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2" y="109"/>
                    <a:pt x="0" y="105"/>
                    <a:pt x="3" y="100"/>
                  </a:cubicBezTo>
                  <a:cubicBezTo>
                    <a:pt x="3" y="100"/>
                    <a:pt x="24" y="64"/>
                    <a:pt x="30" y="53"/>
                  </a:cubicBezTo>
                  <a:cubicBezTo>
                    <a:pt x="36" y="41"/>
                    <a:pt x="54" y="6"/>
                    <a:pt x="54" y="6"/>
                  </a:cubicBezTo>
                  <a:cubicBezTo>
                    <a:pt x="57" y="1"/>
                    <a:pt x="61" y="0"/>
                    <a:pt x="65" y="2"/>
                  </a:cubicBezTo>
                  <a:lnTo>
                    <a:pt x="73" y="7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3" name="Freeform 458">
              <a:extLst>
                <a:ext uri="{FF2B5EF4-FFF2-40B4-BE49-F238E27FC236}">
                  <a16:creationId xmlns:a16="http://schemas.microsoft.com/office/drawing/2014/main" id="{1747C047-5195-4606-B2FA-6B680FE69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277"/>
              <a:ext cx="59" cy="211"/>
            </a:xfrm>
            <a:custGeom>
              <a:avLst/>
              <a:gdLst>
                <a:gd name="T0" fmla="*/ 80 w 39"/>
                <a:gd name="T1" fmla="*/ 539 h 132"/>
                <a:gd name="T2" fmla="*/ 48 w 39"/>
                <a:gd name="T3" fmla="*/ 470 h 132"/>
                <a:gd name="T4" fmla="*/ 21 w 39"/>
                <a:gd name="T5" fmla="*/ 232 h 132"/>
                <a:gd name="T6" fmla="*/ 5 w 39"/>
                <a:gd name="T7" fmla="*/ 67 h 132"/>
                <a:gd name="T8" fmla="*/ 21 w 39"/>
                <a:gd name="T9" fmla="*/ 8 h 132"/>
                <a:gd name="T10" fmla="*/ 53 w 39"/>
                <a:gd name="T11" fmla="*/ 5 h 132"/>
                <a:gd name="T12" fmla="*/ 80 w 39"/>
                <a:gd name="T13" fmla="*/ 34 h 132"/>
                <a:gd name="T14" fmla="*/ 110 w 39"/>
                <a:gd name="T15" fmla="*/ 265 h 132"/>
                <a:gd name="T16" fmla="*/ 130 w 39"/>
                <a:gd name="T17" fmla="*/ 499 h 132"/>
                <a:gd name="T18" fmla="*/ 115 w 39"/>
                <a:gd name="T19" fmla="*/ 531 h 132"/>
                <a:gd name="T20" fmla="*/ 80 w 39"/>
                <a:gd name="T21" fmla="*/ 539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132">
                  <a:moveTo>
                    <a:pt x="23" y="132"/>
                  </a:moveTo>
                  <a:cubicBezTo>
                    <a:pt x="19" y="132"/>
                    <a:pt x="16" y="131"/>
                    <a:pt x="14" y="115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8"/>
                    <a:pt x="2" y="2"/>
                    <a:pt x="6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9" y="0"/>
                    <a:pt x="23" y="2"/>
                    <a:pt x="23" y="8"/>
                  </a:cubicBezTo>
                  <a:cubicBezTo>
                    <a:pt x="23" y="8"/>
                    <a:pt x="31" y="52"/>
                    <a:pt x="32" y="65"/>
                  </a:cubicBezTo>
                  <a:cubicBezTo>
                    <a:pt x="34" y="77"/>
                    <a:pt x="38" y="122"/>
                    <a:pt x="38" y="122"/>
                  </a:cubicBezTo>
                  <a:cubicBezTo>
                    <a:pt x="39" y="128"/>
                    <a:pt x="37" y="130"/>
                    <a:pt x="33" y="130"/>
                  </a:cubicBezTo>
                  <a:lnTo>
                    <a:pt x="23" y="132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4" name="Freeform 459">
              <a:extLst>
                <a:ext uri="{FF2B5EF4-FFF2-40B4-BE49-F238E27FC236}">
                  <a16:creationId xmlns:a16="http://schemas.microsoft.com/office/drawing/2014/main" id="{4ED417DF-29D5-402C-B6B4-27FC3B82E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077"/>
              <a:ext cx="104" cy="203"/>
            </a:xfrm>
            <a:custGeom>
              <a:avLst/>
              <a:gdLst>
                <a:gd name="T0" fmla="*/ 184 w 69"/>
                <a:gd name="T1" fmla="*/ 513 h 127"/>
                <a:gd name="T2" fmla="*/ 140 w 69"/>
                <a:gd name="T3" fmla="*/ 457 h 127"/>
                <a:gd name="T4" fmla="*/ 66 w 69"/>
                <a:gd name="T5" fmla="*/ 232 h 127"/>
                <a:gd name="T6" fmla="*/ 12 w 69"/>
                <a:gd name="T7" fmla="*/ 82 h 127"/>
                <a:gd name="T8" fmla="*/ 14 w 69"/>
                <a:gd name="T9" fmla="*/ 21 h 127"/>
                <a:gd name="T10" fmla="*/ 45 w 69"/>
                <a:gd name="T11" fmla="*/ 5 h 127"/>
                <a:gd name="T12" fmla="*/ 80 w 69"/>
                <a:gd name="T13" fmla="*/ 26 h 127"/>
                <a:gd name="T14" fmla="*/ 157 w 69"/>
                <a:gd name="T15" fmla="*/ 240 h 127"/>
                <a:gd name="T16" fmla="*/ 225 w 69"/>
                <a:gd name="T17" fmla="*/ 457 h 127"/>
                <a:gd name="T18" fmla="*/ 216 w 69"/>
                <a:gd name="T19" fmla="*/ 499 h 127"/>
                <a:gd name="T20" fmla="*/ 184 w 69"/>
                <a:gd name="T21" fmla="*/ 513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127">
                  <a:moveTo>
                    <a:pt x="54" y="126"/>
                  </a:moveTo>
                  <a:cubicBezTo>
                    <a:pt x="51" y="127"/>
                    <a:pt x="47" y="127"/>
                    <a:pt x="41" y="112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13"/>
                    <a:pt x="1" y="6"/>
                    <a:pt x="4" y="5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7" y="0"/>
                    <a:pt x="21" y="0"/>
                    <a:pt x="23" y="6"/>
                  </a:cubicBezTo>
                  <a:cubicBezTo>
                    <a:pt x="23" y="6"/>
                    <a:pt x="41" y="47"/>
                    <a:pt x="46" y="59"/>
                  </a:cubicBezTo>
                  <a:cubicBezTo>
                    <a:pt x="51" y="70"/>
                    <a:pt x="66" y="112"/>
                    <a:pt x="66" y="112"/>
                  </a:cubicBezTo>
                  <a:cubicBezTo>
                    <a:pt x="69" y="118"/>
                    <a:pt x="67" y="121"/>
                    <a:pt x="63" y="122"/>
                  </a:cubicBezTo>
                  <a:lnTo>
                    <a:pt x="54" y="12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5" name="Freeform 460">
              <a:extLst>
                <a:ext uri="{FF2B5EF4-FFF2-40B4-BE49-F238E27FC236}">
                  <a16:creationId xmlns:a16="http://schemas.microsoft.com/office/drawing/2014/main" id="{868299C1-2674-41B8-9E85-2F9FBEA5B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894"/>
              <a:ext cx="130" cy="192"/>
            </a:xfrm>
            <a:custGeom>
              <a:avLst/>
              <a:gdLst>
                <a:gd name="T0" fmla="*/ 248 w 87"/>
                <a:gd name="T1" fmla="*/ 483 h 120"/>
                <a:gd name="T2" fmla="*/ 194 w 87"/>
                <a:gd name="T3" fmla="*/ 435 h 120"/>
                <a:gd name="T4" fmla="*/ 90 w 87"/>
                <a:gd name="T5" fmla="*/ 230 h 120"/>
                <a:gd name="T6" fmla="*/ 15 w 87"/>
                <a:gd name="T7" fmla="*/ 90 h 120"/>
                <a:gd name="T8" fmla="*/ 9 w 87"/>
                <a:gd name="T9" fmla="*/ 29 h 120"/>
                <a:gd name="T10" fmla="*/ 40 w 87"/>
                <a:gd name="T11" fmla="*/ 8 h 120"/>
                <a:gd name="T12" fmla="*/ 73 w 87"/>
                <a:gd name="T13" fmla="*/ 21 h 120"/>
                <a:gd name="T14" fmla="*/ 181 w 87"/>
                <a:gd name="T15" fmla="*/ 218 h 120"/>
                <a:gd name="T16" fmla="*/ 276 w 87"/>
                <a:gd name="T17" fmla="*/ 418 h 120"/>
                <a:gd name="T18" fmla="*/ 275 w 87"/>
                <a:gd name="T19" fmla="*/ 458 h 120"/>
                <a:gd name="T20" fmla="*/ 248 w 87"/>
                <a:gd name="T21" fmla="*/ 483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120">
                  <a:moveTo>
                    <a:pt x="74" y="118"/>
                  </a:moveTo>
                  <a:cubicBezTo>
                    <a:pt x="70" y="120"/>
                    <a:pt x="67" y="120"/>
                    <a:pt x="58" y="10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1" y="15"/>
                    <a:pt x="0" y="9"/>
                    <a:pt x="3" y="7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5" y="0"/>
                    <a:pt x="19" y="0"/>
                    <a:pt x="22" y="5"/>
                  </a:cubicBezTo>
                  <a:cubicBezTo>
                    <a:pt x="22" y="5"/>
                    <a:pt x="47" y="42"/>
                    <a:pt x="54" y="53"/>
                  </a:cubicBezTo>
                  <a:cubicBezTo>
                    <a:pt x="61" y="63"/>
                    <a:pt x="83" y="102"/>
                    <a:pt x="83" y="102"/>
                  </a:cubicBezTo>
                  <a:cubicBezTo>
                    <a:pt x="87" y="107"/>
                    <a:pt x="85" y="110"/>
                    <a:pt x="82" y="112"/>
                  </a:cubicBezTo>
                  <a:lnTo>
                    <a:pt x="74" y="118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6" name="Freeform 461">
              <a:extLst>
                <a:ext uri="{FF2B5EF4-FFF2-40B4-BE49-F238E27FC236}">
                  <a16:creationId xmlns:a16="http://schemas.microsoft.com/office/drawing/2014/main" id="{488F2835-8161-4585-B23B-1F2EEB610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771"/>
              <a:ext cx="127" cy="136"/>
            </a:xfrm>
            <a:custGeom>
              <a:avLst/>
              <a:gdLst>
                <a:gd name="T0" fmla="*/ 154 w 85"/>
                <a:gd name="T1" fmla="*/ 77 h 85"/>
                <a:gd name="T2" fmla="*/ 100 w 85"/>
                <a:gd name="T3" fmla="*/ 0 h 85"/>
                <a:gd name="T4" fmla="*/ 0 w 85"/>
                <a:gd name="T5" fmla="*/ 8 h 85"/>
                <a:gd name="T6" fmla="*/ 67 w 85"/>
                <a:gd name="T7" fmla="*/ 107 h 85"/>
                <a:gd name="T8" fmla="*/ 190 w 85"/>
                <a:gd name="T9" fmla="*/ 294 h 85"/>
                <a:gd name="T10" fmla="*/ 244 w 85"/>
                <a:gd name="T11" fmla="*/ 333 h 85"/>
                <a:gd name="T12" fmla="*/ 270 w 85"/>
                <a:gd name="T13" fmla="*/ 307 h 85"/>
                <a:gd name="T14" fmla="*/ 270 w 85"/>
                <a:gd name="T15" fmla="*/ 266 h 85"/>
                <a:gd name="T16" fmla="*/ 154 w 85"/>
                <a:gd name="T17" fmla="*/ 77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85">
                  <a:moveTo>
                    <a:pt x="46" y="19"/>
                  </a:moveTo>
                  <a:cubicBezTo>
                    <a:pt x="43" y="15"/>
                    <a:pt x="36" y="8"/>
                    <a:pt x="3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67" y="85"/>
                    <a:pt x="71" y="84"/>
                    <a:pt x="73" y="81"/>
                  </a:cubicBezTo>
                  <a:cubicBezTo>
                    <a:pt x="81" y="75"/>
                    <a:pt x="81" y="75"/>
                    <a:pt x="81" y="75"/>
                  </a:cubicBezTo>
                  <a:cubicBezTo>
                    <a:pt x="84" y="73"/>
                    <a:pt x="85" y="69"/>
                    <a:pt x="81" y="65"/>
                  </a:cubicBezTo>
                  <a:cubicBezTo>
                    <a:pt x="81" y="65"/>
                    <a:pt x="54" y="29"/>
                    <a:pt x="46" y="1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1" name="artery-endothelial-cell-lining-diagram">
            <a:extLst>
              <a:ext uri="{FF2B5EF4-FFF2-40B4-BE49-F238E27FC236}">
                <a16:creationId xmlns:a16="http://schemas.microsoft.com/office/drawing/2014/main" id="{CD3F1670-1B07-43F1-A696-B068BE68D48F}"/>
              </a:ext>
            </a:extLst>
          </p:cNvPr>
          <p:cNvGrpSpPr>
            <a:grpSpLocks/>
          </p:cNvGrpSpPr>
          <p:nvPr/>
        </p:nvGrpSpPr>
        <p:grpSpPr bwMode="auto">
          <a:xfrm>
            <a:off x="6430963" y="4857750"/>
            <a:ext cx="3676650" cy="1466850"/>
            <a:chOff x="3239" y="3075"/>
            <a:chExt cx="2316" cy="924"/>
          </a:xfrm>
        </p:grpSpPr>
        <p:grpSp>
          <p:nvGrpSpPr>
            <p:cNvPr id="16602" name="Group 1571">
              <a:extLst>
                <a:ext uri="{FF2B5EF4-FFF2-40B4-BE49-F238E27FC236}">
                  <a16:creationId xmlns:a16="http://schemas.microsoft.com/office/drawing/2014/main" id="{851981EE-EEB9-4CC1-A66F-6220AA70C1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41" y="3075"/>
              <a:ext cx="2314" cy="922"/>
              <a:chOff x="3241" y="3075"/>
              <a:chExt cx="2314" cy="922"/>
            </a:xfrm>
          </p:grpSpPr>
          <p:sp>
            <p:nvSpPr>
              <p:cNvPr id="16637" name="Freeform 1371">
                <a:extLst>
                  <a:ext uri="{FF2B5EF4-FFF2-40B4-BE49-F238E27FC236}">
                    <a16:creationId xmlns:a16="http://schemas.microsoft.com/office/drawing/2014/main" id="{94A92B1B-32AC-4E67-98D6-007840DA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086"/>
                <a:ext cx="2298" cy="897"/>
              </a:xfrm>
              <a:custGeom>
                <a:avLst/>
                <a:gdLst>
                  <a:gd name="T0" fmla="*/ 2298 w 2298"/>
                  <a:gd name="T1" fmla="*/ 668 h 897"/>
                  <a:gd name="T2" fmla="*/ 2287 w 2298"/>
                  <a:gd name="T3" fmla="*/ 656 h 897"/>
                  <a:gd name="T4" fmla="*/ 2139 w 2298"/>
                  <a:gd name="T5" fmla="*/ 574 h 897"/>
                  <a:gd name="T6" fmla="*/ 1969 w 2298"/>
                  <a:gd name="T7" fmla="*/ 497 h 897"/>
                  <a:gd name="T8" fmla="*/ 1785 w 2298"/>
                  <a:gd name="T9" fmla="*/ 456 h 897"/>
                  <a:gd name="T10" fmla="*/ 1608 w 2298"/>
                  <a:gd name="T11" fmla="*/ 433 h 897"/>
                  <a:gd name="T12" fmla="*/ 1537 w 2298"/>
                  <a:gd name="T13" fmla="*/ 437 h 897"/>
                  <a:gd name="T14" fmla="*/ 1420 w 2298"/>
                  <a:gd name="T15" fmla="*/ 449 h 897"/>
                  <a:gd name="T16" fmla="*/ 1333 w 2298"/>
                  <a:gd name="T17" fmla="*/ 459 h 897"/>
                  <a:gd name="T18" fmla="*/ 1190 w 2298"/>
                  <a:gd name="T19" fmla="*/ 481 h 897"/>
                  <a:gd name="T20" fmla="*/ 1015 w 2298"/>
                  <a:gd name="T21" fmla="*/ 496 h 897"/>
                  <a:gd name="T22" fmla="*/ 819 w 2298"/>
                  <a:gd name="T23" fmla="*/ 485 h 897"/>
                  <a:gd name="T24" fmla="*/ 629 w 2298"/>
                  <a:gd name="T25" fmla="*/ 425 h 897"/>
                  <a:gd name="T26" fmla="*/ 467 w 2298"/>
                  <a:gd name="T27" fmla="*/ 325 h 897"/>
                  <a:gd name="T28" fmla="*/ 308 w 2298"/>
                  <a:gd name="T29" fmla="*/ 165 h 897"/>
                  <a:gd name="T30" fmla="*/ 191 w 2298"/>
                  <a:gd name="T31" fmla="*/ 0 h 897"/>
                  <a:gd name="T32" fmla="*/ 0 w 2298"/>
                  <a:gd name="T33" fmla="*/ 157 h 897"/>
                  <a:gd name="T34" fmla="*/ 3 w 2298"/>
                  <a:gd name="T35" fmla="*/ 163 h 897"/>
                  <a:gd name="T36" fmla="*/ 214 w 2298"/>
                  <a:gd name="T37" fmla="*/ 432 h 897"/>
                  <a:gd name="T38" fmla="*/ 377 w 2298"/>
                  <a:gd name="T39" fmla="*/ 572 h 897"/>
                  <a:gd name="T40" fmla="*/ 605 w 2298"/>
                  <a:gd name="T41" fmla="*/ 692 h 897"/>
                  <a:gd name="T42" fmla="*/ 832 w 2298"/>
                  <a:gd name="T43" fmla="*/ 739 h 897"/>
                  <a:gd name="T44" fmla="*/ 993 w 2298"/>
                  <a:gd name="T45" fmla="*/ 756 h 897"/>
                  <a:gd name="T46" fmla="*/ 1204 w 2298"/>
                  <a:gd name="T47" fmla="*/ 731 h 897"/>
                  <a:gd name="T48" fmla="*/ 1412 w 2298"/>
                  <a:gd name="T49" fmla="*/ 705 h 897"/>
                  <a:gd name="T50" fmla="*/ 1673 w 2298"/>
                  <a:gd name="T51" fmla="*/ 691 h 897"/>
                  <a:gd name="T52" fmla="*/ 1851 w 2298"/>
                  <a:gd name="T53" fmla="*/ 723 h 897"/>
                  <a:gd name="T54" fmla="*/ 2071 w 2298"/>
                  <a:gd name="T55" fmla="*/ 801 h 897"/>
                  <a:gd name="T56" fmla="*/ 2226 w 2298"/>
                  <a:gd name="T57" fmla="*/ 897 h 897"/>
                  <a:gd name="T58" fmla="*/ 2298 w 2298"/>
                  <a:gd name="T59" fmla="*/ 668 h 89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298" h="897">
                    <a:moveTo>
                      <a:pt x="2298" y="668"/>
                    </a:moveTo>
                    <a:lnTo>
                      <a:pt x="2287" y="656"/>
                    </a:lnTo>
                    <a:lnTo>
                      <a:pt x="2139" y="574"/>
                    </a:lnTo>
                    <a:lnTo>
                      <a:pt x="1969" y="497"/>
                    </a:lnTo>
                    <a:lnTo>
                      <a:pt x="1785" y="456"/>
                    </a:lnTo>
                    <a:lnTo>
                      <a:pt x="1608" y="433"/>
                    </a:lnTo>
                    <a:lnTo>
                      <a:pt x="1537" y="437"/>
                    </a:lnTo>
                    <a:lnTo>
                      <a:pt x="1420" y="449"/>
                    </a:lnTo>
                    <a:lnTo>
                      <a:pt x="1333" y="459"/>
                    </a:lnTo>
                    <a:lnTo>
                      <a:pt x="1190" y="481"/>
                    </a:lnTo>
                    <a:lnTo>
                      <a:pt x="1015" y="496"/>
                    </a:lnTo>
                    <a:lnTo>
                      <a:pt x="819" y="485"/>
                    </a:lnTo>
                    <a:lnTo>
                      <a:pt x="629" y="425"/>
                    </a:lnTo>
                    <a:lnTo>
                      <a:pt x="467" y="325"/>
                    </a:lnTo>
                    <a:lnTo>
                      <a:pt x="308" y="165"/>
                    </a:lnTo>
                    <a:lnTo>
                      <a:pt x="191" y="0"/>
                    </a:lnTo>
                    <a:lnTo>
                      <a:pt x="0" y="157"/>
                    </a:lnTo>
                    <a:lnTo>
                      <a:pt x="3" y="163"/>
                    </a:lnTo>
                    <a:lnTo>
                      <a:pt x="214" y="432"/>
                    </a:lnTo>
                    <a:lnTo>
                      <a:pt x="377" y="572"/>
                    </a:lnTo>
                    <a:lnTo>
                      <a:pt x="605" y="692"/>
                    </a:lnTo>
                    <a:lnTo>
                      <a:pt x="832" y="739"/>
                    </a:lnTo>
                    <a:lnTo>
                      <a:pt x="993" y="756"/>
                    </a:lnTo>
                    <a:lnTo>
                      <a:pt x="1204" y="731"/>
                    </a:lnTo>
                    <a:lnTo>
                      <a:pt x="1412" y="705"/>
                    </a:lnTo>
                    <a:lnTo>
                      <a:pt x="1673" y="691"/>
                    </a:lnTo>
                    <a:lnTo>
                      <a:pt x="1851" y="723"/>
                    </a:lnTo>
                    <a:lnTo>
                      <a:pt x="2071" y="801"/>
                    </a:lnTo>
                    <a:lnTo>
                      <a:pt x="2226" y="897"/>
                    </a:lnTo>
                    <a:lnTo>
                      <a:pt x="2298" y="668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8" name="Freeform 1372">
                <a:extLst>
                  <a:ext uri="{FF2B5EF4-FFF2-40B4-BE49-F238E27FC236}">
                    <a16:creationId xmlns:a16="http://schemas.microsoft.com/office/drawing/2014/main" id="{C2DB8A18-1469-4708-9FE5-353F3825A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3217"/>
                <a:ext cx="151" cy="162"/>
              </a:xfrm>
              <a:custGeom>
                <a:avLst/>
                <a:gdLst>
                  <a:gd name="T0" fmla="*/ 69 w 101"/>
                  <a:gd name="T1" fmla="*/ 26 h 101"/>
                  <a:gd name="T2" fmla="*/ 250 w 101"/>
                  <a:gd name="T3" fmla="*/ 244 h 101"/>
                  <a:gd name="T4" fmla="*/ 317 w 101"/>
                  <a:gd name="T5" fmla="*/ 329 h 101"/>
                  <a:gd name="T6" fmla="*/ 330 w 101"/>
                  <a:gd name="T7" fmla="*/ 371 h 101"/>
                  <a:gd name="T8" fmla="*/ 308 w 101"/>
                  <a:gd name="T9" fmla="*/ 409 h 101"/>
                  <a:gd name="T10" fmla="*/ 277 w 101"/>
                  <a:gd name="T11" fmla="*/ 396 h 101"/>
                  <a:gd name="T12" fmla="*/ 114 w 101"/>
                  <a:gd name="T13" fmla="*/ 191 h 101"/>
                  <a:gd name="T14" fmla="*/ 13 w 101"/>
                  <a:gd name="T15" fmla="*/ 77 h 101"/>
                  <a:gd name="T16" fmla="*/ 9 w 101"/>
                  <a:gd name="T17" fmla="*/ 29 h 101"/>
                  <a:gd name="T18" fmla="*/ 28 w 101"/>
                  <a:gd name="T19" fmla="*/ 5 h 101"/>
                  <a:gd name="T20" fmla="*/ 42 w 101"/>
                  <a:gd name="T21" fmla="*/ 0 h 101"/>
                  <a:gd name="T22" fmla="*/ 69 w 101"/>
                  <a:gd name="T23" fmla="*/ 26 h 101"/>
                  <a:gd name="T24" fmla="*/ 69 w 101"/>
                  <a:gd name="T25" fmla="*/ 26 h 10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1" h="101">
                    <a:moveTo>
                      <a:pt x="21" y="6"/>
                    </a:moveTo>
                    <a:cubicBezTo>
                      <a:pt x="22" y="7"/>
                      <a:pt x="61" y="46"/>
                      <a:pt x="75" y="59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8" y="83"/>
                      <a:pt x="101" y="88"/>
                      <a:pt x="99" y="90"/>
                    </a:cubicBezTo>
                    <a:cubicBezTo>
                      <a:pt x="99" y="90"/>
                      <a:pt x="92" y="99"/>
                      <a:pt x="92" y="99"/>
                    </a:cubicBezTo>
                    <a:cubicBezTo>
                      <a:pt x="90" y="101"/>
                      <a:pt x="86" y="100"/>
                      <a:pt x="83" y="96"/>
                    </a:cubicBezTo>
                    <a:cubicBezTo>
                      <a:pt x="82" y="96"/>
                      <a:pt x="45" y="57"/>
                      <a:pt x="34" y="46"/>
                    </a:cubicBezTo>
                    <a:cubicBezTo>
                      <a:pt x="23" y="35"/>
                      <a:pt x="5" y="19"/>
                      <a:pt x="4" y="19"/>
                    </a:cubicBezTo>
                    <a:cubicBezTo>
                      <a:pt x="0" y="15"/>
                      <a:pt x="0" y="10"/>
                      <a:pt x="3" y="7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12" y="0"/>
                      <a:pt x="13" y="0"/>
                    </a:cubicBezTo>
                    <a:cubicBezTo>
                      <a:pt x="15" y="1"/>
                      <a:pt x="18" y="3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9" name="Freeform 1373">
                <a:extLst>
                  <a:ext uri="{FF2B5EF4-FFF2-40B4-BE49-F238E27FC236}">
                    <a16:creationId xmlns:a16="http://schemas.microsoft.com/office/drawing/2014/main" id="{5D3C7EB5-47C7-4EF1-A547-AA7A54DC0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361"/>
                <a:ext cx="173" cy="138"/>
              </a:xfrm>
              <a:custGeom>
                <a:avLst/>
                <a:gdLst>
                  <a:gd name="T0" fmla="*/ 360 w 115"/>
                  <a:gd name="T1" fmla="*/ 255 h 86"/>
                  <a:gd name="T2" fmla="*/ 387 w 115"/>
                  <a:gd name="T3" fmla="*/ 306 h 86"/>
                  <a:gd name="T4" fmla="*/ 367 w 115"/>
                  <a:gd name="T5" fmla="*/ 340 h 86"/>
                  <a:gd name="T6" fmla="*/ 323 w 115"/>
                  <a:gd name="T7" fmla="*/ 329 h 86"/>
                  <a:gd name="T8" fmla="*/ 238 w 115"/>
                  <a:gd name="T9" fmla="*/ 260 h 86"/>
                  <a:gd name="T10" fmla="*/ 27 w 115"/>
                  <a:gd name="T11" fmla="*/ 90 h 86"/>
                  <a:gd name="T12" fmla="*/ 8 w 115"/>
                  <a:gd name="T13" fmla="*/ 48 h 86"/>
                  <a:gd name="T14" fmla="*/ 26 w 115"/>
                  <a:gd name="T15" fmla="*/ 16 h 86"/>
                  <a:gd name="T16" fmla="*/ 53 w 115"/>
                  <a:gd name="T17" fmla="*/ 8 h 86"/>
                  <a:gd name="T18" fmla="*/ 208 w 115"/>
                  <a:gd name="T19" fmla="*/ 141 h 86"/>
                  <a:gd name="T20" fmla="*/ 360 w 115"/>
                  <a:gd name="T21" fmla="*/ 255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5" h="86">
                    <a:moveTo>
                      <a:pt x="106" y="62"/>
                    </a:moveTo>
                    <a:cubicBezTo>
                      <a:pt x="115" y="68"/>
                      <a:pt x="115" y="72"/>
                      <a:pt x="114" y="74"/>
                    </a:cubicBezTo>
                    <a:cubicBezTo>
                      <a:pt x="108" y="82"/>
                      <a:pt x="108" y="82"/>
                      <a:pt x="108" y="82"/>
                    </a:cubicBezTo>
                    <a:cubicBezTo>
                      <a:pt x="107" y="85"/>
                      <a:pt x="104" y="86"/>
                      <a:pt x="95" y="80"/>
                    </a:cubicBezTo>
                    <a:cubicBezTo>
                      <a:pt x="95" y="80"/>
                      <a:pt x="90" y="77"/>
                      <a:pt x="70" y="63"/>
                    </a:cubicBezTo>
                    <a:cubicBezTo>
                      <a:pt x="49" y="50"/>
                      <a:pt x="9" y="23"/>
                      <a:pt x="8" y="22"/>
                    </a:cubicBezTo>
                    <a:cubicBezTo>
                      <a:pt x="1" y="17"/>
                      <a:pt x="0" y="15"/>
                      <a:pt x="2" y="1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0" y="0"/>
                      <a:pt x="13" y="1"/>
                      <a:pt x="15" y="2"/>
                    </a:cubicBezTo>
                    <a:cubicBezTo>
                      <a:pt x="16" y="2"/>
                      <a:pt x="43" y="21"/>
                      <a:pt x="61" y="34"/>
                    </a:cubicBezTo>
                    <a:cubicBezTo>
                      <a:pt x="80" y="46"/>
                      <a:pt x="106" y="62"/>
                      <a:pt x="106" y="6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0" name="Freeform 1374">
                <a:extLst>
                  <a:ext uri="{FF2B5EF4-FFF2-40B4-BE49-F238E27FC236}">
                    <a16:creationId xmlns:a16="http://schemas.microsoft.com/office/drawing/2014/main" id="{6C7D01E7-67C1-4306-9C6F-0C725E16D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283"/>
                <a:ext cx="30" cy="33"/>
              </a:xfrm>
              <a:custGeom>
                <a:avLst/>
                <a:gdLst>
                  <a:gd name="T0" fmla="*/ 5 w 20"/>
                  <a:gd name="T1" fmla="*/ 8 h 21"/>
                  <a:gd name="T2" fmla="*/ 41 w 20"/>
                  <a:gd name="T3" fmla="*/ 31 h 21"/>
                  <a:gd name="T4" fmla="*/ 62 w 20"/>
                  <a:gd name="T5" fmla="*/ 74 h 21"/>
                  <a:gd name="T6" fmla="*/ 26 w 20"/>
                  <a:gd name="T7" fmla="*/ 49 h 21"/>
                  <a:gd name="T8" fmla="*/ 5 w 20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" y="2"/>
                    </a:moveTo>
                    <a:cubicBezTo>
                      <a:pt x="2" y="0"/>
                      <a:pt x="7" y="3"/>
                      <a:pt x="12" y="8"/>
                    </a:cubicBezTo>
                    <a:cubicBezTo>
                      <a:pt x="17" y="13"/>
                      <a:pt x="20" y="18"/>
                      <a:pt x="18" y="19"/>
                    </a:cubicBezTo>
                    <a:cubicBezTo>
                      <a:pt x="17" y="21"/>
                      <a:pt x="12" y="18"/>
                      <a:pt x="7" y="13"/>
                    </a:cubicBezTo>
                    <a:cubicBezTo>
                      <a:pt x="2" y="8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1" name="Freeform 1375">
                <a:extLst>
                  <a:ext uri="{FF2B5EF4-FFF2-40B4-BE49-F238E27FC236}">
                    <a16:creationId xmlns:a16="http://schemas.microsoft.com/office/drawing/2014/main" id="{36EB6E59-5D01-4DCA-82EC-9882D59C2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3420"/>
                <a:ext cx="34" cy="28"/>
              </a:xfrm>
              <a:custGeom>
                <a:avLst/>
                <a:gdLst>
                  <a:gd name="T0" fmla="*/ 1 w 23"/>
                  <a:gd name="T1" fmla="*/ 5 h 17"/>
                  <a:gd name="T2" fmla="*/ 46 w 23"/>
                  <a:gd name="T3" fmla="*/ 21 h 17"/>
                  <a:gd name="T4" fmla="*/ 72 w 23"/>
                  <a:gd name="T5" fmla="*/ 68 h 17"/>
                  <a:gd name="T6" fmla="*/ 33 w 23"/>
                  <a:gd name="T7" fmla="*/ 49 h 17"/>
                  <a:gd name="T8" fmla="*/ 1 w 23"/>
                  <a:gd name="T9" fmla="*/ 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1" y="1"/>
                    </a:moveTo>
                    <a:cubicBezTo>
                      <a:pt x="3" y="0"/>
                      <a:pt x="8" y="1"/>
                      <a:pt x="14" y="5"/>
                    </a:cubicBezTo>
                    <a:cubicBezTo>
                      <a:pt x="20" y="9"/>
                      <a:pt x="23" y="13"/>
                      <a:pt x="22" y="15"/>
                    </a:cubicBezTo>
                    <a:cubicBezTo>
                      <a:pt x="21" y="17"/>
                      <a:pt x="16" y="15"/>
                      <a:pt x="10" y="11"/>
                    </a:cubicBezTo>
                    <a:cubicBezTo>
                      <a:pt x="4" y="7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2" name="Freeform 1376">
                <a:extLst>
                  <a:ext uri="{FF2B5EF4-FFF2-40B4-BE49-F238E27FC236}">
                    <a16:creationId xmlns:a16="http://schemas.microsoft.com/office/drawing/2014/main" id="{25750F3E-C985-44C7-AF65-0DA508295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3278"/>
                <a:ext cx="30" cy="32"/>
              </a:xfrm>
              <a:custGeom>
                <a:avLst/>
                <a:gdLst>
                  <a:gd name="T0" fmla="*/ 5 w 20"/>
                  <a:gd name="T1" fmla="*/ 5 h 20"/>
                  <a:gd name="T2" fmla="*/ 41 w 20"/>
                  <a:gd name="T3" fmla="*/ 34 h 20"/>
                  <a:gd name="T4" fmla="*/ 66 w 20"/>
                  <a:gd name="T5" fmla="*/ 77 h 20"/>
                  <a:gd name="T6" fmla="*/ 27 w 20"/>
                  <a:gd name="T7" fmla="*/ 54 h 20"/>
                  <a:gd name="T8" fmla="*/ 5 w 20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" y="1"/>
                    </a:moveTo>
                    <a:cubicBezTo>
                      <a:pt x="3" y="0"/>
                      <a:pt x="8" y="3"/>
                      <a:pt x="12" y="8"/>
                    </a:cubicBezTo>
                    <a:cubicBezTo>
                      <a:pt x="17" y="13"/>
                      <a:pt x="20" y="18"/>
                      <a:pt x="19" y="19"/>
                    </a:cubicBezTo>
                    <a:cubicBezTo>
                      <a:pt x="17" y="20"/>
                      <a:pt x="12" y="17"/>
                      <a:pt x="8" y="13"/>
                    </a:cubicBezTo>
                    <a:cubicBezTo>
                      <a:pt x="3" y="8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3" name="Freeform 1377">
                <a:extLst>
                  <a:ext uri="{FF2B5EF4-FFF2-40B4-BE49-F238E27FC236}">
                    <a16:creationId xmlns:a16="http://schemas.microsoft.com/office/drawing/2014/main" id="{BC06C2CA-831B-4C46-B196-DAA3A2CE9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3288"/>
                <a:ext cx="27" cy="22"/>
              </a:xfrm>
              <a:custGeom>
                <a:avLst/>
                <a:gdLst>
                  <a:gd name="T0" fmla="*/ 48 w 18"/>
                  <a:gd name="T1" fmla="*/ 22 h 14"/>
                  <a:gd name="T2" fmla="*/ 53 w 18"/>
                  <a:gd name="T3" fmla="*/ 42 h 14"/>
                  <a:gd name="T4" fmla="*/ 14 w 18"/>
                  <a:gd name="T5" fmla="*/ 20 h 14"/>
                  <a:gd name="T6" fmla="*/ 0 w 18"/>
                  <a:gd name="T7" fmla="*/ 0 h 14"/>
                  <a:gd name="T8" fmla="*/ 21 w 18"/>
                  <a:gd name="T9" fmla="*/ 27 h 14"/>
                  <a:gd name="T10" fmla="*/ 59 w 18"/>
                  <a:gd name="T11" fmla="*/ 49 h 14"/>
                  <a:gd name="T12" fmla="*/ 48 w 18"/>
                  <a:gd name="T13" fmla="*/ 2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4">
                    <a:moveTo>
                      <a:pt x="14" y="6"/>
                    </a:moveTo>
                    <a:cubicBezTo>
                      <a:pt x="16" y="8"/>
                      <a:pt x="16" y="10"/>
                      <a:pt x="15" y="11"/>
                    </a:cubicBezTo>
                    <a:cubicBezTo>
                      <a:pt x="14" y="12"/>
                      <a:pt x="9" y="10"/>
                      <a:pt x="4" y="5"/>
                    </a:cubicBezTo>
                    <a:cubicBezTo>
                      <a:pt x="3" y="3"/>
                      <a:pt x="1" y="2"/>
                      <a:pt x="0" y="0"/>
                    </a:cubicBezTo>
                    <a:cubicBezTo>
                      <a:pt x="2" y="2"/>
                      <a:pt x="3" y="4"/>
                      <a:pt x="6" y="7"/>
                    </a:cubicBezTo>
                    <a:cubicBezTo>
                      <a:pt x="10" y="11"/>
                      <a:pt x="15" y="14"/>
                      <a:pt x="17" y="13"/>
                    </a:cubicBezTo>
                    <a:cubicBezTo>
                      <a:pt x="18" y="12"/>
                      <a:pt x="17" y="9"/>
                      <a:pt x="14" y="6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4" name="Freeform 1378">
                <a:extLst>
                  <a:ext uri="{FF2B5EF4-FFF2-40B4-BE49-F238E27FC236}">
                    <a16:creationId xmlns:a16="http://schemas.microsoft.com/office/drawing/2014/main" id="{B35A53DF-832B-4DED-AE1D-7AA51673B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3281"/>
                <a:ext cx="23" cy="21"/>
              </a:xfrm>
              <a:custGeom>
                <a:avLst/>
                <a:gdLst>
                  <a:gd name="T0" fmla="*/ 8 w 15"/>
                  <a:gd name="T1" fmla="*/ 8 h 13"/>
                  <a:gd name="T2" fmla="*/ 40 w 15"/>
                  <a:gd name="T3" fmla="*/ 34 h 13"/>
                  <a:gd name="T4" fmla="*/ 54 w 15"/>
                  <a:gd name="T5" fmla="*/ 55 h 13"/>
                  <a:gd name="T6" fmla="*/ 35 w 15"/>
                  <a:gd name="T7" fmla="*/ 26 h 13"/>
                  <a:gd name="T8" fmla="*/ 5 w 15"/>
                  <a:gd name="T9" fmla="*/ 5 h 13"/>
                  <a:gd name="T10" fmla="*/ 8 w 15"/>
                  <a:gd name="T11" fmla="*/ 21 h 13"/>
                  <a:gd name="T12" fmla="*/ 8 w 15"/>
                  <a:gd name="T13" fmla="*/ 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2" y="2"/>
                    </a:moveTo>
                    <a:cubicBezTo>
                      <a:pt x="3" y="1"/>
                      <a:pt x="7" y="4"/>
                      <a:pt x="11" y="8"/>
                    </a:cubicBezTo>
                    <a:cubicBezTo>
                      <a:pt x="13" y="9"/>
                      <a:pt x="14" y="11"/>
                      <a:pt x="15" y="13"/>
                    </a:cubicBezTo>
                    <a:cubicBezTo>
                      <a:pt x="14" y="11"/>
                      <a:pt x="12" y="9"/>
                      <a:pt x="10" y="6"/>
                    </a:cubicBezTo>
                    <a:cubicBezTo>
                      <a:pt x="6" y="2"/>
                      <a:pt x="2" y="0"/>
                      <a:pt x="1" y="1"/>
                    </a:cubicBezTo>
                    <a:cubicBezTo>
                      <a:pt x="0" y="2"/>
                      <a:pt x="1" y="3"/>
                      <a:pt x="2" y="5"/>
                    </a:cubicBezTo>
                    <a:cubicBezTo>
                      <a:pt x="2" y="4"/>
                      <a:pt x="1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5" name="Freeform 1379">
                <a:extLst>
                  <a:ext uri="{FF2B5EF4-FFF2-40B4-BE49-F238E27FC236}">
                    <a16:creationId xmlns:a16="http://schemas.microsoft.com/office/drawing/2014/main" id="{6E5D7FBB-BC53-427E-84C4-A4E5644AD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3416"/>
                <a:ext cx="35" cy="27"/>
              </a:xfrm>
              <a:custGeom>
                <a:avLst/>
                <a:gdLst>
                  <a:gd name="T0" fmla="*/ 5 w 23"/>
                  <a:gd name="T1" fmla="*/ 5 h 17"/>
                  <a:gd name="T2" fmla="*/ 46 w 23"/>
                  <a:gd name="T3" fmla="*/ 21 h 17"/>
                  <a:gd name="T4" fmla="*/ 76 w 23"/>
                  <a:gd name="T5" fmla="*/ 60 h 17"/>
                  <a:gd name="T6" fmla="*/ 35 w 23"/>
                  <a:gd name="T7" fmla="*/ 43 h 17"/>
                  <a:gd name="T8" fmla="*/ 5 w 23"/>
                  <a:gd name="T9" fmla="*/ 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1" y="1"/>
                    </a:moveTo>
                    <a:cubicBezTo>
                      <a:pt x="2" y="0"/>
                      <a:pt x="8" y="1"/>
                      <a:pt x="13" y="5"/>
                    </a:cubicBezTo>
                    <a:cubicBezTo>
                      <a:pt x="19" y="9"/>
                      <a:pt x="23" y="13"/>
                      <a:pt x="22" y="15"/>
                    </a:cubicBezTo>
                    <a:cubicBezTo>
                      <a:pt x="21" y="17"/>
                      <a:pt x="15" y="15"/>
                      <a:pt x="10" y="11"/>
                    </a:cubicBezTo>
                    <a:cubicBezTo>
                      <a:pt x="4" y="7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6" name="Freeform 1380">
                <a:extLst>
                  <a:ext uri="{FF2B5EF4-FFF2-40B4-BE49-F238E27FC236}">
                    <a16:creationId xmlns:a16="http://schemas.microsoft.com/office/drawing/2014/main" id="{EBB43E92-6058-452E-9E6E-B6D892DA4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3222"/>
                <a:ext cx="67" cy="56"/>
              </a:xfrm>
              <a:custGeom>
                <a:avLst/>
                <a:gdLst>
                  <a:gd name="T0" fmla="*/ 1 w 45"/>
                  <a:gd name="T1" fmla="*/ 21 h 35"/>
                  <a:gd name="T2" fmla="*/ 28 w 45"/>
                  <a:gd name="T3" fmla="*/ 0 h 35"/>
                  <a:gd name="T4" fmla="*/ 63 w 45"/>
                  <a:gd name="T5" fmla="*/ 34 h 35"/>
                  <a:gd name="T6" fmla="*/ 109 w 45"/>
                  <a:gd name="T7" fmla="*/ 90 h 35"/>
                  <a:gd name="T8" fmla="*/ 128 w 45"/>
                  <a:gd name="T9" fmla="*/ 118 h 35"/>
                  <a:gd name="T10" fmla="*/ 149 w 45"/>
                  <a:gd name="T11" fmla="*/ 144 h 35"/>
                  <a:gd name="T12" fmla="*/ 55 w 45"/>
                  <a:gd name="T13" fmla="*/ 35 h 35"/>
                  <a:gd name="T14" fmla="*/ 22 w 45"/>
                  <a:gd name="T15" fmla="*/ 16 h 35"/>
                  <a:gd name="T16" fmla="*/ 0 w 45"/>
                  <a:gd name="T17" fmla="*/ 29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5">
                    <a:moveTo>
                      <a:pt x="1" y="5"/>
                    </a:moveTo>
                    <a:cubicBezTo>
                      <a:pt x="3" y="3"/>
                      <a:pt x="6" y="0"/>
                      <a:pt x="9" y="0"/>
                    </a:cubicBezTo>
                    <a:cubicBezTo>
                      <a:pt x="12" y="0"/>
                      <a:pt x="16" y="5"/>
                      <a:pt x="19" y="8"/>
                    </a:cubicBezTo>
                    <a:cubicBezTo>
                      <a:pt x="23" y="12"/>
                      <a:pt x="28" y="17"/>
                      <a:pt x="33" y="22"/>
                    </a:cubicBezTo>
                    <a:cubicBezTo>
                      <a:pt x="35" y="24"/>
                      <a:pt x="37" y="26"/>
                      <a:pt x="39" y="29"/>
                    </a:cubicBezTo>
                    <a:cubicBezTo>
                      <a:pt x="41" y="31"/>
                      <a:pt x="44" y="33"/>
                      <a:pt x="45" y="35"/>
                    </a:cubicBezTo>
                    <a:cubicBezTo>
                      <a:pt x="35" y="28"/>
                      <a:pt x="27" y="17"/>
                      <a:pt x="17" y="9"/>
                    </a:cubicBezTo>
                    <a:cubicBezTo>
                      <a:pt x="14" y="6"/>
                      <a:pt x="10" y="3"/>
                      <a:pt x="7" y="4"/>
                    </a:cubicBezTo>
                    <a:cubicBezTo>
                      <a:pt x="4" y="4"/>
                      <a:pt x="2" y="6"/>
                      <a:pt x="0" y="7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7" name="Freeform 1381">
                <a:extLst>
                  <a:ext uri="{FF2B5EF4-FFF2-40B4-BE49-F238E27FC236}">
                    <a16:creationId xmlns:a16="http://schemas.microsoft.com/office/drawing/2014/main" id="{54463807-842C-4FBE-911A-5DD6AD829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3283"/>
                <a:ext cx="99" cy="88"/>
              </a:xfrm>
              <a:custGeom>
                <a:avLst/>
                <a:gdLst>
                  <a:gd name="T0" fmla="*/ 0 w 66"/>
                  <a:gd name="T1" fmla="*/ 0 h 55"/>
                  <a:gd name="T2" fmla="*/ 147 w 66"/>
                  <a:gd name="T3" fmla="*/ 171 h 55"/>
                  <a:gd name="T4" fmla="*/ 197 w 66"/>
                  <a:gd name="T5" fmla="*/ 226 h 55"/>
                  <a:gd name="T6" fmla="*/ 224 w 66"/>
                  <a:gd name="T7" fmla="*/ 192 h 55"/>
                  <a:gd name="T8" fmla="*/ 188 w 66"/>
                  <a:gd name="T9" fmla="*/ 210 h 55"/>
                  <a:gd name="T10" fmla="*/ 161 w 66"/>
                  <a:gd name="T11" fmla="*/ 176 h 55"/>
                  <a:gd name="T12" fmla="*/ 126 w 66"/>
                  <a:gd name="T13" fmla="*/ 138 h 55"/>
                  <a:gd name="T14" fmla="*/ 62 w 66"/>
                  <a:gd name="T15" fmla="*/ 67 h 55"/>
                  <a:gd name="T16" fmla="*/ 27 w 66"/>
                  <a:gd name="T17" fmla="*/ 29 h 55"/>
                  <a:gd name="T18" fmla="*/ 5 w 66"/>
                  <a:gd name="T19" fmla="*/ 8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55">
                    <a:moveTo>
                      <a:pt x="0" y="0"/>
                    </a:moveTo>
                    <a:cubicBezTo>
                      <a:pt x="14" y="14"/>
                      <a:pt x="29" y="28"/>
                      <a:pt x="43" y="42"/>
                    </a:cubicBezTo>
                    <a:cubicBezTo>
                      <a:pt x="46" y="46"/>
                      <a:pt x="53" y="55"/>
                      <a:pt x="58" y="55"/>
                    </a:cubicBezTo>
                    <a:cubicBezTo>
                      <a:pt x="61" y="55"/>
                      <a:pt x="64" y="49"/>
                      <a:pt x="66" y="47"/>
                    </a:cubicBezTo>
                    <a:cubicBezTo>
                      <a:pt x="63" y="49"/>
                      <a:pt x="60" y="52"/>
                      <a:pt x="55" y="51"/>
                    </a:cubicBezTo>
                    <a:cubicBezTo>
                      <a:pt x="52" y="49"/>
                      <a:pt x="49" y="46"/>
                      <a:pt x="47" y="43"/>
                    </a:cubicBezTo>
                    <a:cubicBezTo>
                      <a:pt x="43" y="40"/>
                      <a:pt x="40" y="37"/>
                      <a:pt x="37" y="34"/>
                    </a:cubicBezTo>
                    <a:cubicBezTo>
                      <a:pt x="31" y="28"/>
                      <a:pt x="25" y="21"/>
                      <a:pt x="18" y="16"/>
                    </a:cubicBezTo>
                    <a:cubicBezTo>
                      <a:pt x="15" y="13"/>
                      <a:pt x="12" y="10"/>
                      <a:pt x="8" y="7"/>
                    </a:cubicBezTo>
                    <a:cubicBezTo>
                      <a:pt x="6" y="5"/>
                      <a:pt x="4" y="3"/>
                      <a:pt x="1" y="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8" name="Freeform 1382">
                <a:extLst>
                  <a:ext uri="{FF2B5EF4-FFF2-40B4-BE49-F238E27FC236}">
                    <a16:creationId xmlns:a16="http://schemas.microsoft.com/office/drawing/2014/main" id="{3A1A9B63-10F2-4FAA-821B-062BDBCC8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368"/>
                <a:ext cx="77" cy="44"/>
              </a:xfrm>
              <a:custGeom>
                <a:avLst/>
                <a:gdLst>
                  <a:gd name="T0" fmla="*/ 5 w 51"/>
                  <a:gd name="T1" fmla="*/ 31 h 28"/>
                  <a:gd name="T2" fmla="*/ 26 w 51"/>
                  <a:gd name="T3" fmla="*/ 5 h 28"/>
                  <a:gd name="T4" fmla="*/ 66 w 51"/>
                  <a:gd name="T5" fmla="*/ 27 h 28"/>
                  <a:gd name="T6" fmla="*/ 124 w 51"/>
                  <a:gd name="T7" fmla="*/ 69 h 28"/>
                  <a:gd name="T8" fmla="*/ 148 w 51"/>
                  <a:gd name="T9" fmla="*/ 94 h 28"/>
                  <a:gd name="T10" fmla="*/ 175 w 51"/>
                  <a:gd name="T11" fmla="*/ 108 h 28"/>
                  <a:gd name="T12" fmla="*/ 62 w 51"/>
                  <a:gd name="T13" fmla="*/ 35 h 28"/>
                  <a:gd name="T14" fmla="*/ 26 w 51"/>
                  <a:gd name="T15" fmla="*/ 22 h 28"/>
                  <a:gd name="T16" fmla="*/ 0 w 51"/>
                  <a:gd name="T17" fmla="*/ 42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8">
                    <a:moveTo>
                      <a:pt x="1" y="8"/>
                    </a:moveTo>
                    <a:cubicBezTo>
                      <a:pt x="2" y="6"/>
                      <a:pt x="4" y="1"/>
                      <a:pt x="7" y="1"/>
                    </a:cubicBezTo>
                    <a:cubicBezTo>
                      <a:pt x="10" y="0"/>
                      <a:pt x="16" y="5"/>
                      <a:pt x="19" y="7"/>
                    </a:cubicBezTo>
                    <a:cubicBezTo>
                      <a:pt x="24" y="11"/>
                      <a:pt x="30" y="15"/>
                      <a:pt x="36" y="18"/>
                    </a:cubicBezTo>
                    <a:cubicBezTo>
                      <a:pt x="38" y="20"/>
                      <a:pt x="41" y="22"/>
                      <a:pt x="43" y="24"/>
                    </a:cubicBezTo>
                    <a:cubicBezTo>
                      <a:pt x="46" y="25"/>
                      <a:pt x="49" y="27"/>
                      <a:pt x="51" y="28"/>
                    </a:cubicBezTo>
                    <a:cubicBezTo>
                      <a:pt x="39" y="24"/>
                      <a:pt x="28" y="15"/>
                      <a:pt x="18" y="9"/>
                    </a:cubicBezTo>
                    <a:cubicBezTo>
                      <a:pt x="14" y="7"/>
                      <a:pt x="10" y="5"/>
                      <a:pt x="7" y="6"/>
                    </a:cubicBezTo>
                    <a:cubicBezTo>
                      <a:pt x="4" y="7"/>
                      <a:pt x="2" y="9"/>
                      <a:pt x="0" y="1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9" name="Freeform 1383">
                <a:extLst>
                  <a:ext uri="{FF2B5EF4-FFF2-40B4-BE49-F238E27FC236}">
                    <a16:creationId xmlns:a16="http://schemas.microsoft.com/office/drawing/2014/main" id="{1B761961-195D-4DF9-87F5-CCE5066E6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425"/>
                <a:ext cx="110" cy="69"/>
              </a:xfrm>
              <a:custGeom>
                <a:avLst/>
                <a:gdLst>
                  <a:gd name="T0" fmla="*/ 0 w 73"/>
                  <a:gd name="T1" fmla="*/ 0 h 43"/>
                  <a:gd name="T2" fmla="*/ 170 w 73"/>
                  <a:gd name="T3" fmla="*/ 132 h 43"/>
                  <a:gd name="T4" fmla="*/ 229 w 73"/>
                  <a:gd name="T5" fmla="*/ 173 h 43"/>
                  <a:gd name="T6" fmla="*/ 250 w 73"/>
                  <a:gd name="T7" fmla="*/ 132 h 43"/>
                  <a:gd name="T8" fmla="*/ 215 w 73"/>
                  <a:gd name="T9" fmla="*/ 157 h 43"/>
                  <a:gd name="T10" fmla="*/ 184 w 73"/>
                  <a:gd name="T11" fmla="*/ 136 h 43"/>
                  <a:gd name="T12" fmla="*/ 143 w 73"/>
                  <a:gd name="T13" fmla="*/ 103 h 43"/>
                  <a:gd name="T14" fmla="*/ 68 w 73"/>
                  <a:gd name="T15" fmla="*/ 47 h 43"/>
                  <a:gd name="T16" fmla="*/ 32 w 73"/>
                  <a:gd name="T17" fmla="*/ 21 h 43"/>
                  <a:gd name="T18" fmla="*/ 5 w 73"/>
                  <a:gd name="T19" fmla="*/ 5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43">
                    <a:moveTo>
                      <a:pt x="0" y="0"/>
                    </a:moveTo>
                    <a:cubicBezTo>
                      <a:pt x="16" y="11"/>
                      <a:pt x="33" y="21"/>
                      <a:pt x="50" y="32"/>
                    </a:cubicBezTo>
                    <a:cubicBezTo>
                      <a:pt x="53" y="35"/>
                      <a:pt x="63" y="43"/>
                      <a:pt x="67" y="42"/>
                    </a:cubicBezTo>
                    <a:cubicBezTo>
                      <a:pt x="70" y="41"/>
                      <a:pt x="72" y="35"/>
                      <a:pt x="73" y="32"/>
                    </a:cubicBezTo>
                    <a:cubicBezTo>
                      <a:pt x="71" y="35"/>
                      <a:pt x="68" y="39"/>
                      <a:pt x="63" y="38"/>
                    </a:cubicBezTo>
                    <a:cubicBezTo>
                      <a:pt x="60" y="37"/>
                      <a:pt x="57" y="35"/>
                      <a:pt x="54" y="33"/>
                    </a:cubicBezTo>
                    <a:cubicBezTo>
                      <a:pt x="50" y="30"/>
                      <a:pt x="46" y="28"/>
                      <a:pt x="42" y="25"/>
                    </a:cubicBezTo>
                    <a:cubicBezTo>
                      <a:pt x="35" y="21"/>
                      <a:pt x="28" y="16"/>
                      <a:pt x="20" y="11"/>
                    </a:cubicBezTo>
                    <a:cubicBezTo>
                      <a:pt x="16" y="9"/>
                      <a:pt x="13" y="7"/>
                      <a:pt x="9" y="5"/>
                    </a:cubicBezTo>
                    <a:cubicBezTo>
                      <a:pt x="6" y="3"/>
                      <a:pt x="4" y="2"/>
                      <a:pt x="1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0" name="Freeform 1384">
                <a:extLst>
                  <a:ext uri="{FF2B5EF4-FFF2-40B4-BE49-F238E27FC236}">
                    <a16:creationId xmlns:a16="http://schemas.microsoft.com/office/drawing/2014/main" id="{6BCE2806-CF34-4663-BC2F-F66775DE6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425"/>
                <a:ext cx="30" cy="18"/>
              </a:xfrm>
              <a:custGeom>
                <a:avLst/>
                <a:gdLst>
                  <a:gd name="T0" fmla="*/ 53 w 20"/>
                  <a:gd name="T1" fmla="*/ 13 h 11"/>
                  <a:gd name="T2" fmla="*/ 59 w 20"/>
                  <a:gd name="T3" fmla="*/ 34 h 11"/>
                  <a:gd name="T4" fmla="*/ 18 w 20"/>
                  <a:gd name="T5" fmla="*/ 18 h 11"/>
                  <a:gd name="T6" fmla="*/ 0 w 20"/>
                  <a:gd name="T7" fmla="*/ 0 h 11"/>
                  <a:gd name="T8" fmla="*/ 26 w 20"/>
                  <a:gd name="T9" fmla="*/ 21 h 11"/>
                  <a:gd name="T10" fmla="*/ 66 w 20"/>
                  <a:gd name="T11" fmla="*/ 41 h 11"/>
                  <a:gd name="T12" fmla="*/ 53 w 20"/>
                  <a:gd name="T13" fmla="*/ 13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15" y="3"/>
                    </a:moveTo>
                    <a:cubicBezTo>
                      <a:pt x="17" y="5"/>
                      <a:pt x="18" y="7"/>
                      <a:pt x="17" y="8"/>
                    </a:cubicBezTo>
                    <a:cubicBezTo>
                      <a:pt x="16" y="9"/>
                      <a:pt x="11" y="7"/>
                      <a:pt x="5" y="4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2" y="2"/>
                      <a:pt x="4" y="3"/>
                      <a:pt x="7" y="5"/>
                    </a:cubicBezTo>
                    <a:cubicBezTo>
                      <a:pt x="12" y="9"/>
                      <a:pt x="18" y="11"/>
                      <a:pt x="19" y="9"/>
                    </a:cubicBezTo>
                    <a:cubicBezTo>
                      <a:pt x="20" y="8"/>
                      <a:pt x="18" y="6"/>
                      <a:pt x="15" y="3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1" name="Freeform 1385">
                <a:extLst>
                  <a:ext uri="{FF2B5EF4-FFF2-40B4-BE49-F238E27FC236}">
                    <a16:creationId xmlns:a16="http://schemas.microsoft.com/office/drawing/2014/main" id="{B46BC770-FF99-4317-BBB1-B5C2E5F12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417"/>
                <a:ext cx="25" cy="16"/>
              </a:xfrm>
              <a:custGeom>
                <a:avLst/>
                <a:gdLst>
                  <a:gd name="T0" fmla="*/ 1 w 17"/>
                  <a:gd name="T1" fmla="*/ 8 h 10"/>
                  <a:gd name="T2" fmla="*/ 38 w 17"/>
                  <a:gd name="T3" fmla="*/ 26 h 10"/>
                  <a:gd name="T4" fmla="*/ 54 w 17"/>
                  <a:gd name="T5" fmla="*/ 42 h 10"/>
                  <a:gd name="T6" fmla="*/ 32 w 17"/>
                  <a:gd name="T7" fmla="*/ 21 h 10"/>
                  <a:gd name="T8" fmla="*/ 0 w 17"/>
                  <a:gd name="T9" fmla="*/ 8 h 10"/>
                  <a:gd name="T10" fmla="*/ 6 w 17"/>
                  <a:gd name="T11" fmla="*/ 26 h 10"/>
                  <a:gd name="T12" fmla="*/ 1 w 17"/>
                  <a:gd name="T13" fmla="*/ 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1" y="2"/>
                    </a:moveTo>
                    <a:cubicBezTo>
                      <a:pt x="2" y="1"/>
                      <a:pt x="7" y="3"/>
                      <a:pt x="12" y="6"/>
                    </a:cubicBezTo>
                    <a:cubicBezTo>
                      <a:pt x="14" y="7"/>
                      <a:pt x="15" y="9"/>
                      <a:pt x="17" y="10"/>
                    </a:cubicBezTo>
                    <a:cubicBezTo>
                      <a:pt x="16" y="9"/>
                      <a:pt x="13" y="7"/>
                      <a:pt x="10" y="5"/>
                    </a:cubicBezTo>
                    <a:cubicBezTo>
                      <a:pt x="6" y="2"/>
                      <a:pt x="1" y="0"/>
                      <a:pt x="0" y="2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2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2" name="Freeform 1386">
                <a:extLst>
                  <a:ext uri="{FF2B5EF4-FFF2-40B4-BE49-F238E27FC236}">
                    <a16:creationId xmlns:a16="http://schemas.microsoft.com/office/drawing/2014/main" id="{B60AF7D0-7517-4584-9D65-788F092C1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3217"/>
                <a:ext cx="151" cy="162"/>
              </a:xfrm>
              <a:custGeom>
                <a:avLst/>
                <a:gdLst>
                  <a:gd name="T0" fmla="*/ 69 w 101"/>
                  <a:gd name="T1" fmla="*/ 26 h 101"/>
                  <a:gd name="T2" fmla="*/ 250 w 101"/>
                  <a:gd name="T3" fmla="*/ 244 h 101"/>
                  <a:gd name="T4" fmla="*/ 317 w 101"/>
                  <a:gd name="T5" fmla="*/ 329 h 101"/>
                  <a:gd name="T6" fmla="*/ 330 w 101"/>
                  <a:gd name="T7" fmla="*/ 371 h 101"/>
                  <a:gd name="T8" fmla="*/ 308 w 101"/>
                  <a:gd name="T9" fmla="*/ 409 h 101"/>
                  <a:gd name="T10" fmla="*/ 277 w 101"/>
                  <a:gd name="T11" fmla="*/ 396 h 101"/>
                  <a:gd name="T12" fmla="*/ 114 w 101"/>
                  <a:gd name="T13" fmla="*/ 191 h 101"/>
                  <a:gd name="T14" fmla="*/ 13 w 101"/>
                  <a:gd name="T15" fmla="*/ 77 h 101"/>
                  <a:gd name="T16" fmla="*/ 9 w 101"/>
                  <a:gd name="T17" fmla="*/ 29 h 101"/>
                  <a:gd name="T18" fmla="*/ 28 w 101"/>
                  <a:gd name="T19" fmla="*/ 5 h 101"/>
                  <a:gd name="T20" fmla="*/ 42 w 101"/>
                  <a:gd name="T21" fmla="*/ 0 h 101"/>
                  <a:gd name="T22" fmla="*/ 69 w 101"/>
                  <a:gd name="T23" fmla="*/ 26 h 101"/>
                  <a:gd name="T24" fmla="*/ 69 w 101"/>
                  <a:gd name="T25" fmla="*/ 26 h 10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1" h="101">
                    <a:moveTo>
                      <a:pt x="21" y="6"/>
                    </a:moveTo>
                    <a:cubicBezTo>
                      <a:pt x="22" y="7"/>
                      <a:pt x="61" y="46"/>
                      <a:pt x="75" y="59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8" y="83"/>
                      <a:pt x="101" y="88"/>
                      <a:pt x="99" y="90"/>
                    </a:cubicBezTo>
                    <a:cubicBezTo>
                      <a:pt x="99" y="90"/>
                      <a:pt x="92" y="99"/>
                      <a:pt x="92" y="99"/>
                    </a:cubicBezTo>
                    <a:cubicBezTo>
                      <a:pt x="90" y="101"/>
                      <a:pt x="86" y="100"/>
                      <a:pt x="83" y="96"/>
                    </a:cubicBezTo>
                    <a:cubicBezTo>
                      <a:pt x="82" y="96"/>
                      <a:pt x="45" y="57"/>
                      <a:pt x="34" y="46"/>
                    </a:cubicBezTo>
                    <a:cubicBezTo>
                      <a:pt x="23" y="35"/>
                      <a:pt x="5" y="19"/>
                      <a:pt x="4" y="19"/>
                    </a:cubicBezTo>
                    <a:cubicBezTo>
                      <a:pt x="0" y="15"/>
                      <a:pt x="0" y="10"/>
                      <a:pt x="3" y="7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12" y="0"/>
                      <a:pt x="13" y="0"/>
                    </a:cubicBezTo>
                    <a:cubicBezTo>
                      <a:pt x="15" y="1"/>
                      <a:pt x="18" y="3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3" name="Freeform 1387">
                <a:extLst>
                  <a:ext uri="{FF2B5EF4-FFF2-40B4-BE49-F238E27FC236}">
                    <a16:creationId xmlns:a16="http://schemas.microsoft.com/office/drawing/2014/main" id="{A0FD8363-B653-4D7E-958F-14983577A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361"/>
                <a:ext cx="173" cy="138"/>
              </a:xfrm>
              <a:custGeom>
                <a:avLst/>
                <a:gdLst>
                  <a:gd name="T0" fmla="*/ 360 w 115"/>
                  <a:gd name="T1" fmla="*/ 255 h 86"/>
                  <a:gd name="T2" fmla="*/ 387 w 115"/>
                  <a:gd name="T3" fmla="*/ 306 h 86"/>
                  <a:gd name="T4" fmla="*/ 367 w 115"/>
                  <a:gd name="T5" fmla="*/ 340 h 86"/>
                  <a:gd name="T6" fmla="*/ 323 w 115"/>
                  <a:gd name="T7" fmla="*/ 329 h 86"/>
                  <a:gd name="T8" fmla="*/ 238 w 115"/>
                  <a:gd name="T9" fmla="*/ 260 h 86"/>
                  <a:gd name="T10" fmla="*/ 27 w 115"/>
                  <a:gd name="T11" fmla="*/ 90 h 86"/>
                  <a:gd name="T12" fmla="*/ 8 w 115"/>
                  <a:gd name="T13" fmla="*/ 48 h 86"/>
                  <a:gd name="T14" fmla="*/ 26 w 115"/>
                  <a:gd name="T15" fmla="*/ 16 h 86"/>
                  <a:gd name="T16" fmla="*/ 53 w 115"/>
                  <a:gd name="T17" fmla="*/ 8 h 86"/>
                  <a:gd name="T18" fmla="*/ 208 w 115"/>
                  <a:gd name="T19" fmla="*/ 141 h 86"/>
                  <a:gd name="T20" fmla="*/ 360 w 115"/>
                  <a:gd name="T21" fmla="*/ 255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5" h="86">
                    <a:moveTo>
                      <a:pt x="106" y="62"/>
                    </a:moveTo>
                    <a:cubicBezTo>
                      <a:pt x="115" y="68"/>
                      <a:pt x="115" y="72"/>
                      <a:pt x="114" y="74"/>
                    </a:cubicBezTo>
                    <a:cubicBezTo>
                      <a:pt x="108" y="82"/>
                      <a:pt x="108" y="82"/>
                      <a:pt x="108" y="82"/>
                    </a:cubicBezTo>
                    <a:cubicBezTo>
                      <a:pt x="107" y="85"/>
                      <a:pt x="104" y="86"/>
                      <a:pt x="95" y="80"/>
                    </a:cubicBezTo>
                    <a:cubicBezTo>
                      <a:pt x="95" y="80"/>
                      <a:pt x="90" y="77"/>
                      <a:pt x="70" y="63"/>
                    </a:cubicBezTo>
                    <a:cubicBezTo>
                      <a:pt x="49" y="50"/>
                      <a:pt x="9" y="23"/>
                      <a:pt x="8" y="22"/>
                    </a:cubicBezTo>
                    <a:cubicBezTo>
                      <a:pt x="1" y="17"/>
                      <a:pt x="0" y="15"/>
                      <a:pt x="2" y="1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0" y="0"/>
                      <a:pt x="13" y="1"/>
                      <a:pt x="15" y="2"/>
                    </a:cubicBezTo>
                    <a:cubicBezTo>
                      <a:pt x="16" y="2"/>
                      <a:pt x="43" y="21"/>
                      <a:pt x="61" y="34"/>
                    </a:cubicBezTo>
                    <a:cubicBezTo>
                      <a:pt x="80" y="46"/>
                      <a:pt x="106" y="62"/>
                      <a:pt x="106" y="6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4" name="Freeform 1388">
                <a:extLst>
                  <a:ext uri="{FF2B5EF4-FFF2-40B4-BE49-F238E27FC236}">
                    <a16:creationId xmlns:a16="http://schemas.microsoft.com/office/drawing/2014/main" id="{B871DA98-E26F-44DA-B54A-17C72B26D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077"/>
                <a:ext cx="111" cy="153"/>
              </a:xfrm>
              <a:custGeom>
                <a:avLst/>
                <a:gdLst>
                  <a:gd name="T0" fmla="*/ 242 w 74"/>
                  <a:gd name="T1" fmla="*/ 316 h 96"/>
                  <a:gd name="T2" fmla="*/ 122 w 74"/>
                  <a:gd name="T3" fmla="*/ 116 h 96"/>
                  <a:gd name="T4" fmla="*/ 59 w 74"/>
                  <a:gd name="T5" fmla="*/ 0 h 96"/>
                  <a:gd name="T6" fmla="*/ 0 w 74"/>
                  <a:gd name="T7" fmla="*/ 53 h 96"/>
                  <a:gd name="T8" fmla="*/ 53 w 74"/>
                  <a:gd name="T9" fmla="*/ 137 h 96"/>
                  <a:gd name="T10" fmla="*/ 161 w 74"/>
                  <a:gd name="T11" fmla="*/ 335 h 96"/>
                  <a:gd name="T12" fmla="*/ 207 w 74"/>
                  <a:gd name="T13" fmla="*/ 376 h 96"/>
                  <a:gd name="T14" fmla="*/ 234 w 74"/>
                  <a:gd name="T15" fmla="*/ 354 h 96"/>
                  <a:gd name="T16" fmla="*/ 242 w 74"/>
                  <a:gd name="T17" fmla="*/ 316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96">
                    <a:moveTo>
                      <a:pt x="71" y="78"/>
                    </a:moveTo>
                    <a:cubicBezTo>
                      <a:pt x="70" y="78"/>
                      <a:pt x="43" y="40"/>
                      <a:pt x="36" y="29"/>
                    </a:cubicBezTo>
                    <a:cubicBezTo>
                      <a:pt x="32" y="23"/>
                      <a:pt x="24" y="11"/>
                      <a:pt x="17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47" y="83"/>
                      <a:pt x="47" y="83"/>
                      <a:pt x="47" y="83"/>
                    </a:cubicBezTo>
                    <a:cubicBezTo>
                      <a:pt x="56" y="96"/>
                      <a:pt x="59" y="94"/>
                      <a:pt x="61" y="93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71" y="86"/>
                      <a:pt x="74" y="83"/>
                      <a:pt x="71" y="78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5" name="Freeform 1389">
                <a:extLst>
                  <a:ext uri="{FF2B5EF4-FFF2-40B4-BE49-F238E27FC236}">
                    <a16:creationId xmlns:a16="http://schemas.microsoft.com/office/drawing/2014/main" id="{805CED46-70D4-4D37-8FEE-188C82264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3128"/>
                <a:ext cx="25" cy="35"/>
              </a:xfrm>
              <a:custGeom>
                <a:avLst/>
                <a:gdLst>
                  <a:gd name="T0" fmla="*/ 1 w 17"/>
                  <a:gd name="T1" fmla="*/ 5 h 22"/>
                  <a:gd name="T2" fmla="*/ 35 w 17"/>
                  <a:gd name="T3" fmla="*/ 35 h 22"/>
                  <a:gd name="T4" fmla="*/ 47 w 17"/>
                  <a:gd name="T5" fmla="*/ 84 h 22"/>
                  <a:gd name="T6" fmla="*/ 15 w 17"/>
                  <a:gd name="T7" fmla="*/ 53 h 22"/>
                  <a:gd name="T8" fmla="*/ 1 w 17"/>
                  <a:gd name="T9" fmla="*/ 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" y="1"/>
                    </a:moveTo>
                    <a:cubicBezTo>
                      <a:pt x="3" y="0"/>
                      <a:pt x="7" y="3"/>
                      <a:pt x="11" y="9"/>
                    </a:cubicBezTo>
                    <a:cubicBezTo>
                      <a:pt x="15" y="15"/>
                      <a:pt x="17" y="20"/>
                      <a:pt x="15" y="21"/>
                    </a:cubicBezTo>
                    <a:cubicBezTo>
                      <a:pt x="14" y="22"/>
                      <a:pt x="9" y="19"/>
                      <a:pt x="5" y="13"/>
                    </a:cubicBezTo>
                    <a:cubicBezTo>
                      <a:pt x="2" y="7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6" name="Freeform 1390">
                <a:extLst>
                  <a:ext uri="{FF2B5EF4-FFF2-40B4-BE49-F238E27FC236}">
                    <a16:creationId xmlns:a16="http://schemas.microsoft.com/office/drawing/2014/main" id="{34866444-23B4-4862-991C-67B310877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3122"/>
                <a:ext cx="25" cy="36"/>
              </a:xfrm>
              <a:custGeom>
                <a:avLst/>
                <a:gdLst>
                  <a:gd name="T0" fmla="*/ 1 w 17"/>
                  <a:gd name="T1" fmla="*/ 5 h 23"/>
                  <a:gd name="T2" fmla="*/ 35 w 17"/>
                  <a:gd name="T3" fmla="*/ 39 h 23"/>
                  <a:gd name="T4" fmla="*/ 47 w 17"/>
                  <a:gd name="T5" fmla="*/ 83 h 23"/>
                  <a:gd name="T6" fmla="*/ 15 w 17"/>
                  <a:gd name="T7" fmla="*/ 53 h 23"/>
                  <a:gd name="T8" fmla="*/ 1 w 17"/>
                  <a:gd name="T9" fmla="*/ 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1" y="1"/>
                    </a:moveTo>
                    <a:cubicBezTo>
                      <a:pt x="3" y="0"/>
                      <a:pt x="7" y="4"/>
                      <a:pt x="11" y="10"/>
                    </a:cubicBezTo>
                    <a:cubicBezTo>
                      <a:pt x="15" y="15"/>
                      <a:pt x="17" y="21"/>
                      <a:pt x="15" y="22"/>
                    </a:cubicBezTo>
                    <a:cubicBezTo>
                      <a:pt x="14" y="23"/>
                      <a:pt x="9" y="19"/>
                      <a:pt x="5" y="14"/>
                    </a:cubicBezTo>
                    <a:cubicBezTo>
                      <a:pt x="1" y="8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7" name="Freeform 1391">
                <a:extLst>
                  <a:ext uri="{FF2B5EF4-FFF2-40B4-BE49-F238E27FC236}">
                    <a16:creationId xmlns:a16="http://schemas.microsoft.com/office/drawing/2014/main" id="{4206072D-4B97-4ECF-8119-97D95CFE8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3118"/>
                <a:ext cx="82" cy="104"/>
              </a:xfrm>
              <a:custGeom>
                <a:avLst/>
                <a:gdLst>
                  <a:gd name="T0" fmla="*/ 0 w 55"/>
                  <a:gd name="T1" fmla="*/ 0 h 65"/>
                  <a:gd name="T2" fmla="*/ 107 w 55"/>
                  <a:gd name="T3" fmla="*/ 200 h 65"/>
                  <a:gd name="T4" fmla="*/ 154 w 55"/>
                  <a:gd name="T5" fmla="*/ 266 h 65"/>
                  <a:gd name="T6" fmla="*/ 182 w 55"/>
                  <a:gd name="T7" fmla="*/ 238 h 65"/>
                  <a:gd name="T8" fmla="*/ 146 w 55"/>
                  <a:gd name="T9" fmla="*/ 246 h 65"/>
                  <a:gd name="T10" fmla="*/ 122 w 55"/>
                  <a:gd name="T11" fmla="*/ 210 h 65"/>
                  <a:gd name="T12" fmla="*/ 100 w 55"/>
                  <a:gd name="T13" fmla="*/ 163 h 65"/>
                  <a:gd name="T14" fmla="*/ 49 w 55"/>
                  <a:gd name="T15" fmla="*/ 74 h 65"/>
                  <a:gd name="T16" fmla="*/ 22 w 55"/>
                  <a:gd name="T17" fmla="*/ 34 h 65"/>
                  <a:gd name="T18" fmla="*/ 1 w 55"/>
                  <a:gd name="T19" fmla="*/ 8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65">
                    <a:moveTo>
                      <a:pt x="0" y="0"/>
                    </a:moveTo>
                    <a:cubicBezTo>
                      <a:pt x="11" y="17"/>
                      <a:pt x="21" y="32"/>
                      <a:pt x="32" y="49"/>
                    </a:cubicBezTo>
                    <a:cubicBezTo>
                      <a:pt x="34" y="53"/>
                      <a:pt x="42" y="64"/>
                      <a:pt x="46" y="65"/>
                    </a:cubicBezTo>
                    <a:cubicBezTo>
                      <a:pt x="50" y="65"/>
                      <a:pt x="54" y="60"/>
                      <a:pt x="55" y="58"/>
                    </a:cubicBezTo>
                    <a:cubicBezTo>
                      <a:pt x="53" y="60"/>
                      <a:pt x="48" y="62"/>
                      <a:pt x="44" y="60"/>
                    </a:cubicBezTo>
                    <a:cubicBezTo>
                      <a:pt x="42" y="58"/>
                      <a:pt x="39" y="54"/>
                      <a:pt x="37" y="51"/>
                    </a:cubicBezTo>
                    <a:cubicBezTo>
                      <a:pt x="35" y="47"/>
                      <a:pt x="32" y="44"/>
                      <a:pt x="30" y="40"/>
                    </a:cubicBezTo>
                    <a:cubicBezTo>
                      <a:pt x="25" y="33"/>
                      <a:pt x="20" y="25"/>
                      <a:pt x="15" y="18"/>
                    </a:cubicBezTo>
                    <a:cubicBezTo>
                      <a:pt x="12" y="15"/>
                      <a:pt x="9" y="12"/>
                      <a:pt x="7" y="8"/>
                    </a:cubicBezTo>
                    <a:cubicBezTo>
                      <a:pt x="5" y="6"/>
                      <a:pt x="3" y="3"/>
                      <a:pt x="1" y="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8" name="Freeform 1392">
                <a:extLst>
                  <a:ext uri="{FF2B5EF4-FFF2-40B4-BE49-F238E27FC236}">
                    <a16:creationId xmlns:a16="http://schemas.microsoft.com/office/drawing/2014/main" id="{2069BF3D-48CD-4F0B-B0EE-31F29B657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3131"/>
                <a:ext cx="23" cy="27"/>
              </a:xfrm>
              <a:custGeom>
                <a:avLst/>
                <a:gdLst>
                  <a:gd name="T0" fmla="*/ 48 w 15"/>
                  <a:gd name="T1" fmla="*/ 35 h 17"/>
                  <a:gd name="T2" fmla="*/ 48 w 15"/>
                  <a:gd name="T3" fmla="*/ 56 h 17"/>
                  <a:gd name="T4" fmla="*/ 12 w 15"/>
                  <a:gd name="T5" fmla="*/ 21 h 17"/>
                  <a:gd name="T6" fmla="*/ 0 w 15"/>
                  <a:gd name="T7" fmla="*/ 0 h 17"/>
                  <a:gd name="T8" fmla="*/ 14 w 15"/>
                  <a:gd name="T9" fmla="*/ 27 h 17"/>
                  <a:gd name="T10" fmla="*/ 49 w 15"/>
                  <a:gd name="T11" fmla="*/ 64 h 17"/>
                  <a:gd name="T12" fmla="*/ 48 w 15"/>
                  <a:gd name="T13" fmla="*/ 3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13" y="9"/>
                    </a:moveTo>
                    <a:cubicBezTo>
                      <a:pt x="14" y="11"/>
                      <a:pt x="14" y="13"/>
                      <a:pt x="13" y="14"/>
                    </a:cubicBezTo>
                    <a:cubicBezTo>
                      <a:pt x="11" y="15"/>
                      <a:pt x="7" y="11"/>
                      <a:pt x="3" y="5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2"/>
                      <a:pt x="2" y="5"/>
                      <a:pt x="4" y="7"/>
                    </a:cubicBezTo>
                    <a:cubicBezTo>
                      <a:pt x="8" y="13"/>
                      <a:pt x="12" y="17"/>
                      <a:pt x="14" y="16"/>
                    </a:cubicBezTo>
                    <a:cubicBezTo>
                      <a:pt x="15" y="15"/>
                      <a:pt x="15" y="12"/>
                      <a:pt x="13" y="9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9" name="Freeform 1393">
                <a:extLst>
                  <a:ext uri="{FF2B5EF4-FFF2-40B4-BE49-F238E27FC236}">
                    <a16:creationId xmlns:a16="http://schemas.microsoft.com/office/drawing/2014/main" id="{13E85CA2-FFFF-4A4F-AF71-1F892F93F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3125"/>
                <a:ext cx="18" cy="24"/>
              </a:xfrm>
              <a:custGeom>
                <a:avLst/>
                <a:gdLst>
                  <a:gd name="T0" fmla="*/ 5 w 12"/>
                  <a:gd name="T1" fmla="*/ 8 h 15"/>
                  <a:gd name="T2" fmla="*/ 32 w 12"/>
                  <a:gd name="T3" fmla="*/ 42 h 15"/>
                  <a:gd name="T4" fmla="*/ 41 w 12"/>
                  <a:gd name="T5" fmla="*/ 61 h 15"/>
                  <a:gd name="T6" fmla="*/ 27 w 12"/>
                  <a:gd name="T7" fmla="*/ 34 h 15"/>
                  <a:gd name="T8" fmla="*/ 0 w 12"/>
                  <a:gd name="T9" fmla="*/ 5 h 15"/>
                  <a:gd name="T10" fmla="*/ 5 w 12"/>
                  <a:gd name="T11" fmla="*/ 26 h 15"/>
                  <a:gd name="T12" fmla="*/ 5 w 12"/>
                  <a:gd name="T13" fmla="*/ 8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5">
                    <a:moveTo>
                      <a:pt x="1" y="2"/>
                    </a:moveTo>
                    <a:cubicBezTo>
                      <a:pt x="2" y="1"/>
                      <a:pt x="6" y="5"/>
                      <a:pt x="9" y="10"/>
                    </a:cubicBezTo>
                    <a:cubicBezTo>
                      <a:pt x="10" y="12"/>
                      <a:pt x="11" y="14"/>
                      <a:pt x="12" y="15"/>
                    </a:cubicBezTo>
                    <a:cubicBezTo>
                      <a:pt x="12" y="14"/>
                      <a:pt x="10" y="11"/>
                      <a:pt x="8" y="8"/>
                    </a:cubicBezTo>
                    <a:cubicBezTo>
                      <a:pt x="5" y="3"/>
                      <a:pt x="2" y="0"/>
                      <a:pt x="0" y="1"/>
                    </a:cubicBezTo>
                    <a:cubicBezTo>
                      <a:pt x="0" y="2"/>
                      <a:pt x="0" y="3"/>
                      <a:pt x="1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0" name="Freeform 1394">
                <a:extLst>
                  <a:ext uri="{FF2B5EF4-FFF2-40B4-BE49-F238E27FC236}">
                    <a16:creationId xmlns:a16="http://schemas.microsoft.com/office/drawing/2014/main" id="{E637E1A5-D1DC-430E-93C3-1403FA5F6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077"/>
                <a:ext cx="111" cy="153"/>
              </a:xfrm>
              <a:custGeom>
                <a:avLst/>
                <a:gdLst>
                  <a:gd name="T0" fmla="*/ 242 w 74"/>
                  <a:gd name="T1" fmla="*/ 316 h 96"/>
                  <a:gd name="T2" fmla="*/ 122 w 74"/>
                  <a:gd name="T3" fmla="*/ 116 h 96"/>
                  <a:gd name="T4" fmla="*/ 59 w 74"/>
                  <a:gd name="T5" fmla="*/ 0 h 96"/>
                  <a:gd name="T6" fmla="*/ 0 w 74"/>
                  <a:gd name="T7" fmla="*/ 53 h 96"/>
                  <a:gd name="T8" fmla="*/ 53 w 74"/>
                  <a:gd name="T9" fmla="*/ 137 h 96"/>
                  <a:gd name="T10" fmla="*/ 161 w 74"/>
                  <a:gd name="T11" fmla="*/ 335 h 96"/>
                  <a:gd name="T12" fmla="*/ 207 w 74"/>
                  <a:gd name="T13" fmla="*/ 376 h 96"/>
                  <a:gd name="T14" fmla="*/ 234 w 74"/>
                  <a:gd name="T15" fmla="*/ 354 h 96"/>
                  <a:gd name="T16" fmla="*/ 242 w 74"/>
                  <a:gd name="T17" fmla="*/ 316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96">
                    <a:moveTo>
                      <a:pt x="71" y="78"/>
                    </a:moveTo>
                    <a:cubicBezTo>
                      <a:pt x="70" y="78"/>
                      <a:pt x="43" y="40"/>
                      <a:pt x="36" y="29"/>
                    </a:cubicBezTo>
                    <a:cubicBezTo>
                      <a:pt x="32" y="23"/>
                      <a:pt x="24" y="11"/>
                      <a:pt x="17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47" y="83"/>
                      <a:pt x="47" y="83"/>
                      <a:pt x="47" y="83"/>
                    </a:cubicBezTo>
                    <a:cubicBezTo>
                      <a:pt x="56" y="96"/>
                      <a:pt x="59" y="94"/>
                      <a:pt x="61" y="93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71" y="86"/>
                      <a:pt x="74" y="83"/>
                      <a:pt x="71" y="7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1" name="Freeform 1395">
                <a:extLst>
                  <a:ext uri="{FF2B5EF4-FFF2-40B4-BE49-F238E27FC236}">
                    <a16:creationId xmlns:a16="http://schemas.microsoft.com/office/drawing/2014/main" id="{4238EC08-8C6D-40AB-AE6C-3ACEB7C66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3526"/>
                <a:ext cx="192" cy="61"/>
              </a:xfrm>
              <a:custGeom>
                <a:avLst/>
                <a:gdLst>
                  <a:gd name="T0" fmla="*/ 39 w 128"/>
                  <a:gd name="T1" fmla="*/ 69 h 38"/>
                  <a:gd name="T2" fmla="*/ 291 w 128"/>
                  <a:gd name="T3" fmla="*/ 21 h 38"/>
                  <a:gd name="T4" fmla="*/ 386 w 128"/>
                  <a:gd name="T5" fmla="*/ 5 h 38"/>
                  <a:gd name="T6" fmla="*/ 423 w 128"/>
                  <a:gd name="T7" fmla="*/ 13 h 38"/>
                  <a:gd name="T8" fmla="*/ 431 w 128"/>
                  <a:gd name="T9" fmla="*/ 56 h 38"/>
                  <a:gd name="T10" fmla="*/ 405 w 128"/>
                  <a:gd name="T11" fmla="*/ 82 h 38"/>
                  <a:gd name="T12" fmla="*/ 174 w 128"/>
                  <a:gd name="T13" fmla="*/ 124 h 38"/>
                  <a:gd name="T14" fmla="*/ 39 w 128"/>
                  <a:gd name="T15" fmla="*/ 157 h 38"/>
                  <a:gd name="T16" fmla="*/ 5 w 128"/>
                  <a:gd name="T17" fmla="*/ 132 h 38"/>
                  <a:gd name="T18" fmla="*/ 0 w 128"/>
                  <a:gd name="T19" fmla="*/ 95 h 38"/>
                  <a:gd name="T20" fmla="*/ 5 w 128"/>
                  <a:gd name="T21" fmla="*/ 82 h 38"/>
                  <a:gd name="T22" fmla="*/ 39 w 128"/>
                  <a:gd name="T23" fmla="*/ 69 h 38"/>
                  <a:gd name="T24" fmla="*/ 39 w 128"/>
                  <a:gd name="T25" fmla="*/ 69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8" h="38">
                    <a:moveTo>
                      <a:pt x="11" y="17"/>
                    </a:moveTo>
                    <a:cubicBezTo>
                      <a:pt x="12" y="17"/>
                      <a:pt x="67" y="8"/>
                      <a:pt x="86" y="5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9" y="0"/>
                      <a:pt x="124" y="0"/>
                      <a:pt x="125" y="3"/>
                    </a:cubicBezTo>
                    <a:cubicBezTo>
                      <a:pt x="125" y="3"/>
                      <a:pt x="127" y="14"/>
                      <a:pt x="127" y="14"/>
                    </a:cubicBezTo>
                    <a:cubicBezTo>
                      <a:pt x="128" y="17"/>
                      <a:pt x="125" y="19"/>
                      <a:pt x="120" y="20"/>
                    </a:cubicBezTo>
                    <a:cubicBezTo>
                      <a:pt x="120" y="20"/>
                      <a:pt x="66" y="28"/>
                      <a:pt x="51" y="30"/>
                    </a:cubicBezTo>
                    <a:cubicBezTo>
                      <a:pt x="36" y="33"/>
                      <a:pt x="13" y="37"/>
                      <a:pt x="11" y="38"/>
                    </a:cubicBezTo>
                    <a:cubicBezTo>
                      <a:pt x="6" y="38"/>
                      <a:pt x="2" y="36"/>
                      <a:pt x="1" y="3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2"/>
                      <a:pt x="0" y="21"/>
                      <a:pt x="1" y="20"/>
                    </a:cubicBezTo>
                    <a:cubicBezTo>
                      <a:pt x="3" y="18"/>
                      <a:pt x="6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2" name="Freeform 1396">
                <a:extLst>
                  <a:ext uri="{FF2B5EF4-FFF2-40B4-BE49-F238E27FC236}">
                    <a16:creationId xmlns:a16="http://schemas.microsoft.com/office/drawing/2014/main" id="{737723CB-4862-408C-B98D-4F278F2BB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3502"/>
                <a:ext cx="192" cy="54"/>
              </a:xfrm>
              <a:custGeom>
                <a:avLst/>
                <a:gdLst>
                  <a:gd name="T0" fmla="*/ 383 w 128"/>
                  <a:gd name="T1" fmla="*/ 5 h 34"/>
                  <a:gd name="T2" fmla="*/ 431 w 128"/>
                  <a:gd name="T3" fmla="*/ 25 h 34"/>
                  <a:gd name="T4" fmla="*/ 432 w 128"/>
                  <a:gd name="T5" fmla="*/ 64 h 34"/>
                  <a:gd name="T6" fmla="*/ 396 w 128"/>
                  <a:gd name="T7" fmla="*/ 89 h 34"/>
                  <a:gd name="T8" fmla="*/ 291 w 128"/>
                  <a:gd name="T9" fmla="*/ 102 h 34"/>
                  <a:gd name="T10" fmla="*/ 45 w 128"/>
                  <a:gd name="T11" fmla="*/ 132 h 34"/>
                  <a:gd name="T12" fmla="*/ 5 w 128"/>
                  <a:gd name="T13" fmla="*/ 116 h 34"/>
                  <a:gd name="T14" fmla="*/ 0 w 128"/>
                  <a:gd name="T15" fmla="*/ 76 h 34"/>
                  <a:gd name="T16" fmla="*/ 18 w 128"/>
                  <a:gd name="T17" fmla="*/ 52 h 34"/>
                  <a:gd name="T18" fmla="*/ 207 w 128"/>
                  <a:gd name="T19" fmla="*/ 33 h 34"/>
                  <a:gd name="T20" fmla="*/ 383 w 128"/>
                  <a:gd name="T21" fmla="*/ 5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4">
                    <a:moveTo>
                      <a:pt x="113" y="1"/>
                    </a:moveTo>
                    <a:cubicBezTo>
                      <a:pt x="125" y="0"/>
                      <a:pt x="127" y="3"/>
                      <a:pt x="127" y="6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8" y="18"/>
                      <a:pt x="128" y="21"/>
                      <a:pt x="117" y="22"/>
                    </a:cubicBezTo>
                    <a:cubicBezTo>
                      <a:pt x="117" y="22"/>
                      <a:pt x="110" y="23"/>
                      <a:pt x="86" y="25"/>
                    </a:cubicBezTo>
                    <a:cubicBezTo>
                      <a:pt x="61" y="28"/>
                      <a:pt x="13" y="33"/>
                      <a:pt x="13" y="33"/>
                    </a:cubicBezTo>
                    <a:cubicBezTo>
                      <a:pt x="4" y="34"/>
                      <a:pt x="1" y="32"/>
                      <a:pt x="1" y="2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4"/>
                      <a:pt x="2" y="13"/>
                      <a:pt x="5" y="13"/>
                    </a:cubicBezTo>
                    <a:cubicBezTo>
                      <a:pt x="5" y="13"/>
                      <a:pt x="38" y="10"/>
                      <a:pt x="61" y="8"/>
                    </a:cubicBezTo>
                    <a:cubicBezTo>
                      <a:pt x="83" y="5"/>
                      <a:pt x="113" y="1"/>
                      <a:pt x="113" y="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3" name="Freeform 1397">
                <a:extLst>
                  <a:ext uri="{FF2B5EF4-FFF2-40B4-BE49-F238E27FC236}">
                    <a16:creationId xmlns:a16="http://schemas.microsoft.com/office/drawing/2014/main" id="{C2D9C6DA-C0DD-4A00-8B84-3306C64B1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3502"/>
                <a:ext cx="192" cy="46"/>
              </a:xfrm>
              <a:custGeom>
                <a:avLst/>
                <a:gdLst>
                  <a:gd name="T0" fmla="*/ 413 w 128"/>
                  <a:gd name="T1" fmla="*/ 33 h 29"/>
                  <a:gd name="T2" fmla="*/ 432 w 128"/>
                  <a:gd name="T3" fmla="*/ 56 h 29"/>
                  <a:gd name="T4" fmla="*/ 431 w 128"/>
                  <a:gd name="T5" fmla="*/ 95 h 29"/>
                  <a:gd name="T6" fmla="*/ 377 w 128"/>
                  <a:gd name="T7" fmla="*/ 111 h 29"/>
                  <a:gd name="T8" fmla="*/ 176 w 128"/>
                  <a:gd name="T9" fmla="*/ 95 h 29"/>
                  <a:gd name="T10" fmla="*/ 32 w 128"/>
                  <a:gd name="T11" fmla="*/ 89 h 29"/>
                  <a:gd name="T12" fmla="*/ 0 w 128"/>
                  <a:gd name="T13" fmla="*/ 63 h 29"/>
                  <a:gd name="T14" fmla="*/ 5 w 128"/>
                  <a:gd name="T15" fmla="*/ 25 h 29"/>
                  <a:gd name="T16" fmla="*/ 27 w 128"/>
                  <a:gd name="T17" fmla="*/ 0 h 29"/>
                  <a:gd name="T18" fmla="*/ 210 w 128"/>
                  <a:gd name="T19" fmla="*/ 16 h 29"/>
                  <a:gd name="T20" fmla="*/ 413 w 128"/>
                  <a:gd name="T21" fmla="*/ 33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9">
                    <a:moveTo>
                      <a:pt x="122" y="8"/>
                    </a:moveTo>
                    <a:cubicBezTo>
                      <a:pt x="127" y="8"/>
                      <a:pt x="128" y="12"/>
                      <a:pt x="128" y="14"/>
                    </a:cubicBezTo>
                    <a:cubicBezTo>
                      <a:pt x="127" y="24"/>
                      <a:pt x="127" y="24"/>
                      <a:pt x="127" y="24"/>
                    </a:cubicBezTo>
                    <a:cubicBezTo>
                      <a:pt x="127" y="27"/>
                      <a:pt x="127" y="29"/>
                      <a:pt x="111" y="2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22"/>
                      <a:pt x="0" y="19"/>
                      <a:pt x="0" y="1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2"/>
                      <a:pt x="3" y="0"/>
                      <a:pt x="8" y="0"/>
                    </a:cubicBezTo>
                    <a:cubicBezTo>
                      <a:pt x="8" y="0"/>
                      <a:pt x="49" y="4"/>
                      <a:pt x="62" y="4"/>
                    </a:cubicBezTo>
                    <a:cubicBezTo>
                      <a:pt x="74" y="5"/>
                      <a:pt x="121" y="8"/>
                      <a:pt x="122" y="8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4" name="Freeform 1398">
                <a:extLst>
                  <a:ext uri="{FF2B5EF4-FFF2-40B4-BE49-F238E27FC236}">
                    <a16:creationId xmlns:a16="http://schemas.microsoft.com/office/drawing/2014/main" id="{C50A2F96-C50A-4000-88DD-0511FF6FC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3515"/>
                <a:ext cx="192" cy="76"/>
              </a:xfrm>
              <a:custGeom>
                <a:avLst/>
                <a:gdLst>
                  <a:gd name="T0" fmla="*/ 21 w 128"/>
                  <a:gd name="T1" fmla="*/ 87 h 48"/>
                  <a:gd name="T2" fmla="*/ 21 w 128"/>
                  <a:gd name="T3" fmla="*/ 87 h 48"/>
                  <a:gd name="T4" fmla="*/ 5 w 128"/>
                  <a:gd name="T5" fmla="*/ 63 h 48"/>
                  <a:gd name="T6" fmla="*/ 12 w 128"/>
                  <a:gd name="T7" fmla="*/ 25 h 48"/>
                  <a:gd name="T8" fmla="*/ 68 w 128"/>
                  <a:gd name="T9" fmla="*/ 16 h 48"/>
                  <a:gd name="T10" fmla="*/ 261 w 128"/>
                  <a:gd name="T11" fmla="*/ 68 h 48"/>
                  <a:gd name="T12" fmla="*/ 396 w 128"/>
                  <a:gd name="T13" fmla="*/ 100 h 48"/>
                  <a:gd name="T14" fmla="*/ 432 w 128"/>
                  <a:gd name="T15" fmla="*/ 130 h 48"/>
                  <a:gd name="T16" fmla="*/ 423 w 128"/>
                  <a:gd name="T17" fmla="*/ 171 h 48"/>
                  <a:gd name="T18" fmla="*/ 399 w 128"/>
                  <a:gd name="T19" fmla="*/ 185 h 48"/>
                  <a:gd name="T20" fmla="*/ 207 w 128"/>
                  <a:gd name="T21" fmla="*/ 143 h 48"/>
                  <a:gd name="T22" fmla="*/ 21 w 128"/>
                  <a:gd name="T23" fmla="*/ 87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48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3" y="22"/>
                      <a:pt x="0" y="20"/>
                      <a:pt x="1" y="1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3"/>
                      <a:pt x="4" y="0"/>
                      <a:pt x="20" y="4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23" y="26"/>
                      <a:pt x="128" y="30"/>
                      <a:pt x="128" y="33"/>
                    </a:cubicBezTo>
                    <a:cubicBezTo>
                      <a:pt x="125" y="43"/>
                      <a:pt x="125" y="43"/>
                      <a:pt x="125" y="43"/>
                    </a:cubicBezTo>
                    <a:cubicBezTo>
                      <a:pt x="125" y="46"/>
                      <a:pt x="122" y="48"/>
                      <a:pt x="118" y="47"/>
                    </a:cubicBezTo>
                    <a:cubicBezTo>
                      <a:pt x="117" y="47"/>
                      <a:pt x="74" y="39"/>
                      <a:pt x="61" y="36"/>
                    </a:cubicBezTo>
                    <a:cubicBezTo>
                      <a:pt x="49" y="34"/>
                      <a:pt x="6" y="23"/>
                      <a:pt x="6" y="2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5" name="Freeform 1399">
                <a:extLst>
                  <a:ext uri="{FF2B5EF4-FFF2-40B4-BE49-F238E27FC236}">
                    <a16:creationId xmlns:a16="http://schemas.microsoft.com/office/drawing/2014/main" id="{87BB220B-2E09-4BE3-A214-540E4157B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3550"/>
                <a:ext cx="39" cy="14"/>
              </a:xfrm>
              <a:custGeom>
                <a:avLst/>
                <a:gdLst>
                  <a:gd name="T0" fmla="*/ 5 w 26"/>
                  <a:gd name="T1" fmla="*/ 22 h 9"/>
                  <a:gd name="T2" fmla="*/ 41 w 26"/>
                  <a:gd name="T3" fmla="*/ 5 h 9"/>
                  <a:gd name="T4" fmla="*/ 86 w 26"/>
                  <a:gd name="T5" fmla="*/ 12 h 9"/>
                  <a:gd name="T6" fmla="*/ 48 w 26"/>
                  <a:gd name="T7" fmla="*/ 30 h 9"/>
                  <a:gd name="T8" fmla="*/ 5 w 26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9">
                    <a:moveTo>
                      <a:pt x="1" y="6"/>
                    </a:moveTo>
                    <a:cubicBezTo>
                      <a:pt x="0" y="5"/>
                      <a:pt x="6" y="2"/>
                      <a:pt x="12" y="1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6" y="5"/>
                      <a:pt x="20" y="7"/>
                      <a:pt x="14" y="8"/>
                    </a:cubicBezTo>
                    <a:cubicBezTo>
                      <a:pt x="7" y="9"/>
                      <a:pt x="1" y="8"/>
                      <a:pt x="1" y="6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6" name="Freeform 1400">
                <a:extLst>
                  <a:ext uri="{FF2B5EF4-FFF2-40B4-BE49-F238E27FC236}">
                    <a16:creationId xmlns:a16="http://schemas.microsoft.com/office/drawing/2014/main" id="{7CE6D31B-09FF-4439-8CE4-ED055146F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3521"/>
                <a:ext cx="37" cy="13"/>
              </a:xfrm>
              <a:custGeom>
                <a:avLst/>
                <a:gdLst>
                  <a:gd name="T0" fmla="*/ 0 w 25"/>
                  <a:gd name="T1" fmla="*/ 13 h 8"/>
                  <a:gd name="T2" fmla="*/ 41 w 25"/>
                  <a:gd name="T3" fmla="*/ 5 h 8"/>
                  <a:gd name="T4" fmla="*/ 81 w 25"/>
                  <a:gd name="T5" fmla="*/ 21 h 8"/>
                  <a:gd name="T6" fmla="*/ 40 w 25"/>
                  <a:gd name="T7" fmla="*/ 34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6" y="0"/>
                      <a:pt x="13" y="1"/>
                    </a:cubicBezTo>
                    <a:cubicBezTo>
                      <a:pt x="19" y="1"/>
                      <a:pt x="25" y="3"/>
                      <a:pt x="25" y="5"/>
                    </a:cubicBezTo>
                    <a:cubicBezTo>
                      <a:pt x="25" y="7"/>
                      <a:pt x="19" y="8"/>
                      <a:pt x="12" y="8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7" name="Freeform 1401">
                <a:extLst>
                  <a:ext uri="{FF2B5EF4-FFF2-40B4-BE49-F238E27FC236}">
                    <a16:creationId xmlns:a16="http://schemas.microsoft.com/office/drawing/2014/main" id="{72AE38F6-08FE-422F-9A5D-B4BABEE0C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3551"/>
                <a:ext cx="37" cy="16"/>
              </a:xfrm>
              <a:custGeom>
                <a:avLst/>
                <a:gdLst>
                  <a:gd name="T0" fmla="*/ 81 w 25"/>
                  <a:gd name="T1" fmla="*/ 34 h 10"/>
                  <a:gd name="T2" fmla="*/ 40 w 25"/>
                  <a:gd name="T3" fmla="*/ 35 h 10"/>
                  <a:gd name="T4" fmla="*/ 1 w 25"/>
                  <a:gd name="T5" fmla="*/ 13 h 10"/>
                  <a:gd name="T6" fmla="*/ 46 w 25"/>
                  <a:gd name="T7" fmla="*/ 8 h 10"/>
                  <a:gd name="T8" fmla="*/ 81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5" y="8"/>
                    </a:moveTo>
                    <a:cubicBezTo>
                      <a:pt x="25" y="10"/>
                      <a:pt x="19" y="10"/>
                      <a:pt x="12" y="9"/>
                    </a:cubicBezTo>
                    <a:cubicBezTo>
                      <a:pt x="5" y="7"/>
                      <a:pt x="0" y="4"/>
                      <a:pt x="1" y="3"/>
                    </a:cubicBezTo>
                    <a:cubicBezTo>
                      <a:pt x="1" y="1"/>
                      <a:pt x="7" y="0"/>
                      <a:pt x="14" y="2"/>
                    </a:cubicBezTo>
                    <a:cubicBezTo>
                      <a:pt x="20" y="3"/>
                      <a:pt x="25" y="6"/>
                      <a:pt x="25" y="8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8" name="Freeform 1402">
                <a:extLst>
                  <a:ext uri="{FF2B5EF4-FFF2-40B4-BE49-F238E27FC236}">
                    <a16:creationId xmlns:a16="http://schemas.microsoft.com/office/drawing/2014/main" id="{532106C8-766E-4073-8B9F-4C5C58A93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3524"/>
                <a:ext cx="37" cy="13"/>
              </a:xfrm>
              <a:custGeom>
                <a:avLst/>
                <a:gdLst>
                  <a:gd name="T0" fmla="*/ 0 w 25"/>
                  <a:gd name="T1" fmla="*/ 21 h 8"/>
                  <a:gd name="T2" fmla="*/ 40 w 25"/>
                  <a:gd name="T3" fmla="*/ 5 h 8"/>
                  <a:gd name="T4" fmla="*/ 81 w 25"/>
                  <a:gd name="T5" fmla="*/ 13 h 8"/>
                  <a:gd name="T6" fmla="*/ 41 w 25"/>
                  <a:gd name="T7" fmla="*/ 34 h 8"/>
                  <a:gd name="T8" fmla="*/ 0 w 2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4"/>
                      <a:pt x="5" y="1"/>
                      <a:pt x="12" y="1"/>
                    </a:cubicBezTo>
                    <a:cubicBezTo>
                      <a:pt x="19" y="0"/>
                      <a:pt x="24" y="1"/>
                      <a:pt x="25" y="3"/>
                    </a:cubicBezTo>
                    <a:cubicBezTo>
                      <a:pt x="25" y="5"/>
                      <a:pt x="19" y="7"/>
                      <a:pt x="13" y="8"/>
                    </a:cubicBezTo>
                    <a:cubicBezTo>
                      <a:pt x="6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9" name="Freeform 1403">
                <a:extLst>
                  <a:ext uri="{FF2B5EF4-FFF2-40B4-BE49-F238E27FC236}">
                    <a16:creationId xmlns:a16="http://schemas.microsoft.com/office/drawing/2014/main" id="{A2D2CC3A-8C0F-4396-9AFB-3F29A60BB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3547"/>
                <a:ext cx="37" cy="14"/>
              </a:xfrm>
              <a:custGeom>
                <a:avLst/>
                <a:gdLst>
                  <a:gd name="T0" fmla="*/ 0 w 25"/>
                  <a:gd name="T1" fmla="*/ 22 h 9"/>
                  <a:gd name="T2" fmla="*/ 40 w 25"/>
                  <a:gd name="T3" fmla="*/ 5 h 9"/>
                  <a:gd name="T4" fmla="*/ 78 w 25"/>
                  <a:gd name="T5" fmla="*/ 12 h 9"/>
                  <a:gd name="T6" fmla="*/ 41 w 25"/>
                  <a:gd name="T7" fmla="*/ 30 h 9"/>
                  <a:gd name="T8" fmla="*/ 0 w 25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6"/>
                    </a:moveTo>
                    <a:cubicBezTo>
                      <a:pt x="0" y="4"/>
                      <a:pt x="5" y="2"/>
                      <a:pt x="12" y="1"/>
                    </a:cubicBezTo>
                    <a:cubicBezTo>
                      <a:pt x="18" y="0"/>
                      <a:pt x="24" y="1"/>
                      <a:pt x="24" y="3"/>
                    </a:cubicBezTo>
                    <a:cubicBezTo>
                      <a:pt x="25" y="5"/>
                      <a:pt x="19" y="7"/>
                      <a:pt x="13" y="8"/>
                    </a:cubicBezTo>
                    <a:cubicBezTo>
                      <a:pt x="6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0" name="Freeform 1404">
                <a:extLst>
                  <a:ext uri="{FF2B5EF4-FFF2-40B4-BE49-F238E27FC236}">
                    <a16:creationId xmlns:a16="http://schemas.microsoft.com/office/drawing/2014/main" id="{E8056AA5-3448-41F4-86D8-7756063E0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516"/>
                <a:ext cx="39" cy="13"/>
              </a:xfrm>
              <a:custGeom>
                <a:avLst/>
                <a:gdLst>
                  <a:gd name="T0" fmla="*/ 5 w 26"/>
                  <a:gd name="T1" fmla="*/ 13 h 8"/>
                  <a:gd name="T2" fmla="*/ 45 w 26"/>
                  <a:gd name="T3" fmla="*/ 0 h 8"/>
                  <a:gd name="T4" fmla="*/ 86 w 26"/>
                  <a:gd name="T5" fmla="*/ 21 h 8"/>
                  <a:gd name="T6" fmla="*/ 45 w 26"/>
                  <a:gd name="T7" fmla="*/ 29 h 8"/>
                  <a:gd name="T8" fmla="*/ 5 w 26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8">
                    <a:moveTo>
                      <a:pt x="1" y="3"/>
                    </a:moveTo>
                    <a:cubicBezTo>
                      <a:pt x="1" y="1"/>
                      <a:pt x="6" y="0"/>
                      <a:pt x="13" y="0"/>
                    </a:cubicBezTo>
                    <a:cubicBezTo>
                      <a:pt x="20" y="1"/>
                      <a:pt x="26" y="3"/>
                      <a:pt x="25" y="5"/>
                    </a:cubicBezTo>
                    <a:cubicBezTo>
                      <a:pt x="25" y="7"/>
                      <a:pt x="20" y="8"/>
                      <a:pt x="13" y="7"/>
                    </a:cubicBezTo>
                    <a:cubicBezTo>
                      <a:pt x="6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1" name="Freeform 1405">
                <a:extLst>
                  <a:ext uri="{FF2B5EF4-FFF2-40B4-BE49-F238E27FC236}">
                    <a16:creationId xmlns:a16="http://schemas.microsoft.com/office/drawing/2014/main" id="{063ED4E5-CF7F-4A52-BEF9-9168BD8FD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3545"/>
                <a:ext cx="37" cy="16"/>
              </a:xfrm>
              <a:custGeom>
                <a:avLst/>
                <a:gdLst>
                  <a:gd name="T0" fmla="*/ 78 w 25"/>
                  <a:gd name="T1" fmla="*/ 34 h 10"/>
                  <a:gd name="T2" fmla="*/ 36 w 25"/>
                  <a:gd name="T3" fmla="*/ 35 h 10"/>
                  <a:gd name="T4" fmla="*/ 0 w 25"/>
                  <a:gd name="T5" fmla="*/ 13 h 10"/>
                  <a:gd name="T6" fmla="*/ 41 w 25"/>
                  <a:gd name="T7" fmla="*/ 8 h 10"/>
                  <a:gd name="T8" fmla="*/ 78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4" y="8"/>
                    </a:moveTo>
                    <a:cubicBezTo>
                      <a:pt x="24" y="10"/>
                      <a:pt x="18" y="10"/>
                      <a:pt x="11" y="9"/>
                    </a:cubicBezTo>
                    <a:cubicBezTo>
                      <a:pt x="5" y="7"/>
                      <a:pt x="0" y="4"/>
                      <a:pt x="0" y="3"/>
                    </a:cubicBezTo>
                    <a:cubicBezTo>
                      <a:pt x="0" y="1"/>
                      <a:pt x="6" y="0"/>
                      <a:pt x="13" y="2"/>
                    </a:cubicBezTo>
                    <a:cubicBezTo>
                      <a:pt x="20" y="3"/>
                      <a:pt x="25" y="6"/>
                      <a:pt x="24" y="8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2" name="Freeform 1406">
                <a:extLst>
                  <a:ext uri="{FF2B5EF4-FFF2-40B4-BE49-F238E27FC236}">
                    <a16:creationId xmlns:a16="http://schemas.microsoft.com/office/drawing/2014/main" id="{007235B9-7326-4255-8B4E-88ACC4534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3521"/>
                <a:ext cx="37" cy="13"/>
              </a:xfrm>
              <a:custGeom>
                <a:avLst/>
                <a:gdLst>
                  <a:gd name="T0" fmla="*/ 0 w 25"/>
                  <a:gd name="T1" fmla="*/ 21 h 8"/>
                  <a:gd name="T2" fmla="*/ 40 w 25"/>
                  <a:gd name="T3" fmla="*/ 0 h 8"/>
                  <a:gd name="T4" fmla="*/ 81 w 25"/>
                  <a:gd name="T5" fmla="*/ 13 h 8"/>
                  <a:gd name="T6" fmla="*/ 41 w 25"/>
                  <a:gd name="T7" fmla="*/ 29 h 8"/>
                  <a:gd name="T8" fmla="*/ 0 w 2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3"/>
                      <a:pt x="5" y="1"/>
                      <a:pt x="12" y="0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4"/>
                      <a:pt x="20" y="7"/>
                      <a:pt x="13" y="7"/>
                    </a:cubicBezTo>
                    <a:cubicBezTo>
                      <a:pt x="6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3" name="Freeform 1407">
                <a:extLst>
                  <a:ext uri="{FF2B5EF4-FFF2-40B4-BE49-F238E27FC236}">
                    <a16:creationId xmlns:a16="http://schemas.microsoft.com/office/drawing/2014/main" id="{9A28A53B-4DB0-4299-B1C0-B7D9FE92C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548"/>
                <a:ext cx="39" cy="15"/>
              </a:xfrm>
              <a:custGeom>
                <a:avLst/>
                <a:gdLst>
                  <a:gd name="T0" fmla="*/ 5 w 26"/>
                  <a:gd name="T1" fmla="*/ 28 h 9"/>
                  <a:gd name="T2" fmla="*/ 41 w 26"/>
                  <a:gd name="T3" fmla="*/ 5 h 9"/>
                  <a:gd name="T4" fmla="*/ 86 w 26"/>
                  <a:gd name="T5" fmla="*/ 8 h 9"/>
                  <a:gd name="T6" fmla="*/ 45 w 26"/>
                  <a:gd name="T7" fmla="*/ 37 h 9"/>
                  <a:gd name="T8" fmla="*/ 5 w 26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9">
                    <a:moveTo>
                      <a:pt x="1" y="6"/>
                    </a:moveTo>
                    <a:cubicBezTo>
                      <a:pt x="0" y="4"/>
                      <a:pt x="6" y="2"/>
                      <a:pt x="12" y="1"/>
                    </a:cubicBezTo>
                    <a:cubicBezTo>
                      <a:pt x="19" y="0"/>
                      <a:pt x="25" y="0"/>
                      <a:pt x="25" y="2"/>
                    </a:cubicBezTo>
                    <a:cubicBezTo>
                      <a:pt x="26" y="4"/>
                      <a:pt x="20" y="7"/>
                      <a:pt x="13" y="8"/>
                    </a:cubicBezTo>
                    <a:cubicBezTo>
                      <a:pt x="7" y="9"/>
                      <a:pt x="1" y="8"/>
                      <a:pt x="1" y="6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4" name="Freeform 1408">
                <a:extLst>
                  <a:ext uri="{FF2B5EF4-FFF2-40B4-BE49-F238E27FC236}">
                    <a16:creationId xmlns:a16="http://schemas.microsoft.com/office/drawing/2014/main" id="{3E64533E-5078-4B18-9445-176D8B6AF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3548"/>
                <a:ext cx="32" cy="13"/>
              </a:xfrm>
              <a:custGeom>
                <a:avLst/>
                <a:gdLst>
                  <a:gd name="T0" fmla="*/ 46 w 21"/>
                  <a:gd name="T1" fmla="*/ 0 h 8"/>
                  <a:gd name="T2" fmla="*/ 62 w 21"/>
                  <a:gd name="T3" fmla="*/ 8 h 8"/>
                  <a:gd name="T4" fmla="*/ 21 w 21"/>
                  <a:gd name="T5" fmla="*/ 34 h 8"/>
                  <a:gd name="T6" fmla="*/ 0 w 21"/>
                  <a:gd name="T7" fmla="*/ 34 h 8"/>
                  <a:gd name="T8" fmla="*/ 27 w 21"/>
                  <a:gd name="T9" fmla="*/ 34 h 8"/>
                  <a:gd name="T10" fmla="*/ 70 w 21"/>
                  <a:gd name="T11" fmla="*/ 8 h 8"/>
                  <a:gd name="T12" fmla="*/ 46 w 2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8">
                    <a:moveTo>
                      <a:pt x="13" y="0"/>
                    </a:moveTo>
                    <a:cubicBezTo>
                      <a:pt x="16" y="0"/>
                      <a:pt x="18" y="1"/>
                      <a:pt x="18" y="2"/>
                    </a:cubicBezTo>
                    <a:cubicBezTo>
                      <a:pt x="18" y="4"/>
                      <a:pt x="13" y="7"/>
                      <a:pt x="6" y="8"/>
                    </a:cubicBezTo>
                    <a:cubicBezTo>
                      <a:pt x="4" y="8"/>
                      <a:pt x="2" y="8"/>
                      <a:pt x="0" y="8"/>
                    </a:cubicBezTo>
                    <a:cubicBezTo>
                      <a:pt x="3" y="8"/>
                      <a:pt x="5" y="8"/>
                      <a:pt x="8" y="8"/>
                    </a:cubicBezTo>
                    <a:cubicBezTo>
                      <a:pt x="15" y="7"/>
                      <a:pt x="21" y="4"/>
                      <a:pt x="20" y="2"/>
                    </a:cubicBezTo>
                    <a:cubicBezTo>
                      <a:pt x="20" y="1"/>
                      <a:pt x="17" y="0"/>
                      <a:pt x="13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5" name="Freeform 1409">
                <a:extLst>
                  <a:ext uri="{FF2B5EF4-FFF2-40B4-BE49-F238E27FC236}">
                    <a16:creationId xmlns:a16="http://schemas.microsoft.com/office/drawing/2014/main" id="{5080C5BB-64BA-4495-8672-EE5D6F43B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3550"/>
                <a:ext cx="27" cy="9"/>
              </a:xfrm>
              <a:custGeom>
                <a:avLst/>
                <a:gdLst>
                  <a:gd name="T0" fmla="*/ 5 w 18"/>
                  <a:gd name="T1" fmla="*/ 18 h 6"/>
                  <a:gd name="T2" fmla="*/ 39 w 18"/>
                  <a:gd name="T3" fmla="*/ 0 h 6"/>
                  <a:gd name="T4" fmla="*/ 62 w 18"/>
                  <a:gd name="T5" fmla="*/ 0 h 6"/>
                  <a:gd name="T6" fmla="*/ 32 w 18"/>
                  <a:gd name="T7" fmla="*/ 0 h 6"/>
                  <a:gd name="T8" fmla="*/ 0 w 18"/>
                  <a:gd name="T9" fmla="*/ 18 h 6"/>
                  <a:gd name="T10" fmla="*/ 14 w 18"/>
                  <a:gd name="T11" fmla="*/ 21 h 6"/>
                  <a:gd name="T12" fmla="*/ 5 w 18"/>
                  <a:gd name="T13" fmla="*/ 18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1" y="5"/>
                    </a:moveTo>
                    <a:cubicBezTo>
                      <a:pt x="1" y="3"/>
                      <a:pt x="6" y="1"/>
                      <a:pt x="11" y="0"/>
                    </a:cubicBezTo>
                    <a:cubicBezTo>
                      <a:pt x="14" y="0"/>
                      <a:pt x="16" y="0"/>
                      <a:pt x="18" y="0"/>
                    </a:cubicBezTo>
                    <a:cubicBezTo>
                      <a:pt x="16" y="0"/>
                      <a:pt x="13" y="0"/>
                      <a:pt x="9" y="0"/>
                    </a:cubicBezTo>
                    <a:cubicBezTo>
                      <a:pt x="4" y="1"/>
                      <a:pt x="0" y="3"/>
                      <a:pt x="0" y="5"/>
                    </a:cubicBezTo>
                    <a:cubicBezTo>
                      <a:pt x="0" y="6"/>
                      <a:pt x="2" y="6"/>
                      <a:pt x="4" y="6"/>
                    </a:cubicBezTo>
                    <a:cubicBezTo>
                      <a:pt x="3" y="6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6" name="Freeform 1410">
                <a:extLst>
                  <a:ext uri="{FF2B5EF4-FFF2-40B4-BE49-F238E27FC236}">
                    <a16:creationId xmlns:a16="http://schemas.microsoft.com/office/drawing/2014/main" id="{5ED6AD87-1C67-4EF7-B849-15BE7E4FF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3521"/>
                <a:ext cx="38" cy="14"/>
              </a:xfrm>
              <a:custGeom>
                <a:avLst/>
                <a:gdLst>
                  <a:gd name="T0" fmla="*/ 0 w 25"/>
                  <a:gd name="T1" fmla="*/ 22 h 9"/>
                  <a:gd name="T2" fmla="*/ 41 w 25"/>
                  <a:gd name="T3" fmla="*/ 5 h 9"/>
                  <a:gd name="T4" fmla="*/ 88 w 25"/>
                  <a:gd name="T5" fmla="*/ 12 h 9"/>
                  <a:gd name="T6" fmla="*/ 46 w 25"/>
                  <a:gd name="T7" fmla="*/ 30 h 9"/>
                  <a:gd name="T8" fmla="*/ 0 w 25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6"/>
                    </a:moveTo>
                    <a:cubicBezTo>
                      <a:pt x="0" y="4"/>
                      <a:pt x="5" y="2"/>
                      <a:pt x="12" y="1"/>
                    </a:cubicBezTo>
                    <a:cubicBezTo>
                      <a:pt x="19" y="0"/>
                      <a:pt x="24" y="1"/>
                      <a:pt x="25" y="3"/>
                    </a:cubicBezTo>
                    <a:cubicBezTo>
                      <a:pt x="25" y="5"/>
                      <a:pt x="19" y="7"/>
                      <a:pt x="13" y="8"/>
                    </a:cubicBezTo>
                    <a:cubicBezTo>
                      <a:pt x="6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7" name="Freeform 1411">
                <a:extLst>
                  <a:ext uri="{FF2B5EF4-FFF2-40B4-BE49-F238E27FC236}">
                    <a16:creationId xmlns:a16="http://schemas.microsoft.com/office/drawing/2014/main" id="{6CC6B6D0-FA62-4E95-8976-659A534AE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518"/>
                <a:ext cx="38" cy="13"/>
              </a:xfrm>
              <a:custGeom>
                <a:avLst/>
                <a:gdLst>
                  <a:gd name="T0" fmla="*/ 0 w 25"/>
                  <a:gd name="T1" fmla="*/ 13 h 8"/>
                  <a:gd name="T2" fmla="*/ 46 w 25"/>
                  <a:gd name="T3" fmla="*/ 5 h 8"/>
                  <a:gd name="T4" fmla="*/ 88 w 25"/>
                  <a:gd name="T5" fmla="*/ 21 h 8"/>
                  <a:gd name="T6" fmla="*/ 41 w 25"/>
                  <a:gd name="T7" fmla="*/ 34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6" y="0"/>
                      <a:pt x="13" y="1"/>
                    </a:cubicBezTo>
                    <a:cubicBezTo>
                      <a:pt x="20" y="1"/>
                      <a:pt x="25" y="3"/>
                      <a:pt x="25" y="5"/>
                    </a:cubicBezTo>
                    <a:cubicBezTo>
                      <a:pt x="25" y="7"/>
                      <a:pt x="19" y="8"/>
                      <a:pt x="12" y="8"/>
                    </a:cubicBezTo>
                    <a:cubicBezTo>
                      <a:pt x="6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8" name="Freeform 1412">
                <a:extLst>
                  <a:ext uri="{FF2B5EF4-FFF2-40B4-BE49-F238E27FC236}">
                    <a16:creationId xmlns:a16="http://schemas.microsoft.com/office/drawing/2014/main" id="{4179B2A9-FF93-46F6-86A6-2A5DE2FFB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8" y="3548"/>
                <a:ext cx="37" cy="16"/>
              </a:xfrm>
              <a:custGeom>
                <a:avLst/>
                <a:gdLst>
                  <a:gd name="T0" fmla="*/ 81 w 25"/>
                  <a:gd name="T1" fmla="*/ 29 h 10"/>
                  <a:gd name="T2" fmla="*/ 40 w 25"/>
                  <a:gd name="T3" fmla="*/ 34 h 10"/>
                  <a:gd name="T4" fmla="*/ 0 w 25"/>
                  <a:gd name="T5" fmla="*/ 8 h 10"/>
                  <a:gd name="T6" fmla="*/ 41 w 25"/>
                  <a:gd name="T7" fmla="*/ 5 h 10"/>
                  <a:gd name="T8" fmla="*/ 81 w 25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5" y="7"/>
                    </a:moveTo>
                    <a:cubicBezTo>
                      <a:pt x="24" y="9"/>
                      <a:pt x="18" y="10"/>
                      <a:pt x="12" y="8"/>
                    </a:cubicBezTo>
                    <a:cubicBezTo>
                      <a:pt x="5" y="7"/>
                      <a:pt x="0" y="4"/>
                      <a:pt x="0" y="2"/>
                    </a:cubicBezTo>
                    <a:cubicBezTo>
                      <a:pt x="1" y="0"/>
                      <a:pt x="6" y="0"/>
                      <a:pt x="13" y="1"/>
                    </a:cubicBezTo>
                    <a:cubicBezTo>
                      <a:pt x="20" y="3"/>
                      <a:pt x="25" y="5"/>
                      <a:pt x="25" y="7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9" name="Freeform 1413">
                <a:extLst>
                  <a:ext uri="{FF2B5EF4-FFF2-40B4-BE49-F238E27FC236}">
                    <a16:creationId xmlns:a16="http://schemas.microsoft.com/office/drawing/2014/main" id="{82E3E91A-89EC-439E-AAFD-DF19DA401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3545"/>
                <a:ext cx="78" cy="34"/>
              </a:xfrm>
              <a:custGeom>
                <a:avLst/>
                <a:gdLst>
                  <a:gd name="T0" fmla="*/ 8 w 52"/>
                  <a:gd name="T1" fmla="*/ 76 h 21"/>
                  <a:gd name="T2" fmla="*/ 8 w 52"/>
                  <a:gd name="T3" fmla="*/ 39 h 21"/>
                  <a:gd name="T4" fmla="*/ 48 w 52"/>
                  <a:gd name="T5" fmla="*/ 21 h 21"/>
                  <a:gd name="T6" fmla="*/ 116 w 52"/>
                  <a:gd name="T7" fmla="*/ 8 h 21"/>
                  <a:gd name="T8" fmla="*/ 147 w 52"/>
                  <a:gd name="T9" fmla="*/ 5 h 21"/>
                  <a:gd name="T10" fmla="*/ 176 w 52"/>
                  <a:gd name="T11" fmla="*/ 0 h 21"/>
                  <a:gd name="T12" fmla="*/ 48 w 52"/>
                  <a:gd name="T13" fmla="*/ 29 h 21"/>
                  <a:gd name="T14" fmla="*/ 14 w 52"/>
                  <a:gd name="T15" fmla="*/ 55 h 21"/>
                  <a:gd name="T16" fmla="*/ 12 w 52"/>
                  <a:gd name="T17" fmla="*/ 89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1">
                    <a:moveTo>
                      <a:pt x="2" y="18"/>
                    </a:moveTo>
                    <a:cubicBezTo>
                      <a:pt x="1" y="16"/>
                      <a:pt x="0" y="11"/>
                      <a:pt x="2" y="9"/>
                    </a:cubicBezTo>
                    <a:cubicBezTo>
                      <a:pt x="4" y="7"/>
                      <a:pt x="11" y="6"/>
                      <a:pt x="14" y="5"/>
                    </a:cubicBezTo>
                    <a:cubicBezTo>
                      <a:pt x="21" y="4"/>
                      <a:pt x="27" y="3"/>
                      <a:pt x="34" y="2"/>
                    </a:cubicBezTo>
                    <a:cubicBezTo>
                      <a:pt x="37" y="2"/>
                      <a:pt x="40" y="2"/>
                      <a:pt x="43" y="1"/>
                    </a:cubicBezTo>
                    <a:cubicBezTo>
                      <a:pt x="46" y="1"/>
                      <a:pt x="49" y="0"/>
                      <a:pt x="52" y="0"/>
                    </a:cubicBezTo>
                    <a:cubicBezTo>
                      <a:pt x="40" y="4"/>
                      <a:pt x="26" y="4"/>
                      <a:pt x="14" y="7"/>
                    </a:cubicBezTo>
                    <a:cubicBezTo>
                      <a:pt x="10" y="8"/>
                      <a:pt x="6" y="10"/>
                      <a:pt x="4" y="13"/>
                    </a:cubicBezTo>
                    <a:cubicBezTo>
                      <a:pt x="3" y="15"/>
                      <a:pt x="2" y="18"/>
                      <a:pt x="3" y="2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0" name="Freeform 1414">
                <a:extLst>
                  <a:ext uri="{FF2B5EF4-FFF2-40B4-BE49-F238E27FC236}">
                    <a16:creationId xmlns:a16="http://schemas.microsoft.com/office/drawing/2014/main" id="{528D613C-4B8D-4263-82E0-E2ED138A9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3534"/>
                <a:ext cx="120" cy="40"/>
              </a:xfrm>
              <a:custGeom>
                <a:avLst/>
                <a:gdLst>
                  <a:gd name="T0" fmla="*/ 0 w 80"/>
                  <a:gd name="T1" fmla="*/ 102 h 25"/>
                  <a:gd name="T2" fmla="*/ 201 w 80"/>
                  <a:gd name="T3" fmla="*/ 67 h 25"/>
                  <a:gd name="T4" fmla="*/ 264 w 80"/>
                  <a:gd name="T5" fmla="*/ 46 h 25"/>
                  <a:gd name="T6" fmla="*/ 257 w 80"/>
                  <a:gd name="T7" fmla="*/ 0 h 25"/>
                  <a:gd name="T8" fmla="*/ 248 w 80"/>
                  <a:gd name="T9" fmla="*/ 42 h 25"/>
                  <a:gd name="T10" fmla="*/ 210 w 80"/>
                  <a:gd name="T11" fmla="*/ 54 h 25"/>
                  <a:gd name="T12" fmla="*/ 162 w 80"/>
                  <a:gd name="T13" fmla="*/ 61 h 25"/>
                  <a:gd name="T14" fmla="*/ 80 w 80"/>
                  <a:gd name="T15" fmla="*/ 82 h 25"/>
                  <a:gd name="T16" fmla="*/ 35 w 80"/>
                  <a:gd name="T17" fmla="*/ 94 h 25"/>
                  <a:gd name="T18" fmla="*/ 5 w 80"/>
                  <a:gd name="T19" fmla="*/ 102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25">
                    <a:moveTo>
                      <a:pt x="0" y="25"/>
                    </a:moveTo>
                    <a:cubicBezTo>
                      <a:pt x="20" y="22"/>
                      <a:pt x="39" y="18"/>
                      <a:pt x="59" y="16"/>
                    </a:cubicBezTo>
                    <a:cubicBezTo>
                      <a:pt x="63" y="15"/>
                      <a:pt x="75" y="15"/>
                      <a:pt x="78" y="11"/>
                    </a:cubicBezTo>
                    <a:cubicBezTo>
                      <a:pt x="80" y="8"/>
                      <a:pt x="77" y="2"/>
                      <a:pt x="76" y="0"/>
                    </a:cubicBezTo>
                    <a:cubicBezTo>
                      <a:pt x="76" y="3"/>
                      <a:pt x="77" y="8"/>
                      <a:pt x="73" y="10"/>
                    </a:cubicBezTo>
                    <a:cubicBezTo>
                      <a:pt x="70" y="12"/>
                      <a:pt x="65" y="12"/>
                      <a:pt x="62" y="13"/>
                    </a:cubicBezTo>
                    <a:cubicBezTo>
                      <a:pt x="57" y="14"/>
                      <a:pt x="53" y="15"/>
                      <a:pt x="48" y="15"/>
                    </a:cubicBezTo>
                    <a:cubicBezTo>
                      <a:pt x="40" y="17"/>
                      <a:pt x="31" y="18"/>
                      <a:pt x="23" y="20"/>
                    </a:cubicBezTo>
                    <a:cubicBezTo>
                      <a:pt x="19" y="21"/>
                      <a:pt x="14" y="22"/>
                      <a:pt x="10" y="23"/>
                    </a:cubicBezTo>
                    <a:cubicBezTo>
                      <a:pt x="7" y="23"/>
                      <a:pt x="4" y="23"/>
                      <a:pt x="1" y="25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1" name="Freeform 1415">
                <a:extLst>
                  <a:ext uri="{FF2B5EF4-FFF2-40B4-BE49-F238E27FC236}">
                    <a16:creationId xmlns:a16="http://schemas.microsoft.com/office/drawing/2014/main" id="{A858EB9E-0B68-4F19-B168-5C0FB3563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3521"/>
                <a:ext cx="81" cy="19"/>
              </a:xfrm>
              <a:custGeom>
                <a:avLst/>
                <a:gdLst>
                  <a:gd name="T0" fmla="*/ 0 w 54"/>
                  <a:gd name="T1" fmla="*/ 40 h 12"/>
                  <a:gd name="T2" fmla="*/ 14 w 54"/>
                  <a:gd name="T3" fmla="*/ 5 h 12"/>
                  <a:gd name="T4" fmla="*/ 54 w 54"/>
                  <a:gd name="T5" fmla="*/ 8 h 12"/>
                  <a:gd name="T6" fmla="*/ 122 w 54"/>
                  <a:gd name="T7" fmla="*/ 27 h 12"/>
                  <a:gd name="T8" fmla="*/ 153 w 54"/>
                  <a:gd name="T9" fmla="*/ 35 h 12"/>
                  <a:gd name="T10" fmla="*/ 183 w 54"/>
                  <a:gd name="T11" fmla="*/ 43 h 12"/>
                  <a:gd name="T12" fmla="*/ 54 w 54"/>
                  <a:gd name="T13" fmla="*/ 16 h 12"/>
                  <a:gd name="T14" fmla="*/ 14 w 54"/>
                  <a:gd name="T15" fmla="*/ 25 h 12"/>
                  <a:gd name="T16" fmla="*/ 0 w 54"/>
                  <a:gd name="T17" fmla="*/ 48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2">
                    <a:moveTo>
                      <a:pt x="0" y="10"/>
                    </a:moveTo>
                    <a:cubicBezTo>
                      <a:pt x="1" y="7"/>
                      <a:pt x="1" y="3"/>
                      <a:pt x="4" y="1"/>
                    </a:cubicBezTo>
                    <a:cubicBezTo>
                      <a:pt x="7" y="0"/>
                      <a:pt x="13" y="2"/>
                      <a:pt x="16" y="2"/>
                    </a:cubicBezTo>
                    <a:cubicBezTo>
                      <a:pt x="23" y="4"/>
                      <a:pt x="29" y="5"/>
                      <a:pt x="36" y="7"/>
                    </a:cubicBezTo>
                    <a:cubicBezTo>
                      <a:pt x="39" y="7"/>
                      <a:pt x="42" y="8"/>
                      <a:pt x="45" y="9"/>
                    </a:cubicBezTo>
                    <a:cubicBezTo>
                      <a:pt x="48" y="9"/>
                      <a:pt x="51" y="10"/>
                      <a:pt x="54" y="11"/>
                    </a:cubicBezTo>
                    <a:cubicBezTo>
                      <a:pt x="41" y="10"/>
                      <a:pt x="28" y="6"/>
                      <a:pt x="16" y="4"/>
                    </a:cubicBezTo>
                    <a:cubicBezTo>
                      <a:pt x="11" y="4"/>
                      <a:pt x="7" y="3"/>
                      <a:pt x="4" y="6"/>
                    </a:cubicBezTo>
                    <a:cubicBezTo>
                      <a:pt x="2" y="7"/>
                      <a:pt x="1" y="10"/>
                      <a:pt x="0" y="12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2" name="Freeform 1416">
                <a:extLst>
                  <a:ext uri="{FF2B5EF4-FFF2-40B4-BE49-F238E27FC236}">
                    <a16:creationId xmlns:a16="http://schemas.microsoft.com/office/drawing/2014/main" id="{E7D09F26-8D0B-4AEF-BA3E-484222510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3518"/>
                <a:ext cx="80" cy="29"/>
              </a:xfrm>
              <a:custGeom>
                <a:avLst/>
                <a:gdLst>
                  <a:gd name="T0" fmla="*/ 8 w 53"/>
                  <a:gd name="T1" fmla="*/ 68 h 18"/>
                  <a:gd name="T2" fmla="*/ 8 w 53"/>
                  <a:gd name="T3" fmla="*/ 26 h 18"/>
                  <a:gd name="T4" fmla="*/ 53 w 53"/>
                  <a:gd name="T5" fmla="*/ 16 h 18"/>
                  <a:gd name="T6" fmla="*/ 121 w 53"/>
                  <a:gd name="T7" fmla="*/ 8 h 18"/>
                  <a:gd name="T8" fmla="*/ 155 w 53"/>
                  <a:gd name="T9" fmla="*/ 5 h 18"/>
                  <a:gd name="T10" fmla="*/ 183 w 53"/>
                  <a:gd name="T11" fmla="*/ 0 h 18"/>
                  <a:gd name="T12" fmla="*/ 53 w 53"/>
                  <a:gd name="T13" fmla="*/ 26 h 18"/>
                  <a:gd name="T14" fmla="*/ 18 w 53"/>
                  <a:gd name="T15" fmla="*/ 42 h 18"/>
                  <a:gd name="T16" fmla="*/ 12 w 53"/>
                  <a:gd name="T17" fmla="*/ 7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8">
                    <a:moveTo>
                      <a:pt x="2" y="16"/>
                    </a:moveTo>
                    <a:cubicBezTo>
                      <a:pt x="2" y="13"/>
                      <a:pt x="0" y="8"/>
                      <a:pt x="2" y="6"/>
                    </a:cubicBezTo>
                    <a:cubicBezTo>
                      <a:pt x="4" y="4"/>
                      <a:pt x="12" y="4"/>
                      <a:pt x="15" y="4"/>
                    </a:cubicBezTo>
                    <a:cubicBezTo>
                      <a:pt x="22" y="3"/>
                      <a:pt x="29" y="2"/>
                      <a:pt x="35" y="2"/>
                    </a:cubicBezTo>
                    <a:cubicBezTo>
                      <a:pt x="38" y="1"/>
                      <a:pt x="41" y="1"/>
                      <a:pt x="45" y="1"/>
                    </a:cubicBezTo>
                    <a:cubicBezTo>
                      <a:pt x="47" y="0"/>
                      <a:pt x="51" y="0"/>
                      <a:pt x="53" y="0"/>
                    </a:cubicBezTo>
                    <a:cubicBezTo>
                      <a:pt x="42" y="4"/>
                      <a:pt x="28" y="3"/>
                      <a:pt x="15" y="6"/>
                    </a:cubicBezTo>
                    <a:cubicBezTo>
                      <a:pt x="11" y="6"/>
                      <a:pt x="7" y="8"/>
                      <a:pt x="5" y="10"/>
                    </a:cubicBezTo>
                    <a:cubicBezTo>
                      <a:pt x="4" y="13"/>
                      <a:pt x="3" y="16"/>
                      <a:pt x="3" y="18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3" name="Freeform 1417">
                <a:extLst>
                  <a:ext uri="{FF2B5EF4-FFF2-40B4-BE49-F238E27FC236}">
                    <a16:creationId xmlns:a16="http://schemas.microsoft.com/office/drawing/2014/main" id="{7C755728-B26D-4B18-B99B-5315C636D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3511"/>
                <a:ext cx="120" cy="36"/>
              </a:xfrm>
              <a:custGeom>
                <a:avLst/>
                <a:gdLst>
                  <a:gd name="T0" fmla="*/ 0 w 80"/>
                  <a:gd name="T1" fmla="*/ 92 h 22"/>
                  <a:gd name="T2" fmla="*/ 201 w 80"/>
                  <a:gd name="T3" fmla="*/ 67 h 22"/>
                  <a:gd name="T4" fmla="*/ 264 w 80"/>
                  <a:gd name="T5" fmla="*/ 47 h 22"/>
                  <a:gd name="T6" fmla="*/ 261 w 80"/>
                  <a:gd name="T7" fmla="*/ 0 h 22"/>
                  <a:gd name="T8" fmla="*/ 248 w 80"/>
                  <a:gd name="T9" fmla="*/ 43 h 22"/>
                  <a:gd name="T10" fmla="*/ 210 w 80"/>
                  <a:gd name="T11" fmla="*/ 56 h 22"/>
                  <a:gd name="T12" fmla="*/ 162 w 80"/>
                  <a:gd name="T13" fmla="*/ 62 h 22"/>
                  <a:gd name="T14" fmla="*/ 80 w 80"/>
                  <a:gd name="T15" fmla="*/ 75 h 22"/>
                  <a:gd name="T16" fmla="*/ 35 w 80"/>
                  <a:gd name="T17" fmla="*/ 88 h 22"/>
                  <a:gd name="T18" fmla="*/ 5 w 80"/>
                  <a:gd name="T19" fmla="*/ 97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22">
                    <a:moveTo>
                      <a:pt x="0" y="21"/>
                    </a:moveTo>
                    <a:cubicBezTo>
                      <a:pt x="19" y="19"/>
                      <a:pt x="39" y="16"/>
                      <a:pt x="59" y="15"/>
                    </a:cubicBezTo>
                    <a:cubicBezTo>
                      <a:pt x="63" y="15"/>
                      <a:pt x="75" y="15"/>
                      <a:pt x="78" y="11"/>
                    </a:cubicBezTo>
                    <a:cubicBezTo>
                      <a:pt x="80" y="8"/>
                      <a:pt x="78" y="3"/>
                      <a:pt x="77" y="0"/>
                    </a:cubicBezTo>
                    <a:cubicBezTo>
                      <a:pt x="77" y="3"/>
                      <a:pt x="77" y="8"/>
                      <a:pt x="73" y="10"/>
                    </a:cubicBezTo>
                    <a:cubicBezTo>
                      <a:pt x="70" y="12"/>
                      <a:pt x="65" y="12"/>
                      <a:pt x="62" y="13"/>
                    </a:cubicBezTo>
                    <a:cubicBezTo>
                      <a:pt x="58" y="13"/>
                      <a:pt x="53" y="14"/>
                      <a:pt x="48" y="14"/>
                    </a:cubicBezTo>
                    <a:cubicBezTo>
                      <a:pt x="40" y="15"/>
                      <a:pt x="31" y="16"/>
                      <a:pt x="23" y="17"/>
                    </a:cubicBezTo>
                    <a:cubicBezTo>
                      <a:pt x="18" y="18"/>
                      <a:pt x="14" y="19"/>
                      <a:pt x="10" y="20"/>
                    </a:cubicBezTo>
                    <a:cubicBezTo>
                      <a:pt x="7" y="20"/>
                      <a:pt x="4" y="20"/>
                      <a:pt x="1" y="2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4" name="Freeform 1418">
                <a:extLst>
                  <a:ext uri="{FF2B5EF4-FFF2-40B4-BE49-F238E27FC236}">
                    <a16:creationId xmlns:a16="http://schemas.microsoft.com/office/drawing/2014/main" id="{955AD253-7B56-4046-AC34-BAA6CE4C4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3505"/>
                <a:ext cx="81" cy="22"/>
              </a:xfrm>
              <a:custGeom>
                <a:avLst/>
                <a:gdLst>
                  <a:gd name="T0" fmla="*/ 5 w 54"/>
                  <a:gd name="T1" fmla="*/ 42 h 14"/>
                  <a:gd name="T2" fmla="*/ 12 w 54"/>
                  <a:gd name="T3" fmla="*/ 5 h 14"/>
                  <a:gd name="T4" fmla="*/ 54 w 54"/>
                  <a:gd name="T5" fmla="*/ 5 h 14"/>
                  <a:gd name="T6" fmla="*/ 122 w 54"/>
                  <a:gd name="T7" fmla="*/ 13 h 14"/>
                  <a:gd name="T8" fmla="*/ 153 w 54"/>
                  <a:gd name="T9" fmla="*/ 13 h 14"/>
                  <a:gd name="T10" fmla="*/ 183 w 54"/>
                  <a:gd name="T11" fmla="*/ 14 h 14"/>
                  <a:gd name="T12" fmla="*/ 54 w 54"/>
                  <a:gd name="T13" fmla="*/ 13 h 14"/>
                  <a:gd name="T14" fmla="*/ 18 w 54"/>
                  <a:gd name="T15" fmla="*/ 22 h 14"/>
                  <a:gd name="T16" fmla="*/ 8 w 54"/>
                  <a:gd name="T17" fmla="*/ 55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1" y="11"/>
                    </a:moveTo>
                    <a:cubicBezTo>
                      <a:pt x="1" y="9"/>
                      <a:pt x="0" y="3"/>
                      <a:pt x="3" y="1"/>
                    </a:cubicBezTo>
                    <a:cubicBezTo>
                      <a:pt x="5" y="0"/>
                      <a:pt x="12" y="1"/>
                      <a:pt x="16" y="1"/>
                    </a:cubicBezTo>
                    <a:cubicBezTo>
                      <a:pt x="23" y="2"/>
                      <a:pt x="29" y="2"/>
                      <a:pt x="36" y="3"/>
                    </a:cubicBezTo>
                    <a:cubicBezTo>
                      <a:pt x="39" y="3"/>
                      <a:pt x="42" y="3"/>
                      <a:pt x="45" y="3"/>
                    </a:cubicBezTo>
                    <a:cubicBezTo>
                      <a:pt x="48" y="3"/>
                      <a:pt x="52" y="3"/>
                      <a:pt x="54" y="4"/>
                    </a:cubicBezTo>
                    <a:cubicBezTo>
                      <a:pt x="42" y="6"/>
                      <a:pt x="28" y="3"/>
                      <a:pt x="16" y="3"/>
                    </a:cubicBezTo>
                    <a:cubicBezTo>
                      <a:pt x="11" y="3"/>
                      <a:pt x="7" y="4"/>
                      <a:pt x="5" y="6"/>
                    </a:cubicBezTo>
                    <a:cubicBezTo>
                      <a:pt x="3" y="8"/>
                      <a:pt x="2" y="11"/>
                      <a:pt x="2" y="1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5" name="Freeform 1419">
                <a:extLst>
                  <a:ext uri="{FF2B5EF4-FFF2-40B4-BE49-F238E27FC236}">
                    <a16:creationId xmlns:a16="http://schemas.microsoft.com/office/drawing/2014/main" id="{8DBA2A65-8C78-467B-BB40-A077B5742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3524"/>
                <a:ext cx="122" cy="23"/>
              </a:xfrm>
              <a:custGeom>
                <a:avLst/>
                <a:gdLst>
                  <a:gd name="T0" fmla="*/ 0 w 81"/>
                  <a:gd name="T1" fmla="*/ 35 h 14"/>
                  <a:gd name="T2" fmla="*/ 196 w 81"/>
                  <a:gd name="T3" fmla="*/ 58 h 14"/>
                  <a:gd name="T4" fmla="*/ 270 w 81"/>
                  <a:gd name="T5" fmla="*/ 49 h 14"/>
                  <a:gd name="T6" fmla="*/ 270 w 81"/>
                  <a:gd name="T7" fmla="*/ 0 h 14"/>
                  <a:gd name="T8" fmla="*/ 252 w 81"/>
                  <a:gd name="T9" fmla="*/ 41 h 14"/>
                  <a:gd name="T10" fmla="*/ 215 w 81"/>
                  <a:gd name="T11" fmla="*/ 41 h 14"/>
                  <a:gd name="T12" fmla="*/ 167 w 81"/>
                  <a:gd name="T13" fmla="*/ 41 h 14"/>
                  <a:gd name="T14" fmla="*/ 80 w 81"/>
                  <a:gd name="T15" fmla="*/ 33 h 14"/>
                  <a:gd name="T16" fmla="*/ 35 w 81"/>
                  <a:gd name="T17" fmla="*/ 35 h 14"/>
                  <a:gd name="T18" fmla="*/ 5 w 81"/>
                  <a:gd name="T19" fmla="*/ 35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4">
                    <a:moveTo>
                      <a:pt x="0" y="8"/>
                    </a:moveTo>
                    <a:cubicBezTo>
                      <a:pt x="19" y="9"/>
                      <a:pt x="38" y="11"/>
                      <a:pt x="57" y="13"/>
                    </a:cubicBezTo>
                    <a:cubicBezTo>
                      <a:pt x="62" y="13"/>
                      <a:pt x="75" y="14"/>
                      <a:pt x="79" y="11"/>
                    </a:cubicBezTo>
                    <a:cubicBezTo>
                      <a:pt x="81" y="8"/>
                      <a:pt x="80" y="2"/>
                      <a:pt x="79" y="0"/>
                    </a:cubicBezTo>
                    <a:cubicBezTo>
                      <a:pt x="79" y="3"/>
                      <a:pt x="78" y="8"/>
                      <a:pt x="74" y="9"/>
                    </a:cubicBezTo>
                    <a:cubicBezTo>
                      <a:pt x="71" y="10"/>
                      <a:pt x="66" y="10"/>
                      <a:pt x="63" y="9"/>
                    </a:cubicBezTo>
                    <a:cubicBezTo>
                      <a:pt x="58" y="9"/>
                      <a:pt x="54" y="9"/>
                      <a:pt x="49" y="9"/>
                    </a:cubicBezTo>
                    <a:cubicBezTo>
                      <a:pt x="40" y="8"/>
                      <a:pt x="32" y="7"/>
                      <a:pt x="23" y="7"/>
                    </a:cubicBezTo>
                    <a:cubicBezTo>
                      <a:pt x="19" y="7"/>
                      <a:pt x="14" y="8"/>
                      <a:pt x="10" y="8"/>
                    </a:cubicBezTo>
                    <a:cubicBezTo>
                      <a:pt x="7" y="8"/>
                      <a:pt x="4" y="7"/>
                      <a:pt x="1" y="8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6" name="Freeform 1420">
                <a:extLst>
                  <a:ext uri="{FF2B5EF4-FFF2-40B4-BE49-F238E27FC236}">
                    <a16:creationId xmlns:a16="http://schemas.microsoft.com/office/drawing/2014/main" id="{552ACDA8-5F15-45D2-8D81-360E56D99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3561"/>
                <a:ext cx="136" cy="27"/>
              </a:xfrm>
              <a:custGeom>
                <a:avLst/>
                <a:gdLst>
                  <a:gd name="T0" fmla="*/ 297 w 91"/>
                  <a:gd name="T1" fmla="*/ 27 h 17"/>
                  <a:gd name="T2" fmla="*/ 284 w 91"/>
                  <a:gd name="T3" fmla="*/ 64 h 17"/>
                  <a:gd name="T4" fmla="*/ 235 w 91"/>
                  <a:gd name="T5" fmla="*/ 56 h 17"/>
                  <a:gd name="T6" fmla="*/ 157 w 91"/>
                  <a:gd name="T7" fmla="*/ 40 h 17"/>
                  <a:gd name="T8" fmla="*/ 0 w 91"/>
                  <a:gd name="T9" fmla="*/ 0 h 17"/>
                  <a:gd name="T10" fmla="*/ 108 w 91"/>
                  <a:gd name="T11" fmla="*/ 25 h 17"/>
                  <a:gd name="T12" fmla="*/ 217 w 91"/>
                  <a:gd name="T13" fmla="*/ 43 h 17"/>
                  <a:gd name="T14" fmla="*/ 290 w 91"/>
                  <a:gd name="T15" fmla="*/ 0 h 17"/>
                  <a:gd name="T16" fmla="*/ 302 w 91"/>
                  <a:gd name="T17" fmla="*/ 25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17">
                    <a:moveTo>
                      <a:pt x="89" y="7"/>
                    </a:moveTo>
                    <a:cubicBezTo>
                      <a:pt x="89" y="10"/>
                      <a:pt x="90" y="15"/>
                      <a:pt x="85" y="16"/>
                    </a:cubicBezTo>
                    <a:cubicBezTo>
                      <a:pt x="81" y="17"/>
                      <a:pt x="74" y="15"/>
                      <a:pt x="70" y="14"/>
                    </a:cubicBezTo>
                    <a:cubicBezTo>
                      <a:pt x="60" y="12"/>
                      <a:pt x="57" y="11"/>
                      <a:pt x="47" y="10"/>
                    </a:cubicBezTo>
                    <a:cubicBezTo>
                      <a:pt x="34" y="7"/>
                      <a:pt x="13" y="4"/>
                      <a:pt x="0" y="0"/>
                    </a:cubicBezTo>
                    <a:cubicBezTo>
                      <a:pt x="10" y="1"/>
                      <a:pt x="22" y="4"/>
                      <a:pt x="32" y="6"/>
                    </a:cubicBezTo>
                    <a:cubicBezTo>
                      <a:pt x="43" y="8"/>
                      <a:pt x="53" y="9"/>
                      <a:pt x="65" y="11"/>
                    </a:cubicBezTo>
                    <a:cubicBezTo>
                      <a:pt x="75" y="12"/>
                      <a:pt x="91" y="10"/>
                      <a:pt x="87" y="0"/>
                    </a:cubicBezTo>
                    <a:cubicBezTo>
                      <a:pt x="90" y="2"/>
                      <a:pt x="89" y="4"/>
                      <a:pt x="90" y="6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7" name="Freeform 1421">
                <a:extLst>
                  <a:ext uri="{FF2B5EF4-FFF2-40B4-BE49-F238E27FC236}">
                    <a16:creationId xmlns:a16="http://schemas.microsoft.com/office/drawing/2014/main" id="{E2790B88-0369-433F-BDB1-CEA2FE206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3523"/>
                <a:ext cx="30" cy="11"/>
              </a:xfrm>
              <a:custGeom>
                <a:avLst/>
                <a:gdLst>
                  <a:gd name="T0" fmla="*/ 45 w 20"/>
                  <a:gd name="T1" fmla="*/ 0 h 7"/>
                  <a:gd name="T2" fmla="*/ 59 w 20"/>
                  <a:gd name="T3" fmla="*/ 8 h 7"/>
                  <a:gd name="T4" fmla="*/ 18 w 20"/>
                  <a:gd name="T5" fmla="*/ 27 h 7"/>
                  <a:gd name="T6" fmla="*/ 0 w 20"/>
                  <a:gd name="T7" fmla="*/ 27 h 7"/>
                  <a:gd name="T8" fmla="*/ 27 w 20"/>
                  <a:gd name="T9" fmla="*/ 27 h 7"/>
                  <a:gd name="T10" fmla="*/ 68 w 20"/>
                  <a:gd name="T11" fmla="*/ 8 h 7"/>
                  <a:gd name="T12" fmla="*/ 45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3" y="0"/>
                    </a:moveTo>
                    <a:cubicBezTo>
                      <a:pt x="16" y="0"/>
                      <a:pt x="17" y="1"/>
                      <a:pt x="17" y="2"/>
                    </a:cubicBezTo>
                    <a:cubicBezTo>
                      <a:pt x="18" y="4"/>
                      <a:pt x="12" y="6"/>
                      <a:pt x="5" y="7"/>
                    </a:cubicBezTo>
                    <a:cubicBezTo>
                      <a:pt x="3" y="7"/>
                      <a:pt x="1" y="7"/>
                      <a:pt x="0" y="7"/>
                    </a:cubicBezTo>
                    <a:cubicBezTo>
                      <a:pt x="2" y="7"/>
                      <a:pt x="5" y="7"/>
                      <a:pt x="8" y="7"/>
                    </a:cubicBezTo>
                    <a:cubicBezTo>
                      <a:pt x="15" y="6"/>
                      <a:pt x="20" y="4"/>
                      <a:pt x="20" y="2"/>
                    </a:cubicBezTo>
                    <a:cubicBezTo>
                      <a:pt x="20" y="1"/>
                      <a:pt x="17" y="0"/>
                      <a:pt x="13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8" name="Freeform 1422">
                <a:extLst>
                  <a:ext uri="{FF2B5EF4-FFF2-40B4-BE49-F238E27FC236}">
                    <a16:creationId xmlns:a16="http://schemas.microsoft.com/office/drawing/2014/main" id="{88E2DC11-7216-49B6-9307-1C50A6591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3523"/>
                <a:ext cx="29" cy="9"/>
              </a:xfrm>
              <a:custGeom>
                <a:avLst/>
                <a:gdLst>
                  <a:gd name="T0" fmla="*/ 8 w 19"/>
                  <a:gd name="T1" fmla="*/ 18 h 6"/>
                  <a:gd name="T2" fmla="*/ 41 w 19"/>
                  <a:gd name="T3" fmla="*/ 5 h 6"/>
                  <a:gd name="T4" fmla="*/ 67 w 19"/>
                  <a:gd name="T5" fmla="*/ 5 h 6"/>
                  <a:gd name="T6" fmla="*/ 35 w 19"/>
                  <a:gd name="T7" fmla="*/ 5 h 6"/>
                  <a:gd name="T8" fmla="*/ 0 w 19"/>
                  <a:gd name="T9" fmla="*/ 18 h 6"/>
                  <a:gd name="T10" fmla="*/ 18 w 19"/>
                  <a:gd name="T11" fmla="*/ 21 h 6"/>
                  <a:gd name="T12" fmla="*/ 8 w 19"/>
                  <a:gd name="T13" fmla="*/ 18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2" y="5"/>
                    </a:moveTo>
                    <a:cubicBezTo>
                      <a:pt x="2" y="3"/>
                      <a:pt x="7" y="2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17" y="0"/>
                      <a:pt x="14" y="0"/>
                      <a:pt x="10" y="1"/>
                    </a:cubicBezTo>
                    <a:cubicBezTo>
                      <a:pt x="4" y="1"/>
                      <a:pt x="0" y="3"/>
                      <a:pt x="0" y="5"/>
                    </a:cubicBezTo>
                    <a:cubicBezTo>
                      <a:pt x="0" y="6"/>
                      <a:pt x="2" y="6"/>
                      <a:pt x="5" y="6"/>
                    </a:cubicBezTo>
                    <a:cubicBezTo>
                      <a:pt x="4" y="6"/>
                      <a:pt x="2" y="6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9" name="Freeform 1423">
                <a:extLst>
                  <a:ext uri="{FF2B5EF4-FFF2-40B4-BE49-F238E27FC236}">
                    <a16:creationId xmlns:a16="http://schemas.microsoft.com/office/drawing/2014/main" id="{E0FA9581-FADA-4E3A-B418-52EA04E3F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3519"/>
                <a:ext cx="32" cy="12"/>
              </a:xfrm>
              <a:custGeom>
                <a:avLst/>
                <a:gdLst>
                  <a:gd name="T0" fmla="*/ 49 w 21"/>
                  <a:gd name="T1" fmla="*/ 0 h 7"/>
                  <a:gd name="T2" fmla="*/ 62 w 21"/>
                  <a:gd name="T3" fmla="*/ 15 h 7"/>
                  <a:gd name="T4" fmla="*/ 21 w 21"/>
                  <a:gd name="T5" fmla="*/ 29 h 7"/>
                  <a:gd name="T6" fmla="*/ 0 w 21"/>
                  <a:gd name="T7" fmla="*/ 26 h 7"/>
                  <a:gd name="T8" fmla="*/ 27 w 21"/>
                  <a:gd name="T9" fmla="*/ 36 h 7"/>
                  <a:gd name="T10" fmla="*/ 75 w 21"/>
                  <a:gd name="T11" fmla="*/ 21 h 7"/>
                  <a:gd name="T12" fmla="*/ 49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4" y="0"/>
                    </a:moveTo>
                    <a:cubicBezTo>
                      <a:pt x="17" y="1"/>
                      <a:pt x="18" y="2"/>
                      <a:pt x="18" y="3"/>
                    </a:cubicBezTo>
                    <a:cubicBezTo>
                      <a:pt x="18" y="5"/>
                      <a:pt x="13" y="6"/>
                      <a:pt x="6" y="6"/>
                    </a:cubicBezTo>
                    <a:cubicBezTo>
                      <a:pt x="4" y="6"/>
                      <a:pt x="2" y="6"/>
                      <a:pt x="0" y="5"/>
                    </a:cubicBezTo>
                    <a:cubicBezTo>
                      <a:pt x="2" y="6"/>
                      <a:pt x="5" y="6"/>
                      <a:pt x="8" y="7"/>
                    </a:cubicBezTo>
                    <a:cubicBezTo>
                      <a:pt x="15" y="7"/>
                      <a:pt x="21" y="6"/>
                      <a:pt x="21" y="4"/>
                    </a:cubicBezTo>
                    <a:cubicBezTo>
                      <a:pt x="21" y="3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0" name="Freeform 1424">
                <a:extLst>
                  <a:ext uri="{FF2B5EF4-FFF2-40B4-BE49-F238E27FC236}">
                    <a16:creationId xmlns:a16="http://schemas.microsoft.com/office/drawing/2014/main" id="{273457B5-AEEB-48B2-AA8E-A6BD954E6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3519"/>
                <a:ext cx="29" cy="8"/>
              </a:xfrm>
              <a:custGeom>
                <a:avLst/>
                <a:gdLst>
                  <a:gd name="T0" fmla="*/ 8 w 19"/>
                  <a:gd name="T1" fmla="*/ 13 h 5"/>
                  <a:gd name="T2" fmla="*/ 41 w 19"/>
                  <a:gd name="T3" fmla="*/ 5 h 5"/>
                  <a:gd name="T4" fmla="*/ 67 w 19"/>
                  <a:gd name="T5" fmla="*/ 8 h 5"/>
                  <a:gd name="T6" fmla="*/ 35 w 19"/>
                  <a:gd name="T7" fmla="*/ 0 h 5"/>
                  <a:gd name="T8" fmla="*/ 0 w 19"/>
                  <a:gd name="T9" fmla="*/ 8 h 5"/>
                  <a:gd name="T10" fmla="*/ 14 w 19"/>
                  <a:gd name="T11" fmla="*/ 21 h 5"/>
                  <a:gd name="T12" fmla="*/ 8 w 19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3"/>
                    </a:moveTo>
                    <a:cubicBezTo>
                      <a:pt x="2" y="1"/>
                      <a:pt x="7" y="0"/>
                      <a:pt x="12" y="1"/>
                    </a:cubicBezTo>
                    <a:cubicBezTo>
                      <a:pt x="15" y="1"/>
                      <a:pt x="17" y="1"/>
                      <a:pt x="19" y="2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5" y="0"/>
                      <a:pt x="0" y="1"/>
                      <a:pt x="0" y="2"/>
                    </a:cubicBezTo>
                    <a:cubicBezTo>
                      <a:pt x="0" y="3"/>
                      <a:pt x="2" y="4"/>
                      <a:pt x="4" y="5"/>
                    </a:cubicBezTo>
                    <a:cubicBezTo>
                      <a:pt x="3" y="4"/>
                      <a:pt x="1" y="4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1" name="Freeform 1425">
                <a:extLst>
                  <a:ext uri="{FF2B5EF4-FFF2-40B4-BE49-F238E27FC236}">
                    <a16:creationId xmlns:a16="http://schemas.microsoft.com/office/drawing/2014/main" id="{4EDB0275-3806-4099-AD82-186B317A2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3553"/>
                <a:ext cx="31" cy="11"/>
              </a:xfrm>
              <a:custGeom>
                <a:avLst/>
                <a:gdLst>
                  <a:gd name="T0" fmla="*/ 47 w 21"/>
                  <a:gd name="T1" fmla="*/ 0 h 7"/>
                  <a:gd name="T2" fmla="*/ 61 w 21"/>
                  <a:gd name="T3" fmla="*/ 14 h 7"/>
                  <a:gd name="T4" fmla="*/ 19 w 21"/>
                  <a:gd name="T5" fmla="*/ 14 h 7"/>
                  <a:gd name="T6" fmla="*/ 0 w 21"/>
                  <a:gd name="T7" fmla="*/ 13 h 7"/>
                  <a:gd name="T8" fmla="*/ 27 w 21"/>
                  <a:gd name="T9" fmla="*/ 20 h 7"/>
                  <a:gd name="T10" fmla="*/ 68 w 21"/>
                  <a:gd name="T11" fmla="*/ 14 h 7"/>
                  <a:gd name="T12" fmla="*/ 47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7" y="1"/>
                      <a:pt x="19" y="3"/>
                      <a:pt x="19" y="4"/>
                    </a:cubicBezTo>
                    <a:cubicBezTo>
                      <a:pt x="18" y="5"/>
                      <a:pt x="12" y="6"/>
                      <a:pt x="6" y="4"/>
                    </a:cubicBezTo>
                    <a:cubicBezTo>
                      <a:pt x="4" y="4"/>
                      <a:pt x="2" y="3"/>
                      <a:pt x="0" y="3"/>
                    </a:cubicBezTo>
                    <a:cubicBezTo>
                      <a:pt x="2" y="4"/>
                      <a:pt x="5" y="5"/>
                      <a:pt x="8" y="5"/>
                    </a:cubicBezTo>
                    <a:cubicBezTo>
                      <a:pt x="15" y="7"/>
                      <a:pt x="20" y="6"/>
                      <a:pt x="21" y="4"/>
                    </a:cubicBezTo>
                    <a:cubicBezTo>
                      <a:pt x="21" y="3"/>
                      <a:pt x="19" y="1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2" name="Freeform 1426">
                <a:extLst>
                  <a:ext uri="{FF2B5EF4-FFF2-40B4-BE49-F238E27FC236}">
                    <a16:creationId xmlns:a16="http://schemas.microsoft.com/office/drawing/2014/main" id="{81E40FBE-EA0C-42B9-BF67-75043AE1E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3550"/>
                <a:ext cx="28" cy="8"/>
              </a:xfrm>
              <a:custGeom>
                <a:avLst/>
                <a:gdLst>
                  <a:gd name="T0" fmla="*/ 6 w 19"/>
                  <a:gd name="T1" fmla="*/ 8 h 5"/>
                  <a:gd name="T2" fmla="*/ 41 w 19"/>
                  <a:gd name="T3" fmla="*/ 8 h 5"/>
                  <a:gd name="T4" fmla="*/ 60 w 19"/>
                  <a:gd name="T5" fmla="*/ 16 h 5"/>
                  <a:gd name="T6" fmla="*/ 35 w 19"/>
                  <a:gd name="T7" fmla="*/ 5 h 5"/>
                  <a:gd name="T8" fmla="*/ 1 w 19"/>
                  <a:gd name="T9" fmla="*/ 8 h 5"/>
                  <a:gd name="T10" fmla="*/ 13 w 19"/>
                  <a:gd name="T11" fmla="*/ 21 h 5"/>
                  <a:gd name="T12" fmla="*/ 6 w 19"/>
                  <a:gd name="T13" fmla="*/ 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2"/>
                    </a:moveTo>
                    <a:cubicBezTo>
                      <a:pt x="2" y="1"/>
                      <a:pt x="8" y="1"/>
                      <a:pt x="13" y="2"/>
                    </a:cubicBezTo>
                    <a:cubicBezTo>
                      <a:pt x="15" y="2"/>
                      <a:pt x="18" y="3"/>
                      <a:pt x="19" y="4"/>
                    </a:cubicBezTo>
                    <a:cubicBezTo>
                      <a:pt x="18" y="3"/>
                      <a:pt x="15" y="2"/>
                      <a:pt x="11" y="1"/>
                    </a:cubicBezTo>
                    <a:cubicBezTo>
                      <a:pt x="6" y="0"/>
                      <a:pt x="1" y="0"/>
                      <a:pt x="1" y="2"/>
                    </a:cubicBezTo>
                    <a:cubicBezTo>
                      <a:pt x="0" y="3"/>
                      <a:pt x="2" y="4"/>
                      <a:pt x="4" y="5"/>
                    </a:cubicBezTo>
                    <a:cubicBezTo>
                      <a:pt x="3" y="4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3" name="Freeform 1427">
                <a:extLst>
                  <a:ext uri="{FF2B5EF4-FFF2-40B4-BE49-F238E27FC236}">
                    <a16:creationId xmlns:a16="http://schemas.microsoft.com/office/drawing/2014/main" id="{C66C3071-3326-4622-8753-6ADC682A0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3526"/>
                <a:ext cx="192" cy="61"/>
              </a:xfrm>
              <a:custGeom>
                <a:avLst/>
                <a:gdLst>
                  <a:gd name="T0" fmla="*/ 39 w 128"/>
                  <a:gd name="T1" fmla="*/ 69 h 38"/>
                  <a:gd name="T2" fmla="*/ 291 w 128"/>
                  <a:gd name="T3" fmla="*/ 21 h 38"/>
                  <a:gd name="T4" fmla="*/ 386 w 128"/>
                  <a:gd name="T5" fmla="*/ 5 h 38"/>
                  <a:gd name="T6" fmla="*/ 423 w 128"/>
                  <a:gd name="T7" fmla="*/ 13 h 38"/>
                  <a:gd name="T8" fmla="*/ 431 w 128"/>
                  <a:gd name="T9" fmla="*/ 56 h 38"/>
                  <a:gd name="T10" fmla="*/ 405 w 128"/>
                  <a:gd name="T11" fmla="*/ 82 h 38"/>
                  <a:gd name="T12" fmla="*/ 174 w 128"/>
                  <a:gd name="T13" fmla="*/ 124 h 38"/>
                  <a:gd name="T14" fmla="*/ 39 w 128"/>
                  <a:gd name="T15" fmla="*/ 157 h 38"/>
                  <a:gd name="T16" fmla="*/ 5 w 128"/>
                  <a:gd name="T17" fmla="*/ 132 h 38"/>
                  <a:gd name="T18" fmla="*/ 0 w 128"/>
                  <a:gd name="T19" fmla="*/ 95 h 38"/>
                  <a:gd name="T20" fmla="*/ 5 w 128"/>
                  <a:gd name="T21" fmla="*/ 82 h 38"/>
                  <a:gd name="T22" fmla="*/ 39 w 128"/>
                  <a:gd name="T23" fmla="*/ 69 h 38"/>
                  <a:gd name="T24" fmla="*/ 39 w 128"/>
                  <a:gd name="T25" fmla="*/ 69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8" h="38">
                    <a:moveTo>
                      <a:pt x="11" y="17"/>
                    </a:moveTo>
                    <a:cubicBezTo>
                      <a:pt x="12" y="17"/>
                      <a:pt x="67" y="8"/>
                      <a:pt x="86" y="5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9" y="0"/>
                      <a:pt x="124" y="0"/>
                      <a:pt x="125" y="3"/>
                    </a:cubicBezTo>
                    <a:cubicBezTo>
                      <a:pt x="125" y="3"/>
                      <a:pt x="127" y="14"/>
                      <a:pt x="127" y="14"/>
                    </a:cubicBezTo>
                    <a:cubicBezTo>
                      <a:pt x="128" y="17"/>
                      <a:pt x="125" y="19"/>
                      <a:pt x="120" y="20"/>
                    </a:cubicBezTo>
                    <a:cubicBezTo>
                      <a:pt x="120" y="20"/>
                      <a:pt x="66" y="28"/>
                      <a:pt x="51" y="30"/>
                    </a:cubicBezTo>
                    <a:cubicBezTo>
                      <a:pt x="36" y="33"/>
                      <a:pt x="13" y="37"/>
                      <a:pt x="11" y="38"/>
                    </a:cubicBezTo>
                    <a:cubicBezTo>
                      <a:pt x="6" y="38"/>
                      <a:pt x="2" y="36"/>
                      <a:pt x="1" y="3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2"/>
                      <a:pt x="0" y="21"/>
                      <a:pt x="1" y="20"/>
                    </a:cubicBezTo>
                    <a:cubicBezTo>
                      <a:pt x="3" y="18"/>
                      <a:pt x="6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4" name="Freeform 1428">
                <a:extLst>
                  <a:ext uri="{FF2B5EF4-FFF2-40B4-BE49-F238E27FC236}">
                    <a16:creationId xmlns:a16="http://schemas.microsoft.com/office/drawing/2014/main" id="{B38B7881-B4A4-4FF7-8542-FD5F93598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3502"/>
                <a:ext cx="192" cy="54"/>
              </a:xfrm>
              <a:custGeom>
                <a:avLst/>
                <a:gdLst>
                  <a:gd name="T0" fmla="*/ 383 w 128"/>
                  <a:gd name="T1" fmla="*/ 5 h 34"/>
                  <a:gd name="T2" fmla="*/ 431 w 128"/>
                  <a:gd name="T3" fmla="*/ 25 h 34"/>
                  <a:gd name="T4" fmla="*/ 432 w 128"/>
                  <a:gd name="T5" fmla="*/ 64 h 34"/>
                  <a:gd name="T6" fmla="*/ 396 w 128"/>
                  <a:gd name="T7" fmla="*/ 89 h 34"/>
                  <a:gd name="T8" fmla="*/ 291 w 128"/>
                  <a:gd name="T9" fmla="*/ 102 h 34"/>
                  <a:gd name="T10" fmla="*/ 45 w 128"/>
                  <a:gd name="T11" fmla="*/ 132 h 34"/>
                  <a:gd name="T12" fmla="*/ 5 w 128"/>
                  <a:gd name="T13" fmla="*/ 116 h 34"/>
                  <a:gd name="T14" fmla="*/ 0 w 128"/>
                  <a:gd name="T15" fmla="*/ 76 h 34"/>
                  <a:gd name="T16" fmla="*/ 18 w 128"/>
                  <a:gd name="T17" fmla="*/ 52 h 34"/>
                  <a:gd name="T18" fmla="*/ 207 w 128"/>
                  <a:gd name="T19" fmla="*/ 33 h 34"/>
                  <a:gd name="T20" fmla="*/ 383 w 128"/>
                  <a:gd name="T21" fmla="*/ 5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4">
                    <a:moveTo>
                      <a:pt x="113" y="1"/>
                    </a:moveTo>
                    <a:cubicBezTo>
                      <a:pt x="125" y="0"/>
                      <a:pt x="127" y="3"/>
                      <a:pt x="127" y="6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8" y="18"/>
                      <a:pt x="128" y="21"/>
                      <a:pt x="117" y="22"/>
                    </a:cubicBezTo>
                    <a:cubicBezTo>
                      <a:pt x="117" y="22"/>
                      <a:pt x="110" y="23"/>
                      <a:pt x="86" y="25"/>
                    </a:cubicBezTo>
                    <a:cubicBezTo>
                      <a:pt x="61" y="28"/>
                      <a:pt x="13" y="33"/>
                      <a:pt x="13" y="33"/>
                    </a:cubicBezTo>
                    <a:cubicBezTo>
                      <a:pt x="4" y="34"/>
                      <a:pt x="1" y="32"/>
                      <a:pt x="1" y="2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4"/>
                      <a:pt x="2" y="13"/>
                      <a:pt x="5" y="13"/>
                    </a:cubicBezTo>
                    <a:cubicBezTo>
                      <a:pt x="5" y="13"/>
                      <a:pt x="38" y="10"/>
                      <a:pt x="61" y="8"/>
                    </a:cubicBezTo>
                    <a:cubicBezTo>
                      <a:pt x="83" y="5"/>
                      <a:pt x="113" y="1"/>
                      <a:pt x="113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5" name="Freeform 1429">
                <a:extLst>
                  <a:ext uri="{FF2B5EF4-FFF2-40B4-BE49-F238E27FC236}">
                    <a16:creationId xmlns:a16="http://schemas.microsoft.com/office/drawing/2014/main" id="{69F03610-5222-406D-9612-B28346B3B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3502"/>
                <a:ext cx="192" cy="46"/>
              </a:xfrm>
              <a:custGeom>
                <a:avLst/>
                <a:gdLst>
                  <a:gd name="T0" fmla="*/ 413 w 128"/>
                  <a:gd name="T1" fmla="*/ 33 h 29"/>
                  <a:gd name="T2" fmla="*/ 432 w 128"/>
                  <a:gd name="T3" fmla="*/ 56 h 29"/>
                  <a:gd name="T4" fmla="*/ 431 w 128"/>
                  <a:gd name="T5" fmla="*/ 95 h 29"/>
                  <a:gd name="T6" fmla="*/ 377 w 128"/>
                  <a:gd name="T7" fmla="*/ 111 h 29"/>
                  <a:gd name="T8" fmla="*/ 176 w 128"/>
                  <a:gd name="T9" fmla="*/ 95 h 29"/>
                  <a:gd name="T10" fmla="*/ 32 w 128"/>
                  <a:gd name="T11" fmla="*/ 89 h 29"/>
                  <a:gd name="T12" fmla="*/ 0 w 128"/>
                  <a:gd name="T13" fmla="*/ 63 h 29"/>
                  <a:gd name="T14" fmla="*/ 5 w 128"/>
                  <a:gd name="T15" fmla="*/ 25 h 29"/>
                  <a:gd name="T16" fmla="*/ 27 w 128"/>
                  <a:gd name="T17" fmla="*/ 0 h 29"/>
                  <a:gd name="T18" fmla="*/ 210 w 128"/>
                  <a:gd name="T19" fmla="*/ 16 h 29"/>
                  <a:gd name="T20" fmla="*/ 413 w 128"/>
                  <a:gd name="T21" fmla="*/ 33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9">
                    <a:moveTo>
                      <a:pt x="122" y="8"/>
                    </a:moveTo>
                    <a:cubicBezTo>
                      <a:pt x="127" y="8"/>
                      <a:pt x="128" y="12"/>
                      <a:pt x="128" y="14"/>
                    </a:cubicBezTo>
                    <a:cubicBezTo>
                      <a:pt x="127" y="24"/>
                      <a:pt x="127" y="24"/>
                      <a:pt x="127" y="24"/>
                    </a:cubicBezTo>
                    <a:cubicBezTo>
                      <a:pt x="127" y="27"/>
                      <a:pt x="127" y="29"/>
                      <a:pt x="111" y="2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22"/>
                      <a:pt x="0" y="19"/>
                      <a:pt x="0" y="1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2"/>
                      <a:pt x="3" y="0"/>
                      <a:pt x="8" y="0"/>
                    </a:cubicBezTo>
                    <a:cubicBezTo>
                      <a:pt x="8" y="0"/>
                      <a:pt x="49" y="4"/>
                      <a:pt x="62" y="4"/>
                    </a:cubicBezTo>
                    <a:cubicBezTo>
                      <a:pt x="74" y="5"/>
                      <a:pt x="121" y="8"/>
                      <a:pt x="122" y="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6" name="Freeform 1430">
                <a:extLst>
                  <a:ext uri="{FF2B5EF4-FFF2-40B4-BE49-F238E27FC236}">
                    <a16:creationId xmlns:a16="http://schemas.microsoft.com/office/drawing/2014/main" id="{B5C96FD5-E3DC-44C8-9A1A-A8C0B0D7D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3515"/>
                <a:ext cx="192" cy="76"/>
              </a:xfrm>
              <a:custGeom>
                <a:avLst/>
                <a:gdLst>
                  <a:gd name="T0" fmla="*/ 21 w 128"/>
                  <a:gd name="T1" fmla="*/ 87 h 48"/>
                  <a:gd name="T2" fmla="*/ 21 w 128"/>
                  <a:gd name="T3" fmla="*/ 87 h 48"/>
                  <a:gd name="T4" fmla="*/ 5 w 128"/>
                  <a:gd name="T5" fmla="*/ 63 h 48"/>
                  <a:gd name="T6" fmla="*/ 12 w 128"/>
                  <a:gd name="T7" fmla="*/ 25 h 48"/>
                  <a:gd name="T8" fmla="*/ 68 w 128"/>
                  <a:gd name="T9" fmla="*/ 16 h 48"/>
                  <a:gd name="T10" fmla="*/ 261 w 128"/>
                  <a:gd name="T11" fmla="*/ 68 h 48"/>
                  <a:gd name="T12" fmla="*/ 396 w 128"/>
                  <a:gd name="T13" fmla="*/ 100 h 48"/>
                  <a:gd name="T14" fmla="*/ 432 w 128"/>
                  <a:gd name="T15" fmla="*/ 130 h 48"/>
                  <a:gd name="T16" fmla="*/ 423 w 128"/>
                  <a:gd name="T17" fmla="*/ 171 h 48"/>
                  <a:gd name="T18" fmla="*/ 399 w 128"/>
                  <a:gd name="T19" fmla="*/ 185 h 48"/>
                  <a:gd name="T20" fmla="*/ 207 w 128"/>
                  <a:gd name="T21" fmla="*/ 143 h 48"/>
                  <a:gd name="T22" fmla="*/ 21 w 128"/>
                  <a:gd name="T23" fmla="*/ 87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48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3" y="22"/>
                      <a:pt x="0" y="20"/>
                      <a:pt x="1" y="1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3"/>
                      <a:pt x="4" y="0"/>
                      <a:pt x="20" y="4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23" y="26"/>
                      <a:pt x="128" y="30"/>
                      <a:pt x="128" y="33"/>
                    </a:cubicBezTo>
                    <a:cubicBezTo>
                      <a:pt x="125" y="43"/>
                      <a:pt x="125" y="43"/>
                      <a:pt x="125" y="43"/>
                    </a:cubicBezTo>
                    <a:cubicBezTo>
                      <a:pt x="125" y="46"/>
                      <a:pt x="122" y="48"/>
                      <a:pt x="118" y="47"/>
                    </a:cubicBezTo>
                    <a:cubicBezTo>
                      <a:pt x="117" y="47"/>
                      <a:pt x="74" y="39"/>
                      <a:pt x="61" y="36"/>
                    </a:cubicBezTo>
                    <a:cubicBezTo>
                      <a:pt x="49" y="34"/>
                      <a:pt x="6" y="23"/>
                      <a:pt x="6" y="2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7" name="Freeform 1431">
                <a:extLst>
                  <a:ext uri="{FF2B5EF4-FFF2-40B4-BE49-F238E27FC236}">
                    <a16:creationId xmlns:a16="http://schemas.microsoft.com/office/drawing/2014/main" id="{9C7C6E24-8FD1-4138-96C2-3A4B1ADBA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3564"/>
                <a:ext cx="187" cy="104"/>
              </a:xfrm>
              <a:custGeom>
                <a:avLst/>
                <a:gdLst>
                  <a:gd name="T0" fmla="*/ 402 w 125"/>
                  <a:gd name="T1" fmla="*/ 171 h 65"/>
                  <a:gd name="T2" fmla="*/ 416 w 125"/>
                  <a:gd name="T3" fmla="*/ 205 h 65"/>
                  <a:gd name="T4" fmla="*/ 402 w 125"/>
                  <a:gd name="T5" fmla="*/ 240 h 65"/>
                  <a:gd name="T6" fmla="*/ 344 w 125"/>
                  <a:gd name="T7" fmla="*/ 240 h 65"/>
                  <a:gd name="T8" fmla="*/ 162 w 125"/>
                  <a:gd name="T9" fmla="*/ 150 h 65"/>
                  <a:gd name="T10" fmla="*/ 27 w 125"/>
                  <a:gd name="T11" fmla="*/ 90 h 65"/>
                  <a:gd name="T12" fmla="*/ 1 w 125"/>
                  <a:gd name="T13" fmla="*/ 56 h 65"/>
                  <a:gd name="T14" fmla="*/ 15 w 125"/>
                  <a:gd name="T15" fmla="*/ 16 h 65"/>
                  <a:gd name="T16" fmla="*/ 42 w 125"/>
                  <a:gd name="T17" fmla="*/ 5 h 65"/>
                  <a:gd name="T18" fmla="*/ 211 w 125"/>
                  <a:gd name="T19" fmla="*/ 86 h 65"/>
                  <a:gd name="T20" fmla="*/ 402 w 125"/>
                  <a:gd name="T21" fmla="*/ 171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5" h="65">
                    <a:moveTo>
                      <a:pt x="120" y="42"/>
                    </a:moveTo>
                    <a:cubicBezTo>
                      <a:pt x="125" y="45"/>
                      <a:pt x="125" y="48"/>
                      <a:pt x="124" y="50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19" y="62"/>
                      <a:pt x="118" y="65"/>
                      <a:pt x="103" y="59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3" y="20"/>
                      <a:pt x="0" y="16"/>
                      <a:pt x="1" y="1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1"/>
                      <a:pt x="9" y="0"/>
                      <a:pt x="13" y="1"/>
                    </a:cubicBezTo>
                    <a:cubicBezTo>
                      <a:pt x="13" y="1"/>
                      <a:pt x="52" y="17"/>
                      <a:pt x="63" y="21"/>
                    </a:cubicBezTo>
                    <a:cubicBezTo>
                      <a:pt x="75" y="26"/>
                      <a:pt x="119" y="42"/>
                      <a:pt x="120" y="4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8" name="Freeform 1432">
                <a:extLst>
                  <a:ext uri="{FF2B5EF4-FFF2-40B4-BE49-F238E27FC236}">
                    <a16:creationId xmlns:a16="http://schemas.microsoft.com/office/drawing/2014/main" id="{77500180-4F43-4694-83A2-87DDEF164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1" y="3611"/>
                <a:ext cx="36" cy="19"/>
              </a:xfrm>
              <a:custGeom>
                <a:avLst/>
                <a:gdLst>
                  <a:gd name="T0" fmla="*/ 5 w 24"/>
                  <a:gd name="T1" fmla="*/ 8 h 12"/>
                  <a:gd name="T2" fmla="*/ 45 w 24"/>
                  <a:gd name="T3" fmla="*/ 13 h 12"/>
                  <a:gd name="T4" fmla="*/ 81 w 24"/>
                  <a:gd name="T5" fmla="*/ 43 h 12"/>
                  <a:gd name="T6" fmla="*/ 39 w 24"/>
                  <a:gd name="T7" fmla="*/ 35 h 12"/>
                  <a:gd name="T8" fmla="*/ 5 w 24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2">
                    <a:moveTo>
                      <a:pt x="1" y="2"/>
                    </a:moveTo>
                    <a:cubicBezTo>
                      <a:pt x="1" y="0"/>
                      <a:pt x="7" y="0"/>
                      <a:pt x="13" y="3"/>
                    </a:cubicBezTo>
                    <a:cubicBezTo>
                      <a:pt x="20" y="5"/>
                      <a:pt x="24" y="9"/>
                      <a:pt x="24" y="11"/>
                    </a:cubicBezTo>
                    <a:cubicBezTo>
                      <a:pt x="23" y="12"/>
                      <a:pt x="17" y="12"/>
                      <a:pt x="11" y="9"/>
                    </a:cubicBezTo>
                    <a:cubicBezTo>
                      <a:pt x="4" y="7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9" name="Freeform 1433">
                <a:extLst>
                  <a:ext uri="{FF2B5EF4-FFF2-40B4-BE49-F238E27FC236}">
                    <a16:creationId xmlns:a16="http://schemas.microsoft.com/office/drawing/2014/main" id="{3712888B-120E-4B78-BFB9-DA025025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8" y="3606"/>
                <a:ext cx="36" cy="21"/>
              </a:xfrm>
              <a:custGeom>
                <a:avLst/>
                <a:gdLst>
                  <a:gd name="T0" fmla="*/ 5 w 24"/>
                  <a:gd name="T1" fmla="*/ 8 h 13"/>
                  <a:gd name="T2" fmla="*/ 45 w 24"/>
                  <a:gd name="T3" fmla="*/ 13 h 13"/>
                  <a:gd name="T4" fmla="*/ 81 w 24"/>
                  <a:gd name="T5" fmla="*/ 47 h 13"/>
                  <a:gd name="T6" fmla="*/ 39 w 24"/>
                  <a:gd name="T7" fmla="*/ 42 h 13"/>
                  <a:gd name="T8" fmla="*/ 5 w 24"/>
                  <a:gd name="T9" fmla="*/ 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1" y="2"/>
                    </a:moveTo>
                    <a:cubicBezTo>
                      <a:pt x="1" y="0"/>
                      <a:pt x="7" y="1"/>
                      <a:pt x="13" y="3"/>
                    </a:cubicBezTo>
                    <a:cubicBezTo>
                      <a:pt x="20" y="6"/>
                      <a:pt x="24" y="9"/>
                      <a:pt x="24" y="11"/>
                    </a:cubicBezTo>
                    <a:cubicBezTo>
                      <a:pt x="23" y="13"/>
                      <a:pt x="17" y="12"/>
                      <a:pt x="11" y="10"/>
                    </a:cubicBezTo>
                    <a:cubicBezTo>
                      <a:pt x="4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0" name="Freeform 1434">
                <a:extLst>
                  <a:ext uri="{FF2B5EF4-FFF2-40B4-BE49-F238E27FC236}">
                    <a16:creationId xmlns:a16="http://schemas.microsoft.com/office/drawing/2014/main" id="{9D60586E-710D-4D21-AD4F-6BD96F228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6" y="3569"/>
                <a:ext cx="79" cy="29"/>
              </a:xfrm>
              <a:custGeom>
                <a:avLst/>
                <a:gdLst>
                  <a:gd name="T0" fmla="*/ 0 w 53"/>
                  <a:gd name="T1" fmla="*/ 39 h 18"/>
                  <a:gd name="T2" fmla="*/ 13 w 53"/>
                  <a:gd name="T3" fmla="*/ 5 h 18"/>
                  <a:gd name="T4" fmla="*/ 55 w 53"/>
                  <a:gd name="T5" fmla="*/ 21 h 18"/>
                  <a:gd name="T6" fmla="*/ 119 w 53"/>
                  <a:gd name="T7" fmla="*/ 50 h 18"/>
                  <a:gd name="T8" fmla="*/ 146 w 53"/>
                  <a:gd name="T9" fmla="*/ 63 h 18"/>
                  <a:gd name="T10" fmla="*/ 176 w 53"/>
                  <a:gd name="T11" fmla="*/ 76 h 18"/>
                  <a:gd name="T12" fmla="*/ 54 w 53"/>
                  <a:gd name="T13" fmla="*/ 26 h 18"/>
                  <a:gd name="T14" fmla="*/ 15 w 53"/>
                  <a:gd name="T15" fmla="*/ 26 h 18"/>
                  <a:gd name="T16" fmla="*/ 0 w 53"/>
                  <a:gd name="T17" fmla="*/ 5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8">
                    <a:moveTo>
                      <a:pt x="0" y="9"/>
                    </a:moveTo>
                    <a:cubicBezTo>
                      <a:pt x="1" y="7"/>
                      <a:pt x="1" y="1"/>
                      <a:pt x="4" y="1"/>
                    </a:cubicBezTo>
                    <a:cubicBezTo>
                      <a:pt x="7" y="0"/>
                      <a:pt x="14" y="3"/>
                      <a:pt x="17" y="5"/>
                    </a:cubicBezTo>
                    <a:cubicBezTo>
                      <a:pt x="23" y="7"/>
                      <a:pt x="30" y="9"/>
                      <a:pt x="36" y="12"/>
                    </a:cubicBezTo>
                    <a:cubicBezTo>
                      <a:pt x="39" y="13"/>
                      <a:pt x="41" y="14"/>
                      <a:pt x="44" y="15"/>
                    </a:cubicBezTo>
                    <a:cubicBezTo>
                      <a:pt x="47" y="16"/>
                      <a:pt x="50" y="17"/>
                      <a:pt x="53" y="18"/>
                    </a:cubicBezTo>
                    <a:cubicBezTo>
                      <a:pt x="41" y="16"/>
                      <a:pt x="28" y="10"/>
                      <a:pt x="16" y="6"/>
                    </a:cubicBezTo>
                    <a:cubicBezTo>
                      <a:pt x="12" y="5"/>
                      <a:pt x="8" y="4"/>
                      <a:pt x="5" y="6"/>
                    </a:cubicBezTo>
                    <a:cubicBezTo>
                      <a:pt x="2" y="7"/>
                      <a:pt x="1" y="10"/>
                      <a:pt x="0" y="12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1" name="Freeform 1435">
                <a:extLst>
                  <a:ext uri="{FF2B5EF4-FFF2-40B4-BE49-F238E27FC236}">
                    <a16:creationId xmlns:a16="http://schemas.microsoft.com/office/drawing/2014/main" id="{9318A2A7-0716-407B-89D7-5A5A763A9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3617"/>
                <a:ext cx="117" cy="45"/>
              </a:xfrm>
              <a:custGeom>
                <a:avLst/>
                <a:gdLst>
                  <a:gd name="T0" fmla="*/ 0 w 78"/>
                  <a:gd name="T1" fmla="*/ 0 h 28"/>
                  <a:gd name="T2" fmla="*/ 183 w 78"/>
                  <a:gd name="T3" fmla="*/ 90 h 28"/>
                  <a:gd name="T4" fmla="*/ 251 w 78"/>
                  <a:gd name="T5" fmla="*/ 109 h 28"/>
                  <a:gd name="T6" fmla="*/ 264 w 78"/>
                  <a:gd name="T7" fmla="*/ 68 h 28"/>
                  <a:gd name="T8" fmla="*/ 237 w 78"/>
                  <a:gd name="T9" fmla="*/ 95 h 28"/>
                  <a:gd name="T10" fmla="*/ 203 w 78"/>
                  <a:gd name="T11" fmla="*/ 82 h 28"/>
                  <a:gd name="T12" fmla="*/ 161 w 78"/>
                  <a:gd name="T13" fmla="*/ 68 h 28"/>
                  <a:gd name="T14" fmla="*/ 75 w 78"/>
                  <a:gd name="T15" fmla="*/ 29 h 28"/>
                  <a:gd name="T16" fmla="*/ 35 w 78"/>
                  <a:gd name="T17" fmla="*/ 13 h 28"/>
                  <a:gd name="T18" fmla="*/ 5 w 78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28">
                    <a:moveTo>
                      <a:pt x="0" y="0"/>
                    </a:moveTo>
                    <a:cubicBezTo>
                      <a:pt x="18" y="7"/>
                      <a:pt x="35" y="14"/>
                      <a:pt x="54" y="22"/>
                    </a:cubicBezTo>
                    <a:cubicBezTo>
                      <a:pt x="58" y="24"/>
                      <a:pt x="70" y="28"/>
                      <a:pt x="74" y="26"/>
                    </a:cubicBezTo>
                    <a:cubicBezTo>
                      <a:pt x="77" y="25"/>
                      <a:pt x="78" y="19"/>
                      <a:pt x="78" y="16"/>
                    </a:cubicBezTo>
                    <a:cubicBezTo>
                      <a:pt x="77" y="19"/>
                      <a:pt x="75" y="23"/>
                      <a:pt x="70" y="23"/>
                    </a:cubicBezTo>
                    <a:cubicBezTo>
                      <a:pt x="67" y="23"/>
                      <a:pt x="63" y="21"/>
                      <a:pt x="60" y="20"/>
                    </a:cubicBezTo>
                    <a:cubicBezTo>
                      <a:pt x="55" y="19"/>
                      <a:pt x="51" y="17"/>
                      <a:pt x="47" y="16"/>
                    </a:cubicBezTo>
                    <a:cubicBezTo>
                      <a:pt x="39" y="12"/>
                      <a:pt x="30" y="9"/>
                      <a:pt x="22" y="7"/>
                    </a:cubicBezTo>
                    <a:cubicBezTo>
                      <a:pt x="18" y="5"/>
                      <a:pt x="14" y="4"/>
                      <a:pt x="10" y="3"/>
                    </a:cubicBezTo>
                    <a:cubicBezTo>
                      <a:pt x="7" y="2"/>
                      <a:pt x="4" y="0"/>
                      <a:pt x="1" y="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2" name="Freeform 1436">
                <a:extLst>
                  <a:ext uri="{FF2B5EF4-FFF2-40B4-BE49-F238E27FC236}">
                    <a16:creationId xmlns:a16="http://schemas.microsoft.com/office/drawing/2014/main" id="{B4F0044F-FCF7-4DCC-8070-24B7D9198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3615"/>
                <a:ext cx="32" cy="12"/>
              </a:xfrm>
              <a:custGeom>
                <a:avLst/>
                <a:gdLst>
                  <a:gd name="T0" fmla="*/ 53 w 21"/>
                  <a:gd name="T1" fmla="*/ 0 h 7"/>
                  <a:gd name="T2" fmla="*/ 62 w 21"/>
                  <a:gd name="T3" fmla="*/ 21 h 7"/>
                  <a:gd name="T4" fmla="*/ 21 w 21"/>
                  <a:gd name="T5" fmla="*/ 9 h 7"/>
                  <a:gd name="T6" fmla="*/ 0 w 21"/>
                  <a:gd name="T7" fmla="*/ 0 h 7"/>
                  <a:gd name="T8" fmla="*/ 27 w 21"/>
                  <a:gd name="T9" fmla="*/ 21 h 7"/>
                  <a:gd name="T10" fmla="*/ 70 w 21"/>
                  <a:gd name="T11" fmla="*/ 26 h 7"/>
                  <a:gd name="T12" fmla="*/ 53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8" y="1"/>
                      <a:pt x="19" y="3"/>
                      <a:pt x="18" y="4"/>
                    </a:cubicBezTo>
                    <a:cubicBezTo>
                      <a:pt x="18" y="5"/>
                      <a:pt x="12" y="5"/>
                      <a:pt x="6" y="2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2" y="1"/>
                      <a:pt x="5" y="3"/>
                      <a:pt x="8" y="4"/>
                    </a:cubicBezTo>
                    <a:cubicBezTo>
                      <a:pt x="14" y="6"/>
                      <a:pt x="20" y="7"/>
                      <a:pt x="20" y="5"/>
                    </a:cubicBezTo>
                    <a:cubicBezTo>
                      <a:pt x="21" y="4"/>
                      <a:pt x="19" y="2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3" name="Freeform 1437">
                <a:extLst>
                  <a:ext uri="{FF2B5EF4-FFF2-40B4-BE49-F238E27FC236}">
                    <a16:creationId xmlns:a16="http://schemas.microsoft.com/office/drawing/2014/main" id="{6925C908-D510-4D40-AEBD-B214B13E8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1" y="3607"/>
                <a:ext cx="27" cy="12"/>
              </a:xfrm>
              <a:custGeom>
                <a:avLst/>
                <a:gdLst>
                  <a:gd name="T0" fmla="*/ 8 w 18"/>
                  <a:gd name="T1" fmla="*/ 9 h 7"/>
                  <a:gd name="T2" fmla="*/ 41 w 18"/>
                  <a:gd name="T3" fmla="*/ 21 h 7"/>
                  <a:gd name="T4" fmla="*/ 62 w 18"/>
                  <a:gd name="T5" fmla="*/ 36 h 7"/>
                  <a:gd name="T6" fmla="*/ 39 w 18"/>
                  <a:gd name="T7" fmla="*/ 15 h 7"/>
                  <a:gd name="T8" fmla="*/ 0 w 18"/>
                  <a:gd name="T9" fmla="*/ 9 h 7"/>
                  <a:gd name="T10" fmla="*/ 12 w 18"/>
                  <a:gd name="T11" fmla="*/ 26 h 7"/>
                  <a:gd name="T12" fmla="*/ 8 w 18"/>
                  <a:gd name="T13" fmla="*/ 9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2" y="2"/>
                    </a:moveTo>
                    <a:cubicBezTo>
                      <a:pt x="2" y="1"/>
                      <a:pt x="7" y="2"/>
                      <a:pt x="12" y="4"/>
                    </a:cubicBezTo>
                    <a:cubicBezTo>
                      <a:pt x="15" y="5"/>
                      <a:pt x="17" y="6"/>
                      <a:pt x="18" y="7"/>
                    </a:cubicBezTo>
                    <a:cubicBezTo>
                      <a:pt x="17" y="5"/>
                      <a:pt x="14" y="4"/>
                      <a:pt x="11" y="3"/>
                    </a:cubicBezTo>
                    <a:cubicBezTo>
                      <a:pt x="6" y="1"/>
                      <a:pt x="1" y="0"/>
                      <a:pt x="0" y="2"/>
                    </a:cubicBezTo>
                    <a:cubicBezTo>
                      <a:pt x="0" y="2"/>
                      <a:pt x="1" y="4"/>
                      <a:pt x="3" y="5"/>
                    </a:cubicBezTo>
                    <a:cubicBezTo>
                      <a:pt x="3" y="4"/>
                      <a:pt x="1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4" name="Freeform 1438">
                <a:extLst>
                  <a:ext uri="{FF2B5EF4-FFF2-40B4-BE49-F238E27FC236}">
                    <a16:creationId xmlns:a16="http://schemas.microsoft.com/office/drawing/2014/main" id="{8B805A0D-2623-422E-AA56-C42FB07BD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3564"/>
                <a:ext cx="187" cy="104"/>
              </a:xfrm>
              <a:custGeom>
                <a:avLst/>
                <a:gdLst>
                  <a:gd name="T0" fmla="*/ 402 w 125"/>
                  <a:gd name="T1" fmla="*/ 171 h 65"/>
                  <a:gd name="T2" fmla="*/ 416 w 125"/>
                  <a:gd name="T3" fmla="*/ 205 h 65"/>
                  <a:gd name="T4" fmla="*/ 402 w 125"/>
                  <a:gd name="T5" fmla="*/ 240 h 65"/>
                  <a:gd name="T6" fmla="*/ 344 w 125"/>
                  <a:gd name="T7" fmla="*/ 240 h 65"/>
                  <a:gd name="T8" fmla="*/ 162 w 125"/>
                  <a:gd name="T9" fmla="*/ 150 h 65"/>
                  <a:gd name="T10" fmla="*/ 27 w 125"/>
                  <a:gd name="T11" fmla="*/ 90 h 65"/>
                  <a:gd name="T12" fmla="*/ 1 w 125"/>
                  <a:gd name="T13" fmla="*/ 56 h 65"/>
                  <a:gd name="T14" fmla="*/ 15 w 125"/>
                  <a:gd name="T15" fmla="*/ 16 h 65"/>
                  <a:gd name="T16" fmla="*/ 42 w 125"/>
                  <a:gd name="T17" fmla="*/ 5 h 65"/>
                  <a:gd name="T18" fmla="*/ 211 w 125"/>
                  <a:gd name="T19" fmla="*/ 86 h 65"/>
                  <a:gd name="T20" fmla="*/ 402 w 125"/>
                  <a:gd name="T21" fmla="*/ 171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5" h="65">
                    <a:moveTo>
                      <a:pt x="120" y="42"/>
                    </a:moveTo>
                    <a:cubicBezTo>
                      <a:pt x="125" y="45"/>
                      <a:pt x="125" y="48"/>
                      <a:pt x="124" y="50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19" y="62"/>
                      <a:pt x="118" y="65"/>
                      <a:pt x="103" y="59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3" y="20"/>
                      <a:pt x="0" y="16"/>
                      <a:pt x="1" y="1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1"/>
                      <a:pt x="9" y="0"/>
                      <a:pt x="13" y="1"/>
                    </a:cubicBezTo>
                    <a:cubicBezTo>
                      <a:pt x="13" y="1"/>
                      <a:pt x="52" y="17"/>
                      <a:pt x="63" y="21"/>
                    </a:cubicBezTo>
                    <a:cubicBezTo>
                      <a:pt x="75" y="26"/>
                      <a:pt x="119" y="42"/>
                      <a:pt x="120" y="4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5" name="Freeform 1439">
                <a:extLst>
                  <a:ext uri="{FF2B5EF4-FFF2-40B4-BE49-F238E27FC236}">
                    <a16:creationId xmlns:a16="http://schemas.microsoft.com/office/drawing/2014/main" id="{D1484DC8-6814-42CE-8A6E-7C153D039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0" y="3641"/>
                <a:ext cx="175" cy="121"/>
              </a:xfrm>
              <a:custGeom>
                <a:avLst/>
                <a:gdLst>
                  <a:gd name="T0" fmla="*/ 369 w 117"/>
                  <a:gd name="T1" fmla="*/ 307 h 76"/>
                  <a:gd name="T2" fmla="*/ 392 w 117"/>
                  <a:gd name="T3" fmla="*/ 231 h 76"/>
                  <a:gd name="T4" fmla="*/ 384 w 117"/>
                  <a:gd name="T5" fmla="*/ 226 h 76"/>
                  <a:gd name="T6" fmla="*/ 208 w 117"/>
                  <a:gd name="T7" fmla="*/ 116 h 76"/>
                  <a:gd name="T8" fmla="*/ 46 w 117"/>
                  <a:gd name="T9" fmla="*/ 8 h 76"/>
                  <a:gd name="T10" fmla="*/ 19 w 117"/>
                  <a:gd name="T11" fmla="*/ 16 h 76"/>
                  <a:gd name="T12" fmla="*/ 1 w 117"/>
                  <a:gd name="T13" fmla="*/ 53 h 76"/>
                  <a:gd name="T14" fmla="*/ 19 w 117"/>
                  <a:gd name="T15" fmla="*/ 89 h 76"/>
                  <a:gd name="T16" fmla="*/ 150 w 117"/>
                  <a:gd name="T17" fmla="*/ 170 h 76"/>
                  <a:gd name="T18" fmla="*/ 325 w 117"/>
                  <a:gd name="T19" fmla="*/ 287 h 76"/>
                  <a:gd name="T20" fmla="*/ 369 w 117"/>
                  <a:gd name="T21" fmla="*/ 307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76">
                    <a:moveTo>
                      <a:pt x="110" y="76"/>
                    </a:moveTo>
                    <a:cubicBezTo>
                      <a:pt x="117" y="57"/>
                      <a:pt x="117" y="57"/>
                      <a:pt x="117" y="57"/>
                    </a:cubicBezTo>
                    <a:cubicBezTo>
                      <a:pt x="116" y="57"/>
                      <a:pt x="116" y="57"/>
                      <a:pt x="115" y="56"/>
                    </a:cubicBezTo>
                    <a:cubicBezTo>
                      <a:pt x="115" y="56"/>
                      <a:pt x="73" y="35"/>
                      <a:pt x="62" y="29"/>
                    </a:cubicBezTo>
                    <a:cubicBezTo>
                      <a:pt x="51" y="23"/>
                      <a:pt x="15" y="2"/>
                      <a:pt x="14" y="2"/>
                    </a:cubicBezTo>
                    <a:cubicBezTo>
                      <a:pt x="11" y="0"/>
                      <a:pt x="8" y="1"/>
                      <a:pt x="6" y="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6"/>
                      <a:pt x="2" y="20"/>
                      <a:pt x="6" y="2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97" y="71"/>
                      <a:pt x="97" y="71"/>
                      <a:pt x="97" y="71"/>
                    </a:cubicBezTo>
                    <a:cubicBezTo>
                      <a:pt x="104" y="75"/>
                      <a:pt x="108" y="76"/>
                      <a:pt x="110" y="76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6" name="Freeform 1440">
                <a:extLst>
                  <a:ext uri="{FF2B5EF4-FFF2-40B4-BE49-F238E27FC236}">
                    <a16:creationId xmlns:a16="http://schemas.microsoft.com/office/drawing/2014/main" id="{E3B8B67A-4ED1-480C-920B-212657109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9" y="3697"/>
                <a:ext cx="36" cy="24"/>
              </a:xfrm>
              <a:custGeom>
                <a:avLst/>
                <a:gdLst>
                  <a:gd name="T0" fmla="*/ 5 w 24"/>
                  <a:gd name="T1" fmla="*/ 8 h 15"/>
                  <a:gd name="T2" fmla="*/ 45 w 24"/>
                  <a:gd name="T3" fmla="*/ 21 h 15"/>
                  <a:gd name="T4" fmla="*/ 80 w 24"/>
                  <a:gd name="T5" fmla="*/ 56 h 15"/>
                  <a:gd name="T6" fmla="*/ 35 w 24"/>
                  <a:gd name="T7" fmla="*/ 46 h 15"/>
                  <a:gd name="T8" fmla="*/ 5 w 24"/>
                  <a:gd name="T9" fmla="*/ 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1" y="2"/>
                    </a:moveTo>
                    <a:cubicBezTo>
                      <a:pt x="2" y="0"/>
                      <a:pt x="7" y="1"/>
                      <a:pt x="13" y="5"/>
                    </a:cubicBezTo>
                    <a:cubicBezTo>
                      <a:pt x="19" y="8"/>
                      <a:pt x="24" y="12"/>
                      <a:pt x="23" y="14"/>
                    </a:cubicBezTo>
                    <a:cubicBezTo>
                      <a:pt x="22" y="15"/>
                      <a:pt x="16" y="14"/>
                      <a:pt x="10" y="11"/>
                    </a:cubicBezTo>
                    <a:cubicBezTo>
                      <a:pt x="4" y="8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7" name="Freeform 1441">
                <a:extLst>
                  <a:ext uri="{FF2B5EF4-FFF2-40B4-BE49-F238E27FC236}">
                    <a16:creationId xmlns:a16="http://schemas.microsoft.com/office/drawing/2014/main" id="{4B8C13C4-BEC9-4EE6-B47E-2F77A7C2E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6" y="3692"/>
                <a:ext cx="36" cy="24"/>
              </a:xfrm>
              <a:custGeom>
                <a:avLst/>
                <a:gdLst>
                  <a:gd name="T0" fmla="*/ 5 w 24"/>
                  <a:gd name="T1" fmla="*/ 8 h 15"/>
                  <a:gd name="T2" fmla="*/ 48 w 24"/>
                  <a:gd name="T3" fmla="*/ 21 h 15"/>
                  <a:gd name="T4" fmla="*/ 80 w 24"/>
                  <a:gd name="T5" fmla="*/ 56 h 15"/>
                  <a:gd name="T6" fmla="*/ 35 w 24"/>
                  <a:gd name="T7" fmla="*/ 46 h 15"/>
                  <a:gd name="T8" fmla="*/ 5 w 24"/>
                  <a:gd name="T9" fmla="*/ 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1" y="2"/>
                    </a:moveTo>
                    <a:cubicBezTo>
                      <a:pt x="2" y="0"/>
                      <a:pt x="8" y="1"/>
                      <a:pt x="14" y="5"/>
                    </a:cubicBezTo>
                    <a:cubicBezTo>
                      <a:pt x="20" y="8"/>
                      <a:pt x="24" y="12"/>
                      <a:pt x="23" y="14"/>
                    </a:cubicBezTo>
                    <a:cubicBezTo>
                      <a:pt x="22" y="15"/>
                      <a:pt x="17" y="14"/>
                      <a:pt x="10" y="11"/>
                    </a:cubicBezTo>
                    <a:cubicBezTo>
                      <a:pt x="4" y="8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8" name="Freeform 1442">
                <a:extLst>
                  <a:ext uri="{FF2B5EF4-FFF2-40B4-BE49-F238E27FC236}">
                    <a16:creationId xmlns:a16="http://schemas.microsoft.com/office/drawing/2014/main" id="{93CD0BDC-4A0B-459A-A165-8811CE939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7" y="3647"/>
                <a:ext cx="78" cy="39"/>
              </a:xfrm>
              <a:custGeom>
                <a:avLst/>
                <a:gdLst>
                  <a:gd name="T0" fmla="*/ 5 w 52"/>
                  <a:gd name="T1" fmla="*/ 34 h 24"/>
                  <a:gd name="T2" fmla="*/ 21 w 52"/>
                  <a:gd name="T3" fmla="*/ 0 h 24"/>
                  <a:gd name="T4" fmla="*/ 62 w 52"/>
                  <a:gd name="T5" fmla="*/ 26 h 24"/>
                  <a:gd name="T6" fmla="*/ 122 w 52"/>
                  <a:gd name="T7" fmla="*/ 63 h 24"/>
                  <a:gd name="T8" fmla="*/ 149 w 52"/>
                  <a:gd name="T9" fmla="*/ 88 h 24"/>
                  <a:gd name="T10" fmla="*/ 176 w 52"/>
                  <a:gd name="T11" fmla="*/ 102 h 24"/>
                  <a:gd name="T12" fmla="*/ 59 w 52"/>
                  <a:gd name="T13" fmla="*/ 29 h 24"/>
                  <a:gd name="T14" fmla="*/ 21 w 52"/>
                  <a:gd name="T15" fmla="*/ 26 h 24"/>
                  <a:gd name="T16" fmla="*/ 0 w 52"/>
                  <a:gd name="T17" fmla="*/ 47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4">
                    <a:moveTo>
                      <a:pt x="1" y="8"/>
                    </a:moveTo>
                    <a:cubicBezTo>
                      <a:pt x="2" y="6"/>
                      <a:pt x="3" y="1"/>
                      <a:pt x="6" y="0"/>
                    </a:cubicBezTo>
                    <a:cubicBezTo>
                      <a:pt x="9" y="0"/>
                      <a:pt x="15" y="4"/>
                      <a:pt x="18" y="6"/>
                    </a:cubicBezTo>
                    <a:cubicBezTo>
                      <a:pt x="24" y="9"/>
                      <a:pt x="30" y="12"/>
                      <a:pt x="36" y="15"/>
                    </a:cubicBezTo>
                    <a:cubicBezTo>
                      <a:pt x="39" y="17"/>
                      <a:pt x="42" y="18"/>
                      <a:pt x="44" y="20"/>
                    </a:cubicBezTo>
                    <a:cubicBezTo>
                      <a:pt x="47" y="21"/>
                      <a:pt x="50" y="22"/>
                      <a:pt x="52" y="24"/>
                    </a:cubicBezTo>
                    <a:cubicBezTo>
                      <a:pt x="40" y="20"/>
                      <a:pt x="29" y="12"/>
                      <a:pt x="17" y="7"/>
                    </a:cubicBezTo>
                    <a:cubicBezTo>
                      <a:pt x="13" y="6"/>
                      <a:pt x="9" y="4"/>
                      <a:pt x="6" y="6"/>
                    </a:cubicBezTo>
                    <a:cubicBezTo>
                      <a:pt x="4" y="7"/>
                      <a:pt x="2" y="9"/>
                      <a:pt x="0" y="1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9" name="Freeform 1443">
                <a:extLst>
                  <a:ext uri="{FF2B5EF4-FFF2-40B4-BE49-F238E27FC236}">
                    <a16:creationId xmlns:a16="http://schemas.microsoft.com/office/drawing/2014/main" id="{B27BE2F5-B9CE-4EDE-B853-AB2DBCF0D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8" y="3700"/>
                <a:ext cx="114" cy="59"/>
              </a:xfrm>
              <a:custGeom>
                <a:avLst/>
                <a:gdLst>
                  <a:gd name="T0" fmla="*/ 0 w 76"/>
                  <a:gd name="T1" fmla="*/ 0 h 37"/>
                  <a:gd name="T2" fmla="*/ 174 w 76"/>
                  <a:gd name="T3" fmla="*/ 116 h 37"/>
                  <a:gd name="T4" fmla="*/ 242 w 76"/>
                  <a:gd name="T5" fmla="*/ 145 h 37"/>
                  <a:gd name="T6" fmla="*/ 257 w 76"/>
                  <a:gd name="T7" fmla="*/ 104 h 37"/>
                  <a:gd name="T8" fmla="*/ 228 w 76"/>
                  <a:gd name="T9" fmla="*/ 129 h 37"/>
                  <a:gd name="T10" fmla="*/ 194 w 76"/>
                  <a:gd name="T11" fmla="*/ 115 h 37"/>
                  <a:gd name="T12" fmla="*/ 153 w 76"/>
                  <a:gd name="T13" fmla="*/ 89 h 37"/>
                  <a:gd name="T14" fmla="*/ 72 w 76"/>
                  <a:gd name="T15" fmla="*/ 41 h 37"/>
                  <a:gd name="T16" fmla="*/ 35 w 76"/>
                  <a:gd name="T17" fmla="*/ 16 h 37"/>
                  <a:gd name="T18" fmla="*/ 5 w 76"/>
                  <a:gd name="T19" fmla="*/ 5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37">
                    <a:moveTo>
                      <a:pt x="0" y="0"/>
                    </a:moveTo>
                    <a:cubicBezTo>
                      <a:pt x="18" y="9"/>
                      <a:pt x="33" y="19"/>
                      <a:pt x="51" y="29"/>
                    </a:cubicBezTo>
                    <a:cubicBezTo>
                      <a:pt x="55" y="31"/>
                      <a:pt x="66" y="37"/>
                      <a:pt x="71" y="36"/>
                    </a:cubicBezTo>
                    <a:cubicBezTo>
                      <a:pt x="74" y="35"/>
                      <a:pt x="75" y="29"/>
                      <a:pt x="76" y="26"/>
                    </a:cubicBezTo>
                    <a:cubicBezTo>
                      <a:pt x="74" y="29"/>
                      <a:pt x="72" y="33"/>
                      <a:pt x="67" y="32"/>
                    </a:cubicBezTo>
                    <a:cubicBezTo>
                      <a:pt x="64" y="32"/>
                      <a:pt x="60" y="29"/>
                      <a:pt x="57" y="28"/>
                    </a:cubicBezTo>
                    <a:cubicBezTo>
                      <a:pt x="53" y="26"/>
                      <a:pt x="49" y="24"/>
                      <a:pt x="45" y="22"/>
                    </a:cubicBezTo>
                    <a:cubicBezTo>
                      <a:pt x="37" y="17"/>
                      <a:pt x="29" y="13"/>
                      <a:pt x="21" y="10"/>
                    </a:cubicBezTo>
                    <a:cubicBezTo>
                      <a:pt x="17" y="8"/>
                      <a:pt x="14" y="6"/>
                      <a:pt x="10" y="4"/>
                    </a:cubicBezTo>
                    <a:cubicBezTo>
                      <a:pt x="7" y="3"/>
                      <a:pt x="4" y="1"/>
                      <a:pt x="1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0" name="Freeform 1444">
                <a:extLst>
                  <a:ext uri="{FF2B5EF4-FFF2-40B4-BE49-F238E27FC236}">
                    <a16:creationId xmlns:a16="http://schemas.microsoft.com/office/drawing/2014/main" id="{46D8ED41-AD56-473E-B21F-17A0807C8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1" y="3702"/>
                <a:ext cx="30" cy="14"/>
              </a:xfrm>
              <a:custGeom>
                <a:avLst/>
                <a:gdLst>
                  <a:gd name="T0" fmla="*/ 53 w 20"/>
                  <a:gd name="T1" fmla="*/ 8 h 9"/>
                  <a:gd name="T2" fmla="*/ 62 w 20"/>
                  <a:gd name="T3" fmla="*/ 22 h 9"/>
                  <a:gd name="T4" fmla="*/ 18 w 20"/>
                  <a:gd name="T5" fmla="*/ 12 h 9"/>
                  <a:gd name="T6" fmla="*/ 0 w 20"/>
                  <a:gd name="T7" fmla="*/ 0 h 9"/>
                  <a:gd name="T8" fmla="*/ 26 w 20"/>
                  <a:gd name="T9" fmla="*/ 19 h 9"/>
                  <a:gd name="T10" fmla="*/ 68 w 20"/>
                  <a:gd name="T11" fmla="*/ 30 h 9"/>
                  <a:gd name="T12" fmla="*/ 53 w 20"/>
                  <a:gd name="T13" fmla="*/ 8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9">
                    <a:moveTo>
                      <a:pt x="15" y="2"/>
                    </a:moveTo>
                    <a:cubicBezTo>
                      <a:pt x="17" y="4"/>
                      <a:pt x="18" y="5"/>
                      <a:pt x="18" y="6"/>
                    </a:cubicBezTo>
                    <a:cubicBezTo>
                      <a:pt x="17" y="8"/>
                      <a:pt x="11" y="7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2" y="2"/>
                      <a:pt x="4" y="3"/>
                      <a:pt x="7" y="5"/>
                    </a:cubicBezTo>
                    <a:cubicBezTo>
                      <a:pt x="13" y="8"/>
                      <a:pt x="19" y="9"/>
                      <a:pt x="20" y="8"/>
                    </a:cubicBezTo>
                    <a:cubicBezTo>
                      <a:pt x="20" y="6"/>
                      <a:pt x="19" y="4"/>
                      <a:pt x="15" y="2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1" name="Freeform 1445">
                <a:extLst>
                  <a:ext uri="{FF2B5EF4-FFF2-40B4-BE49-F238E27FC236}">
                    <a16:creationId xmlns:a16="http://schemas.microsoft.com/office/drawing/2014/main" id="{5DCAE4EB-758D-41AA-8C54-BAFA3BBD6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9" y="3694"/>
                <a:ext cx="27" cy="14"/>
              </a:xfrm>
              <a:custGeom>
                <a:avLst/>
                <a:gdLst>
                  <a:gd name="T0" fmla="*/ 8 w 18"/>
                  <a:gd name="T1" fmla="*/ 12 h 9"/>
                  <a:gd name="T2" fmla="*/ 45 w 18"/>
                  <a:gd name="T3" fmla="*/ 19 h 9"/>
                  <a:gd name="T4" fmla="*/ 62 w 18"/>
                  <a:gd name="T5" fmla="*/ 34 h 9"/>
                  <a:gd name="T6" fmla="*/ 39 w 18"/>
                  <a:gd name="T7" fmla="*/ 14 h 9"/>
                  <a:gd name="T8" fmla="*/ 5 w 18"/>
                  <a:gd name="T9" fmla="*/ 8 h 9"/>
                  <a:gd name="T10" fmla="*/ 12 w 18"/>
                  <a:gd name="T11" fmla="*/ 22 h 9"/>
                  <a:gd name="T12" fmla="*/ 8 w 18"/>
                  <a:gd name="T13" fmla="*/ 12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9">
                    <a:moveTo>
                      <a:pt x="2" y="3"/>
                    </a:moveTo>
                    <a:cubicBezTo>
                      <a:pt x="3" y="1"/>
                      <a:pt x="8" y="3"/>
                      <a:pt x="13" y="5"/>
                    </a:cubicBezTo>
                    <a:cubicBezTo>
                      <a:pt x="15" y="6"/>
                      <a:pt x="17" y="8"/>
                      <a:pt x="18" y="9"/>
                    </a:cubicBezTo>
                    <a:cubicBezTo>
                      <a:pt x="17" y="8"/>
                      <a:pt x="14" y="6"/>
                      <a:pt x="11" y="4"/>
                    </a:cubicBezTo>
                    <a:cubicBezTo>
                      <a:pt x="6" y="1"/>
                      <a:pt x="2" y="0"/>
                      <a:pt x="1" y="2"/>
                    </a:cubicBezTo>
                    <a:cubicBezTo>
                      <a:pt x="0" y="3"/>
                      <a:pt x="1" y="4"/>
                      <a:pt x="3" y="6"/>
                    </a:cubicBezTo>
                    <a:cubicBezTo>
                      <a:pt x="3" y="5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2" name="Freeform 1446">
                <a:extLst>
                  <a:ext uri="{FF2B5EF4-FFF2-40B4-BE49-F238E27FC236}">
                    <a16:creationId xmlns:a16="http://schemas.microsoft.com/office/drawing/2014/main" id="{3949FBB8-0615-45F1-92F0-804C2FF27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0" y="3641"/>
                <a:ext cx="175" cy="121"/>
              </a:xfrm>
              <a:custGeom>
                <a:avLst/>
                <a:gdLst>
                  <a:gd name="T0" fmla="*/ 369 w 117"/>
                  <a:gd name="T1" fmla="*/ 307 h 76"/>
                  <a:gd name="T2" fmla="*/ 392 w 117"/>
                  <a:gd name="T3" fmla="*/ 231 h 76"/>
                  <a:gd name="T4" fmla="*/ 384 w 117"/>
                  <a:gd name="T5" fmla="*/ 226 h 76"/>
                  <a:gd name="T6" fmla="*/ 208 w 117"/>
                  <a:gd name="T7" fmla="*/ 116 h 76"/>
                  <a:gd name="T8" fmla="*/ 46 w 117"/>
                  <a:gd name="T9" fmla="*/ 8 h 76"/>
                  <a:gd name="T10" fmla="*/ 19 w 117"/>
                  <a:gd name="T11" fmla="*/ 16 h 76"/>
                  <a:gd name="T12" fmla="*/ 1 w 117"/>
                  <a:gd name="T13" fmla="*/ 53 h 76"/>
                  <a:gd name="T14" fmla="*/ 19 w 117"/>
                  <a:gd name="T15" fmla="*/ 89 h 76"/>
                  <a:gd name="T16" fmla="*/ 150 w 117"/>
                  <a:gd name="T17" fmla="*/ 170 h 76"/>
                  <a:gd name="T18" fmla="*/ 325 w 117"/>
                  <a:gd name="T19" fmla="*/ 287 h 76"/>
                  <a:gd name="T20" fmla="*/ 369 w 117"/>
                  <a:gd name="T21" fmla="*/ 307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76">
                    <a:moveTo>
                      <a:pt x="110" y="76"/>
                    </a:moveTo>
                    <a:cubicBezTo>
                      <a:pt x="117" y="57"/>
                      <a:pt x="117" y="57"/>
                      <a:pt x="117" y="57"/>
                    </a:cubicBezTo>
                    <a:cubicBezTo>
                      <a:pt x="116" y="57"/>
                      <a:pt x="116" y="57"/>
                      <a:pt x="115" y="56"/>
                    </a:cubicBezTo>
                    <a:cubicBezTo>
                      <a:pt x="115" y="56"/>
                      <a:pt x="73" y="35"/>
                      <a:pt x="62" y="29"/>
                    </a:cubicBezTo>
                    <a:cubicBezTo>
                      <a:pt x="51" y="23"/>
                      <a:pt x="15" y="2"/>
                      <a:pt x="14" y="2"/>
                    </a:cubicBezTo>
                    <a:cubicBezTo>
                      <a:pt x="11" y="0"/>
                      <a:pt x="8" y="1"/>
                      <a:pt x="6" y="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6"/>
                      <a:pt x="2" y="20"/>
                      <a:pt x="6" y="2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97" y="71"/>
                      <a:pt x="97" y="71"/>
                      <a:pt x="97" y="71"/>
                    </a:cubicBezTo>
                    <a:cubicBezTo>
                      <a:pt x="104" y="75"/>
                      <a:pt x="108" y="76"/>
                      <a:pt x="110" y="7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3" name="Freeform 1447">
                <a:extLst>
                  <a:ext uri="{FF2B5EF4-FFF2-40B4-BE49-F238E27FC236}">
                    <a16:creationId xmlns:a16="http://schemas.microsoft.com/office/drawing/2014/main" id="{B8394C0F-12C0-4298-AEC3-A918051B9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3556"/>
                <a:ext cx="192" cy="47"/>
              </a:xfrm>
              <a:custGeom>
                <a:avLst/>
                <a:gdLst>
                  <a:gd name="T0" fmla="*/ 386 w 128"/>
                  <a:gd name="T1" fmla="*/ 5 h 29"/>
                  <a:gd name="T2" fmla="*/ 432 w 128"/>
                  <a:gd name="T3" fmla="*/ 26 h 29"/>
                  <a:gd name="T4" fmla="*/ 432 w 128"/>
                  <a:gd name="T5" fmla="*/ 68 h 29"/>
                  <a:gd name="T6" fmla="*/ 396 w 128"/>
                  <a:gd name="T7" fmla="*/ 94 h 29"/>
                  <a:gd name="T8" fmla="*/ 291 w 128"/>
                  <a:gd name="T9" fmla="*/ 102 h 29"/>
                  <a:gd name="T10" fmla="*/ 41 w 128"/>
                  <a:gd name="T11" fmla="*/ 118 h 29"/>
                  <a:gd name="T12" fmla="*/ 5 w 128"/>
                  <a:gd name="T13" fmla="*/ 102 h 29"/>
                  <a:gd name="T14" fmla="*/ 0 w 128"/>
                  <a:gd name="T15" fmla="*/ 60 h 29"/>
                  <a:gd name="T16" fmla="*/ 21 w 128"/>
                  <a:gd name="T17" fmla="*/ 34 h 29"/>
                  <a:gd name="T18" fmla="*/ 210 w 128"/>
                  <a:gd name="T19" fmla="*/ 21 h 29"/>
                  <a:gd name="T20" fmla="*/ 386 w 128"/>
                  <a:gd name="T21" fmla="*/ 5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9">
                    <a:moveTo>
                      <a:pt x="114" y="1"/>
                    </a:moveTo>
                    <a:cubicBezTo>
                      <a:pt x="126" y="0"/>
                      <a:pt x="127" y="3"/>
                      <a:pt x="128" y="6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8" y="18"/>
                      <a:pt x="128" y="21"/>
                      <a:pt x="117" y="22"/>
                    </a:cubicBezTo>
                    <a:cubicBezTo>
                      <a:pt x="117" y="22"/>
                      <a:pt x="110" y="22"/>
                      <a:pt x="86" y="24"/>
                    </a:cubicBezTo>
                    <a:cubicBezTo>
                      <a:pt x="61" y="25"/>
                      <a:pt x="13" y="28"/>
                      <a:pt x="12" y="28"/>
                    </a:cubicBezTo>
                    <a:cubicBezTo>
                      <a:pt x="3" y="29"/>
                      <a:pt x="1" y="27"/>
                      <a:pt x="1" y="2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9"/>
                      <a:pt x="3" y="8"/>
                      <a:pt x="6" y="8"/>
                    </a:cubicBezTo>
                    <a:cubicBezTo>
                      <a:pt x="6" y="8"/>
                      <a:pt x="39" y="7"/>
                      <a:pt x="62" y="5"/>
                    </a:cubicBezTo>
                    <a:cubicBezTo>
                      <a:pt x="84" y="4"/>
                      <a:pt x="114" y="1"/>
                      <a:pt x="114" y="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4" name="Freeform 1448">
                <a:extLst>
                  <a:ext uri="{FF2B5EF4-FFF2-40B4-BE49-F238E27FC236}">
                    <a16:creationId xmlns:a16="http://schemas.microsoft.com/office/drawing/2014/main" id="{945728F7-73B5-477F-8580-F90F2343D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3575"/>
                <a:ext cx="38" cy="13"/>
              </a:xfrm>
              <a:custGeom>
                <a:avLst/>
                <a:gdLst>
                  <a:gd name="T0" fmla="*/ 0 w 25"/>
                  <a:gd name="T1" fmla="*/ 21 h 8"/>
                  <a:gd name="T2" fmla="*/ 41 w 25"/>
                  <a:gd name="T3" fmla="*/ 0 h 8"/>
                  <a:gd name="T4" fmla="*/ 88 w 25"/>
                  <a:gd name="T5" fmla="*/ 13 h 8"/>
                  <a:gd name="T6" fmla="*/ 46 w 25"/>
                  <a:gd name="T7" fmla="*/ 29 h 8"/>
                  <a:gd name="T8" fmla="*/ 0 w 2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3"/>
                      <a:pt x="5" y="1"/>
                      <a:pt x="12" y="0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19" y="7"/>
                      <a:pt x="13" y="7"/>
                    </a:cubicBezTo>
                    <a:cubicBezTo>
                      <a:pt x="6" y="8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5" name="Freeform 1449">
                <a:extLst>
                  <a:ext uri="{FF2B5EF4-FFF2-40B4-BE49-F238E27FC236}">
                    <a16:creationId xmlns:a16="http://schemas.microsoft.com/office/drawing/2014/main" id="{23E4E168-95F8-42BF-AA80-677CF449A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3572"/>
                <a:ext cx="37" cy="13"/>
              </a:xfrm>
              <a:custGeom>
                <a:avLst/>
                <a:gdLst>
                  <a:gd name="T0" fmla="*/ 0 w 25"/>
                  <a:gd name="T1" fmla="*/ 21 h 8"/>
                  <a:gd name="T2" fmla="*/ 40 w 25"/>
                  <a:gd name="T3" fmla="*/ 5 h 8"/>
                  <a:gd name="T4" fmla="*/ 81 w 25"/>
                  <a:gd name="T5" fmla="*/ 13 h 8"/>
                  <a:gd name="T6" fmla="*/ 41 w 25"/>
                  <a:gd name="T7" fmla="*/ 34 h 8"/>
                  <a:gd name="T8" fmla="*/ 0 w 2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3"/>
                      <a:pt x="5" y="1"/>
                      <a:pt x="12" y="1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8"/>
                    </a:cubicBezTo>
                    <a:cubicBezTo>
                      <a:pt x="6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6" name="Freeform 1450">
                <a:extLst>
                  <a:ext uri="{FF2B5EF4-FFF2-40B4-BE49-F238E27FC236}">
                    <a16:creationId xmlns:a16="http://schemas.microsoft.com/office/drawing/2014/main" id="{2ECC0F46-E181-4FC2-AA51-B725A820B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567"/>
                <a:ext cx="81" cy="26"/>
              </a:xfrm>
              <a:custGeom>
                <a:avLst/>
                <a:gdLst>
                  <a:gd name="T0" fmla="*/ 8 w 54"/>
                  <a:gd name="T1" fmla="*/ 60 h 16"/>
                  <a:gd name="T2" fmla="*/ 8 w 54"/>
                  <a:gd name="T3" fmla="*/ 18 h 16"/>
                  <a:gd name="T4" fmla="*/ 54 w 54"/>
                  <a:gd name="T5" fmla="*/ 8 h 16"/>
                  <a:gd name="T6" fmla="*/ 122 w 54"/>
                  <a:gd name="T7" fmla="*/ 5 h 16"/>
                  <a:gd name="T8" fmla="*/ 153 w 54"/>
                  <a:gd name="T9" fmla="*/ 5 h 16"/>
                  <a:gd name="T10" fmla="*/ 183 w 54"/>
                  <a:gd name="T11" fmla="*/ 0 h 16"/>
                  <a:gd name="T12" fmla="*/ 54 w 54"/>
                  <a:gd name="T13" fmla="*/ 18 h 16"/>
                  <a:gd name="T14" fmla="*/ 18 w 54"/>
                  <a:gd name="T15" fmla="*/ 39 h 16"/>
                  <a:gd name="T16" fmla="*/ 12 w 54"/>
                  <a:gd name="T17" fmla="*/ 68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6">
                    <a:moveTo>
                      <a:pt x="2" y="14"/>
                    </a:moveTo>
                    <a:cubicBezTo>
                      <a:pt x="2" y="11"/>
                      <a:pt x="0" y="6"/>
                      <a:pt x="2" y="4"/>
                    </a:cubicBezTo>
                    <a:cubicBezTo>
                      <a:pt x="5" y="2"/>
                      <a:pt x="12" y="3"/>
                      <a:pt x="16" y="2"/>
                    </a:cubicBezTo>
                    <a:cubicBezTo>
                      <a:pt x="22" y="2"/>
                      <a:pt x="29" y="2"/>
                      <a:pt x="36" y="1"/>
                    </a:cubicBezTo>
                    <a:cubicBezTo>
                      <a:pt x="39" y="1"/>
                      <a:pt x="42" y="1"/>
                      <a:pt x="45" y="1"/>
                    </a:cubicBezTo>
                    <a:cubicBezTo>
                      <a:pt x="48" y="0"/>
                      <a:pt x="51" y="0"/>
                      <a:pt x="54" y="0"/>
                    </a:cubicBezTo>
                    <a:cubicBezTo>
                      <a:pt x="42" y="3"/>
                      <a:pt x="28" y="2"/>
                      <a:pt x="16" y="4"/>
                    </a:cubicBezTo>
                    <a:cubicBezTo>
                      <a:pt x="11" y="5"/>
                      <a:pt x="7" y="6"/>
                      <a:pt x="5" y="9"/>
                    </a:cubicBezTo>
                    <a:cubicBezTo>
                      <a:pt x="4" y="11"/>
                      <a:pt x="3" y="14"/>
                      <a:pt x="3" y="16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7" name="Freeform 1451">
                <a:extLst>
                  <a:ext uri="{FF2B5EF4-FFF2-40B4-BE49-F238E27FC236}">
                    <a16:creationId xmlns:a16="http://schemas.microsoft.com/office/drawing/2014/main" id="{A3221AA7-02F6-4427-B439-DBA8FCB3D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3566"/>
                <a:ext cx="122" cy="29"/>
              </a:xfrm>
              <a:custGeom>
                <a:avLst/>
                <a:gdLst>
                  <a:gd name="T0" fmla="*/ 0 w 81"/>
                  <a:gd name="T1" fmla="*/ 76 h 18"/>
                  <a:gd name="T2" fmla="*/ 205 w 81"/>
                  <a:gd name="T3" fmla="*/ 60 h 18"/>
                  <a:gd name="T4" fmla="*/ 270 w 81"/>
                  <a:gd name="T5" fmla="*/ 47 h 18"/>
                  <a:gd name="T6" fmla="*/ 265 w 81"/>
                  <a:gd name="T7" fmla="*/ 0 h 18"/>
                  <a:gd name="T8" fmla="*/ 252 w 81"/>
                  <a:gd name="T9" fmla="*/ 42 h 18"/>
                  <a:gd name="T10" fmla="*/ 215 w 81"/>
                  <a:gd name="T11" fmla="*/ 50 h 18"/>
                  <a:gd name="T12" fmla="*/ 170 w 81"/>
                  <a:gd name="T13" fmla="*/ 55 h 18"/>
                  <a:gd name="T14" fmla="*/ 81 w 81"/>
                  <a:gd name="T15" fmla="*/ 63 h 18"/>
                  <a:gd name="T16" fmla="*/ 39 w 81"/>
                  <a:gd name="T17" fmla="*/ 71 h 18"/>
                  <a:gd name="T18" fmla="*/ 8 w 81"/>
                  <a:gd name="T19" fmla="*/ 76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8">
                    <a:moveTo>
                      <a:pt x="0" y="18"/>
                    </a:moveTo>
                    <a:cubicBezTo>
                      <a:pt x="20" y="17"/>
                      <a:pt x="40" y="15"/>
                      <a:pt x="60" y="14"/>
                    </a:cubicBezTo>
                    <a:cubicBezTo>
                      <a:pt x="64" y="14"/>
                      <a:pt x="76" y="15"/>
                      <a:pt x="79" y="11"/>
                    </a:cubicBezTo>
                    <a:cubicBezTo>
                      <a:pt x="81" y="9"/>
                      <a:pt x="79" y="3"/>
                      <a:pt x="78" y="0"/>
                    </a:cubicBezTo>
                    <a:cubicBezTo>
                      <a:pt x="79" y="3"/>
                      <a:pt x="78" y="8"/>
                      <a:pt x="74" y="10"/>
                    </a:cubicBezTo>
                    <a:cubicBezTo>
                      <a:pt x="71" y="12"/>
                      <a:pt x="67" y="12"/>
                      <a:pt x="63" y="12"/>
                    </a:cubicBezTo>
                    <a:cubicBezTo>
                      <a:pt x="59" y="12"/>
                      <a:pt x="54" y="13"/>
                      <a:pt x="50" y="13"/>
                    </a:cubicBezTo>
                    <a:cubicBezTo>
                      <a:pt x="41" y="14"/>
                      <a:pt x="32" y="14"/>
                      <a:pt x="24" y="15"/>
                    </a:cubicBezTo>
                    <a:cubicBezTo>
                      <a:pt x="19" y="16"/>
                      <a:pt x="15" y="16"/>
                      <a:pt x="11" y="17"/>
                    </a:cubicBezTo>
                    <a:cubicBezTo>
                      <a:pt x="8" y="17"/>
                      <a:pt x="5" y="17"/>
                      <a:pt x="2" y="18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8" name="Freeform 1452">
                <a:extLst>
                  <a:ext uri="{FF2B5EF4-FFF2-40B4-BE49-F238E27FC236}">
                    <a16:creationId xmlns:a16="http://schemas.microsoft.com/office/drawing/2014/main" id="{B169B7FE-84A2-4B4D-966A-5818DEB94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3574"/>
                <a:ext cx="30" cy="11"/>
              </a:xfrm>
              <a:custGeom>
                <a:avLst/>
                <a:gdLst>
                  <a:gd name="T0" fmla="*/ 45 w 20"/>
                  <a:gd name="T1" fmla="*/ 0 h 7"/>
                  <a:gd name="T2" fmla="*/ 62 w 20"/>
                  <a:gd name="T3" fmla="*/ 8 h 7"/>
                  <a:gd name="T4" fmla="*/ 21 w 20"/>
                  <a:gd name="T5" fmla="*/ 22 h 7"/>
                  <a:gd name="T6" fmla="*/ 0 w 20"/>
                  <a:gd name="T7" fmla="*/ 22 h 7"/>
                  <a:gd name="T8" fmla="*/ 27 w 20"/>
                  <a:gd name="T9" fmla="*/ 27 h 7"/>
                  <a:gd name="T10" fmla="*/ 68 w 20"/>
                  <a:gd name="T11" fmla="*/ 8 h 7"/>
                  <a:gd name="T12" fmla="*/ 45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3" y="0"/>
                    </a:moveTo>
                    <a:cubicBezTo>
                      <a:pt x="16" y="0"/>
                      <a:pt x="18" y="1"/>
                      <a:pt x="18" y="2"/>
                    </a:cubicBezTo>
                    <a:cubicBezTo>
                      <a:pt x="18" y="4"/>
                      <a:pt x="12" y="6"/>
                      <a:pt x="6" y="6"/>
                    </a:cubicBezTo>
                    <a:cubicBezTo>
                      <a:pt x="4" y="6"/>
                      <a:pt x="2" y="6"/>
                      <a:pt x="0" y="6"/>
                    </a:cubicBezTo>
                    <a:cubicBezTo>
                      <a:pt x="2" y="7"/>
                      <a:pt x="5" y="7"/>
                      <a:pt x="8" y="7"/>
                    </a:cubicBezTo>
                    <a:cubicBezTo>
                      <a:pt x="15" y="6"/>
                      <a:pt x="20" y="4"/>
                      <a:pt x="20" y="2"/>
                    </a:cubicBezTo>
                    <a:cubicBezTo>
                      <a:pt x="20" y="1"/>
                      <a:pt x="17" y="0"/>
                      <a:pt x="13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9" name="Freeform 1453">
                <a:extLst>
                  <a:ext uri="{FF2B5EF4-FFF2-40B4-BE49-F238E27FC236}">
                    <a16:creationId xmlns:a16="http://schemas.microsoft.com/office/drawing/2014/main" id="{8D0635F0-A7D7-4FCA-B5BA-D6EE8DE10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574"/>
                <a:ext cx="28" cy="9"/>
              </a:xfrm>
              <a:custGeom>
                <a:avLst/>
                <a:gdLst>
                  <a:gd name="T0" fmla="*/ 6 w 19"/>
                  <a:gd name="T1" fmla="*/ 14 h 6"/>
                  <a:gd name="T2" fmla="*/ 40 w 19"/>
                  <a:gd name="T3" fmla="*/ 5 h 6"/>
                  <a:gd name="T4" fmla="*/ 60 w 19"/>
                  <a:gd name="T5" fmla="*/ 5 h 6"/>
                  <a:gd name="T6" fmla="*/ 32 w 19"/>
                  <a:gd name="T7" fmla="*/ 0 h 6"/>
                  <a:gd name="T8" fmla="*/ 1 w 19"/>
                  <a:gd name="T9" fmla="*/ 14 h 6"/>
                  <a:gd name="T10" fmla="*/ 15 w 19"/>
                  <a:gd name="T11" fmla="*/ 21 h 6"/>
                  <a:gd name="T12" fmla="*/ 6 w 19"/>
                  <a:gd name="T13" fmla="*/ 1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2" y="4"/>
                    </a:moveTo>
                    <a:cubicBezTo>
                      <a:pt x="2" y="2"/>
                      <a:pt x="7" y="1"/>
                      <a:pt x="12" y="1"/>
                    </a:cubicBezTo>
                    <a:cubicBezTo>
                      <a:pt x="15" y="0"/>
                      <a:pt x="17" y="1"/>
                      <a:pt x="19" y="1"/>
                    </a:cubicBezTo>
                    <a:cubicBezTo>
                      <a:pt x="17" y="0"/>
                      <a:pt x="14" y="0"/>
                      <a:pt x="10" y="0"/>
                    </a:cubicBezTo>
                    <a:cubicBezTo>
                      <a:pt x="5" y="1"/>
                      <a:pt x="0" y="2"/>
                      <a:pt x="1" y="4"/>
                    </a:cubicBezTo>
                    <a:cubicBezTo>
                      <a:pt x="1" y="5"/>
                      <a:pt x="2" y="5"/>
                      <a:pt x="5" y="6"/>
                    </a:cubicBezTo>
                    <a:cubicBezTo>
                      <a:pt x="4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0" name="Freeform 1454">
                <a:extLst>
                  <a:ext uri="{FF2B5EF4-FFF2-40B4-BE49-F238E27FC236}">
                    <a16:creationId xmlns:a16="http://schemas.microsoft.com/office/drawing/2014/main" id="{110958A0-871B-4983-B342-98DF094E9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3556"/>
                <a:ext cx="192" cy="47"/>
              </a:xfrm>
              <a:custGeom>
                <a:avLst/>
                <a:gdLst>
                  <a:gd name="T0" fmla="*/ 386 w 128"/>
                  <a:gd name="T1" fmla="*/ 5 h 29"/>
                  <a:gd name="T2" fmla="*/ 432 w 128"/>
                  <a:gd name="T3" fmla="*/ 26 h 29"/>
                  <a:gd name="T4" fmla="*/ 432 w 128"/>
                  <a:gd name="T5" fmla="*/ 68 h 29"/>
                  <a:gd name="T6" fmla="*/ 396 w 128"/>
                  <a:gd name="T7" fmla="*/ 94 h 29"/>
                  <a:gd name="T8" fmla="*/ 291 w 128"/>
                  <a:gd name="T9" fmla="*/ 102 h 29"/>
                  <a:gd name="T10" fmla="*/ 41 w 128"/>
                  <a:gd name="T11" fmla="*/ 118 h 29"/>
                  <a:gd name="T12" fmla="*/ 5 w 128"/>
                  <a:gd name="T13" fmla="*/ 102 h 29"/>
                  <a:gd name="T14" fmla="*/ 0 w 128"/>
                  <a:gd name="T15" fmla="*/ 60 h 29"/>
                  <a:gd name="T16" fmla="*/ 21 w 128"/>
                  <a:gd name="T17" fmla="*/ 34 h 29"/>
                  <a:gd name="T18" fmla="*/ 210 w 128"/>
                  <a:gd name="T19" fmla="*/ 21 h 29"/>
                  <a:gd name="T20" fmla="*/ 386 w 128"/>
                  <a:gd name="T21" fmla="*/ 5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9">
                    <a:moveTo>
                      <a:pt x="114" y="1"/>
                    </a:moveTo>
                    <a:cubicBezTo>
                      <a:pt x="126" y="0"/>
                      <a:pt x="127" y="3"/>
                      <a:pt x="128" y="6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8" y="18"/>
                      <a:pt x="128" y="21"/>
                      <a:pt x="117" y="22"/>
                    </a:cubicBezTo>
                    <a:cubicBezTo>
                      <a:pt x="117" y="22"/>
                      <a:pt x="110" y="22"/>
                      <a:pt x="86" y="24"/>
                    </a:cubicBezTo>
                    <a:cubicBezTo>
                      <a:pt x="61" y="25"/>
                      <a:pt x="13" y="28"/>
                      <a:pt x="12" y="28"/>
                    </a:cubicBezTo>
                    <a:cubicBezTo>
                      <a:pt x="3" y="29"/>
                      <a:pt x="1" y="27"/>
                      <a:pt x="1" y="2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9"/>
                      <a:pt x="3" y="8"/>
                      <a:pt x="6" y="8"/>
                    </a:cubicBezTo>
                    <a:cubicBezTo>
                      <a:pt x="6" y="8"/>
                      <a:pt x="39" y="7"/>
                      <a:pt x="62" y="5"/>
                    </a:cubicBezTo>
                    <a:cubicBezTo>
                      <a:pt x="84" y="4"/>
                      <a:pt x="114" y="1"/>
                      <a:pt x="114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1" name="Freeform 1455">
                <a:extLst>
                  <a:ext uri="{FF2B5EF4-FFF2-40B4-BE49-F238E27FC236}">
                    <a16:creationId xmlns:a16="http://schemas.microsoft.com/office/drawing/2014/main" id="{12E985F7-35D9-4188-9433-A7AC528D8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3473"/>
                <a:ext cx="187" cy="107"/>
              </a:xfrm>
              <a:custGeom>
                <a:avLst/>
                <a:gdLst>
                  <a:gd name="T0" fmla="*/ 15 w 125"/>
                  <a:gd name="T1" fmla="*/ 94 h 67"/>
                  <a:gd name="T2" fmla="*/ 15 w 125"/>
                  <a:gd name="T3" fmla="*/ 94 h 67"/>
                  <a:gd name="T4" fmla="*/ 1 w 125"/>
                  <a:gd name="T5" fmla="*/ 61 h 67"/>
                  <a:gd name="T6" fmla="*/ 15 w 125"/>
                  <a:gd name="T7" fmla="*/ 26 h 67"/>
                  <a:gd name="T8" fmla="*/ 73 w 125"/>
                  <a:gd name="T9" fmla="*/ 26 h 67"/>
                  <a:gd name="T10" fmla="*/ 257 w 125"/>
                  <a:gd name="T11" fmla="*/ 117 h 67"/>
                  <a:gd name="T12" fmla="*/ 384 w 125"/>
                  <a:gd name="T13" fmla="*/ 179 h 67"/>
                  <a:gd name="T14" fmla="*/ 416 w 125"/>
                  <a:gd name="T15" fmla="*/ 217 h 67"/>
                  <a:gd name="T16" fmla="*/ 402 w 125"/>
                  <a:gd name="T17" fmla="*/ 252 h 67"/>
                  <a:gd name="T18" fmla="*/ 375 w 125"/>
                  <a:gd name="T19" fmla="*/ 265 h 67"/>
                  <a:gd name="T20" fmla="*/ 194 w 125"/>
                  <a:gd name="T21" fmla="*/ 184 h 67"/>
                  <a:gd name="T22" fmla="*/ 15 w 125"/>
                  <a:gd name="T23" fmla="*/ 94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5" h="67">
                    <a:moveTo>
                      <a:pt x="5" y="23"/>
                    </a:moveTo>
                    <a:cubicBezTo>
                      <a:pt x="5" y="23"/>
                      <a:pt x="5" y="23"/>
                      <a:pt x="5" y="23"/>
                    </a:cubicBezTo>
                    <a:cubicBezTo>
                      <a:pt x="2" y="21"/>
                      <a:pt x="0" y="20"/>
                      <a:pt x="1" y="1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3"/>
                      <a:pt x="7" y="0"/>
                      <a:pt x="22" y="6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21" y="46"/>
                      <a:pt x="125" y="50"/>
                      <a:pt x="124" y="53"/>
                    </a:cubicBezTo>
                    <a:cubicBezTo>
                      <a:pt x="120" y="62"/>
                      <a:pt x="120" y="62"/>
                      <a:pt x="120" y="62"/>
                    </a:cubicBezTo>
                    <a:cubicBezTo>
                      <a:pt x="118" y="66"/>
                      <a:pt x="116" y="67"/>
                      <a:pt x="112" y="65"/>
                    </a:cubicBezTo>
                    <a:cubicBezTo>
                      <a:pt x="111" y="65"/>
                      <a:pt x="69" y="50"/>
                      <a:pt x="58" y="45"/>
                    </a:cubicBezTo>
                    <a:cubicBezTo>
                      <a:pt x="46" y="41"/>
                      <a:pt x="6" y="23"/>
                      <a:pt x="5" y="23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2" name="Freeform 1456">
                <a:extLst>
                  <a:ext uri="{FF2B5EF4-FFF2-40B4-BE49-F238E27FC236}">
                    <a16:creationId xmlns:a16="http://schemas.microsoft.com/office/drawing/2014/main" id="{1104C07E-ABFD-469A-BAF4-BAC5B4A29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3524"/>
                <a:ext cx="38" cy="21"/>
              </a:xfrm>
              <a:custGeom>
                <a:avLst/>
                <a:gdLst>
                  <a:gd name="T0" fmla="*/ 84 w 25"/>
                  <a:gd name="T1" fmla="*/ 47 h 13"/>
                  <a:gd name="T2" fmla="*/ 40 w 25"/>
                  <a:gd name="T3" fmla="*/ 42 h 13"/>
                  <a:gd name="T4" fmla="*/ 5 w 25"/>
                  <a:gd name="T5" fmla="*/ 8 h 13"/>
                  <a:gd name="T6" fmla="*/ 49 w 25"/>
                  <a:gd name="T7" fmla="*/ 16 h 13"/>
                  <a:gd name="T8" fmla="*/ 84 w 25"/>
                  <a:gd name="T9" fmla="*/ 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24" y="11"/>
                    </a:moveTo>
                    <a:cubicBezTo>
                      <a:pt x="23" y="13"/>
                      <a:pt x="17" y="13"/>
                      <a:pt x="11" y="10"/>
                    </a:cubicBezTo>
                    <a:cubicBezTo>
                      <a:pt x="5" y="7"/>
                      <a:pt x="0" y="4"/>
                      <a:pt x="1" y="2"/>
                    </a:cubicBezTo>
                    <a:cubicBezTo>
                      <a:pt x="2" y="0"/>
                      <a:pt x="7" y="1"/>
                      <a:pt x="14" y="4"/>
                    </a:cubicBezTo>
                    <a:cubicBezTo>
                      <a:pt x="20" y="6"/>
                      <a:pt x="25" y="10"/>
                      <a:pt x="24" y="1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3" name="Freeform 1457">
                <a:extLst>
                  <a:ext uri="{FF2B5EF4-FFF2-40B4-BE49-F238E27FC236}">
                    <a16:creationId xmlns:a16="http://schemas.microsoft.com/office/drawing/2014/main" id="{CA676F21-ECEB-4470-AED9-1B8060CC3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521"/>
                <a:ext cx="38" cy="19"/>
              </a:xfrm>
              <a:custGeom>
                <a:avLst/>
                <a:gdLst>
                  <a:gd name="T0" fmla="*/ 84 w 25"/>
                  <a:gd name="T1" fmla="*/ 43 h 12"/>
                  <a:gd name="T2" fmla="*/ 40 w 25"/>
                  <a:gd name="T3" fmla="*/ 35 h 12"/>
                  <a:gd name="T4" fmla="*/ 5 w 25"/>
                  <a:gd name="T5" fmla="*/ 5 h 12"/>
                  <a:gd name="T6" fmla="*/ 49 w 25"/>
                  <a:gd name="T7" fmla="*/ 13 h 12"/>
                  <a:gd name="T8" fmla="*/ 84 w 25"/>
                  <a:gd name="T9" fmla="*/ 4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24" y="11"/>
                    </a:moveTo>
                    <a:cubicBezTo>
                      <a:pt x="23" y="12"/>
                      <a:pt x="18" y="12"/>
                      <a:pt x="11" y="9"/>
                    </a:cubicBezTo>
                    <a:cubicBezTo>
                      <a:pt x="5" y="7"/>
                      <a:pt x="0" y="3"/>
                      <a:pt x="1" y="1"/>
                    </a:cubicBezTo>
                    <a:cubicBezTo>
                      <a:pt x="2" y="0"/>
                      <a:pt x="7" y="0"/>
                      <a:pt x="14" y="3"/>
                    </a:cubicBezTo>
                    <a:cubicBezTo>
                      <a:pt x="20" y="5"/>
                      <a:pt x="25" y="9"/>
                      <a:pt x="24" y="1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4" name="Freeform 1458">
                <a:extLst>
                  <a:ext uri="{FF2B5EF4-FFF2-40B4-BE49-F238E27FC236}">
                    <a16:creationId xmlns:a16="http://schemas.microsoft.com/office/drawing/2014/main" id="{EC1E23DC-268F-4C11-A225-C0456E606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3481"/>
                <a:ext cx="79" cy="30"/>
              </a:xfrm>
              <a:custGeom>
                <a:avLst/>
                <a:gdLst>
                  <a:gd name="T0" fmla="*/ 0 w 53"/>
                  <a:gd name="T1" fmla="*/ 35 h 19"/>
                  <a:gd name="T2" fmla="*/ 15 w 53"/>
                  <a:gd name="T3" fmla="*/ 5 h 19"/>
                  <a:gd name="T4" fmla="*/ 55 w 53"/>
                  <a:gd name="T5" fmla="*/ 14 h 19"/>
                  <a:gd name="T6" fmla="*/ 119 w 53"/>
                  <a:gd name="T7" fmla="*/ 47 h 19"/>
                  <a:gd name="T8" fmla="*/ 146 w 53"/>
                  <a:gd name="T9" fmla="*/ 60 h 19"/>
                  <a:gd name="T10" fmla="*/ 176 w 53"/>
                  <a:gd name="T11" fmla="*/ 74 h 19"/>
                  <a:gd name="T12" fmla="*/ 54 w 53"/>
                  <a:gd name="T13" fmla="*/ 22 h 19"/>
                  <a:gd name="T14" fmla="*/ 15 w 53"/>
                  <a:gd name="T15" fmla="*/ 22 h 19"/>
                  <a:gd name="T16" fmla="*/ 0 w 53"/>
                  <a:gd name="T17" fmla="*/ 47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9">
                    <a:moveTo>
                      <a:pt x="0" y="9"/>
                    </a:moveTo>
                    <a:cubicBezTo>
                      <a:pt x="1" y="7"/>
                      <a:pt x="2" y="2"/>
                      <a:pt x="5" y="1"/>
                    </a:cubicBezTo>
                    <a:cubicBezTo>
                      <a:pt x="8" y="0"/>
                      <a:pt x="14" y="3"/>
                      <a:pt x="17" y="4"/>
                    </a:cubicBezTo>
                    <a:cubicBezTo>
                      <a:pt x="23" y="7"/>
                      <a:pt x="30" y="9"/>
                      <a:pt x="36" y="12"/>
                    </a:cubicBezTo>
                    <a:cubicBezTo>
                      <a:pt x="39" y="13"/>
                      <a:pt x="41" y="14"/>
                      <a:pt x="44" y="15"/>
                    </a:cubicBezTo>
                    <a:cubicBezTo>
                      <a:pt x="47" y="16"/>
                      <a:pt x="50" y="17"/>
                      <a:pt x="53" y="19"/>
                    </a:cubicBezTo>
                    <a:cubicBezTo>
                      <a:pt x="41" y="16"/>
                      <a:pt x="28" y="10"/>
                      <a:pt x="16" y="6"/>
                    </a:cubicBezTo>
                    <a:cubicBezTo>
                      <a:pt x="12" y="5"/>
                      <a:pt x="8" y="4"/>
                      <a:pt x="5" y="6"/>
                    </a:cubicBezTo>
                    <a:cubicBezTo>
                      <a:pt x="2" y="7"/>
                      <a:pt x="1" y="9"/>
                      <a:pt x="0" y="12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5" name="Freeform 1459">
                <a:extLst>
                  <a:ext uri="{FF2B5EF4-FFF2-40B4-BE49-F238E27FC236}">
                    <a16:creationId xmlns:a16="http://schemas.microsoft.com/office/drawing/2014/main" id="{70F6DA32-A5DE-40C7-960D-19B9F3905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527"/>
                <a:ext cx="132" cy="48"/>
              </a:xfrm>
              <a:custGeom>
                <a:avLst/>
                <a:gdLst>
                  <a:gd name="T0" fmla="*/ 296 w 88"/>
                  <a:gd name="T1" fmla="*/ 86 h 30"/>
                  <a:gd name="T2" fmla="*/ 275 w 88"/>
                  <a:gd name="T3" fmla="*/ 123 h 30"/>
                  <a:gd name="T4" fmla="*/ 224 w 88"/>
                  <a:gd name="T5" fmla="*/ 102 h 30"/>
                  <a:gd name="T6" fmla="*/ 153 w 88"/>
                  <a:gd name="T7" fmla="*/ 69 h 30"/>
                  <a:gd name="T8" fmla="*/ 0 w 88"/>
                  <a:gd name="T9" fmla="*/ 0 h 30"/>
                  <a:gd name="T10" fmla="*/ 107 w 88"/>
                  <a:gd name="T11" fmla="*/ 46 h 30"/>
                  <a:gd name="T12" fmla="*/ 210 w 88"/>
                  <a:gd name="T13" fmla="*/ 86 h 30"/>
                  <a:gd name="T14" fmla="*/ 288 w 88"/>
                  <a:gd name="T15" fmla="*/ 61 h 30"/>
                  <a:gd name="T16" fmla="*/ 296 w 88"/>
                  <a:gd name="T17" fmla="*/ 82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30">
                    <a:moveTo>
                      <a:pt x="87" y="21"/>
                    </a:moveTo>
                    <a:cubicBezTo>
                      <a:pt x="86" y="24"/>
                      <a:pt x="86" y="29"/>
                      <a:pt x="81" y="30"/>
                    </a:cubicBezTo>
                    <a:cubicBezTo>
                      <a:pt x="77" y="30"/>
                      <a:pt x="70" y="27"/>
                      <a:pt x="66" y="25"/>
                    </a:cubicBezTo>
                    <a:cubicBezTo>
                      <a:pt x="58" y="21"/>
                      <a:pt x="54" y="20"/>
                      <a:pt x="45" y="17"/>
                    </a:cubicBezTo>
                    <a:cubicBezTo>
                      <a:pt x="32" y="12"/>
                      <a:pt x="13" y="6"/>
                      <a:pt x="0" y="0"/>
                    </a:cubicBezTo>
                    <a:cubicBezTo>
                      <a:pt x="10" y="3"/>
                      <a:pt x="21" y="8"/>
                      <a:pt x="31" y="11"/>
                    </a:cubicBezTo>
                    <a:cubicBezTo>
                      <a:pt x="41" y="15"/>
                      <a:pt x="51" y="17"/>
                      <a:pt x="62" y="21"/>
                    </a:cubicBezTo>
                    <a:cubicBezTo>
                      <a:pt x="72" y="24"/>
                      <a:pt x="88" y="25"/>
                      <a:pt x="85" y="15"/>
                    </a:cubicBezTo>
                    <a:cubicBezTo>
                      <a:pt x="88" y="17"/>
                      <a:pt x="87" y="18"/>
                      <a:pt x="87" y="2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6" name="Freeform 1460">
                <a:extLst>
                  <a:ext uri="{FF2B5EF4-FFF2-40B4-BE49-F238E27FC236}">
                    <a16:creationId xmlns:a16="http://schemas.microsoft.com/office/drawing/2014/main" id="{00A72F8A-8AFF-4DD7-8CD9-C1F5BEEAB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529"/>
                <a:ext cx="32" cy="11"/>
              </a:xfrm>
              <a:custGeom>
                <a:avLst/>
                <a:gdLst>
                  <a:gd name="T0" fmla="*/ 53 w 21"/>
                  <a:gd name="T1" fmla="*/ 0 h 7"/>
                  <a:gd name="T2" fmla="*/ 62 w 21"/>
                  <a:gd name="T3" fmla="*/ 14 h 7"/>
                  <a:gd name="T4" fmla="*/ 18 w 21"/>
                  <a:gd name="T5" fmla="*/ 13 h 7"/>
                  <a:gd name="T6" fmla="*/ 0 w 21"/>
                  <a:gd name="T7" fmla="*/ 5 h 7"/>
                  <a:gd name="T8" fmla="*/ 26 w 21"/>
                  <a:gd name="T9" fmla="*/ 14 h 7"/>
                  <a:gd name="T10" fmla="*/ 70 w 21"/>
                  <a:gd name="T11" fmla="*/ 22 h 7"/>
                  <a:gd name="T12" fmla="*/ 53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7" y="2"/>
                      <a:pt x="19" y="3"/>
                      <a:pt x="18" y="4"/>
                    </a:cubicBezTo>
                    <a:cubicBezTo>
                      <a:pt x="17" y="6"/>
                      <a:pt x="12" y="6"/>
                      <a:pt x="5" y="3"/>
                    </a:cubicBezTo>
                    <a:cubicBezTo>
                      <a:pt x="3" y="2"/>
                      <a:pt x="2" y="1"/>
                      <a:pt x="0" y="1"/>
                    </a:cubicBezTo>
                    <a:cubicBezTo>
                      <a:pt x="2" y="2"/>
                      <a:pt x="4" y="3"/>
                      <a:pt x="7" y="4"/>
                    </a:cubicBezTo>
                    <a:cubicBezTo>
                      <a:pt x="14" y="7"/>
                      <a:pt x="19" y="7"/>
                      <a:pt x="20" y="6"/>
                    </a:cubicBezTo>
                    <a:cubicBezTo>
                      <a:pt x="21" y="4"/>
                      <a:pt x="19" y="2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7" name="Freeform 1461">
                <a:extLst>
                  <a:ext uri="{FF2B5EF4-FFF2-40B4-BE49-F238E27FC236}">
                    <a16:creationId xmlns:a16="http://schemas.microsoft.com/office/drawing/2014/main" id="{5D0CD81A-0530-4112-AE4A-FBEE25F35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523"/>
                <a:ext cx="27" cy="11"/>
              </a:xfrm>
              <a:custGeom>
                <a:avLst/>
                <a:gdLst>
                  <a:gd name="T0" fmla="*/ 5 w 18"/>
                  <a:gd name="T1" fmla="*/ 8 h 7"/>
                  <a:gd name="T2" fmla="*/ 41 w 18"/>
                  <a:gd name="T3" fmla="*/ 13 h 7"/>
                  <a:gd name="T4" fmla="*/ 62 w 18"/>
                  <a:gd name="T5" fmla="*/ 27 h 7"/>
                  <a:gd name="T6" fmla="*/ 35 w 18"/>
                  <a:gd name="T7" fmla="*/ 8 h 7"/>
                  <a:gd name="T8" fmla="*/ 0 w 18"/>
                  <a:gd name="T9" fmla="*/ 5 h 7"/>
                  <a:gd name="T10" fmla="*/ 12 w 18"/>
                  <a:gd name="T11" fmla="*/ 20 h 7"/>
                  <a:gd name="T12" fmla="*/ 5 w 18"/>
                  <a:gd name="T13" fmla="*/ 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1" y="2"/>
                    </a:moveTo>
                    <a:cubicBezTo>
                      <a:pt x="2" y="1"/>
                      <a:pt x="7" y="1"/>
                      <a:pt x="12" y="3"/>
                    </a:cubicBezTo>
                    <a:cubicBezTo>
                      <a:pt x="14" y="4"/>
                      <a:pt x="17" y="6"/>
                      <a:pt x="18" y="7"/>
                    </a:cubicBezTo>
                    <a:cubicBezTo>
                      <a:pt x="17" y="5"/>
                      <a:pt x="14" y="4"/>
                      <a:pt x="10" y="2"/>
                    </a:cubicBezTo>
                    <a:cubicBezTo>
                      <a:pt x="5" y="0"/>
                      <a:pt x="1" y="0"/>
                      <a:pt x="0" y="1"/>
                    </a:cubicBezTo>
                    <a:cubicBezTo>
                      <a:pt x="0" y="2"/>
                      <a:pt x="1" y="3"/>
                      <a:pt x="3" y="5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8" name="Freeform 1462">
                <a:extLst>
                  <a:ext uri="{FF2B5EF4-FFF2-40B4-BE49-F238E27FC236}">
                    <a16:creationId xmlns:a16="http://schemas.microsoft.com/office/drawing/2014/main" id="{A09CC8F7-85B4-41DC-9D49-5D567022D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3473"/>
                <a:ext cx="187" cy="107"/>
              </a:xfrm>
              <a:custGeom>
                <a:avLst/>
                <a:gdLst>
                  <a:gd name="T0" fmla="*/ 15 w 125"/>
                  <a:gd name="T1" fmla="*/ 94 h 67"/>
                  <a:gd name="T2" fmla="*/ 15 w 125"/>
                  <a:gd name="T3" fmla="*/ 94 h 67"/>
                  <a:gd name="T4" fmla="*/ 1 w 125"/>
                  <a:gd name="T5" fmla="*/ 61 h 67"/>
                  <a:gd name="T6" fmla="*/ 15 w 125"/>
                  <a:gd name="T7" fmla="*/ 26 h 67"/>
                  <a:gd name="T8" fmla="*/ 73 w 125"/>
                  <a:gd name="T9" fmla="*/ 26 h 67"/>
                  <a:gd name="T10" fmla="*/ 257 w 125"/>
                  <a:gd name="T11" fmla="*/ 117 h 67"/>
                  <a:gd name="T12" fmla="*/ 384 w 125"/>
                  <a:gd name="T13" fmla="*/ 179 h 67"/>
                  <a:gd name="T14" fmla="*/ 416 w 125"/>
                  <a:gd name="T15" fmla="*/ 217 h 67"/>
                  <a:gd name="T16" fmla="*/ 402 w 125"/>
                  <a:gd name="T17" fmla="*/ 252 h 67"/>
                  <a:gd name="T18" fmla="*/ 375 w 125"/>
                  <a:gd name="T19" fmla="*/ 265 h 67"/>
                  <a:gd name="T20" fmla="*/ 194 w 125"/>
                  <a:gd name="T21" fmla="*/ 184 h 67"/>
                  <a:gd name="T22" fmla="*/ 15 w 125"/>
                  <a:gd name="T23" fmla="*/ 94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5" h="67">
                    <a:moveTo>
                      <a:pt x="5" y="23"/>
                    </a:moveTo>
                    <a:cubicBezTo>
                      <a:pt x="5" y="23"/>
                      <a:pt x="5" y="23"/>
                      <a:pt x="5" y="23"/>
                    </a:cubicBezTo>
                    <a:cubicBezTo>
                      <a:pt x="2" y="21"/>
                      <a:pt x="0" y="20"/>
                      <a:pt x="1" y="1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3"/>
                      <a:pt x="7" y="0"/>
                      <a:pt x="22" y="6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21" y="46"/>
                      <a:pt x="125" y="50"/>
                      <a:pt x="124" y="53"/>
                    </a:cubicBezTo>
                    <a:cubicBezTo>
                      <a:pt x="120" y="62"/>
                      <a:pt x="120" y="62"/>
                      <a:pt x="120" y="62"/>
                    </a:cubicBezTo>
                    <a:cubicBezTo>
                      <a:pt x="118" y="66"/>
                      <a:pt x="116" y="67"/>
                      <a:pt x="112" y="65"/>
                    </a:cubicBezTo>
                    <a:cubicBezTo>
                      <a:pt x="111" y="65"/>
                      <a:pt x="69" y="50"/>
                      <a:pt x="58" y="45"/>
                    </a:cubicBezTo>
                    <a:cubicBezTo>
                      <a:pt x="46" y="41"/>
                      <a:pt x="6" y="23"/>
                      <a:pt x="5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9" name="Freeform 1463">
                <a:extLst>
                  <a:ext uri="{FF2B5EF4-FFF2-40B4-BE49-F238E27FC236}">
                    <a16:creationId xmlns:a16="http://schemas.microsoft.com/office/drawing/2014/main" id="{E1A53AA6-29AA-4947-92D6-79BAE23F3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3550"/>
                <a:ext cx="193" cy="49"/>
              </a:xfrm>
              <a:custGeom>
                <a:avLst/>
                <a:gdLst>
                  <a:gd name="T0" fmla="*/ 19 w 129"/>
                  <a:gd name="T1" fmla="*/ 87 h 31"/>
                  <a:gd name="T2" fmla="*/ 19 w 129"/>
                  <a:gd name="T3" fmla="*/ 87 h 31"/>
                  <a:gd name="T4" fmla="*/ 1 w 129"/>
                  <a:gd name="T5" fmla="*/ 63 h 31"/>
                  <a:gd name="T6" fmla="*/ 1 w 129"/>
                  <a:gd name="T7" fmla="*/ 22 h 31"/>
                  <a:gd name="T8" fmla="*/ 60 w 129"/>
                  <a:gd name="T9" fmla="*/ 5 h 31"/>
                  <a:gd name="T10" fmla="*/ 256 w 129"/>
                  <a:gd name="T11" fmla="*/ 22 h 31"/>
                  <a:gd name="T12" fmla="*/ 392 w 129"/>
                  <a:gd name="T13" fmla="*/ 35 h 31"/>
                  <a:gd name="T14" fmla="*/ 429 w 129"/>
                  <a:gd name="T15" fmla="*/ 60 h 31"/>
                  <a:gd name="T16" fmla="*/ 429 w 129"/>
                  <a:gd name="T17" fmla="*/ 100 h 31"/>
                  <a:gd name="T18" fmla="*/ 405 w 129"/>
                  <a:gd name="T19" fmla="*/ 117 h 31"/>
                  <a:gd name="T20" fmla="*/ 211 w 129"/>
                  <a:gd name="T21" fmla="*/ 111 h 31"/>
                  <a:gd name="T22" fmla="*/ 19 w 129"/>
                  <a:gd name="T23" fmla="*/ 87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9" h="31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3" y="22"/>
                      <a:pt x="0" y="21"/>
                      <a:pt x="1" y="1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3"/>
                      <a:pt x="2" y="0"/>
                      <a:pt x="18" y="1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23" y="9"/>
                      <a:pt x="129" y="12"/>
                      <a:pt x="128" y="15"/>
                    </a:cubicBezTo>
                    <a:cubicBezTo>
                      <a:pt x="128" y="25"/>
                      <a:pt x="128" y="25"/>
                      <a:pt x="128" y="25"/>
                    </a:cubicBezTo>
                    <a:cubicBezTo>
                      <a:pt x="127" y="29"/>
                      <a:pt x="125" y="31"/>
                      <a:pt x="121" y="30"/>
                    </a:cubicBezTo>
                    <a:cubicBezTo>
                      <a:pt x="120" y="30"/>
                      <a:pt x="76" y="29"/>
                      <a:pt x="63" y="28"/>
                    </a:cubicBezTo>
                    <a:cubicBezTo>
                      <a:pt x="51" y="27"/>
                      <a:pt x="7" y="22"/>
                      <a:pt x="6" y="2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0" name="Freeform 1464">
                <a:extLst>
                  <a:ext uri="{FF2B5EF4-FFF2-40B4-BE49-F238E27FC236}">
                    <a16:creationId xmlns:a16="http://schemas.microsoft.com/office/drawing/2014/main" id="{83055FEA-FBCB-4AD5-A500-495FE2F78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3574"/>
                <a:ext cx="38" cy="13"/>
              </a:xfrm>
              <a:custGeom>
                <a:avLst/>
                <a:gdLst>
                  <a:gd name="T0" fmla="*/ 88 w 25"/>
                  <a:gd name="T1" fmla="*/ 18 h 8"/>
                  <a:gd name="T2" fmla="*/ 41 w 25"/>
                  <a:gd name="T3" fmla="*/ 29 h 8"/>
                  <a:gd name="T4" fmla="*/ 0 w 25"/>
                  <a:gd name="T5" fmla="*/ 13 h 8"/>
                  <a:gd name="T6" fmla="*/ 46 w 25"/>
                  <a:gd name="T7" fmla="*/ 0 h 8"/>
                  <a:gd name="T8" fmla="*/ 88 w 25"/>
                  <a:gd name="T9" fmla="*/ 1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25" y="4"/>
                    </a:moveTo>
                    <a:cubicBezTo>
                      <a:pt x="25" y="6"/>
                      <a:pt x="19" y="8"/>
                      <a:pt x="12" y="7"/>
                    </a:cubicBezTo>
                    <a:cubicBezTo>
                      <a:pt x="5" y="7"/>
                      <a:pt x="0" y="5"/>
                      <a:pt x="0" y="3"/>
                    </a:cubicBezTo>
                    <a:cubicBezTo>
                      <a:pt x="0" y="1"/>
                      <a:pt x="6" y="0"/>
                      <a:pt x="13" y="0"/>
                    </a:cubicBezTo>
                    <a:cubicBezTo>
                      <a:pt x="20" y="1"/>
                      <a:pt x="25" y="3"/>
                      <a:pt x="25" y="4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1" name="Freeform 1465">
                <a:extLst>
                  <a:ext uri="{FF2B5EF4-FFF2-40B4-BE49-F238E27FC236}">
                    <a16:creationId xmlns:a16="http://schemas.microsoft.com/office/drawing/2014/main" id="{D4281663-D221-4284-8F19-37F88459F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3571"/>
                <a:ext cx="37" cy="11"/>
              </a:xfrm>
              <a:custGeom>
                <a:avLst/>
                <a:gdLst>
                  <a:gd name="T0" fmla="*/ 81 w 25"/>
                  <a:gd name="T1" fmla="*/ 14 h 7"/>
                  <a:gd name="T2" fmla="*/ 41 w 25"/>
                  <a:gd name="T3" fmla="*/ 27 h 7"/>
                  <a:gd name="T4" fmla="*/ 0 w 25"/>
                  <a:gd name="T5" fmla="*/ 13 h 7"/>
                  <a:gd name="T6" fmla="*/ 41 w 25"/>
                  <a:gd name="T7" fmla="*/ 0 h 7"/>
                  <a:gd name="T8" fmla="*/ 81 w 25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">
                    <a:moveTo>
                      <a:pt x="25" y="4"/>
                    </a:moveTo>
                    <a:cubicBezTo>
                      <a:pt x="25" y="6"/>
                      <a:pt x="19" y="7"/>
                      <a:pt x="13" y="7"/>
                    </a:cubicBezTo>
                    <a:cubicBezTo>
                      <a:pt x="6" y="6"/>
                      <a:pt x="0" y="5"/>
                      <a:pt x="0" y="3"/>
                    </a:cubicBezTo>
                    <a:cubicBezTo>
                      <a:pt x="1" y="1"/>
                      <a:pt x="6" y="0"/>
                      <a:pt x="13" y="0"/>
                    </a:cubicBezTo>
                    <a:cubicBezTo>
                      <a:pt x="20" y="1"/>
                      <a:pt x="25" y="2"/>
                      <a:pt x="25" y="4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2" name="Freeform 1466">
                <a:extLst>
                  <a:ext uri="{FF2B5EF4-FFF2-40B4-BE49-F238E27FC236}">
                    <a16:creationId xmlns:a16="http://schemas.microsoft.com/office/drawing/2014/main" id="{B73CB80A-026D-4F41-9329-733A1E7E0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3555"/>
                <a:ext cx="80" cy="20"/>
              </a:xfrm>
              <a:custGeom>
                <a:avLst/>
                <a:gdLst>
                  <a:gd name="T0" fmla="*/ 0 w 54"/>
                  <a:gd name="T1" fmla="*/ 35 h 13"/>
                  <a:gd name="T2" fmla="*/ 9 w 54"/>
                  <a:gd name="T3" fmla="*/ 5 h 13"/>
                  <a:gd name="T4" fmla="*/ 49 w 54"/>
                  <a:gd name="T5" fmla="*/ 5 h 13"/>
                  <a:gd name="T6" fmla="*/ 117 w 54"/>
                  <a:gd name="T7" fmla="*/ 8 h 13"/>
                  <a:gd name="T8" fmla="*/ 147 w 54"/>
                  <a:gd name="T9" fmla="*/ 12 h 13"/>
                  <a:gd name="T10" fmla="*/ 176 w 54"/>
                  <a:gd name="T11" fmla="*/ 14 h 13"/>
                  <a:gd name="T12" fmla="*/ 49 w 54"/>
                  <a:gd name="T13" fmla="*/ 12 h 13"/>
                  <a:gd name="T14" fmla="*/ 13 w 54"/>
                  <a:gd name="T15" fmla="*/ 22 h 13"/>
                  <a:gd name="T16" fmla="*/ 1 w 54"/>
                  <a:gd name="T17" fmla="*/ 48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3">
                    <a:moveTo>
                      <a:pt x="0" y="10"/>
                    </a:moveTo>
                    <a:cubicBezTo>
                      <a:pt x="1" y="8"/>
                      <a:pt x="1" y="3"/>
                      <a:pt x="3" y="1"/>
                    </a:cubicBezTo>
                    <a:cubicBezTo>
                      <a:pt x="6" y="0"/>
                      <a:pt x="12" y="1"/>
                      <a:pt x="15" y="1"/>
                    </a:cubicBezTo>
                    <a:cubicBezTo>
                      <a:pt x="22" y="1"/>
                      <a:pt x="29" y="2"/>
                      <a:pt x="36" y="2"/>
                    </a:cubicBezTo>
                    <a:cubicBezTo>
                      <a:pt x="39" y="2"/>
                      <a:pt x="42" y="3"/>
                      <a:pt x="45" y="3"/>
                    </a:cubicBezTo>
                    <a:cubicBezTo>
                      <a:pt x="48" y="3"/>
                      <a:pt x="51" y="3"/>
                      <a:pt x="54" y="4"/>
                    </a:cubicBezTo>
                    <a:cubicBezTo>
                      <a:pt x="41" y="5"/>
                      <a:pt x="28" y="3"/>
                      <a:pt x="15" y="3"/>
                    </a:cubicBezTo>
                    <a:cubicBezTo>
                      <a:pt x="11" y="3"/>
                      <a:pt x="6" y="3"/>
                      <a:pt x="4" y="6"/>
                    </a:cubicBezTo>
                    <a:cubicBezTo>
                      <a:pt x="2" y="8"/>
                      <a:pt x="1" y="10"/>
                      <a:pt x="1" y="13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3" name="Freeform 1467">
                <a:extLst>
                  <a:ext uri="{FF2B5EF4-FFF2-40B4-BE49-F238E27FC236}">
                    <a16:creationId xmlns:a16="http://schemas.microsoft.com/office/drawing/2014/main" id="{D592678C-EAEA-4AD3-A169-2B788E199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571"/>
                <a:ext cx="138" cy="27"/>
              </a:xfrm>
              <a:custGeom>
                <a:avLst/>
                <a:gdLst>
                  <a:gd name="T0" fmla="*/ 305 w 92"/>
                  <a:gd name="T1" fmla="*/ 21 h 17"/>
                  <a:gd name="T2" fmla="*/ 296 w 92"/>
                  <a:gd name="T3" fmla="*/ 60 h 17"/>
                  <a:gd name="T4" fmla="*/ 242 w 92"/>
                  <a:gd name="T5" fmla="*/ 60 h 17"/>
                  <a:gd name="T6" fmla="*/ 167 w 92"/>
                  <a:gd name="T7" fmla="*/ 56 h 17"/>
                  <a:gd name="T8" fmla="*/ 0 w 92"/>
                  <a:gd name="T9" fmla="*/ 43 h 17"/>
                  <a:gd name="T10" fmla="*/ 113 w 92"/>
                  <a:gd name="T11" fmla="*/ 52 h 17"/>
                  <a:gd name="T12" fmla="*/ 224 w 92"/>
                  <a:gd name="T13" fmla="*/ 52 h 17"/>
                  <a:gd name="T14" fmla="*/ 291 w 92"/>
                  <a:gd name="T15" fmla="*/ 0 h 17"/>
                  <a:gd name="T16" fmla="*/ 305 w 92"/>
                  <a:gd name="T17" fmla="*/ 16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17">
                    <a:moveTo>
                      <a:pt x="90" y="5"/>
                    </a:moveTo>
                    <a:cubicBezTo>
                      <a:pt x="89" y="8"/>
                      <a:pt x="92" y="13"/>
                      <a:pt x="87" y="15"/>
                    </a:cubicBezTo>
                    <a:cubicBezTo>
                      <a:pt x="83" y="17"/>
                      <a:pt x="76" y="16"/>
                      <a:pt x="71" y="15"/>
                    </a:cubicBezTo>
                    <a:cubicBezTo>
                      <a:pt x="62" y="15"/>
                      <a:pt x="58" y="14"/>
                      <a:pt x="49" y="14"/>
                    </a:cubicBezTo>
                    <a:cubicBezTo>
                      <a:pt x="35" y="14"/>
                      <a:pt x="14" y="13"/>
                      <a:pt x="0" y="11"/>
                    </a:cubicBezTo>
                    <a:cubicBezTo>
                      <a:pt x="10" y="11"/>
                      <a:pt x="23" y="12"/>
                      <a:pt x="33" y="13"/>
                    </a:cubicBezTo>
                    <a:cubicBezTo>
                      <a:pt x="44" y="13"/>
                      <a:pt x="54" y="13"/>
                      <a:pt x="66" y="13"/>
                    </a:cubicBezTo>
                    <a:cubicBezTo>
                      <a:pt x="76" y="13"/>
                      <a:pt x="91" y="8"/>
                      <a:pt x="86" y="0"/>
                    </a:cubicBezTo>
                    <a:cubicBezTo>
                      <a:pt x="89" y="1"/>
                      <a:pt x="89" y="2"/>
                      <a:pt x="90" y="4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4" name="Freeform 1468">
                <a:extLst>
                  <a:ext uri="{FF2B5EF4-FFF2-40B4-BE49-F238E27FC236}">
                    <a16:creationId xmlns:a16="http://schemas.microsoft.com/office/drawing/2014/main" id="{50712465-FA0A-49F0-B017-72A982976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3572"/>
                <a:ext cx="30" cy="11"/>
              </a:xfrm>
              <a:custGeom>
                <a:avLst/>
                <a:gdLst>
                  <a:gd name="T0" fmla="*/ 48 w 20"/>
                  <a:gd name="T1" fmla="*/ 0 h 7"/>
                  <a:gd name="T2" fmla="*/ 62 w 20"/>
                  <a:gd name="T3" fmla="*/ 13 h 7"/>
                  <a:gd name="T4" fmla="*/ 21 w 20"/>
                  <a:gd name="T5" fmla="*/ 20 h 7"/>
                  <a:gd name="T6" fmla="*/ 0 w 20"/>
                  <a:gd name="T7" fmla="*/ 20 h 7"/>
                  <a:gd name="T8" fmla="*/ 27 w 20"/>
                  <a:gd name="T9" fmla="*/ 22 h 7"/>
                  <a:gd name="T10" fmla="*/ 68 w 20"/>
                  <a:gd name="T11" fmla="*/ 13 h 7"/>
                  <a:gd name="T12" fmla="*/ 48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4" y="0"/>
                    </a:moveTo>
                    <a:cubicBezTo>
                      <a:pt x="17" y="1"/>
                      <a:pt x="18" y="2"/>
                      <a:pt x="18" y="3"/>
                    </a:cubicBezTo>
                    <a:cubicBezTo>
                      <a:pt x="18" y="5"/>
                      <a:pt x="12" y="6"/>
                      <a:pt x="6" y="5"/>
                    </a:cubicBezTo>
                    <a:cubicBezTo>
                      <a:pt x="3" y="5"/>
                      <a:pt x="1" y="5"/>
                      <a:pt x="0" y="5"/>
                    </a:cubicBezTo>
                    <a:cubicBezTo>
                      <a:pt x="2" y="5"/>
                      <a:pt x="5" y="6"/>
                      <a:pt x="8" y="6"/>
                    </a:cubicBezTo>
                    <a:cubicBezTo>
                      <a:pt x="15" y="7"/>
                      <a:pt x="20" y="5"/>
                      <a:pt x="20" y="3"/>
                    </a:cubicBezTo>
                    <a:cubicBezTo>
                      <a:pt x="20" y="2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5" name="Freeform 1469">
                <a:extLst>
                  <a:ext uri="{FF2B5EF4-FFF2-40B4-BE49-F238E27FC236}">
                    <a16:creationId xmlns:a16="http://schemas.microsoft.com/office/drawing/2014/main" id="{829ACFBC-BDD3-4615-BF35-78C8FC6C3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3571"/>
                <a:ext cx="29" cy="8"/>
              </a:xfrm>
              <a:custGeom>
                <a:avLst/>
                <a:gdLst>
                  <a:gd name="T0" fmla="*/ 5 w 19"/>
                  <a:gd name="T1" fmla="*/ 13 h 5"/>
                  <a:gd name="T2" fmla="*/ 41 w 19"/>
                  <a:gd name="T3" fmla="*/ 5 h 5"/>
                  <a:gd name="T4" fmla="*/ 67 w 19"/>
                  <a:gd name="T5" fmla="*/ 8 h 5"/>
                  <a:gd name="T6" fmla="*/ 35 w 19"/>
                  <a:gd name="T7" fmla="*/ 5 h 5"/>
                  <a:gd name="T8" fmla="*/ 0 w 19"/>
                  <a:gd name="T9" fmla="*/ 13 h 5"/>
                  <a:gd name="T10" fmla="*/ 14 w 19"/>
                  <a:gd name="T11" fmla="*/ 21 h 5"/>
                  <a:gd name="T12" fmla="*/ 5 w 19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1" y="3"/>
                    </a:moveTo>
                    <a:cubicBezTo>
                      <a:pt x="1" y="1"/>
                      <a:pt x="7" y="1"/>
                      <a:pt x="12" y="1"/>
                    </a:cubicBezTo>
                    <a:cubicBezTo>
                      <a:pt x="14" y="1"/>
                      <a:pt x="17" y="2"/>
                      <a:pt x="19" y="2"/>
                    </a:cubicBezTo>
                    <a:cubicBezTo>
                      <a:pt x="17" y="2"/>
                      <a:pt x="14" y="1"/>
                      <a:pt x="10" y="1"/>
                    </a:cubicBezTo>
                    <a:cubicBezTo>
                      <a:pt x="5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4" y="5"/>
                    </a:cubicBezTo>
                    <a:cubicBezTo>
                      <a:pt x="3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6" name="Freeform 1470">
                <a:extLst>
                  <a:ext uri="{FF2B5EF4-FFF2-40B4-BE49-F238E27FC236}">
                    <a16:creationId xmlns:a16="http://schemas.microsoft.com/office/drawing/2014/main" id="{8BCE5449-C9C1-4C9F-A915-523DD5B28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3550"/>
                <a:ext cx="193" cy="49"/>
              </a:xfrm>
              <a:custGeom>
                <a:avLst/>
                <a:gdLst>
                  <a:gd name="T0" fmla="*/ 19 w 129"/>
                  <a:gd name="T1" fmla="*/ 87 h 31"/>
                  <a:gd name="T2" fmla="*/ 19 w 129"/>
                  <a:gd name="T3" fmla="*/ 87 h 31"/>
                  <a:gd name="T4" fmla="*/ 1 w 129"/>
                  <a:gd name="T5" fmla="*/ 63 h 31"/>
                  <a:gd name="T6" fmla="*/ 1 w 129"/>
                  <a:gd name="T7" fmla="*/ 22 h 31"/>
                  <a:gd name="T8" fmla="*/ 60 w 129"/>
                  <a:gd name="T9" fmla="*/ 5 h 31"/>
                  <a:gd name="T10" fmla="*/ 256 w 129"/>
                  <a:gd name="T11" fmla="*/ 22 h 31"/>
                  <a:gd name="T12" fmla="*/ 392 w 129"/>
                  <a:gd name="T13" fmla="*/ 35 h 31"/>
                  <a:gd name="T14" fmla="*/ 429 w 129"/>
                  <a:gd name="T15" fmla="*/ 60 h 31"/>
                  <a:gd name="T16" fmla="*/ 429 w 129"/>
                  <a:gd name="T17" fmla="*/ 100 h 31"/>
                  <a:gd name="T18" fmla="*/ 405 w 129"/>
                  <a:gd name="T19" fmla="*/ 117 h 31"/>
                  <a:gd name="T20" fmla="*/ 211 w 129"/>
                  <a:gd name="T21" fmla="*/ 111 h 31"/>
                  <a:gd name="T22" fmla="*/ 19 w 129"/>
                  <a:gd name="T23" fmla="*/ 87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9" h="31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3" y="22"/>
                      <a:pt x="0" y="21"/>
                      <a:pt x="1" y="1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3"/>
                      <a:pt x="2" y="0"/>
                      <a:pt x="18" y="1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23" y="9"/>
                      <a:pt x="129" y="12"/>
                      <a:pt x="128" y="15"/>
                    </a:cubicBezTo>
                    <a:cubicBezTo>
                      <a:pt x="128" y="25"/>
                      <a:pt x="128" y="25"/>
                      <a:pt x="128" y="25"/>
                    </a:cubicBezTo>
                    <a:cubicBezTo>
                      <a:pt x="127" y="29"/>
                      <a:pt x="125" y="31"/>
                      <a:pt x="121" y="30"/>
                    </a:cubicBezTo>
                    <a:cubicBezTo>
                      <a:pt x="120" y="30"/>
                      <a:pt x="76" y="29"/>
                      <a:pt x="63" y="28"/>
                    </a:cubicBezTo>
                    <a:cubicBezTo>
                      <a:pt x="51" y="27"/>
                      <a:pt x="7" y="22"/>
                      <a:pt x="6" y="2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7" name="Freeform 1471">
                <a:extLst>
                  <a:ext uri="{FF2B5EF4-FFF2-40B4-BE49-F238E27FC236}">
                    <a16:creationId xmlns:a16="http://schemas.microsoft.com/office/drawing/2014/main" id="{ACFDE37F-B987-4668-81CF-21A85C54F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3358"/>
                <a:ext cx="1552" cy="476"/>
              </a:xfrm>
              <a:custGeom>
                <a:avLst/>
                <a:gdLst>
                  <a:gd name="T0" fmla="*/ 0 w 1036"/>
                  <a:gd name="T1" fmla="*/ 0 h 298"/>
                  <a:gd name="T2" fmla="*/ 1492 w 1036"/>
                  <a:gd name="T3" fmla="*/ 1080 h 298"/>
                  <a:gd name="T4" fmla="*/ 3483 w 1036"/>
                  <a:gd name="T5" fmla="*/ 982 h 298"/>
                  <a:gd name="T6" fmla="*/ 2563 w 1036"/>
                  <a:gd name="T7" fmla="*/ 1008 h 298"/>
                  <a:gd name="T8" fmla="*/ 1059 w 1036"/>
                  <a:gd name="T9" fmla="*/ 880 h 298"/>
                  <a:gd name="T10" fmla="*/ 0 w 1036"/>
                  <a:gd name="T11" fmla="*/ 0 h 2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6" h="298">
                    <a:moveTo>
                      <a:pt x="0" y="0"/>
                    </a:moveTo>
                    <a:cubicBezTo>
                      <a:pt x="35" y="41"/>
                      <a:pt x="178" y="229"/>
                      <a:pt x="444" y="265"/>
                    </a:cubicBezTo>
                    <a:cubicBezTo>
                      <a:pt x="685" y="298"/>
                      <a:pt x="819" y="223"/>
                      <a:pt x="1036" y="241"/>
                    </a:cubicBezTo>
                    <a:cubicBezTo>
                      <a:pt x="962" y="227"/>
                      <a:pt x="884" y="233"/>
                      <a:pt x="762" y="247"/>
                    </a:cubicBezTo>
                    <a:cubicBezTo>
                      <a:pt x="639" y="260"/>
                      <a:pt x="455" y="273"/>
                      <a:pt x="315" y="216"/>
                    </a:cubicBezTo>
                    <a:cubicBezTo>
                      <a:pt x="175" y="159"/>
                      <a:pt x="72" y="80"/>
                      <a:pt x="0" y="0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8" name="Freeform 1472">
                <a:extLst>
                  <a:ext uri="{FF2B5EF4-FFF2-40B4-BE49-F238E27FC236}">
                    <a16:creationId xmlns:a16="http://schemas.microsoft.com/office/drawing/2014/main" id="{87EFF90D-577C-4F70-A07F-532E2FC60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3502"/>
                <a:ext cx="821" cy="228"/>
              </a:xfrm>
              <a:custGeom>
                <a:avLst/>
                <a:gdLst>
                  <a:gd name="T0" fmla="*/ 0 w 548"/>
                  <a:gd name="T1" fmla="*/ 223 h 143"/>
                  <a:gd name="T2" fmla="*/ 1843 w 548"/>
                  <a:gd name="T3" fmla="*/ 580 h 143"/>
                  <a:gd name="T4" fmla="*/ 0 w 548"/>
                  <a:gd name="T5" fmla="*/ 223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8" h="143">
                    <a:moveTo>
                      <a:pt x="0" y="55"/>
                    </a:moveTo>
                    <a:cubicBezTo>
                      <a:pt x="76" y="45"/>
                      <a:pt x="266" y="0"/>
                      <a:pt x="548" y="143"/>
                    </a:cubicBezTo>
                    <a:cubicBezTo>
                      <a:pt x="503" y="121"/>
                      <a:pt x="322" y="26"/>
                      <a:pt x="0" y="55"/>
                    </a:cubicBezTo>
                    <a:close/>
                  </a:path>
                </a:pathLst>
              </a:custGeom>
              <a:solidFill>
                <a:srgbClr val="F9B5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9" name="Freeform 1473">
                <a:extLst>
                  <a:ext uri="{FF2B5EF4-FFF2-40B4-BE49-F238E27FC236}">
                    <a16:creationId xmlns:a16="http://schemas.microsoft.com/office/drawing/2014/main" id="{63696F0A-501B-4A6D-970E-A3A582769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185"/>
                <a:ext cx="420" cy="370"/>
              </a:xfrm>
              <a:custGeom>
                <a:avLst/>
                <a:gdLst>
                  <a:gd name="T0" fmla="*/ 0 w 280"/>
                  <a:gd name="T1" fmla="*/ 0 h 231"/>
                  <a:gd name="T2" fmla="*/ 945 w 280"/>
                  <a:gd name="T3" fmla="*/ 950 h 231"/>
                  <a:gd name="T4" fmla="*/ 0 w 280"/>
                  <a:gd name="T5" fmla="*/ 0 h 2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0" h="231">
                    <a:moveTo>
                      <a:pt x="0" y="0"/>
                    </a:moveTo>
                    <a:cubicBezTo>
                      <a:pt x="30" y="44"/>
                      <a:pt x="118" y="161"/>
                      <a:pt x="280" y="231"/>
                    </a:cubicBezTo>
                    <a:cubicBezTo>
                      <a:pt x="169" y="187"/>
                      <a:pt x="65" y="115"/>
                      <a:pt x="0" y="0"/>
                    </a:cubicBezTo>
                    <a:close/>
                  </a:path>
                </a:pathLst>
              </a:custGeom>
              <a:solidFill>
                <a:srgbClr val="F9B5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0" name="Freeform 1474">
                <a:extLst>
                  <a:ext uri="{FF2B5EF4-FFF2-40B4-BE49-F238E27FC236}">
                    <a16:creationId xmlns:a16="http://schemas.microsoft.com/office/drawing/2014/main" id="{FDE02DCC-A87D-4DFC-A07E-E8EE0DCF9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3213"/>
                <a:ext cx="157" cy="169"/>
              </a:xfrm>
              <a:custGeom>
                <a:avLst/>
                <a:gdLst>
                  <a:gd name="T0" fmla="*/ 317 w 105"/>
                  <a:gd name="T1" fmla="*/ 416 h 106"/>
                  <a:gd name="T2" fmla="*/ 281 w 105"/>
                  <a:gd name="T3" fmla="*/ 405 h 106"/>
                  <a:gd name="T4" fmla="*/ 117 w 105"/>
                  <a:gd name="T5" fmla="*/ 204 h 106"/>
                  <a:gd name="T6" fmla="*/ 19 w 105"/>
                  <a:gd name="T7" fmla="*/ 94 h 106"/>
                  <a:gd name="T8" fmla="*/ 13 w 105"/>
                  <a:gd name="T9" fmla="*/ 35 h 106"/>
                  <a:gd name="T10" fmla="*/ 33 w 105"/>
                  <a:gd name="T11" fmla="*/ 13 h 106"/>
                  <a:gd name="T12" fmla="*/ 81 w 105"/>
                  <a:gd name="T13" fmla="*/ 35 h 106"/>
                  <a:gd name="T14" fmla="*/ 257 w 105"/>
                  <a:gd name="T15" fmla="*/ 252 h 106"/>
                  <a:gd name="T16" fmla="*/ 324 w 105"/>
                  <a:gd name="T17" fmla="*/ 333 h 106"/>
                  <a:gd name="T18" fmla="*/ 342 w 105"/>
                  <a:gd name="T19" fmla="*/ 384 h 106"/>
                  <a:gd name="T20" fmla="*/ 317 w 105"/>
                  <a:gd name="T21" fmla="*/ 416 h 1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5" h="106">
                    <a:moveTo>
                      <a:pt x="95" y="103"/>
                    </a:moveTo>
                    <a:cubicBezTo>
                      <a:pt x="93" y="106"/>
                      <a:pt x="88" y="104"/>
                      <a:pt x="84" y="100"/>
                    </a:cubicBezTo>
                    <a:cubicBezTo>
                      <a:pt x="84" y="100"/>
                      <a:pt x="46" y="61"/>
                      <a:pt x="35" y="50"/>
                    </a:cubicBezTo>
                    <a:cubicBezTo>
                      <a:pt x="24" y="39"/>
                      <a:pt x="6" y="23"/>
                      <a:pt x="6" y="23"/>
                    </a:cubicBezTo>
                    <a:cubicBezTo>
                      <a:pt x="1" y="18"/>
                      <a:pt x="0" y="13"/>
                      <a:pt x="4" y="9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3" y="0"/>
                      <a:pt x="17" y="1"/>
                      <a:pt x="24" y="9"/>
                    </a:cubicBezTo>
                    <a:cubicBezTo>
                      <a:pt x="24" y="9"/>
                      <a:pt x="64" y="48"/>
                      <a:pt x="77" y="62"/>
                    </a:cubicBezTo>
                    <a:cubicBezTo>
                      <a:pt x="91" y="75"/>
                      <a:pt x="97" y="82"/>
                      <a:pt x="97" y="82"/>
                    </a:cubicBezTo>
                    <a:cubicBezTo>
                      <a:pt x="102" y="86"/>
                      <a:pt x="105" y="92"/>
                      <a:pt x="102" y="95"/>
                    </a:cubicBezTo>
                    <a:lnTo>
                      <a:pt x="95" y="10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1" name="Freeform 1475">
                <a:extLst>
                  <a:ext uri="{FF2B5EF4-FFF2-40B4-BE49-F238E27FC236}">
                    <a16:creationId xmlns:a16="http://schemas.microsoft.com/office/drawing/2014/main" id="{ECDE91C6-13F0-4974-A5EE-6237D23E4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3358"/>
                <a:ext cx="179" cy="142"/>
              </a:xfrm>
              <a:custGeom>
                <a:avLst/>
                <a:gdLst>
                  <a:gd name="T0" fmla="*/ 381 w 119"/>
                  <a:gd name="T1" fmla="*/ 346 h 89"/>
                  <a:gd name="T2" fmla="*/ 331 w 119"/>
                  <a:gd name="T3" fmla="*/ 337 h 89"/>
                  <a:gd name="T4" fmla="*/ 242 w 119"/>
                  <a:gd name="T5" fmla="*/ 268 h 89"/>
                  <a:gd name="T6" fmla="*/ 35 w 119"/>
                  <a:gd name="T7" fmla="*/ 102 h 89"/>
                  <a:gd name="T8" fmla="*/ 8 w 119"/>
                  <a:gd name="T9" fmla="*/ 54 h 89"/>
                  <a:gd name="T10" fmla="*/ 27 w 119"/>
                  <a:gd name="T11" fmla="*/ 21 h 89"/>
                  <a:gd name="T12" fmla="*/ 62 w 119"/>
                  <a:gd name="T13" fmla="*/ 13 h 89"/>
                  <a:gd name="T14" fmla="*/ 217 w 119"/>
                  <a:gd name="T15" fmla="*/ 142 h 89"/>
                  <a:gd name="T16" fmla="*/ 372 w 119"/>
                  <a:gd name="T17" fmla="*/ 257 h 89"/>
                  <a:gd name="T18" fmla="*/ 399 w 119"/>
                  <a:gd name="T19" fmla="*/ 313 h 89"/>
                  <a:gd name="T20" fmla="*/ 381 w 119"/>
                  <a:gd name="T21" fmla="*/ 346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89">
                    <a:moveTo>
                      <a:pt x="112" y="85"/>
                    </a:moveTo>
                    <a:cubicBezTo>
                      <a:pt x="109" y="89"/>
                      <a:pt x="106" y="89"/>
                      <a:pt x="97" y="83"/>
                    </a:cubicBezTo>
                    <a:cubicBezTo>
                      <a:pt x="97" y="83"/>
                      <a:pt x="92" y="80"/>
                      <a:pt x="71" y="66"/>
                    </a:cubicBezTo>
                    <a:cubicBezTo>
                      <a:pt x="50" y="52"/>
                      <a:pt x="10" y="25"/>
                      <a:pt x="10" y="25"/>
                    </a:cubicBezTo>
                    <a:cubicBezTo>
                      <a:pt x="1" y="20"/>
                      <a:pt x="0" y="16"/>
                      <a:pt x="2" y="1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0" y="2"/>
                      <a:pt x="13" y="0"/>
                      <a:pt x="18" y="3"/>
                    </a:cubicBezTo>
                    <a:cubicBezTo>
                      <a:pt x="18" y="3"/>
                      <a:pt x="45" y="22"/>
                      <a:pt x="64" y="35"/>
                    </a:cubicBezTo>
                    <a:cubicBezTo>
                      <a:pt x="83" y="47"/>
                      <a:pt x="109" y="63"/>
                      <a:pt x="109" y="63"/>
                    </a:cubicBezTo>
                    <a:cubicBezTo>
                      <a:pt x="118" y="70"/>
                      <a:pt x="119" y="74"/>
                      <a:pt x="117" y="77"/>
                    </a:cubicBezTo>
                    <a:lnTo>
                      <a:pt x="112" y="85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2" name="Freeform 1476">
                <a:extLst>
                  <a:ext uri="{FF2B5EF4-FFF2-40B4-BE49-F238E27FC236}">
                    <a16:creationId xmlns:a16="http://schemas.microsoft.com/office/drawing/2014/main" id="{F7CE8A23-F35B-41E1-961F-8731E8B7B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3075"/>
                <a:ext cx="114" cy="157"/>
              </a:xfrm>
              <a:custGeom>
                <a:avLst/>
                <a:gdLst>
                  <a:gd name="T0" fmla="*/ 243 w 76"/>
                  <a:gd name="T1" fmla="*/ 325 h 98"/>
                  <a:gd name="T2" fmla="*/ 129 w 76"/>
                  <a:gd name="T3" fmla="*/ 123 h 98"/>
                  <a:gd name="T4" fmla="*/ 66 w 76"/>
                  <a:gd name="T5" fmla="*/ 0 h 98"/>
                  <a:gd name="T6" fmla="*/ 0 w 76"/>
                  <a:gd name="T7" fmla="*/ 56 h 98"/>
                  <a:gd name="T8" fmla="*/ 53 w 76"/>
                  <a:gd name="T9" fmla="*/ 144 h 98"/>
                  <a:gd name="T10" fmla="*/ 161 w 76"/>
                  <a:gd name="T11" fmla="*/ 346 h 98"/>
                  <a:gd name="T12" fmla="*/ 215 w 76"/>
                  <a:gd name="T13" fmla="*/ 391 h 98"/>
                  <a:gd name="T14" fmla="*/ 242 w 76"/>
                  <a:gd name="T15" fmla="*/ 370 h 98"/>
                  <a:gd name="T16" fmla="*/ 243 w 76"/>
                  <a:gd name="T17" fmla="*/ 325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98">
                    <a:moveTo>
                      <a:pt x="72" y="79"/>
                    </a:moveTo>
                    <a:cubicBezTo>
                      <a:pt x="72" y="79"/>
                      <a:pt x="45" y="40"/>
                      <a:pt x="38" y="30"/>
                    </a:cubicBezTo>
                    <a:cubicBezTo>
                      <a:pt x="34" y="24"/>
                      <a:pt x="26" y="11"/>
                      <a:pt x="19" y="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47" y="84"/>
                      <a:pt x="47" y="84"/>
                      <a:pt x="47" y="84"/>
                    </a:cubicBezTo>
                    <a:cubicBezTo>
                      <a:pt x="57" y="98"/>
                      <a:pt x="60" y="97"/>
                      <a:pt x="63" y="95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75" y="88"/>
                      <a:pt x="76" y="84"/>
                      <a:pt x="72" y="7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3" name="Freeform 1477">
                <a:extLst>
                  <a:ext uri="{FF2B5EF4-FFF2-40B4-BE49-F238E27FC236}">
                    <a16:creationId xmlns:a16="http://schemas.microsoft.com/office/drawing/2014/main" id="{4DF06C7A-325F-4DD8-8D9D-3973C7FDB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3524"/>
                <a:ext cx="197" cy="66"/>
              </a:xfrm>
              <a:custGeom>
                <a:avLst/>
                <a:gdLst>
                  <a:gd name="T0" fmla="*/ 437 w 132"/>
                  <a:gd name="T1" fmla="*/ 63 h 41"/>
                  <a:gd name="T2" fmla="*/ 406 w 132"/>
                  <a:gd name="T3" fmla="*/ 90 h 41"/>
                  <a:gd name="T4" fmla="*/ 176 w 132"/>
                  <a:gd name="T5" fmla="*/ 137 h 41"/>
                  <a:gd name="T6" fmla="*/ 46 w 132"/>
                  <a:gd name="T7" fmla="*/ 166 h 41"/>
                  <a:gd name="T8" fmla="*/ 6 w 132"/>
                  <a:gd name="T9" fmla="*/ 143 h 41"/>
                  <a:gd name="T10" fmla="*/ 0 w 132"/>
                  <a:gd name="T11" fmla="*/ 103 h 41"/>
                  <a:gd name="T12" fmla="*/ 42 w 132"/>
                  <a:gd name="T13" fmla="*/ 69 h 41"/>
                  <a:gd name="T14" fmla="*/ 290 w 132"/>
                  <a:gd name="T15" fmla="*/ 21 h 41"/>
                  <a:gd name="T16" fmla="*/ 385 w 132"/>
                  <a:gd name="T17" fmla="*/ 5 h 41"/>
                  <a:gd name="T18" fmla="*/ 430 w 132"/>
                  <a:gd name="T19" fmla="*/ 16 h 41"/>
                  <a:gd name="T20" fmla="*/ 437 w 132"/>
                  <a:gd name="T21" fmla="*/ 63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41">
                    <a:moveTo>
                      <a:pt x="131" y="15"/>
                    </a:moveTo>
                    <a:cubicBezTo>
                      <a:pt x="132" y="18"/>
                      <a:pt x="128" y="21"/>
                      <a:pt x="122" y="22"/>
                    </a:cubicBezTo>
                    <a:cubicBezTo>
                      <a:pt x="122" y="22"/>
                      <a:pt x="69" y="30"/>
                      <a:pt x="53" y="33"/>
                    </a:cubicBezTo>
                    <a:cubicBezTo>
                      <a:pt x="37" y="35"/>
                      <a:pt x="14" y="40"/>
                      <a:pt x="14" y="40"/>
                    </a:cubicBezTo>
                    <a:cubicBezTo>
                      <a:pt x="8" y="41"/>
                      <a:pt x="2" y="39"/>
                      <a:pt x="2" y="3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1"/>
                      <a:pt x="3" y="18"/>
                      <a:pt x="13" y="17"/>
                    </a:cubicBezTo>
                    <a:cubicBezTo>
                      <a:pt x="13" y="17"/>
                      <a:pt x="68" y="8"/>
                      <a:pt x="87" y="5"/>
                    </a:cubicBezTo>
                    <a:cubicBezTo>
                      <a:pt x="106" y="2"/>
                      <a:pt x="116" y="1"/>
                      <a:pt x="116" y="1"/>
                    </a:cubicBezTo>
                    <a:cubicBezTo>
                      <a:pt x="122" y="0"/>
                      <a:pt x="128" y="0"/>
                      <a:pt x="129" y="4"/>
                    </a:cubicBezTo>
                    <a:lnTo>
                      <a:pt x="131" y="15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4" name="Freeform 1478">
                <a:extLst>
                  <a:ext uri="{FF2B5EF4-FFF2-40B4-BE49-F238E27FC236}">
                    <a16:creationId xmlns:a16="http://schemas.microsoft.com/office/drawing/2014/main" id="{7772570D-D897-4F54-97F1-BDD694AF5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500"/>
                <a:ext cx="197" cy="58"/>
              </a:xfrm>
              <a:custGeom>
                <a:avLst/>
                <a:gdLst>
                  <a:gd name="T0" fmla="*/ 439 w 132"/>
                  <a:gd name="T1" fmla="*/ 68 h 36"/>
                  <a:gd name="T2" fmla="*/ 397 w 132"/>
                  <a:gd name="T3" fmla="*/ 102 h 36"/>
                  <a:gd name="T4" fmla="*/ 293 w 132"/>
                  <a:gd name="T5" fmla="*/ 114 h 36"/>
                  <a:gd name="T6" fmla="*/ 49 w 132"/>
                  <a:gd name="T7" fmla="*/ 145 h 36"/>
                  <a:gd name="T8" fmla="*/ 1 w 132"/>
                  <a:gd name="T9" fmla="*/ 124 h 36"/>
                  <a:gd name="T10" fmla="*/ 0 w 132"/>
                  <a:gd name="T11" fmla="*/ 84 h 36"/>
                  <a:gd name="T12" fmla="*/ 22 w 132"/>
                  <a:gd name="T13" fmla="*/ 55 h 36"/>
                  <a:gd name="T14" fmla="*/ 209 w 132"/>
                  <a:gd name="T15" fmla="*/ 34 h 36"/>
                  <a:gd name="T16" fmla="*/ 384 w 132"/>
                  <a:gd name="T17" fmla="*/ 5 h 36"/>
                  <a:gd name="T18" fmla="*/ 437 w 132"/>
                  <a:gd name="T19" fmla="*/ 29 h 36"/>
                  <a:gd name="T20" fmla="*/ 439 w 132"/>
                  <a:gd name="T21" fmla="*/ 68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6">
                    <a:moveTo>
                      <a:pt x="132" y="16"/>
                    </a:moveTo>
                    <a:cubicBezTo>
                      <a:pt x="132" y="20"/>
                      <a:pt x="130" y="23"/>
                      <a:pt x="119" y="24"/>
                    </a:cubicBezTo>
                    <a:cubicBezTo>
                      <a:pt x="119" y="24"/>
                      <a:pt x="113" y="25"/>
                      <a:pt x="88" y="27"/>
                    </a:cubicBezTo>
                    <a:cubicBezTo>
                      <a:pt x="63" y="30"/>
                      <a:pt x="15" y="35"/>
                      <a:pt x="15" y="35"/>
                    </a:cubicBezTo>
                    <a:cubicBezTo>
                      <a:pt x="5" y="36"/>
                      <a:pt x="2" y="34"/>
                      <a:pt x="1" y="3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6"/>
                      <a:pt x="1" y="13"/>
                      <a:pt x="7" y="13"/>
                    </a:cubicBezTo>
                    <a:cubicBezTo>
                      <a:pt x="7" y="13"/>
                      <a:pt x="40" y="10"/>
                      <a:pt x="63" y="8"/>
                    </a:cubicBezTo>
                    <a:cubicBezTo>
                      <a:pt x="85" y="5"/>
                      <a:pt x="115" y="1"/>
                      <a:pt x="115" y="1"/>
                    </a:cubicBezTo>
                    <a:cubicBezTo>
                      <a:pt x="127" y="0"/>
                      <a:pt x="130" y="3"/>
                      <a:pt x="131" y="7"/>
                    </a:cubicBezTo>
                    <a:lnTo>
                      <a:pt x="132" y="16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5" name="Freeform 1479">
                <a:extLst>
                  <a:ext uri="{FF2B5EF4-FFF2-40B4-BE49-F238E27FC236}">
                    <a16:creationId xmlns:a16="http://schemas.microsoft.com/office/drawing/2014/main" id="{682AF9FB-978E-4D03-9B03-A17D73E2A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500"/>
                <a:ext cx="198" cy="51"/>
              </a:xfrm>
              <a:custGeom>
                <a:avLst/>
                <a:gdLst>
                  <a:gd name="T0" fmla="*/ 444 w 132"/>
                  <a:gd name="T1" fmla="*/ 102 h 32"/>
                  <a:gd name="T2" fmla="*/ 383 w 132"/>
                  <a:gd name="T3" fmla="*/ 124 h 32"/>
                  <a:gd name="T4" fmla="*/ 183 w 132"/>
                  <a:gd name="T5" fmla="*/ 104 h 32"/>
                  <a:gd name="T6" fmla="*/ 39 w 132"/>
                  <a:gd name="T7" fmla="*/ 97 h 32"/>
                  <a:gd name="T8" fmla="*/ 0 w 132"/>
                  <a:gd name="T9" fmla="*/ 65 h 32"/>
                  <a:gd name="T10" fmla="*/ 5 w 132"/>
                  <a:gd name="T11" fmla="*/ 29 h 32"/>
                  <a:gd name="T12" fmla="*/ 35 w 132"/>
                  <a:gd name="T13" fmla="*/ 0 h 32"/>
                  <a:gd name="T14" fmla="*/ 216 w 132"/>
                  <a:gd name="T15" fmla="*/ 16 h 32"/>
                  <a:gd name="T16" fmla="*/ 419 w 132"/>
                  <a:gd name="T17" fmla="*/ 29 h 32"/>
                  <a:gd name="T18" fmla="*/ 446 w 132"/>
                  <a:gd name="T19" fmla="*/ 61 h 32"/>
                  <a:gd name="T20" fmla="*/ 444 w 132"/>
                  <a:gd name="T21" fmla="*/ 102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2">
                    <a:moveTo>
                      <a:pt x="131" y="25"/>
                    </a:moveTo>
                    <a:cubicBezTo>
                      <a:pt x="131" y="29"/>
                      <a:pt x="129" y="32"/>
                      <a:pt x="113" y="31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5" y="24"/>
                      <a:pt x="0" y="20"/>
                      <a:pt x="0" y="1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3"/>
                      <a:pt x="4" y="0"/>
                      <a:pt x="10" y="0"/>
                    </a:cubicBezTo>
                    <a:cubicBezTo>
                      <a:pt x="10" y="0"/>
                      <a:pt x="51" y="3"/>
                      <a:pt x="64" y="4"/>
                    </a:cubicBezTo>
                    <a:cubicBezTo>
                      <a:pt x="76" y="5"/>
                      <a:pt x="124" y="7"/>
                      <a:pt x="124" y="7"/>
                    </a:cubicBezTo>
                    <a:cubicBezTo>
                      <a:pt x="130" y="8"/>
                      <a:pt x="132" y="11"/>
                      <a:pt x="132" y="15"/>
                    </a:cubicBezTo>
                    <a:lnTo>
                      <a:pt x="131" y="25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6" name="Freeform 1480">
                <a:extLst>
                  <a:ext uri="{FF2B5EF4-FFF2-40B4-BE49-F238E27FC236}">
                    <a16:creationId xmlns:a16="http://schemas.microsoft.com/office/drawing/2014/main" id="{97017029-1243-474A-9708-6C3A9403C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513"/>
                <a:ext cx="198" cy="80"/>
              </a:xfrm>
              <a:custGeom>
                <a:avLst/>
                <a:gdLst>
                  <a:gd name="T0" fmla="*/ 12 w 132"/>
                  <a:gd name="T1" fmla="*/ 29 h 50"/>
                  <a:gd name="T2" fmla="*/ 75 w 132"/>
                  <a:gd name="T3" fmla="*/ 16 h 50"/>
                  <a:gd name="T4" fmla="*/ 270 w 132"/>
                  <a:gd name="T5" fmla="*/ 69 h 50"/>
                  <a:gd name="T6" fmla="*/ 405 w 132"/>
                  <a:gd name="T7" fmla="*/ 102 h 50"/>
                  <a:gd name="T8" fmla="*/ 444 w 132"/>
                  <a:gd name="T9" fmla="*/ 138 h 50"/>
                  <a:gd name="T10" fmla="*/ 437 w 132"/>
                  <a:gd name="T11" fmla="*/ 179 h 50"/>
                  <a:gd name="T12" fmla="*/ 405 w 132"/>
                  <a:gd name="T13" fmla="*/ 200 h 50"/>
                  <a:gd name="T14" fmla="*/ 215 w 132"/>
                  <a:gd name="T15" fmla="*/ 157 h 50"/>
                  <a:gd name="T16" fmla="*/ 27 w 132"/>
                  <a:gd name="T17" fmla="*/ 102 h 50"/>
                  <a:gd name="T18" fmla="*/ 5 w 132"/>
                  <a:gd name="T19" fmla="*/ 67 h 50"/>
                  <a:gd name="T20" fmla="*/ 12 w 132"/>
                  <a:gd name="T21" fmla="*/ 29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50">
                    <a:moveTo>
                      <a:pt x="3" y="7"/>
                    </a:moveTo>
                    <a:cubicBezTo>
                      <a:pt x="4" y="3"/>
                      <a:pt x="6" y="0"/>
                      <a:pt x="22" y="4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120" y="25"/>
                      <a:pt x="120" y="25"/>
                      <a:pt x="120" y="25"/>
                    </a:cubicBezTo>
                    <a:cubicBezTo>
                      <a:pt x="127" y="27"/>
                      <a:pt x="132" y="30"/>
                      <a:pt x="131" y="34"/>
                    </a:cubicBezTo>
                    <a:cubicBezTo>
                      <a:pt x="129" y="44"/>
                      <a:pt x="129" y="44"/>
                      <a:pt x="129" y="44"/>
                    </a:cubicBezTo>
                    <a:cubicBezTo>
                      <a:pt x="128" y="48"/>
                      <a:pt x="126" y="50"/>
                      <a:pt x="120" y="49"/>
                    </a:cubicBezTo>
                    <a:cubicBezTo>
                      <a:pt x="120" y="49"/>
                      <a:pt x="76" y="41"/>
                      <a:pt x="63" y="38"/>
                    </a:cubicBezTo>
                    <a:cubicBezTo>
                      <a:pt x="51" y="36"/>
                      <a:pt x="8" y="25"/>
                      <a:pt x="8" y="25"/>
                    </a:cubicBezTo>
                    <a:cubicBezTo>
                      <a:pt x="2" y="23"/>
                      <a:pt x="0" y="20"/>
                      <a:pt x="1" y="16"/>
                    </a:cubicBezTo>
                    <a:lnTo>
                      <a:pt x="3" y="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7" name="Freeform 1481">
                <a:extLst>
                  <a:ext uri="{FF2B5EF4-FFF2-40B4-BE49-F238E27FC236}">
                    <a16:creationId xmlns:a16="http://schemas.microsoft.com/office/drawing/2014/main" id="{F129B19B-8DF6-47F8-ACF1-FFAF235E2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3561"/>
                <a:ext cx="193" cy="109"/>
              </a:xfrm>
              <a:custGeom>
                <a:avLst/>
                <a:gdLst>
                  <a:gd name="T0" fmla="*/ 416 w 129"/>
                  <a:gd name="T1" fmla="*/ 255 h 68"/>
                  <a:gd name="T2" fmla="*/ 352 w 129"/>
                  <a:gd name="T3" fmla="*/ 255 h 68"/>
                  <a:gd name="T4" fmla="*/ 168 w 129"/>
                  <a:gd name="T5" fmla="*/ 165 h 68"/>
                  <a:gd name="T6" fmla="*/ 28 w 129"/>
                  <a:gd name="T7" fmla="*/ 103 h 68"/>
                  <a:gd name="T8" fmla="*/ 6 w 129"/>
                  <a:gd name="T9" fmla="*/ 61 h 68"/>
                  <a:gd name="T10" fmla="*/ 15 w 129"/>
                  <a:gd name="T11" fmla="*/ 26 h 68"/>
                  <a:gd name="T12" fmla="*/ 49 w 129"/>
                  <a:gd name="T13" fmla="*/ 8 h 68"/>
                  <a:gd name="T14" fmla="*/ 221 w 129"/>
                  <a:gd name="T15" fmla="*/ 90 h 68"/>
                  <a:gd name="T16" fmla="*/ 410 w 129"/>
                  <a:gd name="T17" fmla="*/ 178 h 68"/>
                  <a:gd name="T18" fmla="*/ 429 w 129"/>
                  <a:gd name="T19" fmla="*/ 218 h 68"/>
                  <a:gd name="T20" fmla="*/ 416 w 129"/>
                  <a:gd name="T21" fmla="*/ 255 h 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9" h="68">
                    <a:moveTo>
                      <a:pt x="124" y="62"/>
                    </a:moveTo>
                    <a:cubicBezTo>
                      <a:pt x="123" y="66"/>
                      <a:pt x="120" y="68"/>
                      <a:pt x="105" y="62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4" y="23"/>
                      <a:pt x="0" y="18"/>
                      <a:pt x="2" y="1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2"/>
                      <a:pt x="10" y="0"/>
                      <a:pt x="15" y="2"/>
                    </a:cubicBezTo>
                    <a:cubicBezTo>
                      <a:pt x="15" y="2"/>
                      <a:pt x="54" y="18"/>
                      <a:pt x="66" y="22"/>
                    </a:cubicBezTo>
                    <a:cubicBezTo>
                      <a:pt x="78" y="27"/>
                      <a:pt x="122" y="43"/>
                      <a:pt x="122" y="43"/>
                    </a:cubicBezTo>
                    <a:cubicBezTo>
                      <a:pt x="128" y="46"/>
                      <a:pt x="129" y="49"/>
                      <a:pt x="128" y="53"/>
                    </a:cubicBezTo>
                    <a:lnTo>
                      <a:pt x="124" y="6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8" name="Freeform 1482">
                <a:extLst>
                  <a:ext uri="{FF2B5EF4-FFF2-40B4-BE49-F238E27FC236}">
                    <a16:creationId xmlns:a16="http://schemas.microsoft.com/office/drawing/2014/main" id="{549AC9E2-F55A-4EB6-BE88-56073141F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7" y="3638"/>
                <a:ext cx="178" cy="126"/>
              </a:xfrm>
              <a:custGeom>
                <a:avLst/>
                <a:gdLst>
                  <a:gd name="T0" fmla="*/ 375 w 119"/>
                  <a:gd name="T1" fmla="*/ 321 h 79"/>
                  <a:gd name="T2" fmla="*/ 398 w 119"/>
                  <a:gd name="T3" fmla="*/ 236 h 79"/>
                  <a:gd name="T4" fmla="*/ 396 w 119"/>
                  <a:gd name="T5" fmla="*/ 231 h 79"/>
                  <a:gd name="T6" fmla="*/ 215 w 119"/>
                  <a:gd name="T7" fmla="*/ 123 h 79"/>
                  <a:gd name="T8" fmla="*/ 55 w 119"/>
                  <a:gd name="T9" fmla="*/ 13 h 79"/>
                  <a:gd name="T10" fmla="*/ 19 w 119"/>
                  <a:gd name="T11" fmla="*/ 21 h 79"/>
                  <a:gd name="T12" fmla="*/ 6 w 119"/>
                  <a:gd name="T13" fmla="*/ 56 h 79"/>
                  <a:gd name="T14" fmla="*/ 27 w 119"/>
                  <a:gd name="T15" fmla="*/ 102 h 79"/>
                  <a:gd name="T16" fmla="*/ 154 w 119"/>
                  <a:gd name="T17" fmla="*/ 183 h 79"/>
                  <a:gd name="T18" fmla="*/ 329 w 119"/>
                  <a:gd name="T19" fmla="*/ 300 h 79"/>
                  <a:gd name="T20" fmla="*/ 375 w 119"/>
                  <a:gd name="T21" fmla="*/ 321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79">
                    <a:moveTo>
                      <a:pt x="112" y="79"/>
                    </a:moveTo>
                    <a:cubicBezTo>
                      <a:pt x="119" y="58"/>
                      <a:pt x="119" y="58"/>
                      <a:pt x="119" y="58"/>
                    </a:cubicBezTo>
                    <a:cubicBezTo>
                      <a:pt x="119" y="58"/>
                      <a:pt x="118" y="58"/>
                      <a:pt x="118" y="57"/>
                    </a:cubicBezTo>
                    <a:cubicBezTo>
                      <a:pt x="118" y="57"/>
                      <a:pt x="76" y="36"/>
                      <a:pt x="64" y="30"/>
                    </a:cubicBezTo>
                    <a:cubicBezTo>
                      <a:pt x="53" y="24"/>
                      <a:pt x="17" y="3"/>
                      <a:pt x="17" y="3"/>
                    </a:cubicBezTo>
                    <a:cubicBezTo>
                      <a:pt x="12" y="0"/>
                      <a:pt x="8" y="2"/>
                      <a:pt x="6" y="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17"/>
                      <a:pt x="3" y="23"/>
                      <a:pt x="8" y="2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98" y="74"/>
                      <a:pt x="98" y="74"/>
                      <a:pt x="98" y="74"/>
                    </a:cubicBezTo>
                    <a:cubicBezTo>
                      <a:pt x="105" y="78"/>
                      <a:pt x="109" y="79"/>
                      <a:pt x="112" y="7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9" name="Freeform 1483">
                <a:extLst>
                  <a:ext uri="{FF2B5EF4-FFF2-40B4-BE49-F238E27FC236}">
                    <a16:creationId xmlns:a16="http://schemas.microsoft.com/office/drawing/2014/main" id="{B2833F92-8AB0-4826-93FA-7C718231C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3555"/>
                <a:ext cx="198" cy="49"/>
              </a:xfrm>
              <a:custGeom>
                <a:avLst/>
                <a:gdLst>
                  <a:gd name="T0" fmla="*/ 446 w 132"/>
                  <a:gd name="T1" fmla="*/ 68 h 31"/>
                  <a:gd name="T2" fmla="*/ 404 w 132"/>
                  <a:gd name="T3" fmla="*/ 95 h 31"/>
                  <a:gd name="T4" fmla="*/ 297 w 132"/>
                  <a:gd name="T5" fmla="*/ 103 h 31"/>
                  <a:gd name="T6" fmla="*/ 48 w 132"/>
                  <a:gd name="T7" fmla="*/ 117 h 31"/>
                  <a:gd name="T8" fmla="*/ 5 w 132"/>
                  <a:gd name="T9" fmla="*/ 100 h 31"/>
                  <a:gd name="T10" fmla="*/ 5 w 132"/>
                  <a:gd name="T11" fmla="*/ 60 h 31"/>
                  <a:gd name="T12" fmla="*/ 27 w 132"/>
                  <a:gd name="T13" fmla="*/ 33 h 31"/>
                  <a:gd name="T14" fmla="*/ 215 w 132"/>
                  <a:gd name="T15" fmla="*/ 21 h 31"/>
                  <a:gd name="T16" fmla="*/ 392 w 132"/>
                  <a:gd name="T17" fmla="*/ 5 h 31"/>
                  <a:gd name="T18" fmla="*/ 444 w 132"/>
                  <a:gd name="T19" fmla="*/ 27 h 31"/>
                  <a:gd name="T20" fmla="*/ 446 w 132"/>
                  <a:gd name="T21" fmla="*/ 68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1">
                    <a:moveTo>
                      <a:pt x="132" y="17"/>
                    </a:moveTo>
                    <a:cubicBezTo>
                      <a:pt x="132" y="20"/>
                      <a:pt x="130" y="23"/>
                      <a:pt x="119" y="24"/>
                    </a:cubicBezTo>
                    <a:cubicBezTo>
                      <a:pt x="119" y="24"/>
                      <a:pt x="113" y="24"/>
                      <a:pt x="88" y="26"/>
                    </a:cubicBezTo>
                    <a:cubicBezTo>
                      <a:pt x="63" y="27"/>
                      <a:pt x="14" y="30"/>
                      <a:pt x="14" y="30"/>
                    </a:cubicBezTo>
                    <a:cubicBezTo>
                      <a:pt x="5" y="31"/>
                      <a:pt x="1" y="29"/>
                      <a:pt x="1" y="2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1"/>
                      <a:pt x="2" y="8"/>
                      <a:pt x="8" y="8"/>
                    </a:cubicBezTo>
                    <a:cubicBezTo>
                      <a:pt x="8" y="8"/>
                      <a:pt x="41" y="6"/>
                      <a:pt x="63" y="5"/>
                    </a:cubicBezTo>
                    <a:cubicBezTo>
                      <a:pt x="86" y="4"/>
                      <a:pt x="116" y="1"/>
                      <a:pt x="116" y="1"/>
                    </a:cubicBezTo>
                    <a:cubicBezTo>
                      <a:pt x="128" y="0"/>
                      <a:pt x="131" y="3"/>
                      <a:pt x="131" y="7"/>
                    </a:cubicBezTo>
                    <a:lnTo>
                      <a:pt x="132" y="1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0" name="Freeform 1484">
                <a:extLst>
                  <a:ext uri="{FF2B5EF4-FFF2-40B4-BE49-F238E27FC236}">
                    <a16:creationId xmlns:a16="http://schemas.microsoft.com/office/drawing/2014/main" id="{5F4B0839-298D-4FB1-97EB-BDFA15289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3472"/>
                <a:ext cx="193" cy="110"/>
              </a:xfrm>
              <a:custGeom>
                <a:avLst/>
                <a:gdLst>
                  <a:gd name="T0" fmla="*/ 15 w 129"/>
                  <a:gd name="T1" fmla="*/ 26 h 69"/>
                  <a:gd name="T2" fmla="*/ 82 w 129"/>
                  <a:gd name="T3" fmla="*/ 26 h 69"/>
                  <a:gd name="T4" fmla="*/ 265 w 129"/>
                  <a:gd name="T5" fmla="*/ 116 h 69"/>
                  <a:gd name="T6" fmla="*/ 392 w 129"/>
                  <a:gd name="T7" fmla="*/ 175 h 69"/>
                  <a:gd name="T8" fmla="*/ 425 w 129"/>
                  <a:gd name="T9" fmla="*/ 223 h 69"/>
                  <a:gd name="T10" fmla="*/ 416 w 129"/>
                  <a:gd name="T11" fmla="*/ 260 h 69"/>
                  <a:gd name="T12" fmla="*/ 379 w 129"/>
                  <a:gd name="T13" fmla="*/ 273 h 69"/>
                  <a:gd name="T14" fmla="*/ 197 w 129"/>
                  <a:gd name="T15" fmla="*/ 191 h 69"/>
                  <a:gd name="T16" fmla="*/ 22 w 129"/>
                  <a:gd name="T17" fmla="*/ 102 h 69"/>
                  <a:gd name="T18" fmla="*/ 6 w 129"/>
                  <a:gd name="T19" fmla="*/ 61 h 69"/>
                  <a:gd name="T20" fmla="*/ 15 w 129"/>
                  <a:gd name="T21" fmla="*/ 26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9" h="69">
                    <a:moveTo>
                      <a:pt x="5" y="6"/>
                    </a:moveTo>
                    <a:cubicBezTo>
                      <a:pt x="7" y="3"/>
                      <a:pt x="9" y="0"/>
                      <a:pt x="25" y="6"/>
                    </a:cubicBezTo>
                    <a:cubicBezTo>
                      <a:pt x="79" y="29"/>
                      <a:pt x="79" y="29"/>
                      <a:pt x="79" y="29"/>
                    </a:cubicBezTo>
                    <a:cubicBezTo>
                      <a:pt x="117" y="43"/>
                      <a:pt x="117" y="43"/>
                      <a:pt x="117" y="43"/>
                    </a:cubicBezTo>
                    <a:cubicBezTo>
                      <a:pt x="124" y="46"/>
                      <a:pt x="129" y="51"/>
                      <a:pt x="127" y="55"/>
                    </a:cubicBezTo>
                    <a:cubicBezTo>
                      <a:pt x="124" y="64"/>
                      <a:pt x="124" y="64"/>
                      <a:pt x="124" y="64"/>
                    </a:cubicBezTo>
                    <a:cubicBezTo>
                      <a:pt x="122" y="67"/>
                      <a:pt x="119" y="69"/>
                      <a:pt x="113" y="67"/>
                    </a:cubicBezTo>
                    <a:cubicBezTo>
                      <a:pt x="113" y="67"/>
                      <a:pt x="71" y="52"/>
                      <a:pt x="59" y="47"/>
                    </a:cubicBezTo>
                    <a:cubicBezTo>
                      <a:pt x="48" y="43"/>
                      <a:pt x="7" y="25"/>
                      <a:pt x="7" y="25"/>
                    </a:cubicBezTo>
                    <a:cubicBezTo>
                      <a:pt x="1" y="22"/>
                      <a:pt x="0" y="19"/>
                      <a:pt x="2" y="15"/>
                    </a:cubicBezTo>
                    <a:lnTo>
                      <a:pt x="5" y="6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1" name="Freeform 1485">
                <a:extLst>
                  <a:ext uri="{FF2B5EF4-FFF2-40B4-BE49-F238E27FC236}">
                    <a16:creationId xmlns:a16="http://schemas.microsoft.com/office/drawing/2014/main" id="{19D073A4-4705-4553-A290-E89B0955B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3548"/>
                <a:ext cx="197" cy="53"/>
              </a:xfrm>
              <a:custGeom>
                <a:avLst/>
                <a:gdLst>
                  <a:gd name="T0" fmla="*/ 1 w 132"/>
                  <a:gd name="T1" fmla="*/ 29 h 33"/>
                  <a:gd name="T2" fmla="*/ 67 w 132"/>
                  <a:gd name="T3" fmla="*/ 5 h 33"/>
                  <a:gd name="T4" fmla="*/ 258 w 132"/>
                  <a:gd name="T5" fmla="*/ 26 h 33"/>
                  <a:gd name="T6" fmla="*/ 397 w 132"/>
                  <a:gd name="T7" fmla="*/ 35 h 33"/>
                  <a:gd name="T8" fmla="*/ 439 w 132"/>
                  <a:gd name="T9" fmla="*/ 67 h 33"/>
                  <a:gd name="T10" fmla="*/ 437 w 132"/>
                  <a:gd name="T11" fmla="*/ 108 h 33"/>
                  <a:gd name="T12" fmla="*/ 410 w 132"/>
                  <a:gd name="T13" fmla="*/ 137 h 33"/>
                  <a:gd name="T14" fmla="*/ 216 w 132"/>
                  <a:gd name="T15" fmla="*/ 124 h 33"/>
                  <a:gd name="T16" fmla="*/ 27 w 132"/>
                  <a:gd name="T17" fmla="*/ 101 h 33"/>
                  <a:gd name="T18" fmla="*/ 1 w 132"/>
                  <a:gd name="T19" fmla="*/ 69 h 33"/>
                  <a:gd name="T20" fmla="*/ 1 w 132"/>
                  <a:gd name="T21" fmla="*/ 29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3">
                    <a:moveTo>
                      <a:pt x="1" y="7"/>
                    </a:moveTo>
                    <a:cubicBezTo>
                      <a:pt x="2" y="3"/>
                      <a:pt x="3" y="0"/>
                      <a:pt x="20" y="1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127" y="9"/>
                      <a:pt x="132" y="12"/>
                      <a:pt x="132" y="16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30"/>
                      <a:pt x="129" y="33"/>
                      <a:pt x="123" y="33"/>
                    </a:cubicBezTo>
                    <a:cubicBezTo>
                      <a:pt x="123" y="33"/>
                      <a:pt x="78" y="31"/>
                      <a:pt x="65" y="30"/>
                    </a:cubicBezTo>
                    <a:cubicBezTo>
                      <a:pt x="53" y="29"/>
                      <a:pt x="8" y="24"/>
                      <a:pt x="8" y="24"/>
                    </a:cubicBezTo>
                    <a:cubicBezTo>
                      <a:pt x="2" y="24"/>
                      <a:pt x="0" y="21"/>
                      <a:pt x="1" y="17"/>
                    </a:cubicBezTo>
                    <a:lnTo>
                      <a:pt x="1" y="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2" name="Freeform 1486">
                <a:extLst>
                  <a:ext uri="{FF2B5EF4-FFF2-40B4-BE49-F238E27FC236}">
                    <a16:creationId xmlns:a16="http://schemas.microsoft.com/office/drawing/2014/main" id="{E2EB5FF3-DAA6-44D6-8BF0-0CB1A9103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385"/>
                <a:ext cx="153" cy="162"/>
              </a:xfrm>
              <a:custGeom>
                <a:avLst/>
                <a:gdLst>
                  <a:gd name="T0" fmla="*/ 75 w 102"/>
                  <a:gd name="T1" fmla="*/ 29 h 101"/>
                  <a:gd name="T2" fmla="*/ 255 w 102"/>
                  <a:gd name="T3" fmla="*/ 247 h 101"/>
                  <a:gd name="T4" fmla="*/ 323 w 102"/>
                  <a:gd name="T5" fmla="*/ 329 h 101"/>
                  <a:gd name="T6" fmla="*/ 336 w 102"/>
                  <a:gd name="T7" fmla="*/ 375 h 101"/>
                  <a:gd name="T8" fmla="*/ 311 w 102"/>
                  <a:gd name="T9" fmla="*/ 409 h 101"/>
                  <a:gd name="T10" fmla="*/ 282 w 102"/>
                  <a:gd name="T11" fmla="*/ 401 h 101"/>
                  <a:gd name="T12" fmla="*/ 116 w 102"/>
                  <a:gd name="T13" fmla="*/ 192 h 101"/>
                  <a:gd name="T14" fmla="*/ 18 w 102"/>
                  <a:gd name="T15" fmla="*/ 77 h 101"/>
                  <a:gd name="T16" fmla="*/ 12 w 102"/>
                  <a:gd name="T17" fmla="*/ 34 h 101"/>
                  <a:gd name="T18" fmla="*/ 35 w 102"/>
                  <a:gd name="T19" fmla="*/ 8 h 101"/>
                  <a:gd name="T20" fmla="*/ 45 w 102"/>
                  <a:gd name="T21" fmla="*/ 5 h 101"/>
                  <a:gd name="T22" fmla="*/ 72 w 102"/>
                  <a:gd name="T23" fmla="*/ 29 h 101"/>
                  <a:gd name="T24" fmla="*/ 75 w 102"/>
                  <a:gd name="T25" fmla="*/ 29 h 10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2" h="101">
                    <a:moveTo>
                      <a:pt x="22" y="7"/>
                    </a:moveTo>
                    <a:cubicBezTo>
                      <a:pt x="22" y="7"/>
                      <a:pt x="62" y="46"/>
                      <a:pt x="75" y="6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8" y="84"/>
                      <a:pt x="102" y="88"/>
                      <a:pt x="99" y="91"/>
                    </a:cubicBezTo>
                    <a:cubicBezTo>
                      <a:pt x="99" y="91"/>
                      <a:pt x="92" y="99"/>
                      <a:pt x="92" y="99"/>
                    </a:cubicBezTo>
                    <a:cubicBezTo>
                      <a:pt x="90" y="101"/>
                      <a:pt x="87" y="100"/>
                      <a:pt x="83" y="97"/>
                    </a:cubicBezTo>
                    <a:cubicBezTo>
                      <a:pt x="83" y="96"/>
                      <a:pt x="45" y="58"/>
                      <a:pt x="34" y="47"/>
                    </a:cubicBezTo>
                    <a:cubicBezTo>
                      <a:pt x="23" y="36"/>
                      <a:pt x="6" y="20"/>
                      <a:pt x="5" y="19"/>
                    </a:cubicBezTo>
                    <a:cubicBezTo>
                      <a:pt x="1" y="15"/>
                      <a:pt x="0" y="11"/>
                      <a:pt x="3" y="8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1"/>
                      <a:pt x="12" y="0"/>
                      <a:pt x="13" y="1"/>
                    </a:cubicBezTo>
                    <a:cubicBezTo>
                      <a:pt x="16" y="1"/>
                      <a:pt x="18" y="3"/>
                      <a:pt x="21" y="7"/>
                    </a:cubicBezTo>
                    <a:cubicBezTo>
                      <a:pt x="22" y="7"/>
                      <a:pt x="22" y="7"/>
                      <a:pt x="22" y="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3" name="Freeform 1487">
                <a:extLst>
                  <a:ext uri="{FF2B5EF4-FFF2-40B4-BE49-F238E27FC236}">
                    <a16:creationId xmlns:a16="http://schemas.microsoft.com/office/drawing/2014/main" id="{A940E163-D583-47B5-A875-370F213F1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532"/>
                <a:ext cx="163" cy="154"/>
              </a:xfrm>
              <a:custGeom>
                <a:avLst/>
                <a:gdLst>
                  <a:gd name="T0" fmla="*/ 338 w 109"/>
                  <a:gd name="T1" fmla="*/ 298 h 96"/>
                  <a:gd name="T2" fmla="*/ 357 w 109"/>
                  <a:gd name="T3" fmla="*/ 348 h 96"/>
                  <a:gd name="T4" fmla="*/ 338 w 109"/>
                  <a:gd name="T5" fmla="*/ 380 h 96"/>
                  <a:gd name="T6" fmla="*/ 295 w 109"/>
                  <a:gd name="T7" fmla="*/ 367 h 96"/>
                  <a:gd name="T8" fmla="*/ 215 w 109"/>
                  <a:gd name="T9" fmla="*/ 286 h 96"/>
                  <a:gd name="T10" fmla="*/ 22 w 109"/>
                  <a:gd name="T11" fmla="*/ 95 h 96"/>
                  <a:gd name="T12" fmla="*/ 6 w 109"/>
                  <a:gd name="T13" fmla="*/ 48 h 96"/>
                  <a:gd name="T14" fmla="*/ 27 w 109"/>
                  <a:gd name="T15" fmla="*/ 16 h 96"/>
                  <a:gd name="T16" fmla="*/ 54 w 109"/>
                  <a:gd name="T17" fmla="*/ 16 h 96"/>
                  <a:gd name="T18" fmla="*/ 197 w 109"/>
                  <a:gd name="T19" fmla="*/ 162 h 96"/>
                  <a:gd name="T20" fmla="*/ 338 w 109"/>
                  <a:gd name="T21" fmla="*/ 298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9" h="96">
                    <a:moveTo>
                      <a:pt x="101" y="72"/>
                    </a:moveTo>
                    <a:cubicBezTo>
                      <a:pt x="109" y="79"/>
                      <a:pt x="109" y="82"/>
                      <a:pt x="107" y="84"/>
                    </a:cubicBezTo>
                    <a:cubicBezTo>
                      <a:pt x="101" y="92"/>
                      <a:pt x="101" y="92"/>
                      <a:pt x="101" y="92"/>
                    </a:cubicBezTo>
                    <a:cubicBezTo>
                      <a:pt x="99" y="94"/>
                      <a:pt x="97" y="96"/>
                      <a:pt x="88" y="89"/>
                    </a:cubicBezTo>
                    <a:cubicBezTo>
                      <a:pt x="88" y="89"/>
                      <a:pt x="83" y="85"/>
                      <a:pt x="64" y="69"/>
                    </a:cubicBezTo>
                    <a:cubicBezTo>
                      <a:pt x="45" y="54"/>
                      <a:pt x="7" y="23"/>
                      <a:pt x="7" y="23"/>
                    </a:cubicBezTo>
                    <a:cubicBezTo>
                      <a:pt x="0" y="17"/>
                      <a:pt x="0" y="15"/>
                      <a:pt x="2" y="1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1" y="0"/>
                      <a:pt x="14" y="2"/>
                      <a:pt x="16" y="4"/>
                    </a:cubicBezTo>
                    <a:cubicBezTo>
                      <a:pt x="16" y="4"/>
                      <a:pt x="41" y="25"/>
                      <a:pt x="59" y="39"/>
                    </a:cubicBezTo>
                    <a:cubicBezTo>
                      <a:pt x="76" y="53"/>
                      <a:pt x="100" y="72"/>
                      <a:pt x="101" y="7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4" name="Freeform 1488">
                <a:extLst>
                  <a:ext uri="{FF2B5EF4-FFF2-40B4-BE49-F238E27FC236}">
                    <a16:creationId xmlns:a16="http://schemas.microsoft.com/office/drawing/2014/main" id="{DE18316A-A4DA-4CAC-B83E-52EDCE748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452"/>
                <a:ext cx="30" cy="32"/>
              </a:xfrm>
              <a:custGeom>
                <a:avLst/>
                <a:gdLst>
                  <a:gd name="T0" fmla="*/ 5 w 20"/>
                  <a:gd name="T1" fmla="*/ 5 h 20"/>
                  <a:gd name="T2" fmla="*/ 41 w 20"/>
                  <a:gd name="T3" fmla="*/ 29 h 20"/>
                  <a:gd name="T4" fmla="*/ 66 w 20"/>
                  <a:gd name="T5" fmla="*/ 77 h 20"/>
                  <a:gd name="T6" fmla="*/ 27 w 20"/>
                  <a:gd name="T7" fmla="*/ 48 h 20"/>
                  <a:gd name="T8" fmla="*/ 5 w 20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" y="1"/>
                    </a:moveTo>
                    <a:cubicBezTo>
                      <a:pt x="3" y="0"/>
                      <a:pt x="8" y="3"/>
                      <a:pt x="12" y="7"/>
                    </a:cubicBezTo>
                    <a:cubicBezTo>
                      <a:pt x="17" y="12"/>
                      <a:pt x="20" y="17"/>
                      <a:pt x="19" y="19"/>
                    </a:cubicBezTo>
                    <a:cubicBezTo>
                      <a:pt x="17" y="20"/>
                      <a:pt x="12" y="17"/>
                      <a:pt x="8" y="12"/>
                    </a:cubicBezTo>
                    <a:cubicBezTo>
                      <a:pt x="3" y="7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5" name="Freeform 1489">
                <a:extLst>
                  <a:ext uri="{FF2B5EF4-FFF2-40B4-BE49-F238E27FC236}">
                    <a16:creationId xmlns:a16="http://schemas.microsoft.com/office/drawing/2014/main" id="{F1009F35-201F-4A50-B267-C979605F3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3598"/>
                <a:ext cx="33" cy="30"/>
              </a:xfrm>
              <a:custGeom>
                <a:avLst/>
                <a:gdLst>
                  <a:gd name="T0" fmla="*/ 8 w 22"/>
                  <a:gd name="T1" fmla="*/ 8 h 19"/>
                  <a:gd name="T2" fmla="*/ 45 w 22"/>
                  <a:gd name="T3" fmla="*/ 27 h 19"/>
                  <a:gd name="T4" fmla="*/ 72 w 22"/>
                  <a:gd name="T5" fmla="*/ 68 h 19"/>
                  <a:gd name="T6" fmla="*/ 32 w 22"/>
                  <a:gd name="T7" fmla="*/ 47 h 19"/>
                  <a:gd name="T8" fmla="*/ 8 w 22"/>
                  <a:gd name="T9" fmla="*/ 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2" y="2"/>
                    </a:moveTo>
                    <a:cubicBezTo>
                      <a:pt x="3" y="0"/>
                      <a:pt x="8" y="2"/>
                      <a:pt x="13" y="7"/>
                    </a:cubicBezTo>
                    <a:cubicBezTo>
                      <a:pt x="19" y="11"/>
                      <a:pt x="22" y="16"/>
                      <a:pt x="21" y="17"/>
                    </a:cubicBezTo>
                    <a:cubicBezTo>
                      <a:pt x="20" y="19"/>
                      <a:pt x="14" y="16"/>
                      <a:pt x="9" y="12"/>
                    </a:cubicBezTo>
                    <a:cubicBezTo>
                      <a:pt x="4" y="8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6" name="Freeform 1490">
                <a:extLst>
                  <a:ext uri="{FF2B5EF4-FFF2-40B4-BE49-F238E27FC236}">
                    <a16:creationId xmlns:a16="http://schemas.microsoft.com/office/drawing/2014/main" id="{703AE83B-6F87-4351-A953-D77050FBE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3446"/>
                <a:ext cx="30" cy="33"/>
              </a:xfrm>
              <a:custGeom>
                <a:avLst/>
                <a:gdLst>
                  <a:gd name="T0" fmla="*/ 8 w 20"/>
                  <a:gd name="T1" fmla="*/ 8 h 21"/>
                  <a:gd name="T2" fmla="*/ 45 w 20"/>
                  <a:gd name="T3" fmla="*/ 31 h 21"/>
                  <a:gd name="T4" fmla="*/ 66 w 20"/>
                  <a:gd name="T5" fmla="*/ 74 h 21"/>
                  <a:gd name="T6" fmla="*/ 27 w 20"/>
                  <a:gd name="T7" fmla="*/ 49 h 21"/>
                  <a:gd name="T8" fmla="*/ 8 w 20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2" y="2"/>
                    </a:moveTo>
                    <a:cubicBezTo>
                      <a:pt x="3" y="0"/>
                      <a:pt x="8" y="3"/>
                      <a:pt x="13" y="8"/>
                    </a:cubicBezTo>
                    <a:cubicBezTo>
                      <a:pt x="18" y="13"/>
                      <a:pt x="20" y="18"/>
                      <a:pt x="19" y="19"/>
                    </a:cubicBezTo>
                    <a:cubicBezTo>
                      <a:pt x="18" y="21"/>
                      <a:pt x="13" y="18"/>
                      <a:pt x="8" y="13"/>
                    </a:cubicBezTo>
                    <a:cubicBezTo>
                      <a:pt x="3" y="8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7" name="Freeform 1491">
                <a:extLst>
                  <a:ext uri="{FF2B5EF4-FFF2-40B4-BE49-F238E27FC236}">
                    <a16:creationId xmlns:a16="http://schemas.microsoft.com/office/drawing/2014/main" id="{C9643729-A1AD-4A29-8583-65B517DB8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457"/>
                <a:ext cx="26" cy="22"/>
              </a:xfrm>
              <a:custGeom>
                <a:avLst/>
                <a:gdLst>
                  <a:gd name="T0" fmla="*/ 49 w 17"/>
                  <a:gd name="T1" fmla="*/ 20 h 14"/>
                  <a:gd name="T2" fmla="*/ 54 w 17"/>
                  <a:gd name="T3" fmla="*/ 39 h 14"/>
                  <a:gd name="T4" fmla="*/ 14 w 17"/>
                  <a:gd name="T5" fmla="*/ 14 h 14"/>
                  <a:gd name="T6" fmla="*/ 0 w 17"/>
                  <a:gd name="T7" fmla="*/ 0 h 14"/>
                  <a:gd name="T8" fmla="*/ 18 w 17"/>
                  <a:gd name="T9" fmla="*/ 22 h 14"/>
                  <a:gd name="T10" fmla="*/ 57 w 17"/>
                  <a:gd name="T11" fmla="*/ 47 h 14"/>
                  <a:gd name="T12" fmla="*/ 49 w 17"/>
                  <a:gd name="T13" fmla="*/ 2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4">
                    <a:moveTo>
                      <a:pt x="14" y="5"/>
                    </a:moveTo>
                    <a:cubicBezTo>
                      <a:pt x="15" y="8"/>
                      <a:pt x="16" y="10"/>
                      <a:pt x="15" y="10"/>
                    </a:cubicBezTo>
                    <a:cubicBezTo>
                      <a:pt x="13" y="12"/>
                      <a:pt x="8" y="9"/>
                      <a:pt x="4" y="4"/>
                    </a:cubicBezTo>
                    <a:cubicBezTo>
                      <a:pt x="2" y="3"/>
                      <a:pt x="1" y="1"/>
                      <a:pt x="0" y="0"/>
                    </a:cubicBezTo>
                    <a:cubicBezTo>
                      <a:pt x="1" y="2"/>
                      <a:pt x="3" y="4"/>
                      <a:pt x="5" y="6"/>
                    </a:cubicBezTo>
                    <a:cubicBezTo>
                      <a:pt x="10" y="11"/>
                      <a:pt x="15" y="14"/>
                      <a:pt x="16" y="12"/>
                    </a:cubicBezTo>
                    <a:cubicBezTo>
                      <a:pt x="17" y="11"/>
                      <a:pt x="16" y="9"/>
                      <a:pt x="14" y="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8" name="Freeform 1492">
                <a:extLst>
                  <a:ext uri="{FF2B5EF4-FFF2-40B4-BE49-F238E27FC236}">
                    <a16:creationId xmlns:a16="http://schemas.microsoft.com/office/drawing/2014/main" id="{B26CB9F2-C8EB-4C4D-8D9A-24FDF624B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449"/>
                <a:ext cx="21" cy="21"/>
              </a:xfrm>
              <a:custGeom>
                <a:avLst/>
                <a:gdLst>
                  <a:gd name="T0" fmla="*/ 5 w 14"/>
                  <a:gd name="T1" fmla="*/ 8 h 13"/>
                  <a:gd name="T2" fmla="*/ 35 w 14"/>
                  <a:gd name="T3" fmla="*/ 34 h 13"/>
                  <a:gd name="T4" fmla="*/ 48 w 14"/>
                  <a:gd name="T5" fmla="*/ 55 h 13"/>
                  <a:gd name="T6" fmla="*/ 32 w 14"/>
                  <a:gd name="T7" fmla="*/ 26 h 13"/>
                  <a:gd name="T8" fmla="*/ 0 w 14"/>
                  <a:gd name="T9" fmla="*/ 5 h 13"/>
                  <a:gd name="T10" fmla="*/ 5 w 14"/>
                  <a:gd name="T11" fmla="*/ 26 h 13"/>
                  <a:gd name="T12" fmla="*/ 5 w 14"/>
                  <a:gd name="T13" fmla="*/ 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1" y="2"/>
                    </a:moveTo>
                    <a:cubicBezTo>
                      <a:pt x="2" y="1"/>
                      <a:pt x="7" y="4"/>
                      <a:pt x="10" y="8"/>
                    </a:cubicBezTo>
                    <a:cubicBezTo>
                      <a:pt x="12" y="10"/>
                      <a:pt x="14" y="12"/>
                      <a:pt x="14" y="13"/>
                    </a:cubicBezTo>
                    <a:cubicBezTo>
                      <a:pt x="14" y="11"/>
                      <a:pt x="12" y="9"/>
                      <a:pt x="9" y="6"/>
                    </a:cubicBezTo>
                    <a:cubicBezTo>
                      <a:pt x="5" y="2"/>
                      <a:pt x="1" y="0"/>
                      <a:pt x="0" y="1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9" name="Freeform 1493">
                <a:extLst>
                  <a:ext uri="{FF2B5EF4-FFF2-40B4-BE49-F238E27FC236}">
                    <a16:creationId xmlns:a16="http://schemas.microsoft.com/office/drawing/2014/main" id="{028EFE4D-A1FB-472B-991C-6E1EDA662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3593"/>
                <a:ext cx="33" cy="30"/>
              </a:xfrm>
              <a:custGeom>
                <a:avLst/>
                <a:gdLst>
                  <a:gd name="T0" fmla="*/ 5 w 22"/>
                  <a:gd name="T1" fmla="*/ 5 h 19"/>
                  <a:gd name="T2" fmla="*/ 45 w 22"/>
                  <a:gd name="T3" fmla="*/ 22 h 19"/>
                  <a:gd name="T4" fmla="*/ 72 w 22"/>
                  <a:gd name="T5" fmla="*/ 68 h 19"/>
                  <a:gd name="T6" fmla="*/ 32 w 22"/>
                  <a:gd name="T7" fmla="*/ 47 h 19"/>
                  <a:gd name="T8" fmla="*/ 5 w 22"/>
                  <a:gd name="T9" fmla="*/ 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1" y="1"/>
                    </a:moveTo>
                    <a:cubicBezTo>
                      <a:pt x="3" y="0"/>
                      <a:pt x="8" y="2"/>
                      <a:pt x="13" y="6"/>
                    </a:cubicBezTo>
                    <a:cubicBezTo>
                      <a:pt x="19" y="11"/>
                      <a:pt x="22" y="16"/>
                      <a:pt x="21" y="17"/>
                    </a:cubicBezTo>
                    <a:cubicBezTo>
                      <a:pt x="20" y="19"/>
                      <a:pt x="14" y="16"/>
                      <a:pt x="9" y="12"/>
                    </a:cubicBezTo>
                    <a:cubicBezTo>
                      <a:pt x="4" y="8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0" name="Freeform 1494">
                <a:extLst>
                  <a:ext uri="{FF2B5EF4-FFF2-40B4-BE49-F238E27FC236}">
                    <a16:creationId xmlns:a16="http://schemas.microsoft.com/office/drawing/2014/main" id="{73943CC6-AAAF-4F04-BB8F-3D0E66138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3390"/>
                <a:ext cx="69" cy="56"/>
              </a:xfrm>
              <a:custGeom>
                <a:avLst/>
                <a:gdLst>
                  <a:gd name="T0" fmla="*/ 5 w 46"/>
                  <a:gd name="T1" fmla="*/ 21 h 35"/>
                  <a:gd name="T2" fmla="*/ 32 w 46"/>
                  <a:gd name="T3" fmla="*/ 0 h 35"/>
                  <a:gd name="T4" fmla="*/ 66 w 46"/>
                  <a:gd name="T5" fmla="*/ 34 h 35"/>
                  <a:gd name="T6" fmla="*/ 113 w 46"/>
                  <a:gd name="T7" fmla="*/ 90 h 35"/>
                  <a:gd name="T8" fmla="*/ 134 w 46"/>
                  <a:gd name="T9" fmla="*/ 118 h 35"/>
                  <a:gd name="T10" fmla="*/ 156 w 46"/>
                  <a:gd name="T11" fmla="*/ 144 h 35"/>
                  <a:gd name="T12" fmla="*/ 59 w 46"/>
                  <a:gd name="T13" fmla="*/ 35 h 35"/>
                  <a:gd name="T14" fmla="*/ 26 w 46"/>
                  <a:gd name="T15" fmla="*/ 16 h 35"/>
                  <a:gd name="T16" fmla="*/ 0 w 46"/>
                  <a:gd name="T17" fmla="*/ 34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35">
                    <a:moveTo>
                      <a:pt x="1" y="5"/>
                    </a:moveTo>
                    <a:cubicBezTo>
                      <a:pt x="3" y="4"/>
                      <a:pt x="6" y="0"/>
                      <a:pt x="9" y="0"/>
                    </a:cubicBezTo>
                    <a:cubicBezTo>
                      <a:pt x="12" y="1"/>
                      <a:pt x="16" y="5"/>
                      <a:pt x="19" y="8"/>
                    </a:cubicBezTo>
                    <a:cubicBezTo>
                      <a:pt x="24" y="13"/>
                      <a:pt x="28" y="18"/>
                      <a:pt x="33" y="22"/>
                    </a:cubicBezTo>
                    <a:cubicBezTo>
                      <a:pt x="35" y="25"/>
                      <a:pt x="37" y="27"/>
                      <a:pt x="39" y="29"/>
                    </a:cubicBezTo>
                    <a:cubicBezTo>
                      <a:pt x="42" y="31"/>
                      <a:pt x="44" y="33"/>
                      <a:pt x="46" y="35"/>
                    </a:cubicBezTo>
                    <a:cubicBezTo>
                      <a:pt x="36" y="28"/>
                      <a:pt x="27" y="17"/>
                      <a:pt x="17" y="9"/>
                    </a:cubicBezTo>
                    <a:cubicBezTo>
                      <a:pt x="14" y="6"/>
                      <a:pt x="11" y="4"/>
                      <a:pt x="7" y="4"/>
                    </a:cubicBezTo>
                    <a:cubicBezTo>
                      <a:pt x="4" y="5"/>
                      <a:pt x="2" y="6"/>
                      <a:pt x="0" y="8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1" name="Freeform 1495">
                <a:extLst>
                  <a:ext uri="{FF2B5EF4-FFF2-40B4-BE49-F238E27FC236}">
                    <a16:creationId xmlns:a16="http://schemas.microsoft.com/office/drawing/2014/main" id="{85593A61-2848-41CF-A053-ECBC1A26C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3452"/>
                <a:ext cx="98" cy="88"/>
              </a:xfrm>
              <a:custGeom>
                <a:avLst/>
                <a:gdLst>
                  <a:gd name="T0" fmla="*/ 0 w 65"/>
                  <a:gd name="T1" fmla="*/ 0 h 55"/>
                  <a:gd name="T2" fmla="*/ 143 w 65"/>
                  <a:gd name="T3" fmla="*/ 171 h 55"/>
                  <a:gd name="T4" fmla="*/ 196 w 65"/>
                  <a:gd name="T5" fmla="*/ 221 h 55"/>
                  <a:gd name="T6" fmla="*/ 223 w 65"/>
                  <a:gd name="T7" fmla="*/ 189 h 55"/>
                  <a:gd name="T8" fmla="*/ 184 w 65"/>
                  <a:gd name="T9" fmla="*/ 205 h 55"/>
                  <a:gd name="T10" fmla="*/ 157 w 65"/>
                  <a:gd name="T11" fmla="*/ 176 h 55"/>
                  <a:gd name="T12" fmla="*/ 122 w 65"/>
                  <a:gd name="T13" fmla="*/ 136 h 55"/>
                  <a:gd name="T14" fmla="*/ 59 w 65"/>
                  <a:gd name="T15" fmla="*/ 61 h 55"/>
                  <a:gd name="T16" fmla="*/ 27 w 65"/>
                  <a:gd name="T17" fmla="*/ 29 h 55"/>
                  <a:gd name="T18" fmla="*/ 5 w 65"/>
                  <a:gd name="T19" fmla="*/ 5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55">
                    <a:moveTo>
                      <a:pt x="0" y="0"/>
                    </a:moveTo>
                    <a:cubicBezTo>
                      <a:pt x="14" y="14"/>
                      <a:pt x="28" y="27"/>
                      <a:pt x="42" y="42"/>
                    </a:cubicBezTo>
                    <a:cubicBezTo>
                      <a:pt x="45" y="45"/>
                      <a:pt x="53" y="55"/>
                      <a:pt x="57" y="54"/>
                    </a:cubicBezTo>
                    <a:cubicBezTo>
                      <a:pt x="60" y="54"/>
                      <a:pt x="64" y="49"/>
                      <a:pt x="65" y="46"/>
                    </a:cubicBezTo>
                    <a:cubicBezTo>
                      <a:pt x="63" y="49"/>
                      <a:pt x="59" y="52"/>
                      <a:pt x="54" y="50"/>
                    </a:cubicBezTo>
                    <a:cubicBezTo>
                      <a:pt x="51" y="49"/>
                      <a:pt x="48" y="45"/>
                      <a:pt x="46" y="43"/>
                    </a:cubicBezTo>
                    <a:cubicBezTo>
                      <a:pt x="43" y="40"/>
                      <a:pt x="39" y="37"/>
                      <a:pt x="36" y="33"/>
                    </a:cubicBezTo>
                    <a:cubicBezTo>
                      <a:pt x="30" y="27"/>
                      <a:pt x="24" y="21"/>
                      <a:pt x="17" y="15"/>
                    </a:cubicBezTo>
                    <a:cubicBezTo>
                      <a:pt x="14" y="12"/>
                      <a:pt x="11" y="10"/>
                      <a:pt x="8" y="7"/>
                    </a:cubicBezTo>
                    <a:cubicBezTo>
                      <a:pt x="6" y="5"/>
                      <a:pt x="3" y="2"/>
                      <a:pt x="1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2" name="Freeform 1496">
                <a:extLst>
                  <a:ext uri="{FF2B5EF4-FFF2-40B4-BE49-F238E27FC236}">
                    <a16:creationId xmlns:a16="http://schemas.microsoft.com/office/drawing/2014/main" id="{AEE00FBF-AF56-42B2-B82D-B248DF00E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3542"/>
                <a:ext cx="72" cy="51"/>
              </a:xfrm>
              <a:custGeom>
                <a:avLst/>
                <a:gdLst>
                  <a:gd name="T0" fmla="*/ 5 w 48"/>
                  <a:gd name="T1" fmla="*/ 29 h 32"/>
                  <a:gd name="T2" fmla="*/ 26 w 48"/>
                  <a:gd name="T3" fmla="*/ 0 h 32"/>
                  <a:gd name="T4" fmla="*/ 62 w 48"/>
                  <a:gd name="T5" fmla="*/ 29 h 32"/>
                  <a:gd name="T6" fmla="*/ 116 w 48"/>
                  <a:gd name="T7" fmla="*/ 81 h 32"/>
                  <a:gd name="T8" fmla="*/ 140 w 48"/>
                  <a:gd name="T9" fmla="*/ 104 h 32"/>
                  <a:gd name="T10" fmla="*/ 162 w 48"/>
                  <a:gd name="T11" fmla="*/ 129 h 32"/>
                  <a:gd name="T12" fmla="*/ 59 w 48"/>
                  <a:gd name="T13" fmla="*/ 35 h 32"/>
                  <a:gd name="T14" fmla="*/ 21 w 48"/>
                  <a:gd name="T15" fmla="*/ 21 h 32"/>
                  <a:gd name="T16" fmla="*/ 0 w 48"/>
                  <a:gd name="T17" fmla="*/ 35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32">
                    <a:moveTo>
                      <a:pt x="1" y="7"/>
                    </a:moveTo>
                    <a:cubicBezTo>
                      <a:pt x="2" y="5"/>
                      <a:pt x="4" y="0"/>
                      <a:pt x="7" y="0"/>
                    </a:cubicBezTo>
                    <a:cubicBezTo>
                      <a:pt x="11" y="0"/>
                      <a:pt x="16" y="5"/>
                      <a:pt x="18" y="7"/>
                    </a:cubicBezTo>
                    <a:cubicBezTo>
                      <a:pt x="24" y="12"/>
                      <a:pt x="29" y="16"/>
                      <a:pt x="34" y="20"/>
                    </a:cubicBezTo>
                    <a:cubicBezTo>
                      <a:pt x="37" y="22"/>
                      <a:pt x="39" y="24"/>
                      <a:pt x="41" y="26"/>
                    </a:cubicBezTo>
                    <a:cubicBezTo>
                      <a:pt x="43" y="28"/>
                      <a:pt x="46" y="29"/>
                      <a:pt x="48" y="32"/>
                    </a:cubicBezTo>
                    <a:cubicBezTo>
                      <a:pt x="37" y="26"/>
                      <a:pt x="27" y="16"/>
                      <a:pt x="17" y="9"/>
                    </a:cubicBezTo>
                    <a:cubicBezTo>
                      <a:pt x="13" y="6"/>
                      <a:pt x="10" y="4"/>
                      <a:pt x="6" y="5"/>
                    </a:cubicBezTo>
                    <a:cubicBezTo>
                      <a:pt x="4" y="6"/>
                      <a:pt x="1" y="7"/>
                      <a:pt x="0" y="9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3" name="Freeform 1497">
                <a:extLst>
                  <a:ext uri="{FF2B5EF4-FFF2-40B4-BE49-F238E27FC236}">
                    <a16:creationId xmlns:a16="http://schemas.microsoft.com/office/drawing/2014/main" id="{9A682225-205F-4112-87FA-17A280A09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601"/>
                <a:ext cx="105" cy="78"/>
              </a:xfrm>
              <a:custGeom>
                <a:avLst/>
                <a:gdLst>
                  <a:gd name="T0" fmla="*/ 0 w 70"/>
                  <a:gd name="T1" fmla="*/ 0 h 49"/>
                  <a:gd name="T2" fmla="*/ 156 w 70"/>
                  <a:gd name="T3" fmla="*/ 150 h 49"/>
                  <a:gd name="T4" fmla="*/ 215 w 70"/>
                  <a:gd name="T5" fmla="*/ 193 h 49"/>
                  <a:gd name="T6" fmla="*/ 237 w 70"/>
                  <a:gd name="T7" fmla="*/ 158 h 49"/>
                  <a:gd name="T8" fmla="*/ 203 w 70"/>
                  <a:gd name="T9" fmla="*/ 177 h 49"/>
                  <a:gd name="T10" fmla="*/ 170 w 70"/>
                  <a:gd name="T11" fmla="*/ 153 h 49"/>
                  <a:gd name="T12" fmla="*/ 135 w 70"/>
                  <a:gd name="T13" fmla="*/ 116 h 49"/>
                  <a:gd name="T14" fmla="*/ 66 w 70"/>
                  <a:gd name="T15" fmla="*/ 53 h 49"/>
                  <a:gd name="T16" fmla="*/ 27 w 70"/>
                  <a:gd name="T17" fmla="*/ 25 h 49"/>
                  <a:gd name="T18" fmla="*/ 5 w 70"/>
                  <a:gd name="T19" fmla="*/ 5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49">
                    <a:moveTo>
                      <a:pt x="0" y="0"/>
                    </a:moveTo>
                    <a:cubicBezTo>
                      <a:pt x="15" y="13"/>
                      <a:pt x="31" y="24"/>
                      <a:pt x="46" y="37"/>
                    </a:cubicBezTo>
                    <a:cubicBezTo>
                      <a:pt x="50" y="40"/>
                      <a:pt x="58" y="49"/>
                      <a:pt x="63" y="48"/>
                    </a:cubicBezTo>
                    <a:cubicBezTo>
                      <a:pt x="66" y="48"/>
                      <a:pt x="69" y="42"/>
                      <a:pt x="70" y="39"/>
                    </a:cubicBezTo>
                    <a:cubicBezTo>
                      <a:pt x="68" y="42"/>
                      <a:pt x="64" y="45"/>
                      <a:pt x="60" y="44"/>
                    </a:cubicBezTo>
                    <a:cubicBezTo>
                      <a:pt x="56" y="43"/>
                      <a:pt x="53" y="40"/>
                      <a:pt x="50" y="38"/>
                    </a:cubicBezTo>
                    <a:cubicBezTo>
                      <a:pt x="47" y="35"/>
                      <a:pt x="43" y="32"/>
                      <a:pt x="40" y="29"/>
                    </a:cubicBezTo>
                    <a:cubicBezTo>
                      <a:pt x="33" y="24"/>
                      <a:pt x="26" y="18"/>
                      <a:pt x="19" y="13"/>
                    </a:cubicBezTo>
                    <a:cubicBezTo>
                      <a:pt x="15" y="11"/>
                      <a:pt x="12" y="9"/>
                      <a:pt x="8" y="6"/>
                    </a:cubicBezTo>
                    <a:cubicBezTo>
                      <a:pt x="6" y="4"/>
                      <a:pt x="4" y="2"/>
                      <a:pt x="1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4" name="Freeform 1498">
                <a:extLst>
                  <a:ext uri="{FF2B5EF4-FFF2-40B4-BE49-F238E27FC236}">
                    <a16:creationId xmlns:a16="http://schemas.microsoft.com/office/drawing/2014/main" id="{F44DEBA8-E59B-4585-8DB9-AA6FA9EC7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603"/>
                <a:ext cx="29" cy="20"/>
              </a:xfrm>
              <a:custGeom>
                <a:avLst/>
                <a:gdLst>
                  <a:gd name="T0" fmla="*/ 53 w 19"/>
                  <a:gd name="T1" fmla="*/ 18 h 13"/>
                  <a:gd name="T2" fmla="*/ 61 w 19"/>
                  <a:gd name="T3" fmla="*/ 34 h 13"/>
                  <a:gd name="T4" fmla="*/ 18 w 19"/>
                  <a:gd name="T5" fmla="*/ 14 h 13"/>
                  <a:gd name="T6" fmla="*/ 0 w 19"/>
                  <a:gd name="T7" fmla="*/ 0 h 13"/>
                  <a:gd name="T8" fmla="*/ 21 w 19"/>
                  <a:gd name="T9" fmla="*/ 22 h 13"/>
                  <a:gd name="T10" fmla="*/ 63 w 19"/>
                  <a:gd name="T11" fmla="*/ 40 h 13"/>
                  <a:gd name="T12" fmla="*/ 53 w 19"/>
                  <a:gd name="T13" fmla="*/ 1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3">
                    <a:moveTo>
                      <a:pt x="15" y="5"/>
                    </a:moveTo>
                    <a:cubicBezTo>
                      <a:pt x="16" y="7"/>
                      <a:pt x="17" y="9"/>
                      <a:pt x="17" y="9"/>
                    </a:cubicBezTo>
                    <a:cubicBezTo>
                      <a:pt x="15" y="11"/>
                      <a:pt x="10" y="9"/>
                      <a:pt x="5" y="4"/>
                    </a:cubicBezTo>
                    <a:cubicBezTo>
                      <a:pt x="3" y="3"/>
                      <a:pt x="2" y="2"/>
                      <a:pt x="0" y="0"/>
                    </a:cubicBezTo>
                    <a:cubicBezTo>
                      <a:pt x="2" y="2"/>
                      <a:pt x="4" y="4"/>
                      <a:pt x="6" y="6"/>
                    </a:cubicBezTo>
                    <a:cubicBezTo>
                      <a:pt x="11" y="10"/>
                      <a:pt x="17" y="13"/>
                      <a:pt x="18" y="11"/>
                    </a:cubicBezTo>
                    <a:cubicBezTo>
                      <a:pt x="19" y="10"/>
                      <a:pt x="17" y="8"/>
                      <a:pt x="15" y="5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5" name="Freeform 1499">
                <a:extLst>
                  <a:ext uri="{FF2B5EF4-FFF2-40B4-BE49-F238E27FC236}">
                    <a16:creationId xmlns:a16="http://schemas.microsoft.com/office/drawing/2014/main" id="{39951F3C-8E5C-43C6-B4D3-7F95B8658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596"/>
                <a:ext cx="24" cy="18"/>
              </a:xfrm>
              <a:custGeom>
                <a:avLst/>
                <a:gdLst>
                  <a:gd name="T0" fmla="*/ 5 w 16"/>
                  <a:gd name="T1" fmla="*/ 8 h 11"/>
                  <a:gd name="T2" fmla="*/ 39 w 16"/>
                  <a:gd name="T3" fmla="*/ 29 h 11"/>
                  <a:gd name="T4" fmla="*/ 54 w 16"/>
                  <a:gd name="T5" fmla="*/ 47 h 11"/>
                  <a:gd name="T6" fmla="*/ 35 w 16"/>
                  <a:gd name="T7" fmla="*/ 21 h 11"/>
                  <a:gd name="T8" fmla="*/ 0 w 16"/>
                  <a:gd name="T9" fmla="*/ 5 h 11"/>
                  <a:gd name="T10" fmla="*/ 8 w 16"/>
                  <a:gd name="T11" fmla="*/ 21 h 11"/>
                  <a:gd name="T12" fmla="*/ 5 w 16"/>
                  <a:gd name="T13" fmla="*/ 8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" y="2"/>
                    </a:moveTo>
                    <a:cubicBezTo>
                      <a:pt x="2" y="1"/>
                      <a:pt x="7" y="3"/>
                      <a:pt x="11" y="7"/>
                    </a:cubicBezTo>
                    <a:cubicBezTo>
                      <a:pt x="13" y="8"/>
                      <a:pt x="15" y="10"/>
                      <a:pt x="16" y="11"/>
                    </a:cubicBezTo>
                    <a:cubicBezTo>
                      <a:pt x="15" y="10"/>
                      <a:pt x="13" y="7"/>
                      <a:pt x="10" y="5"/>
                    </a:cubicBezTo>
                    <a:cubicBezTo>
                      <a:pt x="6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2" y="5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6" name="Freeform 1500">
                <a:extLst>
                  <a:ext uri="{FF2B5EF4-FFF2-40B4-BE49-F238E27FC236}">
                    <a16:creationId xmlns:a16="http://schemas.microsoft.com/office/drawing/2014/main" id="{37A41C56-4CFB-4910-881B-D8502B199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385"/>
                <a:ext cx="153" cy="162"/>
              </a:xfrm>
              <a:custGeom>
                <a:avLst/>
                <a:gdLst>
                  <a:gd name="T0" fmla="*/ 75 w 102"/>
                  <a:gd name="T1" fmla="*/ 29 h 101"/>
                  <a:gd name="T2" fmla="*/ 255 w 102"/>
                  <a:gd name="T3" fmla="*/ 247 h 101"/>
                  <a:gd name="T4" fmla="*/ 323 w 102"/>
                  <a:gd name="T5" fmla="*/ 329 h 101"/>
                  <a:gd name="T6" fmla="*/ 336 w 102"/>
                  <a:gd name="T7" fmla="*/ 375 h 101"/>
                  <a:gd name="T8" fmla="*/ 311 w 102"/>
                  <a:gd name="T9" fmla="*/ 409 h 101"/>
                  <a:gd name="T10" fmla="*/ 282 w 102"/>
                  <a:gd name="T11" fmla="*/ 401 h 101"/>
                  <a:gd name="T12" fmla="*/ 116 w 102"/>
                  <a:gd name="T13" fmla="*/ 192 h 101"/>
                  <a:gd name="T14" fmla="*/ 18 w 102"/>
                  <a:gd name="T15" fmla="*/ 77 h 101"/>
                  <a:gd name="T16" fmla="*/ 12 w 102"/>
                  <a:gd name="T17" fmla="*/ 34 h 101"/>
                  <a:gd name="T18" fmla="*/ 35 w 102"/>
                  <a:gd name="T19" fmla="*/ 8 h 101"/>
                  <a:gd name="T20" fmla="*/ 45 w 102"/>
                  <a:gd name="T21" fmla="*/ 5 h 101"/>
                  <a:gd name="T22" fmla="*/ 72 w 102"/>
                  <a:gd name="T23" fmla="*/ 29 h 101"/>
                  <a:gd name="T24" fmla="*/ 75 w 102"/>
                  <a:gd name="T25" fmla="*/ 29 h 10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2" h="101">
                    <a:moveTo>
                      <a:pt x="22" y="7"/>
                    </a:moveTo>
                    <a:cubicBezTo>
                      <a:pt x="22" y="7"/>
                      <a:pt x="62" y="46"/>
                      <a:pt x="75" y="6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8" y="84"/>
                      <a:pt x="102" y="88"/>
                      <a:pt x="99" y="91"/>
                    </a:cubicBezTo>
                    <a:cubicBezTo>
                      <a:pt x="99" y="91"/>
                      <a:pt x="92" y="99"/>
                      <a:pt x="92" y="99"/>
                    </a:cubicBezTo>
                    <a:cubicBezTo>
                      <a:pt x="90" y="101"/>
                      <a:pt x="87" y="100"/>
                      <a:pt x="83" y="97"/>
                    </a:cubicBezTo>
                    <a:cubicBezTo>
                      <a:pt x="83" y="96"/>
                      <a:pt x="45" y="58"/>
                      <a:pt x="34" y="47"/>
                    </a:cubicBezTo>
                    <a:cubicBezTo>
                      <a:pt x="23" y="36"/>
                      <a:pt x="6" y="20"/>
                      <a:pt x="5" y="19"/>
                    </a:cubicBezTo>
                    <a:cubicBezTo>
                      <a:pt x="1" y="15"/>
                      <a:pt x="0" y="11"/>
                      <a:pt x="3" y="8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1"/>
                      <a:pt x="12" y="0"/>
                      <a:pt x="13" y="1"/>
                    </a:cubicBezTo>
                    <a:cubicBezTo>
                      <a:pt x="16" y="1"/>
                      <a:pt x="18" y="3"/>
                      <a:pt x="21" y="7"/>
                    </a:cubicBezTo>
                    <a:cubicBezTo>
                      <a:pt x="22" y="7"/>
                      <a:pt x="22" y="7"/>
                      <a:pt x="22" y="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7" name="Freeform 1501">
                <a:extLst>
                  <a:ext uri="{FF2B5EF4-FFF2-40B4-BE49-F238E27FC236}">
                    <a16:creationId xmlns:a16="http://schemas.microsoft.com/office/drawing/2014/main" id="{9F4547FF-E378-40CA-9A5A-3228AFB52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532"/>
                <a:ext cx="163" cy="154"/>
              </a:xfrm>
              <a:custGeom>
                <a:avLst/>
                <a:gdLst>
                  <a:gd name="T0" fmla="*/ 338 w 109"/>
                  <a:gd name="T1" fmla="*/ 298 h 96"/>
                  <a:gd name="T2" fmla="*/ 357 w 109"/>
                  <a:gd name="T3" fmla="*/ 348 h 96"/>
                  <a:gd name="T4" fmla="*/ 338 w 109"/>
                  <a:gd name="T5" fmla="*/ 380 h 96"/>
                  <a:gd name="T6" fmla="*/ 295 w 109"/>
                  <a:gd name="T7" fmla="*/ 367 h 96"/>
                  <a:gd name="T8" fmla="*/ 215 w 109"/>
                  <a:gd name="T9" fmla="*/ 286 h 96"/>
                  <a:gd name="T10" fmla="*/ 22 w 109"/>
                  <a:gd name="T11" fmla="*/ 95 h 96"/>
                  <a:gd name="T12" fmla="*/ 6 w 109"/>
                  <a:gd name="T13" fmla="*/ 48 h 96"/>
                  <a:gd name="T14" fmla="*/ 27 w 109"/>
                  <a:gd name="T15" fmla="*/ 16 h 96"/>
                  <a:gd name="T16" fmla="*/ 54 w 109"/>
                  <a:gd name="T17" fmla="*/ 16 h 96"/>
                  <a:gd name="T18" fmla="*/ 197 w 109"/>
                  <a:gd name="T19" fmla="*/ 162 h 96"/>
                  <a:gd name="T20" fmla="*/ 338 w 109"/>
                  <a:gd name="T21" fmla="*/ 298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9" h="96">
                    <a:moveTo>
                      <a:pt x="101" y="72"/>
                    </a:moveTo>
                    <a:cubicBezTo>
                      <a:pt x="109" y="79"/>
                      <a:pt x="109" y="82"/>
                      <a:pt x="107" y="84"/>
                    </a:cubicBezTo>
                    <a:cubicBezTo>
                      <a:pt x="101" y="92"/>
                      <a:pt x="101" y="92"/>
                      <a:pt x="101" y="92"/>
                    </a:cubicBezTo>
                    <a:cubicBezTo>
                      <a:pt x="99" y="94"/>
                      <a:pt x="97" y="96"/>
                      <a:pt x="88" y="89"/>
                    </a:cubicBezTo>
                    <a:cubicBezTo>
                      <a:pt x="88" y="89"/>
                      <a:pt x="83" y="85"/>
                      <a:pt x="64" y="69"/>
                    </a:cubicBezTo>
                    <a:cubicBezTo>
                      <a:pt x="45" y="54"/>
                      <a:pt x="7" y="23"/>
                      <a:pt x="7" y="23"/>
                    </a:cubicBezTo>
                    <a:cubicBezTo>
                      <a:pt x="0" y="17"/>
                      <a:pt x="0" y="15"/>
                      <a:pt x="2" y="1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1" y="0"/>
                      <a:pt x="14" y="2"/>
                      <a:pt x="16" y="4"/>
                    </a:cubicBezTo>
                    <a:cubicBezTo>
                      <a:pt x="16" y="4"/>
                      <a:pt x="41" y="25"/>
                      <a:pt x="59" y="39"/>
                    </a:cubicBezTo>
                    <a:cubicBezTo>
                      <a:pt x="76" y="53"/>
                      <a:pt x="100" y="72"/>
                      <a:pt x="101" y="7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8" name="Freeform 1502">
                <a:extLst>
                  <a:ext uri="{FF2B5EF4-FFF2-40B4-BE49-F238E27FC236}">
                    <a16:creationId xmlns:a16="http://schemas.microsoft.com/office/drawing/2014/main" id="{1E94B470-D6D9-4DD1-82EB-3A4474A3F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3230"/>
                <a:ext cx="116" cy="165"/>
              </a:xfrm>
              <a:custGeom>
                <a:avLst/>
                <a:gdLst>
                  <a:gd name="T0" fmla="*/ 135 w 78"/>
                  <a:gd name="T1" fmla="*/ 152 h 103"/>
                  <a:gd name="T2" fmla="*/ 54 w 78"/>
                  <a:gd name="T3" fmla="*/ 0 h 103"/>
                  <a:gd name="T4" fmla="*/ 0 w 78"/>
                  <a:gd name="T5" fmla="*/ 54 h 103"/>
                  <a:gd name="T6" fmla="*/ 62 w 78"/>
                  <a:gd name="T7" fmla="*/ 170 h 103"/>
                  <a:gd name="T8" fmla="*/ 171 w 78"/>
                  <a:gd name="T9" fmla="*/ 370 h 103"/>
                  <a:gd name="T10" fmla="*/ 217 w 78"/>
                  <a:gd name="T11" fmla="*/ 410 h 103"/>
                  <a:gd name="T12" fmla="*/ 244 w 78"/>
                  <a:gd name="T13" fmla="*/ 389 h 103"/>
                  <a:gd name="T14" fmla="*/ 248 w 78"/>
                  <a:gd name="T15" fmla="*/ 354 h 103"/>
                  <a:gd name="T16" fmla="*/ 135 w 78"/>
                  <a:gd name="T17" fmla="*/ 152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03">
                    <a:moveTo>
                      <a:pt x="41" y="37"/>
                    </a:moveTo>
                    <a:cubicBezTo>
                      <a:pt x="36" y="29"/>
                      <a:pt x="24" y="11"/>
                      <a:pt x="16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61" y="103"/>
                      <a:pt x="63" y="102"/>
                      <a:pt x="66" y="100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6" y="93"/>
                      <a:pt x="78" y="91"/>
                      <a:pt x="75" y="86"/>
                    </a:cubicBezTo>
                    <a:cubicBezTo>
                      <a:pt x="75" y="85"/>
                      <a:pt x="48" y="47"/>
                      <a:pt x="41" y="3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9" name="Freeform 1503">
                <a:extLst>
                  <a:ext uri="{FF2B5EF4-FFF2-40B4-BE49-F238E27FC236}">
                    <a16:creationId xmlns:a16="http://schemas.microsoft.com/office/drawing/2014/main" id="{51EDCBAC-4FC4-4B19-B0C0-ADF86C91B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3293"/>
                <a:ext cx="26" cy="36"/>
              </a:xfrm>
              <a:custGeom>
                <a:avLst/>
                <a:gdLst>
                  <a:gd name="T0" fmla="*/ 8 w 17"/>
                  <a:gd name="T1" fmla="*/ 5 h 23"/>
                  <a:gd name="T2" fmla="*/ 40 w 17"/>
                  <a:gd name="T3" fmla="*/ 39 h 23"/>
                  <a:gd name="T4" fmla="*/ 57 w 17"/>
                  <a:gd name="T5" fmla="*/ 83 h 23"/>
                  <a:gd name="T6" fmla="*/ 21 w 17"/>
                  <a:gd name="T7" fmla="*/ 49 h 23"/>
                  <a:gd name="T8" fmla="*/ 8 w 17"/>
                  <a:gd name="T9" fmla="*/ 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2" y="1"/>
                    </a:moveTo>
                    <a:cubicBezTo>
                      <a:pt x="3" y="0"/>
                      <a:pt x="8" y="4"/>
                      <a:pt x="11" y="10"/>
                    </a:cubicBezTo>
                    <a:cubicBezTo>
                      <a:pt x="15" y="15"/>
                      <a:pt x="17" y="21"/>
                      <a:pt x="16" y="22"/>
                    </a:cubicBezTo>
                    <a:cubicBezTo>
                      <a:pt x="14" y="23"/>
                      <a:pt x="10" y="19"/>
                      <a:pt x="6" y="13"/>
                    </a:cubicBezTo>
                    <a:cubicBezTo>
                      <a:pt x="2" y="8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0" name="Freeform 1504">
                <a:extLst>
                  <a:ext uri="{FF2B5EF4-FFF2-40B4-BE49-F238E27FC236}">
                    <a16:creationId xmlns:a16="http://schemas.microsoft.com/office/drawing/2014/main" id="{442177E6-B2F2-44B9-B1F2-0D26E5344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3288"/>
                <a:ext cx="26" cy="36"/>
              </a:xfrm>
              <a:custGeom>
                <a:avLst/>
                <a:gdLst>
                  <a:gd name="T0" fmla="*/ 8 w 17"/>
                  <a:gd name="T1" fmla="*/ 5 h 23"/>
                  <a:gd name="T2" fmla="*/ 40 w 17"/>
                  <a:gd name="T3" fmla="*/ 34 h 23"/>
                  <a:gd name="T4" fmla="*/ 57 w 17"/>
                  <a:gd name="T5" fmla="*/ 81 h 23"/>
                  <a:gd name="T6" fmla="*/ 21 w 17"/>
                  <a:gd name="T7" fmla="*/ 49 h 23"/>
                  <a:gd name="T8" fmla="*/ 8 w 17"/>
                  <a:gd name="T9" fmla="*/ 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2" y="1"/>
                    </a:moveTo>
                    <a:cubicBezTo>
                      <a:pt x="3" y="0"/>
                      <a:pt x="8" y="3"/>
                      <a:pt x="11" y="9"/>
                    </a:cubicBezTo>
                    <a:cubicBezTo>
                      <a:pt x="15" y="15"/>
                      <a:pt x="17" y="20"/>
                      <a:pt x="16" y="21"/>
                    </a:cubicBezTo>
                    <a:cubicBezTo>
                      <a:pt x="14" y="23"/>
                      <a:pt x="10" y="19"/>
                      <a:pt x="6" y="13"/>
                    </a:cubicBezTo>
                    <a:cubicBezTo>
                      <a:pt x="2" y="7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1" name="Freeform 1505">
                <a:extLst>
                  <a:ext uri="{FF2B5EF4-FFF2-40B4-BE49-F238E27FC236}">
                    <a16:creationId xmlns:a16="http://schemas.microsoft.com/office/drawing/2014/main" id="{9FA1834A-3161-457B-9A0B-5EB019905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285"/>
                <a:ext cx="84" cy="102"/>
              </a:xfrm>
              <a:custGeom>
                <a:avLst/>
                <a:gdLst>
                  <a:gd name="T0" fmla="*/ 0 w 56"/>
                  <a:gd name="T1" fmla="*/ 0 h 64"/>
                  <a:gd name="T2" fmla="*/ 108 w 56"/>
                  <a:gd name="T3" fmla="*/ 196 h 64"/>
                  <a:gd name="T4" fmla="*/ 161 w 56"/>
                  <a:gd name="T5" fmla="*/ 260 h 64"/>
                  <a:gd name="T6" fmla="*/ 189 w 56"/>
                  <a:gd name="T7" fmla="*/ 231 h 64"/>
                  <a:gd name="T8" fmla="*/ 153 w 56"/>
                  <a:gd name="T9" fmla="*/ 239 h 64"/>
                  <a:gd name="T10" fmla="*/ 129 w 56"/>
                  <a:gd name="T11" fmla="*/ 204 h 64"/>
                  <a:gd name="T12" fmla="*/ 102 w 56"/>
                  <a:gd name="T13" fmla="*/ 158 h 64"/>
                  <a:gd name="T14" fmla="*/ 53 w 56"/>
                  <a:gd name="T15" fmla="*/ 73 h 64"/>
                  <a:gd name="T16" fmla="*/ 26 w 56"/>
                  <a:gd name="T17" fmla="*/ 33 h 64"/>
                  <a:gd name="T18" fmla="*/ 5 w 56"/>
                  <a:gd name="T19" fmla="*/ 5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64">
                    <a:moveTo>
                      <a:pt x="0" y="0"/>
                    </a:moveTo>
                    <a:cubicBezTo>
                      <a:pt x="12" y="16"/>
                      <a:pt x="21" y="32"/>
                      <a:pt x="32" y="48"/>
                    </a:cubicBezTo>
                    <a:cubicBezTo>
                      <a:pt x="35" y="52"/>
                      <a:pt x="42" y="63"/>
                      <a:pt x="47" y="64"/>
                    </a:cubicBezTo>
                    <a:cubicBezTo>
                      <a:pt x="50" y="64"/>
                      <a:pt x="54" y="60"/>
                      <a:pt x="56" y="57"/>
                    </a:cubicBezTo>
                    <a:cubicBezTo>
                      <a:pt x="53" y="59"/>
                      <a:pt x="49" y="62"/>
                      <a:pt x="45" y="59"/>
                    </a:cubicBezTo>
                    <a:cubicBezTo>
                      <a:pt x="42" y="57"/>
                      <a:pt x="40" y="53"/>
                      <a:pt x="38" y="50"/>
                    </a:cubicBezTo>
                    <a:cubicBezTo>
                      <a:pt x="35" y="47"/>
                      <a:pt x="32" y="43"/>
                      <a:pt x="30" y="39"/>
                    </a:cubicBezTo>
                    <a:cubicBezTo>
                      <a:pt x="25" y="32"/>
                      <a:pt x="20" y="25"/>
                      <a:pt x="15" y="18"/>
                    </a:cubicBezTo>
                    <a:cubicBezTo>
                      <a:pt x="12" y="15"/>
                      <a:pt x="10" y="11"/>
                      <a:pt x="7" y="8"/>
                    </a:cubicBezTo>
                    <a:cubicBezTo>
                      <a:pt x="5" y="5"/>
                      <a:pt x="3" y="3"/>
                      <a:pt x="1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2" name="Freeform 1506">
                <a:extLst>
                  <a:ext uri="{FF2B5EF4-FFF2-40B4-BE49-F238E27FC236}">
                    <a16:creationId xmlns:a16="http://schemas.microsoft.com/office/drawing/2014/main" id="{F6A9FA57-D4AC-4CB8-AEF9-15FD953A9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297"/>
                <a:ext cx="21" cy="26"/>
              </a:xfrm>
              <a:custGeom>
                <a:avLst/>
                <a:gdLst>
                  <a:gd name="T0" fmla="*/ 41 w 14"/>
                  <a:gd name="T1" fmla="*/ 34 h 16"/>
                  <a:gd name="T2" fmla="*/ 41 w 14"/>
                  <a:gd name="T3" fmla="*/ 55 h 16"/>
                  <a:gd name="T4" fmla="*/ 8 w 14"/>
                  <a:gd name="T5" fmla="*/ 21 h 16"/>
                  <a:gd name="T6" fmla="*/ 0 w 14"/>
                  <a:gd name="T7" fmla="*/ 0 h 16"/>
                  <a:gd name="T8" fmla="*/ 12 w 14"/>
                  <a:gd name="T9" fmla="*/ 29 h 16"/>
                  <a:gd name="T10" fmla="*/ 45 w 14"/>
                  <a:gd name="T11" fmla="*/ 63 h 16"/>
                  <a:gd name="T12" fmla="*/ 41 w 14"/>
                  <a:gd name="T13" fmla="*/ 3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12" y="8"/>
                    </a:moveTo>
                    <a:cubicBezTo>
                      <a:pt x="13" y="11"/>
                      <a:pt x="13" y="12"/>
                      <a:pt x="12" y="13"/>
                    </a:cubicBezTo>
                    <a:cubicBezTo>
                      <a:pt x="11" y="14"/>
                      <a:pt x="6" y="10"/>
                      <a:pt x="2" y="5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2"/>
                      <a:pt x="2" y="4"/>
                      <a:pt x="3" y="7"/>
                    </a:cubicBezTo>
                    <a:cubicBezTo>
                      <a:pt x="7" y="13"/>
                      <a:pt x="12" y="16"/>
                      <a:pt x="13" y="15"/>
                    </a:cubicBezTo>
                    <a:cubicBezTo>
                      <a:pt x="14" y="14"/>
                      <a:pt x="14" y="12"/>
                      <a:pt x="12" y="8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3" name="Freeform 1507">
                <a:extLst>
                  <a:ext uri="{FF2B5EF4-FFF2-40B4-BE49-F238E27FC236}">
                    <a16:creationId xmlns:a16="http://schemas.microsoft.com/office/drawing/2014/main" id="{3C5BA38F-B24E-4622-9449-29C8F5173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291"/>
                <a:ext cx="18" cy="24"/>
              </a:xfrm>
              <a:custGeom>
                <a:avLst/>
                <a:gdLst>
                  <a:gd name="T0" fmla="*/ 5 w 12"/>
                  <a:gd name="T1" fmla="*/ 8 h 15"/>
                  <a:gd name="T2" fmla="*/ 32 w 12"/>
                  <a:gd name="T3" fmla="*/ 35 h 15"/>
                  <a:gd name="T4" fmla="*/ 41 w 12"/>
                  <a:gd name="T5" fmla="*/ 61 h 15"/>
                  <a:gd name="T6" fmla="*/ 32 w 12"/>
                  <a:gd name="T7" fmla="*/ 29 h 15"/>
                  <a:gd name="T8" fmla="*/ 5 w 12"/>
                  <a:gd name="T9" fmla="*/ 0 h 15"/>
                  <a:gd name="T10" fmla="*/ 5 w 12"/>
                  <a:gd name="T11" fmla="*/ 21 h 15"/>
                  <a:gd name="T12" fmla="*/ 5 w 12"/>
                  <a:gd name="T13" fmla="*/ 8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5">
                    <a:moveTo>
                      <a:pt x="1" y="2"/>
                    </a:moveTo>
                    <a:cubicBezTo>
                      <a:pt x="3" y="1"/>
                      <a:pt x="6" y="4"/>
                      <a:pt x="9" y="9"/>
                    </a:cubicBezTo>
                    <a:cubicBezTo>
                      <a:pt x="11" y="11"/>
                      <a:pt x="12" y="13"/>
                      <a:pt x="12" y="15"/>
                    </a:cubicBezTo>
                    <a:cubicBezTo>
                      <a:pt x="12" y="13"/>
                      <a:pt x="11" y="10"/>
                      <a:pt x="9" y="7"/>
                    </a:cubicBezTo>
                    <a:cubicBezTo>
                      <a:pt x="5" y="3"/>
                      <a:pt x="2" y="0"/>
                      <a:pt x="1" y="0"/>
                    </a:cubicBezTo>
                    <a:cubicBezTo>
                      <a:pt x="0" y="1"/>
                      <a:pt x="0" y="3"/>
                      <a:pt x="1" y="5"/>
                    </a:cubicBezTo>
                    <a:cubicBezTo>
                      <a:pt x="1" y="4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4" name="Freeform 1508">
                <a:extLst>
                  <a:ext uri="{FF2B5EF4-FFF2-40B4-BE49-F238E27FC236}">
                    <a16:creationId xmlns:a16="http://schemas.microsoft.com/office/drawing/2014/main" id="{8F3F7A6E-19C2-48AB-9ABD-200781327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3230"/>
                <a:ext cx="116" cy="165"/>
              </a:xfrm>
              <a:custGeom>
                <a:avLst/>
                <a:gdLst>
                  <a:gd name="T0" fmla="*/ 135 w 78"/>
                  <a:gd name="T1" fmla="*/ 152 h 103"/>
                  <a:gd name="T2" fmla="*/ 54 w 78"/>
                  <a:gd name="T3" fmla="*/ 0 h 103"/>
                  <a:gd name="T4" fmla="*/ 0 w 78"/>
                  <a:gd name="T5" fmla="*/ 54 h 103"/>
                  <a:gd name="T6" fmla="*/ 62 w 78"/>
                  <a:gd name="T7" fmla="*/ 170 h 103"/>
                  <a:gd name="T8" fmla="*/ 171 w 78"/>
                  <a:gd name="T9" fmla="*/ 370 h 103"/>
                  <a:gd name="T10" fmla="*/ 217 w 78"/>
                  <a:gd name="T11" fmla="*/ 410 h 103"/>
                  <a:gd name="T12" fmla="*/ 244 w 78"/>
                  <a:gd name="T13" fmla="*/ 389 h 103"/>
                  <a:gd name="T14" fmla="*/ 248 w 78"/>
                  <a:gd name="T15" fmla="*/ 354 h 103"/>
                  <a:gd name="T16" fmla="*/ 135 w 78"/>
                  <a:gd name="T17" fmla="*/ 152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03">
                    <a:moveTo>
                      <a:pt x="41" y="37"/>
                    </a:moveTo>
                    <a:cubicBezTo>
                      <a:pt x="36" y="29"/>
                      <a:pt x="24" y="11"/>
                      <a:pt x="16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61" y="103"/>
                      <a:pt x="63" y="102"/>
                      <a:pt x="66" y="100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6" y="93"/>
                      <a:pt x="78" y="91"/>
                      <a:pt x="75" y="86"/>
                    </a:cubicBezTo>
                    <a:cubicBezTo>
                      <a:pt x="75" y="85"/>
                      <a:pt x="48" y="47"/>
                      <a:pt x="41" y="3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5" name="Freeform 1509">
                <a:extLst>
                  <a:ext uri="{FF2B5EF4-FFF2-40B4-BE49-F238E27FC236}">
                    <a16:creationId xmlns:a16="http://schemas.microsoft.com/office/drawing/2014/main" id="{61CF1C6A-0990-41CD-8146-A26366A64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3780"/>
                <a:ext cx="192" cy="61"/>
              </a:xfrm>
              <a:custGeom>
                <a:avLst/>
                <a:gdLst>
                  <a:gd name="T0" fmla="*/ 39 w 128"/>
                  <a:gd name="T1" fmla="*/ 69 h 38"/>
                  <a:gd name="T2" fmla="*/ 291 w 128"/>
                  <a:gd name="T3" fmla="*/ 21 h 38"/>
                  <a:gd name="T4" fmla="*/ 386 w 128"/>
                  <a:gd name="T5" fmla="*/ 0 h 38"/>
                  <a:gd name="T6" fmla="*/ 423 w 128"/>
                  <a:gd name="T7" fmla="*/ 13 h 38"/>
                  <a:gd name="T8" fmla="*/ 431 w 128"/>
                  <a:gd name="T9" fmla="*/ 56 h 38"/>
                  <a:gd name="T10" fmla="*/ 405 w 128"/>
                  <a:gd name="T11" fmla="*/ 82 h 38"/>
                  <a:gd name="T12" fmla="*/ 174 w 128"/>
                  <a:gd name="T13" fmla="*/ 124 h 38"/>
                  <a:gd name="T14" fmla="*/ 39 w 128"/>
                  <a:gd name="T15" fmla="*/ 153 h 38"/>
                  <a:gd name="T16" fmla="*/ 5 w 128"/>
                  <a:gd name="T17" fmla="*/ 132 h 38"/>
                  <a:gd name="T18" fmla="*/ 0 w 128"/>
                  <a:gd name="T19" fmla="*/ 95 h 38"/>
                  <a:gd name="T20" fmla="*/ 5 w 128"/>
                  <a:gd name="T21" fmla="*/ 82 h 38"/>
                  <a:gd name="T22" fmla="*/ 39 w 128"/>
                  <a:gd name="T23" fmla="*/ 69 h 38"/>
                  <a:gd name="T24" fmla="*/ 39 w 128"/>
                  <a:gd name="T25" fmla="*/ 69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8" h="38">
                    <a:moveTo>
                      <a:pt x="11" y="17"/>
                    </a:moveTo>
                    <a:cubicBezTo>
                      <a:pt x="12" y="16"/>
                      <a:pt x="67" y="8"/>
                      <a:pt x="86" y="5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9" y="0"/>
                      <a:pt x="124" y="0"/>
                      <a:pt x="125" y="3"/>
                    </a:cubicBezTo>
                    <a:cubicBezTo>
                      <a:pt x="125" y="3"/>
                      <a:pt x="127" y="14"/>
                      <a:pt x="127" y="14"/>
                    </a:cubicBezTo>
                    <a:cubicBezTo>
                      <a:pt x="128" y="17"/>
                      <a:pt x="125" y="19"/>
                      <a:pt x="120" y="20"/>
                    </a:cubicBezTo>
                    <a:cubicBezTo>
                      <a:pt x="120" y="20"/>
                      <a:pt x="66" y="28"/>
                      <a:pt x="51" y="30"/>
                    </a:cubicBezTo>
                    <a:cubicBezTo>
                      <a:pt x="36" y="32"/>
                      <a:pt x="13" y="37"/>
                      <a:pt x="11" y="37"/>
                    </a:cubicBezTo>
                    <a:cubicBezTo>
                      <a:pt x="6" y="38"/>
                      <a:pt x="2" y="36"/>
                      <a:pt x="1" y="3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2"/>
                      <a:pt x="0" y="21"/>
                      <a:pt x="1" y="20"/>
                    </a:cubicBezTo>
                    <a:cubicBezTo>
                      <a:pt x="3" y="18"/>
                      <a:pt x="6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6" name="Freeform 1510">
                <a:extLst>
                  <a:ext uri="{FF2B5EF4-FFF2-40B4-BE49-F238E27FC236}">
                    <a16:creationId xmlns:a16="http://schemas.microsoft.com/office/drawing/2014/main" id="{5CA42244-0177-41AF-8B61-B333F7138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3756"/>
                <a:ext cx="192" cy="54"/>
              </a:xfrm>
              <a:custGeom>
                <a:avLst/>
                <a:gdLst>
                  <a:gd name="T0" fmla="*/ 383 w 128"/>
                  <a:gd name="T1" fmla="*/ 5 h 34"/>
                  <a:gd name="T2" fmla="*/ 431 w 128"/>
                  <a:gd name="T3" fmla="*/ 21 h 34"/>
                  <a:gd name="T4" fmla="*/ 432 w 128"/>
                  <a:gd name="T5" fmla="*/ 60 h 34"/>
                  <a:gd name="T6" fmla="*/ 396 w 128"/>
                  <a:gd name="T7" fmla="*/ 89 h 34"/>
                  <a:gd name="T8" fmla="*/ 291 w 128"/>
                  <a:gd name="T9" fmla="*/ 102 h 34"/>
                  <a:gd name="T10" fmla="*/ 45 w 128"/>
                  <a:gd name="T11" fmla="*/ 132 h 34"/>
                  <a:gd name="T12" fmla="*/ 5 w 128"/>
                  <a:gd name="T13" fmla="*/ 116 h 34"/>
                  <a:gd name="T14" fmla="*/ 0 w 128"/>
                  <a:gd name="T15" fmla="*/ 76 h 34"/>
                  <a:gd name="T16" fmla="*/ 18 w 128"/>
                  <a:gd name="T17" fmla="*/ 48 h 34"/>
                  <a:gd name="T18" fmla="*/ 207 w 128"/>
                  <a:gd name="T19" fmla="*/ 33 h 34"/>
                  <a:gd name="T20" fmla="*/ 383 w 128"/>
                  <a:gd name="T21" fmla="*/ 5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4">
                    <a:moveTo>
                      <a:pt x="113" y="1"/>
                    </a:moveTo>
                    <a:cubicBezTo>
                      <a:pt x="125" y="0"/>
                      <a:pt x="127" y="3"/>
                      <a:pt x="127" y="5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8" y="18"/>
                      <a:pt x="128" y="21"/>
                      <a:pt x="117" y="22"/>
                    </a:cubicBezTo>
                    <a:cubicBezTo>
                      <a:pt x="117" y="22"/>
                      <a:pt x="110" y="22"/>
                      <a:pt x="86" y="25"/>
                    </a:cubicBezTo>
                    <a:cubicBezTo>
                      <a:pt x="61" y="28"/>
                      <a:pt x="13" y="33"/>
                      <a:pt x="13" y="33"/>
                    </a:cubicBezTo>
                    <a:cubicBezTo>
                      <a:pt x="4" y="34"/>
                      <a:pt x="1" y="32"/>
                      <a:pt x="1" y="2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4"/>
                      <a:pt x="2" y="13"/>
                      <a:pt x="5" y="12"/>
                    </a:cubicBezTo>
                    <a:cubicBezTo>
                      <a:pt x="5" y="12"/>
                      <a:pt x="38" y="10"/>
                      <a:pt x="61" y="8"/>
                    </a:cubicBezTo>
                    <a:cubicBezTo>
                      <a:pt x="83" y="5"/>
                      <a:pt x="113" y="1"/>
                      <a:pt x="113" y="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7" name="Freeform 1511">
                <a:extLst>
                  <a:ext uri="{FF2B5EF4-FFF2-40B4-BE49-F238E27FC236}">
                    <a16:creationId xmlns:a16="http://schemas.microsoft.com/office/drawing/2014/main" id="{EC5EBA46-8BE2-4D40-8B72-7B8C7FF0E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3756"/>
                <a:ext cx="192" cy="46"/>
              </a:xfrm>
              <a:custGeom>
                <a:avLst/>
                <a:gdLst>
                  <a:gd name="T0" fmla="*/ 413 w 128"/>
                  <a:gd name="T1" fmla="*/ 27 h 29"/>
                  <a:gd name="T2" fmla="*/ 432 w 128"/>
                  <a:gd name="T3" fmla="*/ 56 h 29"/>
                  <a:gd name="T4" fmla="*/ 431 w 128"/>
                  <a:gd name="T5" fmla="*/ 90 h 29"/>
                  <a:gd name="T6" fmla="*/ 377 w 128"/>
                  <a:gd name="T7" fmla="*/ 111 h 29"/>
                  <a:gd name="T8" fmla="*/ 176 w 128"/>
                  <a:gd name="T9" fmla="*/ 95 h 29"/>
                  <a:gd name="T10" fmla="*/ 32 w 128"/>
                  <a:gd name="T11" fmla="*/ 89 h 29"/>
                  <a:gd name="T12" fmla="*/ 0 w 128"/>
                  <a:gd name="T13" fmla="*/ 60 h 29"/>
                  <a:gd name="T14" fmla="*/ 5 w 128"/>
                  <a:gd name="T15" fmla="*/ 21 h 29"/>
                  <a:gd name="T16" fmla="*/ 27 w 128"/>
                  <a:gd name="T17" fmla="*/ 0 h 29"/>
                  <a:gd name="T18" fmla="*/ 210 w 128"/>
                  <a:gd name="T19" fmla="*/ 16 h 29"/>
                  <a:gd name="T20" fmla="*/ 413 w 128"/>
                  <a:gd name="T21" fmla="*/ 27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9">
                    <a:moveTo>
                      <a:pt x="122" y="7"/>
                    </a:moveTo>
                    <a:cubicBezTo>
                      <a:pt x="127" y="8"/>
                      <a:pt x="128" y="11"/>
                      <a:pt x="128" y="14"/>
                    </a:cubicBezTo>
                    <a:cubicBezTo>
                      <a:pt x="127" y="23"/>
                      <a:pt x="127" y="23"/>
                      <a:pt x="127" y="23"/>
                    </a:cubicBezTo>
                    <a:cubicBezTo>
                      <a:pt x="127" y="26"/>
                      <a:pt x="127" y="29"/>
                      <a:pt x="111" y="2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21"/>
                      <a:pt x="0" y="18"/>
                      <a:pt x="0" y="1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1"/>
                      <a:pt x="3" y="0"/>
                      <a:pt x="8" y="0"/>
                    </a:cubicBezTo>
                    <a:cubicBezTo>
                      <a:pt x="8" y="0"/>
                      <a:pt x="49" y="3"/>
                      <a:pt x="62" y="4"/>
                    </a:cubicBezTo>
                    <a:cubicBezTo>
                      <a:pt x="74" y="5"/>
                      <a:pt x="121" y="7"/>
                      <a:pt x="122" y="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8" name="Freeform 1512">
                <a:extLst>
                  <a:ext uri="{FF2B5EF4-FFF2-40B4-BE49-F238E27FC236}">
                    <a16:creationId xmlns:a16="http://schemas.microsoft.com/office/drawing/2014/main" id="{D9EFDB45-4724-4566-96C6-A4B4D576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3769"/>
                <a:ext cx="192" cy="80"/>
              </a:xfrm>
              <a:custGeom>
                <a:avLst/>
                <a:gdLst>
                  <a:gd name="T0" fmla="*/ 21 w 128"/>
                  <a:gd name="T1" fmla="*/ 90 h 50"/>
                  <a:gd name="T2" fmla="*/ 21 w 128"/>
                  <a:gd name="T3" fmla="*/ 90 h 50"/>
                  <a:gd name="T4" fmla="*/ 5 w 128"/>
                  <a:gd name="T5" fmla="*/ 61 h 50"/>
                  <a:gd name="T6" fmla="*/ 12 w 128"/>
                  <a:gd name="T7" fmla="*/ 26 h 50"/>
                  <a:gd name="T8" fmla="*/ 68 w 128"/>
                  <a:gd name="T9" fmla="*/ 16 h 50"/>
                  <a:gd name="T10" fmla="*/ 261 w 128"/>
                  <a:gd name="T11" fmla="*/ 74 h 50"/>
                  <a:gd name="T12" fmla="*/ 396 w 128"/>
                  <a:gd name="T13" fmla="*/ 110 h 50"/>
                  <a:gd name="T14" fmla="*/ 431 w 128"/>
                  <a:gd name="T15" fmla="*/ 144 h 50"/>
                  <a:gd name="T16" fmla="*/ 423 w 128"/>
                  <a:gd name="T17" fmla="*/ 179 h 50"/>
                  <a:gd name="T18" fmla="*/ 396 w 128"/>
                  <a:gd name="T19" fmla="*/ 200 h 50"/>
                  <a:gd name="T20" fmla="*/ 207 w 128"/>
                  <a:gd name="T21" fmla="*/ 150 h 50"/>
                  <a:gd name="T22" fmla="*/ 21 w 128"/>
                  <a:gd name="T23" fmla="*/ 90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50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3" y="21"/>
                      <a:pt x="0" y="20"/>
                      <a:pt x="1" y="1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3"/>
                      <a:pt x="4" y="0"/>
                      <a:pt x="20" y="4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117" y="27"/>
                      <a:pt x="117" y="27"/>
                      <a:pt x="117" y="27"/>
                    </a:cubicBezTo>
                    <a:cubicBezTo>
                      <a:pt x="123" y="28"/>
                      <a:pt x="128" y="32"/>
                      <a:pt x="127" y="35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4" y="48"/>
                      <a:pt x="121" y="50"/>
                      <a:pt x="117" y="49"/>
                    </a:cubicBezTo>
                    <a:cubicBezTo>
                      <a:pt x="117" y="48"/>
                      <a:pt x="73" y="40"/>
                      <a:pt x="61" y="37"/>
                    </a:cubicBezTo>
                    <a:cubicBezTo>
                      <a:pt x="49" y="34"/>
                      <a:pt x="6" y="22"/>
                      <a:pt x="6" y="2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9" name="Freeform 1513">
                <a:extLst>
                  <a:ext uri="{FF2B5EF4-FFF2-40B4-BE49-F238E27FC236}">
                    <a16:creationId xmlns:a16="http://schemas.microsoft.com/office/drawing/2014/main" id="{0994B756-F24B-4633-BB4D-12C7B66C5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3804"/>
                <a:ext cx="39" cy="14"/>
              </a:xfrm>
              <a:custGeom>
                <a:avLst/>
                <a:gdLst>
                  <a:gd name="T0" fmla="*/ 5 w 26"/>
                  <a:gd name="T1" fmla="*/ 22 h 9"/>
                  <a:gd name="T2" fmla="*/ 41 w 26"/>
                  <a:gd name="T3" fmla="*/ 5 h 9"/>
                  <a:gd name="T4" fmla="*/ 86 w 26"/>
                  <a:gd name="T5" fmla="*/ 8 h 9"/>
                  <a:gd name="T6" fmla="*/ 48 w 26"/>
                  <a:gd name="T7" fmla="*/ 30 h 9"/>
                  <a:gd name="T8" fmla="*/ 5 w 26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9">
                    <a:moveTo>
                      <a:pt x="1" y="6"/>
                    </a:moveTo>
                    <a:cubicBezTo>
                      <a:pt x="0" y="4"/>
                      <a:pt x="6" y="2"/>
                      <a:pt x="12" y="1"/>
                    </a:cubicBezTo>
                    <a:cubicBezTo>
                      <a:pt x="19" y="0"/>
                      <a:pt x="25" y="1"/>
                      <a:pt x="25" y="2"/>
                    </a:cubicBezTo>
                    <a:cubicBezTo>
                      <a:pt x="26" y="4"/>
                      <a:pt x="20" y="7"/>
                      <a:pt x="14" y="8"/>
                    </a:cubicBezTo>
                    <a:cubicBezTo>
                      <a:pt x="7" y="9"/>
                      <a:pt x="1" y="8"/>
                      <a:pt x="1" y="6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0" name="Freeform 1514">
                <a:extLst>
                  <a:ext uri="{FF2B5EF4-FFF2-40B4-BE49-F238E27FC236}">
                    <a16:creationId xmlns:a16="http://schemas.microsoft.com/office/drawing/2014/main" id="{4299EED8-E981-47F3-A7D7-1C567FE26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3775"/>
                <a:ext cx="37" cy="13"/>
              </a:xfrm>
              <a:custGeom>
                <a:avLst/>
                <a:gdLst>
                  <a:gd name="T0" fmla="*/ 0 w 25"/>
                  <a:gd name="T1" fmla="*/ 13 h 8"/>
                  <a:gd name="T2" fmla="*/ 41 w 25"/>
                  <a:gd name="T3" fmla="*/ 0 h 8"/>
                  <a:gd name="T4" fmla="*/ 81 w 25"/>
                  <a:gd name="T5" fmla="*/ 21 h 8"/>
                  <a:gd name="T6" fmla="*/ 40 w 25"/>
                  <a:gd name="T7" fmla="*/ 29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6" y="0"/>
                      <a:pt x="13" y="0"/>
                    </a:cubicBezTo>
                    <a:cubicBezTo>
                      <a:pt x="19" y="1"/>
                      <a:pt x="25" y="3"/>
                      <a:pt x="25" y="5"/>
                    </a:cubicBezTo>
                    <a:cubicBezTo>
                      <a:pt x="25" y="7"/>
                      <a:pt x="19" y="8"/>
                      <a:pt x="12" y="7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1" name="Freeform 1515">
                <a:extLst>
                  <a:ext uri="{FF2B5EF4-FFF2-40B4-BE49-F238E27FC236}">
                    <a16:creationId xmlns:a16="http://schemas.microsoft.com/office/drawing/2014/main" id="{182F62E3-3939-4D93-B32E-0F00A5C22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3807"/>
                <a:ext cx="37" cy="16"/>
              </a:xfrm>
              <a:custGeom>
                <a:avLst/>
                <a:gdLst>
                  <a:gd name="T0" fmla="*/ 81 w 25"/>
                  <a:gd name="T1" fmla="*/ 34 h 10"/>
                  <a:gd name="T2" fmla="*/ 40 w 25"/>
                  <a:gd name="T3" fmla="*/ 34 h 10"/>
                  <a:gd name="T4" fmla="*/ 0 w 25"/>
                  <a:gd name="T5" fmla="*/ 8 h 10"/>
                  <a:gd name="T6" fmla="*/ 41 w 25"/>
                  <a:gd name="T7" fmla="*/ 8 h 10"/>
                  <a:gd name="T8" fmla="*/ 81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5" y="8"/>
                    </a:moveTo>
                    <a:cubicBezTo>
                      <a:pt x="24" y="10"/>
                      <a:pt x="18" y="10"/>
                      <a:pt x="12" y="8"/>
                    </a:cubicBezTo>
                    <a:cubicBezTo>
                      <a:pt x="5" y="7"/>
                      <a:pt x="0" y="4"/>
                      <a:pt x="0" y="2"/>
                    </a:cubicBezTo>
                    <a:cubicBezTo>
                      <a:pt x="1" y="0"/>
                      <a:pt x="7" y="0"/>
                      <a:pt x="13" y="2"/>
                    </a:cubicBezTo>
                    <a:cubicBezTo>
                      <a:pt x="20" y="3"/>
                      <a:pt x="25" y="6"/>
                      <a:pt x="25" y="8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2" name="Freeform 1516">
                <a:extLst>
                  <a:ext uri="{FF2B5EF4-FFF2-40B4-BE49-F238E27FC236}">
                    <a16:creationId xmlns:a16="http://schemas.microsoft.com/office/drawing/2014/main" id="{6BB9B2B4-1A4A-4CC8-8682-FAE39455A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3778"/>
                <a:ext cx="37" cy="13"/>
              </a:xfrm>
              <a:custGeom>
                <a:avLst/>
                <a:gdLst>
                  <a:gd name="T0" fmla="*/ 0 w 25"/>
                  <a:gd name="T1" fmla="*/ 21 h 8"/>
                  <a:gd name="T2" fmla="*/ 40 w 25"/>
                  <a:gd name="T3" fmla="*/ 0 h 8"/>
                  <a:gd name="T4" fmla="*/ 81 w 25"/>
                  <a:gd name="T5" fmla="*/ 13 h 8"/>
                  <a:gd name="T6" fmla="*/ 41 w 25"/>
                  <a:gd name="T7" fmla="*/ 29 h 8"/>
                  <a:gd name="T8" fmla="*/ 0 w 2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3"/>
                      <a:pt x="5" y="1"/>
                      <a:pt x="12" y="0"/>
                    </a:cubicBezTo>
                    <a:cubicBezTo>
                      <a:pt x="19" y="0"/>
                      <a:pt x="24" y="1"/>
                      <a:pt x="25" y="3"/>
                    </a:cubicBezTo>
                    <a:cubicBezTo>
                      <a:pt x="25" y="5"/>
                      <a:pt x="19" y="7"/>
                      <a:pt x="13" y="7"/>
                    </a:cubicBezTo>
                    <a:cubicBezTo>
                      <a:pt x="6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3" name="Freeform 1517">
                <a:extLst>
                  <a:ext uri="{FF2B5EF4-FFF2-40B4-BE49-F238E27FC236}">
                    <a16:creationId xmlns:a16="http://schemas.microsoft.com/office/drawing/2014/main" id="{B4E83F10-98C3-4E04-9CCE-D632E7246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3801"/>
                <a:ext cx="37" cy="14"/>
              </a:xfrm>
              <a:custGeom>
                <a:avLst/>
                <a:gdLst>
                  <a:gd name="T0" fmla="*/ 0 w 25"/>
                  <a:gd name="T1" fmla="*/ 22 h 9"/>
                  <a:gd name="T2" fmla="*/ 40 w 25"/>
                  <a:gd name="T3" fmla="*/ 5 h 9"/>
                  <a:gd name="T4" fmla="*/ 78 w 25"/>
                  <a:gd name="T5" fmla="*/ 8 h 9"/>
                  <a:gd name="T6" fmla="*/ 41 w 25"/>
                  <a:gd name="T7" fmla="*/ 30 h 9"/>
                  <a:gd name="T8" fmla="*/ 0 w 25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6"/>
                    </a:moveTo>
                    <a:cubicBezTo>
                      <a:pt x="0" y="4"/>
                      <a:pt x="5" y="2"/>
                      <a:pt x="12" y="1"/>
                    </a:cubicBezTo>
                    <a:cubicBezTo>
                      <a:pt x="18" y="0"/>
                      <a:pt x="24" y="0"/>
                      <a:pt x="24" y="2"/>
                    </a:cubicBezTo>
                    <a:cubicBezTo>
                      <a:pt x="25" y="4"/>
                      <a:pt x="19" y="7"/>
                      <a:pt x="13" y="8"/>
                    </a:cubicBezTo>
                    <a:cubicBezTo>
                      <a:pt x="6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4" name="Freeform 1518">
                <a:extLst>
                  <a:ext uri="{FF2B5EF4-FFF2-40B4-BE49-F238E27FC236}">
                    <a16:creationId xmlns:a16="http://schemas.microsoft.com/office/drawing/2014/main" id="{AD12905C-2D6F-431D-9F6F-D7993CD90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770"/>
                <a:ext cx="39" cy="13"/>
              </a:xfrm>
              <a:custGeom>
                <a:avLst/>
                <a:gdLst>
                  <a:gd name="T0" fmla="*/ 5 w 26"/>
                  <a:gd name="T1" fmla="*/ 13 h 8"/>
                  <a:gd name="T2" fmla="*/ 45 w 26"/>
                  <a:gd name="T3" fmla="*/ 0 h 8"/>
                  <a:gd name="T4" fmla="*/ 86 w 26"/>
                  <a:gd name="T5" fmla="*/ 18 h 8"/>
                  <a:gd name="T6" fmla="*/ 45 w 26"/>
                  <a:gd name="T7" fmla="*/ 29 h 8"/>
                  <a:gd name="T8" fmla="*/ 5 w 26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8">
                    <a:moveTo>
                      <a:pt x="1" y="3"/>
                    </a:moveTo>
                    <a:cubicBezTo>
                      <a:pt x="1" y="1"/>
                      <a:pt x="6" y="0"/>
                      <a:pt x="13" y="0"/>
                    </a:cubicBezTo>
                    <a:cubicBezTo>
                      <a:pt x="20" y="1"/>
                      <a:pt x="26" y="2"/>
                      <a:pt x="25" y="4"/>
                    </a:cubicBezTo>
                    <a:cubicBezTo>
                      <a:pt x="25" y="6"/>
                      <a:pt x="20" y="8"/>
                      <a:pt x="13" y="7"/>
                    </a:cubicBezTo>
                    <a:cubicBezTo>
                      <a:pt x="6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5" name="Freeform 1519">
                <a:extLst>
                  <a:ext uri="{FF2B5EF4-FFF2-40B4-BE49-F238E27FC236}">
                    <a16:creationId xmlns:a16="http://schemas.microsoft.com/office/drawing/2014/main" id="{44A724AE-F9A4-45BE-9DC5-5B2D21156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3801"/>
                <a:ext cx="38" cy="16"/>
              </a:xfrm>
              <a:custGeom>
                <a:avLst/>
                <a:gdLst>
                  <a:gd name="T0" fmla="*/ 88 w 25"/>
                  <a:gd name="T1" fmla="*/ 34 h 10"/>
                  <a:gd name="T2" fmla="*/ 41 w 25"/>
                  <a:gd name="T3" fmla="*/ 34 h 10"/>
                  <a:gd name="T4" fmla="*/ 5 w 25"/>
                  <a:gd name="T5" fmla="*/ 8 h 10"/>
                  <a:gd name="T6" fmla="*/ 49 w 25"/>
                  <a:gd name="T7" fmla="*/ 8 h 10"/>
                  <a:gd name="T8" fmla="*/ 88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5" y="8"/>
                    </a:moveTo>
                    <a:cubicBezTo>
                      <a:pt x="25" y="10"/>
                      <a:pt x="19" y="10"/>
                      <a:pt x="12" y="8"/>
                    </a:cubicBezTo>
                    <a:cubicBezTo>
                      <a:pt x="5" y="7"/>
                      <a:pt x="0" y="4"/>
                      <a:pt x="1" y="2"/>
                    </a:cubicBezTo>
                    <a:cubicBezTo>
                      <a:pt x="1" y="0"/>
                      <a:pt x="7" y="0"/>
                      <a:pt x="14" y="2"/>
                    </a:cubicBezTo>
                    <a:cubicBezTo>
                      <a:pt x="20" y="3"/>
                      <a:pt x="25" y="6"/>
                      <a:pt x="25" y="8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6" name="Freeform 1520">
                <a:extLst>
                  <a:ext uri="{FF2B5EF4-FFF2-40B4-BE49-F238E27FC236}">
                    <a16:creationId xmlns:a16="http://schemas.microsoft.com/office/drawing/2014/main" id="{817101AA-39EF-48A4-A61F-3154AE8B4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3774"/>
                <a:ext cx="37" cy="14"/>
              </a:xfrm>
              <a:custGeom>
                <a:avLst/>
                <a:gdLst>
                  <a:gd name="T0" fmla="*/ 0 w 25"/>
                  <a:gd name="T1" fmla="*/ 22 h 9"/>
                  <a:gd name="T2" fmla="*/ 40 w 25"/>
                  <a:gd name="T3" fmla="*/ 5 h 9"/>
                  <a:gd name="T4" fmla="*/ 81 w 25"/>
                  <a:gd name="T5" fmla="*/ 12 h 9"/>
                  <a:gd name="T6" fmla="*/ 41 w 25"/>
                  <a:gd name="T7" fmla="*/ 30 h 9"/>
                  <a:gd name="T8" fmla="*/ 0 w 25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6"/>
                    </a:moveTo>
                    <a:cubicBezTo>
                      <a:pt x="0" y="4"/>
                      <a:pt x="5" y="2"/>
                      <a:pt x="12" y="1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8"/>
                    </a:cubicBezTo>
                    <a:cubicBezTo>
                      <a:pt x="6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7" name="Freeform 1521">
                <a:extLst>
                  <a:ext uri="{FF2B5EF4-FFF2-40B4-BE49-F238E27FC236}">
                    <a16:creationId xmlns:a16="http://schemas.microsoft.com/office/drawing/2014/main" id="{02AFA9B9-C7EC-4A6B-A8B6-F30581381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801"/>
                <a:ext cx="39" cy="14"/>
              </a:xfrm>
              <a:custGeom>
                <a:avLst/>
                <a:gdLst>
                  <a:gd name="T0" fmla="*/ 5 w 26"/>
                  <a:gd name="T1" fmla="*/ 26 h 9"/>
                  <a:gd name="T2" fmla="*/ 41 w 26"/>
                  <a:gd name="T3" fmla="*/ 5 h 9"/>
                  <a:gd name="T4" fmla="*/ 86 w 26"/>
                  <a:gd name="T5" fmla="*/ 12 h 9"/>
                  <a:gd name="T6" fmla="*/ 45 w 26"/>
                  <a:gd name="T7" fmla="*/ 30 h 9"/>
                  <a:gd name="T8" fmla="*/ 5 w 26"/>
                  <a:gd name="T9" fmla="*/ 2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9">
                    <a:moveTo>
                      <a:pt x="1" y="7"/>
                    </a:moveTo>
                    <a:cubicBezTo>
                      <a:pt x="0" y="5"/>
                      <a:pt x="6" y="2"/>
                      <a:pt x="12" y="1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6" y="5"/>
                      <a:pt x="20" y="7"/>
                      <a:pt x="13" y="8"/>
                    </a:cubicBezTo>
                    <a:cubicBezTo>
                      <a:pt x="7" y="9"/>
                      <a:pt x="1" y="9"/>
                      <a:pt x="1" y="7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8" name="Freeform 1522">
                <a:extLst>
                  <a:ext uri="{FF2B5EF4-FFF2-40B4-BE49-F238E27FC236}">
                    <a16:creationId xmlns:a16="http://schemas.microsoft.com/office/drawing/2014/main" id="{C1CF1DA1-9F0A-4099-858B-9EA399497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3802"/>
                <a:ext cx="32" cy="13"/>
              </a:xfrm>
              <a:custGeom>
                <a:avLst/>
                <a:gdLst>
                  <a:gd name="T0" fmla="*/ 46 w 21"/>
                  <a:gd name="T1" fmla="*/ 0 h 8"/>
                  <a:gd name="T2" fmla="*/ 62 w 21"/>
                  <a:gd name="T3" fmla="*/ 8 h 8"/>
                  <a:gd name="T4" fmla="*/ 21 w 21"/>
                  <a:gd name="T5" fmla="*/ 29 h 8"/>
                  <a:gd name="T6" fmla="*/ 0 w 21"/>
                  <a:gd name="T7" fmla="*/ 34 h 8"/>
                  <a:gd name="T8" fmla="*/ 27 w 21"/>
                  <a:gd name="T9" fmla="*/ 29 h 8"/>
                  <a:gd name="T10" fmla="*/ 70 w 21"/>
                  <a:gd name="T11" fmla="*/ 8 h 8"/>
                  <a:gd name="T12" fmla="*/ 46 w 2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8">
                    <a:moveTo>
                      <a:pt x="13" y="0"/>
                    </a:moveTo>
                    <a:cubicBezTo>
                      <a:pt x="16" y="0"/>
                      <a:pt x="18" y="1"/>
                      <a:pt x="18" y="2"/>
                    </a:cubicBezTo>
                    <a:cubicBezTo>
                      <a:pt x="18" y="4"/>
                      <a:pt x="13" y="6"/>
                      <a:pt x="6" y="7"/>
                    </a:cubicBezTo>
                    <a:cubicBezTo>
                      <a:pt x="4" y="8"/>
                      <a:pt x="2" y="8"/>
                      <a:pt x="0" y="8"/>
                    </a:cubicBezTo>
                    <a:cubicBezTo>
                      <a:pt x="3" y="8"/>
                      <a:pt x="5" y="8"/>
                      <a:pt x="8" y="7"/>
                    </a:cubicBezTo>
                    <a:cubicBezTo>
                      <a:pt x="15" y="6"/>
                      <a:pt x="21" y="4"/>
                      <a:pt x="20" y="2"/>
                    </a:cubicBezTo>
                    <a:cubicBezTo>
                      <a:pt x="20" y="1"/>
                      <a:pt x="17" y="0"/>
                      <a:pt x="13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9" name="Freeform 1523">
                <a:extLst>
                  <a:ext uri="{FF2B5EF4-FFF2-40B4-BE49-F238E27FC236}">
                    <a16:creationId xmlns:a16="http://schemas.microsoft.com/office/drawing/2014/main" id="{8D680020-911F-4B00-9DB6-DCEDF9D09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3802"/>
                <a:ext cx="27" cy="11"/>
              </a:xfrm>
              <a:custGeom>
                <a:avLst/>
                <a:gdLst>
                  <a:gd name="T0" fmla="*/ 5 w 18"/>
                  <a:gd name="T1" fmla="*/ 20 h 7"/>
                  <a:gd name="T2" fmla="*/ 39 w 18"/>
                  <a:gd name="T3" fmla="*/ 5 h 7"/>
                  <a:gd name="T4" fmla="*/ 62 w 18"/>
                  <a:gd name="T5" fmla="*/ 5 h 7"/>
                  <a:gd name="T6" fmla="*/ 32 w 18"/>
                  <a:gd name="T7" fmla="*/ 5 h 7"/>
                  <a:gd name="T8" fmla="*/ 0 w 18"/>
                  <a:gd name="T9" fmla="*/ 20 h 7"/>
                  <a:gd name="T10" fmla="*/ 14 w 18"/>
                  <a:gd name="T11" fmla="*/ 27 h 7"/>
                  <a:gd name="T12" fmla="*/ 5 w 18"/>
                  <a:gd name="T13" fmla="*/ 2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1" y="4"/>
                      <a:pt x="6" y="2"/>
                      <a:pt x="11" y="1"/>
                    </a:cubicBezTo>
                    <a:cubicBezTo>
                      <a:pt x="14" y="1"/>
                      <a:pt x="16" y="1"/>
                      <a:pt x="18" y="1"/>
                    </a:cubicBezTo>
                    <a:cubicBezTo>
                      <a:pt x="16" y="0"/>
                      <a:pt x="13" y="1"/>
                      <a:pt x="9" y="1"/>
                    </a:cubicBezTo>
                    <a:cubicBezTo>
                      <a:pt x="4" y="2"/>
                      <a:pt x="0" y="4"/>
                      <a:pt x="0" y="5"/>
                    </a:cubicBezTo>
                    <a:cubicBezTo>
                      <a:pt x="0" y="6"/>
                      <a:pt x="2" y="7"/>
                      <a:pt x="4" y="7"/>
                    </a:cubicBezTo>
                    <a:cubicBezTo>
                      <a:pt x="3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0" name="Freeform 1524">
                <a:extLst>
                  <a:ext uri="{FF2B5EF4-FFF2-40B4-BE49-F238E27FC236}">
                    <a16:creationId xmlns:a16="http://schemas.microsoft.com/office/drawing/2014/main" id="{324A8128-31A0-4025-ACC3-D72A6F04B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3775"/>
                <a:ext cx="38" cy="15"/>
              </a:xfrm>
              <a:custGeom>
                <a:avLst/>
                <a:gdLst>
                  <a:gd name="T0" fmla="*/ 0 w 25"/>
                  <a:gd name="T1" fmla="*/ 28 h 9"/>
                  <a:gd name="T2" fmla="*/ 41 w 25"/>
                  <a:gd name="T3" fmla="*/ 5 h 9"/>
                  <a:gd name="T4" fmla="*/ 88 w 25"/>
                  <a:gd name="T5" fmla="*/ 13 h 9"/>
                  <a:gd name="T6" fmla="*/ 46 w 25"/>
                  <a:gd name="T7" fmla="*/ 37 h 9"/>
                  <a:gd name="T8" fmla="*/ 0 w 25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6"/>
                    </a:moveTo>
                    <a:cubicBezTo>
                      <a:pt x="0" y="4"/>
                      <a:pt x="5" y="2"/>
                      <a:pt x="12" y="1"/>
                    </a:cubicBezTo>
                    <a:cubicBezTo>
                      <a:pt x="19" y="0"/>
                      <a:pt x="24" y="1"/>
                      <a:pt x="25" y="3"/>
                    </a:cubicBezTo>
                    <a:cubicBezTo>
                      <a:pt x="25" y="5"/>
                      <a:pt x="19" y="7"/>
                      <a:pt x="13" y="8"/>
                    </a:cubicBezTo>
                    <a:cubicBezTo>
                      <a:pt x="6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1" name="Freeform 1525">
                <a:extLst>
                  <a:ext uri="{FF2B5EF4-FFF2-40B4-BE49-F238E27FC236}">
                    <a16:creationId xmlns:a16="http://schemas.microsoft.com/office/drawing/2014/main" id="{18182730-0247-470B-81D4-15E6BBE1B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772"/>
                <a:ext cx="38" cy="13"/>
              </a:xfrm>
              <a:custGeom>
                <a:avLst/>
                <a:gdLst>
                  <a:gd name="T0" fmla="*/ 0 w 25"/>
                  <a:gd name="T1" fmla="*/ 13 h 8"/>
                  <a:gd name="T2" fmla="*/ 46 w 25"/>
                  <a:gd name="T3" fmla="*/ 0 h 8"/>
                  <a:gd name="T4" fmla="*/ 88 w 25"/>
                  <a:gd name="T5" fmla="*/ 21 h 8"/>
                  <a:gd name="T6" fmla="*/ 41 w 25"/>
                  <a:gd name="T7" fmla="*/ 29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6" y="0"/>
                      <a:pt x="13" y="0"/>
                    </a:cubicBezTo>
                    <a:cubicBezTo>
                      <a:pt x="20" y="1"/>
                      <a:pt x="25" y="3"/>
                      <a:pt x="25" y="5"/>
                    </a:cubicBezTo>
                    <a:cubicBezTo>
                      <a:pt x="25" y="7"/>
                      <a:pt x="19" y="8"/>
                      <a:pt x="12" y="7"/>
                    </a:cubicBezTo>
                    <a:cubicBezTo>
                      <a:pt x="6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2" name="Freeform 1526">
                <a:extLst>
                  <a:ext uri="{FF2B5EF4-FFF2-40B4-BE49-F238E27FC236}">
                    <a16:creationId xmlns:a16="http://schemas.microsoft.com/office/drawing/2014/main" id="{7525E67F-D63B-43F3-B247-12FF1EDF2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8" y="3804"/>
                <a:ext cx="37" cy="16"/>
              </a:xfrm>
              <a:custGeom>
                <a:avLst/>
                <a:gdLst>
                  <a:gd name="T0" fmla="*/ 78 w 25"/>
                  <a:gd name="T1" fmla="*/ 29 h 10"/>
                  <a:gd name="T2" fmla="*/ 36 w 25"/>
                  <a:gd name="T3" fmla="*/ 34 h 10"/>
                  <a:gd name="T4" fmla="*/ 0 w 25"/>
                  <a:gd name="T5" fmla="*/ 8 h 10"/>
                  <a:gd name="T6" fmla="*/ 41 w 25"/>
                  <a:gd name="T7" fmla="*/ 5 h 10"/>
                  <a:gd name="T8" fmla="*/ 78 w 25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4" y="7"/>
                    </a:moveTo>
                    <a:cubicBezTo>
                      <a:pt x="24" y="9"/>
                      <a:pt x="18" y="10"/>
                      <a:pt x="11" y="8"/>
                    </a:cubicBezTo>
                    <a:cubicBezTo>
                      <a:pt x="5" y="6"/>
                      <a:pt x="0" y="4"/>
                      <a:pt x="0" y="2"/>
                    </a:cubicBezTo>
                    <a:cubicBezTo>
                      <a:pt x="1" y="0"/>
                      <a:pt x="6" y="0"/>
                      <a:pt x="13" y="1"/>
                    </a:cubicBezTo>
                    <a:cubicBezTo>
                      <a:pt x="20" y="3"/>
                      <a:pt x="25" y="6"/>
                      <a:pt x="24" y="7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3" name="Freeform 1527">
                <a:extLst>
                  <a:ext uri="{FF2B5EF4-FFF2-40B4-BE49-F238E27FC236}">
                    <a16:creationId xmlns:a16="http://schemas.microsoft.com/office/drawing/2014/main" id="{698DAB2E-6579-48DD-853F-FEB47C10D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3798"/>
                <a:ext cx="78" cy="33"/>
              </a:xfrm>
              <a:custGeom>
                <a:avLst/>
                <a:gdLst>
                  <a:gd name="T0" fmla="*/ 8 w 52"/>
                  <a:gd name="T1" fmla="*/ 74 h 21"/>
                  <a:gd name="T2" fmla="*/ 8 w 52"/>
                  <a:gd name="T3" fmla="*/ 39 h 21"/>
                  <a:gd name="T4" fmla="*/ 48 w 52"/>
                  <a:gd name="T5" fmla="*/ 22 h 21"/>
                  <a:gd name="T6" fmla="*/ 116 w 52"/>
                  <a:gd name="T7" fmla="*/ 13 h 21"/>
                  <a:gd name="T8" fmla="*/ 147 w 52"/>
                  <a:gd name="T9" fmla="*/ 8 h 21"/>
                  <a:gd name="T10" fmla="*/ 176 w 52"/>
                  <a:gd name="T11" fmla="*/ 5 h 21"/>
                  <a:gd name="T12" fmla="*/ 48 w 52"/>
                  <a:gd name="T13" fmla="*/ 31 h 21"/>
                  <a:gd name="T14" fmla="*/ 14 w 52"/>
                  <a:gd name="T15" fmla="*/ 49 h 21"/>
                  <a:gd name="T16" fmla="*/ 12 w 52"/>
                  <a:gd name="T17" fmla="*/ 82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1">
                    <a:moveTo>
                      <a:pt x="2" y="19"/>
                    </a:moveTo>
                    <a:cubicBezTo>
                      <a:pt x="1" y="16"/>
                      <a:pt x="0" y="12"/>
                      <a:pt x="2" y="10"/>
                    </a:cubicBezTo>
                    <a:cubicBezTo>
                      <a:pt x="4" y="7"/>
                      <a:pt x="11" y="7"/>
                      <a:pt x="14" y="6"/>
                    </a:cubicBezTo>
                    <a:cubicBezTo>
                      <a:pt x="21" y="5"/>
                      <a:pt x="27" y="4"/>
                      <a:pt x="34" y="3"/>
                    </a:cubicBezTo>
                    <a:cubicBezTo>
                      <a:pt x="37" y="3"/>
                      <a:pt x="40" y="2"/>
                      <a:pt x="43" y="2"/>
                    </a:cubicBezTo>
                    <a:cubicBezTo>
                      <a:pt x="46" y="1"/>
                      <a:pt x="49" y="0"/>
                      <a:pt x="52" y="1"/>
                    </a:cubicBezTo>
                    <a:cubicBezTo>
                      <a:pt x="40" y="5"/>
                      <a:pt x="26" y="5"/>
                      <a:pt x="14" y="8"/>
                    </a:cubicBezTo>
                    <a:cubicBezTo>
                      <a:pt x="10" y="9"/>
                      <a:pt x="6" y="10"/>
                      <a:pt x="4" y="13"/>
                    </a:cubicBezTo>
                    <a:cubicBezTo>
                      <a:pt x="3" y="16"/>
                      <a:pt x="2" y="19"/>
                      <a:pt x="3" y="2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4" name="Freeform 1528">
                <a:extLst>
                  <a:ext uri="{FF2B5EF4-FFF2-40B4-BE49-F238E27FC236}">
                    <a16:creationId xmlns:a16="http://schemas.microsoft.com/office/drawing/2014/main" id="{F8AA7651-7805-4DB3-9CB1-6180935E3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3788"/>
                <a:ext cx="120" cy="40"/>
              </a:xfrm>
              <a:custGeom>
                <a:avLst/>
                <a:gdLst>
                  <a:gd name="T0" fmla="*/ 0 w 80"/>
                  <a:gd name="T1" fmla="*/ 102 h 25"/>
                  <a:gd name="T2" fmla="*/ 201 w 80"/>
                  <a:gd name="T3" fmla="*/ 61 h 25"/>
                  <a:gd name="T4" fmla="*/ 264 w 80"/>
                  <a:gd name="T5" fmla="*/ 46 h 25"/>
                  <a:gd name="T6" fmla="*/ 257 w 80"/>
                  <a:gd name="T7" fmla="*/ 0 h 25"/>
                  <a:gd name="T8" fmla="*/ 248 w 80"/>
                  <a:gd name="T9" fmla="*/ 42 h 25"/>
                  <a:gd name="T10" fmla="*/ 210 w 80"/>
                  <a:gd name="T11" fmla="*/ 54 h 25"/>
                  <a:gd name="T12" fmla="*/ 162 w 80"/>
                  <a:gd name="T13" fmla="*/ 61 h 25"/>
                  <a:gd name="T14" fmla="*/ 80 w 80"/>
                  <a:gd name="T15" fmla="*/ 77 h 25"/>
                  <a:gd name="T16" fmla="*/ 35 w 80"/>
                  <a:gd name="T17" fmla="*/ 90 h 25"/>
                  <a:gd name="T18" fmla="*/ 5 w 80"/>
                  <a:gd name="T19" fmla="*/ 102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25">
                    <a:moveTo>
                      <a:pt x="0" y="25"/>
                    </a:moveTo>
                    <a:cubicBezTo>
                      <a:pt x="20" y="22"/>
                      <a:pt x="39" y="18"/>
                      <a:pt x="59" y="15"/>
                    </a:cubicBezTo>
                    <a:cubicBezTo>
                      <a:pt x="63" y="15"/>
                      <a:pt x="75" y="14"/>
                      <a:pt x="78" y="11"/>
                    </a:cubicBezTo>
                    <a:cubicBezTo>
                      <a:pt x="80" y="8"/>
                      <a:pt x="77" y="2"/>
                      <a:pt x="76" y="0"/>
                    </a:cubicBezTo>
                    <a:cubicBezTo>
                      <a:pt x="76" y="3"/>
                      <a:pt x="77" y="8"/>
                      <a:pt x="73" y="10"/>
                    </a:cubicBezTo>
                    <a:cubicBezTo>
                      <a:pt x="70" y="12"/>
                      <a:pt x="65" y="12"/>
                      <a:pt x="62" y="13"/>
                    </a:cubicBezTo>
                    <a:cubicBezTo>
                      <a:pt x="57" y="14"/>
                      <a:pt x="53" y="14"/>
                      <a:pt x="48" y="15"/>
                    </a:cubicBezTo>
                    <a:cubicBezTo>
                      <a:pt x="40" y="16"/>
                      <a:pt x="31" y="18"/>
                      <a:pt x="23" y="19"/>
                    </a:cubicBezTo>
                    <a:cubicBezTo>
                      <a:pt x="19" y="20"/>
                      <a:pt x="14" y="21"/>
                      <a:pt x="10" y="22"/>
                    </a:cubicBezTo>
                    <a:cubicBezTo>
                      <a:pt x="7" y="23"/>
                      <a:pt x="4" y="23"/>
                      <a:pt x="1" y="25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5" name="Freeform 1529">
                <a:extLst>
                  <a:ext uri="{FF2B5EF4-FFF2-40B4-BE49-F238E27FC236}">
                    <a16:creationId xmlns:a16="http://schemas.microsoft.com/office/drawing/2014/main" id="{B6ABA380-FA79-499E-A758-BFB07A3A4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3775"/>
                <a:ext cx="81" cy="19"/>
              </a:xfrm>
              <a:custGeom>
                <a:avLst/>
                <a:gdLst>
                  <a:gd name="T0" fmla="*/ 0 w 54"/>
                  <a:gd name="T1" fmla="*/ 40 h 12"/>
                  <a:gd name="T2" fmla="*/ 14 w 54"/>
                  <a:gd name="T3" fmla="*/ 5 h 12"/>
                  <a:gd name="T4" fmla="*/ 54 w 54"/>
                  <a:gd name="T5" fmla="*/ 8 h 12"/>
                  <a:gd name="T6" fmla="*/ 122 w 54"/>
                  <a:gd name="T7" fmla="*/ 27 h 12"/>
                  <a:gd name="T8" fmla="*/ 153 w 54"/>
                  <a:gd name="T9" fmla="*/ 35 h 12"/>
                  <a:gd name="T10" fmla="*/ 183 w 54"/>
                  <a:gd name="T11" fmla="*/ 43 h 12"/>
                  <a:gd name="T12" fmla="*/ 54 w 54"/>
                  <a:gd name="T13" fmla="*/ 16 h 12"/>
                  <a:gd name="T14" fmla="*/ 18 w 54"/>
                  <a:gd name="T15" fmla="*/ 21 h 12"/>
                  <a:gd name="T16" fmla="*/ 0 w 54"/>
                  <a:gd name="T17" fmla="*/ 48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2">
                    <a:moveTo>
                      <a:pt x="0" y="10"/>
                    </a:moveTo>
                    <a:cubicBezTo>
                      <a:pt x="1" y="7"/>
                      <a:pt x="1" y="2"/>
                      <a:pt x="4" y="1"/>
                    </a:cubicBezTo>
                    <a:cubicBezTo>
                      <a:pt x="7" y="0"/>
                      <a:pt x="13" y="2"/>
                      <a:pt x="16" y="2"/>
                    </a:cubicBezTo>
                    <a:cubicBezTo>
                      <a:pt x="23" y="4"/>
                      <a:pt x="30" y="6"/>
                      <a:pt x="36" y="7"/>
                    </a:cubicBezTo>
                    <a:cubicBezTo>
                      <a:pt x="39" y="8"/>
                      <a:pt x="42" y="9"/>
                      <a:pt x="45" y="9"/>
                    </a:cubicBezTo>
                    <a:cubicBezTo>
                      <a:pt x="48" y="10"/>
                      <a:pt x="51" y="10"/>
                      <a:pt x="54" y="11"/>
                    </a:cubicBezTo>
                    <a:cubicBezTo>
                      <a:pt x="41" y="11"/>
                      <a:pt x="28" y="6"/>
                      <a:pt x="16" y="4"/>
                    </a:cubicBezTo>
                    <a:cubicBezTo>
                      <a:pt x="11" y="4"/>
                      <a:pt x="7" y="3"/>
                      <a:pt x="5" y="5"/>
                    </a:cubicBezTo>
                    <a:cubicBezTo>
                      <a:pt x="2" y="7"/>
                      <a:pt x="1" y="10"/>
                      <a:pt x="0" y="12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6" name="Freeform 1530">
                <a:extLst>
                  <a:ext uri="{FF2B5EF4-FFF2-40B4-BE49-F238E27FC236}">
                    <a16:creationId xmlns:a16="http://schemas.microsoft.com/office/drawing/2014/main" id="{B53D42A2-B4A5-4CC1-A808-B9A143537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3770"/>
                <a:ext cx="80" cy="31"/>
              </a:xfrm>
              <a:custGeom>
                <a:avLst/>
                <a:gdLst>
                  <a:gd name="T0" fmla="*/ 8 w 53"/>
                  <a:gd name="T1" fmla="*/ 75 h 19"/>
                  <a:gd name="T2" fmla="*/ 8 w 53"/>
                  <a:gd name="T3" fmla="*/ 29 h 19"/>
                  <a:gd name="T4" fmla="*/ 53 w 53"/>
                  <a:gd name="T5" fmla="*/ 18 h 19"/>
                  <a:gd name="T6" fmla="*/ 121 w 53"/>
                  <a:gd name="T7" fmla="*/ 8 h 19"/>
                  <a:gd name="T8" fmla="*/ 155 w 53"/>
                  <a:gd name="T9" fmla="*/ 8 h 19"/>
                  <a:gd name="T10" fmla="*/ 183 w 53"/>
                  <a:gd name="T11" fmla="*/ 5 h 19"/>
                  <a:gd name="T12" fmla="*/ 53 w 53"/>
                  <a:gd name="T13" fmla="*/ 26 h 19"/>
                  <a:gd name="T14" fmla="*/ 18 w 53"/>
                  <a:gd name="T15" fmla="*/ 47 h 19"/>
                  <a:gd name="T16" fmla="*/ 12 w 53"/>
                  <a:gd name="T17" fmla="*/ 8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9">
                    <a:moveTo>
                      <a:pt x="2" y="17"/>
                    </a:moveTo>
                    <a:cubicBezTo>
                      <a:pt x="2" y="14"/>
                      <a:pt x="0" y="9"/>
                      <a:pt x="2" y="7"/>
                    </a:cubicBezTo>
                    <a:cubicBezTo>
                      <a:pt x="4" y="4"/>
                      <a:pt x="12" y="5"/>
                      <a:pt x="15" y="4"/>
                    </a:cubicBezTo>
                    <a:cubicBezTo>
                      <a:pt x="22" y="4"/>
                      <a:pt x="29" y="3"/>
                      <a:pt x="35" y="2"/>
                    </a:cubicBezTo>
                    <a:cubicBezTo>
                      <a:pt x="38" y="2"/>
                      <a:pt x="41" y="2"/>
                      <a:pt x="45" y="2"/>
                    </a:cubicBezTo>
                    <a:cubicBezTo>
                      <a:pt x="47" y="1"/>
                      <a:pt x="51" y="0"/>
                      <a:pt x="53" y="1"/>
                    </a:cubicBezTo>
                    <a:cubicBezTo>
                      <a:pt x="42" y="4"/>
                      <a:pt x="28" y="4"/>
                      <a:pt x="15" y="6"/>
                    </a:cubicBezTo>
                    <a:cubicBezTo>
                      <a:pt x="11" y="7"/>
                      <a:pt x="7" y="8"/>
                      <a:pt x="5" y="11"/>
                    </a:cubicBezTo>
                    <a:cubicBezTo>
                      <a:pt x="4" y="14"/>
                      <a:pt x="3" y="16"/>
                      <a:pt x="3" y="19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7" name="Freeform 1531">
                <a:extLst>
                  <a:ext uri="{FF2B5EF4-FFF2-40B4-BE49-F238E27FC236}">
                    <a16:creationId xmlns:a16="http://schemas.microsoft.com/office/drawing/2014/main" id="{C9B72271-63E6-4D04-BF49-32134763F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3766"/>
                <a:ext cx="120" cy="33"/>
              </a:xfrm>
              <a:custGeom>
                <a:avLst/>
                <a:gdLst>
                  <a:gd name="T0" fmla="*/ 0 w 80"/>
                  <a:gd name="T1" fmla="*/ 82 h 21"/>
                  <a:gd name="T2" fmla="*/ 201 w 80"/>
                  <a:gd name="T3" fmla="*/ 60 h 21"/>
                  <a:gd name="T4" fmla="*/ 264 w 80"/>
                  <a:gd name="T5" fmla="*/ 42 h 21"/>
                  <a:gd name="T6" fmla="*/ 261 w 80"/>
                  <a:gd name="T7" fmla="*/ 0 h 21"/>
                  <a:gd name="T8" fmla="*/ 248 w 80"/>
                  <a:gd name="T9" fmla="*/ 39 h 21"/>
                  <a:gd name="T10" fmla="*/ 210 w 80"/>
                  <a:gd name="T11" fmla="*/ 47 h 21"/>
                  <a:gd name="T12" fmla="*/ 162 w 80"/>
                  <a:gd name="T13" fmla="*/ 55 h 21"/>
                  <a:gd name="T14" fmla="*/ 80 w 80"/>
                  <a:gd name="T15" fmla="*/ 66 h 21"/>
                  <a:gd name="T16" fmla="*/ 35 w 80"/>
                  <a:gd name="T17" fmla="*/ 74 h 21"/>
                  <a:gd name="T18" fmla="*/ 5 w 80"/>
                  <a:gd name="T19" fmla="*/ 8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21">
                    <a:moveTo>
                      <a:pt x="0" y="21"/>
                    </a:moveTo>
                    <a:cubicBezTo>
                      <a:pt x="19" y="19"/>
                      <a:pt x="39" y="16"/>
                      <a:pt x="59" y="15"/>
                    </a:cubicBezTo>
                    <a:cubicBezTo>
                      <a:pt x="63" y="14"/>
                      <a:pt x="75" y="14"/>
                      <a:pt x="78" y="11"/>
                    </a:cubicBezTo>
                    <a:cubicBezTo>
                      <a:pt x="80" y="8"/>
                      <a:pt x="78" y="2"/>
                      <a:pt x="77" y="0"/>
                    </a:cubicBezTo>
                    <a:cubicBezTo>
                      <a:pt x="77" y="3"/>
                      <a:pt x="77" y="8"/>
                      <a:pt x="73" y="10"/>
                    </a:cubicBezTo>
                    <a:cubicBezTo>
                      <a:pt x="70" y="12"/>
                      <a:pt x="65" y="12"/>
                      <a:pt x="62" y="12"/>
                    </a:cubicBezTo>
                    <a:cubicBezTo>
                      <a:pt x="58" y="13"/>
                      <a:pt x="53" y="13"/>
                      <a:pt x="48" y="14"/>
                    </a:cubicBezTo>
                    <a:cubicBezTo>
                      <a:pt x="40" y="15"/>
                      <a:pt x="31" y="16"/>
                      <a:pt x="23" y="17"/>
                    </a:cubicBezTo>
                    <a:cubicBezTo>
                      <a:pt x="18" y="18"/>
                      <a:pt x="14" y="19"/>
                      <a:pt x="10" y="19"/>
                    </a:cubicBezTo>
                    <a:cubicBezTo>
                      <a:pt x="7" y="20"/>
                      <a:pt x="4" y="20"/>
                      <a:pt x="1" y="2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8" name="Freeform 1532">
                <a:extLst>
                  <a:ext uri="{FF2B5EF4-FFF2-40B4-BE49-F238E27FC236}">
                    <a16:creationId xmlns:a16="http://schemas.microsoft.com/office/drawing/2014/main" id="{A167563E-0BF0-4B6A-A4EB-E87749038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3758"/>
                <a:ext cx="81" cy="22"/>
              </a:xfrm>
              <a:custGeom>
                <a:avLst/>
                <a:gdLst>
                  <a:gd name="T0" fmla="*/ 5 w 54"/>
                  <a:gd name="T1" fmla="*/ 47 h 14"/>
                  <a:gd name="T2" fmla="*/ 12 w 54"/>
                  <a:gd name="T3" fmla="*/ 8 h 14"/>
                  <a:gd name="T4" fmla="*/ 54 w 54"/>
                  <a:gd name="T5" fmla="*/ 8 h 14"/>
                  <a:gd name="T6" fmla="*/ 122 w 54"/>
                  <a:gd name="T7" fmla="*/ 13 h 14"/>
                  <a:gd name="T8" fmla="*/ 153 w 54"/>
                  <a:gd name="T9" fmla="*/ 14 h 14"/>
                  <a:gd name="T10" fmla="*/ 183 w 54"/>
                  <a:gd name="T11" fmla="*/ 20 h 14"/>
                  <a:gd name="T12" fmla="*/ 54 w 54"/>
                  <a:gd name="T13" fmla="*/ 14 h 14"/>
                  <a:gd name="T14" fmla="*/ 18 w 54"/>
                  <a:gd name="T15" fmla="*/ 27 h 14"/>
                  <a:gd name="T16" fmla="*/ 8 w 54"/>
                  <a:gd name="T17" fmla="*/ 55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1" y="12"/>
                    </a:moveTo>
                    <a:cubicBezTo>
                      <a:pt x="1" y="9"/>
                      <a:pt x="0" y="4"/>
                      <a:pt x="3" y="2"/>
                    </a:cubicBezTo>
                    <a:cubicBezTo>
                      <a:pt x="5" y="0"/>
                      <a:pt x="12" y="2"/>
                      <a:pt x="16" y="2"/>
                    </a:cubicBezTo>
                    <a:cubicBezTo>
                      <a:pt x="23" y="2"/>
                      <a:pt x="29" y="3"/>
                      <a:pt x="36" y="3"/>
                    </a:cubicBezTo>
                    <a:cubicBezTo>
                      <a:pt x="39" y="3"/>
                      <a:pt x="42" y="4"/>
                      <a:pt x="45" y="4"/>
                    </a:cubicBezTo>
                    <a:cubicBezTo>
                      <a:pt x="48" y="4"/>
                      <a:pt x="52" y="4"/>
                      <a:pt x="54" y="5"/>
                    </a:cubicBezTo>
                    <a:cubicBezTo>
                      <a:pt x="42" y="6"/>
                      <a:pt x="28" y="4"/>
                      <a:pt x="16" y="4"/>
                    </a:cubicBezTo>
                    <a:cubicBezTo>
                      <a:pt x="11" y="4"/>
                      <a:pt x="7" y="4"/>
                      <a:pt x="5" y="7"/>
                    </a:cubicBezTo>
                    <a:cubicBezTo>
                      <a:pt x="3" y="9"/>
                      <a:pt x="2" y="12"/>
                      <a:pt x="2" y="1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9" name="Freeform 1533">
                <a:extLst>
                  <a:ext uri="{FF2B5EF4-FFF2-40B4-BE49-F238E27FC236}">
                    <a16:creationId xmlns:a16="http://schemas.microsoft.com/office/drawing/2014/main" id="{9505AEC8-5841-435B-B0D3-529350BF1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3777"/>
                <a:ext cx="122" cy="22"/>
              </a:xfrm>
              <a:custGeom>
                <a:avLst/>
                <a:gdLst>
                  <a:gd name="T0" fmla="*/ 0 w 81"/>
                  <a:gd name="T1" fmla="*/ 31 h 14"/>
                  <a:gd name="T2" fmla="*/ 196 w 81"/>
                  <a:gd name="T3" fmla="*/ 49 h 14"/>
                  <a:gd name="T4" fmla="*/ 270 w 81"/>
                  <a:gd name="T5" fmla="*/ 42 h 14"/>
                  <a:gd name="T6" fmla="*/ 270 w 81"/>
                  <a:gd name="T7" fmla="*/ 0 h 14"/>
                  <a:gd name="T8" fmla="*/ 252 w 81"/>
                  <a:gd name="T9" fmla="*/ 39 h 14"/>
                  <a:gd name="T10" fmla="*/ 215 w 81"/>
                  <a:gd name="T11" fmla="*/ 39 h 14"/>
                  <a:gd name="T12" fmla="*/ 167 w 81"/>
                  <a:gd name="T13" fmla="*/ 35 h 14"/>
                  <a:gd name="T14" fmla="*/ 80 w 81"/>
                  <a:gd name="T15" fmla="*/ 31 h 14"/>
                  <a:gd name="T16" fmla="*/ 35 w 81"/>
                  <a:gd name="T17" fmla="*/ 31 h 14"/>
                  <a:gd name="T18" fmla="*/ 5 w 81"/>
                  <a:gd name="T19" fmla="*/ 35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4">
                    <a:moveTo>
                      <a:pt x="0" y="8"/>
                    </a:moveTo>
                    <a:cubicBezTo>
                      <a:pt x="19" y="10"/>
                      <a:pt x="38" y="11"/>
                      <a:pt x="57" y="13"/>
                    </a:cubicBezTo>
                    <a:cubicBezTo>
                      <a:pt x="62" y="14"/>
                      <a:pt x="75" y="14"/>
                      <a:pt x="79" y="11"/>
                    </a:cubicBezTo>
                    <a:cubicBezTo>
                      <a:pt x="81" y="9"/>
                      <a:pt x="80" y="3"/>
                      <a:pt x="79" y="0"/>
                    </a:cubicBezTo>
                    <a:cubicBezTo>
                      <a:pt x="79" y="3"/>
                      <a:pt x="78" y="8"/>
                      <a:pt x="74" y="10"/>
                    </a:cubicBezTo>
                    <a:cubicBezTo>
                      <a:pt x="71" y="11"/>
                      <a:pt x="66" y="10"/>
                      <a:pt x="63" y="10"/>
                    </a:cubicBezTo>
                    <a:cubicBezTo>
                      <a:pt x="58" y="10"/>
                      <a:pt x="54" y="10"/>
                      <a:pt x="49" y="9"/>
                    </a:cubicBezTo>
                    <a:cubicBezTo>
                      <a:pt x="40" y="9"/>
                      <a:pt x="32" y="8"/>
                      <a:pt x="23" y="8"/>
                    </a:cubicBezTo>
                    <a:cubicBezTo>
                      <a:pt x="19" y="8"/>
                      <a:pt x="14" y="8"/>
                      <a:pt x="10" y="8"/>
                    </a:cubicBezTo>
                    <a:cubicBezTo>
                      <a:pt x="7" y="8"/>
                      <a:pt x="4" y="8"/>
                      <a:pt x="1" y="9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0" name="Freeform 1534">
                <a:extLst>
                  <a:ext uri="{FF2B5EF4-FFF2-40B4-BE49-F238E27FC236}">
                    <a16:creationId xmlns:a16="http://schemas.microsoft.com/office/drawing/2014/main" id="{F87431D5-BB12-433A-B61B-8FE7887F9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3815"/>
                <a:ext cx="134" cy="30"/>
              </a:xfrm>
              <a:custGeom>
                <a:avLst/>
                <a:gdLst>
                  <a:gd name="T0" fmla="*/ 295 w 90"/>
                  <a:gd name="T1" fmla="*/ 33 h 19"/>
                  <a:gd name="T2" fmla="*/ 277 w 90"/>
                  <a:gd name="T3" fmla="*/ 69 h 19"/>
                  <a:gd name="T4" fmla="*/ 228 w 90"/>
                  <a:gd name="T5" fmla="*/ 60 h 19"/>
                  <a:gd name="T6" fmla="*/ 155 w 90"/>
                  <a:gd name="T7" fmla="*/ 43 h 19"/>
                  <a:gd name="T8" fmla="*/ 0 w 90"/>
                  <a:gd name="T9" fmla="*/ 0 h 19"/>
                  <a:gd name="T10" fmla="*/ 106 w 90"/>
                  <a:gd name="T11" fmla="*/ 27 h 19"/>
                  <a:gd name="T12" fmla="*/ 210 w 90"/>
                  <a:gd name="T13" fmla="*/ 47 h 19"/>
                  <a:gd name="T14" fmla="*/ 289 w 90"/>
                  <a:gd name="T15" fmla="*/ 8 h 19"/>
                  <a:gd name="T16" fmla="*/ 295 w 90"/>
                  <a:gd name="T17" fmla="*/ 27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19">
                    <a:moveTo>
                      <a:pt x="89" y="8"/>
                    </a:moveTo>
                    <a:cubicBezTo>
                      <a:pt x="88" y="11"/>
                      <a:pt x="90" y="16"/>
                      <a:pt x="84" y="18"/>
                    </a:cubicBezTo>
                    <a:cubicBezTo>
                      <a:pt x="80" y="19"/>
                      <a:pt x="73" y="16"/>
                      <a:pt x="69" y="15"/>
                    </a:cubicBezTo>
                    <a:cubicBezTo>
                      <a:pt x="60" y="13"/>
                      <a:pt x="56" y="12"/>
                      <a:pt x="47" y="11"/>
                    </a:cubicBezTo>
                    <a:cubicBezTo>
                      <a:pt x="33" y="8"/>
                      <a:pt x="13" y="4"/>
                      <a:pt x="0" y="0"/>
                    </a:cubicBezTo>
                    <a:cubicBezTo>
                      <a:pt x="10" y="2"/>
                      <a:pt x="22" y="5"/>
                      <a:pt x="32" y="7"/>
                    </a:cubicBezTo>
                    <a:cubicBezTo>
                      <a:pt x="43" y="9"/>
                      <a:pt x="53" y="10"/>
                      <a:pt x="64" y="12"/>
                    </a:cubicBezTo>
                    <a:cubicBezTo>
                      <a:pt x="75" y="14"/>
                      <a:pt x="90" y="12"/>
                      <a:pt x="87" y="2"/>
                    </a:cubicBezTo>
                    <a:cubicBezTo>
                      <a:pt x="90" y="4"/>
                      <a:pt x="89" y="5"/>
                      <a:pt x="89" y="7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1" name="Freeform 1535">
                <a:extLst>
                  <a:ext uri="{FF2B5EF4-FFF2-40B4-BE49-F238E27FC236}">
                    <a16:creationId xmlns:a16="http://schemas.microsoft.com/office/drawing/2014/main" id="{8E37F98F-DAF3-417F-A9CF-627F6FA11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3777"/>
                <a:ext cx="30" cy="11"/>
              </a:xfrm>
              <a:custGeom>
                <a:avLst/>
                <a:gdLst>
                  <a:gd name="T0" fmla="*/ 45 w 20"/>
                  <a:gd name="T1" fmla="*/ 0 h 7"/>
                  <a:gd name="T2" fmla="*/ 59 w 20"/>
                  <a:gd name="T3" fmla="*/ 8 h 7"/>
                  <a:gd name="T4" fmla="*/ 18 w 20"/>
                  <a:gd name="T5" fmla="*/ 27 h 7"/>
                  <a:gd name="T6" fmla="*/ 0 w 20"/>
                  <a:gd name="T7" fmla="*/ 27 h 7"/>
                  <a:gd name="T8" fmla="*/ 27 w 20"/>
                  <a:gd name="T9" fmla="*/ 27 h 7"/>
                  <a:gd name="T10" fmla="*/ 68 w 20"/>
                  <a:gd name="T11" fmla="*/ 8 h 7"/>
                  <a:gd name="T12" fmla="*/ 45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3" y="0"/>
                    </a:moveTo>
                    <a:cubicBezTo>
                      <a:pt x="16" y="0"/>
                      <a:pt x="17" y="1"/>
                      <a:pt x="17" y="2"/>
                    </a:cubicBezTo>
                    <a:cubicBezTo>
                      <a:pt x="18" y="4"/>
                      <a:pt x="12" y="6"/>
                      <a:pt x="5" y="7"/>
                    </a:cubicBezTo>
                    <a:cubicBezTo>
                      <a:pt x="3" y="7"/>
                      <a:pt x="1" y="7"/>
                      <a:pt x="0" y="7"/>
                    </a:cubicBezTo>
                    <a:cubicBezTo>
                      <a:pt x="2" y="7"/>
                      <a:pt x="5" y="7"/>
                      <a:pt x="8" y="7"/>
                    </a:cubicBezTo>
                    <a:cubicBezTo>
                      <a:pt x="15" y="6"/>
                      <a:pt x="20" y="4"/>
                      <a:pt x="20" y="2"/>
                    </a:cubicBezTo>
                    <a:cubicBezTo>
                      <a:pt x="20" y="1"/>
                      <a:pt x="17" y="0"/>
                      <a:pt x="13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2" name="Freeform 1536">
                <a:extLst>
                  <a:ext uri="{FF2B5EF4-FFF2-40B4-BE49-F238E27FC236}">
                    <a16:creationId xmlns:a16="http://schemas.microsoft.com/office/drawing/2014/main" id="{A88E26E5-0047-4F2E-865F-99BB5E2D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3777"/>
                <a:ext cx="29" cy="9"/>
              </a:xfrm>
              <a:custGeom>
                <a:avLst/>
                <a:gdLst>
                  <a:gd name="T0" fmla="*/ 8 w 19"/>
                  <a:gd name="T1" fmla="*/ 14 h 6"/>
                  <a:gd name="T2" fmla="*/ 41 w 19"/>
                  <a:gd name="T3" fmla="*/ 5 h 6"/>
                  <a:gd name="T4" fmla="*/ 67 w 19"/>
                  <a:gd name="T5" fmla="*/ 5 h 6"/>
                  <a:gd name="T6" fmla="*/ 35 w 19"/>
                  <a:gd name="T7" fmla="*/ 5 h 6"/>
                  <a:gd name="T8" fmla="*/ 0 w 19"/>
                  <a:gd name="T9" fmla="*/ 14 h 6"/>
                  <a:gd name="T10" fmla="*/ 18 w 19"/>
                  <a:gd name="T11" fmla="*/ 21 h 6"/>
                  <a:gd name="T12" fmla="*/ 8 w 19"/>
                  <a:gd name="T13" fmla="*/ 1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2" y="4"/>
                    </a:moveTo>
                    <a:cubicBezTo>
                      <a:pt x="2" y="3"/>
                      <a:pt x="7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17" y="0"/>
                      <a:pt x="14" y="0"/>
                      <a:pt x="10" y="1"/>
                    </a:cubicBezTo>
                    <a:cubicBezTo>
                      <a:pt x="4" y="1"/>
                      <a:pt x="0" y="3"/>
                      <a:pt x="0" y="4"/>
                    </a:cubicBezTo>
                    <a:cubicBezTo>
                      <a:pt x="0" y="5"/>
                      <a:pt x="2" y="6"/>
                      <a:pt x="5" y="6"/>
                    </a:cubicBezTo>
                    <a:cubicBezTo>
                      <a:pt x="4" y="6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3" name="Freeform 1537">
                <a:extLst>
                  <a:ext uri="{FF2B5EF4-FFF2-40B4-BE49-F238E27FC236}">
                    <a16:creationId xmlns:a16="http://schemas.microsoft.com/office/drawing/2014/main" id="{F46A5600-D446-4FFF-8540-0A2C4F1FC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3774"/>
                <a:ext cx="32" cy="11"/>
              </a:xfrm>
              <a:custGeom>
                <a:avLst/>
                <a:gdLst>
                  <a:gd name="T0" fmla="*/ 49 w 21"/>
                  <a:gd name="T1" fmla="*/ 0 h 7"/>
                  <a:gd name="T2" fmla="*/ 62 w 21"/>
                  <a:gd name="T3" fmla="*/ 13 h 7"/>
                  <a:gd name="T4" fmla="*/ 21 w 21"/>
                  <a:gd name="T5" fmla="*/ 22 h 7"/>
                  <a:gd name="T6" fmla="*/ 0 w 21"/>
                  <a:gd name="T7" fmla="*/ 20 h 7"/>
                  <a:gd name="T8" fmla="*/ 27 w 21"/>
                  <a:gd name="T9" fmla="*/ 22 h 7"/>
                  <a:gd name="T10" fmla="*/ 75 w 21"/>
                  <a:gd name="T11" fmla="*/ 14 h 7"/>
                  <a:gd name="T12" fmla="*/ 49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4" y="0"/>
                    </a:moveTo>
                    <a:cubicBezTo>
                      <a:pt x="17" y="1"/>
                      <a:pt x="18" y="2"/>
                      <a:pt x="18" y="3"/>
                    </a:cubicBezTo>
                    <a:cubicBezTo>
                      <a:pt x="18" y="5"/>
                      <a:pt x="13" y="6"/>
                      <a:pt x="6" y="6"/>
                    </a:cubicBezTo>
                    <a:cubicBezTo>
                      <a:pt x="4" y="6"/>
                      <a:pt x="2" y="5"/>
                      <a:pt x="0" y="5"/>
                    </a:cubicBezTo>
                    <a:cubicBezTo>
                      <a:pt x="2" y="6"/>
                      <a:pt x="5" y="6"/>
                      <a:pt x="8" y="6"/>
                    </a:cubicBezTo>
                    <a:cubicBezTo>
                      <a:pt x="15" y="7"/>
                      <a:pt x="21" y="6"/>
                      <a:pt x="21" y="4"/>
                    </a:cubicBezTo>
                    <a:cubicBezTo>
                      <a:pt x="21" y="2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4" name="Freeform 1538">
                <a:extLst>
                  <a:ext uri="{FF2B5EF4-FFF2-40B4-BE49-F238E27FC236}">
                    <a16:creationId xmlns:a16="http://schemas.microsoft.com/office/drawing/2014/main" id="{16CE0809-7F60-4246-9033-2881C04BF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3774"/>
                <a:ext cx="29" cy="8"/>
              </a:xfrm>
              <a:custGeom>
                <a:avLst/>
                <a:gdLst>
                  <a:gd name="T0" fmla="*/ 8 w 19"/>
                  <a:gd name="T1" fmla="*/ 8 h 5"/>
                  <a:gd name="T2" fmla="*/ 41 w 19"/>
                  <a:gd name="T3" fmla="*/ 0 h 5"/>
                  <a:gd name="T4" fmla="*/ 67 w 19"/>
                  <a:gd name="T5" fmla="*/ 8 h 5"/>
                  <a:gd name="T6" fmla="*/ 35 w 19"/>
                  <a:gd name="T7" fmla="*/ 0 h 5"/>
                  <a:gd name="T8" fmla="*/ 0 w 19"/>
                  <a:gd name="T9" fmla="*/ 8 h 5"/>
                  <a:gd name="T10" fmla="*/ 14 w 19"/>
                  <a:gd name="T11" fmla="*/ 21 h 5"/>
                  <a:gd name="T12" fmla="*/ 8 w 19"/>
                  <a:gd name="T13" fmla="*/ 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2"/>
                    </a:moveTo>
                    <a:cubicBezTo>
                      <a:pt x="2" y="1"/>
                      <a:pt x="7" y="0"/>
                      <a:pt x="12" y="0"/>
                    </a:cubicBezTo>
                    <a:cubicBezTo>
                      <a:pt x="15" y="1"/>
                      <a:pt x="17" y="1"/>
                      <a:pt x="19" y="2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5" y="0"/>
                      <a:pt x="0" y="1"/>
                      <a:pt x="0" y="2"/>
                    </a:cubicBezTo>
                    <a:cubicBezTo>
                      <a:pt x="0" y="3"/>
                      <a:pt x="2" y="4"/>
                      <a:pt x="4" y="5"/>
                    </a:cubicBezTo>
                    <a:cubicBezTo>
                      <a:pt x="3" y="4"/>
                      <a:pt x="1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5" name="Freeform 1539">
                <a:extLst>
                  <a:ext uri="{FF2B5EF4-FFF2-40B4-BE49-F238E27FC236}">
                    <a16:creationId xmlns:a16="http://schemas.microsoft.com/office/drawing/2014/main" id="{D0B4E049-CA09-4C18-838B-AC597FAE9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3809"/>
                <a:ext cx="31" cy="11"/>
              </a:xfrm>
              <a:custGeom>
                <a:avLst/>
                <a:gdLst>
                  <a:gd name="T0" fmla="*/ 47 w 21"/>
                  <a:gd name="T1" fmla="*/ 0 h 7"/>
                  <a:gd name="T2" fmla="*/ 59 w 21"/>
                  <a:gd name="T3" fmla="*/ 14 h 7"/>
                  <a:gd name="T4" fmla="*/ 15 w 21"/>
                  <a:gd name="T5" fmla="*/ 14 h 7"/>
                  <a:gd name="T6" fmla="*/ 0 w 21"/>
                  <a:gd name="T7" fmla="*/ 8 h 7"/>
                  <a:gd name="T8" fmla="*/ 27 w 21"/>
                  <a:gd name="T9" fmla="*/ 20 h 7"/>
                  <a:gd name="T10" fmla="*/ 65 w 21"/>
                  <a:gd name="T11" fmla="*/ 14 h 7"/>
                  <a:gd name="T12" fmla="*/ 47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7" y="1"/>
                      <a:pt x="19" y="3"/>
                      <a:pt x="18" y="4"/>
                    </a:cubicBezTo>
                    <a:cubicBezTo>
                      <a:pt x="18" y="5"/>
                      <a:pt x="12" y="6"/>
                      <a:pt x="5" y="4"/>
                    </a:cubicBezTo>
                    <a:cubicBezTo>
                      <a:pt x="3" y="4"/>
                      <a:pt x="1" y="3"/>
                      <a:pt x="0" y="2"/>
                    </a:cubicBezTo>
                    <a:cubicBezTo>
                      <a:pt x="2" y="3"/>
                      <a:pt x="5" y="4"/>
                      <a:pt x="8" y="5"/>
                    </a:cubicBezTo>
                    <a:cubicBezTo>
                      <a:pt x="14" y="7"/>
                      <a:pt x="20" y="6"/>
                      <a:pt x="20" y="4"/>
                    </a:cubicBezTo>
                    <a:cubicBezTo>
                      <a:pt x="21" y="3"/>
                      <a:pt x="18" y="1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6" name="Freeform 1540">
                <a:extLst>
                  <a:ext uri="{FF2B5EF4-FFF2-40B4-BE49-F238E27FC236}">
                    <a16:creationId xmlns:a16="http://schemas.microsoft.com/office/drawing/2014/main" id="{950DB2C7-5834-40CF-A8CB-807C533EF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3805"/>
                <a:ext cx="28" cy="7"/>
              </a:xfrm>
              <a:custGeom>
                <a:avLst/>
                <a:gdLst>
                  <a:gd name="T0" fmla="*/ 6 w 19"/>
                  <a:gd name="T1" fmla="*/ 12 h 4"/>
                  <a:gd name="T2" fmla="*/ 41 w 19"/>
                  <a:gd name="T3" fmla="*/ 12 h 4"/>
                  <a:gd name="T4" fmla="*/ 60 w 19"/>
                  <a:gd name="T5" fmla="*/ 21 h 4"/>
                  <a:gd name="T6" fmla="*/ 35 w 19"/>
                  <a:gd name="T7" fmla="*/ 7 h 4"/>
                  <a:gd name="T8" fmla="*/ 0 w 19"/>
                  <a:gd name="T9" fmla="*/ 7 h 4"/>
                  <a:gd name="T10" fmla="*/ 13 w 19"/>
                  <a:gd name="T11" fmla="*/ 21 h 4"/>
                  <a:gd name="T12" fmla="*/ 6 w 19"/>
                  <a:gd name="T13" fmla="*/ 1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">
                    <a:moveTo>
                      <a:pt x="2" y="2"/>
                    </a:moveTo>
                    <a:cubicBezTo>
                      <a:pt x="2" y="0"/>
                      <a:pt x="7" y="0"/>
                      <a:pt x="13" y="2"/>
                    </a:cubicBezTo>
                    <a:cubicBezTo>
                      <a:pt x="15" y="2"/>
                      <a:pt x="17" y="3"/>
                      <a:pt x="19" y="4"/>
                    </a:cubicBezTo>
                    <a:cubicBezTo>
                      <a:pt x="17" y="3"/>
                      <a:pt x="14" y="2"/>
                      <a:pt x="11" y="1"/>
                    </a:cubicBezTo>
                    <a:cubicBezTo>
                      <a:pt x="5" y="0"/>
                      <a:pt x="1" y="0"/>
                      <a:pt x="0" y="1"/>
                    </a:cubicBezTo>
                    <a:cubicBezTo>
                      <a:pt x="0" y="2"/>
                      <a:pt x="2" y="3"/>
                      <a:pt x="4" y="4"/>
                    </a:cubicBezTo>
                    <a:cubicBezTo>
                      <a:pt x="3" y="4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" name="Freeform 1541">
                <a:extLst>
                  <a:ext uri="{FF2B5EF4-FFF2-40B4-BE49-F238E27FC236}">
                    <a16:creationId xmlns:a16="http://schemas.microsoft.com/office/drawing/2014/main" id="{6A31A25A-2880-40F7-A701-D25368584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3780"/>
                <a:ext cx="192" cy="61"/>
              </a:xfrm>
              <a:custGeom>
                <a:avLst/>
                <a:gdLst>
                  <a:gd name="T0" fmla="*/ 39 w 128"/>
                  <a:gd name="T1" fmla="*/ 69 h 38"/>
                  <a:gd name="T2" fmla="*/ 291 w 128"/>
                  <a:gd name="T3" fmla="*/ 21 h 38"/>
                  <a:gd name="T4" fmla="*/ 386 w 128"/>
                  <a:gd name="T5" fmla="*/ 0 h 38"/>
                  <a:gd name="T6" fmla="*/ 423 w 128"/>
                  <a:gd name="T7" fmla="*/ 13 h 38"/>
                  <a:gd name="T8" fmla="*/ 431 w 128"/>
                  <a:gd name="T9" fmla="*/ 56 h 38"/>
                  <a:gd name="T10" fmla="*/ 405 w 128"/>
                  <a:gd name="T11" fmla="*/ 82 h 38"/>
                  <a:gd name="T12" fmla="*/ 174 w 128"/>
                  <a:gd name="T13" fmla="*/ 124 h 38"/>
                  <a:gd name="T14" fmla="*/ 39 w 128"/>
                  <a:gd name="T15" fmla="*/ 153 h 38"/>
                  <a:gd name="T16" fmla="*/ 5 w 128"/>
                  <a:gd name="T17" fmla="*/ 132 h 38"/>
                  <a:gd name="T18" fmla="*/ 0 w 128"/>
                  <a:gd name="T19" fmla="*/ 95 h 38"/>
                  <a:gd name="T20" fmla="*/ 5 w 128"/>
                  <a:gd name="T21" fmla="*/ 82 h 38"/>
                  <a:gd name="T22" fmla="*/ 39 w 128"/>
                  <a:gd name="T23" fmla="*/ 69 h 38"/>
                  <a:gd name="T24" fmla="*/ 39 w 128"/>
                  <a:gd name="T25" fmla="*/ 69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8" h="38">
                    <a:moveTo>
                      <a:pt x="11" y="17"/>
                    </a:moveTo>
                    <a:cubicBezTo>
                      <a:pt x="12" y="16"/>
                      <a:pt x="67" y="8"/>
                      <a:pt x="86" y="5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9" y="0"/>
                      <a:pt x="124" y="0"/>
                      <a:pt x="125" y="3"/>
                    </a:cubicBezTo>
                    <a:cubicBezTo>
                      <a:pt x="125" y="3"/>
                      <a:pt x="127" y="14"/>
                      <a:pt x="127" y="14"/>
                    </a:cubicBezTo>
                    <a:cubicBezTo>
                      <a:pt x="128" y="17"/>
                      <a:pt x="125" y="19"/>
                      <a:pt x="120" y="20"/>
                    </a:cubicBezTo>
                    <a:cubicBezTo>
                      <a:pt x="120" y="20"/>
                      <a:pt x="66" y="28"/>
                      <a:pt x="51" y="30"/>
                    </a:cubicBezTo>
                    <a:cubicBezTo>
                      <a:pt x="36" y="32"/>
                      <a:pt x="13" y="37"/>
                      <a:pt x="11" y="37"/>
                    </a:cubicBezTo>
                    <a:cubicBezTo>
                      <a:pt x="6" y="38"/>
                      <a:pt x="2" y="36"/>
                      <a:pt x="1" y="3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2"/>
                      <a:pt x="0" y="21"/>
                      <a:pt x="1" y="20"/>
                    </a:cubicBezTo>
                    <a:cubicBezTo>
                      <a:pt x="3" y="18"/>
                      <a:pt x="6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" name="Freeform 1542">
                <a:extLst>
                  <a:ext uri="{FF2B5EF4-FFF2-40B4-BE49-F238E27FC236}">
                    <a16:creationId xmlns:a16="http://schemas.microsoft.com/office/drawing/2014/main" id="{40B9B46F-5813-45C8-9A5F-4661B38D8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3756"/>
                <a:ext cx="192" cy="54"/>
              </a:xfrm>
              <a:custGeom>
                <a:avLst/>
                <a:gdLst>
                  <a:gd name="T0" fmla="*/ 383 w 128"/>
                  <a:gd name="T1" fmla="*/ 5 h 34"/>
                  <a:gd name="T2" fmla="*/ 431 w 128"/>
                  <a:gd name="T3" fmla="*/ 21 h 34"/>
                  <a:gd name="T4" fmla="*/ 432 w 128"/>
                  <a:gd name="T5" fmla="*/ 60 h 34"/>
                  <a:gd name="T6" fmla="*/ 396 w 128"/>
                  <a:gd name="T7" fmla="*/ 89 h 34"/>
                  <a:gd name="T8" fmla="*/ 291 w 128"/>
                  <a:gd name="T9" fmla="*/ 102 h 34"/>
                  <a:gd name="T10" fmla="*/ 45 w 128"/>
                  <a:gd name="T11" fmla="*/ 132 h 34"/>
                  <a:gd name="T12" fmla="*/ 5 w 128"/>
                  <a:gd name="T13" fmla="*/ 116 h 34"/>
                  <a:gd name="T14" fmla="*/ 0 w 128"/>
                  <a:gd name="T15" fmla="*/ 76 h 34"/>
                  <a:gd name="T16" fmla="*/ 18 w 128"/>
                  <a:gd name="T17" fmla="*/ 48 h 34"/>
                  <a:gd name="T18" fmla="*/ 207 w 128"/>
                  <a:gd name="T19" fmla="*/ 33 h 34"/>
                  <a:gd name="T20" fmla="*/ 383 w 128"/>
                  <a:gd name="T21" fmla="*/ 5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4">
                    <a:moveTo>
                      <a:pt x="113" y="1"/>
                    </a:moveTo>
                    <a:cubicBezTo>
                      <a:pt x="125" y="0"/>
                      <a:pt x="127" y="3"/>
                      <a:pt x="127" y="5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8" y="18"/>
                      <a:pt x="128" y="21"/>
                      <a:pt x="117" y="22"/>
                    </a:cubicBezTo>
                    <a:cubicBezTo>
                      <a:pt x="117" y="22"/>
                      <a:pt x="110" y="22"/>
                      <a:pt x="86" y="25"/>
                    </a:cubicBezTo>
                    <a:cubicBezTo>
                      <a:pt x="61" y="28"/>
                      <a:pt x="13" y="33"/>
                      <a:pt x="13" y="33"/>
                    </a:cubicBezTo>
                    <a:cubicBezTo>
                      <a:pt x="4" y="34"/>
                      <a:pt x="1" y="32"/>
                      <a:pt x="1" y="2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4"/>
                      <a:pt x="2" y="13"/>
                      <a:pt x="5" y="12"/>
                    </a:cubicBezTo>
                    <a:cubicBezTo>
                      <a:pt x="5" y="12"/>
                      <a:pt x="38" y="10"/>
                      <a:pt x="61" y="8"/>
                    </a:cubicBezTo>
                    <a:cubicBezTo>
                      <a:pt x="83" y="5"/>
                      <a:pt x="113" y="1"/>
                      <a:pt x="113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9" name="Freeform 1543">
                <a:extLst>
                  <a:ext uri="{FF2B5EF4-FFF2-40B4-BE49-F238E27FC236}">
                    <a16:creationId xmlns:a16="http://schemas.microsoft.com/office/drawing/2014/main" id="{8B518624-103B-46A3-A18B-E0A0D204F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3756"/>
                <a:ext cx="192" cy="46"/>
              </a:xfrm>
              <a:custGeom>
                <a:avLst/>
                <a:gdLst>
                  <a:gd name="T0" fmla="*/ 413 w 128"/>
                  <a:gd name="T1" fmla="*/ 27 h 29"/>
                  <a:gd name="T2" fmla="*/ 432 w 128"/>
                  <a:gd name="T3" fmla="*/ 56 h 29"/>
                  <a:gd name="T4" fmla="*/ 431 w 128"/>
                  <a:gd name="T5" fmla="*/ 90 h 29"/>
                  <a:gd name="T6" fmla="*/ 377 w 128"/>
                  <a:gd name="T7" fmla="*/ 111 h 29"/>
                  <a:gd name="T8" fmla="*/ 176 w 128"/>
                  <a:gd name="T9" fmla="*/ 95 h 29"/>
                  <a:gd name="T10" fmla="*/ 32 w 128"/>
                  <a:gd name="T11" fmla="*/ 89 h 29"/>
                  <a:gd name="T12" fmla="*/ 0 w 128"/>
                  <a:gd name="T13" fmla="*/ 60 h 29"/>
                  <a:gd name="T14" fmla="*/ 5 w 128"/>
                  <a:gd name="T15" fmla="*/ 21 h 29"/>
                  <a:gd name="T16" fmla="*/ 27 w 128"/>
                  <a:gd name="T17" fmla="*/ 0 h 29"/>
                  <a:gd name="T18" fmla="*/ 210 w 128"/>
                  <a:gd name="T19" fmla="*/ 16 h 29"/>
                  <a:gd name="T20" fmla="*/ 413 w 128"/>
                  <a:gd name="T21" fmla="*/ 27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9">
                    <a:moveTo>
                      <a:pt x="122" y="7"/>
                    </a:moveTo>
                    <a:cubicBezTo>
                      <a:pt x="127" y="8"/>
                      <a:pt x="128" y="11"/>
                      <a:pt x="128" y="14"/>
                    </a:cubicBezTo>
                    <a:cubicBezTo>
                      <a:pt x="127" y="23"/>
                      <a:pt x="127" y="23"/>
                      <a:pt x="127" y="23"/>
                    </a:cubicBezTo>
                    <a:cubicBezTo>
                      <a:pt x="127" y="26"/>
                      <a:pt x="127" y="29"/>
                      <a:pt x="111" y="2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21"/>
                      <a:pt x="0" y="18"/>
                      <a:pt x="0" y="1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1"/>
                      <a:pt x="3" y="0"/>
                      <a:pt x="8" y="0"/>
                    </a:cubicBezTo>
                    <a:cubicBezTo>
                      <a:pt x="8" y="0"/>
                      <a:pt x="49" y="3"/>
                      <a:pt x="62" y="4"/>
                    </a:cubicBezTo>
                    <a:cubicBezTo>
                      <a:pt x="74" y="5"/>
                      <a:pt x="121" y="7"/>
                      <a:pt x="122" y="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0" name="Freeform 1544">
                <a:extLst>
                  <a:ext uri="{FF2B5EF4-FFF2-40B4-BE49-F238E27FC236}">
                    <a16:creationId xmlns:a16="http://schemas.microsoft.com/office/drawing/2014/main" id="{1F044F8D-2BC1-4637-A610-6FA45EAAA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3769"/>
                <a:ext cx="192" cy="80"/>
              </a:xfrm>
              <a:custGeom>
                <a:avLst/>
                <a:gdLst>
                  <a:gd name="T0" fmla="*/ 21 w 128"/>
                  <a:gd name="T1" fmla="*/ 90 h 50"/>
                  <a:gd name="T2" fmla="*/ 21 w 128"/>
                  <a:gd name="T3" fmla="*/ 90 h 50"/>
                  <a:gd name="T4" fmla="*/ 5 w 128"/>
                  <a:gd name="T5" fmla="*/ 61 h 50"/>
                  <a:gd name="T6" fmla="*/ 12 w 128"/>
                  <a:gd name="T7" fmla="*/ 26 h 50"/>
                  <a:gd name="T8" fmla="*/ 68 w 128"/>
                  <a:gd name="T9" fmla="*/ 16 h 50"/>
                  <a:gd name="T10" fmla="*/ 261 w 128"/>
                  <a:gd name="T11" fmla="*/ 74 h 50"/>
                  <a:gd name="T12" fmla="*/ 396 w 128"/>
                  <a:gd name="T13" fmla="*/ 110 h 50"/>
                  <a:gd name="T14" fmla="*/ 431 w 128"/>
                  <a:gd name="T15" fmla="*/ 144 h 50"/>
                  <a:gd name="T16" fmla="*/ 423 w 128"/>
                  <a:gd name="T17" fmla="*/ 179 h 50"/>
                  <a:gd name="T18" fmla="*/ 396 w 128"/>
                  <a:gd name="T19" fmla="*/ 200 h 50"/>
                  <a:gd name="T20" fmla="*/ 207 w 128"/>
                  <a:gd name="T21" fmla="*/ 150 h 50"/>
                  <a:gd name="T22" fmla="*/ 21 w 128"/>
                  <a:gd name="T23" fmla="*/ 90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50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3" y="21"/>
                      <a:pt x="0" y="20"/>
                      <a:pt x="1" y="1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3"/>
                      <a:pt x="4" y="0"/>
                      <a:pt x="20" y="4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117" y="27"/>
                      <a:pt x="117" y="27"/>
                      <a:pt x="117" y="27"/>
                    </a:cubicBezTo>
                    <a:cubicBezTo>
                      <a:pt x="123" y="28"/>
                      <a:pt x="128" y="32"/>
                      <a:pt x="127" y="35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4" y="48"/>
                      <a:pt x="121" y="50"/>
                      <a:pt x="117" y="49"/>
                    </a:cubicBezTo>
                    <a:cubicBezTo>
                      <a:pt x="117" y="48"/>
                      <a:pt x="73" y="40"/>
                      <a:pt x="61" y="37"/>
                    </a:cubicBezTo>
                    <a:cubicBezTo>
                      <a:pt x="49" y="34"/>
                      <a:pt x="6" y="22"/>
                      <a:pt x="6" y="2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1" name="Freeform 1545">
                <a:extLst>
                  <a:ext uri="{FF2B5EF4-FFF2-40B4-BE49-F238E27FC236}">
                    <a16:creationId xmlns:a16="http://schemas.microsoft.com/office/drawing/2014/main" id="{DBE9F5C0-D61C-479A-A0B3-5A87CDBF5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3820"/>
                <a:ext cx="185" cy="113"/>
              </a:xfrm>
              <a:custGeom>
                <a:avLst/>
                <a:gdLst>
                  <a:gd name="T0" fmla="*/ 400 w 123"/>
                  <a:gd name="T1" fmla="*/ 197 h 71"/>
                  <a:gd name="T2" fmla="*/ 412 w 123"/>
                  <a:gd name="T3" fmla="*/ 231 h 71"/>
                  <a:gd name="T4" fmla="*/ 399 w 123"/>
                  <a:gd name="T5" fmla="*/ 266 h 71"/>
                  <a:gd name="T6" fmla="*/ 340 w 123"/>
                  <a:gd name="T7" fmla="*/ 261 h 71"/>
                  <a:gd name="T8" fmla="*/ 161 w 123"/>
                  <a:gd name="T9" fmla="*/ 162 h 71"/>
                  <a:gd name="T10" fmla="*/ 26 w 123"/>
                  <a:gd name="T11" fmla="*/ 94 h 71"/>
                  <a:gd name="T12" fmla="*/ 5 w 123"/>
                  <a:gd name="T13" fmla="*/ 56 h 71"/>
                  <a:gd name="T14" fmla="*/ 18 w 123"/>
                  <a:gd name="T15" fmla="*/ 21 h 71"/>
                  <a:gd name="T16" fmla="*/ 45 w 123"/>
                  <a:gd name="T17" fmla="*/ 8 h 71"/>
                  <a:gd name="T18" fmla="*/ 215 w 123"/>
                  <a:gd name="T19" fmla="*/ 102 h 71"/>
                  <a:gd name="T20" fmla="*/ 400 w 123"/>
                  <a:gd name="T21" fmla="*/ 197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3" h="71">
                    <a:moveTo>
                      <a:pt x="118" y="49"/>
                    </a:moveTo>
                    <a:cubicBezTo>
                      <a:pt x="123" y="51"/>
                      <a:pt x="122" y="55"/>
                      <a:pt x="121" y="57"/>
                    </a:cubicBezTo>
                    <a:cubicBezTo>
                      <a:pt x="117" y="66"/>
                      <a:pt x="117" y="66"/>
                      <a:pt x="117" y="66"/>
                    </a:cubicBezTo>
                    <a:cubicBezTo>
                      <a:pt x="116" y="69"/>
                      <a:pt x="115" y="71"/>
                      <a:pt x="100" y="65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2" y="21"/>
                      <a:pt x="0" y="17"/>
                      <a:pt x="1" y="1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1"/>
                      <a:pt x="9" y="0"/>
                      <a:pt x="13" y="2"/>
                    </a:cubicBezTo>
                    <a:cubicBezTo>
                      <a:pt x="14" y="2"/>
                      <a:pt x="51" y="20"/>
                      <a:pt x="63" y="25"/>
                    </a:cubicBezTo>
                    <a:cubicBezTo>
                      <a:pt x="74" y="30"/>
                      <a:pt x="117" y="49"/>
                      <a:pt x="118" y="49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2" name="Freeform 1546">
                <a:extLst>
                  <a:ext uri="{FF2B5EF4-FFF2-40B4-BE49-F238E27FC236}">
                    <a16:creationId xmlns:a16="http://schemas.microsoft.com/office/drawing/2014/main" id="{A1E8951E-7ED8-456A-9CA3-4976AB2CB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3871"/>
                <a:ext cx="38" cy="22"/>
              </a:xfrm>
              <a:custGeom>
                <a:avLst/>
                <a:gdLst>
                  <a:gd name="T0" fmla="*/ 5 w 25"/>
                  <a:gd name="T1" fmla="*/ 8 h 14"/>
                  <a:gd name="T2" fmla="*/ 49 w 25"/>
                  <a:gd name="T3" fmla="*/ 14 h 14"/>
                  <a:gd name="T4" fmla="*/ 84 w 25"/>
                  <a:gd name="T5" fmla="*/ 47 h 14"/>
                  <a:gd name="T6" fmla="*/ 40 w 25"/>
                  <a:gd name="T7" fmla="*/ 39 h 14"/>
                  <a:gd name="T8" fmla="*/ 5 w 25"/>
                  <a:gd name="T9" fmla="*/ 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1" y="2"/>
                    </a:moveTo>
                    <a:cubicBezTo>
                      <a:pt x="2" y="0"/>
                      <a:pt x="8" y="1"/>
                      <a:pt x="14" y="4"/>
                    </a:cubicBezTo>
                    <a:cubicBezTo>
                      <a:pt x="20" y="7"/>
                      <a:pt x="25" y="10"/>
                      <a:pt x="24" y="12"/>
                    </a:cubicBezTo>
                    <a:cubicBezTo>
                      <a:pt x="23" y="14"/>
                      <a:pt x="17" y="13"/>
                      <a:pt x="11" y="10"/>
                    </a:cubicBezTo>
                    <a:cubicBezTo>
                      <a:pt x="5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3" name="Freeform 1547">
                <a:extLst>
                  <a:ext uri="{FF2B5EF4-FFF2-40B4-BE49-F238E27FC236}">
                    <a16:creationId xmlns:a16="http://schemas.microsoft.com/office/drawing/2014/main" id="{73C2DC3F-8507-4A89-ABF8-65D682377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" y="3866"/>
                <a:ext cx="36" cy="23"/>
              </a:xfrm>
              <a:custGeom>
                <a:avLst/>
                <a:gdLst>
                  <a:gd name="T0" fmla="*/ 0 w 24"/>
                  <a:gd name="T1" fmla="*/ 8 h 14"/>
                  <a:gd name="T2" fmla="*/ 45 w 24"/>
                  <a:gd name="T3" fmla="*/ 20 h 14"/>
                  <a:gd name="T4" fmla="*/ 80 w 24"/>
                  <a:gd name="T5" fmla="*/ 54 h 14"/>
                  <a:gd name="T6" fmla="*/ 35 w 24"/>
                  <a:gd name="T7" fmla="*/ 43 h 14"/>
                  <a:gd name="T8" fmla="*/ 0 w 24"/>
                  <a:gd name="T9" fmla="*/ 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0" y="2"/>
                    </a:moveTo>
                    <a:cubicBezTo>
                      <a:pt x="1" y="0"/>
                      <a:pt x="7" y="1"/>
                      <a:pt x="13" y="4"/>
                    </a:cubicBezTo>
                    <a:cubicBezTo>
                      <a:pt x="19" y="7"/>
                      <a:pt x="24" y="10"/>
                      <a:pt x="23" y="12"/>
                    </a:cubicBezTo>
                    <a:cubicBezTo>
                      <a:pt x="22" y="14"/>
                      <a:pt x="17" y="13"/>
                      <a:pt x="10" y="10"/>
                    </a:cubicBezTo>
                    <a:cubicBezTo>
                      <a:pt x="4" y="7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4" name="Freeform 1548">
                <a:extLst>
                  <a:ext uri="{FF2B5EF4-FFF2-40B4-BE49-F238E27FC236}">
                    <a16:creationId xmlns:a16="http://schemas.microsoft.com/office/drawing/2014/main" id="{19CC2FEE-3282-4CEB-9C0D-4295133B0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3825"/>
                <a:ext cx="79" cy="35"/>
              </a:xfrm>
              <a:custGeom>
                <a:avLst/>
                <a:gdLst>
                  <a:gd name="T0" fmla="*/ 1 w 53"/>
                  <a:gd name="T1" fmla="*/ 40 h 22"/>
                  <a:gd name="T2" fmla="*/ 15 w 53"/>
                  <a:gd name="T3" fmla="*/ 5 h 22"/>
                  <a:gd name="T4" fmla="*/ 60 w 53"/>
                  <a:gd name="T5" fmla="*/ 25 h 22"/>
                  <a:gd name="T6" fmla="*/ 119 w 53"/>
                  <a:gd name="T7" fmla="*/ 56 h 22"/>
                  <a:gd name="T8" fmla="*/ 149 w 53"/>
                  <a:gd name="T9" fmla="*/ 73 h 22"/>
                  <a:gd name="T10" fmla="*/ 176 w 53"/>
                  <a:gd name="T11" fmla="*/ 89 h 22"/>
                  <a:gd name="T12" fmla="*/ 55 w 53"/>
                  <a:gd name="T13" fmla="*/ 33 h 22"/>
                  <a:gd name="T14" fmla="*/ 19 w 53"/>
                  <a:gd name="T15" fmla="*/ 29 h 22"/>
                  <a:gd name="T16" fmla="*/ 0 w 53"/>
                  <a:gd name="T17" fmla="*/ 48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22">
                    <a:moveTo>
                      <a:pt x="1" y="10"/>
                    </a:moveTo>
                    <a:cubicBezTo>
                      <a:pt x="2" y="8"/>
                      <a:pt x="2" y="2"/>
                      <a:pt x="5" y="1"/>
                    </a:cubicBezTo>
                    <a:cubicBezTo>
                      <a:pt x="9" y="0"/>
                      <a:pt x="15" y="4"/>
                      <a:pt x="18" y="6"/>
                    </a:cubicBezTo>
                    <a:cubicBezTo>
                      <a:pt x="24" y="9"/>
                      <a:pt x="30" y="11"/>
                      <a:pt x="36" y="14"/>
                    </a:cubicBezTo>
                    <a:cubicBezTo>
                      <a:pt x="39" y="15"/>
                      <a:pt x="42" y="17"/>
                      <a:pt x="45" y="18"/>
                    </a:cubicBezTo>
                    <a:cubicBezTo>
                      <a:pt x="47" y="19"/>
                      <a:pt x="51" y="20"/>
                      <a:pt x="53" y="22"/>
                    </a:cubicBezTo>
                    <a:cubicBezTo>
                      <a:pt x="41" y="19"/>
                      <a:pt x="29" y="12"/>
                      <a:pt x="17" y="8"/>
                    </a:cubicBezTo>
                    <a:cubicBezTo>
                      <a:pt x="13" y="6"/>
                      <a:pt x="9" y="5"/>
                      <a:pt x="6" y="7"/>
                    </a:cubicBezTo>
                    <a:cubicBezTo>
                      <a:pt x="3" y="8"/>
                      <a:pt x="1" y="10"/>
                      <a:pt x="0" y="12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5" name="Freeform 1549">
                <a:extLst>
                  <a:ext uri="{FF2B5EF4-FFF2-40B4-BE49-F238E27FC236}">
                    <a16:creationId xmlns:a16="http://schemas.microsoft.com/office/drawing/2014/main" id="{641D3E8C-3B1D-4CBC-819E-8F5EEDAF4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3876"/>
                <a:ext cx="117" cy="51"/>
              </a:xfrm>
              <a:custGeom>
                <a:avLst/>
                <a:gdLst>
                  <a:gd name="T0" fmla="*/ 0 w 78"/>
                  <a:gd name="T1" fmla="*/ 0 h 32"/>
                  <a:gd name="T2" fmla="*/ 180 w 78"/>
                  <a:gd name="T3" fmla="*/ 102 h 32"/>
                  <a:gd name="T4" fmla="*/ 248 w 78"/>
                  <a:gd name="T5" fmla="*/ 124 h 32"/>
                  <a:gd name="T6" fmla="*/ 264 w 78"/>
                  <a:gd name="T7" fmla="*/ 81 h 32"/>
                  <a:gd name="T8" fmla="*/ 234 w 78"/>
                  <a:gd name="T9" fmla="*/ 110 h 32"/>
                  <a:gd name="T10" fmla="*/ 201 w 78"/>
                  <a:gd name="T11" fmla="*/ 97 h 32"/>
                  <a:gd name="T12" fmla="*/ 156 w 78"/>
                  <a:gd name="T13" fmla="*/ 73 h 32"/>
                  <a:gd name="T14" fmla="*/ 75 w 78"/>
                  <a:gd name="T15" fmla="*/ 33 h 32"/>
                  <a:gd name="T16" fmla="*/ 35 w 78"/>
                  <a:gd name="T17" fmla="*/ 16 h 32"/>
                  <a:gd name="T18" fmla="*/ 8 w 78"/>
                  <a:gd name="T19" fmla="*/ 5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32">
                    <a:moveTo>
                      <a:pt x="0" y="0"/>
                    </a:moveTo>
                    <a:cubicBezTo>
                      <a:pt x="19" y="8"/>
                      <a:pt x="35" y="16"/>
                      <a:pt x="53" y="25"/>
                    </a:cubicBezTo>
                    <a:cubicBezTo>
                      <a:pt x="57" y="27"/>
                      <a:pt x="69" y="32"/>
                      <a:pt x="73" y="31"/>
                    </a:cubicBezTo>
                    <a:cubicBezTo>
                      <a:pt x="77" y="29"/>
                      <a:pt x="78" y="23"/>
                      <a:pt x="78" y="20"/>
                    </a:cubicBezTo>
                    <a:cubicBezTo>
                      <a:pt x="77" y="23"/>
                      <a:pt x="74" y="28"/>
                      <a:pt x="69" y="27"/>
                    </a:cubicBezTo>
                    <a:cubicBezTo>
                      <a:pt x="66" y="27"/>
                      <a:pt x="62" y="25"/>
                      <a:pt x="59" y="24"/>
                    </a:cubicBezTo>
                    <a:cubicBezTo>
                      <a:pt x="55" y="22"/>
                      <a:pt x="51" y="20"/>
                      <a:pt x="46" y="18"/>
                    </a:cubicBezTo>
                    <a:cubicBezTo>
                      <a:pt x="38" y="15"/>
                      <a:pt x="30" y="11"/>
                      <a:pt x="22" y="8"/>
                    </a:cubicBezTo>
                    <a:cubicBezTo>
                      <a:pt x="18" y="7"/>
                      <a:pt x="14" y="5"/>
                      <a:pt x="10" y="4"/>
                    </a:cubicBezTo>
                    <a:cubicBezTo>
                      <a:pt x="8" y="3"/>
                      <a:pt x="5" y="1"/>
                      <a:pt x="2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6" name="Freeform 1550">
                <a:extLst>
                  <a:ext uri="{FF2B5EF4-FFF2-40B4-BE49-F238E27FC236}">
                    <a16:creationId xmlns:a16="http://schemas.microsoft.com/office/drawing/2014/main" id="{E3AAEB78-B563-4B1C-AE6C-8733502F0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9" y="3876"/>
                <a:ext cx="30" cy="13"/>
              </a:xfrm>
              <a:custGeom>
                <a:avLst/>
                <a:gdLst>
                  <a:gd name="T0" fmla="*/ 53 w 20"/>
                  <a:gd name="T1" fmla="*/ 5 h 8"/>
                  <a:gd name="T2" fmla="*/ 62 w 20"/>
                  <a:gd name="T3" fmla="*/ 21 h 8"/>
                  <a:gd name="T4" fmla="*/ 18 w 20"/>
                  <a:gd name="T5" fmla="*/ 13 h 8"/>
                  <a:gd name="T6" fmla="*/ 0 w 20"/>
                  <a:gd name="T7" fmla="*/ 0 h 8"/>
                  <a:gd name="T8" fmla="*/ 26 w 20"/>
                  <a:gd name="T9" fmla="*/ 18 h 8"/>
                  <a:gd name="T10" fmla="*/ 68 w 20"/>
                  <a:gd name="T11" fmla="*/ 26 h 8"/>
                  <a:gd name="T12" fmla="*/ 53 w 20"/>
                  <a:gd name="T13" fmla="*/ 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8">
                    <a:moveTo>
                      <a:pt x="15" y="1"/>
                    </a:moveTo>
                    <a:cubicBezTo>
                      <a:pt x="17" y="2"/>
                      <a:pt x="18" y="4"/>
                      <a:pt x="18" y="5"/>
                    </a:cubicBezTo>
                    <a:cubicBezTo>
                      <a:pt x="17" y="6"/>
                      <a:pt x="11" y="6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2" y="1"/>
                      <a:pt x="4" y="3"/>
                      <a:pt x="7" y="4"/>
                    </a:cubicBezTo>
                    <a:cubicBezTo>
                      <a:pt x="13" y="7"/>
                      <a:pt x="19" y="8"/>
                      <a:pt x="20" y="6"/>
                    </a:cubicBezTo>
                    <a:cubicBezTo>
                      <a:pt x="20" y="5"/>
                      <a:pt x="18" y="3"/>
                      <a:pt x="15" y="1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7" name="Freeform 1551">
                <a:extLst>
                  <a:ext uri="{FF2B5EF4-FFF2-40B4-BE49-F238E27FC236}">
                    <a16:creationId xmlns:a16="http://schemas.microsoft.com/office/drawing/2014/main" id="{1A926DB8-2B6B-486A-8226-2FD1388C1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8" y="3868"/>
                <a:ext cx="27" cy="13"/>
              </a:xfrm>
              <a:custGeom>
                <a:avLst/>
                <a:gdLst>
                  <a:gd name="T0" fmla="*/ 5 w 18"/>
                  <a:gd name="T1" fmla="*/ 8 h 8"/>
                  <a:gd name="T2" fmla="*/ 41 w 18"/>
                  <a:gd name="T3" fmla="*/ 18 h 8"/>
                  <a:gd name="T4" fmla="*/ 62 w 18"/>
                  <a:gd name="T5" fmla="*/ 34 h 8"/>
                  <a:gd name="T6" fmla="*/ 35 w 18"/>
                  <a:gd name="T7" fmla="*/ 13 h 8"/>
                  <a:gd name="T8" fmla="*/ 0 w 18"/>
                  <a:gd name="T9" fmla="*/ 8 h 8"/>
                  <a:gd name="T10" fmla="*/ 12 w 18"/>
                  <a:gd name="T11" fmla="*/ 21 h 8"/>
                  <a:gd name="T12" fmla="*/ 5 w 18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1" y="2"/>
                    </a:moveTo>
                    <a:cubicBezTo>
                      <a:pt x="2" y="1"/>
                      <a:pt x="7" y="2"/>
                      <a:pt x="12" y="4"/>
                    </a:cubicBezTo>
                    <a:cubicBezTo>
                      <a:pt x="14" y="5"/>
                      <a:pt x="16" y="7"/>
                      <a:pt x="18" y="8"/>
                    </a:cubicBezTo>
                    <a:cubicBezTo>
                      <a:pt x="16" y="6"/>
                      <a:pt x="14" y="5"/>
                      <a:pt x="10" y="3"/>
                    </a:cubicBezTo>
                    <a:cubicBezTo>
                      <a:pt x="5" y="1"/>
                      <a:pt x="1" y="0"/>
                      <a:pt x="0" y="2"/>
                    </a:cubicBezTo>
                    <a:cubicBezTo>
                      <a:pt x="0" y="3"/>
                      <a:pt x="1" y="4"/>
                      <a:pt x="3" y="5"/>
                    </a:cubicBezTo>
                    <a:cubicBezTo>
                      <a:pt x="2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8" name="Freeform 1552">
                <a:extLst>
                  <a:ext uri="{FF2B5EF4-FFF2-40B4-BE49-F238E27FC236}">
                    <a16:creationId xmlns:a16="http://schemas.microsoft.com/office/drawing/2014/main" id="{F226A6A5-2C1D-4B19-99D3-AD67516E2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3820"/>
                <a:ext cx="185" cy="113"/>
              </a:xfrm>
              <a:custGeom>
                <a:avLst/>
                <a:gdLst>
                  <a:gd name="T0" fmla="*/ 400 w 123"/>
                  <a:gd name="T1" fmla="*/ 197 h 71"/>
                  <a:gd name="T2" fmla="*/ 412 w 123"/>
                  <a:gd name="T3" fmla="*/ 231 h 71"/>
                  <a:gd name="T4" fmla="*/ 399 w 123"/>
                  <a:gd name="T5" fmla="*/ 266 h 71"/>
                  <a:gd name="T6" fmla="*/ 340 w 123"/>
                  <a:gd name="T7" fmla="*/ 261 h 71"/>
                  <a:gd name="T8" fmla="*/ 161 w 123"/>
                  <a:gd name="T9" fmla="*/ 162 h 71"/>
                  <a:gd name="T10" fmla="*/ 26 w 123"/>
                  <a:gd name="T11" fmla="*/ 94 h 71"/>
                  <a:gd name="T12" fmla="*/ 5 w 123"/>
                  <a:gd name="T13" fmla="*/ 56 h 71"/>
                  <a:gd name="T14" fmla="*/ 18 w 123"/>
                  <a:gd name="T15" fmla="*/ 21 h 71"/>
                  <a:gd name="T16" fmla="*/ 45 w 123"/>
                  <a:gd name="T17" fmla="*/ 8 h 71"/>
                  <a:gd name="T18" fmla="*/ 215 w 123"/>
                  <a:gd name="T19" fmla="*/ 102 h 71"/>
                  <a:gd name="T20" fmla="*/ 400 w 123"/>
                  <a:gd name="T21" fmla="*/ 197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3" h="71">
                    <a:moveTo>
                      <a:pt x="118" y="49"/>
                    </a:moveTo>
                    <a:cubicBezTo>
                      <a:pt x="123" y="51"/>
                      <a:pt x="122" y="55"/>
                      <a:pt x="121" y="57"/>
                    </a:cubicBezTo>
                    <a:cubicBezTo>
                      <a:pt x="117" y="66"/>
                      <a:pt x="117" y="66"/>
                      <a:pt x="117" y="66"/>
                    </a:cubicBezTo>
                    <a:cubicBezTo>
                      <a:pt x="116" y="69"/>
                      <a:pt x="115" y="71"/>
                      <a:pt x="100" y="65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2" y="21"/>
                      <a:pt x="0" y="17"/>
                      <a:pt x="1" y="1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1"/>
                      <a:pt x="9" y="0"/>
                      <a:pt x="13" y="2"/>
                    </a:cubicBezTo>
                    <a:cubicBezTo>
                      <a:pt x="14" y="2"/>
                      <a:pt x="51" y="20"/>
                      <a:pt x="63" y="25"/>
                    </a:cubicBezTo>
                    <a:cubicBezTo>
                      <a:pt x="74" y="30"/>
                      <a:pt x="117" y="49"/>
                      <a:pt x="118" y="4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9" name="Freeform 1553">
                <a:extLst>
                  <a:ext uri="{FF2B5EF4-FFF2-40B4-BE49-F238E27FC236}">
                    <a16:creationId xmlns:a16="http://schemas.microsoft.com/office/drawing/2014/main" id="{F26E5FFB-0AE5-4A2D-9754-96B8DFCCB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4" y="3908"/>
                <a:ext cx="108" cy="89"/>
              </a:xfrm>
              <a:custGeom>
                <a:avLst/>
                <a:gdLst>
                  <a:gd name="T0" fmla="*/ 243 w 72"/>
                  <a:gd name="T1" fmla="*/ 145 h 56"/>
                  <a:gd name="T2" fmla="*/ 207 w 72"/>
                  <a:gd name="T3" fmla="*/ 121 h 56"/>
                  <a:gd name="T4" fmla="*/ 53 w 72"/>
                  <a:gd name="T5" fmla="*/ 8 h 56"/>
                  <a:gd name="T6" fmla="*/ 21 w 72"/>
                  <a:gd name="T7" fmla="*/ 16 h 56"/>
                  <a:gd name="T8" fmla="*/ 5 w 72"/>
                  <a:gd name="T9" fmla="*/ 52 h 56"/>
                  <a:gd name="T10" fmla="*/ 21 w 72"/>
                  <a:gd name="T11" fmla="*/ 89 h 56"/>
                  <a:gd name="T12" fmla="*/ 149 w 72"/>
                  <a:gd name="T13" fmla="*/ 172 h 56"/>
                  <a:gd name="T14" fmla="*/ 221 w 72"/>
                  <a:gd name="T15" fmla="*/ 224 h 56"/>
                  <a:gd name="T16" fmla="*/ 243 w 72"/>
                  <a:gd name="T17" fmla="*/ 145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56">
                    <a:moveTo>
                      <a:pt x="72" y="36"/>
                    </a:moveTo>
                    <a:cubicBezTo>
                      <a:pt x="67" y="34"/>
                      <a:pt x="63" y="31"/>
                      <a:pt x="61" y="30"/>
                    </a:cubicBezTo>
                    <a:cubicBezTo>
                      <a:pt x="50" y="24"/>
                      <a:pt x="15" y="2"/>
                      <a:pt x="15" y="2"/>
                    </a:cubicBezTo>
                    <a:cubicBezTo>
                      <a:pt x="11" y="0"/>
                      <a:pt x="8" y="1"/>
                      <a:pt x="6" y="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5"/>
                      <a:pt x="2" y="20"/>
                      <a:pt x="6" y="22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65" y="56"/>
                      <a:pt x="65" y="56"/>
                      <a:pt x="65" y="56"/>
                    </a:cubicBezTo>
                    <a:lnTo>
                      <a:pt x="72" y="36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0" name="Freeform 1554">
                <a:extLst>
                  <a:ext uri="{FF2B5EF4-FFF2-40B4-BE49-F238E27FC236}">
                    <a16:creationId xmlns:a16="http://schemas.microsoft.com/office/drawing/2014/main" id="{4690F3EE-F7FF-463A-910F-11F1AC7FD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0" y="3959"/>
                <a:ext cx="34" cy="24"/>
              </a:xfrm>
              <a:custGeom>
                <a:avLst/>
                <a:gdLst>
                  <a:gd name="T0" fmla="*/ 1 w 23"/>
                  <a:gd name="T1" fmla="*/ 5 h 15"/>
                  <a:gd name="T2" fmla="*/ 41 w 23"/>
                  <a:gd name="T3" fmla="*/ 21 h 15"/>
                  <a:gd name="T4" fmla="*/ 72 w 23"/>
                  <a:gd name="T5" fmla="*/ 56 h 15"/>
                  <a:gd name="T6" fmla="*/ 33 w 23"/>
                  <a:gd name="T7" fmla="*/ 46 h 15"/>
                  <a:gd name="T8" fmla="*/ 1 w 23"/>
                  <a:gd name="T9" fmla="*/ 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5">
                    <a:moveTo>
                      <a:pt x="1" y="1"/>
                    </a:moveTo>
                    <a:cubicBezTo>
                      <a:pt x="2" y="0"/>
                      <a:pt x="7" y="1"/>
                      <a:pt x="13" y="5"/>
                    </a:cubicBezTo>
                    <a:cubicBezTo>
                      <a:pt x="19" y="8"/>
                      <a:pt x="23" y="12"/>
                      <a:pt x="22" y="14"/>
                    </a:cubicBezTo>
                    <a:cubicBezTo>
                      <a:pt x="21" y="15"/>
                      <a:pt x="16" y="14"/>
                      <a:pt x="10" y="11"/>
                    </a:cubicBezTo>
                    <a:cubicBezTo>
                      <a:pt x="4" y="7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1" name="Freeform 1555">
                <a:extLst>
                  <a:ext uri="{FF2B5EF4-FFF2-40B4-BE49-F238E27FC236}">
                    <a16:creationId xmlns:a16="http://schemas.microsoft.com/office/drawing/2014/main" id="{2263C9E1-49FB-480A-86AC-4340B0990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7" y="3954"/>
                <a:ext cx="36" cy="24"/>
              </a:xfrm>
              <a:custGeom>
                <a:avLst/>
                <a:gdLst>
                  <a:gd name="T0" fmla="*/ 5 w 24"/>
                  <a:gd name="T1" fmla="*/ 5 h 15"/>
                  <a:gd name="T2" fmla="*/ 48 w 24"/>
                  <a:gd name="T3" fmla="*/ 21 h 15"/>
                  <a:gd name="T4" fmla="*/ 80 w 24"/>
                  <a:gd name="T5" fmla="*/ 56 h 15"/>
                  <a:gd name="T6" fmla="*/ 35 w 24"/>
                  <a:gd name="T7" fmla="*/ 46 h 15"/>
                  <a:gd name="T8" fmla="*/ 5 w 24"/>
                  <a:gd name="T9" fmla="*/ 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1" y="1"/>
                    </a:moveTo>
                    <a:cubicBezTo>
                      <a:pt x="2" y="0"/>
                      <a:pt x="8" y="1"/>
                      <a:pt x="14" y="5"/>
                    </a:cubicBezTo>
                    <a:cubicBezTo>
                      <a:pt x="20" y="8"/>
                      <a:pt x="24" y="12"/>
                      <a:pt x="23" y="14"/>
                    </a:cubicBezTo>
                    <a:cubicBezTo>
                      <a:pt x="22" y="15"/>
                      <a:pt x="16" y="14"/>
                      <a:pt x="10" y="11"/>
                    </a:cubicBezTo>
                    <a:cubicBezTo>
                      <a:pt x="4" y="7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2" name="Freeform 1556">
                <a:extLst>
                  <a:ext uri="{FF2B5EF4-FFF2-40B4-BE49-F238E27FC236}">
                    <a16:creationId xmlns:a16="http://schemas.microsoft.com/office/drawing/2014/main" id="{E4BCFE8E-5AAF-4308-9DC7-2B1108F91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" y="3914"/>
                <a:ext cx="78" cy="40"/>
              </a:xfrm>
              <a:custGeom>
                <a:avLst/>
                <a:gdLst>
                  <a:gd name="T0" fmla="*/ 5 w 52"/>
                  <a:gd name="T1" fmla="*/ 34 h 25"/>
                  <a:gd name="T2" fmla="*/ 26 w 52"/>
                  <a:gd name="T3" fmla="*/ 0 h 25"/>
                  <a:gd name="T4" fmla="*/ 62 w 52"/>
                  <a:gd name="T5" fmla="*/ 26 h 25"/>
                  <a:gd name="T6" fmla="*/ 122 w 52"/>
                  <a:gd name="T7" fmla="*/ 67 h 25"/>
                  <a:gd name="T8" fmla="*/ 149 w 52"/>
                  <a:gd name="T9" fmla="*/ 86 h 25"/>
                  <a:gd name="T10" fmla="*/ 176 w 52"/>
                  <a:gd name="T11" fmla="*/ 102 h 25"/>
                  <a:gd name="T12" fmla="*/ 59 w 52"/>
                  <a:gd name="T13" fmla="*/ 34 h 25"/>
                  <a:gd name="T14" fmla="*/ 21 w 52"/>
                  <a:gd name="T15" fmla="*/ 21 h 25"/>
                  <a:gd name="T16" fmla="*/ 0 w 52"/>
                  <a:gd name="T17" fmla="*/ 46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5">
                    <a:moveTo>
                      <a:pt x="1" y="8"/>
                    </a:moveTo>
                    <a:cubicBezTo>
                      <a:pt x="2" y="6"/>
                      <a:pt x="3" y="0"/>
                      <a:pt x="7" y="0"/>
                    </a:cubicBezTo>
                    <a:cubicBezTo>
                      <a:pt x="10" y="0"/>
                      <a:pt x="15" y="4"/>
                      <a:pt x="18" y="6"/>
                    </a:cubicBezTo>
                    <a:cubicBezTo>
                      <a:pt x="24" y="9"/>
                      <a:pt x="30" y="13"/>
                      <a:pt x="36" y="16"/>
                    </a:cubicBezTo>
                    <a:cubicBezTo>
                      <a:pt x="39" y="18"/>
                      <a:pt x="41" y="19"/>
                      <a:pt x="44" y="21"/>
                    </a:cubicBezTo>
                    <a:cubicBezTo>
                      <a:pt x="46" y="22"/>
                      <a:pt x="49" y="24"/>
                      <a:pt x="52" y="25"/>
                    </a:cubicBezTo>
                    <a:cubicBezTo>
                      <a:pt x="40" y="21"/>
                      <a:pt x="29" y="13"/>
                      <a:pt x="17" y="8"/>
                    </a:cubicBezTo>
                    <a:cubicBezTo>
                      <a:pt x="13" y="6"/>
                      <a:pt x="9" y="4"/>
                      <a:pt x="6" y="5"/>
                    </a:cubicBezTo>
                    <a:cubicBezTo>
                      <a:pt x="4" y="7"/>
                      <a:pt x="2" y="9"/>
                      <a:pt x="0" y="1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3" name="Freeform 1557">
                <a:extLst>
                  <a:ext uri="{FF2B5EF4-FFF2-40B4-BE49-F238E27FC236}">
                    <a16:creationId xmlns:a16="http://schemas.microsoft.com/office/drawing/2014/main" id="{19EBDD9D-FE29-4020-A903-209629A2E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3964"/>
                <a:ext cx="30" cy="14"/>
              </a:xfrm>
              <a:custGeom>
                <a:avLst/>
                <a:gdLst>
                  <a:gd name="T0" fmla="*/ 53 w 20"/>
                  <a:gd name="T1" fmla="*/ 8 h 9"/>
                  <a:gd name="T2" fmla="*/ 62 w 20"/>
                  <a:gd name="T3" fmla="*/ 22 h 9"/>
                  <a:gd name="T4" fmla="*/ 18 w 20"/>
                  <a:gd name="T5" fmla="*/ 12 h 9"/>
                  <a:gd name="T6" fmla="*/ 0 w 20"/>
                  <a:gd name="T7" fmla="*/ 0 h 9"/>
                  <a:gd name="T8" fmla="*/ 26 w 20"/>
                  <a:gd name="T9" fmla="*/ 14 h 9"/>
                  <a:gd name="T10" fmla="*/ 66 w 20"/>
                  <a:gd name="T11" fmla="*/ 30 h 9"/>
                  <a:gd name="T12" fmla="*/ 53 w 20"/>
                  <a:gd name="T13" fmla="*/ 8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9">
                    <a:moveTo>
                      <a:pt x="15" y="2"/>
                    </a:moveTo>
                    <a:cubicBezTo>
                      <a:pt x="17" y="4"/>
                      <a:pt x="18" y="5"/>
                      <a:pt x="18" y="6"/>
                    </a:cubicBezTo>
                    <a:cubicBezTo>
                      <a:pt x="17" y="8"/>
                      <a:pt x="11" y="6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2" y="1"/>
                      <a:pt x="4" y="3"/>
                      <a:pt x="7" y="4"/>
                    </a:cubicBezTo>
                    <a:cubicBezTo>
                      <a:pt x="13" y="8"/>
                      <a:pt x="18" y="9"/>
                      <a:pt x="19" y="8"/>
                    </a:cubicBezTo>
                    <a:cubicBezTo>
                      <a:pt x="20" y="7"/>
                      <a:pt x="18" y="4"/>
                      <a:pt x="15" y="2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4" name="Freeform 1558">
                <a:extLst>
                  <a:ext uri="{FF2B5EF4-FFF2-40B4-BE49-F238E27FC236}">
                    <a16:creationId xmlns:a16="http://schemas.microsoft.com/office/drawing/2014/main" id="{DD430877-688E-4BFD-9E21-22149AC1C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0" y="3956"/>
                <a:ext cx="27" cy="14"/>
              </a:xfrm>
              <a:custGeom>
                <a:avLst/>
                <a:gdLst>
                  <a:gd name="T0" fmla="*/ 8 w 18"/>
                  <a:gd name="T1" fmla="*/ 8 h 9"/>
                  <a:gd name="T2" fmla="*/ 41 w 18"/>
                  <a:gd name="T3" fmla="*/ 19 h 9"/>
                  <a:gd name="T4" fmla="*/ 62 w 18"/>
                  <a:gd name="T5" fmla="*/ 34 h 9"/>
                  <a:gd name="T6" fmla="*/ 39 w 18"/>
                  <a:gd name="T7" fmla="*/ 14 h 9"/>
                  <a:gd name="T8" fmla="*/ 5 w 18"/>
                  <a:gd name="T9" fmla="*/ 5 h 9"/>
                  <a:gd name="T10" fmla="*/ 12 w 18"/>
                  <a:gd name="T11" fmla="*/ 19 h 9"/>
                  <a:gd name="T12" fmla="*/ 8 w 18"/>
                  <a:gd name="T13" fmla="*/ 8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9">
                    <a:moveTo>
                      <a:pt x="2" y="2"/>
                    </a:moveTo>
                    <a:cubicBezTo>
                      <a:pt x="3" y="1"/>
                      <a:pt x="8" y="2"/>
                      <a:pt x="12" y="5"/>
                    </a:cubicBezTo>
                    <a:cubicBezTo>
                      <a:pt x="14" y="6"/>
                      <a:pt x="16" y="8"/>
                      <a:pt x="18" y="9"/>
                    </a:cubicBezTo>
                    <a:cubicBezTo>
                      <a:pt x="17" y="8"/>
                      <a:pt x="14" y="6"/>
                      <a:pt x="11" y="4"/>
                    </a:cubicBezTo>
                    <a:cubicBezTo>
                      <a:pt x="6" y="1"/>
                      <a:pt x="2" y="0"/>
                      <a:pt x="1" y="1"/>
                    </a:cubicBezTo>
                    <a:cubicBezTo>
                      <a:pt x="0" y="2"/>
                      <a:pt x="1" y="4"/>
                      <a:pt x="3" y="5"/>
                    </a:cubicBezTo>
                    <a:cubicBezTo>
                      <a:pt x="2" y="4"/>
                      <a:pt x="1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5" name="Freeform 1559">
                <a:extLst>
                  <a:ext uri="{FF2B5EF4-FFF2-40B4-BE49-F238E27FC236}">
                    <a16:creationId xmlns:a16="http://schemas.microsoft.com/office/drawing/2014/main" id="{C15E222F-D1A8-42E4-B848-34C22A9E6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4" y="3908"/>
                <a:ext cx="108" cy="89"/>
              </a:xfrm>
              <a:custGeom>
                <a:avLst/>
                <a:gdLst>
                  <a:gd name="T0" fmla="*/ 243 w 72"/>
                  <a:gd name="T1" fmla="*/ 145 h 56"/>
                  <a:gd name="T2" fmla="*/ 207 w 72"/>
                  <a:gd name="T3" fmla="*/ 121 h 56"/>
                  <a:gd name="T4" fmla="*/ 53 w 72"/>
                  <a:gd name="T5" fmla="*/ 8 h 56"/>
                  <a:gd name="T6" fmla="*/ 21 w 72"/>
                  <a:gd name="T7" fmla="*/ 16 h 56"/>
                  <a:gd name="T8" fmla="*/ 5 w 72"/>
                  <a:gd name="T9" fmla="*/ 52 h 56"/>
                  <a:gd name="T10" fmla="*/ 21 w 72"/>
                  <a:gd name="T11" fmla="*/ 89 h 56"/>
                  <a:gd name="T12" fmla="*/ 149 w 72"/>
                  <a:gd name="T13" fmla="*/ 172 h 56"/>
                  <a:gd name="T14" fmla="*/ 221 w 72"/>
                  <a:gd name="T15" fmla="*/ 224 h 56"/>
                  <a:gd name="T16" fmla="*/ 243 w 72"/>
                  <a:gd name="T17" fmla="*/ 145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56">
                    <a:moveTo>
                      <a:pt x="72" y="36"/>
                    </a:moveTo>
                    <a:cubicBezTo>
                      <a:pt x="67" y="34"/>
                      <a:pt x="63" y="31"/>
                      <a:pt x="61" y="30"/>
                    </a:cubicBezTo>
                    <a:cubicBezTo>
                      <a:pt x="50" y="24"/>
                      <a:pt x="15" y="2"/>
                      <a:pt x="15" y="2"/>
                    </a:cubicBezTo>
                    <a:cubicBezTo>
                      <a:pt x="11" y="0"/>
                      <a:pt x="8" y="1"/>
                      <a:pt x="6" y="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5"/>
                      <a:pt x="2" y="20"/>
                      <a:pt x="6" y="22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65" y="56"/>
                      <a:pt x="65" y="56"/>
                      <a:pt x="65" y="56"/>
                    </a:cubicBezTo>
                    <a:lnTo>
                      <a:pt x="72" y="3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6" name="Freeform 1560">
                <a:extLst>
                  <a:ext uri="{FF2B5EF4-FFF2-40B4-BE49-F238E27FC236}">
                    <a16:creationId xmlns:a16="http://schemas.microsoft.com/office/drawing/2014/main" id="{C46BB2DA-0F11-4EEC-BAF8-A76168AC6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3810"/>
                <a:ext cx="192" cy="45"/>
              </a:xfrm>
              <a:custGeom>
                <a:avLst/>
                <a:gdLst>
                  <a:gd name="T0" fmla="*/ 386 w 128"/>
                  <a:gd name="T1" fmla="*/ 5 h 28"/>
                  <a:gd name="T2" fmla="*/ 432 w 128"/>
                  <a:gd name="T3" fmla="*/ 26 h 28"/>
                  <a:gd name="T4" fmla="*/ 432 w 128"/>
                  <a:gd name="T5" fmla="*/ 63 h 28"/>
                  <a:gd name="T6" fmla="*/ 396 w 128"/>
                  <a:gd name="T7" fmla="*/ 90 h 28"/>
                  <a:gd name="T8" fmla="*/ 291 w 128"/>
                  <a:gd name="T9" fmla="*/ 95 h 28"/>
                  <a:gd name="T10" fmla="*/ 41 w 128"/>
                  <a:gd name="T11" fmla="*/ 116 h 28"/>
                  <a:gd name="T12" fmla="*/ 5 w 128"/>
                  <a:gd name="T13" fmla="*/ 101 h 28"/>
                  <a:gd name="T14" fmla="*/ 0 w 128"/>
                  <a:gd name="T15" fmla="*/ 59 h 28"/>
                  <a:gd name="T16" fmla="*/ 21 w 128"/>
                  <a:gd name="T17" fmla="*/ 29 h 28"/>
                  <a:gd name="T18" fmla="*/ 210 w 128"/>
                  <a:gd name="T19" fmla="*/ 21 h 28"/>
                  <a:gd name="T20" fmla="*/ 386 w 128"/>
                  <a:gd name="T21" fmla="*/ 5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8">
                    <a:moveTo>
                      <a:pt x="114" y="1"/>
                    </a:moveTo>
                    <a:cubicBezTo>
                      <a:pt x="126" y="0"/>
                      <a:pt x="127" y="3"/>
                      <a:pt x="128" y="6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8" y="18"/>
                      <a:pt x="128" y="21"/>
                      <a:pt x="117" y="22"/>
                    </a:cubicBezTo>
                    <a:cubicBezTo>
                      <a:pt x="117" y="22"/>
                      <a:pt x="110" y="22"/>
                      <a:pt x="86" y="23"/>
                    </a:cubicBezTo>
                    <a:cubicBezTo>
                      <a:pt x="61" y="25"/>
                      <a:pt x="13" y="28"/>
                      <a:pt x="12" y="28"/>
                    </a:cubicBezTo>
                    <a:cubicBezTo>
                      <a:pt x="3" y="28"/>
                      <a:pt x="1" y="27"/>
                      <a:pt x="1" y="2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9"/>
                      <a:pt x="3" y="8"/>
                      <a:pt x="6" y="7"/>
                    </a:cubicBezTo>
                    <a:cubicBezTo>
                      <a:pt x="6" y="7"/>
                      <a:pt x="39" y="6"/>
                      <a:pt x="62" y="5"/>
                    </a:cubicBezTo>
                    <a:cubicBezTo>
                      <a:pt x="84" y="3"/>
                      <a:pt x="114" y="1"/>
                      <a:pt x="114" y="1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7" name="Freeform 1561">
                <a:extLst>
                  <a:ext uri="{FF2B5EF4-FFF2-40B4-BE49-F238E27FC236}">
                    <a16:creationId xmlns:a16="http://schemas.microsoft.com/office/drawing/2014/main" id="{04A1BE94-1EAF-440B-AFE7-0C0CBADD4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3829"/>
                <a:ext cx="38" cy="12"/>
              </a:xfrm>
              <a:custGeom>
                <a:avLst/>
                <a:gdLst>
                  <a:gd name="T0" fmla="*/ 0 w 25"/>
                  <a:gd name="T1" fmla="*/ 21 h 7"/>
                  <a:gd name="T2" fmla="*/ 41 w 25"/>
                  <a:gd name="T3" fmla="*/ 0 h 7"/>
                  <a:gd name="T4" fmla="*/ 88 w 25"/>
                  <a:gd name="T5" fmla="*/ 15 h 7"/>
                  <a:gd name="T6" fmla="*/ 46 w 25"/>
                  <a:gd name="T7" fmla="*/ 36 h 7"/>
                  <a:gd name="T8" fmla="*/ 0 w 25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">
                    <a:moveTo>
                      <a:pt x="0" y="4"/>
                    </a:moveTo>
                    <a:cubicBezTo>
                      <a:pt x="0" y="2"/>
                      <a:pt x="5" y="0"/>
                      <a:pt x="12" y="0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19" y="7"/>
                      <a:pt x="13" y="7"/>
                    </a:cubicBezTo>
                    <a:cubicBezTo>
                      <a:pt x="6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8" name="Freeform 1562">
                <a:extLst>
                  <a:ext uri="{FF2B5EF4-FFF2-40B4-BE49-F238E27FC236}">
                    <a16:creationId xmlns:a16="http://schemas.microsoft.com/office/drawing/2014/main" id="{F06F1597-5D45-456C-B6B5-B13CB8ABA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3826"/>
                <a:ext cx="37" cy="13"/>
              </a:xfrm>
              <a:custGeom>
                <a:avLst/>
                <a:gdLst>
                  <a:gd name="T0" fmla="*/ 0 w 25"/>
                  <a:gd name="T1" fmla="*/ 21 h 8"/>
                  <a:gd name="T2" fmla="*/ 40 w 25"/>
                  <a:gd name="T3" fmla="*/ 0 h 8"/>
                  <a:gd name="T4" fmla="*/ 81 w 25"/>
                  <a:gd name="T5" fmla="*/ 13 h 8"/>
                  <a:gd name="T6" fmla="*/ 41 w 25"/>
                  <a:gd name="T7" fmla="*/ 29 h 8"/>
                  <a:gd name="T8" fmla="*/ 0 w 2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3"/>
                      <a:pt x="5" y="1"/>
                      <a:pt x="12" y="0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7"/>
                    </a:cubicBezTo>
                    <a:cubicBezTo>
                      <a:pt x="6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9" name="Freeform 1563">
                <a:extLst>
                  <a:ext uri="{FF2B5EF4-FFF2-40B4-BE49-F238E27FC236}">
                    <a16:creationId xmlns:a16="http://schemas.microsoft.com/office/drawing/2014/main" id="{7D45DF3A-4333-4D4A-8DBB-45FB85318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820"/>
                <a:ext cx="81" cy="27"/>
              </a:xfrm>
              <a:custGeom>
                <a:avLst/>
                <a:gdLst>
                  <a:gd name="T0" fmla="*/ 8 w 54"/>
                  <a:gd name="T1" fmla="*/ 60 h 17"/>
                  <a:gd name="T2" fmla="*/ 8 w 54"/>
                  <a:gd name="T3" fmla="*/ 21 h 17"/>
                  <a:gd name="T4" fmla="*/ 54 w 54"/>
                  <a:gd name="T5" fmla="*/ 13 h 17"/>
                  <a:gd name="T6" fmla="*/ 122 w 54"/>
                  <a:gd name="T7" fmla="*/ 8 h 17"/>
                  <a:gd name="T8" fmla="*/ 153 w 54"/>
                  <a:gd name="T9" fmla="*/ 5 h 17"/>
                  <a:gd name="T10" fmla="*/ 183 w 54"/>
                  <a:gd name="T11" fmla="*/ 5 h 17"/>
                  <a:gd name="T12" fmla="*/ 54 w 54"/>
                  <a:gd name="T13" fmla="*/ 21 h 17"/>
                  <a:gd name="T14" fmla="*/ 18 w 54"/>
                  <a:gd name="T15" fmla="*/ 35 h 17"/>
                  <a:gd name="T16" fmla="*/ 12 w 54"/>
                  <a:gd name="T17" fmla="*/ 68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7">
                    <a:moveTo>
                      <a:pt x="2" y="15"/>
                    </a:moveTo>
                    <a:cubicBezTo>
                      <a:pt x="2" y="12"/>
                      <a:pt x="0" y="7"/>
                      <a:pt x="2" y="5"/>
                    </a:cubicBezTo>
                    <a:cubicBezTo>
                      <a:pt x="5" y="3"/>
                      <a:pt x="12" y="3"/>
                      <a:pt x="16" y="3"/>
                    </a:cubicBezTo>
                    <a:cubicBezTo>
                      <a:pt x="22" y="3"/>
                      <a:pt x="29" y="2"/>
                      <a:pt x="36" y="2"/>
                    </a:cubicBezTo>
                    <a:cubicBezTo>
                      <a:pt x="39" y="1"/>
                      <a:pt x="42" y="2"/>
                      <a:pt x="45" y="1"/>
                    </a:cubicBezTo>
                    <a:cubicBezTo>
                      <a:pt x="48" y="1"/>
                      <a:pt x="51" y="0"/>
                      <a:pt x="54" y="1"/>
                    </a:cubicBezTo>
                    <a:cubicBezTo>
                      <a:pt x="42" y="4"/>
                      <a:pt x="28" y="3"/>
                      <a:pt x="16" y="5"/>
                    </a:cubicBezTo>
                    <a:cubicBezTo>
                      <a:pt x="11" y="6"/>
                      <a:pt x="7" y="7"/>
                      <a:pt x="5" y="9"/>
                    </a:cubicBezTo>
                    <a:cubicBezTo>
                      <a:pt x="4" y="12"/>
                      <a:pt x="3" y="15"/>
                      <a:pt x="3" y="17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0" name="Freeform 1564">
                <a:extLst>
                  <a:ext uri="{FF2B5EF4-FFF2-40B4-BE49-F238E27FC236}">
                    <a16:creationId xmlns:a16="http://schemas.microsoft.com/office/drawing/2014/main" id="{EA344627-0600-4787-A9B0-89E20CDB6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3820"/>
                <a:ext cx="122" cy="29"/>
              </a:xfrm>
              <a:custGeom>
                <a:avLst/>
                <a:gdLst>
                  <a:gd name="T0" fmla="*/ 0 w 81"/>
                  <a:gd name="T1" fmla="*/ 76 h 18"/>
                  <a:gd name="T2" fmla="*/ 205 w 81"/>
                  <a:gd name="T3" fmla="*/ 60 h 18"/>
                  <a:gd name="T4" fmla="*/ 270 w 81"/>
                  <a:gd name="T5" fmla="*/ 47 h 18"/>
                  <a:gd name="T6" fmla="*/ 265 w 81"/>
                  <a:gd name="T7" fmla="*/ 0 h 18"/>
                  <a:gd name="T8" fmla="*/ 252 w 81"/>
                  <a:gd name="T9" fmla="*/ 42 h 18"/>
                  <a:gd name="T10" fmla="*/ 215 w 81"/>
                  <a:gd name="T11" fmla="*/ 50 h 18"/>
                  <a:gd name="T12" fmla="*/ 170 w 81"/>
                  <a:gd name="T13" fmla="*/ 55 h 18"/>
                  <a:gd name="T14" fmla="*/ 81 w 81"/>
                  <a:gd name="T15" fmla="*/ 63 h 18"/>
                  <a:gd name="T16" fmla="*/ 39 w 81"/>
                  <a:gd name="T17" fmla="*/ 71 h 18"/>
                  <a:gd name="T18" fmla="*/ 8 w 81"/>
                  <a:gd name="T19" fmla="*/ 76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8">
                    <a:moveTo>
                      <a:pt x="0" y="18"/>
                    </a:moveTo>
                    <a:cubicBezTo>
                      <a:pt x="20" y="17"/>
                      <a:pt x="40" y="14"/>
                      <a:pt x="60" y="14"/>
                    </a:cubicBezTo>
                    <a:cubicBezTo>
                      <a:pt x="64" y="14"/>
                      <a:pt x="76" y="14"/>
                      <a:pt x="79" y="11"/>
                    </a:cubicBezTo>
                    <a:cubicBezTo>
                      <a:pt x="81" y="8"/>
                      <a:pt x="79" y="2"/>
                      <a:pt x="78" y="0"/>
                    </a:cubicBezTo>
                    <a:cubicBezTo>
                      <a:pt x="79" y="3"/>
                      <a:pt x="78" y="8"/>
                      <a:pt x="74" y="10"/>
                    </a:cubicBezTo>
                    <a:cubicBezTo>
                      <a:pt x="71" y="11"/>
                      <a:pt x="67" y="11"/>
                      <a:pt x="63" y="12"/>
                    </a:cubicBezTo>
                    <a:cubicBezTo>
                      <a:pt x="59" y="12"/>
                      <a:pt x="54" y="12"/>
                      <a:pt x="50" y="13"/>
                    </a:cubicBezTo>
                    <a:cubicBezTo>
                      <a:pt x="41" y="13"/>
                      <a:pt x="32" y="14"/>
                      <a:pt x="24" y="15"/>
                    </a:cubicBezTo>
                    <a:cubicBezTo>
                      <a:pt x="19" y="15"/>
                      <a:pt x="15" y="16"/>
                      <a:pt x="11" y="17"/>
                    </a:cubicBezTo>
                    <a:cubicBezTo>
                      <a:pt x="8" y="17"/>
                      <a:pt x="5" y="17"/>
                      <a:pt x="2" y="18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1" name="Freeform 1565">
                <a:extLst>
                  <a:ext uri="{FF2B5EF4-FFF2-40B4-BE49-F238E27FC236}">
                    <a16:creationId xmlns:a16="http://schemas.microsoft.com/office/drawing/2014/main" id="{6921F013-2B9E-4CFD-BE58-98FDCF4A1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3826"/>
                <a:ext cx="30" cy="13"/>
              </a:xfrm>
              <a:custGeom>
                <a:avLst/>
                <a:gdLst>
                  <a:gd name="T0" fmla="*/ 45 w 20"/>
                  <a:gd name="T1" fmla="*/ 0 h 8"/>
                  <a:gd name="T2" fmla="*/ 62 w 20"/>
                  <a:gd name="T3" fmla="*/ 13 h 8"/>
                  <a:gd name="T4" fmla="*/ 21 w 20"/>
                  <a:gd name="T5" fmla="*/ 29 h 8"/>
                  <a:gd name="T6" fmla="*/ 0 w 20"/>
                  <a:gd name="T7" fmla="*/ 29 h 8"/>
                  <a:gd name="T8" fmla="*/ 27 w 20"/>
                  <a:gd name="T9" fmla="*/ 29 h 8"/>
                  <a:gd name="T10" fmla="*/ 68 w 20"/>
                  <a:gd name="T11" fmla="*/ 13 h 8"/>
                  <a:gd name="T12" fmla="*/ 45 w 20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8">
                    <a:moveTo>
                      <a:pt x="13" y="0"/>
                    </a:moveTo>
                    <a:cubicBezTo>
                      <a:pt x="16" y="1"/>
                      <a:pt x="18" y="2"/>
                      <a:pt x="18" y="3"/>
                    </a:cubicBezTo>
                    <a:cubicBezTo>
                      <a:pt x="18" y="5"/>
                      <a:pt x="12" y="7"/>
                      <a:pt x="6" y="7"/>
                    </a:cubicBezTo>
                    <a:cubicBezTo>
                      <a:pt x="4" y="7"/>
                      <a:pt x="2" y="7"/>
                      <a:pt x="0" y="7"/>
                    </a:cubicBezTo>
                    <a:cubicBezTo>
                      <a:pt x="2" y="7"/>
                      <a:pt x="5" y="8"/>
                      <a:pt x="8" y="7"/>
                    </a:cubicBezTo>
                    <a:cubicBezTo>
                      <a:pt x="15" y="7"/>
                      <a:pt x="20" y="5"/>
                      <a:pt x="20" y="3"/>
                    </a:cubicBezTo>
                    <a:cubicBezTo>
                      <a:pt x="20" y="2"/>
                      <a:pt x="17" y="1"/>
                      <a:pt x="13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2" name="Freeform 1566">
                <a:extLst>
                  <a:ext uri="{FF2B5EF4-FFF2-40B4-BE49-F238E27FC236}">
                    <a16:creationId xmlns:a16="http://schemas.microsoft.com/office/drawing/2014/main" id="{570C005F-BFC0-4FCE-A465-AEE51D075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828"/>
                <a:ext cx="28" cy="8"/>
              </a:xfrm>
              <a:custGeom>
                <a:avLst/>
                <a:gdLst>
                  <a:gd name="T0" fmla="*/ 6 w 19"/>
                  <a:gd name="T1" fmla="*/ 16 h 5"/>
                  <a:gd name="T2" fmla="*/ 40 w 19"/>
                  <a:gd name="T3" fmla="*/ 0 h 5"/>
                  <a:gd name="T4" fmla="*/ 60 w 19"/>
                  <a:gd name="T5" fmla="*/ 5 h 5"/>
                  <a:gd name="T6" fmla="*/ 32 w 19"/>
                  <a:gd name="T7" fmla="*/ 0 h 5"/>
                  <a:gd name="T8" fmla="*/ 1 w 19"/>
                  <a:gd name="T9" fmla="*/ 13 h 5"/>
                  <a:gd name="T10" fmla="*/ 15 w 19"/>
                  <a:gd name="T11" fmla="*/ 21 h 5"/>
                  <a:gd name="T12" fmla="*/ 6 w 19"/>
                  <a:gd name="T13" fmla="*/ 16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4"/>
                    </a:moveTo>
                    <a:cubicBezTo>
                      <a:pt x="2" y="2"/>
                      <a:pt x="7" y="1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17" y="0"/>
                      <a:pt x="14" y="0"/>
                      <a:pt x="10" y="0"/>
                    </a:cubicBezTo>
                    <a:cubicBezTo>
                      <a:pt x="5" y="0"/>
                      <a:pt x="0" y="2"/>
                      <a:pt x="1" y="3"/>
                    </a:cubicBezTo>
                    <a:cubicBezTo>
                      <a:pt x="1" y="4"/>
                      <a:pt x="2" y="5"/>
                      <a:pt x="5" y="5"/>
                    </a:cubicBezTo>
                    <a:cubicBezTo>
                      <a:pt x="4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3" name="Freeform 1567">
                <a:extLst>
                  <a:ext uri="{FF2B5EF4-FFF2-40B4-BE49-F238E27FC236}">
                    <a16:creationId xmlns:a16="http://schemas.microsoft.com/office/drawing/2014/main" id="{01FA7C30-4EBE-4685-A2EF-01C42B476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3810"/>
                <a:ext cx="192" cy="45"/>
              </a:xfrm>
              <a:custGeom>
                <a:avLst/>
                <a:gdLst>
                  <a:gd name="T0" fmla="*/ 386 w 128"/>
                  <a:gd name="T1" fmla="*/ 5 h 28"/>
                  <a:gd name="T2" fmla="*/ 432 w 128"/>
                  <a:gd name="T3" fmla="*/ 26 h 28"/>
                  <a:gd name="T4" fmla="*/ 432 w 128"/>
                  <a:gd name="T5" fmla="*/ 63 h 28"/>
                  <a:gd name="T6" fmla="*/ 396 w 128"/>
                  <a:gd name="T7" fmla="*/ 90 h 28"/>
                  <a:gd name="T8" fmla="*/ 291 w 128"/>
                  <a:gd name="T9" fmla="*/ 95 h 28"/>
                  <a:gd name="T10" fmla="*/ 41 w 128"/>
                  <a:gd name="T11" fmla="*/ 116 h 28"/>
                  <a:gd name="T12" fmla="*/ 5 w 128"/>
                  <a:gd name="T13" fmla="*/ 101 h 28"/>
                  <a:gd name="T14" fmla="*/ 0 w 128"/>
                  <a:gd name="T15" fmla="*/ 59 h 28"/>
                  <a:gd name="T16" fmla="*/ 21 w 128"/>
                  <a:gd name="T17" fmla="*/ 29 h 28"/>
                  <a:gd name="T18" fmla="*/ 210 w 128"/>
                  <a:gd name="T19" fmla="*/ 21 h 28"/>
                  <a:gd name="T20" fmla="*/ 386 w 128"/>
                  <a:gd name="T21" fmla="*/ 5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8">
                    <a:moveTo>
                      <a:pt x="114" y="1"/>
                    </a:moveTo>
                    <a:cubicBezTo>
                      <a:pt x="126" y="0"/>
                      <a:pt x="127" y="3"/>
                      <a:pt x="128" y="6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8" y="18"/>
                      <a:pt x="128" y="21"/>
                      <a:pt x="117" y="22"/>
                    </a:cubicBezTo>
                    <a:cubicBezTo>
                      <a:pt x="117" y="22"/>
                      <a:pt x="110" y="22"/>
                      <a:pt x="86" y="23"/>
                    </a:cubicBezTo>
                    <a:cubicBezTo>
                      <a:pt x="61" y="25"/>
                      <a:pt x="13" y="28"/>
                      <a:pt x="12" y="28"/>
                    </a:cubicBezTo>
                    <a:cubicBezTo>
                      <a:pt x="3" y="28"/>
                      <a:pt x="1" y="27"/>
                      <a:pt x="1" y="2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9"/>
                      <a:pt x="3" y="8"/>
                      <a:pt x="6" y="7"/>
                    </a:cubicBezTo>
                    <a:cubicBezTo>
                      <a:pt x="6" y="7"/>
                      <a:pt x="39" y="6"/>
                      <a:pt x="62" y="5"/>
                    </a:cubicBezTo>
                    <a:cubicBezTo>
                      <a:pt x="84" y="3"/>
                      <a:pt x="114" y="1"/>
                      <a:pt x="114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4" name="Freeform 1568">
                <a:extLst>
                  <a:ext uri="{FF2B5EF4-FFF2-40B4-BE49-F238E27FC236}">
                    <a16:creationId xmlns:a16="http://schemas.microsoft.com/office/drawing/2014/main" id="{01D3AFCF-12B0-4ABB-859E-0F4CB7802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756"/>
                <a:ext cx="192" cy="78"/>
              </a:xfrm>
              <a:custGeom>
                <a:avLst/>
                <a:gdLst>
                  <a:gd name="T0" fmla="*/ 21 w 128"/>
                  <a:gd name="T1" fmla="*/ 89 h 49"/>
                  <a:gd name="T2" fmla="*/ 21 w 128"/>
                  <a:gd name="T3" fmla="*/ 89 h 49"/>
                  <a:gd name="T4" fmla="*/ 5 w 128"/>
                  <a:gd name="T5" fmla="*/ 64 h 49"/>
                  <a:gd name="T6" fmla="*/ 12 w 128"/>
                  <a:gd name="T7" fmla="*/ 25 h 49"/>
                  <a:gd name="T8" fmla="*/ 68 w 128"/>
                  <a:gd name="T9" fmla="*/ 16 h 49"/>
                  <a:gd name="T10" fmla="*/ 264 w 128"/>
                  <a:gd name="T11" fmla="*/ 68 h 49"/>
                  <a:gd name="T12" fmla="*/ 399 w 128"/>
                  <a:gd name="T13" fmla="*/ 103 h 49"/>
                  <a:gd name="T14" fmla="*/ 432 w 128"/>
                  <a:gd name="T15" fmla="*/ 137 h 49"/>
                  <a:gd name="T16" fmla="*/ 423 w 128"/>
                  <a:gd name="T17" fmla="*/ 177 h 49"/>
                  <a:gd name="T18" fmla="*/ 399 w 128"/>
                  <a:gd name="T19" fmla="*/ 193 h 49"/>
                  <a:gd name="T20" fmla="*/ 210 w 128"/>
                  <a:gd name="T21" fmla="*/ 150 h 49"/>
                  <a:gd name="T22" fmla="*/ 21 w 128"/>
                  <a:gd name="T23" fmla="*/ 89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49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3" y="22"/>
                      <a:pt x="0" y="20"/>
                      <a:pt x="1" y="1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3"/>
                      <a:pt x="5" y="0"/>
                      <a:pt x="20" y="4"/>
                    </a:cubicBezTo>
                    <a:cubicBezTo>
                      <a:pt x="78" y="17"/>
                      <a:pt x="78" y="17"/>
                      <a:pt x="78" y="17"/>
                    </a:cubicBezTo>
                    <a:cubicBezTo>
                      <a:pt x="118" y="26"/>
                      <a:pt x="118" y="26"/>
                      <a:pt x="118" y="26"/>
                    </a:cubicBezTo>
                    <a:cubicBezTo>
                      <a:pt x="124" y="28"/>
                      <a:pt x="128" y="31"/>
                      <a:pt x="128" y="3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5" y="48"/>
                      <a:pt x="122" y="49"/>
                      <a:pt x="118" y="48"/>
                    </a:cubicBezTo>
                    <a:cubicBezTo>
                      <a:pt x="117" y="48"/>
                      <a:pt x="74" y="40"/>
                      <a:pt x="62" y="37"/>
                    </a:cubicBezTo>
                    <a:cubicBezTo>
                      <a:pt x="49" y="34"/>
                      <a:pt x="7" y="23"/>
                      <a:pt x="6" y="2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5" name="Freeform 1569">
                <a:extLst>
                  <a:ext uri="{FF2B5EF4-FFF2-40B4-BE49-F238E27FC236}">
                    <a16:creationId xmlns:a16="http://schemas.microsoft.com/office/drawing/2014/main" id="{D93EC48C-F712-4E99-A988-5B7FF700D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3794"/>
                <a:ext cx="39" cy="16"/>
              </a:xfrm>
              <a:custGeom>
                <a:avLst/>
                <a:gdLst>
                  <a:gd name="T0" fmla="*/ 86 w 26"/>
                  <a:gd name="T1" fmla="*/ 34 h 10"/>
                  <a:gd name="T2" fmla="*/ 41 w 26"/>
                  <a:gd name="T3" fmla="*/ 34 h 10"/>
                  <a:gd name="T4" fmla="*/ 5 w 26"/>
                  <a:gd name="T5" fmla="*/ 8 h 10"/>
                  <a:gd name="T6" fmla="*/ 48 w 26"/>
                  <a:gd name="T7" fmla="*/ 5 h 10"/>
                  <a:gd name="T8" fmla="*/ 86 w 26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0">
                    <a:moveTo>
                      <a:pt x="25" y="8"/>
                    </a:moveTo>
                    <a:cubicBezTo>
                      <a:pt x="25" y="9"/>
                      <a:pt x="19" y="10"/>
                      <a:pt x="12" y="8"/>
                    </a:cubicBezTo>
                    <a:cubicBezTo>
                      <a:pt x="6" y="7"/>
                      <a:pt x="0" y="4"/>
                      <a:pt x="1" y="2"/>
                    </a:cubicBezTo>
                    <a:cubicBezTo>
                      <a:pt x="1" y="0"/>
                      <a:pt x="7" y="0"/>
                      <a:pt x="14" y="1"/>
                    </a:cubicBezTo>
                    <a:cubicBezTo>
                      <a:pt x="20" y="3"/>
                      <a:pt x="26" y="6"/>
                      <a:pt x="25" y="8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6" name="Freeform 1570">
                <a:extLst>
                  <a:ext uri="{FF2B5EF4-FFF2-40B4-BE49-F238E27FC236}">
                    <a16:creationId xmlns:a16="http://schemas.microsoft.com/office/drawing/2014/main" id="{6A48C399-F944-43F2-8EFE-A4E9C261E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3790"/>
                <a:ext cx="37" cy="15"/>
              </a:xfrm>
              <a:custGeom>
                <a:avLst/>
                <a:gdLst>
                  <a:gd name="T0" fmla="*/ 81 w 25"/>
                  <a:gd name="T1" fmla="*/ 27 h 10"/>
                  <a:gd name="T2" fmla="*/ 40 w 25"/>
                  <a:gd name="T3" fmla="*/ 32 h 10"/>
                  <a:gd name="T4" fmla="*/ 1 w 25"/>
                  <a:gd name="T5" fmla="*/ 12 h 10"/>
                  <a:gd name="T6" fmla="*/ 41 w 25"/>
                  <a:gd name="T7" fmla="*/ 8 h 10"/>
                  <a:gd name="T8" fmla="*/ 81 w 25"/>
                  <a:gd name="T9" fmla="*/ 2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5" y="8"/>
                    </a:moveTo>
                    <a:cubicBezTo>
                      <a:pt x="24" y="10"/>
                      <a:pt x="19" y="10"/>
                      <a:pt x="12" y="9"/>
                    </a:cubicBezTo>
                    <a:cubicBezTo>
                      <a:pt x="5" y="7"/>
                      <a:pt x="0" y="5"/>
                      <a:pt x="1" y="3"/>
                    </a:cubicBezTo>
                    <a:cubicBezTo>
                      <a:pt x="1" y="1"/>
                      <a:pt x="7" y="0"/>
                      <a:pt x="13" y="2"/>
                    </a:cubicBezTo>
                    <a:cubicBezTo>
                      <a:pt x="20" y="4"/>
                      <a:pt x="25" y="6"/>
                      <a:pt x="25" y="8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603" name="Freeform 1572">
              <a:extLst>
                <a:ext uri="{FF2B5EF4-FFF2-40B4-BE49-F238E27FC236}">
                  <a16:creationId xmlns:a16="http://schemas.microsoft.com/office/drawing/2014/main" id="{F6D80C1D-A61D-4129-93EA-A23066735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762"/>
              <a:ext cx="81" cy="21"/>
            </a:xfrm>
            <a:custGeom>
              <a:avLst/>
              <a:gdLst>
                <a:gd name="T0" fmla="*/ 0 w 54"/>
                <a:gd name="T1" fmla="*/ 42 h 13"/>
                <a:gd name="T2" fmla="*/ 14 w 54"/>
                <a:gd name="T3" fmla="*/ 5 h 13"/>
                <a:gd name="T4" fmla="*/ 59 w 54"/>
                <a:gd name="T5" fmla="*/ 13 h 13"/>
                <a:gd name="T6" fmla="*/ 122 w 54"/>
                <a:gd name="T7" fmla="*/ 29 h 13"/>
                <a:gd name="T8" fmla="*/ 153 w 54"/>
                <a:gd name="T9" fmla="*/ 39 h 13"/>
                <a:gd name="T10" fmla="*/ 183 w 54"/>
                <a:gd name="T11" fmla="*/ 47 h 13"/>
                <a:gd name="T12" fmla="*/ 54 w 54"/>
                <a:gd name="T13" fmla="*/ 16 h 13"/>
                <a:gd name="T14" fmla="*/ 18 w 54"/>
                <a:gd name="T15" fmla="*/ 26 h 13"/>
                <a:gd name="T16" fmla="*/ 5 w 54"/>
                <a:gd name="T17" fmla="*/ 5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3">
                  <a:moveTo>
                    <a:pt x="0" y="10"/>
                  </a:moveTo>
                  <a:cubicBezTo>
                    <a:pt x="1" y="7"/>
                    <a:pt x="2" y="3"/>
                    <a:pt x="4" y="1"/>
                  </a:cubicBezTo>
                  <a:cubicBezTo>
                    <a:pt x="7" y="0"/>
                    <a:pt x="13" y="2"/>
                    <a:pt x="17" y="3"/>
                  </a:cubicBezTo>
                  <a:cubicBezTo>
                    <a:pt x="23" y="4"/>
                    <a:pt x="30" y="6"/>
                    <a:pt x="36" y="7"/>
                  </a:cubicBezTo>
                  <a:cubicBezTo>
                    <a:pt x="39" y="8"/>
                    <a:pt x="42" y="9"/>
                    <a:pt x="45" y="9"/>
                  </a:cubicBezTo>
                  <a:cubicBezTo>
                    <a:pt x="48" y="10"/>
                    <a:pt x="51" y="10"/>
                    <a:pt x="54" y="11"/>
                  </a:cubicBezTo>
                  <a:cubicBezTo>
                    <a:pt x="42" y="11"/>
                    <a:pt x="28" y="6"/>
                    <a:pt x="16" y="4"/>
                  </a:cubicBezTo>
                  <a:cubicBezTo>
                    <a:pt x="12" y="4"/>
                    <a:pt x="7" y="4"/>
                    <a:pt x="5" y="6"/>
                  </a:cubicBezTo>
                  <a:cubicBezTo>
                    <a:pt x="3" y="8"/>
                    <a:pt x="1" y="10"/>
                    <a:pt x="1" y="13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4" name="Freeform 1573">
              <a:extLst>
                <a:ext uri="{FF2B5EF4-FFF2-40B4-BE49-F238E27FC236}">
                  <a16:creationId xmlns:a16="http://schemas.microsoft.com/office/drawing/2014/main" id="{EC4BEB30-C86C-41FD-BE7B-ED055BC5D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3802"/>
              <a:ext cx="136" cy="29"/>
            </a:xfrm>
            <a:custGeom>
              <a:avLst/>
              <a:gdLst>
                <a:gd name="T0" fmla="*/ 297 w 91"/>
                <a:gd name="T1" fmla="*/ 34 h 18"/>
                <a:gd name="T2" fmla="*/ 284 w 91"/>
                <a:gd name="T3" fmla="*/ 71 h 18"/>
                <a:gd name="T4" fmla="*/ 235 w 91"/>
                <a:gd name="T5" fmla="*/ 63 h 18"/>
                <a:gd name="T6" fmla="*/ 161 w 91"/>
                <a:gd name="T7" fmla="*/ 42 h 18"/>
                <a:gd name="T8" fmla="*/ 0 w 91"/>
                <a:gd name="T9" fmla="*/ 0 h 18"/>
                <a:gd name="T10" fmla="*/ 108 w 91"/>
                <a:gd name="T11" fmla="*/ 29 h 18"/>
                <a:gd name="T12" fmla="*/ 217 w 91"/>
                <a:gd name="T13" fmla="*/ 50 h 18"/>
                <a:gd name="T14" fmla="*/ 290 w 91"/>
                <a:gd name="T15" fmla="*/ 8 h 18"/>
                <a:gd name="T16" fmla="*/ 302 w 91"/>
                <a:gd name="T17" fmla="*/ 29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8">
                  <a:moveTo>
                    <a:pt x="89" y="8"/>
                  </a:moveTo>
                  <a:cubicBezTo>
                    <a:pt x="89" y="11"/>
                    <a:pt x="90" y="16"/>
                    <a:pt x="85" y="17"/>
                  </a:cubicBezTo>
                  <a:cubicBezTo>
                    <a:pt x="81" y="18"/>
                    <a:pt x="74" y="16"/>
                    <a:pt x="70" y="15"/>
                  </a:cubicBezTo>
                  <a:cubicBezTo>
                    <a:pt x="60" y="13"/>
                    <a:pt x="57" y="12"/>
                    <a:pt x="48" y="10"/>
                  </a:cubicBezTo>
                  <a:cubicBezTo>
                    <a:pt x="34" y="8"/>
                    <a:pt x="14" y="4"/>
                    <a:pt x="0" y="0"/>
                  </a:cubicBezTo>
                  <a:cubicBezTo>
                    <a:pt x="10" y="2"/>
                    <a:pt x="22" y="5"/>
                    <a:pt x="32" y="7"/>
                  </a:cubicBezTo>
                  <a:cubicBezTo>
                    <a:pt x="44" y="9"/>
                    <a:pt x="53" y="10"/>
                    <a:pt x="65" y="12"/>
                  </a:cubicBezTo>
                  <a:cubicBezTo>
                    <a:pt x="75" y="13"/>
                    <a:pt x="91" y="11"/>
                    <a:pt x="87" y="2"/>
                  </a:cubicBezTo>
                  <a:cubicBezTo>
                    <a:pt x="90" y="3"/>
                    <a:pt x="89" y="5"/>
                    <a:pt x="90" y="7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5" name="Freeform 1574">
              <a:extLst>
                <a:ext uri="{FF2B5EF4-FFF2-40B4-BE49-F238E27FC236}">
                  <a16:creationId xmlns:a16="http://schemas.microsoft.com/office/drawing/2014/main" id="{518843C7-D198-49AC-867E-5AEFC32BF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3796"/>
              <a:ext cx="31" cy="9"/>
            </a:xfrm>
            <a:custGeom>
              <a:avLst/>
              <a:gdLst>
                <a:gd name="T0" fmla="*/ 47 w 21"/>
                <a:gd name="T1" fmla="*/ 0 h 6"/>
                <a:gd name="T2" fmla="*/ 61 w 21"/>
                <a:gd name="T3" fmla="*/ 12 h 6"/>
                <a:gd name="T4" fmla="*/ 19 w 21"/>
                <a:gd name="T5" fmla="*/ 14 h 6"/>
                <a:gd name="T6" fmla="*/ 0 w 21"/>
                <a:gd name="T7" fmla="*/ 8 h 6"/>
                <a:gd name="T8" fmla="*/ 27 w 21"/>
                <a:gd name="T9" fmla="*/ 18 h 6"/>
                <a:gd name="T10" fmla="*/ 68 w 21"/>
                <a:gd name="T11" fmla="*/ 14 h 6"/>
                <a:gd name="T12" fmla="*/ 47 w 21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">
                  <a:moveTo>
                    <a:pt x="15" y="0"/>
                  </a:moveTo>
                  <a:cubicBezTo>
                    <a:pt x="18" y="1"/>
                    <a:pt x="19" y="2"/>
                    <a:pt x="19" y="3"/>
                  </a:cubicBezTo>
                  <a:cubicBezTo>
                    <a:pt x="18" y="5"/>
                    <a:pt x="13" y="6"/>
                    <a:pt x="6" y="4"/>
                  </a:cubicBezTo>
                  <a:cubicBezTo>
                    <a:pt x="4" y="4"/>
                    <a:pt x="2" y="3"/>
                    <a:pt x="0" y="2"/>
                  </a:cubicBezTo>
                  <a:cubicBezTo>
                    <a:pt x="2" y="3"/>
                    <a:pt x="5" y="4"/>
                    <a:pt x="8" y="5"/>
                  </a:cubicBezTo>
                  <a:cubicBezTo>
                    <a:pt x="15" y="6"/>
                    <a:pt x="20" y="6"/>
                    <a:pt x="21" y="4"/>
                  </a:cubicBezTo>
                  <a:cubicBezTo>
                    <a:pt x="21" y="3"/>
                    <a:pt x="19" y="1"/>
                    <a:pt x="15" y="0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6" name="Freeform 1575">
              <a:extLst>
                <a:ext uri="{FF2B5EF4-FFF2-40B4-BE49-F238E27FC236}">
                  <a16:creationId xmlns:a16="http://schemas.microsoft.com/office/drawing/2014/main" id="{F7DF5ABE-B34F-4BEA-B569-77F7EC022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791"/>
              <a:ext cx="27" cy="8"/>
            </a:xfrm>
            <a:custGeom>
              <a:avLst/>
              <a:gdLst>
                <a:gd name="T0" fmla="*/ 5 w 18"/>
                <a:gd name="T1" fmla="*/ 13 h 5"/>
                <a:gd name="T2" fmla="*/ 41 w 18"/>
                <a:gd name="T3" fmla="*/ 8 h 5"/>
                <a:gd name="T4" fmla="*/ 62 w 18"/>
                <a:gd name="T5" fmla="*/ 21 h 5"/>
                <a:gd name="T6" fmla="*/ 35 w 18"/>
                <a:gd name="T7" fmla="*/ 8 h 5"/>
                <a:gd name="T8" fmla="*/ 0 w 18"/>
                <a:gd name="T9" fmla="*/ 8 h 5"/>
                <a:gd name="T10" fmla="*/ 12 w 18"/>
                <a:gd name="T11" fmla="*/ 21 h 5"/>
                <a:gd name="T12" fmla="*/ 5 w 18"/>
                <a:gd name="T13" fmla="*/ 13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2" y="1"/>
                    <a:pt x="7" y="1"/>
                    <a:pt x="12" y="2"/>
                  </a:cubicBezTo>
                  <a:cubicBezTo>
                    <a:pt x="14" y="3"/>
                    <a:pt x="17" y="4"/>
                    <a:pt x="18" y="5"/>
                  </a:cubicBezTo>
                  <a:cubicBezTo>
                    <a:pt x="17" y="4"/>
                    <a:pt x="14" y="2"/>
                    <a:pt x="10" y="2"/>
                  </a:cubicBezTo>
                  <a:cubicBezTo>
                    <a:pt x="5" y="0"/>
                    <a:pt x="0" y="1"/>
                    <a:pt x="0" y="2"/>
                  </a:cubicBezTo>
                  <a:cubicBezTo>
                    <a:pt x="0" y="3"/>
                    <a:pt x="1" y="4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7" name="Freeform 1576">
              <a:extLst>
                <a:ext uri="{FF2B5EF4-FFF2-40B4-BE49-F238E27FC236}">
                  <a16:creationId xmlns:a16="http://schemas.microsoft.com/office/drawing/2014/main" id="{03511BDA-823C-49F5-BAAD-52069BE88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3756"/>
              <a:ext cx="192" cy="78"/>
            </a:xfrm>
            <a:custGeom>
              <a:avLst/>
              <a:gdLst>
                <a:gd name="T0" fmla="*/ 21 w 128"/>
                <a:gd name="T1" fmla="*/ 89 h 49"/>
                <a:gd name="T2" fmla="*/ 21 w 128"/>
                <a:gd name="T3" fmla="*/ 89 h 49"/>
                <a:gd name="T4" fmla="*/ 5 w 128"/>
                <a:gd name="T5" fmla="*/ 64 h 49"/>
                <a:gd name="T6" fmla="*/ 12 w 128"/>
                <a:gd name="T7" fmla="*/ 25 h 49"/>
                <a:gd name="T8" fmla="*/ 68 w 128"/>
                <a:gd name="T9" fmla="*/ 16 h 49"/>
                <a:gd name="T10" fmla="*/ 264 w 128"/>
                <a:gd name="T11" fmla="*/ 68 h 49"/>
                <a:gd name="T12" fmla="*/ 399 w 128"/>
                <a:gd name="T13" fmla="*/ 103 h 49"/>
                <a:gd name="T14" fmla="*/ 432 w 128"/>
                <a:gd name="T15" fmla="*/ 137 h 49"/>
                <a:gd name="T16" fmla="*/ 423 w 128"/>
                <a:gd name="T17" fmla="*/ 177 h 49"/>
                <a:gd name="T18" fmla="*/ 399 w 128"/>
                <a:gd name="T19" fmla="*/ 193 h 49"/>
                <a:gd name="T20" fmla="*/ 210 w 128"/>
                <a:gd name="T21" fmla="*/ 150 h 49"/>
                <a:gd name="T22" fmla="*/ 21 w 128"/>
                <a:gd name="T23" fmla="*/ 89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49">
                  <a:moveTo>
                    <a:pt x="6" y="22"/>
                  </a:moveTo>
                  <a:cubicBezTo>
                    <a:pt x="6" y="22"/>
                    <a:pt x="6" y="22"/>
                    <a:pt x="6" y="22"/>
                  </a:cubicBezTo>
                  <a:cubicBezTo>
                    <a:pt x="3" y="22"/>
                    <a:pt x="0" y="20"/>
                    <a:pt x="1" y="1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3"/>
                    <a:pt x="5" y="0"/>
                    <a:pt x="20" y="4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24" y="28"/>
                    <a:pt x="128" y="31"/>
                    <a:pt x="128" y="3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8"/>
                    <a:pt x="122" y="49"/>
                    <a:pt x="118" y="48"/>
                  </a:cubicBezTo>
                  <a:cubicBezTo>
                    <a:pt x="117" y="48"/>
                    <a:pt x="74" y="40"/>
                    <a:pt x="62" y="37"/>
                  </a:cubicBezTo>
                  <a:cubicBezTo>
                    <a:pt x="49" y="34"/>
                    <a:pt x="7" y="23"/>
                    <a:pt x="6" y="2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8" name="Freeform 1577">
              <a:extLst>
                <a:ext uri="{FF2B5EF4-FFF2-40B4-BE49-F238E27FC236}">
                  <a16:creationId xmlns:a16="http://schemas.microsoft.com/office/drawing/2014/main" id="{4E47D5D9-2ADD-4504-90D3-5D2755548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804"/>
              <a:ext cx="193" cy="48"/>
            </a:xfrm>
            <a:custGeom>
              <a:avLst/>
              <a:gdLst>
                <a:gd name="T0" fmla="*/ 19 w 129"/>
                <a:gd name="T1" fmla="*/ 90 h 30"/>
                <a:gd name="T2" fmla="*/ 19 w 129"/>
                <a:gd name="T3" fmla="*/ 90 h 30"/>
                <a:gd name="T4" fmla="*/ 1 w 129"/>
                <a:gd name="T5" fmla="*/ 67 h 30"/>
                <a:gd name="T6" fmla="*/ 1 w 129"/>
                <a:gd name="T7" fmla="*/ 26 h 30"/>
                <a:gd name="T8" fmla="*/ 60 w 129"/>
                <a:gd name="T9" fmla="*/ 5 h 30"/>
                <a:gd name="T10" fmla="*/ 256 w 129"/>
                <a:gd name="T11" fmla="*/ 26 h 30"/>
                <a:gd name="T12" fmla="*/ 392 w 129"/>
                <a:gd name="T13" fmla="*/ 34 h 30"/>
                <a:gd name="T14" fmla="*/ 429 w 129"/>
                <a:gd name="T15" fmla="*/ 61 h 30"/>
                <a:gd name="T16" fmla="*/ 429 w 129"/>
                <a:gd name="T17" fmla="*/ 102 h 30"/>
                <a:gd name="T18" fmla="*/ 405 w 129"/>
                <a:gd name="T19" fmla="*/ 123 h 30"/>
                <a:gd name="T20" fmla="*/ 211 w 129"/>
                <a:gd name="T21" fmla="*/ 110 h 30"/>
                <a:gd name="T22" fmla="*/ 19 w 129"/>
                <a:gd name="T23" fmla="*/ 9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" h="30">
                  <a:moveTo>
                    <a:pt x="6" y="22"/>
                  </a:moveTo>
                  <a:cubicBezTo>
                    <a:pt x="6" y="22"/>
                    <a:pt x="6" y="22"/>
                    <a:pt x="6" y="22"/>
                  </a:cubicBezTo>
                  <a:cubicBezTo>
                    <a:pt x="3" y="21"/>
                    <a:pt x="0" y="20"/>
                    <a:pt x="1" y="1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3"/>
                    <a:pt x="2" y="0"/>
                    <a:pt x="18" y="1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3" y="9"/>
                    <a:pt x="129" y="12"/>
                    <a:pt x="128" y="15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27" y="29"/>
                    <a:pt x="125" y="30"/>
                    <a:pt x="121" y="30"/>
                  </a:cubicBezTo>
                  <a:cubicBezTo>
                    <a:pt x="120" y="30"/>
                    <a:pt x="76" y="28"/>
                    <a:pt x="63" y="27"/>
                  </a:cubicBezTo>
                  <a:cubicBezTo>
                    <a:pt x="51" y="27"/>
                    <a:pt x="7" y="22"/>
                    <a:pt x="6" y="22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9" name="Freeform 1578">
              <a:extLst>
                <a:ext uri="{FF2B5EF4-FFF2-40B4-BE49-F238E27FC236}">
                  <a16:creationId xmlns:a16="http://schemas.microsoft.com/office/drawing/2014/main" id="{35E8E464-1C8D-407E-8B99-F84E12142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3826"/>
              <a:ext cx="38" cy="13"/>
            </a:xfrm>
            <a:custGeom>
              <a:avLst/>
              <a:gdLst>
                <a:gd name="T0" fmla="*/ 88 w 25"/>
                <a:gd name="T1" fmla="*/ 21 h 8"/>
                <a:gd name="T2" fmla="*/ 41 w 25"/>
                <a:gd name="T3" fmla="*/ 34 h 8"/>
                <a:gd name="T4" fmla="*/ 0 w 25"/>
                <a:gd name="T5" fmla="*/ 13 h 8"/>
                <a:gd name="T6" fmla="*/ 46 w 25"/>
                <a:gd name="T7" fmla="*/ 5 h 8"/>
                <a:gd name="T8" fmla="*/ 88 w 25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8">
                  <a:moveTo>
                    <a:pt x="25" y="5"/>
                  </a:moveTo>
                  <a:cubicBezTo>
                    <a:pt x="25" y="7"/>
                    <a:pt x="19" y="8"/>
                    <a:pt x="12" y="8"/>
                  </a:cubicBezTo>
                  <a:cubicBezTo>
                    <a:pt x="5" y="7"/>
                    <a:pt x="0" y="5"/>
                    <a:pt x="0" y="3"/>
                  </a:cubicBezTo>
                  <a:cubicBezTo>
                    <a:pt x="0" y="1"/>
                    <a:pt x="6" y="0"/>
                    <a:pt x="13" y="1"/>
                  </a:cubicBezTo>
                  <a:cubicBezTo>
                    <a:pt x="20" y="1"/>
                    <a:pt x="25" y="3"/>
                    <a:pt x="25" y="5"/>
                  </a:cubicBezTo>
                  <a:close/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0" name="Freeform 1579">
              <a:extLst>
                <a:ext uri="{FF2B5EF4-FFF2-40B4-BE49-F238E27FC236}">
                  <a16:creationId xmlns:a16="http://schemas.microsoft.com/office/drawing/2014/main" id="{E1CD394C-CCC0-443C-ACBC-3FF48005F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3823"/>
              <a:ext cx="37" cy="13"/>
            </a:xfrm>
            <a:custGeom>
              <a:avLst/>
              <a:gdLst>
                <a:gd name="T0" fmla="*/ 81 w 25"/>
                <a:gd name="T1" fmla="*/ 21 h 8"/>
                <a:gd name="T2" fmla="*/ 41 w 25"/>
                <a:gd name="T3" fmla="*/ 34 h 8"/>
                <a:gd name="T4" fmla="*/ 0 w 25"/>
                <a:gd name="T5" fmla="*/ 13 h 8"/>
                <a:gd name="T6" fmla="*/ 41 w 25"/>
                <a:gd name="T7" fmla="*/ 5 h 8"/>
                <a:gd name="T8" fmla="*/ 81 w 25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8">
                  <a:moveTo>
                    <a:pt x="25" y="5"/>
                  </a:moveTo>
                  <a:cubicBezTo>
                    <a:pt x="25" y="7"/>
                    <a:pt x="19" y="8"/>
                    <a:pt x="13" y="8"/>
                  </a:cubicBezTo>
                  <a:cubicBezTo>
                    <a:pt x="6" y="7"/>
                    <a:pt x="0" y="5"/>
                    <a:pt x="0" y="3"/>
                  </a:cubicBezTo>
                  <a:cubicBezTo>
                    <a:pt x="1" y="1"/>
                    <a:pt x="6" y="0"/>
                    <a:pt x="13" y="1"/>
                  </a:cubicBezTo>
                  <a:cubicBezTo>
                    <a:pt x="20" y="1"/>
                    <a:pt x="25" y="3"/>
                    <a:pt x="25" y="5"/>
                  </a:cubicBezTo>
                  <a:close/>
                </a:path>
              </a:pathLst>
            </a:cu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1" name="Freeform 1580">
              <a:extLst>
                <a:ext uri="{FF2B5EF4-FFF2-40B4-BE49-F238E27FC236}">
                  <a16:creationId xmlns:a16="http://schemas.microsoft.com/office/drawing/2014/main" id="{2D1CD666-CE69-49C6-A5D1-70B2E0263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3807"/>
              <a:ext cx="80" cy="22"/>
            </a:xfrm>
            <a:custGeom>
              <a:avLst/>
              <a:gdLst>
                <a:gd name="T0" fmla="*/ 0 w 54"/>
                <a:gd name="T1" fmla="*/ 42 h 14"/>
                <a:gd name="T2" fmla="*/ 9 w 54"/>
                <a:gd name="T3" fmla="*/ 8 h 14"/>
                <a:gd name="T4" fmla="*/ 49 w 54"/>
                <a:gd name="T5" fmla="*/ 8 h 14"/>
                <a:gd name="T6" fmla="*/ 117 w 54"/>
                <a:gd name="T7" fmla="*/ 13 h 14"/>
                <a:gd name="T8" fmla="*/ 147 w 54"/>
                <a:gd name="T9" fmla="*/ 14 h 14"/>
                <a:gd name="T10" fmla="*/ 176 w 54"/>
                <a:gd name="T11" fmla="*/ 14 h 14"/>
                <a:gd name="T12" fmla="*/ 49 w 54"/>
                <a:gd name="T13" fmla="*/ 13 h 14"/>
                <a:gd name="T14" fmla="*/ 13 w 54"/>
                <a:gd name="T15" fmla="*/ 22 h 14"/>
                <a:gd name="T16" fmla="*/ 1 w 54"/>
                <a:gd name="T17" fmla="*/ 55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4">
                  <a:moveTo>
                    <a:pt x="0" y="11"/>
                  </a:moveTo>
                  <a:cubicBezTo>
                    <a:pt x="1" y="9"/>
                    <a:pt x="1" y="4"/>
                    <a:pt x="3" y="2"/>
                  </a:cubicBezTo>
                  <a:cubicBezTo>
                    <a:pt x="6" y="0"/>
                    <a:pt x="12" y="1"/>
                    <a:pt x="15" y="2"/>
                  </a:cubicBezTo>
                  <a:cubicBezTo>
                    <a:pt x="22" y="2"/>
                    <a:pt x="29" y="3"/>
                    <a:pt x="36" y="3"/>
                  </a:cubicBezTo>
                  <a:cubicBezTo>
                    <a:pt x="39" y="3"/>
                    <a:pt x="42" y="4"/>
                    <a:pt x="45" y="4"/>
                  </a:cubicBezTo>
                  <a:cubicBezTo>
                    <a:pt x="48" y="4"/>
                    <a:pt x="51" y="4"/>
                    <a:pt x="54" y="4"/>
                  </a:cubicBezTo>
                  <a:cubicBezTo>
                    <a:pt x="41" y="6"/>
                    <a:pt x="28" y="3"/>
                    <a:pt x="15" y="3"/>
                  </a:cubicBezTo>
                  <a:cubicBezTo>
                    <a:pt x="11" y="3"/>
                    <a:pt x="6" y="4"/>
                    <a:pt x="4" y="6"/>
                  </a:cubicBezTo>
                  <a:cubicBezTo>
                    <a:pt x="2" y="9"/>
                    <a:pt x="1" y="11"/>
                    <a:pt x="1" y="14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2" name="Freeform 1581">
              <a:extLst>
                <a:ext uri="{FF2B5EF4-FFF2-40B4-BE49-F238E27FC236}">
                  <a16:creationId xmlns:a16="http://schemas.microsoft.com/office/drawing/2014/main" id="{FAD2B0C6-DFF4-4F78-B9C4-0115D5A1A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3823"/>
              <a:ext cx="138" cy="27"/>
            </a:xfrm>
            <a:custGeom>
              <a:avLst/>
              <a:gdLst>
                <a:gd name="T0" fmla="*/ 305 w 92"/>
                <a:gd name="T1" fmla="*/ 25 h 17"/>
                <a:gd name="T2" fmla="*/ 296 w 92"/>
                <a:gd name="T3" fmla="*/ 64 h 17"/>
                <a:gd name="T4" fmla="*/ 242 w 92"/>
                <a:gd name="T5" fmla="*/ 64 h 17"/>
                <a:gd name="T6" fmla="*/ 167 w 92"/>
                <a:gd name="T7" fmla="*/ 60 h 17"/>
                <a:gd name="T8" fmla="*/ 0 w 92"/>
                <a:gd name="T9" fmla="*/ 48 h 17"/>
                <a:gd name="T10" fmla="*/ 113 w 92"/>
                <a:gd name="T11" fmla="*/ 52 h 17"/>
                <a:gd name="T12" fmla="*/ 224 w 92"/>
                <a:gd name="T13" fmla="*/ 52 h 17"/>
                <a:gd name="T14" fmla="*/ 291 w 92"/>
                <a:gd name="T15" fmla="*/ 0 h 17"/>
                <a:gd name="T16" fmla="*/ 305 w 92"/>
                <a:gd name="T17" fmla="*/ 2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7">
                  <a:moveTo>
                    <a:pt x="90" y="6"/>
                  </a:moveTo>
                  <a:cubicBezTo>
                    <a:pt x="89" y="9"/>
                    <a:pt x="92" y="14"/>
                    <a:pt x="87" y="16"/>
                  </a:cubicBezTo>
                  <a:cubicBezTo>
                    <a:pt x="83" y="17"/>
                    <a:pt x="76" y="16"/>
                    <a:pt x="71" y="16"/>
                  </a:cubicBezTo>
                  <a:cubicBezTo>
                    <a:pt x="62" y="15"/>
                    <a:pt x="58" y="15"/>
                    <a:pt x="49" y="15"/>
                  </a:cubicBezTo>
                  <a:cubicBezTo>
                    <a:pt x="35" y="14"/>
                    <a:pt x="14" y="14"/>
                    <a:pt x="0" y="12"/>
                  </a:cubicBezTo>
                  <a:cubicBezTo>
                    <a:pt x="10" y="12"/>
                    <a:pt x="23" y="13"/>
                    <a:pt x="33" y="13"/>
                  </a:cubicBezTo>
                  <a:cubicBezTo>
                    <a:pt x="44" y="14"/>
                    <a:pt x="54" y="13"/>
                    <a:pt x="66" y="13"/>
                  </a:cubicBezTo>
                  <a:cubicBezTo>
                    <a:pt x="76" y="13"/>
                    <a:pt x="91" y="9"/>
                    <a:pt x="86" y="0"/>
                  </a:cubicBezTo>
                  <a:cubicBezTo>
                    <a:pt x="89" y="1"/>
                    <a:pt x="89" y="3"/>
                    <a:pt x="90" y="5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3" name="Freeform 1582">
              <a:extLst>
                <a:ext uri="{FF2B5EF4-FFF2-40B4-BE49-F238E27FC236}">
                  <a16:creationId xmlns:a16="http://schemas.microsoft.com/office/drawing/2014/main" id="{23CE09A3-6E21-406E-B0C3-952088682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3826"/>
              <a:ext cx="30" cy="10"/>
            </a:xfrm>
            <a:custGeom>
              <a:avLst/>
              <a:gdLst>
                <a:gd name="T0" fmla="*/ 48 w 20"/>
                <a:gd name="T1" fmla="*/ 0 h 6"/>
                <a:gd name="T2" fmla="*/ 62 w 20"/>
                <a:gd name="T3" fmla="*/ 13 h 6"/>
                <a:gd name="T4" fmla="*/ 21 w 20"/>
                <a:gd name="T5" fmla="*/ 22 h 6"/>
                <a:gd name="T6" fmla="*/ 0 w 20"/>
                <a:gd name="T7" fmla="*/ 20 h 6"/>
                <a:gd name="T8" fmla="*/ 27 w 20"/>
                <a:gd name="T9" fmla="*/ 28 h 6"/>
                <a:gd name="T10" fmla="*/ 68 w 20"/>
                <a:gd name="T11" fmla="*/ 13 h 6"/>
                <a:gd name="T12" fmla="*/ 48 w 20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">
                  <a:moveTo>
                    <a:pt x="14" y="0"/>
                  </a:moveTo>
                  <a:cubicBezTo>
                    <a:pt x="17" y="0"/>
                    <a:pt x="18" y="2"/>
                    <a:pt x="18" y="3"/>
                  </a:cubicBezTo>
                  <a:cubicBezTo>
                    <a:pt x="18" y="5"/>
                    <a:pt x="12" y="6"/>
                    <a:pt x="6" y="5"/>
                  </a:cubicBezTo>
                  <a:cubicBezTo>
                    <a:pt x="3" y="5"/>
                    <a:pt x="1" y="5"/>
                    <a:pt x="0" y="4"/>
                  </a:cubicBezTo>
                  <a:cubicBezTo>
                    <a:pt x="2" y="5"/>
                    <a:pt x="5" y="6"/>
                    <a:pt x="8" y="6"/>
                  </a:cubicBezTo>
                  <a:cubicBezTo>
                    <a:pt x="15" y="6"/>
                    <a:pt x="20" y="5"/>
                    <a:pt x="20" y="3"/>
                  </a:cubicBezTo>
                  <a:cubicBezTo>
                    <a:pt x="20" y="2"/>
                    <a:pt x="18" y="1"/>
                    <a:pt x="14" y="0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4" name="Freeform 1583">
              <a:extLst>
                <a:ext uri="{FF2B5EF4-FFF2-40B4-BE49-F238E27FC236}">
                  <a16:creationId xmlns:a16="http://schemas.microsoft.com/office/drawing/2014/main" id="{1498C708-0FD8-451C-AB13-2F1DB05A9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3825"/>
              <a:ext cx="29" cy="8"/>
            </a:xfrm>
            <a:custGeom>
              <a:avLst/>
              <a:gdLst>
                <a:gd name="T0" fmla="*/ 5 w 19"/>
                <a:gd name="T1" fmla="*/ 13 h 5"/>
                <a:gd name="T2" fmla="*/ 41 w 19"/>
                <a:gd name="T3" fmla="*/ 5 h 5"/>
                <a:gd name="T4" fmla="*/ 67 w 19"/>
                <a:gd name="T5" fmla="*/ 8 h 5"/>
                <a:gd name="T6" fmla="*/ 35 w 19"/>
                <a:gd name="T7" fmla="*/ 0 h 5"/>
                <a:gd name="T8" fmla="*/ 0 w 19"/>
                <a:gd name="T9" fmla="*/ 13 h 5"/>
                <a:gd name="T10" fmla="*/ 14 w 19"/>
                <a:gd name="T11" fmla="*/ 21 h 5"/>
                <a:gd name="T12" fmla="*/ 5 w 19"/>
                <a:gd name="T13" fmla="*/ 13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">
                  <a:moveTo>
                    <a:pt x="1" y="3"/>
                  </a:moveTo>
                  <a:cubicBezTo>
                    <a:pt x="1" y="1"/>
                    <a:pt x="7" y="1"/>
                    <a:pt x="12" y="1"/>
                  </a:cubicBezTo>
                  <a:cubicBezTo>
                    <a:pt x="14" y="1"/>
                    <a:pt x="17" y="2"/>
                    <a:pt x="19" y="2"/>
                  </a:cubicBezTo>
                  <a:cubicBezTo>
                    <a:pt x="17" y="1"/>
                    <a:pt x="14" y="1"/>
                    <a:pt x="10" y="0"/>
                  </a:cubicBezTo>
                  <a:cubicBezTo>
                    <a:pt x="5" y="0"/>
                    <a:pt x="0" y="1"/>
                    <a:pt x="0" y="3"/>
                  </a:cubicBezTo>
                  <a:cubicBezTo>
                    <a:pt x="0" y="3"/>
                    <a:pt x="1" y="4"/>
                    <a:pt x="4" y="5"/>
                  </a:cubicBezTo>
                  <a:cubicBezTo>
                    <a:pt x="3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5" name="Freeform 1584">
              <a:extLst>
                <a:ext uri="{FF2B5EF4-FFF2-40B4-BE49-F238E27FC236}">
                  <a16:creationId xmlns:a16="http://schemas.microsoft.com/office/drawing/2014/main" id="{8167E35B-644E-4F86-9D24-D3A7A5FF3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804"/>
              <a:ext cx="193" cy="48"/>
            </a:xfrm>
            <a:custGeom>
              <a:avLst/>
              <a:gdLst>
                <a:gd name="T0" fmla="*/ 19 w 129"/>
                <a:gd name="T1" fmla="*/ 90 h 30"/>
                <a:gd name="T2" fmla="*/ 19 w 129"/>
                <a:gd name="T3" fmla="*/ 90 h 30"/>
                <a:gd name="T4" fmla="*/ 1 w 129"/>
                <a:gd name="T5" fmla="*/ 67 h 30"/>
                <a:gd name="T6" fmla="*/ 1 w 129"/>
                <a:gd name="T7" fmla="*/ 26 h 30"/>
                <a:gd name="T8" fmla="*/ 60 w 129"/>
                <a:gd name="T9" fmla="*/ 5 h 30"/>
                <a:gd name="T10" fmla="*/ 256 w 129"/>
                <a:gd name="T11" fmla="*/ 26 h 30"/>
                <a:gd name="T12" fmla="*/ 392 w 129"/>
                <a:gd name="T13" fmla="*/ 34 h 30"/>
                <a:gd name="T14" fmla="*/ 429 w 129"/>
                <a:gd name="T15" fmla="*/ 61 h 30"/>
                <a:gd name="T16" fmla="*/ 429 w 129"/>
                <a:gd name="T17" fmla="*/ 102 h 30"/>
                <a:gd name="T18" fmla="*/ 405 w 129"/>
                <a:gd name="T19" fmla="*/ 123 h 30"/>
                <a:gd name="T20" fmla="*/ 211 w 129"/>
                <a:gd name="T21" fmla="*/ 110 h 30"/>
                <a:gd name="T22" fmla="*/ 19 w 129"/>
                <a:gd name="T23" fmla="*/ 9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" h="30">
                  <a:moveTo>
                    <a:pt x="6" y="22"/>
                  </a:moveTo>
                  <a:cubicBezTo>
                    <a:pt x="6" y="22"/>
                    <a:pt x="6" y="22"/>
                    <a:pt x="6" y="22"/>
                  </a:cubicBezTo>
                  <a:cubicBezTo>
                    <a:pt x="3" y="21"/>
                    <a:pt x="0" y="20"/>
                    <a:pt x="1" y="1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3"/>
                    <a:pt x="2" y="0"/>
                    <a:pt x="18" y="1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3" y="9"/>
                    <a:pt x="129" y="12"/>
                    <a:pt x="128" y="15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27" y="29"/>
                    <a:pt x="125" y="30"/>
                    <a:pt x="121" y="30"/>
                  </a:cubicBezTo>
                  <a:cubicBezTo>
                    <a:pt x="120" y="30"/>
                    <a:pt x="76" y="28"/>
                    <a:pt x="63" y="27"/>
                  </a:cubicBezTo>
                  <a:cubicBezTo>
                    <a:pt x="51" y="27"/>
                    <a:pt x="7" y="22"/>
                    <a:pt x="6" y="2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6" name="Freeform 1585">
              <a:extLst>
                <a:ext uri="{FF2B5EF4-FFF2-40B4-BE49-F238E27FC236}">
                  <a16:creationId xmlns:a16="http://schemas.microsoft.com/office/drawing/2014/main" id="{6EF661F5-5E1F-4DA3-B750-FECEFB4E9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382"/>
              <a:ext cx="157" cy="168"/>
            </a:xfrm>
            <a:custGeom>
              <a:avLst/>
              <a:gdLst>
                <a:gd name="T0" fmla="*/ 321 w 105"/>
                <a:gd name="T1" fmla="*/ 418 h 105"/>
                <a:gd name="T2" fmla="*/ 281 w 105"/>
                <a:gd name="T3" fmla="*/ 410 h 105"/>
                <a:gd name="T4" fmla="*/ 117 w 105"/>
                <a:gd name="T5" fmla="*/ 205 h 105"/>
                <a:gd name="T6" fmla="*/ 19 w 105"/>
                <a:gd name="T7" fmla="*/ 90 h 105"/>
                <a:gd name="T8" fmla="*/ 13 w 105"/>
                <a:gd name="T9" fmla="*/ 35 h 105"/>
                <a:gd name="T10" fmla="*/ 33 w 105"/>
                <a:gd name="T11" fmla="*/ 8 h 105"/>
                <a:gd name="T12" fmla="*/ 81 w 105"/>
                <a:gd name="T13" fmla="*/ 34 h 105"/>
                <a:gd name="T14" fmla="*/ 262 w 105"/>
                <a:gd name="T15" fmla="*/ 251 h 105"/>
                <a:gd name="T16" fmla="*/ 329 w 105"/>
                <a:gd name="T17" fmla="*/ 333 h 105"/>
                <a:gd name="T18" fmla="*/ 344 w 105"/>
                <a:gd name="T19" fmla="*/ 384 h 105"/>
                <a:gd name="T20" fmla="*/ 321 w 105"/>
                <a:gd name="T21" fmla="*/ 418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5" h="105">
                  <a:moveTo>
                    <a:pt x="96" y="102"/>
                  </a:moveTo>
                  <a:cubicBezTo>
                    <a:pt x="93" y="105"/>
                    <a:pt x="88" y="104"/>
                    <a:pt x="84" y="100"/>
                  </a:cubicBezTo>
                  <a:cubicBezTo>
                    <a:pt x="84" y="100"/>
                    <a:pt x="46" y="61"/>
                    <a:pt x="35" y="50"/>
                  </a:cubicBezTo>
                  <a:cubicBezTo>
                    <a:pt x="24" y="38"/>
                    <a:pt x="6" y="22"/>
                    <a:pt x="6" y="22"/>
                  </a:cubicBezTo>
                  <a:cubicBezTo>
                    <a:pt x="2" y="18"/>
                    <a:pt x="0" y="12"/>
                    <a:pt x="4" y="9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3" y="0"/>
                    <a:pt x="18" y="1"/>
                    <a:pt x="24" y="8"/>
                  </a:cubicBezTo>
                  <a:cubicBezTo>
                    <a:pt x="24" y="8"/>
                    <a:pt x="64" y="47"/>
                    <a:pt x="78" y="61"/>
                  </a:cubicBezTo>
                  <a:cubicBezTo>
                    <a:pt x="91" y="75"/>
                    <a:pt x="98" y="81"/>
                    <a:pt x="98" y="81"/>
                  </a:cubicBezTo>
                  <a:cubicBezTo>
                    <a:pt x="102" y="86"/>
                    <a:pt x="105" y="91"/>
                    <a:pt x="103" y="94"/>
                  </a:cubicBezTo>
                  <a:lnTo>
                    <a:pt x="96" y="102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7" name="Freeform 1586">
              <a:extLst>
                <a:ext uri="{FF2B5EF4-FFF2-40B4-BE49-F238E27FC236}">
                  <a16:creationId xmlns:a16="http://schemas.microsoft.com/office/drawing/2014/main" id="{E913DF07-1BF1-4BD5-9EA3-4509D632D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531"/>
              <a:ext cx="169" cy="156"/>
            </a:xfrm>
            <a:custGeom>
              <a:avLst/>
              <a:gdLst>
                <a:gd name="T0" fmla="*/ 348 w 113"/>
                <a:gd name="T1" fmla="*/ 380 h 98"/>
                <a:gd name="T2" fmla="*/ 298 w 113"/>
                <a:gd name="T3" fmla="*/ 368 h 98"/>
                <a:gd name="T4" fmla="*/ 217 w 113"/>
                <a:gd name="T5" fmla="*/ 287 h 98"/>
                <a:gd name="T6" fmla="*/ 27 w 113"/>
                <a:gd name="T7" fmla="*/ 102 h 98"/>
                <a:gd name="T8" fmla="*/ 6 w 113"/>
                <a:gd name="T9" fmla="*/ 48 h 98"/>
                <a:gd name="T10" fmla="*/ 27 w 113"/>
                <a:gd name="T11" fmla="*/ 16 h 98"/>
                <a:gd name="T12" fmla="*/ 63 w 113"/>
                <a:gd name="T13" fmla="*/ 16 h 98"/>
                <a:gd name="T14" fmla="*/ 203 w 113"/>
                <a:gd name="T15" fmla="*/ 158 h 98"/>
                <a:gd name="T16" fmla="*/ 344 w 113"/>
                <a:gd name="T17" fmla="*/ 291 h 98"/>
                <a:gd name="T18" fmla="*/ 369 w 113"/>
                <a:gd name="T19" fmla="*/ 350 h 98"/>
                <a:gd name="T20" fmla="*/ 348 w 113"/>
                <a:gd name="T21" fmla="*/ 380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98">
                  <a:moveTo>
                    <a:pt x="104" y="94"/>
                  </a:moveTo>
                  <a:cubicBezTo>
                    <a:pt x="102" y="97"/>
                    <a:pt x="98" y="98"/>
                    <a:pt x="89" y="91"/>
                  </a:cubicBezTo>
                  <a:cubicBezTo>
                    <a:pt x="89" y="91"/>
                    <a:pt x="85" y="87"/>
                    <a:pt x="65" y="71"/>
                  </a:cubicBezTo>
                  <a:cubicBezTo>
                    <a:pt x="46" y="56"/>
                    <a:pt x="8" y="25"/>
                    <a:pt x="8" y="25"/>
                  </a:cubicBezTo>
                  <a:cubicBezTo>
                    <a:pt x="1" y="19"/>
                    <a:pt x="0" y="15"/>
                    <a:pt x="2" y="1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11" y="1"/>
                    <a:pt x="14" y="0"/>
                    <a:pt x="19" y="4"/>
                  </a:cubicBezTo>
                  <a:cubicBezTo>
                    <a:pt x="19" y="4"/>
                    <a:pt x="44" y="25"/>
                    <a:pt x="61" y="39"/>
                  </a:cubicBezTo>
                  <a:cubicBezTo>
                    <a:pt x="79" y="54"/>
                    <a:pt x="103" y="72"/>
                    <a:pt x="103" y="72"/>
                  </a:cubicBezTo>
                  <a:cubicBezTo>
                    <a:pt x="112" y="79"/>
                    <a:pt x="113" y="84"/>
                    <a:pt x="110" y="87"/>
                  </a:cubicBezTo>
                  <a:lnTo>
                    <a:pt x="104" y="94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8" name="Freeform 1587">
              <a:extLst>
                <a:ext uri="{FF2B5EF4-FFF2-40B4-BE49-F238E27FC236}">
                  <a16:creationId xmlns:a16="http://schemas.microsoft.com/office/drawing/2014/main" id="{F26C9888-50D1-4F8D-8593-8AC6A85C1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668"/>
              <a:ext cx="181" cy="118"/>
            </a:xfrm>
            <a:custGeom>
              <a:avLst/>
              <a:gdLst>
                <a:gd name="T0" fmla="*/ 371 w 121"/>
                <a:gd name="T1" fmla="*/ 204 h 74"/>
                <a:gd name="T2" fmla="*/ 402 w 121"/>
                <a:gd name="T3" fmla="*/ 247 h 74"/>
                <a:gd name="T4" fmla="*/ 384 w 121"/>
                <a:gd name="T5" fmla="*/ 279 h 74"/>
                <a:gd name="T6" fmla="*/ 343 w 121"/>
                <a:gd name="T7" fmla="*/ 279 h 74"/>
                <a:gd name="T8" fmla="*/ 251 w 121"/>
                <a:gd name="T9" fmla="*/ 223 h 74"/>
                <a:gd name="T10" fmla="*/ 28 w 121"/>
                <a:gd name="T11" fmla="*/ 89 h 74"/>
                <a:gd name="T12" fmla="*/ 1 w 121"/>
                <a:gd name="T13" fmla="*/ 53 h 74"/>
                <a:gd name="T14" fmla="*/ 19 w 121"/>
                <a:gd name="T15" fmla="*/ 16 h 74"/>
                <a:gd name="T16" fmla="*/ 42 w 121"/>
                <a:gd name="T17" fmla="*/ 8 h 74"/>
                <a:gd name="T18" fmla="*/ 211 w 121"/>
                <a:gd name="T19" fmla="*/ 110 h 74"/>
                <a:gd name="T20" fmla="*/ 371 w 121"/>
                <a:gd name="T21" fmla="*/ 204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74">
                  <a:moveTo>
                    <a:pt x="111" y="50"/>
                  </a:moveTo>
                  <a:cubicBezTo>
                    <a:pt x="121" y="55"/>
                    <a:pt x="121" y="58"/>
                    <a:pt x="120" y="61"/>
                  </a:cubicBezTo>
                  <a:cubicBezTo>
                    <a:pt x="115" y="69"/>
                    <a:pt x="115" y="69"/>
                    <a:pt x="115" y="69"/>
                  </a:cubicBezTo>
                  <a:cubicBezTo>
                    <a:pt x="114" y="72"/>
                    <a:pt x="112" y="74"/>
                    <a:pt x="102" y="69"/>
                  </a:cubicBezTo>
                  <a:cubicBezTo>
                    <a:pt x="102" y="69"/>
                    <a:pt x="97" y="66"/>
                    <a:pt x="75" y="55"/>
                  </a:cubicBezTo>
                  <a:cubicBezTo>
                    <a:pt x="53" y="44"/>
                    <a:pt x="9" y="23"/>
                    <a:pt x="9" y="22"/>
                  </a:cubicBezTo>
                  <a:cubicBezTo>
                    <a:pt x="1" y="18"/>
                    <a:pt x="0" y="16"/>
                    <a:pt x="1" y="1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0"/>
                    <a:pt x="11" y="0"/>
                    <a:pt x="13" y="2"/>
                  </a:cubicBezTo>
                  <a:cubicBezTo>
                    <a:pt x="14" y="2"/>
                    <a:pt x="43" y="17"/>
                    <a:pt x="63" y="27"/>
                  </a:cubicBezTo>
                  <a:cubicBezTo>
                    <a:pt x="83" y="37"/>
                    <a:pt x="111" y="50"/>
                    <a:pt x="111" y="50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9" name="Freeform 1588">
              <a:extLst>
                <a:ext uri="{FF2B5EF4-FFF2-40B4-BE49-F238E27FC236}">
                  <a16:creationId xmlns:a16="http://schemas.microsoft.com/office/drawing/2014/main" id="{618EBA64-92D2-4327-B7F6-A1A79D7F3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718"/>
              <a:ext cx="36" cy="24"/>
            </a:xfrm>
            <a:custGeom>
              <a:avLst/>
              <a:gdLst>
                <a:gd name="T0" fmla="*/ 5 w 24"/>
                <a:gd name="T1" fmla="*/ 8 h 15"/>
                <a:gd name="T2" fmla="*/ 45 w 24"/>
                <a:gd name="T3" fmla="*/ 21 h 15"/>
                <a:gd name="T4" fmla="*/ 80 w 24"/>
                <a:gd name="T5" fmla="*/ 54 h 15"/>
                <a:gd name="T6" fmla="*/ 35 w 24"/>
                <a:gd name="T7" fmla="*/ 46 h 15"/>
                <a:gd name="T8" fmla="*/ 5 w 24"/>
                <a:gd name="T9" fmla="*/ 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1" y="2"/>
                  </a:moveTo>
                  <a:cubicBezTo>
                    <a:pt x="2" y="0"/>
                    <a:pt x="7" y="2"/>
                    <a:pt x="13" y="5"/>
                  </a:cubicBezTo>
                  <a:cubicBezTo>
                    <a:pt x="20" y="8"/>
                    <a:pt x="24" y="12"/>
                    <a:pt x="23" y="13"/>
                  </a:cubicBezTo>
                  <a:cubicBezTo>
                    <a:pt x="22" y="15"/>
                    <a:pt x="17" y="14"/>
                    <a:pt x="10" y="11"/>
                  </a:cubicBezTo>
                  <a:cubicBezTo>
                    <a:pt x="4" y="8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0" name="Freeform 1589">
              <a:extLst>
                <a:ext uri="{FF2B5EF4-FFF2-40B4-BE49-F238E27FC236}">
                  <a16:creationId xmlns:a16="http://schemas.microsoft.com/office/drawing/2014/main" id="{7D9808C6-8E72-4EA1-A56B-2091E2B6F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714"/>
              <a:ext cx="36" cy="23"/>
            </a:xfrm>
            <a:custGeom>
              <a:avLst/>
              <a:gdLst>
                <a:gd name="T0" fmla="*/ 5 w 24"/>
                <a:gd name="T1" fmla="*/ 5 h 14"/>
                <a:gd name="T2" fmla="*/ 48 w 24"/>
                <a:gd name="T3" fmla="*/ 20 h 14"/>
                <a:gd name="T4" fmla="*/ 80 w 24"/>
                <a:gd name="T5" fmla="*/ 54 h 14"/>
                <a:gd name="T6" fmla="*/ 39 w 24"/>
                <a:gd name="T7" fmla="*/ 43 h 14"/>
                <a:gd name="T8" fmla="*/ 5 w 24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1" y="1"/>
                  </a:moveTo>
                  <a:cubicBezTo>
                    <a:pt x="2" y="0"/>
                    <a:pt x="8" y="1"/>
                    <a:pt x="14" y="4"/>
                  </a:cubicBezTo>
                  <a:cubicBezTo>
                    <a:pt x="20" y="7"/>
                    <a:pt x="24" y="11"/>
                    <a:pt x="23" y="12"/>
                  </a:cubicBezTo>
                  <a:cubicBezTo>
                    <a:pt x="23" y="14"/>
                    <a:pt x="17" y="13"/>
                    <a:pt x="11" y="10"/>
                  </a:cubicBezTo>
                  <a:cubicBezTo>
                    <a:pt x="4" y="7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1" name="Freeform 1590">
              <a:extLst>
                <a:ext uri="{FF2B5EF4-FFF2-40B4-BE49-F238E27FC236}">
                  <a16:creationId xmlns:a16="http://schemas.microsoft.com/office/drawing/2014/main" id="{6BE49E44-36E9-4543-8F18-0002F9780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3674"/>
              <a:ext cx="78" cy="36"/>
            </a:xfrm>
            <a:custGeom>
              <a:avLst/>
              <a:gdLst>
                <a:gd name="T0" fmla="*/ 0 w 52"/>
                <a:gd name="T1" fmla="*/ 41 h 22"/>
                <a:gd name="T2" fmla="*/ 18 w 52"/>
                <a:gd name="T3" fmla="*/ 0 h 22"/>
                <a:gd name="T4" fmla="*/ 62 w 52"/>
                <a:gd name="T5" fmla="*/ 21 h 22"/>
                <a:gd name="T6" fmla="*/ 122 w 52"/>
                <a:gd name="T7" fmla="*/ 62 h 22"/>
                <a:gd name="T8" fmla="*/ 149 w 52"/>
                <a:gd name="T9" fmla="*/ 83 h 22"/>
                <a:gd name="T10" fmla="*/ 176 w 52"/>
                <a:gd name="T11" fmla="*/ 97 h 22"/>
                <a:gd name="T12" fmla="*/ 59 w 52"/>
                <a:gd name="T13" fmla="*/ 29 h 22"/>
                <a:gd name="T14" fmla="*/ 21 w 52"/>
                <a:gd name="T15" fmla="*/ 26 h 22"/>
                <a:gd name="T16" fmla="*/ 0 w 52"/>
                <a:gd name="T17" fmla="*/ 4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22">
                  <a:moveTo>
                    <a:pt x="0" y="9"/>
                  </a:moveTo>
                  <a:cubicBezTo>
                    <a:pt x="1" y="6"/>
                    <a:pt x="2" y="1"/>
                    <a:pt x="5" y="0"/>
                  </a:cubicBezTo>
                  <a:cubicBezTo>
                    <a:pt x="9" y="0"/>
                    <a:pt x="15" y="4"/>
                    <a:pt x="18" y="5"/>
                  </a:cubicBezTo>
                  <a:cubicBezTo>
                    <a:pt x="24" y="8"/>
                    <a:pt x="30" y="11"/>
                    <a:pt x="36" y="14"/>
                  </a:cubicBezTo>
                  <a:cubicBezTo>
                    <a:pt x="39" y="16"/>
                    <a:pt x="41" y="17"/>
                    <a:pt x="44" y="19"/>
                  </a:cubicBezTo>
                  <a:cubicBezTo>
                    <a:pt x="47" y="20"/>
                    <a:pt x="50" y="21"/>
                    <a:pt x="52" y="22"/>
                  </a:cubicBezTo>
                  <a:cubicBezTo>
                    <a:pt x="40" y="19"/>
                    <a:pt x="28" y="12"/>
                    <a:pt x="17" y="7"/>
                  </a:cubicBezTo>
                  <a:cubicBezTo>
                    <a:pt x="13" y="5"/>
                    <a:pt x="9" y="4"/>
                    <a:pt x="6" y="6"/>
                  </a:cubicBezTo>
                  <a:cubicBezTo>
                    <a:pt x="3" y="7"/>
                    <a:pt x="1" y="9"/>
                    <a:pt x="0" y="11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2" name="Freeform 1591">
              <a:extLst>
                <a:ext uri="{FF2B5EF4-FFF2-40B4-BE49-F238E27FC236}">
                  <a16:creationId xmlns:a16="http://schemas.microsoft.com/office/drawing/2014/main" id="{67705EDE-ADF9-4FB9-9E71-A63BC1290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3726"/>
              <a:ext cx="115" cy="56"/>
            </a:xfrm>
            <a:custGeom>
              <a:avLst/>
              <a:gdLst>
                <a:gd name="T0" fmla="*/ 0 w 77"/>
                <a:gd name="T1" fmla="*/ 0 h 35"/>
                <a:gd name="T2" fmla="*/ 181 w 77"/>
                <a:gd name="T3" fmla="*/ 107 h 35"/>
                <a:gd name="T4" fmla="*/ 240 w 77"/>
                <a:gd name="T5" fmla="*/ 136 h 35"/>
                <a:gd name="T6" fmla="*/ 257 w 77"/>
                <a:gd name="T7" fmla="*/ 94 h 35"/>
                <a:gd name="T8" fmla="*/ 227 w 77"/>
                <a:gd name="T9" fmla="*/ 123 h 35"/>
                <a:gd name="T10" fmla="*/ 194 w 77"/>
                <a:gd name="T11" fmla="*/ 107 h 35"/>
                <a:gd name="T12" fmla="*/ 154 w 77"/>
                <a:gd name="T13" fmla="*/ 82 h 35"/>
                <a:gd name="T14" fmla="*/ 73 w 77"/>
                <a:gd name="T15" fmla="*/ 35 h 35"/>
                <a:gd name="T16" fmla="*/ 33 w 77"/>
                <a:gd name="T17" fmla="*/ 16 h 35"/>
                <a:gd name="T18" fmla="*/ 6 w 77"/>
                <a:gd name="T19" fmla="*/ 5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5">
                  <a:moveTo>
                    <a:pt x="0" y="0"/>
                  </a:moveTo>
                  <a:cubicBezTo>
                    <a:pt x="18" y="9"/>
                    <a:pt x="36" y="17"/>
                    <a:pt x="54" y="26"/>
                  </a:cubicBezTo>
                  <a:cubicBezTo>
                    <a:pt x="58" y="28"/>
                    <a:pt x="68" y="35"/>
                    <a:pt x="72" y="33"/>
                  </a:cubicBezTo>
                  <a:cubicBezTo>
                    <a:pt x="75" y="32"/>
                    <a:pt x="77" y="26"/>
                    <a:pt x="77" y="23"/>
                  </a:cubicBezTo>
                  <a:cubicBezTo>
                    <a:pt x="76" y="26"/>
                    <a:pt x="73" y="30"/>
                    <a:pt x="68" y="30"/>
                  </a:cubicBezTo>
                  <a:cubicBezTo>
                    <a:pt x="65" y="30"/>
                    <a:pt x="61" y="27"/>
                    <a:pt x="58" y="26"/>
                  </a:cubicBezTo>
                  <a:cubicBezTo>
                    <a:pt x="54" y="24"/>
                    <a:pt x="50" y="22"/>
                    <a:pt x="46" y="20"/>
                  </a:cubicBezTo>
                  <a:cubicBezTo>
                    <a:pt x="38" y="16"/>
                    <a:pt x="30" y="12"/>
                    <a:pt x="22" y="9"/>
                  </a:cubicBezTo>
                  <a:cubicBezTo>
                    <a:pt x="18" y="7"/>
                    <a:pt x="14" y="6"/>
                    <a:pt x="10" y="4"/>
                  </a:cubicBezTo>
                  <a:cubicBezTo>
                    <a:pt x="7" y="3"/>
                    <a:pt x="5" y="1"/>
                    <a:pt x="2" y="1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3" name="Freeform 1592">
              <a:extLst>
                <a:ext uri="{FF2B5EF4-FFF2-40B4-BE49-F238E27FC236}">
                  <a16:creationId xmlns:a16="http://schemas.microsoft.com/office/drawing/2014/main" id="{561CAEB1-4899-4DC2-932F-9F89E1A8A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724"/>
              <a:ext cx="30" cy="13"/>
            </a:xfrm>
            <a:custGeom>
              <a:avLst/>
              <a:gdLst>
                <a:gd name="T0" fmla="*/ 53 w 20"/>
                <a:gd name="T1" fmla="*/ 5 h 8"/>
                <a:gd name="T2" fmla="*/ 62 w 20"/>
                <a:gd name="T3" fmla="*/ 21 h 8"/>
                <a:gd name="T4" fmla="*/ 18 w 20"/>
                <a:gd name="T5" fmla="*/ 13 h 8"/>
                <a:gd name="T6" fmla="*/ 0 w 20"/>
                <a:gd name="T7" fmla="*/ 0 h 8"/>
                <a:gd name="T8" fmla="*/ 26 w 20"/>
                <a:gd name="T9" fmla="*/ 18 h 8"/>
                <a:gd name="T10" fmla="*/ 68 w 20"/>
                <a:gd name="T11" fmla="*/ 29 h 8"/>
                <a:gd name="T12" fmla="*/ 53 w 20"/>
                <a:gd name="T13" fmla="*/ 5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8">
                  <a:moveTo>
                    <a:pt x="15" y="1"/>
                  </a:moveTo>
                  <a:cubicBezTo>
                    <a:pt x="17" y="3"/>
                    <a:pt x="18" y="4"/>
                    <a:pt x="18" y="5"/>
                  </a:cubicBezTo>
                  <a:cubicBezTo>
                    <a:pt x="17" y="7"/>
                    <a:pt x="11" y="6"/>
                    <a:pt x="5" y="3"/>
                  </a:cubicBezTo>
                  <a:cubicBezTo>
                    <a:pt x="3" y="2"/>
                    <a:pt x="1" y="1"/>
                    <a:pt x="0" y="0"/>
                  </a:cubicBezTo>
                  <a:cubicBezTo>
                    <a:pt x="2" y="1"/>
                    <a:pt x="4" y="3"/>
                    <a:pt x="7" y="4"/>
                  </a:cubicBezTo>
                  <a:cubicBezTo>
                    <a:pt x="13" y="7"/>
                    <a:pt x="19" y="8"/>
                    <a:pt x="20" y="7"/>
                  </a:cubicBezTo>
                  <a:cubicBezTo>
                    <a:pt x="20" y="5"/>
                    <a:pt x="18" y="3"/>
                    <a:pt x="15" y="1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4" name="Freeform 1593">
              <a:extLst>
                <a:ext uri="{FF2B5EF4-FFF2-40B4-BE49-F238E27FC236}">
                  <a16:creationId xmlns:a16="http://schemas.microsoft.com/office/drawing/2014/main" id="{0760BF89-EDA2-4233-9DF5-EEAE9A8F3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716"/>
              <a:ext cx="27" cy="13"/>
            </a:xfrm>
            <a:custGeom>
              <a:avLst/>
              <a:gdLst>
                <a:gd name="T0" fmla="*/ 8 w 18"/>
                <a:gd name="T1" fmla="*/ 8 h 8"/>
                <a:gd name="T2" fmla="*/ 41 w 18"/>
                <a:gd name="T3" fmla="*/ 21 h 8"/>
                <a:gd name="T4" fmla="*/ 62 w 18"/>
                <a:gd name="T5" fmla="*/ 34 h 8"/>
                <a:gd name="T6" fmla="*/ 39 w 18"/>
                <a:gd name="T7" fmla="*/ 13 h 8"/>
                <a:gd name="T8" fmla="*/ 0 w 18"/>
                <a:gd name="T9" fmla="*/ 5 h 8"/>
                <a:gd name="T10" fmla="*/ 12 w 18"/>
                <a:gd name="T11" fmla="*/ 21 h 8"/>
                <a:gd name="T12" fmla="*/ 8 w 18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8">
                  <a:moveTo>
                    <a:pt x="2" y="2"/>
                  </a:moveTo>
                  <a:cubicBezTo>
                    <a:pt x="2" y="1"/>
                    <a:pt x="7" y="2"/>
                    <a:pt x="12" y="5"/>
                  </a:cubicBezTo>
                  <a:cubicBezTo>
                    <a:pt x="14" y="6"/>
                    <a:pt x="16" y="7"/>
                    <a:pt x="18" y="8"/>
                  </a:cubicBezTo>
                  <a:cubicBezTo>
                    <a:pt x="16" y="7"/>
                    <a:pt x="14" y="5"/>
                    <a:pt x="11" y="3"/>
                  </a:cubicBezTo>
                  <a:cubicBezTo>
                    <a:pt x="6" y="1"/>
                    <a:pt x="1" y="0"/>
                    <a:pt x="0" y="1"/>
                  </a:cubicBezTo>
                  <a:cubicBezTo>
                    <a:pt x="0" y="2"/>
                    <a:pt x="1" y="4"/>
                    <a:pt x="3" y="5"/>
                  </a:cubicBezTo>
                  <a:cubicBezTo>
                    <a:pt x="2" y="4"/>
                    <a:pt x="1" y="3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5" name="Freeform 1594">
              <a:extLst>
                <a:ext uri="{FF2B5EF4-FFF2-40B4-BE49-F238E27FC236}">
                  <a16:creationId xmlns:a16="http://schemas.microsoft.com/office/drawing/2014/main" id="{7A9DDB55-E277-4616-A89E-D3C8668AF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668"/>
              <a:ext cx="181" cy="118"/>
            </a:xfrm>
            <a:custGeom>
              <a:avLst/>
              <a:gdLst>
                <a:gd name="T0" fmla="*/ 371 w 121"/>
                <a:gd name="T1" fmla="*/ 204 h 74"/>
                <a:gd name="T2" fmla="*/ 402 w 121"/>
                <a:gd name="T3" fmla="*/ 247 h 74"/>
                <a:gd name="T4" fmla="*/ 384 w 121"/>
                <a:gd name="T5" fmla="*/ 279 h 74"/>
                <a:gd name="T6" fmla="*/ 343 w 121"/>
                <a:gd name="T7" fmla="*/ 279 h 74"/>
                <a:gd name="T8" fmla="*/ 251 w 121"/>
                <a:gd name="T9" fmla="*/ 223 h 74"/>
                <a:gd name="T10" fmla="*/ 28 w 121"/>
                <a:gd name="T11" fmla="*/ 89 h 74"/>
                <a:gd name="T12" fmla="*/ 1 w 121"/>
                <a:gd name="T13" fmla="*/ 53 h 74"/>
                <a:gd name="T14" fmla="*/ 19 w 121"/>
                <a:gd name="T15" fmla="*/ 16 h 74"/>
                <a:gd name="T16" fmla="*/ 42 w 121"/>
                <a:gd name="T17" fmla="*/ 8 h 74"/>
                <a:gd name="T18" fmla="*/ 211 w 121"/>
                <a:gd name="T19" fmla="*/ 110 h 74"/>
                <a:gd name="T20" fmla="*/ 371 w 121"/>
                <a:gd name="T21" fmla="*/ 204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74">
                  <a:moveTo>
                    <a:pt x="111" y="50"/>
                  </a:moveTo>
                  <a:cubicBezTo>
                    <a:pt x="121" y="55"/>
                    <a:pt x="121" y="58"/>
                    <a:pt x="120" y="61"/>
                  </a:cubicBezTo>
                  <a:cubicBezTo>
                    <a:pt x="115" y="69"/>
                    <a:pt x="115" y="69"/>
                    <a:pt x="115" y="69"/>
                  </a:cubicBezTo>
                  <a:cubicBezTo>
                    <a:pt x="114" y="72"/>
                    <a:pt x="112" y="74"/>
                    <a:pt x="102" y="69"/>
                  </a:cubicBezTo>
                  <a:cubicBezTo>
                    <a:pt x="102" y="69"/>
                    <a:pt x="97" y="66"/>
                    <a:pt x="75" y="55"/>
                  </a:cubicBezTo>
                  <a:cubicBezTo>
                    <a:pt x="53" y="44"/>
                    <a:pt x="9" y="23"/>
                    <a:pt x="9" y="22"/>
                  </a:cubicBezTo>
                  <a:cubicBezTo>
                    <a:pt x="1" y="18"/>
                    <a:pt x="0" y="16"/>
                    <a:pt x="1" y="1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0"/>
                    <a:pt x="11" y="0"/>
                    <a:pt x="13" y="2"/>
                  </a:cubicBezTo>
                  <a:cubicBezTo>
                    <a:pt x="14" y="2"/>
                    <a:pt x="43" y="17"/>
                    <a:pt x="63" y="27"/>
                  </a:cubicBezTo>
                  <a:cubicBezTo>
                    <a:pt x="83" y="37"/>
                    <a:pt x="111" y="50"/>
                    <a:pt x="111" y="5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6" name="Freeform 1595">
              <a:extLst>
                <a:ext uri="{FF2B5EF4-FFF2-40B4-BE49-F238E27FC236}">
                  <a16:creationId xmlns:a16="http://schemas.microsoft.com/office/drawing/2014/main" id="{1CA8B4FA-C87A-4E58-84B8-807464F25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3665"/>
              <a:ext cx="187" cy="123"/>
            </a:xfrm>
            <a:custGeom>
              <a:avLst/>
              <a:gdLst>
                <a:gd name="T0" fmla="*/ 398 w 125"/>
                <a:gd name="T1" fmla="*/ 294 h 77"/>
                <a:gd name="T2" fmla="*/ 349 w 125"/>
                <a:gd name="T3" fmla="*/ 294 h 77"/>
                <a:gd name="T4" fmla="*/ 256 w 125"/>
                <a:gd name="T5" fmla="*/ 238 h 77"/>
                <a:gd name="T6" fmla="*/ 33 w 125"/>
                <a:gd name="T7" fmla="*/ 107 h 77"/>
                <a:gd name="T8" fmla="*/ 6 w 125"/>
                <a:gd name="T9" fmla="*/ 56 h 77"/>
                <a:gd name="T10" fmla="*/ 19 w 125"/>
                <a:gd name="T11" fmla="*/ 21 h 77"/>
                <a:gd name="T12" fmla="*/ 54 w 125"/>
                <a:gd name="T13" fmla="*/ 13 h 77"/>
                <a:gd name="T14" fmla="*/ 217 w 125"/>
                <a:gd name="T15" fmla="*/ 115 h 77"/>
                <a:gd name="T16" fmla="*/ 378 w 125"/>
                <a:gd name="T17" fmla="*/ 206 h 77"/>
                <a:gd name="T18" fmla="*/ 411 w 125"/>
                <a:gd name="T19" fmla="*/ 257 h 77"/>
                <a:gd name="T20" fmla="*/ 398 w 125"/>
                <a:gd name="T21" fmla="*/ 294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77">
                  <a:moveTo>
                    <a:pt x="119" y="72"/>
                  </a:moveTo>
                  <a:cubicBezTo>
                    <a:pt x="117" y="76"/>
                    <a:pt x="114" y="77"/>
                    <a:pt x="104" y="72"/>
                  </a:cubicBezTo>
                  <a:cubicBezTo>
                    <a:pt x="104" y="72"/>
                    <a:pt x="99" y="69"/>
                    <a:pt x="76" y="58"/>
                  </a:cubicBezTo>
                  <a:cubicBezTo>
                    <a:pt x="54" y="47"/>
                    <a:pt x="10" y="26"/>
                    <a:pt x="10" y="26"/>
                  </a:cubicBezTo>
                  <a:cubicBezTo>
                    <a:pt x="2" y="21"/>
                    <a:pt x="0" y="18"/>
                    <a:pt x="2" y="1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2"/>
                    <a:pt x="10" y="0"/>
                    <a:pt x="16" y="3"/>
                  </a:cubicBezTo>
                  <a:cubicBezTo>
                    <a:pt x="16" y="3"/>
                    <a:pt x="45" y="18"/>
                    <a:pt x="65" y="28"/>
                  </a:cubicBezTo>
                  <a:cubicBezTo>
                    <a:pt x="86" y="38"/>
                    <a:pt x="113" y="51"/>
                    <a:pt x="113" y="51"/>
                  </a:cubicBezTo>
                  <a:cubicBezTo>
                    <a:pt x="124" y="56"/>
                    <a:pt x="125" y="60"/>
                    <a:pt x="123" y="63"/>
                  </a:cubicBezTo>
                  <a:lnTo>
                    <a:pt x="119" y="72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7" name="Freeform 1596">
              <a:extLst>
                <a:ext uri="{FF2B5EF4-FFF2-40B4-BE49-F238E27FC236}">
                  <a16:creationId xmlns:a16="http://schemas.microsoft.com/office/drawing/2014/main" id="{C20AC917-9A81-4328-AFB7-5993077E9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3229"/>
              <a:ext cx="120" cy="167"/>
            </a:xfrm>
            <a:custGeom>
              <a:avLst/>
              <a:gdLst>
                <a:gd name="T0" fmla="*/ 143 w 80"/>
                <a:gd name="T1" fmla="*/ 150 h 105"/>
                <a:gd name="T2" fmla="*/ 62 w 80"/>
                <a:gd name="T3" fmla="*/ 0 h 105"/>
                <a:gd name="T4" fmla="*/ 0 w 80"/>
                <a:gd name="T5" fmla="*/ 60 h 105"/>
                <a:gd name="T6" fmla="*/ 66 w 80"/>
                <a:gd name="T7" fmla="*/ 172 h 105"/>
                <a:gd name="T8" fmla="*/ 176 w 80"/>
                <a:gd name="T9" fmla="*/ 369 h 105"/>
                <a:gd name="T10" fmla="*/ 230 w 80"/>
                <a:gd name="T11" fmla="*/ 415 h 105"/>
                <a:gd name="T12" fmla="*/ 257 w 80"/>
                <a:gd name="T13" fmla="*/ 390 h 105"/>
                <a:gd name="T14" fmla="*/ 261 w 80"/>
                <a:gd name="T15" fmla="*/ 347 h 105"/>
                <a:gd name="T16" fmla="*/ 143 w 80"/>
                <a:gd name="T17" fmla="*/ 150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05">
                  <a:moveTo>
                    <a:pt x="42" y="37"/>
                  </a:moveTo>
                  <a:cubicBezTo>
                    <a:pt x="38" y="30"/>
                    <a:pt x="26" y="11"/>
                    <a:pt x="18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61" y="105"/>
                    <a:pt x="64" y="105"/>
                    <a:pt x="68" y="103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9" y="95"/>
                    <a:pt x="80" y="91"/>
                    <a:pt x="77" y="86"/>
                  </a:cubicBezTo>
                  <a:cubicBezTo>
                    <a:pt x="77" y="86"/>
                    <a:pt x="50" y="47"/>
                    <a:pt x="42" y="3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8" name="Freeform 1597">
              <a:extLst>
                <a:ext uri="{FF2B5EF4-FFF2-40B4-BE49-F238E27FC236}">
                  <a16:creationId xmlns:a16="http://schemas.microsoft.com/office/drawing/2014/main" id="{69133964-E559-4A3E-9133-B860FFBF6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3777"/>
              <a:ext cx="197" cy="65"/>
            </a:xfrm>
            <a:custGeom>
              <a:avLst/>
              <a:gdLst>
                <a:gd name="T0" fmla="*/ 437 w 132"/>
                <a:gd name="T1" fmla="*/ 60 h 41"/>
                <a:gd name="T2" fmla="*/ 406 w 132"/>
                <a:gd name="T3" fmla="*/ 90 h 41"/>
                <a:gd name="T4" fmla="*/ 176 w 132"/>
                <a:gd name="T5" fmla="*/ 130 h 41"/>
                <a:gd name="T6" fmla="*/ 46 w 132"/>
                <a:gd name="T7" fmla="*/ 159 h 41"/>
                <a:gd name="T8" fmla="*/ 6 w 132"/>
                <a:gd name="T9" fmla="*/ 136 h 41"/>
                <a:gd name="T10" fmla="*/ 0 w 132"/>
                <a:gd name="T11" fmla="*/ 100 h 41"/>
                <a:gd name="T12" fmla="*/ 42 w 132"/>
                <a:gd name="T13" fmla="*/ 68 h 41"/>
                <a:gd name="T14" fmla="*/ 290 w 132"/>
                <a:gd name="T15" fmla="*/ 25 h 41"/>
                <a:gd name="T16" fmla="*/ 385 w 132"/>
                <a:gd name="T17" fmla="*/ 5 h 41"/>
                <a:gd name="T18" fmla="*/ 430 w 132"/>
                <a:gd name="T19" fmla="*/ 21 h 41"/>
                <a:gd name="T20" fmla="*/ 437 w 132"/>
                <a:gd name="T21" fmla="*/ 60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41">
                  <a:moveTo>
                    <a:pt x="131" y="15"/>
                  </a:moveTo>
                  <a:cubicBezTo>
                    <a:pt x="132" y="19"/>
                    <a:pt x="128" y="22"/>
                    <a:pt x="122" y="23"/>
                  </a:cubicBezTo>
                  <a:cubicBezTo>
                    <a:pt x="122" y="23"/>
                    <a:pt x="69" y="31"/>
                    <a:pt x="53" y="33"/>
                  </a:cubicBezTo>
                  <a:cubicBezTo>
                    <a:pt x="37" y="36"/>
                    <a:pt x="14" y="40"/>
                    <a:pt x="14" y="40"/>
                  </a:cubicBezTo>
                  <a:cubicBezTo>
                    <a:pt x="8" y="41"/>
                    <a:pt x="2" y="40"/>
                    <a:pt x="2" y="3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2"/>
                    <a:pt x="3" y="19"/>
                    <a:pt x="13" y="17"/>
                  </a:cubicBezTo>
                  <a:cubicBezTo>
                    <a:pt x="13" y="17"/>
                    <a:pt x="68" y="9"/>
                    <a:pt x="87" y="6"/>
                  </a:cubicBezTo>
                  <a:cubicBezTo>
                    <a:pt x="106" y="3"/>
                    <a:pt x="116" y="1"/>
                    <a:pt x="116" y="1"/>
                  </a:cubicBezTo>
                  <a:cubicBezTo>
                    <a:pt x="122" y="0"/>
                    <a:pt x="128" y="1"/>
                    <a:pt x="129" y="5"/>
                  </a:cubicBezTo>
                  <a:lnTo>
                    <a:pt x="131" y="15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9" name="Freeform 1598">
              <a:extLst>
                <a:ext uri="{FF2B5EF4-FFF2-40B4-BE49-F238E27FC236}">
                  <a16:creationId xmlns:a16="http://schemas.microsoft.com/office/drawing/2014/main" id="{2D0B451E-E987-4E4B-A3D5-567A3A36C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3754"/>
              <a:ext cx="197" cy="58"/>
            </a:xfrm>
            <a:custGeom>
              <a:avLst/>
              <a:gdLst>
                <a:gd name="T0" fmla="*/ 439 w 132"/>
                <a:gd name="T1" fmla="*/ 68 h 36"/>
                <a:gd name="T2" fmla="*/ 397 w 132"/>
                <a:gd name="T3" fmla="*/ 102 h 36"/>
                <a:gd name="T4" fmla="*/ 293 w 132"/>
                <a:gd name="T5" fmla="*/ 114 h 36"/>
                <a:gd name="T6" fmla="*/ 49 w 132"/>
                <a:gd name="T7" fmla="*/ 145 h 36"/>
                <a:gd name="T8" fmla="*/ 1 w 132"/>
                <a:gd name="T9" fmla="*/ 124 h 36"/>
                <a:gd name="T10" fmla="*/ 0 w 132"/>
                <a:gd name="T11" fmla="*/ 84 h 36"/>
                <a:gd name="T12" fmla="*/ 22 w 132"/>
                <a:gd name="T13" fmla="*/ 50 h 36"/>
                <a:gd name="T14" fmla="*/ 209 w 132"/>
                <a:gd name="T15" fmla="*/ 29 h 36"/>
                <a:gd name="T16" fmla="*/ 384 w 132"/>
                <a:gd name="T17" fmla="*/ 5 h 36"/>
                <a:gd name="T18" fmla="*/ 437 w 132"/>
                <a:gd name="T19" fmla="*/ 26 h 36"/>
                <a:gd name="T20" fmla="*/ 439 w 132"/>
                <a:gd name="T21" fmla="*/ 68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36">
                  <a:moveTo>
                    <a:pt x="132" y="16"/>
                  </a:moveTo>
                  <a:cubicBezTo>
                    <a:pt x="132" y="20"/>
                    <a:pt x="130" y="23"/>
                    <a:pt x="119" y="24"/>
                  </a:cubicBezTo>
                  <a:cubicBezTo>
                    <a:pt x="119" y="24"/>
                    <a:pt x="113" y="25"/>
                    <a:pt x="88" y="27"/>
                  </a:cubicBezTo>
                  <a:cubicBezTo>
                    <a:pt x="63" y="30"/>
                    <a:pt x="15" y="35"/>
                    <a:pt x="15" y="35"/>
                  </a:cubicBezTo>
                  <a:cubicBezTo>
                    <a:pt x="5" y="36"/>
                    <a:pt x="2" y="34"/>
                    <a:pt x="1" y="3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6"/>
                    <a:pt x="1" y="13"/>
                    <a:pt x="7" y="12"/>
                  </a:cubicBezTo>
                  <a:cubicBezTo>
                    <a:pt x="7" y="12"/>
                    <a:pt x="40" y="10"/>
                    <a:pt x="63" y="7"/>
                  </a:cubicBezTo>
                  <a:cubicBezTo>
                    <a:pt x="85" y="5"/>
                    <a:pt x="115" y="1"/>
                    <a:pt x="115" y="1"/>
                  </a:cubicBezTo>
                  <a:cubicBezTo>
                    <a:pt x="127" y="0"/>
                    <a:pt x="130" y="2"/>
                    <a:pt x="131" y="6"/>
                  </a:cubicBezTo>
                  <a:lnTo>
                    <a:pt x="132" y="1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0" name="Freeform 1599">
              <a:extLst>
                <a:ext uri="{FF2B5EF4-FFF2-40B4-BE49-F238E27FC236}">
                  <a16:creationId xmlns:a16="http://schemas.microsoft.com/office/drawing/2014/main" id="{49BA8790-1521-4766-B67A-4C562A547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3753"/>
              <a:ext cx="198" cy="51"/>
            </a:xfrm>
            <a:custGeom>
              <a:avLst/>
              <a:gdLst>
                <a:gd name="T0" fmla="*/ 444 w 132"/>
                <a:gd name="T1" fmla="*/ 104 h 32"/>
                <a:gd name="T2" fmla="*/ 383 w 132"/>
                <a:gd name="T3" fmla="*/ 124 h 32"/>
                <a:gd name="T4" fmla="*/ 183 w 132"/>
                <a:gd name="T5" fmla="*/ 110 h 32"/>
                <a:gd name="T6" fmla="*/ 39 w 132"/>
                <a:gd name="T7" fmla="*/ 102 h 32"/>
                <a:gd name="T8" fmla="*/ 0 w 132"/>
                <a:gd name="T9" fmla="*/ 69 h 32"/>
                <a:gd name="T10" fmla="*/ 5 w 132"/>
                <a:gd name="T11" fmla="*/ 29 h 32"/>
                <a:gd name="T12" fmla="*/ 35 w 132"/>
                <a:gd name="T13" fmla="*/ 5 h 32"/>
                <a:gd name="T14" fmla="*/ 216 w 132"/>
                <a:gd name="T15" fmla="*/ 21 h 32"/>
                <a:gd name="T16" fmla="*/ 419 w 132"/>
                <a:gd name="T17" fmla="*/ 33 h 32"/>
                <a:gd name="T18" fmla="*/ 446 w 132"/>
                <a:gd name="T19" fmla="*/ 65 h 32"/>
                <a:gd name="T20" fmla="*/ 444 w 132"/>
                <a:gd name="T21" fmla="*/ 104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32">
                  <a:moveTo>
                    <a:pt x="131" y="26"/>
                  </a:moveTo>
                  <a:cubicBezTo>
                    <a:pt x="131" y="29"/>
                    <a:pt x="129" y="32"/>
                    <a:pt x="113" y="31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5" y="24"/>
                    <a:pt x="0" y="21"/>
                    <a:pt x="0" y="1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3"/>
                    <a:pt x="4" y="0"/>
                    <a:pt x="10" y="1"/>
                  </a:cubicBezTo>
                  <a:cubicBezTo>
                    <a:pt x="10" y="1"/>
                    <a:pt x="51" y="4"/>
                    <a:pt x="64" y="5"/>
                  </a:cubicBezTo>
                  <a:cubicBezTo>
                    <a:pt x="76" y="6"/>
                    <a:pt x="124" y="8"/>
                    <a:pt x="124" y="8"/>
                  </a:cubicBezTo>
                  <a:cubicBezTo>
                    <a:pt x="130" y="8"/>
                    <a:pt x="132" y="12"/>
                    <a:pt x="132" y="16"/>
                  </a:cubicBezTo>
                  <a:lnTo>
                    <a:pt x="131" y="2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1" name="Freeform 1600">
              <a:extLst>
                <a:ext uri="{FF2B5EF4-FFF2-40B4-BE49-F238E27FC236}">
                  <a16:creationId xmlns:a16="http://schemas.microsoft.com/office/drawing/2014/main" id="{B2BCC018-C27F-4E96-84AC-A2DCAF445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3767"/>
              <a:ext cx="198" cy="83"/>
            </a:xfrm>
            <a:custGeom>
              <a:avLst/>
              <a:gdLst>
                <a:gd name="T0" fmla="*/ 12 w 132"/>
                <a:gd name="T1" fmla="*/ 26 h 52"/>
                <a:gd name="T2" fmla="*/ 75 w 132"/>
                <a:gd name="T3" fmla="*/ 16 h 52"/>
                <a:gd name="T4" fmla="*/ 270 w 132"/>
                <a:gd name="T5" fmla="*/ 73 h 52"/>
                <a:gd name="T6" fmla="*/ 404 w 132"/>
                <a:gd name="T7" fmla="*/ 110 h 52"/>
                <a:gd name="T8" fmla="*/ 444 w 132"/>
                <a:gd name="T9" fmla="*/ 145 h 52"/>
                <a:gd name="T10" fmla="*/ 437 w 132"/>
                <a:gd name="T11" fmla="*/ 187 h 52"/>
                <a:gd name="T12" fmla="*/ 404 w 132"/>
                <a:gd name="T13" fmla="*/ 206 h 52"/>
                <a:gd name="T14" fmla="*/ 215 w 132"/>
                <a:gd name="T15" fmla="*/ 158 h 52"/>
                <a:gd name="T16" fmla="*/ 26 w 132"/>
                <a:gd name="T17" fmla="*/ 97 h 52"/>
                <a:gd name="T18" fmla="*/ 5 w 132"/>
                <a:gd name="T19" fmla="*/ 67 h 52"/>
                <a:gd name="T20" fmla="*/ 12 w 132"/>
                <a:gd name="T21" fmla="*/ 26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52">
                  <a:moveTo>
                    <a:pt x="3" y="6"/>
                  </a:moveTo>
                  <a:cubicBezTo>
                    <a:pt x="4" y="3"/>
                    <a:pt x="6" y="0"/>
                    <a:pt x="22" y="4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119" y="27"/>
                    <a:pt x="119" y="27"/>
                    <a:pt x="119" y="27"/>
                  </a:cubicBezTo>
                  <a:cubicBezTo>
                    <a:pt x="127" y="28"/>
                    <a:pt x="132" y="32"/>
                    <a:pt x="131" y="36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8" y="49"/>
                    <a:pt x="125" y="52"/>
                    <a:pt x="119" y="51"/>
                  </a:cubicBezTo>
                  <a:cubicBezTo>
                    <a:pt x="119" y="51"/>
                    <a:pt x="75" y="42"/>
                    <a:pt x="63" y="39"/>
                  </a:cubicBezTo>
                  <a:cubicBezTo>
                    <a:pt x="50" y="36"/>
                    <a:pt x="7" y="24"/>
                    <a:pt x="7" y="24"/>
                  </a:cubicBezTo>
                  <a:cubicBezTo>
                    <a:pt x="1" y="23"/>
                    <a:pt x="0" y="20"/>
                    <a:pt x="1" y="16"/>
                  </a:cubicBezTo>
                  <a:lnTo>
                    <a:pt x="3" y="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2" name="Freeform 1601">
              <a:extLst>
                <a:ext uri="{FF2B5EF4-FFF2-40B4-BE49-F238E27FC236}">
                  <a16:creationId xmlns:a16="http://schemas.microsoft.com/office/drawing/2014/main" id="{64CA8E6C-D6AE-410E-9CD8-255FECBAD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3817"/>
              <a:ext cx="191" cy="118"/>
            </a:xfrm>
            <a:custGeom>
              <a:avLst/>
              <a:gdLst>
                <a:gd name="T0" fmla="*/ 412 w 127"/>
                <a:gd name="T1" fmla="*/ 279 h 74"/>
                <a:gd name="T2" fmla="*/ 346 w 127"/>
                <a:gd name="T3" fmla="*/ 274 h 74"/>
                <a:gd name="T4" fmla="*/ 162 w 127"/>
                <a:gd name="T5" fmla="*/ 175 h 74"/>
                <a:gd name="T6" fmla="*/ 27 w 127"/>
                <a:gd name="T7" fmla="*/ 104 h 74"/>
                <a:gd name="T8" fmla="*/ 5 w 127"/>
                <a:gd name="T9" fmla="*/ 61 h 74"/>
                <a:gd name="T10" fmla="*/ 18 w 127"/>
                <a:gd name="T11" fmla="*/ 26 h 74"/>
                <a:gd name="T12" fmla="*/ 54 w 127"/>
                <a:gd name="T13" fmla="*/ 13 h 74"/>
                <a:gd name="T14" fmla="*/ 221 w 127"/>
                <a:gd name="T15" fmla="*/ 104 h 74"/>
                <a:gd name="T16" fmla="*/ 408 w 127"/>
                <a:gd name="T17" fmla="*/ 204 h 74"/>
                <a:gd name="T18" fmla="*/ 426 w 127"/>
                <a:gd name="T19" fmla="*/ 244 h 74"/>
                <a:gd name="T20" fmla="*/ 412 w 127"/>
                <a:gd name="T21" fmla="*/ 279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74">
                  <a:moveTo>
                    <a:pt x="121" y="69"/>
                  </a:moveTo>
                  <a:cubicBezTo>
                    <a:pt x="119" y="72"/>
                    <a:pt x="117" y="74"/>
                    <a:pt x="102" y="68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3" y="23"/>
                    <a:pt x="0" y="18"/>
                    <a:pt x="1" y="1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2"/>
                    <a:pt x="10" y="0"/>
                    <a:pt x="16" y="3"/>
                  </a:cubicBezTo>
                  <a:cubicBezTo>
                    <a:pt x="16" y="3"/>
                    <a:pt x="53" y="21"/>
                    <a:pt x="65" y="26"/>
                  </a:cubicBezTo>
                  <a:cubicBezTo>
                    <a:pt x="77" y="31"/>
                    <a:pt x="120" y="50"/>
                    <a:pt x="120" y="50"/>
                  </a:cubicBezTo>
                  <a:cubicBezTo>
                    <a:pt x="126" y="52"/>
                    <a:pt x="127" y="56"/>
                    <a:pt x="125" y="60"/>
                  </a:cubicBezTo>
                  <a:lnTo>
                    <a:pt x="121" y="69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3" name="Freeform 1602">
              <a:extLst>
                <a:ext uri="{FF2B5EF4-FFF2-40B4-BE49-F238E27FC236}">
                  <a16:creationId xmlns:a16="http://schemas.microsoft.com/office/drawing/2014/main" id="{388B99CA-984B-45A0-AC27-191D4D696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1" y="3905"/>
              <a:ext cx="111" cy="94"/>
            </a:xfrm>
            <a:custGeom>
              <a:avLst/>
              <a:gdLst>
                <a:gd name="T0" fmla="*/ 251 w 74"/>
                <a:gd name="T1" fmla="*/ 150 h 59"/>
                <a:gd name="T2" fmla="*/ 216 w 74"/>
                <a:gd name="T3" fmla="*/ 124 h 59"/>
                <a:gd name="T4" fmla="*/ 59 w 74"/>
                <a:gd name="T5" fmla="*/ 13 h 59"/>
                <a:gd name="T6" fmla="*/ 26 w 74"/>
                <a:gd name="T7" fmla="*/ 21 h 59"/>
                <a:gd name="T8" fmla="*/ 8 w 74"/>
                <a:gd name="T9" fmla="*/ 56 h 59"/>
                <a:gd name="T10" fmla="*/ 27 w 74"/>
                <a:gd name="T11" fmla="*/ 102 h 59"/>
                <a:gd name="T12" fmla="*/ 153 w 74"/>
                <a:gd name="T13" fmla="*/ 185 h 59"/>
                <a:gd name="T14" fmla="*/ 224 w 74"/>
                <a:gd name="T15" fmla="*/ 239 h 59"/>
                <a:gd name="T16" fmla="*/ 251 w 74"/>
                <a:gd name="T17" fmla="*/ 15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59">
                  <a:moveTo>
                    <a:pt x="74" y="37"/>
                  </a:moveTo>
                  <a:cubicBezTo>
                    <a:pt x="70" y="35"/>
                    <a:pt x="66" y="32"/>
                    <a:pt x="64" y="31"/>
                  </a:cubicBezTo>
                  <a:cubicBezTo>
                    <a:pt x="53" y="25"/>
                    <a:pt x="17" y="3"/>
                    <a:pt x="17" y="3"/>
                  </a:cubicBezTo>
                  <a:cubicBezTo>
                    <a:pt x="12" y="0"/>
                    <a:pt x="9" y="2"/>
                    <a:pt x="7" y="5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0" y="17"/>
                    <a:pt x="2" y="22"/>
                    <a:pt x="8" y="25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66" y="59"/>
                    <a:pt x="66" y="59"/>
                    <a:pt x="66" y="59"/>
                  </a:cubicBezTo>
                  <a:lnTo>
                    <a:pt x="74" y="37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4" name="Freeform 1603">
              <a:extLst>
                <a:ext uri="{FF2B5EF4-FFF2-40B4-BE49-F238E27FC236}">
                  <a16:creationId xmlns:a16="http://schemas.microsoft.com/office/drawing/2014/main" id="{26FAEEE3-EBE0-4D5D-8385-06A68A404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3809"/>
              <a:ext cx="198" cy="49"/>
            </a:xfrm>
            <a:custGeom>
              <a:avLst/>
              <a:gdLst>
                <a:gd name="T0" fmla="*/ 446 w 132"/>
                <a:gd name="T1" fmla="*/ 63 h 31"/>
                <a:gd name="T2" fmla="*/ 404 w 132"/>
                <a:gd name="T3" fmla="*/ 95 h 31"/>
                <a:gd name="T4" fmla="*/ 297 w 132"/>
                <a:gd name="T5" fmla="*/ 103 h 31"/>
                <a:gd name="T6" fmla="*/ 48 w 132"/>
                <a:gd name="T7" fmla="*/ 117 h 31"/>
                <a:gd name="T8" fmla="*/ 5 w 132"/>
                <a:gd name="T9" fmla="*/ 100 h 31"/>
                <a:gd name="T10" fmla="*/ 5 w 132"/>
                <a:gd name="T11" fmla="*/ 60 h 31"/>
                <a:gd name="T12" fmla="*/ 27 w 132"/>
                <a:gd name="T13" fmla="*/ 27 h 31"/>
                <a:gd name="T14" fmla="*/ 215 w 132"/>
                <a:gd name="T15" fmla="*/ 21 h 31"/>
                <a:gd name="T16" fmla="*/ 392 w 132"/>
                <a:gd name="T17" fmla="*/ 0 h 31"/>
                <a:gd name="T18" fmla="*/ 444 w 132"/>
                <a:gd name="T19" fmla="*/ 22 h 31"/>
                <a:gd name="T20" fmla="*/ 446 w 132"/>
                <a:gd name="T21" fmla="*/ 63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31">
                  <a:moveTo>
                    <a:pt x="132" y="16"/>
                  </a:moveTo>
                  <a:cubicBezTo>
                    <a:pt x="132" y="20"/>
                    <a:pt x="130" y="23"/>
                    <a:pt x="119" y="24"/>
                  </a:cubicBezTo>
                  <a:cubicBezTo>
                    <a:pt x="119" y="24"/>
                    <a:pt x="113" y="24"/>
                    <a:pt x="88" y="26"/>
                  </a:cubicBezTo>
                  <a:cubicBezTo>
                    <a:pt x="63" y="27"/>
                    <a:pt x="14" y="30"/>
                    <a:pt x="14" y="30"/>
                  </a:cubicBezTo>
                  <a:cubicBezTo>
                    <a:pt x="5" y="31"/>
                    <a:pt x="1" y="29"/>
                    <a:pt x="1" y="2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1"/>
                    <a:pt x="2" y="8"/>
                    <a:pt x="8" y="7"/>
                  </a:cubicBezTo>
                  <a:cubicBezTo>
                    <a:pt x="8" y="7"/>
                    <a:pt x="41" y="6"/>
                    <a:pt x="63" y="5"/>
                  </a:cubicBezTo>
                  <a:cubicBezTo>
                    <a:pt x="86" y="3"/>
                    <a:pt x="116" y="0"/>
                    <a:pt x="116" y="0"/>
                  </a:cubicBezTo>
                  <a:cubicBezTo>
                    <a:pt x="128" y="0"/>
                    <a:pt x="131" y="3"/>
                    <a:pt x="131" y="6"/>
                  </a:cubicBezTo>
                  <a:lnTo>
                    <a:pt x="132" y="1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5" name="Freeform 1604">
              <a:extLst>
                <a:ext uri="{FF2B5EF4-FFF2-40B4-BE49-F238E27FC236}">
                  <a16:creationId xmlns:a16="http://schemas.microsoft.com/office/drawing/2014/main" id="{435E95EB-4837-4641-8A24-518BAFA68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754"/>
              <a:ext cx="196" cy="83"/>
            </a:xfrm>
            <a:custGeom>
              <a:avLst/>
              <a:gdLst>
                <a:gd name="T0" fmla="*/ 9 w 131"/>
                <a:gd name="T1" fmla="*/ 29 h 52"/>
                <a:gd name="T2" fmla="*/ 73 w 131"/>
                <a:gd name="T3" fmla="*/ 16 h 52"/>
                <a:gd name="T4" fmla="*/ 265 w 131"/>
                <a:gd name="T5" fmla="*/ 69 h 52"/>
                <a:gd name="T6" fmla="*/ 398 w 131"/>
                <a:gd name="T7" fmla="*/ 107 h 52"/>
                <a:gd name="T8" fmla="*/ 437 w 131"/>
                <a:gd name="T9" fmla="*/ 145 h 52"/>
                <a:gd name="T10" fmla="*/ 429 w 131"/>
                <a:gd name="T11" fmla="*/ 184 h 52"/>
                <a:gd name="T12" fmla="*/ 398 w 131"/>
                <a:gd name="T13" fmla="*/ 204 h 52"/>
                <a:gd name="T14" fmla="*/ 208 w 131"/>
                <a:gd name="T15" fmla="*/ 158 h 52"/>
                <a:gd name="T16" fmla="*/ 22 w 131"/>
                <a:gd name="T17" fmla="*/ 102 h 52"/>
                <a:gd name="T18" fmla="*/ 0 w 131"/>
                <a:gd name="T19" fmla="*/ 67 h 52"/>
                <a:gd name="T20" fmla="*/ 9 w 131"/>
                <a:gd name="T21" fmla="*/ 29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1" h="52">
                  <a:moveTo>
                    <a:pt x="3" y="7"/>
                  </a:moveTo>
                  <a:cubicBezTo>
                    <a:pt x="3" y="3"/>
                    <a:pt x="6" y="0"/>
                    <a:pt x="22" y="4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6" y="28"/>
                    <a:pt x="131" y="32"/>
                    <a:pt x="130" y="36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7" y="49"/>
                    <a:pt x="125" y="52"/>
                    <a:pt x="119" y="50"/>
                  </a:cubicBezTo>
                  <a:cubicBezTo>
                    <a:pt x="119" y="50"/>
                    <a:pt x="75" y="42"/>
                    <a:pt x="62" y="39"/>
                  </a:cubicBezTo>
                  <a:cubicBezTo>
                    <a:pt x="50" y="36"/>
                    <a:pt x="7" y="25"/>
                    <a:pt x="7" y="25"/>
                  </a:cubicBezTo>
                  <a:cubicBezTo>
                    <a:pt x="1" y="23"/>
                    <a:pt x="0" y="20"/>
                    <a:pt x="0" y="16"/>
                  </a:cubicBezTo>
                  <a:lnTo>
                    <a:pt x="3" y="7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6" name="Freeform 1605">
              <a:extLst>
                <a:ext uri="{FF2B5EF4-FFF2-40B4-BE49-F238E27FC236}">
                  <a16:creationId xmlns:a16="http://schemas.microsoft.com/office/drawing/2014/main" id="{8D5361C1-7B23-4452-BE49-C3D456C16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3802"/>
              <a:ext cx="197" cy="53"/>
            </a:xfrm>
            <a:custGeom>
              <a:avLst/>
              <a:gdLst>
                <a:gd name="T0" fmla="*/ 1 w 132"/>
                <a:gd name="T1" fmla="*/ 29 h 33"/>
                <a:gd name="T2" fmla="*/ 67 w 132"/>
                <a:gd name="T3" fmla="*/ 5 h 33"/>
                <a:gd name="T4" fmla="*/ 258 w 132"/>
                <a:gd name="T5" fmla="*/ 26 h 33"/>
                <a:gd name="T6" fmla="*/ 397 w 132"/>
                <a:gd name="T7" fmla="*/ 34 h 33"/>
                <a:gd name="T8" fmla="*/ 439 w 132"/>
                <a:gd name="T9" fmla="*/ 67 h 33"/>
                <a:gd name="T10" fmla="*/ 437 w 132"/>
                <a:gd name="T11" fmla="*/ 108 h 33"/>
                <a:gd name="T12" fmla="*/ 410 w 132"/>
                <a:gd name="T13" fmla="*/ 132 h 33"/>
                <a:gd name="T14" fmla="*/ 216 w 132"/>
                <a:gd name="T15" fmla="*/ 124 h 33"/>
                <a:gd name="T16" fmla="*/ 27 w 132"/>
                <a:gd name="T17" fmla="*/ 101 h 33"/>
                <a:gd name="T18" fmla="*/ 1 w 132"/>
                <a:gd name="T19" fmla="*/ 67 h 33"/>
                <a:gd name="T20" fmla="*/ 1 w 132"/>
                <a:gd name="T21" fmla="*/ 29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33">
                  <a:moveTo>
                    <a:pt x="1" y="7"/>
                  </a:moveTo>
                  <a:cubicBezTo>
                    <a:pt x="2" y="3"/>
                    <a:pt x="3" y="0"/>
                    <a:pt x="20" y="1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27" y="9"/>
                    <a:pt x="132" y="12"/>
                    <a:pt x="132" y="16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31" y="30"/>
                    <a:pt x="129" y="33"/>
                    <a:pt x="123" y="32"/>
                  </a:cubicBezTo>
                  <a:cubicBezTo>
                    <a:pt x="123" y="32"/>
                    <a:pt x="78" y="30"/>
                    <a:pt x="65" y="30"/>
                  </a:cubicBezTo>
                  <a:cubicBezTo>
                    <a:pt x="53" y="29"/>
                    <a:pt x="8" y="24"/>
                    <a:pt x="8" y="24"/>
                  </a:cubicBezTo>
                  <a:cubicBezTo>
                    <a:pt x="2" y="23"/>
                    <a:pt x="0" y="20"/>
                    <a:pt x="1" y="16"/>
                  </a:cubicBezTo>
                  <a:lnTo>
                    <a:pt x="1" y="7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2" name="artery-wall-endothelial-cells-diagram">
            <a:extLst>
              <a:ext uri="{FF2B5EF4-FFF2-40B4-BE49-F238E27FC236}">
                <a16:creationId xmlns:a16="http://schemas.microsoft.com/office/drawing/2014/main" id="{12A1A205-F7C8-446B-9CF1-B5C5E20C0BB7}"/>
              </a:ext>
            </a:extLst>
          </p:cNvPr>
          <p:cNvGrpSpPr>
            <a:grpSpLocks/>
          </p:cNvGrpSpPr>
          <p:nvPr/>
        </p:nvGrpSpPr>
        <p:grpSpPr bwMode="auto">
          <a:xfrm>
            <a:off x="5943600" y="4152900"/>
            <a:ext cx="3249613" cy="928688"/>
            <a:chOff x="2932" y="2595"/>
            <a:chExt cx="2047" cy="585"/>
          </a:xfrm>
        </p:grpSpPr>
        <p:grpSp>
          <p:nvGrpSpPr>
            <p:cNvPr id="16393" name="Group 1361">
              <a:extLst>
                <a:ext uri="{FF2B5EF4-FFF2-40B4-BE49-F238E27FC236}">
                  <a16:creationId xmlns:a16="http://schemas.microsoft.com/office/drawing/2014/main" id="{D400BDEB-1701-4D7E-8498-9F13B3950E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2" y="2595"/>
              <a:ext cx="2047" cy="585"/>
              <a:chOff x="2932" y="2595"/>
              <a:chExt cx="2047" cy="585"/>
            </a:xfrm>
          </p:grpSpPr>
          <p:sp>
            <p:nvSpPr>
              <p:cNvPr id="16402" name="Freeform 1161">
                <a:extLst>
                  <a:ext uri="{FF2B5EF4-FFF2-40B4-BE49-F238E27FC236}">
                    <a16:creationId xmlns:a16="http://schemas.microsoft.com/office/drawing/2014/main" id="{DD8C07AE-AAA7-43F7-89A3-234236600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616"/>
                <a:ext cx="2047" cy="544"/>
              </a:xfrm>
              <a:custGeom>
                <a:avLst/>
                <a:gdLst>
                  <a:gd name="T0" fmla="*/ 2047 w 2047"/>
                  <a:gd name="T1" fmla="*/ 225 h 544"/>
                  <a:gd name="T2" fmla="*/ 1837 w 2047"/>
                  <a:gd name="T3" fmla="*/ 241 h 544"/>
                  <a:gd name="T4" fmla="*/ 1657 w 2047"/>
                  <a:gd name="T5" fmla="*/ 253 h 544"/>
                  <a:gd name="T6" fmla="*/ 1468 w 2047"/>
                  <a:gd name="T7" fmla="*/ 269 h 544"/>
                  <a:gd name="T8" fmla="*/ 1270 w 2047"/>
                  <a:gd name="T9" fmla="*/ 237 h 544"/>
                  <a:gd name="T10" fmla="*/ 1069 w 2047"/>
                  <a:gd name="T11" fmla="*/ 179 h 544"/>
                  <a:gd name="T12" fmla="*/ 788 w 2047"/>
                  <a:gd name="T13" fmla="*/ 77 h 544"/>
                  <a:gd name="T14" fmla="*/ 572 w 2047"/>
                  <a:gd name="T15" fmla="*/ 16 h 544"/>
                  <a:gd name="T16" fmla="*/ 371 w 2047"/>
                  <a:gd name="T17" fmla="*/ 0 h 544"/>
                  <a:gd name="T18" fmla="*/ 200 w 2047"/>
                  <a:gd name="T19" fmla="*/ 38 h 544"/>
                  <a:gd name="T20" fmla="*/ 0 w 2047"/>
                  <a:gd name="T21" fmla="*/ 117 h 544"/>
                  <a:gd name="T22" fmla="*/ 0 w 2047"/>
                  <a:gd name="T23" fmla="*/ 405 h 544"/>
                  <a:gd name="T24" fmla="*/ 188 w 2047"/>
                  <a:gd name="T25" fmla="*/ 304 h 544"/>
                  <a:gd name="T26" fmla="*/ 320 w 2047"/>
                  <a:gd name="T27" fmla="*/ 278 h 544"/>
                  <a:gd name="T28" fmla="*/ 395 w 2047"/>
                  <a:gd name="T29" fmla="*/ 281 h 544"/>
                  <a:gd name="T30" fmla="*/ 566 w 2047"/>
                  <a:gd name="T31" fmla="*/ 291 h 544"/>
                  <a:gd name="T32" fmla="*/ 776 w 2047"/>
                  <a:gd name="T33" fmla="*/ 342 h 544"/>
                  <a:gd name="T34" fmla="*/ 1141 w 2047"/>
                  <a:gd name="T35" fmla="*/ 480 h 544"/>
                  <a:gd name="T36" fmla="*/ 1546 w 2047"/>
                  <a:gd name="T37" fmla="*/ 544 h 544"/>
                  <a:gd name="T38" fmla="*/ 2047 w 2047"/>
                  <a:gd name="T39" fmla="*/ 494 h 544"/>
                  <a:gd name="T40" fmla="*/ 2047 w 2047"/>
                  <a:gd name="T41" fmla="*/ 225 h 54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47" h="544">
                    <a:moveTo>
                      <a:pt x="2047" y="225"/>
                    </a:moveTo>
                    <a:lnTo>
                      <a:pt x="1837" y="241"/>
                    </a:lnTo>
                    <a:lnTo>
                      <a:pt x="1657" y="253"/>
                    </a:lnTo>
                    <a:lnTo>
                      <a:pt x="1468" y="269"/>
                    </a:lnTo>
                    <a:lnTo>
                      <a:pt x="1270" y="237"/>
                    </a:lnTo>
                    <a:lnTo>
                      <a:pt x="1069" y="179"/>
                    </a:lnTo>
                    <a:lnTo>
                      <a:pt x="788" y="77"/>
                    </a:lnTo>
                    <a:lnTo>
                      <a:pt x="572" y="16"/>
                    </a:lnTo>
                    <a:lnTo>
                      <a:pt x="371" y="0"/>
                    </a:lnTo>
                    <a:lnTo>
                      <a:pt x="200" y="38"/>
                    </a:lnTo>
                    <a:lnTo>
                      <a:pt x="0" y="117"/>
                    </a:lnTo>
                    <a:lnTo>
                      <a:pt x="0" y="405"/>
                    </a:lnTo>
                    <a:lnTo>
                      <a:pt x="188" y="304"/>
                    </a:lnTo>
                    <a:lnTo>
                      <a:pt x="320" y="278"/>
                    </a:lnTo>
                    <a:lnTo>
                      <a:pt x="395" y="281"/>
                    </a:lnTo>
                    <a:lnTo>
                      <a:pt x="566" y="291"/>
                    </a:lnTo>
                    <a:lnTo>
                      <a:pt x="776" y="342"/>
                    </a:lnTo>
                    <a:lnTo>
                      <a:pt x="1141" y="480"/>
                    </a:lnTo>
                    <a:lnTo>
                      <a:pt x="1546" y="544"/>
                    </a:lnTo>
                    <a:lnTo>
                      <a:pt x="2047" y="494"/>
                    </a:lnTo>
                    <a:lnTo>
                      <a:pt x="2047" y="225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3" name="Freeform 1162">
                <a:extLst>
                  <a:ext uri="{FF2B5EF4-FFF2-40B4-BE49-F238E27FC236}">
                    <a16:creationId xmlns:a16="http://schemas.microsoft.com/office/drawing/2014/main" id="{CB5A7C4B-644C-4816-82C5-0BEBB759B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925"/>
                <a:ext cx="155" cy="102"/>
              </a:xfrm>
              <a:custGeom>
                <a:avLst/>
                <a:gdLst>
                  <a:gd name="T0" fmla="*/ 346 w 103"/>
                  <a:gd name="T1" fmla="*/ 48 h 64"/>
                  <a:gd name="T2" fmla="*/ 327 w 103"/>
                  <a:gd name="T3" fmla="*/ 13 h 64"/>
                  <a:gd name="T4" fmla="*/ 290 w 103"/>
                  <a:gd name="T5" fmla="*/ 13 h 64"/>
                  <a:gd name="T6" fmla="*/ 202 w 103"/>
                  <a:gd name="T7" fmla="*/ 61 h 64"/>
                  <a:gd name="T8" fmla="*/ 0 w 103"/>
                  <a:gd name="T9" fmla="*/ 166 h 64"/>
                  <a:gd name="T10" fmla="*/ 0 w 103"/>
                  <a:gd name="T11" fmla="*/ 260 h 64"/>
                  <a:gd name="T12" fmla="*/ 108 w 103"/>
                  <a:gd name="T13" fmla="*/ 196 h 64"/>
                  <a:gd name="T14" fmla="*/ 327 w 103"/>
                  <a:gd name="T15" fmla="*/ 81 h 64"/>
                  <a:gd name="T16" fmla="*/ 346 w 103"/>
                  <a:gd name="T17" fmla="*/ 48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102" y="12"/>
                    </a:moveTo>
                    <a:cubicBezTo>
                      <a:pt x="102" y="12"/>
                      <a:pt x="96" y="3"/>
                      <a:pt x="96" y="3"/>
                    </a:cubicBezTo>
                    <a:cubicBezTo>
                      <a:pt x="95" y="0"/>
                      <a:pt x="89" y="1"/>
                      <a:pt x="85" y="3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46" y="20"/>
                      <a:pt x="15" y="34"/>
                      <a:pt x="0" y="41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6" y="60"/>
                      <a:pt x="21" y="53"/>
                      <a:pt x="32" y="48"/>
                    </a:cubicBezTo>
                    <a:cubicBezTo>
                      <a:pt x="46" y="42"/>
                      <a:pt x="96" y="20"/>
                      <a:pt x="96" y="20"/>
                    </a:cubicBezTo>
                    <a:cubicBezTo>
                      <a:pt x="101" y="18"/>
                      <a:pt x="103" y="15"/>
                      <a:pt x="102" y="1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4" name="Freeform 1163">
                <a:extLst>
                  <a:ext uri="{FF2B5EF4-FFF2-40B4-BE49-F238E27FC236}">
                    <a16:creationId xmlns:a16="http://schemas.microsoft.com/office/drawing/2014/main" id="{0CF7B498-E729-4316-8A44-3F6AFD501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870"/>
                <a:ext cx="192" cy="79"/>
              </a:xfrm>
              <a:custGeom>
                <a:avLst/>
                <a:gdLst>
                  <a:gd name="T0" fmla="*/ 377 w 128"/>
                  <a:gd name="T1" fmla="*/ 8 h 49"/>
                  <a:gd name="T2" fmla="*/ 423 w 128"/>
                  <a:gd name="T3" fmla="*/ 21 h 49"/>
                  <a:gd name="T4" fmla="*/ 431 w 128"/>
                  <a:gd name="T5" fmla="*/ 63 h 49"/>
                  <a:gd name="T6" fmla="*/ 396 w 128"/>
                  <a:gd name="T7" fmla="*/ 97 h 49"/>
                  <a:gd name="T8" fmla="*/ 296 w 128"/>
                  <a:gd name="T9" fmla="*/ 124 h 49"/>
                  <a:gd name="T10" fmla="*/ 53 w 128"/>
                  <a:gd name="T11" fmla="*/ 198 h 49"/>
                  <a:gd name="T12" fmla="*/ 12 w 128"/>
                  <a:gd name="T13" fmla="*/ 184 h 49"/>
                  <a:gd name="T14" fmla="*/ 5 w 128"/>
                  <a:gd name="T15" fmla="*/ 145 h 49"/>
                  <a:gd name="T16" fmla="*/ 18 w 128"/>
                  <a:gd name="T17" fmla="*/ 118 h 49"/>
                  <a:gd name="T18" fmla="*/ 203 w 128"/>
                  <a:gd name="T19" fmla="*/ 68 h 49"/>
                  <a:gd name="T20" fmla="*/ 377 w 128"/>
                  <a:gd name="T21" fmla="*/ 8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49">
                    <a:moveTo>
                      <a:pt x="111" y="2"/>
                    </a:moveTo>
                    <a:cubicBezTo>
                      <a:pt x="122" y="0"/>
                      <a:pt x="124" y="2"/>
                      <a:pt x="125" y="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8" y="17"/>
                      <a:pt x="128" y="20"/>
                      <a:pt x="117" y="23"/>
                    </a:cubicBezTo>
                    <a:cubicBezTo>
                      <a:pt x="117" y="23"/>
                      <a:pt x="111" y="24"/>
                      <a:pt x="87" y="30"/>
                    </a:cubicBezTo>
                    <a:cubicBezTo>
                      <a:pt x="63" y="35"/>
                      <a:pt x="16" y="46"/>
                      <a:pt x="15" y="47"/>
                    </a:cubicBezTo>
                    <a:cubicBezTo>
                      <a:pt x="6" y="49"/>
                      <a:pt x="4" y="47"/>
                      <a:pt x="3" y="4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0"/>
                      <a:pt x="3" y="28"/>
                      <a:pt x="5" y="28"/>
                    </a:cubicBezTo>
                    <a:cubicBezTo>
                      <a:pt x="6" y="27"/>
                      <a:pt x="38" y="21"/>
                      <a:pt x="60" y="16"/>
                    </a:cubicBezTo>
                    <a:cubicBezTo>
                      <a:pt x="82" y="10"/>
                      <a:pt x="111" y="2"/>
                      <a:pt x="111" y="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5" name="Freeform 1164">
                <a:extLst>
                  <a:ext uri="{FF2B5EF4-FFF2-40B4-BE49-F238E27FC236}">
                    <a16:creationId xmlns:a16="http://schemas.microsoft.com/office/drawing/2014/main" id="{61A9529C-93B8-4B00-92E5-E51A68D5D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869"/>
                <a:ext cx="192" cy="46"/>
              </a:xfrm>
              <a:custGeom>
                <a:avLst/>
                <a:gdLst>
                  <a:gd name="T0" fmla="*/ 413 w 128"/>
                  <a:gd name="T1" fmla="*/ 33 h 29"/>
                  <a:gd name="T2" fmla="*/ 432 w 128"/>
                  <a:gd name="T3" fmla="*/ 56 h 29"/>
                  <a:gd name="T4" fmla="*/ 431 w 128"/>
                  <a:gd name="T5" fmla="*/ 95 h 29"/>
                  <a:gd name="T6" fmla="*/ 377 w 128"/>
                  <a:gd name="T7" fmla="*/ 111 h 29"/>
                  <a:gd name="T8" fmla="*/ 176 w 128"/>
                  <a:gd name="T9" fmla="*/ 95 h 29"/>
                  <a:gd name="T10" fmla="*/ 32 w 128"/>
                  <a:gd name="T11" fmla="*/ 89 h 29"/>
                  <a:gd name="T12" fmla="*/ 0 w 128"/>
                  <a:gd name="T13" fmla="*/ 60 h 29"/>
                  <a:gd name="T14" fmla="*/ 5 w 128"/>
                  <a:gd name="T15" fmla="*/ 25 h 29"/>
                  <a:gd name="T16" fmla="*/ 26 w 128"/>
                  <a:gd name="T17" fmla="*/ 0 h 29"/>
                  <a:gd name="T18" fmla="*/ 207 w 128"/>
                  <a:gd name="T19" fmla="*/ 16 h 29"/>
                  <a:gd name="T20" fmla="*/ 413 w 128"/>
                  <a:gd name="T21" fmla="*/ 33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9">
                    <a:moveTo>
                      <a:pt x="122" y="8"/>
                    </a:moveTo>
                    <a:cubicBezTo>
                      <a:pt x="127" y="8"/>
                      <a:pt x="128" y="12"/>
                      <a:pt x="128" y="14"/>
                    </a:cubicBezTo>
                    <a:cubicBezTo>
                      <a:pt x="127" y="24"/>
                      <a:pt x="127" y="24"/>
                      <a:pt x="127" y="24"/>
                    </a:cubicBezTo>
                    <a:cubicBezTo>
                      <a:pt x="127" y="26"/>
                      <a:pt x="127" y="29"/>
                      <a:pt x="111" y="2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22"/>
                      <a:pt x="0" y="19"/>
                      <a:pt x="0" y="1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2"/>
                      <a:pt x="3" y="0"/>
                      <a:pt x="7" y="0"/>
                    </a:cubicBezTo>
                    <a:cubicBezTo>
                      <a:pt x="8" y="0"/>
                      <a:pt x="49" y="4"/>
                      <a:pt x="61" y="4"/>
                    </a:cubicBezTo>
                    <a:cubicBezTo>
                      <a:pt x="74" y="5"/>
                      <a:pt x="121" y="7"/>
                      <a:pt x="122" y="8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6" name="Freeform 1165">
                <a:extLst>
                  <a:ext uri="{FF2B5EF4-FFF2-40B4-BE49-F238E27FC236}">
                    <a16:creationId xmlns:a16="http://schemas.microsoft.com/office/drawing/2014/main" id="{884D8825-B039-48A2-929F-4617C1BB4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881"/>
                <a:ext cx="192" cy="77"/>
              </a:xfrm>
              <a:custGeom>
                <a:avLst/>
                <a:gdLst>
                  <a:gd name="T0" fmla="*/ 21 w 128"/>
                  <a:gd name="T1" fmla="*/ 90 h 48"/>
                  <a:gd name="T2" fmla="*/ 21 w 128"/>
                  <a:gd name="T3" fmla="*/ 90 h 48"/>
                  <a:gd name="T4" fmla="*/ 5 w 128"/>
                  <a:gd name="T5" fmla="*/ 67 h 48"/>
                  <a:gd name="T6" fmla="*/ 12 w 128"/>
                  <a:gd name="T7" fmla="*/ 26 h 48"/>
                  <a:gd name="T8" fmla="*/ 68 w 128"/>
                  <a:gd name="T9" fmla="*/ 16 h 48"/>
                  <a:gd name="T10" fmla="*/ 261 w 128"/>
                  <a:gd name="T11" fmla="*/ 69 h 48"/>
                  <a:gd name="T12" fmla="*/ 396 w 128"/>
                  <a:gd name="T13" fmla="*/ 103 h 48"/>
                  <a:gd name="T14" fmla="*/ 431 w 128"/>
                  <a:gd name="T15" fmla="*/ 136 h 48"/>
                  <a:gd name="T16" fmla="*/ 423 w 128"/>
                  <a:gd name="T17" fmla="*/ 178 h 48"/>
                  <a:gd name="T18" fmla="*/ 399 w 128"/>
                  <a:gd name="T19" fmla="*/ 193 h 48"/>
                  <a:gd name="T20" fmla="*/ 207 w 128"/>
                  <a:gd name="T21" fmla="*/ 149 h 48"/>
                  <a:gd name="T22" fmla="*/ 21 w 128"/>
                  <a:gd name="T23" fmla="*/ 90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48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3" y="22"/>
                      <a:pt x="0" y="20"/>
                      <a:pt x="1" y="1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3"/>
                      <a:pt x="4" y="0"/>
                      <a:pt x="20" y="4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23" y="26"/>
                      <a:pt x="128" y="30"/>
                      <a:pt x="127" y="33"/>
                    </a:cubicBezTo>
                    <a:cubicBezTo>
                      <a:pt x="125" y="43"/>
                      <a:pt x="125" y="43"/>
                      <a:pt x="125" y="43"/>
                    </a:cubicBezTo>
                    <a:cubicBezTo>
                      <a:pt x="124" y="46"/>
                      <a:pt x="122" y="48"/>
                      <a:pt x="118" y="47"/>
                    </a:cubicBezTo>
                    <a:cubicBezTo>
                      <a:pt x="117" y="47"/>
                      <a:pt x="74" y="39"/>
                      <a:pt x="61" y="36"/>
                    </a:cubicBezTo>
                    <a:cubicBezTo>
                      <a:pt x="49" y="34"/>
                      <a:pt x="6" y="22"/>
                      <a:pt x="6" y="2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7" name="Freeform 1166">
                <a:extLst>
                  <a:ext uri="{FF2B5EF4-FFF2-40B4-BE49-F238E27FC236}">
                    <a16:creationId xmlns:a16="http://schemas.microsoft.com/office/drawing/2014/main" id="{90219230-5D43-473E-B417-DCBA36111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968"/>
                <a:ext cx="36" cy="22"/>
              </a:xfrm>
              <a:custGeom>
                <a:avLst/>
                <a:gdLst>
                  <a:gd name="T0" fmla="*/ 5 w 24"/>
                  <a:gd name="T1" fmla="*/ 47 h 14"/>
                  <a:gd name="T2" fmla="*/ 35 w 24"/>
                  <a:gd name="T3" fmla="*/ 14 h 14"/>
                  <a:gd name="T4" fmla="*/ 80 w 24"/>
                  <a:gd name="T5" fmla="*/ 8 h 14"/>
                  <a:gd name="T6" fmla="*/ 45 w 24"/>
                  <a:gd name="T7" fmla="*/ 39 h 14"/>
                  <a:gd name="T8" fmla="*/ 5 w 24"/>
                  <a:gd name="T9" fmla="*/ 4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1" y="12"/>
                    </a:moveTo>
                    <a:cubicBezTo>
                      <a:pt x="0" y="10"/>
                      <a:pt x="4" y="7"/>
                      <a:pt x="10" y="4"/>
                    </a:cubicBezTo>
                    <a:cubicBezTo>
                      <a:pt x="17" y="1"/>
                      <a:pt x="22" y="0"/>
                      <a:pt x="23" y="2"/>
                    </a:cubicBezTo>
                    <a:cubicBezTo>
                      <a:pt x="24" y="4"/>
                      <a:pt x="20" y="8"/>
                      <a:pt x="13" y="10"/>
                    </a:cubicBezTo>
                    <a:cubicBezTo>
                      <a:pt x="7" y="13"/>
                      <a:pt x="1" y="14"/>
                      <a:pt x="1" y="1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8" name="Freeform 1167">
                <a:extLst>
                  <a:ext uri="{FF2B5EF4-FFF2-40B4-BE49-F238E27FC236}">
                    <a16:creationId xmlns:a16="http://schemas.microsoft.com/office/drawing/2014/main" id="{BED4F9E8-35D4-46E9-AE2E-2BDE67F38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888"/>
                <a:ext cx="37" cy="13"/>
              </a:xfrm>
              <a:custGeom>
                <a:avLst/>
                <a:gdLst>
                  <a:gd name="T0" fmla="*/ 0 w 25"/>
                  <a:gd name="T1" fmla="*/ 13 h 8"/>
                  <a:gd name="T2" fmla="*/ 40 w 25"/>
                  <a:gd name="T3" fmla="*/ 5 h 8"/>
                  <a:gd name="T4" fmla="*/ 81 w 25"/>
                  <a:gd name="T5" fmla="*/ 21 h 8"/>
                  <a:gd name="T6" fmla="*/ 40 w 25"/>
                  <a:gd name="T7" fmla="*/ 34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5" y="0"/>
                      <a:pt x="12" y="1"/>
                    </a:cubicBezTo>
                    <a:cubicBezTo>
                      <a:pt x="19" y="1"/>
                      <a:pt x="25" y="3"/>
                      <a:pt x="25" y="5"/>
                    </a:cubicBezTo>
                    <a:cubicBezTo>
                      <a:pt x="24" y="7"/>
                      <a:pt x="19" y="8"/>
                      <a:pt x="12" y="8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9" name="Freeform 1168">
                <a:extLst>
                  <a:ext uri="{FF2B5EF4-FFF2-40B4-BE49-F238E27FC236}">
                    <a16:creationId xmlns:a16="http://schemas.microsoft.com/office/drawing/2014/main" id="{C16379E9-2FBC-4435-8507-002E3AC4A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918"/>
                <a:ext cx="37" cy="16"/>
              </a:xfrm>
              <a:custGeom>
                <a:avLst/>
                <a:gdLst>
                  <a:gd name="T0" fmla="*/ 81 w 25"/>
                  <a:gd name="T1" fmla="*/ 34 h 10"/>
                  <a:gd name="T2" fmla="*/ 40 w 25"/>
                  <a:gd name="T3" fmla="*/ 35 h 10"/>
                  <a:gd name="T4" fmla="*/ 0 w 25"/>
                  <a:gd name="T5" fmla="*/ 8 h 10"/>
                  <a:gd name="T6" fmla="*/ 41 w 25"/>
                  <a:gd name="T7" fmla="*/ 8 h 10"/>
                  <a:gd name="T8" fmla="*/ 81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5" y="8"/>
                    </a:moveTo>
                    <a:cubicBezTo>
                      <a:pt x="24" y="10"/>
                      <a:pt x="19" y="10"/>
                      <a:pt x="12" y="9"/>
                    </a:cubicBezTo>
                    <a:cubicBezTo>
                      <a:pt x="5" y="7"/>
                      <a:pt x="0" y="4"/>
                      <a:pt x="0" y="2"/>
                    </a:cubicBezTo>
                    <a:cubicBezTo>
                      <a:pt x="1" y="1"/>
                      <a:pt x="7" y="0"/>
                      <a:pt x="13" y="2"/>
                    </a:cubicBezTo>
                    <a:cubicBezTo>
                      <a:pt x="20" y="3"/>
                      <a:pt x="25" y="6"/>
                      <a:pt x="25" y="8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0" name="Freeform 1169">
                <a:extLst>
                  <a:ext uri="{FF2B5EF4-FFF2-40B4-BE49-F238E27FC236}">
                    <a16:creationId xmlns:a16="http://schemas.microsoft.com/office/drawing/2014/main" id="{60785CC0-105E-4C8B-8CD1-31DED5492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902"/>
                <a:ext cx="38" cy="16"/>
              </a:xfrm>
              <a:custGeom>
                <a:avLst/>
                <a:gdLst>
                  <a:gd name="T0" fmla="*/ 0 w 25"/>
                  <a:gd name="T1" fmla="*/ 34 h 10"/>
                  <a:gd name="T2" fmla="*/ 41 w 25"/>
                  <a:gd name="T3" fmla="*/ 8 h 10"/>
                  <a:gd name="T4" fmla="*/ 88 w 25"/>
                  <a:gd name="T5" fmla="*/ 8 h 10"/>
                  <a:gd name="T6" fmla="*/ 46 w 25"/>
                  <a:gd name="T7" fmla="*/ 35 h 10"/>
                  <a:gd name="T8" fmla="*/ 0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0" y="8"/>
                    </a:moveTo>
                    <a:cubicBezTo>
                      <a:pt x="0" y="6"/>
                      <a:pt x="5" y="3"/>
                      <a:pt x="12" y="2"/>
                    </a:cubicBezTo>
                    <a:cubicBezTo>
                      <a:pt x="18" y="0"/>
                      <a:pt x="24" y="0"/>
                      <a:pt x="25" y="2"/>
                    </a:cubicBezTo>
                    <a:cubicBezTo>
                      <a:pt x="25" y="4"/>
                      <a:pt x="20" y="7"/>
                      <a:pt x="13" y="9"/>
                    </a:cubicBezTo>
                    <a:cubicBezTo>
                      <a:pt x="7" y="10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1" name="Freeform 1170">
                <a:extLst>
                  <a:ext uri="{FF2B5EF4-FFF2-40B4-BE49-F238E27FC236}">
                    <a16:creationId xmlns:a16="http://schemas.microsoft.com/office/drawing/2014/main" id="{F0581659-7F56-4FAC-AED7-484EF3485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968"/>
                <a:ext cx="36" cy="22"/>
              </a:xfrm>
              <a:custGeom>
                <a:avLst/>
                <a:gdLst>
                  <a:gd name="T0" fmla="*/ 0 w 24"/>
                  <a:gd name="T1" fmla="*/ 47 h 14"/>
                  <a:gd name="T2" fmla="*/ 35 w 24"/>
                  <a:gd name="T3" fmla="*/ 14 h 14"/>
                  <a:gd name="T4" fmla="*/ 80 w 24"/>
                  <a:gd name="T5" fmla="*/ 8 h 14"/>
                  <a:gd name="T6" fmla="*/ 45 w 24"/>
                  <a:gd name="T7" fmla="*/ 39 h 14"/>
                  <a:gd name="T8" fmla="*/ 0 w 24"/>
                  <a:gd name="T9" fmla="*/ 4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0" y="12"/>
                    </a:moveTo>
                    <a:cubicBezTo>
                      <a:pt x="0" y="10"/>
                      <a:pt x="4" y="6"/>
                      <a:pt x="10" y="4"/>
                    </a:cubicBezTo>
                    <a:cubicBezTo>
                      <a:pt x="17" y="1"/>
                      <a:pt x="22" y="0"/>
                      <a:pt x="23" y="2"/>
                    </a:cubicBezTo>
                    <a:cubicBezTo>
                      <a:pt x="24" y="3"/>
                      <a:pt x="19" y="7"/>
                      <a:pt x="13" y="10"/>
                    </a:cubicBezTo>
                    <a:cubicBezTo>
                      <a:pt x="7" y="13"/>
                      <a:pt x="1" y="14"/>
                      <a:pt x="0" y="12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2" name="Freeform 1171">
                <a:extLst>
                  <a:ext uri="{FF2B5EF4-FFF2-40B4-BE49-F238E27FC236}">
                    <a16:creationId xmlns:a16="http://schemas.microsoft.com/office/drawing/2014/main" id="{9C8B3352-717B-4DBF-BC05-F49130B34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2883"/>
                <a:ext cx="37" cy="13"/>
              </a:xfrm>
              <a:custGeom>
                <a:avLst/>
                <a:gdLst>
                  <a:gd name="T0" fmla="*/ 0 w 25"/>
                  <a:gd name="T1" fmla="*/ 13 h 8"/>
                  <a:gd name="T2" fmla="*/ 41 w 25"/>
                  <a:gd name="T3" fmla="*/ 0 h 8"/>
                  <a:gd name="T4" fmla="*/ 81 w 25"/>
                  <a:gd name="T5" fmla="*/ 21 h 8"/>
                  <a:gd name="T6" fmla="*/ 41 w 25"/>
                  <a:gd name="T7" fmla="*/ 29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1" y="1"/>
                      <a:pt x="6" y="0"/>
                      <a:pt x="13" y="0"/>
                    </a:cubicBezTo>
                    <a:cubicBezTo>
                      <a:pt x="20" y="1"/>
                      <a:pt x="25" y="3"/>
                      <a:pt x="25" y="5"/>
                    </a:cubicBezTo>
                    <a:cubicBezTo>
                      <a:pt x="25" y="7"/>
                      <a:pt x="19" y="8"/>
                      <a:pt x="13" y="7"/>
                    </a:cubicBezTo>
                    <a:cubicBezTo>
                      <a:pt x="6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3" name="Freeform 1172">
                <a:extLst>
                  <a:ext uri="{FF2B5EF4-FFF2-40B4-BE49-F238E27FC236}">
                    <a16:creationId xmlns:a16="http://schemas.microsoft.com/office/drawing/2014/main" id="{6440766C-AE78-4E34-84D0-2682478B4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912"/>
                <a:ext cx="38" cy="16"/>
              </a:xfrm>
              <a:custGeom>
                <a:avLst/>
                <a:gdLst>
                  <a:gd name="T0" fmla="*/ 88 w 25"/>
                  <a:gd name="T1" fmla="*/ 34 h 10"/>
                  <a:gd name="T2" fmla="*/ 41 w 25"/>
                  <a:gd name="T3" fmla="*/ 35 h 10"/>
                  <a:gd name="T4" fmla="*/ 5 w 25"/>
                  <a:gd name="T5" fmla="*/ 8 h 10"/>
                  <a:gd name="T6" fmla="*/ 49 w 25"/>
                  <a:gd name="T7" fmla="*/ 8 h 10"/>
                  <a:gd name="T8" fmla="*/ 88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5" y="8"/>
                    </a:moveTo>
                    <a:cubicBezTo>
                      <a:pt x="25" y="10"/>
                      <a:pt x="19" y="10"/>
                      <a:pt x="12" y="9"/>
                    </a:cubicBezTo>
                    <a:cubicBezTo>
                      <a:pt x="5" y="7"/>
                      <a:pt x="0" y="4"/>
                      <a:pt x="1" y="2"/>
                    </a:cubicBezTo>
                    <a:cubicBezTo>
                      <a:pt x="1" y="1"/>
                      <a:pt x="7" y="0"/>
                      <a:pt x="14" y="2"/>
                    </a:cubicBezTo>
                    <a:cubicBezTo>
                      <a:pt x="20" y="3"/>
                      <a:pt x="25" y="6"/>
                      <a:pt x="25" y="8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4" name="Freeform 1173">
                <a:extLst>
                  <a:ext uri="{FF2B5EF4-FFF2-40B4-BE49-F238E27FC236}">
                    <a16:creationId xmlns:a16="http://schemas.microsoft.com/office/drawing/2014/main" id="{226E7E31-4CF9-4B96-BB20-E23E71CE8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901"/>
                <a:ext cx="38" cy="16"/>
              </a:xfrm>
              <a:custGeom>
                <a:avLst/>
                <a:gdLst>
                  <a:gd name="T0" fmla="*/ 0 w 25"/>
                  <a:gd name="T1" fmla="*/ 29 h 10"/>
                  <a:gd name="T2" fmla="*/ 41 w 25"/>
                  <a:gd name="T3" fmla="*/ 5 h 10"/>
                  <a:gd name="T4" fmla="*/ 88 w 25"/>
                  <a:gd name="T5" fmla="*/ 8 h 10"/>
                  <a:gd name="T6" fmla="*/ 46 w 25"/>
                  <a:gd name="T7" fmla="*/ 34 h 10"/>
                  <a:gd name="T8" fmla="*/ 0 w 25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0" y="7"/>
                    </a:moveTo>
                    <a:cubicBezTo>
                      <a:pt x="0" y="6"/>
                      <a:pt x="5" y="3"/>
                      <a:pt x="12" y="1"/>
                    </a:cubicBezTo>
                    <a:cubicBezTo>
                      <a:pt x="18" y="0"/>
                      <a:pt x="24" y="0"/>
                      <a:pt x="25" y="2"/>
                    </a:cubicBezTo>
                    <a:cubicBezTo>
                      <a:pt x="25" y="4"/>
                      <a:pt x="20" y="6"/>
                      <a:pt x="13" y="8"/>
                    </a:cubicBezTo>
                    <a:cubicBezTo>
                      <a:pt x="7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5" name="Freeform 1174">
                <a:extLst>
                  <a:ext uri="{FF2B5EF4-FFF2-40B4-BE49-F238E27FC236}">
                    <a16:creationId xmlns:a16="http://schemas.microsoft.com/office/drawing/2014/main" id="{D8AE080C-211D-40E8-9232-919D6D3FD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968"/>
                <a:ext cx="37" cy="21"/>
              </a:xfrm>
              <a:custGeom>
                <a:avLst/>
                <a:gdLst>
                  <a:gd name="T0" fmla="*/ 1 w 25"/>
                  <a:gd name="T1" fmla="*/ 50 h 13"/>
                  <a:gd name="T2" fmla="*/ 36 w 25"/>
                  <a:gd name="T3" fmla="*/ 13 h 13"/>
                  <a:gd name="T4" fmla="*/ 78 w 25"/>
                  <a:gd name="T5" fmla="*/ 8 h 13"/>
                  <a:gd name="T6" fmla="*/ 46 w 25"/>
                  <a:gd name="T7" fmla="*/ 42 h 13"/>
                  <a:gd name="T8" fmla="*/ 1 w 25"/>
                  <a:gd name="T9" fmla="*/ 5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1" y="12"/>
                    </a:moveTo>
                    <a:cubicBezTo>
                      <a:pt x="0" y="10"/>
                      <a:pt x="5" y="6"/>
                      <a:pt x="11" y="3"/>
                    </a:cubicBezTo>
                    <a:cubicBezTo>
                      <a:pt x="17" y="1"/>
                      <a:pt x="23" y="0"/>
                      <a:pt x="24" y="2"/>
                    </a:cubicBezTo>
                    <a:cubicBezTo>
                      <a:pt x="25" y="3"/>
                      <a:pt x="20" y="7"/>
                      <a:pt x="14" y="10"/>
                    </a:cubicBezTo>
                    <a:cubicBezTo>
                      <a:pt x="8" y="13"/>
                      <a:pt x="2" y="13"/>
                      <a:pt x="1" y="1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6" name="Freeform 1175">
                <a:extLst>
                  <a:ext uri="{FF2B5EF4-FFF2-40B4-BE49-F238E27FC236}">
                    <a16:creationId xmlns:a16="http://schemas.microsoft.com/office/drawing/2014/main" id="{D3B96BFB-119E-48FD-B23D-17DC57815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968"/>
                <a:ext cx="28" cy="19"/>
              </a:xfrm>
              <a:custGeom>
                <a:avLst/>
                <a:gdLst>
                  <a:gd name="T0" fmla="*/ 35 w 19"/>
                  <a:gd name="T1" fmla="*/ 5 h 12"/>
                  <a:gd name="T2" fmla="*/ 52 w 19"/>
                  <a:gd name="T3" fmla="*/ 8 h 12"/>
                  <a:gd name="T4" fmla="*/ 19 w 19"/>
                  <a:gd name="T5" fmla="*/ 40 h 12"/>
                  <a:gd name="T6" fmla="*/ 0 w 19"/>
                  <a:gd name="T7" fmla="*/ 48 h 12"/>
                  <a:gd name="T8" fmla="*/ 27 w 19"/>
                  <a:gd name="T9" fmla="*/ 40 h 12"/>
                  <a:gd name="T10" fmla="*/ 59 w 19"/>
                  <a:gd name="T11" fmla="*/ 8 h 12"/>
                  <a:gd name="T12" fmla="*/ 35 w 19"/>
                  <a:gd name="T13" fmla="*/ 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2">
                    <a:moveTo>
                      <a:pt x="11" y="1"/>
                    </a:moveTo>
                    <a:cubicBezTo>
                      <a:pt x="13" y="1"/>
                      <a:pt x="15" y="1"/>
                      <a:pt x="16" y="2"/>
                    </a:cubicBezTo>
                    <a:cubicBezTo>
                      <a:pt x="16" y="4"/>
                      <a:pt x="12" y="8"/>
                      <a:pt x="6" y="10"/>
                    </a:cubicBezTo>
                    <a:cubicBezTo>
                      <a:pt x="4" y="11"/>
                      <a:pt x="2" y="12"/>
                      <a:pt x="0" y="12"/>
                    </a:cubicBezTo>
                    <a:cubicBezTo>
                      <a:pt x="2" y="12"/>
                      <a:pt x="5" y="11"/>
                      <a:pt x="8" y="10"/>
                    </a:cubicBezTo>
                    <a:cubicBezTo>
                      <a:pt x="14" y="7"/>
                      <a:pt x="19" y="3"/>
                      <a:pt x="18" y="2"/>
                    </a:cubicBezTo>
                    <a:cubicBezTo>
                      <a:pt x="17" y="0"/>
                      <a:pt x="14" y="0"/>
                      <a:pt x="11" y="1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7" name="Freeform 1176">
                <a:extLst>
                  <a:ext uri="{FF2B5EF4-FFF2-40B4-BE49-F238E27FC236}">
                    <a16:creationId xmlns:a16="http://schemas.microsoft.com/office/drawing/2014/main" id="{514565EA-1079-4CDE-ADAD-595AEF391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971"/>
                <a:ext cx="26" cy="16"/>
              </a:xfrm>
              <a:custGeom>
                <a:avLst/>
                <a:gdLst>
                  <a:gd name="T0" fmla="*/ 8 w 17"/>
                  <a:gd name="T1" fmla="*/ 34 h 10"/>
                  <a:gd name="T2" fmla="*/ 35 w 17"/>
                  <a:gd name="T3" fmla="*/ 8 h 10"/>
                  <a:gd name="T4" fmla="*/ 61 w 17"/>
                  <a:gd name="T5" fmla="*/ 0 h 10"/>
                  <a:gd name="T6" fmla="*/ 28 w 17"/>
                  <a:gd name="T7" fmla="*/ 8 h 10"/>
                  <a:gd name="T8" fmla="*/ 0 w 17"/>
                  <a:gd name="T9" fmla="*/ 35 h 10"/>
                  <a:gd name="T10" fmla="*/ 18 w 17"/>
                  <a:gd name="T11" fmla="*/ 35 h 10"/>
                  <a:gd name="T12" fmla="*/ 8 w 17"/>
                  <a:gd name="T13" fmla="*/ 3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2" y="8"/>
                    </a:moveTo>
                    <a:cubicBezTo>
                      <a:pt x="1" y="7"/>
                      <a:pt x="5" y="4"/>
                      <a:pt x="10" y="2"/>
                    </a:cubicBezTo>
                    <a:cubicBezTo>
                      <a:pt x="12" y="1"/>
                      <a:pt x="15" y="0"/>
                      <a:pt x="17" y="0"/>
                    </a:cubicBezTo>
                    <a:cubicBezTo>
                      <a:pt x="15" y="0"/>
                      <a:pt x="12" y="1"/>
                      <a:pt x="8" y="2"/>
                    </a:cubicBezTo>
                    <a:cubicBezTo>
                      <a:pt x="3" y="4"/>
                      <a:pt x="0" y="7"/>
                      <a:pt x="0" y="9"/>
                    </a:cubicBezTo>
                    <a:cubicBezTo>
                      <a:pt x="1" y="10"/>
                      <a:pt x="2" y="10"/>
                      <a:pt x="5" y="9"/>
                    </a:cubicBezTo>
                    <a:cubicBezTo>
                      <a:pt x="4" y="9"/>
                      <a:pt x="2" y="9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8" name="Freeform 1177">
                <a:extLst>
                  <a:ext uri="{FF2B5EF4-FFF2-40B4-BE49-F238E27FC236}">
                    <a16:creationId xmlns:a16="http://schemas.microsoft.com/office/drawing/2014/main" id="{70191628-320B-4EEA-8798-6F6C31B4A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901"/>
                <a:ext cx="37" cy="16"/>
              </a:xfrm>
              <a:custGeom>
                <a:avLst/>
                <a:gdLst>
                  <a:gd name="T0" fmla="*/ 0 w 25"/>
                  <a:gd name="T1" fmla="*/ 34 h 10"/>
                  <a:gd name="T2" fmla="*/ 36 w 25"/>
                  <a:gd name="T3" fmla="*/ 8 h 10"/>
                  <a:gd name="T4" fmla="*/ 78 w 25"/>
                  <a:gd name="T5" fmla="*/ 8 h 10"/>
                  <a:gd name="T6" fmla="*/ 41 w 25"/>
                  <a:gd name="T7" fmla="*/ 34 h 10"/>
                  <a:gd name="T8" fmla="*/ 0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0" y="8"/>
                    </a:moveTo>
                    <a:cubicBezTo>
                      <a:pt x="0" y="6"/>
                      <a:pt x="5" y="3"/>
                      <a:pt x="11" y="2"/>
                    </a:cubicBezTo>
                    <a:cubicBezTo>
                      <a:pt x="18" y="0"/>
                      <a:pt x="24" y="0"/>
                      <a:pt x="24" y="2"/>
                    </a:cubicBezTo>
                    <a:cubicBezTo>
                      <a:pt x="25" y="4"/>
                      <a:pt x="20" y="7"/>
                      <a:pt x="13" y="8"/>
                    </a:cubicBezTo>
                    <a:cubicBezTo>
                      <a:pt x="6" y="10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9" name="Freeform 1178">
                <a:extLst>
                  <a:ext uri="{FF2B5EF4-FFF2-40B4-BE49-F238E27FC236}">
                    <a16:creationId xmlns:a16="http://schemas.microsoft.com/office/drawing/2014/main" id="{4B094E66-DA75-4CC3-8C13-13C643DA0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2885"/>
                <a:ext cx="38" cy="12"/>
              </a:xfrm>
              <a:custGeom>
                <a:avLst/>
                <a:gdLst>
                  <a:gd name="T0" fmla="*/ 0 w 25"/>
                  <a:gd name="T1" fmla="*/ 12 h 8"/>
                  <a:gd name="T2" fmla="*/ 46 w 25"/>
                  <a:gd name="T3" fmla="*/ 5 h 8"/>
                  <a:gd name="T4" fmla="*/ 88 w 25"/>
                  <a:gd name="T5" fmla="*/ 18 h 8"/>
                  <a:gd name="T6" fmla="*/ 41 w 25"/>
                  <a:gd name="T7" fmla="*/ 27 h 8"/>
                  <a:gd name="T8" fmla="*/ 0 w 25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6" y="0"/>
                      <a:pt x="13" y="1"/>
                    </a:cubicBezTo>
                    <a:cubicBezTo>
                      <a:pt x="19" y="1"/>
                      <a:pt x="25" y="3"/>
                      <a:pt x="25" y="5"/>
                    </a:cubicBezTo>
                    <a:cubicBezTo>
                      <a:pt x="25" y="7"/>
                      <a:pt x="19" y="8"/>
                      <a:pt x="12" y="8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0" name="Freeform 1179">
                <a:extLst>
                  <a:ext uri="{FF2B5EF4-FFF2-40B4-BE49-F238E27FC236}">
                    <a16:creationId xmlns:a16="http://schemas.microsoft.com/office/drawing/2014/main" id="{4ED63E4D-0E85-48F2-BC3D-939026C0C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915"/>
                <a:ext cx="37" cy="16"/>
              </a:xfrm>
              <a:custGeom>
                <a:avLst/>
                <a:gdLst>
                  <a:gd name="T0" fmla="*/ 78 w 25"/>
                  <a:gd name="T1" fmla="*/ 29 h 10"/>
                  <a:gd name="T2" fmla="*/ 40 w 25"/>
                  <a:gd name="T3" fmla="*/ 34 h 10"/>
                  <a:gd name="T4" fmla="*/ 0 w 25"/>
                  <a:gd name="T5" fmla="*/ 8 h 10"/>
                  <a:gd name="T6" fmla="*/ 41 w 25"/>
                  <a:gd name="T7" fmla="*/ 5 h 10"/>
                  <a:gd name="T8" fmla="*/ 78 w 25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4" y="7"/>
                    </a:moveTo>
                    <a:cubicBezTo>
                      <a:pt x="24" y="9"/>
                      <a:pt x="18" y="10"/>
                      <a:pt x="12" y="8"/>
                    </a:cubicBezTo>
                    <a:cubicBezTo>
                      <a:pt x="5" y="7"/>
                      <a:pt x="0" y="4"/>
                      <a:pt x="0" y="2"/>
                    </a:cubicBezTo>
                    <a:cubicBezTo>
                      <a:pt x="1" y="0"/>
                      <a:pt x="6" y="0"/>
                      <a:pt x="13" y="1"/>
                    </a:cubicBezTo>
                    <a:cubicBezTo>
                      <a:pt x="20" y="3"/>
                      <a:pt x="25" y="5"/>
                      <a:pt x="24" y="7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1" name="Freeform 1180">
                <a:extLst>
                  <a:ext uri="{FF2B5EF4-FFF2-40B4-BE49-F238E27FC236}">
                    <a16:creationId xmlns:a16="http://schemas.microsoft.com/office/drawing/2014/main" id="{D4574C8C-A048-4736-967C-192EE74E3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933"/>
                <a:ext cx="110" cy="70"/>
              </a:xfrm>
              <a:custGeom>
                <a:avLst/>
                <a:gdLst>
                  <a:gd name="T0" fmla="*/ 0 w 73"/>
                  <a:gd name="T1" fmla="*/ 177 h 44"/>
                  <a:gd name="T2" fmla="*/ 188 w 73"/>
                  <a:gd name="T3" fmla="*/ 81 h 44"/>
                  <a:gd name="T4" fmla="*/ 246 w 73"/>
                  <a:gd name="T5" fmla="*/ 40 h 44"/>
                  <a:gd name="T6" fmla="*/ 229 w 73"/>
                  <a:gd name="T7" fmla="*/ 0 h 44"/>
                  <a:gd name="T8" fmla="*/ 229 w 73"/>
                  <a:gd name="T9" fmla="*/ 46 h 44"/>
                  <a:gd name="T10" fmla="*/ 196 w 73"/>
                  <a:gd name="T11" fmla="*/ 68 h 44"/>
                  <a:gd name="T12" fmla="*/ 149 w 73"/>
                  <a:gd name="T13" fmla="*/ 89 h 44"/>
                  <a:gd name="T14" fmla="*/ 72 w 73"/>
                  <a:gd name="T15" fmla="*/ 134 h 44"/>
                  <a:gd name="T16" fmla="*/ 35 w 73"/>
                  <a:gd name="T17" fmla="*/ 158 h 44"/>
                  <a:gd name="T18" fmla="*/ 8 w 73"/>
                  <a:gd name="T19" fmla="*/ 177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44">
                    <a:moveTo>
                      <a:pt x="0" y="44"/>
                    </a:moveTo>
                    <a:cubicBezTo>
                      <a:pt x="18" y="36"/>
                      <a:pt x="36" y="27"/>
                      <a:pt x="55" y="20"/>
                    </a:cubicBezTo>
                    <a:cubicBezTo>
                      <a:pt x="59" y="18"/>
                      <a:pt x="70" y="14"/>
                      <a:pt x="72" y="10"/>
                    </a:cubicBezTo>
                    <a:cubicBezTo>
                      <a:pt x="73" y="7"/>
                      <a:pt x="69" y="2"/>
                      <a:pt x="67" y="0"/>
                    </a:cubicBezTo>
                    <a:cubicBezTo>
                      <a:pt x="68" y="3"/>
                      <a:pt x="70" y="8"/>
                      <a:pt x="67" y="11"/>
                    </a:cubicBezTo>
                    <a:cubicBezTo>
                      <a:pt x="64" y="14"/>
                      <a:pt x="60" y="15"/>
                      <a:pt x="57" y="17"/>
                    </a:cubicBezTo>
                    <a:cubicBezTo>
                      <a:pt x="53" y="19"/>
                      <a:pt x="49" y="20"/>
                      <a:pt x="44" y="22"/>
                    </a:cubicBezTo>
                    <a:cubicBezTo>
                      <a:pt x="37" y="26"/>
                      <a:pt x="28" y="29"/>
                      <a:pt x="21" y="33"/>
                    </a:cubicBezTo>
                    <a:cubicBezTo>
                      <a:pt x="17" y="35"/>
                      <a:pt x="13" y="37"/>
                      <a:pt x="10" y="39"/>
                    </a:cubicBezTo>
                    <a:cubicBezTo>
                      <a:pt x="7" y="41"/>
                      <a:pt x="4" y="42"/>
                      <a:pt x="2" y="44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2" name="Freeform 1181">
                <a:extLst>
                  <a:ext uri="{FF2B5EF4-FFF2-40B4-BE49-F238E27FC236}">
                    <a16:creationId xmlns:a16="http://schemas.microsoft.com/office/drawing/2014/main" id="{0A24BEF1-3951-45AD-AB19-4F22C5F5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888"/>
                <a:ext cx="81" cy="19"/>
              </a:xfrm>
              <a:custGeom>
                <a:avLst/>
                <a:gdLst>
                  <a:gd name="T0" fmla="*/ 0 w 54"/>
                  <a:gd name="T1" fmla="*/ 40 h 12"/>
                  <a:gd name="T2" fmla="*/ 14 w 54"/>
                  <a:gd name="T3" fmla="*/ 5 h 12"/>
                  <a:gd name="T4" fmla="*/ 54 w 54"/>
                  <a:gd name="T5" fmla="*/ 8 h 12"/>
                  <a:gd name="T6" fmla="*/ 122 w 54"/>
                  <a:gd name="T7" fmla="*/ 27 h 12"/>
                  <a:gd name="T8" fmla="*/ 153 w 54"/>
                  <a:gd name="T9" fmla="*/ 35 h 12"/>
                  <a:gd name="T10" fmla="*/ 183 w 54"/>
                  <a:gd name="T11" fmla="*/ 43 h 12"/>
                  <a:gd name="T12" fmla="*/ 53 w 54"/>
                  <a:gd name="T13" fmla="*/ 16 h 12"/>
                  <a:gd name="T14" fmla="*/ 14 w 54"/>
                  <a:gd name="T15" fmla="*/ 25 h 12"/>
                  <a:gd name="T16" fmla="*/ 0 w 54"/>
                  <a:gd name="T17" fmla="*/ 48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2">
                    <a:moveTo>
                      <a:pt x="0" y="10"/>
                    </a:moveTo>
                    <a:cubicBezTo>
                      <a:pt x="1" y="7"/>
                      <a:pt x="1" y="3"/>
                      <a:pt x="4" y="1"/>
                    </a:cubicBezTo>
                    <a:cubicBezTo>
                      <a:pt x="7" y="0"/>
                      <a:pt x="13" y="2"/>
                      <a:pt x="16" y="2"/>
                    </a:cubicBezTo>
                    <a:cubicBezTo>
                      <a:pt x="23" y="4"/>
                      <a:pt x="29" y="5"/>
                      <a:pt x="36" y="7"/>
                    </a:cubicBezTo>
                    <a:cubicBezTo>
                      <a:pt x="39" y="7"/>
                      <a:pt x="42" y="8"/>
                      <a:pt x="45" y="9"/>
                    </a:cubicBezTo>
                    <a:cubicBezTo>
                      <a:pt x="48" y="9"/>
                      <a:pt x="51" y="9"/>
                      <a:pt x="54" y="11"/>
                    </a:cubicBezTo>
                    <a:cubicBezTo>
                      <a:pt x="41" y="10"/>
                      <a:pt x="28" y="6"/>
                      <a:pt x="15" y="4"/>
                    </a:cubicBezTo>
                    <a:cubicBezTo>
                      <a:pt x="11" y="4"/>
                      <a:pt x="7" y="3"/>
                      <a:pt x="4" y="6"/>
                    </a:cubicBezTo>
                    <a:cubicBezTo>
                      <a:pt x="2" y="7"/>
                      <a:pt x="1" y="10"/>
                      <a:pt x="0" y="12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3" name="Freeform 1182">
                <a:extLst>
                  <a:ext uri="{FF2B5EF4-FFF2-40B4-BE49-F238E27FC236}">
                    <a16:creationId xmlns:a16="http://schemas.microsoft.com/office/drawing/2014/main" id="{0D9353DD-4560-4767-9B04-DFA7F28A4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899"/>
                <a:ext cx="78" cy="40"/>
              </a:xfrm>
              <a:custGeom>
                <a:avLst/>
                <a:gdLst>
                  <a:gd name="T0" fmla="*/ 12 w 52"/>
                  <a:gd name="T1" fmla="*/ 94 h 25"/>
                  <a:gd name="T2" fmla="*/ 8 w 52"/>
                  <a:gd name="T3" fmla="*/ 54 h 25"/>
                  <a:gd name="T4" fmla="*/ 48 w 52"/>
                  <a:gd name="T5" fmla="*/ 35 h 25"/>
                  <a:gd name="T6" fmla="*/ 116 w 52"/>
                  <a:gd name="T7" fmla="*/ 16 h 25"/>
                  <a:gd name="T8" fmla="*/ 147 w 52"/>
                  <a:gd name="T9" fmla="*/ 8 h 25"/>
                  <a:gd name="T10" fmla="*/ 176 w 52"/>
                  <a:gd name="T11" fmla="*/ 0 h 25"/>
                  <a:gd name="T12" fmla="*/ 53 w 52"/>
                  <a:gd name="T13" fmla="*/ 46 h 25"/>
                  <a:gd name="T14" fmla="*/ 18 w 52"/>
                  <a:gd name="T15" fmla="*/ 69 h 25"/>
                  <a:gd name="T16" fmla="*/ 14 w 52"/>
                  <a:gd name="T17" fmla="*/ 102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5">
                    <a:moveTo>
                      <a:pt x="3" y="23"/>
                    </a:moveTo>
                    <a:cubicBezTo>
                      <a:pt x="2" y="20"/>
                      <a:pt x="0" y="15"/>
                      <a:pt x="2" y="13"/>
                    </a:cubicBezTo>
                    <a:cubicBezTo>
                      <a:pt x="4" y="10"/>
                      <a:pt x="11" y="10"/>
                      <a:pt x="14" y="9"/>
                    </a:cubicBezTo>
                    <a:cubicBezTo>
                      <a:pt x="21" y="7"/>
                      <a:pt x="27" y="6"/>
                      <a:pt x="34" y="4"/>
                    </a:cubicBezTo>
                    <a:cubicBezTo>
                      <a:pt x="37" y="3"/>
                      <a:pt x="40" y="3"/>
                      <a:pt x="43" y="2"/>
                    </a:cubicBezTo>
                    <a:cubicBezTo>
                      <a:pt x="46" y="1"/>
                      <a:pt x="49" y="0"/>
                      <a:pt x="52" y="0"/>
                    </a:cubicBezTo>
                    <a:cubicBezTo>
                      <a:pt x="40" y="5"/>
                      <a:pt x="26" y="7"/>
                      <a:pt x="15" y="11"/>
                    </a:cubicBezTo>
                    <a:cubicBezTo>
                      <a:pt x="10" y="12"/>
                      <a:pt x="6" y="14"/>
                      <a:pt x="5" y="17"/>
                    </a:cubicBezTo>
                    <a:cubicBezTo>
                      <a:pt x="4" y="19"/>
                      <a:pt x="4" y="22"/>
                      <a:pt x="4" y="25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4" name="Freeform 1183">
                <a:extLst>
                  <a:ext uri="{FF2B5EF4-FFF2-40B4-BE49-F238E27FC236}">
                    <a16:creationId xmlns:a16="http://schemas.microsoft.com/office/drawing/2014/main" id="{92F2A016-1E47-4F3F-985A-29F483152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880"/>
                <a:ext cx="117" cy="49"/>
              </a:xfrm>
              <a:custGeom>
                <a:avLst/>
                <a:gdLst>
                  <a:gd name="T0" fmla="*/ 0 w 78"/>
                  <a:gd name="T1" fmla="*/ 122 h 31"/>
                  <a:gd name="T2" fmla="*/ 197 w 78"/>
                  <a:gd name="T3" fmla="*/ 68 h 31"/>
                  <a:gd name="T4" fmla="*/ 261 w 78"/>
                  <a:gd name="T5" fmla="*/ 43 h 31"/>
                  <a:gd name="T6" fmla="*/ 251 w 78"/>
                  <a:gd name="T7" fmla="*/ 0 h 31"/>
                  <a:gd name="T8" fmla="*/ 242 w 78"/>
                  <a:gd name="T9" fmla="*/ 40 h 31"/>
                  <a:gd name="T10" fmla="*/ 207 w 78"/>
                  <a:gd name="T11" fmla="*/ 55 h 31"/>
                  <a:gd name="T12" fmla="*/ 162 w 78"/>
                  <a:gd name="T13" fmla="*/ 68 h 31"/>
                  <a:gd name="T14" fmla="*/ 75 w 78"/>
                  <a:gd name="T15" fmla="*/ 95 h 31"/>
                  <a:gd name="T16" fmla="*/ 35 w 78"/>
                  <a:gd name="T17" fmla="*/ 111 h 31"/>
                  <a:gd name="T18" fmla="*/ 8 w 78"/>
                  <a:gd name="T19" fmla="*/ 122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31">
                    <a:moveTo>
                      <a:pt x="0" y="31"/>
                    </a:moveTo>
                    <a:cubicBezTo>
                      <a:pt x="19" y="26"/>
                      <a:pt x="39" y="21"/>
                      <a:pt x="58" y="17"/>
                    </a:cubicBezTo>
                    <a:cubicBezTo>
                      <a:pt x="63" y="16"/>
                      <a:pt x="74" y="14"/>
                      <a:pt x="77" y="11"/>
                    </a:cubicBezTo>
                    <a:cubicBezTo>
                      <a:pt x="78" y="8"/>
                      <a:pt x="75" y="2"/>
                      <a:pt x="74" y="0"/>
                    </a:cubicBezTo>
                    <a:cubicBezTo>
                      <a:pt x="75" y="3"/>
                      <a:pt x="75" y="8"/>
                      <a:pt x="71" y="10"/>
                    </a:cubicBezTo>
                    <a:cubicBezTo>
                      <a:pt x="69" y="12"/>
                      <a:pt x="64" y="13"/>
                      <a:pt x="61" y="14"/>
                    </a:cubicBezTo>
                    <a:cubicBezTo>
                      <a:pt x="57" y="15"/>
                      <a:pt x="52" y="16"/>
                      <a:pt x="48" y="17"/>
                    </a:cubicBezTo>
                    <a:cubicBezTo>
                      <a:pt x="39" y="19"/>
                      <a:pt x="31" y="21"/>
                      <a:pt x="22" y="24"/>
                    </a:cubicBezTo>
                    <a:cubicBezTo>
                      <a:pt x="18" y="25"/>
                      <a:pt x="14" y="27"/>
                      <a:pt x="10" y="28"/>
                    </a:cubicBezTo>
                    <a:cubicBezTo>
                      <a:pt x="7" y="29"/>
                      <a:pt x="4" y="29"/>
                      <a:pt x="2" y="3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5" name="Freeform 1184">
                <a:extLst>
                  <a:ext uri="{FF2B5EF4-FFF2-40B4-BE49-F238E27FC236}">
                    <a16:creationId xmlns:a16="http://schemas.microsoft.com/office/drawing/2014/main" id="{68878050-9B13-4621-A56A-8A9B4323F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870"/>
                <a:ext cx="81" cy="24"/>
              </a:xfrm>
              <a:custGeom>
                <a:avLst/>
                <a:gdLst>
                  <a:gd name="T0" fmla="*/ 5 w 54"/>
                  <a:gd name="T1" fmla="*/ 48 h 15"/>
                  <a:gd name="T2" fmla="*/ 8 w 54"/>
                  <a:gd name="T3" fmla="*/ 8 h 15"/>
                  <a:gd name="T4" fmla="*/ 54 w 54"/>
                  <a:gd name="T5" fmla="*/ 8 h 15"/>
                  <a:gd name="T6" fmla="*/ 122 w 54"/>
                  <a:gd name="T7" fmla="*/ 16 h 15"/>
                  <a:gd name="T8" fmla="*/ 153 w 54"/>
                  <a:gd name="T9" fmla="*/ 16 h 15"/>
                  <a:gd name="T10" fmla="*/ 183 w 54"/>
                  <a:gd name="T11" fmla="*/ 21 h 15"/>
                  <a:gd name="T12" fmla="*/ 53 w 54"/>
                  <a:gd name="T13" fmla="*/ 16 h 15"/>
                  <a:gd name="T14" fmla="*/ 18 w 54"/>
                  <a:gd name="T15" fmla="*/ 29 h 15"/>
                  <a:gd name="T16" fmla="*/ 8 w 54"/>
                  <a:gd name="T17" fmla="*/ 6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1" y="12"/>
                    </a:moveTo>
                    <a:cubicBezTo>
                      <a:pt x="1" y="10"/>
                      <a:pt x="0" y="4"/>
                      <a:pt x="2" y="2"/>
                    </a:cubicBezTo>
                    <a:cubicBezTo>
                      <a:pt x="5" y="0"/>
                      <a:pt x="12" y="2"/>
                      <a:pt x="16" y="2"/>
                    </a:cubicBezTo>
                    <a:cubicBezTo>
                      <a:pt x="23" y="3"/>
                      <a:pt x="29" y="3"/>
                      <a:pt x="36" y="4"/>
                    </a:cubicBezTo>
                    <a:cubicBezTo>
                      <a:pt x="39" y="4"/>
                      <a:pt x="42" y="4"/>
                      <a:pt x="45" y="4"/>
                    </a:cubicBezTo>
                    <a:cubicBezTo>
                      <a:pt x="48" y="4"/>
                      <a:pt x="51" y="4"/>
                      <a:pt x="54" y="5"/>
                    </a:cubicBezTo>
                    <a:cubicBezTo>
                      <a:pt x="42" y="7"/>
                      <a:pt x="28" y="4"/>
                      <a:pt x="15" y="4"/>
                    </a:cubicBezTo>
                    <a:cubicBezTo>
                      <a:pt x="11" y="4"/>
                      <a:pt x="7" y="5"/>
                      <a:pt x="5" y="7"/>
                    </a:cubicBezTo>
                    <a:cubicBezTo>
                      <a:pt x="3" y="9"/>
                      <a:pt x="2" y="12"/>
                      <a:pt x="2" y="15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6" name="Freeform 1185">
                <a:extLst>
                  <a:ext uri="{FF2B5EF4-FFF2-40B4-BE49-F238E27FC236}">
                    <a16:creationId xmlns:a16="http://schemas.microsoft.com/office/drawing/2014/main" id="{C222C5DC-D484-4A79-86E2-5935AE6CB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889"/>
                <a:ext cx="123" cy="24"/>
              </a:xfrm>
              <a:custGeom>
                <a:avLst/>
                <a:gdLst>
                  <a:gd name="T0" fmla="*/ 0 w 82"/>
                  <a:gd name="T1" fmla="*/ 35 h 15"/>
                  <a:gd name="T2" fmla="*/ 197 w 82"/>
                  <a:gd name="T3" fmla="*/ 56 h 15"/>
                  <a:gd name="T4" fmla="*/ 269 w 82"/>
                  <a:gd name="T5" fmla="*/ 48 h 15"/>
                  <a:gd name="T6" fmla="*/ 270 w 82"/>
                  <a:gd name="T7" fmla="*/ 0 h 15"/>
                  <a:gd name="T8" fmla="*/ 251 w 82"/>
                  <a:gd name="T9" fmla="*/ 42 h 15"/>
                  <a:gd name="T10" fmla="*/ 216 w 82"/>
                  <a:gd name="T11" fmla="*/ 42 h 15"/>
                  <a:gd name="T12" fmla="*/ 170 w 82"/>
                  <a:gd name="T13" fmla="*/ 42 h 15"/>
                  <a:gd name="T14" fmla="*/ 81 w 82"/>
                  <a:gd name="T15" fmla="*/ 34 h 15"/>
                  <a:gd name="T16" fmla="*/ 39 w 82"/>
                  <a:gd name="T17" fmla="*/ 35 h 15"/>
                  <a:gd name="T18" fmla="*/ 8 w 82"/>
                  <a:gd name="T19" fmla="*/ 3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15">
                    <a:moveTo>
                      <a:pt x="0" y="9"/>
                    </a:moveTo>
                    <a:cubicBezTo>
                      <a:pt x="20" y="10"/>
                      <a:pt x="39" y="12"/>
                      <a:pt x="58" y="14"/>
                    </a:cubicBezTo>
                    <a:cubicBezTo>
                      <a:pt x="63" y="14"/>
                      <a:pt x="76" y="15"/>
                      <a:pt x="79" y="12"/>
                    </a:cubicBezTo>
                    <a:cubicBezTo>
                      <a:pt x="82" y="9"/>
                      <a:pt x="81" y="3"/>
                      <a:pt x="80" y="0"/>
                    </a:cubicBezTo>
                    <a:cubicBezTo>
                      <a:pt x="80" y="4"/>
                      <a:pt x="79" y="8"/>
                      <a:pt x="74" y="10"/>
                    </a:cubicBezTo>
                    <a:cubicBezTo>
                      <a:pt x="71" y="11"/>
                      <a:pt x="67" y="10"/>
                      <a:pt x="64" y="10"/>
                    </a:cubicBezTo>
                    <a:cubicBezTo>
                      <a:pt x="59" y="10"/>
                      <a:pt x="54" y="10"/>
                      <a:pt x="50" y="10"/>
                    </a:cubicBezTo>
                    <a:cubicBezTo>
                      <a:pt x="41" y="9"/>
                      <a:pt x="32" y="8"/>
                      <a:pt x="24" y="8"/>
                    </a:cubicBezTo>
                    <a:cubicBezTo>
                      <a:pt x="19" y="8"/>
                      <a:pt x="15" y="9"/>
                      <a:pt x="11" y="9"/>
                    </a:cubicBezTo>
                    <a:cubicBezTo>
                      <a:pt x="8" y="8"/>
                      <a:pt x="5" y="8"/>
                      <a:pt x="2" y="9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7" name="Freeform 1186">
                <a:extLst>
                  <a:ext uri="{FF2B5EF4-FFF2-40B4-BE49-F238E27FC236}">
                    <a16:creationId xmlns:a16="http://schemas.microsoft.com/office/drawing/2014/main" id="{1E83C0CF-1016-406D-A0B2-E056EE2B9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928"/>
                <a:ext cx="136" cy="27"/>
              </a:xfrm>
              <a:custGeom>
                <a:avLst/>
                <a:gdLst>
                  <a:gd name="T0" fmla="*/ 297 w 91"/>
                  <a:gd name="T1" fmla="*/ 27 h 17"/>
                  <a:gd name="T2" fmla="*/ 284 w 91"/>
                  <a:gd name="T3" fmla="*/ 64 h 17"/>
                  <a:gd name="T4" fmla="*/ 230 w 91"/>
                  <a:gd name="T5" fmla="*/ 56 h 17"/>
                  <a:gd name="T6" fmla="*/ 157 w 91"/>
                  <a:gd name="T7" fmla="*/ 40 h 17"/>
                  <a:gd name="T8" fmla="*/ 0 w 91"/>
                  <a:gd name="T9" fmla="*/ 0 h 17"/>
                  <a:gd name="T10" fmla="*/ 108 w 91"/>
                  <a:gd name="T11" fmla="*/ 25 h 17"/>
                  <a:gd name="T12" fmla="*/ 214 w 91"/>
                  <a:gd name="T13" fmla="*/ 40 h 17"/>
                  <a:gd name="T14" fmla="*/ 290 w 91"/>
                  <a:gd name="T15" fmla="*/ 0 h 17"/>
                  <a:gd name="T16" fmla="*/ 297 w 91"/>
                  <a:gd name="T17" fmla="*/ 25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17">
                    <a:moveTo>
                      <a:pt x="89" y="7"/>
                    </a:moveTo>
                    <a:cubicBezTo>
                      <a:pt x="88" y="10"/>
                      <a:pt x="90" y="15"/>
                      <a:pt x="85" y="16"/>
                    </a:cubicBezTo>
                    <a:cubicBezTo>
                      <a:pt x="81" y="17"/>
                      <a:pt x="74" y="15"/>
                      <a:pt x="69" y="14"/>
                    </a:cubicBezTo>
                    <a:cubicBezTo>
                      <a:pt x="60" y="12"/>
                      <a:pt x="56" y="11"/>
                      <a:pt x="47" y="10"/>
                    </a:cubicBezTo>
                    <a:cubicBezTo>
                      <a:pt x="34" y="7"/>
                      <a:pt x="13" y="4"/>
                      <a:pt x="0" y="0"/>
                    </a:cubicBezTo>
                    <a:cubicBezTo>
                      <a:pt x="10" y="1"/>
                      <a:pt x="22" y="4"/>
                      <a:pt x="32" y="6"/>
                    </a:cubicBezTo>
                    <a:cubicBezTo>
                      <a:pt x="43" y="8"/>
                      <a:pt x="53" y="9"/>
                      <a:pt x="64" y="10"/>
                    </a:cubicBezTo>
                    <a:cubicBezTo>
                      <a:pt x="75" y="12"/>
                      <a:pt x="91" y="10"/>
                      <a:pt x="87" y="0"/>
                    </a:cubicBezTo>
                    <a:cubicBezTo>
                      <a:pt x="90" y="2"/>
                      <a:pt x="89" y="4"/>
                      <a:pt x="89" y="6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8" name="Freeform 1187">
                <a:extLst>
                  <a:ext uri="{FF2B5EF4-FFF2-40B4-BE49-F238E27FC236}">
                    <a16:creationId xmlns:a16="http://schemas.microsoft.com/office/drawing/2014/main" id="{86B670BA-CE8F-4DCA-B5A4-504A43570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901"/>
                <a:ext cx="30" cy="14"/>
              </a:xfrm>
              <a:custGeom>
                <a:avLst/>
                <a:gdLst>
                  <a:gd name="T0" fmla="*/ 41 w 20"/>
                  <a:gd name="T1" fmla="*/ 5 h 9"/>
                  <a:gd name="T2" fmla="*/ 59 w 20"/>
                  <a:gd name="T3" fmla="*/ 8 h 9"/>
                  <a:gd name="T4" fmla="*/ 21 w 20"/>
                  <a:gd name="T5" fmla="*/ 34 h 9"/>
                  <a:gd name="T6" fmla="*/ 0 w 20"/>
                  <a:gd name="T7" fmla="*/ 34 h 9"/>
                  <a:gd name="T8" fmla="*/ 27 w 20"/>
                  <a:gd name="T9" fmla="*/ 30 h 9"/>
                  <a:gd name="T10" fmla="*/ 68 w 20"/>
                  <a:gd name="T11" fmla="*/ 8 h 9"/>
                  <a:gd name="T12" fmla="*/ 41 w 20"/>
                  <a:gd name="T13" fmla="*/ 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9">
                    <a:moveTo>
                      <a:pt x="12" y="1"/>
                    </a:moveTo>
                    <a:cubicBezTo>
                      <a:pt x="15" y="1"/>
                      <a:pt x="17" y="1"/>
                      <a:pt x="17" y="2"/>
                    </a:cubicBezTo>
                    <a:cubicBezTo>
                      <a:pt x="18" y="4"/>
                      <a:pt x="13" y="7"/>
                      <a:pt x="6" y="9"/>
                    </a:cubicBezTo>
                    <a:cubicBezTo>
                      <a:pt x="4" y="9"/>
                      <a:pt x="2" y="9"/>
                      <a:pt x="0" y="9"/>
                    </a:cubicBezTo>
                    <a:cubicBezTo>
                      <a:pt x="3" y="9"/>
                      <a:pt x="5" y="9"/>
                      <a:pt x="8" y="8"/>
                    </a:cubicBezTo>
                    <a:cubicBezTo>
                      <a:pt x="15" y="7"/>
                      <a:pt x="20" y="4"/>
                      <a:pt x="20" y="2"/>
                    </a:cubicBezTo>
                    <a:cubicBezTo>
                      <a:pt x="19" y="1"/>
                      <a:pt x="16" y="0"/>
                      <a:pt x="12" y="1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9" name="Freeform 1188">
                <a:extLst>
                  <a:ext uri="{FF2B5EF4-FFF2-40B4-BE49-F238E27FC236}">
                    <a16:creationId xmlns:a16="http://schemas.microsoft.com/office/drawing/2014/main" id="{2025C4DD-5E95-4514-993F-C5D06C417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902"/>
                <a:ext cx="27" cy="13"/>
              </a:xfrm>
              <a:custGeom>
                <a:avLst/>
                <a:gdLst>
                  <a:gd name="T0" fmla="*/ 8 w 18"/>
                  <a:gd name="T1" fmla="*/ 26 h 8"/>
                  <a:gd name="T2" fmla="*/ 41 w 18"/>
                  <a:gd name="T3" fmla="*/ 5 h 8"/>
                  <a:gd name="T4" fmla="*/ 62 w 18"/>
                  <a:gd name="T5" fmla="*/ 0 h 8"/>
                  <a:gd name="T6" fmla="*/ 35 w 18"/>
                  <a:gd name="T7" fmla="*/ 5 h 8"/>
                  <a:gd name="T8" fmla="*/ 5 w 18"/>
                  <a:gd name="T9" fmla="*/ 26 h 8"/>
                  <a:gd name="T10" fmla="*/ 18 w 18"/>
                  <a:gd name="T11" fmla="*/ 34 h 8"/>
                  <a:gd name="T12" fmla="*/ 8 w 18"/>
                  <a:gd name="T13" fmla="*/ 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2" y="6"/>
                    </a:moveTo>
                    <a:cubicBezTo>
                      <a:pt x="2" y="5"/>
                      <a:pt x="6" y="2"/>
                      <a:pt x="12" y="1"/>
                    </a:cubicBezTo>
                    <a:cubicBezTo>
                      <a:pt x="14" y="1"/>
                      <a:pt x="17" y="0"/>
                      <a:pt x="18" y="0"/>
                    </a:cubicBezTo>
                    <a:cubicBezTo>
                      <a:pt x="16" y="0"/>
                      <a:pt x="13" y="0"/>
                      <a:pt x="10" y="1"/>
                    </a:cubicBezTo>
                    <a:cubicBezTo>
                      <a:pt x="4" y="3"/>
                      <a:pt x="0" y="5"/>
                      <a:pt x="1" y="6"/>
                    </a:cubicBezTo>
                    <a:cubicBezTo>
                      <a:pt x="1" y="7"/>
                      <a:pt x="3" y="8"/>
                      <a:pt x="5" y="8"/>
                    </a:cubicBezTo>
                    <a:cubicBezTo>
                      <a:pt x="4" y="7"/>
                      <a:pt x="2" y="7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0" name="Freeform 1189">
                <a:extLst>
                  <a:ext uri="{FF2B5EF4-FFF2-40B4-BE49-F238E27FC236}">
                    <a16:creationId xmlns:a16="http://schemas.microsoft.com/office/drawing/2014/main" id="{4419CDCE-B3FE-4290-8208-79A3E7FD7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886"/>
                <a:ext cx="32" cy="11"/>
              </a:xfrm>
              <a:custGeom>
                <a:avLst/>
                <a:gdLst>
                  <a:gd name="T0" fmla="*/ 49 w 21"/>
                  <a:gd name="T1" fmla="*/ 0 h 7"/>
                  <a:gd name="T2" fmla="*/ 62 w 21"/>
                  <a:gd name="T3" fmla="*/ 13 h 7"/>
                  <a:gd name="T4" fmla="*/ 21 w 21"/>
                  <a:gd name="T5" fmla="*/ 22 h 7"/>
                  <a:gd name="T6" fmla="*/ 0 w 21"/>
                  <a:gd name="T7" fmla="*/ 20 h 7"/>
                  <a:gd name="T8" fmla="*/ 27 w 21"/>
                  <a:gd name="T9" fmla="*/ 27 h 7"/>
                  <a:gd name="T10" fmla="*/ 70 w 21"/>
                  <a:gd name="T11" fmla="*/ 14 h 7"/>
                  <a:gd name="T12" fmla="*/ 49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4" y="0"/>
                    </a:moveTo>
                    <a:cubicBezTo>
                      <a:pt x="17" y="1"/>
                      <a:pt x="18" y="2"/>
                      <a:pt x="18" y="3"/>
                    </a:cubicBezTo>
                    <a:cubicBezTo>
                      <a:pt x="18" y="5"/>
                      <a:pt x="12" y="6"/>
                      <a:pt x="6" y="6"/>
                    </a:cubicBezTo>
                    <a:cubicBezTo>
                      <a:pt x="4" y="6"/>
                      <a:pt x="2" y="6"/>
                      <a:pt x="0" y="5"/>
                    </a:cubicBezTo>
                    <a:cubicBezTo>
                      <a:pt x="2" y="6"/>
                      <a:pt x="5" y="6"/>
                      <a:pt x="8" y="7"/>
                    </a:cubicBezTo>
                    <a:cubicBezTo>
                      <a:pt x="15" y="7"/>
                      <a:pt x="20" y="6"/>
                      <a:pt x="20" y="4"/>
                    </a:cubicBezTo>
                    <a:cubicBezTo>
                      <a:pt x="21" y="3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1" name="Freeform 1190">
                <a:extLst>
                  <a:ext uri="{FF2B5EF4-FFF2-40B4-BE49-F238E27FC236}">
                    <a16:creationId xmlns:a16="http://schemas.microsoft.com/office/drawing/2014/main" id="{DB304CC0-95EB-4A3B-9ED9-E6CA3D754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886"/>
                <a:ext cx="29" cy="8"/>
              </a:xfrm>
              <a:custGeom>
                <a:avLst/>
                <a:gdLst>
                  <a:gd name="T0" fmla="*/ 5 w 19"/>
                  <a:gd name="T1" fmla="*/ 13 h 5"/>
                  <a:gd name="T2" fmla="*/ 41 w 19"/>
                  <a:gd name="T3" fmla="*/ 5 h 5"/>
                  <a:gd name="T4" fmla="*/ 67 w 19"/>
                  <a:gd name="T5" fmla="*/ 8 h 5"/>
                  <a:gd name="T6" fmla="*/ 35 w 19"/>
                  <a:gd name="T7" fmla="*/ 0 h 5"/>
                  <a:gd name="T8" fmla="*/ 0 w 19"/>
                  <a:gd name="T9" fmla="*/ 8 h 5"/>
                  <a:gd name="T10" fmla="*/ 14 w 19"/>
                  <a:gd name="T11" fmla="*/ 21 h 5"/>
                  <a:gd name="T12" fmla="*/ 5 w 19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1" y="3"/>
                    </a:moveTo>
                    <a:cubicBezTo>
                      <a:pt x="1" y="1"/>
                      <a:pt x="7" y="0"/>
                      <a:pt x="12" y="1"/>
                    </a:cubicBezTo>
                    <a:cubicBezTo>
                      <a:pt x="14" y="1"/>
                      <a:pt x="17" y="1"/>
                      <a:pt x="19" y="2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5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4" y="5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2" name="Freeform 1191">
                <a:extLst>
                  <a:ext uri="{FF2B5EF4-FFF2-40B4-BE49-F238E27FC236}">
                    <a16:creationId xmlns:a16="http://schemas.microsoft.com/office/drawing/2014/main" id="{65DE1D19-03D9-49FE-A985-018F16325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920"/>
                <a:ext cx="31" cy="11"/>
              </a:xfrm>
              <a:custGeom>
                <a:avLst/>
                <a:gdLst>
                  <a:gd name="T0" fmla="*/ 47 w 21"/>
                  <a:gd name="T1" fmla="*/ 0 h 7"/>
                  <a:gd name="T2" fmla="*/ 59 w 21"/>
                  <a:gd name="T3" fmla="*/ 14 h 7"/>
                  <a:gd name="T4" fmla="*/ 15 w 21"/>
                  <a:gd name="T5" fmla="*/ 14 h 7"/>
                  <a:gd name="T6" fmla="*/ 0 w 21"/>
                  <a:gd name="T7" fmla="*/ 13 h 7"/>
                  <a:gd name="T8" fmla="*/ 27 w 21"/>
                  <a:gd name="T9" fmla="*/ 20 h 7"/>
                  <a:gd name="T10" fmla="*/ 68 w 21"/>
                  <a:gd name="T11" fmla="*/ 14 h 7"/>
                  <a:gd name="T12" fmla="*/ 47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7" y="1"/>
                      <a:pt x="19" y="2"/>
                      <a:pt x="18" y="4"/>
                    </a:cubicBezTo>
                    <a:cubicBezTo>
                      <a:pt x="18" y="5"/>
                      <a:pt x="12" y="6"/>
                      <a:pt x="5" y="4"/>
                    </a:cubicBezTo>
                    <a:cubicBezTo>
                      <a:pt x="3" y="4"/>
                      <a:pt x="2" y="3"/>
                      <a:pt x="0" y="3"/>
                    </a:cubicBezTo>
                    <a:cubicBezTo>
                      <a:pt x="2" y="4"/>
                      <a:pt x="5" y="5"/>
                      <a:pt x="8" y="5"/>
                    </a:cubicBezTo>
                    <a:cubicBezTo>
                      <a:pt x="14" y="7"/>
                      <a:pt x="20" y="6"/>
                      <a:pt x="21" y="4"/>
                    </a:cubicBezTo>
                    <a:cubicBezTo>
                      <a:pt x="21" y="3"/>
                      <a:pt x="18" y="1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3" name="Freeform 1192">
                <a:extLst>
                  <a:ext uri="{FF2B5EF4-FFF2-40B4-BE49-F238E27FC236}">
                    <a16:creationId xmlns:a16="http://schemas.microsoft.com/office/drawing/2014/main" id="{88626334-9A95-4114-820A-DE2F06BB2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917"/>
                <a:ext cx="28" cy="8"/>
              </a:xfrm>
              <a:custGeom>
                <a:avLst/>
                <a:gdLst>
                  <a:gd name="T0" fmla="*/ 6 w 19"/>
                  <a:gd name="T1" fmla="*/ 8 h 5"/>
                  <a:gd name="T2" fmla="*/ 41 w 19"/>
                  <a:gd name="T3" fmla="*/ 8 h 5"/>
                  <a:gd name="T4" fmla="*/ 60 w 19"/>
                  <a:gd name="T5" fmla="*/ 16 h 5"/>
                  <a:gd name="T6" fmla="*/ 35 w 19"/>
                  <a:gd name="T7" fmla="*/ 5 h 5"/>
                  <a:gd name="T8" fmla="*/ 0 w 19"/>
                  <a:gd name="T9" fmla="*/ 8 h 5"/>
                  <a:gd name="T10" fmla="*/ 13 w 19"/>
                  <a:gd name="T11" fmla="*/ 21 h 5"/>
                  <a:gd name="T12" fmla="*/ 6 w 19"/>
                  <a:gd name="T13" fmla="*/ 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2"/>
                    </a:moveTo>
                    <a:cubicBezTo>
                      <a:pt x="2" y="1"/>
                      <a:pt x="7" y="1"/>
                      <a:pt x="13" y="2"/>
                    </a:cubicBezTo>
                    <a:cubicBezTo>
                      <a:pt x="15" y="2"/>
                      <a:pt x="17" y="3"/>
                      <a:pt x="19" y="4"/>
                    </a:cubicBezTo>
                    <a:cubicBezTo>
                      <a:pt x="17" y="3"/>
                      <a:pt x="14" y="2"/>
                      <a:pt x="11" y="1"/>
                    </a:cubicBezTo>
                    <a:cubicBezTo>
                      <a:pt x="5" y="0"/>
                      <a:pt x="1" y="0"/>
                      <a:pt x="0" y="2"/>
                    </a:cubicBezTo>
                    <a:cubicBezTo>
                      <a:pt x="0" y="2"/>
                      <a:pt x="2" y="4"/>
                      <a:pt x="4" y="5"/>
                    </a:cubicBezTo>
                    <a:cubicBezTo>
                      <a:pt x="3" y="4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4" name="Freeform 1193">
                <a:extLst>
                  <a:ext uri="{FF2B5EF4-FFF2-40B4-BE49-F238E27FC236}">
                    <a16:creationId xmlns:a16="http://schemas.microsoft.com/office/drawing/2014/main" id="{BA826A11-433F-449E-97B9-56F1A6A19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925"/>
                <a:ext cx="155" cy="102"/>
              </a:xfrm>
              <a:custGeom>
                <a:avLst/>
                <a:gdLst>
                  <a:gd name="T0" fmla="*/ 346 w 103"/>
                  <a:gd name="T1" fmla="*/ 48 h 64"/>
                  <a:gd name="T2" fmla="*/ 327 w 103"/>
                  <a:gd name="T3" fmla="*/ 13 h 64"/>
                  <a:gd name="T4" fmla="*/ 290 w 103"/>
                  <a:gd name="T5" fmla="*/ 13 h 64"/>
                  <a:gd name="T6" fmla="*/ 202 w 103"/>
                  <a:gd name="T7" fmla="*/ 61 h 64"/>
                  <a:gd name="T8" fmla="*/ 0 w 103"/>
                  <a:gd name="T9" fmla="*/ 166 h 64"/>
                  <a:gd name="T10" fmla="*/ 0 w 103"/>
                  <a:gd name="T11" fmla="*/ 260 h 64"/>
                  <a:gd name="T12" fmla="*/ 108 w 103"/>
                  <a:gd name="T13" fmla="*/ 196 h 64"/>
                  <a:gd name="T14" fmla="*/ 327 w 103"/>
                  <a:gd name="T15" fmla="*/ 81 h 64"/>
                  <a:gd name="T16" fmla="*/ 346 w 103"/>
                  <a:gd name="T17" fmla="*/ 48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102" y="12"/>
                    </a:moveTo>
                    <a:cubicBezTo>
                      <a:pt x="102" y="12"/>
                      <a:pt x="96" y="3"/>
                      <a:pt x="96" y="3"/>
                    </a:cubicBezTo>
                    <a:cubicBezTo>
                      <a:pt x="95" y="0"/>
                      <a:pt x="89" y="1"/>
                      <a:pt x="85" y="3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46" y="20"/>
                      <a:pt x="15" y="34"/>
                      <a:pt x="0" y="41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6" y="60"/>
                      <a:pt x="21" y="53"/>
                      <a:pt x="32" y="48"/>
                    </a:cubicBezTo>
                    <a:cubicBezTo>
                      <a:pt x="46" y="42"/>
                      <a:pt x="96" y="20"/>
                      <a:pt x="96" y="20"/>
                    </a:cubicBezTo>
                    <a:cubicBezTo>
                      <a:pt x="101" y="18"/>
                      <a:pt x="103" y="15"/>
                      <a:pt x="102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5" name="Freeform 1194">
                <a:extLst>
                  <a:ext uri="{FF2B5EF4-FFF2-40B4-BE49-F238E27FC236}">
                    <a16:creationId xmlns:a16="http://schemas.microsoft.com/office/drawing/2014/main" id="{19D52644-A510-4329-8B09-7D8A35B0A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870"/>
                <a:ext cx="192" cy="79"/>
              </a:xfrm>
              <a:custGeom>
                <a:avLst/>
                <a:gdLst>
                  <a:gd name="T0" fmla="*/ 377 w 128"/>
                  <a:gd name="T1" fmla="*/ 8 h 49"/>
                  <a:gd name="T2" fmla="*/ 423 w 128"/>
                  <a:gd name="T3" fmla="*/ 21 h 49"/>
                  <a:gd name="T4" fmla="*/ 431 w 128"/>
                  <a:gd name="T5" fmla="*/ 63 h 49"/>
                  <a:gd name="T6" fmla="*/ 396 w 128"/>
                  <a:gd name="T7" fmla="*/ 97 h 49"/>
                  <a:gd name="T8" fmla="*/ 296 w 128"/>
                  <a:gd name="T9" fmla="*/ 124 h 49"/>
                  <a:gd name="T10" fmla="*/ 53 w 128"/>
                  <a:gd name="T11" fmla="*/ 198 h 49"/>
                  <a:gd name="T12" fmla="*/ 12 w 128"/>
                  <a:gd name="T13" fmla="*/ 184 h 49"/>
                  <a:gd name="T14" fmla="*/ 5 w 128"/>
                  <a:gd name="T15" fmla="*/ 145 h 49"/>
                  <a:gd name="T16" fmla="*/ 18 w 128"/>
                  <a:gd name="T17" fmla="*/ 118 h 49"/>
                  <a:gd name="T18" fmla="*/ 203 w 128"/>
                  <a:gd name="T19" fmla="*/ 68 h 49"/>
                  <a:gd name="T20" fmla="*/ 377 w 128"/>
                  <a:gd name="T21" fmla="*/ 8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49">
                    <a:moveTo>
                      <a:pt x="111" y="2"/>
                    </a:moveTo>
                    <a:cubicBezTo>
                      <a:pt x="122" y="0"/>
                      <a:pt x="124" y="2"/>
                      <a:pt x="125" y="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8" y="17"/>
                      <a:pt x="128" y="20"/>
                      <a:pt x="117" y="23"/>
                    </a:cubicBezTo>
                    <a:cubicBezTo>
                      <a:pt x="117" y="23"/>
                      <a:pt x="111" y="24"/>
                      <a:pt x="87" y="30"/>
                    </a:cubicBezTo>
                    <a:cubicBezTo>
                      <a:pt x="63" y="35"/>
                      <a:pt x="16" y="46"/>
                      <a:pt x="15" y="47"/>
                    </a:cubicBezTo>
                    <a:cubicBezTo>
                      <a:pt x="6" y="49"/>
                      <a:pt x="4" y="47"/>
                      <a:pt x="3" y="4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0"/>
                      <a:pt x="3" y="28"/>
                      <a:pt x="5" y="28"/>
                    </a:cubicBezTo>
                    <a:cubicBezTo>
                      <a:pt x="6" y="27"/>
                      <a:pt x="38" y="21"/>
                      <a:pt x="60" y="16"/>
                    </a:cubicBezTo>
                    <a:cubicBezTo>
                      <a:pt x="82" y="10"/>
                      <a:pt x="111" y="2"/>
                      <a:pt x="11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6" name="Freeform 1195">
                <a:extLst>
                  <a:ext uri="{FF2B5EF4-FFF2-40B4-BE49-F238E27FC236}">
                    <a16:creationId xmlns:a16="http://schemas.microsoft.com/office/drawing/2014/main" id="{4BDCE162-DE85-41A8-9E47-5895BF274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3107"/>
                <a:ext cx="194" cy="54"/>
              </a:xfrm>
              <a:custGeom>
                <a:avLst/>
                <a:gdLst>
                  <a:gd name="T0" fmla="*/ 41 w 129"/>
                  <a:gd name="T1" fmla="*/ 48 h 34"/>
                  <a:gd name="T2" fmla="*/ 296 w 129"/>
                  <a:gd name="T3" fmla="*/ 13 h 34"/>
                  <a:gd name="T4" fmla="*/ 391 w 129"/>
                  <a:gd name="T5" fmla="*/ 0 h 34"/>
                  <a:gd name="T6" fmla="*/ 427 w 129"/>
                  <a:gd name="T7" fmla="*/ 13 h 34"/>
                  <a:gd name="T8" fmla="*/ 435 w 129"/>
                  <a:gd name="T9" fmla="*/ 56 h 34"/>
                  <a:gd name="T10" fmla="*/ 412 w 129"/>
                  <a:gd name="T11" fmla="*/ 81 h 34"/>
                  <a:gd name="T12" fmla="*/ 174 w 129"/>
                  <a:gd name="T13" fmla="*/ 108 h 34"/>
                  <a:gd name="T14" fmla="*/ 39 w 129"/>
                  <a:gd name="T15" fmla="*/ 132 h 34"/>
                  <a:gd name="T16" fmla="*/ 8 w 129"/>
                  <a:gd name="T17" fmla="*/ 108 h 34"/>
                  <a:gd name="T18" fmla="*/ 5 w 129"/>
                  <a:gd name="T19" fmla="*/ 73 h 34"/>
                  <a:gd name="T20" fmla="*/ 8 w 129"/>
                  <a:gd name="T21" fmla="*/ 60 h 34"/>
                  <a:gd name="T22" fmla="*/ 41 w 129"/>
                  <a:gd name="T23" fmla="*/ 48 h 34"/>
                  <a:gd name="T24" fmla="*/ 41 w 129"/>
                  <a:gd name="T25" fmla="*/ 48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9" h="34">
                    <a:moveTo>
                      <a:pt x="12" y="12"/>
                    </a:moveTo>
                    <a:cubicBezTo>
                      <a:pt x="13" y="12"/>
                      <a:pt x="68" y="6"/>
                      <a:pt x="87" y="3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20" y="0"/>
                      <a:pt x="126" y="0"/>
                      <a:pt x="126" y="3"/>
                    </a:cubicBezTo>
                    <a:cubicBezTo>
                      <a:pt x="126" y="3"/>
                      <a:pt x="128" y="14"/>
                      <a:pt x="128" y="14"/>
                    </a:cubicBezTo>
                    <a:cubicBezTo>
                      <a:pt x="129" y="17"/>
                      <a:pt x="126" y="19"/>
                      <a:pt x="121" y="20"/>
                    </a:cubicBezTo>
                    <a:cubicBezTo>
                      <a:pt x="120" y="20"/>
                      <a:pt x="67" y="26"/>
                      <a:pt x="51" y="27"/>
                    </a:cubicBezTo>
                    <a:cubicBezTo>
                      <a:pt x="36" y="29"/>
                      <a:pt x="12" y="33"/>
                      <a:pt x="11" y="33"/>
                    </a:cubicBezTo>
                    <a:cubicBezTo>
                      <a:pt x="6" y="34"/>
                      <a:pt x="2" y="32"/>
                      <a:pt x="2" y="2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7"/>
                      <a:pt x="1" y="16"/>
                      <a:pt x="2" y="15"/>
                    </a:cubicBezTo>
                    <a:cubicBezTo>
                      <a:pt x="4" y="13"/>
                      <a:pt x="7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7" name="Freeform 1196">
                <a:extLst>
                  <a:ext uri="{FF2B5EF4-FFF2-40B4-BE49-F238E27FC236}">
                    <a16:creationId xmlns:a16="http://schemas.microsoft.com/office/drawing/2014/main" id="{3D004C6C-5D7B-403D-89A1-94D9C3DD4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3093"/>
                <a:ext cx="156" cy="43"/>
              </a:xfrm>
              <a:custGeom>
                <a:avLst/>
                <a:gdLst>
                  <a:gd name="T0" fmla="*/ 351 w 104"/>
                  <a:gd name="T1" fmla="*/ 0 h 27"/>
                  <a:gd name="T2" fmla="*/ 210 w 104"/>
                  <a:gd name="T3" fmla="*/ 13 h 27"/>
                  <a:gd name="T4" fmla="*/ 21 w 104"/>
                  <a:gd name="T5" fmla="*/ 25 h 27"/>
                  <a:gd name="T6" fmla="*/ 5 w 104"/>
                  <a:gd name="T7" fmla="*/ 48 h 27"/>
                  <a:gd name="T8" fmla="*/ 5 w 104"/>
                  <a:gd name="T9" fmla="*/ 89 h 27"/>
                  <a:gd name="T10" fmla="*/ 45 w 104"/>
                  <a:gd name="T11" fmla="*/ 104 h 27"/>
                  <a:gd name="T12" fmla="*/ 291 w 104"/>
                  <a:gd name="T13" fmla="*/ 89 h 27"/>
                  <a:gd name="T14" fmla="*/ 351 w 104"/>
                  <a:gd name="T15" fmla="*/ 84 h 27"/>
                  <a:gd name="T16" fmla="*/ 351 w 104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27">
                    <a:moveTo>
                      <a:pt x="104" y="0"/>
                    </a:moveTo>
                    <a:cubicBezTo>
                      <a:pt x="93" y="1"/>
                      <a:pt x="76" y="2"/>
                      <a:pt x="62" y="3"/>
                    </a:cubicBezTo>
                    <a:cubicBezTo>
                      <a:pt x="39" y="5"/>
                      <a:pt x="6" y="6"/>
                      <a:pt x="6" y="6"/>
                    </a:cubicBezTo>
                    <a:cubicBezTo>
                      <a:pt x="3" y="6"/>
                      <a:pt x="0" y="7"/>
                      <a:pt x="1" y="1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5"/>
                      <a:pt x="4" y="27"/>
                      <a:pt x="13" y="26"/>
                    </a:cubicBezTo>
                    <a:cubicBezTo>
                      <a:pt x="13" y="26"/>
                      <a:pt x="62" y="23"/>
                      <a:pt x="86" y="22"/>
                    </a:cubicBezTo>
                    <a:cubicBezTo>
                      <a:pt x="94" y="21"/>
                      <a:pt x="100" y="21"/>
                      <a:pt x="104" y="21"/>
                    </a:cubicBez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8" name="Freeform 1197">
                <a:extLst>
                  <a:ext uri="{FF2B5EF4-FFF2-40B4-BE49-F238E27FC236}">
                    <a16:creationId xmlns:a16="http://schemas.microsoft.com/office/drawing/2014/main" id="{6D620EEE-8071-46F8-B21D-C5AED8104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3128"/>
                <a:ext cx="37" cy="13"/>
              </a:xfrm>
              <a:custGeom>
                <a:avLst/>
                <a:gdLst>
                  <a:gd name="T0" fmla="*/ 0 w 25"/>
                  <a:gd name="T1" fmla="*/ 26 h 8"/>
                  <a:gd name="T2" fmla="*/ 40 w 25"/>
                  <a:gd name="T3" fmla="*/ 5 h 8"/>
                  <a:gd name="T4" fmla="*/ 81 w 25"/>
                  <a:gd name="T5" fmla="*/ 13 h 8"/>
                  <a:gd name="T6" fmla="*/ 41 w 25"/>
                  <a:gd name="T7" fmla="*/ 34 h 8"/>
                  <a:gd name="T8" fmla="*/ 0 w 25"/>
                  <a:gd name="T9" fmla="*/ 2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6"/>
                    </a:moveTo>
                    <a:cubicBezTo>
                      <a:pt x="0" y="4"/>
                      <a:pt x="5" y="1"/>
                      <a:pt x="12" y="1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8"/>
                    </a:cubicBezTo>
                    <a:cubicBezTo>
                      <a:pt x="6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9" name="Freeform 1198">
                <a:extLst>
                  <a:ext uri="{FF2B5EF4-FFF2-40B4-BE49-F238E27FC236}">
                    <a16:creationId xmlns:a16="http://schemas.microsoft.com/office/drawing/2014/main" id="{784AEA10-DA24-437E-B73D-37AD3CBA3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3109"/>
                <a:ext cx="37" cy="12"/>
              </a:xfrm>
              <a:custGeom>
                <a:avLst/>
                <a:gdLst>
                  <a:gd name="T0" fmla="*/ 0 w 25"/>
                  <a:gd name="T1" fmla="*/ 18 h 8"/>
                  <a:gd name="T2" fmla="*/ 41 w 25"/>
                  <a:gd name="T3" fmla="*/ 0 h 8"/>
                  <a:gd name="T4" fmla="*/ 81 w 25"/>
                  <a:gd name="T5" fmla="*/ 12 h 8"/>
                  <a:gd name="T6" fmla="*/ 41 w 25"/>
                  <a:gd name="T7" fmla="*/ 26 h 8"/>
                  <a:gd name="T8" fmla="*/ 0 w 25"/>
                  <a:gd name="T9" fmla="*/ 1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3"/>
                      <a:pt x="6" y="1"/>
                      <a:pt x="13" y="0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7"/>
                    </a:cubicBezTo>
                    <a:cubicBezTo>
                      <a:pt x="6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0" name="Freeform 1199">
                <a:extLst>
                  <a:ext uri="{FF2B5EF4-FFF2-40B4-BE49-F238E27FC236}">
                    <a16:creationId xmlns:a16="http://schemas.microsoft.com/office/drawing/2014/main" id="{CDC06B61-B91C-4CA8-A93D-9CD9DB4AB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3125"/>
                <a:ext cx="38" cy="14"/>
              </a:xfrm>
              <a:custGeom>
                <a:avLst/>
                <a:gdLst>
                  <a:gd name="T0" fmla="*/ 0 w 25"/>
                  <a:gd name="T1" fmla="*/ 22 h 9"/>
                  <a:gd name="T2" fmla="*/ 41 w 25"/>
                  <a:gd name="T3" fmla="*/ 5 h 9"/>
                  <a:gd name="T4" fmla="*/ 88 w 25"/>
                  <a:gd name="T5" fmla="*/ 12 h 9"/>
                  <a:gd name="T6" fmla="*/ 46 w 25"/>
                  <a:gd name="T7" fmla="*/ 30 h 9"/>
                  <a:gd name="T8" fmla="*/ 0 w 25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6"/>
                    </a:moveTo>
                    <a:cubicBezTo>
                      <a:pt x="0" y="4"/>
                      <a:pt x="5" y="2"/>
                      <a:pt x="12" y="1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8"/>
                    </a:cubicBezTo>
                    <a:cubicBezTo>
                      <a:pt x="6" y="9"/>
                      <a:pt x="0" y="8"/>
                      <a:pt x="0" y="6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1" name="Freeform 1200">
                <a:extLst>
                  <a:ext uri="{FF2B5EF4-FFF2-40B4-BE49-F238E27FC236}">
                    <a16:creationId xmlns:a16="http://schemas.microsoft.com/office/drawing/2014/main" id="{6A718FE5-E847-4A99-9C4E-11C99E77D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3126"/>
                <a:ext cx="30" cy="11"/>
              </a:xfrm>
              <a:custGeom>
                <a:avLst/>
                <a:gdLst>
                  <a:gd name="T0" fmla="*/ 45 w 20"/>
                  <a:gd name="T1" fmla="*/ 0 h 7"/>
                  <a:gd name="T2" fmla="*/ 62 w 20"/>
                  <a:gd name="T3" fmla="*/ 8 h 7"/>
                  <a:gd name="T4" fmla="*/ 21 w 20"/>
                  <a:gd name="T5" fmla="*/ 27 h 7"/>
                  <a:gd name="T6" fmla="*/ 0 w 20"/>
                  <a:gd name="T7" fmla="*/ 27 h 7"/>
                  <a:gd name="T8" fmla="*/ 27 w 20"/>
                  <a:gd name="T9" fmla="*/ 27 h 7"/>
                  <a:gd name="T10" fmla="*/ 68 w 20"/>
                  <a:gd name="T11" fmla="*/ 8 h 7"/>
                  <a:gd name="T12" fmla="*/ 45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3" y="0"/>
                    </a:moveTo>
                    <a:cubicBezTo>
                      <a:pt x="16" y="0"/>
                      <a:pt x="18" y="1"/>
                      <a:pt x="18" y="2"/>
                    </a:cubicBezTo>
                    <a:cubicBezTo>
                      <a:pt x="18" y="4"/>
                      <a:pt x="13" y="6"/>
                      <a:pt x="6" y="7"/>
                    </a:cubicBezTo>
                    <a:cubicBezTo>
                      <a:pt x="4" y="7"/>
                      <a:pt x="2" y="7"/>
                      <a:pt x="0" y="7"/>
                    </a:cubicBezTo>
                    <a:cubicBezTo>
                      <a:pt x="2" y="7"/>
                      <a:pt x="5" y="7"/>
                      <a:pt x="8" y="7"/>
                    </a:cubicBezTo>
                    <a:cubicBezTo>
                      <a:pt x="15" y="6"/>
                      <a:pt x="20" y="4"/>
                      <a:pt x="20" y="2"/>
                    </a:cubicBezTo>
                    <a:cubicBezTo>
                      <a:pt x="20" y="1"/>
                      <a:pt x="17" y="0"/>
                      <a:pt x="13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2" name="Freeform 1201">
                <a:extLst>
                  <a:ext uri="{FF2B5EF4-FFF2-40B4-BE49-F238E27FC236}">
                    <a16:creationId xmlns:a16="http://schemas.microsoft.com/office/drawing/2014/main" id="{919AFDB2-B9BD-4D4A-972F-94A6C87CC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3126"/>
                <a:ext cx="29" cy="10"/>
              </a:xfrm>
              <a:custGeom>
                <a:avLst/>
                <a:gdLst>
                  <a:gd name="T0" fmla="*/ 8 w 19"/>
                  <a:gd name="T1" fmla="*/ 22 h 6"/>
                  <a:gd name="T2" fmla="*/ 41 w 19"/>
                  <a:gd name="T3" fmla="*/ 5 h 6"/>
                  <a:gd name="T4" fmla="*/ 67 w 19"/>
                  <a:gd name="T5" fmla="*/ 5 h 6"/>
                  <a:gd name="T6" fmla="*/ 35 w 19"/>
                  <a:gd name="T7" fmla="*/ 5 h 6"/>
                  <a:gd name="T8" fmla="*/ 5 w 19"/>
                  <a:gd name="T9" fmla="*/ 22 h 6"/>
                  <a:gd name="T10" fmla="*/ 18 w 19"/>
                  <a:gd name="T11" fmla="*/ 28 h 6"/>
                  <a:gd name="T12" fmla="*/ 8 w 19"/>
                  <a:gd name="T13" fmla="*/ 2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2" y="5"/>
                    </a:moveTo>
                    <a:cubicBezTo>
                      <a:pt x="2" y="3"/>
                      <a:pt x="7" y="2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17" y="0"/>
                      <a:pt x="14" y="0"/>
                      <a:pt x="10" y="1"/>
                    </a:cubicBezTo>
                    <a:cubicBezTo>
                      <a:pt x="5" y="1"/>
                      <a:pt x="0" y="3"/>
                      <a:pt x="1" y="5"/>
                    </a:cubicBezTo>
                    <a:cubicBezTo>
                      <a:pt x="1" y="6"/>
                      <a:pt x="2" y="6"/>
                      <a:pt x="5" y="6"/>
                    </a:cubicBezTo>
                    <a:cubicBezTo>
                      <a:pt x="4" y="6"/>
                      <a:pt x="2" y="6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3" name="Freeform 1202">
                <a:extLst>
                  <a:ext uri="{FF2B5EF4-FFF2-40B4-BE49-F238E27FC236}">
                    <a16:creationId xmlns:a16="http://schemas.microsoft.com/office/drawing/2014/main" id="{C17C0019-02FC-4FAC-9556-D1427329D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3105"/>
                <a:ext cx="37" cy="13"/>
              </a:xfrm>
              <a:custGeom>
                <a:avLst/>
                <a:gdLst>
                  <a:gd name="T0" fmla="*/ 0 w 25"/>
                  <a:gd name="T1" fmla="*/ 21 h 8"/>
                  <a:gd name="T2" fmla="*/ 41 w 25"/>
                  <a:gd name="T3" fmla="*/ 5 h 8"/>
                  <a:gd name="T4" fmla="*/ 81 w 25"/>
                  <a:gd name="T5" fmla="*/ 13 h 8"/>
                  <a:gd name="T6" fmla="*/ 41 w 25"/>
                  <a:gd name="T7" fmla="*/ 34 h 8"/>
                  <a:gd name="T8" fmla="*/ 0 w 2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3"/>
                      <a:pt x="6" y="1"/>
                      <a:pt x="13" y="1"/>
                    </a:cubicBezTo>
                    <a:cubicBezTo>
                      <a:pt x="20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8"/>
                    </a:cubicBezTo>
                    <a:cubicBezTo>
                      <a:pt x="6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4" name="Freeform 1203">
                <a:extLst>
                  <a:ext uri="{FF2B5EF4-FFF2-40B4-BE49-F238E27FC236}">
                    <a16:creationId xmlns:a16="http://schemas.microsoft.com/office/drawing/2014/main" id="{DDE74F6A-AFB4-41D2-A9C6-02048013B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3121"/>
                <a:ext cx="78" cy="31"/>
              </a:xfrm>
              <a:custGeom>
                <a:avLst/>
                <a:gdLst>
                  <a:gd name="T0" fmla="*/ 5 w 52"/>
                  <a:gd name="T1" fmla="*/ 69 h 19"/>
                  <a:gd name="T2" fmla="*/ 8 w 52"/>
                  <a:gd name="T3" fmla="*/ 29 h 19"/>
                  <a:gd name="T4" fmla="*/ 48 w 52"/>
                  <a:gd name="T5" fmla="*/ 18 h 19"/>
                  <a:gd name="T6" fmla="*/ 116 w 52"/>
                  <a:gd name="T7" fmla="*/ 8 h 19"/>
                  <a:gd name="T8" fmla="*/ 147 w 52"/>
                  <a:gd name="T9" fmla="*/ 5 h 19"/>
                  <a:gd name="T10" fmla="*/ 176 w 52"/>
                  <a:gd name="T11" fmla="*/ 0 h 19"/>
                  <a:gd name="T12" fmla="*/ 48 w 52"/>
                  <a:gd name="T13" fmla="*/ 26 h 19"/>
                  <a:gd name="T14" fmla="*/ 14 w 52"/>
                  <a:gd name="T15" fmla="*/ 47 h 19"/>
                  <a:gd name="T16" fmla="*/ 8 w 52"/>
                  <a:gd name="T17" fmla="*/ 83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9">
                    <a:moveTo>
                      <a:pt x="1" y="16"/>
                    </a:moveTo>
                    <a:cubicBezTo>
                      <a:pt x="1" y="14"/>
                      <a:pt x="0" y="9"/>
                      <a:pt x="2" y="7"/>
                    </a:cubicBezTo>
                    <a:cubicBezTo>
                      <a:pt x="4" y="5"/>
                      <a:pt x="10" y="4"/>
                      <a:pt x="14" y="4"/>
                    </a:cubicBezTo>
                    <a:cubicBezTo>
                      <a:pt x="21" y="3"/>
                      <a:pt x="27" y="3"/>
                      <a:pt x="34" y="2"/>
                    </a:cubicBezTo>
                    <a:cubicBezTo>
                      <a:pt x="37" y="1"/>
                      <a:pt x="40" y="1"/>
                      <a:pt x="43" y="1"/>
                    </a:cubicBezTo>
                    <a:cubicBezTo>
                      <a:pt x="46" y="1"/>
                      <a:pt x="49" y="0"/>
                      <a:pt x="52" y="0"/>
                    </a:cubicBezTo>
                    <a:cubicBezTo>
                      <a:pt x="40" y="4"/>
                      <a:pt x="26" y="4"/>
                      <a:pt x="14" y="6"/>
                    </a:cubicBezTo>
                    <a:cubicBezTo>
                      <a:pt x="10" y="7"/>
                      <a:pt x="5" y="8"/>
                      <a:pt x="4" y="11"/>
                    </a:cubicBezTo>
                    <a:cubicBezTo>
                      <a:pt x="2" y="13"/>
                      <a:pt x="2" y="16"/>
                      <a:pt x="2" y="19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5" name="Freeform 1204">
                <a:extLst>
                  <a:ext uri="{FF2B5EF4-FFF2-40B4-BE49-F238E27FC236}">
                    <a16:creationId xmlns:a16="http://schemas.microsoft.com/office/drawing/2014/main" id="{17472BBD-514D-4758-BB19-F9C743497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3115"/>
                <a:ext cx="121" cy="35"/>
              </a:xfrm>
              <a:custGeom>
                <a:avLst/>
                <a:gdLst>
                  <a:gd name="T0" fmla="*/ 0 w 81"/>
                  <a:gd name="T1" fmla="*/ 89 h 22"/>
                  <a:gd name="T2" fmla="*/ 196 w 81"/>
                  <a:gd name="T3" fmla="*/ 60 h 22"/>
                  <a:gd name="T4" fmla="*/ 263 w 81"/>
                  <a:gd name="T5" fmla="*/ 46 h 22"/>
                  <a:gd name="T6" fmla="*/ 257 w 81"/>
                  <a:gd name="T7" fmla="*/ 0 h 22"/>
                  <a:gd name="T8" fmla="*/ 243 w 81"/>
                  <a:gd name="T9" fmla="*/ 40 h 22"/>
                  <a:gd name="T10" fmla="*/ 209 w 81"/>
                  <a:gd name="T11" fmla="*/ 48 h 22"/>
                  <a:gd name="T12" fmla="*/ 163 w 81"/>
                  <a:gd name="T13" fmla="*/ 56 h 22"/>
                  <a:gd name="T14" fmla="*/ 76 w 81"/>
                  <a:gd name="T15" fmla="*/ 68 h 22"/>
                  <a:gd name="T16" fmla="*/ 36 w 81"/>
                  <a:gd name="T17" fmla="*/ 81 h 22"/>
                  <a:gd name="T18" fmla="*/ 6 w 81"/>
                  <a:gd name="T19" fmla="*/ 89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2">
                    <a:moveTo>
                      <a:pt x="0" y="22"/>
                    </a:moveTo>
                    <a:cubicBezTo>
                      <a:pt x="20" y="19"/>
                      <a:pt x="40" y="16"/>
                      <a:pt x="59" y="15"/>
                    </a:cubicBezTo>
                    <a:cubicBezTo>
                      <a:pt x="64" y="14"/>
                      <a:pt x="76" y="14"/>
                      <a:pt x="79" y="11"/>
                    </a:cubicBezTo>
                    <a:cubicBezTo>
                      <a:pt x="81" y="8"/>
                      <a:pt x="78" y="2"/>
                      <a:pt x="77" y="0"/>
                    </a:cubicBezTo>
                    <a:cubicBezTo>
                      <a:pt x="78" y="3"/>
                      <a:pt x="78" y="8"/>
                      <a:pt x="73" y="10"/>
                    </a:cubicBezTo>
                    <a:cubicBezTo>
                      <a:pt x="71" y="12"/>
                      <a:pt x="66" y="12"/>
                      <a:pt x="63" y="12"/>
                    </a:cubicBezTo>
                    <a:cubicBezTo>
                      <a:pt x="58" y="13"/>
                      <a:pt x="54" y="14"/>
                      <a:pt x="49" y="14"/>
                    </a:cubicBezTo>
                    <a:cubicBezTo>
                      <a:pt x="40" y="15"/>
                      <a:pt x="32" y="16"/>
                      <a:pt x="23" y="17"/>
                    </a:cubicBezTo>
                    <a:cubicBezTo>
                      <a:pt x="19" y="18"/>
                      <a:pt x="15" y="19"/>
                      <a:pt x="11" y="20"/>
                    </a:cubicBezTo>
                    <a:cubicBezTo>
                      <a:pt x="8" y="20"/>
                      <a:pt x="4" y="20"/>
                      <a:pt x="2" y="2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6" name="Freeform 1205">
                <a:extLst>
                  <a:ext uri="{FF2B5EF4-FFF2-40B4-BE49-F238E27FC236}">
                    <a16:creationId xmlns:a16="http://schemas.microsoft.com/office/drawing/2014/main" id="{99373C99-8089-4B3C-BD2C-EF08FEB5B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3101"/>
                <a:ext cx="81" cy="25"/>
              </a:xfrm>
              <a:custGeom>
                <a:avLst/>
                <a:gdLst>
                  <a:gd name="T0" fmla="*/ 12 w 54"/>
                  <a:gd name="T1" fmla="*/ 53 h 16"/>
                  <a:gd name="T2" fmla="*/ 12 w 54"/>
                  <a:gd name="T3" fmla="*/ 14 h 16"/>
                  <a:gd name="T4" fmla="*/ 54 w 54"/>
                  <a:gd name="T5" fmla="*/ 8 h 16"/>
                  <a:gd name="T6" fmla="*/ 122 w 54"/>
                  <a:gd name="T7" fmla="*/ 5 h 16"/>
                  <a:gd name="T8" fmla="*/ 156 w 54"/>
                  <a:gd name="T9" fmla="*/ 5 h 16"/>
                  <a:gd name="T10" fmla="*/ 183 w 54"/>
                  <a:gd name="T11" fmla="*/ 0 h 16"/>
                  <a:gd name="T12" fmla="*/ 54 w 54"/>
                  <a:gd name="T13" fmla="*/ 14 h 16"/>
                  <a:gd name="T14" fmla="*/ 21 w 54"/>
                  <a:gd name="T15" fmla="*/ 34 h 16"/>
                  <a:gd name="T16" fmla="*/ 14 w 54"/>
                  <a:gd name="T17" fmla="*/ 61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6">
                    <a:moveTo>
                      <a:pt x="3" y="14"/>
                    </a:moveTo>
                    <a:cubicBezTo>
                      <a:pt x="3" y="11"/>
                      <a:pt x="0" y="6"/>
                      <a:pt x="3" y="4"/>
                    </a:cubicBezTo>
                    <a:cubicBezTo>
                      <a:pt x="5" y="2"/>
                      <a:pt x="13" y="3"/>
                      <a:pt x="16" y="2"/>
                    </a:cubicBezTo>
                    <a:cubicBezTo>
                      <a:pt x="23" y="2"/>
                      <a:pt x="30" y="2"/>
                      <a:pt x="36" y="1"/>
                    </a:cubicBezTo>
                    <a:cubicBezTo>
                      <a:pt x="39" y="1"/>
                      <a:pt x="42" y="1"/>
                      <a:pt x="46" y="1"/>
                    </a:cubicBezTo>
                    <a:cubicBezTo>
                      <a:pt x="48" y="0"/>
                      <a:pt x="52" y="0"/>
                      <a:pt x="54" y="0"/>
                    </a:cubicBezTo>
                    <a:cubicBezTo>
                      <a:pt x="43" y="3"/>
                      <a:pt x="28" y="2"/>
                      <a:pt x="16" y="4"/>
                    </a:cubicBezTo>
                    <a:cubicBezTo>
                      <a:pt x="12" y="5"/>
                      <a:pt x="8" y="6"/>
                      <a:pt x="6" y="9"/>
                    </a:cubicBezTo>
                    <a:cubicBezTo>
                      <a:pt x="4" y="11"/>
                      <a:pt x="4" y="14"/>
                      <a:pt x="4" y="16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7" name="Freeform 1206">
                <a:extLst>
                  <a:ext uri="{FF2B5EF4-FFF2-40B4-BE49-F238E27FC236}">
                    <a16:creationId xmlns:a16="http://schemas.microsoft.com/office/drawing/2014/main" id="{FC400FCC-317A-4C19-AA01-05970EB5F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3107"/>
                <a:ext cx="31" cy="11"/>
              </a:xfrm>
              <a:custGeom>
                <a:avLst/>
                <a:gdLst>
                  <a:gd name="T0" fmla="*/ 46 w 21"/>
                  <a:gd name="T1" fmla="*/ 0 h 7"/>
                  <a:gd name="T2" fmla="*/ 59 w 21"/>
                  <a:gd name="T3" fmla="*/ 8 h 7"/>
                  <a:gd name="T4" fmla="*/ 19 w 21"/>
                  <a:gd name="T5" fmla="*/ 22 h 7"/>
                  <a:gd name="T6" fmla="*/ 0 w 21"/>
                  <a:gd name="T7" fmla="*/ 22 h 7"/>
                  <a:gd name="T8" fmla="*/ 27 w 21"/>
                  <a:gd name="T9" fmla="*/ 27 h 7"/>
                  <a:gd name="T10" fmla="*/ 68 w 21"/>
                  <a:gd name="T11" fmla="*/ 8 h 7"/>
                  <a:gd name="T12" fmla="*/ 46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4" y="0"/>
                    </a:moveTo>
                    <a:cubicBezTo>
                      <a:pt x="16" y="0"/>
                      <a:pt x="18" y="1"/>
                      <a:pt x="18" y="2"/>
                    </a:cubicBezTo>
                    <a:cubicBezTo>
                      <a:pt x="18" y="4"/>
                      <a:pt x="13" y="6"/>
                      <a:pt x="6" y="6"/>
                    </a:cubicBezTo>
                    <a:cubicBezTo>
                      <a:pt x="4" y="7"/>
                      <a:pt x="2" y="6"/>
                      <a:pt x="0" y="6"/>
                    </a:cubicBezTo>
                    <a:cubicBezTo>
                      <a:pt x="2" y="7"/>
                      <a:pt x="5" y="7"/>
                      <a:pt x="8" y="7"/>
                    </a:cubicBezTo>
                    <a:cubicBezTo>
                      <a:pt x="15" y="6"/>
                      <a:pt x="21" y="4"/>
                      <a:pt x="21" y="2"/>
                    </a:cubicBezTo>
                    <a:cubicBezTo>
                      <a:pt x="21" y="1"/>
                      <a:pt x="18" y="0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8" name="Freeform 1207">
                <a:extLst>
                  <a:ext uri="{FF2B5EF4-FFF2-40B4-BE49-F238E27FC236}">
                    <a16:creationId xmlns:a16="http://schemas.microsoft.com/office/drawing/2014/main" id="{EE11E904-016F-4176-A6DB-784ED9FA6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3107"/>
                <a:ext cx="27" cy="10"/>
              </a:xfrm>
              <a:custGeom>
                <a:avLst/>
                <a:gdLst>
                  <a:gd name="T0" fmla="*/ 5 w 18"/>
                  <a:gd name="T1" fmla="*/ 20 h 6"/>
                  <a:gd name="T2" fmla="*/ 41 w 18"/>
                  <a:gd name="T3" fmla="*/ 5 h 6"/>
                  <a:gd name="T4" fmla="*/ 62 w 18"/>
                  <a:gd name="T5" fmla="*/ 5 h 6"/>
                  <a:gd name="T6" fmla="*/ 35 w 18"/>
                  <a:gd name="T7" fmla="*/ 0 h 6"/>
                  <a:gd name="T8" fmla="*/ 0 w 18"/>
                  <a:gd name="T9" fmla="*/ 20 h 6"/>
                  <a:gd name="T10" fmla="*/ 14 w 18"/>
                  <a:gd name="T11" fmla="*/ 28 h 6"/>
                  <a:gd name="T12" fmla="*/ 5 w 18"/>
                  <a:gd name="T13" fmla="*/ 2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1" y="4"/>
                    </a:moveTo>
                    <a:cubicBezTo>
                      <a:pt x="1" y="2"/>
                      <a:pt x="6" y="1"/>
                      <a:pt x="12" y="1"/>
                    </a:cubicBezTo>
                    <a:cubicBezTo>
                      <a:pt x="14" y="0"/>
                      <a:pt x="17" y="1"/>
                      <a:pt x="18" y="1"/>
                    </a:cubicBezTo>
                    <a:cubicBezTo>
                      <a:pt x="17" y="0"/>
                      <a:pt x="13" y="0"/>
                      <a:pt x="10" y="0"/>
                    </a:cubicBezTo>
                    <a:cubicBezTo>
                      <a:pt x="4" y="1"/>
                      <a:pt x="0" y="2"/>
                      <a:pt x="0" y="4"/>
                    </a:cubicBezTo>
                    <a:cubicBezTo>
                      <a:pt x="0" y="5"/>
                      <a:pt x="2" y="5"/>
                      <a:pt x="4" y="6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9" name="Freeform 1208">
                <a:extLst>
                  <a:ext uri="{FF2B5EF4-FFF2-40B4-BE49-F238E27FC236}">
                    <a16:creationId xmlns:a16="http://schemas.microsoft.com/office/drawing/2014/main" id="{4D292EDD-E260-48A5-9C53-47481883D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3107"/>
                <a:ext cx="194" cy="54"/>
              </a:xfrm>
              <a:custGeom>
                <a:avLst/>
                <a:gdLst>
                  <a:gd name="T0" fmla="*/ 41 w 129"/>
                  <a:gd name="T1" fmla="*/ 48 h 34"/>
                  <a:gd name="T2" fmla="*/ 296 w 129"/>
                  <a:gd name="T3" fmla="*/ 13 h 34"/>
                  <a:gd name="T4" fmla="*/ 391 w 129"/>
                  <a:gd name="T5" fmla="*/ 0 h 34"/>
                  <a:gd name="T6" fmla="*/ 427 w 129"/>
                  <a:gd name="T7" fmla="*/ 13 h 34"/>
                  <a:gd name="T8" fmla="*/ 435 w 129"/>
                  <a:gd name="T9" fmla="*/ 56 h 34"/>
                  <a:gd name="T10" fmla="*/ 412 w 129"/>
                  <a:gd name="T11" fmla="*/ 81 h 34"/>
                  <a:gd name="T12" fmla="*/ 174 w 129"/>
                  <a:gd name="T13" fmla="*/ 108 h 34"/>
                  <a:gd name="T14" fmla="*/ 39 w 129"/>
                  <a:gd name="T15" fmla="*/ 132 h 34"/>
                  <a:gd name="T16" fmla="*/ 8 w 129"/>
                  <a:gd name="T17" fmla="*/ 108 h 34"/>
                  <a:gd name="T18" fmla="*/ 5 w 129"/>
                  <a:gd name="T19" fmla="*/ 73 h 34"/>
                  <a:gd name="T20" fmla="*/ 8 w 129"/>
                  <a:gd name="T21" fmla="*/ 60 h 34"/>
                  <a:gd name="T22" fmla="*/ 41 w 129"/>
                  <a:gd name="T23" fmla="*/ 48 h 34"/>
                  <a:gd name="T24" fmla="*/ 41 w 129"/>
                  <a:gd name="T25" fmla="*/ 48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9" h="34">
                    <a:moveTo>
                      <a:pt x="12" y="12"/>
                    </a:moveTo>
                    <a:cubicBezTo>
                      <a:pt x="13" y="12"/>
                      <a:pt x="68" y="6"/>
                      <a:pt x="87" y="3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20" y="0"/>
                      <a:pt x="126" y="0"/>
                      <a:pt x="126" y="3"/>
                    </a:cubicBezTo>
                    <a:cubicBezTo>
                      <a:pt x="126" y="3"/>
                      <a:pt x="128" y="14"/>
                      <a:pt x="128" y="14"/>
                    </a:cubicBezTo>
                    <a:cubicBezTo>
                      <a:pt x="129" y="17"/>
                      <a:pt x="126" y="19"/>
                      <a:pt x="121" y="20"/>
                    </a:cubicBezTo>
                    <a:cubicBezTo>
                      <a:pt x="120" y="20"/>
                      <a:pt x="67" y="26"/>
                      <a:pt x="51" y="27"/>
                    </a:cubicBezTo>
                    <a:cubicBezTo>
                      <a:pt x="36" y="29"/>
                      <a:pt x="12" y="33"/>
                      <a:pt x="11" y="33"/>
                    </a:cubicBezTo>
                    <a:cubicBezTo>
                      <a:pt x="6" y="34"/>
                      <a:pt x="2" y="32"/>
                      <a:pt x="2" y="2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7"/>
                      <a:pt x="1" y="16"/>
                      <a:pt x="2" y="15"/>
                    </a:cubicBezTo>
                    <a:cubicBezTo>
                      <a:pt x="4" y="13"/>
                      <a:pt x="7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0" name="Freeform 1209">
                <a:extLst>
                  <a:ext uri="{FF2B5EF4-FFF2-40B4-BE49-F238E27FC236}">
                    <a16:creationId xmlns:a16="http://schemas.microsoft.com/office/drawing/2014/main" id="{012F3FCE-729A-42CE-8FB3-E04DC153B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3093"/>
                <a:ext cx="156" cy="43"/>
              </a:xfrm>
              <a:custGeom>
                <a:avLst/>
                <a:gdLst>
                  <a:gd name="T0" fmla="*/ 351 w 104"/>
                  <a:gd name="T1" fmla="*/ 0 h 27"/>
                  <a:gd name="T2" fmla="*/ 210 w 104"/>
                  <a:gd name="T3" fmla="*/ 13 h 27"/>
                  <a:gd name="T4" fmla="*/ 21 w 104"/>
                  <a:gd name="T5" fmla="*/ 25 h 27"/>
                  <a:gd name="T6" fmla="*/ 5 w 104"/>
                  <a:gd name="T7" fmla="*/ 48 h 27"/>
                  <a:gd name="T8" fmla="*/ 5 w 104"/>
                  <a:gd name="T9" fmla="*/ 89 h 27"/>
                  <a:gd name="T10" fmla="*/ 45 w 104"/>
                  <a:gd name="T11" fmla="*/ 104 h 27"/>
                  <a:gd name="T12" fmla="*/ 291 w 104"/>
                  <a:gd name="T13" fmla="*/ 89 h 27"/>
                  <a:gd name="T14" fmla="*/ 351 w 104"/>
                  <a:gd name="T15" fmla="*/ 84 h 27"/>
                  <a:gd name="T16" fmla="*/ 351 w 104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27">
                    <a:moveTo>
                      <a:pt x="104" y="0"/>
                    </a:moveTo>
                    <a:cubicBezTo>
                      <a:pt x="93" y="1"/>
                      <a:pt x="76" y="2"/>
                      <a:pt x="62" y="3"/>
                    </a:cubicBezTo>
                    <a:cubicBezTo>
                      <a:pt x="39" y="5"/>
                      <a:pt x="6" y="6"/>
                      <a:pt x="6" y="6"/>
                    </a:cubicBezTo>
                    <a:cubicBezTo>
                      <a:pt x="3" y="6"/>
                      <a:pt x="0" y="7"/>
                      <a:pt x="1" y="1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5"/>
                      <a:pt x="4" y="27"/>
                      <a:pt x="13" y="26"/>
                    </a:cubicBezTo>
                    <a:cubicBezTo>
                      <a:pt x="13" y="26"/>
                      <a:pt x="62" y="23"/>
                      <a:pt x="86" y="22"/>
                    </a:cubicBezTo>
                    <a:cubicBezTo>
                      <a:pt x="94" y="21"/>
                      <a:pt x="100" y="21"/>
                      <a:pt x="104" y="21"/>
                    </a:cubicBezTo>
                    <a:lnTo>
                      <a:pt x="104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1" name="Freeform 1210">
                <a:extLst>
                  <a:ext uri="{FF2B5EF4-FFF2-40B4-BE49-F238E27FC236}">
                    <a16:creationId xmlns:a16="http://schemas.microsoft.com/office/drawing/2014/main" id="{EFF8F66E-4BB3-469F-BE70-F501FE6CA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869"/>
                <a:ext cx="192" cy="46"/>
              </a:xfrm>
              <a:custGeom>
                <a:avLst/>
                <a:gdLst>
                  <a:gd name="T0" fmla="*/ 413 w 128"/>
                  <a:gd name="T1" fmla="*/ 33 h 29"/>
                  <a:gd name="T2" fmla="*/ 432 w 128"/>
                  <a:gd name="T3" fmla="*/ 56 h 29"/>
                  <a:gd name="T4" fmla="*/ 431 w 128"/>
                  <a:gd name="T5" fmla="*/ 95 h 29"/>
                  <a:gd name="T6" fmla="*/ 377 w 128"/>
                  <a:gd name="T7" fmla="*/ 111 h 29"/>
                  <a:gd name="T8" fmla="*/ 176 w 128"/>
                  <a:gd name="T9" fmla="*/ 95 h 29"/>
                  <a:gd name="T10" fmla="*/ 32 w 128"/>
                  <a:gd name="T11" fmla="*/ 89 h 29"/>
                  <a:gd name="T12" fmla="*/ 0 w 128"/>
                  <a:gd name="T13" fmla="*/ 60 h 29"/>
                  <a:gd name="T14" fmla="*/ 5 w 128"/>
                  <a:gd name="T15" fmla="*/ 25 h 29"/>
                  <a:gd name="T16" fmla="*/ 26 w 128"/>
                  <a:gd name="T17" fmla="*/ 0 h 29"/>
                  <a:gd name="T18" fmla="*/ 207 w 128"/>
                  <a:gd name="T19" fmla="*/ 16 h 29"/>
                  <a:gd name="T20" fmla="*/ 413 w 128"/>
                  <a:gd name="T21" fmla="*/ 33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9">
                    <a:moveTo>
                      <a:pt x="122" y="8"/>
                    </a:moveTo>
                    <a:cubicBezTo>
                      <a:pt x="127" y="8"/>
                      <a:pt x="128" y="12"/>
                      <a:pt x="128" y="14"/>
                    </a:cubicBezTo>
                    <a:cubicBezTo>
                      <a:pt x="127" y="24"/>
                      <a:pt x="127" y="24"/>
                      <a:pt x="127" y="24"/>
                    </a:cubicBezTo>
                    <a:cubicBezTo>
                      <a:pt x="127" y="26"/>
                      <a:pt x="127" y="29"/>
                      <a:pt x="111" y="2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22"/>
                      <a:pt x="0" y="19"/>
                      <a:pt x="0" y="1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2"/>
                      <a:pt x="3" y="0"/>
                      <a:pt x="7" y="0"/>
                    </a:cubicBezTo>
                    <a:cubicBezTo>
                      <a:pt x="8" y="0"/>
                      <a:pt x="49" y="4"/>
                      <a:pt x="61" y="4"/>
                    </a:cubicBezTo>
                    <a:cubicBezTo>
                      <a:pt x="74" y="5"/>
                      <a:pt x="121" y="7"/>
                      <a:pt x="122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2" name="Freeform 1211">
                <a:extLst>
                  <a:ext uri="{FF2B5EF4-FFF2-40B4-BE49-F238E27FC236}">
                    <a16:creationId xmlns:a16="http://schemas.microsoft.com/office/drawing/2014/main" id="{CE75499A-68E7-4C47-88C5-18D5AFD30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3123"/>
                <a:ext cx="192" cy="56"/>
              </a:xfrm>
              <a:custGeom>
                <a:avLst/>
                <a:gdLst>
                  <a:gd name="T0" fmla="*/ 392 w 128"/>
                  <a:gd name="T1" fmla="*/ 48 h 35"/>
                  <a:gd name="T2" fmla="*/ 432 w 128"/>
                  <a:gd name="T3" fmla="*/ 82 h 35"/>
                  <a:gd name="T4" fmla="*/ 431 w 128"/>
                  <a:gd name="T5" fmla="*/ 118 h 35"/>
                  <a:gd name="T6" fmla="*/ 390 w 128"/>
                  <a:gd name="T7" fmla="*/ 136 h 35"/>
                  <a:gd name="T8" fmla="*/ 284 w 128"/>
                  <a:gd name="T9" fmla="*/ 123 h 35"/>
                  <a:gd name="T10" fmla="*/ 39 w 128"/>
                  <a:gd name="T11" fmla="*/ 86 h 35"/>
                  <a:gd name="T12" fmla="*/ 0 w 128"/>
                  <a:gd name="T13" fmla="*/ 61 h 35"/>
                  <a:gd name="T14" fmla="*/ 5 w 128"/>
                  <a:gd name="T15" fmla="*/ 21 h 35"/>
                  <a:gd name="T16" fmla="*/ 27 w 128"/>
                  <a:gd name="T17" fmla="*/ 0 h 35"/>
                  <a:gd name="T18" fmla="*/ 215 w 128"/>
                  <a:gd name="T19" fmla="*/ 29 h 35"/>
                  <a:gd name="T20" fmla="*/ 392 w 128"/>
                  <a:gd name="T21" fmla="*/ 48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5">
                    <a:moveTo>
                      <a:pt x="116" y="12"/>
                    </a:moveTo>
                    <a:cubicBezTo>
                      <a:pt x="127" y="14"/>
                      <a:pt x="128" y="17"/>
                      <a:pt x="128" y="20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7" y="32"/>
                      <a:pt x="125" y="35"/>
                      <a:pt x="115" y="33"/>
                    </a:cubicBezTo>
                    <a:cubicBezTo>
                      <a:pt x="114" y="33"/>
                      <a:pt x="108" y="33"/>
                      <a:pt x="84" y="30"/>
                    </a:cubicBezTo>
                    <a:cubicBezTo>
                      <a:pt x="59" y="27"/>
                      <a:pt x="11" y="22"/>
                      <a:pt x="11" y="21"/>
                    </a:cubicBezTo>
                    <a:cubicBezTo>
                      <a:pt x="2" y="20"/>
                      <a:pt x="0" y="18"/>
                      <a:pt x="0" y="1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0"/>
                      <a:pt x="5" y="0"/>
                      <a:pt x="8" y="0"/>
                    </a:cubicBezTo>
                    <a:cubicBezTo>
                      <a:pt x="8" y="0"/>
                      <a:pt x="41" y="5"/>
                      <a:pt x="63" y="7"/>
                    </a:cubicBezTo>
                    <a:cubicBezTo>
                      <a:pt x="86" y="10"/>
                      <a:pt x="116" y="12"/>
                      <a:pt x="116" y="1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3" name="Freeform 1212">
                <a:extLst>
                  <a:ext uri="{FF2B5EF4-FFF2-40B4-BE49-F238E27FC236}">
                    <a16:creationId xmlns:a16="http://schemas.microsoft.com/office/drawing/2014/main" id="{3FF8F34D-E5B0-47FA-B15F-D1945D2F5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3131"/>
                <a:ext cx="192" cy="48"/>
              </a:xfrm>
              <a:custGeom>
                <a:avLst/>
                <a:gdLst>
                  <a:gd name="T0" fmla="*/ 405 w 128"/>
                  <a:gd name="T1" fmla="*/ 0 h 30"/>
                  <a:gd name="T2" fmla="*/ 431 w 128"/>
                  <a:gd name="T3" fmla="*/ 26 h 30"/>
                  <a:gd name="T4" fmla="*/ 432 w 128"/>
                  <a:gd name="T5" fmla="*/ 61 h 30"/>
                  <a:gd name="T6" fmla="*/ 378 w 128"/>
                  <a:gd name="T7" fmla="*/ 90 h 30"/>
                  <a:gd name="T8" fmla="*/ 183 w 128"/>
                  <a:gd name="T9" fmla="*/ 107 h 30"/>
                  <a:gd name="T10" fmla="*/ 35 w 128"/>
                  <a:gd name="T11" fmla="*/ 123 h 30"/>
                  <a:gd name="T12" fmla="*/ 5 w 128"/>
                  <a:gd name="T13" fmla="*/ 102 h 30"/>
                  <a:gd name="T14" fmla="*/ 0 w 128"/>
                  <a:gd name="T15" fmla="*/ 61 h 30"/>
                  <a:gd name="T16" fmla="*/ 21 w 128"/>
                  <a:gd name="T17" fmla="*/ 34 h 30"/>
                  <a:gd name="T18" fmla="*/ 203 w 128"/>
                  <a:gd name="T19" fmla="*/ 21 h 30"/>
                  <a:gd name="T20" fmla="*/ 405 w 128"/>
                  <a:gd name="T21" fmla="*/ 0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0">
                    <a:moveTo>
                      <a:pt x="120" y="0"/>
                    </a:moveTo>
                    <a:cubicBezTo>
                      <a:pt x="126" y="0"/>
                      <a:pt x="127" y="3"/>
                      <a:pt x="127" y="6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8" y="18"/>
                      <a:pt x="128" y="21"/>
                      <a:pt x="112" y="22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5" y="30"/>
                      <a:pt x="1" y="28"/>
                      <a:pt x="1" y="2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1"/>
                      <a:pt x="2" y="9"/>
                      <a:pt x="6" y="8"/>
                    </a:cubicBezTo>
                    <a:cubicBezTo>
                      <a:pt x="6" y="8"/>
                      <a:pt x="48" y="6"/>
                      <a:pt x="60" y="5"/>
                    </a:cubicBezTo>
                    <a:cubicBezTo>
                      <a:pt x="73" y="4"/>
                      <a:pt x="120" y="0"/>
                      <a:pt x="120" y="0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4" name="Freeform 1213">
                <a:extLst>
                  <a:ext uri="{FF2B5EF4-FFF2-40B4-BE49-F238E27FC236}">
                    <a16:creationId xmlns:a16="http://schemas.microsoft.com/office/drawing/2014/main" id="{AF7AD29D-656A-4F24-9FB6-8461CA0CE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3150"/>
                <a:ext cx="37" cy="13"/>
              </a:xfrm>
              <a:custGeom>
                <a:avLst/>
                <a:gdLst>
                  <a:gd name="T0" fmla="*/ 0 w 25"/>
                  <a:gd name="T1" fmla="*/ 21 h 8"/>
                  <a:gd name="T2" fmla="*/ 40 w 25"/>
                  <a:gd name="T3" fmla="*/ 0 h 8"/>
                  <a:gd name="T4" fmla="*/ 81 w 25"/>
                  <a:gd name="T5" fmla="*/ 13 h 8"/>
                  <a:gd name="T6" fmla="*/ 41 w 25"/>
                  <a:gd name="T7" fmla="*/ 29 h 8"/>
                  <a:gd name="T8" fmla="*/ 0 w 2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3"/>
                      <a:pt x="5" y="1"/>
                      <a:pt x="12" y="0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19" y="7"/>
                      <a:pt x="13" y="7"/>
                    </a:cubicBezTo>
                    <a:cubicBezTo>
                      <a:pt x="6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5" name="Freeform 1214">
                <a:extLst>
                  <a:ext uri="{FF2B5EF4-FFF2-40B4-BE49-F238E27FC236}">
                    <a16:creationId xmlns:a16="http://schemas.microsoft.com/office/drawing/2014/main" id="{6BD0148A-FFEB-4C60-8DF3-C8A7BF6FE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3145"/>
                <a:ext cx="37" cy="15"/>
              </a:xfrm>
              <a:custGeom>
                <a:avLst/>
                <a:gdLst>
                  <a:gd name="T0" fmla="*/ 0 w 25"/>
                  <a:gd name="T1" fmla="*/ 13 h 9"/>
                  <a:gd name="T2" fmla="*/ 41 w 25"/>
                  <a:gd name="T3" fmla="*/ 5 h 9"/>
                  <a:gd name="T4" fmla="*/ 78 w 25"/>
                  <a:gd name="T5" fmla="*/ 28 h 9"/>
                  <a:gd name="T6" fmla="*/ 40 w 25"/>
                  <a:gd name="T7" fmla="*/ 37 h 9"/>
                  <a:gd name="T8" fmla="*/ 0 w 25"/>
                  <a:gd name="T9" fmla="*/ 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3"/>
                    </a:moveTo>
                    <a:cubicBezTo>
                      <a:pt x="0" y="1"/>
                      <a:pt x="6" y="0"/>
                      <a:pt x="13" y="1"/>
                    </a:cubicBezTo>
                    <a:cubicBezTo>
                      <a:pt x="19" y="2"/>
                      <a:pt x="25" y="4"/>
                      <a:pt x="24" y="6"/>
                    </a:cubicBezTo>
                    <a:cubicBezTo>
                      <a:pt x="24" y="8"/>
                      <a:pt x="19" y="9"/>
                      <a:pt x="12" y="8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6" name="Freeform 1215">
                <a:extLst>
                  <a:ext uri="{FF2B5EF4-FFF2-40B4-BE49-F238E27FC236}">
                    <a16:creationId xmlns:a16="http://schemas.microsoft.com/office/drawing/2014/main" id="{C8723882-B85A-468D-9431-E9609F26F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3142"/>
                <a:ext cx="38" cy="15"/>
              </a:xfrm>
              <a:custGeom>
                <a:avLst/>
                <a:gdLst>
                  <a:gd name="T0" fmla="*/ 0 w 25"/>
                  <a:gd name="T1" fmla="*/ 13 h 9"/>
                  <a:gd name="T2" fmla="*/ 46 w 25"/>
                  <a:gd name="T3" fmla="*/ 5 h 9"/>
                  <a:gd name="T4" fmla="*/ 88 w 25"/>
                  <a:gd name="T5" fmla="*/ 28 h 9"/>
                  <a:gd name="T6" fmla="*/ 41 w 25"/>
                  <a:gd name="T7" fmla="*/ 37 h 9"/>
                  <a:gd name="T8" fmla="*/ 0 w 25"/>
                  <a:gd name="T9" fmla="*/ 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3"/>
                    </a:moveTo>
                    <a:cubicBezTo>
                      <a:pt x="0" y="1"/>
                      <a:pt x="6" y="0"/>
                      <a:pt x="13" y="1"/>
                    </a:cubicBezTo>
                    <a:cubicBezTo>
                      <a:pt x="20" y="2"/>
                      <a:pt x="25" y="4"/>
                      <a:pt x="25" y="6"/>
                    </a:cubicBezTo>
                    <a:cubicBezTo>
                      <a:pt x="25" y="8"/>
                      <a:pt x="19" y="9"/>
                      <a:pt x="12" y="8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7" name="Freeform 1216">
                <a:extLst>
                  <a:ext uri="{FF2B5EF4-FFF2-40B4-BE49-F238E27FC236}">
                    <a16:creationId xmlns:a16="http://schemas.microsoft.com/office/drawing/2014/main" id="{18599818-C86D-431E-AA6C-2373FE6D3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3147"/>
                <a:ext cx="38" cy="13"/>
              </a:xfrm>
              <a:custGeom>
                <a:avLst/>
                <a:gdLst>
                  <a:gd name="T0" fmla="*/ 0 w 25"/>
                  <a:gd name="T1" fmla="*/ 21 h 8"/>
                  <a:gd name="T2" fmla="*/ 41 w 25"/>
                  <a:gd name="T3" fmla="*/ 5 h 8"/>
                  <a:gd name="T4" fmla="*/ 88 w 25"/>
                  <a:gd name="T5" fmla="*/ 13 h 8"/>
                  <a:gd name="T6" fmla="*/ 46 w 25"/>
                  <a:gd name="T7" fmla="*/ 34 h 8"/>
                  <a:gd name="T8" fmla="*/ 0 w 2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3"/>
                      <a:pt x="5" y="1"/>
                      <a:pt x="12" y="1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8"/>
                    </a:cubicBezTo>
                    <a:cubicBezTo>
                      <a:pt x="6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8" name="Freeform 1217">
                <a:extLst>
                  <a:ext uri="{FF2B5EF4-FFF2-40B4-BE49-F238E27FC236}">
                    <a16:creationId xmlns:a16="http://schemas.microsoft.com/office/drawing/2014/main" id="{35457C4E-4F87-4F28-A464-BE7AA853B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126"/>
                <a:ext cx="81" cy="23"/>
              </a:xfrm>
              <a:custGeom>
                <a:avLst/>
                <a:gdLst>
                  <a:gd name="T0" fmla="*/ 5 w 54"/>
                  <a:gd name="T1" fmla="*/ 49 h 14"/>
                  <a:gd name="T2" fmla="*/ 12 w 54"/>
                  <a:gd name="T3" fmla="*/ 5 h 14"/>
                  <a:gd name="T4" fmla="*/ 54 w 54"/>
                  <a:gd name="T5" fmla="*/ 8 h 14"/>
                  <a:gd name="T6" fmla="*/ 122 w 54"/>
                  <a:gd name="T7" fmla="*/ 20 h 14"/>
                  <a:gd name="T8" fmla="*/ 156 w 54"/>
                  <a:gd name="T9" fmla="*/ 21 h 14"/>
                  <a:gd name="T10" fmla="*/ 183 w 54"/>
                  <a:gd name="T11" fmla="*/ 26 h 14"/>
                  <a:gd name="T12" fmla="*/ 54 w 54"/>
                  <a:gd name="T13" fmla="*/ 20 h 14"/>
                  <a:gd name="T14" fmla="*/ 18 w 54"/>
                  <a:gd name="T15" fmla="*/ 26 h 14"/>
                  <a:gd name="T16" fmla="*/ 8 w 54"/>
                  <a:gd name="T17" fmla="*/ 62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1" y="11"/>
                    </a:moveTo>
                    <a:cubicBezTo>
                      <a:pt x="1" y="9"/>
                      <a:pt x="0" y="3"/>
                      <a:pt x="3" y="1"/>
                    </a:cubicBezTo>
                    <a:cubicBezTo>
                      <a:pt x="6" y="0"/>
                      <a:pt x="13" y="2"/>
                      <a:pt x="16" y="2"/>
                    </a:cubicBezTo>
                    <a:cubicBezTo>
                      <a:pt x="23" y="3"/>
                      <a:pt x="30" y="4"/>
                      <a:pt x="36" y="4"/>
                    </a:cubicBezTo>
                    <a:cubicBezTo>
                      <a:pt x="39" y="5"/>
                      <a:pt x="42" y="5"/>
                      <a:pt x="46" y="5"/>
                    </a:cubicBezTo>
                    <a:cubicBezTo>
                      <a:pt x="48" y="6"/>
                      <a:pt x="52" y="6"/>
                      <a:pt x="54" y="6"/>
                    </a:cubicBezTo>
                    <a:cubicBezTo>
                      <a:pt x="42" y="7"/>
                      <a:pt x="28" y="4"/>
                      <a:pt x="16" y="4"/>
                    </a:cubicBezTo>
                    <a:cubicBezTo>
                      <a:pt x="12" y="4"/>
                      <a:pt x="7" y="4"/>
                      <a:pt x="5" y="6"/>
                    </a:cubicBezTo>
                    <a:cubicBezTo>
                      <a:pt x="3" y="9"/>
                      <a:pt x="2" y="11"/>
                      <a:pt x="2" y="1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9" name="Freeform 1218">
                <a:extLst>
                  <a:ext uri="{FF2B5EF4-FFF2-40B4-BE49-F238E27FC236}">
                    <a16:creationId xmlns:a16="http://schemas.microsoft.com/office/drawing/2014/main" id="{CF8BCF27-E898-4D88-A7F2-5D5E77699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3153"/>
                <a:ext cx="122" cy="23"/>
              </a:xfrm>
              <a:custGeom>
                <a:avLst/>
                <a:gdLst>
                  <a:gd name="T0" fmla="*/ 0 w 81"/>
                  <a:gd name="T1" fmla="*/ 21 h 14"/>
                  <a:gd name="T2" fmla="*/ 202 w 81"/>
                  <a:gd name="T3" fmla="*/ 49 h 14"/>
                  <a:gd name="T4" fmla="*/ 270 w 81"/>
                  <a:gd name="T5" fmla="*/ 49 h 14"/>
                  <a:gd name="T6" fmla="*/ 273 w 81"/>
                  <a:gd name="T7" fmla="*/ 0 h 14"/>
                  <a:gd name="T8" fmla="*/ 252 w 81"/>
                  <a:gd name="T9" fmla="*/ 41 h 14"/>
                  <a:gd name="T10" fmla="*/ 215 w 81"/>
                  <a:gd name="T11" fmla="*/ 41 h 14"/>
                  <a:gd name="T12" fmla="*/ 167 w 81"/>
                  <a:gd name="T13" fmla="*/ 35 h 14"/>
                  <a:gd name="T14" fmla="*/ 80 w 81"/>
                  <a:gd name="T15" fmla="*/ 21 h 14"/>
                  <a:gd name="T16" fmla="*/ 39 w 81"/>
                  <a:gd name="T17" fmla="*/ 21 h 14"/>
                  <a:gd name="T18" fmla="*/ 5 w 81"/>
                  <a:gd name="T19" fmla="*/ 21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4">
                    <a:moveTo>
                      <a:pt x="0" y="5"/>
                    </a:moveTo>
                    <a:cubicBezTo>
                      <a:pt x="20" y="7"/>
                      <a:pt x="40" y="8"/>
                      <a:pt x="59" y="11"/>
                    </a:cubicBezTo>
                    <a:cubicBezTo>
                      <a:pt x="64" y="11"/>
                      <a:pt x="75" y="14"/>
                      <a:pt x="79" y="11"/>
                    </a:cubicBezTo>
                    <a:cubicBezTo>
                      <a:pt x="81" y="9"/>
                      <a:pt x="80" y="3"/>
                      <a:pt x="80" y="0"/>
                    </a:cubicBezTo>
                    <a:cubicBezTo>
                      <a:pt x="80" y="3"/>
                      <a:pt x="79" y="8"/>
                      <a:pt x="74" y="9"/>
                    </a:cubicBezTo>
                    <a:cubicBezTo>
                      <a:pt x="71" y="10"/>
                      <a:pt x="66" y="10"/>
                      <a:pt x="63" y="9"/>
                    </a:cubicBezTo>
                    <a:cubicBezTo>
                      <a:pt x="58" y="9"/>
                      <a:pt x="54" y="8"/>
                      <a:pt x="49" y="8"/>
                    </a:cubicBezTo>
                    <a:cubicBezTo>
                      <a:pt x="41" y="7"/>
                      <a:pt x="32" y="6"/>
                      <a:pt x="23" y="5"/>
                    </a:cubicBezTo>
                    <a:cubicBezTo>
                      <a:pt x="19" y="5"/>
                      <a:pt x="15" y="5"/>
                      <a:pt x="11" y="5"/>
                    </a:cubicBezTo>
                    <a:cubicBezTo>
                      <a:pt x="7" y="5"/>
                      <a:pt x="4" y="4"/>
                      <a:pt x="1" y="5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0" name="Freeform 1219">
                <a:extLst>
                  <a:ext uri="{FF2B5EF4-FFF2-40B4-BE49-F238E27FC236}">
                    <a16:creationId xmlns:a16="http://schemas.microsoft.com/office/drawing/2014/main" id="{A22C30C9-7C0E-4E21-A0F8-D319FC9B6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3142"/>
                <a:ext cx="81" cy="27"/>
              </a:xfrm>
              <a:custGeom>
                <a:avLst/>
                <a:gdLst>
                  <a:gd name="T0" fmla="*/ 8 w 54"/>
                  <a:gd name="T1" fmla="*/ 60 h 17"/>
                  <a:gd name="T2" fmla="*/ 12 w 54"/>
                  <a:gd name="T3" fmla="*/ 21 h 17"/>
                  <a:gd name="T4" fmla="*/ 54 w 54"/>
                  <a:gd name="T5" fmla="*/ 13 h 17"/>
                  <a:gd name="T6" fmla="*/ 122 w 54"/>
                  <a:gd name="T7" fmla="*/ 5 h 17"/>
                  <a:gd name="T8" fmla="*/ 153 w 54"/>
                  <a:gd name="T9" fmla="*/ 5 h 17"/>
                  <a:gd name="T10" fmla="*/ 183 w 54"/>
                  <a:gd name="T11" fmla="*/ 0 h 17"/>
                  <a:gd name="T12" fmla="*/ 54 w 54"/>
                  <a:gd name="T13" fmla="*/ 21 h 17"/>
                  <a:gd name="T14" fmla="*/ 18 w 54"/>
                  <a:gd name="T15" fmla="*/ 35 h 17"/>
                  <a:gd name="T16" fmla="*/ 12 w 54"/>
                  <a:gd name="T17" fmla="*/ 68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7">
                    <a:moveTo>
                      <a:pt x="2" y="15"/>
                    </a:moveTo>
                    <a:cubicBezTo>
                      <a:pt x="2" y="12"/>
                      <a:pt x="0" y="7"/>
                      <a:pt x="3" y="5"/>
                    </a:cubicBezTo>
                    <a:cubicBezTo>
                      <a:pt x="5" y="3"/>
                      <a:pt x="12" y="3"/>
                      <a:pt x="16" y="3"/>
                    </a:cubicBezTo>
                    <a:cubicBezTo>
                      <a:pt x="23" y="2"/>
                      <a:pt x="29" y="2"/>
                      <a:pt x="36" y="1"/>
                    </a:cubicBezTo>
                    <a:cubicBezTo>
                      <a:pt x="39" y="1"/>
                      <a:pt x="42" y="1"/>
                      <a:pt x="45" y="1"/>
                    </a:cubicBezTo>
                    <a:cubicBezTo>
                      <a:pt x="48" y="1"/>
                      <a:pt x="51" y="0"/>
                      <a:pt x="54" y="0"/>
                    </a:cubicBezTo>
                    <a:cubicBezTo>
                      <a:pt x="42" y="4"/>
                      <a:pt x="28" y="3"/>
                      <a:pt x="16" y="5"/>
                    </a:cubicBezTo>
                    <a:cubicBezTo>
                      <a:pt x="11" y="6"/>
                      <a:pt x="7" y="7"/>
                      <a:pt x="5" y="9"/>
                    </a:cubicBezTo>
                    <a:cubicBezTo>
                      <a:pt x="4" y="12"/>
                      <a:pt x="3" y="15"/>
                      <a:pt x="3" y="17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1" name="Freeform 1220">
                <a:extLst>
                  <a:ext uri="{FF2B5EF4-FFF2-40B4-BE49-F238E27FC236}">
                    <a16:creationId xmlns:a16="http://schemas.microsoft.com/office/drawing/2014/main" id="{A8C32A1B-A8BC-42FE-93D9-AFE359918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3141"/>
                <a:ext cx="121" cy="30"/>
              </a:xfrm>
              <a:custGeom>
                <a:avLst/>
                <a:gdLst>
                  <a:gd name="T0" fmla="*/ 0 w 81"/>
                  <a:gd name="T1" fmla="*/ 74 h 19"/>
                  <a:gd name="T2" fmla="*/ 194 w 81"/>
                  <a:gd name="T3" fmla="*/ 62 h 19"/>
                  <a:gd name="T4" fmla="*/ 261 w 81"/>
                  <a:gd name="T5" fmla="*/ 43 h 19"/>
                  <a:gd name="T6" fmla="*/ 257 w 81"/>
                  <a:gd name="T7" fmla="*/ 0 h 19"/>
                  <a:gd name="T8" fmla="*/ 243 w 81"/>
                  <a:gd name="T9" fmla="*/ 39 h 19"/>
                  <a:gd name="T10" fmla="*/ 208 w 81"/>
                  <a:gd name="T11" fmla="*/ 47 h 19"/>
                  <a:gd name="T12" fmla="*/ 163 w 81"/>
                  <a:gd name="T13" fmla="*/ 52 h 19"/>
                  <a:gd name="T14" fmla="*/ 76 w 81"/>
                  <a:gd name="T15" fmla="*/ 60 h 19"/>
                  <a:gd name="T16" fmla="*/ 33 w 81"/>
                  <a:gd name="T17" fmla="*/ 68 h 19"/>
                  <a:gd name="T18" fmla="*/ 1 w 81"/>
                  <a:gd name="T19" fmla="*/ 74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9">
                    <a:moveTo>
                      <a:pt x="0" y="19"/>
                    </a:moveTo>
                    <a:cubicBezTo>
                      <a:pt x="19" y="17"/>
                      <a:pt x="38" y="16"/>
                      <a:pt x="58" y="16"/>
                    </a:cubicBezTo>
                    <a:cubicBezTo>
                      <a:pt x="62" y="15"/>
                      <a:pt x="76" y="14"/>
                      <a:pt x="78" y="11"/>
                    </a:cubicBezTo>
                    <a:cubicBezTo>
                      <a:pt x="81" y="8"/>
                      <a:pt x="78" y="2"/>
                      <a:pt x="77" y="0"/>
                    </a:cubicBezTo>
                    <a:cubicBezTo>
                      <a:pt x="78" y="3"/>
                      <a:pt x="78" y="8"/>
                      <a:pt x="73" y="10"/>
                    </a:cubicBezTo>
                    <a:cubicBezTo>
                      <a:pt x="70" y="11"/>
                      <a:pt x="66" y="12"/>
                      <a:pt x="62" y="12"/>
                    </a:cubicBezTo>
                    <a:cubicBezTo>
                      <a:pt x="58" y="12"/>
                      <a:pt x="53" y="13"/>
                      <a:pt x="49" y="13"/>
                    </a:cubicBezTo>
                    <a:cubicBezTo>
                      <a:pt x="40" y="14"/>
                      <a:pt x="31" y="14"/>
                      <a:pt x="23" y="15"/>
                    </a:cubicBezTo>
                    <a:cubicBezTo>
                      <a:pt x="19" y="16"/>
                      <a:pt x="14" y="17"/>
                      <a:pt x="10" y="17"/>
                    </a:cubicBezTo>
                    <a:cubicBezTo>
                      <a:pt x="7" y="18"/>
                      <a:pt x="4" y="18"/>
                      <a:pt x="1" y="19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2" name="Freeform 1221">
                <a:extLst>
                  <a:ext uri="{FF2B5EF4-FFF2-40B4-BE49-F238E27FC236}">
                    <a16:creationId xmlns:a16="http://schemas.microsoft.com/office/drawing/2014/main" id="{91EC8ABC-356F-4EAB-A9A6-2F18FC5D3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145"/>
                <a:ext cx="32" cy="12"/>
              </a:xfrm>
              <a:custGeom>
                <a:avLst/>
                <a:gdLst>
                  <a:gd name="T0" fmla="*/ 53 w 21"/>
                  <a:gd name="T1" fmla="*/ 0 h 7"/>
                  <a:gd name="T2" fmla="*/ 67 w 21"/>
                  <a:gd name="T3" fmla="*/ 15 h 7"/>
                  <a:gd name="T4" fmla="*/ 21 w 21"/>
                  <a:gd name="T5" fmla="*/ 26 h 7"/>
                  <a:gd name="T6" fmla="*/ 0 w 21"/>
                  <a:gd name="T7" fmla="*/ 21 h 7"/>
                  <a:gd name="T8" fmla="*/ 27 w 21"/>
                  <a:gd name="T9" fmla="*/ 29 h 7"/>
                  <a:gd name="T10" fmla="*/ 75 w 21"/>
                  <a:gd name="T11" fmla="*/ 21 h 7"/>
                  <a:gd name="T12" fmla="*/ 53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7" y="1"/>
                      <a:pt x="19" y="2"/>
                      <a:pt x="19" y="3"/>
                    </a:cubicBezTo>
                    <a:cubicBezTo>
                      <a:pt x="19" y="5"/>
                      <a:pt x="13" y="6"/>
                      <a:pt x="6" y="5"/>
                    </a:cubicBezTo>
                    <a:cubicBezTo>
                      <a:pt x="4" y="5"/>
                      <a:pt x="2" y="5"/>
                      <a:pt x="0" y="4"/>
                    </a:cubicBezTo>
                    <a:cubicBezTo>
                      <a:pt x="3" y="5"/>
                      <a:pt x="5" y="6"/>
                      <a:pt x="8" y="6"/>
                    </a:cubicBezTo>
                    <a:cubicBezTo>
                      <a:pt x="15" y="7"/>
                      <a:pt x="21" y="6"/>
                      <a:pt x="21" y="4"/>
                    </a:cubicBezTo>
                    <a:cubicBezTo>
                      <a:pt x="21" y="3"/>
                      <a:pt x="19" y="1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3" name="Freeform 1222">
                <a:extLst>
                  <a:ext uri="{FF2B5EF4-FFF2-40B4-BE49-F238E27FC236}">
                    <a16:creationId xmlns:a16="http://schemas.microsoft.com/office/drawing/2014/main" id="{3ECBFBF3-A5D0-4225-8391-B56158791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3144"/>
                <a:ext cx="27" cy="8"/>
              </a:xfrm>
              <a:custGeom>
                <a:avLst/>
                <a:gdLst>
                  <a:gd name="T0" fmla="*/ 5 w 18"/>
                  <a:gd name="T1" fmla="*/ 13 h 5"/>
                  <a:gd name="T2" fmla="*/ 41 w 18"/>
                  <a:gd name="T3" fmla="*/ 5 h 5"/>
                  <a:gd name="T4" fmla="*/ 62 w 18"/>
                  <a:gd name="T5" fmla="*/ 13 h 5"/>
                  <a:gd name="T6" fmla="*/ 35 w 18"/>
                  <a:gd name="T7" fmla="*/ 5 h 5"/>
                  <a:gd name="T8" fmla="*/ 0 w 18"/>
                  <a:gd name="T9" fmla="*/ 8 h 5"/>
                  <a:gd name="T10" fmla="*/ 12 w 18"/>
                  <a:gd name="T11" fmla="*/ 21 h 5"/>
                  <a:gd name="T12" fmla="*/ 5 w 18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1" y="1"/>
                      <a:pt x="6" y="1"/>
                      <a:pt x="12" y="1"/>
                    </a:cubicBezTo>
                    <a:cubicBezTo>
                      <a:pt x="14" y="2"/>
                      <a:pt x="17" y="2"/>
                      <a:pt x="18" y="3"/>
                    </a:cubicBezTo>
                    <a:cubicBezTo>
                      <a:pt x="17" y="2"/>
                      <a:pt x="13" y="1"/>
                      <a:pt x="10" y="1"/>
                    </a:cubicBezTo>
                    <a:cubicBezTo>
                      <a:pt x="4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3" y="5"/>
                    </a:cubicBezTo>
                    <a:cubicBezTo>
                      <a:pt x="3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4" name="Freeform 1223">
                <a:extLst>
                  <a:ext uri="{FF2B5EF4-FFF2-40B4-BE49-F238E27FC236}">
                    <a16:creationId xmlns:a16="http://schemas.microsoft.com/office/drawing/2014/main" id="{5AB62C7E-ED56-441B-BCFB-8C2992666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3149"/>
                <a:ext cx="32" cy="11"/>
              </a:xfrm>
              <a:custGeom>
                <a:avLst/>
                <a:gdLst>
                  <a:gd name="T0" fmla="*/ 49 w 21"/>
                  <a:gd name="T1" fmla="*/ 0 h 7"/>
                  <a:gd name="T2" fmla="*/ 62 w 21"/>
                  <a:gd name="T3" fmla="*/ 8 h 7"/>
                  <a:gd name="T4" fmla="*/ 21 w 21"/>
                  <a:gd name="T5" fmla="*/ 22 h 7"/>
                  <a:gd name="T6" fmla="*/ 0 w 21"/>
                  <a:gd name="T7" fmla="*/ 22 h 7"/>
                  <a:gd name="T8" fmla="*/ 27 w 21"/>
                  <a:gd name="T9" fmla="*/ 27 h 7"/>
                  <a:gd name="T10" fmla="*/ 75 w 21"/>
                  <a:gd name="T11" fmla="*/ 8 h 7"/>
                  <a:gd name="T12" fmla="*/ 49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4" y="0"/>
                    </a:moveTo>
                    <a:cubicBezTo>
                      <a:pt x="16" y="0"/>
                      <a:pt x="18" y="1"/>
                      <a:pt x="18" y="2"/>
                    </a:cubicBezTo>
                    <a:cubicBezTo>
                      <a:pt x="18" y="4"/>
                      <a:pt x="13" y="6"/>
                      <a:pt x="6" y="6"/>
                    </a:cubicBezTo>
                    <a:cubicBezTo>
                      <a:pt x="4" y="7"/>
                      <a:pt x="2" y="7"/>
                      <a:pt x="0" y="6"/>
                    </a:cubicBezTo>
                    <a:cubicBezTo>
                      <a:pt x="2" y="7"/>
                      <a:pt x="5" y="7"/>
                      <a:pt x="8" y="7"/>
                    </a:cubicBezTo>
                    <a:cubicBezTo>
                      <a:pt x="15" y="6"/>
                      <a:pt x="21" y="4"/>
                      <a:pt x="21" y="2"/>
                    </a:cubicBezTo>
                    <a:cubicBezTo>
                      <a:pt x="20" y="1"/>
                      <a:pt x="18" y="0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5" name="Freeform 1224">
                <a:extLst>
                  <a:ext uri="{FF2B5EF4-FFF2-40B4-BE49-F238E27FC236}">
                    <a16:creationId xmlns:a16="http://schemas.microsoft.com/office/drawing/2014/main" id="{63F85CCC-D839-4CE2-8F8A-C3C82ECA1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3149"/>
                <a:ext cx="27" cy="9"/>
              </a:xfrm>
              <a:custGeom>
                <a:avLst/>
                <a:gdLst>
                  <a:gd name="T0" fmla="*/ 5 w 18"/>
                  <a:gd name="T1" fmla="*/ 14 h 6"/>
                  <a:gd name="T2" fmla="*/ 41 w 18"/>
                  <a:gd name="T3" fmla="*/ 5 h 6"/>
                  <a:gd name="T4" fmla="*/ 62 w 18"/>
                  <a:gd name="T5" fmla="*/ 5 h 6"/>
                  <a:gd name="T6" fmla="*/ 35 w 18"/>
                  <a:gd name="T7" fmla="*/ 0 h 6"/>
                  <a:gd name="T8" fmla="*/ 0 w 18"/>
                  <a:gd name="T9" fmla="*/ 14 h 6"/>
                  <a:gd name="T10" fmla="*/ 14 w 18"/>
                  <a:gd name="T11" fmla="*/ 21 h 6"/>
                  <a:gd name="T12" fmla="*/ 5 w 18"/>
                  <a:gd name="T13" fmla="*/ 1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1" y="4"/>
                    </a:moveTo>
                    <a:cubicBezTo>
                      <a:pt x="1" y="2"/>
                      <a:pt x="6" y="1"/>
                      <a:pt x="12" y="1"/>
                    </a:cubicBezTo>
                    <a:cubicBezTo>
                      <a:pt x="14" y="0"/>
                      <a:pt x="17" y="1"/>
                      <a:pt x="18" y="1"/>
                    </a:cubicBezTo>
                    <a:cubicBezTo>
                      <a:pt x="17" y="0"/>
                      <a:pt x="13" y="0"/>
                      <a:pt x="10" y="0"/>
                    </a:cubicBezTo>
                    <a:cubicBezTo>
                      <a:pt x="4" y="1"/>
                      <a:pt x="0" y="2"/>
                      <a:pt x="0" y="4"/>
                    </a:cubicBezTo>
                    <a:cubicBezTo>
                      <a:pt x="0" y="5"/>
                      <a:pt x="2" y="5"/>
                      <a:pt x="4" y="6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6" name="Freeform 1225">
                <a:extLst>
                  <a:ext uri="{FF2B5EF4-FFF2-40B4-BE49-F238E27FC236}">
                    <a16:creationId xmlns:a16="http://schemas.microsoft.com/office/drawing/2014/main" id="{E133B504-AB2E-4786-92D2-963D21939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3123"/>
                <a:ext cx="192" cy="56"/>
              </a:xfrm>
              <a:custGeom>
                <a:avLst/>
                <a:gdLst>
                  <a:gd name="T0" fmla="*/ 392 w 128"/>
                  <a:gd name="T1" fmla="*/ 48 h 35"/>
                  <a:gd name="T2" fmla="*/ 432 w 128"/>
                  <a:gd name="T3" fmla="*/ 82 h 35"/>
                  <a:gd name="T4" fmla="*/ 431 w 128"/>
                  <a:gd name="T5" fmla="*/ 118 h 35"/>
                  <a:gd name="T6" fmla="*/ 390 w 128"/>
                  <a:gd name="T7" fmla="*/ 136 h 35"/>
                  <a:gd name="T8" fmla="*/ 284 w 128"/>
                  <a:gd name="T9" fmla="*/ 123 h 35"/>
                  <a:gd name="T10" fmla="*/ 39 w 128"/>
                  <a:gd name="T11" fmla="*/ 86 h 35"/>
                  <a:gd name="T12" fmla="*/ 0 w 128"/>
                  <a:gd name="T13" fmla="*/ 61 h 35"/>
                  <a:gd name="T14" fmla="*/ 5 w 128"/>
                  <a:gd name="T15" fmla="*/ 21 h 35"/>
                  <a:gd name="T16" fmla="*/ 27 w 128"/>
                  <a:gd name="T17" fmla="*/ 0 h 35"/>
                  <a:gd name="T18" fmla="*/ 215 w 128"/>
                  <a:gd name="T19" fmla="*/ 29 h 35"/>
                  <a:gd name="T20" fmla="*/ 392 w 128"/>
                  <a:gd name="T21" fmla="*/ 48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5">
                    <a:moveTo>
                      <a:pt x="116" y="12"/>
                    </a:moveTo>
                    <a:cubicBezTo>
                      <a:pt x="127" y="14"/>
                      <a:pt x="128" y="17"/>
                      <a:pt x="128" y="20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7" y="32"/>
                      <a:pt x="125" y="35"/>
                      <a:pt x="115" y="33"/>
                    </a:cubicBezTo>
                    <a:cubicBezTo>
                      <a:pt x="114" y="33"/>
                      <a:pt x="108" y="33"/>
                      <a:pt x="84" y="30"/>
                    </a:cubicBezTo>
                    <a:cubicBezTo>
                      <a:pt x="59" y="27"/>
                      <a:pt x="11" y="22"/>
                      <a:pt x="11" y="21"/>
                    </a:cubicBezTo>
                    <a:cubicBezTo>
                      <a:pt x="2" y="20"/>
                      <a:pt x="0" y="18"/>
                      <a:pt x="0" y="1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0"/>
                      <a:pt x="5" y="0"/>
                      <a:pt x="8" y="0"/>
                    </a:cubicBezTo>
                    <a:cubicBezTo>
                      <a:pt x="8" y="0"/>
                      <a:pt x="41" y="5"/>
                      <a:pt x="63" y="7"/>
                    </a:cubicBezTo>
                    <a:cubicBezTo>
                      <a:pt x="86" y="10"/>
                      <a:pt x="116" y="12"/>
                      <a:pt x="116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7" name="Freeform 1226">
                <a:extLst>
                  <a:ext uri="{FF2B5EF4-FFF2-40B4-BE49-F238E27FC236}">
                    <a16:creationId xmlns:a16="http://schemas.microsoft.com/office/drawing/2014/main" id="{12C3613A-9914-44DF-A9B0-F268AF0BF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3131"/>
                <a:ext cx="192" cy="48"/>
              </a:xfrm>
              <a:custGeom>
                <a:avLst/>
                <a:gdLst>
                  <a:gd name="T0" fmla="*/ 405 w 128"/>
                  <a:gd name="T1" fmla="*/ 0 h 30"/>
                  <a:gd name="T2" fmla="*/ 431 w 128"/>
                  <a:gd name="T3" fmla="*/ 26 h 30"/>
                  <a:gd name="T4" fmla="*/ 432 w 128"/>
                  <a:gd name="T5" fmla="*/ 61 h 30"/>
                  <a:gd name="T6" fmla="*/ 378 w 128"/>
                  <a:gd name="T7" fmla="*/ 90 h 30"/>
                  <a:gd name="T8" fmla="*/ 183 w 128"/>
                  <a:gd name="T9" fmla="*/ 107 h 30"/>
                  <a:gd name="T10" fmla="*/ 35 w 128"/>
                  <a:gd name="T11" fmla="*/ 123 h 30"/>
                  <a:gd name="T12" fmla="*/ 5 w 128"/>
                  <a:gd name="T13" fmla="*/ 102 h 30"/>
                  <a:gd name="T14" fmla="*/ 0 w 128"/>
                  <a:gd name="T15" fmla="*/ 61 h 30"/>
                  <a:gd name="T16" fmla="*/ 21 w 128"/>
                  <a:gd name="T17" fmla="*/ 34 h 30"/>
                  <a:gd name="T18" fmla="*/ 203 w 128"/>
                  <a:gd name="T19" fmla="*/ 21 h 30"/>
                  <a:gd name="T20" fmla="*/ 405 w 128"/>
                  <a:gd name="T21" fmla="*/ 0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0">
                    <a:moveTo>
                      <a:pt x="120" y="0"/>
                    </a:moveTo>
                    <a:cubicBezTo>
                      <a:pt x="126" y="0"/>
                      <a:pt x="127" y="3"/>
                      <a:pt x="127" y="6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8" y="18"/>
                      <a:pt x="128" y="21"/>
                      <a:pt x="112" y="22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5" y="30"/>
                      <a:pt x="1" y="28"/>
                      <a:pt x="1" y="2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1"/>
                      <a:pt x="2" y="9"/>
                      <a:pt x="6" y="8"/>
                    </a:cubicBezTo>
                    <a:cubicBezTo>
                      <a:pt x="6" y="8"/>
                      <a:pt x="48" y="6"/>
                      <a:pt x="60" y="5"/>
                    </a:cubicBezTo>
                    <a:cubicBezTo>
                      <a:pt x="73" y="4"/>
                      <a:pt x="120" y="0"/>
                      <a:pt x="12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8" name="Freeform 1227">
                <a:extLst>
                  <a:ext uri="{FF2B5EF4-FFF2-40B4-BE49-F238E27FC236}">
                    <a16:creationId xmlns:a16="http://schemas.microsoft.com/office/drawing/2014/main" id="{836DA579-C6A9-4B96-9EFF-264DF022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881"/>
                <a:ext cx="192" cy="77"/>
              </a:xfrm>
              <a:custGeom>
                <a:avLst/>
                <a:gdLst>
                  <a:gd name="T0" fmla="*/ 21 w 128"/>
                  <a:gd name="T1" fmla="*/ 90 h 48"/>
                  <a:gd name="T2" fmla="*/ 21 w 128"/>
                  <a:gd name="T3" fmla="*/ 90 h 48"/>
                  <a:gd name="T4" fmla="*/ 5 w 128"/>
                  <a:gd name="T5" fmla="*/ 67 h 48"/>
                  <a:gd name="T6" fmla="*/ 12 w 128"/>
                  <a:gd name="T7" fmla="*/ 26 h 48"/>
                  <a:gd name="T8" fmla="*/ 68 w 128"/>
                  <a:gd name="T9" fmla="*/ 16 h 48"/>
                  <a:gd name="T10" fmla="*/ 261 w 128"/>
                  <a:gd name="T11" fmla="*/ 69 h 48"/>
                  <a:gd name="T12" fmla="*/ 396 w 128"/>
                  <a:gd name="T13" fmla="*/ 103 h 48"/>
                  <a:gd name="T14" fmla="*/ 431 w 128"/>
                  <a:gd name="T15" fmla="*/ 136 h 48"/>
                  <a:gd name="T16" fmla="*/ 423 w 128"/>
                  <a:gd name="T17" fmla="*/ 178 h 48"/>
                  <a:gd name="T18" fmla="*/ 399 w 128"/>
                  <a:gd name="T19" fmla="*/ 193 h 48"/>
                  <a:gd name="T20" fmla="*/ 207 w 128"/>
                  <a:gd name="T21" fmla="*/ 149 h 48"/>
                  <a:gd name="T22" fmla="*/ 21 w 128"/>
                  <a:gd name="T23" fmla="*/ 90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48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3" y="22"/>
                      <a:pt x="0" y="20"/>
                      <a:pt x="1" y="1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3"/>
                      <a:pt x="4" y="0"/>
                      <a:pt x="20" y="4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23" y="26"/>
                      <a:pt x="128" y="30"/>
                      <a:pt x="127" y="33"/>
                    </a:cubicBezTo>
                    <a:cubicBezTo>
                      <a:pt x="125" y="43"/>
                      <a:pt x="125" y="43"/>
                      <a:pt x="125" y="43"/>
                    </a:cubicBezTo>
                    <a:cubicBezTo>
                      <a:pt x="124" y="46"/>
                      <a:pt x="122" y="48"/>
                      <a:pt x="118" y="47"/>
                    </a:cubicBezTo>
                    <a:cubicBezTo>
                      <a:pt x="117" y="47"/>
                      <a:pt x="74" y="39"/>
                      <a:pt x="61" y="36"/>
                    </a:cubicBezTo>
                    <a:cubicBezTo>
                      <a:pt x="49" y="34"/>
                      <a:pt x="6" y="22"/>
                      <a:pt x="6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9" name="Freeform 1228">
                <a:extLst>
                  <a:ext uri="{FF2B5EF4-FFF2-40B4-BE49-F238E27FC236}">
                    <a16:creationId xmlns:a16="http://schemas.microsoft.com/office/drawing/2014/main" id="{991F7B47-AD8C-4C3F-A079-BD4DE3D52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931"/>
                <a:ext cx="189" cy="99"/>
              </a:xfrm>
              <a:custGeom>
                <a:avLst/>
                <a:gdLst>
                  <a:gd name="T0" fmla="*/ 410 w 126"/>
                  <a:gd name="T1" fmla="*/ 163 h 62"/>
                  <a:gd name="T2" fmla="*/ 423 w 126"/>
                  <a:gd name="T3" fmla="*/ 192 h 62"/>
                  <a:gd name="T4" fmla="*/ 413 w 126"/>
                  <a:gd name="T5" fmla="*/ 232 h 62"/>
                  <a:gd name="T6" fmla="*/ 356 w 126"/>
                  <a:gd name="T7" fmla="*/ 232 h 62"/>
                  <a:gd name="T8" fmla="*/ 167 w 126"/>
                  <a:gd name="T9" fmla="*/ 150 h 62"/>
                  <a:gd name="T10" fmla="*/ 27 w 126"/>
                  <a:gd name="T11" fmla="*/ 94 h 62"/>
                  <a:gd name="T12" fmla="*/ 5 w 126"/>
                  <a:gd name="T13" fmla="*/ 61 h 62"/>
                  <a:gd name="T14" fmla="*/ 18 w 126"/>
                  <a:gd name="T15" fmla="*/ 21 h 62"/>
                  <a:gd name="T16" fmla="*/ 45 w 126"/>
                  <a:gd name="T17" fmla="*/ 8 h 62"/>
                  <a:gd name="T18" fmla="*/ 216 w 126"/>
                  <a:gd name="T19" fmla="*/ 81 h 62"/>
                  <a:gd name="T20" fmla="*/ 410 w 126"/>
                  <a:gd name="T21" fmla="*/ 163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62">
                    <a:moveTo>
                      <a:pt x="121" y="40"/>
                    </a:moveTo>
                    <a:cubicBezTo>
                      <a:pt x="126" y="41"/>
                      <a:pt x="126" y="45"/>
                      <a:pt x="125" y="47"/>
                    </a:cubicBezTo>
                    <a:cubicBezTo>
                      <a:pt x="122" y="57"/>
                      <a:pt x="122" y="57"/>
                      <a:pt x="122" y="57"/>
                    </a:cubicBezTo>
                    <a:cubicBezTo>
                      <a:pt x="121" y="59"/>
                      <a:pt x="120" y="62"/>
                      <a:pt x="105" y="57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3" y="21"/>
                      <a:pt x="0" y="18"/>
                      <a:pt x="1" y="1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2"/>
                      <a:pt x="9" y="0"/>
                      <a:pt x="13" y="2"/>
                    </a:cubicBezTo>
                    <a:cubicBezTo>
                      <a:pt x="13" y="2"/>
                      <a:pt x="52" y="16"/>
                      <a:pt x="64" y="20"/>
                    </a:cubicBezTo>
                    <a:cubicBezTo>
                      <a:pt x="76" y="25"/>
                      <a:pt x="120" y="39"/>
                      <a:pt x="121" y="40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0" name="Freeform 1229">
                <a:extLst>
                  <a:ext uri="{FF2B5EF4-FFF2-40B4-BE49-F238E27FC236}">
                    <a16:creationId xmlns:a16="http://schemas.microsoft.com/office/drawing/2014/main" id="{30ED4B6B-95F8-4207-8BB6-9C4FE4101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98"/>
                <a:ext cx="189" cy="99"/>
              </a:xfrm>
              <a:custGeom>
                <a:avLst/>
                <a:gdLst>
                  <a:gd name="T0" fmla="*/ 18 w 126"/>
                  <a:gd name="T1" fmla="*/ 89 h 62"/>
                  <a:gd name="T2" fmla="*/ 18 w 126"/>
                  <a:gd name="T3" fmla="*/ 89 h 62"/>
                  <a:gd name="T4" fmla="*/ 5 w 126"/>
                  <a:gd name="T5" fmla="*/ 61 h 62"/>
                  <a:gd name="T6" fmla="*/ 14 w 126"/>
                  <a:gd name="T7" fmla="*/ 26 h 62"/>
                  <a:gd name="T8" fmla="*/ 75 w 126"/>
                  <a:gd name="T9" fmla="*/ 21 h 62"/>
                  <a:gd name="T10" fmla="*/ 261 w 126"/>
                  <a:gd name="T11" fmla="*/ 102 h 62"/>
                  <a:gd name="T12" fmla="*/ 392 w 126"/>
                  <a:gd name="T13" fmla="*/ 155 h 62"/>
                  <a:gd name="T14" fmla="*/ 423 w 126"/>
                  <a:gd name="T15" fmla="*/ 192 h 62"/>
                  <a:gd name="T16" fmla="*/ 413 w 126"/>
                  <a:gd name="T17" fmla="*/ 232 h 62"/>
                  <a:gd name="T18" fmla="*/ 386 w 126"/>
                  <a:gd name="T19" fmla="*/ 244 h 62"/>
                  <a:gd name="T20" fmla="*/ 201 w 126"/>
                  <a:gd name="T21" fmla="*/ 176 h 62"/>
                  <a:gd name="T22" fmla="*/ 18 w 126"/>
                  <a:gd name="T23" fmla="*/ 89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6" h="62">
                    <a:moveTo>
                      <a:pt x="5" y="22"/>
                    </a:moveTo>
                    <a:cubicBezTo>
                      <a:pt x="5" y="22"/>
                      <a:pt x="5" y="22"/>
                      <a:pt x="5" y="22"/>
                    </a:cubicBezTo>
                    <a:cubicBezTo>
                      <a:pt x="3" y="21"/>
                      <a:pt x="0" y="20"/>
                      <a:pt x="1" y="1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3"/>
                      <a:pt x="6" y="0"/>
                      <a:pt x="22" y="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22" y="40"/>
                      <a:pt x="126" y="44"/>
                      <a:pt x="125" y="47"/>
                    </a:cubicBezTo>
                    <a:cubicBezTo>
                      <a:pt x="122" y="57"/>
                      <a:pt x="122" y="57"/>
                      <a:pt x="122" y="57"/>
                    </a:cubicBezTo>
                    <a:cubicBezTo>
                      <a:pt x="120" y="60"/>
                      <a:pt x="118" y="62"/>
                      <a:pt x="114" y="60"/>
                    </a:cubicBezTo>
                    <a:cubicBezTo>
                      <a:pt x="113" y="60"/>
                      <a:pt x="71" y="47"/>
                      <a:pt x="59" y="43"/>
                    </a:cubicBezTo>
                    <a:cubicBezTo>
                      <a:pt x="47" y="39"/>
                      <a:pt x="6" y="22"/>
                      <a:pt x="5" y="2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1" name="Freeform 1230">
                <a:extLst>
                  <a:ext uri="{FF2B5EF4-FFF2-40B4-BE49-F238E27FC236}">
                    <a16:creationId xmlns:a16="http://schemas.microsoft.com/office/drawing/2014/main" id="{CF69F85D-FB7F-496A-9B7A-8051BA28A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976"/>
                <a:ext cx="37" cy="19"/>
              </a:xfrm>
              <a:custGeom>
                <a:avLst/>
                <a:gdLst>
                  <a:gd name="T0" fmla="*/ 1 w 25"/>
                  <a:gd name="T1" fmla="*/ 8 h 12"/>
                  <a:gd name="T2" fmla="*/ 46 w 25"/>
                  <a:gd name="T3" fmla="*/ 13 h 12"/>
                  <a:gd name="T4" fmla="*/ 81 w 25"/>
                  <a:gd name="T5" fmla="*/ 40 h 12"/>
                  <a:gd name="T6" fmla="*/ 40 w 25"/>
                  <a:gd name="T7" fmla="*/ 35 h 12"/>
                  <a:gd name="T8" fmla="*/ 1 w 25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1" y="2"/>
                    </a:moveTo>
                    <a:cubicBezTo>
                      <a:pt x="2" y="0"/>
                      <a:pt x="8" y="0"/>
                      <a:pt x="14" y="3"/>
                    </a:cubicBezTo>
                    <a:cubicBezTo>
                      <a:pt x="20" y="5"/>
                      <a:pt x="25" y="8"/>
                      <a:pt x="25" y="10"/>
                    </a:cubicBezTo>
                    <a:cubicBezTo>
                      <a:pt x="24" y="12"/>
                      <a:pt x="18" y="12"/>
                      <a:pt x="12" y="9"/>
                    </a:cubicBezTo>
                    <a:cubicBezTo>
                      <a:pt x="5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2" name="Freeform 1231">
                <a:extLst>
                  <a:ext uri="{FF2B5EF4-FFF2-40B4-BE49-F238E27FC236}">
                    <a16:creationId xmlns:a16="http://schemas.microsoft.com/office/drawing/2014/main" id="{CF9FB2F9-6762-40A5-A09F-682BE12B8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3046"/>
                <a:ext cx="37" cy="19"/>
              </a:xfrm>
              <a:custGeom>
                <a:avLst/>
                <a:gdLst>
                  <a:gd name="T0" fmla="*/ 78 w 25"/>
                  <a:gd name="T1" fmla="*/ 40 h 12"/>
                  <a:gd name="T2" fmla="*/ 36 w 25"/>
                  <a:gd name="T3" fmla="*/ 35 h 12"/>
                  <a:gd name="T4" fmla="*/ 0 w 25"/>
                  <a:gd name="T5" fmla="*/ 8 h 12"/>
                  <a:gd name="T6" fmla="*/ 41 w 25"/>
                  <a:gd name="T7" fmla="*/ 8 h 12"/>
                  <a:gd name="T8" fmla="*/ 78 w 25"/>
                  <a:gd name="T9" fmla="*/ 4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24" y="10"/>
                    </a:moveTo>
                    <a:cubicBezTo>
                      <a:pt x="23" y="12"/>
                      <a:pt x="18" y="11"/>
                      <a:pt x="11" y="9"/>
                    </a:cubicBezTo>
                    <a:cubicBezTo>
                      <a:pt x="5" y="7"/>
                      <a:pt x="0" y="3"/>
                      <a:pt x="0" y="2"/>
                    </a:cubicBezTo>
                    <a:cubicBezTo>
                      <a:pt x="1" y="0"/>
                      <a:pt x="7" y="0"/>
                      <a:pt x="13" y="2"/>
                    </a:cubicBezTo>
                    <a:cubicBezTo>
                      <a:pt x="20" y="5"/>
                      <a:pt x="25" y="8"/>
                      <a:pt x="24" y="1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3" name="Freeform 1232">
                <a:extLst>
                  <a:ext uri="{FF2B5EF4-FFF2-40B4-BE49-F238E27FC236}">
                    <a16:creationId xmlns:a16="http://schemas.microsoft.com/office/drawing/2014/main" id="{76D5499A-E5D6-46FE-85D9-B191EF4B6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971"/>
                <a:ext cx="37" cy="19"/>
              </a:xfrm>
              <a:custGeom>
                <a:avLst/>
                <a:gdLst>
                  <a:gd name="T0" fmla="*/ 1 w 25"/>
                  <a:gd name="T1" fmla="*/ 8 h 12"/>
                  <a:gd name="T2" fmla="*/ 46 w 25"/>
                  <a:gd name="T3" fmla="*/ 13 h 12"/>
                  <a:gd name="T4" fmla="*/ 81 w 25"/>
                  <a:gd name="T5" fmla="*/ 40 h 12"/>
                  <a:gd name="T6" fmla="*/ 40 w 25"/>
                  <a:gd name="T7" fmla="*/ 40 h 12"/>
                  <a:gd name="T8" fmla="*/ 1 w 25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1" y="2"/>
                    </a:moveTo>
                    <a:cubicBezTo>
                      <a:pt x="2" y="0"/>
                      <a:pt x="7" y="1"/>
                      <a:pt x="14" y="3"/>
                    </a:cubicBezTo>
                    <a:cubicBezTo>
                      <a:pt x="20" y="5"/>
                      <a:pt x="25" y="9"/>
                      <a:pt x="25" y="10"/>
                    </a:cubicBezTo>
                    <a:cubicBezTo>
                      <a:pt x="24" y="12"/>
                      <a:pt x="18" y="12"/>
                      <a:pt x="12" y="10"/>
                    </a:cubicBezTo>
                    <a:cubicBezTo>
                      <a:pt x="5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4" name="Freeform 1233">
                <a:extLst>
                  <a:ext uri="{FF2B5EF4-FFF2-40B4-BE49-F238E27FC236}">
                    <a16:creationId xmlns:a16="http://schemas.microsoft.com/office/drawing/2014/main" id="{AD907AD8-4530-45B4-BA7B-0EC61FE6D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3041"/>
                <a:ext cx="36" cy="20"/>
              </a:xfrm>
              <a:custGeom>
                <a:avLst/>
                <a:gdLst>
                  <a:gd name="T0" fmla="*/ 81 w 24"/>
                  <a:gd name="T1" fmla="*/ 47 h 12"/>
                  <a:gd name="T2" fmla="*/ 39 w 24"/>
                  <a:gd name="T3" fmla="*/ 42 h 12"/>
                  <a:gd name="T4" fmla="*/ 0 w 24"/>
                  <a:gd name="T5" fmla="*/ 8 h 12"/>
                  <a:gd name="T6" fmla="*/ 45 w 24"/>
                  <a:gd name="T7" fmla="*/ 13 h 12"/>
                  <a:gd name="T8" fmla="*/ 81 w 24"/>
                  <a:gd name="T9" fmla="*/ 4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2">
                    <a:moveTo>
                      <a:pt x="24" y="10"/>
                    </a:moveTo>
                    <a:cubicBezTo>
                      <a:pt x="23" y="12"/>
                      <a:pt x="17" y="12"/>
                      <a:pt x="11" y="9"/>
                    </a:cubicBezTo>
                    <a:cubicBezTo>
                      <a:pt x="4" y="7"/>
                      <a:pt x="0" y="4"/>
                      <a:pt x="0" y="2"/>
                    </a:cubicBezTo>
                    <a:cubicBezTo>
                      <a:pt x="1" y="0"/>
                      <a:pt x="7" y="1"/>
                      <a:pt x="13" y="3"/>
                    </a:cubicBezTo>
                    <a:cubicBezTo>
                      <a:pt x="20" y="5"/>
                      <a:pt x="24" y="8"/>
                      <a:pt x="24" y="10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5" name="Freeform 1234">
                <a:extLst>
                  <a:ext uri="{FF2B5EF4-FFF2-40B4-BE49-F238E27FC236}">
                    <a16:creationId xmlns:a16="http://schemas.microsoft.com/office/drawing/2014/main" id="{900747BF-19A7-4819-8D47-182C3A4F2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3006"/>
                <a:ext cx="79" cy="26"/>
              </a:xfrm>
              <a:custGeom>
                <a:avLst/>
                <a:gdLst>
                  <a:gd name="T0" fmla="*/ 0 w 53"/>
                  <a:gd name="T1" fmla="*/ 39 h 16"/>
                  <a:gd name="T2" fmla="*/ 15 w 53"/>
                  <a:gd name="T3" fmla="*/ 5 h 16"/>
                  <a:gd name="T4" fmla="*/ 55 w 53"/>
                  <a:gd name="T5" fmla="*/ 13 h 16"/>
                  <a:gd name="T6" fmla="*/ 119 w 53"/>
                  <a:gd name="T7" fmla="*/ 42 h 16"/>
                  <a:gd name="T8" fmla="*/ 146 w 53"/>
                  <a:gd name="T9" fmla="*/ 55 h 16"/>
                  <a:gd name="T10" fmla="*/ 176 w 53"/>
                  <a:gd name="T11" fmla="*/ 68 h 16"/>
                  <a:gd name="T12" fmla="*/ 54 w 53"/>
                  <a:gd name="T13" fmla="*/ 21 h 16"/>
                  <a:gd name="T14" fmla="*/ 13 w 53"/>
                  <a:gd name="T15" fmla="*/ 21 h 16"/>
                  <a:gd name="T16" fmla="*/ 0 w 53"/>
                  <a:gd name="T17" fmla="*/ 47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6">
                    <a:moveTo>
                      <a:pt x="0" y="9"/>
                    </a:moveTo>
                    <a:cubicBezTo>
                      <a:pt x="1" y="6"/>
                      <a:pt x="2" y="2"/>
                      <a:pt x="5" y="1"/>
                    </a:cubicBezTo>
                    <a:cubicBezTo>
                      <a:pt x="8" y="0"/>
                      <a:pt x="13" y="2"/>
                      <a:pt x="17" y="3"/>
                    </a:cubicBezTo>
                    <a:cubicBezTo>
                      <a:pt x="23" y="5"/>
                      <a:pt x="29" y="8"/>
                      <a:pt x="36" y="10"/>
                    </a:cubicBezTo>
                    <a:cubicBezTo>
                      <a:pt x="39" y="11"/>
                      <a:pt x="41" y="12"/>
                      <a:pt x="44" y="13"/>
                    </a:cubicBezTo>
                    <a:cubicBezTo>
                      <a:pt x="47" y="14"/>
                      <a:pt x="50" y="15"/>
                      <a:pt x="53" y="16"/>
                    </a:cubicBezTo>
                    <a:cubicBezTo>
                      <a:pt x="41" y="14"/>
                      <a:pt x="28" y="8"/>
                      <a:pt x="16" y="5"/>
                    </a:cubicBezTo>
                    <a:cubicBezTo>
                      <a:pt x="12" y="4"/>
                      <a:pt x="7" y="3"/>
                      <a:pt x="4" y="5"/>
                    </a:cubicBezTo>
                    <a:cubicBezTo>
                      <a:pt x="2" y="7"/>
                      <a:pt x="1" y="9"/>
                      <a:pt x="0" y="1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6" name="Freeform 1235">
                <a:extLst>
                  <a:ext uri="{FF2B5EF4-FFF2-40B4-BE49-F238E27FC236}">
                    <a16:creationId xmlns:a16="http://schemas.microsoft.com/office/drawing/2014/main" id="{63B078A7-A11C-4146-ABE2-1D0C8B6B3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936"/>
                <a:ext cx="79" cy="29"/>
              </a:xfrm>
              <a:custGeom>
                <a:avLst/>
                <a:gdLst>
                  <a:gd name="T0" fmla="*/ 0 w 53"/>
                  <a:gd name="T1" fmla="*/ 42 h 18"/>
                  <a:gd name="T2" fmla="*/ 13 w 53"/>
                  <a:gd name="T3" fmla="*/ 5 h 18"/>
                  <a:gd name="T4" fmla="*/ 55 w 53"/>
                  <a:gd name="T5" fmla="*/ 21 h 18"/>
                  <a:gd name="T6" fmla="*/ 119 w 53"/>
                  <a:gd name="T7" fmla="*/ 50 h 18"/>
                  <a:gd name="T8" fmla="*/ 149 w 53"/>
                  <a:gd name="T9" fmla="*/ 63 h 18"/>
                  <a:gd name="T10" fmla="*/ 176 w 53"/>
                  <a:gd name="T11" fmla="*/ 76 h 18"/>
                  <a:gd name="T12" fmla="*/ 54 w 53"/>
                  <a:gd name="T13" fmla="*/ 29 h 18"/>
                  <a:gd name="T14" fmla="*/ 15 w 53"/>
                  <a:gd name="T15" fmla="*/ 29 h 18"/>
                  <a:gd name="T16" fmla="*/ 0 w 53"/>
                  <a:gd name="T17" fmla="*/ 5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8">
                    <a:moveTo>
                      <a:pt x="0" y="10"/>
                    </a:moveTo>
                    <a:cubicBezTo>
                      <a:pt x="1" y="8"/>
                      <a:pt x="1" y="2"/>
                      <a:pt x="4" y="1"/>
                    </a:cubicBezTo>
                    <a:cubicBezTo>
                      <a:pt x="7" y="0"/>
                      <a:pt x="13" y="4"/>
                      <a:pt x="17" y="5"/>
                    </a:cubicBezTo>
                    <a:cubicBezTo>
                      <a:pt x="23" y="7"/>
                      <a:pt x="30" y="9"/>
                      <a:pt x="36" y="12"/>
                    </a:cubicBezTo>
                    <a:cubicBezTo>
                      <a:pt x="39" y="13"/>
                      <a:pt x="42" y="14"/>
                      <a:pt x="45" y="15"/>
                    </a:cubicBezTo>
                    <a:cubicBezTo>
                      <a:pt x="47" y="16"/>
                      <a:pt x="51" y="16"/>
                      <a:pt x="53" y="18"/>
                    </a:cubicBezTo>
                    <a:cubicBezTo>
                      <a:pt x="41" y="16"/>
                      <a:pt x="28" y="10"/>
                      <a:pt x="16" y="7"/>
                    </a:cubicBezTo>
                    <a:cubicBezTo>
                      <a:pt x="12" y="6"/>
                      <a:pt x="8" y="5"/>
                      <a:pt x="5" y="7"/>
                    </a:cubicBezTo>
                    <a:cubicBezTo>
                      <a:pt x="2" y="8"/>
                      <a:pt x="1" y="11"/>
                      <a:pt x="0" y="13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7" name="Freeform 1236">
                <a:extLst>
                  <a:ext uri="{FF2B5EF4-FFF2-40B4-BE49-F238E27FC236}">
                    <a16:creationId xmlns:a16="http://schemas.microsoft.com/office/drawing/2014/main" id="{20C517C0-8CFB-493F-9EA1-F6922DDAC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982"/>
                <a:ext cx="117" cy="43"/>
              </a:xfrm>
              <a:custGeom>
                <a:avLst/>
                <a:gdLst>
                  <a:gd name="T0" fmla="*/ 0 w 78"/>
                  <a:gd name="T1" fmla="*/ 0 h 27"/>
                  <a:gd name="T2" fmla="*/ 183 w 78"/>
                  <a:gd name="T3" fmla="*/ 84 h 27"/>
                  <a:gd name="T4" fmla="*/ 255 w 78"/>
                  <a:gd name="T5" fmla="*/ 102 h 27"/>
                  <a:gd name="T6" fmla="*/ 264 w 78"/>
                  <a:gd name="T7" fmla="*/ 56 h 27"/>
                  <a:gd name="T8" fmla="*/ 242 w 78"/>
                  <a:gd name="T9" fmla="*/ 89 h 27"/>
                  <a:gd name="T10" fmla="*/ 203 w 78"/>
                  <a:gd name="T11" fmla="*/ 76 h 27"/>
                  <a:gd name="T12" fmla="*/ 161 w 78"/>
                  <a:gd name="T13" fmla="*/ 61 h 27"/>
                  <a:gd name="T14" fmla="*/ 75 w 78"/>
                  <a:gd name="T15" fmla="*/ 29 h 27"/>
                  <a:gd name="T16" fmla="*/ 35 w 78"/>
                  <a:gd name="T17" fmla="*/ 13 h 27"/>
                  <a:gd name="T18" fmla="*/ 5 w 78"/>
                  <a:gd name="T19" fmla="*/ 5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27">
                    <a:moveTo>
                      <a:pt x="0" y="0"/>
                    </a:moveTo>
                    <a:cubicBezTo>
                      <a:pt x="18" y="7"/>
                      <a:pt x="36" y="14"/>
                      <a:pt x="54" y="21"/>
                    </a:cubicBezTo>
                    <a:cubicBezTo>
                      <a:pt x="58" y="22"/>
                      <a:pt x="71" y="27"/>
                      <a:pt x="75" y="25"/>
                    </a:cubicBezTo>
                    <a:cubicBezTo>
                      <a:pt x="78" y="23"/>
                      <a:pt x="78" y="17"/>
                      <a:pt x="78" y="14"/>
                    </a:cubicBezTo>
                    <a:cubicBezTo>
                      <a:pt x="77" y="17"/>
                      <a:pt x="75" y="21"/>
                      <a:pt x="71" y="22"/>
                    </a:cubicBezTo>
                    <a:cubicBezTo>
                      <a:pt x="67" y="22"/>
                      <a:pt x="63" y="20"/>
                      <a:pt x="60" y="19"/>
                    </a:cubicBezTo>
                    <a:cubicBezTo>
                      <a:pt x="56" y="18"/>
                      <a:pt x="51" y="16"/>
                      <a:pt x="47" y="15"/>
                    </a:cubicBezTo>
                    <a:cubicBezTo>
                      <a:pt x="39" y="12"/>
                      <a:pt x="30" y="9"/>
                      <a:pt x="22" y="7"/>
                    </a:cubicBezTo>
                    <a:cubicBezTo>
                      <a:pt x="18" y="5"/>
                      <a:pt x="14" y="4"/>
                      <a:pt x="10" y="3"/>
                    </a:cubicBezTo>
                    <a:cubicBezTo>
                      <a:pt x="7" y="2"/>
                      <a:pt x="4" y="1"/>
                      <a:pt x="1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8" name="Freeform 1237">
                <a:extLst>
                  <a:ext uri="{FF2B5EF4-FFF2-40B4-BE49-F238E27FC236}">
                    <a16:creationId xmlns:a16="http://schemas.microsoft.com/office/drawing/2014/main" id="{D8B92845-15F7-4189-BFA8-8982D41DE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049"/>
                <a:ext cx="132" cy="44"/>
              </a:xfrm>
              <a:custGeom>
                <a:avLst/>
                <a:gdLst>
                  <a:gd name="T0" fmla="*/ 296 w 88"/>
                  <a:gd name="T1" fmla="*/ 77 h 27"/>
                  <a:gd name="T2" fmla="*/ 278 w 88"/>
                  <a:gd name="T3" fmla="*/ 111 h 27"/>
                  <a:gd name="T4" fmla="*/ 228 w 88"/>
                  <a:gd name="T5" fmla="*/ 96 h 27"/>
                  <a:gd name="T6" fmla="*/ 153 w 88"/>
                  <a:gd name="T7" fmla="*/ 68 h 27"/>
                  <a:gd name="T8" fmla="*/ 0 w 88"/>
                  <a:gd name="T9" fmla="*/ 0 h 27"/>
                  <a:gd name="T10" fmla="*/ 107 w 88"/>
                  <a:gd name="T11" fmla="*/ 42 h 27"/>
                  <a:gd name="T12" fmla="*/ 210 w 88"/>
                  <a:gd name="T13" fmla="*/ 83 h 27"/>
                  <a:gd name="T14" fmla="*/ 291 w 88"/>
                  <a:gd name="T15" fmla="*/ 47 h 27"/>
                  <a:gd name="T16" fmla="*/ 297 w 88"/>
                  <a:gd name="T17" fmla="*/ 75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27">
                    <a:moveTo>
                      <a:pt x="87" y="18"/>
                    </a:moveTo>
                    <a:cubicBezTo>
                      <a:pt x="86" y="21"/>
                      <a:pt x="87" y="26"/>
                      <a:pt x="82" y="26"/>
                    </a:cubicBezTo>
                    <a:cubicBezTo>
                      <a:pt x="78" y="27"/>
                      <a:pt x="71" y="24"/>
                      <a:pt x="67" y="22"/>
                    </a:cubicBezTo>
                    <a:cubicBezTo>
                      <a:pt x="58" y="19"/>
                      <a:pt x="54" y="18"/>
                      <a:pt x="45" y="16"/>
                    </a:cubicBezTo>
                    <a:cubicBezTo>
                      <a:pt x="32" y="12"/>
                      <a:pt x="12" y="6"/>
                      <a:pt x="0" y="0"/>
                    </a:cubicBezTo>
                    <a:cubicBezTo>
                      <a:pt x="9" y="3"/>
                      <a:pt x="21" y="7"/>
                      <a:pt x="31" y="10"/>
                    </a:cubicBezTo>
                    <a:cubicBezTo>
                      <a:pt x="42" y="13"/>
                      <a:pt x="51" y="16"/>
                      <a:pt x="62" y="19"/>
                    </a:cubicBezTo>
                    <a:cubicBezTo>
                      <a:pt x="73" y="21"/>
                      <a:pt x="88" y="21"/>
                      <a:pt x="86" y="11"/>
                    </a:cubicBezTo>
                    <a:cubicBezTo>
                      <a:pt x="88" y="13"/>
                      <a:pt x="87" y="15"/>
                      <a:pt x="88" y="17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9" name="Freeform 1238">
                <a:extLst>
                  <a:ext uri="{FF2B5EF4-FFF2-40B4-BE49-F238E27FC236}">
                    <a16:creationId xmlns:a16="http://schemas.microsoft.com/office/drawing/2014/main" id="{B35A141C-5F5B-4BB4-AC2A-1399A7088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979"/>
                <a:ext cx="31" cy="11"/>
              </a:xfrm>
              <a:custGeom>
                <a:avLst/>
                <a:gdLst>
                  <a:gd name="T0" fmla="*/ 47 w 21"/>
                  <a:gd name="T1" fmla="*/ 0 h 7"/>
                  <a:gd name="T2" fmla="*/ 59 w 21"/>
                  <a:gd name="T3" fmla="*/ 14 h 7"/>
                  <a:gd name="T4" fmla="*/ 15 w 21"/>
                  <a:gd name="T5" fmla="*/ 13 h 7"/>
                  <a:gd name="T6" fmla="*/ 0 w 21"/>
                  <a:gd name="T7" fmla="*/ 5 h 7"/>
                  <a:gd name="T8" fmla="*/ 22 w 21"/>
                  <a:gd name="T9" fmla="*/ 20 h 7"/>
                  <a:gd name="T10" fmla="*/ 65 w 21"/>
                  <a:gd name="T11" fmla="*/ 20 h 7"/>
                  <a:gd name="T12" fmla="*/ 47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7" y="2"/>
                      <a:pt x="19" y="3"/>
                      <a:pt x="18" y="4"/>
                    </a:cubicBezTo>
                    <a:cubicBezTo>
                      <a:pt x="18" y="6"/>
                      <a:pt x="12" y="6"/>
                      <a:pt x="5" y="3"/>
                    </a:cubicBezTo>
                    <a:cubicBezTo>
                      <a:pt x="3" y="3"/>
                      <a:pt x="1" y="2"/>
                      <a:pt x="0" y="1"/>
                    </a:cubicBezTo>
                    <a:cubicBezTo>
                      <a:pt x="2" y="2"/>
                      <a:pt x="4" y="4"/>
                      <a:pt x="7" y="5"/>
                    </a:cubicBezTo>
                    <a:cubicBezTo>
                      <a:pt x="14" y="7"/>
                      <a:pt x="20" y="7"/>
                      <a:pt x="20" y="5"/>
                    </a:cubicBezTo>
                    <a:cubicBezTo>
                      <a:pt x="21" y="4"/>
                      <a:pt x="18" y="2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0" name="Freeform 1239">
                <a:extLst>
                  <a:ext uri="{FF2B5EF4-FFF2-40B4-BE49-F238E27FC236}">
                    <a16:creationId xmlns:a16="http://schemas.microsoft.com/office/drawing/2014/main" id="{23EAAF15-74E3-4F2F-88A1-25173040F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973"/>
                <a:ext cx="27" cy="9"/>
              </a:xfrm>
              <a:custGeom>
                <a:avLst/>
                <a:gdLst>
                  <a:gd name="T0" fmla="*/ 5 w 18"/>
                  <a:gd name="T1" fmla="*/ 8 h 6"/>
                  <a:gd name="T2" fmla="*/ 41 w 18"/>
                  <a:gd name="T3" fmla="*/ 14 h 6"/>
                  <a:gd name="T4" fmla="*/ 62 w 18"/>
                  <a:gd name="T5" fmla="*/ 21 h 6"/>
                  <a:gd name="T6" fmla="*/ 35 w 18"/>
                  <a:gd name="T7" fmla="*/ 12 h 6"/>
                  <a:gd name="T8" fmla="*/ 0 w 18"/>
                  <a:gd name="T9" fmla="*/ 8 h 6"/>
                  <a:gd name="T10" fmla="*/ 12 w 18"/>
                  <a:gd name="T11" fmla="*/ 18 h 6"/>
                  <a:gd name="T12" fmla="*/ 5 w 18"/>
                  <a:gd name="T13" fmla="*/ 8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1" y="2"/>
                    </a:moveTo>
                    <a:cubicBezTo>
                      <a:pt x="2" y="1"/>
                      <a:pt x="7" y="2"/>
                      <a:pt x="12" y="4"/>
                    </a:cubicBezTo>
                    <a:cubicBezTo>
                      <a:pt x="14" y="4"/>
                      <a:pt x="16" y="6"/>
                      <a:pt x="18" y="6"/>
                    </a:cubicBezTo>
                    <a:cubicBezTo>
                      <a:pt x="17" y="5"/>
                      <a:pt x="14" y="4"/>
                      <a:pt x="10" y="3"/>
                    </a:cubicBezTo>
                    <a:cubicBezTo>
                      <a:pt x="5" y="1"/>
                      <a:pt x="0" y="0"/>
                      <a:pt x="0" y="2"/>
                    </a:cubicBezTo>
                    <a:cubicBezTo>
                      <a:pt x="0" y="3"/>
                      <a:pt x="1" y="4"/>
                      <a:pt x="3" y="5"/>
                    </a:cubicBezTo>
                    <a:cubicBezTo>
                      <a:pt x="2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1" name="Freeform 1240">
                <a:extLst>
                  <a:ext uri="{FF2B5EF4-FFF2-40B4-BE49-F238E27FC236}">
                    <a16:creationId xmlns:a16="http://schemas.microsoft.com/office/drawing/2014/main" id="{BBA3C34C-78DA-431D-B9B4-4C0E8F312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3049"/>
                <a:ext cx="30" cy="12"/>
              </a:xfrm>
              <a:custGeom>
                <a:avLst/>
                <a:gdLst>
                  <a:gd name="T0" fmla="*/ 53 w 20"/>
                  <a:gd name="T1" fmla="*/ 0 h 7"/>
                  <a:gd name="T2" fmla="*/ 62 w 20"/>
                  <a:gd name="T3" fmla="*/ 21 h 7"/>
                  <a:gd name="T4" fmla="*/ 18 w 20"/>
                  <a:gd name="T5" fmla="*/ 15 h 7"/>
                  <a:gd name="T6" fmla="*/ 0 w 20"/>
                  <a:gd name="T7" fmla="*/ 5 h 7"/>
                  <a:gd name="T8" fmla="*/ 26 w 20"/>
                  <a:gd name="T9" fmla="*/ 21 h 7"/>
                  <a:gd name="T10" fmla="*/ 68 w 20"/>
                  <a:gd name="T11" fmla="*/ 26 h 7"/>
                  <a:gd name="T12" fmla="*/ 53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5" y="0"/>
                    </a:moveTo>
                    <a:cubicBezTo>
                      <a:pt x="17" y="2"/>
                      <a:pt x="18" y="3"/>
                      <a:pt x="18" y="4"/>
                    </a:cubicBezTo>
                    <a:cubicBezTo>
                      <a:pt x="17" y="6"/>
                      <a:pt x="12" y="6"/>
                      <a:pt x="5" y="3"/>
                    </a:cubicBezTo>
                    <a:cubicBezTo>
                      <a:pt x="3" y="3"/>
                      <a:pt x="1" y="2"/>
                      <a:pt x="0" y="1"/>
                    </a:cubicBezTo>
                    <a:cubicBezTo>
                      <a:pt x="2" y="2"/>
                      <a:pt x="4" y="3"/>
                      <a:pt x="7" y="4"/>
                    </a:cubicBezTo>
                    <a:cubicBezTo>
                      <a:pt x="14" y="7"/>
                      <a:pt x="19" y="7"/>
                      <a:pt x="20" y="5"/>
                    </a:cubicBezTo>
                    <a:cubicBezTo>
                      <a:pt x="20" y="4"/>
                      <a:pt x="18" y="2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2" name="Freeform 1241">
                <a:extLst>
                  <a:ext uri="{FF2B5EF4-FFF2-40B4-BE49-F238E27FC236}">
                    <a16:creationId xmlns:a16="http://schemas.microsoft.com/office/drawing/2014/main" id="{526EDA33-8381-4471-8786-7D77AC20B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3043"/>
                <a:ext cx="28" cy="10"/>
              </a:xfrm>
              <a:custGeom>
                <a:avLst/>
                <a:gdLst>
                  <a:gd name="T0" fmla="*/ 6 w 19"/>
                  <a:gd name="T1" fmla="*/ 8 h 6"/>
                  <a:gd name="T2" fmla="*/ 41 w 19"/>
                  <a:gd name="T3" fmla="*/ 13 h 6"/>
                  <a:gd name="T4" fmla="*/ 60 w 19"/>
                  <a:gd name="T5" fmla="*/ 28 h 6"/>
                  <a:gd name="T6" fmla="*/ 35 w 19"/>
                  <a:gd name="T7" fmla="*/ 8 h 6"/>
                  <a:gd name="T8" fmla="*/ 1 w 19"/>
                  <a:gd name="T9" fmla="*/ 8 h 6"/>
                  <a:gd name="T10" fmla="*/ 13 w 19"/>
                  <a:gd name="T11" fmla="*/ 22 h 6"/>
                  <a:gd name="T12" fmla="*/ 6 w 19"/>
                  <a:gd name="T13" fmla="*/ 8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2" y="2"/>
                    </a:moveTo>
                    <a:cubicBezTo>
                      <a:pt x="2" y="1"/>
                      <a:pt x="8" y="2"/>
                      <a:pt x="13" y="3"/>
                    </a:cubicBezTo>
                    <a:cubicBezTo>
                      <a:pt x="15" y="4"/>
                      <a:pt x="17" y="5"/>
                      <a:pt x="19" y="6"/>
                    </a:cubicBezTo>
                    <a:cubicBezTo>
                      <a:pt x="17" y="5"/>
                      <a:pt x="14" y="4"/>
                      <a:pt x="11" y="2"/>
                    </a:cubicBezTo>
                    <a:cubicBezTo>
                      <a:pt x="6" y="1"/>
                      <a:pt x="1" y="0"/>
                      <a:pt x="1" y="2"/>
                    </a:cubicBezTo>
                    <a:cubicBezTo>
                      <a:pt x="0" y="3"/>
                      <a:pt x="2" y="4"/>
                      <a:pt x="4" y="5"/>
                    </a:cubicBezTo>
                    <a:cubicBezTo>
                      <a:pt x="3" y="4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3" name="Freeform 1242">
                <a:extLst>
                  <a:ext uri="{FF2B5EF4-FFF2-40B4-BE49-F238E27FC236}">
                    <a16:creationId xmlns:a16="http://schemas.microsoft.com/office/drawing/2014/main" id="{DA823B4E-8E07-42EE-9EFA-56DB31A9F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931"/>
                <a:ext cx="189" cy="99"/>
              </a:xfrm>
              <a:custGeom>
                <a:avLst/>
                <a:gdLst>
                  <a:gd name="T0" fmla="*/ 410 w 126"/>
                  <a:gd name="T1" fmla="*/ 163 h 62"/>
                  <a:gd name="T2" fmla="*/ 423 w 126"/>
                  <a:gd name="T3" fmla="*/ 192 h 62"/>
                  <a:gd name="T4" fmla="*/ 413 w 126"/>
                  <a:gd name="T5" fmla="*/ 232 h 62"/>
                  <a:gd name="T6" fmla="*/ 356 w 126"/>
                  <a:gd name="T7" fmla="*/ 232 h 62"/>
                  <a:gd name="T8" fmla="*/ 167 w 126"/>
                  <a:gd name="T9" fmla="*/ 150 h 62"/>
                  <a:gd name="T10" fmla="*/ 27 w 126"/>
                  <a:gd name="T11" fmla="*/ 94 h 62"/>
                  <a:gd name="T12" fmla="*/ 5 w 126"/>
                  <a:gd name="T13" fmla="*/ 61 h 62"/>
                  <a:gd name="T14" fmla="*/ 18 w 126"/>
                  <a:gd name="T15" fmla="*/ 21 h 62"/>
                  <a:gd name="T16" fmla="*/ 45 w 126"/>
                  <a:gd name="T17" fmla="*/ 8 h 62"/>
                  <a:gd name="T18" fmla="*/ 216 w 126"/>
                  <a:gd name="T19" fmla="*/ 81 h 62"/>
                  <a:gd name="T20" fmla="*/ 410 w 126"/>
                  <a:gd name="T21" fmla="*/ 163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62">
                    <a:moveTo>
                      <a:pt x="121" y="40"/>
                    </a:moveTo>
                    <a:cubicBezTo>
                      <a:pt x="126" y="41"/>
                      <a:pt x="126" y="45"/>
                      <a:pt x="125" y="47"/>
                    </a:cubicBezTo>
                    <a:cubicBezTo>
                      <a:pt x="122" y="57"/>
                      <a:pt x="122" y="57"/>
                      <a:pt x="122" y="57"/>
                    </a:cubicBezTo>
                    <a:cubicBezTo>
                      <a:pt x="121" y="59"/>
                      <a:pt x="120" y="62"/>
                      <a:pt x="105" y="57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3" y="21"/>
                      <a:pt x="0" y="18"/>
                      <a:pt x="1" y="1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2"/>
                      <a:pt x="9" y="0"/>
                      <a:pt x="13" y="2"/>
                    </a:cubicBezTo>
                    <a:cubicBezTo>
                      <a:pt x="13" y="2"/>
                      <a:pt x="52" y="16"/>
                      <a:pt x="64" y="20"/>
                    </a:cubicBezTo>
                    <a:cubicBezTo>
                      <a:pt x="76" y="25"/>
                      <a:pt x="120" y="39"/>
                      <a:pt x="121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4" name="Freeform 1243">
                <a:extLst>
                  <a:ext uri="{FF2B5EF4-FFF2-40B4-BE49-F238E27FC236}">
                    <a16:creationId xmlns:a16="http://schemas.microsoft.com/office/drawing/2014/main" id="{FA02BFB9-09BD-4F95-9F32-94CE18D3B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98"/>
                <a:ext cx="189" cy="99"/>
              </a:xfrm>
              <a:custGeom>
                <a:avLst/>
                <a:gdLst>
                  <a:gd name="T0" fmla="*/ 18 w 126"/>
                  <a:gd name="T1" fmla="*/ 89 h 62"/>
                  <a:gd name="T2" fmla="*/ 18 w 126"/>
                  <a:gd name="T3" fmla="*/ 89 h 62"/>
                  <a:gd name="T4" fmla="*/ 5 w 126"/>
                  <a:gd name="T5" fmla="*/ 61 h 62"/>
                  <a:gd name="T6" fmla="*/ 14 w 126"/>
                  <a:gd name="T7" fmla="*/ 26 h 62"/>
                  <a:gd name="T8" fmla="*/ 75 w 126"/>
                  <a:gd name="T9" fmla="*/ 21 h 62"/>
                  <a:gd name="T10" fmla="*/ 261 w 126"/>
                  <a:gd name="T11" fmla="*/ 102 h 62"/>
                  <a:gd name="T12" fmla="*/ 392 w 126"/>
                  <a:gd name="T13" fmla="*/ 155 h 62"/>
                  <a:gd name="T14" fmla="*/ 423 w 126"/>
                  <a:gd name="T15" fmla="*/ 192 h 62"/>
                  <a:gd name="T16" fmla="*/ 413 w 126"/>
                  <a:gd name="T17" fmla="*/ 232 h 62"/>
                  <a:gd name="T18" fmla="*/ 386 w 126"/>
                  <a:gd name="T19" fmla="*/ 244 h 62"/>
                  <a:gd name="T20" fmla="*/ 201 w 126"/>
                  <a:gd name="T21" fmla="*/ 176 h 62"/>
                  <a:gd name="T22" fmla="*/ 18 w 126"/>
                  <a:gd name="T23" fmla="*/ 89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6" h="62">
                    <a:moveTo>
                      <a:pt x="5" y="22"/>
                    </a:moveTo>
                    <a:cubicBezTo>
                      <a:pt x="5" y="22"/>
                      <a:pt x="5" y="22"/>
                      <a:pt x="5" y="22"/>
                    </a:cubicBezTo>
                    <a:cubicBezTo>
                      <a:pt x="3" y="21"/>
                      <a:pt x="0" y="20"/>
                      <a:pt x="1" y="1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3"/>
                      <a:pt x="6" y="0"/>
                      <a:pt x="22" y="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22" y="40"/>
                      <a:pt x="126" y="44"/>
                      <a:pt x="125" y="47"/>
                    </a:cubicBezTo>
                    <a:cubicBezTo>
                      <a:pt x="122" y="57"/>
                      <a:pt x="122" y="57"/>
                      <a:pt x="122" y="57"/>
                    </a:cubicBezTo>
                    <a:cubicBezTo>
                      <a:pt x="120" y="60"/>
                      <a:pt x="118" y="62"/>
                      <a:pt x="114" y="60"/>
                    </a:cubicBezTo>
                    <a:cubicBezTo>
                      <a:pt x="113" y="60"/>
                      <a:pt x="71" y="47"/>
                      <a:pt x="59" y="43"/>
                    </a:cubicBezTo>
                    <a:cubicBezTo>
                      <a:pt x="47" y="39"/>
                      <a:pt x="6" y="22"/>
                      <a:pt x="5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5" name="Freeform 1244">
                <a:extLst>
                  <a:ext uri="{FF2B5EF4-FFF2-40B4-BE49-F238E27FC236}">
                    <a16:creationId xmlns:a16="http://schemas.microsoft.com/office/drawing/2014/main" id="{705D8F2E-2889-4946-87C7-10E23EC79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3067"/>
                <a:ext cx="191" cy="83"/>
              </a:xfrm>
              <a:custGeom>
                <a:avLst/>
                <a:gdLst>
                  <a:gd name="T0" fmla="*/ 21 w 127"/>
                  <a:gd name="T1" fmla="*/ 89 h 52"/>
                  <a:gd name="T2" fmla="*/ 18 w 127"/>
                  <a:gd name="T3" fmla="*/ 89 h 52"/>
                  <a:gd name="T4" fmla="*/ 5 w 127"/>
                  <a:gd name="T5" fmla="*/ 61 h 52"/>
                  <a:gd name="T6" fmla="*/ 12 w 127"/>
                  <a:gd name="T7" fmla="*/ 21 h 52"/>
                  <a:gd name="T8" fmla="*/ 68 w 127"/>
                  <a:gd name="T9" fmla="*/ 16 h 52"/>
                  <a:gd name="T10" fmla="*/ 262 w 127"/>
                  <a:gd name="T11" fmla="*/ 77 h 52"/>
                  <a:gd name="T12" fmla="*/ 399 w 127"/>
                  <a:gd name="T13" fmla="*/ 117 h 52"/>
                  <a:gd name="T14" fmla="*/ 432 w 127"/>
                  <a:gd name="T15" fmla="*/ 150 h 52"/>
                  <a:gd name="T16" fmla="*/ 421 w 127"/>
                  <a:gd name="T17" fmla="*/ 192 h 52"/>
                  <a:gd name="T18" fmla="*/ 399 w 127"/>
                  <a:gd name="T19" fmla="*/ 206 h 52"/>
                  <a:gd name="T20" fmla="*/ 208 w 127"/>
                  <a:gd name="T21" fmla="*/ 155 h 52"/>
                  <a:gd name="T22" fmla="*/ 21 w 127"/>
                  <a:gd name="T23" fmla="*/ 89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7" h="52">
                    <a:moveTo>
                      <a:pt x="6" y="22"/>
                    </a:moveTo>
                    <a:cubicBezTo>
                      <a:pt x="5" y="22"/>
                      <a:pt x="5" y="22"/>
                      <a:pt x="5" y="22"/>
                    </a:cubicBezTo>
                    <a:cubicBezTo>
                      <a:pt x="3" y="21"/>
                      <a:pt x="0" y="20"/>
                      <a:pt x="1" y="1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3"/>
                      <a:pt x="5" y="0"/>
                      <a:pt x="20" y="4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3" y="30"/>
                      <a:pt x="127" y="34"/>
                      <a:pt x="127" y="37"/>
                    </a:cubicBezTo>
                    <a:cubicBezTo>
                      <a:pt x="124" y="47"/>
                      <a:pt x="124" y="47"/>
                      <a:pt x="124" y="47"/>
                    </a:cubicBezTo>
                    <a:cubicBezTo>
                      <a:pt x="123" y="50"/>
                      <a:pt x="121" y="52"/>
                      <a:pt x="117" y="51"/>
                    </a:cubicBezTo>
                    <a:cubicBezTo>
                      <a:pt x="116" y="51"/>
                      <a:pt x="73" y="41"/>
                      <a:pt x="61" y="38"/>
                    </a:cubicBezTo>
                    <a:cubicBezTo>
                      <a:pt x="48" y="35"/>
                      <a:pt x="6" y="22"/>
                      <a:pt x="6" y="2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6" name="Freeform 1245">
                <a:extLst>
                  <a:ext uri="{FF2B5EF4-FFF2-40B4-BE49-F238E27FC236}">
                    <a16:creationId xmlns:a16="http://schemas.microsoft.com/office/drawing/2014/main" id="{D462C12B-95DF-45FE-9B8B-5542842AD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3107"/>
                <a:ext cx="37" cy="16"/>
              </a:xfrm>
              <a:custGeom>
                <a:avLst/>
                <a:gdLst>
                  <a:gd name="T0" fmla="*/ 78 w 25"/>
                  <a:gd name="T1" fmla="*/ 34 h 10"/>
                  <a:gd name="T2" fmla="*/ 36 w 25"/>
                  <a:gd name="T3" fmla="*/ 34 h 10"/>
                  <a:gd name="T4" fmla="*/ 0 w 25"/>
                  <a:gd name="T5" fmla="*/ 8 h 10"/>
                  <a:gd name="T6" fmla="*/ 41 w 25"/>
                  <a:gd name="T7" fmla="*/ 8 h 10"/>
                  <a:gd name="T8" fmla="*/ 78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4" y="8"/>
                    </a:moveTo>
                    <a:cubicBezTo>
                      <a:pt x="24" y="10"/>
                      <a:pt x="18" y="10"/>
                      <a:pt x="11" y="8"/>
                    </a:cubicBezTo>
                    <a:cubicBezTo>
                      <a:pt x="5" y="7"/>
                      <a:pt x="0" y="4"/>
                      <a:pt x="0" y="2"/>
                    </a:cubicBezTo>
                    <a:cubicBezTo>
                      <a:pt x="1" y="0"/>
                      <a:pt x="6" y="0"/>
                      <a:pt x="13" y="2"/>
                    </a:cubicBezTo>
                    <a:cubicBezTo>
                      <a:pt x="20" y="3"/>
                      <a:pt x="25" y="6"/>
                      <a:pt x="24" y="8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7" name="Freeform 1246">
                <a:extLst>
                  <a:ext uri="{FF2B5EF4-FFF2-40B4-BE49-F238E27FC236}">
                    <a16:creationId xmlns:a16="http://schemas.microsoft.com/office/drawing/2014/main" id="{80305ED4-5771-4CB5-99A4-E75E529FC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3104"/>
                <a:ext cx="38" cy="16"/>
              </a:xfrm>
              <a:custGeom>
                <a:avLst/>
                <a:gdLst>
                  <a:gd name="T0" fmla="*/ 88 w 25"/>
                  <a:gd name="T1" fmla="*/ 34 h 10"/>
                  <a:gd name="T2" fmla="*/ 41 w 25"/>
                  <a:gd name="T3" fmla="*/ 34 h 10"/>
                  <a:gd name="T4" fmla="*/ 5 w 25"/>
                  <a:gd name="T5" fmla="*/ 8 h 10"/>
                  <a:gd name="T6" fmla="*/ 49 w 25"/>
                  <a:gd name="T7" fmla="*/ 5 h 10"/>
                  <a:gd name="T8" fmla="*/ 88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5" y="8"/>
                    </a:moveTo>
                    <a:cubicBezTo>
                      <a:pt x="24" y="10"/>
                      <a:pt x="19" y="10"/>
                      <a:pt x="12" y="8"/>
                    </a:cubicBezTo>
                    <a:cubicBezTo>
                      <a:pt x="5" y="6"/>
                      <a:pt x="0" y="3"/>
                      <a:pt x="1" y="2"/>
                    </a:cubicBezTo>
                    <a:cubicBezTo>
                      <a:pt x="1" y="0"/>
                      <a:pt x="7" y="0"/>
                      <a:pt x="14" y="1"/>
                    </a:cubicBezTo>
                    <a:cubicBezTo>
                      <a:pt x="20" y="3"/>
                      <a:pt x="25" y="6"/>
                      <a:pt x="25" y="8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8" name="Freeform 1247">
                <a:extLst>
                  <a:ext uri="{FF2B5EF4-FFF2-40B4-BE49-F238E27FC236}">
                    <a16:creationId xmlns:a16="http://schemas.microsoft.com/office/drawing/2014/main" id="{5C8D5F96-3DE1-414D-BF68-C4645851F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3073"/>
                <a:ext cx="81" cy="20"/>
              </a:xfrm>
              <a:custGeom>
                <a:avLst/>
                <a:gdLst>
                  <a:gd name="T0" fmla="*/ 0 w 54"/>
                  <a:gd name="T1" fmla="*/ 42 h 12"/>
                  <a:gd name="T2" fmla="*/ 14 w 54"/>
                  <a:gd name="T3" fmla="*/ 5 h 12"/>
                  <a:gd name="T4" fmla="*/ 54 w 54"/>
                  <a:gd name="T5" fmla="*/ 8 h 12"/>
                  <a:gd name="T6" fmla="*/ 122 w 54"/>
                  <a:gd name="T7" fmla="*/ 37 h 12"/>
                  <a:gd name="T8" fmla="*/ 153 w 54"/>
                  <a:gd name="T9" fmla="*/ 47 h 12"/>
                  <a:gd name="T10" fmla="*/ 183 w 54"/>
                  <a:gd name="T11" fmla="*/ 55 h 12"/>
                  <a:gd name="T12" fmla="*/ 54 w 54"/>
                  <a:gd name="T13" fmla="*/ 20 h 12"/>
                  <a:gd name="T14" fmla="*/ 18 w 54"/>
                  <a:gd name="T15" fmla="*/ 22 h 12"/>
                  <a:gd name="T16" fmla="*/ 0 w 54"/>
                  <a:gd name="T17" fmla="*/ 55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2">
                    <a:moveTo>
                      <a:pt x="0" y="9"/>
                    </a:moveTo>
                    <a:cubicBezTo>
                      <a:pt x="1" y="7"/>
                      <a:pt x="1" y="2"/>
                      <a:pt x="4" y="1"/>
                    </a:cubicBezTo>
                    <a:cubicBezTo>
                      <a:pt x="7" y="0"/>
                      <a:pt x="13" y="2"/>
                      <a:pt x="16" y="2"/>
                    </a:cubicBezTo>
                    <a:cubicBezTo>
                      <a:pt x="23" y="4"/>
                      <a:pt x="30" y="6"/>
                      <a:pt x="36" y="8"/>
                    </a:cubicBezTo>
                    <a:cubicBezTo>
                      <a:pt x="39" y="8"/>
                      <a:pt x="42" y="9"/>
                      <a:pt x="45" y="10"/>
                    </a:cubicBezTo>
                    <a:cubicBezTo>
                      <a:pt x="48" y="11"/>
                      <a:pt x="51" y="11"/>
                      <a:pt x="54" y="12"/>
                    </a:cubicBezTo>
                    <a:cubicBezTo>
                      <a:pt x="41" y="12"/>
                      <a:pt x="28" y="6"/>
                      <a:pt x="16" y="4"/>
                    </a:cubicBezTo>
                    <a:cubicBezTo>
                      <a:pt x="12" y="4"/>
                      <a:pt x="7" y="3"/>
                      <a:pt x="5" y="5"/>
                    </a:cubicBezTo>
                    <a:cubicBezTo>
                      <a:pt x="2" y="7"/>
                      <a:pt x="1" y="10"/>
                      <a:pt x="0" y="12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9" name="Freeform 1248">
                <a:extLst>
                  <a:ext uri="{FF2B5EF4-FFF2-40B4-BE49-F238E27FC236}">
                    <a16:creationId xmlns:a16="http://schemas.microsoft.com/office/drawing/2014/main" id="{67C799AA-99CF-4EBF-8872-2D691C08A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3113"/>
                <a:ext cx="135" cy="34"/>
              </a:xfrm>
              <a:custGeom>
                <a:avLst/>
                <a:gdLst>
                  <a:gd name="T0" fmla="*/ 297 w 90"/>
                  <a:gd name="T1" fmla="*/ 47 h 21"/>
                  <a:gd name="T2" fmla="*/ 284 w 90"/>
                  <a:gd name="T3" fmla="*/ 84 h 21"/>
                  <a:gd name="T4" fmla="*/ 230 w 90"/>
                  <a:gd name="T5" fmla="*/ 73 h 21"/>
                  <a:gd name="T6" fmla="*/ 156 w 90"/>
                  <a:gd name="T7" fmla="*/ 50 h 21"/>
                  <a:gd name="T8" fmla="*/ 0 w 90"/>
                  <a:gd name="T9" fmla="*/ 0 h 21"/>
                  <a:gd name="T10" fmla="*/ 107 w 90"/>
                  <a:gd name="T11" fmla="*/ 34 h 21"/>
                  <a:gd name="T12" fmla="*/ 216 w 90"/>
                  <a:gd name="T13" fmla="*/ 60 h 21"/>
                  <a:gd name="T14" fmla="*/ 291 w 90"/>
                  <a:gd name="T15" fmla="*/ 16 h 21"/>
                  <a:gd name="T16" fmla="*/ 302 w 90"/>
                  <a:gd name="T17" fmla="*/ 42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21">
                    <a:moveTo>
                      <a:pt x="88" y="11"/>
                    </a:moveTo>
                    <a:cubicBezTo>
                      <a:pt x="88" y="14"/>
                      <a:pt x="89" y="19"/>
                      <a:pt x="84" y="20"/>
                    </a:cubicBezTo>
                    <a:cubicBezTo>
                      <a:pt x="79" y="21"/>
                      <a:pt x="73" y="18"/>
                      <a:pt x="68" y="17"/>
                    </a:cubicBezTo>
                    <a:cubicBezTo>
                      <a:pt x="59" y="15"/>
                      <a:pt x="56" y="14"/>
                      <a:pt x="46" y="12"/>
                    </a:cubicBezTo>
                    <a:cubicBezTo>
                      <a:pt x="33" y="9"/>
                      <a:pt x="13" y="5"/>
                      <a:pt x="0" y="0"/>
                    </a:cubicBezTo>
                    <a:cubicBezTo>
                      <a:pt x="9" y="3"/>
                      <a:pt x="21" y="6"/>
                      <a:pt x="31" y="8"/>
                    </a:cubicBezTo>
                    <a:cubicBezTo>
                      <a:pt x="42" y="10"/>
                      <a:pt x="52" y="12"/>
                      <a:pt x="64" y="14"/>
                    </a:cubicBezTo>
                    <a:cubicBezTo>
                      <a:pt x="74" y="15"/>
                      <a:pt x="90" y="14"/>
                      <a:pt x="86" y="4"/>
                    </a:cubicBezTo>
                    <a:cubicBezTo>
                      <a:pt x="89" y="6"/>
                      <a:pt x="88" y="8"/>
                      <a:pt x="89" y="1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0" name="Freeform 1249">
                <a:extLst>
                  <a:ext uri="{FF2B5EF4-FFF2-40B4-BE49-F238E27FC236}">
                    <a16:creationId xmlns:a16="http://schemas.microsoft.com/office/drawing/2014/main" id="{82FAB8E3-F3CD-4798-992E-B56071051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3109"/>
                <a:ext cx="30" cy="11"/>
              </a:xfrm>
              <a:custGeom>
                <a:avLst/>
                <a:gdLst>
                  <a:gd name="T0" fmla="*/ 48 w 20"/>
                  <a:gd name="T1" fmla="*/ 0 h 7"/>
                  <a:gd name="T2" fmla="*/ 62 w 20"/>
                  <a:gd name="T3" fmla="*/ 14 h 7"/>
                  <a:gd name="T4" fmla="*/ 18 w 20"/>
                  <a:gd name="T5" fmla="*/ 14 h 7"/>
                  <a:gd name="T6" fmla="*/ 0 w 20"/>
                  <a:gd name="T7" fmla="*/ 8 h 7"/>
                  <a:gd name="T8" fmla="*/ 26 w 20"/>
                  <a:gd name="T9" fmla="*/ 20 h 7"/>
                  <a:gd name="T10" fmla="*/ 68 w 20"/>
                  <a:gd name="T11" fmla="*/ 20 h 7"/>
                  <a:gd name="T12" fmla="*/ 48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4" y="0"/>
                    </a:moveTo>
                    <a:cubicBezTo>
                      <a:pt x="17" y="1"/>
                      <a:pt x="18" y="3"/>
                      <a:pt x="18" y="4"/>
                    </a:cubicBezTo>
                    <a:cubicBezTo>
                      <a:pt x="17" y="6"/>
                      <a:pt x="12" y="6"/>
                      <a:pt x="5" y="4"/>
                    </a:cubicBezTo>
                    <a:cubicBezTo>
                      <a:pt x="3" y="4"/>
                      <a:pt x="1" y="3"/>
                      <a:pt x="0" y="2"/>
                    </a:cubicBezTo>
                    <a:cubicBezTo>
                      <a:pt x="1" y="3"/>
                      <a:pt x="4" y="4"/>
                      <a:pt x="7" y="5"/>
                    </a:cubicBezTo>
                    <a:cubicBezTo>
                      <a:pt x="14" y="7"/>
                      <a:pt x="20" y="7"/>
                      <a:pt x="20" y="5"/>
                    </a:cubicBezTo>
                    <a:cubicBezTo>
                      <a:pt x="20" y="3"/>
                      <a:pt x="18" y="2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1" name="Freeform 1250">
                <a:extLst>
                  <a:ext uri="{FF2B5EF4-FFF2-40B4-BE49-F238E27FC236}">
                    <a16:creationId xmlns:a16="http://schemas.microsoft.com/office/drawing/2014/main" id="{031732D3-70B6-4655-BCA7-FCAD0CF4B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3105"/>
                <a:ext cx="28" cy="7"/>
              </a:xfrm>
              <a:custGeom>
                <a:avLst/>
                <a:gdLst>
                  <a:gd name="T0" fmla="*/ 1 w 19"/>
                  <a:gd name="T1" fmla="*/ 12 h 4"/>
                  <a:gd name="T2" fmla="*/ 40 w 19"/>
                  <a:gd name="T3" fmla="*/ 12 h 4"/>
                  <a:gd name="T4" fmla="*/ 60 w 19"/>
                  <a:gd name="T5" fmla="*/ 21 h 4"/>
                  <a:gd name="T6" fmla="*/ 35 w 19"/>
                  <a:gd name="T7" fmla="*/ 7 h 4"/>
                  <a:gd name="T8" fmla="*/ 0 w 19"/>
                  <a:gd name="T9" fmla="*/ 7 h 4"/>
                  <a:gd name="T10" fmla="*/ 9 w 19"/>
                  <a:gd name="T11" fmla="*/ 21 h 4"/>
                  <a:gd name="T12" fmla="*/ 1 w 19"/>
                  <a:gd name="T13" fmla="*/ 1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">
                    <a:moveTo>
                      <a:pt x="1" y="2"/>
                    </a:moveTo>
                    <a:cubicBezTo>
                      <a:pt x="2" y="0"/>
                      <a:pt x="7" y="0"/>
                      <a:pt x="12" y="2"/>
                    </a:cubicBezTo>
                    <a:cubicBezTo>
                      <a:pt x="15" y="2"/>
                      <a:pt x="17" y="3"/>
                      <a:pt x="19" y="4"/>
                    </a:cubicBezTo>
                    <a:cubicBezTo>
                      <a:pt x="17" y="3"/>
                      <a:pt x="14" y="2"/>
                      <a:pt x="11" y="1"/>
                    </a:cubicBezTo>
                    <a:cubicBezTo>
                      <a:pt x="5" y="0"/>
                      <a:pt x="1" y="0"/>
                      <a:pt x="0" y="1"/>
                    </a:cubicBezTo>
                    <a:cubicBezTo>
                      <a:pt x="0" y="2"/>
                      <a:pt x="1" y="3"/>
                      <a:pt x="3" y="4"/>
                    </a:cubicBezTo>
                    <a:cubicBezTo>
                      <a:pt x="3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2" name="Freeform 1251">
                <a:extLst>
                  <a:ext uri="{FF2B5EF4-FFF2-40B4-BE49-F238E27FC236}">
                    <a16:creationId xmlns:a16="http://schemas.microsoft.com/office/drawing/2014/main" id="{02851465-E837-4084-9188-37E5CAF64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3067"/>
                <a:ext cx="191" cy="83"/>
              </a:xfrm>
              <a:custGeom>
                <a:avLst/>
                <a:gdLst>
                  <a:gd name="T0" fmla="*/ 21 w 127"/>
                  <a:gd name="T1" fmla="*/ 89 h 52"/>
                  <a:gd name="T2" fmla="*/ 18 w 127"/>
                  <a:gd name="T3" fmla="*/ 89 h 52"/>
                  <a:gd name="T4" fmla="*/ 5 w 127"/>
                  <a:gd name="T5" fmla="*/ 61 h 52"/>
                  <a:gd name="T6" fmla="*/ 12 w 127"/>
                  <a:gd name="T7" fmla="*/ 21 h 52"/>
                  <a:gd name="T8" fmla="*/ 68 w 127"/>
                  <a:gd name="T9" fmla="*/ 16 h 52"/>
                  <a:gd name="T10" fmla="*/ 262 w 127"/>
                  <a:gd name="T11" fmla="*/ 77 h 52"/>
                  <a:gd name="T12" fmla="*/ 399 w 127"/>
                  <a:gd name="T13" fmla="*/ 117 h 52"/>
                  <a:gd name="T14" fmla="*/ 432 w 127"/>
                  <a:gd name="T15" fmla="*/ 150 h 52"/>
                  <a:gd name="T16" fmla="*/ 421 w 127"/>
                  <a:gd name="T17" fmla="*/ 192 h 52"/>
                  <a:gd name="T18" fmla="*/ 399 w 127"/>
                  <a:gd name="T19" fmla="*/ 206 h 52"/>
                  <a:gd name="T20" fmla="*/ 208 w 127"/>
                  <a:gd name="T21" fmla="*/ 155 h 52"/>
                  <a:gd name="T22" fmla="*/ 21 w 127"/>
                  <a:gd name="T23" fmla="*/ 89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7" h="52">
                    <a:moveTo>
                      <a:pt x="6" y="22"/>
                    </a:moveTo>
                    <a:cubicBezTo>
                      <a:pt x="5" y="22"/>
                      <a:pt x="5" y="22"/>
                      <a:pt x="5" y="22"/>
                    </a:cubicBezTo>
                    <a:cubicBezTo>
                      <a:pt x="3" y="21"/>
                      <a:pt x="0" y="20"/>
                      <a:pt x="1" y="1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3"/>
                      <a:pt x="5" y="0"/>
                      <a:pt x="20" y="4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3" y="30"/>
                      <a:pt x="127" y="34"/>
                      <a:pt x="127" y="37"/>
                    </a:cubicBezTo>
                    <a:cubicBezTo>
                      <a:pt x="124" y="47"/>
                      <a:pt x="124" y="47"/>
                      <a:pt x="124" y="47"/>
                    </a:cubicBezTo>
                    <a:cubicBezTo>
                      <a:pt x="123" y="50"/>
                      <a:pt x="121" y="52"/>
                      <a:pt x="117" y="51"/>
                    </a:cubicBezTo>
                    <a:cubicBezTo>
                      <a:pt x="116" y="51"/>
                      <a:pt x="73" y="41"/>
                      <a:pt x="61" y="38"/>
                    </a:cubicBezTo>
                    <a:cubicBezTo>
                      <a:pt x="48" y="35"/>
                      <a:pt x="6" y="22"/>
                      <a:pt x="6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3" name="Freeform 1252">
                <a:extLst>
                  <a:ext uri="{FF2B5EF4-FFF2-40B4-BE49-F238E27FC236}">
                    <a16:creationId xmlns:a16="http://schemas.microsoft.com/office/drawing/2014/main" id="{1E558720-3819-4EC1-97F6-B5E5C6C3C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782"/>
                <a:ext cx="1629" cy="363"/>
              </a:xfrm>
              <a:custGeom>
                <a:avLst/>
                <a:gdLst>
                  <a:gd name="T0" fmla="*/ 0 w 1086"/>
                  <a:gd name="T1" fmla="*/ 443 h 227"/>
                  <a:gd name="T2" fmla="*/ 1628 w 1086"/>
                  <a:gd name="T3" fmla="*/ 341 h 227"/>
                  <a:gd name="T4" fmla="*/ 3666 w 1086"/>
                  <a:gd name="T5" fmla="*/ 854 h 227"/>
                  <a:gd name="T6" fmla="*/ 2276 w 1086"/>
                  <a:gd name="T7" fmla="*/ 533 h 227"/>
                  <a:gd name="T8" fmla="*/ 525 w 1086"/>
                  <a:gd name="T9" fmla="*/ 179 h 227"/>
                  <a:gd name="T10" fmla="*/ 0 w 1086"/>
                  <a:gd name="T11" fmla="*/ 443 h 2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6" h="227">
                    <a:moveTo>
                      <a:pt x="0" y="108"/>
                    </a:moveTo>
                    <a:cubicBezTo>
                      <a:pt x="93" y="67"/>
                      <a:pt x="219" y="0"/>
                      <a:pt x="482" y="83"/>
                    </a:cubicBezTo>
                    <a:cubicBezTo>
                      <a:pt x="746" y="167"/>
                      <a:pt x="836" y="227"/>
                      <a:pt x="1086" y="209"/>
                    </a:cubicBezTo>
                    <a:cubicBezTo>
                      <a:pt x="1029" y="209"/>
                      <a:pt x="852" y="202"/>
                      <a:pt x="674" y="130"/>
                    </a:cubicBezTo>
                    <a:cubicBezTo>
                      <a:pt x="385" y="13"/>
                      <a:pt x="262" y="16"/>
                      <a:pt x="155" y="44"/>
                    </a:cubicBezTo>
                    <a:cubicBezTo>
                      <a:pt x="91" y="60"/>
                      <a:pt x="48" y="82"/>
                      <a:pt x="0" y="108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4" name="Freeform 1253">
                <a:extLst>
                  <a:ext uri="{FF2B5EF4-FFF2-40B4-BE49-F238E27FC236}">
                    <a16:creationId xmlns:a16="http://schemas.microsoft.com/office/drawing/2014/main" id="{C2D5110C-2B21-4A31-8C34-F6C6A0A16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2616"/>
                <a:ext cx="536" cy="83"/>
              </a:xfrm>
              <a:custGeom>
                <a:avLst/>
                <a:gdLst>
                  <a:gd name="T0" fmla="*/ 0 w 357"/>
                  <a:gd name="T1" fmla="*/ 211 h 52"/>
                  <a:gd name="T2" fmla="*/ 1209 w 357"/>
                  <a:gd name="T3" fmla="*/ 211 h 52"/>
                  <a:gd name="T4" fmla="*/ 0 w 357"/>
                  <a:gd name="T5" fmla="*/ 211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7" h="52">
                    <a:moveTo>
                      <a:pt x="0" y="52"/>
                    </a:moveTo>
                    <a:cubicBezTo>
                      <a:pt x="49" y="29"/>
                      <a:pt x="188" y="0"/>
                      <a:pt x="357" y="52"/>
                    </a:cubicBezTo>
                    <a:cubicBezTo>
                      <a:pt x="280" y="31"/>
                      <a:pt x="114" y="13"/>
                      <a:pt x="0" y="52"/>
                    </a:cubicBezTo>
                    <a:close/>
                  </a:path>
                </a:pathLst>
              </a:custGeom>
              <a:solidFill>
                <a:srgbClr val="F9B5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5" name="Freeform 1254">
                <a:extLst>
                  <a:ext uri="{FF2B5EF4-FFF2-40B4-BE49-F238E27FC236}">
                    <a16:creationId xmlns:a16="http://schemas.microsoft.com/office/drawing/2014/main" id="{049A0704-FEBD-4471-8BE9-9D8A527CE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880"/>
                <a:ext cx="408" cy="48"/>
              </a:xfrm>
              <a:custGeom>
                <a:avLst/>
                <a:gdLst>
                  <a:gd name="T0" fmla="*/ 0 w 272"/>
                  <a:gd name="T1" fmla="*/ 115 h 30"/>
                  <a:gd name="T2" fmla="*/ 918 w 272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2" h="30">
                    <a:moveTo>
                      <a:pt x="0" y="28"/>
                    </a:moveTo>
                    <a:cubicBezTo>
                      <a:pt x="45" y="30"/>
                      <a:pt x="204" y="14"/>
                      <a:pt x="272" y="0"/>
                    </a:cubicBezTo>
                  </a:path>
                </a:pathLst>
              </a:custGeom>
              <a:solidFill>
                <a:srgbClr val="F9B5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6" name="Freeform 1255">
                <a:extLst>
                  <a:ext uri="{FF2B5EF4-FFF2-40B4-BE49-F238E27FC236}">
                    <a16:creationId xmlns:a16="http://schemas.microsoft.com/office/drawing/2014/main" id="{4606C3A7-CE77-4A99-AF15-AC47881F8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921"/>
                <a:ext cx="158" cy="108"/>
              </a:xfrm>
              <a:custGeom>
                <a:avLst/>
                <a:gdLst>
                  <a:gd name="T0" fmla="*/ 351 w 105"/>
                  <a:gd name="T1" fmla="*/ 55 h 67"/>
                  <a:gd name="T2" fmla="*/ 333 w 105"/>
                  <a:gd name="T3" fmla="*/ 16 h 67"/>
                  <a:gd name="T4" fmla="*/ 286 w 105"/>
                  <a:gd name="T5" fmla="*/ 16 h 67"/>
                  <a:gd name="T6" fmla="*/ 197 w 105"/>
                  <a:gd name="T7" fmla="*/ 68 h 67"/>
                  <a:gd name="T8" fmla="*/ 0 w 105"/>
                  <a:gd name="T9" fmla="*/ 177 h 67"/>
                  <a:gd name="T10" fmla="*/ 0 w 105"/>
                  <a:gd name="T11" fmla="*/ 280 h 67"/>
                  <a:gd name="T12" fmla="*/ 108 w 105"/>
                  <a:gd name="T13" fmla="*/ 213 h 67"/>
                  <a:gd name="T14" fmla="*/ 331 w 105"/>
                  <a:gd name="T15" fmla="*/ 97 h 67"/>
                  <a:gd name="T16" fmla="*/ 351 w 105"/>
                  <a:gd name="T17" fmla="*/ 55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67">
                    <a:moveTo>
                      <a:pt x="103" y="13"/>
                    </a:moveTo>
                    <a:cubicBezTo>
                      <a:pt x="98" y="4"/>
                      <a:pt x="98" y="4"/>
                      <a:pt x="98" y="4"/>
                    </a:cubicBezTo>
                    <a:cubicBezTo>
                      <a:pt x="96" y="0"/>
                      <a:pt x="90" y="2"/>
                      <a:pt x="84" y="4"/>
                    </a:cubicBezTo>
                    <a:cubicBezTo>
                      <a:pt x="84" y="4"/>
                      <a:pt x="76" y="8"/>
                      <a:pt x="58" y="16"/>
                    </a:cubicBezTo>
                    <a:cubicBezTo>
                      <a:pt x="46" y="21"/>
                      <a:pt x="15" y="35"/>
                      <a:pt x="0" y="4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6" y="64"/>
                      <a:pt x="21" y="56"/>
                      <a:pt x="32" y="51"/>
                    </a:cubicBezTo>
                    <a:cubicBezTo>
                      <a:pt x="47" y="45"/>
                      <a:pt x="97" y="23"/>
                      <a:pt x="97" y="23"/>
                    </a:cubicBezTo>
                    <a:cubicBezTo>
                      <a:pt x="102" y="21"/>
                      <a:pt x="105" y="17"/>
                      <a:pt x="103" y="1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7" name="Freeform 1256">
                <a:extLst>
                  <a:ext uri="{FF2B5EF4-FFF2-40B4-BE49-F238E27FC236}">
                    <a16:creationId xmlns:a16="http://schemas.microsoft.com/office/drawing/2014/main" id="{02D2A043-2F66-4631-96D3-A8C587336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867"/>
                <a:ext cx="198" cy="83"/>
              </a:xfrm>
              <a:custGeom>
                <a:avLst/>
                <a:gdLst>
                  <a:gd name="T0" fmla="*/ 444 w 132"/>
                  <a:gd name="T1" fmla="*/ 67 h 52"/>
                  <a:gd name="T2" fmla="*/ 404 w 132"/>
                  <a:gd name="T3" fmla="*/ 107 h 52"/>
                  <a:gd name="T4" fmla="*/ 302 w 132"/>
                  <a:gd name="T5" fmla="*/ 136 h 52"/>
                  <a:gd name="T6" fmla="*/ 59 w 132"/>
                  <a:gd name="T7" fmla="*/ 204 h 52"/>
                  <a:gd name="T8" fmla="*/ 14 w 132"/>
                  <a:gd name="T9" fmla="*/ 192 h 52"/>
                  <a:gd name="T10" fmla="*/ 5 w 132"/>
                  <a:gd name="T11" fmla="*/ 150 h 52"/>
                  <a:gd name="T12" fmla="*/ 26 w 132"/>
                  <a:gd name="T13" fmla="*/ 115 h 52"/>
                  <a:gd name="T14" fmla="*/ 210 w 132"/>
                  <a:gd name="T15" fmla="*/ 67 h 52"/>
                  <a:gd name="T16" fmla="*/ 383 w 132"/>
                  <a:gd name="T17" fmla="*/ 13 h 52"/>
                  <a:gd name="T18" fmla="*/ 437 w 132"/>
                  <a:gd name="T19" fmla="*/ 29 h 52"/>
                  <a:gd name="T20" fmla="*/ 444 w 132"/>
                  <a:gd name="T21" fmla="*/ 67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52">
                    <a:moveTo>
                      <a:pt x="131" y="16"/>
                    </a:moveTo>
                    <a:cubicBezTo>
                      <a:pt x="132" y="20"/>
                      <a:pt x="130" y="23"/>
                      <a:pt x="119" y="26"/>
                    </a:cubicBezTo>
                    <a:cubicBezTo>
                      <a:pt x="119" y="26"/>
                      <a:pt x="113" y="27"/>
                      <a:pt x="89" y="33"/>
                    </a:cubicBezTo>
                    <a:cubicBezTo>
                      <a:pt x="65" y="39"/>
                      <a:pt x="17" y="50"/>
                      <a:pt x="17" y="50"/>
                    </a:cubicBezTo>
                    <a:cubicBezTo>
                      <a:pt x="8" y="52"/>
                      <a:pt x="4" y="50"/>
                      <a:pt x="4" y="4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0" y="33"/>
                      <a:pt x="1" y="30"/>
                      <a:pt x="7" y="28"/>
                    </a:cubicBezTo>
                    <a:cubicBezTo>
                      <a:pt x="7" y="28"/>
                      <a:pt x="39" y="22"/>
                      <a:pt x="62" y="16"/>
                    </a:cubicBezTo>
                    <a:cubicBezTo>
                      <a:pt x="84" y="11"/>
                      <a:pt x="113" y="3"/>
                      <a:pt x="113" y="3"/>
                    </a:cubicBezTo>
                    <a:cubicBezTo>
                      <a:pt x="124" y="0"/>
                      <a:pt x="128" y="3"/>
                      <a:pt x="129" y="7"/>
                    </a:cubicBezTo>
                    <a:lnTo>
                      <a:pt x="131" y="16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8" name="Freeform 1257">
                <a:extLst>
                  <a:ext uri="{FF2B5EF4-FFF2-40B4-BE49-F238E27FC236}">
                    <a16:creationId xmlns:a16="http://schemas.microsoft.com/office/drawing/2014/main" id="{A7F15573-6CD7-47ED-B43A-F543DB9E0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3104"/>
                <a:ext cx="200" cy="59"/>
              </a:xfrm>
              <a:custGeom>
                <a:avLst/>
                <a:gdLst>
                  <a:gd name="T0" fmla="*/ 448 w 133"/>
                  <a:gd name="T1" fmla="*/ 65 h 37"/>
                  <a:gd name="T2" fmla="*/ 418 w 133"/>
                  <a:gd name="T3" fmla="*/ 94 h 37"/>
                  <a:gd name="T4" fmla="*/ 180 w 133"/>
                  <a:gd name="T5" fmla="*/ 124 h 37"/>
                  <a:gd name="T6" fmla="*/ 45 w 133"/>
                  <a:gd name="T7" fmla="*/ 145 h 37"/>
                  <a:gd name="T8" fmla="*/ 8 w 133"/>
                  <a:gd name="T9" fmla="*/ 116 h 37"/>
                  <a:gd name="T10" fmla="*/ 5 w 133"/>
                  <a:gd name="T11" fmla="*/ 85 h 37"/>
                  <a:gd name="T12" fmla="*/ 48 w 133"/>
                  <a:gd name="T13" fmla="*/ 53 h 37"/>
                  <a:gd name="T14" fmla="*/ 304 w 133"/>
                  <a:gd name="T15" fmla="*/ 16 h 37"/>
                  <a:gd name="T16" fmla="*/ 398 w 133"/>
                  <a:gd name="T17" fmla="*/ 5 h 37"/>
                  <a:gd name="T18" fmla="*/ 441 w 133"/>
                  <a:gd name="T19" fmla="*/ 21 h 37"/>
                  <a:gd name="T20" fmla="*/ 448 w 133"/>
                  <a:gd name="T21" fmla="*/ 65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3" h="37">
                    <a:moveTo>
                      <a:pt x="132" y="16"/>
                    </a:moveTo>
                    <a:cubicBezTo>
                      <a:pt x="133" y="20"/>
                      <a:pt x="129" y="22"/>
                      <a:pt x="123" y="23"/>
                    </a:cubicBezTo>
                    <a:cubicBezTo>
                      <a:pt x="123" y="23"/>
                      <a:pt x="69" y="29"/>
                      <a:pt x="53" y="31"/>
                    </a:cubicBezTo>
                    <a:cubicBezTo>
                      <a:pt x="37" y="32"/>
                      <a:pt x="13" y="36"/>
                      <a:pt x="13" y="36"/>
                    </a:cubicBezTo>
                    <a:cubicBezTo>
                      <a:pt x="7" y="37"/>
                      <a:pt x="2" y="35"/>
                      <a:pt x="2" y="29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17"/>
                      <a:pt x="4" y="14"/>
                      <a:pt x="14" y="13"/>
                    </a:cubicBezTo>
                    <a:cubicBezTo>
                      <a:pt x="14" y="13"/>
                      <a:pt x="70" y="6"/>
                      <a:pt x="89" y="4"/>
                    </a:cubicBezTo>
                    <a:cubicBezTo>
                      <a:pt x="108" y="2"/>
                      <a:pt x="117" y="1"/>
                      <a:pt x="117" y="1"/>
                    </a:cubicBezTo>
                    <a:cubicBezTo>
                      <a:pt x="123" y="0"/>
                      <a:pt x="130" y="1"/>
                      <a:pt x="130" y="5"/>
                    </a:cubicBezTo>
                    <a:lnTo>
                      <a:pt x="132" y="16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9" name="Freeform 1258">
                <a:extLst>
                  <a:ext uri="{FF2B5EF4-FFF2-40B4-BE49-F238E27FC236}">
                    <a16:creationId xmlns:a16="http://schemas.microsoft.com/office/drawing/2014/main" id="{D2FBB623-78F6-4D1D-B75A-4C66D1E1A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3091"/>
                <a:ext cx="157" cy="46"/>
              </a:xfrm>
              <a:custGeom>
                <a:avLst/>
                <a:gdLst>
                  <a:gd name="T0" fmla="*/ 351 w 105"/>
                  <a:gd name="T1" fmla="*/ 0 h 29"/>
                  <a:gd name="T2" fmla="*/ 211 w 105"/>
                  <a:gd name="T3" fmla="*/ 13 h 29"/>
                  <a:gd name="T4" fmla="*/ 22 w 105"/>
                  <a:gd name="T5" fmla="*/ 25 h 29"/>
                  <a:gd name="T6" fmla="*/ 0 w 105"/>
                  <a:gd name="T7" fmla="*/ 52 h 29"/>
                  <a:gd name="T8" fmla="*/ 1 w 105"/>
                  <a:gd name="T9" fmla="*/ 90 h 29"/>
                  <a:gd name="T10" fmla="*/ 46 w 105"/>
                  <a:gd name="T11" fmla="*/ 111 h 29"/>
                  <a:gd name="T12" fmla="*/ 290 w 105"/>
                  <a:gd name="T13" fmla="*/ 95 h 29"/>
                  <a:gd name="T14" fmla="*/ 351 w 105"/>
                  <a:gd name="T15" fmla="*/ 90 h 29"/>
                  <a:gd name="T16" fmla="*/ 351 w 105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29">
                    <a:moveTo>
                      <a:pt x="105" y="0"/>
                    </a:moveTo>
                    <a:cubicBezTo>
                      <a:pt x="94" y="1"/>
                      <a:pt x="77" y="2"/>
                      <a:pt x="63" y="3"/>
                    </a:cubicBezTo>
                    <a:cubicBezTo>
                      <a:pt x="40" y="5"/>
                      <a:pt x="7" y="6"/>
                      <a:pt x="7" y="6"/>
                    </a:cubicBezTo>
                    <a:cubicBezTo>
                      <a:pt x="1" y="6"/>
                      <a:pt x="0" y="9"/>
                      <a:pt x="0" y="1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7"/>
                      <a:pt x="4" y="29"/>
                      <a:pt x="14" y="28"/>
                    </a:cubicBezTo>
                    <a:cubicBezTo>
                      <a:pt x="14" y="28"/>
                      <a:pt x="63" y="25"/>
                      <a:pt x="87" y="24"/>
                    </a:cubicBezTo>
                    <a:cubicBezTo>
                      <a:pt x="95" y="23"/>
                      <a:pt x="101" y="23"/>
                      <a:pt x="105" y="23"/>
                    </a:cubicBezTo>
                    <a:lnTo>
                      <a:pt x="105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0" name="Freeform 1259">
                <a:extLst>
                  <a:ext uri="{FF2B5EF4-FFF2-40B4-BE49-F238E27FC236}">
                    <a16:creationId xmlns:a16="http://schemas.microsoft.com/office/drawing/2014/main" id="{EDED2E4A-5918-45EF-B92C-B783C6C7D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867"/>
                <a:ext cx="198" cy="51"/>
              </a:xfrm>
              <a:custGeom>
                <a:avLst/>
                <a:gdLst>
                  <a:gd name="T0" fmla="*/ 444 w 132"/>
                  <a:gd name="T1" fmla="*/ 102 h 32"/>
                  <a:gd name="T2" fmla="*/ 383 w 132"/>
                  <a:gd name="T3" fmla="*/ 124 h 32"/>
                  <a:gd name="T4" fmla="*/ 183 w 132"/>
                  <a:gd name="T5" fmla="*/ 104 h 32"/>
                  <a:gd name="T6" fmla="*/ 39 w 132"/>
                  <a:gd name="T7" fmla="*/ 97 h 32"/>
                  <a:gd name="T8" fmla="*/ 0 w 132"/>
                  <a:gd name="T9" fmla="*/ 65 h 32"/>
                  <a:gd name="T10" fmla="*/ 5 w 132"/>
                  <a:gd name="T11" fmla="*/ 26 h 32"/>
                  <a:gd name="T12" fmla="*/ 32 w 132"/>
                  <a:gd name="T13" fmla="*/ 0 h 32"/>
                  <a:gd name="T14" fmla="*/ 216 w 132"/>
                  <a:gd name="T15" fmla="*/ 16 h 32"/>
                  <a:gd name="T16" fmla="*/ 419 w 132"/>
                  <a:gd name="T17" fmla="*/ 29 h 32"/>
                  <a:gd name="T18" fmla="*/ 446 w 132"/>
                  <a:gd name="T19" fmla="*/ 61 h 32"/>
                  <a:gd name="T20" fmla="*/ 444 w 132"/>
                  <a:gd name="T21" fmla="*/ 102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2">
                    <a:moveTo>
                      <a:pt x="131" y="25"/>
                    </a:moveTo>
                    <a:cubicBezTo>
                      <a:pt x="131" y="29"/>
                      <a:pt x="129" y="32"/>
                      <a:pt x="113" y="31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5" y="24"/>
                      <a:pt x="0" y="20"/>
                      <a:pt x="0" y="1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3"/>
                      <a:pt x="3" y="0"/>
                      <a:pt x="9" y="0"/>
                    </a:cubicBezTo>
                    <a:cubicBezTo>
                      <a:pt x="9" y="0"/>
                      <a:pt x="51" y="3"/>
                      <a:pt x="64" y="4"/>
                    </a:cubicBezTo>
                    <a:cubicBezTo>
                      <a:pt x="76" y="5"/>
                      <a:pt x="124" y="7"/>
                      <a:pt x="124" y="7"/>
                    </a:cubicBezTo>
                    <a:cubicBezTo>
                      <a:pt x="130" y="8"/>
                      <a:pt x="132" y="11"/>
                      <a:pt x="132" y="15"/>
                    </a:cubicBezTo>
                    <a:lnTo>
                      <a:pt x="131" y="25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1" name="Freeform 1260">
                <a:extLst>
                  <a:ext uri="{FF2B5EF4-FFF2-40B4-BE49-F238E27FC236}">
                    <a16:creationId xmlns:a16="http://schemas.microsoft.com/office/drawing/2014/main" id="{BAB78E68-63A8-457C-B3BB-232A317BD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120"/>
                <a:ext cx="198" cy="60"/>
              </a:xfrm>
              <a:custGeom>
                <a:avLst/>
                <a:gdLst>
                  <a:gd name="T0" fmla="*/ 444 w 132"/>
                  <a:gd name="T1" fmla="*/ 128 h 38"/>
                  <a:gd name="T2" fmla="*/ 392 w 132"/>
                  <a:gd name="T3" fmla="*/ 145 h 38"/>
                  <a:gd name="T4" fmla="*/ 291 w 132"/>
                  <a:gd name="T5" fmla="*/ 129 h 38"/>
                  <a:gd name="T6" fmla="*/ 41 w 132"/>
                  <a:gd name="T7" fmla="*/ 98 h 38"/>
                  <a:gd name="T8" fmla="*/ 0 w 132"/>
                  <a:gd name="T9" fmla="*/ 68 h 38"/>
                  <a:gd name="T10" fmla="*/ 8 w 132"/>
                  <a:gd name="T11" fmla="*/ 27 h 38"/>
                  <a:gd name="T12" fmla="*/ 35 w 132"/>
                  <a:gd name="T13" fmla="*/ 5 h 38"/>
                  <a:gd name="T14" fmla="*/ 221 w 132"/>
                  <a:gd name="T15" fmla="*/ 33 h 38"/>
                  <a:gd name="T16" fmla="*/ 399 w 132"/>
                  <a:gd name="T17" fmla="*/ 52 h 38"/>
                  <a:gd name="T18" fmla="*/ 446 w 132"/>
                  <a:gd name="T19" fmla="*/ 87 h 38"/>
                  <a:gd name="T20" fmla="*/ 444 w 132"/>
                  <a:gd name="T21" fmla="*/ 128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8">
                    <a:moveTo>
                      <a:pt x="131" y="32"/>
                    </a:moveTo>
                    <a:cubicBezTo>
                      <a:pt x="130" y="35"/>
                      <a:pt x="127" y="38"/>
                      <a:pt x="116" y="37"/>
                    </a:cubicBezTo>
                    <a:cubicBezTo>
                      <a:pt x="116" y="37"/>
                      <a:pt x="110" y="36"/>
                      <a:pt x="86" y="33"/>
                    </a:cubicBezTo>
                    <a:cubicBezTo>
                      <a:pt x="61" y="30"/>
                      <a:pt x="12" y="25"/>
                      <a:pt x="12" y="25"/>
                    </a:cubicBezTo>
                    <a:cubicBezTo>
                      <a:pt x="3" y="24"/>
                      <a:pt x="0" y="21"/>
                      <a:pt x="0" y="1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3"/>
                      <a:pt x="4" y="0"/>
                      <a:pt x="10" y="1"/>
                    </a:cubicBezTo>
                    <a:cubicBezTo>
                      <a:pt x="10" y="1"/>
                      <a:pt x="43" y="6"/>
                      <a:pt x="65" y="8"/>
                    </a:cubicBezTo>
                    <a:cubicBezTo>
                      <a:pt x="88" y="11"/>
                      <a:pt x="118" y="13"/>
                      <a:pt x="118" y="13"/>
                    </a:cubicBezTo>
                    <a:cubicBezTo>
                      <a:pt x="130" y="14"/>
                      <a:pt x="132" y="18"/>
                      <a:pt x="132" y="22"/>
                    </a:cubicBezTo>
                    <a:lnTo>
                      <a:pt x="131" y="32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2" name="Freeform 1261">
                <a:extLst>
                  <a:ext uri="{FF2B5EF4-FFF2-40B4-BE49-F238E27FC236}">
                    <a16:creationId xmlns:a16="http://schemas.microsoft.com/office/drawing/2014/main" id="{0F4D8611-6211-432B-AE06-1EFDCB1B9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3129"/>
                <a:ext cx="198" cy="51"/>
              </a:xfrm>
              <a:custGeom>
                <a:avLst/>
                <a:gdLst>
                  <a:gd name="T0" fmla="*/ 446 w 132"/>
                  <a:gd name="T1" fmla="*/ 65 h 32"/>
                  <a:gd name="T2" fmla="*/ 386 w 132"/>
                  <a:gd name="T3" fmla="*/ 102 h 32"/>
                  <a:gd name="T4" fmla="*/ 189 w 132"/>
                  <a:gd name="T5" fmla="*/ 115 h 32"/>
                  <a:gd name="T6" fmla="*/ 41 w 132"/>
                  <a:gd name="T7" fmla="*/ 129 h 32"/>
                  <a:gd name="T8" fmla="*/ 5 w 132"/>
                  <a:gd name="T9" fmla="*/ 104 h 32"/>
                  <a:gd name="T10" fmla="*/ 0 w 132"/>
                  <a:gd name="T11" fmla="*/ 65 h 32"/>
                  <a:gd name="T12" fmla="*/ 27 w 132"/>
                  <a:gd name="T13" fmla="*/ 33 h 32"/>
                  <a:gd name="T14" fmla="*/ 210 w 132"/>
                  <a:gd name="T15" fmla="*/ 21 h 32"/>
                  <a:gd name="T16" fmla="*/ 413 w 132"/>
                  <a:gd name="T17" fmla="*/ 0 h 32"/>
                  <a:gd name="T18" fmla="*/ 444 w 132"/>
                  <a:gd name="T19" fmla="*/ 26 h 32"/>
                  <a:gd name="T20" fmla="*/ 446 w 132"/>
                  <a:gd name="T21" fmla="*/ 65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2">
                    <a:moveTo>
                      <a:pt x="132" y="16"/>
                    </a:moveTo>
                    <a:cubicBezTo>
                      <a:pt x="132" y="20"/>
                      <a:pt x="131" y="23"/>
                      <a:pt x="114" y="25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6" y="32"/>
                      <a:pt x="1" y="30"/>
                      <a:pt x="1" y="2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2"/>
                      <a:pt x="2" y="9"/>
                      <a:pt x="8" y="8"/>
                    </a:cubicBezTo>
                    <a:cubicBezTo>
                      <a:pt x="8" y="8"/>
                      <a:pt x="49" y="6"/>
                      <a:pt x="62" y="5"/>
                    </a:cubicBezTo>
                    <a:cubicBezTo>
                      <a:pt x="75" y="4"/>
                      <a:pt x="122" y="0"/>
                      <a:pt x="122" y="0"/>
                    </a:cubicBezTo>
                    <a:cubicBezTo>
                      <a:pt x="128" y="0"/>
                      <a:pt x="131" y="3"/>
                      <a:pt x="131" y="6"/>
                    </a:cubicBezTo>
                    <a:lnTo>
                      <a:pt x="132" y="16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3" name="Freeform 1262">
                <a:extLst>
                  <a:ext uri="{FF2B5EF4-FFF2-40B4-BE49-F238E27FC236}">
                    <a16:creationId xmlns:a16="http://schemas.microsoft.com/office/drawing/2014/main" id="{AF721337-6978-4B70-AC32-858839E18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80"/>
                <a:ext cx="198" cy="80"/>
              </a:xfrm>
              <a:custGeom>
                <a:avLst/>
                <a:gdLst>
                  <a:gd name="T0" fmla="*/ 12 w 132"/>
                  <a:gd name="T1" fmla="*/ 29 h 50"/>
                  <a:gd name="T2" fmla="*/ 75 w 132"/>
                  <a:gd name="T3" fmla="*/ 13 h 50"/>
                  <a:gd name="T4" fmla="*/ 269 w 132"/>
                  <a:gd name="T5" fmla="*/ 67 h 50"/>
                  <a:gd name="T6" fmla="*/ 404 w 132"/>
                  <a:gd name="T7" fmla="*/ 102 h 50"/>
                  <a:gd name="T8" fmla="*/ 444 w 132"/>
                  <a:gd name="T9" fmla="*/ 138 h 50"/>
                  <a:gd name="T10" fmla="*/ 437 w 132"/>
                  <a:gd name="T11" fmla="*/ 179 h 50"/>
                  <a:gd name="T12" fmla="*/ 405 w 132"/>
                  <a:gd name="T13" fmla="*/ 200 h 50"/>
                  <a:gd name="T14" fmla="*/ 215 w 132"/>
                  <a:gd name="T15" fmla="*/ 157 h 50"/>
                  <a:gd name="T16" fmla="*/ 26 w 132"/>
                  <a:gd name="T17" fmla="*/ 98 h 50"/>
                  <a:gd name="T18" fmla="*/ 5 w 132"/>
                  <a:gd name="T19" fmla="*/ 67 h 50"/>
                  <a:gd name="T20" fmla="*/ 12 w 132"/>
                  <a:gd name="T21" fmla="*/ 29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50">
                    <a:moveTo>
                      <a:pt x="3" y="7"/>
                    </a:moveTo>
                    <a:cubicBezTo>
                      <a:pt x="4" y="3"/>
                      <a:pt x="6" y="0"/>
                      <a:pt x="22" y="3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119" y="25"/>
                      <a:pt x="119" y="25"/>
                      <a:pt x="119" y="25"/>
                    </a:cubicBezTo>
                    <a:cubicBezTo>
                      <a:pt x="127" y="26"/>
                      <a:pt x="132" y="30"/>
                      <a:pt x="131" y="34"/>
                    </a:cubicBezTo>
                    <a:cubicBezTo>
                      <a:pt x="129" y="44"/>
                      <a:pt x="129" y="44"/>
                      <a:pt x="129" y="44"/>
                    </a:cubicBezTo>
                    <a:cubicBezTo>
                      <a:pt x="128" y="48"/>
                      <a:pt x="125" y="50"/>
                      <a:pt x="120" y="49"/>
                    </a:cubicBezTo>
                    <a:cubicBezTo>
                      <a:pt x="120" y="49"/>
                      <a:pt x="75" y="41"/>
                      <a:pt x="63" y="38"/>
                    </a:cubicBezTo>
                    <a:cubicBezTo>
                      <a:pt x="51" y="36"/>
                      <a:pt x="7" y="24"/>
                      <a:pt x="7" y="24"/>
                    </a:cubicBezTo>
                    <a:cubicBezTo>
                      <a:pt x="1" y="23"/>
                      <a:pt x="0" y="20"/>
                      <a:pt x="1" y="16"/>
                    </a:cubicBezTo>
                    <a:lnTo>
                      <a:pt x="3" y="7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4" name="Freeform 1263">
                <a:extLst>
                  <a:ext uri="{FF2B5EF4-FFF2-40B4-BE49-F238E27FC236}">
                    <a16:creationId xmlns:a16="http://schemas.microsoft.com/office/drawing/2014/main" id="{7961676D-C4B4-4DCE-9870-B72BDE4D3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929"/>
                <a:ext cx="195" cy="103"/>
              </a:xfrm>
              <a:custGeom>
                <a:avLst/>
                <a:gdLst>
                  <a:gd name="T0" fmla="*/ 423 w 130"/>
                  <a:gd name="T1" fmla="*/ 241 h 64"/>
                  <a:gd name="T2" fmla="*/ 359 w 130"/>
                  <a:gd name="T3" fmla="*/ 246 h 64"/>
                  <a:gd name="T4" fmla="*/ 174 w 130"/>
                  <a:gd name="T5" fmla="*/ 163 h 64"/>
                  <a:gd name="T6" fmla="*/ 35 w 130"/>
                  <a:gd name="T7" fmla="*/ 103 h 64"/>
                  <a:gd name="T8" fmla="*/ 8 w 130"/>
                  <a:gd name="T9" fmla="*/ 63 h 64"/>
                  <a:gd name="T10" fmla="*/ 18 w 130"/>
                  <a:gd name="T11" fmla="*/ 26 h 64"/>
                  <a:gd name="T12" fmla="*/ 53 w 130"/>
                  <a:gd name="T13" fmla="*/ 8 h 64"/>
                  <a:gd name="T14" fmla="*/ 224 w 130"/>
                  <a:gd name="T15" fmla="*/ 84 h 64"/>
                  <a:gd name="T16" fmla="*/ 417 w 130"/>
                  <a:gd name="T17" fmla="*/ 163 h 64"/>
                  <a:gd name="T18" fmla="*/ 437 w 130"/>
                  <a:gd name="T19" fmla="*/ 204 h 64"/>
                  <a:gd name="T20" fmla="*/ 423 w 130"/>
                  <a:gd name="T21" fmla="*/ 241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0" h="64">
                    <a:moveTo>
                      <a:pt x="125" y="58"/>
                    </a:moveTo>
                    <a:cubicBezTo>
                      <a:pt x="124" y="62"/>
                      <a:pt x="122" y="64"/>
                      <a:pt x="106" y="59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4" y="23"/>
                      <a:pt x="0" y="19"/>
                      <a:pt x="2" y="1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2"/>
                      <a:pt x="9" y="0"/>
                      <a:pt x="15" y="2"/>
                    </a:cubicBezTo>
                    <a:cubicBezTo>
                      <a:pt x="15" y="2"/>
                      <a:pt x="54" y="16"/>
                      <a:pt x="66" y="20"/>
                    </a:cubicBezTo>
                    <a:cubicBezTo>
                      <a:pt x="78" y="25"/>
                      <a:pt x="123" y="39"/>
                      <a:pt x="123" y="39"/>
                    </a:cubicBezTo>
                    <a:cubicBezTo>
                      <a:pt x="129" y="41"/>
                      <a:pt x="130" y="45"/>
                      <a:pt x="129" y="49"/>
                    </a:cubicBezTo>
                    <a:lnTo>
                      <a:pt x="125" y="58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5" name="Freeform 1264">
                <a:extLst>
                  <a:ext uri="{FF2B5EF4-FFF2-40B4-BE49-F238E27FC236}">
                    <a16:creationId xmlns:a16="http://schemas.microsoft.com/office/drawing/2014/main" id="{799337B6-EB0F-4856-B74D-1C1E1B5C4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97"/>
                <a:ext cx="195" cy="102"/>
              </a:xfrm>
              <a:custGeom>
                <a:avLst/>
                <a:gdLst>
                  <a:gd name="T0" fmla="*/ 18 w 130"/>
                  <a:gd name="T1" fmla="*/ 26 h 64"/>
                  <a:gd name="T2" fmla="*/ 81 w 130"/>
                  <a:gd name="T3" fmla="*/ 21 h 64"/>
                  <a:gd name="T4" fmla="*/ 269 w 130"/>
                  <a:gd name="T5" fmla="*/ 102 h 64"/>
                  <a:gd name="T6" fmla="*/ 399 w 130"/>
                  <a:gd name="T7" fmla="*/ 155 h 64"/>
                  <a:gd name="T8" fmla="*/ 437 w 130"/>
                  <a:gd name="T9" fmla="*/ 198 h 64"/>
                  <a:gd name="T10" fmla="*/ 423 w 130"/>
                  <a:gd name="T11" fmla="*/ 234 h 64"/>
                  <a:gd name="T12" fmla="*/ 390 w 130"/>
                  <a:gd name="T13" fmla="*/ 252 h 64"/>
                  <a:gd name="T14" fmla="*/ 207 w 130"/>
                  <a:gd name="T15" fmla="*/ 183 h 64"/>
                  <a:gd name="T16" fmla="*/ 26 w 130"/>
                  <a:gd name="T17" fmla="*/ 97 h 64"/>
                  <a:gd name="T18" fmla="*/ 8 w 130"/>
                  <a:gd name="T19" fmla="*/ 61 h 64"/>
                  <a:gd name="T20" fmla="*/ 18 w 130"/>
                  <a:gd name="T21" fmla="*/ 26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0" h="64">
                    <a:moveTo>
                      <a:pt x="5" y="6"/>
                    </a:moveTo>
                    <a:cubicBezTo>
                      <a:pt x="6" y="2"/>
                      <a:pt x="8" y="0"/>
                      <a:pt x="24" y="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118" y="38"/>
                      <a:pt x="118" y="38"/>
                      <a:pt x="118" y="38"/>
                    </a:cubicBezTo>
                    <a:cubicBezTo>
                      <a:pt x="125" y="41"/>
                      <a:pt x="130" y="45"/>
                      <a:pt x="129" y="49"/>
                    </a:cubicBezTo>
                    <a:cubicBezTo>
                      <a:pt x="125" y="58"/>
                      <a:pt x="125" y="58"/>
                      <a:pt x="125" y="58"/>
                    </a:cubicBezTo>
                    <a:cubicBezTo>
                      <a:pt x="124" y="62"/>
                      <a:pt x="121" y="64"/>
                      <a:pt x="115" y="62"/>
                    </a:cubicBezTo>
                    <a:cubicBezTo>
                      <a:pt x="115" y="62"/>
                      <a:pt x="73" y="49"/>
                      <a:pt x="61" y="45"/>
                    </a:cubicBezTo>
                    <a:cubicBezTo>
                      <a:pt x="48" y="41"/>
                      <a:pt x="7" y="24"/>
                      <a:pt x="7" y="24"/>
                    </a:cubicBezTo>
                    <a:cubicBezTo>
                      <a:pt x="1" y="22"/>
                      <a:pt x="0" y="19"/>
                      <a:pt x="2" y="15"/>
                    </a:cubicBezTo>
                    <a:lnTo>
                      <a:pt x="5" y="6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6" name="Freeform 1265">
                <a:extLst>
                  <a:ext uri="{FF2B5EF4-FFF2-40B4-BE49-F238E27FC236}">
                    <a16:creationId xmlns:a16="http://schemas.microsoft.com/office/drawing/2014/main" id="{95113FA8-6DC2-4543-B1AE-82F7E276B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3065"/>
                <a:ext cx="197" cy="87"/>
              </a:xfrm>
              <a:custGeom>
                <a:avLst/>
                <a:gdLst>
                  <a:gd name="T0" fmla="*/ 12 w 131"/>
                  <a:gd name="T1" fmla="*/ 26 h 54"/>
                  <a:gd name="T2" fmla="*/ 80 w 131"/>
                  <a:gd name="T3" fmla="*/ 16 h 54"/>
                  <a:gd name="T4" fmla="*/ 269 w 131"/>
                  <a:gd name="T5" fmla="*/ 81 h 54"/>
                  <a:gd name="T6" fmla="*/ 405 w 131"/>
                  <a:gd name="T7" fmla="*/ 122 h 54"/>
                  <a:gd name="T8" fmla="*/ 441 w 131"/>
                  <a:gd name="T9" fmla="*/ 158 h 54"/>
                  <a:gd name="T10" fmla="*/ 435 w 131"/>
                  <a:gd name="T11" fmla="*/ 200 h 54"/>
                  <a:gd name="T12" fmla="*/ 400 w 131"/>
                  <a:gd name="T13" fmla="*/ 221 h 54"/>
                  <a:gd name="T14" fmla="*/ 211 w 131"/>
                  <a:gd name="T15" fmla="*/ 166 h 54"/>
                  <a:gd name="T16" fmla="*/ 26 w 131"/>
                  <a:gd name="T17" fmla="*/ 102 h 54"/>
                  <a:gd name="T18" fmla="*/ 5 w 131"/>
                  <a:gd name="T19" fmla="*/ 68 h 54"/>
                  <a:gd name="T20" fmla="*/ 12 w 131"/>
                  <a:gd name="T21" fmla="*/ 26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1" h="54">
                    <a:moveTo>
                      <a:pt x="3" y="6"/>
                    </a:moveTo>
                    <a:cubicBezTo>
                      <a:pt x="4" y="2"/>
                      <a:pt x="7" y="0"/>
                      <a:pt x="23" y="4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119" y="29"/>
                      <a:pt x="119" y="29"/>
                      <a:pt x="119" y="29"/>
                    </a:cubicBezTo>
                    <a:cubicBezTo>
                      <a:pt x="127" y="31"/>
                      <a:pt x="131" y="35"/>
                      <a:pt x="130" y="38"/>
                    </a:cubicBezTo>
                    <a:cubicBezTo>
                      <a:pt x="128" y="48"/>
                      <a:pt x="128" y="48"/>
                      <a:pt x="128" y="48"/>
                    </a:cubicBezTo>
                    <a:cubicBezTo>
                      <a:pt x="127" y="52"/>
                      <a:pt x="124" y="54"/>
                      <a:pt x="118" y="53"/>
                    </a:cubicBezTo>
                    <a:cubicBezTo>
                      <a:pt x="118" y="53"/>
                      <a:pt x="75" y="43"/>
                      <a:pt x="62" y="40"/>
                    </a:cubicBezTo>
                    <a:cubicBezTo>
                      <a:pt x="50" y="37"/>
                      <a:pt x="7" y="24"/>
                      <a:pt x="7" y="24"/>
                    </a:cubicBezTo>
                    <a:cubicBezTo>
                      <a:pt x="1" y="23"/>
                      <a:pt x="0" y="19"/>
                      <a:pt x="1" y="16"/>
                    </a:cubicBezTo>
                    <a:lnTo>
                      <a:pt x="3" y="6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7" name="Freeform 1266">
                <a:extLst>
                  <a:ext uri="{FF2B5EF4-FFF2-40B4-BE49-F238E27FC236}">
                    <a16:creationId xmlns:a16="http://schemas.microsoft.com/office/drawing/2014/main" id="{490F0344-F9B8-4AA7-8673-DDAFBCDA9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653"/>
                <a:ext cx="155" cy="102"/>
              </a:xfrm>
              <a:custGeom>
                <a:avLst/>
                <a:gdLst>
                  <a:gd name="T0" fmla="*/ 346 w 103"/>
                  <a:gd name="T1" fmla="*/ 48 h 64"/>
                  <a:gd name="T2" fmla="*/ 327 w 103"/>
                  <a:gd name="T3" fmla="*/ 13 h 64"/>
                  <a:gd name="T4" fmla="*/ 290 w 103"/>
                  <a:gd name="T5" fmla="*/ 13 h 64"/>
                  <a:gd name="T6" fmla="*/ 202 w 103"/>
                  <a:gd name="T7" fmla="*/ 61 h 64"/>
                  <a:gd name="T8" fmla="*/ 0 w 103"/>
                  <a:gd name="T9" fmla="*/ 166 h 64"/>
                  <a:gd name="T10" fmla="*/ 0 w 103"/>
                  <a:gd name="T11" fmla="*/ 260 h 64"/>
                  <a:gd name="T12" fmla="*/ 108 w 103"/>
                  <a:gd name="T13" fmla="*/ 196 h 64"/>
                  <a:gd name="T14" fmla="*/ 327 w 103"/>
                  <a:gd name="T15" fmla="*/ 81 h 64"/>
                  <a:gd name="T16" fmla="*/ 346 w 103"/>
                  <a:gd name="T17" fmla="*/ 48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102" y="12"/>
                    </a:moveTo>
                    <a:cubicBezTo>
                      <a:pt x="102" y="12"/>
                      <a:pt x="96" y="3"/>
                      <a:pt x="96" y="3"/>
                    </a:cubicBezTo>
                    <a:cubicBezTo>
                      <a:pt x="95" y="0"/>
                      <a:pt x="89" y="1"/>
                      <a:pt x="85" y="3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46" y="20"/>
                      <a:pt x="15" y="34"/>
                      <a:pt x="0" y="41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6" y="60"/>
                      <a:pt x="21" y="53"/>
                      <a:pt x="32" y="48"/>
                    </a:cubicBezTo>
                    <a:cubicBezTo>
                      <a:pt x="46" y="42"/>
                      <a:pt x="96" y="20"/>
                      <a:pt x="96" y="20"/>
                    </a:cubicBezTo>
                    <a:cubicBezTo>
                      <a:pt x="101" y="18"/>
                      <a:pt x="103" y="15"/>
                      <a:pt x="102" y="1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8" name="Freeform 1267">
                <a:extLst>
                  <a:ext uri="{FF2B5EF4-FFF2-40B4-BE49-F238E27FC236}">
                    <a16:creationId xmlns:a16="http://schemas.microsoft.com/office/drawing/2014/main" id="{7BE70CAF-97CF-44E1-AD70-276A1E0C6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598"/>
                <a:ext cx="192" cy="79"/>
              </a:xfrm>
              <a:custGeom>
                <a:avLst/>
                <a:gdLst>
                  <a:gd name="T0" fmla="*/ 377 w 128"/>
                  <a:gd name="T1" fmla="*/ 8 h 49"/>
                  <a:gd name="T2" fmla="*/ 423 w 128"/>
                  <a:gd name="T3" fmla="*/ 21 h 49"/>
                  <a:gd name="T4" fmla="*/ 431 w 128"/>
                  <a:gd name="T5" fmla="*/ 63 h 49"/>
                  <a:gd name="T6" fmla="*/ 396 w 128"/>
                  <a:gd name="T7" fmla="*/ 97 h 49"/>
                  <a:gd name="T8" fmla="*/ 296 w 128"/>
                  <a:gd name="T9" fmla="*/ 124 h 49"/>
                  <a:gd name="T10" fmla="*/ 53 w 128"/>
                  <a:gd name="T11" fmla="*/ 192 h 49"/>
                  <a:gd name="T12" fmla="*/ 12 w 128"/>
                  <a:gd name="T13" fmla="*/ 184 h 49"/>
                  <a:gd name="T14" fmla="*/ 5 w 128"/>
                  <a:gd name="T15" fmla="*/ 143 h 49"/>
                  <a:gd name="T16" fmla="*/ 18 w 128"/>
                  <a:gd name="T17" fmla="*/ 114 h 49"/>
                  <a:gd name="T18" fmla="*/ 203 w 128"/>
                  <a:gd name="T19" fmla="*/ 63 h 49"/>
                  <a:gd name="T20" fmla="*/ 377 w 128"/>
                  <a:gd name="T21" fmla="*/ 8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49">
                    <a:moveTo>
                      <a:pt x="111" y="2"/>
                    </a:moveTo>
                    <a:cubicBezTo>
                      <a:pt x="122" y="0"/>
                      <a:pt x="124" y="2"/>
                      <a:pt x="125" y="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8" y="17"/>
                      <a:pt x="128" y="20"/>
                      <a:pt x="117" y="23"/>
                    </a:cubicBezTo>
                    <a:cubicBezTo>
                      <a:pt x="117" y="23"/>
                      <a:pt x="111" y="24"/>
                      <a:pt x="87" y="30"/>
                    </a:cubicBezTo>
                    <a:cubicBezTo>
                      <a:pt x="63" y="35"/>
                      <a:pt x="16" y="46"/>
                      <a:pt x="15" y="46"/>
                    </a:cubicBezTo>
                    <a:cubicBezTo>
                      <a:pt x="6" y="49"/>
                      <a:pt x="4" y="47"/>
                      <a:pt x="3" y="4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29"/>
                      <a:pt x="3" y="28"/>
                      <a:pt x="5" y="27"/>
                    </a:cubicBezTo>
                    <a:cubicBezTo>
                      <a:pt x="6" y="27"/>
                      <a:pt x="38" y="21"/>
                      <a:pt x="60" y="15"/>
                    </a:cubicBezTo>
                    <a:cubicBezTo>
                      <a:pt x="82" y="10"/>
                      <a:pt x="111" y="2"/>
                      <a:pt x="111" y="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9" name="Freeform 1268">
                <a:extLst>
                  <a:ext uri="{FF2B5EF4-FFF2-40B4-BE49-F238E27FC236}">
                    <a16:creationId xmlns:a16="http://schemas.microsoft.com/office/drawing/2014/main" id="{EE94F698-A832-46CF-9EEF-3FE07D54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597"/>
                <a:ext cx="192" cy="46"/>
              </a:xfrm>
              <a:custGeom>
                <a:avLst/>
                <a:gdLst>
                  <a:gd name="T0" fmla="*/ 413 w 128"/>
                  <a:gd name="T1" fmla="*/ 27 h 29"/>
                  <a:gd name="T2" fmla="*/ 432 w 128"/>
                  <a:gd name="T3" fmla="*/ 56 h 29"/>
                  <a:gd name="T4" fmla="*/ 431 w 128"/>
                  <a:gd name="T5" fmla="*/ 95 h 29"/>
                  <a:gd name="T6" fmla="*/ 377 w 128"/>
                  <a:gd name="T7" fmla="*/ 111 h 29"/>
                  <a:gd name="T8" fmla="*/ 176 w 128"/>
                  <a:gd name="T9" fmla="*/ 95 h 29"/>
                  <a:gd name="T10" fmla="*/ 32 w 128"/>
                  <a:gd name="T11" fmla="*/ 89 h 29"/>
                  <a:gd name="T12" fmla="*/ 0 w 128"/>
                  <a:gd name="T13" fmla="*/ 60 h 29"/>
                  <a:gd name="T14" fmla="*/ 5 w 128"/>
                  <a:gd name="T15" fmla="*/ 25 h 29"/>
                  <a:gd name="T16" fmla="*/ 26 w 128"/>
                  <a:gd name="T17" fmla="*/ 0 h 29"/>
                  <a:gd name="T18" fmla="*/ 207 w 128"/>
                  <a:gd name="T19" fmla="*/ 16 h 29"/>
                  <a:gd name="T20" fmla="*/ 413 w 128"/>
                  <a:gd name="T21" fmla="*/ 27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9">
                    <a:moveTo>
                      <a:pt x="122" y="7"/>
                    </a:moveTo>
                    <a:cubicBezTo>
                      <a:pt x="127" y="8"/>
                      <a:pt x="128" y="12"/>
                      <a:pt x="128" y="14"/>
                    </a:cubicBezTo>
                    <a:cubicBezTo>
                      <a:pt x="127" y="24"/>
                      <a:pt x="127" y="24"/>
                      <a:pt x="127" y="24"/>
                    </a:cubicBezTo>
                    <a:cubicBezTo>
                      <a:pt x="127" y="26"/>
                      <a:pt x="127" y="29"/>
                      <a:pt x="111" y="2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21"/>
                      <a:pt x="0" y="19"/>
                      <a:pt x="0" y="1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2"/>
                      <a:pt x="3" y="0"/>
                      <a:pt x="7" y="0"/>
                    </a:cubicBezTo>
                    <a:cubicBezTo>
                      <a:pt x="8" y="0"/>
                      <a:pt x="49" y="4"/>
                      <a:pt x="61" y="4"/>
                    </a:cubicBezTo>
                    <a:cubicBezTo>
                      <a:pt x="74" y="5"/>
                      <a:pt x="121" y="7"/>
                      <a:pt x="122" y="7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0" name="Freeform 1269">
                <a:extLst>
                  <a:ext uri="{FF2B5EF4-FFF2-40B4-BE49-F238E27FC236}">
                    <a16:creationId xmlns:a16="http://schemas.microsoft.com/office/drawing/2014/main" id="{5C8985ED-9345-42BE-ABD9-13393629A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610"/>
                <a:ext cx="192" cy="76"/>
              </a:xfrm>
              <a:custGeom>
                <a:avLst/>
                <a:gdLst>
                  <a:gd name="T0" fmla="*/ 21 w 128"/>
                  <a:gd name="T1" fmla="*/ 87 h 48"/>
                  <a:gd name="T2" fmla="*/ 21 w 128"/>
                  <a:gd name="T3" fmla="*/ 87 h 48"/>
                  <a:gd name="T4" fmla="*/ 5 w 128"/>
                  <a:gd name="T5" fmla="*/ 63 h 48"/>
                  <a:gd name="T6" fmla="*/ 12 w 128"/>
                  <a:gd name="T7" fmla="*/ 25 h 48"/>
                  <a:gd name="T8" fmla="*/ 68 w 128"/>
                  <a:gd name="T9" fmla="*/ 16 h 48"/>
                  <a:gd name="T10" fmla="*/ 261 w 128"/>
                  <a:gd name="T11" fmla="*/ 68 h 48"/>
                  <a:gd name="T12" fmla="*/ 396 w 128"/>
                  <a:gd name="T13" fmla="*/ 100 h 48"/>
                  <a:gd name="T14" fmla="*/ 431 w 128"/>
                  <a:gd name="T15" fmla="*/ 130 h 48"/>
                  <a:gd name="T16" fmla="*/ 423 w 128"/>
                  <a:gd name="T17" fmla="*/ 168 h 48"/>
                  <a:gd name="T18" fmla="*/ 399 w 128"/>
                  <a:gd name="T19" fmla="*/ 185 h 48"/>
                  <a:gd name="T20" fmla="*/ 207 w 128"/>
                  <a:gd name="T21" fmla="*/ 143 h 48"/>
                  <a:gd name="T22" fmla="*/ 21 w 128"/>
                  <a:gd name="T23" fmla="*/ 87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48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3" y="22"/>
                      <a:pt x="0" y="20"/>
                      <a:pt x="1" y="1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3"/>
                      <a:pt x="4" y="0"/>
                      <a:pt x="20" y="4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23" y="26"/>
                      <a:pt x="128" y="30"/>
                      <a:pt x="127" y="33"/>
                    </a:cubicBezTo>
                    <a:cubicBezTo>
                      <a:pt x="125" y="42"/>
                      <a:pt x="125" y="42"/>
                      <a:pt x="125" y="42"/>
                    </a:cubicBezTo>
                    <a:cubicBezTo>
                      <a:pt x="124" y="46"/>
                      <a:pt x="122" y="48"/>
                      <a:pt x="118" y="47"/>
                    </a:cubicBezTo>
                    <a:cubicBezTo>
                      <a:pt x="117" y="47"/>
                      <a:pt x="74" y="39"/>
                      <a:pt x="61" y="36"/>
                    </a:cubicBezTo>
                    <a:cubicBezTo>
                      <a:pt x="49" y="33"/>
                      <a:pt x="6" y="22"/>
                      <a:pt x="6" y="2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1" name="Freeform 1270">
                <a:extLst>
                  <a:ext uri="{FF2B5EF4-FFF2-40B4-BE49-F238E27FC236}">
                    <a16:creationId xmlns:a16="http://schemas.microsoft.com/office/drawing/2014/main" id="{17E1639B-C4AA-4D3A-B391-57B05B360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696"/>
                <a:ext cx="36" cy="22"/>
              </a:xfrm>
              <a:custGeom>
                <a:avLst/>
                <a:gdLst>
                  <a:gd name="T0" fmla="*/ 5 w 24"/>
                  <a:gd name="T1" fmla="*/ 47 h 14"/>
                  <a:gd name="T2" fmla="*/ 35 w 24"/>
                  <a:gd name="T3" fmla="*/ 14 h 14"/>
                  <a:gd name="T4" fmla="*/ 80 w 24"/>
                  <a:gd name="T5" fmla="*/ 8 h 14"/>
                  <a:gd name="T6" fmla="*/ 45 w 24"/>
                  <a:gd name="T7" fmla="*/ 39 h 14"/>
                  <a:gd name="T8" fmla="*/ 5 w 24"/>
                  <a:gd name="T9" fmla="*/ 4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1" y="12"/>
                    </a:moveTo>
                    <a:cubicBezTo>
                      <a:pt x="0" y="10"/>
                      <a:pt x="4" y="7"/>
                      <a:pt x="10" y="4"/>
                    </a:cubicBezTo>
                    <a:cubicBezTo>
                      <a:pt x="17" y="1"/>
                      <a:pt x="22" y="0"/>
                      <a:pt x="23" y="2"/>
                    </a:cubicBezTo>
                    <a:cubicBezTo>
                      <a:pt x="24" y="4"/>
                      <a:pt x="20" y="7"/>
                      <a:pt x="13" y="10"/>
                    </a:cubicBezTo>
                    <a:cubicBezTo>
                      <a:pt x="7" y="13"/>
                      <a:pt x="1" y="14"/>
                      <a:pt x="1" y="1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2" name="Freeform 1271">
                <a:extLst>
                  <a:ext uri="{FF2B5EF4-FFF2-40B4-BE49-F238E27FC236}">
                    <a16:creationId xmlns:a16="http://schemas.microsoft.com/office/drawing/2014/main" id="{2F8BBC42-3286-4CE8-A9E9-3237476DA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616"/>
                <a:ext cx="37" cy="13"/>
              </a:xfrm>
              <a:custGeom>
                <a:avLst/>
                <a:gdLst>
                  <a:gd name="T0" fmla="*/ 0 w 25"/>
                  <a:gd name="T1" fmla="*/ 13 h 8"/>
                  <a:gd name="T2" fmla="*/ 40 w 25"/>
                  <a:gd name="T3" fmla="*/ 5 h 8"/>
                  <a:gd name="T4" fmla="*/ 81 w 25"/>
                  <a:gd name="T5" fmla="*/ 21 h 8"/>
                  <a:gd name="T6" fmla="*/ 40 w 25"/>
                  <a:gd name="T7" fmla="*/ 34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5" y="0"/>
                      <a:pt x="12" y="1"/>
                    </a:cubicBezTo>
                    <a:cubicBezTo>
                      <a:pt x="19" y="1"/>
                      <a:pt x="25" y="3"/>
                      <a:pt x="25" y="5"/>
                    </a:cubicBezTo>
                    <a:cubicBezTo>
                      <a:pt x="24" y="7"/>
                      <a:pt x="19" y="8"/>
                      <a:pt x="12" y="8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3" name="Freeform 1272">
                <a:extLst>
                  <a:ext uri="{FF2B5EF4-FFF2-40B4-BE49-F238E27FC236}">
                    <a16:creationId xmlns:a16="http://schemas.microsoft.com/office/drawing/2014/main" id="{C4622E96-E5A9-4439-9131-BE62F03B0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646"/>
                <a:ext cx="37" cy="16"/>
              </a:xfrm>
              <a:custGeom>
                <a:avLst/>
                <a:gdLst>
                  <a:gd name="T0" fmla="*/ 81 w 25"/>
                  <a:gd name="T1" fmla="*/ 34 h 10"/>
                  <a:gd name="T2" fmla="*/ 40 w 25"/>
                  <a:gd name="T3" fmla="*/ 34 h 10"/>
                  <a:gd name="T4" fmla="*/ 0 w 25"/>
                  <a:gd name="T5" fmla="*/ 8 h 10"/>
                  <a:gd name="T6" fmla="*/ 41 w 25"/>
                  <a:gd name="T7" fmla="*/ 8 h 10"/>
                  <a:gd name="T8" fmla="*/ 81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5" y="8"/>
                    </a:moveTo>
                    <a:cubicBezTo>
                      <a:pt x="24" y="10"/>
                      <a:pt x="19" y="10"/>
                      <a:pt x="12" y="8"/>
                    </a:cubicBezTo>
                    <a:cubicBezTo>
                      <a:pt x="5" y="7"/>
                      <a:pt x="0" y="4"/>
                      <a:pt x="0" y="2"/>
                    </a:cubicBezTo>
                    <a:cubicBezTo>
                      <a:pt x="1" y="1"/>
                      <a:pt x="7" y="0"/>
                      <a:pt x="13" y="2"/>
                    </a:cubicBezTo>
                    <a:cubicBezTo>
                      <a:pt x="20" y="3"/>
                      <a:pt x="25" y="6"/>
                      <a:pt x="25" y="8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4" name="Freeform 1273">
                <a:extLst>
                  <a:ext uri="{FF2B5EF4-FFF2-40B4-BE49-F238E27FC236}">
                    <a16:creationId xmlns:a16="http://schemas.microsoft.com/office/drawing/2014/main" id="{513C42A3-6443-4BCF-BCAE-F9F044AC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630"/>
                <a:ext cx="38" cy="16"/>
              </a:xfrm>
              <a:custGeom>
                <a:avLst/>
                <a:gdLst>
                  <a:gd name="T0" fmla="*/ 0 w 25"/>
                  <a:gd name="T1" fmla="*/ 34 h 10"/>
                  <a:gd name="T2" fmla="*/ 41 w 25"/>
                  <a:gd name="T3" fmla="*/ 8 h 10"/>
                  <a:gd name="T4" fmla="*/ 88 w 25"/>
                  <a:gd name="T5" fmla="*/ 8 h 10"/>
                  <a:gd name="T6" fmla="*/ 46 w 25"/>
                  <a:gd name="T7" fmla="*/ 34 h 10"/>
                  <a:gd name="T8" fmla="*/ 0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0" y="8"/>
                    </a:moveTo>
                    <a:cubicBezTo>
                      <a:pt x="0" y="6"/>
                      <a:pt x="5" y="3"/>
                      <a:pt x="12" y="2"/>
                    </a:cubicBezTo>
                    <a:cubicBezTo>
                      <a:pt x="18" y="0"/>
                      <a:pt x="24" y="0"/>
                      <a:pt x="25" y="2"/>
                    </a:cubicBezTo>
                    <a:cubicBezTo>
                      <a:pt x="25" y="4"/>
                      <a:pt x="20" y="7"/>
                      <a:pt x="13" y="8"/>
                    </a:cubicBezTo>
                    <a:cubicBezTo>
                      <a:pt x="7" y="10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5" name="Freeform 1274">
                <a:extLst>
                  <a:ext uri="{FF2B5EF4-FFF2-40B4-BE49-F238E27FC236}">
                    <a16:creationId xmlns:a16="http://schemas.microsoft.com/office/drawing/2014/main" id="{FCF98BBE-6525-45C0-9CF3-2534825DA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696"/>
                <a:ext cx="36" cy="21"/>
              </a:xfrm>
              <a:custGeom>
                <a:avLst/>
                <a:gdLst>
                  <a:gd name="T0" fmla="*/ 0 w 24"/>
                  <a:gd name="T1" fmla="*/ 50 h 13"/>
                  <a:gd name="T2" fmla="*/ 35 w 24"/>
                  <a:gd name="T3" fmla="*/ 13 h 13"/>
                  <a:gd name="T4" fmla="*/ 80 w 24"/>
                  <a:gd name="T5" fmla="*/ 8 h 13"/>
                  <a:gd name="T6" fmla="*/ 45 w 24"/>
                  <a:gd name="T7" fmla="*/ 42 h 13"/>
                  <a:gd name="T8" fmla="*/ 0 w 24"/>
                  <a:gd name="T9" fmla="*/ 5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0" y="12"/>
                    </a:moveTo>
                    <a:cubicBezTo>
                      <a:pt x="0" y="10"/>
                      <a:pt x="4" y="6"/>
                      <a:pt x="10" y="3"/>
                    </a:cubicBezTo>
                    <a:cubicBezTo>
                      <a:pt x="17" y="1"/>
                      <a:pt x="22" y="0"/>
                      <a:pt x="23" y="2"/>
                    </a:cubicBezTo>
                    <a:cubicBezTo>
                      <a:pt x="24" y="3"/>
                      <a:pt x="19" y="7"/>
                      <a:pt x="13" y="10"/>
                    </a:cubicBezTo>
                    <a:cubicBezTo>
                      <a:pt x="7" y="13"/>
                      <a:pt x="1" y="13"/>
                      <a:pt x="0" y="12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6" name="Freeform 1275">
                <a:extLst>
                  <a:ext uri="{FF2B5EF4-FFF2-40B4-BE49-F238E27FC236}">
                    <a16:creationId xmlns:a16="http://schemas.microsoft.com/office/drawing/2014/main" id="{A346E55C-6891-4A0A-9A89-5736157C8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2611"/>
                <a:ext cx="37" cy="13"/>
              </a:xfrm>
              <a:custGeom>
                <a:avLst/>
                <a:gdLst>
                  <a:gd name="T0" fmla="*/ 0 w 25"/>
                  <a:gd name="T1" fmla="*/ 13 h 8"/>
                  <a:gd name="T2" fmla="*/ 41 w 25"/>
                  <a:gd name="T3" fmla="*/ 0 h 8"/>
                  <a:gd name="T4" fmla="*/ 81 w 25"/>
                  <a:gd name="T5" fmla="*/ 21 h 8"/>
                  <a:gd name="T6" fmla="*/ 41 w 25"/>
                  <a:gd name="T7" fmla="*/ 29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1" y="1"/>
                      <a:pt x="6" y="0"/>
                      <a:pt x="13" y="0"/>
                    </a:cubicBezTo>
                    <a:cubicBezTo>
                      <a:pt x="20" y="1"/>
                      <a:pt x="25" y="3"/>
                      <a:pt x="25" y="5"/>
                    </a:cubicBezTo>
                    <a:cubicBezTo>
                      <a:pt x="25" y="6"/>
                      <a:pt x="19" y="8"/>
                      <a:pt x="13" y="7"/>
                    </a:cubicBezTo>
                    <a:cubicBezTo>
                      <a:pt x="6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7" name="Freeform 1276">
                <a:extLst>
                  <a:ext uri="{FF2B5EF4-FFF2-40B4-BE49-F238E27FC236}">
                    <a16:creationId xmlns:a16="http://schemas.microsoft.com/office/drawing/2014/main" id="{BC4DDEAA-3DFA-4C63-9DFA-6E115225A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640"/>
                <a:ext cx="38" cy="16"/>
              </a:xfrm>
              <a:custGeom>
                <a:avLst/>
                <a:gdLst>
                  <a:gd name="T0" fmla="*/ 88 w 25"/>
                  <a:gd name="T1" fmla="*/ 34 h 10"/>
                  <a:gd name="T2" fmla="*/ 41 w 25"/>
                  <a:gd name="T3" fmla="*/ 34 h 10"/>
                  <a:gd name="T4" fmla="*/ 5 w 25"/>
                  <a:gd name="T5" fmla="*/ 8 h 10"/>
                  <a:gd name="T6" fmla="*/ 49 w 25"/>
                  <a:gd name="T7" fmla="*/ 8 h 10"/>
                  <a:gd name="T8" fmla="*/ 88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5" y="8"/>
                    </a:moveTo>
                    <a:cubicBezTo>
                      <a:pt x="25" y="10"/>
                      <a:pt x="19" y="10"/>
                      <a:pt x="12" y="8"/>
                    </a:cubicBezTo>
                    <a:cubicBezTo>
                      <a:pt x="5" y="7"/>
                      <a:pt x="0" y="4"/>
                      <a:pt x="1" y="2"/>
                    </a:cubicBezTo>
                    <a:cubicBezTo>
                      <a:pt x="1" y="1"/>
                      <a:pt x="7" y="0"/>
                      <a:pt x="14" y="2"/>
                    </a:cubicBezTo>
                    <a:cubicBezTo>
                      <a:pt x="20" y="3"/>
                      <a:pt x="25" y="6"/>
                      <a:pt x="25" y="8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8" name="Freeform 1277">
                <a:extLst>
                  <a:ext uri="{FF2B5EF4-FFF2-40B4-BE49-F238E27FC236}">
                    <a16:creationId xmlns:a16="http://schemas.microsoft.com/office/drawing/2014/main" id="{8534B8A8-ECEA-45E0-802D-D030DF687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629"/>
                <a:ext cx="38" cy="16"/>
              </a:xfrm>
              <a:custGeom>
                <a:avLst/>
                <a:gdLst>
                  <a:gd name="T0" fmla="*/ 0 w 25"/>
                  <a:gd name="T1" fmla="*/ 29 h 10"/>
                  <a:gd name="T2" fmla="*/ 41 w 25"/>
                  <a:gd name="T3" fmla="*/ 5 h 10"/>
                  <a:gd name="T4" fmla="*/ 88 w 25"/>
                  <a:gd name="T5" fmla="*/ 8 h 10"/>
                  <a:gd name="T6" fmla="*/ 46 w 25"/>
                  <a:gd name="T7" fmla="*/ 34 h 10"/>
                  <a:gd name="T8" fmla="*/ 0 w 25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0" y="7"/>
                    </a:moveTo>
                    <a:cubicBezTo>
                      <a:pt x="0" y="6"/>
                      <a:pt x="5" y="3"/>
                      <a:pt x="12" y="1"/>
                    </a:cubicBezTo>
                    <a:cubicBezTo>
                      <a:pt x="18" y="0"/>
                      <a:pt x="24" y="0"/>
                      <a:pt x="25" y="2"/>
                    </a:cubicBezTo>
                    <a:cubicBezTo>
                      <a:pt x="25" y="4"/>
                      <a:pt x="20" y="6"/>
                      <a:pt x="13" y="8"/>
                    </a:cubicBezTo>
                    <a:cubicBezTo>
                      <a:pt x="7" y="10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F69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9" name="Freeform 1278">
                <a:extLst>
                  <a:ext uri="{FF2B5EF4-FFF2-40B4-BE49-F238E27FC236}">
                    <a16:creationId xmlns:a16="http://schemas.microsoft.com/office/drawing/2014/main" id="{81B87632-EBC2-413B-8896-AAAF1A506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696"/>
                <a:ext cx="37" cy="21"/>
              </a:xfrm>
              <a:custGeom>
                <a:avLst/>
                <a:gdLst>
                  <a:gd name="T0" fmla="*/ 1 w 25"/>
                  <a:gd name="T1" fmla="*/ 50 h 13"/>
                  <a:gd name="T2" fmla="*/ 36 w 25"/>
                  <a:gd name="T3" fmla="*/ 13 h 13"/>
                  <a:gd name="T4" fmla="*/ 78 w 25"/>
                  <a:gd name="T5" fmla="*/ 5 h 13"/>
                  <a:gd name="T6" fmla="*/ 46 w 25"/>
                  <a:gd name="T7" fmla="*/ 42 h 13"/>
                  <a:gd name="T8" fmla="*/ 1 w 25"/>
                  <a:gd name="T9" fmla="*/ 5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1" y="12"/>
                    </a:moveTo>
                    <a:cubicBezTo>
                      <a:pt x="0" y="10"/>
                      <a:pt x="5" y="6"/>
                      <a:pt x="11" y="3"/>
                    </a:cubicBezTo>
                    <a:cubicBezTo>
                      <a:pt x="17" y="1"/>
                      <a:pt x="23" y="0"/>
                      <a:pt x="24" y="1"/>
                    </a:cubicBezTo>
                    <a:cubicBezTo>
                      <a:pt x="25" y="3"/>
                      <a:pt x="20" y="7"/>
                      <a:pt x="14" y="10"/>
                    </a:cubicBezTo>
                    <a:cubicBezTo>
                      <a:pt x="8" y="13"/>
                      <a:pt x="2" y="13"/>
                      <a:pt x="1" y="1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0" name="Freeform 1279">
                <a:extLst>
                  <a:ext uri="{FF2B5EF4-FFF2-40B4-BE49-F238E27FC236}">
                    <a16:creationId xmlns:a16="http://schemas.microsoft.com/office/drawing/2014/main" id="{4A3D19CB-D5B8-4187-80F7-6EF563C74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696"/>
                <a:ext cx="28" cy="19"/>
              </a:xfrm>
              <a:custGeom>
                <a:avLst/>
                <a:gdLst>
                  <a:gd name="T0" fmla="*/ 35 w 19"/>
                  <a:gd name="T1" fmla="*/ 5 h 12"/>
                  <a:gd name="T2" fmla="*/ 52 w 19"/>
                  <a:gd name="T3" fmla="*/ 8 h 12"/>
                  <a:gd name="T4" fmla="*/ 19 w 19"/>
                  <a:gd name="T5" fmla="*/ 40 h 12"/>
                  <a:gd name="T6" fmla="*/ 0 w 19"/>
                  <a:gd name="T7" fmla="*/ 48 h 12"/>
                  <a:gd name="T8" fmla="*/ 27 w 19"/>
                  <a:gd name="T9" fmla="*/ 40 h 12"/>
                  <a:gd name="T10" fmla="*/ 59 w 19"/>
                  <a:gd name="T11" fmla="*/ 5 h 12"/>
                  <a:gd name="T12" fmla="*/ 35 w 19"/>
                  <a:gd name="T13" fmla="*/ 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2">
                    <a:moveTo>
                      <a:pt x="11" y="1"/>
                    </a:moveTo>
                    <a:cubicBezTo>
                      <a:pt x="13" y="1"/>
                      <a:pt x="15" y="1"/>
                      <a:pt x="16" y="2"/>
                    </a:cubicBezTo>
                    <a:cubicBezTo>
                      <a:pt x="16" y="4"/>
                      <a:pt x="12" y="7"/>
                      <a:pt x="6" y="10"/>
                    </a:cubicBezTo>
                    <a:cubicBezTo>
                      <a:pt x="4" y="11"/>
                      <a:pt x="2" y="12"/>
                      <a:pt x="0" y="12"/>
                    </a:cubicBezTo>
                    <a:cubicBezTo>
                      <a:pt x="2" y="12"/>
                      <a:pt x="5" y="11"/>
                      <a:pt x="8" y="10"/>
                    </a:cubicBezTo>
                    <a:cubicBezTo>
                      <a:pt x="14" y="7"/>
                      <a:pt x="19" y="3"/>
                      <a:pt x="18" y="1"/>
                    </a:cubicBezTo>
                    <a:cubicBezTo>
                      <a:pt x="17" y="0"/>
                      <a:pt x="14" y="0"/>
                      <a:pt x="11" y="1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1" name="Freeform 1280">
                <a:extLst>
                  <a:ext uri="{FF2B5EF4-FFF2-40B4-BE49-F238E27FC236}">
                    <a16:creationId xmlns:a16="http://schemas.microsoft.com/office/drawing/2014/main" id="{2E25F754-0CFB-4AB8-B836-2F10C4144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699"/>
                <a:ext cx="26" cy="16"/>
              </a:xfrm>
              <a:custGeom>
                <a:avLst/>
                <a:gdLst>
                  <a:gd name="T0" fmla="*/ 8 w 17"/>
                  <a:gd name="T1" fmla="*/ 34 h 10"/>
                  <a:gd name="T2" fmla="*/ 35 w 17"/>
                  <a:gd name="T3" fmla="*/ 5 h 10"/>
                  <a:gd name="T4" fmla="*/ 61 w 17"/>
                  <a:gd name="T5" fmla="*/ 0 h 10"/>
                  <a:gd name="T6" fmla="*/ 28 w 17"/>
                  <a:gd name="T7" fmla="*/ 8 h 10"/>
                  <a:gd name="T8" fmla="*/ 0 w 17"/>
                  <a:gd name="T9" fmla="*/ 35 h 10"/>
                  <a:gd name="T10" fmla="*/ 18 w 17"/>
                  <a:gd name="T11" fmla="*/ 35 h 10"/>
                  <a:gd name="T12" fmla="*/ 8 w 17"/>
                  <a:gd name="T13" fmla="*/ 3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2" y="8"/>
                    </a:moveTo>
                    <a:cubicBezTo>
                      <a:pt x="1" y="7"/>
                      <a:pt x="5" y="4"/>
                      <a:pt x="10" y="1"/>
                    </a:cubicBezTo>
                    <a:cubicBezTo>
                      <a:pt x="12" y="1"/>
                      <a:pt x="15" y="0"/>
                      <a:pt x="17" y="0"/>
                    </a:cubicBezTo>
                    <a:cubicBezTo>
                      <a:pt x="15" y="0"/>
                      <a:pt x="12" y="1"/>
                      <a:pt x="8" y="2"/>
                    </a:cubicBezTo>
                    <a:cubicBezTo>
                      <a:pt x="3" y="4"/>
                      <a:pt x="0" y="7"/>
                      <a:pt x="0" y="9"/>
                    </a:cubicBezTo>
                    <a:cubicBezTo>
                      <a:pt x="1" y="9"/>
                      <a:pt x="2" y="10"/>
                      <a:pt x="5" y="9"/>
                    </a:cubicBezTo>
                    <a:cubicBezTo>
                      <a:pt x="4" y="9"/>
                      <a:pt x="2" y="9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2" name="Freeform 1281">
                <a:extLst>
                  <a:ext uri="{FF2B5EF4-FFF2-40B4-BE49-F238E27FC236}">
                    <a16:creationId xmlns:a16="http://schemas.microsoft.com/office/drawing/2014/main" id="{757F8660-5E97-421C-A955-E6046025B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629"/>
                <a:ext cx="37" cy="16"/>
              </a:xfrm>
              <a:custGeom>
                <a:avLst/>
                <a:gdLst>
                  <a:gd name="T0" fmla="*/ 0 w 25"/>
                  <a:gd name="T1" fmla="*/ 34 h 10"/>
                  <a:gd name="T2" fmla="*/ 36 w 25"/>
                  <a:gd name="T3" fmla="*/ 8 h 10"/>
                  <a:gd name="T4" fmla="*/ 78 w 25"/>
                  <a:gd name="T5" fmla="*/ 8 h 10"/>
                  <a:gd name="T6" fmla="*/ 41 w 25"/>
                  <a:gd name="T7" fmla="*/ 34 h 10"/>
                  <a:gd name="T8" fmla="*/ 0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0" y="8"/>
                    </a:moveTo>
                    <a:cubicBezTo>
                      <a:pt x="0" y="6"/>
                      <a:pt x="5" y="3"/>
                      <a:pt x="11" y="2"/>
                    </a:cubicBezTo>
                    <a:cubicBezTo>
                      <a:pt x="18" y="0"/>
                      <a:pt x="24" y="0"/>
                      <a:pt x="24" y="2"/>
                    </a:cubicBezTo>
                    <a:cubicBezTo>
                      <a:pt x="25" y="4"/>
                      <a:pt x="20" y="7"/>
                      <a:pt x="13" y="8"/>
                    </a:cubicBezTo>
                    <a:cubicBezTo>
                      <a:pt x="6" y="10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3" name="Freeform 1282">
                <a:extLst>
                  <a:ext uri="{FF2B5EF4-FFF2-40B4-BE49-F238E27FC236}">
                    <a16:creationId xmlns:a16="http://schemas.microsoft.com/office/drawing/2014/main" id="{37BC4EF1-DF75-489C-8748-F30083A79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2613"/>
                <a:ext cx="38" cy="13"/>
              </a:xfrm>
              <a:custGeom>
                <a:avLst/>
                <a:gdLst>
                  <a:gd name="T0" fmla="*/ 0 w 25"/>
                  <a:gd name="T1" fmla="*/ 13 h 8"/>
                  <a:gd name="T2" fmla="*/ 46 w 25"/>
                  <a:gd name="T3" fmla="*/ 5 h 8"/>
                  <a:gd name="T4" fmla="*/ 88 w 25"/>
                  <a:gd name="T5" fmla="*/ 21 h 8"/>
                  <a:gd name="T6" fmla="*/ 41 w 25"/>
                  <a:gd name="T7" fmla="*/ 29 h 8"/>
                  <a:gd name="T8" fmla="*/ 0 w 25"/>
                  <a:gd name="T9" fmla="*/ 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1"/>
                      <a:pt x="6" y="0"/>
                      <a:pt x="13" y="1"/>
                    </a:cubicBezTo>
                    <a:cubicBezTo>
                      <a:pt x="19" y="1"/>
                      <a:pt x="25" y="3"/>
                      <a:pt x="25" y="5"/>
                    </a:cubicBezTo>
                    <a:cubicBezTo>
                      <a:pt x="25" y="7"/>
                      <a:pt x="19" y="8"/>
                      <a:pt x="12" y="7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4" name="Freeform 1283">
                <a:extLst>
                  <a:ext uri="{FF2B5EF4-FFF2-40B4-BE49-F238E27FC236}">
                    <a16:creationId xmlns:a16="http://schemas.microsoft.com/office/drawing/2014/main" id="{7E579C65-76F3-4FCE-932E-7CBD24792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643"/>
                <a:ext cx="37" cy="16"/>
              </a:xfrm>
              <a:custGeom>
                <a:avLst/>
                <a:gdLst>
                  <a:gd name="T0" fmla="*/ 78 w 25"/>
                  <a:gd name="T1" fmla="*/ 29 h 10"/>
                  <a:gd name="T2" fmla="*/ 40 w 25"/>
                  <a:gd name="T3" fmla="*/ 34 h 10"/>
                  <a:gd name="T4" fmla="*/ 0 w 25"/>
                  <a:gd name="T5" fmla="*/ 8 h 10"/>
                  <a:gd name="T6" fmla="*/ 41 w 25"/>
                  <a:gd name="T7" fmla="*/ 5 h 10"/>
                  <a:gd name="T8" fmla="*/ 78 w 25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4" y="7"/>
                    </a:moveTo>
                    <a:cubicBezTo>
                      <a:pt x="24" y="9"/>
                      <a:pt x="18" y="10"/>
                      <a:pt x="12" y="8"/>
                    </a:cubicBezTo>
                    <a:cubicBezTo>
                      <a:pt x="5" y="7"/>
                      <a:pt x="0" y="4"/>
                      <a:pt x="0" y="2"/>
                    </a:cubicBezTo>
                    <a:cubicBezTo>
                      <a:pt x="1" y="0"/>
                      <a:pt x="6" y="0"/>
                      <a:pt x="13" y="1"/>
                    </a:cubicBezTo>
                    <a:cubicBezTo>
                      <a:pt x="20" y="3"/>
                      <a:pt x="25" y="5"/>
                      <a:pt x="24" y="7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5" name="Freeform 1284">
                <a:extLst>
                  <a:ext uri="{FF2B5EF4-FFF2-40B4-BE49-F238E27FC236}">
                    <a16:creationId xmlns:a16="http://schemas.microsoft.com/office/drawing/2014/main" id="{29A82BCF-D540-4541-83F8-F2DF4B439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661"/>
                <a:ext cx="110" cy="70"/>
              </a:xfrm>
              <a:custGeom>
                <a:avLst/>
                <a:gdLst>
                  <a:gd name="T0" fmla="*/ 0 w 73"/>
                  <a:gd name="T1" fmla="*/ 177 h 44"/>
                  <a:gd name="T2" fmla="*/ 188 w 73"/>
                  <a:gd name="T3" fmla="*/ 81 h 44"/>
                  <a:gd name="T4" fmla="*/ 246 w 73"/>
                  <a:gd name="T5" fmla="*/ 40 h 44"/>
                  <a:gd name="T6" fmla="*/ 229 w 73"/>
                  <a:gd name="T7" fmla="*/ 0 h 44"/>
                  <a:gd name="T8" fmla="*/ 229 w 73"/>
                  <a:gd name="T9" fmla="*/ 46 h 44"/>
                  <a:gd name="T10" fmla="*/ 196 w 73"/>
                  <a:gd name="T11" fmla="*/ 68 h 44"/>
                  <a:gd name="T12" fmla="*/ 149 w 73"/>
                  <a:gd name="T13" fmla="*/ 89 h 44"/>
                  <a:gd name="T14" fmla="*/ 72 w 73"/>
                  <a:gd name="T15" fmla="*/ 134 h 44"/>
                  <a:gd name="T16" fmla="*/ 35 w 73"/>
                  <a:gd name="T17" fmla="*/ 158 h 44"/>
                  <a:gd name="T18" fmla="*/ 8 w 73"/>
                  <a:gd name="T19" fmla="*/ 177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44">
                    <a:moveTo>
                      <a:pt x="0" y="44"/>
                    </a:moveTo>
                    <a:cubicBezTo>
                      <a:pt x="18" y="36"/>
                      <a:pt x="36" y="27"/>
                      <a:pt x="55" y="20"/>
                    </a:cubicBezTo>
                    <a:cubicBezTo>
                      <a:pt x="59" y="18"/>
                      <a:pt x="70" y="14"/>
                      <a:pt x="72" y="10"/>
                    </a:cubicBezTo>
                    <a:cubicBezTo>
                      <a:pt x="73" y="7"/>
                      <a:pt x="69" y="2"/>
                      <a:pt x="67" y="0"/>
                    </a:cubicBezTo>
                    <a:cubicBezTo>
                      <a:pt x="68" y="3"/>
                      <a:pt x="70" y="8"/>
                      <a:pt x="67" y="11"/>
                    </a:cubicBezTo>
                    <a:cubicBezTo>
                      <a:pt x="64" y="13"/>
                      <a:pt x="60" y="15"/>
                      <a:pt x="57" y="17"/>
                    </a:cubicBezTo>
                    <a:cubicBezTo>
                      <a:pt x="53" y="18"/>
                      <a:pt x="49" y="20"/>
                      <a:pt x="44" y="22"/>
                    </a:cubicBezTo>
                    <a:cubicBezTo>
                      <a:pt x="37" y="26"/>
                      <a:pt x="28" y="29"/>
                      <a:pt x="21" y="33"/>
                    </a:cubicBezTo>
                    <a:cubicBezTo>
                      <a:pt x="17" y="35"/>
                      <a:pt x="13" y="37"/>
                      <a:pt x="10" y="39"/>
                    </a:cubicBezTo>
                    <a:cubicBezTo>
                      <a:pt x="7" y="41"/>
                      <a:pt x="4" y="42"/>
                      <a:pt x="2" y="44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6" name="Freeform 1285">
                <a:extLst>
                  <a:ext uri="{FF2B5EF4-FFF2-40B4-BE49-F238E27FC236}">
                    <a16:creationId xmlns:a16="http://schemas.microsoft.com/office/drawing/2014/main" id="{BA81CC24-A739-4701-A67A-6D9F62415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616"/>
                <a:ext cx="81" cy="19"/>
              </a:xfrm>
              <a:custGeom>
                <a:avLst/>
                <a:gdLst>
                  <a:gd name="T0" fmla="*/ 0 w 54"/>
                  <a:gd name="T1" fmla="*/ 40 h 12"/>
                  <a:gd name="T2" fmla="*/ 14 w 54"/>
                  <a:gd name="T3" fmla="*/ 5 h 12"/>
                  <a:gd name="T4" fmla="*/ 54 w 54"/>
                  <a:gd name="T5" fmla="*/ 8 h 12"/>
                  <a:gd name="T6" fmla="*/ 122 w 54"/>
                  <a:gd name="T7" fmla="*/ 27 h 12"/>
                  <a:gd name="T8" fmla="*/ 153 w 54"/>
                  <a:gd name="T9" fmla="*/ 35 h 12"/>
                  <a:gd name="T10" fmla="*/ 183 w 54"/>
                  <a:gd name="T11" fmla="*/ 40 h 12"/>
                  <a:gd name="T12" fmla="*/ 53 w 54"/>
                  <a:gd name="T13" fmla="*/ 16 h 12"/>
                  <a:gd name="T14" fmla="*/ 14 w 54"/>
                  <a:gd name="T15" fmla="*/ 25 h 12"/>
                  <a:gd name="T16" fmla="*/ 0 w 54"/>
                  <a:gd name="T17" fmla="*/ 48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2">
                    <a:moveTo>
                      <a:pt x="0" y="10"/>
                    </a:moveTo>
                    <a:cubicBezTo>
                      <a:pt x="1" y="7"/>
                      <a:pt x="1" y="3"/>
                      <a:pt x="4" y="1"/>
                    </a:cubicBezTo>
                    <a:cubicBezTo>
                      <a:pt x="7" y="0"/>
                      <a:pt x="13" y="2"/>
                      <a:pt x="16" y="2"/>
                    </a:cubicBezTo>
                    <a:cubicBezTo>
                      <a:pt x="23" y="4"/>
                      <a:pt x="29" y="5"/>
                      <a:pt x="36" y="7"/>
                    </a:cubicBezTo>
                    <a:cubicBezTo>
                      <a:pt x="39" y="7"/>
                      <a:pt x="42" y="8"/>
                      <a:pt x="45" y="9"/>
                    </a:cubicBezTo>
                    <a:cubicBezTo>
                      <a:pt x="48" y="9"/>
                      <a:pt x="51" y="9"/>
                      <a:pt x="54" y="10"/>
                    </a:cubicBezTo>
                    <a:cubicBezTo>
                      <a:pt x="41" y="10"/>
                      <a:pt x="28" y="6"/>
                      <a:pt x="15" y="4"/>
                    </a:cubicBezTo>
                    <a:cubicBezTo>
                      <a:pt x="11" y="4"/>
                      <a:pt x="7" y="3"/>
                      <a:pt x="4" y="6"/>
                    </a:cubicBezTo>
                    <a:cubicBezTo>
                      <a:pt x="2" y="7"/>
                      <a:pt x="1" y="10"/>
                      <a:pt x="0" y="12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7" name="Freeform 1286">
                <a:extLst>
                  <a:ext uri="{FF2B5EF4-FFF2-40B4-BE49-F238E27FC236}">
                    <a16:creationId xmlns:a16="http://schemas.microsoft.com/office/drawing/2014/main" id="{84473BC2-FBA6-4F60-97A1-7B9C80B7E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627"/>
                <a:ext cx="78" cy="40"/>
              </a:xfrm>
              <a:custGeom>
                <a:avLst/>
                <a:gdLst>
                  <a:gd name="T0" fmla="*/ 12 w 52"/>
                  <a:gd name="T1" fmla="*/ 90 h 25"/>
                  <a:gd name="T2" fmla="*/ 8 w 52"/>
                  <a:gd name="T3" fmla="*/ 54 h 25"/>
                  <a:gd name="T4" fmla="*/ 48 w 52"/>
                  <a:gd name="T5" fmla="*/ 35 h 25"/>
                  <a:gd name="T6" fmla="*/ 116 w 52"/>
                  <a:gd name="T7" fmla="*/ 16 h 25"/>
                  <a:gd name="T8" fmla="*/ 147 w 52"/>
                  <a:gd name="T9" fmla="*/ 8 h 25"/>
                  <a:gd name="T10" fmla="*/ 176 w 52"/>
                  <a:gd name="T11" fmla="*/ 0 h 25"/>
                  <a:gd name="T12" fmla="*/ 53 w 52"/>
                  <a:gd name="T13" fmla="*/ 46 h 25"/>
                  <a:gd name="T14" fmla="*/ 18 w 52"/>
                  <a:gd name="T15" fmla="*/ 69 h 25"/>
                  <a:gd name="T16" fmla="*/ 14 w 52"/>
                  <a:gd name="T17" fmla="*/ 102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5">
                    <a:moveTo>
                      <a:pt x="3" y="22"/>
                    </a:moveTo>
                    <a:cubicBezTo>
                      <a:pt x="2" y="20"/>
                      <a:pt x="0" y="15"/>
                      <a:pt x="2" y="13"/>
                    </a:cubicBezTo>
                    <a:cubicBezTo>
                      <a:pt x="4" y="10"/>
                      <a:pt x="11" y="10"/>
                      <a:pt x="14" y="9"/>
                    </a:cubicBezTo>
                    <a:cubicBezTo>
                      <a:pt x="21" y="7"/>
                      <a:pt x="27" y="6"/>
                      <a:pt x="34" y="4"/>
                    </a:cubicBezTo>
                    <a:cubicBezTo>
                      <a:pt x="37" y="3"/>
                      <a:pt x="40" y="3"/>
                      <a:pt x="43" y="2"/>
                    </a:cubicBezTo>
                    <a:cubicBezTo>
                      <a:pt x="46" y="1"/>
                      <a:pt x="49" y="0"/>
                      <a:pt x="52" y="0"/>
                    </a:cubicBezTo>
                    <a:cubicBezTo>
                      <a:pt x="40" y="5"/>
                      <a:pt x="26" y="7"/>
                      <a:pt x="15" y="11"/>
                    </a:cubicBezTo>
                    <a:cubicBezTo>
                      <a:pt x="10" y="12"/>
                      <a:pt x="6" y="14"/>
                      <a:pt x="5" y="17"/>
                    </a:cubicBezTo>
                    <a:cubicBezTo>
                      <a:pt x="4" y="19"/>
                      <a:pt x="4" y="22"/>
                      <a:pt x="4" y="25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8" name="Freeform 1287">
                <a:extLst>
                  <a:ext uri="{FF2B5EF4-FFF2-40B4-BE49-F238E27FC236}">
                    <a16:creationId xmlns:a16="http://schemas.microsoft.com/office/drawing/2014/main" id="{862E50AD-7613-49BC-9F0A-C30BC30E6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608"/>
                <a:ext cx="117" cy="50"/>
              </a:xfrm>
              <a:custGeom>
                <a:avLst/>
                <a:gdLst>
                  <a:gd name="T0" fmla="*/ 0 w 78"/>
                  <a:gd name="T1" fmla="*/ 131 h 31"/>
                  <a:gd name="T2" fmla="*/ 197 w 78"/>
                  <a:gd name="T3" fmla="*/ 71 h 31"/>
                  <a:gd name="T4" fmla="*/ 261 w 78"/>
                  <a:gd name="T5" fmla="*/ 42 h 31"/>
                  <a:gd name="T6" fmla="*/ 251 w 78"/>
                  <a:gd name="T7" fmla="*/ 0 h 31"/>
                  <a:gd name="T8" fmla="*/ 242 w 78"/>
                  <a:gd name="T9" fmla="*/ 42 h 31"/>
                  <a:gd name="T10" fmla="*/ 207 w 78"/>
                  <a:gd name="T11" fmla="*/ 60 h 31"/>
                  <a:gd name="T12" fmla="*/ 162 w 78"/>
                  <a:gd name="T13" fmla="*/ 71 h 31"/>
                  <a:gd name="T14" fmla="*/ 75 w 78"/>
                  <a:gd name="T15" fmla="*/ 102 h 31"/>
                  <a:gd name="T16" fmla="*/ 35 w 78"/>
                  <a:gd name="T17" fmla="*/ 118 h 31"/>
                  <a:gd name="T18" fmla="*/ 8 w 78"/>
                  <a:gd name="T19" fmla="*/ 131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31">
                    <a:moveTo>
                      <a:pt x="0" y="31"/>
                    </a:moveTo>
                    <a:cubicBezTo>
                      <a:pt x="19" y="26"/>
                      <a:pt x="39" y="21"/>
                      <a:pt x="58" y="17"/>
                    </a:cubicBezTo>
                    <a:cubicBezTo>
                      <a:pt x="63" y="16"/>
                      <a:pt x="74" y="14"/>
                      <a:pt x="77" y="10"/>
                    </a:cubicBezTo>
                    <a:cubicBezTo>
                      <a:pt x="78" y="8"/>
                      <a:pt x="75" y="2"/>
                      <a:pt x="74" y="0"/>
                    </a:cubicBezTo>
                    <a:cubicBezTo>
                      <a:pt x="75" y="3"/>
                      <a:pt x="75" y="8"/>
                      <a:pt x="71" y="10"/>
                    </a:cubicBezTo>
                    <a:cubicBezTo>
                      <a:pt x="69" y="12"/>
                      <a:pt x="64" y="13"/>
                      <a:pt x="61" y="14"/>
                    </a:cubicBezTo>
                    <a:cubicBezTo>
                      <a:pt x="57" y="15"/>
                      <a:pt x="52" y="16"/>
                      <a:pt x="48" y="17"/>
                    </a:cubicBezTo>
                    <a:cubicBezTo>
                      <a:pt x="39" y="19"/>
                      <a:pt x="31" y="21"/>
                      <a:pt x="22" y="24"/>
                    </a:cubicBezTo>
                    <a:cubicBezTo>
                      <a:pt x="18" y="25"/>
                      <a:pt x="14" y="26"/>
                      <a:pt x="10" y="28"/>
                    </a:cubicBezTo>
                    <a:cubicBezTo>
                      <a:pt x="7" y="28"/>
                      <a:pt x="4" y="29"/>
                      <a:pt x="2" y="3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9" name="Freeform 1288">
                <a:extLst>
                  <a:ext uri="{FF2B5EF4-FFF2-40B4-BE49-F238E27FC236}">
                    <a16:creationId xmlns:a16="http://schemas.microsoft.com/office/drawing/2014/main" id="{13F04BEA-B515-4157-9F00-AD15E2838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598"/>
                <a:ext cx="81" cy="24"/>
              </a:xfrm>
              <a:custGeom>
                <a:avLst/>
                <a:gdLst>
                  <a:gd name="T0" fmla="*/ 5 w 54"/>
                  <a:gd name="T1" fmla="*/ 48 h 15"/>
                  <a:gd name="T2" fmla="*/ 8 w 54"/>
                  <a:gd name="T3" fmla="*/ 8 h 15"/>
                  <a:gd name="T4" fmla="*/ 54 w 54"/>
                  <a:gd name="T5" fmla="*/ 8 h 15"/>
                  <a:gd name="T6" fmla="*/ 122 w 54"/>
                  <a:gd name="T7" fmla="*/ 13 h 15"/>
                  <a:gd name="T8" fmla="*/ 153 w 54"/>
                  <a:gd name="T9" fmla="*/ 16 h 15"/>
                  <a:gd name="T10" fmla="*/ 183 w 54"/>
                  <a:gd name="T11" fmla="*/ 21 h 15"/>
                  <a:gd name="T12" fmla="*/ 53 w 54"/>
                  <a:gd name="T13" fmla="*/ 16 h 15"/>
                  <a:gd name="T14" fmla="*/ 18 w 54"/>
                  <a:gd name="T15" fmla="*/ 29 h 15"/>
                  <a:gd name="T16" fmla="*/ 8 w 54"/>
                  <a:gd name="T17" fmla="*/ 6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1" y="12"/>
                    </a:moveTo>
                    <a:cubicBezTo>
                      <a:pt x="1" y="10"/>
                      <a:pt x="0" y="4"/>
                      <a:pt x="2" y="2"/>
                    </a:cubicBezTo>
                    <a:cubicBezTo>
                      <a:pt x="5" y="0"/>
                      <a:pt x="12" y="2"/>
                      <a:pt x="16" y="2"/>
                    </a:cubicBezTo>
                    <a:cubicBezTo>
                      <a:pt x="23" y="3"/>
                      <a:pt x="29" y="3"/>
                      <a:pt x="36" y="3"/>
                    </a:cubicBezTo>
                    <a:cubicBezTo>
                      <a:pt x="39" y="4"/>
                      <a:pt x="42" y="4"/>
                      <a:pt x="45" y="4"/>
                    </a:cubicBezTo>
                    <a:cubicBezTo>
                      <a:pt x="48" y="4"/>
                      <a:pt x="51" y="4"/>
                      <a:pt x="54" y="5"/>
                    </a:cubicBezTo>
                    <a:cubicBezTo>
                      <a:pt x="42" y="6"/>
                      <a:pt x="28" y="4"/>
                      <a:pt x="15" y="4"/>
                    </a:cubicBezTo>
                    <a:cubicBezTo>
                      <a:pt x="11" y="4"/>
                      <a:pt x="7" y="5"/>
                      <a:pt x="5" y="7"/>
                    </a:cubicBezTo>
                    <a:cubicBezTo>
                      <a:pt x="3" y="9"/>
                      <a:pt x="2" y="12"/>
                      <a:pt x="2" y="15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0" name="Freeform 1289">
                <a:extLst>
                  <a:ext uri="{FF2B5EF4-FFF2-40B4-BE49-F238E27FC236}">
                    <a16:creationId xmlns:a16="http://schemas.microsoft.com/office/drawing/2014/main" id="{33FF3373-40A2-459D-8B83-3797A96FA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618"/>
                <a:ext cx="123" cy="24"/>
              </a:xfrm>
              <a:custGeom>
                <a:avLst/>
                <a:gdLst>
                  <a:gd name="T0" fmla="*/ 0 w 82"/>
                  <a:gd name="T1" fmla="*/ 35 h 15"/>
                  <a:gd name="T2" fmla="*/ 197 w 82"/>
                  <a:gd name="T3" fmla="*/ 54 h 15"/>
                  <a:gd name="T4" fmla="*/ 269 w 82"/>
                  <a:gd name="T5" fmla="*/ 48 h 15"/>
                  <a:gd name="T6" fmla="*/ 270 w 82"/>
                  <a:gd name="T7" fmla="*/ 0 h 15"/>
                  <a:gd name="T8" fmla="*/ 251 w 82"/>
                  <a:gd name="T9" fmla="*/ 42 h 15"/>
                  <a:gd name="T10" fmla="*/ 216 w 82"/>
                  <a:gd name="T11" fmla="*/ 42 h 15"/>
                  <a:gd name="T12" fmla="*/ 170 w 82"/>
                  <a:gd name="T13" fmla="*/ 42 h 15"/>
                  <a:gd name="T14" fmla="*/ 81 w 82"/>
                  <a:gd name="T15" fmla="*/ 34 h 15"/>
                  <a:gd name="T16" fmla="*/ 39 w 82"/>
                  <a:gd name="T17" fmla="*/ 34 h 15"/>
                  <a:gd name="T18" fmla="*/ 8 w 82"/>
                  <a:gd name="T19" fmla="*/ 3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15">
                    <a:moveTo>
                      <a:pt x="0" y="9"/>
                    </a:moveTo>
                    <a:cubicBezTo>
                      <a:pt x="20" y="10"/>
                      <a:pt x="39" y="12"/>
                      <a:pt x="58" y="13"/>
                    </a:cubicBezTo>
                    <a:cubicBezTo>
                      <a:pt x="63" y="14"/>
                      <a:pt x="76" y="15"/>
                      <a:pt x="79" y="12"/>
                    </a:cubicBezTo>
                    <a:cubicBezTo>
                      <a:pt x="82" y="9"/>
                      <a:pt x="81" y="3"/>
                      <a:pt x="80" y="0"/>
                    </a:cubicBezTo>
                    <a:cubicBezTo>
                      <a:pt x="80" y="3"/>
                      <a:pt x="79" y="8"/>
                      <a:pt x="74" y="10"/>
                    </a:cubicBezTo>
                    <a:cubicBezTo>
                      <a:pt x="71" y="11"/>
                      <a:pt x="67" y="10"/>
                      <a:pt x="64" y="10"/>
                    </a:cubicBezTo>
                    <a:cubicBezTo>
                      <a:pt x="59" y="10"/>
                      <a:pt x="54" y="10"/>
                      <a:pt x="50" y="10"/>
                    </a:cubicBezTo>
                    <a:cubicBezTo>
                      <a:pt x="41" y="9"/>
                      <a:pt x="32" y="8"/>
                      <a:pt x="24" y="8"/>
                    </a:cubicBezTo>
                    <a:cubicBezTo>
                      <a:pt x="19" y="8"/>
                      <a:pt x="15" y="9"/>
                      <a:pt x="11" y="8"/>
                    </a:cubicBezTo>
                    <a:cubicBezTo>
                      <a:pt x="8" y="8"/>
                      <a:pt x="5" y="8"/>
                      <a:pt x="2" y="9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1" name="Freeform 1290">
                <a:extLst>
                  <a:ext uri="{FF2B5EF4-FFF2-40B4-BE49-F238E27FC236}">
                    <a16:creationId xmlns:a16="http://schemas.microsoft.com/office/drawing/2014/main" id="{DD7B7F72-40AA-41D5-B056-61AF77DD2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656"/>
                <a:ext cx="136" cy="27"/>
              </a:xfrm>
              <a:custGeom>
                <a:avLst/>
                <a:gdLst>
                  <a:gd name="T0" fmla="*/ 297 w 91"/>
                  <a:gd name="T1" fmla="*/ 25 h 17"/>
                  <a:gd name="T2" fmla="*/ 284 w 91"/>
                  <a:gd name="T3" fmla="*/ 64 h 17"/>
                  <a:gd name="T4" fmla="*/ 230 w 91"/>
                  <a:gd name="T5" fmla="*/ 56 h 17"/>
                  <a:gd name="T6" fmla="*/ 157 w 91"/>
                  <a:gd name="T7" fmla="*/ 40 h 17"/>
                  <a:gd name="T8" fmla="*/ 0 w 91"/>
                  <a:gd name="T9" fmla="*/ 0 h 17"/>
                  <a:gd name="T10" fmla="*/ 108 w 91"/>
                  <a:gd name="T11" fmla="*/ 25 h 17"/>
                  <a:gd name="T12" fmla="*/ 214 w 91"/>
                  <a:gd name="T13" fmla="*/ 40 h 17"/>
                  <a:gd name="T14" fmla="*/ 290 w 91"/>
                  <a:gd name="T15" fmla="*/ 0 h 17"/>
                  <a:gd name="T16" fmla="*/ 297 w 91"/>
                  <a:gd name="T17" fmla="*/ 25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17">
                    <a:moveTo>
                      <a:pt x="89" y="6"/>
                    </a:moveTo>
                    <a:cubicBezTo>
                      <a:pt x="88" y="10"/>
                      <a:pt x="90" y="15"/>
                      <a:pt x="85" y="16"/>
                    </a:cubicBezTo>
                    <a:cubicBezTo>
                      <a:pt x="81" y="17"/>
                      <a:pt x="74" y="15"/>
                      <a:pt x="69" y="14"/>
                    </a:cubicBezTo>
                    <a:cubicBezTo>
                      <a:pt x="60" y="12"/>
                      <a:pt x="56" y="11"/>
                      <a:pt x="47" y="10"/>
                    </a:cubicBezTo>
                    <a:cubicBezTo>
                      <a:pt x="34" y="7"/>
                      <a:pt x="13" y="4"/>
                      <a:pt x="0" y="0"/>
                    </a:cubicBezTo>
                    <a:cubicBezTo>
                      <a:pt x="10" y="1"/>
                      <a:pt x="22" y="4"/>
                      <a:pt x="32" y="6"/>
                    </a:cubicBezTo>
                    <a:cubicBezTo>
                      <a:pt x="43" y="8"/>
                      <a:pt x="53" y="9"/>
                      <a:pt x="64" y="10"/>
                    </a:cubicBezTo>
                    <a:cubicBezTo>
                      <a:pt x="75" y="12"/>
                      <a:pt x="91" y="10"/>
                      <a:pt x="87" y="0"/>
                    </a:cubicBezTo>
                    <a:cubicBezTo>
                      <a:pt x="90" y="2"/>
                      <a:pt x="89" y="4"/>
                      <a:pt x="89" y="6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2" name="Freeform 1291">
                <a:extLst>
                  <a:ext uri="{FF2B5EF4-FFF2-40B4-BE49-F238E27FC236}">
                    <a16:creationId xmlns:a16="http://schemas.microsoft.com/office/drawing/2014/main" id="{DE391337-011C-4C68-A8BA-80C8CEB35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629"/>
                <a:ext cx="30" cy="14"/>
              </a:xfrm>
              <a:custGeom>
                <a:avLst/>
                <a:gdLst>
                  <a:gd name="T0" fmla="*/ 41 w 20"/>
                  <a:gd name="T1" fmla="*/ 5 h 9"/>
                  <a:gd name="T2" fmla="*/ 59 w 20"/>
                  <a:gd name="T3" fmla="*/ 8 h 9"/>
                  <a:gd name="T4" fmla="*/ 21 w 20"/>
                  <a:gd name="T5" fmla="*/ 30 h 9"/>
                  <a:gd name="T6" fmla="*/ 0 w 20"/>
                  <a:gd name="T7" fmla="*/ 34 h 9"/>
                  <a:gd name="T8" fmla="*/ 27 w 20"/>
                  <a:gd name="T9" fmla="*/ 30 h 9"/>
                  <a:gd name="T10" fmla="*/ 68 w 20"/>
                  <a:gd name="T11" fmla="*/ 8 h 9"/>
                  <a:gd name="T12" fmla="*/ 41 w 20"/>
                  <a:gd name="T13" fmla="*/ 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9">
                    <a:moveTo>
                      <a:pt x="12" y="1"/>
                    </a:moveTo>
                    <a:cubicBezTo>
                      <a:pt x="15" y="1"/>
                      <a:pt x="17" y="1"/>
                      <a:pt x="17" y="2"/>
                    </a:cubicBezTo>
                    <a:cubicBezTo>
                      <a:pt x="18" y="4"/>
                      <a:pt x="13" y="7"/>
                      <a:pt x="6" y="8"/>
                    </a:cubicBezTo>
                    <a:cubicBezTo>
                      <a:pt x="4" y="9"/>
                      <a:pt x="2" y="9"/>
                      <a:pt x="0" y="9"/>
                    </a:cubicBezTo>
                    <a:cubicBezTo>
                      <a:pt x="3" y="9"/>
                      <a:pt x="5" y="9"/>
                      <a:pt x="8" y="8"/>
                    </a:cubicBezTo>
                    <a:cubicBezTo>
                      <a:pt x="15" y="7"/>
                      <a:pt x="20" y="4"/>
                      <a:pt x="20" y="2"/>
                    </a:cubicBezTo>
                    <a:cubicBezTo>
                      <a:pt x="19" y="1"/>
                      <a:pt x="16" y="0"/>
                      <a:pt x="12" y="1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3" name="Freeform 1292">
                <a:extLst>
                  <a:ext uri="{FF2B5EF4-FFF2-40B4-BE49-F238E27FC236}">
                    <a16:creationId xmlns:a16="http://schemas.microsoft.com/office/drawing/2014/main" id="{F66D9574-E671-415B-905E-2D84A5354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630"/>
                <a:ext cx="27" cy="13"/>
              </a:xfrm>
              <a:custGeom>
                <a:avLst/>
                <a:gdLst>
                  <a:gd name="T0" fmla="*/ 8 w 18"/>
                  <a:gd name="T1" fmla="*/ 26 h 8"/>
                  <a:gd name="T2" fmla="*/ 41 w 18"/>
                  <a:gd name="T3" fmla="*/ 5 h 8"/>
                  <a:gd name="T4" fmla="*/ 62 w 18"/>
                  <a:gd name="T5" fmla="*/ 0 h 8"/>
                  <a:gd name="T6" fmla="*/ 35 w 18"/>
                  <a:gd name="T7" fmla="*/ 5 h 8"/>
                  <a:gd name="T8" fmla="*/ 5 w 18"/>
                  <a:gd name="T9" fmla="*/ 26 h 8"/>
                  <a:gd name="T10" fmla="*/ 18 w 18"/>
                  <a:gd name="T11" fmla="*/ 29 h 8"/>
                  <a:gd name="T12" fmla="*/ 8 w 18"/>
                  <a:gd name="T13" fmla="*/ 2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2" y="6"/>
                    </a:moveTo>
                    <a:cubicBezTo>
                      <a:pt x="2" y="5"/>
                      <a:pt x="6" y="2"/>
                      <a:pt x="12" y="1"/>
                    </a:cubicBezTo>
                    <a:cubicBezTo>
                      <a:pt x="14" y="1"/>
                      <a:pt x="17" y="0"/>
                      <a:pt x="18" y="0"/>
                    </a:cubicBezTo>
                    <a:cubicBezTo>
                      <a:pt x="16" y="0"/>
                      <a:pt x="13" y="0"/>
                      <a:pt x="10" y="1"/>
                    </a:cubicBezTo>
                    <a:cubicBezTo>
                      <a:pt x="4" y="2"/>
                      <a:pt x="0" y="5"/>
                      <a:pt x="1" y="6"/>
                    </a:cubicBezTo>
                    <a:cubicBezTo>
                      <a:pt x="1" y="7"/>
                      <a:pt x="3" y="8"/>
                      <a:pt x="5" y="7"/>
                    </a:cubicBezTo>
                    <a:cubicBezTo>
                      <a:pt x="4" y="7"/>
                      <a:pt x="2" y="7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4" name="Freeform 1293">
                <a:extLst>
                  <a:ext uri="{FF2B5EF4-FFF2-40B4-BE49-F238E27FC236}">
                    <a16:creationId xmlns:a16="http://schemas.microsoft.com/office/drawing/2014/main" id="{53C73512-7DCE-4645-9A6D-29887C12E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614"/>
                <a:ext cx="32" cy="12"/>
              </a:xfrm>
              <a:custGeom>
                <a:avLst/>
                <a:gdLst>
                  <a:gd name="T0" fmla="*/ 49 w 21"/>
                  <a:gd name="T1" fmla="*/ 0 h 7"/>
                  <a:gd name="T2" fmla="*/ 62 w 21"/>
                  <a:gd name="T3" fmla="*/ 15 h 7"/>
                  <a:gd name="T4" fmla="*/ 21 w 21"/>
                  <a:gd name="T5" fmla="*/ 29 h 7"/>
                  <a:gd name="T6" fmla="*/ 0 w 21"/>
                  <a:gd name="T7" fmla="*/ 26 h 7"/>
                  <a:gd name="T8" fmla="*/ 27 w 21"/>
                  <a:gd name="T9" fmla="*/ 36 h 7"/>
                  <a:gd name="T10" fmla="*/ 70 w 21"/>
                  <a:gd name="T11" fmla="*/ 21 h 7"/>
                  <a:gd name="T12" fmla="*/ 49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4" y="0"/>
                    </a:moveTo>
                    <a:cubicBezTo>
                      <a:pt x="17" y="1"/>
                      <a:pt x="18" y="2"/>
                      <a:pt x="18" y="3"/>
                    </a:cubicBezTo>
                    <a:cubicBezTo>
                      <a:pt x="18" y="5"/>
                      <a:pt x="12" y="6"/>
                      <a:pt x="6" y="6"/>
                    </a:cubicBezTo>
                    <a:cubicBezTo>
                      <a:pt x="4" y="6"/>
                      <a:pt x="2" y="6"/>
                      <a:pt x="0" y="5"/>
                    </a:cubicBezTo>
                    <a:cubicBezTo>
                      <a:pt x="2" y="6"/>
                      <a:pt x="5" y="6"/>
                      <a:pt x="8" y="7"/>
                    </a:cubicBezTo>
                    <a:cubicBezTo>
                      <a:pt x="15" y="7"/>
                      <a:pt x="20" y="6"/>
                      <a:pt x="20" y="4"/>
                    </a:cubicBezTo>
                    <a:cubicBezTo>
                      <a:pt x="21" y="2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5" name="Freeform 1294">
                <a:extLst>
                  <a:ext uri="{FF2B5EF4-FFF2-40B4-BE49-F238E27FC236}">
                    <a16:creationId xmlns:a16="http://schemas.microsoft.com/office/drawing/2014/main" id="{122642E5-3B7E-4C8A-972A-DBF654B67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614"/>
                <a:ext cx="29" cy="8"/>
              </a:xfrm>
              <a:custGeom>
                <a:avLst/>
                <a:gdLst>
                  <a:gd name="T0" fmla="*/ 5 w 19"/>
                  <a:gd name="T1" fmla="*/ 13 h 5"/>
                  <a:gd name="T2" fmla="*/ 41 w 19"/>
                  <a:gd name="T3" fmla="*/ 5 h 5"/>
                  <a:gd name="T4" fmla="*/ 67 w 19"/>
                  <a:gd name="T5" fmla="*/ 8 h 5"/>
                  <a:gd name="T6" fmla="*/ 35 w 19"/>
                  <a:gd name="T7" fmla="*/ 0 h 5"/>
                  <a:gd name="T8" fmla="*/ 0 w 19"/>
                  <a:gd name="T9" fmla="*/ 8 h 5"/>
                  <a:gd name="T10" fmla="*/ 14 w 19"/>
                  <a:gd name="T11" fmla="*/ 21 h 5"/>
                  <a:gd name="T12" fmla="*/ 5 w 19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1" y="3"/>
                    </a:moveTo>
                    <a:cubicBezTo>
                      <a:pt x="1" y="1"/>
                      <a:pt x="7" y="0"/>
                      <a:pt x="12" y="1"/>
                    </a:cubicBezTo>
                    <a:cubicBezTo>
                      <a:pt x="14" y="1"/>
                      <a:pt x="17" y="1"/>
                      <a:pt x="19" y="2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5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4" y="5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6" name="Freeform 1295">
                <a:extLst>
                  <a:ext uri="{FF2B5EF4-FFF2-40B4-BE49-F238E27FC236}">
                    <a16:creationId xmlns:a16="http://schemas.microsoft.com/office/drawing/2014/main" id="{C5A2D1B9-3522-48F8-8C1B-BCCE3F22D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648"/>
                <a:ext cx="31" cy="11"/>
              </a:xfrm>
              <a:custGeom>
                <a:avLst/>
                <a:gdLst>
                  <a:gd name="T0" fmla="*/ 47 w 21"/>
                  <a:gd name="T1" fmla="*/ 0 h 7"/>
                  <a:gd name="T2" fmla="*/ 59 w 21"/>
                  <a:gd name="T3" fmla="*/ 13 h 7"/>
                  <a:gd name="T4" fmla="*/ 15 w 21"/>
                  <a:gd name="T5" fmla="*/ 14 h 7"/>
                  <a:gd name="T6" fmla="*/ 0 w 21"/>
                  <a:gd name="T7" fmla="*/ 13 h 7"/>
                  <a:gd name="T8" fmla="*/ 27 w 21"/>
                  <a:gd name="T9" fmla="*/ 20 h 7"/>
                  <a:gd name="T10" fmla="*/ 68 w 21"/>
                  <a:gd name="T11" fmla="*/ 14 h 7"/>
                  <a:gd name="T12" fmla="*/ 47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7" y="1"/>
                      <a:pt x="19" y="2"/>
                      <a:pt x="18" y="3"/>
                    </a:cubicBezTo>
                    <a:cubicBezTo>
                      <a:pt x="18" y="5"/>
                      <a:pt x="12" y="6"/>
                      <a:pt x="5" y="4"/>
                    </a:cubicBezTo>
                    <a:cubicBezTo>
                      <a:pt x="3" y="4"/>
                      <a:pt x="2" y="3"/>
                      <a:pt x="0" y="3"/>
                    </a:cubicBezTo>
                    <a:cubicBezTo>
                      <a:pt x="2" y="4"/>
                      <a:pt x="5" y="5"/>
                      <a:pt x="8" y="5"/>
                    </a:cubicBezTo>
                    <a:cubicBezTo>
                      <a:pt x="14" y="7"/>
                      <a:pt x="20" y="6"/>
                      <a:pt x="21" y="4"/>
                    </a:cubicBezTo>
                    <a:cubicBezTo>
                      <a:pt x="21" y="3"/>
                      <a:pt x="18" y="1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7" name="Freeform 1296">
                <a:extLst>
                  <a:ext uri="{FF2B5EF4-FFF2-40B4-BE49-F238E27FC236}">
                    <a16:creationId xmlns:a16="http://schemas.microsoft.com/office/drawing/2014/main" id="{1CFD9FFC-9137-44F0-A239-701FCC300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645"/>
                <a:ext cx="28" cy="8"/>
              </a:xfrm>
              <a:custGeom>
                <a:avLst/>
                <a:gdLst>
                  <a:gd name="T0" fmla="*/ 6 w 19"/>
                  <a:gd name="T1" fmla="*/ 8 h 5"/>
                  <a:gd name="T2" fmla="*/ 41 w 19"/>
                  <a:gd name="T3" fmla="*/ 8 h 5"/>
                  <a:gd name="T4" fmla="*/ 60 w 19"/>
                  <a:gd name="T5" fmla="*/ 16 h 5"/>
                  <a:gd name="T6" fmla="*/ 35 w 19"/>
                  <a:gd name="T7" fmla="*/ 5 h 5"/>
                  <a:gd name="T8" fmla="*/ 0 w 19"/>
                  <a:gd name="T9" fmla="*/ 8 h 5"/>
                  <a:gd name="T10" fmla="*/ 13 w 19"/>
                  <a:gd name="T11" fmla="*/ 21 h 5"/>
                  <a:gd name="T12" fmla="*/ 6 w 19"/>
                  <a:gd name="T13" fmla="*/ 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2"/>
                    </a:moveTo>
                    <a:cubicBezTo>
                      <a:pt x="2" y="0"/>
                      <a:pt x="7" y="1"/>
                      <a:pt x="13" y="2"/>
                    </a:cubicBezTo>
                    <a:cubicBezTo>
                      <a:pt x="15" y="2"/>
                      <a:pt x="17" y="3"/>
                      <a:pt x="19" y="4"/>
                    </a:cubicBezTo>
                    <a:cubicBezTo>
                      <a:pt x="17" y="3"/>
                      <a:pt x="14" y="2"/>
                      <a:pt x="11" y="1"/>
                    </a:cubicBezTo>
                    <a:cubicBezTo>
                      <a:pt x="5" y="0"/>
                      <a:pt x="1" y="0"/>
                      <a:pt x="0" y="2"/>
                    </a:cubicBezTo>
                    <a:cubicBezTo>
                      <a:pt x="0" y="2"/>
                      <a:pt x="2" y="4"/>
                      <a:pt x="4" y="5"/>
                    </a:cubicBezTo>
                    <a:cubicBezTo>
                      <a:pt x="3" y="4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8" name="Freeform 1297">
                <a:extLst>
                  <a:ext uri="{FF2B5EF4-FFF2-40B4-BE49-F238E27FC236}">
                    <a16:creationId xmlns:a16="http://schemas.microsoft.com/office/drawing/2014/main" id="{846773BF-13FE-42A2-BBD9-AB656B030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653"/>
                <a:ext cx="155" cy="102"/>
              </a:xfrm>
              <a:custGeom>
                <a:avLst/>
                <a:gdLst>
                  <a:gd name="T0" fmla="*/ 346 w 103"/>
                  <a:gd name="T1" fmla="*/ 48 h 64"/>
                  <a:gd name="T2" fmla="*/ 327 w 103"/>
                  <a:gd name="T3" fmla="*/ 13 h 64"/>
                  <a:gd name="T4" fmla="*/ 290 w 103"/>
                  <a:gd name="T5" fmla="*/ 13 h 64"/>
                  <a:gd name="T6" fmla="*/ 202 w 103"/>
                  <a:gd name="T7" fmla="*/ 61 h 64"/>
                  <a:gd name="T8" fmla="*/ 0 w 103"/>
                  <a:gd name="T9" fmla="*/ 166 h 64"/>
                  <a:gd name="T10" fmla="*/ 0 w 103"/>
                  <a:gd name="T11" fmla="*/ 260 h 64"/>
                  <a:gd name="T12" fmla="*/ 108 w 103"/>
                  <a:gd name="T13" fmla="*/ 196 h 64"/>
                  <a:gd name="T14" fmla="*/ 327 w 103"/>
                  <a:gd name="T15" fmla="*/ 81 h 64"/>
                  <a:gd name="T16" fmla="*/ 346 w 103"/>
                  <a:gd name="T17" fmla="*/ 48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102" y="12"/>
                    </a:moveTo>
                    <a:cubicBezTo>
                      <a:pt x="102" y="12"/>
                      <a:pt x="96" y="3"/>
                      <a:pt x="96" y="3"/>
                    </a:cubicBezTo>
                    <a:cubicBezTo>
                      <a:pt x="95" y="0"/>
                      <a:pt x="89" y="1"/>
                      <a:pt x="85" y="3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46" y="20"/>
                      <a:pt x="15" y="34"/>
                      <a:pt x="0" y="41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6" y="60"/>
                      <a:pt x="21" y="53"/>
                      <a:pt x="32" y="48"/>
                    </a:cubicBezTo>
                    <a:cubicBezTo>
                      <a:pt x="46" y="42"/>
                      <a:pt x="96" y="20"/>
                      <a:pt x="96" y="20"/>
                    </a:cubicBezTo>
                    <a:cubicBezTo>
                      <a:pt x="101" y="18"/>
                      <a:pt x="103" y="15"/>
                      <a:pt x="102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9" name="Freeform 1298">
                <a:extLst>
                  <a:ext uri="{FF2B5EF4-FFF2-40B4-BE49-F238E27FC236}">
                    <a16:creationId xmlns:a16="http://schemas.microsoft.com/office/drawing/2014/main" id="{782A08A1-A12B-426F-8929-D49FBE2C7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598"/>
                <a:ext cx="192" cy="79"/>
              </a:xfrm>
              <a:custGeom>
                <a:avLst/>
                <a:gdLst>
                  <a:gd name="T0" fmla="*/ 377 w 128"/>
                  <a:gd name="T1" fmla="*/ 8 h 49"/>
                  <a:gd name="T2" fmla="*/ 423 w 128"/>
                  <a:gd name="T3" fmla="*/ 21 h 49"/>
                  <a:gd name="T4" fmla="*/ 431 w 128"/>
                  <a:gd name="T5" fmla="*/ 63 h 49"/>
                  <a:gd name="T6" fmla="*/ 396 w 128"/>
                  <a:gd name="T7" fmla="*/ 97 h 49"/>
                  <a:gd name="T8" fmla="*/ 296 w 128"/>
                  <a:gd name="T9" fmla="*/ 124 h 49"/>
                  <a:gd name="T10" fmla="*/ 53 w 128"/>
                  <a:gd name="T11" fmla="*/ 192 h 49"/>
                  <a:gd name="T12" fmla="*/ 12 w 128"/>
                  <a:gd name="T13" fmla="*/ 184 h 49"/>
                  <a:gd name="T14" fmla="*/ 5 w 128"/>
                  <a:gd name="T15" fmla="*/ 143 h 49"/>
                  <a:gd name="T16" fmla="*/ 18 w 128"/>
                  <a:gd name="T17" fmla="*/ 114 h 49"/>
                  <a:gd name="T18" fmla="*/ 203 w 128"/>
                  <a:gd name="T19" fmla="*/ 63 h 49"/>
                  <a:gd name="T20" fmla="*/ 377 w 128"/>
                  <a:gd name="T21" fmla="*/ 8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49">
                    <a:moveTo>
                      <a:pt x="111" y="2"/>
                    </a:moveTo>
                    <a:cubicBezTo>
                      <a:pt x="122" y="0"/>
                      <a:pt x="124" y="2"/>
                      <a:pt x="125" y="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8" y="17"/>
                      <a:pt x="128" y="20"/>
                      <a:pt x="117" y="23"/>
                    </a:cubicBezTo>
                    <a:cubicBezTo>
                      <a:pt x="117" y="23"/>
                      <a:pt x="111" y="24"/>
                      <a:pt x="87" y="30"/>
                    </a:cubicBezTo>
                    <a:cubicBezTo>
                      <a:pt x="63" y="35"/>
                      <a:pt x="16" y="46"/>
                      <a:pt x="15" y="46"/>
                    </a:cubicBezTo>
                    <a:cubicBezTo>
                      <a:pt x="6" y="49"/>
                      <a:pt x="4" y="47"/>
                      <a:pt x="3" y="4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29"/>
                      <a:pt x="3" y="28"/>
                      <a:pt x="5" y="27"/>
                    </a:cubicBezTo>
                    <a:cubicBezTo>
                      <a:pt x="6" y="27"/>
                      <a:pt x="38" y="21"/>
                      <a:pt x="60" y="15"/>
                    </a:cubicBezTo>
                    <a:cubicBezTo>
                      <a:pt x="82" y="10"/>
                      <a:pt x="111" y="2"/>
                      <a:pt x="11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0" name="Freeform 1299">
                <a:extLst>
                  <a:ext uri="{FF2B5EF4-FFF2-40B4-BE49-F238E27FC236}">
                    <a16:creationId xmlns:a16="http://schemas.microsoft.com/office/drawing/2014/main" id="{2F01B7D9-D634-4D60-A03C-2194FA175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837"/>
                <a:ext cx="194" cy="54"/>
              </a:xfrm>
              <a:custGeom>
                <a:avLst/>
                <a:gdLst>
                  <a:gd name="T0" fmla="*/ 41 w 129"/>
                  <a:gd name="T1" fmla="*/ 48 h 34"/>
                  <a:gd name="T2" fmla="*/ 296 w 129"/>
                  <a:gd name="T3" fmla="*/ 13 h 34"/>
                  <a:gd name="T4" fmla="*/ 391 w 129"/>
                  <a:gd name="T5" fmla="*/ 0 h 34"/>
                  <a:gd name="T6" fmla="*/ 427 w 129"/>
                  <a:gd name="T7" fmla="*/ 13 h 34"/>
                  <a:gd name="T8" fmla="*/ 435 w 129"/>
                  <a:gd name="T9" fmla="*/ 56 h 34"/>
                  <a:gd name="T10" fmla="*/ 412 w 129"/>
                  <a:gd name="T11" fmla="*/ 81 h 34"/>
                  <a:gd name="T12" fmla="*/ 174 w 129"/>
                  <a:gd name="T13" fmla="*/ 108 h 34"/>
                  <a:gd name="T14" fmla="*/ 39 w 129"/>
                  <a:gd name="T15" fmla="*/ 132 h 34"/>
                  <a:gd name="T16" fmla="*/ 8 w 129"/>
                  <a:gd name="T17" fmla="*/ 108 h 34"/>
                  <a:gd name="T18" fmla="*/ 5 w 129"/>
                  <a:gd name="T19" fmla="*/ 73 h 34"/>
                  <a:gd name="T20" fmla="*/ 8 w 129"/>
                  <a:gd name="T21" fmla="*/ 60 h 34"/>
                  <a:gd name="T22" fmla="*/ 41 w 129"/>
                  <a:gd name="T23" fmla="*/ 48 h 34"/>
                  <a:gd name="T24" fmla="*/ 41 w 129"/>
                  <a:gd name="T25" fmla="*/ 48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9" h="34">
                    <a:moveTo>
                      <a:pt x="12" y="12"/>
                    </a:moveTo>
                    <a:cubicBezTo>
                      <a:pt x="13" y="12"/>
                      <a:pt x="68" y="6"/>
                      <a:pt x="87" y="3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20" y="0"/>
                      <a:pt x="126" y="0"/>
                      <a:pt x="126" y="3"/>
                    </a:cubicBezTo>
                    <a:cubicBezTo>
                      <a:pt x="126" y="3"/>
                      <a:pt x="128" y="14"/>
                      <a:pt x="128" y="14"/>
                    </a:cubicBezTo>
                    <a:cubicBezTo>
                      <a:pt x="129" y="17"/>
                      <a:pt x="126" y="19"/>
                      <a:pt x="121" y="20"/>
                    </a:cubicBezTo>
                    <a:cubicBezTo>
                      <a:pt x="120" y="20"/>
                      <a:pt x="67" y="26"/>
                      <a:pt x="51" y="27"/>
                    </a:cubicBezTo>
                    <a:cubicBezTo>
                      <a:pt x="36" y="29"/>
                      <a:pt x="12" y="33"/>
                      <a:pt x="11" y="33"/>
                    </a:cubicBezTo>
                    <a:cubicBezTo>
                      <a:pt x="6" y="34"/>
                      <a:pt x="2" y="32"/>
                      <a:pt x="2" y="2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7"/>
                      <a:pt x="1" y="16"/>
                      <a:pt x="2" y="15"/>
                    </a:cubicBezTo>
                    <a:cubicBezTo>
                      <a:pt x="4" y="13"/>
                      <a:pt x="7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1" name="Freeform 1300">
                <a:extLst>
                  <a:ext uri="{FF2B5EF4-FFF2-40B4-BE49-F238E27FC236}">
                    <a16:creationId xmlns:a16="http://schemas.microsoft.com/office/drawing/2014/main" id="{97671D9F-CA16-45B4-84C8-4C5D38F3E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822"/>
                <a:ext cx="153" cy="43"/>
              </a:xfrm>
              <a:custGeom>
                <a:avLst/>
                <a:gdLst>
                  <a:gd name="T0" fmla="*/ 345 w 102"/>
                  <a:gd name="T1" fmla="*/ 0 h 27"/>
                  <a:gd name="T2" fmla="*/ 210 w 102"/>
                  <a:gd name="T3" fmla="*/ 13 h 27"/>
                  <a:gd name="T4" fmla="*/ 21 w 102"/>
                  <a:gd name="T5" fmla="*/ 25 h 27"/>
                  <a:gd name="T6" fmla="*/ 5 w 102"/>
                  <a:gd name="T7" fmla="*/ 48 h 27"/>
                  <a:gd name="T8" fmla="*/ 5 w 102"/>
                  <a:gd name="T9" fmla="*/ 89 h 27"/>
                  <a:gd name="T10" fmla="*/ 45 w 102"/>
                  <a:gd name="T11" fmla="*/ 104 h 27"/>
                  <a:gd name="T12" fmla="*/ 291 w 102"/>
                  <a:gd name="T13" fmla="*/ 89 h 27"/>
                  <a:gd name="T14" fmla="*/ 345 w 102"/>
                  <a:gd name="T15" fmla="*/ 84 h 27"/>
                  <a:gd name="T16" fmla="*/ 345 w 102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27">
                    <a:moveTo>
                      <a:pt x="102" y="0"/>
                    </a:moveTo>
                    <a:cubicBezTo>
                      <a:pt x="91" y="1"/>
                      <a:pt x="75" y="2"/>
                      <a:pt x="62" y="3"/>
                    </a:cubicBezTo>
                    <a:cubicBezTo>
                      <a:pt x="39" y="5"/>
                      <a:pt x="6" y="6"/>
                      <a:pt x="6" y="6"/>
                    </a:cubicBezTo>
                    <a:cubicBezTo>
                      <a:pt x="3" y="6"/>
                      <a:pt x="0" y="7"/>
                      <a:pt x="1" y="1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5"/>
                      <a:pt x="4" y="27"/>
                      <a:pt x="13" y="26"/>
                    </a:cubicBezTo>
                    <a:cubicBezTo>
                      <a:pt x="13" y="26"/>
                      <a:pt x="62" y="23"/>
                      <a:pt x="86" y="22"/>
                    </a:cubicBezTo>
                    <a:cubicBezTo>
                      <a:pt x="93" y="21"/>
                      <a:pt x="98" y="21"/>
                      <a:pt x="102" y="21"/>
                    </a:cubicBez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2" name="Freeform 1301">
                <a:extLst>
                  <a:ext uri="{FF2B5EF4-FFF2-40B4-BE49-F238E27FC236}">
                    <a16:creationId xmlns:a16="http://schemas.microsoft.com/office/drawing/2014/main" id="{D196611E-9B43-455F-9AD2-4A6233BC3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857"/>
                <a:ext cx="37" cy="13"/>
              </a:xfrm>
              <a:custGeom>
                <a:avLst/>
                <a:gdLst>
                  <a:gd name="T0" fmla="*/ 0 w 25"/>
                  <a:gd name="T1" fmla="*/ 26 h 8"/>
                  <a:gd name="T2" fmla="*/ 40 w 25"/>
                  <a:gd name="T3" fmla="*/ 5 h 8"/>
                  <a:gd name="T4" fmla="*/ 81 w 25"/>
                  <a:gd name="T5" fmla="*/ 13 h 8"/>
                  <a:gd name="T6" fmla="*/ 41 w 25"/>
                  <a:gd name="T7" fmla="*/ 34 h 8"/>
                  <a:gd name="T8" fmla="*/ 0 w 25"/>
                  <a:gd name="T9" fmla="*/ 2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6"/>
                    </a:moveTo>
                    <a:cubicBezTo>
                      <a:pt x="0" y="4"/>
                      <a:pt x="5" y="1"/>
                      <a:pt x="12" y="1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8"/>
                    </a:cubicBezTo>
                    <a:cubicBezTo>
                      <a:pt x="6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3" name="Freeform 1302">
                <a:extLst>
                  <a:ext uri="{FF2B5EF4-FFF2-40B4-BE49-F238E27FC236}">
                    <a16:creationId xmlns:a16="http://schemas.microsoft.com/office/drawing/2014/main" id="{6D19330E-77C1-44B7-ADE6-6FB69948E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838"/>
                <a:ext cx="37" cy="13"/>
              </a:xfrm>
              <a:custGeom>
                <a:avLst/>
                <a:gdLst>
                  <a:gd name="T0" fmla="*/ 0 w 25"/>
                  <a:gd name="T1" fmla="*/ 21 h 8"/>
                  <a:gd name="T2" fmla="*/ 41 w 25"/>
                  <a:gd name="T3" fmla="*/ 0 h 8"/>
                  <a:gd name="T4" fmla="*/ 81 w 25"/>
                  <a:gd name="T5" fmla="*/ 13 h 8"/>
                  <a:gd name="T6" fmla="*/ 41 w 25"/>
                  <a:gd name="T7" fmla="*/ 29 h 8"/>
                  <a:gd name="T8" fmla="*/ 0 w 2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3"/>
                      <a:pt x="6" y="1"/>
                      <a:pt x="13" y="0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7"/>
                    </a:cubicBezTo>
                    <a:cubicBezTo>
                      <a:pt x="6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4" name="Freeform 1303">
                <a:extLst>
                  <a:ext uri="{FF2B5EF4-FFF2-40B4-BE49-F238E27FC236}">
                    <a16:creationId xmlns:a16="http://schemas.microsoft.com/office/drawing/2014/main" id="{36F06800-F9BC-4CAE-ABBD-3F9639703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854"/>
                <a:ext cx="38" cy="15"/>
              </a:xfrm>
              <a:custGeom>
                <a:avLst/>
                <a:gdLst>
                  <a:gd name="T0" fmla="*/ 0 w 25"/>
                  <a:gd name="T1" fmla="*/ 28 h 9"/>
                  <a:gd name="T2" fmla="*/ 41 w 25"/>
                  <a:gd name="T3" fmla="*/ 5 h 9"/>
                  <a:gd name="T4" fmla="*/ 88 w 25"/>
                  <a:gd name="T5" fmla="*/ 13 h 9"/>
                  <a:gd name="T6" fmla="*/ 46 w 25"/>
                  <a:gd name="T7" fmla="*/ 37 h 9"/>
                  <a:gd name="T8" fmla="*/ 0 w 25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6"/>
                    </a:moveTo>
                    <a:cubicBezTo>
                      <a:pt x="0" y="4"/>
                      <a:pt x="5" y="2"/>
                      <a:pt x="12" y="1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8"/>
                    </a:cubicBezTo>
                    <a:cubicBezTo>
                      <a:pt x="6" y="9"/>
                      <a:pt x="1" y="8"/>
                      <a:pt x="0" y="6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5" name="Freeform 1304">
                <a:extLst>
                  <a:ext uri="{FF2B5EF4-FFF2-40B4-BE49-F238E27FC236}">
                    <a16:creationId xmlns:a16="http://schemas.microsoft.com/office/drawing/2014/main" id="{1480FF0A-8B00-42B2-88AB-CFCB601D0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2856"/>
                <a:ext cx="30" cy="11"/>
              </a:xfrm>
              <a:custGeom>
                <a:avLst/>
                <a:gdLst>
                  <a:gd name="T0" fmla="*/ 45 w 20"/>
                  <a:gd name="T1" fmla="*/ 0 h 7"/>
                  <a:gd name="T2" fmla="*/ 62 w 20"/>
                  <a:gd name="T3" fmla="*/ 8 h 7"/>
                  <a:gd name="T4" fmla="*/ 21 w 20"/>
                  <a:gd name="T5" fmla="*/ 27 h 7"/>
                  <a:gd name="T6" fmla="*/ 0 w 20"/>
                  <a:gd name="T7" fmla="*/ 27 h 7"/>
                  <a:gd name="T8" fmla="*/ 27 w 20"/>
                  <a:gd name="T9" fmla="*/ 27 h 7"/>
                  <a:gd name="T10" fmla="*/ 68 w 20"/>
                  <a:gd name="T11" fmla="*/ 8 h 7"/>
                  <a:gd name="T12" fmla="*/ 45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3" y="0"/>
                    </a:moveTo>
                    <a:cubicBezTo>
                      <a:pt x="16" y="0"/>
                      <a:pt x="18" y="1"/>
                      <a:pt x="18" y="2"/>
                    </a:cubicBezTo>
                    <a:cubicBezTo>
                      <a:pt x="18" y="4"/>
                      <a:pt x="13" y="6"/>
                      <a:pt x="6" y="7"/>
                    </a:cubicBezTo>
                    <a:cubicBezTo>
                      <a:pt x="4" y="7"/>
                      <a:pt x="2" y="7"/>
                      <a:pt x="0" y="7"/>
                    </a:cubicBezTo>
                    <a:cubicBezTo>
                      <a:pt x="2" y="7"/>
                      <a:pt x="5" y="7"/>
                      <a:pt x="8" y="7"/>
                    </a:cubicBezTo>
                    <a:cubicBezTo>
                      <a:pt x="15" y="6"/>
                      <a:pt x="20" y="4"/>
                      <a:pt x="20" y="2"/>
                    </a:cubicBezTo>
                    <a:cubicBezTo>
                      <a:pt x="20" y="1"/>
                      <a:pt x="17" y="0"/>
                      <a:pt x="13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6" name="Freeform 1305">
                <a:extLst>
                  <a:ext uri="{FF2B5EF4-FFF2-40B4-BE49-F238E27FC236}">
                    <a16:creationId xmlns:a16="http://schemas.microsoft.com/office/drawing/2014/main" id="{AB77609E-58E0-4E01-90D0-9347282BC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856"/>
                <a:ext cx="29" cy="9"/>
              </a:xfrm>
              <a:custGeom>
                <a:avLst/>
                <a:gdLst>
                  <a:gd name="T0" fmla="*/ 8 w 19"/>
                  <a:gd name="T1" fmla="*/ 18 h 6"/>
                  <a:gd name="T2" fmla="*/ 41 w 19"/>
                  <a:gd name="T3" fmla="*/ 5 h 6"/>
                  <a:gd name="T4" fmla="*/ 67 w 19"/>
                  <a:gd name="T5" fmla="*/ 5 h 6"/>
                  <a:gd name="T6" fmla="*/ 35 w 19"/>
                  <a:gd name="T7" fmla="*/ 5 h 6"/>
                  <a:gd name="T8" fmla="*/ 5 w 19"/>
                  <a:gd name="T9" fmla="*/ 18 h 6"/>
                  <a:gd name="T10" fmla="*/ 18 w 19"/>
                  <a:gd name="T11" fmla="*/ 21 h 6"/>
                  <a:gd name="T12" fmla="*/ 8 w 19"/>
                  <a:gd name="T13" fmla="*/ 18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2" y="5"/>
                    </a:moveTo>
                    <a:cubicBezTo>
                      <a:pt x="2" y="3"/>
                      <a:pt x="7" y="2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17" y="0"/>
                      <a:pt x="14" y="0"/>
                      <a:pt x="10" y="1"/>
                    </a:cubicBezTo>
                    <a:cubicBezTo>
                      <a:pt x="5" y="1"/>
                      <a:pt x="0" y="3"/>
                      <a:pt x="1" y="5"/>
                    </a:cubicBezTo>
                    <a:cubicBezTo>
                      <a:pt x="1" y="6"/>
                      <a:pt x="2" y="6"/>
                      <a:pt x="5" y="6"/>
                    </a:cubicBezTo>
                    <a:cubicBezTo>
                      <a:pt x="4" y="6"/>
                      <a:pt x="2" y="6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7" name="Freeform 1306">
                <a:extLst>
                  <a:ext uri="{FF2B5EF4-FFF2-40B4-BE49-F238E27FC236}">
                    <a16:creationId xmlns:a16="http://schemas.microsoft.com/office/drawing/2014/main" id="{1672AA39-CDBC-4975-B7B5-8030B2EFA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835"/>
                <a:ext cx="37" cy="13"/>
              </a:xfrm>
              <a:custGeom>
                <a:avLst/>
                <a:gdLst>
                  <a:gd name="T0" fmla="*/ 1 w 25"/>
                  <a:gd name="T1" fmla="*/ 21 h 8"/>
                  <a:gd name="T2" fmla="*/ 41 w 25"/>
                  <a:gd name="T3" fmla="*/ 5 h 8"/>
                  <a:gd name="T4" fmla="*/ 81 w 25"/>
                  <a:gd name="T5" fmla="*/ 13 h 8"/>
                  <a:gd name="T6" fmla="*/ 41 w 25"/>
                  <a:gd name="T7" fmla="*/ 34 h 8"/>
                  <a:gd name="T8" fmla="*/ 1 w 2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1" y="5"/>
                    </a:moveTo>
                    <a:cubicBezTo>
                      <a:pt x="0" y="3"/>
                      <a:pt x="6" y="1"/>
                      <a:pt x="13" y="1"/>
                    </a:cubicBezTo>
                    <a:cubicBezTo>
                      <a:pt x="20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8"/>
                    </a:cubicBezTo>
                    <a:cubicBezTo>
                      <a:pt x="6" y="8"/>
                      <a:pt x="1" y="7"/>
                      <a:pt x="1" y="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8" name="Freeform 1307">
                <a:extLst>
                  <a:ext uri="{FF2B5EF4-FFF2-40B4-BE49-F238E27FC236}">
                    <a16:creationId xmlns:a16="http://schemas.microsoft.com/office/drawing/2014/main" id="{C690A09C-EE88-4AD8-A27F-AEFB866CC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851"/>
                <a:ext cx="78" cy="30"/>
              </a:xfrm>
              <a:custGeom>
                <a:avLst/>
                <a:gdLst>
                  <a:gd name="T0" fmla="*/ 5 w 52"/>
                  <a:gd name="T1" fmla="*/ 62 h 19"/>
                  <a:gd name="T2" fmla="*/ 8 w 52"/>
                  <a:gd name="T3" fmla="*/ 27 h 19"/>
                  <a:gd name="T4" fmla="*/ 48 w 52"/>
                  <a:gd name="T5" fmla="*/ 14 h 19"/>
                  <a:gd name="T6" fmla="*/ 116 w 52"/>
                  <a:gd name="T7" fmla="*/ 8 h 19"/>
                  <a:gd name="T8" fmla="*/ 147 w 52"/>
                  <a:gd name="T9" fmla="*/ 5 h 19"/>
                  <a:gd name="T10" fmla="*/ 176 w 52"/>
                  <a:gd name="T11" fmla="*/ 0 h 19"/>
                  <a:gd name="T12" fmla="*/ 48 w 52"/>
                  <a:gd name="T13" fmla="*/ 22 h 19"/>
                  <a:gd name="T14" fmla="*/ 14 w 52"/>
                  <a:gd name="T15" fmla="*/ 43 h 19"/>
                  <a:gd name="T16" fmla="*/ 8 w 52"/>
                  <a:gd name="T17" fmla="*/ 7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9">
                    <a:moveTo>
                      <a:pt x="1" y="16"/>
                    </a:moveTo>
                    <a:cubicBezTo>
                      <a:pt x="1" y="14"/>
                      <a:pt x="0" y="9"/>
                      <a:pt x="2" y="7"/>
                    </a:cubicBezTo>
                    <a:cubicBezTo>
                      <a:pt x="4" y="5"/>
                      <a:pt x="10" y="5"/>
                      <a:pt x="14" y="4"/>
                    </a:cubicBezTo>
                    <a:cubicBezTo>
                      <a:pt x="21" y="3"/>
                      <a:pt x="27" y="3"/>
                      <a:pt x="34" y="2"/>
                    </a:cubicBezTo>
                    <a:cubicBezTo>
                      <a:pt x="37" y="1"/>
                      <a:pt x="40" y="1"/>
                      <a:pt x="43" y="1"/>
                    </a:cubicBezTo>
                    <a:cubicBezTo>
                      <a:pt x="46" y="1"/>
                      <a:pt x="49" y="0"/>
                      <a:pt x="52" y="0"/>
                    </a:cubicBezTo>
                    <a:cubicBezTo>
                      <a:pt x="40" y="4"/>
                      <a:pt x="26" y="4"/>
                      <a:pt x="14" y="6"/>
                    </a:cubicBezTo>
                    <a:cubicBezTo>
                      <a:pt x="10" y="7"/>
                      <a:pt x="5" y="8"/>
                      <a:pt x="4" y="11"/>
                    </a:cubicBezTo>
                    <a:cubicBezTo>
                      <a:pt x="2" y="13"/>
                      <a:pt x="2" y="16"/>
                      <a:pt x="2" y="19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9" name="Freeform 1308">
                <a:extLst>
                  <a:ext uri="{FF2B5EF4-FFF2-40B4-BE49-F238E27FC236}">
                    <a16:creationId xmlns:a16="http://schemas.microsoft.com/office/drawing/2014/main" id="{BDD80A58-CF45-4AD2-A87B-6FBD403F3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2845"/>
                <a:ext cx="121" cy="35"/>
              </a:xfrm>
              <a:custGeom>
                <a:avLst/>
                <a:gdLst>
                  <a:gd name="T0" fmla="*/ 0 w 81"/>
                  <a:gd name="T1" fmla="*/ 89 h 22"/>
                  <a:gd name="T2" fmla="*/ 196 w 81"/>
                  <a:gd name="T3" fmla="*/ 60 h 22"/>
                  <a:gd name="T4" fmla="*/ 263 w 81"/>
                  <a:gd name="T5" fmla="*/ 46 h 22"/>
                  <a:gd name="T6" fmla="*/ 257 w 81"/>
                  <a:gd name="T7" fmla="*/ 0 h 22"/>
                  <a:gd name="T8" fmla="*/ 243 w 81"/>
                  <a:gd name="T9" fmla="*/ 40 h 22"/>
                  <a:gd name="T10" fmla="*/ 209 w 81"/>
                  <a:gd name="T11" fmla="*/ 48 h 22"/>
                  <a:gd name="T12" fmla="*/ 163 w 81"/>
                  <a:gd name="T13" fmla="*/ 56 h 22"/>
                  <a:gd name="T14" fmla="*/ 76 w 81"/>
                  <a:gd name="T15" fmla="*/ 68 h 22"/>
                  <a:gd name="T16" fmla="*/ 36 w 81"/>
                  <a:gd name="T17" fmla="*/ 81 h 22"/>
                  <a:gd name="T18" fmla="*/ 6 w 81"/>
                  <a:gd name="T19" fmla="*/ 89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2">
                    <a:moveTo>
                      <a:pt x="0" y="22"/>
                    </a:moveTo>
                    <a:cubicBezTo>
                      <a:pt x="20" y="19"/>
                      <a:pt x="40" y="16"/>
                      <a:pt x="59" y="15"/>
                    </a:cubicBezTo>
                    <a:cubicBezTo>
                      <a:pt x="64" y="14"/>
                      <a:pt x="76" y="14"/>
                      <a:pt x="79" y="11"/>
                    </a:cubicBezTo>
                    <a:cubicBezTo>
                      <a:pt x="81" y="8"/>
                      <a:pt x="78" y="2"/>
                      <a:pt x="77" y="0"/>
                    </a:cubicBezTo>
                    <a:cubicBezTo>
                      <a:pt x="78" y="3"/>
                      <a:pt x="78" y="8"/>
                      <a:pt x="73" y="10"/>
                    </a:cubicBezTo>
                    <a:cubicBezTo>
                      <a:pt x="71" y="12"/>
                      <a:pt x="66" y="12"/>
                      <a:pt x="63" y="12"/>
                    </a:cubicBezTo>
                    <a:cubicBezTo>
                      <a:pt x="58" y="13"/>
                      <a:pt x="54" y="14"/>
                      <a:pt x="49" y="14"/>
                    </a:cubicBezTo>
                    <a:cubicBezTo>
                      <a:pt x="40" y="15"/>
                      <a:pt x="32" y="16"/>
                      <a:pt x="23" y="17"/>
                    </a:cubicBezTo>
                    <a:cubicBezTo>
                      <a:pt x="19" y="18"/>
                      <a:pt x="15" y="19"/>
                      <a:pt x="11" y="20"/>
                    </a:cubicBezTo>
                    <a:cubicBezTo>
                      <a:pt x="8" y="20"/>
                      <a:pt x="4" y="20"/>
                      <a:pt x="2" y="22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0" name="Freeform 1309">
                <a:extLst>
                  <a:ext uri="{FF2B5EF4-FFF2-40B4-BE49-F238E27FC236}">
                    <a16:creationId xmlns:a16="http://schemas.microsoft.com/office/drawing/2014/main" id="{C609D74A-A115-4586-AB4A-0A4A2EBF6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830"/>
                <a:ext cx="81" cy="26"/>
              </a:xfrm>
              <a:custGeom>
                <a:avLst/>
                <a:gdLst>
                  <a:gd name="T0" fmla="*/ 12 w 54"/>
                  <a:gd name="T1" fmla="*/ 60 h 16"/>
                  <a:gd name="T2" fmla="*/ 12 w 54"/>
                  <a:gd name="T3" fmla="*/ 18 h 16"/>
                  <a:gd name="T4" fmla="*/ 54 w 54"/>
                  <a:gd name="T5" fmla="*/ 8 h 16"/>
                  <a:gd name="T6" fmla="*/ 122 w 54"/>
                  <a:gd name="T7" fmla="*/ 5 h 16"/>
                  <a:gd name="T8" fmla="*/ 156 w 54"/>
                  <a:gd name="T9" fmla="*/ 5 h 16"/>
                  <a:gd name="T10" fmla="*/ 183 w 54"/>
                  <a:gd name="T11" fmla="*/ 0 h 16"/>
                  <a:gd name="T12" fmla="*/ 54 w 54"/>
                  <a:gd name="T13" fmla="*/ 18 h 16"/>
                  <a:gd name="T14" fmla="*/ 21 w 54"/>
                  <a:gd name="T15" fmla="*/ 39 h 16"/>
                  <a:gd name="T16" fmla="*/ 14 w 54"/>
                  <a:gd name="T17" fmla="*/ 68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6">
                    <a:moveTo>
                      <a:pt x="3" y="14"/>
                    </a:moveTo>
                    <a:cubicBezTo>
                      <a:pt x="3" y="12"/>
                      <a:pt x="0" y="6"/>
                      <a:pt x="3" y="4"/>
                    </a:cubicBezTo>
                    <a:cubicBezTo>
                      <a:pt x="5" y="2"/>
                      <a:pt x="13" y="3"/>
                      <a:pt x="16" y="2"/>
                    </a:cubicBezTo>
                    <a:cubicBezTo>
                      <a:pt x="23" y="2"/>
                      <a:pt x="30" y="2"/>
                      <a:pt x="36" y="1"/>
                    </a:cubicBezTo>
                    <a:cubicBezTo>
                      <a:pt x="39" y="1"/>
                      <a:pt x="42" y="1"/>
                      <a:pt x="46" y="1"/>
                    </a:cubicBezTo>
                    <a:cubicBezTo>
                      <a:pt x="48" y="0"/>
                      <a:pt x="52" y="0"/>
                      <a:pt x="54" y="0"/>
                    </a:cubicBezTo>
                    <a:cubicBezTo>
                      <a:pt x="43" y="3"/>
                      <a:pt x="28" y="2"/>
                      <a:pt x="16" y="4"/>
                    </a:cubicBezTo>
                    <a:cubicBezTo>
                      <a:pt x="12" y="5"/>
                      <a:pt x="8" y="6"/>
                      <a:pt x="6" y="9"/>
                    </a:cubicBezTo>
                    <a:cubicBezTo>
                      <a:pt x="4" y="11"/>
                      <a:pt x="4" y="14"/>
                      <a:pt x="4" y="16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1" name="Freeform 1310">
                <a:extLst>
                  <a:ext uri="{FF2B5EF4-FFF2-40B4-BE49-F238E27FC236}">
                    <a16:creationId xmlns:a16="http://schemas.microsoft.com/office/drawing/2014/main" id="{CA46F882-21CE-45B2-88EA-23EB95DBF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2857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5 w 2"/>
                  <a:gd name="T3" fmla="*/ 0 h 1"/>
                  <a:gd name="T4" fmla="*/ 8 w 2"/>
                  <a:gd name="T5" fmla="*/ 0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2" name="Freeform 1311">
                <a:extLst>
                  <a:ext uri="{FF2B5EF4-FFF2-40B4-BE49-F238E27FC236}">
                    <a16:creationId xmlns:a16="http://schemas.microsoft.com/office/drawing/2014/main" id="{5606A12E-40E6-48C5-BB92-A743B6D9E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849"/>
                <a:ext cx="79" cy="8"/>
              </a:xfrm>
              <a:custGeom>
                <a:avLst/>
                <a:gdLst>
                  <a:gd name="T0" fmla="*/ 176 w 53"/>
                  <a:gd name="T1" fmla="*/ 0 h 5"/>
                  <a:gd name="T2" fmla="*/ 155 w 53"/>
                  <a:gd name="T3" fmla="*/ 0 h 5"/>
                  <a:gd name="T4" fmla="*/ 69 w 53"/>
                  <a:gd name="T5" fmla="*/ 8 h 5"/>
                  <a:gd name="T6" fmla="*/ 27 w 53"/>
                  <a:gd name="T7" fmla="*/ 16 h 5"/>
                  <a:gd name="T8" fmla="*/ 0 w 53"/>
                  <a:gd name="T9" fmla="*/ 21 h 5"/>
                  <a:gd name="T10" fmla="*/ 176 w 53"/>
                  <a:gd name="T11" fmla="*/ 5 h 5"/>
                  <a:gd name="T12" fmla="*/ 176 w 53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5">
                    <a:moveTo>
                      <a:pt x="53" y="0"/>
                    </a:moveTo>
                    <a:cubicBezTo>
                      <a:pt x="51" y="0"/>
                      <a:pt x="49" y="0"/>
                      <a:pt x="47" y="0"/>
                    </a:cubicBezTo>
                    <a:cubicBezTo>
                      <a:pt x="38" y="1"/>
                      <a:pt x="30" y="1"/>
                      <a:pt x="21" y="2"/>
                    </a:cubicBezTo>
                    <a:cubicBezTo>
                      <a:pt x="17" y="3"/>
                      <a:pt x="13" y="3"/>
                      <a:pt x="8" y="4"/>
                    </a:cubicBezTo>
                    <a:cubicBezTo>
                      <a:pt x="6" y="4"/>
                      <a:pt x="3" y="4"/>
                      <a:pt x="0" y="5"/>
                    </a:cubicBezTo>
                    <a:cubicBezTo>
                      <a:pt x="18" y="4"/>
                      <a:pt x="35" y="2"/>
                      <a:pt x="53" y="1"/>
                    </a:cubicBez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3" name="Freeform 1312">
                <a:extLst>
                  <a:ext uri="{FF2B5EF4-FFF2-40B4-BE49-F238E27FC236}">
                    <a16:creationId xmlns:a16="http://schemas.microsoft.com/office/drawing/2014/main" id="{1CC8B95D-EA40-47E4-9DBE-D664E7BD3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2837"/>
                <a:ext cx="31" cy="11"/>
              </a:xfrm>
              <a:custGeom>
                <a:avLst/>
                <a:gdLst>
                  <a:gd name="T0" fmla="*/ 46 w 21"/>
                  <a:gd name="T1" fmla="*/ 0 h 7"/>
                  <a:gd name="T2" fmla="*/ 59 w 21"/>
                  <a:gd name="T3" fmla="*/ 8 h 7"/>
                  <a:gd name="T4" fmla="*/ 19 w 21"/>
                  <a:gd name="T5" fmla="*/ 22 h 7"/>
                  <a:gd name="T6" fmla="*/ 0 w 21"/>
                  <a:gd name="T7" fmla="*/ 22 h 7"/>
                  <a:gd name="T8" fmla="*/ 27 w 21"/>
                  <a:gd name="T9" fmla="*/ 27 h 7"/>
                  <a:gd name="T10" fmla="*/ 68 w 21"/>
                  <a:gd name="T11" fmla="*/ 8 h 7"/>
                  <a:gd name="T12" fmla="*/ 46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4" y="0"/>
                    </a:moveTo>
                    <a:cubicBezTo>
                      <a:pt x="16" y="0"/>
                      <a:pt x="18" y="1"/>
                      <a:pt x="18" y="2"/>
                    </a:cubicBezTo>
                    <a:cubicBezTo>
                      <a:pt x="18" y="4"/>
                      <a:pt x="13" y="6"/>
                      <a:pt x="6" y="6"/>
                    </a:cubicBezTo>
                    <a:cubicBezTo>
                      <a:pt x="4" y="7"/>
                      <a:pt x="2" y="7"/>
                      <a:pt x="0" y="6"/>
                    </a:cubicBezTo>
                    <a:cubicBezTo>
                      <a:pt x="2" y="7"/>
                      <a:pt x="5" y="7"/>
                      <a:pt x="8" y="7"/>
                    </a:cubicBezTo>
                    <a:cubicBezTo>
                      <a:pt x="15" y="6"/>
                      <a:pt x="21" y="4"/>
                      <a:pt x="21" y="2"/>
                    </a:cubicBezTo>
                    <a:cubicBezTo>
                      <a:pt x="21" y="1"/>
                      <a:pt x="18" y="0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4" name="Freeform 1313">
                <a:extLst>
                  <a:ext uri="{FF2B5EF4-FFF2-40B4-BE49-F238E27FC236}">
                    <a16:creationId xmlns:a16="http://schemas.microsoft.com/office/drawing/2014/main" id="{8CE3B622-8FE7-4B64-8666-A17A47B00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837"/>
                <a:ext cx="27" cy="9"/>
              </a:xfrm>
              <a:custGeom>
                <a:avLst/>
                <a:gdLst>
                  <a:gd name="T0" fmla="*/ 5 w 18"/>
                  <a:gd name="T1" fmla="*/ 14 h 6"/>
                  <a:gd name="T2" fmla="*/ 41 w 18"/>
                  <a:gd name="T3" fmla="*/ 5 h 6"/>
                  <a:gd name="T4" fmla="*/ 62 w 18"/>
                  <a:gd name="T5" fmla="*/ 5 h 6"/>
                  <a:gd name="T6" fmla="*/ 35 w 18"/>
                  <a:gd name="T7" fmla="*/ 0 h 6"/>
                  <a:gd name="T8" fmla="*/ 0 w 18"/>
                  <a:gd name="T9" fmla="*/ 14 h 6"/>
                  <a:gd name="T10" fmla="*/ 14 w 18"/>
                  <a:gd name="T11" fmla="*/ 21 h 6"/>
                  <a:gd name="T12" fmla="*/ 5 w 18"/>
                  <a:gd name="T13" fmla="*/ 1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1" y="4"/>
                    </a:moveTo>
                    <a:cubicBezTo>
                      <a:pt x="1" y="2"/>
                      <a:pt x="6" y="1"/>
                      <a:pt x="12" y="1"/>
                    </a:cubicBezTo>
                    <a:cubicBezTo>
                      <a:pt x="14" y="0"/>
                      <a:pt x="17" y="1"/>
                      <a:pt x="18" y="1"/>
                    </a:cubicBezTo>
                    <a:cubicBezTo>
                      <a:pt x="17" y="0"/>
                      <a:pt x="13" y="0"/>
                      <a:pt x="10" y="0"/>
                    </a:cubicBezTo>
                    <a:cubicBezTo>
                      <a:pt x="4" y="1"/>
                      <a:pt x="0" y="2"/>
                      <a:pt x="0" y="4"/>
                    </a:cubicBezTo>
                    <a:cubicBezTo>
                      <a:pt x="0" y="5"/>
                      <a:pt x="2" y="5"/>
                      <a:pt x="4" y="6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5" name="Freeform 1314">
                <a:extLst>
                  <a:ext uri="{FF2B5EF4-FFF2-40B4-BE49-F238E27FC236}">
                    <a16:creationId xmlns:a16="http://schemas.microsoft.com/office/drawing/2014/main" id="{CED49B0B-F4A6-4A0E-AE7D-74B0B327B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837"/>
                <a:ext cx="194" cy="54"/>
              </a:xfrm>
              <a:custGeom>
                <a:avLst/>
                <a:gdLst>
                  <a:gd name="T0" fmla="*/ 41 w 129"/>
                  <a:gd name="T1" fmla="*/ 48 h 34"/>
                  <a:gd name="T2" fmla="*/ 296 w 129"/>
                  <a:gd name="T3" fmla="*/ 13 h 34"/>
                  <a:gd name="T4" fmla="*/ 391 w 129"/>
                  <a:gd name="T5" fmla="*/ 0 h 34"/>
                  <a:gd name="T6" fmla="*/ 427 w 129"/>
                  <a:gd name="T7" fmla="*/ 13 h 34"/>
                  <a:gd name="T8" fmla="*/ 435 w 129"/>
                  <a:gd name="T9" fmla="*/ 56 h 34"/>
                  <a:gd name="T10" fmla="*/ 412 w 129"/>
                  <a:gd name="T11" fmla="*/ 81 h 34"/>
                  <a:gd name="T12" fmla="*/ 174 w 129"/>
                  <a:gd name="T13" fmla="*/ 108 h 34"/>
                  <a:gd name="T14" fmla="*/ 39 w 129"/>
                  <a:gd name="T15" fmla="*/ 132 h 34"/>
                  <a:gd name="T16" fmla="*/ 8 w 129"/>
                  <a:gd name="T17" fmla="*/ 108 h 34"/>
                  <a:gd name="T18" fmla="*/ 5 w 129"/>
                  <a:gd name="T19" fmla="*/ 73 h 34"/>
                  <a:gd name="T20" fmla="*/ 8 w 129"/>
                  <a:gd name="T21" fmla="*/ 60 h 34"/>
                  <a:gd name="T22" fmla="*/ 41 w 129"/>
                  <a:gd name="T23" fmla="*/ 48 h 34"/>
                  <a:gd name="T24" fmla="*/ 41 w 129"/>
                  <a:gd name="T25" fmla="*/ 48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9" h="34">
                    <a:moveTo>
                      <a:pt x="12" y="12"/>
                    </a:moveTo>
                    <a:cubicBezTo>
                      <a:pt x="13" y="12"/>
                      <a:pt x="68" y="6"/>
                      <a:pt x="87" y="3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20" y="0"/>
                      <a:pt x="126" y="0"/>
                      <a:pt x="126" y="3"/>
                    </a:cubicBezTo>
                    <a:cubicBezTo>
                      <a:pt x="126" y="3"/>
                      <a:pt x="128" y="14"/>
                      <a:pt x="128" y="14"/>
                    </a:cubicBezTo>
                    <a:cubicBezTo>
                      <a:pt x="129" y="17"/>
                      <a:pt x="126" y="19"/>
                      <a:pt x="121" y="20"/>
                    </a:cubicBezTo>
                    <a:cubicBezTo>
                      <a:pt x="120" y="20"/>
                      <a:pt x="67" y="26"/>
                      <a:pt x="51" y="27"/>
                    </a:cubicBezTo>
                    <a:cubicBezTo>
                      <a:pt x="36" y="29"/>
                      <a:pt x="12" y="33"/>
                      <a:pt x="11" y="33"/>
                    </a:cubicBezTo>
                    <a:cubicBezTo>
                      <a:pt x="6" y="34"/>
                      <a:pt x="2" y="32"/>
                      <a:pt x="2" y="2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7"/>
                      <a:pt x="1" y="16"/>
                      <a:pt x="2" y="15"/>
                    </a:cubicBezTo>
                    <a:cubicBezTo>
                      <a:pt x="4" y="13"/>
                      <a:pt x="7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6" name="Freeform 1315">
                <a:extLst>
                  <a:ext uri="{FF2B5EF4-FFF2-40B4-BE49-F238E27FC236}">
                    <a16:creationId xmlns:a16="http://schemas.microsoft.com/office/drawing/2014/main" id="{8903DAF8-5B7A-4D74-B430-F38A4B3D1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822"/>
                <a:ext cx="153" cy="43"/>
              </a:xfrm>
              <a:custGeom>
                <a:avLst/>
                <a:gdLst>
                  <a:gd name="T0" fmla="*/ 345 w 102"/>
                  <a:gd name="T1" fmla="*/ 0 h 27"/>
                  <a:gd name="T2" fmla="*/ 210 w 102"/>
                  <a:gd name="T3" fmla="*/ 13 h 27"/>
                  <a:gd name="T4" fmla="*/ 21 w 102"/>
                  <a:gd name="T5" fmla="*/ 25 h 27"/>
                  <a:gd name="T6" fmla="*/ 5 w 102"/>
                  <a:gd name="T7" fmla="*/ 48 h 27"/>
                  <a:gd name="T8" fmla="*/ 5 w 102"/>
                  <a:gd name="T9" fmla="*/ 89 h 27"/>
                  <a:gd name="T10" fmla="*/ 45 w 102"/>
                  <a:gd name="T11" fmla="*/ 104 h 27"/>
                  <a:gd name="T12" fmla="*/ 291 w 102"/>
                  <a:gd name="T13" fmla="*/ 89 h 27"/>
                  <a:gd name="T14" fmla="*/ 345 w 102"/>
                  <a:gd name="T15" fmla="*/ 84 h 27"/>
                  <a:gd name="T16" fmla="*/ 345 w 102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27">
                    <a:moveTo>
                      <a:pt x="102" y="0"/>
                    </a:moveTo>
                    <a:cubicBezTo>
                      <a:pt x="91" y="1"/>
                      <a:pt x="75" y="2"/>
                      <a:pt x="62" y="3"/>
                    </a:cubicBezTo>
                    <a:cubicBezTo>
                      <a:pt x="39" y="5"/>
                      <a:pt x="6" y="6"/>
                      <a:pt x="6" y="6"/>
                    </a:cubicBezTo>
                    <a:cubicBezTo>
                      <a:pt x="3" y="6"/>
                      <a:pt x="0" y="7"/>
                      <a:pt x="1" y="1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5"/>
                      <a:pt x="4" y="27"/>
                      <a:pt x="13" y="26"/>
                    </a:cubicBezTo>
                    <a:cubicBezTo>
                      <a:pt x="13" y="26"/>
                      <a:pt x="62" y="23"/>
                      <a:pt x="86" y="22"/>
                    </a:cubicBezTo>
                    <a:cubicBezTo>
                      <a:pt x="93" y="21"/>
                      <a:pt x="98" y="21"/>
                      <a:pt x="102" y="21"/>
                    </a:cubicBezTo>
                    <a:lnTo>
                      <a:pt x="102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7" name="Freeform 1316">
                <a:extLst>
                  <a:ext uri="{FF2B5EF4-FFF2-40B4-BE49-F238E27FC236}">
                    <a16:creationId xmlns:a16="http://schemas.microsoft.com/office/drawing/2014/main" id="{1A814EEB-1CBC-4F28-A326-109626CCD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597"/>
                <a:ext cx="192" cy="46"/>
              </a:xfrm>
              <a:custGeom>
                <a:avLst/>
                <a:gdLst>
                  <a:gd name="T0" fmla="*/ 413 w 128"/>
                  <a:gd name="T1" fmla="*/ 27 h 29"/>
                  <a:gd name="T2" fmla="*/ 432 w 128"/>
                  <a:gd name="T3" fmla="*/ 56 h 29"/>
                  <a:gd name="T4" fmla="*/ 431 w 128"/>
                  <a:gd name="T5" fmla="*/ 95 h 29"/>
                  <a:gd name="T6" fmla="*/ 377 w 128"/>
                  <a:gd name="T7" fmla="*/ 111 h 29"/>
                  <a:gd name="T8" fmla="*/ 176 w 128"/>
                  <a:gd name="T9" fmla="*/ 95 h 29"/>
                  <a:gd name="T10" fmla="*/ 32 w 128"/>
                  <a:gd name="T11" fmla="*/ 89 h 29"/>
                  <a:gd name="T12" fmla="*/ 0 w 128"/>
                  <a:gd name="T13" fmla="*/ 60 h 29"/>
                  <a:gd name="T14" fmla="*/ 5 w 128"/>
                  <a:gd name="T15" fmla="*/ 25 h 29"/>
                  <a:gd name="T16" fmla="*/ 26 w 128"/>
                  <a:gd name="T17" fmla="*/ 0 h 29"/>
                  <a:gd name="T18" fmla="*/ 207 w 128"/>
                  <a:gd name="T19" fmla="*/ 16 h 29"/>
                  <a:gd name="T20" fmla="*/ 413 w 128"/>
                  <a:gd name="T21" fmla="*/ 27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29">
                    <a:moveTo>
                      <a:pt x="122" y="7"/>
                    </a:moveTo>
                    <a:cubicBezTo>
                      <a:pt x="127" y="8"/>
                      <a:pt x="128" y="12"/>
                      <a:pt x="128" y="14"/>
                    </a:cubicBezTo>
                    <a:cubicBezTo>
                      <a:pt x="127" y="24"/>
                      <a:pt x="127" y="24"/>
                      <a:pt x="127" y="24"/>
                    </a:cubicBezTo>
                    <a:cubicBezTo>
                      <a:pt x="127" y="26"/>
                      <a:pt x="127" y="29"/>
                      <a:pt x="111" y="2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21"/>
                      <a:pt x="0" y="19"/>
                      <a:pt x="0" y="1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2"/>
                      <a:pt x="3" y="0"/>
                      <a:pt x="7" y="0"/>
                    </a:cubicBezTo>
                    <a:cubicBezTo>
                      <a:pt x="8" y="0"/>
                      <a:pt x="49" y="4"/>
                      <a:pt x="61" y="4"/>
                    </a:cubicBezTo>
                    <a:cubicBezTo>
                      <a:pt x="74" y="5"/>
                      <a:pt x="121" y="7"/>
                      <a:pt x="12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8" name="Freeform 1317">
                <a:extLst>
                  <a:ext uri="{FF2B5EF4-FFF2-40B4-BE49-F238E27FC236}">
                    <a16:creationId xmlns:a16="http://schemas.microsoft.com/office/drawing/2014/main" id="{8A6A9073-800E-48A6-A040-7606C9F1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851"/>
                <a:ext cx="192" cy="56"/>
              </a:xfrm>
              <a:custGeom>
                <a:avLst/>
                <a:gdLst>
                  <a:gd name="T0" fmla="*/ 392 w 128"/>
                  <a:gd name="T1" fmla="*/ 48 h 35"/>
                  <a:gd name="T2" fmla="*/ 432 w 128"/>
                  <a:gd name="T3" fmla="*/ 77 h 35"/>
                  <a:gd name="T4" fmla="*/ 431 w 128"/>
                  <a:gd name="T5" fmla="*/ 118 h 35"/>
                  <a:gd name="T6" fmla="*/ 390 w 128"/>
                  <a:gd name="T7" fmla="*/ 136 h 35"/>
                  <a:gd name="T8" fmla="*/ 284 w 128"/>
                  <a:gd name="T9" fmla="*/ 123 h 35"/>
                  <a:gd name="T10" fmla="*/ 39 w 128"/>
                  <a:gd name="T11" fmla="*/ 86 h 35"/>
                  <a:gd name="T12" fmla="*/ 0 w 128"/>
                  <a:gd name="T13" fmla="*/ 61 h 35"/>
                  <a:gd name="T14" fmla="*/ 5 w 128"/>
                  <a:gd name="T15" fmla="*/ 21 h 35"/>
                  <a:gd name="T16" fmla="*/ 27 w 128"/>
                  <a:gd name="T17" fmla="*/ 0 h 35"/>
                  <a:gd name="T18" fmla="*/ 215 w 128"/>
                  <a:gd name="T19" fmla="*/ 29 h 35"/>
                  <a:gd name="T20" fmla="*/ 392 w 128"/>
                  <a:gd name="T21" fmla="*/ 48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5">
                    <a:moveTo>
                      <a:pt x="116" y="12"/>
                    </a:moveTo>
                    <a:cubicBezTo>
                      <a:pt x="127" y="14"/>
                      <a:pt x="128" y="17"/>
                      <a:pt x="128" y="19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7" y="32"/>
                      <a:pt x="125" y="35"/>
                      <a:pt x="115" y="33"/>
                    </a:cubicBezTo>
                    <a:cubicBezTo>
                      <a:pt x="114" y="33"/>
                      <a:pt x="108" y="33"/>
                      <a:pt x="84" y="30"/>
                    </a:cubicBezTo>
                    <a:cubicBezTo>
                      <a:pt x="59" y="27"/>
                      <a:pt x="11" y="21"/>
                      <a:pt x="11" y="21"/>
                    </a:cubicBezTo>
                    <a:cubicBezTo>
                      <a:pt x="2" y="20"/>
                      <a:pt x="0" y="18"/>
                      <a:pt x="0" y="1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0"/>
                      <a:pt x="5" y="0"/>
                      <a:pt x="8" y="0"/>
                    </a:cubicBezTo>
                    <a:cubicBezTo>
                      <a:pt x="8" y="0"/>
                      <a:pt x="41" y="5"/>
                      <a:pt x="63" y="7"/>
                    </a:cubicBezTo>
                    <a:cubicBezTo>
                      <a:pt x="86" y="10"/>
                      <a:pt x="116" y="12"/>
                      <a:pt x="116" y="1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9" name="Freeform 1318">
                <a:extLst>
                  <a:ext uri="{FF2B5EF4-FFF2-40B4-BE49-F238E27FC236}">
                    <a16:creationId xmlns:a16="http://schemas.microsoft.com/office/drawing/2014/main" id="{D207053F-5B7C-4085-9BFF-03E454D0C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861"/>
                <a:ext cx="192" cy="48"/>
              </a:xfrm>
              <a:custGeom>
                <a:avLst/>
                <a:gdLst>
                  <a:gd name="T0" fmla="*/ 405 w 128"/>
                  <a:gd name="T1" fmla="*/ 0 h 30"/>
                  <a:gd name="T2" fmla="*/ 431 w 128"/>
                  <a:gd name="T3" fmla="*/ 26 h 30"/>
                  <a:gd name="T4" fmla="*/ 432 w 128"/>
                  <a:gd name="T5" fmla="*/ 61 h 30"/>
                  <a:gd name="T6" fmla="*/ 378 w 128"/>
                  <a:gd name="T7" fmla="*/ 90 h 30"/>
                  <a:gd name="T8" fmla="*/ 183 w 128"/>
                  <a:gd name="T9" fmla="*/ 107 h 30"/>
                  <a:gd name="T10" fmla="*/ 35 w 128"/>
                  <a:gd name="T11" fmla="*/ 123 h 30"/>
                  <a:gd name="T12" fmla="*/ 5 w 128"/>
                  <a:gd name="T13" fmla="*/ 102 h 30"/>
                  <a:gd name="T14" fmla="*/ 0 w 128"/>
                  <a:gd name="T15" fmla="*/ 61 h 30"/>
                  <a:gd name="T16" fmla="*/ 21 w 128"/>
                  <a:gd name="T17" fmla="*/ 34 h 30"/>
                  <a:gd name="T18" fmla="*/ 203 w 128"/>
                  <a:gd name="T19" fmla="*/ 21 h 30"/>
                  <a:gd name="T20" fmla="*/ 405 w 128"/>
                  <a:gd name="T21" fmla="*/ 0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0">
                    <a:moveTo>
                      <a:pt x="120" y="0"/>
                    </a:moveTo>
                    <a:cubicBezTo>
                      <a:pt x="126" y="0"/>
                      <a:pt x="127" y="3"/>
                      <a:pt x="127" y="6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8" y="18"/>
                      <a:pt x="128" y="21"/>
                      <a:pt x="112" y="22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5" y="30"/>
                      <a:pt x="1" y="28"/>
                      <a:pt x="1" y="2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1"/>
                      <a:pt x="2" y="9"/>
                      <a:pt x="6" y="8"/>
                    </a:cubicBezTo>
                    <a:cubicBezTo>
                      <a:pt x="6" y="8"/>
                      <a:pt x="48" y="6"/>
                      <a:pt x="60" y="5"/>
                    </a:cubicBezTo>
                    <a:cubicBezTo>
                      <a:pt x="73" y="4"/>
                      <a:pt x="120" y="0"/>
                      <a:pt x="120" y="0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0" name="Freeform 1319">
                <a:extLst>
                  <a:ext uri="{FF2B5EF4-FFF2-40B4-BE49-F238E27FC236}">
                    <a16:creationId xmlns:a16="http://schemas.microsoft.com/office/drawing/2014/main" id="{1205C64F-87C2-4D80-B095-A0BA8D7C9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880"/>
                <a:ext cx="37" cy="13"/>
              </a:xfrm>
              <a:custGeom>
                <a:avLst/>
                <a:gdLst>
                  <a:gd name="T0" fmla="*/ 0 w 25"/>
                  <a:gd name="T1" fmla="*/ 21 h 8"/>
                  <a:gd name="T2" fmla="*/ 40 w 25"/>
                  <a:gd name="T3" fmla="*/ 0 h 8"/>
                  <a:gd name="T4" fmla="*/ 81 w 25"/>
                  <a:gd name="T5" fmla="*/ 13 h 8"/>
                  <a:gd name="T6" fmla="*/ 41 w 25"/>
                  <a:gd name="T7" fmla="*/ 29 h 8"/>
                  <a:gd name="T8" fmla="*/ 0 w 25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3"/>
                      <a:pt x="5" y="1"/>
                      <a:pt x="12" y="0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7"/>
                    </a:cubicBezTo>
                    <a:cubicBezTo>
                      <a:pt x="6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1" name="Freeform 1320">
                <a:extLst>
                  <a:ext uri="{FF2B5EF4-FFF2-40B4-BE49-F238E27FC236}">
                    <a16:creationId xmlns:a16="http://schemas.microsoft.com/office/drawing/2014/main" id="{60F91FF7-D524-4ECB-BD9C-2DC40B177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873"/>
                <a:ext cx="37" cy="15"/>
              </a:xfrm>
              <a:custGeom>
                <a:avLst/>
                <a:gdLst>
                  <a:gd name="T0" fmla="*/ 0 w 25"/>
                  <a:gd name="T1" fmla="*/ 13 h 9"/>
                  <a:gd name="T2" fmla="*/ 41 w 25"/>
                  <a:gd name="T3" fmla="*/ 5 h 9"/>
                  <a:gd name="T4" fmla="*/ 78 w 25"/>
                  <a:gd name="T5" fmla="*/ 28 h 9"/>
                  <a:gd name="T6" fmla="*/ 40 w 25"/>
                  <a:gd name="T7" fmla="*/ 37 h 9"/>
                  <a:gd name="T8" fmla="*/ 0 w 25"/>
                  <a:gd name="T9" fmla="*/ 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3"/>
                    </a:moveTo>
                    <a:cubicBezTo>
                      <a:pt x="0" y="1"/>
                      <a:pt x="6" y="0"/>
                      <a:pt x="13" y="1"/>
                    </a:cubicBezTo>
                    <a:cubicBezTo>
                      <a:pt x="19" y="2"/>
                      <a:pt x="25" y="4"/>
                      <a:pt x="24" y="6"/>
                    </a:cubicBezTo>
                    <a:cubicBezTo>
                      <a:pt x="24" y="8"/>
                      <a:pt x="19" y="9"/>
                      <a:pt x="12" y="8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2" name="Freeform 1321">
                <a:extLst>
                  <a:ext uri="{FF2B5EF4-FFF2-40B4-BE49-F238E27FC236}">
                    <a16:creationId xmlns:a16="http://schemas.microsoft.com/office/drawing/2014/main" id="{FFFDED7E-3A04-4DF4-8B6F-7956A227E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870"/>
                <a:ext cx="38" cy="15"/>
              </a:xfrm>
              <a:custGeom>
                <a:avLst/>
                <a:gdLst>
                  <a:gd name="T0" fmla="*/ 0 w 25"/>
                  <a:gd name="T1" fmla="*/ 13 h 9"/>
                  <a:gd name="T2" fmla="*/ 46 w 25"/>
                  <a:gd name="T3" fmla="*/ 5 h 9"/>
                  <a:gd name="T4" fmla="*/ 88 w 25"/>
                  <a:gd name="T5" fmla="*/ 28 h 9"/>
                  <a:gd name="T6" fmla="*/ 41 w 25"/>
                  <a:gd name="T7" fmla="*/ 37 h 9"/>
                  <a:gd name="T8" fmla="*/ 0 w 25"/>
                  <a:gd name="T9" fmla="*/ 1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">
                    <a:moveTo>
                      <a:pt x="0" y="3"/>
                    </a:moveTo>
                    <a:cubicBezTo>
                      <a:pt x="0" y="1"/>
                      <a:pt x="6" y="0"/>
                      <a:pt x="13" y="1"/>
                    </a:cubicBezTo>
                    <a:cubicBezTo>
                      <a:pt x="20" y="2"/>
                      <a:pt x="25" y="4"/>
                      <a:pt x="25" y="6"/>
                    </a:cubicBezTo>
                    <a:cubicBezTo>
                      <a:pt x="25" y="8"/>
                      <a:pt x="19" y="9"/>
                      <a:pt x="12" y="8"/>
                    </a:cubicBezTo>
                    <a:cubicBezTo>
                      <a:pt x="5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3" name="Freeform 1322">
                <a:extLst>
                  <a:ext uri="{FF2B5EF4-FFF2-40B4-BE49-F238E27FC236}">
                    <a16:creationId xmlns:a16="http://schemas.microsoft.com/office/drawing/2014/main" id="{87DD57EB-29DD-4710-BF19-0A206F753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2877"/>
                <a:ext cx="38" cy="12"/>
              </a:xfrm>
              <a:custGeom>
                <a:avLst/>
                <a:gdLst>
                  <a:gd name="T0" fmla="*/ 0 w 25"/>
                  <a:gd name="T1" fmla="*/ 18 h 8"/>
                  <a:gd name="T2" fmla="*/ 41 w 25"/>
                  <a:gd name="T3" fmla="*/ 5 h 8"/>
                  <a:gd name="T4" fmla="*/ 88 w 25"/>
                  <a:gd name="T5" fmla="*/ 12 h 8"/>
                  <a:gd name="T6" fmla="*/ 46 w 25"/>
                  <a:gd name="T7" fmla="*/ 27 h 8"/>
                  <a:gd name="T8" fmla="*/ 0 w 25"/>
                  <a:gd name="T9" fmla="*/ 1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0" y="5"/>
                    </a:moveTo>
                    <a:cubicBezTo>
                      <a:pt x="0" y="3"/>
                      <a:pt x="5" y="1"/>
                      <a:pt x="12" y="1"/>
                    </a:cubicBezTo>
                    <a:cubicBezTo>
                      <a:pt x="19" y="0"/>
                      <a:pt x="25" y="1"/>
                      <a:pt x="25" y="3"/>
                    </a:cubicBezTo>
                    <a:cubicBezTo>
                      <a:pt x="25" y="5"/>
                      <a:pt x="20" y="7"/>
                      <a:pt x="13" y="8"/>
                    </a:cubicBezTo>
                    <a:cubicBezTo>
                      <a:pt x="6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4" name="Freeform 1323">
                <a:extLst>
                  <a:ext uri="{FF2B5EF4-FFF2-40B4-BE49-F238E27FC236}">
                    <a16:creationId xmlns:a16="http://schemas.microsoft.com/office/drawing/2014/main" id="{37DFDA15-397D-4E09-98AF-A762E5FE8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854"/>
                <a:ext cx="81" cy="23"/>
              </a:xfrm>
              <a:custGeom>
                <a:avLst/>
                <a:gdLst>
                  <a:gd name="T0" fmla="*/ 5 w 54"/>
                  <a:gd name="T1" fmla="*/ 49 h 14"/>
                  <a:gd name="T2" fmla="*/ 12 w 54"/>
                  <a:gd name="T3" fmla="*/ 5 h 14"/>
                  <a:gd name="T4" fmla="*/ 54 w 54"/>
                  <a:gd name="T5" fmla="*/ 8 h 14"/>
                  <a:gd name="T6" fmla="*/ 122 w 54"/>
                  <a:gd name="T7" fmla="*/ 20 h 14"/>
                  <a:gd name="T8" fmla="*/ 156 w 54"/>
                  <a:gd name="T9" fmla="*/ 21 h 14"/>
                  <a:gd name="T10" fmla="*/ 183 w 54"/>
                  <a:gd name="T11" fmla="*/ 26 h 14"/>
                  <a:gd name="T12" fmla="*/ 54 w 54"/>
                  <a:gd name="T13" fmla="*/ 20 h 14"/>
                  <a:gd name="T14" fmla="*/ 18 w 54"/>
                  <a:gd name="T15" fmla="*/ 26 h 14"/>
                  <a:gd name="T16" fmla="*/ 8 w 54"/>
                  <a:gd name="T17" fmla="*/ 62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4">
                    <a:moveTo>
                      <a:pt x="1" y="11"/>
                    </a:moveTo>
                    <a:cubicBezTo>
                      <a:pt x="1" y="9"/>
                      <a:pt x="0" y="3"/>
                      <a:pt x="3" y="1"/>
                    </a:cubicBezTo>
                    <a:cubicBezTo>
                      <a:pt x="6" y="0"/>
                      <a:pt x="13" y="2"/>
                      <a:pt x="16" y="2"/>
                    </a:cubicBezTo>
                    <a:cubicBezTo>
                      <a:pt x="23" y="3"/>
                      <a:pt x="30" y="4"/>
                      <a:pt x="36" y="4"/>
                    </a:cubicBezTo>
                    <a:cubicBezTo>
                      <a:pt x="39" y="4"/>
                      <a:pt x="42" y="5"/>
                      <a:pt x="46" y="5"/>
                    </a:cubicBezTo>
                    <a:cubicBezTo>
                      <a:pt x="48" y="6"/>
                      <a:pt x="52" y="6"/>
                      <a:pt x="54" y="6"/>
                    </a:cubicBezTo>
                    <a:cubicBezTo>
                      <a:pt x="42" y="7"/>
                      <a:pt x="28" y="4"/>
                      <a:pt x="16" y="4"/>
                    </a:cubicBezTo>
                    <a:cubicBezTo>
                      <a:pt x="12" y="4"/>
                      <a:pt x="7" y="4"/>
                      <a:pt x="5" y="6"/>
                    </a:cubicBezTo>
                    <a:cubicBezTo>
                      <a:pt x="3" y="8"/>
                      <a:pt x="2" y="11"/>
                      <a:pt x="2" y="14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5" name="Freeform 1324">
                <a:extLst>
                  <a:ext uri="{FF2B5EF4-FFF2-40B4-BE49-F238E27FC236}">
                    <a16:creationId xmlns:a16="http://schemas.microsoft.com/office/drawing/2014/main" id="{7C5F5664-7CD3-4A34-9ACB-E486D5FD5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881"/>
                <a:ext cx="122" cy="23"/>
              </a:xfrm>
              <a:custGeom>
                <a:avLst/>
                <a:gdLst>
                  <a:gd name="T0" fmla="*/ 0 w 81"/>
                  <a:gd name="T1" fmla="*/ 20 h 14"/>
                  <a:gd name="T2" fmla="*/ 202 w 81"/>
                  <a:gd name="T3" fmla="*/ 49 h 14"/>
                  <a:gd name="T4" fmla="*/ 270 w 81"/>
                  <a:gd name="T5" fmla="*/ 49 h 14"/>
                  <a:gd name="T6" fmla="*/ 273 w 81"/>
                  <a:gd name="T7" fmla="*/ 0 h 14"/>
                  <a:gd name="T8" fmla="*/ 252 w 81"/>
                  <a:gd name="T9" fmla="*/ 41 h 14"/>
                  <a:gd name="T10" fmla="*/ 215 w 81"/>
                  <a:gd name="T11" fmla="*/ 41 h 14"/>
                  <a:gd name="T12" fmla="*/ 167 w 81"/>
                  <a:gd name="T13" fmla="*/ 35 h 14"/>
                  <a:gd name="T14" fmla="*/ 80 w 81"/>
                  <a:gd name="T15" fmla="*/ 21 h 14"/>
                  <a:gd name="T16" fmla="*/ 39 w 81"/>
                  <a:gd name="T17" fmla="*/ 21 h 14"/>
                  <a:gd name="T18" fmla="*/ 5 w 81"/>
                  <a:gd name="T19" fmla="*/ 21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4">
                    <a:moveTo>
                      <a:pt x="0" y="4"/>
                    </a:moveTo>
                    <a:cubicBezTo>
                      <a:pt x="20" y="7"/>
                      <a:pt x="40" y="8"/>
                      <a:pt x="59" y="11"/>
                    </a:cubicBezTo>
                    <a:cubicBezTo>
                      <a:pt x="64" y="11"/>
                      <a:pt x="75" y="14"/>
                      <a:pt x="79" y="11"/>
                    </a:cubicBezTo>
                    <a:cubicBezTo>
                      <a:pt x="81" y="9"/>
                      <a:pt x="80" y="3"/>
                      <a:pt x="80" y="0"/>
                    </a:cubicBezTo>
                    <a:cubicBezTo>
                      <a:pt x="80" y="3"/>
                      <a:pt x="79" y="8"/>
                      <a:pt x="74" y="9"/>
                    </a:cubicBezTo>
                    <a:cubicBezTo>
                      <a:pt x="71" y="10"/>
                      <a:pt x="66" y="9"/>
                      <a:pt x="63" y="9"/>
                    </a:cubicBezTo>
                    <a:cubicBezTo>
                      <a:pt x="58" y="9"/>
                      <a:pt x="54" y="8"/>
                      <a:pt x="49" y="8"/>
                    </a:cubicBezTo>
                    <a:cubicBezTo>
                      <a:pt x="41" y="7"/>
                      <a:pt x="32" y="6"/>
                      <a:pt x="23" y="5"/>
                    </a:cubicBezTo>
                    <a:cubicBezTo>
                      <a:pt x="19" y="5"/>
                      <a:pt x="15" y="5"/>
                      <a:pt x="11" y="5"/>
                    </a:cubicBezTo>
                    <a:cubicBezTo>
                      <a:pt x="7" y="5"/>
                      <a:pt x="4" y="4"/>
                      <a:pt x="1" y="5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6" name="Freeform 1325">
                <a:extLst>
                  <a:ext uri="{FF2B5EF4-FFF2-40B4-BE49-F238E27FC236}">
                    <a16:creationId xmlns:a16="http://schemas.microsoft.com/office/drawing/2014/main" id="{6490940A-E2C3-431F-932D-7777842C7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872"/>
                <a:ext cx="81" cy="27"/>
              </a:xfrm>
              <a:custGeom>
                <a:avLst/>
                <a:gdLst>
                  <a:gd name="T0" fmla="*/ 8 w 54"/>
                  <a:gd name="T1" fmla="*/ 60 h 17"/>
                  <a:gd name="T2" fmla="*/ 12 w 54"/>
                  <a:gd name="T3" fmla="*/ 21 h 17"/>
                  <a:gd name="T4" fmla="*/ 54 w 54"/>
                  <a:gd name="T5" fmla="*/ 13 h 17"/>
                  <a:gd name="T6" fmla="*/ 122 w 54"/>
                  <a:gd name="T7" fmla="*/ 8 h 17"/>
                  <a:gd name="T8" fmla="*/ 153 w 54"/>
                  <a:gd name="T9" fmla="*/ 5 h 17"/>
                  <a:gd name="T10" fmla="*/ 183 w 54"/>
                  <a:gd name="T11" fmla="*/ 0 h 17"/>
                  <a:gd name="T12" fmla="*/ 54 w 54"/>
                  <a:gd name="T13" fmla="*/ 21 h 17"/>
                  <a:gd name="T14" fmla="*/ 18 w 54"/>
                  <a:gd name="T15" fmla="*/ 35 h 17"/>
                  <a:gd name="T16" fmla="*/ 12 w 54"/>
                  <a:gd name="T17" fmla="*/ 68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7">
                    <a:moveTo>
                      <a:pt x="2" y="15"/>
                    </a:moveTo>
                    <a:cubicBezTo>
                      <a:pt x="2" y="12"/>
                      <a:pt x="0" y="7"/>
                      <a:pt x="3" y="5"/>
                    </a:cubicBezTo>
                    <a:cubicBezTo>
                      <a:pt x="5" y="3"/>
                      <a:pt x="12" y="3"/>
                      <a:pt x="16" y="3"/>
                    </a:cubicBezTo>
                    <a:cubicBezTo>
                      <a:pt x="23" y="2"/>
                      <a:pt x="29" y="2"/>
                      <a:pt x="36" y="2"/>
                    </a:cubicBezTo>
                    <a:cubicBezTo>
                      <a:pt x="39" y="1"/>
                      <a:pt x="42" y="1"/>
                      <a:pt x="45" y="1"/>
                    </a:cubicBezTo>
                    <a:cubicBezTo>
                      <a:pt x="48" y="1"/>
                      <a:pt x="51" y="0"/>
                      <a:pt x="54" y="0"/>
                    </a:cubicBezTo>
                    <a:cubicBezTo>
                      <a:pt x="42" y="4"/>
                      <a:pt x="28" y="3"/>
                      <a:pt x="16" y="5"/>
                    </a:cubicBezTo>
                    <a:cubicBezTo>
                      <a:pt x="11" y="6"/>
                      <a:pt x="7" y="7"/>
                      <a:pt x="5" y="9"/>
                    </a:cubicBezTo>
                    <a:cubicBezTo>
                      <a:pt x="4" y="12"/>
                      <a:pt x="3" y="15"/>
                      <a:pt x="3" y="17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7" name="Freeform 1326">
                <a:extLst>
                  <a:ext uri="{FF2B5EF4-FFF2-40B4-BE49-F238E27FC236}">
                    <a16:creationId xmlns:a16="http://schemas.microsoft.com/office/drawing/2014/main" id="{FECD49A7-109D-48C9-9175-36EBE03BC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870"/>
                <a:ext cx="121" cy="31"/>
              </a:xfrm>
              <a:custGeom>
                <a:avLst/>
                <a:gdLst>
                  <a:gd name="T0" fmla="*/ 0 w 81"/>
                  <a:gd name="T1" fmla="*/ 83 h 19"/>
                  <a:gd name="T2" fmla="*/ 194 w 81"/>
                  <a:gd name="T3" fmla="*/ 69 h 19"/>
                  <a:gd name="T4" fmla="*/ 261 w 81"/>
                  <a:gd name="T5" fmla="*/ 47 h 19"/>
                  <a:gd name="T6" fmla="*/ 257 w 81"/>
                  <a:gd name="T7" fmla="*/ 0 h 19"/>
                  <a:gd name="T8" fmla="*/ 243 w 81"/>
                  <a:gd name="T9" fmla="*/ 42 h 19"/>
                  <a:gd name="T10" fmla="*/ 208 w 81"/>
                  <a:gd name="T11" fmla="*/ 54 h 19"/>
                  <a:gd name="T12" fmla="*/ 163 w 81"/>
                  <a:gd name="T13" fmla="*/ 55 h 19"/>
                  <a:gd name="T14" fmla="*/ 76 w 81"/>
                  <a:gd name="T15" fmla="*/ 64 h 19"/>
                  <a:gd name="T16" fmla="*/ 33 w 81"/>
                  <a:gd name="T17" fmla="*/ 75 h 19"/>
                  <a:gd name="T18" fmla="*/ 1 w 81"/>
                  <a:gd name="T19" fmla="*/ 83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9">
                    <a:moveTo>
                      <a:pt x="0" y="19"/>
                    </a:moveTo>
                    <a:cubicBezTo>
                      <a:pt x="19" y="17"/>
                      <a:pt x="38" y="17"/>
                      <a:pt x="58" y="16"/>
                    </a:cubicBezTo>
                    <a:cubicBezTo>
                      <a:pt x="62" y="16"/>
                      <a:pt x="76" y="14"/>
                      <a:pt x="78" y="11"/>
                    </a:cubicBezTo>
                    <a:cubicBezTo>
                      <a:pt x="81" y="8"/>
                      <a:pt x="79" y="2"/>
                      <a:pt x="77" y="0"/>
                    </a:cubicBezTo>
                    <a:cubicBezTo>
                      <a:pt x="78" y="3"/>
                      <a:pt x="78" y="8"/>
                      <a:pt x="73" y="10"/>
                    </a:cubicBezTo>
                    <a:cubicBezTo>
                      <a:pt x="70" y="11"/>
                      <a:pt x="66" y="12"/>
                      <a:pt x="62" y="12"/>
                    </a:cubicBezTo>
                    <a:cubicBezTo>
                      <a:pt x="58" y="12"/>
                      <a:pt x="53" y="13"/>
                      <a:pt x="49" y="13"/>
                    </a:cubicBezTo>
                    <a:cubicBezTo>
                      <a:pt x="40" y="14"/>
                      <a:pt x="31" y="14"/>
                      <a:pt x="23" y="15"/>
                    </a:cubicBezTo>
                    <a:cubicBezTo>
                      <a:pt x="19" y="16"/>
                      <a:pt x="14" y="17"/>
                      <a:pt x="10" y="17"/>
                    </a:cubicBezTo>
                    <a:cubicBezTo>
                      <a:pt x="7" y="18"/>
                      <a:pt x="4" y="18"/>
                      <a:pt x="1" y="19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8" name="Freeform 1327">
                <a:extLst>
                  <a:ext uri="{FF2B5EF4-FFF2-40B4-BE49-F238E27FC236}">
                    <a16:creationId xmlns:a16="http://schemas.microsoft.com/office/drawing/2014/main" id="{C761AE38-5A27-4AF3-A608-FFA965834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873"/>
                <a:ext cx="32" cy="12"/>
              </a:xfrm>
              <a:custGeom>
                <a:avLst/>
                <a:gdLst>
                  <a:gd name="T0" fmla="*/ 53 w 21"/>
                  <a:gd name="T1" fmla="*/ 0 h 7"/>
                  <a:gd name="T2" fmla="*/ 67 w 21"/>
                  <a:gd name="T3" fmla="*/ 15 h 7"/>
                  <a:gd name="T4" fmla="*/ 21 w 21"/>
                  <a:gd name="T5" fmla="*/ 26 h 7"/>
                  <a:gd name="T6" fmla="*/ 0 w 21"/>
                  <a:gd name="T7" fmla="*/ 21 h 7"/>
                  <a:gd name="T8" fmla="*/ 27 w 21"/>
                  <a:gd name="T9" fmla="*/ 29 h 7"/>
                  <a:gd name="T10" fmla="*/ 75 w 21"/>
                  <a:gd name="T11" fmla="*/ 21 h 7"/>
                  <a:gd name="T12" fmla="*/ 53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7" y="1"/>
                      <a:pt x="19" y="2"/>
                      <a:pt x="19" y="3"/>
                    </a:cubicBezTo>
                    <a:cubicBezTo>
                      <a:pt x="19" y="5"/>
                      <a:pt x="13" y="6"/>
                      <a:pt x="6" y="5"/>
                    </a:cubicBezTo>
                    <a:cubicBezTo>
                      <a:pt x="4" y="5"/>
                      <a:pt x="2" y="5"/>
                      <a:pt x="0" y="4"/>
                    </a:cubicBezTo>
                    <a:cubicBezTo>
                      <a:pt x="3" y="5"/>
                      <a:pt x="5" y="6"/>
                      <a:pt x="8" y="6"/>
                    </a:cubicBezTo>
                    <a:cubicBezTo>
                      <a:pt x="15" y="7"/>
                      <a:pt x="21" y="6"/>
                      <a:pt x="21" y="4"/>
                    </a:cubicBezTo>
                    <a:cubicBezTo>
                      <a:pt x="21" y="3"/>
                      <a:pt x="19" y="1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9" name="Freeform 1328">
                <a:extLst>
                  <a:ext uri="{FF2B5EF4-FFF2-40B4-BE49-F238E27FC236}">
                    <a16:creationId xmlns:a16="http://schemas.microsoft.com/office/drawing/2014/main" id="{92E340A3-683B-4FCD-AB45-3F3F93B24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872"/>
                <a:ext cx="27" cy="8"/>
              </a:xfrm>
              <a:custGeom>
                <a:avLst/>
                <a:gdLst>
                  <a:gd name="T0" fmla="*/ 5 w 18"/>
                  <a:gd name="T1" fmla="*/ 13 h 5"/>
                  <a:gd name="T2" fmla="*/ 41 w 18"/>
                  <a:gd name="T3" fmla="*/ 5 h 5"/>
                  <a:gd name="T4" fmla="*/ 62 w 18"/>
                  <a:gd name="T5" fmla="*/ 13 h 5"/>
                  <a:gd name="T6" fmla="*/ 35 w 18"/>
                  <a:gd name="T7" fmla="*/ 5 h 5"/>
                  <a:gd name="T8" fmla="*/ 0 w 18"/>
                  <a:gd name="T9" fmla="*/ 8 h 5"/>
                  <a:gd name="T10" fmla="*/ 12 w 18"/>
                  <a:gd name="T11" fmla="*/ 21 h 5"/>
                  <a:gd name="T12" fmla="*/ 5 w 18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1" y="1"/>
                      <a:pt x="6" y="1"/>
                      <a:pt x="12" y="1"/>
                    </a:cubicBezTo>
                    <a:cubicBezTo>
                      <a:pt x="14" y="2"/>
                      <a:pt x="17" y="2"/>
                      <a:pt x="18" y="3"/>
                    </a:cubicBezTo>
                    <a:cubicBezTo>
                      <a:pt x="17" y="2"/>
                      <a:pt x="13" y="1"/>
                      <a:pt x="10" y="1"/>
                    </a:cubicBezTo>
                    <a:cubicBezTo>
                      <a:pt x="4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3" y="5"/>
                    </a:cubicBezTo>
                    <a:cubicBezTo>
                      <a:pt x="3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0" name="Freeform 1329">
                <a:extLst>
                  <a:ext uri="{FF2B5EF4-FFF2-40B4-BE49-F238E27FC236}">
                    <a16:creationId xmlns:a16="http://schemas.microsoft.com/office/drawing/2014/main" id="{1778C3A4-76A2-440B-953F-7797E0C05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878"/>
                <a:ext cx="32" cy="11"/>
              </a:xfrm>
              <a:custGeom>
                <a:avLst/>
                <a:gdLst>
                  <a:gd name="T0" fmla="*/ 49 w 21"/>
                  <a:gd name="T1" fmla="*/ 0 h 7"/>
                  <a:gd name="T2" fmla="*/ 62 w 21"/>
                  <a:gd name="T3" fmla="*/ 8 h 7"/>
                  <a:gd name="T4" fmla="*/ 21 w 21"/>
                  <a:gd name="T5" fmla="*/ 22 h 7"/>
                  <a:gd name="T6" fmla="*/ 0 w 21"/>
                  <a:gd name="T7" fmla="*/ 22 h 7"/>
                  <a:gd name="T8" fmla="*/ 27 w 21"/>
                  <a:gd name="T9" fmla="*/ 27 h 7"/>
                  <a:gd name="T10" fmla="*/ 75 w 21"/>
                  <a:gd name="T11" fmla="*/ 8 h 7"/>
                  <a:gd name="T12" fmla="*/ 49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4" y="0"/>
                    </a:moveTo>
                    <a:cubicBezTo>
                      <a:pt x="16" y="0"/>
                      <a:pt x="18" y="1"/>
                      <a:pt x="18" y="2"/>
                    </a:cubicBezTo>
                    <a:cubicBezTo>
                      <a:pt x="18" y="4"/>
                      <a:pt x="13" y="6"/>
                      <a:pt x="6" y="6"/>
                    </a:cubicBezTo>
                    <a:cubicBezTo>
                      <a:pt x="4" y="7"/>
                      <a:pt x="2" y="7"/>
                      <a:pt x="0" y="6"/>
                    </a:cubicBezTo>
                    <a:cubicBezTo>
                      <a:pt x="2" y="7"/>
                      <a:pt x="5" y="7"/>
                      <a:pt x="8" y="7"/>
                    </a:cubicBezTo>
                    <a:cubicBezTo>
                      <a:pt x="15" y="6"/>
                      <a:pt x="21" y="4"/>
                      <a:pt x="21" y="2"/>
                    </a:cubicBezTo>
                    <a:cubicBezTo>
                      <a:pt x="20" y="1"/>
                      <a:pt x="18" y="0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1" name="Freeform 1330">
                <a:extLst>
                  <a:ext uri="{FF2B5EF4-FFF2-40B4-BE49-F238E27FC236}">
                    <a16:creationId xmlns:a16="http://schemas.microsoft.com/office/drawing/2014/main" id="{4B9F1EE7-8856-446A-8BC8-5522836C7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878"/>
                <a:ext cx="27" cy="10"/>
              </a:xfrm>
              <a:custGeom>
                <a:avLst/>
                <a:gdLst>
                  <a:gd name="T0" fmla="*/ 5 w 18"/>
                  <a:gd name="T1" fmla="*/ 20 h 6"/>
                  <a:gd name="T2" fmla="*/ 41 w 18"/>
                  <a:gd name="T3" fmla="*/ 5 h 6"/>
                  <a:gd name="T4" fmla="*/ 62 w 18"/>
                  <a:gd name="T5" fmla="*/ 5 h 6"/>
                  <a:gd name="T6" fmla="*/ 35 w 18"/>
                  <a:gd name="T7" fmla="*/ 0 h 6"/>
                  <a:gd name="T8" fmla="*/ 0 w 18"/>
                  <a:gd name="T9" fmla="*/ 20 h 6"/>
                  <a:gd name="T10" fmla="*/ 14 w 18"/>
                  <a:gd name="T11" fmla="*/ 28 h 6"/>
                  <a:gd name="T12" fmla="*/ 5 w 18"/>
                  <a:gd name="T13" fmla="*/ 2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1" y="4"/>
                    </a:moveTo>
                    <a:cubicBezTo>
                      <a:pt x="1" y="2"/>
                      <a:pt x="6" y="1"/>
                      <a:pt x="12" y="1"/>
                    </a:cubicBezTo>
                    <a:cubicBezTo>
                      <a:pt x="14" y="0"/>
                      <a:pt x="17" y="1"/>
                      <a:pt x="18" y="1"/>
                    </a:cubicBezTo>
                    <a:cubicBezTo>
                      <a:pt x="17" y="0"/>
                      <a:pt x="13" y="0"/>
                      <a:pt x="10" y="0"/>
                    </a:cubicBezTo>
                    <a:cubicBezTo>
                      <a:pt x="4" y="1"/>
                      <a:pt x="0" y="2"/>
                      <a:pt x="0" y="4"/>
                    </a:cubicBezTo>
                    <a:cubicBezTo>
                      <a:pt x="0" y="5"/>
                      <a:pt x="2" y="5"/>
                      <a:pt x="4" y="6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2" name="Freeform 1331">
                <a:extLst>
                  <a:ext uri="{FF2B5EF4-FFF2-40B4-BE49-F238E27FC236}">
                    <a16:creationId xmlns:a16="http://schemas.microsoft.com/office/drawing/2014/main" id="{826DF24D-8613-4A42-9562-CAD632A2A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851"/>
                <a:ext cx="192" cy="56"/>
              </a:xfrm>
              <a:custGeom>
                <a:avLst/>
                <a:gdLst>
                  <a:gd name="T0" fmla="*/ 392 w 128"/>
                  <a:gd name="T1" fmla="*/ 48 h 35"/>
                  <a:gd name="T2" fmla="*/ 432 w 128"/>
                  <a:gd name="T3" fmla="*/ 77 h 35"/>
                  <a:gd name="T4" fmla="*/ 431 w 128"/>
                  <a:gd name="T5" fmla="*/ 118 h 35"/>
                  <a:gd name="T6" fmla="*/ 390 w 128"/>
                  <a:gd name="T7" fmla="*/ 136 h 35"/>
                  <a:gd name="T8" fmla="*/ 284 w 128"/>
                  <a:gd name="T9" fmla="*/ 123 h 35"/>
                  <a:gd name="T10" fmla="*/ 39 w 128"/>
                  <a:gd name="T11" fmla="*/ 86 h 35"/>
                  <a:gd name="T12" fmla="*/ 0 w 128"/>
                  <a:gd name="T13" fmla="*/ 61 h 35"/>
                  <a:gd name="T14" fmla="*/ 5 w 128"/>
                  <a:gd name="T15" fmla="*/ 21 h 35"/>
                  <a:gd name="T16" fmla="*/ 27 w 128"/>
                  <a:gd name="T17" fmla="*/ 0 h 35"/>
                  <a:gd name="T18" fmla="*/ 215 w 128"/>
                  <a:gd name="T19" fmla="*/ 29 h 35"/>
                  <a:gd name="T20" fmla="*/ 392 w 128"/>
                  <a:gd name="T21" fmla="*/ 48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5">
                    <a:moveTo>
                      <a:pt x="116" y="12"/>
                    </a:moveTo>
                    <a:cubicBezTo>
                      <a:pt x="127" y="14"/>
                      <a:pt x="128" y="17"/>
                      <a:pt x="128" y="19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7" y="32"/>
                      <a:pt x="125" y="35"/>
                      <a:pt x="115" y="33"/>
                    </a:cubicBezTo>
                    <a:cubicBezTo>
                      <a:pt x="114" y="33"/>
                      <a:pt x="108" y="33"/>
                      <a:pt x="84" y="30"/>
                    </a:cubicBezTo>
                    <a:cubicBezTo>
                      <a:pt x="59" y="27"/>
                      <a:pt x="11" y="21"/>
                      <a:pt x="11" y="21"/>
                    </a:cubicBezTo>
                    <a:cubicBezTo>
                      <a:pt x="2" y="20"/>
                      <a:pt x="0" y="18"/>
                      <a:pt x="0" y="1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0"/>
                      <a:pt x="5" y="0"/>
                      <a:pt x="8" y="0"/>
                    </a:cubicBezTo>
                    <a:cubicBezTo>
                      <a:pt x="8" y="0"/>
                      <a:pt x="41" y="5"/>
                      <a:pt x="63" y="7"/>
                    </a:cubicBezTo>
                    <a:cubicBezTo>
                      <a:pt x="86" y="10"/>
                      <a:pt x="116" y="12"/>
                      <a:pt x="116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3" name="Freeform 1332">
                <a:extLst>
                  <a:ext uri="{FF2B5EF4-FFF2-40B4-BE49-F238E27FC236}">
                    <a16:creationId xmlns:a16="http://schemas.microsoft.com/office/drawing/2014/main" id="{4088EEA7-D09B-4C52-9453-0B22EBD47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861"/>
                <a:ext cx="192" cy="48"/>
              </a:xfrm>
              <a:custGeom>
                <a:avLst/>
                <a:gdLst>
                  <a:gd name="T0" fmla="*/ 405 w 128"/>
                  <a:gd name="T1" fmla="*/ 0 h 30"/>
                  <a:gd name="T2" fmla="*/ 431 w 128"/>
                  <a:gd name="T3" fmla="*/ 26 h 30"/>
                  <a:gd name="T4" fmla="*/ 432 w 128"/>
                  <a:gd name="T5" fmla="*/ 61 h 30"/>
                  <a:gd name="T6" fmla="*/ 378 w 128"/>
                  <a:gd name="T7" fmla="*/ 90 h 30"/>
                  <a:gd name="T8" fmla="*/ 183 w 128"/>
                  <a:gd name="T9" fmla="*/ 107 h 30"/>
                  <a:gd name="T10" fmla="*/ 35 w 128"/>
                  <a:gd name="T11" fmla="*/ 123 h 30"/>
                  <a:gd name="T12" fmla="*/ 5 w 128"/>
                  <a:gd name="T13" fmla="*/ 102 h 30"/>
                  <a:gd name="T14" fmla="*/ 0 w 128"/>
                  <a:gd name="T15" fmla="*/ 61 h 30"/>
                  <a:gd name="T16" fmla="*/ 21 w 128"/>
                  <a:gd name="T17" fmla="*/ 34 h 30"/>
                  <a:gd name="T18" fmla="*/ 203 w 128"/>
                  <a:gd name="T19" fmla="*/ 21 h 30"/>
                  <a:gd name="T20" fmla="*/ 405 w 128"/>
                  <a:gd name="T21" fmla="*/ 0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0">
                    <a:moveTo>
                      <a:pt x="120" y="0"/>
                    </a:moveTo>
                    <a:cubicBezTo>
                      <a:pt x="126" y="0"/>
                      <a:pt x="127" y="3"/>
                      <a:pt x="127" y="6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8" y="18"/>
                      <a:pt x="128" y="21"/>
                      <a:pt x="112" y="22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5" y="30"/>
                      <a:pt x="1" y="28"/>
                      <a:pt x="1" y="2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1"/>
                      <a:pt x="2" y="9"/>
                      <a:pt x="6" y="8"/>
                    </a:cubicBezTo>
                    <a:cubicBezTo>
                      <a:pt x="6" y="8"/>
                      <a:pt x="48" y="6"/>
                      <a:pt x="60" y="5"/>
                    </a:cubicBezTo>
                    <a:cubicBezTo>
                      <a:pt x="73" y="4"/>
                      <a:pt x="120" y="0"/>
                      <a:pt x="12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4" name="Freeform 1333">
                <a:extLst>
                  <a:ext uri="{FF2B5EF4-FFF2-40B4-BE49-F238E27FC236}">
                    <a16:creationId xmlns:a16="http://schemas.microsoft.com/office/drawing/2014/main" id="{A58D6D38-6808-40F6-807B-9752441BA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610"/>
                <a:ext cx="192" cy="76"/>
              </a:xfrm>
              <a:custGeom>
                <a:avLst/>
                <a:gdLst>
                  <a:gd name="T0" fmla="*/ 21 w 128"/>
                  <a:gd name="T1" fmla="*/ 87 h 48"/>
                  <a:gd name="T2" fmla="*/ 21 w 128"/>
                  <a:gd name="T3" fmla="*/ 87 h 48"/>
                  <a:gd name="T4" fmla="*/ 5 w 128"/>
                  <a:gd name="T5" fmla="*/ 63 h 48"/>
                  <a:gd name="T6" fmla="*/ 12 w 128"/>
                  <a:gd name="T7" fmla="*/ 25 h 48"/>
                  <a:gd name="T8" fmla="*/ 68 w 128"/>
                  <a:gd name="T9" fmla="*/ 16 h 48"/>
                  <a:gd name="T10" fmla="*/ 261 w 128"/>
                  <a:gd name="T11" fmla="*/ 68 h 48"/>
                  <a:gd name="T12" fmla="*/ 396 w 128"/>
                  <a:gd name="T13" fmla="*/ 100 h 48"/>
                  <a:gd name="T14" fmla="*/ 431 w 128"/>
                  <a:gd name="T15" fmla="*/ 130 h 48"/>
                  <a:gd name="T16" fmla="*/ 423 w 128"/>
                  <a:gd name="T17" fmla="*/ 168 h 48"/>
                  <a:gd name="T18" fmla="*/ 399 w 128"/>
                  <a:gd name="T19" fmla="*/ 185 h 48"/>
                  <a:gd name="T20" fmla="*/ 207 w 128"/>
                  <a:gd name="T21" fmla="*/ 143 h 48"/>
                  <a:gd name="T22" fmla="*/ 21 w 128"/>
                  <a:gd name="T23" fmla="*/ 87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48">
                    <a:moveTo>
                      <a:pt x="6" y="22"/>
                    </a:moveTo>
                    <a:cubicBezTo>
                      <a:pt x="6" y="22"/>
                      <a:pt x="6" y="22"/>
                      <a:pt x="6" y="22"/>
                    </a:cubicBezTo>
                    <a:cubicBezTo>
                      <a:pt x="3" y="22"/>
                      <a:pt x="0" y="20"/>
                      <a:pt x="1" y="1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3"/>
                      <a:pt x="4" y="0"/>
                      <a:pt x="20" y="4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23" y="26"/>
                      <a:pt x="128" y="30"/>
                      <a:pt x="127" y="33"/>
                    </a:cubicBezTo>
                    <a:cubicBezTo>
                      <a:pt x="125" y="42"/>
                      <a:pt x="125" y="42"/>
                      <a:pt x="125" y="42"/>
                    </a:cubicBezTo>
                    <a:cubicBezTo>
                      <a:pt x="124" y="46"/>
                      <a:pt x="122" y="48"/>
                      <a:pt x="118" y="47"/>
                    </a:cubicBezTo>
                    <a:cubicBezTo>
                      <a:pt x="117" y="47"/>
                      <a:pt x="74" y="39"/>
                      <a:pt x="61" y="36"/>
                    </a:cubicBezTo>
                    <a:cubicBezTo>
                      <a:pt x="49" y="33"/>
                      <a:pt x="6" y="22"/>
                      <a:pt x="6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5" name="Freeform 1334">
                <a:extLst>
                  <a:ext uri="{FF2B5EF4-FFF2-40B4-BE49-F238E27FC236}">
                    <a16:creationId xmlns:a16="http://schemas.microsoft.com/office/drawing/2014/main" id="{AC13B719-51F9-4EC1-A240-889A3F7E7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659"/>
                <a:ext cx="189" cy="99"/>
              </a:xfrm>
              <a:custGeom>
                <a:avLst/>
                <a:gdLst>
                  <a:gd name="T0" fmla="*/ 410 w 126"/>
                  <a:gd name="T1" fmla="*/ 158 h 62"/>
                  <a:gd name="T2" fmla="*/ 423 w 126"/>
                  <a:gd name="T3" fmla="*/ 192 h 62"/>
                  <a:gd name="T4" fmla="*/ 413 w 126"/>
                  <a:gd name="T5" fmla="*/ 227 h 62"/>
                  <a:gd name="T6" fmla="*/ 356 w 126"/>
                  <a:gd name="T7" fmla="*/ 232 h 62"/>
                  <a:gd name="T8" fmla="*/ 167 w 126"/>
                  <a:gd name="T9" fmla="*/ 150 h 62"/>
                  <a:gd name="T10" fmla="*/ 27 w 126"/>
                  <a:gd name="T11" fmla="*/ 94 h 62"/>
                  <a:gd name="T12" fmla="*/ 5 w 126"/>
                  <a:gd name="T13" fmla="*/ 61 h 62"/>
                  <a:gd name="T14" fmla="*/ 18 w 126"/>
                  <a:gd name="T15" fmla="*/ 21 h 62"/>
                  <a:gd name="T16" fmla="*/ 45 w 126"/>
                  <a:gd name="T17" fmla="*/ 8 h 62"/>
                  <a:gd name="T18" fmla="*/ 216 w 126"/>
                  <a:gd name="T19" fmla="*/ 81 h 62"/>
                  <a:gd name="T20" fmla="*/ 410 w 126"/>
                  <a:gd name="T21" fmla="*/ 158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62">
                    <a:moveTo>
                      <a:pt x="121" y="39"/>
                    </a:moveTo>
                    <a:cubicBezTo>
                      <a:pt x="126" y="41"/>
                      <a:pt x="126" y="45"/>
                      <a:pt x="125" y="47"/>
                    </a:cubicBezTo>
                    <a:cubicBezTo>
                      <a:pt x="122" y="56"/>
                      <a:pt x="122" y="56"/>
                      <a:pt x="122" y="56"/>
                    </a:cubicBezTo>
                    <a:cubicBezTo>
                      <a:pt x="121" y="59"/>
                      <a:pt x="120" y="62"/>
                      <a:pt x="105" y="57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3" y="21"/>
                      <a:pt x="0" y="18"/>
                      <a:pt x="1" y="1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2"/>
                      <a:pt x="9" y="0"/>
                      <a:pt x="13" y="2"/>
                    </a:cubicBezTo>
                    <a:cubicBezTo>
                      <a:pt x="13" y="2"/>
                      <a:pt x="52" y="16"/>
                      <a:pt x="64" y="20"/>
                    </a:cubicBezTo>
                    <a:cubicBezTo>
                      <a:pt x="76" y="25"/>
                      <a:pt x="120" y="39"/>
                      <a:pt x="121" y="39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6" name="Freeform 1335">
                <a:extLst>
                  <a:ext uri="{FF2B5EF4-FFF2-40B4-BE49-F238E27FC236}">
                    <a16:creationId xmlns:a16="http://schemas.microsoft.com/office/drawing/2014/main" id="{32CA897D-6660-4CFE-B95F-AF53FDBA6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726"/>
                <a:ext cx="189" cy="98"/>
              </a:xfrm>
              <a:custGeom>
                <a:avLst/>
                <a:gdLst>
                  <a:gd name="T0" fmla="*/ 18 w 126"/>
                  <a:gd name="T1" fmla="*/ 90 h 61"/>
                  <a:gd name="T2" fmla="*/ 18 w 126"/>
                  <a:gd name="T3" fmla="*/ 90 h 61"/>
                  <a:gd name="T4" fmla="*/ 5 w 126"/>
                  <a:gd name="T5" fmla="*/ 63 h 61"/>
                  <a:gd name="T6" fmla="*/ 14 w 126"/>
                  <a:gd name="T7" fmla="*/ 26 h 61"/>
                  <a:gd name="T8" fmla="*/ 75 w 126"/>
                  <a:gd name="T9" fmla="*/ 21 h 61"/>
                  <a:gd name="T10" fmla="*/ 261 w 126"/>
                  <a:gd name="T11" fmla="*/ 103 h 61"/>
                  <a:gd name="T12" fmla="*/ 392 w 126"/>
                  <a:gd name="T13" fmla="*/ 157 h 61"/>
                  <a:gd name="T14" fmla="*/ 423 w 126"/>
                  <a:gd name="T15" fmla="*/ 196 h 61"/>
                  <a:gd name="T16" fmla="*/ 413 w 126"/>
                  <a:gd name="T17" fmla="*/ 238 h 61"/>
                  <a:gd name="T18" fmla="*/ 386 w 126"/>
                  <a:gd name="T19" fmla="*/ 247 h 61"/>
                  <a:gd name="T20" fmla="*/ 201 w 126"/>
                  <a:gd name="T21" fmla="*/ 178 h 61"/>
                  <a:gd name="T22" fmla="*/ 18 w 126"/>
                  <a:gd name="T23" fmla="*/ 90 h 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6" h="61">
                    <a:moveTo>
                      <a:pt x="5" y="22"/>
                    </a:moveTo>
                    <a:cubicBezTo>
                      <a:pt x="5" y="22"/>
                      <a:pt x="5" y="22"/>
                      <a:pt x="5" y="22"/>
                    </a:cubicBezTo>
                    <a:cubicBezTo>
                      <a:pt x="3" y="21"/>
                      <a:pt x="0" y="20"/>
                      <a:pt x="1" y="1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3"/>
                      <a:pt x="6" y="0"/>
                      <a:pt x="22" y="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22" y="40"/>
                      <a:pt x="126" y="44"/>
                      <a:pt x="125" y="47"/>
                    </a:cubicBezTo>
                    <a:cubicBezTo>
                      <a:pt x="122" y="57"/>
                      <a:pt x="122" y="57"/>
                      <a:pt x="122" y="57"/>
                    </a:cubicBezTo>
                    <a:cubicBezTo>
                      <a:pt x="120" y="60"/>
                      <a:pt x="118" y="61"/>
                      <a:pt x="114" y="60"/>
                    </a:cubicBezTo>
                    <a:cubicBezTo>
                      <a:pt x="113" y="60"/>
                      <a:pt x="71" y="47"/>
                      <a:pt x="59" y="43"/>
                    </a:cubicBezTo>
                    <a:cubicBezTo>
                      <a:pt x="47" y="39"/>
                      <a:pt x="6" y="22"/>
                      <a:pt x="5" y="2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7" name="Freeform 1336">
                <a:extLst>
                  <a:ext uri="{FF2B5EF4-FFF2-40B4-BE49-F238E27FC236}">
                    <a16:creationId xmlns:a16="http://schemas.microsoft.com/office/drawing/2014/main" id="{B2A1013A-99D2-47D1-891A-F68457976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704"/>
                <a:ext cx="37" cy="19"/>
              </a:xfrm>
              <a:custGeom>
                <a:avLst/>
                <a:gdLst>
                  <a:gd name="T0" fmla="*/ 1 w 25"/>
                  <a:gd name="T1" fmla="*/ 8 h 12"/>
                  <a:gd name="T2" fmla="*/ 46 w 25"/>
                  <a:gd name="T3" fmla="*/ 13 h 12"/>
                  <a:gd name="T4" fmla="*/ 81 w 25"/>
                  <a:gd name="T5" fmla="*/ 40 h 12"/>
                  <a:gd name="T6" fmla="*/ 40 w 25"/>
                  <a:gd name="T7" fmla="*/ 35 h 12"/>
                  <a:gd name="T8" fmla="*/ 1 w 25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1" y="2"/>
                    </a:moveTo>
                    <a:cubicBezTo>
                      <a:pt x="2" y="0"/>
                      <a:pt x="8" y="0"/>
                      <a:pt x="14" y="3"/>
                    </a:cubicBezTo>
                    <a:cubicBezTo>
                      <a:pt x="20" y="5"/>
                      <a:pt x="25" y="8"/>
                      <a:pt x="25" y="10"/>
                    </a:cubicBezTo>
                    <a:cubicBezTo>
                      <a:pt x="24" y="12"/>
                      <a:pt x="18" y="11"/>
                      <a:pt x="12" y="9"/>
                    </a:cubicBezTo>
                    <a:cubicBezTo>
                      <a:pt x="5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8" name="Freeform 1337">
                <a:extLst>
                  <a:ext uri="{FF2B5EF4-FFF2-40B4-BE49-F238E27FC236}">
                    <a16:creationId xmlns:a16="http://schemas.microsoft.com/office/drawing/2014/main" id="{7B6544C6-9BFE-435E-BD28-75CC756B5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774"/>
                <a:ext cx="37" cy="19"/>
              </a:xfrm>
              <a:custGeom>
                <a:avLst/>
                <a:gdLst>
                  <a:gd name="T0" fmla="*/ 78 w 25"/>
                  <a:gd name="T1" fmla="*/ 40 h 12"/>
                  <a:gd name="T2" fmla="*/ 36 w 25"/>
                  <a:gd name="T3" fmla="*/ 35 h 12"/>
                  <a:gd name="T4" fmla="*/ 0 w 25"/>
                  <a:gd name="T5" fmla="*/ 8 h 12"/>
                  <a:gd name="T6" fmla="*/ 41 w 25"/>
                  <a:gd name="T7" fmla="*/ 8 h 12"/>
                  <a:gd name="T8" fmla="*/ 78 w 25"/>
                  <a:gd name="T9" fmla="*/ 4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24" y="10"/>
                    </a:moveTo>
                    <a:cubicBezTo>
                      <a:pt x="23" y="12"/>
                      <a:pt x="18" y="11"/>
                      <a:pt x="11" y="9"/>
                    </a:cubicBezTo>
                    <a:cubicBezTo>
                      <a:pt x="5" y="7"/>
                      <a:pt x="0" y="3"/>
                      <a:pt x="0" y="2"/>
                    </a:cubicBezTo>
                    <a:cubicBezTo>
                      <a:pt x="1" y="0"/>
                      <a:pt x="7" y="0"/>
                      <a:pt x="13" y="2"/>
                    </a:cubicBezTo>
                    <a:cubicBezTo>
                      <a:pt x="20" y="5"/>
                      <a:pt x="25" y="8"/>
                      <a:pt x="24" y="10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9" name="Freeform 1338">
                <a:extLst>
                  <a:ext uri="{FF2B5EF4-FFF2-40B4-BE49-F238E27FC236}">
                    <a16:creationId xmlns:a16="http://schemas.microsoft.com/office/drawing/2014/main" id="{F7FC1ED8-8081-4582-8539-754BC500D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699"/>
                <a:ext cx="37" cy="19"/>
              </a:xfrm>
              <a:custGeom>
                <a:avLst/>
                <a:gdLst>
                  <a:gd name="T0" fmla="*/ 1 w 25"/>
                  <a:gd name="T1" fmla="*/ 8 h 12"/>
                  <a:gd name="T2" fmla="*/ 46 w 25"/>
                  <a:gd name="T3" fmla="*/ 13 h 12"/>
                  <a:gd name="T4" fmla="*/ 81 w 25"/>
                  <a:gd name="T5" fmla="*/ 40 h 12"/>
                  <a:gd name="T6" fmla="*/ 40 w 25"/>
                  <a:gd name="T7" fmla="*/ 40 h 12"/>
                  <a:gd name="T8" fmla="*/ 1 w 25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1" y="2"/>
                    </a:moveTo>
                    <a:cubicBezTo>
                      <a:pt x="2" y="0"/>
                      <a:pt x="7" y="1"/>
                      <a:pt x="14" y="3"/>
                    </a:cubicBezTo>
                    <a:cubicBezTo>
                      <a:pt x="20" y="5"/>
                      <a:pt x="25" y="9"/>
                      <a:pt x="25" y="10"/>
                    </a:cubicBezTo>
                    <a:cubicBezTo>
                      <a:pt x="24" y="12"/>
                      <a:pt x="18" y="12"/>
                      <a:pt x="12" y="10"/>
                    </a:cubicBezTo>
                    <a:cubicBezTo>
                      <a:pt x="5" y="7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0" name="Freeform 1339">
                <a:extLst>
                  <a:ext uri="{FF2B5EF4-FFF2-40B4-BE49-F238E27FC236}">
                    <a16:creationId xmlns:a16="http://schemas.microsoft.com/office/drawing/2014/main" id="{B0738814-B376-47CB-8692-BFA725DF7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769"/>
                <a:ext cx="36" cy="20"/>
              </a:xfrm>
              <a:custGeom>
                <a:avLst/>
                <a:gdLst>
                  <a:gd name="T0" fmla="*/ 81 w 24"/>
                  <a:gd name="T1" fmla="*/ 47 h 12"/>
                  <a:gd name="T2" fmla="*/ 39 w 24"/>
                  <a:gd name="T3" fmla="*/ 42 h 12"/>
                  <a:gd name="T4" fmla="*/ 0 w 24"/>
                  <a:gd name="T5" fmla="*/ 8 h 12"/>
                  <a:gd name="T6" fmla="*/ 45 w 24"/>
                  <a:gd name="T7" fmla="*/ 13 h 12"/>
                  <a:gd name="T8" fmla="*/ 81 w 24"/>
                  <a:gd name="T9" fmla="*/ 4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2">
                    <a:moveTo>
                      <a:pt x="24" y="10"/>
                    </a:moveTo>
                    <a:cubicBezTo>
                      <a:pt x="23" y="12"/>
                      <a:pt x="17" y="12"/>
                      <a:pt x="11" y="9"/>
                    </a:cubicBezTo>
                    <a:cubicBezTo>
                      <a:pt x="4" y="7"/>
                      <a:pt x="0" y="4"/>
                      <a:pt x="0" y="2"/>
                    </a:cubicBezTo>
                    <a:cubicBezTo>
                      <a:pt x="1" y="0"/>
                      <a:pt x="7" y="0"/>
                      <a:pt x="13" y="3"/>
                    </a:cubicBezTo>
                    <a:cubicBezTo>
                      <a:pt x="20" y="5"/>
                      <a:pt x="24" y="8"/>
                      <a:pt x="24" y="10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1" name="Freeform 1340">
                <a:extLst>
                  <a:ext uri="{FF2B5EF4-FFF2-40B4-BE49-F238E27FC236}">
                    <a16:creationId xmlns:a16="http://schemas.microsoft.com/office/drawing/2014/main" id="{D28766C3-F142-45B7-A3BA-49EE5987D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734"/>
                <a:ext cx="79" cy="26"/>
              </a:xfrm>
              <a:custGeom>
                <a:avLst/>
                <a:gdLst>
                  <a:gd name="T0" fmla="*/ 0 w 53"/>
                  <a:gd name="T1" fmla="*/ 39 h 16"/>
                  <a:gd name="T2" fmla="*/ 15 w 53"/>
                  <a:gd name="T3" fmla="*/ 5 h 16"/>
                  <a:gd name="T4" fmla="*/ 55 w 53"/>
                  <a:gd name="T5" fmla="*/ 13 h 16"/>
                  <a:gd name="T6" fmla="*/ 119 w 53"/>
                  <a:gd name="T7" fmla="*/ 42 h 16"/>
                  <a:gd name="T8" fmla="*/ 146 w 53"/>
                  <a:gd name="T9" fmla="*/ 55 h 16"/>
                  <a:gd name="T10" fmla="*/ 176 w 53"/>
                  <a:gd name="T11" fmla="*/ 68 h 16"/>
                  <a:gd name="T12" fmla="*/ 54 w 53"/>
                  <a:gd name="T13" fmla="*/ 21 h 16"/>
                  <a:gd name="T14" fmla="*/ 13 w 53"/>
                  <a:gd name="T15" fmla="*/ 21 h 16"/>
                  <a:gd name="T16" fmla="*/ 0 w 53"/>
                  <a:gd name="T17" fmla="*/ 47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6">
                    <a:moveTo>
                      <a:pt x="0" y="9"/>
                    </a:moveTo>
                    <a:cubicBezTo>
                      <a:pt x="1" y="6"/>
                      <a:pt x="2" y="2"/>
                      <a:pt x="5" y="1"/>
                    </a:cubicBezTo>
                    <a:cubicBezTo>
                      <a:pt x="8" y="0"/>
                      <a:pt x="13" y="2"/>
                      <a:pt x="17" y="3"/>
                    </a:cubicBezTo>
                    <a:cubicBezTo>
                      <a:pt x="23" y="5"/>
                      <a:pt x="29" y="8"/>
                      <a:pt x="36" y="10"/>
                    </a:cubicBezTo>
                    <a:cubicBezTo>
                      <a:pt x="39" y="11"/>
                      <a:pt x="41" y="12"/>
                      <a:pt x="44" y="13"/>
                    </a:cubicBezTo>
                    <a:cubicBezTo>
                      <a:pt x="47" y="14"/>
                      <a:pt x="50" y="15"/>
                      <a:pt x="53" y="16"/>
                    </a:cubicBezTo>
                    <a:cubicBezTo>
                      <a:pt x="41" y="14"/>
                      <a:pt x="28" y="8"/>
                      <a:pt x="16" y="5"/>
                    </a:cubicBezTo>
                    <a:cubicBezTo>
                      <a:pt x="12" y="4"/>
                      <a:pt x="7" y="3"/>
                      <a:pt x="4" y="5"/>
                    </a:cubicBezTo>
                    <a:cubicBezTo>
                      <a:pt x="2" y="7"/>
                      <a:pt x="1" y="9"/>
                      <a:pt x="0" y="11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2" name="Freeform 1341">
                <a:extLst>
                  <a:ext uri="{FF2B5EF4-FFF2-40B4-BE49-F238E27FC236}">
                    <a16:creationId xmlns:a16="http://schemas.microsoft.com/office/drawing/2014/main" id="{B278D621-9D1E-4FB5-837B-BBA7EB30C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664"/>
                <a:ext cx="79" cy="29"/>
              </a:xfrm>
              <a:custGeom>
                <a:avLst/>
                <a:gdLst>
                  <a:gd name="T0" fmla="*/ 0 w 53"/>
                  <a:gd name="T1" fmla="*/ 42 h 18"/>
                  <a:gd name="T2" fmla="*/ 13 w 53"/>
                  <a:gd name="T3" fmla="*/ 5 h 18"/>
                  <a:gd name="T4" fmla="*/ 55 w 53"/>
                  <a:gd name="T5" fmla="*/ 21 h 18"/>
                  <a:gd name="T6" fmla="*/ 119 w 53"/>
                  <a:gd name="T7" fmla="*/ 47 h 18"/>
                  <a:gd name="T8" fmla="*/ 149 w 53"/>
                  <a:gd name="T9" fmla="*/ 63 h 18"/>
                  <a:gd name="T10" fmla="*/ 176 w 53"/>
                  <a:gd name="T11" fmla="*/ 76 h 18"/>
                  <a:gd name="T12" fmla="*/ 54 w 53"/>
                  <a:gd name="T13" fmla="*/ 29 h 18"/>
                  <a:gd name="T14" fmla="*/ 15 w 53"/>
                  <a:gd name="T15" fmla="*/ 29 h 18"/>
                  <a:gd name="T16" fmla="*/ 0 w 53"/>
                  <a:gd name="T17" fmla="*/ 5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8">
                    <a:moveTo>
                      <a:pt x="0" y="10"/>
                    </a:moveTo>
                    <a:cubicBezTo>
                      <a:pt x="1" y="8"/>
                      <a:pt x="1" y="2"/>
                      <a:pt x="4" y="1"/>
                    </a:cubicBezTo>
                    <a:cubicBezTo>
                      <a:pt x="7" y="0"/>
                      <a:pt x="13" y="4"/>
                      <a:pt x="17" y="5"/>
                    </a:cubicBezTo>
                    <a:cubicBezTo>
                      <a:pt x="23" y="7"/>
                      <a:pt x="30" y="9"/>
                      <a:pt x="36" y="11"/>
                    </a:cubicBezTo>
                    <a:cubicBezTo>
                      <a:pt x="39" y="12"/>
                      <a:pt x="42" y="14"/>
                      <a:pt x="45" y="15"/>
                    </a:cubicBezTo>
                    <a:cubicBezTo>
                      <a:pt x="47" y="16"/>
                      <a:pt x="51" y="16"/>
                      <a:pt x="53" y="18"/>
                    </a:cubicBezTo>
                    <a:cubicBezTo>
                      <a:pt x="41" y="16"/>
                      <a:pt x="28" y="10"/>
                      <a:pt x="16" y="7"/>
                    </a:cubicBezTo>
                    <a:cubicBezTo>
                      <a:pt x="12" y="6"/>
                      <a:pt x="8" y="5"/>
                      <a:pt x="5" y="7"/>
                    </a:cubicBezTo>
                    <a:cubicBezTo>
                      <a:pt x="2" y="8"/>
                      <a:pt x="1" y="11"/>
                      <a:pt x="0" y="13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3" name="Freeform 1342">
                <a:extLst>
                  <a:ext uri="{FF2B5EF4-FFF2-40B4-BE49-F238E27FC236}">
                    <a16:creationId xmlns:a16="http://schemas.microsoft.com/office/drawing/2014/main" id="{099B58A1-96A9-43E1-93D1-B3CD508E3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710"/>
                <a:ext cx="117" cy="44"/>
              </a:xfrm>
              <a:custGeom>
                <a:avLst/>
                <a:gdLst>
                  <a:gd name="T0" fmla="*/ 0 w 78"/>
                  <a:gd name="T1" fmla="*/ 0 h 27"/>
                  <a:gd name="T2" fmla="*/ 183 w 78"/>
                  <a:gd name="T3" fmla="*/ 90 h 27"/>
                  <a:gd name="T4" fmla="*/ 255 w 78"/>
                  <a:gd name="T5" fmla="*/ 109 h 27"/>
                  <a:gd name="T6" fmla="*/ 264 w 78"/>
                  <a:gd name="T7" fmla="*/ 60 h 27"/>
                  <a:gd name="T8" fmla="*/ 242 w 78"/>
                  <a:gd name="T9" fmla="*/ 96 h 27"/>
                  <a:gd name="T10" fmla="*/ 203 w 78"/>
                  <a:gd name="T11" fmla="*/ 83 h 27"/>
                  <a:gd name="T12" fmla="*/ 161 w 78"/>
                  <a:gd name="T13" fmla="*/ 64 h 27"/>
                  <a:gd name="T14" fmla="*/ 75 w 78"/>
                  <a:gd name="T15" fmla="*/ 26 h 27"/>
                  <a:gd name="T16" fmla="*/ 35 w 78"/>
                  <a:gd name="T17" fmla="*/ 13 h 27"/>
                  <a:gd name="T18" fmla="*/ 5 w 78"/>
                  <a:gd name="T19" fmla="*/ 5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27">
                    <a:moveTo>
                      <a:pt x="0" y="0"/>
                    </a:moveTo>
                    <a:cubicBezTo>
                      <a:pt x="18" y="7"/>
                      <a:pt x="36" y="14"/>
                      <a:pt x="54" y="21"/>
                    </a:cubicBezTo>
                    <a:cubicBezTo>
                      <a:pt x="58" y="22"/>
                      <a:pt x="71" y="27"/>
                      <a:pt x="75" y="25"/>
                    </a:cubicBezTo>
                    <a:cubicBezTo>
                      <a:pt x="78" y="23"/>
                      <a:pt x="78" y="17"/>
                      <a:pt x="78" y="14"/>
                    </a:cubicBezTo>
                    <a:cubicBezTo>
                      <a:pt x="77" y="17"/>
                      <a:pt x="75" y="21"/>
                      <a:pt x="71" y="22"/>
                    </a:cubicBezTo>
                    <a:cubicBezTo>
                      <a:pt x="67" y="22"/>
                      <a:pt x="63" y="20"/>
                      <a:pt x="60" y="19"/>
                    </a:cubicBezTo>
                    <a:cubicBezTo>
                      <a:pt x="56" y="18"/>
                      <a:pt x="51" y="16"/>
                      <a:pt x="47" y="15"/>
                    </a:cubicBezTo>
                    <a:cubicBezTo>
                      <a:pt x="39" y="12"/>
                      <a:pt x="30" y="9"/>
                      <a:pt x="22" y="6"/>
                    </a:cubicBezTo>
                    <a:cubicBezTo>
                      <a:pt x="18" y="5"/>
                      <a:pt x="14" y="4"/>
                      <a:pt x="10" y="3"/>
                    </a:cubicBezTo>
                    <a:cubicBezTo>
                      <a:pt x="7" y="2"/>
                      <a:pt x="4" y="1"/>
                      <a:pt x="1" y="1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4" name="Freeform 1343">
                <a:extLst>
                  <a:ext uri="{FF2B5EF4-FFF2-40B4-BE49-F238E27FC236}">
                    <a16:creationId xmlns:a16="http://schemas.microsoft.com/office/drawing/2014/main" id="{4FF1D0AF-7A31-4112-85D4-8D0FA7AC0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2777"/>
                <a:ext cx="132" cy="44"/>
              </a:xfrm>
              <a:custGeom>
                <a:avLst/>
                <a:gdLst>
                  <a:gd name="T0" fmla="*/ 296 w 88"/>
                  <a:gd name="T1" fmla="*/ 77 h 27"/>
                  <a:gd name="T2" fmla="*/ 278 w 88"/>
                  <a:gd name="T3" fmla="*/ 111 h 27"/>
                  <a:gd name="T4" fmla="*/ 228 w 88"/>
                  <a:gd name="T5" fmla="*/ 96 h 27"/>
                  <a:gd name="T6" fmla="*/ 153 w 88"/>
                  <a:gd name="T7" fmla="*/ 68 h 27"/>
                  <a:gd name="T8" fmla="*/ 0 w 88"/>
                  <a:gd name="T9" fmla="*/ 0 h 27"/>
                  <a:gd name="T10" fmla="*/ 107 w 88"/>
                  <a:gd name="T11" fmla="*/ 42 h 27"/>
                  <a:gd name="T12" fmla="*/ 210 w 88"/>
                  <a:gd name="T13" fmla="*/ 83 h 27"/>
                  <a:gd name="T14" fmla="*/ 291 w 88"/>
                  <a:gd name="T15" fmla="*/ 47 h 27"/>
                  <a:gd name="T16" fmla="*/ 297 w 88"/>
                  <a:gd name="T17" fmla="*/ 75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27">
                    <a:moveTo>
                      <a:pt x="87" y="18"/>
                    </a:moveTo>
                    <a:cubicBezTo>
                      <a:pt x="86" y="21"/>
                      <a:pt x="87" y="26"/>
                      <a:pt x="82" y="26"/>
                    </a:cubicBezTo>
                    <a:cubicBezTo>
                      <a:pt x="78" y="27"/>
                      <a:pt x="71" y="24"/>
                      <a:pt x="67" y="22"/>
                    </a:cubicBezTo>
                    <a:cubicBezTo>
                      <a:pt x="58" y="19"/>
                      <a:pt x="54" y="18"/>
                      <a:pt x="45" y="16"/>
                    </a:cubicBezTo>
                    <a:cubicBezTo>
                      <a:pt x="32" y="11"/>
                      <a:pt x="12" y="6"/>
                      <a:pt x="0" y="0"/>
                    </a:cubicBezTo>
                    <a:cubicBezTo>
                      <a:pt x="9" y="3"/>
                      <a:pt x="21" y="7"/>
                      <a:pt x="31" y="10"/>
                    </a:cubicBezTo>
                    <a:cubicBezTo>
                      <a:pt x="42" y="13"/>
                      <a:pt x="51" y="16"/>
                      <a:pt x="62" y="19"/>
                    </a:cubicBezTo>
                    <a:cubicBezTo>
                      <a:pt x="73" y="21"/>
                      <a:pt x="88" y="21"/>
                      <a:pt x="86" y="11"/>
                    </a:cubicBezTo>
                    <a:cubicBezTo>
                      <a:pt x="88" y="13"/>
                      <a:pt x="87" y="15"/>
                      <a:pt x="88" y="17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5" name="Freeform 1344">
                <a:extLst>
                  <a:ext uri="{FF2B5EF4-FFF2-40B4-BE49-F238E27FC236}">
                    <a16:creationId xmlns:a16="http://schemas.microsoft.com/office/drawing/2014/main" id="{00F3769D-99BD-4DD9-AB58-29C821C8F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707"/>
                <a:ext cx="31" cy="11"/>
              </a:xfrm>
              <a:custGeom>
                <a:avLst/>
                <a:gdLst>
                  <a:gd name="T0" fmla="*/ 47 w 21"/>
                  <a:gd name="T1" fmla="*/ 0 h 7"/>
                  <a:gd name="T2" fmla="*/ 59 w 21"/>
                  <a:gd name="T3" fmla="*/ 14 h 7"/>
                  <a:gd name="T4" fmla="*/ 15 w 21"/>
                  <a:gd name="T5" fmla="*/ 13 h 7"/>
                  <a:gd name="T6" fmla="*/ 0 w 21"/>
                  <a:gd name="T7" fmla="*/ 5 h 7"/>
                  <a:gd name="T8" fmla="*/ 22 w 21"/>
                  <a:gd name="T9" fmla="*/ 20 h 7"/>
                  <a:gd name="T10" fmla="*/ 65 w 21"/>
                  <a:gd name="T11" fmla="*/ 20 h 7"/>
                  <a:gd name="T12" fmla="*/ 47 w 21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7" y="2"/>
                      <a:pt x="19" y="3"/>
                      <a:pt x="18" y="4"/>
                    </a:cubicBezTo>
                    <a:cubicBezTo>
                      <a:pt x="18" y="6"/>
                      <a:pt x="12" y="6"/>
                      <a:pt x="5" y="3"/>
                    </a:cubicBezTo>
                    <a:cubicBezTo>
                      <a:pt x="3" y="3"/>
                      <a:pt x="1" y="2"/>
                      <a:pt x="0" y="1"/>
                    </a:cubicBezTo>
                    <a:cubicBezTo>
                      <a:pt x="2" y="2"/>
                      <a:pt x="4" y="3"/>
                      <a:pt x="7" y="5"/>
                    </a:cubicBezTo>
                    <a:cubicBezTo>
                      <a:pt x="14" y="7"/>
                      <a:pt x="20" y="7"/>
                      <a:pt x="20" y="5"/>
                    </a:cubicBezTo>
                    <a:cubicBezTo>
                      <a:pt x="21" y="4"/>
                      <a:pt x="18" y="2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6" name="Freeform 1345">
                <a:extLst>
                  <a:ext uri="{FF2B5EF4-FFF2-40B4-BE49-F238E27FC236}">
                    <a16:creationId xmlns:a16="http://schemas.microsoft.com/office/drawing/2014/main" id="{21CBF809-6A62-458D-97DD-45DBB024C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701"/>
                <a:ext cx="27" cy="9"/>
              </a:xfrm>
              <a:custGeom>
                <a:avLst/>
                <a:gdLst>
                  <a:gd name="T0" fmla="*/ 5 w 18"/>
                  <a:gd name="T1" fmla="*/ 8 h 6"/>
                  <a:gd name="T2" fmla="*/ 41 w 18"/>
                  <a:gd name="T3" fmla="*/ 12 h 6"/>
                  <a:gd name="T4" fmla="*/ 62 w 18"/>
                  <a:gd name="T5" fmla="*/ 21 h 6"/>
                  <a:gd name="T6" fmla="*/ 35 w 18"/>
                  <a:gd name="T7" fmla="*/ 8 h 6"/>
                  <a:gd name="T8" fmla="*/ 0 w 18"/>
                  <a:gd name="T9" fmla="*/ 8 h 6"/>
                  <a:gd name="T10" fmla="*/ 12 w 18"/>
                  <a:gd name="T11" fmla="*/ 18 h 6"/>
                  <a:gd name="T12" fmla="*/ 5 w 18"/>
                  <a:gd name="T13" fmla="*/ 8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1" y="2"/>
                    </a:moveTo>
                    <a:cubicBezTo>
                      <a:pt x="2" y="1"/>
                      <a:pt x="7" y="2"/>
                      <a:pt x="12" y="3"/>
                    </a:cubicBezTo>
                    <a:cubicBezTo>
                      <a:pt x="14" y="4"/>
                      <a:pt x="16" y="5"/>
                      <a:pt x="18" y="6"/>
                    </a:cubicBezTo>
                    <a:cubicBezTo>
                      <a:pt x="17" y="5"/>
                      <a:pt x="14" y="4"/>
                      <a:pt x="10" y="2"/>
                    </a:cubicBezTo>
                    <a:cubicBezTo>
                      <a:pt x="5" y="1"/>
                      <a:pt x="0" y="0"/>
                      <a:pt x="0" y="2"/>
                    </a:cubicBezTo>
                    <a:cubicBezTo>
                      <a:pt x="0" y="3"/>
                      <a:pt x="1" y="4"/>
                      <a:pt x="3" y="5"/>
                    </a:cubicBezTo>
                    <a:cubicBezTo>
                      <a:pt x="2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7" name="Freeform 1346">
                <a:extLst>
                  <a:ext uri="{FF2B5EF4-FFF2-40B4-BE49-F238E27FC236}">
                    <a16:creationId xmlns:a16="http://schemas.microsoft.com/office/drawing/2014/main" id="{10264403-A61A-42CC-B1F4-EBE45E4C4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777"/>
                <a:ext cx="30" cy="12"/>
              </a:xfrm>
              <a:custGeom>
                <a:avLst/>
                <a:gdLst>
                  <a:gd name="T0" fmla="*/ 53 w 20"/>
                  <a:gd name="T1" fmla="*/ 0 h 7"/>
                  <a:gd name="T2" fmla="*/ 62 w 20"/>
                  <a:gd name="T3" fmla="*/ 21 h 7"/>
                  <a:gd name="T4" fmla="*/ 18 w 20"/>
                  <a:gd name="T5" fmla="*/ 15 h 7"/>
                  <a:gd name="T6" fmla="*/ 0 w 20"/>
                  <a:gd name="T7" fmla="*/ 5 h 7"/>
                  <a:gd name="T8" fmla="*/ 26 w 20"/>
                  <a:gd name="T9" fmla="*/ 21 h 7"/>
                  <a:gd name="T10" fmla="*/ 68 w 20"/>
                  <a:gd name="T11" fmla="*/ 26 h 7"/>
                  <a:gd name="T12" fmla="*/ 53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5" y="0"/>
                    </a:moveTo>
                    <a:cubicBezTo>
                      <a:pt x="17" y="2"/>
                      <a:pt x="18" y="3"/>
                      <a:pt x="18" y="4"/>
                    </a:cubicBezTo>
                    <a:cubicBezTo>
                      <a:pt x="17" y="6"/>
                      <a:pt x="12" y="6"/>
                      <a:pt x="5" y="3"/>
                    </a:cubicBezTo>
                    <a:cubicBezTo>
                      <a:pt x="3" y="3"/>
                      <a:pt x="1" y="2"/>
                      <a:pt x="0" y="1"/>
                    </a:cubicBezTo>
                    <a:cubicBezTo>
                      <a:pt x="2" y="2"/>
                      <a:pt x="4" y="3"/>
                      <a:pt x="7" y="4"/>
                    </a:cubicBezTo>
                    <a:cubicBezTo>
                      <a:pt x="14" y="7"/>
                      <a:pt x="19" y="7"/>
                      <a:pt x="20" y="5"/>
                    </a:cubicBezTo>
                    <a:cubicBezTo>
                      <a:pt x="20" y="4"/>
                      <a:pt x="18" y="2"/>
                      <a:pt x="15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8" name="Freeform 1347">
                <a:extLst>
                  <a:ext uri="{FF2B5EF4-FFF2-40B4-BE49-F238E27FC236}">
                    <a16:creationId xmlns:a16="http://schemas.microsoft.com/office/drawing/2014/main" id="{E3EF028D-46D7-4FA2-8165-FEDDB95C7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771"/>
                <a:ext cx="28" cy="10"/>
              </a:xfrm>
              <a:custGeom>
                <a:avLst/>
                <a:gdLst>
                  <a:gd name="T0" fmla="*/ 6 w 19"/>
                  <a:gd name="T1" fmla="*/ 8 h 6"/>
                  <a:gd name="T2" fmla="*/ 41 w 19"/>
                  <a:gd name="T3" fmla="*/ 13 h 6"/>
                  <a:gd name="T4" fmla="*/ 60 w 19"/>
                  <a:gd name="T5" fmla="*/ 28 h 6"/>
                  <a:gd name="T6" fmla="*/ 35 w 19"/>
                  <a:gd name="T7" fmla="*/ 8 h 6"/>
                  <a:gd name="T8" fmla="*/ 1 w 19"/>
                  <a:gd name="T9" fmla="*/ 8 h 6"/>
                  <a:gd name="T10" fmla="*/ 13 w 19"/>
                  <a:gd name="T11" fmla="*/ 22 h 6"/>
                  <a:gd name="T12" fmla="*/ 6 w 19"/>
                  <a:gd name="T13" fmla="*/ 8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2" y="2"/>
                    </a:moveTo>
                    <a:cubicBezTo>
                      <a:pt x="2" y="1"/>
                      <a:pt x="8" y="2"/>
                      <a:pt x="13" y="3"/>
                    </a:cubicBezTo>
                    <a:cubicBezTo>
                      <a:pt x="15" y="4"/>
                      <a:pt x="17" y="5"/>
                      <a:pt x="19" y="6"/>
                    </a:cubicBezTo>
                    <a:cubicBezTo>
                      <a:pt x="17" y="5"/>
                      <a:pt x="14" y="4"/>
                      <a:pt x="11" y="2"/>
                    </a:cubicBezTo>
                    <a:cubicBezTo>
                      <a:pt x="6" y="1"/>
                      <a:pt x="1" y="0"/>
                      <a:pt x="1" y="2"/>
                    </a:cubicBezTo>
                    <a:cubicBezTo>
                      <a:pt x="0" y="3"/>
                      <a:pt x="2" y="4"/>
                      <a:pt x="4" y="5"/>
                    </a:cubicBezTo>
                    <a:cubicBezTo>
                      <a:pt x="3" y="4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9" name="Freeform 1348">
                <a:extLst>
                  <a:ext uri="{FF2B5EF4-FFF2-40B4-BE49-F238E27FC236}">
                    <a16:creationId xmlns:a16="http://schemas.microsoft.com/office/drawing/2014/main" id="{2C2D8CAA-2BE9-499B-B71F-B3490CED6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659"/>
                <a:ext cx="189" cy="99"/>
              </a:xfrm>
              <a:custGeom>
                <a:avLst/>
                <a:gdLst>
                  <a:gd name="T0" fmla="*/ 410 w 126"/>
                  <a:gd name="T1" fmla="*/ 158 h 62"/>
                  <a:gd name="T2" fmla="*/ 423 w 126"/>
                  <a:gd name="T3" fmla="*/ 192 h 62"/>
                  <a:gd name="T4" fmla="*/ 413 w 126"/>
                  <a:gd name="T5" fmla="*/ 227 h 62"/>
                  <a:gd name="T6" fmla="*/ 356 w 126"/>
                  <a:gd name="T7" fmla="*/ 232 h 62"/>
                  <a:gd name="T8" fmla="*/ 167 w 126"/>
                  <a:gd name="T9" fmla="*/ 150 h 62"/>
                  <a:gd name="T10" fmla="*/ 27 w 126"/>
                  <a:gd name="T11" fmla="*/ 94 h 62"/>
                  <a:gd name="T12" fmla="*/ 5 w 126"/>
                  <a:gd name="T13" fmla="*/ 61 h 62"/>
                  <a:gd name="T14" fmla="*/ 18 w 126"/>
                  <a:gd name="T15" fmla="*/ 21 h 62"/>
                  <a:gd name="T16" fmla="*/ 45 w 126"/>
                  <a:gd name="T17" fmla="*/ 8 h 62"/>
                  <a:gd name="T18" fmla="*/ 216 w 126"/>
                  <a:gd name="T19" fmla="*/ 81 h 62"/>
                  <a:gd name="T20" fmla="*/ 410 w 126"/>
                  <a:gd name="T21" fmla="*/ 158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62">
                    <a:moveTo>
                      <a:pt x="121" y="39"/>
                    </a:moveTo>
                    <a:cubicBezTo>
                      <a:pt x="126" y="41"/>
                      <a:pt x="126" y="45"/>
                      <a:pt x="125" y="47"/>
                    </a:cubicBezTo>
                    <a:cubicBezTo>
                      <a:pt x="122" y="56"/>
                      <a:pt x="122" y="56"/>
                      <a:pt x="122" y="56"/>
                    </a:cubicBezTo>
                    <a:cubicBezTo>
                      <a:pt x="121" y="59"/>
                      <a:pt x="120" y="62"/>
                      <a:pt x="105" y="57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3" y="21"/>
                      <a:pt x="0" y="18"/>
                      <a:pt x="1" y="1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2"/>
                      <a:pt x="9" y="0"/>
                      <a:pt x="13" y="2"/>
                    </a:cubicBezTo>
                    <a:cubicBezTo>
                      <a:pt x="13" y="2"/>
                      <a:pt x="52" y="16"/>
                      <a:pt x="64" y="20"/>
                    </a:cubicBezTo>
                    <a:cubicBezTo>
                      <a:pt x="76" y="25"/>
                      <a:pt x="120" y="39"/>
                      <a:pt x="121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0" name="Freeform 1349">
                <a:extLst>
                  <a:ext uri="{FF2B5EF4-FFF2-40B4-BE49-F238E27FC236}">
                    <a16:creationId xmlns:a16="http://schemas.microsoft.com/office/drawing/2014/main" id="{05C505F6-0CA1-4DC9-83B9-41334A133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726"/>
                <a:ext cx="189" cy="98"/>
              </a:xfrm>
              <a:custGeom>
                <a:avLst/>
                <a:gdLst>
                  <a:gd name="T0" fmla="*/ 18 w 126"/>
                  <a:gd name="T1" fmla="*/ 90 h 61"/>
                  <a:gd name="T2" fmla="*/ 18 w 126"/>
                  <a:gd name="T3" fmla="*/ 90 h 61"/>
                  <a:gd name="T4" fmla="*/ 5 w 126"/>
                  <a:gd name="T5" fmla="*/ 63 h 61"/>
                  <a:gd name="T6" fmla="*/ 14 w 126"/>
                  <a:gd name="T7" fmla="*/ 26 h 61"/>
                  <a:gd name="T8" fmla="*/ 75 w 126"/>
                  <a:gd name="T9" fmla="*/ 21 h 61"/>
                  <a:gd name="T10" fmla="*/ 261 w 126"/>
                  <a:gd name="T11" fmla="*/ 103 h 61"/>
                  <a:gd name="T12" fmla="*/ 392 w 126"/>
                  <a:gd name="T13" fmla="*/ 157 h 61"/>
                  <a:gd name="T14" fmla="*/ 423 w 126"/>
                  <a:gd name="T15" fmla="*/ 196 h 61"/>
                  <a:gd name="T16" fmla="*/ 413 w 126"/>
                  <a:gd name="T17" fmla="*/ 238 h 61"/>
                  <a:gd name="T18" fmla="*/ 386 w 126"/>
                  <a:gd name="T19" fmla="*/ 247 h 61"/>
                  <a:gd name="T20" fmla="*/ 201 w 126"/>
                  <a:gd name="T21" fmla="*/ 178 h 61"/>
                  <a:gd name="T22" fmla="*/ 18 w 126"/>
                  <a:gd name="T23" fmla="*/ 90 h 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6" h="61">
                    <a:moveTo>
                      <a:pt x="5" y="22"/>
                    </a:moveTo>
                    <a:cubicBezTo>
                      <a:pt x="5" y="22"/>
                      <a:pt x="5" y="22"/>
                      <a:pt x="5" y="22"/>
                    </a:cubicBezTo>
                    <a:cubicBezTo>
                      <a:pt x="3" y="21"/>
                      <a:pt x="0" y="20"/>
                      <a:pt x="1" y="1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3"/>
                      <a:pt x="6" y="0"/>
                      <a:pt x="22" y="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22" y="40"/>
                      <a:pt x="126" y="44"/>
                      <a:pt x="125" y="47"/>
                    </a:cubicBezTo>
                    <a:cubicBezTo>
                      <a:pt x="122" y="57"/>
                      <a:pt x="122" y="57"/>
                      <a:pt x="122" y="57"/>
                    </a:cubicBezTo>
                    <a:cubicBezTo>
                      <a:pt x="120" y="60"/>
                      <a:pt x="118" y="61"/>
                      <a:pt x="114" y="60"/>
                    </a:cubicBezTo>
                    <a:cubicBezTo>
                      <a:pt x="113" y="60"/>
                      <a:pt x="71" y="47"/>
                      <a:pt x="59" y="43"/>
                    </a:cubicBezTo>
                    <a:cubicBezTo>
                      <a:pt x="47" y="39"/>
                      <a:pt x="6" y="22"/>
                      <a:pt x="5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1" name="Freeform 1350">
                <a:extLst>
                  <a:ext uri="{FF2B5EF4-FFF2-40B4-BE49-F238E27FC236}">
                    <a16:creationId xmlns:a16="http://schemas.microsoft.com/office/drawing/2014/main" id="{EC9B4934-417D-4CBB-8414-4E845D805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795"/>
                <a:ext cx="191" cy="83"/>
              </a:xfrm>
              <a:custGeom>
                <a:avLst/>
                <a:gdLst>
                  <a:gd name="T0" fmla="*/ 21 w 127"/>
                  <a:gd name="T1" fmla="*/ 89 h 52"/>
                  <a:gd name="T2" fmla="*/ 18 w 127"/>
                  <a:gd name="T3" fmla="*/ 89 h 52"/>
                  <a:gd name="T4" fmla="*/ 5 w 127"/>
                  <a:gd name="T5" fmla="*/ 61 h 52"/>
                  <a:gd name="T6" fmla="*/ 12 w 127"/>
                  <a:gd name="T7" fmla="*/ 21 h 52"/>
                  <a:gd name="T8" fmla="*/ 68 w 127"/>
                  <a:gd name="T9" fmla="*/ 16 h 52"/>
                  <a:gd name="T10" fmla="*/ 262 w 127"/>
                  <a:gd name="T11" fmla="*/ 77 h 52"/>
                  <a:gd name="T12" fmla="*/ 399 w 127"/>
                  <a:gd name="T13" fmla="*/ 117 h 52"/>
                  <a:gd name="T14" fmla="*/ 432 w 127"/>
                  <a:gd name="T15" fmla="*/ 150 h 52"/>
                  <a:gd name="T16" fmla="*/ 421 w 127"/>
                  <a:gd name="T17" fmla="*/ 187 h 52"/>
                  <a:gd name="T18" fmla="*/ 399 w 127"/>
                  <a:gd name="T19" fmla="*/ 206 h 52"/>
                  <a:gd name="T20" fmla="*/ 208 w 127"/>
                  <a:gd name="T21" fmla="*/ 155 h 52"/>
                  <a:gd name="T22" fmla="*/ 21 w 127"/>
                  <a:gd name="T23" fmla="*/ 89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7" h="52">
                    <a:moveTo>
                      <a:pt x="6" y="22"/>
                    </a:moveTo>
                    <a:cubicBezTo>
                      <a:pt x="5" y="22"/>
                      <a:pt x="5" y="22"/>
                      <a:pt x="5" y="22"/>
                    </a:cubicBezTo>
                    <a:cubicBezTo>
                      <a:pt x="3" y="21"/>
                      <a:pt x="0" y="20"/>
                      <a:pt x="1" y="1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3"/>
                      <a:pt x="5" y="0"/>
                      <a:pt x="20" y="4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3" y="30"/>
                      <a:pt x="127" y="34"/>
                      <a:pt x="127" y="37"/>
                    </a:cubicBezTo>
                    <a:cubicBezTo>
                      <a:pt x="124" y="46"/>
                      <a:pt x="124" y="46"/>
                      <a:pt x="124" y="46"/>
                    </a:cubicBezTo>
                    <a:cubicBezTo>
                      <a:pt x="123" y="50"/>
                      <a:pt x="121" y="52"/>
                      <a:pt x="117" y="51"/>
                    </a:cubicBezTo>
                    <a:cubicBezTo>
                      <a:pt x="116" y="50"/>
                      <a:pt x="73" y="41"/>
                      <a:pt x="61" y="38"/>
                    </a:cubicBezTo>
                    <a:cubicBezTo>
                      <a:pt x="48" y="35"/>
                      <a:pt x="6" y="22"/>
                      <a:pt x="6" y="22"/>
                    </a:cubicBezTo>
                    <a:close/>
                  </a:path>
                </a:pathLst>
              </a:custGeom>
              <a:solidFill>
                <a:srgbClr val="F9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2" name="Freeform 1351">
                <a:extLst>
                  <a:ext uri="{FF2B5EF4-FFF2-40B4-BE49-F238E27FC236}">
                    <a16:creationId xmlns:a16="http://schemas.microsoft.com/office/drawing/2014/main" id="{7D74FD9A-8037-457F-A054-91BE5FD3A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835"/>
                <a:ext cx="37" cy="16"/>
              </a:xfrm>
              <a:custGeom>
                <a:avLst/>
                <a:gdLst>
                  <a:gd name="T0" fmla="*/ 78 w 25"/>
                  <a:gd name="T1" fmla="*/ 34 h 10"/>
                  <a:gd name="T2" fmla="*/ 36 w 25"/>
                  <a:gd name="T3" fmla="*/ 34 h 10"/>
                  <a:gd name="T4" fmla="*/ 0 w 25"/>
                  <a:gd name="T5" fmla="*/ 8 h 10"/>
                  <a:gd name="T6" fmla="*/ 41 w 25"/>
                  <a:gd name="T7" fmla="*/ 8 h 10"/>
                  <a:gd name="T8" fmla="*/ 78 w 25"/>
                  <a:gd name="T9" fmla="*/ 3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4" y="8"/>
                    </a:moveTo>
                    <a:cubicBezTo>
                      <a:pt x="24" y="10"/>
                      <a:pt x="18" y="10"/>
                      <a:pt x="11" y="8"/>
                    </a:cubicBezTo>
                    <a:cubicBezTo>
                      <a:pt x="5" y="7"/>
                      <a:pt x="0" y="4"/>
                      <a:pt x="0" y="2"/>
                    </a:cubicBezTo>
                    <a:cubicBezTo>
                      <a:pt x="1" y="0"/>
                      <a:pt x="6" y="0"/>
                      <a:pt x="13" y="2"/>
                    </a:cubicBezTo>
                    <a:cubicBezTo>
                      <a:pt x="20" y="3"/>
                      <a:pt x="25" y="6"/>
                      <a:pt x="24" y="8"/>
                    </a:cubicBezTo>
                    <a:close/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3" name="Freeform 1352">
                <a:extLst>
                  <a:ext uri="{FF2B5EF4-FFF2-40B4-BE49-F238E27FC236}">
                    <a16:creationId xmlns:a16="http://schemas.microsoft.com/office/drawing/2014/main" id="{DB1F5A81-6E55-4F83-8C31-B767EC2C4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2830"/>
                <a:ext cx="38" cy="18"/>
              </a:xfrm>
              <a:custGeom>
                <a:avLst/>
                <a:gdLst>
                  <a:gd name="T0" fmla="*/ 88 w 25"/>
                  <a:gd name="T1" fmla="*/ 41 h 11"/>
                  <a:gd name="T2" fmla="*/ 41 w 25"/>
                  <a:gd name="T3" fmla="*/ 41 h 11"/>
                  <a:gd name="T4" fmla="*/ 5 w 25"/>
                  <a:gd name="T5" fmla="*/ 8 h 11"/>
                  <a:gd name="T6" fmla="*/ 49 w 25"/>
                  <a:gd name="T7" fmla="*/ 8 h 11"/>
                  <a:gd name="T8" fmla="*/ 88 w 25"/>
                  <a:gd name="T9" fmla="*/ 4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1">
                    <a:moveTo>
                      <a:pt x="25" y="9"/>
                    </a:moveTo>
                    <a:cubicBezTo>
                      <a:pt x="24" y="10"/>
                      <a:pt x="19" y="11"/>
                      <a:pt x="12" y="9"/>
                    </a:cubicBezTo>
                    <a:cubicBezTo>
                      <a:pt x="5" y="7"/>
                      <a:pt x="0" y="4"/>
                      <a:pt x="1" y="2"/>
                    </a:cubicBezTo>
                    <a:cubicBezTo>
                      <a:pt x="1" y="1"/>
                      <a:pt x="7" y="0"/>
                      <a:pt x="14" y="2"/>
                    </a:cubicBezTo>
                    <a:cubicBezTo>
                      <a:pt x="20" y="4"/>
                      <a:pt x="25" y="7"/>
                      <a:pt x="25" y="9"/>
                    </a:cubicBezTo>
                    <a:close/>
                  </a:path>
                </a:pathLst>
              </a:custGeom>
              <a:solidFill>
                <a:srgbClr val="F48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4" name="Freeform 1353">
                <a:extLst>
                  <a:ext uri="{FF2B5EF4-FFF2-40B4-BE49-F238E27FC236}">
                    <a16:creationId xmlns:a16="http://schemas.microsoft.com/office/drawing/2014/main" id="{EB3172F4-36F4-4F34-9DE4-08F72D94D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2801"/>
                <a:ext cx="81" cy="20"/>
              </a:xfrm>
              <a:custGeom>
                <a:avLst/>
                <a:gdLst>
                  <a:gd name="T0" fmla="*/ 0 w 54"/>
                  <a:gd name="T1" fmla="*/ 42 h 12"/>
                  <a:gd name="T2" fmla="*/ 14 w 54"/>
                  <a:gd name="T3" fmla="*/ 5 h 12"/>
                  <a:gd name="T4" fmla="*/ 54 w 54"/>
                  <a:gd name="T5" fmla="*/ 8 h 12"/>
                  <a:gd name="T6" fmla="*/ 122 w 54"/>
                  <a:gd name="T7" fmla="*/ 33 h 12"/>
                  <a:gd name="T8" fmla="*/ 153 w 54"/>
                  <a:gd name="T9" fmla="*/ 47 h 12"/>
                  <a:gd name="T10" fmla="*/ 183 w 54"/>
                  <a:gd name="T11" fmla="*/ 55 h 12"/>
                  <a:gd name="T12" fmla="*/ 54 w 54"/>
                  <a:gd name="T13" fmla="*/ 20 h 12"/>
                  <a:gd name="T14" fmla="*/ 18 w 54"/>
                  <a:gd name="T15" fmla="*/ 22 h 12"/>
                  <a:gd name="T16" fmla="*/ 0 w 54"/>
                  <a:gd name="T17" fmla="*/ 55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2">
                    <a:moveTo>
                      <a:pt x="0" y="9"/>
                    </a:moveTo>
                    <a:cubicBezTo>
                      <a:pt x="1" y="7"/>
                      <a:pt x="1" y="2"/>
                      <a:pt x="4" y="1"/>
                    </a:cubicBezTo>
                    <a:cubicBezTo>
                      <a:pt x="7" y="0"/>
                      <a:pt x="13" y="2"/>
                      <a:pt x="16" y="2"/>
                    </a:cubicBezTo>
                    <a:cubicBezTo>
                      <a:pt x="23" y="4"/>
                      <a:pt x="30" y="6"/>
                      <a:pt x="36" y="7"/>
                    </a:cubicBezTo>
                    <a:cubicBezTo>
                      <a:pt x="39" y="8"/>
                      <a:pt x="42" y="9"/>
                      <a:pt x="45" y="10"/>
                    </a:cubicBezTo>
                    <a:cubicBezTo>
                      <a:pt x="48" y="11"/>
                      <a:pt x="51" y="11"/>
                      <a:pt x="54" y="12"/>
                    </a:cubicBezTo>
                    <a:cubicBezTo>
                      <a:pt x="41" y="11"/>
                      <a:pt x="28" y="6"/>
                      <a:pt x="16" y="4"/>
                    </a:cubicBezTo>
                    <a:cubicBezTo>
                      <a:pt x="12" y="4"/>
                      <a:pt x="7" y="3"/>
                      <a:pt x="5" y="5"/>
                    </a:cubicBezTo>
                    <a:cubicBezTo>
                      <a:pt x="2" y="7"/>
                      <a:pt x="1" y="9"/>
                      <a:pt x="0" y="12"/>
                    </a:cubicBezTo>
                  </a:path>
                </a:pathLst>
              </a:custGeom>
              <a:solidFill>
                <a:srgbClr val="FB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5" name="Freeform 1354">
                <a:extLst>
                  <a:ext uri="{FF2B5EF4-FFF2-40B4-BE49-F238E27FC236}">
                    <a16:creationId xmlns:a16="http://schemas.microsoft.com/office/drawing/2014/main" id="{4A45884A-32A7-466A-998B-242D4A4E4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841"/>
                <a:ext cx="135" cy="34"/>
              </a:xfrm>
              <a:custGeom>
                <a:avLst/>
                <a:gdLst>
                  <a:gd name="T0" fmla="*/ 297 w 90"/>
                  <a:gd name="T1" fmla="*/ 42 h 21"/>
                  <a:gd name="T2" fmla="*/ 284 w 90"/>
                  <a:gd name="T3" fmla="*/ 84 h 21"/>
                  <a:gd name="T4" fmla="*/ 230 w 90"/>
                  <a:gd name="T5" fmla="*/ 73 h 21"/>
                  <a:gd name="T6" fmla="*/ 156 w 90"/>
                  <a:gd name="T7" fmla="*/ 50 h 21"/>
                  <a:gd name="T8" fmla="*/ 0 w 90"/>
                  <a:gd name="T9" fmla="*/ 0 h 21"/>
                  <a:gd name="T10" fmla="*/ 107 w 90"/>
                  <a:gd name="T11" fmla="*/ 34 h 21"/>
                  <a:gd name="T12" fmla="*/ 216 w 90"/>
                  <a:gd name="T13" fmla="*/ 60 h 21"/>
                  <a:gd name="T14" fmla="*/ 291 w 90"/>
                  <a:gd name="T15" fmla="*/ 16 h 21"/>
                  <a:gd name="T16" fmla="*/ 302 w 90"/>
                  <a:gd name="T17" fmla="*/ 42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21">
                    <a:moveTo>
                      <a:pt x="88" y="10"/>
                    </a:moveTo>
                    <a:cubicBezTo>
                      <a:pt x="88" y="14"/>
                      <a:pt x="89" y="19"/>
                      <a:pt x="84" y="20"/>
                    </a:cubicBezTo>
                    <a:cubicBezTo>
                      <a:pt x="79" y="21"/>
                      <a:pt x="73" y="18"/>
                      <a:pt x="68" y="17"/>
                    </a:cubicBezTo>
                    <a:cubicBezTo>
                      <a:pt x="59" y="15"/>
                      <a:pt x="56" y="14"/>
                      <a:pt x="46" y="12"/>
                    </a:cubicBezTo>
                    <a:cubicBezTo>
                      <a:pt x="33" y="9"/>
                      <a:pt x="13" y="5"/>
                      <a:pt x="0" y="0"/>
                    </a:cubicBezTo>
                    <a:cubicBezTo>
                      <a:pt x="9" y="2"/>
                      <a:pt x="21" y="6"/>
                      <a:pt x="31" y="8"/>
                    </a:cubicBezTo>
                    <a:cubicBezTo>
                      <a:pt x="42" y="10"/>
                      <a:pt x="52" y="11"/>
                      <a:pt x="64" y="14"/>
                    </a:cubicBezTo>
                    <a:cubicBezTo>
                      <a:pt x="74" y="15"/>
                      <a:pt x="90" y="14"/>
                      <a:pt x="86" y="4"/>
                    </a:cubicBezTo>
                    <a:cubicBezTo>
                      <a:pt x="89" y="6"/>
                      <a:pt x="88" y="8"/>
                      <a:pt x="89" y="10"/>
                    </a:cubicBezTo>
                  </a:path>
                </a:pathLst>
              </a:custGeom>
              <a:solidFill>
                <a:srgbClr val="F7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6" name="Freeform 1355">
                <a:extLst>
                  <a:ext uri="{FF2B5EF4-FFF2-40B4-BE49-F238E27FC236}">
                    <a16:creationId xmlns:a16="http://schemas.microsoft.com/office/drawing/2014/main" id="{FBA4382F-568A-46B1-B63C-02BA80E69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837"/>
                <a:ext cx="30" cy="11"/>
              </a:xfrm>
              <a:custGeom>
                <a:avLst/>
                <a:gdLst>
                  <a:gd name="T0" fmla="*/ 48 w 20"/>
                  <a:gd name="T1" fmla="*/ 0 h 7"/>
                  <a:gd name="T2" fmla="*/ 62 w 20"/>
                  <a:gd name="T3" fmla="*/ 14 h 7"/>
                  <a:gd name="T4" fmla="*/ 18 w 20"/>
                  <a:gd name="T5" fmla="*/ 14 h 7"/>
                  <a:gd name="T6" fmla="*/ 0 w 20"/>
                  <a:gd name="T7" fmla="*/ 8 h 7"/>
                  <a:gd name="T8" fmla="*/ 26 w 20"/>
                  <a:gd name="T9" fmla="*/ 20 h 7"/>
                  <a:gd name="T10" fmla="*/ 68 w 20"/>
                  <a:gd name="T11" fmla="*/ 20 h 7"/>
                  <a:gd name="T12" fmla="*/ 48 w 20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4" y="0"/>
                    </a:moveTo>
                    <a:cubicBezTo>
                      <a:pt x="17" y="1"/>
                      <a:pt x="18" y="3"/>
                      <a:pt x="18" y="4"/>
                    </a:cubicBezTo>
                    <a:cubicBezTo>
                      <a:pt x="17" y="6"/>
                      <a:pt x="12" y="6"/>
                      <a:pt x="5" y="4"/>
                    </a:cubicBezTo>
                    <a:cubicBezTo>
                      <a:pt x="3" y="4"/>
                      <a:pt x="1" y="3"/>
                      <a:pt x="0" y="2"/>
                    </a:cubicBezTo>
                    <a:cubicBezTo>
                      <a:pt x="1" y="3"/>
                      <a:pt x="4" y="4"/>
                      <a:pt x="7" y="5"/>
                    </a:cubicBezTo>
                    <a:cubicBezTo>
                      <a:pt x="14" y="7"/>
                      <a:pt x="20" y="7"/>
                      <a:pt x="20" y="5"/>
                    </a:cubicBezTo>
                    <a:cubicBezTo>
                      <a:pt x="20" y="3"/>
                      <a:pt x="18" y="2"/>
                      <a:pt x="14" y="0"/>
                    </a:cubicBezTo>
                    <a:close/>
                  </a:path>
                </a:pathLst>
              </a:custGeom>
              <a:solidFill>
                <a:srgbClr val="F36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7" name="Freeform 1356">
                <a:extLst>
                  <a:ext uri="{FF2B5EF4-FFF2-40B4-BE49-F238E27FC236}">
                    <a16:creationId xmlns:a16="http://schemas.microsoft.com/office/drawing/2014/main" id="{995DD367-7B06-4054-A3E2-963B3A800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832"/>
                <a:ext cx="28" cy="8"/>
              </a:xfrm>
              <a:custGeom>
                <a:avLst/>
                <a:gdLst>
                  <a:gd name="T0" fmla="*/ 1 w 19"/>
                  <a:gd name="T1" fmla="*/ 13 h 5"/>
                  <a:gd name="T2" fmla="*/ 40 w 19"/>
                  <a:gd name="T3" fmla="*/ 13 h 5"/>
                  <a:gd name="T4" fmla="*/ 60 w 19"/>
                  <a:gd name="T5" fmla="*/ 21 h 5"/>
                  <a:gd name="T6" fmla="*/ 35 w 19"/>
                  <a:gd name="T7" fmla="*/ 8 h 5"/>
                  <a:gd name="T8" fmla="*/ 0 w 19"/>
                  <a:gd name="T9" fmla="*/ 8 h 5"/>
                  <a:gd name="T10" fmla="*/ 9 w 19"/>
                  <a:gd name="T11" fmla="*/ 21 h 5"/>
                  <a:gd name="T12" fmla="*/ 1 w 19"/>
                  <a:gd name="T13" fmla="*/ 13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1" y="3"/>
                    </a:moveTo>
                    <a:cubicBezTo>
                      <a:pt x="2" y="1"/>
                      <a:pt x="7" y="1"/>
                      <a:pt x="12" y="3"/>
                    </a:cubicBezTo>
                    <a:cubicBezTo>
                      <a:pt x="15" y="3"/>
                      <a:pt x="17" y="4"/>
                      <a:pt x="19" y="5"/>
                    </a:cubicBezTo>
                    <a:cubicBezTo>
                      <a:pt x="17" y="4"/>
                      <a:pt x="14" y="3"/>
                      <a:pt x="11" y="2"/>
                    </a:cubicBezTo>
                    <a:cubicBezTo>
                      <a:pt x="5" y="0"/>
                      <a:pt x="1" y="1"/>
                      <a:pt x="0" y="2"/>
                    </a:cubicBezTo>
                    <a:cubicBezTo>
                      <a:pt x="0" y="3"/>
                      <a:pt x="1" y="4"/>
                      <a:pt x="3" y="5"/>
                    </a:cubicBezTo>
                    <a:cubicBezTo>
                      <a:pt x="3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8" name="Freeform 1357">
                <a:extLst>
                  <a:ext uri="{FF2B5EF4-FFF2-40B4-BE49-F238E27FC236}">
                    <a16:creationId xmlns:a16="http://schemas.microsoft.com/office/drawing/2014/main" id="{A4893392-92A9-468D-825F-0A60EE8DB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795"/>
                <a:ext cx="191" cy="83"/>
              </a:xfrm>
              <a:custGeom>
                <a:avLst/>
                <a:gdLst>
                  <a:gd name="T0" fmla="*/ 21 w 127"/>
                  <a:gd name="T1" fmla="*/ 89 h 52"/>
                  <a:gd name="T2" fmla="*/ 18 w 127"/>
                  <a:gd name="T3" fmla="*/ 89 h 52"/>
                  <a:gd name="T4" fmla="*/ 5 w 127"/>
                  <a:gd name="T5" fmla="*/ 61 h 52"/>
                  <a:gd name="T6" fmla="*/ 12 w 127"/>
                  <a:gd name="T7" fmla="*/ 21 h 52"/>
                  <a:gd name="T8" fmla="*/ 68 w 127"/>
                  <a:gd name="T9" fmla="*/ 16 h 52"/>
                  <a:gd name="T10" fmla="*/ 262 w 127"/>
                  <a:gd name="T11" fmla="*/ 77 h 52"/>
                  <a:gd name="T12" fmla="*/ 399 w 127"/>
                  <a:gd name="T13" fmla="*/ 117 h 52"/>
                  <a:gd name="T14" fmla="*/ 432 w 127"/>
                  <a:gd name="T15" fmla="*/ 150 h 52"/>
                  <a:gd name="T16" fmla="*/ 421 w 127"/>
                  <a:gd name="T17" fmla="*/ 187 h 52"/>
                  <a:gd name="T18" fmla="*/ 399 w 127"/>
                  <a:gd name="T19" fmla="*/ 206 h 52"/>
                  <a:gd name="T20" fmla="*/ 208 w 127"/>
                  <a:gd name="T21" fmla="*/ 155 h 52"/>
                  <a:gd name="T22" fmla="*/ 21 w 127"/>
                  <a:gd name="T23" fmla="*/ 89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7" h="52">
                    <a:moveTo>
                      <a:pt x="6" y="22"/>
                    </a:moveTo>
                    <a:cubicBezTo>
                      <a:pt x="5" y="22"/>
                      <a:pt x="5" y="22"/>
                      <a:pt x="5" y="22"/>
                    </a:cubicBezTo>
                    <a:cubicBezTo>
                      <a:pt x="3" y="21"/>
                      <a:pt x="0" y="20"/>
                      <a:pt x="1" y="1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3"/>
                      <a:pt x="5" y="0"/>
                      <a:pt x="20" y="4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23" y="30"/>
                      <a:pt x="127" y="34"/>
                      <a:pt x="127" y="37"/>
                    </a:cubicBezTo>
                    <a:cubicBezTo>
                      <a:pt x="124" y="46"/>
                      <a:pt x="124" y="46"/>
                      <a:pt x="124" y="46"/>
                    </a:cubicBezTo>
                    <a:cubicBezTo>
                      <a:pt x="123" y="50"/>
                      <a:pt x="121" y="52"/>
                      <a:pt x="117" y="51"/>
                    </a:cubicBezTo>
                    <a:cubicBezTo>
                      <a:pt x="116" y="50"/>
                      <a:pt x="73" y="41"/>
                      <a:pt x="61" y="38"/>
                    </a:cubicBezTo>
                    <a:cubicBezTo>
                      <a:pt x="48" y="35"/>
                      <a:pt x="6" y="22"/>
                      <a:pt x="6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9" name="Freeform 1358">
                <a:extLst>
                  <a:ext uri="{FF2B5EF4-FFF2-40B4-BE49-F238E27FC236}">
                    <a16:creationId xmlns:a16="http://schemas.microsoft.com/office/drawing/2014/main" id="{FBBCF070-0927-4DA9-AA3B-65399FBE2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650"/>
                <a:ext cx="158" cy="107"/>
              </a:xfrm>
              <a:custGeom>
                <a:avLst/>
                <a:gdLst>
                  <a:gd name="T0" fmla="*/ 351 w 105"/>
                  <a:gd name="T1" fmla="*/ 54 h 67"/>
                  <a:gd name="T2" fmla="*/ 333 w 105"/>
                  <a:gd name="T3" fmla="*/ 16 h 67"/>
                  <a:gd name="T4" fmla="*/ 286 w 105"/>
                  <a:gd name="T5" fmla="*/ 16 h 67"/>
                  <a:gd name="T6" fmla="*/ 197 w 105"/>
                  <a:gd name="T7" fmla="*/ 67 h 67"/>
                  <a:gd name="T8" fmla="*/ 0 w 105"/>
                  <a:gd name="T9" fmla="*/ 171 h 67"/>
                  <a:gd name="T10" fmla="*/ 0 w 105"/>
                  <a:gd name="T11" fmla="*/ 273 h 67"/>
                  <a:gd name="T12" fmla="*/ 108 w 105"/>
                  <a:gd name="T13" fmla="*/ 206 h 67"/>
                  <a:gd name="T14" fmla="*/ 331 w 105"/>
                  <a:gd name="T15" fmla="*/ 94 h 67"/>
                  <a:gd name="T16" fmla="*/ 351 w 105"/>
                  <a:gd name="T17" fmla="*/ 54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67">
                    <a:moveTo>
                      <a:pt x="103" y="13"/>
                    </a:moveTo>
                    <a:cubicBezTo>
                      <a:pt x="98" y="4"/>
                      <a:pt x="98" y="4"/>
                      <a:pt x="98" y="4"/>
                    </a:cubicBezTo>
                    <a:cubicBezTo>
                      <a:pt x="96" y="0"/>
                      <a:pt x="90" y="1"/>
                      <a:pt x="84" y="4"/>
                    </a:cubicBezTo>
                    <a:cubicBezTo>
                      <a:pt x="84" y="4"/>
                      <a:pt x="76" y="8"/>
                      <a:pt x="58" y="16"/>
                    </a:cubicBezTo>
                    <a:cubicBezTo>
                      <a:pt x="46" y="21"/>
                      <a:pt x="15" y="35"/>
                      <a:pt x="0" y="4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6" y="64"/>
                      <a:pt x="21" y="56"/>
                      <a:pt x="32" y="51"/>
                    </a:cubicBezTo>
                    <a:cubicBezTo>
                      <a:pt x="47" y="45"/>
                      <a:pt x="97" y="23"/>
                      <a:pt x="97" y="23"/>
                    </a:cubicBezTo>
                    <a:cubicBezTo>
                      <a:pt x="102" y="21"/>
                      <a:pt x="105" y="17"/>
                      <a:pt x="103" y="1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0" name="Freeform 1359">
                <a:extLst>
                  <a:ext uri="{FF2B5EF4-FFF2-40B4-BE49-F238E27FC236}">
                    <a16:creationId xmlns:a16="http://schemas.microsoft.com/office/drawing/2014/main" id="{8179804A-3419-4C35-B0ED-DA36D02D7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595"/>
                <a:ext cx="198" cy="83"/>
              </a:xfrm>
              <a:custGeom>
                <a:avLst/>
                <a:gdLst>
                  <a:gd name="T0" fmla="*/ 444 w 132"/>
                  <a:gd name="T1" fmla="*/ 67 h 52"/>
                  <a:gd name="T2" fmla="*/ 404 w 132"/>
                  <a:gd name="T3" fmla="*/ 107 h 52"/>
                  <a:gd name="T4" fmla="*/ 302 w 132"/>
                  <a:gd name="T5" fmla="*/ 136 h 52"/>
                  <a:gd name="T6" fmla="*/ 59 w 132"/>
                  <a:gd name="T7" fmla="*/ 204 h 52"/>
                  <a:gd name="T8" fmla="*/ 14 w 132"/>
                  <a:gd name="T9" fmla="*/ 192 h 52"/>
                  <a:gd name="T10" fmla="*/ 5 w 132"/>
                  <a:gd name="T11" fmla="*/ 150 h 52"/>
                  <a:gd name="T12" fmla="*/ 26 w 132"/>
                  <a:gd name="T13" fmla="*/ 115 h 52"/>
                  <a:gd name="T14" fmla="*/ 210 w 132"/>
                  <a:gd name="T15" fmla="*/ 67 h 52"/>
                  <a:gd name="T16" fmla="*/ 383 w 132"/>
                  <a:gd name="T17" fmla="*/ 13 h 52"/>
                  <a:gd name="T18" fmla="*/ 437 w 132"/>
                  <a:gd name="T19" fmla="*/ 29 h 52"/>
                  <a:gd name="T20" fmla="*/ 444 w 132"/>
                  <a:gd name="T21" fmla="*/ 67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52">
                    <a:moveTo>
                      <a:pt x="131" y="16"/>
                    </a:moveTo>
                    <a:cubicBezTo>
                      <a:pt x="132" y="20"/>
                      <a:pt x="130" y="23"/>
                      <a:pt x="119" y="26"/>
                    </a:cubicBezTo>
                    <a:cubicBezTo>
                      <a:pt x="119" y="26"/>
                      <a:pt x="113" y="27"/>
                      <a:pt x="89" y="33"/>
                    </a:cubicBezTo>
                    <a:cubicBezTo>
                      <a:pt x="65" y="38"/>
                      <a:pt x="17" y="50"/>
                      <a:pt x="17" y="50"/>
                    </a:cubicBezTo>
                    <a:cubicBezTo>
                      <a:pt x="8" y="52"/>
                      <a:pt x="4" y="50"/>
                      <a:pt x="4" y="4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0" y="33"/>
                      <a:pt x="1" y="30"/>
                      <a:pt x="7" y="28"/>
                    </a:cubicBezTo>
                    <a:cubicBezTo>
                      <a:pt x="7" y="28"/>
                      <a:pt x="39" y="22"/>
                      <a:pt x="62" y="16"/>
                    </a:cubicBezTo>
                    <a:cubicBezTo>
                      <a:pt x="84" y="11"/>
                      <a:pt x="113" y="3"/>
                      <a:pt x="113" y="3"/>
                    </a:cubicBezTo>
                    <a:cubicBezTo>
                      <a:pt x="124" y="0"/>
                      <a:pt x="128" y="3"/>
                      <a:pt x="129" y="7"/>
                    </a:cubicBezTo>
                    <a:lnTo>
                      <a:pt x="131" y="16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1" name="Freeform 1360">
                <a:extLst>
                  <a:ext uri="{FF2B5EF4-FFF2-40B4-BE49-F238E27FC236}">
                    <a16:creationId xmlns:a16="http://schemas.microsoft.com/office/drawing/2014/main" id="{2E57CBC2-E8F9-41AC-A87B-07C00A960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833"/>
                <a:ext cx="200" cy="60"/>
              </a:xfrm>
              <a:custGeom>
                <a:avLst/>
                <a:gdLst>
                  <a:gd name="T0" fmla="*/ 448 w 133"/>
                  <a:gd name="T1" fmla="*/ 68 h 37"/>
                  <a:gd name="T2" fmla="*/ 418 w 133"/>
                  <a:gd name="T3" fmla="*/ 97 h 37"/>
                  <a:gd name="T4" fmla="*/ 180 w 133"/>
                  <a:gd name="T5" fmla="*/ 131 h 37"/>
                  <a:gd name="T6" fmla="*/ 45 w 133"/>
                  <a:gd name="T7" fmla="*/ 152 h 37"/>
                  <a:gd name="T8" fmla="*/ 8 w 133"/>
                  <a:gd name="T9" fmla="*/ 128 h 37"/>
                  <a:gd name="T10" fmla="*/ 5 w 133"/>
                  <a:gd name="T11" fmla="*/ 89 h 37"/>
                  <a:gd name="T12" fmla="*/ 48 w 133"/>
                  <a:gd name="T13" fmla="*/ 55 h 37"/>
                  <a:gd name="T14" fmla="*/ 304 w 133"/>
                  <a:gd name="T15" fmla="*/ 16 h 37"/>
                  <a:gd name="T16" fmla="*/ 398 w 133"/>
                  <a:gd name="T17" fmla="*/ 5 h 37"/>
                  <a:gd name="T18" fmla="*/ 441 w 133"/>
                  <a:gd name="T19" fmla="*/ 21 h 37"/>
                  <a:gd name="T20" fmla="*/ 448 w 133"/>
                  <a:gd name="T21" fmla="*/ 68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3" h="37">
                    <a:moveTo>
                      <a:pt x="132" y="16"/>
                    </a:moveTo>
                    <a:cubicBezTo>
                      <a:pt x="133" y="20"/>
                      <a:pt x="129" y="22"/>
                      <a:pt x="123" y="23"/>
                    </a:cubicBezTo>
                    <a:cubicBezTo>
                      <a:pt x="123" y="23"/>
                      <a:pt x="69" y="29"/>
                      <a:pt x="53" y="31"/>
                    </a:cubicBezTo>
                    <a:cubicBezTo>
                      <a:pt x="37" y="32"/>
                      <a:pt x="13" y="36"/>
                      <a:pt x="13" y="36"/>
                    </a:cubicBezTo>
                    <a:cubicBezTo>
                      <a:pt x="7" y="37"/>
                      <a:pt x="2" y="35"/>
                      <a:pt x="2" y="3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17"/>
                      <a:pt x="4" y="14"/>
                      <a:pt x="14" y="13"/>
                    </a:cubicBezTo>
                    <a:cubicBezTo>
                      <a:pt x="14" y="13"/>
                      <a:pt x="70" y="6"/>
                      <a:pt x="89" y="4"/>
                    </a:cubicBezTo>
                    <a:cubicBezTo>
                      <a:pt x="108" y="2"/>
                      <a:pt x="117" y="1"/>
                      <a:pt x="117" y="1"/>
                    </a:cubicBezTo>
                    <a:cubicBezTo>
                      <a:pt x="123" y="0"/>
                      <a:pt x="130" y="1"/>
                      <a:pt x="130" y="5"/>
                    </a:cubicBezTo>
                    <a:lnTo>
                      <a:pt x="132" y="16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394" name="Freeform 1362">
              <a:extLst>
                <a:ext uri="{FF2B5EF4-FFF2-40B4-BE49-F238E27FC236}">
                  <a16:creationId xmlns:a16="http://schemas.microsoft.com/office/drawing/2014/main" id="{4ADECF08-11D1-4770-A186-CEDD0E5CE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821"/>
              <a:ext cx="154" cy="46"/>
            </a:xfrm>
            <a:custGeom>
              <a:avLst/>
              <a:gdLst>
                <a:gd name="T0" fmla="*/ 344 w 103"/>
                <a:gd name="T1" fmla="*/ 0 h 29"/>
                <a:gd name="T2" fmla="*/ 211 w 103"/>
                <a:gd name="T3" fmla="*/ 13 h 29"/>
                <a:gd name="T4" fmla="*/ 22 w 103"/>
                <a:gd name="T5" fmla="*/ 25 h 29"/>
                <a:gd name="T6" fmla="*/ 0 w 103"/>
                <a:gd name="T7" fmla="*/ 52 h 29"/>
                <a:gd name="T8" fmla="*/ 1 w 103"/>
                <a:gd name="T9" fmla="*/ 90 h 29"/>
                <a:gd name="T10" fmla="*/ 46 w 103"/>
                <a:gd name="T11" fmla="*/ 111 h 29"/>
                <a:gd name="T12" fmla="*/ 290 w 103"/>
                <a:gd name="T13" fmla="*/ 95 h 29"/>
                <a:gd name="T14" fmla="*/ 344 w 103"/>
                <a:gd name="T15" fmla="*/ 90 h 29"/>
                <a:gd name="T16" fmla="*/ 344 w 103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29">
                  <a:moveTo>
                    <a:pt x="103" y="0"/>
                  </a:moveTo>
                  <a:cubicBezTo>
                    <a:pt x="92" y="1"/>
                    <a:pt x="76" y="2"/>
                    <a:pt x="63" y="3"/>
                  </a:cubicBezTo>
                  <a:cubicBezTo>
                    <a:pt x="40" y="5"/>
                    <a:pt x="7" y="6"/>
                    <a:pt x="7" y="6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7"/>
                    <a:pt x="4" y="29"/>
                    <a:pt x="14" y="28"/>
                  </a:cubicBezTo>
                  <a:cubicBezTo>
                    <a:pt x="14" y="28"/>
                    <a:pt x="63" y="25"/>
                    <a:pt x="87" y="24"/>
                  </a:cubicBezTo>
                  <a:cubicBezTo>
                    <a:pt x="94" y="23"/>
                    <a:pt x="99" y="23"/>
                    <a:pt x="103" y="23"/>
                  </a:cubicBezTo>
                  <a:lnTo>
                    <a:pt x="103" y="0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" name="Freeform 1363">
              <a:extLst>
                <a:ext uri="{FF2B5EF4-FFF2-40B4-BE49-F238E27FC236}">
                  <a16:creationId xmlns:a16="http://schemas.microsoft.com/office/drawing/2014/main" id="{2CEFBBE3-E4B5-4BC1-B4B3-48B3F5E71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595"/>
              <a:ext cx="198" cy="51"/>
            </a:xfrm>
            <a:custGeom>
              <a:avLst/>
              <a:gdLst>
                <a:gd name="T0" fmla="*/ 444 w 132"/>
                <a:gd name="T1" fmla="*/ 102 h 32"/>
                <a:gd name="T2" fmla="*/ 383 w 132"/>
                <a:gd name="T3" fmla="*/ 124 h 32"/>
                <a:gd name="T4" fmla="*/ 183 w 132"/>
                <a:gd name="T5" fmla="*/ 104 h 32"/>
                <a:gd name="T6" fmla="*/ 39 w 132"/>
                <a:gd name="T7" fmla="*/ 97 h 32"/>
                <a:gd name="T8" fmla="*/ 0 w 132"/>
                <a:gd name="T9" fmla="*/ 65 h 32"/>
                <a:gd name="T10" fmla="*/ 5 w 132"/>
                <a:gd name="T11" fmla="*/ 26 h 32"/>
                <a:gd name="T12" fmla="*/ 32 w 132"/>
                <a:gd name="T13" fmla="*/ 0 h 32"/>
                <a:gd name="T14" fmla="*/ 216 w 132"/>
                <a:gd name="T15" fmla="*/ 16 h 32"/>
                <a:gd name="T16" fmla="*/ 419 w 132"/>
                <a:gd name="T17" fmla="*/ 29 h 32"/>
                <a:gd name="T18" fmla="*/ 446 w 132"/>
                <a:gd name="T19" fmla="*/ 61 h 32"/>
                <a:gd name="T20" fmla="*/ 444 w 132"/>
                <a:gd name="T21" fmla="*/ 10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32">
                  <a:moveTo>
                    <a:pt x="131" y="25"/>
                  </a:moveTo>
                  <a:cubicBezTo>
                    <a:pt x="131" y="29"/>
                    <a:pt x="129" y="32"/>
                    <a:pt x="113" y="31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5" y="24"/>
                    <a:pt x="0" y="20"/>
                    <a:pt x="0" y="1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3"/>
                    <a:pt x="3" y="0"/>
                    <a:pt x="9" y="0"/>
                  </a:cubicBezTo>
                  <a:cubicBezTo>
                    <a:pt x="9" y="0"/>
                    <a:pt x="51" y="3"/>
                    <a:pt x="64" y="4"/>
                  </a:cubicBezTo>
                  <a:cubicBezTo>
                    <a:pt x="76" y="5"/>
                    <a:pt x="124" y="7"/>
                    <a:pt x="124" y="7"/>
                  </a:cubicBezTo>
                  <a:cubicBezTo>
                    <a:pt x="130" y="8"/>
                    <a:pt x="132" y="11"/>
                    <a:pt x="132" y="15"/>
                  </a:cubicBezTo>
                  <a:lnTo>
                    <a:pt x="131" y="25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6" name="Freeform 1364">
              <a:extLst>
                <a:ext uri="{FF2B5EF4-FFF2-40B4-BE49-F238E27FC236}">
                  <a16:creationId xmlns:a16="http://schemas.microsoft.com/office/drawing/2014/main" id="{EFF43426-3F7A-45AD-9E4C-80493835C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848"/>
              <a:ext cx="198" cy="61"/>
            </a:xfrm>
            <a:custGeom>
              <a:avLst/>
              <a:gdLst>
                <a:gd name="T0" fmla="*/ 444 w 132"/>
                <a:gd name="T1" fmla="*/ 132 h 38"/>
                <a:gd name="T2" fmla="*/ 392 w 132"/>
                <a:gd name="T3" fmla="*/ 153 h 38"/>
                <a:gd name="T4" fmla="*/ 291 w 132"/>
                <a:gd name="T5" fmla="*/ 136 h 38"/>
                <a:gd name="T6" fmla="*/ 41 w 132"/>
                <a:gd name="T7" fmla="*/ 103 h 38"/>
                <a:gd name="T8" fmla="*/ 0 w 132"/>
                <a:gd name="T9" fmla="*/ 69 h 38"/>
                <a:gd name="T10" fmla="*/ 8 w 132"/>
                <a:gd name="T11" fmla="*/ 29 h 38"/>
                <a:gd name="T12" fmla="*/ 35 w 132"/>
                <a:gd name="T13" fmla="*/ 5 h 38"/>
                <a:gd name="T14" fmla="*/ 221 w 132"/>
                <a:gd name="T15" fmla="*/ 34 h 38"/>
                <a:gd name="T16" fmla="*/ 399 w 132"/>
                <a:gd name="T17" fmla="*/ 55 h 38"/>
                <a:gd name="T18" fmla="*/ 446 w 132"/>
                <a:gd name="T19" fmla="*/ 90 h 38"/>
                <a:gd name="T20" fmla="*/ 444 w 132"/>
                <a:gd name="T21" fmla="*/ 132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38">
                  <a:moveTo>
                    <a:pt x="131" y="32"/>
                  </a:moveTo>
                  <a:cubicBezTo>
                    <a:pt x="130" y="35"/>
                    <a:pt x="127" y="38"/>
                    <a:pt x="116" y="37"/>
                  </a:cubicBezTo>
                  <a:cubicBezTo>
                    <a:pt x="116" y="37"/>
                    <a:pt x="110" y="36"/>
                    <a:pt x="86" y="33"/>
                  </a:cubicBezTo>
                  <a:cubicBezTo>
                    <a:pt x="61" y="30"/>
                    <a:pt x="12" y="25"/>
                    <a:pt x="12" y="25"/>
                  </a:cubicBezTo>
                  <a:cubicBezTo>
                    <a:pt x="3" y="24"/>
                    <a:pt x="0" y="21"/>
                    <a:pt x="0" y="1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3"/>
                    <a:pt x="4" y="0"/>
                    <a:pt x="10" y="1"/>
                  </a:cubicBezTo>
                  <a:cubicBezTo>
                    <a:pt x="10" y="1"/>
                    <a:pt x="43" y="6"/>
                    <a:pt x="65" y="8"/>
                  </a:cubicBezTo>
                  <a:cubicBezTo>
                    <a:pt x="88" y="11"/>
                    <a:pt x="118" y="13"/>
                    <a:pt x="118" y="13"/>
                  </a:cubicBezTo>
                  <a:cubicBezTo>
                    <a:pt x="130" y="14"/>
                    <a:pt x="132" y="18"/>
                    <a:pt x="132" y="22"/>
                  </a:cubicBezTo>
                  <a:lnTo>
                    <a:pt x="131" y="32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7" name="Freeform 1365">
              <a:extLst>
                <a:ext uri="{FF2B5EF4-FFF2-40B4-BE49-F238E27FC236}">
                  <a16:creationId xmlns:a16="http://schemas.microsoft.com/office/drawing/2014/main" id="{F0623E7C-CB94-4E16-A912-06BD90B38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859"/>
              <a:ext cx="198" cy="51"/>
            </a:xfrm>
            <a:custGeom>
              <a:avLst/>
              <a:gdLst>
                <a:gd name="T0" fmla="*/ 446 w 132"/>
                <a:gd name="T1" fmla="*/ 65 h 32"/>
                <a:gd name="T2" fmla="*/ 386 w 132"/>
                <a:gd name="T3" fmla="*/ 102 h 32"/>
                <a:gd name="T4" fmla="*/ 189 w 132"/>
                <a:gd name="T5" fmla="*/ 115 h 32"/>
                <a:gd name="T6" fmla="*/ 41 w 132"/>
                <a:gd name="T7" fmla="*/ 129 h 32"/>
                <a:gd name="T8" fmla="*/ 5 w 132"/>
                <a:gd name="T9" fmla="*/ 104 h 32"/>
                <a:gd name="T10" fmla="*/ 0 w 132"/>
                <a:gd name="T11" fmla="*/ 65 h 32"/>
                <a:gd name="T12" fmla="*/ 27 w 132"/>
                <a:gd name="T13" fmla="*/ 33 h 32"/>
                <a:gd name="T14" fmla="*/ 210 w 132"/>
                <a:gd name="T15" fmla="*/ 21 h 32"/>
                <a:gd name="T16" fmla="*/ 413 w 132"/>
                <a:gd name="T17" fmla="*/ 0 h 32"/>
                <a:gd name="T18" fmla="*/ 444 w 132"/>
                <a:gd name="T19" fmla="*/ 26 h 32"/>
                <a:gd name="T20" fmla="*/ 446 w 132"/>
                <a:gd name="T21" fmla="*/ 65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32">
                  <a:moveTo>
                    <a:pt x="132" y="16"/>
                  </a:moveTo>
                  <a:cubicBezTo>
                    <a:pt x="132" y="20"/>
                    <a:pt x="131" y="23"/>
                    <a:pt x="114" y="25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6" y="32"/>
                    <a:pt x="1" y="30"/>
                    <a:pt x="1" y="2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2"/>
                    <a:pt x="2" y="9"/>
                    <a:pt x="8" y="8"/>
                  </a:cubicBezTo>
                  <a:cubicBezTo>
                    <a:pt x="8" y="8"/>
                    <a:pt x="50" y="6"/>
                    <a:pt x="62" y="5"/>
                  </a:cubicBezTo>
                  <a:cubicBezTo>
                    <a:pt x="75" y="4"/>
                    <a:pt x="122" y="0"/>
                    <a:pt x="122" y="0"/>
                  </a:cubicBezTo>
                  <a:cubicBezTo>
                    <a:pt x="128" y="0"/>
                    <a:pt x="131" y="3"/>
                    <a:pt x="131" y="6"/>
                  </a:cubicBezTo>
                  <a:lnTo>
                    <a:pt x="132" y="1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8" name="Freeform 1366">
              <a:extLst>
                <a:ext uri="{FF2B5EF4-FFF2-40B4-BE49-F238E27FC236}">
                  <a16:creationId xmlns:a16="http://schemas.microsoft.com/office/drawing/2014/main" id="{17261C0B-6DBB-49A4-9051-760DBDE5E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608"/>
              <a:ext cx="198" cy="80"/>
            </a:xfrm>
            <a:custGeom>
              <a:avLst/>
              <a:gdLst>
                <a:gd name="T0" fmla="*/ 12 w 132"/>
                <a:gd name="T1" fmla="*/ 26 h 50"/>
                <a:gd name="T2" fmla="*/ 75 w 132"/>
                <a:gd name="T3" fmla="*/ 13 h 50"/>
                <a:gd name="T4" fmla="*/ 269 w 132"/>
                <a:gd name="T5" fmla="*/ 67 h 50"/>
                <a:gd name="T6" fmla="*/ 404 w 132"/>
                <a:gd name="T7" fmla="*/ 102 h 50"/>
                <a:gd name="T8" fmla="*/ 444 w 132"/>
                <a:gd name="T9" fmla="*/ 138 h 50"/>
                <a:gd name="T10" fmla="*/ 437 w 132"/>
                <a:gd name="T11" fmla="*/ 179 h 50"/>
                <a:gd name="T12" fmla="*/ 405 w 132"/>
                <a:gd name="T13" fmla="*/ 200 h 50"/>
                <a:gd name="T14" fmla="*/ 215 w 132"/>
                <a:gd name="T15" fmla="*/ 157 h 50"/>
                <a:gd name="T16" fmla="*/ 26 w 132"/>
                <a:gd name="T17" fmla="*/ 98 h 50"/>
                <a:gd name="T18" fmla="*/ 5 w 132"/>
                <a:gd name="T19" fmla="*/ 67 h 50"/>
                <a:gd name="T20" fmla="*/ 12 w 132"/>
                <a:gd name="T21" fmla="*/ 26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50">
                  <a:moveTo>
                    <a:pt x="3" y="6"/>
                  </a:moveTo>
                  <a:cubicBezTo>
                    <a:pt x="4" y="3"/>
                    <a:pt x="6" y="0"/>
                    <a:pt x="22" y="3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27" y="26"/>
                    <a:pt x="132" y="30"/>
                    <a:pt x="131" y="34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28" y="48"/>
                    <a:pt x="125" y="50"/>
                    <a:pt x="120" y="49"/>
                  </a:cubicBezTo>
                  <a:cubicBezTo>
                    <a:pt x="120" y="49"/>
                    <a:pt x="75" y="41"/>
                    <a:pt x="63" y="38"/>
                  </a:cubicBezTo>
                  <a:cubicBezTo>
                    <a:pt x="51" y="36"/>
                    <a:pt x="7" y="24"/>
                    <a:pt x="7" y="24"/>
                  </a:cubicBezTo>
                  <a:cubicBezTo>
                    <a:pt x="1" y="23"/>
                    <a:pt x="0" y="20"/>
                    <a:pt x="1" y="16"/>
                  </a:cubicBezTo>
                  <a:lnTo>
                    <a:pt x="3" y="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9" name="Freeform 1367">
              <a:extLst>
                <a:ext uri="{FF2B5EF4-FFF2-40B4-BE49-F238E27FC236}">
                  <a16:creationId xmlns:a16="http://schemas.microsoft.com/office/drawing/2014/main" id="{08CC7716-F24F-4EB6-BDC6-D23FF5A3F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2658"/>
              <a:ext cx="195" cy="102"/>
            </a:xfrm>
            <a:custGeom>
              <a:avLst/>
              <a:gdLst>
                <a:gd name="T0" fmla="*/ 423 w 130"/>
                <a:gd name="T1" fmla="*/ 234 h 64"/>
                <a:gd name="T2" fmla="*/ 359 w 130"/>
                <a:gd name="T3" fmla="*/ 239 h 64"/>
                <a:gd name="T4" fmla="*/ 174 w 130"/>
                <a:gd name="T5" fmla="*/ 158 h 64"/>
                <a:gd name="T6" fmla="*/ 35 w 130"/>
                <a:gd name="T7" fmla="*/ 102 h 64"/>
                <a:gd name="T8" fmla="*/ 8 w 130"/>
                <a:gd name="T9" fmla="*/ 61 h 64"/>
                <a:gd name="T10" fmla="*/ 18 w 130"/>
                <a:gd name="T11" fmla="*/ 26 h 64"/>
                <a:gd name="T12" fmla="*/ 53 w 130"/>
                <a:gd name="T13" fmla="*/ 8 h 64"/>
                <a:gd name="T14" fmla="*/ 224 w 130"/>
                <a:gd name="T15" fmla="*/ 81 h 64"/>
                <a:gd name="T16" fmla="*/ 417 w 130"/>
                <a:gd name="T17" fmla="*/ 158 h 64"/>
                <a:gd name="T18" fmla="*/ 437 w 130"/>
                <a:gd name="T19" fmla="*/ 198 h 64"/>
                <a:gd name="T20" fmla="*/ 423 w 130"/>
                <a:gd name="T21" fmla="*/ 234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0" h="64">
                  <a:moveTo>
                    <a:pt x="125" y="58"/>
                  </a:moveTo>
                  <a:cubicBezTo>
                    <a:pt x="124" y="62"/>
                    <a:pt x="122" y="64"/>
                    <a:pt x="106" y="59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4" y="23"/>
                    <a:pt x="0" y="19"/>
                    <a:pt x="2" y="1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2"/>
                    <a:pt x="9" y="0"/>
                    <a:pt x="15" y="2"/>
                  </a:cubicBezTo>
                  <a:cubicBezTo>
                    <a:pt x="15" y="2"/>
                    <a:pt x="54" y="16"/>
                    <a:pt x="66" y="20"/>
                  </a:cubicBezTo>
                  <a:cubicBezTo>
                    <a:pt x="78" y="24"/>
                    <a:pt x="123" y="39"/>
                    <a:pt x="123" y="39"/>
                  </a:cubicBezTo>
                  <a:cubicBezTo>
                    <a:pt x="129" y="41"/>
                    <a:pt x="130" y="45"/>
                    <a:pt x="129" y="49"/>
                  </a:cubicBezTo>
                  <a:lnTo>
                    <a:pt x="125" y="58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0" name="Freeform 1368">
              <a:extLst>
                <a:ext uri="{FF2B5EF4-FFF2-40B4-BE49-F238E27FC236}">
                  <a16:creationId xmlns:a16="http://schemas.microsoft.com/office/drawing/2014/main" id="{C3223FCE-2F4A-47C7-B011-9DFCDFB15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725"/>
              <a:ext cx="195" cy="102"/>
            </a:xfrm>
            <a:custGeom>
              <a:avLst/>
              <a:gdLst>
                <a:gd name="T0" fmla="*/ 18 w 130"/>
                <a:gd name="T1" fmla="*/ 26 h 64"/>
                <a:gd name="T2" fmla="*/ 81 w 130"/>
                <a:gd name="T3" fmla="*/ 21 h 64"/>
                <a:gd name="T4" fmla="*/ 269 w 130"/>
                <a:gd name="T5" fmla="*/ 102 h 64"/>
                <a:gd name="T6" fmla="*/ 399 w 130"/>
                <a:gd name="T7" fmla="*/ 155 h 64"/>
                <a:gd name="T8" fmla="*/ 437 w 130"/>
                <a:gd name="T9" fmla="*/ 198 h 64"/>
                <a:gd name="T10" fmla="*/ 423 w 130"/>
                <a:gd name="T11" fmla="*/ 234 h 64"/>
                <a:gd name="T12" fmla="*/ 390 w 130"/>
                <a:gd name="T13" fmla="*/ 252 h 64"/>
                <a:gd name="T14" fmla="*/ 207 w 130"/>
                <a:gd name="T15" fmla="*/ 183 h 64"/>
                <a:gd name="T16" fmla="*/ 26 w 130"/>
                <a:gd name="T17" fmla="*/ 97 h 64"/>
                <a:gd name="T18" fmla="*/ 8 w 130"/>
                <a:gd name="T19" fmla="*/ 61 h 64"/>
                <a:gd name="T20" fmla="*/ 18 w 130"/>
                <a:gd name="T21" fmla="*/ 26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0" h="64">
                  <a:moveTo>
                    <a:pt x="5" y="6"/>
                  </a:moveTo>
                  <a:cubicBezTo>
                    <a:pt x="6" y="2"/>
                    <a:pt x="8" y="0"/>
                    <a:pt x="24" y="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25" y="41"/>
                    <a:pt x="130" y="45"/>
                    <a:pt x="129" y="49"/>
                  </a:cubicBezTo>
                  <a:cubicBezTo>
                    <a:pt x="125" y="58"/>
                    <a:pt x="125" y="58"/>
                    <a:pt x="125" y="58"/>
                  </a:cubicBezTo>
                  <a:cubicBezTo>
                    <a:pt x="124" y="62"/>
                    <a:pt x="121" y="64"/>
                    <a:pt x="115" y="62"/>
                  </a:cubicBezTo>
                  <a:cubicBezTo>
                    <a:pt x="115" y="62"/>
                    <a:pt x="73" y="49"/>
                    <a:pt x="61" y="45"/>
                  </a:cubicBezTo>
                  <a:cubicBezTo>
                    <a:pt x="48" y="41"/>
                    <a:pt x="7" y="24"/>
                    <a:pt x="7" y="24"/>
                  </a:cubicBezTo>
                  <a:cubicBezTo>
                    <a:pt x="1" y="22"/>
                    <a:pt x="0" y="19"/>
                    <a:pt x="2" y="15"/>
                  </a:cubicBezTo>
                  <a:lnTo>
                    <a:pt x="5" y="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1" name="Freeform 1369">
              <a:extLst>
                <a:ext uri="{FF2B5EF4-FFF2-40B4-BE49-F238E27FC236}">
                  <a16:creationId xmlns:a16="http://schemas.microsoft.com/office/drawing/2014/main" id="{56D6981D-8910-4336-99F1-8D29BA84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793"/>
              <a:ext cx="197" cy="87"/>
            </a:xfrm>
            <a:custGeom>
              <a:avLst/>
              <a:gdLst>
                <a:gd name="T0" fmla="*/ 12 w 131"/>
                <a:gd name="T1" fmla="*/ 26 h 54"/>
                <a:gd name="T2" fmla="*/ 80 w 131"/>
                <a:gd name="T3" fmla="*/ 16 h 54"/>
                <a:gd name="T4" fmla="*/ 269 w 131"/>
                <a:gd name="T5" fmla="*/ 81 h 54"/>
                <a:gd name="T6" fmla="*/ 405 w 131"/>
                <a:gd name="T7" fmla="*/ 122 h 54"/>
                <a:gd name="T8" fmla="*/ 441 w 131"/>
                <a:gd name="T9" fmla="*/ 158 h 54"/>
                <a:gd name="T10" fmla="*/ 435 w 131"/>
                <a:gd name="T11" fmla="*/ 200 h 54"/>
                <a:gd name="T12" fmla="*/ 400 w 131"/>
                <a:gd name="T13" fmla="*/ 221 h 54"/>
                <a:gd name="T14" fmla="*/ 211 w 131"/>
                <a:gd name="T15" fmla="*/ 166 h 54"/>
                <a:gd name="T16" fmla="*/ 26 w 131"/>
                <a:gd name="T17" fmla="*/ 102 h 54"/>
                <a:gd name="T18" fmla="*/ 5 w 131"/>
                <a:gd name="T19" fmla="*/ 68 h 54"/>
                <a:gd name="T20" fmla="*/ 12 w 131"/>
                <a:gd name="T21" fmla="*/ 26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1" h="54">
                  <a:moveTo>
                    <a:pt x="3" y="6"/>
                  </a:moveTo>
                  <a:cubicBezTo>
                    <a:pt x="4" y="2"/>
                    <a:pt x="7" y="0"/>
                    <a:pt x="23" y="4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119" y="29"/>
                    <a:pt x="119" y="29"/>
                    <a:pt x="119" y="29"/>
                  </a:cubicBezTo>
                  <a:cubicBezTo>
                    <a:pt x="127" y="30"/>
                    <a:pt x="131" y="35"/>
                    <a:pt x="130" y="38"/>
                  </a:cubicBezTo>
                  <a:cubicBezTo>
                    <a:pt x="128" y="48"/>
                    <a:pt x="128" y="48"/>
                    <a:pt x="128" y="48"/>
                  </a:cubicBezTo>
                  <a:cubicBezTo>
                    <a:pt x="127" y="52"/>
                    <a:pt x="124" y="54"/>
                    <a:pt x="118" y="53"/>
                  </a:cubicBezTo>
                  <a:cubicBezTo>
                    <a:pt x="118" y="53"/>
                    <a:pt x="75" y="43"/>
                    <a:pt x="62" y="40"/>
                  </a:cubicBezTo>
                  <a:cubicBezTo>
                    <a:pt x="50" y="37"/>
                    <a:pt x="7" y="24"/>
                    <a:pt x="7" y="24"/>
                  </a:cubicBezTo>
                  <a:cubicBezTo>
                    <a:pt x="1" y="22"/>
                    <a:pt x="0" y="19"/>
                    <a:pt x="1" y="16"/>
                  </a:cubicBezTo>
                  <a:lnTo>
                    <a:pt x="3" y="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5E6AE280-1F35-44A4-92D1-EDFD7342956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Arteries (3)</a:t>
            </a:r>
          </a:p>
        </p:txBody>
      </p:sp>
      <p:grpSp>
        <p:nvGrpSpPr>
          <p:cNvPr id="17410" name="Artery-cross-section-structure-diagram">
            <a:extLst>
              <a:ext uri="{FF2B5EF4-FFF2-40B4-BE49-F238E27FC236}">
                <a16:creationId xmlns:a16="http://schemas.microsoft.com/office/drawing/2014/main" id="{224C4769-0947-4DE8-9338-6B253007AFDB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3794125"/>
            <a:ext cx="2047875" cy="2184400"/>
            <a:chOff x="776" y="2400"/>
            <a:chExt cx="1290" cy="1376"/>
          </a:xfrm>
        </p:grpSpPr>
        <p:sp>
          <p:nvSpPr>
            <p:cNvPr id="17728" name="Oval 4">
              <a:extLst>
                <a:ext uri="{FF2B5EF4-FFF2-40B4-BE49-F238E27FC236}">
                  <a16:creationId xmlns:a16="http://schemas.microsoft.com/office/drawing/2014/main" id="{F7C1A24B-3189-4B16-9897-13F521A6C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2400"/>
              <a:ext cx="1290" cy="1376"/>
            </a:xfrm>
            <a:prstGeom prst="ellipse">
              <a:avLst/>
            </a:prstGeom>
            <a:solidFill>
              <a:srgbClr val="F4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29" name="Oval 5">
              <a:extLst>
                <a:ext uri="{FF2B5EF4-FFF2-40B4-BE49-F238E27FC236}">
                  <a16:creationId xmlns:a16="http://schemas.microsoft.com/office/drawing/2014/main" id="{9BA78C5E-BC0D-4667-9FB0-3890B7781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2448"/>
              <a:ext cx="1203" cy="1283"/>
            </a:xfrm>
            <a:prstGeom prst="ellipse">
              <a:avLst/>
            </a:pr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30" name="Oval 6">
              <a:extLst>
                <a:ext uri="{FF2B5EF4-FFF2-40B4-BE49-F238E27FC236}">
                  <a16:creationId xmlns:a16="http://schemas.microsoft.com/office/drawing/2014/main" id="{ED5722C9-41AB-4B1E-AC29-59E420282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" y="2581"/>
              <a:ext cx="950" cy="1014"/>
            </a:xfrm>
            <a:prstGeom prst="ellipse">
              <a:avLst/>
            </a:pr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31" name="Oval 7">
              <a:extLst>
                <a:ext uri="{FF2B5EF4-FFF2-40B4-BE49-F238E27FC236}">
                  <a16:creationId xmlns:a16="http://schemas.microsoft.com/office/drawing/2014/main" id="{9F493381-D6B9-47D1-AD7D-B4944A82F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" y="2611"/>
              <a:ext cx="895" cy="954"/>
            </a:xfrm>
            <a:prstGeom prst="ellipse">
              <a:avLst/>
            </a:prstGeom>
            <a:solidFill>
              <a:srgbClr val="F1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32" name="Oval 8">
              <a:extLst>
                <a:ext uri="{FF2B5EF4-FFF2-40B4-BE49-F238E27FC236}">
                  <a16:creationId xmlns:a16="http://schemas.microsoft.com/office/drawing/2014/main" id="{5A95067B-B1AD-4D18-8EAB-1764F1265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" y="2645"/>
              <a:ext cx="835" cy="888"/>
            </a:xfrm>
            <a:prstGeom prst="ellipse">
              <a:avLst/>
            </a:pr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733" name="Freeform 9">
              <a:extLst>
                <a:ext uri="{FF2B5EF4-FFF2-40B4-BE49-F238E27FC236}">
                  <a16:creationId xmlns:a16="http://schemas.microsoft.com/office/drawing/2014/main" id="{88C6EA14-EB7F-41B6-9E0B-079D58562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781"/>
              <a:ext cx="805" cy="752"/>
            </a:xfrm>
            <a:custGeom>
              <a:avLst/>
              <a:gdLst>
                <a:gd name="T0" fmla="*/ 0 w 322"/>
                <a:gd name="T1" fmla="*/ 3277 h 282"/>
                <a:gd name="T2" fmla="*/ 2425 w 322"/>
                <a:gd name="T3" fmla="*/ 5347 h 282"/>
                <a:gd name="T4" fmla="*/ 5000 w 322"/>
                <a:gd name="T5" fmla="*/ 2184 h 282"/>
                <a:gd name="T6" fmla="*/ 5033 w 322"/>
                <a:gd name="T7" fmla="*/ 1741 h 282"/>
                <a:gd name="T8" fmla="*/ 4333 w 322"/>
                <a:gd name="T9" fmla="*/ 0 h 282"/>
                <a:gd name="T10" fmla="*/ 4158 w 322"/>
                <a:gd name="T11" fmla="*/ 149 h 282"/>
                <a:gd name="T12" fmla="*/ 4688 w 322"/>
                <a:gd name="T13" fmla="*/ 909 h 282"/>
                <a:gd name="T14" fmla="*/ 4833 w 322"/>
                <a:gd name="T15" fmla="*/ 2424 h 282"/>
                <a:gd name="T16" fmla="*/ 3175 w 322"/>
                <a:gd name="T17" fmla="*/ 4643 h 282"/>
                <a:gd name="T18" fmla="*/ 1625 w 322"/>
                <a:gd name="T19" fmla="*/ 4744 h 282"/>
                <a:gd name="T20" fmla="*/ 0 w 322"/>
                <a:gd name="T21" fmla="*/ 3277 h 2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2" h="282">
                  <a:moveTo>
                    <a:pt x="0" y="173"/>
                  </a:moveTo>
                  <a:cubicBezTo>
                    <a:pt x="23" y="236"/>
                    <a:pt x="84" y="281"/>
                    <a:pt x="155" y="282"/>
                  </a:cubicBezTo>
                  <a:cubicBezTo>
                    <a:pt x="246" y="281"/>
                    <a:pt x="320" y="207"/>
                    <a:pt x="320" y="115"/>
                  </a:cubicBezTo>
                  <a:cubicBezTo>
                    <a:pt x="320" y="108"/>
                    <a:pt x="321" y="100"/>
                    <a:pt x="322" y="92"/>
                  </a:cubicBezTo>
                  <a:cubicBezTo>
                    <a:pt x="317" y="56"/>
                    <a:pt x="301" y="24"/>
                    <a:pt x="277" y="0"/>
                  </a:cubicBezTo>
                  <a:cubicBezTo>
                    <a:pt x="268" y="1"/>
                    <a:pt x="260" y="3"/>
                    <a:pt x="266" y="8"/>
                  </a:cubicBezTo>
                  <a:cubicBezTo>
                    <a:pt x="278" y="19"/>
                    <a:pt x="290" y="30"/>
                    <a:pt x="300" y="48"/>
                  </a:cubicBezTo>
                  <a:cubicBezTo>
                    <a:pt x="310" y="65"/>
                    <a:pt x="312" y="100"/>
                    <a:pt x="309" y="128"/>
                  </a:cubicBezTo>
                  <a:cubicBezTo>
                    <a:pt x="301" y="170"/>
                    <a:pt x="266" y="217"/>
                    <a:pt x="203" y="245"/>
                  </a:cubicBezTo>
                  <a:cubicBezTo>
                    <a:pt x="180" y="255"/>
                    <a:pt x="128" y="260"/>
                    <a:pt x="104" y="250"/>
                  </a:cubicBezTo>
                  <a:cubicBezTo>
                    <a:pt x="47" y="230"/>
                    <a:pt x="15" y="195"/>
                    <a:pt x="0" y="173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4" name="Freeform 10">
              <a:extLst>
                <a:ext uri="{FF2B5EF4-FFF2-40B4-BE49-F238E27FC236}">
                  <a16:creationId xmlns:a16="http://schemas.microsoft.com/office/drawing/2014/main" id="{5E3A809E-8A04-455C-B724-8F66B0DFA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771"/>
              <a:ext cx="15" cy="26"/>
            </a:xfrm>
            <a:custGeom>
              <a:avLst/>
              <a:gdLst>
                <a:gd name="T0" fmla="*/ 95 w 6"/>
                <a:gd name="T1" fmla="*/ 0 h 10"/>
                <a:gd name="T2" fmla="*/ 83 w 6"/>
                <a:gd name="T3" fmla="*/ 109 h 10"/>
                <a:gd name="T4" fmla="*/ 20 w 6"/>
                <a:gd name="T5" fmla="*/ 156 h 10"/>
                <a:gd name="T6" fmla="*/ 33 w 6"/>
                <a:gd name="T7" fmla="*/ 68 h 10"/>
                <a:gd name="T8" fmla="*/ 95 w 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1"/>
                    <a:pt x="6" y="3"/>
                    <a:pt x="5" y="6"/>
                  </a:cubicBezTo>
                  <a:cubicBezTo>
                    <a:pt x="3" y="8"/>
                    <a:pt x="2" y="10"/>
                    <a:pt x="1" y="9"/>
                  </a:cubicBezTo>
                  <a:cubicBezTo>
                    <a:pt x="0" y="9"/>
                    <a:pt x="0" y="6"/>
                    <a:pt x="2" y="4"/>
                  </a:cubicBezTo>
                  <a:cubicBezTo>
                    <a:pt x="3" y="1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5" name="Freeform 11">
              <a:extLst>
                <a:ext uri="{FF2B5EF4-FFF2-40B4-BE49-F238E27FC236}">
                  <a16:creationId xmlns:a16="http://schemas.microsoft.com/office/drawing/2014/main" id="{97FB8DBD-2FCB-4079-A3C7-D7B3D38A1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504"/>
              <a:ext cx="25" cy="19"/>
            </a:xfrm>
            <a:custGeom>
              <a:avLst/>
              <a:gdLst>
                <a:gd name="T0" fmla="*/ 145 w 10"/>
                <a:gd name="T1" fmla="*/ 0 h 7"/>
                <a:gd name="T2" fmla="*/ 95 w 10"/>
                <a:gd name="T3" fmla="*/ 103 h 7"/>
                <a:gd name="T4" fmla="*/ 0 w 10"/>
                <a:gd name="T5" fmla="*/ 117 h 7"/>
                <a:gd name="T6" fmla="*/ 63 w 10"/>
                <a:gd name="T7" fmla="*/ 38 h 7"/>
                <a:gd name="T8" fmla="*/ 145 w 1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0"/>
                  </a:moveTo>
                  <a:cubicBezTo>
                    <a:pt x="10" y="1"/>
                    <a:pt x="8" y="3"/>
                    <a:pt x="6" y="5"/>
                  </a:cubicBezTo>
                  <a:cubicBezTo>
                    <a:pt x="3" y="6"/>
                    <a:pt x="1" y="7"/>
                    <a:pt x="0" y="6"/>
                  </a:cubicBezTo>
                  <a:cubicBezTo>
                    <a:pt x="0" y="5"/>
                    <a:pt x="1" y="3"/>
                    <a:pt x="4" y="2"/>
                  </a:cubicBezTo>
                  <a:cubicBezTo>
                    <a:pt x="6" y="0"/>
                    <a:pt x="8" y="0"/>
                    <a:pt x="9" y="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6" name="Freeform 12">
              <a:extLst>
                <a:ext uri="{FF2B5EF4-FFF2-40B4-BE49-F238E27FC236}">
                  <a16:creationId xmlns:a16="http://schemas.microsoft.com/office/drawing/2014/main" id="{9B6CBEF1-3FB2-433D-8601-F4B5AD490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424"/>
              <a:ext cx="25" cy="11"/>
            </a:xfrm>
            <a:custGeom>
              <a:avLst/>
              <a:gdLst>
                <a:gd name="T0" fmla="*/ 158 w 10"/>
                <a:gd name="T1" fmla="*/ 47 h 4"/>
                <a:gd name="T2" fmla="*/ 83 w 10"/>
                <a:gd name="T3" fmla="*/ 61 h 4"/>
                <a:gd name="T4" fmla="*/ 0 w 10"/>
                <a:gd name="T5" fmla="*/ 22 h 4"/>
                <a:gd name="T6" fmla="*/ 83 w 10"/>
                <a:gd name="T7" fmla="*/ 0 h 4"/>
                <a:gd name="T8" fmla="*/ 158 w 10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10" y="3"/>
                    <a:pt x="8" y="4"/>
                    <a:pt x="5" y="3"/>
                  </a:cubicBezTo>
                  <a:cubicBezTo>
                    <a:pt x="2" y="3"/>
                    <a:pt x="0" y="2"/>
                    <a:pt x="0" y="1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7" name="Freeform 13">
              <a:extLst>
                <a:ext uri="{FF2B5EF4-FFF2-40B4-BE49-F238E27FC236}">
                  <a16:creationId xmlns:a16="http://schemas.microsoft.com/office/drawing/2014/main" id="{3BC1CE05-44FF-4372-94D1-EC7A4E3EF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541"/>
              <a:ext cx="25" cy="19"/>
            </a:xfrm>
            <a:custGeom>
              <a:avLst/>
              <a:gdLst>
                <a:gd name="T0" fmla="*/ 145 w 10"/>
                <a:gd name="T1" fmla="*/ 117 h 7"/>
                <a:gd name="T2" fmla="*/ 63 w 10"/>
                <a:gd name="T3" fmla="*/ 103 h 7"/>
                <a:gd name="T4" fmla="*/ 0 w 10"/>
                <a:gd name="T5" fmla="*/ 22 h 7"/>
                <a:gd name="T6" fmla="*/ 83 w 10"/>
                <a:gd name="T7" fmla="*/ 38 h 7"/>
                <a:gd name="T8" fmla="*/ 145 w 10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9" y="7"/>
                    <a:pt x="6" y="6"/>
                    <a:pt x="4" y="5"/>
                  </a:cubicBezTo>
                  <a:cubicBezTo>
                    <a:pt x="1" y="4"/>
                    <a:pt x="0" y="2"/>
                    <a:pt x="0" y="1"/>
                  </a:cubicBezTo>
                  <a:cubicBezTo>
                    <a:pt x="0" y="0"/>
                    <a:pt x="3" y="1"/>
                    <a:pt x="5" y="2"/>
                  </a:cubicBezTo>
                  <a:cubicBezTo>
                    <a:pt x="8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8" name="Freeform 14">
              <a:extLst>
                <a:ext uri="{FF2B5EF4-FFF2-40B4-BE49-F238E27FC236}">
                  <a16:creationId xmlns:a16="http://schemas.microsoft.com/office/drawing/2014/main" id="{7A081AE3-1EF5-49DC-8233-72F948CA5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827"/>
              <a:ext cx="15" cy="26"/>
            </a:xfrm>
            <a:custGeom>
              <a:avLst/>
              <a:gdLst>
                <a:gd name="T0" fmla="*/ 83 w 6"/>
                <a:gd name="T1" fmla="*/ 177 h 10"/>
                <a:gd name="T2" fmla="*/ 20 w 6"/>
                <a:gd name="T3" fmla="*/ 109 h 10"/>
                <a:gd name="T4" fmla="*/ 20 w 6"/>
                <a:gd name="T5" fmla="*/ 0 h 10"/>
                <a:gd name="T6" fmla="*/ 83 w 6"/>
                <a:gd name="T7" fmla="*/ 68 h 10"/>
                <a:gd name="T8" fmla="*/ 83 w 6"/>
                <a:gd name="T9" fmla="*/ 1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5" y="10"/>
                  </a:moveTo>
                  <a:cubicBezTo>
                    <a:pt x="4" y="10"/>
                    <a:pt x="3" y="8"/>
                    <a:pt x="1" y="6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4" y="2"/>
                    <a:pt x="5" y="4"/>
                  </a:cubicBezTo>
                  <a:cubicBezTo>
                    <a:pt x="6" y="7"/>
                    <a:pt x="6" y="9"/>
                    <a:pt x="5" y="1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9" name="Freeform 15">
              <a:extLst>
                <a:ext uri="{FF2B5EF4-FFF2-40B4-BE49-F238E27FC236}">
                  <a16:creationId xmlns:a16="http://schemas.microsoft.com/office/drawing/2014/main" id="{487D8E81-FA81-4528-A68A-1E9986C10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157"/>
              <a:ext cx="10" cy="30"/>
            </a:xfrm>
            <a:custGeom>
              <a:avLst/>
              <a:gdLst>
                <a:gd name="T0" fmla="*/ 20 w 4"/>
                <a:gd name="T1" fmla="*/ 202 h 11"/>
                <a:gd name="T2" fmla="*/ 0 w 4"/>
                <a:gd name="T3" fmla="*/ 104 h 11"/>
                <a:gd name="T4" fmla="*/ 50 w 4"/>
                <a:gd name="T5" fmla="*/ 0 h 11"/>
                <a:gd name="T6" fmla="*/ 63 w 4"/>
                <a:gd name="T7" fmla="*/ 120 h 11"/>
                <a:gd name="T8" fmla="*/ 20 w 4"/>
                <a:gd name="T9" fmla="*/ 20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1" y="10"/>
                  </a:moveTo>
                  <a:cubicBezTo>
                    <a:pt x="0" y="10"/>
                    <a:pt x="0" y="8"/>
                    <a:pt x="0" y="5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4" y="0"/>
                    <a:pt x="4" y="3"/>
                    <a:pt x="4" y="6"/>
                  </a:cubicBezTo>
                  <a:cubicBezTo>
                    <a:pt x="3" y="8"/>
                    <a:pt x="2" y="11"/>
                    <a:pt x="1" y="1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0" name="Freeform 16">
              <a:extLst>
                <a:ext uri="{FF2B5EF4-FFF2-40B4-BE49-F238E27FC236}">
                  <a16:creationId xmlns:a16="http://schemas.microsoft.com/office/drawing/2014/main" id="{5762155D-AFBD-4772-80C7-59C948065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3451"/>
              <a:ext cx="17" cy="24"/>
            </a:xfrm>
            <a:custGeom>
              <a:avLst/>
              <a:gdLst>
                <a:gd name="T0" fmla="*/ 0 w 7"/>
                <a:gd name="T1" fmla="*/ 149 h 9"/>
                <a:gd name="T2" fmla="*/ 29 w 7"/>
                <a:gd name="T3" fmla="*/ 56 h 9"/>
                <a:gd name="T4" fmla="*/ 100 w 7"/>
                <a:gd name="T5" fmla="*/ 0 h 9"/>
                <a:gd name="T6" fmla="*/ 70 w 7"/>
                <a:gd name="T7" fmla="*/ 93 h 9"/>
                <a:gd name="T8" fmla="*/ 0 w 7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8"/>
                  </a:moveTo>
                  <a:cubicBezTo>
                    <a:pt x="0" y="8"/>
                    <a:pt x="0" y="6"/>
                    <a:pt x="2" y="3"/>
                  </a:cubicBezTo>
                  <a:cubicBezTo>
                    <a:pt x="4" y="1"/>
                    <a:pt x="6" y="0"/>
                    <a:pt x="7" y="0"/>
                  </a:cubicBezTo>
                  <a:cubicBezTo>
                    <a:pt x="7" y="1"/>
                    <a:pt x="7" y="3"/>
                    <a:pt x="5" y="5"/>
                  </a:cubicBezTo>
                  <a:cubicBezTo>
                    <a:pt x="3" y="8"/>
                    <a:pt x="1" y="9"/>
                    <a:pt x="0" y="8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1" name="Freeform 17">
              <a:extLst>
                <a:ext uri="{FF2B5EF4-FFF2-40B4-BE49-F238E27FC236}">
                  <a16:creationId xmlns:a16="http://schemas.microsoft.com/office/drawing/2014/main" id="{8F651B00-86D3-434E-9FB7-C1C92394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3664"/>
              <a:ext cx="25" cy="19"/>
            </a:xfrm>
            <a:custGeom>
              <a:avLst/>
              <a:gdLst>
                <a:gd name="T0" fmla="*/ 20 w 10"/>
                <a:gd name="T1" fmla="*/ 117 h 7"/>
                <a:gd name="T2" fmla="*/ 63 w 10"/>
                <a:gd name="T3" fmla="*/ 38 h 7"/>
                <a:gd name="T4" fmla="*/ 158 w 10"/>
                <a:gd name="T5" fmla="*/ 0 h 7"/>
                <a:gd name="T6" fmla="*/ 95 w 10"/>
                <a:gd name="T7" fmla="*/ 103 h 7"/>
                <a:gd name="T8" fmla="*/ 20 w 10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" y="6"/>
                  </a:moveTo>
                  <a:cubicBezTo>
                    <a:pt x="0" y="5"/>
                    <a:pt x="2" y="3"/>
                    <a:pt x="4" y="2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10" y="1"/>
                    <a:pt x="9" y="3"/>
                    <a:pt x="6" y="5"/>
                  </a:cubicBezTo>
                  <a:cubicBezTo>
                    <a:pt x="4" y="6"/>
                    <a:pt x="1" y="7"/>
                    <a:pt x="1" y="6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2" name="Freeform 18">
              <a:extLst>
                <a:ext uri="{FF2B5EF4-FFF2-40B4-BE49-F238E27FC236}">
                  <a16:creationId xmlns:a16="http://schemas.microsoft.com/office/drawing/2014/main" id="{FA9A10C6-C5D6-4BF9-BB6C-9398656DA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3744"/>
              <a:ext cx="25" cy="11"/>
            </a:xfrm>
            <a:custGeom>
              <a:avLst/>
              <a:gdLst>
                <a:gd name="T0" fmla="*/ 0 w 10"/>
                <a:gd name="T1" fmla="*/ 47 h 4"/>
                <a:gd name="T2" fmla="*/ 83 w 10"/>
                <a:gd name="T3" fmla="*/ 0 h 4"/>
                <a:gd name="T4" fmla="*/ 158 w 10"/>
                <a:gd name="T5" fmla="*/ 47 h 4"/>
                <a:gd name="T6" fmla="*/ 83 w 10"/>
                <a:gd name="T7" fmla="*/ 83 h 4"/>
                <a:gd name="T8" fmla="*/ 0 w 10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1"/>
                    <a:pt x="2" y="1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ubicBezTo>
                    <a:pt x="10" y="3"/>
                    <a:pt x="8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3" name="Freeform 19">
              <a:extLst>
                <a:ext uri="{FF2B5EF4-FFF2-40B4-BE49-F238E27FC236}">
                  <a16:creationId xmlns:a16="http://schemas.microsoft.com/office/drawing/2014/main" id="{FCCD955E-5674-4BDD-8944-1A4579C22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3669"/>
              <a:ext cx="25" cy="19"/>
            </a:xfrm>
            <a:custGeom>
              <a:avLst/>
              <a:gdLst>
                <a:gd name="T0" fmla="*/ 20 w 10"/>
                <a:gd name="T1" fmla="*/ 22 h 7"/>
                <a:gd name="T2" fmla="*/ 95 w 10"/>
                <a:gd name="T3" fmla="*/ 38 h 7"/>
                <a:gd name="T4" fmla="*/ 158 w 10"/>
                <a:gd name="T5" fmla="*/ 117 h 7"/>
                <a:gd name="T6" fmla="*/ 63 w 10"/>
                <a:gd name="T7" fmla="*/ 103 h 7"/>
                <a:gd name="T8" fmla="*/ 20 w 10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" y="1"/>
                  </a:moveTo>
                  <a:cubicBezTo>
                    <a:pt x="1" y="0"/>
                    <a:pt x="4" y="0"/>
                    <a:pt x="6" y="2"/>
                  </a:cubicBezTo>
                  <a:cubicBezTo>
                    <a:pt x="9" y="3"/>
                    <a:pt x="10" y="5"/>
                    <a:pt x="10" y="6"/>
                  </a:cubicBezTo>
                  <a:cubicBezTo>
                    <a:pt x="9" y="7"/>
                    <a:pt x="7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4" name="Freeform 20">
              <a:extLst>
                <a:ext uri="{FF2B5EF4-FFF2-40B4-BE49-F238E27FC236}">
                  <a16:creationId xmlns:a16="http://schemas.microsoft.com/office/drawing/2014/main" id="{1EFF16C5-316B-4421-8C73-A90F8066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3480"/>
              <a:ext cx="22" cy="24"/>
            </a:xfrm>
            <a:custGeom>
              <a:avLst/>
              <a:gdLst>
                <a:gd name="T0" fmla="*/ 12 w 9"/>
                <a:gd name="T1" fmla="*/ 0 h 9"/>
                <a:gd name="T2" fmla="*/ 90 w 9"/>
                <a:gd name="T3" fmla="*/ 56 h 9"/>
                <a:gd name="T4" fmla="*/ 120 w 9"/>
                <a:gd name="T5" fmla="*/ 149 h 9"/>
                <a:gd name="T6" fmla="*/ 42 w 9"/>
                <a:gd name="T7" fmla="*/ 115 h 9"/>
                <a:gd name="T8" fmla="*/ 12 w 9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0"/>
                  </a:moveTo>
                  <a:cubicBezTo>
                    <a:pt x="2" y="0"/>
                    <a:pt x="4" y="1"/>
                    <a:pt x="6" y="3"/>
                  </a:cubicBezTo>
                  <a:cubicBezTo>
                    <a:pt x="8" y="5"/>
                    <a:pt x="9" y="8"/>
                    <a:pt x="8" y="8"/>
                  </a:cubicBezTo>
                  <a:cubicBezTo>
                    <a:pt x="7" y="9"/>
                    <a:pt x="5" y="8"/>
                    <a:pt x="3" y="6"/>
                  </a:cubicBezTo>
                  <a:cubicBezTo>
                    <a:pt x="1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5" name="Freeform 21">
              <a:extLst>
                <a:ext uri="{FF2B5EF4-FFF2-40B4-BE49-F238E27FC236}">
                  <a16:creationId xmlns:a16="http://schemas.microsoft.com/office/drawing/2014/main" id="{942075D6-B961-4BCA-AFFA-0FE7D33FF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3189"/>
              <a:ext cx="13" cy="27"/>
            </a:xfrm>
            <a:custGeom>
              <a:avLst/>
              <a:gdLst>
                <a:gd name="T0" fmla="*/ 21 w 5"/>
                <a:gd name="T1" fmla="*/ 0 h 10"/>
                <a:gd name="T2" fmla="*/ 68 w 5"/>
                <a:gd name="T3" fmla="*/ 103 h 10"/>
                <a:gd name="T4" fmla="*/ 55 w 5"/>
                <a:gd name="T5" fmla="*/ 197 h 10"/>
                <a:gd name="T6" fmla="*/ 0 w 5"/>
                <a:gd name="T7" fmla="*/ 103 h 10"/>
                <a:gd name="T8" fmla="*/ 21 w 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cubicBezTo>
                    <a:pt x="2" y="0"/>
                    <a:pt x="4" y="2"/>
                    <a:pt x="4" y="5"/>
                  </a:cubicBezTo>
                  <a:cubicBezTo>
                    <a:pt x="5" y="7"/>
                    <a:pt x="4" y="10"/>
                    <a:pt x="3" y="10"/>
                  </a:cubicBezTo>
                  <a:cubicBezTo>
                    <a:pt x="2" y="10"/>
                    <a:pt x="1" y="8"/>
                    <a:pt x="0" y="5"/>
                  </a:cubicBezTo>
                  <a:cubicBezTo>
                    <a:pt x="0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E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6" name="Freeform 22">
              <a:extLst>
                <a:ext uri="{FF2B5EF4-FFF2-40B4-BE49-F238E27FC236}">
                  <a16:creationId xmlns:a16="http://schemas.microsoft.com/office/drawing/2014/main" id="{8EDD0A80-9E9B-47B9-BE62-0A5EF2E3F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645"/>
              <a:ext cx="815" cy="382"/>
            </a:xfrm>
            <a:custGeom>
              <a:avLst/>
              <a:gdLst>
                <a:gd name="T0" fmla="*/ 2583 w 326"/>
                <a:gd name="T1" fmla="*/ 0 h 143"/>
                <a:gd name="T2" fmla="*/ 0 w 326"/>
                <a:gd name="T3" fmla="*/ 2725 h 143"/>
                <a:gd name="T4" fmla="*/ 2895 w 326"/>
                <a:gd name="T5" fmla="*/ 478 h 143"/>
                <a:gd name="T6" fmla="*/ 4375 w 326"/>
                <a:gd name="T7" fmla="*/ 1162 h 143"/>
                <a:gd name="T8" fmla="*/ 4970 w 326"/>
                <a:gd name="T9" fmla="*/ 1985 h 143"/>
                <a:gd name="T10" fmla="*/ 5095 w 326"/>
                <a:gd name="T11" fmla="*/ 2361 h 143"/>
                <a:gd name="T12" fmla="*/ 2583 w 32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6" h="143">
                  <a:moveTo>
                    <a:pt x="165" y="0"/>
                  </a:moveTo>
                  <a:cubicBezTo>
                    <a:pt x="81" y="0"/>
                    <a:pt x="11" y="62"/>
                    <a:pt x="0" y="143"/>
                  </a:cubicBezTo>
                  <a:cubicBezTo>
                    <a:pt x="26" y="50"/>
                    <a:pt x="101" y="16"/>
                    <a:pt x="185" y="25"/>
                  </a:cubicBezTo>
                  <a:cubicBezTo>
                    <a:pt x="218" y="28"/>
                    <a:pt x="249" y="39"/>
                    <a:pt x="280" y="61"/>
                  </a:cubicBezTo>
                  <a:cubicBezTo>
                    <a:pt x="294" y="72"/>
                    <a:pt x="313" y="86"/>
                    <a:pt x="318" y="104"/>
                  </a:cubicBezTo>
                  <a:cubicBezTo>
                    <a:pt x="320" y="113"/>
                    <a:pt x="322" y="116"/>
                    <a:pt x="326" y="124"/>
                  </a:cubicBezTo>
                  <a:cubicBezTo>
                    <a:pt x="308" y="53"/>
                    <a:pt x="242" y="0"/>
                    <a:pt x="165" y="0"/>
                  </a:cubicBezTo>
                  <a:close/>
                </a:path>
              </a:pathLst>
            </a:custGeom>
            <a:solidFill>
              <a:srgbClr val="A22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7" name="Freeform 23">
              <a:extLst>
                <a:ext uri="{FF2B5EF4-FFF2-40B4-BE49-F238E27FC236}">
                  <a16:creationId xmlns:a16="http://schemas.microsoft.com/office/drawing/2014/main" id="{44B1F1D3-A5A1-40AE-9DAE-08083A4F6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2765"/>
              <a:ext cx="380" cy="262"/>
            </a:xfrm>
            <a:custGeom>
              <a:avLst/>
              <a:gdLst>
                <a:gd name="T0" fmla="*/ 2375 w 152"/>
                <a:gd name="T1" fmla="*/ 78 h 98"/>
                <a:gd name="T2" fmla="*/ 533 w 152"/>
                <a:gd name="T3" fmla="*/ 650 h 98"/>
                <a:gd name="T4" fmla="*/ 0 w 152"/>
                <a:gd name="T5" fmla="*/ 1871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98">
                  <a:moveTo>
                    <a:pt x="152" y="4"/>
                  </a:moveTo>
                  <a:cubicBezTo>
                    <a:pt x="116" y="0"/>
                    <a:pt x="72" y="4"/>
                    <a:pt x="34" y="34"/>
                  </a:cubicBezTo>
                  <a:cubicBezTo>
                    <a:pt x="11" y="51"/>
                    <a:pt x="3" y="78"/>
                    <a:pt x="0" y="98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8" name="Freeform 24">
              <a:extLst>
                <a:ext uri="{FF2B5EF4-FFF2-40B4-BE49-F238E27FC236}">
                  <a16:creationId xmlns:a16="http://schemas.microsoft.com/office/drawing/2014/main" id="{083C4EAC-FED6-4101-8F97-6E77973B0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723"/>
              <a:ext cx="543" cy="360"/>
            </a:xfrm>
            <a:custGeom>
              <a:avLst/>
              <a:gdLst>
                <a:gd name="T0" fmla="*/ 3401 w 217"/>
                <a:gd name="T1" fmla="*/ 568 h 135"/>
                <a:gd name="T2" fmla="*/ 646 w 217"/>
                <a:gd name="T3" fmla="*/ 968 h 135"/>
                <a:gd name="T4" fmla="*/ 0 w 217"/>
                <a:gd name="T5" fmla="*/ 2560 h 135"/>
                <a:gd name="T6" fmla="*/ 1126 w 217"/>
                <a:gd name="T7" fmla="*/ 832 h 135"/>
                <a:gd name="T8" fmla="*/ 3401 w 217"/>
                <a:gd name="T9" fmla="*/ 56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35">
                  <a:moveTo>
                    <a:pt x="217" y="30"/>
                  </a:moveTo>
                  <a:cubicBezTo>
                    <a:pt x="188" y="19"/>
                    <a:pt x="107" y="0"/>
                    <a:pt x="41" y="51"/>
                  </a:cubicBezTo>
                  <a:cubicBezTo>
                    <a:pt x="2" y="81"/>
                    <a:pt x="0" y="135"/>
                    <a:pt x="0" y="135"/>
                  </a:cubicBezTo>
                  <a:cubicBezTo>
                    <a:pt x="8" y="108"/>
                    <a:pt x="16" y="72"/>
                    <a:pt x="72" y="44"/>
                  </a:cubicBezTo>
                  <a:cubicBezTo>
                    <a:pt x="128" y="16"/>
                    <a:pt x="190" y="21"/>
                    <a:pt x="217" y="30"/>
                  </a:cubicBezTo>
                  <a:close/>
                </a:path>
              </a:pathLst>
            </a:custGeom>
            <a:solidFill>
              <a:srgbClr val="F8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9" name="Freeform 25">
              <a:extLst>
                <a:ext uri="{FF2B5EF4-FFF2-40B4-BE49-F238E27FC236}">
                  <a16:creationId xmlns:a16="http://schemas.microsoft.com/office/drawing/2014/main" id="{36094E53-E96A-464A-87C1-D9196F821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2952"/>
              <a:ext cx="322" cy="597"/>
            </a:xfrm>
            <a:custGeom>
              <a:avLst/>
              <a:gdLst>
                <a:gd name="T0" fmla="*/ 0 w 129"/>
                <a:gd name="T1" fmla="*/ 0 h 224"/>
                <a:gd name="T2" fmla="*/ 167 w 129"/>
                <a:gd name="T3" fmla="*/ 589 h 224"/>
                <a:gd name="T4" fmla="*/ 105 w 129"/>
                <a:gd name="T5" fmla="*/ 1045 h 224"/>
                <a:gd name="T6" fmla="*/ 262 w 129"/>
                <a:gd name="T7" fmla="*/ 1343 h 224"/>
                <a:gd name="T8" fmla="*/ 217 w 129"/>
                <a:gd name="T9" fmla="*/ 2103 h 224"/>
                <a:gd name="T10" fmla="*/ 729 w 129"/>
                <a:gd name="T11" fmla="*/ 2628 h 224"/>
                <a:gd name="T12" fmla="*/ 854 w 129"/>
                <a:gd name="T13" fmla="*/ 3387 h 224"/>
                <a:gd name="T14" fmla="*/ 1383 w 129"/>
                <a:gd name="T15" fmla="*/ 3766 h 224"/>
                <a:gd name="T16" fmla="*/ 1662 w 129"/>
                <a:gd name="T17" fmla="*/ 4206 h 224"/>
                <a:gd name="T18" fmla="*/ 2007 w 129"/>
                <a:gd name="T19" fmla="*/ 4070 h 2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9" h="224">
                  <a:moveTo>
                    <a:pt x="0" y="0"/>
                  </a:moveTo>
                  <a:cubicBezTo>
                    <a:pt x="10" y="10"/>
                    <a:pt x="14" y="16"/>
                    <a:pt x="11" y="31"/>
                  </a:cubicBezTo>
                  <a:cubicBezTo>
                    <a:pt x="9" y="38"/>
                    <a:pt x="6" y="47"/>
                    <a:pt x="7" y="55"/>
                  </a:cubicBezTo>
                  <a:cubicBezTo>
                    <a:pt x="9" y="61"/>
                    <a:pt x="14" y="65"/>
                    <a:pt x="17" y="71"/>
                  </a:cubicBezTo>
                  <a:cubicBezTo>
                    <a:pt x="24" y="85"/>
                    <a:pt x="13" y="97"/>
                    <a:pt x="14" y="111"/>
                  </a:cubicBezTo>
                  <a:cubicBezTo>
                    <a:pt x="14" y="130"/>
                    <a:pt x="36" y="129"/>
                    <a:pt x="47" y="139"/>
                  </a:cubicBezTo>
                  <a:cubicBezTo>
                    <a:pt x="58" y="149"/>
                    <a:pt x="51" y="166"/>
                    <a:pt x="55" y="179"/>
                  </a:cubicBezTo>
                  <a:cubicBezTo>
                    <a:pt x="61" y="196"/>
                    <a:pt x="76" y="191"/>
                    <a:pt x="89" y="199"/>
                  </a:cubicBezTo>
                  <a:cubicBezTo>
                    <a:pt x="99" y="205"/>
                    <a:pt x="94" y="219"/>
                    <a:pt x="107" y="222"/>
                  </a:cubicBezTo>
                  <a:cubicBezTo>
                    <a:pt x="117" y="224"/>
                    <a:pt x="121" y="215"/>
                    <a:pt x="129" y="2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0" name="Freeform 26">
              <a:extLst>
                <a:ext uri="{FF2B5EF4-FFF2-40B4-BE49-F238E27FC236}">
                  <a16:creationId xmlns:a16="http://schemas.microsoft.com/office/drawing/2014/main" id="{6F683F7E-CC90-48C4-A82F-B8F234905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3035"/>
              <a:ext cx="108" cy="458"/>
            </a:xfrm>
            <a:custGeom>
              <a:avLst/>
              <a:gdLst>
                <a:gd name="T0" fmla="*/ 0 w 43"/>
                <a:gd name="T1" fmla="*/ 0 h 172"/>
                <a:gd name="T2" fmla="*/ 176 w 43"/>
                <a:gd name="T3" fmla="*/ 546 h 172"/>
                <a:gd name="T4" fmla="*/ 146 w 43"/>
                <a:gd name="T5" fmla="*/ 964 h 172"/>
                <a:gd name="T6" fmla="*/ 334 w 43"/>
                <a:gd name="T7" fmla="*/ 1419 h 172"/>
                <a:gd name="T8" fmla="*/ 334 w 43"/>
                <a:gd name="T9" fmla="*/ 1872 h 172"/>
                <a:gd name="T10" fmla="*/ 251 w 43"/>
                <a:gd name="T11" fmla="*/ 2282 h 172"/>
                <a:gd name="T12" fmla="*/ 505 w 43"/>
                <a:gd name="T13" fmla="*/ 2623 h 172"/>
                <a:gd name="T14" fmla="*/ 588 w 43"/>
                <a:gd name="T15" fmla="*/ 3249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72">
                  <a:moveTo>
                    <a:pt x="0" y="0"/>
                  </a:moveTo>
                  <a:cubicBezTo>
                    <a:pt x="12" y="1"/>
                    <a:pt x="12" y="21"/>
                    <a:pt x="11" y="29"/>
                  </a:cubicBezTo>
                  <a:cubicBezTo>
                    <a:pt x="10" y="37"/>
                    <a:pt x="7" y="44"/>
                    <a:pt x="9" y="51"/>
                  </a:cubicBezTo>
                  <a:cubicBezTo>
                    <a:pt x="13" y="60"/>
                    <a:pt x="20" y="64"/>
                    <a:pt x="21" y="75"/>
                  </a:cubicBezTo>
                  <a:cubicBezTo>
                    <a:pt x="21" y="83"/>
                    <a:pt x="21" y="92"/>
                    <a:pt x="21" y="99"/>
                  </a:cubicBezTo>
                  <a:cubicBezTo>
                    <a:pt x="20" y="107"/>
                    <a:pt x="15" y="113"/>
                    <a:pt x="16" y="121"/>
                  </a:cubicBezTo>
                  <a:cubicBezTo>
                    <a:pt x="18" y="130"/>
                    <a:pt x="26" y="134"/>
                    <a:pt x="32" y="139"/>
                  </a:cubicBezTo>
                  <a:cubicBezTo>
                    <a:pt x="43" y="149"/>
                    <a:pt x="41" y="159"/>
                    <a:pt x="37" y="1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1" name="Freeform 27">
              <a:extLst>
                <a:ext uri="{FF2B5EF4-FFF2-40B4-BE49-F238E27FC236}">
                  <a16:creationId xmlns:a16="http://schemas.microsoft.com/office/drawing/2014/main" id="{04EE10C1-69AB-40D7-9BD3-648C107BC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085"/>
              <a:ext cx="50" cy="144"/>
            </a:xfrm>
            <a:custGeom>
              <a:avLst/>
              <a:gdLst>
                <a:gd name="T0" fmla="*/ 175 w 20"/>
                <a:gd name="T1" fmla="*/ 0 h 54"/>
                <a:gd name="T2" fmla="*/ 313 w 20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4">
                  <a:moveTo>
                    <a:pt x="11" y="0"/>
                  </a:moveTo>
                  <a:cubicBezTo>
                    <a:pt x="0" y="16"/>
                    <a:pt x="11" y="40"/>
                    <a:pt x="20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2" name="Freeform 28">
              <a:extLst>
                <a:ext uri="{FF2B5EF4-FFF2-40B4-BE49-F238E27FC236}">
                  <a16:creationId xmlns:a16="http://schemas.microsoft.com/office/drawing/2014/main" id="{099386CA-7F5F-4CF7-BC5C-9A1DFE6C2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664"/>
              <a:ext cx="112" cy="371"/>
            </a:xfrm>
            <a:custGeom>
              <a:avLst/>
              <a:gdLst>
                <a:gd name="T0" fmla="*/ 0 w 45"/>
                <a:gd name="T1" fmla="*/ 2642 h 139"/>
                <a:gd name="T2" fmla="*/ 187 w 45"/>
                <a:gd name="T3" fmla="*/ 2109 h 139"/>
                <a:gd name="T4" fmla="*/ 279 w 45"/>
                <a:gd name="T5" fmla="*/ 1711 h 139"/>
                <a:gd name="T6" fmla="*/ 279 w 45"/>
                <a:gd name="T7" fmla="*/ 1332 h 139"/>
                <a:gd name="T8" fmla="*/ 682 w 45"/>
                <a:gd name="T9" fmla="*/ 606 h 139"/>
                <a:gd name="T10" fmla="*/ 632 w 45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39">
                  <a:moveTo>
                    <a:pt x="0" y="139"/>
                  </a:moveTo>
                  <a:cubicBezTo>
                    <a:pt x="4" y="129"/>
                    <a:pt x="7" y="121"/>
                    <a:pt x="12" y="111"/>
                  </a:cubicBezTo>
                  <a:cubicBezTo>
                    <a:pt x="16" y="104"/>
                    <a:pt x="19" y="98"/>
                    <a:pt x="18" y="90"/>
                  </a:cubicBezTo>
                  <a:cubicBezTo>
                    <a:pt x="18" y="83"/>
                    <a:pt x="15" y="77"/>
                    <a:pt x="18" y="70"/>
                  </a:cubicBezTo>
                  <a:cubicBezTo>
                    <a:pt x="23" y="55"/>
                    <a:pt x="41" y="49"/>
                    <a:pt x="44" y="32"/>
                  </a:cubicBezTo>
                  <a:cubicBezTo>
                    <a:pt x="45" y="23"/>
                    <a:pt x="44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3" name="Freeform 29">
              <a:extLst>
                <a:ext uri="{FF2B5EF4-FFF2-40B4-BE49-F238E27FC236}">
                  <a16:creationId xmlns:a16="http://schemas.microsoft.com/office/drawing/2014/main" id="{DF53EEE3-C776-4CD5-A8FF-A620081FF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456"/>
              <a:ext cx="560" cy="368"/>
            </a:xfrm>
            <a:custGeom>
              <a:avLst/>
              <a:gdLst>
                <a:gd name="T0" fmla="*/ 20 w 224"/>
                <a:gd name="T1" fmla="*/ 2616 h 138"/>
                <a:gd name="T2" fmla="*/ 20 w 224"/>
                <a:gd name="T3" fmla="*/ 2275 h 138"/>
                <a:gd name="T4" fmla="*/ 125 w 224"/>
                <a:gd name="T5" fmla="*/ 1971 h 138"/>
                <a:gd name="T6" fmla="*/ 300 w 224"/>
                <a:gd name="T7" fmla="*/ 1571 h 138"/>
                <a:gd name="T8" fmla="*/ 783 w 224"/>
                <a:gd name="T9" fmla="*/ 1251 h 138"/>
                <a:gd name="T10" fmla="*/ 1000 w 224"/>
                <a:gd name="T11" fmla="*/ 968 h 138"/>
                <a:gd name="T12" fmla="*/ 1145 w 224"/>
                <a:gd name="T13" fmla="*/ 797 h 138"/>
                <a:gd name="T14" fmla="*/ 1845 w 224"/>
                <a:gd name="T15" fmla="*/ 589 h 138"/>
                <a:gd name="T16" fmla="*/ 2333 w 224"/>
                <a:gd name="T17" fmla="*/ 264 h 138"/>
                <a:gd name="T18" fmla="*/ 3145 w 224"/>
                <a:gd name="T19" fmla="*/ 264 h 138"/>
                <a:gd name="T20" fmla="*/ 3500 w 224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138">
                  <a:moveTo>
                    <a:pt x="1" y="138"/>
                  </a:moveTo>
                  <a:cubicBezTo>
                    <a:pt x="1" y="132"/>
                    <a:pt x="0" y="126"/>
                    <a:pt x="1" y="120"/>
                  </a:cubicBezTo>
                  <a:cubicBezTo>
                    <a:pt x="2" y="114"/>
                    <a:pt x="6" y="109"/>
                    <a:pt x="8" y="104"/>
                  </a:cubicBezTo>
                  <a:cubicBezTo>
                    <a:pt x="12" y="97"/>
                    <a:pt x="14" y="89"/>
                    <a:pt x="19" y="83"/>
                  </a:cubicBezTo>
                  <a:cubicBezTo>
                    <a:pt x="26" y="74"/>
                    <a:pt x="40" y="73"/>
                    <a:pt x="50" y="66"/>
                  </a:cubicBezTo>
                  <a:cubicBezTo>
                    <a:pt x="56" y="62"/>
                    <a:pt x="61" y="57"/>
                    <a:pt x="64" y="51"/>
                  </a:cubicBezTo>
                  <a:cubicBezTo>
                    <a:pt x="68" y="46"/>
                    <a:pt x="67" y="44"/>
                    <a:pt x="73" y="42"/>
                  </a:cubicBezTo>
                  <a:cubicBezTo>
                    <a:pt x="87" y="36"/>
                    <a:pt x="104" y="38"/>
                    <a:pt x="118" y="31"/>
                  </a:cubicBezTo>
                  <a:cubicBezTo>
                    <a:pt x="129" y="24"/>
                    <a:pt x="134" y="10"/>
                    <a:pt x="149" y="14"/>
                  </a:cubicBezTo>
                  <a:cubicBezTo>
                    <a:pt x="167" y="19"/>
                    <a:pt x="184" y="24"/>
                    <a:pt x="201" y="14"/>
                  </a:cubicBezTo>
                  <a:cubicBezTo>
                    <a:pt x="208" y="10"/>
                    <a:pt x="218" y="5"/>
                    <a:pt x="2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4" name="Freeform 30">
              <a:extLst>
                <a:ext uri="{FF2B5EF4-FFF2-40B4-BE49-F238E27FC236}">
                  <a16:creationId xmlns:a16="http://schemas.microsoft.com/office/drawing/2014/main" id="{8F0CB1F0-6E32-4A70-8938-635BAC5F4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776"/>
              <a:ext cx="65" cy="144"/>
            </a:xfrm>
            <a:custGeom>
              <a:avLst/>
              <a:gdLst>
                <a:gd name="T0" fmla="*/ 345 w 26"/>
                <a:gd name="T1" fmla="*/ 0 h 54"/>
                <a:gd name="T2" fmla="*/ 238 w 26"/>
                <a:gd name="T3" fmla="*/ 683 h 54"/>
                <a:gd name="T4" fmla="*/ 0 w 26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4">
                  <a:moveTo>
                    <a:pt x="22" y="0"/>
                  </a:moveTo>
                  <a:cubicBezTo>
                    <a:pt x="26" y="13"/>
                    <a:pt x="21" y="26"/>
                    <a:pt x="15" y="36"/>
                  </a:cubicBezTo>
                  <a:cubicBezTo>
                    <a:pt x="11" y="43"/>
                    <a:pt x="3" y="47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5" name="Freeform 31">
              <a:extLst>
                <a:ext uri="{FF2B5EF4-FFF2-40B4-BE49-F238E27FC236}">
                  <a16:creationId xmlns:a16="http://schemas.microsoft.com/office/drawing/2014/main" id="{89AC207A-D298-499C-B6FF-F6E91D442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2851"/>
              <a:ext cx="45" cy="186"/>
            </a:xfrm>
            <a:custGeom>
              <a:avLst/>
              <a:gdLst>
                <a:gd name="T0" fmla="*/ 283 w 18"/>
                <a:gd name="T1" fmla="*/ 0 h 70"/>
                <a:gd name="T2" fmla="*/ 83 w 18"/>
                <a:gd name="T3" fmla="*/ 226 h 70"/>
                <a:gd name="T4" fmla="*/ 20 w 18"/>
                <a:gd name="T5" fmla="*/ 733 h 70"/>
                <a:gd name="T6" fmla="*/ 0 w 18"/>
                <a:gd name="T7" fmla="*/ 1313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0">
                  <a:moveTo>
                    <a:pt x="18" y="0"/>
                  </a:moveTo>
                  <a:cubicBezTo>
                    <a:pt x="12" y="4"/>
                    <a:pt x="8" y="5"/>
                    <a:pt x="5" y="12"/>
                  </a:cubicBezTo>
                  <a:cubicBezTo>
                    <a:pt x="2" y="20"/>
                    <a:pt x="2" y="30"/>
                    <a:pt x="1" y="39"/>
                  </a:cubicBezTo>
                  <a:cubicBezTo>
                    <a:pt x="0" y="49"/>
                    <a:pt x="1" y="59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6" name="Freeform 32">
              <a:extLst>
                <a:ext uri="{FF2B5EF4-FFF2-40B4-BE49-F238E27FC236}">
                  <a16:creationId xmlns:a16="http://schemas.microsoft.com/office/drawing/2014/main" id="{7B12ECB0-9C7B-486B-B969-652B9343A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960"/>
              <a:ext cx="30" cy="125"/>
            </a:xfrm>
            <a:custGeom>
              <a:avLst/>
              <a:gdLst>
                <a:gd name="T0" fmla="*/ 50 w 12"/>
                <a:gd name="T1" fmla="*/ 0 h 47"/>
                <a:gd name="T2" fmla="*/ 0 w 12"/>
                <a:gd name="T3" fmla="*/ 88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7">
                  <a:moveTo>
                    <a:pt x="3" y="0"/>
                  </a:moveTo>
                  <a:cubicBezTo>
                    <a:pt x="12" y="16"/>
                    <a:pt x="5" y="31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7" name="Freeform 33">
              <a:extLst>
                <a:ext uri="{FF2B5EF4-FFF2-40B4-BE49-F238E27FC236}">
                  <a16:creationId xmlns:a16="http://schemas.microsoft.com/office/drawing/2014/main" id="{E31E8998-E0F6-434F-B4E0-733C919DE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3072"/>
              <a:ext cx="23" cy="152"/>
            </a:xfrm>
            <a:custGeom>
              <a:avLst/>
              <a:gdLst>
                <a:gd name="T0" fmla="*/ 0 w 9"/>
                <a:gd name="T1" fmla="*/ 0 h 57"/>
                <a:gd name="T2" fmla="*/ 118 w 9"/>
                <a:gd name="T3" fmla="*/ 171 h 57"/>
                <a:gd name="T4" fmla="*/ 151 w 9"/>
                <a:gd name="T5" fmla="*/ 547 h 57"/>
                <a:gd name="T6" fmla="*/ 66 w 9"/>
                <a:gd name="T7" fmla="*/ 1059 h 57"/>
                <a:gd name="T8" fmla="*/ 84 w 9"/>
                <a:gd name="T9" fmla="*/ 104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7">
                  <a:moveTo>
                    <a:pt x="0" y="0"/>
                  </a:moveTo>
                  <a:cubicBezTo>
                    <a:pt x="1" y="4"/>
                    <a:pt x="5" y="5"/>
                    <a:pt x="7" y="9"/>
                  </a:cubicBezTo>
                  <a:cubicBezTo>
                    <a:pt x="9" y="14"/>
                    <a:pt x="9" y="23"/>
                    <a:pt x="9" y="29"/>
                  </a:cubicBezTo>
                  <a:cubicBezTo>
                    <a:pt x="9" y="38"/>
                    <a:pt x="7" y="47"/>
                    <a:pt x="4" y="56"/>
                  </a:cubicBezTo>
                  <a:cubicBezTo>
                    <a:pt x="4" y="57"/>
                    <a:pt x="4" y="57"/>
                    <a:pt x="5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8" name="Freeform 34">
              <a:extLst>
                <a:ext uri="{FF2B5EF4-FFF2-40B4-BE49-F238E27FC236}">
                  <a16:creationId xmlns:a16="http://schemas.microsoft.com/office/drawing/2014/main" id="{D62C868D-453B-4B0B-B097-206E60152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3352"/>
              <a:ext cx="75" cy="123"/>
            </a:xfrm>
            <a:custGeom>
              <a:avLst/>
              <a:gdLst>
                <a:gd name="T0" fmla="*/ 0 w 30"/>
                <a:gd name="T1" fmla="*/ 0 h 46"/>
                <a:gd name="T2" fmla="*/ 470 w 30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6">
                  <a:moveTo>
                    <a:pt x="0" y="0"/>
                  </a:moveTo>
                  <a:cubicBezTo>
                    <a:pt x="27" y="2"/>
                    <a:pt x="22" y="28"/>
                    <a:pt x="3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9" name="Freeform 35">
              <a:extLst>
                <a:ext uri="{FF2B5EF4-FFF2-40B4-BE49-F238E27FC236}">
                  <a16:creationId xmlns:a16="http://schemas.microsoft.com/office/drawing/2014/main" id="{78557C58-93C2-4EC5-9417-39279192D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643"/>
              <a:ext cx="58" cy="104"/>
            </a:xfrm>
            <a:custGeom>
              <a:avLst/>
              <a:gdLst>
                <a:gd name="T0" fmla="*/ 0 w 23"/>
                <a:gd name="T1" fmla="*/ 717 h 39"/>
                <a:gd name="T2" fmla="*/ 368 w 23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9">
                  <a:moveTo>
                    <a:pt x="0" y="38"/>
                  </a:moveTo>
                  <a:cubicBezTo>
                    <a:pt x="19" y="39"/>
                    <a:pt x="17" y="12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0" name="Freeform 36">
              <a:extLst>
                <a:ext uri="{FF2B5EF4-FFF2-40B4-BE49-F238E27FC236}">
                  <a16:creationId xmlns:a16="http://schemas.microsoft.com/office/drawing/2014/main" id="{FD5B6B71-0D5C-40F6-A0CA-FB94FA7C2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557"/>
              <a:ext cx="98" cy="88"/>
            </a:xfrm>
            <a:custGeom>
              <a:avLst/>
              <a:gdLst>
                <a:gd name="T0" fmla="*/ 0 w 39"/>
                <a:gd name="T1" fmla="*/ 419 h 33"/>
                <a:gd name="T2" fmla="*/ 618 w 39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3">
                  <a:moveTo>
                    <a:pt x="0" y="22"/>
                  </a:moveTo>
                  <a:cubicBezTo>
                    <a:pt x="16" y="33"/>
                    <a:pt x="34" y="1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1" name="Freeform 37">
              <a:extLst>
                <a:ext uri="{FF2B5EF4-FFF2-40B4-BE49-F238E27FC236}">
                  <a16:creationId xmlns:a16="http://schemas.microsoft.com/office/drawing/2014/main" id="{E554144A-DC95-4D44-87EA-D378C152A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488"/>
              <a:ext cx="130" cy="67"/>
            </a:xfrm>
            <a:custGeom>
              <a:avLst/>
              <a:gdLst>
                <a:gd name="T0" fmla="*/ 0 w 52"/>
                <a:gd name="T1" fmla="*/ 482 h 25"/>
                <a:gd name="T2" fmla="*/ 458 w 52"/>
                <a:gd name="T3" fmla="*/ 56 h 25"/>
                <a:gd name="T4" fmla="*/ 813 w 52"/>
                <a:gd name="T5" fmla="*/ 3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5">
                  <a:moveTo>
                    <a:pt x="0" y="25"/>
                  </a:moveTo>
                  <a:cubicBezTo>
                    <a:pt x="0" y="13"/>
                    <a:pt x="19" y="4"/>
                    <a:pt x="29" y="3"/>
                  </a:cubicBezTo>
                  <a:cubicBezTo>
                    <a:pt x="36" y="1"/>
                    <a:pt x="45" y="0"/>
                    <a:pt x="52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2" name="Freeform 38">
              <a:extLst>
                <a:ext uri="{FF2B5EF4-FFF2-40B4-BE49-F238E27FC236}">
                  <a16:creationId xmlns:a16="http://schemas.microsoft.com/office/drawing/2014/main" id="{B0A108F9-65F3-4F91-BF1B-B17A9B2C4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04"/>
              <a:ext cx="120" cy="45"/>
            </a:xfrm>
            <a:custGeom>
              <a:avLst/>
              <a:gdLst>
                <a:gd name="T0" fmla="*/ 0 w 48"/>
                <a:gd name="T1" fmla="*/ 259 h 17"/>
                <a:gd name="T2" fmla="*/ 458 w 48"/>
                <a:gd name="T3" fmla="*/ 204 h 17"/>
                <a:gd name="T4" fmla="*/ 750 w 4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7">
                  <a:moveTo>
                    <a:pt x="0" y="14"/>
                  </a:moveTo>
                  <a:cubicBezTo>
                    <a:pt x="10" y="16"/>
                    <a:pt x="20" y="17"/>
                    <a:pt x="29" y="11"/>
                  </a:cubicBezTo>
                  <a:cubicBezTo>
                    <a:pt x="35" y="8"/>
                    <a:pt x="43" y="5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3" name="Freeform 39">
              <a:extLst>
                <a:ext uri="{FF2B5EF4-FFF2-40B4-BE49-F238E27FC236}">
                  <a16:creationId xmlns:a16="http://schemas.microsoft.com/office/drawing/2014/main" id="{1BA228C0-1001-46FA-AF99-6FCF02C55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453"/>
              <a:ext cx="145" cy="40"/>
            </a:xfrm>
            <a:custGeom>
              <a:avLst/>
              <a:gdLst>
                <a:gd name="T0" fmla="*/ 0 w 58"/>
                <a:gd name="T1" fmla="*/ 285 h 15"/>
                <a:gd name="T2" fmla="*/ 550 w 58"/>
                <a:gd name="T3" fmla="*/ 21 h 15"/>
                <a:gd name="T4" fmla="*/ 908 w 58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5">
                  <a:moveTo>
                    <a:pt x="0" y="15"/>
                  </a:moveTo>
                  <a:cubicBezTo>
                    <a:pt x="12" y="6"/>
                    <a:pt x="20" y="0"/>
                    <a:pt x="35" y="1"/>
                  </a:cubicBezTo>
                  <a:cubicBezTo>
                    <a:pt x="45" y="2"/>
                    <a:pt x="50" y="7"/>
                    <a:pt x="58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4" name="Freeform 40">
              <a:extLst>
                <a:ext uri="{FF2B5EF4-FFF2-40B4-BE49-F238E27FC236}">
                  <a16:creationId xmlns:a16="http://schemas.microsoft.com/office/drawing/2014/main" id="{3A2745C0-1492-4A20-B44A-591DDE124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909"/>
              <a:ext cx="68" cy="118"/>
            </a:xfrm>
            <a:custGeom>
              <a:avLst/>
              <a:gdLst>
                <a:gd name="T0" fmla="*/ 242 w 27"/>
                <a:gd name="T1" fmla="*/ 847 h 44"/>
                <a:gd name="T2" fmla="*/ 431 w 27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4">
                  <a:moveTo>
                    <a:pt x="15" y="44"/>
                  </a:moveTo>
                  <a:cubicBezTo>
                    <a:pt x="0" y="30"/>
                    <a:pt x="19" y="12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5" name="Freeform 41">
              <a:extLst>
                <a:ext uri="{FF2B5EF4-FFF2-40B4-BE49-F238E27FC236}">
                  <a16:creationId xmlns:a16="http://schemas.microsoft.com/office/drawing/2014/main" id="{B6F2DE1A-4700-4514-B311-1FA86478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667"/>
              <a:ext cx="83" cy="120"/>
            </a:xfrm>
            <a:custGeom>
              <a:avLst/>
              <a:gdLst>
                <a:gd name="T0" fmla="*/ 20 w 33"/>
                <a:gd name="T1" fmla="*/ 853 h 45"/>
                <a:gd name="T2" fmla="*/ 176 w 33"/>
                <a:gd name="T3" fmla="*/ 248 h 45"/>
                <a:gd name="T4" fmla="*/ 397 w 33"/>
                <a:gd name="T5" fmla="*/ 56 h 45"/>
                <a:gd name="T6" fmla="*/ 526 w 33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5">
                  <a:moveTo>
                    <a:pt x="1" y="45"/>
                  </a:moveTo>
                  <a:cubicBezTo>
                    <a:pt x="0" y="34"/>
                    <a:pt x="3" y="21"/>
                    <a:pt x="11" y="13"/>
                  </a:cubicBezTo>
                  <a:cubicBezTo>
                    <a:pt x="14" y="9"/>
                    <a:pt x="20" y="5"/>
                    <a:pt x="25" y="3"/>
                  </a:cubicBezTo>
                  <a:cubicBezTo>
                    <a:pt x="28" y="2"/>
                    <a:pt x="31" y="2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6" name="Freeform 42">
              <a:extLst>
                <a:ext uri="{FF2B5EF4-FFF2-40B4-BE49-F238E27FC236}">
                  <a16:creationId xmlns:a16="http://schemas.microsoft.com/office/drawing/2014/main" id="{BDF112A8-248A-462B-9691-7B8537E5A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3469"/>
              <a:ext cx="623" cy="219"/>
            </a:xfrm>
            <a:custGeom>
              <a:avLst/>
              <a:gdLst>
                <a:gd name="T0" fmla="*/ 0 w 249"/>
                <a:gd name="T1" fmla="*/ 572 h 82"/>
                <a:gd name="T2" fmla="*/ 95 w 249"/>
                <a:gd name="T3" fmla="*/ 662 h 82"/>
                <a:gd name="T4" fmla="*/ 313 w 249"/>
                <a:gd name="T5" fmla="*/ 820 h 82"/>
                <a:gd name="T6" fmla="*/ 676 w 249"/>
                <a:gd name="T7" fmla="*/ 913 h 82"/>
                <a:gd name="T8" fmla="*/ 988 w 249"/>
                <a:gd name="T9" fmla="*/ 1242 h 82"/>
                <a:gd name="T10" fmla="*/ 1804 w 249"/>
                <a:gd name="T11" fmla="*/ 1277 h 82"/>
                <a:gd name="T12" fmla="*/ 2442 w 249"/>
                <a:gd name="T13" fmla="*/ 1391 h 82"/>
                <a:gd name="T14" fmla="*/ 3067 w 249"/>
                <a:gd name="T15" fmla="*/ 1084 h 82"/>
                <a:gd name="T16" fmla="*/ 3693 w 249"/>
                <a:gd name="T17" fmla="*/ 956 h 82"/>
                <a:gd name="T18" fmla="*/ 3881 w 249"/>
                <a:gd name="T19" fmla="*/ 363 h 82"/>
                <a:gd name="T20" fmla="*/ 3868 w 249"/>
                <a:gd name="T21" fmla="*/ 0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9" h="82">
                  <a:moveTo>
                    <a:pt x="0" y="30"/>
                  </a:moveTo>
                  <a:cubicBezTo>
                    <a:pt x="4" y="29"/>
                    <a:pt x="3" y="32"/>
                    <a:pt x="6" y="35"/>
                  </a:cubicBezTo>
                  <a:cubicBezTo>
                    <a:pt x="10" y="40"/>
                    <a:pt x="13" y="42"/>
                    <a:pt x="20" y="43"/>
                  </a:cubicBezTo>
                  <a:cubicBezTo>
                    <a:pt x="28" y="45"/>
                    <a:pt x="36" y="44"/>
                    <a:pt x="43" y="48"/>
                  </a:cubicBezTo>
                  <a:cubicBezTo>
                    <a:pt x="52" y="52"/>
                    <a:pt x="56" y="59"/>
                    <a:pt x="63" y="65"/>
                  </a:cubicBezTo>
                  <a:cubicBezTo>
                    <a:pt x="80" y="82"/>
                    <a:pt x="95" y="71"/>
                    <a:pt x="115" y="67"/>
                  </a:cubicBezTo>
                  <a:cubicBezTo>
                    <a:pt x="130" y="64"/>
                    <a:pt x="141" y="72"/>
                    <a:pt x="156" y="73"/>
                  </a:cubicBezTo>
                  <a:cubicBezTo>
                    <a:pt x="173" y="73"/>
                    <a:pt x="182" y="63"/>
                    <a:pt x="196" y="57"/>
                  </a:cubicBezTo>
                  <a:cubicBezTo>
                    <a:pt x="209" y="51"/>
                    <a:pt x="224" y="56"/>
                    <a:pt x="236" y="50"/>
                  </a:cubicBezTo>
                  <a:cubicBezTo>
                    <a:pt x="249" y="45"/>
                    <a:pt x="247" y="31"/>
                    <a:pt x="248" y="19"/>
                  </a:cubicBezTo>
                  <a:cubicBezTo>
                    <a:pt x="249" y="14"/>
                    <a:pt x="245" y="5"/>
                    <a:pt x="2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7" name="Freeform 43">
              <a:extLst>
                <a:ext uri="{FF2B5EF4-FFF2-40B4-BE49-F238E27FC236}">
                  <a16:creationId xmlns:a16="http://schemas.microsoft.com/office/drawing/2014/main" id="{274DE9CC-8DAF-451F-ABD3-8046D0DEB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3541"/>
              <a:ext cx="102" cy="51"/>
            </a:xfrm>
            <a:custGeom>
              <a:avLst/>
              <a:gdLst>
                <a:gd name="T0" fmla="*/ 0 w 41"/>
                <a:gd name="T1" fmla="*/ 21 h 19"/>
                <a:gd name="T2" fmla="*/ 403 w 41"/>
                <a:gd name="T3" fmla="*/ 81 h 19"/>
                <a:gd name="T4" fmla="*/ 632 w 41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9">
                  <a:moveTo>
                    <a:pt x="0" y="1"/>
                  </a:moveTo>
                  <a:cubicBezTo>
                    <a:pt x="8" y="4"/>
                    <a:pt x="18" y="0"/>
                    <a:pt x="26" y="4"/>
                  </a:cubicBezTo>
                  <a:cubicBezTo>
                    <a:pt x="32" y="6"/>
                    <a:pt x="40" y="13"/>
                    <a:pt x="41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8" name="Freeform 44">
              <a:extLst>
                <a:ext uri="{FF2B5EF4-FFF2-40B4-BE49-F238E27FC236}">
                  <a16:creationId xmlns:a16="http://schemas.microsoft.com/office/drawing/2014/main" id="{7B5F17E6-D488-478A-9D37-25BBE64AB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3603"/>
              <a:ext cx="138" cy="45"/>
            </a:xfrm>
            <a:custGeom>
              <a:avLst/>
              <a:gdLst>
                <a:gd name="T0" fmla="*/ 0 w 55"/>
                <a:gd name="T1" fmla="*/ 90 h 17"/>
                <a:gd name="T2" fmla="*/ 693 w 55"/>
                <a:gd name="T3" fmla="*/ 111 h 17"/>
                <a:gd name="T4" fmla="*/ 868 w 55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">
                  <a:moveTo>
                    <a:pt x="0" y="5"/>
                  </a:moveTo>
                  <a:cubicBezTo>
                    <a:pt x="12" y="3"/>
                    <a:pt x="34" y="0"/>
                    <a:pt x="44" y="6"/>
                  </a:cubicBezTo>
                  <a:cubicBezTo>
                    <a:pt x="48" y="9"/>
                    <a:pt x="52" y="16"/>
                    <a:pt x="55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9" name="Freeform 45">
              <a:extLst>
                <a:ext uri="{FF2B5EF4-FFF2-40B4-BE49-F238E27FC236}">
                  <a16:creationId xmlns:a16="http://schemas.microsoft.com/office/drawing/2014/main" id="{E84ECEF7-FB7C-481D-A6F6-1D2975CE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3368"/>
              <a:ext cx="45" cy="117"/>
            </a:xfrm>
            <a:custGeom>
              <a:avLst/>
              <a:gdLst>
                <a:gd name="T0" fmla="*/ 0 w 18"/>
                <a:gd name="T1" fmla="*/ 0 h 44"/>
                <a:gd name="T2" fmla="*/ 83 w 18"/>
                <a:gd name="T3" fmla="*/ 487 h 44"/>
                <a:gd name="T4" fmla="*/ 283 w 18"/>
                <a:gd name="T5" fmla="*/ 82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4">
                  <a:moveTo>
                    <a:pt x="0" y="0"/>
                  </a:moveTo>
                  <a:cubicBezTo>
                    <a:pt x="1" y="10"/>
                    <a:pt x="0" y="16"/>
                    <a:pt x="5" y="26"/>
                  </a:cubicBezTo>
                  <a:cubicBezTo>
                    <a:pt x="9" y="33"/>
                    <a:pt x="13" y="39"/>
                    <a:pt x="18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0" name="Freeform 46">
              <a:extLst>
                <a:ext uri="{FF2B5EF4-FFF2-40B4-BE49-F238E27FC236}">
                  <a16:creationId xmlns:a16="http://schemas.microsoft.com/office/drawing/2014/main" id="{D1DEB663-4DC2-4E2E-B9D2-A8858C5DD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3464"/>
              <a:ext cx="233" cy="235"/>
            </a:xfrm>
            <a:custGeom>
              <a:avLst/>
              <a:gdLst>
                <a:gd name="T0" fmla="*/ 0 w 93"/>
                <a:gd name="T1" fmla="*/ 0 h 88"/>
                <a:gd name="T2" fmla="*/ 313 w 93"/>
                <a:gd name="T3" fmla="*/ 478 h 88"/>
                <a:gd name="T4" fmla="*/ 501 w 93"/>
                <a:gd name="T5" fmla="*/ 513 h 88"/>
                <a:gd name="T6" fmla="*/ 616 w 93"/>
                <a:gd name="T7" fmla="*/ 764 h 88"/>
                <a:gd name="T8" fmla="*/ 742 w 93"/>
                <a:gd name="T9" fmla="*/ 1106 h 88"/>
                <a:gd name="T10" fmla="*/ 1117 w 93"/>
                <a:gd name="T11" fmla="*/ 1311 h 88"/>
                <a:gd name="T12" fmla="*/ 1350 w 93"/>
                <a:gd name="T13" fmla="*/ 1469 h 88"/>
                <a:gd name="T14" fmla="*/ 1431 w 93"/>
                <a:gd name="T15" fmla="*/ 1562 h 88"/>
                <a:gd name="T16" fmla="*/ 1463 w 93"/>
                <a:gd name="T17" fmla="*/ 1597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88">
                  <a:moveTo>
                    <a:pt x="0" y="0"/>
                  </a:moveTo>
                  <a:cubicBezTo>
                    <a:pt x="3" y="13"/>
                    <a:pt x="5" y="22"/>
                    <a:pt x="20" y="25"/>
                  </a:cubicBezTo>
                  <a:cubicBezTo>
                    <a:pt x="23" y="26"/>
                    <a:pt x="30" y="25"/>
                    <a:pt x="32" y="27"/>
                  </a:cubicBezTo>
                  <a:cubicBezTo>
                    <a:pt x="36" y="29"/>
                    <a:pt x="38" y="37"/>
                    <a:pt x="39" y="40"/>
                  </a:cubicBezTo>
                  <a:cubicBezTo>
                    <a:pt x="42" y="47"/>
                    <a:pt x="42" y="53"/>
                    <a:pt x="47" y="58"/>
                  </a:cubicBezTo>
                  <a:cubicBezTo>
                    <a:pt x="53" y="66"/>
                    <a:pt x="62" y="67"/>
                    <a:pt x="71" y="69"/>
                  </a:cubicBezTo>
                  <a:cubicBezTo>
                    <a:pt x="77" y="71"/>
                    <a:pt x="81" y="73"/>
                    <a:pt x="86" y="77"/>
                  </a:cubicBezTo>
                  <a:cubicBezTo>
                    <a:pt x="88" y="79"/>
                    <a:pt x="89" y="81"/>
                    <a:pt x="91" y="82"/>
                  </a:cubicBezTo>
                  <a:cubicBezTo>
                    <a:pt x="92" y="84"/>
                    <a:pt x="93" y="88"/>
                    <a:pt x="93" y="8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1" name="Freeform 47">
              <a:extLst>
                <a:ext uri="{FF2B5EF4-FFF2-40B4-BE49-F238E27FC236}">
                  <a16:creationId xmlns:a16="http://schemas.microsoft.com/office/drawing/2014/main" id="{2D864355-44EC-4A4B-9F83-67EF18C96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3581"/>
              <a:ext cx="120" cy="78"/>
            </a:xfrm>
            <a:custGeom>
              <a:avLst/>
              <a:gdLst>
                <a:gd name="T0" fmla="*/ 0 w 48"/>
                <a:gd name="T1" fmla="*/ 0 h 29"/>
                <a:gd name="T2" fmla="*/ 363 w 48"/>
                <a:gd name="T3" fmla="*/ 527 h 29"/>
                <a:gd name="T4" fmla="*/ 750 w 48"/>
                <a:gd name="T5" fmla="*/ 54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9">
                  <a:moveTo>
                    <a:pt x="0" y="0"/>
                  </a:moveTo>
                  <a:cubicBezTo>
                    <a:pt x="8" y="10"/>
                    <a:pt x="9" y="24"/>
                    <a:pt x="23" y="27"/>
                  </a:cubicBezTo>
                  <a:cubicBezTo>
                    <a:pt x="31" y="29"/>
                    <a:pt x="41" y="26"/>
                    <a:pt x="48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2" name="Freeform 48">
              <a:extLst>
                <a:ext uri="{FF2B5EF4-FFF2-40B4-BE49-F238E27FC236}">
                  <a16:creationId xmlns:a16="http://schemas.microsoft.com/office/drawing/2014/main" id="{8B372BD4-8969-4B05-A0AB-946CE9AD6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3528"/>
              <a:ext cx="75" cy="99"/>
            </a:xfrm>
            <a:custGeom>
              <a:avLst/>
              <a:gdLst>
                <a:gd name="T0" fmla="*/ 0 w 30"/>
                <a:gd name="T1" fmla="*/ 0 h 37"/>
                <a:gd name="T2" fmla="*/ 250 w 30"/>
                <a:gd name="T3" fmla="*/ 500 h 37"/>
                <a:gd name="T4" fmla="*/ 470 w 30"/>
                <a:gd name="T5" fmla="*/ 70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7">
                  <a:moveTo>
                    <a:pt x="0" y="0"/>
                  </a:moveTo>
                  <a:cubicBezTo>
                    <a:pt x="2" y="12"/>
                    <a:pt x="8" y="18"/>
                    <a:pt x="16" y="26"/>
                  </a:cubicBezTo>
                  <a:cubicBezTo>
                    <a:pt x="20" y="29"/>
                    <a:pt x="25" y="36"/>
                    <a:pt x="30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3" name="Freeform 49">
              <a:extLst>
                <a:ext uri="{FF2B5EF4-FFF2-40B4-BE49-F238E27FC236}">
                  <a16:creationId xmlns:a16="http://schemas.microsoft.com/office/drawing/2014/main" id="{FCC42B06-7E8C-44D2-AE83-4AEEE2561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3605"/>
              <a:ext cx="170" cy="40"/>
            </a:xfrm>
            <a:custGeom>
              <a:avLst/>
              <a:gdLst>
                <a:gd name="T0" fmla="*/ 0 w 68"/>
                <a:gd name="T1" fmla="*/ 285 h 15"/>
                <a:gd name="T2" fmla="*/ 613 w 68"/>
                <a:gd name="T3" fmla="*/ 35 h 15"/>
                <a:gd name="T4" fmla="*/ 1050 w 68"/>
                <a:gd name="T5" fmla="*/ 136 h 15"/>
                <a:gd name="T6" fmla="*/ 1050 w 68"/>
                <a:gd name="T7" fmla="*/ 1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5">
                  <a:moveTo>
                    <a:pt x="0" y="15"/>
                  </a:moveTo>
                  <a:cubicBezTo>
                    <a:pt x="14" y="13"/>
                    <a:pt x="25" y="0"/>
                    <a:pt x="39" y="2"/>
                  </a:cubicBezTo>
                  <a:cubicBezTo>
                    <a:pt x="48" y="2"/>
                    <a:pt x="58" y="5"/>
                    <a:pt x="67" y="7"/>
                  </a:cubicBezTo>
                  <a:cubicBezTo>
                    <a:pt x="68" y="7"/>
                    <a:pt x="68" y="7"/>
                    <a:pt x="67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4" name="Freeform 50">
              <a:extLst>
                <a:ext uri="{FF2B5EF4-FFF2-40B4-BE49-F238E27FC236}">
                  <a16:creationId xmlns:a16="http://schemas.microsoft.com/office/drawing/2014/main" id="{47FCDD0D-8168-4581-A8D8-C361D8C87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3475"/>
              <a:ext cx="92" cy="136"/>
            </a:xfrm>
            <a:custGeom>
              <a:avLst/>
              <a:gdLst>
                <a:gd name="T0" fmla="*/ 0 w 37"/>
                <a:gd name="T1" fmla="*/ 968 h 51"/>
                <a:gd name="T2" fmla="*/ 259 w 37"/>
                <a:gd name="T3" fmla="*/ 832 h 51"/>
                <a:gd name="T4" fmla="*/ 383 w 37"/>
                <a:gd name="T5" fmla="*/ 533 h 51"/>
                <a:gd name="T6" fmla="*/ 525 w 37"/>
                <a:gd name="T7" fmla="*/ 264 h 51"/>
                <a:gd name="T8" fmla="*/ 537 w 37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1">
                  <a:moveTo>
                    <a:pt x="0" y="51"/>
                  </a:moveTo>
                  <a:cubicBezTo>
                    <a:pt x="5" y="49"/>
                    <a:pt x="13" y="50"/>
                    <a:pt x="17" y="44"/>
                  </a:cubicBezTo>
                  <a:cubicBezTo>
                    <a:pt x="21" y="40"/>
                    <a:pt x="21" y="33"/>
                    <a:pt x="25" y="28"/>
                  </a:cubicBezTo>
                  <a:cubicBezTo>
                    <a:pt x="28" y="23"/>
                    <a:pt x="32" y="20"/>
                    <a:pt x="34" y="14"/>
                  </a:cubicBezTo>
                  <a:cubicBezTo>
                    <a:pt x="35" y="11"/>
                    <a:pt x="37" y="1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5" name="Freeform 51">
              <a:extLst>
                <a:ext uri="{FF2B5EF4-FFF2-40B4-BE49-F238E27FC236}">
                  <a16:creationId xmlns:a16="http://schemas.microsoft.com/office/drawing/2014/main" id="{A926A65B-B1B3-42D9-A75D-214A0A6EB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3563"/>
              <a:ext cx="148" cy="50"/>
            </a:xfrm>
            <a:custGeom>
              <a:avLst/>
              <a:gdLst>
                <a:gd name="T0" fmla="*/ 0 w 59"/>
                <a:gd name="T1" fmla="*/ 347 h 19"/>
                <a:gd name="T2" fmla="*/ 931 w 5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9">
                  <a:moveTo>
                    <a:pt x="0" y="19"/>
                  </a:moveTo>
                  <a:cubicBezTo>
                    <a:pt x="9" y="1"/>
                    <a:pt x="41" y="0"/>
                    <a:pt x="5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6" name="Freeform 52">
              <a:extLst>
                <a:ext uri="{FF2B5EF4-FFF2-40B4-BE49-F238E27FC236}">
                  <a16:creationId xmlns:a16="http://schemas.microsoft.com/office/drawing/2014/main" id="{44FE6F4C-AFE8-4914-B9FE-67D97E2EF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656"/>
              <a:ext cx="120" cy="35"/>
            </a:xfrm>
            <a:custGeom>
              <a:avLst/>
              <a:gdLst>
                <a:gd name="T0" fmla="*/ 0 w 48"/>
                <a:gd name="T1" fmla="*/ 94 h 13"/>
                <a:gd name="T2" fmla="*/ 470 w 48"/>
                <a:gd name="T3" fmla="*/ 197 h 13"/>
                <a:gd name="T4" fmla="*/ 750 w 48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3">
                  <a:moveTo>
                    <a:pt x="0" y="5"/>
                  </a:moveTo>
                  <a:cubicBezTo>
                    <a:pt x="8" y="11"/>
                    <a:pt x="20" y="13"/>
                    <a:pt x="30" y="10"/>
                  </a:cubicBezTo>
                  <a:cubicBezTo>
                    <a:pt x="34" y="9"/>
                    <a:pt x="46" y="0"/>
                    <a:pt x="48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7" name="Freeform 53">
              <a:extLst>
                <a:ext uri="{FF2B5EF4-FFF2-40B4-BE49-F238E27FC236}">
                  <a16:creationId xmlns:a16="http://schemas.microsoft.com/office/drawing/2014/main" id="{AF88DA94-9ED4-4CA8-929E-746D4AC25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669"/>
              <a:ext cx="197" cy="59"/>
            </a:xfrm>
            <a:custGeom>
              <a:avLst/>
              <a:gdLst>
                <a:gd name="T0" fmla="*/ 0 w 79"/>
                <a:gd name="T1" fmla="*/ 215 h 22"/>
                <a:gd name="T2" fmla="*/ 436 w 79"/>
                <a:gd name="T3" fmla="*/ 35 h 22"/>
                <a:gd name="T4" fmla="*/ 746 w 79"/>
                <a:gd name="T5" fmla="*/ 35 h 22"/>
                <a:gd name="T6" fmla="*/ 1224 w 79"/>
                <a:gd name="T7" fmla="*/ 42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2">
                  <a:moveTo>
                    <a:pt x="0" y="11"/>
                  </a:moveTo>
                  <a:cubicBezTo>
                    <a:pt x="7" y="4"/>
                    <a:pt x="19" y="4"/>
                    <a:pt x="28" y="2"/>
                  </a:cubicBezTo>
                  <a:cubicBezTo>
                    <a:pt x="35" y="1"/>
                    <a:pt x="40" y="0"/>
                    <a:pt x="48" y="2"/>
                  </a:cubicBezTo>
                  <a:cubicBezTo>
                    <a:pt x="57" y="5"/>
                    <a:pt x="75" y="16"/>
                    <a:pt x="79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8" name="Freeform 54">
              <a:extLst>
                <a:ext uri="{FF2B5EF4-FFF2-40B4-BE49-F238E27FC236}">
                  <a16:creationId xmlns:a16="http://schemas.microsoft.com/office/drawing/2014/main" id="{4BCF6847-3F94-4BFC-9025-6D6740AD6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677"/>
              <a:ext cx="145" cy="35"/>
            </a:xfrm>
            <a:custGeom>
              <a:avLst/>
              <a:gdLst>
                <a:gd name="T0" fmla="*/ 0 w 58"/>
                <a:gd name="T1" fmla="*/ 0 h 13"/>
                <a:gd name="T2" fmla="*/ 458 w 58"/>
                <a:gd name="T3" fmla="*/ 116 h 13"/>
                <a:gd name="T4" fmla="*/ 783 w 58"/>
                <a:gd name="T5" fmla="*/ 116 h 13"/>
                <a:gd name="T6" fmla="*/ 908 w 58"/>
                <a:gd name="T7" fmla="*/ 19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3">
                  <a:moveTo>
                    <a:pt x="0" y="0"/>
                  </a:moveTo>
                  <a:cubicBezTo>
                    <a:pt x="6" y="13"/>
                    <a:pt x="19" y="8"/>
                    <a:pt x="29" y="6"/>
                  </a:cubicBezTo>
                  <a:cubicBezTo>
                    <a:pt x="36" y="4"/>
                    <a:pt x="44" y="4"/>
                    <a:pt x="50" y="6"/>
                  </a:cubicBezTo>
                  <a:cubicBezTo>
                    <a:pt x="53" y="7"/>
                    <a:pt x="56" y="9"/>
                    <a:pt x="58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9" name="Freeform 55">
              <a:extLst>
                <a:ext uri="{FF2B5EF4-FFF2-40B4-BE49-F238E27FC236}">
                  <a16:creationId xmlns:a16="http://schemas.microsoft.com/office/drawing/2014/main" id="{F0F25CF5-5CFA-4D20-A400-AF9984B2C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613"/>
              <a:ext cx="115" cy="72"/>
            </a:xfrm>
            <a:custGeom>
              <a:avLst/>
              <a:gdLst>
                <a:gd name="T0" fmla="*/ 0 w 46"/>
                <a:gd name="T1" fmla="*/ 512 h 27"/>
                <a:gd name="T2" fmla="*/ 175 w 46"/>
                <a:gd name="T3" fmla="*/ 456 h 27"/>
                <a:gd name="T4" fmla="*/ 470 w 46"/>
                <a:gd name="T5" fmla="*/ 363 h 27"/>
                <a:gd name="T6" fmla="*/ 720 w 4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7">
                  <a:moveTo>
                    <a:pt x="0" y="27"/>
                  </a:moveTo>
                  <a:cubicBezTo>
                    <a:pt x="4" y="27"/>
                    <a:pt x="8" y="25"/>
                    <a:pt x="11" y="24"/>
                  </a:cubicBezTo>
                  <a:cubicBezTo>
                    <a:pt x="17" y="21"/>
                    <a:pt x="24" y="21"/>
                    <a:pt x="30" y="19"/>
                  </a:cubicBezTo>
                  <a:cubicBezTo>
                    <a:pt x="39" y="15"/>
                    <a:pt x="38" y="4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0" name="Freeform 56">
              <a:extLst>
                <a:ext uri="{FF2B5EF4-FFF2-40B4-BE49-F238E27FC236}">
                  <a16:creationId xmlns:a16="http://schemas.microsoft.com/office/drawing/2014/main" id="{206DD395-2149-4763-8554-2F226F51E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2504"/>
              <a:ext cx="320" cy="141"/>
            </a:xfrm>
            <a:custGeom>
              <a:avLst/>
              <a:gdLst>
                <a:gd name="T0" fmla="*/ 0 w 128"/>
                <a:gd name="T1" fmla="*/ 0 h 53"/>
                <a:gd name="T2" fmla="*/ 800 w 128"/>
                <a:gd name="T3" fmla="*/ 56 h 53"/>
                <a:gd name="T4" fmla="*/ 1113 w 128"/>
                <a:gd name="T5" fmla="*/ 282 h 53"/>
                <a:gd name="T6" fmla="*/ 1408 w 128"/>
                <a:gd name="T7" fmla="*/ 341 h 53"/>
                <a:gd name="T8" fmla="*/ 1863 w 128"/>
                <a:gd name="T9" fmla="*/ 694 h 53"/>
                <a:gd name="T10" fmla="*/ 1988 w 128"/>
                <a:gd name="T11" fmla="*/ 865 h 53"/>
                <a:gd name="T12" fmla="*/ 2000 w 128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53">
                  <a:moveTo>
                    <a:pt x="0" y="0"/>
                  </a:moveTo>
                  <a:cubicBezTo>
                    <a:pt x="16" y="11"/>
                    <a:pt x="34" y="0"/>
                    <a:pt x="51" y="3"/>
                  </a:cubicBezTo>
                  <a:cubicBezTo>
                    <a:pt x="59" y="5"/>
                    <a:pt x="64" y="11"/>
                    <a:pt x="71" y="15"/>
                  </a:cubicBezTo>
                  <a:cubicBezTo>
                    <a:pt x="78" y="19"/>
                    <a:pt x="83" y="18"/>
                    <a:pt x="90" y="18"/>
                  </a:cubicBezTo>
                  <a:cubicBezTo>
                    <a:pt x="104" y="18"/>
                    <a:pt x="112" y="27"/>
                    <a:pt x="119" y="37"/>
                  </a:cubicBezTo>
                  <a:cubicBezTo>
                    <a:pt x="121" y="40"/>
                    <a:pt x="125" y="43"/>
                    <a:pt x="127" y="46"/>
                  </a:cubicBezTo>
                  <a:cubicBezTo>
                    <a:pt x="128" y="48"/>
                    <a:pt x="127" y="52"/>
                    <a:pt x="128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1" name="Freeform 57">
              <a:extLst>
                <a:ext uri="{FF2B5EF4-FFF2-40B4-BE49-F238E27FC236}">
                  <a16:creationId xmlns:a16="http://schemas.microsoft.com/office/drawing/2014/main" id="{727B6E8E-4317-48C8-89B6-A4EC48499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517"/>
              <a:ext cx="122" cy="32"/>
            </a:xfrm>
            <a:custGeom>
              <a:avLst/>
              <a:gdLst>
                <a:gd name="T0" fmla="*/ 0 w 49"/>
                <a:gd name="T1" fmla="*/ 93 h 12"/>
                <a:gd name="T2" fmla="*/ 466 w 49"/>
                <a:gd name="T3" fmla="*/ 149 h 12"/>
                <a:gd name="T4" fmla="*/ 757 w 4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2">
                  <a:moveTo>
                    <a:pt x="0" y="5"/>
                  </a:moveTo>
                  <a:cubicBezTo>
                    <a:pt x="11" y="10"/>
                    <a:pt x="18" y="12"/>
                    <a:pt x="30" y="8"/>
                  </a:cubicBezTo>
                  <a:cubicBezTo>
                    <a:pt x="37" y="6"/>
                    <a:pt x="42" y="1"/>
                    <a:pt x="4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2" name="Freeform 58">
              <a:extLst>
                <a:ext uri="{FF2B5EF4-FFF2-40B4-BE49-F238E27FC236}">
                  <a16:creationId xmlns:a16="http://schemas.microsoft.com/office/drawing/2014/main" id="{8341D442-6E12-45EA-B39A-49790E082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467"/>
              <a:ext cx="75" cy="48"/>
            </a:xfrm>
            <a:custGeom>
              <a:avLst/>
              <a:gdLst>
                <a:gd name="T0" fmla="*/ 0 w 30"/>
                <a:gd name="T1" fmla="*/ 0 h 18"/>
                <a:gd name="T2" fmla="*/ 300 w 30"/>
                <a:gd name="T3" fmla="*/ 149 h 18"/>
                <a:gd name="T4" fmla="*/ 470 w 30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8">
                  <a:moveTo>
                    <a:pt x="0" y="0"/>
                  </a:moveTo>
                  <a:cubicBezTo>
                    <a:pt x="6" y="2"/>
                    <a:pt x="13" y="4"/>
                    <a:pt x="19" y="8"/>
                  </a:cubicBezTo>
                  <a:cubicBezTo>
                    <a:pt x="22" y="12"/>
                    <a:pt x="25" y="16"/>
                    <a:pt x="30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3" name="Freeform 59">
              <a:extLst>
                <a:ext uri="{FF2B5EF4-FFF2-40B4-BE49-F238E27FC236}">
                  <a16:creationId xmlns:a16="http://schemas.microsoft.com/office/drawing/2014/main" id="{9BE23F5C-42C4-4AE7-81C1-4C34054A8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485"/>
              <a:ext cx="125" cy="72"/>
            </a:xfrm>
            <a:custGeom>
              <a:avLst/>
              <a:gdLst>
                <a:gd name="T0" fmla="*/ 0 w 50"/>
                <a:gd name="T1" fmla="*/ 171 h 27"/>
                <a:gd name="T2" fmla="*/ 550 w 50"/>
                <a:gd name="T3" fmla="*/ 171 h 27"/>
                <a:gd name="T4" fmla="*/ 750 w 50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7">
                  <a:moveTo>
                    <a:pt x="0" y="9"/>
                  </a:moveTo>
                  <a:cubicBezTo>
                    <a:pt x="11" y="7"/>
                    <a:pt x="25" y="0"/>
                    <a:pt x="35" y="9"/>
                  </a:cubicBezTo>
                  <a:cubicBezTo>
                    <a:pt x="39" y="13"/>
                    <a:pt x="50" y="23"/>
                    <a:pt x="48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4" name="Freeform 60">
              <a:extLst>
                <a:ext uri="{FF2B5EF4-FFF2-40B4-BE49-F238E27FC236}">
                  <a16:creationId xmlns:a16="http://schemas.microsoft.com/office/drawing/2014/main" id="{E9D8C852-5DAE-449B-9D4B-BEA3E57C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533"/>
              <a:ext cx="305" cy="278"/>
            </a:xfrm>
            <a:custGeom>
              <a:avLst/>
              <a:gdLst>
                <a:gd name="T0" fmla="*/ 0 w 122"/>
                <a:gd name="T1" fmla="*/ 0 h 104"/>
                <a:gd name="T2" fmla="*/ 300 w 122"/>
                <a:gd name="T3" fmla="*/ 150 h 104"/>
                <a:gd name="T4" fmla="*/ 595 w 122"/>
                <a:gd name="T5" fmla="*/ 436 h 104"/>
                <a:gd name="T6" fmla="*/ 845 w 122"/>
                <a:gd name="T7" fmla="*/ 559 h 104"/>
                <a:gd name="T8" fmla="*/ 895 w 122"/>
                <a:gd name="T9" fmla="*/ 743 h 104"/>
                <a:gd name="T10" fmla="*/ 1020 w 122"/>
                <a:gd name="T11" fmla="*/ 901 h 104"/>
                <a:gd name="T12" fmla="*/ 1300 w 122"/>
                <a:gd name="T13" fmla="*/ 1107 h 104"/>
                <a:gd name="T14" fmla="*/ 1375 w 122"/>
                <a:gd name="T15" fmla="*/ 1529 h 104"/>
                <a:gd name="T16" fmla="*/ 1908 w 122"/>
                <a:gd name="T17" fmla="*/ 1986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104">
                  <a:moveTo>
                    <a:pt x="0" y="0"/>
                  </a:moveTo>
                  <a:cubicBezTo>
                    <a:pt x="6" y="4"/>
                    <a:pt x="13" y="4"/>
                    <a:pt x="19" y="8"/>
                  </a:cubicBezTo>
                  <a:cubicBezTo>
                    <a:pt x="25" y="14"/>
                    <a:pt x="29" y="20"/>
                    <a:pt x="38" y="23"/>
                  </a:cubicBezTo>
                  <a:cubicBezTo>
                    <a:pt x="44" y="24"/>
                    <a:pt x="51" y="23"/>
                    <a:pt x="54" y="29"/>
                  </a:cubicBezTo>
                  <a:cubicBezTo>
                    <a:pt x="56" y="31"/>
                    <a:pt x="55" y="36"/>
                    <a:pt x="57" y="39"/>
                  </a:cubicBezTo>
                  <a:cubicBezTo>
                    <a:pt x="58" y="42"/>
                    <a:pt x="62" y="45"/>
                    <a:pt x="65" y="47"/>
                  </a:cubicBezTo>
                  <a:cubicBezTo>
                    <a:pt x="70" y="52"/>
                    <a:pt x="78" y="54"/>
                    <a:pt x="83" y="58"/>
                  </a:cubicBezTo>
                  <a:cubicBezTo>
                    <a:pt x="88" y="64"/>
                    <a:pt x="86" y="73"/>
                    <a:pt x="88" y="80"/>
                  </a:cubicBezTo>
                  <a:cubicBezTo>
                    <a:pt x="94" y="99"/>
                    <a:pt x="108" y="97"/>
                    <a:pt x="122" y="10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5" name="Freeform 61">
              <a:extLst>
                <a:ext uri="{FF2B5EF4-FFF2-40B4-BE49-F238E27FC236}">
                  <a16:creationId xmlns:a16="http://schemas.microsoft.com/office/drawing/2014/main" id="{6989CC99-59EE-4ACF-86EA-01809EB0A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587"/>
              <a:ext cx="145" cy="181"/>
            </a:xfrm>
            <a:custGeom>
              <a:avLst/>
              <a:gdLst>
                <a:gd name="T0" fmla="*/ 0 w 58"/>
                <a:gd name="T1" fmla="*/ 0 h 68"/>
                <a:gd name="T2" fmla="*/ 300 w 58"/>
                <a:gd name="T3" fmla="*/ 397 h 68"/>
                <a:gd name="T4" fmla="*/ 520 w 58"/>
                <a:gd name="T5" fmla="*/ 644 h 68"/>
                <a:gd name="T6" fmla="*/ 908 w 58"/>
                <a:gd name="T7" fmla="*/ 1283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8">
                  <a:moveTo>
                    <a:pt x="0" y="0"/>
                  </a:moveTo>
                  <a:cubicBezTo>
                    <a:pt x="0" y="10"/>
                    <a:pt x="10" y="18"/>
                    <a:pt x="19" y="21"/>
                  </a:cubicBezTo>
                  <a:cubicBezTo>
                    <a:pt x="27" y="24"/>
                    <a:pt x="30" y="25"/>
                    <a:pt x="33" y="34"/>
                  </a:cubicBezTo>
                  <a:cubicBezTo>
                    <a:pt x="39" y="49"/>
                    <a:pt x="51" y="56"/>
                    <a:pt x="58" y="6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6" name="Freeform 62">
              <a:extLst>
                <a:ext uri="{FF2B5EF4-FFF2-40B4-BE49-F238E27FC236}">
                  <a16:creationId xmlns:a16="http://schemas.microsoft.com/office/drawing/2014/main" id="{FD2F11BC-22F9-412E-9508-4721BE350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787"/>
              <a:ext cx="77" cy="442"/>
            </a:xfrm>
            <a:custGeom>
              <a:avLst/>
              <a:gdLst>
                <a:gd name="T0" fmla="*/ 124 w 31"/>
                <a:gd name="T1" fmla="*/ 0 h 166"/>
                <a:gd name="T2" fmla="*/ 320 w 31"/>
                <a:gd name="T3" fmla="*/ 759 h 166"/>
                <a:gd name="T4" fmla="*/ 216 w 31"/>
                <a:gd name="T5" fmla="*/ 1339 h 166"/>
                <a:gd name="T6" fmla="*/ 412 w 31"/>
                <a:gd name="T7" fmla="*/ 1773 h 166"/>
                <a:gd name="T8" fmla="*/ 216 w 31"/>
                <a:gd name="T9" fmla="*/ 2623 h 166"/>
                <a:gd name="T10" fmla="*/ 166 w 31"/>
                <a:gd name="T11" fmla="*/ 2985 h 166"/>
                <a:gd name="T12" fmla="*/ 0 w 31"/>
                <a:gd name="T13" fmla="*/ 3134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66">
                  <a:moveTo>
                    <a:pt x="8" y="0"/>
                  </a:moveTo>
                  <a:cubicBezTo>
                    <a:pt x="9" y="15"/>
                    <a:pt x="26" y="22"/>
                    <a:pt x="21" y="40"/>
                  </a:cubicBezTo>
                  <a:cubicBezTo>
                    <a:pt x="19" y="50"/>
                    <a:pt x="11" y="60"/>
                    <a:pt x="14" y="71"/>
                  </a:cubicBezTo>
                  <a:cubicBezTo>
                    <a:pt x="16" y="80"/>
                    <a:pt x="25" y="85"/>
                    <a:pt x="27" y="94"/>
                  </a:cubicBezTo>
                  <a:cubicBezTo>
                    <a:pt x="31" y="112"/>
                    <a:pt x="11" y="122"/>
                    <a:pt x="14" y="139"/>
                  </a:cubicBezTo>
                  <a:cubicBezTo>
                    <a:pt x="15" y="148"/>
                    <a:pt x="17" y="151"/>
                    <a:pt x="11" y="158"/>
                  </a:cubicBezTo>
                  <a:cubicBezTo>
                    <a:pt x="8" y="162"/>
                    <a:pt x="4" y="165"/>
                    <a:pt x="0" y="1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7" name="Freeform 63">
              <a:extLst>
                <a:ext uri="{FF2B5EF4-FFF2-40B4-BE49-F238E27FC236}">
                  <a16:creationId xmlns:a16="http://schemas.microsoft.com/office/drawing/2014/main" id="{5544B497-0120-474A-BC48-3B4F863D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979"/>
              <a:ext cx="15" cy="149"/>
            </a:xfrm>
            <a:custGeom>
              <a:avLst/>
              <a:gdLst>
                <a:gd name="T0" fmla="*/ 50 w 6"/>
                <a:gd name="T1" fmla="*/ 0 h 56"/>
                <a:gd name="T2" fmla="*/ 20 w 6"/>
                <a:gd name="T3" fmla="*/ 580 h 56"/>
                <a:gd name="T4" fmla="*/ 83 w 6"/>
                <a:gd name="T5" fmla="*/ 849 h 56"/>
                <a:gd name="T6" fmla="*/ 83 w 6"/>
                <a:gd name="T7" fmla="*/ 105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6">
                  <a:moveTo>
                    <a:pt x="3" y="0"/>
                  </a:moveTo>
                  <a:cubicBezTo>
                    <a:pt x="6" y="11"/>
                    <a:pt x="0" y="20"/>
                    <a:pt x="1" y="31"/>
                  </a:cubicBezTo>
                  <a:cubicBezTo>
                    <a:pt x="1" y="36"/>
                    <a:pt x="4" y="40"/>
                    <a:pt x="5" y="45"/>
                  </a:cubicBezTo>
                  <a:cubicBezTo>
                    <a:pt x="5" y="49"/>
                    <a:pt x="4" y="53"/>
                    <a:pt x="5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8" name="Freeform 64">
              <a:extLst>
                <a:ext uri="{FF2B5EF4-FFF2-40B4-BE49-F238E27FC236}">
                  <a16:creationId xmlns:a16="http://schemas.microsoft.com/office/drawing/2014/main" id="{0FB95568-C2CD-4F0B-8231-341D5C557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875"/>
              <a:ext cx="28" cy="146"/>
            </a:xfrm>
            <a:custGeom>
              <a:avLst/>
              <a:gdLst>
                <a:gd name="T0" fmla="*/ 0 w 11"/>
                <a:gd name="T1" fmla="*/ 0 h 55"/>
                <a:gd name="T2" fmla="*/ 117 w 11"/>
                <a:gd name="T3" fmla="*/ 204 h 55"/>
                <a:gd name="T4" fmla="*/ 117 w 11"/>
                <a:gd name="T5" fmla="*/ 542 h 55"/>
                <a:gd name="T6" fmla="*/ 33 w 11"/>
                <a:gd name="T7" fmla="*/ 103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5">
                  <a:moveTo>
                    <a:pt x="0" y="0"/>
                  </a:moveTo>
                  <a:cubicBezTo>
                    <a:pt x="2" y="4"/>
                    <a:pt x="5" y="7"/>
                    <a:pt x="7" y="11"/>
                  </a:cubicBezTo>
                  <a:cubicBezTo>
                    <a:pt x="11" y="17"/>
                    <a:pt x="9" y="22"/>
                    <a:pt x="7" y="29"/>
                  </a:cubicBezTo>
                  <a:cubicBezTo>
                    <a:pt x="6" y="36"/>
                    <a:pt x="7" y="49"/>
                    <a:pt x="2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9" name="Freeform 65">
              <a:extLst>
                <a:ext uri="{FF2B5EF4-FFF2-40B4-BE49-F238E27FC236}">
                  <a16:creationId xmlns:a16="http://schemas.microsoft.com/office/drawing/2014/main" id="{E5A39B9B-B5B5-4384-9591-9EA75CEE5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957"/>
              <a:ext cx="45" cy="347"/>
            </a:xfrm>
            <a:custGeom>
              <a:avLst/>
              <a:gdLst>
                <a:gd name="T0" fmla="*/ 0 w 18"/>
                <a:gd name="T1" fmla="*/ 0 h 130"/>
                <a:gd name="T2" fmla="*/ 220 w 18"/>
                <a:gd name="T3" fmla="*/ 705 h 130"/>
                <a:gd name="T4" fmla="*/ 125 w 18"/>
                <a:gd name="T5" fmla="*/ 1412 h 130"/>
                <a:gd name="T6" fmla="*/ 283 w 18"/>
                <a:gd name="T7" fmla="*/ 1732 h 130"/>
                <a:gd name="T8" fmla="*/ 208 w 18"/>
                <a:gd name="T9" fmla="*/ 2053 h 130"/>
                <a:gd name="T10" fmla="*/ 208 w 18"/>
                <a:gd name="T11" fmla="*/ 2472 h 1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0">
                  <a:moveTo>
                    <a:pt x="0" y="0"/>
                  </a:moveTo>
                  <a:cubicBezTo>
                    <a:pt x="6" y="11"/>
                    <a:pt x="17" y="23"/>
                    <a:pt x="14" y="37"/>
                  </a:cubicBezTo>
                  <a:cubicBezTo>
                    <a:pt x="11" y="48"/>
                    <a:pt x="1" y="63"/>
                    <a:pt x="8" y="74"/>
                  </a:cubicBezTo>
                  <a:cubicBezTo>
                    <a:pt x="12" y="80"/>
                    <a:pt x="17" y="83"/>
                    <a:pt x="18" y="91"/>
                  </a:cubicBezTo>
                  <a:cubicBezTo>
                    <a:pt x="18" y="97"/>
                    <a:pt x="15" y="102"/>
                    <a:pt x="13" y="108"/>
                  </a:cubicBezTo>
                  <a:cubicBezTo>
                    <a:pt x="11" y="114"/>
                    <a:pt x="9" y="126"/>
                    <a:pt x="13" y="1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0" name="Freeform 66">
              <a:extLst>
                <a:ext uri="{FF2B5EF4-FFF2-40B4-BE49-F238E27FC236}">
                  <a16:creationId xmlns:a16="http://schemas.microsoft.com/office/drawing/2014/main" id="{547701C5-D11F-48F1-BFE1-C3EAEBBCB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3139"/>
              <a:ext cx="33" cy="181"/>
            </a:xfrm>
            <a:custGeom>
              <a:avLst/>
              <a:gdLst>
                <a:gd name="T0" fmla="*/ 129 w 13"/>
                <a:gd name="T1" fmla="*/ 0 h 68"/>
                <a:gd name="T2" fmla="*/ 33 w 13"/>
                <a:gd name="T3" fmla="*/ 397 h 68"/>
                <a:gd name="T4" fmla="*/ 84 w 13"/>
                <a:gd name="T5" fmla="*/ 828 h 68"/>
                <a:gd name="T6" fmla="*/ 213 w 13"/>
                <a:gd name="T7" fmla="*/ 1283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8">
                  <a:moveTo>
                    <a:pt x="8" y="0"/>
                  </a:moveTo>
                  <a:cubicBezTo>
                    <a:pt x="9" y="8"/>
                    <a:pt x="4" y="13"/>
                    <a:pt x="2" y="21"/>
                  </a:cubicBezTo>
                  <a:cubicBezTo>
                    <a:pt x="0" y="30"/>
                    <a:pt x="2" y="36"/>
                    <a:pt x="5" y="44"/>
                  </a:cubicBezTo>
                  <a:cubicBezTo>
                    <a:pt x="8" y="51"/>
                    <a:pt x="13" y="63"/>
                    <a:pt x="13" y="6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1" name="Freeform 67">
              <a:extLst>
                <a:ext uri="{FF2B5EF4-FFF2-40B4-BE49-F238E27FC236}">
                  <a16:creationId xmlns:a16="http://schemas.microsoft.com/office/drawing/2014/main" id="{B9E5843D-8BEF-4C74-B0FA-820D92D6D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731"/>
              <a:ext cx="100" cy="152"/>
            </a:xfrm>
            <a:custGeom>
              <a:avLst/>
              <a:gdLst>
                <a:gd name="T0" fmla="*/ 83 w 40"/>
                <a:gd name="T1" fmla="*/ 0 h 57"/>
                <a:gd name="T2" fmla="*/ 375 w 40"/>
                <a:gd name="T3" fmla="*/ 739 h 57"/>
                <a:gd name="T4" fmla="*/ 625 w 40"/>
                <a:gd name="T5" fmla="*/ 108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7">
                  <a:moveTo>
                    <a:pt x="5" y="0"/>
                  </a:moveTo>
                  <a:cubicBezTo>
                    <a:pt x="0" y="16"/>
                    <a:pt x="13" y="32"/>
                    <a:pt x="24" y="39"/>
                  </a:cubicBezTo>
                  <a:cubicBezTo>
                    <a:pt x="33" y="45"/>
                    <a:pt x="37" y="47"/>
                    <a:pt x="4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2" name="Freeform 68">
              <a:extLst>
                <a:ext uri="{FF2B5EF4-FFF2-40B4-BE49-F238E27FC236}">
                  <a16:creationId xmlns:a16="http://schemas.microsoft.com/office/drawing/2014/main" id="{A6660559-13E6-4932-8F5B-9A5C014DF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827"/>
              <a:ext cx="35" cy="149"/>
            </a:xfrm>
            <a:custGeom>
              <a:avLst/>
              <a:gdLst>
                <a:gd name="T0" fmla="*/ 0 w 14"/>
                <a:gd name="T1" fmla="*/ 0 h 56"/>
                <a:gd name="T2" fmla="*/ 0 w 14"/>
                <a:gd name="T3" fmla="*/ 341 h 56"/>
                <a:gd name="T4" fmla="*/ 113 w 14"/>
                <a:gd name="T5" fmla="*/ 657 h 56"/>
                <a:gd name="T6" fmla="*/ 220 w 14"/>
                <a:gd name="T7" fmla="*/ 105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6">
                  <a:moveTo>
                    <a:pt x="0" y="0"/>
                  </a:moveTo>
                  <a:cubicBezTo>
                    <a:pt x="2" y="6"/>
                    <a:pt x="0" y="12"/>
                    <a:pt x="0" y="18"/>
                  </a:cubicBezTo>
                  <a:cubicBezTo>
                    <a:pt x="1" y="24"/>
                    <a:pt x="4" y="30"/>
                    <a:pt x="7" y="35"/>
                  </a:cubicBezTo>
                  <a:cubicBezTo>
                    <a:pt x="11" y="42"/>
                    <a:pt x="13" y="50"/>
                    <a:pt x="14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3" name="Freeform 69">
              <a:extLst>
                <a:ext uri="{FF2B5EF4-FFF2-40B4-BE49-F238E27FC236}">
                  <a16:creationId xmlns:a16="http://schemas.microsoft.com/office/drawing/2014/main" id="{D66B6786-8141-42F5-B607-4F60E3FEA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813"/>
              <a:ext cx="50" cy="160"/>
            </a:xfrm>
            <a:custGeom>
              <a:avLst/>
              <a:gdLst>
                <a:gd name="T0" fmla="*/ 20 w 20"/>
                <a:gd name="T1" fmla="*/ 0 h 60"/>
                <a:gd name="T2" fmla="*/ 50 w 20"/>
                <a:gd name="T3" fmla="*/ 320 h 60"/>
                <a:gd name="T4" fmla="*/ 20 w 20"/>
                <a:gd name="T5" fmla="*/ 627 h 60"/>
                <a:gd name="T6" fmla="*/ 313 w 20"/>
                <a:gd name="T7" fmla="*/ 113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0">
                  <a:moveTo>
                    <a:pt x="1" y="0"/>
                  </a:moveTo>
                  <a:cubicBezTo>
                    <a:pt x="0" y="6"/>
                    <a:pt x="3" y="11"/>
                    <a:pt x="3" y="17"/>
                  </a:cubicBezTo>
                  <a:cubicBezTo>
                    <a:pt x="2" y="22"/>
                    <a:pt x="0" y="28"/>
                    <a:pt x="1" y="33"/>
                  </a:cubicBezTo>
                  <a:cubicBezTo>
                    <a:pt x="3" y="42"/>
                    <a:pt x="15" y="54"/>
                    <a:pt x="2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4" name="Freeform 70">
              <a:extLst>
                <a:ext uri="{FF2B5EF4-FFF2-40B4-BE49-F238E27FC236}">
                  <a16:creationId xmlns:a16="http://schemas.microsoft.com/office/drawing/2014/main" id="{74DBF76B-0C55-497D-A616-343D98522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976"/>
              <a:ext cx="40" cy="141"/>
            </a:xfrm>
            <a:custGeom>
              <a:avLst/>
              <a:gdLst>
                <a:gd name="T0" fmla="*/ 145 w 16"/>
                <a:gd name="T1" fmla="*/ 0 h 53"/>
                <a:gd name="T2" fmla="*/ 33 w 16"/>
                <a:gd name="T3" fmla="*/ 545 h 53"/>
                <a:gd name="T4" fmla="*/ 220 w 16"/>
                <a:gd name="T5" fmla="*/ 99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3">
                  <a:moveTo>
                    <a:pt x="9" y="0"/>
                  </a:moveTo>
                  <a:cubicBezTo>
                    <a:pt x="4" y="6"/>
                    <a:pt x="0" y="22"/>
                    <a:pt x="2" y="29"/>
                  </a:cubicBezTo>
                  <a:cubicBezTo>
                    <a:pt x="3" y="33"/>
                    <a:pt x="16" y="53"/>
                    <a:pt x="14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5" name="Freeform 71">
              <a:extLst>
                <a:ext uri="{FF2B5EF4-FFF2-40B4-BE49-F238E27FC236}">
                  <a16:creationId xmlns:a16="http://schemas.microsoft.com/office/drawing/2014/main" id="{AEED1F16-6549-4901-83E9-99139EE5D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643"/>
              <a:ext cx="67" cy="85"/>
            </a:xfrm>
            <a:custGeom>
              <a:avLst/>
              <a:gdLst>
                <a:gd name="T0" fmla="*/ 0 w 27"/>
                <a:gd name="T1" fmla="*/ 0 h 32"/>
                <a:gd name="T2" fmla="*/ 154 w 27"/>
                <a:gd name="T3" fmla="*/ 465 h 32"/>
                <a:gd name="T4" fmla="*/ 412 w 27"/>
                <a:gd name="T5" fmla="*/ 56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2">
                  <a:moveTo>
                    <a:pt x="0" y="0"/>
                  </a:moveTo>
                  <a:cubicBezTo>
                    <a:pt x="1" y="8"/>
                    <a:pt x="4" y="20"/>
                    <a:pt x="10" y="25"/>
                  </a:cubicBezTo>
                  <a:cubicBezTo>
                    <a:pt x="13" y="28"/>
                    <a:pt x="24" y="32"/>
                    <a:pt x="27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6" name="Freeform 72">
              <a:extLst>
                <a:ext uri="{FF2B5EF4-FFF2-40B4-BE49-F238E27FC236}">
                  <a16:creationId xmlns:a16="http://schemas.microsoft.com/office/drawing/2014/main" id="{4FDFB63D-DA43-47F1-B5D9-358290365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520"/>
              <a:ext cx="100" cy="53"/>
            </a:xfrm>
            <a:custGeom>
              <a:avLst/>
              <a:gdLst>
                <a:gd name="T0" fmla="*/ 0 w 40"/>
                <a:gd name="T1" fmla="*/ 0 h 20"/>
                <a:gd name="T2" fmla="*/ 625 w 40"/>
                <a:gd name="T3" fmla="*/ 22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0">
                  <a:moveTo>
                    <a:pt x="0" y="0"/>
                  </a:moveTo>
                  <a:cubicBezTo>
                    <a:pt x="7" y="20"/>
                    <a:pt x="25" y="11"/>
                    <a:pt x="40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7" name="Freeform 73">
              <a:extLst>
                <a:ext uri="{FF2B5EF4-FFF2-40B4-BE49-F238E27FC236}">
                  <a16:creationId xmlns:a16="http://schemas.microsoft.com/office/drawing/2014/main" id="{DC594621-10FB-4698-8B4C-E36051FD1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288"/>
              <a:ext cx="220" cy="275"/>
            </a:xfrm>
            <a:custGeom>
              <a:avLst/>
              <a:gdLst>
                <a:gd name="T0" fmla="*/ 0 w 88"/>
                <a:gd name="T1" fmla="*/ 1960 h 103"/>
                <a:gd name="T2" fmla="*/ 438 w 88"/>
                <a:gd name="T3" fmla="*/ 1468 h 103"/>
                <a:gd name="T4" fmla="*/ 1020 w 88"/>
                <a:gd name="T5" fmla="*/ 934 h 103"/>
                <a:gd name="T6" fmla="*/ 1188 w 88"/>
                <a:gd name="T7" fmla="*/ 264 h 103"/>
                <a:gd name="T8" fmla="*/ 1270 w 88"/>
                <a:gd name="T9" fmla="*/ 77 h 103"/>
                <a:gd name="T10" fmla="*/ 1375 w 88"/>
                <a:gd name="T11" fmla="*/ 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03">
                  <a:moveTo>
                    <a:pt x="0" y="103"/>
                  </a:moveTo>
                  <a:cubicBezTo>
                    <a:pt x="14" y="102"/>
                    <a:pt x="26" y="90"/>
                    <a:pt x="28" y="77"/>
                  </a:cubicBezTo>
                  <a:cubicBezTo>
                    <a:pt x="32" y="55"/>
                    <a:pt x="50" y="60"/>
                    <a:pt x="65" y="49"/>
                  </a:cubicBezTo>
                  <a:cubicBezTo>
                    <a:pt x="73" y="43"/>
                    <a:pt x="73" y="24"/>
                    <a:pt x="76" y="14"/>
                  </a:cubicBezTo>
                  <a:cubicBezTo>
                    <a:pt x="77" y="11"/>
                    <a:pt x="78" y="6"/>
                    <a:pt x="81" y="4"/>
                  </a:cubicBezTo>
                  <a:cubicBezTo>
                    <a:pt x="83" y="2"/>
                    <a:pt x="86" y="2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8" name="Freeform 74">
              <a:extLst>
                <a:ext uri="{FF2B5EF4-FFF2-40B4-BE49-F238E27FC236}">
                  <a16:creationId xmlns:a16="http://schemas.microsoft.com/office/drawing/2014/main" id="{EFA937D0-B6FA-4B18-8C3B-65C7C83B1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208"/>
              <a:ext cx="47" cy="123"/>
            </a:xfrm>
            <a:custGeom>
              <a:avLst/>
              <a:gdLst>
                <a:gd name="T0" fmla="*/ 287 w 19"/>
                <a:gd name="T1" fmla="*/ 0 h 46"/>
                <a:gd name="T2" fmla="*/ 228 w 19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6">
                  <a:moveTo>
                    <a:pt x="19" y="0"/>
                  </a:moveTo>
                  <a:cubicBezTo>
                    <a:pt x="0" y="5"/>
                    <a:pt x="14" y="34"/>
                    <a:pt x="15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9" name="Freeform 75">
              <a:extLst>
                <a:ext uri="{FF2B5EF4-FFF2-40B4-BE49-F238E27FC236}">
                  <a16:creationId xmlns:a16="http://schemas.microsoft.com/office/drawing/2014/main" id="{7D872414-4DA3-4938-9BCD-DD492110A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3320"/>
              <a:ext cx="82" cy="120"/>
            </a:xfrm>
            <a:custGeom>
              <a:avLst/>
              <a:gdLst>
                <a:gd name="T0" fmla="*/ 507 w 33"/>
                <a:gd name="T1" fmla="*/ 0 h 45"/>
                <a:gd name="T2" fmla="*/ 137 w 33"/>
                <a:gd name="T3" fmla="*/ 456 h 45"/>
                <a:gd name="T4" fmla="*/ 0 w 33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22" y="2"/>
                    <a:pt x="12" y="14"/>
                    <a:pt x="9" y="24"/>
                  </a:cubicBezTo>
                  <a:cubicBezTo>
                    <a:pt x="8" y="31"/>
                    <a:pt x="7" y="44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0" name="Freeform 76">
              <a:extLst>
                <a:ext uri="{FF2B5EF4-FFF2-40B4-BE49-F238E27FC236}">
                  <a16:creationId xmlns:a16="http://schemas.microsoft.com/office/drawing/2014/main" id="{EC630EE4-D3A3-4C53-ADC9-DEA9B32DF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427"/>
              <a:ext cx="97" cy="104"/>
            </a:xfrm>
            <a:custGeom>
              <a:avLst/>
              <a:gdLst>
                <a:gd name="T0" fmla="*/ 0 w 39"/>
                <a:gd name="T1" fmla="*/ 739 h 39"/>
                <a:gd name="T2" fmla="*/ 433 w 39"/>
                <a:gd name="T3" fmla="*/ 435 h 39"/>
                <a:gd name="T4" fmla="*/ 599 w 3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9">
                  <a:moveTo>
                    <a:pt x="0" y="39"/>
                  </a:moveTo>
                  <a:cubicBezTo>
                    <a:pt x="14" y="39"/>
                    <a:pt x="22" y="36"/>
                    <a:pt x="28" y="23"/>
                  </a:cubicBezTo>
                  <a:cubicBezTo>
                    <a:pt x="32" y="16"/>
                    <a:pt x="35" y="8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1" name="Freeform 77">
              <a:extLst>
                <a:ext uri="{FF2B5EF4-FFF2-40B4-BE49-F238E27FC236}">
                  <a16:creationId xmlns:a16="http://schemas.microsoft.com/office/drawing/2014/main" id="{4DBF344F-4E16-4E84-A4AB-DD498443E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3459"/>
              <a:ext cx="80" cy="69"/>
            </a:xfrm>
            <a:custGeom>
              <a:avLst/>
              <a:gdLst>
                <a:gd name="T0" fmla="*/ 20 w 32"/>
                <a:gd name="T1" fmla="*/ 451 h 26"/>
                <a:gd name="T2" fmla="*/ 0 w 32"/>
                <a:gd name="T3" fmla="*/ 486 h 26"/>
                <a:gd name="T4" fmla="*/ 208 w 32"/>
                <a:gd name="T5" fmla="*/ 56 h 26"/>
                <a:gd name="T6" fmla="*/ 500 w 3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6">
                  <a:moveTo>
                    <a:pt x="1" y="24"/>
                  </a:moveTo>
                  <a:cubicBezTo>
                    <a:pt x="1" y="25"/>
                    <a:pt x="1" y="26"/>
                    <a:pt x="0" y="26"/>
                  </a:cubicBezTo>
                  <a:cubicBezTo>
                    <a:pt x="1" y="18"/>
                    <a:pt x="6" y="7"/>
                    <a:pt x="13" y="3"/>
                  </a:cubicBezTo>
                  <a:cubicBezTo>
                    <a:pt x="19" y="0"/>
                    <a:pt x="26" y="3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2" name="Freeform 78">
              <a:extLst>
                <a:ext uri="{FF2B5EF4-FFF2-40B4-BE49-F238E27FC236}">
                  <a16:creationId xmlns:a16="http://schemas.microsoft.com/office/drawing/2014/main" id="{38E1BE46-B240-4176-9705-41CA6110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267"/>
              <a:ext cx="87" cy="130"/>
            </a:xfrm>
            <a:custGeom>
              <a:avLst/>
              <a:gdLst>
                <a:gd name="T0" fmla="*/ 0 w 35"/>
                <a:gd name="T1" fmla="*/ 915 h 49"/>
                <a:gd name="T2" fmla="*/ 524 w 35"/>
                <a:gd name="T3" fmla="*/ 578 h 49"/>
                <a:gd name="T4" fmla="*/ 495 w 35"/>
                <a:gd name="T5" fmla="*/ 239 h 49"/>
                <a:gd name="T6" fmla="*/ 445 w 35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9">
                  <a:moveTo>
                    <a:pt x="0" y="49"/>
                  </a:moveTo>
                  <a:cubicBezTo>
                    <a:pt x="11" y="43"/>
                    <a:pt x="31" y="46"/>
                    <a:pt x="34" y="31"/>
                  </a:cubicBezTo>
                  <a:cubicBezTo>
                    <a:pt x="35" y="25"/>
                    <a:pt x="34" y="19"/>
                    <a:pt x="32" y="13"/>
                  </a:cubicBezTo>
                  <a:cubicBezTo>
                    <a:pt x="30" y="9"/>
                    <a:pt x="27" y="5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3" name="Freeform 79">
              <a:extLst>
                <a:ext uri="{FF2B5EF4-FFF2-40B4-BE49-F238E27FC236}">
                  <a16:creationId xmlns:a16="http://schemas.microsoft.com/office/drawing/2014/main" id="{13A0FDB8-A073-4397-814D-D4BF26D2C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533"/>
              <a:ext cx="135" cy="43"/>
            </a:xfrm>
            <a:custGeom>
              <a:avLst/>
              <a:gdLst>
                <a:gd name="T0" fmla="*/ 0 w 54"/>
                <a:gd name="T1" fmla="*/ 0 h 16"/>
                <a:gd name="T2" fmla="*/ 488 w 54"/>
                <a:gd name="T3" fmla="*/ 312 h 16"/>
                <a:gd name="T4" fmla="*/ 845 w 54"/>
                <a:gd name="T5" fmla="*/ 1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6">
                  <a:moveTo>
                    <a:pt x="0" y="0"/>
                  </a:moveTo>
                  <a:cubicBezTo>
                    <a:pt x="8" y="10"/>
                    <a:pt x="18" y="16"/>
                    <a:pt x="31" y="16"/>
                  </a:cubicBezTo>
                  <a:cubicBezTo>
                    <a:pt x="41" y="16"/>
                    <a:pt x="46" y="12"/>
                    <a:pt x="54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4" name="Freeform 80">
              <a:extLst>
                <a:ext uri="{FF2B5EF4-FFF2-40B4-BE49-F238E27FC236}">
                  <a16:creationId xmlns:a16="http://schemas.microsoft.com/office/drawing/2014/main" id="{094B489D-FF9F-47A8-B65C-E5C5E6587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557"/>
              <a:ext cx="218" cy="126"/>
            </a:xfrm>
            <a:custGeom>
              <a:avLst/>
              <a:gdLst>
                <a:gd name="T0" fmla="*/ 0 w 87"/>
                <a:gd name="T1" fmla="*/ 0 h 47"/>
                <a:gd name="T2" fmla="*/ 426 w 87"/>
                <a:gd name="T3" fmla="*/ 389 h 47"/>
                <a:gd name="T4" fmla="*/ 960 w 87"/>
                <a:gd name="T5" fmla="*/ 539 h 47"/>
                <a:gd name="T6" fmla="*/ 1368 w 87"/>
                <a:gd name="T7" fmla="*/ 90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47">
                  <a:moveTo>
                    <a:pt x="0" y="0"/>
                  </a:moveTo>
                  <a:cubicBezTo>
                    <a:pt x="9" y="9"/>
                    <a:pt x="14" y="17"/>
                    <a:pt x="27" y="20"/>
                  </a:cubicBezTo>
                  <a:cubicBezTo>
                    <a:pt x="38" y="23"/>
                    <a:pt x="51" y="23"/>
                    <a:pt x="61" y="28"/>
                  </a:cubicBezTo>
                  <a:cubicBezTo>
                    <a:pt x="70" y="34"/>
                    <a:pt x="78" y="43"/>
                    <a:pt x="87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5" name="Freeform 81">
              <a:extLst>
                <a:ext uri="{FF2B5EF4-FFF2-40B4-BE49-F238E27FC236}">
                  <a16:creationId xmlns:a16="http://schemas.microsoft.com/office/drawing/2014/main" id="{DF198152-AFA6-43B6-8F5F-5CE39FDBA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627"/>
              <a:ext cx="162" cy="114"/>
            </a:xfrm>
            <a:custGeom>
              <a:avLst/>
              <a:gdLst>
                <a:gd name="T0" fmla="*/ 0 w 65"/>
                <a:gd name="T1" fmla="*/ 0 h 43"/>
                <a:gd name="T2" fmla="*/ 446 w 65"/>
                <a:gd name="T3" fmla="*/ 612 h 43"/>
                <a:gd name="T4" fmla="*/ 778 w 65"/>
                <a:gd name="T5" fmla="*/ 724 h 43"/>
                <a:gd name="T6" fmla="*/ 1007 w 65"/>
                <a:gd name="T7" fmla="*/ 80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43">
                  <a:moveTo>
                    <a:pt x="0" y="0"/>
                  </a:moveTo>
                  <a:cubicBezTo>
                    <a:pt x="7" y="17"/>
                    <a:pt x="13" y="24"/>
                    <a:pt x="29" y="33"/>
                  </a:cubicBezTo>
                  <a:cubicBezTo>
                    <a:pt x="36" y="37"/>
                    <a:pt x="42" y="39"/>
                    <a:pt x="50" y="39"/>
                  </a:cubicBezTo>
                  <a:cubicBezTo>
                    <a:pt x="56" y="39"/>
                    <a:pt x="60" y="39"/>
                    <a:pt x="65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6" name="Freeform 82">
              <a:extLst>
                <a:ext uri="{FF2B5EF4-FFF2-40B4-BE49-F238E27FC236}">
                  <a16:creationId xmlns:a16="http://schemas.microsoft.com/office/drawing/2014/main" id="{5BE87C0F-A0F4-4A71-8944-BEB135B86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728"/>
              <a:ext cx="80" cy="117"/>
            </a:xfrm>
            <a:custGeom>
              <a:avLst/>
              <a:gdLst>
                <a:gd name="T0" fmla="*/ 0 w 32"/>
                <a:gd name="T1" fmla="*/ 0 h 44"/>
                <a:gd name="T2" fmla="*/ 188 w 32"/>
                <a:gd name="T3" fmla="*/ 580 h 44"/>
                <a:gd name="T4" fmla="*/ 500 w 32"/>
                <a:gd name="T5" fmla="*/ 82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0" y="0"/>
                  </a:moveTo>
                  <a:cubicBezTo>
                    <a:pt x="3" y="11"/>
                    <a:pt x="3" y="23"/>
                    <a:pt x="12" y="31"/>
                  </a:cubicBezTo>
                  <a:cubicBezTo>
                    <a:pt x="19" y="37"/>
                    <a:pt x="27" y="36"/>
                    <a:pt x="32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7" name="Freeform 83">
              <a:extLst>
                <a:ext uri="{FF2B5EF4-FFF2-40B4-BE49-F238E27FC236}">
                  <a16:creationId xmlns:a16="http://schemas.microsoft.com/office/drawing/2014/main" id="{613B0861-3C3D-40CD-81D3-505344D6C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547"/>
              <a:ext cx="158" cy="170"/>
            </a:xfrm>
            <a:custGeom>
              <a:avLst/>
              <a:gdLst>
                <a:gd name="T0" fmla="*/ 0 w 63"/>
                <a:gd name="T1" fmla="*/ 1201 h 64"/>
                <a:gd name="T2" fmla="*/ 50 w 63"/>
                <a:gd name="T3" fmla="*/ 770 h 64"/>
                <a:gd name="T4" fmla="*/ 271 w 63"/>
                <a:gd name="T5" fmla="*/ 465 h 64"/>
                <a:gd name="T6" fmla="*/ 680 w 63"/>
                <a:gd name="T7" fmla="*/ 340 h 64"/>
                <a:gd name="T8" fmla="*/ 993 w 63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4">
                  <a:moveTo>
                    <a:pt x="0" y="64"/>
                  </a:moveTo>
                  <a:cubicBezTo>
                    <a:pt x="3" y="62"/>
                    <a:pt x="0" y="47"/>
                    <a:pt x="3" y="41"/>
                  </a:cubicBezTo>
                  <a:cubicBezTo>
                    <a:pt x="5" y="36"/>
                    <a:pt x="12" y="27"/>
                    <a:pt x="17" y="25"/>
                  </a:cubicBezTo>
                  <a:cubicBezTo>
                    <a:pt x="26" y="22"/>
                    <a:pt x="35" y="23"/>
                    <a:pt x="43" y="18"/>
                  </a:cubicBezTo>
                  <a:cubicBezTo>
                    <a:pt x="49" y="14"/>
                    <a:pt x="59" y="6"/>
                    <a:pt x="6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8" name="Freeform 84">
              <a:extLst>
                <a:ext uri="{FF2B5EF4-FFF2-40B4-BE49-F238E27FC236}">
                  <a16:creationId xmlns:a16="http://schemas.microsoft.com/office/drawing/2014/main" id="{E1073750-D10C-454C-B916-C8C599C64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536"/>
              <a:ext cx="155" cy="59"/>
            </a:xfrm>
            <a:custGeom>
              <a:avLst/>
              <a:gdLst>
                <a:gd name="T0" fmla="*/ 0 w 62"/>
                <a:gd name="T1" fmla="*/ 308 h 22"/>
                <a:gd name="T2" fmla="*/ 550 w 62"/>
                <a:gd name="T3" fmla="*/ 346 h 22"/>
                <a:gd name="T4" fmla="*/ 970 w 6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2">
                  <a:moveTo>
                    <a:pt x="0" y="16"/>
                  </a:moveTo>
                  <a:cubicBezTo>
                    <a:pt x="12" y="19"/>
                    <a:pt x="22" y="22"/>
                    <a:pt x="35" y="18"/>
                  </a:cubicBezTo>
                  <a:cubicBezTo>
                    <a:pt x="45" y="16"/>
                    <a:pt x="56" y="9"/>
                    <a:pt x="6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9" name="Freeform 85">
              <a:extLst>
                <a:ext uri="{FF2B5EF4-FFF2-40B4-BE49-F238E27FC236}">
                  <a16:creationId xmlns:a16="http://schemas.microsoft.com/office/drawing/2014/main" id="{4228E9CE-F425-4EDC-800A-9062E5E0B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776"/>
              <a:ext cx="75" cy="139"/>
            </a:xfrm>
            <a:custGeom>
              <a:avLst/>
              <a:gdLst>
                <a:gd name="T0" fmla="*/ 0 w 30"/>
                <a:gd name="T1" fmla="*/ 994 h 52"/>
                <a:gd name="T2" fmla="*/ 470 w 30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2">
                  <a:moveTo>
                    <a:pt x="0" y="52"/>
                  </a:moveTo>
                  <a:cubicBezTo>
                    <a:pt x="0" y="31"/>
                    <a:pt x="4" y="0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0" name="Freeform 86">
              <a:extLst>
                <a:ext uri="{FF2B5EF4-FFF2-40B4-BE49-F238E27FC236}">
                  <a16:creationId xmlns:a16="http://schemas.microsoft.com/office/drawing/2014/main" id="{094F8BC0-2C63-49D3-8D4B-19FB9F1C5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3203"/>
              <a:ext cx="30" cy="133"/>
            </a:xfrm>
            <a:custGeom>
              <a:avLst/>
              <a:gdLst>
                <a:gd name="T0" fmla="*/ 0 w 12"/>
                <a:gd name="T1" fmla="*/ 0 h 50"/>
                <a:gd name="T2" fmla="*/ 175 w 12"/>
                <a:gd name="T3" fmla="*/ 511 h 50"/>
                <a:gd name="T4" fmla="*/ 158 w 12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0">
                  <a:moveTo>
                    <a:pt x="0" y="0"/>
                  </a:moveTo>
                  <a:cubicBezTo>
                    <a:pt x="5" y="9"/>
                    <a:pt x="9" y="17"/>
                    <a:pt x="11" y="27"/>
                  </a:cubicBezTo>
                  <a:cubicBezTo>
                    <a:pt x="12" y="35"/>
                    <a:pt x="10" y="42"/>
                    <a:pt x="1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1" name="Oval 87">
              <a:extLst>
                <a:ext uri="{FF2B5EF4-FFF2-40B4-BE49-F238E27FC236}">
                  <a16:creationId xmlns:a16="http://schemas.microsoft.com/office/drawing/2014/main" id="{FDA0881B-D452-4392-9134-539B200D3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" y="2581"/>
              <a:ext cx="950" cy="1014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2" name="Oval 88">
              <a:extLst>
                <a:ext uri="{FF2B5EF4-FFF2-40B4-BE49-F238E27FC236}">
                  <a16:creationId xmlns:a16="http://schemas.microsoft.com/office/drawing/2014/main" id="{7246D28E-061E-4D19-BCE1-B8C6F66D6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" y="2611"/>
              <a:ext cx="895" cy="954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3" name="Oval 89">
              <a:extLst>
                <a:ext uri="{FF2B5EF4-FFF2-40B4-BE49-F238E27FC236}">
                  <a16:creationId xmlns:a16="http://schemas.microsoft.com/office/drawing/2014/main" id="{B882307C-A207-4024-814E-C785F7D37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" y="2645"/>
              <a:ext cx="835" cy="888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14" name="Freeform 90">
              <a:extLst>
                <a:ext uri="{FF2B5EF4-FFF2-40B4-BE49-F238E27FC236}">
                  <a16:creationId xmlns:a16="http://schemas.microsoft.com/office/drawing/2014/main" id="{77DA4724-CAB5-4C50-B1EF-F7AA0950F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669"/>
              <a:ext cx="18" cy="27"/>
            </a:xfrm>
            <a:custGeom>
              <a:avLst/>
              <a:gdLst>
                <a:gd name="T0" fmla="*/ 0 w 7"/>
                <a:gd name="T1" fmla="*/ 0 h 10"/>
                <a:gd name="T2" fmla="*/ 118 w 7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2" y="4"/>
                    <a:pt x="3" y="8"/>
                    <a:pt x="7" y="1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5" name="Freeform 91">
              <a:extLst>
                <a:ext uri="{FF2B5EF4-FFF2-40B4-BE49-F238E27FC236}">
                  <a16:creationId xmlns:a16="http://schemas.microsoft.com/office/drawing/2014/main" id="{17475AB9-76B5-4B43-88F2-CBAD8092F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613"/>
              <a:ext cx="12" cy="30"/>
            </a:xfrm>
            <a:custGeom>
              <a:avLst/>
              <a:gdLst>
                <a:gd name="T0" fmla="*/ 0 w 5"/>
                <a:gd name="T1" fmla="*/ 224 h 11"/>
                <a:gd name="T2" fmla="*/ 70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4" y="9"/>
                    <a:pt x="4" y="4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6" name="Freeform 92">
              <a:extLst>
                <a:ext uri="{FF2B5EF4-FFF2-40B4-BE49-F238E27FC236}">
                  <a16:creationId xmlns:a16="http://schemas.microsoft.com/office/drawing/2014/main" id="{E32241DC-4307-4F00-94BD-7AC83F323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635"/>
              <a:ext cx="8" cy="10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0"/>
                    <a:pt x="2" y="3"/>
                    <a:pt x="3" y="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7" name="Freeform 93">
              <a:extLst>
                <a:ext uri="{FF2B5EF4-FFF2-40B4-BE49-F238E27FC236}">
                  <a16:creationId xmlns:a16="http://schemas.microsoft.com/office/drawing/2014/main" id="{4F64FC59-5EE4-42B8-8407-E31042EBC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664"/>
              <a:ext cx="20" cy="27"/>
            </a:xfrm>
            <a:custGeom>
              <a:avLst/>
              <a:gdLst>
                <a:gd name="T0" fmla="*/ 0 w 8"/>
                <a:gd name="T1" fmla="*/ 176 h 10"/>
                <a:gd name="T2" fmla="*/ 125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9"/>
                  </a:moveTo>
                  <a:cubicBezTo>
                    <a:pt x="4" y="10"/>
                    <a:pt x="7" y="3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" name="Freeform 94">
              <a:extLst>
                <a:ext uri="{FF2B5EF4-FFF2-40B4-BE49-F238E27FC236}">
                  <a16:creationId xmlns:a16="http://schemas.microsoft.com/office/drawing/2014/main" id="{6D2CF0B1-8F09-45CA-B24E-2AF0B1E2D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685"/>
              <a:ext cx="5" cy="11"/>
            </a:xfrm>
            <a:custGeom>
              <a:avLst/>
              <a:gdLst>
                <a:gd name="T0" fmla="*/ 20 w 2"/>
                <a:gd name="T1" fmla="*/ 0 h 4"/>
                <a:gd name="T2" fmla="*/ 33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3"/>
                    <a:pt x="2" y="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9" name="Freeform 95">
              <a:extLst>
                <a:ext uri="{FF2B5EF4-FFF2-40B4-BE49-F238E27FC236}">
                  <a16:creationId xmlns:a16="http://schemas.microsoft.com/office/drawing/2014/main" id="{045B9F94-9F06-479A-83CA-30B597036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773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2" y="6"/>
                    <a:pt x="10" y="2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0" name="Freeform 96">
              <a:extLst>
                <a:ext uri="{FF2B5EF4-FFF2-40B4-BE49-F238E27FC236}">
                  <a16:creationId xmlns:a16="http://schemas.microsoft.com/office/drawing/2014/main" id="{0E043597-3F29-4FCE-AD40-38A8302EA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768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2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4"/>
                    <a:pt x="2" y="2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" name="Freeform 97">
              <a:extLst>
                <a:ext uri="{FF2B5EF4-FFF2-40B4-BE49-F238E27FC236}">
                  <a16:creationId xmlns:a16="http://schemas.microsoft.com/office/drawing/2014/main" id="{D651F90D-CF2D-4C13-A852-199DD327E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899"/>
              <a:ext cx="25" cy="16"/>
            </a:xfrm>
            <a:custGeom>
              <a:avLst/>
              <a:gdLst>
                <a:gd name="T0" fmla="*/ 0 w 10"/>
                <a:gd name="T1" fmla="*/ 93 h 6"/>
                <a:gd name="T2" fmla="*/ 20 w 10"/>
                <a:gd name="T3" fmla="*/ 93 h 6"/>
                <a:gd name="T4" fmla="*/ 158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5"/>
                  </a:moveTo>
                  <a:cubicBezTo>
                    <a:pt x="0" y="6"/>
                    <a:pt x="0" y="6"/>
                    <a:pt x="1" y="5"/>
                  </a:cubicBezTo>
                  <a:cubicBezTo>
                    <a:pt x="2" y="3"/>
                    <a:pt x="8" y="0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" name="Freeform 98">
              <a:extLst>
                <a:ext uri="{FF2B5EF4-FFF2-40B4-BE49-F238E27FC236}">
                  <a16:creationId xmlns:a16="http://schemas.microsoft.com/office/drawing/2014/main" id="{C36E5C34-610E-4B14-8013-D9822F907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888"/>
              <a:ext cx="8" cy="13"/>
            </a:xfrm>
            <a:custGeom>
              <a:avLst/>
              <a:gdLst>
                <a:gd name="T0" fmla="*/ 0 w 3"/>
                <a:gd name="T1" fmla="*/ 88 h 5"/>
                <a:gd name="T2" fmla="*/ 35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2" y="3"/>
                    <a:pt x="3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" name="Freeform 99">
              <a:extLst>
                <a:ext uri="{FF2B5EF4-FFF2-40B4-BE49-F238E27FC236}">
                  <a16:creationId xmlns:a16="http://schemas.microsoft.com/office/drawing/2014/main" id="{527F5EA9-9D05-4358-9AA1-1CDA367F8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107"/>
              <a:ext cx="28" cy="5"/>
            </a:xfrm>
            <a:custGeom>
              <a:avLst/>
              <a:gdLst>
                <a:gd name="T0" fmla="*/ 0 w 11"/>
                <a:gd name="T1" fmla="*/ 0 h 2"/>
                <a:gd name="T2" fmla="*/ 181 w 11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1" y="2"/>
                    <a:pt x="8" y="0"/>
                    <a:pt x="11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" name="Freeform 100">
              <a:extLst>
                <a:ext uri="{FF2B5EF4-FFF2-40B4-BE49-F238E27FC236}">
                  <a16:creationId xmlns:a16="http://schemas.microsoft.com/office/drawing/2014/main" id="{9E8ACF01-5F4A-45B7-A7A7-AFD2618CA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109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4" y="3"/>
                    <a:pt x="4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" name="Freeform 101">
              <a:extLst>
                <a:ext uri="{FF2B5EF4-FFF2-40B4-BE49-F238E27FC236}">
                  <a16:creationId xmlns:a16="http://schemas.microsoft.com/office/drawing/2014/main" id="{9D826DB0-B73E-494C-BB4A-1F88D109A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283"/>
              <a:ext cx="27" cy="16"/>
            </a:xfrm>
            <a:custGeom>
              <a:avLst/>
              <a:gdLst>
                <a:gd name="T0" fmla="*/ 0 w 11"/>
                <a:gd name="T1" fmla="*/ 0 h 6"/>
                <a:gd name="T2" fmla="*/ 103 w 11"/>
                <a:gd name="T3" fmla="*/ 77 h 6"/>
                <a:gd name="T4" fmla="*/ 162 w 11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2"/>
                    <a:pt x="5" y="2"/>
                    <a:pt x="7" y="4"/>
                  </a:cubicBezTo>
                  <a:cubicBezTo>
                    <a:pt x="8" y="4"/>
                    <a:pt x="9" y="6"/>
                    <a:pt x="11" y="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" name="Freeform 102">
              <a:extLst>
                <a:ext uri="{FF2B5EF4-FFF2-40B4-BE49-F238E27FC236}">
                  <a16:creationId xmlns:a16="http://schemas.microsoft.com/office/drawing/2014/main" id="{5DF9BED8-9BCB-4AE4-BE57-5FA871C57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3288"/>
              <a:ext cx="17" cy="3"/>
            </a:xfrm>
            <a:custGeom>
              <a:avLst/>
              <a:gdLst>
                <a:gd name="T0" fmla="*/ 0 w 7"/>
                <a:gd name="T1" fmla="*/ 27 h 1"/>
                <a:gd name="T2" fmla="*/ 10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4" y="0"/>
                    <a:pt x="7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7" name="Freeform 103">
              <a:extLst>
                <a:ext uri="{FF2B5EF4-FFF2-40B4-BE49-F238E27FC236}">
                  <a16:creationId xmlns:a16="http://schemas.microsoft.com/office/drawing/2014/main" id="{D2A4568A-0CC7-4FA0-9E60-9EDF84D9D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427"/>
              <a:ext cx="15" cy="29"/>
            </a:xfrm>
            <a:custGeom>
              <a:avLst/>
              <a:gdLst>
                <a:gd name="T0" fmla="*/ 33 w 6"/>
                <a:gd name="T1" fmla="*/ 0 h 11"/>
                <a:gd name="T2" fmla="*/ 95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2" y="0"/>
                  </a:moveTo>
                  <a:cubicBezTo>
                    <a:pt x="0" y="3"/>
                    <a:pt x="4" y="8"/>
                    <a:pt x="6" y="1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" name="Freeform 104">
              <a:extLst>
                <a:ext uri="{FF2B5EF4-FFF2-40B4-BE49-F238E27FC236}">
                  <a16:creationId xmlns:a16="http://schemas.microsoft.com/office/drawing/2014/main" id="{8E97B726-9EF5-44F2-B0B1-1A5AF2085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3432"/>
              <a:ext cx="13" cy="8"/>
            </a:xfrm>
            <a:custGeom>
              <a:avLst/>
              <a:gdLst>
                <a:gd name="T0" fmla="*/ 0 w 5"/>
                <a:gd name="T1" fmla="*/ 0 h 3"/>
                <a:gd name="T2" fmla="*/ 88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0"/>
                    <a:pt x="3" y="1"/>
                    <a:pt x="5" y="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9" name="Freeform 105">
              <a:extLst>
                <a:ext uri="{FF2B5EF4-FFF2-40B4-BE49-F238E27FC236}">
                  <a16:creationId xmlns:a16="http://schemas.microsoft.com/office/drawing/2014/main" id="{AA641CCD-A400-4A6B-875A-244295273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523"/>
              <a:ext cx="8" cy="29"/>
            </a:xfrm>
            <a:custGeom>
              <a:avLst/>
              <a:gdLst>
                <a:gd name="T0" fmla="*/ 0 w 3"/>
                <a:gd name="T1" fmla="*/ 0 h 11"/>
                <a:gd name="T2" fmla="*/ 56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2" y="3"/>
                    <a:pt x="3" y="8"/>
                    <a:pt x="3" y="1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" name="Freeform 106">
              <a:extLst>
                <a:ext uri="{FF2B5EF4-FFF2-40B4-BE49-F238E27FC236}">
                  <a16:creationId xmlns:a16="http://schemas.microsoft.com/office/drawing/2014/main" id="{0DE66CE0-AE40-43C4-8327-7C75720D2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544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1" name="Freeform 107">
              <a:extLst>
                <a:ext uri="{FF2B5EF4-FFF2-40B4-BE49-F238E27FC236}">
                  <a16:creationId xmlns:a16="http://schemas.microsoft.com/office/drawing/2014/main" id="{2A9918B0-0E02-41E7-91D0-16EBD5017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528"/>
              <a:ext cx="10" cy="29"/>
            </a:xfrm>
            <a:custGeom>
              <a:avLst/>
              <a:gdLst>
                <a:gd name="T0" fmla="*/ 63 w 4"/>
                <a:gd name="T1" fmla="*/ 0 h 11"/>
                <a:gd name="T2" fmla="*/ 0 w 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4" y="2"/>
                    <a:pt x="2" y="9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2" name="Freeform 108">
              <a:extLst>
                <a:ext uri="{FF2B5EF4-FFF2-40B4-BE49-F238E27FC236}">
                  <a16:creationId xmlns:a16="http://schemas.microsoft.com/office/drawing/2014/main" id="{726D0D5B-3810-4571-8537-492392349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528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3" name="Freeform 109">
              <a:extLst>
                <a:ext uri="{FF2B5EF4-FFF2-40B4-BE49-F238E27FC236}">
                  <a16:creationId xmlns:a16="http://schemas.microsoft.com/office/drawing/2014/main" id="{019D3386-3334-4E1A-91C8-B7327E37A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469"/>
              <a:ext cx="20" cy="22"/>
            </a:xfrm>
            <a:custGeom>
              <a:avLst/>
              <a:gdLst>
                <a:gd name="T0" fmla="*/ 0 w 8"/>
                <a:gd name="T1" fmla="*/ 168 h 8"/>
                <a:gd name="T2" fmla="*/ 125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3" y="8"/>
                    <a:pt x="5" y="3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4" name="Freeform 110">
              <a:extLst>
                <a:ext uri="{FF2B5EF4-FFF2-40B4-BE49-F238E27FC236}">
                  <a16:creationId xmlns:a16="http://schemas.microsoft.com/office/drawing/2014/main" id="{B2AC3856-2C7B-4ED1-85B6-B61765C04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3475"/>
              <a:ext cx="12" cy="2"/>
            </a:xfrm>
            <a:custGeom>
              <a:avLst/>
              <a:gdLst>
                <a:gd name="T0" fmla="*/ 0 w 5"/>
                <a:gd name="T1" fmla="*/ 8 h 1"/>
                <a:gd name="T2" fmla="*/ 41 w 5"/>
                <a:gd name="T3" fmla="*/ 0 h 1"/>
                <a:gd name="T4" fmla="*/ 70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0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5" name="Freeform 111">
              <a:extLst>
                <a:ext uri="{FF2B5EF4-FFF2-40B4-BE49-F238E27FC236}">
                  <a16:creationId xmlns:a16="http://schemas.microsoft.com/office/drawing/2014/main" id="{1D8F8645-359F-4938-9BD8-DC8DB2324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368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4" y="5"/>
                    <a:pt x="7" y="3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6" name="Freeform 112">
              <a:extLst>
                <a:ext uri="{FF2B5EF4-FFF2-40B4-BE49-F238E27FC236}">
                  <a16:creationId xmlns:a16="http://schemas.microsoft.com/office/drawing/2014/main" id="{0E1684EC-0862-446E-8E5A-563831532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373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0"/>
                    <a:pt x="6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7" name="Freeform 113">
              <a:extLst>
                <a:ext uri="{FF2B5EF4-FFF2-40B4-BE49-F238E27FC236}">
                  <a16:creationId xmlns:a16="http://schemas.microsoft.com/office/drawing/2014/main" id="{DAC486D9-F768-43E1-B191-85A94CA55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3205"/>
              <a:ext cx="30" cy="8"/>
            </a:xfrm>
            <a:custGeom>
              <a:avLst/>
              <a:gdLst>
                <a:gd name="T0" fmla="*/ 0 w 12"/>
                <a:gd name="T1" fmla="*/ 35 h 3"/>
                <a:gd name="T2" fmla="*/ 95 w 12"/>
                <a:gd name="T3" fmla="*/ 21 h 3"/>
                <a:gd name="T4" fmla="*/ 188 w 1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0" y="2"/>
                  </a:moveTo>
                  <a:cubicBezTo>
                    <a:pt x="2" y="3"/>
                    <a:pt x="4" y="1"/>
                    <a:pt x="6" y="1"/>
                  </a:cubicBezTo>
                  <a:cubicBezTo>
                    <a:pt x="8" y="0"/>
                    <a:pt x="10" y="0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8" name="Freeform 114">
              <a:extLst>
                <a:ext uri="{FF2B5EF4-FFF2-40B4-BE49-F238E27FC236}">
                  <a16:creationId xmlns:a16="http://schemas.microsoft.com/office/drawing/2014/main" id="{9C81CB8F-EB00-451D-A902-7F234B8A7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3211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0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9" name="Freeform 115">
              <a:extLst>
                <a:ext uri="{FF2B5EF4-FFF2-40B4-BE49-F238E27FC236}">
                  <a16:creationId xmlns:a16="http://schemas.microsoft.com/office/drawing/2014/main" id="{527ECFE7-6CD0-43C6-A414-4FAD5438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3024"/>
              <a:ext cx="28" cy="11"/>
            </a:xfrm>
            <a:custGeom>
              <a:avLst/>
              <a:gdLst>
                <a:gd name="T0" fmla="*/ 0 w 11"/>
                <a:gd name="T1" fmla="*/ 0 h 4"/>
                <a:gd name="T2" fmla="*/ 181 w 1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2" y="3"/>
                    <a:pt x="8" y="2"/>
                    <a:pt x="11" y="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0" name="Freeform 116">
              <a:extLst>
                <a:ext uri="{FF2B5EF4-FFF2-40B4-BE49-F238E27FC236}">
                  <a16:creationId xmlns:a16="http://schemas.microsoft.com/office/drawing/2014/main" id="{0D7FAAA1-BB36-4F23-9CE6-A78E302BA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3032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3" y="3"/>
                    <a:pt x="4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1" name="Freeform 117">
              <a:extLst>
                <a:ext uri="{FF2B5EF4-FFF2-40B4-BE49-F238E27FC236}">
                  <a16:creationId xmlns:a16="http://schemas.microsoft.com/office/drawing/2014/main" id="{3D89A930-B85C-46C6-B7A0-3C9C0A4AF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845"/>
              <a:ext cx="28" cy="11"/>
            </a:xfrm>
            <a:custGeom>
              <a:avLst/>
              <a:gdLst>
                <a:gd name="T0" fmla="*/ 0 w 11"/>
                <a:gd name="T1" fmla="*/ 0 h 4"/>
                <a:gd name="T2" fmla="*/ 117 w 11"/>
                <a:gd name="T3" fmla="*/ 47 h 4"/>
                <a:gd name="T4" fmla="*/ 181 w 11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1" y="2"/>
                    <a:pt x="5" y="1"/>
                    <a:pt x="7" y="2"/>
                  </a:cubicBezTo>
                  <a:cubicBezTo>
                    <a:pt x="8" y="2"/>
                    <a:pt x="10" y="4"/>
                    <a:pt x="11" y="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2" name="Freeform 118">
              <a:extLst>
                <a:ext uri="{FF2B5EF4-FFF2-40B4-BE49-F238E27FC236}">
                  <a16:creationId xmlns:a16="http://schemas.microsoft.com/office/drawing/2014/main" id="{0DF53D6D-3509-4B32-8C04-31EEA8373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851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2" y="1"/>
                    <a:pt x="2" y="4"/>
                    <a:pt x="2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3" name="Freeform 119">
              <a:extLst>
                <a:ext uri="{FF2B5EF4-FFF2-40B4-BE49-F238E27FC236}">
                  <a16:creationId xmlns:a16="http://schemas.microsoft.com/office/drawing/2014/main" id="{3AB967E0-D37F-4242-8737-12B789119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675"/>
              <a:ext cx="12" cy="8"/>
            </a:xfrm>
            <a:custGeom>
              <a:avLst/>
              <a:gdLst>
                <a:gd name="T0" fmla="*/ 70 w 5"/>
                <a:gd name="T1" fmla="*/ 56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4" name="Freeform 120">
              <a:extLst>
                <a:ext uri="{FF2B5EF4-FFF2-40B4-BE49-F238E27FC236}">
                  <a16:creationId xmlns:a16="http://schemas.microsoft.com/office/drawing/2014/main" id="{49642A50-1D8B-4C04-B1BC-425053638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691"/>
              <a:ext cx="5" cy="10"/>
            </a:xfrm>
            <a:custGeom>
              <a:avLst/>
              <a:gdLst>
                <a:gd name="T0" fmla="*/ 20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2" y="2"/>
                    <a:pt x="1" y="3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5" name="Oval 121">
              <a:extLst>
                <a:ext uri="{FF2B5EF4-FFF2-40B4-BE49-F238E27FC236}">
                  <a16:creationId xmlns:a16="http://schemas.microsoft.com/office/drawing/2014/main" id="{4DB58531-DCD7-48D7-8463-19C809095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2448"/>
              <a:ext cx="1203" cy="1283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46" name="Freeform 122">
              <a:extLst>
                <a:ext uri="{FF2B5EF4-FFF2-40B4-BE49-F238E27FC236}">
                  <a16:creationId xmlns:a16="http://schemas.microsoft.com/office/drawing/2014/main" id="{E4E6EA86-286A-4C1B-88CB-106AD0940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659"/>
              <a:ext cx="28" cy="34"/>
            </a:xfrm>
            <a:custGeom>
              <a:avLst/>
              <a:gdLst>
                <a:gd name="T0" fmla="*/ 0 w 11"/>
                <a:gd name="T1" fmla="*/ 0 h 13"/>
                <a:gd name="T2" fmla="*/ 130 w 11"/>
                <a:gd name="T3" fmla="*/ 165 h 13"/>
                <a:gd name="T4" fmla="*/ 181 w 11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3"/>
                    <a:pt x="6" y="6"/>
                    <a:pt x="8" y="9"/>
                  </a:cubicBezTo>
                  <a:cubicBezTo>
                    <a:pt x="9" y="10"/>
                    <a:pt x="11" y="11"/>
                    <a:pt x="11" y="1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7" name="Freeform 123">
              <a:extLst>
                <a:ext uri="{FF2B5EF4-FFF2-40B4-BE49-F238E27FC236}">
                  <a16:creationId xmlns:a16="http://schemas.microsoft.com/office/drawing/2014/main" id="{2B36C2C8-D619-45E6-926C-ADF52EC14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680"/>
              <a:ext cx="18" cy="5"/>
            </a:xfrm>
            <a:custGeom>
              <a:avLst/>
              <a:gdLst>
                <a:gd name="T0" fmla="*/ 0 w 7"/>
                <a:gd name="T1" fmla="*/ 0 h 2"/>
                <a:gd name="T2" fmla="*/ 118 w 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1" y="2"/>
                    <a:pt x="5" y="1"/>
                    <a:pt x="7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8" name="Freeform 124">
              <a:extLst>
                <a:ext uri="{FF2B5EF4-FFF2-40B4-BE49-F238E27FC236}">
                  <a16:creationId xmlns:a16="http://schemas.microsoft.com/office/drawing/2014/main" id="{75D6AF69-C995-4E84-B516-FA403443B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3003"/>
              <a:ext cx="40" cy="10"/>
            </a:xfrm>
            <a:custGeom>
              <a:avLst/>
              <a:gdLst>
                <a:gd name="T0" fmla="*/ 0 w 16"/>
                <a:gd name="T1" fmla="*/ 0 h 4"/>
                <a:gd name="T2" fmla="*/ 250 w 16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5" y="3"/>
                    <a:pt x="11" y="4"/>
                    <a:pt x="16" y="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9" name="Freeform 125">
              <a:extLst>
                <a:ext uri="{FF2B5EF4-FFF2-40B4-BE49-F238E27FC236}">
                  <a16:creationId xmlns:a16="http://schemas.microsoft.com/office/drawing/2014/main" id="{1CB6A28E-478F-4DF4-88C2-D587ADBF7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3013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0" name="Freeform 126">
              <a:extLst>
                <a:ext uri="{FF2B5EF4-FFF2-40B4-BE49-F238E27FC236}">
                  <a16:creationId xmlns:a16="http://schemas.microsoft.com/office/drawing/2014/main" id="{1C38044C-CD36-4FEE-A8D8-42EF03024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3349"/>
              <a:ext cx="37" cy="22"/>
            </a:xfrm>
            <a:custGeom>
              <a:avLst/>
              <a:gdLst>
                <a:gd name="T0" fmla="*/ 0 w 15"/>
                <a:gd name="T1" fmla="*/ 143 h 8"/>
                <a:gd name="T2" fmla="*/ 133 w 15"/>
                <a:gd name="T3" fmla="*/ 83 h 8"/>
                <a:gd name="T4" fmla="*/ 224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7"/>
                  </a:moveTo>
                  <a:cubicBezTo>
                    <a:pt x="2" y="8"/>
                    <a:pt x="7" y="5"/>
                    <a:pt x="9" y="4"/>
                  </a:cubicBezTo>
                  <a:cubicBezTo>
                    <a:pt x="11" y="3"/>
                    <a:pt x="14" y="2"/>
                    <a:pt x="15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1" name="Freeform 127">
              <a:extLst>
                <a:ext uri="{FF2B5EF4-FFF2-40B4-BE49-F238E27FC236}">
                  <a16:creationId xmlns:a16="http://schemas.microsoft.com/office/drawing/2014/main" id="{46B38EAA-4B34-4240-A894-89A19D3F3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3357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2" name="Freeform 128">
              <a:extLst>
                <a:ext uri="{FF2B5EF4-FFF2-40B4-BE49-F238E27FC236}">
                  <a16:creationId xmlns:a16="http://schemas.microsoft.com/office/drawing/2014/main" id="{8D581B63-C3BC-4C99-A580-9CE7C6437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3589"/>
              <a:ext cx="25" cy="32"/>
            </a:xfrm>
            <a:custGeom>
              <a:avLst/>
              <a:gdLst>
                <a:gd name="T0" fmla="*/ 0 w 10"/>
                <a:gd name="T1" fmla="*/ 227 h 12"/>
                <a:gd name="T2" fmla="*/ 158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5" y="11"/>
                    <a:pt x="7" y="3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3" name="Freeform 129">
              <a:extLst>
                <a:ext uri="{FF2B5EF4-FFF2-40B4-BE49-F238E27FC236}">
                  <a16:creationId xmlns:a16="http://schemas.microsoft.com/office/drawing/2014/main" id="{9DCC81D8-D498-40BE-8C21-78D0C6C65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59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0"/>
                    <a:pt x="6" y="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4" name="Freeform 130">
              <a:extLst>
                <a:ext uri="{FF2B5EF4-FFF2-40B4-BE49-F238E27FC236}">
                  <a16:creationId xmlns:a16="http://schemas.microsoft.com/office/drawing/2014/main" id="{97E3078E-7B1E-4934-99F3-F63BEFCF2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701"/>
              <a:ext cx="17" cy="43"/>
            </a:xfrm>
            <a:custGeom>
              <a:avLst/>
              <a:gdLst>
                <a:gd name="T0" fmla="*/ 100 w 7"/>
                <a:gd name="T1" fmla="*/ 0 h 16"/>
                <a:gd name="T2" fmla="*/ 0 w 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cubicBezTo>
                    <a:pt x="6" y="6"/>
                    <a:pt x="3" y="12"/>
                    <a:pt x="0" y="1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5" name="Freeform 131">
              <a:extLst>
                <a:ext uri="{FF2B5EF4-FFF2-40B4-BE49-F238E27FC236}">
                  <a16:creationId xmlns:a16="http://schemas.microsoft.com/office/drawing/2014/main" id="{CF46A4B5-F615-4D7C-B2AF-A2580FE9D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3736"/>
              <a:ext cx="2" cy="13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6" name="Freeform 132">
              <a:extLst>
                <a:ext uri="{FF2B5EF4-FFF2-40B4-BE49-F238E27FC236}">
                  <a16:creationId xmlns:a16="http://schemas.microsoft.com/office/drawing/2014/main" id="{FD3B127A-C239-4AA2-9548-24B92A41F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717"/>
              <a:ext cx="17" cy="40"/>
            </a:xfrm>
            <a:custGeom>
              <a:avLst/>
              <a:gdLst>
                <a:gd name="T0" fmla="*/ 0 w 7"/>
                <a:gd name="T1" fmla="*/ 0 h 15"/>
                <a:gd name="T2" fmla="*/ 100 w 7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3" y="5"/>
                    <a:pt x="4" y="11"/>
                    <a:pt x="7" y="1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7" name="Freeform 133">
              <a:extLst>
                <a:ext uri="{FF2B5EF4-FFF2-40B4-BE49-F238E27FC236}">
                  <a16:creationId xmlns:a16="http://schemas.microsoft.com/office/drawing/2014/main" id="{A3AF9125-28ED-42E9-B6C4-DACC5D73E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3749"/>
              <a:ext cx="2" cy="14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8" name="Freeform 134">
              <a:extLst>
                <a:ext uri="{FF2B5EF4-FFF2-40B4-BE49-F238E27FC236}">
                  <a16:creationId xmlns:a16="http://schemas.microsoft.com/office/drawing/2014/main" id="{ADBDB4E7-6092-4D95-82B6-7568ED30A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568"/>
              <a:ext cx="27" cy="32"/>
            </a:xfrm>
            <a:custGeom>
              <a:avLst/>
              <a:gdLst>
                <a:gd name="T0" fmla="*/ 0 w 11"/>
                <a:gd name="T1" fmla="*/ 0 h 12"/>
                <a:gd name="T2" fmla="*/ 162 w 1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2" y="5"/>
                    <a:pt x="7" y="8"/>
                    <a:pt x="11" y="1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9" name="Freeform 135">
              <a:extLst>
                <a:ext uri="{FF2B5EF4-FFF2-40B4-BE49-F238E27FC236}">
                  <a16:creationId xmlns:a16="http://schemas.microsoft.com/office/drawing/2014/main" id="{D018BB38-0CDF-43C4-B13E-3BAA1DD2B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3573"/>
              <a:ext cx="15" cy="6"/>
            </a:xfrm>
            <a:custGeom>
              <a:avLst/>
              <a:gdLst>
                <a:gd name="T0" fmla="*/ 0 w 6"/>
                <a:gd name="T1" fmla="*/ 27 h 2"/>
                <a:gd name="T2" fmla="*/ 95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0"/>
                    <a:pt x="3" y="1"/>
                    <a:pt x="6" y="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0" name="Freeform 136">
              <a:extLst>
                <a:ext uri="{FF2B5EF4-FFF2-40B4-BE49-F238E27FC236}">
                  <a16:creationId xmlns:a16="http://schemas.microsoft.com/office/drawing/2014/main" id="{AAEFE104-B28B-4469-A10B-02826A8B0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328"/>
              <a:ext cx="40" cy="16"/>
            </a:xfrm>
            <a:custGeom>
              <a:avLst/>
              <a:gdLst>
                <a:gd name="T0" fmla="*/ 0 w 16"/>
                <a:gd name="T1" fmla="*/ 0 h 6"/>
                <a:gd name="T2" fmla="*/ 250 w 1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3" y="4"/>
                    <a:pt x="11" y="5"/>
                    <a:pt x="16" y="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1" name="Freeform 137">
              <a:extLst>
                <a:ext uri="{FF2B5EF4-FFF2-40B4-BE49-F238E27FC236}">
                  <a16:creationId xmlns:a16="http://schemas.microsoft.com/office/drawing/2014/main" id="{78FF9B9F-77A9-44A0-881F-2D0728BED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3341"/>
              <a:ext cx="8" cy="14"/>
            </a:xfrm>
            <a:custGeom>
              <a:avLst/>
              <a:gdLst>
                <a:gd name="T0" fmla="*/ 0 w 3"/>
                <a:gd name="T1" fmla="*/ 0 h 5"/>
                <a:gd name="T2" fmla="*/ 56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2" y="3"/>
                    <a:pt x="3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2" name="Freeform 138">
              <a:extLst>
                <a:ext uri="{FF2B5EF4-FFF2-40B4-BE49-F238E27FC236}">
                  <a16:creationId xmlns:a16="http://schemas.microsoft.com/office/drawing/2014/main" id="{F3CB04E3-0C8D-485E-914E-13F32A5AD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3008"/>
              <a:ext cx="40" cy="8"/>
            </a:xfrm>
            <a:custGeom>
              <a:avLst/>
              <a:gdLst>
                <a:gd name="T0" fmla="*/ 0 w 16"/>
                <a:gd name="T1" fmla="*/ 56 h 3"/>
                <a:gd name="T2" fmla="*/ 250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6" y="3"/>
                    <a:pt x="11" y="1"/>
                    <a:pt x="16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3" name="Freeform 139">
              <a:extLst>
                <a:ext uri="{FF2B5EF4-FFF2-40B4-BE49-F238E27FC236}">
                  <a16:creationId xmlns:a16="http://schemas.microsoft.com/office/drawing/2014/main" id="{6EB5874B-51B7-4CAD-B2F5-EDFDFB50D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3011"/>
              <a:ext cx="15" cy="5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1" y="2"/>
                    <a:pt x="4" y="2"/>
                    <a:pt x="6" y="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4" name="Freeform 140">
              <a:extLst>
                <a:ext uri="{FF2B5EF4-FFF2-40B4-BE49-F238E27FC236}">
                  <a16:creationId xmlns:a16="http://schemas.microsoft.com/office/drawing/2014/main" id="{F46E9715-F5E3-4326-9120-213D2B6A8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664"/>
              <a:ext cx="30" cy="29"/>
            </a:xfrm>
            <a:custGeom>
              <a:avLst/>
              <a:gdLst>
                <a:gd name="T0" fmla="*/ 0 w 12"/>
                <a:gd name="T1" fmla="*/ 200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5" y="7"/>
                    <a:pt x="9" y="5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5" name="Freeform 141">
              <a:extLst>
                <a:ext uri="{FF2B5EF4-FFF2-40B4-BE49-F238E27FC236}">
                  <a16:creationId xmlns:a16="http://schemas.microsoft.com/office/drawing/2014/main" id="{B25788E6-93BA-49E7-ABCE-AD16DB77A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685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6" name="Freeform 142">
              <a:extLst>
                <a:ext uri="{FF2B5EF4-FFF2-40B4-BE49-F238E27FC236}">
                  <a16:creationId xmlns:a16="http://schemas.microsoft.com/office/drawing/2014/main" id="{F61D9E70-5E76-438A-9E4C-39EC3995C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448"/>
              <a:ext cx="17" cy="40"/>
            </a:xfrm>
            <a:custGeom>
              <a:avLst/>
              <a:gdLst>
                <a:gd name="T0" fmla="*/ 0 w 7"/>
                <a:gd name="T1" fmla="*/ 285 h 15"/>
                <a:gd name="T2" fmla="*/ 100 w 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3" y="13"/>
                    <a:pt x="7" y="4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7" name="Freeform 143">
              <a:extLst>
                <a:ext uri="{FF2B5EF4-FFF2-40B4-BE49-F238E27FC236}">
                  <a16:creationId xmlns:a16="http://schemas.microsoft.com/office/drawing/2014/main" id="{8BE5C4B7-1C46-4071-B20D-8B2B9798B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2451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3" y="0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8" name="Freeform 144">
              <a:extLst>
                <a:ext uri="{FF2B5EF4-FFF2-40B4-BE49-F238E27FC236}">
                  <a16:creationId xmlns:a16="http://schemas.microsoft.com/office/drawing/2014/main" id="{0C292FE9-3E01-4DDA-AFD7-B3CC8CB3C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2416"/>
              <a:ext cx="7" cy="43"/>
            </a:xfrm>
            <a:custGeom>
              <a:avLst/>
              <a:gdLst>
                <a:gd name="T0" fmla="*/ 0 w 3"/>
                <a:gd name="T1" fmla="*/ 0 h 16"/>
                <a:gd name="T2" fmla="*/ 37 w 3"/>
                <a:gd name="T3" fmla="*/ 175 h 16"/>
                <a:gd name="T4" fmla="*/ 37 w 3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0" y="3"/>
                    <a:pt x="3" y="6"/>
                    <a:pt x="3" y="9"/>
                  </a:cubicBezTo>
                  <a:cubicBezTo>
                    <a:pt x="3" y="12"/>
                    <a:pt x="3" y="14"/>
                    <a:pt x="3" y="1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9" name="Freeform 145">
              <a:extLst>
                <a:ext uri="{FF2B5EF4-FFF2-40B4-BE49-F238E27FC236}">
                  <a16:creationId xmlns:a16="http://schemas.microsoft.com/office/drawing/2014/main" id="{00CE2C1F-73DC-4FB6-9AD2-7DF1C59D5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445"/>
              <a:ext cx="13" cy="14"/>
            </a:xfrm>
            <a:custGeom>
              <a:avLst/>
              <a:gdLst>
                <a:gd name="T0" fmla="*/ 0 w 5"/>
                <a:gd name="T1" fmla="*/ 0 h 5"/>
                <a:gd name="T2" fmla="*/ 88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3"/>
                    <a:pt x="3" y="4"/>
                    <a:pt x="5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0" name="Oval 146">
              <a:extLst>
                <a:ext uri="{FF2B5EF4-FFF2-40B4-BE49-F238E27FC236}">
                  <a16:creationId xmlns:a16="http://schemas.microsoft.com/office/drawing/2014/main" id="{6DBC973F-DFFB-4119-A136-427B534CE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2400"/>
              <a:ext cx="1290" cy="1376"/>
            </a:xfrm>
            <a:prstGeom prst="ellipse">
              <a:avLst/>
            </a:prstGeom>
            <a:noFill/>
            <a:ln w="12700">
              <a:solidFill>
                <a:srgbClr val="2E091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7871" name="Freeform 147">
              <a:extLst>
                <a:ext uri="{FF2B5EF4-FFF2-40B4-BE49-F238E27FC236}">
                  <a16:creationId xmlns:a16="http://schemas.microsoft.com/office/drawing/2014/main" id="{0BE684A9-A29A-4DDA-AF08-71C36BB42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645"/>
              <a:ext cx="815" cy="382"/>
            </a:xfrm>
            <a:custGeom>
              <a:avLst/>
              <a:gdLst>
                <a:gd name="T0" fmla="*/ 2583 w 326"/>
                <a:gd name="T1" fmla="*/ 0 h 143"/>
                <a:gd name="T2" fmla="*/ 0 w 326"/>
                <a:gd name="T3" fmla="*/ 2725 h 143"/>
                <a:gd name="T4" fmla="*/ 2895 w 326"/>
                <a:gd name="T5" fmla="*/ 478 h 143"/>
                <a:gd name="T6" fmla="*/ 4375 w 326"/>
                <a:gd name="T7" fmla="*/ 1162 h 143"/>
                <a:gd name="T8" fmla="*/ 5000 w 326"/>
                <a:gd name="T9" fmla="*/ 1998 h 143"/>
                <a:gd name="T10" fmla="*/ 5095 w 326"/>
                <a:gd name="T11" fmla="*/ 2361 h 143"/>
                <a:gd name="T12" fmla="*/ 2583 w 32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6" h="143">
                  <a:moveTo>
                    <a:pt x="165" y="0"/>
                  </a:moveTo>
                  <a:cubicBezTo>
                    <a:pt x="81" y="0"/>
                    <a:pt x="11" y="62"/>
                    <a:pt x="0" y="143"/>
                  </a:cubicBezTo>
                  <a:cubicBezTo>
                    <a:pt x="26" y="50"/>
                    <a:pt x="101" y="16"/>
                    <a:pt x="185" y="25"/>
                  </a:cubicBezTo>
                  <a:cubicBezTo>
                    <a:pt x="218" y="28"/>
                    <a:pt x="249" y="39"/>
                    <a:pt x="280" y="61"/>
                  </a:cubicBezTo>
                  <a:cubicBezTo>
                    <a:pt x="294" y="72"/>
                    <a:pt x="315" y="86"/>
                    <a:pt x="320" y="105"/>
                  </a:cubicBezTo>
                  <a:cubicBezTo>
                    <a:pt x="322" y="114"/>
                    <a:pt x="324" y="116"/>
                    <a:pt x="326" y="124"/>
                  </a:cubicBezTo>
                  <a:cubicBezTo>
                    <a:pt x="308" y="53"/>
                    <a:pt x="242" y="0"/>
                    <a:pt x="165" y="0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72" name="Oval 148">
              <a:extLst>
                <a:ext uri="{FF2B5EF4-FFF2-40B4-BE49-F238E27FC236}">
                  <a16:creationId xmlns:a16="http://schemas.microsoft.com/office/drawing/2014/main" id="{F3358627-F55C-428D-867A-E5DA1E9AA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" y="2645"/>
              <a:ext cx="835" cy="888"/>
            </a:xfrm>
            <a:prstGeom prst="ellipse">
              <a:avLst/>
            </a:prstGeom>
            <a:noFill/>
            <a:ln w="15875">
              <a:solidFill>
                <a:srgbClr val="2E091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7411" name="longitudinal-section-of-an-artery">
            <a:extLst>
              <a:ext uri="{FF2B5EF4-FFF2-40B4-BE49-F238E27FC236}">
                <a16:creationId xmlns:a16="http://schemas.microsoft.com/office/drawing/2014/main" id="{3593DD4F-7BE1-4BB8-BCA5-37BCC6D66AE8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508125"/>
            <a:ext cx="4191000" cy="1624013"/>
            <a:chOff x="433" y="1347"/>
            <a:chExt cx="1963" cy="761"/>
          </a:xfrm>
        </p:grpSpPr>
        <p:grpSp>
          <p:nvGrpSpPr>
            <p:cNvPr id="17431" name="Group 150">
              <a:extLst>
                <a:ext uri="{FF2B5EF4-FFF2-40B4-BE49-F238E27FC236}">
                  <a16:creationId xmlns:a16="http://schemas.microsoft.com/office/drawing/2014/main" id="{32593659-9148-43F8-8EBE-AB34AC9D0C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3" y="1347"/>
              <a:ext cx="1963" cy="761"/>
              <a:chOff x="433" y="1347"/>
              <a:chExt cx="1963" cy="761"/>
            </a:xfrm>
          </p:grpSpPr>
          <p:sp>
            <p:nvSpPr>
              <p:cNvPr id="17528" name="Freeform 151">
                <a:extLst>
                  <a:ext uri="{FF2B5EF4-FFF2-40B4-BE49-F238E27FC236}">
                    <a16:creationId xmlns:a16="http://schemas.microsoft.com/office/drawing/2014/main" id="{124503CD-BA35-4406-AA59-0584D8B55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" y="1373"/>
                <a:ext cx="185" cy="709"/>
              </a:xfrm>
              <a:custGeom>
                <a:avLst/>
                <a:gdLst>
                  <a:gd name="T0" fmla="*/ 352 w 134"/>
                  <a:gd name="T1" fmla="*/ 1374 h 482"/>
                  <a:gd name="T2" fmla="*/ 112 w 134"/>
                  <a:gd name="T3" fmla="*/ 768 h 482"/>
                  <a:gd name="T4" fmla="*/ 352 w 134"/>
                  <a:gd name="T5" fmla="*/ 160 h 482"/>
                  <a:gd name="T6" fmla="*/ 352 w 134"/>
                  <a:gd name="T7" fmla="*/ 160 h 482"/>
                  <a:gd name="T8" fmla="*/ 337 w 134"/>
                  <a:gd name="T9" fmla="*/ 0 h 482"/>
                  <a:gd name="T10" fmla="*/ 116 w 134"/>
                  <a:gd name="T11" fmla="*/ 210 h 482"/>
                  <a:gd name="T12" fmla="*/ 0 w 134"/>
                  <a:gd name="T13" fmla="*/ 768 h 482"/>
                  <a:gd name="T14" fmla="*/ 337 w 134"/>
                  <a:gd name="T15" fmla="*/ 1534 h 482"/>
                  <a:gd name="T16" fmla="*/ 352 w 134"/>
                  <a:gd name="T17" fmla="*/ 1374 h 482"/>
                  <a:gd name="T18" fmla="*/ 352 w 134"/>
                  <a:gd name="T19" fmla="*/ 1374 h 4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4" h="482">
                    <a:moveTo>
                      <a:pt x="134" y="432"/>
                    </a:moveTo>
                    <a:cubicBezTo>
                      <a:pt x="89" y="423"/>
                      <a:pt x="43" y="350"/>
                      <a:pt x="43" y="241"/>
                    </a:cubicBezTo>
                    <a:cubicBezTo>
                      <a:pt x="43" y="129"/>
                      <a:pt x="90" y="56"/>
                      <a:pt x="134" y="50"/>
                    </a:cubicBezTo>
                    <a:cubicBezTo>
                      <a:pt x="134" y="50"/>
                      <a:pt x="134" y="50"/>
                      <a:pt x="134" y="50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06" y="4"/>
                      <a:pt x="70" y="24"/>
                      <a:pt x="44" y="66"/>
                    </a:cubicBezTo>
                    <a:cubicBezTo>
                      <a:pt x="16" y="112"/>
                      <a:pt x="0" y="174"/>
                      <a:pt x="0" y="241"/>
                    </a:cubicBezTo>
                    <a:cubicBezTo>
                      <a:pt x="0" y="366"/>
                      <a:pt x="57" y="470"/>
                      <a:pt x="128" y="482"/>
                    </a:cubicBezTo>
                    <a:cubicBezTo>
                      <a:pt x="134" y="432"/>
                      <a:pt x="134" y="432"/>
                      <a:pt x="134" y="432"/>
                    </a:cubicBezTo>
                    <a:cubicBezTo>
                      <a:pt x="134" y="432"/>
                      <a:pt x="134" y="432"/>
                      <a:pt x="134" y="432"/>
                    </a:cubicBezTo>
                    <a:close/>
                  </a:path>
                </a:pathLst>
              </a:custGeom>
              <a:solidFill>
                <a:srgbClr val="FDD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9" name="Freeform 152">
                <a:extLst>
                  <a:ext uri="{FF2B5EF4-FFF2-40B4-BE49-F238E27FC236}">
                    <a16:creationId xmlns:a16="http://schemas.microsoft.com/office/drawing/2014/main" id="{4785F202-E47B-4E30-BD4D-F6FFEC9F7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1992"/>
                <a:ext cx="1752" cy="16"/>
              </a:xfrm>
              <a:custGeom>
                <a:avLst/>
                <a:gdLst>
                  <a:gd name="T0" fmla="*/ 1752 w 1752"/>
                  <a:gd name="T1" fmla="*/ 0 h 16"/>
                  <a:gd name="T2" fmla="*/ 2 w 1752"/>
                  <a:gd name="T3" fmla="*/ 0 h 16"/>
                  <a:gd name="T4" fmla="*/ 0 w 1752"/>
                  <a:gd name="T5" fmla="*/ 16 h 16"/>
                  <a:gd name="T6" fmla="*/ 1751 w 1752"/>
                  <a:gd name="T7" fmla="*/ 16 h 16"/>
                  <a:gd name="T8" fmla="*/ 1752 w 1752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2" h="16">
                    <a:moveTo>
                      <a:pt x="1752" y="0"/>
                    </a:moveTo>
                    <a:lnTo>
                      <a:pt x="2" y="0"/>
                    </a:lnTo>
                    <a:lnTo>
                      <a:pt x="0" y="16"/>
                    </a:lnTo>
                    <a:lnTo>
                      <a:pt x="1751" y="16"/>
                    </a:lnTo>
                    <a:lnTo>
                      <a:pt x="1752" y="0"/>
                    </a:ln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" name="Freeform 153">
                <a:extLst>
                  <a:ext uri="{FF2B5EF4-FFF2-40B4-BE49-F238E27FC236}">
                    <a16:creationId xmlns:a16="http://schemas.microsoft.com/office/drawing/2014/main" id="{2F90D8F7-FEC3-4471-AFD5-EC32D1461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2008"/>
                <a:ext cx="1760" cy="74"/>
              </a:xfrm>
              <a:custGeom>
                <a:avLst/>
                <a:gdLst>
                  <a:gd name="T0" fmla="*/ 1760 w 1760"/>
                  <a:gd name="T1" fmla="*/ 0 h 74"/>
                  <a:gd name="T2" fmla="*/ 9 w 1760"/>
                  <a:gd name="T3" fmla="*/ 0 h 74"/>
                  <a:gd name="T4" fmla="*/ 0 w 1760"/>
                  <a:gd name="T5" fmla="*/ 74 h 74"/>
                  <a:gd name="T6" fmla="*/ 1750 w 1760"/>
                  <a:gd name="T7" fmla="*/ 74 h 74"/>
                  <a:gd name="T8" fmla="*/ 1760 w 1760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0" h="74">
                    <a:moveTo>
                      <a:pt x="1760" y="0"/>
                    </a:moveTo>
                    <a:lnTo>
                      <a:pt x="9" y="0"/>
                    </a:lnTo>
                    <a:lnTo>
                      <a:pt x="0" y="74"/>
                    </a:lnTo>
                    <a:lnTo>
                      <a:pt x="1750" y="74"/>
                    </a:lnTo>
                    <a:lnTo>
                      <a:pt x="1760" y="0"/>
                    </a:ln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1" name="Freeform 154">
                <a:extLst>
                  <a:ext uri="{FF2B5EF4-FFF2-40B4-BE49-F238E27FC236}">
                    <a16:creationId xmlns:a16="http://schemas.microsoft.com/office/drawing/2014/main" id="{94058720-BC7C-409A-99A0-1C50474FB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082"/>
                <a:ext cx="1753" cy="26"/>
              </a:xfrm>
              <a:custGeom>
                <a:avLst/>
                <a:gdLst>
                  <a:gd name="T0" fmla="*/ 1753 w 1753"/>
                  <a:gd name="T1" fmla="*/ 0 h 26"/>
                  <a:gd name="T2" fmla="*/ 3 w 1753"/>
                  <a:gd name="T3" fmla="*/ 0 h 26"/>
                  <a:gd name="T4" fmla="*/ 0 w 1753"/>
                  <a:gd name="T5" fmla="*/ 25 h 26"/>
                  <a:gd name="T6" fmla="*/ 1750 w 1753"/>
                  <a:gd name="T7" fmla="*/ 26 h 26"/>
                  <a:gd name="T8" fmla="*/ 1753 w 175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3" h="26">
                    <a:moveTo>
                      <a:pt x="1753" y="0"/>
                    </a:moveTo>
                    <a:lnTo>
                      <a:pt x="3" y="0"/>
                    </a:lnTo>
                    <a:lnTo>
                      <a:pt x="0" y="25"/>
                    </a:lnTo>
                    <a:lnTo>
                      <a:pt x="1750" y="26"/>
                    </a:lnTo>
                    <a:lnTo>
                      <a:pt x="1753" y="0"/>
                    </a:ln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2" name="Freeform 155">
                <a:extLst>
                  <a:ext uri="{FF2B5EF4-FFF2-40B4-BE49-F238E27FC236}">
                    <a16:creationId xmlns:a16="http://schemas.microsoft.com/office/drawing/2014/main" id="{E30C8710-3837-4F67-ADCD-3AD87F0D4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1973"/>
                <a:ext cx="1753" cy="19"/>
              </a:xfrm>
              <a:custGeom>
                <a:avLst/>
                <a:gdLst>
                  <a:gd name="T0" fmla="*/ 1753 w 1753"/>
                  <a:gd name="T1" fmla="*/ 0 h 19"/>
                  <a:gd name="T2" fmla="*/ 583 w 1753"/>
                  <a:gd name="T3" fmla="*/ 0 h 19"/>
                  <a:gd name="T4" fmla="*/ 1 w 1753"/>
                  <a:gd name="T5" fmla="*/ 3 h 19"/>
                  <a:gd name="T6" fmla="*/ 0 w 1753"/>
                  <a:gd name="T7" fmla="*/ 19 h 19"/>
                  <a:gd name="T8" fmla="*/ 1750 w 1753"/>
                  <a:gd name="T9" fmla="*/ 19 h 19"/>
                  <a:gd name="T10" fmla="*/ 1753 w 1753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53" h="19">
                    <a:moveTo>
                      <a:pt x="1753" y="0"/>
                    </a:moveTo>
                    <a:lnTo>
                      <a:pt x="583" y="0"/>
                    </a:lnTo>
                    <a:lnTo>
                      <a:pt x="1" y="3"/>
                    </a:lnTo>
                    <a:lnTo>
                      <a:pt x="0" y="19"/>
                    </a:lnTo>
                    <a:lnTo>
                      <a:pt x="1750" y="19"/>
                    </a:lnTo>
                    <a:lnTo>
                      <a:pt x="1753" y="0"/>
                    </a:lnTo>
                    <a:close/>
                  </a:path>
                </a:pathLst>
              </a:custGeom>
              <a:solidFill>
                <a:srgbClr val="F19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3" name="Freeform 156">
                <a:extLst>
                  <a:ext uri="{FF2B5EF4-FFF2-40B4-BE49-F238E27FC236}">
                    <a16:creationId xmlns:a16="http://schemas.microsoft.com/office/drawing/2014/main" id="{A94442EF-5A5C-4132-A741-B25FFE955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" y="1348"/>
                <a:ext cx="200" cy="759"/>
              </a:xfrm>
              <a:custGeom>
                <a:avLst/>
                <a:gdLst>
                  <a:gd name="T0" fmla="*/ 378 w 145"/>
                  <a:gd name="T1" fmla="*/ 1589 h 516"/>
                  <a:gd name="T2" fmla="*/ 44 w 145"/>
                  <a:gd name="T3" fmla="*/ 822 h 516"/>
                  <a:gd name="T4" fmla="*/ 157 w 145"/>
                  <a:gd name="T5" fmla="*/ 263 h 516"/>
                  <a:gd name="T6" fmla="*/ 381 w 145"/>
                  <a:gd name="T7" fmla="*/ 54 h 516"/>
                  <a:gd name="T8" fmla="*/ 372 w 145"/>
                  <a:gd name="T9" fmla="*/ 0 h 516"/>
                  <a:gd name="T10" fmla="*/ 0 w 145"/>
                  <a:gd name="T11" fmla="*/ 822 h 516"/>
                  <a:gd name="T12" fmla="*/ 372 w 145"/>
                  <a:gd name="T13" fmla="*/ 1642 h 516"/>
                  <a:gd name="T14" fmla="*/ 378 w 145"/>
                  <a:gd name="T15" fmla="*/ 1589 h 5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516">
                    <a:moveTo>
                      <a:pt x="144" y="499"/>
                    </a:moveTo>
                    <a:cubicBezTo>
                      <a:pt x="73" y="487"/>
                      <a:pt x="17" y="383"/>
                      <a:pt x="17" y="258"/>
                    </a:cubicBezTo>
                    <a:cubicBezTo>
                      <a:pt x="17" y="191"/>
                      <a:pt x="32" y="129"/>
                      <a:pt x="60" y="83"/>
                    </a:cubicBezTo>
                    <a:cubicBezTo>
                      <a:pt x="87" y="41"/>
                      <a:pt x="122" y="21"/>
                      <a:pt x="145" y="17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62" y="14"/>
                      <a:pt x="0" y="123"/>
                      <a:pt x="0" y="258"/>
                    </a:cubicBezTo>
                    <a:cubicBezTo>
                      <a:pt x="0" y="393"/>
                      <a:pt x="61" y="503"/>
                      <a:pt x="142" y="516"/>
                    </a:cubicBezTo>
                    <a:lnTo>
                      <a:pt x="144" y="499"/>
                    </a:lnTo>
                    <a:close/>
                  </a:path>
                </a:pathLst>
              </a:custGeom>
              <a:solidFill>
                <a:srgbClr val="F8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4" name="Freeform 157">
                <a:extLst>
                  <a:ext uri="{FF2B5EF4-FFF2-40B4-BE49-F238E27FC236}">
                    <a16:creationId xmlns:a16="http://schemas.microsoft.com/office/drawing/2014/main" id="{D725A251-8D12-4001-BBB6-6DA8F154D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347"/>
                <a:ext cx="1753" cy="26"/>
              </a:xfrm>
              <a:custGeom>
                <a:avLst/>
                <a:gdLst>
                  <a:gd name="T0" fmla="*/ 1750 w 1753"/>
                  <a:gd name="T1" fmla="*/ 0 h 26"/>
                  <a:gd name="T2" fmla="*/ 0 w 1753"/>
                  <a:gd name="T3" fmla="*/ 1 h 26"/>
                  <a:gd name="T4" fmla="*/ 4 w 1753"/>
                  <a:gd name="T5" fmla="*/ 26 h 26"/>
                  <a:gd name="T6" fmla="*/ 4 w 1753"/>
                  <a:gd name="T7" fmla="*/ 26 h 26"/>
                  <a:gd name="T8" fmla="*/ 1753 w 1753"/>
                  <a:gd name="T9" fmla="*/ 26 h 26"/>
                  <a:gd name="T10" fmla="*/ 1750 w 1753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53" h="26">
                    <a:moveTo>
                      <a:pt x="1750" y="0"/>
                    </a:moveTo>
                    <a:lnTo>
                      <a:pt x="0" y="1"/>
                    </a:lnTo>
                    <a:lnTo>
                      <a:pt x="4" y="26"/>
                    </a:lnTo>
                    <a:lnTo>
                      <a:pt x="1753" y="26"/>
                    </a:lnTo>
                    <a:lnTo>
                      <a:pt x="1750" y="0"/>
                    </a:lnTo>
                    <a:close/>
                  </a:path>
                </a:pathLst>
              </a:custGeom>
              <a:solidFill>
                <a:srgbClr val="F4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5" name="Freeform 158">
                <a:extLst>
                  <a:ext uri="{FF2B5EF4-FFF2-40B4-BE49-F238E27FC236}">
                    <a16:creationId xmlns:a16="http://schemas.microsoft.com/office/drawing/2014/main" id="{353B647E-3F68-4A3D-9219-BB091CE37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1373"/>
                <a:ext cx="1759" cy="75"/>
              </a:xfrm>
              <a:custGeom>
                <a:avLst/>
                <a:gdLst>
                  <a:gd name="T0" fmla="*/ 1749 w 1759"/>
                  <a:gd name="T1" fmla="*/ 0 h 75"/>
                  <a:gd name="T2" fmla="*/ 0 w 1759"/>
                  <a:gd name="T3" fmla="*/ 0 h 75"/>
                  <a:gd name="T4" fmla="*/ 8 w 1759"/>
                  <a:gd name="T5" fmla="*/ 75 h 75"/>
                  <a:gd name="T6" fmla="*/ 1759 w 1759"/>
                  <a:gd name="T7" fmla="*/ 75 h 75"/>
                  <a:gd name="T8" fmla="*/ 1749 w 1759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9" h="75">
                    <a:moveTo>
                      <a:pt x="1749" y="0"/>
                    </a:moveTo>
                    <a:lnTo>
                      <a:pt x="0" y="0"/>
                    </a:lnTo>
                    <a:lnTo>
                      <a:pt x="8" y="75"/>
                    </a:lnTo>
                    <a:lnTo>
                      <a:pt x="1759" y="75"/>
                    </a:lnTo>
                    <a:lnTo>
                      <a:pt x="1749" y="0"/>
                    </a:lnTo>
                    <a:close/>
                  </a:path>
                </a:pathLst>
              </a:custGeom>
              <a:solidFill>
                <a:srgbClr val="FCB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6" name="Freeform 159">
                <a:extLst>
                  <a:ext uri="{FF2B5EF4-FFF2-40B4-BE49-F238E27FC236}">
                    <a16:creationId xmlns:a16="http://schemas.microsoft.com/office/drawing/2014/main" id="{49180EDB-7EAA-4393-B73A-1802703AF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1462"/>
                <a:ext cx="1756" cy="22"/>
              </a:xfrm>
              <a:custGeom>
                <a:avLst/>
                <a:gdLst>
                  <a:gd name="T0" fmla="*/ 3330 w 1274"/>
                  <a:gd name="T1" fmla="*/ 6 h 15"/>
                  <a:gd name="T2" fmla="*/ 6 w 1274"/>
                  <a:gd name="T3" fmla="*/ 0 h 15"/>
                  <a:gd name="T4" fmla="*/ 8 w 1274"/>
                  <a:gd name="T5" fmla="*/ 34 h 15"/>
                  <a:gd name="T6" fmla="*/ 367 w 1274"/>
                  <a:gd name="T7" fmla="*/ 47 h 15"/>
                  <a:gd name="T8" fmla="*/ 3336 w 1274"/>
                  <a:gd name="T9" fmla="*/ 47 h 15"/>
                  <a:gd name="T10" fmla="*/ 3330 w 1274"/>
                  <a:gd name="T11" fmla="*/ 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4" h="15">
                    <a:moveTo>
                      <a:pt x="1272" y="2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11"/>
                      <a:pt x="140" y="15"/>
                      <a:pt x="140" y="15"/>
                    </a:cubicBezTo>
                    <a:cubicBezTo>
                      <a:pt x="1274" y="15"/>
                      <a:pt x="1274" y="15"/>
                      <a:pt x="1274" y="15"/>
                    </a:cubicBezTo>
                    <a:lnTo>
                      <a:pt x="1272" y="2"/>
                    </a:lnTo>
                    <a:close/>
                  </a:path>
                </a:pathLst>
              </a:custGeom>
              <a:solidFill>
                <a:srgbClr val="F19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7" name="Freeform 160">
                <a:extLst>
                  <a:ext uri="{FF2B5EF4-FFF2-40B4-BE49-F238E27FC236}">
                    <a16:creationId xmlns:a16="http://schemas.microsoft.com/office/drawing/2014/main" id="{EAE8536C-BE2C-45BF-AD5D-016BAA94C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1448"/>
                <a:ext cx="1752" cy="17"/>
              </a:xfrm>
              <a:custGeom>
                <a:avLst/>
                <a:gdLst>
                  <a:gd name="T0" fmla="*/ 1751 w 1752"/>
                  <a:gd name="T1" fmla="*/ 0 h 17"/>
                  <a:gd name="T2" fmla="*/ 0 w 1752"/>
                  <a:gd name="T3" fmla="*/ 0 h 17"/>
                  <a:gd name="T4" fmla="*/ 2 w 1752"/>
                  <a:gd name="T5" fmla="*/ 14 h 17"/>
                  <a:gd name="T6" fmla="*/ 1752 w 1752"/>
                  <a:gd name="T7" fmla="*/ 17 h 17"/>
                  <a:gd name="T8" fmla="*/ 1751 w 1752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2" h="17">
                    <a:moveTo>
                      <a:pt x="1751" y="0"/>
                    </a:moveTo>
                    <a:lnTo>
                      <a:pt x="0" y="0"/>
                    </a:lnTo>
                    <a:lnTo>
                      <a:pt x="2" y="14"/>
                    </a:lnTo>
                    <a:lnTo>
                      <a:pt x="1752" y="17"/>
                    </a:lnTo>
                    <a:lnTo>
                      <a:pt x="1751" y="0"/>
                    </a:ln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8" name="Freeform 161">
                <a:extLst>
                  <a:ext uri="{FF2B5EF4-FFF2-40B4-BE49-F238E27FC236}">
                    <a16:creationId xmlns:a16="http://schemas.microsoft.com/office/drawing/2014/main" id="{89E9201C-B05A-4EE1-935A-120F7395F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1448"/>
                <a:ext cx="127" cy="560"/>
              </a:xfrm>
              <a:custGeom>
                <a:avLst/>
                <a:gdLst>
                  <a:gd name="T0" fmla="*/ 240 w 92"/>
                  <a:gd name="T1" fmla="*/ 1210 h 381"/>
                  <a:gd name="T2" fmla="*/ 240 w 92"/>
                  <a:gd name="T3" fmla="*/ 1210 h 381"/>
                  <a:gd name="T4" fmla="*/ 242 w 92"/>
                  <a:gd name="T5" fmla="*/ 1176 h 381"/>
                  <a:gd name="T6" fmla="*/ 26 w 92"/>
                  <a:gd name="T7" fmla="*/ 603 h 381"/>
                  <a:gd name="T8" fmla="*/ 242 w 92"/>
                  <a:gd name="T9" fmla="*/ 28 h 381"/>
                  <a:gd name="T10" fmla="*/ 240 w 92"/>
                  <a:gd name="T11" fmla="*/ 0 h 381"/>
                  <a:gd name="T12" fmla="*/ 240 w 92"/>
                  <a:gd name="T13" fmla="*/ 0 h 381"/>
                  <a:gd name="T14" fmla="*/ 240 w 92"/>
                  <a:gd name="T15" fmla="*/ 0 h 381"/>
                  <a:gd name="T16" fmla="*/ 0 w 92"/>
                  <a:gd name="T17" fmla="*/ 603 h 381"/>
                  <a:gd name="T18" fmla="*/ 236 w 92"/>
                  <a:gd name="T19" fmla="*/ 1210 h 381"/>
                  <a:gd name="T20" fmla="*/ 240 w 92"/>
                  <a:gd name="T21" fmla="*/ 1210 h 3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2" h="381">
                    <a:moveTo>
                      <a:pt x="91" y="381"/>
                    </a:moveTo>
                    <a:cubicBezTo>
                      <a:pt x="91" y="381"/>
                      <a:pt x="91" y="381"/>
                      <a:pt x="91" y="381"/>
                    </a:cubicBezTo>
                    <a:cubicBezTo>
                      <a:pt x="92" y="370"/>
                      <a:pt x="92" y="370"/>
                      <a:pt x="92" y="370"/>
                    </a:cubicBezTo>
                    <a:cubicBezTo>
                      <a:pt x="52" y="362"/>
                      <a:pt x="10" y="292"/>
                      <a:pt x="10" y="190"/>
                    </a:cubicBezTo>
                    <a:cubicBezTo>
                      <a:pt x="10" y="86"/>
                      <a:pt x="51" y="14"/>
                      <a:pt x="92" y="9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46" y="5"/>
                      <a:pt x="0" y="78"/>
                      <a:pt x="0" y="190"/>
                    </a:cubicBezTo>
                    <a:cubicBezTo>
                      <a:pt x="0" y="299"/>
                      <a:pt x="46" y="372"/>
                      <a:pt x="90" y="381"/>
                    </a:cubicBezTo>
                    <a:cubicBezTo>
                      <a:pt x="90" y="381"/>
                      <a:pt x="90" y="381"/>
                      <a:pt x="91" y="381"/>
                    </a:cubicBezTo>
                    <a:close/>
                  </a:path>
                </a:pathLst>
              </a:custGeom>
              <a:solidFill>
                <a:srgbClr val="FFF0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9" name="Freeform 162">
                <a:extLst>
                  <a:ext uri="{FF2B5EF4-FFF2-40B4-BE49-F238E27FC236}">
                    <a16:creationId xmlns:a16="http://schemas.microsoft.com/office/drawing/2014/main" id="{FC0C6A9E-1393-4D0F-B7AB-3AF1B5510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1462"/>
                <a:ext cx="114" cy="530"/>
              </a:xfrm>
              <a:custGeom>
                <a:avLst/>
                <a:gdLst>
                  <a:gd name="T0" fmla="*/ 216 w 83"/>
                  <a:gd name="T1" fmla="*/ 1110 h 361"/>
                  <a:gd name="T2" fmla="*/ 22 w 83"/>
                  <a:gd name="T3" fmla="*/ 574 h 361"/>
                  <a:gd name="T4" fmla="*/ 216 w 83"/>
                  <a:gd name="T5" fmla="*/ 34 h 361"/>
                  <a:gd name="T6" fmla="*/ 213 w 83"/>
                  <a:gd name="T7" fmla="*/ 0 h 361"/>
                  <a:gd name="T8" fmla="*/ 0 w 83"/>
                  <a:gd name="T9" fmla="*/ 574 h 361"/>
                  <a:gd name="T10" fmla="*/ 213 w 83"/>
                  <a:gd name="T11" fmla="*/ 1142 h 361"/>
                  <a:gd name="T12" fmla="*/ 216 w 83"/>
                  <a:gd name="T13" fmla="*/ 1110 h 3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61">
                    <a:moveTo>
                      <a:pt x="83" y="351"/>
                    </a:moveTo>
                    <a:cubicBezTo>
                      <a:pt x="51" y="345"/>
                      <a:pt x="9" y="282"/>
                      <a:pt x="9" y="181"/>
                    </a:cubicBezTo>
                    <a:cubicBezTo>
                      <a:pt x="9" y="80"/>
                      <a:pt x="51" y="16"/>
                      <a:pt x="83" y="11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41" y="5"/>
                      <a:pt x="0" y="77"/>
                      <a:pt x="0" y="181"/>
                    </a:cubicBezTo>
                    <a:cubicBezTo>
                      <a:pt x="0" y="283"/>
                      <a:pt x="42" y="353"/>
                      <a:pt x="82" y="361"/>
                    </a:cubicBezTo>
                    <a:lnTo>
                      <a:pt x="83" y="351"/>
                    </a:lnTo>
                    <a:close/>
                  </a:path>
                </a:pathLst>
              </a:custGeom>
              <a:solidFill>
                <a:srgbClr val="F6CB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0" name="Freeform 163">
                <a:extLst>
                  <a:ext uri="{FF2B5EF4-FFF2-40B4-BE49-F238E27FC236}">
                    <a16:creationId xmlns:a16="http://schemas.microsoft.com/office/drawing/2014/main" id="{062CB30A-DC3A-4A79-93D8-E0E21A95E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1478"/>
                <a:ext cx="1851" cy="499"/>
              </a:xfrm>
              <a:custGeom>
                <a:avLst/>
                <a:gdLst>
                  <a:gd name="T0" fmla="*/ 3516 w 1343"/>
                  <a:gd name="T1" fmla="*/ 13 h 340"/>
                  <a:gd name="T2" fmla="*/ 553 w 1343"/>
                  <a:gd name="T3" fmla="*/ 13 h 340"/>
                  <a:gd name="T4" fmla="*/ 194 w 1343"/>
                  <a:gd name="T5" fmla="*/ 0 h 340"/>
                  <a:gd name="T6" fmla="*/ 0 w 1343"/>
                  <a:gd name="T7" fmla="*/ 536 h 340"/>
                  <a:gd name="T8" fmla="*/ 194 w 1343"/>
                  <a:gd name="T9" fmla="*/ 1074 h 340"/>
                  <a:gd name="T10" fmla="*/ 194 w 1343"/>
                  <a:gd name="T11" fmla="*/ 1073 h 340"/>
                  <a:gd name="T12" fmla="*/ 1300 w 1343"/>
                  <a:gd name="T13" fmla="*/ 1066 h 340"/>
                  <a:gd name="T14" fmla="*/ 3516 w 1343"/>
                  <a:gd name="T15" fmla="*/ 1066 h 340"/>
                  <a:gd name="T16" fmla="*/ 3335 w 1343"/>
                  <a:gd name="T17" fmla="*/ 536 h 340"/>
                  <a:gd name="T18" fmla="*/ 3516 w 1343"/>
                  <a:gd name="T19" fmla="*/ 13 h 3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43" h="340">
                    <a:moveTo>
                      <a:pt x="1343" y="4"/>
                    </a:moveTo>
                    <a:cubicBezTo>
                      <a:pt x="211" y="4"/>
                      <a:pt x="211" y="4"/>
                      <a:pt x="211" y="4"/>
                    </a:cubicBezTo>
                    <a:cubicBezTo>
                      <a:pt x="211" y="4"/>
                      <a:pt x="71" y="0"/>
                      <a:pt x="74" y="0"/>
                    </a:cubicBezTo>
                    <a:cubicBezTo>
                      <a:pt x="42" y="5"/>
                      <a:pt x="0" y="69"/>
                      <a:pt x="0" y="170"/>
                    </a:cubicBezTo>
                    <a:cubicBezTo>
                      <a:pt x="0" y="271"/>
                      <a:pt x="42" y="334"/>
                      <a:pt x="74" y="340"/>
                    </a:cubicBezTo>
                    <a:cubicBezTo>
                      <a:pt x="74" y="339"/>
                      <a:pt x="74" y="339"/>
                      <a:pt x="74" y="339"/>
                    </a:cubicBezTo>
                    <a:cubicBezTo>
                      <a:pt x="496" y="337"/>
                      <a:pt x="496" y="337"/>
                      <a:pt x="496" y="337"/>
                    </a:cubicBezTo>
                    <a:cubicBezTo>
                      <a:pt x="1343" y="337"/>
                      <a:pt x="1343" y="337"/>
                      <a:pt x="1343" y="337"/>
                    </a:cubicBezTo>
                    <a:cubicBezTo>
                      <a:pt x="1309" y="315"/>
                      <a:pt x="1274" y="257"/>
                      <a:pt x="1274" y="170"/>
                    </a:cubicBezTo>
                    <a:cubicBezTo>
                      <a:pt x="1274" y="83"/>
                      <a:pt x="1306" y="25"/>
                      <a:pt x="1343" y="4"/>
                    </a:cubicBezTo>
                    <a:close/>
                  </a:path>
                </a:pathLst>
              </a:custGeom>
              <a:solidFill>
                <a:srgbClr val="A22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1" name="Freeform 164">
                <a:extLst>
                  <a:ext uri="{FF2B5EF4-FFF2-40B4-BE49-F238E27FC236}">
                    <a16:creationId xmlns:a16="http://schemas.microsoft.com/office/drawing/2014/main" id="{1DA0E9B0-23A5-4476-91A0-D9B48C6E5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1503"/>
                <a:ext cx="1826" cy="457"/>
              </a:xfrm>
              <a:custGeom>
                <a:avLst/>
                <a:gdLst>
                  <a:gd name="T0" fmla="*/ 3447 w 1325"/>
                  <a:gd name="T1" fmla="*/ 28 h 311"/>
                  <a:gd name="T2" fmla="*/ 1628 w 1325"/>
                  <a:gd name="T3" fmla="*/ 35 h 311"/>
                  <a:gd name="T4" fmla="*/ 109 w 1325"/>
                  <a:gd name="T5" fmla="*/ 22 h 311"/>
                  <a:gd name="T6" fmla="*/ 0 w 1325"/>
                  <a:gd name="T7" fmla="*/ 486 h 311"/>
                  <a:gd name="T8" fmla="*/ 124 w 1325"/>
                  <a:gd name="T9" fmla="*/ 971 h 311"/>
                  <a:gd name="T10" fmla="*/ 1743 w 1325"/>
                  <a:gd name="T11" fmla="*/ 965 h 311"/>
                  <a:gd name="T12" fmla="*/ 3460 w 1325"/>
                  <a:gd name="T13" fmla="*/ 958 h 311"/>
                  <a:gd name="T14" fmla="*/ 3335 w 1325"/>
                  <a:gd name="T15" fmla="*/ 486 h 311"/>
                  <a:gd name="T16" fmla="*/ 3447 w 1325"/>
                  <a:gd name="T17" fmla="*/ 28 h 3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25" h="311">
                    <a:moveTo>
                      <a:pt x="1317" y="9"/>
                    </a:moveTo>
                    <a:cubicBezTo>
                      <a:pt x="1321" y="4"/>
                      <a:pt x="961" y="11"/>
                      <a:pt x="622" y="11"/>
                    </a:cubicBezTo>
                    <a:cubicBezTo>
                      <a:pt x="326" y="10"/>
                      <a:pt x="46" y="0"/>
                      <a:pt x="41" y="7"/>
                    </a:cubicBezTo>
                    <a:cubicBezTo>
                      <a:pt x="19" y="34"/>
                      <a:pt x="0" y="85"/>
                      <a:pt x="0" y="153"/>
                    </a:cubicBezTo>
                    <a:cubicBezTo>
                      <a:pt x="0" y="227"/>
                      <a:pt x="23" y="281"/>
                      <a:pt x="47" y="306"/>
                    </a:cubicBezTo>
                    <a:cubicBezTo>
                      <a:pt x="52" y="311"/>
                      <a:pt x="362" y="305"/>
                      <a:pt x="666" y="304"/>
                    </a:cubicBezTo>
                    <a:cubicBezTo>
                      <a:pt x="998" y="303"/>
                      <a:pt x="1325" y="305"/>
                      <a:pt x="1322" y="302"/>
                    </a:cubicBezTo>
                    <a:cubicBezTo>
                      <a:pt x="1296" y="273"/>
                      <a:pt x="1274" y="222"/>
                      <a:pt x="1274" y="153"/>
                    </a:cubicBezTo>
                    <a:cubicBezTo>
                      <a:pt x="1274" y="87"/>
                      <a:pt x="1292" y="38"/>
                      <a:pt x="1317" y="9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2" name="Freeform 165">
                <a:extLst>
                  <a:ext uri="{FF2B5EF4-FFF2-40B4-BE49-F238E27FC236}">
                    <a16:creationId xmlns:a16="http://schemas.microsoft.com/office/drawing/2014/main" id="{96A85CF9-9ABC-4624-87DD-FF7979210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911"/>
                <a:ext cx="1552" cy="15"/>
              </a:xfrm>
              <a:custGeom>
                <a:avLst/>
                <a:gdLst>
                  <a:gd name="T0" fmla="*/ 0 w 1126"/>
                  <a:gd name="T1" fmla="*/ 35 h 10"/>
                  <a:gd name="T2" fmla="*/ 1442 w 1126"/>
                  <a:gd name="T3" fmla="*/ 0 h 10"/>
                  <a:gd name="T4" fmla="*/ 2948 w 1126"/>
                  <a:gd name="T5" fmla="*/ 27 h 10"/>
                  <a:gd name="T6" fmla="*/ 0 w 1126"/>
                  <a:gd name="T7" fmla="*/ 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6" h="10">
                    <a:moveTo>
                      <a:pt x="0" y="10"/>
                    </a:moveTo>
                    <a:cubicBezTo>
                      <a:pt x="114" y="9"/>
                      <a:pt x="334" y="1"/>
                      <a:pt x="551" y="0"/>
                    </a:cubicBezTo>
                    <a:cubicBezTo>
                      <a:pt x="783" y="0"/>
                      <a:pt x="1013" y="7"/>
                      <a:pt x="1126" y="8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89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3" name="Freeform 166">
                <a:extLst>
                  <a:ext uri="{FF2B5EF4-FFF2-40B4-BE49-F238E27FC236}">
                    <a16:creationId xmlns:a16="http://schemas.microsoft.com/office/drawing/2014/main" id="{8E73B227-86EF-4239-B5A6-54DBA16D6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1760"/>
                <a:ext cx="1827" cy="198"/>
              </a:xfrm>
              <a:custGeom>
                <a:avLst/>
                <a:gdLst>
                  <a:gd name="T0" fmla="*/ 3447 w 1326"/>
                  <a:gd name="T1" fmla="*/ 387 h 135"/>
                  <a:gd name="T2" fmla="*/ 3446 w 1326"/>
                  <a:gd name="T3" fmla="*/ 386 h 135"/>
                  <a:gd name="T4" fmla="*/ 3432 w 1326"/>
                  <a:gd name="T5" fmla="*/ 364 h 135"/>
                  <a:gd name="T6" fmla="*/ 3428 w 1326"/>
                  <a:gd name="T7" fmla="*/ 359 h 135"/>
                  <a:gd name="T8" fmla="*/ 3336 w 1326"/>
                  <a:gd name="T9" fmla="*/ 32 h 135"/>
                  <a:gd name="T10" fmla="*/ 3336 w 1326"/>
                  <a:gd name="T11" fmla="*/ 47 h 135"/>
                  <a:gd name="T12" fmla="*/ 2899 w 1326"/>
                  <a:gd name="T13" fmla="*/ 351 h 135"/>
                  <a:gd name="T14" fmla="*/ 814 w 1326"/>
                  <a:gd name="T15" fmla="*/ 351 h 135"/>
                  <a:gd name="T16" fmla="*/ 146 w 1326"/>
                  <a:gd name="T17" fmla="*/ 351 h 135"/>
                  <a:gd name="T18" fmla="*/ 21 w 1326"/>
                  <a:gd name="T19" fmla="*/ 66 h 135"/>
                  <a:gd name="T20" fmla="*/ 0 w 1326"/>
                  <a:gd name="T21" fmla="*/ 0 h 135"/>
                  <a:gd name="T22" fmla="*/ 120 w 1326"/>
                  <a:gd name="T23" fmla="*/ 411 h 135"/>
                  <a:gd name="T24" fmla="*/ 1768 w 1326"/>
                  <a:gd name="T25" fmla="*/ 400 h 135"/>
                  <a:gd name="T26" fmla="*/ 3467 w 1326"/>
                  <a:gd name="T27" fmla="*/ 414 h 135"/>
                  <a:gd name="T28" fmla="*/ 3461 w 1326"/>
                  <a:gd name="T29" fmla="*/ 406 h 135"/>
                  <a:gd name="T30" fmla="*/ 3447 w 1326"/>
                  <a:gd name="T31" fmla="*/ 387 h 1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26" h="135">
                    <a:moveTo>
                      <a:pt x="1318" y="123"/>
                    </a:moveTo>
                    <a:cubicBezTo>
                      <a:pt x="1318" y="123"/>
                      <a:pt x="1318" y="122"/>
                      <a:pt x="1317" y="122"/>
                    </a:cubicBezTo>
                    <a:cubicBezTo>
                      <a:pt x="1315" y="120"/>
                      <a:pt x="1314" y="117"/>
                      <a:pt x="1312" y="115"/>
                    </a:cubicBezTo>
                    <a:cubicBezTo>
                      <a:pt x="1312" y="115"/>
                      <a:pt x="1312" y="115"/>
                      <a:pt x="1311" y="114"/>
                    </a:cubicBezTo>
                    <a:cubicBezTo>
                      <a:pt x="1294" y="90"/>
                      <a:pt x="1280" y="55"/>
                      <a:pt x="1275" y="10"/>
                    </a:cubicBezTo>
                    <a:cubicBezTo>
                      <a:pt x="1275" y="15"/>
                      <a:pt x="1275" y="15"/>
                      <a:pt x="1275" y="15"/>
                    </a:cubicBezTo>
                    <a:cubicBezTo>
                      <a:pt x="1280" y="62"/>
                      <a:pt x="1291" y="114"/>
                      <a:pt x="1108" y="111"/>
                    </a:cubicBezTo>
                    <a:cubicBezTo>
                      <a:pt x="926" y="109"/>
                      <a:pt x="311" y="111"/>
                      <a:pt x="311" y="111"/>
                    </a:cubicBezTo>
                    <a:cubicBezTo>
                      <a:pt x="311" y="111"/>
                      <a:pt x="66" y="121"/>
                      <a:pt x="56" y="111"/>
                    </a:cubicBezTo>
                    <a:cubicBezTo>
                      <a:pt x="47" y="102"/>
                      <a:pt x="16" y="78"/>
                      <a:pt x="8" y="21"/>
                    </a:cubicBezTo>
                    <a:cubicBezTo>
                      <a:pt x="6" y="8"/>
                      <a:pt x="4" y="2"/>
                      <a:pt x="0" y="0"/>
                    </a:cubicBezTo>
                    <a:cubicBezTo>
                      <a:pt x="4" y="62"/>
                      <a:pt x="24" y="107"/>
                      <a:pt x="46" y="130"/>
                    </a:cubicBezTo>
                    <a:cubicBezTo>
                      <a:pt x="50" y="135"/>
                      <a:pt x="363" y="128"/>
                      <a:pt x="676" y="127"/>
                    </a:cubicBezTo>
                    <a:cubicBezTo>
                      <a:pt x="1000" y="126"/>
                      <a:pt x="1326" y="132"/>
                      <a:pt x="1325" y="131"/>
                    </a:cubicBezTo>
                    <a:cubicBezTo>
                      <a:pt x="1325" y="130"/>
                      <a:pt x="1324" y="130"/>
                      <a:pt x="1323" y="129"/>
                    </a:cubicBezTo>
                    <a:cubicBezTo>
                      <a:pt x="1322" y="127"/>
                      <a:pt x="1320" y="125"/>
                      <a:pt x="1318" y="123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4" name="Freeform 167">
                <a:extLst>
                  <a:ext uri="{FF2B5EF4-FFF2-40B4-BE49-F238E27FC236}">
                    <a16:creationId xmlns:a16="http://schemas.microsoft.com/office/drawing/2014/main" id="{CDDB3A55-97DF-44A7-A496-8EB25CA35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1941"/>
                <a:ext cx="9" cy="16"/>
              </a:xfrm>
              <a:custGeom>
                <a:avLst/>
                <a:gdLst>
                  <a:gd name="T0" fmla="*/ 1 w 7"/>
                  <a:gd name="T1" fmla="*/ 1 h 11"/>
                  <a:gd name="T2" fmla="*/ 10 w 7"/>
                  <a:gd name="T3" fmla="*/ 15 h 11"/>
                  <a:gd name="T4" fmla="*/ 13 w 7"/>
                  <a:gd name="T5" fmla="*/ 32 h 11"/>
                  <a:gd name="T6" fmla="*/ 5 w 7"/>
                  <a:gd name="T7" fmla="*/ 19 h 11"/>
                  <a:gd name="T8" fmla="*/ 1 w 7"/>
                  <a:gd name="T9" fmla="*/ 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1"/>
                    </a:moveTo>
                    <a:cubicBezTo>
                      <a:pt x="2" y="0"/>
                      <a:pt x="4" y="2"/>
                      <a:pt x="5" y="5"/>
                    </a:cubicBezTo>
                    <a:cubicBezTo>
                      <a:pt x="6" y="7"/>
                      <a:pt x="7" y="10"/>
                      <a:pt x="6" y="10"/>
                    </a:cubicBezTo>
                    <a:cubicBezTo>
                      <a:pt x="5" y="11"/>
                      <a:pt x="3" y="9"/>
                      <a:pt x="2" y="6"/>
                    </a:cubicBezTo>
                    <a:cubicBezTo>
                      <a:pt x="1" y="4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15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5" name="Freeform 168">
                <a:extLst>
                  <a:ext uri="{FF2B5EF4-FFF2-40B4-BE49-F238E27FC236}">
                    <a16:creationId xmlns:a16="http://schemas.microsoft.com/office/drawing/2014/main" id="{AE3B8A6F-9D10-4886-A654-AAB6F989C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" y="2080"/>
                <a:ext cx="14" cy="12"/>
              </a:xfrm>
              <a:custGeom>
                <a:avLst/>
                <a:gdLst>
                  <a:gd name="T0" fmla="*/ 1 w 10"/>
                  <a:gd name="T1" fmla="*/ 5 h 8"/>
                  <a:gd name="T2" fmla="*/ 15 w 10"/>
                  <a:gd name="T3" fmla="*/ 12 h 8"/>
                  <a:gd name="T4" fmla="*/ 25 w 10"/>
                  <a:gd name="T5" fmla="*/ 26 h 8"/>
                  <a:gd name="T6" fmla="*/ 11 w 10"/>
                  <a:gd name="T7" fmla="*/ 21 h 8"/>
                  <a:gd name="T8" fmla="*/ 1 w 10"/>
                  <a:gd name="T9" fmla="*/ 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1" y="1"/>
                    </a:moveTo>
                    <a:cubicBezTo>
                      <a:pt x="1" y="0"/>
                      <a:pt x="4" y="1"/>
                      <a:pt x="6" y="3"/>
                    </a:cubicBezTo>
                    <a:cubicBezTo>
                      <a:pt x="8" y="4"/>
                      <a:pt x="10" y="6"/>
                      <a:pt x="9" y="7"/>
                    </a:cubicBezTo>
                    <a:cubicBezTo>
                      <a:pt x="9" y="8"/>
                      <a:pt x="6" y="7"/>
                      <a:pt x="4" y="6"/>
                    </a:cubicBezTo>
                    <a:cubicBezTo>
                      <a:pt x="2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15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6" name="Freeform 169">
                <a:extLst>
                  <a:ext uri="{FF2B5EF4-FFF2-40B4-BE49-F238E27FC236}">
                    <a16:creationId xmlns:a16="http://schemas.microsoft.com/office/drawing/2014/main" id="{820B5F3D-AE52-4AEA-BCC6-4EFF2FA0F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1772"/>
                <a:ext cx="6" cy="16"/>
              </a:xfrm>
              <a:custGeom>
                <a:avLst/>
                <a:gdLst>
                  <a:gd name="T0" fmla="*/ 5 w 4"/>
                  <a:gd name="T1" fmla="*/ 0 h 11"/>
                  <a:gd name="T2" fmla="*/ 14 w 4"/>
                  <a:gd name="T3" fmla="*/ 15 h 11"/>
                  <a:gd name="T4" fmla="*/ 12 w 4"/>
                  <a:gd name="T5" fmla="*/ 33 h 11"/>
                  <a:gd name="T6" fmla="*/ 0 w 4"/>
                  <a:gd name="T7" fmla="*/ 19 h 11"/>
                  <a:gd name="T8" fmla="*/ 5 w 4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2" y="0"/>
                      <a:pt x="3" y="2"/>
                      <a:pt x="4" y="5"/>
                    </a:cubicBezTo>
                    <a:cubicBezTo>
                      <a:pt x="4" y="8"/>
                      <a:pt x="4" y="11"/>
                      <a:pt x="3" y="11"/>
                    </a:cubicBezTo>
                    <a:cubicBezTo>
                      <a:pt x="2" y="11"/>
                      <a:pt x="0" y="9"/>
                      <a:pt x="0" y="6"/>
                    </a:cubicBezTo>
                    <a:cubicBezTo>
                      <a:pt x="0" y="3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15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7" name="Freeform 170">
                <a:extLst>
                  <a:ext uri="{FF2B5EF4-FFF2-40B4-BE49-F238E27FC236}">
                    <a16:creationId xmlns:a16="http://schemas.microsoft.com/office/drawing/2014/main" id="{55A2151C-8BB2-4A62-96DC-3C79432F7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" y="1563"/>
                <a:ext cx="8" cy="15"/>
              </a:xfrm>
              <a:custGeom>
                <a:avLst/>
                <a:gdLst>
                  <a:gd name="T0" fmla="*/ 12 w 6"/>
                  <a:gd name="T1" fmla="*/ 0 h 10"/>
                  <a:gd name="T2" fmla="*/ 12 w 6"/>
                  <a:gd name="T3" fmla="*/ 18 h 10"/>
                  <a:gd name="T4" fmla="*/ 1 w 6"/>
                  <a:gd name="T5" fmla="*/ 35 h 10"/>
                  <a:gd name="T6" fmla="*/ 1 w 6"/>
                  <a:gd name="T7" fmla="*/ 14 h 10"/>
                  <a:gd name="T8" fmla="*/ 12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cubicBezTo>
                      <a:pt x="6" y="0"/>
                      <a:pt x="6" y="3"/>
                      <a:pt x="5" y="5"/>
                    </a:cubicBezTo>
                    <a:cubicBezTo>
                      <a:pt x="4" y="8"/>
                      <a:pt x="2" y="10"/>
                      <a:pt x="1" y="10"/>
                    </a:cubicBezTo>
                    <a:cubicBezTo>
                      <a:pt x="0" y="9"/>
                      <a:pt x="0" y="7"/>
                      <a:pt x="1" y="4"/>
                    </a:cubicBezTo>
                    <a:cubicBezTo>
                      <a:pt x="2" y="1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15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8" name="Freeform 171">
                <a:extLst>
                  <a:ext uri="{FF2B5EF4-FFF2-40B4-BE49-F238E27FC236}">
                    <a16:creationId xmlns:a16="http://schemas.microsoft.com/office/drawing/2014/main" id="{12805AC3-5F17-4138-AC7B-71E3353EE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" y="1397"/>
                <a:ext cx="13" cy="13"/>
              </a:xfrm>
              <a:custGeom>
                <a:avLst/>
                <a:gdLst>
                  <a:gd name="T0" fmla="*/ 25 w 9"/>
                  <a:gd name="T1" fmla="*/ 1 h 9"/>
                  <a:gd name="T2" fmla="*/ 14 w 9"/>
                  <a:gd name="T3" fmla="*/ 19 h 9"/>
                  <a:gd name="T4" fmla="*/ 0 w 9"/>
                  <a:gd name="T5" fmla="*/ 25 h 9"/>
                  <a:gd name="T6" fmla="*/ 9 w 9"/>
                  <a:gd name="T7" fmla="*/ 9 h 9"/>
                  <a:gd name="T8" fmla="*/ 25 w 9"/>
                  <a:gd name="T9" fmla="*/ 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1"/>
                    </a:moveTo>
                    <a:cubicBezTo>
                      <a:pt x="9" y="2"/>
                      <a:pt x="8" y="4"/>
                      <a:pt x="5" y="6"/>
                    </a:cubicBezTo>
                    <a:cubicBezTo>
                      <a:pt x="3" y="8"/>
                      <a:pt x="1" y="9"/>
                      <a:pt x="0" y="8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F15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9" name="Oval 172">
                <a:extLst>
                  <a:ext uri="{FF2B5EF4-FFF2-40B4-BE49-F238E27FC236}">
                    <a16:creationId xmlns:a16="http://schemas.microsoft.com/office/drawing/2014/main" id="{906763A4-13EB-4245-8271-207C8CA01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5" y="2093"/>
                <a:ext cx="14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50" name="Oval 173">
                <a:extLst>
                  <a:ext uri="{FF2B5EF4-FFF2-40B4-BE49-F238E27FC236}">
                    <a16:creationId xmlns:a16="http://schemas.microsoft.com/office/drawing/2014/main" id="{66E6EC8A-898B-4CDF-B9FE-442E2D0CE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3" y="2093"/>
                <a:ext cx="13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51" name="Oval 174">
                <a:extLst>
                  <a:ext uri="{FF2B5EF4-FFF2-40B4-BE49-F238E27FC236}">
                    <a16:creationId xmlns:a16="http://schemas.microsoft.com/office/drawing/2014/main" id="{8EB511B6-55C1-4921-889D-8604BE5CE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2093"/>
                <a:ext cx="14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52" name="Oval 175">
                <a:extLst>
                  <a:ext uri="{FF2B5EF4-FFF2-40B4-BE49-F238E27FC236}">
                    <a16:creationId xmlns:a16="http://schemas.microsoft.com/office/drawing/2014/main" id="{A638FD30-09D1-4D65-A846-F646960E5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2093"/>
                <a:ext cx="13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53" name="Oval 176">
                <a:extLst>
                  <a:ext uri="{FF2B5EF4-FFF2-40B4-BE49-F238E27FC236}">
                    <a16:creationId xmlns:a16="http://schemas.microsoft.com/office/drawing/2014/main" id="{FCDC83BD-4ED5-498F-AACF-5E76AD2CC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0" y="2093"/>
                <a:ext cx="13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54" name="Oval 177">
                <a:extLst>
                  <a:ext uri="{FF2B5EF4-FFF2-40B4-BE49-F238E27FC236}">
                    <a16:creationId xmlns:a16="http://schemas.microsoft.com/office/drawing/2014/main" id="{B5455E59-F2F7-4144-8EF8-01C5BD409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9" y="2093"/>
                <a:ext cx="14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55" name="Oval 178">
                <a:extLst>
                  <a:ext uri="{FF2B5EF4-FFF2-40B4-BE49-F238E27FC236}">
                    <a16:creationId xmlns:a16="http://schemas.microsoft.com/office/drawing/2014/main" id="{AFB178A4-BC72-43A3-9853-A8B55B064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1357"/>
                <a:ext cx="12" cy="5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56" name="Oval 179">
                <a:extLst>
                  <a:ext uri="{FF2B5EF4-FFF2-40B4-BE49-F238E27FC236}">
                    <a16:creationId xmlns:a16="http://schemas.microsoft.com/office/drawing/2014/main" id="{4C126F63-3618-463A-BB13-C19012054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6" y="1357"/>
                <a:ext cx="13" cy="5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57" name="Oval 180">
                <a:extLst>
                  <a:ext uri="{FF2B5EF4-FFF2-40B4-BE49-F238E27FC236}">
                    <a16:creationId xmlns:a16="http://schemas.microsoft.com/office/drawing/2014/main" id="{9F65A93C-65AB-4DA7-BF9F-8B3D0F1DF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357"/>
                <a:ext cx="14" cy="5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58" name="Oval 181">
                <a:extLst>
                  <a:ext uri="{FF2B5EF4-FFF2-40B4-BE49-F238E27FC236}">
                    <a16:creationId xmlns:a16="http://schemas.microsoft.com/office/drawing/2014/main" id="{D132091D-F5B9-4D61-9243-B4A081896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7" y="1357"/>
                <a:ext cx="13" cy="5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59" name="Oval 182">
                <a:extLst>
                  <a:ext uri="{FF2B5EF4-FFF2-40B4-BE49-F238E27FC236}">
                    <a16:creationId xmlns:a16="http://schemas.microsoft.com/office/drawing/2014/main" id="{0E8DEBA3-CCC1-4E2C-A987-868C21E20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7" y="1357"/>
                <a:ext cx="12" cy="5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60" name="Oval 183">
                <a:extLst>
                  <a:ext uri="{FF2B5EF4-FFF2-40B4-BE49-F238E27FC236}">
                    <a16:creationId xmlns:a16="http://schemas.microsoft.com/office/drawing/2014/main" id="{470A87CC-BBC9-44C5-86EE-97538F03E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7" y="1357"/>
                <a:ext cx="14" cy="5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61" name="Oval 184">
                <a:extLst>
                  <a:ext uri="{FF2B5EF4-FFF2-40B4-BE49-F238E27FC236}">
                    <a16:creationId xmlns:a16="http://schemas.microsoft.com/office/drawing/2014/main" id="{FC147207-6D74-45AF-99C8-BEC66D9C9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0" y="1357"/>
                <a:ext cx="14" cy="5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62" name="Oval 185">
                <a:extLst>
                  <a:ext uri="{FF2B5EF4-FFF2-40B4-BE49-F238E27FC236}">
                    <a16:creationId xmlns:a16="http://schemas.microsoft.com/office/drawing/2014/main" id="{4A4E9267-4C98-41CD-99C2-352B3757A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0" y="1357"/>
                <a:ext cx="12" cy="5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63" name="Oval 186">
                <a:extLst>
                  <a:ext uri="{FF2B5EF4-FFF2-40B4-BE49-F238E27FC236}">
                    <a16:creationId xmlns:a16="http://schemas.microsoft.com/office/drawing/2014/main" id="{4B502680-004B-40C0-8C0D-5D0FCD5E8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8" y="1357"/>
                <a:ext cx="12" cy="5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64" name="Oval 187">
                <a:extLst>
                  <a:ext uri="{FF2B5EF4-FFF2-40B4-BE49-F238E27FC236}">
                    <a16:creationId xmlns:a16="http://schemas.microsoft.com/office/drawing/2014/main" id="{53685604-F1E0-4766-9C82-60238962A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2093"/>
                <a:ext cx="13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65" name="Oval 188">
                <a:extLst>
                  <a:ext uri="{FF2B5EF4-FFF2-40B4-BE49-F238E27FC236}">
                    <a16:creationId xmlns:a16="http://schemas.microsoft.com/office/drawing/2014/main" id="{F30BB517-C665-409C-9A42-19890488F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2093"/>
                <a:ext cx="14" cy="6"/>
              </a:xfrm>
              <a:prstGeom prst="ellipse">
                <a:avLst/>
              </a:prstGeom>
              <a:solidFill>
                <a:srgbClr val="EE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66" name="Freeform 189">
                <a:extLst>
                  <a:ext uri="{FF2B5EF4-FFF2-40B4-BE49-F238E27FC236}">
                    <a16:creationId xmlns:a16="http://schemas.microsoft.com/office/drawing/2014/main" id="{08A4B6DC-65DD-4FDA-9738-0B4BA472C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1544"/>
                <a:ext cx="721" cy="66"/>
              </a:xfrm>
              <a:custGeom>
                <a:avLst/>
                <a:gdLst>
                  <a:gd name="T0" fmla="*/ 1370 w 523"/>
                  <a:gd name="T1" fmla="*/ 45 h 45"/>
                  <a:gd name="T2" fmla="*/ 255 w 523"/>
                  <a:gd name="T3" fmla="*/ 6 h 45"/>
                  <a:gd name="T4" fmla="*/ 0 w 523"/>
                  <a:gd name="T5" fmla="*/ 142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3" h="45">
                    <a:moveTo>
                      <a:pt x="523" y="14"/>
                    </a:moveTo>
                    <a:cubicBezTo>
                      <a:pt x="415" y="10"/>
                      <a:pt x="189" y="4"/>
                      <a:pt x="97" y="2"/>
                    </a:cubicBezTo>
                    <a:cubicBezTo>
                      <a:pt x="22" y="0"/>
                      <a:pt x="10" y="12"/>
                      <a:pt x="0" y="4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7" name="Freeform 190">
                <a:extLst>
                  <a:ext uri="{FF2B5EF4-FFF2-40B4-BE49-F238E27FC236}">
                    <a16:creationId xmlns:a16="http://schemas.microsoft.com/office/drawing/2014/main" id="{EA6E8850-D04C-44DE-AEB8-013978F66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548"/>
                <a:ext cx="1014" cy="105"/>
              </a:xfrm>
              <a:custGeom>
                <a:avLst/>
                <a:gdLst>
                  <a:gd name="T0" fmla="*/ 125 w 736"/>
                  <a:gd name="T1" fmla="*/ 65 h 71"/>
                  <a:gd name="T2" fmla="*/ 1145 w 736"/>
                  <a:gd name="T3" fmla="*/ 52 h 71"/>
                  <a:gd name="T4" fmla="*/ 1925 w 736"/>
                  <a:gd name="T5" fmla="*/ 35 h 71"/>
                  <a:gd name="T6" fmla="*/ 1386 w 736"/>
                  <a:gd name="T7" fmla="*/ 27 h 71"/>
                  <a:gd name="T8" fmla="*/ 288 w 736"/>
                  <a:gd name="T9" fmla="*/ 6 h 71"/>
                  <a:gd name="T10" fmla="*/ 0 w 736"/>
                  <a:gd name="T11" fmla="*/ 229 h 71"/>
                  <a:gd name="T12" fmla="*/ 125 w 736"/>
                  <a:gd name="T13" fmla="*/ 65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6" h="71">
                    <a:moveTo>
                      <a:pt x="48" y="20"/>
                    </a:moveTo>
                    <a:cubicBezTo>
                      <a:pt x="79" y="6"/>
                      <a:pt x="318" y="17"/>
                      <a:pt x="438" y="16"/>
                    </a:cubicBezTo>
                    <a:cubicBezTo>
                      <a:pt x="561" y="15"/>
                      <a:pt x="702" y="15"/>
                      <a:pt x="736" y="11"/>
                    </a:cubicBezTo>
                    <a:cubicBezTo>
                      <a:pt x="702" y="11"/>
                      <a:pt x="638" y="12"/>
                      <a:pt x="530" y="8"/>
                    </a:cubicBezTo>
                    <a:cubicBezTo>
                      <a:pt x="422" y="4"/>
                      <a:pt x="202" y="4"/>
                      <a:pt x="110" y="2"/>
                    </a:cubicBezTo>
                    <a:cubicBezTo>
                      <a:pt x="18" y="0"/>
                      <a:pt x="15" y="20"/>
                      <a:pt x="0" y="71"/>
                    </a:cubicBezTo>
                    <a:cubicBezTo>
                      <a:pt x="20" y="43"/>
                      <a:pt x="20" y="34"/>
                      <a:pt x="48" y="20"/>
                    </a:cubicBezTo>
                    <a:close/>
                  </a:path>
                </a:pathLst>
              </a:custGeom>
              <a:solidFill>
                <a:srgbClr val="F8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8" name="Freeform 191">
                <a:extLst>
                  <a:ext uri="{FF2B5EF4-FFF2-40B4-BE49-F238E27FC236}">
                    <a16:creationId xmlns:a16="http://schemas.microsoft.com/office/drawing/2014/main" id="{5EDA701C-4EE4-46A6-817B-E26D8595B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977"/>
                <a:ext cx="10" cy="15"/>
              </a:xfrm>
              <a:custGeom>
                <a:avLst/>
                <a:gdLst>
                  <a:gd name="T0" fmla="*/ 0 w 7"/>
                  <a:gd name="T1" fmla="*/ 35 h 10"/>
                  <a:gd name="T2" fmla="*/ 20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5" y="7"/>
                      <a:pt x="7" y="5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9" name="Freeform 192">
                <a:extLst>
                  <a:ext uri="{FF2B5EF4-FFF2-40B4-BE49-F238E27FC236}">
                    <a16:creationId xmlns:a16="http://schemas.microsoft.com/office/drawing/2014/main" id="{31641CDD-6472-44E5-BA47-1D6B14FA1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1982"/>
                <a:ext cx="4" cy="9"/>
              </a:xfrm>
              <a:custGeom>
                <a:avLst/>
                <a:gdLst>
                  <a:gd name="T0" fmla="*/ 0 w 3"/>
                  <a:gd name="T1" fmla="*/ 0 h 6"/>
                  <a:gd name="T2" fmla="*/ 7 w 3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3"/>
                      <a:pt x="0" y="6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0" name="Freeform 193">
                <a:extLst>
                  <a:ext uri="{FF2B5EF4-FFF2-40B4-BE49-F238E27FC236}">
                    <a16:creationId xmlns:a16="http://schemas.microsoft.com/office/drawing/2014/main" id="{054795BE-07C0-4FA4-ADBD-C47CFF1A2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977"/>
                <a:ext cx="3" cy="15"/>
              </a:xfrm>
              <a:custGeom>
                <a:avLst/>
                <a:gdLst>
                  <a:gd name="T0" fmla="*/ 8 w 2"/>
                  <a:gd name="T1" fmla="*/ 35 h 10"/>
                  <a:gd name="T2" fmla="*/ 0 w 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4"/>
                      <a:pt x="1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1" name="Freeform 194">
                <a:extLst>
                  <a:ext uri="{FF2B5EF4-FFF2-40B4-BE49-F238E27FC236}">
                    <a16:creationId xmlns:a16="http://schemas.microsoft.com/office/drawing/2014/main" id="{05DAFE5E-674E-457E-8FE9-FFD11645D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1977"/>
                <a:ext cx="7" cy="14"/>
              </a:xfrm>
              <a:custGeom>
                <a:avLst/>
                <a:gdLst>
                  <a:gd name="T0" fmla="*/ 0 w 5"/>
                  <a:gd name="T1" fmla="*/ 34 h 9"/>
                  <a:gd name="T2" fmla="*/ 11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3" y="7"/>
                      <a:pt x="5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2" name="Freeform 195">
                <a:extLst>
                  <a:ext uri="{FF2B5EF4-FFF2-40B4-BE49-F238E27FC236}">
                    <a16:creationId xmlns:a16="http://schemas.microsoft.com/office/drawing/2014/main" id="{E137EEC4-0B6D-488E-8464-5239DAC28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986"/>
                <a:ext cx="5" cy="5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3" y="3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3" name="Freeform 196">
                <a:extLst>
                  <a:ext uri="{FF2B5EF4-FFF2-40B4-BE49-F238E27FC236}">
                    <a16:creationId xmlns:a16="http://schemas.microsoft.com/office/drawing/2014/main" id="{1F5E282E-7D15-41CD-AA32-504C129CC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974"/>
                <a:ext cx="11" cy="15"/>
              </a:xfrm>
              <a:custGeom>
                <a:avLst/>
                <a:gdLst>
                  <a:gd name="T0" fmla="*/ 0 w 8"/>
                  <a:gd name="T1" fmla="*/ 0 h 10"/>
                  <a:gd name="T2" fmla="*/ 11 w 8"/>
                  <a:gd name="T3" fmla="*/ 3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7" y="1"/>
                      <a:pt x="8" y="5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4" name="Freeform 197">
                <a:extLst>
                  <a:ext uri="{FF2B5EF4-FFF2-40B4-BE49-F238E27FC236}">
                    <a16:creationId xmlns:a16="http://schemas.microsoft.com/office/drawing/2014/main" id="{E5B37B46-88DF-47FC-BE14-3E01FF095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82"/>
                <a:ext cx="9" cy="9"/>
              </a:xfrm>
              <a:custGeom>
                <a:avLst/>
                <a:gdLst>
                  <a:gd name="T0" fmla="*/ 0 w 6"/>
                  <a:gd name="T1" fmla="*/ 0 h 6"/>
                  <a:gd name="T2" fmla="*/ 21 w 6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2" y="1"/>
                      <a:pt x="5" y="5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5" name="Freeform 198">
                <a:extLst>
                  <a:ext uri="{FF2B5EF4-FFF2-40B4-BE49-F238E27FC236}">
                    <a16:creationId xmlns:a16="http://schemas.microsoft.com/office/drawing/2014/main" id="{0A0DFD03-36F4-4DCE-8109-C4ECDE36F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1972"/>
                <a:ext cx="7" cy="19"/>
              </a:xfrm>
              <a:custGeom>
                <a:avLst/>
                <a:gdLst>
                  <a:gd name="T0" fmla="*/ 6 w 5"/>
                  <a:gd name="T1" fmla="*/ 41 h 13"/>
                  <a:gd name="T2" fmla="*/ 0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2" y="13"/>
                    </a:moveTo>
                    <a:cubicBezTo>
                      <a:pt x="5" y="8"/>
                      <a:pt x="5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6" name="Freeform 199">
                <a:extLst>
                  <a:ext uri="{FF2B5EF4-FFF2-40B4-BE49-F238E27FC236}">
                    <a16:creationId xmlns:a16="http://schemas.microsoft.com/office/drawing/2014/main" id="{73F68D8D-C158-43EF-A29A-362FB96F6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1983"/>
                <a:ext cx="8" cy="9"/>
              </a:xfrm>
              <a:custGeom>
                <a:avLst/>
                <a:gdLst>
                  <a:gd name="T0" fmla="*/ 0 w 6"/>
                  <a:gd name="T1" fmla="*/ 0 h 6"/>
                  <a:gd name="T2" fmla="*/ 15 w 6"/>
                  <a:gd name="T3" fmla="*/ 1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1" y="3"/>
                      <a:pt x="3" y="6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7" name="Freeform 200">
                <a:extLst>
                  <a:ext uri="{FF2B5EF4-FFF2-40B4-BE49-F238E27FC236}">
                    <a16:creationId xmlns:a16="http://schemas.microsoft.com/office/drawing/2014/main" id="{130BD57A-9B7F-45E5-9F72-E85D0B658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973"/>
                <a:ext cx="10" cy="19"/>
              </a:xfrm>
              <a:custGeom>
                <a:avLst/>
                <a:gdLst>
                  <a:gd name="T0" fmla="*/ 0 w 7"/>
                  <a:gd name="T1" fmla="*/ 41 h 13"/>
                  <a:gd name="T2" fmla="*/ 19 w 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13"/>
                    </a:moveTo>
                    <a:cubicBezTo>
                      <a:pt x="5" y="10"/>
                      <a:pt x="7" y="5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8" name="Freeform 201">
                <a:extLst>
                  <a:ext uri="{FF2B5EF4-FFF2-40B4-BE49-F238E27FC236}">
                    <a16:creationId xmlns:a16="http://schemas.microsoft.com/office/drawing/2014/main" id="{8BE58407-042C-4B2B-A328-3B010A35B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1982"/>
                <a:ext cx="6" cy="10"/>
              </a:xfrm>
              <a:custGeom>
                <a:avLst/>
                <a:gdLst>
                  <a:gd name="T0" fmla="*/ 0 w 4"/>
                  <a:gd name="T1" fmla="*/ 0 h 7"/>
                  <a:gd name="T2" fmla="*/ 14 w 4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0" y="2"/>
                      <a:pt x="2" y="6"/>
                      <a:pt x="4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9" name="Freeform 202">
                <a:extLst>
                  <a:ext uri="{FF2B5EF4-FFF2-40B4-BE49-F238E27FC236}">
                    <a16:creationId xmlns:a16="http://schemas.microsoft.com/office/drawing/2014/main" id="{D36BBF00-BE81-46FD-A23E-95AF5A096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973"/>
                <a:ext cx="11" cy="19"/>
              </a:xfrm>
              <a:custGeom>
                <a:avLst/>
                <a:gdLst>
                  <a:gd name="T0" fmla="*/ 0 w 8"/>
                  <a:gd name="T1" fmla="*/ 0 h 13"/>
                  <a:gd name="T2" fmla="*/ 14 w 8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7" y="0"/>
                      <a:pt x="8" y="8"/>
                      <a:pt x="5" y="1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0" name="Freeform 203">
                <a:extLst>
                  <a:ext uri="{FF2B5EF4-FFF2-40B4-BE49-F238E27FC236}">
                    <a16:creationId xmlns:a16="http://schemas.microsoft.com/office/drawing/2014/main" id="{6AECC4BC-FFBB-4AE0-B5F0-11C8A52D7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1986"/>
                <a:ext cx="7" cy="5"/>
              </a:xfrm>
              <a:custGeom>
                <a:avLst/>
                <a:gdLst>
                  <a:gd name="T0" fmla="*/ 0 w 5"/>
                  <a:gd name="T1" fmla="*/ 0 h 3"/>
                  <a:gd name="T2" fmla="*/ 14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4" y="2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1" name="Freeform 204">
                <a:extLst>
                  <a:ext uri="{FF2B5EF4-FFF2-40B4-BE49-F238E27FC236}">
                    <a16:creationId xmlns:a16="http://schemas.microsoft.com/office/drawing/2014/main" id="{EAD64B2D-ABA4-46F3-89A9-C666CAA9F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1972"/>
                <a:ext cx="7" cy="19"/>
              </a:xfrm>
              <a:custGeom>
                <a:avLst/>
                <a:gdLst>
                  <a:gd name="T0" fmla="*/ 8 w 5"/>
                  <a:gd name="T1" fmla="*/ 41 h 13"/>
                  <a:gd name="T2" fmla="*/ 0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3" y="13"/>
                    </a:moveTo>
                    <a:cubicBezTo>
                      <a:pt x="5" y="8"/>
                      <a:pt x="5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2" name="Freeform 205">
                <a:extLst>
                  <a:ext uri="{FF2B5EF4-FFF2-40B4-BE49-F238E27FC236}">
                    <a16:creationId xmlns:a16="http://schemas.microsoft.com/office/drawing/2014/main" id="{16C497DF-5EA8-47BC-96EB-F0C9D6054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1985"/>
                <a:ext cx="6" cy="7"/>
              </a:xfrm>
              <a:custGeom>
                <a:avLst/>
                <a:gdLst>
                  <a:gd name="T0" fmla="*/ 0 w 4"/>
                  <a:gd name="T1" fmla="*/ 0 h 5"/>
                  <a:gd name="T2" fmla="*/ 14 w 4"/>
                  <a:gd name="T3" fmla="*/ 1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3"/>
                      <a:pt x="1" y="5"/>
                      <a:pt x="4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3" name="Freeform 206">
                <a:extLst>
                  <a:ext uri="{FF2B5EF4-FFF2-40B4-BE49-F238E27FC236}">
                    <a16:creationId xmlns:a16="http://schemas.microsoft.com/office/drawing/2014/main" id="{EA5A7AC1-D2C4-4D92-97E9-1C2F69097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1973"/>
                <a:ext cx="9" cy="19"/>
              </a:xfrm>
              <a:custGeom>
                <a:avLst/>
                <a:gdLst>
                  <a:gd name="T0" fmla="*/ 0 w 6"/>
                  <a:gd name="T1" fmla="*/ 41 h 13"/>
                  <a:gd name="T2" fmla="*/ 18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4" y="10"/>
                      <a:pt x="6" y="5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4" name="Freeform 207">
                <a:extLst>
                  <a:ext uri="{FF2B5EF4-FFF2-40B4-BE49-F238E27FC236}">
                    <a16:creationId xmlns:a16="http://schemas.microsoft.com/office/drawing/2014/main" id="{D196DE03-340F-4A6F-82E1-6D04EBF50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982"/>
                <a:ext cx="7" cy="10"/>
              </a:xfrm>
              <a:custGeom>
                <a:avLst/>
                <a:gdLst>
                  <a:gd name="T0" fmla="*/ 0 w 5"/>
                  <a:gd name="T1" fmla="*/ 0 h 7"/>
                  <a:gd name="T2" fmla="*/ 14 w 5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3" y="7"/>
                      <a:pt x="5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5" name="Freeform 208">
                <a:extLst>
                  <a:ext uri="{FF2B5EF4-FFF2-40B4-BE49-F238E27FC236}">
                    <a16:creationId xmlns:a16="http://schemas.microsoft.com/office/drawing/2014/main" id="{144E805C-4C74-4936-B90A-50E0EABB6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974"/>
                <a:ext cx="10" cy="18"/>
              </a:xfrm>
              <a:custGeom>
                <a:avLst/>
                <a:gdLst>
                  <a:gd name="T0" fmla="*/ 0 w 7"/>
                  <a:gd name="T1" fmla="*/ 41 h 12"/>
                  <a:gd name="T2" fmla="*/ 14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6" y="9"/>
                      <a:pt x="7" y="3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6" name="Freeform 209">
                <a:extLst>
                  <a:ext uri="{FF2B5EF4-FFF2-40B4-BE49-F238E27FC236}">
                    <a16:creationId xmlns:a16="http://schemas.microsoft.com/office/drawing/2014/main" id="{56B59AB3-BA9C-40B8-BE55-80CCCD1F1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973"/>
                <a:ext cx="8" cy="18"/>
              </a:xfrm>
              <a:custGeom>
                <a:avLst/>
                <a:gdLst>
                  <a:gd name="T0" fmla="*/ 0 w 6"/>
                  <a:gd name="T1" fmla="*/ 41 h 12"/>
                  <a:gd name="T2" fmla="*/ 7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9"/>
                      <a:pt x="6" y="3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7" name="Freeform 210">
                <a:extLst>
                  <a:ext uri="{FF2B5EF4-FFF2-40B4-BE49-F238E27FC236}">
                    <a16:creationId xmlns:a16="http://schemas.microsoft.com/office/drawing/2014/main" id="{F835907C-0AFA-4230-8F16-1BFEDF5CA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986"/>
                <a:ext cx="4" cy="5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1" y="3"/>
                      <a:pt x="3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8" name="Freeform 211">
                <a:extLst>
                  <a:ext uri="{FF2B5EF4-FFF2-40B4-BE49-F238E27FC236}">
                    <a16:creationId xmlns:a16="http://schemas.microsoft.com/office/drawing/2014/main" id="{741B9396-B44D-4D49-A3EB-40B6E1AF8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973"/>
                <a:ext cx="12" cy="21"/>
              </a:xfrm>
              <a:custGeom>
                <a:avLst/>
                <a:gdLst>
                  <a:gd name="T0" fmla="*/ 0 w 9"/>
                  <a:gd name="T1" fmla="*/ 0 h 14"/>
                  <a:gd name="T2" fmla="*/ 12 w 9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6" y="1"/>
                      <a:pt x="9" y="9"/>
                      <a:pt x="5" y="1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9" name="Freeform 212">
                <a:extLst>
                  <a:ext uri="{FF2B5EF4-FFF2-40B4-BE49-F238E27FC236}">
                    <a16:creationId xmlns:a16="http://schemas.microsoft.com/office/drawing/2014/main" id="{209659BD-CE66-4B1E-B081-F569AE3B3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986"/>
                <a:ext cx="7" cy="5"/>
              </a:xfrm>
              <a:custGeom>
                <a:avLst/>
                <a:gdLst>
                  <a:gd name="T0" fmla="*/ 0 w 5"/>
                  <a:gd name="T1" fmla="*/ 0 h 3"/>
                  <a:gd name="T2" fmla="*/ 14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4" y="2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0" name="Freeform 213">
                <a:extLst>
                  <a:ext uri="{FF2B5EF4-FFF2-40B4-BE49-F238E27FC236}">
                    <a16:creationId xmlns:a16="http://schemas.microsoft.com/office/drawing/2014/main" id="{B1181B9A-F17E-4699-8943-0A2E07D84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972"/>
                <a:ext cx="7" cy="19"/>
              </a:xfrm>
              <a:custGeom>
                <a:avLst/>
                <a:gdLst>
                  <a:gd name="T0" fmla="*/ 6 w 5"/>
                  <a:gd name="T1" fmla="*/ 41 h 13"/>
                  <a:gd name="T2" fmla="*/ 0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2" y="13"/>
                    </a:moveTo>
                    <a:cubicBezTo>
                      <a:pt x="5" y="8"/>
                      <a:pt x="4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1" name="Freeform 214">
                <a:extLst>
                  <a:ext uri="{FF2B5EF4-FFF2-40B4-BE49-F238E27FC236}">
                    <a16:creationId xmlns:a16="http://schemas.microsoft.com/office/drawing/2014/main" id="{4533E0FF-DC73-4C82-B3A9-16C68A5FA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983"/>
                <a:ext cx="9" cy="11"/>
              </a:xfrm>
              <a:custGeom>
                <a:avLst/>
                <a:gdLst>
                  <a:gd name="T0" fmla="*/ 0 w 6"/>
                  <a:gd name="T1" fmla="*/ 0 h 7"/>
                  <a:gd name="T2" fmla="*/ 21 w 6"/>
                  <a:gd name="T3" fmla="*/ 2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3"/>
                      <a:pt x="3" y="7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2" name="Freeform 215">
                <a:extLst>
                  <a:ext uri="{FF2B5EF4-FFF2-40B4-BE49-F238E27FC236}">
                    <a16:creationId xmlns:a16="http://schemas.microsoft.com/office/drawing/2014/main" id="{B986AC93-6C45-48DD-B907-456ACCB53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1973"/>
                <a:ext cx="8" cy="18"/>
              </a:xfrm>
              <a:custGeom>
                <a:avLst/>
                <a:gdLst>
                  <a:gd name="T0" fmla="*/ 0 w 6"/>
                  <a:gd name="T1" fmla="*/ 41 h 12"/>
                  <a:gd name="T2" fmla="*/ 5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9"/>
                      <a:pt x="6" y="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3" name="Freeform 216">
                <a:extLst>
                  <a:ext uri="{FF2B5EF4-FFF2-40B4-BE49-F238E27FC236}">
                    <a16:creationId xmlns:a16="http://schemas.microsoft.com/office/drawing/2014/main" id="{2A44D9AD-7250-4BDD-9C22-21FE6E1DD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1986"/>
                <a:ext cx="6" cy="6"/>
              </a:xfrm>
              <a:custGeom>
                <a:avLst/>
                <a:gdLst>
                  <a:gd name="T0" fmla="*/ 0 w 4"/>
                  <a:gd name="T1" fmla="*/ 0 h 4"/>
                  <a:gd name="T2" fmla="*/ 14 w 4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0"/>
                      <a:pt x="2" y="4"/>
                      <a:pt x="4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4" name="Freeform 217">
                <a:extLst>
                  <a:ext uri="{FF2B5EF4-FFF2-40B4-BE49-F238E27FC236}">
                    <a16:creationId xmlns:a16="http://schemas.microsoft.com/office/drawing/2014/main" id="{08A28D6C-26A0-4EFE-983D-909568CAD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986"/>
                <a:ext cx="3" cy="6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1" y="4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5" name="Freeform 218">
                <a:extLst>
                  <a:ext uri="{FF2B5EF4-FFF2-40B4-BE49-F238E27FC236}">
                    <a16:creationId xmlns:a16="http://schemas.microsoft.com/office/drawing/2014/main" id="{639D3D88-6A55-4184-9565-D2D2F745F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976"/>
                <a:ext cx="4" cy="7"/>
              </a:xfrm>
              <a:custGeom>
                <a:avLst/>
                <a:gdLst>
                  <a:gd name="T0" fmla="*/ 0 w 3"/>
                  <a:gd name="T1" fmla="*/ 14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6" name="Freeform 219">
                <a:extLst>
                  <a:ext uri="{FF2B5EF4-FFF2-40B4-BE49-F238E27FC236}">
                    <a16:creationId xmlns:a16="http://schemas.microsoft.com/office/drawing/2014/main" id="{AB7B4344-4FA3-4FFC-A762-17C21929C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465"/>
                <a:ext cx="8" cy="14"/>
              </a:xfrm>
              <a:custGeom>
                <a:avLst/>
                <a:gdLst>
                  <a:gd name="T0" fmla="*/ 0 w 6"/>
                  <a:gd name="T1" fmla="*/ 0 h 10"/>
                  <a:gd name="T2" fmla="*/ 15 w 6"/>
                  <a:gd name="T3" fmla="*/ 2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4" y="3"/>
                      <a:pt x="6" y="6"/>
                      <a:pt x="6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7" name="Freeform 220">
                <a:extLst>
                  <a:ext uri="{FF2B5EF4-FFF2-40B4-BE49-F238E27FC236}">
                    <a16:creationId xmlns:a16="http://schemas.microsoft.com/office/drawing/2014/main" id="{54043BB6-9C12-453E-990A-83A6B8B7B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1466"/>
                <a:ext cx="4" cy="9"/>
              </a:xfrm>
              <a:custGeom>
                <a:avLst/>
                <a:gdLst>
                  <a:gd name="T0" fmla="*/ 0 w 3"/>
                  <a:gd name="T1" fmla="*/ 21 h 6"/>
                  <a:gd name="T2" fmla="*/ 7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3"/>
                      <a:pt x="1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8" name="Freeform 221">
                <a:extLst>
                  <a:ext uri="{FF2B5EF4-FFF2-40B4-BE49-F238E27FC236}">
                    <a16:creationId xmlns:a16="http://schemas.microsoft.com/office/drawing/2014/main" id="{3C7BA2FD-78A8-4752-B611-538F022D8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" y="1465"/>
                <a:ext cx="6" cy="17"/>
              </a:xfrm>
              <a:custGeom>
                <a:avLst/>
                <a:gdLst>
                  <a:gd name="T0" fmla="*/ 14 w 4"/>
                  <a:gd name="T1" fmla="*/ 0 h 12"/>
                  <a:gd name="T2" fmla="*/ 0 w 4"/>
                  <a:gd name="T3" fmla="*/ 3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6"/>
                      <a:pt x="2" y="9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9" name="Freeform 222">
                <a:extLst>
                  <a:ext uri="{FF2B5EF4-FFF2-40B4-BE49-F238E27FC236}">
                    <a16:creationId xmlns:a16="http://schemas.microsoft.com/office/drawing/2014/main" id="{EA2031DB-5776-4C48-A2B6-BB25B60BA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1466"/>
                <a:ext cx="7" cy="18"/>
              </a:xfrm>
              <a:custGeom>
                <a:avLst/>
                <a:gdLst>
                  <a:gd name="T0" fmla="*/ 0 w 5"/>
                  <a:gd name="T1" fmla="*/ 0 h 12"/>
                  <a:gd name="T2" fmla="*/ 6 w 5"/>
                  <a:gd name="T3" fmla="*/ 4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5" y="3"/>
                      <a:pt x="5" y="9"/>
                      <a:pt x="2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0" name="Freeform 223">
                <a:extLst>
                  <a:ext uri="{FF2B5EF4-FFF2-40B4-BE49-F238E27FC236}">
                    <a16:creationId xmlns:a16="http://schemas.microsoft.com/office/drawing/2014/main" id="{8FADA6ED-A19E-45F4-83BB-A0BB10F39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466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3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1" name="Freeform 224">
                <a:extLst>
                  <a:ext uri="{FF2B5EF4-FFF2-40B4-BE49-F238E27FC236}">
                    <a16:creationId xmlns:a16="http://schemas.microsoft.com/office/drawing/2014/main" id="{A52D83A6-A392-4899-A20F-EA2302866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466"/>
                <a:ext cx="11" cy="18"/>
              </a:xfrm>
              <a:custGeom>
                <a:avLst/>
                <a:gdLst>
                  <a:gd name="T0" fmla="*/ 0 w 8"/>
                  <a:gd name="T1" fmla="*/ 41 h 12"/>
                  <a:gd name="T2" fmla="*/ 11 w 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cubicBezTo>
                      <a:pt x="7" y="11"/>
                      <a:pt x="8" y="6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2" name="Freeform 225">
                <a:extLst>
                  <a:ext uri="{FF2B5EF4-FFF2-40B4-BE49-F238E27FC236}">
                    <a16:creationId xmlns:a16="http://schemas.microsoft.com/office/drawing/2014/main" id="{9DA00C65-667D-4E4E-806A-3F7885F1F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465"/>
                <a:ext cx="9" cy="8"/>
              </a:xfrm>
              <a:custGeom>
                <a:avLst/>
                <a:gdLst>
                  <a:gd name="T0" fmla="*/ 0 w 6"/>
                  <a:gd name="T1" fmla="*/ 15 h 6"/>
                  <a:gd name="T2" fmla="*/ 21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5"/>
                      <a:pt x="5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3" name="Freeform 226">
                <a:extLst>
                  <a:ext uri="{FF2B5EF4-FFF2-40B4-BE49-F238E27FC236}">
                    <a16:creationId xmlns:a16="http://schemas.microsoft.com/office/drawing/2014/main" id="{AF8D030C-2608-4842-BD53-AFF1F6D18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1466"/>
                <a:ext cx="6" cy="19"/>
              </a:xfrm>
              <a:custGeom>
                <a:avLst/>
                <a:gdLst>
                  <a:gd name="T0" fmla="*/ 8 w 4"/>
                  <a:gd name="T1" fmla="*/ 0 h 13"/>
                  <a:gd name="T2" fmla="*/ 0 w 4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2" y="0"/>
                    </a:moveTo>
                    <a:cubicBezTo>
                      <a:pt x="4" y="4"/>
                      <a:pt x="4" y="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4" name="Freeform 227">
                <a:extLst>
                  <a:ext uri="{FF2B5EF4-FFF2-40B4-BE49-F238E27FC236}">
                    <a16:creationId xmlns:a16="http://schemas.microsoft.com/office/drawing/2014/main" id="{8D6060E6-E60B-4D39-956D-B24BAB768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1463"/>
                <a:ext cx="8" cy="9"/>
              </a:xfrm>
              <a:custGeom>
                <a:avLst/>
                <a:gdLst>
                  <a:gd name="T0" fmla="*/ 0 w 6"/>
                  <a:gd name="T1" fmla="*/ 21 h 6"/>
                  <a:gd name="T2" fmla="*/ 15 w 6"/>
                  <a:gd name="T3" fmla="*/ 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0" y="3"/>
                      <a:pt x="3" y="0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5" name="Freeform 228">
                <a:extLst>
                  <a:ext uri="{FF2B5EF4-FFF2-40B4-BE49-F238E27FC236}">
                    <a16:creationId xmlns:a16="http://schemas.microsoft.com/office/drawing/2014/main" id="{B12FB2E0-F0FE-406C-81B8-BB16C4AB1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1465"/>
                <a:ext cx="10" cy="19"/>
              </a:xfrm>
              <a:custGeom>
                <a:avLst/>
                <a:gdLst>
                  <a:gd name="T0" fmla="*/ 0 w 7"/>
                  <a:gd name="T1" fmla="*/ 0 h 13"/>
                  <a:gd name="T2" fmla="*/ 19 w 7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5" y="3"/>
                      <a:pt x="7" y="8"/>
                      <a:pt x="6" y="1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6" name="Freeform 229">
                <a:extLst>
                  <a:ext uri="{FF2B5EF4-FFF2-40B4-BE49-F238E27FC236}">
                    <a16:creationId xmlns:a16="http://schemas.microsoft.com/office/drawing/2014/main" id="{6182D187-0996-4697-8BDF-B5C85BD8E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465"/>
                <a:ext cx="5" cy="10"/>
              </a:xfrm>
              <a:custGeom>
                <a:avLst/>
                <a:gdLst>
                  <a:gd name="T0" fmla="*/ 0 w 4"/>
                  <a:gd name="T1" fmla="*/ 20 h 7"/>
                  <a:gd name="T2" fmla="*/ 8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0" y="4"/>
                      <a:pt x="2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7" name="Freeform 230">
                <a:extLst>
                  <a:ext uri="{FF2B5EF4-FFF2-40B4-BE49-F238E27FC236}">
                    <a16:creationId xmlns:a16="http://schemas.microsoft.com/office/drawing/2014/main" id="{8126D1AF-2543-4760-87B0-7B4FA94B9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466"/>
                <a:ext cx="6" cy="19"/>
              </a:xfrm>
              <a:custGeom>
                <a:avLst/>
                <a:gdLst>
                  <a:gd name="T0" fmla="*/ 6 w 5"/>
                  <a:gd name="T1" fmla="*/ 0 h 13"/>
                  <a:gd name="T2" fmla="*/ 0 w 5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3" y="0"/>
                    </a:moveTo>
                    <a:cubicBezTo>
                      <a:pt x="5" y="4"/>
                      <a:pt x="5" y="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8" name="Freeform 231">
                <a:extLst>
                  <a:ext uri="{FF2B5EF4-FFF2-40B4-BE49-F238E27FC236}">
                    <a16:creationId xmlns:a16="http://schemas.microsoft.com/office/drawing/2014/main" id="{31CFC8A9-FD41-458D-A3C5-187BAB178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465"/>
                <a:ext cx="6" cy="7"/>
              </a:xfrm>
              <a:custGeom>
                <a:avLst/>
                <a:gdLst>
                  <a:gd name="T0" fmla="*/ 0 w 4"/>
                  <a:gd name="T1" fmla="*/ 14 h 5"/>
                  <a:gd name="T2" fmla="*/ 14 w 4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2"/>
                      <a:pt x="1" y="0"/>
                      <a:pt x="4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9" name="Freeform 232">
                <a:extLst>
                  <a:ext uri="{FF2B5EF4-FFF2-40B4-BE49-F238E27FC236}">
                    <a16:creationId xmlns:a16="http://schemas.microsoft.com/office/drawing/2014/main" id="{C8464AD3-E22F-460F-83C4-CE910FCD6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1466"/>
                <a:ext cx="7" cy="18"/>
              </a:xfrm>
              <a:custGeom>
                <a:avLst/>
                <a:gdLst>
                  <a:gd name="T0" fmla="*/ 0 w 5"/>
                  <a:gd name="T1" fmla="*/ 0 h 12"/>
                  <a:gd name="T2" fmla="*/ 1 w 5"/>
                  <a:gd name="T3" fmla="*/ 4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5" y="3"/>
                      <a:pt x="4" y="9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0" name="Freeform 233">
                <a:extLst>
                  <a:ext uri="{FF2B5EF4-FFF2-40B4-BE49-F238E27FC236}">
                    <a16:creationId xmlns:a16="http://schemas.microsoft.com/office/drawing/2014/main" id="{3CE9AD6F-4B4D-4132-AB76-214A2E15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465"/>
                <a:ext cx="6" cy="5"/>
              </a:xfrm>
              <a:custGeom>
                <a:avLst/>
                <a:gdLst>
                  <a:gd name="T0" fmla="*/ 0 w 5"/>
                  <a:gd name="T1" fmla="*/ 8 h 4"/>
                  <a:gd name="T2" fmla="*/ 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4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1" name="Freeform 234">
                <a:extLst>
                  <a:ext uri="{FF2B5EF4-FFF2-40B4-BE49-F238E27FC236}">
                    <a16:creationId xmlns:a16="http://schemas.microsoft.com/office/drawing/2014/main" id="{D25125FD-B8DB-4838-861E-3FAAED115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1465"/>
                <a:ext cx="9" cy="19"/>
              </a:xfrm>
              <a:custGeom>
                <a:avLst/>
                <a:gdLst>
                  <a:gd name="T0" fmla="*/ 0 w 6"/>
                  <a:gd name="T1" fmla="*/ 0 h 13"/>
                  <a:gd name="T2" fmla="*/ 18 w 6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0"/>
                    </a:moveTo>
                    <a:cubicBezTo>
                      <a:pt x="4" y="3"/>
                      <a:pt x="6" y="8"/>
                      <a:pt x="5" y="1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2" name="Freeform 235">
                <a:extLst>
                  <a:ext uri="{FF2B5EF4-FFF2-40B4-BE49-F238E27FC236}">
                    <a16:creationId xmlns:a16="http://schemas.microsoft.com/office/drawing/2014/main" id="{08A71C85-287B-4B25-B99D-E44687966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465"/>
                <a:ext cx="7" cy="10"/>
              </a:xfrm>
              <a:custGeom>
                <a:avLst/>
                <a:gdLst>
                  <a:gd name="T0" fmla="*/ 0 w 5"/>
                  <a:gd name="T1" fmla="*/ 20 h 7"/>
                  <a:gd name="T2" fmla="*/ 14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4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3" name="Freeform 236">
                <a:extLst>
                  <a:ext uri="{FF2B5EF4-FFF2-40B4-BE49-F238E27FC236}">
                    <a16:creationId xmlns:a16="http://schemas.microsoft.com/office/drawing/2014/main" id="{3063E647-C1A9-4D1A-A912-C4643636A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465"/>
                <a:ext cx="10" cy="17"/>
              </a:xfrm>
              <a:custGeom>
                <a:avLst/>
                <a:gdLst>
                  <a:gd name="T0" fmla="*/ 0 w 7"/>
                  <a:gd name="T1" fmla="*/ 0 h 12"/>
                  <a:gd name="T2" fmla="*/ 14 w 7"/>
                  <a:gd name="T3" fmla="*/ 3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6" y="2"/>
                      <a:pt x="7" y="9"/>
                      <a:pt x="5" y="1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4" name="Freeform 237">
                <a:extLst>
                  <a:ext uri="{FF2B5EF4-FFF2-40B4-BE49-F238E27FC236}">
                    <a16:creationId xmlns:a16="http://schemas.microsoft.com/office/drawing/2014/main" id="{CDE2B956-AFE5-42F5-8115-1DD7E7375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466"/>
                <a:ext cx="8" cy="16"/>
              </a:xfrm>
              <a:custGeom>
                <a:avLst/>
                <a:gdLst>
                  <a:gd name="T0" fmla="*/ 0 w 6"/>
                  <a:gd name="T1" fmla="*/ 0 h 11"/>
                  <a:gd name="T2" fmla="*/ 7 w 6"/>
                  <a:gd name="T3" fmla="*/ 3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5" y="3"/>
                      <a:pt x="6" y="8"/>
                      <a:pt x="3" y="1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5" name="Freeform 238">
                <a:extLst>
                  <a:ext uri="{FF2B5EF4-FFF2-40B4-BE49-F238E27FC236}">
                    <a16:creationId xmlns:a16="http://schemas.microsoft.com/office/drawing/2014/main" id="{59F161C8-C1BF-4807-A979-C8F779748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465"/>
                <a:ext cx="4" cy="5"/>
              </a:xfrm>
              <a:custGeom>
                <a:avLst/>
                <a:gdLst>
                  <a:gd name="T0" fmla="*/ 0 w 3"/>
                  <a:gd name="T1" fmla="*/ 8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1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6" name="Freeform 239">
                <a:extLst>
                  <a:ext uri="{FF2B5EF4-FFF2-40B4-BE49-F238E27FC236}">
                    <a16:creationId xmlns:a16="http://schemas.microsoft.com/office/drawing/2014/main" id="{336590C3-D1E6-463C-BE63-38CCA2F08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463"/>
                <a:ext cx="8" cy="19"/>
              </a:xfrm>
              <a:custGeom>
                <a:avLst/>
                <a:gdLst>
                  <a:gd name="T0" fmla="*/ 0 w 6"/>
                  <a:gd name="T1" fmla="*/ 41 h 13"/>
                  <a:gd name="T2" fmla="*/ 0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6" y="13"/>
                      <a:pt x="4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7" name="Freeform 240">
                <a:extLst>
                  <a:ext uri="{FF2B5EF4-FFF2-40B4-BE49-F238E27FC236}">
                    <a16:creationId xmlns:a16="http://schemas.microsoft.com/office/drawing/2014/main" id="{E66EB345-7F8D-4C75-9DA4-9143D0769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466"/>
                <a:ext cx="6" cy="4"/>
              </a:xfrm>
              <a:custGeom>
                <a:avLst/>
                <a:gdLst>
                  <a:gd name="T0" fmla="*/ 0 w 5"/>
                  <a:gd name="T1" fmla="*/ 7 h 3"/>
                  <a:gd name="T2" fmla="*/ 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8" name="Freeform 241">
                <a:extLst>
                  <a:ext uri="{FF2B5EF4-FFF2-40B4-BE49-F238E27FC236}">
                    <a16:creationId xmlns:a16="http://schemas.microsoft.com/office/drawing/2014/main" id="{BF2E135F-0DC1-4509-8CB4-842F801C1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466"/>
                <a:ext cx="7" cy="19"/>
              </a:xfrm>
              <a:custGeom>
                <a:avLst/>
                <a:gdLst>
                  <a:gd name="T0" fmla="*/ 6 w 5"/>
                  <a:gd name="T1" fmla="*/ 0 h 13"/>
                  <a:gd name="T2" fmla="*/ 0 w 5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2" y="0"/>
                    </a:moveTo>
                    <a:cubicBezTo>
                      <a:pt x="5" y="4"/>
                      <a:pt x="5" y="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9" name="Freeform 242">
                <a:extLst>
                  <a:ext uri="{FF2B5EF4-FFF2-40B4-BE49-F238E27FC236}">
                    <a16:creationId xmlns:a16="http://schemas.microsoft.com/office/drawing/2014/main" id="{9F77D9AB-E80B-43E4-A62B-3FBF3B73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1463"/>
                <a:ext cx="7" cy="10"/>
              </a:xfrm>
              <a:custGeom>
                <a:avLst/>
                <a:gdLst>
                  <a:gd name="T0" fmla="*/ 0 w 5"/>
                  <a:gd name="T1" fmla="*/ 20 h 7"/>
                  <a:gd name="T2" fmla="*/ 14 w 5"/>
                  <a:gd name="T3" fmla="*/ 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0" y="4"/>
                      <a:pt x="3" y="0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0" name="Freeform 243">
                <a:extLst>
                  <a:ext uri="{FF2B5EF4-FFF2-40B4-BE49-F238E27FC236}">
                    <a16:creationId xmlns:a16="http://schemas.microsoft.com/office/drawing/2014/main" id="{837F99A6-8269-4B48-B94A-D143C6064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463"/>
                <a:ext cx="3" cy="7"/>
              </a:xfrm>
              <a:custGeom>
                <a:avLst/>
                <a:gdLst>
                  <a:gd name="T0" fmla="*/ 0 w 2"/>
                  <a:gd name="T1" fmla="*/ 1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1" name="Freeform 244">
                <a:extLst>
                  <a:ext uri="{FF2B5EF4-FFF2-40B4-BE49-F238E27FC236}">
                    <a16:creationId xmlns:a16="http://schemas.microsoft.com/office/drawing/2014/main" id="{F9EA92BC-A534-46C1-BC5D-C103EA385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476"/>
                <a:ext cx="4" cy="6"/>
              </a:xfrm>
              <a:custGeom>
                <a:avLst/>
                <a:gdLst>
                  <a:gd name="T0" fmla="*/ 0 w 3"/>
                  <a:gd name="T1" fmla="*/ 0 h 4"/>
                  <a:gd name="T2" fmla="*/ 7 w 3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1" y="4"/>
                      <a:pt x="3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2" name="Freeform 245">
                <a:extLst>
                  <a:ext uri="{FF2B5EF4-FFF2-40B4-BE49-F238E27FC236}">
                    <a16:creationId xmlns:a16="http://schemas.microsoft.com/office/drawing/2014/main" id="{F03343D2-272C-4847-AF30-D0AF8B38F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348"/>
                <a:ext cx="1" cy="24"/>
              </a:xfrm>
              <a:custGeom>
                <a:avLst/>
                <a:gdLst>
                  <a:gd name="T0" fmla="*/ 0 w 1"/>
                  <a:gd name="T1" fmla="*/ 0 h 16"/>
                  <a:gd name="T2" fmla="*/ 0 w 1"/>
                  <a:gd name="T3" fmla="*/ 5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">
                    <a:moveTo>
                      <a:pt x="0" y="0"/>
                    </a:moveTo>
                    <a:cubicBezTo>
                      <a:pt x="0" y="6"/>
                      <a:pt x="0" y="11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3" name="Freeform 246">
                <a:extLst>
                  <a:ext uri="{FF2B5EF4-FFF2-40B4-BE49-F238E27FC236}">
                    <a16:creationId xmlns:a16="http://schemas.microsoft.com/office/drawing/2014/main" id="{606C0BD5-D015-4EB5-978C-1CE8CF50A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362"/>
                <a:ext cx="7" cy="11"/>
              </a:xfrm>
              <a:custGeom>
                <a:avLst/>
                <a:gdLst>
                  <a:gd name="T0" fmla="*/ 0 w 5"/>
                  <a:gd name="T1" fmla="*/ 0 h 8"/>
                  <a:gd name="T2" fmla="*/ 14 w 5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3" y="6"/>
                      <a:pt x="5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4" name="Freeform 247">
                <a:extLst>
                  <a:ext uri="{FF2B5EF4-FFF2-40B4-BE49-F238E27FC236}">
                    <a16:creationId xmlns:a16="http://schemas.microsoft.com/office/drawing/2014/main" id="{312CB86F-2128-4D3F-95F9-10F32A78C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348"/>
                <a:ext cx="2" cy="25"/>
              </a:xfrm>
              <a:custGeom>
                <a:avLst/>
                <a:gdLst>
                  <a:gd name="T0" fmla="*/ 0 w 2"/>
                  <a:gd name="T1" fmla="*/ 54 h 17"/>
                  <a:gd name="T2" fmla="*/ 1 w 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">
                    <a:moveTo>
                      <a:pt x="0" y="17"/>
                    </a:moveTo>
                    <a:cubicBezTo>
                      <a:pt x="0" y="11"/>
                      <a:pt x="2" y="6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" name="Freeform 248">
                <a:extLst>
                  <a:ext uri="{FF2B5EF4-FFF2-40B4-BE49-F238E27FC236}">
                    <a16:creationId xmlns:a16="http://schemas.microsoft.com/office/drawing/2014/main" id="{CF215542-3A91-4556-9099-E3318CFCC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348"/>
                <a:ext cx="9" cy="11"/>
              </a:xfrm>
              <a:custGeom>
                <a:avLst/>
                <a:gdLst>
                  <a:gd name="T0" fmla="*/ 1 w 7"/>
                  <a:gd name="T1" fmla="*/ 22 h 7"/>
                  <a:gd name="T2" fmla="*/ 1 w 7"/>
                  <a:gd name="T3" fmla="*/ 27 h 7"/>
                  <a:gd name="T4" fmla="*/ 15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6"/>
                    </a:moveTo>
                    <a:cubicBezTo>
                      <a:pt x="0" y="7"/>
                      <a:pt x="0" y="7"/>
                      <a:pt x="1" y="7"/>
                    </a:cubicBezTo>
                    <a:cubicBezTo>
                      <a:pt x="3" y="4"/>
                      <a:pt x="4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" name="Freeform 249">
                <a:extLst>
                  <a:ext uri="{FF2B5EF4-FFF2-40B4-BE49-F238E27FC236}">
                    <a16:creationId xmlns:a16="http://schemas.microsoft.com/office/drawing/2014/main" id="{65D2FDD9-140C-42EB-BE33-C386B34B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348"/>
                <a:ext cx="4" cy="25"/>
              </a:xfrm>
              <a:custGeom>
                <a:avLst/>
                <a:gdLst>
                  <a:gd name="T0" fmla="*/ 0 w 3"/>
                  <a:gd name="T1" fmla="*/ 0 h 17"/>
                  <a:gd name="T2" fmla="*/ 7 w 3"/>
                  <a:gd name="T3" fmla="*/ 5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2" y="6"/>
                      <a:pt x="1" y="12"/>
                      <a:pt x="3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7" name="Freeform 250">
                <a:extLst>
                  <a:ext uri="{FF2B5EF4-FFF2-40B4-BE49-F238E27FC236}">
                    <a16:creationId xmlns:a16="http://schemas.microsoft.com/office/drawing/2014/main" id="{9297FBF6-02EA-414F-B588-847722AD2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363"/>
                <a:ext cx="4" cy="10"/>
              </a:xfrm>
              <a:custGeom>
                <a:avLst/>
                <a:gdLst>
                  <a:gd name="T0" fmla="*/ 7 w 3"/>
                  <a:gd name="T1" fmla="*/ 0 h 7"/>
                  <a:gd name="T2" fmla="*/ 0 w 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3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8" name="Freeform 251">
                <a:extLst>
                  <a:ext uri="{FF2B5EF4-FFF2-40B4-BE49-F238E27FC236}">
                    <a16:creationId xmlns:a16="http://schemas.microsoft.com/office/drawing/2014/main" id="{6D9CB8CA-3831-4308-8111-2F4B8A262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348"/>
                <a:ext cx="2" cy="25"/>
              </a:xfrm>
              <a:custGeom>
                <a:avLst/>
                <a:gdLst>
                  <a:gd name="T0" fmla="*/ 0 w 2"/>
                  <a:gd name="T1" fmla="*/ 0 h 17"/>
                  <a:gd name="T2" fmla="*/ 1 w 2"/>
                  <a:gd name="T3" fmla="*/ 5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1" y="4"/>
                      <a:pt x="2" y="13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9" name="Freeform 252">
                <a:extLst>
                  <a:ext uri="{FF2B5EF4-FFF2-40B4-BE49-F238E27FC236}">
                    <a16:creationId xmlns:a16="http://schemas.microsoft.com/office/drawing/2014/main" id="{0E01917D-22EC-4DEE-B8A8-67D46B67A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1365"/>
                <a:ext cx="5" cy="8"/>
              </a:xfrm>
              <a:custGeom>
                <a:avLst/>
                <a:gdLst>
                  <a:gd name="T0" fmla="*/ 0 w 3"/>
                  <a:gd name="T1" fmla="*/ 0 h 6"/>
                  <a:gd name="T2" fmla="*/ 13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3"/>
                      <a:pt x="1" y="5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0" name="Freeform 253">
                <a:extLst>
                  <a:ext uri="{FF2B5EF4-FFF2-40B4-BE49-F238E27FC236}">
                    <a16:creationId xmlns:a16="http://schemas.microsoft.com/office/drawing/2014/main" id="{5B515936-1AFF-4183-943F-1D992578B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350"/>
                <a:ext cx="7" cy="23"/>
              </a:xfrm>
              <a:custGeom>
                <a:avLst/>
                <a:gdLst>
                  <a:gd name="T0" fmla="*/ 0 w 5"/>
                  <a:gd name="T1" fmla="*/ 47 h 16"/>
                  <a:gd name="T2" fmla="*/ 8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16"/>
                    </a:moveTo>
                    <a:cubicBezTo>
                      <a:pt x="5" y="11"/>
                      <a:pt x="4" y="5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1" name="Freeform 254">
                <a:extLst>
                  <a:ext uri="{FF2B5EF4-FFF2-40B4-BE49-F238E27FC236}">
                    <a16:creationId xmlns:a16="http://schemas.microsoft.com/office/drawing/2014/main" id="{4F77EF0E-50AE-49D2-B0BD-29FA15737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366"/>
                <a:ext cx="4" cy="9"/>
              </a:xfrm>
              <a:custGeom>
                <a:avLst/>
                <a:gdLst>
                  <a:gd name="T0" fmla="*/ 1 w 3"/>
                  <a:gd name="T1" fmla="*/ 0 h 6"/>
                  <a:gd name="T2" fmla="*/ 7 w 3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2"/>
                      <a:pt x="1" y="5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2" name="Freeform 255">
                <a:extLst>
                  <a:ext uri="{FF2B5EF4-FFF2-40B4-BE49-F238E27FC236}">
                    <a16:creationId xmlns:a16="http://schemas.microsoft.com/office/drawing/2014/main" id="{D52F36A9-F774-4E29-8010-F98AF16AD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348"/>
                <a:ext cx="3" cy="25"/>
              </a:xfrm>
              <a:custGeom>
                <a:avLst/>
                <a:gdLst>
                  <a:gd name="T0" fmla="*/ 0 w 2"/>
                  <a:gd name="T1" fmla="*/ 54 h 17"/>
                  <a:gd name="T2" fmla="*/ 0 w 2"/>
                  <a:gd name="T3" fmla="*/ 0 h 17"/>
                  <a:gd name="T4" fmla="*/ 0 w 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7">
                    <a:moveTo>
                      <a:pt x="0" y="17"/>
                    </a:moveTo>
                    <a:cubicBezTo>
                      <a:pt x="0" y="11"/>
                      <a:pt x="2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3" name="Freeform 256">
                <a:extLst>
                  <a:ext uri="{FF2B5EF4-FFF2-40B4-BE49-F238E27FC236}">
                    <a16:creationId xmlns:a16="http://schemas.microsoft.com/office/drawing/2014/main" id="{CA8EFADB-BFCD-4BF0-B391-01E183BF4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1348"/>
                <a:ext cx="4" cy="8"/>
              </a:xfrm>
              <a:custGeom>
                <a:avLst/>
                <a:gdLst>
                  <a:gd name="T0" fmla="*/ 0 w 3"/>
                  <a:gd name="T1" fmla="*/ 21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4"/>
                      <a:pt x="1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4" name="Freeform 257">
                <a:extLst>
                  <a:ext uri="{FF2B5EF4-FFF2-40B4-BE49-F238E27FC236}">
                    <a16:creationId xmlns:a16="http://schemas.microsoft.com/office/drawing/2014/main" id="{5E515886-03CB-4E88-8ECA-95606DDED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348"/>
                <a:ext cx="2" cy="25"/>
              </a:xfrm>
              <a:custGeom>
                <a:avLst/>
                <a:gdLst>
                  <a:gd name="T0" fmla="*/ 0 w 2"/>
                  <a:gd name="T1" fmla="*/ 0 h 17"/>
                  <a:gd name="T2" fmla="*/ 1 w 2"/>
                  <a:gd name="T3" fmla="*/ 5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1" y="5"/>
                      <a:pt x="2" y="13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5" name="Freeform 258">
                <a:extLst>
                  <a:ext uri="{FF2B5EF4-FFF2-40B4-BE49-F238E27FC236}">
                    <a16:creationId xmlns:a16="http://schemas.microsoft.com/office/drawing/2014/main" id="{E8645962-2EBD-4696-A944-F96BFD656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365"/>
                <a:ext cx="6" cy="8"/>
              </a:xfrm>
              <a:custGeom>
                <a:avLst/>
                <a:gdLst>
                  <a:gd name="T0" fmla="*/ 0 w 4"/>
                  <a:gd name="T1" fmla="*/ 0 h 6"/>
                  <a:gd name="T2" fmla="*/ 14 w 4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3"/>
                      <a:pt x="2" y="5"/>
                      <a:pt x="4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6" name="Freeform 259">
                <a:extLst>
                  <a:ext uri="{FF2B5EF4-FFF2-40B4-BE49-F238E27FC236}">
                    <a16:creationId xmlns:a16="http://schemas.microsoft.com/office/drawing/2014/main" id="{4D59AE45-BC7A-4511-A6EC-0789DEF42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348"/>
                <a:ext cx="3" cy="25"/>
              </a:xfrm>
              <a:custGeom>
                <a:avLst/>
                <a:gdLst>
                  <a:gd name="T0" fmla="*/ 0 w 2"/>
                  <a:gd name="T1" fmla="*/ 0 h 17"/>
                  <a:gd name="T2" fmla="*/ 8 w 2"/>
                  <a:gd name="T3" fmla="*/ 5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0" y="6"/>
                      <a:pt x="2" y="12"/>
                      <a:pt x="2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7" name="Freeform 260">
                <a:extLst>
                  <a:ext uri="{FF2B5EF4-FFF2-40B4-BE49-F238E27FC236}">
                    <a16:creationId xmlns:a16="http://schemas.microsoft.com/office/drawing/2014/main" id="{1F549822-FEF4-4226-82F6-686E7AB7B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365"/>
                <a:ext cx="7" cy="10"/>
              </a:xfrm>
              <a:custGeom>
                <a:avLst/>
                <a:gdLst>
                  <a:gd name="T0" fmla="*/ 0 w 5"/>
                  <a:gd name="T1" fmla="*/ 0 h 7"/>
                  <a:gd name="T2" fmla="*/ 14 w 5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3"/>
                      <a:pt x="1" y="5"/>
                      <a:pt x="5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8" name="Freeform 261">
                <a:extLst>
                  <a:ext uri="{FF2B5EF4-FFF2-40B4-BE49-F238E27FC236}">
                    <a16:creationId xmlns:a16="http://schemas.microsoft.com/office/drawing/2014/main" id="{10E60FD9-FF10-462E-8DED-9D2F0E7B3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348"/>
                <a:ext cx="5" cy="9"/>
              </a:xfrm>
              <a:custGeom>
                <a:avLst/>
                <a:gdLst>
                  <a:gd name="T0" fmla="*/ 0 w 4"/>
                  <a:gd name="T1" fmla="*/ 21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1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9" name="Freeform 262">
                <a:extLst>
                  <a:ext uri="{FF2B5EF4-FFF2-40B4-BE49-F238E27FC236}">
                    <a16:creationId xmlns:a16="http://schemas.microsoft.com/office/drawing/2014/main" id="{57C07274-02BA-4BCD-9622-3642A636B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083"/>
                <a:ext cx="1" cy="24"/>
              </a:xfrm>
              <a:custGeom>
                <a:avLst/>
                <a:gdLst>
                  <a:gd name="T0" fmla="*/ 0 w 1"/>
                  <a:gd name="T1" fmla="*/ 0 h 16"/>
                  <a:gd name="T2" fmla="*/ 0 w 1"/>
                  <a:gd name="T3" fmla="*/ 5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6">
                    <a:moveTo>
                      <a:pt x="0" y="0"/>
                    </a:moveTo>
                    <a:cubicBezTo>
                      <a:pt x="0" y="6"/>
                      <a:pt x="0" y="11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0" name="Freeform 263">
                <a:extLst>
                  <a:ext uri="{FF2B5EF4-FFF2-40B4-BE49-F238E27FC236}">
                    <a16:creationId xmlns:a16="http://schemas.microsoft.com/office/drawing/2014/main" id="{796F680A-FEE0-424D-9EF3-B7C1CB3B7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096"/>
                <a:ext cx="7" cy="12"/>
              </a:xfrm>
              <a:custGeom>
                <a:avLst/>
                <a:gdLst>
                  <a:gd name="T0" fmla="*/ 0 w 5"/>
                  <a:gd name="T1" fmla="*/ 0 h 8"/>
                  <a:gd name="T2" fmla="*/ 14 w 5"/>
                  <a:gd name="T3" fmla="*/ 2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2" y="6"/>
                      <a:pt x="5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1" name="Freeform 264">
                <a:extLst>
                  <a:ext uri="{FF2B5EF4-FFF2-40B4-BE49-F238E27FC236}">
                    <a16:creationId xmlns:a16="http://schemas.microsoft.com/office/drawing/2014/main" id="{32A3054D-3E39-44F1-8620-6232DFE62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2083"/>
                <a:ext cx="3" cy="24"/>
              </a:xfrm>
              <a:custGeom>
                <a:avLst/>
                <a:gdLst>
                  <a:gd name="T0" fmla="*/ 0 w 2"/>
                  <a:gd name="T1" fmla="*/ 54 h 16"/>
                  <a:gd name="T2" fmla="*/ 5 w 2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0" y="16"/>
                    </a:moveTo>
                    <a:cubicBezTo>
                      <a:pt x="0" y="10"/>
                      <a:pt x="2" y="5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2" name="Freeform 265">
                <a:extLst>
                  <a:ext uri="{FF2B5EF4-FFF2-40B4-BE49-F238E27FC236}">
                    <a16:creationId xmlns:a16="http://schemas.microsoft.com/office/drawing/2014/main" id="{F6C43888-F4AF-411C-B378-264FC01AA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083"/>
                <a:ext cx="8" cy="10"/>
              </a:xfrm>
              <a:custGeom>
                <a:avLst/>
                <a:gdLst>
                  <a:gd name="T0" fmla="*/ 0 w 6"/>
                  <a:gd name="T1" fmla="*/ 14 h 7"/>
                  <a:gd name="T2" fmla="*/ 0 w 6"/>
                  <a:gd name="T3" fmla="*/ 20 h 7"/>
                  <a:gd name="T4" fmla="*/ 15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5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2" y="4"/>
                      <a:pt x="3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3" name="Freeform 266">
                <a:extLst>
                  <a:ext uri="{FF2B5EF4-FFF2-40B4-BE49-F238E27FC236}">
                    <a16:creationId xmlns:a16="http://schemas.microsoft.com/office/drawing/2014/main" id="{2D61F285-8FC9-4B4C-AEF7-CC2B31CA9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2082"/>
                <a:ext cx="4" cy="26"/>
              </a:xfrm>
              <a:custGeom>
                <a:avLst/>
                <a:gdLst>
                  <a:gd name="T0" fmla="*/ 0 w 3"/>
                  <a:gd name="T1" fmla="*/ 0 h 18"/>
                  <a:gd name="T2" fmla="*/ 7 w 3"/>
                  <a:gd name="T3" fmla="*/ 5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cubicBezTo>
                      <a:pt x="2" y="6"/>
                      <a:pt x="1" y="12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4" name="Freeform 267">
                <a:extLst>
                  <a:ext uri="{FF2B5EF4-FFF2-40B4-BE49-F238E27FC236}">
                    <a16:creationId xmlns:a16="http://schemas.microsoft.com/office/drawing/2014/main" id="{A2ACCA23-1BC9-4EAA-B1CF-959649B01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096"/>
                <a:ext cx="4" cy="12"/>
              </a:xfrm>
              <a:custGeom>
                <a:avLst/>
                <a:gdLst>
                  <a:gd name="T0" fmla="*/ 7 w 3"/>
                  <a:gd name="T1" fmla="*/ 0 h 8"/>
                  <a:gd name="T2" fmla="*/ 0 w 3"/>
                  <a:gd name="T3" fmla="*/ 2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3"/>
                      <a:pt x="1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5" name="Freeform 268">
                <a:extLst>
                  <a:ext uri="{FF2B5EF4-FFF2-40B4-BE49-F238E27FC236}">
                    <a16:creationId xmlns:a16="http://schemas.microsoft.com/office/drawing/2014/main" id="{CC4A4012-318E-46FB-903F-928A2A3C0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083"/>
                <a:ext cx="4" cy="25"/>
              </a:xfrm>
              <a:custGeom>
                <a:avLst/>
                <a:gdLst>
                  <a:gd name="T0" fmla="*/ 0 w 3"/>
                  <a:gd name="T1" fmla="*/ 0 h 17"/>
                  <a:gd name="T2" fmla="*/ 1 w 3"/>
                  <a:gd name="T3" fmla="*/ 5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2" y="4"/>
                      <a:pt x="3" y="13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6" name="Freeform 269">
                <a:extLst>
                  <a:ext uri="{FF2B5EF4-FFF2-40B4-BE49-F238E27FC236}">
                    <a16:creationId xmlns:a16="http://schemas.microsoft.com/office/drawing/2014/main" id="{4D1508DB-8A05-46D2-A303-ACC23EAE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101"/>
                <a:ext cx="4" cy="7"/>
              </a:xfrm>
              <a:custGeom>
                <a:avLst/>
                <a:gdLst>
                  <a:gd name="T0" fmla="*/ 0 w 3"/>
                  <a:gd name="T1" fmla="*/ 0 h 5"/>
                  <a:gd name="T2" fmla="*/ 7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1" y="4"/>
                      <a:pt x="3" y="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7" name="Freeform 270">
                <a:extLst>
                  <a:ext uri="{FF2B5EF4-FFF2-40B4-BE49-F238E27FC236}">
                    <a16:creationId xmlns:a16="http://schemas.microsoft.com/office/drawing/2014/main" id="{78C1262D-E92B-40CD-8EF6-D8DF33CEF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083"/>
                <a:ext cx="6" cy="24"/>
              </a:xfrm>
              <a:custGeom>
                <a:avLst/>
                <a:gdLst>
                  <a:gd name="T0" fmla="*/ 0 w 4"/>
                  <a:gd name="T1" fmla="*/ 54 h 16"/>
                  <a:gd name="T2" fmla="*/ 8 w 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4" y="11"/>
                      <a:pt x="3" y="6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8" name="Freeform 271">
                <a:extLst>
                  <a:ext uri="{FF2B5EF4-FFF2-40B4-BE49-F238E27FC236}">
                    <a16:creationId xmlns:a16="http://schemas.microsoft.com/office/drawing/2014/main" id="{549301B4-004C-4FB8-B53A-D454293E4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099"/>
                <a:ext cx="3" cy="9"/>
              </a:xfrm>
              <a:custGeom>
                <a:avLst/>
                <a:gdLst>
                  <a:gd name="T0" fmla="*/ 0 w 2"/>
                  <a:gd name="T1" fmla="*/ 0 h 6"/>
                  <a:gd name="T2" fmla="*/ 8 w 2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0" y="5"/>
                      <a:pt x="2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9" name="Freeform 272">
                <a:extLst>
                  <a:ext uri="{FF2B5EF4-FFF2-40B4-BE49-F238E27FC236}">
                    <a16:creationId xmlns:a16="http://schemas.microsoft.com/office/drawing/2014/main" id="{CA89F53C-4286-4498-A479-13048C128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080"/>
                <a:ext cx="3" cy="27"/>
              </a:xfrm>
              <a:custGeom>
                <a:avLst/>
                <a:gdLst>
                  <a:gd name="T0" fmla="*/ 5 w 2"/>
                  <a:gd name="T1" fmla="*/ 62 h 18"/>
                  <a:gd name="T2" fmla="*/ 5 w 2"/>
                  <a:gd name="T3" fmla="*/ 5 h 18"/>
                  <a:gd name="T4" fmla="*/ 0 w 2"/>
                  <a:gd name="T5" fmla="*/ 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8">
                    <a:moveTo>
                      <a:pt x="1" y="18"/>
                    </a:moveTo>
                    <a:cubicBezTo>
                      <a:pt x="1" y="12"/>
                      <a:pt x="2" y="7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0" name="Freeform 273">
                <a:extLst>
                  <a:ext uri="{FF2B5EF4-FFF2-40B4-BE49-F238E27FC236}">
                    <a16:creationId xmlns:a16="http://schemas.microsoft.com/office/drawing/2014/main" id="{77CF522F-82F7-4F9F-A756-0E558D1BE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082"/>
                <a:ext cx="4" cy="7"/>
              </a:xfrm>
              <a:custGeom>
                <a:avLst/>
                <a:gdLst>
                  <a:gd name="T0" fmla="*/ 0 w 3"/>
                  <a:gd name="T1" fmla="*/ 14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4"/>
                      <a:pt x="1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1" name="Freeform 274">
                <a:extLst>
                  <a:ext uri="{FF2B5EF4-FFF2-40B4-BE49-F238E27FC236}">
                    <a16:creationId xmlns:a16="http://schemas.microsoft.com/office/drawing/2014/main" id="{E64F5804-17C7-49E3-8D44-89122B909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083"/>
                <a:ext cx="2" cy="25"/>
              </a:xfrm>
              <a:custGeom>
                <a:avLst/>
                <a:gdLst>
                  <a:gd name="T0" fmla="*/ 0 w 2"/>
                  <a:gd name="T1" fmla="*/ 0 h 17"/>
                  <a:gd name="T2" fmla="*/ 1 w 2"/>
                  <a:gd name="T3" fmla="*/ 5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1" y="5"/>
                      <a:pt x="2" y="12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2" name="Freeform 275">
                <a:extLst>
                  <a:ext uri="{FF2B5EF4-FFF2-40B4-BE49-F238E27FC236}">
                    <a16:creationId xmlns:a16="http://schemas.microsoft.com/office/drawing/2014/main" id="{5E8FFF5D-8FDF-436F-BB6F-5E2747A0E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099"/>
                <a:ext cx="5" cy="9"/>
              </a:xfrm>
              <a:custGeom>
                <a:avLst/>
                <a:gdLst>
                  <a:gd name="T0" fmla="*/ 0 w 3"/>
                  <a:gd name="T1" fmla="*/ 0 h 6"/>
                  <a:gd name="T2" fmla="*/ 13 w 3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3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3" name="Freeform 276">
                <a:extLst>
                  <a:ext uri="{FF2B5EF4-FFF2-40B4-BE49-F238E27FC236}">
                    <a16:creationId xmlns:a16="http://schemas.microsoft.com/office/drawing/2014/main" id="{2E4EEA01-2322-4CB0-AAE7-3E3E22EB2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083"/>
                <a:ext cx="3" cy="25"/>
              </a:xfrm>
              <a:custGeom>
                <a:avLst/>
                <a:gdLst>
                  <a:gd name="T0" fmla="*/ 0 w 2"/>
                  <a:gd name="T1" fmla="*/ 0 h 17"/>
                  <a:gd name="T2" fmla="*/ 5 w 2"/>
                  <a:gd name="T3" fmla="*/ 5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0" y="5"/>
                      <a:pt x="2" y="11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4" name="Freeform 277">
                <a:extLst>
                  <a:ext uri="{FF2B5EF4-FFF2-40B4-BE49-F238E27FC236}">
                    <a16:creationId xmlns:a16="http://schemas.microsoft.com/office/drawing/2014/main" id="{15B34E6C-0F06-4589-A33B-986560D17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2098"/>
                <a:ext cx="7" cy="10"/>
              </a:xfrm>
              <a:custGeom>
                <a:avLst/>
                <a:gdLst>
                  <a:gd name="T0" fmla="*/ 0 w 5"/>
                  <a:gd name="T1" fmla="*/ 0 h 7"/>
                  <a:gd name="T2" fmla="*/ 14 w 5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3"/>
                      <a:pt x="2" y="6"/>
                      <a:pt x="5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5" name="Freeform 278">
                <a:extLst>
                  <a:ext uri="{FF2B5EF4-FFF2-40B4-BE49-F238E27FC236}">
                    <a16:creationId xmlns:a16="http://schemas.microsoft.com/office/drawing/2014/main" id="{58CC87BC-1820-414D-AF52-0731A9A33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083"/>
                <a:ext cx="6" cy="9"/>
              </a:xfrm>
              <a:custGeom>
                <a:avLst/>
                <a:gdLst>
                  <a:gd name="T0" fmla="*/ 5 w 4"/>
                  <a:gd name="T1" fmla="*/ 21 h 6"/>
                  <a:gd name="T2" fmla="*/ 14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3"/>
                      <a:pt x="1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6" name="Freeform 279">
                <a:extLst>
                  <a:ext uri="{FF2B5EF4-FFF2-40B4-BE49-F238E27FC236}">
                    <a16:creationId xmlns:a16="http://schemas.microsoft.com/office/drawing/2014/main" id="{815CE31B-9B14-4A1B-B078-0C954A583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2011"/>
                <a:ext cx="850" cy="56"/>
              </a:xfrm>
              <a:custGeom>
                <a:avLst/>
                <a:gdLst>
                  <a:gd name="T0" fmla="*/ 0 w 617"/>
                  <a:gd name="T1" fmla="*/ 119 h 38"/>
                  <a:gd name="T2" fmla="*/ 55 w 617"/>
                  <a:gd name="T3" fmla="*/ 115 h 38"/>
                  <a:gd name="T4" fmla="*/ 106 w 617"/>
                  <a:gd name="T5" fmla="*/ 69 h 38"/>
                  <a:gd name="T6" fmla="*/ 230 w 617"/>
                  <a:gd name="T7" fmla="*/ 106 h 38"/>
                  <a:gd name="T8" fmla="*/ 331 w 617"/>
                  <a:gd name="T9" fmla="*/ 81 h 38"/>
                  <a:gd name="T10" fmla="*/ 380 w 617"/>
                  <a:gd name="T11" fmla="*/ 69 h 38"/>
                  <a:gd name="T12" fmla="*/ 406 w 617"/>
                  <a:gd name="T13" fmla="*/ 96 h 38"/>
                  <a:gd name="T14" fmla="*/ 484 w 617"/>
                  <a:gd name="T15" fmla="*/ 41 h 38"/>
                  <a:gd name="T16" fmla="*/ 617 w 617"/>
                  <a:gd name="T17" fmla="*/ 68 h 38"/>
                  <a:gd name="T18" fmla="*/ 725 w 617"/>
                  <a:gd name="T19" fmla="*/ 27 h 38"/>
                  <a:gd name="T20" fmla="*/ 860 w 617"/>
                  <a:gd name="T21" fmla="*/ 55 h 38"/>
                  <a:gd name="T22" fmla="*/ 944 w 617"/>
                  <a:gd name="T23" fmla="*/ 22 h 38"/>
                  <a:gd name="T24" fmla="*/ 1075 w 617"/>
                  <a:gd name="T25" fmla="*/ 74 h 38"/>
                  <a:gd name="T26" fmla="*/ 1196 w 617"/>
                  <a:gd name="T27" fmla="*/ 35 h 38"/>
                  <a:gd name="T28" fmla="*/ 1307 w 617"/>
                  <a:gd name="T29" fmla="*/ 69 h 38"/>
                  <a:gd name="T30" fmla="*/ 1378 w 617"/>
                  <a:gd name="T31" fmla="*/ 32 h 38"/>
                  <a:gd name="T32" fmla="*/ 1473 w 617"/>
                  <a:gd name="T33" fmla="*/ 28 h 38"/>
                  <a:gd name="T34" fmla="*/ 1517 w 617"/>
                  <a:gd name="T35" fmla="*/ 6 h 38"/>
                  <a:gd name="T36" fmla="*/ 1551 w 617"/>
                  <a:gd name="T37" fmla="*/ 28 h 38"/>
                  <a:gd name="T38" fmla="*/ 1613 w 617"/>
                  <a:gd name="T39" fmla="*/ 9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17" h="38">
                    <a:moveTo>
                      <a:pt x="0" y="37"/>
                    </a:moveTo>
                    <a:cubicBezTo>
                      <a:pt x="7" y="36"/>
                      <a:pt x="14" y="38"/>
                      <a:pt x="21" y="36"/>
                    </a:cubicBezTo>
                    <a:cubicBezTo>
                      <a:pt x="30" y="34"/>
                      <a:pt x="34" y="27"/>
                      <a:pt x="41" y="22"/>
                    </a:cubicBezTo>
                    <a:cubicBezTo>
                      <a:pt x="59" y="12"/>
                      <a:pt x="71" y="28"/>
                      <a:pt x="88" y="33"/>
                    </a:cubicBezTo>
                    <a:cubicBezTo>
                      <a:pt x="105" y="38"/>
                      <a:pt x="112" y="31"/>
                      <a:pt x="126" y="25"/>
                    </a:cubicBezTo>
                    <a:cubicBezTo>
                      <a:pt x="134" y="22"/>
                      <a:pt x="137" y="20"/>
                      <a:pt x="145" y="22"/>
                    </a:cubicBezTo>
                    <a:cubicBezTo>
                      <a:pt x="149" y="24"/>
                      <a:pt x="152" y="30"/>
                      <a:pt x="155" y="30"/>
                    </a:cubicBezTo>
                    <a:cubicBezTo>
                      <a:pt x="165" y="31"/>
                      <a:pt x="176" y="18"/>
                      <a:pt x="185" y="13"/>
                    </a:cubicBezTo>
                    <a:cubicBezTo>
                      <a:pt x="207" y="3"/>
                      <a:pt x="216" y="16"/>
                      <a:pt x="236" y="21"/>
                    </a:cubicBezTo>
                    <a:cubicBezTo>
                      <a:pt x="252" y="25"/>
                      <a:pt x="263" y="13"/>
                      <a:pt x="277" y="8"/>
                    </a:cubicBezTo>
                    <a:cubicBezTo>
                      <a:pt x="297" y="0"/>
                      <a:pt x="311" y="12"/>
                      <a:pt x="329" y="17"/>
                    </a:cubicBezTo>
                    <a:cubicBezTo>
                      <a:pt x="347" y="22"/>
                      <a:pt x="346" y="12"/>
                      <a:pt x="361" y="7"/>
                    </a:cubicBezTo>
                    <a:cubicBezTo>
                      <a:pt x="380" y="0"/>
                      <a:pt x="394" y="18"/>
                      <a:pt x="411" y="23"/>
                    </a:cubicBezTo>
                    <a:cubicBezTo>
                      <a:pt x="431" y="28"/>
                      <a:pt x="440" y="13"/>
                      <a:pt x="457" y="11"/>
                    </a:cubicBezTo>
                    <a:cubicBezTo>
                      <a:pt x="471" y="10"/>
                      <a:pt x="486" y="24"/>
                      <a:pt x="500" y="22"/>
                    </a:cubicBezTo>
                    <a:cubicBezTo>
                      <a:pt x="513" y="20"/>
                      <a:pt x="512" y="9"/>
                      <a:pt x="527" y="10"/>
                    </a:cubicBezTo>
                    <a:cubicBezTo>
                      <a:pt x="541" y="12"/>
                      <a:pt x="548" y="16"/>
                      <a:pt x="563" y="9"/>
                    </a:cubicBezTo>
                    <a:cubicBezTo>
                      <a:pt x="569" y="7"/>
                      <a:pt x="574" y="2"/>
                      <a:pt x="580" y="2"/>
                    </a:cubicBezTo>
                    <a:cubicBezTo>
                      <a:pt x="586" y="3"/>
                      <a:pt x="588" y="8"/>
                      <a:pt x="593" y="9"/>
                    </a:cubicBezTo>
                    <a:cubicBezTo>
                      <a:pt x="602" y="11"/>
                      <a:pt x="611" y="9"/>
                      <a:pt x="617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7" name="Freeform 280">
                <a:extLst>
                  <a:ext uri="{FF2B5EF4-FFF2-40B4-BE49-F238E27FC236}">
                    <a16:creationId xmlns:a16="http://schemas.microsoft.com/office/drawing/2014/main" id="{8C313F84-92B5-4F9E-9F15-D9B228E60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2019"/>
                <a:ext cx="105" cy="44"/>
              </a:xfrm>
              <a:custGeom>
                <a:avLst/>
                <a:gdLst>
                  <a:gd name="T0" fmla="*/ 0 w 76"/>
                  <a:gd name="T1" fmla="*/ 38 h 30"/>
                  <a:gd name="T2" fmla="*/ 109 w 76"/>
                  <a:gd name="T3" fmla="*/ 63 h 30"/>
                  <a:gd name="T4" fmla="*/ 200 w 76"/>
                  <a:gd name="T5" fmla="*/ 7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30">
                    <a:moveTo>
                      <a:pt x="0" y="12"/>
                    </a:moveTo>
                    <a:cubicBezTo>
                      <a:pt x="11" y="0"/>
                      <a:pt x="31" y="14"/>
                      <a:pt x="41" y="20"/>
                    </a:cubicBezTo>
                    <a:cubicBezTo>
                      <a:pt x="58" y="30"/>
                      <a:pt x="59" y="28"/>
                      <a:pt x="76" y="2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8" name="Freeform 281">
                <a:extLst>
                  <a:ext uri="{FF2B5EF4-FFF2-40B4-BE49-F238E27FC236}">
                    <a16:creationId xmlns:a16="http://schemas.microsoft.com/office/drawing/2014/main" id="{2475867B-4656-4B8D-AD2D-DC29DA7AD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041"/>
                <a:ext cx="313" cy="35"/>
              </a:xfrm>
              <a:custGeom>
                <a:avLst/>
                <a:gdLst>
                  <a:gd name="T0" fmla="*/ 0 w 227"/>
                  <a:gd name="T1" fmla="*/ 13 h 24"/>
                  <a:gd name="T2" fmla="*/ 105 w 227"/>
                  <a:gd name="T3" fmla="*/ 34 h 24"/>
                  <a:gd name="T4" fmla="*/ 167 w 227"/>
                  <a:gd name="T5" fmla="*/ 1 h 24"/>
                  <a:gd name="T6" fmla="*/ 210 w 227"/>
                  <a:gd name="T7" fmla="*/ 38 h 24"/>
                  <a:gd name="T8" fmla="*/ 302 w 227"/>
                  <a:gd name="T9" fmla="*/ 28 h 24"/>
                  <a:gd name="T10" fmla="*/ 401 w 227"/>
                  <a:gd name="T11" fmla="*/ 50 h 24"/>
                  <a:gd name="T12" fmla="*/ 476 w 227"/>
                  <a:gd name="T13" fmla="*/ 47 h 24"/>
                  <a:gd name="T14" fmla="*/ 596 w 227"/>
                  <a:gd name="T15" fmla="*/ 74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7" h="24">
                    <a:moveTo>
                      <a:pt x="0" y="4"/>
                    </a:moveTo>
                    <a:cubicBezTo>
                      <a:pt x="13" y="9"/>
                      <a:pt x="26" y="13"/>
                      <a:pt x="40" y="11"/>
                    </a:cubicBezTo>
                    <a:cubicBezTo>
                      <a:pt x="46" y="9"/>
                      <a:pt x="58" y="0"/>
                      <a:pt x="64" y="1"/>
                    </a:cubicBezTo>
                    <a:cubicBezTo>
                      <a:pt x="69" y="1"/>
                      <a:pt x="74" y="9"/>
                      <a:pt x="80" y="12"/>
                    </a:cubicBezTo>
                    <a:cubicBezTo>
                      <a:pt x="93" y="18"/>
                      <a:pt x="102" y="11"/>
                      <a:pt x="115" y="9"/>
                    </a:cubicBezTo>
                    <a:cubicBezTo>
                      <a:pt x="128" y="7"/>
                      <a:pt x="141" y="11"/>
                      <a:pt x="153" y="16"/>
                    </a:cubicBezTo>
                    <a:cubicBezTo>
                      <a:pt x="168" y="21"/>
                      <a:pt x="168" y="21"/>
                      <a:pt x="181" y="15"/>
                    </a:cubicBezTo>
                    <a:cubicBezTo>
                      <a:pt x="196" y="9"/>
                      <a:pt x="217" y="7"/>
                      <a:pt x="227" y="2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9" name="Freeform 282">
                <a:extLst>
                  <a:ext uri="{FF2B5EF4-FFF2-40B4-BE49-F238E27FC236}">
                    <a16:creationId xmlns:a16="http://schemas.microsoft.com/office/drawing/2014/main" id="{E9AF07BD-F6B7-43B0-B7B2-8CEE353E8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033"/>
                <a:ext cx="77" cy="11"/>
              </a:xfrm>
              <a:custGeom>
                <a:avLst/>
                <a:gdLst>
                  <a:gd name="T0" fmla="*/ 0 w 56"/>
                  <a:gd name="T1" fmla="*/ 0 h 7"/>
                  <a:gd name="T2" fmla="*/ 146 w 56"/>
                  <a:gd name="T3" fmla="*/ 1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7">
                    <a:moveTo>
                      <a:pt x="0" y="0"/>
                    </a:moveTo>
                    <a:cubicBezTo>
                      <a:pt x="20" y="7"/>
                      <a:pt x="36" y="7"/>
                      <a:pt x="56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0" name="Freeform 283">
                <a:extLst>
                  <a:ext uri="{FF2B5EF4-FFF2-40B4-BE49-F238E27FC236}">
                    <a16:creationId xmlns:a16="http://schemas.microsoft.com/office/drawing/2014/main" id="{52C76467-E1BD-4BF6-B193-FF32181BD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041"/>
                <a:ext cx="314" cy="36"/>
              </a:xfrm>
              <a:custGeom>
                <a:avLst/>
                <a:gdLst>
                  <a:gd name="T0" fmla="*/ 0 w 228"/>
                  <a:gd name="T1" fmla="*/ 1 h 25"/>
                  <a:gd name="T2" fmla="*/ 151 w 228"/>
                  <a:gd name="T3" fmla="*/ 14 h 25"/>
                  <a:gd name="T4" fmla="*/ 208 w 228"/>
                  <a:gd name="T5" fmla="*/ 39 h 25"/>
                  <a:gd name="T6" fmla="*/ 311 w 228"/>
                  <a:gd name="T7" fmla="*/ 19 h 25"/>
                  <a:gd name="T8" fmla="*/ 388 w 228"/>
                  <a:gd name="T9" fmla="*/ 35 h 25"/>
                  <a:gd name="T10" fmla="*/ 456 w 228"/>
                  <a:gd name="T11" fmla="*/ 1 h 25"/>
                  <a:gd name="T12" fmla="*/ 559 w 228"/>
                  <a:gd name="T13" fmla="*/ 20 h 25"/>
                  <a:gd name="T14" fmla="*/ 595 w 228"/>
                  <a:gd name="T15" fmla="*/ 7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8" h="25">
                    <a:moveTo>
                      <a:pt x="0" y="1"/>
                    </a:moveTo>
                    <a:cubicBezTo>
                      <a:pt x="17" y="20"/>
                      <a:pt x="42" y="0"/>
                      <a:pt x="58" y="5"/>
                    </a:cubicBezTo>
                    <a:cubicBezTo>
                      <a:pt x="69" y="9"/>
                      <a:pt x="67" y="15"/>
                      <a:pt x="80" y="13"/>
                    </a:cubicBezTo>
                    <a:cubicBezTo>
                      <a:pt x="94" y="12"/>
                      <a:pt x="105" y="5"/>
                      <a:pt x="119" y="6"/>
                    </a:cubicBezTo>
                    <a:cubicBezTo>
                      <a:pt x="129" y="7"/>
                      <a:pt x="139" y="12"/>
                      <a:pt x="149" y="12"/>
                    </a:cubicBezTo>
                    <a:cubicBezTo>
                      <a:pt x="161" y="12"/>
                      <a:pt x="163" y="3"/>
                      <a:pt x="174" y="1"/>
                    </a:cubicBezTo>
                    <a:cubicBezTo>
                      <a:pt x="182" y="0"/>
                      <a:pt x="206" y="4"/>
                      <a:pt x="214" y="7"/>
                    </a:cubicBezTo>
                    <a:cubicBezTo>
                      <a:pt x="225" y="13"/>
                      <a:pt x="222" y="15"/>
                      <a:pt x="228" y="2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1" name="Freeform 284">
                <a:extLst>
                  <a:ext uri="{FF2B5EF4-FFF2-40B4-BE49-F238E27FC236}">
                    <a16:creationId xmlns:a16="http://schemas.microsoft.com/office/drawing/2014/main" id="{8026B098-A1B8-4C14-9253-905F12E03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020"/>
                <a:ext cx="65" cy="21"/>
              </a:xfrm>
              <a:custGeom>
                <a:avLst/>
                <a:gdLst>
                  <a:gd name="T0" fmla="*/ 0 w 47"/>
                  <a:gd name="T1" fmla="*/ 48 h 14"/>
                  <a:gd name="T2" fmla="*/ 124 w 47"/>
                  <a:gd name="T3" fmla="*/ 2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4">
                    <a:moveTo>
                      <a:pt x="0" y="14"/>
                    </a:moveTo>
                    <a:cubicBezTo>
                      <a:pt x="16" y="0"/>
                      <a:pt x="28" y="2"/>
                      <a:pt x="47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2" name="Freeform 285">
                <a:extLst>
                  <a:ext uri="{FF2B5EF4-FFF2-40B4-BE49-F238E27FC236}">
                    <a16:creationId xmlns:a16="http://schemas.microsoft.com/office/drawing/2014/main" id="{96169AC3-0A4B-4AE6-9B75-80B3F895F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2017"/>
                <a:ext cx="88" cy="28"/>
              </a:xfrm>
              <a:custGeom>
                <a:avLst/>
                <a:gdLst>
                  <a:gd name="T0" fmla="*/ 0 w 64"/>
                  <a:gd name="T1" fmla="*/ 52 h 19"/>
                  <a:gd name="T2" fmla="*/ 106 w 64"/>
                  <a:gd name="T3" fmla="*/ 59 h 19"/>
                  <a:gd name="T4" fmla="*/ 166 w 6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9">
                    <a:moveTo>
                      <a:pt x="0" y="16"/>
                    </a:moveTo>
                    <a:cubicBezTo>
                      <a:pt x="11" y="3"/>
                      <a:pt x="29" y="19"/>
                      <a:pt x="41" y="18"/>
                    </a:cubicBezTo>
                    <a:cubicBezTo>
                      <a:pt x="50" y="18"/>
                      <a:pt x="61" y="6"/>
                      <a:pt x="6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3" name="Freeform 286">
                <a:extLst>
                  <a:ext uri="{FF2B5EF4-FFF2-40B4-BE49-F238E27FC236}">
                    <a16:creationId xmlns:a16="http://schemas.microsoft.com/office/drawing/2014/main" id="{961B0E4D-4F81-4D2A-AA25-DB1F12E5C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2017"/>
                <a:ext cx="57" cy="16"/>
              </a:xfrm>
              <a:custGeom>
                <a:avLst/>
                <a:gdLst>
                  <a:gd name="T0" fmla="*/ 0 w 41"/>
                  <a:gd name="T1" fmla="*/ 33 h 11"/>
                  <a:gd name="T2" fmla="*/ 110 w 41"/>
                  <a:gd name="T3" fmla="*/ 1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1">
                    <a:moveTo>
                      <a:pt x="0" y="11"/>
                    </a:moveTo>
                    <a:cubicBezTo>
                      <a:pt x="10" y="3"/>
                      <a:pt x="33" y="0"/>
                      <a:pt x="41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4" name="Freeform 287">
                <a:extLst>
                  <a:ext uri="{FF2B5EF4-FFF2-40B4-BE49-F238E27FC236}">
                    <a16:creationId xmlns:a16="http://schemas.microsoft.com/office/drawing/2014/main" id="{F1570DA3-65F3-468A-9511-EF254AB55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057"/>
                <a:ext cx="64" cy="31"/>
              </a:xfrm>
              <a:custGeom>
                <a:avLst/>
                <a:gdLst>
                  <a:gd name="T0" fmla="*/ 0 w 46"/>
                  <a:gd name="T1" fmla="*/ 6 h 21"/>
                  <a:gd name="T2" fmla="*/ 124 w 4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1">
                    <a:moveTo>
                      <a:pt x="0" y="2"/>
                    </a:moveTo>
                    <a:cubicBezTo>
                      <a:pt x="14" y="21"/>
                      <a:pt x="32" y="9"/>
                      <a:pt x="4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5" name="Freeform 288">
                <a:extLst>
                  <a:ext uri="{FF2B5EF4-FFF2-40B4-BE49-F238E27FC236}">
                    <a16:creationId xmlns:a16="http://schemas.microsoft.com/office/drawing/2014/main" id="{A37E1C81-B569-479D-8E59-2521147FE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2005"/>
                <a:ext cx="61" cy="28"/>
              </a:xfrm>
              <a:custGeom>
                <a:avLst/>
                <a:gdLst>
                  <a:gd name="T0" fmla="*/ 0 w 44"/>
                  <a:gd name="T1" fmla="*/ 47 h 19"/>
                  <a:gd name="T2" fmla="*/ 118 w 44"/>
                  <a:gd name="T3" fmla="*/ 6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9">
                    <a:moveTo>
                      <a:pt x="0" y="15"/>
                    </a:moveTo>
                    <a:cubicBezTo>
                      <a:pt x="14" y="0"/>
                      <a:pt x="30" y="12"/>
                      <a:pt x="44" y="1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6" name="Freeform 289">
                <a:extLst>
                  <a:ext uri="{FF2B5EF4-FFF2-40B4-BE49-F238E27FC236}">
                    <a16:creationId xmlns:a16="http://schemas.microsoft.com/office/drawing/2014/main" id="{38A97D0E-BFB7-45CF-86C7-3496E2C4F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030"/>
                <a:ext cx="76" cy="14"/>
              </a:xfrm>
              <a:custGeom>
                <a:avLst/>
                <a:gdLst>
                  <a:gd name="T0" fmla="*/ 0 w 55"/>
                  <a:gd name="T1" fmla="*/ 12 h 9"/>
                  <a:gd name="T2" fmla="*/ 145 w 5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9">
                    <a:moveTo>
                      <a:pt x="0" y="3"/>
                    </a:moveTo>
                    <a:cubicBezTo>
                      <a:pt x="20" y="6"/>
                      <a:pt x="39" y="9"/>
                      <a:pt x="5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7" name="Freeform 290">
                <a:extLst>
                  <a:ext uri="{FF2B5EF4-FFF2-40B4-BE49-F238E27FC236}">
                    <a16:creationId xmlns:a16="http://schemas.microsoft.com/office/drawing/2014/main" id="{8EE95882-8592-4170-9EEB-3212FCAC7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005"/>
                <a:ext cx="73" cy="24"/>
              </a:xfrm>
              <a:custGeom>
                <a:avLst/>
                <a:gdLst>
                  <a:gd name="T0" fmla="*/ 0 w 53"/>
                  <a:gd name="T1" fmla="*/ 45 h 16"/>
                  <a:gd name="T2" fmla="*/ 139 w 53"/>
                  <a:gd name="T3" fmla="*/ 5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6">
                    <a:moveTo>
                      <a:pt x="0" y="13"/>
                    </a:moveTo>
                    <a:cubicBezTo>
                      <a:pt x="16" y="0"/>
                      <a:pt x="36" y="11"/>
                      <a:pt x="53" y="1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8" name="Freeform 291">
                <a:extLst>
                  <a:ext uri="{FF2B5EF4-FFF2-40B4-BE49-F238E27FC236}">
                    <a16:creationId xmlns:a16="http://schemas.microsoft.com/office/drawing/2014/main" id="{748E145C-5208-45EC-9D74-2ACE391BD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058"/>
                <a:ext cx="59" cy="22"/>
              </a:xfrm>
              <a:custGeom>
                <a:avLst/>
                <a:gdLst>
                  <a:gd name="T0" fmla="*/ 0 w 43"/>
                  <a:gd name="T1" fmla="*/ 0 h 15"/>
                  <a:gd name="T2" fmla="*/ 111 w 43"/>
                  <a:gd name="T3" fmla="*/ 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5">
                    <a:moveTo>
                      <a:pt x="0" y="0"/>
                    </a:moveTo>
                    <a:cubicBezTo>
                      <a:pt x="19" y="15"/>
                      <a:pt x="25" y="8"/>
                      <a:pt x="43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9" name="Freeform 292">
                <a:extLst>
                  <a:ext uri="{FF2B5EF4-FFF2-40B4-BE49-F238E27FC236}">
                    <a16:creationId xmlns:a16="http://schemas.microsoft.com/office/drawing/2014/main" id="{47813579-5F7F-4276-BD87-904CC1F78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060"/>
                <a:ext cx="79" cy="19"/>
              </a:xfrm>
              <a:custGeom>
                <a:avLst/>
                <a:gdLst>
                  <a:gd name="T0" fmla="*/ 0 w 57"/>
                  <a:gd name="T1" fmla="*/ 6 h 13"/>
                  <a:gd name="T2" fmla="*/ 61 w 57"/>
                  <a:gd name="T3" fmla="*/ 34 h 13"/>
                  <a:gd name="T4" fmla="*/ 151 w 57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3">
                    <a:moveTo>
                      <a:pt x="0" y="2"/>
                    </a:moveTo>
                    <a:cubicBezTo>
                      <a:pt x="3" y="0"/>
                      <a:pt x="16" y="9"/>
                      <a:pt x="23" y="11"/>
                    </a:cubicBezTo>
                    <a:cubicBezTo>
                      <a:pt x="35" y="13"/>
                      <a:pt x="46" y="8"/>
                      <a:pt x="57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0" name="Freeform 293">
                <a:extLst>
                  <a:ext uri="{FF2B5EF4-FFF2-40B4-BE49-F238E27FC236}">
                    <a16:creationId xmlns:a16="http://schemas.microsoft.com/office/drawing/2014/main" id="{883A13C1-B6D8-40C3-BD10-E5885ACCA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049"/>
                <a:ext cx="75" cy="27"/>
              </a:xfrm>
              <a:custGeom>
                <a:avLst/>
                <a:gdLst>
                  <a:gd name="T0" fmla="*/ 5 w 55"/>
                  <a:gd name="T1" fmla="*/ 32 h 18"/>
                  <a:gd name="T2" fmla="*/ 1 w 55"/>
                  <a:gd name="T3" fmla="*/ 18 h 18"/>
                  <a:gd name="T4" fmla="*/ 83 w 55"/>
                  <a:gd name="T5" fmla="*/ 21 h 18"/>
                  <a:gd name="T6" fmla="*/ 139 w 55"/>
                  <a:gd name="T7" fmla="*/ 6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8">
                    <a:moveTo>
                      <a:pt x="2" y="9"/>
                    </a:moveTo>
                    <a:cubicBezTo>
                      <a:pt x="0" y="8"/>
                      <a:pt x="0" y="7"/>
                      <a:pt x="1" y="5"/>
                    </a:cubicBezTo>
                    <a:cubicBezTo>
                      <a:pt x="11" y="0"/>
                      <a:pt x="22" y="2"/>
                      <a:pt x="33" y="6"/>
                    </a:cubicBezTo>
                    <a:cubicBezTo>
                      <a:pt x="40" y="9"/>
                      <a:pt x="47" y="17"/>
                      <a:pt x="55" y="1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1" name="Freeform 294">
                <a:extLst>
                  <a:ext uri="{FF2B5EF4-FFF2-40B4-BE49-F238E27FC236}">
                    <a16:creationId xmlns:a16="http://schemas.microsoft.com/office/drawing/2014/main" id="{98653FE1-6DF9-4C91-BF92-CB4A78108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057"/>
                <a:ext cx="66" cy="26"/>
              </a:xfrm>
              <a:custGeom>
                <a:avLst/>
                <a:gdLst>
                  <a:gd name="T0" fmla="*/ 0 w 48"/>
                  <a:gd name="T1" fmla="*/ 0 h 18"/>
                  <a:gd name="T2" fmla="*/ 125 w 48"/>
                  <a:gd name="T3" fmla="*/ 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13" y="13"/>
                      <a:pt x="35" y="18"/>
                      <a:pt x="48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2" name="Freeform 295">
                <a:extLst>
                  <a:ext uri="{FF2B5EF4-FFF2-40B4-BE49-F238E27FC236}">
                    <a16:creationId xmlns:a16="http://schemas.microsoft.com/office/drawing/2014/main" id="{326B951F-D23E-4D5E-87A0-BA57F05B4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060"/>
                <a:ext cx="83" cy="26"/>
              </a:xfrm>
              <a:custGeom>
                <a:avLst/>
                <a:gdLst>
                  <a:gd name="T0" fmla="*/ 0 w 60"/>
                  <a:gd name="T1" fmla="*/ 0 h 18"/>
                  <a:gd name="T2" fmla="*/ 159 w 60"/>
                  <a:gd name="T3" fmla="*/ 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8">
                    <a:moveTo>
                      <a:pt x="0" y="0"/>
                    </a:moveTo>
                    <a:cubicBezTo>
                      <a:pt x="9" y="16"/>
                      <a:pt x="55" y="18"/>
                      <a:pt x="60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3" name="Freeform 296">
                <a:extLst>
                  <a:ext uri="{FF2B5EF4-FFF2-40B4-BE49-F238E27FC236}">
                    <a16:creationId xmlns:a16="http://schemas.microsoft.com/office/drawing/2014/main" id="{000FB675-2AA5-4105-A286-2EA4895FD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058"/>
                <a:ext cx="93" cy="16"/>
              </a:xfrm>
              <a:custGeom>
                <a:avLst/>
                <a:gdLst>
                  <a:gd name="T0" fmla="*/ 0 w 67"/>
                  <a:gd name="T1" fmla="*/ 0 h 11"/>
                  <a:gd name="T2" fmla="*/ 179 w 67"/>
                  <a:gd name="T3" fmla="*/ 1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1">
                    <a:moveTo>
                      <a:pt x="0" y="0"/>
                    </a:moveTo>
                    <a:cubicBezTo>
                      <a:pt x="23" y="10"/>
                      <a:pt x="43" y="11"/>
                      <a:pt x="67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4" name="Freeform 297">
                <a:extLst>
                  <a:ext uri="{FF2B5EF4-FFF2-40B4-BE49-F238E27FC236}">
                    <a16:creationId xmlns:a16="http://schemas.microsoft.com/office/drawing/2014/main" id="{8FAEE1F3-DACB-4840-A0AF-87AC6D4D6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027"/>
                <a:ext cx="55" cy="14"/>
              </a:xfrm>
              <a:custGeom>
                <a:avLst/>
                <a:gdLst>
                  <a:gd name="T0" fmla="*/ 0 w 40"/>
                  <a:gd name="T1" fmla="*/ 8 h 9"/>
                  <a:gd name="T2" fmla="*/ 105 w 4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9">
                    <a:moveTo>
                      <a:pt x="0" y="2"/>
                    </a:moveTo>
                    <a:cubicBezTo>
                      <a:pt x="16" y="7"/>
                      <a:pt x="26" y="9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5" name="Freeform 298">
                <a:extLst>
                  <a:ext uri="{FF2B5EF4-FFF2-40B4-BE49-F238E27FC236}">
                    <a16:creationId xmlns:a16="http://schemas.microsoft.com/office/drawing/2014/main" id="{89E435C9-B355-45E4-AD64-DAB4B80E5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999"/>
                <a:ext cx="73" cy="34"/>
              </a:xfrm>
              <a:custGeom>
                <a:avLst/>
                <a:gdLst>
                  <a:gd name="T0" fmla="*/ 0 w 53"/>
                  <a:gd name="T1" fmla="*/ 61 h 23"/>
                  <a:gd name="T2" fmla="*/ 139 w 53"/>
                  <a:gd name="T3" fmla="*/ 7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23">
                    <a:moveTo>
                      <a:pt x="0" y="19"/>
                    </a:moveTo>
                    <a:cubicBezTo>
                      <a:pt x="4" y="0"/>
                      <a:pt x="42" y="19"/>
                      <a:pt x="53" y="2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6" name="Freeform 299">
                <a:extLst>
                  <a:ext uri="{FF2B5EF4-FFF2-40B4-BE49-F238E27FC236}">
                    <a16:creationId xmlns:a16="http://schemas.microsoft.com/office/drawing/2014/main" id="{B3637050-5C72-499D-B9BB-8F2766606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011"/>
                <a:ext cx="644" cy="56"/>
              </a:xfrm>
              <a:custGeom>
                <a:avLst/>
                <a:gdLst>
                  <a:gd name="T0" fmla="*/ 0 w 468"/>
                  <a:gd name="T1" fmla="*/ 102 h 38"/>
                  <a:gd name="T2" fmla="*/ 84 w 468"/>
                  <a:gd name="T3" fmla="*/ 115 h 38"/>
                  <a:gd name="T4" fmla="*/ 136 w 468"/>
                  <a:gd name="T5" fmla="*/ 69 h 38"/>
                  <a:gd name="T6" fmla="*/ 257 w 468"/>
                  <a:gd name="T7" fmla="*/ 106 h 38"/>
                  <a:gd name="T8" fmla="*/ 358 w 468"/>
                  <a:gd name="T9" fmla="*/ 81 h 38"/>
                  <a:gd name="T10" fmla="*/ 407 w 468"/>
                  <a:gd name="T11" fmla="*/ 69 h 38"/>
                  <a:gd name="T12" fmla="*/ 432 w 468"/>
                  <a:gd name="T13" fmla="*/ 96 h 38"/>
                  <a:gd name="T14" fmla="*/ 512 w 468"/>
                  <a:gd name="T15" fmla="*/ 41 h 38"/>
                  <a:gd name="T16" fmla="*/ 644 w 468"/>
                  <a:gd name="T17" fmla="*/ 68 h 38"/>
                  <a:gd name="T18" fmla="*/ 750 w 468"/>
                  <a:gd name="T19" fmla="*/ 27 h 38"/>
                  <a:gd name="T20" fmla="*/ 886 w 468"/>
                  <a:gd name="T21" fmla="*/ 55 h 38"/>
                  <a:gd name="T22" fmla="*/ 970 w 468"/>
                  <a:gd name="T23" fmla="*/ 22 h 38"/>
                  <a:gd name="T24" fmla="*/ 1099 w 468"/>
                  <a:gd name="T25" fmla="*/ 74 h 38"/>
                  <a:gd name="T26" fmla="*/ 1219 w 468"/>
                  <a:gd name="T27" fmla="*/ 35 h 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8" h="38">
                    <a:moveTo>
                      <a:pt x="0" y="32"/>
                    </a:moveTo>
                    <a:cubicBezTo>
                      <a:pt x="7" y="31"/>
                      <a:pt x="25" y="38"/>
                      <a:pt x="32" y="36"/>
                    </a:cubicBezTo>
                    <a:cubicBezTo>
                      <a:pt x="41" y="34"/>
                      <a:pt x="45" y="27"/>
                      <a:pt x="52" y="22"/>
                    </a:cubicBezTo>
                    <a:cubicBezTo>
                      <a:pt x="70" y="12"/>
                      <a:pt x="82" y="28"/>
                      <a:pt x="99" y="33"/>
                    </a:cubicBezTo>
                    <a:cubicBezTo>
                      <a:pt x="116" y="38"/>
                      <a:pt x="123" y="31"/>
                      <a:pt x="137" y="25"/>
                    </a:cubicBezTo>
                    <a:cubicBezTo>
                      <a:pt x="145" y="22"/>
                      <a:pt x="148" y="20"/>
                      <a:pt x="156" y="22"/>
                    </a:cubicBezTo>
                    <a:cubicBezTo>
                      <a:pt x="160" y="24"/>
                      <a:pt x="163" y="30"/>
                      <a:pt x="166" y="30"/>
                    </a:cubicBezTo>
                    <a:cubicBezTo>
                      <a:pt x="176" y="31"/>
                      <a:pt x="187" y="18"/>
                      <a:pt x="196" y="13"/>
                    </a:cubicBezTo>
                    <a:cubicBezTo>
                      <a:pt x="218" y="3"/>
                      <a:pt x="227" y="16"/>
                      <a:pt x="247" y="21"/>
                    </a:cubicBezTo>
                    <a:cubicBezTo>
                      <a:pt x="263" y="25"/>
                      <a:pt x="274" y="13"/>
                      <a:pt x="288" y="8"/>
                    </a:cubicBezTo>
                    <a:cubicBezTo>
                      <a:pt x="308" y="0"/>
                      <a:pt x="322" y="12"/>
                      <a:pt x="340" y="17"/>
                    </a:cubicBezTo>
                    <a:cubicBezTo>
                      <a:pt x="358" y="22"/>
                      <a:pt x="357" y="12"/>
                      <a:pt x="372" y="7"/>
                    </a:cubicBezTo>
                    <a:cubicBezTo>
                      <a:pt x="391" y="0"/>
                      <a:pt x="405" y="18"/>
                      <a:pt x="422" y="23"/>
                    </a:cubicBezTo>
                    <a:cubicBezTo>
                      <a:pt x="442" y="28"/>
                      <a:pt x="451" y="13"/>
                      <a:pt x="468" y="1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7" name="Freeform 300">
                <a:extLst>
                  <a:ext uri="{FF2B5EF4-FFF2-40B4-BE49-F238E27FC236}">
                    <a16:creationId xmlns:a16="http://schemas.microsoft.com/office/drawing/2014/main" id="{0CC5A9FB-D024-4614-9BBB-8ECA0246E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019"/>
                <a:ext cx="120" cy="44"/>
              </a:xfrm>
              <a:custGeom>
                <a:avLst/>
                <a:gdLst>
                  <a:gd name="T0" fmla="*/ 0 w 87"/>
                  <a:gd name="T1" fmla="*/ 38 h 30"/>
                  <a:gd name="T2" fmla="*/ 137 w 87"/>
                  <a:gd name="T3" fmla="*/ 63 h 30"/>
                  <a:gd name="T4" fmla="*/ 229 w 87"/>
                  <a:gd name="T5" fmla="*/ 7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30">
                    <a:moveTo>
                      <a:pt x="0" y="12"/>
                    </a:moveTo>
                    <a:cubicBezTo>
                      <a:pt x="11" y="0"/>
                      <a:pt x="42" y="14"/>
                      <a:pt x="52" y="20"/>
                    </a:cubicBezTo>
                    <a:cubicBezTo>
                      <a:pt x="69" y="30"/>
                      <a:pt x="70" y="28"/>
                      <a:pt x="87" y="2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8" name="Freeform 301">
                <a:extLst>
                  <a:ext uri="{FF2B5EF4-FFF2-40B4-BE49-F238E27FC236}">
                    <a16:creationId xmlns:a16="http://schemas.microsoft.com/office/drawing/2014/main" id="{D04A0C97-222D-4B6F-94BD-5709487D4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41"/>
                <a:ext cx="312" cy="35"/>
              </a:xfrm>
              <a:custGeom>
                <a:avLst/>
                <a:gdLst>
                  <a:gd name="T0" fmla="*/ 0 w 227"/>
                  <a:gd name="T1" fmla="*/ 13 h 24"/>
                  <a:gd name="T2" fmla="*/ 104 w 227"/>
                  <a:gd name="T3" fmla="*/ 34 h 24"/>
                  <a:gd name="T4" fmla="*/ 166 w 227"/>
                  <a:gd name="T5" fmla="*/ 1 h 24"/>
                  <a:gd name="T6" fmla="*/ 208 w 227"/>
                  <a:gd name="T7" fmla="*/ 38 h 24"/>
                  <a:gd name="T8" fmla="*/ 298 w 227"/>
                  <a:gd name="T9" fmla="*/ 28 h 24"/>
                  <a:gd name="T10" fmla="*/ 397 w 227"/>
                  <a:gd name="T11" fmla="*/ 50 h 24"/>
                  <a:gd name="T12" fmla="*/ 470 w 227"/>
                  <a:gd name="T13" fmla="*/ 47 h 24"/>
                  <a:gd name="T14" fmla="*/ 590 w 227"/>
                  <a:gd name="T15" fmla="*/ 74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7" h="24">
                    <a:moveTo>
                      <a:pt x="0" y="4"/>
                    </a:moveTo>
                    <a:cubicBezTo>
                      <a:pt x="13" y="9"/>
                      <a:pt x="26" y="13"/>
                      <a:pt x="40" y="11"/>
                    </a:cubicBezTo>
                    <a:cubicBezTo>
                      <a:pt x="46" y="9"/>
                      <a:pt x="58" y="0"/>
                      <a:pt x="64" y="1"/>
                    </a:cubicBezTo>
                    <a:cubicBezTo>
                      <a:pt x="69" y="1"/>
                      <a:pt x="74" y="9"/>
                      <a:pt x="80" y="12"/>
                    </a:cubicBezTo>
                    <a:cubicBezTo>
                      <a:pt x="93" y="18"/>
                      <a:pt x="102" y="11"/>
                      <a:pt x="115" y="9"/>
                    </a:cubicBezTo>
                    <a:cubicBezTo>
                      <a:pt x="128" y="7"/>
                      <a:pt x="141" y="11"/>
                      <a:pt x="153" y="16"/>
                    </a:cubicBezTo>
                    <a:cubicBezTo>
                      <a:pt x="168" y="21"/>
                      <a:pt x="168" y="21"/>
                      <a:pt x="181" y="15"/>
                    </a:cubicBezTo>
                    <a:cubicBezTo>
                      <a:pt x="196" y="9"/>
                      <a:pt x="217" y="7"/>
                      <a:pt x="227" y="2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9" name="Freeform 302">
                <a:extLst>
                  <a:ext uri="{FF2B5EF4-FFF2-40B4-BE49-F238E27FC236}">
                    <a16:creationId xmlns:a16="http://schemas.microsoft.com/office/drawing/2014/main" id="{62C9B5B8-5E78-4656-81E0-273314A61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033"/>
                <a:ext cx="77" cy="11"/>
              </a:xfrm>
              <a:custGeom>
                <a:avLst/>
                <a:gdLst>
                  <a:gd name="T0" fmla="*/ 0 w 56"/>
                  <a:gd name="T1" fmla="*/ 0 h 7"/>
                  <a:gd name="T2" fmla="*/ 146 w 56"/>
                  <a:gd name="T3" fmla="*/ 1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7">
                    <a:moveTo>
                      <a:pt x="0" y="0"/>
                    </a:moveTo>
                    <a:cubicBezTo>
                      <a:pt x="20" y="7"/>
                      <a:pt x="36" y="7"/>
                      <a:pt x="56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0" name="Line 303">
                <a:extLst>
                  <a:ext uri="{FF2B5EF4-FFF2-40B4-BE49-F238E27FC236}">
                    <a16:creationId xmlns:a16="http://schemas.microsoft.com/office/drawing/2014/main" id="{5BD8EE63-DE71-4ACD-A78E-BD6D15E20B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2" y="2042"/>
                <a:ext cx="1" cy="1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1" name="Freeform 304">
                <a:extLst>
                  <a:ext uri="{FF2B5EF4-FFF2-40B4-BE49-F238E27FC236}">
                    <a16:creationId xmlns:a16="http://schemas.microsoft.com/office/drawing/2014/main" id="{E75BCFF1-7B9B-41B8-829D-247D86BE5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020"/>
                <a:ext cx="65" cy="21"/>
              </a:xfrm>
              <a:custGeom>
                <a:avLst/>
                <a:gdLst>
                  <a:gd name="T0" fmla="*/ 0 w 47"/>
                  <a:gd name="T1" fmla="*/ 48 h 14"/>
                  <a:gd name="T2" fmla="*/ 124 w 47"/>
                  <a:gd name="T3" fmla="*/ 2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4">
                    <a:moveTo>
                      <a:pt x="0" y="14"/>
                    </a:moveTo>
                    <a:cubicBezTo>
                      <a:pt x="16" y="0"/>
                      <a:pt x="28" y="2"/>
                      <a:pt x="47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2" name="Freeform 305">
                <a:extLst>
                  <a:ext uri="{FF2B5EF4-FFF2-40B4-BE49-F238E27FC236}">
                    <a16:creationId xmlns:a16="http://schemas.microsoft.com/office/drawing/2014/main" id="{98808DFC-817B-40C6-940B-01D466FBD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013"/>
                <a:ext cx="91" cy="32"/>
              </a:xfrm>
              <a:custGeom>
                <a:avLst/>
                <a:gdLst>
                  <a:gd name="T0" fmla="*/ 0 w 66"/>
                  <a:gd name="T1" fmla="*/ 60 h 22"/>
                  <a:gd name="T2" fmla="*/ 109 w 66"/>
                  <a:gd name="T3" fmla="*/ 65 h 22"/>
                  <a:gd name="T4" fmla="*/ 172 w 6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19"/>
                    </a:moveTo>
                    <a:cubicBezTo>
                      <a:pt x="11" y="6"/>
                      <a:pt x="29" y="22"/>
                      <a:pt x="41" y="21"/>
                    </a:cubicBezTo>
                    <a:cubicBezTo>
                      <a:pt x="50" y="21"/>
                      <a:pt x="64" y="7"/>
                      <a:pt x="6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3" name="Freeform 306">
                <a:extLst>
                  <a:ext uri="{FF2B5EF4-FFF2-40B4-BE49-F238E27FC236}">
                    <a16:creationId xmlns:a16="http://schemas.microsoft.com/office/drawing/2014/main" id="{6867DEEF-8613-494B-AE92-313D1DC67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017"/>
                <a:ext cx="56" cy="16"/>
              </a:xfrm>
              <a:custGeom>
                <a:avLst/>
                <a:gdLst>
                  <a:gd name="T0" fmla="*/ 0 w 41"/>
                  <a:gd name="T1" fmla="*/ 33 h 11"/>
                  <a:gd name="T2" fmla="*/ 104 w 41"/>
                  <a:gd name="T3" fmla="*/ 1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1">
                    <a:moveTo>
                      <a:pt x="0" y="11"/>
                    </a:moveTo>
                    <a:cubicBezTo>
                      <a:pt x="10" y="3"/>
                      <a:pt x="33" y="0"/>
                      <a:pt x="41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4" name="Freeform 307">
                <a:extLst>
                  <a:ext uri="{FF2B5EF4-FFF2-40B4-BE49-F238E27FC236}">
                    <a16:creationId xmlns:a16="http://schemas.microsoft.com/office/drawing/2014/main" id="{82A47C1B-8252-4EB5-BF06-298A0BB21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057"/>
                <a:ext cx="63" cy="31"/>
              </a:xfrm>
              <a:custGeom>
                <a:avLst/>
                <a:gdLst>
                  <a:gd name="T0" fmla="*/ 0 w 46"/>
                  <a:gd name="T1" fmla="*/ 6 h 21"/>
                  <a:gd name="T2" fmla="*/ 118 w 4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1">
                    <a:moveTo>
                      <a:pt x="0" y="2"/>
                    </a:moveTo>
                    <a:cubicBezTo>
                      <a:pt x="14" y="21"/>
                      <a:pt x="32" y="9"/>
                      <a:pt x="4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5" name="Freeform 308">
                <a:extLst>
                  <a:ext uri="{FF2B5EF4-FFF2-40B4-BE49-F238E27FC236}">
                    <a16:creationId xmlns:a16="http://schemas.microsoft.com/office/drawing/2014/main" id="{F4B6D183-E2E8-40E3-A9E6-D1F1C9F58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005"/>
                <a:ext cx="61" cy="28"/>
              </a:xfrm>
              <a:custGeom>
                <a:avLst/>
                <a:gdLst>
                  <a:gd name="T0" fmla="*/ 0 w 44"/>
                  <a:gd name="T1" fmla="*/ 47 h 19"/>
                  <a:gd name="T2" fmla="*/ 118 w 44"/>
                  <a:gd name="T3" fmla="*/ 6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9">
                    <a:moveTo>
                      <a:pt x="0" y="15"/>
                    </a:moveTo>
                    <a:cubicBezTo>
                      <a:pt x="14" y="0"/>
                      <a:pt x="30" y="12"/>
                      <a:pt x="44" y="1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6" name="Freeform 309">
                <a:extLst>
                  <a:ext uri="{FF2B5EF4-FFF2-40B4-BE49-F238E27FC236}">
                    <a16:creationId xmlns:a16="http://schemas.microsoft.com/office/drawing/2014/main" id="{2C1A7356-F695-4500-8602-1E0A375C4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030"/>
                <a:ext cx="76" cy="14"/>
              </a:xfrm>
              <a:custGeom>
                <a:avLst/>
                <a:gdLst>
                  <a:gd name="T0" fmla="*/ 0 w 55"/>
                  <a:gd name="T1" fmla="*/ 12 h 9"/>
                  <a:gd name="T2" fmla="*/ 145 w 5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9">
                    <a:moveTo>
                      <a:pt x="0" y="3"/>
                    </a:moveTo>
                    <a:cubicBezTo>
                      <a:pt x="20" y="6"/>
                      <a:pt x="39" y="9"/>
                      <a:pt x="5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7" name="Freeform 310">
                <a:extLst>
                  <a:ext uri="{FF2B5EF4-FFF2-40B4-BE49-F238E27FC236}">
                    <a16:creationId xmlns:a16="http://schemas.microsoft.com/office/drawing/2014/main" id="{1A4371B3-C1C6-450A-8C43-608C0E57D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005"/>
                <a:ext cx="73" cy="24"/>
              </a:xfrm>
              <a:custGeom>
                <a:avLst/>
                <a:gdLst>
                  <a:gd name="T0" fmla="*/ 0 w 53"/>
                  <a:gd name="T1" fmla="*/ 45 h 16"/>
                  <a:gd name="T2" fmla="*/ 139 w 53"/>
                  <a:gd name="T3" fmla="*/ 5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6">
                    <a:moveTo>
                      <a:pt x="0" y="13"/>
                    </a:moveTo>
                    <a:cubicBezTo>
                      <a:pt x="16" y="0"/>
                      <a:pt x="36" y="11"/>
                      <a:pt x="53" y="1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8" name="Freeform 311">
                <a:extLst>
                  <a:ext uri="{FF2B5EF4-FFF2-40B4-BE49-F238E27FC236}">
                    <a16:creationId xmlns:a16="http://schemas.microsoft.com/office/drawing/2014/main" id="{B3B16FA6-4D03-4DA2-9AA2-AB77E1AF2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058"/>
                <a:ext cx="59" cy="22"/>
              </a:xfrm>
              <a:custGeom>
                <a:avLst/>
                <a:gdLst>
                  <a:gd name="T0" fmla="*/ 0 w 43"/>
                  <a:gd name="T1" fmla="*/ 0 h 15"/>
                  <a:gd name="T2" fmla="*/ 111 w 43"/>
                  <a:gd name="T3" fmla="*/ 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5">
                    <a:moveTo>
                      <a:pt x="0" y="0"/>
                    </a:moveTo>
                    <a:cubicBezTo>
                      <a:pt x="19" y="15"/>
                      <a:pt x="25" y="8"/>
                      <a:pt x="43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9" name="Freeform 312">
                <a:extLst>
                  <a:ext uri="{FF2B5EF4-FFF2-40B4-BE49-F238E27FC236}">
                    <a16:creationId xmlns:a16="http://schemas.microsoft.com/office/drawing/2014/main" id="{9C08B8F6-58F7-482B-82FE-6FA58CA1E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060"/>
                <a:ext cx="79" cy="19"/>
              </a:xfrm>
              <a:custGeom>
                <a:avLst/>
                <a:gdLst>
                  <a:gd name="T0" fmla="*/ 0 w 57"/>
                  <a:gd name="T1" fmla="*/ 6 h 13"/>
                  <a:gd name="T2" fmla="*/ 61 w 57"/>
                  <a:gd name="T3" fmla="*/ 34 h 13"/>
                  <a:gd name="T4" fmla="*/ 151 w 57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3">
                    <a:moveTo>
                      <a:pt x="0" y="2"/>
                    </a:moveTo>
                    <a:cubicBezTo>
                      <a:pt x="3" y="0"/>
                      <a:pt x="16" y="9"/>
                      <a:pt x="23" y="11"/>
                    </a:cubicBezTo>
                    <a:cubicBezTo>
                      <a:pt x="35" y="13"/>
                      <a:pt x="46" y="8"/>
                      <a:pt x="57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0" name="Freeform 313">
                <a:extLst>
                  <a:ext uri="{FF2B5EF4-FFF2-40B4-BE49-F238E27FC236}">
                    <a16:creationId xmlns:a16="http://schemas.microsoft.com/office/drawing/2014/main" id="{56A5BD68-A548-4934-93AE-F7A5041F2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049"/>
                <a:ext cx="76" cy="27"/>
              </a:xfrm>
              <a:custGeom>
                <a:avLst/>
                <a:gdLst>
                  <a:gd name="T0" fmla="*/ 6 w 55"/>
                  <a:gd name="T1" fmla="*/ 32 h 18"/>
                  <a:gd name="T2" fmla="*/ 1 w 55"/>
                  <a:gd name="T3" fmla="*/ 18 h 18"/>
                  <a:gd name="T4" fmla="*/ 88 w 55"/>
                  <a:gd name="T5" fmla="*/ 21 h 18"/>
                  <a:gd name="T6" fmla="*/ 145 w 55"/>
                  <a:gd name="T7" fmla="*/ 6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8">
                    <a:moveTo>
                      <a:pt x="2" y="9"/>
                    </a:moveTo>
                    <a:cubicBezTo>
                      <a:pt x="0" y="8"/>
                      <a:pt x="0" y="7"/>
                      <a:pt x="1" y="5"/>
                    </a:cubicBezTo>
                    <a:cubicBezTo>
                      <a:pt x="11" y="0"/>
                      <a:pt x="22" y="2"/>
                      <a:pt x="33" y="6"/>
                    </a:cubicBezTo>
                    <a:cubicBezTo>
                      <a:pt x="40" y="9"/>
                      <a:pt x="47" y="17"/>
                      <a:pt x="55" y="1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1" name="Freeform 314">
                <a:extLst>
                  <a:ext uri="{FF2B5EF4-FFF2-40B4-BE49-F238E27FC236}">
                    <a16:creationId xmlns:a16="http://schemas.microsoft.com/office/drawing/2014/main" id="{D0BAE824-275F-4575-B602-41689E95D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2023"/>
                <a:ext cx="34" cy="15"/>
              </a:xfrm>
              <a:custGeom>
                <a:avLst/>
                <a:gdLst>
                  <a:gd name="T0" fmla="*/ 0 w 24"/>
                  <a:gd name="T1" fmla="*/ 14 h 10"/>
                  <a:gd name="T2" fmla="*/ 68 w 24"/>
                  <a:gd name="T3" fmla="*/ 1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4"/>
                    </a:moveTo>
                    <a:cubicBezTo>
                      <a:pt x="8" y="0"/>
                      <a:pt x="19" y="10"/>
                      <a:pt x="24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2" name="Freeform 315">
                <a:extLst>
                  <a:ext uri="{FF2B5EF4-FFF2-40B4-BE49-F238E27FC236}">
                    <a16:creationId xmlns:a16="http://schemas.microsoft.com/office/drawing/2014/main" id="{7B269D99-AE4A-4681-B8D3-599DFAAC0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2033"/>
                <a:ext cx="46" cy="35"/>
              </a:xfrm>
              <a:custGeom>
                <a:avLst/>
                <a:gdLst>
                  <a:gd name="T0" fmla="*/ 0 w 34"/>
                  <a:gd name="T1" fmla="*/ 74 h 24"/>
                  <a:gd name="T2" fmla="*/ 58 w 34"/>
                  <a:gd name="T3" fmla="*/ 55 h 24"/>
                  <a:gd name="T4" fmla="*/ 84 w 34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4">
                    <a:moveTo>
                      <a:pt x="0" y="24"/>
                    </a:moveTo>
                    <a:cubicBezTo>
                      <a:pt x="5" y="21"/>
                      <a:pt x="17" y="24"/>
                      <a:pt x="24" y="18"/>
                    </a:cubicBezTo>
                    <a:cubicBezTo>
                      <a:pt x="29" y="14"/>
                      <a:pt x="31" y="2"/>
                      <a:pt x="3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3" name="Freeform 316">
                <a:extLst>
                  <a:ext uri="{FF2B5EF4-FFF2-40B4-BE49-F238E27FC236}">
                    <a16:creationId xmlns:a16="http://schemas.microsoft.com/office/drawing/2014/main" id="{3D71514A-FC36-414D-9FBC-A2D8F99B9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051"/>
                <a:ext cx="24" cy="7"/>
              </a:xfrm>
              <a:custGeom>
                <a:avLst/>
                <a:gdLst>
                  <a:gd name="T0" fmla="*/ 0 w 17"/>
                  <a:gd name="T1" fmla="*/ 11 h 5"/>
                  <a:gd name="T2" fmla="*/ 48 w 17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">
                    <a:moveTo>
                      <a:pt x="0" y="4"/>
                    </a:moveTo>
                    <a:cubicBezTo>
                      <a:pt x="5" y="0"/>
                      <a:pt x="11" y="2"/>
                      <a:pt x="17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4" name="Freeform 317">
                <a:extLst>
                  <a:ext uri="{FF2B5EF4-FFF2-40B4-BE49-F238E27FC236}">
                    <a16:creationId xmlns:a16="http://schemas.microsoft.com/office/drawing/2014/main" id="{E7804A7F-9DD7-44D6-9622-16810DB84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13"/>
                <a:ext cx="79" cy="36"/>
              </a:xfrm>
              <a:custGeom>
                <a:avLst/>
                <a:gdLst>
                  <a:gd name="T0" fmla="*/ 0 w 57"/>
                  <a:gd name="T1" fmla="*/ 13 h 25"/>
                  <a:gd name="T2" fmla="*/ 151 w 57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5">
                    <a:moveTo>
                      <a:pt x="0" y="4"/>
                    </a:moveTo>
                    <a:cubicBezTo>
                      <a:pt x="13" y="25"/>
                      <a:pt x="51" y="24"/>
                      <a:pt x="57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5" name="Freeform 318">
                <a:extLst>
                  <a:ext uri="{FF2B5EF4-FFF2-40B4-BE49-F238E27FC236}">
                    <a16:creationId xmlns:a16="http://schemas.microsoft.com/office/drawing/2014/main" id="{10F0ECAC-DF72-479E-8840-0A0B465D2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049"/>
                <a:ext cx="171" cy="30"/>
              </a:xfrm>
              <a:custGeom>
                <a:avLst/>
                <a:gdLst>
                  <a:gd name="T0" fmla="*/ 0 w 124"/>
                  <a:gd name="T1" fmla="*/ 68 h 20"/>
                  <a:gd name="T2" fmla="*/ 69 w 124"/>
                  <a:gd name="T3" fmla="*/ 5 h 20"/>
                  <a:gd name="T4" fmla="*/ 179 w 124"/>
                  <a:gd name="T5" fmla="*/ 18 h 20"/>
                  <a:gd name="T6" fmla="*/ 221 w 124"/>
                  <a:gd name="T7" fmla="*/ 12 h 20"/>
                  <a:gd name="T8" fmla="*/ 265 w 124"/>
                  <a:gd name="T9" fmla="*/ 39 h 20"/>
                  <a:gd name="T10" fmla="*/ 325 w 124"/>
                  <a:gd name="T11" fmla="*/ 39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20">
                    <a:moveTo>
                      <a:pt x="0" y="20"/>
                    </a:moveTo>
                    <a:cubicBezTo>
                      <a:pt x="8" y="11"/>
                      <a:pt x="13" y="0"/>
                      <a:pt x="26" y="1"/>
                    </a:cubicBezTo>
                    <a:cubicBezTo>
                      <a:pt x="40" y="2"/>
                      <a:pt x="54" y="7"/>
                      <a:pt x="68" y="5"/>
                    </a:cubicBezTo>
                    <a:cubicBezTo>
                      <a:pt x="73" y="4"/>
                      <a:pt x="79" y="3"/>
                      <a:pt x="84" y="3"/>
                    </a:cubicBezTo>
                    <a:cubicBezTo>
                      <a:pt x="91" y="4"/>
                      <a:pt x="94" y="9"/>
                      <a:pt x="101" y="11"/>
                    </a:cubicBezTo>
                    <a:cubicBezTo>
                      <a:pt x="109" y="14"/>
                      <a:pt x="118" y="11"/>
                      <a:pt x="124" y="1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6" name="Freeform 319">
                <a:extLst>
                  <a:ext uri="{FF2B5EF4-FFF2-40B4-BE49-F238E27FC236}">
                    <a16:creationId xmlns:a16="http://schemas.microsoft.com/office/drawing/2014/main" id="{A41D2755-8543-4C9B-8E38-5565D1CFC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041"/>
                <a:ext cx="56" cy="14"/>
              </a:xfrm>
              <a:custGeom>
                <a:avLst/>
                <a:gdLst>
                  <a:gd name="T0" fmla="*/ 0 w 40"/>
                  <a:gd name="T1" fmla="*/ 28 h 10"/>
                  <a:gd name="T2" fmla="*/ 77 w 40"/>
                  <a:gd name="T3" fmla="*/ 1 h 10"/>
                  <a:gd name="T4" fmla="*/ 109 w 40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0">
                    <a:moveTo>
                      <a:pt x="0" y="10"/>
                    </a:moveTo>
                    <a:cubicBezTo>
                      <a:pt x="10" y="7"/>
                      <a:pt x="16" y="0"/>
                      <a:pt x="28" y="1"/>
                    </a:cubicBezTo>
                    <a:cubicBezTo>
                      <a:pt x="31" y="1"/>
                      <a:pt x="37" y="1"/>
                      <a:pt x="4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7" name="Freeform 320">
                <a:extLst>
                  <a:ext uri="{FF2B5EF4-FFF2-40B4-BE49-F238E27FC236}">
                    <a16:creationId xmlns:a16="http://schemas.microsoft.com/office/drawing/2014/main" id="{756BB909-D8E1-4B29-868C-9A7F4DD78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011"/>
                <a:ext cx="91" cy="24"/>
              </a:xfrm>
              <a:custGeom>
                <a:avLst/>
                <a:gdLst>
                  <a:gd name="T0" fmla="*/ 0 w 66"/>
                  <a:gd name="T1" fmla="*/ 0 h 16"/>
                  <a:gd name="T2" fmla="*/ 21 w 66"/>
                  <a:gd name="T3" fmla="*/ 21 h 16"/>
                  <a:gd name="T4" fmla="*/ 91 w 66"/>
                  <a:gd name="T5" fmla="*/ 48 h 16"/>
                  <a:gd name="T6" fmla="*/ 160 w 66"/>
                  <a:gd name="T7" fmla="*/ 14 h 16"/>
                  <a:gd name="T8" fmla="*/ 172 w 66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16">
                    <a:moveTo>
                      <a:pt x="0" y="0"/>
                    </a:moveTo>
                    <a:cubicBezTo>
                      <a:pt x="4" y="0"/>
                      <a:pt x="6" y="4"/>
                      <a:pt x="8" y="6"/>
                    </a:cubicBezTo>
                    <a:cubicBezTo>
                      <a:pt x="15" y="14"/>
                      <a:pt x="25" y="16"/>
                      <a:pt x="35" y="14"/>
                    </a:cubicBezTo>
                    <a:cubicBezTo>
                      <a:pt x="44" y="12"/>
                      <a:pt x="55" y="10"/>
                      <a:pt x="61" y="4"/>
                    </a:cubicBezTo>
                    <a:cubicBezTo>
                      <a:pt x="63" y="3"/>
                      <a:pt x="64" y="1"/>
                      <a:pt x="6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8" name="Freeform 321">
                <a:extLst>
                  <a:ext uri="{FF2B5EF4-FFF2-40B4-BE49-F238E27FC236}">
                    <a16:creationId xmlns:a16="http://schemas.microsoft.com/office/drawing/2014/main" id="{B2010424-31ED-4F11-B11A-BEC3F2D10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030"/>
                <a:ext cx="83" cy="24"/>
              </a:xfrm>
              <a:custGeom>
                <a:avLst/>
                <a:gdLst>
                  <a:gd name="T0" fmla="*/ 0 w 60"/>
                  <a:gd name="T1" fmla="*/ 45 h 16"/>
                  <a:gd name="T2" fmla="*/ 24 w 60"/>
                  <a:gd name="T3" fmla="*/ 26 h 16"/>
                  <a:gd name="T4" fmla="*/ 95 w 60"/>
                  <a:gd name="T5" fmla="*/ 0 h 16"/>
                  <a:gd name="T6" fmla="*/ 159 w 60"/>
                  <a:gd name="T7" fmla="*/ 5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6">
                    <a:moveTo>
                      <a:pt x="0" y="13"/>
                    </a:moveTo>
                    <a:cubicBezTo>
                      <a:pt x="3" y="12"/>
                      <a:pt x="6" y="9"/>
                      <a:pt x="9" y="7"/>
                    </a:cubicBezTo>
                    <a:cubicBezTo>
                      <a:pt x="17" y="3"/>
                      <a:pt x="27" y="0"/>
                      <a:pt x="36" y="0"/>
                    </a:cubicBezTo>
                    <a:cubicBezTo>
                      <a:pt x="47" y="2"/>
                      <a:pt x="52" y="12"/>
                      <a:pt x="60" y="1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9" name="Freeform 322">
                <a:extLst>
                  <a:ext uri="{FF2B5EF4-FFF2-40B4-BE49-F238E27FC236}">
                    <a16:creationId xmlns:a16="http://schemas.microsoft.com/office/drawing/2014/main" id="{81BCC340-CF6C-4250-8EB7-1EE298517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017"/>
                <a:ext cx="69" cy="24"/>
              </a:xfrm>
              <a:custGeom>
                <a:avLst/>
                <a:gdLst>
                  <a:gd name="T0" fmla="*/ 0 w 50"/>
                  <a:gd name="T1" fmla="*/ 0 h 16"/>
                  <a:gd name="T2" fmla="*/ 19 w 50"/>
                  <a:gd name="T3" fmla="*/ 8 h 16"/>
                  <a:gd name="T4" fmla="*/ 40 w 50"/>
                  <a:gd name="T5" fmla="*/ 27 h 16"/>
                  <a:gd name="T6" fmla="*/ 91 w 50"/>
                  <a:gd name="T7" fmla="*/ 32 h 16"/>
                  <a:gd name="T8" fmla="*/ 131 w 50"/>
                  <a:gd name="T9" fmla="*/ 5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16">
                    <a:moveTo>
                      <a:pt x="0" y="0"/>
                    </a:moveTo>
                    <a:cubicBezTo>
                      <a:pt x="2" y="1"/>
                      <a:pt x="5" y="1"/>
                      <a:pt x="7" y="2"/>
                    </a:cubicBezTo>
                    <a:cubicBezTo>
                      <a:pt x="10" y="4"/>
                      <a:pt x="12" y="6"/>
                      <a:pt x="15" y="8"/>
                    </a:cubicBezTo>
                    <a:cubicBezTo>
                      <a:pt x="22" y="12"/>
                      <a:pt x="28" y="11"/>
                      <a:pt x="35" y="9"/>
                    </a:cubicBezTo>
                    <a:cubicBezTo>
                      <a:pt x="42" y="8"/>
                      <a:pt x="45" y="13"/>
                      <a:pt x="50" y="1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0" name="Freeform 323">
                <a:extLst>
                  <a:ext uri="{FF2B5EF4-FFF2-40B4-BE49-F238E27FC236}">
                    <a16:creationId xmlns:a16="http://schemas.microsoft.com/office/drawing/2014/main" id="{7F666B68-4F66-4307-9328-C1DD4C5E0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013"/>
                <a:ext cx="39" cy="19"/>
              </a:xfrm>
              <a:custGeom>
                <a:avLst/>
                <a:gdLst>
                  <a:gd name="T0" fmla="*/ 0 w 28"/>
                  <a:gd name="T1" fmla="*/ 41 h 13"/>
                  <a:gd name="T2" fmla="*/ 14 w 28"/>
                  <a:gd name="T3" fmla="*/ 26 h 13"/>
                  <a:gd name="T4" fmla="*/ 40 w 28"/>
                  <a:gd name="T5" fmla="*/ 13 h 13"/>
                  <a:gd name="T6" fmla="*/ 75 w 28"/>
                  <a:gd name="T7" fmla="*/ 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3">
                    <a:moveTo>
                      <a:pt x="0" y="13"/>
                    </a:moveTo>
                    <a:cubicBezTo>
                      <a:pt x="2" y="11"/>
                      <a:pt x="3" y="9"/>
                      <a:pt x="5" y="8"/>
                    </a:cubicBezTo>
                    <a:cubicBezTo>
                      <a:pt x="8" y="6"/>
                      <a:pt x="12" y="5"/>
                      <a:pt x="15" y="4"/>
                    </a:cubicBezTo>
                    <a:cubicBezTo>
                      <a:pt x="19" y="3"/>
                      <a:pt x="25" y="0"/>
                      <a:pt x="28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1" name="Freeform 324">
                <a:extLst>
                  <a:ext uri="{FF2B5EF4-FFF2-40B4-BE49-F238E27FC236}">
                    <a16:creationId xmlns:a16="http://schemas.microsoft.com/office/drawing/2014/main" id="{FD41B155-DBCF-4212-ABAC-6C154743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060"/>
                <a:ext cx="83" cy="17"/>
              </a:xfrm>
              <a:custGeom>
                <a:avLst/>
                <a:gdLst>
                  <a:gd name="T0" fmla="*/ 0 w 60"/>
                  <a:gd name="T1" fmla="*/ 26 h 12"/>
                  <a:gd name="T2" fmla="*/ 14 w 60"/>
                  <a:gd name="T3" fmla="*/ 23 h 12"/>
                  <a:gd name="T4" fmla="*/ 48 w 60"/>
                  <a:gd name="T5" fmla="*/ 26 h 12"/>
                  <a:gd name="T6" fmla="*/ 111 w 60"/>
                  <a:gd name="T7" fmla="*/ 28 h 12"/>
                  <a:gd name="T8" fmla="*/ 159 w 60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2">
                    <a:moveTo>
                      <a:pt x="0" y="9"/>
                    </a:moveTo>
                    <a:cubicBezTo>
                      <a:pt x="2" y="9"/>
                      <a:pt x="3" y="9"/>
                      <a:pt x="5" y="8"/>
                    </a:cubicBezTo>
                    <a:cubicBezTo>
                      <a:pt x="10" y="7"/>
                      <a:pt x="13" y="7"/>
                      <a:pt x="18" y="9"/>
                    </a:cubicBezTo>
                    <a:cubicBezTo>
                      <a:pt x="26" y="11"/>
                      <a:pt x="34" y="12"/>
                      <a:pt x="42" y="10"/>
                    </a:cubicBezTo>
                    <a:cubicBezTo>
                      <a:pt x="49" y="9"/>
                      <a:pt x="54" y="2"/>
                      <a:pt x="6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2" name="Freeform 325">
                <a:extLst>
                  <a:ext uri="{FF2B5EF4-FFF2-40B4-BE49-F238E27FC236}">
                    <a16:creationId xmlns:a16="http://schemas.microsoft.com/office/drawing/2014/main" id="{39057544-9959-4A5D-BB89-E5A7D241B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2060"/>
                <a:ext cx="59" cy="25"/>
              </a:xfrm>
              <a:custGeom>
                <a:avLst/>
                <a:gdLst>
                  <a:gd name="T0" fmla="*/ 0 w 43"/>
                  <a:gd name="T1" fmla="*/ 0 h 17"/>
                  <a:gd name="T2" fmla="*/ 70 w 43"/>
                  <a:gd name="T3" fmla="*/ 47 h 17"/>
                  <a:gd name="T4" fmla="*/ 111 w 43"/>
                  <a:gd name="T5" fmla="*/ 1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7">
                    <a:moveTo>
                      <a:pt x="0" y="0"/>
                    </a:moveTo>
                    <a:cubicBezTo>
                      <a:pt x="6" y="9"/>
                      <a:pt x="16" y="17"/>
                      <a:pt x="27" y="15"/>
                    </a:cubicBezTo>
                    <a:cubicBezTo>
                      <a:pt x="33" y="13"/>
                      <a:pt x="37" y="9"/>
                      <a:pt x="43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3" name="Freeform 326">
                <a:extLst>
                  <a:ext uri="{FF2B5EF4-FFF2-40B4-BE49-F238E27FC236}">
                    <a16:creationId xmlns:a16="http://schemas.microsoft.com/office/drawing/2014/main" id="{CDBCE27A-FB9D-4E71-A163-D4A3322C6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010"/>
                <a:ext cx="92" cy="22"/>
              </a:xfrm>
              <a:custGeom>
                <a:avLst/>
                <a:gdLst>
                  <a:gd name="T0" fmla="*/ 0 w 67"/>
                  <a:gd name="T1" fmla="*/ 34 h 15"/>
                  <a:gd name="T2" fmla="*/ 96 w 67"/>
                  <a:gd name="T3" fmla="*/ 13 h 15"/>
                  <a:gd name="T4" fmla="*/ 143 w 67"/>
                  <a:gd name="T5" fmla="*/ 34 h 15"/>
                  <a:gd name="T6" fmla="*/ 173 w 67"/>
                  <a:gd name="T7" fmla="*/ 4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5">
                    <a:moveTo>
                      <a:pt x="0" y="11"/>
                    </a:moveTo>
                    <a:cubicBezTo>
                      <a:pt x="12" y="5"/>
                      <a:pt x="24" y="0"/>
                      <a:pt x="37" y="4"/>
                    </a:cubicBezTo>
                    <a:cubicBezTo>
                      <a:pt x="43" y="6"/>
                      <a:pt x="49" y="9"/>
                      <a:pt x="55" y="11"/>
                    </a:cubicBezTo>
                    <a:cubicBezTo>
                      <a:pt x="59" y="12"/>
                      <a:pt x="63" y="15"/>
                      <a:pt x="67" y="1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4" name="Freeform 327">
                <a:extLst>
                  <a:ext uri="{FF2B5EF4-FFF2-40B4-BE49-F238E27FC236}">
                    <a16:creationId xmlns:a16="http://schemas.microsoft.com/office/drawing/2014/main" id="{DACAA00A-CCED-486F-83F3-21F761E75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011"/>
                <a:ext cx="79" cy="18"/>
              </a:xfrm>
              <a:custGeom>
                <a:avLst/>
                <a:gdLst>
                  <a:gd name="T0" fmla="*/ 0 w 58"/>
                  <a:gd name="T1" fmla="*/ 41 h 12"/>
                  <a:gd name="T2" fmla="*/ 91 w 58"/>
                  <a:gd name="T3" fmla="*/ 8 h 12"/>
                  <a:gd name="T4" fmla="*/ 124 w 58"/>
                  <a:gd name="T5" fmla="*/ 21 h 12"/>
                  <a:gd name="T6" fmla="*/ 147 w 58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2">
                    <a:moveTo>
                      <a:pt x="0" y="12"/>
                    </a:moveTo>
                    <a:cubicBezTo>
                      <a:pt x="13" y="8"/>
                      <a:pt x="22" y="0"/>
                      <a:pt x="36" y="2"/>
                    </a:cubicBezTo>
                    <a:cubicBezTo>
                      <a:pt x="40" y="3"/>
                      <a:pt x="45" y="4"/>
                      <a:pt x="49" y="6"/>
                    </a:cubicBezTo>
                    <a:cubicBezTo>
                      <a:pt x="52" y="7"/>
                      <a:pt x="56" y="10"/>
                      <a:pt x="58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5" name="Freeform 328">
                <a:extLst>
                  <a:ext uri="{FF2B5EF4-FFF2-40B4-BE49-F238E27FC236}">
                    <a16:creationId xmlns:a16="http://schemas.microsoft.com/office/drawing/2014/main" id="{D2BF36CC-47DB-4341-8DDC-CB5F6D743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1393"/>
                <a:ext cx="130" cy="99"/>
              </a:xfrm>
              <a:custGeom>
                <a:avLst/>
                <a:gdLst>
                  <a:gd name="T0" fmla="*/ 249 w 94"/>
                  <a:gd name="T1" fmla="*/ 6 h 68"/>
                  <a:gd name="T2" fmla="*/ 206 w 94"/>
                  <a:gd name="T3" fmla="*/ 19 h 68"/>
                  <a:gd name="T4" fmla="*/ 194 w 94"/>
                  <a:gd name="T5" fmla="*/ 55 h 68"/>
                  <a:gd name="T6" fmla="*/ 113 w 94"/>
                  <a:gd name="T7" fmla="*/ 115 h 68"/>
                  <a:gd name="T8" fmla="*/ 98 w 94"/>
                  <a:gd name="T9" fmla="*/ 162 h 68"/>
                  <a:gd name="T10" fmla="*/ 50 w 94"/>
                  <a:gd name="T11" fmla="*/ 185 h 68"/>
                  <a:gd name="T12" fmla="*/ 24 w 94"/>
                  <a:gd name="T13" fmla="*/ 197 h 68"/>
                  <a:gd name="T14" fmla="*/ 14 w 94"/>
                  <a:gd name="T15" fmla="*/ 204 h 68"/>
                  <a:gd name="T16" fmla="*/ 0 w 94"/>
                  <a:gd name="T17" fmla="*/ 210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68">
                    <a:moveTo>
                      <a:pt x="94" y="2"/>
                    </a:moveTo>
                    <a:cubicBezTo>
                      <a:pt x="89" y="0"/>
                      <a:pt x="82" y="2"/>
                      <a:pt x="78" y="6"/>
                    </a:cubicBezTo>
                    <a:cubicBezTo>
                      <a:pt x="75" y="10"/>
                      <a:pt x="75" y="14"/>
                      <a:pt x="73" y="18"/>
                    </a:cubicBezTo>
                    <a:cubicBezTo>
                      <a:pt x="67" y="30"/>
                      <a:pt x="49" y="24"/>
                      <a:pt x="43" y="37"/>
                    </a:cubicBezTo>
                    <a:cubicBezTo>
                      <a:pt x="41" y="43"/>
                      <a:pt x="42" y="48"/>
                      <a:pt x="37" y="52"/>
                    </a:cubicBezTo>
                    <a:cubicBezTo>
                      <a:pt x="32" y="58"/>
                      <a:pt x="26" y="59"/>
                      <a:pt x="19" y="60"/>
                    </a:cubicBezTo>
                    <a:cubicBezTo>
                      <a:pt x="15" y="61"/>
                      <a:pt x="12" y="62"/>
                      <a:pt x="9" y="64"/>
                    </a:cubicBezTo>
                    <a:cubicBezTo>
                      <a:pt x="8" y="65"/>
                      <a:pt x="7" y="66"/>
                      <a:pt x="5" y="66"/>
                    </a:cubicBezTo>
                    <a:cubicBezTo>
                      <a:pt x="4" y="67"/>
                      <a:pt x="2" y="67"/>
                      <a:pt x="0" y="6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6" name="Freeform 329">
                <a:extLst>
                  <a:ext uri="{FF2B5EF4-FFF2-40B4-BE49-F238E27FC236}">
                    <a16:creationId xmlns:a16="http://schemas.microsoft.com/office/drawing/2014/main" id="{B6C5FEFC-AA10-457C-8971-BAB31D945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1473"/>
                <a:ext cx="61" cy="213"/>
              </a:xfrm>
              <a:custGeom>
                <a:avLst/>
                <a:gdLst>
                  <a:gd name="T0" fmla="*/ 118 w 44"/>
                  <a:gd name="T1" fmla="*/ 0 h 145"/>
                  <a:gd name="T2" fmla="*/ 101 w 44"/>
                  <a:gd name="T3" fmla="*/ 51 h 145"/>
                  <a:gd name="T4" fmla="*/ 61 w 44"/>
                  <a:gd name="T5" fmla="*/ 116 h 145"/>
                  <a:gd name="T6" fmla="*/ 54 w 44"/>
                  <a:gd name="T7" fmla="*/ 194 h 145"/>
                  <a:gd name="T8" fmla="*/ 15 w 44"/>
                  <a:gd name="T9" fmla="*/ 272 h 145"/>
                  <a:gd name="T10" fmla="*/ 19 w 44"/>
                  <a:gd name="T11" fmla="*/ 336 h 145"/>
                  <a:gd name="T12" fmla="*/ 29 w 44"/>
                  <a:gd name="T13" fmla="*/ 391 h 145"/>
                  <a:gd name="T14" fmla="*/ 36 w 44"/>
                  <a:gd name="T15" fmla="*/ 427 h 145"/>
                  <a:gd name="T16" fmla="*/ 49 w 44"/>
                  <a:gd name="T17" fmla="*/ 460 h 1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145">
                    <a:moveTo>
                      <a:pt x="44" y="0"/>
                    </a:moveTo>
                    <a:cubicBezTo>
                      <a:pt x="40" y="5"/>
                      <a:pt x="39" y="11"/>
                      <a:pt x="38" y="16"/>
                    </a:cubicBezTo>
                    <a:cubicBezTo>
                      <a:pt x="37" y="28"/>
                      <a:pt x="30" y="29"/>
                      <a:pt x="23" y="37"/>
                    </a:cubicBezTo>
                    <a:cubicBezTo>
                      <a:pt x="15" y="46"/>
                      <a:pt x="21" y="52"/>
                      <a:pt x="20" y="61"/>
                    </a:cubicBezTo>
                    <a:cubicBezTo>
                      <a:pt x="18" y="71"/>
                      <a:pt x="12" y="78"/>
                      <a:pt x="6" y="86"/>
                    </a:cubicBezTo>
                    <a:cubicBezTo>
                      <a:pt x="0" y="95"/>
                      <a:pt x="4" y="98"/>
                      <a:pt x="7" y="106"/>
                    </a:cubicBezTo>
                    <a:cubicBezTo>
                      <a:pt x="9" y="111"/>
                      <a:pt x="9" y="117"/>
                      <a:pt x="11" y="123"/>
                    </a:cubicBezTo>
                    <a:cubicBezTo>
                      <a:pt x="13" y="127"/>
                      <a:pt x="13" y="130"/>
                      <a:pt x="14" y="135"/>
                    </a:cubicBezTo>
                    <a:cubicBezTo>
                      <a:pt x="16" y="139"/>
                      <a:pt x="18" y="140"/>
                      <a:pt x="18" y="14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7" name="Freeform 330">
                <a:extLst>
                  <a:ext uri="{FF2B5EF4-FFF2-40B4-BE49-F238E27FC236}">
                    <a16:creationId xmlns:a16="http://schemas.microsoft.com/office/drawing/2014/main" id="{32EA7AAD-275C-49BF-BA25-F53727913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" y="1623"/>
                <a:ext cx="39" cy="157"/>
              </a:xfrm>
              <a:custGeom>
                <a:avLst/>
                <a:gdLst>
                  <a:gd name="T0" fmla="*/ 70 w 29"/>
                  <a:gd name="T1" fmla="*/ 0 h 107"/>
                  <a:gd name="T2" fmla="*/ 63 w 29"/>
                  <a:gd name="T3" fmla="*/ 88 h 107"/>
                  <a:gd name="T4" fmla="*/ 62 w 29"/>
                  <a:gd name="T5" fmla="*/ 144 h 107"/>
                  <a:gd name="T6" fmla="*/ 47 w 29"/>
                  <a:gd name="T7" fmla="*/ 194 h 107"/>
                  <a:gd name="T8" fmla="*/ 20 w 29"/>
                  <a:gd name="T9" fmla="*/ 293 h 107"/>
                  <a:gd name="T10" fmla="*/ 0 w 29"/>
                  <a:gd name="T11" fmla="*/ 337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07">
                    <a:moveTo>
                      <a:pt x="29" y="0"/>
                    </a:moveTo>
                    <a:cubicBezTo>
                      <a:pt x="21" y="8"/>
                      <a:pt x="23" y="18"/>
                      <a:pt x="26" y="28"/>
                    </a:cubicBezTo>
                    <a:cubicBezTo>
                      <a:pt x="28" y="35"/>
                      <a:pt x="28" y="39"/>
                      <a:pt x="25" y="46"/>
                    </a:cubicBezTo>
                    <a:cubicBezTo>
                      <a:pt x="21" y="51"/>
                      <a:pt x="19" y="54"/>
                      <a:pt x="19" y="61"/>
                    </a:cubicBezTo>
                    <a:cubicBezTo>
                      <a:pt x="19" y="75"/>
                      <a:pt x="19" y="83"/>
                      <a:pt x="8" y="93"/>
                    </a:cubicBezTo>
                    <a:cubicBezTo>
                      <a:pt x="4" y="98"/>
                      <a:pt x="4" y="102"/>
                      <a:pt x="0" y="10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8" name="Freeform 331">
                <a:extLst>
                  <a:ext uri="{FF2B5EF4-FFF2-40B4-BE49-F238E27FC236}">
                    <a16:creationId xmlns:a16="http://schemas.microsoft.com/office/drawing/2014/main" id="{EE5CCA93-A324-4E3F-83F4-BDE061620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1650"/>
                <a:ext cx="18" cy="63"/>
              </a:xfrm>
              <a:custGeom>
                <a:avLst/>
                <a:gdLst>
                  <a:gd name="T0" fmla="*/ 35 w 13"/>
                  <a:gd name="T1" fmla="*/ 0 h 43"/>
                  <a:gd name="T2" fmla="*/ 1 w 13"/>
                  <a:gd name="T3" fmla="*/ 73 h 43"/>
                  <a:gd name="T4" fmla="*/ 21 w 13"/>
                  <a:gd name="T5" fmla="*/ 135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3">
                    <a:moveTo>
                      <a:pt x="13" y="0"/>
                    </a:moveTo>
                    <a:cubicBezTo>
                      <a:pt x="6" y="6"/>
                      <a:pt x="0" y="13"/>
                      <a:pt x="1" y="23"/>
                    </a:cubicBezTo>
                    <a:cubicBezTo>
                      <a:pt x="2" y="30"/>
                      <a:pt x="9" y="36"/>
                      <a:pt x="8" y="4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9" name="Freeform 332">
                <a:extLst>
                  <a:ext uri="{FF2B5EF4-FFF2-40B4-BE49-F238E27FC236}">
                    <a16:creationId xmlns:a16="http://schemas.microsoft.com/office/drawing/2014/main" id="{537A6261-2B1D-45E0-B1B8-F927EC9BC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1532"/>
                <a:ext cx="22" cy="69"/>
              </a:xfrm>
              <a:custGeom>
                <a:avLst/>
                <a:gdLst>
                  <a:gd name="T0" fmla="*/ 41 w 16"/>
                  <a:gd name="T1" fmla="*/ 0 h 47"/>
                  <a:gd name="T2" fmla="*/ 6 w 16"/>
                  <a:gd name="T3" fmla="*/ 63 h 47"/>
                  <a:gd name="T4" fmla="*/ 1 w 16"/>
                  <a:gd name="T5" fmla="*/ 148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7">
                    <a:moveTo>
                      <a:pt x="16" y="0"/>
                    </a:moveTo>
                    <a:cubicBezTo>
                      <a:pt x="10" y="7"/>
                      <a:pt x="4" y="11"/>
                      <a:pt x="2" y="20"/>
                    </a:cubicBezTo>
                    <a:cubicBezTo>
                      <a:pt x="0" y="28"/>
                      <a:pt x="1" y="40"/>
                      <a:pt x="1" y="4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0" name="Freeform 333">
                <a:extLst>
                  <a:ext uri="{FF2B5EF4-FFF2-40B4-BE49-F238E27FC236}">
                    <a16:creationId xmlns:a16="http://schemas.microsoft.com/office/drawing/2014/main" id="{101E080D-8065-4FF0-861A-054928D23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1507"/>
                <a:ext cx="26" cy="60"/>
              </a:xfrm>
              <a:custGeom>
                <a:avLst/>
                <a:gdLst>
                  <a:gd name="T0" fmla="*/ 0 w 19"/>
                  <a:gd name="T1" fmla="*/ 129 h 41"/>
                  <a:gd name="T2" fmla="*/ 47 w 19"/>
                  <a:gd name="T3" fmla="*/ 61 h 41"/>
                  <a:gd name="T4" fmla="*/ 42 w 19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1">
                    <a:moveTo>
                      <a:pt x="0" y="41"/>
                    </a:moveTo>
                    <a:cubicBezTo>
                      <a:pt x="9" y="36"/>
                      <a:pt x="16" y="32"/>
                      <a:pt x="18" y="20"/>
                    </a:cubicBezTo>
                    <a:cubicBezTo>
                      <a:pt x="19" y="14"/>
                      <a:pt x="17" y="7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1" name="Freeform 334">
                <a:extLst>
                  <a:ext uri="{FF2B5EF4-FFF2-40B4-BE49-F238E27FC236}">
                    <a16:creationId xmlns:a16="http://schemas.microsoft.com/office/drawing/2014/main" id="{44D6EFE6-C06B-4F8B-A582-A69F8CFC4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1428"/>
                <a:ext cx="95" cy="79"/>
              </a:xfrm>
              <a:custGeom>
                <a:avLst/>
                <a:gdLst>
                  <a:gd name="T0" fmla="*/ 0 w 69"/>
                  <a:gd name="T1" fmla="*/ 170 h 54"/>
                  <a:gd name="T2" fmla="*/ 44 w 69"/>
                  <a:gd name="T3" fmla="*/ 121 h 54"/>
                  <a:gd name="T4" fmla="*/ 41 w 69"/>
                  <a:gd name="T5" fmla="*/ 66 h 54"/>
                  <a:gd name="T6" fmla="*/ 89 w 69"/>
                  <a:gd name="T7" fmla="*/ 41 h 54"/>
                  <a:gd name="T8" fmla="*/ 106 w 69"/>
                  <a:gd name="T9" fmla="*/ 1 h 54"/>
                  <a:gd name="T10" fmla="*/ 147 w 69"/>
                  <a:gd name="T11" fmla="*/ 15 h 54"/>
                  <a:gd name="T12" fmla="*/ 180 w 69"/>
                  <a:gd name="T13" fmla="*/ 6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54">
                    <a:moveTo>
                      <a:pt x="0" y="54"/>
                    </a:moveTo>
                    <a:cubicBezTo>
                      <a:pt x="10" y="53"/>
                      <a:pt x="17" y="50"/>
                      <a:pt x="17" y="39"/>
                    </a:cubicBezTo>
                    <a:cubicBezTo>
                      <a:pt x="18" y="34"/>
                      <a:pt x="14" y="26"/>
                      <a:pt x="16" y="21"/>
                    </a:cubicBezTo>
                    <a:cubicBezTo>
                      <a:pt x="20" y="16"/>
                      <a:pt x="29" y="16"/>
                      <a:pt x="34" y="13"/>
                    </a:cubicBezTo>
                    <a:cubicBezTo>
                      <a:pt x="37" y="10"/>
                      <a:pt x="41" y="5"/>
                      <a:pt x="41" y="1"/>
                    </a:cubicBezTo>
                    <a:cubicBezTo>
                      <a:pt x="46" y="0"/>
                      <a:pt x="51" y="4"/>
                      <a:pt x="57" y="5"/>
                    </a:cubicBezTo>
                    <a:cubicBezTo>
                      <a:pt x="61" y="5"/>
                      <a:pt x="65" y="5"/>
                      <a:pt x="69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2" name="Freeform 335">
                <a:extLst>
                  <a:ext uri="{FF2B5EF4-FFF2-40B4-BE49-F238E27FC236}">
                    <a16:creationId xmlns:a16="http://schemas.microsoft.com/office/drawing/2014/main" id="{368A4D97-AC42-4152-B246-F78F78D62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1398"/>
                <a:ext cx="54" cy="56"/>
              </a:xfrm>
              <a:custGeom>
                <a:avLst/>
                <a:gdLst>
                  <a:gd name="T0" fmla="*/ 0 w 39"/>
                  <a:gd name="T1" fmla="*/ 119 h 38"/>
                  <a:gd name="T2" fmla="*/ 54 w 39"/>
                  <a:gd name="T3" fmla="*/ 113 h 38"/>
                  <a:gd name="T4" fmla="*/ 83 w 39"/>
                  <a:gd name="T5" fmla="*/ 74 h 38"/>
                  <a:gd name="T6" fmla="*/ 91 w 39"/>
                  <a:gd name="T7" fmla="*/ 27 h 38"/>
                  <a:gd name="T8" fmla="*/ 104 w 3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8">
                    <a:moveTo>
                      <a:pt x="0" y="37"/>
                    </a:moveTo>
                    <a:cubicBezTo>
                      <a:pt x="7" y="35"/>
                      <a:pt x="14" y="38"/>
                      <a:pt x="20" y="35"/>
                    </a:cubicBezTo>
                    <a:cubicBezTo>
                      <a:pt x="24" y="32"/>
                      <a:pt x="29" y="27"/>
                      <a:pt x="31" y="23"/>
                    </a:cubicBezTo>
                    <a:cubicBezTo>
                      <a:pt x="34" y="19"/>
                      <a:pt x="34" y="13"/>
                      <a:pt x="35" y="8"/>
                    </a:cubicBezTo>
                    <a:cubicBezTo>
                      <a:pt x="36" y="5"/>
                      <a:pt x="38" y="3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3" name="Freeform 336">
                <a:extLst>
                  <a:ext uri="{FF2B5EF4-FFF2-40B4-BE49-F238E27FC236}">
                    <a16:creationId xmlns:a16="http://schemas.microsoft.com/office/drawing/2014/main" id="{A3657B42-3FE9-4823-8B49-B48F440DC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" y="1526"/>
                <a:ext cx="25" cy="66"/>
              </a:xfrm>
              <a:custGeom>
                <a:avLst/>
                <a:gdLst>
                  <a:gd name="T0" fmla="*/ 36 w 18"/>
                  <a:gd name="T1" fmla="*/ 0 h 45"/>
                  <a:gd name="T2" fmla="*/ 36 w 18"/>
                  <a:gd name="T3" fmla="*/ 73 h 45"/>
                  <a:gd name="T4" fmla="*/ 0 w 18"/>
                  <a:gd name="T5" fmla="*/ 142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5">
                    <a:moveTo>
                      <a:pt x="14" y="0"/>
                    </a:moveTo>
                    <a:cubicBezTo>
                      <a:pt x="17" y="8"/>
                      <a:pt x="18" y="16"/>
                      <a:pt x="14" y="23"/>
                    </a:cubicBezTo>
                    <a:cubicBezTo>
                      <a:pt x="11" y="32"/>
                      <a:pt x="5" y="38"/>
                      <a:pt x="0" y="4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4" name="Freeform 337">
                <a:extLst>
                  <a:ext uri="{FF2B5EF4-FFF2-40B4-BE49-F238E27FC236}">
                    <a16:creationId xmlns:a16="http://schemas.microsoft.com/office/drawing/2014/main" id="{F8FB5F6F-7876-485C-956F-06FA1798B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" y="1569"/>
                <a:ext cx="18" cy="60"/>
              </a:xfrm>
              <a:custGeom>
                <a:avLst/>
                <a:gdLst>
                  <a:gd name="T0" fmla="*/ 0 w 13"/>
                  <a:gd name="T1" fmla="*/ 129 h 41"/>
                  <a:gd name="T2" fmla="*/ 35 w 13"/>
                  <a:gd name="T3" fmla="*/ 60 h 41"/>
                  <a:gd name="T4" fmla="*/ 33 w 13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1">
                    <a:moveTo>
                      <a:pt x="0" y="41"/>
                    </a:moveTo>
                    <a:cubicBezTo>
                      <a:pt x="11" y="40"/>
                      <a:pt x="13" y="29"/>
                      <a:pt x="13" y="19"/>
                    </a:cubicBezTo>
                    <a:cubicBezTo>
                      <a:pt x="13" y="14"/>
                      <a:pt x="10" y="6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5" name="Freeform 338">
                <a:extLst>
                  <a:ext uri="{FF2B5EF4-FFF2-40B4-BE49-F238E27FC236}">
                    <a16:creationId xmlns:a16="http://schemas.microsoft.com/office/drawing/2014/main" id="{AF4EBF0E-E89B-4889-8CE2-65C6CAE13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1744"/>
                <a:ext cx="75" cy="200"/>
              </a:xfrm>
              <a:custGeom>
                <a:avLst/>
                <a:gdLst>
                  <a:gd name="T0" fmla="*/ 0 w 54"/>
                  <a:gd name="T1" fmla="*/ 0 h 136"/>
                  <a:gd name="T2" fmla="*/ 25 w 54"/>
                  <a:gd name="T3" fmla="*/ 56 h 136"/>
                  <a:gd name="T4" fmla="*/ 11 w 54"/>
                  <a:gd name="T5" fmla="*/ 169 h 136"/>
                  <a:gd name="T6" fmla="*/ 43 w 54"/>
                  <a:gd name="T7" fmla="*/ 249 h 136"/>
                  <a:gd name="T8" fmla="*/ 56 w 54"/>
                  <a:gd name="T9" fmla="*/ 304 h 136"/>
                  <a:gd name="T10" fmla="*/ 75 w 54"/>
                  <a:gd name="T11" fmla="*/ 363 h 136"/>
                  <a:gd name="T12" fmla="*/ 103 w 54"/>
                  <a:gd name="T13" fmla="*/ 399 h 136"/>
                  <a:gd name="T14" fmla="*/ 144 w 54"/>
                  <a:gd name="T15" fmla="*/ 418 h 1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136">
                    <a:moveTo>
                      <a:pt x="0" y="0"/>
                    </a:moveTo>
                    <a:cubicBezTo>
                      <a:pt x="1" y="7"/>
                      <a:pt x="7" y="12"/>
                      <a:pt x="9" y="18"/>
                    </a:cubicBezTo>
                    <a:cubicBezTo>
                      <a:pt x="13" y="31"/>
                      <a:pt x="6" y="41"/>
                      <a:pt x="4" y="53"/>
                    </a:cubicBezTo>
                    <a:cubicBezTo>
                      <a:pt x="2" y="65"/>
                      <a:pt x="6" y="71"/>
                      <a:pt x="16" y="78"/>
                    </a:cubicBezTo>
                    <a:cubicBezTo>
                      <a:pt x="23" y="84"/>
                      <a:pt x="23" y="87"/>
                      <a:pt x="21" y="96"/>
                    </a:cubicBezTo>
                    <a:cubicBezTo>
                      <a:pt x="19" y="104"/>
                      <a:pt x="21" y="110"/>
                      <a:pt x="28" y="114"/>
                    </a:cubicBezTo>
                    <a:cubicBezTo>
                      <a:pt x="35" y="118"/>
                      <a:pt x="37" y="117"/>
                      <a:pt x="38" y="125"/>
                    </a:cubicBezTo>
                    <a:cubicBezTo>
                      <a:pt x="38" y="136"/>
                      <a:pt x="48" y="133"/>
                      <a:pt x="54" y="13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6" name="Freeform 339">
                <a:extLst>
                  <a:ext uri="{FF2B5EF4-FFF2-40B4-BE49-F238E27FC236}">
                    <a16:creationId xmlns:a16="http://schemas.microsoft.com/office/drawing/2014/main" id="{91FAC46E-26CD-4F52-9FF8-BB1D8DFED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1744"/>
                <a:ext cx="13" cy="85"/>
              </a:xfrm>
              <a:custGeom>
                <a:avLst/>
                <a:gdLst>
                  <a:gd name="T0" fmla="*/ 16 w 10"/>
                  <a:gd name="T1" fmla="*/ 0 h 58"/>
                  <a:gd name="T2" fmla="*/ 5 w 10"/>
                  <a:gd name="T3" fmla="*/ 56 h 58"/>
                  <a:gd name="T4" fmla="*/ 9 w 10"/>
                  <a:gd name="T5" fmla="*/ 103 h 58"/>
                  <a:gd name="T6" fmla="*/ 22 w 10"/>
                  <a:gd name="T7" fmla="*/ 183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8">
                    <a:moveTo>
                      <a:pt x="7" y="0"/>
                    </a:moveTo>
                    <a:cubicBezTo>
                      <a:pt x="6" y="6"/>
                      <a:pt x="3" y="12"/>
                      <a:pt x="2" y="18"/>
                    </a:cubicBezTo>
                    <a:cubicBezTo>
                      <a:pt x="0" y="24"/>
                      <a:pt x="2" y="28"/>
                      <a:pt x="4" y="33"/>
                    </a:cubicBezTo>
                    <a:cubicBezTo>
                      <a:pt x="7" y="42"/>
                      <a:pt x="8" y="50"/>
                      <a:pt x="10" y="5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7" name="Freeform 340">
                <a:extLst>
                  <a:ext uri="{FF2B5EF4-FFF2-40B4-BE49-F238E27FC236}">
                    <a16:creationId xmlns:a16="http://schemas.microsoft.com/office/drawing/2014/main" id="{2696F42C-4FDF-410A-BB88-D8C3A6147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1788"/>
                <a:ext cx="18" cy="76"/>
              </a:xfrm>
              <a:custGeom>
                <a:avLst/>
                <a:gdLst>
                  <a:gd name="T0" fmla="*/ 0 w 13"/>
                  <a:gd name="T1" fmla="*/ 0 h 52"/>
                  <a:gd name="T2" fmla="*/ 8 w 13"/>
                  <a:gd name="T3" fmla="*/ 28 h 52"/>
                  <a:gd name="T4" fmla="*/ 29 w 13"/>
                  <a:gd name="T5" fmla="*/ 88 h 52"/>
                  <a:gd name="T6" fmla="*/ 29 w 13"/>
                  <a:gd name="T7" fmla="*/ 162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2">
                    <a:moveTo>
                      <a:pt x="0" y="0"/>
                    </a:moveTo>
                    <a:cubicBezTo>
                      <a:pt x="0" y="4"/>
                      <a:pt x="1" y="6"/>
                      <a:pt x="3" y="9"/>
                    </a:cubicBezTo>
                    <a:cubicBezTo>
                      <a:pt x="7" y="16"/>
                      <a:pt x="10" y="20"/>
                      <a:pt x="11" y="28"/>
                    </a:cubicBezTo>
                    <a:cubicBezTo>
                      <a:pt x="13" y="37"/>
                      <a:pt x="11" y="44"/>
                      <a:pt x="11" y="5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8" name="Freeform 341">
                <a:extLst>
                  <a:ext uri="{FF2B5EF4-FFF2-40B4-BE49-F238E27FC236}">
                    <a16:creationId xmlns:a16="http://schemas.microsoft.com/office/drawing/2014/main" id="{E2D499DF-3D92-4294-82AB-65BFAF4B3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1689"/>
                <a:ext cx="18" cy="65"/>
              </a:xfrm>
              <a:custGeom>
                <a:avLst/>
                <a:gdLst>
                  <a:gd name="T0" fmla="*/ 0 w 13"/>
                  <a:gd name="T1" fmla="*/ 142 h 44"/>
                  <a:gd name="T2" fmla="*/ 26 w 13"/>
                  <a:gd name="T3" fmla="*/ 68 h 44"/>
                  <a:gd name="T4" fmla="*/ 6 w 13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4">
                    <a:moveTo>
                      <a:pt x="0" y="44"/>
                    </a:moveTo>
                    <a:cubicBezTo>
                      <a:pt x="10" y="40"/>
                      <a:pt x="13" y="30"/>
                      <a:pt x="10" y="21"/>
                    </a:cubicBezTo>
                    <a:cubicBezTo>
                      <a:pt x="9" y="13"/>
                      <a:pt x="4" y="7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9" name="Freeform 342">
                <a:extLst>
                  <a:ext uri="{FF2B5EF4-FFF2-40B4-BE49-F238E27FC236}">
                    <a16:creationId xmlns:a16="http://schemas.microsoft.com/office/drawing/2014/main" id="{46E73837-887F-49EC-8555-BBA0963C4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" y="1685"/>
                <a:ext cx="17" cy="66"/>
              </a:xfrm>
              <a:custGeom>
                <a:avLst/>
                <a:gdLst>
                  <a:gd name="T0" fmla="*/ 23 w 12"/>
                  <a:gd name="T1" fmla="*/ 0 h 45"/>
                  <a:gd name="T2" fmla="*/ 6 w 12"/>
                  <a:gd name="T3" fmla="*/ 73 h 45"/>
                  <a:gd name="T4" fmla="*/ 34 w 12"/>
                  <a:gd name="T5" fmla="*/ 142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5">
                    <a:moveTo>
                      <a:pt x="8" y="0"/>
                    </a:moveTo>
                    <a:cubicBezTo>
                      <a:pt x="7" y="8"/>
                      <a:pt x="0" y="13"/>
                      <a:pt x="2" y="23"/>
                    </a:cubicBezTo>
                    <a:cubicBezTo>
                      <a:pt x="4" y="30"/>
                      <a:pt x="10" y="37"/>
                      <a:pt x="12" y="4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0" name="Freeform 343">
                <a:extLst>
                  <a:ext uri="{FF2B5EF4-FFF2-40B4-BE49-F238E27FC236}">
                    <a16:creationId xmlns:a16="http://schemas.microsoft.com/office/drawing/2014/main" id="{A03BC1CB-466A-4177-AE50-869966912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1607"/>
                <a:ext cx="12" cy="65"/>
              </a:xfrm>
              <a:custGeom>
                <a:avLst/>
                <a:gdLst>
                  <a:gd name="T0" fmla="*/ 21 w 9"/>
                  <a:gd name="T1" fmla="*/ 0 h 44"/>
                  <a:gd name="T2" fmla="*/ 0 w 9"/>
                  <a:gd name="T3" fmla="*/ 68 h 44"/>
                  <a:gd name="T4" fmla="*/ 15 w 9"/>
                  <a:gd name="T5" fmla="*/ 142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4">
                    <a:moveTo>
                      <a:pt x="9" y="0"/>
                    </a:moveTo>
                    <a:cubicBezTo>
                      <a:pt x="6" y="7"/>
                      <a:pt x="0" y="12"/>
                      <a:pt x="0" y="21"/>
                    </a:cubicBezTo>
                    <a:cubicBezTo>
                      <a:pt x="1" y="30"/>
                      <a:pt x="6" y="36"/>
                      <a:pt x="6" y="4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1" name="Freeform 344">
                <a:extLst>
                  <a:ext uri="{FF2B5EF4-FFF2-40B4-BE49-F238E27FC236}">
                    <a16:creationId xmlns:a16="http://schemas.microsoft.com/office/drawing/2014/main" id="{A650CF3B-3DF3-4A9A-8546-A29BFDF32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939"/>
                <a:ext cx="96" cy="125"/>
              </a:xfrm>
              <a:custGeom>
                <a:avLst/>
                <a:gdLst>
                  <a:gd name="T0" fmla="*/ 0 w 70"/>
                  <a:gd name="T1" fmla="*/ 0 h 85"/>
                  <a:gd name="T2" fmla="*/ 21 w 70"/>
                  <a:gd name="T3" fmla="*/ 35 h 85"/>
                  <a:gd name="T4" fmla="*/ 34 w 70"/>
                  <a:gd name="T5" fmla="*/ 110 h 85"/>
                  <a:gd name="T6" fmla="*/ 70 w 70"/>
                  <a:gd name="T7" fmla="*/ 160 h 85"/>
                  <a:gd name="T8" fmla="*/ 106 w 70"/>
                  <a:gd name="T9" fmla="*/ 188 h 85"/>
                  <a:gd name="T10" fmla="*/ 125 w 70"/>
                  <a:gd name="T11" fmla="*/ 229 h 85"/>
                  <a:gd name="T12" fmla="*/ 160 w 70"/>
                  <a:gd name="T13" fmla="*/ 243 h 85"/>
                  <a:gd name="T14" fmla="*/ 181 w 70"/>
                  <a:gd name="T15" fmla="*/ 271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85">
                    <a:moveTo>
                      <a:pt x="0" y="0"/>
                    </a:moveTo>
                    <a:cubicBezTo>
                      <a:pt x="2" y="4"/>
                      <a:pt x="5" y="7"/>
                      <a:pt x="8" y="11"/>
                    </a:cubicBezTo>
                    <a:cubicBezTo>
                      <a:pt x="13" y="19"/>
                      <a:pt x="11" y="26"/>
                      <a:pt x="13" y="35"/>
                    </a:cubicBezTo>
                    <a:cubicBezTo>
                      <a:pt x="15" y="42"/>
                      <a:pt x="21" y="47"/>
                      <a:pt x="27" y="50"/>
                    </a:cubicBezTo>
                    <a:cubicBezTo>
                      <a:pt x="34" y="52"/>
                      <a:pt x="38" y="52"/>
                      <a:pt x="41" y="59"/>
                    </a:cubicBezTo>
                    <a:cubicBezTo>
                      <a:pt x="43" y="64"/>
                      <a:pt x="43" y="68"/>
                      <a:pt x="48" y="72"/>
                    </a:cubicBezTo>
                    <a:cubicBezTo>
                      <a:pt x="53" y="75"/>
                      <a:pt x="58" y="73"/>
                      <a:pt x="62" y="76"/>
                    </a:cubicBezTo>
                    <a:cubicBezTo>
                      <a:pt x="65" y="78"/>
                      <a:pt x="66" y="85"/>
                      <a:pt x="70" y="8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2" name="Freeform 345">
                <a:extLst>
                  <a:ext uri="{FF2B5EF4-FFF2-40B4-BE49-F238E27FC236}">
                    <a16:creationId xmlns:a16="http://schemas.microsoft.com/office/drawing/2014/main" id="{9FA6C1F4-140E-4606-8CE5-668E10E59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2017"/>
                <a:ext cx="32" cy="32"/>
              </a:xfrm>
              <a:custGeom>
                <a:avLst/>
                <a:gdLst>
                  <a:gd name="T0" fmla="*/ 0 w 23"/>
                  <a:gd name="T1" fmla="*/ 1 h 22"/>
                  <a:gd name="T2" fmla="*/ 46 w 23"/>
                  <a:gd name="T3" fmla="*/ 22 h 22"/>
                  <a:gd name="T4" fmla="*/ 63 w 23"/>
                  <a:gd name="T5" fmla="*/ 6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0" y="1"/>
                    </a:moveTo>
                    <a:cubicBezTo>
                      <a:pt x="7" y="5"/>
                      <a:pt x="13" y="0"/>
                      <a:pt x="17" y="7"/>
                    </a:cubicBezTo>
                    <a:cubicBezTo>
                      <a:pt x="19" y="11"/>
                      <a:pt x="21" y="20"/>
                      <a:pt x="23" y="2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3" name="Freeform 346">
                <a:extLst>
                  <a:ext uri="{FF2B5EF4-FFF2-40B4-BE49-F238E27FC236}">
                    <a16:creationId xmlns:a16="http://schemas.microsoft.com/office/drawing/2014/main" id="{7F21AADC-1749-45C3-8F51-0D6E9CC4E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1969"/>
                <a:ext cx="44" cy="50"/>
              </a:xfrm>
              <a:custGeom>
                <a:avLst/>
                <a:gdLst>
                  <a:gd name="T0" fmla="*/ 0 w 32"/>
                  <a:gd name="T1" fmla="*/ 0 h 34"/>
                  <a:gd name="T2" fmla="*/ 69 w 32"/>
                  <a:gd name="T3" fmla="*/ 46 h 34"/>
                  <a:gd name="T4" fmla="*/ 84 w 32"/>
                  <a:gd name="T5" fmla="*/ 10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4">
                    <a:moveTo>
                      <a:pt x="0" y="0"/>
                    </a:moveTo>
                    <a:cubicBezTo>
                      <a:pt x="1" y="7"/>
                      <a:pt x="21" y="9"/>
                      <a:pt x="26" y="14"/>
                    </a:cubicBezTo>
                    <a:cubicBezTo>
                      <a:pt x="32" y="20"/>
                      <a:pt x="30" y="29"/>
                      <a:pt x="32" y="3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4" name="Freeform 347">
                <a:extLst>
                  <a:ext uri="{FF2B5EF4-FFF2-40B4-BE49-F238E27FC236}">
                    <a16:creationId xmlns:a16="http://schemas.microsoft.com/office/drawing/2014/main" id="{6D5D94C2-4C20-4610-AD02-9FE727187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1905"/>
                <a:ext cx="40" cy="68"/>
              </a:xfrm>
              <a:custGeom>
                <a:avLst/>
                <a:gdLst>
                  <a:gd name="T0" fmla="*/ 0 w 29"/>
                  <a:gd name="T1" fmla="*/ 0 h 46"/>
                  <a:gd name="T2" fmla="*/ 1 w 29"/>
                  <a:gd name="T3" fmla="*/ 59 h 46"/>
                  <a:gd name="T4" fmla="*/ 36 w 29"/>
                  <a:gd name="T5" fmla="*/ 102 h 46"/>
                  <a:gd name="T6" fmla="*/ 76 w 29"/>
                  <a:gd name="T7" fmla="*/ 149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6">
                    <a:moveTo>
                      <a:pt x="0" y="0"/>
                    </a:moveTo>
                    <a:cubicBezTo>
                      <a:pt x="2" y="6"/>
                      <a:pt x="0" y="12"/>
                      <a:pt x="1" y="18"/>
                    </a:cubicBezTo>
                    <a:cubicBezTo>
                      <a:pt x="2" y="25"/>
                      <a:pt x="9" y="29"/>
                      <a:pt x="14" y="32"/>
                    </a:cubicBezTo>
                    <a:cubicBezTo>
                      <a:pt x="21" y="36"/>
                      <a:pt x="25" y="42"/>
                      <a:pt x="29" y="4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5" name="Freeform 348">
                <a:extLst>
                  <a:ext uri="{FF2B5EF4-FFF2-40B4-BE49-F238E27FC236}">
                    <a16:creationId xmlns:a16="http://schemas.microsoft.com/office/drawing/2014/main" id="{39F08B1F-0052-4F78-AE9A-87DE1BAB7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1866"/>
                <a:ext cx="18" cy="53"/>
              </a:xfrm>
              <a:custGeom>
                <a:avLst/>
                <a:gdLst>
                  <a:gd name="T0" fmla="*/ 0 w 13"/>
                  <a:gd name="T1" fmla="*/ 0 h 36"/>
                  <a:gd name="T2" fmla="*/ 19 w 13"/>
                  <a:gd name="T3" fmla="*/ 13 h 36"/>
                  <a:gd name="T4" fmla="*/ 35 w 13"/>
                  <a:gd name="T5" fmla="*/ 52 h 36"/>
                  <a:gd name="T6" fmla="*/ 33 w 13"/>
                  <a:gd name="T7" fmla="*/ 11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6">
                    <a:moveTo>
                      <a:pt x="0" y="0"/>
                    </a:moveTo>
                    <a:cubicBezTo>
                      <a:pt x="2" y="2"/>
                      <a:pt x="5" y="2"/>
                      <a:pt x="7" y="4"/>
                    </a:cubicBezTo>
                    <a:cubicBezTo>
                      <a:pt x="12" y="7"/>
                      <a:pt x="13" y="11"/>
                      <a:pt x="13" y="16"/>
                    </a:cubicBezTo>
                    <a:cubicBezTo>
                      <a:pt x="13" y="22"/>
                      <a:pt x="12" y="31"/>
                      <a:pt x="12" y="3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6" name="Freeform 349">
                <a:extLst>
                  <a:ext uri="{FF2B5EF4-FFF2-40B4-BE49-F238E27FC236}">
                    <a16:creationId xmlns:a16="http://schemas.microsoft.com/office/drawing/2014/main" id="{3A4C543B-20D0-4402-AC5F-FC8321E90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" y="1811"/>
                <a:ext cx="28" cy="78"/>
              </a:xfrm>
              <a:custGeom>
                <a:avLst/>
                <a:gdLst>
                  <a:gd name="T0" fmla="*/ 0 w 20"/>
                  <a:gd name="T1" fmla="*/ 0 h 53"/>
                  <a:gd name="T2" fmla="*/ 29 w 20"/>
                  <a:gd name="T3" fmla="*/ 22 h 53"/>
                  <a:gd name="T4" fmla="*/ 48 w 20"/>
                  <a:gd name="T5" fmla="*/ 69 h 53"/>
                  <a:gd name="T6" fmla="*/ 28 w 20"/>
                  <a:gd name="T7" fmla="*/ 169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3">
                    <a:moveTo>
                      <a:pt x="0" y="0"/>
                    </a:moveTo>
                    <a:cubicBezTo>
                      <a:pt x="3" y="3"/>
                      <a:pt x="8" y="3"/>
                      <a:pt x="11" y="7"/>
                    </a:cubicBezTo>
                    <a:cubicBezTo>
                      <a:pt x="15" y="10"/>
                      <a:pt x="17" y="17"/>
                      <a:pt x="17" y="22"/>
                    </a:cubicBezTo>
                    <a:cubicBezTo>
                      <a:pt x="20" y="34"/>
                      <a:pt x="10" y="41"/>
                      <a:pt x="10" y="5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7" name="Freeform 350">
                <a:extLst>
                  <a:ext uri="{FF2B5EF4-FFF2-40B4-BE49-F238E27FC236}">
                    <a16:creationId xmlns:a16="http://schemas.microsoft.com/office/drawing/2014/main" id="{B3B79083-D11F-4DC1-B14D-D2FD23BD9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" y="1917"/>
                <a:ext cx="33" cy="68"/>
              </a:xfrm>
              <a:custGeom>
                <a:avLst/>
                <a:gdLst>
                  <a:gd name="T0" fmla="*/ 0 w 24"/>
                  <a:gd name="T1" fmla="*/ 0 h 46"/>
                  <a:gd name="T2" fmla="*/ 61 w 24"/>
                  <a:gd name="T3" fmla="*/ 77 h 46"/>
                  <a:gd name="T4" fmla="*/ 55 w 24"/>
                  <a:gd name="T5" fmla="*/ 149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0" y="0"/>
                    </a:moveTo>
                    <a:cubicBezTo>
                      <a:pt x="12" y="5"/>
                      <a:pt x="24" y="9"/>
                      <a:pt x="23" y="24"/>
                    </a:cubicBezTo>
                    <a:cubicBezTo>
                      <a:pt x="22" y="31"/>
                      <a:pt x="21" y="40"/>
                      <a:pt x="21" y="4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432" name="Freeform 351">
              <a:extLst>
                <a:ext uri="{FF2B5EF4-FFF2-40B4-BE49-F238E27FC236}">
                  <a16:creationId xmlns:a16="http://schemas.microsoft.com/office/drawing/2014/main" id="{0E6AC7EA-F364-49EA-AB65-E6017D192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996"/>
              <a:ext cx="54" cy="61"/>
            </a:xfrm>
            <a:custGeom>
              <a:avLst/>
              <a:gdLst>
                <a:gd name="T0" fmla="*/ 0 w 39"/>
                <a:gd name="T1" fmla="*/ 6 h 41"/>
                <a:gd name="T2" fmla="*/ 58 w 39"/>
                <a:gd name="T3" fmla="*/ 13 h 41"/>
                <a:gd name="T4" fmla="*/ 89 w 39"/>
                <a:gd name="T5" fmla="*/ 67 h 41"/>
                <a:gd name="T6" fmla="*/ 104 w 39"/>
                <a:gd name="T7" fmla="*/ 13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1">
                  <a:moveTo>
                    <a:pt x="0" y="2"/>
                  </a:moveTo>
                  <a:cubicBezTo>
                    <a:pt x="7" y="4"/>
                    <a:pt x="15" y="0"/>
                    <a:pt x="22" y="4"/>
                  </a:cubicBezTo>
                  <a:cubicBezTo>
                    <a:pt x="29" y="7"/>
                    <a:pt x="31" y="13"/>
                    <a:pt x="33" y="20"/>
                  </a:cubicBezTo>
                  <a:cubicBezTo>
                    <a:pt x="34" y="25"/>
                    <a:pt x="36" y="37"/>
                    <a:pt x="39" y="4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3" name="Freeform 352">
              <a:extLst>
                <a:ext uri="{FF2B5EF4-FFF2-40B4-BE49-F238E27FC236}">
                  <a16:creationId xmlns:a16="http://schemas.microsoft.com/office/drawing/2014/main" id="{27657A30-A79B-4E9B-B111-1F5BA0706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376"/>
              <a:ext cx="821" cy="56"/>
            </a:xfrm>
            <a:custGeom>
              <a:avLst/>
              <a:gdLst>
                <a:gd name="T0" fmla="*/ 0 w 596"/>
                <a:gd name="T1" fmla="*/ 115 h 38"/>
                <a:gd name="T2" fmla="*/ 54 w 596"/>
                <a:gd name="T3" fmla="*/ 74 h 38"/>
                <a:gd name="T4" fmla="*/ 175 w 596"/>
                <a:gd name="T5" fmla="*/ 106 h 38"/>
                <a:gd name="T6" fmla="*/ 276 w 596"/>
                <a:gd name="T7" fmla="*/ 81 h 38"/>
                <a:gd name="T8" fmla="*/ 325 w 596"/>
                <a:gd name="T9" fmla="*/ 74 h 38"/>
                <a:gd name="T10" fmla="*/ 351 w 596"/>
                <a:gd name="T11" fmla="*/ 100 h 38"/>
                <a:gd name="T12" fmla="*/ 428 w 596"/>
                <a:gd name="T13" fmla="*/ 46 h 38"/>
                <a:gd name="T14" fmla="*/ 562 w 596"/>
                <a:gd name="T15" fmla="*/ 68 h 38"/>
                <a:gd name="T16" fmla="*/ 669 w 596"/>
                <a:gd name="T17" fmla="*/ 27 h 38"/>
                <a:gd name="T18" fmla="*/ 804 w 596"/>
                <a:gd name="T19" fmla="*/ 59 h 38"/>
                <a:gd name="T20" fmla="*/ 888 w 596"/>
                <a:gd name="T21" fmla="*/ 22 h 38"/>
                <a:gd name="T22" fmla="*/ 1019 w 596"/>
                <a:gd name="T23" fmla="*/ 74 h 38"/>
                <a:gd name="T24" fmla="*/ 1141 w 596"/>
                <a:gd name="T25" fmla="*/ 35 h 38"/>
                <a:gd name="T26" fmla="*/ 1252 w 596"/>
                <a:gd name="T27" fmla="*/ 69 h 38"/>
                <a:gd name="T28" fmla="*/ 1322 w 596"/>
                <a:gd name="T29" fmla="*/ 35 h 38"/>
                <a:gd name="T30" fmla="*/ 1417 w 596"/>
                <a:gd name="T31" fmla="*/ 32 h 38"/>
                <a:gd name="T32" fmla="*/ 1462 w 596"/>
                <a:gd name="T33" fmla="*/ 9 h 38"/>
                <a:gd name="T34" fmla="*/ 1495 w 596"/>
                <a:gd name="T35" fmla="*/ 32 h 38"/>
                <a:gd name="T36" fmla="*/ 1558 w 596"/>
                <a:gd name="T37" fmla="*/ 9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6" h="38">
                  <a:moveTo>
                    <a:pt x="0" y="36"/>
                  </a:moveTo>
                  <a:cubicBezTo>
                    <a:pt x="9" y="34"/>
                    <a:pt x="13" y="27"/>
                    <a:pt x="20" y="23"/>
                  </a:cubicBezTo>
                  <a:cubicBezTo>
                    <a:pt x="38" y="12"/>
                    <a:pt x="50" y="28"/>
                    <a:pt x="67" y="33"/>
                  </a:cubicBezTo>
                  <a:cubicBezTo>
                    <a:pt x="84" y="38"/>
                    <a:pt x="91" y="31"/>
                    <a:pt x="105" y="25"/>
                  </a:cubicBezTo>
                  <a:cubicBezTo>
                    <a:pt x="113" y="22"/>
                    <a:pt x="116" y="20"/>
                    <a:pt x="124" y="23"/>
                  </a:cubicBezTo>
                  <a:cubicBezTo>
                    <a:pt x="128" y="24"/>
                    <a:pt x="131" y="31"/>
                    <a:pt x="134" y="31"/>
                  </a:cubicBezTo>
                  <a:cubicBezTo>
                    <a:pt x="144" y="31"/>
                    <a:pt x="155" y="18"/>
                    <a:pt x="164" y="14"/>
                  </a:cubicBezTo>
                  <a:cubicBezTo>
                    <a:pt x="186" y="3"/>
                    <a:pt x="195" y="17"/>
                    <a:pt x="215" y="21"/>
                  </a:cubicBezTo>
                  <a:cubicBezTo>
                    <a:pt x="231" y="25"/>
                    <a:pt x="242" y="13"/>
                    <a:pt x="256" y="8"/>
                  </a:cubicBezTo>
                  <a:cubicBezTo>
                    <a:pt x="276" y="0"/>
                    <a:pt x="290" y="13"/>
                    <a:pt x="308" y="18"/>
                  </a:cubicBezTo>
                  <a:cubicBezTo>
                    <a:pt x="326" y="22"/>
                    <a:pt x="325" y="12"/>
                    <a:pt x="340" y="7"/>
                  </a:cubicBezTo>
                  <a:cubicBezTo>
                    <a:pt x="359" y="1"/>
                    <a:pt x="373" y="18"/>
                    <a:pt x="390" y="23"/>
                  </a:cubicBezTo>
                  <a:cubicBezTo>
                    <a:pt x="410" y="29"/>
                    <a:pt x="419" y="13"/>
                    <a:pt x="436" y="11"/>
                  </a:cubicBezTo>
                  <a:cubicBezTo>
                    <a:pt x="450" y="10"/>
                    <a:pt x="465" y="24"/>
                    <a:pt x="479" y="22"/>
                  </a:cubicBezTo>
                  <a:cubicBezTo>
                    <a:pt x="492" y="20"/>
                    <a:pt x="491" y="9"/>
                    <a:pt x="506" y="11"/>
                  </a:cubicBezTo>
                  <a:cubicBezTo>
                    <a:pt x="520" y="13"/>
                    <a:pt x="527" y="16"/>
                    <a:pt x="542" y="10"/>
                  </a:cubicBezTo>
                  <a:cubicBezTo>
                    <a:pt x="548" y="7"/>
                    <a:pt x="553" y="2"/>
                    <a:pt x="559" y="3"/>
                  </a:cubicBezTo>
                  <a:cubicBezTo>
                    <a:pt x="565" y="3"/>
                    <a:pt x="567" y="9"/>
                    <a:pt x="572" y="10"/>
                  </a:cubicBezTo>
                  <a:cubicBezTo>
                    <a:pt x="581" y="11"/>
                    <a:pt x="590" y="9"/>
                    <a:pt x="596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4" name="Freeform 353">
              <a:extLst>
                <a:ext uri="{FF2B5EF4-FFF2-40B4-BE49-F238E27FC236}">
                  <a16:creationId xmlns:a16="http://schemas.microsoft.com/office/drawing/2014/main" id="{4DDE359E-AFC8-42B2-97B4-D2002CD8A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413"/>
              <a:ext cx="48" cy="15"/>
            </a:xfrm>
            <a:custGeom>
              <a:avLst/>
              <a:gdLst>
                <a:gd name="T0" fmla="*/ 0 w 35"/>
                <a:gd name="T1" fmla="*/ 0 h 10"/>
                <a:gd name="T2" fmla="*/ 91 w 35"/>
                <a:gd name="T3" fmla="*/ 1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0" y="0"/>
                  </a:moveTo>
                  <a:cubicBezTo>
                    <a:pt x="17" y="10"/>
                    <a:pt x="18" y="8"/>
                    <a:pt x="35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5" name="Freeform 354">
              <a:extLst>
                <a:ext uri="{FF2B5EF4-FFF2-40B4-BE49-F238E27FC236}">
                  <a16:creationId xmlns:a16="http://schemas.microsoft.com/office/drawing/2014/main" id="{89B7E69A-D47D-496D-B030-2FD34C86D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406"/>
              <a:ext cx="313" cy="35"/>
            </a:xfrm>
            <a:custGeom>
              <a:avLst/>
              <a:gdLst>
                <a:gd name="T0" fmla="*/ 0 w 227"/>
                <a:gd name="T1" fmla="*/ 13 h 24"/>
                <a:gd name="T2" fmla="*/ 105 w 227"/>
                <a:gd name="T3" fmla="*/ 34 h 24"/>
                <a:gd name="T4" fmla="*/ 167 w 227"/>
                <a:gd name="T5" fmla="*/ 1 h 24"/>
                <a:gd name="T6" fmla="*/ 210 w 227"/>
                <a:gd name="T7" fmla="*/ 38 h 24"/>
                <a:gd name="T8" fmla="*/ 302 w 227"/>
                <a:gd name="T9" fmla="*/ 28 h 24"/>
                <a:gd name="T10" fmla="*/ 401 w 227"/>
                <a:gd name="T11" fmla="*/ 50 h 24"/>
                <a:gd name="T12" fmla="*/ 476 w 227"/>
                <a:gd name="T13" fmla="*/ 50 h 24"/>
                <a:gd name="T14" fmla="*/ 596 w 227"/>
                <a:gd name="T15" fmla="*/ 74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24">
                  <a:moveTo>
                    <a:pt x="0" y="4"/>
                  </a:moveTo>
                  <a:cubicBezTo>
                    <a:pt x="13" y="10"/>
                    <a:pt x="26" y="14"/>
                    <a:pt x="40" y="11"/>
                  </a:cubicBezTo>
                  <a:cubicBezTo>
                    <a:pt x="46" y="10"/>
                    <a:pt x="58" y="0"/>
                    <a:pt x="64" y="1"/>
                  </a:cubicBezTo>
                  <a:cubicBezTo>
                    <a:pt x="69" y="2"/>
                    <a:pt x="74" y="10"/>
                    <a:pt x="80" y="12"/>
                  </a:cubicBezTo>
                  <a:cubicBezTo>
                    <a:pt x="93" y="18"/>
                    <a:pt x="102" y="11"/>
                    <a:pt x="115" y="9"/>
                  </a:cubicBezTo>
                  <a:cubicBezTo>
                    <a:pt x="128" y="8"/>
                    <a:pt x="141" y="12"/>
                    <a:pt x="153" y="16"/>
                  </a:cubicBezTo>
                  <a:cubicBezTo>
                    <a:pt x="168" y="21"/>
                    <a:pt x="168" y="22"/>
                    <a:pt x="181" y="16"/>
                  </a:cubicBezTo>
                  <a:cubicBezTo>
                    <a:pt x="196" y="10"/>
                    <a:pt x="217" y="7"/>
                    <a:pt x="227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6" name="Freeform 355">
              <a:extLst>
                <a:ext uri="{FF2B5EF4-FFF2-40B4-BE49-F238E27FC236}">
                  <a16:creationId xmlns:a16="http://schemas.microsoft.com/office/drawing/2014/main" id="{B893EEBF-2660-4F72-B8D4-38DF76053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398"/>
              <a:ext cx="77" cy="12"/>
            </a:xfrm>
            <a:custGeom>
              <a:avLst/>
              <a:gdLst>
                <a:gd name="T0" fmla="*/ 0 w 56"/>
                <a:gd name="T1" fmla="*/ 0 h 8"/>
                <a:gd name="T2" fmla="*/ 146 w 56"/>
                <a:gd name="T3" fmla="*/ 1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8">
                  <a:moveTo>
                    <a:pt x="0" y="0"/>
                  </a:moveTo>
                  <a:cubicBezTo>
                    <a:pt x="20" y="8"/>
                    <a:pt x="36" y="7"/>
                    <a:pt x="56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7" name="Freeform 356">
              <a:extLst>
                <a:ext uri="{FF2B5EF4-FFF2-40B4-BE49-F238E27FC236}">
                  <a16:creationId xmlns:a16="http://schemas.microsoft.com/office/drawing/2014/main" id="{093A8034-8D3E-467A-BE0C-A4BB25A3F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406"/>
              <a:ext cx="314" cy="36"/>
            </a:xfrm>
            <a:custGeom>
              <a:avLst/>
              <a:gdLst>
                <a:gd name="T0" fmla="*/ 0 w 228"/>
                <a:gd name="T1" fmla="*/ 1 h 25"/>
                <a:gd name="T2" fmla="*/ 151 w 228"/>
                <a:gd name="T3" fmla="*/ 14 h 25"/>
                <a:gd name="T4" fmla="*/ 208 w 228"/>
                <a:gd name="T5" fmla="*/ 42 h 25"/>
                <a:gd name="T6" fmla="*/ 311 w 228"/>
                <a:gd name="T7" fmla="*/ 20 h 25"/>
                <a:gd name="T8" fmla="*/ 388 w 228"/>
                <a:gd name="T9" fmla="*/ 35 h 25"/>
                <a:gd name="T10" fmla="*/ 456 w 228"/>
                <a:gd name="T11" fmla="*/ 6 h 25"/>
                <a:gd name="T12" fmla="*/ 559 w 228"/>
                <a:gd name="T13" fmla="*/ 24 h 25"/>
                <a:gd name="T14" fmla="*/ 595 w 228"/>
                <a:gd name="T15" fmla="*/ 75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8" h="25">
                  <a:moveTo>
                    <a:pt x="0" y="1"/>
                  </a:moveTo>
                  <a:cubicBezTo>
                    <a:pt x="17" y="20"/>
                    <a:pt x="42" y="0"/>
                    <a:pt x="58" y="5"/>
                  </a:cubicBezTo>
                  <a:cubicBezTo>
                    <a:pt x="69" y="9"/>
                    <a:pt x="67" y="15"/>
                    <a:pt x="80" y="14"/>
                  </a:cubicBezTo>
                  <a:cubicBezTo>
                    <a:pt x="94" y="12"/>
                    <a:pt x="105" y="6"/>
                    <a:pt x="119" y="7"/>
                  </a:cubicBezTo>
                  <a:cubicBezTo>
                    <a:pt x="129" y="8"/>
                    <a:pt x="139" y="12"/>
                    <a:pt x="149" y="12"/>
                  </a:cubicBezTo>
                  <a:cubicBezTo>
                    <a:pt x="161" y="12"/>
                    <a:pt x="163" y="4"/>
                    <a:pt x="174" y="2"/>
                  </a:cubicBezTo>
                  <a:cubicBezTo>
                    <a:pt x="182" y="0"/>
                    <a:pt x="206" y="4"/>
                    <a:pt x="214" y="8"/>
                  </a:cubicBezTo>
                  <a:cubicBezTo>
                    <a:pt x="225" y="13"/>
                    <a:pt x="222" y="15"/>
                    <a:pt x="228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8" name="Freeform 357">
              <a:extLst>
                <a:ext uri="{FF2B5EF4-FFF2-40B4-BE49-F238E27FC236}">
                  <a16:creationId xmlns:a16="http://schemas.microsoft.com/office/drawing/2014/main" id="{171B6500-6DFA-4519-88A5-625E0E831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385"/>
              <a:ext cx="65" cy="21"/>
            </a:xfrm>
            <a:custGeom>
              <a:avLst/>
              <a:gdLst>
                <a:gd name="T0" fmla="*/ 0 w 47"/>
                <a:gd name="T1" fmla="*/ 48 h 14"/>
                <a:gd name="T2" fmla="*/ 124 w 47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">
                  <a:moveTo>
                    <a:pt x="0" y="14"/>
                  </a:moveTo>
                  <a:cubicBezTo>
                    <a:pt x="16" y="0"/>
                    <a:pt x="28" y="3"/>
                    <a:pt x="47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9" name="Freeform 358">
              <a:extLst>
                <a:ext uri="{FF2B5EF4-FFF2-40B4-BE49-F238E27FC236}">
                  <a16:creationId xmlns:a16="http://schemas.microsoft.com/office/drawing/2014/main" id="{F9EEB007-703A-4017-879A-101ECD62E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382"/>
              <a:ext cx="88" cy="28"/>
            </a:xfrm>
            <a:custGeom>
              <a:avLst/>
              <a:gdLst>
                <a:gd name="T0" fmla="*/ 0 w 64"/>
                <a:gd name="T1" fmla="*/ 52 h 19"/>
                <a:gd name="T2" fmla="*/ 106 w 64"/>
                <a:gd name="T3" fmla="*/ 59 h 19"/>
                <a:gd name="T4" fmla="*/ 166 w 6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9">
                  <a:moveTo>
                    <a:pt x="0" y="16"/>
                  </a:moveTo>
                  <a:cubicBezTo>
                    <a:pt x="11" y="3"/>
                    <a:pt x="29" y="19"/>
                    <a:pt x="41" y="18"/>
                  </a:cubicBezTo>
                  <a:cubicBezTo>
                    <a:pt x="50" y="18"/>
                    <a:pt x="61" y="6"/>
                    <a:pt x="6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0" name="Freeform 359">
              <a:extLst>
                <a:ext uri="{FF2B5EF4-FFF2-40B4-BE49-F238E27FC236}">
                  <a16:creationId xmlns:a16="http://schemas.microsoft.com/office/drawing/2014/main" id="{64169526-8628-4BE8-A0F9-92E9B080F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382"/>
              <a:ext cx="57" cy="16"/>
            </a:xfrm>
            <a:custGeom>
              <a:avLst/>
              <a:gdLst>
                <a:gd name="T0" fmla="*/ 0 w 41"/>
                <a:gd name="T1" fmla="*/ 33 h 11"/>
                <a:gd name="T2" fmla="*/ 110 w 41"/>
                <a:gd name="T3" fmla="*/ 1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1">
                  <a:moveTo>
                    <a:pt x="0" y="11"/>
                  </a:moveTo>
                  <a:cubicBezTo>
                    <a:pt x="10" y="3"/>
                    <a:pt x="33" y="0"/>
                    <a:pt x="41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1" name="Freeform 360">
              <a:extLst>
                <a:ext uri="{FF2B5EF4-FFF2-40B4-BE49-F238E27FC236}">
                  <a16:creationId xmlns:a16="http://schemas.microsoft.com/office/drawing/2014/main" id="{7B70DB4A-369E-4357-9404-57070457F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422"/>
              <a:ext cx="64" cy="31"/>
            </a:xfrm>
            <a:custGeom>
              <a:avLst/>
              <a:gdLst>
                <a:gd name="T0" fmla="*/ 0 w 46"/>
                <a:gd name="T1" fmla="*/ 6 h 21"/>
                <a:gd name="T2" fmla="*/ 124 w 46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0" y="2"/>
                  </a:moveTo>
                  <a:cubicBezTo>
                    <a:pt x="14" y="21"/>
                    <a:pt x="32" y="9"/>
                    <a:pt x="4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2" name="Freeform 361">
              <a:extLst>
                <a:ext uri="{FF2B5EF4-FFF2-40B4-BE49-F238E27FC236}">
                  <a16:creationId xmlns:a16="http://schemas.microsoft.com/office/drawing/2014/main" id="{FB41D166-496C-4E12-B1EC-2E92F3019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370"/>
              <a:ext cx="61" cy="28"/>
            </a:xfrm>
            <a:custGeom>
              <a:avLst/>
              <a:gdLst>
                <a:gd name="T0" fmla="*/ 0 w 44"/>
                <a:gd name="T1" fmla="*/ 47 h 19"/>
                <a:gd name="T2" fmla="*/ 118 w 44"/>
                <a:gd name="T3" fmla="*/ 6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9">
                  <a:moveTo>
                    <a:pt x="0" y="15"/>
                  </a:moveTo>
                  <a:cubicBezTo>
                    <a:pt x="14" y="0"/>
                    <a:pt x="30" y="12"/>
                    <a:pt x="44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3" name="Freeform 362">
              <a:extLst>
                <a:ext uri="{FF2B5EF4-FFF2-40B4-BE49-F238E27FC236}">
                  <a16:creationId xmlns:a16="http://schemas.microsoft.com/office/drawing/2014/main" id="{C6EDFE0F-CEE3-484A-8E51-1C7751923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395"/>
              <a:ext cx="76" cy="14"/>
            </a:xfrm>
            <a:custGeom>
              <a:avLst/>
              <a:gdLst>
                <a:gd name="T0" fmla="*/ 0 w 55"/>
                <a:gd name="T1" fmla="*/ 12 h 9"/>
                <a:gd name="T2" fmla="*/ 145 w 5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9">
                  <a:moveTo>
                    <a:pt x="0" y="3"/>
                  </a:moveTo>
                  <a:cubicBezTo>
                    <a:pt x="20" y="6"/>
                    <a:pt x="39" y="9"/>
                    <a:pt x="5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4" name="Freeform 363">
              <a:extLst>
                <a:ext uri="{FF2B5EF4-FFF2-40B4-BE49-F238E27FC236}">
                  <a16:creationId xmlns:a16="http://schemas.microsoft.com/office/drawing/2014/main" id="{B81BDB21-A500-473B-8E70-1B19C57D2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370"/>
              <a:ext cx="73" cy="24"/>
            </a:xfrm>
            <a:custGeom>
              <a:avLst/>
              <a:gdLst>
                <a:gd name="T0" fmla="*/ 0 w 53"/>
                <a:gd name="T1" fmla="*/ 45 h 16"/>
                <a:gd name="T2" fmla="*/ 139 w 53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6">
                  <a:moveTo>
                    <a:pt x="0" y="13"/>
                  </a:moveTo>
                  <a:cubicBezTo>
                    <a:pt x="16" y="0"/>
                    <a:pt x="36" y="11"/>
                    <a:pt x="53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5" name="Freeform 364">
              <a:extLst>
                <a:ext uri="{FF2B5EF4-FFF2-40B4-BE49-F238E27FC236}">
                  <a16:creationId xmlns:a16="http://schemas.microsoft.com/office/drawing/2014/main" id="{F0E1D7F9-625D-4F9E-9126-070703B75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423"/>
              <a:ext cx="59" cy="22"/>
            </a:xfrm>
            <a:custGeom>
              <a:avLst/>
              <a:gdLst>
                <a:gd name="T0" fmla="*/ 0 w 43"/>
                <a:gd name="T1" fmla="*/ 0 h 15"/>
                <a:gd name="T2" fmla="*/ 111 w 43"/>
                <a:gd name="T3" fmla="*/ 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5">
                  <a:moveTo>
                    <a:pt x="0" y="0"/>
                  </a:moveTo>
                  <a:cubicBezTo>
                    <a:pt x="19" y="15"/>
                    <a:pt x="25" y="8"/>
                    <a:pt x="43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6" name="Freeform 365">
              <a:extLst>
                <a:ext uri="{FF2B5EF4-FFF2-40B4-BE49-F238E27FC236}">
                  <a16:creationId xmlns:a16="http://schemas.microsoft.com/office/drawing/2014/main" id="{221F9D4F-A12D-452B-8495-F7BBF9ABF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426"/>
              <a:ext cx="79" cy="18"/>
            </a:xfrm>
            <a:custGeom>
              <a:avLst/>
              <a:gdLst>
                <a:gd name="T0" fmla="*/ 0 w 57"/>
                <a:gd name="T1" fmla="*/ 5 h 12"/>
                <a:gd name="T2" fmla="*/ 61 w 57"/>
                <a:gd name="T3" fmla="*/ 35 h 12"/>
                <a:gd name="T4" fmla="*/ 151 w 57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2">
                  <a:moveTo>
                    <a:pt x="0" y="1"/>
                  </a:moveTo>
                  <a:cubicBezTo>
                    <a:pt x="3" y="0"/>
                    <a:pt x="16" y="9"/>
                    <a:pt x="23" y="10"/>
                  </a:cubicBezTo>
                  <a:cubicBezTo>
                    <a:pt x="35" y="12"/>
                    <a:pt x="46" y="8"/>
                    <a:pt x="57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7" name="Freeform 366">
              <a:extLst>
                <a:ext uri="{FF2B5EF4-FFF2-40B4-BE49-F238E27FC236}">
                  <a16:creationId xmlns:a16="http://schemas.microsoft.com/office/drawing/2014/main" id="{A26AD869-CD57-4F67-9391-A74D942D4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416"/>
              <a:ext cx="75" cy="25"/>
            </a:xfrm>
            <a:custGeom>
              <a:avLst/>
              <a:gdLst>
                <a:gd name="T0" fmla="*/ 5 w 55"/>
                <a:gd name="T1" fmla="*/ 26 h 17"/>
                <a:gd name="T2" fmla="*/ 1 w 55"/>
                <a:gd name="T3" fmla="*/ 13 h 17"/>
                <a:gd name="T4" fmla="*/ 83 w 55"/>
                <a:gd name="T5" fmla="*/ 15 h 17"/>
                <a:gd name="T6" fmla="*/ 139 w 55"/>
                <a:gd name="T7" fmla="*/ 5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7">
                  <a:moveTo>
                    <a:pt x="2" y="8"/>
                  </a:moveTo>
                  <a:cubicBezTo>
                    <a:pt x="0" y="7"/>
                    <a:pt x="0" y="6"/>
                    <a:pt x="1" y="4"/>
                  </a:cubicBezTo>
                  <a:cubicBezTo>
                    <a:pt x="11" y="0"/>
                    <a:pt x="22" y="1"/>
                    <a:pt x="33" y="5"/>
                  </a:cubicBezTo>
                  <a:cubicBezTo>
                    <a:pt x="40" y="8"/>
                    <a:pt x="47" y="16"/>
                    <a:pt x="55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8" name="Freeform 367">
              <a:extLst>
                <a:ext uri="{FF2B5EF4-FFF2-40B4-BE49-F238E27FC236}">
                  <a16:creationId xmlns:a16="http://schemas.microsoft.com/office/drawing/2014/main" id="{BCA6C66D-8CCC-4BE7-A17D-D346B400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1422"/>
              <a:ext cx="66" cy="26"/>
            </a:xfrm>
            <a:custGeom>
              <a:avLst/>
              <a:gdLst>
                <a:gd name="T0" fmla="*/ 0 w 48"/>
                <a:gd name="T1" fmla="*/ 0 h 18"/>
                <a:gd name="T2" fmla="*/ 125 w 48"/>
                <a:gd name="T3" fmla="*/ 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8">
                  <a:moveTo>
                    <a:pt x="0" y="0"/>
                  </a:moveTo>
                  <a:cubicBezTo>
                    <a:pt x="13" y="13"/>
                    <a:pt x="35" y="18"/>
                    <a:pt x="48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9" name="Freeform 368">
              <a:extLst>
                <a:ext uri="{FF2B5EF4-FFF2-40B4-BE49-F238E27FC236}">
                  <a16:creationId xmlns:a16="http://schemas.microsoft.com/office/drawing/2014/main" id="{07BA7CC1-E9FD-49C3-8973-38D286926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425"/>
              <a:ext cx="83" cy="26"/>
            </a:xfrm>
            <a:custGeom>
              <a:avLst/>
              <a:gdLst>
                <a:gd name="T0" fmla="*/ 0 w 60"/>
                <a:gd name="T1" fmla="*/ 0 h 18"/>
                <a:gd name="T2" fmla="*/ 159 w 60"/>
                <a:gd name="T3" fmla="*/ 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8">
                  <a:moveTo>
                    <a:pt x="0" y="0"/>
                  </a:moveTo>
                  <a:cubicBezTo>
                    <a:pt x="9" y="16"/>
                    <a:pt x="55" y="18"/>
                    <a:pt x="6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0" name="Freeform 369">
              <a:extLst>
                <a:ext uri="{FF2B5EF4-FFF2-40B4-BE49-F238E27FC236}">
                  <a16:creationId xmlns:a16="http://schemas.microsoft.com/office/drawing/2014/main" id="{C28AB593-E158-4EC3-901A-20A94A2C1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423"/>
              <a:ext cx="93" cy="17"/>
            </a:xfrm>
            <a:custGeom>
              <a:avLst/>
              <a:gdLst>
                <a:gd name="T0" fmla="*/ 0 w 67"/>
                <a:gd name="T1" fmla="*/ 0 h 11"/>
                <a:gd name="T2" fmla="*/ 179 w 67"/>
                <a:gd name="T3" fmla="*/ 1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1">
                  <a:moveTo>
                    <a:pt x="0" y="0"/>
                  </a:moveTo>
                  <a:cubicBezTo>
                    <a:pt x="23" y="10"/>
                    <a:pt x="43" y="11"/>
                    <a:pt x="67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1" name="Freeform 370">
              <a:extLst>
                <a:ext uri="{FF2B5EF4-FFF2-40B4-BE49-F238E27FC236}">
                  <a16:creationId xmlns:a16="http://schemas.microsoft.com/office/drawing/2014/main" id="{95C9A321-E633-48E0-B6D6-5BB734535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393"/>
              <a:ext cx="55" cy="13"/>
            </a:xfrm>
            <a:custGeom>
              <a:avLst/>
              <a:gdLst>
                <a:gd name="T0" fmla="*/ 0 w 40"/>
                <a:gd name="T1" fmla="*/ 6 h 9"/>
                <a:gd name="T2" fmla="*/ 105 w 4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">
                  <a:moveTo>
                    <a:pt x="0" y="2"/>
                  </a:moveTo>
                  <a:cubicBezTo>
                    <a:pt x="16" y="7"/>
                    <a:pt x="26" y="9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2" name="Freeform 371">
              <a:extLst>
                <a:ext uri="{FF2B5EF4-FFF2-40B4-BE49-F238E27FC236}">
                  <a16:creationId xmlns:a16="http://schemas.microsoft.com/office/drawing/2014/main" id="{2BDC452F-09DD-4721-B64C-49A4F601B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365"/>
              <a:ext cx="73" cy="33"/>
            </a:xfrm>
            <a:custGeom>
              <a:avLst/>
              <a:gdLst>
                <a:gd name="T0" fmla="*/ 0 w 53"/>
                <a:gd name="T1" fmla="*/ 56 h 23"/>
                <a:gd name="T2" fmla="*/ 139 w 53"/>
                <a:gd name="T3" fmla="*/ 6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3">
                  <a:moveTo>
                    <a:pt x="0" y="19"/>
                  </a:moveTo>
                  <a:cubicBezTo>
                    <a:pt x="4" y="0"/>
                    <a:pt x="42" y="19"/>
                    <a:pt x="53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3" name="Freeform 372">
              <a:extLst>
                <a:ext uri="{FF2B5EF4-FFF2-40B4-BE49-F238E27FC236}">
                  <a16:creationId xmlns:a16="http://schemas.microsoft.com/office/drawing/2014/main" id="{3FD1824A-698D-43F9-AB6B-2D2503D15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376"/>
              <a:ext cx="644" cy="56"/>
            </a:xfrm>
            <a:custGeom>
              <a:avLst/>
              <a:gdLst>
                <a:gd name="T0" fmla="*/ 0 w 468"/>
                <a:gd name="T1" fmla="*/ 102 h 38"/>
                <a:gd name="T2" fmla="*/ 84 w 468"/>
                <a:gd name="T3" fmla="*/ 115 h 38"/>
                <a:gd name="T4" fmla="*/ 136 w 468"/>
                <a:gd name="T5" fmla="*/ 74 h 38"/>
                <a:gd name="T6" fmla="*/ 257 w 468"/>
                <a:gd name="T7" fmla="*/ 106 h 38"/>
                <a:gd name="T8" fmla="*/ 358 w 468"/>
                <a:gd name="T9" fmla="*/ 81 h 38"/>
                <a:gd name="T10" fmla="*/ 407 w 468"/>
                <a:gd name="T11" fmla="*/ 74 h 38"/>
                <a:gd name="T12" fmla="*/ 432 w 468"/>
                <a:gd name="T13" fmla="*/ 100 h 38"/>
                <a:gd name="T14" fmla="*/ 512 w 468"/>
                <a:gd name="T15" fmla="*/ 46 h 38"/>
                <a:gd name="T16" fmla="*/ 644 w 468"/>
                <a:gd name="T17" fmla="*/ 68 h 38"/>
                <a:gd name="T18" fmla="*/ 750 w 468"/>
                <a:gd name="T19" fmla="*/ 27 h 38"/>
                <a:gd name="T20" fmla="*/ 886 w 468"/>
                <a:gd name="T21" fmla="*/ 59 h 38"/>
                <a:gd name="T22" fmla="*/ 970 w 468"/>
                <a:gd name="T23" fmla="*/ 22 h 38"/>
                <a:gd name="T24" fmla="*/ 1099 w 468"/>
                <a:gd name="T25" fmla="*/ 74 h 38"/>
                <a:gd name="T26" fmla="*/ 1219 w 468"/>
                <a:gd name="T27" fmla="*/ 35 h 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8" h="38">
                  <a:moveTo>
                    <a:pt x="0" y="32"/>
                  </a:moveTo>
                  <a:cubicBezTo>
                    <a:pt x="7" y="31"/>
                    <a:pt x="25" y="38"/>
                    <a:pt x="32" y="36"/>
                  </a:cubicBezTo>
                  <a:cubicBezTo>
                    <a:pt x="41" y="34"/>
                    <a:pt x="45" y="27"/>
                    <a:pt x="52" y="23"/>
                  </a:cubicBezTo>
                  <a:cubicBezTo>
                    <a:pt x="70" y="12"/>
                    <a:pt x="82" y="28"/>
                    <a:pt x="99" y="33"/>
                  </a:cubicBezTo>
                  <a:cubicBezTo>
                    <a:pt x="116" y="38"/>
                    <a:pt x="123" y="31"/>
                    <a:pt x="137" y="25"/>
                  </a:cubicBezTo>
                  <a:cubicBezTo>
                    <a:pt x="145" y="22"/>
                    <a:pt x="148" y="20"/>
                    <a:pt x="156" y="23"/>
                  </a:cubicBezTo>
                  <a:cubicBezTo>
                    <a:pt x="160" y="24"/>
                    <a:pt x="163" y="31"/>
                    <a:pt x="166" y="31"/>
                  </a:cubicBezTo>
                  <a:cubicBezTo>
                    <a:pt x="176" y="31"/>
                    <a:pt x="187" y="18"/>
                    <a:pt x="196" y="14"/>
                  </a:cubicBezTo>
                  <a:cubicBezTo>
                    <a:pt x="218" y="3"/>
                    <a:pt x="227" y="17"/>
                    <a:pt x="247" y="21"/>
                  </a:cubicBezTo>
                  <a:cubicBezTo>
                    <a:pt x="263" y="25"/>
                    <a:pt x="274" y="13"/>
                    <a:pt x="288" y="8"/>
                  </a:cubicBezTo>
                  <a:cubicBezTo>
                    <a:pt x="308" y="0"/>
                    <a:pt x="322" y="13"/>
                    <a:pt x="340" y="18"/>
                  </a:cubicBezTo>
                  <a:cubicBezTo>
                    <a:pt x="358" y="22"/>
                    <a:pt x="357" y="12"/>
                    <a:pt x="372" y="7"/>
                  </a:cubicBezTo>
                  <a:cubicBezTo>
                    <a:pt x="391" y="1"/>
                    <a:pt x="405" y="18"/>
                    <a:pt x="422" y="23"/>
                  </a:cubicBezTo>
                  <a:cubicBezTo>
                    <a:pt x="442" y="29"/>
                    <a:pt x="451" y="13"/>
                    <a:pt x="468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4" name="Freeform 373">
              <a:extLst>
                <a:ext uri="{FF2B5EF4-FFF2-40B4-BE49-F238E27FC236}">
                  <a16:creationId xmlns:a16="http://schemas.microsoft.com/office/drawing/2014/main" id="{B58B143B-A1BD-4DD6-A407-F695FC7C6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384"/>
              <a:ext cx="120" cy="44"/>
            </a:xfrm>
            <a:custGeom>
              <a:avLst/>
              <a:gdLst>
                <a:gd name="T0" fmla="*/ 0 w 87"/>
                <a:gd name="T1" fmla="*/ 38 h 30"/>
                <a:gd name="T2" fmla="*/ 137 w 87"/>
                <a:gd name="T3" fmla="*/ 63 h 30"/>
                <a:gd name="T4" fmla="*/ 229 w 87"/>
                <a:gd name="T5" fmla="*/ 7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30">
                  <a:moveTo>
                    <a:pt x="0" y="12"/>
                  </a:moveTo>
                  <a:cubicBezTo>
                    <a:pt x="11" y="0"/>
                    <a:pt x="42" y="14"/>
                    <a:pt x="52" y="20"/>
                  </a:cubicBezTo>
                  <a:cubicBezTo>
                    <a:pt x="69" y="30"/>
                    <a:pt x="70" y="28"/>
                    <a:pt x="87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5" name="Freeform 374">
              <a:extLst>
                <a:ext uri="{FF2B5EF4-FFF2-40B4-BE49-F238E27FC236}">
                  <a16:creationId xmlns:a16="http://schemas.microsoft.com/office/drawing/2014/main" id="{2E8A2702-44AA-4EF7-B01F-C25FFF381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1406"/>
              <a:ext cx="312" cy="35"/>
            </a:xfrm>
            <a:custGeom>
              <a:avLst/>
              <a:gdLst>
                <a:gd name="T0" fmla="*/ 0 w 227"/>
                <a:gd name="T1" fmla="*/ 13 h 24"/>
                <a:gd name="T2" fmla="*/ 104 w 227"/>
                <a:gd name="T3" fmla="*/ 34 h 24"/>
                <a:gd name="T4" fmla="*/ 166 w 227"/>
                <a:gd name="T5" fmla="*/ 1 h 24"/>
                <a:gd name="T6" fmla="*/ 208 w 227"/>
                <a:gd name="T7" fmla="*/ 38 h 24"/>
                <a:gd name="T8" fmla="*/ 298 w 227"/>
                <a:gd name="T9" fmla="*/ 28 h 24"/>
                <a:gd name="T10" fmla="*/ 397 w 227"/>
                <a:gd name="T11" fmla="*/ 50 h 24"/>
                <a:gd name="T12" fmla="*/ 470 w 227"/>
                <a:gd name="T13" fmla="*/ 50 h 24"/>
                <a:gd name="T14" fmla="*/ 590 w 227"/>
                <a:gd name="T15" fmla="*/ 74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24">
                  <a:moveTo>
                    <a:pt x="0" y="4"/>
                  </a:moveTo>
                  <a:cubicBezTo>
                    <a:pt x="13" y="10"/>
                    <a:pt x="26" y="14"/>
                    <a:pt x="40" y="11"/>
                  </a:cubicBezTo>
                  <a:cubicBezTo>
                    <a:pt x="46" y="10"/>
                    <a:pt x="58" y="0"/>
                    <a:pt x="64" y="1"/>
                  </a:cubicBezTo>
                  <a:cubicBezTo>
                    <a:pt x="69" y="2"/>
                    <a:pt x="74" y="10"/>
                    <a:pt x="80" y="12"/>
                  </a:cubicBezTo>
                  <a:cubicBezTo>
                    <a:pt x="93" y="18"/>
                    <a:pt x="102" y="11"/>
                    <a:pt x="115" y="9"/>
                  </a:cubicBezTo>
                  <a:cubicBezTo>
                    <a:pt x="128" y="8"/>
                    <a:pt x="141" y="12"/>
                    <a:pt x="153" y="16"/>
                  </a:cubicBezTo>
                  <a:cubicBezTo>
                    <a:pt x="168" y="21"/>
                    <a:pt x="168" y="22"/>
                    <a:pt x="181" y="16"/>
                  </a:cubicBezTo>
                  <a:cubicBezTo>
                    <a:pt x="196" y="10"/>
                    <a:pt x="217" y="7"/>
                    <a:pt x="227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6" name="Freeform 375">
              <a:extLst>
                <a:ext uri="{FF2B5EF4-FFF2-40B4-BE49-F238E27FC236}">
                  <a16:creationId xmlns:a16="http://schemas.microsoft.com/office/drawing/2014/main" id="{8B30B13A-106B-429D-8D22-A21CEAC77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398"/>
              <a:ext cx="77" cy="12"/>
            </a:xfrm>
            <a:custGeom>
              <a:avLst/>
              <a:gdLst>
                <a:gd name="T0" fmla="*/ 0 w 56"/>
                <a:gd name="T1" fmla="*/ 0 h 8"/>
                <a:gd name="T2" fmla="*/ 146 w 56"/>
                <a:gd name="T3" fmla="*/ 1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8">
                  <a:moveTo>
                    <a:pt x="0" y="0"/>
                  </a:moveTo>
                  <a:cubicBezTo>
                    <a:pt x="20" y="8"/>
                    <a:pt x="36" y="7"/>
                    <a:pt x="56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7" name="Line 376">
              <a:extLst>
                <a:ext uri="{FF2B5EF4-FFF2-40B4-BE49-F238E27FC236}">
                  <a16:creationId xmlns:a16="http://schemas.microsoft.com/office/drawing/2014/main" id="{F56406C9-B4BC-433F-A4D3-ED9A5BE11E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2" y="1407"/>
              <a:ext cx="1" cy="1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Freeform 377">
              <a:extLst>
                <a:ext uri="{FF2B5EF4-FFF2-40B4-BE49-F238E27FC236}">
                  <a16:creationId xmlns:a16="http://schemas.microsoft.com/office/drawing/2014/main" id="{DADC8351-2F51-4689-8388-042CE1C6E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385"/>
              <a:ext cx="65" cy="21"/>
            </a:xfrm>
            <a:custGeom>
              <a:avLst/>
              <a:gdLst>
                <a:gd name="T0" fmla="*/ 0 w 47"/>
                <a:gd name="T1" fmla="*/ 48 h 14"/>
                <a:gd name="T2" fmla="*/ 124 w 47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">
                  <a:moveTo>
                    <a:pt x="0" y="14"/>
                  </a:moveTo>
                  <a:cubicBezTo>
                    <a:pt x="16" y="0"/>
                    <a:pt x="28" y="3"/>
                    <a:pt x="47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Freeform 378">
              <a:extLst>
                <a:ext uri="{FF2B5EF4-FFF2-40B4-BE49-F238E27FC236}">
                  <a16:creationId xmlns:a16="http://schemas.microsoft.com/office/drawing/2014/main" id="{3776E8D7-4C29-4EC2-956C-5D77AEC3E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379"/>
              <a:ext cx="91" cy="31"/>
            </a:xfrm>
            <a:custGeom>
              <a:avLst/>
              <a:gdLst>
                <a:gd name="T0" fmla="*/ 0 w 66"/>
                <a:gd name="T1" fmla="*/ 59 h 21"/>
                <a:gd name="T2" fmla="*/ 109 w 66"/>
                <a:gd name="T3" fmla="*/ 65 h 21"/>
                <a:gd name="T4" fmla="*/ 172 w 6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1">
                  <a:moveTo>
                    <a:pt x="0" y="18"/>
                  </a:moveTo>
                  <a:cubicBezTo>
                    <a:pt x="11" y="5"/>
                    <a:pt x="29" y="21"/>
                    <a:pt x="41" y="20"/>
                  </a:cubicBezTo>
                  <a:cubicBezTo>
                    <a:pt x="50" y="20"/>
                    <a:pt x="64" y="6"/>
                    <a:pt x="6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Freeform 379">
              <a:extLst>
                <a:ext uri="{FF2B5EF4-FFF2-40B4-BE49-F238E27FC236}">
                  <a16:creationId xmlns:a16="http://schemas.microsoft.com/office/drawing/2014/main" id="{BB51FE39-F8A0-4129-95F9-7FBEB9D77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382"/>
              <a:ext cx="56" cy="16"/>
            </a:xfrm>
            <a:custGeom>
              <a:avLst/>
              <a:gdLst>
                <a:gd name="T0" fmla="*/ 0 w 41"/>
                <a:gd name="T1" fmla="*/ 33 h 11"/>
                <a:gd name="T2" fmla="*/ 104 w 41"/>
                <a:gd name="T3" fmla="*/ 1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1">
                  <a:moveTo>
                    <a:pt x="0" y="11"/>
                  </a:moveTo>
                  <a:cubicBezTo>
                    <a:pt x="10" y="3"/>
                    <a:pt x="33" y="0"/>
                    <a:pt x="41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1" name="Freeform 380">
              <a:extLst>
                <a:ext uri="{FF2B5EF4-FFF2-40B4-BE49-F238E27FC236}">
                  <a16:creationId xmlns:a16="http://schemas.microsoft.com/office/drawing/2014/main" id="{80802515-E5C2-4BFC-A093-CDC2765D0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422"/>
              <a:ext cx="63" cy="31"/>
            </a:xfrm>
            <a:custGeom>
              <a:avLst/>
              <a:gdLst>
                <a:gd name="T0" fmla="*/ 0 w 46"/>
                <a:gd name="T1" fmla="*/ 6 h 21"/>
                <a:gd name="T2" fmla="*/ 118 w 46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0" y="2"/>
                  </a:moveTo>
                  <a:cubicBezTo>
                    <a:pt x="14" y="21"/>
                    <a:pt x="32" y="9"/>
                    <a:pt x="4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2" name="Freeform 381">
              <a:extLst>
                <a:ext uri="{FF2B5EF4-FFF2-40B4-BE49-F238E27FC236}">
                  <a16:creationId xmlns:a16="http://schemas.microsoft.com/office/drawing/2014/main" id="{7F99D1CD-806D-4D41-BD42-A17CF6914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370"/>
              <a:ext cx="61" cy="28"/>
            </a:xfrm>
            <a:custGeom>
              <a:avLst/>
              <a:gdLst>
                <a:gd name="T0" fmla="*/ 0 w 44"/>
                <a:gd name="T1" fmla="*/ 47 h 19"/>
                <a:gd name="T2" fmla="*/ 118 w 44"/>
                <a:gd name="T3" fmla="*/ 6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9">
                  <a:moveTo>
                    <a:pt x="0" y="15"/>
                  </a:moveTo>
                  <a:cubicBezTo>
                    <a:pt x="14" y="0"/>
                    <a:pt x="30" y="12"/>
                    <a:pt x="44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3" name="Freeform 382">
              <a:extLst>
                <a:ext uri="{FF2B5EF4-FFF2-40B4-BE49-F238E27FC236}">
                  <a16:creationId xmlns:a16="http://schemas.microsoft.com/office/drawing/2014/main" id="{E8069B45-D615-49F5-80A2-D1E7F33F6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395"/>
              <a:ext cx="76" cy="14"/>
            </a:xfrm>
            <a:custGeom>
              <a:avLst/>
              <a:gdLst>
                <a:gd name="T0" fmla="*/ 0 w 55"/>
                <a:gd name="T1" fmla="*/ 12 h 9"/>
                <a:gd name="T2" fmla="*/ 145 w 5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9">
                  <a:moveTo>
                    <a:pt x="0" y="3"/>
                  </a:moveTo>
                  <a:cubicBezTo>
                    <a:pt x="20" y="6"/>
                    <a:pt x="39" y="9"/>
                    <a:pt x="5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4" name="Freeform 383">
              <a:extLst>
                <a:ext uri="{FF2B5EF4-FFF2-40B4-BE49-F238E27FC236}">
                  <a16:creationId xmlns:a16="http://schemas.microsoft.com/office/drawing/2014/main" id="{08EFD387-9330-42C6-9C21-CBCAF41F0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370"/>
              <a:ext cx="73" cy="24"/>
            </a:xfrm>
            <a:custGeom>
              <a:avLst/>
              <a:gdLst>
                <a:gd name="T0" fmla="*/ 0 w 53"/>
                <a:gd name="T1" fmla="*/ 45 h 16"/>
                <a:gd name="T2" fmla="*/ 139 w 53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6">
                  <a:moveTo>
                    <a:pt x="0" y="13"/>
                  </a:moveTo>
                  <a:cubicBezTo>
                    <a:pt x="16" y="0"/>
                    <a:pt x="36" y="11"/>
                    <a:pt x="53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5" name="Freeform 384">
              <a:extLst>
                <a:ext uri="{FF2B5EF4-FFF2-40B4-BE49-F238E27FC236}">
                  <a16:creationId xmlns:a16="http://schemas.microsoft.com/office/drawing/2014/main" id="{74535FCD-EF5F-4F91-BAF7-7A0CA7319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423"/>
              <a:ext cx="59" cy="22"/>
            </a:xfrm>
            <a:custGeom>
              <a:avLst/>
              <a:gdLst>
                <a:gd name="T0" fmla="*/ 0 w 43"/>
                <a:gd name="T1" fmla="*/ 0 h 15"/>
                <a:gd name="T2" fmla="*/ 111 w 43"/>
                <a:gd name="T3" fmla="*/ 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5">
                  <a:moveTo>
                    <a:pt x="0" y="0"/>
                  </a:moveTo>
                  <a:cubicBezTo>
                    <a:pt x="19" y="15"/>
                    <a:pt x="25" y="8"/>
                    <a:pt x="43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6" name="Freeform 385">
              <a:extLst>
                <a:ext uri="{FF2B5EF4-FFF2-40B4-BE49-F238E27FC236}">
                  <a16:creationId xmlns:a16="http://schemas.microsoft.com/office/drawing/2014/main" id="{46DA157F-7C9F-4D2D-91CB-AC9C0AE87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426"/>
              <a:ext cx="79" cy="18"/>
            </a:xfrm>
            <a:custGeom>
              <a:avLst/>
              <a:gdLst>
                <a:gd name="T0" fmla="*/ 0 w 57"/>
                <a:gd name="T1" fmla="*/ 5 h 12"/>
                <a:gd name="T2" fmla="*/ 61 w 57"/>
                <a:gd name="T3" fmla="*/ 35 h 12"/>
                <a:gd name="T4" fmla="*/ 151 w 57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2">
                  <a:moveTo>
                    <a:pt x="0" y="1"/>
                  </a:moveTo>
                  <a:cubicBezTo>
                    <a:pt x="3" y="0"/>
                    <a:pt x="16" y="9"/>
                    <a:pt x="23" y="10"/>
                  </a:cubicBezTo>
                  <a:cubicBezTo>
                    <a:pt x="35" y="12"/>
                    <a:pt x="46" y="8"/>
                    <a:pt x="57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7" name="Freeform 386">
              <a:extLst>
                <a:ext uri="{FF2B5EF4-FFF2-40B4-BE49-F238E27FC236}">
                  <a16:creationId xmlns:a16="http://schemas.microsoft.com/office/drawing/2014/main" id="{BDE78044-30D0-4D74-B4E6-43BA70B89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416"/>
              <a:ext cx="76" cy="25"/>
            </a:xfrm>
            <a:custGeom>
              <a:avLst/>
              <a:gdLst>
                <a:gd name="T0" fmla="*/ 6 w 55"/>
                <a:gd name="T1" fmla="*/ 26 h 17"/>
                <a:gd name="T2" fmla="*/ 1 w 55"/>
                <a:gd name="T3" fmla="*/ 13 h 17"/>
                <a:gd name="T4" fmla="*/ 88 w 55"/>
                <a:gd name="T5" fmla="*/ 15 h 17"/>
                <a:gd name="T6" fmla="*/ 145 w 55"/>
                <a:gd name="T7" fmla="*/ 5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7">
                  <a:moveTo>
                    <a:pt x="2" y="8"/>
                  </a:moveTo>
                  <a:cubicBezTo>
                    <a:pt x="0" y="7"/>
                    <a:pt x="0" y="6"/>
                    <a:pt x="1" y="4"/>
                  </a:cubicBezTo>
                  <a:cubicBezTo>
                    <a:pt x="11" y="0"/>
                    <a:pt x="22" y="1"/>
                    <a:pt x="33" y="5"/>
                  </a:cubicBezTo>
                  <a:cubicBezTo>
                    <a:pt x="40" y="8"/>
                    <a:pt x="47" y="16"/>
                    <a:pt x="55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8" name="Freeform 387">
              <a:extLst>
                <a:ext uri="{FF2B5EF4-FFF2-40B4-BE49-F238E27FC236}">
                  <a16:creationId xmlns:a16="http://schemas.microsoft.com/office/drawing/2014/main" id="{D4B31536-EA0C-4D03-916F-DDEED2945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1388"/>
              <a:ext cx="34" cy="15"/>
            </a:xfrm>
            <a:custGeom>
              <a:avLst/>
              <a:gdLst>
                <a:gd name="T0" fmla="*/ 0 w 24"/>
                <a:gd name="T1" fmla="*/ 14 h 10"/>
                <a:gd name="T2" fmla="*/ 68 w 24"/>
                <a:gd name="T3" fmla="*/ 1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4"/>
                  </a:moveTo>
                  <a:cubicBezTo>
                    <a:pt x="8" y="0"/>
                    <a:pt x="19" y="10"/>
                    <a:pt x="24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9" name="Freeform 388">
              <a:extLst>
                <a:ext uri="{FF2B5EF4-FFF2-40B4-BE49-F238E27FC236}">
                  <a16:creationId xmlns:a16="http://schemas.microsoft.com/office/drawing/2014/main" id="{78856E65-E52A-4F12-A004-53EC9A76C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398"/>
              <a:ext cx="46" cy="36"/>
            </a:xfrm>
            <a:custGeom>
              <a:avLst/>
              <a:gdLst>
                <a:gd name="T0" fmla="*/ 0 w 34"/>
                <a:gd name="T1" fmla="*/ 81 h 24"/>
                <a:gd name="T2" fmla="*/ 58 w 34"/>
                <a:gd name="T3" fmla="*/ 62 h 24"/>
                <a:gd name="T4" fmla="*/ 84 w 3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4">
                  <a:moveTo>
                    <a:pt x="0" y="24"/>
                  </a:moveTo>
                  <a:cubicBezTo>
                    <a:pt x="5" y="21"/>
                    <a:pt x="17" y="24"/>
                    <a:pt x="24" y="18"/>
                  </a:cubicBezTo>
                  <a:cubicBezTo>
                    <a:pt x="29" y="14"/>
                    <a:pt x="31" y="2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0" name="Freeform 389">
              <a:extLst>
                <a:ext uri="{FF2B5EF4-FFF2-40B4-BE49-F238E27FC236}">
                  <a16:creationId xmlns:a16="http://schemas.microsoft.com/office/drawing/2014/main" id="{AE976849-8F7D-4695-AA27-3F04F1224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416"/>
              <a:ext cx="24" cy="7"/>
            </a:xfrm>
            <a:custGeom>
              <a:avLst/>
              <a:gdLst>
                <a:gd name="T0" fmla="*/ 0 w 17"/>
                <a:gd name="T1" fmla="*/ 11 h 5"/>
                <a:gd name="T2" fmla="*/ 48 w 17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4"/>
                  </a:moveTo>
                  <a:cubicBezTo>
                    <a:pt x="5" y="0"/>
                    <a:pt x="11" y="3"/>
                    <a:pt x="17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1" name="Freeform 390">
              <a:extLst>
                <a:ext uri="{FF2B5EF4-FFF2-40B4-BE49-F238E27FC236}">
                  <a16:creationId xmlns:a16="http://schemas.microsoft.com/office/drawing/2014/main" id="{F4C2F6A9-61AF-4997-B323-626BE9D7C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378"/>
              <a:ext cx="79" cy="37"/>
            </a:xfrm>
            <a:custGeom>
              <a:avLst/>
              <a:gdLst>
                <a:gd name="T0" fmla="*/ 0 w 57"/>
                <a:gd name="T1" fmla="*/ 13 h 25"/>
                <a:gd name="T2" fmla="*/ 151 w 5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5">
                  <a:moveTo>
                    <a:pt x="0" y="4"/>
                  </a:moveTo>
                  <a:cubicBezTo>
                    <a:pt x="13" y="25"/>
                    <a:pt x="51" y="24"/>
                    <a:pt x="5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2" name="Freeform 391">
              <a:extLst>
                <a:ext uri="{FF2B5EF4-FFF2-40B4-BE49-F238E27FC236}">
                  <a16:creationId xmlns:a16="http://schemas.microsoft.com/office/drawing/2014/main" id="{FAF25DA0-1611-4972-BFEE-EF8008834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415"/>
              <a:ext cx="171" cy="29"/>
            </a:xfrm>
            <a:custGeom>
              <a:avLst/>
              <a:gdLst>
                <a:gd name="T0" fmla="*/ 0 w 124"/>
                <a:gd name="T1" fmla="*/ 61 h 20"/>
                <a:gd name="T2" fmla="*/ 69 w 124"/>
                <a:gd name="T3" fmla="*/ 1 h 20"/>
                <a:gd name="T4" fmla="*/ 179 w 124"/>
                <a:gd name="T5" fmla="*/ 15 h 20"/>
                <a:gd name="T6" fmla="*/ 221 w 124"/>
                <a:gd name="T7" fmla="*/ 13 h 20"/>
                <a:gd name="T8" fmla="*/ 265 w 124"/>
                <a:gd name="T9" fmla="*/ 36 h 20"/>
                <a:gd name="T10" fmla="*/ 325 w 124"/>
                <a:gd name="T11" fmla="*/ 3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20">
                  <a:moveTo>
                    <a:pt x="0" y="20"/>
                  </a:moveTo>
                  <a:cubicBezTo>
                    <a:pt x="8" y="11"/>
                    <a:pt x="13" y="0"/>
                    <a:pt x="26" y="1"/>
                  </a:cubicBezTo>
                  <a:cubicBezTo>
                    <a:pt x="40" y="2"/>
                    <a:pt x="54" y="8"/>
                    <a:pt x="68" y="5"/>
                  </a:cubicBezTo>
                  <a:cubicBezTo>
                    <a:pt x="73" y="4"/>
                    <a:pt x="79" y="3"/>
                    <a:pt x="84" y="4"/>
                  </a:cubicBezTo>
                  <a:cubicBezTo>
                    <a:pt x="91" y="4"/>
                    <a:pt x="94" y="10"/>
                    <a:pt x="101" y="12"/>
                  </a:cubicBezTo>
                  <a:cubicBezTo>
                    <a:pt x="109" y="14"/>
                    <a:pt x="118" y="11"/>
                    <a:pt x="124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3" name="Freeform 392">
              <a:extLst>
                <a:ext uri="{FF2B5EF4-FFF2-40B4-BE49-F238E27FC236}">
                  <a16:creationId xmlns:a16="http://schemas.microsoft.com/office/drawing/2014/main" id="{E95C6C56-47A9-420D-B177-735207A39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407"/>
              <a:ext cx="56" cy="15"/>
            </a:xfrm>
            <a:custGeom>
              <a:avLst/>
              <a:gdLst>
                <a:gd name="T0" fmla="*/ 0 w 40"/>
                <a:gd name="T1" fmla="*/ 35 h 10"/>
                <a:gd name="T2" fmla="*/ 77 w 40"/>
                <a:gd name="T3" fmla="*/ 0 h 10"/>
                <a:gd name="T4" fmla="*/ 109 w 40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">
                  <a:moveTo>
                    <a:pt x="0" y="10"/>
                  </a:moveTo>
                  <a:cubicBezTo>
                    <a:pt x="10" y="6"/>
                    <a:pt x="16" y="0"/>
                    <a:pt x="28" y="0"/>
                  </a:cubicBezTo>
                  <a:cubicBezTo>
                    <a:pt x="31" y="0"/>
                    <a:pt x="37" y="1"/>
                    <a:pt x="4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4" name="Freeform 393">
              <a:extLst>
                <a:ext uri="{FF2B5EF4-FFF2-40B4-BE49-F238E27FC236}">
                  <a16:creationId xmlns:a16="http://schemas.microsoft.com/office/drawing/2014/main" id="{5AC40FDD-8E8F-46D5-AACF-8229CE036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376"/>
              <a:ext cx="91" cy="24"/>
            </a:xfrm>
            <a:custGeom>
              <a:avLst/>
              <a:gdLst>
                <a:gd name="T0" fmla="*/ 0 w 66"/>
                <a:gd name="T1" fmla="*/ 0 h 16"/>
                <a:gd name="T2" fmla="*/ 21 w 66"/>
                <a:gd name="T3" fmla="*/ 26 h 16"/>
                <a:gd name="T4" fmla="*/ 91 w 66"/>
                <a:gd name="T5" fmla="*/ 48 h 16"/>
                <a:gd name="T6" fmla="*/ 160 w 66"/>
                <a:gd name="T7" fmla="*/ 18 h 16"/>
                <a:gd name="T8" fmla="*/ 172 w 66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6">
                  <a:moveTo>
                    <a:pt x="0" y="0"/>
                  </a:moveTo>
                  <a:cubicBezTo>
                    <a:pt x="4" y="0"/>
                    <a:pt x="6" y="4"/>
                    <a:pt x="8" y="7"/>
                  </a:cubicBezTo>
                  <a:cubicBezTo>
                    <a:pt x="15" y="15"/>
                    <a:pt x="25" y="16"/>
                    <a:pt x="35" y="14"/>
                  </a:cubicBezTo>
                  <a:cubicBezTo>
                    <a:pt x="44" y="12"/>
                    <a:pt x="55" y="11"/>
                    <a:pt x="61" y="5"/>
                  </a:cubicBezTo>
                  <a:cubicBezTo>
                    <a:pt x="63" y="3"/>
                    <a:pt x="64" y="1"/>
                    <a:pt x="6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5" name="Freeform 394">
              <a:extLst>
                <a:ext uri="{FF2B5EF4-FFF2-40B4-BE49-F238E27FC236}">
                  <a16:creationId xmlns:a16="http://schemas.microsoft.com/office/drawing/2014/main" id="{7B069B88-4353-47DB-BABB-4DE8C0495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395"/>
              <a:ext cx="83" cy="24"/>
            </a:xfrm>
            <a:custGeom>
              <a:avLst/>
              <a:gdLst>
                <a:gd name="T0" fmla="*/ 0 w 60"/>
                <a:gd name="T1" fmla="*/ 48 h 16"/>
                <a:gd name="T2" fmla="*/ 24 w 60"/>
                <a:gd name="T3" fmla="*/ 27 h 16"/>
                <a:gd name="T4" fmla="*/ 95 w 60"/>
                <a:gd name="T5" fmla="*/ 5 h 16"/>
                <a:gd name="T6" fmla="*/ 159 w 60"/>
                <a:gd name="T7" fmla="*/ 5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6">
                  <a:moveTo>
                    <a:pt x="0" y="14"/>
                  </a:moveTo>
                  <a:cubicBezTo>
                    <a:pt x="3" y="13"/>
                    <a:pt x="6" y="9"/>
                    <a:pt x="9" y="8"/>
                  </a:cubicBezTo>
                  <a:cubicBezTo>
                    <a:pt x="17" y="3"/>
                    <a:pt x="27" y="0"/>
                    <a:pt x="36" y="1"/>
                  </a:cubicBezTo>
                  <a:cubicBezTo>
                    <a:pt x="47" y="2"/>
                    <a:pt x="52" y="12"/>
                    <a:pt x="60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6" name="Freeform 395">
              <a:extLst>
                <a:ext uri="{FF2B5EF4-FFF2-40B4-BE49-F238E27FC236}">
                  <a16:creationId xmlns:a16="http://schemas.microsoft.com/office/drawing/2014/main" id="{473AFE24-47ED-4A32-98AB-6D0305FCC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382"/>
              <a:ext cx="69" cy="25"/>
            </a:xfrm>
            <a:custGeom>
              <a:avLst/>
              <a:gdLst>
                <a:gd name="T0" fmla="*/ 0 w 50"/>
                <a:gd name="T1" fmla="*/ 0 h 17"/>
                <a:gd name="T2" fmla="*/ 19 w 50"/>
                <a:gd name="T3" fmla="*/ 6 h 17"/>
                <a:gd name="T4" fmla="*/ 40 w 50"/>
                <a:gd name="T5" fmla="*/ 26 h 17"/>
                <a:gd name="T6" fmla="*/ 91 w 50"/>
                <a:gd name="T7" fmla="*/ 32 h 17"/>
                <a:gd name="T8" fmla="*/ 131 w 50"/>
                <a:gd name="T9" fmla="*/ 5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">
                  <a:moveTo>
                    <a:pt x="0" y="0"/>
                  </a:moveTo>
                  <a:cubicBezTo>
                    <a:pt x="2" y="2"/>
                    <a:pt x="5" y="1"/>
                    <a:pt x="7" y="2"/>
                  </a:cubicBezTo>
                  <a:cubicBezTo>
                    <a:pt x="10" y="4"/>
                    <a:pt x="12" y="6"/>
                    <a:pt x="15" y="8"/>
                  </a:cubicBezTo>
                  <a:cubicBezTo>
                    <a:pt x="22" y="12"/>
                    <a:pt x="28" y="11"/>
                    <a:pt x="35" y="10"/>
                  </a:cubicBezTo>
                  <a:cubicBezTo>
                    <a:pt x="42" y="9"/>
                    <a:pt x="45" y="13"/>
                    <a:pt x="50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7" name="Freeform 396">
              <a:extLst>
                <a:ext uri="{FF2B5EF4-FFF2-40B4-BE49-F238E27FC236}">
                  <a16:creationId xmlns:a16="http://schemas.microsoft.com/office/drawing/2014/main" id="{3B8EC5B8-865D-4DF8-9644-E6E9CF61F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379"/>
              <a:ext cx="39" cy="18"/>
            </a:xfrm>
            <a:custGeom>
              <a:avLst/>
              <a:gdLst>
                <a:gd name="T0" fmla="*/ 0 w 28"/>
                <a:gd name="T1" fmla="*/ 41 h 12"/>
                <a:gd name="T2" fmla="*/ 14 w 28"/>
                <a:gd name="T3" fmla="*/ 26 h 12"/>
                <a:gd name="T4" fmla="*/ 40 w 28"/>
                <a:gd name="T5" fmla="*/ 12 h 12"/>
                <a:gd name="T6" fmla="*/ 75 w 28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2">
                  <a:moveTo>
                    <a:pt x="0" y="12"/>
                  </a:moveTo>
                  <a:cubicBezTo>
                    <a:pt x="2" y="11"/>
                    <a:pt x="3" y="8"/>
                    <a:pt x="5" y="7"/>
                  </a:cubicBezTo>
                  <a:cubicBezTo>
                    <a:pt x="8" y="5"/>
                    <a:pt x="12" y="4"/>
                    <a:pt x="15" y="3"/>
                  </a:cubicBezTo>
                  <a:cubicBezTo>
                    <a:pt x="19" y="2"/>
                    <a:pt x="25" y="0"/>
                    <a:pt x="28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8" name="Freeform 397">
              <a:extLst>
                <a:ext uri="{FF2B5EF4-FFF2-40B4-BE49-F238E27FC236}">
                  <a16:creationId xmlns:a16="http://schemas.microsoft.com/office/drawing/2014/main" id="{324F422F-1D0A-402A-BADF-361CFDC13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425"/>
              <a:ext cx="83" cy="17"/>
            </a:xfrm>
            <a:custGeom>
              <a:avLst/>
              <a:gdLst>
                <a:gd name="T0" fmla="*/ 0 w 60"/>
                <a:gd name="T1" fmla="*/ 26 h 12"/>
                <a:gd name="T2" fmla="*/ 14 w 60"/>
                <a:gd name="T3" fmla="*/ 23 h 12"/>
                <a:gd name="T4" fmla="*/ 48 w 60"/>
                <a:gd name="T5" fmla="*/ 26 h 12"/>
                <a:gd name="T6" fmla="*/ 111 w 60"/>
                <a:gd name="T7" fmla="*/ 33 h 12"/>
                <a:gd name="T8" fmla="*/ 159 w 60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2">
                  <a:moveTo>
                    <a:pt x="0" y="9"/>
                  </a:moveTo>
                  <a:cubicBezTo>
                    <a:pt x="2" y="10"/>
                    <a:pt x="3" y="9"/>
                    <a:pt x="5" y="8"/>
                  </a:cubicBezTo>
                  <a:cubicBezTo>
                    <a:pt x="10" y="7"/>
                    <a:pt x="13" y="7"/>
                    <a:pt x="18" y="9"/>
                  </a:cubicBezTo>
                  <a:cubicBezTo>
                    <a:pt x="26" y="11"/>
                    <a:pt x="34" y="12"/>
                    <a:pt x="42" y="11"/>
                  </a:cubicBezTo>
                  <a:cubicBezTo>
                    <a:pt x="49" y="9"/>
                    <a:pt x="54" y="3"/>
                    <a:pt x="6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9" name="Freeform 398">
              <a:extLst>
                <a:ext uri="{FF2B5EF4-FFF2-40B4-BE49-F238E27FC236}">
                  <a16:creationId xmlns:a16="http://schemas.microsoft.com/office/drawing/2014/main" id="{0D1F9E0E-AEE5-48DB-AC43-9F81EAB72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425"/>
              <a:ext cx="59" cy="25"/>
            </a:xfrm>
            <a:custGeom>
              <a:avLst/>
              <a:gdLst>
                <a:gd name="T0" fmla="*/ 0 w 43"/>
                <a:gd name="T1" fmla="*/ 0 h 17"/>
                <a:gd name="T2" fmla="*/ 70 w 43"/>
                <a:gd name="T3" fmla="*/ 47 h 17"/>
                <a:gd name="T4" fmla="*/ 111 w 43"/>
                <a:gd name="T5" fmla="*/ 1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7">
                  <a:moveTo>
                    <a:pt x="0" y="0"/>
                  </a:moveTo>
                  <a:cubicBezTo>
                    <a:pt x="6" y="9"/>
                    <a:pt x="16" y="17"/>
                    <a:pt x="27" y="15"/>
                  </a:cubicBezTo>
                  <a:cubicBezTo>
                    <a:pt x="33" y="13"/>
                    <a:pt x="37" y="9"/>
                    <a:pt x="43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0" name="Freeform 399">
              <a:extLst>
                <a:ext uri="{FF2B5EF4-FFF2-40B4-BE49-F238E27FC236}">
                  <a16:creationId xmlns:a16="http://schemas.microsoft.com/office/drawing/2014/main" id="{3D2BBC60-A686-4003-BB86-CD85CB85D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375"/>
              <a:ext cx="92" cy="22"/>
            </a:xfrm>
            <a:custGeom>
              <a:avLst/>
              <a:gdLst>
                <a:gd name="T0" fmla="*/ 0 w 67"/>
                <a:gd name="T1" fmla="*/ 34 h 15"/>
                <a:gd name="T2" fmla="*/ 96 w 67"/>
                <a:gd name="T3" fmla="*/ 13 h 15"/>
                <a:gd name="T4" fmla="*/ 143 w 67"/>
                <a:gd name="T5" fmla="*/ 34 h 15"/>
                <a:gd name="T6" fmla="*/ 173 w 67"/>
                <a:gd name="T7" fmla="*/ 4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5">
                  <a:moveTo>
                    <a:pt x="0" y="11"/>
                  </a:moveTo>
                  <a:cubicBezTo>
                    <a:pt x="12" y="5"/>
                    <a:pt x="24" y="0"/>
                    <a:pt x="37" y="4"/>
                  </a:cubicBezTo>
                  <a:cubicBezTo>
                    <a:pt x="43" y="6"/>
                    <a:pt x="49" y="9"/>
                    <a:pt x="55" y="11"/>
                  </a:cubicBezTo>
                  <a:cubicBezTo>
                    <a:pt x="59" y="13"/>
                    <a:pt x="63" y="15"/>
                    <a:pt x="67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1" name="Freeform 400">
              <a:extLst>
                <a:ext uri="{FF2B5EF4-FFF2-40B4-BE49-F238E27FC236}">
                  <a16:creationId xmlns:a16="http://schemas.microsoft.com/office/drawing/2014/main" id="{A0704825-8795-4096-815D-37B79A7B6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376"/>
              <a:ext cx="79" cy="18"/>
            </a:xfrm>
            <a:custGeom>
              <a:avLst/>
              <a:gdLst>
                <a:gd name="T0" fmla="*/ 0 w 58"/>
                <a:gd name="T1" fmla="*/ 41 h 12"/>
                <a:gd name="T2" fmla="*/ 91 w 58"/>
                <a:gd name="T3" fmla="*/ 8 h 12"/>
                <a:gd name="T4" fmla="*/ 124 w 58"/>
                <a:gd name="T5" fmla="*/ 21 h 12"/>
                <a:gd name="T6" fmla="*/ 147 w 58"/>
                <a:gd name="T7" fmla="*/ 3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2">
                  <a:moveTo>
                    <a:pt x="0" y="12"/>
                  </a:moveTo>
                  <a:cubicBezTo>
                    <a:pt x="13" y="8"/>
                    <a:pt x="22" y="0"/>
                    <a:pt x="36" y="2"/>
                  </a:cubicBezTo>
                  <a:cubicBezTo>
                    <a:pt x="40" y="3"/>
                    <a:pt x="45" y="5"/>
                    <a:pt x="49" y="6"/>
                  </a:cubicBezTo>
                  <a:cubicBezTo>
                    <a:pt x="52" y="7"/>
                    <a:pt x="56" y="11"/>
                    <a:pt x="58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2" name="Freeform 401">
              <a:extLst>
                <a:ext uri="{FF2B5EF4-FFF2-40B4-BE49-F238E27FC236}">
                  <a16:creationId xmlns:a16="http://schemas.microsoft.com/office/drawing/2014/main" id="{5B923F48-4166-4984-8CBD-C803AB8E4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1375"/>
              <a:ext cx="113" cy="28"/>
            </a:xfrm>
            <a:custGeom>
              <a:avLst/>
              <a:gdLst>
                <a:gd name="T0" fmla="*/ 0 w 82"/>
                <a:gd name="T1" fmla="*/ 28 h 19"/>
                <a:gd name="T2" fmla="*/ 69 w 82"/>
                <a:gd name="T3" fmla="*/ 40 h 19"/>
                <a:gd name="T4" fmla="*/ 120 w 82"/>
                <a:gd name="T5" fmla="*/ 55 h 19"/>
                <a:gd name="T6" fmla="*/ 172 w 82"/>
                <a:gd name="T7" fmla="*/ 52 h 19"/>
                <a:gd name="T8" fmla="*/ 215 w 82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9">
                  <a:moveTo>
                    <a:pt x="0" y="9"/>
                  </a:moveTo>
                  <a:cubicBezTo>
                    <a:pt x="9" y="12"/>
                    <a:pt x="17" y="12"/>
                    <a:pt x="26" y="12"/>
                  </a:cubicBezTo>
                  <a:cubicBezTo>
                    <a:pt x="33" y="12"/>
                    <a:pt x="39" y="16"/>
                    <a:pt x="46" y="17"/>
                  </a:cubicBezTo>
                  <a:cubicBezTo>
                    <a:pt x="51" y="18"/>
                    <a:pt x="61" y="19"/>
                    <a:pt x="66" y="16"/>
                  </a:cubicBezTo>
                  <a:cubicBezTo>
                    <a:pt x="72" y="12"/>
                    <a:pt x="75" y="4"/>
                    <a:pt x="8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3" name="Freeform 402">
              <a:extLst>
                <a:ext uri="{FF2B5EF4-FFF2-40B4-BE49-F238E27FC236}">
                  <a16:creationId xmlns:a16="http://schemas.microsoft.com/office/drawing/2014/main" id="{70C1C17F-7140-40A3-B571-EFE44D7EA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1416"/>
              <a:ext cx="74" cy="31"/>
            </a:xfrm>
            <a:custGeom>
              <a:avLst/>
              <a:gdLst>
                <a:gd name="T0" fmla="*/ 0 w 54"/>
                <a:gd name="T1" fmla="*/ 1 h 21"/>
                <a:gd name="T2" fmla="*/ 41 w 54"/>
                <a:gd name="T3" fmla="*/ 15 h 21"/>
                <a:gd name="T4" fmla="*/ 70 w 54"/>
                <a:gd name="T5" fmla="*/ 40 h 21"/>
                <a:gd name="T6" fmla="*/ 138 w 54"/>
                <a:gd name="T7" fmla="*/ 6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1">
                  <a:moveTo>
                    <a:pt x="0" y="1"/>
                  </a:moveTo>
                  <a:cubicBezTo>
                    <a:pt x="8" y="1"/>
                    <a:pt x="9" y="0"/>
                    <a:pt x="16" y="5"/>
                  </a:cubicBezTo>
                  <a:cubicBezTo>
                    <a:pt x="19" y="7"/>
                    <a:pt x="23" y="10"/>
                    <a:pt x="27" y="12"/>
                  </a:cubicBezTo>
                  <a:cubicBezTo>
                    <a:pt x="36" y="15"/>
                    <a:pt x="45" y="15"/>
                    <a:pt x="54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4" name="Freeform 403">
              <a:extLst>
                <a:ext uri="{FF2B5EF4-FFF2-40B4-BE49-F238E27FC236}">
                  <a16:creationId xmlns:a16="http://schemas.microsoft.com/office/drawing/2014/main" id="{1FBB0A85-B166-4260-B962-0FECDE2BB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1393"/>
              <a:ext cx="71" cy="19"/>
            </a:xfrm>
            <a:custGeom>
              <a:avLst/>
              <a:gdLst>
                <a:gd name="T0" fmla="*/ 0 w 52"/>
                <a:gd name="T1" fmla="*/ 0 h 13"/>
                <a:gd name="T2" fmla="*/ 63 w 52"/>
                <a:gd name="T3" fmla="*/ 41 h 13"/>
                <a:gd name="T4" fmla="*/ 132 w 52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3">
                  <a:moveTo>
                    <a:pt x="0" y="0"/>
                  </a:moveTo>
                  <a:cubicBezTo>
                    <a:pt x="7" y="8"/>
                    <a:pt x="14" y="13"/>
                    <a:pt x="25" y="13"/>
                  </a:cubicBezTo>
                  <a:cubicBezTo>
                    <a:pt x="34" y="13"/>
                    <a:pt x="43" y="6"/>
                    <a:pt x="52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5" name="Freeform 404">
              <a:extLst>
                <a:ext uri="{FF2B5EF4-FFF2-40B4-BE49-F238E27FC236}">
                  <a16:creationId xmlns:a16="http://schemas.microsoft.com/office/drawing/2014/main" id="{8C822339-246E-4178-97AD-08740E556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373"/>
              <a:ext cx="72" cy="33"/>
            </a:xfrm>
            <a:custGeom>
              <a:avLst/>
              <a:gdLst>
                <a:gd name="T0" fmla="*/ 0 w 52"/>
                <a:gd name="T1" fmla="*/ 0 h 22"/>
                <a:gd name="T2" fmla="*/ 138 w 52"/>
                <a:gd name="T3" fmla="*/ 1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2">
                  <a:moveTo>
                    <a:pt x="0" y="0"/>
                  </a:moveTo>
                  <a:cubicBezTo>
                    <a:pt x="9" y="22"/>
                    <a:pt x="38" y="10"/>
                    <a:pt x="52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6" name="Freeform 405">
              <a:extLst>
                <a:ext uri="{FF2B5EF4-FFF2-40B4-BE49-F238E27FC236}">
                  <a16:creationId xmlns:a16="http://schemas.microsoft.com/office/drawing/2014/main" id="{F3764199-DA43-409F-BF09-E89171BF9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348"/>
              <a:ext cx="200" cy="759"/>
            </a:xfrm>
            <a:custGeom>
              <a:avLst/>
              <a:gdLst>
                <a:gd name="T0" fmla="*/ 378 w 145"/>
                <a:gd name="T1" fmla="*/ 1589 h 516"/>
                <a:gd name="T2" fmla="*/ 44 w 145"/>
                <a:gd name="T3" fmla="*/ 822 h 516"/>
                <a:gd name="T4" fmla="*/ 157 w 145"/>
                <a:gd name="T5" fmla="*/ 263 h 516"/>
                <a:gd name="T6" fmla="*/ 381 w 145"/>
                <a:gd name="T7" fmla="*/ 54 h 516"/>
                <a:gd name="T8" fmla="*/ 372 w 145"/>
                <a:gd name="T9" fmla="*/ 0 h 516"/>
                <a:gd name="T10" fmla="*/ 0 w 145"/>
                <a:gd name="T11" fmla="*/ 822 h 516"/>
                <a:gd name="T12" fmla="*/ 372 w 145"/>
                <a:gd name="T13" fmla="*/ 1642 h 516"/>
                <a:gd name="T14" fmla="*/ 378 w 145"/>
                <a:gd name="T15" fmla="*/ 1589 h 5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516">
                  <a:moveTo>
                    <a:pt x="144" y="499"/>
                  </a:moveTo>
                  <a:cubicBezTo>
                    <a:pt x="73" y="487"/>
                    <a:pt x="17" y="383"/>
                    <a:pt x="17" y="258"/>
                  </a:cubicBezTo>
                  <a:cubicBezTo>
                    <a:pt x="17" y="191"/>
                    <a:pt x="32" y="129"/>
                    <a:pt x="60" y="83"/>
                  </a:cubicBezTo>
                  <a:cubicBezTo>
                    <a:pt x="87" y="41"/>
                    <a:pt x="122" y="21"/>
                    <a:pt x="145" y="17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62" y="14"/>
                    <a:pt x="0" y="123"/>
                    <a:pt x="0" y="258"/>
                  </a:cubicBezTo>
                  <a:cubicBezTo>
                    <a:pt x="0" y="393"/>
                    <a:pt x="61" y="503"/>
                    <a:pt x="142" y="516"/>
                  </a:cubicBezTo>
                  <a:lnTo>
                    <a:pt x="144" y="499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7" name="Freeform 406">
              <a:extLst>
                <a:ext uri="{FF2B5EF4-FFF2-40B4-BE49-F238E27FC236}">
                  <a16:creationId xmlns:a16="http://schemas.microsoft.com/office/drawing/2014/main" id="{7DBABEEB-B553-4C09-B44E-8B2B10DFF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348"/>
              <a:ext cx="200" cy="759"/>
            </a:xfrm>
            <a:custGeom>
              <a:avLst/>
              <a:gdLst>
                <a:gd name="T0" fmla="*/ 378 w 145"/>
                <a:gd name="T1" fmla="*/ 1589 h 516"/>
                <a:gd name="T2" fmla="*/ 44 w 145"/>
                <a:gd name="T3" fmla="*/ 822 h 516"/>
                <a:gd name="T4" fmla="*/ 157 w 145"/>
                <a:gd name="T5" fmla="*/ 263 h 516"/>
                <a:gd name="T6" fmla="*/ 381 w 145"/>
                <a:gd name="T7" fmla="*/ 54 h 516"/>
                <a:gd name="T8" fmla="*/ 372 w 145"/>
                <a:gd name="T9" fmla="*/ 0 h 516"/>
                <a:gd name="T10" fmla="*/ 0 w 145"/>
                <a:gd name="T11" fmla="*/ 822 h 516"/>
                <a:gd name="T12" fmla="*/ 372 w 145"/>
                <a:gd name="T13" fmla="*/ 1642 h 516"/>
                <a:gd name="T14" fmla="*/ 378 w 145"/>
                <a:gd name="T15" fmla="*/ 1589 h 5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516">
                  <a:moveTo>
                    <a:pt x="144" y="499"/>
                  </a:moveTo>
                  <a:cubicBezTo>
                    <a:pt x="73" y="487"/>
                    <a:pt x="17" y="383"/>
                    <a:pt x="17" y="258"/>
                  </a:cubicBezTo>
                  <a:cubicBezTo>
                    <a:pt x="17" y="191"/>
                    <a:pt x="32" y="129"/>
                    <a:pt x="60" y="83"/>
                  </a:cubicBezTo>
                  <a:cubicBezTo>
                    <a:pt x="87" y="41"/>
                    <a:pt x="122" y="21"/>
                    <a:pt x="145" y="17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62" y="14"/>
                    <a:pt x="0" y="123"/>
                    <a:pt x="0" y="258"/>
                  </a:cubicBezTo>
                  <a:cubicBezTo>
                    <a:pt x="0" y="393"/>
                    <a:pt x="61" y="503"/>
                    <a:pt x="142" y="516"/>
                  </a:cubicBezTo>
                  <a:lnTo>
                    <a:pt x="144" y="499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8" name="Freeform 407">
              <a:extLst>
                <a:ext uri="{FF2B5EF4-FFF2-40B4-BE49-F238E27FC236}">
                  <a16:creationId xmlns:a16="http://schemas.microsoft.com/office/drawing/2014/main" id="{61BFC32A-EFA2-45F8-9F0E-D905254AD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082"/>
              <a:ext cx="1753" cy="26"/>
            </a:xfrm>
            <a:custGeom>
              <a:avLst/>
              <a:gdLst>
                <a:gd name="T0" fmla="*/ 1753 w 1753"/>
                <a:gd name="T1" fmla="*/ 0 h 26"/>
                <a:gd name="T2" fmla="*/ 3 w 1753"/>
                <a:gd name="T3" fmla="*/ 0 h 26"/>
                <a:gd name="T4" fmla="*/ 0 w 1753"/>
                <a:gd name="T5" fmla="*/ 25 h 26"/>
                <a:gd name="T6" fmla="*/ 1750 w 1753"/>
                <a:gd name="T7" fmla="*/ 26 h 26"/>
                <a:gd name="T8" fmla="*/ 1753 w 175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3" h="26">
                  <a:moveTo>
                    <a:pt x="1753" y="0"/>
                  </a:moveTo>
                  <a:lnTo>
                    <a:pt x="3" y="0"/>
                  </a:lnTo>
                  <a:lnTo>
                    <a:pt x="0" y="25"/>
                  </a:lnTo>
                  <a:lnTo>
                    <a:pt x="1750" y="26"/>
                  </a:lnTo>
                  <a:lnTo>
                    <a:pt x="1753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9" name="Freeform 408">
              <a:extLst>
                <a:ext uri="{FF2B5EF4-FFF2-40B4-BE49-F238E27FC236}">
                  <a16:creationId xmlns:a16="http://schemas.microsoft.com/office/drawing/2014/main" id="{E511AE67-9EC3-48E3-BE38-8450BA700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1347"/>
              <a:ext cx="1753" cy="26"/>
            </a:xfrm>
            <a:custGeom>
              <a:avLst/>
              <a:gdLst>
                <a:gd name="T0" fmla="*/ 1750 w 1753"/>
                <a:gd name="T1" fmla="*/ 0 h 26"/>
                <a:gd name="T2" fmla="*/ 0 w 1753"/>
                <a:gd name="T3" fmla="*/ 1 h 26"/>
                <a:gd name="T4" fmla="*/ 4 w 1753"/>
                <a:gd name="T5" fmla="*/ 26 h 26"/>
                <a:gd name="T6" fmla="*/ 4 w 1753"/>
                <a:gd name="T7" fmla="*/ 26 h 26"/>
                <a:gd name="T8" fmla="*/ 1753 w 1753"/>
                <a:gd name="T9" fmla="*/ 26 h 26"/>
                <a:gd name="T10" fmla="*/ 1750 w 1753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53" h="26">
                  <a:moveTo>
                    <a:pt x="1750" y="0"/>
                  </a:moveTo>
                  <a:lnTo>
                    <a:pt x="0" y="1"/>
                  </a:lnTo>
                  <a:lnTo>
                    <a:pt x="4" y="26"/>
                  </a:lnTo>
                  <a:lnTo>
                    <a:pt x="1753" y="26"/>
                  </a:lnTo>
                  <a:lnTo>
                    <a:pt x="175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0" name="Freeform 409">
              <a:extLst>
                <a:ext uri="{FF2B5EF4-FFF2-40B4-BE49-F238E27FC236}">
                  <a16:creationId xmlns:a16="http://schemas.microsoft.com/office/drawing/2014/main" id="{3FCD8D8B-13B2-4448-BB6A-754F05D32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1992"/>
              <a:ext cx="1752" cy="16"/>
            </a:xfrm>
            <a:custGeom>
              <a:avLst/>
              <a:gdLst>
                <a:gd name="T0" fmla="*/ 1752 w 1752"/>
                <a:gd name="T1" fmla="*/ 0 h 16"/>
                <a:gd name="T2" fmla="*/ 2 w 1752"/>
                <a:gd name="T3" fmla="*/ 0 h 16"/>
                <a:gd name="T4" fmla="*/ 0 w 1752"/>
                <a:gd name="T5" fmla="*/ 16 h 16"/>
                <a:gd name="T6" fmla="*/ 1751 w 1752"/>
                <a:gd name="T7" fmla="*/ 16 h 16"/>
                <a:gd name="T8" fmla="*/ 1752 w 175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2" h="16">
                  <a:moveTo>
                    <a:pt x="1752" y="0"/>
                  </a:moveTo>
                  <a:lnTo>
                    <a:pt x="2" y="0"/>
                  </a:lnTo>
                  <a:lnTo>
                    <a:pt x="0" y="16"/>
                  </a:lnTo>
                  <a:lnTo>
                    <a:pt x="1751" y="16"/>
                  </a:lnTo>
                  <a:lnTo>
                    <a:pt x="1752" y="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1" name="Freeform 410">
              <a:extLst>
                <a:ext uri="{FF2B5EF4-FFF2-40B4-BE49-F238E27FC236}">
                  <a16:creationId xmlns:a16="http://schemas.microsoft.com/office/drawing/2014/main" id="{F1AEC277-6451-44DE-A4A8-23E4ED1BF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008"/>
              <a:ext cx="1760" cy="74"/>
            </a:xfrm>
            <a:custGeom>
              <a:avLst/>
              <a:gdLst>
                <a:gd name="T0" fmla="*/ 1760 w 1760"/>
                <a:gd name="T1" fmla="*/ 0 h 74"/>
                <a:gd name="T2" fmla="*/ 9 w 1760"/>
                <a:gd name="T3" fmla="*/ 0 h 74"/>
                <a:gd name="T4" fmla="*/ 0 w 1760"/>
                <a:gd name="T5" fmla="*/ 74 h 74"/>
                <a:gd name="T6" fmla="*/ 1750 w 1760"/>
                <a:gd name="T7" fmla="*/ 74 h 74"/>
                <a:gd name="T8" fmla="*/ 1760 w 1760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0" h="74">
                  <a:moveTo>
                    <a:pt x="1760" y="0"/>
                  </a:moveTo>
                  <a:lnTo>
                    <a:pt x="9" y="0"/>
                  </a:lnTo>
                  <a:lnTo>
                    <a:pt x="0" y="74"/>
                  </a:lnTo>
                  <a:lnTo>
                    <a:pt x="1750" y="74"/>
                  </a:lnTo>
                  <a:lnTo>
                    <a:pt x="1760" y="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2" name="Freeform 411">
              <a:extLst>
                <a:ext uri="{FF2B5EF4-FFF2-40B4-BE49-F238E27FC236}">
                  <a16:creationId xmlns:a16="http://schemas.microsoft.com/office/drawing/2014/main" id="{827824D1-3B37-4560-BDA3-01064E99F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973"/>
              <a:ext cx="1753" cy="19"/>
            </a:xfrm>
            <a:custGeom>
              <a:avLst/>
              <a:gdLst>
                <a:gd name="T0" fmla="*/ 1753 w 1753"/>
                <a:gd name="T1" fmla="*/ 0 h 19"/>
                <a:gd name="T2" fmla="*/ 583 w 1753"/>
                <a:gd name="T3" fmla="*/ 0 h 19"/>
                <a:gd name="T4" fmla="*/ 1 w 1753"/>
                <a:gd name="T5" fmla="*/ 3 h 19"/>
                <a:gd name="T6" fmla="*/ 0 w 1753"/>
                <a:gd name="T7" fmla="*/ 19 h 19"/>
                <a:gd name="T8" fmla="*/ 1750 w 1753"/>
                <a:gd name="T9" fmla="*/ 19 h 19"/>
                <a:gd name="T10" fmla="*/ 1753 w 1753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53" h="19">
                  <a:moveTo>
                    <a:pt x="1753" y="0"/>
                  </a:moveTo>
                  <a:lnTo>
                    <a:pt x="583" y="0"/>
                  </a:lnTo>
                  <a:lnTo>
                    <a:pt x="1" y="3"/>
                  </a:lnTo>
                  <a:lnTo>
                    <a:pt x="0" y="19"/>
                  </a:lnTo>
                  <a:lnTo>
                    <a:pt x="1750" y="19"/>
                  </a:lnTo>
                  <a:lnTo>
                    <a:pt x="1753" y="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3" name="Line 412">
              <a:extLst>
                <a:ext uri="{FF2B5EF4-FFF2-40B4-BE49-F238E27FC236}">
                  <a16:creationId xmlns:a16="http://schemas.microsoft.com/office/drawing/2014/main" id="{4CF2833E-CEB1-4EBD-AD06-2D2376622B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9" y="1348"/>
              <a:ext cx="14" cy="10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4" name="Freeform 413">
              <a:extLst>
                <a:ext uri="{FF2B5EF4-FFF2-40B4-BE49-F238E27FC236}">
                  <a16:creationId xmlns:a16="http://schemas.microsoft.com/office/drawing/2014/main" id="{DAA140BD-72AD-40A6-A36B-69EEC568A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1545"/>
              <a:ext cx="11" cy="8"/>
            </a:xfrm>
            <a:custGeom>
              <a:avLst/>
              <a:gdLst>
                <a:gd name="T0" fmla="*/ 0 w 8"/>
                <a:gd name="T1" fmla="*/ 0 h 5"/>
                <a:gd name="T2" fmla="*/ 21 w 8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2"/>
                    <a:pt x="5" y="5"/>
                    <a:pt x="8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5" name="Freeform 414">
              <a:extLst>
                <a:ext uri="{FF2B5EF4-FFF2-40B4-BE49-F238E27FC236}">
                  <a16:creationId xmlns:a16="http://schemas.microsoft.com/office/drawing/2014/main" id="{3A7AC67A-3A20-41B9-AB5E-F77249BD1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1548"/>
              <a:ext cx="11" cy="6"/>
            </a:xfrm>
            <a:custGeom>
              <a:avLst/>
              <a:gdLst>
                <a:gd name="T0" fmla="*/ 0 w 8"/>
                <a:gd name="T1" fmla="*/ 5 h 4"/>
                <a:gd name="T2" fmla="*/ 21 w 8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1"/>
                  </a:moveTo>
                  <a:cubicBezTo>
                    <a:pt x="3" y="0"/>
                    <a:pt x="6" y="0"/>
                    <a:pt x="8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6" name="Freeform 415">
              <a:extLst>
                <a:ext uri="{FF2B5EF4-FFF2-40B4-BE49-F238E27FC236}">
                  <a16:creationId xmlns:a16="http://schemas.microsoft.com/office/drawing/2014/main" id="{8D211B42-F60C-44C8-91AC-DD2DAFEF6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653"/>
              <a:ext cx="12" cy="6"/>
            </a:xfrm>
            <a:custGeom>
              <a:avLst/>
              <a:gdLst>
                <a:gd name="T0" fmla="*/ 0 w 9"/>
                <a:gd name="T1" fmla="*/ 0 h 4"/>
                <a:gd name="T2" fmla="*/ 21 w 9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2" y="2"/>
                    <a:pt x="6" y="4"/>
                    <a:pt x="9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7" name="Freeform 416">
              <a:extLst>
                <a:ext uri="{FF2B5EF4-FFF2-40B4-BE49-F238E27FC236}">
                  <a16:creationId xmlns:a16="http://schemas.microsoft.com/office/drawing/2014/main" id="{21286C88-2BB7-4453-8C44-C5AC6CBE3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656"/>
              <a:ext cx="12" cy="3"/>
            </a:xfrm>
            <a:custGeom>
              <a:avLst/>
              <a:gdLst>
                <a:gd name="T0" fmla="*/ 0 w 9"/>
                <a:gd name="T1" fmla="*/ 8 h 2"/>
                <a:gd name="T2" fmla="*/ 21 w 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4" y="2"/>
                    <a:pt x="6" y="0"/>
                    <a:pt x="9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8" name="Freeform 417">
              <a:extLst>
                <a:ext uri="{FF2B5EF4-FFF2-40B4-BE49-F238E27FC236}">
                  <a16:creationId xmlns:a16="http://schemas.microsoft.com/office/drawing/2014/main" id="{F3AB9229-A024-4925-BAD7-A98DA03B4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783"/>
              <a:ext cx="11" cy="5"/>
            </a:xfrm>
            <a:custGeom>
              <a:avLst/>
              <a:gdLst>
                <a:gd name="T0" fmla="*/ 0 w 8"/>
                <a:gd name="T1" fmla="*/ 5 h 3"/>
                <a:gd name="T2" fmla="*/ 21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3" y="3"/>
                    <a:pt x="6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9" name="Freeform 418">
              <a:extLst>
                <a:ext uri="{FF2B5EF4-FFF2-40B4-BE49-F238E27FC236}">
                  <a16:creationId xmlns:a16="http://schemas.microsoft.com/office/drawing/2014/main" id="{5325011C-309D-47C5-9962-6112DD1B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785"/>
              <a:ext cx="11" cy="6"/>
            </a:xfrm>
            <a:custGeom>
              <a:avLst/>
              <a:gdLst>
                <a:gd name="T0" fmla="*/ 0 w 8"/>
                <a:gd name="T1" fmla="*/ 14 h 4"/>
                <a:gd name="T2" fmla="*/ 21 w 8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1"/>
                    <a:pt x="5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0" name="Freeform 419">
              <a:extLst>
                <a:ext uri="{FF2B5EF4-FFF2-40B4-BE49-F238E27FC236}">
                  <a16:creationId xmlns:a16="http://schemas.microsoft.com/office/drawing/2014/main" id="{DA7F935E-52AF-4CD1-912A-63EE92C43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1907"/>
              <a:ext cx="11" cy="10"/>
            </a:xfrm>
            <a:custGeom>
              <a:avLst/>
              <a:gdLst>
                <a:gd name="T0" fmla="*/ 0 w 8"/>
                <a:gd name="T1" fmla="*/ 9 h 7"/>
                <a:gd name="T2" fmla="*/ 21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3" y="7"/>
                    <a:pt x="6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1" name="Freeform 420">
              <a:extLst>
                <a:ext uri="{FF2B5EF4-FFF2-40B4-BE49-F238E27FC236}">
                  <a16:creationId xmlns:a16="http://schemas.microsoft.com/office/drawing/2014/main" id="{CEE48F3C-0ECD-4828-9FD2-302081D2A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910"/>
              <a:ext cx="10" cy="9"/>
            </a:xfrm>
            <a:custGeom>
              <a:avLst/>
              <a:gdLst>
                <a:gd name="T0" fmla="*/ 0 w 7"/>
                <a:gd name="T1" fmla="*/ 21 h 6"/>
                <a:gd name="T2" fmla="*/ 2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2"/>
                    <a:pt x="4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2" name="Freeform 421">
              <a:extLst>
                <a:ext uri="{FF2B5EF4-FFF2-40B4-BE49-F238E27FC236}">
                  <a16:creationId xmlns:a16="http://schemas.microsoft.com/office/drawing/2014/main" id="{6B12B1F4-D544-4B8F-936C-2011F9E5A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354"/>
              <a:ext cx="9" cy="22"/>
            </a:xfrm>
            <a:custGeom>
              <a:avLst/>
              <a:gdLst>
                <a:gd name="T0" fmla="*/ 0 w 6"/>
                <a:gd name="T1" fmla="*/ 0 h 15"/>
                <a:gd name="T2" fmla="*/ 8 w 6"/>
                <a:gd name="T3" fmla="*/ 26 h 15"/>
                <a:gd name="T4" fmla="*/ 21 w 6"/>
                <a:gd name="T5" fmla="*/ 4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1" y="3"/>
                    <a:pt x="1" y="6"/>
                    <a:pt x="2" y="8"/>
                  </a:cubicBezTo>
                  <a:cubicBezTo>
                    <a:pt x="3" y="11"/>
                    <a:pt x="6" y="13"/>
                    <a:pt x="6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3" name="Freeform 422">
              <a:extLst>
                <a:ext uri="{FF2B5EF4-FFF2-40B4-BE49-F238E27FC236}">
                  <a16:creationId xmlns:a16="http://schemas.microsoft.com/office/drawing/2014/main" id="{D1660B69-6E54-4D30-8BA4-49EEC727C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366"/>
              <a:ext cx="2" cy="13"/>
            </a:xfrm>
            <a:custGeom>
              <a:avLst/>
              <a:gdLst>
                <a:gd name="T0" fmla="*/ 0 w 1"/>
                <a:gd name="T1" fmla="*/ 0 h 9"/>
                <a:gd name="T2" fmla="*/ 8 w 1"/>
                <a:gd name="T3" fmla="*/ 2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3"/>
                    <a:pt x="1" y="6"/>
                    <a:pt x="1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4" name="Freeform 423">
              <a:extLst>
                <a:ext uri="{FF2B5EF4-FFF2-40B4-BE49-F238E27FC236}">
                  <a16:creationId xmlns:a16="http://schemas.microsoft.com/office/drawing/2014/main" id="{3C137C48-8EAD-4BD7-911A-54298D928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469"/>
              <a:ext cx="16" cy="18"/>
            </a:xfrm>
            <a:custGeom>
              <a:avLst/>
              <a:gdLst>
                <a:gd name="T0" fmla="*/ 0 w 12"/>
                <a:gd name="T1" fmla="*/ 0 h 12"/>
                <a:gd name="T2" fmla="*/ 28 w 12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2" y="5"/>
                    <a:pt x="8" y="9"/>
                    <a:pt x="12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5" name="Freeform 424">
              <a:extLst>
                <a:ext uri="{FF2B5EF4-FFF2-40B4-BE49-F238E27FC236}">
                  <a16:creationId xmlns:a16="http://schemas.microsoft.com/office/drawing/2014/main" id="{A37006F4-E60E-499E-8331-C7B989D52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481"/>
              <a:ext cx="5" cy="14"/>
            </a:xfrm>
            <a:custGeom>
              <a:avLst/>
              <a:gdLst>
                <a:gd name="T0" fmla="*/ 0 w 3"/>
                <a:gd name="T1" fmla="*/ 0 h 10"/>
                <a:gd name="T2" fmla="*/ 13 w 3"/>
                <a:gd name="T3" fmla="*/ 2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1" y="4"/>
                    <a:pt x="3" y="6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6" name="Freeform 425">
              <a:extLst>
                <a:ext uri="{FF2B5EF4-FFF2-40B4-BE49-F238E27FC236}">
                  <a16:creationId xmlns:a16="http://schemas.microsoft.com/office/drawing/2014/main" id="{42F1A25A-165F-4EAA-AD95-12FDD72A2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685"/>
              <a:ext cx="24" cy="10"/>
            </a:xfrm>
            <a:custGeom>
              <a:avLst/>
              <a:gdLst>
                <a:gd name="T0" fmla="*/ 0 w 17"/>
                <a:gd name="T1" fmla="*/ 0 h 7"/>
                <a:gd name="T2" fmla="*/ 48 w 17"/>
                <a:gd name="T3" fmla="*/ 1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3" y="7"/>
                    <a:pt x="13" y="4"/>
                    <a:pt x="17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7" name="Freeform 426">
              <a:extLst>
                <a:ext uri="{FF2B5EF4-FFF2-40B4-BE49-F238E27FC236}">
                  <a16:creationId xmlns:a16="http://schemas.microsoft.com/office/drawing/2014/main" id="{AF05A459-AA5B-40E2-AACB-E5A7FBA4C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1692"/>
              <a:ext cx="8" cy="8"/>
            </a:xfrm>
            <a:custGeom>
              <a:avLst/>
              <a:gdLst>
                <a:gd name="T0" fmla="*/ 0 w 6"/>
                <a:gd name="T1" fmla="*/ 0 h 5"/>
                <a:gd name="T2" fmla="*/ 15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1"/>
                    <a:pt x="5" y="3"/>
                    <a:pt x="6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8" name="Freeform 427">
              <a:extLst>
                <a:ext uri="{FF2B5EF4-FFF2-40B4-BE49-F238E27FC236}">
                  <a16:creationId xmlns:a16="http://schemas.microsoft.com/office/drawing/2014/main" id="{24563C29-0E16-4108-94ED-057D61E95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1855"/>
              <a:ext cx="22" cy="11"/>
            </a:xfrm>
            <a:custGeom>
              <a:avLst/>
              <a:gdLst>
                <a:gd name="T0" fmla="*/ 0 w 16"/>
                <a:gd name="T1" fmla="*/ 20 h 7"/>
                <a:gd name="T2" fmla="*/ 41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5"/>
                  </a:moveTo>
                  <a:cubicBezTo>
                    <a:pt x="5" y="7"/>
                    <a:pt x="11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9" name="Freeform 428">
              <a:extLst>
                <a:ext uri="{FF2B5EF4-FFF2-40B4-BE49-F238E27FC236}">
                  <a16:creationId xmlns:a16="http://schemas.microsoft.com/office/drawing/2014/main" id="{1CC745E7-8891-4ECD-8933-458B17E18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" y="1861"/>
              <a:ext cx="11" cy="3"/>
            </a:xfrm>
            <a:custGeom>
              <a:avLst/>
              <a:gdLst>
                <a:gd name="T0" fmla="*/ 0 w 8"/>
                <a:gd name="T1" fmla="*/ 0 h 2"/>
                <a:gd name="T2" fmla="*/ 21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0"/>
                    <a:pt x="5" y="1"/>
                    <a:pt x="8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0" name="Freeform 429">
              <a:extLst>
                <a:ext uri="{FF2B5EF4-FFF2-40B4-BE49-F238E27FC236}">
                  <a16:creationId xmlns:a16="http://schemas.microsoft.com/office/drawing/2014/main" id="{D2D9EBC7-41DF-4132-A52E-A1A4BF248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2011"/>
              <a:ext cx="15" cy="19"/>
            </a:xfrm>
            <a:custGeom>
              <a:avLst/>
              <a:gdLst>
                <a:gd name="T0" fmla="*/ 27 w 11"/>
                <a:gd name="T1" fmla="*/ 0 h 13"/>
                <a:gd name="T2" fmla="*/ 0 w 11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1" y="0"/>
                  </a:moveTo>
                  <a:cubicBezTo>
                    <a:pt x="9" y="4"/>
                    <a:pt x="5" y="11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" name="Freeform 430">
              <a:extLst>
                <a:ext uri="{FF2B5EF4-FFF2-40B4-BE49-F238E27FC236}">
                  <a16:creationId xmlns:a16="http://schemas.microsoft.com/office/drawing/2014/main" id="{891F064B-396F-4F4E-AFBC-53ADBC7F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017"/>
              <a:ext cx="9" cy="3"/>
            </a:xfrm>
            <a:custGeom>
              <a:avLst/>
              <a:gdLst>
                <a:gd name="T0" fmla="*/ 0 w 6"/>
                <a:gd name="T1" fmla="*/ 8 h 2"/>
                <a:gd name="T2" fmla="*/ 21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0"/>
                    <a:pt x="6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" name="Freeform 431">
              <a:extLst>
                <a:ext uri="{FF2B5EF4-FFF2-40B4-BE49-F238E27FC236}">
                  <a16:creationId xmlns:a16="http://schemas.microsoft.com/office/drawing/2014/main" id="{7BB3CDBD-05AA-4A02-B94F-7C32529E6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373"/>
              <a:ext cx="1759" cy="75"/>
            </a:xfrm>
            <a:custGeom>
              <a:avLst/>
              <a:gdLst>
                <a:gd name="T0" fmla="*/ 1749 w 1759"/>
                <a:gd name="T1" fmla="*/ 0 h 75"/>
                <a:gd name="T2" fmla="*/ 0 w 1759"/>
                <a:gd name="T3" fmla="*/ 0 h 75"/>
                <a:gd name="T4" fmla="*/ 8 w 1759"/>
                <a:gd name="T5" fmla="*/ 75 h 75"/>
                <a:gd name="T6" fmla="*/ 1759 w 1759"/>
                <a:gd name="T7" fmla="*/ 75 h 75"/>
                <a:gd name="T8" fmla="*/ 1749 w 1759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9" h="75">
                  <a:moveTo>
                    <a:pt x="1749" y="0"/>
                  </a:moveTo>
                  <a:lnTo>
                    <a:pt x="0" y="0"/>
                  </a:lnTo>
                  <a:lnTo>
                    <a:pt x="8" y="75"/>
                  </a:lnTo>
                  <a:lnTo>
                    <a:pt x="1759" y="75"/>
                  </a:lnTo>
                  <a:lnTo>
                    <a:pt x="1749" y="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" name="Freeform 432">
              <a:extLst>
                <a:ext uri="{FF2B5EF4-FFF2-40B4-BE49-F238E27FC236}">
                  <a16:creationId xmlns:a16="http://schemas.microsoft.com/office/drawing/2014/main" id="{17503268-1438-4974-B680-FC72BED47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1462"/>
              <a:ext cx="1756" cy="22"/>
            </a:xfrm>
            <a:custGeom>
              <a:avLst/>
              <a:gdLst>
                <a:gd name="T0" fmla="*/ 3330 w 1274"/>
                <a:gd name="T1" fmla="*/ 6 h 15"/>
                <a:gd name="T2" fmla="*/ 6 w 1274"/>
                <a:gd name="T3" fmla="*/ 0 h 15"/>
                <a:gd name="T4" fmla="*/ 8 w 1274"/>
                <a:gd name="T5" fmla="*/ 34 h 15"/>
                <a:gd name="T6" fmla="*/ 367 w 1274"/>
                <a:gd name="T7" fmla="*/ 47 h 15"/>
                <a:gd name="T8" fmla="*/ 3336 w 1274"/>
                <a:gd name="T9" fmla="*/ 47 h 15"/>
                <a:gd name="T10" fmla="*/ 3330 w 1274"/>
                <a:gd name="T11" fmla="*/ 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4" h="15">
                  <a:moveTo>
                    <a:pt x="1272" y="2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0" y="11"/>
                    <a:pt x="140" y="15"/>
                    <a:pt x="140" y="15"/>
                  </a:cubicBezTo>
                  <a:cubicBezTo>
                    <a:pt x="1274" y="15"/>
                    <a:pt x="1274" y="15"/>
                    <a:pt x="1274" y="15"/>
                  </a:cubicBezTo>
                  <a:lnTo>
                    <a:pt x="1272" y="2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" name="Freeform 433">
              <a:extLst>
                <a:ext uri="{FF2B5EF4-FFF2-40B4-BE49-F238E27FC236}">
                  <a16:creationId xmlns:a16="http://schemas.microsoft.com/office/drawing/2014/main" id="{BE87FF09-D072-4F39-A01D-ED16386FC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1448"/>
              <a:ext cx="1752" cy="17"/>
            </a:xfrm>
            <a:custGeom>
              <a:avLst/>
              <a:gdLst>
                <a:gd name="T0" fmla="*/ 1751 w 1752"/>
                <a:gd name="T1" fmla="*/ 0 h 17"/>
                <a:gd name="T2" fmla="*/ 0 w 1752"/>
                <a:gd name="T3" fmla="*/ 0 h 17"/>
                <a:gd name="T4" fmla="*/ 2 w 1752"/>
                <a:gd name="T5" fmla="*/ 14 h 17"/>
                <a:gd name="T6" fmla="*/ 1752 w 1752"/>
                <a:gd name="T7" fmla="*/ 17 h 17"/>
                <a:gd name="T8" fmla="*/ 1751 w 175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2" h="17">
                  <a:moveTo>
                    <a:pt x="1751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1752" y="17"/>
                  </a:lnTo>
                  <a:lnTo>
                    <a:pt x="1751" y="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" name="Freeform 434">
              <a:extLst>
                <a:ext uri="{FF2B5EF4-FFF2-40B4-BE49-F238E27FC236}">
                  <a16:creationId xmlns:a16="http://schemas.microsoft.com/office/drawing/2014/main" id="{B353C1F5-7EE2-47D3-B96F-3AB6C50BB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1373"/>
              <a:ext cx="184" cy="709"/>
            </a:xfrm>
            <a:custGeom>
              <a:avLst/>
              <a:gdLst>
                <a:gd name="T0" fmla="*/ 345 w 134"/>
                <a:gd name="T1" fmla="*/ 1374 h 482"/>
                <a:gd name="T2" fmla="*/ 111 w 134"/>
                <a:gd name="T3" fmla="*/ 768 h 482"/>
                <a:gd name="T4" fmla="*/ 347 w 134"/>
                <a:gd name="T5" fmla="*/ 162 h 482"/>
                <a:gd name="T6" fmla="*/ 347 w 134"/>
                <a:gd name="T7" fmla="*/ 162 h 482"/>
                <a:gd name="T8" fmla="*/ 332 w 134"/>
                <a:gd name="T9" fmla="*/ 0 h 482"/>
                <a:gd name="T10" fmla="*/ 111 w 134"/>
                <a:gd name="T11" fmla="*/ 210 h 482"/>
                <a:gd name="T12" fmla="*/ 0 w 134"/>
                <a:gd name="T13" fmla="*/ 768 h 482"/>
                <a:gd name="T14" fmla="*/ 328 w 134"/>
                <a:gd name="T15" fmla="*/ 1534 h 482"/>
                <a:gd name="T16" fmla="*/ 347 w 134"/>
                <a:gd name="T17" fmla="*/ 1374 h 482"/>
                <a:gd name="T18" fmla="*/ 345 w 134"/>
                <a:gd name="T19" fmla="*/ 1374 h 4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482">
                  <a:moveTo>
                    <a:pt x="133" y="432"/>
                  </a:moveTo>
                  <a:cubicBezTo>
                    <a:pt x="89" y="423"/>
                    <a:pt x="43" y="350"/>
                    <a:pt x="43" y="241"/>
                  </a:cubicBezTo>
                  <a:cubicBezTo>
                    <a:pt x="43" y="129"/>
                    <a:pt x="89" y="56"/>
                    <a:pt x="134" y="51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05" y="4"/>
                    <a:pt x="70" y="24"/>
                    <a:pt x="43" y="66"/>
                  </a:cubicBezTo>
                  <a:cubicBezTo>
                    <a:pt x="15" y="112"/>
                    <a:pt x="0" y="174"/>
                    <a:pt x="0" y="241"/>
                  </a:cubicBezTo>
                  <a:cubicBezTo>
                    <a:pt x="0" y="366"/>
                    <a:pt x="56" y="470"/>
                    <a:pt x="127" y="482"/>
                  </a:cubicBezTo>
                  <a:cubicBezTo>
                    <a:pt x="134" y="432"/>
                    <a:pt x="134" y="432"/>
                    <a:pt x="134" y="432"/>
                  </a:cubicBezTo>
                  <a:cubicBezTo>
                    <a:pt x="133" y="432"/>
                    <a:pt x="133" y="432"/>
                    <a:pt x="133" y="43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" name="Freeform 435">
              <a:extLst>
                <a:ext uri="{FF2B5EF4-FFF2-40B4-BE49-F238E27FC236}">
                  <a16:creationId xmlns:a16="http://schemas.microsoft.com/office/drawing/2014/main" id="{35AFB6D2-1EA5-4C81-80E8-A8EEEFED5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1448"/>
              <a:ext cx="127" cy="560"/>
            </a:xfrm>
            <a:custGeom>
              <a:avLst/>
              <a:gdLst>
                <a:gd name="T0" fmla="*/ 240 w 92"/>
                <a:gd name="T1" fmla="*/ 1210 h 381"/>
                <a:gd name="T2" fmla="*/ 240 w 92"/>
                <a:gd name="T3" fmla="*/ 1210 h 381"/>
                <a:gd name="T4" fmla="*/ 242 w 92"/>
                <a:gd name="T5" fmla="*/ 1176 h 381"/>
                <a:gd name="T6" fmla="*/ 26 w 92"/>
                <a:gd name="T7" fmla="*/ 603 h 381"/>
                <a:gd name="T8" fmla="*/ 242 w 92"/>
                <a:gd name="T9" fmla="*/ 28 h 381"/>
                <a:gd name="T10" fmla="*/ 240 w 92"/>
                <a:gd name="T11" fmla="*/ 0 h 381"/>
                <a:gd name="T12" fmla="*/ 240 w 92"/>
                <a:gd name="T13" fmla="*/ 0 h 381"/>
                <a:gd name="T14" fmla="*/ 240 w 92"/>
                <a:gd name="T15" fmla="*/ 0 h 381"/>
                <a:gd name="T16" fmla="*/ 0 w 92"/>
                <a:gd name="T17" fmla="*/ 603 h 381"/>
                <a:gd name="T18" fmla="*/ 236 w 92"/>
                <a:gd name="T19" fmla="*/ 1210 h 381"/>
                <a:gd name="T20" fmla="*/ 240 w 92"/>
                <a:gd name="T21" fmla="*/ 1210 h 3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381">
                  <a:moveTo>
                    <a:pt x="91" y="381"/>
                  </a:moveTo>
                  <a:cubicBezTo>
                    <a:pt x="91" y="381"/>
                    <a:pt x="91" y="381"/>
                    <a:pt x="91" y="381"/>
                  </a:cubicBezTo>
                  <a:cubicBezTo>
                    <a:pt x="92" y="370"/>
                    <a:pt x="92" y="370"/>
                    <a:pt x="92" y="370"/>
                  </a:cubicBezTo>
                  <a:cubicBezTo>
                    <a:pt x="52" y="362"/>
                    <a:pt x="10" y="292"/>
                    <a:pt x="10" y="190"/>
                  </a:cubicBezTo>
                  <a:cubicBezTo>
                    <a:pt x="10" y="86"/>
                    <a:pt x="51" y="14"/>
                    <a:pt x="92" y="9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46" y="5"/>
                    <a:pt x="0" y="78"/>
                    <a:pt x="0" y="190"/>
                  </a:cubicBezTo>
                  <a:cubicBezTo>
                    <a:pt x="0" y="299"/>
                    <a:pt x="46" y="372"/>
                    <a:pt x="90" y="381"/>
                  </a:cubicBezTo>
                  <a:cubicBezTo>
                    <a:pt x="90" y="381"/>
                    <a:pt x="90" y="381"/>
                    <a:pt x="91" y="38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" name="Freeform 436">
              <a:extLst>
                <a:ext uri="{FF2B5EF4-FFF2-40B4-BE49-F238E27FC236}">
                  <a16:creationId xmlns:a16="http://schemas.microsoft.com/office/drawing/2014/main" id="{76542B6B-9F18-4006-A34D-FEC28D2B9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462"/>
              <a:ext cx="114" cy="530"/>
            </a:xfrm>
            <a:custGeom>
              <a:avLst/>
              <a:gdLst>
                <a:gd name="T0" fmla="*/ 216 w 83"/>
                <a:gd name="T1" fmla="*/ 1110 h 361"/>
                <a:gd name="T2" fmla="*/ 22 w 83"/>
                <a:gd name="T3" fmla="*/ 574 h 361"/>
                <a:gd name="T4" fmla="*/ 216 w 83"/>
                <a:gd name="T5" fmla="*/ 34 h 361"/>
                <a:gd name="T6" fmla="*/ 213 w 83"/>
                <a:gd name="T7" fmla="*/ 0 h 361"/>
                <a:gd name="T8" fmla="*/ 0 w 83"/>
                <a:gd name="T9" fmla="*/ 574 h 361"/>
                <a:gd name="T10" fmla="*/ 213 w 83"/>
                <a:gd name="T11" fmla="*/ 1142 h 361"/>
                <a:gd name="T12" fmla="*/ 216 w 83"/>
                <a:gd name="T13" fmla="*/ 1110 h 3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361">
                  <a:moveTo>
                    <a:pt x="83" y="351"/>
                  </a:moveTo>
                  <a:cubicBezTo>
                    <a:pt x="51" y="345"/>
                    <a:pt x="9" y="282"/>
                    <a:pt x="9" y="181"/>
                  </a:cubicBezTo>
                  <a:cubicBezTo>
                    <a:pt x="9" y="80"/>
                    <a:pt x="51" y="16"/>
                    <a:pt x="83" y="11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41" y="5"/>
                    <a:pt x="0" y="77"/>
                    <a:pt x="0" y="181"/>
                  </a:cubicBezTo>
                  <a:cubicBezTo>
                    <a:pt x="0" y="283"/>
                    <a:pt x="42" y="353"/>
                    <a:pt x="82" y="361"/>
                  </a:cubicBezTo>
                  <a:lnTo>
                    <a:pt x="83" y="351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" name="Freeform 437">
              <a:extLst>
                <a:ext uri="{FF2B5EF4-FFF2-40B4-BE49-F238E27FC236}">
                  <a16:creationId xmlns:a16="http://schemas.microsoft.com/office/drawing/2014/main" id="{B5DD9D25-5320-44D4-8959-49B09E531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478"/>
              <a:ext cx="1851" cy="499"/>
            </a:xfrm>
            <a:custGeom>
              <a:avLst/>
              <a:gdLst>
                <a:gd name="T0" fmla="*/ 3516 w 1343"/>
                <a:gd name="T1" fmla="*/ 13 h 340"/>
                <a:gd name="T2" fmla="*/ 553 w 1343"/>
                <a:gd name="T3" fmla="*/ 13 h 340"/>
                <a:gd name="T4" fmla="*/ 194 w 1343"/>
                <a:gd name="T5" fmla="*/ 0 h 340"/>
                <a:gd name="T6" fmla="*/ 0 w 1343"/>
                <a:gd name="T7" fmla="*/ 536 h 340"/>
                <a:gd name="T8" fmla="*/ 194 w 1343"/>
                <a:gd name="T9" fmla="*/ 1074 h 340"/>
                <a:gd name="T10" fmla="*/ 194 w 1343"/>
                <a:gd name="T11" fmla="*/ 1073 h 340"/>
                <a:gd name="T12" fmla="*/ 1300 w 1343"/>
                <a:gd name="T13" fmla="*/ 1066 h 340"/>
                <a:gd name="T14" fmla="*/ 3516 w 1343"/>
                <a:gd name="T15" fmla="*/ 1066 h 340"/>
                <a:gd name="T16" fmla="*/ 3335 w 1343"/>
                <a:gd name="T17" fmla="*/ 536 h 340"/>
                <a:gd name="T18" fmla="*/ 3516 w 1343"/>
                <a:gd name="T19" fmla="*/ 13 h 3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3" h="340">
                  <a:moveTo>
                    <a:pt x="1343" y="4"/>
                  </a:move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71" y="0"/>
                    <a:pt x="74" y="0"/>
                  </a:cubicBezTo>
                  <a:cubicBezTo>
                    <a:pt x="42" y="5"/>
                    <a:pt x="0" y="69"/>
                    <a:pt x="0" y="170"/>
                  </a:cubicBezTo>
                  <a:cubicBezTo>
                    <a:pt x="0" y="271"/>
                    <a:pt x="42" y="334"/>
                    <a:pt x="74" y="340"/>
                  </a:cubicBezTo>
                  <a:cubicBezTo>
                    <a:pt x="74" y="339"/>
                    <a:pt x="74" y="339"/>
                    <a:pt x="74" y="339"/>
                  </a:cubicBezTo>
                  <a:cubicBezTo>
                    <a:pt x="496" y="337"/>
                    <a:pt x="496" y="337"/>
                    <a:pt x="496" y="337"/>
                  </a:cubicBezTo>
                  <a:cubicBezTo>
                    <a:pt x="1343" y="337"/>
                    <a:pt x="1343" y="337"/>
                    <a:pt x="1343" y="337"/>
                  </a:cubicBezTo>
                  <a:cubicBezTo>
                    <a:pt x="1309" y="315"/>
                    <a:pt x="1274" y="257"/>
                    <a:pt x="1274" y="170"/>
                  </a:cubicBezTo>
                  <a:cubicBezTo>
                    <a:pt x="1274" y="83"/>
                    <a:pt x="1306" y="25"/>
                    <a:pt x="1343" y="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" name="Freeform 438">
              <a:extLst>
                <a:ext uri="{FF2B5EF4-FFF2-40B4-BE49-F238E27FC236}">
                  <a16:creationId xmlns:a16="http://schemas.microsoft.com/office/drawing/2014/main" id="{96D2BDC4-0B9B-4DDF-98E8-549694426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478"/>
              <a:ext cx="1851" cy="499"/>
            </a:xfrm>
            <a:custGeom>
              <a:avLst/>
              <a:gdLst>
                <a:gd name="T0" fmla="*/ 3516 w 1343"/>
                <a:gd name="T1" fmla="*/ 13 h 340"/>
                <a:gd name="T2" fmla="*/ 553 w 1343"/>
                <a:gd name="T3" fmla="*/ 13 h 340"/>
                <a:gd name="T4" fmla="*/ 194 w 1343"/>
                <a:gd name="T5" fmla="*/ 0 h 340"/>
                <a:gd name="T6" fmla="*/ 0 w 1343"/>
                <a:gd name="T7" fmla="*/ 536 h 340"/>
                <a:gd name="T8" fmla="*/ 194 w 1343"/>
                <a:gd name="T9" fmla="*/ 1074 h 340"/>
                <a:gd name="T10" fmla="*/ 194 w 1343"/>
                <a:gd name="T11" fmla="*/ 1073 h 340"/>
                <a:gd name="T12" fmla="*/ 1300 w 1343"/>
                <a:gd name="T13" fmla="*/ 1066 h 340"/>
                <a:gd name="T14" fmla="*/ 3516 w 1343"/>
                <a:gd name="T15" fmla="*/ 1066 h 340"/>
                <a:gd name="T16" fmla="*/ 3335 w 1343"/>
                <a:gd name="T17" fmla="*/ 536 h 340"/>
                <a:gd name="T18" fmla="*/ 3516 w 1343"/>
                <a:gd name="T19" fmla="*/ 13 h 3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3" h="340">
                  <a:moveTo>
                    <a:pt x="1343" y="4"/>
                  </a:move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71" y="0"/>
                    <a:pt x="74" y="0"/>
                  </a:cubicBezTo>
                  <a:cubicBezTo>
                    <a:pt x="42" y="5"/>
                    <a:pt x="0" y="69"/>
                    <a:pt x="0" y="170"/>
                  </a:cubicBezTo>
                  <a:cubicBezTo>
                    <a:pt x="0" y="271"/>
                    <a:pt x="42" y="334"/>
                    <a:pt x="74" y="340"/>
                  </a:cubicBezTo>
                  <a:cubicBezTo>
                    <a:pt x="74" y="339"/>
                    <a:pt x="74" y="339"/>
                    <a:pt x="74" y="339"/>
                  </a:cubicBezTo>
                  <a:cubicBezTo>
                    <a:pt x="496" y="337"/>
                    <a:pt x="496" y="337"/>
                    <a:pt x="496" y="337"/>
                  </a:cubicBezTo>
                  <a:cubicBezTo>
                    <a:pt x="1343" y="337"/>
                    <a:pt x="1343" y="337"/>
                    <a:pt x="1343" y="337"/>
                  </a:cubicBezTo>
                  <a:cubicBezTo>
                    <a:pt x="1309" y="315"/>
                    <a:pt x="1274" y="257"/>
                    <a:pt x="1274" y="170"/>
                  </a:cubicBezTo>
                  <a:cubicBezTo>
                    <a:pt x="1274" y="83"/>
                    <a:pt x="1306" y="25"/>
                    <a:pt x="1343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0" name="Freeform 439">
              <a:extLst>
                <a:ext uri="{FF2B5EF4-FFF2-40B4-BE49-F238E27FC236}">
                  <a16:creationId xmlns:a16="http://schemas.microsoft.com/office/drawing/2014/main" id="{CA14C6F0-7777-42EB-8282-1034162A0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503"/>
              <a:ext cx="1826" cy="457"/>
            </a:xfrm>
            <a:custGeom>
              <a:avLst/>
              <a:gdLst>
                <a:gd name="T0" fmla="*/ 3447 w 1325"/>
                <a:gd name="T1" fmla="*/ 28 h 311"/>
                <a:gd name="T2" fmla="*/ 1628 w 1325"/>
                <a:gd name="T3" fmla="*/ 35 h 311"/>
                <a:gd name="T4" fmla="*/ 109 w 1325"/>
                <a:gd name="T5" fmla="*/ 22 h 311"/>
                <a:gd name="T6" fmla="*/ 0 w 1325"/>
                <a:gd name="T7" fmla="*/ 486 h 311"/>
                <a:gd name="T8" fmla="*/ 124 w 1325"/>
                <a:gd name="T9" fmla="*/ 971 h 311"/>
                <a:gd name="T10" fmla="*/ 1743 w 1325"/>
                <a:gd name="T11" fmla="*/ 965 h 311"/>
                <a:gd name="T12" fmla="*/ 3460 w 1325"/>
                <a:gd name="T13" fmla="*/ 958 h 311"/>
                <a:gd name="T14" fmla="*/ 3335 w 1325"/>
                <a:gd name="T15" fmla="*/ 486 h 311"/>
                <a:gd name="T16" fmla="*/ 3447 w 1325"/>
                <a:gd name="T17" fmla="*/ 28 h 3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5" h="311">
                  <a:moveTo>
                    <a:pt x="1317" y="9"/>
                  </a:moveTo>
                  <a:cubicBezTo>
                    <a:pt x="1321" y="4"/>
                    <a:pt x="961" y="11"/>
                    <a:pt x="622" y="11"/>
                  </a:cubicBezTo>
                  <a:cubicBezTo>
                    <a:pt x="326" y="10"/>
                    <a:pt x="46" y="0"/>
                    <a:pt x="41" y="7"/>
                  </a:cubicBezTo>
                  <a:cubicBezTo>
                    <a:pt x="19" y="34"/>
                    <a:pt x="0" y="85"/>
                    <a:pt x="0" y="153"/>
                  </a:cubicBezTo>
                  <a:cubicBezTo>
                    <a:pt x="0" y="227"/>
                    <a:pt x="23" y="281"/>
                    <a:pt x="47" y="306"/>
                  </a:cubicBezTo>
                  <a:cubicBezTo>
                    <a:pt x="52" y="311"/>
                    <a:pt x="362" y="305"/>
                    <a:pt x="666" y="304"/>
                  </a:cubicBezTo>
                  <a:cubicBezTo>
                    <a:pt x="998" y="303"/>
                    <a:pt x="1325" y="305"/>
                    <a:pt x="1322" y="302"/>
                  </a:cubicBezTo>
                  <a:cubicBezTo>
                    <a:pt x="1296" y="273"/>
                    <a:pt x="1274" y="222"/>
                    <a:pt x="1274" y="153"/>
                  </a:cubicBezTo>
                  <a:cubicBezTo>
                    <a:pt x="1274" y="87"/>
                    <a:pt x="1292" y="38"/>
                    <a:pt x="1317" y="9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" name="Freeform 440">
              <a:extLst>
                <a:ext uri="{FF2B5EF4-FFF2-40B4-BE49-F238E27FC236}">
                  <a16:creationId xmlns:a16="http://schemas.microsoft.com/office/drawing/2014/main" id="{DC810D09-6EDE-43CA-816E-85DD33E30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484"/>
              <a:ext cx="97" cy="489"/>
            </a:xfrm>
            <a:custGeom>
              <a:avLst/>
              <a:gdLst>
                <a:gd name="T0" fmla="*/ 180 w 70"/>
                <a:gd name="T1" fmla="*/ 1054 h 333"/>
                <a:gd name="T2" fmla="*/ 0 w 70"/>
                <a:gd name="T3" fmla="*/ 526 h 333"/>
                <a:gd name="T4" fmla="*/ 186 w 70"/>
                <a:gd name="T5" fmla="*/ 0 h 3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33">
                  <a:moveTo>
                    <a:pt x="68" y="333"/>
                  </a:moveTo>
                  <a:cubicBezTo>
                    <a:pt x="34" y="311"/>
                    <a:pt x="0" y="253"/>
                    <a:pt x="0" y="166"/>
                  </a:cubicBezTo>
                  <a:cubicBezTo>
                    <a:pt x="0" y="79"/>
                    <a:pt x="33" y="21"/>
                    <a:pt x="7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2" name="Line 441">
              <a:extLst>
                <a:ext uri="{FF2B5EF4-FFF2-40B4-BE49-F238E27FC236}">
                  <a16:creationId xmlns:a16="http://schemas.microsoft.com/office/drawing/2014/main" id="{7C72E2EE-E9C9-4433-9499-0EA7D5969D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1" y="1988"/>
              <a:ext cx="12" cy="11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3" name="Line 442">
              <a:extLst>
                <a:ext uri="{FF2B5EF4-FFF2-40B4-BE49-F238E27FC236}">
                  <a16:creationId xmlns:a16="http://schemas.microsoft.com/office/drawing/2014/main" id="{B6CE33EE-7ADB-455D-B93D-F73A7FAFB6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3" y="1973"/>
              <a:ext cx="3" cy="1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4" name="Line 443">
              <a:extLst>
                <a:ext uri="{FF2B5EF4-FFF2-40B4-BE49-F238E27FC236}">
                  <a16:creationId xmlns:a16="http://schemas.microsoft.com/office/drawing/2014/main" id="{43D5BC12-AB3D-4987-8112-DF36F046F1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9" y="1348"/>
              <a:ext cx="17" cy="136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5" name="Freeform 444">
              <a:extLst>
                <a:ext uri="{FF2B5EF4-FFF2-40B4-BE49-F238E27FC236}">
                  <a16:creationId xmlns:a16="http://schemas.microsoft.com/office/drawing/2014/main" id="{49623BAF-1C74-4B28-9E7E-5CFA02FC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348"/>
              <a:ext cx="196" cy="759"/>
            </a:xfrm>
            <a:custGeom>
              <a:avLst/>
              <a:gdLst>
                <a:gd name="T0" fmla="*/ 374 w 142"/>
                <a:gd name="T1" fmla="*/ 0 h 516"/>
                <a:gd name="T2" fmla="*/ 0 w 142"/>
                <a:gd name="T3" fmla="*/ 822 h 516"/>
                <a:gd name="T4" fmla="*/ 374 w 142"/>
                <a:gd name="T5" fmla="*/ 1642 h 5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516">
                  <a:moveTo>
                    <a:pt x="142" y="0"/>
                  </a:moveTo>
                  <a:cubicBezTo>
                    <a:pt x="62" y="14"/>
                    <a:pt x="0" y="123"/>
                    <a:pt x="0" y="258"/>
                  </a:cubicBezTo>
                  <a:cubicBezTo>
                    <a:pt x="0" y="393"/>
                    <a:pt x="61" y="503"/>
                    <a:pt x="142" y="5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6" name="Line 445">
              <a:extLst>
                <a:ext uri="{FF2B5EF4-FFF2-40B4-BE49-F238E27FC236}">
                  <a16:creationId xmlns:a16="http://schemas.microsoft.com/office/drawing/2014/main" id="{77F7F65A-4978-4B6A-B412-96779F4EA6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" y="1348"/>
              <a:ext cx="14" cy="131"/>
            </a:xfrm>
            <a:prstGeom prst="line">
              <a:avLst/>
            </a:prstGeom>
            <a:noFill/>
            <a:ln w="4763">
              <a:solidFill>
                <a:srgbClr val="2E091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7" name="Line 446">
              <a:extLst>
                <a:ext uri="{FF2B5EF4-FFF2-40B4-BE49-F238E27FC236}">
                  <a16:creationId xmlns:a16="http://schemas.microsoft.com/office/drawing/2014/main" id="{F65C0849-F45A-4540-A7D2-D459C2DA1D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" y="1974"/>
              <a:ext cx="15" cy="133"/>
            </a:xfrm>
            <a:prstGeom prst="line">
              <a:avLst/>
            </a:prstGeom>
            <a:noFill/>
            <a:ln w="4763">
              <a:solidFill>
                <a:srgbClr val="2E091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2" name="artery-bifurcation-medical-illustration">
            <a:extLst>
              <a:ext uri="{FF2B5EF4-FFF2-40B4-BE49-F238E27FC236}">
                <a16:creationId xmlns:a16="http://schemas.microsoft.com/office/drawing/2014/main" id="{E53215F0-507B-4E85-8FEB-300B75A3EBFE}"/>
              </a:ext>
            </a:extLst>
          </p:cNvPr>
          <p:cNvGrpSpPr>
            <a:grpSpLocks/>
          </p:cNvGrpSpPr>
          <p:nvPr/>
        </p:nvGrpSpPr>
        <p:grpSpPr bwMode="auto">
          <a:xfrm>
            <a:off x="7696200" y="2117725"/>
            <a:ext cx="2198688" cy="4140200"/>
            <a:chOff x="2442" y="2012"/>
            <a:chExt cx="926" cy="1744"/>
          </a:xfrm>
        </p:grpSpPr>
        <p:sp>
          <p:nvSpPr>
            <p:cNvPr id="17414" name="Freeform 448">
              <a:extLst>
                <a:ext uri="{FF2B5EF4-FFF2-40B4-BE49-F238E27FC236}">
                  <a16:creationId xmlns:a16="http://schemas.microsoft.com/office/drawing/2014/main" id="{3FE9D65C-B686-402B-A340-09C7F9800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031"/>
              <a:ext cx="877" cy="1725"/>
            </a:xfrm>
            <a:custGeom>
              <a:avLst/>
              <a:gdLst>
                <a:gd name="T0" fmla="*/ 3674 w 428"/>
                <a:gd name="T1" fmla="*/ 1701 h 789"/>
                <a:gd name="T2" fmla="*/ 3451 w 428"/>
                <a:gd name="T3" fmla="*/ 1358 h 789"/>
                <a:gd name="T4" fmla="*/ 3578 w 428"/>
                <a:gd name="T5" fmla="*/ 951 h 789"/>
                <a:gd name="T6" fmla="*/ 3578 w 428"/>
                <a:gd name="T7" fmla="*/ 951 h 789"/>
                <a:gd name="T8" fmla="*/ 3578 w 428"/>
                <a:gd name="T9" fmla="*/ 951 h 789"/>
                <a:gd name="T10" fmla="*/ 1705 w 428"/>
                <a:gd name="T11" fmla="*/ 3251 h 789"/>
                <a:gd name="T12" fmla="*/ 1658 w 428"/>
                <a:gd name="T13" fmla="*/ 3251 h 789"/>
                <a:gd name="T14" fmla="*/ 1541 w 428"/>
                <a:gd name="T15" fmla="*/ 2676 h 789"/>
                <a:gd name="T16" fmla="*/ 1318 w 428"/>
                <a:gd name="T17" fmla="*/ 1576 h 789"/>
                <a:gd name="T18" fmla="*/ 912 w 428"/>
                <a:gd name="T19" fmla="*/ 732 h 789"/>
                <a:gd name="T20" fmla="*/ 533 w 428"/>
                <a:gd name="T21" fmla="*/ 0 h 789"/>
                <a:gd name="T22" fmla="*/ 533 w 428"/>
                <a:gd name="T23" fmla="*/ 0 h 789"/>
                <a:gd name="T24" fmla="*/ 533 w 428"/>
                <a:gd name="T25" fmla="*/ 9 h 789"/>
                <a:gd name="T26" fmla="*/ 352 w 428"/>
                <a:gd name="T27" fmla="*/ 387 h 789"/>
                <a:gd name="T28" fmla="*/ 0 w 428"/>
                <a:gd name="T29" fmla="*/ 407 h 789"/>
                <a:gd name="T30" fmla="*/ 256 w 428"/>
                <a:gd name="T31" fmla="*/ 960 h 789"/>
                <a:gd name="T32" fmla="*/ 475 w 428"/>
                <a:gd name="T33" fmla="*/ 2140 h 789"/>
                <a:gd name="T34" fmla="*/ 982 w 428"/>
                <a:gd name="T35" fmla="*/ 3658 h 789"/>
                <a:gd name="T36" fmla="*/ 1033 w 428"/>
                <a:gd name="T37" fmla="*/ 4412 h 789"/>
                <a:gd name="T38" fmla="*/ 1033 w 428"/>
                <a:gd name="T39" fmla="*/ 8098 h 789"/>
                <a:gd name="T40" fmla="*/ 1549 w 428"/>
                <a:gd name="T41" fmla="*/ 8245 h 789"/>
                <a:gd name="T42" fmla="*/ 2065 w 428"/>
                <a:gd name="T43" fmla="*/ 8098 h 789"/>
                <a:gd name="T44" fmla="*/ 2065 w 428"/>
                <a:gd name="T45" fmla="*/ 5287 h 789"/>
                <a:gd name="T46" fmla="*/ 3682 w 428"/>
                <a:gd name="T47" fmla="*/ 1701 h 789"/>
                <a:gd name="T48" fmla="*/ 3682 w 428"/>
                <a:gd name="T49" fmla="*/ 1701 h 789"/>
                <a:gd name="T50" fmla="*/ 3674 w 428"/>
                <a:gd name="T51" fmla="*/ 1701 h 7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28" h="789">
                  <a:moveTo>
                    <a:pt x="427" y="163"/>
                  </a:moveTo>
                  <a:cubicBezTo>
                    <a:pt x="416" y="165"/>
                    <a:pt x="404" y="150"/>
                    <a:pt x="401" y="130"/>
                  </a:cubicBezTo>
                  <a:cubicBezTo>
                    <a:pt x="398" y="110"/>
                    <a:pt x="404" y="92"/>
                    <a:pt x="416" y="91"/>
                  </a:cubicBezTo>
                  <a:cubicBezTo>
                    <a:pt x="416" y="91"/>
                    <a:pt x="416" y="91"/>
                    <a:pt x="416" y="91"/>
                  </a:cubicBezTo>
                  <a:cubicBezTo>
                    <a:pt x="416" y="91"/>
                    <a:pt x="416" y="91"/>
                    <a:pt x="416" y="91"/>
                  </a:cubicBezTo>
                  <a:cubicBezTo>
                    <a:pt x="320" y="109"/>
                    <a:pt x="222" y="222"/>
                    <a:pt x="198" y="311"/>
                  </a:cubicBezTo>
                  <a:cubicBezTo>
                    <a:pt x="197" y="314"/>
                    <a:pt x="194" y="318"/>
                    <a:pt x="193" y="311"/>
                  </a:cubicBezTo>
                  <a:cubicBezTo>
                    <a:pt x="190" y="299"/>
                    <a:pt x="185" y="279"/>
                    <a:pt x="179" y="256"/>
                  </a:cubicBezTo>
                  <a:cubicBezTo>
                    <a:pt x="176" y="236"/>
                    <a:pt x="170" y="192"/>
                    <a:pt x="153" y="151"/>
                  </a:cubicBezTo>
                  <a:cubicBezTo>
                    <a:pt x="138" y="113"/>
                    <a:pt x="117" y="87"/>
                    <a:pt x="106" y="70"/>
                  </a:cubicBezTo>
                  <a:cubicBezTo>
                    <a:pt x="93" y="46"/>
                    <a:pt x="78" y="22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2" y="0"/>
                    <a:pt x="62" y="1"/>
                    <a:pt x="62" y="1"/>
                  </a:cubicBezTo>
                  <a:cubicBezTo>
                    <a:pt x="68" y="10"/>
                    <a:pt x="58" y="27"/>
                    <a:pt x="41" y="37"/>
                  </a:cubicBezTo>
                  <a:cubicBezTo>
                    <a:pt x="24" y="47"/>
                    <a:pt x="7" y="47"/>
                    <a:pt x="0" y="39"/>
                  </a:cubicBezTo>
                  <a:cubicBezTo>
                    <a:pt x="11" y="57"/>
                    <a:pt x="21" y="74"/>
                    <a:pt x="30" y="92"/>
                  </a:cubicBezTo>
                  <a:cubicBezTo>
                    <a:pt x="39" y="109"/>
                    <a:pt x="41" y="158"/>
                    <a:pt x="55" y="205"/>
                  </a:cubicBezTo>
                  <a:cubicBezTo>
                    <a:pt x="68" y="253"/>
                    <a:pt x="103" y="304"/>
                    <a:pt x="114" y="350"/>
                  </a:cubicBezTo>
                  <a:cubicBezTo>
                    <a:pt x="118" y="377"/>
                    <a:pt x="120" y="401"/>
                    <a:pt x="120" y="422"/>
                  </a:cubicBezTo>
                  <a:cubicBezTo>
                    <a:pt x="120" y="520"/>
                    <a:pt x="120" y="775"/>
                    <a:pt x="120" y="775"/>
                  </a:cubicBezTo>
                  <a:cubicBezTo>
                    <a:pt x="120" y="783"/>
                    <a:pt x="147" y="789"/>
                    <a:pt x="180" y="789"/>
                  </a:cubicBezTo>
                  <a:cubicBezTo>
                    <a:pt x="213" y="789"/>
                    <a:pt x="240" y="783"/>
                    <a:pt x="240" y="775"/>
                  </a:cubicBezTo>
                  <a:cubicBezTo>
                    <a:pt x="240" y="775"/>
                    <a:pt x="240" y="596"/>
                    <a:pt x="240" y="506"/>
                  </a:cubicBezTo>
                  <a:cubicBezTo>
                    <a:pt x="240" y="389"/>
                    <a:pt x="308" y="194"/>
                    <a:pt x="428" y="163"/>
                  </a:cubicBezTo>
                  <a:cubicBezTo>
                    <a:pt x="428" y="163"/>
                    <a:pt x="428" y="163"/>
                    <a:pt x="428" y="163"/>
                  </a:cubicBezTo>
                  <a:cubicBezTo>
                    <a:pt x="428" y="163"/>
                    <a:pt x="427" y="163"/>
                    <a:pt x="427" y="163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" name="Freeform 449">
              <a:extLst>
                <a:ext uri="{FF2B5EF4-FFF2-40B4-BE49-F238E27FC236}">
                  <a16:creationId xmlns:a16="http://schemas.microsoft.com/office/drawing/2014/main" id="{1699B0A2-DED0-41B6-B9C8-6C5950B14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012"/>
              <a:ext cx="154" cy="124"/>
            </a:xfrm>
            <a:custGeom>
              <a:avLst/>
              <a:gdLst>
                <a:gd name="T0" fmla="*/ 600 w 75"/>
                <a:gd name="T1" fmla="*/ 104 h 57"/>
                <a:gd name="T2" fmla="*/ 417 w 75"/>
                <a:gd name="T3" fmla="*/ 474 h 57"/>
                <a:gd name="T4" fmla="*/ 51 w 75"/>
                <a:gd name="T5" fmla="*/ 483 h 57"/>
                <a:gd name="T6" fmla="*/ 232 w 75"/>
                <a:gd name="T7" fmla="*/ 113 h 57"/>
                <a:gd name="T8" fmla="*/ 600 w 75"/>
                <a:gd name="T9" fmla="*/ 10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7">
                  <a:moveTo>
                    <a:pt x="69" y="10"/>
                  </a:moveTo>
                  <a:cubicBezTo>
                    <a:pt x="75" y="19"/>
                    <a:pt x="65" y="36"/>
                    <a:pt x="48" y="46"/>
                  </a:cubicBezTo>
                  <a:cubicBezTo>
                    <a:pt x="30" y="56"/>
                    <a:pt x="12" y="57"/>
                    <a:pt x="6" y="47"/>
                  </a:cubicBezTo>
                  <a:cubicBezTo>
                    <a:pt x="0" y="37"/>
                    <a:pt x="10" y="21"/>
                    <a:pt x="27" y="11"/>
                  </a:cubicBezTo>
                  <a:cubicBezTo>
                    <a:pt x="45" y="1"/>
                    <a:pt x="64" y="0"/>
                    <a:pt x="69" y="10"/>
                  </a:cubicBezTo>
                  <a:close/>
                </a:path>
              </a:pathLst>
            </a:custGeom>
            <a:solidFill>
              <a:srgbClr val="F8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" name="Freeform 450">
              <a:extLst>
                <a:ext uri="{FF2B5EF4-FFF2-40B4-BE49-F238E27FC236}">
                  <a16:creationId xmlns:a16="http://schemas.microsoft.com/office/drawing/2014/main" id="{3CAFAF50-5F0C-47DA-A085-2EE52E556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029"/>
              <a:ext cx="111" cy="90"/>
            </a:xfrm>
            <a:custGeom>
              <a:avLst/>
              <a:gdLst>
                <a:gd name="T0" fmla="*/ 8 w 54"/>
                <a:gd name="T1" fmla="*/ 380 h 41"/>
                <a:gd name="T2" fmla="*/ 0 w 54"/>
                <a:gd name="T3" fmla="*/ 318 h 41"/>
                <a:gd name="T4" fmla="*/ 173 w 54"/>
                <a:gd name="T5" fmla="*/ 88 h 41"/>
                <a:gd name="T6" fmla="*/ 417 w 54"/>
                <a:gd name="T7" fmla="*/ 20 h 41"/>
                <a:gd name="T8" fmla="*/ 460 w 54"/>
                <a:gd name="T9" fmla="*/ 53 h 41"/>
                <a:gd name="T10" fmla="*/ 460 w 54"/>
                <a:gd name="T11" fmla="*/ 53 h 41"/>
                <a:gd name="T12" fmla="*/ 460 w 54"/>
                <a:gd name="T13" fmla="*/ 116 h 41"/>
                <a:gd name="T14" fmla="*/ 296 w 54"/>
                <a:gd name="T15" fmla="*/ 338 h 41"/>
                <a:gd name="T16" fmla="*/ 8 w 54"/>
                <a:gd name="T17" fmla="*/ 38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1">
                  <a:moveTo>
                    <a:pt x="1" y="36"/>
                  </a:moveTo>
                  <a:cubicBezTo>
                    <a:pt x="0" y="34"/>
                    <a:pt x="0" y="32"/>
                    <a:pt x="0" y="30"/>
                  </a:cubicBezTo>
                  <a:cubicBezTo>
                    <a:pt x="2" y="23"/>
                    <a:pt x="10" y="14"/>
                    <a:pt x="20" y="8"/>
                  </a:cubicBezTo>
                  <a:cubicBezTo>
                    <a:pt x="29" y="3"/>
                    <a:pt x="41" y="0"/>
                    <a:pt x="48" y="2"/>
                  </a:cubicBezTo>
                  <a:cubicBezTo>
                    <a:pt x="50" y="2"/>
                    <a:pt x="52" y="4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4" y="6"/>
                    <a:pt x="54" y="8"/>
                    <a:pt x="53" y="11"/>
                  </a:cubicBezTo>
                  <a:cubicBezTo>
                    <a:pt x="51" y="18"/>
                    <a:pt x="44" y="27"/>
                    <a:pt x="34" y="32"/>
                  </a:cubicBezTo>
                  <a:cubicBezTo>
                    <a:pt x="19" y="41"/>
                    <a:pt x="4" y="41"/>
                    <a:pt x="1" y="36"/>
                  </a:cubicBezTo>
                  <a:close/>
                </a:path>
              </a:pathLst>
            </a:custGeom>
            <a:solidFill>
              <a:srgbClr val="AA1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" name="Freeform 451">
              <a:extLst>
                <a:ext uri="{FF2B5EF4-FFF2-40B4-BE49-F238E27FC236}">
                  <a16:creationId xmlns:a16="http://schemas.microsoft.com/office/drawing/2014/main" id="{830EB689-B0E3-474D-B373-34C4DF5E2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029"/>
              <a:ext cx="111" cy="85"/>
            </a:xfrm>
            <a:custGeom>
              <a:avLst/>
              <a:gdLst>
                <a:gd name="T0" fmla="*/ 232 w 54"/>
                <a:gd name="T1" fmla="*/ 209 h 39"/>
                <a:gd name="T2" fmla="*/ 452 w 54"/>
                <a:gd name="T3" fmla="*/ 133 h 39"/>
                <a:gd name="T4" fmla="*/ 460 w 54"/>
                <a:gd name="T5" fmla="*/ 113 h 39"/>
                <a:gd name="T6" fmla="*/ 460 w 54"/>
                <a:gd name="T7" fmla="*/ 52 h 39"/>
                <a:gd name="T8" fmla="*/ 460 w 54"/>
                <a:gd name="T9" fmla="*/ 52 h 39"/>
                <a:gd name="T10" fmla="*/ 417 w 54"/>
                <a:gd name="T11" fmla="*/ 20 h 39"/>
                <a:gd name="T12" fmla="*/ 173 w 54"/>
                <a:gd name="T13" fmla="*/ 81 h 39"/>
                <a:gd name="T14" fmla="*/ 0 w 54"/>
                <a:gd name="T15" fmla="*/ 309 h 39"/>
                <a:gd name="T16" fmla="*/ 8 w 54"/>
                <a:gd name="T17" fmla="*/ 371 h 39"/>
                <a:gd name="T18" fmla="*/ 68 w 54"/>
                <a:gd name="T19" fmla="*/ 403 h 39"/>
                <a:gd name="T20" fmla="*/ 232 w 54"/>
                <a:gd name="T21" fmla="*/ 209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39">
                  <a:moveTo>
                    <a:pt x="27" y="20"/>
                  </a:moveTo>
                  <a:cubicBezTo>
                    <a:pt x="36" y="15"/>
                    <a:pt x="45" y="12"/>
                    <a:pt x="52" y="13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4" y="8"/>
                    <a:pt x="54" y="6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2" y="4"/>
                    <a:pt x="50" y="2"/>
                    <a:pt x="48" y="2"/>
                  </a:cubicBezTo>
                  <a:cubicBezTo>
                    <a:pt x="41" y="0"/>
                    <a:pt x="29" y="3"/>
                    <a:pt x="20" y="8"/>
                  </a:cubicBezTo>
                  <a:cubicBezTo>
                    <a:pt x="10" y="14"/>
                    <a:pt x="2" y="23"/>
                    <a:pt x="0" y="30"/>
                  </a:cubicBezTo>
                  <a:cubicBezTo>
                    <a:pt x="0" y="32"/>
                    <a:pt x="0" y="34"/>
                    <a:pt x="1" y="36"/>
                  </a:cubicBezTo>
                  <a:cubicBezTo>
                    <a:pt x="2" y="38"/>
                    <a:pt x="5" y="39"/>
                    <a:pt x="8" y="39"/>
                  </a:cubicBezTo>
                  <a:cubicBezTo>
                    <a:pt x="11" y="33"/>
                    <a:pt x="18" y="25"/>
                    <a:pt x="27" y="20"/>
                  </a:cubicBezTo>
                  <a:close/>
                </a:path>
              </a:pathLst>
            </a:custGeom>
            <a:solidFill>
              <a:srgbClr val="D041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" name="Freeform 452">
              <a:extLst>
                <a:ext uri="{FF2B5EF4-FFF2-40B4-BE49-F238E27FC236}">
                  <a16:creationId xmlns:a16="http://schemas.microsoft.com/office/drawing/2014/main" id="{4D97A8C9-0B2E-410A-91B8-E6A010279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226"/>
              <a:ext cx="96" cy="166"/>
            </a:xfrm>
            <a:custGeom>
              <a:avLst/>
              <a:gdLst>
                <a:gd name="T0" fmla="*/ 247 w 47"/>
                <a:gd name="T1" fmla="*/ 773 h 76"/>
                <a:gd name="T2" fmla="*/ 25 w 47"/>
                <a:gd name="T3" fmla="*/ 430 h 76"/>
                <a:gd name="T4" fmla="*/ 155 w 47"/>
                <a:gd name="T5" fmla="*/ 20 h 76"/>
                <a:gd name="T6" fmla="*/ 368 w 47"/>
                <a:gd name="T7" fmla="*/ 363 h 76"/>
                <a:gd name="T8" fmla="*/ 247 w 47"/>
                <a:gd name="T9" fmla="*/ 773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6">
                  <a:moveTo>
                    <a:pt x="29" y="74"/>
                  </a:moveTo>
                  <a:cubicBezTo>
                    <a:pt x="18" y="76"/>
                    <a:pt x="6" y="61"/>
                    <a:pt x="3" y="41"/>
                  </a:cubicBezTo>
                  <a:cubicBezTo>
                    <a:pt x="0" y="21"/>
                    <a:pt x="6" y="3"/>
                    <a:pt x="18" y="2"/>
                  </a:cubicBezTo>
                  <a:cubicBezTo>
                    <a:pt x="29" y="0"/>
                    <a:pt x="40" y="15"/>
                    <a:pt x="43" y="35"/>
                  </a:cubicBezTo>
                  <a:cubicBezTo>
                    <a:pt x="47" y="55"/>
                    <a:pt x="40" y="72"/>
                    <a:pt x="29" y="74"/>
                  </a:cubicBezTo>
                  <a:close/>
                </a:path>
              </a:pathLst>
            </a:custGeom>
            <a:solidFill>
              <a:srgbClr val="F8A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" name="Freeform 453">
              <a:extLst>
                <a:ext uri="{FF2B5EF4-FFF2-40B4-BE49-F238E27FC236}">
                  <a16:creationId xmlns:a16="http://schemas.microsoft.com/office/drawing/2014/main" id="{5F1121B4-3CE5-4FFB-962E-8DEFC5BD2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243"/>
              <a:ext cx="66" cy="131"/>
            </a:xfrm>
            <a:custGeom>
              <a:avLst/>
              <a:gdLst>
                <a:gd name="T0" fmla="*/ 107 w 32"/>
                <a:gd name="T1" fmla="*/ 0 h 60"/>
                <a:gd name="T2" fmla="*/ 149 w 32"/>
                <a:gd name="T3" fmla="*/ 20 h 60"/>
                <a:gd name="T4" fmla="*/ 264 w 32"/>
                <a:gd name="T5" fmla="*/ 290 h 60"/>
                <a:gd name="T6" fmla="*/ 229 w 32"/>
                <a:gd name="T7" fmla="*/ 581 h 60"/>
                <a:gd name="T8" fmla="*/ 184 w 32"/>
                <a:gd name="T9" fmla="*/ 624 h 60"/>
                <a:gd name="T10" fmla="*/ 184 w 32"/>
                <a:gd name="T11" fmla="*/ 624 h 60"/>
                <a:gd name="T12" fmla="*/ 132 w 32"/>
                <a:gd name="T13" fmla="*/ 605 h 60"/>
                <a:gd name="T14" fmla="*/ 17 w 32"/>
                <a:gd name="T15" fmla="*/ 334 h 60"/>
                <a:gd name="T16" fmla="*/ 107 w 32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60">
                  <a:moveTo>
                    <a:pt x="12" y="0"/>
                  </a:moveTo>
                  <a:cubicBezTo>
                    <a:pt x="13" y="0"/>
                    <a:pt x="15" y="0"/>
                    <a:pt x="17" y="2"/>
                  </a:cubicBezTo>
                  <a:cubicBezTo>
                    <a:pt x="23" y="6"/>
                    <a:pt x="28" y="16"/>
                    <a:pt x="30" y="28"/>
                  </a:cubicBezTo>
                  <a:cubicBezTo>
                    <a:pt x="32" y="39"/>
                    <a:pt x="30" y="50"/>
                    <a:pt x="26" y="56"/>
                  </a:cubicBezTo>
                  <a:cubicBezTo>
                    <a:pt x="24" y="58"/>
                    <a:pt x="23" y="60"/>
                    <a:pt x="21" y="6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19" y="60"/>
                    <a:pt x="17" y="59"/>
                    <a:pt x="15" y="58"/>
                  </a:cubicBezTo>
                  <a:cubicBezTo>
                    <a:pt x="9" y="54"/>
                    <a:pt x="4" y="43"/>
                    <a:pt x="2" y="32"/>
                  </a:cubicBezTo>
                  <a:cubicBezTo>
                    <a:pt x="0" y="15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AA1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0" name="Freeform 454">
              <a:extLst>
                <a:ext uri="{FF2B5EF4-FFF2-40B4-BE49-F238E27FC236}">
                  <a16:creationId xmlns:a16="http://schemas.microsoft.com/office/drawing/2014/main" id="{56F27C36-1371-4AE2-A33E-251AC4D6A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243"/>
              <a:ext cx="52" cy="131"/>
            </a:xfrm>
            <a:custGeom>
              <a:avLst/>
              <a:gdLst>
                <a:gd name="T0" fmla="*/ 208 w 25"/>
                <a:gd name="T1" fmla="*/ 290 h 60"/>
                <a:gd name="T2" fmla="*/ 92 w 25"/>
                <a:gd name="T3" fmla="*/ 20 h 60"/>
                <a:gd name="T4" fmla="*/ 44 w 25"/>
                <a:gd name="T5" fmla="*/ 0 h 60"/>
                <a:gd name="T6" fmla="*/ 0 w 25"/>
                <a:gd name="T7" fmla="*/ 44 h 60"/>
                <a:gd name="T8" fmla="*/ 92 w 25"/>
                <a:gd name="T9" fmla="*/ 290 h 60"/>
                <a:gd name="T10" fmla="*/ 52 w 25"/>
                <a:gd name="T11" fmla="*/ 581 h 60"/>
                <a:gd name="T12" fmla="*/ 73 w 25"/>
                <a:gd name="T13" fmla="*/ 605 h 60"/>
                <a:gd name="T14" fmla="*/ 125 w 25"/>
                <a:gd name="T15" fmla="*/ 624 h 60"/>
                <a:gd name="T16" fmla="*/ 125 w 25"/>
                <a:gd name="T17" fmla="*/ 624 h 60"/>
                <a:gd name="T18" fmla="*/ 173 w 25"/>
                <a:gd name="T19" fmla="*/ 581 h 60"/>
                <a:gd name="T20" fmla="*/ 208 w 25"/>
                <a:gd name="T21" fmla="*/ 290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60">
                  <a:moveTo>
                    <a:pt x="23" y="28"/>
                  </a:moveTo>
                  <a:cubicBezTo>
                    <a:pt x="21" y="16"/>
                    <a:pt x="16" y="6"/>
                    <a:pt x="10" y="2"/>
                  </a:cubicBezTo>
                  <a:cubicBezTo>
                    <a:pt x="8" y="0"/>
                    <a:pt x="6" y="0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5" y="9"/>
                    <a:pt x="9" y="18"/>
                    <a:pt x="10" y="28"/>
                  </a:cubicBezTo>
                  <a:cubicBezTo>
                    <a:pt x="12" y="39"/>
                    <a:pt x="10" y="50"/>
                    <a:pt x="6" y="56"/>
                  </a:cubicBezTo>
                  <a:cubicBezTo>
                    <a:pt x="7" y="57"/>
                    <a:pt x="8" y="57"/>
                    <a:pt x="8" y="58"/>
                  </a:cubicBezTo>
                  <a:cubicBezTo>
                    <a:pt x="10" y="59"/>
                    <a:pt x="12" y="60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6" y="60"/>
                    <a:pt x="17" y="58"/>
                    <a:pt x="19" y="56"/>
                  </a:cubicBezTo>
                  <a:cubicBezTo>
                    <a:pt x="23" y="50"/>
                    <a:pt x="25" y="39"/>
                    <a:pt x="23" y="28"/>
                  </a:cubicBezTo>
                  <a:close/>
                </a:path>
              </a:pathLst>
            </a:custGeom>
            <a:solidFill>
              <a:srgbClr val="D041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1" name="Freeform 455">
              <a:extLst>
                <a:ext uri="{FF2B5EF4-FFF2-40B4-BE49-F238E27FC236}">
                  <a16:creationId xmlns:a16="http://schemas.microsoft.com/office/drawing/2014/main" id="{17D2195E-FBDE-4A65-88F8-10A5C5C12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07"/>
              <a:ext cx="125" cy="406"/>
            </a:xfrm>
            <a:custGeom>
              <a:avLst/>
              <a:gdLst>
                <a:gd name="T0" fmla="*/ 0 w 61"/>
                <a:gd name="T1" fmla="*/ 0 h 186"/>
                <a:gd name="T2" fmla="*/ 180 w 61"/>
                <a:gd name="T3" fmla="*/ 810 h 186"/>
                <a:gd name="T4" fmla="*/ 525 w 61"/>
                <a:gd name="T5" fmla="*/ 1934 h 186"/>
                <a:gd name="T6" fmla="*/ 131 w 61"/>
                <a:gd name="T7" fmla="*/ 819 h 186"/>
                <a:gd name="T8" fmla="*/ 0 w 61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86">
                  <a:moveTo>
                    <a:pt x="0" y="0"/>
                  </a:moveTo>
                  <a:cubicBezTo>
                    <a:pt x="4" y="22"/>
                    <a:pt x="12" y="47"/>
                    <a:pt x="21" y="78"/>
                  </a:cubicBezTo>
                  <a:cubicBezTo>
                    <a:pt x="31" y="113"/>
                    <a:pt x="46" y="151"/>
                    <a:pt x="61" y="186"/>
                  </a:cubicBezTo>
                  <a:cubicBezTo>
                    <a:pt x="46" y="151"/>
                    <a:pt x="25" y="114"/>
                    <a:pt x="15" y="79"/>
                  </a:cubicBezTo>
                  <a:cubicBezTo>
                    <a:pt x="6" y="48"/>
                    <a:pt x="4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2" name="Freeform 456">
              <a:extLst>
                <a:ext uri="{FF2B5EF4-FFF2-40B4-BE49-F238E27FC236}">
                  <a16:creationId xmlns:a16="http://schemas.microsoft.com/office/drawing/2014/main" id="{3AE60F5D-6994-4029-801F-9975EF76E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294"/>
              <a:ext cx="295" cy="334"/>
            </a:xfrm>
            <a:custGeom>
              <a:avLst/>
              <a:gdLst>
                <a:gd name="T0" fmla="*/ 0 w 144"/>
                <a:gd name="T1" fmla="*/ 1591 h 153"/>
                <a:gd name="T2" fmla="*/ 629 w 144"/>
                <a:gd name="T3" fmla="*/ 657 h 153"/>
                <a:gd name="T4" fmla="*/ 1237 w 144"/>
                <a:gd name="T5" fmla="*/ 0 h 153"/>
                <a:gd name="T6" fmla="*/ 0 w 144"/>
                <a:gd name="T7" fmla="*/ 1591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53">
                  <a:moveTo>
                    <a:pt x="0" y="153"/>
                  </a:moveTo>
                  <a:cubicBezTo>
                    <a:pt x="17" y="121"/>
                    <a:pt x="45" y="91"/>
                    <a:pt x="73" y="63"/>
                  </a:cubicBezTo>
                  <a:cubicBezTo>
                    <a:pt x="96" y="39"/>
                    <a:pt x="117" y="15"/>
                    <a:pt x="144" y="0"/>
                  </a:cubicBezTo>
                  <a:cubicBezTo>
                    <a:pt x="85" y="33"/>
                    <a:pt x="30" y="94"/>
                    <a:pt x="0" y="1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3" name="Freeform 457">
              <a:extLst>
                <a:ext uri="{FF2B5EF4-FFF2-40B4-BE49-F238E27FC236}">
                  <a16:creationId xmlns:a16="http://schemas.microsoft.com/office/drawing/2014/main" id="{0E3C845E-87B8-4B64-B186-4BBB5A7AB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269"/>
              <a:ext cx="565" cy="1487"/>
            </a:xfrm>
            <a:custGeom>
              <a:avLst/>
              <a:gdLst>
                <a:gd name="T0" fmla="*/ 2360 w 276"/>
                <a:gd name="T1" fmla="*/ 564 h 680"/>
                <a:gd name="T2" fmla="*/ 2137 w 276"/>
                <a:gd name="T3" fmla="*/ 221 h 680"/>
                <a:gd name="T4" fmla="*/ 2137 w 276"/>
                <a:gd name="T5" fmla="*/ 168 h 680"/>
                <a:gd name="T6" fmla="*/ 2129 w 276"/>
                <a:gd name="T7" fmla="*/ 157 h 680"/>
                <a:gd name="T8" fmla="*/ 2129 w 276"/>
                <a:gd name="T9" fmla="*/ 105 h 680"/>
                <a:gd name="T10" fmla="*/ 2129 w 276"/>
                <a:gd name="T11" fmla="*/ 105 h 680"/>
                <a:gd name="T12" fmla="*/ 2137 w 276"/>
                <a:gd name="T13" fmla="*/ 52 h 680"/>
                <a:gd name="T14" fmla="*/ 2137 w 276"/>
                <a:gd name="T15" fmla="*/ 52 h 680"/>
                <a:gd name="T16" fmla="*/ 2137 w 276"/>
                <a:gd name="T17" fmla="*/ 0 h 680"/>
                <a:gd name="T18" fmla="*/ 2137 w 276"/>
                <a:gd name="T19" fmla="*/ 0 h 680"/>
                <a:gd name="T20" fmla="*/ 2025 w 276"/>
                <a:gd name="T21" fmla="*/ 367 h 680"/>
                <a:gd name="T22" fmla="*/ 1204 w 276"/>
                <a:gd name="T23" fmla="*/ 1474 h 680"/>
                <a:gd name="T24" fmla="*/ 508 w 276"/>
                <a:gd name="T25" fmla="*/ 4107 h 680"/>
                <a:gd name="T26" fmla="*/ 491 w 276"/>
                <a:gd name="T27" fmla="*/ 6576 h 680"/>
                <a:gd name="T28" fmla="*/ 96 w 276"/>
                <a:gd name="T29" fmla="*/ 7006 h 680"/>
                <a:gd name="T30" fmla="*/ 0 w 276"/>
                <a:gd name="T31" fmla="*/ 7092 h 680"/>
                <a:gd name="T32" fmla="*/ 240 w 276"/>
                <a:gd name="T33" fmla="*/ 7111 h 680"/>
                <a:gd name="T34" fmla="*/ 753 w 276"/>
                <a:gd name="T35" fmla="*/ 6963 h 680"/>
                <a:gd name="T36" fmla="*/ 753 w 276"/>
                <a:gd name="T37" fmla="*/ 4150 h 680"/>
                <a:gd name="T38" fmla="*/ 2368 w 276"/>
                <a:gd name="T39" fmla="*/ 564 h 680"/>
                <a:gd name="T40" fmla="*/ 2368 w 276"/>
                <a:gd name="T41" fmla="*/ 564 h 680"/>
                <a:gd name="T42" fmla="*/ 2360 w 276"/>
                <a:gd name="T43" fmla="*/ 564 h 6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76" h="680">
                  <a:moveTo>
                    <a:pt x="275" y="54"/>
                  </a:moveTo>
                  <a:cubicBezTo>
                    <a:pt x="264" y="56"/>
                    <a:pt x="252" y="41"/>
                    <a:pt x="249" y="21"/>
                  </a:cubicBezTo>
                  <a:cubicBezTo>
                    <a:pt x="249" y="19"/>
                    <a:pt x="249" y="18"/>
                    <a:pt x="249" y="16"/>
                  </a:cubicBezTo>
                  <a:cubicBezTo>
                    <a:pt x="249" y="16"/>
                    <a:pt x="249" y="15"/>
                    <a:pt x="248" y="15"/>
                  </a:cubicBezTo>
                  <a:cubicBezTo>
                    <a:pt x="248" y="13"/>
                    <a:pt x="248" y="12"/>
                    <a:pt x="248" y="10"/>
                  </a:cubicBezTo>
                  <a:cubicBezTo>
                    <a:pt x="248" y="10"/>
                    <a:pt x="248" y="10"/>
                    <a:pt x="248" y="10"/>
                  </a:cubicBezTo>
                  <a:cubicBezTo>
                    <a:pt x="248" y="8"/>
                    <a:pt x="248" y="7"/>
                    <a:pt x="249" y="5"/>
                  </a:cubicBezTo>
                  <a:cubicBezTo>
                    <a:pt x="249" y="5"/>
                    <a:pt x="249" y="5"/>
                    <a:pt x="249" y="5"/>
                  </a:cubicBezTo>
                  <a:cubicBezTo>
                    <a:pt x="249" y="3"/>
                    <a:pt x="249" y="1"/>
                    <a:pt x="249" y="0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49" y="0"/>
                    <a:pt x="245" y="24"/>
                    <a:pt x="236" y="35"/>
                  </a:cubicBezTo>
                  <a:cubicBezTo>
                    <a:pt x="212" y="62"/>
                    <a:pt x="172" y="94"/>
                    <a:pt x="140" y="141"/>
                  </a:cubicBezTo>
                  <a:cubicBezTo>
                    <a:pt x="90" y="214"/>
                    <a:pt x="64" y="306"/>
                    <a:pt x="59" y="393"/>
                  </a:cubicBezTo>
                  <a:cubicBezTo>
                    <a:pt x="56" y="447"/>
                    <a:pt x="73" y="577"/>
                    <a:pt x="57" y="629"/>
                  </a:cubicBezTo>
                  <a:cubicBezTo>
                    <a:pt x="49" y="652"/>
                    <a:pt x="33" y="655"/>
                    <a:pt x="11" y="670"/>
                  </a:cubicBezTo>
                  <a:cubicBezTo>
                    <a:pt x="9" y="671"/>
                    <a:pt x="5" y="674"/>
                    <a:pt x="0" y="678"/>
                  </a:cubicBezTo>
                  <a:cubicBezTo>
                    <a:pt x="8" y="679"/>
                    <a:pt x="18" y="680"/>
                    <a:pt x="28" y="680"/>
                  </a:cubicBezTo>
                  <a:cubicBezTo>
                    <a:pt x="61" y="680"/>
                    <a:pt x="88" y="674"/>
                    <a:pt x="88" y="666"/>
                  </a:cubicBezTo>
                  <a:cubicBezTo>
                    <a:pt x="88" y="666"/>
                    <a:pt x="88" y="487"/>
                    <a:pt x="88" y="397"/>
                  </a:cubicBezTo>
                  <a:cubicBezTo>
                    <a:pt x="88" y="280"/>
                    <a:pt x="156" y="85"/>
                    <a:pt x="276" y="54"/>
                  </a:cubicBezTo>
                  <a:cubicBezTo>
                    <a:pt x="276" y="54"/>
                    <a:pt x="276" y="54"/>
                    <a:pt x="276" y="54"/>
                  </a:cubicBezTo>
                  <a:cubicBezTo>
                    <a:pt x="276" y="54"/>
                    <a:pt x="275" y="54"/>
                    <a:pt x="275" y="54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4" name="Freeform 458">
              <a:extLst>
                <a:ext uri="{FF2B5EF4-FFF2-40B4-BE49-F238E27FC236}">
                  <a16:creationId xmlns:a16="http://schemas.microsoft.com/office/drawing/2014/main" id="{4CC01107-C4A5-4174-9D5F-3C25291E2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042"/>
              <a:ext cx="271" cy="691"/>
            </a:xfrm>
            <a:custGeom>
              <a:avLst/>
              <a:gdLst>
                <a:gd name="T0" fmla="*/ 1141 w 132"/>
                <a:gd name="T1" fmla="*/ 3232 h 316"/>
                <a:gd name="T2" fmla="*/ 1133 w 132"/>
                <a:gd name="T3" fmla="*/ 3199 h 316"/>
                <a:gd name="T4" fmla="*/ 1012 w 132"/>
                <a:gd name="T5" fmla="*/ 2626 h 316"/>
                <a:gd name="T6" fmla="*/ 788 w 132"/>
                <a:gd name="T7" fmla="*/ 1526 h 316"/>
                <a:gd name="T8" fmla="*/ 380 w 132"/>
                <a:gd name="T9" fmla="*/ 680 h 316"/>
                <a:gd name="T10" fmla="*/ 33 w 132"/>
                <a:gd name="T11" fmla="*/ 0 h 316"/>
                <a:gd name="T12" fmla="*/ 16 w 132"/>
                <a:gd name="T13" fmla="*/ 44 h 316"/>
                <a:gd name="T14" fmla="*/ 0 w 132"/>
                <a:gd name="T15" fmla="*/ 105 h 316"/>
                <a:gd name="T16" fmla="*/ 224 w 132"/>
                <a:gd name="T17" fmla="*/ 584 h 316"/>
                <a:gd name="T18" fmla="*/ 608 w 132"/>
                <a:gd name="T19" fmla="*/ 1402 h 316"/>
                <a:gd name="T20" fmla="*/ 1029 w 132"/>
                <a:gd name="T21" fmla="*/ 3022 h 316"/>
                <a:gd name="T22" fmla="*/ 1141 w 132"/>
                <a:gd name="T23" fmla="*/ 3232 h 3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316">
                  <a:moveTo>
                    <a:pt x="132" y="309"/>
                  </a:moveTo>
                  <a:cubicBezTo>
                    <a:pt x="131" y="308"/>
                    <a:pt x="131" y="308"/>
                    <a:pt x="131" y="306"/>
                  </a:cubicBezTo>
                  <a:cubicBezTo>
                    <a:pt x="128" y="294"/>
                    <a:pt x="123" y="274"/>
                    <a:pt x="117" y="251"/>
                  </a:cubicBezTo>
                  <a:cubicBezTo>
                    <a:pt x="114" y="231"/>
                    <a:pt x="108" y="187"/>
                    <a:pt x="91" y="146"/>
                  </a:cubicBezTo>
                  <a:cubicBezTo>
                    <a:pt x="76" y="108"/>
                    <a:pt x="55" y="82"/>
                    <a:pt x="44" y="65"/>
                  </a:cubicBezTo>
                  <a:cubicBezTo>
                    <a:pt x="32" y="43"/>
                    <a:pt x="18" y="21"/>
                    <a:pt x="4" y="0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6"/>
                    <a:pt x="1" y="8"/>
                    <a:pt x="0" y="10"/>
                  </a:cubicBezTo>
                  <a:cubicBezTo>
                    <a:pt x="9" y="25"/>
                    <a:pt x="18" y="40"/>
                    <a:pt x="26" y="56"/>
                  </a:cubicBezTo>
                  <a:cubicBezTo>
                    <a:pt x="30" y="65"/>
                    <a:pt x="55" y="98"/>
                    <a:pt x="70" y="134"/>
                  </a:cubicBezTo>
                  <a:cubicBezTo>
                    <a:pt x="87" y="179"/>
                    <a:pt x="113" y="273"/>
                    <a:pt x="119" y="289"/>
                  </a:cubicBezTo>
                  <a:cubicBezTo>
                    <a:pt x="120" y="293"/>
                    <a:pt x="124" y="316"/>
                    <a:pt x="132" y="309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5" name="Freeform 459">
              <a:extLst>
                <a:ext uri="{FF2B5EF4-FFF2-40B4-BE49-F238E27FC236}">
                  <a16:creationId xmlns:a16="http://schemas.microsoft.com/office/drawing/2014/main" id="{A320B544-D2CA-4149-9111-4973391E5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064"/>
              <a:ext cx="72" cy="48"/>
            </a:xfrm>
            <a:custGeom>
              <a:avLst/>
              <a:gdLst>
                <a:gd name="T0" fmla="*/ 0 w 35"/>
                <a:gd name="T1" fmla="*/ 229 h 22"/>
                <a:gd name="T2" fmla="*/ 165 w 35"/>
                <a:gd name="T3" fmla="*/ 177 h 22"/>
                <a:gd name="T4" fmla="*/ 304 w 35"/>
                <a:gd name="T5" fmla="*/ 166 h 22"/>
                <a:gd name="T6" fmla="*/ 191 w 35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2">
                  <a:moveTo>
                    <a:pt x="0" y="22"/>
                  </a:moveTo>
                  <a:cubicBezTo>
                    <a:pt x="6" y="21"/>
                    <a:pt x="13" y="20"/>
                    <a:pt x="19" y="17"/>
                  </a:cubicBezTo>
                  <a:cubicBezTo>
                    <a:pt x="28" y="14"/>
                    <a:pt x="27" y="15"/>
                    <a:pt x="35" y="16"/>
                  </a:cubicBezTo>
                  <a:cubicBezTo>
                    <a:pt x="32" y="10"/>
                    <a:pt x="28" y="4"/>
                    <a:pt x="22" y="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Freeform 460">
              <a:extLst>
                <a:ext uri="{FF2B5EF4-FFF2-40B4-BE49-F238E27FC236}">
                  <a16:creationId xmlns:a16="http://schemas.microsoft.com/office/drawing/2014/main" id="{2E2F3684-F98A-4009-B117-4DD164FFC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012"/>
              <a:ext cx="154" cy="124"/>
            </a:xfrm>
            <a:custGeom>
              <a:avLst/>
              <a:gdLst>
                <a:gd name="T0" fmla="*/ 600 w 75"/>
                <a:gd name="T1" fmla="*/ 104 h 57"/>
                <a:gd name="T2" fmla="*/ 417 w 75"/>
                <a:gd name="T3" fmla="*/ 474 h 57"/>
                <a:gd name="T4" fmla="*/ 51 w 75"/>
                <a:gd name="T5" fmla="*/ 483 h 57"/>
                <a:gd name="T6" fmla="*/ 232 w 75"/>
                <a:gd name="T7" fmla="*/ 113 h 57"/>
                <a:gd name="T8" fmla="*/ 600 w 75"/>
                <a:gd name="T9" fmla="*/ 10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7">
                  <a:moveTo>
                    <a:pt x="69" y="10"/>
                  </a:moveTo>
                  <a:cubicBezTo>
                    <a:pt x="75" y="19"/>
                    <a:pt x="65" y="36"/>
                    <a:pt x="48" y="46"/>
                  </a:cubicBezTo>
                  <a:cubicBezTo>
                    <a:pt x="30" y="56"/>
                    <a:pt x="12" y="57"/>
                    <a:pt x="6" y="47"/>
                  </a:cubicBezTo>
                  <a:cubicBezTo>
                    <a:pt x="0" y="37"/>
                    <a:pt x="10" y="21"/>
                    <a:pt x="27" y="11"/>
                  </a:cubicBezTo>
                  <a:cubicBezTo>
                    <a:pt x="45" y="1"/>
                    <a:pt x="64" y="0"/>
                    <a:pt x="69" y="1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7" name="Freeform 461">
              <a:extLst>
                <a:ext uri="{FF2B5EF4-FFF2-40B4-BE49-F238E27FC236}">
                  <a16:creationId xmlns:a16="http://schemas.microsoft.com/office/drawing/2014/main" id="{8C3BF3CA-2749-4654-97C0-AC4DDF60A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029"/>
              <a:ext cx="111" cy="90"/>
            </a:xfrm>
            <a:custGeom>
              <a:avLst/>
              <a:gdLst>
                <a:gd name="T0" fmla="*/ 8 w 54"/>
                <a:gd name="T1" fmla="*/ 380 h 41"/>
                <a:gd name="T2" fmla="*/ 0 w 54"/>
                <a:gd name="T3" fmla="*/ 318 h 41"/>
                <a:gd name="T4" fmla="*/ 173 w 54"/>
                <a:gd name="T5" fmla="*/ 88 h 41"/>
                <a:gd name="T6" fmla="*/ 417 w 54"/>
                <a:gd name="T7" fmla="*/ 20 h 41"/>
                <a:gd name="T8" fmla="*/ 460 w 54"/>
                <a:gd name="T9" fmla="*/ 53 h 41"/>
                <a:gd name="T10" fmla="*/ 460 w 54"/>
                <a:gd name="T11" fmla="*/ 53 h 41"/>
                <a:gd name="T12" fmla="*/ 460 w 54"/>
                <a:gd name="T13" fmla="*/ 116 h 41"/>
                <a:gd name="T14" fmla="*/ 296 w 54"/>
                <a:gd name="T15" fmla="*/ 338 h 41"/>
                <a:gd name="T16" fmla="*/ 8 w 54"/>
                <a:gd name="T17" fmla="*/ 38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1">
                  <a:moveTo>
                    <a:pt x="1" y="36"/>
                  </a:moveTo>
                  <a:cubicBezTo>
                    <a:pt x="0" y="34"/>
                    <a:pt x="0" y="32"/>
                    <a:pt x="0" y="30"/>
                  </a:cubicBezTo>
                  <a:cubicBezTo>
                    <a:pt x="2" y="23"/>
                    <a:pt x="10" y="14"/>
                    <a:pt x="20" y="8"/>
                  </a:cubicBezTo>
                  <a:cubicBezTo>
                    <a:pt x="29" y="3"/>
                    <a:pt x="41" y="0"/>
                    <a:pt x="48" y="2"/>
                  </a:cubicBezTo>
                  <a:cubicBezTo>
                    <a:pt x="50" y="2"/>
                    <a:pt x="52" y="4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4" y="6"/>
                    <a:pt x="54" y="8"/>
                    <a:pt x="53" y="11"/>
                  </a:cubicBezTo>
                  <a:cubicBezTo>
                    <a:pt x="51" y="18"/>
                    <a:pt x="44" y="27"/>
                    <a:pt x="34" y="32"/>
                  </a:cubicBezTo>
                  <a:cubicBezTo>
                    <a:pt x="19" y="41"/>
                    <a:pt x="4" y="41"/>
                    <a:pt x="1" y="3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8" name="Freeform 462">
              <a:extLst>
                <a:ext uri="{FF2B5EF4-FFF2-40B4-BE49-F238E27FC236}">
                  <a16:creationId xmlns:a16="http://schemas.microsoft.com/office/drawing/2014/main" id="{A97C91EF-2425-4773-AA91-F6B928B7A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226"/>
              <a:ext cx="96" cy="166"/>
            </a:xfrm>
            <a:custGeom>
              <a:avLst/>
              <a:gdLst>
                <a:gd name="T0" fmla="*/ 247 w 47"/>
                <a:gd name="T1" fmla="*/ 773 h 76"/>
                <a:gd name="T2" fmla="*/ 25 w 47"/>
                <a:gd name="T3" fmla="*/ 430 h 76"/>
                <a:gd name="T4" fmla="*/ 155 w 47"/>
                <a:gd name="T5" fmla="*/ 20 h 76"/>
                <a:gd name="T6" fmla="*/ 368 w 47"/>
                <a:gd name="T7" fmla="*/ 363 h 76"/>
                <a:gd name="T8" fmla="*/ 247 w 47"/>
                <a:gd name="T9" fmla="*/ 773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6">
                  <a:moveTo>
                    <a:pt x="29" y="74"/>
                  </a:moveTo>
                  <a:cubicBezTo>
                    <a:pt x="18" y="76"/>
                    <a:pt x="6" y="61"/>
                    <a:pt x="3" y="41"/>
                  </a:cubicBezTo>
                  <a:cubicBezTo>
                    <a:pt x="0" y="21"/>
                    <a:pt x="6" y="3"/>
                    <a:pt x="18" y="2"/>
                  </a:cubicBezTo>
                  <a:cubicBezTo>
                    <a:pt x="29" y="0"/>
                    <a:pt x="40" y="15"/>
                    <a:pt x="43" y="35"/>
                  </a:cubicBezTo>
                  <a:cubicBezTo>
                    <a:pt x="47" y="55"/>
                    <a:pt x="40" y="72"/>
                    <a:pt x="29" y="7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9" name="Freeform 463">
              <a:extLst>
                <a:ext uri="{FF2B5EF4-FFF2-40B4-BE49-F238E27FC236}">
                  <a16:creationId xmlns:a16="http://schemas.microsoft.com/office/drawing/2014/main" id="{9B79E30B-47F1-4C56-A8C9-91BC8F220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243"/>
              <a:ext cx="66" cy="131"/>
            </a:xfrm>
            <a:custGeom>
              <a:avLst/>
              <a:gdLst>
                <a:gd name="T0" fmla="*/ 107 w 32"/>
                <a:gd name="T1" fmla="*/ 0 h 60"/>
                <a:gd name="T2" fmla="*/ 149 w 32"/>
                <a:gd name="T3" fmla="*/ 20 h 60"/>
                <a:gd name="T4" fmla="*/ 264 w 32"/>
                <a:gd name="T5" fmla="*/ 290 h 60"/>
                <a:gd name="T6" fmla="*/ 229 w 32"/>
                <a:gd name="T7" fmla="*/ 581 h 60"/>
                <a:gd name="T8" fmla="*/ 184 w 32"/>
                <a:gd name="T9" fmla="*/ 624 h 60"/>
                <a:gd name="T10" fmla="*/ 184 w 32"/>
                <a:gd name="T11" fmla="*/ 624 h 60"/>
                <a:gd name="T12" fmla="*/ 132 w 32"/>
                <a:gd name="T13" fmla="*/ 605 h 60"/>
                <a:gd name="T14" fmla="*/ 17 w 32"/>
                <a:gd name="T15" fmla="*/ 334 h 60"/>
                <a:gd name="T16" fmla="*/ 107 w 32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60">
                  <a:moveTo>
                    <a:pt x="12" y="0"/>
                  </a:moveTo>
                  <a:cubicBezTo>
                    <a:pt x="13" y="0"/>
                    <a:pt x="15" y="0"/>
                    <a:pt x="17" y="2"/>
                  </a:cubicBezTo>
                  <a:cubicBezTo>
                    <a:pt x="23" y="6"/>
                    <a:pt x="28" y="16"/>
                    <a:pt x="30" y="28"/>
                  </a:cubicBezTo>
                  <a:cubicBezTo>
                    <a:pt x="32" y="39"/>
                    <a:pt x="30" y="50"/>
                    <a:pt x="26" y="56"/>
                  </a:cubicBezTo>
                  <a:cubicBezTo>
                    <a:pt x="24" y="58"/>
                    <a:pt x="23" y="60"/>
                    <a:pt x="21" y="6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19" y="60"/>
                    <a:pt x="17" y="59"/>
                    <a:pt x="15" y="58"/>
                  </a:cubicBezTo>
                  <a:cubicBezTo>
                    <a:pt x="9" y="54"/>
                    <a:pt x="4" y="43"/>
                    <a:pt x="2" y="32"/>
                  </a:cubicBezTo>
                  <a:cubicBezTo>
                    <a:pt x="0" y="15"/>
                    <a:pt x="5" y="1"/>
                    <a:pt x="12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0" name="Freeform 464">
              <a:extLst>
                <a:ext uri="{FF2B5EF4-FFF2-40B4-BE49-F238E27FC236}">
                  <a16:creationId xmlns:a16="http://schemas.microsoft.com/office/drawing/2014/main" id="{6CA897C9-A86B-4620-AAC7-A45502A16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031"/>
              <a:ext cx="877" cy="1725"/>
            </a:xfrm>
            <a:custGeom>
              <a:avLst/>
              <a:gdLst>
                <a:gd name="T0" fmla="*/ 3674 w 428"/>
                <a:gd name="T1" fmla="*/ 1701 h 789"/>
                <a:gd name="T2" fmla="*/ 3451 w 428"/>
                <a:gd name="T3" fmla="*/ 1358 h 789"/>
                <a:gd name="T4" fmla="*/ 3578 w 428"/>
                <a:gd name="T5" fmla="*/ 951 h 789"/>
                <a:gd name="T6" fmla="*/ 3578 w 428"/>
                <a:gd name="T7" fmla="*/ 951 h 789"/>
                <a:gd name="T8" fmla="*/ 3578 w 428"/>
                <a:gd name="T9" fmla="*/ 951 h 789"/>
                <a:gd name="T10" fmla="*/ 1705 w 428"/>
                <a:gd name="T11" fmla="*/ 3251 h 789"/>
                <a:gd name="T12" fmla="*/ 1658 w 428"/>
                <a:gd name="T13" fmla="*/ 3251 h 789"/>
                <a:gd name="T14" fmla="*/ 1541 w 428"/>
                <a:gd name="T15" fmla="*/ 2676 h 789"/>
                <a:gd name="T16" fmla="*/ 1318 w 428"/>
                <a:gd name="T17" fmla="*/ 1576 h 789"/>
                <a:gd name="T18" fmla="*/ 912 w 428"/>
                <a:gd name="T19" fmla="*/ 732 h 789"/>
                <a:gd name="T20" fmla="*/ 533 w 428"/>
                <a:gd name="T21" fmla="*/ 0 h 789"/>
                <a:gd name="T22" fmla="*/ 533 w 428"/>
                <a:gd name="T23" fmla="*/ 0 h 789"/>
                <a:gd name="T24" fmla="*/ 533 w 428"/>
                <a:gd name="T25" fmla="*/ 9 h 789"/>
                <a:gd name="T26" fmla="*/ 352 w 428"/>
                <a:gd name="T27" fmla="*/ 387 h 789"/>
                <a:gd name="T28" fmla="*/ 0 w 428"/>
                <a:gd name="T29" fmla="*/ 407 h 789"/>
                <a:gd name="T30" fmla="*/ 256 w 428"/>
                <a:gd name="T31" fmla="*/ 960 h 789"/>
                <a:gd name="T32" fmla="*/ 475 w 428"/>
                <a:gd name="T33" fmla="*/ 2140 h 789"/>
                <a:gd name="T34" fmla="*/ 982 w 428"/>
                <a:gd name="T35" fmla="*/ 3658 h 789"/>
                <a:gd name="T36" fmla="*/ 1033 w 428"/>
                <a:gd name="T37" fmla="*/ 4412 h 789"/>
                <a:gd name="T38" fmla="*/ 1033 w 428"/>
                <a:gd name="T39" fmla="*/ 8098 h 789"/>
                <a:gd name="T40" fmla="*/ 1549 w 428"/>
                <a:gd name="T41" fmla="*/ 8245 h 789"/>
                <a:gd name="T42" fmla="*/ 2065 w 428"/>
                <a:gd name="T43" fmla="*/ 8098 h 789"/>
                <a:gd name="T44" fmla="*/ 2065 w 428"/>
                <a:gd name="T45" fmla="*/ 5287 h 789"/>
                <a:gd name="T46" fmla="*/ 3682 w 428"/>
                <a:gd name="T47" fmla="*/ 1701 h 789"/>
                <a:gd name="T48" fmla="*/ 3682 w 428"/>
                <a:gd name="T49" fmla="*/ 1701 h 789"/>
                <a:gd name="T50" fmla="*/ 3674 w 428"/>
                <a:gd name="T51" fmla="*/ 1701 h 7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28" h="789">
                  <a:moveTo>
                    <a:pt x="427" y="163"/>
                  </a:moveTo>
                  <a:cubicBezTo>
                    <a:pt x="416" y="165"/>
                    <a:pt x="404" y="150"/>
                    <a:pt x="401" y="130"/>
                  </a:cubicBezTo>
                  <a:cubicBezTo>
                    <a:pt x="398" y="110"/>
                    <a:pt x="404" y="92"/>
                    <a:pt x="416" y="91"/>
                  </a:cubicBezTo>
                  <a:cubicBezTo>
                    <a:pt x="416" y="91"/>
                    <a:pt x="416" y="91"/>
                    <a:pt x="416" y="91"/>
                  </a:cubicBezTo>
                  <a:cubicBezTo>
                    <a:pt x="416" y="91"/>
                    <a:pt x="416" y="91"/>
                    <a:pt x="416" y="91"/>
                  </a:cubicBezTo>
                  <a:cubicBezTo>
                    <a:pt x="320" y="109"/>
                    <a:pt x="222" y="222"/>
                    <a:pt x="198" y="311"/>
                  </a:cubicBezTo>
                  <a:cubicBezTo>
                    <a:pt x="197" y="314"/>
                    <a:pt x="194" y="318"/>
                    <a:pt x="193" y="311"/>
                  </a:cubicBezTo>
                  <a:cubicBezTo>
                    <a:pt x="190" y="299"/>
                    <a:pt x="185" y="279"/>
                    <a:pt x="179" y="256"/>
                  </a:cubicBezTo>
                  <a:cubicBezTo>
                    <a:pt x="176" y="236"/>
                    <a:pt x="170" y="192"/>
                    <a:pt x="153" y="151"/>
                  </a:cubicBezTo>
                  <a:cubicBezTo>
                    <a:pt x="138" y="113"/>
                    <a:pt x="117" y="87"/>
                    <a:pt x="106" y="70"/>
                  </a:cubicBezTo>
                  <a:cubicBezTo>
                    <a:pt x="93" y="46"/>
                    <a:pt x="78" y="22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2" y="0"/>
                    <a:pt x="62" y="1"/>
                    <a:pt x="62" y="1"/>
                  </a:cubicBezTo>
                  <a:cubicBezTo>
                    <a:pt x="68" y="10"/>
                    <a:pt x="58" y="27"/>
                    <a:pt x="41" y="37"/>
                  </a:cubicBezTo>
                  <a:cubicBezTo>
                    <a:pt x="24" y="47"/>
                    <a:pt x="7" y="47"/>
                    <a:pt x="0" y="39"/>
                  </a:cubicBezTo>
                  <a:cubicBezTo>
                    <a:pt x="11" y="57"/>
                    <a:pt x="21" y="74"/>
                    <a:pt x="30" y="92"/>
                  </a:cubicBezTo>
                  <a:cubicBezTo>
                    <a:pt x="43" y="121"/>
                    <a:pt x="41" y="158"/>
                    <a:pt x="55" y="205"/>
                  </a:cubicBezTo>
                  <a:cubicBezTo>
                    <a:pt x="68" y="253"/>
                    <a:pt x="103" y="304"/>
                    <a:pt x="114" y="350"/>
                  </a:cubicBezTo>
                  <a:cubicBezTo>
                    <a:pt x="118" y="377"/>
                    <a:pt x="120" y="401"/>
                    <a:pt x="120" y="422"/>
                  </a:cubicBezTo>
                  <a:cubicBezTo>
                    <a:pt x="120" y="520"/>
                    <a:pt x="120" y="775"/>
                    <a:pt x="120" y="775"/>
                  </a:cubicBezTo>
                  <a:cubicBezTo>
                    <a:pt x="120" y="783"/>
                    <a:pt x="147" y="789"/>
                    <a:pt x="180" y="789"/>
                  </a:cubicBezTo>
                  <a:cubicBezTo>
                    <a:pt x="213" y="789"/>
                    <a:pt x="240" y="783"/>
                    <a:pt x="240" y="775"/>
                  </a:cubicBezTo>
                  <a:cubicBezTo>
                    <a:pt x="240" y="775"/>
                    <a:pt x="240" y="596"/>
                    <a:pt x="240" y="506"/>
                  </a:cubicBezTo>
                  <a:cubicBezTo>
                    <a:pt x="240" y="389"/>
                    <a:pt x="308" y="194"/>
                    <a:pt x="428" y="163"/>
                  </a:cubicBezTo>
                  <a:cubicBezTo>
                    <a:pt x="428" y="163"/>
                    <a:pt x="428" y="163"/>
                    <a:pt x="428" y="163"/>
                  </a:cubicBezTo>
                  <a:cubicBezTo>
                    <a:pt x="428" y="163"/>
                    <a:pt x="427" y="163"/>
                    <a:pt x="427" y="16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4" name="Text Box 465">
            <a:extLst>
              <a:ext uri="{FF2B5EF4-FFF2-40B4-BE49-F238E27FC236}">
                <a16:creationId xmlns:a16="http://schemas.microsoft.com/office/drawing/2014/main" id="{AF4014FB-6FA5-4250-A84A-D54B14AF08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6003925"/>
            <a:ext cx="11382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chemeClr val="bg1"/>
                </a:solidFill>
              </a:rPr>
              <a:t>Mega-artery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367662A5-860C-4153-9BFC-C5A5E15511F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Arteries (4)</a:t>
            </a:r>
          </a:p>
        </p:txBody>
      </p:sp>
      <p:grpSp>
        <p:nvGrpSpPr>
          <p:cNvPr id="18434" name="Branching-structure-of-an-artery">
            <a:extLst>
              <a:ext uri="{FF2B5EF4-FFF2-40B4-BE49-F238E27FC236}">
                <a16:creationId xmlns:a16="http://schemas.microsoft.com/office/drawing/2014/main" id="{CAD4469A-2C07-4471-9C78-5D2A223B2CED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1143000"/>
            <a:ext cx="3668713" cy="5392738"/>
            <a:chOff x="1744" y="721"/>
            <a:chExt cx="2311" cy="3397"/>
          </a:xfrm>
        </p:grpSpPr>
        <p:sp>
          <p:nvSpPr>
            <p:cNvPr id="50664" name="Freeform 249">
              <a:extLst>
                <a:ext uri="{FF2B5EF4-FFF2-40B4-BE49-F238E27FC236}">
                  <a16:creationId xmlns:a16="http://schemas.microsoft.com/office/drawing/2014/main" id="{DE86F1E5-0274-4B95-AB06-C4D7EA8ED4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4" y="721"/>
              <a:ext cx="2311" cy="3397"/>
            </a:xfrm>
            <a:custGeom>
              <a:avLst/>
              <a:gdLst>
                <a:gd name="T0" fmla="*/ 2684 w 2030"/>
                <a:gd name="T1" fmla="*/ 1687 h 2988"/>
                <a:gd name="T2" fmla="*/ 2675 w 2030"/>
                <a:gd name="T3" fmla="*/ 1165 h 2988"/>
                <a:gd name="T4" fmla="*/ 2936 w 2030"/>
                <a:gd name="T5" fmla="*/ 742 h 2988"/>
                <a:gd name="T6" fmla="*/ 2600 w 2030"/>
                <a:gd name="T7" fmla="*/ 1238 h 2988"/>
                <a:gd name="T8" fmla="*/ 2427 w 2030"/>
                <a:gd name="T9" fmla="*/ 676 h 2988"/>
                <a:gd name="T10" fmla="*/ 2390 w 2030"/>
                <a:gd name="T11" fmla="*/ 1285 h 2988"/>
                <a:gd name="T12" fmla="*/ 2576 w 2030"/>
                <a:gd name="T13" fmla="*/ 1534 h 2988"/>
                <a:gd name="T14" fmla="*/ 1814 w 2030"/>
                <a:gd name="T15" fmla="*/ 2276 h 2988"/>
                <a:gd name="T16" fmla="*/ 1931 w 2030"/>
                <a:gd name="T17" fmla="*/ 1829 h 2988"/>
                <a:gd name="T18" fmla="*/ 1342 w 2030"/>
                <a:gd name="T19" fmla="*/ 2125 h 2988"/>
                <a:gd name="T20" fmla="*/ 982 w 2030"/>
                <a:gd name="T21" fmla="*/ 1611 h 2988"/>
                <a:gd name="T22" fmla="*/ 1554 w 2030"/>
                <a:gd name="T23" fmla="*/ 149 h 2988"/>
                <a:gd name="T24" fmla="*/ 1140 w 2030"/>
                <a:gd name="T25" fmla="*/ 862 h 2988"/>
                <a:gd name="T26" fmla="*/ 1277 w 2030"/>
                <a:gd name="T27" fmla="*/ 272 h 2988"/>
                <a:gd name="T28" fmla="*/ 1491 w 2030"/>
                <a:gd name="T29" fmla="*/ 114 h 2988"/>
                <a:gd name="T30" fmla="*/ 1303 w 2030"/>
                <a:gd name="T31" fmla="*/ 185 h 2988"/>
                <a:gd name="T32" fmla="*/ 1375 w 2030"/>
                <a:gd name="T33" fmla="*/ 31 h 2988"/>
                <a:gd name="T34" fmla="*/ 1248 w 2030"/>
                <a:gd name="T35" fmla="*/ 224 h 2988"/>
                <a:gd name="T36" fmla="*/ 1045 w 2030"/>
                <a:gd name="T37" fmla="*/ 404 h 2988"/>
                <a:gd name="T38" fmla="*/ 1111 w 2030"/>
                <a:gd name="T39" fmla="*/ 0 h 2988"/>
                <a:gd name="T40" fmla="*/ 1004 w 2030"/>
                <a:gd name="T41" fmla="*/ 379 h 2988"/>
                <a:gd name="T42" fmla="*/ 1021 w 2030"/>
                <a:gd name="T43" fmla="*/ 1077 h 2988"/>
                <a:gd name="T44" fmla="*/ 774 w 2030"/>
                <a:gd name="T45" fmla="*/ 1643 h 2988"/>
                <a:gd name="T46" fmla="*/ 631 w 2030"/>
                <a:gd name="T47" fmla="*/ 820 h 2988"/>
                <a:gd name="T48" fmla="*/ 970 w 2030"/>
                <a:gd name="T49" fmla="*/ 726 h 2988"/>
                <a:gd name="T50" fmla="*/ 990 w 2030"/>
                <a:gd name="T51" fmla="*/ 706 h 2988"/>
                <a:gd name="T52" fmla="*/ 932 w 2030"/>
                <a:gd name="T53" fmla="*/ 598 h 2988"/>
                <a:gd name="T54" fmla="*/ 916 w 2030"/>
                <a:gd name="T55" fmla="*/ 509 h 2988"/>
                <a:gd name="T56" fmla="*/ 611 w 2030"/>
                <a:gd name="T57" fmla="*/ 787 h 2988"/>
                <a:gd name="T58" fmla="*/ 792 w 2030"/>
                <a:gd name="T59" fmla="*/ 277 h 2988"/>
                <a:gd name="T60" fmla="*/ 756 w 2030"/>
                <a:gd name="T61" fmla="*/ 197 h 2988"/>
                <a:gd name="T62" fmla="*/ 708 w 2030"/>
                <a:gd name="T63" fmla="*/ 394 h 2988"/>
                <a:gd name="T64" fmla="*/ 521 w 2030"/>
                <a:gd name="T65" fmla="*/ 141 h 2988"/>
                <a:gd name="T66" fmla="*/ 639 w 2030"/>
                <a:gd name="T67" fmla="*/ 394 h 2988"/>
                <a:gd name="T68" fmla="*/ 534 w 2030"/>
                <a:gd name="T69" fmla="*/ 706 h 2988"/>
                <a:gd name="T70" fmla="*/ 375 w 2030"/>
                <a:gd name="T71" fmla="*/ 1050 h 2988"/>
                <a:gd name="T72" fmla="*/ 352 w 2030"/>
                <a:gd name="T73" fmla="*/ 106 h 2988"/>
                <a:gd name="T74" fmla="*/ 206 w 2030"/>
                <a:gd name="T75" fmla="*/ 791 h 2988"/>
                <a:gd name="T76" fmla="*/ 0 w 2030"/>
                <a:gd name="T77" fmla="*/ 537 h 2988"/>
                <a:gd name="T78" fmla="*/ 181 w 2030"/>
                <a:gd name="T79" fmla="*/ 834 h 2988"/>
                <a:gd name="T80" fmla="*/ 574 w 2030"/>
                <a:gd name="T81" fmla="*/ 1644 h 2988"/>
                <a:gd name="T82" fmla="*/ 225 w 2030"/>
                <a:gd name="T83" fmla="*/ 1488 h 2988"/>
                <a:gd name="T84" fmla="*/ 83 w 2030"/>
                <a:gd name="T85" fmla="*/ 1344 h 2988"/>
                <a:gd name="T86" fmla="*/ 937 w 2030"/>
                <a:gd name="T87" fmla="*/ 1935 h 2988"/>
                <a:gd name="T88" fmla="*/ 1116 w 2030"/>
                <a:gd name="T89" fmla="*/ 4219 h 2988"/>
                <a:gd name="T90" fmla="*/ 1632 w 2030"/>
                <a:gd name="T91" fmla="*/ 2746 h 2988"/>
                <a:gd name="T92" fmla="*/ 2905 w 2030"/>
                <a:gd name="T93" fmla="*/ 1169 h 2988"/>
                <a:gd name="T94" fmla="*/ 1554 w 2030"/>
                <a:gd name="T95" fmla="*/ 149 h 2988"/>
                <a:gd name="T96" fmla="*/ 1554 w 2030"/>
                <a:gd name="T97" fmla="*/ 149 h 29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030" h="2988">
                  <a:moveTo>
                    <a:pt x="1835" y="1233"/>
                  </a:moveTo>
                  <a:cubicBezTo>
                    <a:pt x="1789" y="1269"/>
                    <a:pt x="1813" y="1200"/>
                    <a:pt x="1819" y="1148"/>
                  </a:cubicBezTo>
                  <a:cubicBezTo>
                    <a:pt x="1825" y="1095"/>
                    <a:pt x="1803" y="1002"/>
                    <a:pt x="1787" y="953"/>
                  </a:cubicBezTo>
                  <a:cubicBezTo>
                    <a:pt x="1771" y="904"/>
                    <a:pt x="1805" y="817"/>
                    <a:pt x="1813" y="793"/>
                  </a:cubicBezTo>
                  <a:cubicBezTo>
                    <a:pt x="1821" y="768"/>
                    <a:pt x="1856" y="720"/>
                    <a:pt x="1906" y="687"/>
                  </a:cubicBezTo>
                  <a:cubicBezTo>
                    <a:pt x="2028" y="609"/>
                    <a:pt x="1990" y="505"/>
                    <a:pt x="1990" y="505"/>
                  </a:cubicBezTo>
                  <a:cubicBezTo>
                    <a:pt x="2014" y="598"/>
                    <a:pt x="1913" y="656"/>
                    <a:pt x="1866" y="690"/>
                  </a:cubicBezTo>
                  <a:cubicBezTo>
                    <a:pt x="1797" y="738"/>
                    <a:pt x="1785" y="801"/>
                    <a:pt x="1762" y="843"/>
                  </a:cubicBezTo>
                  <a:cubicBezTo>
                    <a:pt x="1740" y="886"/>
                    <a:pt x="1716" y="782"/>
                    <a:pt x="1728" y="636"/>
                  </a:cubicBezTo>
                  <a:cubicBezTo>
                    <a:pt x="1740" y="490"/>
                    <a:pt x="1645" y="460"/>
                    <a:pt x="1645" y="460"/>
                  </a:cubicBezTo>
                  <a:cubicBezTo>
                    <a:pt x="1781" y="565"/>
                    <a:pt x="1655" y="699"/>
                    <a:pt x="1706" y="847"/>
                  </a:cubicBezTo>
                  <a:cubicBezTo>
                    <a:pt x="1744" y="960"/>
                    <a:pt x="1750" y="922"/>
                    <a:pt x="1620" y="874"/>
                  </a:cubicBezTo>
                  <a:cubicBezTo>
                    <a:pt x="1491" y="825"/>
                    <a:pt x="1426" y="683"/>
                    <a:pt x="1426" y="683"/>
                  </a:cubicBezTo>
                  <a:cubicBezTo>
                    <a:pt x="1501" y="916"/>
                    <a:pt x="1671" y="860"/>
                    <a:pt x="1746" y="1044"/>
                  </a:cubicBezTo>
                  <a:cubicBezTo>
                    <a:pt x="1827" y="1244"/>
                    <a:pt x="1659" y="1346"/>
                    <a:pt x="1553" y="1381"/>
                  </a:cubicBezTo>
                  <a:cubicBezTo>
                    <a:pt x="1448" y="1415"/>
                    <a:pt x="1282" y="1517"/>
                    <a:pt x="1229" y="1549"/>
                  </a:cubicBezTo>
                  <a:cubicBezTo>
                    <a:pt x="1206" y="1563"/>
                    <a:pt x="1195" y="1555"/>
                    <a:pt x="1199" y="1544"/>
                  </a:cubicBezTo>
                  <a:cubicBezTo>
                    <a:pt x="1230" y="1450"/>
                    <a:pt x="1266" y="1350"/>
                    <a:pt x="1309" y="1245"/>
                  </a:cubicBezTo>
                  <a:cubicBezTo>
                    <a:pt x="1050" y="1119"/>
                    <a:pt x="1050" y="1119"/>
                    <a:pt x="1050" y="1119"/>
                  </a:cubicBezTo>
                  <a:cubicBezTo>
                    <a:pt x="1050" y="1119"/>
                    <a:pt x="984" y="1245"/>
                    <a:pt x="910" y="1446"/>
                  </a:cubicBezTo>
                  <a:cubicBezTo>
                    <a:pt x="904" y="1458"/>
                    <a:pt x="892" y="1444"/>
                    <a:pt x="876" y="1427"/>
                  </a:cubicBezTo>
                  <a:cubicBezTo>
                    <a:pt x="835" y="1380"/>
                    <a:pt x="686" y="1240"/>
                    <a:pt x="666" y="1096"/>
                  </a:cubicBezTo>
                  <a:cubicBezTo>
                    <a:pt x="645" y="952"/>
                    <a:pt x="667" y="855"/>
                    <a:pt x="777" y="741"/>
                  </a:cubicBezTo>
                  <a:cubicBezTo>
                    <a:pt x="886" y="629"/>
                    <a:pt x="1070" y="496"/>
                    <a:pt x="1053" y="101"/>
                  </a:cubicBezTo>
                  <a:cubicBezTo>
                    <a:pt x="1054" y="146"/>
                    <a:pt x="1062" y="397"/>
                    <a:pt x="813" y="614"/>
                  </a:cubicBezTo>
                  <a:cubicBezTo>
                    <a:pt x="778" y="645"/>
                    <a:pt x="760" y="643"/>
                    <a:pt x="772" y="587"/>
                  </a:cubicBezTo>
                  <a:cubicBezTo>
                    <a:pt x="789" y="507"/>
                    <a:pt x="750" y="371"/>
                    <a:pt x="772" y="322"/>
                  </a:cubicBezTo>
                  <a:cubicBezTo>
                    <a:pt x="794" y="272"/>
                    <a:pt x="818" y="212"/>
                    <a:pt x="866" y="185"/>
                  </a:cubicBezTo>
                  <a:cubicBezTo>
                    <a:pt x="914" y="157"/>
                    <a:pt x="917" y="156"/>
                    <a:pt x="935" y="139"/>
                  </a:cubicBezTo>
                  <a:cubicBezTo>
                    <a:pt x="952" y="122"/>
                    <a:pt x="979" y="76"/>
                    <a:pt x="1011" y="77"/>
                  </a:cubicBezTo>
                  <a:cubicBezTo>
                    <a:pt x="1011" y="77"/>
                    <a:pt x="970" y="75"/>
                    <a:pt x="935" y="117"/>
                  </a:cubicBezTo>
                  <a:cubicBezTo>
                    <a:pt x="900" y="160"/>
                    <a:pt x="876" y="148"/>
                    <a:pt x="884" y="126"/>
                  </a:cubicBezTo>
                  <a:cubicBezTo>
                    <a:pt x="893" y="105"/>
                    <a:pt x="901" y="99"/>
                    <a:pt x="900" y="75"/>
                  </a:cubicBezTo>
                  <a:cubicBezTo>
                    <a:pt x="900" y="51"/>
                    <a:pt x="914" y="28"/>
                    <a:pt x="932" y="21"/>
                  </a:cubicBezTo>
                  <a:cubicBezTo>
                    <a:pt x="932" y="21"/>
                    <a:pt x="900" y="29"/>
                    <a:pt x="889" y="77"/>
                  </a:cubicBezTo>
                  <a:cubicBezTo>
                    <a:pt x="878" y="126"/>
                    <a:pt x="863" y="130"/>
                    <a:pt x="846" y="152"/>
                  </a:cubicBezTo>
                  <a:cubicBezTo>
                    <a:pt x="829" y="175"/>
                    <a:pt x="795" y="198"/>
                    <a:pt x="768" y="269"/>
                  </a:cubicBezTo>
                  <a:cubicBezTo>
                    <a:pt x="759" y="293"/>
                    <a:pt x="722" y="338"/>
                    <a:pt x="708" y="274"/>
                  </a:cubicBezTo>
                  <a:cubicBezTo>
                    <a:pt x="694" y="211"/>
                    <a:pt x="697" y="159"/>
                    <a:pt x="722" y="124"/>
                  </a:cubicBezTo>
                  <a:cubicBezTo>
                    <a:pt x="748" y="89"/>
                    <a:pt x="784" y="52"/>
                    <a:pt x="753" y="0"/>
                  </a:cubicBezTo>
                  <a:cubicBezTo>
                    <a:pt x="753" y="0"/>
                    <a:pt x="776" y="44"/>
                    <a:pt x="722" y="95"/>
                  </a:cubicBezTo>
                  <a:cubicBezTo>
                    <a:pt x="668" y="145"/>
                    <a:pt x="671" y="203"/>
                    <a:pt x="681" y="258"/>
                  </a:cubicBezTo>
                  <a:cubicBezTo>
                    <a:pt x="691" y="313"/>
                    <a:pt x="721" y="412"/>
                    <a:pt x="723" y="494"/>
                  </a:cubicBezTo>
                  <a:cubicBezTo>
                    <a:pt x="725" y="576"/>
                    <a:pt x="723" y="683"/>
                    <a:pt x="692" y="733"/>
                  </a:cubicBezTo>
                  <a:cubicBezTo>
                    <a:pt x="660" y="782"/>
                    <a:pt x="534" y="924"/>
                    <a:pt x="582" y="1104"/>
                  </a:cubicBezTo>
                  <a:cubicBezTo>
                    <a:pt x="597" y="1162"/>
                    <a:pt x="572" y="1178"/>
                    <a:pt x="524" y="1118"/>
                  </a:cubicBezTo>
                  <a:cubicBezTo>
                    <a:pt x="476" y="1058"/>
                    <a:pt x="289" y="902"/>
                    <a:pt x="320" y="816"/>
                  </a:cubicBezTo>
                  <a:cubicBezTo>
                    <a:pt x="352" y="728"/>
                    <a:pt x="368" y="604"/>
                    <a:pt x="428" y="558"/>
                  </a:cubicBezTo>
                  <a:cubicBezTo>
                    <a:pt x="488" y="512"/>
                    <a:pt x="529" y="491"/>
                    <a:pt x="567" y="479"/>
                  </a:cubicBezTo>
                  <a:cubicBezTo>
                    <a:pt x="606" y="467"/>
                    <a:pt x="630" y="496"/>
                    <a:pt x="657" y="494"/>
                  </a:cubicBezTo>
                  <a:cubicBezTo>
                    <a:pt x="685" y="491"/>
                    <a:pt x="704" y="475"/>
                    <a:pt x="716" y="486"/>
                  </a:cubicBezTo>
                  <a:cubicBezTo>
                    <a:pt x="716" y="486"/>
                    <a:pt x="701" y="471"/>
                    <a:pt x="671" y="480"/>
                  </a:cubicBezTo>
                  <a:cubicBezTo>
                    <a:pt x="640" y="488"/>
                    <a:pt x="643" y="461"/>
                    <a:pt x="607" y="461"/>
                  </a:cubicBezTo>
                  <a:cubicBezTo>
                    <a:pt x="572" y="461"/>
                    <a:pt x="619" y="441"/>
                    <a:pt x="632" y="407"/>
                  </a:cubicBezTo>
                  <a:cubicBezTo>
                    <a:pt x="655" y="341"/>
                    <a:pt x="606" y="312"/>
                    <a:pt x="640" y="281"/>
                  </a:cubicBezTo>
                  <a:cubicBezTo>
                    <a:pt x="640" y="281"/>
                    <a:pt x="614" y="286"/>
                    <a:pt x="621" y="347"/>
                  </a:cubicBezTo>
                  <a:cubicBezTo>
                    <a:pt x="628" y="408"/>
                    <a:pt x="597" y="432"/>
                    <a:pt x="557" y="457"/>
                  </a:cubicBezTo>
                  <a:cubicBezTo>
                    <a:pt x="517" y="483"/>
                    <a:pt x="453" y="500"/>
                    <a:pt x="415" y="536"/>
                  </a:cubicBezTo>
                  <a:cubicBezTo>
                    <a:pt x="376" y="572"/>
                    <a:pt x="359" y="570"/>
                    <a:pt x="387" y="528"/>
                  </a:cubicBezTo>
                  <a:cubicBezTo>
                    <a:pt x="415" y="487"/>
                    <a:pt x="520" y="395"/>
                    <a:pt x="537" y="189"/>
                  </a:cubicBezTo>
                  <a:cubicBezTo>
                    <a:pt x="542" y="125"/>
                    <a:pt x="496" y="35"/>
                    <a:pt x="537" y="20"/>
                  </a:cubicBezTo>
                  <a:cubicBezTo>
                    <a:pt x="537" y="20"/>
                    <a:pt x="495" y="17"/>
                    <a:pt x="512" y="134"/>
                  </a:cubicBezTo>
                  <a:cubicBezTo>
                    <a:pt x="518" y="173"/>
                    <a:pt x="514" y="228"/>
                    <a:pt x="502" y="251"/>
                  </a:cubicBezTo>
                  <a:cubicBezTo>
                    <a:pt x="491" y="274"/>
                    <a:pt x="491" y="283"/>
                    <a:pt x="480" y="268"/>
                  </a:cubicBezTo>
                  <a:cubicBezTo>
                    <a:pt x="469" y="253"/>
                    <a:pt x="446" y="254"/>
                    <a:pt x="432" y="209"/>
                  </a:cubicBezTo>
                  <a:cubicBezTo>
                    <a:pt x="417" y="164"/>
                    <a:pt x="437" y="136"/>
                    <a:pt x="353" y="96"/>
                  </a:cubicBezTo>
                  <a:cubicBezTo>
                    <a:pt x="353" y="96"/>
                    <a:pt x="401" y="132"/>
                    <a:pt x="405" y="168"/>
                  </a:cubicBezTo>
                  <a:cubicBezTo>
                    <a:pt x="409" y="203"/>
                    <a:pt x="409" y="245"/>
                    <a:pt x="433" y="268"/>
                  </a:cubicBezTo>
                  <a:cubicBezTo>
                    <a:pt x="457" y="290"/>
                    <a:pt x="468" y="319"/>
                    <a:pt x="451" y="349"/>
                  </a:cubicBezTo>
                  <a:cubicBezTo>
                    <a:pt x="435" y="380"/>
                    <a:pt x="401" y="438"/>
                    <a:pt x="362" y="480"/>
                  </a:cubicBezTo>
                  <a:cubicBezTo>
                    <a:pt x="324" y="523"/>
                    <a:pt x="294" y="672"/>
                    <a:pt x="286" y="709"/>
                  </a:cubicBezTo>
                  <a:cubicBezTo>
                    <a:pt x="279" y="746"/>
                    <a:pt x="251" y="793"/>
                    <a:pt x="254" y="715"/>
                  </a:cubicBezTo>
                  <a:cubicBezTo>
                    <a:pt x="258" y="638"/>
                    <a:pt x="234" y="548"/>
                    <a:pt x="206" y="492"/>
                  </a:cubicBezTo>
                  <a:cubicBezTo>
                    <a:pt x="178" y="436"/>
                    <a:pt x="100" y="312"/>
                    <a:pt x="238" y="72"/>
                  </a:cubicBezTo>
                  <a:cubicBezTo>
                    <a:pt x="238" y="72"/>
                    <a:pt x="124" y="206"/>
                    <a:pt x="138" y="380"/>
                  </a:cubicBezTo>
                  <a:cubicBezTo>
                    <a:pt x="148" y="502"/>
                    <a:pt x="215" y="595"/>
                    <a:pt x="140" y="538"/>
                  </a:cubicBezTo>
                  <a:cubicBezTo>
                    <a:pt x="107" y="513"/>
                    <a:pt x="79" y="495"/>
                    <a:pt x="74" y="469"/>
                  </a:cubicBezTo>
                  <a:cubicBezTo>
                    <a:pt x="69" y="442"/>
                    <a:pt x="48" y="377"/>
                    <a:pt x="0" y="365"/>
                  </a:cubicBezTo>
                  <a:cubicBezTo>
                    <a:pt x="0" y="365"/>
                    <a:pt x="35" y="375"/>
                    <a:pt x="48" y="452"/>
                  </a:cubicBezTo>
                  <a:cubicBezTo>
                    <a:pt x="61" y="530"/>
                    <a:pt x="91" y="548"/>
                    <a:pt x="123" y="568"/>
                  </a:cubicBezTo>
                  <a:cubicBezTo>
                    <a:pt x="156" y="588"/>
                    <a:pt x="174" y="612"/>
                    <a:pt x="184" y="693"/>
                  </a:cubicBezTo>
                  <a:cubicBezTo>
                    <a:pt x="193" y="773"/>
                    <a:pt x="225" y="971"/>
                    <a:pt x="389" y="1119"/>
                  </a:cubicBezTo>
                  <a:cubicBezTo>
                    <a:pt x="421" y="1147"/>
                    <a:pt x="395" y="1157"/>
                    <a:pt x="333" y="1141"/>
                  </a:cubicBezTo>
                  <a:cubicBezTo>
                    <a:pt x="272" y="1125"/>
                    <a:pt x="205" y="1117"/>
                    <a:pt x="153" y="1012"/>
                  </a:cubicBezTo>
                  <a:cubicBezTo>
                    <a:pt x="101" y="907"/>
                    <a:pt x="17" y="892"/>
                    <a:pt x="13" y="816"/>
                  </a:cubicBezTo>
                  <a:cubicBezTo>
                    <a:pt x="13" y="816"/>
                    <a:pt x="6" y="868"/>
                    <a:pt x="56" y="915"/>
                  </a:cubicBezTo>
                  <a:cubicBezTo>
                    <a:pt x="145" y="999"/>
                    <a:pt x="128" y="1095"/>
                    <a:pt x="236" y="1169"/>
                  </a:cubicBezTo>
                  <a:cubicBezTo>
                    <a:pt x="320" y="1227"/>
                    <a:pt x="557" y="1247"/>
                    <a:pt x="635" y="1317"/>
                  </a:cubicBezTo>
                  <a:cubicBezTo>
                    <a:pt x="709" y="1385"/>
                    <a:pt x="852" y="1533"/>
                    <a:pt x="826" y="1705"/>
                  </a:cubicBezTo>
                  <a:cubicBezTo>
                    <a:pt x="733" y="2034"/>
                    <a:pt x="665" y="2461"/>
                    <a:pt x="756" y="2871"/>
                  </a:cubicBezTo>
                  <a:cubicBezTo>
                    <a:pt x="756" y="2871"/>
                    <a:pt x="938" y="2988"/>
                    <a:pt x="1075" y="2811"/>
                  </a:cubicBezTo>
                  <a:cubicBezTo>
                    <a:pt x="1075" y="2811"/>
                    <a:pt x="961" y="2493"/>
                    <a:pt x="1107" y="1868"/>
                  </a:cubicBezTo>
                  <a:cubicBezTo>
                    <a:pt x="1213" y="1549"/>
                    <a:pt x="1700" y="1524"/>
                    <a:pt x="1856" y="1271"/>
                  </a:cubicBezTo>
                  <a:cubicBezTo>
                    <a:pt x="2030" y="987"/>
                    <a:pt x="1969" y="795"/>
                    <a:pt x="1969" y="795"/>
                  </a:cubicBezTo>
                  <a:cubicBezTo>
                    <a:pt x="1996" y="967"/>
                    <a:pt x="1882" y="1196"/>
                    <a:pt x="1835" y="1233"/>
                  </a:cubicBezTo>
                  <a:close/>
                  <a:moveTo>
                    <a:pt x="1053" y="101"/>
                  </a:moveTo>
                  <a:cubicBezTo>
                    <a:pt x="1053" y="96"/>
                    <a:pt x="1053" y="94"/>
                    <a:pt x="1053" y="94"/>
                  </a:cubicBezTo>
                  <a:cubicBezTo>
                    <a:pt x="1053" y="96"/>
                    <a:pt x="1053" y="99"/>
                    <a:pt x="1053" y="101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65" name="Freeform 250">
              <a:extLst>
                <a:ext uri="{FF2B5EF4-FFF2-40B4-BE49-F238E27FC236}">
                  <a16:creationId xmlns:a16="http://schemas.microsoft.com/office/drawing/2014/main" id="{BF02BD36-75E5-4B34-ABF4-04B25E3C0E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4" y="721"/>
              <a:ext cx="2311" cy="3397"/>
            </a:xfrm>
            <a:custGeom>
              <a:avLst/>
              <a:gdLst>
                <a:gd name="T0" fmla="*/ 2684 w 2030"/>
                <a:gd name="T1" fmla="*/ 1687 h 2988"/>
                <a:gd name="T2" fmla="*/ 2675 w 2030"/>
                <a:gd name="T3" fmla="*/ 1165 h 2988"/>
                <a:gd name="T4" fmla="*/ 2936 w 2030"/>
                <a:gd name="T5" fmla="*/ 742 h 2988"/>
                <a:gd name="T6" fmla="*/ 2600 w 2030"/>
                <a:gd name="T7" fmla="*/ 1238 h 2988"/>
                <a:gd name="T8" fmla="*/ 2427 w 2030"/>
                <a:gd name="T9" fmla="*/ 676 h 2988"/>
                <a:gd name="T10" fmla="*/ 2390 w 2030"/>
                <a:gd name="T11" fmla="*/ 1285 h 2988"/>
                <a:gd name="T12" fmla="*/ 2576 w 2030"/>
                <a:gd name="T13" fmla="*/ 1534 h 2988"/>
                <a:gd name="T14" fmla="*/ 1814 w 2030"/>
                <a:gd name="T15" fmla="*/ 2276 h 2988"/>
                <a:gd name="T16" fmla="*/ 1931 w 2030"/>
                <a:gd name="T17" fmla="*/ 1829 h 2988"/>
                <a:gd name="T18" fmla="*/ 1342 w 2030"/>
                <a:gd name="T19" fmla="*/ 2125 h 2988"/>
                <a:gd name="T20" fmla="*/ 982 w 2030"/>
                <a:gd name="T21" fmla="*/ 1611 h 2988"/>
                <a:gd name="T22" fmla="*/ 1554 w 2030"/>
                <a:gd name="T23" fmla="*/ 149 h 2988"/>
                <a:gd name="T24" fmla="*/ 1140 w 2030"/>
                <a:gd name="T25" fmla="*/ 862 h 2988"/>
                <a:gd name="T26" fmla="*/ 1277 w 2030"/>
                <a:gd name="T27" fmla="*/ 272 h 2988"/>
                <a:gd name="T28" fmla="*/ 1491 w 2030"/>
                <a:gd name="T29" fmla="*/ 114 h 2988"/>
                <a:gd name="T30" fmla="*/ 1303 w 2030"/>
                <a:gd name="T31" fmla="*/ 185 h 2988"/>
                <a:gd name="T32" fmla="*/ 1375 w 2030"/>
                <a:gd name="T33" fmla="*/ 31 h 2988"/>
                <a:gd name="T34" fmla="*/ 1248 w 2030"/>
                <a:gd name="T35" fmla="*/ 224 h 2988"/>
                <a:gd name="T36" fmla="*/ 1045 w 2030"/>
                <a:gd name="T37" fmla="*/ 404 h 2988"/>
                <a:gd name="T38" fmla="*/ 1111 w 2030"/>
                <a:gd name="T39" fmla="*/ 0 h 2988"/>
                <a:gd name="T40" fmla="*/ 1004 w 2030"/>
                <a:gd name="T41" fmla="*/ 379 h 2988"/>
                <a:gd name="T42" fmla="*/ 1021 w 2030"/>
                <a:gd name="T43" fmla="*/ 1077 h 2988"/>
                <a:gd name="T44" fmla="*/ 774 w 2030"/>
                <a:gd name="T45" fmla="*/ 1643 h 2988"/>
                <a:gd name="T46" fmla="*/ 631 w 2030"/>
                <a:gd name="T47" fmla="*/ 820 h 2988"/>
                <a:gd name="T48" fmla="*/ 970 w 2030"/>
                <a:gd name="T49" fmla="*/ 726 h 2988"/>
                <a:gd name="T50" fmla="*/ 990 w 2030"/>
                <a:gd name="T51" fmla="*/ 706 h 2988"/>
                <a:gd name="T52" fmla="*/ 932 w 2030"/>
                <a:gd name="T53" fmla="*/ 598 h 2988"/>
                <a:gd name="T54" fmla="*/ 916 w 2030"/>
                <a:gd name="T55" fmla="*/ 509 h 2988"/>
                <a:gd name="T56" fmla="*/ 611 w 2030"/>
                <a:gd name="T57" fmla="*/ 787 h 2988"/>
                <a:gd name="T58" fmla="*/ 792 w 2030"/>
                <a:gd name="T59" fmla="*/ 277 h 2988"/>
                <a:gd name="T60" fmla="*/ 756 w 2030"/>
                <a:gd name="T61" fmla="*/ 197 h 2988"/>
                <a:gd name="T62" fmla="*/ 708 w 2030"/>
                <a:gd name="T63" fmla="*/ 394 h 2988"/>
                <a:gd name="T64" fmla="*/ 521 w 2030"/>
                <a:gd name="T65" fmla="*/ 141 h 2988"/>
                <a:gd name="T66" fmla="*/ 639 w 2030"/>
                <a:gd name="T67" fmla="*/ 394 h 2988"/>
                <a:gd name="T68" fmla="*/ 534 w 2030"/>
                <a:gd name="T69" fmla="*/ 706 h 2988"/>
                <a:gd name="T70" fmla="*/ 375 w 2030"/>
                <a:gd name="T71" fmla="*/ 1050 h 2988"/>
                <a:gd name="T72" fmla="*/ 352 w 2030"/>
                <a:gd name="T73" fmla="*/ 106 h 2988"/>
                <a:gd name="T74" fmla="*/ 206 w 2030"/>
                <a:gd name="T75" fmla="*/ 791 h 2988"/>
                <a:gd name="T76" fmla="*/ 0 w 2030"/>
                <a:gd name="T77" fmla="*/ 537 h 2988"/>
                <a:gd name="T78" fmla="*/ 181 w 2030"/>
                <a:gd name="T79" fmla="*/ 834 h 2988"/>
                <a:gd name="T80" fmla="*/ 574 w 2030"/>
                <a:gd name="T81" fmla="*/ 1644 h 2988"/>
                <a:gd name="T82" fmla="*/ 225 w 2030"/>
                <a:gd name="T83" fmla="*/ 1488 h 2988"/>
                <a:gd name="T84" fmla="*/ 83 w 2030"/>
                <a:gd name="T85" fmla="*/ 1344 h 2988"/>
                <a:gd name="T86" fmla="*/ 937 w 2030"/>
                <a:gd name="T87" fmla="*/ 1935 h 2988"/>
                <a:gd name="T88" fmla="*/ 1116 w 2030"/>
                <a:gd name="T89" fmla="*/ 4219 h 2988"/>
                <a:gd name="T90" fmla="*/ 1632 w 2030"/>
                <a:gd name="T91" fmla="*/ 2746 h 2988"/>
                <a:gd name="T92" fmla="*/ 2905 w 2030"/>
                <a:gd name="T93" fmla="*/ 1169 h 2988"/>
                <a:gd name="T94" fmla="*/ 1554 w 2030"/>
                <a:gd name="T95" fmla="*/ 149 h 2988"/>
                <a:gd name="T96" fmla="*/ 1554 w 2030"/>
                <a:gd name="T97" fmla="*/ 149 h 29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030" h="2988">
                  <a:moveTo>
                    <a:pt x="1835" y="1233"/>
                  </a:moveTo>
                  <a:cubicBezTo>
                    <a:pt x="1789" y="1269"/>
                    <a:pt x="1813" y="1200"/>
                    <a:pt x="1819" y="1148"/>
                  </a:cubicBezTo>
                  <a:cubicBezTo>
                    <a:pt x="1825" y="1095"/>
                    <a:pt x="1803" y="1002"/>
                    <a:pt x="1787" y="953"/>
                  </a:cubicBezTo>
                  <a:cubicBezTo>
                    <a:pt x="1771" y="904"/>
                    <a:pt x="1805" y="817"/>
                    <a:pt x="1813" y="793"/>
                  </a:cubicBezTo>
                  <a:cubicBezTo>
                    <a:pt x="1821" y="768"/>
                    <a:pt x="1856" y="720"/>
                    <a:pt x="1906" y="687"/>
                  </a:cubicBezTo>
                  <a:cubicBezTo>
                    <a:pt x="2028" y="609"/>
                    <a:pt x="1990" y="505"/>
                    <a:pt x="1990" y="505"/>
                  </a:cubicBezTo>
                  <a:cubicBezTo>
                    <a:pt x="2014" y="598"/>
                    <a:pt x="1913" y="656"/>
                    <a:pt x="1866" y="690"/>
                  </a:cubicBezTo>
                  <a:cubicBezTo>
                    <a:pt x="1797" y="738"/>
                    <a:pt x="1785" y="801"/>
                    <a:pt x="1762" y="843"/>
                  </a:cubicBezTo>
                  <a:cubicBezTo>
                    <a:pt x="1740" y="886"/>
                    <a:pt x="1716" y="782"/>
                    <a:pt x="1728" y="636"/>
                  </a:cubicBezTo>
                  <a:cubicBezTo>
                    <a:pt x="1740" y="490"/>
                    <a:pt x="1645" y="460"/>
                    <a:pt x="1645" y="460"/>
                  </a:cubicBezTo>
                  <a:cubicBezTo>
                    <a:pt x="1781" y="565"/>
                    <a:pt x="1655" y="699"/>
                    <a:pt x="1706" y="847"/>
                  </a:cubicBezTo>
                  <a:cubicBezTo>
                    <a:pt x="1744" y="960"/>
                    <a:pt x="1750" y="922"/>
                    <a:pt x="1620" y="874"/>
                  </a:cubicBezTo>
                  <a:cubicBezTo>
                    <a:pt x="1491" y="825"/>
                    <a:pt x="1426" y="683"/>
                    <a:pt x="1426" y="683"/>
                  </a:cubicBezTo>
                  <a:cubicBezTo>
                    <a:pt x="1501" y="916"/>
                    <a:pt x="1671" y="860"/>
                    <a:pt x="1746" y="1044"/>
                  </a:cubicBezTo>
                  <a:cubicBezTo>
                    <a:pt x="1827" y="1244"/>
                    <a:pt x="1659" y="1346"/>
                    <a:pt x="1553" y="1381"/>
                  </a:cubicBezTo>
                  <a:cubicBezTo>
                    <a:pt x="1448" y="1415"/>
                    <a:pt x="1282" y="1517"/>
                    <a:pt x="1229" y="1549"/>
                  </a:cubicBezTo>
                  <a:cubicBezTo>
                    <a:pt x="1206" y="1563"/>
                    <a:pt x="1195" y="1555"/>
                    <a:pt x="1199" y="1544"/>
                  </a:cubicBezTo>
                  <a:cubicBezTo>
                    <a:pt x="1230" y="1450"/>
                    <a:pt x="1266" y="1350"/>
                    <a:pt x="1309" y="1245"/>
                  </a:cubicBezTo>
                  <a:cubicBezTo>
                    <a:pt x="1050" y="1119"/>
                    <a:pt x="1050" y="1119"/>
                    <a:pt x="1050" y="1119"/>
                  </a:cubicBezTo>
                  <a:cubicBezTo>
                    <a:pt x="1050" y="1119"/>
                    <a:pt x="984" y="1245"/>
                    <a:pt x="910" y="1446"/>
                  </a:cubicBezTo>
                  <a:cubicBezTo>
                    <a:pt x="904" y="1458"/>
                    <a:pt x="892" y="1444"/>
                    <a:pt x="876" y="1427"/>
                  </a:cubicBezTo>
                  <a:cubicBezTo>
                    <a:pt x="835" y="1380"/>
                    <a:pt x="686" y="1240"/>
                    <a:pt x="666" y="1096"/>
                  </a:cubicBezTo>
                  <a:cubicBezTo>
                    <a:pt x="645" y="952"/>
                    <a:pt x="667" y="855"/>
                    <a:pt x="777" y="741"/>
                  </a:cubicBezTo>
                  <a:cubicBezTo>
                    <a:pt x="886" y="629"/>
                    <a:pt x="1070" y="496"/>
                    <a:pt x="1053" y="101"/>
                  </a:cubicBezTo>
                  <a:cubicBezTo>
                    <a:pt x="1054" y="146"/>
                    <a:pt x="1062" y="397"/>
                    <a:pt x="813" y="614"/>
                  </a:cubicBezTo>
                  <a:cubicBezTo>
                    <a:pt x="778" y="645"/>
                    <a:pt x="760" y="643"/>
                    <a:pt x="772" y="587"/>
                  </a:cubicBezTo>
                  <a:cubicBezTo>
                    <a:pt x="789" y="507"/>
                    <a:pt x="750" y="371"/>
                    <a:pt x="772" y="322"/>
                  </a:cubicBezTo>
                  <a:cubicBezTo>
                    <a:pt x="794" y="272"/>
                    <a:pt x="818" y="212"/>
                    <a:pt x="866" y="185"/>
                  </a:cubicBezTo>
                  <a:cubicBezTo>
                    <a:pt x="914" y="157"/>
                    <a:pt x="917" y="156"/>
                    <a:pt x="935" y="139"/>
                  </a:cubicBezTo>
                  <a:cubicBezTo>
                    <a:pt x="952" y="122"/>
                    <a:pt x="979" y="76"/>
                    <a:pt x="1011" y="77"/>
                  </a:cubicBezTo>
                  <a:cubicBezTo>
                    <a:pt x="1011" y="77"/>
                    <a:pt x="970" y="75"/>
                    <a:pt x="935" y="117"/>
                  </a:cubicBezTo>
                  <a:cubicBezTo>
                    <a:pt x="900" y="160"/>
                    <a:pt x="876" y="148"/>
                    <a:pt x="884" y="126"/>
                  </a:cubicBezTo>
                  <a:cubicBezTo>
                    <a:pt x="893" y="105"/>
                    <a:pt x="901" y="99"/>
                    <a:pt x="900" y="75"/>
                  </a:cubicBezTo>
                  <a:cubicBezTo>
                    <a:pt x="900" y="51"/>
                    <a:pt x="914" y="28"/>
                    <a:pt x="932" y="21"/>
                  </a:cubicBezTo>
                  <a:cubicBezTo>
                    <a:pt x="932" y="21"/>
                    <a:pt x="900" y="29"/>
                    <a:pt x="889" y="77"/>
                  </a:cubicBezTo>
                  <a:cubicBezTo>
                    <a:pt x="878" y="126"/>
                    <a:pt x="863" y="130"/>
                    <a:pt x="846" y="152"/>
                  </a:cubicBezTo>
                  <a:cubicBezTo>
                    <a:pt x="829" y="175"/>
                    <a:pt x="795" y="198"/>
                    <a:pt x="768" y="269"/>
                  </a:cubicBezTo>
                  <a:cubicBezTo>
                    <a:pt x="759" y="293"/>
                    <a:pt x="722" y="338"/>
                    <a:pt x="708" y="274"/>
                  </a:cubicBezTo>
                  <a:cubicBezTo>
                    <a:pt x="694" y="211"/>
                    <a:pt x="697" y="159"/>
                    <a:pt x="722" y="124"/>
                  </a:cubicBezTo>
                  <a:cubicBezTo>
                    <a:pt x="748" y="89"/>
                    <a:pt x="784" y="52"/>
                    <a:pt x="753" y="0"/>
                  </a:cubicBezTo>
                  <a:cubicBezTo>
                    <a:pt x="753" y="0"/>
                    <a:pt x="776" y="44"/>
                    <a:pt x="722" y="95"/>
                  </a:cubicBezTo>
                  <a:cubicBezTo>
                    <a:pt x="668" y="145"/>
                    <a:pt x="671" y="203"/>
                    <a:pt x="681" y="258"/>
                  </a:cubicBezTo>
                  <a:cubicBezTo>
                    <a:pt x="691" y="313"/>
                    <a:pt x="721" y="412"/>
                    <a:pt x="723" y="494"/>
                  </a:cubicBezTo>
                  <a:cubicBezTo>
                    <a:pt x="725" y="576"/>
                    <a:pt x="723" y="683"/>
                    <a:pt x="692" y="733"/>
                  </a:cubicBezTo>
                  <a:cubicBezTo>
                    <a:pt x="660" y="782"/>
                    <a:pt x="534" y="924"/>
                    <a:pt x="582" y="1104"/>
                  </a:cubicBezTo>
                  <a:cubicBezTo>
                    <a:pt x="597" y="1162"/>
                    <a:pt x="572" y="1178"/>
                    <a:pt x="524" y="1118"/>
                  </a:cubicBezTo>
                  <a:cubicBezTo>
                    <a:pt x="476" y="1058"/>
                    <a:pt x="289" y="902"/>
                    <a:pt x="320" y="816"/>
                  </a:cubicBezTo>
                  <a:cubicBezTo>
                    <a:pt x="352" y="728"/>
                    <a:pt x="368" y="604"/>
                    <a:pt x="428" y="558"/>
                  </a:cubicBezTo>
                  <a:cubicBezTo>
                    <a:pt x="488" y="512"/>
                    <a:pt x="529" y="491"/>
                    <a:pt x="567" y="479"/>
                  </a:cubicBezTo>
                  <a:cubicBezTo>
                    <a:pt x="606" y="467"/>
                    <a:pt x="630" y="496"/>
                    <a:pt x="657" y="494"/>
                  </a:cubicBezTo>
                  <a:cubicBezTo>
                    <a:pt x="685" y="491"/>
                    <a:pt x="704" y="475"/>
                    <a:pt x="716" y="486"/>
                  </a:cubicBezTo>
                  <a:cubicBezTo>
                    <a:pt x="716" y="486"/>
                    <a:pt x="701" y="471"/>
                    <a:pt x="671" y="480"/>
                  </a:cubicBezTo>
                  <a:cubicBezTo>
                    <a:pt x="640" y="488"/>
                    <a:pt x="643" y="461"/>
                    <a:pt x="607" y="461"/>
                  </a:cubicBezTo>
                  <a:cubicBezTo>
                    <a:pt x="572" y="461"/>
                    <a:pt x="619" y="441"/>
                    <a:pt x="632" y="407"/>
                  </a:cubicBezTo>
                  <a:cubicBezTo>
                    <a:pt x="655" y="341"/>
                    <a:pt x="606" y="312"/>
                    <a:pt x="640" y="281"/>
                  </a:cubicBezTo>
                  <a:cubicBezTo>
                    <a:pt x="640" y="281"/>
                    <a:pt x="614" y="286"/>
                    <a:pt x="621" y="347"/>
                  </a:cubicBezTo>
                  <a:cubicBezTo>
                    <a:pt x="628" y="408"/>
                    <a:pt x="597" y="432"/>
                    <a:pt x="557" y="457"/>
                  </a:cubicBezTo>
                  <a:cubicBezTo>
                    <a:pt x="517" y="483"/>
                    <a:pt x="453" y="500"/>
                    <a:pt x="415" y="536"/>
                  </a:cubicBezTo>
                  <a:cubicBezTo>
                    <a:pt x="376" y="572"/>
                    <a:pt x="359" y="570"/>
                    <a:pt x="387" y="528"/>
                  </a:cubicBezTo>
                  <a:cubicBezTo>
                    <a:pt x="415" y="487"/>
                    <a:pt x="520" y="395"/>
                    <a:pt x="537" y="189"/>
                  </a:cubicBezTo>
                  <a:cubicBezTo>
                    <a:pt x="542" y="125"/>
                    <a:pt x="496" y="35"/>
                    <a:pt x="537" y="20"/>
                  </a:cubicBezTo>
                  <a:cubicBezTo>
                    <a:pt x="537" y="20"/>
                    <a:pt x="495" y="17"/>
                    <a:pt x="512" y="134"/>
                  </a:cubicBezTo>
                  <a:cubicBezTo>
                    <a:pt x="518" y="173"/>
                    <a:pt x="514" y="228"/>
                    <a:pt x="502" y="251"/>
                  </a:cubicBezTo>
                  <a:cubicBezTo>
                    <a:pt x="491" y="274"/>
                    <a:pt x="491" y="283"/>
                    <a:pt x="480" y="268"/>
                  </a:cubicBezTo>
                  <a:cubicBezTo>
                    <a:pt x="469" y="253"/>
                    <a:pt x="446" y="254"/>
                    <a:pt x="432" y="209"/>
                  </a:cubicBezTo>
                  <a:cubicBezTo>
                    <a:pt x="417" y="164"/>
                    <a:pt x="437" y="136"/>
                    <a:pt x="353" y="96"/>
                  </a:cubicBezTo>
                  <a:cubicBezTo>
                    <a:pt x="353" y="96"/>
                    <a:pt x="401" y="132"/>
                    <a:pt x="405" y="168"/>
                  </a:cubicBezTo>
                  <a:cubicBezTo>
                    <a:pt x="409" y="203"/>
                    <a:pt x="409" y="245"/>
                    <a:pt x="433" y="268"/>
                  </a:cubicBezTo>
                  <a:cubicBezTo>
                    <a:pt x="457" y="290"/>
                    <a:pt x="468" y="319"/>
                    <a:pt x="451" y="349"/>
                  </a:cubicBezTo>
                  <a:cubicBezTo>
                    <a:pt x="435" y="380"/>
                    <a:pt x="401" y="438"/>
                    <a:pt x="362" y="480"/>
                  </a:cubicBezTo>
                  <a:cubicBezTo>
                    <a:pt x="324" y="523"/>
                    <a:pt x="294" y="672"/>
                    <a:pt x="286" y="709"/>
                  </a:cubicBezTo>
                  <a:cubicBezTo>
                    <a:pt x="279" y="746"/>
                    <a:pt x="251" y="793"/>
                    <a:pt x="254" y="715"/>
                  </a:cubicBezTo>
                  <a:cubicBezTo>
                    <a:pt x="258" y="638"/>
                    <a:pt x="234" y="548"/>
                    <a:pt x="206" y="492"/>
                  </a:cubicBezTo>
                  <a:cubicBezTo>
                    <a:pt x="178" y="436"/>
                    <a:pt x="100" y="312"/>
                    <a:pt x="238" y="72"/>
                  </a:cubicBezTo>
                  <a:cubicBezTo>
                    <a:pt x="238" y="72"/>
                    <a:pt x="124" y="206"/>
                    <a:pt x="138" y="380"/>
                  </a:cubicBezTo>
                  <a:cubicBezTo>
                    <a:pt x="148" y="502"/>
                    <a:pt x="215" y="595"/>
                    <a:pt x="140" y="538"/>
                  </a:cubicBezTo>
                  <a:cubicBezTo>
                    <a:pt x="107" y="513"/>
                    <a:pt x="79" y="495"/>
                    <a:pt x="74" y="469"/>
                  </a:cubicBezTo>
                  <a:cubicBezTo>
                    <a:pt x="69" y="442"/>
                    <a:pt x="48" y="377"/>
                    <a:pt x="0" y="365"/>
                  </a:cubicBezTo>
                  <a:cubicBezTo>
                    <a:pt x="0" y="365"/>
                    <a:pt x="35" y="375"/>
                    <a:pt x="48" y="452"/>
                  </a:cubicBezTo>
                  <a:cubicBezTo>
                    <a:pt x="61" y="530"/>
                    <a:pt x="91" y="548"/>
                    <a:pt x="123" y="568"/>
                  </a:cubicBezTo>
                  <a:cubicBezTo>
                    <a:pt x="156" y="588"/>
                    <a:pt x="174" y="612"/>
                    <a:pt x="184" y="693"/>
                  </a:cubicBezTo>
                  <a:cubicBezTo>
                    <a:pt x="193" y="773"/>
                    <a:pt x="225" y="971"/>
                    <a:pt x="389" y="1119"/>
                  </a:cubicBezTo>
                  <a:cubicBezTo>
                    <a:pt x="421" y="1147"/>
                    <a:pt x="395" y="1157"/>
                    <a:pt x="333" y="1141"/>
                  </a:cubicBezTo>
                  <a:cubicBezTo>
                    <a:pt x="272" y="1125"/>
                    <a:pt x="205" y="1117"/>
                    <a:pt x="153" y="1012"/>
                  </a:cubicBezTo>
                  <a:cubicBezTo>
                    <a:pt x="101" y="907"/>
                    <a:pt x="17" y="892"/>
                    <a:pt x="13" y="816"/>
                  </a:cubicBezTo>
                  <a:cubicBezTo>
                    <a:pt x="13" y="816"/>
                    <a:pt x="6" y="868"/>
                    <a:pt x="56" y="915"/>
                  </a:cubicBezTo>
                  <a:cubicBezTo>
                    <a:pt x="145" y="999"/>
                    <a:pt x="128" y="1095"/>
                    <a:pt x="236" y="1169"/>
                  </a:cubicBezTo>
                  <a:cubicBezTo>
                    <a:pt x="320" y="1227"/>
                    <a:pt x="557" y="1247"/>
                    <a:pt x="635" y="1317"/>
                  </a:cubicBezTo>
                  <a:cubicBezTo>
                    <a:pt x="709" y="1385"/>
                    <a:pt x="852" y="1533"/>
                    <a:pt x="826" y="1705"/>
                  </a:cubicBezTo>
                  <a:cubicBezTo>
                    <a:pt x="733" y="2034"/>
                    <a:pt x="665" y="2461"/>
                    <a:pt x="756" y="2871"/>
                  </a:cubicBezTo>
                  <a:cubicBezTo>
                    <a:pt x="756" y="2871"/>
                    <a:pt x="938" y="2988"/>
                    <a:pt x="1075" y="2811"/>
                  </a:cubicBezTo>
                  <a:cubicBezTo>
                    <a:pt x="1075" y="2811"/>
                    <a:pt x="961" y="2493"/>
                    <a:pt x="1107" y="1868"/>
                  </a:cubicBezTo>
                  <a:cubicBezTo>
                    <a:pt x="1213" y="1549"/>
                    <a:pt x="1700" y="1524"/>
                    <a:pt x="1856" y="1271"/>
                  </a:cubicBezTo>
                  <a:cubicBezTo>
                    <a:pt x="2030" y="987"/>
                    <a:pt x="1969" y="795"/>
                    <a:pt x="1969" y="795"/>
                  </a:cubicBezTo>
                  <a:cubicBezTo>
                    <a:pt x="1996" y="967"/>
                    <a:pt x="1882" y="1196"/>
                    <a:pt x="1835" y="1233"/>
                  </a:cubicBezTo>
                  <a:close/>
                  <a:moveTo>
                    <a:pt x="1053" y="101"/>
                  </a:moveTo>
                  <a:cubicBezTo>
                    <a:pt x="1053" y="96"/>
                    <a:pt x="1053" y="94"/>
                    <a:pt x="1053" y="94"/>
                  </a:cubicBezTo>
                  <a:cubicBezTo>
                    <a:pt x="1053" y="96"/>
                    <a:pt x="1053" y="99"/>
                    <a:pt x="1053" y="101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66" name="Freeform 251">
              <a:extLst>
                <a:ext uri="{FF2B5EF4-FFF2-40B4-BE49-F238E27FC236}">
                  <a16:creationId xmlns:a16="http://schemas.microsoft.com/office/drawing/2014/main" id="{8F9A3B3C-0458-4868-BB12-69BB2EC87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72"/>
              <a:ext cx="320" cy="187"/>
            </a:xfrm>
            <a:custGeom>
              <a:avLst/>
              <a:gdLst>
                <a:gd name="T0" fmla="*/ 401 w 281"/>
                <a:gd name="T1" fmla="*/ 210 h 165"/>
                <a:gd name="T2" fmla="*/ 181 w 281"/>
                <a:gd name="T3" fmla="*/ 175 h 165"/>
                <a:gd name="T4" fmla="*/ 15 w 281"/>
                <a:gd name="T5" fmla="*/ 31 h 165"/>
                <a:gd name="T6" fmla="*/ 235 w 281"/>
                <a:gd name="T7" fmla="*/ 66 h 165"/>
                <a:gd name="T8" fmla="*/ 401 w 281"/>
                <a:gd name="T9" fmla="*/ 210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1" h="165">
                  <a:moveTo>
                    <a:pt x="271" y="144"/>
                  </a:moveTo>
                  <a:cubicBezTo>
                    <a:pt x="261" y="165"/>
                    <a:pt x="195" y="154"/>
                    <a:pt x="123" y="120"/>
                  </a:cubicBezTo>
                  <a:cubicBezTo>
                    <a:pt x="51" y="86"/>
                    <a:pt x="0" y="42"/>
                    <a:pt x="10" y="21"/>
                  </a:cubicBezTo>
                  <a:cubicBezTo>
                    <a:pt x="20" y="0"/>
                    <a:pt x="87" y="11"/>
                    <a:pt x="159" y="45"/>
                  </a:cubicBezTo>
                  <a:cubicBezTo>
                    <a:pt x="231" y="79"/>
                    <a:pt x="281" y="124"/>
                    <a:pt x="271" y="144"/>
                  </a:cubicBezTo>
                  <a:close/>
                </a:path>
              </a:pathLst>
            </a:custGeom>
            <a:solidFill>
              <a:srgbClr val="EB9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67" name="Freeform 252">
              <a:extLst>
                <a:ext uri="{FF2B5EF4-FFF2-40B4-BE49-F238E27FC236}">
                  <a16:creationId xmlns:a16="http://schemas.microsoft.com/office/drawing/2014/main" id="{77D273C4-2AB6-4DA9-B135-D89D618CD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993"/>
              <a:ext cx="240" cy="140"/>
            </a:xfrm>
            <a:custGeom>
              <a:avLst/>
              <a:gdLst>
                <a:gd name="T0" fmla="*/ 301 w 211"/>
                <a:gd name="T1" fmla="*/ 160 h 123"/>
                <a:gd name="T2" fmla="*/ 139 w 211"/>
                <a:gd name="T3" fmla="*/ 130 h 123"/>
                <a:gd name="T4" fmla="*/ 10 w 211"/>
                <a:gd name="T5" fmla="*/ 22 h 123"/>
                <a:gd name="T6" fmla="*/ 173 w 211"/>
                <a:gd name="T7" fmla="*/ 53 h 123"/>
                <a:gd name="T8" fmla="*/ 301 w 211"/>
                <a:gd name="T9" fmla="*/ 16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1" h="123">
                  <a:moveTo>
                    <a:pt x="205" y="109"/>
                  </a:moveTo>
                  <a:cubicBezTo>
                    <a:pt x="198" y="123"/>
                    <a:pt x="148" y="113"/>
                    <a:pt x="94" y="88"/>
                  </a:cubicBezTo>
                  <a:cubicBezTo>
                    <a:pt x="39" y="62"/>
                    <a:pt x="0" y="29"/>
                    <a:pt x="7" y="15"/>
                  </a:cubicBezTo>
                  <a:cubicBezTo>
                    <a:pt x="14" y="0"/>
                    <a:pt x="64" y="10"/>
                    <a:pt x="118" y="36"/>
                  </a:cubicBezTo>
                  <a:cubicBezTo>
                    <a:pt x="173" y="62"/>
                    <a:pt x="211" y="94"/>
                    <a:pt x="205" y="109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68" name="Freeform 253">
              <a:extLst>
                <a:ext uri="{FF2B5EF4-FFF2-40B4-BE49-F238E27FC236}">
                  <a16:creationId xmlns:a16="http://schemas.microsoft.com/office/drawing/2014/main" id="{EE15DBAB-8762-4C51-9B71-F857165A1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015"/>
              <a:ext cx="210" cy="111"/>
            </a:xfrm>
            <a:custGeom>
              <a:avLst/>
              <a:gdLst>
                <a:gd name="T0" fmla="*/ 0 w 185"/>
                <a:gd name="T1" fmla="*/ 2 h 98"/>
                <a:gd name="T2" fmla="*/ 127 w 185"/>
                <a:gd name="T3" fmla="*/ 100 h 98"/>
                <a:gd name="T4" fmla="*/ 270 w 185"/>
                <a:gd name="T5" fmla="*/ 139 h 98"/>
                <a:gd name="T6" fmla="*/ 143 w 185"/>
                <a:gd name="T7" fmla="*/ 44 h 98"/>
                <a:gd name="T8" fmla="*/ 0 w 185"/>
                <a:gd name="T9" fmla="*/ 2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98">
                  <a:moveTo>
                    <a:pt x="0" y="2"/>
                  </a:moveTo>
                  <a:cubicBezTo>
                    <a:pt x="4" y="19"/>
                    <a:pt x="39" y="46"/>
                    <a:pt x="87" y="69"/>
                  </a:cubicBezTo>
                  <a:cubicBezTo>
                    <a:pt x="127" y="88"/>
                    <a:pt x="166" y="98"/>
                    <a:pt x="185" y="96"/>
                  </a:cubicBezTo>
                  <a:cubicBezTo>
                    <a:pt x="181" y="80"/>
                    <a:pt x="145" y="52"/>
                    <a:pt x="98" y="30"/>
                  </a:cubicBezTo>
                  <a:cubicBezTo>
                    <a:pt x="57" y="10"/>
                    <a:pt x="19" y="0"/>
                    <a:pt x="0" y="2"/>
                  </a:cubicBezTo>
                  <a:close/>
                </a:path>
              </a:pathLst>
            </a:custGeom>
            <a:solidFill>
              <a:srgbClr val="D55A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69" name="Freeform 254">
              <a:extLst>
                <a:ext uri="{FF2B5EF4-FFF2-40B4-BE49-F238E27FC236}">
                  <a16:creationId xmlns:a16="http://schemas.microsoft.com/office/drawing/2014/main" id="{28FE2916-933A-47E4-8A66-F094D3D76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72"/>
              <a:ext cx="320" cy="187"/>
            </a:xfrm>
            <a:custGeom>
              <a:avLst/>
              <a:gdLst>
                <a:gd name="T0" fmla="*/ 401 w 281"/>
                <a:gd name="T1" fmla="*/ 210 h 165"/>
                <a:gd name="T2" fmla="*/ 181 w 281"/>
                <a:gd name="T3" fmla="*/ 175 h 165"/>
                <a:gd name="T4" fmla="*/ 15 w 281"/>
                <a:gd name="T5" fmla="*/ 31 h 165"/>
                <a:gd name="T6" fmla="*/ 235 w 281"/>
                <a:gd name="T7" fmla="*/ 66 h 165"/>
                <a:gd name="T8" fmla="*/ 401 w 281"/>
                <a:gd name="T9" fmla="*/ 210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1" h="165">
                  <a:moveTo>
                    <a:pt x="271" y="144"/>
                  </a:moveTo>
                  <a:cubicBezTo>
                    <a:pt x="261" y="165"/>
                    <a:pt x="195" y="154"/>
                    <a:pt x="123" y="120"/>
                  </a:cubicBezTo>
                  <a:cubicBezTo>
                    <a:pt x="51" y="86"/>
                    <a:pt x="0" y="42"/>
                    <a:pt x="10" y="21"/>
                  </a:cubicBezTo>
                  <a:cubicBezTo>
                    <a:pt x="20" y="0"/>
                    <a:pt x="87" y="11"/>
                    <a:pt x="159" y="45"/>
                  </a:cubicBezTo>
                  <a:cubicBezTo>
                    <a:pt x="231" y="79"/>
                    <a:pt x="281" y="124"/>
                    <a:pt x="271" y="144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0" name="Freeform 255">
              <a:extLst>
                <a:ext uri="{FF2B5EF4-FFF2-40B4-BE49-F238E27FC236}">
                  <a16:creationId xmlns:a16="http://schemas.microsoft.com/office/drawing/2014/main" id="{D72FBCAA-5398-4133-A495-ECBA0427F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993"/>
              <a:ext cx="240" cy="140"/>
            </a:xfrm>
            <a:custGeom>
              <a:avLst/>
              <a:gdLst>
                <a:gd name="T0" fmla="*/ 301 w 211"/>
                <a:gd name="T1" fmla="*/ 160 h 123"/>
                <a:gd name="T2" fmla="*/ 139 w 211"/>
                <a:gd name="T3" fmla="*/ 130 h 123"/>
                <a:gd name="T4" fmla="*/ 10 w 211"/>
                <a:gd name="T5" fmla="*/ 22 h 123"/>
                <a:gd name="T6" fmla="*/ 173 w 211"/>
                <a:gd name="T7" fmla="*/ 53 h 123"/>
                <a:gd name="T8" fmla="*/ 301 w 211"/>
                <a:gd name="T9" fmla="*/ 16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1" h="123">
                  <a:moveTo>
                    <a:pt x="205" y="109"/>
                  </a:moveTo>
                  <a:cubicBezTo>
                    <a:pt x="198" y="123"/>
                    <a:pt x="148" y="113"/>
                    <a:pt x="94" y="88"/>
                  </a:cubicBezTo>
                  <a:cubicBezTo>
                    <a:pt x="39" y="62"/>
                    <a:pt x="0" y="29"/>
                    <a:pt x="7" y="15"/>
                  </a:cubicBezTo>
                  <a:cubicBezTo>
                    <a:pt x="14" y="0"/>
                    <a:pt x="64" y="10"/>
                    <a:pt x="118" y="36"/>
                  </a:cubicBezTo>
                  <a:cubicBezTo>
                    <a:pt x="173" y="62"/>
                    <a:pt x="211" y="94"/>
                    <a:pt x="205" y="109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1" name="Freeform 256">
              <a:extLst>
                <a:ext uri="{FF2B5EF4-FFF2-40B4-BE49-F238E27FC236}">
                  <a16:creationId xmlns:a16="http://schemas.microsoft.com/office/drawing/2014/main" id="{F05C1BD2-DBB8-411A-B424-36DE36015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059"/>
              <a:ext cx="560" cy="1915"/>
            </a:xfrm>
            <a:custGeom>
              <a:avLst/>
              <a:gdLst>
                <a:gd name="T0" fmla="*/ 444 w 492"/>
                <a:gd name="T1" fmla="*/ 9 h 1684"/>
                <a:gd name="T2" fmla="*/ 364 w 492"/>
                <a:gd name="T3" fmla="*/ 194 h 1684"/>
                <a:gd name="T4" fmla="*/ 278 w 492"/>
                <a:gd name="T5" fmla="*/ 401 h 1684"/>
                <a:gd name="T6" fmla="*/ 77 w 492"/>
                <a:gd name="T7" fmla="*/ 1327 h 1684"/>
                <a:gd name="T8" fmla="*/ 19 w 492"/>
                <a:gd name="T9" fmla="*/ 2048 h 1684"/>
                <a:gd name="T10" fmla="*/ 157 w 492"/>
                <a:gd name="T11" fmla="*/ 2464 h 1684"/>
                <a:gd name="T12" fmla="*/ 381 w 492"/>
                <a:gd name="T13" fmla="*/ 2337 h 1684"/>
                <a:gd name="T14" fmla="*/ 354 w 492"/>
                <a:gd name="T15" fmla="*/ 2166 h 1684"/>
                <a:gd name="T16" fmla="*/ 340 w 492"/>
                <a:gd name="T17" fmla="*/ 1931 h 1684"/>
                <a:gd name="T18" fmla="*/ 437 w 492"/>
                <a:gd name="T19" fmla="*/ 1076 h 1684"/>
                <a:gd name="T20" fmla="*/ 666 w 492"/>
                <a:gd name="T21" fmla="*/ 388 h 1684"/>
                <a:gd name="T22" fmla="*/ 719 w 492"/>
                <a:gd name="T23" fmla="*/ 204 h 1684"/>
                <a:gd name="T24" fmla="*/ 666 w 492"/>
                <a:gd name="T25" fmla="*/ 122 h 1684"/>
                <a:gd name="T26" fmla="*/ 444 w 492"/>
                <a:gd name="T27" fmla="*/ 0 h 16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92" h="1684">
                  <a:moveTo>
                    <a:pt x="301" y="6"/>
                  </a:moveTo>
                  <a:cubicBezTo>
                    <a:pt x="296" y="43"/>
                    <a:pt x="262" y="94"/>
                    <a:pt x="247" y="132"/>
                  </a:cubicBezTo>
                  <a:cubicBezTo>
                    <a:pt x="228" y="180"/>
                    <a:pt x="209" y="227"/>
                    <a:pt x="188" y="273"/>
                  </a:cubicBezTo>
                  <a:cubicBezTo>
                    <a:pt x="100" y="466"/>
                    <a:pt x="81" y="693"/>
                    <a:pt x="53" y="902"/>
                  </a:cubicBezTo>
                  <a:cubicBezTo>
                    <a:pt x="32" y="1062"/>
                    <a:pt x="7" y="1231"/>
                    <a:pt x="13" y="1393"/>
                  </a:cubicBezTo>
                  <a:cubicBezTo>
                    <a:pt x="16" y="1472"/>
                    <a:pt x="0" y="1661"/>
                    <a:pt x="106" y="1676"/>
                  </a:cubicBezTo>
                  <a:cubicBezTo>
                    <a:pt x="167" y="1684"/>
                    <a:pt x="261" y="1663"/>
                    <a:pt x="258" y="1589"/>
                  </a:cubicBezTo>
                  <a:cubicBezTo>
                    <a:pt x="256" y="1550"/>
                    <a:pt x="242" y="1513"/>
                    <a:pt x="240" y="1473"/>
                  </a:cubicBezTo>
                  <a:cubicBezTo>
                    <a:pt x="237" y="1419"/>
                    <a:pt x="231" y="1367"/>
                    <a:pt x="231" y="1313"/>
                  </a:cubicBezTo>
                  <a:cubicBezTo>
                    <a:pt x="231" y="1120"/>
                    <a:pt x="233" y="916"/>
                    <a:pt x="296" y="732"/>
                  </a:cubicBezTo>
                  <a:cubicBezTo>
                    <a:pt x="349" y="576"/>
                    <a:pt x="405" y="421"/>
                    <a:pt x="452" y="264"/>
                  </a:cubicBezTo>
                  <a:cubicBezTo>
                    <a:pt x="465" y="223"/>
                    <a:pt x="484" y="181"/>
                    <a:pt x="488" y="138"/>
                  </a:cubicBezTo>
                  <a:cubicBezTo>
                    <a:pt x="492" y="104"/>
                    <a:pt x="484" y="94"/>
                    <a:pt x="452" y="83"/>
                  </a:cubicBezTo>
                  <a:cubicBezTo>
                    <a:pt x="396" y="63"/>
                    <a:pt x="341" y="49"/>
                    <a:pt x="301" y="0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2" name="Freeform 257">
              <a:extLst>
                <a:ext uri="{FF2B5EF4-FFF2-40B4-BE49-F238E27FC236}">
                  <a16:creationId xmlns:a16="http://schemas.microsoft.com/office/drawing/2014/main" id="{6CC92EE8-5ADB-4CF9-B1D8-8339CA130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983"/>
              <a:ext cx="610" cy="745"/>
            </a:xfrm>
            <a:custGeom>
              <a:avLst/>
              <a:gdLst>
                <a:gd name="T0" fmla="*/ 329 w 536"/>
                <a:gd name="T1" fmla="*/ 18 h 655"/>
                <a:gd name="T2" fmla="*/ 424 w 536"/>
                <a:gd name="T3" fmla="*/ 260 h 655"/>
                <a:gd name="T4" fmla="*/ 554 w 536"/>
                <a:gd name="T5" fmla="*/ 396 h 655"/>
                <a:gd name="T6" fmla="*/ 676 w 536"/>
                <a:gd name="T7" fmla="*/ 536 h 655"/>
                <a:gd name="T8" fmla="*/ 790 w 536"/>
                <a:gd name="T9" fmla="*/ 489 h 655"/>
                <a:gd name="T10" fmla="*/ 654 w 536"/>
                <a:gd name="T11" fmla="*/ 963 h 655"/>
                <a:gd name="T12" fmla="*/ 563 w 536"/>
                <a:gd name="T13" fmla="*/ 523 h 655"/>
                <a:gd name="T14" fmla="*/ 338 w 536"/>
                <a:gd name="T15" fmla="*/ 266 h 655"/>
                <a:gd name="T16" fmla="*/ 138 w 536"/>
                <a:gd name="T17" fmla="*/ 143 h 655"/>
                <a:gd name="T18" fmla="*/ 13 w 536"/>
                <a:gd name="T19" fmla="*/ 121 h 655"/>
                <a:gd name="T20" fmla="*/ 44 w 536"/>
                <a:gd name="T21" fmla="*/ 73 h 655"/>
                <a:gd name="T22" fmla="*/ 44 w 536"/>
                <a:gd name="T23" fmla="*/ 0 h 655"/>
                <a:gd name="T24" fmla="*/ 125 w 536"/>
                <a:gd name="T25" fmla="*/ 66 h 655"/>
                <a:gd name="T26" fmla="*/ 215 w 536"/>
                <a:gd name="T27" fmla="*/ 106 h 655"/>
                <a:gd name="T28" fmla="*/ 318 w 536"/>
                <a:gd name="T29" fmla="*/ 111 h 655"/>
                <a:gd name="T30" fmla="*/ 329 w 536"/>
                <a:gd name="T31" fmla="*/ 35 h 6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6" h="655">
                  <a:moveTo>
                    <a:pt x="223" y="12"/>
                  </a:moveTo>
                  <a:cubicBezTo>
                    <a:pt x="248" y="68"/>
                    <a:pt x="255" y="127"/>
                    <a:pt x="288" y="177"/>
                  </a:cubicBezTo>
                  <a:cubicBezTo>
                    <a:pt x="312" y="213"/>
                    <a:pt x="349" y="237"/>
                    <a:pt x="376" y="269"/>
                  </a:cubicBezTo>
                  <a:cubicBezTo>
                    <a:pt x="400" y="298"/>
                    <a:pt x="426" y="341"/>
                    <a:pt x="459" y="364"/>
                  </a:cubicBezTo>
                  <a:cubicBezTo>
                    <a:pt x="503" y="395"/>
                    <a:pt x="508" y="355"/>
                    <a:pt x="536" y="332"/>
                  </a:cubicBezTo>
                  <a:cubicBezTo>
                    <a:pt x="525" y="443"/>
                    <a:pt x="470" y="549"/>
                    <a:pt x="444" y="655"/>
                  </a:cubicBezTo>
                  <a:cubicBezTo>
                    <a:pt x="451" y="553"/>
                    <a:pt x="430" y="446"/>
                    <a:pt x="382" y="355"/>
                  </a:cubicBezTo>
                  <a:cubicBezTo>
                    <a:pt x="343" y="284"/>
                    <a:pt x="289" y="234"/>
                    <a:pt x="229" y="181"/>
                  </a:cubicBezTo>
                  <a:cubicBezTo>
                    <a:pt x="190" y="146"/>
                    <a:pt x="146" y="110"/>
                    <a:pt x="93" y="98"/>
                  </a:cubicBezTo>
                  <a:cubicBezTo>
                    <a:pt x="75" y="94"/>
                    <a:pt x="18" y="102"/>
                    <a:pt x="9" y="82"/>
                  </a:cubicBezTo>
                  <a:cubicBezTo>
                    <a:pt x="0" y="63"/>
                    <a:pt x="25" y="62"/>
                    <a:pt x="30" y="49"/>
                  </a:cubicBezTo>
                  <a:cubicBezTo>
                    <a:pt x="36" y="32"/>
                    <a:pt x="23" y="16"/>
                    <a:pt x="30" y="0"/>
                  </a:cubicBezTo>
                  <a:cubicBezTo>
                    <a:pt x="51" y="10"/>
                    <a:pt x="66" y="32"/>
                    <a:pt x="85" y="45"/>
                  </a:cubicBezTo>
                  <a:cubicBezTo>
                    <a:pt x="103" y="58"/>
                    <a:pt x="125" y="64"/>
                    <a:pt x="146" y="72"/>
                  </a:cubicBezTo>
                  <a:cubicBezTo>
                    <a:pt x="168" y="81"/>
                    <a:pt x="196" y="99"/>
                    <a:pt x="215" y="76"/>
                  </a:cubicBezTo>
                  <a:cubicBezTo>
                    <a:pt x="225" y="64"/>
                    <a:pt x="217" y="39"/>
                    <a:pt x="223" y="24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3" name="Freeform 258">
              <a:extLst>
                <a:ext uri="{FF2B5EF4-FFF2-40B4-BE49-F238E27FC236}">
                  <a16:creationId xmlns:a16="http://schemas.microsoft.com/office/drawing/2014/main" id="{74C062EB-F119-430D-859A-48B52B6CA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940"/>
              <a:ext cx="501" cy="207"/>
            </a:xfrm>
            <a:custGeom>
              <a:avLst/>
              <a:gdLst>
                <a:gd name="T0" fmla="*/ 402 w 440"/>
                <a:gd name="T1" fmla="*/ 124 h 182"/>
                <a:gd name="T2" fmla="*/ 315 w 440"/>
                <a:gd name="T3" fmla="*/ 151 h 182"/>
                <a:gd name="T4" fmla="*/ 199 w 440"/>
                <a:gd name="T5" fmla="*/ 131 h 182"/>
                <a:gd name="T6" fmla="*/ 96 w 440"/>
                <a:gd name="T7" fmla="*/ 89 h 182"/>
                <a:gd name="T8" fmla="*/ 44 w 440"/>
                <a:gd name="T9" fmla="*/ 49 h 182"/>
                <a:gd name="T10" fmla="*/ 1 w 440"/>
                <a:gd name="T11" fmla="*/ 0 h 182"/>
                <a:gd name="T12" fmla="*/ 43 w 440"/>
                <a:gd name="T13" fmla="*/ 65 h 182"/>
                <a:gd name="T14" fmla="*/ 121 w 440"/>
                <a:gd name="T15" fmla="*/ 124 h 182"/>
                <a:gd name="T16" fmla="*/ 245 w 440"/>
                <a:gd name="T17" fmla="*/ 171 h 182"/>
                <a:gd name="T18" fmla="*/ 526 w 440"/>
                <a:gd name="T19" fmla="*/ 217 h 182"/>
                <a:gd name="T20" fmla="*/ 649 w 440"/>
                <a:gd name="T21" fmla="*/ 267 h 182"/>
                <a:gd name="T22" fmla="*/ 608 w 440"/>
                <a:gd name="T23" fmla="*/ 227 h 182"/>
                <a:gd name="T24" fmla="*/ 534 w 440"/>
                <a:gd name="T25" fmla="*/ 181 h 182"/>
                <a:gd name="T26" fmla="*/ 441 w 440"/>
                <a:gd name="T27" fmla="*/ 148 h 1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0" h="182">
                  <a:moveTo>
                    <a:pt x="272" y="84"/>
                  </a:moveTo>
                  <a:cubicBezTo>
                    <a:pt x="263" y="100"/>
                    <a:pt x="231" y="103"/>
                    <a:pt x="213" y="103"/>
                  </a:cubicBezTo>
                  <a:cubicBezTo>
                    <a:pt x="187" y="101"/>
                    <a:pt x="160" y="97"/>
                    <a:pt x="135" y="89"/>
                  </a:cubicBezTo>
                  <a:cubicBezTo>
                    <a:pt x="110" y="82"/>
                    <a:pt x="87" y="74"/>
                    <a:pt x="65" y="61"/>
                  </a:cubicBezTo>
                  <a:cubicBezTo>
                    <a:pt x="53" y="53"/>
                    <a:pt x="41" y="44"/>
                    <a:pt x="30" y="33"/>
                  </a:cubicBezTo>
                  <a:cubicBezTo>
                    <a:pt x="20" y="23"/>
                    <a:pt x="12" y="9"/>
                    <a:pt x="1" y="0"/>
                  </a:cubicBezTo>
                  <a:cubicBezTo>
                    <a:pt x="0" y="13"/>
                    <a:pt x="20" y="35"/>
                    <a:pt x="29" y="44"/>
                  </a:cubicBezTo>
                  <a:cubicBezTo>
                    <a:pt x="43" y="59"/>
                    <a:pt x="64" y="73"/>
                    <a:pt x="82" y="84"/>
                  </a:cubicBezTo>
                  <a:cubicBezTo>
                    <a:pt x="107" y="99"/>
                    <a:pt x="138" y="107"/>
                    <a:pt x="166" y="116"/>
                  </a:cubicBezTo>
                  <a:cubicBezTo>
                    <a:pt x="228" y="136"/>
                    <a:pt x="294" y="131"/>
                    <a:pt x="357" y="148"/>
                  </a:cubicBezTo>
                  <a:cubicBezTo>
                    <a:pt x="385" y="156"/>
                    <a:pt x="411" y="178"/>
                    <a:pt x="440" y="182"/>
                  </a:cubicBezTo>
                  <a:cubicBezTo>
                    <a:pt x="438" y="171"/>
                    <a:pt x="421" y="162"/>
                    <a:pt x="412" y="155"/>
                  </a:cubicBezTo>
                  <a:cubicBezTo>
                    <a:pt x="396" y="144"/>
                    <a:pt x="380" y="132"/>
                    <a:pt x="362" y="123"/>
                  </a:cubicBezTo>
                  <a:cubicBezTo>
                    <a:pt x="344" y="114"/>
                    <a:pt x="319" y="102"/>
                    <a:pt x="299" y="100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4" name="Freeform 259">
              <a:extLst>
                <a:ext uri="{FF2B5EF4-FFF2-40B4-BE49-F238E27FC236}">
                  <a16:creationId xmlns:a16="http://schemas.microsoft.com/office/drawing/2014/main" id="{56423396-0BCC-49C0-9837-CDB5079FB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532"/>
              <a:ext cx="423" cy="561"/>
            </a:xfrm>
            <a:custGeom>
              <a:avLst/>
              <a:gdLst>
                <a:gd name="T0" fmla="*/ 159 w 372"/>
                <a:gd name="T1" fmla="*/ 68 h 494"/>
                <a:gd name="T2" fmla="*/ 142 w 372"/>
                <a:gd name="T3" fmla="*/ 162 h 494"/>
                <a:gd name="T4" fmla="*/ 194 w 372"/>
                <a:gd name="T5" fmla="*/ 333 h 494"/>
                <a:gd name="T6" fmla="*/ 314 w 372"/>
                <a:gd name="T7" fmla="*/ 483 h 494"/>
                <a:gd name="T8" fmla="*/ 441 w 372"/>
                <a:gd name="T9" fmla="*/ 612 h 494"/>
                <a:gd name="T10" fmla="*/ 528 w 372"/>
                <a:gd name="T11" fmla="*/ 684 h 494"/>
                <a:gd name="T12" fmla="*/ 547 w 372"/>
                <a:gd name="T13" fmla="*/ 710 h 494"/>
                <a:gd name="T14" fmla="*/ 441 w 372"/>
                <a:gd name="T15" fmla="*/ 672 h 494"/>
                <a:gd name="T16" fmla="*/ 389 w 372"/>
                <a:gd name="T17" fmla="*/ 683 h 494"/>
                <a:gd name="T18" fmla="*/ 343 w 372"/>
                <a:gd name="T19" fmla="*/ 673 h 494"/>
                <a:gd name="T20" fmla="*/ 355 w 372"/>
                <a:gd name="T21" fmla="*/ 645 h 494"/>
                <a:gd name="T22" fmla="*/ 332 w 372"/>
                <a:gd name="T23" fmla="*/ 587 h 494"/>
                <a:gd name="T24" fmla="*/ 201 w 372"/>
                <a:gd name="T25" fmla="*/ 441 h 494"/>
                <a:gd name="T26" fmla="*/ 85 w 372"/>
                <a:gd name="T27" fmla="*/ 259 h 494"/>
                <a:gd name="T28" fmla="*/ 28 w 372"/>
                <a:gd name="T29" fmla="*/ 106 h 494"/>
                <a:gd name="T30" fmla="*/ 31 w 372"/>
                <a:gd name="T31" fmla="*/ 0 h 494"/>
                <a:gd name="T32" fmla="*/ 92 w 372"/>
                <a:gd name="T33" fmla="*/ 129 h 494"/>
                <a:gd name="T34" fmla="*/ 130 w 372"/>
                <a:gd name="T35" fmla="*/ 95 h 494"/>
                <a:gd name="T36" fmla="*/ 163 w 372"/>
                <a:gd name="T37" fmla="*/ 74 h 4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2" h="494">
                  <a:moveTo>
                    <a:pt x="108" y="47"/>
                  </a:moveTo>
                  <a:cubicBezTo>
                    <a:pt x="120" y="66"/>
                    <a:pt x="100" y="93"/>
                    <a:pt x="97" y="111"/>
                  </a:cubicBezTo>
                  <a:cubicBezTo>
                    <a:pt x="92" y="147"/>
                    <a:pt x="114" y="197"/>
                    <a:pt x="132" y="227"/>
                  </a:cubicBezTo>
                  <a:cubicBezTo>
                    <a:pt x="155" y="264"/>
                    <a:pt x="185" y="297"/>
                    <a:pt x="214" y="329"/>
                  </a:cubicBezTo>
                  <a:cubicBezTo>
                    <a:pt x="241" y="360"/>
                    <a:pt x="270" y="389"/>
                    <a:pt x="300" y="418"/>
                  </a:cubicBezTo>
                  <a:cubicBezTo>
                    <a:pt x="319" y="436"/>
                    <a:pt x="340" y="449"/>
                    <a:pt x="359" y="467"/>
                  </a:cubicBezTo>
                  <a:cubicBezTo>
                    <a:pt x="364" y="472"/>
                    <a:pt x="370" y="475"/>
                    <a:pt x="372" y="484"/>
                  </a:cubicBezTo>
                  <a:cubicBezTo>
                    <a:pt x="353" y="494"/>
                    <a:pt x="321" y="461"/>
                    <a:pt x="300" y="459"/>
                  </a:cubicBezTo>
                  <a:cubicBezTo>
                    <a:pt x="287" y="457"/>
                    <a:pt x="277" y="464"/>
                    <a:pt x="265" y="466"/>
                  </a:cubicBezTo>
                  <a:cubicBezTo>
                    <a:pt x="254" y="467"/>
                    <a:pt x="235" y="471"/>
                    <a:pt x="234" y="460"/>
                  </a:cubicBezTo>
                  <a:cubicBezTo>
                    <a:pt x="234" y="455"/>
                    <a:pt x="240" y="447"/>
                    <a:pt x="241" y="440"/>
                  </a:cubicBezTo>
                  <a:cubicBezTo>
                    <a:pt x="241" y="426"/>
                    <a:pt x="233" y="412"/>
                    <a:pt x="226" y="401"/>
                  </a:cubicBezTo>
                  <a:cubicBezTo>
                    <a:pt x="203" y="364"/>
                    <a:pt x="168" y="332"/>
                    <a:pt x="137" y="301"/>
                  </a:cubicBezTo>
                  <a:cubicBezTo>
                    <a:pt x="102" y="267"/>
                    <a:pt x="75" y="223"/>
                    <a:pt x="58" y="177"/>
                  </a:cubicBezTo>
                  <a:cubicBezTo>
                    <a:pt x="45" y="143"/>
                    <a:pt x="28" y="108"/>
                    <a:pt x="19" y="72"/>
                  </a:cubicBezTo>
                  <a:cubicBezTo>
                    <a:pt x="14" y="56"/>
                    <a:pt x="0" y="8"/>
                    <a:pt x="21" y="0"/>
                  </a:cubicBezTo>
                  <a:cubicBezTo>
                    <a:pt x="27" y="22"/>
                    <a:pt x="28" y="89"/>
                    <a:pt x="62" y="88"/>
                  </a:cubicBezTo>
                  <a:cubicBezTo>
                    <a:pt x="73" y="87"/>
                    <a:pt x="83" y="74"/>
                    <a:pt x="88" y="65"/>
                  </a:cubicBezTo>
                  <a:cubicBezTo>
                    <a:pt x="91" y="60"/>
                    <a:pt x="108" y="28"/>
                    <a:pt x="111" y="50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5" name="Freeform 260">
              <a:extLst>
                <a:ext uri="{FF2B5EF4-FFF2-40B4-BE49-F238E27FC236}">
                  <a16:creationId xmlns:a16="http://schemas.microsoft.com/office/drawing/2014/main" id="{86E22488-702A-4D40-B839-F8774090B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268"/>
              <a:ext cx="157" cy="388"/>
            </a:xfrm>
            <a:custGeom>
              <a:avLst/>
              <a:gdLst>
                <a:gd name="T0" fmla="*/ 0 w 138"/>
                <a:gd name="T1" fmla="*/ 127 h 341"/>
                <a:gd name="T2" fmla="*/ 63 w 138"/>
                <a:gd name="T3" fmla="*/ 256 h 341"/>
                <a:gd name="T4" fmla="*/ 77 w 138"/>
                <a:gd name="T5" fmla="*/ 374 h 341"/>
                <a:gd name="T6" fmla="*/ 129 w 138"/>
                <a:gd name="T7" fmla="*/ 481 h 341"/>
                <a:gd name="T8" fmla="*/ 170 w 138"/>
                <a:gd name="T9" fmla="*/ 501 h 341"/>
                <a:gd name="T10" fmla="*/ 189 w 138"/>
                <a:gd name="T11" fmla="*/ 461 h 341"/>
                <a:gd name="T12" fmla="*/ 152 w 138"/>
                <a:gd name="T13" fmla="*/ 447 h 341"/>
                <a:gd name="T14" fmla="*/ 121 w 138"/>
                <a:gd name="T15" fmla="*/ 361 h 341"/>
                <a:gd name="T16" fmla="*/ 107 w 138"/>
                <a:gd name="T17" fmla="*/ 182 h 341"/>
                <a:gd name="T18" fmla="*/ 57 w 138"/>
                <a:gd name="T19" fmla="*/ 32 h 341"/>
                <a:gd name="T20" fmla="*/ 43 w 138"/>
                <a:gd name="T21" fmla="*/ 52 h 341"/>
                <a:gd name="T22" fmla="*/ 55 w 138"/>
                <a:gd name="T23" fmla="*/ 138 h 341"/>
                <a:gd name="T24" fmla="*/ 10 w 138"/>
                <a:gd name="T25" fmla="*/ 132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8" h="341">
                  <a:moveTo>
                    <a:pt x="0" y="86"/>
                  </a:moveTo>
                  <a:cubicBezTo>
                    <a:pt x="22" y="106"/>
                    <a:pt x="37" y="147"/>
                    <a:pt x="42" y="174"/>
                  </a:cubicBezTo>
                  <a:cubicBezTo>
                    <a:pt x="48" y="200"/>
                    <a:pt x="47" y="228"/>
                    <a:pt x="53" y="254"/>
                  </a:cubicBezTo>
                  <a:cubicBezTo>
                    <a:pt x="59" y="277"/>
                    <a:pt x="70" y="309"/>
                    <a:pt x="87" y="327"/>
                  </a:cubicBezTo>
                  <a:cubicBezTo>
                    <a:pt x="93" y="334"/>
                    <a:pt x="105" y="341"/>
                    <a:pt x="115" y="340"/>
                  </a:cubicBezTo>
                  <a:cubicBezTo>
                    <a:pt x="129" y="339"/>
                    <a:pt x="138" y="324"/>
                    <a:pt x="128" y="313"/>
                  </a:cubicBezTo>
                  <a:cubicBezTo>
                    <a:pt x="123" y="309"/>
                    <a:pt x="110" y="308"/>
                    <a:pt x="104" y="303"/>
                  </a:cubicBezTo>
                  <a:cubicBezTo>
                    <a:pt x="88" y="289"/>
                    <a:pt x="86" y="265"/>
                    <a:pt x="82" y="245"/>
                  </a:cubicBezTo>
                  <a:cubicBezTo>
                    <a:pt x="75" y="205"/>
                    <a:pt x="79" y="164"/>
                    <a:pt x="73" y="124"/>
                  </a:cubicBezTo>
                  <a:cubicBezTo>
                    <a:pt x="68" y="91"/>
                    <a:pt x="56" y="50"/>
                    <a:pt x="39" y="22"/>
                  </a:cubicBezTo>
                  <a:cubicBezTo>
                    <a:pt x="24" y="0"/>
                    <a:pt x="25" y="18"/>
                    <a:pt x="29" y="35"/>
                  </a:cubicBezTo>
                  <a:cubicBezTo>
                    <a:pt x="33" y="54"/>
                    <a:pt x="38" y="73"/>
                    <a:pt x="37" y="93"/>
                  </a:cubicBezTo>
                  <a:cubicBezTo>
                    <a:pt x="27" y="97"/>
                    <a:pt x="14" y="100"/>
                    <a:pt x="7" y="90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6" name="Freeform 261">
              <a:extLst>
                <a:ext uri="{FF2B5EF4-FFF2-40B4-BE49-F238E27FC236}">
                  <a16:creationId xmlns:a16="http://schemas.microsoft.com/office/drawing/2014/main" id="{9F3972A8-3E9A-48BC-9571-5F8CCA1DE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184"/>
              <a:ext cx="176" cy="243"/>
            </a:xfrm>
            <a:custGeom>
              <a:avLst/>
              <a:gdLst>
                <a:gd name="T0" fmla="*/ 217 w 155"/>
                <a:gd name="T1" fmla="*/ 227 h 214"/>
                <a:gd name="T2" fmla="*/ 169 w 155"/>
                <a:gd name="T3" fmla="*/ 225 h 214"/>
                <a:gd name="T4" fmla="*/ 118 w 155"/>
                <a:gd name="T5" fmla="*/ 193 h 214"/>
                <a:gd name="T6" fmla="*/ 77 w 155"/>
                <a:gd name="T7" fmla="*/ 158 h 214"/>
                <a:gd name="T8" fmla="*/ 50 w 155"/>
                <a:gd name="T9" fmla="*/ 133 h 214"/>
                <a:gd name="T10" fmla="*/ 28 w 155"/>
                <a:gd name="T11" fmla="*/ 65 h 214"/>
                <a:gd name="T12" fmla="*/ 0 w 155"/>
                <a:gd name="T13" fmla="*/ 0 h 214"/>
                <a:gd name="T14" fmla="*/ 12 w 155"/>
                <a:gd name="T15" fmla="*/ 42 h 214"/>
                <a:gd name="T16" fmla="*/ 23 w 155"/>
                <a:gd name="T17" fmla="*/ 84 h 214"/>
                <a:gd name="T18" fmla="*/ 45 w 155"/>
                <a:gd name="T19" fmla="*/ 136 h 214"/>
                <a:gd name="T20" fmla="*/ 70 w 155"/>
                <a:gd name="T21" fmla="*/ 171 h 214"/>
                <a:gd name="T22" fmla="*/ 144 w 155"/>
                <a:gd name="T23" fmla="*/ 238 h 214"/>
                <a:gd name="T24" fmla="*/ 182 w 155"/>
                <a:gd name="T25" fmla="*/ 274 h 214"/>
                <a:gd name="T26" fmla="*/ 218 w 155"/>
                <a:gd name="T27" fmla="*/ 310 h 214"/>
                <a:gd name="T28" fmla="*/ 227 w 155"/>
                <a:gd name="T29" fmla="*/ 313 h 2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5" h="214">
                  <a:moveTo>
                    <a:pt x="148" y="155"/>
                  </a:moveTo>
                  <a:cubicBezTo>
                    <a:pt x="149" y="174"/>
                    <a:pt x="119" y="156"/>
                    <a:pt x="115" y="153"/>
                  </a:cubicBezTo>
                  <a:cubicBezTo>
                    <a:pt x="103" y="147"/>
                    <a:pt x="92" y="140"/>
                    <a:pt x="81" y="132"/>
                  </a:cubicBezTo>
                  <a:cubicBezTo>
                    <a:pt x="71" y="125"/>
                    <a:pt x="63" y="115"/>
                    <a:pt x="53" y="107"/>
                  </a:cubicBezTo>
                  <a:cubicBezTo>
                    <a:pt x="47" y="102"/>
                    <a:pt x="39" y="97"/>
                    <a:pt x="34" y="91"/>
                  </a:cubicBezTo>
                  <a:cubicBezTo>
                    <a:pt x="25" y="78"/>
                    <a:pt x="23" y="59"/>
                    <a:pt x="19" y="44"/>
                  </a:cubicBezTo>
                  <a:cubicBezTo>
                    <a:pt x="15" y="30"/>
                    <a:pt x="12" y="10"/>
                    <a:pt x="0" y="0"/>
                  </a:cubicBezTo>
                  <a:cubicBezTo>
                    <a:pt x="6" y="8"/>
                    <a:pt x="7" y="20"/>
                    <a:pt x="9" y="29"/>
                  </a:cubicBezTo>
                  <a:cubicBezTo>
                    <a:pt x="11" y="39"/>
                    <a:pt x="13" y="47"/>
                    <a:pt x="16" y="57"/>
                  </a:cubicBezTo>
                  <a:cubicBezTo>
                    <a:pt x="20" y="69"/>
                    <a:pt x="25" y="82"/>
                    <a:pt x="31" y="93"/>
                  </a:cubicBezTo>
                  <a:cubicBezTo>
                    <a:pt x="36" y="102"/>
                    <a:pt x="42" y="109"/>
                    <a:pt x="48" y="117"/>
                  </a:cubicBezTo>
                  <a:cubicBezTo>
                    <a:pt x="61" y="136"/>
                    <a:pt x="82" y="148"/>
                    <a:pt x="99" y="163"/>
                  </a:cubicBezTo>
                  <a:cubicBezTo>
                    <a:pt x="108" y="171"/>
                    <a:pt x="116" y="179"/>
                    <a:pt x="124" y="187"/>
                  </a:cubicBezTo>
                  <a:cubicBezTo>
                    <a:pt x="132" y="195"/>
                    <a:pt x="139" y="205"/>
                    <a:pt x="149" y="211"/>
                  </a:cubicBezTo>
                  <a:cubicBezTo>
                    <a:pt x="151" y="212"/>
                    <a:pt x="153" y="213"/>
                    <a:pt x="155" y="214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7" name="Freeform 262">
              <a:extLst>
                <a:ext uri="{FF2B5EF4-FFF2-40B4-BE49-F238E27FC236}">
                  <a16:creationId xmlns:a16="http://schemas.microsoft.com/office/drawing/2014/main" id="{CD98FFA2-2D14-4304-A7FF-7C05F632C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026"/>
              <a:ext cx="78" cy="342"/>
            </a:xfrm>
            <a:custGeom>
              <a:avLst/>
              <a:gdLst>
                <a:gd name="T0" fmla="*/ 11 w 68"/>
                <a:gd name="T1" fmla="*/ 0 h 301"/>
                <a:gd name="T2" fmla="*/ 7 w 68"/>
                <a:gd name="T3" fmla="*/ 34 h 301"/>
                <a:gd name="T4" fmla="*/ 2 w 68"/>
                <a:gd name="T5" fmla="*/ 77 h 301"/>
                <a:gd name="T6" fmla="*/ 3 w 68"/>
                <a:gd name="T7" fmla="*/ 190 h 301"/>
                <a:gd name="T8" fmla="*/ 44 w 68"/>
                <a:gd name="T9" fmla="*/ 358 h 301"/>
                <a:gd name="T10" fmla="*/ 64 w 68"/>
                <a:gd name="T11" fmla="*/ 409 h 301"/>
                <a:gd name="T12" fmla="*/ 75 w 68"/>
                <a:gd name="T13" fmla="*/ 433 h 301"/>
                <a:gd name="T14" fmla="*/ 92 w 68"/>
                <a:gd name="T15" fmla="*/ 442 h 301"/>
                <a:gd name="T16" fmla="*/ 91 w 68"/>
                <a:gd name="T17" fmla="*/ 406 h 301"/>
                <a:gd name="T18" fmla="*/ 71 w 68"/>
                <a:gd name="T19" fmla="*/ 347 h 301"/>
                <a:gd name="T20" fmla="*/ 39 w 68"/>
                <a:gd name="T21" fmla="*/ 239 h 301"/>
                <a:gd name="T22" fmla="*/ 13 w 68"/>
                <a:gd name="T23" fmla="*/ 130 h 301"/>
                <a:gd name="T24" fmla="*/ 8 w 68"/>
                <a:gd name="T25" fmla="*/ 74 h 301"/>
                <a:gd name="T26" fmla="*/ 15 w 68"/>
                <a:gd name="T27" fmla="*/ 3 h 3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301">
                  <a:moveTo>
                    <a:pt x="8" y="0"/>
                  </a:moveTo>
                  <a:cubicBezTo>
                    <a:pt x="8" y="7"/>
                    <a:pt x="5" y="15"/>
                    <a:pt x="4" y="23"/>
                  </a:cubicBezTo>
                  <a:cubicBezTo>
                    <a:pt x="3" y="33"/>
                    <a:pt x="3" y="43"/>
                    <a:pt x="2" y="53"/>
                  </a:cubicBezTo>
                  <a:cubicBezTo>
                    <a:pt x="0" y="78"/>
                    <a:pt x="0" y="105"/>
                    <a:pt x="3" y="129"/>
                  </a:cubicBezTo>
                  <a:cubicBezTo>
                    <a:pt x="9" y="168"/>
                    <a:pt x="15" y="207"/>
                    <a:pt x="29" y="244"/>
                  </a:cubicBezTo>
                  <a:cubicBezTo>
                    <a:pt x="33" y="256"/>
                    <a:pt x="38" y="268"/>
                    <a:pt x="43" y="279"/>
                  </a:cubicBezTo>
                  <a:cubicBezTo>
                    <a:pt x="45" y="284"/>
                    <a:pt x="47" y="291"/>
                    <a:pt x="50" y="295"/>
                  </a:cubicBezTo>
                  <a:cubicBezTo>
                    <a:pt x="53" y="298"/>
                    <a:pt x="57" y="298"/>
                    <a:pt x="61" y="301"/>
                  </a:cubicBezTo>
                  <a:cubicBezTo>
                    <a:pt x="68" y="295"/>
                    <a:pt x="63" y="283"/>
                    <a:pt x="60" y="276"/>
                  </a:cubicBezTo>
                  <a:cubicBezTo>
                    <a:pt x="55" y="263"/>
                    <a:pt x="51" y="250"/>
                    <a:pt x="47" y="236"/>
                  </a:cubicBezTo>
                  <a:cubicBezTo>
                    <a:pt x="39" y="212"/>
                    <a:pt x="32" y="188"/>
                    <a:pt x="26" y="163"/>
                  </a:cubicBezTo>
                  <a:cubicBezTo>
                    <a:pt x="19" y="138"/>
                    <a:pt x="12" y="113"/>
                    <a:pt x="9" y="88"/>
                  </a:cubicBezTo>
                  <a:cubicBezTo>
                    <a:pt x="7" y="75"/>
                    <a:pt x="5" y="63"/>
                    <a:pt x="5" y="50"/>
                  </a:cubicBezTo>
                  <a:cubicBezTo>
                    <a:pt x="5" y="35"/>
                    <a:pt x="9" y="19"/>
                    <a:pt x="10" y="3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8" name="Freeform 263">
              <a:extLst>
                <a:ext uri="{FF2B5EF4-FFF2-40B4-BE49-F238E27FC236}">
                  <a16:creationId xmlns:a16="http://schemas.microsoft.com/office/drawing/2014/main" id="{7A6469E8-1486-41A4-8805-62205C1D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301"/>
              <a:ext cx="183" cy="371"/>
            </a:xfrm>
            <a:custGeom>
              <a:avLst/>
              <a:gdLst>
                <a:gd name="T0" fmla="*/ 201 w 161"/>
                <a:gd name="T1" fmla="*/ 1 h 326"/>
                <a:gd name="T2" fmla="*/ 153 w 161"/>
                <a:gd name="T3" fmla="*/ 167 h 326"/>
                <a:gd name="T4" fmla="*/ 111 w 161"/>
                <a:gd name="T5" fmla="*/ 320 h 326"/>
                <a:gd name="T6" fmla="*/ 86 w 161"/>
                <a:gd name="T7" fmla="*/ 391 h 326"/>
                <a:gd name="T8" fmla="*/ 26 w 161"/>
                <a:gd name="T9" fmla="*/ 381 h 326"/>
                <a:gd name="T10" fmla="*/ 9 w 161"/>
                <a:gd name="T11" fmla="*/ 354 h 326"/>
                <a:gd name="T12" fmla="*/ 13 w 161"/>
                <a:gd name="T13" fmla="*/ 395 h 326"/>
                <a:gd name="T14" fmla="*/ 60 w 161"/>
                <a:gd name="T15" fmla="*/ 469 h 326"/>
                <a:gd name="T16" fmla="*/ 91 w 161"/>
                <a:gd name="T17" fmla="*/ 477 h 326"/>
                <a:gd name="T18" fmla="*/ 108 w 161"/>
                <a:gd name="T19" fmla="*/ 448 h 326"/>
                <a:gd name="T20" fmla="*/ 131 w 161"/>
                <a:gd name="T21" fmla="*/ 399 h 326"/>
                <a:gd name="T22" fmla="*/ 181 w 161"/>
                <a:gd name="T23" fmla="*/ 255 h 326"/>
                <a:gd name="T24" fmla="*/ 202 w 161"/>
                <a:gd name="T25" fmla="*/ 189 h 326"/>
                <a:gd name="T26" fmla="*/ 225 w 161"/>
                <a:gd name="T27" fmla="*/ 132 h 326"/>
                <a:gd name="T28" fmla="*/ 235 w 161"/>
                <a:gd name="T29" fmla="*/ 109 h 326"/>
                <a:gd name="T30" fmla="*/ 223 w 161"/>
                <a:gd name="T31" fmla="*/ 93 h 326"/>
                <a:gd name="T32" fmla="*/ 210 w 161"/>
                <a:gd name="T33" fmla="*/ 74 h 326"/>
                <a:gd name="T34" fmla="*/ 214 w 161"/>
                <a:gd name="T35" fmla="*/ 40 h 326"/>
                <a:gd name="T36" fmla="*/ 210 w 161"/>
                <a:gd name="T37" fmla="*/ 0 h 3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1" h="326">
                  <a:moveTo>
                    <a:pt x="137" y="1"/>
                  </a:moveTo>
                  <a:cubicBezTo>
                    <a:pt x="109" y="29"/>
                    <a:pt x="112" y="77"/>
                    <a:pt x="105" y="113"/>
                  </a:cubicBezTo>
                  <a:cubicBezTo>
                    <a:pt x="98" y="148"/>
                    <a:pt x="87" y="183"/>
                    <a:pt x="76" y="217"/>
                  </a:cubicBezTo>
                  <a:cubicBezTo>
                    <a:pt x="70" y="233"/>
                    <a:pt x="67" y="251"/>
                    <a:pt x="59" y="265"/>
                  </a:cubicBezTo>
                  <a:cubicBezTo>
                    <a:pt x="48" y="285"/>
                    <a:pt x="26" y="269"/>
                    <a:pt x="18" y="258"/>
                  </a:cubicBezTo>
                  <a:cubicBezTo>
                    <a:pt x="14" y="252"/>
                    <a:pt x="11" y="244"/>
                    <a:pt x="6" y="240"/>
                  </a:cubicBezTo>
                  <a:cubicBezTo>
                    <a:pt x="0" y="248"/>
                    <a:pt x="6" y="260"/>
                    <a:pt x="9" y="268"/>
                  </a:cubicBezTo>
                  <a:cubicBezTo>
                    <a:pt x="15" y="285"/>
                    <a:pt x="26" y="308"/>
                    <a:pt x="41" y="318"/>
                  </a:cubicBezTo>
                  <a:cubicBezTo>
                    <a:pt x="46" y="322"/>
                    <a:pt x="56" y="326"/>
                    <a:pt x="62" y="323"/>
                  </a:cubicBezTo>
                  <a:cubicBezTo>
                    <a:pt x="67" y="320"/>
                    <a:pt x="72" y="309"/>
                    <a:pt x="74" y="304"/>
                  </a:cubicBezTo>
                  <a:cubicBezTo>
                    <a:pt x="79" y="293"/>
                    <a:pt x="84" y="282"/>
                    <a:pt x="89" y="271"/>
                  </a:cubicBezTo>
                  <a:cubicBezTo>
                    <a:pt x="103" y="239"/>
                    <a:pt x="111" y="206"/>
                    <a:pt x="123" y="173"/>
                  </a:cubicBezTo>
                  <a:cubicBezTo>
                    <a:pt x="128" y="158"/>
                    <a:pt x="132" y="143"/>
                    <a:pt x="138" y="128"/>
                  </a:cubicBezTo>
                  <a:cubicBezTo>
                    <a:pt x="142" y="115"/>
                    <a:pt x="148" y="102"/>
                    <a:pt x="153" y="90"/>
                  </a:cubicBezTo>
                  <a:cubicBezTo>
                    <a:pt x="154" y="86"/>
                    <a:pt x="159" y="78"/>
                    <a:pt x="160" y="74"/>
                  </a:cubicBezTo>
                  <a:cubicBezTo>
                    <a:pt x="161" y="67"/>
                    <a:pt x="155" y="67"/>
                    <a:pt x="151" y="63"/>
                  </a:cubicBezTo>
                  <a:cubicBezTo>
                    <a:pt x="147" y="60"/>
                    <a:pt x="144" y="55"/>
                    <a:pt x="143" y="50"/>
                  </a:cubicBezTo>
                  <a:cubicBezTo>
                    <a:pt x="142" y="42"/>
                    <a:pt x="143" y="34"/>
                    <a:pt x="145" y="27"/>
                  </a:cubicBezTo>
                  <a:cubicBezTo>
                    <a:pt x="147" y="20"/>
                    <a:pt x="156" y="0"/>
                    <a:pt x="143" y="0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79" name="Freeform 264">
              <a:extLst>
                <a:ext uri="{FF2B5EF4-FFF2-40B4-BE49-F238E27FC236}">
                  <a16:creationId xmlns:a16="http://schemas.microsoft.com/office/drawing/2014/main" id="{E62CBD2C-A016-4E13-8DAA-5571E15D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025"/>
              <a:ext cx="197" cy="349"/>
            </a:xfrm>
            <a:custGeom>
              <a:avLst/>
              <a:gdLst>
                <a:gd name="T0" fmla="*/ 10 w 173"/>
                <a:gd name="T1" fmla="*/ 438 h 307"/>
                <a:gd name="T2" fmla="*/ 64 w 173"/>
                <a:gd name="T3" fmla="*/ 321 h 307"/>
                <a:gd name="T4" fmla="*/ 151 w 173"/>
                <a:gd name="T5" fmla="*/ 201 h 307"/>
                <a:gd name="T6" fmla="*/ 212 w 173"/>
                <a:gd name="T7" fmla="*/ 82 h 307"/>
                <a:gd name="T8" fmla="*/ 199 w 173"/>
                <a:gd name="T9" fmla="*/ 35 h 307"/>
                <a:gd name="T10" fmla="*/ 186 w 173"/>
                <a:gd name="T11" fmla="*/ 0 h 307"/>
                <a:gd name="T12" fmla="*/ 215 w 173"/>
                <a:gd name="T13" fmla="*/ 34 h 307"/>
                <a:gd name="T14" fmla="*/ 255 w 173"/>
                <a:gd name="T15" fmla="*/ 35 h 307"/>
                <a:gd name="T16" fmla="*/ 239 w 173"/>
                <a:gd name="T17" fmla="*/ 84 h 307"/>
                <a:gd name="T18" fmla="*/ 213 w 173"/>
                <a:gd name="T19" fmla="*/ 149 h 307"/>
                <a:gd name="T20" fmla="*/ 139 w 173"/>
                <a:gd name="T21" fmla="*/ 265 h 307"/>
                <a:gd name="T22" fmla="*/ 79 w 173"/>
                <a:gd name="T23" fmla="*/ 343 h 307"/>
                <a:gd name="T24" fmla="*/ 46 w 173"/>
                <a:gd name="T25" fmla="*/ 419 h 307"/>
                <a:gd name="T26" fmla="*/ 32 w 173"/>
                <a:gd name="T27" fmla="*/ 451 h 30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3" h="307">
                  <a:moveTo>
                    <a:pt x="7" y="298"/>
                  </a:moveTo>
                  <a:cubicBezTo>
                    <a:pt x="0" y="270"/>
                    <a:pt x="28" y="238"/>
                    <a:pt x="43" y="218"/>
                  </a:cubicBezTo>
                  <a:cubicBezTo>
                    <a:pt x="63" y="191"/>
                    <a:pt x="88" y="167"/>
                    <a:pt x="103" y="137"/>
                  </a:cubicBezTo>
                  <a:cubicBezTo>
                    <a:pt x="116" y="112"/>
                    <a:pt x="139" y="84"/>
                    <a:pt x="143" y="55"/>
                  </a:cubicBezTo>
                  <a:cubicBezTo>
                    <a:pt x="145" y="45"/>
                    <a:pt x="139" y="34"/>
                    <a:pt x="135" y="24"/>
                  </a:cubicBezTo>
                  <a:cubicBezTo>
                    <a:pt x="132" y="16"/>
                    <a:pt x="130" y="7"/>
                    <a:pt x="126" y="0"/>
                  </a:cubicBezTo>
                  <a:cubicBezTo>
                    <a:pt x="134" y="6"/>
                    <a:pt x="138" y="17"/>
                    <a:pt x="146" y="23"/>
                  </a:cubicBezTo>
                  <a:cubicBezTo>
                    <a:pt x="157" y="32"/>
                    <a:pt x="163" y="28"/>
                    <a:pt x="173" y="24"/>
                  </a:cubicBezTo>
                  <a:cubicBezTo>
                    <a:pt x="167" y="33"/>
                    <a:pt x="166" y="46"/>
                    <a:pt x="162" y="57"/>
                  </a:cubicBezTo>
                  <a:cubicBezTo>
                    <a:pt x="156" y="72"/>
                    <a:pt x="151" y="87"/>
                    <a:pt x="144" y="101"/>
                  </a:cubicBezTo>
                  <a:cubicBezTo>
                    <a:pt x="128" y="129"/>
                    <a:pt x="112" y="154"/>
                    <a:pt x="94" y="180"/>
                  </a:cubicBezTo>
                  <a:cubicBezTo>
                    <a:pt x="80" y="198"/>
                    <a:pt x="65" y="214"/>
                    <a:pt x="54" y="234"/>
                  </a:cubicBezTo>
                  <a:cubicBezTo>
                    <a:pt x="46" y="250"/>
                    <a:pt x="39" y="269"/>
                    <a:pt x="31" y="286"/>
                  </a:cubicBezTo>
                  <a:cubicBezTo>
                    <a:pt x="28" y="292"/>
                    <a:pt x="24" y="300"/>
                    <a:pt x="22" y="307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0" name="Freeform 265">
              <a:extLst>
                <a:ext uri="{FF2B5EF4-FFF2-40B4-BE49-F238E27FC236}">
                  <a16:creationId xmlns:a16="http://schemas.microsoft.com/office/drawing/2014/main" id="{71CB1722-FCD1-47DD-93F3-94C2200EC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880"/>
              <a:ext cx="99" cy="219"/>
            </a:xfrm>
            <a:custGeom>
              <a:avLst/>
              <a:gdLst>
                <a:gd name="T0" fmla="*/ 110 w 87"/>
                <a:gd name="T1" fmla="*/ 285 h 192"/>
                <a:gd name="T2" fmla="*/ 86 w 87"/>
                <a:gd name="T3" fmla="*/ 213 h 192"/>
                <a:gd name="T4" fmla="*/ 72 w 87"/>
                <a:gd name="T5" fmla="*/ 186 h 192"/>
                <a:gd name="T6" fmla="*/ 49 w 87"/>
                <a:gd name="T7" fmla="*/ 168 h 192"/>
                <a:gd name="T8" fmla="*/ 25 w 87"/>
                <a:gd name="T9" fmla="*/ 89 h 192"/>
                <a:gd name="T10" fmla="*/ 0 w 87"/>
                <a:gd name="T11" fmla="*/ 0 h 192"/>
                <a:gd name="T12" fmla="*/ 46 w 87"/>
                <a:gd name="T13" fmla="*/ 138 h 192"/>
                <a:gd name="T14" fmla="*/ 86 w 87"/>
                <a:gd name="T15" fmla="*/ 179 h 192"/>
                <a:gd name="T16" fmla="*/ 129 w 87"/>
                <a:gd name="T17" fmla="*/ 240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192">
                  <a:moveTo>
                    <a:pt x="75" y="192"/>
                  </a:moveTo>
                  <a:cubicBezTo>
                    <a:pt x="80" y="177"/>
                    <a:pt x="66" y="157"/>
                    <a:pt x="59" y="144"/>
                  </a:cubicBezTo>
                  <a:cubicBezTo>
                    <a:pt x="55" y="138"/>
                    <a:pt x="52" y="131"/>
                    <a:pt x="48" y="125"/>
                  </a:cubicBezTo>
                  <a:cubicBezTo>
                    <a:pt x="43" y="120"/>
                    <a:pt x="38" y="117"/>
                    <a:pt x="33" y="113"/>
                  </a:cubicBezTo>
                  <a:cubicBezTo>
                    <a:pt x="19" y="98"/>
                    <a:pt x="20" y="79"/>
                    <a:pt x="17" y="60"/>
                  </a:cubicBezTo>
                  <a:cubicBezTo>
                    <a:pt x="15" y="39"/>
                    <a:pt x="10" y="19"/>
                    <a:pt x="0" y="0"/>
                  </a:cubicBezTo>
                  <a:cubicBezTo>
                    <a:pt x="22" y="26"/>
                    <a:pt x="18" y="64"/>
                    <a:pt x="31" y="93"/>
                  </a:cubicBezTo>
                  <a:cubicBezTo>
                    <a:pt x="37" y="107"/>
                    <a:pt x="47" y="113"/>
                    <a:pt x="59" y="121"/>
                  </a:cubicBezTo>
                  <a:cubicBezTo>
                    <a:pt x="74" y="131"/>
                    <a:pt x="82" y="144"/>
                    <a:pt x="87" y="161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1" name="Freeform 266">
              <a:extLst>
                <a:ext uri="{FF2B5EF4-FFF2-40B4-BE49-F238E27FC236}">
                  <a16:creationId xmlns:a16="http://schemas.microsoft.com/office/drawing/2014/main" id="{7CEE19A7-BE46-4FA7-9804-F84DE74AE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875"/>
              <a:ext cx="64" cy="238"/>
            </a:xfrm>
            <a:custGeom>
              <a:avLst/>
              <a:gdLst>
                <a:gd name="T0" fmla="*/ 0 w 56"/>
                <a:gd name="T1" fmla="*/ 219 h 210"/>
                <a:gd name="T2" fmla="*/ 62 w 56"/>
                <a:gd name="T3" fmla="*/ 142 h 210"/>
                <a:gd name="T4" fmla="*/ 66 w 56"/>
                <a:gd name="T5" fmla="*/ 0 h 210"/>
                <a:gd name="T6" fmla="*/ 70 w 56"/>
                <a:gd name="T7" fmla="*/ 148 h 210"/>
                <a:gd name="T8" fmla="*/ 40 w 56"/>
                <a:gd name="T9" fmla="*/ 243 h 210"/>
                <a:gd name="T10" fmla="*/ 11 w 56"/>
                <a:gd name="T11" fmla="*/ 306 h 2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10">
                  <a:moveTo>
                    <a:pt x="0" y="150"/>
                  </a:moveTo>
                  <a:cubicBezTo>
                    <a:pt x="26" y="166"/>
                    <a:pt x="38" y="113"/>
                    <a:pt x="41" y="97"/>
                  </a:cubicBezTo>
                  <a:cubicBezTo>
                    <a:pt x="47" y="65"/>
                    <a:pt x="53" y="32"/>
                    <a:pt x="45" y="0"/>
                  </a:cubicBezTo>
                  <a:cubicBezTo>
                    <a:pt x="56" y="32"/>
                    <a:pt x="52" y="70"/>
                    <a:pt x="46" y="102"/>
                  </a:cubicBezTo>
                  <a:cubicBezTo>
                    <a:pt x="42" y="125"/>
                    <a:pt x="34" y="145"/>
                    <a:pt x="27" y="167"/>
                  </a:cubicBezTo>
                  <a:cubicBezTo>
                    <a:pt x="22" y="180"/>
                    <a:pt x="17" y="199"/>
                    <a:pt x="8" y="210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2" name="Freeform 267">
              <a:extLst>
                <a:ext uri="{FF2B5EF4-FFF2-40B4-BE49-F238E27FC236}">
                  <a16:creationId xmlns:a16="http://schemas.microsoft.com/office/drawing/2014/main" id="{CBB7A83A-DB09-4A99-BF14-0E016C4F3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281"/>
              <a:ext cx="179" cy="175"/>
            </a:xfrm>
            <a:custGeom>
              <a:avLst/>
              <a:gdLst>
                <a:gd name="T0" fmla="*/ 21 w 157"/>
                <a:gd name="T1" fmla="*/ 101 h 154"/>
                <a:gd name="T2" fmla="*/ 33 w 157"/>
                <a:gd name="T3" fmla="*/ 115 h 154"/>
                <a:gd name="T4" fmla="*/ 56 w 157"/>
                <a:gd name="T5" fmla="*/ 119 h 154"/>
                <a:gd name="T6" fmla="*/ 105 w 157"/>
                <a:gd name="T7" fmla="*/ 83 h 154"/>
                <a:gd name="T8" fmla="*/ 233 w 157"/>
                <a:gd name="T9" fmla="*/ 0 h 154"/>
                <a:gd name="T10" fmla="*/ 204 w 157"/>
                <a:gd name="T11" fmla="*/ 20 h 154"/>
                <a:gd name="T12" fmla="*/ 168 w 157"/>
                <a:gd name="T13" fmla="*/ 43 h 154"/>
                <a:gd name="T14" fmla="*/ 136 w 157"/>
                <a:gd name="T15" fmla="*/ 65 h 154"/>
                <a:gd name="T16" fmla="*/ 93 w 157"/>
                <a:gd name="T17" fmla="*/ 108 h 154"/>
                <a:gd name="T18" fmla="*/ 47 w 157"/>
                <a:gd name="T19" fmla="*/ 159 h 154"/>
                <a:gd name="T20" fmla="*/ 0 w 157"/>
                <a:gd name="T21" fmla="*/ 226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154">
                  <a:moveTo>
                    <a:pt x="14" y="69"/>
                  </a:moveTo>
                  <a:cubicBezTo>
                    <a:pt x="11" y="68"/>
                    <a:pt x="19" y="77"/>
                    <a:pt x="22" y="78"/>
                  </a:cubicBezTo>
                  <a:cubicBezTo>
                    <a:pt x="27" y="82"/>
                    <a:pt x="32" y="82"/>
                    <a:pt x="38" y="81"/>
                  </a:cubicBezTo>
                  <a:cubicBezTo>
                    <a:pt x="51" y="77"/>
                    <a:pt x="61" y="65"/>
                    <a:pt x="71" y="56"/>
                  </a:cubicBezTo>
                  <a:cubicBezTo>
                    <a:pt x="97" y="33"/>
                    <a:pt x="128" y="19"/>
                    <a:pt x="157" y="0"/>
                  </a:cubicBezTo>
                  <a:cubicBezTo>
                    <a:pt x="151" y="4"/>
                    <a:pt x="144" y="9"/>
                    <a:pt x="138" y="14"/>
                  </a:cubicBezTo>
                  <a:cubicBezTo>
                    <a:pt x="130" y="19"/>
                    <a:pt x="121" y="23"/>
                    <a:pt x="113" y="29"/>
                  </a:cubicBezTo>
                  <a:cubicBezTo>
                    <a:pt x="106" y="34"/>
                    <a:pt x="99" y="39"/>
                    <a:pt x="91" y="44"/>
                  </a:cubicBezTo>
                  <a:cubicBezTo>
                    <a:pt x="80" y="52"/>
                    <a:pt x="72" y="64"/>
                    <a:pt x="63" y="74"/>
                  </a:cubicBezTo>
                  <a:cubicBezTo>
                    <a:pt x="53" y="85"/>
                    <a:pt x="42" y="96"/>
                    <a:pt x="32" y="108"/>
                  </a:cubicBezTo>
                  <a:cubicBezTo>
                    <a:pt x="21" y="121"/>
                    <a:pt x="6" y="139"/>
                    <a:pt x="0" y="154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3" name="Freeform 268">
              <a:extLst>
                <a:ext uri="{FF2B5EF4-FFF2-40B4-BE49-F238E27FC236}">
                  <a16:creationId xmlns:a16="http://schemas.microsoft.com/office/drawing/2014/main" id="{6C396404-DC5C-4C8E-AC45-69327F054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135"/>
              <a:ext cx="161" cy="157"/>
            </a:xfrm>
            <a:custGeom>
              <a:avLst/>
              <a:gdLst>
                <a:gd name="T0" fmla="*/ 98 w 141"/>
                <a:gd name="T1" fmla="*/ 148 h 138"/>
                <a:gd name="T2" fmla="*/ 128 w 141"/>
                <a:gd name="T3" fmla="*/ 129 h 138"/>
                <a:gd name="T4" fmla="*/ 146 w 141"/>
                <a:gd name="T5" fmla="*/ 111 h 138"/>
                <a:gd name="T6" fmla="*/ 175 w 141"/>
                <a:gd name="T7" fmla="*/ 77 h 138"/>
                <a:gd name="T8" fmla="*/ 202 w 141"/>
                <a:gd name="T9" fmla="*/ 0 h 138"/>
                <a:gd name="T10" fmla="*/ 145 w 141"/>
                <a:gd name="T11" fmla="*/ 121 h 138"/>
                <a:gd name="T12" fmla="*/ 162 w 141"/>
                <a:gd name="T13" fmla="*/ 151 h 138"/>
                <a:gd name="T14" fmla="*/ 210 w 141"/>
                <a:gd name="T15" fmla="*/ 170 h 138"/>
                <a:gd name="T16" fmla="*/ 183 w 141"/>
                <a:gd name="T17" fmla="*/ 167 h 138"/>
                <a:gd name="T18" fmla="*/ 156 w 141"/>
                <a:gd name="T19" fmla="*/ 158 h 138"/>
                <a:gd name="T20" fmla="*/ 114 w 141"/>
                <a:gd name="T21" fmla="*/ 152 h 138"/>
                <a:gd name="T22" fmla="*/ 62 w 141"/>
                <a:gd name="T23" fmla="*/ 173 h 138"/>
                <a:gd name="T24" fmla="*/ 35 w 141"/>
                <a:gd name="T25" fmla="*/ 185 h 138"/>
                <a:gd name="T26" fmla="*/ 0 w 141"/>
                <a:gd name="T27" fmla="*/ 204 h 138"/>
                <a:gd name="T28" fmla="*/ 43 w 141"/>
                <a:gd name="T29" fmla="*/ 177 h 138"/>
                <a:gd name="T30" fmla="*/ 72 w 141"/>
                <a:gd name="T31" fmla="*/ 162 h 138"/>
                <a:gd name="T32" fmla="*/ 107 w 141"/>
                <a:gd name="T33" fmla="*/ 143 h 1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1" h="138">
                  <a:moveTo>
                    <a:pt x="66" y="100"/>
                  </a:moveTo>
                  <a:cubicBezTo>
                    <a:pt x="69" y="95"/>
                    <a:pt x="80" y="92"/>
                    <a:pt x="86" y="87"/>
                  </a:cubicBezTo>
                  <a:cubicBezTo>
                    <a:pt x="90" y="84"/>
                    <a:pt x="94" y="80"/>
                    <a:pt x="98" y="76"/>
                  </a:cubicBezTo>
                  <a:cubicBezTo>
                    <a:pt x="105" y="69"/>
                    <a:pt x="111" y="61"/>
                    <a:pt x="117" y="53"/>
                  </a:cubicBezTo>
                  <a:cubicBezTo>
                    <a:pt x="129" y="38"/>
                    <a:pt x="136" y="20"/>
                    <a:pt x="136" y="0"/>
                  </a:cubicBezTo>
                  <a:cubicBezTo>
                    <a:pt x="136" y="33"/>
                    <a:pt x="116" y="57"/>
                    <a:pt x="97" y="82"/>
                  </a:cubicBezTo>
                  <a:cubicBezTo>
                    <a:pt x="87" y="95"/>
                    <a:pt x="95" y="100"/>
                    <a:pt x="109" y="103"/>
                  </a:cubicBezTo>
                  <a:cubicBezTo>
                    <a:pt x="122" y="105"/>
                    <a:pt x="131" y="105"/>
                    <a:pt x="141" y="115"/>
                  </a:cubicBezTo>
                  <a:cubicBezTo>
                    <a:pt x="135" y="112"/>
                    <a:pt x="129" y="114"/>
                    <a:pt x="123" y="113"/>
                  </a:cubicBezTo>
                  <a:cubicBezTo>
                    <a:pt x="116" y="112"/>
                    <a:pt x="111" y="109"/>
                    <a:pt x="105" y="107"/>
                  </a:cubicBezTo>
                  <a:cubicBezTo>
                    <a:pt x="97" y="104"/>
                    <a:pt x="85" y="103"/>
                    <a:pt x="77" y="104"/>
                  </a:cubicBezTo>
                  <a:cubicBezTo>
                    <a:pt x="66" y="106"/>
                    <a:pt x="52" y="113"/>
                    <a:pt x="41" y="118"/>
                  </a:cubicBezTo>
                  <a:cubicBezTo>
                    <a:pt x="36" y="121"/>
                    <a:pt x="30" y="124"/>
                    <a:pt x="24" y="126"/>
                  </a:cubicBezTo>
                  <a:cubicBezTo>
                    <a:pt x="17" y="130"/>
                    <a:pt x="8" y="137"/>
                    <a:pt x="0" y="138"/>
                  </a:cubicBezTo>
                  <a:cubicBezTo>
                    <a:pt x="6" y="130"/>
                    <a:pt x="20" y="125"/>
                    <a:pt x="29" y="120"/>
                  </a:cubicBezTo>
                  <a:cubicBezTo>
                    <a:pt x="35" y="117"/>
                    <a:pt x="41" y="113"/>
                    <a:pt x="48" y="110"/>
                  </a:cubicBezTo>
                  <a:cubicBezTo>
                    <a:pt x="56" y="106"/>
                    <a:pt x="64" y="102"/>
                    <a:pt x="72" y="98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4" name="Freeform 269">
              <a:extLst>
                <a:ext uri="{FF2B5EF4-FFF2-40B4-BE49-F238E27FC236}">
                  <a16:creationId xmlns:a16="http://schemas.microsoft.com/office/drawing/2014/main" id="{A1104AFD-25C6-4D2F-9B34-C518FD980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439"/>
              <a:ext cx="217" cy="725"/>
            </a:xfrm>
            <a:custGeom>
              <a:avLst/>
              <a:gdLst>
                <a:gd name="T0" fmla="*/ 266 w 191"/>
                <a:gd name="T1" fmla="*/ 0 h 638"/>
                <a:gd name="T2" fmla="*/ 219 w 191"/>
                <a:gd name="T3" fmla="*/ 170 h 638"/>
                <a:gd name="T4" fmla="*/ 161 w 191"/>
                <a:gd name="T5" fmla="*/ 261 h 638"/>
                <a:gd name="T6" fmla="*/ 66 w 191"/>
                <a:gd name="T7" fmla="*/ 445 h 638"/>
                <a:gd name="T8" fmla="*/ 57 w 191"/>
                <a:gd name="T9" fmla="*/ 606 h 638"/>
                <a:gd name="T10" fmla="*/ 84 w 191"/>
                <a:gd name="T11" fmla="*/ 773 h 638"/>
                <a:gd name="T12" fmla="*/ 0 w 191"/>
                <a:gd name="T13" fmla="*/ 835 h 638"/>
                <a:gd name="T14" fmla="*/ 111 w 191"/>
                <a:gd name="T15" fmla="*/ 895 h 638"/>
                <a:gd name="T16" fmla="*/ 197 w 191"/>
                <a:gd name="T17" fmla="*/ 936 h 638"/>
                <a:gd name="T18" fmla="*/ 140 w 191"/>
                <a:gd name="T19" fmla="*/ 805 h 638"/>
                <a:gd name="T20" fmla="*/ 127 w 191"/>
                <a:gd name="T21" fmla="*/ 711 h 638"/>
                <a:gd name="T22" fmla="*/ 127 w 191"/>
                <a:gd name="T23" fmla="*/ 492 h 638"/>
                <a:gd name="T24" fmla="*/ 211 w 191"/>
                <a:gd name="T25" fmla="*/ 226 h 638"/>
                <a:gd name="T26" fmla="*/ 258 w 191"/>
                <a:gd name="T27" fmla="*/ 85 h 6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1" h="638">
                  <a:moveTo>
                    <a:pt x="181" y="0"/>
                  </a:moveTo>
                  <a:cubicBezTo>
                    <a:pt x="191" y="30"/>
                    <a:pt x="165" y="87"/>
                    <a:pt x="150" y="116"/>
                  </a:cubicBezTo>
                  <a:cubicBezTo>
                    <a:pt x="138" y="138"/>
                    <a:pt x="123" y="157"/>
                    <a:pt x="110" y="178"/>
                  </a:cubicBezTo>
                  <a:cubicBezTo>
                    <a:pt x="87" y="218"/>
                    <a:pt x="57" y="259"/>
                    <a:pt x="45" y="304"/>
                  </a:cubicBezTo>
                  <a:cubicBezTo>
                    <a:pt x="35" y="339"/>
                    <a:pt x="32" y="378"/>
                    <a:pt x="39" y="413"/>
                  </a:cubicBezTo>
                  <a:cubicBezTo>
                    <a:pt x="46" y="447"/>
                    <a:pt x="59" y="492"/>
                    <a:pt x="57" y="526"/>
                  </a:cubicBezTo>
                  <a:cubicBezTo>
                    <a:pt x="55" y="564"/>
                    <a:pt x="34" y="571"/>
                    <a:pt x="0" y="569"/>
                  </a:cubicBezTo>
                  <a:cubicBezTo>
                    <a:pt x="4" y="585"/>
                    <a:pt x="60" y="602"/>
                    <a:pt x="76" y="610"/>
                  </a:cubicBezTo>
                  <a:cubicBezTo>
                    <a:pt x="95" y="620"/>
                    <a:pt x="114" y="628"/>
                    <a:pt x="134" y="638"/>
                  </a:cubicBezTo>
                  <a:cubicBezTo>
                    <a:pt x="113" y="626"/>
                    <a:pt x="99" y="566"/>
                    <a:pt x="95" y="548"/>
                  </a:cubicBezTo>
                  <a:cubicBezTo>
                    <a:pt x="90" y="528"/>
                    <a:pt x="89" y="506"/>
                    <a:pt x="87" y="485"/>
                  </a:cubicBezTo>
                  <a:cubicBezTo>
                    <a:pt x="84" y="435"/>
                    <a:pt x="87" y="385"/>
                    <a:pt x="87" y="335"/>
                  </a:cubicBezTo>
                  <a:cubicBezTo>
                    <a:pt x="87" y="268"/>
                    <a:pt x="117" y="213"/>
                    <a:pt x="144" y="154"/>
                  </a:cubicBezTo>
                  <a:cubicBezTo>
                    <a:pt x="158" y="121"/>
                    <a:pt x="188" y="92"/>
                    <a:pt x="176" y="58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5" name="Freeform 270">
              <a:extLst>
                <a:ext uri="{FF2B5EF4-FFF2-40B4-BE49-F238E27FC236}">
                  <a16:creationId xmlns:a16="http://schemas.microsoft.com/office/drawing/2014/main" id="{156FAB04-C4C6-48AF-8986-47B6A256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121"/>
              <a:ext cx="412" cy="634"/>
            </a:xfrm>
            <a:custGeom>
              <a:avLst/>
              <a:gdLst>
                <a:gd name="T0" fmla="*/ 25 w 362"/>
                <a:gd name="T1" fmla="*/ 813 h 557"/>
                <a:gd name="T2" fmla="*/ 319 w 362"/>
                <a:gd name="T3" fmla="*/ 419 h 557"/>
                <a:gd name="T4" fmla="*/ 462 w 362"/>
                <a:gd name="T5" fmla="*/ 233 h 557"/>
                <a:gd name="T6" fmla="*/ 513 w 362"/>
                <a:gd name="T7" fmla="*/ 129 h 557"/>
                <a:gd name="T8" fmla="*/ 534 w 362"/>
                <a:gd name="T9" fmla="*/ 65 h 557"/>
                <a:gd name="T10" fmla="*/ 510 w 362"/>
                <a:gd name="T11" fmla="*/ 110 h 557"/>
                <a:gd name="T12" fmla="*/ 431 w 362"/>
                <a:gd name="T13" fmla="*/ 233 h 557"/>
                <a:gd name="T14" fmla="*/ 360 w 362"/>
                <a:gd name="T15" fmla="*/ 319 h 557"/>
                <a:gd name="T16" fmla="*/ 280 w 362"/>
                <a:gd name="T17" fmla="*/ 409 h 557"/>
                <a:gd name="T18" fmla="*/ 205 w 362"/>
                <a:gd name="T19" fmla="*/ 476 h 557"/>
                <a:gd name="T20" fmla="*/ 174 w 362"/>
                <a:gd name="T21" fmla="*/ 394 h 557"/>
                <a:gd name="T22" fmla="*/ 186 w 362"/>
                <a:gd name="T23" fmla="*/ 275 h 557"/>
                <a:gd name="T24" fmla="*/ 150 w 362"/>
                <a:gd name="T25" fmla="*/ 0 h 557"/>
                <a:gd name="T26" fmla="*/ 163 w 362"/>
                <a:gd name="T27" fmla="*/ 159 h 557"/>
                <a:gd name="T28" fmla="*/ 167 w 362"/>
                <a:gd name="T29" fmla="*/ 236 h 557"/>
                <a:gd name="T30" fmla="*/ 156 w 362"/>
                <a:gd name="T31" fmla="*/ 396 h 557"/>
                <a:gd name="T32" fmla="*/ 115 w 362"/>
                <a:gd name="T33" fmla="*/ 551 h 557"/>
                <a:gd name="T34" fmla="*/ 53 w 362"/>
                <a:gd name="T35" fmla="*/ 669 h 557"/>
                <a:gd name="T36" fmla="*/ 31 w 362"/>
                <a:gd name="T37" fmla="*/ 736 h 557"/>
                <a:gd name="T38" fmla="*/ 0 w 362"/>
                <a:gd name="T39" fmla="*/ 822 h 55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2" h="557">
                  <a:moveTo>
                    <a:pt x="17" y="551"/>
                  </a:moveTo>
                  <a:cubicBezTo>
                    <a:pt x="54" y="443"/>
                    <a:pt x="138" y="364"/>
                    <a:pt x="216" y="284"/>
                  </a:cubicBezTo>
                  <a:cubicBezTo>
                    <a:pt x="253" y="247"/>
                    <a:pt x="283" y="201"/>
                    <a:pt x="314" y="158"/>
                  </a:cubicBezTo>
                  <a:cubicBezTo>
                    <a:pt x="331" y="135"/>
                    <a:pt x="338" y="113"/>
                    <a:pt x="348" y="87"/>
                  </a:cubicBezTo>
                  <a:cubicBezTo>
                    <a:pt x="353" y="74"/>
                    <a:pt x="360" y="57"/>
                    <a:pt x="362" y="44"/>
                  </a:cubicBezTo>
                  <a:cubicBezTo>
                    <a:pt x="356" y="52"/>
                    <a:pt x="351" y="65"/>
                    <a:pt x="346" y="75"/>
                  </a:cubicBezTo>
                  <a:cubicBezTo>
                    <a:pt x="332" y="105"/>
                    <a:pt x="314" y="133"/>
                    <a:pt x="293" y="158"/>
                  </a:cubicBezTo>
                  <a:cubicBezTo>
                    <a:pt x="277" y="178"/>
                    <a:pt x="261" y="198"/>
                    <a:pt x="244" y="216"/>
                  </a:cubicBezTo>
                  <a:cubicBezTo>
                    <a:pt x="225" y="236"/>
                    <a:pt x="208" y="256"/>
                    <a:pt x="190" y="277"/>
                  </a:cubicBezTo>
                  <a:cubicBezTo>
                    <a:pt x="176" y="293"/>
                    <a:pt x="161" y="317"/>
                    <a:pt x="139" y="322"/>
                  </a:cubicBezTo>
                  <a:cubicBezTo>
                    <a:pt x="105" y="330"/>
                    <a:pt x="115" y="289"/>
                    <a:pt x="118" y="267"/>
                  </a:cubicBezTo>
                  <a:cubicBezTo>
                    <a:pt x="122" y="240"/>
                    <a:pt x="124" y="213"/>
                    <a:pt x="126" y="187"/>
                  </a:cubicBezTo>
                  <a:cubicBezTo>
                    <a:pt x="128" y="127"/>
                    <a:pt x="120" y="57"/>
                    <a:pt x="102" y="0"/>
                  </a:cubicBezTo>
                  <a:cubicBezTo>
                    <a:pt x="98" y="34"/>
                    <a:pt x="111" y="72"/>
                    <a:pt x="111" y="108"/>
                  </a:cubicBezTo>
                  <a:cubicBezTo>
                    <a:pt x="111" y="125"/>
                    <a:pt x="112" y="143"/>
                    <a:pt x="113" y="160"/>
                  </a:cubicBezTo>
                  <a:cubicBezTo>
                    <a:pt x="115" y="196"/>
                    <a:pt x="111" y="234"/>
                    <a:pt x="105" y="269"/>
                  </a:cubicBezTo>
                  <a:cubicBezTo>
                    <a:pt x="100" y="305"/>
                    <a:pt x="96" y="339"/>
                    <a:pt x="78" y="373"/>
                  </a:cubicBezTo>
                  <a:cubicBezTo>
                    <a:pt x="64" y="400"/>
                    <a:pt x="48" y="426"/>
                    <a:pt x="36" y="454"/>
                  </a:cubicBezTo>
                  <a:cubicBezTo>
                    <a:pt x="29" y="469"/>
                    <a:pt x="25" y="483"/>
                    <a:pt x="21" y="499"/>
                  </a:cubicBezTo>
                  <a:cubicBezTo>
                    <a:pt x="16" y="519"/>
                    <a:pt x="2" y="536"/>
                    <a:pt x="0" y="557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6" name="Freeform 271">
              <a:extLst>
                <a:ext uri="{FF2B5EF4-FFF2-40B4-BE49-F238E27FC236}">
                  <a16:creationId xmlns:a16="http://schemas.microsoft.com/office/drawing/2014/main" id="{46DF539B-24EC-4EE7-80BF-085301580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980"/>
              <a:ext cx="124" cy="244"/>
            </a:xfrm>
            <a:custGeom>
              <a:avLst/>
              <a:gdLst>
                <a:gd name="T0" fmla="*/ 26 w 109"/>
                <a:gd name="T1" fmla="*/ 121 h 214"/>
                <a:gd name="T2" fmla="*/ 97 w 109"/>
                <a:gd name="T3" fmla="*/ 113 h 214"/>
                <a:gd name="T4" fmla="*/ 160 w 109"/>
                <a:gd name="T5" fmla="*/ 0 h 214"/>
                <a:gd name="T6" fmla="*/ 94 w 109"/>
                <a:gd name="T7" fmla="*/ 151 h 214"/>
                <a:gd name="T8" fmla="*/ 83 w 109"/>
                <a:gd name="T9" fmla="*/ 317 h 214"/>
                <a:gd name="T10" fmla="*/ 63 w 109"/>
                <a:gd name="T11" fmla="*/ 260 h 214"/>
                <a:gd name="T12" fmla="*/ 34 w 109"/>
                <a:gd name="T13" fmla="*/ 177 h 214"/>
                <a:gd name="T14" fmla="*/ 15 w 109"/>
                <a:gd name="T15" fmla="*/ 115 h 214"/>
                <a:gd name="T16" fmla="*/ 0 w 109"/>
                <a:gd name="T17" fmla="*/ 46 h 214"/>
                <a:gd name="T18" fmla="*/ 11 w 109"/>
                <a:gd name="T19" fmla="*/ 81 h 214"/>
                <a:gd name="T20" fmla="*/ 34 w 109"/>
                <a:gd name="T21" fmla="*/ 124 h 2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214">
                  <a:moveTo>
                    <a:pt x="18" y="82"/>
                  </a:moveTo>
                  <a:cubicBezTo>
                    <a:pt x="32" y="97"/>
                    <a:pt x="53" y="89"/>
                    <a:pt x="66" y="76"/>
                  </a:cubicBezTo>
                  <a:cubicBezTo>
                    <a:pt x="86" y="55"/>
                    <a:pt x="96" y="25"/>
                    <a:pt x="109" y="0"/>
                  </a:cubicBezTo>
                  <a:cubicBezTo>
                    <a:pt x="102" y="37"/>
                    <a:pt x="77" y="68"/>
                    <a:pt x="64" y="102"/>
                  </a:cubicBezTo>
                  <a:cubicBezTo>
                    <a:pt x="49" y="138"/>
                    <a:pt x="54" y="176"/>
                    <a:pt x="56" y="214"/>
                  </a:cubicBezTo>
                  <a:cubicBezTo>
                    <a:pt x="54" y="200"/>
                    <a:pt x="46" y="188"/>
                    <a:pt x="42" y="175"/>
                  </a:cubicBezTo>
                  <a:cubicBezTo>
                    <a:pt x="36" y="156"/>
                    <a:pt x="29" y="138"/>
                    <a:pt x="23" y="119"/>
                  </a:cubicBezTo>
                  <a:cubicBezTo>
                    <a:pt x="19" y="105"/>
                    <a:pt x="14" y="91"/>
                    <a:pt x="10" y="78"/>
                  </a:cubicBezTo>
                  <a:cubicBezTo>
                    <a:pt x="5" y="64"/>
                    <a:pt x="0" y="46"/>
                    <a:pt x="0" y="31"/>
                  </a:cubicBezTo>
                  <a:cubicBezTo>
                    <a:pt x="3" y="39"/>
                    <a:pt x="5" y="46"/>
                    <a:pt x="8" y="54"/>
                  </a:cubicBezTo>
                  <a:cubicBezTo>
                    <a:pt x="12" y="64"/>
                    <a:pt x="19" y="74"/>
                    <a:pt x="23" y="84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7" name="Freeform 272">
              <a:extLst>
                <a:ext uri="{FF2B5EF4-FFF2-40B4-BE49-F238E27FC236}">
                  <a16:creationId xmlns:a16="http://schemas.microsoft.com/office/drawing/2014/main" id="{2E3E1635-05CE-4194-9D46-DE2796164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805"/>
              <a:ext cx="74" cy="303"/>
            </a:xfrm>
            <a:custGeom>
              <a:avLst/>
              <a:gdLst>
                <a:gd name="T0" fmla="*/ 82 w 65"/>
                <a:gd name="T1" fmla="*/ 27 h 266"/>
                <a:gd name="T2" fmla="*/ 26 w 65"/>
                <a:gd name="T3" fmla="*/ 121 h 266"/>
                <a:gd name="T4" fmla="*/ 18 w 65"/>
                <a:gd name="T5" fmla="*/ 205 h 266"/>
                <a:gd name="T6" fmla="*/ 30 w 65"/>
                <a:gd name="T7" fmla="*/ 287 h 266"/>
                <a:gd name="T8" fmla="*/ 54 w 65"/>
                <a:gd name="T9" fmla="*/ 349 h 266"/>
                <a:gd name="T10" fmla="*/ 75 w 65"/>
                <a:gd name="T11" fmla="*/ 362 h 266"/>
                <a:gd name="T12" fmla="*/ 64 w 65"/>
                <a:gd name="T13" fmla="*/ 393 h 266"/>
                <a:gd name="T14" fmla="*/ 15 w 65"/>
                <a:gd name="T15" fmla="*/ 300 h 266"/>
                <a:gd name="T16" fmla="*/ 3 w 65"/>
                <a:gd name="T17" fmla="*/ 157 h 266"/>
                <a:gd name="T18" fmla="*/ 46 w 65"/>
                <a:gd name="T19" fmla="*/ 59 h 266"/>
                <a:gd name="T20" fmla="*/ 92 w 65"/>
                <a:gd name="T21" fmla="*/ 8 h 266"/>
                <a:gd name="T22" fmla="*/ 96 w 65"/>
                <a:gd name="T23" fmla="*/ 0 h 266"/>
                <a:gd name="T24" fmla="*/ 82 w 65"/>
                <a:gd name="T25" fmla="*/ 28 h 2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266">
                  <a:moveTo>
                    <a:pt x="55" y="18"/>
                  </a:moveTo>
                  <a:cubicBezTo>
                    <a:pt x="42" y="39"/>
                    <a:pt x="26" y="58"/>
                    <a:pt x="18" y="82"/>
                  </a:cubicBezTo>
                  <a:cubicBezTo>
                    <a:pt x="12" y="100"/>
                    <a:pt x="12" y="120"/>
                    <a:pt x="12" y="139"/>
                  </a:cubicBezTo>
                  <a:cubicBezTo>
                    <a:pt x="12" y="158"/>
                    <a:pt x="15" y="176"/>
                    <a:pt x="20" y="194"/>
                  </a:cubicBezTo>
                  <a:cubicBezTo>
                    <a:pt x="24" y="207"/>
                    <a:pt x="26" y="225"/>
                    <a:pt x="36" y="236"/>
                  </a:cubicBezTo>
                  <a:cubicBezTo>
                    <a:pt x="41" y="240"/>
                    <a:pt x="46" y="242"/>
                    <a:pt x="51" y="245"/>
                  </a:cubicBezTo>
                  <a:cubicBezTo>
                    <a:pt x="62" y="253"/>
                    <a:pt x="52" y="262"/>
                    <a:pt x="43" y="266"/>
                  </a:cubicBezTo>
                  <a:cubicBezTo>
                    <a:pt x="29" y="247"/>
                    <a:pt x="14" y="227"/>
                    <a:pt x="10" y="203"/>
                  </a:cubicBezTo>
                  <a:cubicBezTo>
                    <a:pt x="5" y="172"/>
                    <a:pt x="0" y="137"/>
                    <a:pt x="3" y="106"/>
                  </a:cubicBezTo>
                  <a:cubicBezTo>
                    <a:pt x="6" y="82"/>
                    <a:pt x="17" y="59"/>
                    <a:pt x="31" y="40"/>
                  </a:cubicBezTo>
                  <a:cubicBezTo>
                    <a:pt x="41" y="27"/>
                    <a:pt x="51" y="16"/>
                    <a:pt x="62" y="5"/>
                  </a:cubicBezTo>
                  <a:cubicBezTo>
                    <a:pt x="63" y="3"/>
                    <a:pt x="64" y="2"/>
                    <a:pt x="65" y="0"/>
                  </a:cubicBezTo>
                  <a:cubicBezTo>
                    <a:pt x="62" y="6"/>
                    <a:pt x="60" y="14"/>
                    <a:pt x="55" y="19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8" name="Freeform 273">
              <a:extLst>
                <a:ext uri="{FF2B5EF4-FFF2-40B4-BE49-F238E27FC236}">
                  <a16:creationId xmlns:a16="http://schemas.microsoft.com/office/drawing/2014/main" id="{70E26218-AB1C-4EC1-95FD-82BC2E9C7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836"/>
              <a:ext cx="198" cy="265"/>
            </a:xfrm>
            <a:custGeom>
              <a:avLst/>
              <a:gdLst>
                <a:gd name="T0" fmla="*/ 213 w 174"/>
                <a:gd name="T1" fmla="*/ 0 h 233"/>
                <a:gd name="T2" fmla="*/ 168 w 174"/>
                <a:gd name="T3" fmla="*/ 68 h 233"/>
                <a:gd name="T4" fmla="*/ 104 w 174"/>
                <a:gd name="T5" fmla="*/ 148 h 233"/>
                <a:gd name="T6" fmla="*/ 76 w 174"/>
                <a:gd name="T7" fmla="*/ 185 h 233"/>
                <a:gd name="T8" fmla="*/ 56 w 174"/>
                <a:gd name="T9" fmla="*/ 239 h 233"/>
                <a:gd name="T10" fmla="*/ 9 w 174"/>
                <a:gd name="T11" fmla="*/ 322 h 233"/>
                <a:gd name="T12" fmla="*/ 1 w 174"/>
                <a:gd name="T13" fmla="*/ 341 h 233"/>
                <a:gd name="T14" fmla="*/ 10 w 174"/>
                <a:gd name="T15" fmla="*/ 337 h 233"/>
                <a:gd name="T16" fmla="*/ 34 w 174"/>
                <a:gd name="T17" fmla="*/ 301 h 233"/>
                <a:gd name="T18" fmla="*/ 65 w 174"/>
                <a:gd name="T19" fmla="*/ 247 h 233"/>
                <a:gd name="T20" fmla="*/ 131 w 174"/>
                <a:gd name="T21" fmla="*/ 143 h 233"/>
                <a:gd name="T22" fmla="*/ 206 w 174"/>
                <a:gd name="T23" fmla="*/ 88 h 233"/>
                <a:gd name="T24" fmla="*/ 256 w 174"/>
                <a:gd name="T25" fmla="*/ 66 h 233"/>
                <a:gd name="T26" fmla="*/ 204 w 174"/>
                <a:gd name="T27" fmla="*/ 74 h 233"/>
                <a:gd name="T28" fmla="*/ 209 w 174"/>
                <a:gd name="T29" fmla="*/ 9 h 2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4" h="233">
                  <a:moveTo>
                    <a:pt x="144" y="0"/>
                  </a:moveTo>
                  <a:cubicBezTo>
                    <a:pt x="139" y="19"/>
                    <a:pt x="126" y="33"/>
                    <a:pt x="114" y="47"/>
                  </a:cubicBezTo>
                  <a:cubicBezTo>
                    <a:pt x="99" y="64"/>
                    <a:pt x="83" y="82"/>
                    <a:pt x="70" y="100"/>
                  </a:cubicBezTo>
                  <a:cubicBezTo>
                    <a:pt x="64" y="109"/>
                    <a:pt x="57" y="116"/>
                    <a:pt x="52" y="126"/>
                  </a:cubicBezTo>
                  <a:cubicBezTo>
                    <a:pt x="46" y="138"/>
                    <a:pt x="43" y="151"/>
                    <a:pt x="38" y="163"/>
                  </a:cubicBezTo>
                  <a:cubicBezTo>
                    <a:pt x="30" y="183"/>
                    <a:pt x="17" y="201"/>
                    <a:pt x="6" y="219"/>
                  </a:cubicBezTo>
                  <a:cubicBezTo>
                    <a:pt x="3" y="223"/>
                    <a:pt x="0" y="227"/>
                    <a:pt x="1" y="232"/>
                  </a:cubicBezTo>
                  <a:cubicBezTo>
                    <a:pt x="5" y="233"/>
                    <a:pt x="5" y="231"/>
                    <a:pt x="7" y="229"/>
                  </a:cubicBezTo>
                  <a:cubicBezTo>
                    <a:pt x="14" y="224"/>
                    <a:pt x="19" y="213"/>
                    <a:pt x="23" y="205"/>
                  </a:cubicBezTo>
                  <a:cubicBezTo>
                    <a:pt x="30" y="192"/>
                    <a:pt x="37" y="180"/>
                    <a:pt x="44" y="168"/>
                  </a:cubicBezTo>
                  <a:cubicBezTo>
                    <a:pt x="58" y="143"/>
                    <a:pt x="71" y="119"/>
                    <a:pt x="89" y="98"/>
                  </a:cubicBezTo>
                  <a:cubicBezTo>
                    <a:pt x="104" y="82"/>
                    <a:pt x="122" y="73"/>
                    <a:pt x="140" y="60"/>
                  </a:cubicBezTo>
                  <a:cubicBezTo>
                    <a:pt x="150" y="53"/>
                    <a:pt x="165" y="53"/>
                    <a:pt x="174" y="45"/>
                  </a:cubicBezTo>
                  <a:cubicBezTo>
                    <a:pt x="163" y="44"/>
                    <a:pt x="149" y="55"/>
                    <a:pt x="138" y="50"/>
                  </a:cubicBezTo>
                  <a:cubicBezTo>
                    <a:pt x="126" y="44"/>
                    <a:pt x="141" y="16"/>
                    <a:pt x="142" y="6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89" name="Freeform 274">
              <a:extLst>
                <a:ext uri="{FF2B5EF4-FFF2-40B4-BE49-F238E27FC236}">
                  <a16:creationId xmlns:a16="http://schemas.microsoft.com/office/drawing/2014/main" id="{6B1542DD-B4DF-4D75-8256-2426DB86C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033"/>
              <a:ext cx="236" cy="441"/>
            </a:xfrm>
            <a:custGeom>
              <a:avLst/>
              <a:gdLst>
                <a:gd name="T0" fmla="*/ 304 w 208"/>
                <a:gd name="T1" fmla="*/ 2 h 388"/>
                <a:gd name="T2" fmla="*/ 275 w 208"/>
                <a:gd name="T3" fmla="*/ 132 h 388"/>
                <a:gd name="T4" fmla="*/ 202 w 208"/>
                <a:gd name="T5" fmla="*/ 311 h 388"/>
                <a:gd name="T6" fmla="*/ 111 w 208"/>
                <a:gd name="T7" fmla="*/ 430 h 388"/>
                <a:gd name="T8" fmla="*/ 66 w 208"/>
                <a:gd name="T9" fmla="*/ 489 h 388"/>
                <a:gd name="T10" fmla="*/ 25 w 208"/>
                <a:gd name="T11" fmla="*/ 544 h 388"/>
                <a:gd name="T12" fmla="*/ 0 w 208"/>
                <a:gd name="T13" fmla="*/ 569 h 388"/>
                <a:gd name="T14" fmla="*/ 42 w 208"/>
                <a:gd name="T15" fmla="*/ 501 h 388"/>
                <a:gd name="T16" fmla="*/ 85 w 208"/>
                <a:gd name="T17" fmla="*/ 443 h 388"/>
                <a:gd name="T18" fmla="*/ 143 w 208"/>
                <a:gd name="T19" fmla="*/ 363 h 388"/>
                <a:gd name="T20" fmla="*/ 208 w 208"/>
                <a:gd name="T21" fmla="*/ 239 h 388"/>
                <a:gd name="T22" fmla="*/ 268 w 208"/>
                <a:gd name="T23" fmla="*/ 110 h 388"/>
                <a:gd name="T24" fmla="*/ 302 w 208"/>
                <a:gd name="T25" fmla="*/ 0 h 3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8" h="388">
                  <a:moveTo>
                    <a:pt x="208" y="2"/>
                  </a:moveTo>
                  <a:cubicBezTo>
                    <a:pt x="205" y="32"/>
                    <a:pt x="195" y="61"/>
                    <a:pt x="188" y="90"/>
                  </a:cubicBezTo>
                  <a:cubicBezTo>
                    <a:pt x="178" y="133"/>
                    <a:pt x="164" y="177"/>
                    <a:pt x="138" y="212"/>
                  </a:cubicBezTo>
                  <a:cubicBezTo>
                    <a:pt x="118" y="240"/>
                    <a:pt x="95" y="265"/>
                    <a:pt x="76" y="293"/>
                  </a:cubicBezTo>
                  <a:cubicBezTo>
                    <a:pt x="67" y="307"/>
                    <a:pt x="55" y="319"/>
                    <a:pt x="45" y="333"/>
                  </a:cubicBezTo>
                  <a:cubicBezTo>
                    <a:pt x="36" y="346"/>
                    <a:pt x="27" y="358"/>
                    <a:pt x="17" y="370"/>
                  </a:cubicBezTo>
                  <a:cubicBezTo>
                    <a:pt x="12" y="376"/>
                    <a:pt x="8" y="385"/>
                    <a:pt x="0" y="388"/>
                  </a:cubicBezTo>
                  <a:cubicBezTo>
                    <a:pt x="2" y="370"/>
                    <a:pt x="18" y="354"/>
                    <a:pt x="29" y="341"/>
                  </a:cubicBezTo>
                  <a:cubicBezTo>
                    <a:pt x="39" y="328"/>
                    <a:pt x="47" y="314"/>
                    <a:pt x="58" y="302"/>
                  </a:cubicBezTo>
                  <a:cubicBezTo>
                    <a:pt x="72" y="285"/>
                    <a:pt x="87" y="267"/>
                    <a:pt x="98" y="247"/>
                  </a:cubicBezTo>
                  <a:cubicBezTo>
                    <a:pt x="113" y="219"/>
                    <a:pt x="128" y="191"/>
                    <a:pt x="142" y="163"/>
                  </a:cubicBezTo>
                  <a:cubicBezTo>
                    <a:pt x="155" y="133"/>
                    <a:pt x="171" y="105"/>
                    <a:pt x="183" y="75"/>
                  </a:cubicBezTo>
                  <a:cubicBezTo>
                    <a:pt x="192" y="51"/>
                    <a:pt x="200" y="25"/>
                    <a:pt x="206" y="0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0" name="Freeform 275">
              <a:extLst>
                <a:ext uri="{FF2B5EF4-FFF2-40B4-BE49-F238E27FC236}">
                  <a16:creationId xmlns:a16="http://schemas.microsoft.com/office/drawing/2014/main" id="{81B30581-9CAD-4DA9-BA2C-0F0C84E1F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383"/>
              <a:ext cx="246" cy="330"/>
            </a:xfrm>
            <a:custGeom>
              <a:avLst/>
              <a:gdLst>
                <a:gd name="T0" fmla="*/ 130 w 216"/>
                <a:gd name="T1" fmla="*/ 36 h 290"/>
                <a:gd name="T2" fmla="*/ 142 w 216"/>
                <a:gd name="T3" fmla="*/ 97 h 290"/>
                <a:gd name="T4" fmla="*/ 196 w 216"/>
                <a:gd name="T5" fmla="*/ 98 h 290"/>
                <a:gd name="T6" fmla="*/ 319 w 216"/>
                <a:gd name="T7" fmla="*/ 0 h 290"/>
                <a:gd name="T8" fmla="*/ 295 w 216"/>
                <a:gd name="T9" fmla="*/ 57 h 290"/>
                <a:gd name="T10" fmla="*/ 270 w 216"/>
                <a:gd name="T11" fmla="*/ 97 h 290"/>
                <a:gd name="T12" fmla="*/ 196 w 216"/>
                <a:gd name="T13" fmla="*/ 182 h 290"/>
                <a:gd name="T14" fmla="*/ 88 w 216"/>
                <a:gd name="T15" fmla="*/ 295 h 290"/>
                <a:gd name="T16" fmla="*/ 40 w 216"/>
                <a:gd name="T17" fmla="*/ 365 h 290"/>
                <a:gd name="T18" fmla="*/ 0 w 216"/>
                <a:gd name="T19" fmla="*/ 428 h 290"/>
                <a:gd name="T20" fmla="*/ 15 w 216"/>
                <a:gd name="T21" fmla="*/ 374 h 290"/>
                <a:gd name="T22" fmla="*/ 77 w 216"/>
                <a:gd name="T23" fmla="*/ 240 h 290"/>
                <a:gd name="T24" fmla="*/ 113 w 216"/>
                <a:gd name="T25" fmla="*/ 173 h 290"/>
                <a:gd name="T26" fmla="*/ 121 w 216"/>
                <a:gd name="T27" fmla="*/ 149 h 2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6" h="290">
                  <a:moveTo>
                    <a:pt x="88" y="25"/>
                  </a:moveTo>
                  <a:cubicBezTo>
                    <a:pt x="88" y="39"/>
                    <a:pt x="87" y="54"/>
                    <a:pt x="97" y="66"/>
                  </a:cubicBezTo>
                  <a:cubicBezTo>
                    <a:pt x="108" y="79"/>
                    <a:pt x="121" y="76"/>
                    <a:pt x="133" y="67"/>
                  </a:cubicBezTo>
                  <a:cubicBezTo>
                    <a:pt x="162" y="46"/>
                    <a:pt x="189" y="23"/>
                    <a:pt x="216" y="0"/>
                  </a:cubicBezTo>
                  <a:cubicBezTo>
                    <a:pt x="207" y="10"/>
                    <a:pt x="204" y="26"/>
                    <a:pt x="199" y="39"/>
                  </a:cubicBezTo>
                  <a:cubicBezTo>
                    <a:pt x="195" y="49"/>
                    <a:pt x="189" y="58"/>
                    <a:pt x="183" y="66"/>
                  </a:cubicBezTo>
                  <a:cubicBezTo>
                    <a:pt x="168" y="87"/>
                    <a:pt x="150" y="106"/>
                    <a:pt x="133" y="124"/>
                  </a:cubicBezTo>
                  <a:cubicBezTo>
                    <a:pt x="109" y="150"/>
                    <a:pt x="86" y="176"/>
                    <a:pt x="60" y="200"/>
                  </a:cubicBezTo>
                  <a:cubicBezTo>
                    <a:pt x="47" y="213"/>
                    <a:pt x="37" y="232"/>
                    <a:pt x="27" y="248"/>
                  </a:cubicBezTo>
                  <a:cubicBezTo>
                    <a:pt x="18" y="262"/>
                    <a:pt x="8" y="275"/>
                    <a:pt x="0" y="290"/>
                  </a:cubicBezTo>
                  <a:cubicBezTo>
                    <a:pt x="1" y="277"/>
                    <a:pt x="5" y="265"/>
                    <a:pt x="10" y="254"/>
                  </a:cubicBezTo>
                  <a:cubicBezTo>
                    <a:pt x="23" y="223"/>
                    <a:pt x="39" y="193"/>
                    <a:pt x="53" y="163"/>
                  </a:cubicBezTo>
                  <a:cubicBezTo>
                    <a:pt x="61" y="148"/>
                    <a:pt x="70" y="134"/>
                    <a:pt x="76" y="118"/>
                  </a:cubicBezTo>
                  <a:cubicBezTo>
                    <a:pt x="78" y="113"/>
                    <a:pt x="79" y="106"/>
                    <a:pt x="82" y="101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1" name="Freeform 276">
              <a:extLst>
                <a:ext uri="{FF2B5EF4-FFF2-40B4-BE49-F238E27FC236}">
                  <a16:creationId xmlns:a16="http://schemas.microsoft.com/office/drawing/2014/main" id="{ACBAFB26-8EA9-476E-9D88-285C6A2F2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420"/>
              <a:ext cx="71" cy="370"/>
            </a:xfrm>
            <a:custGeom>
              <a:avLst/>
              <a:gdLst>
                <a:gd name="T0" fmla="*/ 24 w 62"/>
                <a:gd name="T1" fmla="*/ 2 h 325"/>
                <a:gd name="T2" fmla="*/ 10 w 62"/>
                <a:gd name="T3" fmla="*/ 67 h 325"/>
                <a:gd name="T4" fmla="*/ 7 w 62"/>
                <a:gd name="T5" fmla="*/ 128 h 325"/>
                <a:gd name="T6" fmla="*/ 9 w 62"/>
                <a:gd name="T7" fmla="*/ 302 h 325"/>
                <a:gd name="T8" fmla="*/ 52 w 62"/>
                <a:gd name="T9" fmla="*/ 446 h 325"/>
                <a:gd name="T10" fmla="*/ 74 w 62"/>
                <a:gd name="T11" fmla="*/ 462 h 325"/>
                <a:gd name="T12" fmla="*/ 92 w 62"/>
                <a:gd name="T13" fmla="*/ 406 h 325"/>
                <a:gd name="T14" fmla="*/ 92 w 62"/>
                <a:gd name="T15" fmla="*/ 404 h 325"/>
                <a:gd name="T16" fmla="*/ 34 w 62"/>
                <a:gd name="T17" fmla="*/ 311 h 325"/>
                <a:gd name="T18" fmla="*/ 15 w 62"/>
                <a:gd name="T19" fmla="*/ 217 h 325"/>
                <a:gd name="T20" fmla="*/ 18 w 62"/>
                <a:gd name="T21" fmla="*/ 115 h 325"/>
                <a:gd name="T22" fmla="*/ 25 w 62"/>
                <a:gd name="T23" fmla="*/ 46 h 325"/>
                <a:gd name="T24" fmla="*/ 31 w 62"/>
                <a:gd name="T25" fmla="*/ 0 h 3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" h="325">
                  <a:moveTo>
                    <a:pt x="16" y="2"/>
                  </a:moveTo>
                  <a:cubicBezTo>
                    <a:pt x="10" y="13"/>
                    <a:pt x="9" y="33"/>
                    <a:pt x="7" y="46"/>
                  </a:cubicBezTo>
                  <a:cubicBezTo>
                    <a:pt x="5" y="59"/>
                    <a:pt x="4" y="73"/>
                    <a:pt x="4" y="86"/>
                  </a:cubicBezTo>
                  <a:cubicBezTo>
                    <a:pt x="2" y="125"/>
                    <a:pt x="0" y="166"/>
                    <a:pt x="6" y="205"/>
                  </a:cubicBezTo>
                  <a:cubicBezTo>
                    <a:pt x="11" y="237"/>
                    <a:pt x="23" y="271"/>
                    <a:pt x="34" y="302"/>
                  </a:cubicBezTo>
                  <a:cubicBezTo>
                    <a:pt x="37" y="310"/>
                    <a:pt x="42" y="325"/>
                    <a:pt x="50" y="314"/>
                  </a:cubicBezTo>
                  <a:cubicBezTo>
                    <a:pt x="54" y="308"/>
                    <a:pt x="62" y="283"/>
                    <a:pt x="61" y="276"/>
                  </a:cubicBezTo>
                  <a:cubicBezTo>
                    <a:pt x="61" y="275"/>
                    <a:pt x="61" y="274"/>
                    <a:pt x="61" y="274"/>
                  </a:cubicBezTo>
                  <a:cubicBezTo>
                    <a:pt x="40" y="261"/>
                    <a:pt x="29" y="233"/>
                    <a:pt x="23" y="211"/>
                  </a:cubicBezTo>
                  <a:cubicBezTo>
                    <a:pt x="17" y="190"/>
                    <a:pt x="11" y="170"/>
                    <a:pt x="10" y="148"/>
                  </a:cubicBezTo>
                  <a:cubicBezTo>
                    <a:pt x="9" y="125"/>
                    <a:pt x="10" y="101"/>
                    <a:pt x="12" y="78"/>
                  </a:cubicBezTo>
                  <a:cubicBezTo>
                    <a:pt x="13" y="62"/>
                    <a:pt x="16" y="47"/>
                    <a:pt x="17" y="31"/>
                  </a:cubicBezTo>
                  <a:cubicBezTo>
                    <a:pt x="17" y="23"/>
                    <a:pt x="22" y="7"/>
                    <a:pt x="21" y="0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2" name="Freeform 277">
              <a:extLst>
                <a:ext uri="{FF2B5EF4-FFF2-40B4-BE49-F238E27FC236}">
                  <a16:creationId xmlns:a16="http://schemas.microsoft.com/office/drawing/2014/main" id="{004ACFFE-34DB-4589-8F6A-71ECECCB7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665"/>
              <a:ext cx="313" cy="303"/>
            </a:xfrm>
            <a:custGeom>
              <a:avLst/>
              <a:gdLst>
                <a:gd name="T0" fmla="*/ 2 w 275"/>
                <a:gd name="T1" fmla="*/ 1 h 267"/>
                <a:gd name="T2" fmla="*/ 100 w 275"/>
                <a:gd name="T3" fmla="*/ 74 h 267"/>
                <a:gd name="T4" fmla="*/ 191 w 275"/>
                <a:gd name="T5" fmla="*/ 132 h 267"/>
                <a:gd name="T6" fmla="*/ 351 w 275"/>
                <a:gd name="T7" fmla="*/ 354 h 267"/>
                <a:gd name="T8" fmla="*/ 371 w 275"/>
                <a:gd name="T9" fmla="*/ 390 h 267"/>
                <a:gd name="T10" fmla="*/ 403 w 275"/>
                <a:gd name="T11" fmla="*/ 361 h 267"/>
                <a:gd name="T12" fmla="*/ 384 w 275"/>
                <a:gd name="T13" fmla="*/ 275 h 267"/>
                <a:gd name="T14" fmla="*/ 356 w 275"/>
                <a:gd name="T15" fmla="*/ 153 h 267"/>
                <a:gd name="T16" fmla="*/ 335 w 275"/>
                <a:gd name="T17" fmla="*/ 89 h 267"/>
                <a:gd name="T18" fmla="*/ 316 w 275"/>
                <a:gd name="T19" fmla="*/ 115 h 267"/>
                <a:gd name="T20" fmla="*/ 302 w 275"/>
                <a:gd name="T21" fmla="*/ 104 h 267"/>
                <a:gd name="T22" fmla="*/ 302 w 275"/>
                <a:gd name="T23" fmla="*/ 145 h 267"/>
                <a:gd name="T24" fmla="*/ 260 w 275"/>
                <a:gd name="T25" fmla="*/ 142 h 267"/>
                <a:gd name="T26" fmla="*/ 167 w 275"/>
                <a:gd name="T27" fmla="*/ 94 h 267"/>
                <a:gd name="T28" fmla="*/ 7 w 275"/>
                <a:gd name="T29" fmla="*/ 3 h 267"/>
                <a:gd name="T30" fmla="*/ 0 w 275"/>
                <a:gd name="T31" fmla="*/ 0 h 2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5" h="267">
                  <a:moveTo>
                    <a:pt x="2" y="1"/>
                  </a:moveTo>
                  <a:cubicBezTo>
                    <a:pt x="17" y="22"/>
                    <a:pt x="47" y="35"/>
                    <a:pt x="68" y="50"/>
                  </a:cubicBezTo>
                  <a:cubicBezTo>
                    <a:pt x="88" y="64"/>
                    <a:pt x="111" y="74"/>
                    <a:pt x="130" y="90"/>
                  </a:cubicBezTo>
                  <a:cubicBezTo>
                    <a:pt x="179" y="131"/>
                    <a:pt x="214" y="184"/>
                    <a:pt x="238" y="242"/>
                  </a:cubicBezTo>
                  <a:cubicBezTo>
                    <a:pt x="242" y="250"/>
                    <a:pt x="246" y="258"/>
                    <a:pt x="251" y="267"/>
                  </a:cubicBezTo>
                  <a:cubicBezTo>
                    <a:pt x="268" y="267"/>
                    <a:pt x="275" y="267"/>
                    <a:pt x="273" y="247"/>
                  </a:cubicBezTo>
                  <a:cubicBezTo>
                    <a:pt x="271" y="227"/>
                    <a:pt x="267" y="208"/>
                    <a:pt x="260" y="188"/>
                  </a:cubicBezTo>
                  <a:cubicBezTo>
                    <a:pt x="250" y="161"/>
                    <a:pt x="248" y="134"/>
                    <a:pt x="242" y="105"/>
                  </a:cubicBezTo>
                  <a:cubicBezTo>
                    <a:pt x="239" y="91"/>
                    <a:pt x="236" y="73"/>
                    <a:pt x="227" y="61"/>
                  </a:cubicBezTo>
                  <a:cubicBezTo>
                    <a:pt x="220" y="64"/>
                    <a:pt x="222" y="74"/>
                    <a:pt x="214" y="78"/>
                  </a:cubicBezTo>
                  <a:cubicBezTo>
                    <a:pt x="212" y="75"/>
                    <a:pt x="209" y="72"/>
                    <a:pt x="205" y="71"/>
                  </a:cubicBezTo>
                  <a:cubicBezTo>
                    <a:pt x="204" y="80"/>
                    <a:pt x="213" y="92"/>
                    <a:pt x="205" y="100"/>
                  </a:cubicBezTo>
                  <a:cubicBezTo>
                    <a:pt x="198" y="106"/>
                    <a:pt x="183" y="100"/>
                    <a:pt x="176" y="97"/>
                  </a:cubicBezTo>
                  <a:cubicBezTo>
                    <a:pt x="154" y="89"/>
                    <a:pt x="133" y="75"/>
                    <a:pt x="113" y="64"/>
                  </a:cubicBezTo>
                  <a:cubicBezTo>
                    <a:pt x="76" y="45"/>
                    <a:pt x="39" y="26"/>
                    <a:pt x="4" y="3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3" name="Freeform 278">
              <a:extLst>
                <a:ext uri="{FF2B5EF4-FFF2-40B4-BE49-F238E27FC236}">
                  <a16:creationId xmlns:a16="http://schemas.microsoft.com/office/drawing/2014/main" id="{9FB4AC7F-D5E1-4C6F-9AC3-CD2F8837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489"/>
              <a:ext cx="194" cy="328"/>
            </a:xfrm>
            <a:custGeom>
              <a:avLst/>
              <a:gdLst>
                <a:gd name="T0" fmla="*/ 250 w 171"/>
                <a:gd name="T1" fmla="*/ 0 h 289"/>
                <a:gd name="T2" fmla="*/ 213 w 171"/>
                <a:gd name="T3" fmla="*/ 25 h 289"/>
                <a:gd name="T4" fmla="*/ 176 w 171"/>
                <a:gd name="T5" fmla="*/ 54 h 289"/>
                <a:gd name="T6" fmla="*/ 111 w 171"/>
                <a:gd name="T7" fmla="*/ 141 h 289"/>
                <a:gd name="T8" fmla="*/ 74 w 171"/>
                <a:gd name="T9" fmla="*/ 236 h 289"/>
                <a:gd name="T10" fmla="*/ 50 w 171"/>
                <a:gd name="T11" fmla="*/ 274 h 289"/>
                <a:gd name="T12" fmla="*/ 32 w 171"/>
                <a:gd name="T13" fmla="*/ 277 h 289"/>
                <a:gd name="T14" fmla="*/ 1 w 171"/>
                <a:gd name="T15" fmla="*/ 252 h 289"/>
                <a:gd name="T16" fmla="*/ 0 w 171"/>
                <a:gd name="T17" fmla="*/ 251 h 289"/>
                <a:gd name="T18" fmla="*/ 26 w 171"/>
                <a:gd name="T19" fmla="*/ 311 h 289"/>
                <a:gd name="T20" fmla="*/ 37 w 171"/>
                <a:gd name="T21" fmla="*/ 345 h 289"/>
                <a:gd name="T22" fmla="*/ 67 w 171"/>
                <a:gd name="T23" fmla="*/ 422 h 289"/>
                <a:gd name="T24" fmla="*/ 68 w 171"/>
                <a:gd name="T25" fmla="*/ 330 h 289"/>
                <a:gd name="T26" fmla="*/ 84 w 171"/>
                <a:gd name="T27" fmla="*/ 267 h 289"/>
                <a:gd name="T28" fmla="*/ 106 w 171"/>
                <a:gd name="T29" fmla="*/ 183 h 289"/>
                <a:gd name="T30" fmla="*/ 170 w 171"/>
                <a:gd name="T31" fmla="*/ 76 h 289"/>
                <a:gd name="T32" fmla="*/ 248 w 171"/>
                <a:gd name="T33" fmla="*/ 3 h 2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1" h="289">
                  <a:moveTo>
                    <a:pt x="171" y="0"/>
                  </a:moveTo>
                  <a:cubicBezTo>
                    <a:pt x="166" y="8"/>
                    <a:pt x="154" y="12"/>
                    <a:pt x="146" y="17"/>
                  </a:cubicBezTo>
                  <a:cubicBezTo>
                    <a:pt x="136" y="23"/>
                    <a:pt x="129" y="29"/>
                    <a:pt x="121" y="37"/>
                  </a:cubicBezTo>
                  <a:cubicBezTo>
                    <a:pt x="104" y="53"/>
                    <a:pt x="86" y="74"/>
                    <a:pt x="76" y="96"/>
                  </a:cubicBezTo>
                  <a:cubicBezTo>
                    <a:pt x="67" y="117"/>
                    <a:pt x="61" y="140"/>
                    <a:pt x="50" y="161"/>
                  </a:cubicBezTo>
                  <a:cubicBezTo>
                    <a:pt x="46" y="168"/>
                    <a:pt x="41" y="182"/>
                    <a:pt x="34" y="187"/>
                  </a:cubicBezTo>
                  <a:cubicBezTo>
                    <a:pt x="29" y="190"/>
                    <a:pt x="27" y="190"/>
                    <a:pt x="22" y="189"/>
                  </a:cubicBezTo>
                  <a:cubicBezTo>
                    <a:pt x="16" y="188"/>
                    <a:pt x="5" y="172"/>
                    <a:pt x="1" y="173"/>
                  </a:cubicBezTo>
                  <a:cubicBezTo>
                    <a:pt x="0" y="173"/>
                    <a:pt x="0" y="173"/>
                    <a:pt x="0" y="172"/>
                  </a:cubicBezTo>
                  <a:cubicBezTo>
                    <a:pt x="3" y="186"/>
                    <a:pt x="13" y="199"/>
                    <a:pt x="18" y="212"/>
                  </a:cubicBezTo>
                  <a:cubicBezTo>
                    <a:pt x="21" y="220"/>
                    <a:pt x="23" y="228"/>
                    <a:pt x="26" y="236"/>
                  </a:cubicBezTo>
                  <a:cubicBezTo>
                    <a:pt x="31" y="253"/>
                    <a:pt x="36" y="274"/>
                    <a:pt x="46" y="289"/>
                  </a:cubicBezTo>
                  <a:cubicBezTo>
                    <a:pt x="48" y="268"/>
                    <a:pt x="44" y="247"/>
                    <a:pt x="47" y="226"/>
                  </a:cubicBezTo>
                  <a:cubicBezTo>
                    <a:pt x="49" y="211"/>
                    <a:pt x="53" y="197"/>
                    <a:pt x="57" y="182"/>
                  </a:cubicBezTo>
                  <a:cubicBezTo>
                    <a:pt x="62" y="163"/>
                    <a:pt x="65" y="144"/>
                    <a:pt x="72" y="125"/>
                  </a:cubicBezTo>
                  <a:cubicBezTo>
                    <a:pt x="81" y="98"/>
                    <a:pt x="98" y="74"/>
                    <a:pt x="116" y="52"/>
                  </a:cubicBezTo>
                  <a:cubicBezTo>
                    <a:pt x="131" y="33"/>
                    <a:pt x="155" y="19"/>
                    <a:pt x="170" y="3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4" name="Freeform 279">
              <a:extLst>
                <a:ext uri="{FF2B5EF4-FFF2-40B4-BE49-F238E27FC236}">
                  <a16:creationId xmlns:a16="http://schemas.microsoft.com/office/drawing/2014/main" id="{7CCD2A13-5895-4AE0-A2A5-E44FEB073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879"/>
              <a:ext cx="266" cy="459"/>
            </a:xfrm>
            <a:custGeom>
              <a:avLst/>
              <a:gdLst>
                <a:gd name="T0" fmla="*/ 212 w 233"/>
                <a:gd name="T1" fmla="*/ 34 h 404"/>
                <a:gd name="T2" fmla="*/ 219 w 233"/>
                <a:gd name="T3" fmla="*/ 320 h 404"/>
                <a:gd name="T4" fmla="*/ 30 w 233"/>
                <a:gd name="T5" fmla="*/ 519 h 404"/>
                <a:gd name="T6" fmla="*/ 18 w 233"/>
                <a:gd name="T7" fmla="*/ 568 h 404"/>
                <a:gd name="T8" fmla="*/ 46 w 233"/>
                <a:gd name="T9" fmla="*/ 591 h 404"/>
                <a:gd name="T10" fmla="*/ 102 w 233"/>
                <a:gd name="T11" fmla="*/ 569 h 404"/>
                <a:gd name="T12" fmla="*/ 187 w 233"/>
                <a:gd name="T13" fmla="*/ 502 h 404"/>
                <a:gd name="T14" fmla="*/ 282 w 233"/>
                <a:gd name="T15" fmla="*/ 418 h 404"/>
                <a:gd name="T16" fmla="*/ 340 w 233"/>
                <a:gd name="T17" fmla="*/ 351 h 404"/>
                <a:gd name="T18" fmla="*/ 347 w 233"/>
                <a:gd name="T19" fmla="*/ 343 h 404"/>
                <a:gd name="T20" fmla="*/ 269 w 233"/>
                <a:gd name="T21" fmla="*/ 358 h 404"/>
                <a:gd name="T22" fmla="*/ 264 w 233"/>
                <a:gd name="T23" fmla="*/ 293 h 404"/>
                <a:gd name="T24" fmla="*/ 276 w 233"/>
                <a:gd name="T25" fmla="*/ 170 h 404"/>
                <a:gd name="T26" fmla="*/ 280 w 233"/>
                <a:gd name="T27" fmla="*/ 78 h 404"/>
                <a:gd name="T28" fmla="*/ 271 w 233"/>
                <a:gd name="T29" fmla="*/ 35 h 404"/>
                <a:gd name="T30" fmla="*/ 233 w 233"/>
                <a:gd name="T31" fmla="*/ 0 h 4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3" h="404">
                  <a:moveTo>
                    <a:pt x="143" y="23"/>
                  </a:moveTo>
                  <a:cubicBezTo>
                    <a:pt x="169" y="81"/>
                    <a:pt x="166" y="158"/>
                    <a:pt x="147" y="218"/>
                  </a:cubicBezTo>
                  <a:cubicBezTo>
                    <a:pt x="126" y="281"/>
                    <a:pt x="72" y="320"/>
                    <a:pt x="20" y="354"/>
                  </a:cubicBezTo>
                  <a:cubicBezTo>
                    <a:pt x="5" y="364"/>
                    <a:pt x="0" y="373"/>
                    <a:pt x="12" y="387"/>
                  </a:cubicBezTo>
                  <a:cubicBezTo>
                    <a:pt x="18" y="393"/>
                    <a:pt x="22" y="402"/>
                    <a:pt x="31" y="403"/>
                  </a:cubicBezTo>
                  <a:cubicBezTo>
                    <a:pt x="41" y="404"/>
                    <a:pt x="59" y="393"/>
                    <a:pt x="68" y="388"/>
                  </a:cubicBezTo>
                  <a:cubicBezTo>
                    <a:pt x="89" y="376"/>
                    <a:pt x="107" y="357"/>
                    <a:pt x="126" y="342"/>
                  </a:cubicBezTo>
                  <a:cubicBezTo>
                    <a:pt x="149" y="325"/>
                    <a:pt x="168" y="305"/>
                    <a:pt x="189" y="285"/>
                  </a:cubicBezTo>
                  <a:cubicBezTo>
                    <a:pt x="203" y="271"/>
                    <a:pt x="219" y="257"/>
                    <a:pt x="229" y="239"/>
                  </a:cubicBezTo>
                  <a:cubicBezTo>
                    <a:pt x="230" y="237"/>
                    <a:pt x="232" y="236"/>
                    <a:pt x="233" y="234"/>
                  </a:cubicBezTo>
                  <a:cubicBezTo>
                    <a:pt x="221" y="242"/>
                    <a:pt x="195" y="255"/>
                    <a:pt x="181" y="244"/>
                  </a:cubicBezTo>
                  <a:cubicBezTo>
                    <a:pt x="170" y="235"/>
                    <a:pt x="176" y="212"/>
                    <a:pt x="177" y="200"/>
                  </a:cubicBezTo>
                  <a:cubicBezTo>
                    <a:pt x="180" y="172"/>
                    <a:pt x="181" y="144"/>
                    <a:pt x="186" y="116"/>
                  </a:cubicBezTo>
                  <a:cubicBezTo>
                    <a:pt x="190" y="95"/>
                    <a:pt x="192" y="74"/>
                    <a:pt x="188" y="54"/>
                  </a:cubicBezTo>
                  <a:cubicBezTo>
                    <a:pt x="186" y="44"/>
                    <a:pt x="185" y="34"/>
                    <a:pt x="182" y="24"/>
                  </a:cubicBezTo>
                  <a:cubicBezTo>
                    <a:pt x="177" y="8"/>
                    <a:pt x="174" y="3"/>
                    <a:pt x="157" y="0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5" name="Freeform 280">
              <a:extLst>
                <a:ext uri="{FF2B5EF4-FFF2-40B4-BE49-F238E27FC236}">
                  <a16:creationId xmlns:a16="http://schemas.microsoft.com/office/drawing/2014/main" id="{C222788D-61B3-4E1F-A363-C2CCB06E2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866"/>
              <a:ext cx="189" cy="353"/>
            </a:xfrm>
            <a:custGeom>
              <a:avLst/>
              <a:gdLst>
                <a:gd name="T0" fmla="*/ 2 w 166"/>
                <a:gd name="T1" fmla="*/ 384 h 310"/>
                <a:gd name="T2" fmla="*/ 245 w 166"/>
                <a:gd name="T3" fmla="*/ 0 h 310"/>
                <a:gd name="T4" fmla="*/ 0 w 166"/>
                <a:gd name="T5" fmla="*/ 458 h 310"/>
                <a:gd name="T6" fmla="*/ 3 w 166"/>
                <a:gd name="T7" fmla="*/ 387 h 3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310">
                  <a:moveTo>
                    <a:pt x="2" y="260"/>
                  </a:moveTo>
                  <a:cubicBezTo>
                    <a:pt x="2" y="260"/>
                    <a:pt x="77" y="268"/>
                    <a:pt x="166" y="0"/>
                  </a:cubicBezTo>
                  <a:cubicBezTo>
                    <a:pt x="166" y="0"/>
                    <a:pt x="145" y="163"/>
                    <a:pt x="0" y="310"/>
                  </a:cubicBezTo>
                  <a:cubicBezTo>
                    <a:pt x="3" y="263"/>
                    <a:pt x="3" y="263"/>
                    <a:pt x="3" y="263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6" name="Freeform 281">
              <a:extLst>
                <a:ext uri="{FF2B5EF4-FFF2-40B4-BE49-F238E27FC236}">
                  <a16:creationId xmlns:a16="http://schemas.microsoft.com/office/drawing/2014/main" id="{D57092EA-4CE0-4251-9BFA-2FD3AE895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236"/>
              <a:ext cx="719" cy="595"/>
            </a:xfrm>
            <a:custGeom>
              <a:avLst/>
              <a:gdLst>
                <a:gd name="T0" fmla="*/ 929 w 632"/>
                <a:gd name="T1" fmla="*/ 2 h 524"/>
                <a:gd name="T2" fmla="*/ 891 w 632"/>
                <a:gd name="T3" fmla="*/ 23 h 524"/>
                <a:gd name="T4" fmla="*/ 845 w 632"/>
                <a:gd name="T5" fmla="*/ 51 h 524"/>
                <a:gd name="T6" fmla="*/ 709 w 632"/>
                <a:gd name="T7" fmla="*/ 117 h 524"/>
                <a:gd name="T8" fmla="*/ 455 w 632"/>
                <a:gd name="T9" fmla="*/ 229 h 524"/>
                <a:gd name="T10" fmla="*/ 309 w 632"/>
                <a:gd name="T11" fmla="*/ 313 h 524"/>
                <a:gd name="T12" fmla="*/ 257 w 632"/>
                <a:gd name="T13" fmla="*/ 349 h 524"/>
                <a:gd name="T14" fmla="*/ 214 w 632"/>
                <a:gd name="T15" fmla="*/ 382 h 524"/>
                <a:gd name="T16" fmla="*/ 163 w 632"/>
                <a:gd name="T17" fmla="*/ 369 h 524"/>
                <a:gd name="T18" fmla="*/ 159 w 632"/>
                <a:gd name="T19" fmla="*/ 335 h 524"/>
                <a:gd name="T20" fmla="*/ 157 w 632"/>
                <a:gd name="T21" fmla="*/ 246 h 524"/>
                <a:gd name="T22" fmla="*/ 129 w 632"/>
                <a:gd name="T23" fmla="*/ 326 h 524"/>
                <a:gd name="T24" fmla="*/ 93 w 632"/>
                <a:gd name="T25" fmla="*/ 438 h 524"/>
                <a:gd name="T26" fmla="*/ 83 w 632"/>
                <a:gd name="T27" fmla="*/ 505 h 524"/>
                <a:gd name="T28" fmla="*/ 72 w 632"/>
                <a:gd name="T29" fmla="*/ 560 h 524"/>
                <a:gd name="T30" fmla="*/ 31 w 632"/>
                <a:gd name="T31" fmla="*/ 665 h 524"/>
                <a:gd name="T32" fmla="*/ 0 w 632"/>
                <a:gd name="T33" fmla="*/ 768 h 524"/>
                <a:gd name="T34" fmla="*/ 36 w 632"/>
                <a:gd name="T35" fmla="*/ 720 h 524"/>
                <a:gd name="T36" fmla="*/ 141 w 632"/>
                <a:gd name="T37" fmla="*/ 581 h 524"/>
                <a:gd name="T38" fmla="*/ 271 w 632"/>
                <a:gd name="T39" fmla="*/ 444 h 524"/>
                <a:gd name="T40" fmla="*/ 350 w 632"/>
                <a:gd name="T41" fmla="*/ 382 h 524"/>
                <a:gd name="T42" fmla="*/ 620 w 632"/>
                <a:gd name="T43" fmla="*/ 231 h 524"/>
                <a:gd name="T44" fmla="*/ 799 w 632"/>
                <a:gd name="T45" fmla="*/ 160 h 524"/>
                <a:gd name="T46" fmla="*/ 829 w 632"/>
                <a:gd name="T47" fmla="*/ 149 h 524"/>
                <a:gd name="T48" fmla="*/ 885 w 632"/>
                <a:gd name="T49" fmla="*/ 127 h 524"/>
                <a:gd name="T50" fmla="*/ 931 w 632"/>
                <a:gd name="T51" fmla="*/ 64 h 52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32" h="524">
                  <a:moveTo>
                    <a:pt x="631" y="2"/>
                  </a:moveTo>
                  <a:cubicBezTo>
                    <a:pt x="623" y="0"/>
                    <a:pt x="612" y="12"/>
                    <a:pt x="605" y="16"/>
                  </a:cubicBezTo>
                  <a:cubicBezTo>
                    <a:pt x="595" y="22"/>
                    <a:pt x="584" y="29"/>
                    <a:pt x="574" y="35"/>
                  </a:cubicBezTo>
                  <a:cubicBezTo>
                    <a:pt x="544" y="51"/>
                    <a:pt x="514" y="68"/>
                    <a:pt x="482" y="80"/>
                  </a:cubicBezTo>
                  <a:cubicBezTo>
                    <a:pt x="423" y="101"/>
                    <a:pt x="365" y="128"/>
                    <a:pt x="309" y="157"/>
                  </a:cubicBezTo>
                  <a:cubicBezTo>
                    <a:pt x="276" y="175"/>
                    <a:pt x="242" y="193"/>
                    <a:pt x="210" y="214"/>
                  </a:cubicBezTo>
                  <a:cubicBezTo>
                    <a:pt x="198" y="222"/>
                    <a:pt x="186" y="229"/>
                    <a:pt x="175" y="238"/>
                  </a:cubicBezTo>
                  <a:cubicBezTo>
                    <a:pt x="165" y="246"/>
                    <a:pt x="156" y="255"/>
                    <a:pt x="145" y="261"/>
                  </a:cubicBezTo>
                  <a:cubicBezTo>
                    <a:pt x="131" y="268"/>
                    <a:pt x="118" y="268"/>
                    <a:pt x="111" y="252"/>
                  </a:cubicBezTo>
                  <a:cubicBezTo>
                    <a:pt x="108" y="245"/>
                    <a:pt x="108" y="237"/>
                    <a:pt x="108" y="229"/>
                  </a:cubicBezTo>
                  <a:cubicBezTo>
                    <a:pt x="108" y="209"/>
                    <a:pt x="106" y="189"/>
                    <a:pt x="106" y="168"/>
                  </a:cubicBezTo>
                  <a:cubicBezTo>
                    <a:pt x="97" y="186"/>
                    <a:pt x="91" y="203"/>
                    <a:pt x="87" y="223"/>
                  </a:cubicBezTo>
                  <a:cubicBezTo>
                    <a:pt x="81" y="250"/>
                    <a:pt x="70" y="273"/>
                    <a:pt x="63" y="299"/>
                  </a:cubicBezTo>
                  <a:cubicBezTo>
                    <a:pt x="59" y="314"/>
                    <a:pt x="59" y="330"/>
                    <a:pt x="56" y="345"/>
                  </a:cubicBezTo>
                  <a:cubicBezTo>
                    <a:pt x="53" y="357"/>
                    <a:pt x="50" y="370"/>
                    <a:pt x="48" y="382"/>
                  </a:cubicBezTo>
                  <a:cubicBezTo>
                    <a:pt x="43" y="407"/>
                    <a:pt x="32" y="431"/>
                    <a:pt x="21" y="454"/>
                  </a:cubicBezTo>
                  <a:cubicBezTo>
                    <a:pt x="10" y="476"/>
                    <a:pt x="7" y="501"/>
                    <a:pt x="0" y="524"/>
                  </a:cubicBezTo>
                  <a:cubicBezTo>
                    <a:pt x="9" y="515"/>
                    <a:pt x="17" y="501"/>
                    <a:pt x="25" y="491"/>
                  </a:cubicBezTo>
                  <a:cubicBezTo>
                    <a:pt x="50" y="460"/>
                    <a:pt x="70" y="427"/>
                    <a:pt x="96" y="397"/>
                  </a:cubicBezTo>
                  <a:cubicBezTo>
                    <a:pt x="125" y="364"/>
                    <a:pt x="151" y="331"/>
                    <a:pt x="184" y="303"/>
                  </a:cubicBezTo>
                  <a:cubicBezTo>
                    <a:pt x="202" y="288"/>
                    <a:pt x="220" y="274"/>
                    <a:pt x="238" y="261"/>
                  </a:cubicBezTo>
                  <a:cubicBezTo>
                    <a:pt x="295" y="219"/>
                    <a:pt x="356" y="185"/>
                    <a:pt x="421" y="158"/>
                  </a:cubicBezTo>
                  <a:cubicBezTo>
                    <a:pt x="461" y="142"/>
                    <a:pt x="501" y="124"/>
                    <a:pt x="542" y="109"/>
                  </a:cubicBezTo>
                  <a:cubicBezTo>
                    <a:pt x="549" y="107"/>
                    <a:pt x="556" y="104"/>
                    <a:pt x="563" y="101"/>
                  </a:cubicBezTo>
                  <a:cubicBezTo>
                    <a:pt x="575" y="96"/>
                    <a:pt x="589" y="93"/>
                    <a:pt x="601" y="87"/>
                  </a:cubicBezTo>
                  <a:cubicBezTo>
                    <a:pt x="617" y="78"/>
                    <a:pt x="631" y="63"/>
                    <a:pt x="632" y="43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7" name="Freeform 282">
              <a:extLst>
                <a:ext uri="{FF2B5EF4-FFF2-40B4-BE49-F238E27FC236}">
                  <a16:creationId xmlns:a16="http://schemas.microsoft.com/office/drawing/2014/main" id="{C2695B33-B678-466C-BBB2-72CD5E4EA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327"/>
              <a:ext cx="601" cy="338"/>
            </a:xfrm>
            <a:custGeom>
              <a:avLst/>
              <a:gdLst>
                <a:gd name="T0" fmla="*/ 779 w 528"/>
                <a:gd name="T1" fmla="*/ 0 h 298"/>
                <a:gd name="T2" fmla="*/ 466 w 528"/>
                <a:gd name="T3" fmla="*/ 167 h 298"/>
                <a:gd name="T4" fmla="*/ 131 w 528"/>
                <a:gd name="T5" fmla="*/ 361 h 298"/>
                <a:gd name="T6" fmla="*/ 63 w 528"/>
                <a:gd name="T7" fmla="*/ 411 h 298"/>
                <a:gd name="T8" fmla="*/ 23 w 528"/>
                <a:gd name="T9" fmla="*/ 433 h 298"/>
                <a:gd name="T10" fmla="*/ 30 w 528"/>
                <a:gd name="T11" fmla="*/ 403 h 298"/>
                <a:gd name="T12" fmla="*/ 168 w 528"/>
                <a:gd name="T13" fmla="*/ 280 h 298"/>
                <a:gd name="T14" fmla="*/ 321 w 528"/>
                <a:gd name="T15" fmla="*/ 183 h 298"/>
                <a:gd name="T16" fmla="*/ 590 w 528"/>
                <a:gd name="T17" fmla="*/ 54 h 298"/>
                <a:gd name="T18" fmla="*/ 705 w 528"/>
                <a:gd name="T19" fmla="*/ 8 h 2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8" h="298">
                  <a:moveTo>
                    <a:pt x="528" y="0"/>
                  </a:moveTo>
                  <a:cubicBezTo>
                    <a:pt x="457" y="39"/>
                    <a:pt x="382" y="71"/>
                    <a:pt x="315" y="115"/>
                  </a:cubicBezTo>
                  <a:cubicBezTo>
                    <a:pt x="241" y="163"/>
                    <a:pt x="159" y="195"/>
                    <a:pt x="89" y="247"/>
                  </a:cubicBezTo>
                  <a:cubicBezTo>
                    <a:pt x="73" y="258"/>
                    <a:pt x="58" y="270"/>
                    <a:pt x="42" y="281"/>
                  </a:cubicBezTo>
                  <a:cubicBezTo>
                    <a:pt x="36" y="285"/>
                    <a:pt x="24" y="297"/>
                    <a:pt x="16" y="297"/>
                  </a:cubicBezTo>
                  <a:cubicBezTo>
                    <a:pt x="0" y="298"/>
                    <a:pt x="15" y="284"/>
                    <a:pt x="20" y="276"/>
                  </a:cubicBezTo>
                  <a:cubicBezTo>
                    <a:pt x="45" y="240"/>
                    <a:pt x="79" y="217"/>
                    <a:pt x="114" y="192"/>
                  </a:cubicBezTo>
                  <a:cubicBezTo>
                    <a:pt x="147" y="168"/>
                    <a:pt x="182" y="144"/>
                    <a:pt x="218" y="125"/>
                  </a:cubicBezTo>
                  <a:cubicBezTo>
                    <a:pt x="278" y="93"/>
                    <a:pt x="339" y="66"/>
                    <a:pt x="400" y="37"/>
                  </a:cubicBezTo>
                  <a:cubicBezTo>
                    <a:pt x="408" y="33"/>
                    <a:pt x="478" y="9"/>
                    <a:pt x="478" y="5"/>
                  </a:cubicBezTo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8" name="Freeform 283">
              <a:extLst>
                <a:ext uri="{FF2B5EF4-FFF2-40B4-BE49-F238E27FC236}">
                  <a16:creationId xmlns:a16="http://schemas.microsoft.com/office/drawing/2014/main" id="{F162A9EA-C4C6-4A55-9D06-6FAA20C1E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139"/>
              <a:ext cx="448" cy="1801"/>
            </a:xfrm>
            <a:custGeom>
              <a:avLst/>
              <a:gdLst>
                <a:gd name="T0" fmla="*/ 551 w 393"/>
                <a:gd name="T1" fmla="*/ 142 h 1584"/>
                <a:gd name="T2" fmla="*/ 494 w 393"/>
                <a:gd name="T3" fmla="*/ 51 h 1584"/>
                <a:gd name="T4" fmla="*/ 366 w 393"/>
                <a:gd name="T5" fmla="*/ 10 h 1584"/>
                <a:gd name="T6" fmla="*/ 304 w 393"/>
                <a:gd name="T7" fmla="*/ 138 h 1584"/>
                <a:gd name="T8" fmla="*/ 225 w 393"/>
                <a:gd name="T9" fmla="*/ 343 h 1584"/>
                <a:gd name="T10" fmla="*/ 103 w 393"/>
                <a:gd name="T11" fmla="*/ 866 h 1584"/>
                <a:gd name="T12" fmla="*/ 17 w 393"/>
                <a:gd name="T13" fmla="*/ 1492 h 1584"/>
                <a:gd name="T14" fmla="*/ 3 w 393"/>
                <a:gd name="T15" fmla="*/ 1953 h 1584"/>
                <a:gd name="T16" fmla="*/ 46 w 393"/>
                <a:gd name="T17" fmla="*/ 2242 h 1584"/>
                <a:gd name="T18" fmla="*/ 180 w 393"/>
                <a:gd name="T19" fmla="*/ 2271 h 1584"/>
                <a:gd name="T20" fmla="*/ 193 w 393"/>
                <a:gd name="T21" fmla="*/ 2149 h 1584"/>
                <a:gd name="T22" fmla="*/ 193 w 393"/>
                <a:gd name="T23" fmla="*/ 1944 h 1584"/>
                <a:gd name="T24" fmla="*/ 189 w 393"/>
                <a:gd name="T25" fmla="*/ 1538 h 1584"/>
                <a:gd name="T26" fmla="*/ 278 w 393"/>
                <a:gd name="T27" fmla="*/ 972 h 1584"/>
                <a:gd name="T28" fmla="*/ 465 w 393"/>
                <a:gd name="T29" fmla="*/ 398 h 1584"/>
                <a:gd name="T30" fmla="*/ 559 w 393"/>
                <a:gd name="T31" fmla="*/ 122 h 15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3" h="1584">
                  <a:moveTo>
                    <a:pt x="372" y="97"/>
                  </a:moveTo>
                  <a:cubicBezTo>
                    <a:pt x="393" y="64"/>
                    <a:pt x="360" y="46"/>
                    <a:pt x="333" y="35"/>
                  </a:cubicBezTo>
                  <a:cubicBezTo>
                    <a:pt x="313" y="27"/>
                    <a:pt x="267" y="0"/>
                    <a:pt x="247" y="7"/>
                  </a:cubicBezTo>
                  <a:cubicBezTo>
                    <a:pt x="219" y="17"/>
                    <a:pt x="212" y="71"/>
                    <a:pt x="205" y="93"/>
                  </a:cubicBezTo>
                  <a:cubicBezTo>
                    <a:pt x="190" y="140"/>
                    <a:pt x="171" y="189"/>
                    <a:pt x="152" y="234"/>
                  </a:cubicBezTo>
                  <a:cubicBezTo>
                    <a:pt x="102" y="347"/>
                    <a:pt x="89" y="468"/>
                    <a:pt x="69" y="589"/>
                  </a:cubicBezTo>
                  <a:cubicBezTo>
                    <a:pt x="47" y="728"/>
                    <a:pt x="18" y="873"/>
                    <a:pt x="11" y="1015"/>
                  </a:cubicBezTo>
                  <a:cubicBezTo>
                    <a:pt x="6" y="1119"/>
                    <a:pt x="8" y="1225"/>
                    <a:pt x="3" y="1329"/>
                  </a:cubicBezTo>
                  <a:cubicBezTo>
                    <a:pt x="0" y="1392"/>
                    <a:pt x="2" y="1468"/>
                    <a:pt x="31" y="1525"/>
                  </a:cubicBezTo>
                  <a:cubicBezTo>
                    <a:pt x="49" y="1561"/>
                    <a:pt x="93" y="1584"/>
                    <a:pt x="122" y="1544"/>
                  </a:cubicBezTo>
                  <a:cubicBezTo>
                    <a:pt x="137" y="1522"/>
                    <a:pt x="130" y="1489"/>
                    <a:pt x="130" y="1462"/>
                  </a:cubicBezTo>
                  <a:cubicBezTo>
                    <a:pt x="130" y="1416"/>
                    <a:pt x="130" y="1370"/>
                    <a:pt x="130" y="1323"/>
                  </a:cubicBezTo>
                  <a:cubicBezTo>
                    <a:pt x="130" y="1231"/>
                    <a:pt x="120" y="1138"/>
                    <a:pt x="128" y="1047"/>
                  </a:cubicBezTo>
                  <a:cubicBezTo>
                    <a:pt x="140" y="918"/>
                    <a:pt x="159" y="787"/>
                    <a:pt x="188" y="661"/>
                  </a:cubicBezTo>
                  <a:cubicBezTo>
                    <a:pt x="218" y="528"/>
                    <a:pt x="256" y="395"/>
                    <a:pt x="314" y="271"/>
                  </a:cubicBezTo>
                  <a:cubicBezTo>
                    <a:pt x="342" y="211"/>
                    <a:pt x="377" y="150"/>
                    <a:pt x="377" y="83"/>
                  </a:cubicBezTo>
                </a:path>
              </a:pathLst>
            </a:custGeom>
            <a:solidFill>
              <a:srgbClr val="ED8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99" name="Freeform 284">
              <a:extLst>
                <a:ext uri="{FF2B5EF4-FFF2-40B4-BE49-F238E27FC236}">
                  <a16:creationId xmlns:a16="http://schemas.microsoft.com/office/drawing/2014/main" id="{14D0608F-C6C6-4403-BE90-C567797C7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317"/>
              <a:ext cx="389" cy="609"/>
            </a:xfrm>
            <a:custGeom>
              <a:avLst/>
              <a:gdLst>
                <a:gd name="T0" fmla="*/ 0 w 342"/>
                <a:gd name="T1" fmla="*/ 789 h 535"/>
                <a:gd name="T2" fmla="*/ 225 w 342"/>
                <a:gd name="T3" fmla="*/ 429 h 535"/>
                <a:gd name="T4" fmla="*/ 386 w 342"/>
                <a:gd name="T5" fmla="*/ 283 h 535"/>
                <a:gd name="T6" fmla="*/ 503 w 342"/>
                <a:gd name="T7" fmla="*/ 186 h 535"/>
                <a:gd name="T8" fmla="*/ 224 w 342"/>
                <a:gd name="T9" fmla="*/ 313 h 535"/>
                <a:gd name="T10" fmla="*/ 217 w 342"/>
                <a:gd name="T11" fmla="*/ 0 h 535"/>
                <a:gd name="T12" fmla="*/ 130 w 342"/>
                <a:gd name="T13" fmla="*/ 191 h 535"/>
                <a:gd name="T14" fmla="*/ 51 w 342"/>
                <a:gd name="T15" fmla="*/ 488 h 535"/>
                <a:gd name="T16" fmla="*/ 3 w 342"/>
                <a:gd name="T17" fmla="*/ 696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2" h="535">
                  <a:moveTo>
                    <a:pt x="0" y="535"/>
                  </a:moveTo>
                  <a:cubicBezTo>
                    <a:pt x="17" y="436"/>
                    <a:pt x="85" y="360"/>
                    <a:pt x="153" y="291"/>
                  </a:cubicBezTo>
                  <a:cubicBezTo>
                    <a:pt x="188" y="256"/>
                    <a:pt x="222" y="222"/>
                    <a:pt x="262" y="192"/>
                  </a:cubicBezTo>
                  <a:cubicBezTo>
                    <a:pt x="289" y="172"/>
                    <a:pt x="319" y="151"/>
                    <a:pt x="342" y="126"/>
                  </a:cubicBezTo>
                  <a:cubicBezTo>
                    <a:pt x="303" y="139"/>
                    <a:pt x="191" y="245"/>
                    <a:pt x="152" y="213"/>
                  </a:cubicBezTo>
                  <a:cubicBezTo>
                    <a:pt x="91" y="164"/>
                    <a:pt x="200" y="53"/>
                    <a:pt x="148" y="0"/>
                  </a:cubicBezTo>
                  <a:cubicBezTo>
                    <a:pt x="114" y="27"/>
                    <a:pt x="102" y="91"/>
                    <a:pt x="88" y="130"/>
                  </a:cubicBezTo>
                  <a:cubicBezTo>
                    <a:pt x="66" y="195"/>
                    <a:pt x="48" y="264"/>
                    <a:pt x="35" y="331"/>
                  </a:cubicBezTo>
                  <a:cubicBezTo>
                    <a:pt x="26" y="377"/>
                    <a:pt x="8" y="425"/>
                    <a:pt x="3" y="472"/>
                  </a:cubicBezTo>
                </a:path>
              </a:pathLst>
            </a:custGeom>
            <a:solidFill>
              <a:srgbClr val="ED8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0" name="Freeform 285">
              <a:extLst>
                <a:ext uri="{FF2B5EF4-FFF2-40B4-BE49-F238E27FC236}">
                  <a16:creationId xmlns:a16="http://schemas.microsoft.com/office/drawing/2014/main" id="{013DE783-3D6A-4799-8144-CCDE966D4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348"/>
              <a:ext cx="243" cy="460"/>
            </a:xfrm>
            <a:custGeom>
              <a:avLst/>
              <a:gdLst>
                <a:gd name="T0" fmla="*/ 160 w 214"/>
                <a:gd name="T1" fmla="*/ 597 h 404"/>
                <a:gd name="T2" fmla="*/ 149 w 214"/>
                <a:gd name="T3" fmla="*/ 511 h 404"/>
                <a:gd name="T4" fmla="*/ 139 w 214"/>
                <a:gd name="T5" fmla="*/ 401 h 404"/>
                <a:gd name="T6" fmla="*/ 111 w 214"/>
                <a:gd name="T7" fmla="*/ 235 h 404"/>
                <a:gd name="T8" fmla="*/ 53 w 214"/>
                <a:gd name="T9" fmla="*/ 84 h 404"/>
                <a:gd name="T10" fmla="*/ 22 w 214"/>
                <a:gd name="T11" fmla="*/ 35 h 404"/>
                <a:gd name="T12" fmla="*/ 0 w 214"/>
                <a:gd name="T13" fmla="*/ 0 h 404"/>
                <a:gd name="T14" fmla="*/ 75 w 214"/>
                <a:gd name="T15" fmla="*/ 61 h 404"/>
                <a:gd name="T16" fmla="*/ 174 w 214"/>
                <a:gd name="T17" fmla="*/ 120 h 404"/>
                <a:gd name="T18" fmla="*/ 307 w 214"/>
                <a:gd name="T19" fmla="*/ 20 h 404"/>
                <a:gd name="T20" fmla="*/ 307 w 214"/>
                <a:gd name="T21" fmla="*/ 61 h 404"/>
                <a:gd name="T22" fmla="*/ 285 w 214"/>
                <a:gd name="T23" fmla="*/ 162 h 404"/>
                <a:gd name="T24" fmla="*/ 259 w 214"/>
                <a:gd name="T25" fmla="*/ 290 h 404"/>
                <a:gd name="T26" fmla="*/ 212 w 214"/>
                <a:gd name="T27" fmla="*/ 502 h 4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4" h="404">
                  <a:moveTo>
                    <a:pt x="109" y="404"/>
                  </a:moveTo>
                  <a:cubicBezTo>
                    <a:pt x="109" y="385"/>
                    <a:pt x="104" y="365"/>
                    <a:pt x="101" y="346"/>
                  </a:cubicBezTo>
                  <a:cubicBezTo>
                    <a:pt x="97" y="321"/>
                    <a:pt x="97" y="296"/>
                    <a:pt x="94" y="271"/>
                  </a:cubicBezTo>
                  <a:cubicBezTo>
                    <a:pt x="89" y="233"/>
                    <a:pt x="83" y="196"/>
                    <a:pt x="76" y="159"/>
                  </a:cubicBezTo>
                  <a:cubicBezTo>
                    <a:pt x="69" y="123"/>
                    <a:pt x="54" y="89"/>
                    <a:pt x="36" y="57"/>
                  </a:cubicBezTo>
                  <a:cubicBezTo>
                    <a:pt x="30" y="46"/>
                    <a:pt x="22" y="35"/>
                    <a:pt x="15" y="24"/>
                  </a:cubicBezTo>
                  <a:cubicBezTo>
                    <a:pt x="11" y="17"/>
                    <a:pt x="1" y="7"/>
                    <a:pt x="0" y="0"/>
                  </a:cubicBezTo>
                  <a:cubicBezTo>
                    <a:pt x="17" y="13"/>
                    <a:pt x="35" y="26"/>
                    <a:pt x="51" y="41"/>
                  </a:cubicBezTo>
                  <a:cubicBezTo>
                    <a:pt x="68" y="56"/>
                    <a:pt x="97" y="80"/>
                    <a:pt x="119" y="81"/>
                  </a:cubicBezTo>
                  <a:cubicBezTo>
                    <a:pt x="158" y="81"/>
                    <a:pt x="172" y="20"/>
                    <a:pt x="210" y="14"/>
                  </a:cubicBezTo>
                  <a:cubicBezTo>
                    <a:pt x="214" y="22"/>
                    <a:pt x="212" y="32"/>
                    <a:pt x="210" y="41"/>
                  </a:cubicBezTo>
                  <a:cubicBezTo>
                    <a:pt x="205" y="64"/>
                    <a:pt x="199" y="87"/>
                    <a:pt x="195" y="110"/>
                  </a:cubicBezTo>
                  <a:cubicBezTo>
                    <a:pt x="189" y="139"/>
                    <a:pt x="180" y="167"/>
                    <a:pt x="177" y="197"/>
                  </a:cubicBezTo>
                  <a:cubicBezTo>
                    <a:pt x="173" y="247"/>
                    <a:pt x="156" y="292"/>
                    <a:pt x="145" y="340"/>
                  </a:cubicBezTo>
                </a:path>
              </a:pathLst>
            </a:custGeom>
            <a:solidFill>
              <a:srgbClr val="ED8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1" name="Freeform 286">
              <a:extLst>
                <a:ext uri="{FF2B5EF4-FFF2-40B4-BE49-F238E27FC236}">
                  <a16:creationId xmlns:a16="http://schemas.microsoft.com/office/drawing/2014/main" id="{2E3FD3D4-D2A0-44C4-ADB0-482E370C8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927"/>
              <a:ext cx="336" cy="314"/>
            </a:xfrm>
            <a:custGeom>
              <a:avLst/>
              <a:gdLst>
                <a:gd name="T0" fmla="*/ 83 w 295"/>
                <a:gd name="T1" fmla="*/ 131 h 276"/>
                <a:gd name="T2" fmla="*/ 293 w 295"/>
                <a:gd name="T3" fmla="*/ 196 h 276"/>
                <a:gd name="T4" fmla="*/ 298 w 295"/>
                <a:gd name="T5" fmla="*/ 116 h 276"/>
                <a:gd name="T6" fmla="*/ 284 w 295"/>
                <a:gd name="T7" fmla="*/ 0 h 276"/>
                <a:gd name="T8" fmla="*/ 338 w 295"/>
                <a:gd name="T9" fmla="*/ 272 h 276"/>
                <a:gd name="T10" fmla="*/ 436 w 295"/>
                <a:gd name="T11" fmla="*/ 406 h 276"/>
                <a:gd name="T12" fmla="*/ 277 w 295"/>
                <a:gd name="T13" fmla="*/ 256 h 276"/>
                <a:gd name="T14" fmla="*/ 162 w 295"/>
                <a:gd name="T15" fmla="*/ 205 h 276"/>
                <a:gd name="T16" fmla="*/ 0 w 295"/>
                <a:gd name="T17" fmla="*/ 181 h 276"/>
                <a:gd name="T18" fmla="*/ 30 w 295"/>
                <a:gd name="T19" fmla="*/ 184 h 276"/>
                <a:gd name="T20" fmla="*/ 18 w 295"/>
                <a:gd name="T21" fmla="*/ 47 h 276"/>
                <a:gd name="T22" fmla="*/ 83 w 295"/>
                <a:gd name="T23" fmla="*/ 119 h 2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5" h="276">
                  <a:moveTo>
                    <a:pt x="56" y="89"/>
                  </a:moveTo>
                  <a:cubicBezTo>
                    <a:pt x="93" y="97"/>
                    <a:pt x="161" y="181"/>
                    <a:pt x="198" y="133"/>
                  </a:cubicBezTo>
                  <a:cubicBezTo>
                    <a:pt x="208" y="120"/>
                    <a:pt x="204" y="95"/>
                    <a:pt x="202" y="79"/>
                  </a:cubicBezTo>
                  <a:cubicBezTo>
                    <a:pt x="199" y="53"/>
                    <a:pt x="197" y="26"/>
                    <a:pt x="192" y="0"/>
                  </a:cubicBezTo>
                  <a:cubicBezTo>
                    <a:pt x="211" y="59"/>
                    <a:pt x="201" y="128"/>
                    <a:pt x="229" y="185"/>
                  </a:cubicBezTo>
                  <a:cubicBezTo>
                    <a:pt x="247" y="220"/>
                    <a:pt x="280" y="243"/>
                    <a:pt x="295" y="276"/>
                  </a:cubicBezTo>
                  <a:cubicBezTo>
                    <a:pt x="254" y="250"/>
                    <a:pt x="228" y="197"/>
                    <a:pt x="187" y="174"/>
                  </a:cubicBezTo>
                  <a:cubicBezTo>
                    <a:pt x="165" y="162"/>
                    <a:pt x="134" y="146"/>
                    <a:pt x="110" y="139"/>
                  </a:cubicBezTo>
                  <a:cubicBezTo>
                    <a:pt x="75" y="129"/>
                    <a:pt x="36" y="131"/>
                    <a:pt x="0" y="123"/>
                  </a:cubicBezTo>
                  <a:cubicBezTo>
                    <a:pt x="6" y="125"/>
                    <a:pt x="13" y="124"/>
                    <a:pt x="20" y="125"/>
                  </a:cubicBezTo>
                  <a:cubicBezTo>
                    <a:pt x="37" y="99"/>
                    <a:pt x="27" y="57"/>
                    <a:pt x="12" y="32"/>
                  </a:cubicBezTo>
                  <a:cubicBezTo>
                    <a:pt x="16" y="55"/>
                    <a:pt x="43" y="65"/>
                    <a:pt x="56" y="81"/>
                  </a:cubicBezTo>
                </a:path>
              </a:pathLst>
            </a:custGeom>
            <a:solidFill>
              <a:srgbClr val="ED8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2" name="Freeform 287">
              <a:extLst>
                <a:ext uri="{FF2B5EF4-FFF2-40B4-BE49-F238E27FC236}">
                  <a16:creationId xmlns:a16="http://schemas.microsoft.com/office/drawing/2014/main" id="{4789DCF8-BBB8-4641-B5A9-9A49ADB66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144"/>
              <a:ext cx="731" cy="488"/>
            </a:xfrm>
            <a:custGeom>
              <a:avLst/>
              <a:gdLst>
                <a:gd name="T0" fmla="*/ 936 w 643"/>
                <a:gd name="T1" fmla="*/ 0 h 430"/>
                <a:gd name="T2" fmla="*/ 809 w 643"/>
                <a:gd name="T3" fmla="*/ 145 h 430"/>
                <a:gd name="T4" fmla="*/ 631 w 643"/>
                <a:gd name="T5" fmla="*/ 260 h 430"/>
                <a:gd name="T6" fmla="*/ 438 w 643"/>
                <a:gd name="T7" fmla="*/ 330 h 430"/>
                <a:gd name="T8" fmla="*/ 261 w 643"/>
                <a:gd name="T9" fmla="*/ 429 h 430"/>
                <a:gd name="T10" fmla="*/ 36 w 643"/>
                <a:gd name="T11" fmla="*/ 581 h 430"/>
                <a:gd name="T12" fmla="*/ 41 w 643"/>
                <a:gd name="T13" fmla="*/ 628 h 430"/>
                <a:gd name="T14" fmla="*/ 159 w 643"/>
                <a:gd name="T15" fmla="*/ 561 h 430"/>
                <a:gd name="T16" fmla="*/ 412 w 643"/>
                <a:gd name="T17" fmla="*/ 420 h 430"/>
                <a:gd name="T18" fmla="*/ 525 w 643"/>
                <a:gd name="T19" fmla="*/ 345 h 430"/>
                <a:gd name="T20" fmla="*/ 663 w 643"/>
                <a:gd name="T21" fmla="*/ 271 h 430"/>
                <a:gd name="T22" fmla="*/ 815 w 643"/>
                <a:gd name="T23" fmla="*/ 175 h 430"/>
                <a:gd name="T24" fmla="*/ 945 w 643"/>
                <a:gd name="T25" fmla="*/ 9 h 4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3" h="430">
                  <a:moveTo>
                    <a:pt x="637" y="0"/>
                  </a:moveTo>
                  <a:cubicBezTo>
                    <a:pt x="625" y="44"/>
                    <a:pt x="584" y="72"/>
                    <a:pt x="551" y="100"/>
                  </a:cubicBezTo>
                  <a:cubicBezTo>
                    <a:pt x="516" y="130"/>
                    <a:pt x="469" y="158"/>
                    <a:pt x="429" y="178"/>
                  </a:cubicBezTo>
                  <a:cubicBezTo>
                    <a:pt x="388" y="198"/>
                    <a:pt x="340" y="207"/>
                    <a:pt x="298" y="226"/>
                  </a:cubicBezTo>
                  <a:cubicBezTo>
                    <a:pt x="257" y="244"/>
                    <a:pt x="216" y="268"/>
                    <a:pt x="178" y="293"/>
                  </a:cubicBezTo>
                  <a:cubicBezTo>
                    <a:pt x="127" y="326"/>
                    <a:pt x="73" y="359"/>
                    <a:pt x="25" y="397"/>
                  </a:cubicBezTo>
                  <a:cubicBezTo>
                    <a:pt x="11" y="408"/>
                    <a:pt x="0" y="428"/>
                    <a:pt x="28" y="429"/>
                  </a:cubicBezTo>
                  <a:cubicBezTo>
                    <a:pt x="52" y="430"/>
                    <a:pt x="88" y="394"/>
                    <a:pt x="108" y="383"/>
                  </a:cubicBezTo>
                  <a:cubicBezTo>
                    <a:pt x="165" y="351"/>
                    <a:pt x="227" y="322"/>
                    <a:pt x="280" y="287"/>
                  </a:cubicBezTo>
                  <a:cubicBezTo>
                    <a:pt x="306" y="270"/>
                    <a:pt x="332" y="253"/>
                    <a:pt x="357" y="236"/>
                  </a:cubicBezTo>
                  <a:cubicBezTo>
                    <a:pt x="387" y="217"/>
                    <a:pt x="420" y="205"/>
                    <a:pt x="451" y="186"/>
                  </a:cubicBezTo>
                  <a:cubicBezTo>
                    <a:pt x="484" y="166"/>
                    <a:pt x="527" y="145"/>
                    <a:pt x="555" y="120"/>
                  </a:cubicBezTo>
                  <a:cubicBezTo>
                    <a:pt x="589" y="89"/>
                    <a:pt x="643" y="56"/>
                    <a:pt x="643" y="6"/>
                  </a:cubicBezTo>
                </a:path>
              </a:pathLst>
            </a:custGeom>
            <a:solidFill>
              <a:srgbClr val="ED8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3" name="Freeform 288">
              <a:extLst>
                <a:ext uri="{FF2B5EF4-FFF2-40B4-BE49-F238E27FC236}">
                  <a16:creationId xmlns:a16="http://schemas.microsoft.com/office/drawing/2014/main" id="{B6A96FA7-C0F4-4D18-82EE-5CBF10CD5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90"/>
              <a:ext cx="112" cy="301"/>
            </a:xfrm>
            <a:custGeom>
              <a:avLst/>
              <a:gdLst>
                <a:gd name="T0" fmla="*/ 56 w 98"/>
                <a:gd name="T1" fmla="*/ 0 h 265"/>
                <a:gd name="T2" fmla="*/ 95 w 98"/>
                <a:gd name="T3" fmla="*/ 39 h 265"/>
                <a:gd name="T4" fmla="*/ 125 w 98"/>
                <a:gd name="T5" fmla="*/ 11 h 265"/>
                <a:gd name="T6" fmla="*/ 107 w 98"/>
                <a:gd name="T7" fmla="*/ 120 h 265"/>
                <a:gd name="T8" fmla="*/ 125 w 98"/>
                <a:gd name="T9" fmla="*/ 211 h 265"/>
                <a:gd name="T10" fmla="*/ 139 w 98"/>
                <a:gd name="T11" fmla="*/ 289 h 265"/>
                <a:gd name="T12" fmla="*/ 146 w 98"/>
                <a:gd name="T13" fmla="*/ 388 h 265"/>
                <a:gd name="T14" fmla="*/ 104 w 98"/>
                <a:gd name="T15" fmla="*/ 227 h 265"/>
                <a:gd name="T16" fmla="*/ 71 w 98"/>
                <a:gd name="T17" fmla="*/ 175 h 265"/>
                <a:gd name="T18" fmla="*/ 0 w 98"/>
                <a:gd name="T19" fmla="*/ 115 h 265"/>
                <a:gd name="T20" fmla="*/ 85 w 98"/>
                <a:gd name="T21" fmla="*/ 120 h 265"/>
                <a:gd name="T22" fmla="*/ 61 w 98"/>
                <a:gd name="T23" fmla="*/ 20 h 2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8" h="265">
                  <a:moveTo>
                    <a:pt x="38" y="0"/>
                  </a:moveTo>
                  <a:cubicBezTo>
                    <a:pt x="37" y="13"/>
                    <a:pt x="50" y="30"/>
                    <a:pt x="64" y="26"/>
                  </a:cubicBezTo>
                  <a:cubicBezTo>
                    <a:pt x="74" y="24"/>
                    <a:pt x="78" y="15"/>
                    <a:pt x="83" y="8"/>
                  </a:cubicBezTo>
                  <a:cubicBezTo>
                    <a:pt x="83" y="33"/>
                    <a:pt x="71" y="57"/>
                    <a:pt x="72" y="82"/>
                  </a:cubicBezTo>
                  <a:cubicBezTo>
                    <a:pt x="73" y="103"/>
                    <a:pt x="78" y="124"/>
                    <a:pt x="83" y="144"/>
                  </a:cubicBezTo>
                  <a:cubicBezTo>
                    <a:pt x="88" y="162"/>
                    <a:pt x="91" y="180"/>
                    <a:pt x="94" y="197"/>
                  </a:cubicBezTo>
                  <a:cubicBezTo>
                    <a:pt x="98" y="220"/>
                    <a:pt x="97" y="242"/>
                    <a:pt x="98" y="265"/>
                  </a:cubicBezTo>
                  <a:cubicBezTo>
                    <a:pt x="91" y="226"/>
                    <a:pt x="89" y="190"/>
                    <a:pt x="70" y="155"/>
                  </a:cubicBezTo>
                  <a:cubicBezTo>
                    <a:pt x="63" y="143"/>
                    <a:pt x="56" y="131"/>
                    <a:pt x="47" y="120"/>
                  </a:cubicBezTo>
                  <a:cubicBezTo>
                    <a:pt x="33" y="103"/>
                    <a:pt x="15" y="93"/>
                    <a:pt x="0" y="78"/>
                  </a:cubicBezTo>
                  <a:cubicBezTo>
                    <a:pt x="11" y="85"/>
                    <a:pt x="49" y="101"/>
                    <a:pt x="57" y="82"/>
                  </a:cubicBezTo>
                  <a:cubicBezTo>
                    <a:pt x="67" y="60"/>
                    <a:pt x="44" y="34"/>
                    <a:pt x="40" y="14"/>
                  </a:cubicBezTo>
                </a:path>
              </a:pathLst>
            </a:custGeom>
            <a:solidFill>
              <a:srgbClr val="ED8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4" name="Freeform 289">
              <a:extLst>
                <a:ext uri="{FF2B5EF4-FFF2-40B4-BE49-F238E27FC236}">
                  <a16:creationId xmlns:a16="http://schemas.microsoft.com/office/drawing/2014/main" id="{EC918B28-084A-4E63-8510-EC0B2E8C3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714"/>
              <a:ext cx="57" cy="283"/>
            </a:xfrm>
            <a:custGeom>
              <a:avLst/>
              <a:gdLst>
                <a:gd name="T0" fmla="*/ 44 w 50"/>
                <a:gd name="T1" fmla="*/ 310 h 249"/>
                <a:gd name="T2" fmla="*/ 74 w 50"/>
                <a:gd name="T3" fmla="*/ 0 h 249"/>
                <a:gd name="T4" fmla="*/ 56 w 50"/>
                <a:gd name="T5" fmla="*/ 170 h 249"/>
                <a:gd name="T6" fmla="*/ 63 w 50"/>
                <a:gd name="T7" fmla="*/ 366 h 2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49">
                  <a:moveTo>
                    <a:pt x="30" y="211"/>
                  </a:moveTo>
                  <a:cubicBezTo>
                    <a:pt x="24" y="145"/>
                    <a:pt x="0" y="56"/>
                    <a:pt x="50" y="0"/>
                  </a:cubicBezTo>
                  <a:cubicBezTo>
                    <a:pt x="42" y="39"/>
                    <a:pt x="38" y="75"/>
                    <a:pt x="38" y="116"/>
                  </a:cubicBezTo>
                  <a:cubicBezTo>
                    <a:pt x="38" y="161"/>
                    <a:pt x="42" y="204"/>
                    <a:pt x="42" y="249"/>
                  </a:cubicBezTo>
                </a:path>
              </a:pathLst>
            </a:custGeom>
            <a:solidFill>
              <a:srgbClr val="ED8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5" name="Freeform 290">
              <a:extLst>
                <a:ext uri="{FF2B5EF4-FFF2-40B4-BE49-F238E27FC236}">
                  <a16:creationId xmlns:a16="http://schemas.microsoft.com/office/drawing/2014/main" id="{8E8A8230-4EF2-4F66-8D24-F3D6AF4A8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1393"/>
              <a:ext cx="202" cy="224"/>
            </a:xfrm>
            <a:custGeom>
              <a:avLst/>
              <a:gdLst>
                <a:gd name="T0" fmla="*/ 85 w 178"/>
                <a:gd name="T1" fmla="*/ 64 h 197"/>
                <a:gd name="T2" fmla="*/ 260 w 178"/>
                <a:gd name="T3" fmla="*/ 0 h 197"/>
                <a:gd name="T4" fmla="*/ 98 w 178"/>
                <a:gd name="T5" fmla="*/ 185 h 197"/>
                <a:gd name="T6" fmla="*/ 0 w 178"/>
                <a:gd name="T7" fmla="*/ 290 h 197"/>
                <a:gd name="T8" fmla="*/ 87 w 178"/>
                <a:gd name="T9" fmla="*/ 68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97">
                  <a:moveTo>
                    <a:pt x="58" y="43"/>
                  </a:moveTo>
                  <a:cubicBezTo>
                    <a:pt x="71" y="120"/>
                    <a:pt x="154" y="23"/>
                    <a:pt x="178" y="0"/>
                  </a:cubicBezTo>
                  <a:cubicBezTo>
                    <a:pt x="146" y="50"/>
                    <a:pt x="105" y="82"/>
                    <a:pt x="67" y="126"/>
                  </a:cubicBezTo>
                  <a:cubicBezTo>
                    <a:pt x="47" y="149"/>
                    <a:pt x="25" y="181"/>
                    <a:pt x="0" y="197"/>
                  </a:cubicBezTo>
                  <a:cubicBezTo>
                    <a:pt x="40" y="156"/>
                    <a:pt x="60" y="103"/>
                    <a:pt x="60" y="47"/>
                  </a:cubicBezTo>
                </a:path>
              </a:pathLst>
            </a:custGeom>
            <a:solidFill>
              <a:srgbClr val="ED8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6" name="Freeform 291">
              <a:extLst>
                <a:ext uri="{FF2B5EF4-FFF2-40B4-BE49-F238E27FC236}">
                  <a16:creationId xmlns:a16="http://schemas.microsoft.com/office/drawing/2014/main" id="{359426C8-3774-445F-BEE1-8802A6308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083"/>
              <a:ext cx="44" cy="98"/>
            </a:xfrm>
            <a:custGeom>
              <a:avLst/>
              <a:gdLst>
                <a:gd name="T0" fmla="*/ 0 w 39"/>
                <a:gd name="T1" fmla="*/ 0 h 86"/>
                <a:gd name="T2" fmla="*/ 37 w 39"/>
                <a:gd name="T3" fmla="*/ 128 h 86"/>
                <a:gd name="T4" fmla="*/ 56 w 39"/>
                <a:gd name="T5" fmla="*/ 2 h 86"/>
                <a:gd name="T6" fmla="*/ 20 w 39"/>
                <a:gd name="T7" fmla="*/ 2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86">
                  <a:moveTo>
                    <a:pt x="0" y="0"/>
                  </a:moveTo>
                  <a:cubicBezTo>
                    <a:pt x="8" y="29"/>
                    <a:pt x="23" y="56"/>
                    <a:pt x="26" y="86"/>
                  </a:cubicBezTo>
                  <a:cubicBezTo>
                    <a:pt x="35" y="57"/>
                    <a:pt x="24" y="32"/>
                    <a:pt x="39" y="2"/>
                  </a:cubicBezTo>
                  <a:cubicBezTo>
                    <a:pt x="30" y="7"/>
                    <a:pt x="19" y="16"/>
                    <a:pt x="14" y="2"/>
                  </a:cubicBezTo>
                </a:path>
              </a:pathLst>
            </a:custGeom>
            <a:solidFill>
              <a:srgbClr val="ED8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7" name="Freeform 292">
              <a:extLst>
                <a:ext uri="{FF2B5EF4-FFF2-40B4-BE49-F238E27FC236}">
                  <a16:creationId xmlns:a16="http://schemas.microsoft.com/office/drawing/2014/main" id="{8A9351E2-8A58-49C7-AABF-1A6561A3C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452"/>
              <a:ext cx="185" cy="465"/>
            </a:xfrm>
            <a:custGeom>
              <a:avLst/>
              <a:gdLst>
                <a:gd name="T0" fmla="*/ 0 w 163"/>
                <a:gd name="T1" fmla="*/ 119 h 409"/>
                <a:gd name="T2" fmla="*/ 65 w 163"/>
                <a:gd name="T3" fmla="*/ 218 h 409"/>
                <a:gd name="T4" fmla="*/ 106 w 163"/>
                <a:gd name="T5" fmla="*/ 166 h 409"/>
                <a:gd name="T6" fmla="*/ 166 w 163"/>
                <a:gd name="T7" fmla="*/ 0 h 409"/>
                <a:gd name="T8" fmla="*/ 115 w 163"/>
                <a:gd name="T9" fmla="*/ 174 h 409"/>
                <a:gd name="T10" fmla="*/ 94 w 163"/>
                <a:gd name="T11" fmla="*/ 304 h 409"/>
                <a:gd name="T12" fmla="*/ 154 w 163"/>
                <a:gd name="T13" fmla="*/ 465 h 409"/>
                <a:gd name="T14" fmla="*/ 238 w 163"/>
                <a:gd name="T15" fmla="*/ 601 h 409"/>
                <a:gd name="T16" fmla="*/ 143 w 163"/>
                <a:gd name="T17" fmla="*/ 474 h 409"/>
                <a:gd name="T18" fmla="*/ 87 w 163"/>
                <a:gd name="T19" fmla="*/ 383 h 409"/>
                <a:gd name="T20" fmla="*/ 30 w 163"/>
                <a:gd name="T21" fmla="*/ 230 h 409"/>
                <a:gd name="T22" fmla="*/ 0 w 163"/>
                <a:gd name="T23" fmla="*/ 116 h 4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3" h="409">
                  <a:moveTo>
                    <a:pt x="0" y="81"/>
                  </a:moveTo>
                  <a:cubicBezTo>
                    <a:pt x="3" y="103"/>
                    <a:pt x="20" y="149"/>
                    <a:pt x="44" y="149"/>
                  </a:cubicBezTo>
                  <a:cubicBezTo>
                    <a:pt x="62" y="149"/>
                    <a:pt x="66" y="127"/>
                    <a:pt x="72" y="113"/>
                  </a:cubicBezTo>
                  <a:cubicBezTo>
                    <a:pt x="86" y="77"/>
                    <a:pt x="103" y="38"/>
                    <a:pt x="114" y="0"/>
                  </a:cubicBezTo>
                  <a:cubicBezTo>
                    <a:pt x="111" y="40"/>
                    <a:pt x="88" y="80"/>
                    <a:pt x="78" y="119"/>
                  </a:cubicBezTo>
                  <a:cubicBezTo>
                    <a:pt x="71" y="148"/>
                    <a:pt x="63" y="176"/>
                    <a:pt x="64" y="207"/>
                  </a:cubicBezTo>
                  <a:cubicBezTo>
                    <a:pt x="66" y="246"/>
                    <a:pt x="86" y="284"/>
                    <a:pt x="106" y="317"/>
                  </a:cubicBezTo>
                  <a:cubicBezTo>
                    <a:pt x="124" y="347"/>
                    <a:pt x="141" y="382"/>
                    <a:pt x="163" y="409"/>
                  </a:cubicBezTo>
                  <a:cubicBezTo>
                    <a:pt x="137" y="388"/>
                    <a:pt x="119" y="349"/>
                    <a:pt x="98" y="323"/>
                  </a:cubicBezTo>
                  <a:cubicBezTo>
                    <a:pt x="82" y="303"/>
                    <a:pt x="71" y="284"/>
                    <a:pt x="60" y="260"/>
                  </a:cubicBezTo>
                  <a:cubicBezTo>
                    <a:pt x="42" y="226"/>
                    <a:pt x="33" y="193"/>
                    <a:pt x="20" y="157"/>
                  </a:cubicBezTo>
                  <a:cubicBezTo>
                    <a:pt x="12" y="133"/>
                    <a:pt x="2" y="106"/>
                    <a:pt x="0" y="79"/>
                  </a:cubicBezTo>
                </a:path>
              </a:pathLst>
            </a:custGeom>
            <a:solidFill>
              <a:srgbClr val="ED8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8" name="Freeform 293">
              <a:extLst>
                <a:ext uri="{FF2B5EF4-FFF2-40B4-BE49-F238E27FC236}">
                  <a16:creationId xmlns:a16="http://schemas.microsoft.com/office/drawing/2014/main" id="{EA5D9ACE-308E-4123-AE9B-423A7E3CB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303"/>
              <a:ext cx="77" cy="213"/>
            </a:xfrm>
            <a:custGeom>
              <a:avLst/>
              <a:gdLst>
                <a:gd name="T0" fmla="*/ 0 w 68"/>
                <a:gd name="T1" fmla="*/ 72 h 187"/>
                <a:gd name="T2" fmla="*/ 54 w 68"/>
                <a:gd name="T3" fmla="*/ 104 h 187"/>
                <a:gd name="T4" fmla="*/ 61 w 68"/>
                <a:gd name="T5" fmla="*/ 0 h 187"/>
                <a:gd name="T6" fmla="*/ 87 w 68"/>
                <a:gd name="T7" fmla="*/ 121 h 187"/>
                <a:gd name="T8" fmla="*/ 99 w 68"/>
                <a:gd name="T9" fmla="*/ 277 h 187"/>
                <a:gd name="T10" fmla="*/ 65 w 68"/>
                <a:gd name="T11" fmla="*/ 157 h 187"/>
                <a:gd name="T12" fmla="*/ 14 w 68"/>
                <a:gd name="T13" fmla="*/ 83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187">
                  <a:moveTo>
                    <a:pt x="0" y="48"/>
                  </a:moveTo>
                  <a:cubicBezTo>
                    <a:pt x="9" y="58"/>
                    <a:pt x="25" y="64"/>
                    <a:pt x="37" y="70"/>
                  </a:cubicBezTo>
                  <a:cubicBezTo>
                    <a:pt x="46" y="49"/>
                    <a:pt x="55" y="21"/>
                    <a:pt x="42" y="0"/>
                  </a:cubicBezTo>
                  <a:cubicBezTo>
                    <a:pt x="49" y="26"/>
                    <a:pt x="58" y="55"/>
                    <a:pt x="60" y="82"/>
                  </a:cubicBezTo>
                  <a:cubicBezTo>
                    <a:pt x="63" y="117"/>
                    <a:pt x="61" y="152"/>
                    <a:pt x="68" y="187"/>
                  </a:cubicBezTo>
                  <a:cubicBezTo>
                    <a:pt x="52" y="164"/>
                    <a:pt x="54" y="131"/>
                    <a:pt x="44" y="106"/>
                  </a:cubicBezTo>
                  <a:cubicBezTo>
                    <a:pt x="36" y="86"/>
                    <a:pt x="17" y="74"/>
                    <a:pt x="10" y="56"/>
                  </a:cubicBezTo>
                </a:path>
              </a:pathLst>
            </a:custGeom>
            <a:solidFill>
              <a:srgbClr val="ED8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09" name="Freeform 294">
              <a:extLst>
                <a:ext uri="{FF2B5EF4-FFF2-40B4-BE49-F238E27FC236}">
                  <a16:creationId xmlns:a16="http://schemas.microsoft.com/office/drawing/2014/main" id="{62997328-8063-4E39-9D95-1F643478D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038"/>
              <a:ext cx="150" cy="45"/>
            </a:xfrm>
            <a:custGeom>
              <a:avLst/>
              <a:gdLst>
                <a:gd name="T0" fmla="*/ 145 w 132"/>
                <a:gd name="T1" fmla="*/ 0 h 40"/>
                <a:gd name="T2" fmla="*/ 0 w 132"/>
                <a:gd name="T3" fmla="*/ 37 h 40"/>
                <a:gd name="T4" fmla="*/ 193 w 132"/>
                <a:gd name="T5" fmla="*/ 41 h 40"/>
                <a:gd name="T6" fmla="*/ 186 w 132"/>
                <a:gd name="T7" fmla="*/ 3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40">
                  <a:moveTo>
                    <a:pt x="99" y="0"/>
                  </a:moveTo>
                  <a:cubicBezTo>
                    <a:pt x="85" y="27"/>
                    <a:pt x="27" y="26"/>
                    <a:pt x="0" y="26"/>
                  </a:cubicBezTo>
                  <a:cubicBezTo>
                    <a:pt x="44" y="24"/>
                    <a:pt x="87" y="40"/>
                    <a:pt x="132" y="28"/>
                  </a:cubicBezTo>
                  <a:cubicBezTo>
                    <a:pt x="130" y="27"/>
                    <a:pt x="129" y="27"/>
                    <a:pt x="127" y="26"/>
                  </a:cubicBezTo>
                </a:path>
              </a:pathLst>
            </a:custGeom>
            <a:solidFill>
              <a:srgbClr val="ED8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0" name="Freeform 295">
              <a:extLst>
                <a:ext uri="{FF2B5EF4-FFF2-40B4-BE49-F238E27FC236}">
                  <a16:creationId xmlns:a16="http://schemas.microsoft.com/office/drawing/2014/main" id="{426420A9-4CE3-45F5-8299-7F5CA31C5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436"/>
              <a:ext cx="100" cy="224"/>
            </a:xfrm>
            <a:custGeom>
              <a:avLst/>
              <a:gdLst>
                <a:gd name="T0" fmla="*/ 0 w 88"/>
                <a:gd name="T1" fmla="*/ 0 h 197"/>
                <a:gd name="T2" fmla="*/ 53 w 88"/>
                <a:gd name="T3" fmla="*/ 159 h 197"/>
                <a:gd name="T4" fmla="*/ 78 w 88"/>
                <a:gd name="T5" fmla="*/ 290 h 197"/>
                <a:gd name="T6" fmla="*/ 82 w 88"/>
                <a:gd name="T7" fmla="*/ 122 h 197"/>
                <a:gd name="T8" fmla="*/ 122 w 88"/>
                <a:gd name="T9" fmla="*/ 20 h 197"/>
                <a:gd name="T10" fmla="*/ 64 w 88"/>
                <a:gd name="T11" fmla="*/ 39 h 197"/>
                <a:gd name="T12" fmla="*/ 2 w 88"/>
                <a:gd name="T13" fmla="*/ 7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97">
                  <a:moveTo>
                    <a:pt x="0" y="0"/>
                  </a:moveTo>
                  <a:cubicBezTo>
                    <a:pt x="12" y="39"/>
                    <a:pt x="29" y="68"/>
                    <a:pt x="36" y="108"/>
                  </a:cubicBezTo>
                  <a:cubicBezTo>
                    <a:pt x="40" y="131"/>
                    <a:pt x="36" y="182"/>
                    <a:pt x="54" y="197"/>
                  </a:cubicBezTo>
                  <a:cubicBezTo>
                    <a:pt x="45" y="162"/>
                    <a:pt x="47" y="118"/>
                    <a:pt x="55" y="83"/>
                  </a:cubicBezTo>
                  <a:cubicBezTo>
                    <a:pt x="60" y="63"/>
                    <a:pt x="88" y="33"/>
                    <a:pt x="83" y="14"/>
                  </a:cubicBezTo>
                  <a:cubicBezTo>
                    <a:pt x="72" y="22"/>
                    <a:pt x="58" y="29"/>
                    <a:pt x="43" y="26"/>
                  </a:cubicBezTo>
                  <a:cubicBezTo>
                    <a:pt x="35" y="25"/>
                    <a:pt x="4" y="9"/>
                    <a:pt x="2" y="4"/>
                  </a:cubicBezTo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1" name="Freeform 296">
              <a:extLst>
                <a:ext uri="{FF2B5EF4-FFF2-40B4-BE49-F238E27FC236}">
                  <a16:creationId xmlns:a16="http://schemas.microsoft.com/office/drawing/2014/main" id="{4A62791F-5524-4ED8-9333-0904F358B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536"/>
              <a:ext cx="100" cy="146"/>
            </a:xfrm>
            <a:custGeom>
              <a:avLst/>
              <a:gdLst>
                <a:gd name="T0" fmla="*/ 35 w 88"/>
                <a:gd name="T1" fmla="*/ 0 h 129"/>
                <a:gd name="T2" fmla="*/ 130 w 88"/>
                <a:gd name="T3" fmla="*/ 76 h 129"/>
                <a:gd name="T4" fmla="*/ 0 w 88"/>
                <a:gd name="T5" fmla="*/ 187 h 129"/>
                <a:gd name="T6" fmla="*/ 44 w 88"/>
                <a:gd name="T7" fmla="*/ 88 h 129"/>
                <a:gd name="T8" fmla="*/ 44 w 88"/>
                <a:gd name="T9" fmla="*/ 2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29">
                  <a:moveTo>
                    <a:pt x="24" y="0"/>
                  </a:moveTo>
                  <a:cubicBezTo>
                    <a:pt x="24" y="22"/>
                    <a:pt x="63" y="74"/>
                    <a:pt x="88" y="52"/>
                  </a:cubicBezTo>
                  <a:cubicBezTo>
                    <a:pt x="54" y="72"/>
                    <a:pt x="19" y="93"/>
                    <a:pt x="0" y="129"/>
                  </a:cubicBezTo>
                  <a:cubicBezTo>
                    <a:pt x="11" y="110"/>
                    <a:pt x="27" y="83"/>
                    <a:pt x="30" y="61"/>
                  </a:cubicBezTo>
                  <a:cubicBezTo>
                    <a:pt x="32" y="41"/>
                    <a:pt x="24" y="21"/>
                    <a:pt x="30" y="2"/>
                  </a:cubicBezTo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2" name="Freeform 297">
              <a:extLst>
                <a:ext uri="{FF2B5EF4-FFF2-40B4-BE49-F238E27FC236}">
                  <a16:creationId xmlns:a16="http://schemas.microsoft.com/office/drawing/2014/main" id="{07BDA5FC-D78E-4C26-A2ED-B77D3404D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012"/>
              <a:ext cx="80" cy="62"/>
            </a:xfrm>
            <a:custGeom>
              <a:avLst/>
              <a:gdLst>
                <a:gd name="T0" fmla="*/ 0 w 70"/>
                <a:gd name="T1" fmla="*/ 61 h 55"/>
                <a:gd name="T2" fmla="*/ 10 w 70"/>
                <a:gd name="T3" fmla="*/ 0 h 55"/>
                <a:gd name="T4" fmla="*/ 43 w 70"/>
                <a:gd name="T5" fmla="*/ 42 h 55"/>
                <a:gd name="T6" fmla="*/ 104 w 70"/>
                <a:gd name="T7" fmla="*/ 79 h 55"/>
                <a:gd name="T8" fmla="*/ 0 w 70"/>
                <a:gd name="T9" fmla="*/ 6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5">
                  <a:moveTo>
                    <a:pt x="0" y="43"/>
                  </a:moveTo>
                  <a:cubicBezTo>
                    <a:pt x="10" y="30"/>
                    <a:pt x="13" y="17"/>
                    <a:pt x="7" y="0"/>
                  </a:cubicBezTo>
                  <a:cubicBezTo>
                    <a:pt x="14" y="10"/>
                    <a:pt x="19" y="22"/>
                    <a:pt x="29" y="29"/>
                  </a:cubicBezTo>
                  <a:cubicBezTo>
                    <a:pt x="42" y="40"/>
                    <a:pt x="58" y="44"/>
                    <a:pt x="70" y="55"/>
                  </a:cubicBezTo>
                  <a:cubicBezTo>
                    <a:pt x="48" y="44"/>
                    <a:pt x="23" y="43"/>
                    <a:pt x="0" y="43"/>
                  </a:cubicBezTo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3" name="Freeform 298">
              <a:extLst>
                <a:ext uri="{FF2B5EF4-FFF2-40B4-BE49-F238E27FC236}">
                  <a16:creationId xmlns:a16="http://schemas.microsoft.com/office/drawing/2014/main" id="{5334DD65-D935-4414-86BC-8DE337E6A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081"/>
              <a:ext cx="74" cy="92"/>
            </a:xfrm>
            <a:custGeom>
              <a:avLst/>
              <a:gdLst>
                <a:gd name="T0" fmla="*/ 0 w 65"/>
                <a:gd name="T1" fmla="*/ 28 h 81"/>
                <a:gd name="T2" fmla="*/ 47 w 65"/>
                <a:gd name="T3" fmla="*/ 0 h 81"/>
                <a:gd name="T4" fmla="*/ 44 w 65"/>
                <a:gd name="T5" fmla="*/ 44 h 81"/>
                <a:gd name="T6" fmla="*/ 96 w 65"/>
                <a:gd name="T7" fmla="*/ 118 h 81"/>
                <a:gd name="T8" fmla="*/ 0 w 65"/>
                <a:gd name="T9" fmla="*/ 25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81">
                  <a:moveTo>
                    <a:pt x="0" y="19"/>
                  </a:moveTo>
                  <a:cubicBezTo>
                    <a:pt x="14" y="23"/>
                    <a:pt x="33" y="18"/>
                    <a:pt x="32" y="0"/>
                  </a:cubicBezTo>
                  <a:cubicBezTo>
                    <a:pt x="32" y="11"/>
                    <a:pt x="26" y="21"/>
                    <a:pt x="30" y="30"/>
                  </a:cubicBezTo>
                  <a:cubicBezTo>
                    <a:pt x="38" y="49"/>
                    <a:pt x="56" y="63"/>
                    <a:pt x="65" y="81"/>
                  </a:cubicBezTo>
                  <a:cubicBezTo>
                    <a:pt x="40" y="63"/>
                    <a:pt x="27" y="34"/>
                    <a:pt x="0" y="17"/>
                  </a:cubicBezTo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4" name="Freeform 299">
              <a:extLst>
                <a:ext uri="{FF2B5EF4-FFF2-40B4-BE49-F238E27FC236}">
                  <a16:creationId xmlns:a16="http://schemas.microsoft.com/office/drawing/2014/main" id="{B0DAB8D9-4D62-4B55-8C90-8BAAE3FD2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617"/>
              <a:ext cx="38" cy="108"/>
            </a:xfrm>
            <a:custGeom>
              <a:avLst/>
              <a:gdLst>
                <a:gd name="T0" fmla="*/ 0 w 34"/>
                <a:gd name="T1" fmla="*/ 10 h 95"/>
                <a:gd name="T2" fmla="*/ 44 w 34"/>
                <a:gd name="T3" fmla="*/ 0 h 95"/>
                <a:gd name="T4" fmla="*/ 32 w 34"/>
                <a:gd name="T5" fmla="*/ 56 h 95"/>
                <a:gd name="T6" fmla="*/ 47 w 34"/>
                <a:gd name="T7" fmla="*/ 140 h 95"/>
                <a:gd name="T8" fmla="*/ 26 w 34"/>
                <a:gd name="T9" fmla="*/ 68 h 95"/>
                <a:gd name="T10" fmla="*/ 23 w 34"/>
                <a:gd name="T11" fmla="*/ 45 h 95"/>
                <a:gd name="T12" fmla="*/ 8 w 34"/>
                <a:gd name="T13" fmla="*/ 15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95">
                  <a:moveTo>
                    <a:pt x="0" y="7"/>
                  </a:moveTo>
                  <a:cubicBezTo>
                    <a:pt x="10" y="18"/>
                    <a:pt x="24" y="8"/>
                    <a:pt x="31" y="0"/>
                  </a:cubicBezTo>
                  <a:cubicBezTo>
                    <a:pt x="31" y="12"/>
                    <a:pt x="22" y="23"/>
                    <a:pt x="23" y="38"/>
                  </a:cubicBezTo>
                  <a:cubicBezTo>
                    <a:pt x="25" y="53"/>
                    <a:pt x="28" y="81"/>
                    <a:pt x="34" y="95"/>
                  </a:cubicBezTo>
                  <a:cubicBezTo>
                    <a:pt x="26" y="81"/>
                    <a:pt x="23" y="63"/>
                    <a:pt x="19" y="47"/>
                  </a:cubicBezTo>
                  <a:cubicBezTo>
                    <a:pt x="18" y="42"/>
                    <a:pt x="18" y="36"/>
                    <a:pt x="17" y="31"/>
                  </a:cubicBezTo>
                  <a:cubicBezTo>
                    <a:pt x="14" y="22"/>
                    <a:pt x="10" y="19"/>
                    <a:pt x="5" y="10"/>
                  </a:cubicBezTo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5" name="Freeform 300">
              <a:extLst>
                <a:ext uri="{FF2B5EF4-FFF2-40B4-BE49-F238E27FC236}">
                  <a16:creationId xmlns:a16="http://schemas.microsoft.com/office/drawing/2014/main" id="{1BA256BF-8A5C-4BD9-9D5F-DA68E6862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350"/>
              <a:ext cx="50" cy="119"/>
            </a:xfrm>
            <a:custGeom>
              <a:avLst/>
              <a:gdLst>
                <a:gd name="T0" fmla="*/ 28 w 44"/>
                <a:gd name="T1" fmla="*/ 0 h 105"/>
                <a:gd name="T2" fmla="*/ 65 w 44"/>
                <a:gd name="T3" fmla="*/ 41 h 105"/>
                <a:gd name="T4" fmla="*/ 36 w 44"/>
                <a:gd name="T5" fmla="*/ 57 h 105"/>
                <a:gd name="T6" fmla="*/ 0 w 44"/>
                <a:gd name="T7" fmla="*/ 153 h 105"/>
                <a:gd name="T8" fmla="*/ 28 w 44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05">
                  <a:moveTo>
                    <a:pt x="19" y="0"/>
                  </a:moveTo>
                  <a:cubicBezTo>
                    <a:pt x="19" y="13"/>
                    <a:pt x="30" y="33"/>
                    <a:pt x="44" y="28"/>
                  </a:cubicBezTo>
                  <a:cubicBezTo>
                    <a:pt x="39" y="33"/>
                    <a:pt x="30" y="35"/>
                    <a:pt x="25" y="39"/>
                  </a:cubicBezTo>
                  <a:cubicBezTo>
                    <a:pt x="11" y="54"/>
                    <a:pt x="11" y="87"/>
                    <a:pt x="0" y="105"/>
                  </a:cubicBezTo>
                  <a:cubicBezTo>
                    <a:pt x="12" y="70"/>
                    <a:pt x="12" y="35"/>
                    <a:pt x="19" y="0"/>
                  </a:cubicBezTo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6" name="Freeform 301">
              <a:extLst>
                <a:ext uri="{FF2B5EF4-FFF2-40B4-BE49-F238E27FC236}">
                  <a16:creationId xmlns:a16="http://schemas.microsoft.com/office/drawing/2014/main" id="{51C8B6BA-2161-4C50-A032-6CB091B6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366"/>
              <a:ext cx="32" cy="99"/>
            </a:xfrm>
            <a:custGeom>
              <a:avLst/>
              <a:gdLst>
                <a:gd name="T0" fmla="*/ 0 w 28"/>
                <a:gd name="T1" fmla="*/ 18 h 87"/>
                <a:gd name="T2" fmla="*/ 35 w 28"/>
                <a:gd name="T3" fmla="*/ 0 h 87"/>
                <a:gd name="T4" fmla="*/ 38 w 28"/>
                <a:gd name="T5" fmla="*/ 60 h 87"/>
                <a:gd name="T6" fmla="*/ 42 w 28"/>
                <a:gd name="T7" fmla="*/ 129 h 87"/>
                <a:gd name="T8" fmla="*/ 34 w 28"/>
                <a:gd name="T9" fmla="*/ 84 h 87"/>
                <a:gd name="T10" fmla="*/ 10 w 28"/>
                <a:gd name="T11" fmla="*/ 26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7">
                  <a:moveTo>
                    <a:pt x="0" y="12"/>
                  </a:moveTo>
                  <a:cubicBezTo>
                    <a:pt x="14" y="19"/>
                    <a:pt x="25" y="25"/>
                    <a:pt x="24" y="0"/>
                  </a:cubicBezTo>
                  <a:cubicBezTo>
                    <a:pt x="28" y="12"/>
                    <a:pt x="26" y="28"/>
                    <a:pt x="25" y="41"/>
                  </a:cubicBezTo>
                  <a:cubicBezTo>
                    <a:pt x="24" y="56"/>
                    <a:pt x="26" y="72"/>
                    <a:pt x="28" y="87"/>
                  </a:cubicBezTo>
                  <a:cubicBezTo>
                    <a:pt x="27" y="77"/>
                    <a:pt x="25" y="67"/>
                    <a:pt x="23" y="57"/>
                  </a:cubicBezTo>
                  <a:cubicBezTo>
                    <a:pt x="21" y="45"/>
                    <a:pt x="19" y="26"/>
                    <a:pt x="7" y="18"/>
                  </a:cubicBezTo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7" name="Freeform 302">
              <a:extLst>
                <a:ext uri="{FF2B5EF4-FFF2-40B4-BE49-F238E27FC236}">
                  <a16:creationId xmlns:a16="http://schemas.microsoft.com/office/drawing/2014/main" id="{52EBC65F-4B68-4C88-8C68-73DF378C0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465"/>
              <a:ext cx="78" cy="95"/>
            </a:xfrm>
            <a:custGeom>
              <a:avLst/>
              <a:gdLst>
                <a:gd name="T0" fmla="*/ 38 w 68"/>
                <a:gd name="T1" fmla="*/ 0 h 84"/>
                <a:gd name="T2" fmla="*/ 55 w 68"/>
                <a:gd name="T3" fmla="*/ 23 h 84"/>
                <a:gd name="T4" fmla="*/ 102 w 68"/>
                <a:gd name="T5" fmla="*/ 7 h 84"/>
                <a:gd name="T6" fmla="*/ 80 w 68"/>
                <a:gd name="T7" fmla="*/ 23 h 84"/>
                <a:gd name="T8" fmla="*/ 48 w 68"/>
                <a:gd name="T9" fmla="*/ 54 h 84"/>
                <a:gd name="T10" fmla="*/ 0 w 68"/>
                <a:gd name="T11" fmla="*/ 121 h 84"/>
                <a:gd name="T12" fmla="*/ 42 w 68"/>
                <a:gd name="T13" fmla="*/ 49 h 84"/>
                <a:gd name="T14" fmla="*/ 37 w 68"/>
                <a:gd name="T15" fmla="*/ 8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84">
                  <a:moveTo>
                    <a:pt x="25" y="0"/>
                  </a:moveTo>
                  <a:cubicBezTo>
                    <a:pt x="24" y="4"/>
                    <a:pt x="32" y="14"/>
                    <a:pt x="37" y="16"/>
                  </a:cubicBezTo>
                  <a:cubicBezTo>
                    <a:pt x="47" y="20"/>
                    <a:pt x="60" y="10"/>
                    <a:pt x="68" y="4"/>
                  </a:cubicBezTo>
                  <a:cubicBezTo>
                    <a:pt x="62" y="5"/>
                    <a:pt x="57" y="12"/>
                    <a:pt x="53" y="16"/>
                  </a:cubicBezTo>
                  <a:cubicBezTo>
                    <a:pt x="44" y="23"/>
                    <a:pt x="38" y="28"/>
                    <a:pt x="32" y="37"/>
                  </a:cubicBezTo>
                  <a:cubicBezTo>
                    <a:pt x="21" y="51"/>
                    <a:pt x="6" y="67"/>
                    <a:pt x="0" y="84"/>
                  </a:cubicBezTo>
                  <a:cubicBezTo>
                    <a:pt x="10" y="69"/>
                    <a:pt x="22" y="50"/>
                    <a:pt x="28" y="34"/>
                  </a:cubicBezTo>
                  <a:cubicBezTo>
                    <a:pt x="31" y="23"/>
                    <a:pt x="27" y="15"/>
                    <a:pt x="24" y="5"/>
                  </a:cubicBezTo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8" name="Freeform 303">
              <a:extLst>
                <a:ext uri="{FF2B5EF4-FFF2-40B4-BE49-F238E27FC236}">
                  <a16:creationId xmlns:a16="http://schemas.microsoft.com/office/drawing/2014/main" id="{DF6CA03B-EED1-48F7-AFB7-B9F5BB0CD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092"/>
              <a:ext cx="26" cy="91"/>
            </a:xfrm>
            <a:custGeom>
              <a:avLst/>
              <a:gdLst>
                <a:gd name="T0" fmla="*/ 0 w 23"/>
                <a:gd name="T1" fmla="*/ 0 h 80"/>
                <a:gd name="T2" fmla="*/ 33 w 23"/>
                <a:gd name="T3" fmla="*/ 1 h 80"/>
                <a:gd name="T4" fmla="*/ 29 w 23"/>
                <a:gd name="T5" fmla="*/ 118 h 80"/>
                <a:gd name="T6" fmla="*/ 21 w 23"/>
                <a:gd name="T7" fmla="*/ 67 h 80"/>
                <a:gd name="T8" fmla="*/ 7 w 23"/>
                <a:gd name="T9" fmla="*/ 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7" y="5"/>
                    <a:pt x="18" y="13"/>
                    <a:pt x="23" y="1"/>
                  </a:cubicBezTo>
                  <a:cubicBezTo>
                    <a:pt x="12" y="26"/>
                    <a:pt x="18" y="54"/>
                    <a:pt x="20" y="80"/>
                  </a:cubicBezTo>
                  <a:cubicBezTo>
                    <a:pt x="17" y="69"/>
                    <a:pt x="16" y="58"/>
                    <a:pt x="15" y="46"/>
                  </a:cubicBezTo>
                  <a:cubicBezTo>
                    <a:pt x="13" y="30"/>
                    <a:pt x="10" y="21"/>
                    <a:pt x="4" y="6"/>
                  </a:cubicBezTo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19" name="Freeform 304">
              <a:extLst>
                <a:ext uri="{FF2B5EF4-FFF2-40B4-BE49-F238E27FC236}">
                  <a16:creationId xmlns:a16="http://schemas.microsoft.com/office/drawing/2014/main" id="{481FCE7F-91B0-4CE2-8AEC-12E9B3CF3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036"/>
              <a:ext cx="53" cy="121"/>
            </a:xfrm>
            <a:custGeom>
              <a:avLst/>
              <a:gdLst>
                <a:gd name="T0" fmla="*/ 16 w 46"/>
                <a:gd name="T1" fmla="*/ 1 h 106"/>
                <a:gd name="T2" fmla="*/ 52 w 46"/>
                <a:gd name="T3" fmla="*/ 22 h 106"/>
                <a:gd name="T4" fmla="*/ 70 w 46"/>
                <a:gd name="T5" fmla="*/ 7 h 106"/>
                <a:gd name="T6" fmla="*/ 40 w 46"/>
                <a:gd name="T7" fmla="*/ 92 h 106"/>
                <a:gd name="T8" fmla="*/ 0 w 46"/>
                <a:gd name="T9" fmla="*/ 158 h 106"/>
                <a:gd name="T10" fmla="*/ 41 w 46"/>
                <a:gd name="T11" fmla="*/ 53 h 106"/>
                <a:gd name="T12" fmla="*/ 17 w 46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06">
                  <a:moveTo>
                    <a:pt x="10" y="1"/>
                  </a:moveTo>
                  <a:cubicBezTo>
                    <a:pt x="18" y="10"/>
                    <a:pt x="23" y="21"/>
                    <a:pt x="34" y="15"/>
                  </a:cubicBezTo>
                  <a:cubicBezTo>
                    <a:pt x="38" y="12"/>
                    <a:pt x="43" y="9"/>
                    <a:pt x="46" y="4"/>
                  </a:cubicBezTo>
                  <a:cubicBezTo>
                    <a:pt x="34" y="22"/>
                    <a:pt x="34" y="43"/>
                    <a:pt x="26" y="62"/>
                  </a:cubicBezTo>
                  <a:cubicBezTo>
                    <a:pt x="19" y="77"/>
                    <a:pt x="3" y="90"/>
                    <a:pt x="0" y="106"/>
                  </a:cubicBezTo>
                  <a:cubicBezTo>
                    <a:pt x="7" y="84"/>
                    <a:pt x="27" y="59"/>
                    <a:pt x="27" y="35"/>
                  </a:cubicBezTo>
                  <a:cubicBezTo>
                    <a:pt x="27" y="21"/>
                    <a:pt x="13" y="14"/>
                    <a:pt x="11" y="0"/>
                  </a:cubicBezTo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0" name="Freeform 305">
              <a:extLst>
                <a:ext uri="{FF2B5EF4-FFF2-40B4-BE49-F238E27FC236}">
                  <a16:creationId xmlns:a16="http://schemas.microsoft.com/office/drawing/2014/main" id="{8B734313-B5AF-415B-9608-0F466E610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721"/>
              <a:ext cx="24" cy="78"/>
            </a:xfrm>
            <a:custGeom>
              <a:avLst/>
              <a:gdLst>
                <a:gd name="T0" fmla="*/ 0 w 21"/>
                <a:gd name="T1" fmla="*/ 3 h 69"/>
                <a:gd name="T2" fmla="*/ 31 w 21"/>
                <a:gd name="T3" fmla="*/ 0 h 69"/>
                <a:gd name="T4" fmla="*/ 21 w 21"/>
                <a:gd name="T5" fmla="*/ 99 h 69"/>
                <a:gd name="T6" fmla="*/ 0 w 21"/>
                <a:gd name="T7" fmla="*/ 3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69">
                  <a:moveTo>
                    <a:pt x="0" y="3"/>
                  </a:moveTo>
                  <a:cubicBezTo>
                    <a:pt x="8" y="7"/>
                    <a:pt x="13" y="7"/>
                    <a:pt x="21" y="0"/>
                  </a:cubicBezTo>
                  <a:cubicBezTo>
                    <a:pt x="10" y="23"/>
                    <a:pt x="14" y="43"/>
                    <a:pt x="14" y="69"/>
                  </a:cubicBezTo>
                  <a:cubicBezTo>
                    <a:pt x="8" y="46"/>
                    <a:pt x="11" y="24"/>
                    <a:pt x="0" y="3"/>
                  </a:cubicBezTo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1" name="Freeform 306">
              <a:extLst>
                <a:ext uri="{FF2B5EF4-FFF2-40B4-BE49-F238E27FC236}">
                  <a16:creationId xmlns:a16="http://schemas.microsoft.com/office/drawing/2014/main" id="{DC79454A-2A5D-40F5-BE8E-3DE089FD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769"/>
              <a:ext cx="49" cy="108"/>
            </a:xfrm>
            <a:custGeom>
              <a:avLst/>
              <a:gdLst>
                <a:gd name="T0" fmla="*/ 35 w 43"/>
                <a:gd name="T1" fmla="*/ 1 h 95"/>
                <a:gd name="T2" fmla="*/ 35 w 43"/>
                <a:gd name="T3" fmla="*/ 19 h 95"/>
                <a:gd name="T4" fmla="*/ 25 w 43"/>
                <a:gd name="T5" fmla="*/ 39 h 95"/>
                <a:gd name="T6" fmla="*/ 0 w 43"/>
                <a:gd name="T7" fmla="*/ 43 h 95"/>
                <a:gd name="T8" fmla="*/ 27 w 43"/>
                <a:gd name="T9" fmla="*/ 64 h 95"/>
                <a:gd name="T10" fmla="*/ 43 w 43"/>
                <a:gd name="T11" fmla="*/ 91 h 95"/>
                <a:gd name="T12" fmla="*/ 64 w 43"/>
                <a:gd name="T13" fmla="*/ 140 h 95"/>
                <a:gd name="T14" fmla="*/ 49 w 43"/>
                <a:gd name="T15" fmla="*/ 76 h 95"/>
                <a:gd name="T16" fmla="*/ 41 w 43"/>
                <a:gd name="T17" fmla="*/ 43 h 95"/>
                <a:gd name="T18" fmla="*/ 41 w 43"/>
                <a:gd name="T19" fmla="*/ 26 h 95"/>
                <a:gd name="T20" fmla="*/ 39 w 43"/>
                <a:gd name="T21" fmla="*/ 0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95">
                  <a:moveTo>
                    <a:pt x="24" y="1"/>
                  </a:moveTo>
                  <a:cubicBezTo>
                    <a:pt x="23" y="5"/>
                    <a:pt x="24" y="9"/>
                    <a:pt x="24" y="13"/>
                  </a:cubicBezTo>
                  <a:cubicBezTo>
                    <a:pt x="23" y="18"/>
                    <a:pt x="21" y="22"/>
                    <a:pt x="17" y="26"/>
                  </a:cubicBezTo>
                  <a:cubicBezTo>
                    <a:pt x="12" y="31"/>
                    <a:pt x="7" y="29"/>
                    <a:pt x="0" y="29"/>
                  </a:cubicBezTo>
                  <a:cubicBezTo>
                    <a:pt x="6" y="33"/>
                    <a:pt x="13" y="37"/>
                    <a:pt x="18" y="43"/>
                  </a:cubicBezTo>
                  <a:cubicBezTo>
                    <a:pt x="22" y="49"/>
                    <a:pt x="26" y="55"/>
                    <a:pt x="29" y="62"/>
                  </a:cubicBezTo>
                  <a:cubicBezTo>
                    <a:pt x="34" y="73"/>
                    <a:pt x="38" y="84"/>
                    <a:pt x="43" y="95"/>
                  </a:cubicBezTo>
                  <a:cubicBezTo>
                    <a:pt x="36" y="83"/>
                    <a:pt x="37" y="66"/>
                    <a:pt x="33" y="52"/>
                  </a:cubicBezTo>
                  <a:cubicBezTo>
                    <a:pt x="31" y="45"/>
                    <a:pt x="27" y="37"/>
                    <a:pt x="28" y="29"/>
                  </a:cubicBezTo>
                  <a:cubicBezTo>
                    <a:pt x="28" y="25"/>
                    <a:pt x="29" y="22"/>
                    <a:pt x="28" y="18"/>
                  </a:cubicBezTo>
                  <a:cubicBezTo>
                    <a:pt x="28" y="12"/>
                    <a:pt x="25" y="6"/>
                    <a:pt x="26" y="0"/>
                  </a:cubicBezTo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2" name="Freeform 307">
              <a:extLst>
                <a:ext uri="{FF2B5EF4-FFF2-40B4-BE49-F238E27FC236}">
                  <a16:creationId xmlns:a16="http://schemas.microsoft.com/office/drawing/2014/main" id="{F5E3AF3B-6C33-4ADB-9ABE-02511B147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134"/>
              <a:ext cx="223" cy="199"/>
            </a:xfrm>
            <a:custGeom>
              <a:avLst/>
              <a:gdLst>
                <a:gd name="T0" fmla="*/ 239 w 196"/>
                <a:gd name="T1" fmla="*/ 20 h 175"/>
                <a:gd name="T2" fmla="*/ 254 w 196"/>
                <a:gd name="T3" fmla="*/ 40 h 175"/>
                <a:gd name="T4" fmla="*/ 289 w 196"/>
                <a:gd name="T5" fmla="*/ 45 h 175"/>
                <a:gd name="T6" fmla="*/ 242 w 196"/>
                <a:gd name="T7" fmla="*/ 73 h 175"/>
                <a:gd name="T8" fmla="*/ 199 w 196"/>
                <a:gd name="T9" fmla="*/ 119 h 175"/>
                <a:gd name="T10" fmla="*/ 102 w 196"/>
                <a:gd name="T11" fmla="*/ 196 h 175"/>
                <a:gd name="T12" fmla="*/ 44 w 196"/>
                <a:gd name="T13" fmla="*/ 233 h 175"/>
                <a:gd name="T14" fmla="*/ 22 w 196"/>
                <a:gd name="T15" fmla="*/ 243 h 175"/>
                <a:gd name="T16" fmla="*/ 0 w 196"/>
                <a:gd name="T17" fmla="*/ 257 h 175"/>
                <a:gd name="T18" fmla="*/ 31 w 196"/>
                <a:gd name="T19" fmla="*/ 234 h 175"/>
                <a:gd name="T20" fmla="*/ 68 w 196"/>
                <a:gd name="T21" fmla="*/ 208 h 175"/>
                <a:gd name="T22" fmla="*/ 157 w 196"/>
                <a:gd name="T23" fmla="*/ 132 h 175"/>
                <a:gd name="T24" fmla="*/ 245 w 196"/>
                <a:gd name="T25" fmla="*/ 0 h 1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6" h="175">
                  <a:moveTo>
                    <a:pt x="163" y="14"/>
                  </a:moveTo>
                  <a:cubicBezTo>
                    <a:pt x="163" y="15"/>
                    <a:pt x="169" y="25"/>
                    <a:pt x="172" y="27"/>
                  </a:cubicBezTo>
                  <a:cubicBezTo>
                    <a:pt x="178" y="31"/>
                    <a:pt x="189" y="35"/>
                    <a:pt x="196" y="31"/>
                  </a:cubicBezTo>
                  <a:cubicBezTo>
                    <a:pt x="186" y="31"/>
                    <a:pt x="171" y="43"/>
                    <a:pt x="164" y="49"/>
                  </a:cubicBezTo>
                  <a:cubicBezTo>
                    <a:pt x="154" y="59"/>
                    <a:pt x="146" y="72"/>
                    <a:pt x="135" y="81"/>
                  </a:cubicBezTo>
                  <a:cubicBezTo>
                    <a:pt x="114" y="100"/>
                    <a:pt x="92" y="117"/>
                    <a:pt x="69" y="133"/>
                  </a:cubicBezTo>
                  <a:cubicBezTo>
                    <a:pt x="56" y="142"/>
                    <a:pt x="44" y="152"/>
                    <a:pt x="30" y="158"/>
                  </a:cubicBezTo>
                  <a:cubicBezTo>
                    <a:pt x="25" y="160"/>
                    <a:pt x="20" y="162"/>
                    <a:pt x="15" y="165"/>
                  </a:cubicBezTo>
                  <a:cubicBezTo>
                    <a:pt x="10" y="168"/>
                    <a:pt x="5" y="171"/>
                    <a:pt x="0" y="175"/>
                  </a:cubicBezTo>
                  <a:cubicBezTo>
                    <a:pt x="8" y="170"/>
                    <a:pt x="14" y="164"/>
                    <a:pt x="21" y="159"/>
                  </a:cubicBezTo>
                  <a:cubicBezTo>
                    <a:pt x="30" y="154"/>
                    <a:pt x="39" y="148"/>
                    <a:pt x="47" y="142"/>
                  </a:cubicBezTo>
                  <a:cubicBezTo>
                    <a:pt x="68" y="125"/>
                    <a:pt x="87" y="108"/>
                    <a:pt x="106" y="90"/>
                  </a:cubicBezTo>
                  <a:cubicBezTo>
                    <a:pt x="131" y="66"/>
                    <a:pt x="164" y="37"/>
                    <a:pt x="166" y="0"/>
                  </a:cubicBezTo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23" name="Oval 308">
              <a:extLst>
                <a:ext uri="{FF2B5EF4-FFF2-40B4-BE49-F238E27FC236}">
                  <a16:creationId xmlns:a16="http://schemas.microsoft.com/office/drawing/2014/main" id="{6F24112C-E100-46E9-A905-CCFF74658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3" y="2404"/>
              <a:ext cx="23" cy="24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24" name="Oval 309">
              <a:extLst>
                <a:ext uri="{FF2B5EF4-FFF2-40B4-BE49-F238E27FC236}">
                  <a16:creationId xmlns:a16="http://schemas.microsoft.com/office/drawing/2014/main" id="{CE9EBD0D-A411-4AB4-8929-D6604C732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2373"/>
              <a:ext cx="11" cy="13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25" name="Oval 310">
              <a:extLst>
                <a:ext uri="{FF2B5EF4-FFF2-40B4-BE49-F238E27FC236}">
                  <a16:creationId xmlns:a16="http://schemas.microsoft.com/office/drawing/2014/main" id="{5F2E4117-520E-4766-AFC7-B5F194F8B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2" y="2579"/>
              <a:ext cx="16" cy="16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26" name="Oval 311">
              <a:extLst>
                <a:ext uri="{FF2B5EF4-FFF2-40B4-BE49-F238E27FC236}">
                  <a16:creationId xmlns:a16="http://schemas.microsoft.com/office/drawing/2014/main" id="{977712CE-19FC-476D-BB90-6449EF40A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7" y="2565"/>
              <a:ext cx="9" cy="9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27" name="Oval 312">
              <a:extLst>
                <a:ext uri="{FF2B5EF4-FFF2-40B4-BE49-F238E27FC236}">
                  <a16:creationId xmlns:a16="http://schemas.microsoft.com/office/drawing/2014/main" id="{0CACC57B-53B3-436F-B5B1-10471DF99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2506"/>
              <a:ext cx="19" cy="20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28" name="Oval 313">
              <a:extLst>
                <a:ext uri="{FF2B5EF4-FFF2-40B4-BE49-F238E27FC236}">
                  <a16:creationId xmlns:a16="http://schemas.microsoft.com/office/drawing/2014/main" id="{51807098-42E3-4E42-B802-A80104371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2111"/>
              <a:ext cx="14" cy="13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29" name="Oval 314">
              <a:extLst>
                <a:ext uri="{FF2B5EF4-FFF2-40B4-BE49-F238E27FC236}">
                  <a16:creationId xmlns:a16="http://schemas.microsoft.com/office/drawing/2014/main" id="{5F5DB8F6-F47D-436C-9D3C-B71634991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8" y="2078"/>
              <a:ext cx="5" cy="4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30" name="Oval 315">
              <a:extLst>
                <a:ext uri="{FF2B5EF4-FFF2-40B4-BE49-F238E27FC236}">
                  <a16:creationId xmlns:a16="http://schemas.microsoft.com/office/drawing/2014/main" id="{ABFF6AD3-ABEB-4311-B4BD-1EB128416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" y="2157"/>
              <a:ext cx="7" cy="7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31" name="Oval 316">
              <a:extLst>
                <a:ext uri="{FF2B5EF4-FFF2-40B4-BE49-F238E27FC236}">
                  <a16:creationId xmlns:a16="http://schemas.microsoft.com/office/drawing/2014/main" id="{AC39FE72-E9EE-425B-AFDF-F4E7DD692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1688"/>
              <a:ext cx="18" cy="18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32" name="Oval 317">
              <a:extLst>
                <a:ext uri="{FF2B5EF4-FFF2-40B4-BE49-F238E27FC236}">
                  <a16:creationId xmlns:a16="http://schemas.microsoft.com/office/drawing/2014/main" id="{BCC9706F-F01E-42E5-BDD4-CF31300E5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1785"/>
              <a:ext cx="13" cy="15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33" name="Oval 318">
              <a:extLst>
                <a:ext uri="{FF2B5EF4-FFF2-40B4-BE49-F238E27FC236}">
                  <a16:creationId xmlns:a16="http://schemas.microsoft.com/office/drawing/2014/main" id="{1CB909C1-91A9-4255-9548-33B218485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1450"/>
              <a:ext cx="1" cy="7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34" name="Oval 319">
              <a:extLst>
                <a:ext uri="{FF2B5EF4-FFF2-40B4-BE49-F238E27FC236}">
                  <a16:creationId xmlns:a16="http://schemas.microsoft.com/office/drawing/2014/main" id="{7B57A875-C269-4477-A877-628F3182C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1426"/>
              <a:ext cx="9" cy="10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35" name="Oval 320">
              <a:extLst>
                <a:ext uri="{FF2B5EF4-FFF2-40B4-BE49-F238E27FC236}">
                  <a16:creationId xmlns:a16="http://schemas.microsoft.com/office/drawing/2014/main" id="{415F2FD5-2028-448A-8E79-484C1954F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049"/>
              <a:ext cx="20" cy="22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36" name="Oval 321">
              <a:extLst>
                <a:ext uri="{FF2B5EF4-FFF2-40B4-BE49-F238E27FC236}">
                  <a16:creationId xmlns:a16="http://schemas.microsoft.com/office/drawing/2014/main" id="{3A479E3E-C318-4F7D-8897-F78DC21B8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080"/>
              <a:ext cx="19" cy="18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37" name="Oval 322">
              <a:extLst>
                <a:ext uri="{FF2B5EF4-FFF2-40B4-BE49-F238E27FC236}">
                  <a16:creationId xmlns:a16="http://schemas.microsoft.com/office/drawing/2014/main" id="{3B8BCCEC-3375-4681-9EF0-F11F72A48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9" y="2197"/>
              <a:ext cx="18" cy="18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38" name="Oval 323">
              <a:extLst>
                <a:ext uri="{FF2B5EF4-FFF2-40B4-BE49-F238E27FC236}">
                  <a16:creationId xmlns:a16="http://schemas.microsoft.com/office/drawing/2014/main" id="{859DE1DE-478E-4646-977A-CA8A02463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9" y="1739"/>
              <a:ext cx="16" cy="17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39" name="Oval 324">
              <a:extLst>
                <a:ext uri="{FF2B5EF4-FFF2-40B4-BE49-F238E27FC236}">
                  <a16:creationId xmlns:a16="http://schemas.microsoft.com/office/drawing/2014/main" id="{A472B1B6-F912-4A3D-82B4-B847B0746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785"/>
              <a:ext cx="7" cy="8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40" name="Oval 325">
              <a:extLst>
                <a:ext uri="{FF2B5EF4-FFF2-40B4-BE49-F238E27FC236}">
                  <a16:creationId xmlns:a16="http://schemas.microsoft.com/office/drawing/2014/main" id="{D1476FCB-F747-4B7D-BA9E-A2ADDD3B0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588"/>
              <a:ext cx="22" cy="22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41" name="Oval 326">
              <a:extLst>
                <a:ext uri="{FF2B5EF4-FFF2-40B4-BE49-F238E27FC236}">
                  <a16:creationId xmlns:a16="http://schemas.microsoft.com/office/drawing/2014/main" id="{34EDBF8C-5120-4C3B-9392-B7B52B3DA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" y="1452"/>
              <a:ext cx="1" cy="7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42" name="Oval 327">
              <a:extLst>
                <a:ext uri="{FF2B5EF4-FFF2-40B4-BE49-F238E27FC236}">
                  <a16:creationId xmlns:a16="http://schemas.microsoft.com/office/drawing/2014/main" id="{15A4CE1B-B629-4829-8FCE-DE5EA37D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3" y="1478"/>
              <a:ext cx="16" cy="16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43" name="Oval 328">
              <a:extLst>
                <a:ext uri="{FF2B5EF4-FFF2-40B4-BE49-F238E27FC236}">
                  <a16:creationId xmlns:a16="http://schemas.microsoft.com/office/drawing/2014/main" id="{7D75F5CC-FC75-41FA-9360-8DCCCA78F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1315"/>
              <a:ext cx="12" cy="11"/>
            </a:xfrm>
            <a:prstGeom prst="ellipse">
              <a:avLst/>
            </a:pr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44" name="Freeform 329">
              <a:extLst>
                <a:ext uri="{FF2B5EF4-FFF2-40B4-BE49-F238E27FC236}">
                  <a16:creationId xmlns:a16="http://schemas.microsoft.com/office/drawing/2014/main" id="{30B6B9B6-5F8D-4947-B137-39217EF0B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082"/>
              <a:ext cx="82" cy="80"/>
            </a:xfrm>
            <a:custGeom>
              <a:avLst/>
              <a:gdLst>
                <a:gd name="T0" fmla="*/ 0 w 72"/>
                <a:gd name="T1" fmla="*/ 22 h 70"/>
                <a:gd name="T2" fmla="*/ 62 w 72"/>
                <a:gd name="T3" fmla="*/ 0 h 70"/>
                <a:gd name="T4" fmla="*/ 67 w 72"/>
                <a:gd name="T5" fmla="*/ 61 h 70"/>
                <a:gd name="T6" fmla="*/ 106 w 72"/>
                <a:gd name="T7" fmla="*/ 104 h 70"/>
                <a:gd name="T8" fmla="*/ 62 w 72"/>
                <a:gd name="T9" fmla="*/ 62 h 70"/>
                <a:gd name="T10" fmla="*/ 10 w 72"/>
                <a:gd name="T11" fmla="*/ 25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70">
                  <a:moveTo>
                    <a:pt x="0" y="15"/>
                  </a:moveTo>
                  <a:cubicBezTo>
                    <a:pt x="20" y="15"/>
                    <a:pt x="33" y="22"/>
                    <a:pt x="41" y="0"/>
                  </a:cubicBezTo>
                  <a:cubicBezTo>
                    <a:pt x="41" y="17"/>
                    <a:pt x="35" y="24"/>
                    <a:pt x="46" y="40"/>
                  </a:cubicBezTo>
                  <a:cubicBezTo>
                    <a:pt x="54" y="50"/>
                    <a:pt x="64" y="60"/>
                    <a:pt x="72" y="70"/>
                  </a:cubicBezTo>
                  <a:cubicBezTo>
                    <a:pt x="61" y="65"/>
                    <a:pt x="49" y="51"/>
                    <a:pt x="41" y="41"/>
                  </a:cubicBezTo>
                  <a:cubicBezTo>
                    <a:pt x="31" y="28"/>
                    <a:pt x="25" y="21"/>
                    <a:pt x="7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5" name="Freeform 330">
              <a:extLst>
                <a:ext uri="{FF2B5EF4-FFF2-40B4-BE49-F238E27FC236}">
                  <a16:creationId xmlns:a16="http://schemas.microsoft.com/office/drawing/2014/main" id="{781C8815-A31F-40E3-B82E-75FFD127B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468"/>
              <a:ext cx="33" cy="93"/>
            </a:xfrm>
            <a:custGeom>
              <a:avLst/>
              <a:gdLst>
                <a:gd name="T0" fmla="*/ 2 w 29"/>
                <a:gd name="T1" fmla="*/ 0 h 82"/>
                <a:gd name="T2" fmla="*/ 43 w 29"/>
                <a:gd name="T3" fmla="*/ 3 h 82"/>
                <a:gd name="T4" fmla="*/ 26 w 29"/>
                <a:gd name="T5" fmla="*/ 64 h 82"/>
                <a:gd name="T6" fmla="*/ 25 w 29"/>
                <a:gd name="T7" fmla="*/ 119 h 82"/>
                <a:gd name="T8" fmla="*/ 17 w 29"/>
                <a:gd name="T9" fmla="*/ 56 h 82"/>
                <a:gd name="T10" fmla="*/ 13 w 29"/>
                <a:gd name="T11" fmla="*/ 18 h 82"/>
                <a:gd name="T12" fmla="*/ 0 w 29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82">
                  <a:moveTo>
                    <a:pt x="2" y="0"/>
                  </a:moveTo>
                  <a:cubicBezTo>
                    <a:pt x="11" y="4"/>
                    <a:pt x="20" y="9"/>
                    <a:pt x="29" y="3"/>
                  </a:cubicBezTo>
                  <a:cubicBezTo>
                    <a:pt x="29" y="16"/>
                    <a:pt x="20" y="30"/>
                    <a:pt x="18" y="43"/>
                  </a:cubicBezTo>
                  <a:cubicBezTo>
                    <a:pt x="16" y="56"/>
                    <a:pt x="17" y="69"/>
                    <a:pt x="17" y="82"/>
                  </a:cubicBezTo>
                  <a:cubicBezTo>
                    <a:pt x="14" y="68"/>
                    <a:pt x="12" y="52"/>
                    <a:pt x="11" y="38"/>
                  </a:cubicBezTo>
                  <a:cubicBezTo>
                    <a:pt x="11" y="28"/>
                    <a:pt x="12" y="19"/>
                    <a:pt x="9" y="12"/>
                  </a:cubicBezTo>
                  <a:cubicBezTo>
                    <a:pt x="7" y="8"/>
                    <a:pt x="2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6" name="Freeform 331">
              <a:extLst>
                <a:ext uri="{FF2B5EF4-FFF2-40B4-BE49-F238E27FC236}">
                  <a16:creationId xmlns:a16="http://schemas.microsoft.com/office/drawing/2014/main" id="{DEC16BC1-8136-4CE2-98B8-8B9F78FB4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584"/>
              <a:ext cx="27" cy="48"/>
            </a:xfrm>
            <a:custGeom>
              <a:avLst/>
              <a:gdLst>
                <a:gd name="T0" fmla="*/ 8 w 23"/>
                <a:gd name="T1" fmla="*/ 0 h 43"/>
                <a:gd name="T2" fmla="*/ 0 w 23"/>
                <a:gd name="T3" fmla="*/ 60 h 43"/>
                <a:gd name="T4" fmla="*/ 38 w 23"/>
                <a:gd name="T5" fmla="*/ 20 h 43"/>
                <a:gd name="T6" fmla="*/ 16 w 23"/>
                <a:gd name="T7" fmla="*/ 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3">
                  <a:moveTo>
                    <a:pt x="5" y="0"/>
                  </a:moveTo>
                  <a:cubicBezTo>
                    <a:pt x="14" y="14"/>
                    <a:pt x="6" y="30"/>
                    <a:pt x="0" y="43"/>
                  </a:cubicBezTo>
                  <a:cubicBezTo>
                    <a:pt x="5" y="33"/>
                    <a:pt x="14" y="20"/>
                    <a:pt x="23" y="14"/>
                  </a:cubicBezTo>
                  <a:cubicBezTo>
                    <a:pt x="17" y="13"/>
                    <a:pt x="11" y="10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47" name="Oval 332">
              <a:extLst>
                <a:ext uri="{FF2B5EF4-FFF2-40B4-BE49-F238E27FC236}">
                  <a16:creationId xmlns:a16="http://schemas.microsoft.com/office/drawing/2014/main" id="{C6CD3296-3F33-4298-9162-5AB865DD1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0" y="2448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48" name="Oval 333">
              <a:extLst>
                <a:ext uri="{FF2B5EF4-FFF2-40B4-BE49-F238E27FC236}">
                  <a16:creationId xmlns:a16="http://schemas.microsoft.com/office/drawing/2014/main" id="{A7642DD5-1A20-4C53-BCF1-992F913CC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432"/>
              <a:ext cx="2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49" name="Oval 334">
              <a:extLst>
                <a:ext uri="{FF2B5EF4-FFF2-40B4-BE49-F238E27FC236}">
                  <a16:creationId xmlns:a16="http://schemas.microsoft.com/office/drawing/2014/main" id="{61DD1A6E-499E-4C34-9241-F2BF207F1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46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50" name="Oval 335">
              <a:extLst>
                <a:ext uri="{FF2B5EF4-FFF2-40B4-BE49-F238E27FC236}">
                  <a16:creationId xmlns:a16="http://schemas.microsoft.com/office/drawing/2014/main" id="{B35DF59F-3EBA-453E-A649-19A6C27AB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2562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51" name="Oval 336">
              <a:extLst>
                <a:ext uri="{FF2B5EF4-FFF2-40B4-BE49-F238E27FC236}">
                  <a16:creationId xmlns:a16="http://schemas.microsoft.com/office/drawing/2014/main" id="{B277B86A-7900-4EC4-935A-CCE5A6042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5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52" name="Oval 337">
              <a:extLst>
                <a:ext uri="{FF2B5EF4-FFF2-40B4-BE49-F238E27FC236}">
                  <a16:creationId xmlns:a16="http://schemas.microsoft.com/office/drawing/2014/main" id="{434DC8D4-0808-404A-A4B5-58A6AC1E2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2590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53" name="Oval 338">
              <a:extLst>
                <a:ext uri="{FF2B5EF4-FFF2-40B4-BE49-F238E27FC236}">
                  <a16:creationId xmlns:a16="http://schemas.microsoft.com/office/drawing/2014/main" id="{A89B7E59-0583-4AC3-AFD0-A3856929B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258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54" name="Freeform 339">
              <a:extLst>
                <a:ext uri="{FF2B5EF4-FFF2-40B4-BE49-F238E27FC236}">
                  <a16:creationId xmlns:a16="http://schemas.microsoft.com/office/drawing/2014/main" id="{7E9F72BE-0637-4CAB-AB7F-8A45BCC7C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042"/>
              <a:ext cx="260" cy="140"/>
            </a:xfrm>
            <a:custGeom>
              <a:avLst/>
              <a:gdLst>
                <a:gd name="T0" fmla="*/ 0 w 228"/>
                <a:gd name="T1" fmla="*/ 0 h 123"/>
                <a:gd name="T2" fmla="*/ 338 w 228"/>
                <a:gd name="T3" fmla="*/ 167 h 123"/>
                <a:gd name="T4" fmla="*/ 0 w 228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123">
                  <a:moveTo>
                    <a:pt x="0" y="0"/>
                  </a:moveTo>
                  <a:cubicBezTo>
                    <a:pt x="0" y="0"/>
                    <a:pt x="49" y="77"/>
                    <a:pt x="228" y="113"/>
                  </a:cubicBezTo>
                  <a:cubicBezTo>
                    <a:pt x="228" y="113"/>
                    <a:pt x="62" y="123"/>
                    <a:pt x="0" y="0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5" name="Freeform 340">
              <a:extLst>
                <a:ext uri="{FF2B5EF4-FFF2-40B4-BE49-F238E27FC236}">
                  <a16:creationId xmlns:a16="http://schemas.microsoft.com/office/drawing/2014/main" id="{371D5705-5607-42CC-BABF-23077CC51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089"/>
              <a:ext cx="177" cy="73"/>
            </a:xfrm>
            <a:custGeom>
              <a:avLst/>
              <a:gdLst>
                <a:gd name="T0" fmla="*/ 0 w 156"/>
                <a:gd name="T1" fmla="*/ 0 h 64"/>
                <a:gd name="T2" fmla="*/ 228 w 156"/>
                <a:gd name="T3" fmla="*/ 95 h 64"/>
                <a:gd name="T4" fmla="*/ 0 w 156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64">
                  <a:moveTo>
                    <a:pt x="0" y="0"/>
                  </a:moveTo>
                  <a:cubicBezTo>
                    <a:pt x="0" y="0"/>
                    <a:pt x="48" y="43"/>
                    <a:pt x="156" y="64"/>
                  </a:cubicBezTo>
                  <a:cubicBezTo>
                    <a:pt x="156" y="64"/>
                    <a:pt x="53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6" name="Freeform 341">
              <a:extLst>
                <a:ext uri="{FF2B5EF4-FFF2-40B4-BE49-F238E27FC236}">
                  <a16:creationId xmlns:a16="http://schemas.microsoft.com/office/drawing/2014/main" id="{3FC18972-AF55-4DB5-8FD0-0D6CE50A3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474"/>
              <a:ext cx="87" cy="106"/>
            </a:xfrm>
            <a:custGeom>
              <a:avLst/>
              <a:gdLst>
                <a:gd name="T0" fmla="*/ 72 w 76"/>
                <a:gd name="T1" fmla="*/ 9 h 93"/>
                <a:gd name="T2" fmla="*/ 0 w 76"/>
                <a:gd name="T3" fmla="*/ 138 h 93"/>
                <a:gd name="T4" fmla="*/ 114 w 76"/>
                <a:gd name="T5" fmla="*/ 0 h 93"/>
                <a:gd name="T6" fmla="*/ 79 w 76"/>
                <a:gd name="T7" fmla="*/ 17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93">
                  <a:moveTo>
                    <a:pt x="48" y="6"/>
                  </a:moveTo>
                  <a:cubicBezTo>
                    <a:pt x="58" y="32"/>
                    <a:pt x="9" y="70"/>
                    <a:pt x="0" y="93"/>
                  </a:cubicBezTo>
                  <a:cubicBezTo>
                    <a:pt x="23" y="65"/>
                    <a:pt x="47" y="24"/>
                    <a:pt x="76" y="0"/>
                  </a:cubicBezTo>
                  <a:cubicBezTo>
                    <a:pt x="67" y="3"/>
                    <a:pt x="61" y="11"/>
                    <a:pt x="5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7" name="Freeform 342">
              <a:extLst>
                <a:ext uri="{FF2B5EF4-FFF2-40B4-BE49-F238E27FC236}">
                  <a16:creationId xmlns:a16="http://schemas.microsoft.com/office/drawing/2014/main" id="{F49AE8C4-DDE1-4DFE-A073-5CA6D6879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622"/>
              <a:ext cx="38" cy="95"/>
            </a:xfrm>
            <a:custGeom>
              <a:avLst/>
              <a:gdLst>
                <a:gd name="T0" fmla="*/ 0 w 33"/>
                <a:gd name="T1" fmla="*/ 8 h 84"/>
                <a:gd name="T2" fmla="*/ 51 w 33"/>
                <a:gd name="T3" fmla="*/ 0 h 84"/>
                <a:gd name="T4" fmla="*/ 44 w 33"/>
                <a:gd name="T5" fmla="*/ 121 h 84"/>
                <a:gd name="T6" fmla="*/ 10 w 33"/>
                <a:gd name="T7" fmla="*/ 21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84">
                  <a:moveTo>
                    <a:pt x="0" y="5"/>
                  </a:moveTo>
                  <a:cubicBezTo>
                    <a:pt x="10" y="10"/>
                    <a:pt x="26" y="11"/>
                    <a:pt x="33" y="0"/>
                  </a:cubicBezTo>
                  <a:cubicBezTo>
                    <a:pt x="23" y="26"/>
                    <a:pt x="13" y="56"/>
                    <a:pt x="29" y="84"/>
                  </a:cubicBezTo>
                  <a:cubicBezTo>
                    <a:pt x="14" y="67"/>
                    <a:pt x="29" y="18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8" name="Freeform 343">
              <a:extLst>
                <a:ext uri="{FF2B5EF4-FFF2-40B4-BE49-F238E27FC236}">
                  <a16:creationId xmlns:a16="http://schemas.microsoft.com/office/drawing/2014/main" id="{664C93A4-10F9-4E55-A8F0-4A046620F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025"/>
              <a:ext cx="43" cy="39"/>
            </a:xfrm>
            <a:custGeom>
              <a:avLst/>
              <a:gdLst>
                <a:gd name="T0" fmla="*/ 0 w 38"/>
                <a:gd name="T1" fmla="*/ 33 h 34"/>
                <a:gd name="T2" fmla="*/ 0 w 38"/>
                <a:gd name="T3" fmla="*/ 0 h 34"/>
                <a:gd name="T4" fmla="*/ 55 w 38"/>
                <a:gd name="T5" fmla="*/ 52 h 34"/>
                <a:gd name="T6" fmla="*/ 3 w 38"/>
                <a:gd name="T7" fmla="*/ 3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4">
                  <a:moveTo>
                    <a:pt x="0" y="22"/>
                  </a:moveTo>
                  <a:cubicBezTo>
                    <a:pt x="2" y="14"/>
                    <a:pt x="6" y="6"/>
                    <a:pt x="0" y="0"/>
                  </a:cubicBezTo>
                  <a:cubicBezTo>
                    <a:pt x="8" y="17"/>
                    <a:pt x="21" y="26"/>
                    <a:pt x="38" y="34"/>
                  </a:cubicBezTo>
                  <a:cubicBezTo>
                    <a:pt x="29" y="29"/>
                    <a:pt x="12" y="23"/>
                    <a:pt x="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59" name="Oval 344">
              <a:extLst>
                <a:ext uri="{FF2B5EF4-FFF2-40B4-BE49-F238E27FC236}">
                  <a16:creationId xmlns:a16="http://schemas.microsoft.com/office/drawing/2014/main" id="{55E39AB4-A8F2-4FD6-8B9F-86F780C24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5" y="206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60" name="Oval 345">
              <a:extLst>
                <a:ext uri="{FF2B5EF4-FFF2-40B4-BE49-F238E27FC236}">
                  <a16:creationId xmlns:a16="http://schemas.microsoft.com/office/drawing/2014/main" id="{D9718C23-B735-41DA-9ABA-CD269E567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204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61" name="Oval 346">
              <a:extLst>
                <a:ext uri="{FF2B5EF4-FFF2-40B4-BE49-F238E27FC236}">
                  <a16:creationId xmlns:a16="http://schemas.microsoft.com/office/drawing/2014/main" id="{CF003B2B-41FF-4BE3-8F04-2BEF746CF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089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62" name="Oval 347">
              <a:extLst>
                <a:ext uri="{FF2B5EF4-FFF2-40B4-BE49-F238E27FC236}">
                  <a16:creationId xmlns:a16="http://schemas.microsoft.com/office/drawing/2014/main" id="{53C0D91B-6C88-426F-9884-4ABCB5983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006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63" name="Oval 348">
              <a:extLst>
                <a:ext uri="{FF2B5EF4-FFF2-40B4-BE49-F238E27FC236}">
                  <a16:creationId xmlns:a16="http://schemas.microsoft.com/office/drawing/2014/main" id="{8270AC9B-0F4B-43FE-973A-0AA27A162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197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64" name="Oval 349">
              <a:extLst>
                <a:ext uri="{FF2B5EF4-FFF2-40B4-BE49-F238E27FC236}">
                  <a16:creationId xmlns:a16="http://schemas.microsoft.com/office/drawing/2014/main" id="{DC4BD869-491D-4D60-A82E-409C27CC8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9" y="205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65" name="Oval 350">
              <a:extLst>
                <a:ext uri="{FF2B5EF4-FFF2-40B4-BE49-F238E27FC236}">
                  <a16:creationId xmlns:a16="http://schemas.microsoft.com/office/drawing/2014/main" id="{DDD3ADEC-13B8-48BD-AE57-C8B504765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065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66" name="Oval 351">
              <a:extLst>
                <a:ext uri="{FF2B5EF4-FFF2-40B4-BE49-F238E27FC236}">
                  <a16:creationId xmlns:a16="http://schemas.microsoft.com/office/drawing/2014/main" id="{78057082-BE05-4AC5-B678-C9410CDFD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17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67" name="Oval 352">
              <a:extLst>
                <a:ext uri="{FF2B5EF4-FFF2-40B4-BE49-F238E27FC236}">
                  <a16:creationId xmlns:a16="http://schemas.microsoft.com/office/drawing/2014/main" id="{AF28B9DF-0455-42EF-B0D6-CE49D06EA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195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68" name="Oval 353">
              <a:extLst>
                <a:ext uri="{FF2B5EF4-FFF2-40B4-BE49-F238E27FC236}">
                  <a16:creationId xmlns:a16="http://schemas.microsoft.com/office/drawing/2014/main" id="{2C28C5E1-F26B-479C-B042-FD8424DD5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5" y="1610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69" name="Oval 354">
              <a:extLst>
                <a:ext uri="{FF2B5EF4-FFF2-40B4-BE49-F238E27FC236}">
                  <a16:creationId xmlns:a16="http://schemas.microsoft.com/office/drawing/2014/main" id="{7F3D0E50-8579-45CE-9670-EDD97EA30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580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70" name="Oval 355">
              <a:extLst>
                <a:ext uri="{FF2B5EF4-FFF2-40B4-BE49-F238E27FC236}">
                  <a16:creationId xmlns:a16="http://schemas.microsoft.com/office/drawing/2014/main" id="{C9A2D4BD-D07C-4BED-9CEA-2BB27F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1383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71" name="Oval 356">
              <a:extLst>
                <a:ext uri="{FF2B5EF4-FFF2-40B4-BE49-F238E27FC236}">
                  <a16:creationId xmlns:a16="http://schemas.microsoft.com/office/drawing/2014/main" id="{D9D43E0B-E5A8-4824-BFC0-C836B4489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1353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72" name="Oval 357">
              <a:extLst>
                <a:ext uri="{FF2B5EF4-FFF2-40B4-BE49-F238E27FC236}">
                  <a16:creationId xmlns:a16="http://schemas.microsoft.com/office/drawing/2014/main" id="{AE2031C9-2B28-4ACB-A1DA-E86D9DF79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1" y="1382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73" name="Oval 358">
              <a:extLst>
                <a:ext uri="{FF2B5EF4-FFF2-40B4-BE49-F238E27FC236}">
                  <a16:creationId xmlns:a16="http://schemas.microsoft.com/office/drawing/2014/main" id="{7C0CE1F8-592F-44DF-8AE4-647FE1924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9" y="1341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74" name="Oval 359">
              <a:extLst>
                <a:ext uri="{FF2B5EF4-FFF2-40B4-BE49-F238E27FC236}">
                  <a16:creationId xmlns:a16="http://schemas.microsoft.com/office/drawing/2014/main" id="{640131A7-D580-4974-9BEC-CE3E7F54F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1442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75" name="Oval 360">
              <a:extLst>
                <a:ext uri="{FF2B5EF4-FFF2-40B4-BE49-F238E27FC236}">
                  <a16:creationId xmlns:a16="http://schemas.microsoft.com/office/drawing/2014/main" id="{40AF772B-B234-4577-B4FF-2F92ACF3B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" y="142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76" name="Oval 361">
              <a:extLst>
                <a:ext uri="{FF2B5EF4-FFF2-40B4-BE49-F238E27FC236}">
                  <a16:creationId xmlns:a16="http://schemas.microsoft.com/office/drawing/2014/main" id="{A7FE5098-DE39-43F5-B34E-15A84EEBC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092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77" name="Freeform 362">
              <a:extLst>
                <a:ext uri="{FF2B5EF4-FFF2-40B4-BE49-F238E27FC236}">
                  <a16:creationId xmlns:a16="http://schemas.microsoft.com/office/drawing/2014/main" id="{C61DABEF-9F76-4B36-A98F-2216D357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373"/>
              <a:ext cx="16" cy="51"/>
            </a:xfrm>
            <a:custGeom>
              <a:avLst/>
              <a:gdLst>
                <a:gd name="T0" fmla="*/ 9 w 14"/>
                <a:gd name="T1" fmla="*/ 1 h 45"/>
                <a:gd name="T2" fmla="*/ 9 w 14"/>
                <a:gd name="T3" fmla="*/ 29 h 45"/>
                <a:gd name="T4" fmla="*/ 1 w 14"/>
                <a:gd name="T5" fmla="*/ 66 h 45"/>
                <a:gd name="T6" fmla="*/ 21 w 14"/>
                <a:gd name="T7" fmla="*/ 12 h 45"/>
                <a:gd name="T8" fmla="*/ 9 w 14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5">
                  <a:moveTo>
                    <a:pt x="6" y="1"/>
                  </a:moveTo>
                  <a:cubicBezTo>
                    <a:pt x="5" y="7"/>
                    <a:pt x="7" y="13"/>
                    <a:pt x="6" y="20"/>
                  </a:cubicBezTo>
                  <a:cubicBezTo>
                    <a:pt x="5" y="28"/>
                    <a:pt x="2" y="36"/>
                    <a:pt x="1" y="45"/>
                  </a:cubicBezTo>
                  <a:cubicBezTo>
                    <a:pt x="0" y="33"/>
                    <a:pt x="8" y="18"/>
                    <a:pt x="14" y="9"/>
                  </a:cubicBezTo>
                  <a:cubicBezTo>
                    <a:pt x="11" y="7"/>
                    <a:pt x="8" y="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8" name="Freeform 363">
              <a:extLst>
                <a:ext uri="{FF2B5EF4-FFF2-40B4-BE49-F238E27FC236}">
                  <a16:creationId xmlns:a16="http://schemas.microsoft.com/office/drawing/2014/main" id="{B3A8AA69-F135-409D-AFD6-BF45E275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386"/>
              <a:ext cx="29" cy="100"/>
            </a:xfrm>
            <a:custGeom>
              <a:avLst/>
              <a:gdLst>
                <a:gd name="T0" fmla="*/ 0 w 25"/>
                <a:gd name="T1" fmla="*/ 3 h 88"/>
                <a:gd name="T2" fmla="*/ 17 w 25"/>
                <a:gd name="T3" fmla="*/ 0 h 88"/>
                <a:gd name="T4" fmla="*/ 27 w 25"/>
                <a:gd name="T5" fmla="*/ 63 h 88"/>
                <a:gd name="T6" fmla="*/ 39 w 25"/>
                <a:gd name="T7" fmla="*/ 130 h 88"/>
                <a:gd name="T8" fmla="*/ 19 w 25"/>
                <a:gd name="T9" fmla="*/ 41 h 88"/>
                <a:gd name="T10" fmla="*/ 1 w 25"/>
                <a:gd name="T11" fmla="*/ 8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8">
                  <a:moveTo>
                    <a:pt x="0" y="3"/>
                  </a:moveTo>
                  <a:cubicBezTo>
                    <a:pt x="4" y="5"/>
                    <a:pt x="9" y="4"/>
                    <a:pt x="11" y="0"/>
                  </a:cubicBezTo>
                  <a:cubicBezTo>
                    <a:pt x="10" y="14"/>
                    <a:pt x="14" y="28"/>
                    <a:pt x="17" y="42"/>
                  </a:cubicBezTo>
                  <a:cubicBezTo>
                    <a:pt x="20" y="57"/>
                    <a:pt x="22" y="73"/>
                    <a:pt x="25" y="88"/>
                  </a:cubicBezTo>
                  <a:cubicBezTo>
                    <a:pt x="19" y="68"/>
                    <a:pt x="15" y="49"/>
                    <a:pt x="12" y="28"/>
                  </a:cubicBezTo>
                  <a:cubicBezTo>
                    <a:pt x="10" y="19"/>
                    <a:pt x="8" y="1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79" name="Freeform 364">
              <a:extLst>
                <a:ext uri="{FF2B5EF4-FFF2-40B4-BE49-F238E27FC236}">
                  <a16:creationId xmlns:a16="http://schemas.microsoft.com/office/drawing/2014/main" id="{2E29C267-39CF-44C4-9386-E5B5ABB60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170"/>
              <a:ext cx="39" cy="106"/>
            </a:xfrm>
            <a:custGeom>
              <a:avLst/>
              <a:gdLst>
                <a:gd name="T0" fmla="*/ 0 w 34"/>
                <a:gd name="T1" fmla="*/ 0 h 93"/>
                <a:gd name="T2" fmla="*/ 29 w 34"/>
                <a:gd name="T3" fmla="*/ 66 h 93"/>
                <a:gd name="T4" fmla="*/ 52 w 34"/>
                <a:gd name="T5" fmla="*/ 138 h 93"/>
                <a:gd name="T6" fmla="*/ 3 w 34"/>
                <a:gd name="T7" fmla="*/ 1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93">
                  <a:moveTo>
                    <a:pt x="0" y="0"/>
                  </a:moveTo>
                  <a:cubicBezTo>
                    <a:pt x="10" y="14"/>
                    <a:pt x="14" y="28"/>
                    <a:pt x="19" y="45"/>
                  </a:cubicBezTo>
                  <a:cubicBezTo>
                    <a:pt x="24" y="61"/>
                    <a:pt x="30" y="77"/>
                    <a:pt x="34" y="93"/>
                  </a:cubicBezTo>
                  <a:cubicBezTo>
                    <a:pt x="15" y="67"/>
                    <a:pt x="21" y="32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0" name="Freeform 365">
              <a:extLst>
                <a:ext uri="{FF2B5EF4-FFF2-40B4-BE49-F238E27FC236}">
                  <a16:creationId xmlns:a16="http://schemas.microsoft.com/office/drawing/2014/main" id="{9E79C8E8-E424-42D2-A7B5-088664C22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986"/>
              <a:ext cx="17" cy="209"/>
            </a:xfrm>
            <a:custGeom>
              <a:avLst/>
              <a:gdLst>
                <a:gd name="T0" fmla="*/ 22 w 15"/>
                <a:gd name="T1" fmla="*/ 0 h 184"/>
                <a:gd name="T2" fmla="*/ 2 w 15"/>
                <a:gd name="T3" fmla="*/ 139 h 184"/>
                <a:gd name="T4" fmla="*/ 18 w 15"/>
                <a:gd name="T5" fmla="*/ 269 h 184"/>
                <a:gd name="T6" fmla="*/ 1 w 15"/>
                <a:gd name="T7" fmla="*/ 183 h 184"/>
                <a:gd name="T8" fmla="*/ 0 w 15"/>
                <a:gd name="T9" fmla="*/ 115 h 184"/>
                <a:gd name="T10" fmla="*/ 2 w 15"/>
                <a:gd name="T11" fmla="*/ 65 h 184"/>
                <a:gd name="T12" fmla="*/ 18 w 15"/>
                <a:gd name="T13" fmla="*/ 3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84">
                  <a:moveTo>
                    <a:pt x="15" y="0"/>
                  </a:moveTo>
                  <a:cubicBezTo>
                    <a:pt x="2" y="28"/>
                    <a:pt x="2" y="64"/>
                    <a:pt x="2" y="94"/>
                  </a:cubicBezTo>
                  <a:cubicBezTo>
                    <a:pt x="2" y="123"/>
                    <a:pt x="2" y="157"/>
                    <a:pt x="12" y="184"/>
                  </a:cubicBezTo>
                  <a:cubicBezTo>
                    <a:pt x="3" y="167"/>
                    <a:pt x="2" y="144"/>
                    <a:pt x="1" y="125"/>
                  </a:cubicBezTo>
                  <a:cubicBezTo>
                    <a:pt x="0" y="110"/>
                    <a:pt x="0" y="94"/>
                    <a:pt x="0" y="78"/>
                  </a:cubicBezTo>
                  <a:cubicBezTo>
                    <a:pt x="0" y="67"/>
                    <a:pt x="1" y="55"/>
                    <a:pt x="2" y="44"/>
                  </a:cubicBezTo>
                  <a:cubicBezTo>
                    <a:pt x="4" y="30"/>
                    <a:pt x="11" y="16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1" name="Freeform 366">
              <a:extLst>
                <a:ext uri="{FF2B5EF4-FFF2-40B4-BE49-F238E27FC236}">
                  <a16:creationId xmlns:a16="http://schemas.microsoft.com/office/drawing/2014/main" id="{5246E8B7-E991-40CA-9AD1-988194BEB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872"/>
              <a:ext cx="32" cy="100"/>
            </a:xfrm>
            <a:custGeom>
              <a:avLst/>
              <a:gdLst>
                <a:gd name="T0" fmla="*/ 0 w 28"/>
                <a:gd name="T1" fmla="*/ 0 h 88"/>
                <a:gd name="T2" fmla="*/ 30 w 28"/>
                <a:gd name="T3" fmla="*/ 57 h 88"/>
                <a:gd name="T4" fmla="*/ 42 w 28"/>
                <a:gd name="T5" fmla="*/ 130 h 88"/>
                <a:gd name="T6" fmla="*/ 25 w 28"/>
                <a:gd name="T7" fmla="*/ 58 h 88"/>
                <a:gd name="T8" fmla="*/ 21 w 28"/>
                <a:gd name="T9" fmla="*/ 36 h 88"/>
                <a:gd name="T10" fmla="*/ 3 w 28"/>
                <a:gd name="T11" fmla="*/ 7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8">
                  <a:moveTo>
                    <a:pt x="0" y="0"/>
                  </a:moveTo>
                  <a:cubicBezTo>
                    <a:pt x="13" y="8"/>
                    <a:pt x="18" y="25"/>
                    <a:pt x="20" y="39"/>
                  </a:cubicBezTo>
                  <a:cubicBezTo>
                    <a:pt x="23" y="53"/>
                    <a:pt x="20" y="76"/>
                    <a:pt x="28" y="88"/>
                  </a:cubicBezTo>
                  <a:cubicBezTo>
                    <a:pt x="18" y="79"/>
                    <a:pt x="20" y="54"/>
                    <a:pt x="17" y="40"/>
                  </a:cubicBezTo>
                  <a:cubicBezTo>
                    <a:pt x="16" y="35"/>
                    <a:pt x="16" y="30"/>
                    <a:pt x="14" y="25"/>
                  </a:cubicBezTo>
                  <a:cubicBezTo>
                    <a:pt x="12" y="17"/>
                    <a:pt x="6" y="12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2" name="Freeform 367">
              <a:extLst>
                <a:ext uri="{FF2B5EF4-FFF2-40B4-BE49-F238E27FC236}">
                  <a16:creationId xmlns:a16="http://schemas.microsoft.com/office/drawing/2014/main" id="{5A51F9F8-8101-4673-9206-538C0C3AD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826"/>
              <a:ext cx="11" cy="113"/>
            </a:xfrm>
            <a:custGeom>
              <a:avLst/>
              <a:gdLst>
                <a:gd name="T0" fmla="*/ 3 w 10"/>
                <a:gd name="T1" fmla="*/ 0 h 100"/>
                <a:gd name="T2" fmla="*/ 13 w 10"/>
                <a:gd name="T3" fmla="*/ 145 h 100"/>
                <a:gd name="T4" fmla="*/ 10 w 10"/>
                <a:gd name="T5" fmla="*/ 69 h 100"/>
                <a:gd name="T6" fmla="*/ 3 w 10"/>
                <a:gd name="T7" fmla="*/ 8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0">
                  <a:moveTo>
                    <a:pt x="3" y="0"/>
                  </a:moveTo>
                  <a:cubicBezTo>
                    <a:pt x="0" y="32"/>
                    <a:pt x="10" y="68"/>
                    <a:pt x="10" y="100"/>
                  </a:cubicBezTo>
                  <a:cubicBezTo>
                    <a:pt x="10" y="83"/>
                    <a:pt x="8" y="65"/>
                    <a:pt x="7" y="48"/>
                  </a:cubicBezTo>
                  <a:cubicBezTo>
                    <a:pt x="7" y="35"/>
                    <a:pt x="8" y="16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3" name="Freeform 368">
              <a:extLst>
                <a:ext uri="{FF2B5EF4-FFF2-40B4-BE49-F238E27FC236}">
                  <a16:creationId xmlns:a16="http://schemas.microsoft.com/office/drawing/2014/main" id="{54C57FE1-51BB-407B-82F2-908ABBB5C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058"/>
              <a:ext cx="21" cy="62"/>
            </a:xfrm>
            <a:custGeom>
              <a:avLst/>
              <a:gdLst>
                <a:gd name="T0" fmla="*/ 11 w 19"/>
                <a:gd name="T1" fmla="*/ 0 h 55"/>
                <a:gd name="T2" fmla="*/ 22 w 19"/>
                <a:gd name="T3" fmla="*/ 0 h 55"/>
                <a:gd name="T4" fmla="*/ 0 w 19"/>
                <a:gd name="T5" fmla="*/ 79 h 55"/>
                <a:gd name="T6" fmla="*/ 11 w 19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5">
                  <a:moveTo>
                    <a:pt x="8" y="0"/>
                  </a:moveTo>
                  <a:cubicBezTo>
                    <a:pt x="11" y="3"/>
                    <a:pt x="14" y="3"/>
                    <a:pt x="16" y="0"/>
                  </a:cubicBezTo>
                  <a:cubicBezTo>
                    <a:pt x="11" y="18"/>
                    <a:pt x="7" y="37"/>
                    <a:pt x="0" y="55"/>
                  </a:cubicBezTo>
                  <a:cubicBezTo>
                    <a:pt x="4" y="41"/>
                    <a:pt x="19" y="1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4" name="Freeform 369">
              <a:extLst>
                <a:ext uri="{FF2B5EF4-FFF2-40B4-BE49-F238E27FC236}">
                  <a16:creationId xmlns:a16="http://schemas.microsoft.com/office/drawing/2014/main" id="{58F2A8D4-23EC-406D-B2E7-2AFAAD605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1233"/>
              <a:ext cx="46" cy="21"/>
            </a:xfrm>
            <a:custGeom>
              <a:avLst/>
              <a:gdLst>
                <a:gd name="T0" fmla="*/ 3 w 40"/>
                <a:gd name="T1" fmla="*/ 24 h 19"/>
                <a:gd name="T2" fmla="*/ 61 w 40"/>
                <a:gd name="T3" fmla="*/ 0 h 19"/>
                <a:gd name="T4" fmla="*/ 53 w 40"/>
                <a:gd name="T5" fmla="*/ 13 h 19"/>
                <a:gd name="T6" fmla="*/ 52 w 40"/>
                <a:gd name="T7" fmla="*/ 11 h 19"/>
                <a:gd name="T8" fmla="*/ 0 w 40"/>
                <a:gd name="T9" fmla="*/ 2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" y="18"/>
                  </a:moveTo>
                  <a:cubicBezTo>
                    <a:pt x="17" y="13"/>
                    <a:pt x="28" y="6"/>
                    <a:pt x="40" y="0"/>
                  </a:cubicBezTo>
                  <a:cubicBezTo>
                    <a:pt x="38" y="3"/>
                    <a:pt x="36" y="7"/>
                    <a:pt x="35" y="10"/>
                  </a:cubicBezTo>
                  <a:cubicBezTo>
                    <a:pt x="35" y="10"/>
                    <a:pt x="34" y="9"/>
                    <a:pt x="34" y="8"/>
                  </a:cubicBezTo>
                  <a:cubicBezTo>
                    <a:pt x="24" y="8"/>
                    <a:pt x="9" y="16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5" name="Freeform 370">
              <a:extLst>
                <a:ext uri="{FF2B5EF4-FFF2-40B4-BE49-F238E27FC236}">
                  <a16:creationId xmlns:a16="http://schemas.microsoft.com/office/drawing/2014/main" id="{FBDB21FB-1A58-45F3-8A85-43B21FAEF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132"/>
              <a:ext cx="12" cy="59"/>
            </a:xfrm>
            <a:custGeom>
              <a:avLst/>
              <a:gdLst>
                <a:gd name="T0" fmla="*/ 13 w 11"/>
                <a:gd name="T1" fmla="*/ 0 h 52"/>
                <a:gd name="T2" fmla="*/ 13 w 11"/>
                <a:gd name="T3" fmla="*/ 34 h 52"/>
                <a:gd name="T4" fmla="*/ 0 w 11"/>
                <a:gd name="T5" fmla="*/ 76 h 52"/>
                <a:gd name="T6" fmla="*/ 11 w 11"/>
                <a:gd name="T7" fmla="*/ 50 h 52"/>
                <a:gd name="T8" fmla="*/ 14 w 11"/>
                <a:gd name="T9" fmla="*/ 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2">
                  <a:moveTo>
                    <a:pt x="10" y="0"/>
                  </a:moveTo>
                  <a:cubicBezTo>
                    <a:pt x="10" y="8"/>
                    <a:pt x="11" y="14"/>
                    <a:pt x="10" y="23"/>
                  </a:cubicBezTo>
                  <a:cubicBezTo>
                    <a:pt x="8" y="34"/>
                    <a:pt x="5" y="41"/>
                    <a:pt x="0" y="52"/>
                  </a:cubicBezTo>
                  <a:cubicBezTo>
                    <a:pt x="2" y="46"/>
                    <a:pt x="7" y="40"/>
                    <a:pt x="8" y="34"/>
                  </a:cubicBezTo>
                  <a:cubicBezTo>
                    <a:pt x="11" y="24"/>
                    <a:pt x="11" y="13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6" name="Freeform 371">
              <a:extLst>
                <a:ext uri="{FF2B5EF4-FFF2-40B4-BE49-F238E27FC236}">
                  <a16:creationId xmlns:a16="http://schemas.microsoft.com/office/drawing/2014/main" id="{905AD045-849A-4DBC-B15F-75AFA9321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1974"/>
              <a:ext cx="130" cy="73"/>
            </a:xfrm>
            <a:custGeom>
              <a:avLst/>
              <a:gdLst>
                <a:gd name="T0" fmla="*/ 0 w 114"/>
                <a:gd name="T1" fmla="*/ 0 h 64"/>
                <a:gd name="T2" fmla="*/ 96 w 114"/>
                <a:gd name="T3" fmla="*/ 72 h 64"/>
                <a:gd name="T4" fmla="*/ 169 w 114"/>
                <a:gd name="T5" fmla="*/ 95 h 64"/>
                <a:gd name="T6" fmla="*/ 81 w 114"/>
                <a:gd name="T7" fmla="*/ 56 h 64"/>
                <a:gd name="T8" fmla="*/ 9 w 114"/>
                <a:gd name="T9" fmla="*/ 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64">
                  <a:moveTo>
                    <a:pt x="0" y="0"/>
                  </a:moveTo>
                  <a:cubicBezTo>
                    <a:pt x="24" y="13"/>
                    <a:pt x="38" y="38"/>
                    <a:pt x="65" y="48"/>
                  </a:cubicBezTo>
                  <a:cubicBezTo>
                    <a:pt x="80" y="54"/>
                    <a:pt x="97" y="64"/>
                    <a:pt x="114" y="64"/>
                  </a:cubicBezTo>
                  <a:cubicBezTo>
                    <a:pt x="92" y="60"/>
                    <a:pt x="72" y="48"/>
                    <a:pt x="54" y="38"/>
                  </a:cubicBezTo>
                  <a:cubicBezTo>
                    <a:pt x="40" y="30"/>
                    <a:pt x="16" y="17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7" name="Freeform 372">
              <a:extLst>
                <a:ext uri="{FF2B5EF4-FFF2-40B4-BE49-F238E27FC236}">
                  <a16:creationId xmlns:a16="http://schemas.microsoft.com/office/drawing/2014/main" id="{657E2E8D-33CB-413C-B454-8495CFF2F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162"/>
              <a:ext cx="97" cy="104"/>
            </a:xfrm>
            <a:custGeom>
              <a:avLst/>
              <a:gdLst>
                <a:gd name="T0" fmla="*/ 112 w 85"/>
                <a:gd name="T1" fmla="*/ 0 h 92"/>
                <a:gd name="T2" fmla="*/ 127 w 85"/>
                <a:gd name="T3" fmla="*/ 8 h 92"/>
                <a:gd name="T4" fmla="*/ 0 w 85"/>
                <a:gd name="T5" fmla="*/ 133 h 92"/>
                <a:gd name="T6" fmla="*/ 42 w 85"/>
                <a:gd name="T7" fmla="*/ 96 h 92"/>
                <a:gd name="T8" fmla="*/ 76 w 85"/>
                <a:gd name="T9" fmla="*/ 49 h 92"/>
                <a:gd name="T10" fmla="*/ 112 w 85"/>
                <a:gd name="T11" fmla="*/ 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92">
                  <a:moveTo>
                    <a:pt x="75" y="0"/>
                  </a:moveTo>
                  <a:cubicBezTo>
                    <a:pt x="74" y="0"/>
                    <a:pt x="81" y="3"/>
                    <a:pt x="85" y="5"/>
                  </a:cubicBezTo>
                  <a:cubicBezTo>
                    <a:pt x="58" y="36"/>
                    <a:pt x="28" y="63"/>
                    <a:pt x="0" y="92"/>
                  </a:cubicBezTo>
                  <a:cubicBezTo>
                    <a:pt x="7" y="82"/>
                    <a:pt x="19" y="75"/>
                    <a:pt x="28" y="66"/>
                  </a:cubicBezTo>
                  <a:cubicBezTo>
                    <a:pt x="37" y="56"/>
                    <a:pt x="44" y="44"/>
                    <a:pt x="52" y="34"/>
                  </a:cubicBezTo>
                  <a:cubicBezTo>
                    <a:pt x="60" y="23"/>
                    <a:pt x="75" y="13"/>
                    <a:pt x="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8" name="Freeform 373">
              <a:extLst>
                <a:ext uri="{FF2B5EF4-FFF2-40B4-BE49-F238E27FC236}">
                  <a16:creationId xmlns:a16="http://schemas.microsoft.com/office/drawing/2014/main" id="{86E5A062-81BB-457B-A0AF-4E5D2502C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099"/>
              <a:ext cx="22" cy="83"/>
            </a:xfrm>
            <a:custGeom>
              <a:avLst/>
              <a:gdLst>
                <a:gd name="T0" fmla="*/ 29 w 19"/>
                <a:gd name="T1" fmla="*/ 85 h 73"/>
                <a:gd name="T2" fmla="*/ 22 w 19"/>
                <a:gd name="T3" fmla="*/ 0 h 73"/>
                <a:gd name="T4" fmla="*/ 0 w 19"/>
                <a:gd name="T5" fmla="*/ 107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3">
                  <a:moveTo>
                    <a:pt x="19" y="58"/>
                  </a:moveTo>
                  <a:cubicBezTo>
                    <a:pt x="5" y="49"/>
                    <a:pt x="11" y="15"/>
                    <a:pt x="14" y="0"/>
                  </a:cubicBezTo>
                  <a:cubicBezTo>
                    <a:pt x="13" y="24"/>
                    <a:pt x="11" y="52"/>
                    <a:pt x="0" y="7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89" name="Freeform 374">
              <a:extLst>
                <a:ext uri="{FF2B5EF4-FFF2-40B4-BE49-F238E27FC236}">
                  <a16:creationId xmlns:a16="http://schemas.microsoft.com/office/drawing/2014/main" id="{EA081AE9-BF86-4011-A397-6DDC3BF83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1722"/>
              <a:ext cx="19" cy="126"/>
            </a:xfrm>
            <a:custGeom>
              <a:avLst/>
              <a:gdLst>
                <a:gd name="T0" fmla="*/ 2 w 17"/>
                <a:gd name="T1" fmla="*/ 7 h 111"/>
                <a:gd name="T2" fmla="*/ 11 w 17"/>
                <a:gd name="T3" fmla="*/ 11 h 111"/>
                <a:gd name="T4" fmla="*/ 13 w 17"/>
                <a:gd name="T5" fmla="*/ 8 h 111"/>
                <a:gd name="T6" fmla="*/ 11 w 17"/>
                <a:gd name="T7" fmla="*/ 89 h 111"/>
                <a:gd name="T8" fmla="*/ 21 w 17"/>
                <a:gd name="T9" fmla="*/ 162 h 111"/>
                <a:gd name="T10" fmla="*/ 0 w 17"/>
                <a:gd name="T11" fmla="*/ 116 h 111"/>
                <a:gd name="T12" fmla="*/ 10 w 17"/>
                <a:gd name="T13" fmla="*/ 111 h 111"/>
                <a:gd name="T14" fmla="*/ 9 w 17"/>
                <a:gd name="T15" fmla="*/ 0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11">
                  <a:moveTo>
                    <a:pt x="2" y="4"/>
                  </a:moveTo>
                  <a:cubicBezTo>
                    <a:pt x="4" y="5"/>
                    <a:pt x="6" y="7"/>
                    <a:pt x="8" y="8"/>
                  </a:cubicBezTo>
                  <a:cubicBezTo>
                    <a:pt x="9" y="7"/>
                    <a:pt x="10" y="7"/>
                    <a:pt x="10" y="5"/>
                  </a:cubicBezTo>
                  <a:cubicBezTo>
                    <a:pt x="6" y="25"/>
                    <a:pt x="6" y="42"/>
                    <a:pt x="8" y="61"/>
                  </a:cubicBezTo>
                  <a:cubicBezTo>
                    <a:pt x="9" y="77"/>
                    <a:pt x="17" y="96"/>
                    <a:pt x="15" y="111"/>
                  </a:cubicBezTo>
                  <a:cubicBezTo>
                    <a:pt x="15" y="100"/>
                    <a:pt x="12" y="82"/>
                    <a:pt x="0" y="79"/>
                  </a:cubicBezTo>
                  <a:cubicBezTo>
                    <a:pt x="2" y="79"/>
                    <a:pt x="5" y="77"/>
                    <a:pt x="7" y="76"/>
                  </a:cubicBezTo>
                  <a:cubicBezTo>
                    <a:pt x="3" y="51"/>
                    <a:pt x="6" y="26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90" name="Oval 375">
              <a:extLst>
                <a:ext uri="{FF2B5EF4-FFF2-40B4-BE49-F238E27FC236}">
                  <a16:creationId xmlns:a16="http://schemas.microsoft.com/office/drawing/2014/main" id="{59DEBDAE-4662-479A-BBC6-262AFDE34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97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91" name="Oval 376">
              <a:extLst>
                <a:ext uri="{FF2B5EF4-FFF2-40B4-BE49-F238E27FC236}">
                  <a16:creationId xmlns:a16="http://schemas.microsoft.com/office/drawing/2014/main" id="{8F15E4C3-047F-414B-9CBB-1CD1B3B96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167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92" name="Oval 377">
              <a:extLst>
                <a:ext uri="{FF2B5EF4-FFF2-40B4-BE49-F238E27FC236}">
                  <a16:creationId xmlns:a16="http://schemas.microsoft.com/office/drawing/2014/main" id="{06D7467E-E6BE-4A21-AE85-A7A9BA53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1" y="180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93" name="Oval 378">
              <a:extLst>
                <a:ext uri="{FF2B5EF4-FFF2-40B4-BE49-F238E27FC236}">
                  <a16:creationId xmlns:a16="http://schemas.microsoft.com/office/drawing/2014/main" id="{C9A0DB7D-F550-4B19-8274-D92E1C988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2" y="179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94" name="Oval 379">
              <a:extLst>
                <a:ext uri="{FF2B5EF4-FFF2-40B4-BE49-F238E27FC236}">
                  <a16:creationId xmlns:a16="http://schemas.microsoft.com/office/drawing/2014/main" id="{E87C3A27-D19D-43EC-BA92-23DF6641A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8" y="171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95" name="Oval 380">
              <a:extLst>
                <a:ext uri="{FF2B5EF4-FFF2-40B4-BE49-F238E27FC236}">
                  <a16:creationId xmlns:a16="http://schemas.microsoft.com/office/drawing/2014/main" id="{E6AA580F-E535-43E0-BDFC-6161CF9AB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2082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96" name="Oval 381">
              <a:extLst>
                <a:ext uri="{FF2B5EF4-FFF2-40B4-BE49-F238E27FC236}">
                  <a16:creationId xmlns:a16="http://schemas.microsoft.com/office/drawing/2014/main" id="{C6F07D0D-D0E0-4A91-9BA6-00FA61452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064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97" name="Oval 382">
              <a:extLst>
                <a:ext uri="{FF2B5EF4-FFF2-40B4-BE49-F238E27FC236}">
                  <a16:creationId xmlns:a16="http://schemas.microsoft.com/office/drawing/2014/main" id="{CFDA0806-EB69-47C0-924C-52E439C20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2264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98" name="Oval 383">
              <a:extLst>
                <a:ext uri="{FF2B5EF4-FFF2-40B4-BE49-F238E27FC236}">
                  <a16:creationId xmlns:a16="http://schemas.microsoft.com/office/drawing/2014/main" id="{7EE73DC9-C3A9-4C1C-A844-C1318778D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2286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799" name="Oval 384">
              <a:extLst>
                <a:ext uri="{FF2B5EF4-FFF2-40B4-BE49-F238E27FC236}">
                  <a16:creationId xmlns:a16="http://schemas.microsoft.com/office/drawing/2014/main" id="{0A3DD2A4-BE2B-4936-9E9C-E7893F2A1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2162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800" name="Oval 385">
              <a:extLst>
                <a:ext uri="{FF2B5EF4-FFF2-40B4-BE49-F238E27FC236}">
                  <a16:creationId xmlns:a16="http://schemas.microsoft.com/office/drawing/2014/main" id="{78ADED9C-98F5-4A4F-880E-4C5DF37A9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8" y="2148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801" name="Freeform 386">
              <a:extLst>
                <a:ext uri="{FF2B5EF4-FFF2-40B4-BE49-F238E27FC236}">
                  <a16:creationId xmlns:a16="http://schemas.microsoft.com/office/drawing/2014/main" id="{98BE5AB2-F420-4F80-A9D9-7083EEC9D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843"/>
              <a:ext cx="43" cy="120"/>
            </a:xfrm>
            <a:custGeom>
              <a:avLst/>
              <a:gdLst>
                <a:gd name="T0" fmla="*/ 55 w 38"/>
                <a:gd name="T1" fmla="*/ 0 h 106"/>
                <a:gd name="T2" fmla="*/ 8 w 38"/>
                <a:gd name="T3" fmla="*/ 154 h 106"/>
                <a:gd name="T4" fmla="*/ 55 w 38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6">
                  <a:moveTo>
                    <a:pt x="38" y="0"/>
                  </a:moveTo>
                  <a:cubicBezTo>
                    <a:pt x="38" y="0"/>
                    <a:pt x="0" y="41"/>
                    <a:pt x="5" y="106"/>
                  </a:cubicBezTo>
                  <a:cubicBezTo>
                    <a:pt x="5" y="106"/>
                    <a:pt x="5" y="49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2" name="Freeform 387">
              <a:extLst>
                <a:ext uri="{FF2B5EF4-FFF2-40B4-BE49-F238E27FC236}">
                  <a16:creationId xmlns:a16="http://schemas.microsoft.com/office/drawing/2014/main" id="{D6C229CF-5DEA-47CB-B116-B2A4461E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880"/>
              <a:ext cx="69" cy="71"/>
            </a:xfrm>
            <a:custGeom>
              <a:avLst/>
              <a:gdLst>
                <a:gd name="T0" fmla="*/ 75 w 61"/>
                <a:gd name="T1" fmla="*/ 3 h 62"/>
                <a:gd name="T2" fmla="*/ 75 w 61"/>
                <a:gd name="T3" fmla="*/ 2 h 62"/>
                <a:gd name="T4" fmla="*/ 88 w 61"/>
                <a:gd name="T5" fmla="*/ 24 h 62"/>
                <a:gd name="T6" fmla="*/ 36 w 61"/>
                <a:gd name="T7" fmla="*/ 57 h 62"/>
                <a:gd name="T8" fmla="*/ 0 w 61"/>
                <a:gd name="T9" fmla="*/ 93 h 62"/>
                <a:gd name="T10" fmla="*/ 51 w 61"/>
                <a:gd name="T11" fmla="*/ 41 h 62"/>
                <a:gd name="T12" fmla="*/ 69 w 61"/>
                <a:gd name="T13" fmla="*/ 7 h 62"/>
                <a:gd name="T14" fmla="*/ 72 w 61"/>
                <a:gd name="T15" fmla="*/ 2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62">
                  <a:moveTo>
                    <a:pt x="51" y="3"/>
                  </a:moveTo>
                  <a:cubicBezTo>
                    <a:pt x="51" y="3"/>
                    <a:pt x="51" y="0"/>
                    <a:pt x="51" y="2"/>
                  </a:cubicBezTo>
                  <a:cubicBezTo>
                    <a:pt x="50" y="8"/>
                    <a:pt x="55" y="15"/>
                    <a:pt x="61" y="16"/>
                  </a:cubicBezTo>
                  <a:cubicBezTo>
                    <a:pt x="48" y="14"/>
                    <a:pt x="33" y="31"/>
                    <a:pt x="25" y="38"/>
                  </a:cubicBezTo>
                  <a:cubicBezTo>
                    <a:pt x="17" y="46"/>
                    <a:pt x="9" y="55"/>
                    <a:pt x="0" y="62"/>
                  </a:cubicBezTo>
                  <a:cubicBezTo>
                    <a:pt x="12" y="51"/>
                    <a:pt x="21" y="36"/>
                    <a:pt x="35" y="27"/>
                  </a:cubicBezTo>
                  <a:cubicBezTo>
                    <a:pt x="43" y="22"/>
                    <a:pt x="53" y="16"/>
                    <a:pt x="48" y="4"/>
                  </a:cubicBezTo>
                  <a:cubicBezTo>
                    <a:pt x="48" y="3"/>
                    <a:pt x="49" y="3"/>
                    <a:pt x="5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3" name="Freeform 388">
              <a:extLst>
                <a:ext uri="{FF2B5EF4-FFF2-40B4-BE49-F238E27FC236}">
                  <a16:creationId xmlns:a16="http://schemas.microsoft.com/office/drawing/2014/main" id="{37FB0F15-3B37-40C3-862B-007DCB9E4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150"/>
              <a:ext cx="125" cy="212"/>
            </a:xfrm>
            <a:custGeom>
              <a:avLst/>
              <a:gdLst>
                <a:gd name="T0" fmla="*/ 161 w 110"/>
                <a:gd name="T1" fmla="*/ 0 h 187"/>
                <a:gd name="T2" fmla="*/ 0 w 110"/>
                <a:gd name="T3" fmla="*/ 272 h 187"/>
                <a:gd name="T4" fmla="*/ 161 w 110"/>
                <a:gd name="T5" fmla="*/ 0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87">
                  <a:moveTo>
                    <a:pt x="110" y="0"/>
                  </a:moveTo>
                  <a:cubicBezTo>
                    <a:pt x="110" y="0"/>
                    <a:pt x="78" y="112"/>
                    <a:pt x="0" y="187"/>
                  </a:cubicBezTo>
                  <a:cubicBezTo>
                    <a:pt x="0" y="187"/>
                    <a:pt x="67" y="120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4" name="Freeform 389">
              <a:extLst>
                <a:ext uri="{FF2B5EF4-FFF2-40B4-BE49-F238E27FC236}">
                  <a16:creationId xmlns:a16="http://schemas.microsoft.com/office/drawing/2014/main" id="{FE8830D9-747D-4B0D-94A9-2C45FBEB2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663"/>
              <a:ext cx="167" cy="103"/>
            </a:xfrm>
            <a:custGeom>
              <a:avLst/>
              <a:gdLst>
                <a:gd name="T0" fmla="*/ 216 w 147"/>
                <a:gd name="T1" fmla="*/ 132 h 91"/>
                <a:gd name="T2" fmla="*/ 106 w 147"/>
                <a:gd name="T3" fmla="*/ 70 h 91"/>
                <a:gd name="T4" fmla="*/ 0 w 147"/>
                <a:gd name="T5" fmla="*/ 0 h 91"/>
                <a:gd name="T6" fmla="*/ 108 w 147"/>
                <a:gd name="T7" fmla="*/ 78 h 91"/>
                <a:gd name="T8" fmla="*/ 216 w 147"/>
                <a:gd name="T9" fmla="*/ 13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91">
                  <a:moveTo>
                    <a:pt x="147" y="91"/>
                  </a:moveTo>
                  <a:cubicBezTo>
                    <a:pt x="147" y="91"/>
                    <a:pt x="90" y="55"/>
                    <a:pt x="72" y="49"/>
                  </a:cubicBezTo>
                  <a:cubicBezTo>
                    <a:pt x="54" y="43"/>
                    <a:pt x="0" y="0"/>
                    <a:pt x="0" y="0"/>
                  </a:cubicBezTo>
                  <a:cubicBezTo>
                    <a:pt x="0" y="0"/>
                    <a:pt x="59" y="50"/>
                    <a:pt x="74" y="54"/>
                  </a:cubicBezTo>
                  <a:cubicBezTo>
                    <a:pt x="89" y="58"/>
                    <a:pt x="141" y="85"/>
                    <a:pt x="147" y="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5" name="Freeform 390">
              <a:extLst>
                <a:ext uri="{FF2B5EF4-FFF2-40B4-BE49-F238E27FC236}">
                  <a16:creationId xmlns:a16="http://schemas.microsoft.com/office/drawing/2014/main" id="{02E9ABC4-D28A-4E96-B866-094488990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84"/>
              <a:ext cx="20" cy="143"/>
            </a:xfrm>
            <a:custGeom>
              <a:avLst/>
              <a:gdLst>
                <a:gd name="T0" fmla="*/ 24 w 18"/>
                <a:gd name="T1" fmla="*/ 0 h 126"/>
                <a:gd name="T2" fmla="*/ 16 w 18"/>
                <a:gd name="T3" fmla="*/ 184 h 126"/>
                <a:gd name="T4" fmla="*/ 24 w 18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6">
                  <a:moveTo>
                    <a:pt x="18" y="0"/>
                  </a:moveTo>
                  <a:cubicBezTo>
                    <a:pt x="18" y="0"/>
                    <a:pt x="0" y="89"/>
                    <a:pt x="12" y="126"/>
                  </a:cubicBezTo>
                  <a:cubicBezTo>
                    <a:pt x="12" y="126"/>
                    <a:pt x="9" y="28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06" name="Freeform 391">
              <a:extLst>
                <a:ext uri="{FF2B5EF4-FFF2-40B4-BE49-F238E27FC236}">
                  <a16:creationId xmlns:a16="http://schemas.microsoft.com/office/drawing/2014/main" id="{4793DA84-C2E8-459E-B3C5-A94A53944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1490"/>
              <a:ext cx="113" cy="111"/>
            </a:xfrm>
            <a:custGeom>
              <a:avLst/>
              <a:gdLst>
                <a:gd name="T0" fmla="*/ 147 w 99"/>
                <a:gd name="T1" fmla="*/ 0 h 98"/>
                <a:gd name="T2" fmla="*/ 0 w 99"/>
                <a:gd name="T3" fmla="*/ 143 h 98"/>
                <a:gd name="T4" fmla="*/ 147 w 99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98">
                  <a:moveTo>
                    <a:pt x="99" y="0"/>
                  </a:moveTo>
                  <a:cubicBezTo>
                    <a:pt x="99" y="0"/>
                    <a:pt x="23" y="39"/>
                    <a:pt x="0" y="98"/>
                  </a:cubicBezTo>
                  <a:cubicBezTo>
                    <a:pt x="0" y="98"/>
                    <a:pt x="40" y="31"/>
                    <a:pt x="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5" name="Cutaway-section-of-an-artery">
            <a:extLst>
              <a:ext uri="{FF2B5EF4-FFF2-40B4-BE49-F238E27FC236}">
                <a16:creationId xmlns:a16="http://schemas.microsoft.com/office/drawing/2014/main" id="{4C723E93-4F57-4317-A0D2-1B8C3EC73DE9}"/>
              </a:ext>
            </a:extLst>
          </p:cNvPr>
          <p:cNvGrpSpPr>
            <a:grpSpLocks/>
          </p:cNvGrpSpPr>
          <p:nvPr/>
        </p:nvGrpSpPr>
        <p:grpSpPr bwMode="auto">
          <a:xfrm>
            <a:off x="5872163" y="1308100"/>
            <a:ext cx="3767137" cy="4892675"/>
            <a:chOff x="2739" y="824"/>
            <a:chExt cx="2373" cy="3082"/>
          </a:xfrm>
        </p:grpSpPr>
        <p:grpSp>
          <p:nvGrpSpPr>
            <p:cNvPr id="18436" name="Group 393">
              <a:extLst>
                <a:ext uri="{FF2B5EF4-FFF2-40B4-BE49-F238E27FC236}">
                  <a16:creationId xmlns:a16="http://schemas.microsoft.com/office/drawing/2014/main" id="{4CC1F462-0460-4CFA-BBA6-AF2A3482A2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9" y="824"/>
              <a:ext cx="2373" cy="3082"/>
              <a:chOff x="2739" y="824"/>
              <a:chExt cx="2373" cy="3082"/>
            </a:xfrm>
          </p:grpSpPr>
          <p:sp>
            <p:nvSpPr>
              <p:cNvPr id="50464" name="Freeform 394">
                <a:extLst>
                  <a:ext uri="{FF2B5EF4-FFF2-40B4-BE49-F238E27FC236}">
                    <a16:creationId xmlns:a16="http://schemas.microsoft.com/office/drawing/2014/main" id="{72DCB4AD-D2E1-4698-B54E-D7D05E344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824"/>
                <a:ext cx="1548" cy="2510"/>
              </a:xfrm>
              <a:custGeom>
                <a:avLst/>
                <a:gdLst>
                  <a:gd name="T0" fmla="*/ 8680 w 619"/>
                  <a:gd name="T1" fmla="*/ 0 h 1004"/>
                  <a:gd name="T2" fmla="*/ 8100 w 619"/>
                  <a:gd name="T3" fmla="*/ 5750 h 1004"/>
                  <a:gd name="T4" fmla="*/ 7255 w 619"/>
                  <a:gd name="T5" fmla="*/ 7000 h 1004"/>
                  <a:gd name="T6" fmla="*/ 6347 w 619"/>
                  <a:gd name="T7" fmla="*/ 8333 h 1004"/>
                  <a:gd name="T8" fmla="*/ 5442 w 619"/>
                  <a:gd name="T9" fmla="*/ 9158 h 1004"/>
                  <a:gd name="T10" fmla="*/ 3896 w 619"/>
                  <a:gd name="T11" fmla="*/ 10470 h 1004"/>
                  <a:gd name="T12" fmla="*/ 2551 w 619"/>
                  <a:gd name="T13" fmla="*/ 11583 h 1004"/>
                  <a:gd name="T14" fmla="*/ 1596 w 619"/>
                  <a:gd name="T15" fmla="*/ 12675 h 1004"/>
                  <a:gd name="T16" fmla="*/ 688 w 619"/>
                  <a:gd name="T17" fmla="*/ 14000 h 1004"/>
                  <a:gd name="T18" fmla="*/ 0 w 619"/>
                  <a:gd name="T19" fmla="*/ 15688 h 1004"/>
                  <a:gd name="T20" fmla="*/ 1208 w 619"/>
                  <a:gd name="T21" fmla="*/ 15520 h 1004"/>
                  <a:gd name="T22" fmla="*/ 1801 w 619"/>
                  <a:gd name="T23" fmla="*/ 13845 h 1004"/>
                  <a:gd name="T24" fmla="*/ 2676 w 619"/>
                  <a:gd name="T25" fmla="*/ 12500 h 1004"/>
                  <a:gd name="T26" fmla="*/ 3614 w 619"/>
                  <a:gd name="T27" fmla="*/ 11395 h 1004"/>
                  <a:gd name="T28" fmla="*/ 4929 w 619"/>
                  <a:gd name="T29" fmla="*/ 10238 h 1004"/>
                  <a:gd name="T30" fmla="*/ 5772 w 619"/>
                  <a:gd name="T31" fmla="*/ 9313 h 1004"/>
                  <a:gd name="T32" fmla="*/ 6597 w 619"/>
                  <a:gd name="T33" fmla="*/ 8500 h 1004"/>
                  <a:gd name="T34" fmla="*/ 7567 w 619"/>
                  <a:gd name="T35" fmla="*/ 7020 h 1004"/>
                  <a:gd name="T36" fmla="*/ 8338 w 619"/>
                  <a:gd name="T37" fmla="*/ 5750 h 1004"/>
                  <a:gd name="T38" fmla="*/ 8775 w 619"/>
                  <a:gd name="T39" fmla="*/ 0 h 100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19" h="1004">
                    <a:moveTo>
                      <a:pt x="555" y="0"/>
                    </a:moveTo>
                    <a:cubicBezTo>
                      <a:pt x="555" y="0"/>
                      <a:pt x="609" y="182"/>
                      <a:pt x="518" y="368"/>
                    </a:cubicBezTo>
                    <a:cubicBezTo>
                      <a:pt x="504" y="398"/>
                      <a:pt x="481" y="423"/>
                      <a:pt x="464" y="448"/>
                    </a:cubicBezTo>
                    <a:cubicBezTo>
                      <a:pt x="443" y="481"/>
                      <a:pt x="430" y="506"/>
                      <a:pt x="406" y="533"/>
                    </a:cubicBezTo>
                    <a:cubicBezTo>
                      <a:pt x="389" y="553"/>
                      <a:pt x="366" y="569"/>
                      <a:pt x="348" y="586"/>
                    </a:cubicBezTo>
                    <a:cubicBezTo>
                      <a:pt x="329" y="606"/>
                      <a:pt x="268" y="653"/>
                      <a:pt x="249" y="670"/>
                    </a:cubicBezTo>
                    <a:cubicBezTo>
                      <a:pt x="217" y="698"/>
                      <a:pt x="188" y="718"/>
                      <a:pt x="163" y="741"/>
                    </a:cubicBezTo>
                    <a:cubicBezTo>
                      <a:pt x="141" y="763"/>
                      <a:pt x="120" y="789"/>
                      <a:pt x="102" y="811"/>
                    </a:cubicBezTo>
                    <a:cubicBezTo>
                      <a:pt x="79" y="838"/>
                      <a:pt x="60" y="866"/>
                      <a:pt x="44" y="896"/>
                    </a:cubicBezTo>
                    <a:cubicBezTo>
                      <a:pt x="26" y="929"/>
                      <a:pt x="13" y="973"/>
                      <a:pt x="0" y="1004"/>
                    </a:cubicBezTo>
                    <a:cubicBezTo>
                      <a:pt x="77" y="993"/>
                      <a:pt x="77" y="993"/>
                      <a:pt x="77" y="993"/>
                    </a:cubicBezTo>
                    <a:cubicBezTo>
                      <a:pt x="89" y="961"/>
                      <a:pt x="99" y="920"/>
                      <a:pt x="115" y="886"/>
                    </a:cubicBezTo>
                    <a:cubicBezTo>
                      <a:pt x="130" y="856"/>
                      <a:pt x="149" y="828"/>
                      <a:pt x="171" y="800"/>
                    </a:cubicBezTo>
                    <a:cubicBezTo>
                      <a:pt x="189" y="778"/>
                      <a:pt x="209" y="751"/>
                      <a:pt x="231" y="729"/>
                    </a:cubicBezTo>
                    <a:cubicBezTo>
                      <a:pt x="255" y="705"/>
                      <a:pt x="284" y="684"/>
                      <a:pt x="315" y="655"/>
                    </a:cubicBezTo>
                    <a:cubicBezTo>
                      <a:pt x="333" y="638"/>
                      <a:pt x="349" y="616"/>
                      <a:pt x="369" y="596"/>
                    </a:cubicBezTo>
                    <a:cubicBezTo>
                      <a:pt x="386" y="579"/>
                      <a:pt x="405" y="563"/>
                      <a:pt x="422" y="544"/>
                    </a:cubicBezTo>
                    <a:cubicBezTo>
                      <a:pt x="445" y="516"/>
                      <a:pt x="463" y="483"/>
                      <a:pt x="484" y="449"/>
                    </a:cubicBezTo>
                    <a:cubicBezTo>
                      <a:pt x="500" y="423"/>
                      <a:pt x="520" y="398"/>
                      <a:pt x="533" y="368"/>
                    </a:cubicBezTo>
                    <a:cubicBezTo>
                      <a:pt x="619" y="179"/>
                      <a:pt x="561" y="0"/>
                      <a:pt x="561" y="0"/>
                    </a:cubicBezTo>
                  </a:path>
                </a:pathLst>
              </a:custGeom>
              <a:solidFill>
                <a:srgbClr val="D59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5" name="Freeform 395">
                <a:extLst>
                  <a:ext uri="{FF2B5EF4-FFF2-40B4-BE49-F238E27FC236}">
                    <a16:creationId xmlns:a16="http://schemas.microsoft.com/office/drawing/2014/main" id="{271C45AE-D588-4547-B73B-000DCD224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204"/>
                <a:ext cx="1381" cy="2587"/>
              </a:xfrm>
              <a:custGeom>
                <a:avLst/>
                <a:gdLst>
                  <a:gd name="T0" fmla="*/ 8549 w 552"/>
                  <a:gd name="T1" fmla="*/ 12 h 1035"/>
                  <a:gd name="T2" fmla="*/ 8531 w 552"/>
                  <a:gd name="T3" fmla="*/ 0 h 1035"/>
                  <a:gd name="T4" fmla="*/ 7798 w 552"/>
                  <a:gd name="T5" fmla="*/ 3374 h 1035"/>
                  <a:gd name="T6" fmla="*/ 7030 w 552"/>
                  <a:gd name="T7" fmla="*/ 4637 h 1035"/>
                  <a:gd name="T8" fmla="*/ 6059 w 552"/>
                  <a:gd name="T9" fmla="*/ 6124 h 1035"/>
                  <a:gd name="T10" fmla="*/ 5234 w 552"/>
                  <a:gd name="T11" fmla="*/ 6934 h 1035"/>
                  <a:gd name="T12" fmla="*/ 4388 w 552"/>
                  <a:gd name="T13" fmla="*/ 7853 h 1035"/>
                  <a:gd name="T14" fmla="*/ 3067 w 552"/>
                  <a:gd name="T15" fmla="*/ 9008 h 1035"/>
                  <a:gd name="T16" fmla="*/ 2129 w 552"/>
                  <a:gd name="T17" fmla="*/ 10121 h 1035"/>
                  <a:gd name="T18" fmla="*/ 1251 w 552"/>
                  <a:gd name="T19" fmla="*/ 11465 h 1035"/>
                  <a:gd name="T20" fmla="*/ 658 w 552"/>
                  <a:gd name="T21" fmla="*/ 13132 h 1035"/>
                  <a:gd name="T22" fmla="*/ 0 w 552"/>
                  <a:gd name="T23" fmla="*/ 16149 h 1035"/>
                  <a:gd name="T24" fmla="*/ 0 w 552"/>
                  <a:gd name="T25" fmla="*/ 16162 h 1035"/>
                  <a:gd name="T26" fmla="*/ 1346 w 552"/>
                  <a:gd name="T27" fmla="*/ 14057 h 1035"/>
                  <a:gd name="T28" fmla="*/ 2084 w 552"/>
                  <a:gd name="T29" fmla="*/ 12070 h 1035"/>
                  <a:gd name="T30" fmla="*/ 2817 w 552"/>
                  <a:gd name="T31" fmla="*/ 10620 h 1035"/>
                  <a:gd name="T32" fmla="*/ 3943 w 552"/>
                  <a:gd name="T33" fmla="*/ 9371 h 1035"/>
                  <a:gd name="T34" fmla="*/ 5169 w 552"/>
                  <a:gd name="T35" fmla="*/ 7946 h 1035"/>
                  <a:gd name="T36" fmla="*/ 6139 w 552"/>
                  <a:gd name="T37" fmla="*/ 6884 h 1035"/>
                  <a:gd name="T38" fmla="*/ 7030 w 552"/>
                  <a:gd name="T39" fmla="*/ 5449 h 1035"/>
                  <a:gd name="T40" fmla="*/ 7736 w 552"/>
                  <a:gd name="T41" fmla="*/ 4279 h 1035"/>
                  <a:gd name="T42" fmla="*/ 8549 w 552"/>
                  <a:gd name="T43" fmla="*/ 12 h 103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2" h="1035">
                    <a:moveTo>
                      <a:pt x="546" y="1"/>
                    </a:moveTo>
                    <a:cubicBezTo>
                      <a:pt x="545" y="0"/>
                      <a:pt x="545" y="0"/>
                      <a:pt x="545" y="0"/>
                    </a:cubicBezTo>
                    <a:cubicBezTo>
                      <a:pt x="545" y="63"/>
                      <a:pt x="534" y="139"/>
                      <a:pt x="498" y="216"/>
                    </a:cubicBezTo>
                    <a:cubicBezTo>
                      <a:pt x="485" y="246"/>
                      <a:pt x="465" y="271"/>
                      <a:pt x="449" y="297"/>
                    </a:cubicBezTo>
                    <a:cubicBezTo>
                      <a:pt x="428" y="331"/>
                      <a:pt x="410" y="364"/>
                      <a:pt x="387" y="392"/>
                    </a:cubicBezTo>
                    <a:cubicBezTo>
                      <a:pt x="370" y="411"/>
                      <a:pt x="351" y="427"/>
                      <a:pt x="334" y="444"/>
                    </a:cubicBezTo>
                    <a:cubicBezTo>
                      <a:pt x="314" y="464"/>
                      <a:pt x="298" y="486"/>
                      <a:pt x="280" y="503"/>
                    </a:cubicBezTo>
                    <a:cubicBezTo>
                      <a:pt x="249" y="532"/>
                      <a:pt x="220" y="553"/>
                      <a:pt x="196" y="577"/>
                    </a:cubicBezTo>
                    <a:cubicBezTo>
                      <a:pt x="174" y="599"/>
                      <a:pt x="154" y="626"/>
                      <a:pt x="136" y="648"/>
                    </a:cubicBezTo>
                    <a:cubicBezTo>
                      <a:pt x="114" y="676"/>
                      <a:pt x="95" y="704"/>
                      <a:pt x="80" y="734"/>
                    </a:cubicBezTo>
                    <a:cubicBezTo>
                      <a:pt x="64" y="768"/>
                      <a:pt x="54" y="809"/>
                      <a:pt x="42" y="841"/>
                    </a:cubicBezTo>
                    <a:cubicBezTo>
                      <a:pt x="47" y="862"/>
                      <a:pt x="68" y="972"/>
                      <a:pt x="0" y="1034"/>
                    </a:cubicBezTo>
                    <a:cubicBezTo>
                      <a:pt x="0" y="1035"/>
                      <a:pt x="0" y="1035"/>
                      <a:pt x="0" y="1035"/>
                    </a:cubicBezTo>
                    <a:cubicBezTo>
                      <a:pt x="37" y="1006"/>
                      <a:pt x="72" y="933"/>
                      <a:pt x="86" y="900"/>
                    </a:cubicBezTo>
                    <a:cubicBezTo>
                      <a:pt x="100" y="865"/>
                      <a:pt x="108" y="828"/>
                      <a:pt x="133" y="773"/>
                    </a:cubicBezTo>
                    <a:cubicBezTo>
                      <a:pt x="146" y="743"/>
                      <a:pt x="164" y="704"/>
                      <a:pt x="180" y="680"/>
                    </a:cubicBezTo>
                    <a:cubicBezTo>
                      <a:pt x="202" y="647"/>
                      <a:pt x="225" y="630"/>
                      <a:pt x="252" y="600"/>
                    </a:cubicBezTo>
                    <a:cubicBezTo>
                      <a:pt x="276" y="573"/>
                      <a:pt x="303" y="539"/>
                      <a:pt x="330" y="509"/>
                    </a:cubicBezTo>
                    <a:cubicBezTo>
                      <a:pt x="351" y="485"/>
                      <a:pt x="372" y="467"/>
                      <a:pt x="392" y="441"/>
                    </a:cubicBezTo>
                    <a:cubicBezTo>
                      <a:pt x="412" y="415"/>
                      <a:pt x="431" y="379"/>
                      <a:pt x="449" y="349"/>
                    </a:cubicBezTo>
                    <a:cubicBezTo>
                      <a:pt x="465" y="323"/>
                      <a:pt x="481" y="303"/>
                      <a:pt x="494" y="274"/>
                    </a:cubicBezTo>
                    <a:cubicBezTo>
                      <a:pt x="530" y="194"/>
                      <a:pt x="552" y="104"/>
                      <a:pt x="546" y="1"/>
                    </a:cubicBezTo>
                  </a:path>
                </a:pathLst>
              </a:custGeom>
              <a:solidFill>
                <a:srgbClr val="BB5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6" name="Freeform 396">
                <a:extLst>
                  <a:ext uri="{FF2B5EF4-FFF2-40B4-BE49-F238E27FC236}">
                    <a16:creationId xmlns:a16="http://schemas.microsoft.com/office/drawing/2014/main" id="{F1776705-16DF-4818-ABB2-B4D4E4432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834"/>
                <a:ext cx="2115" cy="2622"/>
              </a:xfrm>
              <a:custGeom>
                <a:avLst/>
                <a:gdLst>
                  <a:gd name="T0" fmla="*/ 13175 w 846"/>
                  <a:gd name="T1" fmla="*/ 0 h 1049"/>
                  <a:gd name="T2" fmla="*/ 13145 w 846"/>
                  <a:gd name="T3" fmla="*/ 1262 h 1049"/>
                  <a:gd name="T4" fmla="*/ 12645 w 846"/>
                  <a:gd name="T5" fmla="*/ 2842 h 1049"/>
                  <a:gd name="T6" fmla="*/ 12188 w 846"/>
                  <a:gd name="T7" fmla="*/ 3967 h 1049"/>
                  <a:gd name="T8" fmla="*/ 11175 w 846"/>
                  <a:gd name="T9" fmla="*/ 5261 h 1049"/>
                  <a:gd name="T10" fmla="*/ 9875 w 846"/>
                  <a:gd name="T11" fmla="*/ 6854 h 1049"/>
                  <a:gd name="T12" fmla="*/ 8375 w 846"/>
                  <a:gd name="T13" fmla="*/ 8228 h 1049"/>
                  <a:gd name="T14" fmla="*/ 6925 w 846"/>
                  <a:gd name="T15" fmla="*/ 9353 h 1049"/>
                  <a:gd name="T16" fmla="*/ 6283 w 846"/>
                  <a:gd name="T17" fmla="*/ 9821 h 1049"/>
                  <a:gd name="T18" fmla="*/ 4533 w 846"/>
                  <a:gd name="T19" fmla="*/ 11290 h 1049"/>
                  <a:gd name="T20" fmla="*/ 3220 w 846"/>
                  <a:gd name="T21" fmla="*/ 12870 h 1049"/>
                  <a:gd name="T22" fmla="*/ 1958 w 846"/>
                  <a:gd name="T23" fmla="*/ 14507 h 1049"/>
                  <a:gd name="T24" fmla="*/ 1250 w 846"/>
                  <a:gd name="T25" fmla="*/ 16194 h 1049"/>
                  <a:gd name="T26" fmla="*/ 0 w 846"/>
                  <a:gd name="T27" fmla="*/ 16382 h 1049"/>
                  <a:gd name="T28" fmla="*/ 813 w 846"/>
                  <a:gd name="T29" fmla="*/ 14475 h 1049"/>
                  <a:gd name="T30" fmla="*/ 2020 w 846"/>
                  <a:gd name="T31" fmla="*/ 12965 h 1049"/>
                  <a:gd name="T32" fmla="*/ 3395 w 846"/>
                  <a:gd name="T33" fmla="*/ 11370 h 1049"/>
                  <a:gd name="T34" fmla="*/ 5220 w 846"/>
                  <a:gd name="T35" fmla="*/ 9871 h 1049"/>
                  <a:gd name="T36" fmla="*/ 5863 w 846"/>
                  <a:gd name="T37" fmla="*/ 9403 h 1049"/>
                  <a:gd name="T38" fmla="*/ 7333 w 846"/>
                  <a:gd name="T39" fmla="*/ 8291 h 1049"/>
                  <a:gd name="T40" fmla="*/ 9220 w 846"/>
                  <a:gd name="T41" fmla="*/ 6854 h 1049"/>
                  <a:gd name="T42" fmla="*/ 10783 w 846"/>
                  <a:gd name="T43" fmla="*/ 5217 h 1049"/>
                  <a:gd name="T44" fmla="*/ 11800 w 846"/>
                  <a:gd name="T45" fmla="*/ 4042 h 1049"/>
                  <a:gd name="T46" fmla="*/ 12395 w 846"/>
                  <a:gd name="T47" fmla="*/ 2792 h 1049"/>
                  <a:gd name="T48" fmla="*/ 12988 w 846"/>
                  <a:gd name="T49" fmla="*/ 1230 h 1049"/>
                  <a:gd name="T50" fmla="*/ 13083 w 846"/>
                  <a:gd name="T51" fmla="*/ 0 h 104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46" h="1049">
                    <a:moveTo>
                      <a:pt x="843" y="0"/>
                    </a:moveTo>
                    <a:cubicBezTo>
                      <a:pt x="846" y="26"/>
                      <a:pt x="844" y="54"/>
                      <a:pt x="841" y="81"/>
                    </a:cubicBezTo>
                    <a:cubicBezTo>
                      <a:pt x="838" y="112"/>
                      <a:pt x="822" y="145"/>
                      <a:pt x="809" y="182"/>
                    </a:cubicBezTo>
                    <a:cubicBezTo>
                      <a:pt x="799" y="208"/>
                      <a:pt x="796" y="223"/>
                      <a:pt x="780" y="254"/>
                    </a:cubicBezTo>
                    <a:cubicBezTo>
                      <a:pt x="766" y="281"/>
                      <a:pt x="736" y="309"/>
                      <a:pt x="715" y="337"/>
                    </a:cubicBezTo>
                    <a:cubicBezTo>
                      <a:pt x="687" y="375"/>
                      <a:pt x="666" y="403"/>
                      <a:pt x="632" y="439"/>
                    </a:cubicBezTo>
                    <a:cubicBezTo>
                      <a:pt x="593" y="478"/>
                      <a:pt x="573" y="495"/>
                      <a:pt x="536" y="527"/>
                    </a:cubicBezTo>
                    <a:cubicBezTo>
                      <a:pt x="502" y="553"/>
                      <a:pt x="468" y="581"/>
                      <a:pt x="443" y="599"/>
                    </a:cubicBezTo>
                    <a:cubicBezTo>
                      <a:pt x="429" y="609"/>
                      <a:pt x="415" y="619"/>
                      <a:pt x="402" y="629"/>
                    </a:cubicBezTo>
                    <a:cubicBezTo>
                      <a:pt x="361" y="660"/>
                      <a:pt x="326" y="687"/>
                      <a:pt x="290" y="723"/>
                    </a:cubicBezTo>
                    <a:cubicBezTo>
                      <a:pt x="258" y="754"/>
                      <a:pt x="233" y="792"/>
                      <a:pt x="206" y="824"/>
                    </a:cubicBezTo>
                    <a:cubicBezTo>
                      <a:pt x="177" y="859"/>
                      <a:pt x="145" y="897"/>
                      <a:pt x="125" y="929"/>
                    </a:cubicBezTo>
                    <a:cubicBezTo>
                      <a:pt x="97" y="975"/>
                      <a:pt x="89" y="1007"/>
                      <a:pt x="80" y="1037"/>
                    </a:cubicBezTo>
                    <a:cubicBezTo>
                      <a:pt x="0" y="1049"/>
                      <a:pt x="0" y="1049"/>
                      <a:pt x="0" y="1049"/>
                    </a:cubicBezTo>
                    <a:cubicBezTo>
                      <a:pt x="9" y="1019"/>
                      <a:pt x="24" y="973"/>
                      <a:pt x="52" y="927"/>
                    </a:cubicBezTo>
                    <a:cubicBezTo>
                      <a:pt x="72" y="895"/>
                      <a:pt x="100" y="864"/>
                      <a:pt x="129" y="830"/>
                    </a:cubicBezTo>
                    <a:cubicBezTo>
                      <a:pt x="156" y="797"/>
                      <a:pt x="185" y="759"/>
                      <a:pt x="217" y="728"/>
                    </a:cubicBezTo>
                    <a:cubicBezTo>
                      <a:pt x="254" y="692"/>
                      <a:pt x="293" y="664"/>
                      <a:pt x="334" y="632"/>
                    </a:cubicBezTo>
                    <a:cubicBezTo>
                      <a:pt x="348" y="622"/>
                      <a:pt x="361" y="612"/>
                      <a:pt x="375" y="602"/>
                    </a:cubicBezTo>
                    <a:cubicBezTo>
                      <a:pt x="400" y="585"/>
                      <a:pt x="434" y="556"/>
                      <a:pt x="469" y="531"/>
                    </a:cubicBezTo>
                    <a:cubicBezTo>
                      <a:pt x="508" y="502"/>
                      <a:pt x="548" y="475"/>
                      <a:pt x="590" y="439"/>
                    </a:cubicBezTo>
                    <a:cubicBezTo>
                      <a:pt x="627" y="407"/>
                      <a:pt x="658" y="369"/>
                      <a:pt x="690" y="334"/>
                    </a:cubicBezTo>
                    <a:cubicBezTo>
                      <a:pt x="713" y="308"/>
                      <a:pt x="738" y="286"/>
                      <a:pt x="755" y="259"/>
                    </a:cubicBezTo>
                    <a:cubicBezTo>
                      <a:pt x="774" y="230"/>
                      <a:pt x="781" y="204"/>
                      <a:pt x="793" y="179"/>
                    </a:cubicBezTo>
                    <a:cubicBezTo>
                      <a:pt x="809" y="143"/>
                      <a:pt x="826" y="110"/>
                      <a:pt x="831" y="79"/>
                    </a:cubicBezTo>
                    <a:cubicBezTo>
                      <a:pt x="836" y="52"/>
                      <a:pt x="838" y="26"/>
                      <a:pt x="837" y="0"/>
                    </a:cubicBezTo>
                  </a:path>
                </a:pathLst>
              </a:custGeom>
              <a:solidFill>
                <a:srgbClr val="D59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7" name="Freeform 397">
                <a:extLst>
                  <a:ext uri="{FF2B5EF4-FFF2-40B4-BE49-F238E27FC236}">
                    <a16:creationId xmlns:a16="http://schemas.microsoft.com/office/drawing/2014/main" id="{E04A500E-855B-47E8-9FDF-B065AC197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826"/>
                <a:ext cx="2140" cy="2918"/>
              </a:xfrm>
              <a:custGeom>
                <a:avLst/>
                <a:gdLst>
                  <a:gd name="T0" fmla="*/ 12583 w 856"/>
                  <a:gd name="T1" fmla="*/ 0 h 1167"/>
                  <a:gd name="T2" fmla="*/ 11875 w 856"/>
                  <a:gd name="T3" fmla="*/ 50 h 1167"/>
                  <a:gd name="T4" fmla="*/ 11925 w 856"/>
                  <a:gd name="T5" fmla="*/ 50 h 1167"/>
                  <a:gd name="T6" fmla="*/ 11895 w 856"/>
                  <a:gd name="T7" fmla="*/ 1313 h 1167"/>
                  <a:gd name="T8" fmla="*/ 11395 w 856"/>
                  <a:gd name="T9" fmla="*/ 2895 h 1167"/>
                  <a:gd name="T10" fmla="*/ 10938 w 856"/>
                  <a:gd name="T11" fmla="*/ 4021 h 1167"/>
                  <a:gd name="T12" fmla="*/ 9925 w 856"/>
                  <a:gd name="T13" fmla="*/ 5313 h 1167"/>
                  <a:gd name="T14" fmla="*/ 8625 w 856"/>
                  <a:gd name="T15" fmla="*/ 6909 h 1167"/>
                  <a:gd name="T16" fmla="*/ 7125 w 856"/>
                  <a:gd name="T17" fmla="*/ 8284 h 1167"/>
                  <a:gd name="T18" fmla="*/ 5675 w 856"/>
                  <a:gd name="T19" fmla="*/ 9409 h 1167"/>
                  <a:gd name="T20" fmla="*/ 5033 w 856"/>
                  <a:gd name="T21" fmla="*/ 9879 h 1167"/>
                  <a:gd name="T22" fmla="*/ 3283 w 856"/>
                  <a:gd name="T23" fmla="*/ 11347 h 1167"/>
                  <a:gd name="T24" fmla="*/ 1970 w 856"/>
                  <a:gd name="T25" fmla="*/ 12930 h 1167"/>
                  <a:gd name="T26" fmla="*/ 708 w 856"/>
                  <a:gd name="T27" fmla="*/ 14567 h 1167"/>
                  <a:gd name="T28" fmla="*/ 0 w 856"/>
                  <a:gd name="T29" fmla="*/ 16255 h 1167"/>
                  <a:gd name="T30" fmla="*/ 895 w 856"/>
                  <a:gd name="T31" fmla="*/ 17631 h 1167"/>
                  <a:gd name="T32" fmla="*/ 2813 w 856"/>
                  <a:gd name="T33" fmla="*/ 18068 h 1167"/>
                  <a:gd name="T34" fmla="*/ 4050 w 856"/>
                  <a:gd name="T35" fmla="*/ 17150 h 1167"/>
                  <a:gd name="T36" fmla="*/ 3908 w 856"/>
                  <a:gd name="T37" fmla="*/ 15680 h 1167"/>
                  <a:gd name="T38" fmla="*/ 4595 w 856"/>
                  <a:gd name="T39" fmla="*/ 13992 h 1167"/>
                  <a:gd name="T40" fmla="*/ 5500 w 856"/>
                  <a:gd name="T41" fmla="*/ 12660 h 1167"/>
                  <a:gd name="T42" fmla="*/ 6458 w 856"/>
                  <a:gd name="T43" fmla="*/ 11567 h 1167"/>
                  <a:gd name="T44" fmla="*/ 7800 w 856"/>
                  <a:gd name="T45" fmla="*/ 10459 h 1167"/>
                  <a:gd name="T46" fmla="*/ 9345 w 856"/>
                  <a:gd name="T47" fmla="*/ 9147 h 1167"/>
                  <a:gd name="T48" fmla="*/ 10250 w 856"/>
                  <a:gd name="T49" fmla="*/ 8316 h 1167"/>
                  <a:gd name="T50" fmla="*/ 11158 w 856"/>
                  <a:gd name="T51" fmla="*/ 6989 h 1167"/>
                  <a:gd name="T52" fmla="*/ 12000 w 856"/>
                  <a:gd name="T53" fmla="*/ 5738 h 1167"/>
                  <a:gd name="T54" fmla="*/ 12583 w 856"/>
                  <a:gd name="T55" fmla="*/ 0 h 116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56" h="1167">
                    <a:moveTo>
                      <a:pt x="805" y="0"/>
                    </a:moveTo>
                    <a:cubicBezTo>
                      <a:pt x="760" y="3"/>
                      <a:pt x="760" y="3"/>
                      <a:pt x="760" y="3"/>
                    </a:cubicBezTo>
                    <a:cubicBezTo>
                      <a:pt x="763" y="3"/>
                      <a:pt x="763" y="3"/>
                      <a:pt x="763" y="3"/>
                    </a:cubicBezTo>
                    <a:cubicBezTo>
                      <a:pt x="766" y="29"/>
                      <a:pt x="764" y="57"/>
                      <a:pt x="761" y="84"/>
                    </a:cubicBezTo>
                    <a:cubicBezTo>
                      <a:pt x="758" y="115"/>
                      <a:pt x="742" y="148"/>
                      <a:pt x="729" y="185"/>
                    </a:cubicBezTo>
                    <a:cubicBezTo>
                      <a:pt x="719" y="211"/>
                      <a:pt x="716" y="226"/>
                      <a:pt x="700" y="257"/>
                    </a:cubicBezTo>
                    <a:cubicBezTo>
                      <a:pt x="686" y="284"/>
                      <a:pt x="656" y="312"/>
                      <a:pt x="635" y="340"/>
                    </a:cubicBezTo>
                    <a:cubicBezTo>
                      <a:pt x="607" y="378"/>
                      <a:pt x="586" y="406"/>
                      <a:pt x="552" y="442"/>
                    </a:cubicBezTo>
                    <a:cubicBezTo>
                      <a:pt x="513" y="481"/>
                      <a:pt x="493" y="498"/>
                      <a:pt x="456" y="530"/>
                    </a:cubicBezTo>
                    <a:cubicBezTo>
                      <a:pt x="422" y="556"/>
                      <a:pt x="388" y="584"/>
                      <a:pt x="363" y="602"/>
                    </a:cubicBezTo>
                    <a:cubicBezTo>
                      <a:pt x="349" y="612"/>
                      <a:pt x="335" y="622"/>
                      <a:pt x="322" y="632"/>
                    </a:cubicBezTo>
                    <a:cubicBezTo>
                      <a:pt x="281" y="663"/>
                      <a:pt x="246" y="690"/>
                      <a:pt x="210" y="726"/>
                    </a:cubicBezTo>
                    <a:cubicBezTo>
                      <a:pt x="178" y="757"/>
                      <a:pt x="153" y="795"/>
                      <a:pt x="126" y="827"/>
                    </a:cubicBezTo>
                    <a:cubicBezTo>
                      <a:pt x="97" y="862"/>
                      <a:pt x="65" y="900"/>
                      <a:pt x="45" y="932"/>
                    </a:cubicBezTo>
                    <a:cubicBezTo>
                      <a:pt x="17" y="978"/>
                      <a:pt x="9" y="1010"/>
                      <a:pt x="0" y="1040"/>
                    </a:cubicBezTo>
                    <a:cubicBezTo>
                      <a:pt x="6" y="1065"/>
                      <a:pt x="25" y="1103"/>
                      <a:pt x="57" y="1128"/>
                    </a:cubicBezTo>
                    <a:cubicBezTo>
                      <a:pt x="90" y="1154"/>
                      <a:pt x="136" y="1167"/>
                      <a:pt x="180" y="1156"/>
                    </a:cubicBezTo>
                    <a:cubicBezTo>
                      <a:pt x="224" y="1146"/>
                      <a:pt x="249" y="1125"/>
                      <a:pt x="259" y="1097"/>
                    </a:cubicBezTo>
                    <a:cubicBezTo>
                      <a:pt x="268" y="1068"/>
                      <a:pt x="261" y="1028"/>
                      <a:pt x="250" y="1003"/>
                    </a:cubicBezTo>
                    <a:cubicBezTo>
                      <a:pt x="263" y="972"/>
                      <a:pt x="276" y="928"/>
                      <a:pt x="294" y="895"/>
                    </a:cubicBezTo>
                    <a:cubicBezTo>
                      <a:pt x="310" y="865"/>
                      <a:pt x="329" y="837"/>
                      <a:pt x="352" y="810"/>
                    </a:cubicBezTo>
                    <a:cubicBezTo>
                      <a:pt x="370" y="788"/>
                      <a:pt x="391" y="762"/>
                      <a:pt x="413" y="740"/>
                    </a:cubicBezTo>
                    <a:cubicBezTo>
                      <a:pt x="438" y="717"/>
                      <a:pt x="467" y="697"/>
                      <a:pt x="499" y="669"/>
                    </a:cubicBezTo>
                    <a:cubicBezTo>
                      <a:pt x="518" y="652"/>
                      <a:pt x="579" y="605"/>
                      <a:pt x="598" y="585"/>
                    </a:cubicBezTo>
                    <a:cubicBezTo>
                      <a:pt x="616" y="568"/>
                      <a:pt x="639" y="552"/>
                      <a:pt x="656" y="532"/>
                    </a:cubicBezTo>
                    <a:cubicBezTo>
                      <a:pt x="680" y="505"/>
                      <a:pt x="693" y="480"/>
                      <a:pt x="714" y="447"/>
                    </a:cubicBezTo>
                    <a:cubicBezTo>
                      <a:pt x="731" y="422"/>
                      <a:pt x="754" y="397"/>
                      <a:pt x="768" y="367"/>
                    </a:cubicBezTo>
                    <a:cubicBezTo>
                      <a:pt x="856" y="187"/>
                      <a:pt x="808" y="11"/>
                      <a:pt x="805" y="0"/>
                    </a:cubicBezTo>
                  </a:path>
                </a:pathLst>
              </a:custGeom>
              <a:solidFill>
                <a:srgbClr val="CB7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8" name="Freeform 398">
                <a:extLst>
                  <a:ext uri="{FF2B5EF4-FFF2-40B4-BE49-F238E27FC236}">
                    <a16:creationId xmlns:a16="http://schemas.microsoft.com/office/drawing/2014/main" id="{D4B7C736-A6E8-4914-A3D2-D667944BA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324"/>
                <a:ext cx="755" cy="987"/>
              </a:xfrm>
              <a:custGeom>
                <a:avLst/>
                <a:gdLst>
                  <a:gd name="T0" fmla="*/ 4220 w 302"/>
                  <a:gd name="T1" fmla="*/ 437 h 395"/>
                  <a:gd name="T2" fmla="*/ 3938 w 302"/>
                  <a:gd name="T3" fmla="*/ 717 h 395"/>
                  <a:gd name="T4" fmla="*/ 3158 w 302"/>
                  <a:gd name="T5" fmla="*/ 1404 h 395"/>
                  <a:gd name="T6" fmla="*/ 2750 w 302"/>
                  <a:gd name="T7" fmla="*/ 1729 h 395"/>
                  <a:gd name="T8" fmla="*/ 2250 w 302"/>
                  <a:gd name="T9" fmla="*/ 2166 h 395"/>
                  <a:gd name="T10" fmla="*/ 1845 w 302"/>
                  <a:gd name="T11" fmla="*/ 2621 h 395"/>
                  <a:gd name="T12" fmla="*/ 1470 w 302"/>
                  <a:gd name="T13" fmla="*/ 3071 h 395"/>
                  <a:gd name="T14" fmla="*/ 813 w 302"/>
                  <a:gd name="T15" fmla="*/ 4133 h 395"/>
                  <a:gd name="T16" fmla="*/ 345 w 302"/>
                  <a:gd name="T17" fmla="*/ 5150 h 395"/>
                  <a:gd name="T18" fmla="*/ 208 w 302"/>
                  <a:gd name="T19" fmla="*/ 5650 h 395"/>
                  <a:gd name="T20" fmla="*/ 0 w 302"/>
                  <a:gd name="T21" fmla="*/ 6132 h 395"/>
                  <a:gd name="T22" fmla="*/ 20 w 302"/>
                  <a:gd name="T23" fmla="*/ 6162 h 395"/>
                  <a:gd name="T24" fmla="*/ 220 w 302"/>
                  <a:gd name="T25" fmla="*/ 6132 h 395"/>
                  <a:gd name="T26" fmla="*/ 813 w 302"/>
                  <a:gd name="T27" fmla="*/ 4465 h 395"/>
                  <a:gd name="T28" fmla="*/ 1688 w 302"/>
                  <a:gd name="T29" fmla="*/ 3121 h 395"/>
                  <a:gd name="T30" fmla="*/ 2625 w 302"/>
                  <a:gd name="T31" fmla="*/ 2011 h 395"/>
                  <a:gd name="T32" fmla="*/ 3938 w 302"/>
                  <a:gd name="T33" fmla="*/ 855 h 395"/>
                  <a:gd name="T34" fmla="*/ 4720 w 302"/>
                  <a:gd name="T35" fmla="*/ 0 h 395"/>
                  <a:gd name="T36" fmla="*/ 4220 w 302"/>
                  <a:gd name="T37" fmla="*/ 437 h 3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2" h="395">
                    <a:moveTo>
                      <a:pt x="270" y="28"/>
                    </a:moveTo>
                    <a:cubicBezTo>
                      <a:pt x="264" y="34"/>
                      <a:pt x="259" y="41"/>
                      <a:pt x="252" y="46"/>
                    </a:cubicBezTo>
                    <a:cubicBezTo>
                      <a:pt x="235" y="61"/>
                      <a:pt x="219" y="76"/>
                      <a:pt x="202" y="90"/>
                    </a:cubicBezTo>
                    <a:cubicBezTo>
                      <a:pt x="192" y="98"/>
                      <a:pt x="187" y="103"/>
                      <a:pt x="176" y="111"/>
                    </a:cubicBezTo>
                    <a:cubicBezTo>
                      <a:pt x="167" y="117"/>
                      <a:pt x="151" y="130"/>
                      <a:pt x="144" y="139"/>
                    </a:cubicBezTo>
                    <a:cubicBezTo>
                      <a:pt x="136" y="150"/>
                      <a:pt x="126" y="156"/>
                      <a:pt x="118" y="168"/>
                    </a:cubicBezTo>
                    <a:cubicBezTo>
                      <a:pt x="110" y="178"/>
                      <a:pt x="102" y="187"/>
                      <a:pt x="94" y="197"/>
                    </a:cubicBezTo>
                    <a:cubicBezTo>
                      <a:pt x="79" y="219"/>
                      <a:pt x="66" y="242"/>
                      <a:pt x="52" y="265"/>
                    </a:cubicBezTo>
                    <a:cubicBezTo>
                      <a:pt x="39" y="286"/>
                      <a:pt x="30" y="307"/>
                      <a:pt x="22" y="330"/>
                    </a:cubicBezTo>
                    <a:cubicBezTo>
                      <a:pt x="19" y="341"/>
                      <a:pt x="17" y="351"/>
                      <a:pt x="13" y="362"/>
                    </a:cubicBezTo>
                    <a:cubicBezTo>
                      <a:pt x="9" y="372"/>
                      <a:pt x="4" y="382"/>
                      <a:pt x="0" y="393"/>
                    </a:cubicBezTo>
                    <a:cubicBezTo>
                      <a:pt x="1" y="395"/>
                      <a:pt x="1" y="395"/>
                      <a:pt x="1" y="395"/>
                    </a:cubicBezTo>
                    <a:cubicBezTo>
                      <a:pt x="14" y="393"/>
                      <a:pt x="14" y="393"/>
                      <a:pt x="14" y="393"/>
                    </a:cubicBezTo>
                    <a:cubicBezTo>
                      <a:pt x="26" y="361"/>
                      <a:pt x="36" y="320"/>
                      <a:pt x="52" y="286"/>
                    </a:cubicBezTo>
                    <a:cubicBezTo>
                      <a:pt x="67" y="256"/>
                      <a:pt x="86" y="228"/>
                      <a:pt x="108" y="200"/>
                    </a:cubicBezTo>
                    <a:cubicBezTo>
                      <a:pt x="126" y="178"/>
                      <a:pt x="146" y="151"/>
                      <a:pt x="168" y="129"/>
                    </a:cubicBezTo>
                    <a:cubicBezTo>
                      <a:pt x="192" y="105"/>
                      <a:pt x="221" y="84"/>
                      <a:pt x="252" y="55"/>
                    </a:cubicBezTo>
                    <a:cubicBezTo>
                      <a:pt x="265" y="43"/>
                      <a:pt x="289" y="15"/>
                      <a:pt x="302" y="0"/>
                    </a:cubicBezTo>
                    <a:cubicBezTo>
                      <a:pt x="295" y="3"/>
                      <a:pt x="275" y="23"/>
                      <a:pt x="270" y="28"/>
                    </a:cubicBezTo>
                  </a:path>
                </a:pathLst>
              </a:custGeom>
              <a:solidFill>
                <a:srgbClr val="E6B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9" name="Freeform 399">
                <a:extLst>
                  <a:ext uri="{FF2B5EF4-FFF2-40B4-BE49-F238E27FC236}">
                    <a16:creationId xmlns:a16="http://schemas.microsoft.com/office/drawing/2014/main" id="{775770CE-F3C0-4D20-AC82-319C5EF1D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101"/>
                <a:ext cx="2060" cy="2355"/>
              </a:xfrm>
              <a:custGeom>
                <a:avLst/>
                <a:gdLst>
                  <a:gd name="T0" fmla="*/ 12875 w 824"/>
                  <a:gd name="T1" fmla="*/ 0 h 942"/>
                  <a:gd name="T2" fmla="*/ 12395 w 824"/>
                  <a:gd name="T3" fmla="*/ 1125 h 942"/>
                  <a:gd name="T4" fmla="*/ 11800 w 824"/>
                  <a:gd name="T5" fmla="*/ 2375 h 942"/>
                  <a:gd name="T6" fmla="*/ 10783 w 824"/>
                  <a:gd name="T7" fmla="*/ 3550 h 942"/>
                  <a:gd name="T8" fmla="*/ 9220 w 824"/>
                  <a:gd name="T9" fmla="*/ 5188 h 942"/>
                  <a:gd name="T10" fmla="*/ 7333 w 824"/>
                  <a:gd name="T11" fmla="*/ 6625 h 942"/>
                  <a:gd name="T12" fmla="*/ 5863 w 824"/>
                  <a:gd name="T13" fmla="*/ 7738 h 942"/>
                  <a:gd name="T14" fmla="*/ 5220 w 824"/>
                  <a:gd name="T15" fmla="*/ 8208 h 942"/>
                  <a:gd name="T16" fmla="*/ 3395 w 824"/>
                  <a:gd name="T17" fmla="*/ 9708 h 942"/>
                  <a:gd name="T18" fmla="*/ 2020 w 824"/>
                  <a:gd name="T19" fmla="*/ 11300 h 942"/>
                  <a:gd name="T20" fmla="*/ 813 w 824"/>
                  <a:gd name="T21" fmla="*/ 12813 h 942"/>
                  <a:gd name="T22" fmla="*/ 0 w 824"/>
                  <a:gd name="T23" fmla="*/ 14720 h 942"/>
                  <a:gd name="T24" fmla="*/ 0 w 824"/>
                  <a:gd name="T25" fmla="*/ 14720 h 942"/>
                  <a:gd name="T26" fmla="*/ 220 w 824"/>
                  <a:gd name="T27" fmla="*/ 14675 h 942"/>
                  <a:gd name="T28" fmla="*/ 313 w 824"/>
                  <a:gd name="T29" fmla="*/ 14300 h 942"/>
                  <a:gd name="T30" fmla="*/ 500 w 824"/>
                  <a:gd name="T31" fmla="*/ 13863 h 942"/>
                  <a:gd name="T32" fmla="*/ 720 w 824"/>
                  <a:gd name="T33" fmla="*/ 13395 h 942"/>
                  <a:gd name="T34" fmla="*/ 958 w 824"/>
                  <a:gd name="T35" fmla="*/ 12895 h 942"/>
                  <a:gd name="T36" fmla="*/ 1300 w 824"/>
                  <a:gd name="T37" fmla="*/ 12375 h 942"/>
                  <a:gd name="T38" fmla="*/ 1688 w 824"/>
                  <a:gd name="T39" fmla="*/ 11908 h 942"/>
                  <a:gd name="T40" fmla="*/ 2550 w 824"/>
                  <a:gd name="T41" fmla="*/ 10875 h 942"/>
                  <a:gd name="T42" fmla="*/ 4220 w 824"/>
                  <a:gd name="T43" fmla="*/ 9158 h 942"/>
                  <a:gd name="T44" fmla="*/ 4938 w 824"/>
                  <a:gd name="T45" fmla="*/ 8583 h 942"/>
                  <a:gd name="T46" fmla="*/ 5563 w 824"/>
                  <a:gd name="T47" fmla="*/ 8083 h 942"/>
                  <a:gd name="T48" fmla="*/ 6270 w 824"/>
                  <a:gd name="T49" fmla="*/ 7595 h 942"/>
                  <a:gd name="T50" fmla="*/ 7083 w 824"/>
                  <a:gd name="T51" fmla="*/ 6938 h 942"/>
                  <a:gd name="T52" fmla="*/ 7845 w 824"/>
                  <a:gd name="T53" fmla="*/ 6345 h 942"/>
                  <a:gd name="T54" fmla="*/ 8625 w 824"/>
                  <a:gd name="T55" fmla="*/ 5800 h 942"/>
                  <a:gd name="T56" fmla="*/ 9270 w 824"/>
                  <a:gd name="T57" fmla="*/ 5283 h 942"/>
                  <a:gd name="T58" fmla="*/ 9863 w 824"/>
                  <a:gd name="T59" fmla="*/ 4688 h 942"/>
                  <a:gd name="T60" fmla="*/ 10488 w 824"/>
                  <a:gd name="T61" fmla="*/ 4000 h 942"/>
                  <a:gd name="T62" fmla="*/ 11145 w 824"/>
                  <a:gd name="T63" fmla="*/ 3313 h 942"/>
                  <a:gd name="T64" fmla="*/ 11658 w 824"/>
                  <a:gd name="T65" fmla="*/ 2720 h 942"/>
                  <a:gd name="T66" fmla="*/ 12020 w 824"/>
                  <a:gd name="T67" fmla="*/ 2158 h 942"/>
                  <a:gd name="T68" fmla="*/ 12238 w 824"/>
                  <a:gd name="T69" fmla="*/ 1658 h 942"/>
                  <a:gd name="T70" fmla="*/ 12488 w 824"/>
                  <a:gd name="T71" fmla="*/ 1125 h 942"/>
                  <a:gd name="T72" fmla="*/ 12863 w 824"/>
                  <a:gd name="T73" fmla="*/ 83 h 942"/>
                  <a:gd name="T74" fmla="*/ 12875 w 824"/>
                  <a:gd name="T75" fmla="*/ 0 h 94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824" h="942">
                    <a:moveTo>
                      <a:pt x="824" y="0"/>
                    </a:moveTo>
                    <a:cubicBezTo>
                      <a:pt x="816" y="22"/>
                      <a:pt x="804" y="46"/>
                      <a:pt x="793" y="72"/>
                    </a:cubicBezTo>
                    <a:cubicBezTo>
                      <a:pt x="781" y="97"/>
                      <a:pt x="774" y="123"/>
                      <a:pt x="755" y="152"/>
                    </a:cubicBezTo>
                    <a:cubicBezTo>
                      <a:pt x="738" y="179"/>
                      <a:pt x="713" y="201"/>
                      <a:pt x="690" y="227"/>
                    </a:cubicBezTo>
                    <a:cubicBezTo>
                      <a:pt x="658" y="262"/>
                      <a:pt x="627" y="300"/>
                      <a:pt x="590" y="332"/>
                    </a:cubicBezTo>
                    <a:cubicBezTo>
                      <a:pt x="548" y="368"/>
                      <a:pt x="508" y="395"/>
                      <a:pt x="469" y="424"/>
                    </a:cubicBezTo>
                    <a:cubicBezTo>
                      <a:pt x="434" y="449"/>
                      <a:pt x="400" y="478"/>
                      <a:pt x="375" y="495"/>
                    </a:cubicBezTo>
                    <a:cubicBezTo>
                      <a:pt x="361" y="505"/>
                      <a:pt x="348" y="515"/>
                      <a:pt x="334" y="525"/>
                    </a:cubicBezTo>
                    <a:cubicBezTo>
                      <a:pt x="293" y="557"/>
                      <a:pt x="254" y="585"/>
                      <a:pt x="217" y="621"/>
                    </a:cubicBezTo>
                    <a:cubicBezTo>
                      <a:pt x="185" y="652"/>
                      <a:pt x="156" y="690"/>
                      <a:pt x="129" y="723"/>
                    </a:cubicBezTo>
                    <a:cubicBezTo>
                      <a:pt x="100" y="757"/>
                      <a:pt x="72" y="788"/>
                      <a:pt x="52" y="820"/>
                    </a:cubicBezTo>
                    <a:cubicBezTo>
                      <a:pt x="24" y="866"/>
                      <a:pt x="9" y="912"/>
                      <a:pt x="0" y="942"/>
                    </a:cubicBezTo>
                    <a:cubicBezTo>
                      <a:pt x="0" y="942"/>
                      <a:pt x="0" y="942"/>
                      <a:pt x="0" y="942"/>
                    </a:cubicBezTo>
                    <a:cubicBezTo>
                      <a:pt x="14" y="939"/>
                      <a:pt x="14" y="939"/>
                      <a:pt x="14" y="939"/>
                    </a:cubicBezTo>
                    <a:cubicBezTo>
                      <a:pt x="15" y="929"/>
                      <a:pt x="16" y="924"/>
                      <a:pt x="20" y="915"/>
                    </a:cubicBezTo>
                    <a:cubicBezTo>
                      <a:pt x="24" y="906"/>
                      <a:pt x="27" y="895"/>
                      <a:pt x="32" y="887"/>
                    </a:cubicBezTo>
                    <a:cubicBezTo>
                      <a:pt x="38" y="877"/>
                      <a:pt x="43" y="868"/>
                      <a:pt x="46" y="857"/>
                    </a:cubicBezTo>
                    <a:cubicBezTo>
                      <a:pt x="50" y="846"/>
                      <a:pt x="55" y="834"/>
                      <a:pt x="61" y="825"/>
                    </a:cubicBezTo>
                    <a:cubicBezTo>
                      <a:pt x="69" y="814"/>
                      <a:pt x="76" y="803"/>
                      <a:pt x="83" y="792"/>
                    </a:cubicBezTo>
                    <a:cubicBezTo>
                      <a:pt x="91" y="781"/>
                      <a:pt x="100" y="772"/>
                      <a:pt x="108" y="762"/>
                    </a:cubicBezTo>
                    <a:cubicBezTo>
                      <a:pt x="126" y="739"/>
                      <a:pt x="145" y="719"/>
                      <a:pt x="163" y="696"/>
                    </a:cubicBezTo>
                    <a:cubicBezTo>
                      <a:pt x="195" y="657"/>
                      <a:pt x="228" y="618"/>
                      <a:pt x="270" y="586"/>
                    </a:cubicBezTo>
                    <a:cubicBezTo>
                      <a:pt x="285" y="574"/>
                      <a:pt x="301" y="561"/>
                      <a:pt x="316" y="549"/>
                    </a:cubicBezTo>
                    <a:cubicBezTo>
                      <a:pt x="330" y="539"/>
                      <a:pt x="342" y="526"/>
                      <a:pt x="356" y="517"/>
                    </a:cubicBezTo>
                    <a:cubicBezTo>
                      <a:pt x="377" y="501"/>
                      <a:pt x="384" y="498"/>
                      <a:pt x="401" y="486"/>
                    </a:cubicBezTo>
                    <a:cubicBezTo>
                      <a:pt x="417" y="474"/>
                      <a:pt x="437" y="458"/>
                      <a:pt x="453" y="444"/>
                    </a:cubicBezTo>
                    <a:cubicBezTo>
                      <a:pt x="470" y="429"/>
                      <a:pt x="481" y="421"/>
                      <a:pt x="502" y="406"/>
                    </a:cubicBezTo>
                    <a:cubicBezTo>
                      <a:pt x="523" y="390"/>
                      <a:pt x="535" y="384"/>
                      <a:pt x="552" y="371"/>
                    </a:cubicBezTo>
                    <a:cubicBezTo>
                      <a:pt x="569" y="358"/>
                      <a:pt x="571" y="356"/>
                      <a:pt x="593" y="338"/>
                    </a:cubicBezTo>
                    <a:cubicBezTo>
                      <a:pt x="615" y="321"/>
                      <a:pt x="616" y="315"/>
                      <a:pt x="631" y="300"/>
                    </a:cubicBezTo>
                    <a:cubicBezTo>
                      <a:pt x="645" y="286"/>
                      <a:pt x="649" y="280"/>
                      <a:pt x="671" y="256"/>
                    </a:cubicBezTo>
                    <a:cubicBezTo>
                      <a:pt x="693" y="232"/>
                      <a:pt x="701" y="227"/>
                      <a:pt x="713" y="212"/>
                    </a:cubicBezTo>
                    <a:cubicBezTo>
                      <a:pt x="726" y="196"/>
                      <a:pt x="733" y="191"/>
                      <a:pt x="746" y="174"/>
                    </a:cubicBezTo>
                    <a:cubicBezTo>
                      <a:pt x="759" y="158"/>
                      <a:pt x="763" y="154"/>
                      <a:pt x="769" y="138"/>
                    </a:cubicBezTo>
                    <a:cubicBezTo>
                      <a:pt x="774" y="122"/>
                      <a:pt x="775" y="124"/>
                      <a:pt x="783" y="106"/>
                    </a:cubicBezTo>
                    <a:cubicBezTo>
                      <a:pt x="791" y="87"/>
                      <a:pt x="789" y="92"/>
                      <a:pt x="799" y="72"/>
                    </a:cubicBezTo>
                    <a:cubicBezTo>
                      <a:pt x="809" y="52"/>
                      <a:pt x="815" y="34"/>
                      <a:pt x="823" y="5"/>
                    </a:cubicBezTo>
                    <a:cubicBezTo>
                      <a:pt x="823" y="3"/>
                      <a:pt x="824" y="1"/>
                      <a:pt x="824" y="0"/>
                    </a:cubicBezTo>
                  </a:path>
                </a:pathLst>
              </a:custGeom>
              <a:solidFill>
                <a:srgbClr val="E6B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0" name="Freeform 400">
                <a:extLst>
                  <a:ext uri="{FF2B5EF4-FFF2-40B4-BE49-F238E27FC236}">
                    <a16:creationId xmlns:a16="http://schemas.microsoft.com/office/drawing/2014/main" id="{32BFAB75-DBFC-4CFA-AAC0-86FCAE156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546"/>
                <a:ext cx="1718" cy="1883"/>
              </a:xfrm>
              <a:custGeom>
                <a:avLst/>
                <a:gdLst>
                  <a:gd name="T0" fmla="*/ 10255 w 687"/>
                  <a:gd name="T1" fmla="*/ 500 h 753"/>
                  <a:gd name="T2" fmla="*/ 9775 w 687"/>
                  <a:gd name="T3" fmla="*/ 1095 h 753"/>
                  <a:gd name="T4" fmla="*/ 9413 w 687"/>
                  <a:gd name="T5" fmla="*/ 1550 h 753"/>
                  <a:gd name="T6" fmla="*/ 9025 w 687"/>
                  <a:gd name="T7" fmla="*/ 2001 h 753"/>
                  <a:gd name="T8" fmla="*/ 8680 w 687"/>
                  <a:gd name="T9" fmla="*/ 2408 h 753"/>
                  <a:gd name="T10" fmla="*/ 8255 w 687"/>
                  <a:gd name="T11" fmla="*/ 2813 h 753"/>
                  <a:gd name="T12" fmla="*/ 7722 w 687"/>
                  <a:gd name="T13" fmla="*/ 3271 h 753"/>
                  <a:gd name="T14" fmla="*/ 7285 w 687"/>
                  <a:gd name="T15" fmla="*/ 3676 h 753"/>
                  <a:gd name="T16" fmla="*/ 6754 w 687"/>
                  <a:gd name="T17" fmla="*/ 4096 h 753"/>
                  <a:gd name="T18" fmla="*/ 6272 w 687"/>
                  <a:gd name="T19" fmla="*/ 4471 h 753"/>
                  <a:gd name="T20" fmla="*/ 5504 w 687"/>
                  <a:gd name="T21" fmla="*/ 5004 h 753"/>
                  <a:gd name="T22" fmla="*/ 5004 w 687"/>
                  <a:gd name="T23" fmla="*/ 5379 h 753"/>
                  <a:gd name="T24" fmla="*/ 4471 w 687"/>
                  <a:gd name="T25" fmla="*/ 5817 h 753"/>
                  <a:gd name="T26" fmla="*/ 3909 w 687"/>
                  <a:gd name="T27" fmla="*/ 6222 h 753"/>
                  <a:gd name="T28" fmla="*/ 3396 w 687"/>
                  <a:gd name="T29" fmla="*/ 6692 h 753"/>
                  <a:gd name="T30" fmla="*/ 3033 w 687"/>
                  <a:gd name="T31" fmla="*/ 7034 h 753"/>
                  <a:gd name="T32" fmla="*/ 2721 w 687"/>
                  <a:gd name="T33" fmla="*/ 7409 h 753"/>
                  <a:gd name="T34" fmla="*/ 2346 w 687"/>
                  <a:gd name="T35" fmla="*/ 7867 h 753"/>
                  <a:gd name="T36" fmla="*/ 1908 w 687"/>
                  <a:gd name="T37" fmla="*/ 8505 h 753"/>
                  <a:gd name="T38" fmla="*/ 1563 w 687"/>
                  <a:gd name="T39" fmla="*/ 8880 h 753"/>
                  <a:gd name="T40" fmla="*/ 1063 w 687"/>
                  <a:gd name="T41" fmla="*/ 9493 h 753"/>
                  <a:gd name="T42" fmla="*/ 813 w 687"/>
                  <a:gd name="T43" fmla="*/ 9913 h 753"/>
                  <a:gd name="T44" fmla="*/ 533 w 687"/>
                  <a:gd name="T45" fmla="*/ 10430 h 753"/>
                  <a:gd name="T46" fmla="*/ 250 w 687"/>
                  <a:gd name="T47" fmla="*/ 10963 h 753"/>
                  <a:gd name="T48" fmla="*/ 0 w 687"/>
                  <a:gd name="T49" fmla="*/ 11756 h 753"/>
                  <a:gd name="T50" fmla="*/ 33 w 687"/>
                  <a:gd name="T51" fmla="*/ 11776 h 753"/>
                  <a:gd name="T52" fmla="*/ 145 w 687"/>
                  <a:gd name="T53" fmla="*/ 11756 h 753"/>
                  <a:gd name="T54" fmla="*/ 845 w 687"/>
                  <a:gd name="T55" fmla="*/ 10068 h 753"/>
                  <a:gd name="T56" fmla="*/ 2113 w 687"/>
                  <a:gd name="T57" fmla="*/ 8430 h 753"/>
                  <a:gd name="T58" fmla="*/ 3426 w 687"/>
                  <a:gd name="T59" fmla="*/ 6847 h 753"/>
                  <a:gd name="T60" fmla="*/ 5179 w 687"/>
                  <a:gd name="T61" fmla="*/ 5379 h 753"/>
                  <a:gd name="T62" fmla="*/ 5817 w 687"/>
                  <a:gd name="T63" fmla="*/ 4909 h 753"/>
                  <a:gd name="T64" fmla="*/ 7272 w 687"/>
                  <a:gd name="T65" fmla="*/ 3784 h 753"/>
                  <a:gd name="T66" fmla="*/ 8775 w 687"/>
                  <a:gd name="T67" fmla="*/ 2408 h 753"/>
                  <a:gd name="T68" fmla="*/ 10068 w 687"/>
                  <a:gd name="T69" fmla="*/ 813 h 753"/>
                  <a:gd name="T70" fmla="*/ 10743 w 687"/>
                  <a:gd name="T71" fmla="*/ 0 h 753"/>
                  <a:gd name="T72" fmla="*/ 10601 w 687"/>
                  <a:gd name="T73" fmla="*/ 145 h 753"/>
                  <a:gd name="T74" fmla="*/ 10255 w 687"/>
                  <a:gd name="T75" fmla="*/ 500 h 75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87" h="753">
                    <a:moveTo>
                      <a:pt x="656" y="32"/>
                    </a:moveTo>
                    <a:cubicBezTo>
                      <a:pt x="648" y="42"/>
                      <a:pt x="636" y="57"/>
                      <a:pt x="625" y="70"/>
                    </a:cubicBezTo>
                    <a:cubicBezTo>
                      <a:pt x="614" y="84"/>
                      <a:pt x="615" y="85"/>
                      <a:pt x="602" y="99"/>
                    </a:cubicBezTo>
                    <a:cubicBezTo>
                      <a:pt x="590" y="113"/>
                      <a:pt x="590" y="116"/>
                      <a:pt x="577" y="128"/>
                    </a:cubicBezTo>
                    <a:cubicBezTo>
                      <a:pt x="564" y="141"/>
                      <a:pt x="566" y="142"/>
                      <a:pt x="555" y="154"/>
                    </a:cubicBezTo>
                    <a:cubicBezTo>
                      <a:pt x="544" y="165"/>
                      <a:pt x="542" y="164"/>
                      <a:pt x="528" y="180"/>
                    </a:cubicBezTo>
                    <a:cubicBezTo>
                      <a:pt x="513" y="195"/>
                      <a:pt x="507" y="198"/>
                      <a:pt x="494" y="209"/>
                    </a:cubicBezTo>
                    <a:cubicBezTo>
                      <a:pt x="480" y="220"/>
                      <a:pt x="480" y="224"/>
                      <a:pt x="466" y="235"/>
                    </a:cubicBezTo>
                    <a:cubicBezTo>
                      <a:pt x="453" y="246"/>
                      <a:pt x="447" y="250"/>
                      <a:pt x="432" y="262"/>
                    </a:cubicBezTo>
                    <a:cubicBezTo>
                      <a:pt x="418" y="274"/>
                      <a:pt x="416" y="274"/>
                      <a:pt x="401" y="286"/>
                    </a:cubicBezTo>
                    <a:cubicBezTo>
                      <a:pt x="386" y="298"/>
                      <a:pt x="368" y="310"/>
                      <a:pt x="352" y="320"/>
                    </a:cubicBezTo>
                    <a:cubicBezTo>
                      <a:pt x="337" y="331"/>
                      <a:pt x="334" y="335"/>
                      <a:pt x="320" y="344"/>
                    </a:cubicBezTo>
                    <a:cubicBezTo>
                      <a:pt x="306" y="352"/>
                      <a:pt x="297" y="362"/>
                      <a:pt x="286" y="372"/>
                    </a:cubicBezTo>
                    <a:cubicBezTo>
                      <a:pt x="274" y="381"/>
                      <a:pt x="268" y="382"/>
                      <a:pt x="250" y="398"/>
                    </a:cubicBezTo>
                    <a:cubicBezTo>
                      <a:pt x="232" y="415"/>
                      <a:pt x="230" y="416"/>
                      <a:pt x="217" y="428"/>
                    </a:cubicBezTo>
                    <a:cubicBezTo>
                      <a:pt x="204" y="439"/>
                      <a:pt x="201" y="443"/>
                      <a:pt x="194" y="450"/>
                    </a:cubicBezTo>
                    <a:cubicBezTo>
                      <a:pt x="186" y="456"/>
                      <a:pt x="182" y="465"/>
                      <a:pt x="174" y="474"/>
                    </a:cubicBezTo>
                    <a:cubicBezTo>
                      <a:pt x="167" y="482"/>
                      <a:pt x="160" y="490"/>
                      <a:pt x="150" y="503"/>
                    </a:cubicBezTo>
                    <a:cubicBezTo>
                      <a:pt x="140" y="516"/>
                      <a:pt x="132" y="531"/>
                      <a:pt x="122" y="544"/>
                    </a:cubicBezTo>
                    <a:cubicBezTo>
                      <a:pt x="113" y="556"/>
                      <a:pt x="108" y="560"/>
                      <a:pt x="100" y="568"/>
                    </a:cubicBezTo>
                    <a:cubicBezTo>
                      <a:pt x="93" y="577"/>
                      <a:pt x="78" y="592"/>
                      <a:pt x="68" y="607"/>
                    </a:cubicBezTo>
                    <a:cubicBezTo>
                      <a:pt x="58" y="622"/>
                      <a:pt x="58" y="622"/>
                      <a:pt x="52" y="634"/>
                    </a:cubicBezTo>
                    <a:cubicBezTo>
                      <a:pt x="45" y="647"/>
                      <a:pt x="40" y="652"/>
                      <a:pt x="34" y="667"/>
                    </a:cubicBezTo>
                    <a:cubicBezTo>
                      <a:pt x="27" y="682"/>
                      <a:pt x="21" y="686"/>
                      <a:pt x="16" y="701"/>
                    </a:cubicBezTo>
                    <a:cubicBezTo>
                      <a:pt x="10" y="716"/>
                      <a:pt x="8" y="724"/>
                      <a:pt x="0" y="752"/>
                    </a:cubicBezTo>
                    <a:cubicBezTo>
                      <a:pt x="2" y="753"/>
                      <a:pt x="2" y="753"/>
                      <a:pt x="2" y="753"/>
                    </a:cubicBezTo>
                    <a:cubicBezTo>
                      <a:pt x="9" y="752"/>
                      <a:pt x="9" y="752"/>
                      <a:pt x="9" y="752"/>
                    </a:cubicBezTo>
                    <a:cubicBezTo>
                      <a:pt x="18" y="722"/>
                      <a:pt x="26" y="690"/>
                      <a:pt x="54" y="644"/>
                    </a:cubicBezTo>
                    <a:cubicBezTo>
                      <a:pt x="74" y="612"/>
                      <a:pt x="106" y="574"/>
                      <a:pt x="135" y="539"/>
                    </a:cubicBezTo>
                    <a:cubicBezTo>
                      <a:pt x="162" y="507"/>
                      <a:pt x="187" y="469"/>
                      <a:pt x="219" y="438"/>
                    </a:cubicBezTo>
                    <a:cubicBezTo>
                      <a:pt x="255" y="402"/>
                      <a:pt x="290" y="375"/>
                      <a:pt x="331" y="344"/>
                    </a:cubicBezTo>
                    <a:cubicBezTo>
                      <a:pt x="344" y="334"/>
                      <a:pt x="358" y="324"/>
                      <a:pt x="372" y="314"/>
                    </a:cubicBezTo>
                    <a:cubicBezTo>
                      <a:pt x="397" y="296"/>
                      <a:pt x="431" y="268"/>
                      <a:pt x="465" y="242"/>
                    </a:cubicBezTo>
                    <a:cubicBezTo>
                      <a:pt x="502" y="210"/>
                      <a:pt x="522" y="193"/>
                      <a:pt x="561" y="154"/>
                    </a:cubicBezTo>
                    <a:cubicBezTo>
                      <a:pt x="595" y="118"/>
                      <a:pt x="616" y="90"/>
                      <a:pt x="644" y="52"/>
                    </a:cubicBezTo>
                    <a:cubicBezTo>
                      <a:pt x="657" y="35"/>
                      <a:pt x="673" y="18"/>
                      <a:pt x="687" y="0"/>
                    </a:cubicBezTo>
                    <a:cubicBezTo>
                      <a:pt x="685" y="3"/>
                      <a:pt x="682" y="6"/>
                      <a:pt x="678" y="9"/>
                    </a:cubicBezTo>
                    <a:cubicBezTo>
                      <a:pt x="668" y="19"/>
                      <a:pt x="665" y="21"/>
                      <a:pt x="656" y="3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1" name="Freeform 401">
                <a:extLst>
                  <a:ext uri="{FF2B5EF4-FFF2-40B4-BE49-F238E27FC236}">
                    <a16:creationId xmlns:a16="http://schemas.microsoft.com/office/drawing/2014/main" id="{B627480A-E389-469E-B27B-AF44F0542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831"/>
                <a:ext cx="1963" cy="2895"/>
              </a:xfrm>
              <a:custGeom>
                <a:avLst/>
                <a:gdLst>
                  <a:gd name="T0" fmla="*/ 12118 w 785"/>
                  <a:gd name="T1" fmla="*/ 0 h 1158"/>
                  <a:gd name="T2" fmla="*/ 11881 w 785"/>
                  <a:gd name="T3" fmla="*/ 20 h 1158"/>
                  <a:gd name="T4" fmla="*/ 11931 w 785"/>
                  <a:gd name="T5" fmla="*/ 20 h 1158"/>
                  <a:gd name="T6" fmla="*/ 11901 w 785"/>
                  <a:gd name="T7" fmla="*/ 1283 h 1158"/>
                  <a:gd name="T8" fmla="*/ 11400 w 785"/>
                  <a:gd name="T9" fmla="*/ 2863 h 1158"/>
                  <a:gd name="T10" fmla="*/ 10943 w 785"/>
                  <a:gd name="T11" fmla="*/ 3988 h 1158"/>
                  <a:gd name="T12" fmla="*/ 9930 w 785"/>
                  <a:gd name="T13" fmla="*/ 5283 h 1158"/>
                  <a:gd name="T14" fmla="*/ 8630 w 785"/>
                  <a:gd name="T15" fmla="*/ 6875 h 1158"/>
                  <a:gd name="T16" fmla="*/ 7129 w 785"/>
                  <a:gd name="T17" fmla="*/ 8250 h 1158"/>
                  <a:gd name="T18" fmla="*/ 5679 w 785"/>
                  <a:gd name="T19" fmla="*/ 9375 h 1158"/>
                  <a:gd name="T20" fmla="*/ 5034 w 785"/>
                  <a:gd name="T21" fmla="*/ 9845 h 1158"/>
                  <a:gd name="T22" fmla="*/ 3283 w 785"/>
                  <a:gd name="T23" fmla="*/ 11313 h 1158"/>
                  <a:gd name="T24" fmla="*/ 1971 w 785"/>
                  <a:gd name="T25" fmla="*/ 12895 h 1158"/>
                  <a:gd name="T26" fmla="*/ 708 w 785"/>
                  <a:gd name="T27" fmla="*/ 14533 h 1158"/>
                  <a:gd name="T28" fmla="*/ 0 w 785"/>
                  <a:gd name="T29" fmla="*/ 16220 h 1158"/>
                  <a:gd name="T30" fmla="*/ 895 w 785"/>
                  <a:gd name="T31" fmla="*/ 17595 h 1158"/>
                  <a:gd name="T32" fmla="*/ 2221 w 785"/>
                  <a:gd name="T33" fmla="*/ 18095 h 1158"/>
                  <a:gd name="T34" fmla="*/ 2063 w 785"/>
                  <a:gd name="T35" fmla="*/ 17908 h 1158"/>
                  <a:gd name="T36" fmla="*/ 2096 w 785"/>
                  <a:gd name="T37" fmla="*/ 14800 h 1158"/>
                  <a:gd name="T38" fmla="*/ 6179 w 785"/>
                  <a:gd name="T39" fmla="*/ 10345 h 1158"/>
                  <a:gd name="T40" fmla="*/ 8492 w 785"/>
                  <a:gd name="T41" fmla="*/ 8063 h 1158"/>
                  <a:gd name="T42" fmla="*/ 9597 w 785"/>
                  <a:gd name="T43" fmla="*/ 6813 h 1158"/>
                  <a:gd name="T44" fmla="*/ 10430 w 785"/>
                  <a:gd name="T45" fmla="*/ 5533 h 1158"/>
                  <a:gd name="T46" fmla="*/ 11663 w 785"/>
                  <a:gd name="T47" fmla="*/ 3188 h 1158"/>
                  <a:gd name="T48" fmla="*/ 11993 w 785"/>
                  <a:gd name="T49" fmla="*/ 1783 h 1158"/>
                  <a:gd name="T50" fmla="*/ 12118 w 785"/>
                  <a:gd name="T51" fmla="*/ 0 h 115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85" h="1158">
                    <a:moveTo>
                      <a:pt x="775" y="0"/>
                    </a:moveTo>
                    <a:cubicBezTo>
                      <a:pt x="760" y="1"/>
                      <a:pt x="760" y="1"/>
                      <a:pt x="760" y="1"/>
                    </a:cubicBezTo>
                    <a:cubicBezTo>
                      <a:pt x="763" y="1"/>
                      <a:pt x="763" y="1"/>
                      <a:pt x="763" y="1"/>
                    </a:cubicBezTo>
                    <a:cubicBezTo>
                      <a:pt x="766" y="27"/>
                      <a:pt x="764" y="55"/>
                      <a:pt x="761" y="82"/>
                    </a:cubicBezTo>
                    <a:cubicBezTo>
                      <a:pt x="758" y="113"/>
                      <a:pt x="742" y="146"/>
                      <a:pt x="729" y="183"/>
                    </a:cubicBezTo>
                    <a:cubicBezTo>
                      <a:pt x="719" y="209"/>
                      <a:pt x="716" y="224"/>
                      <a:pt x="700" y="255"/>
                    </a:cubicBezTo>
                    <a:cubicBezTo>
                      <a:pt x="686" y="282"/>
                      <a:pt x="656" y="310"/>
                      <a:pt x="635" y="338"/>
                    </a:cubicBezTo>
                    <a:cubicBezTo>
                      <a:pt x="607" y="376"/>
                      <a:pt x="586" y="404"/>
                      <a:pt x="552" y="440"/>
                    </a:cubicBezTo>
                    <a:cubicBezTo>
                      <a:pt x="513" y="479"/>
                      <a:pt x="493" y="496"/>
                      <a:pt x="456" y="528"/>
                    </a:cubicBezTo>
                    <a:cubicBezTo>
                      <a:pt x="422" y="554"/>
                      <a:pt x="388" y="582"/>
                      <a:pt x="363" y="600"/>
                    </a:cubicBezTo>
                    <a:cubicBezTo>
                      <a:pt x="349" y="610"/>
                      <a:pt x="335" y="620"/>
                      <a:pt x="322" y="630"/>
                    </a:cubicBezTo>
                    <a:cubicBezTo>
                      <a:pt x="281" y="661"/>
                      <a:pt x="246" y="688"/>
                      <a:pt x="210" y="724"/>
                    </a:cubicBezTo>
                    <a:cubicBezTo>
                      <a:pt x="178" y="755"/>
                      <a:pt x="153" y="793"/>
                      <a:pt x="126" y="825"/>
                    </a:cubicBezTo>
                    <a:cubicBezTo>
                      <a:pt x="97" y="860"/>
                      <a:pt x="65" y="898"/>
                      <a:pt x="45" y="930"/>
                    </a:cubicBezTo>
                    <a:cubicBezTo>
                      <a:pt x="17" y="976"/>
                      <a:pt x="9" y="1008"/>
                      <a:pt x="0" y="1038"/>
                    </a:cubicBezTo>
                    <a:cubicBezTo>
                      <a:pt x="6" y="1063"/>
                      <a:pt x="25" y="1101"/>
                      <a:pt x="57" y="1126"/>
                    </a:cubicBezTo>
                    <a:cubicBezTo>
                      <a:pt x="81" y="1144"/>
                      <a:pt x="111" y="1156"/>
                      <a:pt x="142" y="1158"/>
                    </a:cubicBezTo>
                    <a:cubicBezTo>
                      <a:pt x="137" y="1153"/>
                      <a:pt x="134" y="1150"/>
                      <a:pt x="132" y="1146"/>
                    </a:cubicBezTo>
                    <a:cubicBezTo>
                      <a:pt x="102" y="1089"/>
                      <a:pt x="80" y="1040"/>
                      <a:pt x="134" y="947"/>
                    </a:cubicBezTo>
                    <a:cubicBezTo>
                      <a:pt x="201" y="831"/>
                      <a:pt x="298" y="746"/>
                      <a:pt x="395" y="662"/>
                    </a:cubicBezTo>
                    <a:cubicBezTo>
                      <a:pt x="448" y="616"/>
                      <a:pt x="495" y="567"/>
                      <a:pt x="543" y="516"/>
                    </a:cubicBezTo>
                    <a:cubicBezTo>
                      <a:pt x="568" y="491"/>
                      <a:pt x="594" y="466"/>
                      <a:pt x="614" y="436"/>
                    </a:cubicBezTo>
                    <a:cubicBezTo>
                      <a:pt x="632" y="409"/>
                      <a:pt x="647" y="380"/>
                      <a:pt x="667" y="354"/>
                    </a:cubicBezTo>
                    <a:cubicBezTo>
                      <a:pt x="689" y="326"/>
                      <a:pt x="737" y="235"/>
                      <a:pt x="746" y="204"/>
                    </a:cubicBezTo>
                    <a:cubicBezTo>
                      <a:pt x="754" y="176"/>
                      <a:pt x="761" y="143"/>
                      <a:pt x="767" y="114"/>
                    </a:cubicBezTo>
                    <a:cubicBezTo>
                      <a:pt x="771" y="95"/>
                      <a:pt x="785" y="21"/>
                      <a:pt x="775" y="0"/>
                    </a:cubicBezTo>
                  </a:path>
                </a:pathLst>
              </a:custGeom>
              <a:solidFill>
                <a:srgbClr val="BC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2" name="Freeform 402">
                <a:extLst>
                  <a:ext uri="{FF2B5EF4-FFF2-40B4-BE49-F238E27FC236}">
                    <a16:creationId xmlns:a16="http://schemas.microsoft.com/office/drawing/2014/main" id="{2354FEB5-7A1A-4C2F-8736-F071625BE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464"/>
                <a:ext cx="1658" cy="2305"/>
              </a:xfrm>
              <a:custGeom>
                <a:avLst/>
                <a:gdLst>
                  <a:gd name="T0" fmla="*/ 1863 w 663"/>
                  <a:gd name="T1" fmla="*/ 10300 h 922"/>
                  <a:gd name="T2" fmla="*/ 1188 w 663"/>
                  <a:gd name="T3" fmla="*/ 11563 h 922"/>
                  <a:gd name="T4" fmla="*/ 1033 w 663"/>
                  <a:gd name="T5" fmla="*/ 13050 h 922"/>
                  <a:gd name="T6" fmla="*/ 1533 w 663"/>
                  <a:gd name="T7" fmla="*/ 13875 h 922"/>
                  <a:gd name="T8" fmla="*/ 1533 w 663"/>
                  <a:gd name="T9" fmla="*/ 14345 h 922"/>
                  <a:gd name="T10" fmla="*/ 500 w 663"/>
                  <a:gd name="T11" fmla="*/ 13938 h 922"/>
                  <a:gd name="T12" fmla="*/ 158 w 663"/>
                  <a:gd name="T13" fmla="*/ 12863 h 922"/>
                  <a:gd name="T14" fmla="*/ 970 w 663"/>
                  <a:gd name="T15" fmla="*/ 10188 h 922"/>
                  <a:gd name="T16" fmla="*/ 2971 w 663"/>
                  <a:gd name="T17" fmla="*/ 7813 h 922"/>
                  <a:gd name="T18" fmla="*/ 5429 w 663"/>
                  <a:gd name="T19" fmla="*/ 5563 h 922"/>
                  <a:gd name="T20" fmla="*/ 7472 w 663"/>
                  <a:gd name="T21" fmla="*/ 3675 h 922"/>
                  <a:gd name="T22" fmla="*/ 8963 w 663"/>
                  <a:gd name="T23" fmla="*/ 2050 h 922"/>
                  <a:gd name="T24" fmla="*/ 10368 w 663"/>
                  <a:gd name="T25" fmla="*/ 0 h 922"/>
                  <a:gd name="T26" fmla="*/ 9288 w 663"/>
                  <a:gd name="T27" fmla="*/ 2333 h 922"/>
                  <a:gd name="T28" fmla="*/ 8463 w 663"/>
                  <a:gd name="T29" fmla="*/ 3375 h 922"/>
                  <a:gd name="T30" fmla="*/ 7785 w 663"/>
                  <a:gd name="T31" fmla="*/ 4283 h 922"/>
                  <a:gd name="T32" fmla="*/ 5317 w 663"/>
                  <a:gd name="T33" fmla="*/ 6750 h 922"/>
                  <a:gd name="T34" fmla="*/ 4179 w 663"/>
                  <a:gd name="T35" fmla="*/ 7925 h 922"/>
                  <a:gd name="T36" fmla="*/ 2908 w 663"/>
                  <a:gd name="T37" fmla="*/ 9083 h 922"/>
                  <a:gd name="T38" fmla="*/ 2188 w 663"/>
                  <a:gd name="T39" fmla="*/ 9833 h 922"/>
                  <a:gd name="T40" fmla="*/ 1863 w 663"/>
                  <a:gd name="T41" fmla="*/ 10363 h 9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63" h="922">
                    <a:moveTo>
                      <a:pt x="119" y="659"/>
                    </a:moveTo>
                    <a:cubicBezTo>
                      <a:pt x="105" y="686"/>
                      <a:pt x="86" y="710"/>
                      <a:pt x="76" y="740"/>
                    </a:cubicBezTo>
                    <a:cubicBezTo>
                      <a:pt x="67" y="765"/>
                      <a:pt x="62" y="810"/>
                      <a:pt x="66" y="835"/>
                    </a:cubicBezTo>
                    <a:cubicBezTo>
                      <a:pt x="70" y="857"/>
                      <a:pt x="82" y="870"/>
                      <a:pt x="98" y="888"/>
                    </a:cubicBezTo>
                    <a:cubicBezTo>
                      <a:pt x="112" y="903"/>
                      <a:pt x="133" y="922"/>
                      <a:pt x="98" y="918"/>
                    </a:cubicBezTo>
                    <a:cubicBezTo>
                      <a:pt x="72" y="916"/>
                      <a:pt x="48" y="916"/>
                      <a:pt x="32" y="892"/>
                    </a:cubicBezTo>
                    <a:cubicBezTo>
                      <a:pt x="18" y="871"/>
                      <a:pt x="13" y="847"/>
                      <a:pt x="10" y="823"/>
                    </a:cubicBezTo>
                    <a:cubicBezTo>
                      <a:pt x="0" y="760"/>
                      <a:pt x="29" y="705"/>
                      <a:pt x="62" y="652"/>
                    </a:cubicBezTo>
                    <a:cubicBezTo>
                      <a:pt x="98" y="593"/>
                      <a:pt x="144" y="550"/>
                      <a:pt x="190" y="500"/>
                    </a:cubicBezTo>
                    <a:cubicBezTo>
                      <a:pt x="238" y="448"/>
                      <a:pt x="294" y="403"/>
                      <a:pt x="347" y="356"/>
                    </a:cubicBezTo>
                    <a:cubicBezTo>
                      <a:pt x="392" y="316"/>
                      <a:pt x="437" y="276"/>
                      <a:pt x="478" y="235"/>
                    </a:cubicBezTo>
                    <a:cubicBezTo>
                      <a:pt x="511" y="201"/>
                      <a:pt x="545" y="169"/>
                      <a:pt x="573" y="131"/>
                    </a:cubicBezTo>
                    <a:cubicBezTo>
                      <a:pt x="603" y="88"/>
                      <a:pt x="644" y="49"/>
                      <a:pt x="663" y="0"/>
                    </a:cubicBezTo>
                    <a:cubicBezTo>
                      <a:pt x="649" y="51"/>
                      <a:pt x="624" y="106"/>
                      <a:pt x="594" y="149"/>
                    </a:cubicBezTo>
                    <a:cubicBezTo>
                      <a:pt x="578" y="173"/>
                      <a:pt x="556" y="192"/>
                      <a:pt x="541" y="216"/>
                    </a:cubicBezTo>
                    <a:cubicBezTo>
                      <a:pt x="527" y="237"/>
                      <a:pt x="514" y="256"/>
                      <a:pt x="498" y="274"/>
                    </a:cubicBezTo>
                    <a:cubicBezTo>
                      <a:pt x="449" y="332"/>
                      <a:pt x="395" y="381"/>
                      <a:pt x="340" y="432"/>
                    </a:cubicBezTo>
                    <a:cubicBezTo>
                      <a:pt x="315" y="456"/>
                      <a:pt x="293" y="483"/>
                      <a:pt x="267" y="507"/>
                    </a:cubicBezTo>
                    <a:cubicBezTo>
                      <a:pt x="240" y="532"/>
                      <a:pt x="213" y="556"/>
                      <a:pt x="186" y="581"/>
                    </a:cubicBezTo>
                    <a:cubicBezTo>
                      <a:pt x="169" y="596"/>
                      <a:pt x="153" y="611"/>
                      <a:pt x="140" y="629"/>
                    </a:cubicBezTo>
                    <a:cubicBezTo>
                      <a:pt x="132" y="639"/>
                      <a:pt x="129" y="655"/>
                      <a:pt x="119" y="663"/>
                    </a:cubicBezTo>
                  </a:path>
                </a:pathLst>
              </a:custGeom>
              <a:solidFill>
                <a:srgbClr val="C66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3" name="Freeform 403">
                <a:extLst>
                  <a:ext uri="{FF2B5EF4-FFF2-40B4-BE49-F238E27FC236}">
                    <a16:creationId xmlns:a16="http://schemas.microsoft.com/office/drawing/2014/main" id="{40B71ED4-DD07-4FE7-B247-D73F5A576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594"/>
                <a:ext cx="1568" cy="2187"/>
              </a:xfrm>
              <a:custGeom>
                <a:avLst/>
                <a:gdLst>
                  <a:gd name="T0" fmla="*/ 4867 w 627"/>
                  <a:gd name="T1" fmla="*/ 5529 h 875"/>
                  <a:gd name="T2" fmla="*/ 2583 w 627"/>
                  <a:gd name="T3" fmla="*/ 7571 h 875"/>
                  <a:gd name="T4" fmla="*/ 1063 w 627"/>
                  <a:gd name="T5" fmla="*/ 9508 h 875"/>
                  <a:gd name="T6" fmla="*/ 175 w 627"/>
                  <a:gd name="T7" fmla="*/ 12182 h 875"/>
                  <a:gd name="T8" fmla="*/ 1000 w 627"/>
                  <a:gd name="T9" fmla="*/ 13412 h 875"/>
                  <a:gd name="T10" fmla="*/ 2051 w 627"/>
                  <a:gd name="T11" fmla="*/ 13349 h 875"/>
                  <a:gd name="T12" fmla="*/ 2551 w 627"/>
                  <a:gd name="T13" fmla="*/ 12787 h 875"/>
                  <a:gd name="T14" fmla="*/ 2208 w 627"/>
                  <a:gd name="T15" fmla="*/ 13070 h 875"/>
                  <a:gd name="T16" fmla="*/ 1550 w 627"/>
                  <a:gd name="T17" fmla="*/ 13257 h 875"/>
                  <a:gd name="T18" fmla="*/ 770 w 627"/>
                  <a:gd name="T19" fmla="*/ 12445 h 875"/>
                  <a:gd name="T20" fmla="*/ 1083 w 627"/>
                  <a:gd name="T21" fmla="*/ 10433 h 875"/>
                  <a:gd name="T22" fmla="*/ 2488 w 627"/>
                  <a:gd name="T23" fmla="*/ 8541 h 875"/>
                  <a:gd name="T24" fmla="*/ 4004 w 627"/>
                  <a:gd name="T25" fmla="*/ 6916 h 875"/>
                  <a:gd name="T26" fmla="*/ 7085 w 627"/>
                  <a:gd name="T27" fmla="*/ 3949 h 875"/>
                  <a:gd name="T28" fmla="*/ 9368 w 627"/>
                  <a:gd name="T29" fmla="*/ 905 h 875"/>
                  <a:gd name="T30" fmla="*/ 9806 w 627"/>
                  <a:gd name="T31" fmla="*/ 0 h 875"/>
                  <a:gd name="T32" fmla="*/ 9255 w 627"/>
                  <a:gd name="T33" fmla="*/ 792 h 875"/>
                  <a:gd name="T34" fmla="*/ 8493 w 627"/>
                  <a:gd name="T35" fmla="*/ 1762 h 875"/>
                  <a:gd name="T36" fmla="*/ 6317 w 627"/>
                  <a:gd name="T37" fmla="*/ 4062 h 875"/>
                  <a:gd name="T38" fmla="*/ 5284 w 627"/>
                  <a:gd name="T39" fmla="*/ 5011 h 875"/>
                  <a:gd name="T40" fmla="*/ 4316 w 627"/>
                  <a:gd name="T41" fmla="*/ 5934 h 87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7" h="875">
                    <a:moveTo>
                      <a:pt x="311" y="354"/>
                    </a:moveTo>
                    <a:cubicBezTo>
                      <a:pt x="261" y="397"/>
                      <a:pt x="209" y="435"/>
                      <a:pt x="165" y="485"/>
                    </a:cubicBezTo>
                    <a:cubicBezTo>
                      <a:pt x="130" y="525"/>
                      <a:pt x="100" y="567"/>
                      <a:pt x="68" y="609"/>
                    </a:cubicBezTo>
                    <a:cubicBezTo>
                      <a:pt x="35" y="654"/>
                      <a:pt x="0" y="724"/>
                      <a:pt x="11" y="780"/>
                    </a:cubicBezTo>
                    <a:cubicBezTo>
                      <a:pt x="19" y="822"/>
                      <a:pt x="22" y="839"/>
                      <a:pt x="64" y="859"/>
                    </a:cubicBezTo>
                    <a:cubicBezTo>
                      <a:pt x="74" y="863"/>
                      <a:pt x="139" y="875"/>
                      <a:pt x="131" y="855"/>
                    </a:cubicBezTo>
                    <a:cubicBezTo>
                      <a:pt x="147" y="848"/>
                      <a:pt x="163" y="838"/>
                      <a:pt x="163" y="819"/>
                    </a:cubicBezTo>
                    <a:cubicBezTo>
                      <a:pt x="155" y="822"/>
                      <a:pt x="149" y="831"/>
                      <a:pt x="141" y="837"/>
                    </a:cubicBezTo>
                    <a:cubicBezTo>
                      <a:pt x="133" y="842"/>
                      <a:pt x="107" y="848"/>
                      <a:pt x="99" y="849"/>
                    </a:cubicBezTo>
                    <a:cubicBezTo>
                      <a:pt x="78" y="851"/>
                      <a:pt x="52" y="813"/>
                      <a:pt x="49" y="797"/>
                    </a:cubicBezTo>
                    <a:cubicBezTo>
                      <a:pt x="42" y="753"/>
                      <a:pt x="40" y="724"/>
                      <a:pt x="69" y="668"/>
                    </a:cubicBezTo>
                    <a:cubicBezTo>
                      <a:pt x="92" y="625"/>
                      <a:pt x="129" y="584"/>
                      <a:pt x="159" y="547"/>
                    </a:cubicBezTo>
                    <a:cubicBezTo>
                      <a:pt x="189" y="511"/>
                      <a:pt x="223" y="476"/>
                      <a:pt x="256" y="443"/>
                    </a:cubicBezTo>
                    <a:cubicBezTo>
                      <a:pt x="321" y="378"/>
                      <a:pt x="392" y="322"/>
                      <a:pt x="453" y="253"/>
                    </a:cubicBezTo>
                    <a:cubicBezTo>
                      <a:pt x="506" y="192"/>
                      <a:pt x="560" y="129"/>
                      <a:pt x="599" y="58"/>
                    </a:cubicBezTo>
                    <a:cubicBezTo>
                      <a:pt x="609" y="39"/>
                      <a:pt x="619" y="20"/>
                      <a:pt x="627" y="0"/>
                    </a:cubicBezTo>
                    <a:cubicBezTo>
                      <a:pt x="613" y="13"/>
                      <a:pt x="605" y="36"/>
                      <a:pt x="592" y="51"/>
                    </a:cubicBezTo>
                    <a:cubicBezTo>
                      <a:pt x="575" y="72"/>
                      <a:pt x="558" y="91"/>
                      <a:pt x="543" y="113"/>
                    </a:cubicBezTo>
                    <a:cubicBezTo>
                      <a:pt x="505" y="169"/>
                      <a:pt x="458" y="220"/>
                      <a:pt x="404" y="260"/>
                    </a:cubicBezTo>
                    <a:cubicBezTo>
                      <a:pt x="380" y="278"/>
                      <a:pt x="359" y="300"/>
                      <a:pt x="338" y="321"/>
                    </a:cubicBezTo>
                    <a:cubicBezTo>
                      <a:pt x="318" y="341"/>
                      <a:pt x="301" y="368"/>
                      <a:pt x="276" y="380"/>
                    </a:cubicBezTo>
                  </a:path>
                </a:pathLst>
              </a:custGeom>
              <a:solidFill>
                <a:srgbClr val="C8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4" name="Freeform 404">
                <a:extLst>
                  <a:ext uri="{FF2B5EF4-FFF2-40B4-BE49-F238E27FC236}">
                    <a16:creationId xmlns:a16="http://schemas.microsoft.com/office/drawing/2014/main" id="{469F01D7-FFEC-4FA8-B2EC-A8E76D0B3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831"/>
                <a:ext cx="400" cy="1065"/>
              </a:xfrm>
              <a:custGeom>
                <a:avLst/>
                <a:gdLst>
                  <a:gd name="T0" fmla="*/ 1208 w 160"/>
                  <a:gd name="T1" fmla="*/ 4658 h 426"/>
                  <a:gd name="T2" fmla="*/ 1708 w 160"/>
                  <a:gd name="T3" fmla="*/ 3675 h 426"/>
                  <a:gd name="T4" fmla="*/ 2033 w 160"/>
                  <a:gd name="T5" fmla="*/ 2708 h 426"/>
                  <a:gd name="T6" fmla="*/ 2300 w 160"/>
                  <a:gd name="T7" fmla="*/ 1675 h 426"/>
                  <a:gd name="T8" fmla="*/ 2458 w 160"/>
                  <a:gd name="T9" fmla="*/ 675 h 426"/>
                  <a:gd name="T10" fmla="*/ 2345 w 160"/>
                  <a:gd name="T11" fmla="*/ 0 h 426"/>
                  <a:gd name="T12" fmla="*/ 2488 w 160"/>
                  <a:gd name="T13" fmla="*/ 488 h 426"/>
                  <a:gd name="T14" fmla="*/ 2488 w 160"/>
                  <a:gd name="T15" fmla="*/ 1283 h 426"/>
                  <a:gd name="T16" fmla="*/ 2158 w 160"/>
                  <a:gd name="T17" fmla="*/ 3158 h 426"/>
                  <a:gd name="T18" fmla="*/ 1520 w 160"/>
                  <a:gd name="T19" fmla="*/ 4688 h 426"/>
                  <a:gd name="T20" fmla="*/ 970 w 160"/>
                  <a:gd name="T21" fmla="*/ 5458 h 426"/>
                  <a:gd name="T22" fmla="*/ 500 w 160"/>
                  <a:gd name="T23" fmla="*/ 6033 h 426"/>
                  <a:gd name="T24" fmla="*/ 113 w 160"/>
                  <a:gd name="T25" fmla="*/ 6533 h 426"/>
                  <a:gd name="T26" fmla="*/ 0 w 160"/>
                  <a:gd name="T27" fmla="*/ 6658 h 4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0" h="426">
                    <a:moveTo>
                      <a:pt x="77" y="298"/>
                    </a:moveTo>
                    <a:cubicBezTo>
                      <a:pt x="92" y="279"/>
                      <a:pt x="98" y="256"/>
                      <a:pt x="109" y="235"/>
                    </a:cubicBezTo>
                    <a:cubicBezTo>
                      <a:pt x="118" y="216"/>
                      <a:pt x="126" y="194"/>
                      <a:pt x="130" y="173"/>
                    </a:cubicBezTo>
                    <a:cubicBezTo>
                      <a:pt x="133" y="150"/>
                      <a:pt x="141" y="129"/>
                      <a:pt x="147" y="107"/>
                    </a:cubicBezTo>
                    <a:cubicBezTo>
                      <a:pt x="152" y="86"/>
                      <a:pt x="156" y="65"/>
                      <a:pt x="157" y="43"/>
                    </a:cubicBezTo>
                    <a:cubicBezTo>
                      <a:pt x="158" y="30"/>
                      <a:pt x="156" y="11"/>
                      <a:pt x="150" y="0"/>
                    </a:cubicBezTo>
                    <a:cubicBezTo>
                      <a:pt x="157" y="9"/>
                      <a:pt x="159" y="20"/>
                      <a:pt x="159" y="31"/>
                    </a:cubicBezTo>
                    <a:cubicBezTo>
                      <a:pt x="160" y="48"/>
                      <a:pt x="160" y="65"/>
                      <a:pt x="159" y="82"/>
                    </a:cubicBezTo>
                    <a:cubicBezTo>
                      <a:pt x="157" y="122"/>
                      <a:pt x="147" y="163"/>
                      <a:pt x="138" y="202"/>
                    </a:cubicBezTo>
                    <a:cubicBezTo>
                      <a:pt x="130" y="237"/>
                      <a:pt x="116" y="270"/>
                      <a:pt x="97" y="300"/>
                    </a:cubicBezTo>
                    <a:cubicBezTo>
                      <a:pt x="86" y="317"/>
                      <a:pt x="75" y="334"/>
                      <a:pt x="62" y="349"/>
                    </a:cubicBezTo>
                    <a:cubicBezTo>
                      <a:pt x="52" y="361"/>
                      <a:pt x="42" y="373"/>
                      <a:pt x="32" y="386"/>
                    </a:cubicBezTo>
                    <a:cubicBezTo>
                      <a:pt x="23" y="396"/>
                      <a:pt x="17" y="409"/>
                      <a:pt x="7" y="418"/>
                    </a:cubicBezTo>
                    <a:cubicBezTo>
                      <a:pt x="5" y="421"/>
                      <a:pt x="2" y="423"/>
                      <a:pt x="0" y="426"/>
                    </a:cubicBezTo>
                  </a:path>
                </a:pathLst>
              </a:custGeom>
              <a:solidFill>
                <a:srgbClr val="C66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5" name="Freeform 405">
                <a:extLst>
                  <a:ext uri="{FF2B5EF4-FFF2-40B4-BE49-F238E27FC236}">
                    <a16:creationId xmlns:a16="http://schemas.microsoft.com/office/drawing/2014/main" id="{F51B1EB2-9D70-4C7B-84D3-F861C4F27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106"/>
                <a:ext cx="660" cy="1175"/>
              </a:xfrm>
              <a:custGeom>
                <a:avLst/>
                <a:gdLst>
                  <a:gd name="T0" fmla="*/ 2408 w 264"/>
                  <a:gd name="T1" fmla="*/ 4063 h 470"/>
                  <a:gd name="T2" fmla="*/ 2845 w 264"/>
                  <a:gd name="T3" fmla="*/ 3438 h 470"/>
                  <a:gd name="T4" fmla="*/ 3175 w 264"/>
                  <a:gd name="T5" fmla="*/ 2895 h 470"/>
                  <a:gd name="T6" fmla="*/ 3625 w 264"/>
                  <a:gd name="T7" fmla="*/ 1800 h 470"/>
                  <a:gd name="T8" fmla="*/ 3895 w 264"/>
                  <a:gd name="T9" fmla="*/ 908 h 470"/>
                  <a:gd name="T10" fmla="*/ 4113 w 264"/>
                  <a:gd name="T11" fmla="*/ 0 h 470"/>
                  <a:gd name="T12" fmla="*/ 3750 w 264"/>
                  <a:gd name="T13" fmla="*/ 1938 h 470"/>
                  <a:gd name="T14" fmla="*/ 3283 w 264"/>
                  <a:gd name="T15" fmla="*/ 3158 h 470"/>
                  <a:gd name="T16" fmla="*/ 2750 w 264"/>
                  <a:gd name="T17" fmla="*/ 4113 h 470"/>
                  <a:gd name="T18" fmla="*/ 1958 w 264"/>
                  <a:gd name="T19" fmla="*/ 5220 h 470"/>
                  <a:gd name="T20" fmla="*/ 1250 w 264"/>
                  <a:gd name="T21" fmla="*/ 6125 h 470"/>
                  <a:gd name="T22" fmla="*/ 125 w 264"/>
                  <a:gd name="T23" fmla="*/ 7220 h 470"/>
                  <a:gd name="T24" fmla="*/ 0 w 264"/>
                  <a:gd name="T25" fmla="*/ 7345 h 470"/>
                  <a:gd name="T26" fmla="*/ 488 w 264"/>
                  <a:gd name="T27" fmla="*/ 6675 h 470"/>
                  <a:gd name="T28" fmla="*/ 895 w 264"/>
                  <a:gd name="T29" fmla="*/ 6188 h 470"/>
                  <a:gd name="T30" fmla="*/ 1438 w 264"/>
                  <a:gd name="T31" fmla="*/ 5408 h 47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4" h="470">
                    <a:moveTo>
                      <a:pt x="154" y="260"/>
                    </a:moveTo>
                    <a:cubicBezTo>
                      <a:pt x="164" y="248"/>
                      <a:pt x="173" y="233"/>
                      <a:pt x="182" y="220"/>
                    </a:cubicBezTo>
                    <a:cubicBezTo>
                      <a:pt x="190" y="209"/>
                      <a:pt x="197" y="198"/>
                      <a:pt x="203" y="185"/>
                    </a:cubicBezTo>
                    <a:cubicBezTo>
                      <a:pt x="213" y="163"/>
                      <a:pt x="224" y="139"/>
                      <a:pt x="232" y="115"/>
                    </a:cubicBezTo>
                    <a:cubicBezTo>
                      <a:pt x="238" y="96"/>
                      <a:pt x="244" y="77"/>
                      <a:pt x="249" y="58"/>
                    </a:cubicBezTo>
                    <a:cubicBezTo>
                      <a:pt x="254" y="39"/>
                      <a:pt x="264" y="19"/>
                      <a:pt x="263" y="0"/>
                    </a:cubicBezTo>
                    <a:cubicBezTo>
                      <a:pt x="258" y="41"/>
                      <a:pt x="254" y="84"/>
                      <a:pt x="240" y="124"/>
                    </a:cubicBezTo>
                    <a:cubicBezTo>
                      <a:pt x="230" y="151"/>
                      <a:pt x="218" y="176"/>
                      <a:pt x="210" y="202"/>
                    </a:cubicBezTo>
                    <a:cubicBezTo>
                      <a:pt x="203" y="225"/>
                      <a:pt x="189" y="244"/>
                      <a:pt x="176" y="263"/>
                    </a:cubicBezTo>
                    <a:cubicBezTo>
                      <a:pt x="160" y="288"/>
                      <a:pt x="142" y="311"/>
                      <a:pt x="125" y="334"/>
                    </a:cubicBezTo>
                    <a:cubicBezTo>
                      <a:pt x="111" y="354"/>
                      <a:pt x="96" y="374"/>
                      <a:pt x="80" y="392"/>
                    </a:cubicBezTo>
                    <a:cubicBezTo>
                      <a:pt x="57" y="417"/>
                      <a:pt x="31" y="438"/>
                      <a:pt x="8" y="462"/>
                    </a:cubicBezTo>
                    <a:cubicBezTo>
                      <a:pt x="5" y="465"/>
                      <a:pt x="3" y="468"/>
                      <a:pt x="0" y="470"/>
                    </a:cubicBezTo>
                    <a:cubicBezTo>
                      <a:pt x="8" y="455"/>
                      <a:pt x="19" y="440"/>
                      <a:pt x="31" y="427"/>
                    </a:cubicBezTo>
                    <a:cubicBezTo>
                      <a:pt x="40" y="417"/>
                      <a:pt x="50" y="407"/>
                      <a:pt x="57" y="396"/>
                    </a:cubicBezTo>
                    <a:cubicBezTo>
                      <a:pt x="69" y="379"/>
                      <a:pt x="79" y="362"/>
                      <a:pt x="92" y="346"/>
                    </a:cubicBezTo>
                  </a:path>
                </a:pathLst>
              </a:custGeom>
              <a:solidFill>
                <a:srgbClr val="C8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6" name="Freeform 406">
                <a:extLst>
                  <a:ext uri="{FF2B5EF4-FFF2-40B4-BE49-F238E27FC236}">
                    <a16:creationId xmlns:a16="http://schemas.microsoft.com/office/drawing/2014/main" id="{CD6BE28E-7250-471A-9A9C-70D52B83C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326"/>
                <a:ext cx="912" cy="1315"/>
              </a:xfrm>
              <a:custGeom>
                <a:avLst/>
                <a:gdLst>
                  <a:gd name="T0" fmla="*/ 5662 w 365"/>
                  <a:gd name="T1" fmla="*/ 33 h 526"/>
                  <a:gd name="T2" fmla="*/ 5025 w 365"/>
                  <a:gd name="T3" fmla="*/ 500 h 526"/>
                  <a:gd name="T4" fmla="*/ 3278 w 365"/>
                  <a:gd name="T5" fmla="*/ 1970 h 526"/>
                  <a:gd name="T6" fmla="*/ 1966 w 365"/>
                  <a:gd name="T7" fmla="*/ 3550 h 526"/>
                  <a:gd name="T8" fmla="*/ 700 w 365"/>
                  <a:gd name="T9" fmla="*/ 5188 h 526"/>
                  <a:gd name="T10" fmla="*/ 0 w 365"/>
                  <a:gd name="T11" fmla="*/ 6875 h 526"/>
                  <a:gd name="T12" fmla="*/ 855 w 365"/>
                  <a:gd name="T13" fmla="*/ 8220 h 526"/>
                  <a:gd name="T14" fmla="*/ 730 w 365"/>
                  <a:gd name="T15" fmla="*/ 8000 h 526"/>
                  <a:gd name="T16" fmla="*/ 467 w 365"/>
                  <a:gd name="T17" fmla="*/ 7300 h 526"/>
                  <a:gd name="T18" fmla="*/ 875 w 365"/>
                  <a:gd name="T19" fmla="*/ 5750 h 526"/>
                  <a:gd name="T20" fmla="*/ 1749 w 365"/>
                  <a:gd name="T21" fmla="*/ 4345 h 526"/>
                  <a:gd name="T22" fmla="*/ 2654 w 365"/>
                  <a:gd name="T23" fmla="*/ 3033 h 526"/>
                  <a:gd name="T24" fmla="*/ 3695 w 365"/>
                  <a:gd name="T25" fmla="*/ 1833 h 526"/>
                  <a:gd name="T26" fmla="*/ 4370 w 365"/>
                  <a:gd name="T27" fmla="*/ 1283 h 526"/>
                  <a:gd name="T28" fmla="*/ 5370 w 365"/>
                  <a:gd name="T29" fmla="*/ 283 h 526"/>
                  <a:gd name="T30" fmla="*/ 5694 w 365"/>
                  <a:gd name="T31" fmla="*/ 0 h 526"/>
                  <a:gd name="T32" fmla="*/ 5662 w 365"/>
                  <a:gd name="T33" fmla="*/ 33 h 5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65" h="526">
                    <a:moveTo>
                      <a:pt x="363" y="2"/>
                    </a:moveTo>
                    <a:cubicBezTo>
                      <a:pt x="349" y="12"/>
                      <a:pt x="335" y="22"/>
                      <a:pt x="322" y="32"/>
                    </a:cubicBezTo>
                    <a:cubicBezTo>
                      <a:pt x="281" y="63"/>
                      <a:pt x="246" y="90"/>
                      <a:pt x="210" y="126"/>
                    </a:cubicBezTo>
                    <a:cubicBezTo>
                      <a:pt x="178" y="157"/>
                      <a:pt x="153" y="195"/>
                      <a:pt x="126" y="227"/>
                    </a:cubicBezTo>
                    <a:cubicBezTo>
                      <a:pt x="97" y="262"/>
                      <a:pt x="65" y="300"/>
                      <a:pt x="45" y="332"/>
                    </a:cubicBezTo>
                    <a:cubicBezTo>
                      <a:pt x="17" y="378"/>
                      <a:pt x="9" y="410"/>
                      <a:pt x="0" y="440"/>
                    </a:cubicBezTo>
                    <a:cubicBezTo>
                      <a:pt x="6" y="465"/>
                      <a:pt x="24" y="501"/>
                      <a:pt x="55" y="526"/>
                    </a:cubicBezTo>
                    <a:cubicBezTo>
                      <a:pt x="51" y="521"/>
                      <a:pt x="49" y="516"/>
                      <a:pt x="47" y="512"/>
                    </a:cubicBezTo>
                    <a:cubicBezTo>
                      <a:pt x="39" y="498"/>
                      <a:pt x="33" y="482"/>
                      <a:pt x="30" y="467"/>
                    </a:cubicBezTo>
                    <a:cubicBezTo>
                      <a:pt x="25" y="435"/>
                      <a:pt x="42" y="396"/>
                      <a:pt x="56" y="368"/>
                    </a:cubicBezTo>
                    <a:cubicBezTo>
                      <a:pt x="72" y="336"/>
                      <a:pt x="91" y="307"/>
                      <a:pt x="112" y="278"/>
                    </a:cubicBezTo>
                    <a:cubicBezTo>
                      <a:pt x="133" y="250"/>
                      <a:pt x="149" y="222"/>
                      <a:pt x="170" y="194"/>
                    </a:cubicBezTo>
                    <a:cubicBezTo>
                      <a:pt x="191" y="167"/>
                      <a:pt x="212" y="140"/>
                      <a:pt x="237" y="117"/>
                    </a:cubicBezTo>
                    <a:cubicBezTo>
                      <a:pt x="251" y="105"/>
                      <a:pt x="266" y="93"/>
                      <a:pt x="280" y="82"/>
                    </a:cubicBezTo>
                    <a:cubicBezTo>
                      <a:pt x="304" y="64"/>
                      <a:pt x="321" y="38"/>
                      <a:pt x="344" y="18"/>
                    </a:cubicBezTo>
                    <a:cubicBezTo>
                      <a:pt x="352" y="12"/>
                      <a:pt x="358" y="6"/>
                      <a:pt x="365" y="0"/>
                    </a:cubicBezTo>
                    <a:cubicBezTo>
                      <a:pt x="364" y="1"/>
                      <a:pt x="364" y="1"/>
                      <a:pt x="363" y="2"/>
                    </a:cubicBezTo>
                  </a:path>
                </a:pathLst>
              </a:custGeom>
              <a:solidFill>
                <a:srgbClr val="B55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7" name="Freeform 407">
                <a:extLst>
                  <a:ext uri="{FF2B5EF4-FFF2-40B4-BE49-F238E27FC236}">
                    <a16:creationId xmlns:a16="http://schemas.microsoft.com/office/drawing/2014/main" id="{5834B55B-D213-4198-8E87-03E132126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3306"/>
                <a:ext cx="1117" cy="600"/>
              </a:xfrm>
              <a:custGeom>
                <a:avLst/>
                <a:gdLst>
                  <a:gd name="T0" fmla="*/ 6350 w 447"/>
                  <a:gd name="T1" fmla="*/ 0 h 240"/>
                  <a:gd name="T2" fmla="*/ 5153 w 447"/>
                  <a:gd name="T3" fmla="*/ 175 h 240"/>
                  <a:gd name="T4" fmla="*/ 5290 w 447"/>
                  <a:gd name="T5" fmla="*/ 1645 h 240"/>
                  <a:gd name="T6" fmla="*/ 4058 w 447"/>
                  <a:gd name="T7" fmla="*/ 2563 h 240"/>
                  <a:gd name="T8" fmla="*/ 2137 w 447"/>
                  <a:gd name="T9" fmla="*/ 2125 h 240"/>
                  <a:gd name="T10" fmla="*/ 1249 w 447"/>
                  <a:gd name="T11" fmla="*/ 750 h 240"/>
                  <a:gd name="T12" fmla="*/ 0 w 447"/>
                  <a:gd name="T13" fmla="*/ 938 h 240"/>
                  <a:gd name="T14" fmla="*/ 1075 w 447"/>
                  <a:gd name="T15" fmla="*/ 2738 h 240"/>
                  <a:gd name="T16" fmla="*/ 2821 w 447"/>
                  <a:gd name="T17" fmla="*/ 3595 h 240"/>
                  <a:gd name="T18" fmla="*/ 4416 w 447"/>
                  <a:gd name="T19" fmla="*/ 3625 h 240"/>
                  <a:gd name="T20" fmla="*/ 6350 w 447"/>
                  <a:gd name="T21" fmla="*/ 0 h 2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7" h="240">
                    <a:moveTo>
                      <a:pt x="407" y="0"/>
                    </a:moveTo>
                    <a:cubicBezTo>
                      <a:pt x="330" y="11"/>
                      <a:pt x="330" y="11"/>
                      <a:pt x="330" y="11"/>
                    </a:cubicBezTo>
                    <a:cubicBezTo>
                      <a:pt x="341" y="36"/>
                      <a:pt x="348" y="76"/>
                      <a:pt x="339" y="105"/>
                    </a:cubicBezTo>
                    <a:cubicBezTo>
                      <a:pt x="329" y="133"/>
                      <a:pt x="304" y="154"/>
                      <a:pt x="260" y="164"/>
                    </a:cubicBezTo>
                    <a:cubicBezTo>
                      <a:pt x="216" y="175"/>
                      <a:pt x="170" y="162"/>
                      <a:pt x="137" y="136"/>
                    </a:cubicBezTo>
                    <a:cubicBezTo>
                      <a:pt x="105" y="111"/>
                      <a:pt x="86" y="73"/>
                      <a:pt x="80" y="48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9" y="90"/>
                      <a:pt x="30" y="138"/>
                      <a:pt x="69" y="175"/>
                    </a:cubicBezTo>
                    <a:cubicBezTo>
                      <a:pt x="98" y="201"/>
                      <a:pt x="138" y="220"/>
                      <a:pt x="181" y="230"/>
                    </a:cubicBezTo>
                    <a:cubicBezTo>
                      <a:pt x="212" y="238"/>
                      <a:pt x="246" y="240"/>
                      <a:pt x="283" y="232"/>
                    </a:cubicBezTo>
                    <a:cubicBezTo>
                      <a:pt x="447" y="201"/>
                      <a:pt x="414" y="27"/>
                      <a:pt x="407" y="0"/>
                    </a:cubicBezTo>
                  </a:path>
                </a:pathLst>
              </a:custGeom>
              <a:solidFill>
                <a:srgbClr val="C76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8" name="Freeform 408">
                <a:extLst>
                  <a:ext uri="{FF2B5EF4-FFF2-40B4-BE49-F238E27FC236}">
                    <a16:creationId xmlns:a16="http://schemas.microsoft.com/office/drawing/2014/main" id="{D06A2DDE-D344-4967-86B7-ED32FE9CE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329"/>
                <a:ext cx="717" cy="435"/>
              </a:xfrm>
              <a:custGeom>
                <a:avLst/>
                <a:gdLst>
                  <a:gd name="T0" fmla="*/ 4195 w 287"/>
                  <a:gd name="T1" fmla="*/ 1500 h 174"/>
                  <a:gd name="T2" fmla="*/ 2965 w 287"/>
                  <a:gd name="T3" fmla="*/ 2425 h 174"/>
                  <a:gd name="T4" fmla="*/ 1042 w 287"/>
                  <a:gd name="T5" fmla="*/ 1988 h 174"/>
                  <a:gd name="T6" fmla="*/ 155 w 287"/>
                  <a:gd name="T7" fmla="*/ 613 h 174"/>
                  <a:gd name="T8" fmla="*/ 0 w 287"/>
                  <a:gd name="T9" fmla="*/ 625 h 174"/>
                  <a:gd name="T10" fmla="*/ 12 w 287"/>
                  <a:gd name="T11" fmla="*/ 675 h 174"/>
                  <a:gd name="T12" fmla="*/ 155 w 287"/>
                  <a:gd name="T13" fmla="*/ 1083 h 174"/>
                  <a:gd name="T14" fmla="*/ 387 w 287"/>
                  <a:gd name="T15" fmla="*/ 1488 h 174"/>
                  <a:gd name="T16" fmla="*/ 717 w 287"/>
                  <a:gd name="T17" fmla="*/ 1845 h 174"/>
                  <a:gd name="T18" fmla="*/ 1042 w 287"/>
                  <a:gd name="T19" fmla="*/ 2208 h 174"/>
                  <a:gd name="T20" fmla="*/ 1404 w 287"/>
                  <a:gd name="T21" fmla="*/ 2375 h 174"/>
                  <a:gd name="T22" fmla="*/ 1821 w 287"/>
                  <a:gd name="T23" fmla="*/ 2520 h 174"/>
                  <a:gd name="T24" fmla="*/ 2228 w 287"/>
                  <a:gd name="T25" fmla="*/ 2645 h 174"/>
                  <a:gd name="T26" fmla="*/ 2666 w 287"/>
                  <a:gd name="T27" fmla="*/ 2645 h 174"/>
                  <a:gd name="T28" fmla="*/ 3040 w 287"/>
                  <a:gd name="T29" fmla="*/ 2550 h 174"/>
                  <a:gd name="T30" fmla="*/ 3540 w 287"/>
                  <a:gd name="T31" fmla="*/ 2375 h 174"/>
                  <a:gd name="T32" fmla="*/ 3975 w 287"/>
                  <a:gd name="T33" fmla="*/ 2113 h 174"/>
                  <a:gd name="T34" fmla="*/ 4195 w 287"/>
                  <a:gd name="T35" fmla="*/ 1863 h 174"/>
                  <a:gd name="T36" fmla="*/ 4399 w 287"/>
                  <a:gd name="T37" fmla="*/ 1425 h 174"/>
                  <a:gd name="T38" fmla="*/ 4399 w 287"/>
                  <a:gd name="T39" fmla="*/ 783 h 174"/>
                  <a:gd name="T40" fmla="*/ 4307 w 287"/>
                  <a:gd name="T41" fmla="*/ 270 h 174"/>
                  <a:gd name="T42" fmla="*/ 4275 w 287"/>
                  <a:gd name="T43" fmla="*/ 0 h 174"/>
                  <a:gd name="T44" fmla="*/ 4057 w 287"/>
                  <a:gd name="T45" fmla="*/ 33 h 174"/>
                  <a:gd name="T46" fmla="*/ 4195 w 287"/>
                  <a:gd name="T47" fmla="*/ 1500 h 17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87" h="174">
                    <a:moveTo>
                      <a:pt x="269" y="96"/>
                    </a:moveTo>
                    <a:cubicBezTo>
                      <a:pt x="259" y="124"/>
                      <a:pt x="234" y="145"/>
                      <a:pt x="190" y="155"/>
                    </a:cubicBezTo>
                    <a:cubicBezTo>
                      <a:pt x="146" y="166"/>
                      <a:pt x="100" y="153"/>
                      <a:pt x="67" y="127"/>
                    </a:cubicBezTo>
                    <a:cubicBezTo>
                      <a:pt x="35" y="102"/>
                      <a:pt x="16" y="64"/>
                      <a:pt x="10" y="39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1" y="51"/>
                      <a:pt x="4" y="59"/>
                      <a:pt x="10" y="69"/>
                    </a:cubicBezTo>
                    <a:cubicBezTo>
                      <a:pt x="16" y="80"/>
                      <a:pt x="12" y="80"/>
                      <a:pt x="25" y="95"/>
                    </a:cubicBezTo>
                    <a:cubicBezTo>
                      <a:pt x="37" y="109"/>
                      <a:pt x="33" y="103"/>
                      <a:pt x="46" y="118"/>
                    </a:cubicBezTo>
                    <a:cubicBezTo>
                      <a:pt x="59" y="133"/>
                      <a:pt x="57" y="135"/>
                      <a:pt x="67" y="141"/>
                    </a:cubicBezTo>
                    <a:cubicBezTo>
                      <a:pt x="76" y="147"/>
                      <a:pt x="79" y="147"/>
                      <a:pt x="90" y="152"/>
                    </a:cubicBezTo>
                    <a:cubicBezTo>
                      <a:pt x="101" y="157"/>
                      <a:pt x="103" y="157"/>
                      <a:pt x="117" y="161"/>
                    </a:cubicBezTo>
                    <a:cubicBezTo>
                      <a:pt x="131" y="166"/>
                      <a:pt x="131" y="167"/>
                      <a:pt x="143" y="169"/>
                    </a:cubicBezTo>
                    <a:cubicBezTo>
                      <a:pt x="156" y="171"/>
                      <a:pt x="159" y="171"/>
                      <a:pt x="171" y="169"/>
                    </a:cubicBezTo>
                    <a:cubicBezTo>
                      <a:pt x="183" y="168"/>
                      <a:pt x="166" y="174"/>
                      <a:pt x="195" y="163"/>
                    </a:cubicBezTo>
                    <a:cubicBezTo>
                      <a:pt x="223" y="151"/>
                      <a:pt x="212" y="162"/>
                      <a:pt x="227" y="152"/>
                    </a:cubicBezTo>
                    <a:cubicBezTo>
                      <a:pt x="243" y="142"/>
                      <a:pt x="247" y="140"/>
                      <a:pt x="255" y="135"/>
                    </a:cubicBezTo>
                    <a:cubicBezTo>
                      <a:pt x="263" y="129"/>
                      <a:pt x="263" y="128"/>
                      <a:pt x="269" y="119"/>
                    </a:cubicBezTo>
                    <a:cubicBezTo>
                      <a:pt x="275" y="109"/>
                      <a:pt x="281" y="106"/>
                      <a:pt x="282" y="91"/>
                    </a:cubicBezTo>
                    <a:cubicBezTo>
                      <a:pt x="283" y="77"/>
                      <a:pt x="287" y="65"/>
                      <a:pt x="282" y="50"/>
                    </a:cubicBezTo>
                    <a:cubicBezTo>
                      <a:pt x="277" y="35"/>
                      <a:pt x="279" y="26"/>
                      <a:pt x="276" y="17"/>
                    </a:cubicBezTo>
                    <a:cubicBezTo>
                      <a:pt x="273" y="10"/>
                      <a:pt x="275" y="3"/>
                      <a:pt x="274" y="0"/>
                    </a:cubicBezTo>
                    <a:cubicBezTo>
                      <a:pt x="260" y="2"/>
                      <a:pt x="260" y="2"/>
                      <a:pt x="260" y="2"/>
                    </a:cubicBezTo>
                    <a:cubicBezTo>
                      <a:pt x="271" y="27"/>
                      <a:pt x="278" y="67"/>
                      <a:pt x="269" y="96"/>
                    </a:cubicBezTo>
                  </a:path>
                </a:pathLst>
              </a:custGeom>
              <a:solidFill>
                <a:srgbClr val="C99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9" name="Freeform 409">
                <a:extLst>
                  <a:ext uri="{FF2B5EF4-FFF2-40B4-BE49-F238E27FC236}">
                    <a16:creationId xmlns:a16="http://schemas.microsoft.com/office/drawing/2014/main" id="{C47BC239-B03A-42D5-9A72-1A585802A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3306"/>
                <a:ext cx="1117" cy="600"/>
              </a:xfrm>
              <a:custGeom>
                <a:avLst/>
                <a:gdLst>
                  <a:gd name="T0" fmla="*/ 6350 w 447"/>
                  <a:gd name="T1" fmla="*/ 0 h 240"/>
                  <a:gd name="T2" fmla="*/ 6150 w 447"/>
                  <a:gd name="T3" fmla="*/ 33 h 240"/>
                  <a:gd name="T4" fmla="*/ 6195 w 447"/>
                  <a:gd name="T5" fmla="*/ 283 h 240"/>
                  <a:gd name="T6" fmla="*/ 6257 w 447"/>
                  <a:gd name="T7" fmla="*/ 845 h 240"/>
                  <a:gd name="T8" fmla="*/ 6257 w 447"/>
                  <a:gd name="T9" fmla="*/ 1658 h 240"/>
                  <a:gd name="T10" fmla="*/ 6007 w 447"/>
                  <a:gd name="T11" fmla="*/ 2345 h 240"/>
                  <a:gd name="T12" fmla="*/ 5528 w 447"/>
                  <a:gd name="T13" fmla="*/ 2908 h 240"/>
                  <a:gd name="T14" fmla="*/ 4945 w 447"/>
                  <a:gd name="T15" fmla="*/ 3270 h 240"/>
                  <a:gd name="T16" fmla="*/ 4508 w 447"/>
                  <a:gd name="T17" fmla="*/ 3470 h 240"/>
                  <a:gd name="T18" fmla="*/ 3696 w 447"/>
                  <a:gd name="T19" fmla="*/ 3550 h 240"/>
                  <a:gd name="T20" fmla="*/ 3196 w 447"/>
                  <a:gd name="T21" fmla="*/ 3533 h 240"/>
                  <a:gd name="T22" fmla="*/ 2604 w 447"/>
                  <a:gd name="T23" fmla="*/ 3345 h 240"/>
                  <a:gd name="T24" fmla="*/ 2012 w 447"/>
                  <a:gd name="T25" fmla="*/ 3125 h 240"/>
                  <a:gd name="T26" fmla="*/ 1637 w 447"/>
                  <a:gd name="T27" fmla="*/ 2938 h 240"/>
                  <a:gd name="T28" fmla="*/ 1324 w 447"/>
                  <a:gd name="T29" fmla="*/ 2708 h 240"/>
                  <a:gd name="T30" fmla="*/ 905 w 447"/>
                  <a:gd name="T31" fmla="*/ 2333 h 240"/>
                  <a:gd name="T32" fmla="*/ 667 w 447"/>
                  <a:gd name="T33" fmla="*/ 2020 h 240"/>
                  <a:gd name="T34" fmla="*/ 417 w 447"/>
                  <a:gd name="T35" fmla="*/ 1583 h 240"/>
                  <a:gd name="T36" fmla="*/ 280 w 447"/>
                  <a:gd name="T37" fmla="*/ 1158 h 240"/>
                  <a:gd name="T38" fmla="*/ 230 w 447"/>
                  <a:gd name="T39" fmla="*/ 908 h 240"/>
                  <a:gd name="T40" fmla="*/ 0 w 447"/>
                  <a:gd name="T41" fmla="*/ 938 h 240"/>
                  <a:gd name="T42" fmla="*/ 1075 w 447"/>
                  <a:gd name="T43" fmla="*/ 2738 h 240"/>
                  <a:gd name="T44" fmla="*/ 2821 w 447"/>
                  <a:gd name="T45" fmla="*/ 3595 h 240"/>
                  <a:gd name="T46" fmla="*/ 4416 w 447"/>
                  <a:gd name="T47" fmla="*/ 3625 h 240"/>
                  <a:gd name="T48" fmla="*/ 6350 w 447"/>
                  <a:gd name="T49" fmla="*/ 0 h 24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47" h="240">
                    <a:moveTo>
                      <a:pt x="407" y="0"/>
                    </a:moveTo>
                    <a:cubicBezTo>
                      <a:pt x="394" y="2"/>
                      <a:pt x="394" y="2"/>
                      <a:pt x="394" y="2"/>
                    </a:cubicBezTo>
                    <a:cubicBezTo>
                      <a:pt x="395" y="6"/>
                      <a:pt x="394" y="9"/>
                      <a:pt x="397" y="18"/>
                    </a:cubicBezTo>
                    <a:cubicBezTo>
                      <a:pt x="402" y="30"/>
                      <a:pt x="399" y="38"/>
                      <a:pt x="401" y="54"/>
                    </a:cubicBezTo>
                    <a:cubicBezTo>
                      <a:pt x="404" y="71"/>
                      <a:pt x="403" y="86"/>
                      <a:pt x="401" y="106"/>
                    </a:cubicBezTo>
                    <a:cubicBezTo>
                      <a:pt x="398" y="126"/>
                      <a:pt x="392" y="135"/>
                      <a:pt x="385" y="150"/>
                    </a:cubicBezTo>
                    <a:cubicBezTo>
                      <a:pt x="377" y="166"/>
                      <a:pt x="369" y="174"/>
                      <a:pt x="354" y="186"/>
                    </a:cubicBezTo>
                    <a:cubicBezTo>
                      <a:pt x="339" y="198"/>
                      <a:pt x="329" y="202"/>
                      <a:pt x="317" y="209"/>
                    </a:cubicBezTo>
                    <a:cubicBezTo>
                      <a:pt x="306" y="216"/>
                      <a:pt x="307" y="218"/>
                      <a:pt x="289" y="222"/>
                    </a:cubicBezTo>
                    <a:cubicBezTo>
                      <a:pt x="271" y="227"/>
                      <a:pt x="251" y="226"/>
                      <a:pt x="237" y="227"/>
                    </a:cubicBezTo>
                    <a:cubicBezTo>
                      <a:pt x="224" y="228"/>
                      <a:pt x="220" y="228"/>
                      <a:pt x="205" y="226"/>
                    </a:cubicBezTo>
                    <a:cubicBezTo>
                      <a:pt x="189" y="223"/>
                      <a:pt x="177" y="217"/>
                      <a:pt x="167" y="214"/>
                    </a:cubicBezTo>
                    <a:cubicBezTo>
                      <a:pt x="156" y="212"/>
                      <a:pt x="136" y="203"/>
                      <a:pt x="129" y="200"/>
                    </a:cubicBezTo>
                    <a:cubicBezTo>
                      <a:pt x="123" y="196"/>
                      <a:pt x="109" y="192"/>
                      <a:pt x="105" y="188"/>
                    </a:cubicBezTo>
                    <a:cubicBezTo>
                      <a:pt x="101" y="184"/>
                      <a:pt x="95" y="179"/>
                      <a:pt x="85" y="173"/>
                    </a:cubicBezTo>
                    <a:cubicBezTo>
                      <a:pt x="76" y="167"/>
                      <a:pt x="63" y="156"/>
                      <a:pt x="58" y="149"/>
                    </a:cubicBezTo>
                    <a:cubicBezTo>
                      <a:pt x="53" y="142"/>
                      <a:pt x="47" y="138"/>
                      <a:pt x="43" y="129"/>
                    </a:cubicBezTo>
                    <a:cubicBezTo>
                      <a:pt x="38" y="120"/>
                      <a:pt x="31" y="110"/>
                      <a:pt x="27" y="101"/>
                    </a:cubicBezTo>
                    <a:cubicBezTo>
                      <a:pt x="23" y="92"/>
                      <a:pt x="19" y="83"/>
                      <a:pt x="18" y="74"/>
                    </a:cubicBezTo>
                    <a:cubicBezTo>
                      <a:pt x="17" y="70"/>
                      <a:pt x="16" y="63"/>
                      <a:pt x="15" y="58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9" y="90"/>
                      <a:pt x="30" y="138"/>
                      <a:pt x="69" y="175"/>
                    </a:cubicBezTo>
                    <a:cubicBezTo>
                      <a:pt x="98" y="201"/>
                      <a:pt x="138" y="220"/>
                      <a:pt x="181" y="230"/>
                    </a:cubicBezTo>
                    <a:cubicBezTo>
                      <a:pt x="212" y="238"/>
                      <a:pt x="246" y="240"/>
                      <a:pt x="283" y="232"/>
                    </a:cubicBezTo>
                    <a:cubicBezTo>
                      <a:pt x="447" y="201"/>
                      <a:pt x="414" y="27"/>
                      <a:pt x="407" y="0"/>
                    </a:cubicBezTo>
                  </a:path>
                </a:pathLst>
              </a:custGeom>
              <a:solidFill>
                <a:srgbClr val="D3A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0" name="Freeform 410">
                <a:extLst>
                  <a:ext uri="{FF2B5EF4-FFF2-40B4-BE49-F238E27FC236}">
                    <a16:creationId xmlns:a16="http://schemas.microsoft.com/office/drawing/2014/main" id="{4BFF1124-C8AD-4CD0-8F21-BE0BEDC63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636"/>
                <a:ext cx="722" cy="1073"/>
              </a:xfrm>
              <a:custGeom>
                <a:avLst/>
                <a:gdLst>
                  <a:gd name="T0" fmla="*/ 4120 w 289"/>
                  <a:gd name="T1" fmla="*/ 363 h 429"/>
                  <a:gd name="T2" fmla="*/ 4245 w 289"/>
                  <a:gd name="T3" fmla="*/ 250 h 429"/>
                  <a:gd name="T4" fmla="*/ 4507 w 289"/>
                  <a:gd name="T5" fmla="*/ 0 h 429"/>
                  <a:gd name="T6" fmla="*/ 2915 w 289"/>
                  <a:gd name="T7" fmla="*/ 1113 h 429"/>
                  <a:gd name="T8" fmla="*/ 1499 w 289"/>
                  <a:gd name="T9" fmla="*/ 2501 h 429"/>
                  <a:gd name="T10" fmla="*/ 949 w 289"/>
                  <a:gd name="T11" fmla="*/ 3242 h 429"/>
                  <a:gd name="T12" fmla="*/ 405 w 289"/>
                  <a:gd name="T13" fmla="*/ 4004 h 429"/>
                  <a:gd name="T14" fmla="*/ 92 w 289"/>
                  <a:gd name="T15" fmla="*/ 5588 h 429"/>
                  <a:gd name="T16" fmla="*/ 762 w 289"/>
                  <a:gd name="T17" fmla="*/ 6713 h 429"/>
                  <a:gd name="T18" fmla="*/ 1821 w 289"/>
                  <a:gd name="T19" fmla="*/ 5838 h 429"/>
                  <a:gd name="T20" fmla="*/ 1686 w 289"/>
                  <a:gd name="T21" fmla="*/ 4367 h 429"/>
                  <a:gd name="T22" fmla="*/ 2371 w 289"/>
                  <a:gd name="T23" fmla="*/ 2676 h 429"/>
                  <a:gd name="T24" fmla="*/ 3278 w 289"/>
                  <a:gd name="T25" fmla="*/ 1346 h 429"/>
                  <a:gd name="T26" fmla="*/ 3870 w 289"/>
                  <a:gd name="T27" fmla="*/ 645 h 429"/>
                  <a:gd name="T28" fmla="*/ 4120 w 289"/>
                  <a:gd name="T29" fmla="*/ 363 h 4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9" h="429">
                    <a:moveTo>
                      <a:pt x="264" y="23"/>
                    </a:moveTo>
                    <a:cubicBezTo>
                      <a:pt x="266" y="21"/>
                      <a:pt x="269" y="18"/>
                      <a:pt x="272" y="16"/>
                    </a:cubicBezTo>
                    <a:cubicBezTo>
                      <a:pt x="277" y="11"/>
                      <a:pt x="283" y="6"/>
                      <a:pt x="289" y="0"/>
                    </a:cubicBezTo>
                    <a:cubicBezTo>
                      <a:pt x="243" y="29"/>
                      <a:pt x="232" y="36"/>
                      <a:pt x="187" y="71"/>
                    </a:cubicBezTo>
                    <a:cubicBezTo>
                      <a:pt x="152" y="97"/>
                      <a:pt x="124" y="127"/>
                      <a:pt x="96" y="160"/>
                    </a:cubicBezTo>
                    <a:cubicBezTo>
                      <a:pt x="83" y="173"/>
                      <a:pt x="73" y="192"/>
                      <a:pt x="61" y="207"/>
                    </a:cubicBezTo>
                    <a:cubicBezTo>
                      <a:pt x="48" y="222"/>
                      <a:pt x="37" y="239"/>
                      <a:pt x="26" y="256"/>
                    </a:cubicBezTo>
                    <a:cubicBezTo>
                      <a:pt x="7" y="289"/>
                      <a:pt x="0" y="321"/>
                      <a:pt x="6" y="357"/>
                    </a:cubicBezTo>
                    <a:cubicBezTo>
                      <a:pt x="10" y="386"/>
                      <a:pt x="23" y="413"/>
                      <a:pt x="49" y="429"/>
                    </a:cubicBezTo>
                    <a:cubicBezTo>
                      <a:pt x="86" y="418"/>
                      <a:pt x="108" y="399"/>
                      <a:pt x="117" y="373"/>
                    </a:cubicBezTo>
                    <a:cubicBezTo>
                      <a:pt x="126" y="344"/>
                      <a:pt x="119" y="304"/>
                      <a:pt x="108" y="279"/>
                    </a:cubicBezTo>
                    <a:cubicBezTo>
                      <a:pt x="121" y="248"/>
                      <a:pt x="134" y="204"/>
                      <a:pt x="152" y="171"/>
                    </a:cubicBezTo>
                    <a:cubicBezTo>
                      <a:pt x="168" y="141"/>
                      <a:pt x="187" y="113"/>
                      <a:pt x="210" y="86"/>
                    </a:cubicBezTo>
                    <a:cubicBezTo>
                      <a:pt x="222" y="72"/>
                      <a:pt x="234" y="56"/>
                      <a:pt x="248" y="41"/>
                    </a:cubicBezTo>
                    <a:cubicBezTo>
                      <a:pt x="253" y="35"/>
                      <a:pt x="258" y="29"/>
                      <a:pt x="264" y="23"/>
                    </a:cubicBezTo>
                  </a:path>
                </a:pathLst>
              </a:custGeom>
              <a:solidFill>
                <a:srgbClr val="CE7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1" name="Freeform 411">
                <a:extLst>
                  <a:ext uri="{FF2B5EF4-FFF2-40B4-BE49-F238E27FC236}">
                    <a16:creationId xmlns:a16="http://schemas.microsoft.com/office/drawing/2014/main" id="{DD7E3974-288A-4A8A-8751-D0B2D0BB7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826"/>
                <a:ext cx="1320" cy="2108"/>
              </a:xfrm>
              <a:custGeom>
                <a:avLst/>
                <a:gdLst>
                  <a:gd name="T0" fmla="*/ 7175 w 528"/>
                  <a:gd name="T1" fmla="*/ 5834 h 843"/>
                  <a:gd name="T2" fmla="*/ 8175 w 528"/>
                  <a:gd name="T3" fmla="*/ 1145 h 843"/>
                  <a:gd name="T4" fmla="*/ 8095 w 528"/>
                  <a:gd name="T5" fmla="*/ 0 h 843"/>
                  <a:gd name="T6" fmla="*/ 7833 w 528"/>
                  <a:gd name="T7" fmla="*/ 33 h 843"/>
                  <a:gd name="T8" fmla="*/ 7720 w 528"/>
                  <a:gd name="T9" fmla="*/ 3188 h 843"/>
                  <a:gd name="T10" fmla="*/ 5833 w 528"/>
                  <a:gd name="T11" fmla="*/ 7117 h 843"/>
                  <a:gd name="T12" fmla="*/ 3020 w 528"/>
                  <a:gd name="T13" fmla="*/ 10097 h 843"/>
                  <a:gd name="T14" fmla="*/ 0 w 528"/>
                  <a:gd name="T15" fmla="*/ 13181 h 843"/>
                  <a:gd name="T16" fmla="*/ 1908 w 528"/>
                  <a:gd name="T17" fmla="*/ 11743 h 843"/>
                  <a:gd name="T18" fmla="*/ 4625 w 528"/>
                  <a:gd name="T19" fmla="*/ 9022 h 843"/>
                  <a:gd name="T20" fmla="*/ 7175 w 528"/>
                  <a:gd name="T21" fmla="*/ 5834 h 8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8" h="843">
                    <a:moveTo>
                      <a:pt x="459" y="373"/>
                    </a:moveTo>
                    <a:cubicBezTo>
                      <a:pt x="514" y="264"/>
                      <a:pt x="528" y="186"/>
                      <a:pt x="523" y="73"/>
                    </a:cubicBezTo>
                    <a:cubicBezTo>
                      <a:pt x="521" y="37"/>
                      <a:pt x="520" y="14"/>
                      <a:pt x="518" y="0"/>
                    </a:cubicBezTo>
                    <a:cubicBezTo>
                      <a:pt x="501" y="2"/>
                      <a:pt x="501" y="2"/>
                      <a:pt x="501" y="2"/>
                    </a:cubicBezTo>
                    <a:cubicBezTo>
                      <a:pt x="514" y="62"/>
                      <a:pt x="508" y="119"/>
                      <a:pt x="494" y="204"/>
                    </a:cubicBezTo>
                    <a:cubicBezTo>
                      <a:pt x="480" y="288"/>
                      <a:pt x="414" y="400"/>
                      <a:pt x="373" y="455"/>
                    </a:cubicBezTo>
                    <a:cubicBezTo>
                      <a:pt x="332" y="510"/>
                      <a:pt x="250" y="601"/>
                      <a:pt x="193" y="646"/>
                    </a:cubicBezTo>
                    <a:cubicBezTo>
                      <a:pt x="136" y="691"/>
                      <a:pt x="37" y="783"/>
                      <a:pt x="0" y="843"/>
                    </a:cubicBezTo>
                    <a:cubicBezTo>
                      <a:pt x="122" y="751"/>
                      <a:pt x="122" y="751"/>
                      <a:pt x="122" y="751"/>
                    </a:cubicBezTo>
                    <a:cubicBezTo>
                      <a:pt x="174" y="696"/>
                      <a:pt x="231" y="645"/>
                      <a:pt x="296" y="577"/>
                    </a:cubicBezTo>
                    <a:cubicBezTo>
                      <a:pt x="361" y="509"/>
                      <a:pt x="405" y="482"/>
                      <a:pt x="459" y="373"/>
                    </a:cubicBezTo>
                  </a:path>
                </a:pathLst>
              </a:custGeom>
              <a:solidFill>
                <a:srgbClr val="CE7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2" name="Freeform 412">
                <a:extLst>
                  <a:ext uri="{FF2B5EF4-FFF2-40B4-BE49-F238E27FC236}">
                    <a16:creationId xmlns:a16="http://schemas.microsoft.com/office/drawing/2014/main" id="{5D721216-D5AB-41D8-855E-4EED90078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319"/>
                <a:ext cx="837" cy="1015"/>
              </a:xfrm>
              <a:custGeom>
                <a:avLst/>
                <a:gdLst>
                  <a:gd name="T0" fmla="*/ 3883 w 335"/>
                  <a:gd name="T1" fmla="*/ 1125 h 406"/>
                  <a:gd name="T2" fmla="*/ 2541 w 335"/>
                  <a:gd name="T3" fmla="*/ 2238 h 406"/>
                  <a:gd name="T4" fmla="*/ 1592 w 335"/>
                  <a:gd name="T5" fmla="*/ 3333 h 406"/>
                  <a:gd name="T6" fmla="*/ 687 w 335"/>
                  <a:gd name="T7" fmla="*/ 4658 h 406"/>
                  <a:gd name="T8" fmla="*/ 0 w 335"/>
                  <a:gd name="T9" fmla="*/ 6345 h 406"/>
                  <a:gd name="T10" fmla="*/ 217 w 335"/>
                  <a:gd name="T11" fmla="*/ 6313 h 406"/>
                  <a:gd name="T12" fmla="*/ 437 w 335"/>
                  <a:gd name="T13" fmla="*/ 5708 h 406"/>
                  <a:gd name="T14" fmla="*/ 762 w 335"/>
                  <a:gd name="T15" fmla="*/ 4875 h 406"/>
                  <a:gd name="T16" fmla="*/ 999 w 335"/>
                  <a:gd name="T17" fmla="*/ 4438 h 406"/>
                  <a:gd name="T18" fmla="*/ 1811 w 335"/>
                  <a:gd name="T19" fmla="*/ 3250 h 406"/>
                  <a:gd name="T20" fmla="*/ 2479 w 335"/>
                  <a:gd name="T21" fmla="*/ 2533 h 406"/>
                  <a:gd name="T22" fmla="*/ 3183 w 335"/>
                  <a:gd name="T23" fmla="*/ 1845 h 406"/>
                  <a:gd name="T24" fmla="*/ 3853 w 335"/>
                  <a:gd name="T25" fmla="*/ 1313 h 406"/>
                  <a:gd name="T26" fmla="*/ 4475 w 335"/>
                  <a:gd name="T27" fmla="*/ 720 h 406"/>
                  <a:gd name="T28" fmla="*/ 5007 w 335"/>
                  <a:gd name="T29" fmla="*/ 270 h 406"/>
                  <a:gd name="T30" fmla="*/ 5224 w 335"/>
                  <a:gd name="T31" fmla="*/ 0 h 406"/>
                  <a:gd name="T32" fmla="*/ 3883 w 335"/>
                  <a:gd name="T33" fmla="*/ 1125 h 4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35" h="406">
                    <a:moveTo>
                      <a:pt x="249" y="72"/>
                    </a:moveTo>
                    <a:cubicBezTo>
                      <a:pt x="217" y="100"/>
                      <a:pt x="188" y="120"/>
                      <a:pt x="163" y="143"/>
                    </a:cubicBezTo>
                    <a:cubicBezTo>
                      <a:pt x="141" y="165"/>
                      <a:pt x="120" y="191"/>
                      <a:pt x="102" y="213"/>
                    </a:cubicBezTo>
                    <a:cubicBezTo>
                      <a:pt x="79" y="240"/>
                      <a:pt x="60" y="268"/>
                      <a:pt x="44" y="298"/>
                    </a:cubicBezTo>
                    <a:cubicBezTo>
                      <a:pt x="27" y="331"/>
                      <a:pt x="13" y="374"/>
                      <a:pt x="0" y="406"/>
                    </a:cubicBezTo>
                    <a:cubicBezTo>
                      <a:pt x="8" y="406"/>
                      <a:pt x="11" y="406"/>
                      <a:pt x="14" y="404"/>
                    </a:cubicBezTo>
                    <a:cubicBezTo>
                      <a:pt x="17" y="394"/>
                      <a:pt x="24" y="375"/>
                      <a:pt x="28" y="365"/>
                    </a:cubicBezTo>
                    <a:cubicBezTo>
                      <a:pt x="35" y="345"/>
                      <a:pt x="38" y="330"/>
                      <a:pt x="49" y="312"/>
                    </a:cubicBezTo>
                    <a:cubicBezTo>
                      <a:pt x="53" y="304"/>
                      <a:pt x="60" y="292"/>
                      <a:pt x="64" y="284"/>
                    </a:cubicBezTo>
                    <a:cubicBezTo>
                      <a:pt x="77" y="257"/>
                      <a:pt x="94" y="228"/>
                      <a:pt x="116" y="208"/>
                    </a:cubicBezTo>
                    <a:cubicBezTo>
                      <a:pt x="132" y="194"/>
                      <a:pt x="145" y="179"/>
                      <a:pt x="159" y="162"/>
                    </a:cubicBezTo>
                    <a:cubicBezTo>
                      <a:pt x="173" y="145"/>
                      <a:pt x="188" y="133"/>
                      <a:pt x="204" y="118"/>
                    </a:cubicBezTo>
                    <a:cubicBezTo>
                      <a:pt x="216" y="106"/>
                      <a:pt x="233" y="95"/>
                      <a:pt x="247" y="84"/>
                    </a:cubicBezTo>
                    <a:cubicBezTo>
                      <a:pt x="262" y="73"/>
                      <a:pt x="274" y="58"/>
                      <a:pt x="287" y="46"/>
                    </a:cubicBezTo>
                    <a:cubicBezTo>
                      <a:pt x="298" y="35"/>
                      <a:pt x="311" y="28"/>
                      <a:pt x="321" y="17"/>
                    </a:cubicBezTo>
                    <a:cubicBezTo>
                      <a:pt x="325" y="12"/>
                      <a:pt x="330" y="7"/>
                      <a:pt x="335" y="0"/>
                    </a:cubicBezTo>
                    <a:cubicBezTo>
                      <a:pt x="309" y="23"/>
                      <a:pt x="265" y="58"/>
                      <a:pt x="249" y="7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3" name="Freeform 413">
                <a:extLst>
                  <a:ext uri="{FF2B5EF4-FFF2-40B4-BE49-F238E27FC236}">
                    <a16:creationId xmlns:a16="http://schemas.microsoft.com/office/drawing/2014/main" id="{EEA7B2FE-C9AA-401E-9FE2-C823971A7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599"/>
                <a:ext cx="753" cy="1097"/>
              </a:xfrm>
              <a:custGeom>
                <a:avLst/>
                <a:gdLst>
                  <a:gd name="T0" fmla="*/ 3460 w 301"/>
                  <a:gd name="T1" fmla="*/ 980 h 439"/>
                  <a:gd name="T2" fmla="*/ 1301 w 301"/>
                  <a:gd name="T3" fmla="*/ 3433 h 439"/>
                  <a:gd name="T4" fmla="*/ 363 w 301"/>
                  <a:gd name="T5" fmla="*/ 6120 h 439"/>
                  <a:gd name="T6" fmla="*/ 1021 w 301"/>
                  <a:gd name="T7" fmla="*/ 6849 h 439"/>
                  <a:gd name="T8" fmla="*/ 1846 w 301"/>
                  <a:gd name="T9" fmla="*/ 6057 h 439"/>
                  <a:gd name="T10" fmla="*/ 1709 w 301"/>
                  <a:gd name="T11" fmla="*/ 4590 h 439"/>
                  <a:gd name="T12" fmla="*/ 2397 w 301"/>
                  <a:gd name="T13" fmla="*/ 2904 h 439"/>
                  <a:gd name="T14" fmla="*/ 3305 w 301"/>
                  <a:gd name="T15" fmla="*/ 1574 h 439"/>
                  <a:gd name="T16" fmla="*/ 4255 w 301"/>
                  <a:gd name="T17" fmla="*/ 480 h 439"/>
                  <a:gd name="T18" fmla="*/ 4443 w 301"/>
                  <a:gd name="T19" fmla="*/ 325 h 439"/>
                  <a:gd name="T20" fmla="*/ 3460 w 301"/>
                  <a:gd name="T21" fmla="*/ 980 h 4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1" h="439">
                    <a:moveTo>
                      <a:pt x="221" y="63"/>
                    </a:moveTo>
                    <a:cubicBezTo>
                      <a:pt x="179" y="103"/>
                      <a:pt x="120" y="160"/>
                      <a:pt x="83" y="220"/>
                    </a:cubicBezTo>
                    <a:cubicBezTo>
                      <a:pt x="45" y="280"/>
                      <a:pt x="0" y="321"/>
                      <a:pt x="23" y="392"/>
                    </a:cubicBezTo>
                    <a:cubicBezTo>
                      <a:pt x="33" y="423"/>
                      <a:pt x="48" y="438"/>
                      <a:pt x="65" y="439"/>
                    </a:cubicBezTo>
                    <a:cubicBezTo>
                      <a:pt x="93" y="427"/>
                      <a:pt x="110" y="410"/>
                      <a:pt x="118" y="388"/>
                    </a:cubicBezTo>
                    <a:cubicBezTo>
                      <a:pt x="127" y="359"/>
                      <a:pt x="120" y="319"/>
                      <a:pt x="109" y="294"/>
                    </a:cubicBezTo>
                    <a:cubicBezTo>
                      <a:pt x="122" y="263"/>
                      <a:pt x="135" y="219"/>
                      <a:pt x="153" y="186"/>
                    </a:cubicBezTo>
                    <a:cubicBezTo>
                      <a:pt x="169" y="156"/>
                      <a:pt x="188" y="128"/>
                      <a:pt x="211" y="101"/>
                    </a:cubicBezTo>
                    <a:cubicBezTo>
                      <a:pt x="229" y="79"/>
                      <a:pt x="250" y="53"/>
                      <a:pt x="272" y="31"/>
                    </a:cubicBezTo>
                    <a:cubicBezTo>
                      <a:pt x="276" y="28"/>
                      <a:pt x="280" y="24"/>
                      <a:pt x="284" y="21"/>
                    </a:cubicBezTo>
                    <a:cubicBezTo>
                      <a:pt x="301" y="0"/>
                      <a:pt x="249" y="36"/>
                      <a:pt x="221" y="63"/>
                    </a:cubicBezTo>
                  </a:path>
                </a:pathLst>
              </a:custGeom>
              <a:solidFill>
                <a:srgbClr val="D286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4" name="Freeform 414">
                <a:extLst>
                  <a:ext uri="{FF2B5EF4-FFF2-40B4-BE49-F238E27FC236}">
                    <a16:creationId xmlns:a16="http://schemas.microsoft.com/office/drawing/2014/main" id="{58123F8F-DCCA-425B-BCD5-4873B5062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756"/>
                <a:ext cx="522" cy="913"/>
              </a:xfrm>
              <a:custGeom>
                <a:avLst/>
                <a:gdLst>
                  <a:gd name="T0" fmla="*/ 92 w 209"/>
                  <a:gd name="T1" fmla="*/ 4255 h 365"/>
                  <a:gd name="T2" fmla="*/ 842 w 209"/>
                  <a:gd name="T3" fmla="*/ 5713 h 365"/>
                  <a:gd name="T4" fmla="*/ 1354 w 209"/>
                  <a:gd name="T5" fmla="*/ 5088 h 365"/>
                  <a:gd name="T6" fmla="*/ 1216 w 209"/>
                  <a:gd name="T7" fmla="*/ 3617 h 365"/>
                  <a:gd name="T8" fmla="*/ 1903 w 209"/>
                  <a:gd name="T9" fmla="*/ 1926 h 365"/>
                  <a:gd name="T10" fmla="*/ 2807 w 209"/>
                  <a:gd name="T11" fmla="*/ 595 h 365"/>
                  <a:gd name="T12" fmla="*/ 3244 w 209"/>
                  <a:gd name="T13" fmla="*/ 63 h 365"/>
                  <a:gd name="T14" fmla="*/ 3257 w 209"/>
                  <a:gd name="T15" fmla="*/ 0 h 365"/>
                  <a:gd name="T16" fmla="*/ 92 w 209"/>
                  <a:gd name="T17" fmla="*/ 4255 h 3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365">
                    <a:moveTo>
                      <a:pt x="6" y="272"/>
                    </a:moveTo>
                    <a:cubicBezTo>
                      <a:pt x="0" y="327"/>
                      <a:pt x="11" y="363"/>
                      <a:pt x="54" y="365"/>
                    </a:cubicBezTo>
                    <a:cubicBezTo>
                      <a:pt x="70" y="355"/>
                      <a:pt x="81" y="341"/>
                      <a:pt x="87" y="325"/>
                    </a:cubicBezTo>
                    <a:cubicBezTo>
                      <a:pt x="96" y="296"/>
                      <a:pt x="89" y="256"/>
                      <a:pt x="78" y="231"/>
                    </a:cubicBezTo>
                    <a:cubicBezTo>
                      <a:pt x="91" y="200"/>
                      <a:pt x="104" y="156"/>
                      <a:pt x="122" y="123"/>
                    </a:cubicBezTo>
                    <a:cubicBezTo>
                      <a:pt x="138" y="93"/>
                      <a:pt x="157" y="65"/>
                      <a:pt x="180" y="38"/>
                    </a:cubicBezTo>
                    <a:cubicBezTo>
                      <a:pt x="189" y="27"/>
                      <a:pt x="198" y="16"/>
                      <a:pt x="208" y="4"/>
                    </a:cubicBezTo>
                    <a:cubicBezTo>
                      <a:pt x="209" y="0"/>
                      <a:pt x="209" y="0"/>
                      <a:pt x="209" y="0"/>
                    </a:cubicBezTo>
                    <a:cubicBezTo>
                      <a:pt x="165" y="29"/>
                      <a:pt x="13" y="214"/>
                      <a:pt x="6" y="272"/>
                    </a:cubicBezTo>
                  </a:path>
                </a:pathLst>
              </a:custGeom>
              <a:solidFill>
                <a:srgbClr val="D693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5" name="Freeform 415">
                <a:extLst>
                  <a:ext uri="{FF2B5EF4-FFF2-40B4-BE49-F238E27FC236}">
                    <a16:creationId xmlns:a16="http://schemas.microsoft.com/office/drawing/2014/main" id="{04DD0789-1C44-45B8-8A1C-E18185C8D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921"/>
                <a:ext cx="638" cy="1390"/>
              </a:xfrm>
              <a:custGeom>
                <a:avLst/>
                <a:gdLst>
                  <a:gd name="T0" fmla="*/ 3805 w 255"/>
                  <a:gd name="T1" fmla="*/ 0 h 556"/>
                  <a:gd name="T2" fmla="*/ 3180 w 255"/>
                  <a:gd name="T3" fmla="*/ 4458 h 556"/>
                  <a:gd name="T4" fmla="*/ 2472 w 255"/>
                  <a:gd name="T5" fmla="*/ 5833 h 556"/>
                  <a:gd name="T6" fmla="*/ 1314 w 255"/>
                  <a:gd name="T7" fmla="*/ 7363 h 556"/>
                  <a:gd name="T8" fmla="*/ 0 w 255"/>
                  <a:gd name="T9" fmla="*/ 8688 h 556"/>
                  <a:gd name="T10" fmla="*/ 1021 w 255"/>
                  <a:gd name="T11" fmla="*/ 7470 h 556"/>
                  <a:gd name="T12" fmla="*/ 1846 w 255"/>
                  <a:gd name="T13" fmla="*/ 6488 h 556"/>
                  <a:gd name="T14" fmla="*/ 2534 w 255"/>
                  <a:gd name="T15" fmla="*/ 5488 h 556"/>
                  <a:gd name="T16" fmla="*/ 3130 w 255"/>
                  <a:gd name="T17" fmla="*/ 4175 h 556"/>
                  <a:gd name="T18" fmla="*/ 3525 w 255"/>
                  <a:gd name="T19" fmla="*/ 2675 h 556"/>
                  <a:gd name="T20" fmla="*/ 3805 w 255"/>
                  <a:gd name="T21" fmla="*/ 0 h 5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5" h="556">
                    <a:moveTo>
                      <a:pt x="243" y="0"/>
                    </a:moveTo>
                    <a:cubicBezTo>
                      <a:pt x="248" y="50"/>
                      <a:pt x="255" y="157"/>
                      <a:pt x="203" y="285"/>
                    </a:cubicBezTo>
                    <a:cubicBezTo>
                      <a:pt x="191" y="313"/>
                      <a:pt x="176" y="343"/>
                      <a:pt x="158" y="373"/>
                    </a:cubicBezTo>
                    <a:cubicBezTo>
                      <a:pt x="136" y="407"/>
                      <a:pt x="116" y="444"/>
                      <a:pt x="84" y="471"/>
                    </a:cubicBezTo>
                    <a:cubicBezTo>
                      <a:pt x="53" y="497"/>
                      <a:pt x="14" y="540"/>
                      <a:pt x="0" y="556"/>
                    </a:cubicBezTo>
                    <a:cubicBezTo>
                      <a:pt x="20" y="528"/>
                      <a:pt x="49" y="495"/>
                      <a:pt x="65" y="478"/>
                    </a:cubicBezTo>
                    <a:cubicBezTo>
                      <a:pt x="81" y="461"/>
                      <a:pt x="100" y="436"/>
                      <a:pt x="118" y="415"/>
                    </a:cubicBezTo>
                    <a:cubicBezTo>
                      <a:pt x="136" y="393"/>
                      <a:pt x="147" y="380"/>
                      <a:pt x="162" y="351"/>
                    </a:cubicBezTo>
                    <a:cubicBezTo>
                      <a:pt x="177" y="321"/>
                      <a:pt x="186" y="300"/>
                      <a:pt x="200" y="267"/>
                    </a:cubicBezTo>
                    <a:cubicBezTo>
                      <a:pt x="213" y="234"/>
                      <a:pt x="215" y="213"/>
                      <a:pt x="225" y="171"/>
                    </a:cubicBezTo>
                    <a:cubicBezTo>
                      <a:pt x="235" y="129"/>
                      <a:pt x="253" y="60"/>
                      <a:pt x="243" y="0"/>
                    </a:cubicBezTo>
                  </a:path>
                </a:pathLst>
              </a:custGeom>
              <a:solidFill>
                <a:srgbClr val="D286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6" name="Freeform 416">
                <a:extLst>
                  <a:ext uri="{FF2B5EF4-FFF2-40B4-BE49-F238E27FC236}">
                    <a16:creationId xmlns:a16="http://schemas.microsoft.com/office/drawing/2014/main" id="{FF37C1DE-42AF-4248-B435-A49913B3A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434"/>
                <a:ext cx="102" cy="285"/>
              </a:xfrm>
              <a:custGeom>
                <a:avLst/>
                <a:gdLst>
                  <a:gd name="T0" fmla="*/ 632 w 41"/>
                  <a:gd name="T1" fmla="*/ 0 h 114"/>
                  <a:gd name="T2" fmla="*/ 415 w 41"/>
                  <a:gd name="T3" fmla="*/ 833 h 114"/>
                  <a:gd name="T4" fmla="*/ 199 w 41"/>
                  <a:gd name="T5" fmla="*/ 1438 h 114"/>
                  <a:gd name="T6" fmla="*/ 0 w 41"/>
                  <a:gd name="T7" fmla="*/ 1783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14">
                    <a:moveTo>
                      <a:pt x="41" y="0"/>
                    </a:moveTo>
                    <a:cubicBezTo>
                      <a:pt x="36" y="15"/>
                      <a:pt x="33" y="36"/>
                      <a:pt x="27" y="53"/>
                    </a:cubicBezTo>
                    <a:cubicBezTo>
                      <a:pt x="23" y="66"/>
                      <a:pt x="18" y="79"/>
                      <a:pt x="13" y="92"/>
                    </a:cubicBezTo>
                    <a:cubicBezTo>
                      <a:pt x="9" y="99"/>
                      <a:pt x="3" y="106"/>
                      <a:pt x="0" y="114"/>
                    </a:cubicBezTo>
                  </a:path>
                </a:pathLst>
              </a:custGeom>
              <a:solidFill>
                <a:srgbClr val="D693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7" name="Freeform 417">
                <a:extLst>
                  <a:ext uri="{FF2B5EF4-FFF2-40B4-BE49-F238E27FC236}">
                    <a16:creationId xmlns:a16="http://schemas.microsoft.com/office/drawing/2014/main" id="{C558FAB2-47D7-418B-81F4-50D672D1F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366"/>
                <a:ext cx="25" cy="45"/>
              </a:xfrm>
              <a:custGeom>
                <a:avLst/>
                <a:gdLst>
                  <a:gd name="T0" fmla="*/ 0 w 10"/>
                  <a:gd name="T1" fmla="*/ 283 h 18"/>
                  <a:gd name="T2" fmla="*/ 20 w 10"/>
                  <a:gd name="T3" fmla="*/ 5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0" y="18"/>
                    </a:moveTo>
                    <a:cubicBezTo>
                      <a:pt x="3" y="13"/>
                      <a:pt x="10" y="0"/>
                      <a:pt x="1" y="3"/>
                    </a:cubicBezTo>
                  </a:path>
                </a:pathLst>
              </a:custGeom>
              <a:solidFill>
                <a:srgbClr val="D693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8" name="Freeform 418">
                <a:extLst>
                  <a:ext uri="{FF2B5EF4-FFF2-40B4-BE49-F238E27FC236}">
                    <a16:creationId xmlns:a16="http://schemas.microsoft.com/office/drawing/2014/main" id="{174644F3-049A-4449-8982-A66005E3F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1744"/>
                <a:ext cx="40" cy="62"/>
              </a:xfrm>
              <a:custGeom>
                <a:avLst/>
                <a:gdLst>
                  <a:gd name="T0" fmla="*/ 250 w 16"/>
                  <a:gd name="T1" fmla="*/ 0 h 25"/>
                  <a:gd name="T2" fmla="*/ 0 w 16"/>
                  <a:gd name="T3" fmla="*/ 3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13" y="9"/>
                      <a:pt x="4" y="16"/>
                      <a:pt x="0" y="25"/>
                    </a:cubicBezTo>
                  </a:path>
                </a:pathLst>
              </a:custGeom>
              <a:solidFill>
                <a:srgbClr val="D693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9" name="Freeform 419">
                <a:extLst>
                  <a:ext uri="{FF2B5EF4-FFF2-40B4-BE49-F238E27FC236}">
                    <a16:creationId xmlns:a16="http://schemas.microsoft.com/office/drawing/2014/main" id="{E843BBE3-C2DF-4979-848B-1AE739980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979"/>
                <a:ext cx="308" cy="685"/>
              </a:xfrm>
              <a:custGeom>
                <a:avLst/>
                <a:gdLst>
                  <a:gd name="T0" fmla="*/ 1931 w 123"/>
                  <a:gd name="T1" fmla="*/ 0 h 274"/>
                  <a:gd name="T2" fmla="*/ 1913 w 123"/>
                  <a:gd name="T3" fmla="*/ 0 h 274"/>
                  <a:gd name="T4" fmla="*/ 1680 w 123"/>
                  <a:gd name="T5" fmla="*/ 270 h 274"/>
                  <a:gd name="T6" fmla="*/ 1335 w 123"/>
                  <a:gd name="T7" fmla="*/ 708 h 274"/>
                  <a:gd name="T8" fmla="*/ 596 w 123"/>
                  <a:gd name="T9" fmla="*/ 1688 h 274"/>
                  <a:gd name="T10" fmla="*/ 20 w 123"/>
                  <a:gd name="T11" fmla="*/ 3083 h 274"/>
                  <a:gd name="T12" fmla="*/ 739 w 123"/>
                  <a:gd name="T13" fmla="*/ 4113 h 274"/>
                  <a:gd name="T14" fmla="*/ 846 w 123"/>
                  <a:gd name="T15" fmla="*/ 4063 h 274"/>
                  <a:gd name="T16" fmla="*/ 1067 w 123"/>
                  <a:gd name="T17" fmla="*/ 3688 h 274"/>
                  <a:gd name="T18" fmla="*/ 929 w 123"/>
                  <a:gd name="T19" fmla="*/ 2220 h 274"/>
                  <a:gd name="T20" fmla="*/ 1618 w 123"/>
                  <a:gd name="T21" fmla="*/ 533 h 274"/>
                  <a:gd name="T22" fmla="*/ 1931 w 123"/>
                  <a:gd name="T23" fmla="*/ 0 h 2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3" h="274">
                    <a:moveTo>
                      <a:pt x="123" y="0"/>
                    </a:moveTo>
                    <a:cubicBezTo>
                      <a:pt x="122" y="0"/>
                      <a:pt x="122" y="0"/>
                      <a:pt x="122" y="0"/>
                    </a:cubicBezTo>
                    <a:cubicBezTo>
                      <a:pt x="119" y="7"/>
                      <a:pt x="112" y="11"/>
                      <a:pt x="107" y="17"/>
                    </a:cubicBezTo>
                    <a:cubicBezTo>
                      <a:pt x="99" y="26"/>
                      <a:pt x="92" y="36"/>
                      <a:pt x="85" y="45"/>
                    </a:cubicBezTo>
                    <a:cubicBezTo>
                      <a:pt x="69" y="66"/>
                      <a:pt x="52" y="86"/>
                      <a:pt x="38" y="108"/>
                    </a:cubicBezTo>
                    <a:cubicBezTo>
                      <a:pt x="21" y="134"/>
                      <a:pt x="2" y="165"/>
                      <a:pt x="1" y="197"/>
                    </a:cubicBezTo>
                    <a:cubicBezTo>
                      <a:pt x="0" y="218"/>
                      <a:pt x="3" y="274"/>
                      <a:pt x="47" y="263"/>
                    </a:cubicBezTo>
                    <a:cubicBezTo>
                      <a:pt x="50" y="263"/>
                      <a:pt x="52" y="261"/>
                      <a:pt x="54" y="260"/>
                    </a:cubicBezTo>
                    <a:cubicBezTo>
                      <a:pt x="60" y="253"/>
                      <a:pt x="65" y="245"/>
                      <a:pt x="68" y="236"/>
                    </a:cubicBezTo>
                    <a:cubicBezTo>
                      <a:pt x="77" y="207"/>
                      <a:pt x="70" y="167"/>
                      <a:pt x="59" y="142"/>
                    </a:cubicBezTo>
                    <a:cubicBezTo>
                      <a:pt x="72" y="111"/>
                      <a:pt x="85" y="67"/>
                      <a:pt x="103" y="34"/>
                    </a:cubicBezTo>
                    <a:cubicBezTo>
                      <a:pt x="109" y="22"/>
                      <a:pt x="116" y="11"/>
                      <a:pt x="123" y="0"/>
                    </a:cubicBezTo>
                  </a:path>
                </a:pathLst>
              </a:custGeom>
              <a:solidFill>
                <a:srgbClr val="DBA1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0" name="Freeform 420">
                <a:extLst>
                  <a:ext uri="{FF2B5EF4-FFF2-40B4-BE49-F238E27FC236}">
                    <a16:creationId xmlns:a16="http://schemas.microsoft.com/office/drawing/2014/main" id="{F37EA63D-1F74-4D59-A681-AD0AD4F52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079"/>
                <a:ext cx="222" cy="550"/>
              </a:xfrm>
              <a:custGeom>
                <a:avLst/>
                <a:gdLst>
                  <a:gd name="T0" fmla="*/ 1008 w 89"/>
                  <a:gd name="T1" fmla="*/ 613 h 220"/>
                  <a:gd name="T2" fmla="*/ 541 w 89"/>
                  <a:gd name="T3" fmla="*/ 1220 h 220"/>
                  <a:gd name="T4" fmla="*/ 30 w 89"/>
                  <a:gd name="T5" fmla="*/ 2675 h 220"/>
                  <a:gd name="T6" fmla="*/ 683 w 89"/>
                  <a:gd name="T7" fmla="*/ 3425 h 220"/>
                  <a:gd name="T8" fmla="*/ 883 w 89"/>
                  <a:gd name="T9" fmla="*/ 3063 h 220"/>
                  <a:gd name="T10" fmla="*/ 746 w 89"/>
                  <a:gd name="T11" fmla="*/ 1595 h 220"/>
                  <a:gd name="T12" fmla="*/ 1382 w 89"/>
                  <a:gd name="T13" fmla="*/ 0 h 220"/>
                  <a:gd name="T14" fmla="*/ 1008 w 89"/>
                  <a:gd name="T15" fmla="*/ 613 h 2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220">
                    <a:moveTo>
                      <a:pt x="65" y="39"/>
                    </a:moveTo>
                    <a:cubicBezTo>
                      <a:pt x="55" y="53"/>
                      <a:pt x="44" y="64"/>
                      <a:pt x="35" y="78"/>
                    </a:cubicBezTo>
                    <a:cubicBezTo>
                      <a:pt x="20" y="104"/>
                      <a:pt x="0" y="140"/>
                      <a:pt x="2" y="171"/>
                    </a:cubicBezTo>
                    <a:cubicBezTo>
                      <a:pt x="4" y="195"/>
                      <a:pt x="16" y="220"/>
                      <a:pt x="44" y="219"/>
                    </a:cubicBezTo>
                    <a:cubicBezTo>
                      <a:pt x="49" y="212"/>
                      <a:pt x="54" y="204"/>
                      <a:pt x="57" y="196"/>
                    </a:cubicBezTo>
                    <a:cubicBezTo>
                      <a:pt x="66" y="167"/>
                      <a:pt x="59" y="127"/>
                      <a:pt x="48" y="102"/>
                    </a:cubicBezTo>
                    <a:cubicBezTo>
                      <a:pt x="60" y="73"/>
                      <a:pt x="73" y="33"/>
                      <a:pt x="89" y="0"/>
                    </a:cubicBezTo>
                    <a:cubicBezTo>
                      <a:pt x="80" y="11"/>
                      <a:pt x="74" y="27"/>
                      <a:pt x="65" y="39"/>
                    </a:cubicBezTo>
                  </a:path>
                </a:pathLst>
              </a:custGeom>
              <a:solidFill>
                <a:srgbClr val="E0A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1" name="Freeform 421">
                <a:extLst>
                  <a:ext uri="{FF2B5EF4-FFF2-40B4-BE49-F238E27FC236}">
                    <a16:creationId xmlns:a16="http://schemas.microsoft.com/office/drawing/2014/main" id="{58D8AEF5-D885-43E6-9904-F4ABACA8F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879"/>
                <a:ext cx="1073" cy="1612"/>
              </a:xfrm>
              <a:custGeom>
                <a:avLst/>
                <a:gdLst>
                  <a:gd name="T0" fmla="*/ 845 w 429"/>
                  <a:gd name="T1" fmla="*/ 6903 h 645"/>
                  <a:gd name="T2" fmla="*/ 63 w 429"/>
                  <a:gd name="T3" fmla="*/ 9007 h 645"/>
                  <a:gd name="T4" fmla="*/ 125 w 429"/>
                  <a:gd name="T5" fmla="*/ 9962 h 645"/>
                  <a:gd name="T6" fmla="*/ 188 w 429"/>
                  <a:gd name="T7" fmla="*/ 10007 h 645"/>
                  <a:gd name="T8" fmla="*/ 813 w 429"/>
                  <a:gd name="T9" fmla="*/ 8287 h 645"/>
                  <a:gd name="T10" fmla="*/ 1221 w 429"/>
                  <a:gd name="T11" fmla="*/ 7290 h 645"/>
                  <a:gd name="T12" fmla="*/ 2439 w 429"/>
                  <a:gd name="T13" fmla="*/ 5416 h 645"/>
                  <a:gd name="T14" fmla="*/ 4242 w 429"/>
                  <a:gd name="T15" fmla="*/ 3479 h 645"/>
                  <a:gd name="T16" fmla="*/ 5463 w 429"/>
                  <a:gd name="T17" fmla="*/ 2042 h 645"/>
                  <a:gd name="T18" fmla="*/ 6100 w 429"/>
                  <a:gd name="T19" fmla="*/ 1012 h 645"/>
                  <a:gd name="T20" fmla="*/ 6713 w 429"/>
                  <a:gd name="T21" fmla="*/ 0 h 645"/>
                  <a:gd name="T22" fmla="*/ 5663 w 429"/>
                  <a:gd name="T23" fmla="*/ 1467 h 645"/>
                  <a:gd name="T24" fmla="*/ 4630 w 429"/>
                  <a:gd name="T25" fmla="*/ 2749 h 645"/>
                  <a:gd name="T26" fmla="*/ 3442 w 429"/>
                  <a:gd name="T27" fmla="*/ 4071 h 645"/>
                  <a:gd name="T28" fmla="*/ 2239 w 429"/>
                  <a:gd name="T29" fmla="*/ 5058 h 645"/>
                  <a:gd name="T30" fmla="*/ 1376 w 429"/>
                  <a:gd name="T31" fmla="*/ 6216 h 645"/>
                  <a:gd name="T32" fmla="*/ 845 w 429"/>
                  <a:gd name="T33" fmla="*/ 6903 h 6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29" h="645">
                    <a:moveTo>
                      <a:pt x="54" y="442"/>
                    </a:moveTo>
                    <a:cubicBezTo>
                      <a:pt x="33" y="473"/>
                      <a:pt x="0" y="556"/>
                      <a:pt x="4" y="577"/>
                    </a:cubicBezTo>
                    <a:cubicBezTo>
                      <a:pt x="7" y="593"/>
                      <a:pt x="9" y="618"/>
                      <a:pt x="8" y="638"/>
                    </a:cubicBezTo>
                    <a:cubicBezTo>
                      <a:pt x="7" y="644"/>
                      <a:pt x="10" y="645"/>
                      <a:pt x="12" y="641"/>
                    </a:cubicBezTo>
                    <a:cubicBezTo>
                      <a:pt x="26" y="605"/>
                      <a:pt x="36" y="583"/>
                      <a:pt x="52" y="531"/>
                    </a:cubicBezTo>
                    <a:cubicBezTo>
                      <a:pt x="57" y="515"/>
                      <a:pt x="70" y="482"/>
                      <a:pt x="78" y="467"/>
                    </a:cubicBezTo>
                    <a:cubicBezTo>
                      <a:pt x="99" y="424"/>
                      <a:pt x="124" y="381"/>
                      <a:pt x="156" y="347"/>
                    </a:cubicBezTo>
                    <a:cubicBezTo>
                      <a:pt x="201" y="301"/>
                      <a:pt x="238" y="261"/>
                      <a:pt x="271" y="223"/>
                    </a:cubicBezTo>
                    <a:cubicBezTo>
                      <a:pt x="304" y="185"/>
                      <a:pt x="330" y="166"/>
                      <a:pt x="349" y="131"/>
                    </a:cubicBezTo>
                    <a:cubicBezTo>
                      <a:pt x="368" y="96"/>
                      <a:pt x="375" y="88"/>
                      <a:pt x="390" y="65"/>
                    </a:cubicBezTo>
                    <a:cubicBezTo>
                      <a:pt x="405" y="42"/>
                      <a:pt x="418" y="23"/>
                      <a:pt x="429" y="0"/>
                    </a:cubicBezTo>
                    <a:cubicBezTo>
                      <a:pt x="416" y="21"/>
                      <a:pt x="376" y="65"/>
                      <a:pt x="362" y="94"/>
                    </a:cubicBezTo>
                    <a:cubicBezTo>
                      <a:pt x="348" y="123"/>
                      <a:pt x="327" y="149"/>
                      <a:pt x="296" y="176"/>
                    </a:cubicBezTo>
                    <a:cubicBezTo>
                      <a:pt x="265" y="203"/>
                      <a:pt x="244" y="235"/>
                      <a:pt x="220" y="261"/>
                    </a:cubicBezTo>
                    <a:cubicBezTo>
                      <a:pt x="196" y="287"/>
                      <a:pt x="170" y="289"/>
                      <a:pt x="143" y="324"/>
                    </a:cubicBezTo>
                    <a:cubicBezTo>
                      <a:pt x="116" y="359"/>
                      <a:pt x="100" y="382"/>
                      <a:pt x="88" y="398"/>
                    </a:cubicBezTo>
                    <a:cubicBezTo>
                      <a:pt x="76" y="414"/>
                      <a:pt x="61" y="429"/>
                      <a:pt x="54" y="442"/>
                    </a:cubicBezTo>
                  </a:path>
                </a:pathLst>
              </a:custGeom>
              <a:solidFill>
                <a:srgbClr val="C76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2" name="Freeform 422">
                <a:extLst>
                  <a:ext uri="{FF2B5EF4-FFF2-40B4-BE49-F238E27FC236}">
                    <a16:creationId xmlns:a16="http://schemas.microsoft.com/office/drawing/2014/main" id="{201FF3ED-CC07-4BA7-8C7F-0E5EB39FB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579"/>
                <a:ext cx="485" cy="787"/>
              </a:xfrm>
              <a:custGeom>
                <a:avLst/>
                <a:gdLst>
                  <a:gd name="T0" fmla="*/ 0 w 194"/>
                  <a:gd name="T1" fmla="*/ 4287 h 315"/>
                  <a:gd name="T2" fmla="*/ 238 w 194"/>
                  <a:gd name="T3" fmla="*/ 4495 h 315"/>
                  <a:gd name="T4" fmla="*/ 470 w 194"/>
                  <a:gd name="T5" fmla="*/ 3808 h 315"/>
                  <a:gd name="T6" fmla="*/ 1050 w 194"/>
                  <a:gd name="T7" fmla="*/ 2466 h 315"/>
                  <a:gd name="T8" fmla="*/ 1925 w 194"/>
                  <a:gd name="T9" fmla="*/ 1167 h 315"/>
                  <a:gd name="T10" fmla="*/ 2458 w 194"/>
                  <a:gd name="T11" fmla="*/ 542 h 315"/>
                  <a:gd name="T12" fmla="*/ 3033 w 194"/>
                  <a:gd name="T13" fmla="*/ 0 h 315"/>
                  <a:gd name="T14" fmla="*/ 1895 w 194"/>
                  <a:gd name="T15" fmla="*/ 1029 h 315"/>
                  <a:gd name="T16" fmla="*/ 895 w 194"/>
                  <a:gd name="T17" fmla="*/ 2321 h 315"/>
                  <a:gd name="T18" fmla="*/ 675 w 194"/>
                  <a:gd name="T19" fmla="*/ 2821 h 315"/>
                  <a:gd name="T20" fmla="*/ 375 w 194"/>
                  <a:gd name="T21" fmla="*/ 3383 h 315"/>
                  <a:gd name="T22" fmla="*/ 83 w 194"/>
                  <a:gd name="T23" fmla="*/ 4412 h 3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4" h="315">
                    <a:moveTo>
                      <a:pt x="0" y="275"/>
                    </a:moveTo>
                    <a:cubicBezTo>
                      <a:pt x="0" y="292"/>
                      <a:pt x="7" y="315"/>
                      <a:pt x="15" y="288"/>
                    </a:cubicBezTo>
                    <a:cubicBezTo>
                      <a:pt x="20" y="274"/>
                      <a:pt x="24" y="258"/>
                      <a:pt x="30" y="244"/>
                    </a:cubicBezTo>
                    <a:cubicBezTo>
                      <a:pt x="42" y="216"/>
                      <a:pt x="53" y="186"/>
                      <a:pt x="67" y="158"/>
                    </a:cubicBezTo>
                    <a:cubicBezTo>
                      <a:pt x="81" y="128"/>
                      <a:pt x="103" y="101"/>
                      <a:pt x="123" y="75"/>
                    </a:cubicBezTo>
                    <a:cubicBezTo>
                      <a:pt x="134" y="62"/>
                      <a:pt x="145" y="48"/>
                      <a:pt x="157" y="35"/>
                    </a:cubicBezTo>
                    <a:cubicBezTo>
                      <a:pt x="168" y="24"/>
                      <a:pt x="186" y="14"/>
                      <a:pt x="194" y="0"/>
                    </a:cubicBezTo>
                    <a:cubicBezTo>
                      <a:pt x="167" y="18"/>
                      <a:pt x="138" y="38"/>
                      <a:pt x="121" y="66"/>
                    </a:cubicBezTo>
                    <a:cubicBezTo>
                      <a:pt x="103" y="96"/>
                      <a:pt x="76" y="120"/>
                      <a:pt x="57" y="149"/>
                    </a:cubicBezTo>
                    <a:cubicBezTo>
                      <a:pt x="50" y="160"/>
                      <a:pt x="47" y="170"/>
                      <a:pt x="43" y="181"/>
                    </a:cubicBezTo>
                    <a:cubicBezTo>
                      <a:pt x="38" y="194"/>
                      <a:pt x="30" y="205"/>
                      <a:pt x="24" y="217"/>
                    </a:cubicBezTo>
                    <a:cubicBezTo>
                      <a:pt x="13" y="239"/>
                      <a:pt x="15" y="261"/>
                      <a:pt x="5" y="283"/>
                    </a:cubicBezTo>
                  </a:path>
                </a:pathLst>
              </a:custGeom>
              <a:solidFill>
                <a:srgbClr val="CE7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3" name="Freeform 423">
                <a:extLst>
                  <a:ext uri="{FF2B5EF4-FFF2-40B4-BE49-F238E27FC236}">
                    <a16:creationId xmlns:a16="http://schemas.microsoft.com/office/drawing/2014/main" id="{90F699DB-9415-4D02-B694-D3B62A063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3171"/>
                <a:ext cx="73" cy="235"/>
              </a:xfrm>
              <a:custGeom>
                <a:avLst/>
                <a:gdLst>
                  <a:gd name="T0" fmla="*/ 284 w 29"/>
                  <a:gd name="T1" fmla="*/ 0 h 94"/>
                  <a:gd name="T2" fmla="*/ 146 w 29"/>
                  <a:gd name="T3" fmla="*/ 458 h 94"/>
                  <a:gd name="T4" fmla="*/ 20 w 29"/>
                  <a:gd name="T5" fmla="*/ 675 h 94"/>
                  <a:gd name="T6" fmla="*/ 63 w 29"/>
                  <a:gd name="T7" fmla="*/ 938 h 94"/>
                  <a:gd name="T8" fmla="*/ 83 w 29"/>
                  <a:gd name="T9" fmla="*/ 1238 h 94"/>
                  <a:gd name="T10" fmla="*/ 146 w 29"/>
                  <a:gd name="T11" fmla="*/ 1375 h 94"/>
                  <a:gd name="T12" fmla="*/ 209 w 29"/>
                  <a:gd name="T13" fmla="*/ 1158 h 94"/>
                  <a:gd name="T14" fmla="*/ 254 w 29"/>
                  <a:gd name="T15" fmla="*/ 908 h 94"/>
                  <a:gd name="T16" fmla="*/ 463 w 29"/>
                  <a:gd name="T17" fmla="*/ 145 h 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94">
                    <a:moveTo>
                      <a:pt x="18" y="0"/>
                    </a:moveTo>
                    <a:cubicBezTo>
                      <a:pt x="17" y="9"/>
                      <a:pt x="13" y="21"/>
                      <a:pt x="9" y="29"/>
                    </a:cubicBezTo>
                    <a:cubicBezTo>
                      <a:pt x="6" y="33"/>
                      <a:pt x="2" y="38"/>
                      <a:pt x="1" y="43"/>
                    </a:cubicBezTo>
                    <a:cubicBezTo>
                      <a:pt x="0" y="48"/>
                      <a:pt x="3" y="54"/>
                      <a:pt x="4" y="60"/>
                    </a:cubicBezTo>
                    <a:cubicBezTo>
                      <a:pt x="5" y="66"/>
                      <a:pt x="5" y="72"/>
                      <a:pt x="5" y="79"/>
                    </a:cubicBezTo>
                    <a:cubicBezTo>
                      <a:pt x="5" y="83"/>
                      <a:pt x="2" y="94"/>
                      <a:pt x="9" y="88"/>
                    </a:cubicBezTo>
                    <a:cubicBezTo>
                      <a:pt x="13" y="85"/>
                      <a:pt x="12" y="78"/>
                      <a:pt x="13" y="74"/>
                    </a:cubicBezTo>
                    <a:cubicBezTo>
                      <a:pt x="14" y="69"/>
                      <a:pt x="15" y="63"/>
                      <a:pt x="16" y="58"/>
                    </a:cubicBezTo>
                    <a:cubicBezTo>
                      <a:pt x="22" y="42"/>
                      <a:pt x="25" y="26"/>
                      <a:pt x="29" y="9"/>
                    </a:cubicBezTo>
                  </a:path>
                </a:pathLst>
              </a:custGeom>
              <a:solidFill>
                <a:srgbClr val="CE7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4" name="Freeform 424">
                <a:extLst>
                  <a:ext uri="{FF2B5EF4-FFF2-40B4-BE49-F238E27FC236}">
                    <a16:creationId xmlns:a16="http://schemas.microsoft.com/office/drawing/2014/main" id="{316F72B7-0249-474C-975A-9240E418B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899"/>
                <a:ext cx="127" cy="245"/>
              </a:xfrm>
              <a:custGeom>
                <a:avLst/>
                <a:gdLst>
                  <a:gd name="T0" fmla="*/ 787 w 51"/>
                  <a:gd name="T1" fmla="*/ 0 h 98"/>
                  <a:gd name="T2" fmla="*/ 0 w 51"/>
                  <a:gd name="T3" fmla="*/ 1533 h 98"/>
                  <a:gd name="T4" fmla="*/ 403 w 51"/>
                  <a:gd name="T5" fmla="*/ 833 h 98"/>
                  <a:gd name="T6" fmla="*/ 712 w 51"/>
                  <a:gd name="T7" fmla="*/ 83 h 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98">
                    <a:moveTo>
                      <a:pt x="51" y="0"/>
                    </a:moveTo>
                    <a:cubicBezTo>
                      <a:pt x="27" y="27"/>
                      <a:pt x="15" y="66"/>
                      <a:pt x="0" y="98"/>
                    </a:cubicBezTo>
                    <a:cubicBezTo>
                      <a:pt x="14" y="91"/>
                      <a:pt x="20" y="67"/>
                      <a:pt x="26" y="53"/>
                    </a:cubicBezTo>
                    <a:cubicBezTo>
                      <a:pt x="32" y="37"/>
                      <a:pt x="39" y="21"/>
                      <a:pt x="46" y="5"/>
                    </a:cubicBezTo>
                  </a:path>
                </a:pathLst>
              </a:custGeom>
              <a:solidFill>
                <a:srgbClr val="D593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5" name="Freeform 425">
                <a:extLst>
                  <a:ext uri="{FF2B5EF4-FFF2-40B4-BE49-F238E27FC236}">
                    <a16:creationId xmlns:a16="http://schemas.microsoft.com/office/drawing/2014/main" id="{CAF3BA21-CD52-481F-925E-F11C7D52E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429"/>
                <a:ext cx="148" cy="275"/>
              </a:xfrm>
              <a:custGeom>
                <a:avLst/>
                <a:gdLst>
                  <a:gd name="T0" fmla="*/ 379 w 59"/>
                  <a:gd name="T1" fmla="*/ 283 h 110"/>
                  <a:gd name="T2" fmla="*/ 314 w 59"/>
                  <a:gd name="T3" fmla="*/ 800 h 110"/>
                  <a:gd name="T4" fmla="*/ 158 w 59"/>
                  <a:gd name="T5" fmla="*/ 1408 h 110"/>
                  <a:gd name="T6" fmla="*/ 0 w 59"/>
                  <a:gd name="T7" fmla="*/ 1720 h 110"/>
                  <a:gd name="T8" fmla="*/ 208 w 59"/>
                  <a:gd name="T9" fmla="*/ 1438 h 110"/>
                  <a:gd name="T10" fmla="*/ 396 w 59"/>
                  <a:gd name="T11" fmla="*/ 1145 h 110"/>
                  <a:gd name="T12" fmla="*/ 775 w 59"/>
                  <a:gd name="T13" fmla="*/ 408 h 110"/>
                  <a:gd name="T14" fmla="*/ 931 w 59"/>
                  <a:gd name="T15" fmla="*/ 0 h 110"/>
                  <a:gd name="T16" fmla="*/ 868 w 59"/>
                  <a:gd name="T17" fmla="*/ 95 h 110"/>
                  <a:gd name="T18" fmla="*/ 788 w 59"/>
                  <a:gd name="T19" fmla="*/ 250 h 110"/>
                  <a:gd name="T20" fmla="*/ 630 w 59"/>
                  <a:gd name="T21" fmla="*/ 563 h 110"/>
                  <a:gd name="T22" fmla="*/ 459 w 59"/>
                  <a:gd name="T23" fmla="*/ 770 h 110"/>
                  <a:gd name="T24" fmla="*/ 379 w 59"/>
                  <a:gd name="T25" fmla="*/ 583 h 1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110">
                    <a:moveTo>
                      <a:pt x="24" y="18"/>
                    </a:moveTo>
                    <a:cubicBezTo>
                      <a:pt x="24" y="29"/>
                      <a:pt x="23" y="40"/>
                      <a:pt x="20" y="51"/>
                    </a:cubicBezTo>
                    <a:cubicBezTo>
                      <a:pt x="17" y="64"/>
                      <a:pt x="14" y="77"/>
                      <a:pt x="10" y="90"/>
                    </a:cubicBezTo>
                    <a:cubicBezTo>
                      <a:pt x="7" y="97"/>
                      <a:pt x="3" y="103"/>
                      <a:pt x="0" y="110"/>
                    </a:cubicBezTo>
                    <a:cubicBezTo>
                      <a:pt x="4" y="104"/>
                      <a:pt x="9" y="98"/>
                      <a:pt x="13" y="92"/>
                    </a:cubicBezTo>
                    <a:cubicBezTo>
                      <a:pt x="17" y="86"/>
                      <a:pt x="21" y="79"/>
                      <a:pt x="25" y="73"/>
                    </a:cubicBezTo>
                    <a:cubicBezTo>
                      <a:pt x="34" y="58"/>
                      <a:pt x="42" y="42"/>
                      <a:pt x="49" y="26"/>
                    </a:cubicBezTo>
                    <a:cubicBezTo>
                      <a:pt x="53" y="18"/>
                      <a:pt x="59" y="8"/>
                      <a:pt x="59" y="0"/>
                    </a:cubicBezTo>
                    <a:cubicBezTo>
                      <a:pt x="57" y="1"/>
                      <a:pt x="56" y="4"/>
                      <a:pt x="55" y="6"/>
                    </a:cubicBezTo>
                    <a:cubicBezTo>
                      <a:pt x="54" y="10"/>
                      <a:pt x="52" y="13"/>
                      <a:pt x="50" y="16"/>
                    </a:cubicBezTo>
                    <a:cubicBezTo>
                      <a:pt x="47" y="23"/>
                      <a:pt x="43" y="29"/>
                      <a:pt x="40" y="36"/>
                    </a:cubicBezTo>
                    <a:cubicBezTo>
                      <a:pt x="38" y="40"/>
                      <a:pt x="34" y="49"/>
                      <a:pt x="29" y="49"/>
                    </a:cubicBezTo>
                    <a:cubicBezTo>
                      <a:pt x="24" y="49"/>
                      <a:pt x="24" y="40"/>
                      <a:pt x="24" y="37"/>
                    </a:cubicBezTo>
                  </a:path>
                </a:pathLst>
              </a:custGeom>
              <a:solidFill>
                <a:srgbClr val="AE44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6" name="Freeform 426">
                <a:extLst>
                  <a:ext uri="{FF2B5EF4-FFF2-40B4-BE49-F238E27FC236}">
                    <a16:creationId xmlns:a16="http://schemas.microsoft.com/office/drawing/2014/main" id="{50FD8240-1AAD-431F-9E09-E4CA1E480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479"/>
                <a:ext cx="67" cy="52"/>
              </a:xfrm>
              <a:custGeom>
                <a:avLst/>
                <a:gdLst>
                  <a:gd name="T0" fmla="*/ 246 w 27"/>
                  <a:gd name="T1" fmla="*/ 0 h 21"/>
                  <a:gd name="T2" fmla="*/ 412 w 27"/>
                  <a:gd name="T3" fmla="*/ 92 h 21"/>
                  <a:gd name="T4" fmla="*/ 246 w 27"/>
                  <a:gd name="T5" fmla="*/ 319 h 21"/>
                  <a:gd name="T6" fmla="*/ 184 w 27"/>
                  <a:gd name="T7" fmla="*/ 104 h 21"/>
                  <a:gd name="T8" fmla="*/ 30 w 27"/>
                  <a:gd name="T9" fmla="*/ 0 h 21"/>
                  <a:gd name="T10" fmla="*/ 216 w 27"/>
                  <a:gd name="T11" fmla="*/ 104 h 21"/>
                  <a:gd name="T12" fmla="*/ 216 w 27"/>
                  <a:gd name="T13" fmla="*/ 74 h 21"/>
                  <a:gd name="T14" fmla="*/ 246 w 27"/>
                  <a:gd name="T15" fmla="*/ 62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1">
                    <a:moveTo>
                      <a:pt x="16" y="0"/>
                    </a:moveTo>
                    <a:cubicBezTo>
                      <a:pt x="17" y="5"/>
                      <a:pt x="23" y="4"/>
                      <a:pt x="27" y="6"/>
                    </a:cubicBezTo>
                    <a:cubicBezTo>
                      <a:pt x="18" y="8"/>
                      <a:pt x="14" y="12"/>
                      <a:pt x="16" y="21"/>
                    </a:cubicBezTo>
                    <a:cubicBezTo>
                      <a:pt x="13" y="18"/>
                      <a:pt x="12" y="12"/>
                      <a:pt x="12" y="7"/>
                    </a:cubicBezTo>
                    <a:cubicBezTo>
                      <a:pt x="7" y="7"/>
                      <a:pt x="0" y="6"/>
                      <a:pt x="2" y="0"/>
                    </a:cubicBezTo>
                    <a:cubicBezTo>
                      <a:pt x="6" y="3"/>
                      <a:pt x="10" y="5"/>
                      <a:pt x="14" y="7"/>
                    </a:cubicBezTo>
                    <a:cubicBezTo>
                      <a:pt x="14" y="7"/>
                      <a:pt x="14" y="6"/>
                      <a:pt x="14" y="5"/>
                    </a:cubicBezTo>
                    <a:cubicBezTo>
                      <a:pt x="14" y="5"/>
                      <a:pt x="16" y="5"/>
                      <a:pt x="16" y="4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7" name="Freeform 427">
                <a:extLst>
                  <a:ext uri="{FF2B5EF4-FFF2-40B4-BE49-F238E27FC236}">
                    <a16:creationId xmlns:a16="http://schemas.microsoft.com/office/drawing/2014/main" id="{61516F51-86DD-48D2-9616-FF67D59BD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3466"/>
                <a:ext cx="38" cy="60"/>
              </a:xfrm>
              <a:custGeom>
                <a:avLst/>
                <a:gdLst>
                  <a:gd name="T0" fmla="*/ 84 w 15"/>
                  <a:gd name="T1" fmla="*/ 283 h 24"/>
                  <a:gd name="T2" fmla="*/ 0 w 15"/>
                  <a:gd name="T3" fmla="*/ 375 h 24"/>
                  <a:gd name="T4" fmla="*/ 160 w 15"/>
                  <a:gd name="T5" fmla="*/ 345 h 24"/>
                  <a:gd name="T6" fmla="*/ 243 w 15"/>
                  <a:gd name="T7" fmla="*/ 0 h 24"/>
                  <a:gd name="T8" fmla="*/ 117 w 15"/>
                  <a:gd name="T9" fmla="*/ 188 h 24"/>
                  <a:gd name="T10" fmla="*/ 63 w 15"/>
                  <a:gd name="T11" fmla="*/ 27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4">
                    <a:moveTo>
                      <a:pt x="5" y="18"/>
                    </a:moveTo>
                    <a:cubicBezTo>
                      <a:pt x="3" y="19"/>
                      <a:pt x="0" y="21"/>
                      <a:pt x="0" y="24"/>
                    </a:cubicBezTo>
                    <a:cubicBezTo>
                      <a:pt x="3" y="24"/>
                      <a:pt x="7" y="23"/>
                      <a:pt x="10" y="22"/>
                    </a:cubicBezTo>
                    <a:cubicBezTo>
                      <a:pt x="8" y="15"/>
                      <a:pt x="14" y="8"/>
                      <a:pt x="15" y="0"/>
                    </a:cubicBezTo>
                    <a:cubicBezTo>
                      <a:pt x="11" y="2"/>
                      <a:pt x="8" y="7"/>
                      <a:pt x="7" y="12"/>
                    </a:cubicBezTo>
                    <a:cubicBezTo>
                      <a:pt x="4" y="13"/>
                      <a:pt x="5" y="14"/>
                      <a:pt x="4" y="17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8" name="Freeform 428">
                <a:extLst>
                  <a:ext uri="{FF2B5EF4-FFF2-40B4-BE49-F238E27FC236}">
                    <a16:creationId xmlns:a16="http://schemas.microsoft.com/office/drawing/2014/main" id="{A510ED81-45C9-456E-81A5-DCDFB81A8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3536"/>
                <a:ext cx="35" cy="50"/>
              </a:xfrm>
              <a:custGeom>
                <a:avLst/>
                <a:gdLst>
                  <a:gd name="T0" fmla="*/ 20 w 14"/>
                  <a:gd name="T1" fmla="*/ 63 h 20"/>
                  <a:gd name="T2" fmla="*/ 33 w 14"/>
                  <a:gd name="T3" fmla="*/ 313 h 20"/>
                  <a:gd name="T4" fmla="*/ 83 w 14"/>
                  <a:gd name="T5" fmla="*/ 175 h 20"/>
                  <a:gd name="T6" fmla="*/ 220 w 14"/>
                  <a:gd name="T7" fmla="*/ 208 h 20"/>
                  <a:gd name="T8" fmla="*/ 50 w 14"/>
                  <a:gd name="T9" fmla="*/ 158 h 20"/>
                  <a:gd name="T10" fmla="*/ 33 w 14"/>
                  <a:gd name="T11" fmla="*/ 0 h 20"/>
                  <a:gd name="T12" fmla="*/ 20 w 14"/>
                  <a:gd name="T13" fmla="*/ 5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0">
                    <a:moveTo>
                      <a:pt x="1" y="4"/>
                    </a:moveTo>
                    <a:cubicBezTo>
                      <a:pt x="0" y="6"/>
                      <a:pt x="1" y="16"/>
                      <a:pt x="2" y="20"/>
                    </a:cubicBezTo>
                    <a:cubicBezTo>
                      <a:pt x="3" y="18"/>
                      <a:pt x="3" y="12"/>
                      <a:pt x="5" y="11"/>
                    </a:cubicBezTo>
                    <a:cubicBezTo>
                      <a:pt x="8" y="8"/>
                      <a:pt x="11" y="12"/>
                      <a:pt x="14" y="13"/>
                    </a:cubicBezTo>
                    <a:cubicBezTo>
                      <a:pt x="11" y="12"/>
                      <a:pt x="5" y="13"/>
                      <a:pt x="3" y="10"/>
                    </a:cubicBezTo>
                    <a:cubicBezTo>
                      <a:pt x="1" y="7"/>
                      <a:pt x="7" y="3"/>
                      <a:pt x="2" y="0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9" name="Freeform 429">
                <a:extLst>
                  <a:ext uri="{FF2B5EF4-FFF2-40B4-BE49-F238E27FC236}">
                    <a16:creationId xmlns:a16="http://schemas.microsoft.com/office/drawing/2014/main" id="{9CF13737-873D-4AD9-9959-4118B9285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3571"/>
                <a:ext cx="53" cy="55"/>
              </a:xfrm>
              <a:custGeom>
                <a:avLst/>
                <a:gdLst>
                  <a:gd name="T0" fmla="*/ 179 w 21"/>
                  <a:gd name="T1" fmla="*/ 175 h 22"/>
                  <a:gd name="T2" fmla="*/ 338 w 21"/>
                  <a:gd name="T3" fmla="*/ 333 h 22"/>
                  <a:gd name="T4" fmla="*/ 255 w 21"/>
                  <a:gd name="T5" fmla="*/ 0 h 22"/>
                  <a:gd name="T6" fmla="*/ 222 w 21"/>
                  <a:gd name="T7" fmla="*/ 208 h 22"/>
                  <a:gd name="T8" fmla="*/ 179 w 21"/>
                  <a:gd name="T9" fmla="*/ 158 h 22"/>
                  <a:gd name="T10" fmla="*/ 275 w 21"/>
                  <a:gd name="T11" fmla="*/ 31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11" y="11"/>
                    </a:moveTo>
                    <a:cubicBezTo>
                      <a:pt x="0" y="17"/>
                      <a:pt x="17" y="18"/>
                      <a:pt x="21" y="21"/>
                    </a:cubicBezTo>
                    <a:cubicBezTo>
                      <a:pt x="14" y="18"/>
                      <a:pt x="12" y="6"/>
                      <a:pt x="16" y="0"/>
                    </a:cubicBezTo>
                    <a:cubicBezTo>
                      <a:pt x="14" y="4"/>
                      <a:pt x="14" y="9"/>
                      <a:pt x="14" y="13"/>
                    </a:cubicBezTo>
                    <a:cubicBezTo>
                      <a:pt x="13" y="12"/>
                      <a:pt x="12" y="12"/>
                      <a:pt x="11" y="10"/>
                    </a:cubicBezTo>
                    <a:cubicBezTo>
                      <a:pt x="12" y="13"/>
                      <a:pt x="15" y="22"/>
                      <a:pt x="17" y="2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0" name="Freeform 430">
                <a:extLst>
                  <a:ext uri="{FF2B5EF4-FFF2-40B4-BE49-F238E27FC236}">
                    <a16:creationId xmlns:a16="http://schemas.microsoft.com/office/drawing/2014/main" id="{6CDF5BF6-8726-4054-B1F7-50B8ECEC9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586"/>
                <a:ext cx="68" cy="55"/>
              </a:xfrm>
              <a:custGeom>
                <a:avLst/>
                <a:gdLst>
                  <a:gd name="T0" fmla="*/ 191 w 27"/>
                  <a:gd name="T1" fmla="*/ 0 h 22"/>
                  <a:gd name="T2" fmla="*/ 400 w 27"/>
                  <a:gd name="T3" fmla="*/ 345 h 22"/>
                  <a:gd name="T4" fmla="*/ 431 w 27"/>
                  <a:gd name="T5" fmla="*/ 175 h 22"/>
                  <a:gd name="T6" fmla="*/ 242 w 27"/>
                  <a:gd name="T7" fmla="*/ 220 h 22"/>
                  <a:gd name="T8" fmla="*/ 317 w 27"/>
                  <a:gd name="T9" fmla="*/ 125 h 22"/>
                  <a:gd name="T10" fmla="*/ 96 w 27"/>
                  <a:gd name="T11" fmla="*/ 6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2">
                    <a:moveTo>
                      <a:pt x="12" y="0"/>
                    </a:moveTo>
                    <a:cubicBezTo>
                      <a:pt x="11" y="6"/>
                      <a:pt x="15" y="22"/>
                      <a:pt x="25" y="22"/>
                    </a:cubicBezTo>
                    <a:cubicBezTo>
                      <a:pt x="19" y="18"/>
                      <a:pt x="19" y="15"/>
                      <a:pt x="27" y="11"/>
                    </a:cubicBezTo>
                    <a:cubicBezTo>
                      <a:pt x="24" y="13"/>
                      <a:pt x="19" y="14"/>
                      <a:pt x="15" y="14"/>
                    </a:cubicBezTo>
                    <a:cubicBezTo>
                      <a:pt x="15" y="11"/>
                      <a:pt x="18" y="9"/>
                      <a:pt x="20" y="8"/>
                    </a:cubicBezTo>
                    <a:cubicBezTo>
                      <a:pt x="17" y="9"/>
                      <a:pt x="0" y="10"/>
                      <a:pt x="6" y="4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1" name="Freeform 431">
                <a:extLst>
                  <a:ext uri="{FF2B5EF4-FFF2-40B4-BE49-F238E27FC236}">
                    <a16:creationId xmlns:a16="http://schemas.microsoft.com/office/drawing/2014/main" id="{70150B79-7DA3-4B43-ACDD-87093B61D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644"/>
                <a:ext cx="47" cy="57"/>
              </a:xfrm>
              <a:custGeom>
                <a:avLst/>
                <a:gdLst>
                  <a:gd name="T0" fmla="*/ 0 w 19"/>
                  <a:gd name="T1" fmla="*/ 104 h 23"/>
                  <a:gd name="T2" fmla="*/ 104 w 19"/>
                  <a:gd name="T3" fmla="*/ 349 h 23"/>
                  <a:gd name="T4" fmla="*/ 287 w 19"/>
                  <a:gd name="T5" fmla="*/ 154 h 23"/>
                  <a:gd name="T6" fmla="*/ 42 w 19"/>
                  <a:gd name="T7" fmla="*/ 183 h 23"/>
                  <a:gd name="T8" fmla="*/ 0 w 19"/>
                  <a:gd name="T9" fmla="*/ 12 h 23"/>
                  <a:gd name="T10" fmla="*/ 12 w 19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3">
                    <a:moveTo>
                      <a:pt x="0" y="7"/>
                    </a:moveTo>
                    <a:cubicBezTo>
                      <a:pt x="2" y="9"/>
                      <a:pt x="5" y="18"/>
                      <a:pt x="7" y="23"/>
                    </a:cubicBezTo>
                    <a:cubicBezTo>
                      <a:pt x="6" y="13"/>
                      <a:pt x="9" y="7"/>
                      <a:pt x="19" y="10"/>
                    </a:cubicBezTo>
                    <a:cubicBezTo>
                      <a:pt x="14" y="10"/>
                      <a:pt x="9" y="11"/>
                      <a:pt x="3" y="12"/>
                    </a:cubicBezTo>
                    <a:cubicBezTo>
                      <a:pt x="11" y="8"/>
                      <a:pt x="4" y="5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2" name="Freeform 432">
                <a:extLst>
                  <a:ext uri="{FF2B5EF4-FFF2-40B4-BE49-F238E27FC236}">
                    <a16:creationId xmlns:a16="http://schemas.microsoft.com/office/drawing/2014/main" id="{B45CD627-5140-4053-B0C6-393688F18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3664"/>
                <a:ext cx="45" cy="55"/>
              </a:xfrm>
              <a:custGeom>
                <a:avLst/>
                <a:gdLst>
                  <a:gd name="T0" fmla="*/ 20 w 18"/>
                  <a:gd name="T1" fmla="*/ 208 h 22"/>
                  <a:gd name="T2" fmla="*/ 0 w 18"/>
                  <a:gd name="T3" fmla="*/ 175 h 22"/>
                  <a:gd name="T4" fmla="*/ 63 w 18"/>
                  <a:gd name="T5" fmla="*/ 345 h 22"/>
                  <a:gd name="T6" fmla="*/ 283 w 18"/>
                  <a:gd name="T7" fmla="*/ 158 h 22"/>
                  <a:gd name="T8" fmla="*/ 113 w 18"/>
                  <a:gd name="T9" fmla="*/ 238 h 22"/>
                  <a:gd name="T10" fmla="*/ 20 w 18"/>
                  <a:gd name="T11" fmla="*/ 175 h 22"/>
                  <a:gd name="T12" fmla="*/ 20 w 18"/>
                  <a:gd name="T13" fmla="*/ 113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2">
                    <a:moveTo>
                      <a:pt x="1" y="13"/>
                    </a:moveTo>
                    <a:cubicBezTo>
                      <a:pt x="1" y="12"/>
                      <a:pt x="0" y="12"/>
                      <a:pt x="0" y="11"/>
                    </a:cubicBezTo>
                    <a:cubicBezTo>
                      <a:pt x="0" y="14"/>
                      <a:pt x="2" y="19"/>
                      <a:pt x="4" y="22"/>
                    </a:cubicBezTo>
                    <a:cubicBezTo>
                      <a:pt x="2" y="10"/>
                      <a:pt x="11" y="13"/>
                      <a:pt x="18" y="10"/>
                    </a:cubicBezTo>
                    <a:cubicBezTo>
                      <a:pt x="14" y="10"/>
                      <a:pt x="10" y="13"/>
                      <a:pt x="7" y="15"/>
                    </a:cubicBezTo>
                    <a:cubicBezTo>
                      <a:pt x="11" y="8"/>
                      <a:pt x="2" y="0"/>
                      <a:pt x="1" y="11"/>
                    </a:cubicBezTo>
                    <a:cubicBezTo>
                      <a:pt x="0" y="9"/>
                      <a:pt x="1" y="9"/>
                      <a:pt x="1" y="7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3" name="Freeform 433">
                <a:extLst>
                  <a:ext uri="{FF2B5EF4-FFF2-40B4-BE49-F238E27FC236}">
                    <a16:creationId xmlns:a16="http://schemas.microsoft.com/office/drawing/2014/main" id="{78D3E954-10B3-406D-B37A-54555EB3C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726"/>
                <a:ext cx="73" cy="35"/>
              </a:xfrm>
              <a:custGeom>
                <a:avLst/>
                <a:gdLst>
                  <a:gd name="T0" fmla="*/ 209 w 29"/>
                  <a:gd name="T1" fmla="*/ 50 h 14"/>
                  <a:gd name="T2" fmla="*/ 146 w 29"/>
                  <a:gd name="T3" fmla="*/ 33 h 14"/>
                  <a:gd name="T4" fmla="*/ 463 w 29"/>
                  <a:gd name="T5" fmla="*/ 95 h 14"/>
                  <a:gd name="T6" fmla="*/ 305 w 29"/>
                  <a:gd name="T7" fmla="*/ 220 h 14"/>
                  <a:gd name="T8" fmla="*/ 317 w 29"/>
                  <a:gd name="T9" fmla="*/ 125 h 14"/>
                  <a:gd name="T10" fmla="*/ 242 w 29"/>
                  <a:gd name="T11" fmla="*/ 208 h 14"/>
                  <a:gd name="T12" fmla="*/ 0 w 29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4">
                    <a:moveTo>
                      <a:pt x="13" y="3"/>
                    </a:moveTo>
                    <a:cubicBezTo>
                      <a:pt x="12" y="2"/>
                      <a:pt x="12" y="1"/>
                      <a:pt x="9" y="2"/>
                    </a:cubicBezTo>
                    <a:cubicBezTo>
                      <a:pt x="13" y="6"/>
                      <a:pt x="23" y="7"/>
                      <a:pt x="29" y="6"/>
                    </a:cubicBezTo>
                    <a:cubicBezTo>
                      <a:pt x="25" y="9"/>
                      <a:pt x="22" y="12"/>
                      <a:pt x="19" y="14"/>
                    </a:cubicBezTo>
                    <a:cubicBezTo>
                      <a:pt x="21" y="13"/>
                      <a:pt x="21" y="11"/>
                      <a:pt x="20" y="8"/>
                    </a:cubicBezTo>
                    <a:cubicBezTo>
                      <a:pt x="18" y="9"/>
                      <a:pt x="16" y="11"/>
                      <a:pt x="15" y="13"/>
                    </a:cubicBezTo>
                    <a:cubicBezTo>
                      <a:pt x="17" y="0"/>
                      <a:pt x="1" y="8"/>
                      <a:pt x="0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4" name="Freeform 434">
                <a:extLst>
                  <a:ext uri="{FF2B5EF4-FFF2-40B4-BE49-F238E27FC236}">
                    <a16:creationId xmlns:a16="http://schemas.microsoft.com/office/drawing/2014/main" id="{78F696F3-941D-4088-947A-936F2EA2E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3769"/>
                <a:ext cx="50" cy="27"/>
              </a:xfrm>
              <a:custGeom>
                <a:avLst/>
                <a:gdLst>
                  <a:gd name="T0" fmla="*/ 33 w 20"/>
                  <a:gd name="T1" fmla="*/ 42 h 11"/>
                  <a:gd name="T2" fmla="*/ 0 w 20"/>
                  <a:gd name="T3" fmla="*/ 29 h 11"/>
                  <a:gd name="T4" fmla="*/ 313 w 20"/>
                  <a:gd name="T5" fmla="*/ 12 h 11"/>
                  <a:gd name="T6" fmla="*/ 238 w 20"/>
                  <a:gd name="T7" fmla="*/ 150 h 11"/>
                  <a:gd name="T8" fmla="*/ 250 w 20"/>
                  <a:gd name="T9" fmla="*/ 162 h 11"/>
                  <a:gd name="T10" fmla="*/ 238 w 20"/>
                  <a:gd name="T11" fmla="*/ 61 h 11"/>
                  <a:gd name="T12" fmla="*/ 188 w 20"/>
                  <a:gd name="T13" fmla="*/ 133 h 11"/>
                  <a:gd name="T14" fmla="*/ 20 w 20"/>
                  <a:gd name="T15" fmla="*/ 7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1">
                    <a:moveTo>
                      <a:pt x="2" y="3"/>
                    </a:moveTo>
                    <a:cubicBezTo>
                      <a:pt x="1" y="3"/>
                      <a:pt x="2" y="2"/>
                      <a:pt x="0" y="2"/>
                    </a:cubicBezTo>
                    <a:cubicBezTo>
                      <a:pt x="6" y="4"/>
                      <a:pt x="14" y="0"/>
                      <a:pt x="20" y="1"/>
                    </a:cubicBezTo>
                    <a:cubicBezTo>
                      <a:pt x="20" y="4"/>
                      <a:pt x="17" y="7"/>
                      <a:pt x="15" y="10"/>
                    </a:cubicBezTo>
                    <a:cubicBezTo>
                      <a:pt x="15" y="10"/>
                      <a:pt x="16" y="11"/>
                      <a:pt x="16" y="11"/>
                    </a:cubicBezTo>
                    <a:cubicBezTo>
                      <a:pt x="16" y="9"/>
                      <a:pt x="15" y="7"/>
                      <a:pt x="15" y="4"/>
                    </a:cubicBezTo>
                    <a:cubicBezTo>
                      <a:pt x="15" y="7"/>
                      <a:pt x="14" y="8"/>
                      <a:pt x="12" y="9"/>
                    </a:cubicBezTo>
                    <a:cubicBezTo>
                      <a:pt x="9" y="1"/>
                      <a:pt x="7" y="3"/>
                      <a:pt x="1" y="5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5" name="Freeform 435">
                <a:extLst>
                  <a:ext uri="{FF2B5EF4-FFF2-40B4-BE49-F238E27FC236}">
                    <a16:creationId xmlns:a16="http://schemas.microsoft.com/office/drawing/2014/main" id="{4C386866-28F7-4CE1-A265-9A4273FF4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581"/>
                <a:ext cx="28" cy="38"/>
              </a:xfrm>
              <a:custGeom>
                <a:avLst/>
                <a:gdLst>
                  <a:gd name="T0" fmla="*/ 0 w 11"/>
                  <a:gd name="T1" fmla="*/ 0 h 15"/>
                  <a:gd name="T2" fmla="*/ 0 w 11"/>
                  <a:gd name="T3" fmla="*/ 193 h 15"/>
                  <a:gd name="T4" fmla="*/ 181 w 11"/>
                  <a:gd name="T5" fmla="*/ 243 h 15"/>
                  <a:gd name="T6" fmla="*/ 0 w 11"/>
                  <a:gd name="T7" fmla="*/ 117 h 15"/>
                  <a:gd name="T8" fmla="*/ 33 w 11"/>
                  <a:gd name="T9" fmla="*/ 8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0" y="4"/>
                      <a:pt x="2" y="8"/>
                      <a:pt x="0" y="12"/>
                    </a:cubicBezTo>
                    <a:cubicBezTo>
                      <a:pt x="4" y="11"/>
                      <a:pt x="8" y="12"/>
                      <a:pt x="11" y="15"/>
                    </a:cubicBezTo>
                    <a:cubicBezTo>
                      <a:pt x="6" y="14"/>
                      <a:pt x="4" y="9"/>
                      <a:pt x="0" y="7"/>
                    </a:cubicBezTo>
                    <a:cubicBezTo>
                      <a:pt x="1" y="6"/>
                      <a:pt x="1" y="5"/>
                      <a:pt x="2" y="5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6" name="Freeform 436">
                <a:extLst>
                  <a:ext uri="{FF2B5EF4-FFF2-40B4-BE49-F238E27FC236}">
                    <a16:creationId xmlns:a16="http://schemas.microsoft.com/office/drawing/2014/main" id="{36055F2A-3662-4D5B-B62C-4B0C5CC32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531"/>
                <a:ext cx="18" cy="28"/>
              </a:xfrm>
              <a:custGeom>
                <a:avLst/>
                <a:gdLst>
                  <a:gd name="T0" fmla="*/ 33 w 7"/>
                  <a:gd name="T1" fmla="*/ 20 h 11"/>
                  <a:gd name="T2" fmla="*/ 0 w 7"/>
                  <a:gd name="T3" fmla="*/ 181 h 11"/>
                  <a:gd name="T4" fmla="*/ 118 w 7"/>
                  <a:gd name="T5" fmla="*/ 163 h 11"/>
                  <a:gd name="T6" fmla="*/ 33 w 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2" y="1"/>
                    </a:moveTo>
                    <a:cubicBezTo>
                      <a:pt x="2" y="4"/>
                      <a:pt x="1" y="8"/>
                      <a:pt x="0" y="11"/>
                    </a:cubicBezTo>
                    <a:cubicBezTo>
                      <a:pt x="1" y="8"/>
                      <a:pt x="5" y="7"/>
                      <a:pt x="7" y="10"/>
                    </a:cubicBezTo>
                    <a:cubicBezTo>
                      <a:pt x="3" y="6"/>
                      <a:pt x="4" y="5"/>
                      <a:pt x="2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7" name="Freeform 437">
                <a:extLst>
                  <a:ext uri="{FF2B5EF4-FFF2-40B4-BE49-F238E27FC236}">
                    <a16:creationId xmlns:a16="http://schemas.microsoft.com/office/drawing/2014/main" id="{301700C0-4C5C-4BF9-B592-257D8726D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479"/>
                <a:ext cx="27" cy="35"/>
              </a:xfrm>
              <a:custGeom>
                <a:avLst/>
                <a:gdLst>
                  <a:gd name="T0" fmla="*/ 71 w 11"/>
                  <a:gd name="T1" fmla="*/ 33 h 14"/>
                  <a:gd name="T2" fmla="*/ 29 w 11"/>
                  <a:gd name="T3" fmla="*/ 188 h 14"/>
                  <a:gd name="T4" fmla="*/ 91 w 11"/>
                  <a:gd name="T5" fmla="*/ 158 h 14"/>
                  <a:gd name="T6" fmla="*/ 162 w 11"/>
                  <a:gd name="T7" fmla="*/ 220 h 14"/>
                  <a:gd name="T8" fmla="*/ 91 w 1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5" y="2"/>
                    </a:moveTo>
                    <a:cubicBezTo>
                      <a:pt x="3" y="5"/>
                      <a:pt x="0" y="9"/>
                      <a:pt x="2" y="12"/>
                    </a:cubicBezTo>
                    <a:cubicBezTo>
                      <a:pt x="3" y="13"/>
                      <a:pt x="6" y="10"/>
                      <a:pt x="6" y="10"/>
                    </a:cubicBezTo>
                    <a:cubicBezTo>
                      <a:pt x="8" y="11"/>
                      <a:pt x="10" y="13"/>
                      <a:pt x="11" y="14"/>
                    </a:cubicBezTo>
                    <a:cubicBezTo>
                      <a:pt x="8" y="10"/>
                      <a:pt x="4" y="6"/>
                      <a:pt x="6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8" name="Freeform 438">
                <a:extLst>
                  <a:ext uri="{FF2B5EF4-FFF2-40B4-BE49-F238E27FC236}">
                    <a16:creationId xmlns:a16="http://schemas.microsoft.com/office/drawing/2014/main" id="{0109DCEA-2A1B-4CC0-B4E8-9BDBCFA86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3539"/>
                <a:ext cx="25" cy="30"/>
              </a:xfrm>
              <a:custGeom>
                <a:avLst/>
                <a:gdLst>
                  <a:gd name="T0" fmla="*/ 33 w 10"/>
                  <a:gd name="T1" fmla="*/ 50 h 12"/>
                  <a:gd name="T2" fmla="*/ 158 w 10"/>
                  <a:gd name="T3" fmla="*/ 50 h 12"/>
                  <a:gd name="T4" fmla="*/ 125 w 10"/>
                  <a:gd name="T5" fmla="*/ 188 h 12"/>
                  <a:gd name="T6" fmla="*/ 83 w 1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2" y="3"/>
                    </a:moveTo>
                    <a:cubicBezTo>
                      <a:pt x="4" y="2"/>
                      <a:pt x="7" y="2"/>
                      <a:pt x="10" y="3"/>
                    </a:cubicBezTo>
                    <a:cubicBezTo>
                      <a:pt x="8" y="6"/>
                      <a:pt x="5" y="9"/>
                      <a:pt x="8" y="12"/>
                    </a:cubicBezTo>
                    <a:cubicBezTo>
                      <a:pt x="5" y="7"/>
                      <a:pt x="0" y="6"/>
                      <a:pt x="5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9" name="Freeform 439">
                <a:extLst>
                  <a:ext uri="{FF2B5EF4-FFF2-40B4-BE49-F238E27FC236}">
                    <a16:creationId xmlns:a16="http://schemas.microsoft.com/office/drawing/2014/main" id="{0C96E83C-8C3E-4B5D-8036-D0D2323F5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3601"/>
                <a:ext cx="8" cy="10"/>
              </a:xfrm>
              <a:custGeom>
                <a:avLst/>
                <a:gdLst>
                  <a:gd name="T0" fmla="*/ 0 w 3"/>
                  <a:gd name="T1" fmla="*/ 33 h 4"/>
                  <a:gd name="T2" fmla="*/ 56 w 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0"/>
                      <a:pt x="2" y="2"/>
                      <a:pt x="3" y="4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0" name="Freeform 440">
                <a:extLst>
                  <a:ext uri="{FF2B5EF4-FFF2-40B4-BE49-F238E27FC236}">
                    <a16:creationId xmlns:a16="http://schemas.microsoft.com/office/drawing/2014/main" id="{1CFDE068-C99F-4D6B-A30B-9C83194E0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621"/>
                <a:ext cx="17" cy="35"/>
              </a:xfrm>
              <a:custGeom>
                <a:avLst/>
                <a:gdLst>
                  <a:gd name="T0" fmla="*/ 58 w 7"/>
                  <a:gd name="T1" fmla="*/ 125 h 14"/>
                  <a:gd name="T2" fmla="*/ 100 w 7"/>
                  <a:gd name="T3" fmla="*/ 220 h 14"/>
                  <a:gd name="T4" fmla="*/ 29 w 7"/>
                  <a:gd name="T5" fmla="*/ 188 h 14"/>
                  <a:gd name="T6" fmla="*/ 41 w 7"/>
                  <a:gd name="T7" fmla="*/ 125 h 14"/>
                  <a:gd name="T8" fmla="*/ 0 w 7"/>
                  <a:gd name="T9" fmla="*/ 20 h 14"/>
                  <a:gd name="T10" fmla="*/ 12 w 7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4">
                    <a:moveTo>
                      <a:pt x="4" y="8"/>
                    </a:moveTo>
                    <a:cubicBezTo>
                      <a:pt x="4" y="8"/>
                      <a:pt x="6" y="12"/>
                      <a:pt x="7" y="14"/>
                    </a:cubicBezTo>
                    <a:cubicBezTo>
                      <a:pt x="6" y="14"/>
                      <a:pt x="2" y="13"/>
                      <a:pt x="2" y="12"/>
                    </a:cubicBezTo>
                    <a:cubicBezTo>
                      <a:pt x="1" y="9"/>
                      <a:pt x="4" y="10"/>
                      <a:pt x="3" y="8"/>
                    </a:cubicBezTo>
                    <a:cubicBezTo>
                      <a:pt x="3" y="5"/>
                      <a:pt x="2" y="4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1" name="Freeform 441">
                <a:extLst>
                  <a:ext uri="{FF2B5EF4-FFF2-40B4-BE49-F238E27FC236}">
                    <a16:creationId xmlns:a16="http://schemas.microsoft.com/office/drawing/2014/main" id="{D0139CAD-870E-4AB5-85D5-A78522DA6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3641"/>
                <a:ext cx="10" cy="15"/>
              </a:xfrm>
              <a:custGeom>
                <a:avLst/>
                <a:gdLst>
                  <a:gd name="T0" fmla="*/ 0 w 4"/>
                  <a:gd name="T1" fmla="*/ 0 h 6"/>
                  <a:gd name="T2" fmla="*/ 63 w 4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4" y="5"/>
                      <a:pt x="4" y="6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2" name="Freeform 442">
                <a:extLst>
                  <a:ext uri="{FF2B5EF4-FFF2-40B4-BE49-F238E27FC236}">
                    <a16:creationId xmlns:a16="http://schemas.microsoft.com/office/drawing/2014/main" id="{42BF9BD7-C352-4F9D-92E2-EA3F9222C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3649"/>
                <a:ext cx="28" cy="70"/>
              </a:xfrm>
              <a:custGeom>
                <a:avLst/>
                <a:gdLst>
                  <a:gd name="T0" fmla="*/ 84 w 11"/>
                  <a:gd name="T1" fmla="*/ 300 h 28"/>
                  <a:gd name="T2" fmla="*/ 64 w 11"/>
                  <a:gd name="T3" fmla="*/ 283 h 28"/>
                  <a:gd name="T4" fmla="*/ 64 w 11"/>
                  <a:gd name="T5" fmla="*/ 408 h 28"/>
                  <a:gd name="T6" fmla="*/ 97 w 11"/>
                  <a:gd name="T7" fmla="*/ 300 h 28"/>
                  <a:gd name="T8" fmla="*/ 51 w 11"/>
                  <a:gd name="T9" fmla="*/ 238 h 28"/>
                  <a:gd name="T10" fmla="*/ 84 w 11"/>
                  <a:gd name="T11" fmla="*/ 158 h 28"/>
                  <a:gd name="T12" fmla="*/ 84 w 11"/>
                  <a:gd name="T13" fmla="*/ 0 h 28"/>
                  <a:gd name="T14" fmla="*/ 64 w 11"/>
                  <a:gd name="T15" fmla="*/ 5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28">
                    <a:moveTo>
                      <a:pt x="5" y="19"/>
                    </a:moveTo>
                    <a:cubicBezTo>
                      <a:pt x="4" y="19"/>
                      <a:pt x="5" y="18"/>
                      <a:pt x="4" y="18"/>
                    </a:cubicBezTo>
                    <a:cubicBezTo>
                      <a:pt x="2" y="20"/>
                      <a:pt x="0" y="25"/>
                      <a:pt x="4" y="26"/>
                    </a:cubicBezTo>
                    <a:cubicBezTo>
                      <a:pt x="11" y="28"/>
                      <a:pt x="6" y="20"/>
                      <a:pt x="6" y="19"/>
                    </a:cubicBezTo>
                    <a:cubicBezTo>
                      <a:pt x="5" y="17"/>
                      <a:pt x="3" y="18"/>
                      <a:pt x="3" y="15"/>
                    </a:cubicBezTo>
                    <a:cubicBezTo>
                      <a:pt x="3" y="14"/>
                      <a:pt x="5" y="11"/>
                      <a:pt x="5" y="10"/>
                    </a:cubicBezTo>
                    <a:cubicBezTo>
                      <a:pt x="6" y="6"/>
                      <a:pt x="7" y="3"/>
                      <a:pt x="5" y="0"/>
                    </a:cubicBezTo>
                    <a:cubicBezTo>
                      <a:pt x="4" y="1"/>
                      <a:pt x="4" y="2"/>
                      <a:pt x="4" y="3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3" name="Freeform 443">
                <a:extLst>
                  <a:ext uri="{FF2B5EF4-FFF2-40B4-BE49-F238E27FC236}">
                    <a16:creationId xmlns:a16="http://schemas.microsoft.com/office/drawing/2014/main" id="{885B9D58-481D-44B9-965A-5C3141418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691"/>
                <a:ext cx="20" cy="33"/>
              </a:xfrm>
              <a:custGeom>
                <a:avLst/>
                <a:gdLst>
                  <a:gd name="T0" fmla="*/ 50 w 8"/>
                  <a:gd name="T1" fmla="*/ 0 h 13"/>
                  <a:gd name="T2" fmla="*/ 125 w 8"/>
                  <a:gd name="T3" fmla="*/ 180 h 13"/>
                  <a:gd name="T4" fmla="*/ 20 w 8"/>
                  <a:gd name="T5" fmla="*/ 193 h 13"/>
                  <a:gd name="T6" fmla="*/ 33 w 8"/>
                  <a:gd name="T7" fmla="*/ 19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3" y="0"/>
                    </a:moveTo>
                    <a:cubicBezTo>
                      <a:pt x="0" y="5"/>
                      <a:pt x="6" y="7"/>
                      <a:pt x="8" y="11"/>
                    </a:cubicBezTo>
                    <a:cubicBezTo>
                      <a:pt x="5" y="11"/>
                      <a:pt x="3" y="11"/>
                      <a:pt x="1" y="12"/>
                    </a:cubicBezTo>
                    <a:cubicBezTo>
                      <a:pt x="2" y="13"/>
                      <a:pt x="2" y="12"/>
                      <a:pt x="2" y="12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4" name="Freeform 444">
                <a:extLst>
                  <a:ext uri="{FF2B5EF4-FFF2-40B4-BE49-F238E27FC236}">
                    <a16:creationId xmlns:a16="http://schemas.microsoft.com/office/drawing/2014/main" id="{1F641F34-D769-4515-9111-61CE74303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701"/>
                <a:ext cx="15" cy="23"/>
              </a:xfrm>
              <a:custGeom>
                <a:avLst/>
                <a:gdLst>
                  <a:gd name="T0" fmla="*/ 63 w 6"/>
                  <a:gd name="T1" fmla="*/ 66 h 9"/>
                  <a:gd name="T2" fmla="*/ 95 w 6"/>
                  <a:gd name="T3" fmla="*/ 151 h 9"/>
                  <a:gd name="T4" fmla="*/ 0 w 6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4" y="4"/>
                    </a:moveTo>
                    <a:cubicBezTo>
                      <a:pt x="3" y="5"/>
                      <a:pt x="3" y="7"/>
                      <a:pt x="6" y="9"/>
                    </a:cubicBezTo>
                    <a:cubicBezTo>
                      <a:pt x="5" y="6"/>
                      <a:pt x="3" y="0"/>
                      <a:pt x="0" y="1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5" name="Freeform 445">
                <a:extLst>
                  <a:ext uri="{FF2B5EF4-FFF2-40B4-BE49-F238E27FC236}">
                    <a16:creationId xmlns:a16="http://schemas.microsoft.com/office/drawing/2014/main" id="{5C300F74-B0D5-4EB8-911D-55E7E833A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3639"/>
                <a:ext cx="25" cy="35"/>
              </a:xfrm>
              <a:custGeom>
                <a:avLst/>
                <a:gdLst>
                  <a:gd name="T0" fmla="*/ 50 w 10"/>
                  <a:gd name="T1" fmla="*/ 33 h 14"/>
                  <a:gd name="T2" fmla="*/ 158 w 10"/>
                  <a:gd name="T3" fmla="*/ 158 h 14"/>
                  <a:gd name="T4" fmla="*/ 83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3" y="2"/>
                    </a:moveTo>
                    <a:cubicBezTo>
                      <a:pt x="0" y="9"/>
                      <a:pt x="6" y="9"/>
                      <a:pt x="10" y="10"/>
                    </a:cubicBezTo>
                    <a:cubicBezTo>
                      <a:pt x="4" y="14"/>
                      <a:pt x="4" y="2"/>
                      <a:pt x="5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6" name="Freeform 446">
                <a:extLst>
                  <a:ext uri="{FF2B5EF4-FFF2-40B4-BE49-F238E27FC236}">
                    <a16:creationId xmlns:a16="http://schemas.microsoft.com/office/drawing/2014/main" id="{997469FE-D517-4310-BB8F-5DFC22281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3636"/>
                <a:ext cx="10" cy="15"/>
              </a:xfrm>
              <a:custGeom>
                <a:avLst/>
                <a:gdLst>
                  <a:gd name="T0" fmla="*/ 20 w 4"/>
                  <a:gd name="T1" fmla="*/ 0 h 6"/>
                  <a:gd name="T2" fmla="*/ 0 w 4"/>
                  <a:gd name="T3" fmla="*/ 83 h 6"/>
                  <a:gd name="T4" fmla="*/ 63 w 4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0" y="1"/>
                      <a:pt x="0" y="4"/>
                      <a:pt x="0" y="5"/>
                    </a:cubicBezTo>
                    <a:cubicBezTo>
                      <a:pt x="3" y="6"/>
                      <a:pt x="4" y="3"/>
                      <a:pt x="4" y="2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7" name="Freeform 447">
                <a:extLst>
                  <a:ext uri="{FF2B5EF4-FFF2-40B4-BE49-F238E27FC236}">
                    <a16:creationId xmlns:a16="http://schemas.microsoft.com/office/drawing/2014/main" id="{A3E21F3A-4191-4C6C-9DB0-99E665000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719"/>
                <a:ext cx="15" cy="27"/>
              </a:xfrm>
              <a:custGeom>
                <a:avLst/>
                <a:gdLst>
                  <a:gd name="T0" fmla="*/ 33 w 6"/>
                  <a:gd name="T1" fmla="*/ 0 h 11"/>
                  <a:gd name="T2" fmla="*/ 95 w 6"/>
                  <a:gd name="T3" fmla="*/ 162 h 11"/>
                  <a:gd name="T4" fmla="*/ 0 w 6"/>
                  <a:gd name="T5" fmla="*/ 71 h 11"/>
                  <a:gd name="T6" fmla="*/ 63 w 6"/>
                  <a:gd name="T7" fmla="*/ 4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cubicBezTo>
                      <a:pt x="1" y="3"/>
                      <a:pt x="2" y="10"/>
                      <a:pt x="6" y="11"/>
                    </a:cubicBezTo>
                    <a:cubicBezTo>
                      <a:pt x="5" y="8"/>
                      <a:pt x="3" y="7"/>
                      <a:pt x="0" y="5"/>
                    </a:cubicBezTo>
                    <a:cubicBezTo>
                      <a:pt x="2" y="5"/>
                      <a:pt x="3" y="4"/>
                      <a:pt x="4" y="3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8" name="Freeform 448">
                <a:extLst>
                  <a:ext uri="{FF2B5EF4-FFF2-40B4-BE49-F238E27FC236}">
                    <a16:creationId xmlns:a16="http://schemas.microsoft.com/office/drawing/2014/main" id="{E91E951C-BF5F-4C76-856A-B897FD2F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696"/>
                <a:ext cx="25" cy="23"/>
              </a:xfrm>
              <a:custGeom>
                <a:avLst/>
                <a:gdLst>
                  <a:gd name="T0" fmla="*/ 63 w 10"/>
                  <a:gd name="T1" fmla="*/ 0 h 9"/>
                  <a:gd name="T2" fmla="*/ 158 w 10"/>
                  <a:gd name="T3" fmla="*/ 151 h 9"/>
                  <a:gd name="T4" fmla="*/ 113 w 10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4" y="0"/>
                    </a:moveTo>
                    <a:cubicBezTo>
                      <a:pt x="3" y="5"/>
                      <a:pt x="6" y="9"/>
                      <a:pt x="10" y="9"/>
                    </a:cubicBezTo>
                    <a:cubicBezTo>
                      <a:pt x="7" y="8"/>
                      <a:pt x="0" y="2"/>
                      <a:pt x="7" y="1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9" name="Freeform 449">
                <a:extLst>
                  <a:ext uri="{FF2B5EF4-FFF2-40B4-BE49-F238E27FC236}">
                    <a16:creationId xmlns:a16="http://schemas.microsoft.com/office/drawing/2014/main" id="{A01E5184-5360-4717-9305-A9341291B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3731"/>
                <a:ext cx="27" cy="38"/>
              </a:xfrm>
              <a:custGeom>
                <a:avLst/>
                <a:gdLst>
                  <a:gd name="T0" fmla="*/ 91 w 11"/>
                  <a:gd name="T1" fmla="*/ 33 h 15"/>
                  <a:gd name="T2" fmla="*/ 0 w 11"/>
                  <a:gd name="T3" fmla="*/ 147 h 15"/>
                  <a:gd name="T4" fmla="*/ 162 w 11"/>
                  <a:gd name="T5" fmla="*/ 243 h 15"/>
                  <a:gd name="T6" fmla="*/ 103 w 11"/>
                  <a:gd name="T7" fmla="*/ 5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6" y="2"/>
                    </a:moveTo>
                    <a:cubicBezTo>
                      <a:pt x="4" y="0"/>
                      <a:pt x="2" y="7"/>
                      <a:pt x="0" y="9"/>
                    </a:cubicBezTo>
                    <a:cubicBezTo>
                      <a:pt x="5" y="9"/>
                      <a:pt x="8" y="11"/>
                      <a:pt x="11" y="15"/>
                    </a:cubicBezTo>
                    <a:cubicBezTo>
                      <a:pt x="5" y="15"/>
                      <a:pt x="6" y="7"/>
                      <a:pt x="7" y="3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0" name="Freeform 450">
                <a:extLst>
                  <a:ext uri="{FF2B5EF4-FFF2-40B4-BE49-F238E27FC236}">
                    <a16:creationId xmlns:a16="http://schemas.microsoft.com/office/drawing/2014/main" id="{D6FDF12F-7EC1-4B95-B1C9-3DEB6EAA3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744"/>
                <a:ext cx="25" cy="35"/>
              </a:xfrm>
              <a:custGeom>
                <a:avLst/>
                <a:gdLst>
                  <a:gd name="T0" fmla="*/ 63 w 10"/>
                  <a:gd name="T1" fmla="*/ 0 h 14"/>
                  <a:gd name="T2" fmla="*/ 33 w 10"/>
                  <a:gd name="T3" fmla="*/ 158 h 14"/>
                  <a:gd name="T4" fmla="*/ 158 w 10"/>
                  <a:gd name="T5" fmla="*/ 220 h 14"/>
                  <a:gd name="T6" fmla="*/ 113 w 10"/>
                  <a:gd name="T7" fmla="*/ 11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4" y="0"/>
                    </a:moveTo>
                    <a:cubicBezTo>
                      <a:pt x="2" y="0"/>
                      <a:pt x="0" y="7"/>
                      <a:pt x="2" y="10"/>
                    </a:cubicBezTo>
                    <a:cubicBezTo>
                      <a:pt x="4" y="12"/>
                      <a:pt x="8" y="12"/>
                      <a:pt x="10" y="14"/>
                    </a:cubicBezTo>
                    <a:cubicBezTo>
                      <a:pt x="7" y="13"/>
                      <a:pt x="5" y="10"/>
                      <a:pt x="7" y="7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1" name="Freeform 451">
                <a:extLst>
                  <a:ext uri="{FF2B5EF4-FFF2-40B4-BE49-F238E27FC236}">
                    <a16:creationId xmlns:a16="http://schemas.microsoft.com/office/drawing/2014/main" id="{D7C8C9FB-1945-40F4-B972-E90B3EE42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721"/>
                <a:ext cx="10" cy="10"/>
              </a:xfrm>
              <a:custGeom>
                <a:avLst/>
                <a:gdLst>
                  <a:gd name="T0" fmla="*/ 63 w 4"/>
                  <a:gd name="T1" fmla="*/ 0 h 4"/>
                  <a:gd name="T2" fmla="*/ 0 w 4"/>
                  <a:gd name="T3" fmla="*/ 63 h 4"/>
                  <a:gd name="T4" fmla="*/ 50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1" y="3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2" name="Freeform 452">
                <a:extLst>
                  <a:ext uri="{FF2B5EF4-FFF2-40B4-BE49-F238E27FC236}">
                    <a16:creationId xmlns:a16="http://schemas.microsoft.com/office/drawing/2014/main" id="{878B05F3-3E8D-4C93-8270-107626F72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791"/>
                <a:ext cx="30" cy="28"/>
              </a:xfrm>
              <a:custGeom>
                <a:avLst/>
                <a:gdLst>
                  <a:gd name="T0" fmla="*/ 63 w 12"/>
                  <a:gd name="T1" fmla="*/ 0 h 11"/>
                  <a:gd name="T2" fmla="*/ 33 w 12"/>
                  <a:gd name="T3" fmla="*/ 97 h 11"/>
                  <a:gd name="T4" fmla="*/ 188 w 12"/>
                  <a:gd name="T5" fmla="*/ 181 h 11"/>
                  <a:gd name="T6" fmla="*/ 145 w 12"/>
                  <a:gd name="T7" fmla="*/ 2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4" y="0"/>
                    </a:moveTo>
                    <a:cubicBezTo>
                      <a:pt x="3" y="0"/>
                      <a:pt x="0" y="3"/>
                      <a:pt x="2" y="6"/>
                    </a:cubicBezTo>
                    <a:cubicBezTo>
                      <a:pt x="4" y="9"/>
                      <a:pt x="8" y="6"/>
                      <a:pt x="12" y="11"/>
                    </a:cubicBezTo>
                    <a:cubicBezTo>
                      <a:pt x="11" y="8"/>
                      <a:pt x="9" y="3"/>
                      <a:pt x="9" y="1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3" name="Freeform 453">
                <a:extLst>
                  <a:ext uri="{FF2B5EF4-FFF2-40B4-BE49-F238E27FC236}">
                    <a16:creationId xmlns:a16="http://schemas.microsoft.com/office/drawing/2014/main" id="{1DED5160-67F5-497F-83B2-ECBC30A2E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3751"/>
                <a:ext cx="37" cy="53"/>
              </a:xfrm>
              <a:custGeom>
                <a:avLst/>
                <a:gdLst>
                  <a:gd name="T0" fmla="*/ 104 w 15"/>
                  <a:gd name="T1" fmla="*/ 192 h 21"/>
                  <a:gd name="T2" fmla="*/ 62 w 15"/>
                  <a:gd name="T3" fmla="*/ 338 h 21"/>
                  <a:gd name="T4" fmla="*/ 212 w 15"/>
                  <a:gd name="T5" fmla="*/ 338 h 21"/>
                  <a:gd name="T6" fmla="*/ 30 w 15"/>
                  <a:gd name="T7" fmla="*/ 275 h 21"/>
                  <a:gd name="T8" fmla="*/ 91 w 15"/>
                  <a:gd name="T9" fmla="*/ 114 h 21"/>
                  <a:gd name="T10" fmla="*/ 12 w 15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1">
                    <a:moveTo>
                      <a:pt x="7" y="12"/>
                    </a:moveTo>
                    <a:cubicBezTo>
                      <a:pt x="6" y="15"/>
                      <a:pt x="4" y="18"/>
                      <a:pt x="4" y="21"/>
                    </a:cubicBezTo>
                    <a:cubicBezTo>
                      <a:pt x="7" y="21"/>
                      <a:pt x="11" y="18"/>
                      <a:pt x="14" y="21"/>
                    </a:cubicBezTo>
                    <a:cubicBezTo>
                      <a:pt x="15" y="15"/>
                      <a:pt x="6" y="16"/>
                      <a:pt x="2" y="17"/>
                    </a:cubicBezTo>
                    <a:cubicBezTo>
                      <a:pt x="5" y="14"/>
                      <a:pt x="7" y="11"/>
                      <a:pt x="6" y="7"/>
                    </a:cubicBezTo>
                    <a:cubicBezTo>
                      <a:pt x="5" y="4"/>
                      <a:pt x="0" y="1"/>
                      <a:pt x="1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4" name="Freeform 454">
                <a:extLst>
                  <a:ext uri="{FF2B5EF4-FFF2-40B4-BE49-F238E27FC236}">
                    <a16:creationId xmlns:a16="http://schemas.microsoft.com/office/drawing/2014/main" id="{D43A84C6-285B-4521-95C7-447413040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731"/>
                <a:ext cx="42" cy="45"/>
              </a:xfrm>
              <a:custGeom>
                <a:avLst/>
                <a:gdLst>
                  <a:gd name="T0" fmla="*/ 183 w 17"/>
                  <a:gd name="T1" fmla="*/ 158 h 18"/>
                  <a:gd name="T2" fmla="*/ 195 w 17"/>
                  <a:gd name="T3" fmla="*/ 283 h 18"/>
                  <a:gd name="T4" fmla="*/ 257 w 17"/>
                  <a:gd name="T5" fmla="*/ 175 h 18"/>
                  <a:gd name="T6" fmla="*/ 30 w 17"/>
                  <a:gd name="T7" fmla="*/ 20 h 18"/>
                  <a:gd name="T8" fmla="*/ 30 w 17"/>
                  <a:gd name="T9" fmla="*/ 3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2" y="10"/>
                    </a:moveTo>
                    <a:cubicBezTo>
                      <a:pt x="12" y="12"/>
                      <a:pt x="12" y="16"/>
                      <a:pt x="13" y="18"/>
                    </a:cubicBezTo>
                    <a:cubicBezTo>
                      <a:pt x="13" y="15"/>
                      <a:pt x="13" y="9"/>
                      <a:pt x="17" y="11"/>
                    </a:cubicBezTo>
                    <a:cubicBezTo>
                      <a:pt x="10" y="12"/>
                      <a:pt x="9" y="4"/>
                      <a:pt x="2" y="1"/>
                    </a:cubicBezTo>
                    <a:cubicBezTo>
                      <a:pt x="0" y="0"/>
                      <a:pt x="2" y="1"/>
                      <a:pt x="2" y="2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5" name="Freeform 455">
                <a:extLst>
                  <a:ext uri="{FF2B5EF4-FFF2-40B4-BE49-F238E27FC236}">
                    <a16:creationId xmlns:a16="http://schemas.microsoft.com/office/drawing/2014/main" id="{73911230-F764-422B-8C4F-BCF60A6D3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3796"/>
                <a:ext cx="33" cy="43"/>
              </a:xfrm>
              <a:custGeom>
                <a:avLst/>
                <a:gdLst>
                  <a:gd name="T0" fmla="*/ 96 w 13"/>
                  <a:gd name="T1" fmla="*/ 0 h 17"/>
                  <a:gd name="T2" fmla="*/ 63 w 13"/>
                  <a:gd name="T3" fmla="*/ 63 h 17"/>
                  <a:gd name="T4" fmla="*/ 160 w 13"/>
                  <a:gd name="T5" fmla="*/ 210 h 17"/>
                  <a:gd name="T6" fmla="*/ 213 w 13"/>
                  <a:gd name="T7" fmla="*/ 159 h 17"/>
                  <a:gd name="T8" fmla="*/ 0 w 13"/>
                  <a:gd name="T9" fmla="*/ 276 h 17"/>
                  <a:gd name="T10" fmla="*/ 33 w 13"/>
                  <a:gd name="T11" fmla="*/ 225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7">
                    <a:moveTo>
                      <a:pt x="6" y="0"/>
                    </a:moveTo>
                    <a:cubicBezTo>
                      <a:pt x="4" y="1"/>
                      <a:pt x="3" y="2"/>
                      <a:pt x="4" y="4"/>
                    </a:cubicBezTo>
                    <a:cubicBezTo>
                      <a:pt x="12" y="3"/>
                      <a:pt x="9" y="8"/>
                      <a:pt x="10" y="13"/>
                    </a:cubicBezTo>
                    <a:cubicBezTo>
                      <a:pt x="11" y="12"/>
                      <a:pt x="12" y="11"/>
                      <a:pt x="13" y="10"/>
                    </a:cubicBezTo>
                    <a:cubicBezTo>
                      <a:pt x="9" y="12"/>
                      <a:pt x="4" y="16"/>
                      <a:pt x="0" y="17"/>
                    </a:cubicBezTo>
                    <a:cubicBezTo>
                      <a:pt x="0" y="14"/>
                      <a:pt x="1" y="15"/>
                      <a:pt x="2" y="14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6" name="Freeform 456">
                <a:extLst>
                  <a:ext uri="{FF2B5EF4-FFF2-40B4-BE49-F238E27FC236}">
                    <a16:creationId xmlns:a16="http://schemas.microsoft.com/office/drawing/2014/main" id="{61541BDB-DD90-4367-9412-8FB2F55E0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3816"/>
                <a:ext cx="35" cy="33"/>
              </a:xfrm>
              <a:custGeom>
                <a:avLst/>
                <a:gdLst>
                  <a:gd name="T0" fmla="*/ 83 w 14"/>
                  <a:gd name="T1" fmla="*/ 63 h 13"/>
                  <a:gd name="T2" fmla="*/ 63 w 14"/>
                  <a:gd name="T3" fmla="*/ 213 h 13"/>
                  <a:gd name="T4" fmla="*/ 220 w 14"/>
                  <a:gd name="T5" fmla="*/ 129 h 13"/>
                  <a:gd name="T6" fmla="*/ 50 w 14"/>
                  <a:gd name="T7" fmla="*/ 96 h 13"/>
                  <a:gd name="T8" fmla="*/ 0 w 14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4"/>
                    </a:moveTo>
                    <a:cubicBezTo>
                      <a:pt x="5" y="7"/>
                      <a:pt x="5" y="10"/>
                      <a:pt x="4" y="13"/>
                    </a:cubicBezTo>
                    <a:cubicBezTo>
                      <a:pt x="7" y="11"/>
                      <a:pt x="10" y="5"/>
                      <a:pt x="14" y="8"/>
                    </a:cubicBezTo>
                    <a:cubicBezTo>
                      <a:pt x="11" y="6"/>
                      <a:pt x="5" y="0"/>
                      <a:pt x="3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7" name="Freeform 457">
                <a:extLst>
                  <a:ext uri="{FF2B5EF4-FFF2-40B4-BE49-F238E27FC236}">
                    <a16:creationId xmlns:a16="http://schemas.microsoft.com/office/drawing/2014/main" id="{31E1EAE6-EB00-4792-8D4C-EF9824C8D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796"/>
                <a:ext cx="17" cy="23"/>
              </a:xfrm>
              <a:custGeom>
                <a:avLst/>
                <a:gdLst>
                  <a:gd name="T0" fmla="*/ 12 w 7"/>
                  <a:gd name="T1" fmla="*/ 0 h 9"/>
                  <a:gd name="T2" fmla="*/ 100 w 7"/>
                  <a:gd name="T3" fmla="*/ 66 h 9"/>
                  <a:gd name="T4" fmla="*/ 100 w 7"/>
                  <a:gd name="T5" fmla="*/ 9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1" y="0"/>
                    </a:moveTo>
                    <a:cubicBezTo>
                      <a:pt x="0" y="4"/>
                      <a:pt x="2" y="9"/>
                      <a:pt x="7" y="4"/>
                    </a:cubicBezTo>
                    <a:cubicBezTo>
                      <a:pt x="7" y="5"/>
                      <a:pt x="7" y="7"/>
                      <a:pt x="7" y="6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8" name="Freeform 458">
                <a:extLst>
                  <a:ext uri="{FF2B5EF4-FFF2-40B4-BE49-F238E27FC236}">
                    <a16:creationId xmlns:a16="http://schemas.microsoft.com/office/drawing/2014/main" id="{53CA4C1E-43F9-4B73-9AB5-06FCF73E9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3791"/>
                <a:ext cx="10" cy="25"/>
              </a:xfrm>
              <a:custGeom>
                <a:avLst/>
                <a:gdLst>
                  <a:gd name="T0" fmla="*/ 0 w 4"/>
                  <a:gd name="T1" fmla="*/ 0 h 10"/>
                  <a:gd name="T2" fmla="*/ 20 w 4"/>
                  <a:gd name="T3" fmla="*/ 113 h 10"/>
                  <a:gd name="T4" fmla="*/ 63 w 4"/>
                  <a:gd name="T5" fmla="*/ 95 h 10"/>
                  <a:gd name="T6" fmla="*/ 33 w 4"/>
                  <a:gd name="T7" fmla="*/ 15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3"/>
                      <a:pt x="0" y="5"/>
                      <a:pt x="1" y="7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4" y="8"/>
                      <a:pt x="3" y="9"/>
                      <a:pt x="2" y="1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9" name="Freeform 459">
                <a:extLst>
                  <a:ext uri="{FF2B5EF4-FFF2-40B4-BE49-F238E27FC236}">
                    <a16:creationId xmlns:a16="http://schemas.microsoft.com/office/drawing/2014/main" id="{33A9E688-D22A-4C67-983B-F85D70B94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3751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35 h 3"/>
                  <a:gd name="T4" fmla="*/ 83 w 6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4" y="1"/>
                      <a:pt x="6" y="2"/>
                    </a:cubicBezTo>
                    <a:cubicBezTo>
                      <a:pt x="6" y="2"/>
                      <a:pt x="5" y="2"/>
                      <a:pt x="5" y="3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0" name="Freeform 460">
                <a:extLst>
                  <a:ext uri="{FF2B5EF4-FFF2-40B4-BE49-F238E27FC236}">
                    <a16:creationId xmlns:a16="http://schemas.microsoft.com/office/drawing/2014/main" id="{FE2037B6-BEE3-4076-9955-62A0975FB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751"/>
                <a:ext cx="17" cy="18"/>
              </a:xfrm>
              <a:custGeom>
                <a:avLst/>
                <a:gdLst>
                  <a:gd name="T0" fmla="*/ 100 w 7"/>
                  <a:gd name="T1" fmla="*/ 54 h 7"/>
                  <a:gd name="T2" fmla="*/ 58 w 7"/>
                  <a:gd name="T3" fmla="*/ 118 h 7"/>
                  <a:gd name="T4" fmla="*/ 0 w 7"/>
                  <a:gd name="T5" fmla="*/ 21 h 7"/>
                  <a:gd name="T6" fmla="*/ 12 w 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3"/>
                    </a:moveTo>
                    <a:cubicBezTo>
                      <a:pt x="5" y="4"/>
                      <a:pt x="4" y="6"/>
                      <a:pt x="4" y="7"/>
                    </a:cubicBezTo>
                    <a:cubicBezTo>
                      <a:pt x="6" y="4"/>
                      <a:pt x="2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1" name="Freeform 461">
                <a:extLst>
                  <a:ext uri="{FF2B5EF4-FFF2-40B4-BE49-F238E27FC236}">
                    <a16:creationId xmlns:a16="http://schemas.microsoft.com/office/drawing/2014/main" id="{BDE4C861-2C89-4179-B57A-632EC01FA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3774"/>
                <a:ext cx="28" cy="20"/>
              </a:xfrm>
              <a:custGeom>
                <a:avLst/>
                <a:gdLst>
                  <a:gd name="T0" fmla="*/ 64 w 11"/>
                  <a:gd name="T1" fmla="*/ 0 h 8"/>
                  <a:gd name="T2" fmla="*/ 0 w 11"/>
                  <a:gd name="T3" fmla="*/ 125 h 8"/>
                  <a:gd name="T4" fmla="*/ 181 w 11"/>
                  <a:gd name="T5" fmla="*/ 125 h 8"/>
                  <a:gd name="T6" fmla="*/ 117 w 11"/>
                  <a:gd name="T7" fmla="*/ 8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4" y="0"/>
                    </a:moveTo>
                    <a:cubicBezTo>
                      <a:pt x="2" y="0"/>
                      <a:pt x="0" y="5"/>
                      <a:pt x="0" y="8"/>
                    </a:cubicBezTo>
                    <a:cubicBezTo>
                      <a:pt x="4" y="6"/>
                      <a:pt x="7" y="6"/>
                      <a:pt x="11" y="8"/>
                    </a:cubicBezTo>
                    <a:cubicBezTo>
                      <a:pt x="9" y="8"/>
                      <a:pt x="8" y="6"/>
                      <a:pt x="7" y="5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2" name="Freeform 462">
                <a:extLst>
                  <a:ext uri="{FF2B5EF4-FFF2-40B4-BE49-F238E27FC236}">
                    <a16:creationId xmlns:a16="http://schemas.microsoft.com/office/drawing/2014/main" id="{322FF25F-A9B3-4521-B78C-64BB94FF3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3774"/>
                <a:ext cx="12" cy="20"/>
              </a:xfrm>
              <a:custGeom>
                <a:avLst/>
                <a:gdLst>
                  <a:gd name="T0" fmla="*/ 12 w 5"/>
                  <a:gd name="T1" fmla="*/ 20 h 8"/>
                  <a:gd name="T2" fmla="*/ 0 w 5"/>
                  <a:gd name="T3" fmla="*/ 125 h 8"/>
                  <a:gd name="T4" fmla="*/ 70 w 5"/>
                  <a:gd name="T5" fmla="*/ 95 h 8"/>
                  <a:gd name="T6" fmla="*/ 29 w 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1" y="1"/>
                    </a:moveTo>
                    <a:cubicBezTo>
                      <a:pt x="1" y="4"/>
                      <a:pt x="1" y="6"/>
                      <a:pt x="0" y="8"/>
                    </a:cubicBezTo>
                    <a:cubicBezTo>
                      <a:pt x="2" y="8"/>
                      <a:pt x="3" y="7"/>
                      <a:pt x="5" y="6"/>
                    </a:cubicBezTo>
                    <a:cubicBezTo>
                      <a:pt x="3" y="4"/>
                      <a:pt x="2" y="2"/>
                      <a:pt x="2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3" name="Freeform 463">
                <a:extLst>
                  <a:ext uri="{FF2B5EF4-FFF2-40B4-BE49-F238E27FC236}">
                    <a16:creationId xmlns:a16="http://schemas.microsoft.com/office/drawing/2014/main" id="{F204B244-75CF-4731-ACD1-289234CEF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3806"/>
                <a:ext cx="27" cy="23"/>
              </a:xfrm>
              <a:custGeom>
                <a:avLst/>
                <a:gdLst>
                  <a:gd name="T0" fmla="*/ 29 w 11"/>
                  <a:gd name="T1" fmla="*/ 0 h 9"/>
                  <a:gd name="T2" fmla="*/ 162 w 11"/>
                  <a:gd name="T3" fmla="*/ 13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2" y="0"/>
                    </a:moveTo>
                    <a:cubicBezTo>
                      <a:pt x="0" y="9"/>
                      <a:pt x="7" y="5"/>
                      <a:pt x="11" y="8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4" name="Freeform 464">
                <a:extLst>
                  <a:ext uri="{FF2B5EF4-FFF2-40B4-BE49-F238E27FC236}">
                    <a16:creationId xmlns:a16="http://schemas.microsoft.com/office/drawing/2014/main" id="{E11EC3DA-3B33-481F-915D-F0EE549D6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3349"/>
                <a:ext cx="15" cy="27"/>
              </a:xfrm>
              <a:custGeom>
                <a:avLst/>
                <a:gdLst>
                  <a:gd name="T0" fmla="*/ 95 w 6"/>
                  <a:gd name="T1" fmla="*/ 12 h 11"/>
                  <a:gd name="T2" fmla="*/ 63 w 6"/>
                  <a:gd name="T3" fmla="*/ 0 h 11"/>
                  <a:gd name="T4" fmla="*/ 0 w 6"/>
                  <a:gd name="T5" fmla="*/ 162 h 11"/>
                  <a:gd name="T6" fmla="*/ 95 w 6"/>
                  <a:gd name="T7" fmla="*/ 150 h 11"/>
                  <a:gd name="T8" fmla="*/ 95 w 6"/>
                  <a:gd name="T9" fmla="*/ 150 h 11"/>
                  <a:gd name="T10" fmla="*/ 83 w 6"/>
                  <a:gd name="T11" fmla="*/ 4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6" y="1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3" y="3"/>
                      <a:pt x="1" y="7"/>
                      <a:pt x="0" y="11"/>
                    </a:cubicBezTo>
                    <a:cubicBezTo>
                      <a:pt x="1" y="10"/>
                      <a:pt x="4" y="9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3" y="8"/>
                      <a:pt x="1" y="5"/>
                      <a:pt x="5" y="3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5" name="Freeform 465">
                <a:extLst>
                  <a:ext uri="{FF2B5EF4-FFF2-40B4-BE49-F238E27FC236}">
                    <a16:creationId xmlns:a16="http://schemas.microsoft.com/office/drawing/2014/main" id="{1329AA9C-CBCA-4EEA-B359-E3726AC3A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3384"/>
                <a:ext cx="40" cy="45"/>
              </a:xfrm>
              <a:custGeom>
                <a:avLst/>
                <a:gdLst>
                  <a:gd name="T0" fmla="*/ 158 w 16"/>
                  <a:gd name="T1" fmla="*/ 63 h 18"/>
                  <a:gd name="T2" fmla="*/ 50 w 16"/>
                  <a:gd name="T3" fmla="*/ 270 h 18"/>
                  <a:gd name="T4" fmla="*/ 250 w 16"/>
                  <a:gd name="T5" fmla="*/ 283 h 18"/>
                  <a:gd name="T6" fmla="*/ 125 w 16"/>
                  <a:gd name="T7" fmla="*/ 208 h 18"/>
                  <a:gd name="T8" fmla="*/ 158 w 16"/>
                  <a:gd name="T9" fmla="*/ 188 h 18"/>
                  <a:gd name="T10" fmla="*/ 188 w 16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10" y="4"/>
                    </a:moveTo>
                    <a:cubicBezTo>
                      <a:pt x="8" y="7"/>
                      <a:pt x="0" y="14"/>
                      <a:pt x="3" y="17"/>
                    </a:cubicBezTo>
                    <a:cubicBezTo>
                      <a:pt x="7" y="14"/>
                      <a:pt x="13" y="13"/>
                      <a:pt x="16" y="18"/>
                    </a:cubicBezTo>
                    <a:cubicBezTo>
                      <a:pt x="13" y="17"/>
                      <a:pt x="11" y="15"/>
                      <a:pt x="8" y="13"/>
                    </a:cubicBezTo>
                    <a:cubicBezTo>
                      <a:pt x="9" y="13"/>
                      <a:pt x="9" y="12"/>
                      <a:pt x="10" y="12"/>
                    </a:cubicBezTo>
                    <a:cubicBezTo>
                      <a:pt x="3" y="12"/>
                      <a:pt x="9" y="3"/>
                      <a:pt x="12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6" name="Freeform 466">
                <a:extLst>
                  <a:ext uri="{FF2B5EF4-FFF2-40B4-BE49-F238E27FC236}">
                    <a16:creationId xmlns:a16="http://schemas.microsoft.com/office/drawing/2014/main" id="{696986FB-3F46-4E7A-BCE9-31DBA6C17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394"/>
                <a:ext cx="37" cy="80"/>
              </a:xfrm>
              <a:custGeom>
                <a:avLst/>
                <a:gdLst>
                  <a:gd name="T0" fmla="*/ 91 w 15"/>
                  <a:gd name="T1" fmla="*/ 425 h 32"/>
                  <a:gd name="T2" fmla="*/ 224 w 15"/>
                  <a:gd name="T3" fmla="*/ 488 h 32"/>
                  <a:gd name="T4" fmla="*/ 104 w 15"/>
                  <a:gd name="T5" fmla="*/ 270 h 32"/>
                  <a:gd name="T6" fmla="*/ 165 w 15"/>
                  <a:gd name="T7" fmla="*/ 0 h 32"/>
                  <a:gd name="T8" fmla="*/ 133 w 15"/>
                  <a:gd name="T9" fmla="*/ 30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2">
                    <a:moveTo>
                      <a:pt x="6" y="27"/>
                    </a:moveTo>
                    <a:cubicBezTo>
                      <a:pt x="0" y="32"/>
                      <a:pt x="13" y="31"/>
                      <a:pt x="15" y="31"/>
                    </a:cubicBezTo>
                    <a:cubicBezTo>
                      <a:pt x="12" y="26"/>
                      <a:pt x="6" y="24"/>
                      <a:pt x="7" y="17"/>
                    </a:cubicBezTo>
                    <a:cubicBezTo>
                      <a:pt x="7" y="11"/>
                      <a:pt x="12" y="7"/>
                      <a:pt x="11" y="0"/>
                    </a:cubicBezTo>
                    <a:cubicBezTo>
                      <a:pt x="8" y="5"/>
                      <a:pt x="9" y="13"/>
                      <a:pt x="9" y="19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7" name="Freeform 467">
                <a:extLst>
                  <a:ext uri="{FF2B5EF4-FFF2-40B4-BE49-F238E27FC236}">
                    <a16:creationId xmlns:a16="http://schemas.microsoft.com/office/drawing/2014/main" id="{00A2DDC3-C7F5-43B6-AF4C-CFCAFF5AF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3494"/>
                <a:ext cx="23" cy="37"/>
              </a:xfrm>
              <a:custGeom>
                <a:avLst/>
                <a:gdLst>
                  <a:gd name="T0" fmla="*/ 97 w 9"/>
                  <a:gd name="T1" fmla="*/ 104 h 15"/>
                  <a:gd name="T2" fmla="*/ 20 w 9"/>
                  <a:gd name="T3" fmla="*/ 165 h 15"/>
                  <a:gd name="T4" fmla="*/ 151 w 9"/>
                  <a:gd name="T5" fmla="*/ 224 h 15"/>
                  <a:gd name="T6" fmla="*/ 130 w 9"/>
                  <a:gd name="T7" fmla="*/ 224 h 15"/>
                  <a:gd name="T8" fmla="*/ 97 w 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6" y="7"/>
                    </a:moveTo>
                    <a:cubicBezTo>
                      <a:pt x="4" y="5"/>
                      <a:pt x="0" y="8"/>
                      <a:pt x="1" y="11"/>
                    </a:cubicBezTo>
                    <a:cubicBezTo>
                      <a:pt x="2" y="13"/>
                      <a:pt x="8" y="12"/>
                      <a:pt x="9" y="15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7" y="11"/>
                      <a:pt x="6" y="5"/>
                      <a:pt x="6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8" name="Freeform 468">
                <a:extLst>
                  <a:ext uri="{FF2B5EF4-FFF2-40B4-BE49-F238E27FC236}">
                    <a16:creationId xmlns:a16="http://schemas.microsoft.com/office/drawing/2014/main" id="{986CAF48-774B-42BA-B5C9-A6CCFC1E6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3499"/>
                <a:ext cx="30" cy="25"/>
              </a:xfrm>
              <a:custGeom>
                <a:avLst/>
                <a:gdLst>
                  <a:gd name="T0" fmla="*/ 145 w 12"/>
                  <a:gd name="T1" fmla="*/ 0 h 10"/>
                  <a:gd name="T2" fmla="*/ 50 w 12"/>
                  <a:gd name="T3" fmla="*/ 145 h 10"/>
                  <a:gd name="T4" fmla="*/ 188 w 12"/>
                  <a:gd name="T5" fmla="*/ 145 h 10"/>
                  <a:gd name="T6" fmla="*/ 83 w 12"/>
                  <a:gd name="T7" fmla="*/ 33 h 10"/>
                  <a:gd name="T8" fmla="*/ 113 w 12"/>
                  <a:gd name="T9" fmla="*/ 2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9" y="0"/>
                    </a:moveTo>
                    <a:cubicBezTo>
                      <a:pt x="6" y="1"/>
                      <a:pt x="0" y="6"/>
                      <a:pt x="3" y="9"/>
                    </a:cubicBezTo>
                    <a:cubicBezTo>
                      <a:pt x="4" y="10"/>
                      <a:pt x="10" y="9"/>
                      <a:pt x="12" y="9"/>
                    </a:cubicBezTo>
                    <a:cubicBezTo>
                      <a:pt x="9" y="7"/>
                      <a:pt x="6" y="5"/>
                      <a:pt x="5" y="2"/>
                    </a:cubicBezTo>
                    <a:cubicBezTo>
                      <a:pt x="6" y="1"/>
                      <a:pt x="6" y="1"/>
                      <a:pt x="7" y="1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9" name="Freeform 469">
                <a:extLst>
                  <a:ext uri="{FF2B5EF4-FFF2-40B4-BE49-F238E27FC236}">
                    <a16:creationId xmlns:a16="http://schemas.microsoft.com/office/drawing/2014/main" id="{8B13C9EA-CA29-4FFF-97BF-E2AD7CEA0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3546"/>
                <a:ext cx="17" cy="20"/>
              </a:xfrm>
              <a:custGeom>
                <a:avLst/>
                <a:gdLst>
                  <a:gd name="T0" fmla="*/ 58 w 7"/>
                  <a:gd name="T1" fmla="*/ 0 h 8"/>
                  <a:gd name="T2" fmla="*/ 0 w 7"/>
                  <a:gd name="T3" fmla="*/ 113 h 8"/>
                  <a:gd name="T4" fmla="*/ 100 w 7"/>
                  <a:gd name="T5" fmla="*/ 95 h 8"/>
                  <a:gd name="T6" fmla="*/ 87 w 7"/>
                  <a:gd name="T7" fmla="*/ 9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3" y="0"/>
                      <a:pt x="0" y="5"/>
                      <a:pt x="0" y="7"/>
                    </a:cubicBezTo>
                    <a:cubicBezTo>
                      <a:pt x="3" y="8"/>
                      <a:pt x="5" y="7"/>
                      <a:pt x="7" y="6"/>
                    </a:cubicBezTo>
                    <a:cubicBezTo>
                      <a:pt x="7" y="6"/>
                      <a:pt x="6" y="6"/>
                      <a:pt x="6" y="6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0" name="Freeform 470">
                <a:extLst>
                  <a:ext uri="{FF2B5EF4-FFF2-40B4-BE49-F238E27FC236}">
                    <a16:creationId xmlns:a16="http://schemas.microsoft.com/office/drawing/2014/main" id="{0E596DFE-A05F-4424-8576-3D5E8C28C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481"/>
                <a:ext cx="10" cy="10"/>
              </a:xfrm>
              <a:custGeom>
                <a:avLst/>
                <a:gdLst>
                  <a:gd name="T0" fmla="*/ 63 w 4"/>
                  <a:gd name="T1" fmla="*/ 0 h 4"/>
                  <a:gd name="T2" fmla="*/ 63 w 4"/>
                  <a:gd name="T3" fmla="*/ 63 h 4"/>
                  <a:gd name="T4" fmla="*/ 0 w 4"/>
                  <a:gd name="T5" fmla="*/ 20 h 4"/>
                  <a:gd name="T6" fmla="*/ 50 w 4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3" y="3"/>
                      <a:pt x="4" y="4"/>
                    </a:cubicBezTo>
                    <a:cubicBezTo>
                      <a:pt x="3" y="3"/>
                      <a:pt x="1" y="2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1" name="Freeform 471">
                <a:extLst>
                  <a:ext uri="{FF2B5EF4-FFF2-40B4-BE49-F238E27FC236}">
                    <a16:creationId xmlns:a16="http://schemas.microsoft.com/office/drawing/2014/main" id="{2EDCB9DC-6572-43CD-A1F0-2667CDBFE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439"/>
                <a:ext cx="28" cy="35"/>
              </a:xfrm>
              <a:custGeom>
                <a:avLst/>
                <a:gdLst>
                  <a:gd name="T0" fmla="*/ 130 w 11"/>
                  <a:gd name="T1" fmla="*/ 0 h 14"/>
                  <a:gd name="T2" fmla="*/ 0 w 11"/>
                  <a:gd name="T3" fmla="*/ 158 h 14"/>
                  <a:gd name="T4" fmla="*/ 117 w 11"/>
                  <a:gd name="T5" fmla="*/ 220 h 14"/>
                  <a:gd name="T6" fmla="*/ 51 w 11"/>
                  <a:gd name="T7" fmla="*/ 145 h 14"/>
                  <a:gd name="T8" fmla="*/ 181 w 11"/>
                  <a:gd name="T9" fmla="*/ 220 h 14"/>
                  <a:gd name="T10" fmla="*/ 181 w 11"/>
                  <a:gd name="T11" fmla="*/ 2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8" y="0"/>
                    </a:moveTo>
                    <a:cubicBezTo>
                      <a:pt x="5" y="2"/>
                      <a:pt x="1" y="7"/>
                      <a:pt x="0" y="10"/>
                    </a:cubicBezTo>
                    <a:cubicBezTo>
                      <a:pt x="3" y="11"/>
                      <a:pt x="5" y="12"/>
                      <a:pt x="7" y="14"/>
                    </a:cubicBezTo>
                    <a:cubicBezTo>
                      <a:pt x="5" y="13"/>
                      <a:pt x="4" y="11"/>
                      <a:pt x="3" y="9"/>
                    </a:cubicBezTo>
                    <a:cubicBezTo>
                      <a:pt x="6" y="9"/>
                      <a:pt x="8" y="12"/>
                      <a:pt x="11" y="14"/>
                    </a:cubicBezTo>
                    <a:cubicBezTo>
                      <a:pt x="9" y="10"/>
                      <a:pt x="7" y="5"/>
                      <a:pt x="11" y="1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2" name="Freeform 472">
                <a:extLst>
                  <a:ext uri="{FF2B5EF4-FFF2-40B4-BE49-F238E27FC236}">
                    <a16:creationId xmlns:a16="http://schemas.microsoft.com/office/drawing/2014/main" id="{0347CC93-DC9B-4D7A-9AE6-89D356DEE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551"/>
                <a:ext cx="22" cy="40"/>
              </a:xfrm>
              <a:custGeom>
                <a:avLst/>
                <a:gdLst>
                  <a:gd name="T0" fmla="*/ 59 w 9"/>
                  <a:gd name="T1" fmla="*/ 125 h 16"/>
                  <a:gd name="T2" fmla="*/ 59 w 9"/>
                  <a:gd name="T3" fmla="*/ 83 h 16"/>
                  <a:gd name="T4" fmla="*/ 103 w 9"/>
                  <a:gd name="T5" fmla="*/ 250 h 16"/>
                  <a:gd name="T6" fmla="*/ 71 w 9"/>
                  <a:gd name="T7" fmla="*/ 250 h 16"/>
                  <a:gd name="T8" fmla="*/ 120 w 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4" y="8"/>
                    </a:moveTo>
                    <a:cubicBezTo>
                      <a:pt x="4" y="7"/>
                      <a:pt x="4" y="6"/>
                      <a:pt x="4" y="5"/>
                    </a:cubicBezTo>
                    <a:cubicBezTo>
                      <a:pt x="0" y="10"/>
                      <a:pt x="3" y="13"/>
                      <a:pt x="7" y="16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5" y="11"/>
                      <a:pt x="9" y="4"/>
                      <a:pt x="8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3" name="Freeform 473">
                <a:extLst>
                  <a:ext uri="{FF2B5EF4-FFF2-40B4-BE49-F238E27FC236}">
                    <a16:creationId xmlns:a16="http://schemas.microsoft.com/office/drawing/2014/main" id="{1F5B4AEB-153C-4700-A5D3-336635BFC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3614"/>
                <a:ext cx="33" cy="32"/>
              </a:xfrm>
              <a:custGeom>
                <a:avLst/>
                <a:gdLst>
                  <a:gd name="T0" fmla="*/ 117 w 13"/>
                  <a:gd name="T1" fmla="*/ 12 h 13"/>
                  <a:gd name="T2" fmla="*/ 117 w 13"/>
                  <a:gd name="T3" fmla="*/ 0 h 13"/>
                  <a:gd name="T4" fmla="*/ 0 w 13"/>
                  <a:gd name="T5" fmla="*/ 133 h 13"/>
                  <a:gd name="T6" fmla="*/ 117 w 13"/>
                  <a:gd name="T7" fmla="*/ 133 h 13"/>
                  <a:gd name="T8" fmla="*/ 213 w 13"/>
                  <a:gd name="T9" fmla="*/ 194 h 13"/>
                  <a:gd name="T10" fmla="*/ 117 w 13"/>
                  <a:gd name="T11" fmla="*/ 62 h 13"/>
                  <a:gd name="T12" fmla="*/ 160 w 13"/>
                  <a:gd name="T13" fmla="*/ 3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7" y="1"/>
                    </a:moveTo>
                    <a:cubicBezTo>
                      <a:pt x="8" y="1"/>
                      <a:pt x="7" y="0"/>
                      <a:pt x="7" y="0"/>
                    </a:cubicBezTo>
                    <a:cubicBezTo>
                      <a:pt x="5" y="3"/>
                      <a:pt x="3" y="6"/>
                      <a:pt x="0" y="9"/>
                    </a:cubicBezTo>
                    <a:cubicBezTo>
                      <a:pt x="3" y="10"/>
                      <a:pt x="5" y="9"/>
                      <a:pt x="7" y="9"/>
                    </a:cubicBezTo>
                    <a:cubicBezTo>
                      <a:pt x="9" y="10"/>
                      <a:pt x="11" y="12"/>
                      <a:pt x="13" y="13"/>
                    </a:cubicBezTo>
                    <a:cubicBezTo>
                      <a:pt x="11" y="10"/>
                      <a:pt x="9" y="7"/>
                      <a:pt x="7" y="4"/>
                    </a:cubicBezTo>
                    <a:cubicBezTo>
                      <a:pt x="8" y="4"/>
                      <a:pt x="9" y="3"/>
                      <a:pt x="10" y="2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4" name="Freeform 474">
                <a:extLst>
                  <a:ext uri="{FF2B5EF4-FFF2-40B4-BE49-F238E27FC236}">
                    <a16:creationId xmlns:a16="http://schemas.microsoft.com/office/drawing/2014/main" id="{E7A3934A-278E-4615-8F30-48F701712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3606"/>
                <a:ext cx="23" cy="25"/>
              </a:xfrm>
              <a:custGeom>
                <a:avLst/>
                <a:gdLst>
                  <a:gd name="T0" fmla="*/ 84 w 9"/>
                  <a:gd name="T1" fmla="*/ 0 h 10"/>
                  <a:gd name="T2" fmla="*/ 33 w 9"/>
                  <a:gd name="T3" fmla="*/ 145 h 10"/>
                  <a:gd name="T4" fmla="*/ 151 w 9"/>
                  <a:gd name="T5" fmla="*/ 125 h 10"/>
                  <a:gd name="T6" fmla="*/ 84 w 9"/>
                  <a:gd name="T7" fmla="*/ 8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cubicBezTo>
                      <a:pt x="4" y="1"/>
                      <a:pt x="0" y="7"/>
                      <a:pt x="2" y="9"/>
                    </a:cubicBezTo>
                    <a:cubicBezTo>
                      <a:pt x="3" y="10"/>
                      <a:pt x="8" y="7"/>
                      <a:pt x="9" y="8"/>
                    </a:cubicBezTo>
                    <a:cubicBezTo>
                      <a:pt x="7" y="8"/>
                      <a:pt x="6" y="7"/>
                      <a:pt x="5" y="5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5" name="Freeform 475">
                <a:extLst>
                  <a:ext uri="{FF2B5EF4-FFF2-40B4-BE49-F238E27FC236}">
                    <a16:creationId xmlns:a16="http://schemas.microsoft.com/office/drawing/2014/main" id="{08BC8AB9-8066-46C8-810B-AC1725ACD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3551"/>
                <a:ext cx="22" cy="45"/>
              </a:xfrm>
              <a:custGeom>
                <a:avLst/>
                <a:gdLst>
                  <a:gd name="T0" fmla="*/ 90 w 9"/>
                  <a:gd name="T1" fmla="*/ 125 h 18"/>
                  <a:gd name="T2" fmla="*/ 132 w 9"/>
                  <a:gd name="T3" fmla="*/ 220 h 18"/>
                  <a:gd name="T4" fmla="*/ 71 w 9"/>
                  <a:gd name="T5" fmla="*/ 0 h 18"/>
                  <a:gd name="T6" fmla="*/ 71 w 9"/>
                  <a:gd name="T7" fmla="*/ 2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6" y="8"/>
                    </a:moveTo>
                    <a:cubicBezTo>
                      <a:pt x="4" y="12"/>
                      <a:pt x="3" y="18"/>
                      <a:pt x="9" y="14"/>
                    </a:cubicBezTo>
                    <a:cubicBezTo>
                      <a:pt x="8" y="15"/>
                      <a:pt x="0" y="4"/>
                      <a:pt x="5" y="0"/>
                    </a:cubicBezTo>
                    <a:cubicBezTo>
                      <a:pt x="5" y="0"/>
                      <a:pt x="4" y="1"/>
                      <a:pt x="5" y="1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6" name="Freeform 476">
                <a:extLst>
                  <a:ext uri="{FF2B5EF4-FFF2-40B4-BE49-F238E27FC236}">
                    <a16:creationId xmlns:a16="http://schemas.microsoft.com/office/drawing/2014/main" id="{E3AA11DB-5996-4154-8D0E-5AC522464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649"/>
                <a:ext cx="35" cy="60"/>
              </a:xfrm>
              <a:custGeom>
                <a:avLst/>
                <a:gdLst>
                  <a:gd name="T0" fmla="*/ 220 w 14"/>
                  <a:gd name="T1" fmla="*/ 0 h 24"/>
                  <a:gd name="T2" fmla="*/ 113 w 14"/>
                  <a:gd name="T3" fmla="*/ 313 h 24"/>
                  <a:gd name="T4" fmla="*/ 50 w 14"/>
                  <a:gd name="T5" fmla="*/ 250 h 24"/>
                  <a:gd name="T6" fmla="*/ 158 w 14"/>
                  <a:gd name="T7" fmla="*/ 375 h 24"/>
                  <a:gd name="T8" fmla="*/ 0 w 14"/>
                  <a:gd name="T9" fmla="*/ 158 h 24"/>
                  <a:gd name="T10" fmla="*/ 33 w 14"/>
                  <a:gd name="T11" fmla="*/ 18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cubicBezTo>
                      <a:pt x="8" y="5"/>
                      <a:pt x="8" y="13"/>
                      <a:pt x="7" y="20"/>
                    </a:cubicBezTo>
                    <a:cubicBezTo>
                      <a:pt x="6" y="18"/>
                      <a:pt x="5" y="17"/>
                      <a:pt x="3" y="16"/>
                    </a:cubicBezTo>
                    <a:cubicBezTo>
                      <a:pt x="5" y="19"/>
                      <a:pt x="9" y="21"/>
                      <a:pt x="10" y="24"/>
                    </a:cubicBezTo>
                    <a:cubicBezTo>
                      <a:pt x="5" y="24"/>
                      <a:pt x="1" y="14"/>
                      <a:pt x="0" y="10"/>
                    </a:cubicBezTo>
                    <a:cubicBezTo>
                      <a:pt x="1" y="11"/>
                      <a:pt x="1" y="11"/>
                      <a:pt x="2" y="12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7" name="Freeform 477">
                <a:extLst>
                  <a:ext uri="{FF2B5EF4-FFF2-40B4-BE49-F238E27FC236}">
                    <a16:creationId xmlns:a16="http://schemas.microsoft.com/office/drawing/2014/main" id="{99A77B70-BCE8-4C27-BB67-0C516D3D7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3729"/>
                <a:ext cx="40" cy="25"/>
              </a:xfrm>
              <a:custGeom>
                <a:avLst/>
                <a:gdLst>
                  <a:gd name="T0" fmla="*/ 250 w 16"/>
                  <a:gd name="T1" fmla="*/ 63 h 10"/>
                  <a:gd name="T2" fmla="*/ 250 w 16"/>
                  <a:gd name="T3" fmla="*/ 0 h 10"/>
                  <a:gd name="T4" fmla="*/ 220 w 16"/>
                  <a:gd name="T5" fmla="*/ 113 h 10"/>
                  <a:gd name="T6" fmla="*/ 145 w 16"/>
                  <a:gd name="T7" fmla="*/ 20 h 10"/>
                  <a:gd name="T8" fmla="*/ 145 w 16"/>
                  <a:gd name="T9" fmla="*/ 113 h 10"/>
                  <a:gd name="T10" fmla="*/ 0 w 16"/>
                  <a:gd name="T11" fmla="*/ 15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0">
                    <a:moveTo>
                      <a:pt x="16" y="4"/>
                    </a:moveTo>
                    <a:cubicBezTo>
                      <a:pt x="16" y="2"/>
                      <a:pt x="16" y="1"/>
                      <a:pt x="16" y="0"/>
                    </a:cubicBezTo>
                    <a:cubicBezTo>
                      <a:pt x="16" y="2"/>
                      <a:pt x="16" y="5"/>
                      <a:pt x="14" y="7"/>
                    </a:cubicBezTo>
                    <a:cubicBezTo>
                      <a:pt x="13" y="5"/>
                      <a:pt x="11" y="3"/>
                      <a:pt x="9" y="1"/>
                    </a:cubicBezTo>
                    <a:cubicBezTo>
                      <a:pt x="8" y="3"/>
                      <a:pt x="9" y="5"/>
                      <a:pt x="9" y="7"/>
                    </a:cubicBezTo>
                    <a:cubicBezTo>
                      <a:pt x="5" y="5"/>
                      <a:pt x="1" y="5"/>
                      <a:pt x="0" y="1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8" name="Freeform 478">
                <a:extLst>
                  <a:ext uri="{FF2B5EF4-FFF2-40B4-BE49-F238E27FC236}">
                    <a16:creationId xmlns:a16="http://schemas.microsoft.com/office/drawing/2014/main" id="{4E7AD95C-8DBB-4E58-A9C9-CB64109EB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3759"/>
                <a:ext cx="32" cy="40"/>
              </a:xfrm>
              <a:custGeom>
                <a:avLst/>
                <a:gdLst>
                  <a:gd name="T0" fmla="*/ 30 w 13"/>
                  <a:gd name="T1" fmla="*/ 175 h 16"/>
                  <a:gd name="T2" fmla="*/ 0 w 13"/>
                  <a:gd name="T3" fmla="*/ 158 h 16"/>
                  <a:gd name="T4" fmla="*/ 74 w 13"/>
                  <a:gd name="T5" fmla="*/ 250 h 16"/>
                  <a:gd name="T6" fmla="*/ 42 w 13"/>
                  <a:gd name="T7" fmla="*/ 0 h 16"/>
                  <a:gd name="T8" fmla="*/ 91 w 13"/>
                  <a:gd name="T9" fmla="*/ 125 h 16"/>
                  <a:gd name="T10" fmla="*/ 194 w 13"/>
                  <a:gd name="T11" fmla="*/ 158 h 16"/>
                  <a:gd name="T12" fmla="*/ 153 w 13"/>
                  <a:gd name="T13" fmla="*/ 188 h 16"/>
                  <a:gd name="T14" fmla="*/ 133 w 13"/>
                  <a:gd name="T15" fmla="*/ 12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2" y="11"/>
                    </a:moveTo>
                    <a:cubicBezTo>
                      <a:pt x="2" y="11"/>
                      <a:pt x="2" y="10"/>
                      <a:pt x="0" y="10"/>
                    </a:cubicBezTo>
                    <a:cubicBezTo>
                      <a:pt x="1" y="13"/>
                      <a:pt x="2" y="15"/>
                      <a:pt x="5" y="16"/>
                    </a:cubicBezTo>
                    <a:cubicBezTo>
                      <a:pt x="3" y="12"/>
                      <a:pt x="0" y="5"/>
                      <a:pt x="3" y="0"/>
                    </a:cubicBezTo>
                    <a:cubicBezTo>
                      <a:pt x="5" y="2"/>
                      <a:pt x="4" y="5"/>
                      <a:pt x="6" y="8"/>
                    </a:cubicBezTo>
                    <a:cubicBezTo>
                      <a:pt x="8" y="9"/>
                      <a:pt x="11" y="9"/>
                      <a:pt x="13" y="10"/>
                    </a:cubicBezTo>
                    <a:cubicBezTo>
                      <a:pt x="12" y="11"/>
                      <a:pt x="11" y="11"/>
                      <a:pt x="10" y="12"/>
                    </a:cubicBezTo>
                    <a:cubicBezTo>
                      <a:pt x="9" y="11"/>
                      <a:pt x="9" y="9"/>
                      <a:pt x="9" y="8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9" name="Freeform 479">
                <a:extLst>
                  <a:ext uri="{FF2B5EF4-FFF2-40B4-BE49-F238E27FC236}">
                    <a16:creationId xmlns:a16="http://schemas.microsoft.com/office/drawing/2014/main" id="{40DB57C3-8A30-42FB-9E68-3FD98DA40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3741"/>
                <a:ext cx="23" cy="23"/>
              </a:xfrm>
              <a:custGeom>
                <a:avLst/>
                <a:gdLst>
                  <a:gd name="T0" fmla="*/ 20 w 9"/>
                  <a:gd name="T1" fmla="*/ 66 h 9"/>
                  <a:gd name="T2" fmla="*/ 51 w 9"/>
                  <a:gd name="T3" fmla="*/ 151 h 9"/>
                  <a:gd name="T4" fmla="*/ 151 w 9"/>
                  <a:gd name="T5" fmla="*/ 118 h 9"/>
                  <a:gd name="T6" fmla="*/ 84 w 9"/>
                  <a:gd name="T7" fmla="*/ 0 h 9"/>
                  <a:gd name="T8" fmla="*/ 84 w 9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1" y="4"/>
                    </a:moveTo>
                    <a:cubicBezTo>
                      <a:pt x="0" y="6"/>
                      <a:pt x="1" y="8"/>
                      <a:pt x="3" y="9"/>
                    </a:cubicBezTo>
                    <a:cubicBezTo>
                      <a:pt x="1" y="4"/>
                      <a:pt x="7" y="7"/>
                      <a:pt x="9" y="7"/>
                    </a:cubicBezTo>
                    <a:cubicBezTo>
                      <a:pt x="7" y="6"/>
                      <a:pt x="6" y="2"/>
                      <a:pt x="5" y="0"/>
                    </a:cubicBezTo>
                    <a:cubicBezTo>
                      <a:pt x="5" y="1"/>
                      <a:pt x="5" y="1"/>
                      <a:pt x="5" y="2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0" name="Freeform 480">
                <a:extLst>
                  <a:ext uri="{FF2B5EF4-FFF2-40B4-BE49-F238E27FC236}">
                    <a16:creationId xmlns:a16="http://schemas.microsoft.com/office/drawing/2014/main" id="{2A5C2B78-0886-4D38-A88D-EC9AB0576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724"/>
                <a:ext cx="30" cy="22"/>
              </a:xfrm>
              <a:custGeom>
                <a:avLst/>
                <a:gdLst>
                  <a:gd name="T0" fmla="*/ 125 w 12"/>
                  <a:gd name="T1" fmla="*/ 0 h 9"/>
                  <a:gd name="T2" fmla="*/ 83 w 12"/>
                  <a:gd name="T3" fmla="*/ 103 h 9"/>
                  <a:gd name="T4" fmla="*/ 20 w 12"/>
                  <a:gd name="T5" fmla="*/ 71 h 9"/>
                  <a:gd name="T6" fmla="*/ 175 w 12"/>
                  <a:gd name="T7" fmla="*/ 132 h 9"/>
                  <a:gd name="T8" fmla="*/ 158 w 12"/>
                  <a:gd name="T9" fmla="*/ 29 h 9"/>
                  <a:gd name="T10" fmla="*/ 175 w 12"/>
                  <a:gd name="T11" fmla="*/ 71 h 9"/>
                  <a:gd name="T12" fmla="*/ 188 w 12"/>
                  <a:gd name="T13" fmla="*/ 5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8" y="0"/>
                    </a:moveTo>
                    <a:cubicBezTo>
                      <a:pt x="7" y="2"/>
                      <a:pt x="6" y="5"/>
                      <a:pt x="5" y="7"/>
                    </a:cubicBezTo>
                    <a:cubicBezTo>
                      <a:pt x="3" y="8"/>
                      <a:pt x="0" y="8"/>
                      <a:pt x="1" y="5"/>
                    </a:cubicBezTo>
                    <a:cubicBezTo>
                      <a:pt x="5" y="6"/>
                      <a:pt x="7" y="9"/>
                      <a:pt x="11" y="9"/>
                    </a:cubicBezTo>
                    <a:cubicBezTo>
                      <a:pt x="11" y="7"/>
                      <a:pt x="10" y="5"/>
                      <a:pt x="10" y="2"/>
                    </a:cubicBezTo>
                    <a:cubicBezTo>
                      <a:pt x="10" y="3"/>
                      <a:pt x="11" y="4"/>
                      <a:pt x="11" y="5"/>
                    </a:cubicBezTo>
                    <a:cubicBezTo>
                      <a:pt x="11" y="4"/>
                      <a:pt x="12" y="4"/>
                      <a:pt x="12" y="4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1" name="Freeform 481">
                <a:extLst>
                  <a:ext uri="{FF2B5EF4-FFF2-40B4-BE49-F238E27FC236}">
                    <a16:creationId xmlns:a16="http://schemas.microsoft.com/office/drawing/2014/main" id="{E731F77C-2115-4C32-93C9-1F5B26133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669"/>
                <a:ext cx="22" cy="32"/>
              </a:xfrm>
              <a:custGeom>
                <a:avLst/>
                <a:gdLst>
                  <a:gd name="T0" fmla="*/ 42 w 9"/>
                  <a:gd name="T1" fmla="*/ 103 h 13"/>
                  <a:gd name="T2" fmla="*/ 132 w 9"/>
                  <a:gd name="T3" fmla="*/ 194 h 13"/>
                  <a:gd name="T4" fmla="*/ 42 w 9"/>
                  <a:gd name="T5" fmla="*/ 0 h 13"/>
                  <a:gd name="T6" fmla="*/ 0 w 9"/>
                  <a:gd name="T7" fmla="*/ 30 h 13"/>
                  <a:gd name="T8" fmla="*/ 0 w 9"/>
                  <a:gd name="T9" fmla="*/ 4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7"/>
                    </a:moveTo>
                    <a:cubicBezTo>
                      <a:pt x="2" y="10"/>
                      <a:pt x="7" y="12"/>
                      <a:pt x="9" y="13"/>
                    </a:cubicBezTo>
                    <a:cubicBezTo>
                      <a:pt x="6" y="11"/>
                      <a:pt x="1" y="4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2" name="Freeform 482">
                <a:extLst>
                  <a:ext uri="{FF2B5EF4-FFF2-40B4-BE49-F238E27FC236}">
                    <a16:creationId xmlns:a16="http://schemas.microsoft.com/office/drawing/2014/main" id="{6657339A-55C6-4DBA-B415-5775B171A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669"/>
                <a:ext cx="18" cy="12"/>
              </a:xfrm>
              <a:custGeom>
                <a:avLst/>
                <a:gdLst>
                  <a:gd name="T0" fmla="*/ 54 w 7"/>
                  <a:gd name="T1" fmla="*/ 0 h 5"/>
                  <a:gd name="T2" fmla="*/ 0 w 7"/>
                  <a:gd name="T3" fmla="*/ 58 h 5"/>
                  <a:gd name="T4" fmla="*/ 118 w 7"/>
                  <a:gd name="T5" fmla="*/ 70 h 5"/>
                  <a:gd name="T6" fmla="*/ 67 w 7"/>
                  <a:gd name="T7" fmla="*/ 1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2" y="1"/>
                      <a:pt x="0" y="3"/>
                      <a:pt x="0" y="4"/>
                    </a:cubicBezTo>
                    <a:cubicBezTo>
                      <a:pt x="2" y="5"/>
                      <a:pt x="5" y="5"/>
                      <a:pt x="7" y="5"/>
                    </a:cubicBezTo>
                    <a:cubicBezTo>
                      <a:pt x="5" y="5"/>
                      <a:pt x="2" y="4"/>
                      <a:pt x="4" y="1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3" name="Freeform 483">
                <a:extLst>
                  <a:ext uri="{FF2B5EF4-FFF2-40B4-BE49-F238E27FC236}">
                    <a16:creationId xmlns:a16="http://schemas.microsoft.com/office/drawing/2014/main" id="{9339BAB6-DC76-441C-9D59-317D3548D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609"/>
                <a:ext cx="10" cy="17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58 h 7"/>
                  <a:gd name="T4" fmla="*/ 63 w 4"/>
                  <a:gd name="T5" fmla="*/ 100 h 7"/>
                  <a:gd name="T6" fmla="*/ 33 w 4"/>
                  <a:gd name="T7" fmla="*/ 8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2" y="5"/>
                      <a:pt x="3" y="6"/>
                      <a:pt x="4" y="7"/>
                    </a:cubicBezTo>
                    <a:cubicBezTo>
                      <a:pt x="4" y="7"/>
                      <a:pt x="3" y="7"/>
                      <a:pt x="2" y="6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4" name="Freeform 484">
                <a:extLst>
                  <a:ext uri="{FF2B5EF4-FFF2-40B4-BE49-F238E27FC236}">
                    <a16:creationId xmlns:a16="http://schemas.microsoft.com/office/drawing/2014/main" id="{C8970729-21BD-4382-AE34-FDDC22978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649"/>
                <a:ext cx="18" cy="17"/>
              </a:xfrm>
              <a:custGeom>
                <a:avLst/>
                <a:gdLst>
                  <a:gd name="T0" fmla="*/ 54 w 7"/>
                  <a:gd name="T1" fmla="*/ 29 h 7"/>
                  <a:gd name="T2" fmla="*/ 67 w 7"/>
                  <a:gd name="T3" fmla="*/ 87 h 7"/>
                  <a:gd name="T4" fmla="*/ 54 w 7"/>
                  <a:gd name="T5" fmla="*/ 1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2"/>
                    </a:moveTo>
                    <a:cubicBezTo>
                      <a:pt x="0" y="3"/>
                      <a:pt x="0" y="7"/>
                      <a:pt x="4" y="6"/>
                    </a:cubicBezTo>
                    <a:cubicBezTo>
                      <a:pt x="7" y="4"/>
                      <a:pt x="6" y="0"/>
                      <a:pt x="3" y="1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5" name="Freeform 485">
                <a:extLst>
                  <a:ext uri="{FF2B5EF4-FFF2-40B4-BE49-F238E27FC236}">
                    <a16:creationId xmlns:a16="http://schemas.microsoft.com/office/drawing/2014/main" id="{EBA023BE-F94D-48F6-86B2-E79B14CEC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604"/>
                <a:ext cx="22" cy="20"/>
              </a:xfrm>
              <a:custGeom>
                <a:avLst/>
                <a:gdLst>
                  <a:gd name="T0" fmla="*/ 103 w 9"/>
                  <a:gd name="T1" fmla="*/ 0 h 8"/>
                  <a:gd name="T2" fmla="*/ 71 w 9"/>
                  <a:gd name="T3" fmla="*/ 95 h 8"/>
                  <a:gd name="T4" fmla="*/ 0 w 9"/>
                  <a:gd name="T5" fmla="*/ 95 h 8"/>
                  <a:gd name="T6" fmla="*/ 132 w 9"/>
                  <a:gd name="T7" fmla="*/ 125 h 8"/>
                  <a:gd name="T8" fmla="*/ 132 w 9"/>
                  <a:gd name="T9" fmla="*/ 3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5" y="1"/>
                      <a:pt x="6" y="4"/>
                      <a:pt x="5" y="6"/>
                    </a:cubicBezTo>
                    <a:cubicBezTo>
                      <a:pt x="4" y="6"/>
                      <a:pt x="2" y="6"/>
                      <a:pt x="0" y="6"/>
                    </a:cubicBezTo>
                    <a:cubicBezTo>
                      <a:pt x="2" y="8"/>
                      <a:pt x="6" y="8"/>
                      <a:pt x="9" y="8"/>
                    </a:cubicBezTo>
                    <a:cubicBezTo>
                      <a:pt x="7" y="6"/>
                      <a:pt x="6" y="3"/>
                      <a:pt x="9" y="2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6" name="Freeform 486">
                <a:extLst>
                  <a:ext uri="{FF2B5EF4-FFF2-40B4-BE49-F238E27FC236}">
                    <a16:creationId xmlns:a16="http://schemas.microsoft.com/office/drawing/2014/main" id="{C500C493-B60A-41C6-9BEB-2036F20C2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436"/>
                <a:ext cx="12" cy="28"/>
              </a:xfrm>
              <a:custGeom>
                <a:avLst/>
                <a:gdLst>
                  <a:gd name="T0" fmla="*/ 29 w 5"/>
                  <a:gd name="T1" fmla="*/ 0 h 11"/>
                  <a:gd name="T2" fmla="*/ 0 w 5"/>
                  <a:gd name="T3" fmla="*/ 150 h 11"/>
                  <a:gd name="T4" fmla="*/ 70 w 5"/>
                  <a:gd name="T5" fmla="*/ 181 h 11"/>
                  <a:gd name="T6" fmla="*/ 41 w 5"/>
                  <a:gd name="T7" fmla="*/ 9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2" y="0"/>
                    </a:moveTo>
                    <a:cubicBezTo>
                      <a:pt x="3" y="3"/>
                      <a:pt x="0" y="6"/>
                      <a:pt x="0" y="9"/>
                    </a:cubicBezTo>
                    <a:cubicBezTo>
                      <a:pt x="2" y="10"/>
                      <a:pt x="4" y="8"/>
                      <a:pt x="5" y="11"/>
                    </a:cubicBezTo>
                    <a:cubicBezTo>
                      <a:pt x="2" y="11"/>
                      <a:pt x="1" y="8"/>
                      <a:pt x="3" y="6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7" name="Freeform 487">
                <a:extLst>
                  <a:ext uri="{FF2B5EF4-FFF2-40B4-BE49-F238E27FC236}">
                    <a16:creationId xmlns:a16="http://schemas.microsoft.com/office/drawing/2014/main" id="{044D3344-3237-42AE-8B3C-37618A231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341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0 w 7"/>
                  <a:gd name="T3" fmla="*/ 118 h 7"/>
                  <a:gd name="T4" fmla="*/ 100 w 7"/>
                  <a:gd name="T5" fmla="*/ 100 h 7"/>
                  <a:gd name="T6" fmla="*/ 12 w 7"/>
                  <a:gd name="T7" fmla="*/ 0 h 7"/>
                  <a:gd name="T8" fmla="*/ 41 w 7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1" y="3"/>
                      <a:pt x="0" y="5"/>
                      <a:pt x="0" y="7"/>
                    </a:cubicBezTo>
                    <a:cubicBezTo>
                      <a:pt x="3" y="7"/>
                      <a:pt x="5" y="3"/>
                      <a:pt x="7" y="6"/>
                    </a:cubicBezTo>
                    <a:cubicBezTo>
                      <a:pt x="4" y="4"/>
                      <a:pt x="1" y="3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8" name="Freeform 488">
                <a:extLst>
                  <a:ext uri="{FF2B5EF4-FFF2-40B4-BE49-F238E27FC236}">
                    <a16:creationId xmlns:a16="http://schemas.microsoft.com/office/drawing/2014/main" id="{B31B6EB2-EB98-47D1-94BC-71A5FDB1D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371"/>
                <a:ext cx="12" cy="13"/>
              </a:xfrm>
              <a:custGeom>
                <a:avLst/>
                <a:gdLst>
                  <a:gd name="T0" fmla="*/ 0 w 5"/>
                  <a:gd name="T1" fmla="*/ 34 h 5"/>
                  <a:gd name="T2" fmla="*/ 0 w 5"/>
                  <a:gd name="T3" fmla="*/ 68 h 5"/>
                  <a:gd name="T4" fmla="*/ 70 w 5"/>
                  <a:gd name="T5" fmla="*/ 88 h 5"/>
                  <a:gd name="T6" fmla="*/ 0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0" y="4"/>
                      <a:pt x="0" y="4"/>
                    </a:cubicBezTo>
                    <a:cubicBezTo>
                      <a:pt x="1" y="5"/>
                      <a:pt x="3" y="5"/>
                      <a:pt x="5" y="5"/>
                    </a:cubicBez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9" name="Freeform 489">
                <a:extLst>
                  <a:ext uri="{FF2B5EF4-FFF2-40B4-BE49-F238E27FC236}">
                    <a16:creationId xmlns:a16="http://schemas.microsoft.com/office/drawing/2014/main" id="{0318F97B-476F-4281-854D-DC0DDB23F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316"/>
                <a:ext cx="18" cy="45"/>
              </a:xfrm>
              <a:custGeom>
                <a:avLst/>
                <a:gdLst>
                  <a:gd name="T0" fmla="*/ 0 w 7"/>
                  <a:gd name="T1" fmla="*/ 63 h 18"/>
                  <a:gd name="T2" fmla="*/ 100 w 7"/>
                  <a:gd name="T3" fmla="*/ 83 h 18"/>
                  <a:gd name="T4" fmla="*/ 100 w 7"/>
                  <a:gd name="T5" fmla="*/ 283 h 18"/>
                  <a:gd name="T6" fmla="*/ 54 w 7"/>
                  <a:gd name="T7" fmla="*/ 83 h 18"/>
                  <a:gd name="T8" fmla="*/ 33 w 7"/>
                  <a:gd name="T9" fmla="*/ 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8">
                    <a:moveTo>
                      <a:pt x="0" y="4"/>
                    </a:moveTo>
                    <a:cubicBezTo>
                      <a:pt x="2" y="3"/>
                      <a:pt x="4" y="0"/>
                      <a:pt x="6" y="5"/>
                    </a:cubicBezTo>
                    <a:cubicBezTo>
                      <a:pt x="7" y="9"/>
                      <a:pt x="6" y="14"/>
                      <a:pt x="6" y="18"/>
                    </a:cubicBezTo>
                    <a:cubicBezTo>
                      <a:pt x="3" y="14"/>
                      <a:pt x="3" y="10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0" name="Freeform 490">
                <a:extLst>
                  <a:ext uri="{FF2B5EF4-FFF2-40B4-BE49-F238E27FC236}">
                    <a16:creationId xmlns:a16="http://schemas.microsoft.com/office/drawing/2014/main" id="{726E6205-452B-4CD4-B95D-01CB90437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3381"/>
                <a:ext cx="15" cy="25"/>
              </a:xfrm>
              <a:custGeom>
                <a:avLst/>
                <a:gdLst>
                  <a:gd name="T0" fmla="*/ 83 w 6"/>
                  <a:gd name="T1" fmla="*/ 0 h 10"/>
                  <a:gd name="T2" fmla="*/ 0 w 6"/>
                  <a:gd name="T3" fmla="*/ 95 h 10"/>
                  <a:gd name="T4" fmla="*/ 95 w 6"/>
                  <a:gd name="T5" fmla="*/ 158 h 10"/>
                  <a:gd name="T6" fmla="*/ 63 w 6"/>
                  <a:gd name="T7" fmla="*/ 3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cubicBezTo>
                      <a:pt x="4" y="2"/>
                      <a:pt x="1" y="3"/>
                      <a:pt x="0" y="6"/>
                    </a:cubicBezTo>
                    <a:cubicBezTo>
                      <a:pt x="3" y="6"/>
                      <a:pt x="6" y="7"/>
                      <a:pt x="6" y="10"/>
                    </a:cubicBezTo>
                    <a:cubicBezTo>
                      <a:pt x="5" y="9"/>
                      <a:pt x="3" y="4"/>
                      <a:pt x="4" y="2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1" name="Freeform 491">
                <a:extLst>
                  <a:ext uri="{FF2B5EF4-FFF2-40B4-BE49-F238E27FC236}">
                    <a16:creationId xmlns:a16="http://schemas.microsoft.com/office/drawing/2014/main" id="{2AED8F6C-C4FA-4F05-829F-EEBF898AA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3416"/>
                <a:ext cx="13" cy="18"/>
              </a:xfrm>
              <a:custGeom>
                <a:avLst/>
                <a:gdLst>
                  <a:gd name="T0" fmla="*/ 88 w 5"/>
                  <a:gd name="T1" fmla="*/ 0 h 7"/>
                  <a:gd name="T2" fmla="*/ 88 w 5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2"/>
                      <a:pt x="0" y="6"/>
                      <a:pt x="5" y="7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2" name="Freeform 492">
                <a:extLst>
                  <a:ext uri="{FF2B5EF4-FFF2-40B4-BE49-F238E27FC236}">
                    <a16:creationId xmlns:a16="http://schemas.microsoft.com/office/drawing/2014/main" id="{7D51331D-E7DA-4478-80C6-57444687F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3754"/>
                <a:ext cx="23" cy="20"/>
              </a:xfrm>
              <a:custGeom>
                <a:avLst/>
                <a:gdLst>
                  <a:gd name="T0" fmla="*/ 0 w 9"/>
                  <a:gd name="T1" fmla="*/ 125 h 8"/>
                  <a:gd name="T2" fmla="*/ 118 w 9"/>
                  <a:gd name="T3" fmla="*/ 0 h 8"/>
                  <a:gd name="T4" fmla="*/ 151 w 9"/>
                  <a:gd name="T5" fmla="*/ 95 h 8"/>
                  <a:gd name="T6" fmla="*/ 66 w 9"/>
                  <a:gd name="T7" fmla="*/ 63 h 8"/>
                  <a:gd name="T8" fmla="*/ 84 w 9"/>
                  <a:gd name="T9" fmla="*/ 5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0" y="7"/>
                      <a:pt x="5" y="1"/>
                      <a:pt x="7" y="0"/>
                    </a:cubicBezTo>
                    <a:cubicBezTo>
                      <a:pt x="7" y="2"/>
                      <a:pt x="8" y="4"/>
                      <a:pt x="9" y="6"/>
                    </a:cubicBezTo>
                    <a:cubicBezTo>
                      <a:pt x="8" y="5"/>
                      <a:pt x="6" y="4"/>
                      <a:pt x="4" y="4"/>
                    </a:cubicBezTo>
                    <a:cubicBezTo>
                      <a:pt x="5" y="4"/>
                      <a:pt x="5" y="3"/>
                      <a:pt x="5" y="3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3" name="Freeform 493">
                <a:extLst>
                  <a:ext uri="{FF2B5EF4-FFF2-40B4-BE49-F238E27FC236}">
                    <a16:creationId xmlns:a16="http://schemas.microsoft.com/office/drawing/2014/main" id="{0C6B2997-E4F3-4362-B108-0BBD42A5A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804"/>
                <a:ext cx="42" cy="30"/>
              </a:xfrm>
              <a:custGeom>
                <a:avLst/>
                <a:gdLst>
                  <a:gd name="T0" fmla="*/ 42 w 17"/>
                  <a:gd name="T1" fmla="*/ 0 h 12"/>
                  <a:gd name="T2" fmla="*/ 30 w 17"/>
                  <a:gd name="T3" fmla="*/ 158 h 12"/>
                  <a:gd name="T4" fmla="*/ 133 w 17"/>
                  <a:gd name="T5" fmla="*/ 145 h 12"/>
                  <a:gd name="T6" fmla="*/ 257 w 17"/>
                  <a:gd name="T7" fmla="*/ 188 h 12"/>
                  <a:gd name="T8" fmla="*/ 245 w 17"/>
                  <a:gd name="T9" fmla="*/ 33 h 12"/>
                  <a:gd name="T10" fmla="*/ 195 w 17"/>
                  <a:gd name="T11" fmla="*/ 125 h 12"/>
                  <a:gd name="T12" fmla="*/ 183 w 17"/>
                  <a:gd name="T13" fmla="*/ 63 h 12"/>
                  <a:gd name="T14" fmla="*/ 121 w 17"/>
                  <a:gd name="T15" fmla="*/ 9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2">
                    <a:moveTo>
                      <a:pt x="3" y="0"/>
                    </a:moveTo>
                    <a:cubicBezTo>
                      <a:pt x="0" y="1"/>
                      <a:pt x="1" y="7"/>
                      <a:pt x="2" y="10"/>
                    </a:cubicBezTo>
                    <a:cubicBezTo>
                      <a:pt x="4" y="10"/>
                      <a:pt x="6" y="8"/>
                      <a:pt x="9" y="9"/>
                    </a:cubicBezTo>
                    <a:cubicBezTo>
                      <a:pt x="12" y="9"/>
                      <a:pt x="14" y="12"/>
                      <a:pt x="17" y="12"/>
                    </a:cubicBezTo>
                    <a:cubicBezTo>
                      <a:pt x="15" y="9"/>
                      <a:pt x="15" y="6"/>
                      <a:pt x="16" y="2"/>
                    </a:cubicBezTo>
                    <a:cubicBezTo>
                      <a:pt x="15" y="4"/>
                      <a:pt x="15" y="7"/>
                      <a:pt x="13" y="8"/>
                    </a:cubicBezTo>
                    <a:cubicBezTo>
                      <a:pt x="13" y="7"/>
                      <a:pt x="12" y="5"/>
                      <a:pt x="12" y="4"/>
                    </a:cubicBezTo>
                    <a:cubicBezTo>
                      <a:pt x="10" y="4"/>
                      <a:pt x="9" y="5"/>
                      <a:pt x="8" y="6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4" name="Freeform 494">
                <a:extLst>
                  <a:ext uri="{FF2B5EF4-FFF2-40B4-BE49-F238E27FC236}">
                    <a16:creationId xmlns:a16="http://schemas.microsoft.com/office/drawing/2014/main" id="{D721DAEB-229E-4DDE-828B-439B177B2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3816"/>
                <a:ext cx="23" cy="20"/>
              </a:xfrm>
              <a:custGeom>
                <a:avLst/>
                <a:gdLst>
                  <a:gd name="T0" fmla="*/ 0 w 9"/>
                  <a:gd name="T1" fmla="*/ 50 h 8"/>
                  <a:gd name="T2" fmla="*/ 0 w 9"/>
                  <a:gd name="T3" fmla="*/ 125 h 8"/>
                  <a:gd name="T4" fmla="*/ 151 w 9"/>
                  <a:gd name="T5" fmla="*/ 83 h 8"/>
                  <a:gd name="T6" fmla="*/ 51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3"/>
                    </a:moveTo>
                    <a:cubicBezTo>
                      <a:pt x="0" y="3"/>
                      <a:pt x="0" y="7"/>
                      <a:pt x="0" y="8"/>
                    </a:cubicBezTo>
                    <a:cubicBezTo>
                      <a:pt x="4" y="8"/>
                      <a:pt x="5" y="2"/>
                      <a:pt x="9" y="5"/>
                    </a:cubicBezTo>
                    <a:cubicBezTo>
                      <a:pt x="6" y="3"/>
                      <a:pt x="4" y="2"/>
                      <a:pt x="3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5" name="Freeform 495">
                <a:extLst>
                  <a:ext uri="{FF2B5EF4-FFF2-40B4-BE49-F238E27FC236}">
                    <a16:creationId xmlns:a16="http://schemas.microsoft.com/office/drawing/2014/main" id="{E5A761C1-932F-41FC-AEAC-03A75A291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761"/>
                <a:ext cx="15" cy="18"/>
              </a:xfrm>
              <a:custGeom>
                <a:avLst/>
                <a:gdLst>
                  <a:gd name="T0" fmla="*/ 50 w 6"/>
                  <a:gd name="T1" fmla="*/ 118 h 7"/>
                  <a:gd name="T2" fmla="*/ 20 w 6"/>
                  <a:gd name="T3" fmla="*/ 0 h 7"/>
                  <a:gd name="T4" fmla="*/ 95 w 6"/>
                  <a:gd name="T5" fmla="*/ 100 h 7"/>
                  <a:gd name="T6" fmla="*/ 0 w 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7"/>
                    </a:moveTo>
                    <a:cubicBezTo>
                      <a:pt x="1" y="6"/>
                      <a:pt x="2" y="2"/>
                      <a:pt x="1" y="0"/>
                    </a:cubicBezTo>
                    <a:cubicBezTo>
                      <a:pt x="3" y="1"/>
                      <a:pt x="6" y="3"/>
                      <a:pt x="6" y="6"/>
                    </a:cubicBezTo>
                    <a:cubicBezTo>
                      <a:pt x="3" y="6"/>
                      <a:pt x="1" y="2"/>
                      <a:pt x="0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6" name="Freeform 496">
                <a:extLst>
                  <a:ext uri="{FF2B5EF4-FFF2-40B4-BE49-F238E27FC236}">
                    <a16:creationId xmlns:a16="http://schemas.microsoft.com/office/drawing/2014/main" id="{098FD6BB-E549-41C6-B219-39E373162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3721"/>
                <a:ext cx="25" cy="35"/>
              </a:xfrm>
              <a:custGeom>
                <a:avLst/>
                <a:gdLst>
                  <a:gd name="T0" fmla="*/ 63 w 10"/>
                  <a:gd name="T1" fmla="*/ 145 h 14"/>
                  <a:gd name="T2" fmla="*/ 50 w 10"/>
                  <a:gd name="T3" fmla="*/ 145 h 14"/>
                  <a:gd name="T4" fmla="*/ 20 w 10"/>
                  <a:gd name="T5" fmla="*/ 33 h 14"/>
                  <a:gd name="T6" fmla="*/ 125 w 10"/>
                  <a:gd name="T7" fmla="*/ 33 h 14"/>
                  <a:gd name="T8" fmla="*/ 158 w 10"/>
                  <a:gd name="T9" fmla="*/ 175 h 14"/>
                  <a:gd name="T10" fmla="*/ 83 w 10"/>
                  <a:gd name="T11" fmla="*/ 6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4">
                    <a:moveTo>
                      <a:pt x="4" y="9"/>
                    </a:moveTo>
                    <a:cubicBezTo>
                      <a:pt x="4" y="9"/>
                      <a:pt x="3" y="10"/>
                      <a:pt x="3" y="9"/>
                    </a:cubicBezTo>
                    <a:cubicBezTo>
                      <a:pt x="3" y="7"/>
                      <a:pt x="0" y="4"/>
                      <a:pt x="1" y="2"/>
                    </a:cubicBezTo>
                    <a:cubicBezTo>
                      <a:pt x="3" y="0"/>
                      <a:pt x="7" y="1"/>
                      <a:pt x="8" y="2"/>
                    </a:cubicBezTo>
                    <a:cubicBezTo>
                      <a:pt x="7" y="5"/>
                      <a:pt x="7" y="8"/>
                      <a:pt x="10" y="11"/>
                    </a:cubicBezTo>
                    <a:cubicBezTo>
                      <a:pt x="5" y="14"/>
                      <a:pt x="5" y="7"/>
                      <a:pt x="5" y="4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7" name="Freeform 497">
                <a:extLst>
                  <a:ext uri="{FF2B5EF4-FFF2-40B4-BE49-F238E27FC236}">
                    <a16:creationId xmlns:a16="http://schemas.microsoft.com/office/drawing/2014/main" id="{117A9008-E967-44F1-9A37-6C7E1DE05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714"/>
                <a:ext cx="25" cy="22"/>
              </a:xfrm>
              <a:custGeom>
                <a:avLst/>
                <a:gdLst>
                  <a:gd name="T0" fmla="*/ 63 w 10"/>
                  <a:gd name="T1" fmla="*/ 0 h 9"/>
                  <a:gd name="T2" fmla="*/ 0 w 10"/>
                  <a:gd name="T3" fmla="*/ 132 h 9"/>
                  <a:gd name="T4" fmla="*/ 158 w 10"/>
                  <a:gd name="T5" fmla="*/ 90 h 9"/>
                  <a:gd name="T6" fmla="*/ 63 w 10"/>
                  <a:gd name="T7" fmla="*/ 59 h 9"/>
                  <a:gd name="T8" fmla="*/ 83 w 10"/>
                  <a:gd name="T9" fmla="*/ 4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4" y="0"/>
                    </a:moveTo>
                    <a:cubicBezTo>
                      <a:pt x="3" y="0"/>
                      <a:pt x="0" y="6"/>
                      <a:pt x="0" y="9"/>
                    </a:cubicBezTo>
                    <a:cubicBezTo>
                      <a:pt x="4" y="8"/>
                      <a:pt x="6" y="4"/>
                      <a:pt x="10" y="6"/>
                    </a:cubicBezTo>
                    <a:cubicBezTo>
                      <a:pt x="8" y="5"/>
                      <a:pt x="6" y="4"/>
                      <a:pt x="4" y="4"/>
                    </a:cubicBezTo>
                    <a:cubicBezTo>
                      <a:pt x="4" y="3"/>
                      <a:pt x="5" y="3"/>
                      <a:pt x="5" y="3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8" name="Freeform 498">
                <a:extLst>
                  <a:ext uri="{FF2B5EF4-FFF2-40B4-BE49-F238E27FC236}">
                    <a16:creationId xmlns:a16="http://schemas.microsoft.com/office/drawing/2014/main" id="{5A7345B3-89A4-490A-9C12-5F2AA8295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679"/>
                <a:ext cx="28" cy="32"/>
              </a:xfrm>
              <a:custGeom>
                <a:avLst/>
                <a:gdLst>
                  <a:gd name="T0" fmla="*/ 64 w 11"/>
                  <a:gd name="T1" fmla="*/ 0 h 13"/>
                  <a:gd name="T2" fmla="*/ 0 w 11"/>
                  <a:gd name="T3" fmla="*/ 103 h 13"/>
                  <a:gd name="T4" fmla="*/ 181 w 11"/>
                  <a:gd name="T5" fmla="*/ 194 h 13"/>
                  <a:gd name="T6" fmla="*/ 84 w 11"/>
                  <a:gd name="T7" fmla="*/ 91 h 13"/>
                  <a:gd name="T8" fmla="*/ 84 w 11"/>
                  <a:gd name="T9" fmla="*/ 91 h 13"/>
                  <a:gd name="T10" fmla="*/ 117 w 11"/>
                  <a:gd name="T11" fmla="*/ 7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3">
                    <a:moveTo>
                      <a:pt x="4" y="0"/>
                    </a:moveTo>
                    <a:cubicBezTo>
                      <a:pt x="3" y="2"/>
                      <a:pt x="1" y="4"/>
                      <a:pt x="0" y="7"/>
                    </a:cubicBezTo>
                    <a:cubicBezTo>
                      <a:pt x="6" y="6"/>
                      <a:pt x="7" y="9"/>
                      <a:pt x="11" y="13"/>
                    </a:cubicBezTo>
                    <a:cubicBezTo>
                      <a:pt x="10" y="10"/>
                      <a:pt x="8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7" y="5"/>
                      <a:pt x="7" y="5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9" name="Freeform 499">
                <a:extLst>
                  <a:ext uri="{FF2B5EF4-FFF2-40B4-BE49-F238E27FC236}">
                    <a16:creationId xmlns:a16="http://schemas.microsoft.com/office/drawing/2014/main" id="{6AAF472D-BF45-4B2F-8024-E8EA0833A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724"/>
                <a:ext cx="17" cy="12"/>
              </a:xfrm>
              <a:custGeom>
                <a:avLst/>
                <a:gdLst>
                  <a:gd name="T0" fmla="*/ 87 w 7"/>
                  <a:gd name="T1" fmla="*/ 0 h 5"/>
                  <a:gd name="T2" fmla="*/ 0 w 7"/>
                  <a:gd name="T3" fmla="*/ 70 h 5"/>
                  <a:gd name="T4" fmla="*/ 100 w 7"/>
                  <a:gd name="T5" fmla="*/ 58 h 5"/>
                  <a:gd name="T6" fmla="*/ 87 w 7"/>
                  <a:gd name="T7" fmla="*/ 1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4" y="0"/>
                      <a:pt x="1" y="3"/>
                      <a:pt x="0" y="5"/>
                    </a:cubicBezTo>
                    <a:cubicBezTo>
                      <a:pt x="2" y="5"/>
                      <a:pt x="4" y="4"/>
                      <a:pt x="7" y="4"/>
                    </a:cubicBezTo>
                    <a:cubicBezTo>
                      <a:pt x="6" y="3"/>
                      <a:pt x="6" y="2"/>
                      <a:pt x="6" y="1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0" name="Freeform 500">
                <a:extLst>
                  <a:ext uri="{FF2B5EF4-FFF2-40B4-BE49-F238E27FC236}">
                    <a16:creationId xmlns:a16="http://schemas.microsoft.com/office/drawing/2014/main" id="{84334382-3826-4517-8857-04920EA90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781"/>
                <a:ext cx="30" cy="23"/>
              </a:xfrm>
              <a:custGeom>
                <a:avLst/>
                <a:gdLst>
                  <a:gd name="T0" fmla="*/ 175 w 12"/>
                  <a:gd name="T1" fmla="*/ 0 h 9"/>
                  <a:gd name="T2" fmla="*/ 175 w 12"/>
                  <a:gd name="T3" fmla="*/ 0 h 9"/>
                  <a:gd name="T4" fmla="*/ 0 w 12"/>
                  <a:gd name="T5" fmla="*/ 51 h 9"/>
                  <a:gd name="T6" fmla="*/ 125 w 12"/>
                  <a:gd name="T7" fmla="*/ 151 h 9"/>
                  <a:gd name="T8" fmla="*/ 145 w 12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1" y="0"/>
                    </a:moveTo>
                    <a:cubicBezTo>
                      <a:pt x="11" y="0"/>
                      <a:pt x="12" y="0"/>
                      <a:pt x="11" y="0"/>
                    </a:cubicBezTo>
                    <a:cubicBezTo>
                      <a:pt x="8" y="0"/>
                      <a:pt x="4" y="2"/>
                      <a:pt x="0" y="3"/>
                    </a:cubicBezTo>
                    <a:cubicBezTo>
                      <a:pt x="4" y="4"/>
                      <a:pt x="5" y="7"/>
                      <a:pt x="8" y="9"/>
                    </a:cubicBezTo>
                    <a:cubicBezTo>
                      <a:pt x="8" y="6"/>
                      <a:pt x="6" y="0"/>
                      <a:pt x="9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1" name="Freeform 501">
                <a:extLst>
                  <a:ext uri="{FF2B5EF4-FFF2-40B4-BE49-F238E27FC236}">
                    <a16:creationId xmlns:a16="http://schemas.microsoft.com/office/drawing/2014/main" id="{0E7680B9-0928-4C63-A090-A7F735C7B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3804"/>
                <a:ext cx="13" cy="22"/>
              </a:xfrm>
              <a:custGeom>
                <a:avLst/>
                <a:gdLst>
                  <a:gd name="T0" fmla="*/ 68 w 5"/>
                  <a:gd name="T1" fmla="*/ 0 h 9"/>
                  <a:gd name="T2" fmla="*/ 0 w 5"/>
                  <a:gd name="T3" fmla="*/ 132 h 9"/>
                  <a:gd name="T4" fmla="*/ 88 w 5"/>
                  <a:gd name="T5" fmla="*/ 4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4" y="0"/>
                    </a:moveTo>
                    <a:cubicBezTo>
                      <a:pt x="2" y="3"/>
                      <a:pt x="1" y="6"/>
                      <a:pt x="0" y="9"/>
                    </a:cubicBezTo>
                    <a:cubicBezTo>
                      <a:pt x="3" y="9"/>
                      <a:pt x="4" y="5"/>
                      <a:pt x="5" y="3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2" name="Freeform 502">
                <a:extLst>
                  <a:ext uri="{FF2B5EF4-FFF2-40B4-BE49-F238E27FC236}">
                    <a16:creationId xmlns:a16="http://schemas.microsoft.com/office/drawing/2014/main" id="{81A495FB-F6FB-4019-ABF4-F17E283A4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764"/>
                <a:ext cx="17" cy="20"/>
              </a:xfrm>
              <a:custGeom>
                <a:avLst/>
                <a:gdLst>
                  <a:gd name="T0" fmla="*/ 12 w 7"/>
                  <a:gd name="T1" fmla="*/ 50 h 8"/>
                  <a:gd name="T2" fmla="*/ 70 w 7"/>
                  <a:gd name="T3" fmla="*/ 95 h 8"/>
                  <a:gd name="T4" fmla="*/ 70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0" y="6"/>
                      <a:pt x="3" y="8"/>
                      <a:pt x="5" y="6"/>
                    </a:cubicBezTo>
                    <a:cubicBezTo>
                      <a:pt x="7" y="4"/>
                      <a:pt x="4" y="2"/>
                      <a:pt x="5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3" name="Freeform 503">
                <a:extLst>
                  <a:ext uri="{FF2B5EF4-FFF2-40B4-BE49-F238E27FC236}">
                    <a16:creationId xmlns:a16="http://schemas.microsoft.com/office/drawing/2014/main" id="{505A778C-CF7F-4E0F-BFC2-6681A3CAA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3701"/>
                <a:ext cx="15" cy="28"/>
              </a:xfrm>
              <a:custGeom>
                <a:avLst/>
                <a:gdLst>
                  <a:gd name="T0" fmla="*/ 63 w 6"/>
                  <a:gd name="T1" fmla="*/ 0 h 11"/>
                  <a:gd name="T2" fmla="*/ 0 w 6"/>
                  <a:gd name="T3" fmla="*/ 181 h 11"/>
                  <a:gd name="T4" fmla="*/ 95 w 6"/>
                  <a:gd name="T5" fmla="*/ 64 h 11"/>
                  <a:gd name="T6" fmla="*/ 50 w 6"/>
                  <a:gd name="T7" fmla="*/ 64 h 11"/>
                  <a:gd name="T8" fmla="*/ 63 w 6"/>
                  <a:gd name="T9" fmla="*/ 3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4" y="0"/>
                    </a:moveTo>
                    <a:cubicBezTo>
                      <a:pt x="1" y="3"/>
                      <a:pt x="0" y="7"/>
                      <a:pt x="0" y="11"/>
                    </a:cubicBezTo>
                    <a:cubicBezTo>
                      <a:pt x="2" y="10"/>
                      <a:pt x="5" y="7"/>
                      <a:pt x="6" y="4"/>
                    </a:cubicBezTo>
                    <a:cubicBezTo>
                      <a:pt x="5" y="5"/>
                      <a:pt x="4" y="4"/>
                      <a:pt x="3" y="4"/>
                    </a:cubicBezTo>
                    <a:cubicBezTo>
                      <a:pt x="3" y="3"/>
                      <a:pt x="4" y="3"/>
                      <a:pt x="4" y="2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4" name="Freeform 504">
                <a:extLst>
                  <a:ext uri="{FF2B5EF4-FFF2-40B4-BE49-F238E27FC236}">
                    <a16:creationId xmlns:a16="http://schemas.microsoft.com/office/drawing/2014/main" id="{21A59988-D830-4AB1-8A72-E34323FBC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671"/>
                <a:ext cx="25" cy="25"/>
              </a:xfrm>
              <a:custGeom>
                <a:avLst/>
                <a:gdLst>
                  <a:gd name="T0" fmla="*/ 95 w 10"/>
                  <a:gd name="T1" fmla="*/ 0 h 10"/>
                  <a:gd name="T2" fmla="*/ 83 w 10"/>
                  <a:gd name="T3" fmla="*/ 113 h 10"/>
                  <a:gd name="T4" fmla="*/ 83 w 10"/>
                  <a:gd name="T5" fmla="*/ 3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cubicBezTo>
                      <a:pt x="4" y="2"/>
                      <a:pt x="0" y="10"/>
                      <a:pt x="5" y="7"/>
                    </a:cubicBezTo>
                    <a:cubicBezTo>
                      <a:pt x="8" y="6"/>
                      <a:pt x="10" y="0"/>
                      <a:pt x="5" y="2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5" name="Freeform 505">
                <a:extLst>
                  <a:ext uri="{FF2B5EF4-FFF2-40B4-BE49-F238E27FC236}">
                    <a16:creationId xmlns:a16="http://schemas.microsoft.com/office/drawing/2014/main" id="{D4B703F4-88F3-4195-9CA1-BB5A92289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581"/>
                <a:ext cx="15" cy="18"/>
              </a:xfrm>
              <a:custGeom>
                <a:avLst/>
                <a:gdLst>
                  <a:gd name="T0" fmla="*/ 83 w 6"/>
                  <a:gd name="T1" fmla="*/ 0 h 7"/>
                  <a:gd name="T2" fmla="*/ 0 w 6"/>
                  <a:gd name="T3" fmla="*/ 100 h 7"/>
                  <a:gd name="T4" fmla="*/ 95 w 6"/>
                  <a:gd name="T5" fmla="*/ 85 h 7"/>
                  <a:gd name="T6" fmla="*/ 63 w 6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4" y="1"/>
                      <a:pt x="1" y="3"/>
                      <a:pt x="0" y="6"/>
                    </a:cubicBezTo>
                    <a:cubicBezTo>
                      <a:pt x="2" y="7"/>
                      <a:pt x="4" y="6"/>
                      <a:pt x="6" y="5"/>
                    </a:cubicBezTo>
                    <a:cubicBezTo>
                      <a:pt x="5" y="4"/>
                      <a:pt x="5" y="2"/>
                      <a:pt x="4" y="1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6" name="Freeform 506">
                <a:extLst>
                  <a:ext uri="{FF2B5EF4-FFF2-40B4-BE49-F238E27FC236}">
                    <a16:creationId xmlns:a16="http://schemas.microsoft.com/office/drawing/2014/main" id="{2F7F9F05-AC8C-4234-9D82-1137F7B9B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3496"/>
                <a:ext cx="10" cy="15"/>
              </a:xfrm>
              <a:custGeom>
                <a:avLst/>
                <a:gdLst>
                  <a:gd name="T0" fmla="*/ 63 w 4"/>
                  <a:gd name="T1" fmla="*/ 0 h 6"/>
                  <a:gd name="T2" fmla="*/ 63 w 4"/>
                  <a:gd name="T3" fmla="*/ 8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1" y="1"/>
                      <a:pt x="0" y="6"/>
                      <a:pt x="4" y="5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7" name="Freeform 507">
                <a:extLst>
                  <a:ext uri="{FF2B5EF4-FFF2-40B4-BE49-F238E27FC236}">
                    <a16:creationId xmlns:a16="http://schemas.microsoft.com/office/drawing/2014/main" id="{796EF079-AB35-404B-8D35-947D8B50A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3771"/>
                <a:ext cx="18" cy="28"/>
              </a:xfrm>
              <a:custGeom>
                <a:avLst/>
                <a:gdLst>
                  <a:gd name="T0" fmla="*/ 67 w 7"/>
                  <a:gd name="T1" fmla="*/ 20 h 11"/>
                  <a:gd name="T2" fmla="*/ 21 w 7"/>
                  <a:gd name="T3" fmla="*/ 181 h 11"/>
                  <a:gd name="T4" fmla="*/ 118 w 7"/>
                  <a:gd name="T5" fmla="*/ 181 h 11"/>
                  <a:gd name="T6" fmla="*/ 67 w 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4" y="1"/>
                    </a:moveTo>
                    <a:cubicBezTo>
                      <a:pt x="3" y="3"/>
                      <a:pt x="0" y="7"/>
                      <a:pt x="1" y="11"/>
                    </a:cubicBezTo>
                    <a:cubicBezTo>
                      <a:pt x="3" y="10"/>
                      <a:pt x="6" y="8"/>
                      <a:pt x="7" y="11"/>
                    </a:cubicBezTo>
                    <a:cubicBezTo>
                      <a:pt x="3" y="9"/>
                      <a:pt x="1" y="3"/>
                      <a:pt x="4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8" name="Freeform 508">
                <a:extLst>
                  <a:ext uri="{FF2B5EF4-FFF2-40B4-BE49-F238E27FC236}">
                    <a16:creationId xmlns:a16="http://schemas.microsoft.com/office/drawing/2014/main" id="{0AEB3874-8E49-46E3-AB83-E65C20BD3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764"/>
                <a:ext cx="20" cy="40"/>
              </a:xfrm>
              <a:custGeom>
                <a:avLst/>
                <a:gdLst>
                  <a:gd name="T0" fmla="*/ 50 w 8"/>
                  <a:gd name="T1" fmla="*/ 175 h 16"/>
                  <a:gd name="T2" fmla="*/ 0 w 8"/>
                  <a:gd name="T3" fmla="*/ 250 h 16"/>
                  <a:gd name="T4" fmla="*/ 125 w 8"/>
                  <a:gd name="T5" fmla="*/ 238 h 16"/>
                  <a:gd name="T6" fmla="*/ 63 w 8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6">
                    <a:moveTo>
                      <a:pt x="3" y="11"/>
                    </a:moveTo>
                    <a:cubicBezTo>
                      <a:pt x="2" y="12"/>
                      <a:pt x="1" y="14"/>
                      <a:pt x="0" y="16"/>
                    </a:cubicBezTo>
                    <a:cubicBezTo>
                      <a:pt x="3" y="14"/>
                      <a:pt x="5" y="15"/>
                      <a:pt x="8" y="15"/>
                    </a:cubicBezTo>
                    <a:cubicBezTo>
                      <a:pt x="2" y="12"/>
                      <a:pt x="2" y="5"/>
                      <a:pt x="4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9" name="Freeform 509">
                <a:extLst>
                  <a:ext uri="{FF2B5EF4-FFF2-40B4-BE49-F238E27FC236}">
                    <a16:creationId xmlns:a16="http://schemas.microsoft.com/office/drawing/2014/main" id="{F9907F87-6637-40A5-8DAC-9326944C3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3831"/>
                <a:ext cx="25" cy="23"/>
              </a:xfrm>
              <a:custGeom>
                <a:avLst/>
                <a:gdLst>
                  <a:gd name="T0" fmla="*/ 33 w 10"/>
                  <a:gd name="T1" fmla="*/ 0 h 9"/>
                  <a:gd name="T2" fmla="*/ 0 w 10"/>
                  <a:gd name="T3" fmla="*/ 151 h 9"/>
                  <a:gd name="T4" fmla="*/ 158 w 10"/>
                  <a:gd name="T5" fmla="*/ 130 h 9"/>
                  <a:gd name="T6" fmla="*/ 0 w 10"/>
                  <a:gd name="T7" fmla="*/ 51 h 9"/>
                  <a:gd name="T8" fmla="*/ 50 w 10"/>
                  <a:gd name="T9" fmla="*/ 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0"/>
                    </a:moveTo>
                    <a:cubicBezTo>
                      <a:pt x="0" y="2"/>
                      <a:pt x="0" y="6"/>
                      <a:pt x="0" y="9"/>
                    </a:cubicBezTo>
                    <a:cubicBezTo>
                      <a:pt x="3" y="5"/>
                      <a:pt x="6" y="8"/>
                      <a:pt x="10" y="8"/>
                    </a:cubicBezTo>
                    <a:cubicBezTo>
                      <a:pt x="7" y="6"/>
                      <a:pt x="2" y="6"/>
                      <a:pt x="0" y="3"/>
                    </a:cubicBezTo>
                    <a:cubicBezTo>
                      <a:pt x="1" y="3"/>
                      <a:pt x="2" y="1"/>
                      <a:pt x="3" y="1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0" name="Freeform 510">
                <a:extLst>
                  <a:ext uri="{FF2B5EF4-FFF2-40B4-BE49-F238E27FC236}">
                    <a16:creationId xmlns:a16="http://schemas.microsoft.com/office/drawing/2014/main" id="{BCDBFEBA-4DFE-40AA-8DD5-8F525E3A6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3826"/>
                <a:ext cx="23" cy="28"/>
              </a:xfrm>
              <a:custGeom>
                <a:avLst/>
                <a:gdLst>
                  <a:gd name="T0" fmla="*/ 97 w 9"/>
                  <a:gd name="T1" fmla="*/ 0 h 11"/>
                  <a:gd name="T2" fmla="*/ 0 w 9"/>
                  <a:gd name="T3" fmla="*/ 181 h 11"/>
                  <a:gd name="T4" fmla="*/ 151 w 9"/>
                  <a:gd name="T5" fmla="*/ 163 h 11"/>
                  <a:gd name="T6" fmla="*/ 84 w 9"/>
                  <a:gd name="T7" fmla="*/ 6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cubicBezTo>
                      <a:pt x="3" y="4"/>
                      <a:pt x="1" y="7"/>
                      <a:pt x="0" y="11"/>
                    </a:cubicBezTo>
                    <a:cubicBezTo>
                      <a:pt x="3" y="10"/>
                      <a:pt x="5" y="8"/>
                      <a:pt x="9" y="10"/>
                    </a:cubicBezTo>
                    <a:cubicBezTo>
                      <a:pt x="7" y="8"/>
                      <a:pt x="5" y="6"/>
                      <a:pt x="5" y="4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1" name="Freeform 511">
                <a:extLst>
                  <a:ext uri="{FF2B5EF4-FFF2-40B4-BE49-F238E27FC236}">
                    <a16:creationId xmlns:a16="http://schemas.microsoft.com/office/drawing/2014/main" id="{8E25E864-4EDE-4332-9835-1A2396650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3786"/>
                <a:ext cx="25" cy="23"/>
              </a:xfrm>
              <a:custGeom>
                <a:avLst/>
                <a:gdLst>
                  <a:gd name="T0" fmla="*/ 83 w 10"/>
                  <a:gd name="T1" fmla="*/ 0 h 9"/>
                  <a:gd name="T2" fmla="*/ 20 w 10"/>
                  <a:gd name="T3" fmla="*/ 130 h 9"/>
                  <a:gd name="T4" fmla="*/ 158 w 10"/>
                  <a:gd name="T5" fmla="*/ 13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3" y="2"/>
                      <a:pt x="0" y="5"/>
                      <a:pt x="1" y="8"/>
                    </a:cubicBezTo>
                    <a:cubicBezTo>
                      <a:pt x="4" y="9"/>
                      <a:pt x="7" y="6"/>
                      <a:pt x="10" y="8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2" name="Freeform 512">
                <a:extLst>
                  <a:ext uri="{FF2B5EF4-FFF2-40B4-BE49-F238E27FC236}">
                    <a16:creationId xmlns:a16="http://schemas.microsoft.com/office/drawing/2014/main" id="{48E46406-48CB-407B-BCAF-6FFC40150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786"/>
                <a:ext cx="15" cy="38"/>
              </a:xfrm>
              <a:custGeom>
                <a:avLst/>
                <a:gdLst>
                  <a:gd name="T0" fmla="*/ 33 w 6"/>
                  <a:gd name="T1" fmla="*/ 0 h 15"/>
                  <a:gd name="T2" fmla="*/ 0 w 6"/>
                  <a:gd name="T3" fmla="*/ 243 h 15"/>
                  <a:gd name="T4" fmla="*/ 20 w 6"/>
                  <a:gd name="T5" fmla="*/ 180 h 15"/>
                  <a:gd name="T6" fmla="*/ 95 w 6"/>
                  <a:gd name="T7" fmla="*/ 180 h 15"/>
                  <a:gd name="T8" fmla="*/ 20 w 6"/>
                  <a:gd name="T9" fmla="*/ 9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2" y="0"/>
                    </a:moveTo>
                    <a:cubicBezTo>
                      <a:pt x="0" y="2"/>
                      <a:pt x="0" y="11"/>
                      <a:pt x="0" y="15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3" y="11"/>
                      <a:pt x="4" y="11"/>
                      <a:pt x="6" y="11"/>
                    </a:cubicBezTo>
                    <a:cubicBezTo>
                      <a:pt x="4" y="9"/>
                      <a:pt x="0" y="9"/>
                      <a:pt x="1" y="6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3" name="Freeform 513">
                <a:extLst>
                  <a:ext uri="{FF2B5EF4-FFF2-40B4-BE49-F238E27FC236}">
                    <a16:creationId xmlns:a16="http://schemas.microsoft.com/office/drawing/2014/main" id="{DC0A7C83-3B82-4A08-A299-576EE0DC7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776"/>
                <a:ext cx="28" cy="25"/>
              </a:xfrm>
              <a:custGeom>
                <a:avLst/>
                <a:gdLst>
                  <a:gd name="T0" fmla="*/ 64 w 11"/>
                  <a:gd name="T1" fmla="*/ 0 h 10"/>
                  <a:gd name="T2" fmla="*/ 64 w 11"/>
                  <a:gd name="T3" fmla="*/ 158 h 10"/>
                  <a:gd name="T4" fmla="*/ 181 w 11"/>
                  <a:gd name="T5" fmla="*/ 113 h 10"/>
                  <a:gd name="T6" fmla="*/ 97 w 11"/>
                  <a:gd name="T7" fmla="*/ 5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2" y="2"/>
                      <a:pt x="0" y="9"/>
                      <a:pt x="4" y="10"/>
                    </a:cubicBezTo>
                    <a:cubicBezTo>
                      <a:pt x="6" y="10"/>
                      <a:pt x="8" y="7"/>
                      <a:pt x="11" y="7"/>
                    </a:cubicBezTo>
                    <a:cubicBezTo>
                      <a:pt x="10" y="7"/>
                      <a:pt x="2" y="4"/>
                      <a:pt x="6" y="3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4" name="Freeform 514">
                <a:extLst>
                  <a:ext uri="{FF2B5EF4-FFF2-40B4-BE49-F238E27FC236}">
                    <a16:creationId xmlns:a16="http://schemas.microsoft.com/office/drawing/2014/main" id="{A13CADBD-7ACB-4C64-AD07-706C0BD59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756"/>
                <a:ext cx="10" cy="15"/>
              </a:xfrm>
              <a:custGeom>
                <a:avLst/>
                <a:gdLst>
                  <a:gd name="T0" fmla="*/ 33 w 4"/>
                  <a:gd name="T1" fmla="*/ 0 h 6"/>
                  <a:gd name="T2" fmla="*/ 0 w 4"/>
                  <a:gd name="T3" fmla="*/ 95 h 6"/>
                  <a:gd name="T4" fmla="*/ 63 w 4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2" y="6"/>
                      <a:pt x="3" y="6"/>
                      <a:pt x="4" y="5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5" name="Freeform 515">
                <a:extLst>
                  <a:ext uri="{FF2B5EF4-FFF2-40B4-BE49-F238E27FC236}">
                    <a16:creationId xmlns:a16="http://schemas.microsoft.com/office/drawing/2014/main" id="{7B92AB69-4F9B-4CD4-A91D-4E14B966B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3836"/>
                <a:ext cx="23" cy="23"/>
              </a:xfrm>
              <a:custGeom>
                <a:avLst/>
                <a:gdLst>
                  <a:gd name="T0" fmla="*/ 66 w 9"/>
                  <a:gd name="T1" fmla="*/ 0 h 9"/>
                  <a:gd name="T2" fmla="*/ 0 w 9"/>
                  <a:gd name="T3" fmla="*/ 130 h 9"/>
                  <a:gd name="T4" fmla="*/ 151 w 9"/>
                  <a:gd name="T5" fmla="*/ 130 h 9"/>
                  <a:gd name="T6" fmla="*/ 84 w 9"/>
                  <a:gd name="T7" fmla="*/ 3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4" y="1"/>
                      <a:pt x="1" y="6"/>
                      <a:pt x="0" y="8"/>
                    </a:cubicBezTo>
                    <a:cubicBezTo>
                      <a:pt x="3" y="9"/>
                      <a:pt x="6" y="6"/>
                      <a:pt x="9" y="8"/>
                    </a:cubicBezTo>
                    <a:cubicBezTo>
                      <a:pt x="6" y="7"/>
                      <a:pt x="5" y="5"/>
                      <a:pt x="5" y="2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6" name="Freeform 516">
                <a:extLst>
                  <a:ext uri="{FF2B5EF4-FFF2-40B4-BE49-F238E27FC236}">
                    <a16:creationId xmlns:a16="http://schemas.microsoft.com/office/drawing/2014/main" id="{EE5D3470-B7F5-425E-80C2-6BAF8CF75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3809"/>
                <a:ext cx="18" cy="22"/>
              </a:xfrm>
              <a:custGeom>
                <a:avLst/>
                <a:gdLst>
                  <a:gd name="T0" fmla="*/ 54 w 7"/>
                  <a:gd name="T1" fmla="*/ 0 h 9"/>
                  <a:gd name="T2" fmla="*/ 0 w 7"/>
                  <a:gd name="T3" fmla="*/ 71 h 9"/>
                  <a:gd name="T4" fmla="*/ 118 w 7"/>
                  <a:gd name="T5" fmla="*/ 132 h 9"/>
                  <a:gd name="T6" fmla="*/ 54 w 7"/>
                  <a:gd name="T7" fmla="*/ 4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3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3" y="5"/>
                      <a:pt x="6" y="5"/>
                      <a:pt x="7" y="9"/>
                    </a:cubicBezTo>
                    <a:cubicBezTo>
                      <a:pt x="6" y="6"/>
                      <a:pt x="4" y="5"/>
                      <a:pt x="3" y="3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7" name="Freeform 517">
                <a:extLst>
                  <a:ext uri="{FF2B5EF4-FFF2-40B4-BE49-F238E27FC236}">
                    <a16:creationId xmlns:a16="http://schemas.microsoft.com/office/drawing/2014/main" id="{B389DD95-2DEF-4854-878D-52F900CE7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3834"/>
                <a:ext cx="30" cy="20"/>
              </a:xfrm>
              <a:custGeom>
                <a:avLst/>
                <a:gdLst>
                  <a:gd name="T0" fmla="*/ 33 w 12"/>
                  <a:gd name="T1" fmla="*/ 50 h 8"/>
                  <a:gd name="T2" fmla="*/ 0 w 12"/>
                  <a:gd name="T3" fmla="*/ 125 h 8"/>
                  <a:gd name="T4" fmla="*/ 158 w 12"/>
                  <a:gd name="T5" fmla="*/ 0 h 8"/>
                  <a:gd name="T6" fmla="*/ 188 w 12"/>
                  <a:gd name="T7" fmla="*/ 125 h 8"/>
                  <a:gd name="T8" fmla="*/ 125 w 12"/>
                  <a:gd name="T9" fmla="*/ 83 h 8"/>
                  <a:gd name="T10" fmla="*/ 145 w 12"/>
                  <a:gd name="T11" fmla="*/ 5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2" y="3"/>
                    </a:moveTo>
                    <a:cubicBezTo>
                      <a:pt x="1" y="3"/>
                      <a:pt x="0" y="6"/>
                      <a:pt x="0" y="8"/>
                    </a:cubicBezTo>
                    <a:cubicBezTo>
                      <a:pt x="4" y="8"/>
                      <a:pt x="7" y="2"/>
                      <a:pt x="10" y="0"/>
                    </a:cubicBezTo>
                    <a:cubicBezTo>
                      <a:pt x="11" y="3"/>
                      <a:pt x="11" y="5"/>
                      <a:pt x="12" y="8"/>
                    </a:cubicBezTo>
                    <a:cubicBezTo>
                      <a:pt x="11" y="7"/>
                      <a:pt x="9" y="6"/>
                      <a:pt x="8" y="5"/>
                    </a:cubicBezTo>
                    <a:cubicBezTo>
                      <a:pt x="8" y="5"/>
                      <a:pt x="9" y="3"/>
                      <a:pt x="9" y="3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8" name="Freeform 518">
                <a:extLst>
                  <a:ext uri="{FF2B5EF4-FFF2-40B4-BE49-F238E27FC236}">
                    <a16:creationId xmlns:a16="http://schemas.microsoft.com/office/drawing/2014/main" id="{7E0390E7-4185-4FE2-B535-81FAD8E1B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3846"/>
                <a:ext cx="20" cy="15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95 h 6"/>
                  <a:gd name="T4" fmla="*/ 113 w 8"/>
                  <a:gd name="T5" fmla="*/ 50 h 6"/>
                  <a:gd name="T6" fmla="*/ 113 w 8"/>
                  <a:gd name="T7" fmla="*/ 3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1"/>
                      <a:pt x="0" y="4"/>
                      <a:pt x="0" y="6"/>
                    </a:cubicBezTo>
                    <a:cubicBezTo>
                      <a:pt x="2" y="5"/>
                      <a:pt x="4" y="1"/>
                      <a:pt x="7" y="3"/>
                    </a:cubicBezTo>
                    <a:cubicBezTo>
                      <a:pt x="8" y="2"/>
                      <a:pt x="7" y="2"/>
                      <a:pt x="7" y="2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9" name="Freeform 519">
                <a:extLst>
                  <a:ext uri="{FF2B5EF4-FFF2-40B4-BE49-F238E27FC236}">
                    <a16:creationId xmlns:a16="http://schemas.microsoft.com/office/drawing/2014/main" id="{001FDD72-B303-4F0A-8572-8B3BC080E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3854"/>
                <a:ext cx="15" cy="17"/>
              </a:xfrm>
              <a:custGeom>
                <a:avLst/>
                <a:gdLst>
                  <a:gd name="T0" fmla="*/ 83 w 6"/>
                  <a:gd name="T1" fmla="*/ 12 h 7"/>
                  <a:gd name="T2" fmla="*/ 95 w 6"/>
                  <a:gd name="T3" fmla="*/ 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5" y="1"/>
                    </a:moveTo>
                    <a:cubicBezTo>
                      <a:pt x="0" y="0"/>
                      <a:pt x="2" y="7"/>
                      <a:pt x="6" y="3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0" name="Freeform 520">
                <a:extLst>
                  <a:ext uri="{FF2B5EF4-FFF2-40B4-BE49-F238E27FC236}">
                    <a16:creationId xmlns:a16="http://schemas.microsoft.com/office/drawing/2014/main" id="{5DC5A75C-6BCF-45BE-9E56-0389FA6B4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744"/>
                <a:ext cx="18" cy="20"/>
              </a:xfrm>
              <a:custGeom>
                <a:avLst/>
                <a:gdLst>
                  <a:gd name="T0" fmla="*/ 85 w 7"/>
                  <a:gd name="T1" fmla="*/ 33 h 8"/>
                  <a:gd name="T2" fmla="*/ 0 w 7"/>
                  <a:gd name="T3" fmla="*/ 83 h 8"/>
                  <a:gd name="T4" fmla="*/ 118 w 7"/>
                  <a:gd name="T5" fmla="*/ 113 h 8"/>
                  <a:gd name="T6" fmla="*/ 118 w 7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5" y="2"/>
                    </a:moveTo>
                    <a:cubicBezTo>
                      <a:pt x="3" y="3"/>
                      <a:pt x="2" y="4"/>
                      <a:pt x="0" y="5"/>
                    </a:cubicBezTo>
                    <a:cubicBezTo>
                      <a:pt x="2" y="8"/>
                      <a:pt x="5" y="8"/>
                      <a:pt x="7" y="7"/>
                    </a:cubicBezTo>
                    <a:cubicBezTo>
                      <a:pt x="4" y="5"/>
                      <a:pt x="4" y="2"/>
                      <a:pt x="7" y="0"/>
                    </a:cubicBezTo>
                  </a:path>
                </a:pathLst>
              </a:custGeom>
              <a:solidFill>
                <a:srgbClr val="A05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1" name="Freeform 521">
                <a:extLst>
                  <a:ext uri="{FF2B5EF4-FFF2-40B4-BE49-F238E27FC236}">
                    <a16:creationId xmlns:a16="http://schemas.microsoft.com/office/drawing/2014/main" id="{4FE2E49D-8365-44DE-9A62-072CAD529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789"/>
                <a:ext cx="15" cy="35"/>
              </a:xfrm>
              <a:custGeom>
                <a:avLst/>
                <a:gdLst>
                  <a:gd name="T0" fmla="*/ 20 w 6"/>
                  <a:gd name="T1" fmla="*/ 33 h 14"/>
                  <a:gd name="T2" fmla="*/ 0 w 6"/>
                  <a:gd name="T3" fmla="*/ 33 h 14"/>
                  <a:gd name="T4" fmla="*/ 33 w 6"/>
                  <a:gd name="T5" fmla="*/ 125 h 14"/>
                  <a:gd name="T6" fmla="*/ 83 w 6"/>
                  <a:gd name="T7" fmla="*/ 220 h 14"/>
                  <a:gd name="T8" fmla="*/ 83 w 6"/>
                  <a:gd name="T9" fmla="*/ 158 h 14"/>
                  <a:gd name="T10" fmla="*/ 33 w 6"/>
                  <a:gd name="T11" fmla="*/ 125 h 14"/>
                  <a:gd name="T12" fmla="*/ 0 w 6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4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6"/>
                      <a:pt x="0" y="5"/>
                      <a:pt x="2" y="8"/>
                    </a:cubicBezTo>
                    <a:cubicBezTo>
                      <a:pt x="3" y="9"/>
                      <a:pt x="4" y="12"/>
                      <a:pt x="5" y="14"/>
                    </a:cubicBezTo>
                    <a:cubicBezTo>
                      <a:pt x="5" y="13"/>
                      <a:pt x="6" y="10"/>
                      <a:pt x="5" y="10"/>
                    </a:cubicBezTo>
                    <a:cubicBezTo>
                      <a:pt x="4" y="8"/>
                      <a:pt x="3" y="9"/>
                      <a:pt x="2" y="8"/>
                    </a:cubicBezTo>
                    <a:cubicBezTo>
                      <a:pt x="1" y="5"/>
                      <a:pt x="4" y="1"/>
                      <a:pt x="0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2" name="Freeform 522">
                <a:extLst>
                  <a:ext uri="{FF2B5EF4-FFF2-40B4-BE49-F238E27FC236}">
                    <a16:creationId xmlns:a16="http://schemas.microsoft.com/office/drawing/2014/main" id="{DB1A5F7F-4FE6-481B-B094-5561A2EC6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771"/>
                <a:ext cx="35" cy="30"/>
              </a:xfrm>
              <a:custGeom>
                <a:avLst/>
                <a:gdLst>
                  <a:gd name="T0" fmla="*/ 20 w 14"/>
                  <a:gd name="T1" fmla="*/ 0 h 12"/>
                  <a:gd name="T2" fmla="*/ 83 w 14"/>
                  <a:gd name="T3" fmla="*/ 83 h 12"/>
                  <a:gd name="T4" fmla="*/ 50 w 14"/>
                  <a:gd name="T5" fmla="*/ 145 h 12"/>
                  <a:gd name="T6" fmla="*/ 63 w 14"/>
                  <a:gd name="T7" fmla="*/ 188 h 12"/>
                  <a:gd name="T8" fmla="*/ 188 w 14"/>
                  <a:gd name="T9" fmla="*/ 95 h 12"/>
                  <a:gd name="T10" fmla="*/ 220 w 14"/>
                  <a:gd name="T11" fmla="*/ 20 h 12"/>
                  <a:gd name="T12" fmla="*/ 158 w 14"/>
                  <a:gd name="T13" fmla="*/ 83 h 12"/>
                  <a:gd name="T14" fmla="*/ 145 w 14"/>
                  <a:gd name="T15" fmla="*/ 5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2">
                    <a:moveTo>
                      <a:pt x="1" y="0"/>
                    </a:moveTo>
                    <a:cubicBezTo>
                      <a:pt x="0" y="1"/>
                      <a:pt x="5" y="3"/>
                      <a:pt x="5" y="5"/>
                    </a:cubicBezTo>
                    <a:cubicBezTo>
                      <a:pt x="5" y="6"/>
                      <a:pt x="3" y="8"/>
                      <a:pt x="3" y="9"/>
                    </a:cubicBezTo>
                    <a:cubicBezTo>
                      <a:pt x="3" y="11"/>
                      <a:pt x="5" y="10"/>
                      <a:pt x="4" y="12"/>
                    </a:cubicBezTo>
                    <a:cubicBezTo>
                      <a:pt x="5" y="7"/>
                      <a:pt x="8" y="6"/>
                      <a:pt x="12" y="6"/>
                    </a:cubicBezTo>
                    <a:cubicBezTo>
                      <a:pt x="10" y="4"/>
                      <a:pt x="11" y="2"/>
                      <a:pt x="14" y="1"/>
                    </a:cubicBezTo>
                    <a:cubicBezTo>
                      <a:pt x="12" y="2"/>
                      <a:pt x="11" y="4"/>
                      <a:pt x="10" y="5"/>
                    </a:cubicBezTo>
                    <a:cubicBezTo>
                      <a:pt x="10" y="4"/>
                      <a:pt x="9" y="3"/>
                      <a:pt x="9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3" name="Freeform 523">
                <a:extLst>
                  <a:ext uri="{FF2B5EF4-FFF2-40B4-BE49-F238E27FC236}">
                    <a16:creationId xmlns:a16="http://schemas.microsoft.com/office/drawing/2014/main" id="{17B07397-C4B6-4E6B-B626-DF8C7C31D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3804"/>
                <a:ext cx="30" cy="25"/>
              </a:xfrm>
              <a:custGeom>
                <a:avLst/>
                <a:gdLst>
                  <a:gd name="T0" fmla="*/ 33 w 12"/>
                  <a:gd name="T1" fmla="*/ 0 h 10"/>
                  <a:gd name="T2" fmla="*/ 0 w 12"/>
                  <a:gd name="T3" fmla="*/ 33 h 10"/>
                  <a:gd name="T4" fmla="*/ 95 w 12"/>
                  <a:gd name="T5" fmla="*/ 50 h 10"/>
                  <a:gd name="T6" fmla="*/ 113 w 12"/>
                  <a:gd name="T7" fmla="*/ 158 h 10"/>
                  <a:gd name="T8" fmla="*/ 158 w 12"/>
                  <a:gd name="T9" fmla="*/ 83 h 10"/>
                  <a:gd name="T10" fmla="*/ 188 w 12"/>
                  <a:gd name="T11" fmla="*/ 83 h 10"/>
                  <a:gd name="T12" fmla="*/ 95 w 12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3"/>
                      <a:pt x="5" y="1"/>
                      <a:pt x="6" y="3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8" y="8"/>
                      <a:pt x="9" y="6"/>
                      <a:pt x="10" y="5"/>
                    </a:cubicBezTo>
                    <a:cubicBezTo>
                      <a:pt x="10" y="5"/>
                      <a:pt x="11" y="5"/>
                      <a:pt x="12" y="5"/>
                    </a:cubicBezTo>
                    <a:cubicBezTo>
                      <a:pt x="9" y="4"/>
                      <a:pt x="6" y="3"/>
                      <a:pt x="6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4" name="Freeform 524">
                <a:extLst>
                  <a:ext uri="{FF2B5EF4-FFF2-40B4-BE49-F238E27FC236}">
                    <a16:creationId xmlns:a16="http://schemas.microsoft.com/office/drawing/2014/main" id="{56861E47-C44D-4097-9080-FA07BAB6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3741"/>
                <a:ext cx="35" cy="63"/>
              </a:xfrm>
              <a:custGeom>
                <a:avLst/>
                <a:gdLst>
                  <a:gd name="T0" fmla="*/ 50 w 14"/>
                  <a:gd name="T1" fmla="*/ 209 h 25"/>
                  <a:gd name="T2" fmla="*/ 20 w 14"/>
                  <a:gd name="T3" fmla="*/ 285 h 25"/>
                  <a:gd name="T4" fmla="*/ 63 w 14"/>
                  <a:gd name="T5" fmla="*/ 401 h 25"/>
                  <a:gd name="T6" fmla="*/ 50 w 14"/>
                  <a:gd name="T7" fmla="*/ 255 h 25"/>
                  <a:gd name="T8" fmla="*/ 63 w 14"/>
                  <a:gd name="T9" fmla="*/ 192 h 25"/>
                  <a:gd name="T10" fmla="*/ 158 w 14"/>
                  <a:gd name="T11" fmla="*/ 126 h 25"/>
                  <a:gd name="T12" fmla="*/ 95 w 14"/>
                  <a:gd name="T13" fmla="*/ 0 h 25"/>
                  <a:gd name="T14" fmla="*/ 220 w 14"/>
                  <a:gd name="T15" fmla="*/ 50 h 25"/>
                  <a:gd name="T16" fmla="*/ 220 w 14"/>
                  <a:gd name="T17" fmla="*/ 6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5">
                    <a:moveTo>
                      <a:pt x="3" y="13"/>
                    </a:moveTo>
                    <a:cubicBezTo>
                      <a:pt x="0" y="15"/>
                      <a:pt x="0" y="15"/>
                      <a:pt x="1" y="18"/>
                    </a:cubicBezTo>
                    <a:cubicBezTo>
                      <a:pt x="3" y="21"/>
                      <a:pt x="5" y="21"/>
                      <a:pt x="4" y="25"/>
                    </a:cubicBezTo>
                    <a:cubicBezTo>
                      <a:pt x="4" y="22"/>
                      <a:pt x="3" y="19"/>
                      <a:pt x="3" y="16"/>
                    </a:cubicBezTo>
                    <a:cubicBezTo>
                      <a:pt x="6" y="18"/>
                      <a:pt x="4" y="13"/>
                      <a:pt x="4" y="12"/>
                    </a:cubicBezTo>
                    <a:cubicBezTo>
                      <a:pt x="5" y="10"/>
                      <a:pt x="9" y="9"/>
                      <a:pt x="10" y="8"/>
                    </a:cubicBezTo>
                    <a:cubicBezTo>
                      <a:pt x="7" y="6"/>
                      <a:pt x="6" y="4"/>
                      <a:pt x="6" y="0"/>
                    </a:cubicBezTo>
                    <a:cubicBezTo>
                      <a:pt x="7" y="3"/>
                      <a:pt x="11" y="4"/>
                      <a:pt x="14" y="3"/>
                    </a:cubicBezTo>
                    <a:cubicBezTo>
                      <a:pt x="14" y="3"/>
                      <a:pt x="14" y="3"/>
                      <a:pt x="14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5" name="Freeform 525">
                <a:extLst>
                  <a:ext uri="{FF2B5EF4-FFF2-40B4-BE49-F238E27FC236}">
                    <a16:creationId xmlns:a16="http://schemas.microsoft.com/office/drawing/2014/main" id="{85F668F1-57F8-4EBD-9AFF-8FF022F54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746"/>
                <a:ext cx="18" cy="43"/>
              </a:xfrm>
              <a:custGeom>
                <a:avLst/>
                <a:gdLst>
                  <a:gd name="T0" fmla="*/ 21 w 7"/>
                  <a:gd name="T1" fmla="*/ 0 h 17"/>
                  <a:gd name="T2" fmla="*/ 0 w 7"/>
                  <a:gd name="T3" fmla="*/ 63 h 17"/>
                  <a:gd name="T4" fmla="*/ 54 w 7"/>
                  <a:gd name="T5" fmla="*/ 116 h 17"/>
                  <a:gd name="T6" fmla="*/ 118 w 7"/>
                  <a:gd name="T7" fmla="*/ 225 h 17"/>
                  <a:gd name="T8" fmla="*/ 100 w 7"/>
                  <a:gd name="T9" fmla="*/ 116 h 17"/>
                  <a:gd name="T10" fmla="*/ 33 w 7"/>
                  <a:gd name="T11" fmla="*/ 8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7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1" y="7"/>
                      <a:pt x="2" y="5"/>
                      <a:pt x="3" y="7"/>
                    </a:cubicBezTo>
                    <a:cubicBezTo>
                      <a:pt x="5" y="9"/>
                      <a:pt x="2" y="17"/>
                      <a:pt x="7" y="14"/>
                    </a:cubicBezTo>
                    <a:cubicBezTo>
                      <a:pt x="6" y="13"/>
                      <a:pt x="0" y="9"/>
                      <a:pt x="6" y="7"/>
                    </a:cubicBezTo>
                    <a:cubicBezTo>
                      <a:pt x="5" y="7"/>
                      <a:pt x="2" y="7"/>
                      <a:pt x="2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6" name="Freeform 526">
                <a:extLst>
                  <a:ext uri="{FF2B5EF4-FFF2-40B4-BE49-F238E27FC236}">
                    <a16:creationId xmlns:a16="http://schemas.microsoft.com/office/drawing/2014/main" id="{4F4B164A-3B20-4420-8C06-954E1F223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3716"/>
                <a:ext cx="20" cy="33"/>
              </a:xfrm>
              <a:custGeom>
                <a:avLst/>
                <a:gdLst>
                  <a:gd name="T0" fmla="*/ 95 w 8"/>
                  <a:gd name="T1" fmla="*/ 0 h 13"/>
                  <a:gd name="T2" fmla="*/ 20 w 8"/>
                  <a:gd name="T3" fmla="*/ 51 h 13"/>
                  <a:gd name="T4" fmla="*/ 83 w 8"/>
                  <a:gd name="T5" fmla="*/ 213 h 13"/>
                  <a:gd name="T6" fmla="*/ 33 w 8"/>
                  <a:gd name="T7" fmla="*/ 129 h 13"/>
                  <a:gd name="T8" fmla="*/ 95 w 8"/>
                  <a:gd name="T9" fmla="*/ 9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6" y="0"/>
                    </a:moveTo>
                    <a:cubicBezTo>
                      <a:pt x="5" y="1"/>
                      <a:pt x="2" y="1"/>
                      <a:pt x="1" y="3"/>
                    </a:cubicBezTo>
                    <a:cubicBezTo>
                      <a:pt x="8" y="5"/>
                      <a:pt x="0" y="12"/>
                      <a:pt x="5" y="13"/>
                    </a:cubicBezTo>
                    <a:cubicBezTo>
                      <a:pt x="5" y="12"/>
                      <a:pt x="3" y="9"/>
                      <a:pt x="2" y="8"/>
                    </a:cubicBezTo>
                    <a:cubicBezTo>
                      <a:pt x="4" y="7"/>
                      <a:pt x="5" y="7"/>
                      <a:pt x="6" y="6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7" name="Freeform 527">
                <a:extLst>
                  <a:ext uri="{FF2B5EF4-FFF2-40B4-BE49-F238E27FC236}">
                    <a16:creationId xmlns:a16="http://schemas.microsoft.com/office/drawing/2014/main" id="{5848EE0F-B80F-4F8E-B5E1-8353A9979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3766"/>
                <a:ext cx="25" cy="13"/>
              </a:xfrm>
              <a:custGeom>
                <a:avLst/>
                <a:gdLst>
                  <a:gd name="T0" fmla="*/ 0 w 10"/>
                  <a:gd name="T1" fmla="*/ 0 h 5"/>
                  <a:gd name="T2" fmla="*/ 50 w 10"/>
                  <a:gd name="T3" fmla="*/ 55 h 5"/>
                  <a:gd name="T4" fmla="*/ 113 w 10"/>
                  <a:gd name="T5" fmla="*/ 68 h 5"/>
                  <a:gd name="T6" fmla="*/ 145 w 10"/>
                  <a:gd name="T7" fmla="*/ 88 h 5"/>
                  <a:gd name="T8" fmla="*/ 95 w 10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1" y="3"/>
                      <a:pt x="1" y="3"/>
                      <a:pt x="3" y="3"/>
                    </a:cubicBezTo>
                    <a:cubicBezTo>
                      <a:pt x="5" y="3"/>
                      <a:pt x="6" y="3"/>
                      <a:pt x="7" y="4"/>
                    </a:cubicBezTo>
                    <a:cubicBezTo>
                      <a:pt x="8" y="4"/>
                      <a:pt x="8" y="5"/>
                      <a:pt x="9" y="5"/>
                    </a:cubicBezTo>
                    <a:cubicBezTo>
                      <a:pt x="10" y="3"/>
                      <a:pt x="8" y="1"/>
                      <a:pt x="6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8" name="Freeform 528">
                <a:extLst>
                  <a:ext uri="{FF2B5EF4-FFF2-40B4-BE49-F238E27FC236}">
                    <a16:creationId xmlns:a16="http://schemas.microsoft.com/office/drawing/2014/main" id="{4C8390F2-2BB6-4CC0-8C93-D0AA4617C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3804"/>
                <a:ext cx="27" cy="32"/>
              </a:xfrm>
              <a:custGeom>
                <a:avLst/>
                <a:gdLst>
                  <a:gd name="T0" fmla="*/ 150 w 11"/>
                  <a:gd name="T1" fmla="*/ 0 h 13"/>
                  <a:gd name="T2" fmla="*/ 150 w 11"/>
                  <a:gd name="T3" fmla="*/ 74 h 13"/>
                  <a:gd name="T4" fmla="*/ 61 w 11"/>
                  <a:gd name="T5" fmla="*/ 162 h 13"/>
                  <a:gd name="T6" fmla="*/ 103 w 11"/>
                  <a:gd name="T7" fmla="*/ 194 h 13"/>
                  <a:gd name="T8" fmla="*/ 0 w 11"/>
                  <a:gd name="T9" fmla="*/ 103 h 13"/>
                  <a:gd name="T10" fmla="*/ 12 w 11"/>
                  <a:gd name="T11" fmla="*/ 121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3">
                    <a:moveTo>
                      <a:pt x="10" y="0"/>
                    </a:moveTo>
                    <a:cubicBezTo>
                      <a:pt x="4" y="0"/>
                      <a:pt x="10" y="4"/>
                      <a:pt x="10" y="5"/>
                    </a:cubicBezTo>
                    <a:cubicBezTo>
                      <a:pt x="11" y="8"/>
                      <a:pt x="6" y="9"/>
                      <a:pt x="4" y="11"/>
                    </a:cubicBezTo>
                    <a:cubicBezTo>
                      <a:pt x="5" y="12"/>
                      <a:pt x="6" y="13"/>
                      <a:pt x="7" y="13"/>
                    </a:cubicBezTo>
                    <a:cubicBezTo>
                      <a:pt x="3" y="12"/>
                      <a:pt x="3" y="7"/>
                      <a:pt x="0" y="7"/>
                    </a:cubicBezTo>
                    <a:cubicBezTo>
                      <a:pt x="0" y="7"/>
                      <a:pt x="1" y="7"/>
                      <a:pt x="1" y="8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9" name="Freeform 529">
                <a:extLst>
                  <a:ext uri="{FF2B5EF4-FFF2-40B4-BE49-F238E27FC236}">
                    <a16:creationId xmlns:a16="http://schemas.microsoft.com/office/drawing/2014/main" id="{9BD7F6C2-BEF9-4C39-8867-9755C3ABA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3821"/>
                <a:ext cx="10" cy="20"/>
              </a:xfrm>
              <a:custGeom>
                <a:avLst/>
                <a:gdLst>
                  <a:gd name="T0" fmla="*/ 50 w 4"/>
                  <a:gd name="T1" fmla="*/ 20 h 8"/>
                  <a:gd name="T2" fmla="*/ 0 w 4"/>
                  <a:gd name="T3" fmla="*/ 33 h 8"/>
                  <a:gd name="T4" fmla="*/ 20 w 4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3" y="1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4" y="4"/>
                      <a:pt x="4" y="5"/>
                      <a:pt x="1" y="8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0" name="Freeform 530">
                <a:extLst>
                  <a:ext uri="{FF2B5EF4-FFF2-40B4-BE49-F238E27FC236}">
                    <a16:creationId xmlns:a16="http://schemas.microsoft.com/office/drawing/2014/main" id="{F7DA6DCC-A70B-444A-9CB7-2E25F98CB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3746"/>
                <a:ext cx="20" cy="38"/>
              </a:xfrm>
              <a:custGeom>
                <a:avLst/>
                <a:gdLst>
                  <a:gd name="T0" fmla="*/ 20 w 8"/>
                  <a:gd name="T1" fmla="*/ 20 h 15"/>
                  <a:gd name="T2" fmla="*/ 0 w 8"/>
                  <a:gd name="T3" fmla="*/ 0 h 15"/>
                  <a:gd name="T4" fmla="*/ 63 w 8"/>
                  <a:gd name="T5" fmla="*/ 129 h 15"/>
                  <a:gd name="T6" fmla="*/ 50 w 8"/>
                  <a:gd name="T7" fmla="*/ 225 h 15"/>
                  <a:gd name="T8" fmla="*/ 125 w 8"/>
                  <a:gd name="T9" fmla="*/ 225 h 15"/>
                  <a:gd name="T10" fmla="*/ 63 w 8"/>
                  <a:gd name="T11" fmla="*/ 213 h 15"/>
                  <a:gd name="T12" fmla="*/ 125 w 8"/>
                  <a:gd name="T13" fmla="*/ 160 h 15"/>
                  <a:gd name="T14" fmla="*/ 50 w 8"/>
                  <a:gd name="T15" fmla="*/ 63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3"/>
                      <a:pt x="3" y="5"/>
                      <a:pt x="4" y="8"/>
                    </a:cubicBezTo>
                    <a:cubicBezTo>
                      <a:pt x="5" y="11"/>
                      <a:pt x="3" y="12"/>
                      <a:pt x="3" y="14"/>
                    </a:cubicBezTo>
                    <a:cubicBezTo>
                      <a:pt x="5" y="14"/>
                      <a:pt x="6" y="15"/>
                      <a:pt x="8" y="14"/>
                    </a:cubicBezTo>
                    <a:cubicBezTo>
                      <a:pt x="6" y="14"/>
                      <a:pt x="5" y="14"/>
                      <a:pt x="4" y="13"/>
                    </a:cubicBezTo>
                    <a:cubicBezTo>
                      <a:pt x="5" y="12"/>
                      <a:pt x="6" y="11"/>
                      <a:pt x="8" y="10"/>
                    </a:cubicBezTo>
                    <a:cubicBezTo>
                      <a:pt x="5" y="9"/>
                      <a:pt x="5" y="6"/>
                      <a:pt x="3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1" name="Freeform 531">
                <a:extLst>
                  <a:ext uri="{FF2B5EF4-FFF2-40B4-BE49-F238E27FC236}">
                    <a16:creationId xmlns:a16="http://schemas.microsoft.com/office/drawing/2014/main" id="{CA4C6BCE-C551-4896-A2FD-E53296914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746"/>
                <a:ext cx="25" cy="30"/>
              </a:xfrm>
              <a:custGeom>
                <a:avLst/>
                <a:gdLst>
                  <a:gd name="T0" fmla="*/ 33 w 10"/>
                  <a:gd name="T1" fmla="*/ 0 h 12"/>
                  <a:gd name="T2" fmla="*/ 0 w 10"/>
                  <a:gd name="T3" fmla="*/ 20 h 12"/>
                  <a:gd name="T4" fmla="*/ 50 w 10"/>
                  <a:gd name="T5" fmla="*/ 95 h 12"/>
                  <a:gd name="T6" fmla="*/ 95 w 10"/>
                  <a:gd name="T7" fmla="*/ 188 h 12"/>
                  <a:gd name="T8" fmla="*/ 83 w 10"/>
                  <a:gd name="T9" fmla="*/ 188 h 12"/>
                  <a:gd name="T10" fmla="*/ 158 w 10"/>
                  <a:gd name="T11" fmla="*/ 145 h 12"/>
                  <a:gd name="T12" fmla="*/ 63 w 10"/>
                  <a:gd name="T13" fmla="*/ 8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5" y="2"/>
                      <a:pt x="6" y="1"/>
                      <a:pt x="3" y="6"/>
                    </a:cubicBezTo>
                    <a:cubicBezTo>
                      <a:pt x="1" y="10"/>
                      <a:pt x="5" y="9"/>
                      <a:pt x="6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4" y="10"/>
                      <a:pt x="7" y="7"/>
                      <a:pt x="10" y="9"/>
                    </a:cubicBezTo>
                    <a:cubicBezTo>
                      <a:pt x="8" y="9"/>
                      <a:pt x="5" y="7"/>
                      <a:pt x="4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2" name="Freeform 532">
                <a:extLst>
                  <a:ext uri="{FF2B5EF4-FFF2-40B4-BE49-F238E27FC236}">
                    <a16:creationId xmlns:a16="http://schemas.microsoft.com/office/drawing/2014/main" id="{CFEE73D1-4D6B-484B-B271-5B327EF37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3764"/>
                <a:ext cx="20" cy="7"/>
              </a:xfrm>
              <a:custGeom>
                <a:avLst/>
                <a:gdLst>
                  <a:gd name="T0" fmla="*/ 20 w 8"/>
                  <a:gd name="T1" fmla="*/ 0 h 3"/>
                  <a:gd name="T2" fmla="*/ 83 w 8"/>
                  <a:gd name="T3" fmla="*/ 12 h 3"/>
                  <a:gd name="T4" fmla="*/ 125 w 8"/>
                  <a:gd name="T5" fmla="*/ 2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1" y="0"/>
                    </a:moveTo>
                    <a:cubicBezTo>
                      <a:pt x="0" y="3"/>
                      <a:pt x="4" y="2"/>
                      <a:pt x="5" y="1"/>
                    </a:cubicBezTo>
                    <a:cubicBezTo>
                      <a:pt x="6" y="2"/>
                      <a:pt x="6" y="2"/>
                      <a:pt x="8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3" name="Freeform 533">
                <a:extLst>
                  <a:ext uri="{FF2B5EF4-FFF2-40B4-BE49-F238E27FC236}">
                    <a16:creationId xmlns:a16="http://schemas.microsoft.com/office/drawing/2014/main" id="{B3937062-DB76-4779-920E-5BCD83109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3761"/>
                <a:ext cx="22" cy="33"/>
              </a:xfrm>
              <a:custGeom>
                <a:avLst/>
                <a:gdLst>
                  <a:gd name="T0" fmla="*/ 0 w 9"/>
                  <a:gd name="T1" fmla="*/ 20 h 13"/>
                  <a:gd name="T2" fmla="*/ 120 w 9"/>
                  <a:gd name="T3" fmla="*/ 20 h 13"/>
                  <a:gd name="T4" fmla="*/ 120 w 9"/>
                  <a:gd name="T5" fmla="*/ 117 h 13"/>
                  <a:gd name="T6" fmla="*/ 103 w 9"/>
                  <a:gd name="T7" fmla="*/ 160 h 13"/>
                  <a:gd name="T8" fmla="*/ 103 w 9"/>
                  <a:gd name="T9" fmla="*/ 84 h 13"/>
                  <a:gd name="T10" fmla="*/ 42 w 9"/>
                  <a:gd name="T11" fmla="*/ 51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3">
                    <a:moveTo>
                      <a:pt x="0" y="1"/>
                    </a:moveTo>
                    <a:cubicBezTo>
                      <a:pt x="1" y="1"/>
                      <a:pt x="6" y="0"/>
                      <a:pt x="8" y="1"/>
                    </a:cubicBezTo>
                    <a:cubicBezTo>
                      <a:pt x="7" y="3"/>
                      <a:pt x="7" y="5"/>
                      <a:pt x="8" y="7"/>
                    </a:cubicBezTo>
                    <a:cubicBezTo>
                      <a:pt x="8" y="8"/>
                      <a:pt x="9" y="13"/>
                      <a:pt x="7" y="10"/>
                    </a:cubicBezTo>
                    <a:cubicBezTo>
                      <a:pt x="5" y="8"/>
                      <a:pt x="8" y="6"/>
                      <a:pt x="7" y="5"/>
                    </a:cubicBezTo>
                    <a:cubicBezTo>
                      <a:pt x="6" y="3"/>
                      <a:pt x="3" y="4"/>
                      <a:pt x="3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4" name="Freeform 534">
                <a:extLst>
                  <a:ext uri="{FF2B5EF4-FFF2-40B4-BE49-F238E27FC236}">
                    <a16:creationId xmlns:a16="http://schemas.microsoft.com/office/drawing/2014/main" id="{E88BABE4-9BDB-4971-86CC-2A2DCC69D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659"/>
                <a:ext cx="18" cy="27"/>
              </a:xfrm>
              <a:custGeom>
                <a:avLst/>
                <a:gdLst>
                  <a:gd name="T0" fmla="*/ 33 w 7"/>
                  <a:gd name="T1" fmla="*/ 61 h 11"/>
                  <a:gd name="T2" fmla="*/ 0 w 7"/>
                  <a:gd name="T3" fmla="*/ 162 h 11"/>
                  <a:gd name="T4" fmla="*/ 85 w 7"/>
                  <a:gd name="T5" fmla="*/ 150 h 11"/>
                  <a:gd name="T6" fmla="*/ 33 w 7"/>
                  <a:gd name="T7" fmla="*/ 61 h 11"/>
                  <a:gd name="T8" fmla="*/ 118 w 7"/>
                  <a:gd name="T9" fmla="*/ 103 h 11"/>
                  <a:gd name="T10" fmla="*/ 33 w 7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2" y="4"/>
                    </a:moveTo>
                    <a:cubicBezTo>
                      <a:pt x="2" y="6"/>
                      <a:pt x="0" y="9"/>
                      <a:pt x="0" y="11"/>
                    </a:cubicBezTo>
                    <a:cubicBezTo>
                      <a:pt x="2" y="10"/>
                      <a:pt x="3" y="10"/>
                      <a:pt x="5" y="10"/>
                    </a:cubicBezTo>
                    <a:cubicBezTo>
                      <a:pt x="3" y="9"/>
                      <a:pt x="1" y="7"/>
                      <a:pt x="2" y="4"/>
                    </a:cubicBezTo>
                    <a:cubicBezTo>
                      <a:pt x="4" y="5"/>
                      <a:pt x="5" y="7"/>
                      <a:pt x="7" y="7"/>
                    </a:cubicBezTo>
                    <a:cubicBezTo>
                      <a:pt x="6" y="6"/>
                      <a:pt x="1" y="3"/>
                      <a:pt x="2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5" name="Freeform 535">
                <a:extLst>
                  <a:ext uri="{FF2B5EF4-FFF2-40B4-BE49-F238E27FC236}">
                    <a16:creationId xmlns:a16="http://schemas.microsoft.com/office/drawing/2014/main" id="{93D14AC7-1866-4DB5-8AC8-74CE106B2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659"/>
                <a:ext cx="13" cy="22"/>
              </a:xfrm>
              <a:custGeom>
                <a:avLst/>
                <a:gdLst>
                  <a:gd name="T0" fmla="*/ 0 w 5"/>
                  <a:gd name="T1" fmla="*/ 59 h 9"/>
                  <a:gd name="T2" fmla="*/ 0 w 5"/>
                  <a:gd name="T3" fmla="*/ 59 h 9"/>
                  <a:gd name="T4" fmla="*/ 34 w 5"/>
                  <a:gd name="T5" fmla="*/ 132 h 9"/>
                  <a:gd name="T6" fmla="*/ 34 w 5"/>
                  <a:gd name="T7" fmla="*/ 71 h 9"/>
                  <a:gd name="T8" fmla="*/ 88 w 5"/>
                  <a:gd name="T9" fmla="*/ 120 h 9"/>
                  <a:gd name="T10" fmla="*/ 0 w 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4"/>
                    </a:moveTo>
                    <a:cubicBezTo>
                      <a:pt x="0" y="4"/>
                      <a:pt x="1" y="4"/>
                      <a:pt x="0" y="4"/>
                    </a:cubicBezTo>
                    <a:cubicBezTo>
                      <a:pt x="0" y="6"/>
                      <a:pt x="1" y="8"/>
                      <a:pt x="2" y="9"/>
                    </a:cubicBezTo>
                    <a:cubicBezTo>
                      <a:pt x="2" y="8"/>
                      <a:pt x="2" y="6"/>
                      <a:pt x="2" y="5"/>
                    </a:cubicBezTo>
                    <a:cubicBezTo>
                      <a:pt x="3" y="6"/>
                      <a:pt x="4" y="7"/>
                      <a:pt x="5" y="8"/>
                    </a:cubicBezTo>
                    <a:cubicBezTo>
                      <a:pt x="5" y="6"/>
                      <a:pt x="2" y="1"/>
                      <a:pt x="0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6" name="Freeform 536">
                <a:extLst>
                  <a:ext uri="{FF2B5EF4-FFF2-40B4-BE49-F238E27FC236}">
                    <a16:creationId xmlns:a16="http://schemas.microsoft.com/office/drawing/2014/main" id="{2BC94BA0-DF9C-404D-806E-188A29288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711"/>
                <a:ext cx="13" cy="28"/>
              </a:xfrm>
              <a:custGeom>
                <a:avLst/>
                <a:gdLst>
                  <a:gd name="T0" fmla="*/ 88 w 5"/>
                  <a:gd name="T1" fmla="*/ 51 h 11"/>
                  <a:gd name="T2" fmla="*/ 0 w 5"/>
                  <a:gd name="T3" fmla="*/ 97 h 11"/>
                  <a:gd name="T4" fmla="*/ 55 w 5"/>
                  <a:gd name="T5" fmla="*/ 181 h 11"/>
                  <a:gd name="T6" fmla="*/ 88 w 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5" y="3"/>
                    </a:moveTo>
                    <a:cubicBezTo>
                      <a:pt x="4" y="2"/>
                      <a:pt x="1" y="5"/>
                      <a:pt x="0" y="6"/>
                    </a:cubicBezTo>
                    <a:cubicBezTo>
                      <a:pt x="1" y="8"/>
                      <a:pt x="2" y="10"/>
                      <a:pt x="3" y="11"/>
                    </a:cubicBezTo>
                    <a:cubicBezTo>
                      <a:pt x="0" y="7"/>
                      <a:pt x="4" y="3"/>
                      <a:pt x="5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7" name="Freeform 537">
                <a:extLst>
                  <a:ext uri="{FF2B5EF4-FFF2-40B4-BE49-F238E27FC236}">
                    <a16:creationId xmlns:a16="http://schemas.microsoft.com/office/drawing/2014/main" id="{4C6B2B0F-6158-4FCC-ACDA-5A093B658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736"/>
                <a:ext cx="20" cy="35"/>
              </a:xfrm>
              <a:custGeom>
                <a:avLst/>
                <a:gdLst>
                  <a:gd name="T0" fmla="*/ 50 w 8"/>
                  <a:gd name="T1" fmla="*/ 33 h 14"/>
                  <a:gd name="T2" fmla="*/ 20 w 8"/>
                  <a:gd name="T3" fmla="*/ 63 h 14"/>
                  <a:gd name="T4" fmla="*/ 95 w 8"/>
                  <a:gd name="T5" fmla="*/ 95 h 14"/>
                  <a:gd name="T6" fmla="*/ 113 w 8"/>
                  <a:gd name="T7" fmla="*/ 220 h 14"/>
                  <a:gd name="T8" fmla="*/ 113 w 8"/>
                  <a:gd name="T9" fmla="*/ 175 h 14"/>
                  <a:gd name="T10" fmla="*/ 63 w 8"/>
                  <a:gd name="T11" fmla="*/ 17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4">
                    <a:moveTo>
                      <a:pt x="3" y="2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1" y="5"/>
                      <a:pt x="5" y="4"/>
                      <a:pt x="6" y="6"/>
                    </a:cubicBezTo>
                    <a:cubicBezTo>
                      <a:pt x="8" y="8"/>
                      <a:pt x="2" y="10"/>
                      <a:pt x="7" y="14"/>
                    </a:cubicBezTo>
                    <a:cubicBezTo>
                      <a:pt x="6" y="13"/>
                      <a:pt x="5" y="11"/>
                      <a:pt x="7" y="11"/>
                    </a:cubicBezTo>
                    <a:cubicBezTo>
                      <a:pt x="6" y="11"/>
                      <a:pt x="5" y="11"/>
                      <a:pt x="4" y="11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8" name="Freeform 538">
                <a:extLst>
                  <a:ext uri="{FF2B5EF4-FFF2-40B4-BE49-F238E27FC236}">
                    <a16:creationId xmlns:a16="http://schemas.microsoft.com/office/drawing/2014/main" id="{21430AD0-EC7E-4463-A90F-6122044C1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3771"/>
                <a:ext cx="10" cy="23"/>
              </a:xfrm>
              <a:custGeom>
                <a:avLst/>
                <a:gdLst>
                  <a:gd name="T0" fmla="*/ 50 w 4"/>
                  <a:gd name="T1" fmla="*/ 0 h 9"/>
                  <a:gd name="T2" fmla="*/ 50 w 4"/>
                  <a:gd name="T3" fmla="*/ 130 h 9"/>
                  <a:gd name="T4" fmla="*/ 0 w 4"/>
                  <a:gd name="T5" fmla="*/ 130 h 9"/>
                  <a:gd name="T6" fmla="*/ 63 w 4"/>
                  <a:gd name="T7" fmla="*/ 84 h 9"/>
                  <a:gd name="T8" fmla="*/ 50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0"/>
                    </a:moveTo>
                    <a:cubicBezTo>
                      <a:pt x="0" y="0"/>
                      <a:pt x="3" y="6"/>
                      <a:pt x="3" y="8"/>
                    </a:cubicBezTo>
                    <a:cubicBezTo>
                      <a:pt x="2" y="8"/>
                      <a:pt x="1" y="9"/>
                      <a:pt x="0" y="8"/>
                    </a:cubicBezTo>
                    <a:cubicBezTo>
                      <a:pt x="1" y="8"/>
                      <a:pt x="4" y="6"/>
                      <a:pt x="4" y="5"/>
                    </a:cubicBezTo>
                    <a:cubicBezTo>
                      <a:pt x="4" y="3"/>
                      <a:pt x="2" y="3"/>
                      <a:pt x="3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9" name="Freeform 539">
                <a:extLst>
                  <a:ext uri="{FF2B5EF4-FFF2-40B4-BE49-F238E27FC236}">
                    <a16:creationId xmlns:a16="http://schemas.microsoft.com/office/drawing/2014/main" id="{4C1E86BB-6209-4EBA-8EE1-363974A7F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3709"/>
                <a:ext cx="13" cy="22"/>
              </a:xfrm>
              <a:custGeom>
                <a:avLst/>
                <a:gdLst>
                  <a:gd name="T0" fmla="*/ 21 w 5"/>
                  <a:gd name="T1" fmla="*/ 0 h 9"/>
                  <a:gd name="T2" fmla="*/ 0 w 5"/>
                  <a:gd name="T3" fmla="*/ 103 h 9"/>
                  <a:gd name="T4" fmla="*/ 88 w 5"/>
                  <a:gd name="T5" fmla="*/ 132 h 9"/>
                  <a:gd name="T6" fmla="*/ 34 w 5"/>
                  <a:gd name="T7" fmla="*/ 5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1" y="0"/>
                    </a:moveTo>
                    <a:cubicBezTo>
                      <a:pt x="0" y="2"/>
                      <a:pt x="0" y="5"/>
                      <a:pt x="0" y="7"/>
                    </a:cubicBezTo>
                    <a:cubicBezTo>
                      <a:pt x="3" y="6"/>
                      <a:pt x="3" y="8"/>
                      <a:pt x="5" y="9"/>
                    </a:cubicBezTo>
                    <a:cubicBezTo>
                      <a:pt x="4" y="8"/>
                      <a:pt x="1" y="5"/>
                      <a:pt x="2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0" name="Freeform 540">
                <a:extLst>
                  <a:ext uri="{FF2B5EF4-FFF2-40B4-BE49-F238E27FC236}">
                    <a16:creationId xmlns:a16="http://schemas.microsoft.com/office/drawing/2014/main" id="{08E1B236-AC9E-4465-9BC1-F62BB1186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3721"/>
                <a:ext cx="30" cy="25"/>
              </a:xfrm>
              <a:custGeom>
                <a:avLst/>
                <a:gdLst>
                  <a:gd name="T0" fmla="*/ 95 w 12"/>
                  <a:gd name="T1" fmla="*/ 33 h 10"/>
                  <a:gd name="T2" fmla="*/ 188 w 12"/>
                  <a:gd name="T3" fmla="*/ 0 h 10"/>
                  <a:gd name="T4" fmla="*/ 188 w 12"/>
                  <a:gd name="T5" fmla="*/ 83 h 10"/>
                  <a:gd name="T6" fmla="*/ 113 w 12"/>
                  <a:gd name="T7" fmla="*/ 158 h 10"/>
                  <a:gd name="T8" fmla="*/ 0 w 12"/>
                  <a:gd name="T9" fmla="*/ 83 h 10"/>
                  <a:gd name="T10" fmla="*/ 20 w 12"/>
                  <a:gd name="T11" fmla="*/ 63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7" y="2"/>
                      <a:pt x="10" y="0"/>
                      <a:pt x="12" y="0"/>
                    </a:cubicBezTo>
                    <a:cubicBezTo>
                      <a:pt x="11" y="2"/>
                      <a:pt x="11" y="4"/>
                      <a:pt x="12" y="5"/>
                    </a:cubicBezTo>
                    <a:cubicBezTo>
                      <a:pt x="9" y="4"/>
                      <a:pt x="6" y="8"/>
                      <a:pt x="7" y="10"/>
                    </a:cubicBezTo>
                    <a:cubicBezTo>
                      <a:pt x="8" y="5"/>
                      <a:pt x="3" y="4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1" name="Freeform 541">
                <a:extLst>
                  <a:ext uri="{FF2B5EF4-FFF2-40B4-BE49-F238E27FC236}">
                    <a16:creationId xmlns:a16="http://schemas.microsoft.com/office/drawing/2014/main" id="{E14DCCA5-2FA3-42CD-9928-F0D40DFF9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619"/>
                <a:ext cx="33" cy="30"/>
              </a:xfrm>
              <a:custGeom>
                <a:avLst/>
                <a:gdLst>
                  <a:gd name="T0" fmla="*/ 63 w 13"/>
                  <a:gd name="T1" fmla="*/ 83 h 12"/>
                  <a:gd name="T2" fmla="*/ 63 w 13"/>
                  <a:gd name="T3" fmla="*/ 63 h 12"/>
                  <a:gd name="T4" fmla="*/ 129 w 13"/>
                  <a:gd name="T5" fmla="*/ 188 h 12"/>
                  <a:gd name="T6" fmla="*/ 96 w 13"/>
                  <a:gd name="T7" fmla="*/ 63 h 12"/>
                  <a:gd name="T8" fmla="*/ 213 w 13"/>
                  <a:gd name="T9" fmla="*/ 83 h 12"/>
                  <a:gd name="T10" fmla="*/ 63 w 13"/>
                  <a:gd name="T11" fmla="*/ 33 h 12"/>
                  <a:gd name="T12" fmla="*/ 84 w 13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4" y="5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0" y="8"/>
                      <a:pt x="6" y="10"/>
                      <a:pt x="8" y="12"/>
                    </a:cubicBezTo>
                    <a:cubicBezTo>
                      <a:pt x="6" y="10"/>
                      <a:pt x="4" y="6"/>
                      <a:pt x="6" y="4"/>
                    </a:cubicBezTo>
                    <a:cubicBezTo>
                      <a:pt x="8" y="5"/>
                      <a:pt x="11" y="6"/>
                      <a:pt x="13" y="5"/>
                    </a:cubicBezTo>
                    <a:cubicBezTo>
                      <a:pt x="10" y="3"/>
                      <a:pt x="7" y="3"/>
                      <a:pt x="4" y="2"/>
                    </a:cubicBezTo>
                    <a:cubicBezTo>
                      <a:pt x="4" y="1"/>
                      <a:pt x="4" y="0"/>
                      <a:pt x="5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2" name="Freeform 542">
                <a:extLst>
                  <a:ext uri="{FF2B5EF4-FFF2-40B4-BE49-F238E27FC236}">
                    <a16:creationId xmlns:a16="http://schemas.microsoft.com/office/drawing/2014/main" id="{F27F7B5D-C6C1-4C86-AA36-FE83C1A4A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564"/>
                <a:ext cx="20" cy="35"/>
              </a:xfrm>
              <a:custGeom>
                <a:avLst/>
                <a:gdLst>
                  <a:gd name="T0" fmla="*/ 50 w 8"/>
                  <a:gd name="T1" fmla="*/ 20 h 14"/>
                  <a:gd name="T2" fmla="*/ 33 w 8"/>
                  <a:gd name="T3" fmla="*/ 0 h 14"/>
                  <a:gd name="T4" fmla="*/ 95 w 8"/>
                  <a:gd name="T5" fmla="*/ 125 h 14"/>
                  <a:gd name="T6" fmla="*/ 125 w 8"/>
                  <a:gd name="T7" fmla="*/ 188 h 14"/>
                  <a:gd name="T8" fmla="*/ 125 w 8"/>
                  <a:gd name="T9" fmla="*/ 95 h 14"/>
                  <a:gd name="T10" fmla="*/ 63 w 8"/>
                  <a:gd name="T11" fmla="*/ 3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4">
                    <a:moveTo>
                      <a:pt x="3" y="1"/>
                    </a:moveTo>
                    <a:cubicBezTo>
                      <a:pt x="2" y="1"/>
                      <a:pt x="3" y="0"/>
                      <a:pt x="2" y="0"/>
                    </a:cubicBezTo>
                    <a:cubicBezTo>
                      <a:pt x="0" y="3"/>
                      <a:pt x="6" y="5"/>
                      <a:pt x="6" y="8"/>
                    </a:cubicBezTo>
                    <a:cubicBezTo>
                      <a:pt x="6" y="10"/>
                      <a:pt x="2" y="14"/>
                      <a:pt x="8" y="12"/>
                    </a:cubicBezTo>
                    <a:cubicBezTo>
                      <a:pt x="6" y="11"/>
                      <a:pt x="6" y="8"/>
                      <a:pt x="8" y="6"/>
                    </a:cubicBezTo>
                    <a:cubicBezTo>
                      <a:pt x="6" y="5"/>
                      <a:pt x="4" y="4"/>
                      <a:pt x="4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3" name="Freeform 543">
                <a:extLst>
                  <a:ext uri="{FF2B5EF4-FFF2-40B4-BE49-F238E27FC236}">
                    <a16:creationId xmlns:a16="http://schemas.microsoft.com/office/drawing/2014/main" id="{0B9238B4-68C0-41B1-AE55-D0CCF1F64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559"/>
                <a:ext cx="18" cy="27"/>
              </a:xfrm>
              <a:custGeom>
                <a:avLst/>
                <a:gdLst>
                  <a:gd name="T0" fmla="*/ 85 w 7"/>
                  <a:gd name="T1" fmla="*/ 91 h 11"/>
                  <a:gd name="T2" fmla="*/ 85 w 7"/>
                  <a:gd name="T3" fmla="*/ 71 h 11"/>
                  <a:gd name="T4" fmla="*/ 0 w 7"/>
                  <a:gd name="T5" fmla="*/ 150 h 11"/>
                  <a:gd name="T6" fmla="*/ 118 w 7"/>
                  <a:gd name="T7" fmla="*/ 133 h 11"/>
                  <a:gd name="T8" fmla="*/ 85 w 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5" y="6"/>
                    </a:moveTo>
                    <a:cubicBezTo>
                      <a:pt x="5" y="6"/>
                      <a:pt x="5" y="5"/>
                      <a:pt x="5" y="5"/>
                    </a:cubicBezTo>
                    <a:cubicBezTo>
                      <a:pt x="4" y="7"/>
                      <a:pt x="2" y="9"/>
                      <a:pt x="0" y="10"/>
                    </a:cubicBezTo>
                    <a:cubicBezTo>
                      <a:pt x="2" y="11"/>
                      <a:pt x="5" y="9"/>
                      <a:pt x="7" y="9"/>
                    </a:cubicBezTo>
                    <a:cubicBezTo>
                      <a:pt x="5" y="6"/>
                      <a:pt x="5" y="3"/>
                      <a:pt x="5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4" name="Freeform 544">
                <a:extLst>
                  <a:ext uri="{FF2B5EF4-FFF2-40B4-BE49-F238E27FC236}">
                    <a16:creationId xmlns:a16="http://schemas.microsoft.com/office/drawing/2014/main" id="{A8EEE8EB-F54E-425F-9D13-8297A8CE8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3516"/>
                <a:ext cx="20" cy="23"/>
              </a:xfrm>
              <a:custGeom>
                <a:avLst/>
                <a:gdLst>
                  <a:gd name="T0" fmla="*/ 20 w 8"/>
                  <a:gd name="T1" fmla="*/ 0 h 9"/>
                  <a:gd name="T2" fmla="*/ 33 w 8"/>
                  <a:gd name="T3" fmla="*/ 84 h 9"/>
                  <a:gd name="T4" fmla="*/ 83 w 8"/>
                  <a:gd name="T5" fmla="*/ 118 h 9"/>
                  <a:gd name="T6" fmla="*/ 113 w 8"/>
                  <a:gd name="T7" fmla="*/ 151 h 9"/>
                  <a:gd name="T8" fmla="*/ 33 w 8"/>
                  <a:gd name="T9" fmla="*/ 51 h 9"/>
                  <a:gd name="T10" fmla="*/ 50 w 8"/>
                  <a:gd name="T11" fmla="*/ 2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1" y="0"/>
                    </a:moveTo>
                    <a:cubicBezTo>
                      <a:pt x="0" y="3"/>
                      <a:pt x="0" y="4"/>
                      <a:pt x="2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6" y="7"/>
                      <a:pt x="6" y="9"/>
                      <a:pt x="7" y="9"/>
                    </a:cubicBezTo>
                    <a:cubicBezTo>
                      <a:pt x="8" y="7"/>
                      <a:pt x="4" y="4"/>
                      <a:pt x="2" y="3"/>
                    </a:cubicBezTo>
                    <a:cubicBezTo>
                      <a:pt x="2" y="2"/>
                      <a:pt x="2" y="1"/>
                      <a:pt x="3" y="1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5" name="Freeform 545">
                <a:extLst>
                  <a:ext uri="{FF2B5EF4-FFF2-40B4-BE49-F238E27FC236}">
                    <a16:creationId xmlns:a16="http://schemas.microsoft.com/office/drawing/2014/main" id="{1DB40AAC-6DD7-456C-8D10-00EBC4C83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444"/>
                <a:ext cx="20" cy="30"/>
              </a:xfrm>
              <a:custGeom>
                <a:avLst/>
                <a:gdLst>
                  <a:gd name="T0" fmla="*/ 95 w 8"/>
                  <a:gd name="T1" fmla="*/ 83 h 12"/>
                  <a:gd name="T2" fmla="*/ 83 w 8"/>
                  <a:gd name="T3" fmla="*/ 63 h 12"/>
                  <a:gd name="T4" fmla="*/ 113 w 8"/>
                  <a:gd name="T5" fmla="*/ 188 h 12"/>
                  <a:gd name="T6" fmla="*/ 95 w 8"/>
                  <a:gd name="T7" fmla="*/ 188 h 12"/>
                  <a:gd name="T8" fmla="*/ 113 w 8"/>
                  <a:gd name="T9" fmla="*/ 83 h 12"/>
                  <a:gd name="T10" fmla="*/ 113 w 8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6" y="5"/>
                    </a:moveTo>
                    <a:cubicBezTo>
                      <a:pt x="6" y="4"/>
                      <a:pt x="6" y="4"/>
                      <a:pt x="5" y="4"/>
                    </a:cubicBezTo>
                    <a:cubicBezTo>
                      <a:pt x="0" y="8"/>
                      <a:pt x="5" y="9"/>
                      <a:pt x="7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6" y="10"/>
                      <a:pt x="8" y="7"/>
                      <a:pt x="7" y="5"/>
                    </a:cubicBezTo>
                    <a:cubicBezTo>
                      <a:pt x="7" y="3"/>
                      <a:pt x="5" y="1"/>
                      <a:pt x="7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6" name="Freeform 546">
                <a:extLst>
                  <a:ext uri="{FF2B5EF4-FFF2-40B4-BE49-F238E27FC236}">
                    <a16:creationId xmlns:a16="http://schemas.microsoft.com/office/drawing/2014/main" id="{537D3B54-07D7-4882-8459-A4F4B5EEC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3441"/>
                <a:ext cx="22" cy="20"/>
              </a:xfrm>
              <a:custGeom>
                <a:avLst/>
                <a:gdLst>
                  <a:gd name="T0" fmla="*/ 29 w 9"/>
                  <a:gd name="T1" fmla="*/ 50 h 8"/>
                  <a:gd name="T2" fmla="*/ 29 w 9"/>
                  <a:gd name="T3" fmla="*/ 20 h 8"/>
                  <a:gd name="T4" fmla="*/ 42 w 9"/>
                  <a:gd name="T5" fmla="*/ 125 h 8"/>
                  <a:gd name="T6" fmla="*/ 132 w 9"/>
                  <a:gd name="T7" fmla="*/ 83 h 8"/>
                  <a:gd name="T8" fmla="*/ 59 w 9"/>
                  <a:gd name="T9" fmla="*/ 50 h 8"/>
                  <a:gd name="T10" fmla="*/ 0 w 9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2" y="3"/>
                    </a:moveTo>
                    <a:cubicBezTo>
                      <a:pt x="2" y="2"/>
                      <a:pt x="2" y="1"/>
                      <a:pt x="2" y="1"/>
                    </a:cubicBezTo>
                    <a:cubicBezTo>
                      <a:pt x="3" y="3"/>
                      <a:pt x="2" y="6"/>
                      <a:pt x="3" y="8"/>
                    </a:cubicBezTo>
                    <a:cubicBezTo>
                      <a:pt x="5" y="6"/>
                      <a:pt x="6" y="5"/>
                      <a:pt x="9" y="5"/>
                    </a:cubicBezTo>
                    <a:cubicBezTo>
                      <a:pt x="7" y="4"/>
                      <a:pt x="6" y="3"/>
                      <a:pt x="4" y="3"/>
                    </a:cubicBezTo>
                    <a:cubicBezTo>
                      <a:pt x="3" y="2"/>
                      <a:pt x="0" y="3"/>
                      <a:pt x="0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7" name="Freeform 547">
                <a:extLst>
                  <a:ext uri="{FF2B5EF4-FFF2-40B4-BE49-F238E27FC236}">
                    <a16:creationId xmlns:a16="http://schemas.microsoft.com/office/drawing/2014/main" id="{F65667C9-A4BC-48B8-A94C-7A5A1FA76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454"/>
                <a:ext cx="40" cy="20"/>
              </a:xfrm>
              <a:custGeom>
                <a:avLst/>
                <a:gdLst>
                  <a:gd name="T0" fmla="*/ 95 w 16"/>
                  <a:gd name="T1" fmla="*/ 63 h 8"/>
                  <a:gd name="T2" fmla="*/ 83 w 16"/>
                  <a:gd name="T3" fmla="*/ 20 h 8"/>
                  <a:gd name="T4" fmla="*/ 208 w 16"/>
                  <a:gd name="T5" fmla="*/ 125 h 8"/>
                  <a:gd name="T6" fmla="*/ 83 w 1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6" y="4"/>
                    </a:moveTo>
                    <a:cubicBezTo>
                      <a:pt x="6" y="3"/>
                      <a:pt x="5" y="2"/>
                      <a:pt x="5" y="1"/>
                    </a:cubicBezTo>
                    <a:cubicBezTo>
                      <a:pt x="0" y="8"/>
                      <a:pt x="13" y="2"/>
                      <a:pt x="13" y="8"/>
                    </a:cubicBezTo>
                    <a:cubicBezTo>
                      <a:pt x="16" y="3"/>
                      <a:pt x="5" y="4"/>
                      <a:pt x="5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8" name="Freeform 548">
                <a:extLst>
                  <a:ext uri="{FF2B5EF4-FFF2-40B4-BE49-F238E27FC236}">
                    <a16:creationId xmlns:a16="http://schemas.microsoft.com/office/drawing/2014/main" id="{712B3ED8-6C0D-44B0-97D9-6883717B0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3524"/>
                <a:ext cx="20" cy="37"/>
              </a:xfrm>
              <a:custGeom>
                <a:avLst/>
                <a:gdLst>
                  <a:gd name="T0" fmla="*/ 113 w 8"/>
                  <a:gd name="T1" fmla="*/ 62 h 15"/>
                  <a:gd name="T2" fmla="*/ 0 w 8"/>
                  <a:gd name="T3" fmla="*/ 183 h 15"/>
                  <a:gd name="T4" fmla="*/ 83 w 8"/>
                  <a:gd name="T5" fmla="*/ 224 h 15"/>
                  <a:gd name="T6" fmla="*/ 33 w 8"/>
                  <a:gd name="T7" fmla="*/ 121 h 15"/>
                  <a:gd name="T8" fmla="*/ 125 w 8"/>
                  <a:gd name="T9" fmla="*/ 74 h 15"/>
                  <a:gd name="T10" fmla="*/ 113 w 8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5">
                    <a:moveTo>
                      <a:pt x="7" y="4"/>
                    </a:moveTo>
                    <a:cubicBezTo>
                      <a:pt x="4" y="4"/>
                      <a:pt x="1" y="10"/>
                      <a:pt x="0" y="12"/>
                    </a:cubicBezTo>
                    <a:cubicBezTo>
                      <a:pt x="2" y="13"/>
                      <a:pt x="3" y="13"/>
                      <a:pt x="5" y="15"/>
                    </a:cubicBezTo>
                    <a:cubicBezTo>
                      <a:pt x="4" y="13"/>
                      <a:pt x="1" y="10"/>
                      <a:pt x="2" y="8"/>
                    </a:cubicBezTo>
                    <a:cubicBezTo>
                      <a:pt x="3" y="5"/>
                      <a:pt x="6" y="7"/>
                      <a:pt x="8" y="5"/>
                    </a:cubicBezTo>
                    <a:cubicBezTo>
                      <a:pt x="7" y="4"/>
                      <a:pt x="6" y="1"/>
                      <a:pt x="7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9" name="Freeform 549">
                <a:extLst>
                  <a:ext uri="{FF2B5EF4-FFF2-40B4-BE49-F238E27FC236}">
                    <a16:creationId xmlns:a16="http://schemas.microsoft.com/office/drawing/2014/main" id="{5F4C340D-BCE1-4E0D-B679-5DE15475B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581"/>
                <a:ext cx="18" cy="30"/>
              </a:xfrm>
              <a:custGeom>
                <a:avLst/>
                <a:gdLst>
                  <a:gd name="T0" fmla="*/ 67 w 7"/>
                  <a:gd name="T1" fmla="*/ 33 h 12"/>
                  <a:gd name="T2" fmla="*/ 67 w 7"/>
                  <a:gd name="T3" fmla="*/ 0 h 12"/>
                  <a:gd name="T4" fmla="*/ 21 w 7"/>
                  <a:gd name="T5" fmla="*/ 113 h 12"/>
                  <a:gd name="T6" fmla="*/ 118 w 7"/>
                  <a:gd name="T7" fmla="*/ 188 h 12"/>
                  <a:gd name="T8" fmla="*/ 54 w 7"/>
                  <a:gd name="T9" fmla="*/ 3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4" y="2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2" y="1"/>
                      <a:pt x="0" y="5"/>
                      <a:pt x="1" y="7"/>
                    </a:cubicBezTo>
                    <a:cubicBezTo>
                      <a:pt x="3" y="9"/>
                      <a:pt x="6" y="8"/>
                      <a:pt x="7" y="12"/>
                    </a:cubicBezTo>
                    <a:cubicBezTo>
                      <a:pt x="5" y="10"/>
                      <a:pt x="1" y="5"/>
                      <a:pt x="3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0" name="Freeform 550">
                <a:extLst>
                  <a:ext uri="{FF2B5EF4-FFF2-40B4-BE49-F238E27FC236}">
                    <a16:creationId xmlns:a16="http://schemas.microsoft.com/office/drawing/2014/main" id="{EC59CCB2-B8FC-41AA-8938-8868004DD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3619"/>
                <a:ext cx="15" cy="17"/>
              </a:xfrm>
              <a:custGeom>
                <a:avLst/>
                <a:gdLst>
                  <a:gd name="T0" fmla="*/ 50 w 6"/>
                  <a:gd name="T1" fmla="*/ 29 h 7"/>
                  <a:gd name="T2" fmla="*/ 0 w 6"/>
                  <a:gd name="T3" fmla="*/ 58 h 7"/>
                  <a:gd name="T4" fmla="*/ 95 w 6"/>
                  <a:gd name="T5" fmla="*/ 100 h 7"/>
                  <a:gd name="T6" fmla="*/ 63 w 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2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2" y="4"/>
                      <a:pt x="5" y="5"/>
                      <a:pt x="6" y="7"/>
                    </a:cubicBezTo>
                    <a:cubicBezTo>
                      <a:pt x="6" y="5"/>
                      <a:pt x="2" y="0"/>
                      <a:pt x="4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1" name="Freeform 551">
                <a:extLst>
                  <a:ext uri="{FF2B5EF4-FFF2-40B4-BE49-F238E27FC236}">
                    <a16:creationId xmlns:a16="http://schemas.microsoft.com/office/drawing/2014/main" id="{B8065562-BA9F-4732-A5AA-F0AA2A1E3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609"/>
                <a:ext cx="25" cy="25"/>
              </a:xfrm>
              <a:custGeom>
                <a:avLst/>
                <a:gdLst>
                  <a:gd name="T0" fmla="*/ 63 w 10"/>
                  <a:gd name="T1" fmla="*/ 95 h 10"/>
                  <a:gd name="T2" fmla="*/ 50 w 10"/>
                  <a:gd name="T3" fmla="*/ 83 h 10"/>
                  <a:gd name="T4" fmla="*/ 0 w 10"/>
                  <a:gd name="T5" fmla="*/ 158 h 10"/>
                  <a:gd name="T6" fmla="*/ 83 w 10"/>
                  <a:gd name="T7" fmla="*/ 125 h 10"/>
                  <a:gd name="T8" fmla="*/ 158 w 10"/>
                  <a:gd name="T9" fmla="*/ 125 h 10"/>
                  <a:gd name="T10" fmla="*/ 63 w 10"/>
                  <a:gd name="T11" fmla="*/ 0 h 10"/>
                  <a:gd name="T12" fmla="*/ 63 w 10"/>
                  <a:gd name="T13" fmla="*/ 5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4" y="6"/>
                    </a:moveTo>
                    <a:cubicBezTo>
                      <a:pt x="4" y="5"/>
                      <a:pt x="4" y="5"/>
                      <a:pt x="3" y="5"/>
                    </a:cubicBezTo>
                    <a:cubicBezTo>
                      <a:pt x="2" y="6"/>
                      <a:pt x="1" y="8"/>
                      <a:pt x="0" y="10"/>
                    </a:cubicBezTo>
                    <a:cubicBezTo>
                      <a:pt x="2" y="9"/>
                      <a:pt x="3" y="8"/>
                      <a:pt x="5" y="8"/>
                    </a:cubicBezTo>
                    <a:cubicBezTo>
                      <a:pt x="6" y="7"/>
                      <a:pt x="8" y="9"/>
                      <a:pt x="10" y="8"/>
                    </a:cubicBezTo>
                    <a:cubicBezTo>
                      <a:pt x="8" y="6"/>
                      <a:pt x="3" y="4"/>
                      <a:pt x="4" y="0"/>
                    </a:cubicBezTo>
                    <a:cubicBezTo>
                      <a:pt x="4" y="1"/>
                      <a:pt x="4" y="2"/>
                      <a:pt x="4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2" name="Freeform 552">
                <a:extLst>
                  <a:ext uri="{FF2B5EF4-FFF2-40B4-BE49-F238E27FC236}">
                    <a16:creationId xmlns:a16="http://schemas.microsoft.com/office/drawing/2014/main" id="{1C5CCD55-117E-4CE6-A1FA-769AB89E9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3641"/>
                <a:ext cx="13" cy="15"/>
              </a:xfrm>
              <a:custGeom>
                <a:avLst/>
                <a:gdLst>
                  <a:gd name="T0" fmla="*/ 21 w 5"/>
                  <a:gd name="T1" fmla="*/ 0 h 6"/>
                  <a:gd name="T2" fmla="*/ 88 w 5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0" y="4"/>
                      <a:pt x="3" y="3"/>
                      <a:pt x="5" y="6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3" name="Freeform 553">
                <a:extLst>
                  <a:ext uri="{FF2B5EF4-FFF2-40B4-BE49-F238E27FC236}">
                    <a16:creationId xmlns:a16="http://schemas.microsoft.com/office/drawing/2014/main" id="{E0EC2124-4444-43DF-B971-6142DFFC8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3664"/>
                <a:ext cx="18" cy="30"/>
              </a:xfrm>
              <a:custGeom>
                <a:avLst/>
                <a:gdLst>
                  <a:gd name="T0" fmla="*/ 67 w 7"/>
                  <a:gd name="T1" fmla="*/ 83 h 12"/>
                  <a:gd name="T2" fmla="*/ 67 w 7"/>
                  <a:gd name="T3" fmla="*/ 63 h 12"/>
                  <a:gd name="T4" fmla="*/ 0 w 7"/>
                  <a:gd name="T5" fmla="*/ 125 h 12"/>
                  <a:gd name="T6" fmla="*/ 85 w 7"/>
                  <a:gd name="T7" fmla="*/ 188 h 12"/>
                  <a:gd name="T8" fmla="*/ 100 w 7"/>
                  <a:gd name="T9" fmla="*/ 20 h 12"/>
                  <a:gd name="T10" fmla="*/ 118 w 7"/>
                  <a:gd name="T11" fmla="*/ 20 h 12"/>
                  <a:gd name="T12" fmla="*/ 85 w 7"/>
                  <a:gd name="T13" fmla="*/ 6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4" y="5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3" y="5"/>
                      <a:pt x="2" y="7"/>
                      <a:pt x="0" y="8"/>
                    </a:cubicBezTo>
                    <a:cubicBezTo>
                      <a:pt x="2" y="8"/>
                      <a:pt x="4" y="10"/>
                      <a:pt x="5" y="12"/>
                    </a:cubicBezTo>
                    <a:cubicBezTo>
                      <a:pt x="4" y="9"/>
                      <a:pt x="4" y="3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3" y="0"/>
                      <a:pt x="1" y="2"/>
                      <a:pt x="5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4" name="Freeform 554">
                <a:extLst>
                  <a:ext uri="{FF2B5EF4-FFF2-40B4-BE49-F238E27FC236}">
                    <a16:creationId xmlns:a16="http://schemas.microsoft.com/office/drawing/2014/main" id="{53777D08-93E9-445F-9D3D-12401459E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684"/>
                <a:ext cx="13" cy="22"/>
              </a:xfrm>
              <a:custGeom>
                <a:avLst/>
                <a:gdLst>
                  <a:gd name="T0" fmla="*/ 0 w 5"/>
                  <a:gd name="T1" fmla="*/ 59 h 9"/>
                  <a:gd name="T2" fmla="*/ 21 w 5"/>
                  <a:gd name="T3" fmla="*/ 42 h 9"/>
                  <a:gd name="T4" fmla="*/ 34 w 5"/>
                  <a:gd name="T5" fmla="*/ 132 h 9"/>
                  <a:gd name="T6" fmla="*/ 68 w 5"/>
                  <a:gd name="T7" fmla="*/ 0 h 9"/>
                  <a:gd name="T8" fmla="*/ 88 w 5"/>
                  <a:gd name="T9" fmla="*/ 71 h 9"/>
                  <a:gd name="T10" fmla="*/ 34 w 5"/>
                  <a:gd name="T11" fmla="*/ 4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0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0" y="5"/>
                      <a:pt x="0" y="7"/>
                      <a:pt x="2" y="9"/>
                    </a:cubicBezTo>
                    <a:cubicBezTo>
                      <a:pt x="1" y="6"/>
                      <a:pt x="0" y="0"/>
                      <a:pt x="4" y="0"/>
                    </a:cubicBezTo>
                    <a:cubicBezTo>
                      <a:pt x="4" y="2"/>
                      <a:pt x="4" y="3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5" name="Freeform 555">
                <a:extLst>
                  <a:ext uri="{FF2B5EF4-FFF2-40B4-BE49-F238E27FC236}">
                    <a16:creationId xmlns:a16="http://schemas.microsoft.com/office/drawing/2014/main" id="{A2F53F15-CE72-4EA6-9F44-7A84708AF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721"/>
                <a:ext cx="12" cy="23"/>
              </a:xfrm>
              <a:custGeom>
                <a:avLst/>
                <a:gdLst>
                  <a:gd name="T0" fmla="*/ 29 w 5"/>
                  <a:gd name="T1" fmla="*/ 20 h 9"/>
                  <a:gd name="T2" fmla="*/ 0 w 5"/>
                  <a:gd name="T3" fmla="*/ 84 h 9"/>
                  <a:gd name="T4" fmla="*/ 41 w 5"/>
                  <a:gd name="T5" fmla="*/ 151 h 9"/>
                  <a:gd name="T6" fmla="*/ 70 w 5"/>
                  <a:gd name="T7" fmla="*/ 66 h 9"/>
                  <a:gd name="T8" fmla="*/ 70 w 5"/>
                  <a:gd name="T9" fmla="*/ 84 h 9"/>
                  <a:gd name="T10" fmla="*/ 58 w 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2" y="1"/>
                    </a:moveTo>
                    <a:cubicBezTo>
                      <a:pt x="2" y="1"/>
                      <a:pt x="1" y="4"/>
                      <a:pt x="0" y="5"/>
                    </a:cubicBezTo>
                    <a:cubicBezTo>
                      <a:pt x="2" y="5"/>
                      <a:pt x="2" y="7"/>
                      <a:pt x="3" y="9"/>
                    </a:cubicBezTo>
                    <a:cubicBezTo>
                      <a:pt x="2" y="7"/>
                      <a:pt x="3" y="4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3" y="4"/>
                      <a:pt x="2" y="1"/>
                      <a:pt x="4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6" name="Freeform 556">
                <a:extLst>
                  <a:ext uri="{FF2B5EF4-FFF2-40B4-BE49-F238E27FC236}">
                    <a16:creationId xmlns:a16="http://schemas.microsoft.com/office/drawing/2014/main" id="{04F56BF9-9716-4E50-AE8E-C2C551BAF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706"/>
                <a:ext cx="7" cy="13"/>
              </a:xfrm>
              <a:custGeom>
                <a:avLst/>
                <a:gdLst>
                  <a:gd name="T0" fmla="*/ 28 w 3"/>
                  <a:gd name="T1" fmla="*/ 0 h 5"/>
                  <a:gd name="T2" fmla="*/ 0 w 3"/>
                  <a:gd name="T3" fmla="*/ 55 h 5"/>
                  <a:gd name="T4" fmla="*/ 37 w 3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1" y="3"/>
                      <a:pt x="3" y="3"/>
                      <a:pt x="3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7" name="Freeform 557">
                <a:extLst>
                  <a:ext uri="{FF2B5EF4-FFF2-40B4-BE49-F238E27FC236}">
                    <a16:creationId xmlns:a16="http://schemas.microsoft.com/office/drawing/2014/main" id="{4E9FC375-A4CA-4CD2-ADF7-18256336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3771"/>
                <a:ext cx="27" cy="15"/>
              </a:xfrm>
              <a:custGeom>
                <a:avLst/>
                <a:gdLst>
                  <a:gd name="T0" fmla="*/ 29 w 11"/>
                  <a:gd name="T1" fmla="*/ 33 h 6"/>
                  <a:gd name="T2" fmla="*/ 0 w 11"/>
                  <a:gd name="T3" fmla="*/ 50 h 6"/>
                  <a:gd name="T4" fmla="*/ 29 w 11"/>
                  <a:gd name="T5" fmla="*/ 63 h 6"/>
                  <a:gd name="T6" fmla="*/ 120 w 11"/>
                  <a:gd name="T7" fmla="*/ 95 h 6"/>
                  <a:gd name="T8" fmla="*/ 162 w 11"/>
                  <a:gd name="T9" fmla="*/ 50 h 6"/>
                  <a:gd name="T10" fmla="*/ 103 w 11"/>
                  <a:gd name="T11" fmla="*/ 83 h 6"/>
                  <a:gd name="T12" fmla="*/ 103 w 11"/>
                  <a:gd name="T13" fmla="*/ 0 h 6"/>
                  <a:gd name="T14" fmla="*/ 61 w 11"/>
                  <a:gd name="T15" fmla="*/ 3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2" y="2"/>
                    </a:moveTo>
                    <a:cubicBezTo>
                      <a:pt x="2" y="2"/>
                      <a:pt x="0" y="2"/>
                      <a:pt x="0" y="3"/>
                    </a:cubicBezTo>
                    <a:cubicBezTo>
                      <a:pt x="1" y="5"/>
                      <a:pt x="1" y="3"/>
                      <a:pt x="2" y="4"/>
                    </a:cubicBezTo>
                    <a:cubicBezTo>
                      <a:pt x="3" y="5"/>
                      <a:pt x="6" y="6"/>
                      <a:pt x="8" y="6"/>
                    </a:cubicBezTo>
                    <a:cubicBezTo>
                      <a:pt x="9" y="5"/>
                      <a:pt x="10" y="4"/>
                      <a:pt x="11" y="3"/>
                    </a:cubicBezTo>
                    <a:cubicBezTo>
                      <a:pt x="11" y="4"/>
                      <a:pt x="8" y="6"/>
                      <a:pt x="7" y="5"/>
                    </a:cubicBezTo>
                    <a:cubicBezTo>
                      <a:pt x="5" y="4"/>
                      <a:pt x="6" y="1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8" name="Freeform 558">
                <a:extLst>
                  <a:ext uri="{FF2B5EF4-FFF2-40B4-BE49-F238E27FC236}">
                    <a16:creationId xmlns:a16="http://schemas.microsoft.com/office/drawing/2014/main" id="{ADA8B7C7-146F-447B-943D-232999971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789"/>
                <a:ext cx="10" cy="7"/>
              </a:xfrm>
              <a:custGeom>
                <a:avLst/>
                <a:gdLst>
                  <a:gd name="T0" fmla="*/ 50 w 4"/>
                  <a:gd name="T1" fmla="*/ 12 h 3"/>
                  <a:gd name="T2" fmla="*/ 50 w 4"/>
                  <a:gd name="T3" fmla="*/ 0 h 3"/>
                  <a:gd name="T4" fmla="*/ 0 w 4"/>
                  <a:gd name="T5" fmla="*/ 37 h 3"/>
                  <a:gd name="T6" fmla="*/ 63 w 4"/>
                  <a:gd name="T7" fmla="*/ 3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2" y="3"/>
                      <a:pt x="4" y="1"/>
                      <a:pt x="4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9" name="Freeform 559">
                <a:extLst>
                  <a:ext uri="{FF2B5EF4-FFF2-40B4-BE49-F238E27FC236}">
                    <a16:creationId xmlns:a16="http://schemas.microsoft.com/office/drawing/2014/main" id="{A9F852BE-5673-43FD-ADC9-A9F0DD13F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3566"/>
                <a:ext cx="12" cy="20"/>
              </a:xfrm>
              <a:custGeom>
                <a:avLst/>
                <a:gdLst>
                  <a:gd name="T0" fmla="*/ 0 w 5"/>
                  <a:gd name="T1" fmla="*/ 33 h 8"/>
                  <a:gd name="T2" fmla="*/ 70 w 5"/>
                  <a:gd name="T3" fmla="*/ 113 h 8"/>
                  <a:gd name="T4" fmla="*/ 29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2"/>
                    </a:moveTo>
                    <a:cubicBezTo>
                      <a:pt x="0" y="6"/>
                      <a:pt x="1" y="8"/>
                      <a:pt x="5" y="7"/>
                    </a:cubicBezTo>
                    <a:cubicBezTo>
                      <a:pt x="3" y="5"/>
                      <a:pt x="2" y="2"/>
                      <a:pt x="2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0" name="Freeform 560">
                <a:extLst>
                  <a:ext uri="{FF2B5EF4-FFF2-40B4-BE49-F238E27FC236}">
                    <a16:creationId xmlns:a16="http://schemas.microsoft.com/office/drawing/2014/main" id="{C00F6F6C-A429-4B5E-967F-48B78A766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3801"/>
                <a:ext cx="15" cy="20"/>
              </a:xfrm>
              <a:custGeom>
                <a:avLst/>
                <a:gdLst>
                  <a:gd name="T0" fmla="*/ 50 w 6"/>
                  <a:gd name="T1" fmla="*/ 33 h 8"/>
                  <a:gd name="T2" fmla="*/ 50 w 6"/>
                  <a:gd name="T3" fmla="*/ 20 h 8"/>
                  <a:gd name="T4" fmla="*/ 0 w 6"/>
                  <a:gd name="T5" fmla="*/ 95 h 8"/>
                  <a:gd name="T6" fmla="*/ 95 w 6"/>
                  <a:gd name="T7" fmla="*/ 125 h 8"/>
                  <a:gd name="T8" fmla="*/ 50 w 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3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3" y="6"/>
                      <a:pt x="4" y="6"/>
                      <a:pt x="6" y="8"/>
                    </a:cubicBezTo>
                    <a:cubicBezTo>
                      <a:pt x="4" y="6"/>
                      <a:pt x="1" y="3"/>
                      <a:pt x="3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1" name="Freeform 561">
                <a:extLst>
                  <a:ext uri="{FF2B5EF4-FFF2-40B4-BE49-F238E27FC236}">
                    <a16:creationId xmlns:a16="http://schemas.microsoft.com/office/drawing/2014/main" id="{A53AD494-DC9C-4EDD-A6B4-206B361E6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794"/>
                <a:ext cx="25" cy="42"/>
              </a:xfrm>
              <a:custGeom>
                <a:avLst/>
                <a:gdLst>
                  <a:gd name="T0" fmla="*/ 50 w 10"/>
                  <a:gd name="T1" fmla="*/ 121 h 17"/>
                  <a:gd name="T2" fmla="*/ 0 w 10"/>
                  <a:gd name="T3" fmla="*/ 183 h 17"/>
                  <a:gd name="T4" fmla="*/ 95 w 10"/>
                  <a:gd name="T5" fmla="*/ 257 h 17"/>
                  <a:gd name="T6" fmla="*/ 158 w 10"/>
                  <a:gd name="T7" fmla="*/ 30 h 17"/>
                  <a:gd name="T8" fmla="*/ 95 w 10"/>
                  <a:gd name="T9" fmla="*/ 12 h 17"/>
                  <a:gd name="T10" fmla="*/ 113 w 10"/>
                  <a:gd name="T11" fmla="*/ 7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7">
                    <a:moveTo>
                      <a:pt x="3" y="8"/>
                    </a:moveTo>
                    <a:cubicBezTo>
                      <a:pt x="2" y="9"/>
                      <a:pt x="0" y="11"/>
                      <a:pt x="0" y="12"/>
                    </a:cubicBezTo>
                    <a:cubicBezTo>
                      <a:pt x="3" y="11"/>
                      <a:pt x="4" y="15"/>
                      <a:pt x="6" y="17"/>
                    </a:cubicBezTo>
                    <a:cubicBezTo>
                      <a:pt x="4" y="12"/>
                      <a:pt x="4" y="3"/>
                      <a:pt x="10" y="2"/>
                    </a:cubicBezTo>
                    <a:cubicBezTo>
                      <a:pt x="9" y="1"/>
                      <a:pt x="6" y="0"/>
                      <a:pt x="6" y="1"/>
                    </a:cubicBezTo>
                    <a:cubicBezTo>
                      <a:pt x="5" y="2"/>
                      <a:pt x="7" y="5"/>
                      <a:pt x="7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2" name="Freeform 562">
                <a:extLst>
                  <a:ext uri="{FF2B5EF4-FFF2-40B4-BE49-F238E27FC236}">
                    <a16:creationId xmlns:a16="http://schemas.microsoft.com/office/drawing/2014/main" id="{2734B847-2804-4782-835C-728B9E5A3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3824"/>
                <a:ext cx="28" cy="27"/>
              </a:xfrm>
              <a:custGeom>
                <a:avLst/>
                <a:gdLst>
                  <a:gd name="T0" fmla="*/ 97 w 11"/>
                  <a:gd name="T1" fmla="*/ 42 h 11"/>
                  <a:gd name="T2" fmla="*/ 84 w 11"/>
                  <a:gd name="T3" fmla="*/ 150 h 11"/>
                  <a:gd name="T4" fmla="*/ 0 w 11"/>
                  <a:gd name="T5" fmla="*/ 91 h 11"/>
                  <a:gd name="T6" fmla="*/ 163 w 11"/>
                  <a:gd name="T7" fmla="*/ 162 h 11"/>
                  <a:gd name="T8" fmla="*/ 181 w 11"/>
                  <a:gd name="T9" fmla="*/ 61 h 11"/>
                  <a:gd name="T10" fmla="*/ 117 w 11"/>
                  <a:gd name="T11" fmla="*/ 91 h 11"/>
                  <a:gd name="T12" fmla="*/ 117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6" y="3"/>
                    </a:moveTo>
                    <a:cubicBezTo>
                      <a:pt x="4" y="4"/>
                      <a:pt x="5" y="8"/>
                      <a:pt x="5" y="10"/>
                    </a:cubicBezTo>
                    <a:cubicBezTo>
                      <a:pt x="3" y="9"/>
                      <a:pt x="2" y="7"/>
                      <a:pt x="0" y="6"/>
                    </a:cubicBezTo>
                    <a:cubicBezTo>
                      <a:pt x="1" y="10"/>
                      <a:pt x="8" y="8"/>
                      <a:pt x="10" y="11"/>
                    </a:cubicBezTo>
                    <a:cubicBezTo>
                      <a:pt x="10" y="9"/>
                      <a:pt x="10" y="6"/>
                      <a:pt x="11" y="4"/>
                    </a:cubicBezTo>
                    <a:cubicBezTo>
                      <a:pt x="10" y="5"/>
                      <a:pt x="8" y="7"/>
                      <a:pt x="7" y="6"/>
                    </a:cubicBezTo>
                    <a:cubicBezTo>
                      <a:pt x="6" y="5"/>
                      <a:pt x="7" y="1"/>
                      <a:pt x="7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3" name="Freeform 563">
                <a:extLst>
                  <a:ext uri="{FF2B5EF4-FFF2-40B4-BE49-F238E27FC236}">
                    <a16:creationId xmlns:a16="http://schemas.microsoft.com/office/drawing/2014/main" id="{A5BB049A-ABB7-4CE9-B037-0A545F353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3791"/>
                <a:ext cx="22" cy="23"/>
              </a:xfrm>
              <a:custGeom>
                <a:avLst/>
                <a:gdLst>
                  <a:gd name="T0" fmla="*/ 42 w 9"/>
                  <a:gd name="T1" fmla="*/ 20 h 9"/>
                  <a:gd name="T2" fmla="*/ 29 w 9"/>
                  <a:gd name="T3" fmla="*/ 0 h 9"/>
                  <a:gd name="T4" fmla="*/ 0 w 9"/>
                  <a:gd name="T5" fmla="*/ 66 h 9"/>
                  <a:gd name="T6" fmla="*/ 71 w 9"/>
                  <a:gd name="T7" fmla="*/ 130 h 9"/>
                  <a:gd name="T8" fmla="*/ 120 w 9"/>
                  <a:gd name="T9" fmla="*/ 51 h 9"/>
                  <a:gd name="T10" fmla="*/ 132 w 9"/>
                  <a:gd name="T11" fmla="*/ 84 h 9"/>
                  <a:gd name="T12" fmla="*/ 103 w 9"/>
                  <a:gd name="T13" fmla="*/ 84 h 9"/>
                  <a:gd name="T14" fmla="*/ 120 w 9"/>
                  <a:gd name="T15" fmla="*/ 84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4" y="4"/>
                      <a:pt x="7" y="5"/>
                      <a:pt x="5" y="8"/>
                    </a:cubicBezTo>
                    <a:cubicBezTo>
                      <a:pt x="9" y="9"/>
                      <a:pt x="9" y="5"/>
                      <a:pt x="8" y="3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6"/>
                      <a:pt x="7" y="6"/>
                      <a:pt x="7" y="5"/>
                    </a:cubicBezTo>
                    <a:cubicBezTo>
                      <a:pt x="7" y="4"/>
                      <a:pt x="7" y="5"/>
                      <a:pt x="8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4" name="Freeform 564">
                <a:extLst>
                  <a:ext uri="{FF2B5EF4-FFF2-40B4-BE49-F238E27FC236}">
                    <a16:creationId xmlns:a16="http://schemas.microsoft.com/office/drawing/2014/main" id="{E5924E9D-D385-41AC-96A8-750C06FF8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819"/>
                <a:ext cx="22" cy="27"/>
              </a:xfrm>
              <a:custGeom>
                <a:avLst/>
                <a:gdLst>
                  <a:gd name="T0" fmla="*/ 42 w 9"/>
                  <a:gd name="T1" fmla="*/ 12 h 11"/>
                  <a:gd name="T2" fmla="*/ 0 w 9"/>
                  <a:gd name="T3" fmla="*/ 42 h 11"/>
                  <a:gd name="T4" fmla="*/ 59 w 9"/>
                  <a:gd name="T5" fmla="*/ 42 h 11"/>
                  <a:gd name="T6" fmla="*/ 71 w 9"/>
                  <a:gd name="T7" fmla="*/ 103 h 11"/>
                  <a:gd name="T8" fmla="*/ 132 w 9"/>
                  <a:gd name="T9" fmla="*/ 42 h 11"/>
                  <a:gd name="T10" fmla="*/ 120 w 9"/>
                  <a:gd name="T11" fmla="*/ 7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3" y="1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1" y="3"/>
                      <a:pt x="3" y="2"/>
                      <a:pt x="4" y="3"/>
                    </a:cubicBezTo>
                    <a:cubicBezTo>
                      <a:pt x="6" y="4"/>
                      <a:pt x="5" y="6"/>
                      <a:pt x="5" y="7"/>
                    </a:cubicBezTo>
                    <a:cubicBezTo>
                      <a:pt x="8" y="11"/>
                      <a:pt x="8" y="5"/>
                      <a:pt x="9" y="3"/>
                    </a:cubicBezTo>
                    <a:cubicBezTo>
                      <a:pt x="9" y="4"/>
                      <a:pt x="8" y="4"/>
                      <a:pt x="8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5" name="Freeform 565">
                <a:extLst>
                  <a:ext uri="{FF2B5EF4-FFF2-40B4-BE49-F238E27FC236}">
                    <a16:creationId xmlns:a16="http://schemas.microsoft.com/office/drawing/2014/main" id="{3563AFEA-41C6-4AE4-9B2A-E2B1AB7CE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796"/>
                <a:ext cx="17" cy="8"/>
              </a:xfrm>
              <a:custGeom>
                <a:avLst/>
                <a:gdLst>
                  <a:gd name="T0" fmla="*/ 29 w 7"/>
                  <a:gd name="T1" fmla="*/ 35 h 3"/>
                  <a:gd name="T2" fmla="*/ 0 w 7"/>
                  <a:gd name="T3" fmla="*/ 35 h 3"/>
                  <a:gd name="T4" fmla="*/ 100 w 7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3" y="1"/>
                      <a:pt x="6" y="0"/>
                      <a:pt x="7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6" name="Freeform 566">
                <a:extLst>
                  <a:ext uri="{FF2B5EF4-FFF2-40B4-BE49-F238E27FC236}">
                    <a16:creationId xmlns:a16="http://schemas.microsoft.com/office/drawing/2014/main" id="{852D1B46-62F0-441A-91D8-9EB072AD1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3846"/>
                <a:ext cx="25" cy="20"/>
              </a:xfrm>
              <a:custGeom>
                <a:avLst/>
                <a:gdLst>
                  <a:gd name="T0" fmla="*/ 33 w 10"/>
                  <a:gd name="T1" fmla="*/ 50 h 8"/>
                  <a:gd name="T2" fmla="*/ 33 w 10"/>
                  <a:gd name="T3" fmla="*/ 0 h 8"/>
                  <a:gd name="T4" fmla="*/ 20 w 10"/>
                  <a:gd name="T5" fmla="*/ 83 h 8"/>
                  <a:gd name="T6" fmla="*/ 83 w 10"/>
                  <a:gd name="T7" fmla="*/ 125 h 8"/>
                  <a:gd name="T8" fmla="*/ 158 w 10"/>
                  <a:gd name="T9" fmla="*/ 50 h 8"/>
                  <a:gd name="T10" fmla="*/ 50 w 10"/>
                  <a:gd name="T11" fmla="*/ 3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2" y="3"/>
                    </a:moveTo>
                    <a:cubicBezTo>
                      <a:pt x="2" y="2"/>
                      <a:pt x="2" y="1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ubicBezTo>
                      <a:pt x="2" y="7"/>
                      <a:pt x="4" y="7"/>
                      <a:pt x="5" y="8"/>
                    </a:cubicBezTo>
                    <a:cubicBezTo>
                      <a:pt x="5" y="5"/>
                      <a:pt x="8" y="4"/>
                      <a:pt x="10" y="3"/>
                    </a:cubicBezTo>
                    <a:cubicBezTo>
                      <a:pt x="7" y="7"/>
                      <a:pt x="4" y="6"/>
                      <a:pt x="3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7" name="Freeform 567">
                <a:extLst>
                  <a:ext uri="{FF2B5EF4-FFF2-40B4-BE49-F238E27FC236}">
                    <a16:creationId xmlns:a16="http://schemas.microsoft.com/office/drawing/2014/main" id="{7E90F3B8-7CB5-4C01-8186-7C3636666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859"/>
                <a:ext cx="18" cy="12"/>
              </a:xfrm>
              <a:custGeom>
                <a:avLst/>
                <a:gdLst>
                  <a:gd name="T0" fmla="*/ 21 w 7"/>
                  <a:gd name="T1" fmla="*/ 12 h 5"/>
                  <a:gd name="T2" fmla="*/ 100 w 7"/>
                  <a:gd name="T3" fmla="*/ 41 h 5"/>
                  <a:gd name="T4" fmla="*/ 118 w 7"/>
                  <a:gd name="T5" fmla="*/ 12 h 5"/>
                  <a:gd name="T6" fmla="*/ 100 w 7"/>
                  <a:gd name="T7" fmla="*/ 0 h 5"/>
                  <a:gd name="T8" fmla="*/ 54 w 7"/>
                  <a:gd name="T9" fmla="*/ 29 h 5"/>
                  <a:gd name="T10" fmla="*/ 54 w 7"/>
                  <a:gd name="T11" fmla="*/ 2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1"/>
                    </a:moveTo>
                    <a:cubicBezTo>
                      <a:pt x="0" y="5"/>
                      <a:pt x="4" y="3"/>
                      <a:pt x="6" y="3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7" y="1"/>
                      <a:pt x="6" y="1"/>
                      <a:pt x="6" y="0"/>
                    </a:cubicBezTo>
                    <a:cubicBezTo>
                      <a:pt x="5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8" name="Freeform 568">
                <a:extLst>
                  <a:ext uri="{FF2B5EF4-FFF2-40B4-BE49-F238E27FC236}">
                    <a16:creationId xmlns:a16="http://schemas.microsoft.com/office/drawing/2014/main" id="{4931A7CE-57A1-46B8-B03B-8C3126674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3826"/>
                <a:ext cx="15" cy="28"/>
              </a:xfrm>
              <a:custGeom>
                <a:avLst/>
                <a:gdLst>
                  <a:gd name="T0" fmla="*/ 63 w 6"/>
                  <a:gd name="T1" fmla="*/ 84 h 11"/>
                  <a:gd name="T2" fmla="*/ 83 w 6"/>
                  <a:gd name="T3" fmla="*/ 0 h 11"/>
                  <a:gd name="T4" fmla="*/ 63 w 6"/>
                  <a:gd name="T5" fmla="*/ 181 h 11"/>
                  <a:gd name="T6" fmla="*/ 63 w 6"/>
                  <a:gd name="T7" fmla="*/ 11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4" y="5"/>
                    </a:moveTo>
                    <a:cubicBezTo>
                      <a:pt x="0" y="3"/>
                      <a:pt x="0" y="1"/>
                      <a:pt x="5" y="0"/>
                    </a:cubicBezTo>
                    <a:cubicBezTo>
                      <a:pt x="0" y="4"/>
                      <a:pt x="6" y="6"/>
                      <a:pt x="4" y="11"/>
                    </a:cubicBezTo>
                    <a:cubicBezTo>
                      <a:pt x="3" y="10"/>
                      <a:pt x="2" y="8"/>
                      <a:pt x="4" y="7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9" name="Freeform 569">
                <a:extLst>
                  <a:ext uri="{FF2B5EF4-FFF2-40B4-BE49-F238E27FC236}">
                    <a16:creationId xmlns:a16="http://schemas.microsoft.com/office/drawing/2014/main" id="{3737379F-A304-4390-B15F-5C53ECDCF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836"/>
                <a:ext cx="27" cy="20"/>
              </a:xfrm>
              <a:custGeom>
                <a:avLst/>
                <a:gdLst>
                  <a:gd name="T0" fmla="*/ 12 w 11"/>
                  <a:gd name="T1" fmla="*/ 33 h 8"/>
                  <a:gd name="T2" fmla="*/ 0 w 11"/>
                  <a:gd name="T3" fmla="*/ 20 h 8"/>
                  <a:gd name="T4" fmla="*/ 71 w 11"/>
                  <a:gd name="T5" fmla="*/ 0 h 8"/>
                  <a:gd name="T6" fmla="*/ 103 w 11"/>
                  <a:gd name="T7" fmla="*/ 125 h 8"/>
                  <a:gd name="T8" fmla="*/ 61 w 11"/>
                  <a:gd name="T9" fmla="*/ 95 h 8"/>
                  <a:gd name="T10" fmla="*/ 162 w 11"/>
                  <a:gd name="T11" fmla="*/ 3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1" y="2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4" y="4"/>
                      <a:pt x="9" y="5"/>
                      <a:pt x="7" y="8"/>
                    </a:cubicBezTo>
                    <a:cubicBezTo>
                      <a:pt x="6" y="7"/>
                      <a:pt x="5" y="7"/>
                      <a:pt x="4" y="6"/>
                    </a:cubicBezTo>
                    <a:cubicBezTo>
                      <a:pt x="7" y="3"/>
                      <a:pt x="9" y="2"/>
                      <a:pt x="11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0" name="Freeform 570">
                <a:extLst>
                  <a:ext uri="{FF2B5EF4-FFF2-40B4-BE49-F238E27FC236}">
                    <a16:creationId xmlns:a16="http://schemas.microsoft.com/office/drawing/2014/main" id="{A828A156-ED1C-44F9-9F95-A36CB8B05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3749"/>
                <a:ext cx="10" cy="22"/>
              </a:xfrm>
              <a:custGeom>
                <a:avLst/>
                <a:gdLst>
                  <a:gd name="T0" fmla="*/ 63 w 4"/>
                  <a:gd name="T1" fmla="*/ 12 h 9"/>
                  <a:gd name="T2" fmla="*/ 63 w 4"/>
                  <a:gd name="T3" fmla="*/ 0 h 9"/>
                  <a:gd name="T4" fmla="*/ 0 w 4"/>
                  <a:gd name="T5" fmla="*/ 42 h 9"/>
                  <a:gd name="T6" fmla="*/ 20 w 4"/>
                  <a:gd name="T7" fmla="*/ 132 h 9"/>
                  <a:gd name="T8" fmla="*/ 50 w 4"/>
                  <a:gd name="T9" fmla="*/ 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4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3" y="2"/>
                      <a:pt x="3" y="7"/>
                      <a:pt x="1" y="9"/>
                    </a:cubicBezTo>
                    <a:cubicBezTo>
                      <a:pt x="3" y="6"/>
                      <a:pt x="1" y="2"/>
                      <a:pt x="3" y="1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1" name="Freeform 571">
                <a:extLst>
                  <a:ext uri="{FF2B5EF4-FFF2-40B4-BE49-F238E27FC236}">
                    <a16:creationId xmlns:a16="http://schemas.microsoft.com/office/drawing/2014/main" id="{A833918F-8D75-4749-BDC4-6E45FB67C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3734"/>
                <a:ext cx="13" cy="7"/>
              </a:xfrm>
              <a:custGeom>
                <a:avLst/>
                <a:gdLst>
                  <a:gd name="T0" fmla="*/ 88 w 5"/>
                  <a:gd name="T1" fmla="*/ 0 h 3"/>
                  <a:gd name="T2" fmla="*/ 0 w 5"/>
                  <a:gd name="T3" fmla="*/ 12 h 3"/>
                  <a:gd name="T4" fmla="*/ 88 w 5"/>
                  <a:gd name="T5" fmla="*/ 12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1" y="2"/>
                      <a:pt x="4" y="3"/>
                      <a:pt x="5" y="1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2" name="Freeform 572">
                <a:extLst>
                  <a:ext uri="{FF2B5EF4-FFF2-40B4-BE49-F238E27FC236}">
                    <a16:creationId xmlns:a16="http://schemas.microsoft.com/office/drawing/2014/main" id="{52B84FF1-44F6-4D1E-8594-3492A6D52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696"/>
                <a:ext cx="17" cy="18"/>
              </a:xfrm>
              <a:custGeom>
                <a:avLst/>
                <a:gdLst>
                  <a:gd name="T0" fmla="*/ 87 w 7"/>
                  <a:gd name="T1" fmla="*/ 33 h 7"/>
                  <a:gd name="T2" fmla="*/ 58 w 7"/>
                  <a:gd name="T3" fmla="*/ 54 h 7"/>
                  <a:gd name="T4" fmla="*/ 100 w 7"/>
                  <a:gd name="T5" fmla="*/ 0 h 7"/>
                  <a:gd name="T6" fmla="*/ 100 w 7"/>
                  <a:gd name="T7" fmla="*/ 118 h 7"/>
                  <a:gd name="T8" fmla="*/ 0 w 7"/>
                  <a:gd name="T9" fmla="*/ 85 h 7"/>
                  <a:gd name="T10" fmla="*/ 58 w 7"/>
                  <a:gd name="T11" fmla="*/ 3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6" y="2"/>
                    </a:moveTo>
                    <a:cubicBezTo>
                      <a:pt x="5" y="2"/>
                      <a:pt x="5" y="3"/>
                      <a:pt x="4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7" y="2"/>
                      <a:pt x="6" y="4"/>
                      <a:pt x="7" y="7"/>
                    </a:cubicBezTo>
                    <a:cubicBezTo>
                      <a:pt x="6" y="4"/>
                      <a:pt x="3" y="4"/>
                      <a:pt x="0" y="5"/>
                    </a:cubicBezTo>
                    <a:cubicBezTo>
                      <a:pt x="2" y="5"/>
                      <a:pt x="2" y="2"/>
                      <a:pt x="4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3" name="Freeform 573">
                <a:extLst>
                  <a:ext uri="{FF2B5EF4-FFF2-40B4-BE49-F238E27FC236}">
                    <a16:creationId xmlns:a16="http://schemas.microsoft.com/office/drawing/2014/main" id="{22653E33-5631-47DC-95A8-BB29932E4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3699"/>
                <a:ext cx="12" cy="17"/>
              </a:xfrm>
              <a:custGeom>
                <a:avLst/>
                <a:gdLst>
                  <a:gd name="T0" fmla="*/ 70 w 5"/>
                  <a:gd name="T1" fmla="*/ 58 h 7"/>
                  <a:gd name="T2" fmla="*/ 12 w 5"/>
                  <a:gd name="T3" fmla="*/ 0 h 7"/>
                  <a:gd name="T4" fmla="*/ 41 w 5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cubicBezTo>
                      <a:pt x="4" y="2"/>
                      <a:pt x="0" y="3"/>
                      <a:pt x="1" y="0"/>
                    </a:cubicBezTo>
                    <a:cubicBezTo>
                      <a:pt x="0" y="3"/>
                      <a:pt x="0" y="6"/>
                      <a:pt x="3" y="7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4" name="Freeform 574">
                <a:extLst>
                  <a:ext uri="{FF2B5EF4-FFF2-40B4-BE49-F238E27FC236}">
                    <a16:creationId xmlns:a16="http://schemas.microsoft.com/office/drawing/2014/main" id="{B0B134C0-980C-4C7A-953F-417C8CB58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754"/>
                <a:ext cx="15" cy="25"/>
              </a:xfrm>
              <a:custGeom>
                <a:avLst/>
                <a:gdLst>
                  <a:gd name="T0" fmla="*/ 95 w 6"/>
                  <a:gd name="T1" fmla="*/ 63 h 10"/>
                  <a:gd name="T2" fmla="*/ 0 w 6"/>
                  <a:gd name="T3" fmla="*/ 33 h 10"/>
                  <a:gd name="T4" fmla="*/ 50 w 6"/>
                  <a:gd name="T5" fmla="*/ 1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6" y="4"/>
                    </a:moveTo>
                    <a:cubicBezTo>
                      <a:pt x="6" y="0"/>
                      <a:pt x="2" y="2"/>
                      <a:pt x="0" y="2"/>
                    </a:cubicBezTo>
                    <a:cubicBezTo>
                      <a:pt x="3" y="3"/>
                      <a:pt x="3" y="7"/>
                      <a:pt x="3" y="1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5" name="Freeform 575">
                <a:extLst>
                  <a:ext uri="{FF2B5EF4-FFF2-40B4-BE49-F238E27FC236}">
                    <a16:creationId xmlns:a16="http://schemas.microsoft.com/office/drawing/2014/main" id="{D5A7B59A-C06A-4E73-90E7-A61B876ED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511"/>
                <a:ext cx="10" cy="33"/>
              </a:xfrm>
              <a:custGeom>
                <a:avLst/>
                <a:gdLst>
                  <a:gd name="T0" fmla="*/ 63 w 4"/>
                  <a:gd name="T1" fmla="*/ 0 h 13"/>
                  <a:gd name="T2" fmla="*/ 20 w 4"/>
                  <a:gd name="T3" fmla="*/ 117 h 13"/>
                  <a:gd name="T4" fmla="*/ 50 w 4"/>
                  <a:gd name="T5" fmla="*/ 129 h 13"/>
                  <a:gd name="T6" fmla="*/ 50 w 4"/>
                  <a:gd name="T7" fmla="*/ 213 h 13"/>
                  <a:gd name="T8" fmla="*/ 50 w 4"/>
                  <a:gd name="T9" fmla="*/ 6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1" y="1"/>
                      <a:pt x="0" y="5"/>
                      <a:pt x="1" y="7"/>
                    </a:cubicBezTo>
                    <a:cubicBezTo>
                      <a:pt x="1" y="7"/>
                      <a:pt x="3" y="8"/>
                      <a:pt x="3" y="8"/>
                    </a:cubicBezTo>
                    <a:cubicBezTo>
                      <a:pt x="4" y="10"/>
                      <a:pt x="3" y="13"/>
                      <a:pt x="3" y="13"/>
                    </a:cubicBezTo>
                    <a:cubicBezTo>
                      <a:pt x="3" y="10"/>
                      <a:pt x="1" y="7"/>
                      <a:pt x="3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6" name="Freeform 576">
                <a:extLst>
                  <a:ext uri="{FF2B5EF4-FFF2-40B4-BE49-F238E27FC236}">
                    <a16:creationId xmlns:a16="http://schemas.microsoft.com/office/drawing/2014/main" id="{EC2EFAF6-C9E3-465E-AFFC-B8ED34FA4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3536"/>
                <a:ext cx="17" cy="20"/>
              </a:xfrm>
              <a:custGeom>
                <a:avLst/>
                <a:gdLst>
                  <a:gd name="T0" fmla="*/ 29 w 7"/>
                  <a:gd name="T1" fmla="*/ 20 h 8"/>
                  <a:gd name="T2" fmla="*/ 100 w 7"/>
                  <a:gd name="T3" fmla="*/ 0 h 8"/>
                  <a:gd name="T4" fmla="*/ 29 w 7"/>
                  <a:gd name="T5" fmla="*/ 125 h 8"/>
                  <a:gd name="T6" fmla="*/ 29 w 7"/>
                  <a:gd name="T7" fmla="*/ 6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0"/>
                      <a:pt x="7" y="0"/>
                    </a:cubicBezTo>
                    <a:cubicBezTo>
                      <a:pt x="4" y="2"/>
                      <a:pt x="0" y="4"/>
                      <a:pt x="2" y="8"/>
                    </a:cubicBezTo>
                    <a:cubicBezTo>
                      <a:pt x="2" y="7"/>
                      <a:pt x="2" y="5"/>
                      <a:pt x="2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7" name="Freeform 577">
                <a:extLst>
                  <a:ext uri="{FF2B5EF4-FFF2-40B4-BE49-F238E27FC236}">
                    <a16:creationId xmlns:a16="http://schemas.microsoft.com/office/drawing/2014/main" id="{696547C8-C137-4CE1-AFA1-82D932EBA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3531"/>
                <a:ext cx="17" cy="20"/>
              </a:xfrm>
              <a:custGeom>
                <a:avLst/>
                <a:gdLst>
                  <a:gd name="T0" fmla="*/ 58 w 7"/>
                  <a:gd name="T1" fmla="*/ 0 h 8"/>
                  <a:gd name="T2" fmla="*/ 0 w 7"/>
                  <a:gd name="T3" fmla="*/ 63 h 8"/>
                  <a:gd name="T4" fmla="*/ 58 w 7"/>
                  <a:gd name="T5" fmla="*/ 125 h 8"/>
                  <a:gd name="T6" fmla="*/ 100 w 7"/>
                  <a:gd name="T7" fmla="*/ 0 h 8"/>
                  <a:gd name="T8" fmla="*/ 100 w 7"/>
                  <a:gd name="T9" fmla="*/ 3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3" y="1"/>
                      <a:pt x="1" y="3"/>
                      <a:pt x="0" y="4"/>
                    </a:cubicBezTo>
                    <a:cubicBezTo>
                      <a:pt x="2" y="5"/>
                      <a:pt x="4" y="6"/>
                      <a:pt x="4" y="8"/>
                    </a:cubicBezTo>
                    <a:cubicBezTo>
                      <a:pt x="5" y="6"/>
                      <a:pt x="6" y="3"/>
                      <a:pt x="7" y="0"/>
                    </a:cubicBezTo>
                    <a:cubicBezTo>
                      <a:pt x="7" y="1"/>
                      <a:pt x="7" y="1"/>
                      <a:pt x="7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8" name="Freeform 578">
                <a:extLst>
                  <a:ext uri="{FF2B5EF4-FFF2-40B4-BE49-F238E27FC236}">
                    <a16:creationId xmlns:a16="http://schemas.microsoft.com/office/drawing/2014/main" id="{8D85CCCF-A98A-41DD-8EB1-D282CC4C5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3494"/>
                <a:ext cx="10" cy="2"/>
              </a:xfrm>
              <a:custGeom>
                <a:avLst/>
                <a:gdLst>
                  <a:gd name="T0" fmla="*/ 33 w 4"/>
                  <a:gd name="T1" fmla="*/ 8 h 1"/>
                  <a:gd name="T2" fmla="*/ 0 w 4"/>
                  <a:gd name="T3" fmla="*/ 8 h 1"/>
                  <a:gd name="T4" fmla="*/ 63 w 4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2" y="0"/>
                      <a:pt x="3" y="0"/>
                      <a:pt x="4" y="1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9" name="Freeform 579">
                <a:extLst>
                  <a:ext uri="{FF2B5EF4-FFF2-40B4-BE49-F238E27FC236}">
                    <a16:creationId xmlns:a16="http://schemas.microsoft.com/office/drawing/2014/main" id="{BA1CD85C-0CBF-4CC4-BF80-052647408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3434"/>
                <a:ext cx="15" cy="22"/>
              </a:xfrm>
              <a:custGeom>
                <a:avLst/>
                <a:gdLst>
                  <a:gd name="T0" fmla="*/ 63 w 6"/>
                  <a:gd name="T1" fmla="*/ 71 h 9"/>
                  <a:gd name="T2" fmla="*/ 63 w 6"/>
                  <a:gd name="T3" fmla="*/ 71 h 9"/>
                  <a:gd name="T4" fmla="*/ 50 w 6"/>
                  <a:gd name="T5" fmla="*/ 12 h 9"/>
                  <a:gd name="T6" fmla="*/ 83 w 6"/>
                  <a:gd name="T7" fmla="*/ 13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0" y="0"/>
                      <a:pt x="3" y="1"/>
                    </a:cubicBezTo>
                    <a:cubicBezTo>
                      <a:pt x="3" y="3"/>
                      <a:pt x="6" y="9"/>
                      <a:pt x="5" y="9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0" name="Freeform 580">
                <a:extLst>
                  <a:ext uri="{FF2B5EF4-FFF2-40B4-BE49-F238E27FC236}">
                    <a16:creationId xmlns:a16="http://schemas.microsoft.com/office/drawing/2014/main" id="{1B7F758F-A433-4801-8DFB-CF7FE8E59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479"/>
                <a:ext cx="12" cy="12"/>
              </a:xfrm>
              <a:custGeom>
                <a:avLst/>
                <a:gdLst>
                  <a:gd name="T0" fmla="*/ 41 w 5"/>
                  <a:gd name="T1" fmla="*/ 29 h 5"/>
                  <a:gd name="T2" fmla="*/ 41 w 5"/>
                  <a:gd name="T3" fmla="*/ 0 h 5"/>
                  <a:gd name="T4" fmla="*/ 0 w 5"/>
                  <a:gd name="T5" fmla="*/ 29 h 5"/>
                  <a:gd name="T6" fmla="*/ 70 w 5"/>
                  <a:gd name="T7" fmla="*/ 70 h 5"/>
                  <a:gd name="T8" fmla="*/ 70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2"/>
                    </a:moveTo>
                    <a:cubicBezTo>
                      <a:pt x="3" y="1"/>
                      <a:pt x="3" y="1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2" y="3"/>
                      <a:pt x="5" y="2"/>
                      <a:pt x="5" y="5"/>
                    </a:cubicBezTo>
                    <a:cubicBezTo>
                      <a:pt x="5" y="3"/>
                      <a:pt x="5" y="1"/>
                      <a:pt x="5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1" name="Freeform 581">
                <a:extLst>
                  <a:ext uri="{FF2B5EF4-FFF2-40B4-BE49-F238E27FC236}">
                    <a16:creationId xmlns:a16="http://schemas.microsoft.com/office/drawing/2014/main" id="{D3DBD0A6-C831-4923-885D-5BDF360CA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376"/>
                <a:ext cx="28" cy="33"/>
              </a:xfrm>
              <a:custGeom>
                <a:avLst/>
                <a:gdLst>
                  <a:gd name="T0" fmla="*/ 51 w 11"/>
                  <a:gd name="T1" fmla="*/ 117 h 13"/>
                  <a:gd name="T2" fmla="*/ 51 w 11"/>
                  <a:gd name="T3" fmla="*/ 96 h 13"/>
                  <a:gd name="T4" fmla="*/ 0 w 11"/>
                  <a:gd name="T5" fmla="*/ 147 h 13"/>
                  <a:gd name="T6" fmla="*/ 84 w 11"/>
                  <a:gd name="T7" fmla="*/ 213 h 13"/>
                  <a:gd name="T8" fmla="*/ 84 w 11"/>
                  <a:gd name="T9" fmla="*/ 96 h 13"/>
                  <a:gd name="T10" fmla="*/ 181 w 11"/>
                  <a:gd name="T11" fmla="*/ 20 h 13"/>
                  <a:gd name="T12" fmla="*/ 163 w 11"/>
                  <a:gd name="T13" fmla="*/ 0 h 13"/>
                  <a:gd name="T14" fmla="*/ 130 w 11"/>
                  <a:gd name="T15" fmla="*/ 2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13">
                    <a:moveTo>
                      <a:pt x="3" y="7"/>
                    </a:moveTo>
                    <a:cubicBezTo>
                      <a:pt x="3" y="6"/>
                      <a:pt x="4" y="6"/>
                      <a:pt x="3" y="6"/>
                    </a:cubicBezTo>
                    <a:cubicBezTo>
                      <a:pt x="2" y="7"/>
                      <a:pt x="0" y="8"/>
                      <a:pt x="0" y="9"/>
                    </a:cubicBezTo>
                    <a:cubicBezTo>
                      <a:pt x="3" y="9"/>
                      <a:pt x="4" y="10"/>
                      <a:pt x="5" y="13"/>
                    </a:cubicBezTo>
                    <a:cubicBezTo>
                      <a:pt x="4" y="11"/>
                      <a:pt x="3" y="8"/>
                      <a:pt x="5" y="6"/>
                    </a:cubicBezTo>
                    <a:cubicBezTo>
                      <a:pt x="6" y="3"/>
                      <a:pt x="10" y="3"/>
                      <a:pt x="11" y="1"/>
                    </a:cubicBezTo>
                    <a:cubicBezTo>
                      <a:pt x="11" y="1"/>
                      <a:pt x="10" y="0"/>
                      <a:pt x="10" y="0"/>
                    </a:cubicBezTo>
                    <a:cubicBezTo>
                      <a:pt x="9" y="1"/>
                      <a:pt x="8" y="1"/>
                      <a:pt x="8" y="1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2" name="Freeform 582">
                <a:extLst>
                  <a:ext uri="{FF2B5EF4-FFF2-40B4-BE49-F238E27FC236}">
                    <a16:creationId xmlns:a16="http://schemas.microsoft.com/office/drawing/2014/main" id="{19A57AA9-7FA6-4160-8B1E-2D67A0833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3326"/>
                <a:ext cx="13" cy="28"/>
              </a:xfrm>
              <a:custGeom>
                <a:avLst/>
                <a:gdLst>
                  <a:gd name="T0" fmla="*/ 21 w 5"/>
                  <a:gd name="T1" fmla="*/ 97 h 11"/>
                  <a:gd name="T2" fmla="*/ 34 w 5"/>
                  <a:gd name="T3" fmla="*/ 97 h 11"/>
                  <a:gd name="T4" fmla="*/ 0 w 5"/>
                  <a:gd name="T5" fmla="*/ 150 h 11"/>
                  <a:gd name="T6" fmla="*/ 88 w 5"/>
                  <a:gd name="T7" fmla="*/ 181 h 11"/>
                  <a:gd name="T8" fmla="*/ 68 w 5"/>
                  <a:gd name="T9" fmla="*/ 0 h 11"/>
                  <a:gd name="T10" fmla="*/ 34 w 5"/>
                  <a:gd name="T11" fmla="*/ 33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1" y="6"/>
                    </a:moveTo>
                    <a:cubicBezTo>
                      <a:pt x="2" y="5"/>
                      <a:pt x="2" y="5"/>
                      <a:pt x="2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1" y="10"/>
                      <a:pt x="5" y="9"/>
                      <a:pt x="5" y="11"/>
                    </a:cubicBezTo>
                    <a:cubicBezTo>
                      <a:pt x="1" y="10"/>
                      <a:pt x="3" y="3"/>
                      <a:pt x="4" y="0"/>
                    </a:cubicBezTo>
                    <a:cubicBezTo>
                      <a:pt x="4" y="0"/>
                      <a:pt x="3" y="1"/>
                      <a:pt x="2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3" name="Freeform 583">
                <a:extLst>
                  <a:ext uri="{FF2B5EF4-FFF2-40B4-BE49-F238E27FC236}">
                    <a16:creationId xmlns:a16="http://schemas.microsoft.com/office/drawing/2014/main" id="{A609D6F7-4AC8-4AB2-9463-B6F00A8D5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334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50 w 4"/>
                  <a:gd name="T3" fmla="*/ 37 h 3"/>
                  <a:gd name="T4" fmla="*/ 63 w 4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1" y="3"/>
                      <a:pt x="3" y="3"/>
                    </a:cubicBezTo>
                    <a:cubicBezTo>
                      <a:pt x="3" y="2"/>
                      <a:pt x="4" y="3"/>
                      <a:pt x="4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4" name="Freeform 584">
                <a:extLst>
                  <a:ext uri="{FF2B5EF4-FFF2-40B4-BE49-F238E27FC236}">
                    <a16:creationId xmlns:a16="http://schemas.microsoft.com/office/drawing/2014/main" id="{4C61D139-1BB3-404A-B4CC-F8E97930F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344"/>
                <a:ext cx="12" cy="20"/>
              </a:xfrm>
              <a:custGeom>
                <a:avLst/>
                <a:gdLst>
                  <a:gd name="T0" fmla="*/ 29 w 5"/>
                  <a:gd name="T1" fmla="*/ 0 h 8"/>
                  <a:gd name="T2" fmla="*/ 12 w 5"/>
                  <a:gd name="T3" fmla="*/ 63 h 8"/>
                  <a:gd name="T4" fmla="*/ 41 w 5"/>
                  <a:gd name="T5" fmla="*/ 125 h 8"/>
                  <a:gd name="T6" fmla="*/ 41 w 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3" y="0"/>
                      <a:pt x="0" y="2"/>
                      <a:pt x="1" y="4"/>
                    </a:cubicBezTo>
                    <a:cubicBezTo>
                      <a:pt x="1" y="5"/>
                      <a:pt x="5" y="5"/>
                      <a:pt x="3" y="8"/>
                    </a:cubicBezTo>
                    <a:cubicBezTo>
                      <a:pt x="3" y="5"/>
                      <a:pt x="2" y="2"/>
                      <a:pt x="3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5" name="Freeform 585">
                <a:extLst>
                  <a:ext uri="{FF2B5EF4-FFF2-40B4-BE49-F238E27FC236}">
                    <a16:creationId xmlns:a16="http://schemas.microsoft.com/office/drawing/2014/main" id="{24F2C161-83CE-49F9-B9B7-EDD05A700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389"/>
                <a:ext cx="28" cy="30"/>
              </a:xfrm>
              <a:custGeom>
                <a:avLst/>
                <a:gdLst>
                  <a:gd name="T0" fmla="*/ 84 w 11"/>
                  <a:gd name="T1" fmla="*/ 95 h 12"/>
                  <a:gd name="T2" fmla="*/ 84 w 11"/>
                  <a:gd name="T3" fmla="*/ 83 h 12"/>
                  <a:gd name="T4" fmla="*/ 20 w 11"/>
                  <a:gd name="T5" fmla="*/ 158 h 12"/>
                  <a:gd name="T6" fmla="*/ 84 w 11"/>
                  <a:gd name="T7" fmla="*/ 188 h 12"/>
                  <a:gd name="T8" fmla="*/ 181 w 11"/>
                  <a:gd name="T9" fmla="*/ 20 h 12"/>
                  <a:gd name="T10" fmla="*/ 97 w 11"/>
                  <a:gd name="T11" fmla="*/ 33 h 12"/>
                  <a:gd name="T12" fmla="*/ 117 w 11"/>
                  <a:gd name="T13" fmla="*/ 8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5" y="6"/>
                    </a:moveTo>
                    <a:cubicBezTo>
                      <a:pt x="5" y="5"/>
                      <a:pt x="6" y="5"/>
                      <a:pt x="5" y="5"/>
                    </a:cubicBezTo>
                    <a:cubicBezTo>
                      <a:pt x="4" y="6"/>
                      <a:pt x="0" y="8"/>
                      <a:pt x="1" y="10"/>
                    </a:cubicBezTo>
                    <a:cubicBezTo>
                      <a:pt x="1" y="11"/>
                      <a:pt x="4" y="11"/>
                      <a:pt x="5" y="12"/>
                    </a:cubicBezTo>
                    <a:cubicBezTo>
                      <a:pt x="5" y="9"/>
                      <a:pt x="8" y="2"/>
                      <a:pt x="11" y="1"/>
                    </a:cubicBezTo>
                    <a:cubicBezTo>
                      <a:pt x="9" y="0"/>
                      <a:pt x="8" y="1"/>
                      <a:pt x="6" y="2"/>
                    </a:cubicBezTo>
                    <a:cubicBezTo>
                      <a:pt x="6" y="3"/>
                      <a:pt x="7" y="4"/>
                      <a:pt x="7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6" name="Freeform 586">
                <a:extLst>
                  <a:ext uri="{FF2B5EF4-FFF2-40B4-BE49-F238E27FC236}">
                    <a16:creationId xmlns:a16="http://schemas.microsoft.com/office/drawing/2014/main" id="{46876301-DDC6-4A34-8E6D-71A85E478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3446"/>
                <a:ext cx="15" cy="43"/>
              </a:xfrm>
              <a:custGeom>
                <a:avLst/>
                <a:gdLst>
                  <a:gd name="T0" fmla="*/ 50 w 6"/>
                  <a:gd name="T1" fmla="*/ 147 h 17"/>
                  <a:gd name="T2" fmla="*/ 20 w 6"/>
                  <a:gd name="T3" fmla="*/ 276 h 17"/>
                  <a:gd name="T4" fmla="*/ 83 w 6"/>
                  <a:gd name="T5" fmla="*/ 192 h 17"/>
                  <a:gd name="T6" fmla="*/ 50 w 6"/>
                  <a:gd name="T7" fmla="*/ 116 h 17"/>
                  <a:gd name="T8" fmla="*/ 83 w 6"/>
                  <a:gd name="T9" fmla="*/ 33 h 17"/>
                  <a:gd name="T10" fmla="*/ 0 w 6"/>
                  <a:gd name="T11" fmla="*/ 51 h 17"/>
                  <a:gd name="T12" fmla="*/ 50 w 6"/>
                  <a:gd name="T13" fmla="*/ 6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7">
                    <a:moveTo>
                      <a:pt x="3" y="9"/>
                    </a:moveTo>
                    <a:cubicBezTo>
                      <a:pt x="1" y="10"/>
                      <a:pt x="2" y="14"/>
                      <a:pt x="1" y="17"/>
                    </a:cubicBezTo>
                    <a:cubicBezTo>
                      <a:pt x="2" y="16"/>
                      <a:pt x="5" y="14"/>
                      <a:pt x="5" y="12"/>
                    </a:cubicBezTo>
                    <a:cubicBezTo>
                      <a:pt x="5" y="10"/>
                      <a:pt x="3" y="9"/>
                      <a:pt x="3" y="7"/>
                    </a:cubicBezTo>
                    <a:cubicBezTo>
                      <a:pt x="3" y="6"/>
                      <a:pt x="6" y="3"/>
                      <a:pt x="5" y="2"/>
                    </a:cubicBezTo>
                    <a:cubicBezTo>
                      <a:pt x="4" y="0"/>
                      <a:pt x="1" y="2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7" name="Freeform 587">
                <a:extLst>
                  <a:ext uri="{FF2B5EF4-FFF2-40B4-BE49-F238E27FC236}">
                    <a16:creationId xmlns:a16="http://schemas.microsoft.com/office/drawing/2014/main" id="{F47B2F30-C220-41C6-9598-B22A41CA2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3471"/>
                <a:ext cx="23" cy="20"/>
              </a:xfrm>
              <a:custGeom>
                <a:avLst/>
                <a:gdLst>
                  <a:gd name="T0" fmla="*/ 66 w 9"/>
                  <a:gd name="T1" fmla="*/ 33 h 8"/>
                  <a:gd name="T2" fmla="*/ 51 w 9"/>
                  <a:gd name="T3" fmla="*/ 33 h 8"/>
                  <a:gd name="T4" fmla="*/ 84 w 9"/>
                  <a:gd name="T5" fmla="*/ 125 h 8"/>
                  <a:gd name="T6" fmla="*/ 66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4" y="2"/>
                    </a:moveTo>
                    <a:cubicBezTo>
                      <a:pt x="4" y="2"/>
                      <a:pt x="4" y="1"/>
                      <a:pt x="3" y="2"/>
                    </a:cubicBezTo>
                    <a:cubicBezTo>
                      <a:pt x="9" y="0"/>
                      <a:pt x="3" y="6"/>
                      <a:pt x="5" y="8"/>
                    </a:cubicBezTo>
                    <a:cubicBezTo>
                      <a:pt x="0" y="5"/>
                      <a:pt x="7" y="2"/>
                      <a:pt x="4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8" name="Freeform 588">
                <a:extLst>
                  <a:ext uri="{FF2B5EF4-FFF2-40B4-BE49-F238E27FC236}">
                    <a16:creationId xmlns:a16="http://schemas.microsoft.com/office/drawing/2014/main" id="{9669F268-7A26-47CC-86D1-CA28C3966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406"/>
                <a:ext cx="13" cy="33"/>
              </a:xfrm>
              <a:custGeom>
                <a:avLst/>
                <a:gdLst>
                  <a:gd name="T0" fmla="*/ 68 w 5"/>
                  <a:gd name="T1" fmla="*/ 0 h 13"/>
                  <a:gd name="T2" fmla="*/ 0 w 5"/>
                  <a:gd name="T3" fmla="*/ 33 h 13"/>
                  <a:gd name="T4" fmla="*/ 55 w 5"/>
                  <a:gd name="T5" fmla="*/ 213 h 13"/>
                  <a:gd name="T6" fmla="*/ 88 w 5"/>
                  <a:gd name="T7" fmla="*/ 3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3">
                    <a:moveTo>
                      <a:pt x="4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5" y="3"/>
                      <a:pt x="3" y="10"/>
                      <a:pt x="3" y="13"/>
                    </a:cubicBezTo>
                    <a:cubicBezTo>
                      <a:pt x="5" y="10"/>
                      <a:pt x="3" y="5"/>
                      <a:pt x="5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9" name="Freeform 589">
                <a:extLst>
                  <a:ext uri="{FF2B5EF4-FFF2-40B4-BE49-F238E27FC236}">
                    <a16:creationId xmlns:a16="http://schemas.microsoft.com/office/drawing/2014/main" id="{81166AE6-ABF6-4E22-8E21-091DC865F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3366"/>
                <a:ext cx="10" cy="15"/>
              </a:xfrm>
              <a:custGeom>
                <a:avLst/>
                <a:gdLst>
                  <a:gd name="T0" fmla="*/ 50 w 4"/>
                  <a:gd name="T1" fmla="*/ 20 h 6"/>
                  <a:gd name="T2" fmla="*/ 0 w 4"/>
                  <a:gd name="T3" fmla="*/ 33 h 6"/>
                  <a:gd name="T4" fmla="*/ 33 w 4"/>
                  <a:gd name="T5" fmla="*/ 95 h 6"/>
                  <a:gd name="T6" fmla="*/ 63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3" y="1"/>
                      <a:pt x="2" y="4"/>
                      <a:pt x="2" y="6"/>
                    </a:cubicBezTo>
                    <a:cubicBezTo>
                      <a:pt x="4" y="4"/>
                      <a:pt x="3" y="2"/>
                      <a:pt x="4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0" name="Freeform 590">
                <a:extLst>
                  <a:ext uri="{FF2B5EF4-FFF2-40B4-BE49-F238E27FC236}">
                    <a16:creationId xmlns:a16="http://schemas.microsoft.com/office/drawing/2014/main" id="{33DB262F-08AB-4B16-AEA5-8776B9DD2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571"/>
                <a:ext cx="27" cy="33"/>
              </a:xfrm>
              <a:custGeom>
                <a:avLst/>
                <a:gdLst>
                  <a:gd name="T0" fmla="*/ 91 w 11"/>
                  <a:gd name="T1" fmla="*/ 20 h 13"/>
                  <a:gd name="T2" fmla="*/ 0 w 11"/>
                  <a:gd name="T3" fmla="*/ 33 h 13"/>
                  <a:gd name="T4" fmla="*/ 12 w 11"/>
                  <a:gd name="T5" fmla="*/ 213 h 13"/>
                  <a:gd name="T6" fmla="*/ 61 w 11"/>
                  <a:gd name="T7" fmla="*/ 84 h 13"/>
                  <a:gd name="T8" fmla="*/ 133 w 11"/>
                  <a:gd name="T9" fmla="*/ 160 h 13"/>
                  <a:gd name="T10" fmla="*/ 103 w 11"/>
                  <a:gd name="T11" fmla="*/ 84 h 13"/>
                  <a:gd name="T12" fmla="*/ 162 w 11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6" y="1"/>
                    </a:moveTo>
                    <a:cubicBezTo>
                      <a:pt x="6" y="1"/>
                      <a:pt x="2" y="2"/>
                      <a:pt x="0" y="2"/>
                    </a:cubicBezTo>
                    <a:cubicBezTo>
                      <a:pt x="3" y="3"/>
                      <a:pt x="1" y="10"/>
                      <a:pt x="1" y="13"/>
                    </a:cubicBezTo>
                    <a:cubicBezTo>
                      <a:pt x="3" y="11"/>
                      <a:pt x="2" y="7"/>
                      <a:pt x="4" y="5"/>
                    </a:cubicBezTo>
                    <a:cubicBezTo>
                      <a:pt x="6" y="6"/>
                      <a:pt x="7" y="8"/>
                      <a:pt x="9" y="10"/>
                    </a:cubicBezTo>
                    <a:cubicBezTo>
                      <a:pt x="8" y="8"/>
                      <a:pt x="6" y="5"/>
                      <a:pt x="7" y="5"/>
                    </a:cubicBezTo>
                    <a:cubicBezTo>
                      <a:pt x="6" y="2"/>
                      <a:pt x="8" y="0"/>
                      <a:pt x="11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1" name="Freeform 591">
                <a:extLst>
                  <a:ext uri="{FF2B5EF4-FFF2-40B4-BE49-F238E27FC236}">
                    <a16:creationId xmlns:a16="http://schemas.microsoft.com/office/drawing/2014/main" id="{F701345E-EE64-40A5-A5C9-A74FB3609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3576"/>
                <a:ext cx="32" cy="38"/>
              </a:xfrm>
              <a:custGeom>
                <a:avLst/>
                <a:gdLst>
                  <a:gd name="T0" fmla="*/ 153 w 13"/>
                  <a:gd name="T1" fmla="*/ 20 h 15"/>
                  <a:gd name="T2" fmla="*/ 153 w 13"/>
                  <a:gd name="T3" fmla="*/ 0 h 15"/>
                  <a:gd name="T4" fmla="*/ 103 w 13"/>
                  <a:gd name="T5" fmla="*/ 33 h 15"/>
                  <a:gd name="T6" fmla="*/ 91 w 13"/>
                  <a:gd name="T7" fmla="*/ 84 h 15"/>
                  <a:gd name="T8" fmla="*/ 153 w 13"/>
                  <a:gd name="T9" fmla="*/ 160 h 15"/>
                  <a:gd name="T10" fmla="*/ 0 w 13"/>
                  <a:gd name="T11" fmla="*/ 213 h 15"/>
                  <a:gd name="T12" fmla="*/ 182 w 13"/>
                  <a:gd name="T13" fmla="*/ 243 h 15"/>
                  <a:gd name="T14" fmla="*/ 194 w 13"/>
                  <a:gd name="T15" fmla="*/ 160 h 15"/>
                  <a:gd name="T16" fmla="*/ 121 w 13"/>
                  <a:gd name="T17" fmla="*/ 2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10" y="1"/>
                    </a:moveTo>
                    <a:cubicBezTo>
                      <a:pt x="10" y="1"/>
                      <a:pt x="10" y="0"/>
                      <a:pt x="10" y="0"/>
                    </a:cubicBezTo>
                    <a:cubicBezTo>
                      <a:pt x="8" y="0"/>
                      <a:pt x="8" y="1"/>
                      <a:pt x="7" y="2"/>
                    </a:cubicBezTo>
                    <a:cubicBezTo>
                      <a:pt x="8" y="2"/>
                      <a:pt x="6" y="6"/>
                      <a:pt x="6" y="5"/>
                    </a:cubicBezTo>
                    <a:cubicBezTo>
                      <a:pt x="6" y="9"/>
                      <a:pt x="9" y="8"/>
                      <a:pt x="10" y="10"/>
                    </a:cubicBezTo>
                    <a:cubicBezTo>
                      <a:pt x="8" y="13"/>
                      <a:pt x="3" y="11"/>
                      <a:pt x="0" y="13"/>
                    </a:cubicBezTo>
                    <a:cubicBezTo>
                      <a:pt x="4" y="13"/>
                      <a:pt x="12" y="9"/>
                      <a:pt x="12" y="15"/>
                    </a:cubicBezTo>
                    <a:cubicBezTo>
                      <a:pt x="13" y="13"/>
                      <a:pt x="13" y="11"/>
                      <a:pt x="13" y="10"/>
                    </a:cubicBezTo>
                    <a:cubicBezTo>
                      <a:pt x="8" y="9"/>
                      <a:pt x="7" y="6"/>
                      <a:pt x="8" y="1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2" name="Freeform 592">
                <a:extLst>
                  <a:ext uri="{FF2B5EF4-FFF2-40B4-BE49-F238E27FC236}">
                    <a16:creationId xmlns:a16="http://schemas.microsoft.com/office/drawing/2014/main" id="{C7940D3E-2FDE-4063-805F-BB35963E5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3629"/>
                <a:ext cx="25" cy="32"/>
              </a:xfrm>
              <a:custGeom>
                <a:avLst/>
                <a:gdLst>
                  <a:gd name="T0" fmla="*/ 113 w 10"/>
                  <a:gd name="T1" fmla="*/ 74 h 13"/>
                  <a:gd name="T2" fmla="*/ 83 w 10"/>
                  <a:gd name="T3" fmla="*/ 103 h 13"/>
                  <a:gd name="T4" fmla="*/ 83 w 10"/>
                  <a:gd name="T5" fmla="*/ 194 h 13"/>
                  <a:gd name="T6" fmla="*/ 0 w 10"/>
                  <a:gd name="T7" fmla="*/ 194 h 13"/>
                  <a:gd name="T8" fmla="*/ 125 w 10"/>
                  <a:gd name="T9" fmla="*/ 182 h 13"/>
                  <a:gd name="T10" fmla="*/ 158 w 10"/>
                  <a:gd name="T11" fmla="*/ 0 h 13"/>
                  <a:gd name="T12" fmla="*/ 50 w 10"/>
                  <a:gd name="T13" fmla="*/ 6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7" y="5"/>
                    </a:moveTo>
                    <a:cubicBezTo>
                      <a:pt x="4" y="3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3"/>
                    </a:cubicBezTo>
                    <a:cubicBezTo>
                      <a:pt x="3" y="13"/>
                      <a:pt x="1" y="11"/>
                      <a:pt x="0" y="13"/>
                    </a:cubicBezTo>
                    <a:cubicBezTo>
                      <a:pt x="2" y="13"/>
                      <a:pt x="6" y="10"/>
                      <a:pt x="8" y="12"/>
                    </a:cubicBezTo>
                    <a:cubicBezTo>
                      <a:pt x="3" y="7"/>
                      <a:pt x="8" y="4"/>
                      <a:pt x="10" y="0"/>
                    </a:cubicBezTo>
                    <a:cubicBezTo>
                      <a:pt x="8" y="0"/>
                      <a:pt x="5" y="3"/>
                      <a:pt x="3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3" name="Freeform 593">
                <a:extLst>
                  <a:ext uri="{FF2B5EF4-FFF2-40B4-BE49-F238E27FC236}">
                    <a16:creationId xmlns:a16="http://schemas.microsoft.com/office/drawing/2014/main" id="{A71298C8-7858-40EB-A90C-7BE341813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636"/>
                <a:ext cx="22" cy="30"/>
              </a:xfrm>
              <a:custGeom>
                <a:avLst/>
                <a:gdLst>
                  <a:gd name="T0" fmla="*/ 59 w 9"/>
                  <a:gd name="T1" fmla="*/ 63 h 12"/>
                  <a:gd name="T2" fmla="*/ 59 w 9"/>
                  <a:gd name="T3" fmla="*/ 50 h 12"/>
                  <a:gd name="T4" fmla="*/ 0 w 9"/>
                  <a:gd name="T5" fmla="*/ 95 h 12"/>
                  <a:gd name="T6" fmla="*/ 29 w 9"/>
                  <a:gd name="T7" fmla="*/ 188 h 12"/>
                  <a:gd name="T8" fmla="*/ 59 w 9"/>
                  <a:gd name="T9" fmla="*/ 113 h 12"/>
                  <a:gd name="T10" fmla="*/ 132 w 9"/>
                  <a:gd name="T11" fmla="*/ 145 h 12"/>
                  <a:gd name="T12" fmla="*/ 132 w 9"/>
                  <a:gd name="T13" fmla="*/ 0 h 12"/>
                  <a:gd name="T14" fmla="*/ 42 w 9"/>
                  <a:gd name="T15" fmla="*/ 50 h 12"/>
                  <a:gd name="T16" fmla="*/ 59 w 9"/>
                  <a:gd name="T17" fmla="*/ 5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12">
                    <a:moveTo>
                      <a:pt x="4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2" y="4"/>
                      <a:pt x="1" y="5"/>
                      <a:pt x="0" y="6"/>
                    </a:cubicBezTo>
                    <a:cubicBezTo>
                      <a:pt x="2" y="6"/>
                      <a:pt x="3" y="10"/>
                      <a:pt x="2" y="12"/>
                    </a:cubicBezTo>
                    <a:cubicBezTo>
                      <a:pt x="2" y="11"/>
                      <a:pt x="2" y="7"/>
                      <a:pt x="4" y="7"/>
                    </a:cubicBezTo>
                    <a:cubicBezTo>
                      <a:pt x="6" y="6"/>
                      <a:pt x="8" y="9"/>
                      <a:pt x="9" y="9"/>
                    </a:cubicBezTo>
                    <a:cubicBezTo>
                      <a:pt x="4" y="6"/>
                      <a:pt x="5" y="4"/>
                      <a:pt x="9" y="0"/>
                    </a:cubicBezTo>
                    <a:cubicBezTo>
                      <a:pt x="7" y="1"/>
                      <a:pt x="5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37" name="Group 594">
              <a:extLst>
                <a:ext uri="{FF2B5EF4-FFF2-40B4-BE49-F238E27FC236}">
                  <a16:creationId xmlns:a16="http://schemas.microsoft.com/office/drawing/2014/main" id="{4EF45A79-78B6-4B26-A233-5CD07451A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49" y="3309"/>
              <a:ext cx="1022" cy="585"/>
              <a:chOff x="2749" y="3309"/>
              <a:chExt cx="1022" cy="585"/>
            </a:xfrm>
          </p:grpSpPr>
          <p:sp>
            <p:nvSpPr>
              <p:cNvPr id="50264" name="Freeform 595">
                <a:extLst>
                  <a:ext uri="{FF2B5EF4-FFF2-40B4-BE49-F238E27FC236}">
                    <a16:creationId xmlns:a16="http://schemas.microsoft.com/office/drawing/2014/main" id="{431A02A1-4147-484E-BEC5-1B0B7A60E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631"/>
                <a:ext cx="18" cy="23"/>
              </a:xfrm>
              <a:custGeom>
                <a:avLst/>
                <a:gdLst>
                  <a:gd name="T0" fmla="*/ 67 w 7"/>
                  <a:gd name="T1" fmla="*/ 118 h 9"/>
                  <a:gd name="T2" fmla="*/ 85 w 7"/>
                  <a:gd name="T3" fmla="*/ 97 h 9"/>
                  <a:gd name="T4" fmla="*/ 0 w 7"/>
                  <a:gd name="T5" fmla="*/ 151 h 9"/>
                  <a:gd name="T6" fmla="*/ 118 w 7"/>
                  <a:gd name="T7" fmla="*/ 151 h 9"/>
                  <a:gd name="T8" fmla="*/ 118 w 7"/>
                  <a:gd name="T9" fmla="*/ 0 h 9"/>
                  <a:gd name="T10" fmla="*/ 85 w 7"/>
                  <a:gd name="T11" fmla="*/ 66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4" y="7"/>
                    </a:moveTo>
                    <a:cubicBezTo>
                      <a:pt x="5" y="7"/>
                      <a:pt x="5" y="7"/>
                      <a:pt x="5" y="6"/>
                    </a:cubicBezTo>
                    <a:cubicBezTo>
                      <a:pt x="3" y="7"/>
                      <a:pt x="2" y="8"/>
                      <a:pt x="0" y="9"/>
                    </a:cubicBezTo>
                    <a:cubicBezTo>
                      <a:pt x="3" y="9"/>
                      <a:pt x="5" y="7"/>
                      <a:pt x="7" y="9"/>
                    </a:cubicBezTo>
                    <a:cubicBezTo>
                      <a:pt x="5" y="6"/>
                      <a:pt x="7" y="3"/>
                      <a:pt x="7" y="0"/>
                    </a:cubicBezTo>
                    <a:cubicBezTo>
                      <a:pt x="7" y="1"/>
                      <a:pt x="6" y="3"/>
                      <a:pt x="5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5" name="Freeform 596">
                <a:extLst>
                  <a:ext uri="{FF2B5EF4-FFF2-40B4-BE49-F238E27FC236}">
                    <a16:creationId xmlns:a16="http://schemas.microsoft.com/office/drawing/2014/main" id="{7F12FB64-381E-418D-83C9-FDBF4B384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659"/>
                <a:ext cx="10" cy="7"/>
              </a:xfrm>
              <a:custGeom>
                <a:avLst/>
                <a:gdLst>
                  <a:gd name="T0" fmla="*/ 33 w 4"/>
                  <a:gd name="T1" fmla="*/ 12 h 3"/>
                  <a:gd name="T2" fmla="*/ 33 w 4"/>
                  <a:gd name="T3" fmla="*/ 0 h 3"/>
                  <a:gd name="T4" fmla="*/ 0 w 4"/>
                  <a:gd name="T5" fmla="*/ 37 h 3"/>
                  <a:gd name="T6" fmla="*/ 63 w 4"/>
                  <a:gd name="T7" fmla="*/ 28 h 3"/>
                  <a:gd name="T8" fmla="*/ 33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1" y="3"/>
                      <a:pt x="3" y="2"/>
                      <a:pt x="4" y="2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6" name="Freeform 597">
                <a:extLst>
                  <a:ext uri="{FF2B5EF4-FFF2-40B4-BE49-F238E27FC236}">
                    <a16:creationId xmlns:a16="http://schemas.microsoft.com/office/drawing/2014/main" id="{E5583AF8-97C1-4EDC-9F7B-F36EDB7B1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3689"/>
                <a:ext cx="32" cy="45"/>
              </a:xfrm>
              <a:custGeom>
                <a:avLst/>
                <a:gdLst>
                  <a:gd name="T0" fmla="*/ 74 w 13"/>
                  <a:gd name="T1" fmla="*/ 50 h 18"/>
                  <a:gd name="T2" fmla="*/ 91 w 13"/>
                  <a:gd name="T3" fmla="*/ 0 h 18"/>
                  <a:gd name="T4" fmla="*/ 74 w 13"/>
                  <a:gd name="T5" fmla="*/ 145 h 18"/>
                  <a:gd name="T6" fmla="*/ 0 w 13"/>
                  <a:gd name="T7" fmla="*/ 188 h 18"/>
                  <a:gd name="T8" fmla="*/ 91 w 13"/>
                  <a:gd name="T9" fmla="*/ 188 h 18"/>
                  <a:gd name="T10" fmla="*/ 103 w 13"/>
                  <a:gd name="T11" fmla="*/ 283 h 18"/>
                  <a:gd name="T12" fmla="*/ 194 w 13"/>
                  <a:gd name="T13" fmla="*/ 125 h 18"/>
                  <a:gd name="T14" fmla="*/ 91 w 13"/>
                  <a:gd name="T15" fmla="*/ 5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8">
                    <a:moveTo>
                      <a:pt x="5" y="3"/>
                    </a:moveTo>
                    <a:cubicBezTo>
                      <a:pt x="5" y="2"/>
                      <a:pt x="5" y="1"/>
                      <a:pt x="6" y="0"/>
                    </a:cubicBezTo>
                    <a:cubicBezTo>
                      <a:pt x="6" y="2"/>
                      <a:pt x="6" y="7"/>
                      <a:pt x="5" y="9"/>
                    </a:cubicBezTo>
                    <a:cubicBezTo>
                      <a:pt x="4" y="11"/>
                      <a:pt x="1" y="11"/>
                      <a:pt x="0" y="12"/>
                    </a:cubicBezTo>
                    <a:cubicBezTo>
                      <a:pt x="1" y="10"/>
                      <a:pt x="5" y="11"/>
                      <a:pt x="6" y="12"/>
                    </a:cubicBezTo>
                    <a:cubicBezTo>
                      <a:pt x="9" y="13"/>
                      <a:pt x="7" y="15"/>
                      <a:pt x="7" y="18"/>
                    </a:cubicBezTo>
                    <a:cubicBezTo>
                      <a:pt x="7" y="14"/>
                      <a:pt x="6" y="4"/>
                      <a:pt x="13" y="8"/>
                    </a:cubicBezTo>
                    <a:cubicBezTo>
                      <a:pt x="10" y="8"/>
                      <a:pt x="5" y="5"/>
                      <a:pt x="6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7" name="Freeform 598">
                <a:extLst>
                  <a:ext uri="{FF2B5EF4-FFF2-40B4-BE49-F238E27FC236}">
                    <a16:creationId xmlns:a16="http://schemas.microsoft.com/office/drawing/2014/main" id="{5C6ADD80-4BC0-461D-B3A4-31F69C690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3676"/>
                <a:ext cx="25" cy="30"/>
              </a:xfrm>
              <a:custGeom>
                <a:avLst/>
                <a:gdLst>
                  <a:gd name="T0" fmla="*/ 50 w 10"/>
                  <a:gd name="T1" fmla="*/ 83 h 12"/>
                  <a:gd name="T2" fmla="*/ 83 w 10"/>
                  <a:gd name="T3" fmla="*/ 125 h 12"/>
                  <a:gd name="T4" fmla="*/ 145 w 10"/>
                  <a:gd name="T5" fmla="*/ 188 h 12"/>
                  <a:gd name="T6" fmla="*/ 125 w 10"/>
                  <a:gd name="T7" fmla="*/ 83 h 12"/>
                  <a:gd name="T8" fmla="*/ 158 w 10"/>
                  <a:gd name="T9" fmla="*/ 0 h 12"/>
                  <a:gd name="T10" fmla="*/ 20 w 10"/>
                  <a:gd name="T11" fmla="*/ 83 h 12"/>
                  <a:gd name="T12" fmla="*/ 33 w 10"/>
                  <a:gd name="T13" fmla="*/ 8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3" y="5"/>
                    </a:moveTo>
                    <a:cubicBezTo>
                      <a:pt x="0" y="7"/>
                      <a:pt x="3" y="7"/>
                      <a:pt x="5" y="8"/>
                    </a:cubicBezTo>
                    <a:cubicBezTo>
                      <a:pt x="7" y="9"/>
                      <a:pt x="9" y="9"/>
                      <a:pt x="9" y="12"/>
                    </a:cubicBezTo>
                    <a:cubicBezTo>
                      <a:pt x="10" y="10"/>
                      <a:pt x="8" y="8"/>
                      <a:pt x="8" y="5"/>
                    </a:cubicBezTo>
                    <a:cubicBezTo>
                      <a:pt x="8" y="3"/>
                      <a:pt x="10" y="2"/>
                      <a:pt x="10" y="0"/>
                    </a:cubicBezTo>
                    <a:cubicBezTo>
                      <a:pt x="7" y="3"/>
                      <a:pt x="6" y="8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8" name="Freeform 599">
                <a:extLst>
                  <a:ext uri="{FF2B5EF4-FFF2-40B4-BE49-F238E27FC236}">
                    <a16:creationId xmlns:a16="http://schemas.microsoft.com/office/drawing/2014/main" id="{21C49F01-2DB2-4212-84B1-268F8A7B5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749"/>
                <a:ext cx="30" cy="25"/>
              </a:xfrm>
              <a:custGeom>
                <a:avLst/>
                <a:gdLst>
                  <a:gd name="T0" fmla="*/ 113 w 12"/>
                  <a:gd name="T1" fmla="*/ 20 h 10"/>
                  <a:gd name="T2" fmla="*/ 0 w 12"/>
                  <a:gd name="T3" fmla="*/ 20 h 10"/>
                  <a:gd name="T4" fmla="*/ 50 w 12"/>
                  <a:gd name="T5" fmla="*/ 33 h 10"/>
                  <a:gd name="T6" fmla="*/ 50 w 12"/>
                  <a:gd name="T7" fmla="*/ 83 h 10"/>
                  <a:gd name="T8" fmla="*/ 145 w 12"/>
                  <a:gd name="T9" fmla="*/ 158 h 10"/>
                  <a:gd name="T10" fmla="*/ 188 w 12"/>
                  <a:gd name="T11" fmla="*/ 0 h 10"/>
                  <a:gd name="T12" fmla="*/ 125 w 12"/>
                  <a:gd name="T13" fmla="*/ 3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7" y="1"/>
                    </a:moveTo>
                    <a:cubicBezTo>
                      <a:pt x="5" y="3"/>
                      <a:pt x="2" y="1"/>
                      <a:pt x="0" y="1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8" y="3"/>
                      <a:pt x="11" y="4"/>
                      <a:pt x="9" y="10"/>
                    </a:cubicBezTo>
                    <a:cubicBezTo>
                      <a:pt x="10" y="7"/>
                      <a:pt x="9" y="3"/>
                      <a:pt x="12" y="0"/>
                    </a:cubicBezTo>
                    <a:cubicBezTo>
                      <a:pt x="11" y="1"/>
                      <a:pt x="9" y="2"/>
                      <a:pt x="8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9" name="Freeform 600">
                <a:extLst>
                  <a:ext uri="{FF2B5EF4-FFF2-40B4-BE49-F238E27FC236}">
                    <a16:creationId xmlns:a16="http://schemas.microsoft.com/office/drawing/2014/main" id="{7BE260CF-1F27-4B6C-BDD8-0C515F22A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3761"/>
                <a:ext cx="17" cy="30"/>
              </a:xfrm>
              <a:custGeom>
                <a:avLst/>
                <a:gdLst>
                  <a:gd name="T0" fmla="*/ 41 w 7"/>
                  <a:gd name="T1" fmla="*/ 83 h 12"/>
                  <a:gd name="T2" fmla="*/ 0 w 7"/>
                  <a:gd name="T3" fmla="*/ 113 h 12"/>
                  <a:gd name="T4" fmla="*/ 41 w 7"/>
                  <a:gd name="T5" fmla="*/ 188 h 12"/>
                  <a:gd name="T6" fmla="*/ 100 w 7"/>
                  <a:gd name="T7" fmla="*/ 0 h 12"/>
                  <a:gd name="T8" fmla="*/ 12 w 7"/>
                  <a:gd name="T9" fmla="*/ 20 h 12"/>
                  <a:gd name="T10" fmla="*/ 29 w 7"/>
                  <a:gd name="T11" fmla="*/ 33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3" y="5"/>
                    </a:moveTo>
                    <a:cubicBezTo>
                      <a:pt x="3" y="5"/>
                      <a:pt x="1" y="6"/>
                      <a:pt x="0" y="7"/>
                    </a:cubicBezTo>
                    <a:cubicBezTo>
                      <a:pt x="2" y="7"/>
                      <a:pt x="3" y="10"/>
                      <a:pt x="3" y="12"/>
                    </a:cubicBezTo>
                    <a:cubicBezTo>
                      <a:pt x="4" y="8"/>
                      <a:pt x="4" y="2"/>
                      <a:pt x="7" y="0"/>
                    </a:cubicBezTo>
                    <a:cubicBezTo>
                      <a:pt x="6" y="1"/>
                      <a:pt x="3" y="0"/>
                      <a:pt x="1" y="1"/>
                    </a:cubicBezTo>
                    <a:cubicBezTo>
                      <a:pt x="1" y="2"/>
                      <a:pt x="2" y="1"/>
                      <a:pt x="2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0" name="Freeform 601">
                <a:extLst>
                  <a:ext uri="{FF2B5EF4-FFF2-40B4-BE49-F238E27FC236}">
                    <a16:creationId xmlns:a16="http://schemas.microsoft.com/office/drawing/2014/main" id="{6A89BE69-BC88-434E-B05B-99DDA5501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664"/>
                <a:ext cx="23" cy="50"/>
              </a:xfrm>
              <a:custGeom>
                <a:avLst/>
                <a:gdLst>
                  <a:gd name="T0" fmla="*/ 66 w 9"/>
                  <a:gd name="T1" fmla="*/ 250 h 20"/>
                  <a:gd name="T2" fmla="*/ 51 w 9"/>
                  <a:gd name="T3" fmla="*/ 313 h 20"/>
                  <a:gd name="T4" fmla="*/ 151 w 9"/>
                  <a:gd name="T5" fmla="*/ 250 h 20"/>
                  <a:gd name="T6" fmla="*/ 51 w 9"/>
                  <a:gd name="T7" fmla="*/ 158 h 20"/>
                  <a:gd name="T8" fmla="*/ 0 w 9"/>
                  <a:gd name="T9" fmla="*/ 83 h 20"/>
                  <a:gd name="T10" fmla="*/ 84 w 9"/>
                  <a:gd name="T11" fmla="*/ 175 h 20"/>
                  <a:gd name="T12" fmla="*/ 33 w 9"/>
                  <a:gd name="T13" fmla="*/ 188 h 20"/>
                  <a:gd name="T14" fmla="*/ 51 w 9"/>
                  <a:gd name="T15" fmla="*/ 208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20">
                    <a:moveTo>
                      <a:pt x="4" y="16"/>
                    </a:moveTo>
                    <a:cubicBezTo>
                      <a:pt x="4" y="17"/>
                      <a:pt x="4" y="19"/>
                      <a:pt x="3" y="20"/>
                    </a:cubicBezTo>
                    <a:cubicBezTo>
                      <a:pt x="5" y="19"/>
                      <a:pt x="7" y="17"/>
                      <a:pt x="9" y="16"/>
                    </a:cubicBezTo>
                    <a:cubicBezTo>
                      <a:pt x="6" y="14"/>
                      <a:pt x="4" y="14"/>
                      <a:pt x="3" y="10"/>
                    </a:cubicBezTo>
                    <a:cubicBezTo>
                      <a:pt x="3" y="9"/>
                      <a:pt x="4" y="0"/>
                      <a:pt x="0" y="5"/>
                    </a:cubicBezTo>
                    <a:cubicBezTo>
                      <a:pt x="1" y="8"/>
                      <a:pt x="3" y="8"/>
                      <a:pt x="5" y="11"/>
                    </a:cubicBezTo>
                    <a:cubicBezTo>
                      <a:pt x="4" y="12"/>
                      <a:pt x="4" y="12"/>
                      <a:pt x="2" y="12"/>
                    </a:cubicBezTo>
                    <a:cubicBezTo>
                      <a:pt x="3" y="13"/>
                      <a:pt x="3" y="13"/>
                      <a:pt x="3" y="1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1" name="Freeform 602">
                <a:extLst>
                  <a:ext uri="{FF2B5EF4-FFF2-40B4-BE49-F238E27FC236}">
                    <a16:creationId xmlns:a16="http://schemas.microsoft.com/office/drawing/2014/main" id="{B2FFD096-E406-4788-9CDF-57FC7C509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591"/>
                <a:ext cx="8" cy="13"/>
              </a:xfrm>
              <a:custGeom>
                <a:avLst/>
                <a:gdLst>
                  <a:gd name="T0" fmla="*/ 35 w 3"/>
                  <a:gd name="T1" fmla="*/ 0 h 5"/>
                  <a:gd name="T2" fmla="*/ 0 w 3"/>
                  <a:gd name="T3" fmla="*/ 34 h 5"/>
                  <a:gd name="T4" fmla="*/ 56 w 3"/>
                  <a:gd name="T5" fmla="*/ 88 h 5"/>
                  <a:gd name="T6" fmla="*/ 56 w 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2" y="0"/>
                      <a:pt x="1" y="2"/>
                      <a:pt x="0" y="2"/>
                    </a:cubicBezTo>
                    <a:cubicBezTo>
                      <a:pt x="2" y="2"/>
                      <a:pt x="3" y="4"/>
                      <a:pt x="3" y="5"/>
                    </a:cubicBezTo>
                    <a:cubicBezTo>
                      <a:pt x="3" y="4"/>
                      <a:pt x="2" y="2"/>
                      <a:pt x="3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2" name="Freeform 603">
                <a:extLst>
                  <a:ext uri="{FF2B5EF4-FFF2-40B4-BE49-F238E27FC236}">
                    <a16:creationId xmlns:a16="http://schemas.microsoft.com/office/drawing/2014/main" id="{BCB4ACBA-1D08-426B-AF59-F7E388FF6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429"/>
                <a:ext cx="53" cy="82"/>
              </a:xfrm>
              <a:custGeom>
                <a:avLst/>
                <a:gdLst>
                  <a:gd name="T0" fmla="*/ 63 w 21"/>
                  <a:gd name="T1" fmla="*/ 258 h 33"/>
                  <a:gd name="T2" fmla="*/ 83 w 21"/>
                  <a:gd name="T3" fmla="*/ 445 h 33"/>
                  <a:gd name="T4" fmla="*/ 146 w 21"/>
                  <a:gd name="T5" fmla="*/ 370 h 33"/>
                  <a:gd name="T6" fmla="*/ 222 w 21"/>
                  <a:gd name="T7" fmla="*/ 412 h 33"/>
                  <a:gd name="T8" fmla="*/ 275 w 21"/>
                  <a:gd name="T9" fmla="*/ 494 h 33"/>
                  <a:gd name="T10" fmla="*/ 242 w 21"/>
                  <a:gd name="T11" fmla="*/ 432 h 33"/>
                  <a:gd name="T12" fmla="*/ 209 w 21"/>
                  <a:gd name="T13" fmla="*/ 353 h 33"/>
                  <a:gd name="T14" fmla="*/ 179 w 21"/>
                  <a:gd name="T15" fmla="*/ 291 h 33"/>
                  <a:gd name="T16" fmla="*/ 114 w 21"/>
                  <a:gd name="T17" fmla="*/ 321 h 33"/>
                  <a:gd name="T18" fmla="*/ 83 w 21"/>
                  <a:gd name="T19" fmla="*/ 229 h 33"/>
                  <a:gd name="T20" fmla="*/ 33 w 21"/>
                  <a:gd name="T21" fmla="*/ 154 h 33"/>
                  <a:gd name="T22" fmla="*/ 63 w 21"/>
                  <a:gd name="T23" fmla="*/ 92 h 33"/>
                  <a:gd name="T24" fmla="*/ 0 w 21"/>
                  <a:gd name="T25" fmla="*/ 0 h 33"/>
                  <a:gd name="T26" fmla="*/ 33 w 21"/>
                  <a:gd name="T27" fmla="*/ 137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33">
                    <a:moveTo>
                      <a:pt x="4" y="17"/>
                    </a:moveTo>
                    <a:cubicBezTo>
                      <a:pt x="4" y="19"/>
                      <a:pt x="3" y="28"/>
                      <a:pt x="5" y="29"/>
                    </a:cubicBezTo>
                    <a:cubicBezTo>
                      <a:pt x="8" y="28"/>
                      <a:pt x="7" y="25"/>
                      <a:pt x="9" y="24"/>
                    </a:cubicBezTo>
                    <a:cubicBezTo>
                      <a:pt x="11" y="22"/>
                      <a:pt x="13" y="25"/>
                      <a:pt x="14" y="27"/>
                    </a:cubicBezTo>
                    <a:cubicBezTo>
                      <a:pt x="14" y="29"/>
                      <a:pt x="14" y="33"/>
                      <a:pt x="17" y="32"/>
                    </a:cubicBezTo>
                    <a:cubicBezTo>
                      <a:pt x="21" y="30"/>
                      <a:pt x="17" y="28"/>
                      <a:pt x="15" y="28"/>
                    </a:cubicBezTo>
                    <a:cubicBezTo>
                      <a:pt x="16" y="25"/>
                      <a:pt x="14" y="25"/>
                      <a:pt x="13" y="23"/>
                    </a:cubicBezTo>
                    <a:cubicBezTo>
                      <a:pt x="13" y="23"/>
                      <a:pt x="11" y="19"/>
                      <a:pt x="11" y="19"/>
                    </a:cubicBezTo>
                    <a:cubicBezTo>
                      <a:pt x="9" y="19"/>
                      <a:pt x="9" y="22"/>
                      <a:pt x="7" y="21"/>
                    </a:cubicBezTo>
                    <a:cubicBezTo>
                      <a:pt x="6" y="20"/>
                      <a:pt x="5" y="17"/>
                      <a:pt x="5" y="15"/>
                    </a:cubicBezTo>
                    <a:cubicBezTo>
                      <a:pt x="4" y="14"/>
                      <a:pt x="2" y="11"/>
                      <a:pt x="2" y="10"/>
                    </a:cubicBezTo>
                    <a:cubicBezTo>
                      <a:pt x="1" y="9"/>
                      <a:pt x="3" y="8"/>
                      <a:pt x="4" y="6"/>
                    </a:cubicBezTo>
                    <a:cubicBezTo>
                      <a:pt x="6" y="1"/>
                      <a:pt x="5" y="0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3" name="Freeform 604">
                <a:extLst>
                  <a:ext uri="{FF2B5EF4-FFF2-40B4-BE49-F238E27FC236}">
                    <a16:creationId xmlns:a16="http://schemas.microsoft.com/office/drawing/2014/main" id="{B51B089B-D63E-4539-96D8-8DBCD8F85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394"/>
                <a:ext cx="43" cy="55"/>
              </a:xfrm>
              <a:custGeom>
                <a:avLst/>
                <a:gdLst>
                  <a:gd name="T0" fmla="*/ 0 w 17"/>
                  <a:gd name="T1" fmla="*/ 250 h 22"/>
                  <a:gd name="T2" fmla="*/ 116 w 17"/>
                  <a:gd name="T3" fmla="*/ 238 h 22"/>
                  <a:gd name="T4" fmla="*/ 116 w 17"/>
                  <a:gd name="T5" fmla="*/ 333 h 22"/>
                  <a:gd name="T6" fmla="*/ 225 w 17"/>
                  <a:gd name="T7" fmla="*/ 220 h 22"/>
                  <a:gd name="T8" fmla="*/ 96 w 17"/>
                  <a:gd name="T9" fmla="*/ 125 h 22"/>
                  <a:gd name="T10" fmla="*/ 225 w 17"/>
                  <a:gd name="T11" fmla="*/ 125 h 22"/>
                  <a:gd name="T12" fmla="*/ 255 w 17"/>
                  <a:gd name="T13" fmla="*/ 63 h 22"/>
                  <a:gd name="T14" fmla="*/ 210 w 17"/>
                  <a:gd name="T15" fmla="*/ 220 h 22"/>
                  <a:gd name="T16" fmla="*/ 210 w 17"/>
                  <a:gd name="T17" fmla="*/ 345 h 22"/>
                  <a:gd name="T18" fmla="*/ 147 w 17"/>
                  <a:gd name="T19" fmla="*/ 313 h 22"/>
                  <a:gd name="T20" fmla="*/ 159 w 17"/>
                  <a:gd name="T21" fmla="*/ 30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22">
                    <a:moveTo>
                      <a:pt x="0" y="16"/>
                    </a:moveTo>
                    <a:cubicBezTo>
                      <a:pt x="1" y="15"/>
                      <a:pt x="5" y="14"/>
                      <a:pt x="7" y="15"/>
                    </a:cubicBezTo>
                    <a:cubicBezTo>
                      <a:pt x="8" y="16"/>
                      <a:pt x="7" y="19"/>
                      <a:pt x="7" y="21"/>
                    </a:cubicBezTo>
                    <a:cubicBezTo>
                      <a:pt x="9" y="21"/>
                      <a:pt x="14" y="15"/>
                      <a:pt x="14" y="14"/>
                    </a:cubicBezTo>
                    <a:cubicBezTo>
                      <a:pt x="14" y="9"/>
                      <a:pt x="7" y="11"/>
                      <a:pt x="6" y="8"/>
                    </a:cubicBezTo>
                    <a:cubicBezTo>
                      <a:pt x="8" y="8"/>
                      <a:pt x="12" y="10"/>
                      <a:pt x="14" y="8"/>
                    </a:cubicBezTo>
                    <a:cubicBezTo>
                      <a:pt x="14" y="7"/>
                      <a:pt x="15" y="0"/>
                      <a:pt x="16" y="4"/>
                    </a:cubicBezTo>
                    <a:cubicBezTo>
                      <a:pt x="17" y="7"/>
                      <a:pt x="14" y="12"/>
                      <a:pt x="13" y="14"/>
                    </a:cubicBezTo>
                    <a:cubicBezTo>
                      <a:pt x="13" y="17"/>
                      <a:pt x="14" y="20"/>
                      <a:pt x="13" y="22"/>
                    </a:cubicBezTo>
                    <a:cubicBezTo>
                      <a:pt x="12" y="22"/>
                      <a:pt x="10" y="21"/>
                      <a:pt x="9" y="20"/>
                    </a:cubicBezTo>
                    <a:cubicBezTo>
                      <a:pt x="9" y="19"/>
                      <a:pt x="9" y="19"/>
                      <a:pt x="10" y="19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4" name="Freeform 605">
                <a:extLst>
                  <a:ext uri="{FF2B5EF4-FFF2-40B4-BE49-F238E27FC236}">
                    <a16:creationId xmlns:a16="http://schemas.microsoft.com/office/drawing/2014/main" id="{565A1CD9-B67A-4987-87B1-A55BC3DCF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334"/>
                <a:ext cx="57" cy="70"/>
              </a:xfrm>
              <a:custGeom>
                <a:avLst/>
                <a:gdLst>
                  <a:gd name="T0" fmla="*/ 216 w 23"/>
                  <a:gd name="T1" fmla="*/ 125 h 28"/>
                  <a:gd name="T2" fmla="*/ 166 w 23"/>
                  <a:gd name="T3" fmla="*/ 300 h 28"/>
                  <a:gd name="T4" fmla="*/ 74 w 23"/>
                  <a:gd name="T5" fmla="*/ 270 h 28"/>
                  <a:gd name="T6" fmla="*/ 0 w 23"/>
                  <a:gd name="T7" fmla="*/ 313 h 28"/>
                  <a:gd name="T8" fmla="*/ 136 w 23"/>
                  <a:gd name="T9" fmla="*/ 313 h 28"/>
                  <a:gd name="T10" fmla="*/ 166 w 23"/>
                  <a:gd name="T11" fmla="*/ 438 h 28"/>
                  <a:gd name="T12" fmla="*/ 228 w 23"/>
                  <a:gd name="T13" fmla="*/ 270 h 28"/>
                  <a:gd name="T14" fmla="*/ 320 w 23"/>
                  <a:gd name="T15" fmla="*/ 345 h 28"/>
                  <a:gd name="T16" fmla="*/ 278 w 23"/>
                  <a:gd name="T17" fmla="*/ 208 h 28"/>
                  <a:gd name="T18" fmla="*/ 349 w 23"/>
                  <a:gd name="T19" fmla="*/ 188 h 28"/>
                  <a:gd name="T20" fmla="*/ 245 w 23"/>
                  <a:gd name="T21" fmla="*/ 188 h 28"/>
                  <a:gd name="T22" fmla="*/ 245 w 23"/>
                  <a:gd name="T23" fmla="*/ 95 h 28"/>
                  <a:gd name="T24" fmla="*/ 307 w 23"/>
                  <a:gd name="T25" fmla="*/ 20 h 28"/>
                  <a:gd name="T26" fmla="*/ 228 w 23"/>
                  <a:gd name="T27" fmla="*/ 20 h 28"/>
                  <a:gd name="T28" fmla="*/ 245 w 23"/>
                  <a:gd name="T29" fmla="*/ 83 h 28"/>
                  <a:gd name="T30" fmla="*/ 228 w 23"/>
                  <a:gd name="T31" fmla="*/ 95 h 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" h="28">
                    <a:moveTo>
                      <a:pt x="14" y="8"/>
                    </a:moveTo>
                    <a:cubicBezTo>
                      <a:pt x="9" y="8"/>
                      <a:pt x="16" y="17"/>
                      <a:pt x="11" y="19"/>
                    </a:cubicBezTo>
                    <a:cubicBezTo>
                      <a:pt x="10" y="19"/>
                      <a:pt x="7" y="16"/>
                      <a:pt x="5" y="17"/>
                    </a:cubicBezTo>
                    <a:cubicBezTo>
                      <a:pt x="3" y="18"/>
                      <a:pt x="3" y="21"/>
                      <a:pt x="0" y="20"/>
                    </a:cubicBezTo>
                    <a:cubicBezTo>
                      <a:pt x="1" y="24"/>
                      <a:pt x="7" y="20"/>
                      <a:pt x="9" y="20"/>
                    </a:cubicBezTo>
                    <a:cubicBezTo>
                      <a:pt x="15" y="21"/>
                      <a:pt x="12" y="25"/>
                      <a:pt x="11" y="28"/>
                    </a:cubicBezTo>
                    <a:cubicBezTo>
                      <a:pt x="15" y="26"/>
                      <a:pt x="13" y="21"/>
                      <a:pt x="15" y="17"/>
                    </a:cubicBezTo>
                    <a:cubicBezTo>
                      <a:pt x="17" y="13"/>
                      <a:pt x="17" y="22"/>
                      <a:pt x="21" y="22"/>
                    </a:cubicBezTo>
                    <a:cubicBezTo>
                      <a:pt x="15" y="24"/>
                      <a:pt x="18" y="15"/>
                      <a:pt x="18" y="13"/>
                    </a:cubicBezTo>
                    <a:cubicBezTo>
                      <a:pt x="20" y="12"/>
                      <a:pt x="22" y="12"/>
                      <a:pt x="23" y="12"/>
                    </a:cubicBezTo>
                    <a:cubicBezTo>
                      <a:pt x="22" y="12"/>
                      <a:pt x="19" y="13"/>
                      <a:pt x="16" y="12"/>
                    </a:cubicBezTo>
                    <a:cubicBezTo>
                      <a:pt x="17" y="10"/>
                      <a:pt x="15" y="8"/>
                      <a:pt x="16" y="6"/>
                    </a:cubicBezTo>
                    <a:cubicBezTo>
                      <a:pt x="17" y="4"/>
                      <a:pt x="19" y="2"/>
                      <a:pt x="20" y="1"/>
                    </a:cubicBezTo>
                    <a:cubicBezTo>
                      <a:pt x="18" y="0"/>
                      <a:pt x="17" y="1"/>
                      <a:pt x="15" y="1"/>
                    </a:cubicBezTo>
                    <a:cubicBezTo>
                      <a:pt x="15" y="2"/>
                      <a:pt x="16" y="4"/>
                      <a:pt x="16" y="5"/>
                    </a:cubicBezTo>
                    <a:cubicBezTo>
                      <a:pt x="16" y="6"/>
                      <a:pt x="15" y="6"/>
                      <a:pt x="15" y="6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5" name="Freeform 606">
                <a:extLst>
                  <a:ext uri="{FF2B5EF4-FFF2-40B4-BE49-F238E27FC236}">
                    <a16:creationId xmlns:a16="http://schemas.microsoft.com/office/drawing/2014/main" id="{A684738B-6813-44AC-9ECE-034F63C4C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336"/>
                <a:ext cx="25" cy="33"/>
              </a:xfrm>
              <a:custGeom>
                <a:avLst/>
                <a:gdLst>
                  <a:gd name="T0" fmla="*/ 0 w 10"/>
                  <a:gd name="T1" fmla="*/ 0 h 13"/>
                  <a:gd name="T2" fmla="*/ 50 w 10"/>
                  <a:gd name="T3" fmla="*/ 129 h 13"/>
                  <a:gd name="T4" fmla="*/ 0 w 10"/>
                  <a:gd name="T5" fmla="*/ 180 h 13"/>
                  <a:gd name="T6" fmla="*/ 50 w 10"/>
                  <a:gd name="T7" fmla="*/ 180 h 13"/>
                  <a:gd name="T8" fmla="*/ 50 w 10"/>
                  <a:gd name="T9" fmla="*/ 63 h 13"/>
                  <a:gd name="T10" fmla="*/ 158 w 10"/>
                  <a:gd name="T11" fmla="*/ 63 h 13"/>
                  <a:gd name="T12" fmla="*/ 50 w 10"/>
                  <a:gd name="T13" fmla="*/ 2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0" y="0"/>
                    </a:moveTo>
                    <a:cubicBezTo>
                      <a:pt x="2" y="2"/>
                      <a:pt x="4" y="5"/>
                      <a:pt x="3" y="8"/>
                    </a:cubicBezTo>
                    <a:cubicBezTo>
                      <a:pt x="2" y="9"/>
                      <a:pt x="0" y="9"/>
                      <a:pt x="0" y="11"/>
                    </a:cubicBezTo>
                    <a:cubicBezTo>
                      <a:pt x="1" y="13"/>
                      <a:pt x="2" y="13"/>
                      <a:pt x="3" y="11"/>
                    </a:cubicBezTo>
                    <a:cubicBezTo>
                      <a:pt x="5" y="9"/>
                      <a:pt x="2" y="6"/>
                      <a:pt x="3" y="4"/>
                    </a:cubicBezTo>
                    <a:cubicBezTo>
                      <a:pt x="5" y="1"/>
                      <a:pt x="8" y="4"/>
                      <a:pt x="10" y="4"/>
                    </a:cubicBezTo>
                    <a:cubicBezTo>
                      <a:pt x="8" y="2"/>
                      <a:pt x="4" y="3"/>
                      <a:pt x="3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6" name="Freeform 607">
                <a:extLst>
                  <a:ext uri="{FF2B5EF4-FFF2-40B4-BE49-F238E27FC236}">
                    <a16:creationId xmlns:a16="http://schemas.microsoft.com/office/drawing/2014/main" id="{D3CC9D26-D955-4667-92E7-8DC641008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491"/>
                <a:ext cx="40" cy="83"/>
              </a:xfrm>
              <a:custGeom>
                <a:avLst/>
                <a:gdLst>
                  <a:gd name="T0" fmla="*/ 83 w 16"/>
                  <a:gd name="T1" fmla="*/ 50 h 33"/>
                  <a:gd name="T2" fmla="*/ 113 w 16"/>
                  <a:gd name="T3" fmla="*/ 126 h 33"/>
                  <a:gd name="T4" fmla="*/ 95 w 16"/>
                  <a:gd name="T5" fmla="*/ 209 h 33"/>
                  <a:gd name="T6" fmla="*/ 83 w 16"/>
                  <a:gd name="T7" fmla="*/ 284 h 33"/>
                  <a:gd name="T8" fmla="*/ 0 w 16"/>
                  <a:gd name="T9" fmla="*/ 304 h 33"/>
                  <a:gd name="T10" fmla="*/ 63 w 16"/>
                  <a:gd name="T11" fmla="*/ 335 h 33"/>
                  <a:gd name="T12" fmla="*/ 33 w 16"/>
                  <a:gd name="T13" fmla="*/ 397 h 33"/>
                  <a:gd name="T14" fmla="*/ 95 w 16"/>
                  <a:gd name="T15" fmla="*/ 526 h 33"/>
                  <a:gd name="T16" fmla="*/ 145 w 16"/>
                  <a:gd name="T17" fmla="*/ 304 h 33"/>
                  <a:gd name="T18" fmla="*/ 145 w 16"/>
                  <a:gd name="T19" fmla="*/ 335 h 33"/>
                  <a:gd name="T20" fmla="*/ 250 w 16"/>
                  <a:gd name="T21" fmla="*/ 284 h 33"/>
                  <a:gd name="T22" fmla="*/ 145 w 16"/>
                  <a:gd name="T23" fmla="*/ 189 h 33"/>
                  <a:gd name="T24" fmla="*/ 158 w 16"/>
                  <a:gd name="T25" fmla="*/ 96 h 33"/>
                  <a:gd name="T26" fmla="*/ 158 w 16"/>
                  <a:gd name="T27" fmla="*/ 63 h 33"/>
                  <a:gd name="T28" fmla="*/ 220 w 16"/>
                  <a:gd name="T29" fmla="*/ 33 h 33"/>
                  <a:gd name="T30" fmla="*/ 238 w 16"/>
                  <a:gd name="T31" fmla="*/ 50 h 33"/>
                  <a:gd name="T32" fmla="*/ 113 w 16"/>
                  <a:gd name="T33" fmla="*/ 63 h 33"/>
                  <a:gd name="T34" fmla="*/ 95 w 16"/>
                  <a:gd name="T35" fmla="*/ 50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" h="33">
                    <a:moveTo>
                      <a:pt x="5" y="3"/>
                    </a:moveTo>
                    <a:cubicBezTo>
                      <a:pt x="4" y="5"/>
                      <a:pt x="7" y="6"/>
                      <a:pt x="7" y="8"/>
                    </a:cubicBezTo>
                    <a:cubicBezTo>
                      <a:pt x="7" y="9"/>
                      <a:pt x="6" y="11"/>
                      <a:pt x="6" y="13"/>
                    </a:cubicBezTo>
                    <a:cubicBezTo>
                      <a:pt x="6" y="15"/>
                      <a:pt x="6" y="17"/>
                      <a:pt x="5" y="18"/>
                    </a:cubicBezTo>
                    <a:cubicBezTo>
                      <a:pt x="4" y="20"/>
                      <a:pt x="2" y="18"/>
                      <a:pt x="0" y="19"/>
                    </a:cubicBezTo>
                    <a:cubicBezTo>
                      <a:pt x="1" y="19"/>
                      <a:pt x="3" y="20"/>
                      <a:pt x="4" y="21"/>
                    </a:cubicBezTo>
                    <a:cubicBezTo>
                      <a:pt x="4" y="23"/>
                      <a:pt x="2" y="24"/>
                      <a:pt x="2" y="25"/>
                    </a:cubicBezTo>
                    <a:cubicBezTo>
                      <a:pt x="2" y="28"/>
                      <a:pt x="6" y="30"/>
                      <a:pt x="6" y="33"/>
                    </a:cubicBezTo>
                    <a:cubicBezTo>
                      <a:pt x="8" y="28"/>
                      <a:pt x="2" y="22"/>
                      <a:pt x="9" y="19"/>
                    </a:cubicBezTo>
                    <a:cubicBezTo>
                      <a:pt x="9" y="20"/>
                      <a:pt x="9" y="21"/>
                      <a:pt x="9" y="21"/>
                    </a:cubicBezTo>
                    <a:cubicBezTo>
                      <a:pt x="11" y="20"/>
                      <a:pt x="12" y="15"/>
                      <a:pt x="16" y="18"/>
                    </a:cubicBezTo>
                    <a:cubicBezTo>
                      <a:pt x="11" y="17"/>
                      <a:pt x="7" y="18"/>
                      <a:pt x="9" y="12"/>
                    </a:cubicBezTo>
                    <a:cubicBezTo>
                      <a:pt x="9" y="10"/>
                      <a:pt x="10" y="8"/>
                      <a:pt x="10" y="6"/>
                    </a:cubicBezTo>
                    <a:cubicBezTo>
                      <a:pt x="10" y="5"/>
                      <a:pt x="9" y="5"/>
                      <a:pt x="10" y="4"/>
                    </a:cubicBezTo>
                    <a:cubicBezTo>
                      <a:pt x="11" y="2"/>
                      <a:pt x="12" y="2"/>
                      <a:pt x="14" y="2"/>
                    </a:cubicBezTo>
                    <a:cubicBezTo>
                      <a:pt x="14" y="4"/>
                      <a:pt x="14" y="3"/>
                      <a:pt x="15" y="3"/>
                    </a:cubicBezTo>
                    <a:cubicBezTo>
                      <a:pt x="16" y="1"/>
                      <a:pt x="7" y="0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7" name="Freeform 608">
                <a:extLst>
                  <a:ext uri="{FF2B5EF4-FFF2-40B4-BE49-F238E27FC236}">
                    <a16:creationId xmlns:a16="http://schemas.microsoft.com/office/drawing/2014/main" id="{F0872859-4FC8-4F9D-921F-1DD3BB8D0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3461"/>
                <a:ext cx="35" cy="30"/>
              </a:xfrm>
              <a:custGeom>
                <a:avLst/>
                <a:gdLst>
                  <a:gd name="T0" fmla="*/ 50 w 14"/>
                  <a:gd name="T1" fmla="*/ 63 h 12"/>
                  <a:gd name="T2" fmla="*/ 0 w 14"/>
                  <a:gd name="T3" fmla="*/ 145 h 12"/>
                  <a:gd name="T4" fmla="*/ 63 w 14"/>
                  <a:gd name="T5" fmla="*/ 188 h 12"/>
                  <a:gd name="T6" fmla="*/ 83 w 14"/>
                  <a:gd name="T7" fmla="*/ 63 h 12"/>
                  <a:gd name="T8" fmla="*/ 220 w 14"/>
                  <a:gd name="T9" fmla="*/ 33 h 12"/>
                  <a:gd name="T10" fmla="*/ 125 w 14"/>
                  <a:gd name="T11" fmla="*/ 33 h 12"/>
                  <a:gd name="T12" fmla="*/ 50 w 14"/>
                  <a:gd name="T13" fmla="*/ 3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3" y="4"/>
                    </a:moveTo>
                    <a:cubicBezTo>
                      <a:pt x="1" y="6"/>
                      <a:pt x="0" y="7"/>
                      <a:pt x="0" y="9"/>
                    </a:cubicBezTo>
                    <a:cubicBezTo>
                      <a:pt x="2" y="9"/>
                      <a:pt x="5" y="9"/>
                      <a:pt x="4" y="12"/>
                    </a:cubicBezTo>
                    <a:cubicBezTo>
                      <a:pt x="3" y="9"/>
                      <a:pt x="2" y="6"/>
                      <a:pt x="5" y="4"/>
                    </a:cubicBezTo>
                    <a:cubicBezTo>
                      <a:pt x="8" y="2"/>
                      <a:pt x="12" y="4"/>
                      <a:pt x="14" y="2"/>
                    </a:cubicBezTo>
                    <a:cubicBezTo>
                      <a:pt x="12" y="0"/>
                      <a:pt x="11" y="1"/>
                      <a:pt x="8" y="2"/>
                    </a:cubicBezTo>
                    <a:cubicBezTo>
                      <a:pt x="7" y="3"/>
                      <a:pt x="3" y="4"/>
                      <a:pt x="3" y="2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8" name="Freeform 609">
                <a:extLst>
                  <a:ext uri="{FF2B5EF4-FFF2-40B4-BE49-F238E27FC236}">
                    <a16:creationId xmlns:a16="http://schemas.microsoft.com/office/drawing/2014/main" id="{A48420C1-769F-4228-A3DF-C5A6CCE24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441"/>
                <a:ext cx="15" cy="25"/>
              </a:xfrm>
              <a:custGeom>
                <a:avLst/>
                <a:gdLst>
                  <a:gd name="T0" fmla="*/ 33 w 6"/>
                  <a:gd name="T1" fmla="*/ 0 h 10"/>
                  <a:gd name="T2" fmla="*/ 33 w 6"/>
                  <a:gd name="T3" fmla="*/ 113 h 10"/>
                  <a:gd name="T4" fmla="*/ 95 w 6"/>
                  <a:gd name="T5" fmla="*/ 158 h 10"/>
                  <a:gd name="T6" fmla="*/ 50 w 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2" y="0"/>
                    </a:moveTo>
                    <a:cubicBezTo>
                      <a:pt x="0" y="2"/>
                      <a:pt x="5" y="6"/>
                      <a:pt x="2" y="7"/>
                    </a:cubicBezTo>
                    <a:cubicBezTo>
                      <a:pt x="3" y="8"/>
                      <a:pt x="6" y="8"/>
                      <a:pt x="6" y="10"/>
                    </a:cubicBezTo>
                    <a:cubicBezTo>
                      <a:pt x="5" y="8"/>
                      <a:pt x="2" y="2"/>
                      <a:pt x="3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9" name="Freeform 610">
                <a:extLst>
                  <a:ext uri="{FF2B5EF4-FFF2-40B4-BE49-F238E27FC236}">
                    <a16:creationId xmlns:a16="http://schemas.microsoft.com/office/drawing/2014/main" id="{D81B7E05-3D51-4500-8294-5BAADC827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3501"/>
                <a:ext cx="25" cy="60"/>
              </a:xfrm>
              <a:custGeom>
                <a:avLst/>
                <a:gdLst>
                  <a:gd name="T0" fmla="*/ 145 w 10"/>
                  <a:gd name="T1" fmla="*/ 20 h 24"/>
                  <a:gd name="T2" fmla="*/ 145 w 10"/>
                  <a:gd name="T3" fmla="*/ 0 h 24"/>
                  <a:gd name="T4" fmla="*/ 125 w 10"/>
                  <a:gd name="T5" fmla="*/ 63 h 24"/>
                  <a:gd name="T6" fmla="*/ 33 w 10"/>
                  <a:gd name="T7" fmla="*/ 50 h 24"/>
                  <a:gd name="T8" fmla="*/ 113 w 10"/>
                  <a:gd name="T9" fmla="*/ 113 h 24"/>
                  <a:gd name="T10" fmla="*/ 20 w 10"/>
                  <a:gd name="T11" fmla="*/ 188 h 24"/>
                  <a:gd name="T12" fmla="*/ 125 w 10"/>
                  <a:gd name="T13" fmla="*/ 220 h 24"/>
                  <a:gd name="T14" fmla="*/ 113 w 10"/>
                  <a:gd name="T15" fmla="*/ 313 h 24"/>
                  <a:gd name="T16" fmla="*/ 83 w 10"/>
                  <a:gd name="T17" fmla="*/ 375 h 24"/>
                  <a:gd name="T18" fmla="*/ 158 w 10"/>
                  <a:gd name="T19" fmla="*/ 220 h 24"/>
                  <a:gd name="T20" fmla="*/ 158 w 10"/>
                  <a:gd name="T21" fmla="*/ 175 h 24"/>
                  <a:gd name="T22" fmla="*/ 125 w 10"/>
                  <a:gd name="T23" fmla="*/ 125 h 24"/>
                  <a:gd name="T24" fmla="*/ 145 w 10"/>
                  <a:gd name="T25" fmla="*/ 20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24">
                    <a:moveTo>
                      <a:pt x="9" y="1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8" y="3"/>
                      <a:pt x="8" y="4"/>
                    </a:cubicBezTo>
                    <a:cubicBezTo>
                      <a:pt x="6" y="5"/>
                      <a:pt x="3" y="1"/>
                      <a:pt x="2" y="3"/>
                    </a:cubicBezTo>
                    <a:cubicBezTo>
                      <a:pt x="0" y="5"/>
                      <a:pt x="5" y="6"/>
                      <a:pt x="7" y="7"/>
                    </a:cubicBezTo>
                    <a:cubicBezTo>
                      <a:pt x="8" y="12"/>
                      <a:pt x="2" y="10"/>
                      <a:pt x="1" y="12"/>
                    </a:cubicBezTo>
                    <a:cubicBezTo>
                      <a:pt x="5" y="11"/>
                      <a:pt x="8" y="9"/>
                      <a:pt x="8" y="14"/>
                    </a:cubicBezTo>
                    <a:cubicBezTo>
                      <a:pt x="8" y="15"/>
                      <a:pt x="8" y="19"/>
                      <a:pt x="7" y="20"/>
                    </a:cubicBezTo>
                    <a:cubicBezTo>
                      <a:pt x="7" y="21"/>
                      <a:pt x="5" y="22"/>
                      <a:pt x="5" y="24"/>
                    </a:cubicBezTo>
                    <a:cubicBezTo>
                      <a:pt x="9" y="24"/>
                      <a:pt x="10" y="18"/>
                      <a:pt x="10" y="14"/>
                    </a:cubicBezTo>
                    <a:cubicBezTo>
                      <a:pt x="10" y="13"/>
                      <a:pt x="10" y="12"/>
                      <a:pt x="10" y="11"/>
                    </a:cubicBezTo>
                    <a:cubicBezTo>
                      <a:pt x="10" y="10"/>
                      <a:pt x="8" y="9"/>
                      <a:pt x="8" y="8"/>
                    </a:cubicBezTo>
                    <a:cubicBezTo>
                      <a:pt x="8" y="6"/>
                      <a:pt x="10" y="4"/>
                      <a:pt x="9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0" name="Freeform 611">
                <a:extLst>
                  <a:ext uri="{FF2B5EF4-FFF2-40B4-BE49-F238E27FC236}">
                    <a16:creationId xmlns:a16="http://schemas.microsoft.com/office/drawing/2014/main" id="{14A64F03-16B7-45B2-A217-4E18A6BD8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3556"/>
                <a:ext cx="35" cy="38"/>
              </a:xfrm>
              <a:custGeom>
                <a:avLst/>
                <a:gdLst>
                  <a:gd name="T0" fmla="*/ 95 w 14"/>
                  <a:gd name="T1" fmla="*/ 0 h 15"/>
                  <a:gd name="T2" fmla="*/ 63 w 14"/>
                  <a:gd name="T3" fmla="*/ 96 h 15"/>
                  <a:gd name="T4" fmla="*/ 0 w 14"/>
                  <a:gd name="T5" fmla="*/ 96 h 15"/>
                  <a:gd name="T6" fmla="*/ 125 w 14"/>
                  <a:gd name="T7" fmla="*/ 129 h 15"/>
                  <a:gd name="T8" fmla="*/ 113 w 14"/>
                  <a:gd name="T9" fmla="*/ 193 h 15"/>
                  <a:gd name="T10" fmla="*/ 50 w 14"/>
                  <a:gd name="T11" fmla="*/ 243 h 15"/>
                  <a:gd name="T12" fmla="*/ 125 w 14"/>
                  <a:gd name="T13" fmla="*/ 160 h 15"/>
                  <a:gd name="T14" fmla="*/ 188 w 14"/>
                  <a:gd name="T15" fmla="*/ 193 h 15"/>
                  <a:gd name="T16" fmla="*/ 125 w 14"/>
                  <a:gd name="T17" fmla="*/ 117 h 15"/>
                  <a:gd name="T18" fmla="*/ 113 w 14"/>
                  <a:gd name="T19" fmla="*/ 2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5" y="2"/>
                      <a:pt x="8" y="5"/>
                      <a:pt x="4" y="6"/>
                    </a:cubicBezTo>
                    <a:cubicBezTo>
                      <a:pt x="3" y="6"/>
                      <a:pt x="0" y="2"/>
                      <a:pt x="0" y="6"/>
                    </a:cubicBezTo>
                    <a:cubicBezTo>
                      <a:pt x="3" y="7"/>
                      <a:pt x="6" y="2"/>
                      <a:pt x="8" y="8"/>
                    </a:cubicBezTo>
                    <a:cubicBezTo>
                      <a:pt x="8" y="8"/>
                      <a:pt x="8" y="12"/>
                      <a:pt x="7" y="12"/>
                    </a:cubicBezTo>
                    <a:cubicBezTo>
                      <a:pt x="6" y="14"/>
                      <a:pt x="3" y="13"/>
                      <a:pt x="3" y="15"/>
                    </a:cubicBezTo>
                    <a:cubicBezTo>
                      <a:pt x="6" y="15"/>
                      <a:pt x="6" y="11"/>
                      <a:pt x="8" y="10"/>
                    </a:cubicBezTo>
                    <a:cubicBezTo>
                      <a:pt x="9" y="9"/>
                      <a:pt x="14" y="9"/>
                      <a:pt x="12" y="12"/>
                    </a:cubicBezTo>
                    <a:cubicBezTo>
                      <a:pt x="13" y="10"/>
                      <a:pt x="11" y="6"/>
                      <a:pt x="8" y="7"/>
                    </a:cubicBezTo>
                    <a:cubicBezTo>
                      <a:pt x="8" y="5"/>
                      <a:pt x="7" y="3"/>
                      <a:pt x="7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1" name="Freeform 612">
                <a:extLst>
                  <a:ext uri="{FF2B5EF4-FFF2-40B4-BE49-F238E27FC236}">
                    <a16:creationId xmlns:a16="http://schemas.microsoft.com/office/drawing/2014/main" id="{72480368-1D58-4AFF-8725-87E1E5BDD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671"/>
                <a:ext cx="30" cy="53"/>
              </a:xfrm>
              <a:custGeom>
                <a:avLst/>
                <a:gdLst>
                  <a:gd name="T0" fmla="*/ 63 w 12"/>
                  <a:gd name="T1" fmla="*/ 83 h 21"/>
                  <a:gd name="T2" fmla="*/ 0 w 12"/>
                  <a:gd name="T3" fmla="*/ 146 h 21"/>
                  <a:gd name="T4" fmla="*/ 63 w 12"/>
                  <a:gd name="T5" fmla="*/ 275 h 21"/>
                  <a:gd name="T6" fmla="*/ 33 w 12"/>
                  <a:gd name="T7" fmla="*/ 318 h 21"/>
                  <a:gd name="T8" fmla="*/ 95 w 12"/>
                  <a:gd name="T9" fmla="*/ 318 h 21"/>
                  <a:gd name="T10" fmla="*/ 113 w 12"/>
                  <a:gd name="T11" fmla="*/ 192 h 21"/>
                  <a:gd name="T12" fmla="*/ 95 w 12"/>
                  <a:gd name="T13" fmla="*/ 96 h 21"/>
                  <a:gd name="T14" fmla="*/ 188 w 12"/>
                  <a:gd name="T15" fmla="*/ 0 h 21"/>
                  <a:gd name="T16" fmla="*/ 95 w 12"/>
                  <a:gd name="T17" fmla="*/ 63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21">
                    <a:moveTo>
                      <a:pt x="4" y="5"/>
                    </a:moveTo>
                    <a:cubicBezTo>
                      <a:pt x="3" y="7"/>
                      <a:pt x="2" y="8"/>
                      <a:pt x="0" y="9"/>
                    </a:cubicBezTo>
                    <a:cubicBezTo>
                      <a:pt x="2" y="11"/>
                      <a:pt x="5" y="15"/>
                      <a:pt x="4" y="17"/>
                    </a:cubicBezTo>
                    <a:cubicBezTo>
                      <a:pt x="3" y="18"/>
                      <a:pt x="1" y="19"/>
                      <a:pt x="2" y="20"/>
                    </a:cubicBezTo>
                    <a:cubicBezTo>
                      <a:pt x="3" y="21"/>
                      <a:pt x="6" y="20"/>
                      <a:pt x="6" y="20"/>
                    </a:cubicBezTo>
                    <a:cubicBezTo>
                      <a:pt x="4" y="19"/>
                      <a:pt x="2" y="11"/>
                      <a:pt x="7" y="12"/>
                    </a:cubicBezTo>
                    <a:cubicBezTo>
                      <a:pt x="7" y="10"/>
                      <a:pt x="4" y="8"/>
                      <a:pt x="6" y="6"/>
                    </a:cubicBezTo>
                    <a:cubicBezTo>
                      <a:pt x="8" y="4"/>
                      <a:pt x="11" y="2"/>
                      <a:pt x="12" y="0"/>
                    </a:cubicBezTo>
                    <a:cubicBezTo>
                      <a:pt x="11" y="2"/>
                      <a:pt x="7" y="2"/>
                      <a:pt x="6" y="4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2" name="Freeform 613">
                <a:extLst>
                  <a:ext uri="{FF2B5EF4-FFF2-40B4-BE49-F238E27FC236}">
                    <a16:creationId xmlns:a16="http://schemas.microsoft.com/office/drawing/2014/main" id="{E1E639D7-EE9C-4C53-B451-07E8869FF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679"/>
                <a:ext cx="45" cy="65"/>
              </a:xfrm>
              <a:custGeom>
                <a:avLst/>
                <a:gdLst>
                  <a:gd name="T0" fmla="*/ 113 w 18"/>
                  <a:gd name="T1" fmla="*/ 0 h 26"/>
                  <a:gd name="T2" fmla="*/ 158 w 18"/>
                  <a:gd name="T3" fmla="*/ 63 h 26"/>
                  <a:gd name="T4" fmla="*/ 175 w 18"/>
                  <a:gd name="T5" fmla="*/ 125 h 26"/>
                  <a:gd name="T6" fmla="*/ 175 w 18"/>
                  <a:gd name="T7" fmla="*/ 188 h 26"/>
                  <a:gd name="T8" fmla="*/ 113 w 18"/>
                  <a:gd name="T9" fmla="*/ 220 h 26"/>
                  <a:gd name="T10" fmla="*/ 0 w 18"/>
                  <a:gd name="T11" fmla="*/ 270 h 26"/>
                  <a:gd name="T12" fmla="*/ 113 w 18"/>
                  <a:gd name="T13" fmla="*/ 283 h 26"/>
                  <a:gd name="T14" fmla="*/ 113 w 18"/>
                  <a:gd name="T15" fmla="*/ 395 h 26"/>
                  <a:gd name="T16" fmla="*/ 208 w 18"/>
                  <a:gd name="T17" fmla="*/ 408 h 26"/>
                  <a:gd name="T18" fmla="*/ 175 w 18"/>
                  <a:gd name="T19" fmla="*/ 270 h 26"/>
                  <a:gd name="T20" fmla="*/ 283 w 18"/>
                  <a:gd name="T21" fmla="*/ 238 h 26"/>
                  <a:gd name="T22" fmla="*/ 158 w 18"/>
                  <a:gd name="T23" fmla="*/ 238 h 26"/>
                  <a:gd name="T24" fmla="*/ 175 w 18"/>
                  <a:gd name="T25" fmla="*/ 113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26">
                    <a:moveTo>
                      <a:pt x="7" y="0"/>
                    </a:moveTo>
                    <a:cubicBezTo>
                      <a:pt x="7" y="2"/>
                      <a:pt x="9" y="3"/>
                      <a:pt x="10" y="4"/>
                    </a:cubicBezTo>
                    <a:cubicBezTo>
                      <a:pt x="11" y="6"/>
                      <a:pt x="11" y="7"/>
                      <a:pt x="11" y="8"/>
                    </a:cubicBezTo>
                    <a:cubicBezTo>
                      <a:pt x="11" y="9"/>
                      <a:pt x="11" y="12"/>
                      <a:pt x="11" y="12"/>
                    </a:cubicBezTo>
                    <a:cubicBezTo>
                      <a:pt x="10" y="14"/>
                      <a:pt x="9" y="14"/>
                      <a:pt x="7" y="14"/>
                    </a:cubicBezTo>
                    <a:cubicBezTo>
                      <a:pt x="8" y="19"/>
                      <a:pt x="4" y="17"/>
                      <a:pt x="0" y="17"/>
                    </a:cubicBezTo>
                    <a:cubicBezTo>
                      <a:pt x="2" y="21"/>
                      <a:pt x="5" y="17"/>
                      <a:pt x="7" y="18"/>
                    </a:cubicBezTo>
                    <a:cubicBezTo>
                      <a:pt x="9" y="20"/>
                      <a:pt x="8" y="23"/>
                      <a:pt x="7" y="25"/>
                    </a:cubicBezTo>
                    <a:cubicBezTo>
                      <a:pt x="10" y="21"/>
                      <a:pt x="10" y="23"/>
                      <a:pt x="13" y="26"/>
                    </a:cubicBezTo>
                    <a:cubicBezTo>
                      <a:pt x="12" y="24"/>
                      <a:pt x="8" y="18"/>
                      <a:pt x="11" y="17"/>
                    </a:cubicBezTo>
                    <a:cubicBezTo>
                      <a:pt x="12" y="20"/>
                      <a:pt x="17" y="16"/>
                      <a:pt x="18" y="15"/>
                    </a:cubicBezTo>
                    <a:cubicBezTo>
                      <a:pt x="16" y="16"/>
                      <a:pt x="12" y="18"/>
                      <a:pt x="10" y="15"/>
                    </a:cubicBezTo>
                    <a:cubicBezTo>
                      <a:pt x="12" y="14"/>
                      <a:pt x="12" y="9"/>
                      <a:pt x="11" y="7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3" name="Freeform 614">
                <a:extLst>
                  <a:ext uri="{FF2B5EF4-FFF2-40B4-BE49-F238E27FC236}">
                    <a16:creationId xmlns:a16="http://schemas.microsoft.com/office/drawing/2014/main" id="{47158151-68D4-49B8-9634-AB586753C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641"/>
                <a:ext cx="35" cy="30"/>
              </a:xfrm>
              <a:custGeom>
                <a:avLst/>
                <a:gdLst>
                  <a:gd name="T0" fmla="*/ 0 w 14"/>
                  <a:gd name="T1" fmla="*/ 158 h 12"/>
                  <a:gd name="T2" fmla="*/ 83 w 14"/>
                  <a:gd name="T3" fmla="*/ 145 h 12"/>
                  <a:gd name="T4" fmla="*/ 125 w 14"/>
                  <a:gd name="T5" fmla="*/ 188 h 12"/>
                  <a:gd name="T6" fmla="*/ 220 w 14"/>
                  <a:gd name="T7" fmla="*/ 95 h 12"/>
                  <a:gd name="T8" fmla="*/ 113 w 14"/>
                  <a:gd name="T9" fmla="*/ 125 h 12"/>
                  <a:gd name="T10" fmla="*/ 113 w 14"/>
                  <a:gd name="T11" fmla="*/ 0 h 12"/>
                  <a:gd name="T12" fmla="*/ 125 w 14"/>
                  <a:gd name="T13" fmla="*/ 20 h 12"/>
                  <a:gd name="T14" fmla="*/ 83 w 14"/>
                  <a:gd name="T15" fmla="*/ 95 h 12"/>
                  <a:gd name="T16" fmla="*/ 95 w 14"/>
                  <a:gd name="T17" fmla="*/ 125 h 12"/>
                  <a:gd name="T18" fmla="*/ 50 w 14"/>
                  <a:gd name="T19" fmla="*/ 145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12">
                    <a:moveTo>
                      <a:pt x="0" y="10"/>
                    </a:moveTo>
                    <a:cubicBezTo>
                      <a:pt x="1" y="11"/>
                      <a:pt x="3" y="9"/>
                      <a:pt x="5" y="9"/>
                    </a:cubicBezTo>
                    <a:cubicBezTo>
                      <a:pt x="7" y="9"/>
                      <a:pt x="7" y="11"/>
                      <a:pt x="8" y="12"/>
                    </a:cubicBezTo>
                    <a:cubicBezTo>
                      <a:pt x="11" y="11"/>
                      <a:pt x="12" y="8"/>
                      <a:pt x="14" y="6"/>
                    </a:cubicBezTo>
                    <a:cubicBezTo>
                      <a:pt x="13" y="8"/>
                      <a:pt x="9" y="10"/>
                      <a:pt x="7" y="8"/>
                    </a:cubicBezTo>
                    <a:cubicBezTo>
                      <a:pt x="5" y="7"/>
                      <a:pt x="6" y="2"/>
                      <a:pt x="7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7" y="2"/>
                      <a:pt x="5" y="4"/>
                      <a:pt x="5" y="6"/>
                    </a:cubicBezTo>
                    <a:cubicBezTo>
                      <a:pt x="5" y="7"/>
                      <a:pt x="6" y="6"/>
                      <a:pt x="6" y="8"/>
                    </a:cubicBezTo>
                    <a:cubicBezTo>
                      <a:pt x="5" y="8"/>
                      <a:pt x="3" y="9"/>
                      <a:pt x="3" y="9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4" name="Freeform 615">
                <a:extLst>
                  <a:ext uri="{FF2B5EF4-FFF2-40B4-BE49-F238E27FC236}">
                    <a16:creationId xmlns:a16="http://schemas.microsoft.com/office/drawing/2014/main" id="{FEDCCB5C-0792-4C3E-88F1-B8BB855EA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641"/>
                <a:ext cx="25" cy="15"/>
              </a:xfrm>
              <a:custGeom>
                <a:avLst/>
                <a:gdLst>
                  <a:gd name="T0" fmla="*/ 0 w 10"/>
                  <a:gd name="T1" fmla="*/ 33 h 6"/>
                  <a:gd name="T2" fmla="*/ 83 w 10"/>
                  <a:gd name="T3" fmla="*/ 33 h 6"/>
                  <a:gd name="T4" fmla="*/ 95 w 10"/>
                  <a:gd name="T5" fmla="*/ 95 h 6"/>
                  <a:gd name="T6" fmla="*/ 158 w 10"/>
                  <a:gd name="T7" fmla="*/ 63 h 6"/>
                  <a:gd name="T8" fmla="*/ 95 w 10"/>
                  <a:gd name="T9" fmla="*/ 0 h 6"/>
                  <a:gd name="T10" fmla="*/ 95 w 10"/>
                  <a:gd name="T11" fmla="*/ 2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1" y="3"/>
                      <a:pt x="4" y="1"/>
                      <a:pt x="5" y="2"/>
                    </a:cubicBezTo>
                    <a:cubicBezTo>
                      <a:pt x="6" y="2"/>
                      <a:pt x="6" y="5"/>
                      <a:pt x="6" y="6"/>
                    </a:cubicBezTo>
                    <a:cubicBezTo>
                      <a:pt x="7" y="5"/>
                      <a:pt x="9" y="2"/>
                      <a:pt x="10" y="4"/>
                    </a:cubicBezTo>
                    <a:cubicBezTo>
                      <a:pt x="8" y="3"/>
                      <a:pt x="6" y="3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5" name="Freeform 616">
                <a:extLst>
                  <a:ext uri="{FF2B5EF4-FFF2-40B4-BE49-F238E27FC236}">
                    <a16:creationId xmlns:a16="http://schemas.microsoft.com/office/drawing/2014/main" id="{CFBC6FAC-89D9-4D80-AE1F-6CCFDCC56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606"/>
                <a:ext cx="42" cy="40"/>
              </a:xfrm>
              <a:custGeom>
                <a:avLst/>
                <a:gdLst>
                  <a:gd name="T0" fmla="*/ 104 w 17"/>
                  <a:gd name="T1" fmla="*/ 33 h 16"/>
                  <a:gd name="T2" fmla="*/ 91 w 17"/>
                  <a:gd name="T3" fmla="*/ 95 h 16"/>
                  <a:gd name="T4" fmla="*/ 104 w 17"/>
                  <a:gd name="T5" fmla="*/ 125 h 16"/>
                  <a:gd name="T6" fmla="*/ 121 w 17"/>
                  <a:gd name="T7" fmla="*/ 208 h 16"/>
                  <a:gd name="T8" fmla="*/ 183 w 17"/>
                  <a:gd name="T9" fmla="*/ 175 h 16"/>
                  <a:gd name="T10" fmla="*/ 257 w 17"/>
                  <a:gd name="T11" fmla="*/ 175 h 16"/>
                  <a:gd name="T12" fmla="*/ 166 w 17"/>
                  <a:gd name="T13" fmla="*/ 175 h 16"/>
                  <a:gd name="T14" fmla="*/ 133 w 17"/>
                  <a:gd name="T15" fmla="*/ 145 h 16"/>
                  <a:gd name="T16" fmla="*/ 104 w 17"/>
                  <a:gd name="T17" fmla="*/ 50 h 16"/>
                  <a:gd name="T18" fmla="*/ 166 w 17"/>
                  <a:gd name="T19" fmla="*/ 50 h 16"/>
                  <a:gd name="T20" fmla="*/ 0 w 17"/>
                  <a:gd name="T21" fmla="*/ 20 h 16"/>
                  <a:gd name="T22" fmla="*/ 74 w 17"/>
                  <a:gd name="T23" fmla="*/ 33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16">
                    <a:moveTo>
                      <a:pt x="7" y="2"/>
                    </a:moveTo>
                    <a:cubicBezTo>
                      <a:pt x="6" y="3"/>
                      <a:pt x="6" y="5"/>
                      <a:pt x="6" y="6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8" y="9"/>
                      <a:pt x="7" y="11"/>
                      <a:pt x="8" y="13"/>
                    </a:cubicBezTo>
                    <a:cubicBezTo>
                      <a:pt x="11" y="16"/>
                      <a:pt x="11" y="12"/>
                      <a:pt x="12" y="11"/>
                    </a:cubicBezTo>
                    <a:cubicBezTo>
                      <a:pt x="13" y="10"/>
                      <a:pt x="15" y="11"/>
                      <a:pt x="17" y="11"/>
                    </a:cubicBezTo>
                    <a:cubicBezTo>
                      <a:pt x="16" y="10"/>
                      <a:pt x="13" y="10"/>
                      <a:pt x="11" y="11"/>
                    </a:cubicBezTo>
                    <a:cubicBezTo>
                      <a:pt x="11" y="9"/>
                      <a:pt x="10" y="8"/>
                      <a:pt x="9" y="9"/>
                    </a:cubicBezTo>
                    <a:cubicBezTo>
                      <a:pt x="8" y="8"/>
                      <a:pt x="6" y="4"/>
                      <a:pt x="7" y="3"/>
                    </a:cubicBezTo>
                    <a:cubicBezTo>
                      <a:pt x="8" y="2"/>
                      <a:pt x="10" y="3"/>
                      <a:pt x="11" y="3"/>
                    </a:cubicBezTo>
                    <a:cubicBezTo>
                      <a:pt x="11" y="2"/>
                      <a:pt x="1" y="0"/>
                      <a:pt x="0" y="1"/>
                    </a:cubicBezTo>
                    <a:cubicBezTo>
                      <a:pt x="1" y="2"/>
                      <a:pt x="4" y="3"/>
                      <a:pt x="5" y="2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6" name="Freeform 617">
                <a:extLst>
                  <a:ext uri="{FF2B5EF4-FFF2-40B4-BE49-F238E27FC236}">
                    <a16:creationId xmlns:a16="http://schemas.microsoft.com/office/drawing/2014/main" id="{5B566846-7E21-4883-9D5E-E666E562D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549"/>
                <a:ext cx="25" cy="57"/>
              </a:xfrm>
              <a:custGeom>
                <a:avLst/>
                <a:gdLst>
                  <a:gd name="T0" fmla="*/ 83 w 10"/>
                  <a:gd name="T1" fmla="*/ 278 h 23"/>
                  <a:gd name="T2" fmla="*/ 33 w 10"/>
                  <a:gd name="T3" fmla="*/ 92 h 23"/>
                  <a:gd name="T4" fmla="*/ 83 w 10"/>
                  <a:gd name="T5" fmla="*/ 30 h 23"/>
                  <a:gd name="T6" fmla="*/ 125 w 10"/>
                  <a:gd name="T7" fmla="*/ 0 h 23"/>
                  <a:gd name="T8" fmla="*/ 145 w 10"/>
                  <a:gd name="T9" fmla="*/ 42 h 23"/>
                  <a:gd name="T10" fmla="*/ 113 w 10"/>
                  <a:gd name="T11" fmla="*/ 62 h 23"/>
                  <a:gd name="T12" fmla="*/ 50 w 10"/>
                  <a:gd name="T13" fmla="*/ 104 h 23"/>
                  <a:gd name="T14" fmla="*/ 50 w 10"/>
                  <a:gd name="T15" fmla="*/ 166 h 23"/>
                  <a:gd name="T16" fmla="*/ 83 w 10"/>
                  <a:gd name="T17" fmla="*/ 245 h 23"/>
                  <a:gd name="T18" fmla="*/ 145 w 10"/>
                  <a:gd name="T19" fmla="*/ 278 h 23"/>
                  <a:gd name="T20" fmla="*/ 83 w 10"/>
                  <a:gd name="T21" fmla="*/ 278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23">
                    <a:moveTo>
                      <a:pt x="5" y="18"/>
                    </a:moveTo>
                    <a:cubicBezTo>
                      <a:pt x="3" y="13"/>
                      <a:pt x="0" y="11"/>
                      <a:pt x="2" y="6"/>
                    </a:cubicBezTo>
                    <a:cubicBezTo>
                      <a:pt x="3" y="5"/>
                      <a:pt x="3" y="3"/>
                      <a:pt x="5" y="2"/>
                    </a:cubicBezTo>
                    <a:cubicBezTo>
                      <a:pt x="6" y="1"/>
                      <a:pt x="8" y="2"/>
                      <a:pt x="8" y="0"/>
                    </a:cubicBezTo>
                    <a:cubicBezTo>
                      <a:pt x="8" y="1"/>
                      <a:pt x="10" y="2"/>
                      <a:pt x="9" y="3"/>
                    </a:cubicBezTo>
                    <a:cubicBezTo>
                      <a:pt x="9" y="4"/>
                      <a:pt x="7" y="5"/>
                      <a:pt x="7" y="4"/>
                    </a:cubicBezTo>
                    <a:cubicBezTo>
                      <a:pt x="7" y="6"/>
                      <a:pt x="5" y="5"/>
                      <a:pt x="3" y="7"/>
                    </a:cubicBezTo>
                    <a:cubicBezTo>
                      <a:pt x="1" y="8"/>
                      <a:pt x="3" y="10"/>
                      <a:pt x="3" y="11"/>
                    </a:cubicBezTo>
                    <a:cubicBezTo>
                      <a:pt x="4" y="13"/>
                      <a:pt x="4" y="14"/>
                      <a:pt x="5" y="16"/>
                    </a:cubicBezTo>
                    <a:cubicBezTo>
                      <a:pt x="6" y="17"/>
                      <a:pt x="7" y="19"/>
                      <a:pt x="9" y="18"/>
                    </a:cubicBezTo>
                    <a:cubicBezTo>
                      <a:pt x="9" y="23"/>
                      <a:pt x="4" y="18"/>
                      <a:pt x="5" y="18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7" name="Freeform 618">
                <a:extLst>
                  <a:ext uri="{FF2B5EF4-FFF2-40B4-BE49-F238E27FC236}">
                    <a16:creationId xmlns:a16="http://schemas.microsoft.com/office/drawing/2014/main" id="{5A2946D8-30D8-4E95-9D7A-EB52A63CB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3521"/>
                <a:ext cx="25" cy="75"/>
              </a:xfrm>
              <a:custGeom>
                <a:avLst/>
                <a:gdLst>
                  <a:gd name="T0" fmla="*/ 63 w 10"/>
                  <a:gd name="T1" fmla="*/ 270 h 30"/>
                  <a:gd name="T2" fmla="*/ 125 w 10"/>
                  <a:gd name="T3" fmla="*/ 283 h 30"/>
                  <a:gd name="T4" fmla="*/ 125 w 10"/>
                  <a:gd name="T5" fmla="*/ 395 h 30"/>
                  <a:gd name="T6" fmla="*/ 158 w 10"/>
                  <a:gd name="T7" fmla="*/ 438 h 30"/>
                  <a:gd name="T8" fmla="*/ 145 w 10"/>
                  <a:gd name="T9" fmla="*/ 333 h 30"/>
                  <a:gd name="T10" fmla="*/ 113 w 10"/>
                  <a:gd name="T11" fmla="*/ 250 h 30"/>
                  <a:gd name="T12" fmla="*/ 145 w 10"/>
                  <a:gd name="T13" fmla="*/ 208 h 30"/>
                  <a:gd name="T14" fmla="*/ 113 w 10"/>
                  <a:gd name="T15" fmla="*/ 250 h 30"/>
                  <a:gd name="T16" fmla="*/ 63 w 10"/>
                  <a:gd name="T17" fmla="*/ 175 h 30"/>
                  <a:gd name="T18" fmla="*/ 33 w 10"/>
                  <a:gd name="T19" fmla="*/ 95 h 30"/>
                  <a:gd name="T20" fmla="*/ 113 w 10"/>
                  <a:gd name="T21" fmla="*/ 20 h 30"/>
                  <a:gd name="T22" fmla="*/ 50 w 10"/>
                  <a:gd name="T23" fmla="*/ 0 h 30"/>
                  <a:gd name="T24" fmla="*/ 0 w 10"/>
                  <a:gd name="T25" fmla="*/ 33 h 30"/>
                  <a:gd name="T26" fmla="*/ 50 w 10"/>
                  <a:gd name="T27" fmla="*/ 113 h 30"/>
                  <a:gd name="T28" fmla="*/ 50 w 10"/>
                  <a:gd name="T29" fmla="*/ 145 h 30"/>
                  <a:gd name="T30" fmla="*/ 63 w 10"/>
                  <a:gd name="T31" fmla="*/ 175 h 30"/>
                  <a:gd name="T32" fmla="*/ 0 w 10"/>
                  <a:gd name="T33" fmla="*/ 208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" h="30">
                    <a:moveTo>
                      <a:pt x="4" y="17"/>
                    </a:moveTo>
                    <a:cubicBezTo>
                      <a:pt x="6" y="17"/>
                      <a:pt x="7" y="15"/>
                      <a:pt x="8" y="18"/>
                    </a:cubicBezTo>
                    <a:cubicBezTo>
                      <a:pt x="8" y="20"/>
                      <a:pt x="6" y="23"/>
                      <a:pt x="8" y="25"/>
                    </a:cubicBezTo>
                    <a:cubicBezTo>
                      <a:pt x="7" y="27"/>
                      <a:pt x="7" y="30"/>
                      <a:pt x="10" y="28"/>
                    </a:cubicBezTo>
                    <a:cubicBezTo>
                      <a:pt x="8" y="26"/>
                      <a:pt x="8" y="23"/>
                      <a:pt x="9" y="21"/>
                    </a:cubicBezTo>
                    <a:cubicBezTo>
                      <a:pt x="9" y="18"/>
                      <a:pt x="10" y="16"/>
                      <a:pt x="7" y="16"/>
                    </a:cubicBezTo>
                    <a:cubicBezTo>
                      <a:pt x="8" y="15"/>
                      <a:pt x="9" y="14"/>
                      <a:pt x="9" y="13"/>
                    </a:cubicBezTo>
                    <a:cubicBezTo>
                      <a:pt x="8" y="13"/>
                      <a:pt x="7" y="15"/>
                      <a:pt x="7" y="16"/>
                    </a:cubicBezTo>
                    <a:cubicBezTo>
                      <a:pt x="5" y="16"/>
                      <a:pt x="5" y="12"/>
                      <a:pt x="4" y="11"/>
                    </a:cubicBezTo>
                    <a:cubicBezTo>
                      <a:pt x="4" y="7"/>
                      <a:pt x="6" y="7"/>
                      <a:pt x="2" y="6"/>
                    </a:cubicBezTo>
                    <a:cubicBezTo>
                      <a:pt x="3" y="3"/>
                      <a:pt x="5" y="2"/>
                      <a:pt x="7" y="1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0" y="4"/>
                      <a:pt x="2" y="6"/>
                      <a:pt x="3" y="7"/>
                    </a:cubicBezTo>
                    <a:cubicBezTo>
                      <a:pt x="3" y="7"/>
                      <a:pt x="3" y="8"/>
                      <a:pt x="3" y="9"/>
                    </a:cubicBezTo>
                    <a:cubicBezTo>
                      <a:pt x="3" y="10"/>
                      <a:pt x="4" y="9"/>
                      <a:pt x="4" y="11"/>
                    </a:cubicBezTo>
                    <a:cubicBezTo>
                      <a:pt x="4" y="12"/>
                      <a:pt x="1" y="12"/>
                      <a:pt x="0" y="13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8" name="Freeform 619">
                <a:extLst>
                  <a:ext uri="{FF2B5EF4-FFF2-40B4-BE49-F238E27FC236}">
                    <a16:creationId xmlns:a16="http://schemas.microsoft.com/office/drawing/2014/main" id="{F2126FB6-289C-4D6C-B4A3-648BD620F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589"/>
                <a:ext cx="30" cy="40"/>
              </a:xfrm>
              <a:custGeom>
                <a:avLst/>
                <a:gdLst>
                  <a:gd name="T0" fmla="*/ 83 w 12"/>
                  <a:gd name="T1" fmla="*/ 0 h 16"/>
                  <a:gd name="T2" fmla="*/ 0 w 12"/>
                  <a:gd name="T3" fmla="*/ 63 h 16"/>
                  <a:gd name="T4" fmla="*/ 63 w 12"/>
                  <a:gd name="T5" fmla="*/ 145 h 16"/>
                  <a:gd name="T6" fmla="*/ 95 w 12"/>
                  <a:gd name="T7" fmla="*/ 250 h 16"/>
                  <a:gd name="T8" fmla="*/ 83 w 12"/>
                  <a:gd name="T9" fmla="*/ 158 h 16"/>
                  <a:gd name="T10" fmla="*/ 188 w 12"/>
                  <a:gd name="T11" fmla="*/ 95 h 16"/>
                  <a:gd name="T12" fmla="*/ 113 w 12"/>
                  <a:gd name="T13" fmla="*/ 125 h 16"/>
                  <a:gd name="T14" fmla="*/ 83 w 12"/>
                  <a:gd name="T15" fmla="*/ 5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5" y="0"/>
                    </a:moveTo>
                    <a:cubicBezTo>
                      <a:pt x="5" y="4"/>
                      <a:pt x="4" y="6"/>
                      <a:pt x="0" y="4"/>
                    </a:cubicBezTo>
                    <a:cubicBezTo>
                      <a:pt x="2" y="6"/>
                      <a:pt x="4" y="6"/>
                      <a:pt x="4" y="9"/>
                    </a:cubicBezTo>
                    <a:cubicBezTo>
                      <a:pt x="3" y="13"/>
                      <a:pt x="2" y="14"/>
                      <a:pt x="6" y="16"/>
                    </a:cubicBezTo>
                    <a:cubicBezTo>
                      <a:pt x="4" y="15"/>
                      <a:pt x="4" y="12"/>
                      <a:pt x="5" y="10"/>
                    </a:cubicBezTo>
                    <a:cubicBezTo>
                      <a:pt x="8" y="11"/>
                      <a:pt x="11" y="10"/>
                      <a:pt x="12" y="6"/>
                    </a:cubicBezTo>
                    <a:cubicBezTo>
                      <a:pt x="10" y="7"/>
                      <a:pt x="10" y="10"/>
                      <a:pt x="7" y="8"/>
                    </a:cubicBezTo>
                    <a:cubicBezTo>
                      <a:pt x="6" y="7"/>
                      <a:pt x="3" y="4"/>
                      <a:pt x="5" y="3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9" name="Freeform 620">
                <a:extLst>
                  <a:ext uri="{FF2B5EF4-FFF2-40B4-BE49-F238E27FC236}">
                    <a16:creationId xmlns:a16="http://schemas.microsoft.com/office/drawing/2014/main" id="{D240217A-BB3A-4AF7-B11B-B25972EF8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636"/>
                <a:ext cx="25" cy="18"/>
              </a:xfrm>
              <a:custGeom>
                <a:avLst/>
                <a:gdLst>
                  <a:gd name="T0" fmla="*/ 63 w 10"/>
                  <a:gd name="T1" fmla="*/ 21 h 7"/>
                  <a:gd name="T2" fmla="*/ 0 w 10"/>
                  <a:gd name="T3" fmla="*/ 33 h 7"/>
                  <a:gd name="T4" fmla="*/ 33 w 10"/>
                  <a:gd name="T5" fmla="*/ 85 h 7"/>
                  <a:gd name="T6" fmla="*/ 83 w 10"/>
                  <a:gd name="T7" fmla="*/ 33 h 7"/>
                  <a:gd name="T8" fmla="*/ 158 w 10"/>
                  <a:gd name="T9" fmla="*/ 118 h 7"/>
                  <a:gd name="T10" fmla="*/ 145 w 10"/>
                  <a:gd name="T11" fmla="*/ 0 h 7"/>
                  <a:gd name="T12" fmla="*/ 83 w 10"/>
                  <a:gd name="T13" fmla="*/ 3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4" y="1"/>
                    </a:moveTo>
                    <a:cubicBezTo>
                      <a:pt x="4" y="1"/>
                      <a:pt x="1" y="2"/>
                      <a:pt x="0" y="2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3" y="4"/>
                      <a:pt x="4" y="2"/>
                      <a:pt x="5" y="2"/>
                    </a:cubicBezTo>
                    <a:cubicBezTo>
                      <a:pt x="7" y="3"/>
                      <a:pt x="9" y="6"/>
                      <a:pt x="10" y="7"/>
                    </a:cubicBezTo>
                    <a:cubicBezTo>
                      <a:pt x="9" y="5"/>
                      <a:pt x="8" y="2"/>
                      <a:pt x="9" y="0"/>
                    </a:cubicBezTo>
                    <a:cubicBezTo>
                      <a:pt x="8" y="1"/>
                      <a:pt x="7" y="1"/>
                      <a:pt x="5" y="2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0" name="Freeform 621">
                <a:extLst>
                  <a:ext uri="{FF2B5EF4-FFF2-40B4-BE49-F238E27FC236}">
                    <a16:creationId xmlns:a16="http://schemas.microsoft.com/office/drawing/2014/main" id="{F5023F49-5B2C-4B18-BC39-79ADF6B0C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3606"/>
                <a:ext cx="17" cy="45"/>
              </a:xfrm>
              <a:custGeom>
                <a:avLst/>
                <a:gdLst>
                  <a:gd name="T0" fmla="*/ 29 w 7"/>
                  <a:gd name="T1" fmla="*/ 188 h 18"/>
                  <a:gd name="T2" fmla="*/ 0 w 7"/>
                  <a:gd name="T3" fmla="*/ 283 h 18"/>
                  <a:gd name="T4" fmla="*/ 87 w 7"/>
                  <a:gd name="T5" fmla="*/ 145 h 18"/>
                  <a:gd name="T6" fmla="*/ 100 w 7"/>
                  <a:gd name="T7" fmla="*/ 20 h 18"/>
                  <a:gd name="T8" fmla="*/ 58 w 7"/>
                  <a:gd name="T9" fmla="*/ 33 h 18"/>
                  <a:gd name="T10" fmla="*/ 58 w 7"/>
                  <a:gd name="T11" fmla="*/ 8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8">
                    <a:moveTo>
                      <a:pt x="2" y="12"/>
                    </a:moveTo>
                    <a:cubicBezTo>
                      <a:pt x="1" y="14"/>
                      <a:pt x="1" y="16"/>
                      <a:pt x="0" y="18"/>
                    </a:cubicBezTo>
                    <a:cubicBezTo>
                      <a:pt x="3" y="16"/>
                      <a:pt x="2" y="11"/>
                      <a:pt x="6" y="9"/>
                    </a:cubicBezTo>
                    <a:cubicBezTo>
                      <a:pt x="0" y="11"/>
                      <a:pt x="7" y="2"/>
                      <a:pt x="7" y="1"/>
                    </a:cubicBezTo>
                    <a:cubicBezTo>
                      <a:pt x="6" y="0"/>
                      <a:pt x="4" y="1"/>
                      <a:pt x="4" y="2"/>
                    </a:cubicBezTo>
                    <a:cubicBezTo>
                      <a:pt x="3" y="3"/>
                      <a:pt x="4" y="4"/>
                      <a:pt x="4" y="5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1" name="Freeform 622">
                <a:extLst>
                  <a:ext uri="{FF2B5EF4-FFF2-40B4-BE49-F238E27FC236}">
                    <a16:creationId xmlns:a16="http://schemas.microsoft.com/office/drawing/2014/main" id="{2DF97F0A-A0FA-4A6E-B2B6-FA265788D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659"/>
                <a:ext cx="15" cy="32"/>
              </a:xfrm>
              <a:custGeom>
                <a:avLst/>
                <a:gdLst>
                  <a:gd name="T0" fmla="*/ 33 w 6"/>
                  <a:gd name="T1" fmla="*/ 74 h 13"/>
                  <a:gd name="T2" fmla="*/ 33 w 6"/>
                  <a:gd name="T3" fmla="*/ 133 h 13"/>
                  <a:gd name="T4" fmla="*/ 63 w 6"/>
                  <a:gd name="T5" fmla="*/ 194 h 13"/>
                  <a:gd name="T6" fmla="*/ 50 w 6"/>
                  <a:gd name="T7" fmla="*/ 103 h 13"/>
                  <a:gd name="T8" fmla="*/ 33 w 6"/>
                  <a:gd name="T9" fmla="*/ 103 h 13"/>
                  <a:gd name="T10" fmla="*/ 20 w 6"/>
                  <a:gd name="T11" fmla="*/ 0 h 13"/>
                  <a:gd name="T12" fmla="*/ 20 w 6"/>
                  <a:gd name="T13" fmla="*/ 1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3">
                    <a:moveTo>
                      <a:pt x="2" y="5"/>
                    </a:moveTo>
                    <a:cubicBezTo>
                      <a:pt x="0" y="6"/>
                      <a:pt x="0" y="8"/>
                      <a:pt x="2" y="9"/>
                    </a:cubicBezTo>
                    <a:cubicBezTo>
                      <a:pt x="4" y="10"/>
                      <a:pt x="6" y="10"/>
                      <a:pt x="4" y="13"/>
                    </a:cubicBezTo>
                    <a:cubicBezTo>
                      <a:pt x="3" y="11"/>
                      <a:pt x="3" y="9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3" y="4"/>
                      <a:pt x="4" y="2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2" name="Freeform 623">
                <a:extLst>
                  <a:ext uri="{FF2B5EF4-FFF2-40B4-BE49-F238E27FC236}">
                    <a16:creationId xmlns:a16="http://schemas.microsoft.com/office/drawing/2014/main" id="{C363E029-1B1D-412C-8686-D8B0D0BDF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679"/>
                <a:ext cx="25" cy="47"/>
              </a:xfrm>
              <a:custGeom>
                <a:avLst/>
                <a:gdLst>
                  <a:gd name="T0" fmla="*/ 125 w 10"/>
                  <a:gd name="T1" fmla="*/ 0 h 19"/>
                  <a:gd name="T2" fmla="*/ 113 w 10"/>
                  <a:gd name="T3" fmla="*/ 104 h 19"/>
                  <a:gd name="T4" fmla="*/ 95 w 10"/>
                  <a:gd name="T5" fmla="*/ 183 h 19"/>
                  <a:gd name="T6" fmla="*/ 50 w 10"/>
                  <a:gd name="T7" fmla="*/ 215 h 19"/>
                  <a:gd name="T8" fmla="*/ 0 w 10"/>
                  <a:gd name="T9" fmla="*/ 183 h 19"/>
                  <a:gd name="T10" fmla="*/ 20 w 10"/>
                  <a:gd name="T11" fmla="*/ 287 h 19"/>
                  <a:gd name="T12" fmla="*/ 63 w 10"/>
                  <a:gd name="T13" fmla="*/ 215 h 19"/>
                  <a:gd name="T14" fmla="*/ 145 w 10"/>
                  <a:gd name="T15" fmla="*/ 183 h 19"/>
                  <a:gd name="T16" fmla="*/ 145 w 10"/>
                  <a:gd name="T17" fmla="*/ 104 h 19"/>
                  <a:gd name="T18" fmla="*/ 113 w 10"/>
                  <a:gd name="T19" fmla="*/ 62 h 19"/>
                  <a:gd name="T20" fmla="*/ 113 w 10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19">
                    <a:moveTo>
                      <a:pt x="8" y="0"/>
                    </a:moveTo>
                    <a:cubicBezTo>
                      <a:pt x="5" y="3"/>
                      <a:pt x="7" y="4"/>
                      <a:pt x="7" y="7"/>
                    </a:cubicBezTo>
                    <a:cubicBezTo>
                      <a:pt x="8" y="9"/>
                      <a:pt x="8" y="11"/>
                      <a:pt x="6" y="12"/>
                    </a:cubicBezTo>
                    <a:cubicBezTo>
                      <a:pt x="5" y="13"/>
                      <a:pt x="4" y="12"/>
                      <a:pt x="3" y="14"/>
                    </a:cubicBezTo>
                    <a:cubicBezTo>
                      <a:pt x="2" y="14"/>
                      <a:pt x="1" y="13"/>
                      <a:pt x="0" y="12"/>
                    </a:cubicBezTo>
                    <a:cubicBezTo>
                      <a:pt x="1" y="14"/>
                      <a:pt x="1" y="17"/>
                      <a:pt x="1" y="19"/>
                    </a:cubicBezTo>
                    <a:cubicBezTo>
                      <a:pt x="3" y="18"/>
                      <a:pt x="2" y="15"/>
                      <a:pt x="4" y="14"/>
                    </a:cubicBezTo>
                    <a:cubicBezTo>
                      <a:pt x="6" y="13"/>
                      <a:pt x="8" y="15"/>
                      <a:pt x="9" y="12"/>
                    </a:cubicBezTo>
                    <a:cubicBezTo>
                      <a:pt x="10" y="11"/>
                      <a:pt x="10" y="8"/>
                      <a:pt x="9" y="7"/>
                    </a:cubicBezTo>
                    <a:cubicBezTo>
                      <a:pt x="8" y="6"/>
                      <a:pt x="7" y="6"/>
                      <a:pt x="7" y="4"/>
                    </a:cubicBezTo>
                    <a:cubicBezTo>
                      <a:pt x="7" y="3"/>
                      <a:pt x="7" y="1"/>
                      <a:pt x="7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3" name="Freeform 624">
                <a:extLst>
                  <a:ext uri="{FF2B5EF4-FFF2-40B4-BE49-F238E27FC236}">
                    <a16:creationId xmlns:a16="http://schemas.microsoft.com/office/drawing/2014/main" id="{124AF79C-7259-44B8-B8F0-8015DD323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3719"/>
                <a:ext cx="30" cy="40"/>
              </a:xfrm>
              <a:custGeom>
                <a:avLst/>
                <a:gdLst>
                  <a:gd name="T0" fmla="*/ 50 w 12"/>
                  <a:gd name="T1" fmla="*/ 20 h 16"/>
                  <a:gd name="T2" fmla="*/ 63 w 12"/>
                  <a:gd name="T3" fmla="*/ 113 h 16"/>
                  <a:gd name="T4" fmla="*/ 20 w 12"/>
                  <a:gd name="T5" fmla="*/ 83 h 16"/>
                  <a:gd name="T6" fmla="*/ 20 w 12"/>
                  <a:gd name="T7" fmla="*/ 175 h 16"/>
                  <a:gd name="T8" fmla="*/ 0 w 12"/>
                  <a:gd name="T9" fmla="*/ 250 h 16"/>
                  <a:gd name="T10" fmla="*/ 63 w 12"/>
                  <a:gd name="T11" fmla="*/ 175 h 16"/>
                  <a:gd name="T12" fmla="*/ 125 w 12"/>
                  <a:gd name="T13" fmla="*/ 145 h 16"/>
                  <a:gd name="T14" fmla="*/ 63 w 12"/>
                  <a:gd name="T15" fmla="*/ 145 h 16"/>
                  <a:gd name="T16" fmla="*/ 83 w 12"/>
                  <a:gd name="T17" fmla="*/ 83 h 16"/>
                  <a:gd name="T18" fmla="*/ 188 w 12"/>
                  <a:gd name="T19" fmla="*/ 95 h 16"/>
                  <a:gd name="T20" fmla="*/ 95 w 12"/>
                  <a:gd name="T21" fmla="*/ 95 h 16"/>
                  <a:gd name="T22" fmla="*/ 63 w 12"/>
                  <a:gd name="T23" fmla="*/ 20 h 16"/>
                  <a:gd name="T24" fmla="*/ 83 w 12"/>
                  <a:gd name="T25" fmla="*/ 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" h="16">
                    <a:moveTo>
                      <a:pt x="3" y="1"/>
                    </a:moveTo>
                    <a:cubicBezTo>
                      <a:pt x="2" y="3"/>
                      <a:pt x="4" y="5"/>
                      <a:pt x="4" y="7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1" y="7"/>
                      <a:pt x="4" y="8"/>
                      <a:pt x="1" y="11"/>
                    </a:cubicBezTo>
                    <a:cubicBezTo>
                      <a:pt x="3" y="13"/>
                      <a:pt x="1" y="15"/>
                      <a:pt x="0" y="16"/>
                    </a:cubicBezTo>
                    <a:cubicBezTo>
                      <a:pt x="1" y="15"/>
                      <a:pt x="3" y="13"/>
                      <a:pt x="4" y="11"/>
                    </a:cubicBezTo>
                    <a:cubicBezTo>
                      <a:pt x="6" y="9"/>
                      <a:pt x="7" y="10"/>
                      <a:pt x="8" y="9"/>
                    </a:cubicBezTo>
                    <a:cubicBezTo>
                      <a:pt x="7" y="9"/>
                      <a:pt x="5" y="9"/>
                      <a:pt x="4" y="9"/>
                    </a:cubicBezTo>
                    <a:cubicBezTo>
                      <a:pt x="4" y="8"/>
                      <a:pt x="5" y="7"/>
                      <a:pt x="5" y="5"/>
                    </a:cubicBezTo>
                    <a:cubicBezTo>
                      <a:pt x="7" y="5"/>
                      <a:pt x="9" y="7"/>
                      <a:pt x="12" y="6"/>
                    </a:cubicBezTo>
                    <a:cubicBezTo>
                      <a:pt x="10" y="6"/>
                      <a:pt x="8" y="7"/>
                      <a:pt x="6" y="6"/>
                    </a:cubicBezTo>
                    <a:cubicBezTo>
                      <a:pt x="5" y="4"/>
                      <a:pt x="6" y="2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4" name="Freeform 625">
                <a:extLst>
                  <a:ext uri="{FF2B5EF4-FFF2-40B4-BE49-F238E27FC236}">
                    <a16:creationId xmlns:a16="http://schemas.microsoft.com/office/drawing/2014/main" id="{D94CA750-14F7-443E-B485-71ED0B2B3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3686"/>
                <a:ext cx="25" cy="35"/>
              </a:xfrm>
              <a:custGeom>
                <a:avLst/>
                <a:gdLst>
                  <a:gd name="T0" fmla="*/ 0 w 10"/>
                  <a:gd name="T1" fmla="*/ 125 h 14"/>
                  <a:gd name="T2" fmla="*/ 63 w 10"/>
                  <a:gd name="T3" fmla="*/ 125 h 14"/>
                  <a:gd name="T4" fmla="*/ 50 w 10"/>
                  <a:gd name="T5" fmla="*/ 220 h 14"/>
                  <a:gd name="T6" fmla="*/ 95 w 10"/>
                  <a:gd name="T7" fmla="*/ 158 h 14"/>
                  <a:gd name="T8" fmla="*/ 158 w 10"/>
                  <a:gd name="T9" fmla="*/ 113 h 14"/>
                  <a:gd name="T10" fmla="*/ 145 w 10"/>
                  <a:gd name="T11" fmla="*/ 95 h 14"/>
                  <a:gd name="T12" fmla="*/ 113 w 10"/>
                  <a:gd name="T13" fmla="*/ 0 h 14"/>
                  <a:gd name="T14" fmla="*/ 113 w 10"/>
                  <a:gd name="T15" fmla="*/ 83 h 14"/>
                  <a:gd name="T16" fmla="*/ 113 w 10"/>
                  <a:gd name="T17" fmla="*/ 113 h 14"/>
                  <a:gd name="T18" fmla="*/ 83 w 10"/>
                  <a:gd name="T19" fmla="*/ 145 h 14"/>
                  <a:gd name="T20" fmla="*/ 0 w 10"/>
                  <a:gd name="T21" fmla="*/ 113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14">
                    <a:moveTo>
                      <a:pt x="0" y="8"/>
                    </a:moveTo>
                    <a:cubicBezTo>
                      <a:pt x="1" y="6"/>
                      <a:pt x="3" y="6"/>
                      <a:pt x="4" y="8"/>
                    </a:cubicBezTo>
                    <a:cubicBezTo>
                      <a:pt x="4" y="9"/>
                      <a:pt x="3" y="13"/>
                      <a:pt x="3" y="14"/>
                    </a:cubicBezTo>
                    <a:cubicBezTo>
                      <a:pt x="5" y="13"/>
                      <a:pt x="5" y="11"/>
                      <a:pt x="6" y="10"/>
                    </a:cubicBezTo>
                    <a:cubicBezTo>
                      <a:pt x="7" y="8"/>
                      <a:pt x="7" y="8"/>
                      <a:pt x="10" y="7"/>
                    </a:cubicBezTo>
                    <a:cubicBezTo>
                      <a:pt x="10" y="7"/>
                      <a:pt x="10" y="6"/>
                      <a:pt x="9" y="6"/>
                    </a:cubicBezTo>
                    <a:cubicBezTo>
                      <a:pt x="6" y="6"/>
                      <a:pt x="6" y="2"/>
                      <a:pt x="7" y="0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6" y="8"/>
                      <a:pt x="5" y="8"/>
                      <a:pt x="5" y="9"/>
                    </a:cubicBezTo>
                    <a:cubicBezTo>
                      <a:pt x="4" y="7"/>
                      <a:pt x="2" y="5"/>
                      <a:pt x="0" y="7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5" name="Freeform 626">
                <a:extLst>
                  <a:ext uri="{FF2B5EF4-FFF2-40B4-BE49-F238E27FC236}">
                    <a16:creationId xmlns:a16="http://schemas.microsoft.com/office/drawing/2014/main" id="{6CC53EFC-D507-4C0D-9ADE-F14AA11CF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654"/>
                <a:ext cx="35" cy="27"/>
              </a:xfrm>
              <a:custGeom>
                <a:avLst/>
                <a:gdLst>
                  <a:gd name="T0" fmla="*/ 0 w 14"/>
                  <a:gd name="T1" fmla="*/ 71 h 11"/>
                  <a:gd name="T2" fmla="*/ 63 w 14"/>
                  <a:gd name="T3" fmla="*/ 61 h 11"/>
                  <a:gd name="T4" fmla="*/ 83 w 14"/>
                  <a:gd name="T5" fmla="*/ 162 h 11"/>
                  <a:gd name="T6" fmla="*/ 158 w 14"/>
                  <a:gd name="T7" fmla="*/ 91 h 11"/>
                  <a:gd name="T8" fmla="*/ 220 w 14"/>
                  <a:gd name="T9" fmla="*/ 103 h 11"/>
                  <a:gd name="T10" fmla="*/ 125 w 14"/>
                  <a:gd name="T11" fmla="*/ 91 h 11"/>
                  <a:gd name="T12" fmla="*/ 125 w 14"/>
                  <a:gd name="T13" fmla="*/ 0 h 11"/>
                  <a:gd name="T14" fmla="*/ 95 w 14"/>
                  <a:gd name="T15" fmla="*/ 71 h 11"/>
                  <a:gd name="T16" fmla="*/ 50 w 14"/>
                  <a:gd name="T17" fmla="*/ 29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1">
                    <a:moveTo>
                      <a:pt x="0" y="5"/>
                    </a:moveTo>
                    <a:cubicBezTo>
                      <a:pt x="2" y="4"/>
                      <a:pt x="3" y="3"/>
                      <a:pt x="4" y="4"/>
                    </a:cubicBezTo>
                    <a:cubicBezTo>
                      <a:pt x="5" y="6"/>
                      <a:pt x="5" y="9"/>
                      <a:pt x="5" y="11"/>
                    </a:cubicBezTo>
                    <a:cubicBezTo>
                      <a:pt x="7" y="9"/>
                      <a:pt x="8" y="7"/>
                      <a:pt x="10" y="6"/>
                    </a:cubicBezTo>
                    <a:cubicBezTo>
                      <a:pt x="12" y="5"/>
                      <a:pt x="12" y="6"/>
                      <a:pt x="14" y="7"/>
                    </a:cubicBezTo>
                    <a:cubicBezTo>
                      <a:pt x="13" y="4"/>
                      <a:pt x="10" y="3"/>
                      <a:pt x="8" y="6"/>
                    </a:cubicBezTo>
                    <a:cubicBezTo>
                      <a:pt x="6" y="5"/>
                      <a:pt x="8" y="2"/>
                      <a:pt x="8" y="0"/>
                    </a:cubicBezTo>
                    <a:cubicBezTo>
                      <a:pt x="7" y="1"/>
                      <a:pt x="6" y="3"/>
                      <a:pt x="6" y="5"/>
                    </a:cubicBezTo>
                    <a:cubicBezTo>
                      <a:pt x="5" y="4"/>
                      <a:pt x="4" y="3"/>
                      <a:pt x="3" y="2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6" name="Freeform 627">
                <a:extLst>
                  <a:ext uri="{FF2B5EF4-FFF2-40B4-BE49-F238E27FC236}">
                    <a16:creationId xmlns:a16="http://schemas.microsoft.com/office/drawing/2014/main" id="{146AF2B3-BFDD-42F1-9611-19BD6A44A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3746"/>
                <a:ext cx="38" cy="38"/>
              </a:xfrm>
              <a:custGeom>
                <a:avLst/>
                <a:gdLst>
                  <a:gd name="T0" fmla="*/ 33 w 15"/>
                  <a:gd name="T1" fmla="*/ 20 h 15"/>
                  <a:gd name="T2" fmla="*/ 117 w 15"/>
                  <a:gd name="T3" fmla="*/ 84 h 15"/>
                  <a:gd name="T4" fmla="*/ 193 w 15"/>
                  <a:gd name="T5" fmla="*/ 0 h 15"/>
                  <a:gd name="T6" fmla="*/ 129 w 15"/>
                  <a:gd name="T7" fmla="*/ 147 h 15"/>
                  <a:gd name="T8" fmla="*/ 147 w 15"/>
                  <a:gd name="T9" fmla="*/ 243 h 15"/>
                  <a:gd name="T10" fmla="*/ 96 w 15"/>
                  <a:gd name="T11" fmla="*/ 147 h 15"/>
                  <a:gd name="T12" fmla="*/ 96 w 15"/>
                  <a:gd name="T13" fmla="*/ 147 h 15"/>
                  <a:gd name="T14" fmla="*/ 63 w 15"/>
                  <a:gd name="T15" fmla="*/ 96 h 15"/>
                  <a:gd name="T16" fmla="*/ 51 w 15"/>
                  <a:gd name="T17" fmla="*/ 2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2" y="1"/>
                    </a:moveTo>
                    <a:cubicBezTo>
                      <a:pt x="0" y="3"/>
                      <a:pt x="6" y="5"/>
                      <a:pt x="7" y="5"/>
                    </a:cubicBezTo>
                    <a:cubicBezTo>
                      <a:pt x="11" y="5"/>
                      <a:pt x="11" y="3"/>
                      <a:pt x="12" y="0"/>
                    </a:cubicBezTo>
                    <a:cubicBezTo>
                      <a:pt x="15" y="4"/>
                      <a:pt x="7" y="5"/>
                      <a:pt x="8" y="9"/>
                    </a:cubicBezTo>
                    <a:cubicBezTo>
                      <a:pt x="8" y="10"/>
                      <a:pt x="11" y="14"/>
                      <a:pt x="9" y="15"/>
                    </a:cubicBezTo>
                    <a:cubicBezTo>
                      <a:pt x="7" y="15"/>
                      <a:pt x="6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6"/>
                      <a:pt x="5" y="7"/>
                      <a:pt x="4" y="6"/>
                    </a:cubicBezTo>
                    <a:cubicBezTo>
                      <a:pt x="2" y="5"/>
                      <a:pt x="2" y="3"/>
                      <a:pt x="3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7" name="Freeform 628">
                <a:extLst>
                  <a:ext uri="{FF2B5EF4-FFF2-40B4-BE49-F238E27FC236}">
                    <a16:creationId xmlns:a16="http://schemas.microsoft.com/office/drawing/2014/main" id="{49761045-62B2-456C-B79E-049DCA8C4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744"/>
                <a:ext cx="25" cy="72"/>
              </a:xfrm>
              <a:custGeom>
                <a:avLst/>
                <a:gdLst>
                  <a:gd name="T0" fmla="*/ 50 w 10"/>
                  <a:gd name="T1" fmla="*/ 74 h 29"/>
                  <a:gd name="T2" fmla="*/ 125 w 10"/>
                  <a:gd name="T3" fmla="*/ 196 h 29"/>
                  <a:gd name="T4" fmla="*/ 63 w 10"/>
                  <a:gd name="T5" fmla="*/ 246 h 29"/>
                  <a:gd name="T6" fmla="*/ 33 w 10"/>
                  <a:gd name="T7" fmla="*/ 196 h 29"/>
                  <a:gd name="T8" fmla="*/ 0 w 10"/>
                  <a:gd name="T9" fmla="*/ 228 h 29"/>
                  <a:gd name="T10" fmla="*/ 20 w 10"/>
                  <a:gd name="T11" fmla="*/ 290 h 29"/>
                  <a:gd name="T12" fmla="*/ 0 w 10"/>
                  <a:gd name="T13" fmla="*/ 444 h 29"/>
                  <a:gd name="T14" fmla="*/ 50 w 10"/>
                  <a:gd name="T15" fmla="*/ 353 h 29"/>
                  <a:gd name="T16" fmla="*/ 50 w 10"/>
                  <a:gd name="T17" fmla="*/ 258 h 29"/>
                  <a:gd name="T18" fmla="*/ 125 w 10"/>
                  <a:gd name="T19" fmla="*/ 228 h 29"/>
                  <a:gd name="T20" fmla="*/ 145 w 10"/>
                  <a:gd name="T21" fmla="*/ 154 h 29"/>
                  <a:gd name="T22" fmla="*/ 83 w 10"/>
                  <a:gd name="T23" fmla="*/ 92 h 29"/>
                  <a:gd name="T24" fmla="*/ 113 w 10"/>
                  <a:gd name="T25" fmla="*/ 0 h 29"/>
                  <a:gd name="T26" fmla="*/ 63 w 10"/>
                  <a:gd name="T27" fmla="*/ 74 h 29"/>
                  <a:gd name="T28" fmla="*/ 33 w 10"/>
                  <a:gd name="T29" fmla="*/ 74 h 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" h="29">
                    <a:moveTo>
                      <a:pt x="3" y="5"/>
                    </a:moveTo>
                    <a:cubicBezTo>
                      <a:pt x="4" y="8"/>
                      <a:pt x="9" y="9"/>
                      <a:pt x="8" y="13"/>
                    </a:cubicBezTo>
                    <a:cubicBezTo>
                      <a:pt x="7" y="14"/>
                      <a:pt x="5" y="16"/>
                      <a:pt x="4" y="16"/>
                    </a:cubicBezTo>
                    <a:cubicBezTo>
                      <a:pt x="2" y="15"/>
                      <a:pt x="3" y="13"/>
                      <a:pt x="2" y="13"/>
                    </a:cubicBezTo>
                    <a:cubicBezTo>
                      <a:pt x="0" y="11"/>
                      <a:pt x="0" y="13"/>
                      <a:pt x="0" y="15"/>
                    </a:cubicBezTo>
                    <a:cubicBezTo>
                      <a:pt x="1" y="17"/>
                      <a:pt x="1" y="16"/>
                      <a:pt x="1" y="19"/>
                    </a:cubicBezTo>
                    <a:cubicBezTo>
                      <a:pt x="1" y="22"/>
                      <a:pt x="3" y="26"/>
                      <a:pt x="0" y="29"/>
                    </a:cubicBezTo>
                    <a:cubicBezTo>
                      <a:pt x="1" y="26"/>
                      <a:pt x="3" y="25"/>
                      <a:pt x="3" y="23"/>
                    </a:cubicBezTo>
                    <a:cubicBezTo>
                      <a:pt x="4" y="20"/>
                      <a:pt x="2" y="20"/>
                      <a:pt x="3" y="17"/>
                    </a:cubicBezTo>
                    <a:cubicBezTo>
                      <a:pt x="6" y="18"/>
                      <a:pt x="6" y="17"/>
                      <a:pt x="8" y="15"/>
                    </a:cubicBezTo>
                    <a:cubicBezTo>
                      <a:pt x="9" y="13"/>
                      <a:pt x="10" y="13"/>
                      <a:pt x="9" y="10"/>
                    </a:cubicBezTo>
                    <a:cubicBezTo>
                      <a:pt x="8" y="8"/>
                      <a:pt x="6" y="8"/>
                      <a:pt x="5" y="6"/>
                    </a:cubicBezTo>
                    <a:cubicBezTo>
                      <a:pt x="4" y="4"/>
                      <a:pt x="6" y="2"/>
                      <a:pt x="7" y="0"/>
                    </a:cubicBezTo>
                    <a:cubicBezTo>
                      <a:pt x="5" y="2"/>
                      <a:pt x="3" y="2"/>
                      <a:pt x="4" y="5"/>
                    </a:cubicBezTo>
                    <a:cubicBezTo>
                      <a:pt x="3" y="5"/>
                      <a:pt x="3" y="5"/>
                      <a:pt x="2" y="5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8" name="Freeform 629">
                <a:extLst>
                  <a:ext uri="{FF2B5EF4-FFF2-40B4-BE49-F238E27FC236}">
                    <a16:creationId xmlns:a16="http://schemas.microsoft.com/office/drawing/2014/main" id="{A3815E0F-6D66-4A8D-A7B7-F61A18AE2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729"/>
                <a:ext cx="10" cy="15"/>
              </a:xfrm>
              <a:custGeom>
                <a:avLst/>
                <a:gdLst>
                  <a:gd name="T0" fmla="*/ 0 w 4"/>
                  <a:gd name="T1" fmla="*/ 20 h 6"/>
                  <a:gd name="T2" fmla="*/ 50 w 4"/>
                  <a:gd name="T3" fmla="*/ 95 h 6"/>
                  <a:gd name="T4" fmla="*/ 20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1"/>
                    </a:moveTo>
                    <a:cubicBezTo>
                      <a:pt x="1" y="2"/>
                      <a:pt x="4" y="4"/>
                      <a:pt x="3" y="6"/>
                    </a:cubicBezTo>
                    <a:cubicBezTo>
                      <a:pt x="2" y="4"/>
                      <a:pt x="4" y="0"/>
                      <a:pt x="1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9" name="Freeform 630">
                <a:extLst>
                  <a:ext uri="{FF2B5EF4-FFF2-40B4-BE49-F238E27FC236}">
                    <a16:creationId xmlns:a16="http://schemas.microsoft.com/office/drawing/2014/main" id="{3846BD75-15BF-4F02-B1DA-36D8F4BF4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706"/>
                <a:ext cx="28" cy="33"/>
              </a:xfrm>
              <a:custGeom>
                <a:avLst/>
                <a:gdLst>
                  <a:gd name="T0" fmla="*/ 0 w 11"/>
                  <a:gd name="T1" fmla="*/ 117 h 13"/>
                  <a:gd name="T2" fmla="*/ 33 w 11"/>
                  <a:gd name="T3" fmla="*/ 213 h 13"/>
                  <a:gd name="T4" fmla="*/ 33 w 11"/>
                  <a:gd name="T5" fmla="*/ 96 h 13"/>
                  <a:gd name="T6" fmla="*/ 117 w 11"/>
                  <a:gd name="T7" fmla="*/ 33 h 13"/>
                  <a:gd name="T8" fmla="*/ 163 w 11"/>
                  <a:gd name="T9" fmla="*/ 96 h 13"/>
                  <a:gd name="T10" fmla="*/ 181 w 11"/>
                  <a:gd name="T11" fmla="*/ 33 h 13"/>
                  <a:gd name="T12" fmla="*/ 130 w 11"/>
                  <a:gd name="T13" fmla="*/ 20 h 13"/>
                  <a:gd name="T14" fmla="*/ 64 w 11"/>
                  <a:gd name="T15" fmla="*/ 51 h 13"/>
                  <a:gd name="T16" fmla="*/ 0 w 11"/>
                  <a:gd name="T17" fmla="*/ 96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0" y="7"/>
                    </a:moveTo>
                    <a:cubicBezTo>
                      <a:pt x="2" y="9"/>
                      <a:pt x="3" y="10"/>
                      <a:pt x="2" y="13"/>
                    </a:cubicBezTo>
                    <a:cubicBezTo>
                      <a:pt x="3" y="11"/>
                      <a:pt x="2" y="8"/>
                      <a:pt x="2" y="6"/>
                    </a:cubicBezTo>
                    <a:cubicBezTo>
                      <a:pt x="3" y="5"/>
                      <a:pt x="6" y="3"/>
                      <a:pt x="7" y="2"/>
                    </a:cubicBezTo>
                    <a:cubicBezTo>
                      <a:pt x="9" y="2"/>
                      <a:pt x="10" y="4"/>
                      <a:pt x="10" y="6"/>
                    </a:cubicBezTo>
                    <a:cubicBezTo>
                      <a:pt x="10" y="6"/>
                      <a:pt x="11" y="3"/>
                      <a:pt x="11" y="2"/>
                    </a:cubicBezTo>
                    <a:cubicBezTo>
                      <a:pt x="10" y="3"/>
                      <a:pt x="8" y="3"/>
                      <a:pt x="8" y="1"/>
                    </a:cubicBezTo>
                    <a:cubicBezTo>
                      <a:pt x="6" y="0"/>
                      <a:pt x="5" y="2"/>
                      <a:pt x="4" y="3"/>
                    </a:cubicBezTo>
                    <a:cubicBezTo>
                      <a:pt x="3" y="4"/>
                      <a:pt x="1" y="5"/>
                      <a:pt x="0" y="6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0" name="Freeform 631">
                <a:extLst>
                  <a:ext uri="{FF2B5EF4-FFF2-40B4-BE49-F238E27FC236}">
                    <a16:creationId xmlns:a16="http://schemas.microsoft.com/office/drawing/2014/main" id="{F32A5333-0BC2-4C23-BBA7-30057BB41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3734"/>
                <a:ext cx="20" cy="32"/>
              </a:xfrm>
              <a:custGeom>
                <a:avLst/>
                <a:gdLst>
                  <a:gd name="T0" fmla="*/ 33 w 8"/>
                  <a:gd name="T1" fmla="*/ 30 h 13"/>
                  <a:gd name="T2" fmla="*/ 33 w 8"/>
                  <a:gd name="T3" fmla="*/ 42 h 13"/>
                  <a:gd name="T4" fmla="*/ 125 w 8"/>
                  <a:gd name="T5" fmla="*/ 12 h 13"/>
                  <a:gd name="T6" fmla="*/ 33 w 8"/>
                  <a:gd name="T7" fmla="*/ 74 h 13"/>
                  <a:gd name="T8" fmla="*/ 50 w 8"/>
                  <a:gd name="T9" fmla="*/ 194 h 13"/>
                  <a:gd name="T10" fmla="*/ 0 w 8"/>
                  <a:gd name="T11" fmla="*/ 153 h 13"/>
                  <a:gd name="T12" fmla="*/ 20 w 8"/>
                  <a:gd name="T13" fmla="*/ 4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2" y="2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5" y="4"/>
                      <a:pt x="6" y="0"/>
                      <a:pt x="8" y="1"/>
                    </a:cubicBezTo>
                    <a:cubicBezTo>
                      <a:pt x="8" y="3"/>
                      <a:pt x="3" y="3"/>
                      <a:pt x="2" y="5"/>
                    </a:cubicBezTo>
                    <a:cubicBezTo>
                      <a:pt x="2" y="7"/>
                      <a:pt x="3" y="11"/>
                      <a:pt x="3" y="13"/>
                    </a:cubicBezTo>
                    <a:cubicBezTo>
                      <a:pt x="2" y="11"/>
                      <a:pt x="1" y="10"/>
                      <a:pt x="0" y="10"/>
                    </a:cubicBezTo>
                    <a:cubicBezTo>
                      <a:pt x="0" y="8"/>
                      <a:pt x="2" y="5"/>
                      <a:pt x="1" y="3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1" name="Freeform 632">
                <a:extLst>
                  <a:ext uri="{FF2B5EF4-FFF2-40B4-BE49-F238E27FC236}">
                    <a16:creationId xmlns:a16="http://schemas.microsoft.com/office/drawing/2014/main" id="{F5BA4617-BEF8-49CD-986D-086D9B20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3749"/>
                <a:ext cx="40" cy="25"/>
              </a:xfrm>
              <a:custGeom>
                <a:avLst/>
                <a:gdLst>
                  <a:gd name="T0" fmla="*/ 50 w 16"/>
                  <a:gd name="T1" fmla="*/ 50 h 10"/>
                  <a:gd name="T2" fmla="*/ 158 w 16"/>
                  <a:gd name="T3" fmla="*/ 0 h 10"/>
                  <a:gd name="T4" fmla="*/ 238 w 16"/>
                  <a:gd name="T5" fmla="*/ 0 h 10"/>
                  <a:gd name="T6" fmla="*/ 238 w 16"/>
                  <a:gd name="T7" fmla="*/ 83 h 10"/>
                  <a:gd name="T8" fmla="*/ 238 w 16"/>
                  <a:gd name="T9" fmla="*/ 145 h 10"/>
                  <a:gd name="T10" fmla="*/ 145 w 16"/>
                  <a:gd name="T11" fmla="*/ 33 h 10"/>
                  <a:gd name="T12" fmla="*/ 145 w 16"/>
                  <a:gd name="T13" fmla="*/ 158 h 10"/>
                  <a:gd name="T14" fmla="*/ 83 w 16"/>
                  <a:gd name="T15" fmla="*/ 113 h 10"/>
                  <a:gd name="T16" fmla="*/ 0 w 16"/>
                  <a:gd name="T17" fmla="*/ 95 h 10"/>
                  <a:gd name="T18" fmla="*/ 0 w 16"/>
                  <a:gd name="T19" fmla="*/ 95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10">
                    <a:moveTo>
                      <a:pt x="3" y="3"/>
                    </a:moveTo>
                    <a:cubicBezTo>
                      <a:pt x="5" y="4"/>
                      <a:pt x="8" y="1"/>
                      <a:pt x="10" y="0"/>
                    </a:cubicBezTo>
                    <a:cubicBezTo>
                      <a:pt x="11" y="0"/>
                      <a:pt x="13" y="0"/>
                      <a:pt x="15" y="0"/>
                    </a:cubicBezTo>
                    <a:cubicBezTo>
                      <a:pt x="15" y="2"/>
                      <a:pt x="15" y="3"/>
                      <a:pt x="15" y="5"/>
                    </a:cubicBezTo>
                    <a:cubicBezTo>
                      <a:pt x="16" y="6"/>
                      <a:pt x="16" y="8"/>
                      <a:pt x="15" y="9"/>
                    </a:cubicBezTo>
                    <a:cubicBezTo>
                      <a:pt x="15" y="4"/>
                      <a:pt x="14" y="0"/>
                      <a:pt x="9" y="2"/>
                    </a:cubicBezTo>
                    <a:cubicBezTo>
                      <a:pt x="3" y="4"/>
                      <a:pt x="7" y="7"/>
                      <a:pt x="9" y="10"/>
                    </a:cubicBezTo>
                    <a:cubicBezTo>
                      <a:pt x="7" y="9"/>
                      <a:pt x="7" y="8"/>
                      <a:pt x="5" y="7"/>
                    </a:cubicBezTo>
                    <a:cubicBezTo>
                      <a:pt x="4" y="5"/>
                      <a:pt x="2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2" name="Freeform 633">
                <a:extLst>
                  <a:ext uri="{FF2B5EF4-FFF2-40B4-BE49-F238E27FC236}">
                    <a16:creationId xmlns:a16="http://schemas.microsoft.com/office/drawing/2014/main" id="{D6125379-BE27-4026-9F29-8682F3810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766"/>
                <a:ext cx="43" cy="33"/>
              </a:xfrm>
              <a:custGeom>
                <a:avLst/>
                <a:gdLst>
                  <a:gd name="T0" fmla="*/ 243 w 17"/>
                  <a:gd name="T1" fmla="*/ 33 h 13"/>
                  <a:gd name="T2" fmla="*/ 225 w 17"/>
                  <a:gd name="T3" fmla="*/ 96 h 13"/>
                  <a:gd name="T4" fmla="*/ 276 w 17"/>
                  <a:gd name="T5" fmla="*/ 160 h 13"/>
                  <a:gd name="T6" fmla="*/ 243 w 17"/>
                  <a:gd name="T7" fmla="*/ 129 h 13"/>
                  <a:gd name="T8" fmla="*/ 180 w 17"/>
                  <a:gd name="T9" fmla="*/ 84 h 13"/>
                  <a:gd name="T10" fmla="*/ 33 w 17"/>
                  <a:gd name="T11" fmla="*/ 147 h 13"/>
                  <a:gd name="T12" fmla="*/ 96 w 17"/>
                  <a:gd name="T13" fmla="*/ 213 h 13"/>
                  <a:gd name="T14" fmla="*/ 0 w 17"/>
                  <a:gd name="T15" fmla="*/ 193 h 13"/>
                  <a:gd name="T16" fmla="*/ 0 w 17"/>
                  <a:gd name="T17" fmla="*/ 117 h 13"/>
                  <a:gd name="T18" fmla="*/ 51 w 17"/>
                  <a:gd name="T19" fmla="*/ 51 h 13"/>
                  <a:gd name="T20" fmla="*/ 147 w 17"/>
                  <a:gd name="T21" fmla="*/ 84 h 13"/>
                  <a:gd name="T22" fmla="*/ 210 w 17"/>
                  <a:gd name="T23" fmla="*/ 51 h 13"/>
                  <a:gd name="T24" fmla="*/ 243 w 17"/>
                  <a:gd name="T25" fmla="*/ 0 h 13"/>
                  <a:gd name="T26" fmla="*/ 243 w 17"/>
                  <a:gd name="T27" fmla="*/ 33 h 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3">
                    <a:moveTo>
                      <a:pt x="15" y="2"/>
                    </a:moveTo>
                    <a:cubicBezTo>
                      <a:pt x="15" y="4"/>
                      <a:pt x="14" y="4"/>
                      <a:pt x="14" y="6"/>
                    </a:cubicBezTo>
                    <a:cubicBezTo>
                      <a:pt x="14" y="7"/>
                      <a:pt x="16" y="10"/>
                      <a:pt x="17" y="10"/>
                    </a:cubicBezTo>
                    <a:cubicBezTo>
                      <a:pt x="16" y="12"/>
                      <a:pt x="15" y="9"/>
                      <a:pt x="15" y="8"/>
                    </a:cubicBezTo>
                    <a:cubicBezTo>
                      <a:pt x="14" y="6"/>
                      <a:pt x="14" y="5"/>
                      <a:pt x="11" y="5"/>
                    </a:cubicBezTo>
                    <a:cubicBezTo>
                      <a:pt x="8" y="5"/>
                      <a:pt x="4" y="8"/>
                      <a:pt x="2" y="9"/>
                    </a:cubicBezTo>
                    <a:cubicBezTo>
                      <a:pt x="3" y="11"/>
                      <a:pt x="5" y="11"/>
                      <a:pt x="6" y="13"/>
                    </a:cubicBezTo>
                    <a:cubicBezTo>
                      <a:pt x="4" y="12"/>
                      <a:pt x="3" y="12"/>
                      <a:pt x="0" y="12"/>
                    </a:cubicBezTo>
                    <a:cubicBezTo>
                      <a:pt x="0" y="10"/>
                      <a:pt x="1" y="9"/>
                      <a:pt x="0" y="7"/>
                    </a:cubicBezTo>
                    <a:cubicBezTo>
                      <a:pt x="2" y="7"/>
                      <a:pt x="6" y="6"/>
                      <a:pt x="3" y="3"/>
                    </a:cubicBezTo>
                    <a:cubicBezTo>
                      <a:pt x="5" y="7"/>
                      <a:pt x="7" y="6"/>
                      <a:pt x="9" y="5"/>
                    </a:cubicBezTo>
                    <a:cubicBezTo>
                      <a:pt x="11" y="4"/>
                      <a:pt x="12" y="4"/>
                      <a:pt x="13" y="3"/>
                    </a:cubicBezTo>
                    <a:cubicBezTo>
                      <a:pt x="15" y="2"/>
                      <a:pt x="14" y="2"/>
                      <a:pt x="15" y="0"/>
                    </a:cubicBezTo>
                    <a:cubicBezTo>
                      <a:pt x="15" y="1"/>
                      <a:pt x="15" y="1"/>
                      <a:pt x="15" y="2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3" name="Freeform 634">
                <a:extLst>
                  <a:ext uri="{FF2B5EF4-FFF2-40B4-BE49-F238E27FC236}">
                    <a16:creationId xmlns:a16="http://schemas.microsoft.com/office/drawing/2014/main" id="{ECE8D993-1D5E-47E1-AAAD-CF3A0DABF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739"/>
                <a:ext cx="12" cy="10"/>
              </a:xfrm>
              <a:custGeom>
                <a:avLst/>
                <a:gdLst>
                  <a:gd name="T0" fmla="*/ 29 w 5"/>
                  <a:gd name="T1" fmla="*/ 20 h 4"/>
                  <a:gd name="T2" fmla="*/ 0 w 5"/>
                  <a:gd name="T3" fmla="*/ 33 h 4"/>
                  <a:gd name="T4" fmla="*/ 70 w 5"/>
                  <a:gd name="T5" fmla="*/ 63 h 4"/>
                  <a:gd name="T6" fmla="*/ 29 w 5"/>
                  <a:gd name="T7" fmla="*/ 63 h 4"/>
                  <a:gd name="T8" fmla="*/ 0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0"/>
                      <a:pt x="4" y="3"/>
                      <a:pt x="5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3"/>
                      <a:pt x="1" y="1"/>
                      <a:pt x="0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4" name="Freeform 635">
                <a:extLst>
                  <a:ext uri="{FF2B5EF4-FFF2-40B4-BE49-F238E27FC236}">
                    <a16:creationId xmlns:a16="http://schemas.microsoft.com/office/drawing/2014/main" id="{2622DD0A-DEFA-4A9F-8866-74AEC52CE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719"/>
                <a:ext cx="18" cy="15"/>
              </a:xfrm>
              <a:custGeom>
                <a:avLst/>
                <a:gdLst>
                  <a:gd name="T0" fmla="*/ 54 w 7"/>
                  <a:gd name="T1" fmla="*/ 50 h 6"/>
                  <a:gd name="T2" fmla="*/ 54 w 7"/>
                  <a:gd name="T3" fmla="*/ 63 h 6"/>
                  <a:gd name="T4" fmla="*/ 100 w 7"/>
                  <a:gd name="T5" fmla="*/ 0 h 6"/>
                  <a:gd name="T6" fmla="*/ 85 w 7"/>
                  <a:gd name="T7" fmla="*/ 83 h 6"/>
                  <a:gd name="T8" fmla="*/ 0 w 7"/>
                  <a:gd name="T9" fmla="*/ 8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1"/>
                      <a:pt x="6" y="0"/>
                    </a:cubicBezTo>
                    <a:cubicBezTo>
                      <a:pt x="5" y="2"/>
                      <a:pt x="7" y="4"/>
                      <a:pt x="5" y="5"/>
                    </a:cubicBezTo>
                    <a:cubicBezTo>
                      <a:pt x="3" y="6"/>
                      <a:pt x="2" y="3"/>
                      <a:pt x="0" y="5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5" name="Freeform 636">
                <a:extLst>
                  <a:ext uri="{FF2B5EF4-FFF2-40B4-BE49-F238E27FC236}">
                    <a16:creationId xmlns:a16="http://schemas.microsoft.com/office/drawing/2014/main" id="{1BBE5032-57E1-4A25-A5AD-F6EF13730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3771"/>
                <a:ext cx="27" cy="33"/>
              </a:xfrm>
              <a:custGeom>
                <a:avLst/>
                <a:gdLst>
                  <a:gd name="T0" fmla="*/ 103 w 11"/>
                  <a:gd name="T1" fmla="*/ 0 h 13"/>
                  <a:gd name="T2" fmla="*/ 162 w 11"/>
                  <a:gd name="T3" fmla="*/ 84 h 13"/>
                  <a:gd name="T4" fmla="*/ 0 w 11"/>
                  <a:gd name="T5" fmla="*/ 213 h 13"/>
                  <a:gd name="T6" fmla="*/ 29 w 11"/>
                  <a:gd name="T7" fmla="*/ 160 h 13"/>
                  <a:gd name="T8" fmla="*/ 71 w 11"/>
                  <a:gd name="T9" fmla="*/ 117 h 13"/>
                  <a:gd name="T10" fmla="*/ 91 w 11"/>
                  <a:gd name="T11" fmla="*/ 3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3">
                    <a:moveTo>
                      <a:pt x="7" y="0"/>
                    </a:moveTo>
                    <a:cubicBezTo>
                      <a:pt x="4" y="3"/>
                      <a:pt x="7" y="6"/>
                      <a:pt x="11" y="5"/>
                    </a:cubicBezTo>
                    <a:cubicBezTo>
                      <a:pt x="8" y="9"/>
                      <a:pt x="3" y="10"/>
                      <a:pt x="0" y="13"/>
                    </a:cubicBezTo>
                    <a:cubicBezTo>
                      <a:pt x="1" y="12"/>
                      <a:pt x="1" y="11"/>
                      <a:pt x="2" y="10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6" y="5"/>
                      <a:pt x="4" y="4"/>
                      <a:pt x="6" y="2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6" name="Freeform 637">
                <a:extLst>
                  <a:ext uri="{FF2B5EF4-FFF2-40B4-BE49-F238E27FC236}">
                    <a16:creationId xmlns:a16="http://schemas.microsoft.com/office/drawing/2014/main" id="{E7864C59-F859-4C99-B632-1694C523C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3804"/>
                <a:ext cx="90" cy="57"/>
              </a:xfrm>
              <a:custGeom>
                <a:avLst/>
                <a:gdLst>
                  <a:gd name="T0" fmla="*/ 470 w 36"/>
                  <a:gd name="T1" fmla="*/ 12 h 23"/>
                  <a:gd name="T2" fmla="*/ 438 w 36"/>
                  <a:gd name="T3" fmla="*/ 136 h 23"/>
                  <a:gd name="T4" fmla="*/ 395 w 36"/>
                  <a:gd name="T5" fmla="*/ 154 h 23"/>
                  <a:gd name="T6" fmla="*/ 333 w 36"/>
                  <a:gd name="T7" fmla="*/ 183 h 23"/>
                  <a:gd name="T8" fmla="*/ 333 w 36"/>
                  <a:gd name="T9" fmla="*/ 62 h 23"/>
                  <a:gd name="T10" fmla="*/ 270 w 36"/>
                  <a:gd name="T11" fmla="*/ 124 h 23"/>
                  <a:gd name="T12" fmla="*/ 283 w 36"/>
                  <a:gd name="T13" fmla="*/ 196 h 23"/>
                  <a:gd name="T14" fmla="*/ 158 w 36"/>
                  <a:gd name="T15" fmla="*/ 183 h 23"/>
                  <a:gd name="T16" fmla="*/ 220 w 36"/>
                  <a:gd name="T17" fmla="*/ 228 h 23"/>
                  <a:gd name="T18" fmla="*/ 125 w 36"/>
                  <a:gd name="T19" fmla="*/ 307 h 23"/>
                  <a:gd name="T20" fmla="*/ 63 w 36"/>
                  <a:gd name="T21" fmla="*/ 320 h 23"/>
                  <a:gd name="T22" fmla="*/ 0 w 36"/>
                  <a:gd name="T23" fmla="*/ 320 h 23"/>
                  <a:gd name="T24" fmla="*/ 188 w 36"/>
                  <a:gd name="T25" fmla="*/ 278 h 23"/>
                  <a:gd name="T26" fmla="*/ 363 w 36"/>
                  <a:gd name="T27" fmla="*/ 196 h 23"/>
                  <a:gd name="T28" fmla="*/ 488 w 36"/>
                  <a:gd name="T29" fmla="*/ 124 h 23"/>
                  <a:gd name="T30" fmla="*/ 563 w 36"/>
                  <a:gd name="T31" fmla="*/ 12 h 23"/>
                  <a:gd name="T32" fmla="*/ 488 w 36"/>
                  <a:gd name="T33" fmla="*/ 12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0" y="1"/>
                    </a:moveTo>
                    <a:cubicBezTo>
                      <a:pt x="28" y="3"/>
                      <a:pt x="30" y="8"/>
                      <a:pt x="28" y="9"/>
                    </a:cubicBezTo>
                    <a:cubicBezTo>
                      <a:pt x="27" y="10"/>
                      <a:pt x="26" y="10"/>
                      <a:pt x="25" y="10"/>
                    </a:cubicBezTo>
                    <a:cubicBezTo>
                      <a:pt x="23" y="11"/>
                      <a:pt x="22" y="12"/>
                      <a:pt x="21" y="12"/>
                    </a:cubicBezTo>
                    <a:cubicBezTo>
                      <a:pt x="19" y="9"/>
                      <a:pt x="20" y="7"/>
                      <a:pt x="21" y="4"/>
                    </a:cubicBezTo>
                    <a:cubicBezTo>
                      <a:pt x="20" y="5"/>
                      <a:pt x="18" y="6"/>
                      <a:pt x="17" y="8"/>
                    </a:cubicBezTo>
                    <a:cubicBezTo>
                      <a:pt x="17" y="9"/>
                      <a:pt x="18" y="11"/>
                      <a:pt x="18" y="13"/>
                    </a:cubicBezTo>
                    <a:cubicBezTo>
                      <a:pt x="17" y="17"/>
                      <a:pt x="11" y="16"/>
                      <a:pt x="10" y="12"/>
                    </a:cubicBezTo>
                    <a:cubicBezTo>
                      <a:pt x="10" y="16"/>
                      <a:pt x="12" y="16"/>
                      <a:pt x="14" y="15"/>
                    </a:cubicBezTo>
                    <a:cubicBezTo>
                      <a:pt x="16" y="18"/>
                      <a:pt x="10" y="19"/>
                      <a:pt x="8" y="20"/>
                    </a:cubicBezTo>
                    <a:cubicBezTo>
                      <a:pt x="7" y="21"/>
                      <a:pt x="6" y="21"/>
                      <a:pt x="4" y="21"/>
                    </a:cubicBezTo>
                    <a:cubicBezTo>
                      <a:pt x="3" y="21"/>
                      <a:pt x="2" y="21"/>
                      <a:pt x="0" y="21"/>
                    </a:cubicBezTo>
                    <a:cubicBezTo>
                      <a:pt x="4" y="23"/>
                      <a:pt x="8" y="19"/>
                      <a:pt x="12" y="18"/>
                    </a:cubicBezTo>
                    <a:cubicBezTo>
                      <a:pt x="16" y="17"/>
                      <a:pt x="19" y="15"/>
                      <a:pt x="23" y="13"/>
                    </a:cubicBezTo>
                    <a:cubicBezTo>
                      <a:pt x="25" y="12"/>
                      <a:pt x="30" y="10"/>
                      <a:pt x="31" y="8"/>
                    </a:cubicBezTo>
                    <a:cubicBezTo>
                      <a:pt x="33" y="5"/>
                      <a:pt x="31" y="0"/>
                      <a:pt x="36" y="1"/>
                    </a:cubicBezTo>
                    <a:cubicBezTo>
                      <a:pt x="34" y="0"/>
                      <a:pt x="31" y="0"/>
                      <a:pt x="31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7" name="Freeform 638">
                <a:extLst>
                  <a:ext uri="{FF2B5EF4-FFF2-40B4-BE49-F238E27FC236}">
                    <a16:creationId xmlns:a16="http://schemas.microsoft.com/office/drawing/2014/main" id="{16BB088E-3A3A-4A49-8C1D-02C47D8F9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3789"/>
                <a:ext cx="15" cy="20"/>
              </a:xfrm>
              <a:custGeom>
                <a:avLst/>
                <a:gdLst>
                  <a:gd name="T0" fmla="*/ 20 w 6"/>
                  <a:gd name="T1" fmla="*/ 20 h 8"/>
                  <a:gd name="T2" fmla="*/ 0 w 6"/>
                  <a:gd name="T3" fmla="*/ 20 h 8"/>
                  <a:gd name="T4" fmla="*/ 0 w 6"/>
                  <a:gd name="T5" fmla="*/ 125 h 8"/>
                  <a:gd name="T6" fmla="*/ 95 w 6"/>
                  <a:gd name="T7" fmla="*/ 50 h 8"/>
                  <a:gd name="T8" fmla="*/ 20 w 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4"/>
                      <a:pt x="3" y="6"/>
                      <a:pt x="0" y="8"/>
                    </a:cubicBezTo>
                    <a:cubicBezTo>
                      <a:pt x="2" y="7"/>
                      <a:pt x="3" y="1"/>
                      <a:pt x="6" y="3"/>
                    </a:cubicBezTo>
                    <a:cubicBezTo>
                      <a:pt x="4" y="2"/>
                      <a:pt x="1" y="2"/>
                      <a:pt x="1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8" name="Freeform 639">
                <a:extLst>
                  <a:ext uri="{FF2B5EF4-FFF2-40B4-BE49-F238E27FC236}">
                    <a16:creationId xmlns:a16="http://schemas.microsoft.com/office/drawing/2014/main" id="{116A050E-F13C-4558-AC43-0297D4D75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3786"/>
                <a:ext cx="8" cy="15"/>
              </a:xfrm>
              <a:custGeom>
                <a:avLst/>
                <a:gdLst>
                  <a:gd name="T0" fmla="*/ 0 w 3"/>
                  <a:gd name="T1" fmla="*/ 20 h 6"/>
                  <a:gd name="T2" fmla="*/ 35 w 3"/>
                  <a:gd name="T3" fmla="*/ 95 h 6"/>
                  <a:gd name="T4" fmla="*/ 56 w 3"/>
                  <a:gd name="T5" fmla="*/ 50 h 6"/>
                  <a:gd name="T6" fmla="*/ 0 w 3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0" y="1"/>
                    </a:moveTo>
                    <a:cubicBezTo>
                      <a:pt x="1" y="2"/>
                      <a:pt x="1" y="4"/>
                      <a:pt x="2" y="6"/>
                    </a:cubicBezTo>
                    <a:cubicBezTo>
                      <a:pt x="2" y="5"/>
                      <a:pt x="2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9" name="Freeform 640">
                <a:extLst>
                  <a:ext uri="{FF2B5EF4-FFF2-40B4-BE49-F238E27FC236}">
                    <a16:creationId xmlns:a16="http://schemas.microsoft.com/office/drawing/2014/main" id="{B5D8F3D3-4973-49FB-A3FB-5E6B81539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3814"/>
                <a:ext cx="23" cy="17"/>
              </a:xfrm>
              <a:custGeom>
                <a:avLst/>
                <a:gdLst>
                  <a:gd name="T0" fmla="*/ 66 w 9"/>
                  <a:gd name="T1" fmla="*/ 29 h 7"/>
                  <a:gd name="T2" fmla="*/ 51 w 9"/>
                  <a:gd name="T3" fmla="*/ 100 h 7"/>
                  <a:gd name="T4" fmla="*/ 151 w 9"/>
                  <a:gd name="T5" fmla="*/ 0 h 7"/>
                  <a:gd name="T6" fmla="*/ 0 w 9"/>
                  <a:gd name="T7" fmla="*/ 0 h 7"/>
                  <a:gd name="T8" fmla="*/ 66 w 9"/>
                  <a:gd name="T9" fmla="*/ 29 h 7"/>
                  <a:gd name="T10" fmla="*/ 66 w 9"/>
                  <a:gd name="T11" fmla="*/ 4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4" y="2"/>
                    </a:moveTo>
                    <a:cubicBezTo>
                      <a:pt x="4" y="3"/>
                      <a:pt x="4" y="6"/>
                      <a:pt x="3" y="7"/>
                    </a:cubicBezTo>
                    <a:cubicBezTo>
                      <a:pt x="3" y="3"/>
                      <a:pt x="7" y="3"/>
                      <a:pt x="9" y="0"/>
                    </a:cubicBezTo>
                    <a:cubicBezTo>
                      <a:pt x="6" y="0"/>
                      <a:pt x="2" y="1"/>
                      <a:pt x="0" y="0"/>
                    </a:cubicBezTo>
                    <a:cubicBezTo>
                      <a:pt x="1" y="2"/>
                      <a:pt x="2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0" name="Freeform 641">
                <a:extLst>
                  <a:ext uri="{FF2B5EF4-FFF2-40B4-BE49-F238E27FC236}">
                    <a16:creationId xmlns:a16="http://schemas.microsoft.com/office/drawing/2014/main" id="{05D4DCD0-55AC-453D-9311-2A0D54E1F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774"/>
                <a:ext cx="43" cy="42"/>
              </a:xfrm>
              <a:custGeom>
                <a:avLst/>
                <a:gdLst>
                  <a:gd name="T0" fmla="*/ 96 w 17"/>
                  <a:gd name="T1" fmla="*/ 121 h 17"/>
                  <a:gd name="T2" fmla="*/ 51 w 17"/>
                  <a:gd name="T3" fmla="*/ 195 h 17"/>
                  <a:gd name="T4" fmla="*/ 129 w 17"/>
                  <a:gd name="T5" fmla="*/ 257 h 17"/>
                  <a:gd name="T6" fmla="*/ 129 w 17"/>
                  <a:gd name="T7" fmla="*/ 153 h 17"/>
                  <a:gd name="T8" fmla="*/ 243 w 17"/>
                  <a:gd name="T9" fmla="*/ 133 h 17"/>
                  <a:gd name="T10" fmla="*/ 255 w 17"/>
                  <a:gd name="T11" fmla="*/ 0 h 17"/>
                  <a:gd name="T12" fmla="*/ 192 w 17"/>
                  <a:gd name="T13" fmla="*/ 91 h 17"/>
                  <a:gd name="T14" fmla="*/ 159 w 17"/>
                  <a:gd name="T15" fmla="*/ 121 h 17"/>
                  <a:gd name="T16" fmla="*/ 96 w 17"/>
                  <a:gd name="T17" fmla="*/ 121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8"/>
                    </a:moveTo>
                    <a:cubicBezTo>
                      <a:pt x="5" y="10"/>
                      <a:pt x="0" y="12"/>
                      <a:pt x="3" y="13"/>
                    </a:cubicBezTo>
                    <a:cubicBezTo>
                      <a:pt x="6" y="14"/>
                      <a:pt x="7" y="14"/>
                      <a:pt x="8" y="17"/>
                    </a:cubicBezTo>
                    <a:cubicBezTo>
                      <a:pt x="7" y="15"/>
                      <a:pt x="6" y="12"/>
                      <a:pt x="8" y="10"/>
                    </a:cubicBezTo>
                    <a:cubicBezTo>
                      <a:pt x="10" y="8"/>
                      <a:pt x="12" y="9"/>
                      <a:pt x="15" y="9"/>
                    </a:cubicBezTo>
                    <a:cubicBezTo>
                      <a:pt x="10" y="7"/>
                      <a:pt x="17" y="3"/>
                      <a:pt x="16" y="0"/>
                    </a:cubicBezTo>
                    <a:cubicBezTo>
                      <a:pt x="15" y="3"/>
                      <a:pt x="14" y="4"/>
                      <a:pt x="12" y="6"/>
                    </a:cubicBezTo>
                    <a:cubicBezTo>
                      <a:pt x="11" y="7"/>
                      <a:pt x="12" y="7"/>
                      <a:pt x="10" y="8"/>
                    </a:cubicBezTo>
                    <a:cubicBezTo>
                      <a:pt x="9" y="8"/>
                      <a:pt x="5" y="8"/>
                      <a:pt x="6" y="8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1" name="Freeform 642">
                <a:extLst>
                  <a:ext uri="{FF2B5EF4-FFF2-40B4-BE49-F238E27FC236}">
                    <a16:creationId xmlns:a16="http://schemas.microsoft.com/office/drawing/2014/main" id="{5087EFAD-E7EC-434B-8C0E-A63BA5DCB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3804"/>
                <a:ext cx="40" cy="37"/>
              </a:xfrm>
              <a:custGeom>
                <a:avLst/>
                <a:gdLst>
                  <a:gd name="T0" fmla="*/ 0 w 16"/>
                  <a:gd name="T1" fmla="*/ 12 h 15"/>
                  <a:gd name="T2" fmla="*/ 33 w 16"/>
                  <a:gd name="T3" fmla="*/ 183 h 15"/>
                  <a:gd name="T4" fmla="*/ 83 w 16"/>
                  <a:gd name="T5" fmla="*/ 212 h 15"/>
                  <a:gd name="T6" fmla="*/ 145 w 16"/>
                  <a:gd name="T7" fmla="*/ 224 h 15"/>
                  <a:gd name="T8" fmla="*/ 95 w 16"/>
                  <a:gd name="T9" fmla="*/ 121 h 15"/>
                  <a:gd name="T10" fmla="*/ 208 w 16"/>
                  <a:gd name="T11" fmla="*/ 30 h 15"/>
                  <a:gd name="T12" fmla="*/ 250 w 16"/>
                  <a:gd name="T13" fmla="*/ 62 h 15"/>
                  <a:gd name="T14" fmla="*/ 113 w 16"/>
                  <a:gd name="T15" fmla="*/ 62 h 15"/>
                  <a:gd name="T16" fmla="*/ 95 w 16"/>
                  <a:gd name="T17" fmla="*/ 0 h 15"/>
                  <a:gd name="T18" fmla="*/ 33 w 16"/>
                  <a:gd name="T19" fmla="*/ 12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15">
                    <a:moveTo>
                      <a:pt x="0" y="1"/>
                    </a:moveTo>
                    <a:cubicBezTo>
                      <a:pt x="7" y="1"/>
                      <a:pt x="4" y="8"/>
                      <a:pt x="2" y="12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7" y="14"/>
                      <a:pt x="8" y="13"/>
                      <a:pt x="9" y="15"/>
                    </a:cubicBezTo>
                    <a:cubicBezTo>
                      <a:pt x="7" y="12"/>
                      <a:pt x="4" y="11"/>
                      <a:pt x="6" y="8"/>
                    </a:cubicBezTo>
                    <a:cubicBezTo>
                      <a:pt x="7" y="6"/>
                      <a:pt x="11" y="3"/>
                      <a:pt x="13" y="2"/>
                    </a:cubicBezTo>
                    <a:cubicBezTo>
                      <a:pt x="14" y="3"/>
                      <a:pt x="15" y="3"/>
                      <a:pt x="16" y="4"/>
                    </a:cubicBezTo>
                    <a:cubicBezTo>
                      <a:pt x="14" y="1"/>
                      <a:pt x="8" y="2"/>
                      <a:pt x="7" y="4"/>
                    </a:cubicBezTo>
                    <a:cubicBezTo>
                      <a:pt x="6" y="3"/>
                      <a:pt x="5" y="2"/>
                      <a:pt x="6" y="0"/>
                    </a:cubicBezTo>
                    <a:cubicBezTo>
                      <a:pt x="5" y="1"/>
                      <a:pt x="3" y="2"/>
                      <a:pt x="2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2" name="Freeform 643">
                <a:extLst>
                  <a:ext uri="{FF2B5EF4-FFF2-40B4-BE49-F238E27FC236}">
                    <a16:creationId xmlns:a16="http://schemas.microsoft.com/office/drawing/2014/main" id="{5A192E24-0F9B-46F5-8228-0A31A5233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841"/>
                <a:ext cx="45" cy="23"/>
              </a:xfrm>
              <a:custGeom>
                <a:avLst/>
                <a:gdLst>
                  <a:gd name="T0" fmla="*/ 220 w 18"/>
                  <a:gd name="T1" fmla="*/ 0 h 9"/>
                  <a:gd name="T2" fmla="*/ 145 w 18"/>
                  <a:gd name="T3" fmla="*/ 97 h 9"/>
                  <a:gd name="T4" fmla="*/ 0 w 18"/>
                  <a:gd name="T5" fmla="*/ 118 h 9"/>
                  <a:gd name="T6" fmla="*/ 50 w 18"/>
                  <a:gd name="T7" fmla="*/ 130 h 9"/>
                  <a:gd name="T8" fmla="*/ 95 w 18"/>
                  <a:gd name="T9" fmla="*/ 130 h 9"/>
                  <a:gd name="T10" fmla="*/ 220 w 18"/>
                  <a:gd name="T11" fmla="*/ 118 h 9"/>
                  <a:gd name="T12" fmla="*/ 238 w 18"/>
                  <a:gd name="T13" fmla="*/ 84 h 9"/>
                  <a:gd name="T14" fmla="*/ 283 w 18"/>
                  <a:gd name="T15" fmla="*/ 84 h 9"/>
                  <a:gd name="T16" fmla="*/ 238 w 18"/>
                  <a:gd name="T17" fmla="*/ 51 h 9"/>
                  <a:gd name="T18" fmla="*/ 175 w 18"/>
                  <a:gd name="T19" fmla="*/ 84 h 9"/>
                  <a:gd name="T20" fmla="*/ 208 w 18"/>
                  <a:gd name="T21" fmla="*/ 2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4" y="0"/>
                    </a:moveTo>
                    <a:cubicBezTo>
                      <a:pt x="12" y="1"/>
                      <a:pt x="11" y="4"/>
                      <a:pt x="9" y="6"/>
                    </a:cubicBezTo>
                    <a:cubicBezTo>
                      <a:pt x="6" y="8"/>
                      <a:pt x="2" y="5"/>
                      <a:pt x="0" y="7"/>
                    </a:cubicBezTo>
                    <a:cubicBezTo>
                      <a:pt x="2" y="7"/>
                      <a:pt x="1" y="8"/>
                      <a:pt x="3" y="8"/>
                    </a:cubicBezTo>
                    <a:cubicBezTo>
                      <a:pt x="4" y="9"/>
                      <a:pt x="5" y="8"/>
                      <a:pt x="6" y="8"/>
                    </a:cubicBezTo>
                    <a:cubicBezTo>
                      <a:pt x="9" y="7"/>
                      <a:pt x="12" y="8"/>
                      <a:pt x="14" y="7"/>
                    </a:cubicBezTo>
                    <a:cubicBezTo>
                      <a:pt x="13" y="6"/>
                      <a:pt x="14" y="5"/>
                      <a:pt x="15" y="5"/>
                    </a:cubicBezTo>
                    <a:cubicBezTo>
                      <a:pt x="16" y="4"/>
                      <a:pt x="17" y="5"/>
                      <a:pt x="18" y="5"/>
                    </a:cubicBezTo>
                    <a:cubicBezTo>
                      <a:pt x="17" y="5"/>
                      <a:pt x="15" y="3"/>
                      <a:pt x="15" y="3"/>
                    </a:cubicBezTo>
                    <a:cubicBezTo>
                      <a:pt x="13" y="3"/>
                      <a:pt x="13" y="5"/>
                      <a:pt x="11" y="5"/>
                    </a:cubicBezTo>
                    <a:cubicBezTo>
                      <a:pt x="12" y="3"/>
                      <a:pt x="14" y="2"/>
                      <a:pt x="13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3" name="Freeform 644">
                <a:extLst>
                  <a:ext uri="{FF2B5EF4-FFF2-40B4-BE49-F238E27FC236}">
                    <a16:creationId xmlns:a16="http://schemas.microsoft.com/office/drawing/2014/main" id="{92C04CC0-DC7C-436A-B064-BBA71EE02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764"/>
                <a:ext cx="53" cy="22"/>
              </a:xfrm>
              <a:custGeom>
                <a:avLst/>
                <a:gdLst>
                  <a:gd name="T0" fmla="*/ 275 w 21"/>
                  <a:gd name="T1" fmla="*/ 29 h 9"/>
                  <a:gd name="T2" fmla="*/ 242 w 21"/>
                  <a:gd name="T3" fmla="*/ 71 h 9"/>
                  <a:gd name="T4" fmla="*/ 288 w 21"/>
                  <a:gd name="T5" fmla="*/ 103 h 9"/>
                  <a:gd name="T6" fmla="*/ 242 w 21"/>
                  <a:gd name="T7" fmla="*/ 120 h 9"/>
                  <a:gd name="T8" fmla="*/ 222 w 21"/>
                  <a:gd name="T9" fmla="*/ 59 h 9"/>
                  <a:gd name="T10" fmla="*/ 114 w 21"/>
                  <a:gd name="T11" fmla="*/ 71 h 9"/>
                  <a:gd name="T12" fmla="*/ 114 w 21"/>
                  <a:gd name="T13" fmla="*/ 120 h 9"/>
                  <a:gd name="T14" fmla="*/ 0 w 21"/>
                  <a:gd name="T15" fmla="*/ 103 h 9"/>
                  <a:gd name="T16" fmla="*/ 114 w 21"/>
                  <a:gd name="T17" fmla="*/ 71 h 9"/>
                  <a:gd name="T18" fmla="*/ 192 w 21"/>
                  <a:gd name="T19" fmla="*/ 29 h 9"/>
                  <a:gd name="T20" fmla="*/ 222 w 21"/>
                  <a:gd name="T21" fmla="*/ 0 h 9"/>
                  <a:gd name="T22" fmla="*/ 255 w 21"/>
                  <a:gd name="T23" fmla="*/ 12 h 9"/>
                  <a:gd name="T24" fmla="*/ 338 w 21"/>
                  <a:gd name="T25" fmla="*/ 29 h 9"/>
                  <a:gd name="T26" fmla="*/ 305 w 21"/>
                  <a:gd name="T27" fmla="*/ 29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9">
                    <a:moveTo>
                      <a:pt x="17" y="2"/>
                    </a:moveTo>
                    <a:cubicBezTo>
                      <a:pt x="16" y="3"/>
                      <a:pt x="15" y="4"/>
                      <a:pt x="15" y="5"/>
                    </a:cubicBezTo>
                    <a:cubicBezTo>
                      <a:pt x="16" y="7"/>
                      <a:pt x="18" y="6"/>
                      <a:pt x="18" y="7"/>
                    </a:cubicBezTo>
                    <a:cubicBezTo>
                      <a:pt x="19" y="9"/>
                      <a:pt x="16" y="9"/>
                      <a:pt x="15" y="8"/>
                    </a:cubicBezTo>
                    <a:cubicBezTo>
                      <a:pt x="14" y="7"/>
                      <a:pt x="15" y="5"/>
                      <a:pt x="14" y="4"/>
                    </a:cubicBezTo>
                    <a:cubicBezTo>
                      <a:pt x="13" y="4"/>
                      <a:pt x="8" y="4"/>
                      <a:pt x="7" y="5"/>
                    </a:cubicBezTo>
                    <a:cubicBezTo>
                      <a:pt x="7" y="6"/>
                      <a:pt x="7" y="7"/>
                      <a:pt x="7" y="8"/>
                    </a:cubicBezTo>
                    <a:cubicBezTo>
                      <a:pt x="5" y="7"/>
                      <a:pt x="2" y="6"/>
                      <a:pt x="0" y="7"/>
                    </a:cubicBezTo>
                    <a:cubicBezTo>
                      <a:pt x="3" y="6"/>
                      <a:pt x="5" y="5"/>
                      <a:pt x="7" y="5"/>
                    </a:cubicBezTo>
                    <a:cubicBezTo>
                      <a:pt x="9" y="4"/>
                      <a:pt x="10" y="3"/>
                      <a:pt x="12" y="2"/>
                    </a:cubicBezTo>
                    <a:cubicBezTo>
                      <a:pt x="12" y="1"/>
                      <a:pt x="13" y="1"/>
                      <a:pt x="14" y="0"/>
                    </a:cubicBezTo>
                    <a:cubicBezTo>
                      <a:pt x="15" y="0"/>
                      <a:pt x="15" y="1"/>
                      <a:pt x="16" y="1"/>
                    </a:cubicBezTo>
                    <a:cubicBezTo>
                      <a:pt x="17" y="2"/>
                      <a:pt x="20" y="2"/>
                      <a:pt x="21" y="2"/>
                    </a:cubicBezTo>
                    <a:cubicBezTo>
                      <a:pt x="20" y="2"/>
                      <a:pt x="19" y="3"/>
                      <a:pt x="19" y="2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4" name="Freeform 645">
                <a:extLst>
                  <a:ext uri="{FF2B5EF4-FFF2-40B4-BE49-F238E27FC236}">
                    <a16:creationId xmlns:a16="http://schemas.microsoft.com/office/drawing/2014/main" id="{6D07DE66-DC2D-48C9-AA1B-8B8FE0A48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736"/>
                <a:ext cx="33" cy="10"/>
              </a:xfrm>
              <a:custGeom>
                <a:avLst/>
                <a:gdLst>
                  <a:gd name="T0" fmla="*/ 0 w 13"/>
                  <a:gd name="T1" fmla="*/ 63 h 4"/>
                  <a:gd name="T2" fmla="*/ 96 w 13"/>
                  <a:gd name="T3" fmla="*/ 20 h 4"/>
                  <a:gd name="T4" fmla="*/ 129 w 13"/>
                  <a:gd name="T5" fmla="*/ 50 h 4"/>
                  <a:gd name="T6" fmla="*/ 213 w 13"/>
                  <a:gd name="T7" fmla="*/ 20 h 4"/>
                  <a:gd name="T8" fmla="*/ 129 w 13"/>
                  <a:gd name="T9" fmla="*/ 0 h 4"/>
                  <a:gd name="T10" fmla="*/ 51 w 13"/>
                  <a:gd name="T11" fmla="*/ 3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2" y="2"/>
                      <a:pt x="4" y="2"/>
                      <a:pt x="6" y="1"/>
                    </a:cubicBezTo>
                    <a:cubicBezTo>
                      <a:pt x="7" y="1"/>
                      <a:pt x="7" y="3"/>
                      <a:pt x="8" y="3"/>
                    </a:cubicBezTo>
                    <a:cubicBezTo>
                      <a:pt x="9" y="0"/>
                      <a:pt x="11" y="1"/>
                      <a:pt x="13" y="1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7" y="0"/>
                      <a:pt x="4" y="0"/>
                      <a:pt x="3" y="2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5" name="Freeform 646">
                <a:extLst>
                  <a:ext uri="{FF2B5EF4-FFF2-40B4-BE49-F238E27FC236}">
                    <a16:creationId xmlns:a16="http://schemas.microsoft.com/office/drawing/2014/main" id="{C88CAFF5-398D-4986-9145-15BD01532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3766"/>
                <a:ext cx="15" cy="20"/>
              </a:xfrm>
              <a:custGeom>
                <a:avLst/>
                <a:gdLst>
                  <a:gd name="T0" fmla="*/ 0 w 6"/>
                  <a:gd name="T1" fmla="*/ 0 h 8"/>
                  <a:gd name="T2" fmla="*/ 33 w 6"/>
                  <a:gd name="T3" fmla="*/ 33 h 8"/>
                  <a:gd name="T4" fmla="*/ 33 w 6"/>
                  <a:gd name="T5" fmla="*/ 125 h 8"/>
                  <a:gd name="T6" fmla="*/ 50 w 6"/>
                  <a:gd name="T7" fmla="*/ 50 h 8"/>
                  <a:gd name="T8" fmla="*/ 95 w 6"/>
                  <a:gd name="T9" fmla="*/ 20 h 8"/>
                  <a:gd name="T10" fmla="*/ 20 w 6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1"/>
                      <a:pt x="2" y="0"/>
                      <a:pt x="2" y="2"/>
                    </a:cubicBezTo>
                    <a:cubicBezTo>
                      <a:pt x="3" y="4"/>
                      <a:pt x="1" y="6"/>
                      <a:pt x="2" y="8"/>
                    </a:cubicBezTo>
                    <a:cubicBezTo>
                      <a:pt x="3" y="7"/>
                      <a:pt x="2" y="4"/>
                      <a:pt x="3" y="3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4" y="1"/>
                      <a:pt x="2" y="1"/>
                      <a:pt x="1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6" name="Freeform 647">
                <a:extLst>
                  <a:ext uri="{FF2B5EF4-FFF2-40B4-BE49-F238E27FC236}">
                    <a16:creationId xmlns:a16="http://schemas.microsoft.com/office/drawing/2014/main" id="{EF0AA554-D247-430E-96E1-9E49026C7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3806"/>
                <a:ext cx="52" cy="38"/>
              </a:xfrm>
              <a:custGeom>
                <a:avLst/>
                <a:gdLst>
                  <a:gd name="T0" fmla="*/ 104 w 21"/>
                  <a:gd name="T1" fmla="*/ 0 h 15"/>
                  <a:gd name="T2" fmla="*/ 154 w 21"/>
                  <a:gd name="T3" fmla="*/ 117 h 15"/>
                  <a:gd name="T4" fmla="*/ 74 w 21"/>
                  <a:gd name="T5" fmla="*/ 160 h 15"/>
                  <a:gd name="T6" fmla="*/ 42 w 21"/>
                  <a:gd name="T7" fmla="*/ 160 h 15"/>
                  <a:gd name="T8" fmla="*/ 0 w 21"/>
                  <a:gd name="T9" fmla="*/ 243 h 15"/>
                  <a:gd name="T10" fmla="*/ 92 w 21"/>
                  <a:gd name="T11" fmla="*/ 225 h 15"/>
                  <a:gd name="T12" fmla="*/ 92 w 21"/>
                  <a:gd name="T13" fmla="*/ 243 h 15"/>
                  <a:gd name="T14" fmla="*/ 92 w 21"/>
                  <a:gd name="T15" fmla="*/ 180 h 15"/>
                  <a:gd name="T16" fmla="*/ 166 w 21"/>
                  <a:gd name="T17" fmla="*/ 180 h 15"/>
                  <a:gd name="T18" fmla="*/ 215 w 21"/>
                  <a:gd name="T19" fmla="*/ 147 h 15"/>
                  <a:gd name="T20" fmla="*/ 319 w 21"/>
                  <a:gd name="T21" fmla="*/ 213 h 15"/>
                  <a:gd name="T22" fmla="*/ 287 w 21"/>
                  <a:gd name="T23" fmla="*/ 117 h 15"/>
                  <a:gd name="T24" fmla="*/ 215 w 21"/>
                  <a:gd name="T25" fmla="*/ 129 h 15"/>
                  <a:gd name="T26" fmla="*/ 154 w 21"/>
                  <a:gd name="T27" fmla="*/ 96 h 15"/>
                  <a:gd name="T28" fmla="*/ 134 w 21"/>
                  <a:gd name="T29" fmla="*/ 2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" h="15">
                    <a:moveTo>
                      <a:pt x="7" y="0"/>
                    </a:moveTo>
                    <a:cubicBezTo>
                      <a:pt x="7" y="1"/>
                      <a:pt x="10" y="5"/>
                      <a:pt x="10" y="7"/>
                    </a:cubicBezTo>
                    <a:cubicBezTo>
                      <a:pt x="10" y="10"/>
                      <a:pt x="7" y="10"/>
                      <a:pt x="5" y="10"/>
                    </a:cubicBezTo>
                    <a:cubicBezTo>
                      <a:pt x="5" y="10"/>
                      <a:pt x="4" y="9"/>
                      <a:pt x="3" y="10"/>
                    </a:cubicBezTo>
                    <a:cubicBezTo>
                      <a:pt x="6" y="12"/>
                      <a:pt x="1" y="14"/>
                      <a:pt x="0" y="15"/>
                    </a:cubicBezTo>
                    <a:cubicBezTo>
                      <a:pt x="2" y="14"/>
                      <a:pt x="4" y="13"/>
                      <a:pt x="6" y="14"/>
                    </a:cubicBezTo>
                    <a:cubicBezTo>
                      <a:pt x="6" y="14"/>
                      <a:pt x="6" y="15"/>
                      <a:pt x="6" y="15"/>
                    </a:cubicBezTo>
                    <a:cubicBezTo>
                      <a:pt x="7" y="14"/>
                      <a:pt x="6" y="12"/>
                      <a:pt x="6" y="11"/>
                    </a:cubicBezTo>
                    <a:cubicBezTo>
                      <a:pt x="8" y="11"/>
                      <a:pt x="9" y="11"/>
                      <a:pt x="11" y="11"/>
                    </a:cubicBezTo>
                    <a:cubicBezTo>
                      <a:pt x="13" y="11"/>
                      <a:pt x="13" y="10"/>
                      <a:pt x="14" y="9"/>
                    </a:cubicBezTo>
                    <a:cubicBezTo>
                      <a:pt x="18" y="8"/>
                      <a:pt x="20" y="10"/>
                      <a:pt x="21" y="13"/>
                    </a:cubicBezTo>
                    <a:cubicBezTo>
                      <a:pt x="19" y="12"/>
                      <a:pt x="19" y="9"/>
                      <a:pt x="19" y="7"/>
                    </a:cubicBezTo>
                    <a:cubicBezTo>
                      <a:pt x="17" y="7"/>
                      <a:pt x="15" y="8"/>
                      <a:pt x="14" y="8"/>
                    </a:cubicBezTo>
                    <a:cubicBezTo>
                      <a:pt x="13" y="7"/>
                      <a:pt x="11" y="7"/>
                      <a:pt x="10" y="6"/>
                    </a:cubicBezTo>
                    <a:cubicBezTo>
                      <a:pt x="9" y="5"/>
                      <a:pt x="9" y="3"/>
                      <a:pt x="9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7" name="Freeform 648">
                <a:extLst>
                  <a:ext uri="{FF2B5EF4-FFF2-40B4-BE49-F238E27FC236}">
                    <a16:creationId xmlns:a16="http://schemas.microsoft.com/office/drawing/2014/main" id="{933F0BCA-4D2A-4E0F-9869-947BAF09F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3761"/>
                <a:ext cx="30" cy="20"/>
              </a:xfrm>
              <a:custGeom>
                <a:avLst/>
                <a:gdLst>
                  <a:gd name="T0" fmla="*/ 95 w 12"/>
                  <a:gd name="T1" fmla="*/ 33 h 8"/>
                  <a:gd name="T2" fmla="*/ 20 w 12"/>
                  <a:gd name="T3" fmla="*/ 125 h 8"/>
                  <a:gd name="T4" fmla="*/ 20 w 12"/>
                  <a:gd name="T5" fmla="*/ 33 h 8"/>
                  <a:gd name="T6" fmla="*/ 95 w 12"/>
                  <a:gd name="T7" fmla="*/ 0 h 8"/>
                  <a:gd name="T8" fmla="*/ 188 w 12"/>
                  <a:gd name="T9" fmla="*/ 20 h 8"/>
                  <a:gd name="T10" fmla="*/ 188 w 12"/>
                  <a:gd name="T11" fmla="*/ 95 h 8"/>
                  <a:gd name="T12" fmla="*/ 113 w 12"/>
                  <a:gd name="T13" fmla="*/ 2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6" y="2"/>
                    </a:moveTo>
                    <a:cubicBezTo>
                      <a:pt x="2" y="2"/>
                      <a:pt x="2" y="4"/>
                      <a:pt x="1" y="8"/>
                    </a:cubicBezTo>
                    <a:cubicBezTo>
                      <a:pt x="0" y="6"/>
                      <a:pt x="1" y="4"/>
                      <a:pt x="1" y="2"/>
                    </a:cubicBezTo>
                    <a:cubicBezTo>
                      <a:pt x="3" y="3"/>
                      <a:pt x="4" y="1"/>
                      <a:pt x="6" y="0"/>
                    </a:cubicBezTo>
                    <a:cubicBezTo>
                      <a:pt x="8" y="0"/>
                      <a:pt x="10" y="1"/>
                      <a:pt x="12" y="1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1" y="5"/>
                      <a:pt x="10" y="0"/>
                      <a:pt x="7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8" name="Freeform 649">
                <a:extLst>
                  <a:ext uri="{FF2B5EF4-FFF2-40B4-BE49-F238E27FC236}">
                    <a16:creationId xmlns:a16="http://schemas.microsoft.com/office/drawing/2014/main" id="{2AFB3256-8037-4B52-8B6E-2E57E1EF9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3804"/>
                <a:ext cx="12" cy="20"/>
              </a:xfrm>
              <a:custGeom>
                <a:avLst/>
                <a:gdLst>
                  <a:gd name="T0" fmla="*/ 58 w 5"/>
                  <a:gd name="T1" fmla="*/ 0 h 8"/>
                  <a:gd name="T2" fmla="*/ 0 w 5"/>
                  <a:gd name="T3" fmla="*/ 33 h 8"/>
                  <a:gd name="T4" fmla="*/ 29 w 5"/>
                  <a:gd name="T5" fmla="*/ 125 h 8"/>
                  <a:gd name="T6" fmla="*/ 41 w 5"/>
                  <a:gd name="T7" fmla="*/ 83 h 8"/>
                  <a:gd name="T8" fmla="*/ 70 w 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3" y="3"/>
                      <a:pt x="1" y="6"/>
                      <a:pt x="2" y="8"/>
                    </a:cubicBezTo>
                    <a:cubicBezTo>
                      <a:pt x="2" y="7"/>
                      <a:pt x="2" y="5"/>
                      <a:pt x="3" y="5"/>
                    </a:cubicBezTo>
                    <a:cubicBezTo>
                      <a:pt x="3" y="3"/>
                      <a:pt x="2" y="0"/>
                      <a:pt x="5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9" name="Freeform 650">
                <a:extLst>
                  <a:ext uri="{FF2B5EF4-FFF2-40B4-BE49-F238E27FC236}">
                    <a16:creationId xmlns:a16="http://schemas.microsoft.com/office/drawing/2014/main" id="{BA3DBBC0-CDEE-483C-ADA6-FDD1C532A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816"/>
                <a:ext cx="55" cy="33"/>
              </a:xfrm>
              <a:custGeom>
                <a:avLst/>
                <a:gdLst>
                  <a:gd name="T0" fmla="*/ 83 w 22"/>
                  <a:gd name="T1" fmla="*/ 96 h 13"/>
                  <a:gd name="T2" fmla="*/ 0 w 22"/>
                  <a:gd name="T3" fmla="*/ 117 h 13"/>
                  <a:gd name="T4" fmla="*/ 33 w 22"/>
                  <a:gd name="T5" fmla="*/ 180 h 13"/>
                  <a:gd name="T6" fmla="*/ 63 w 22"/>
                  <a:gd name="T7" fmla="*/ 160 h 13"/>
                  <a:gd name="T8" fmla="*/ 33 w 22"/>
                  <a:gd name="T9" fmla="*/ 129 h 13"/>
                  <a:gd name="T10" fmla="*/ 238 w 22"/>
                  <a:gd name="T11" fmla="*/ 213 h 13"/>
                  <a:gd name="T12" fmla="*/ 283 w 22"/>
                  <a:gd name="T13" fmla="*/ 193 h 13"/>
                  <a:gd name="T14" fmla="*/ 283 w 22"/>
                  <a:gd name="T15" fmla="*/ 193 h 13"/>
                  <a:gd name="T16" fmla="*/ 270 w 22"/>
                  <a:gd name="T17" fmla="*/ 0 h 13"/>
                  <a:gd name="T18" fmla="*/ 283 w 22"/>
                  <a:gd name="T19" fmla="*/ 84 h 13"/>
                  <a:gd name="T20" fmla="*/ 250 w 22"/>
                  <a:gd name="T21" fmla="*/ 129 h 13"/>
                  <a:gd name="T22" fmla="*/ 250 w 22"/>
                  <a:gd name="T23" fmla="*/ 180 h 13"/>
                  <a:gd name="T24" fmla="*/ 145 w 22"/>
                  <a:gd name="T25" fmla="*/ 117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13">
                    <a:moveTo>
                      <a:pt x="5" y="6"/>
                    </a:moveTo>
                    <a:cubicBezTo>
                      <a:pt x="4" y="6"/>
                      <a:pt x="1" y="6"/>
                      <a:pt x="0" y="7"/>
                    </a:cubicBezTo>
                    <a:cubicBezTo>
                      <a:pt x="0" y="7"/>
                      <a:pt x="2" y="10"/>
                      <a:pt x="2" y="11"/>
                    </a:cubicBezTo>
                    <a:cubicBezTo>
                      <a:pt x="3" y="11"/>
                      <a:pt x="4" y="10"/>
                      <a:pt x="4" y="10"/>
                    </a:cubicBezTo>
                    <a:cubicBezTo>
                      <a:pt x="3" y="11"/>
                      <a:pt x="1" y="9"/>
                      <a:pt x="2" y="8"/>
                    </a:cubicBezTo>
                    <a:cubicBezTo>
                      <a:pt x="8" y="6"/>
                      <a:pt x="13" y="6"/>
                      <a:pt x="15" y="13"/>
                    </a:cubicBezTo>
                    <a:cubicBezTo>
                      <a:pt x="16" y="12"/>
                      <a:pt x="17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5" y="9"/>
                      <a:pt x="22" y="2"/>
                      <a:pt x="17" y="0"/>
                    </a:cubicBezTo>
                    <a:cubicBezTo>
                      <a:pt x="17" y="3"/>
                      <a:pt x="19" y="3"/>
                      <a:pt x="18" y="5"/>
                    </a:cubicBezTo>
                    <a:cubicBezTo>
                      <a:pt x="17" y="6"/>
                      <a:pt x="16" y="7"/>
                      <a:pt x="16" y="8"/>
                    </a:cubicBezTo>
                    <a:cubicBezTo>
                      <a:pt x="16" y="9"/>
                      <a:pt x="16" y="10"/>
                      <a:pt x="16" y="11"/>
                    </a:cubicBezTo>
                    <a:cubicBezTo>
                      <a:pt x="14" y="10"/>
                      <a:pt x="13" y="5"/>
                      <a:pt x="9" y="7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0" name="Freeform 651">
                <a:extLst>
                  <a:ext uri="{FF2B5EF4-FFF2-40B4-BE49-F238E27FC236}">
                    <a16:creationId xmlns:a16="http://schemas.microsoft.com/office/drawing/2014/main" id="{2C8CA481-51F3-494D-BC7D-E6FC3BB4B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3856"/>
                <a:ext cx="35" cy="13"/>
              </a:xfrm>
              <a:custGeom>
                <a:avLst/>
                <a:gdLst>
                  <a:gd name="T0" fmla="*/ 188 w 14"/>
                  <a:gd name="T1" fmla="*/ 21 h 5"/>
                  <a:gd name="T2" fmla="*/ 113 w 14"/>
                  <a:gd name="T3" fmla="*/ 68 h 5"/>
                  <a:gd name="T4" fmla="*/ 63 w 14"/>
                  <a:gd name="T5" fmla="*/ 0 h 5"/>
                  <a:gd name="T6" fmla="*/ 20 w 14"/>
                  <a:gd name="T7" fmla="*/ 55 h 5"/>
                  <a:gd name="T8" fmla="*/ 0 w 14"/>
                  <a:gd name="T9" fmla="*/ 21 h 5"/>
                  <a:gd name="T10" fmla="*/ 0 w 14"/>
                  <a:gd name="T11" fmla="*/ 88 h 5"/>
                  <a:gd name="T12" fmla="*/ 220 w 14"/>
                  <a:gd name="T13" fmla="*/ 55 h 5"/>
                  <a:gd name="T14" fmla="*/ 220 w 14"/>
                  <a:gd name="T15" fmla="*/ 34 h 5"/>
                  <a:gd name="T16" fmla="*/ 220 w 14"/>
                  <a:gd name="T17" fmla="*/ 21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2" y="1"/>
                    </a:moveTo>
                    <a:cubicBezTo>
                      <a:pt x="10" y="1"/>
                      <a:pt x="9" y="4"/>
                      <a:pt x="7" y="4"/>
                    </a:cubicBezTo>
                    <a:cubicBezTo>
                      <a:pt x="5" y="4"/>
                      <a:pt x="4" y="2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2" y="3"/>
                      <a:pt x="3" y="4"/>
                      <a:pt x="0" y="5"/>
                    </a:cubicBezTo>
                    <a:cubicBezTo>
                      <a:pt x="5" y="5"/>
                      <a:pt x="10" y="4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1" name="Freeform 652">
                <a:extLst>
                  <a:ext uri="{FF2B5EF4-FFF2-40B4-BE49-F238E27FC236}">
                    <a16:creationId xmlns:a16="http://schemas.microsoft.com/office/drawing/2014/main" id="{117A6CFE-5B23-467F-9426-C8A4F5919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854"/>
                <a:ext cx="55" cy="17"/>
              </a:xfrm>
              <a:custGeom>
                <a:avLst/>
                <a:gdLst>
                  <a:gd name="T0" fmla="*/ 270 w 22"/>
                  <a:gd name="T1" fmla="*/ 70 h 7"/>
                  <a:gd name="T2" fmla="*/ 125 w 22"/>
                  <a:gd name="T3" fmla="*/ 87 h 7"/>
                  <a:gd name="T4" fmla="*/ 0 w 22"/>
                  <a:gd name="T5" fmla="*/ 58 h 7"/>
                  <a:gd name="T6" fmla="*/ 113 w 22"/>
                  <a:gd name="T7" fmla="*/ 70 h 7"/>
                  <a:gd name="T8" fmla="*/ 208 w 22"/>
                  <a:gd name="T9" fmla="*/ 100 h 7"/>
                  <a:gd name="T10" fmla="*/ 345 w 22"/>
                  <a:gd name="T11" fmla="*/ 0 h 7"/>
                  <a:gd name="T12" fmla="*/ 270 w 22"/>
                  <a:gd name="T13" fmla="*/ 5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7">
                    <a:moveTo>
                      <a:pt x="17" y="5"/>
                    </a:moveTo>
                    <a:cubicBezTo>
                      <a:pt x="13" y="5"/>
                      <a:pt x="12" y="7"/>
                      <a:pt x="8" y="6"/>
                    </a:cubicBezTo>
                    <a:cubicBezTo>
                      <a:pt x="6" y="5"/>
                      <a:pt x="3" y="3"/>
                      <a:pt x="0" y="4"/>
                    </a:cubicBezTo>
                    <a:cubicBezTo>
                      <a:pt x="2" y="5"/>
                      <a:pt x="5" y="5"/>
                      <a:pt x="7" y="5"/>
                    </a:cubicBezTo>
                    <a:cubicBezTo>
                      <a:pt x="9" y="6"/>
                      <a:pt x="11" y="7"/>
                      <a:pt x="13" y="7"/>
                    </a:cubicBezTo>
                    <a:cubicBezTo>
                      <a:pt x="18" y="6"/>
                      <a:pt x="20" y="4"/>
                      <a:pt x="22" y="0"/>
                    </a:cubicBezTo>
                    <a:cubicBezTo>
                      <a:pt x="20" y="1"/>
                      <a:pt x="18" y="3"/>
                      <a:pt x="17" y="4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2" name="Freeform 653">
                <a:extLst>
                  <a:ext uri="{FF2B5EF4-FFF2-40B4-BE49-F238E27FC236}">
                    <a16:creationId xmlns:a16="http://schemas.microsoft.com/office/drawing/2014/main" id="{F004ED98-7754-43B6-BF9F-872EB2CE9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3836"/>
                <a:ext cx="57" cy="25"/>
              </a:xfrm>
              <a:custGeom>
                <a:avLst/>
                <a:gdLst>
                  <a:gd name="T0" fmla="*/ 320 w 23"/>
                  <a:gd name="T1" fmla="*/ 83 h 10"/>
                  <a:gd name="T2" fmla="*/ 216 w 23"/>
                  <a:gd name="T3" fmla="*/ 113 h 10"/>
                  <a:gd name="T4" fmla="*/ 166 w 23"/>
                  <a:gd name="T5" fmla="*/ 0 h 10"/>
                  <a:gd name="T6" fmla="*/ 124 w 23"/>
                  <a:gd name="T7" fmla="*/ 0 h 10"/>
                  <a:gd name="T8" fmla="*/ 136 w 23"/>
                  <a:gd name="T9" fmla="*/ 113 h 10"/>
                  <a:gd name="T10" fmla="*/ 0 w 23"/>
                  <a:gd name="T11" fmla="*/ 95 h 10"/>
                  <a:gd name="T12" fmla="*/ 183 w 23"/>
                  <a:gd name="T13" fmla="*/ 125 h 10"/>
                  <a:gd name="T14" fmla="*/ 307 w 23"/>
                  <a:gd name="T15" fmla="*/ 158 h 10"/>
                  <a:gd name="T16" fmla="*/ 349 w 23"/>
                  <a:gd name="T17" fmla="*/ 50 h 10"/>
                  <a:gd name="T18" fmla="*/ 320 w 23"/>
                  <a:gd name="T19" fmla="*/ 63 h 10"/>
                  <a:gd name="T20" fmla="*/ 287 w 23"/>
                  <a:gd name="T21" fmla="*/ 20 h 10"/>
                  <a:gd name="T22" fmla="*/ 320 w 23"/>
                  <a:gd name="T23" fmla="*/ 83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0">
                    <a:moveTo>
                      <a:pt x="21" y="5"/>
                    </a:moveTo>
                    <a:cubicBezTo>
                      <a:pt x="18" y="6"/>
                      <a:pt x="17" y="8"/>
                      <a:pt x="14" y="7"/>
                    </a:cubicBezTo>
                    <a:cubicBezTo>
                      <a:pt x="10" y="5"/>
                      <a:pt x="11" y="3"/>
                      <a:pt x="11" y="0"/>
                    </a:cubicBezTo>
                    <a:cubicBezTo>
                      <a:pt x="10" y="0"/>
                      <a:pt x="9" y="1"/>
                      <a:pt x="8" y="0"/>
                    </a:cubicBezTo>
                    <a:cubicBezTo>
                      <a:pt x="10" y="3"/>
                      <a:pt x="11" y="6"/>
                      <a:pt x="9" y="7"/>
                    </a:cubicBezTo>
                    <a:cubicBezTo>
                      <a:pt x="7" y="8"/>
                      <a:pt x="2" y="7"/>
                      <a:pt x="0" y="6"/>
                    </a:cubicBezTo>
                    <a:cubicBezTo>
                      <a:pt x="3" y="8"/>
                      <a:pt x="8" y="8"/>
                      <a:pt x="12" y="8"/>
                    </a:cubicBezTo>
                    <a:cubicBezTo>
                      <a:pt x="15" y="9"/>
                      <a:pt x="17" y="10"/>
                      <a:pt x="20" y="10"/>
                    </a:cubicBezTo>
                    <a:cubicBezTo>
                      <a:pt x="20" y="8"/>
                      <a:pt x="23" y="6"/>
                      <a:pt x="23" y="3"/>
                    </a:cubicBezTo>
                    <a:cubicBezTo>
                      <a:pt x="23" y="4"/>
                      <a:pt x="22" y="3"/>
                      <a:pt x="21" y="4"/>
                    </a:cubicBezTo>
                    <a:cubicBezTo>
                      <a:pt x="21" y="2"/>
                      <a:pt x="20" y="1"/>
                      <a:pt x="19" y="1"/>
                    </a:cubicBezTo>
                    <a:cubicBezTo>
                      <a:pt x="19" y="2"/>
                      <a:pt x="21" y="5"/>
                      <a:pt x="21" y="5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3" name="Freeform 654">
                <a:extLst>
                  <a:ext uri="{FF2B5EF4-FFF2-40B4-BE49-F238E27FC236}">
                    <a16:creationId xmlns:a16="http://schemas.microsoft.com/office/drawing/2014/main" id="{1103B1B7-A3A0-470E-A04D-96D5555AE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779"/>
                <a:ext cx="30" cy="42"/>
              </a:xfrm>
              <a:custGeom>
                <a:avLst/>
                <a:gdLst>
                  <a:gd name="T0" fmla="*/ 63 w 12"/>
                  <a:gd name="T1" fmla="*/ 104 h 17"/>
                  <a:gd name="T2" fmla="*/ 33 w 12"/>
                  <a:gd name="T3" fmla="*/ 195 h 17"/>
                  <a:gd name="T4" fmla="*/ 33 w 12"/>
                  <a:gd name="T5" fmla="*/ 245 h 17"/>
                  <a:gd name="T6" fmla="*/ 95 w 12"/>
                  <a:gd name="T7" fmla="*/ 245 h 17"/>
                  <a:gd name="T8" fmla="*/ 175 w 12"/>
                  <a:gd name="T9" fmla="*/ 257 h 17"/>
                  <a:gd name="T10" fmla="*/ 113 w 12"/>
                  <a:gd name="T11" fmla="*/ 225 h 17"/>
                  <a:gd name="T12" fmla="*/ 50 w 12"/>
                  <a:gd name="T13" fmla="*/ 225 h 17"/>
                  <a:gd name="T14" fmla="*/ 95 w 12"/>
                  <a:gd name="T15" fmla="*/ 62 h 17"/>
                  <a:gd name="T16" fmla="*/ 158 w 12"/>
                  <a:gd name="T17" fmla="*/ 104 h 17"/>
                  <a:gd name="T18" fmla="*/ 175 w 12"/>
                  <a:gd name="T19" fmla="*/ 121 h 17"/>
                  <a:gd name="T20" fmla="*/ 175 w 12"/>
                  <a:gd name="T21" fmla="*/ 91 h 17"/>
                  <a:gd name="T22" fmla="*/ 125 w 12"/>
                  <a:gd name="T23" fmla="*/ 62 h 17"/>
                  <a:gd name="T24" fmla="*/ 113 w 12"/>
                  <a:gd name="T25" fmla="*/ 0 h 17"/>
                  <a:gd name="T26" fmla="*/ 83 w 12"/>
                  <a:gd name="T27" fmla="*/ 74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17">
                    <a:moveTo>
                      <a:pt x="4" y="7"/>
                    </a:moveTo>
                    <a:cubicBezTo>
                      <a:pt x="3" y="9"/>
                      <a:pt x="3" y="11"/>
                      <a:pt x="2" y="13"/>
                    </a:cubicBezTo>
                    <a:cubicBezTo>
                      <a:pt x="2" y="15"/>
                      <a:pt x="0" y="16"/>
                      <a:pt x="2" y="16"/>
                    </a:cubicBezTo>
                    <a:cubicBezTo>
                      <a:pt x="3" y="17"/>
                      <a:pt x="5" y="16"/>
                      <a:pt x="6" y="16"/>
                    </a:cubicBezTo>
                    <a:cubicBezTo>
                      <a:pt x="8" y="17"/>
                      <a:pt x="10" y="16"/>
                      <a:pt x="11" y="17"/>
                    </a:cubicBezTo>
                    <a:cubicBezTo>
                      <a:pt x="9" y="17"/>
                      <a:pt x="9" y="15"/>
                      <a:pt x="7" y="15"/>
                    </a:cubicBezTo>
                    <a:cubicBezTo>
                      <a:pt x="6" y="14"/>
                      <a:pt x="5" y="15"/>
                      <a:pt x="3" y="15"/>
                    </a:cubicBezTo>
                    <a:cubicBezTo>
                      <a:pt x="3" y="12"/>
                      <a:pt x="4" y="6"/>
                      <a:pt x="6" y="4"/>
                    </a:cubicBezTo>
                    <a:cubicBezTo>
                      <a:pt x="7" y="5"/>
                      <a:pt x="9" y="6"/>
                      <a:pt x="10" y="7"/>
                    </a:cubicBezTo>
                    <a:cubicBezTo>
                      <a:pt x="10" y="7"/>
                      <a:pt x="10" y="9"/>
                      <a:pt x="11" y="8"/>
                    </a:cubicBezTo>
                    <a:cubicBezTo>
                      <a:pt x="12" y="8"/>
                      <a:pt x="12" y="7"/>
                      <a:pt x="11" y="6"/>
                    </a:cubicBezTo>
                    <a:cubicBezTo>
                      <a:pt x="11" y="5"/>
                      <a:pt x="9" y="5"/>
                      <a:pt x="8" y="4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5" y="0"/>
                      <a:pt x="6" y="3"/>
                      <a:pt x="5" y="5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4" name="Freeform 655">
                <a:extLst>
                  <a:ext uri="{FF2B5EF4-FFF2-40B4-BE49-F238E27FC236}">
                    <a16:creationId xmlns:a16="http://schemas.microsoft.com/office/drawing/2014/main" id="{C770875D-675B-40E8-BF0D-7E823584F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806"/>
                <a:ext cx="10" cy="13"/>
              </a:xfrm>
              <a:custGeom>
                <a:avLst/>
                <a:gdLst>
                  <a:gd name="T0" fmla="*/ 0 w 4"/>
                  <a:gd name="T1" fmla="*/ 21 h 5"/>
                  <a:gd name="T2" fmla="*/ 0 w 4"/>
                  <a:gd name="T3" fmla="*/ 88 h 5"/>
                  <a:gd name="T4" fmla="*/ 63 w 4"/>
                  <a:gd name="T5" fmla="*/ 21 h 5"/>
                  <a:gd name="T6" fmla="*/ 0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2"/>
                      <a:pt x="1" y="4"/>
                      <a:pt x="0" y="5"/>
                    </a:cubicBezTo>
                    <a:cubicBezTo>
                      <a:pt x="1" y="4"/>
                      <a:pt x="2" y="0"/>
                      <a:pt x="4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5" name="Freeform 656">
                <a:extLst>
                  <a:ext uri="{FF2B5EF4-FFF2-40B4-BE49-F238E27FC236}">
                    <a16:creationId xmlns:a16="http://schemas.microsoft.com/office/drawing/2014/main" id="{6C9B5759-E027-437E-87CD-2162FAD8C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3776"/>
                <a:ext cx="35" cy="20"/>
              </a:xfrm>
              <a:custGeom>
                <a:avLst/>
                <a:gdLst>
                  <a:gd name="T0" fmla="*/ 125 w 14"/>
                  <a:gd name="T1" fmla="*/ 0 h 8"/>
                  <a:gd name="T2" fmla="*/ 0 w 14"/>
                  <a:gd name="T3" fmla="*/ 63 h 8"/>
                  <a:gd name="T4" fmla="*/ 95 w 14"/>
                  <a:gd name="T5" fmla="*/ 83 h 8"/>
                  <a:gd name="T6" fmla="*/ 158 w 14"/>
                  <a:gd name="T7" fmla="*/ 113 h 8"/>
                  <a:gd name="T8" fmla="*/ 145 w 14"/>
                  <a:gd name="T9" fmla="*/ 125 h 8"/>
                  <a:gd name="T10" fmla="*/ 158 w 14"/>
                  <a:gd name="T11" fmla="*/ 63 h 8"/>
                  <a:gd name="T12" fmla="*/ 220 w 14"/>
                  <a:gd name="T13" fmla="*/ 113 h 8"/>
                  <a:gd name="T14" fmla="*/ 145 w 14"/>
                  <a:gd name="T15" fmla="*/ 33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8">
                    <a:moveTo>
                      <a:pt x="8" y="0"/>
                    </a:moveTo>
                    <a:cubicBezTo>
                      <a:pt x="7" y="4"/>
                      <a:pt x="4" y="4"/>
                      <a:pt x="0" y="4"/>
                    </a:cubicBezTo>
                    <a:cubicBezTo>
                      <a:pt x="2" y="4"/>
                      <a:pt x="4" y="5"/>
                      <a:pt x="6" y="5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10" y="7"/>
                      <a:pt x="9" y="8"/>
                      <a:pt x="9" y="8"/>
                    </a:cubicBezTo>
                    <a:cubicBezTo>
                      <a:pt x="10" y="7"/>
                      <a:pt x="10" y="5"/>
                      <a:pt x="10" y="4"/>
                    </a:cubicBezTo>
                    <a:cubicBezTo>
                      <a:pt x="12" y="3"/>
                      <a:pt x="12" y="6"/>
                      <a:pt x="14" y="7"/>
                    </a:cubicBezTo>
                    <a:cubicBezTo>
                      <a:pt x="13" y="5"/>
                      <a:pt x="8" y="4"/>
                      <a:pt x="9" y="2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6" name="Freeform 657">
                <a:extLst>
                  <a:ext uri="{FF2B5EF4-FFF2-40B4-BE49-F238E27FC236}">
                    <a16:creationId xmlns:a16="http://schemas.microsoft.com/office/drawing/2014/main" id="{3BB71604-CDD8-488A-92A1-D63FF48C2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3741"/>
                <a:ext cx="35" cy="50"/>
              </a:xfrm>
              <a:custGeom>
                <a:avLst/>
                <a:gdLst>
                  <a:gd name="T0" fmla="*/ 113 w 14"/>
                  <a:gd name="T1" fmla="*/ 95 h 20"/>
                  <a:gd name="T2" fmla="*/ 0 w 14"/>
                  <a:gd name="T3" fmla="*/ 158 h 20"/>
                  <a:gd name="T4" fmla="*/ 20 w 14"/>
                  <a:gd name="T5" fmla="*/ 313 h 20"/>
                  <a:gd name="T6" fmla="*/ 63 w 14"/>
                  <a:gd name="T7" fmla="*/ 158 h 20"/>
                  <a:gd name="T8" fmla="*/ 158 w 14"/>
                  <a:gd name="T9" fmla="*/ 270 h 20"/>
                  <a:gd name="T10" fmla="*/ 175 w 14"/>
                  <a:gd name="T11" fmla="*/ 188 h 20"/>
                  <a:gd name="T12" fmla="*/ 125 w 14"/>
                  <a:gd name="T13" fmla="*/ 113 h 20"/>
                  <a:gd name="T14" fmla="*/ 188 w 14"/>
                  <a:gd name="T15" fmla="*/ 50 h 20"/>
                  <a:gd name="T16" fmla="*/ 220 w 14"/>
                  <a:gd name="T17" fmla="*/ 83 h 20"/>
                  <a:gd name="T18" fmla="*/ 220 w 14"/>
                  <a:gd name="T19" fmla="*/ 0 h 20"/>
                  <a:gd name="T20" fmla="*/ 175 w 14"/>
                  <a:gd name="T21" fmla="*/ 50 h 20"/>
                  <a:gd name="T22" fmla="*/ 95 w 14"/>
                  <a:gd name="T23" fmla="*/ 83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" h="20">
                    <a:moveTo>
                      <a:pt x="7" y="6"/>
                    </a:moveTo>
                    <a:cubicBezTo>
                      <a:pt x="5" y="7"/>
                      <a:pt x="1" y="8"/>
                      <a:pt x="0" y="10"/>
                    </a:cubicBezTo>
                    <a:cubicBezTo>
                      <a:pt x="3" y="13"/>
                      <a:pt x="1" y="16"/>
                      <a:pt x="1" y="20"/>
                    </a:cubicBezTo>
                    <a:cubicBezTo>
                      <a:pt x="3" y="17"/>
                      <a:pt x="0" y="11"/>
                      <a:pt x="4" y="10"/>
                    </a:cubicBezTo>
                    <a:cubicBezTo>
                      <a:pt x="7" y="9"/>
                      <a:pt x="10" y="14"/>
                      <a:pt x="10" y="17"/>
                    </a:cubicBezTo>
                    <a:cubicBezTo>
                      <a:pt x="10" y="16"/>
                      <a:pt x="10" y="14"/>
                      <a:pt x="11" y="12"/>
                    </a:cubicBezTo>
                    <a:cubicBezTo>
                      <a:pt x="10" y="11"/>
                      <a:pt x="7" y="9"/>
                      <a:pt x="8" y="7"/>
                    </a:cubicBezTo>
                    <a:cubicBezTo>
                      <a:pt x="8" y="6"/>
                      <a:pt x="11" y="3"/>
                      <a:pt x="12" y="3"/>
                    </a:cubicBezTo>
                    <a:cubicBezTo>
                      <a:pt x="13" y="3"/>
                      <a:pt x="14" y="5"/>
                      <a:pt x="14" y="5"/>
                    </a:cubicBezTo>
                    <a:cubicBezTo>
                      <a:pt x="14" y="4"/>
                      <a:pt x="13" y="2"/>
                      <a:pt x="14" y="0"/>
                    </a:cubicBezTo>
                    <a:cubicBezTo>
                      <a:pt x="12" y="1"/>
                      <a:pt x="12" y="2"/>
                      <a:pt x="11" y="3"/>
                    </a:cubicBezTo>
                    <a:cubicBezTo>
                      <a:pt x="10" y="4"/>
                      <a:pt x="7" y="5"/>
                      <a:pt x="6" y="5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7" name="Freeform 658">
                <a:extLst>
                  <a:ext uri="{FF2B5EF4-FFF2-40B4-BE49-F238E27FC236}">
                    <a16:creationId xmlns:a16="http://schemas.microsoft.com/office/drawing/2014/main" id="{661AC024-F57D-412C-B65A-FFEAE22BD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3796"/>
                <a:ext cx="13" cy="18"/>
              </a:xfrm>
              <a:custGeom>
                <a:avLst/>
                <a:gdLst>
                  <a:gd name="T0" fmla="*/ 34 w 5"/>
                  <a:gd name="T1" fmla="*/ 0 h 7"/>
                  <a:gd name="T2" fmla="*/ 0 w 5"/>
                  <a:gd name="T3" fmla="*/ 21 h 7"/>
                  <a:gd name="T4" fmla="*/ 34 w 5"/>
                  <a:gd name="T5" fmla="*/ 118 h 7"/>
                  <a:gd name="T6" fmla="*/ 88 w 5"/>
                  <a:gd name="T7" fmla="*/ 21 h 7"/>
                  <a:gd name="T8" fmla="*/ 55 w 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3"/>
                      <a:pt x="2" y="5"/>
                      <a:pt x="2" y="7"/>
                    </a:cubicBezTo>
                    <a:cubicBezTo>
                      <a:pt x="2" y="4"/>
                      <a:pt x="2" y="3"/>
                      <a:pt x="5" y="1"/>
                    </a:cubicBezTo>
                    <a:cubicBezTo>
                      <a:pt x="4" y="1"/>
                      <a:pt x="3" y="1"/>
                      <a:pt x="3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8" name="Freeform 659">
                <a:extLst>
                  <a:ext uri="{FF2B5EF4-FFF2-40B4-BE49-F238E27FC236}">
                    <a16:creationId xmlns:a16="http://schemas.microsoft.com/office/drawing/2014/main" id="{78BF94BF-52E7-4651-88C6-0790CDC01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3804"/>
                <a:ext cx="15" cy="10"/>
              </a:xfrm>
              <a:custGeom>
                <a:avLst/>
                <a:gdLst>
                  <a:gd name="T0" fmla="*/ 0 w 6"/>
                  <a:gd name="T1" fmla="*/ 33 h 4"/>
                  <a:gd name="T2" fmla="*/ 95 w 6"/>
                  <a:gd name="T3" fmla="*/ 0 h 4"/>
                  <a:gd name="T4" fmla="*/ 63 w 6"/>
                  <a:gd name="T5" fmla="*/ 63 h 4"/>
                  <a:gd name="T6" fmla="*/ 33 w 6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2" y="1"/>
                      <a:pt x="4" y="1"/>
                      <a:pt x="6" y="0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4"/>
                      <a:pt x="2" y="3"/>
                      <a:pt x="2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9" name="Freeform 660">
                <a:extLst>
                  <a:ext uri="{FF2B5EF4-FFF2-40B4-BE49-F238E27FC236}">
                    <a16:creationId xmlns:a16="http://schemas.microsoft.com/office/drawing/2014/main" id="{B26BA11C-394D-442D-8323-1053927DB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3819"/>
                <a:ext cx="30" cy="25"/>
              </a:xfrm>
              <a:custGeom>
                <a:avLst/>
                <a:gdLst>
                  <a:gd name="T0" fmla="*/ 175 w 12"/>
                  <a:gd name="T1" fmla="*/ 0 h 10"/>
                  <a:gd name="T2" fmla="*/ 125 w 12"/>
                  <a:gd name="T3" fmla="*/ 125 h 10"/>
                  <a:gd name="T4" fmla="*/ 0 w 12"/>
                  <a:gd name="T5" fmla="*/ 83 h 10"/>
                  <a:gd name="T6" fmla="*/ 83 w 12"/>
                  <a:gd name="T7" fmla="*/ 113 h 10"/>
                  <a:gd name="T8" fmla="*/ 188 w 12"/>
                  <a:gd name="T9" fmla="*/ 145 h 10"/>
                  <a:gd name="T10" fmla="*/ 175 w 12"/>
                  <a:gd name="T11" fmla="*/ 33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1" y="0"/>
                    </a:moveTo>
                    <a:cubicBezTo>
                      <a:pt x="10" y="2"/>
                      <a:pt x="11" y="7"/>
                      <a:pt x="8" y="8"/>
                    </a:cubicBezTo>
                    <a:cubicBezTo>
                      <a:pt x="7" y="8"/>
                      <a:pt x="1" y="6"/>
                      <a:pt x="0" y="5"/>
                    </a:cubicBezTo>
                    <a:cubicBezTo>
                      <a:pt x="0" y="7"/>
                      <a:pt x="4" y="7"/>
                      <a:pt x="5" y="7"/>
                    </a:cubicBezTo>
                    <a:cubicBezTo>
                      <a:pt x="7" y="8"/>
                      <a:pt x="10" y="10"/>
                      <a:pt x="12" y="9"/>
                    </a:cubicBezTo>
                    <a:cubicBezTo>
                      <a:pt x="11" y="8"/>
                      <a:pt x="10" y="4"/>
                      <a:pt x="11" y="2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0" name="Freeform 661">
                <a:extLst>
                  <a:ext uri="{FF2B5EF4-FFF2-40B4-BE49-F238E27FC236}">
                    <a16:creationId xmlns:a16="http://schemas.microsoft.com/office/drawing/2014/main" id="{41E35BEB-3049-4B7F-AB20-BC94D28F1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3784"/>
                <a:ext cx="23" cy="22"/>
              </a:xfrm>
              <a:custGeom>
                <a:avLst/>
                <a:gdLst>
                  <a:gd name="T0" fmla="*/ 97 w 9"/>
                  <a:gd name="T1" fmla="*/ 12 h 9"/>
                  <a:gd name="T2" fmla="*/ 0 w 9"/>
                  <a:gd name="T3" fmla="*/ 0 h 9"/>
                  <a:gd name="T4" fmla="*/ 33 w 9"/>
                  <a:gd name="T5" fmla="*/ 132 h 9"/>
                  <a:gd name="T6" fmla="*/ 33 w 9"/>
                  <a:gd name="T7" fmla="*/ 42 h 9"/>
                  <a:gd name="T8" fmla="*/ 118 w 9"/>
                  <a:gd name="T9" fmla="*/ 90 h 9"/>
                  <a:gd name="T10" fmla="*/ 151 w 9"/>
                  <a:gd name="T11" fmla="*/ 12 h 9"/>
                  <a:gd name="T12" fmla="*/ 118 w 9"/>
                  <a:gd name="T13" fmla="*/ 12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6" y="1"/>
                    </a:moveTo>
                    <a:cubicBezTo>
                      <a:pt x="4" y="1"/>
                      <a:pt x="2" y="0"/>
                      <a:pt x="0" y="0"/>
                    </a:cubicBezTo>
                    <a:cubicBezTo>
                      <a:pt x="1" y="3"/>
                      <a:pt x="0" y="6"/>
                      <a:pt x="2" y="9"/>
                    </a:cubicBezTo>
                    <a:cubicBezTo>
                      <a:pt x="2" y="7"/>
                      <a:pt x="0" y="4"/>
                      <a:pt x="2" y="3"/>
                    </a:cubicBezTo>
                    <a:cubicBezTo>
                      <a:pt x="4" y="1"/>
                      <a:pt x="6" y="4"/>
                      <a:pt x="7" y="6"/>
                    </a:cubicBezTo>
                    <a:cubicBezTo>
                      <a:pt x="7" y="4"/>
                      <a:pt x="8" y="2"/>
                      <a:pt x="9" y="1"/>
                    </a:cubicBezTo>
                    <a:cubicBezTo>
                      <a:pt x="8" y="1"/>
                      <a:pt x="7" y="1"/>
                      <a:pt x="7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1" name="Freeform 662">
                <a:extLst>
                  <a:ext uri="{FF2B5EF4-FFF2-40B4-BE49-F238E27FC236}">
                    <a16:creationId xmlns:a16="http://schemas.microsoft.com/office/drawing/2014/main" id="{4D04E941-7ED7-40C7-A710-3E6611484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731"/>
                <a:ext cx="88" cy="33"/>
              </a:xfrm>
              <a:custGeom>
                <a:avLst/>
                <a:gdLst>
                  <a:gd name="T0" fmla="*/ 20 w 35"/>
                  <a:gd name="T1" fmla="*/ 33 h 13"/>
                  <a:gd name="T2" fmla="*/ 96 w 35"/>
                  <a:gd name="T3" fmla="*/ 96 h 13"/>
                  <a:gd name="T4" fmla="*/ 304 w 35"/>
                  <a:gd name="T5" fmla="*/ 160 h 13"/>
                  <a:gd name="T6" fmla="*/ 380 w 35"/>
                  <a:gd name="T7" fmla="*/ 193 h 13"/>
                  <a:gd name="T8" fmla="*/ 347 w 35"/>
                  <a:gd name="T9" fmla="*/ 117 h 13"/>
                  <a:gd name="T10" fmla="*/ 493 w 35"/>
                  <a:gd name="T11" fmla="*/ 213 h 13"/>
                  <a:gd name="T12" fmla="*/ 556 w 35"/>
                  <a:gd name="T13" fmla="*/ 193 h 13"/>
                  <a:gd name="T14" fmla="*/ 538 w 35"/>
                  <a:gd name="T15" fmla="*/ 129 h 13"/>
                  <a:gd name="T16" fmla="*/ 475 w 35"/>
                  <a:gd name="T17" fmla="*/ 96 h 13"/>
                  <a:gd name="T18" fmla="*/ 317 w 35"/>
                  <a:gd name="T19" fmla="*/ 84 h 13"/>
                  <a:gd name="T20" fmla="*/ 176 w 35"/>
                  <a:gd name="T21" fmla="*/ 51 h 13"/>
                  <a:gd name="T22" fmla="*/ 0 w 35"/>
                  <a:gd name="T23" fmla="*/ 20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13">
                    <a:moveTo>
                      <a:pt x="1" y="2"/>
                    </a:moveTo>
                    <a:cubicBezTo>
                      <a:pt x="3" y="3"/>
                      <a:pt x="4" y="5"/>
                      <a:pt x="6" y="6"/>
                    </a:cubicBezTo>
                    <a:cubicBezTo>
                      <a:pt x="7" y="0"/>
                      <a:pt x="23" y="6"/>
                      <a:pt x="19" y="10"/>
                    </a:cubicBezTo>
                    <a:cubicBezTo>
                      <a:pt x="21" y="11"/>
                      <a:pt x="22" y="11"/>
                      <a:pt x="24" y="12"/>
                    </a:cubicBezTo>
                    <a:cubicBezTo>
                      <a:pt x="22" y="10"/>
                      <a:pt x="21" y="9"/>
                      <a:pt x="22" y="7"/>
                    </a:cubicBezTo>
                    <a:cubicBezTo>
                      <a:pt x="25" y="7"/>
                      <a:pt x="35" y="6"/>
                      <a:pt x="31" y="13"/>
                    </a:cubicBezTo>
                    <a:cubicBezTo>
                      <a:pt x="32" y="13"/>
                      <a:pt x="34" y="11"/>
                      <a:pt x="35" y="12"/>
                    </a:cubicBezTo>
                    <a:cubicBezTo>
                      <a:pt x="35" y="11"/>
                      <a:pt x="35" y="9"/>
                      <a:pt x="34" y="8"/>
                    </a:cubicBezTo>
                    <a:cubicBezTo>
                      <a:pt x="34" y="7"/>
                      <a:pt x="31" y="6"/>
                      <a:pt x="30" y="6"/>
                    </a:cubicBezTo>
                    <a:cubicBezTo>
                      <a:pt x="27" y="5"/>
                      <a:pt x="23" y="6"/>
                      <a:pt x="20" y="5"/>
                    </a:cubicBezTo>
                    <a:cubicBezTo>
                      <a:pt x="17" y="4"/>
                      <a:pt x="14" y="4"/>
                      <a:pt x="11" y="3"/>
                    </a:cubicBezTo>
                    <a:cubicBezTo>
                      <a:pt x="7" y="2"/>
                      <a:pt x="3" y="3"/>
                      <a:pt x="0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2" name="Freeform 663">
                <a:extLst>
                  <a:ext uri="{FF2B5EF4-FFF2-40B4-BE49-F238E27FC236}">
                    <a16:creationId xmlns:a16="http://schemas.microsoft.com/office/drawing/2014/main" id="{18F64DFC-697D-4460-BFAB-170236734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3714"/>
                <a:ext cx="12" cy="10"/>
              </a:xfrm>
              <a:custGeom>
                <a:avLst/>
                <a:gdLst>
                  <a:gd name="T0" fmla="*/ 29 w 5"/>
                  <a:gd name="T1" fmla="*/ 0 h 4"/>
                  <a:gd name="T2" fmla="*/ 0 w 5"/>
                  <a:gd name="T3" fmla="*/ 63 h 4"/>
                  <a:gd name="T4" fmla="*/ 70 w 5"/>
                  <a:gd name="T5" fmla="*/ 50 h 4"/>
                  <a:gd name="T6" fmla="*/ 70 w 5"/>
                  <a:gd name="T7" fmla="*/ 50 h 4"/>
                  <a:gd name="T8" fmla="*/ 4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1"/>
                      <a:pt x="2" y="3"/>
                      <a:pt x="0" y="4"/>
                    </a:cubicBezTo>
                    <a:cubicBezTo>
                      <a:pt x="2" y="4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2"/>
                      <a:pt x="3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3" name="Freeform 664">
                <a:extLst>
                  <a:ext uri="{FF2B5EF4-FFF2-40B4-BE49-F238E27FC236}">
                    <a16:creationId xmlns:a16="http://schemas.microsoft.com/office/drawing/2014/main" id="{61E0B949-C49D-4666-B4A9-3666433E9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3724"/>
                <a:ext cx="20" cy="15"/>
              </a:xfrm>
              <a:custGeom>
                <a:avLst/>
                <a:gdLst>
                  <a:gd name="T0" fmla="*/ 83 w 8"/>
                  <a:gd name="T1" fmla="*/ 0 h 6"/>
                  <a:gd name="T2" fmla="*/ 83 w 8"/>
                  <a:gd name="T3" fmla="*/ 83 h 6"/>
                  <a:gd name="T4" fmla="*/ 0 w 8"/>
                  <a:gd name="T5" fmla="*/ 50 h 6"/>
                  <a:gd name="T6" fmla="*/ 125 w 8"/>
                  <a:gd name="T7" fmla="*/ 83 h 6"/>
                  <a:gd name="T8" fmla="*/ 95 w 8"/>
                  <a:gd name="T9" fmla="*/ 5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cubicBezTo>
                      <a:pt x="6" y="2"/>
                      <a:pt x="7" y="4"/>
                      <a:pt x="5" y="5"/>
                    </a:cubicBezTo>
                    <a:cubicBezTo>
                      <a:pt x="4" y="5"/>
                      <a:pt x="2" y="3"/>
                      <a:pt x="0" y="3"/>
                    </a:cubicBezTo>
                    <a:cubicBezTo>
                      <a:pt x="3" y="4"/>
                      <a:pt x="5" y="6"/>
                      <a:pt x="8" y="5"/>
                    </a:cubicBezTo>
                    <a:cubicBezTo>
                      <a:pt x="7" y="5"/>
                      <a:pt x="7" y="4"/>
                      <a:pt x="6" y="3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4" name="Freeform 665">
                <a:extLst>
                  <a:ext uri="{FF2B5EF4-FFF2-40B4-BE49-F238E27FC236}">
                    <a16:creationId xmlns:a16="http://schemas.microsoft.com/office/drawing/2014/main" id="{E7901EB2-FE58-44A3-8067-8BB8BEB78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3751"/>
                <a:ext cx="37" cy="38"/>
              </a:xfrm>
              <a:custGeom>
                <a:avLst/>
                <a:gdLst>
                  <a:gd name="T0" fmla="*/ 104 w 15"/>
                  <a:gd name="T1" fmla="*/ 20 h 15"/>
                  <a:gd name="T2" fmla="*/ 104 w 15"/>
                  <a:gd name="T3" fmla="*/ 129 h 15"/>
                  <a:gd name="T4" fmla="*/ 0 w 15"/>
                  <a:gd name="T5" fmla="*/ 160 h 15"/>
                  <a:gd name="T6" fmla="*/ 104 w 15"/>
                  <a:gd name="T7" fmla="*/ 243 h 15"/>
                  <a:gd name="T8" fmla="*/ 153 w 15"/>
                  <a:gd name="T9" fmla="*/ 193 h 15"/>
                  <a:gd name="T10" fmla="*/ 153 w 15"/>
                  <a:gd name="T11" fmla="*/ 129 h 15"/>
                  <a:gd name="T12" fmla="*/ 224 w 15"/>
                  <a:gd name="T13" fmla="*/ 51 h 15"/>
                  <a:gd name="T14" fmla="*/ 153 w 15"/>
                  <a:gd name="T15" fmla="*/ 84 h 15"/>
                  <a:gd name="T16" fmla="*/ 121 w 15"/>
                  <a:gd name="T17" fmla="*/ 51 h 15"/>
                  <a:gd name="T18" fmla="*/ 104 w 15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15">
                    <a:moveTo>
                      <a:pt x="7" y="1"/>
                    </a:moveTo>
                    <a:cubicBezTo>
                      <a:pt x="7" y="4"/>
                      <a:pt x="8" y="5"/>
                      <a:pt x="7" y="8"/>
                    </a:cubicBezTo>
                    <a:cubicBezTo>
                      <a:pt x="5" y="11"/>
                      <a:pt x="3" y="10"/>
                      <a:pt x="0" y="10"/>
                    </a:cubicBezTo>
                    <a:cubicBezTo>
                      <a:pt x="0" y="13"/>
                      <a:pt x="9" y="9"/>
                      <a:pt x="7" y="15"/>
                    </a:cubicBezTo>
                    <a:cubicBezTo>
                      <a:pt x="8" y="14"/>
                      <a:pt x="9" y="13"/>
                      <a:pt x="10" y="12"/>
                    </a:cubicBezTo>
                    <a:cubicBezTo>
                      <a:pt x="6" y="11"/>
                      <a:pt x="7" y="10"/>
                      <a:pt x="10" y="8"/>
                    </a:cubicBezTo>
                    <a:cubicBezTo>
                      <a:pt x="12" y="6"/>
                      <a:pt x="15" y="6"/>
                      <a:pt x="15" y="3"/>
                    </a:cubicBezTo>
                    <a:cubicBezTo>
                      <a:pt x="14" y="4"/>
                      <a:pt x="12" y="6"/>
                      <a:pt x="10" y="5"/>
                    </a:cubicBezTo>
                    <a:cubicBezTo>
                      <a:pt x="10" y="5"/>
                      <a:pt x="8" y="3"/>
                      <a:pt x="8" y="3"/>
                    </a:cubicBezTo>
                    <a:cubicBezTo>
                      <a:pt x="8" y="2"/>
                      <a:pt x="7" y="1"/>
                      <a:pt x="7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5" name="Freeform 666">
                <a:extLst>
                  <a:ext uri="{FF2B5EF4-FFF2-40B4-BE49-F238E27FC236}">
                    <a16:creationId xmlns:a16="http://schemas.microsoft.com/office/drawing/2014/main" id="{798FA7EB-BFC6-4834-A23A-2509BD32F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454"/>
                <a:ext cx="28" cy="32"/>
              </a:xfrm>
              <a:custGeom>
                <a:avLst/>
                <a:gdLst>
                  <a:gd name="T0" fmla="*/ 84 w 11"/>
                  <a:gd name="T1" fmla="*/ 30 h 13"/>
                  <a:gd name="T2" fmla="*/ 0 w 11"/>
                  <a:gd name="T3" fmla="*/ 62 h 13"/>
                  <a:gd name="T4" fmla="*/ 33 w 11"/>
                  <a:gd name="T5" fmla="*/ 74 h 13"/>
                  <a:gd name="T6" fmla="*/ 84 w 11"/>
                  <a:gd name="T7" fmla="*/ 133 h 13"/>
                  <a:gd name="T8" fmla="*/ 181 w 11"/>
                  <a:gd name="T9" fmla="*/ 182 h 13"/>
                  <a:gd name="T10" fmla="*/ 64 w 11"/>
                  <a:gd name="T11" fmla="*/ 103 h 13"/>
                  <a:gd name="T12" fmla="*/ 181 w 11"/>
                  <a:gd name="T13" fmla="*/ 0 h 13"/>
                  <a:gd name="T14" fmla="*/ 150 w 11"/>
                  <a:gd name="T15" fmla="*/ 0 h 13"/>
                  <a:gd name="T16" fmla="*/ 163 w 11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5" y="2"/>
                    </a:moveTo>
                    <a:cubicBezTo>
                      <a:pt x="3" y="3"/>
                      <a:pt x="1" y="3"/>
                      <a:pt x="0" y="4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3" y="6"/>
                      <a:pt x="4" y="8"/>
                      <a:pt x="5" y="9"/>
                    </a:cubicBezTo>
                    <a:cubicBezTo>
                      <a:pt x="6" y="11"/>
                      <a:pt x="9" y="13"/>
                      <a:pt x="11" y="12"/>
                    </a:cubicBezTo>
                    <a:cubicBezTo>
                      <a:pt x="10" y="9"/>
                      <a:pt x="5" y="11"/>
                      <a:pt x="4" y="7"/>
                    </a:cubicBezTo>
                    <a:cubicBezTo>
                      <a:pt x="4" y="2"/>
                      <a:pt x="9" y="4"/>
                      <a:pt x="11" y="0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9" y="0"/>
                      <a:pt x="10" y="0"/>
                      <a:pt x="10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6" name="Freeform 667">
                <a:extLst>
                  <a:ext uri="{FF2B5EF4-FFF2-40B4-BE49-F238E27FC236}">
                    <a16:creationId xmlns:a16="http://schemas.microsoft.com/office/drawing/2014/main" id="{7E4B384E-C412-4517-8088-5EABFA78E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3461"/>
                <a:ext cx="43" cy="50"/>
              </a:xfrm>
              <a:custGeom>
                <a:avLst/>
                <a:gdLst>
                  <a:gd name="T0" fmla="*/ 51 w 17"/>
                  <a:gd name="T1" fmla="*/ 33 h 20"/>
                  <a:gd name="T2" fmla="*/ 0 w 17"/>
                  <a:gd name="T3" fmla="*/ 125 h 20"/>
                  <a:gd name="T4" fmla="*/ 129 w 17"/>
                  <a:gd name="T5" fmla="*/ 188 h 20"/>
                  <a:gd name="T6" fmla="*/ 20 w 17"/>
                  <a:gd name="T7" fmla="*/ 300 h 20"/>
                  <a:gd name="T8" fmla="*/ 129 w 17"/>
                  <a:gd name="T9" fmla="*/ 313 h 20"/>
                  <a:gd name="T10" fmla="*/ 147 w 17"/>
                  <a:gd name="T11" fmla="*/ 220 h 20"/>
                  <a:gd name="T12" fmla="*/ 210 w 17"/>
                  <a:gd name="T13" fmla="*/ 145 h 20"/>
                  <a:gd name="T14" fmla="*/ 276 w 17"/>
                  <a:gd name="T15" fmla="*/ 0 h 20"/>
                  <a:gd name="T16" fmla="*/ 180 w 17"/>
                  <a:gd name="T17" fmla="*/ 125 h 20"/>
                  <a:gd name="T18" fmla="*/ 51 w 17"/>
                  <a:gd name="T19" fmla="*/ 63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2"/>
                    </a:moveTo>
                    <a:cubicBezTo>
                      <a:pt x="2" y="4"/>
                      <a:pt x="5" y="8"/>
                      <a:pt x="0" y="8"/>
                    </a:cubicBezTo>
                    <a:cubicBezTo>
                      <a:pt x="3" y="10"/>
                      <a:pt x="8" y="7"/>
                      <a:pt x="8" y="12"/>
                    </a:cubicBezTo>
                    <a:cubicBezTo>
                      <a:pt x="8" y="18"/>
                      <a:pt x="5" y="16"/>
                      <a:pt x="1" y="19"/>
                    </a:cubicBezTo>
                    <a:cubicBezTo>
                      <a:pt x="2" y="20"/>
                      <a:pt x="6" y="19"/>
                      <a:pt x="8" y="20"/>
                    </a:cubicBezTo>
                    <a:cubicBezTo>
                      <a:pt x="9" y="18"/>
                      <a:pt x="9" y="16"/>
                      <a:pt x="9" y="14"/>
                    </a:cubicBezTo>
                    <a:cubicBezTo>
                      <a:pt x="10" y="12"/>
                      <a:pt x="12" y="10"/>
                      <a:pt x="13" y="9"/>
                    </a:cubicBezTo>
                    <a:cubicBezTo>
                      <a:pt x="10" y="6"/>
                      <a:pt x="16" y="3"/>
                      <a:pt x="17" y="0"/>
                    </a:cubicBezTo>
                    <a:cubicBezTo>
                      <a:pt x="12" y="2"/>
                      <a:pt x="14" y="6"/>
                      <a:pt x="11" y="8"/>
                    </a:cubicBezTo>
                    <a:cubicBezTo>
                      <a:pt x="7" y="11"/>
                      <a:pt x="5" y="6"/>
                      <a:pt x="3" y="4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7" name="Freeform 668">
                <a:extLst>
                  <a:ext uri="{FF2B5EF4-FFF2-40B4-BE49-F238E27FC236}">
                    <a16:creationId xmlns:a16="http://schemas.microsoft.com/office/drawing/2014/main" id="{A9D6D1AC-F59F-40C6-91AA-E0696FE4A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519"/>
                <a:ext cx="25" cy="57"/>
              </a:xfrm>
              <a:custGeom>
                <a:avLst/>
                <a:gdLst>
                  <a:gd name="T0" fmla="*/ 113 w 10"/>
                  <a:gd name="T1" fmla="*/ 0 h 23"/>
                  <a:gd name="T2" fmla="*/ 0 w 10"/>
                  <a:gd name="T3" fmla="*/ 104 h 23"/>
                  <a:gd name="T4" fmla="*/ 20 w 10"/>
                  <a:gd name="T5" fmla="*/ 166 h 23"/>
                  <a:gd name="T6" fmla="*/ 0 w 10"/>
                  <a:gd name="T7" fmla="*/ 228 h 23"/>
                  <a:gd name="T8" fmla="*/ 95 w 10"/>
                  <a:gd name="T9" fmla="*/ 228 h 23"/>
                  <a:gd name="T10" fmla="*/ 125 w 10"/>
                  <a:gd name="T11" fmla="*/ 349 h 23"/>
                  <a:gd name="T12" fmla="*/ 113 w 10"/>
                  <a:gd name="T13" fmla="*/ 196 h 23"/>
                  <a:gd name="T14" fmla="*/ 63 w 10"/>
                  <a:gd name="T15" fmla="*/ 154 h 23"/>
                  <a:gd name="T16" fmla="*/ 145 w 10"/>
                  <a:gd name="T17" fmla="*/ 104 h 23"/>
                  <a:gd name="T18" fmla="*/ 145 w 10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23">
                    <a:moveTo>
                      <a:pt x="7" y="0"/>
                    </a:moveTo>
                    <a:cubicBezTo>
                      <a:pt x="5" y="4"/>
                      <a:pt x="6" y="9"/>
                      <a:pt x="0" y="7"/>
                    </a:cubicBezTo>
                    <a:cubicBezTo>
                      <a:pt x="0" y="8"/>
                      <a:pt x="2" y="9"/>
                      <a:pt x="1" y="11"/>
                    </a:cubicBezTo>
                    <a:cubicBezTo>
                      <a:pt x="1" y="13"/>
                      <a:pt x="0" y="13"/>
                      <a:pt x="0" y="15"/>
                    </a:cubicBezTo>
                    <a:cubicBezTo>
                      <a:pt x="3" y="15"/>
                      <a:pt x="3" y="11"/>
                      <a:pt x="6" y="15"/>
                    </a:cubicBezTo>
                    <a:cubicBezTo>
                      <a:pt x="7" y="17"/>
                      <a:pt x="8" y="20"/>
                      <a:pt x="8" y="23"/>
                    </a:cubicBezTo>
                    <a:cubicBezTo>
                      <a:pt x="7" y="20"/>
                      <a:pt x="8" y="15"/>
                      <a:pt x="7" y="13"/>
                    </a:cubicBezTo>
                    <a:cubicBezTo>
                      <a:pt x="5" y="11"/>
                      <a:pt x="2" y="12"/>
                      <a:pt x="4" y="10"/>
                    </a:cubicBezTo>
                    <a:cubicBezTo>
                      <a:pt x="5" y="8"/>
                      <a:pt x="8" y="8"/>
                      <a:pt x="9" y="7"/>
                    </a:cubicBezTo>
                    <a:cubicBezTo>
                      <a:pt x="10" y="5"/>
                      <a:pt x="7" y="3"/>
                      <a:pt x="9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8" name="Freeform 669">
                <a:extLst>
                  <a:ext uri="{FF2B5EF4-FFF2-40B4-BE49-F238E27FC236}">
                    <a16:creationId xmlns:a16="http://schemas.microsoft.com/office/drawing/2014/main" id="{61D54B0C-E673-47CB-8DB4-528BFA251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489"/>
                <a:ext cx="20" cy="57"/>
              </a:xfrm>
              <a:custGeom>
                <a:avLst/>
                <a:gdLst>
                  <a:gd name="T0" fmla="*/ 20 w 8"/>
                  <a:gd name="T1" fmla="*/ 183 h 23"/>
                  <a:gd name="T2" fmla="*/ 63 w 8"/>
                  <a:gd name="T3" fmla="*/ 278 h 23"/>
                  <a:gd name="T4" fmla="*/ 20 w 8"/>
                  <a:gd name="T5" fmla="*/ 349 h 23"/>
                  <a:gd name="T6" fmla="*/ 63 w 8"/>
                  <a:gd name="T7" fmla="*/ 287 h 23"/>
                  <a:gd name="T8" fmla="*/ 125 w 8"/>
                  <a:gd name="T9" fmla="*/ 278 h 23"/>
                  <a:gd name="T10" fmla="*/ 33 w 8"/>
                  <a:gd name="T11" fmla="*/ 154 h 23"/>
                  <a:gd name="T12" fmla="*/ 33 w 8"/>
                  <a:gd name="T13" fmla="*/ 0 h 23"/>
                  <a:gd name="T14" fmla="*/ 0 w 8"/>
                  <a:gd name="T15" fmla="*/ 154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23">
                    <a:moveTo>
                      <a:pt x="1" y="12"/>
                    </a:moveTo>
                    <a:cubicBezTo>
                      <a:pt x="3" y="14"/>
                      <a:pt x="6" y="15"/>
                      <a:pt x="4" y="18"/>
                    </a:cubicBezTo>
                    <a:cubicBezTo>
                      <a:pt x="3" y="20"/>
                      <a:pt x="1" y="21"/>
                      <a:pt x="1" y="23"/>
                    </a:cubicBezTo>
                    <a:cubicBezTo>
                      <a:pt x="2" y="22"/>
                      <a:pt x="2" y="20"/>
                      <a:pt x="4" y="19"/>
                    </a:cubicBezTo>
                    <a:cubicBezTo>
                      <a:pt x="5" y="18"/>
                      <a:pt x="6" y="18"/>
                      <a:pt x="8" y="18"/>
                    </a:cubicBezTo>
                    <a:cubicBezTo>
                      <a:pt x="7" y="14"/>
                      <a:pt x="3" y="14"/>
                      <a:pt x="2" y="10"/>
                    </a:cubicBezTo>
                    <a:cubicBezTo>
                      <a:pt x="2" y="7"/>
                      <a:pt x="3" y="3"/>
                      <a:pt x="2" y="0"/>
                    </a:cubicBezTo>
                    <a:cubicBezTo>
                      <a:pt x="0" y="3"/>
                      <a:pt x="2" y="7"/>
                      <a:pt x="0" y="1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9" name="Freeform 670">
                <a:extLst>
                  <a:ext uri="{FF2B5EF4-FFF2-40B4-BE49-F238E27FC236}">
                    <a16:creationId xmlns:a16="http://schemas.microsoft.com/office/drawing/2014/main" id="{2C25914B-F62A-49CC-BDBF-17AB15CE5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561"/>
                <a:ext cx="15" cy="33"/>
              </a:xfrm>
              <a:custGeom>
                <a:avLst/>
                <a:gdLst>
                  <a:gd name="T0" fmla="*/ 63 w 6"/>
                  <a:gd name="T1" fmla="*/ 20 h 13"/>
                  <a:gd name="T2" fmla="*/ 0 w 6"/>
                  <a:gd name="T3" fmla="*/ 51 h 13"/>
                  <a:gd name="T4" fmla="*/ 33 w 6"/>
                  <a:gd name="T5" fmla="*/ 117 h 13"/>
                  <a:gd name="T6" fmla="*/ 20 w 6"/>
                  <a:gd name="T7" fmla="*/ 213 h 13"/>
                  <a:gd name="T8" fmla="*/ 95 w 6"/>
                  <a:gd name="T9" fmla="*/ 63 h 13"/>
                  <a:gd name="T10" fmla="*/ 83 w 6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3">
                    <a:moveTo>
                      <a:pt x="4" y="1"/>
                    </a:moveTo>
                    <a:cubicBezTo>
                      <a:pt x="3" y="2"/>
                      <a:pt x="2" y="2"/>
                      <a:pt x="0" y="3"/>
                    </a:cubicBezTo>
                    <a:cubicBezTo>
                      <a:pt x="1" y="4"/>
                      <a:pt x="2" y="5"/>
                      <a:pt x="2" y="7"/>
                    </a:cubicBezTo>
                    <a:cubicBezTo>
                      <a:pt x="2" y="9"/>
                      <a:pt x="1" y="11"/>
                      <a:pt x="1" y="13"/>
                    </a:cubicBezTo>
                    <a:cubicBezTo>
                      <a:pt x="3" y="9"/>
                      <a:pt x="0" y="3"/>
                      <a:pt x="6" y="4"/>
                    </a:cubicBezTo>
                    <a:cubicBezTo>
                      <a:pt x="6" y="3"/>
                      <a:pt x="4" y="2"/>
                      <a:pt x="5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0" name="Freeform 671">
                <a:extLst>
                  <a:ext uri="{FF2B5EF4-FFF2-40B4-BE49-F238E27FC236}">
                    <a16:creationId xmlns:a16="http://schemas.microsoft.com/office/drawing/2014/main" id="{9C545F2F-3025-473E-93BE-F7DF5F157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591"/>
                <a:ext cx="17" cy="25"/>
              </a:xfrm>
              <a:custGeom>
                <a:avLst/>
                <a:gdLst>
                  <a:gd name="T0" fmla="*/ 58 w 7"/>
                  <a:gd name="T1" fmla="*/ 0 h 10"/>
                  <a:gd name="T2" fmla="*/ 0 w 7"/>
                  <a:gd name="T3" fmla="*/ 50 h 10"/>
                  <a:gd name="T4" fmla="*/ 58 w 7"/>
                  <a:gd name="T5" fmla="*/ 83 h 10"/>
                  <a:gd name="T6" fmla="*/ 87 w 7"/>
                  <a:gd name="T7" fmla="*/ 158 h 10"/>
                  <a:gd name="T8" fmla="*/ 70 w 7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cubicBezTo>
                      <a:pt x="3" y="1"/>
                      <a:pt x="1" y="2"/>
                      <a:pt x="0" y="3"/>
                    </a:cubicBezTo>
                    <a:cubicBezTo>
                      <a:pt x="1" y="4"/>
                      <a:pt x="3" y="4"/>
                      <a:pt x="4" y="5"/>
                    </a:cubicBezTo>
                    <a:cubicBezTo>
                      <a:pt x="6" y="7"/>
                      <a:pt x="5" y="9"/>
                      <a:pt x="6" y="10"/>
                    </a:cubicBezTo>
                    <a:cubicBezTo>
                      <a:pt x="7" y="7"/>
                      <a:pt x="0" y="4"/>
                      <a:pt x="5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1" name="Freeform 672">
                <a:extLst>
                  <a:ext uri="{FF2B5EF4-FFF2-40B4-BE49-F238E27FC236}">
                    <a16:creationId xmlns:a16="http://schemas.microsoft.com/office/drawing/2014/main" id="{41015299-3495-4C12-8C62-D82603418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3619"/>
                <a:ext cx="25" cy="35"/>
              </a:xfrm>
              <a:custGeom>
                <a:avLst/>
                <a:gdLst>
                  <a:gd name="T0" fmla="*/ 95 w 10"/>
                  <a:gd name="T1" fmla="*/ 0 h 14"/>
                  <a:gd name="T2" fmla="*/ 95 w 10"/>
                  <a:gd name="T3" fmla="*/ 95 h 14"/>
                  <a:gd name="T4" fmla="*/ 0 w 10"/>
                  <a:gd name="T5" fmla="*/ 95 h 14"/>
                  <a:gd name="T6" fmla="*/ 95 w 10"/>
                  <a:gd name="T7" fmla="*/ 145 h 14"/>
                  <a:gd name="T8" fmla="*/ 158 w 10"/>
                  <a:gd name="T9" fmla="*/ 220 h 14"/>
                  <a:gd name="T10" fmla="*/ 113 w 10"/>
                  <a:gd name="T11" fmla="*/ 145 h 14"/>
                  <a:gd name="T12" fmla="*/ 125 w 10"/>
                  <a:gd name="T13" fmla="*/ 113 h 14"/>
                  <a:gd name="T14" fmla="*/ 113 w 10"/>
                  <a:gd name="T15" fmla="*/ 83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cubicBezTo>
                      <a:pt x="6" y="2"/>
                      <a:pt x="6" y="4"/>
                      <a:pt x="6" y="6"/>
                    </a:cubicBezTo>
                    <a:cubicBezTo>
                      <a:pt x="4" y="6"/>
                      <a:pt x="2" y="5"/>
                      <a:pt x="0" y="6"/>
                    </a:cubicBezTo>
                    <a:cubicBezTo>
                      <a:pt x="3" y="7"/>
                      <a:pt x="5" y="6"/>
                      <a:pt x="6" y="9"/>
                    </a:cubicBezTo>
                    <a:cubicBezTo>
                      <a:pt x="7" y="11"/>
                      <a:pt x="7" y="14"/>
                      <a:pt x="10" y="14"/>
                    </a:cubicBezTo>
                    <a:cubicBezTo>
                      <a:pt x="9" y="12"/>
                      <a:pt x="8" y="11"/>
                      <a:pt x="7" y="9"/>
                    </a:cubicBezTo>
                    <a:cubicBezTo>
                      <a:pt x="7" y="9"/>
                      <a:pt x="8" y="8"/>
                      <a:pt x="8" y="7"/>
                    </a:cubicBezTo>
                    <a:cubicBezTo>
                      <a:pt x="8" y="6"/>
                      <a:pt x="7" y="6"/>
                      <a:pt x="7" y="5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2" name="Freeform 673">
                <a:extLst>
                  <a:ext uri="{FF2B5EF4-FFF2-40B4-BE49-F238E27FC236}">
                    <a16:creationId xmlns:a16="http://schemas.microsoft.com/office/drawing/2014/main" id="{F36B10C1-6B70-4770-9A7E-6A7D74451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3644"/>
                <a:ext cx="40" cy="37"/>
              </a:xfrm>
              <a:custGeom>
                <a:avLst/>
                <a:gdLst>
                  <a:gd name="T0" fmla="*/ 113 w 16"/>
                  <a:gd name="T1" fmla="*/ 0 h 15"/>
                  <a:gd name="T2" fmla="*/ 95 w 16"/>
                  <a:gd name="T3" fmla="*/ 104 h 15"/>
                  <a:gd name="T4" fmla="*/ 0 w 16"/>
                  <a:gd name="T5" fmla="*/ 133 h 15"/>
                  <a:gd name="T6" fmla="*/ 145 w 16"/>
                  <a:gd name="T7" fmla="*/ 224 h 15"/>
                  <a:gd name="T8" fmla="*/ 145 w 16"/>
                  <a:gd name="T9" fmla="*/ 62 h 15"/>
                  <a:gd name="T10" fmla="*/ 250 w 16"/>
                  <a:gd name="T11" fmla="*/ 153 h 15"/>
                  <a:gd name="T12" fmla="*/ 208 w 16"/>
                  <a:gd name="T13" fmla="*/ 74 h 15"/>
                  <a:gd name="T14" fmla="*/ 175 w 16"/>
                  <a:gd name="T15" fmla="*/ 30 h 15"/>
                  <a:gd name="T16" fmla="*/ 125 w 16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5">
                    <a:moveTo>
                      <a:pt x="7" y="0"/>
                    </a:moveTo>
                    <a:cubicBezTo>
                      <a:pt x="7" y="2"/>
                      <a:pt x="8" y="5"/>
                      <a:pt x="6" y="7"/>
                    </a:cubicBezTo>
                    <a:cubicBezTo>
                      <a:pt x="5" y="9"/>
                      <a:pt x="2" y="9"/>
                      <a:pt x="0" y="9"/>
                    </a:cubicBezTo>
                    <a:cubicBezTo>
                      <a:pt x="3" y="11"/>
                      <a:pt x="6" y="12"/>
                      <a:pt x="9" y="15"/>
                    </a:cubicBezTo>
                    <a:cubicBezTo>
                      <a:pt x="8" y="13"/>
                      <a:pt x="7" y="5"/>
                      <a:pt x="9" y="4"/>
                    </a:cubicBezTo>
                    <a:cubicBezTo>
                      <a:pt x="12" y="2"/>
                      <a:pt x="15" y="9"/>
                      <a:pt x="16" y="10"/>
                    </a:cubicBezTo>
                    <a:cubicBezTo>
                      <a:pt x="16" y="8"/>
                      <a:pt x="15" y="6"/>
                      <a:pt x="13" y="5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0" y="1"/>
                      <a:pt x="8" y="1"/>
                      <a:pt x="8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3" name="Freeform 674">
                <a:extLst>
                  <a:ext uri="{FF2B5EF4-FFF2-40B4-BE49-F238E27FC236}">
                    <a16:creationId xmlns:a16="http://schemas.microsoft.com/office/drawing/2014/main" id="{6E8CA8EB-D036-4B7F-B0CB-4CC7D425B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3681"/>
                <a:ext cx="50" cy="80"/>
              </a:xfrm>
              <a:custGeom>
                <a:avLst/>
                <a:gdLst>
                  <a:gd name="T0" fmla="*/ 208 w 20"/>
                  <a:gd name="T1" fmla="*/ 95 h 32"/>
                  <a:gd name="T2" fmla="*/ 95 w 20"/>
                  <a:gd name="T3" fmla="*/ 145 h 32"/>
                  <a:gd name="T4" fmla="*/ 50 w 20"/>
                  <a:gd name="T5" fmla="*/ 220 h 32"/>
                  <a:gd name="T6" fmla="*/ 188 w 20"/>
                  <a:gd name="T7" fmla="*/ 158 h 32"/>
                  <a:gd name="T8" fmla="*/ 188 w 20"/>
                  <a:gd name="T9" fmla="*/ 283 h 32"/>
                  <a:gd name="T10" fmla="*/ 145 w 20"/>
                  <a:gd name="T11" fmla="*/ 333 h 32"/>
                  <a:gd name="T12" fmla="*/ 113 w 20"/>
                  <a:gd name="T13" fmla="*/ 375 h 32"/>
                  <a:gd name="T14" fmla="*/ 50 w 20"/>
                  <a:gd name="T15" fmla="*/ 300 h 32"/>
                  <a:gd name="T16" fmla="*/ 0 w 20"/>
                  <a:gd name="T17" fmla="*/ 333 h 32"/>
                  <a:gd name="T18" fmla="*/ 50 w 20"/>
                  <a:gd name="T19" fmla="*/ 395 h 32"/>
                  <a:gd name="T20" fmla="*/ 50 w 20"/>
                  <a:gd name="T21" fmla="*/ 500 h 32"/>
                  <a:gd name="T22" fmla="*/ 188 w 20"/>
                  <a:gd name="T23" fmla="*/ 363 h 32"/>
                  <a:gd name="T24" fmla="*/ 208 w 20"/>
                  <a:gd name="T25" fmla="*/ 438 h 32"/>
                  <a:gd name="T26" fmla="*/ 208 w 20"/>
                  <a:gd name="T27" fmla="*/ 333 h 32"/>
                  <a:gd name="T28" fmla="*/ 220 w 20"/>
                  <a:gd name="T29" fmla="*/ 238 h 32"/>
                  <a:gd name="T30" fmla="*/ 250 w 20"/>
                  <a:gd name="T31" fmla="*/ 250 h 32"/>
                  <a:gd name="T32" fmla="*/ 238 w 20"/>
                  <a:gd name="T33" fmla="*/ 188 h 32"/>
                  <a:gd name="T34" fmla="*/ 220 w 20"/>
                  <a:gd name="T35" fmla="*/ 125 h 32"/>
                  <a:gd name="T36" fmla="*/ 313 w 20"/>
                  <a:gd name="T37" fmla="*/ 83 h 32"/>
                  <a:gd name="T38" fmla="*/ 283 w 20"/>
                  <a:gd name="T39" fmla="*/ 0 h 32"/>
                  <a:gd name="T40" fmla="*/ 238 w 20"/>
                  <a:gd name="T41" fmla="*/ 50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" h="32">
                    <a:moveTo>
                      <a:pt x="13" y="6"/>
                    </a:moveTo>
                    <a:cubicBezTo>
                      <a:pt x="13" y="6"/>
                      <a:pt x="7" y="8"/>
                      <a:pt x="6" y="9"/>
                    </a:cubicBezTo>
                    <a:cubicBezTo>
                      <a:pt x="4" y="9"/>
                      <a:pt x="2" y="11"/>
                      <a:pt x="3" y="14"/>
                    </a:cubicBezTo>
                    <a:cubicBezTo>
                      <a:pt x="5" y="12"/>
                      <a:pt x="9" y="7"/>
                      <a:pt x="12" y="10"/>
                    </a:cubicBezTo>
                    <a:cubicBezTo>
                      <a:pt x="13" y="11"/>
                      <a:pt x="13" y="17"/>
                      <a:pt x="12" y="18"/>
                    </a:cubicBezTo>
                    <a:cubicBezTo>
                      <a:pt x="11" y="20"/>
                      <a:pt x="10" y="19"/>
                      <a:pt x="9" y="21"/>
                    </a:cubicBezTo>
                    <a:cubicBezTo>
                      <a:pt x="8" y="23"/>
                      <a:pt x="9" y="23"/>
                      <a:pt x="7" y="24"/>
                    </a:cubicBezTo>
                    <a:cubicBezTo>
                      <a:pt x="2" y="26"/>
                      <a:pt x="5" y="21"/>
                      <a:pt x="3" y="19"/>
                    </a:cubicBezTo>
                    <a:cubicBezTo>
                      <a:pt x="2" y="19"/>
                      <a:pt x="0" y="21"/>
                      <a:pt x="0" y="21"/>
                    </a:cubicBezTo>
                    <a:cubicBezTo>
                      <a:pt x="0" y="23"/>
                      <a:pt x="2" y="23"/>
                      <a:pt x="3" y="25"/>
                    </a:cubicBezTo>
                    <a:cubicBezTo>
                      <a:pt x="4" y="27"/>
                      <a:pt x="3" y="29"/>
                      <a:pt x="3" y="32"/>
                    </a:cubicBezTo>
                    <a:cubicBezTo>
                      <a:pt x="8" y="32"/>
                      <a:pt x="5" y="23"/>
                      <a:pt x="12" y="23"/>
                    </a:cubicBezTo>
                    <a:cubicBezTo>
                      <a:pt x="12" y="24"/>
                      <a:pt x="13" y="26"/>
                      <a:pt x="13" y="28"/>
                    </a:cubicBezTo>
                    <a:cubicBezTo>
                      <a:pt x="12" y="26"/>
                      <a:pt x="13" y="24"/>
                      <a:pt x="13" y="21"/>
                    </a:cubicBezTo>
                    <a:cubicBezTo>
                      <a:pt x="13" y="19"/>
                      <a:pt x="13" y="17"/>
                      <a:pt x="14" y="15"/>
                    </a:cubicBezTo>
                    <a:cubicBezTo>
                      <a:pt x="15" y="16"/>
                      <a:pt x="15" y="16"/>
                      <a:pt x="16" y="16"/>
                    </a:cubicBezTo>
                    <a:cubicBezTo>
                      <a:pt x="14" y="17"/>
                      <a:pt x="15" y="14"/>
                      <a:pt x="15" y="12"/>
                    </a:cubicBezTo>
                    <a:cubicBezTo>
                      <a:pt x="15" y="11"/>
                      <a:pt x="14" y="10"/>
                      <a:pt x="14" y="8"/>
                    </a:cubicBezTo>
                    <a:cubicBezTo>
                      <a:pt x="15" y="6"/>
                      <a:pt x="17" y="0"/>
                      <a:pt x="20" y="5"/>
                    </a:cubicBezTo>
                    <a:cubicBezTo>
                      <a:pt x="19" y="4"/>
                      <a:pt x="19" y="2"/>
                      <a:pt x="18" y="0"/>
                    </a:cubicBezTo>
                    <a:cubicBezTo>
                      <a:pt x="17" y="1"/>
                      <a:pt x="16" y="2"/>
                      <a:pt x="15" y="3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4" name="Freeform 675">
                <a:extLst>
                  <a:ext uri="{FF2B5EF4-FFF2-40B4-BE49-F238E27FC236}">
                    <a16:creationId xmlns:a16="http://schemas.microsoft.com/office/drawing/2014/main" id="{D9D5D9F4-0096-48FE-B902-A62F3E01E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691"/>
                <a:ext cx="25" cy="28"/>
              </a:xfrm>
              <a:custGeom>
                <a:avLst/>
                <a:gdLst>
                  <a:gd name="T0" fmla="*/ 33 w 10"/>
                  <a:gd name="T1" fmla="*/ 33 h 11"/>
                  <a:gd name="T2" fmla="*/ 50 w 10"/>
                  <a:gd name="T3" fmla="*/ 97 h 11"/>
                  <a:gd name="T4" fmla="*/ 20 w 10"/>
                  <a:gd name="T5" fmla="*/ 181 h 11"/>
                  <a:gd name="T6" fmla="*/ 63 w 10"/>
                  <a:gd name="T7" fmla="*/ 84 h 11"/>
                  <a:gd name="T8" fmla="*/ 158 w 10"/>
                  <a:gd name="T9" fmla="*/ 64 h 11"/>
                  <a:gd name="T10" fmla="*/ 0 w 10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2" y="2"/>
                    </a:moveTo>
                    <a:cubicBezTo>
                      <a:pt x="2" y="4"/>
                      <a:pt x="3" y="5"/>
                      <a:pt x="3" y="6"/>
                    </a:cubicBezTo>
                    <a:cubicBezTo>
                      <a:pt x="3" y="8"/>
                      <a:pt x="2" y="10"/>
                      <a:pt x="1" y="11"/>
                    </a:cubicBezTo>
                    <a:cubicBezTo>
                      <a:pt x="4" y="11"/>
                      <a:pt x="3" y="6"/>
                      <a:pt x="4" y="5"/>
                    </a:cubicBezTo>
                    <a:cubicBezTo>
                      <a:pt x="6" y="3"/>
                      <a:pt x="8" y="4"/>
                      <a:pt x="10" y="4"/>
                    </a:cubicBezTo>
                    <a:cubicBezTo>
                      <a:pt x="8" y="4"/>
                      <a:pt x="1" y="1"/>
                      <a:pt x="0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5" name="Freeform 676">
                <a:extLst>
                  <a:ext uri="{FF2B5EF4-FFF2-40B4-BE49-F238E27FC236}">
                    <a16:creationId xmlns:a16="http://schemas.microsoft.com/office/drawing/2014/main" id="{0BDB1D05-080A-4064-A453-ADA7143AC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784"/>
                <a:ext cx="15" cy="12"/>
              </a:xfrm>
              <a:custGeom>
                <a:avLst/>
                <a:gdLst>
                  <a:gd name="T0" fmla="*/ 50 w 6"/>
                  <a:gd name="T1" fmla="*/ 0 h 5"/>
                  <a:gd name="T2" fmla="*/ 0 w 6"/>
                  <a:gd name="T3" fmla="*/ 41 h 5"/>
                  <a:gd name="T4" fmla="*/ 95 w 6"/>
                  <a:gd name="T5" fmla="*/ 70 h 5"/>
                  <a:gd name="T6" fmla="*/ 63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2" y="3"/>
                      <a:pt x="4" y="5"/>
                      <a:pt x="6" y="5"/>
                    </a:cubicBezTo>
                    <a:cubicBezTo>
                      <a:pt x="5" y="4"/>
                      <a:pt x="2" y="1"/>
                      <a:pt x="4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6" name="Freeform 677">
                <a:extLst>
                  <a:ext uri="{FF2B5EF4-FFF2-40B4-BE49-F238E27FC236}">
                    <a16:creationId xmlns:a16="http://schemas.microsoft.com/office/drawing/2014/main" id="{18C52C20-C25A-45AE-88B0-616764D62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3674"/>
                <a:ext cx="20" cy="42"/>
              </a:xfrm>
              <a:custGeom>
                <a:avLst/>
                <a:gdLst>
                  <a:gd name="T0" fmla="*/ 95 w 8"/>
                  <a:gd name="T1" fmla="*/ 62 h 17"/>
                  <a:gd name="T2" fmla="*/ 95 w 8"/>
                  <a:gd name="T3" fmla="*/ 133 h 17"/>
                  <a:gd name="T4" fmla="*/ 33 w 8"/>
                  <a:gd name="T5" fmla="*/ 153 h 17"/>
                  <a:gd name="T6" fmla="*/ 33 w 8"/>
                  <a:gd name="T7" fmla="*/ 257 h 17"/>
                  <a:gd name="T8" fmla="*/ 33 w 8"/>
                  <a:gd name="T9" fmla="*/ 195 h 17"/>
                  <a:gd name="T10" fmla="*/ 95 w 8"/>
                  <a:gd name="T11" fmla="*/ 183 h 17"/>
                  <a:gd name="T12" fmla="*/ 125 w 8"/>
                  <a:gd name="T13" fmla="*/ 42 h 17"/>
                  <a:gd name="T14" fmla="*/ 113 w 8"/>
                  <a:gd name="T15" fmla="*/ 42 h 17"/>
                  <a:gd name="T16" fmla="*/ 0 w 8"/>
                  <a:gd name="T17" fmla="*/ 12 h 17"/>
                  <a:gd name="T18" fmla="*/ 83 w 8"/>
                  <a:gd name="T19" fmla="*/ 42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17">
                    <a:moveTo>
                      <a:pt x="6" y="4"/>
                    </a:moveTo>
                    <a:cubicBezTo>
                      <a:pt x="5" y="6"/>
                      <a:pt x="7" y="8"/>
                      <a:pt x="6" y="9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2" y="12"/>
                      <a:pt x="2" y="15"/>
                      <a:pt x="2" y="17"/>
                    </a:cubicBezTo>
                    <a:cubicBezTo>
                      <a:pt x="4" y="17"/>
                      <a:pt x="2" y="15"/>
                      <a:pt x="2" y="13"/>
                    </a:cubicBezTo>
                    <a:cubicBezTo>
                      <a:pt x="3" y="12"/>
                      <a:pt x="5" y="13"/>
                      <a:pt x="6" y="12"/>
                    </a:cubicBezTo>
                    <a:cubicBezTo>
                      <a:pt x="8" y="11"/>
                      <a:pt x="8" y="5"/>
                      <a:pt x="8" y="3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5" y="0"/>
                      <a:pt x="3" y="0"/>
                      <a:pt x="0" y="1"/>
                    </a:cubicBezTo>
                    <a:cubicBezTo>
                      <a:pt x="2" y="1"/>
                      <a:pt x="4" y="2"/>
                      <a:pt x="5" y="3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7" name="Freeform 678">
                <a:extLst>
                  <a:ext uri="{FF2B5EF4-FFF2-40B4-BE49-F238E27FC236}">
                    <a16:creationId xmlns:a16="http://schemas.microsoft.com/office/drawing/2014/main" id="{89FFC8E9-A657-4DBB-B01F-A026F38EA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3704"/>
                <a:ext cx="25" cy="30"/>
              </a:xfrm>
              <a:custGeom>
                <a:avLst/>
                <a:gdLst>
                  <a:gd name="T0" fmla="*/ 20 w 10"/>
                  <a:gd name="T1" fmla="*/ 0 h 12"/>
                  <a:gd name="T2" fmla="*/ 0 w 10"/>
                  <a:gd name="T3" fmla="*/ 50 h 12"/>
                  <a:gd name="T4" fmla="*/ 95 w 10"/>
                  <a:gd name="T5" fmla="*/ 125 h 12"/>
                  <a:gd name="T6" fmla="*/ 113 w 10"/>
                  <a:gd name="T7" fmla="*/ 175 h 12"/>
                  <a:gd name="T8" fmla="*/ 158 w 10"/>
                  <a:gd name="T9" fmla="*/ 158 h 12"/>
                  <a:gd name="T10" fmla="*/ 50 w 1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3" y="4"/>
                      <a:pt x="5" y="5"/>
                      <a:pt x="6" y="8"/>
                    </a:cubicBezTo>
                    <a:cubicBezTo>
                      <a:pt x="6" y="9"/>
                      <a:pt x="6" y="10"/>
                      <a:pt x="7" y="11"/>
                    </a:cubicBezTo>
                    <a:cubicBezTo>
                      <a:pt x="7" y="11"/>
                      <a:pt x="9" y="10"/>
                      <a:pt x="10" y="10"/>
                    </a:cubicBezTo>
                    <a:cubicBezTo>
                      <a:pt x="8" y="12"/>
                      <a:pt x="3" y="2"/>
                      <a:pt x="3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8" name="Freeform 679">
                <a:extLst>
                  <a:ext uri="{FF2B5EF4-FFF2-40B4-BE49-F238E27FC236}">
                    <a16:creationId xmlns:a16="http://schemas.microsoft.com/office/drawing/2014/main" id="{1AD5C8F8-64A7-460E-BACF-B84FBE0CB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3721"/>
                <a:ext cx="23" cy="43"/>
              </a:xfrm>
              <a:custGeom>
                <a:avLst/>
                <a:gdLst>
                  <a:gd name="T0" fmla="*/ 51 w 9"/>
                  <a:gd name="T1" fmla="*/ 20 h 17"/>
                  <a:gd name="T2" fmla="*/ 20 w 9"/>
                  <a:gd name="T3" fmla="*/ 63 h 17"/>
                  <a:gd name="T4" fmla="*/ 51 w 9"/>
                  <a:gd name="T5" fmla="*/ 129 h 17"/>
                  <a:gd name="T6" fmla="*/ 130 w 9"/>
                  <a:gd name="T7" fmla="*/ 210 h 17"/>
                  <a:gd name="T8" fmla="*/ 66 w 9"/>
                  <a:gd name="T9" fmla="*/ 147 h 17"/>
                  <a:gd name="T10" fmla="*/ 51 w 9"/>
                  <a:gd name="T11" fmla="*/ 51 h 17"/>
                  <a:gd name="T12" fmla="*/ 151 w 9"/>
                  <a:gd name="T13" fmla="*/ 0 h 17"/>
                  <a:gd name="T14" fmla="*/ 84 w 9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17">
                    <a:moveTo>
                      <a:pt x="3" y="1"/>
                    </a:moveTo>
                    <a:cubicBezTo>
                      <a:pt x="2" y="1"/>
                      <a:pt x="1" y="3"/>
                      <a:pt x="1" y="4"/>
                    </a:cubicBezTo>
                    <a:cubicBezTo>
                      <a:pt x="0" y="6"/>
                      <a:pt x="2" y="7"/>
                      <a:pt x="3" y="8"/>
                    </a:cubicBezTo>
                    <a:cubicBezTo>
                      <a:pt x="3" y="9"/>
                      <a:pt x="6" y="17"/>
                      <a:pt x="8" y="13"/>
                    </a:cubicBezTo>
                    <a:cubicBezTo>
                      <a:pt x="7" y="12"/>
                      <a:pt x="4" y="11"/>
                      <a:pt x="4" y="9"/>
                    </a:cubicBezTo>
                    <a:cubicBezTo>
                      <a:pt x="3" y="7"/>
                      <a:pt x="4" y="5"/>
                      <a:pt x="3" y="3"/>
                    </a:cubicBezTo>
                    <a:cubicBezTo>
                      <a:pt x="5" y="1"/>
                      <a:pt x="7" y="1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9" name="Freeform 680">
                <a:extLst>
                  <a:ext uri="{FF2B5EF4-FFF2-40B4-BE49-F238E27FC236}">
                    <a16:creationId xmlns:a16="http://schemas.microsoft.com/office/drawing/2014/main" id="{B313311A-6A68-456A-A186-FBB3BC06E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3719"/>
                <a:ext cx="15" cy="17"/>
              </a:xfrm>
              <a:custGeom>
                <a:avLst/>
                <a:gdLst>
                  <a:gd name="T0" fmla="*/ 0 w 6"/>
                  <a:gd name="T1" fmla="*/ 12 h 7"/>
                  <a:gd name="T2" fmla="*/ 33 w 6"/>
                  <a:gd name="T3" fmla="*/ 58 h 7"/>
                  <a:gd name="T4" fmla="*/ 0 w 6"/>
                  <a:gd name="T5" fmla="*/ 100 h 7"/>
                  <a:gd name="T6" fmla="*/ 95 w 6"/>
                  <a:gd name="T7" fmla="*/ 29 h 7"/>
                  <a:gd name="T8" fmla="*/ 20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1"/>
                    </a:moveTo>
                    <a:cubicBezTo>
                      <a:pt x="0" y="2"/>
                      <a:pt x="2" y="3"/>
                      <a:pt x="2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3" y="5"/>
                      <a:pt x="2" y="2"/>
                      <a:pt x="6" y="2"/>
                    </a:cubicBezTo>
                    <a:cubicBezTo>
                      <a:pt x="5" y="2"/>
                      <a:pt x="0" y="2"/>
                      <a:pt x="1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0" name="Freeform 681">
                <a:extLst>
                  <a:ext uri="{FF2B5EF4-FFF2-40B4-BE49-F238E27FC236}">
                    <a16:creationId xmlns:a16="http://schemas.microsoft.com/office/drawing/2014/main" id="{88E84BEB-B217-4D31-83C2-EC9C1D663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671"/>
                <a:ext cx="20" cy="43"/>
              </a:xfrm>
              <a:custGeom>
                <a:avLst/>
                <a:gdLst>
                  <a:gd name="T0" fmla="*/ 125 w 8"/>
                  <a:gd name="T1" fmla="*/ 159 h 17"/>
                  <a:gd name="T2" fmla="*/ 33 w 8"/>
                  <a:gd name="T3" fmla="*/ 0 h 17"/>
                  <a:gd name="T4" fmla="*/ 20 w 8"/>
                  <a:gd name="T5" fmla="*/ 129 h 17"/>
                  <a:gd name="T6" fmla="*/ 63 w 8"/>
                  <a:gd name="T7" fmla="*/ 210 h 17"/>
                  <a:gd name="T8" fmla="*/ 50 w 8"/>
                  <a:gd name="T9" fmla="*/ 276 h 17"/>
                  <a:gd name="T10" fmla="*/ 125 w 8"/>
                  <a:gd name="T11" fmla="*/ 18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7">
                    <a:moveTo>
                      <a:pt x="8" y="10"/>
                    </a:moveTo>
                    <a:cubicBezTo>
                      <a:pt x="2" y="11"/>
                      <a:pt x="2" y="5"/>
                      <a:pt x="2" y="0"/>
                    </a:cubicBezTo>
                    <a:cubicBezTo>
                      <a:pt x="0" y="2"/>
                      <a:pt x="0" y="6"/>
                      <a:pt x="1" y="8"/>
                    </a:cubicBezTo>
                    <a:cubicBezTo>
                      <a:pt x="2" y="10"/>
                      <a:pt x="3" y="11"/>
                      <a:pt x="4" y="13"/>
                    </a:cubicBezTo>
                    <a:cubicBezTo>
                      <a:pt x="4" y="14"/>
                      <a:pt x="3" y="15"/>
                      <a:pt x="3" y="17"/>
                    </a:cubicBezTo>
                    <a:cubicBezTo>
                      <a:pt x="6" y="16"/>
                      <a:pt x="4" y="11"/>
                      <a:pt x="8" y="1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1" name="Freeform 682">
                <a:extLst>
                  <a:ext uri="{FF2B5EF4-FFF2-40B4-BE49-F238E27FC236}">
                    <a16:creationId xmlns:a16="http://schemas.microsoft.com/office/drawing/2014/main" id="{18EDB11F-3008-4A3E-8340-02E7BDB5B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644"/>
                <a:ext cx="23" cy="22"/>
              </a:xfrm>
              <a:custGeom>
                <a:avLst/>
                <a:gdLst>
                  <a:gd name="T0" fmla="*/ 151 w 9"/>
                  <a:gd name="T1" fmla="*/ 71 h 9"/>
                  <a:gd name="T2" fmla="*/ 84 w 9"/>
                  <a:gd name="T3" fmla="*/ 90 h 9"/>
                  <a:gd name="T4" fmla="*/ 0 w 9"/>
                  <a:gd name="T5" fmla="*/ 132 h 9"/>
                  <a:gd name="T6" fmla="*/ 97 w 9"/>
                  <a:gd name="T7" fmla="*/ 71 h 9"/>
                  <a:gd name="T8" fmla="*/ 33 w 9"/>
                  <a:gd name="T9" fmla="*/ 0 h 9"/>
                  <a:gd name="T10" fmla="*/ 130 w 9"/>
                  <a:gd name="T11" fmla="*/ 59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cubicBezTo>
                      <a:pt x="8" y="6"/>
                      <a:pt x="7" y="6"/>
                      <a:pt x="5" y="6"/>
                    </a:cubicBezTo>
                    <a:cubicBezTo>
                      <a:pt x="3" y="6"/>
                      <a:pt x="2" y="7"/>
                      <a:pt x="0" y="9"/>
                    </a:cubicBezTo>
                    <a:cubicBezTo>
                      <a:pt x="0" y="5"/>
                      <a:pt x="5" y="7"/>
                      <a:pt x="6" y="5"/>
                    </a:cubicBezTo>
                    <a:cubicBezTo>
                      <a:pt x="7" y="3"/>
                      <a:pt x="4" y="0"/>
                      <a:pt x="2" y="0"/>
                    </a:cubicBezTo>
                    <a:cubicBezTo>
                      <a:pt x="4" y="0"/>
                      <a:pt x="7" y="4"/>
                      <a:pt x="8" y="4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2" name="Freeform 683">
                <a:extLst>
                  <a:ext uri="{FF2B5EF4-FFF2-40B4-BE49-F238E27FC236}">
                    <a16:creationId xmlns:a16="http://schemas.microsoft.com/office/drawing/2014/main" id="{BAEB627F-BEE8-4621-A751-7A495EC77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3504"/>
                <a:ext cx="25" cy="37"/>
              </a:xfrm>
              <a:custGeom>
                <a:avLst/>
                <a:gdLst>
                  <a:gd name="T0" fmla="*/ 83 w 10"/>
                  <a:gd name="T1" fmla="*/ 0 h 15"/>
                  <a:gd name="T2" fmla="*/ 0 w 10"/>
                  <a:gd name="T3" fmla="*/ 12 h 15"/>
                  <a:gd name="T4" fmla="*/ 50 w 10"/>
                  <a:gd name="T5" fmla="*/ 121 h 15"/>
                  <a:gd name="T6" fmla="*/ 113 w 10"/>
                  <a:gd name="T7" fmla="*/ 224 h 15"/>
                  <a:gd name="T8" fmla="*/ 83 w 10"/>
                  <a:gd name="T9" fmla="*/ 153 h 15"/>
                  <a:gd name="T10" fmla="*/ 50 w 10"/>
                  <a:gd name="T11" fmla="*/ 30 h 15"/>
                  <a:gd name="T12" fmla="*/ 95 w 10"/>
                  <a:gd name="T13" fmla="*/ 12 h 15"/>
                  <a:gd name="T14" fmla="*/ 95 w 10"/>
                  <a:gd name="T15" fmla="*/ 12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5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3"/>
                      <a:pt x="3" y="5"/>
                      <a:pt x="3" y="8"/>
                    </a:cubicBezTo>
                    <a:cubicBezTo>
                      <a:pt x="4" y="10"/>
                      <a:pt x="5" y="15"/>
                      <a:pt x="7" y="15"/>
                    </a:cubicBezTo>
                    <a:cubicBezTo>
                      <a:pt x="10" y="14"/>
                      <a:pt x="5" y="11"/>
                      <a:pt x="5" y="10"/>
                    </a:cubicBezTo>
                    <a:cubicBezTo>
                      <a:pt x="3" y="8"/>
                      <a:pt x="4" y="5"/>
                      <a:pt x="3" y="2"/>
                    </a:cubicBezTo>
                    <a:cubicBezTo>
                      <a:pt x="4" y="2"/>
                      <a:pt x="5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3" name="Freeform 684">
                <a:extLst>
                  <a:ext uri="{FF2B5EF4-FFF2-40B4-BE49-F238E27FC236}">
                    <a16:creationId xmlns:a16="http://schemas.microsoft.com/office/drawing/2014/main" id="{090C4F71-E5AB-4A82-808A-B6EC335F9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3544"/>
                <a:ext cx="58" cy="70"/>
              </a:xfrm>
              <a:custGeom>
                <a:avLst/>
                <a:gdLst>
                  <a:gd name="T0" fmla="*/ 126 w 23"/>
                  <a:gd name="T1" fmla="*/ 20 h 28"/>
                  <a:gd name="T2" fmla="*/ 83 w 23"/>
                  <a:gd name="T3" fmla="*/ 50 h 28"/>
                  <a:gd name="T4" fmla="*/ 126 w 23"/>
                  <a:gd name="T5" fmla="*/ 113 h 28"/>
                  <a:gd name="T6" fmla="*/ 0 w 23"/>
                  <a:gd name="T7" fmla="*/ 158 h 28"/>
                  <a:gd name="T8" fmla="*/ 33 w 23"/>
                  <a:gd name="T9" fmla="*/ 238 h 28"/>
                  <a:gd name="T10" fmla="*/ 113 w 23"/>
                  <a:gd name="T11" fmla="*/ 188 h 28"/>
                  <a:gd name="T12" fmla="*/ 159 w 23"/>
                  <a:gd name="T13" fmla="*/ 250 h 28"/>
                  <a:gd name="T14" fmla="*/ 209 w 23"/>
                  <a:gd name="T15" fmla="*/ 425 h 28"/>
                  <a:gd name="T16" fmla="*/ 242 w 23"/>
                  <a:gd name="T17" fmla="*/ 333 h 28"/>
                  <a:gd name="T18" fmla="*/ 368 w 23"/>
                  <a:gd name="T19" fmla="*/ 313 h 28"/>
                  <a:gd name="T20" fmla="*/ 351 w 23"/>
                  <a:gd name="T21" fmla="*/ 208 h 28"/>
                  <a:gd name="T22" fmla="*/ 338 w 23"/>
                  <a:gd name="T23" fmla="*/ 300 h 28"/>
                  <a:gd name="T24" fmla="*/ 209 w 23"/>
                  <a:gd name="T25" fmla="*/ 333 h 28"/>
                  <a:gd name="T26" fmla="*/ 179 w 23"/>
                  <a:gd name="T27" fmla="*/ 175 h 28"/>
                  <a:gd name="T28" fmla="*/ 146 w 23"/>
                  <a:gd name="T29" fmla="*/ 175 h 28"/>
                  <a:gd name="T30" fmla="*/ 179 w 23"/>
                  <a:gd name="T31" fmla="*/ 83 h 28"/>
                  <a:gd name="T32" fmla="*/ 126 w 23"/>
                  <a:gd name="T33" fmla="*/ 0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" h="28">
                    <a:moveTo>
                      <a:pt x="8" y="1"/>
                    </a:moveTo>
                    <a:cubicBezTo>
                      <a:pt x="7" y="1"/>
                      <a:pt x="5" y="2"/>
                      <a:pt x="5" y="3"/>
                    </a:cubicBezTo>
                    <a:cubicBezTo>
                      <a:pt x="5" y="4"/>
                      <a:pt x="8" y="6"/>
                      <a:pt x="8" y="7"/>
                    </a:cubicBezTo>
                    <a:cubicBezTo>
                      <a:pt x="9" y="13"/>
                      <a:pt x="2" y="8"/>
                      <a:pt x="0" y="10"/>
                    </a:cubicBezTo>
                    <a:cubicBezTo>
                      <a:pt x="1" y="11"/>
                      <a:pt x="2" y="13"/>
                      <a:pt x="2" y="15"/>
                    </a:cubicBezTo>
                    <a:cubicBezTo>
                      <a:pt x="4" y="13"/>
                      <a:pt x="5" y="12"/>
                      <a:pt x="7" y="12"/>
                    </a:cubicBezTo>
                    <a:cubicBezTo>
                      <a:pt x="9" y="12"/>
                      <a:pt x="10" y="14"/>
                      <a:pt x="10" y="16"/>
                    </a:cubicBezTo>
                    <a:cubicBezTo>
                      <a:pt x="11" y="18"/>
                      <a:pt x="9" y="28"/>
                      <a:pt x="13" y="27"/>
                    </a:cubicBezTo>
                    <a:cubicBezTo>
                      <a:pt x="14" y="25"/>
                      <a:pt x="12" y="23"/>
                      <a:pt x="15" y="21"/>
                    </a:cubicBezTo>
                    <a:cubicBezTo>
                      <a:pt x="18" y="20"/>
                      <a:pt x="21" y="22"/>
                      <a:pt x="23" y="20"/>
                    </a:cubicBezTo>
                    <a:cubicBezTo>
                      <a:pt x="21" y="18"/>
                      <a:pt x="22" y="15"/>
                      <a:pt x="22" y="13"/>
                    </a:cubicBezTo>
                    <a:cubicBezTo>
                      <a:pt x="22" y="15"/>
                      <a:pt x="21" y="17"/>
                      <a:pt x="21" y="19"/>
                    </a:cubicBezTo>
                    <a:cubicBezTo>
                      <a:pt x="19" y="17"/>
                      <a:pt x="15" y="19"/>
                      <a:pt x="13" y="21"/>
                    </a:cubicBezTo>
                    <a:cubicBezTo>
                      <a:pt x="13" y="18"/>
                      <a:pt x="10" y="13"/>
                      <a:pt x="11" y="11"/>
                    </a:cubicBezTo>
                    <a:cubicBezTo>
                      <a:pt x="11" y="10"/>
                      <a:pt x="10" y="10"/>
                      <a:pt x="9" y="11"/>
                    </a:cubicBezTo>
                    <a:cubicBezTo>
                      <a:pt x="10" y="9"/>
                      <a:pt x="12" y="7"/>
                      <a:pt x="11" y="5"/>
                    </a:cubicBezTo>
                    <a:cubicBezTo>
                      <a:pt x="10" y="3"/>
                      <a:pt x="8" y="2"/>
                      <a:pt x="8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4" name="Freeform 685">
                <a:extLst>
                  <a:ext uri="{FF2B5EF4-FFF2-40B4-BE49-F238E27FC236}">
                    <a16:creationId xmlns:a16="http://schemas.microsoft.com/office/drawing/2014/main" id="{43E1EC59-7C29-4982-BB69-4538FC4E9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586"/>
                <a:ext cx="33" cy="30"/>
              </a:xfrm>
              <a:custGeom>
                <a:avLst/>
                <a:gdLst>
                  <a:gd name="T0" fmla="*/ 63 w 13"/>
                  <a:gd name="T1" fmla="*/ 0 h 12"/>
                  <a:gd name="T2" fmla="*/ 117 w 13"/>
                  <a:gd name="T3" fmla="*/ 188 h 12"/>
                  <a:gd name="T4" fmla="*/ 213 w 13"/>
                  <a:gd name="T5" fmla="*/ 50 h 12"/>
                  <a:gd name="T6" fmla="*/ 96 w 13"/>
                  <a:gd name="T7" fmla="*/ 83 h 12"/>
                  <a:gd name="T8" fmla="*/ 63 w 13"/>
                  <a:gd name="T9" fmla="*/ 2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4" y="0"/>
                    </a:moveTo>
                    <a:cubicBezTo>
                      <a:pt x="0" y="5"/>
                      <a:pt x="5" y="8"/>
                      <a:pt x="7" y="12"/>
                    </a:cubicBezTo>
                    <a:cubicBezTo>
                      <a:pt x="4" y="7"/>
                      <a:pt x="8" y="5"/>
                      <a:pt x="13" y="3"/>
                    </a:cubicBezTo>
                    <a:cubicBezTo>
                      <a:pt x="11" y="4"/>
                      <a:pt x="8" y="5"/>
                      <a:pt x="6" y="5"/>
                    </a:cubicBezTo>
                    <a:cubicBezTo>
                      <a:pt x="5" y="4"/>
                      <a:pt x="4" y="2"/>
                      <a:pt x="4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5" name="Freeform 686">
                <a:extLst>
                  <a:ext uri="{FF2B5EF4-FFF2-40B4-BE49-F238E27FC236}">
                    <a16:creationId xmlns:a16="http://schemas.microsoft.com/office/drawing/2014/main" id="{88CDE11A-720E-4A11-8B82-BE7662731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616"/>
                <a:ext cx="18" cy="25"/>
              </a:xfrm>
              <a:custGeom>
                <a:avLst/>
                <a:gdLst>
                  <a:gd name="T0" fmla="*/ 21 w 7"/>
                  <a:gd name="T1" fmla="*/ 0 h 10"/>
                  <a:gd name="T2" fmla="*/ 67 w 7"/>
                  <a:gd name="T3" fmla="*/ 95 h 10"/>
                  <a:gd name="T4" fmla="*/ 0 w 7"/>
                  <a:gd name="T5" fmla="*/ 125 h 10"/>
                  <a:gd name="T6" fmla="*/ 67 w 7"/>
                  <a:gd name="T7" fmla="*/ 158 h 10"/>
                  <a:gd name="T8" fmla="*/ 118 w 7"/>
                  <a:gd name="T9" fmla="*/ 113 h 10"/>
                  <a:gd name="T10" fmla="*/ 33 w 7"/>
                  <a:gd name="T11" fmla="*/ 2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1" y="0"/>
                    </a:moveTo>
                    <a:cubicBezTo>
                      <a:pt x="2" y="3"/>
                      <a:pt x="4" y="3"/>
                      <a:pt x="4" y="6"/>
                    </a:cubicBezTo>
                    <a:cubicBezTo>
                      <a:pt x="3" y="8"/>
                      <a:pt x="2" y="7"/>
                      <a:pt x="0" y="8"/>
                    </a:cubicBezTo>
                    <a:cubicBezTo>
                      <a:pt x="1" y="9"/>
                      <a:pt x="4" y="8"/>
                      <a:pt x="4" y="10"/>
                    </a:cubicBezTo>
                    <a:cubicBezTo>
                      <a:pt x="4" y="8"/>
                      <a:pt x="5" y="6"/>
                      <a:pt x="7" y="7"/>
                    </a:cubicBezTo>
                    <a:cubicBezTo>
                      <a:pt x="4" y="6"/>
                      <a:pt x="4" y="3"/>
                      <a:pt x="2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6" name="Freeform 687">
                <a:extLst>
                  <a:ext uri="{FF2B5EF4-FFF2-40B4-BE49-F238E27FC236}">
                    <a16:creationId xmlns:a16="http://schemas.microsoft.com/office/drawing/2014/main" id="{8E3E9448-CDC4-4935-B600-F5F01C509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3626"/>
                <a:ext cx="30" cy="60"/>
              </a:xfrm>
              <a:custGeom>
                <a:avLst/>
                <a:gdLst>
                  <a:gd name="T0" fmla="*/ 50 w 12"/>
                  <a:gd name="T1" fmla="*/ 83 h 24"/>
                  <a:gd name="T2" fmla="*/ 83 w 12"/>
                  <a:gd name="T3" fmla="*/ 175 h 24"/>
                  <a:gd name="T4" fmla="*/ 113 w 12"/>
                  <a:gd name="T5" fmla="*/ 175 h 24"/>
                  <a:gd name="T6" fmla="*/ 125 w 12"/>
                  <a:gd name="T7" fmla="*/ 188 h 24"/>
                  <a:gd name="T8" fmla="*/ 188 w 12"/>
                  <a:gd name="T9" fmla="*/ 158 h 24"/>
                  <a:gd name="T10" fmla="*/ 113 w 12"/>
                  <a:gd name="T11" fmla="*/ 250 h 24"/>
                  <a:gd name="T12" fmla="*/ 83 w 12"/>
                  <a:gd name="T13" fmla="*/ 375 h 24"/>
                  <a:gd name="T14" fmla="*/ 83 w 12"/>
                  <a:gd name="T15" fmla="*/ 300 h 24"/>
                  <a:gd name="T16" fmla="*/ 95 w 12"/>
                  <a:gd name="T17" fmla="*/ 220 h 24"/>
                  <a:gd name="T18" fmla="*/ 20 w 12"/>
                  <a:gd name="T19" fmla="*/ 175 h 24"/>
                  <a:gd name="T20" fmla="*/ 0 w 12"/>
                  <a:gd name="T21" fmla="*/ 95 h 24"/>
                  <a:gd name="T22" fmla="*/ 0 w 12"/>
                  <a:gd name="T23" fmla="*/ 0 h 24"/>
                  <a:gd name="T24" fmla="*/ 50 w 12"/>
                  <a:gd name="T25" fmla="*/ 33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" h="24">
                    <a:moveTo>
                      <a:pt x="3" y="5"/>
                    </a:moveTo>
                    <a:cubicBezTo>
                      <a:pt x="2" y="7"/>
                      <a:pt x="1" y="10"/>
                      <a:pt x="5" y="11"/>
                    </a:cubicBezTo>
                    <a:cubicBezTo>
                      <a:pt x="5" y="11"/>
                      <a:pt x="6" y="11"/>
                      <a:pt x="7" y="11"/>
                    </a:cubicBezTo>
                    <a:cubicBezTo>
                      <a:pt x="7" y="11"/>
                      <a:pt x="7" y="12"/>
                      <a:pt x="8" y="12"/>
                    </a:cubicBezTo>
                    <a:cubicBezTo>
                      <a:pt x="9" y="12"/>
                      <a:pt x="10" y="10"/>
                      <a:pt x="12" y="10"/>
                    </a:cubicBezTo>
                    <a:cubicBezTo>
                      <a:pt x="12" y="12"/>
                      <a:pt x="8" y="14"/>
                      <a:pt x="7" y="16"/>
                    </a:cubicBezTo>
                    <a:cubicBezTo>
                      <a:pt x="6" y="19"/>
                      <a:pt x="6" y="22"/>
                      <a:pt x="5" y="24"/>
                    </a:cubicBezTo>
                    <a:cubicBezTo>
                      <a:pt x="5" y="22"/>
                      <a:pt x="4" y="21"/>
                      <a:pt x="5" y="19"/>
                    </a:cubicBezTo>
                    <a:cubicBezTo>
                      <a:pt x="5" y="17"/>
                      <a:pt x="7" y="15"/>
                      <a:pt x="6" y="14"/>
                    </a:cubicBezTo>
                    <a:cubicBezTo>
                      <a:pt x="5" y="13"/>
                      <a:pt x="2" y="13"/>
                      <a:pt x="1" y="11"/>
                    </a:cubicBezTo>
                    <a:cubicBezTo>
                      <a:pt x="0" y="10"/>
                      <a:pt x="1" y="8"/>
                      <a:pt x="0" y="6"/>
                    </a:cubicBezTo>
                    <a:cubicBezTo>
                      <a:pt x="3" y="4"/>
                      <a:pt x="2" y="2"/>
                      <a:pt x="0" y="0"/>
                    </a:cubicBezTo>
                    <a:cubicBezTo>
                      <a:pt x="1" y="0"/>
                      <a:pt x="3" y="1"/>
                      <a:pt x="3" y="2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7" name="Freeform 688">
                <a:extLst>
                  <a:ext uri="{FF2B5EF4-FFF2-40B4-BE49-F238E27FC236}">
                    <a16:creationId xmlns:a16="http://schemas.microsoft.com/office/drawing/2014/main" id="{82D4731F-1EFE-40FB-B270-8CA7718C5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3619"/>
                <a:ext cx="15" cy="40"/>
              </a:xfrm>
              <a:custGeom>
                <a:avLst/>
                <a:gdLst>
                  <a:gd name="T0" fmla="*/ 63 w 6"/>
                  <a:gd name="T1" fmla="*/ 83 h 16"/>
                  <a:gd name="T2" fmla="*/ 63 w 6"/>
                  <a:gd name="T3" fmla="*/ 250 h 16"/>
                  <a:gd name="T4" fmla="*/ 95 w 6"/>
                  <a:gd name="T5" fmla="*/ 113 h 16"/>
                  <a:gd name="T6" fmla="*/ 20 w 6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4" y="5"/>
                    </a:moveTo>
                    <a:cubicBezTo>
                      <a:pt x="0" y="9"/>
                      <a:pt x="1" y="12"/>
                      <a:pt x="4" y="16"/>
                    </a:cubicBezTo>
                    <a:cubicBezTo>
                      <a:pt x="3" y="12"/>
                      <a:pt x="2" y="8"/>
                      <a:pt x="6" y="7"/>
                    </a:cubicBezTo>
                    <a:cubicBezTo>
                      <a:pt x="4" y="5"/>
                      <a:pt x="3" y="3"/>
                      <a:pt x="1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8" name="Freeform 689">
                <a:extLst>
                  <a:ext uri="{FF2B5EF4-FFF2-40B4-BE49-F238E27FC236}">
                    <a16:creationId xmlns:a16="http://schemas.microsoft.com/office/drawing/2014/main" id="{2D599512-FB84-4A2C-8633-7C0B4F7A7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3674"/>
                <a:ext cx="15" cy="15"/>
              </a:xfrm>
              <a:custGeom>
                <a:avLst/>
                <a:gdLst>
                  <a:gd name="T0" fmla="*/ 20 w 6"/>
                  <a:gd name="T1" fmla="*/ 33 h 6"/>
                  <a:gd name="T2" fmla="*/ 20 w 6"/>
                  <a:gd name="T3" fmla="*/ 95 h 6"/>
                  <a:gd name="T4" fmla="*/ 95 w 6"/>
                  <a:gd name="T5" fmla="*/ 95 h 6"/>
                  <a:gd name="T6" fmla="*/ 20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0" y="3"/>
                      <a:pt x="1" y="5"/>
                      <a:pt x="1" y="6"/>
                    </a:cubicBezTo>
                    <a:cubicBezTo>
                      <a:pt x="3" y="4"/>
                      <a:pt x="4" y="5"/>
                      <a:pt x="6" y="6"/>
                    </a:cubicBezTo>
                    <a:cubicBezTo>
                      <a:pt x="4" y="5"/>
                      <a:pt x="1" y="2"/>
                      <a:pt x="1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9" name="Freeform 690">
                <a:extLst>
                  <a:ext uri="{FF2B5EF4-FFF2-40B4-BE49-F238E27FC236}">
                    <a16:creationId xmlns:a16="http://schemas.microsoft.com/office/drawing/2014/main" id="{D1B296B3-E38C-479F-AA3F-09BA11F9C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3616"/>
                <a:ext cx="10" cy="15"/>
              </a:xfrm>
              <a:custGeom>
                <a:avLst/>
                <a:gdLst>
                  <a:gd name="T0" fmla="*/ 50 w 4"/>
                  <a:gd name="T1" fmla="*/ 20 h 6"/>
                  <a:gd name="T2" fmla="*/ 0 w 4"/>
                  <a:gd name="T3" fmla="*/ 63 h 6"/>
                  <a:gd name="T4" fmla="*/ 33 w 4"/>
                  <a:gd name="T5" fmla="*/ 95 h 6"/>
                  <a:gd name="T6" fmla="*/ 63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2"/>
                      <a:pt x="0" y="3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1" y="4"/>
                      <a:pt x="2" y="1"/>
                      <a:pt x="4" y="0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0" name="Freeform 691">
                <a:extLst>
                  <a:ext uri="{FF2B5EF4-FFF2-40B4-BE49-F238E27FC236}">
                    <a16:creationId xmlns:a16="http://schemas.microsoft.com/office/drawing/2014/main" id="{F72CBF64-D789-44AF-A5A6-DA118898A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3594"/>
                <a:ext cx="15" cy="22"/>
              </a:xfrm>
              <a:custGeom>
                <a:avLst/>
                <a:gdLst>
                  <a:gd name="T0" fmla="*/ 33 w 6"/>
                  <a:gd name="T1" fmla="*/ 59 h 9"/>
                  <a:gd name="T2" fmla="*/ 0 w 6"/>
                  <a:gd name="T3" fmla="*/ 132 h 9"/>
                  <a:gd name="T4" fmla="*/ 63 w 6"/>
                  <a:gd name="T5" fmla="*/ 0 h 9"/>
                  <a:gd name="T6" fmla="*/ 63 w 6"/>
                  <a:gd name="T7" fmla="*/ 1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2" y="4"/>
                    </a:moveTo>
                    <a:cubicBezTo>
                      <a:pt x="3" y="6"/>
                      <a:pt x="2" y="8"/>
                      <a:pt x="0" y="9"/>
                    </a:cubicBezTo>
                    <a:cubicBezTo>
                      <a:pt x="6" y="9"/>
                      <a:pt x="4" y="4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1" name="Freeform 692">
                <a:extLst>
                  <a:ext uri="{FF2B5EF4-FFF2-40B4-BE49-F238E27FC236}">
                    <a16:creationId xmlns:a16="http://schemas.microsoft.com/office/drawing/2014/main" id="{3600F5BE-6F50-4BE3-9412-82ADD4CD6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356"/>
                <a:ext cx="22" cy="33"/>
              </a:xfrm>
              <a:custGeom>
                <a:avLst/>
                <a:gdLst>
                  <a:gd name="T0" fmla="*/ 0 w 9"/>
                  <a:gd name="T1" fmla="*/ 63 h 13"/>
                  <a:gd name="T2" fmla="*/ 71 w 9"/>
                  <a:gd name="T3" fmla="*/ 117 h 13"/>
                  <a:gd name="T4" fmla="*/ 42 w 9"/>
                  <a:gd name="T5" fmla="*/ 213 h 13"/>
                  <a:gd name="T6" fmla="*/ 132 w 9"/>
                  <a:gd name="T7" fmla="*/ 129 h 13"/>
                  <a:gd name="T8" fmla="*/ 71 w 9"/>
                  <a:gd name="T9" fmla="*/ 63 h 13"/>
                  <a:gd name="T10" fmla="*/ 0 w 9"/>
                  <a:gd name="T11" fmla="*/ 51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3">
                    <a:moveTo>
                      <a:pt x="0" y="4"/>
                    </a:moveTo>
                    <a:cubicBezTo>
                      <a:pt x="1" y="4"/>
                      <a:pt x="4" y="5"/>
                      <a:pt x="5" y="7"/>
                    </a:cubicBezTo>
                    <a:cubicBezTo>
                      <a:pt x="6" y="9"/>
                      <a:pt x="4" y="11"/>
                      <a:pt x="3" y="13"/>
                    </a:cubicBezTo>
                    <a:cubicBezTo>
                      <a:pt x="6" y="13"/>
                      <a:pt x="5" y="7"/>
                      <a:pt x="9" y="8"/>
                    </a:cubicBezTo>
                    <a:cubicBezTo>
                      <a:pt x="6" y="6"/>
                      <a:pt x="6" y="7"/>
                      <a:pt x="5" y="4"/>
                    </a:cubicBezTo>
                    <a:cubicBezTo>
                      <a:pt x="4" y="1"/>
                      <a:pt x="4" y="0"/>
                      <a:pt x="0" y="3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2" name="Freeform 693">
                <a:extLst>
                  <a:ext uri="{FF2B5EF4-FFF2-40B4-BE49-F238E27FC236}">
                    <a16:creationId xmlns:a16="http://schemas.microsoft.com/office/drawing/2014/main" id="{38A800AC-77E8-48EF-8A7A-BC7DB2325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3401"/>
                <a:ext cx="13" cy="20"/>
              </a:xfrm>
              <a:custGeom>
                <a:avLst/>
                <a:gdLst>
                  <a:gd name="T0" fmla="*/ 21 w 5"/>
                  <a:gd name="T1" fmla="*/ 0 h 8"/>
                  <a:gd name="T2" fmla="*/ 0 w 5"/>
                  <a:gd name="T3" fmla="*/ 125 h 8"/>
                  <a:gd name="T4" fmla="*/ 88 w 5"/>
                  <a:gd name="T5" fmla="*/ 63 h 8"/>
                  <a:gd name="T6" fmla="*/ 34 w 5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cubicBezTo>
                      <a:pt x="0" y="2"/>
                      <a:pt x="0" y="6"/>
                      <a:pt x="0" y="8"/>
                    </a:cubicBezTo>
                    <a:cubicBezTo>
                      <a:pt x="1" y="6"/>
                      <a:pt x="1" y="2"/>
                      <a:pt x="5" y="4"/>
                    </a:cubicBezTo>
                    <a:cubicBezTo>
                      <a:pt x="3" y="4"/>
                      <a:pt x="1" y="3"/>
                      <a:pt x="2" y="1"/>
                    </a:cubicBezTo>
                  </a:path>
                </a:pathLst>
              </a:custGeom>
              <a:solidFill>
                <a:srgbClr val="D99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3" name="Freeform 694">
                <a:extLst>
                  <a:ext uri="{FF2B5EF4-FFF2-40B4-BE49-F238E27FC236}">
                    <a16:creationId xmlns:a16="http://schemas.microsoft.com/office/drawing/2014/main" id="{45388E7E-D11E-4DE1-B395-437C5D966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656"/>
                <a:ext cx="40" cy="65"/>
              </a:xfrm>
              <a:custGeom>
                <a:avLst/>
                <a:gdLst>
                  <a:gd name="T0" fmla="*/ 113 w 16"/>
                  <a:gd name="T1" fmla="*/ 158 h 26"/>
                  <a:gd name="T2" fmla="*/ 0 w 16"/>
                  <a:gd name="T3" fmla="*/ 363 h 26"/>
                  <a:gd name="T4" fmla="*/ 125 w 16"/>
                  <a:gd name="T5" fmla="*/ 283 h 26"/>
                  <a:gd name="T6" fmla="*/ 250 w 16"/>
                  <a:gd name="T7" fmla="*/ 0 h 26"/>
                  <a:gd name="T8" fmla="*/ 145 w 16"/>
                  <a:gd name="T9" fmla="*/ 12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7" y="10"/>
                    </a:moveTo>
                    <a:cubicBezTo>
                      <a:pt x="5" y="15"/>
                      <a:pt x="2" y="19"/>
                      <a:pt x="0" y="23"/>
                    </a:cubicBezTo>
                    <a:cubicBezTo>
                      <a:pt x="6" y="26"/>
                      <a:pt x="7" y="22"/>
                      <a:pt x="8" y="18"/>
                    </a:cubicBezTo>
                    <a:cubicBezTo>
                      <a:pt x="10" y="12"/>
                      <a:pt x="16" y="7"/>
                      <a:pt x="16" y="0"/>
                    </a:cubicBezTo>
                    <a:cubicBezTo>
                      <a:pt x="13" y="0"/>
                      <a:pt x="10" y="6"/>
                      <a:pt x="9" y="8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4" name="Freeform 695">
                <a:extLst>
                  <a:ext uri="{FF2B5EF4-FFF2-40B4-BE49-F238E27FC236}">
                    <a16:creationId xmlns:a16="http://schemas.microsoft.com/office/drawing/2014/main" id="{2D12CC7B-8CD7-449E-BD70-D2411050F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3626"/>
                <a:ext cx="15" cy="25"/>
              </a:xfrm>
              <a:custGeom>
                <a:avLst/>
                <a:gdLst>
                  <a:gd name="T0" fmla="*/ 0 w 6"/>
                  <a:gd name="T1" fmla="*/ 158 h 10"/>
                  <a:gd name="T2" fmla="*/ 95 w 6"/>
                  <a:gd name="T3" fmla="*/ 0 h 10"/>
                  <a:gd name="T4" fmla="*/ 20 w 6"/>
                  <a:gd name="T5" fmla="*/ 8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2" y="7"/>
                      <a:pt x="6" y="4"/>
                      <a:pt x="6" y="0"/>
                    </a:cubicBezTo>
                    <a:cubicBezTo>
                      <a:pt x="4" y="0"/>
                      <a:pt x="2" y="3"/>
                      <a:pt x="1" y="5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5" name="Freeform 696">
                <a:extLst>
                  <a:ext uri="{FF2B5EF4-FFF2-40B4-BE49-F238E27FC236}">
                    <a16:creationId xmlns:a16="http://schemas.microsoft.com/office/drawing/2014/main" id="{D08C8245-852F-4D10-BBAE-E96FEC53D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3554"/>
                <a:ext cx="25" cy="60"/>
              </a:xfrm>
              <a:custGeom>
                <a:avLst/>
                <a:gdLst>
                  <a:gd name="T0" fmla="*/ 20 w 10"/>
                  <a:gd name="T1" fmla="*/ 270 h 24"/>
                  <a:gd name="T2" fmla="*/ 0 w 10"/>
                  <a:gd name="T3" fmla="*/ 375 h 24"/>
                  <a:gd name="T4" fmla="*/ 95 w 10"/>
                  <a:gd name="T5" fmla="*/ 283 h 24"/>
                  <a:gd name="T6" fmla="*/ 125 w 10"/>
                  <a:gd name="T7" fmla="*/ 0 h 24"/>
                  <a:gd name="T8" fmla="*/ 63 w 10"/>
                  <a:gd name="T9" fmla="*/ 20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4">
                    <a:moveTo>
                      <a:pt x="1" y="17"/>
                    </a:moveTo>
                    <a:cubicBezTo>
                      <a:pt x="1" y="19"/>
                      <a:pt x="0" y="21"/>
                      <a:pt x="0" y="24"/>
                    </a:cubicBezTo>
                    <a:cubicBezTo>
                      <a:pt x="3" y="23"/>
                      <a:pt x="5" y="21"/>
                      <a:pt x="6" y="18"/>
                    </a:cubicBezTo>
                    <a:cubicBezTo>
                      <a:pt x="7" y="15"/>
                      <a:pt x="10" y="3"/>
                      <a:pt x="8" y="0"/>
                    </a:cubicBezTo>
                    <a:cubicBezTo>
                      <a:pt x="6" y="4"/>
                      <a:pt x="6" y="9"/>
                      <a:pt x="4" y="13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6" name="Freeform 697">
                <a:extLst>
                  <a:ext uri="{FF2B5EF4-FFF2-40B4-BE49-F238E27FC236}">
                    <a16:creationId xmlns:a16="http://schemas.microsoft.com/office/drawing/2014/main" id="{C43561B8-1EF4-4D9E-A36B-3D95A518B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3514"/>
                <a:ext cx="12" cy="37"/>
              </a:xfrm>
              <a:custGeom>
                <a:avLst/>
                <a:gdLst>
                  <a:gd name="T0" fmla="*/ 0 w 5"/>
                  <a:gd name="T1" fmla="*/ 212 h 15"/>
                  <a:gd name="T2" fmla="*/ 12 w 5"/>
                  <a:gd name="T3" fmla="*/ 224 h 15"/>
                  <a:gd name="T4" fmla="*/ 41 w 5"/>
                  <a:gd name="T5" fmla="*/ 0 h 15"/>
                  <a:gd name="T6" fmla="*/ 29 w 5"/>
                  <a:gd name="T7" fmla="*/ 19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0" y="14"/>
                    </a:moveTo>
                    <a:cubicBezTo>
                      <a:pt x="1" y="14"/>
                      <a:pt x="0" y="15"/>
                      <a:pt x="1" y="15"/>
                    </a:cubicBezTo>
                    <a:cubicBezTo>
                      <a:pt x="3" y="10"/>
                      <a:pt x="2" y="5"/>
                      <a:pt x="3" y="0"/>
                    </a:cubicBezTo>
                    <a:cubicBezTo>
                      <a:pt x="5" y="4"/>
                      <a:pt x="5" y="9"/>
                      <a:pt x="2" y="13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7" name="Freeform 698">
                <a:extLst>
                  <a:ext uri="{FF2B5EF4-FFF2-40B4-BE49-F238E27FC236}">
                    <a16:creationId xmlns:a16="http://schemas.microsoft.com/office/drawing/2014/main" id="{713BFABA-FAF2-4F71-9D25-02AC54BE2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454"/>
                <a:ext cx="15" cy="65"/>
              </a:xfrm>
              <a:custGeom>
                <a:avLst/>
                <a:gdLst>
                  <a:gd name="T0" fmla="*/ 0 w 6"/>
                  <a:gd name="T1" fmla="*/ 220 h 26"/>
                  <a:gd name="T2" fmla="*/ 63 w 6"/>
                  <a:gd name="T3" fmla="*/ 300 h 26"/>
                  <a:gd name="T4" fmla="*/ 50 w 6"/>
                  <a:gd name="T5" fmla="*/ 0 h 26"/>
                  <a:gd name="T6" fmla="*/ 33 w 6"/>
                  <a:gd name="T7" fmla="*/ 250 h 26"/>
                  <a:gd name="T8" fmla="*/ 33 w 6"/>
                  <a:gd name="T9" fmla="*/ 25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6">
                    <a:moveTo>
                      <a:pt x="0" y="14"/>
                    </a:moveTo>
                    <a:cubicBezTo>
                      <a:pt x="0" y="18"/>
                      <a:pt x="0" y="26"/>
                      <a:pt x="4" y="19"/>
                    </a:cubicBezTo>
                    <a:cubicBezTo>
                      <a:pt x="6" y="13"/>
                      <a:pt x="3" y="5"/>
                      <a:pt x="3" y="0"/>
                    </a:cubicBezTo>
                    <a:cubicBezTo>
                      <a:pt x="3" y="5"/>
                      <a:pt x="3" y="11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8" name="Freeform 699">
                <a:extLst>
                  <a:ext uri="{FF2B5EF4-FFF2-40B4-BE49-F238E27FC236}">
                    <a16:creationId xmlns:a16="http://schemas.microsoft.com/office/drawing/2014/main" id="{F74D34FF-6C05-409D-9C93-01C867383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409"/>
                <a:ext cx="15" cy="62"/>
              </a:xfrm>
              <a:custGeom>
                <a:avLst/>
                <a:gdLst>
                  <a:gd name="T0" fmla="*/ 33 w 6"/>
                  <a:gd name="T1" fmla="*/ 246 h 25"/>
                  <a:gd name="T2" fmla="*/ 33 w 6"/>
                  <a:gd name="T3" fmla="*/ 382 h 25"/>
                  <a:gd name="T4" fmla="*/ 63 w 6"/>
                  <a:gd name="T5" fmla="*/ 228 h 25"/>
                  <a:gd name="T6" fmla="*/ 50 w 6"/>
                  <a:gd name="T7" fmla="*/ 0 h 25"/>
                  <a:gd name="T8" fmla="*/ 0 w 6"/>
                  <a:gd name="T9" fmla="*/ 18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5">
                    <a:moveTo>
                      <a:pt x="2" y="16"/>
                    </a:moveTo>
                    <a:cubicBezTo>
                      <a:pt x="2" y="17"/>
                      <a:pt x="2" y="22"/>
                      <a:pt x="2" y="25"/>
                    </a:cubicBezTo>
                    <a:cubicBezTo>
                      <a:pt x="6" y="23"/>
                      <a:pt x="5" y="18"/>
                      <a:pt x="4" y="15"/>
                    </a:cubicBezTo>
                    <a:cubicBezTo>
                      <a:pt x="4" y="12"/>
                      <a:pt x="5" y="3"/>
                      <a:pt x="3" y="0"/>
                    </a:cubicBezTo>
                    <a:cubicBezTo>
                      <a:pt x="0" y="3"/>
                      <a:pt x="0" y="8"/>
                      <a:pt x="0" y="12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9" name="Freeform 700">
                <a:extLst>
                  <a:ext uri="{FF2B5EF4-FFF2-40B4-BE49-F238E27FC236}">
                    <a16:creationId xmlns:a16="http://schemas.microsoft.com/office/drawing/2014/main" id="{5F64F62C-94D9-4024-8127-33052B793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361"/>
                <a:ext cx="23" cy="50"/>
              </a:xfrm>
              <a:custGeom>
                <a:avLst/>
                <a:gdLst>
                  <a:gd name="T0" fmla="*/ 33 w 9"/>
                  <a:gd name="T1" fmla="*/ 145 h 20"/>
                  <a:gd name="T2" fmla="*/ 97 w 9"/>
                  <a:gd name="T3" fmla="*/ 313 h 20"/>
                  <a:gd name="T4" fmla="*/ 51 w 9"/>
                  <a:gd name="T5" fmla="*/ 208 h 20"/>
                  <a:gd name="T6" fmla="*/ 20 w 9"/>
                  <a:gd name="T7" fmla="*/ 113 h 20"/>
                  <a:gd name="T8" fmla="*/ 20 w 9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0">
                    <a:moveTo>
                      <a:pt x="2" y="9"/>
                    </a:moveTo>
                    <a:cubicBezTo>
                      <a:pt x="9" y="7"/>
                      <a:pt x="6" y="18"/>
                      <a:pt x="6" y="20"/>
                    </a:cubicBezTo>
                    <a:cubicBezTo>
                      <a:pt x="6" y="18"/>
                      <a:pt x="3" y="16"/>
                      <a:pt x="3" y="13"/>
                    </a:cubicBezTo>
                    <a:cubicBezTo>
                      <a:pt x="3" y="11"/>
                      <a:pt x="5" y="8"/>
                      <a:pt x="1" y="7"/>
                    </a:cubicBezTo>
                    <a:cubicBezTo>
                      <a:pt x="1" y="5"/>
                      <a:pt x="0" y="2"/>
                      <a:pt x="1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0" name="Freeform 701">
                <a:extLst>
                  <a:ext uri="{FF2B5EF4-FFF2-40B4-BE49-F238E27FC236}">
                    <a16:creationId xmlns:a16="http://schemas.microsoft.com/office/drawing/2014/main" id="{A0064C50-26B3-449F-9F56-2EDF594CA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319"/>
                <a:ext cx="13" cy="40"/>
              </a:xfrm>
              <a:custGeom>
                <a:avLst/>
                <a:gdLst>
                  <a:gd name="T0" fmla="*/ 55 w 5"/>
                  <a:gd name="T1" fmla="*/ 95 h 16"/>
                  <a:gd name="T2" fmla="*/ 34 w 5"/>
                  <a:gd name="T3" fmla="*/ 95 h 16"/>
                  <a:gd name="T4" fmla="*/ 88 w 5"/>
                  <a:gd name="T5" fmla="*/ 250 h 16"/>
                  <a:gd name="T6" fmla="*/ 68 w 5"/>
                  <a:gd name="T7" fmla="*/ 113 h 16"/>
                  <a:gd name="T8" fmla="*/ 34 w 5"/>
                  <a:gd name="T9" fmla="*/ 0 h 16"/>
                  <a:gd name="T10" fmla="*/ 0 w 5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6">
                    <a:moveTo>
                      <a:pt x="3" y="6"/>
                    </a:moveTo>
                    <a:cubicBezTo>
                      <a:pt x="2" y="5"/>
                      <a:pt x="3" y="4"/>
                      <a:pt x="2" y="6"/>
                    </a:cubicBezTo>
                    <a:cubicBezTo>
                      <a:pt x="2" y="9"/>
                      <a:pt x="3" y="13"/>
                      <a:pt x="5" y="16"/>
                    </a:cubicBezTo>
                    <a:cubicBezTo>
                      <a:pt x="4" y="13"/>
                      <a:pt x="5" y="10"/>
                      <a:pt x="4" y="7"/>
                    </a:cubicBezTo>
                    <a:cubicBezTo>
                      <a:pt x="3" y="4"/>
                      <a:pt x="2" y="2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1" name="Freeform 702">
                <a:extLst>
                  <a:ext uri="{FF2B5EF4-FFF2-40B4-BE49-F238E27FC236}">
                    <a16:creationId xmlns:a16="http://schemas.microsoft.com/office/drawing/2014/main" id="{95F27F81-BCCE-4FC4-B6EC-3C8C1F3DB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3309"/>
                <a:ext cx="12" cy="32"/>
              </a:xfrm>
              <a:custGeom>
                <a:avLst/>
                <a:gdLst>
                  <a:gd name="T0" fmla="*/ 12 w 5"/>
                  <a:gd name="T1" fmla="*/ 12 h 13"/>
                  <a:gd name="T2" fmla="*/ 58 w 5"/>
                  <a:gd name="T3" fmla="*/ 194 h 13"/>
                  <a:gd name="T4" fmla="*/ 70 w 5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1" y="1"/>
                    </a:moveTo>
                    <a:cubicBezTo>
                      <a:pt x="0" y="4"/>
                      <a:pt x="4" y="9"/>
                      <a:pt x="4" y="13"/>
                    </a:cubicBezTo>
                    <a:cubicBezTo>
                      <a:pt x="5" y="10"/>
                      <a:pt x="3" y="3"/>
                      <a:pt x="5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2" name="Freeform 703">
                <a:extLst>
                  <a:ext uri="{FF2B5EF4-FFF2-40B4-BE49-F238E27FC236}">
                    <a16:creationId xmlns:a16="http://schemas.microsoft.com/office/drawing/2014/main" id="{657F6BE7-7684-4088-868E-A3E2D6C33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346"/>
                <a:ext cx="8" cy="28"/>
              </a:xfrm>
              <a:custGeom>
                <a:avLst/>
                <a:gdLst>
                  <a:gd name="T0" fmla="*/ 0 w 3"/>
                  <a:gd name="T1" fmla="*/ 33 h 11"/>
                  <a:gd name="T2" fmla="*/ 35 w 3"/>
                  <a:gd name="T3" fmla="*/ 51 h 11"/>
                  <a:gd name="T4" fmla="*/ 35 w 3"/>
                  <a:gd name="T5" fmla="*/ 181 h 11"/>
                  <a:gd name="T6" fmla="*/ 21 w 3"/>
                  <a:gd name="T7" fmla="*/ 11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1">
                    <a:moveTo>
                      <a:pt x="0" y="2"/>
                    </a:moveTo>
                    <a:cubicBezTo>
                      <a:pt x="0" y="0"/>
                      <a:pt x="2" y="2"/>
                      <a:pt x="2" y="3"/>
                    </a:cubicBezTo>
                    <a:cubicBezTo>
                      <a:pt x="3" y="5"/>
                      <a:pt x="2" y="9"/>
                      <a:pt x="2" y="11"/>
                    </a:cubicBezTo>
                    <a:cubicBezTo>
                      <a:pt x="1" y="10"/>
                      <a:pt x="1" y="8"/>
                      <a:pt x="1" y="7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3" name="Freeform 704">
                <a:extLst>
                  <a:ext uri="{FF2B5EF4-FFF2-40B4-BE49-F238E27FC236}">
                    <a16:creationId xmlns:a16="http://schemas.microsoft.com/office/drawing/2014/main" id="{CD7A6E34-C874-48A2-BD4E-A787FB89A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721"/>
                <a:ext cx="50" cy="53"/>
              </a:xfrm>
              <a:custGeom>
                <a:avLst/>
                <a:gdLst>
                  <a:gd name="T0" fmla="*/ 175 w 20"/>
                  <a:gd name="T1" fmla="*/ 146 h 21"/>
                  <a:gd name="T2" fmla="*/ 188 w 20"/>
                  <a:gd name="T3" fmla="*/ 114 h 21"/>
                  <a:gd name="T4" fmla="*/ 0 w 20"/>
                  <a:gd name="T5" fmla="*/ 338 h 21"/>
                  <a:gd name="T6" fmla="*/ 113 w 20"/>
                  <a:gd name="T7" fmla="*/ 255 h 21"/>
                  <a:gd name="T8" fmla="*/ 208 w 20"/>
                  <a:gd name="T9" fmla="*/ 192 h 21"/>
                  <a:gd name="T10" fmla="*/ 238 w 20"/>
                  <a:gd name="T11" fmla="*/ 83 h 21"/>
                  <a:gd name="T12" fmla="*/ 283 w 2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11" y="9"/>
                    </a:moveTo>
                    <a:cubicBezTo>
                      <a:pt x="11" y="8"/>
                      <a:pt x="12" y="8"/>
                      <a:pt x="12" y="7"/>
                    </a:cubicBezTo>
                    <a:cubicBezTo>
                      <a:pt x="9" y="11"/>
                      <a:pt x="1" y="16"/>
                      <a:pt x="0" y="21"/>
                    </a:cubicBezTo>
                    <a:cubicBezTo>
                      <a:pt x="2" y="19"/>
                      <a:pt x="5" y="17"/>
                      <a:pt x="7" y="16"/>
                    </a:cubicBezTo>
                    <a:cubicBezTo>
                      <a:pt x="10" y="15"/>
                      <a:pt x="12" y="15"/>
                      <a:pt x="13" y="12"/>
                    </a:cubicBezTo>
                    <a:cubicBezTo>
                      <a:pt x="14" y="9"/>
                      <a:pt x="13" y="8"/>
                      <a:pt x="15" y="5"/>
                    </a:cubicBezTo>
                    <a:cubicBezTo>
                      <a:pt x="16" y="3"/>
                      <a:pt x="20" y="0"/>
                      <a:pt x="18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4" name="Freeform 705">
                <a:extLst>
                  <a:ext uri="{FF2B5EF4-FFF2-40B4-BE49-F238E27FC236}">
                    <a16:creationId xmlns:a16="http://schemas.microsoft.com/office/drawing/2014/main" id="{AFE616B7-039D-44E2-BFC7-521DFB0D3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726"/>
                <a:ext cx="22" cy="28"/>
              </a:xfrm>
              <a:custGeom>
                <a:avLst/>
                <a:gdLst>
                  <a:gd name="T0" fmla="*/ 103 w 9"/>
                  <a:gd name="T1" fmla="*/ 0 h 11"/>
                  <a:gd name="T2" fmla="*/ 0 w 9"/>
                  <a:gd name="T3" fmla="*/ 150 h 11"/>
                  <a:gd name="T4" fmla="*/ 132 w 9"/>
                  <a:gd name="T5" fmla="*/ 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7" y="0"/>
                    </a:moveTo>
                    <a:cubicBezTo>
                      <a:pt x="5" y="2"/>
                      <a:pt x="1" y="6"/>
                      <a:pt x="0" y="9"/>
                    </a:cubicBezTo>
                    <a:cubicBezTo>
                      <a:pt x="4" y="11"/>
                      <a:pt x="7" y="3"/>
                      <a:pt x="9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5" name="Freeform 706">
                <a:extLst>
                  <a:ext uri="{FF2B5EF4-FFF2-40B4-BE49-F238E27FC236}">
                    <a16:creationId xmlns:a16="http://schemas.microsoft.com/office/drawing/2014/main" id="{FABA9204-710F-4031-AE9A-46056BDA5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774"/>
                <a:ext cx="47" cy="40"/>
              </a:xfrm>
              <a:custGeom>
                <a:avLst/>
                <a:gdLst>
                  <a:gd name="T0" fmla="*/ 183 w 19"/>
                  <a:gd name="T1" fmla="*/ 95 h 16"/>
                  <a:gd name="T2" fmla="*/ 0 w 19"/>
                  <a:gd name="T3" fmla="*/ 238 h 16"/>
                  <a:gd name="T4" fmla="*/ 0 w 19"/>
                  <a:gd name="T5" fmla="*/ 250 h 16"/>
                  <a:gd name="T6" fmla="*/ 104 w 19"/>
                  <a:gd name="T7" fmla="*/ 188 h 16"/>
                  <a:gd name="T8" fmla="*/ 195 w 19"/>
                  <a:gd name="T9" fmla="*/ 145 h 16"/>
                  <a:gd name="T10" fmla="*/ 287 w 19"/>
                  <a:gd name="T11" fmla="*/ 0 h 16"/>
                  <a:gd name="T12" fmla="*/ 287 w 19"/>
                  <a:gd name="T13" fmla="*/ 2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6">
                    <a:moveTo>
                      <a:pt x="12" y="6"/>
                    </a:moveTo>
                    <a:cubicBezTo>
                      <a:pt x="9" y="5"/>
                      <a:pt x="2" y="13"/>
                      <a:pt x="0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6"/>
                      <a:pt x="5" y="13"/>
                      <a:pt x="7" y="12"/>
                    </a:cubicBezTo>
                    <a:cubicBezTo>
                      <a:pt x="9" y="10"/>
                      <a:pt x="11" y="10"/>
                      <a:pt x="13" y="9"/>
                    </a:cubicBezTo>
                    <a:cubicBezTo>
                      <a:pt x="17" y="7"/>
                      <a:pt x="17" y="4"/>
                      <a:pt x="19" y="0"/>
                    </a:cubicBezTo>
                    <a:cubicBezTo>
                      <a:pt x="19" y="0"/>
                      <a:pt x="19" y="1"/>
                      <a:pt x="19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6" name="Freeform 707">
                <a:extLst>
                  <a:ext uri="{FF2B5EF4-FFF2-40B4-BE49-F238E27FC236}">
                    <a16:creationId xmlns:a16="http://schemas.microsoft.com/office/drawing/2014/main" id="{31774858-0775-4154-9245-7EEDE45AF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3776"/>
                <a:ext cx="23" cy="18"/>
              </a:xfrm>
              <a:custGeom>
                <a:avLst/>
                <a:gdLst>
                  <a:gd name="T0" fmla="*/ 84 w 9"/>
                  <a:gd name="T1" fmla="*/ 21 h 7"/>
                  <a:gd name="T2" fmla="*/ 0 w 9"/>
                  <a:gd name="T3" fmla="*/ 118 h 7"/>
                  <a:gd name="T4" fmla="*/ 151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5" y="1"/>
                    </a:moveTo>
                    <a:cubicBezTo>
                      <a:pt x="4" y="2"/>
                      <a:pt x="1" y="5"/>
                      <a:pt x="0" y="7"/>
                    </a:cubicBezTo>
                    <a:cubicBezTo>
                      <a:pt x="3" y="6"/>
                      <a:pt x="8" y="3"/>
                      <a:pt x="9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7" name="Freeform 708">
                <a:extLst>
                  <a:ext uri="{FF2B5EF4-FFF2-40B4-BE49-F238E27FC236}">
                    <a16:creationId xmlns:a16="http://schemas.microsoft.com/office/drawing/2014/main" id="{DE9470F5-3644-4C9C-9C89-D7EFD6898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3814"/>
                <a:ext cx="28" cy="15"/>
              </a:xfrm>
              <a:custGeom>
                <a:avLst/>
                <a:gdLst>
                  <a:gd name="T0" fmla="*/ 150 w 11"/>
                  <a:gd name="T1" fmla="*/ 0 h 6"/>
                  <a:gd name="T2" fmla="*/ 0 w 11"/>
                  <a:gd name="T3" fmla="*/ 95 h 6"/>
                  <a:gd name="T4" fmla="*/ 181 w 11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9" y="0"/>
                    </a:moveTo>
                    <a:cubicBezTo>
                      <a:pt x="6" y="1"/>
                      <a:pt x="2" y="3"/>
                      <a:pt x="0" y="6"/>
                    </a:cubicBezTo>
                    <a:cubicBezTo>
                      <a:pt x="3" y="6"/>
                      <a:pt x="11" y="3"/>
                      <a:pt x="11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8" name="Freeform 709">
                <a:extLst>
                  <a:ext uri="{FF2B5EF4-FFF2-40B4-BE49-F238E27FC236}">
                    <a16:creationId xmlns:a16="http://schemas.microsoft.com/office/drawing/2014/main" id="{2B245C47-ADE4-42FA-BB71-3CA19A286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811"/>
                <a:ext cx="38" cy="28"/>
              </a:xfrm>
              <a:custGeom>
                <a:avLst/>
                <a:gdLst>
                  <a:gd name="T0" fmla="*/ 20 w 15"/>
                  <a:gd name="T1" fmla="*/ 117 h 11"/>
                  <a:gd name="T2" fmla="*/ 20 w 15"/>
                  <a:gd name="T3" fmla="*/ 181 h 11"/>
                  <a:gd name="T4" fmla="*/ 96 w 15"/>
                  <a:gd name="T5" fmla="*/ 117 h 11"/>
                  <a:gd name="T6" fmla="*/ 180 w 15"/>
                  <a:gd name="T7" fmla="*/ 64 h 11"/>
                  <a:gd name="T8" fmla="*/ 225 w 15"/>
                  <a:gd name="T9" fmla="*/ 51 h 11"/>
                  <a:gd name="T10" fmla="*/ 193 w 15"/>
                  <a:gd name="T11" fmla="*/ 0 h 11"/>
                  <a:gd name="T12" fmla="*/ 63 w 15"/>
                  <a:gd name="T13" fmla="*/ 15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" y="7"/>
                    </a:moveTo>
                    <a:cubicBezTo>
                      <a:pt x="1" y="8"/>
                      <a:pt x="0" y="10"/>
                      <a:pt x="1" y="11"/>
                    </a:cubicBezTo>
                    <a:cubicBezTo>
                      <a:pt x="3" y="10"/>
                      <a:pt x="5" y="8"/>
                      <a:pt x="6" y="7"/>
                    </a:cubicBezTo>
                    <a:cubicBezTo>
                      <a:pt x="8" y="5"/>
                      <a:pt x="9" y="4"/>
                      <a:pt x="11" y="4"/>
                    </a:cubicBezTo>
                    <a:cubicBezTo>
                      <a:pt x="11" y="3"/>
                      <a:pt x="14" y="3"/>
                      <a:pt x="14" y="3"/>
                    </a:cubicBezTo>
                    <a:cubicBezTo>
                      <a:pt x="15" y="1"/>
                      <a:pt x="13" y="0"/>
                      <a:pt x="12" y="0"/>
                    </a:cubicBezTo>
                    <a:cubicBezTo>
                      <a:pt x="9" y="0"/>
                      <a:pt x="5" y="7"/>
                      <a:pt x="4" y="9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9" name="Freeform 710">
                <a:extLst>
                  <a:ext uri="{FF2B5EF4-FFF2-40B4-BE49-F238E27FC236}">
                    <a16:creationId xmlns:a16="http://schemas.microsoft.com/office/drawing/2014/main" id="{BDFA7B8B-6410-47B8-AD99-4FC129194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3826"/>
                <a:ext cx="30" cy="23"/>
              </a:xfrm>
              <a:custGeom>
                <a:avLst/>
                <a:gdLst>
                  <a:gd name="T0" fmla="*/ 188 w 12"/>
                  <a:gd name="T1" fmla="*/ 0 h 9"/>
                  <a:gd name="T2" fmla="*/ 0 w 12"/>
                  <a:gd name="T3" fmla="*/ 151 h 9"/>
                  <a:gd name="T4" fmla="*/ 158 w 12"/>
                  <a:gd name="T5" fmla="*/ 84 h 9"/>
                  <a:gd name="T6" fmla="*/ 125 w 12"/>
                  <a:gd name="T7" fmla="*/ 33 h 9"/>
                  <a:gd name="T8" fmla="*/ 145 w 12"/>
                  <a:gd name="T9" fmla="*/ 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2" y="0"/>
                    </a:moveTo>
                    <a:cubicBezTo>
                      <a:pt x="9" y="3"/>
                      <a:pt x="5" y="7"/>
                      <a:pt x="0" y="9"/>
                    </a:cubicBezTo>
                    <a:cubicBezTo>
                      <a:pt x="3" y="7"/>
                      <a:pt x="7" y="7"/>
                      <a:pt x="10" y="5"/>
                    </a:cubicBezTo>
                    <a:cubicBezTo>
                      <a:pt x="9" y="4"/>
                      <a:pt x="8" y="3"/>
                      <a:pt x="8" y="2"/>
                    </a:cubicBezTo>
                    <a:cubicBezTo>
                      <a:pt x="8" y="1"/>
                      <a:pt x="8" y="1"/>
                      <a:pt x="9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0" name="Freeform 711">
                <a:extLst>
                  <a:ext uri="{FF2B5EF4-FFF2-40B4-BE49-F238E27FC236}">
                    <a16:creationId xmlns:a16="http://schemas.microsoft.com/office/drawing/2014/main" id="{9FFDB4B9-18B7-43D1-8DDC-CAC645D3E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3831"/>
                <a:ext cx="13" cy="13"/>
              </a:xfrm>
              <a:custGeom>
                <a:avLst/>
                <a:gdLst>
                  <a:gd name="T0" fmla="*/ 55 w 5"/>
                  <a:gd name="T1" fmla="*/ 0 h 5"/>
                  <a:gd name="T2" fmla="*/ 0 w 5"/>
                  <a:gd name="T3" fmla="*/ 68 h 5"/>
                  <a:gd name="T4" fmla="*/ 6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2" y="0"/>
                      <a:pt x="0" y="3"/>
                      <a:pt x="0" y="4"/>
                    </a:cubicBezTo>
                    <a:cubicBezTo>
                      <a:pt x="2" y="5"/>
                      <a:pt x="5" y="1"/>
                      <a:pt x="4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1" name="Freeform 712">
                <a:extLst>
                  <a:ext uri="{FF2B5EF4-FFF2-40B4-BE49-F238E27FC236}">
                    <a16:creationId xmlns:a16="http://schemas.microsoft.com/office/drawing/2014/main" id="{12E071A6-74C0-49DC-B410-67048A824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3844"/>
                <a:ext cx="40" cy="25"/>
              </a:xfrm>
              <a:custGeom>
                <a:avLst/>
                <a:gdLst>
                  <a:gd name="T0" fmla="*/ 238 w 16"/>
                  <a:gd name="T1" fmla="*/ 0 h 10"/>
                  <a:gd name="T2" fmla="*/ 0 w 16"/>
                  <a:gd name="T3" fmla="*/ 158 h 10"/>
                  <a:gd name="T4" fmla="*/ 220 w 16"/>
                  <a:gd name="T5" fmla="*/ 95 h 10"/>
                  <a:gd name="T6" fmla="*/ 250 w 16"/>
                  <a:gd name="T7" fmla="*/ 2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15" y="0"/>
                    </a:moveTo>
                    <a:cubicBezTo>
                      <a:pt x="11" y="3"/>
                      <a:pt x="5" y="7"/>
                      <a:pt x="0" y="10"/>
                    </a:cubicBezTo>
                    <a:cubicBezTo>
                      <a:pt x="5" y="9"/>
                      <a:pt x="11" y="9"/>
                      <a:pt x="14" y="6"/>
                    </a:cubicBezTo>
                    <a:cubicBezTo>
                      <a:pt x="13" y="4"/>
                      <a:pt x="15" y="2"/>
                      <a:pt x="16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2" name="Freeform 713">
                <a:extLst>
                  <a:ext uri="{FF2B5EF4-FFF2-40B4-BE49-F238E27FC236}">
                    <a16:creationId xmlns:a16="http://schemas.microsoft.com/office/drawing/2014/main" id="{513EFE2B-A855-4E50-9F14-4F3A16E60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3864"/>
                <a:ext cx="30" cy="15"/>
              </a:xfrm>
              <a:custGeom>
                <a:avLst/>
                <a:gdLst>
                  <a:gd name="T0" fmla="*/ 188 w 12"/>
                  <a:gd name="T1" fmla="*/ 0 h 6"/>
                  <a:gd name="T2" fmla="*/ 0 w 12"/>
                  <a:gd name="T3" fmla="*/ 50 h 6"/>
                  <a:gd name="T4" fmla="*/ 158 w 12"/>
                  <a:gd name="T5" fmla="*/ 20 h 6"/>
                  <a:gd name="T6" fmla="*/ 158 w 12"/>
                  <a:gd name="T7" fmla="*/ 3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12" y="0"/>
                    </a:moveTo>
                    <a:cubicBezTo>
                      <a:pt x="9" y="1"/>
                      <a:pt x="4" y="3"/>
                      <a:pt x="0" y="3"/>
                    </a:cubicBezTo>
                    <a:cubicBezTo>
                      <a:pt x="2" y="2"/>
                      <a:pt x="10" y="6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3" name="Freeform 714">
                <a:extLst>
                  <a:ext uri="{FF2B5EF4-FFF2-40B4-BE49-F238E27FC236}">
                    <a16:creationId xmlns:a16="http://schemas.microsoft.com/office/drawing/2014/main" id="{5206FB04-4DF6-4298-AF02-0392A29DA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871"/>
                <a:ext cx="38" cy="13"/>
              </a:xfrm>
              <a:custGeom>
                <a:avLst/>
                <a:gdLst>
                  <a:gd name="T0" fmla="*/ 129 w 15"/>
                  <a:gd name="T1" fmla="*/ 0 h 5"/>
                  <a:gd name="T2" fmla="*/ 0 w 15"/>
                  <a:gd name="T3" fmla="*/ 55 h 5"/>
                  <a:gd name="T4" fmla="*/ 243 w 15"/>
                  <a:gd name="T5" fmla="*/ 34 h 5"/>
                  <a:gd name="T6" fmla="*/ 160 w 1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">
                    <a:moveTo>
                      <a:pt x="8" y="0"/>
                    </a:moveTo>
                    <a:cubicBezTo>
                      <a:pt x="6" y="0"/>
                      <a:pt x="2" y="1"/>
                      <a:pt x="0" y="3"/>
                    </a:cubicBezTo>
                    <a:cubicBezTo>
                      <a:pt x="5" y="4"/>
                      <a:pt x="11" y="5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4" name="Freeform 715">
                <a:extLst>
                  <a:ext uri="{FF2B5EF4-FFF2-40B4-BE49-F238E27FC236}">
                    <a16:creationId xmlns:a16="http://schemas.microsoft.com/office/drawing/2014/main" id="{FA29A136-827A-4E4D-A681-0E3CE325B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3874"/>
                <a:ext cx="33" cy="12"/>
              </a:xfrm>
              <a:custGeom>
                <a:avLst/>
                <a:gdLst>
                  <a:gd name="T0" fmla="*/ 51 w 13"/>
                  <a:gd name="T1" fmla="*/ 41 h 5"/>
                  <a:gd name="T2" fmla="*/ 213 w 13"/>
                  <a:gd name="T3" fmla="*/ 12 h 5"/>
                  <a:gd name="T4" fmla="*/ 193 w 13"/>
                  <a:gd name="T5" fmla="*/ 70 h 5"/>
                  <a:gd name="T6" fmla="*/ 20 w 13"/>
                  <a:gd name="T7" fmla="*/ 0 h 5"/>
                  <a:gd name="T8" fmla="*/ 0 w 13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3" y="3"/>
                    </a:moveTo>
                    <a:cubicBezTo>
                      <a:pt x="6" y="2"/>
                      <a:pt x="10" y="1"/>
                      <a:pt x="13" y="1"/>
                    </a:cubicBezTo>
                    <a:cubicBezTo>
                      <a:pt x="13" y="2"/>
                      <a:pt x="12" y="4"/>
                      <a:pt x="12" y="5"/>
                    </a:cubicBezTo>
                    <a:cubicBezTo>
                      <a:pt x="8" y="5"/>
                      <a:pt x="4" y="3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5" name="Freeform 716">
                <a:extLst>
                  <a:ext uri="{FF2B5EF4-FFF2-40B4-BE49-F238E27FC236}">
                    <a16:creationId xmlns:a16="http://schemas.microsoft.com/office/drawing/2014/main" id="{0F219EF3-C9A5-4143-B515-6B5C09742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879"/>
                <a:ext cx="53" cy="15"/>
              </a:xfrm>
              <a:custGeom>
                <a:avLst/>
                <a:gdLst>
                  <a:gd name="T0" fmla="*/ 179 w 21"/>
                  <a:gd name="T1" fmla="*/ 0 h 6"/>
                  <a:gd name="T2" fmla="*/ 318 w 21"/>
                  <a:gd name="T3" fmla="*/ 20 h 6"/>
                  <a:gd name="T4" fmla="*/ 209 w 21"/>
                  <a:gd name="T5" fmla="*/ 33 h 6"/>
                  <a:gd name="T6" fmla="*/ 0 w 21"/>
                  <a:gd name="T7" fmla="*/ 6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6">
                    <a:moveTo>
                      <a:pt x="11" y="0"/>
                    </a:moveTo>
                    <a:cubicBezTo>
                      <a:pt x="14" y="1"/>
                      <a:pt x="17" y="0"/>
                      <a:pt x="20" y="1"/>
                    </a:cubicBezTo>
                    <a:cubicBezTo>
                      <a:pt x="21" y="6"/>
                      <a:pt x="16" y="3"/>
                      <a:pt x="13" y="2"/>
                    </a:cubicBezTo>
                    <a:cubicBezTo>
                      <a:pt x="9" y="0"/>
                      <a:pt x="4" y="2"/>
                      <a:pt x="0" y="4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6" name="Freeform 717">
                <a:extLst>
                  <a:ext uri="{FF2B5EF4-FFF2-40B4-BE49-F238E27FC236}">
                    <a16:creationId xmlns:a16="http://schemas.microsoft.com/office/drawing/2014/main" id="{3012D053-CFD5-4BED-8C36-630B3776B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881"/>
                <a:ext cx="27" cy="10"/>
              </a:xfrm>
              <a:custGeom>
                <a:avLst/>
                <a:gdLst>
                  <a:gd name="T0" fmla="*/ 61 w 11"/>
                  <a:gd name="T1" fmla="*/ 0 h 4"/>
                  <a:gd name="T2" fmla="*/ 162 w 11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4" y="0"/>
                    </a:moveTo>
                    <a:cubicBezTo>
                      <a:pt x="0" y="4"/>
                      <a:pt x="8" y="4"/>
                      <a:pt x="11" y="3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7" name="Freeform 718">
                <a:extLst>
                  <a:ext uri="{FF2B5EF4-FFF2-40B4-BE49-F238E27FC236}">
                    <a16:creationId xmlns:a16="http://schemas.microsoft.com/office/drawing/2014/main" id="{9317099E-4F17-431E-815B-F9009EFB3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809"/>
                <a:ext cx="43" cy="25"/>
              </a:xfrm>
              <a:custGeom>
                <a:avLst/>
                <a:gdLst>
                  <a:gd name="T0" fmla="*/ 0 w 17"/>
                  <a:gd name="T1" fmla="*/ 33 h 10"/>
                  <a:gd name="T2" fmla="*/ 192 w 17"/>
                  <a:gd name="T3" fmla="*/ 33 h 10"/>
                  <a:gd name="T4" fmla="*/ 276 w 17"/>
                  <a:gd name="T5" fmla="*/ 158 h 10"/>
                  <a:gd name="T6" fmla="*/ 63 w 17"/>
                  <a:gd name="T7" fmla="*/ 3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0" y="2"/>
                    </a:moveTo>
                    <a:cubicBezTo>
                      <a:pt x="3" y="2"/>
                      <a:pt x="10" y="0"/>
                      <a:pt x="12" y="2"/>
                    </a:cubicBezTo>
                    <a:cubicBezTo>
                      <a:pt x="14" y="4"/>
                      <a:pt x="13" y="10"/>
                      <a:pt x="17" y="10"/>
                    </a:cubicBezTo>
                    <a:cubicBezTo>
                      <a:pt x="13" y="7"/>
                      <a:pt x="8" y="5"/>
                      <a:pt x="4" y="2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8" name="Freeform 719">
                <a:extLst>
                  <a:ext uri="{FF2B5EF4-FFF2-40B4-BE49-F238E27FC236}">
                    <a16:creationId xmlns:a16="http://schemas.microsoft.com/office/drawing/2014/main" id="{53CC4070-77EA-49B9-97EA-4D777F482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3826"/>
                <a:ext cx="33" cy="18"/>
              </a:xfrm>
              <a:custGeom>
                <a:avLst/>
                <a:gdLst>
                  <a:gd name="T0" fmla="*/ 20 w 13"/>
                  <a:gd name="T1" fmla="*/ 0 h 7"/>
                  <a:gd name="T2" fmla="*/ 20 w 13"/>
                  <a:gd name="T3" fmla="*/ 100 h 7"/>
                  <a:gd name="T4" fmla="*/ 213 w 13"/>
                  <a:gd name="T5" fmla="*/ 118 h 7"/>
                  <a:gd name="T6" fmla="*/ 117 w 13"/>
                  <a:gd name="T7" fmla="*/ 54 h 7"/>
                  <a:gd name="T8" fmla="*/ 0 w 13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0"/>
                    </a:moveTo>
                    <a:cubicBezTo>
                      <a:pt x="1" y="2"/>
                      <a:pt x="1" y="4"/>
                      <a:pt x="1" y="6"/>
                    </a:cubicBezTo>
                    <a:cubicBezTo>
                      <a:pt x="6" y="4"/>
                      <a:pt x="8" y="7"/>
                      <a:pt x="13" y="7"/>
                    </a:cubicBezTo>
                    <a:cubicBezTo>
                      <a:pt x="11" y="6"/>
                      <a:pt x="9" y="4"/>
                      <a:pt x="7" y="3"/>
                    </a:cubicBezTo>
                    <a:cubicBezTo>
                      <a:pt x="5" y="2"/>
                      <a:pt x="1" y="2"/>
                      <a:pt x="0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9" name="Freeform 720">
                <a:extLst>
                  <a:ext uri="{FF2B5EF4-FFF2-40B4-BE49-F238E27FC236}">
                    <a16:creationId xmlns:a16="http://schemas.microsoft.com/office/drawing/2014/main" id="{BDDBBF37-0BE5-4BD2-B134-EA5DF7D2E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3836"/>
                <a:ext cx="38" cy="18"/>
              </a:xfrm>
              <a:custGeom>
                <a:avLst/>
                <a:gdLst>
                  <a:gd name="T0" fmla="*/ 0 w 15"/>
                  <a:gd name="T1" fmla="*/ 0 h 7"/>
                  <a:gd name="T2" fmla="*/ 0 w 15"/>
                  <a:gd name="T3" fmla="*/ 67 h 7"/>
                  <a:gd name="T4" fmla="*/ 33 w 15"/>
                  <a:gd name="T5" fmla="*/ 0 h 7"/>
                  <a:gd name="T6" fmla="*/ 213 w 15"/>
                  <a:gd name="T7" fmla="*/ 100 h 7"/>
                  <a:gd name="T8" fmla="*/ 129 w 15"/>
                  <a:gd name="T9" fmla="*/ 85 h 7"/>
                  <a:gd name="T10" fmla="*/ 20 w 15"/>
                  <a:gd name="T11" fmla="*/ 85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">
                    <a:moveTo>
                      <a:pt x="0" y="0"/>
                    </a:moveTo>
                    <a:cubicBezTo>
                      <a:pt x="1" y="1"/>
                      <a:pt x="1" y="3"/>
                      <a:pt x="0" y="4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4" y="2"/>
                      <a:pt x="15" y="3"/>
                      <a:pt x="13" y="6"/>
                    </a:cubicBezTo>
                    <a:cubicBezTo>
                      <a:pt x="11" y="7"/>
                      <a:pt x="10" y="5"/>
                      <a:pt x="8" y="5"/>
                    </a:cubicBezTo>
                    <a:cubicBezTo>
                      <a:pt x="6" y="4"/>
                      <a:pt x="3" y="5"/>
                      <a:pt x="1" y="5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0" name="Freeform 721">
                <a:extLst>
                  <a:ext uri="{FF2B5EF4-FFF2-40B4-BE49-F238E27FC236}">
                    <a16:creationId xmlns:a16="http://schemas.microsoft.com/office/drawing/2014/main" id="{F38D84B9-D7B3-4A7D-976C-3A29E67FA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3859"/>
                <a:ext cx="42" cy="17"/>
              </a:xfrm>
              <a:custGeom>
                <a:avLst/>
                <a:gdLst>
                  <a:gd name="T0" fmla="*/ 30 w 17"/>
                  <a:gd name="T1" fmla="*/ 0 h 7"/>
                  <a:gd name="T2" fmla="*/ 104 w 17"/>
                  <a:gd name="T3" fmla="*/ 58 h 7"/>
                  <a:gd name="T4" fmla="*/ 257 w 17"/>
                  <a:gd name="T5" fmla="*/ 87 h 7"/>
                  <a:gd name="T6" fmla="*/ 245 w 17"/>
                  <a:gd name="T7" fmla="*/ 29 h 7"/>
                  <a:gd name="T8" fmla="*/ 62 w 1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0" y="3"/>
                      <a:pt x="5" y="4"/>
                      <a:pt x="7" y="4"/>
                    </a:cubicBezTo>
                    <a:cubicBezTo>
                      <a:pt x="10" y="5"/>
                      <a:pt x="15" y="7"/>
                      <a:pt x="17" y="6"/>
                    </a:cubicBezTo>
                    <a:cubicBezTo>
                      <a:pt x="17" y="5"/>
                      <a:pt x="17" y="3"/>
                      <a:pt x="16" y="2"/>
                    </a:cubicBezTo>
                    <a:cubicBezTo>
                      <a:pt x="13" y="5"/>
                      <a:pt x="7" y="2"/>
                      <a:pt x="4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1" name="Freeform 722">
                <a:extLst>
                  <a:ext uri="{FF2B5EF4-FFF2-40B4-BE49-F238E27FC236}">
                    <a16:creationId xmlns:a16="http://schemas.microsoft.com/office/drawing/2014/main" id="{953AC05B-C9E6-4DFA-9070-E956E2E24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3854"/>
                <a:ext cx="17" cy="7"/>
              </a:xfrm>
              <a:custGeom>
                <a:avLst/>
                <a:gdLst>
                  <a:gd name="T0" fmla="*/ 41 w 7"/>
                  <a:gd name="T1" fmla="*/ 28 h 3"/>
                  <a:gd name="T2" fmla="*/ 58 w 7"/>
                  <a:gd name="T3" fmla="*/ 0 h 3"/>
                  <a:gd name="T4" fmla="*/ 100 w 7"/>
                  <a:gd name="T5" fmla="*/ 28 h 3"/>
                  <a:gd name="T6" fmla="*/ 0 w 7"/>
                  <a:gd name="T7" fmla="*/ 1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3" y="0"/>
                      <a:pt x="4" y="0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5" y="2"/>
                      <a:pt x="1" y="3"/>
                      <a:pt x="0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2" name="Freeform 723">
                <a:extLst>
                  <a:ext uri="{FF2B5EF4-FFF2-40B4-BE49-F238E27FC236}">
                    <a16:creationId xmlns:a16="http://schemas.microsoft.com/office/drawing/2014/main" id="{DF18E034-603A-4007-9944-E6FAD0CBF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3864"/>
                <a:ext cx="40" cy="20"/>
              </a:xfrm>
              <a:custGeom>
                <a:avLst/>
                <a:gdLst>
                  <a:gd name="T0" fmla="*/ 33 w 16"/>
                  <a:gd name="T1" fmla="*/ 20 h 8"/>
                  <a:gd name="T2" fmla="*/ 20 w 16"/>
                  <a:gd name="T3" fmla="*/ 125 h 8"/>
                  <a:gd name="T4" fmla="*/ 63 w 16"/>
                  <a:gd name="T5" fmla="*/ 63 h 8"/>
                  <a:gd name="T6" fmla="*/ 63 w 16"/>
                  <a:gd name="T7" fmla="*/ 63 h 8"/>
                  <a:gd name="T8" fmla="*/ 50 w 16"/>
                  <a:gd name="T9" fmla="*/ 63 h 8"/>
                  <a:gd name="T10" fmla="*/ 250 w 16"/>
                  <a:gd name="T11" fmla="*/ 63 h 8"/>
                  <a:gd name="T12" fmla="*/ 0 w 1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2" y="1"/>
                    </a:moveTo>
                    <a:cubicBezTo>
                      <a:pt x="3" y="3"/>
                      <a:pt x="2" y="5"/>
                      <a:pt x="1" y="8"/>
                    </a:cubicBezTo>
                    <a:cubicBezTo>
                      <a:pt x="2" y="7"/>
                      <a:pt x="3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6" y="2"/>
                      <a:pt x="13" y="4"/>
                      <a:pt x="16" y="4"/>
                    </a:cubicBezTo>
                    <a:cubicBezTo>
                      <a:pt x="11" y="4"/>
                      <a:pt x="4" y="2"/>
                      <a:pt x="0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3" name="Freeform 724">
                <a:extLst>
                  <a:ext uri="{FF2B5EF4-FFF2-40B4-BE49-F238E27FC236}">
                    <a16:creationId xmlns:a16="http://schemas.microsoft.com/office/drawing/2014/main" id="{F46E5735-E75F-4B54-B400-70002E5D2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3876"/>
                <a:ext cx="57" cy="15"/>
              </a:xfrm>
              <a:custGeom>
                <a:avLst/>
                <a:gdLst>
                  <a:gd name="T0" fmla="*/ 74 w 23"/>
                  <a:gd name="T1" fmla="*/ 20 h 6"/>
                  <a:gd name="T2" fmla="*/ 166 w 23"/>
                  <a:gd name="T3" fmla="*/ 50 h 6"/>
                  <a:gd name="T4" fmla="*/ 349 w 23"/>
                  <a:gd name="T5" fmla="*/ 83 h 6"/>
                  <a:gd name="T6" fmla="*/ 287 w 23"/>
                  <a:gd name="T7" fmla="*/ 20 h 6"/>
                  <a:gd name="T8" fmla="*/ 228 w 23"/>
                  <a:gd name="T9" fmla="*/ 50 h 6"/>
                  <a:gd name="T10" fmla="*/ 74 w 23"/>
                  <a:gd name="T11" fmla="*/ 3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6">
                    <a:moveTo>
                      <a:pt x="5" y="1"/>
                    </a:moveTo>
                    <a:cubicBezTo>
                      <a:pt x="0" y="5"/>
                      <a:pt x="9" y="3"/>
                      <a:pt x="11" y="3"/>
                    </a:cubicBezTo>
                    <a:cubicBezTo>
                      <a:pt x="15" y="3"/>
                      <a:pt x="19" y="6"/>
                      <a:pt x="23" y="5"/>
                    </a:cubicBezTo>
                    <a:cubicBezTo>
                      <a:pt x="22" y="4"/>
                      <a:pt x="20" y="3"/>
                      <a:pt x="19" y="1"/>
                    </a:cubicBezTo>
                    <a:cubicBezTo>
                      <a:pt x="19" y="4"/>
                      <a:pt x="17" y="3"/>
                      <a:pt x="15" y="3"/>
                    </a:cubicBezTo>
                    <a:cubicBezTo>
                      <a:pt x="12" y="1"/>
                      <a:pt x="9" y="0"/>
                      <a:pt x="5" y="2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4" name="Freeform 725">
                <a:extLst>
                  <a:ext uri="{FF2B5EF4-FFF2-40B4-BE49-F238E27FC236}">
                    <a16:creationId xmlns:a16="http://schemas.microsoft.com/office/drawing/2014/main" id="{464AE6DA-EFE3-4CEC-91D9-1FE9017E2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879"/>
                <a:ext cx="30" cy="10"/>
              </a:xfrm>
              <a:custGeom>
                <a:avLst/>
                <a:gdLst>
                  <a:gd name="T0" fmla="*/ 33 w 12"/>
                  <a:gd name="T1" fmla="*/ 0 h 4"/>
                  <a:gd name="T2" fmla="*/ 63 w 12"/>
                  <a:gd name="T3" fmla="*/ 50 h 4"/>
                  <a:gd name="T4" fmla="*/ 188 w 12"/>
                  <a:gd name="T5" fmla="*/ 63 h 4"/>
                  <a:gd name="T6" fmla="*/ 95 w 12"/>
                  <a:gd name="T7" fmla="*/ 20 h 4"/>
                  <a:gd name="T8" fmla="*/ 0 w 1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1" y="3"/>
                      <a:pt x="2" y="2"/>
                      <a:pt x="4" y="3"/>
                    </a:cubicBezTo>
                    <a:cubicBezTo>
                      <a:pt x="7" y="3"/>
                      <a:pt x="9" y="3"/>
                      <a:pt x="12" y="4"/>
                    </a:cubicBezTo>
                    <a:cubicBezTo>
                      <a:pt x="10" y="3"/>
                      <a:pt x="8" y="2"/>
                      <a:pt x="6" y="1"/>
                    </a:cubicBezTo>
                    <a:cubicBezTo>
                      <a:pt x="4" y="0"/>
                      <a:pt x="2" y="1"/>
                      <a:pt x="0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5" name="Freeform 726">
                <a:extLst>
                  <a:ext uri="{FF2B5EF4-FFF2-40B4-BE49-F238E27FC236}">
                    <a16:creationId xmlns:a16="http://schemas.microsoft.com/office/drawing/2014/main" id="{DB52362D-E5C2-4BBF-95D7-0833D55B3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3879"/>
                <a:ext cx="25" cy="15"/>
              </a:xfrm>
              <a:custGeom>
                <a:avLst/>
                <a:gdLst>
                  <a:gd name="T0" fmla="*/ 50 w 10"/>
                  <a:gd name="T1" fmla="*/ 20 h 6"/>
                  <a:gd name="T2" fmla="*/ 158 w 10"/>
                  <a:gd name="T3" fmla="*/ 63 h 6"/>
                  <a:gd name="T4" fmla="*/ 33 w 10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3" y="1"/>
                    </a:moveTo>
                    <a:cubicBezTo>
                      <a:pt x="0" y="6"/>
                      <a:pt x="8" y="4"/>
                      <a:pt x="10" y="4"/>
                    </a:cubicBezTo>
                    <a:cubicBezTo>
                      <a:pt x="8" y="2"/>
                      <a:pt x="4" y="2"/>
                      <a:pt x="2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6" name="Freeform 727">
                <a:extLst>
                  <a:ext uri="{FF2B5EF4-FFF2-40B4-BE49-F238E27FC236}">
                    <a16:creationId xmlns:a16="http://schemas.microsoft.com/office/drawing/2014/main" id="{7B048177-7F04-44D1-8459-6B51AF847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3456"/>
                <a:ext cx="15" cy="28"/>
              </a:xfrm>
              <a:custGeom>
                <a:avLst/>
                <a:gdLst>
                  <a:gd name="T0" fmla="*/ 0 w 6"/>
                  <a:gd name="T1" fmla="*/ 51 h 11"/>
                  <a:gd name="T2" fmla="*/ 63 w 6"/>
                  <a:gd name="T3" fmla="*/ 181 h 11"/>
                  <a:gd name="T4" fmla="*/ 95 w 6"/>
                  <a:gd name="T5" fmla="*/ 150 h 11"/>
                  <a:gd name="T6" fmla="*/ 33 w 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0" y="3"/>
                    </a:moveTo>
                    <a:cubicBezTo>
                      <a:pt x="2" y="5"/>
                      <a:pt x="2" y="9"/>
                      <a:pt x="4" y="11"/>
                    </a:cubicBezTo>
                    <a:cubicBezTo>
                      <a:pt x="4" y="10"/>
                      <a:pt x="5" y="9"/>
                      <a:pt x="6" y="9"/>
                    </a:cubicBezTo>
                    <a:cubicBezTo>
                      <a:pt x="3" y="8"/>
                      <a:pt x="2" y="2"/>
                      <a:pt x="2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7" name="Freeform 728">
                <a:extLst>
                  <a:ext uri="{FF2B5EF4-FFF2-40B4-BE49-F238E27FC236}">
                    <a16:creationId xmlns:a16="http://schemas.microsoft.com/office/drawing/2014/main" id="{A1FC5710-9C02-4B49-B059-37F72438D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459"/>
                <a:ext cx="13" cy="52"/>
              </a:xfrm>
              <a:custGeom>
                <a:avLst/>
                <a:gdLst>
                  <a:gd name="T0" fmla="*/ 0 w 5"/>
                  <a:gd name="T1" fmla="*/ 0 h 21"/>
                  <a:gd name="T2" fmla="*/ 55 w 5"/>
                  <a:gd name="T3" fmla="*/ 124 h 21"/>
                  <a:gd name="T4" fmla="*/ 88 w 5"/>
                  <a:gd name="T5" fmla="*/ 319 h 21"/>
                  <a:gd name="T6" fmla="*/ 21 w 5"/>
                  <a:gd name="T7" fmla="*/ 196 h 21"/>
                  <a:gd name="T8" fmla="*/ 21 w 5"/>
                  <a:gd name="T9" fmla="*/ 3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1">
                    <a:moveTo>
                      <a:pt x="0" y="0"/>
                    </a:moveTo>
                    <a:cubicBezTo>
                      <a:pt x="4" y="3"/>
                      <a:pt x="3" y="3"/>
                      <a:pt x="3" y="8"/>
                    </a:cubicBezTo>
                    <a:cubicBezTo>
                      <a:pt x="3" y="13"/>
                      <a:pt x="4" y="17"/>
                      <a:pt x="5" y="21"/>
                    </a:cubicBezTo>
                    <a:cubicBezTo>
                      <a:pt x="4" y="19"/>
                      <a:pt x="1" y="15"/>
                      <a:pt x="1" y="13"/>
                    </a:cubicBezTo>
                    <a:cubicBezTo>
                      <a:pt x="0" y="10"/>
                      <a:pt x="2" y="5"/>
                      <a:pt x="1" y="2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8" name="Freeform 729">
                <a:extLst>
                  <a:ext uri="{FF2B5EF4-FFF2-40B4-BE49-F238E27FC236}">
                    <a16:creationId xmlns:a16="http://schemas.microsoft.com/office/drawing/2014/main" id="{9B653D8D-795C-475B-8923-F9D8C10EE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501"/>
                <a:ext cx="18" cy="40"/>
              </a:xfrm>
              <a:custGeom>
                <a:avLst/>
                <a:gdLst>
                  <a:gd name="T0" fmla="*/ 21 w 7"/>
                  <a:gd name="T1" fmla="*/ 20 h 16"/>
                  <a:gd name="T2" fmla="*/ 100 w 7"/>
                  <a:gd name="T3" fmla="*/ 250 h 16"/>
                  <a:gd name="T4" fmla="*/ 118 w 7"/>
                  <a:gd name="T5" fmla="*/ 125 h 16"/>
                  <a:gd name="T6" fmla="*/ 21 w 7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6">
                    <a:moveTo>
                      <a:pt x="1" y="1"/>
                    </a:moveTo>
                    <a:cubicBezTo>
                      <a:pt x="0" y="4"/>
                      <a:pt x="3" y="14"/>
                      <a:pt x="6" y="16"/>
                    </a:cubicBezTo>
                    <a:cubicBezTo>
                      <a:pt x="5" y="13"/>
                      <a:pt x="6" y="11"/>
                      <a:pt x="7" y="8"/>
                    </a:cubicBezTo>
                    <a:cubicBezTo>
                      <a:pt x="4" y="7"/>
                      <a:pt x="3" y="2"/>
                      <a:pt x="1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9" name="Freeform 730">
                <a:extLst>
                  <a:ext uri="{FF2B5EF4-FFF2-40B4-BE49-F238E27FC236}">
                    <a16:creationId xmlns:a16="http://schemas.microsoft.com/office/drawing/2014/main" id="{4285621C-915A-4477-ADA1-8A9E7DA8C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524"/>
                <a:ext cx="15" cy="42"/>
              </a:xfrm>
              <a:custGeom>
                <a:avLst/>
                <a:gdLst>
                  <a:gd name="T0" fmla="*/ 0 w 6"/>
                  <a:gd name="T1" fmla="*/ 30 h 17"/>
                  <a:gd name="T2" fmla="*/ 95 w 6"/>
                  <a:gd name="T3" fmla="*/ 257 h 17"/>
                  <a:gd name="T4" fmla="*/ 63 w 6"/>
                  <a:gd name="T5" fmla="*/ 133 h 17"/>
                  <a:gd name="T6" fmla="*/ 20 w 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7">
                    <a:moveTo>
                      <a:pt x="0" y="2"/>
                    </a:moveTo>
                    <a:cubicBezTo>
                      <a:pt x="0" y="7"/>
                      <a:pt x="2" y="14"/>
                      <a:pt x="6" y="17"/>
                    </a:cubicBezTo>
                    <a:cubicBezTo>
                      <a:pt x="5" y="14"/>
                      <a:pt x="5" y="11"/>
                      <a:pt x="4" y="9"/>
                    </a:cubicBezTo>
                    <a:cubicBezTo>
                      <a:pt x="4" y="6"/>
                      <a:pt x="1" y="2"/>
                      <a:pt x="1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0" name="Freeform 731">
                <a:extLst>
                  <a:ext uri="{FF2B5EF4-FFF2-40B4-BE49-F238E27FC236}">
                    <a16:creationId xmlns:a16="http://schemas.microsoft.com/office/drawing/2014/main" id="{73809ACC-9B24-4921-9F66-7B1D8B480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3541"/>
                <a:ext cx="13" cy="30"/>
              </a:xfrm>
              <a:custGeom>
                <a:avLst/>
                <a:gdLst>
                  <a:gd name="T0" fmla="*/ 34 w 5"/>
                  <a:gd name="T1" fmla="*/ 0 h 12"/>
                  <a:gd name="T2" fmla="*/ 88 w 5"/>
                  <a:gd name="T3" fmla="*/ 188 h 12"/>
                  <a:gd name="T4" fmla="*/ 55 w 5"/>
                  <a:gd name="T5" fmla="*/ 5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2" y="0"/>
                    </a:moveTo>
                    <a:cubicBezTo>
                      <a:pt x="0" y="4"/>
                      <a:pt x="4" y="8"/>
                      <a:pt x="5" y="12"/>
                    </a:cubicBezTo>
                    <a:cubicBezTo>
                      <a:pt x="5" y="9"/>
                      <a:pt x="4" y="6"/>
                      <a:pt x="3" y="3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1" name="Freeform 732">
                <a:extLst>
                  <a:ext uri="{FF2B5EF4-FFF2-40B4-BE49-F238E27FC236}">
                    <a16:creationId xmlns:a16="http://schemas.microsoft.com/office/drawing/2014/main" id="{2B3D5FDD-DDC6-4292-AC73-3E8FD512A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3559"/>
                <a:ext cx="20" cy="45"/>
              </a:xfrm>
              <a:custGeom>
                <a:avLst/>
                <a:gdLst>
                  <a:gd name="T0" fmla="*/ 33 w 8"/>
                  <a:gd name="T1" fmla="*/ 113 h 18"/>
                  <a:gd name="T2" fmla="*/ 125 w 8"/>
                  <a:gd name="T3" fmla="*/ 283 h 18"/>
                  <a:gd name="T4" fmla="*/ 50 w 8"/>
                  <a:gd name="T5" fmla="*/ 95 h 18"/>
                  <a:gd name="T6" fmla="*/ 63 w 8"/>
                  <a:gd name="T7" fmla="*/ 33 h 18"/>
                  <a:gd name="T8" fmla="*/ 20 w 8"/>
                  <a:gd name="T9" fmla="*/ 6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2" y="7"/>
                    </a:moveTo>
                    <a:cubicBezTo>
                      <a:pt x="0" y="10"/>
                      <a:pt x="5" y="17"/>
                      <a:pt x="8" y="18"/>
                    </a:cubicBezTo>
                    <a:cubicBezTo>
                      <a:pt x="6" y="15"/>
                      <a:pt x="3" y="11"/>
                      <a:pt x="3" y="6"/>
                    </a:cubicBezTo>
                    <a:cubicBezTo>
                      <a:pt x="3" y="5"/>
                      <a:pt x="5" y="3"/>
                      <a:pt x="4" y="2"/>
                    </a:cubicBezTo>
                    <a:cubicBezTo>
                      <a:pt x="2" y="0"/>
                      <a:pt x="1" y="3"/>
                      <a:pt x="1" y="4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2" name="Freeform 733">
                <a:extLst>
                  <a:ext uri="{FF2B5EF4-FFF2-40B4-BE49-F238E27FC236}">
                    <a16:creationId xmlns:a16="http://schemas.microsoft.com/office/drawing/2014/main" id="{703C1D47-5BF6-42F8-9680-E8656BEB4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586"/>
                <a:ext cx="13" cy="33"/>
              </a:xfrm>
              <a:custGeom>
                <a:avLst/>
                <a:gdLst>
                  <a:gd name="T0" fmla="*/ 21 w 5"/>
                  <a:gd name="T1" fmla="*/ 20 h 13"/>
                  <a:gd name="T2" fmla="*/ 0 w 5"/>
                  <a:gd name="T3" fmla="*/ 0 h 13"/>
                  <a:gd name="T4" fmla="*/ 88 w 5"/>
                  <a:gd name="T5" fmla="*/ 213 h 13"/>
                  <a:gd name="T6" fmla="*/ 0 w 5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3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5"/>
                      <a:pt x="2" y="10"/>
                      <a:pt x="5" y="13"/>
                    </a:cubicBezTo>
                    <a:cubicBezTo>
                      <a:pt x="3" y="9"/>
                      <a:pt x="2" y="2"/>
                      <a:pt x="0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3" name="Freeform 734">
                <a:extLst>
                  <a:ext uri="{FF2B5EF4-FFF2-40B4-BE49-F238E27FC236}">
                    <a16:creationId xmlns:a16="http://schemas.microsoft.com/office/drawing/2014/main" id="{FF7BD9E4-70E2-4EB6-AE5E-D339795ED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3621"/>
                <a:ext cx="23" cy="25"/>
              </a:xfrm>
              <a:custGeom>
                <a:avLst/>
                <a:gdLst>
                  <a:gd name="T0" fmla="*/ 20 w 9"/>
                  <a:gd name="T1" fmla="*/ 0 h 10"/>
                  <a:gd name="T2" fmla="*/ 118 w 9"/>
                  <a:gd name="T3" fmla="*/ 83 h 10"/>
                  <a:gd name="T4" fmla="*/ 151 w 9"/>
                  <a:gd name="T5" fmla="*/ 158 h 10"/>
                  <a:gd name="T6" fmla="*/ 20 w 9"/>
                  <a:gd name="T7" fmla="*/ 2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1" y="0"/>
                    </a:moveTo>
                    <a:cubicBezTo>
                      <a:pt x="3" y="1"/>
                      <a:pt x="6" y="3"/>
                      <a:pt x="7" y="5"/>
                    </a:cubicBezTo>
                    <a:cubicBezTo>
                      <a:pt x="8" y="7"/>
                      <a:pt x="8" y="9"/>
                      <a:pt x="9" y="10"/>
                    </a:cubicBezTo>
                    <a:cubicBezTo>
                      <a:pt x="7" y="8"/>
                      <a:pt x="0" y="3"/>
                      <a:pt x="1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4" name="Freeform 735">
                <a:extLst>
                  <a:ext uri="{FF2B5EF4-FFF2-40B4-BE49-F238E27FC236}">
                    <a16:creationId xmlns:a16="http://schemas.microsoft.com/office/drawing/2014/main" id="{767D0608-3033-4DF2-B794-3D9202000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599"/>
                <a:ext cx="12" cy="22"/>
              </a:xfrm>
              <a:custGeom>
                <a:avLst/>
                <a:gdLst>
                  <a:gd name="T0" fmla="*/ 12 w 5"/>
                  <a:gd name="T1" fmla="*/ 42 h 9"/>
                  <a:gd name="T2" fmla="*/ 58 w 5"/>
                  <a:gd name="T3" fmla="*/ 132 h 9"/>
                  <a:gd name="T4" fmla="*/ 70 w 5"/>
                  <a:gd name="T5" fmla="*/ 29 h 9"/>
                  <a:gd name="T6" fmla="*/ 12 w 5"/>
                  <a:gd name="T7" fmla="*/ 1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1" y="3"/>
                    </a:moveTo>
                    <a:cubicBezTo>
                      <a:pt x="0" y="5"/>
                      <a:pt x="2" y="8"/>
                      <a:pt x="4" y="9"/>
                    </a:cubicBezTo>
                    <a:cubicBezTo>
                      <a:pt x="4" y="6"/>
                      <a:pt x="3" y="4"/>
                      <a:pt x="5" y="2"/>
                    </a:cubicBezTo>
                    <a:cubicBezTo>
                      <a:pt x="4" y="0"/>
                      <a:pt x="2" y="0"/>
                      <a:pt x="1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5" name="Freeform 736">
                <a:extLst>
                  <a:ext uri="{FF2B5EF4-FFF2-40B4-BE49-F238E27FC236}">
                    <a16:creationId xmlns:a16="http://schemas.microsoft.com/office/drawing/2014/main" id="{3506BEAE-D977-46F7-BC09-2E54B7D22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3649"/>
                <a:ext cx="17" cy="30"/>
              </a:xfrm>
              <a:custGeom>
                <a:avLst/>
                <a:gdLst>
                  <a:gd name="T0" fmla="*/ 0 w 7"/>
                  <a:gd name="T1" fmla="*/ 20 h 12"/>
                  <a:gd name="T2" fmla="*/ 100 w 7"/>
                  <a:gd name="T3" fmla="*/ 188 h 12"/>
                  <a:gd name="T4" fmla="*/ 100 w 7"/>
                  <a:gd name="T5" fmla="*/ 63 h 12"/>
                  <a:gd name="T6" fmla="*/ 0 w 7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0" y="1"/>
                    </a:moveTo>
                    <a:cubicBezTo>
                      <a:pt x="1" y="5"/>
                      <a:pt x="5" y="9"/>
                      <a:pt x="7" y="12"/>
                    </a:cubicBezTo>
                    <a:cubicBezTo>
                      <a:pt x="7" y="10"/>
                      <a:pt x="5" y="7"/>
                      <a:pt x="7" y="4"/>
                    </a:cubicBezTo>
                    <a:cubicBezTo>
                      <a:pt x="4" y="4"/>
                      <a:pt x="1" y="1"/>
                      <a:pt x="0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6" name="Freeform 737">
                <a:extLst>
                  <a:ext uri="{FF2B5EF4-FFF2-40B4-BE49-F238E27FC236}">
                    <a16:creationId xmlns:a16="http://schemas.microsoft.com/office/drawing/2014/main" id="{A7CF0B79-A5EA-4A0F-851F-B6233152D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3666"/>
                <a:ext cx="22" cy="25"/>
              </a:xfrm>
              <a:custGeom>
                <a:avLst/>
                <a:gdLst>
                  <a:gd name="T0" fmla="*/ 29 w 9"/>
                  <a:gd name="T1" fmla="*/ 20 h 10"/>
                  <a:gd name="T2" fmla="*/ 120 w 9"/>
                  <a:gd name="T3" fmla="*/ 158 h 10"/>
                  <a:gd name="T4" fmla="*/ 29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2" y="1"/>
                    </a:moveTo>
                    <a:cubicBezTo>
                      <a:pt x="0" y="7"/>
                      <a:pt x="7" y="6"/>
                      <a:pt x="8" y="10"/>
                    </a:cubicBezTo>
                    <a:cubicBezTo>
                      <a:pt x="9" y="7"/>
                      <a:pt x="3" y="1"/>
                      <a:pt x="2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7" name="Freeform 738">
                <a:extLst>
                  <a:ext uri="{FF2B5EF4-FFF2-40B4-BE49-F238E27FC236}">
                    <a16:creationId xmlns:a16="http://schemas.microsoft.com/office/drawing/2014/main" id="{58015119-0494-4F3C-AE37-31F0C151A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3691"/>
                <a:ext cx="25" cy="33"/>
              </a:xfrm>
              <a:custGeom>
                <a:avLst/>
                <a:gdLst>
                  <a:gd name="T0" fmla="*/ 0 w 10"/>
                  <a:gd name="T1" fmla="*/ 0 h 13"/>
                  <a:gd name="T2" fmla="*/ 158 w 10"/>
                  <a:gd name="T3" fmla="*/ 213 h 13"/>
                  <a:gd name="T4" fmla="*/ 95 w 10"/>
                  <a:gd name="T5" fmla="*/ 84 h 13"/>
                  <a:gd name="T6" fmla="*/ 33 w 10"/>
                  <a:gd name="T7" fmla="*/ 2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0" y="0"/>
                    </a:moveTo>
                    <a:cubicBezTo>
                      <a:pt x="2" y="5"/>
                      <a:pt x="6" y="10"/>
                      <a:pt x="10" y="13"/>
                    </a:cubicBezTo>
                    <a:cubicBezTo>
                      <a:pt x="8" y="10"/>
                      <a:pt x="7" y="7"/>
                      <a:pt x="6" y="5"/>
                    </a:cubicBezTo>
                    <a:cubicBezTo>
                      <a:pt x="5" y="4"/>
                      <a:pt x="2" y="2"/>
                      <a:pt x="2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8" name="Freeform 739">
                <a:extLst>
                  <a:ext uri="{FF2B5EF4-FFF2-40B4-BE49-F238E27FC236}">
                    <a16:creationId xmlns:a16="http://schemas.microsoft.com/office/drawing/2014/main" id="{111C6C66-E962-4264-B063-0267AA80A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3716"/>
                <a:ext cx="32" cy="20"/>
              </a:xfrm>
              <a:custGeom>
                <a:avLst/>
                <a:gdLst>
                  <a:gd name="T0" fmla="*/ 42 w 13"/>
                  <a:gd name="T1" fmla="*/ 0 h 8"/>
                  <a:gd name="T2" fmla="*/ 194 w 13"/>
                  <a:gd name="T3" fmla="*/ 125 h 8"/>
                  <a:gd name="T4" fmla="*/ 182 w 13"/>
                  <a:gd name="T5" fmla="*/ 125 h 8"/>
                  <a:gd name="T6" fmla="*/ 62 w 13"/>
                  <a:gd name="T7" fmla="*/ 95 h 8"/>
                  <a:gd name="T8" fmla="*/ 0 w 13"/>
                  <a:gd name="T9" fmla="*/ 2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3" y="0"/>
                    </a:moveTo>
                    <a:cubicBezTo>
                      <a:pt x="6" y="3"/>
                      <a:pt x="12" y="4"/>
                      <a:pt x="13" y="8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10" y="8"/>
                      <a:pt x="7" y="8"/>
                      <a:pt x="4" y="6"/>
                    </a:cubicBezTo>
                    <a:cubicBezTo>
                      <a:pt x="2" y="5"/>
                      <a:pt x="2" y="2"/>
                      <a:pt x="0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9" name="Freeform 740">
                <a:extLst>
                  <a:ext uri="{FF2B5EF4-FFF2-40B4-BE49-F238E27FC236}">
                    <a16:creationId xmlns:a16="http://schemas.microsoft.com/office/drawing/2014/main" id="{56D7D063-4709-49CA-9085-809175F8E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736"/>
                <a:ext cx="37" cy="23"/>
              </a:xfrm>
              <a:custGeom>
                <a:avLst/>
                <a:gdLst>
                  <a:gd name="T0" fmla="*/ 91 w 15"/>
                  <a:gd name="T1" fmla="*/ 66 h 9"/>
                  <a:gd name="T2" fmla="*/ 224 w 15"/>
                  <a:gd name="T3" fmla="*/ 151 h 9"/>
                  <a:gd name="T4" fmla="*/ 0 w 15"/>
                  <a:gd name="T5" fmla="*/ 20 h 9"/>
                  <a:gd name="T6" fmla="*/ 12 w 15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6" y="4"/>
                    </a:moveTo>
                    <a:cubicBezTo>
                      <a:pt x="11" y="1"/>
                      <a:pt x="11" y="6"/>
                      <a:pt x="15" y="9"/>
                    </a:cubicBezTo>
                    <a:cubicBezTo>
                      <a:pt x="11" y="7"/>
                      <a:pt x="2" y="6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0" name="Freeform 741">
                <a:extLst>
                  <a:ext uri="{FF2B5EF4-FFF2-40B4-BE49-F238E27FC236}">
                    <a16:creationId xmlns:a16="http://schemas.microsoft.com/office/drawing/2014/main" id="{C48F4E8D-5530-4606-B5AF-6910EBC90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759"/>
                <a:ext cx="15" cy="20"/>
              </a:xfrm>
              <a:custGeom>
                <a:avLst/>
                <a:gdLst>
                  <a:gd name="T0" fmla="*/ 20 w 6"/>
                  <a:gd name="T1" fmla="*/ 0 h 8"/>
                  <a:gd name="T2" fmla="*/ 95 w 6"/>
                  <a:gd name="T3" fmla="*/ 113 h 8"/>
                  <a:gd name="T4" fmla="*/ 0 w 6"/>
                  <a:gd name="T5" fmla="*/ 83 h 8"/>
                  <a:gd name="T6" fmla="*/ 20 w 6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0" y="2"/>
                      <a:pt x="6" y="5"/>
                      <a:pt x="6" y="7"/>
                    </a:cubicBezTo>
                    <a:cubicBezTo>
                      <a:pt x="5" y="8"/>
                      <a:pt x="1" y="6"/>
                      <a:pt x="0" y="5"/>
                    </a:cubicBezTo>
                    <a:cubicBezTo>
                      <a:pt x="0" y="4"/>
                      <a:pt x="1" y="2"/>
                      <a:pt x="1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1" name="Freeform 742">
                <a:extLst>
                  <a:ext uri="{FF2B5EF4-FFF2-40B4-BE49-F238E27FC236}">
                    <a16:creationId xmlns:a16="http://schemas.microsoft.com/office/drawing/2014/main" id="{61B15526-7666-4AC6-BD81-09AF93775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3774"/>
                <a:ext cx="20" cy="20"/>
              </a:xfrm>
              <a:custGeom>
                <a:avLst/>
                <a:gdLst>
                  <a:gd name="T0" fmla="*/ 0 w 8"/>
                  <a:gd name="T1" fmla="*/ 20 h 8"/>
                  <a:gd name="T2" fmla="*/ 125 w 8"/>
                  <a:gd name="T3" fmla="*/ 125 h 8"/>
                  <a:gd name="T4" fmla="*/ 50 w 8"/>
                  <a:gd name="T5" fmla="*/ 95 h 8"/>
                  <a:gd name="T6" fmla="*/ 0 w 8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1"/>
                    </a:moveTo>
                    <a:cubicBezTo>
                      <a:pt x="3" y="0"/>
                      <a:pt x="6" y="6"/>
                      <a:pt x="8" y="8"/>
                    </a:cubicBezTo>
                    <a:cubicBezTo>
                      <a:pt x="6" y="7"/>
                      <a:pt x="4" y="7"/>
                      <a:pt x="3" y="6"/>
                    </a:cubicBezTo>
                    <a:cubicBezTo>
                      <a:pt x="1" y="4"/>
                      <a:pt x="1" y="2"/>
                      <a:pt x="0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2" name="Freeform 743">
                <a:extLst>
                  <a:ext uri="{FF2B5EF4-FFF2-40B4-BE49-F238E27FC236}">
                    <a16:creationId xmlns:a16="http://schemas.microsoft.com/office/drawing/2014/main" id="{826AAAE4-5103-4303-9A6C-6F3912392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3794"/>
                <a:ext cx="27" cy="15"/>
              </a:xfrm>
              <a:custGeom>
                <a:avLst/>
                <a:gdLst>
                  <a:gd name="T0" fmla="*/ 0 w 11"/>
                  <a:gd name="T1" fmla="*/ 20 h 6"/>
                  <a:gd name="T2" fmla="*/ 12 w 11"/>
                  <a:gd name="T3" fmla="*/ 0 h 6"/>
                  <a:gd name="T4" fmla="*/ 162 w 11"/>
                  <a:gd name="T5" fmla="*/ 95 h 6"/>
                  <a:gd name="T6" fmla="*/ 150 w 11"/>
                  <a:gd name="T7" fmla="*/ 33 h 6"/>
                  <a:gd name="T8" fmla="*/ 29 w 11"/>
                  <a:gd name="T9" fmla="*/ 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0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3" y="3"/>
                      <a:pt x="8" y="6"/>
                      <a:pt x="11" y="6"/>
                    </a:cubicBezTo>
                    <a:cubicBezTo>
                      <a:pt x="10" y="5"/>
                      <a:pt x="9" y="3"/>
                      <a:pt x="10" y="2"/>
                    </a:cubicBezTo>
                    <a:cubicBezTo>
                      <a:pt x="8" y="3"/>
                      <a:pt x="5" y="2"/>
                      <a:pt x="2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3" name="Freeform 744">
                <a:extLst>
                  <a:ext uri="{FF2B5EF4-FFF2-40B4-BE49-F238E27FC236}">
                    <a16:creationId xmlns:a16="http://schemas.microsoft.com/office/drawing/2014/main" id="{FFB55483-A50E-4853-A78A-080BD10C1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799"/>
                <a:ext cx="25" cy="20"/>
              </a:xfrm>
              <a:custGeom>
                <a:avLst/>
                <a:gdLst>
                  <a:gd name="T0" fmla="*/ 20 w 10"/>
                  <a:gd name="T1" fmla="*/ 20 h 8"/>
                  <a:gd name="T2" fmla="*/ 83 w 10"/>
                  <a:gd name="T3" fmla="*/ 125 h 8"/>
                  <a:gd name="T4" fmla="*/ 125 w 10"/>
                  <a:gd name="T5" fmla="*/ 83 h 8"/>
                  <a:gd name="T6" fmla="*/ 95 w 10"/>
                  <a:gd name="T7" fmla="*/ 50 h 8"/>
                  <a:gd name="T8" fmla="*/ 158 w 10"/>
                  <a:gd name="T9" fmla="*/ 50 h 8"/>
                  <a:gd name="T10" fmla="*/ 0 w 1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1" y="1"/>
                    </a:moveTo>
                    <a:cubicBezTo>
                      <a:pt x="2" y="3"/>
                      <a:pt x="3" y="6"/>
                      <a:pt x="5" y="8"/>
                    </a:cubicBezTo>
                    <a:cubicBezTo>
                      <a:pt x="5" y="6"/>
                      <a:pt x="7" y="5"/>
                      <a:pt x="8" y="5"/>
                    </a:cubicBezTo>
                    <a:cubicBezTo>
                      <a:pt x="7" y="4"/>
                      <a:pt x="7" y="4"/>
                      <a:pt x="6" y="3"/>
                    </a:cubicBezTo>
                    <a:cubicBezTo>
                      <a:pt x="7" y="3"/>
                      <a:pt x="9" y="3"/>
                      <a:pt x="10" y="3"/>
                    </a:cubicBezTo>
                    <a:cubicBezTo>
                      <a:pt x="7" y="2"/>
                      <a:pt x="3" y="0"/>
                      <a:pt x="0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4" name="Freeform 745">
                <a:extLst>
                  <a:ext uri="{FF2B5EF4-FFF2-40B4-BE49-F238E27FC236}">
                    <a16:creationId xmlns:a16="http://schemas.microsoft.com/office/drawing/2014/main" id="{E7CC57FC-48C9-452C-8A17-E15C920F2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819"/>
                <a:ext cx="18" cy="12"/>
              </a:xfrm>
              <a:custGeom>
                <a:avLst/>
                <a:gdLst>
                  <a:gd name="T0" fmla="*/ 21 w 7"/>
                  <a:gd name="T1" fmla="*/ 12 h 5"/>
                  <a:gd name="T2" fmla="*/ 0 w 7"/>
                  <a:gd name="T3" fmla="*/ 29 h 5"/>
                  <a:gd name="T4" fmla="*/ 118 w 7"/>
                  <a:gd name="T5" fmla="*/ 70 h 5"/>
                  <a:gd name="T6" fmla="*/ 0 w 7"/>
                  <a:gd name="T7" fmla="*/ 0 h 5"/>
                  <a:gd name="T8" fmla="*/ 0 w 7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1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3"/>
                      <a:pt x="5" y="5"/>
                      <a:pt x="7" y="5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5" name="Freeform 746">
                <a:extLst>
                  <a:ext uri="{FF2B5EF4-FFF2-40B4-BE49-F238E27FC236}">
                    <a16:creationId xmlns:a16="http://schemas.microsoft.com/office/drawing/2014/main" id="{B8D4B7CD-A1C3-42E3-AD2E-C0E98365F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3756"/>
                <a:ext cx="23" cy="15"/>
              </a:xfrm>
              <a:custGeom>
                <a:avLst/>
                <a:gdLst>
                  <a:gd name="T0" fmla="*/ 20 w 9"/>
                  <a:gd name="T1" fmla="*/ 0 h 6"/>
                  <a:gd name="T2" fmla="*/ 151 w 9"/>
                  <a:gd name="T3" fmla="*/ 95 h 6"/>
                  <a:gd name="T4" fmla="*/ 151 w 9"/>
                  <a:gd name="T5" fmla="*/ 95 h 6"/>
                  <a:gd name="T6" fmla="*/ 151 w 9"/>
                  <a:gd name="T7" fmla="*/ 33 h 6"/>
                  <a:gd name="T8" fmla="*/ 20 w 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1" y="0"/>
                    </a:moveTo>
                    <a:cubicBezTo>
                      <a:pt x="0" y="2"/>
                      <a:pt x="6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8" y="3"/>
                      <a:pt x="9" y="2"/>
                    </a:cubicBezTo>
                    <a:cubicBezTo>
                      <a:pt x="7" y="2"/>
                      <a:pt x="3" y="2"/>
                      <a:pt x="1" y="0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6" name="Freeform 747">
                <a:extLst>
                  <a:ext uri="{FF2B5EF4-FFF2-40B4-BE49-F238E27FC236}">
                    <a16:creationId xmlns:a16="http://schemas.microsoft.com/office/drawing/2014/main" id="{A861F41B-ABAC-405F-BAFB-6C7A32E4D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3849"/>
                <a:ext cx="30" cy="12"/>
              </a:xfrm>
              <a:custGeom>
                <a:avLst/>
                <a:gdLst>
                  <a:gd name="T0" fmla="*/ 0 w 12"/>
                  <a:gd name="T1" fmla="*/ 0 h 5"/>
                  <a:gd name="T2" fmla="*/ 95 w 12"/>
                  <a:gd name="T3" fmla="*/ 29 h 5"/>
                  <a:gd name="T4" fmla="*/ 188 w 12"/>
                  <a:gd name="T5" fmla="*/ 70 h 5"/>
                  <a:gd name="T6" fmla="*/ 188 w 12"/>
                  <a:gd name="T7" fmla="*/ 29 h 5"/>
                  <a:gd name="T8" fmla="*/ 125 w 12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2" y="2"/>
                      <a:pt x="4" y="2"/>
                      <a:pt x="6" y="2"/>
                    </a:cubicBezTo>
                    <a:cubicBezTo>
                      <a:pt x="8" y="3"/>
                      <a:pt x="10" y="4"/>
                      <a:pt x="12" y="5"/>
                    </a:cubicBezTo>
                    <a:cubicBezTo>
                      <a:pt x="12" y="4"/>
                      <a:pt x="12" y="3"/>
                      <a:pt x="12" y="2"/>
                    </a:cubicBezTo>
                    <a:cubicBezTo>
                      <a:pt x="11" y="3"/>
                      <a:pt x="9" y="3"/>
                      <a:pt x="8" y="2"/>
                    </a:cubicBezTo>
                  </a:path>
                </a:pathLst>
              </a:custGeom>
              <a:solidFill>
                <a:srgbClr val="F7C2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7" name="Freeform 748">
                <a:extLst>
                  <a:ext uri="{FF2B5EF4-FFF2-40B4-BE49-F238E27FC236}">
                    <a16:creationId xmlns:a16="http://schemas.microsoft.com/office/drawing/2014/main" id="{4DFD8A52-6972-44C4-A957-0DE122022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3731"/>
                <a:ext cx="28" cy="10"/>
              </a:xfrm>
              <a:custGeom>
                <a:avLst/>
                <a:gdLst>
                  <a:gd name="T0" fmla="*/ 0 w 11"/>
                  <a:gd name="T1" fmla="*/ 20 h 4"/>
                  <a:gd name="T2" fmla="*/ 163 w 11"/>
                  <a:gd name="T3" fmla="*/ 0 h 4"/>
                  <a:gd name="T4" fmla="*/ 163 w 11"/>
                  <a:gd name="T5" fmla="*/ 50 h 4"/>
                  <a:gd name="T6" fmla="*/ 51 w 11"/>
                  <a:gd name="T7" fmla="*/ 63 h 4"/>
                  <a:gd name="T8" fmla="*/ 33 w 11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0" y="1"/>
                    </a:moveTo>
                    <a:cubicBezTo>
                      <a:pt x="3" y="1"/>
                      <a:pt x="7" y="0"/>
                      <a:pt x="10" y="0"/>
                    </a:cubicBezTo>
                    <a:cubicBezTo>
                      <a:pt x="10" y="1"/>
                      <a:pt x="11" y="2"/>
                      <a:pt x="10" y="3"/>
                    </a:cubicBezTo>
                    <a:cubicBezTo>
                      <a:pt x="8" y="2"/>
                      <a:pt x="5" y="3"/>
                      <a:pt x="3" y="4"/>
                    </a:cubicBezTo>
                    <a:cubicBezTo>
                      <a:pt x="3" y="3"/>
                      <a:pt x="2" y="2"/>
                      <a:pt x="2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8" name="Freeform 749">
                <a:extLst>
                  <a:ext uri="{FF2B5EF4-FFF2-40B4-BE49-F238E27FC236}">
                    <a16:creationId xmlns:a16="http://schemas.microsoft.com/office/drawing/2014/main" id="{39E14249-1C25-4885-940D-B8E3F0B7E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731"/>
                <a:ext cx="20" cy="15"/>
              </a:xfrm>
              <a:custGeom>
                <a:avLst/>
                <a:gdLst>
                  <a:gd name="T0" fmla="*/ 33 w 8"/>
                  <a:gd name="T1" fmla="*/ 20 h 6"/>
                  <a:gd name="T2" fmla="*/ 0 w 8"/>
                  <a:gd name="T3" fmla="*/ 95 h 6"/>
                  <a:gd name="T4" fmla="*/ 125 w 8"/>
                  <a:gd name="T5" fmla="*/ 63 h 6"/>
                  <a:gd name="T6" fmla="*/ 63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2" y="1"/>
                    </a:moveTo>
                    <a:cubicBezTo>
                      <a:pt x="1" y="2"/>
                      <a:pt x="0" y="5"/>
                      <a:pt x="0" y="6"/>
                    </a:cubicBezTo>
                    <a:cubicBezTo>
                      <a:pt x="2" y="5"/>
                      <a:pt x="5" y="5"/>
                      <a:pt x="8" y="4"/>
                    </a:cubicBezTo>
                    <a:cubicBezTo>
                      <a:pt x="8" y="1"/>
                      <a:pt x="4" y="2"/>
                      <a:pt x="4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9" name="Freeform 750">
                <a:extLst>
                  <a:ext uri="{FF2B5EF4-FFF2-40B4-BE49-F238E27FC236}">
                    <a16:creationId xmlns:a16="http://schemas.microsoft.com/office/drawing/2014/main" id="{A2C18CEC-E51C-41CE-8508-F3AACE383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3724"/>
                <a:ext cx="15" cy="10"/>
              </a:xfrm>
              <a:custGeom>
                <a:avLst/>
                <a:gdLst>
                  <a:gd name="T0" fmla="*/ 0 w 6"/>
                  <a:gd name="T1" fmla="*/ 33 h 4"/>
                  <a:gd name="T2" fmla="*/ 95 w 6"/>
                  <a:gd name="T3" fmla="*/ 0 h 4"/>
                  <a:gd name="T4" fmla="*/ 83 w 6"/>
                  <a:gd name="T5" fmla="*/ 63 h 4"/>
                  <a:gd name="T6" fmla="*/ 20 w 6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6" y="1"/>
                      <a:pt x="5" y="3"/>
                      <a:pt x="5" y="4"/>
                    </a:cubicBezTo>
                    <a:cubicBezTo>
                      <a:pt x="4" y="4"/>
                      <a:pt x="1" y="3"/>
                      <a:pt x="1" y="3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0" name="Freeform 751">
                <a:extLst>
                  <a:ext uri="{FF2B5EF4-FFF2-40B4-BE49-F238E27FC236}">
                    <a16:creationId xmlns:a16="http://schemas.microsoft.com/office/drawing/2014/main" id="{C38124CC-BCFC-4C95-B374-25725BA16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3721"/>
                <a:ext cx="18" cy="8"/>
              </a:xfrm>
              <a:custGeom>
                <a:avLst/>
                <a:gdLst>
                  <a:gd name="T0" fmla="*/ 33 w 7"/>
                  <a:gd name="T1" fmla="*/ 0 h 3"/>
                  <a:gd name="T2" fmla="*/ 0 w 7"/>
                  <a:gd name="T3" fmla="*/ 56 h 3"/>
                  <a:gd name="T4" fmla="*/ 118 w 7"/>
                  <a:gd name="T5" fmla="*/ 35 h 3"/>
                  <a:gd name="T6" fmla="*/ 100 w 7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0"/>
                    </a:moveTo>
                    <a:cubicBezTo>
                      <a:pt x="2" y="0"/>
                      <a:pt x="1" y="2"/>
                      <a:pt x="0" y="3"/>
                    </a:cubicBezTo>
                    <a:cubicBezTo>
                      <a:pt x="2" y="3"/>
                      <a:pt x="5" y="2"/>
                      <a:pt x="7" y="2"/>
                    </a:cubicBezTo>
                    <a:cubicBezTo>
                      <a:pt x="7" y="1"/>
                      <a:pt x="6" y="0"/>
                      <a:pt x="6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1" name="Freeform 752">
                <a:extLst>
                  <a:ext uri="{FF2B5EF4-FFF2-40B4-BE49-F238E27FC236}">
                    <a16:creationId xmlns:a16="http://schemas.microsoft.com/office/drawing/2014/main" id="{E76B2F20-3152-4671-BDC6-08D8D906B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3711"/>
                <a:ext cx="20" cy="10"/>
              </a:xfrm>
              <a:custGeom>
                <a:avLst/>
                <a:gdLst>
                  <a:gd name="T0" fmla="*/ 0 w 8"/>
                  <a:gd name="T1" fmla="*/ 50 h 4"/>
                  <a:gd name="T2" fmla="*/ 125 w 8"/>
                  <a:gd name="T3" fmla="*/ 0 h 4"/>
                  <a:gd name="T4" fmla="*/ 95 w 8"/>
                  <a:gd name="T5" fmla="*/ 50 h 4"/>
                  <a:gd name="T6" fmla="*/ 33 w 8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3"/>
                    </a:moveTo>
                    <a:cubicBezTo>
                      <a:pt x="1" y="2"/>
                      <a:pt x="6" y="1"/>
                      <a:pt x="8" y="0"/>
                    </a:cubicBezTo>
                    <a:cubicBezTo>
                      <a:pt x="7" y="1"/>
                      <a:pt x="6" y="2"/>
                      <a:pt x="6" y="3"/>
                    </a:cubicBezTo>
                    <a:cubicBezTo>
                      <a:pt x="4" y="4"/>
                      <a:pt x="2" y="3"/>
                      <a:pt x="2" y="3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2" name="Freeform 753">
                <a:extLst>
                  <a:ext uri="{FF2B5EF4-FFF2-40B4-BE49-F238E27FC236}">
                    <a16:creationId xmlns:a16="http://schemas.microsoft.com/office/drawing/2014/main" id="{D69FC4B0-D3FB-471F-A22C-9439DA339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3711"/>
                <a:ext cx="20" cy="10"/>
              </a:xfrm>
              <a:custGeom>
                <a:avLst/>
                <a:gdLst>
                  <a:gd name="T0" fmla="*/ 20 w 8"/>
                  <a:gd name="T1" fmla="*/ 20 h 4"/>
                  <a:gd name="T2" fmla="*/ 0 w 8"/>
                  <a:gd name="T3" fmla="*/ 50 h 4"/>
                  <a:gd name="T4" fmla="*/ 125 w 8"/>
                  <a:gd name="T5" fmla="*/ 50 h 4"/>
                  <a:gd name="T6" fmla="*/ 63 w 8"/>
                  <a:gd name="T7" fmla="*/ 20 h 4"/>
                  <a:gd name="T8" fmla="*/ 63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1" y="1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2" y="4"/>
                      <a:pt x="7" y="4"/>
                      <a:pt x="8" y="3"/>
                    </a:cubicBezTo>
                    <a:cubicBezTo>
                      <a:pt x="7" y="2"/>
                      <a:pt x="6" y="2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3" name="Freeform 754">
                <a:extLst>
                  <a:ext uri="{FF2B5EF4-FFF2-40B4-BE49-F238E27FC236}">
                    <a16:creationId xmlns:a16="http://schemas.microsoft.com/office/drawing/2014/main" id="{E70DDBB6-D05D-4CF2-B798-ED1651987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3699"/>
                <a:ext cx="20" cy="12"/>
              </a:xfrm>
              <a:custGeom>
                <a:avLst/>
                <a:gdLst>
                  <a:gd name="T0" fmla="*/ 0 w 8"/>
                  <a:gd name="T1" fmla="*/ 29 h 5"/>
                  <a:gd name="T2" fmla="*/ 125 w 8"/>
                  <a:gd name="T3" fmla="*/ 0 h 5"/>
                  <a:gd name="T4" fmla="*/ 95 w 8"/>
                  <a:gd name="T5" fmla="*/ 58 h 5"/>
                  <a:gd name="T6" fmla="*/ 20 w 8"/>
                  <a:gd name="T7" fmla="*/ 4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0" y="2"/>
                    </a:moveTo>
                    <a:cubicBezTo>
                      <a:pt x="2" y="0"/>
                      <a:pt x="6" y="0"/>
                      <a:pt x="8" y="0"/>
                    </a:cubicBezTo>
                    <a:cubicBezTo>
                      <a:pt x="8" y="1"/>
                      <a:pt x="7" y="4"/>
                      <a:pt x="6" y="4"/>
                    </a:cubicBezTo>
                    <a:cubicBezTo>
                      <a:pt x="4" y="5"/>
                      <a:pt x="3" y="2"/>
                      <a:pt x="1" y="3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4" name="Freeform 755">
                <a:extLst>
                  <a:ext uri="{FF2B5EF4-FFF2-40B4-BE49-F238E27FC236}">
                    <a16:creationId xmlns:a16="http://schemas.microsoft.com/office/drawing/2014/main" id="{43E1DDB7-476F-48EB-8483-7FF58BD78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3694"/>
                <a:ext cx="17" cy="15"/>
              </a:xfrm>
              <a:custGeom>
                <a:avLst/>
                <a:gdLst>
                  <a:gd name="T0" fmla="*/ 0 w 7"/>
                  <a:gd name="T1" fmla="*/ 95 h 6"/>
                  <a:gd name="T2" fmla="*/ 41 w 7"/>
                  <a:gd name="T3" fmla="*/ 20 h 6"/>
                  <a:gd name="T4" fmla="*/ 100 w 7"/>
                  <a:gd name="T5" fmla="*/ 20 h 6"/>
                  <a:gd name="T6" fmla="*/ 0 w 7"/>
                  <a:gd name="T7" fmla="*/ 9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1" y="5"/>
                      <a:pt x="2" y="2"/>
                      <a:pt x="3" y="1"/>
                    </a:cubicBezTo>
                    <a:cubicBezTo>
                      <a:pt x="4" y="0"/>
                      <a:pt x="5" y="1"/>
                      <a:pt x="7" y="1"/>
                    </a:cubicBezTo>
                    <a:cubicBezTo>
                      <a:pt x="6" y="4"/>
                      <a:pt x="2" y="4"/>
                      <a:pt x="0" y="6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5" name="Freeform 756">
                <a:extLst>
                  <a:ext uri="{FF2B5EF4-FFF2-40B4-BE49-F238E27FC236}">
                    <a16:creationId xmlns:a16="http://schemas.microsoft.com/office/drawing/2014/main" id="{E5FECFC8-1EBD-494C-9CCB-4E7180D4E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3681"/>
                <a:ext cx="22" cy="13"/>
              </a:xfrm>
              <a:custGeom>
                <a:avLst/>
                <a:gdLst>
                  <a:gd name="T0" fmla="*/ 0 w 9"/>
                  <a:gd name="T1" fmla="*/ 68 h 5"/>
                  <a:gd name="T2" fmla="*/ 120 w 9"/>
                  <a:gd name="T3" fmla="*/ 0 h 5"/>
                  <a:gd name="T4" fmla="*/ 120 w 9"/>
                  <a:gd name="T5" fmla="*/ 68 h 5"/>
                  <a:gd name="T6" fmla="*/ 42 w 9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4"/>
                    </a:moveTo>
                    <a:cubicBezTo>
                      <a:pt x="1" y="2"/>
                      <a:pt x="6" y="1"/>
                      <a:pt x="8" y="0"/>
                    </a:cubicBezTo>
                    <a:cubicBezTo>
                      <a:pt x="8" y="1"/>
                      <a:pt x="9" y="3"/>
                      <a:pt x="8" y="4"/>
                    </a:cubicBezTo>
                    <a:cubicBezTo>
                      <a:pt x="7" y="5"/>
                      <a:pt x="4" y="4"/>
                      <a:pt x="3" y="3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6" name="Freeform 757">
                <a:extLst>
                  <a:ext uri="{FF2B5EF4-FFF2-40B4-BE49-F238E27FC236}">
                    <a16:creationId xmlns:a16="http://schemas.microsoft.com/office/drawing/2014/main" id="{DD56D7EF-33A1-4579-93E4-06E4EAA89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664"/>
                <a:ext cx="20" cy="15"/>
              </a:xfrm>
              <a:custGeom>
                <a:avLst/>
                <a:gdLst>
                  <a:gd name="T0" fmla="*/ 50 w 8"/>
                  <a:gd name="T1" fmla="*/ 33 h 6"/>
                  <a:gd name="T2" fmla="*/ 0 w 8"/>
                  <a:gd name="T3" fmla="*/ 63 h 6"/>
                  <a:gd name="T4" fmla="*/ 125 w 8"/>
                  <a:gd name="T5" fmla="*/ 0 h 6"/>
                  <a:gd name="T6" fmla="*/ 95 w 8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3" y="2"/>
                    </a:moveTo>
                    <a:cubicBezTo>
                      <a:pt x="2" y="3"/>
                      <a:pt x="1" y="3"/>
                      <a:pt x="0" y="4"/>
                    </a:cubicBezTo>
                    <a:cubicBezTo>
                      <a:pt x="2" y="6"/>
                      <a:pt x="8" y="3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7" name="Freeform 758">
                <a:extLst>
                  <a:ext uri="{FF2B5EF4-FFF2-40B4-BE49-F238E27FC236}">
                    <a16:creationId xmlns:a16="http://schemas.microsoft.com/office/drawing/2014/main" id="{1968F5D2-5270-4288-87C1-919F48E73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664"/>
                <a:ext cx="18" cy="10"/>
              </a:xfrm>
              <a:custGeom>
                <a:avLst/>
                <a:gdLst>
                  <a:gd name="T0" fmla="*/ 54 w 7"/>
                  <a:gd name="T1" fmla="*/ 33 h 4"/>
                  <a:gd name="T2" fmla="*/ 0 w 7"/>
                  <a:gd name="T3" fmla="*/ 63 h 4"/>
                  <a:gd name="T4" fmla="*/ 118 w 7"/>
                  <a:gd name="T5" fmla="*/ 0 h 4"/>
                  <a:gd name="T6" fmla="*/ 85 w 7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3" y="2"/>
                    </a:moveTo>
                    <a:cubicBezTo>
                      <a:pt x="2" y="2"/>
                      <a:pt x="0" y="3"/>
                      <a:pt x="0" y="4"/>
                    </a:cubicBezTo>
                    <a:cubicBezTo>
                      <a:pt x="1" y="4"/>
                      <a:pt x="7" y="2"/>
                      <a:pt x="7" y="0"/>
                    </a:cubicBezTo>
                    <a:cubicBezTo>
                      <a:pt x="6" y="0"/>
                      <a:pt x="6" y="0"/>
                      <a:pt x="5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8" name="Freeform 759">
                <a:extLst>
                  <a:ext uri="{FF2B5EF4-FFF2-40B4-BE49-F238E27FC236}">
                    <a16:creationId xmlns:a16="http://schemas.microsoft.com/office/drawing/2014/main" id="{FD875F5D-3964-4D55-B19F-2FE0EE652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679"/>
                <a:ext cx="12" cy="5"/>
              </a:xfrm>
              <a:custGeom>
                <a:avLst/>
                <a:gdLst>
                  <a:gd name="T0" fmla="*/ 58 w 5"/>
                  <a:gd name="T1" fmla="*/ 0 h 2"/>
                  <a:gd name="T2" fmla="*/ 0 w 5"/>
                  <a:gd name="T3" fmla="*/ 20 h 2"/>
                  <a:gd name="T4" fmla="*/ 70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4" y="1"/>
                      <a:pt x="5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9" name="Freeform 760">
                <a:extLst>
                  <a:ext uri="{FF2B5EF4-FFF2-40B4-BE49-F238E27FC236}">
                    <a16:creationId xmlns:a16="http://schemas.microsoft.com/office/drawing/2014/main" id="{35C82CB0-00DA-4BD0-A750-2D0C26653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3619"/>
                <a:ext cx="20" cy="20"/>
              </a:xfrm>
              <a:custGeom>
                <a:avLst/>
                <a:gdLst>
                  <a:gd name="T0" fmla="*/ 95 w 8"/>
                  <a:gd name="T1" fmla="*/ 0 h 8"/>
                  <a:gd name="T2" fmla="*/ 0 w 8"/>
                  <a:gd name="T3" fmla="*/ 125 h 8"/>
                  <a:gd name="T4" fmla="*/ 63 w 8"/>
                  <a:gd name="T5" fmla="*/ 63 h 8"/>
                  <a:gd name="T6" fmla="*/ 125 w 8"/>
                  <a:gd name="T7" fmla="*/ 20 h 8"/>
                  <a:gd name="T8" fmla="*/ 113 w 8"/>
                  <a:gd name="T9" fmla="*/ 2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3" y="1"/>
                      <a:pt x="0" y="4"/>
                      <a:pt x="0" y="8"/>
                    </a:cubicBezTo>
                    <a:cubicBezTo>
                      <a:pt x="2" y="8"/>
                      <a:pt x="3" y="5"/>
                      <a:pt x="4" y="4"/>
                    </a:cubicBezTo>
                    <a:cubicBezTo>
                      <a:pt x="6" y="3"/>
                      <a:pt x="8" y="3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0" name="Freeform 761">
                <a:extLst>
                  <a:ext uri="{FF2B5EF4-FFF2-40B4-BE49-F238E27FC236}">
                    <a16:creationId xmlns:a16="http://schemas.microsoft.com/office/drawing/2014/main" id="{17439F3C-6421-4BC2-B21A-A26F57A91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3631"/>
                <a:ext cx="23" cy="15"/>
              </a:xfrm>
              <a:custGeom>
                <a:avLst/>
                <a:gdLst>
                  <a:gd name="T0" fmla="*/ 118 w 9"/>
                  <a:gd name="T1" fmla="*/ 0 h 6"/>
                  <a:gd name="T2" fmla="*/ 151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7" y="0"/>
                    </a:moveTo>
                    <a:cubicBezTo>
                      <a:pt x="0" y="4"/>
                      <a:pt x="9" y="6"/>
                      <a:pt x="9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1" name="Freeform 762">
                <a:extLst>
                  <a:ext uri="{FF2B5EF4-FFF2-40B4-BE49-F238E27FC236}">
                    <a16:creationId xmlns:a16="http://schemas.microsoft.com/office/drawing/2014/main" id="{4C441021-8FF4-45F0-8397-FB3FEF389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641"/>
                <a:ext cx="15" cy="15"/>
              </a:xfrm>
              <a:custGeom>
                <a:avLst/>
                <a:gdLst>
                  <a:gd name="T0" fmla="*/ 83 w 6"/>
                  <a:gd name="T1" fmla="*/ 0 h 6"/>
                  <a:gd name="T2" fmla="*/ 20 w 6"/>
                  <a:gd name="T3" fmla="*/ 95 h 6"/>
                  <a:gd name="T4" fmla="*/ 95 w 6"/>
                  <a:gd name="T5" fmla="*/ 63 h 6"/>
                  <a:gd name="T6" fmla="*/ 95 w 6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3" y="1"/>
                      <a:pt x="0" y="4"/>
                      <a:pt x="1" y="6"/>
                    </a:cubicBezTo>
                    <a:cubicBezTo>
                      <a:pt x="3" y="6"/>
                      <a:pt x="5" y="6"/>
                      <a:pt x="6" y="4"/>
                    </a:cubicBezTo>
                    <a:cubicBezTo>
                      <a:pt x="6" y="4"/>
                      <a:pt x="5" y="2"/>
                      <a:pt x="6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2" name="Freeform 763">
                <a:extLst>
                  <a:ext uri="{FF2B5EF4-FFF2-40B4-BE49-F238E27FC236}">
                    <a16:creationId xmlns:a16="http://schemas.microsoft.com/office/drawing/2014/main" id="{B5AEDEA9-A449-47E1-90E4-C382E98CD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644"/>
                <a:ext cx="13" cy="17"/>
              </a:xfrm>
              <a:custGeom>
                <a:avLst/>
                <a:gdLst>
                  <a:gd name="T0" fmla="*/ 88 w 5"/>
                  <a:gd name="T1" fmla="*/ 0 h 7"/>
                  <a:gd name="T2" fmla="*/ 0 w 5"/>
                  <a:gd name="T3" fmla="*/ 87 h 7"/>
                  <a:gd name="T4" fmla="*/ 88 w 5"/>
                  <a:gd name="T5" fmla="*/ 1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1"/>
                      <a:pt x="0" y="5"/>
                      <a:pt x="0" y="6"/>
                    </a:cubicBezTo>
                    <a:cubicBezTo>
                      <a:pt x="4" y="7"/>
                      <a:pt x="3" y="3"/>
                      <a:pt x="5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3" name="Freeform 764">
                <a:extLst>
                  <a:ext uri="{FF2B5EF4-FFF2-40B4-BE49-F238E27FC236}">
                    <a16:creationId xmlns:a16="http://schemas.microsoft.com/office/drawing/2014/main" id="{56C76A03-DC67-42A1-AEE3-28518DC14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434"/>
                <a:ext cx="15" cy="32"/>
              </a:xfrm>
              <a:custGeom>
                <a:avLst/>
                <a:gdLst>
                  <a:gd name="T0" fmla="*/ 50 w 6"/>
                  <a:gd name="T1" fmla="*/ 0 h 13"/>
                  <a:gd name="T2" fmla="*/ 95 w 6"/>
                  <a:gd name="T3" fmla="*/ 133 h 13"/>
                  <a:gd name="T4" fmla="*/ 83 w 6"/>
                  <a:gd name="T5" fmla="*/ 12 h 13"/>
                  <a:gd name="T6" fmla="*/ 63 w 6"/>
                  <a:gd name="T7" fmla="*/ 3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3">
                    <a:moveTo>
                      <a:pt x="3" y="0"/>
                    </a:moveTo>
                    <a:cubicBezTo>
                      <a:pt x="3" y="2"/>
                      <a:pt x="0" y="13"/>
                      <a:pt x="6" y="9"/>
                    </a:cubicBezTo>
                    <a:cubicBezTo>
                      <a:pt x="5" y="7"/>
                      <a:pt x="6" y="3"/>
                      <a:pt x="5" y="1"/>
                    </a:cubicBezTo>
                    <a:cubicBezTo>
                      <a:pt x="4" y="1"/>
                      <a:pt x="4" y="1"/>
                      <a:pt x="4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4" name="Freeform 765">
                <a:extLst>
                  <a:ext uri="{FF2B5EF4-FFF2-40B4-BE49-F238E27FC236}">
                    <a16:creationId xmlns:a16="http://schemas.microsoft.com/office/drawing/2014/main" id="{61F30EC4-DA6A-447D-98DD-66103C8F6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451"/>
                <a:ext cx="15" cy="20"/>
              </a:xfrm>
              <a:custGeom>
                <a:avLst/>
                <a:gdLst>
                  <a:gd name="T0" fmla="*/ 20 w 6"/>
                  <a:gd name="T1" fmla="*/ 33 h 8"/>
                  <a:gd name="T2" fmla="*/ 63 w 6"/>
                  <a:gd name="T3" fmla="*/ 95 h 8"/>
                  <a:gd name="T4" fmla="*/ 33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2"/>
                    </a:moveTo>
                    <a:cubicBezTo>
                      <a:pt x="0" y="4"/>
                      <a:pt x="2" y="8"/>
                      <a:pt x="4" y="6"/>
                    </a:cubicBezTo>
                    <a:cubicBezTo>
                      <a:pt x="6" y="5"/>
                      <a:pt x="3" y="1"/>
                      <a:pt x="2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5" name="Freeform 766">
                <a:extLst>
                  <a:ext uri="{FF2B5EF4-FFF2-40B4-BE49-F238E27FC236}">
                    <a16:creationId xmlns:a16="http://schemas.microsoft.com/office/drawing/2014/main" id="{F776E521-A889-46AD-ADFF-81C2E1DB0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464"/>
                <a:ext cx="7" cy="20"/>
              </a:xfrm>
              <a:custGeom>
                <a:avLst/>
                <a:gdLst>
                  <a:gd name="T0" fmla="*/ 12 w 3"/>
                  <a:gd name="T1" fmla="*/ 0 h 8"/>
                  <a:gd name="T2" fmla="*/ 28 w 3"/>
                  <a:gd name="T3" fmla="*/ 125 h 8"/>
                  <a:gd name="T4" fmla="*/ 37 w 3"/>
                  <a:gd name="T5" fmla="*/ 83 h 8"/>
                  <a:gd name="T6" fmla="*/ 37 w 3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1" y="2"/>
                      <a:pt x="0" y="6"/>
                      <a:pt x="2" y="8"/>
                    </a:cubicBezTo>
                    <a:cubicBezTo>
                      <a:pt x="2" y="7"/>
                      <a:pt x="3" y="6"/>
                      <a:pt x="3" y="5"/>
                    </a:cubicBezTo>
                    <a:cubicBezTo>
                      <a:pt x="2" y="4"/>
                      <a:pt x="1" y="1"/>
                      <a:pt x="3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6" name="Freeform 767">
                <a:extLst>
                  <a:ext uri="{FF2B5EF4-FFF2-40B4-BE49-F238E27FC236}">
                    <a16:creationId xmlns:a16="http://schemas.microsoft.com/office/drawing/2014/main" id="{BA805CA2-FA36-4FF1-9071-EF3209142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3476"/>
                <a:ext cx="10" cy="20"/>
              </a:xfrm>
              <a:custGeom>
                <a:avLst/>
                <a:gdLst>
                  <a:gd name="T0" fmla="*/ 20 w 4"/>
                  <a:gd name="T1" fmla="*/ 0 h 8"/>
                  <a:gd name="T2" fmla="*/ 63 w 4"/>
                  <a:gd name="T3" fmla="*/ 0 h 8"/>
                  <a:gd name="T4" fmla="*/ 50 w 4"/>
                  <a:gd name="T5" fmla="*/ 125 h 8"/>
                  <a:gd name="T6" fmla="*/ 20 w 4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4" y="1"/>
                      <a:pt x="4" y="7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7" name="Freeform 768">
                <a:extLst>
                  <a:ext uri="{FF2B5EF4-FFF2-40B4-BE49-F238E27FC236}">
                    <a16:creationId xmlns:a16="http://schemas.microsoft.com/office/drawing/2014/main" id="{8848C84D-A4EE-4CE7-8403-1004F4D42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486"/>
                <a:ext cx="12" cy="20"/>
              </a:xfrm>
              <a:custGeom>
                <a:avLst/>
                <a:gdLst>
                  <a:gd name="T0" fmla="*/ 29 w 5"/>
                  <a:gd name="T1" fmla="*/ 50 h 8"/>
                  <a:gd name="T2" fmla="*/ 29 w 5"/>
                  <a:gd name="T3" fmla="*/ 125 h 8"/>
                  <a:gd name="T4" fmla="*/ 41 w 5"/>
                  <a:gd name="T5" fmla="*/ 0 h 8"/>
                  <a:gd name="T6" fmla="*/ 41 w 5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1" y="3"/>
                      <a:pt x="0" y="7"/>
                      <a:pt x="2" y="8"/>
                    </a:cubicBezTo>
                    <a:cubicBezTo>
                      <a:pt x="5" y="5"/>
                      <a:pt x="2" y="4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8" name="Freeform 769">
                <a:extLst>
                  <a:ext uri="{FF2B5EF4-FFF2-40B4-BE49-F238E27FC236}">
                    <a16:creationId xmlns:a16="http://schemas.microsoft.com/office/drawing/2014/main" id="{11C792F4-5C36-493C-9853-8D9480FA6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3499"/>
                <a:ext cx="10" cy="25"/>
              </a:xfrm>
              <a:custGeom>
                <a:avLst/>
                <a:gdLst>
                  <a:gd name="T0" fmla="*/ 20 w 4"/>
                  <a:gd name="T1" fmla="*/ 20 h 10"/>
                  <a:gd name="T2" fmla="*/ 63 w 4"/>
                  <a:gd name="T3" fmla="*/ 95 h 10"/>
                  <a:gd name="T4" fmla="*/ 0 w 4"/>
                  <a:gd name="T5" fmla="*/ 83 h 10"/>
                  <a:gd name="T6" fmla="*/ 20 w 4"/>
                  <a:gd name="T7" fmla="*/ 5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1" y="1"/>
                    </a:moveTo>
                    <a:cubicBezTo>
                      <a:pt x="3" y="0"/>
                      <a:pt x="4" y="3"/>
                      <a:pt x="4" y="6"/>
                    </a:cubicBezTo>
                    <a:cubicBezTo>
                      <a:pt x="4" y="10"/>
                      <a:pt x="3" y="7"/>
                      <a:pt x="0" y="5"/>
                    </a:cubicBezTo>
                    <a:cubicBezTo>
                      <a:pt x="0" y="5"/>
                      <a:pt x="1" y="3"/>
                      <a:pt x="1" y="3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9" name="Freeform 770">
                <a:extLst>
                  <a:ext uri="{FF2B5EF4-FFF2-40B4-BE49-F238E27FC236}">
                    <a16:creationId xmlns:a16="http://schemas.microsoft.com/office/drawing/2014/main" id="{94451147-0AB0-4962-8660-C0CF95335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511"/>
                <a:ext cx="15" cy="18"/>
              </a:xfrm>
              <a:custGeom>
                <a:avLst/>
                <a:gdLst>
                  <a:gd name="T0" fmla="*/ 63 w 6"/>
                  <a:gd name="T1" fmla="*/ 21 h 7"/>
                  <a:gd name="T2" fmla="*/ 63 w 6"/>
                  <a:gd name="T3" fmla="*/ 118 h 7"/>
                  <a:gd name="T4" fmla="*/ 63 w 6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1"/>
                    </a:moveTo>
                    <a:cubicBezTo>
                      <a:pt x="0" y="0"/>
                      <a:pt x="3" y="5"/>
                      <a:pt x="4" y="7"/>
                    </a:cubicBezTo>
                    <a:cubicBezTo>
                      <a:pt x="5" y="5"/>
                      <a:pt x="6" y="2"/>
                      <a:pt x="4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0" name="Freeform 771">
                <a:extLst>
                  <a:ext uri="{FF2B5EF4-FFF2-40B4-BE49-F238E27FC236}">
                    <a16:creationId xmlns:a16="http://schemas.microsoft.com/office/drawing/2014/main" id="{D32AFDA3-83B3-4C52-BF79-B81C6109D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3521"/>
                <a:ext cx="8" cy="25"/>
              </a:xfrm>
              <a:custGeom>
                <a:avLst/>
                <a:gdLst>
                  <a:gd name="T0" fmla="*/ 0 w 3"/>
                  <a:gd name="T1" fmla="*/ 20 h 10"/>
                  <a:gd name="T2" fmla="*/ 35 w 3"/>
                  <a:gd name="T3" fmla="*/ 20 h 10"/>
                  <a:gd name="T4" fmla="*/ 21 w 3"/>
                  <a:gd name="T5" fmla="*/ 158 h 10"/>
                  <a:gd name="T6" fmla="*/ 0 w 3"/>
                  <a:gd name="T7" fmla="*/ 5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0">
                    <a:moveTo>
                      <a:pt x="0" y="1"/>
                    </a:moveTo>
                    <a:cubicBezTo>
                      <a:pt x="0" y="0"/>
                      <a:pt x="2" y="1"/>
                      <a:pt x="2" y="1"/>
                    </a:cubicBezTo>
                    <a:cubicBezTo>
                      <a:pt x="1" y="3"/>
                      <a:pt x="3" y="9"/>
                      <a:pt x="1" y="10"/>
                    </a:cubicBezTo>
                    <a:cubicBezTo>
                      <a:pt x="0" y="8"/>
                      <a:pt x="2" y="4"/>
                      <a:pt x="0" y="3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1" name="Freeform 772">
                <a:extLst>
                  <a:ext uri="{FF2B5EF4-FFF2-40B4-BE49-F238E27FC236}">
                    <a16:creationId xmlns:a16="http://schemas.microsoft.com/office/drawing/2014/main" id="{8EE9CBD2-6FB1-491E-84BD-0E902F75F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546"/>
                <a:ext cx="17" cy="23"/>
              </a:xfrm>
              <a:custGeom>
                <a:avLst/>
                <a:gdLst>
                  <a:gd name="T0" fmla="*/ 70 w 7"/>
                  <a:gd name="T1" fmla="*/ 51 h 9"/>
                  <a:gd name="T2" fmla="*/ 87 w 7"/>
                  <a:gd name="T3" fmla="*/ 151 h 9"/>
                  <a:gd name="T4" fmla="*/ 70 w 7"/>
                  <a:gd name="T5" fmla="*/ 5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5" y="3"/>
                    </a:moveTo>
                    <a:cubicBezTo>
                      <a:pt x="7" y="3"/>
                      <a:pt x="7" y="7"/>
                      <a:pt x="6" y="9"/>
                    </a:cubicBezTo>
                    <a:cubicBezTo>
                      <a:pt x="3" y="7"/>
                      <a:pt x="0" y="0"/>
                      <a:pt x="5" y="3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2" name="Freeform 773">
                <a:extLst>
                  <a:ext uri="{FF2B5EF4-FFF2-40B4-BE49-F238E27FC236}">
                    <a16:creationId xmlns:a16="http://schemas.microsoft.com/office/drawing/2014/main" id="{9E0C4359-A4F2-4541-9040-ADD51EE0E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531"/>
                <a:ext cx="7" cy="18"/>
              </a:xfrm>
              <a:custGeom>
                <a:avLst/>
                <a:gdLst>
                  <a:gd name="T0" fmla="*/ 12 w 3"/>
                  <a:gd name="T1" fmla="*/ 0 h 7"/>
                  <a:gd name="T2" fmla="*/ 0 w 3"/>
                  <a:gd name="T3" fmla="*/ 67 h 7"/>
                  <a:gd name="T4" fmla="*/ 37 w 3"/>
                  <a:gd name="T5" fmla="*/ 118 h 7"/>
                  <a:gd name="T6" fmla="*/ 28 w 3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1" y="1"/>
                      <a:pt x="1" y="3"/>
                      <a:pt x="0" y="4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2" y="5"/>
                      <a:pt x="2" y="3"/>
                      <a:pt x="2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3" name="Freeform 774">
                <a:extLst>
                  <a:ext uri="{FF2B5EF4-FFF2-40B4-BE49-F238E27FC236}">
                    <a16:creationId xmlns:a16="http://schemas.microsoft.com/office/drawing/2014/main" id="{824286DC-38A6-4710-9829-74281A9A9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436"/>
                <a:ext cx="5" cy="13"/>
              </a:xfrm>
              <a:custGeom>
                <a:avLst/>
                <a:gdLst>
                  <a:gd name="T0" fmla="*/ 20 w 2"/>
                  <a:gd name="T1" fmla="*/ 88 h 5"/>
                  <a:gd name="T2" fmla="*/ 33 w 2"/>
                  <a:gd name="T3" fmla="*/ 68 h 5"/>
                  <a:gd name="T4" fmla="*/ 20 w 2"/>
                  <a:gd name="T5" fmla="*/ 0 h 5"/>
                  <a:gd name="T6" fmla="*/ 0 w 2"/>
                  <a:gd name="T7" fmla="*/ 21 h 5"/>
                  <a:gd name="T8" fmla="*/ 0 w 2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5"/>
                      <a:pt x="2" y="4"/>
                      <a:pt x="2" y="4"/>
                    </a:cubicBezTo>
                    <a:cubicBezTo>
                      <a:pt x="1" y="3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4" name="Freeform 775">
                <a:extLst>
                  <a:ext uri="{FF2B5EF4-FFF2-40B4-BE49-F238E27FC236}">
                    <a16:creationId xmlns:a16="http://schemas.microsoft.com/office/drawing/2014/main" id="{A1A4AA2B-0DBC-473F-ACE4-A7885931D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551"/>
                <a:ext cx="8" cy="13"/>
              </a:xfrm>
              <a:custGeom>
                <a:avLst/>
                <a:gdLst>
                  <a:gd name="T0" fmla="*/ 35 w 3"/>
                  <a:gd name="T1" fmla="*/ 0 h 5"/>
                  <a:gd name="T2" fmla="*/ 21 w 3"/>
                  <a:gd name="T3" fmla="*/ 68 h 5"/>
                  <a:gd name="T4" fmla="*/ 56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1" y="0"/>
                      <a:pt x="0" y="3"/>
                      <a:pt x="1" y="4"/>
                    </a:cubicBezTo>
                    <a:cubicBezTo>
                      <a:pt x="3" y="5"/>
                      <a:pt x="3" y="0"/>
                      <a:pt x="3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5" name="Freeform 776">
                <a:extLst>
                  <a:ext uri="{FF2B5EF4-FFF2-40B4-BE49-F238E27FC236}">
                    <a16:creationId xmlns:a16="http://schemas.microsoft.com/office/drawing/2014/main" id="{009FCB91-0108-4278-8F7B-E082EF811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531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2"/>
                      <a:pt x="0" y="3"/>
                    </a:cubicBezTo>
                    <a:cubicBezTo>
                      <a:pt x="2" y="3"/>
                      <a:pt x="2" y="2"/>
                      <a:pt x="2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6" name="Freeform 777">
                <a:extLst>
                  <a:ext uri="{FF2B5EF4-FFF2-40B4-BE49-F238E27FC236}">
                    <a16:creationId xmlns:a16="http://schemas.microsoft.com/office/drawing/2014/main" id="{59ADF7D1-3432-43C4-939B-B0164EF2A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566"/>
                <a:ext cx="15" cy="18"/>
              </a:xfrm>
              <a:custGeom>
                <a:avLst/>
                <a:gdLst>
                  <a:gd name="T0" fmla="*/ 63 w 6"/>
                  <a:gd name="T1" fmla="*/ 21 h 7"/>
                  <a:gd name="T2" fmla="*/ 95 w 6"/>
                  <a:gd name="T3" fmla="*/ 21 h 7"/>
                  <a:gd name="T4" fmla="*/ 83 w 6"/>
                  <a:gd name="T5" fmla="*/ 118 h 7"/>
                  <a:gd name="T6" fmla="*/ 83 w 6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4" y="1"/>
                    </a:moveTo>
                    <a:cubicBezTo>
                      <a:pt x="5" y="0"/>
                      <a:pt x="6" y="1"/>
                      <a:pt x="6" y="1"/>
                    </a:cubicBezTo>
                    <a:cubicBezTo>
                      <a:pt x="6" y="3"/>
                      <a:pt x="5" y="5"/>
                      <a:pt x="5" y="7"/>
                    </a:cubicBezTo>
                    <a:cubicBezTo>
                      <a:pt x="0" y="6"/>
                      <a:pt x="2" y="3"/>
                      <a:pt x="5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7" name="Freeform 778">
                <a:extLst>
                  <a:ext uri="{FF2B5EF4-FFF2-40B4-BE49-F238E27FC236}">
                    <a16:creationId xmlns:a16="http://schemas.microsoft.com/office/drawing/2014/main" id="{4882DF9F-26D4-4E3B-8420-8B82B515C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574"/>
                <a:ext cx="5" cy="7"/>
              </a:xfrm>
              <a:custGeom>
                <a:avLst/>
                <a:gdLst>
                  <a:gd name="T0" fmla="*/ 20 w 2"/>
                  <a:gd name="T1" fmla="*/ 0 h 3"/>
                  <a:gd name="T2" fmla="*/ 0 w 2"/>
                  <a:gd name="T3" fmla="*/ 37 h 3"/>
                  <a:gd name="T4" fmla="*/ 33 w 2"/>
                  <a:gd name="T5" fmla="*/ 12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2"/>
                      <a:pt x="2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8" name="Freeform 779">
                <a:extLst>
                  <a:ext uri="{FF2B5EF4-FFF2-40B4-BE49-F238E27FC236}">
                    <a16:creationId xmlns:a16="http://schemas.microsoft.com/office/drawing/2014/main" id="{B5EC5DA4-56D6-4E72-8F88-118B5B6F5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576"/>
                <a:ext cx="18" cy="20"/>
              </a:xfrm>
              <a:custGeom>
                <a:avLst/>
                <a:gdLst>
                  <a:gd name="T0" fmla="*/ 100 w 7"/>
                  <a:gd name="T1" fmla="*/ 0 h 8"/>
                  <a:gd name="T2" fmla="*/ 67 w 7"/>
                  <a:gd name="T3" fmla="*/ 125 h 8"/>
                  <a:gd name="T4" fmla="*/ 118 w 7"/>
                  <a:gd name="T5" fmla="*/ 95 h 8"/>
                  <a:gd name="T6" fmla="*/ 118 w 7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5" y="1"/>
                      <a:pt x="0" y="6"/>
                      <a:pt x="4" y="8"/>
                    </a:cubicBezTo>
                    <a:cubicBezTo>
                      <a:pt x="4" y="6"/>
                      <a:pt x="6" y="6"/>
                      <a:pt x="7" y="6"/>
                    </a:cubicBezTo>
                    <a:cubicBezTo>
                      <a:pt x="7" y="5"/>
                      <a:pt x="6" y="3"/>
                      <a:pt x="7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9" name="Freeform 780">
                <a:extLst>
                  <a:ext uri="{FF2B5EF4-FFF2-40B4-BE49-F238E27FC236}">
                    <a16:creationId xmlns:a16="http://schemas.microsoft.com/office/drawing/2014/main" id="{8F25F223-0F63-4250-969B-B51D5C702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586"/>
                <a:ext cx="13" cy="23"/>
              </a:xfrm>
              <a:custGeom>
                <a:avLst/>
                <a:gdLst>
                  <a:gd name="T0" fmla="*/ 0 w 5"/>
                  <a:gd name="T1" fmla="*/ 66 h 9"/>
                  <a:gd name="T2" fmla="*/ 88 w 5"/>
                  <a:gd name="T3" fmla="*/ 0 h 9"/>
                  <a:gd name="T4" fmla="*/ 0 w 5"/>
                  <a:gd name="T5" fmla="*/ 151 h 9"/>
                  <a:gd name="T6" fmla="*/ 0 w 5"/>
                  <a:gd name="T7" fmla="*/ 6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0" y="4"/>
                    </a:moveTo>
                    <a:cubicBezTo>
                      <a:pt x="2" y="2"/>
                      <a:pt x="3" y="1"/>
                      <a:pt x="5" y="0"/>
                    </a:cubicBezTo>
                    <a:cubicBezTo>
                      <a:pt x="5" y="3"/>
                      <a:pt x="3" y="8"/>
                      <a:pt x="0" y="9"/>
                    </a:cubicBezTo>
                    <a:cubicBezTo>
                      <a:pt x="0" y="7"/>
                      <a:pt x="0" y="5"/>
                      <a:pt x="0" y="4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0" name="Freeform 781">
                <a:extLst>
                  <a:ext uri="{FF2B5EF4-FFF2-40B4-BE49-F238E27FC236}">
                    <a16:creationId xmlns:a16="http://schemas.microsoft.com/office/drawing/2014/main" id="{2AC9C45C-46BF-4640-9313-F362B6782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601"/>
                <a:ext cx="10" cy="18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67 h 7"/>
                  <a:gd name="T4" fmla="*/ 20 w 4"/>
                  <a:gd name="T5" fmla="*/ 118 h 7"/>
                  <a:gd name="T6" fmla="*/ 63 w 4"/>
                  <a:gd name="T7" fmla="*/ 5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1"/>
                      <a:pt x="1" y="2"/>
                      <a:pt x="0" y="4"/>
                    </a:cubicBezTo>
                    <a:cubicBezTo>
                      <a:pt x="0" y="5"/>
                      <a:pt x="1" y="6"/>
                      <a:pt x="1" y="7"/>
                    </a:cubicBezTo>
                    <a:cubicBezTo>
                      <a:pt x="2" y="6"/>
                      <a:pt x="3" y="3"/>
                      <a:pt x="4" y="3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1" name="Freeform 782">
                <a:extLst>
                  <a:ext uri="{FF2B5EF4-FFF2-40B4-BE49-F238E27FC236}">
                    <a16:creationId xmlns:a16="http://schemas.microsoft.com/office/drawing/2014/main" id="{09142F1F-2DB0-4533-9BEC-1D0725354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621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20 w 2"/>
                  <a:gd name="T3" fmla="*/ 56 h 3"/>
                  <a:gd name="T4" fmla="*/ 33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2" y="1"/>
                      <a:pt x="2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2" name="Freeform 783">
                <a:extLst>
                  <a:ext uri="{FF2B5EF4-FFF2-40B4-BE49-F238E27FC236}">
                    <a16:creationId xmlns:a16="http://schemas.microsoft.com/office/drawing/2014/main" id="{9686370F-FF38-419A-A075-B6D7CA907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3336"/>
                <a:ext cx="15" cy="18"/>
              </a:xfrm>
              <a:custGeom>
                <a:avLst/>
                <a:gdLst>
                  <a:gd name="T0" fmla="*/ 0 w 6"/>
                  <a:gd name="T1" fmla="*/ 21 h 7"/>
                  <a:gd name="T2" fmla="*/ 63 w 6"/>
                  <a:gd name="T3" fmla="*/ 118 h 7"/>
                  <a:gd name="T4" fmla="*/ 83 w 6"/>
                  <a:gd name="T5" fmla="*/ 0 h 7"/>
                  <a:gd name="T6" fmla="*/ 33 w 6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0" y="1"/>
                    </a:moveTo>
                    <a:cubicBezTo>
                      <a:pt x="1" y="3"/>
                      <a:pt x="1" y="5"/>
                      <a:pt x="4" y="7"/>
                    </a:cubicBezTo>
                    <a:cubicBezTo>
                      <a:pt x="3" y="4"/>
                      <a:pt x="6" y="3"/>
                      <a:pt x="5" y="0"/>
                    </a:cubicBezTo>
                    <a:cubicBezTo>
                      <a:pt x="4" y="0"/>
                      <a:pt x="2" y="0"/>
                      <a:pt x="2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3" name="Freeform 784">
                <a:extLst>
                  <a:ext uri="{FF2B5EF4-FFF2-40B4-BE49-F238E27FC236}">
                    <a16:creationId xmlns:a16="http://schemas.microsoft.com/office/drawing/2014/main" id="{0ABA095C-C6D4-48EA-B3DF-39E16B3CF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346"/>
                <a:ext cx="15" cy="20"/>
              </a:xfrm>
              <a:custGeom>
                <a:avLst/>
                <a:gdLst>
                  <a:gd name="T0" fmla="*/ 50 w 6"/>
                  <a:gd name="T1" fmla="*/ 20 h 8"/>
                  <a:gd name="T2" fmla="*/ 83 w 6"/>
                  <a:gd name="T3" fmla="*/ 125 h 8"/>
                  <a:gd name="T4" fmla="*/ 0 w 6"/>
                  <a:gd name="T5" fmla="*/ 50 h 8"/>
                  <a:gd name="T6" fmla="*/ 33 w 6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3" y="1"/>
                    </a:moveTo>
                    <a:cubicBezTo>
                      <a:pt x="6" y="0"/>
                      <a:pt x="5" y="6"/>
                      <a:pt x="5" y="8"/>
                    </a:cubicBezTo>
                    <a:cubicBezTo>
                      <a:pt x="3" y="6"/>
                      <a:pt x="2" y="4"/>
                      <a:pt x="0" y="3"/>
                    </a:cubicBezTo>
                    <a:cubicBezTo>
                      <a:pt x="1" y="2"/>
                      <a:pt x="2" y="2"/>
                      <a:pt x="2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4" name="Freeform 785">
                <a:extLst>
                  <a:ext uri="{FF2B5EF4-FFF2-40B4-BE49-F238E27FC236}">
                    <a16:creationId xmlns:a16="http://schemas.microsoft.com/office/drawing/2014/main" id="{2F45E2AF-255C-4409-8F3A-F0BE4EC63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364"/>
                <a:ext cx="15" cy="17"/>
              </a:xfrm>
              <a:custGeom>
                <a:avLst/>
                <a:gdLst>
                  <a:gd name="T0" fmla="*/ 0 w 6"/>
                  <a:gd name="T1" fmla="*/ 0 h 7"/>
                  <a:gd name="T2" fmla="*/ 33 w 6"/>
                  <a:gd name="T3" fmla="*/ 100 h 7"/>
                  <a:gd name="T4" fmla="*/ 20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2"/>
                      <a:pt x="2" y="4"/>
                      <a:pt x="2" y="7"/>
                    </a:cubicBezTo>
                    <a:cubicBezTo>
                      <a:pt x="6" y="7"/>
                      <a:pt x="3" y="1"/>
                      <a:pt x="1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5" name="Freeform 786">
                <a:extLst>
                  <a:ext uri="{FF2B5EF4-FFF2-40B4-BE49-F238E27FC236}">
                    <a16:creationId xmlns:a16="http://schemas.microsoft.com/office/drawing/2014/main" id="{97631269-4623-4CF4-90D9-2E57A8AE8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371"/>
                <a:ext cx="13" cy="23"/>
              </a:xfrm>
              <a:custGeom>
                <a:avLst/>
                <a:gdLst>
                  <a:gd name="T0" fmla="*/ 34 w 5"/>
                  <a:gd name="T1" fmla="*/ 0 h 9"/>
                  <a:gd name="T2" fmla="*/ 68 w 5"/>
                  <a:gd name="T3" fmla="*/ 151 h 9"/>
                  <a:gd name="T4" fmla="*/ 34 w 5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2" y="0"/>
                    </a:moveTo>
                    <a:cubicBezTo>
                      <a:pt x="5" y="0"/>
                      <a:pt x="4" y="6"/>
                      <a:pt x="4" y="9"/>
                    </a:cubicBezTo>
                    <a:cubicBezTo>
                      <a:pt x="3" y="8"/>
                      <a:pt x="0" y="3"/>
                      <a:pt x="2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6" name="Freeform 787">
                <a:extLst>
                  <a:ext uri="{FF2B5EF4-FFF2-40B4-BE49-F238E27FC236}">
                    <a16:creationId xmlns:a16="http://schemas.microsoft.com/office/drawing/2014/main" id="{05923EB6-C293-40AC-8BDD-369D8497F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389"/>
                <a:ext cx="12" cy="20"/>
              </a:xfrm>
              <a:custGeom>
                <a:avLst/>
                <a:gdLst>
                  <a:gd name="T0" fmla="*/ 41 w 5"/>
                  <a:gd name="T1" fmla="*/ 0 h 8"/>
                  <a:gd name="T2" fmla="*/ 70 w 5"/>
                  <a:gd name="T3" fmla="*/ 125 h 8"/>
                  <a:gd name="T4" fmla="*/ 58 w 5"/>
                  <a:gd name="T5" fmla="*/ 3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0" y="3"/>
                      <a:pt x="3" y="6"/>
                      <a:pt x="5" y="8"/>
                    </a:cubicBezTo>
                    <a:cubicBezTo>
                      <a:pt x="5" y="6"/>
                      <a:pt x="4" y="3"/>
                      <a:pt x="4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7" name="Freeform 788">
                <a:extLst>
                  <a:ext uri="{FF2B5EF4-FFF2-40B4-BE49-F238E27FC236}">
                    <a16:creationId xmlns:a16="http://schemas.microsoft.com/office/drawing/2014/main" id="{B1FED87F-6C6E-4FC7-AA27-695888764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391"/>
                <a:ext cx="13" cy="23"/>
              </a:xfrm>
              <a:custGeom>
                <a:avLst/>
                <a:gdLst>
                  <a:gd name="T0" fmla="*/ 34 w 5"/>
                  <a:gd name="T1" fmla="*/ 51 h 9"/>
                  <a:gd name="T2" fmla="*/ 68 w 5"/>
                  <a:gd name="T3" fmla="*/ 151 h 9"/>
                  <a:gd name="T4" fmla="*/ 21 w 5"/>
                  <a:gd name="T5" fmla="*/ 5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2" y="3"/>
                    </a:moveTo>
                    <a:cubicBezTo>
                      <a:pt x="5" y="0"/>
                      <a:pt x="3" y="8"/>
                      <a:pt x="4" y="9"/>
                    </a:cubicBezTo>
                    <a:cubicBezTo>
                      <a:pt x="2" y="9"/>
                      <a:pt x="0" y="5"/>
                      <a:pt x="1" y="3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8" name="Freeform 789">
                <a:extLst>
                  <a:ext uri="{FF2B5EF4-FFF2-40B4-BE49-F238E27FC236}">
                    <a16:creationId xmlns:a16="http://schemas.microsoft.com/office/drawing/2014/main" id="{DE838026-F8F1-4392-9EC1-721081B54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416"/>
                <a:ext cx="13" cy="13"/>
              </a:xfrm>
              <a:custGeom>
                <a:avLst/>
                <a:gdLst>
                  <a:gd name="T0" fmla="*/ 55 w 5"/>
                  <a:gd name="T1" fmla="*/ 0 h 5"/>
                  <a:gd name="T2" fmla="*/ 0 w 5"/>
                  <a:gd name="T3" fmla="*/ 68 h 5"/>
                  <a:gd name="T4" fmla="*/ 34 w 5"/>
                  <a:gd name="T5" fmla="*/ 68 h 5"/>
                  <a:gd name="T6" fmla="*/ 68 w 5"/>
                  <a:gd name="T7" fmla="*/ 88 h 5"/>
                  <a:gd name="T8" fmla="*/ 68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0"/>
                      <a:pt x="1" y="3"/>
                      <a:pt x="0" y="4"/>
                    </a:cubicBezTo>
                    <a:cubicBezTo>
                      <a:pt x="1" y="4"/>
                      <a:pt x="2" y="5"/>
                      <a:pt x="2" y="4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4"/>
                      <a:pt x="5" y="3"/>
                      <a:pt x="4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9" name="Freeform 790">
                <a:extLst>
                  <a:ext uri="{FF2B5EF4-FFF2-40B4-BE49-F238E27FC236}">
                    <a16:creationId xmlns:a16="http://schemas.microsoft.com/office/drawing/2014/main" id="{8B6D8D01-0993-4015-8769-AA1B0B8B2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3731"/>
                <a:ext cx="17" cy="13"/>
              </a:xfrm>
              <a:custGeom>
                <a:avLst/>
                <a:gdLst>
                  <a:gd name="T0" fmla="*/ 0 w 7"/>
                  <a:gd name="T1" fmla="*/ 21 h 5"/>
                  <a:gd name="T2" fmla="*/ 0 w 7"/>
                  <a:gd name="T3" fmla="*/ 0 h 5"/>
                  <a:gd name="T4" fmla="*/ 100 w 7"/>
                  <a:gd name="T5" fmla="*/ 88 h 5"/>
                  <a:gd name="T6" fmla="*/ 12 w 7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5" y="0"/>
                      <a:pt x="7" y="5"/>
                    </a:cubicBezTo>
                    <a:cubicBezTo>
                      <a:pt x="6" y="5"/>
                      <a:pt x="1" y="4"/>
                      <a:pt x="1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0" name="Freeform 791">
                <a:extLst>
                  <a:ext uri="{FF2B5EF4-FFF2-40B4-BE49-F238E27FC236}">
                    <a16:creationId xmlns:a16="http://schemas.microsoft.com/office/drawing/2014/main" id="{7FE445D6-1C44-4E00-AFF8-8C7E28E46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736"/>
                <a:ext cx="13" cy="13"/>
              </a:xfrm>
              <a:custGeom>
                <a:avLst/>
                <a:gdLst>
                  <a:gd name="T0" fmla="*/ 0 w 5"/>
                  <a:gd name="T1" fmla="*/ 21 h 5"/>
                  <a:gd name="T2" fmla="*/ 88 w 5"/>
                  <a:gd name="T3" fmla="*/ 0 h 5"/>
                  <a:gd name="T4" fmla="*/ 88 w 5"/>
                  <a:gd name="T5" fmla="*/ 88 h 5"/>
                  <a:gd name="T6" fmla="*/ 34 w 5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4" y="0"/>
                      <a:pt x="5" y="0"/>
                    </a:cubicBezTo>
                    <a:cubicBezTo>
                      <a:pt x="5" y="2"/>
                      <a:pt x="5" y="4"/>
                      <a:pt x="5" y="5"/>
                    </a:cubicBezTo>
                    <a:cubicBezTo>
                      <a:pt x="3" y="5"/>
                      <a:pt x="1" y="3"/>
                      <a:pt x="2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1" name="Freeform 792">
                <a:extLst>
                  <a:ext uri="{FF2B5EF4-FFF2-40B4-BE49-F238E27FC236}">
                    <a16:creationId xmlns:a16="http://schemas.microsoft.com/office/drawing/2014/main" id="{9C0A42F1-F94E-4D55-84DF-1F4233B5A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3729"/>
                <a:ext cx="17" cy="22"/>
              </a:xfrm>
              <a:custGeom>
                <a:avLst/>
                <a:gdLst>
                  <a:gd name="T0" fmla="*/ 87 w 7"/>
                  <a:gd name="T1" fmla="*/ 42 h 9"/>
                  <a:gd name="T2" fmla="*/ 41 w 7"/>
                  <a:gd name="T3" fmla="*/ 132 h 9"/>
                  <a:gd name="T4" fmla="*/ 100 w 7"/>
                  <a:gd name="T5" fmla="*/ 120 h 9"/>
                  <a:gd name="T6" fmla="*/ 100 w 7"/>
                  <a:gd name="T7" fmla="*/ 5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6" y="3"/>
                    </a:moveTo>
                    <a:cubicBezTo>
                      <a:pt x="0" y="0"/>
                      <a:pt x="3" y="7"/>
                      <a:pt x="3" y="9"/>
                    </a:cubicBezTo>
                    <a:cubicBezTo>
                      <a:pt x="4" y="8"/>
                      <a:pt x="6" y="8"/>
                      <a:pt x="7" y="8"/>
                    </a:cubicBezTo>
                    <a:cubicBezTo>
                      <a:pt x="6" y="7"/>
                      <a:pt x="6" y="5"/>
                      <a:pt x="7" y="4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2" name="Freeform 793">
                <a:extLst>
                  <a:ext uri="{FF2B5EF4-FFF2-40B4-BE49-F238E27FC236}">
                    <a16:creationId xmlns:a16="http://schemas.microsoft.com/office/drawing/2014/main" id="{E3BFC399-E343-4CB1-841E-07B59B02D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3744"/>
                <a:ext cx="13" cy="5"/>
              </a:xfrm>
              <a:custGeom>
                <a:avLst/>
                <a:gdLst>
                  <a:gd name="T0" fmla="*/ 68 w 5"/>
                  <a:gd name="T1" fmla="*/ 0 h 2"/>
                  <a:gd name="T2" fmla="*/ 0 w 5"/>
                  <a:gd name="T3" fmla="*/ 0 h 2"/>
                  <a:gd name="T4" fmla="*/ 88 w 5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0" y="2"/>
                      <a:pt x="3" y="2"/>
                      <a:pt x="5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3" name="Freeform 794">
                <a:extLst>
                  <a:ext uri="{FF2B5EF4-FFF2-40B4-BE49-F238E27FC236}">
                    <a16:creationId xmlns:a16="http://schemas.microsoft.com/office/drawing/2014/main" id="{CE29E1A2-5E1C-4F60-875F-3A8D3C559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3711"/>
                <a:ext cx="23" cy="13"/>
              </a:xfrm>
              <a:custGeom>
                <a:avLst/>
                <a:gdLst>
                  <a:gd name="T0" fmla="*/ 0 w 9"/>
                  <a:gd name="T1" fmla="*/ 55 h 5"/>
                  <a:gd name="T2" fmla="*/ 130 w 9"/>
                  <a:gd name="T3" fmla="*/ 88 h 5"/>
                  <a:gd name="T4" fmla="*/ 66 w 9"/>
                  <a:gd name="T5" fmla="*/ 88 h 5"/>
                  <a:gd name="T6" fmla="*/ 20 w 9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3"/>
                    </a:moveTo>
                    <a:cubicBezTo>
                      <a:pt x="2" y="3"/>
                      <a:pt x="9" y="0"/>
                      <a:pt x="8" y="5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3" y="5"/>
                      <a:pt x="0" y="3"/>
                      <a:pt x="1" y="4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38" name="Group 795">
              <a:extLst>
                <a:ext uri="{FF2B5EF4-FFF2-40B4-BE49-F238E27FC236}">
                  <a16:creationId xmlns:a16="http://schemas.microsoft.com/office/drawing/2014/main" id="{86E53B7A-EECF-4F5F-9AAF-439B233EED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59" y="2414"/>
              <a:ext cx="1635" cy="1477"/>
              <a:chOff x="2759" y="2414"/>
              <a:chExt cx="1635" cy="1477"/>
            </a:xfrm>
          </p:grpSpPr>
          <p:sp>
            <p:nvSpPr>
              <p:cNvPr id="19344" name="Freeform 796">
                <a:extLst>
                  <a:ext uri="{FF2B5EF4-FFF2-40B4-BE49-F238E27FC236}">
                    <a16:creationId xmlns:a16="http://schemas.microsoft.com/office/drawing/2014/main" id="{B0AA2CC0-D78D-4869-832D-D93B7EF36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726"/>
                <a:ext cx="22" cy="15"/>
              </a:xfrm>
              <a:custGeom>
                <a:avLst/>
                <a:gdLst>
                  <a:gd name="T0" fmla="*/ 29 w 9"/>
                  <a:gd name="T1" fmla="*/ 0 h 6"/>
                  <a:gd name="T2" fmla="*/ 132 w 9"/>
                  <a:gd name="T3" fmla="*/ 95 h 6"/>
                  <a:gd name="T4" fmla="*/ 59 w 9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2" y="0"/>
                    </a:moveTo>
                    <a:cubicBezTo>
                      <a:pt x="0" y="4"/>
                      <a:pt x="7" y="4"/>
                      <a:pt x="9" y="6"/>
                    </a:cubicBezTo>
                    <a:cubicBezTo>
                      <a:pt x="8" y="4"/>
                      <a:pt x="6" y="2"/>
                      <a:pt x="4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5" name="Freeform 797">
                <a:extLst>
                  <a:ext uri="{FF2B5EF4-FFF2-40B4-BE49-F238E27FC236}">
                    <a16:creationId xmlns:a16="http://schemas.microsoft.com/office/drawing/2014/main" id="{37577C04-5820-4E24-A258-92703F6EC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726"/>
                <a:ext cx="10" cy="10"/>
              </a:xfrm>
              <a:custGeom>
                <a:avLst/>
                <a:gdLst>
                  <a:gd name="T0" fmla="*/ 0 w 4"/>
                  <a:gd name="T1" fmla="*/ 20 h 4"/>
                  <a:gd name="T2" fmla="*/ 63 w 4"/>
                  <a:gd name="T3" fmla="*/ 0 h 4"/>
                  <a:gd name="T4" fmla="*/ 63 w 4"/>
                  <a:gd name="T5" fmla="*/ 50 h 4"/>
                  <a:gd name="T6" fmla="*/ 20 w 4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4" y="1"/>
                      <a:pt x="4" y="3"/>
                      <a:pt x="4" y="3"/>
                    </a:cubicBezTo>
                    <a:cubicBezTo>
                      <a:pt x="3" y="4"/>
                      <a:pt x="1" y="3"/>
                      <a:pt x="1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6" name="Freeform 798">
                <a:extLst>
                  <a:ext uri="{FF2B5EF4-FFF2-40B4-BE49-F238E27FC236}">
                    <a16:creationId xmlns:a16="http://schemas.microsoft.com/office/drawing/2014/main" id="{879319EB-279D-4C40-969E-A86C7C697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726"/>
                <a:ext cx="10" cy="15"/>
              </a:xfrm>
              <a:custGeom>
                <a:avLst/>
                <a:gdLst>
                  <a:gd name="T0" fmla="*/ 0 w 4"/>
                  <a:gd name="T1" fmla="*/ 33 h 6"/>
                  <a:gd name="T2" fmla="*/ 50 w 4"/>
                  <a:gd name="T3" fmla="*/ 95 h 6"/>
                  <a:gd name="T4" fmla="*/ 0 w 4"/>
                  <a:gd name="T5" fmla="*/ 5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cubicBezTo>
                      <a:pt x="4" y="0"/>
                      <a:pt x="4" y="2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7" name="Freeform 799">
                <a:extLst>
                  <a:ext uri="{FF2B5EF4-FFF2-40B4-BE49-F238E27FC236}">
                    <a16:creationId xmlns:a16="http://schemas.microsoft.com/office/drawing/2014/main" id="{4EDEFE32-8A51-49B2-B7D4-24B7DF924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3734"/>
                <a:ext cx="10" cy="10"/>
              </a:xfrm>
              <a:custGeom>
                <a:avLst/>
                <a:gdLst>
                  <a:gd name="T0" fmla="*/ 50 w 4"/>
                  <a:gd name="T1" fmla="*/ 0 h 4"/>
                  <a:gd name="T2" fmla="*/ 0 w 4"/>
                  <a:gd name="T3" fmla="*/ 0 h 4"/>
                  <a:gd name="T4" fmla="*/ 33 w 4"/>
                  <a:gd name="T5" fmla="*/ 63 h 4"/>
                  <a:gd name="T6" fmla="*/ 63 w 4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2"/>
                      <a:pt x="1" y="3"/>
                      <a:pt x="2" y="4"/>
                    </a:cubicBezTo>
                    <a:cubicBezTo>
                      <a:pt x="3" y="3"/>
                      <a:pt x="4" y="1"/>
                      <a:pt x="4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8" name="Freeform 800">
                <a:extLst>
                  <a:ext uri="{FF2B5EF4-FFF2-40B4-BE49-F238E27FC236}">
                    <a16:creationId xmlns:a16="http://schemas.microsoft.com/office/drawing/2014/main" id="{B0E34EE2-C4E5-4246-8EA6-F1132E1D7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744"/>
                <a:ext cx="17" cy="12"/>
              </a:xfrm>
              <a:custGeom>
                <a:avLst/>
                <a:gdLst>
                  <a:gd name="T0" fmla="*/ 29 w 7"/>
                  <a:gd name="T1" fmla="*/ 0 h 5"/>
                  <a:gd name="T2" fmla="*/ 100 w 7"/>
                  <a:gd name="T3" fmla="*/ 12 h 5"/>
                  <a:gd name="T4" fmla="*/ 0 w 7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2" y="0"/>
                      <a:pt x="6" y="1"/>
                      <a:pt x="7" y="1"/>
                    </a:cubicBezTo>
                    <a:cubicBezTo>
                      <a:pt x="6" y="5"/>
                      <a:pt x="2" y="1"/>
                      <a:pt x="0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9" name="Freeform 801">
                <a:extLst>
                  <a:ext uri="{FF2B5EF4-FFF2-40B4-BE49-F238E27FC236}">
                    <a16:creationId xmlns:a16="http://schemas.microsoft.com/office/drawing/2014/main" id="{5DAFE8BF-79D3-42EF-BE4E-8ABA1D349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3736"/>
                <a:ext cx="10" cy="5"/>
              </a:xfrm>
              <a:custGeom>
                <a:avLst/>
                <a:gdLst>
                  <a:gd name="T0" fmla="*/ 33 w 4"/>
                  <a:gd name="T1" fmla="*/ 0 h 2"/>
                  <a:gd name="T2" fmla="*/ 0 w 4"/>
                  <a:gd name="T3" fmla="*/ 0 h 2"/>
                  <a:gd name="T4" fmla="*/ 63 w 4"/>
                  <a:gd name="T5" fmla="*/ 33 h 2"/>
                  <a:gd name="T6" fmla="*/ 63 w 4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0" name="Freeform 802">
                <a:extLst>
                  <a:ext uri="{FF2B5EF4-FFF2-40B4-BE49-F238E27FC236}">
                    <a16:creationId xmlns:a16="http://schemas.microsoft.com/office/drawing/2014/main" id="{BFFF554D-56D3-4982-B522-AC8183453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699"/>
                <a:ext cx="15" cy="7"/>
              </a:xfrm>
              <a:custGeom>
                <a:avLst/>
                <a:gdLst>
                  <a:gd name="T0" fmla="*/ 0 w 6"/>
                  <a:gd name="T1" fmla="*/ 12 h 3"/>
                  <a:gd name="T2" fmla="*/ 83 w 6"/>
                  <a:gd name="T3" fmla="*/ 37 h 3"/>
                  <a:gd name="T4" fmla="*/ 0 w 6"/>
                  <a:gd name="T5" fmla="*/ 12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2" y="1"/>
                      <a:pt x="6" y="0"/>
                      <a:pt x="5" y="3"/>
                    </a:cubicBezTo>
                    <a:cubicBezTo>
                      <a:pt x="3" y="3"/>
                      <a:pt x="1" y="3"/>
                      <a:pt x="0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1" name="Freeform 803">
                <a:extLst>
                  <a:ext uri="{FF2B5EF4-FFF2-40B4-BE49-F238E27FC236}">
                    <a16:creationId xmlns:a16="http://schemas.microsoft.com/office/drawing/2014/main" id="{1488FE56-A705-4FC4-937A-11B764D39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3706"/>
                <a:ext cx="17" cy="10"/>
              </a:xfrm>
              <a:custGeom>
                <a:avLst/>
                <a:gdLst>
                  <a:gd name="T0" fmla="*/ 58 w 7"/>
                  <a:gd name="T1" fmla="*/ 0 h 4"/>
                  <a:gd name="T2" fmla="*/ 100 w 7"/>
                  <a:gd name="T3" fmla="*/ 63 h 4"/>
                  <a:gd name="T4" fmla="*/ 70 w 7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0" y="3"/>
                      <a:pt x="5" y="3"/>
                      <a:pt x="7" y="4"/>
                    </a:cubicBezTo>
                    <a:cubicBezTo>
                      <a:pt x="7" y="3"/>
                      <a:pt x="6" y="2"/>
                      <a:pt x="5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2" name="Freeform 804">
                <a:extLst>
                  <a:ext uri="{FF2B5EF4-FFF2-40B4-BE49-F238E27FC236}">
                    <a16:creationId xmlns:a16="http://schemas.microsoft.com/office/drawing/2014/main" id="{8E9BE606-735A-464F-B042-6CF1C75B1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714"/>
                <a:ext cx="17" cy="12"/>
              </a:xfrm>
              <a:custGeom>
                <a:avLst/>
                <a:gdLst>
                  <a:gd name="T0" fmla="*/ 70 w 7"/>
                  <a:gd name="T1" fmla="*/ 0 h 5"/>
                  <a:gd name="T2" fmla="*/ 41 w 7"/>
                  <a:gd name="T3" fmla="*/ 41 h 5"/>
                  <a:gd name="T4" fmla="*/ 100 w 7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3" y="0"/>
                      <a:pt x="0" y="1"/>
                      <a:pt x="3" y="3"/>
                    </a:cubicBezTo>
                    <a:cubicBezTo>
                      <a:pt x="6" y="5"/>
                      <a:pt x="5" y="2"/>
                      <a:pt x="7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3" name="Freeform 805">
                <a:extLst>
                  <a:ext uri="{FF2B5EF4-FFF2-40B4-BE49-F238E27FC236}">
                    <a16:creationId xmlns:a16="http://schemas.microsoft.com/office/drawing/2014/main" id="{7DD3399C-EDE3-4A87-800E-17023BE63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3679"/>
                <a:ext cx="13" cy="7"/>
              </a:xfrm>
              <a:custGeom>
                <a:avLst/>
                <a:gdLst>
                  <a:gd name="T0" fmla="*/ 0 w 5"/>
                  <a:gd name="T1" fmla="*/ 0 h 3"/>
                  <a:gd name="T2" fmla="*/ 88 w 5"/>
                  <a:gd name="T3" fmla="*/ 37 h 3"/>
                  <a:gd name="T4" fmla="*/ 21 w 5"/>
                  <a:gd name="T5" fmla="*/ 12 h 3"/>
                  <a:gd name="T6" fmla="*/ 21 w 5"/>
                  <a:gd name="T7" fmla="*/ 1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3" y="0"/>
                      <a:pt x="5" y="0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4" name="Freeform 806">
                <a:extLst>
                  <a:ext uri="{FF2B5EF4-FFF2-40B4-BE49-F238E27FC236}">
                    <a16:creationId xmlns:a16="http://schemas.microsoft.com/office/drawing/2014/main" id="{3943EBEF-8F2C-448E-9493-6367579A7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3686"/>
                <a:ext cx="15" cy="10"/>
              </a:xfrm>
              <a:custGeom>
                <a:avLst/>
                <a:gdLst>
                  <a:gd name="T0" fmla="*/ 50 w 6"/>
                  <a:gd name="T1" fmla="*/ 0 h 4"/>
                  <a:gd name="T2" fmla="*/ 95 w 6"/>
                  <a:gd name="T3" fmla="*/ 63 h 4"/>
                  <a:gd name="T4" fmla="*/ 63 w 6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0" y="3"/>
                      <a:pt x="4" y="3"/>
                      <a:pt x="6" y="4"/>
                    </a:cubicBezTo>
                    <a:cubicBezTo>
                      <a:pt x="6" y="3"/>
                      <a:pt x="5" y="2"/>
                      <a:pt x="4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5" name="Freeform 807">
                <a:extLst>
                  <a:ext uri="{FF2B5EF4-FFF2-40B4-BE49-F238E27FC236}">
                    <a16:creationId xmlns:a16="http://schemas.microsoft.com/office/drawing/2014/main" id="{59ED9EEB-C48F-4517-AD43-EC6E613C6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3691"/>
                <a:ext cx="10" cy="13"/>
              </a:xfrm>
              <a:custGeom>
                <a:avLst/>
                <a:gdLst>
                  <a:gd name="T0" fmla="*/ 0 w 4"/>
                  <a:gd name="T1" fmla="*/ 21 h 5"/>
                  <a:gd name="T2" fmla="*/ 50 w 4"/>
                  <a:gd name="T3" fmla="*/ 21 h 5"/>
                  <a:gd name="T4" fmla="*/ 50 w 4"/>
                  <a:gd name="T5" fmla="*/ 88 h 5"/>
                  <a:gd name="T6" fmla="*/ 0 w 4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5"/>
                    </a:cubicBezTo>
                    <a:cubicBezTo>
                      <a:pt x="2" y="5"/>
                      <a:pt x="1" y="3"/>
                      <a:pt x="0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6" name="Freeform 808">
                <a:extLst>
                  <a:ext uri="{FF2B5EF4-FFF2-40B4-BE49-F238E27FC236}">
                    <a16:creationId xmlns:a16="http://schemas.microsoft.com/office/drawing/2014/main" id="{6521FCC8-8F65-4987-8231-4826EB65C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3699"/>
                <a:ext cx="12" cy="7"/>
              </a:xfrm>
              <a:custGeom>
                <a:avLst/>
                <a:gdLst>
                  <a:gd name="T0" fmla="*/ 12 w 5"/>
                  <a:gd name="T1" fmla="*/ 12 h 3"/>
                  <a:gd name="T2" fmla="*/ 0 w 5"/>
                  <a:gd name="T3" fmla="*/ 12 h 3"/>
                  <a:gd name="T4" fmla="*/ 70 w 5"/>
                  <a:gd name="T5" fmla="*/ 37 h 3"/>
                  <a:gd name="T6" fmla="*/ 29 w 5"/>
                  <a:gd name="T7" fmla="*/ 1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1"/>
                      <a:pt x="4" y="0"/>
                      <a:pt x="2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7" name="Freeform 809">
                <a:extLst>
                  <a:ext uri="{FF2B5EF4-FFF2-40B4-BE49-F238E27FC236}">
                    <a16:creationId xmlns:a16="http://schemas.microsoft.com/office/drawing/2014/main" id="{60715E21-3E0E-4875-B73B-4E14A82FA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434"/>
                <a:ext cx="10" cy="15"/>
              </a:xfrm>
              <a:custGeom>
                <a:avLst/>
                <a:gdLst>
                  <a:gd name="T0" fmla="*/ 0 w 4"/>
                  <a:gd name="T1" fmla="*/ 20 h 6"/>
                  <a:gd name="T2" fmla="*/ 33 w 4"/>
                  <a:gd name="T3" fmla="*/ 95 h 6"/>
                  <a:gd name="T4" fmla="*/ 63 w 4"/>
                  <a:gd name="T5" fmla="*/ 33 h 6"/>
                  <a:gd name="T6" fmla="*/ 20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1"/>
                    </a:moveTo>
                    <a:cubicBezTo>
                      <a:pt x="1" y="2"/>
                      <a:pt x="1" y="4"/>
                      <a:pt x="2" y="6"/>
                    </a:cubicBezTo>
                    <a:cubicBezTo>
                      <a:pt x="3" y="5"/>
                      <a:pt x="4" y="4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8" name="Freeform 810">
                <a:extLst>
                  <a:ext uri="{FF2B5EF4-FFF2-40B4-BE49-F238E27FC236}">
                    <a16:creationId xmlns:a16="http://schemas.microsoft.com/office/drawing/2014/main" id="{760152ED-0D8C-4026-BC88-39EE44792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436"/>
                <a:ext cx="7" cy="13"/>
              </a:xfrm>
              <a:custGeom>
                <a:avLst/>
                <a:gdLst>
                  <a:gd name="T0" fmla="*/ 12 w 3"/>
                  <a:gd name="T1" fmla="*/ 0 h 5"/>
                  <a:gd name="T2" fmla="*/ 0 w 3"/>
                  <a:gd name="T3" fmla="*/ 88 h 5"/>
                  <a:gd name="T4" fmla="*/ 37 w 3"/>
                  <a:gd name="T5" fmla="*/ 88 h 5"/>
                  <a:gd name="T6" fmla="*/ 28 w 3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" y="4"/>
                      <a:pt x="2" y="3"/>
                      <a:pt x="2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9" name="Freeform 811">
                <a:extLst>
                  <a:ext uri="{FF2B5EF4-FFF2-40B4-BE49-F238E27FC236}">
                    <a16:creationId xmlns:a16="http://schemas.microsoft.com/office/drawing/2014/main" id="{0303AD96-CFA1-43FB-A814-A3EECC87F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454"/>
                <a:ext cx="12" cy="15"/>
              </a:xfrm>
              <a:custGeom>
                <a:avLst/>
                <a:gdLst>
                  <a:gd name="T0" fmla="*/ 12 w 5"/>
                  <a:gd name="T1" fmla="*/ 0 h 6"/>
                  <a:gd name="T2" fmla="*/ 58 w 5"/>
                  <a:gd name="T3" fmla="*/ 0 h 6"/>
                  <a:gd name="T4" fmla="*/ 70 w 5"/>
                  <a:gd name="T5" fmla="*/ 95 h 6"/>
                  <a:gd name="T6" fmla="*/ 12 w 5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4" y="2"/>
                      <a:pt x="5" y="4"/>
                      <a:pt x="5" y="6"/>
                    </a:cubicBezTo>
                    <a:cubicBezTo>
                      <a:pt x="3" y="5"/>
                      <a:pt x="0" y="3"/>
                      <a:pt x="1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0" name="Freeform 812">
                <a:extLst>
                  <a:ext uri="{FF2B5EF4-FFF2-40B4-BE49-F238E27FC236}">
                    <a16:creationId xmlns:a16="http://schemas.microsoft.com/office/drawing/2014/main" id="{A481B483-F632-4F47-9392-C8079FDD6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3451"/>
                <a:ext cx="10" cy="10"/>
              </a:xfrm>
              <a:custGeom>
                <a:avLst/>
                <a:gdLst>
                  <a:gd name="T0" fmla="*/ 33 w 4"/>
                  <a:gd name="T1" fmla="*/ 20 h 4"/>
                  <a:gd name="T2" fmla="*/ 0 w 4"/>
                  <a:gd name="T3" fmla="*/ 20 h 4"/>
                  <a:gd name="T4" fmla="*/ 63 w 4"/>
                  <a:gd name="T5" fmla="*/ 50 h 4"/>
                  <a:gd name="T6" fmla="*/ 63 w 4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3"/>
                      <a:pt x="2" y="4"/>
                      <a:pt x="4" y="3"/>
                    </a:cubicBezTo>
                    <a:cubicBezTo>
                      <a:pt x="3" y="2"/>
                      <a:pt x="4" y="1"/>
                      <a:pt x="4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1" name="Freeform 813">
                <a:extLst>
                  <a:ext uri="{FF2B5EF4-FFF2-40B4-BE49-F238E27FC236}">
                    <a16:creationId xmlns:a16="http://schemas.microsoft.com/office/drawing/2014/main" id="{4D598F9C-728A-42F4-8235-0EA44B9A2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471"/>
                <a:ext cx="17" cy="15"/>
              </a:xfrm>
              <a:custGeom>
                <a:avLst/>
                <a:gdLst>
                  <a:gd name="T0" fmla="*/ 0 w 7"/>
                  <a:gd name="T1" fmla="*/ 0 h 6"/>
                  <a:gd name="T2" fmla="*/ 70 w 7"/>
                  <a:gd name="T3" fmla="*/ 0 h 6"/>
                  <a:gd name="T4" fmla="*/ 100 w 7"/>
                  <a:gd name="T5" fmla="*/ 83 h 6"/>
                  <a:gd name="T6" fmla="*/ 41 w 7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2"/>
                      <a:pt x="6" y="3"/>
                      <a:pt x="7" y="5"/>
                    </a:cubicBezTo>
                    <a:cubicBezTo>
                      <a:pt x="4" y="6"/>
                      <a:pt x="5" y="2"/>
                      <a:pt x="3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2" name="Freeform 814">
                <a:extLst>
                  <a:ext uri="{FF2B5EF4-FFF2-40B4-BE49-F238E27FC236}">
                    <a16:creationId xmlns:a16="http://schemas.microsoft.com/office/drawing/2014/main" id="{CBCB6047-1EA7-4C73-B471-5D62C2BD5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481"/>
                <a:ext cx="13" cy="15"/>
              </a:xfrm>
              <a:custGeom>
                <a:avLst/>
                <a:gdLst>
                  <a:gd name="T0" fmla="*/ 34 w 5"/>
                  <a:gd name="T1" fmla="*/ 0 h 6"/>
                  <a:gd name="T2" fmla="*/ 88 w 5"/>
                  <a:gd name="T3" fmla="*/ 95 h 6"/>
                  <a:gd name="T4" fmla="*/ 34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0" y="2"/>
                      <a:pt x="3" y="5"/>
                      <a:pt x="5" y="6"/>
                    </a:cubicBezTo>
                    <a:cubicBezTo>
                      <a:pt x="5" y="4"/>
                      <a:pt x="5" y="1"/>
                      <a:pt x="2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3" name="Freeform 815">
                <a:extLst>
                  <a:ext uri="{FF2B5EF4-FFF2-40B4-BE49-F238E27FC236}">
                    <a16:creationId xmlns:a16="http://schemas.microsoft.com/office/drawing/2014/main" id="{A7369B87-BA69-4BA9-8EBE-5EDCFC6F3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3464"/>
                <a:ext cx="13" cy="15"/>
              </a:xfrm>
              <a:custGeom>
                <a:avLst/>
                <a:gdLst>
                  <a:gd name="T0" fmla="*/ 0 w 5"/>
                  <a:gd name="T1" fmla="*/ 0 h 6"/>
                  <a:gd name="T2" fmla="*/ 34 w 5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6"/>
                      <a:pt x="5" y="4"/>
                      <a:pt x="2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4" name="Freeform 816">
                <a:extLst>
                  <a:ext uri="{FF2B5EF4-FFF2-40B4-BE49-F238E27FC236}">
                    <a16:creationId xmlns:a16="http://schemas.microsoft.com/office/drawing/2014/main" id="{86441D60-0708-4957-AD6C-DC8E977E5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489"/>
                <a:ext cx="15" cy="12"/>
              </a:xfrm>
              <a:custGeom>
                <a:avLst/>
                <a:gdLst>
                  <a:gd name="T0" fmla="*/ 20 w 6"/>
                  <a:gd name="T1" fmla="*/ 0 h 5"/>
                  <a:gd name="T2" fmla="*/ 95 w 6"/>
                  <a:gd name="T3" fmla="*/ 70 h 5"/>
                  <a:gd name="T4" fmla="*/ 0 w 6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4" y="1"/>
                      <a:pt x="6" y="1"/>
                      <a:pt x="6" y="5"/>
                    </a:cubicBezTo>
                    <a:cubicBezTo>
                      <a:pt x="4" y="5"/>
                      <a:pt x="1" y="4"/>
                      <a:pt x="0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5" name="Freeform 817">
                <a:extLst>
                  <a:ext uri="{FF2B5EF4-FFF2-40B4-BE49-F238E27FC236}">
                    <a16:creationId xmlns:a16="http://schemas.microsoft.com/office/drawing/2014/main" id="{949CE97A-DB37-4CF9-838D-82896596D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499"/>
                <a:ext cx="10" cy="12"/>
              </a:xfrm>
              <a:custGeom>
                <a:avLst/>
                <a:gdLst>
                  <a:gd name="T0" fmla="*/ 0 w 4"/>
                  <a:gd name="T1" fmla="*/ 12 h 5"/>
                  <a:gd name="T2" fmla="*/ 63 w 4"/>
                  <a:gd name="T3" fmla="*/ 41 h 5"/>
                  <a:gd name="T4" fmla="*/ 20 w 4"/>
                  <a:gd name="T5" fmla="*/ 12 h 5"/>
                  <a:gd name="T6" fmla="*/ 33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0" y="3"/>
                      <a:pt x="2" y="5"/>
                      <a:pt x="4" y="3"/>
                    </a:cubicBezTo>
                    <a:cubicBezTo>
                      <a:pt x="3" y="2"/>
                      <a:pt x="2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6" name="Freeform 818">
                <a:extLst>
                  <a:ext uri="{FF2B5EF4-FFF2-40B4-BE49-F238E27FC236}">
                    <a16:creationId xmlns:a16="http://schemas.microsoft.com/office/drawing/2014/main" id="{C4537626-9DFF-4ECE-8DA5-A5B7751E8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506"/>
                <a:ext cx="10" cy="15"/>
              </a:xfrm>
              <a:custGeom>
                <a:avLst/>
                <a:gdLst>
                  <a:gd name="T0" fmla="*/ 0 w 4"/>
                  <a:gd name="T1" fmla="*/ 0 h 6"/>
                  <a:gd name="T2" fmla="*/ 33 w 4"/>
                  <a:gd name="T3" fmla="*/ 0 h 6"/>
                  <a:gd name="T4" fmla="*/ 20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6"/>
                      <a:pt x="4" y="5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7" name="Freeform 819">
                <a:extLst>
                  <a:ext uri="{FF2B5EF4-FFF2-40B4-BE49-F238E27FC236}">
                    <a16:creationId xmlns:a16="http://schemas.microsoft.com/office/drawing/2014/main" id="{B89B508E-645F-4F86-A5EF-34A70C4BB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521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0 w 5"/>
                  <a:gd name="T3" fmla="*/ 21 h 5"/>
                  <a:gd name="T4" fmla="*/ 88 w 5"/>
                  <a:gd name="T5" fmla="*/ 88 h 5"/>
                  <a:gd name="T6" fmla="*/ 55 w 5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3" y="5"/>
                      <a:pt x="5" y="5"/>
                    </a:cubicBezTo>
                    <a:cubicBezTo>
                      <a:pt x="4" y="4"/>
                      <a:pt x="4" y="2"/>
                      <a:pt x="3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8" name="Freeform 820">
                <a:extLst>
                  <a:ext uri="{FF2B5EF4-FFF2-40B4-BE49-F238E27FC236}">
                    <a16:creationId xmlns:a16="http://schemas.microsoft.com/office/drawing/2014/main" id="{FFE649E9-E965-43C7-BA1B-C03E60C47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514"/>
                <a:ext cx="13" cy="15"/>
              </a:xfrm>
              <a:custGeom>
                <a:avLst/>
                <a:gdLst>
                  <a:gd name="T0" fmla="*/ 55 w 5"/>
                  <a:gd name="T1" fmla="*/ 33 h 6"/>
                  <a:gd name="T2" fmla="*/ 0 w 5"/>
                  <a:gd name="T3" fmla="*/ 0 h 6"/>
                  <a:gd name="T4" fmla="*/ 34 w 5"/>
                  <a:gd name="T5" fmla="*/ 95 h 6"/>
                  <a:gd name="T6" fmla="*/ 88 w 5"/>
                  <a:gd name="T7" fmla="*/ 5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2" y="5"/>
                      <a:pt x="4" y="4"/>
                      <a:pt x="5" y="3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9" name="Freeform 821">
                <a:extLst>
                  <a:ext uri="{FF2B5EF4-FFF2-40B4-BE49-F238E27FC236}">
                    <a16:creationId xmlns:a16="http://schemas.microsoft.com/office/drawing/2014/main" id="{BBE39881-9265-407E-A3A9-C016BCDA7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3536"/>
                <a:ext cx="15" cy="13"/>
              </a:xfrm>
              <a:custGeom>
                <a:avLst/>
                <a:gdLst>
                  <a:gd name="T0" fmla="*/ 20 w 6"/>
                  <a:gd name="T1" fmla="*/ 34 h 5"/>
                  <a:gd name="T2" fmla="*/ 63 w 6"/>
                  <a:gd name="T3" fmla="*/ 0 h 5"/>
                  <a:gd name="T4" fmla="*/ 95 w 6"/>
                  <a:gd name="T5" fmla="*/ 88 h 5"/>
                  <a:gd name="T6" fmla="*/ 20 w 6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0" y="1"/>
                      <a:pt x="2" y="1"/>
                      <a:pt x="4" y="0"/>
                    </a:cubicBezTo>
                    <a:cubicBezTo>
                      <a:pt x="4" y="2"/>
                      <a:pt x="5" y="3"/>
                      <a:pt x="6" y="5"/>
                    </a:cubicBezTo>
                    <a:cubicBezTo>
                      <a:pt x="4" y="5"/>
                      <a:pt x="2" y="4"/>
                      <a:pt x="1" y="3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0" name="Freeform 822">
                <a:extLst>
                  <a:ext uri="{FF2B5EF4-FFF2-40B4-BE49-F238E27FC236}">
                    <a16:creationId xmlns:a16="http://schemas.microsoft.com/office/drawing/2014/main" id="{35425F2B-4E68-4877-9D2E-41B7AE21B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3549"/>
                <a:ext cx="13" cy="12"/>
              </a:xfrm>
              <a:custGeom>
                <a:avLst/>
                <a:gdLst>
                  <a:gd name="T0" fmla="*/ 55 w 5"/>
                  <a:gd name="T1" fmla="*/ 12 h 5"/>
                  <a:gd name="T2" fmla="*/ 0 w 5"/>
                  <a:gd name="T3" fmla="*/ 12 h 5"/>
                  <a:gd name="T4" fmla="*/ 88 w 5"/>
                  <a:gd name="T5" fmla="*/ 70 h 5"/>
                  <a:gd name="T6" fmla="*/ 88 w 5"/>
                  <a:gd name="T7" fmla="*/ 2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3"/>
                      <a:pt x="3" y="4"/>
                      <a:pt x="5" y="5"/>
                    </a:cubicBezTo>
                    <a:cubicBezTo>
                      <a:pt x="5" y="4"/>
                      <a:pt x="5" y="3"/>
                      <a:pt x="5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1" name="Freeform 823">
                <a:extLst>
                  <a:ext uri="{FF2B5EF4-FFF2-40B4-BE49-F238E27FC236}">
                    <a16:creationId xmlns:a16="http://schemas.microsoft.com/office/drawing/2014/main" id="{277C53B9-4F40-4EB5-92E7-88B494D57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531"/>
                <a:ext cx="10" cy="15"/>
              </a:xfrm>
              <a:custGeom>
                <a:avLst/>
                <a:gdLst>
                  <a:gd name="T0" fmla="*/ 33 w 4"/>
                  <a:gd name="T1" fmla="*/ 33 h 6"/>
                  <a:gd name="T2" fmla="*/ 0 w 4"/>
                  <a:gd name="T3" fmla="*/ 0 h 6"/>
                  <a:gd name="T4" fmla="*/ 63 w 4"/>
                  <a:gd name="T5" fmla="*/ 95 h 6"/>
                  <a:gd name="T6" fmla="*/ 63 w 4"/>
                  <a:gd name="T7" fmla="*/ 5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1" y="2"/>
                      <a:pt x="2" y="5"/>
                      <a:pt x="4" y="6"/>
                    </a:cubicBezTo>
                    <a:cubicBezTo>
                      <a:pt x="4" y="5"/>
                      <a:pt x="4" y="3"/>
                      <a:pt x="4" y="3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2" name="Freeform 824">
                <a:extLst>
                  <a:ext uri="{FF2B5EF4-FFF2-40B4-BE49-F238E27FC236}">
                    <a16:creationId xmlns:a16="http://schemas.microsoft.com/office/drawing/2014/main" id="{4DDCA334-0970-482A-B691-EBB6EAB4C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3556"/>
                <a:ext cx="13" cy="10"/>
              </a:xfrm>
              <a:custGeom>
                <a:avLst/>
                <a:gdLst>
                  <a:gd name="T0" fmla="*/ 34 w 5"/>
                  <a:gd name="T1" fmla="*/ 0 h 4"/>
                  <a:gd name="T2" fmla="*/ 88 w 5"/>
                  <a:gd name="T3" fmla="*/ 63 h 4"/>
                  <a:gd name="T4" fmla="*/ 55 w 5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0" y="3"/>
                      <a:pt x="2" y="4"/>
                      <a:pt x="5" y="4"/>
                    </a:cubicBezTo>
                    <a:cubicBezTo>
                      <a:pt x="5" y="3"/>
                      <a:pt x="5" y="1"/>
                      <a:pt x="3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3" name="Freeform 825">
                <a:extLst>
                  <a:ext uri="{FF2B5EF4-FFF2-40B4-BE49-F238E27FC236}">
                    <a16:creationId xmlns:a16="http://schemas.microsoft.com/office/drawing/2014/main" id="{7D97B476-F17C-4EEC-9ADF-2B15DB72D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3574"/>
                <a:ext cx="20" cy="12"/>
              </a:xfrm>
              <a:custGeom>
                <a:avLst/>
                <a:gdLst>
                  <a:gd name="T0" fmla="*/ 33 w 8"/>
                  <a:gd name="T1" fmla="*/ 0 h 5"/>
                  <a:gd name="T2" fmla="*/ 113 w 8"/>
                  <a:gd name="T3" fmla="*/ 70 h 5"/>
                  <a:gd name="T4" fmla="*/ 5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2" y="0"/>
                    </a:moveTo>
                    <a:cubicBezTo>
                      <a:pt x="0" y="1"/>
                      <a:pt x="5" y="5"/>
                      <a:pt x="7" y="5"/>
                    </a:cubicBezTo>
                    <a:cubicBezTo>
                      <a:pt x="8" y="0"/>
                      <a:pt x="5" y="2"/>
                      <a:pt x="3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4" name="Freeform 826">
                <a:extLst>
                  <a:ext uri="{FF2B5EF4-FFF2-40B4-BE49-F238E27FC236}">
                    <a16:creationId xmlns:a16="http://schemas.microsoft.com/office/drawing/2014/main" id="{9D3B1767-366C-4273-B180-C85D989D1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3586"/>
                <a:ext cx="17" cy="13"/>
              </a:xfrm>
              <a:custGeom>
                <a:avLst/>
                <a:gdLst>
                  <a:gd name="T0" fmla="*/ 41 w 7"/>
                  <a:gd name="T1" fmla="*/ 0 h 5"/>
                  <a:gd name="T2" fmla="*/ 100 w 7"/>
                  <a:gd name="T3" fmla="*/ 88 h 5"/>
                  <a:gd name="T4" fmla="*/ 58 w 7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0" y="3"/>
                      <a:pt x="5" y="4"/>
                      <a:pt x="7" y="5"/>
                    </a:cubicBezTo>
                    <a:cubicBezTo>
                      <a:pt x="6" y="3"/>
                      <a:pt x="6" y="1"/>
                      <a:pt x="4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5" name="Freeform 827">
                <a:extLst>
                  <a:ext uri="{FF2B5EF4-FFF2-40B4-BE49-F238E27FC236}">
                    <a16:creationId xmlns:a16="http://schemas.microsoft.com/office/drawing/2014/main" id="{75C19068-06A1-4C87-854F-70F8BBB0D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3599"/>
                <a:ext cx="10" cy="12"/>
              </a:xfrm>
              <a:custGeom>
                <a:avLst/>
                <a:gdLst>
                  <a:gd name="T0" fmla="*/ 0 w 4"/>
                  <a:gd name="T1" fmla="*/ 0 h 5"/>
                  <a:gd name="T2" fmla="*/ 63 w 4"/>
                  <a:gd name="T3" fmla="*/ 58 h 5"/>
                  <a:gd name="T4" fmla="*/ 20 w 4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2" y="0"/>
                      <a:pt x="4" y="2"/>
                      <a:pt x="4" y="4"/>
                    </a:cubicBezTo>
                    <a:cubicBezTo>
                      <a:pt x="1" y="5"/>
                      <a:pt x="0" y="2"/>
                      <a:pt x="1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6" name="Freeform 828">
                <a:extLst>
                  <a:ext uri="{FF2B5EF4-FFF2-40B4-BE49-F238E27FC236}">
                    <a16:creationId xmlns:a16="http://schemas.microsoft.com/office/drawing/2014/main" id="{2583FF13-C288-48D0-9E4F-33C769762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581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50 w 4"/>
                  <a:gd name="T3" fmla="*/ 56 h 3"/>
                  <a:gd name="T4" fmla="*/ 50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  <a:cubicBezTo>
                      <a:pt x="4" y="3"/>
                      <a:pt x="4" y="2"/>
                      <a:pt x="3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7" name="Freeform 829">
                <a:extLst>
                  <a:ext uri="{FF2B5EF4-FFF2-40B4-BE49-F238E27FC236}">
                    <a16:creationId xmlns:a16="http://schemas.microsoft.com/office/drawing/2014/main" id="{289B4A3D-A10C-449C-B1FA-C92D60A7F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614"/>
                <a:ext cx="15" cy="17"/>
              </a:xfrm>
              <a:custGeom>
                <a:avLst/>
                <a:gdLst>
                  <a:gd name="T0" fmla="*/ 33 w 6"/>
                  <a:gd name="T1" fmla="*/ 12 h 7"/>
                  <a:gd name="T2" fmla="*/ 0 w 6"/>
                  <a:gd name="T3" fmla="*/ 12 h 7"/>
                  <a:gd name="T4" fmla="*/ 95 w 6"/>
                  <a:gd name="T5" fmla="*/ 100 h 7"/>
                  <a:gd name="T6" fmla="*/ 63 w 6"/>
                  <a:gd name="T7" fmla="*/ 2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2" y="2"/>
                      <a:pt x="4" y="6"/>
                      <a:pt x="6" y="7"/>
                    </a:cubicBezTo>
                    <a:cubicBezTo>
                      <a:pt x="5" y="5"/>
                      <a:pt x="5" y="2"/>
                      <a:pt x="4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8" name="Freeform 830">
                <a:extLst>
                  <a:ext uri="{FF2B5EF4-FFF2-40B4-BE49-F238E27FC236}">
                    <a16:creationId xmlns:a16="http://schemas.microsoft.com/office/drawing/2014/main" id="{C11C2C7C-FD9B-4384-864B-14AF86D9F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3621"/>
                <a:ext cx="12" cy="15"/>
              </a:xfrm>
              <a:custGeom>
                <a:avLst/>
                <a:gdLst>
                  <a:gd name="T0" fmla="*/ 12 w 5"/>
                  <a:gd name="T1" fmla="*/ 20 h 6"/>
                  <a:gd name="T2" fmla="*/ 70 w 5"/>
                  <a:gd name="T3" fmla="*/ 95 h 6"/>
                  <a:gd name="T4" fmla="*/ 12 w 5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5" y="4"/>
                      <a:pt x="5" y="6"/>
                    </a:cubicBezTo>
                    <a:cubicBezTo>
                      <a:pt x="3" y="5"/>
                      <a:pt x="0" y="3"/>
                      <a:pt x="1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9" name="Freeform 831">
                <a:extLst>
                  <a:ext uri="{FF2B5EF4-FFF2-40B4-BE49-F238E27FC236}">
                    <a16:creationId xmlns:a16="http://schemas.microsoft.com/office/drawing/2014/main" id="{69B167F0-125F-4E43-9E9B-4CF7E36EB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634"/>
                <a:ext cx="13" cy="15"/>
              </a:xfrm>
              <a:custGeom>
                <a:avLst/>
                <a:gdLst>
                  <a:gd name="T0" fmla="*/ 21 w 5"/>
                  <a:gd name="T1" fmla="*/ 50 h 6"/>
                  <a:gd name="T2" fmla="*/ 0 w 5"/>
                  <a:gd name="T3" fmla="*/ 33 h 6"/>
                  <a:gd name="T4" fmla="*/ 55 w 5"/>
                  <a:gd name="T5" fmla="*/ 95 h 6"/>
                  <a:gd name="T6" fmla="*/ 88 w 5"/>
                  <a:gd name="T7" fmla="*/ 83 h 6"/>
                  <a:gd name="T8" fmla="*/ 21 w 5"/>
                  <a:gd name="T9" fmla="*/ 0 h 6"/>
                  <a:gd name="T10" fmla="*/ 0 w 5"/>
                  <a:gd name="T11" fmla="*/ 2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1" y="3"/>
                    </a:moveTo>
                    <a:cubicBezTo>
                      <a:pt x="0" y="2"/>
                      <a:pt x="1" y="2"/>
                      <a:pt x="0" y="2"/>
                    </a:cubicBezTo>
                    <a:cubicBezTo>
                      <a:pt x="1" y="3"/>
                      <a:pt x="2" y="5"/>
                      <a:pt x="3" y="6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3"/>
                      <a:pt x="2" y="2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0" name="Freeform 832">
                <a:extLst>
                  <a:ext uri="{FF2B5EF4-FFF2-40B4-BE49-F238E27FC236}">
                    <a16:creationId xmlns:a16="http://schemas.microsoft.com/office/drawing/2014/main" id="{590BBACD-7E75-4920-A42A-055C7DBE7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644"/>
                <a:ext cx="12" cy="12"/>
              </a:xfrm>
              <a:custGeom>
                <a:avLst/>
                <a:gdLst>
                  <a:gd name="T0" fmla="*/ 29 w 5"/>
                  <a:gd name="T1" fmla="*/ 0 h 5"/>
                  <a:gd name="T2" fmla="*/ 70 w 5"/>
                  <a:gd name="T3" fmla="*/ 58 h 5"/>
                  <a:gd name="T4" fmla="*/ 41 w 5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1"/>
                      <a:pt x="2" y="5"/>
                      <a:pt x="5" y="4"/>
                    </a:cubicBezTo>
                    <a:cubicBezTo>
                      <a:pt x="5" y="3"/>
                      <a:pt x="3" y="1"/>
                      <a:pt x="3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1" name="Freeform 833">
                <a:extLst>
                  <a:ext uri="{FF2B5EF4-FFF2-40B4-BE49-F238E27FC236}">
                    <a16:creationId xmlns:a16="http://schemas.microsoft.com/office/drawing/2014/main" id="{9B55CAC4-5823-4B15-8E6D-38578FFCE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3651"/>
                <a:ext cx="10" cy="15"/>
              </a:xfrm>
              <a:custGeom>
                <a:avLst/>
                <a:gdLst>
                  <a:gd name="T0" fmla="*/ 0 w 4"/>
                  <a:gd name="T1" fmla="*/ 0 h 6"/>
                  <a:gd name="T2" fmla="*/ 50 w 4"/>
                  <a:gd name="T3" fmla="*/ 20 h 6"/>
                  <a:gd name="T4" fmla="*/ 33 w 4"/>
                  <a:gd name="T5" fmla="*/ 95 h 6"/>
                  <a:gd name="T6" fmla="*/ 0 w 4"/>
                  <a:gd name="T7" fmla="*/ 3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0"/>
                      <a:pt x="3" y="0"/>
                      <a:pt x="3" y="1"/>
                    </a:cubicBezTo>
                    <a:cubicBezTo>
                      <a:pt x="4" y="2"/>
                      <a:pt x="3" y="4"/>
                      <a:pt x="2" y="6"/>
                    </a:cubicBezTo>
                    <a:cubicBezTo>
                      <a:pt x="2" y="4"/>
                      <a:pt x="1" y="3"/>
                      <a:pt x="0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2" name="Freeform 834">
                <a:extLst>
                  <a:ext uri="{FF2B5EF4-FFF2-40B4-BE49-F238E27FC236}">
                    <a16:creationId xmlns:a16="http://schemas.microsoft.com/office/drawing/2014/main" id="{AFDA083F-18EB-4E94-8B21-2471B6CEF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3666"/>
                <a:ext cx="15" cy="10"/>
              </a:xfrm>
              <a:custGeom>
                <a:avLst/>
                <a:gdLst>
                  <a:gd name="T0" fmla="*/ 20 w 6"/>
                  <a:gd name="T1" fmla="*/ 0 h 4"/>
                  <a:gd name="T2" fmla="*/ 0 w 6"/>
                  <a:gd name="T3" fmla="*/ 20 h 4"/>
                  <a:gd name="T4" fmla="*/ 95 w 6"/>
                  <a:gd name="T5" fmla="*/ 63 h 4"/>
                  <a:gd name="T6" fmla="*/ 50 w 6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4" y="2"/>
                      <a:pt x="6" y="4"/>
                    </a:cubicBezTo>
                    <a:cubicBezTo>
                      <a:pt x="6" y="2"/>
                      <a:pt x="4" y="1"/>
                      <a:pt x="3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3" name="Freeform 835">
                <a:extLst>
                  <a:ext uri="{FF2B5EF4-FFF2-40B4-BE49-F238E27FC236}">
                    <a16:creationId xmlns:a16="http://schemas.microsoft.com/office/drawing/2014/main" id="{D7904F7C-F5BC-4B6F-AFF9-9AD38FF67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3659"/>
                <a:ext cx="12" cy="10"/>
              </a:xfrm>
              <a:custGeom>
                <a:avLst/>
                <a:gdLst>
                  <a:gd name="T0" fmla="*/ 0 w 5"/>
                  <a:gd name="T1" fmla="*/ 0 h 4"/>
                  <a:gd name="T2" fmla="*/ 58 w 5"/>
                  <a:gd name="T3" fmla="*/ 63 h 4"/>
                  <a:gd name="T4" fmla="*/ 70 w 5"/>
                  <a:gd name="T5" fmla="*/ 20 h 4"/>
                  <a:gd name="T6" fmla="*/ 29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0"/>
                      <a:pt x="2" y="4"/>
                      <a:pt x="4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4" y="2"/>
                      <a:pt x="2" y="1"/>
                      <a:pt x="2" y="0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4" name="Freeform 836">
                <a:extLst>
                  <a:ext uri="{FF2B5EF4-FFF2-40B4-BE49-F238E27FC236}">
                    <a16:creationId xmlns:a16="http://schemas.microsoft.com/office/drawing/2014/main" id="{E34EB9BA-2734-472B-AEF3-707BCF8C1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671"/>
                <a:ext cx="12" cy="13"/>
              </a:xfrm>
              <a:custGeom>
                <a:avLst/>
                <a:gdLst>
                  <a:gd name="T0" fmla="*/ 0 w 5"/>
                  <a:gd name="T1" fmla="*/ 34 h 5"/>
                  <a:gd name="T2" fmla="*/ 70 w 5"/>
                  <a:gd name="T3" fmla="*/ 88 h 5"/>
                  <a:gd name="T4" fmla="*/ 12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2"/>
                      <a:pt x="4" y="4"/>
                      <a:pt x="5" y="5"/>
                    </a:cubicBezTo>
                    <a:cubicBezTo>
                      <a:pt x="5" y="2"/>
                      <a:pt x="3" y="0"/>
                      <a:pt x="1" y="1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5" name="Freeform 837">
                <a:extLst>
                  <a:ext uri="{FF2B5EF4-FFF2-40B4-BE49-F238E27FC236}">
                    <a16:creationId xmlns:a16="http://schemas.microsoft.com/office/drawing/2014/main" id="{213A54CF-AA0B-46C1-A93B-B2C86B4A1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3681"/>
                <a:ext cx="12" cy="8"/>
              </a:xfrm>
              <a:custGeom>
                <a:avLst/>
                <a:gdLst>
                  <a:gd name="T0" fmla="*/ 12 w 5"/>
                  <a:gd name="T1" fmla="*/ 21 h 3"/>
                  <a:gd name="T2" fmla="*/ 70 w 5"/>
                  <a:gd name="T3" fmla="*/ 0 h 3"/>
                  <a:gd name="T4" fmla="*/ 70 w 5"/>
                  <a:gd name="T5" fmla="*/ 56 h 3"/>
                  <a:gd name="T6" fmla="*/ 0 w 5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2" y="1"/>
                      <a:pt x="4" y="1"/>
                      <a:pt x="5" y="0"/>
                    </a:cubicBezTo>
                    <a:cubicBezTo>
                      <a:pt x="4" y="1"/>
                      <a:pt x="4" y="2"/>
                      <a:pt x="5" y="3"/>
                    </a:cubicBezTo>
                    <a:cubicBezTo>
                      <a:pt x="4" y="3"/>
                      <a:pt x="2" y="2"/>
                      <a:pt x="0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6" name="Freeform 838">
                <a:extLst>
                  <a:ext uri="{FF2B5EF4-FFF2-40B4-BE49-F238E27FC236}">
                    <a16:creationId xmlns:a16="http://schemas.microsoft.com/office/drawing/2014/main" id="{9C2E6021-764F-464B-A013-4D6F8517A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686"/>
                <a:ext cx="10" cy="10"/>
              </a:xfrm>
              <a:custGeom>
                <a:avLst/>
                <a:gdLst>
                  <a:gd name="T0" fmla="*/ 20 w 4"/>
                  <a:gd name="T1" fmla="*/ 33 h 4"/>
                  <a:gd name="T2" fmla="*/ 63 w 4"/>
                  <a:gd name="T3" fmla="*/ 50 h 4"/>
                  <a:gd name="T4" fmla="*/ 0 w 4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2" y="0"/>
                      <a:pt x="4" y="1"/>
                      <a:pt x="4" y="3"/>
                    </a:cubicBezTo>
                    <a:cubicBezTo>
                      <a:pt x="3" y="4"/>
                      <a:pt x="1" y="3"/>
                      <a:pt x="0" y="2"/>
                    </a:cubicBezTo>
                  </a:path>
                </a:pathLst>
              </a:custGeom>
              <a:solidFill>
                <a:srgbClr val="E6A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7" name="Freeform 839">
                <a:extLst>
                  <a:ext uri="{FF2B5EF4-FFF2-40B4-BE49-F238E27FC236}">
                    <a16:creationId xmlns:a16="http://schemas.microsoft.com/office/drawing/2014/main" id="{224F1BBC-DE4A-49BE-884A-0F4B47B59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3509"/>
                <a:ext cx="20" cy="72"/>
              </a:xfrm>
              <a:custGeom>
                <a:avLst/>
                <a:gdLst>
                  <a:gd name="T0" fmla="*/ 33 w 8"/>
                  <a:gd name="T1" fmla="*/ 308 h 29"/>
                  <a:gd name="T2" fmla="*/ 0 w 8"/>
                  <a:gd name="T3" fmla="*/ 444 h 29"/>
                  <a:gd name="T4" fmla="*/ 63 w 8"/>
                  <a:gd name="T5" fmla="*/ 290 h 29"/>
                  <a:gd name="T6" fmla="*/ 125 w 8"/>
                  <a:gd name="T7" fmla="*/ 184 h 29"/>
                  <a:gd name="T8" fmla="*/ 50 w 8"/>
                  <a:gd name="T9" fmla="*/ 278 h 29"/>
                  <a:gd name="T10" fmla="*/ 50 w 8"/>
                  <a:gd name="T11" fmla="*/ 137 h 29"/>
                  <a:gd name="T12" fmla="*/ 95 w 8"/>
                  <a:gd name="T13" fmla="*/ 42 h 29"/>
                  <a:gd name="T14" fmla="*/ 50 w 8"/>
                  <a:gd name="T15" fmla="*/ 0 h 29"/>
                  <a:gd name="T16" fmla="*/ 33 w 8"/>
                  <a:gd name="T17" fmla="*/ 104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29">
                    <a:moveTo>
                      <a:pt x="2" y="20"/>
                    </a:moveTo>
                    <a:cubicBezTo>
                      <a:pt x="1" y="22"/>
                      <a:pt x="1" y="26"/>
                      <a:pt x="0" y="29"/>
                    </a:cubicBezTo>
                    <a:cubicBezTo>
                      <a:pt x="2" y="26"/>
                      <a:pt x="2" y="22"/>
                      <a:pt x="4" y="19"/>
                    </a:cubicBezTo>
                    <a:cubicBezTo>
                      <a:pt x="5" y="17"/>
                      <a:pt x="8" y="15"/>
                      <a:pt x="8" y="12"/>
                    </a:cubicBezTo>
                    <a:cubicBezTo>
                      <a:pt x="6" y="13"/>
                      <a:pt x="4" y="16"/>
                      <a:pt x="3" y="18"/>
                    </a:cubicBezTo>
                    <a:cubicBezTo>
                      <a:pt x="1" y="16"/>
                      <a:pt x="3" y="12"/>
                      <a:pt x="3" y="9"/>
                    </a:cubicBezTo>
                    <a:cubicBezTo>
                      <a:pt x="3" y="5"/>
                      <a:pt x="3" y="5"/>
                      <a:pt x="6" y="3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3" y="2"/>
                      <a:pt x="2" y="4"/>
                      <a:pt x="2" y="7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8" name="Freeform 840">
                <a:extLst>
                  <a:ext uri="{FF2B5EF4-FFF2-40B4-BE49-F238E27FC236}">
                    <a16:creationId xmlns:a16="http://schemas.microsoft.com/office/drawing/2014/main" id="{74260FDD-01B5-4142-88B2-06CC7B461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3419"/>
                <a:ext cx="20" cy="65"/>
              </a:xfrm>
              <a:custGeom>
                <a:avLst/>
                <a:gdLst>
                  <a:gd name="T0" fmla="*/ 83 w 8"/>
                  <a:gd name="T1" fmla="*/ 175 h 26"/>
                  <a:gd name="T2" fmla="*/ 0 w 8"/>
                  <a:gd name="T3" fmla="*/ 395 h 26"/>
                  <a:gd name="T4" fmla="*/ 50 w 8"/>
                  <a:gd name="T5" fmla="*/ 408 h 26"/>
                  <a:gd name="T6" fmla="*/ 83 w 8"/>
                  <a:gd name="T7" fmla="*/ 313 h 26"/>
                  <a:gd name="T8" fmla="*/ 113 w 8"/>
                  <a:gd name="T9" fmla="*/ 220 h 26"/>
                  <a:gd name="T10" fmla="*/ 95 w 8"/>
                  <a:gd name="T11" fmla="*/ 0 h 26"/>
                  <a:gd name="T12" fmla="*/ 83 w 8"/>
                  <a:gd name="T13" fmla="*/ 95 h 26"/>
                  <a:gd name="T14" fmla="*/ 95 w 8"/>
                  <a:gd name="T15" fmla="*/ 175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26">
                    <a:moveTo>
                      <a:pt x="5" y="11"/>
                    </a:moveTo>
                    <a:cubicBezTo>
                      <a:pt x="4" y="16"/>
                      <a:pt x="5" y="22"/>
                      <a:pt x="0" y="25"/>
                    </a:cubicBezTo>
                    <a:cubicBezTo>
                      <a:pt x="2" y="25"/>
                      <a:pt x="2" y="25"/>
                      <a:pt x="3" y="26"/>
                    </a:cubicBezTo>
                    <a:cubicBezTo>
                      <a:pt x="4" y="25"/>
                      <a:pt x="4" y="22"/>
                      <a:pt x="5" y="20"/>
                    </a:cubicBezTo>
                    <a:cubicBezTo>
                      <a:pt x="5" y="18"/>
                      <a:pt x="7" y="16"/>
                      <a:pt x="7" y="14"/>
                    </a:cubicBezTo>
                    <a:cubicBezTo>
                      <a:pt x="8" y="9"/>
                      <a:pt x="7" y="4"/>
                      <a:pt x="6" y="0"/>
                    </a:cubicBezTo>
                    <a:cubicBezTo>
                      <a:pt x="4" y="1"/>
                      <a:pt x="6" y="4"/>
                      <a:pt x="5" y="6"/>
                    </a:cubicBezTo>
                    <a:cubicBezTo>
                      <a:pt x="6" y="7"/>
                      <a:pt x="7" y="9"/>
                      <a:pt x="6" y="1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9" name="Freeform 841">
                <a:extLst>
                  <a:ext uri="{FF2B5EF4-FFF2-40B4-BE49-F238E27FC236}">
                    <a16:creationId xmlns:a16="http://schemas.microsoft.com/office/drawing/2014/main" id="{AB6C9A10-9FE5-4C4A-8B6B-9BAE145C9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326"/>
                <a:ext cx="15" cy="80"/>
              </a:xfrm>
              <a:custGeom>
                <a:avLst/>
                <a:gdLst>
                  <a:gd name="T0" fmla="*/ 50 w 6"/>
                  <a:gd name="T1" fmla="*/ 125 h 32"/>
                  <a:gd name="T2" fmla="*/ 0 w 6"/>
                  <a:gd name="T3" fmla="*/ 300 h 32"/>
                  <a:gd name="T4" fmla="*/ 20 w 6"/>
                  <a:gd name="T5" fmla="*/ 395 h 32"/>
                  <a:gd name="T6" fmla="*/ 33 w 6"/>
                  <a:gd name="T7" fmla="*/ 500 h 32"/>
                  <a:gd name="T8" fmla="*/ 33 w 6"/>
                  <a:gd name="T9" fmla="*/ 438 h 32"/>
                  <a:gd name="T10" fmla="*/ 20 w 6"/>
                  <a:gd name="T11" fmla="*/ 363 h 32"/>
                  <a:gd name="T12" fmla="*/ 33 w 6"/>
                  <a:gd name="T13" fmla="*/ 220 h 32"/>
                  <a:gd name="T14" fmla="*/ 83 w 6"/>
                  <a:gd name="T15" fmla="*/ 345 h 32"/>
                  <a:gd name="T16" fmla="*/ 63 w 6"/>
                  <a:gd name="T17" fmla="*/ 208 h 32"/>
                  <a:gd name="T18" fmla="*/ 83 w 6"/>
                  <a:gd name="T19" fmla="*/ 83 h 32"/>
                  <a:gd name="T20" fmla="*/ 50 w 6"/>
                  <a:gd name="T21" fmla="*/ 113 h 32"/>
                  <a:gd name="T22" fmla="*/ 20 w 6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" h="32">
                    <a:moveTo>
                      <a:pt x="3" y="8"/>
                    </a:moveTo>
                    <a:cubicBezTo>
                      <a:pt x="3" y="12"/>
                      <a:pt x="0" y="15"/>
                      <a:pt x="0" y="19"/>
                    </a:cubicBezTo>
                    <a:cubicBezTo>
                      <a:pt x="0" y="21"/>
                      <a:pt x="1" y="23"/>
                      <a:pt x="1" y="25"/>
                    </a:cubicBezTo>
                    <a:cubicBezTo>
                      <a:pt x="1" y="27"/>
                      <a:pt x="1" y="30"/>
                      <a:pt x="2" y="32"/>
                    </a:cubicBezTo>
                    <a:cubicBezTo>
                      <a:pt x="2" y="31"/>
                      <a:pt x="2" y="29"/>
                      <a:pt x="2" y="28"/>
                    </a:cubicBezTo>
                    <a:cubicBezTo>
                      <a:pt x="2" y="27"/>
                      <a:pt x="1" y="24"/>
                      <a:pt x="1" y="23"/>
                    </a:cubicBezTo>
                    <a:cubicBezTo>
                      <a:pt x="0" y="20"/>
                      <a:pt x="0" y="16"/>
                      <a:pt x="2" y="14"/>
                    </a:cubicBezTo>
                    <a:cubicBezTo>
                      <a:pt x="4" y="16"/>
                      <a:pt x="4" y="19"/>
                      <a:pt x="5" y="22"/>
                    </a:cubicBezTo>
                    <a:cubicBezTo>
                      <a:pt x="5" y="19"/>
                      <a:pt x="5" y="15"/>
                      <a:pt x="4" y="13"/>
                    </a:cubicBezTo>
                    <a:cubicBezTo>
                      <a:pt x="4" y="10"/>
                      <a:pt x="6" y="6"/>
                      <a:pt x="5" y="5"/>
                    </a:cubicBezTo>
                    <a:cubicBezTo>
                      <a:pt x="4" y="5"/>
                      <a:pt x="4" y="6"/>
                      <a:pt x="3" y="7"/>
                    </a:cubicBezTo>
                    <a:cubicBezTo>
                      <a:pt x="3" y="7"/>
                      <a:pt x="1" y="0"/>
                      <a:pt x="1" y="0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0" name="Freeform 842">
                <a:extLst>
                  <a:ext uri="{FF2B5EF4-FFF2-40B4-BE49-F238E27FC236}">
                    <a16:creationId xmlns:a16="http://schemas.microsoft.com/office/drawing/2014/main" id="{6CC49851-72DF-4264-9E63-3DE239865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599"/>
                <a:ext cx="18" cy="30"/>
              </a:xfrm>
              <a:custGeom>
                <a:avLst/>
                <a:gdLst>
                  <a:gd name="T0" fmla="*/ 33 w 7"/>
                  <a:gd name="T1" fmla="*/ 0 h 12"/>
                  <a:gd name="T2" fmla="*/ 0 w 7"/>
                  <a:gd name="T3" fmla="*/ 145 h 12"/>
                  <a:gd name="T4" fmla="*/ 100 w 7"/>
                  <a:gd name="T5" fmla="*/ 145 h 12"/>
                  <a:gd name="T6" fmla="*/ 118 w 7"/>
                  <a:gd name="T7" fmla="*/ 95 h 12"/>
                  <a:gd name="T8" fmla="*/ 33 w 7"/>
                  <a:gd name="T9" fmla="*/ 2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2" y="0"/>
                    </a:moveTo>
                    <a:cubicBezTo>
                      <a:pt x="2" y="3"/>
                      <a:pt x="1" y="6"/>
                      <a:pt x="0" y="9"/>
                    </a:cubicBezTo>
                    <a:cubicBezTo>
                      <a:pt x="2" y="9"/>
                      <a:pt x="4" y="6"/>
                      <a:pt x="6" y="9"/>
                    </a:cubicBezTo>
                    <a:cubicBezTo>
                      <a:pt x="7" y="8"/>
                      <a:pt x="7" y="7"/>
                      <a:pt x="7" y="6"/>
                    </a:cubicBezTo>
                    <a:cubicBezTo>
                      <a:pt x="3" y="12"/>
                      <a:pt x="3" y="3"/>
                      <a:pt x="2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1" name="Freeform 843">
                <a:extLst>
                  <a:ext uri="{FF2B5EF4-FFF2-40B4-BE49-F238E27FC236}">
                    <a16:creationId xmlns:a16="http://schemas.microsoft.com/office/drawing/2014/main" id="{4767F279-896B-4120-8FE6-A6EED3FD4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641"/>
                <a:ext cx="18" cy="48"/>
              </a:xfrm>
              <a:custGeom>
                <a:avLst/>
                <a:gdLst>
                  <a:gd name="T0" fmla="*/ 118 w 7"/>
                  <a:gd name="T1" fmla="*/ 0 h 19"/>
                  <a:gd name="T2" fmla="*/ 0 w 7"/>
                  <a:gd name="T3" fmla="*/ 51 h 19"/>
                  <a:gd name="T4" fmla="*/ 54 w 7"/>
                  <a:gd name="T5" fmla="*/ 83 h 19"/>
                  <a:gd name="T6" fmla="*/ 54 w 7"/>
                  <a:gd name="T7" fmla="*/ 159 h 19"/>
                  <a:gd name="T8" fmla="*/ 0 w 7"/>
                  <a:gd name="T9" fmla="*/ 306 h 19"/>
                  <a:gd name="T10" fmla="*/ 100 w 7"/>
                  <a:gd name="T11" fmla="*/ 3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9">
                    <a:moveTo>
                      <a:pt x="7" y="0"/>
                    </a:moveTo>
                    <a:cubicBezTo>
                      <a:pt x="5" y="3"/>
                      <a:pt x="4" y="5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6"/>
                      <a:pt x="3" y="8"/>
                      <a:pt x="3" y="10"/>
                    </a:cubicBezTo>
                    <a:cubicBezTo>
                      <a:pt x="3" y="13"/>
                      <a:pt x="0" y="16"/>
                      <a:pt x="0" y="19"/>
                    </a:cubicBezTo>
                    <a:cubicBezTo>
                      <a:pt x="2" y="13"/>
                      <a:pt x="5" y="7"/>
                      <a:pt x="6" y="2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2" name="Freeform 844">
                <a:extLst>
                  <a:ext uri="{FF2B5EF4-FFF2-40B4-BE49-F238E27FC236}">
                    <a16:creationId xmlns:a16="http://schemas.microsoft.com/office/drawing/2014/main" id="{1E77DD48-22E1-43D7-8CAD-8E98408D0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3709"/>
                <a:ext cx="20" cy="27"/>
              </a:xfrm>
              <a:custGeom>
                <a:avLst/>
                <a:gdLst>
                  <a:gd name="T0" fmla="*/ 95 w 8"/>
                  <a:gd name="T1" fmla="*/ 0 h 11"/>
                  <a:gd name="T2" fmla="*/ 63 w 8"/>
                  <a:gd name="T3" fmla="*/ 71 h 11"/>
                  <a:gd name="T4" fmla="*/ 125 w 8"/>
                  <a:gd name="T5" fmla="*/ 91 h 11"/>
                  <a:gd name="T6" fmla="*/ 50 w 8"/>
                  <a:gd name="T7" fmla="*/ 120 h 11"/>
                  <a:gd name="T8" fmla="*/ 0 w 8"/>
                  <a:gd name="T9" fmla="*/ 162 h 11"/>
                  <a:gd name="T10" fmla="*/ 63 w 8"/>
                  <a:gd name="T11" fmla="*/ 6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cubicBezTo>
                      <a:pt x="5" y="1"/>
                      <a:pt x="4" y="4"/>
                      <a:pt x="4" y="5"/>
                    </a:cubicBezTo>
                    <a:cubicBezTo>
                      <a:pt x="5" y="5"/>
                      <a:pt x="7" y="6"/>
                      <a:pt x="8" y="6"/>
                    </a:cubicBezTo>
                    <a:cubicBezTo>
                      <a:pt x="7" y="8"/>
                      <a:pt x="5" y="6"/>
                      <a:pt x="3" y="8"/>
                    </a:cubicBezTo>
                    <a:cubicBezTo>
                      <a:pt x="2" y="8"/>
                      <a:pt x="1" y="10"/>
                      <a:pt x="0" y="11"/>
                    </a:cubicBezTo>
                    <a:cubicBezTo>
                      <a:pt x="2" y="9"/>
                      <a:pt x="3" y="6"/>
                      <a:pt x="4" y="4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3" name="Freeform 845">
                <a:extLst>
                  <a:ext uri="{FF2B5EF4-FFF2-40B4-BE49-F238E27FC236}">
                    <a16:creationId xmlns:a16="http://schemas.microsoft.com/office/drawing/2014/main" id="{A1BD0550-0528-41BB-BFD7-0ACB4EBDF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756"/>
                <a:ext cx="28" cy="23"/>
              </a:xfrm>
              <a:custGeom>
                <a:avLst/>
                <a:gdLst>
                  <a:gd name="T0" fmla="*/ 181 w 11"/>
                  <a:gd name="T1" fmla="*/ 0 h 9"/>
                  <a:gd name="T2" fmla="*/ 0 w 11"/>
                  <a:gd name="T3" fmla="*/ 118 h 9"/>
                  <a:gd name="T4" fmla="*/ 51 w 11"/>
                  <a:gd name="T5" fmla="*/ 151 h 9"/>
                  <a:gd name="T6" fmla="*/ 181 w 11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9" y="4"/>
                      <a:pt x="4" y="5"/>
                      <a:pt x="0" y="7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5" y="7"/>
                      <a:pt x="10" y="3"/>
                      <a:pt x="11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4" name="Freeform 846">
                <a:extLst>
                  <a:ext uri="{FF2B5EF4-FFF2-40B4-BE49-F238E27FC236}">
                    <a16:creationId xmlns:a16="http://schemas.microsoft.com/office/drawing/2014/main" id="{9D22C035-E85B-43A5-96DA-28C863620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3774"/>
                <a:ext cx="23" cy="10"/>
              </a:xfrm>
              <a:custGeom>
                <a:avLst/>
                <a:gdLst>
                  <a:gd name="T0" fmla="*/ 84 w 9"/>
                  <a:gd name="T1" fmla="*/ 0 h 4"/>
                  <a:gd name="T2" fmla="*/ 20 w 9"/>
                  <a:gd name="T3" fmla="*/ 63 h 4"/>
                  <a:gd name="T4" fmla="*/ 151 w 9"/>
                  <a:gd name="T5" fmla="*/ 0 h 4"/>
                  <a:gd name="T6" fmla="*/ 66 w 9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5" y="0"/>
                    </a:moveTo>
                    <a:cubicBezTo>
                      <a:pt x="3" y="0"/>
                      <a:pt x="0" y="2"/>
                      <a:pt x="1" y="4"/>
                    </a:cubicBezTo>
                    <a:cubicBezTo>
                      <a:pt x="4" y="2"/>
                      <a:pt x="5" y="1"/>
                      <a:pt x="9" y="0"/>
                    </a:cubicBezTo>
                    <a:cubicBezTo>
                      <a:pt x="8" y="1"/>
                      <a:pt x="6" y="1"/>
                      <a:pt x="4" y="0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5" name="Freeform 847">
                <a:extLst>
                  <a:ext uri="{FF2B5EF4-FFF2-40B4-BE49-F238E27FC236}">
                    <a16:creationId xmlns:a16="http://schemas.microsoft.com/office/drawing/2014/main" id="{16AB2CC7-7B77-4D53-9FB4-1481A2216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796"/>
                <a:ext cx="27" cy="15"/>
              </a:xfrm>
              <a:custGeom>
                <a:avLst/>
                <a:gdLst>
                  <a:gd name="T0" fmla="*/ 133 w 11"/>
                  <a:gd name="T1" fmla="*/ 20 h 6"/>
                  <a:gd name="T2" fmla="*/ 0 w 11"/>
                  <a:gd name="T3" fmla="*/ 83 h 6"/>
                  <a:gd name="T4" fmla="*/ 91 w 11"/>
                  <a:gd name="T5" fmla="*/ 95 h 6"/>
                  <a:gd name="T6" fmla="*/ 162 w 11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9" y="1"/>
                    </a:moveTo>
                    <a:cubicBezTo>
                      <a:pt x="6" y="1"/>
                      <a:pt x="2" y="3"/>
                      <a:pt x="0" y="5"/>
                    </a:cubicBezTo>
                    <a:cubicBezTo>
                      <a:pt x="1" y="5"/>
                      <a:pt x="10" y="2"/>
                      <a:pt x="6" y="6"/>
                    </a:cubicBezTo>
                    <a:cubicBezTo>
                      <a:pt x="8" y="3"/>
                      <a:pt x="8" y="2"/>
                      <a:pt x="11" y="0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6" name="Freeform 848">
                <a:extLst>
                  <a:ext uri="{FF2B5EF4-FFF2-40B4-BE49-F238E27FC236}">
                    <a16:creationId xmlns:a16="http://schemas.microsoft.com/office/drawing/2014/main" id="{68C14CBB-CE27-454D-99D5-FAEEC1EEF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801"/>
                <a:ext cx="20" cy="38"/>
              </a:xfrm>
              <a:custGeom>
                <a:avLst/>
                <a:gdLst>
                  <a:gd name="T0" fmla="*/ 113 w 8"/>
                  <a:gd name="T1" fmla="*/ 96 h 15"/>
                  <a:gd name="T2" fmla="*/ 33 w 8"/>
                  <a:gd name="T3" fmla="*/ 147 h 15"/>
                  <a:gd name="T4" fmla="*/ 0 w 8"/>
                  <a:gd name="T5" fmla="*/ 243 h 15"/>
                  <a:gd name="T6" fmla="*/ 125 w 8"/>
                  <a:gd name="T7" fmla="*/ 96 h 15"/>
                  <a:gd name="T8" fmla="*/ 125 w 8"/>
                  <a:gd name="T9" fmla="*/ 0 h 15"/>
                  <a:gd name="T10" fmla="*/ 63 w 8"/>
                  <a:gd name="T11" fmla="*/ 6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5">
                    <a:moveTo>
                      <a:pt x="7" y="6"/>
                    </a:moveTo>
                    <a:cubicBezTo>
                      <a:pt x="6" y="7"/>
                      <a:pt x="3" y="8"/>
                      <a:pt x="2" y="9"/>
                    </a:cubicBezTo>
                    <a:cubicBezTo>
                      <a:pt x="1" y="11"/>
                      <a:pt x="2" y="13"/>
                      <a:pt x="0" y="15"/>
                    </a:cubicBezTo>
                    <a:cubicBezTo>
                      <a:pt x="3" y="12"/>
                      <a:pt x="4" y="8"/>
                      <a:pt x="8" y="6"/>
                    </a:cubicBezTo>
                    <a:cubicBezTo>
                      <a:pt x="4" y="6"/>
                      <a:pt x="7" y="2"/>
                      <a:pt x="8" y="0"/>
                    </a:cubicBezTo>
                    <a:cubicBezTo>
                      <a:pt x="7" y="1"/>
                      <a:pt x="4" y="3"/>
                      <a:pt x="4" y="4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7" name="Freeform 849">
                <a:extLst>
                  <a:ext uri="{FF2B5EF4-FFF2-40B4-BE49-F238E27FC236}">
                    <a16:creationId xmlns:a16="http://schemas.microsoft.com/office/drawing/2014/main" id="{BA4854C6-75A1-409D-98EF-FA2A2FBB5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834"/>
                <a:ext cx="30" cy="20"/>
              </a:xfrm>
              <a:custGeom>
                <a:avLst/>
                <a:gdLst>
                  <a:gd name="T0" fmla="*/ 188 w 12"/>
                  <a:gd name="T1" fmla="*/ 0 h 8"/>
                  <a:gd name="T2" fmla="*/ 145 w 12"/>
                  <a:gd name="T3" fmla="*/ 95 h 8"/>
                  <a:gd name="T4" fmla="*/ 33 w 12"/>
                  <a:gd name="T5" fmla="*/ 113 h 8"/>
                  <a:gd name="T6" fmla="*/ 33 w 12"/>
                  <a:gd name="T7" fmla="*/ 83 h 8"/>
                  <a:gd name="T8" fmla="*/ 0 w 12"/>
                  <a:gd name="T9" fmla="*/ 125 h 8"/>
                  <a:gd name="T10" fmla="*/ 188 w 12"/>
                  <a:gd name="T11" fmla="*/ 3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10" y="1"/>
                      <a:pt x="11" y="5"/>
                      <a:pt x="9" y="6"/>
                    </a:cubicBezTo>
                    <a:cubicBezTo>
                      <a:pt x="7" y="7"/>
                      <a:pt x="4" y="6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0" y="5"/>
                      <a:pt x="0" y="7"/>
                      <a:pt x="0" y="8"/>
                    </a:cubicBezTo>
                    <a:cubicBezTo>
                      <a:pt x="4" y="7"/>
                      <a:pt x="9" y="7"/>
                      <a:pt x="12" y="2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8" name="Freeform 850">
                <a:extLst>
                  <a:ext uri="{FF2B5EF4-FFF2-40B4-BE49-F238E27FC236}">
                    <a16:creationId xmlns:a16="http://schemas.microsoft.com/office/drawing/2014/main" id="{E5914B7E-55D0-4468-A4B1-9F702D6D5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824"/>
                <a:ext cx="23" cy="17"/>
              </a:xfrm>
              <a:custGeom>
                <a:avLst/>
                <a:gdLst>
                  <a:gd name="T0" fmla="*/ 33 w 9"/>
                  <a:gd name="T1" fmla="*/ 87 h 7"/>
                  <a:gd name="T2" fmla="*/ 151 w 9"/>
                  <a:gd name="T3" fmla="*/ 12 h 7"/>
                  <a:gd name="T4" fmla="*/ 0 w 9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2" y="6"/>
                    </a:moveTo>
                    <a:cubicBezTo>
                      <a:pt x="3" y="4"/>
                      <a:pt x="6" y="2"/>
                      <a:pt x="9" y="1"/>
                    </a:cubicBezTo>
                    <a:cubicBezTo>
                      <a:pt x="6" y="0"/>
                      <a:pt x="1" y="4"/>
                      <a:pt x="0" y="7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9" name="Freeform 851">
                <a:extLst>
                  <a:ext uri="{FF2B5EF4-FFF2-40B4-BE49-F238E27FC236}">
                    <a16:creationId xmlns:a16="http://schemas.microsoft.com/office/drawing/2014/main" id="{94AF62F1-E7AE-4DC3-8A57-EA5F6E96B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3859"/>
                <a:ext cx="15" cy="12"/>
              </a:xfrm>
              <a:custGeom>
                <a:avLst/>
                <a:gdLst>
                  <a:gd name="T0" fmla="*/ 95 w 6"/>
                  <a:gd name="T1" fmla="*/ 0 h 5"/>
                  <a:gd name="T2" fmla="*/ 20 w 6"/>
                  <a:gd name="T3" fmla="*/ 12 h 5"/>
                  <a:gd name="T4" fmla="*/ 0 w 6"/>
                  <a:gd name="T5" fmla="*/ 70 h 5"/>
                  <a:gd name="T6" fmla="*/ 50 w 6"/>
                  <a:gd name="T7" fmla="*/ 58 h 5"/>
                  <a:gd name="T8" fmla="*/ 63 w 6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5" y="0"/>
                      <a:pt x="2" y="0"/>
                      <a:pt x="1" y="1"/>
                    </a:cubicBezTo>
                    <a:cubicBezTo>
                      <a:pt x="0" y="2"/>
                      <a:pt x="4" y="3"/>
                      <a:pt x="0" y="5"/>
                    </a:cubicBezTo>
                    <a:cubicBezTo>
                      <a:pt x="1" y="5"/>
                      <a:pt x="2" y="5"/>
                      <a:pt x="3" y="4"/>
                    </a:cubicBezTo>
                    <a:cubicBezTo>
                      <a:pt x="2" y="3"/>
                      <a:pt x="3" y="2"/>
                      <a:pt x="4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0" name="Freeform 852">
                <a:extLst>
                  <a:ext uri="{FF2B5EF4-FFF2-40B4-BE49-F238E27FC236}">
                    <a16:creationId xmlns:a16="http://schemas.microsoft.com/office/drawing/2014/main" id="{58D53D16-BF7A-4CE3-BAB1-5F8FD3ED2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3866"/>
                <a:ext cx="22" cy="15"/>
              </a:xfrm>
              <a:custGeom>
                <a:avLst/>
                <a:gdLst>
                  <a:gd name="T0" fmla="*/ 42 w 9"/>
                  <a:gd name="T1" fmla="*/ 83 h 6"/>
                  <a:gd name="T2" fmla="*/ 0 w 9"/>
                  <a:gd name="T3" fmla="*/ 33 h 6"/>
                  <a:gd name="T4" fmla="*/ 59 w 9"/>
                  <a:gd name="T5" fmla="*/ 63 h 6"/>
                  <a:gd name="T6" fmla="*/ 132 w 9"/>
                  <a:gd name="T7" fmla="*/ 83 h 6"/>
                  <a:gd name="T8" fmla="*/ 42 w 9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3" y="5"/>
                    </a:moveTo>
                    <a:cubicBezTo>
                      <a:pt x="2" y="4"/>
                      <a:pt x="2" y="2"/>
                      <a:pt x="0" y="2"/>
                    </a:cubicBezTo>
                    <a:cubicBezTo>
                      <a:pt x="4" y="0"/>
                      <a:pt x="2" y="3"/>
                      <a:pt x="4" y="4"/>
                    </a:cubicBezTo>
                    <a:cubicBezTo>
                      <a:pt x="5" y="5"/>
                      <a:pt x="7" y="4"/>
                      <a:pt x="9" y="5"/>
                    </a:cubicBezTo>
                    <a:cubicBezTo>
                      <a:pt x="8" y="6"/>
                      <a:pt x="5" y="5"/>
                      <a:pt x="3" y="6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1" name="Freeform 853">
                <a:extLst>
                  <a:ext uri="{FF2B5EF4-FFF2-40B4-BE49-F238E27FC236}">
                    <a16:creationId xmlns:a16="http://schemas.microsoft.com/office/drawing/2014/main" id="{7EDDE579-6E74-46EC-BFBF-55154B60F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3879"/>
                <a:ext cx="20" cy="7"/>
              </a:xfrm>
              <a:custGeom>
                <a:avLst/>
                <a:gdLst>
                  <a:gd name="T0" fmla="*/ 83 w 8"/>
                  <a:gd name="T1" fmla="*/ 28 h 3"/>
                  <a:gd name="T2" fmla="*/ 50 w 8"/>
                  <a:gd name="T3" fmla="*/ 0 h 3"/>
                  <a:gd name="T4" fmla="*/ 0 w 8"/>
                  <a:gd name="T5" fmla="*/ 37 h 3"/>
                  <a:gd name="T6" fmla="*/ 125 w 8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5" y="2"/>
                    </a:moveTo>
                    <a:cubicBezTo>
                      <a:pt x="5" y="1"/>
                      <a:pt x="4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2" y="2"/>
                      <a:pt x="7" y="1"/>
                      <a:pt x="8" y="2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2" name="Freeform 854">
                <a:extLst>
                  <a:ext uri="{FF2B5EF4-FFF2-40B4-BE49-F238E27FC236}">
                    <a16:creationId xmlns:a16="http://schemas.microsoft.com/office/drawing/2014/main" id="{CD0F1BA6-397B-4E4E-926A-A90D321FB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3869"/>
                <a:ext cx="30" cy="17"/>
              </a:xfrm>
              <a:custGeom>
                <a:avLst/>
                <a:gdLst>
                  <a:gd name="T0" fmla="*/ 188 w 12"/>
                  <a:gd name="T1" fmla="*/ 100 h 7"/>
                  <a:gd name="T2" fmla="*/ 0 w 12"/>
                  <a:gd name="T3" fmla="*/ 100 h 7"/>
                  <a:gd name="T4" fmla="*/ 188 w 12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12" y="7"/>
                    </a:moveTo>
                    <a:cubicBezTo>
                      <a:pt x="8" y="5"/>
                      <a:pt x="1" y="0"/>
                      <a:pt x="0" y="7"/>
                    </a:cubicBezTo>
                    <a:cubicBezTo>
                      <a:pt x="3" y="2"/>
                      <a:pt x="8" y="6"/>
                      <a:pt x="12" y="7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3" name="Freeform 855">
                <a:extLst>
                  <a:ext uri="{FF2B5EF4-FFF2-40B4-BE49-F238E27FC236}">
                    <a16:creationId xmlns:a16="http://schemas.microsoft.com/office/drawing/2014/main" id="{33E6A7EA-2A32-458E-8C21-3ADAFF8D1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3884"/>
                <a:ext cx="20" cy="7"/>
              </a:xfrm>
              <a:custGeom>
                <a:avLst/>
                <a:gdLst>
                  <a:gd name="T0" fmla="*/ 50 w 8"/>
                  <a:gd name="T1" fmla="*/ 0 h 3"/>
                  <a:gd name="T2" fmla="*/ 0 w 8"/>
                  <a:gd name="T3" fmla="*/ 0 h 3"/>
                  <a:gd name="T4" fmla="*/ 50 w 8"/>
                  <a:gd name="T5" fmla="*/ 37 h 3"/>
                  <a:gd name="T6" fmla="*/ 125 w 8"/>
                  <a:gd name="T7" fmla="*/ 37 h 3"/>
                  <a:gd name="T8" fmla="*/ 50 w 8"/>
                  <a:gd name="T9" fmla="*/ 1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1"/>
                      <a:pt x="3" y="1"/>
                      <a:pt x="3" y="3"/>
                    </a:cubicBezTo>
                    <a:cubicBezTo>
                      <a:pt x="4" y="2"/>
                      <a:pt x="6" y="2"/>
                      <a:pt x="8" y="3"/>
                    </a:cubicBezTo>
                    <a:cubicBezTo>
                      <a:pt x="6" y="2"/>
                      <a:pt x="4" y="1"/>
                      <a:pt x="3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4" name="Freeform 856">
                <a:extLst>
                  <a:ext uri="{FF2B5EF4-FFF2-40B4-BE49-F238E27FC236}">
                    <a16:creationId xmlns:a16="http://schemas.microsoft.com/office/drawing/2014/main" id="{5B6837DE-4CF3-4440-93C3-81F75A358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876"/>
                <a:ext cx="17" cy="13"/>
              </a:xfrm>
              <a:custGeom>
                <a:avLst/>
                <a:gdLst>
                  <a:gd name="T0" fmla="*/ 87 w 7"/>
                  <a:gd name="T1" fmla="*/ 21 h 5"/>
                  <a:gd name="T2" fmla="*/ 0 w 7"/>
                  <a:gd name="T3" fmla="*/ 0 h 5"/>
                  <a:gd name="T4" fmla="*/ 41 w 7"/>
                  <a:gd name="T5" fmla="*/ 34 h 5"/>
                  <a:gd name="T6" fmla="*/ 70 w 7"/>
                  <a:gd name="T7" fmla="*/ 88 h 5"/>
                  <a:gd name="T8" fmla="*/ 100 w 7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6" y="1"/>
                    </a:moveTo>
                    <a:cubicBezTo>
                      <a:pt x="4" y="1"/>
                      <a:pt x="2" y="0"/>
                      <a:pt x="0" y="0"/>
                    </a:cubicBezTo>
                    <a:cubicBezTo>
                      <a:pt x="1" y="1"/>
                      <a:pt x="3" y="1"/>
                      <a:pt x="3" y="2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4"/>
                      <a:pt x="4" y="1"/>
                      <a:pt x="7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5" name="Freeform 857">
                <a:extLst>
                  <a:ext uri="{FF2B5EF4-FFF2-40B4-BE49-F238E27FC236}">
                    <a16:creationId xmlns:a16="http://schemas.microsoft.com/office/drawing/2014/main" id="{F61E2290-6701-43DE-9E4A-C625B31E2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3874"/>
                <a:ext cx="48" cy="5"/>
              </a:xfrm>
              <a:custGeom>
                <a:avLst/>
                <a:gdLst>
                  <a:gd name="T0" fmla="*/ 306 w 19"/>
                  <a:gd name="T1" fmla="*/ 33 h 2"/>
                  <a:gd name="T2" fmla="*/ 0 w 19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19" y="2"/>
                    </a:moveTo>
                    <a:cubicBezTo>
                      <a:pt x="13" y="1"/>
                      <a:pt x="6" y="0"/>
                      <a:pt x="0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6" name="Freeform 858">
                <a:extLst>
                  <a:ext uri="{FF2B5EF4-FFF2-40B4-BE49-F238E27FC236}">
                    <a16:creationId xmlns:a16="http://schemas.microsoft.com/office/drawing/2014/main" id="{268EE4F2-3EE3-47B2-A302-D9DFC75F0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851"/>
                <a:ext cx="40" cy="23"/>
              </a:xfrm>
              <a:custGeom>
                <a:avLst/>
                <a:gdLst>
                  <a:gd name="T0" fmla="*/ 95 w 16"/>
                  <a:gd name="T1" fmla="*/ 66 h 9"/>
                  <a:gd name="T2" fmla="*/ 220 w 16"/>
                  <a:gd name="T3" fmla="*/ 51 h 9"/>
                  <a:gd name="T4" fmla="*/ 238 w 16"/>
                  <a:gd name="T5" fmla="*/ 151 h 9"/>
                  <a:gd name="T6" fmla="*/ 208 w 16"/>
                  <a:gd name="T7" fmla="*/ 66 h 9"/>
                  <a:gd name="T8" fmla="*/ 0 w 16"/>
                  <a:gd name="T9" fmla="*/ 0 h 9"/>
                  <a:gd name="T10" fmla="*/ 33 w 16"/>
                  <a:gd name="T11" fmla="*/ 0 h 9"/>
                  <a:gd name="T12" fmla="*/ 63 w 16"/>
                  <a:gd name="T13" fmla="*/ 6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6" y="4"/>
                    </a:moveTo>
                    <a:cubicBezTo>
                      <a:pt x="8" y="4"/>
                      <a:pt x="13" y="2"/>
                      <a:pt x="14" y="3"/>
                    </a:cubicBezTo>
                    <a:cubicBezTo>
                      <a:pt x="16" y="4"/>
                      <a:pt x="16" y="8"/>
                      <a:pt x="15" y="9"/>
                    </a:cubicBezTo>
                    <a:cubicBezTo>
                      <a:pt x="15" y="7"/>
                      <a:pt x="14" y="6"/>
                      <a:pt x="13" y="4"/>
                    </a:cubicBezTo>
                    <a:cubicBezTo>
                      <a:pt x="9" y="6"/>
                      <a:pt x="0" y="5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3"/>
                      <a:pt x="4" y="4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7" name="Freeform 859">
                <a:extLst>
                  <a:ext uri="{FF2B5EF4-FFF2-40B4-BE49-F238E27FC236}">
                    <a16:creationId xmlns:a16="http://schemas.microsoft.com/office/drawing/2014/main" id="{4AE8F2E9-B8EA-46AE-BF4A-D975614A5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3824"/>
                <a:ext cx="25" cy="15"/>
              </a:xfrm>
              <a:custGeom>
                <a:avLst/>
                <a:gdLst>
                  <a:gd name="T0" fmla="*/ 50 w 10"/>
                  <a:gd name="T1" fmla="*/ 20 h 6"/>
                  <a:gd name="T2" fmla="*/ 0 w 10"/>
                  <a:gd name="T3" fmla="*/ 0 h 6"/>
                  <a:gd name="T4" fmla="*/ 0 w 10"/>
                  <a:gd name="T5" fmla="*/ 95 h 6"/>
                  <a:gd name="T6" fmla="*/ 63 w 10"/>
                  <a:gd name="T7" fmla="*/ 33 h 6"/>
                  <a:gd name="T8" fmla="*/ 158 w 10"/>
                  <a:gd name="T9" fmla="*/ 50 h 6"/>
                  <a:gd name="T10" fmla="*/ 63 w 10"/>
                  <a:gd name="T11" fmla="*/ 2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3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2" y="4"/>
                      <a:pt x="1" y="3"/>
                      <a:pt x="4" y="2"/>
                    </a:cubicBezTo>
                    <a:cubicBezTo>
                      <a:pt x="6" y="1"/>
                      <a:pt x="9" y="3"/>
                      <a:pt x="10" y="3"/>
                    </a:cubicBezTo>
                    <a:cubicBezTo>
                      <a:pt x="8" y="2"/>
                      <a:pt x="6" y="1"/>
                      <a:pt x="4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8" name="Freeform 860">
                <a:extLst>
                  <a:ext uri="{FF2B5EF4-FFF2-40B4-BE49-F238E27FC236}">
                    <a16:creationId xmlns:a16="http://schemas.microsoft.com/office/drawing/2014/main" id="{7E3145B0-2B7B-4918-A1C5-E4473E23C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3844"/>
                <a:ext cx="20" cy="5"/>
              </a:xfrm>
              <a:custGeom>
                <a:avLst/>
                <a:gdLst>
                  <a:gd name="T0" fmla="*/ 0 w 8"/>
                  <a:gd name="T1" fmla="*/ 20 h 2"/>
                  <a:gd name="T2" fmla="*/ 125 w 8"/>
                  <a:gd name="T3" fmla="*/ 33 h 2"/>
                  <a:gd name="T4" fmla="*/ 20 w 8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1"/>
                    </a:moveTo>
                    <a:cubicBezTo>
                      <a:pt x="2" y="1"/>
                      <a:pt x="7" y="0"/>
                      <a:pt x="8" y="2"/>
                    </a:cubicBezTo>
                    <a:cubicBezTo>
                      <a:pt x="6" y="2"/>
                      <a:pt x="3" y="2"/>
                      <a:pt x="1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9" name="Freeform 861">
                <a:extLst>
                  <a:ext uri="{FF2B5EF4-FFF2-40B4-BE49-F238E27FC236}">
                    <a16:creationId xmlns:a16="http://schemas.microsoft.com/office/drawing/2014/main" id="{13FD97EB-C5BB-4A63-A52F-43CFE726A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3849"/>
                <a:ext cx="20" cy="15"/>
              </a:xfrm>
              <a:custGeom>
                <a:avLst/>
                <a:gdLst>
                  <a:gd name="T0" fmla="*/ 0 w 8"/>
                  <a:gd name="T1" fmla="*/ 0 h 6"/>
                  <a:gd name="T2" fmla="*/ 125 w 8"/>
                  <a:gd name="T3" fmla="*/ 33 h 6"/>
                  <a:gd name="T4" fmla="*/ 113 w 8"/>
                  <a:gd name="T5" fmla="*/ 95 h 6"/>
                  <a:gd name="T6" fmla="*/ 95 w 8"/>
                  <a:gd name="T7" fmla="*/ 33 h 6"/>
                  <a:gd name="T8" fmla="*/ 63 w 8"/>
                  <a:gd name="T9" fmla="*/ 3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1"/>
                      <a:pt x="5" y="1"/>
                      <a:pt x="8" y="2"/>
                    </a:cubicBezTo>
                    <a:cubicBezTo>
                      <a:pt x="7" y="3"/>
                      <a:pt x="7" y="4"/>
                      <a:pt x="7" y="6"/>
                    </a:cubicBezTo>
                    <a:cubicBezTo>
                      <a:pt x="6" y="5"/>
                      <a:pt x="6" y="3"/>
                      <a:pt x="6" y="2"/>
                    </a:cubicBezTo>
                    <a:cubicBezTo>
                      <a:pt x="5" y="2"/>
                      <a:pt x="4" y="2"/>
                      <a:pt x="4" y="2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0" name="Freeform 862">
                <a:extLst>
                  <a:ext uri="{FF2B5EF4-FFF2-40B4-BE49-F238E27FC236}">
                    <a16:creationId xmlns:a16="http://schemas.microsoft.com/office/drawing/2014/main" id="{91EDB54A-92EB-4723-9F11-B03F94FEE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789"/>
                <a:ext cx="27" cy="32"/>
              </a:xfrm>
              <a:custGeom>
                <a:avLst/>
                <a:gdLst>
                  <a:gd name="T0" fmla="*/ 0 w 11"/>
                  <a:gd name="T1" fmla="*/ 0 h 13"/>
                  <a:gd name="T2" fmla="*/ 103 w 11"/>
                  <a:gd name="T3" fmla="*/ 30 h 13"/>
                  <a:gd name="T4" fmla="*/ 162 w 11"/>
                  <a:gd name="T5" fmla="*/ 153 h 13"/>
                  <a:gd name="T6" fmla="*/ 103 w 11"/>
                  <a:gd name="T7" fmla="*/ 62 h 13"/>
                  <a:gd name="T8" fmla="*/ 29 w 11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2" y="1"/>
                      <a:pt x="6" y="0"/>
                      <a:pt x="7" y="2"/>
                    </a:cubicBezTo>
                    <a:cubicBezTo>
                      <a:pt x="8" y="2"/>
                      <a:pt x="11" y="10"/>
                      <a:pt x="11" y="10"/>
                    </a:cubicBezTo>
                    <a:cubicBezTo>
                      <a:pt x="9" y="13"/>
                      <a:pt x="8" y="5"/>
                      <a:pt x="7" y="4"/>
                    </a:cubicBezTo>
                    <a:cubicBezTo>
                      <a:pt x="6" y="3"/>
                      <a:pt x="3" y="2"/>
                      <a:pt x="2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1" name="Freeform 863">
                <a:extLst>
                  <a:ext uri="{FF2B5EF4-FFF2-40B4-BE49-F238E27FC236}">
                    <a16:creationId xmlns:a16="http://schemas.microsoft.com/office/drawing/2014/main" id="{D6ADC3B6-175F-4353-B30C-6745FAF9A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814"/>
                <a:ext cx="20" cy="10"/>
              </a:xfrm>
              <a:custGeom>
                <a:avLst/>
                <a:gdLst>
                  <a:gd name="T0" fmla="*/ 33 w 8"/>
                  <a:gd name="T1" fmla="*/ 20 h 4"/>
                  <a:gd name="T2" fmla="*/ 0 w 8"/>
                  <a:gd name="T3" fmla="*/ 50 h 4"/>
                  <a:gd name="T4" fmla="*/ 33 w 8"/>
                  <a:gd name="T5" fmla="*/ 33 h 4"/>
                  <a:gd name="T6" fmla="*/ 33 w 8"/>
                  <a:gd name="T7" fmla="*/ 33 h 4"/>
                  <a:gd name="T8" fmla="*/ 125 w 8"/>
                  <a:gd name="T9" fmla="*/ 63 h 4"/>
                  <a:gd name="T10" fmla="*/ 33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2" y="1"/>
                    </a:moveTo>
                    <a:cubicBezTo>
                      <a:pt x="0" y="1"/>
                      <a:pt x="0" y="1"/>
                      <a:pt x="0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1"/>
                      <a:pt x="6" y="4"/>
                      <a:pt x="8" y="4"/>
                    </a:cubicBezTo>
                    <a:cubicBezTo>
                      <a:pt x="7" y="2"/>
                      <a:pt x="4" y="0"/>
                      <a:pt x="2" y="0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2" name="Freeform 864">
                <a:extLst>
                  <a:ext uri="{FF2B5EF4-FFF2-40B4-BE49-F238E27FC236}">
                    <a16:creationId xmlns:a16="http://schemas.microsoft.com/office/drawing/2014/main" id="{EDA4B7AD-4D50-4E3F-ABCC-8B791C8FB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689"/>
                <a:ext cx="18" cy="15"/>
              </a:xfrm>
              <a:custGeom>
                <a:avLst/>
                <a:gdLst>
                  <a:gd name="T0" fmla="*/ 54 w 7"/>
                  <a:gd name="T1" fmla="*/ 20 h 6"/>
                  <a:gd name="T2" fmla="*/ 0 w 7"/>
                  <a:gd name="T3" fmla="*/ 0 h 6"/>
                  <a:gd name="T4" fmla="*/ 118 w 7"/>
                  <a:gd name="T5" fmla="*/ 95 h 6"/>
                  <a:gd name="T6" fmla="*/ 67 w 7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2" y="2"/>
                      <a:pt x="5" y="6"/>
                      <a:pt x="7" y="6"/>
                    </a:cubicBezTo>
                    <a:cubicBezTo>
                      <a:pt x="6" y="5"/>
                      <a:pt x="4" y="3"/>
                      <a:pt x="4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3" name="Freeform 865">
                <a:extLst>
                  <a:ext uri="{FF2B5EF4-FFF2-40B4-BE49-F238E27FC236}">
                    <a16:creationId xmlns:a16="http://schemas.microsoft.com/office/drawing/2014/main" id="{85D69452-E25B-4DBA-9E5F-E9AE38A17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3706"/>
                <a:ext cx="13" cy="13"/>
              </a:xfrm>
              <a:custGeom>
                <a:avLst/>
                <a:gdLst>
                  <a:gd name="T0" fmla="*/ 0 w 5"/>
                  <a:gd name="T1" fmla="*/ 0 h 5"/>
                  <a:gd name="T2" fmla="*/ 55 w 5"/>
                  <a:gd name="T3" fmla="*/ 88 h 5"/>
                  <a:gd name="T4" fmla="*/ 55 w 5"/>
                  <a:gd name="T5" fmla="*/ 55 h 5"/>
                  <a:gd name="T6" fmla="*/ 88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1"/>
                      <a:pt x="2" y="4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2"/>
                      <a:pt x="3" y="1"/>
                      <a:pt x="1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4" name="Freeform 866">
                <a:extLst>
                  <a:ext uri="{FF2B5EF4-FFF2-40B4-BE49-F238E27FC236}">
                    <a16:creationId xmlns:a16="http://schemas.microsoft.com/office/drawing/2014/main" id="{A84F3926-511C-4542-8BB0-8CC35CFB1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3726"/>
                <a:ext cx="22" cy="23"/>
              </a:xfrm>
              <a:custGeom>
                <a:avLst/>
                <a:gdLst>
                  <a:gd name="T0" fmla="*/ 0 w 9"/>
                  <a:gd name="T1" fmla="*/ 20 h 9"/>
                  <a:gd name="T2" fmla="*/ 132 w 9"/>
                  <a:gd name="T3" fmla="*/ 151 h 9"/>
                  <a:gd name="T4" fmla="*/ 29 w 9"/>
                  <a:gd name="T5" fmla="*/ 0 h 9"/>
                  <a:gd name="T6" fmla="*/ 0 w 9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1" y="4"/>
                      <a:pt x="6" y="8"/>
                      <a:pt x="9" y="9"/>
                    </a:cubicBezTo>
                    <a:cubicBezTo>
                      <a:pt x="6" y="7"/>
                      <a:pt x="2" y="4"/>
                      <a:pt x="2" y="0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5" name="Freeform 867">
                <a:extLst>
                  <a:ext uri="{FF2B5EF4-FFF2-40B4-BE49-F238E27FC236}">
                    <a16:creationId xmlns:a16="http://schemas.microsoft.com/office/drawing/2014/main" id="{BE65CBC4-7BA5-4B08-B3FA-28F649873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3736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33 h 2"/>
                  <a:gd name="T4" fmla="*/ 0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3" y="0"/>
                      <a:pt x="3" y="2"/>
                    </a:cubicBezTo>
                    <a:cubicBezTo>
                      <a:pt x="2" y="2"/>
                      <a:pt x="1" y="2"/>
                      <a:pt x="0" y="2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6" name="Freeform 868">
                <a:extLst>
                  <a:ext uri="{FF2B5EF4-FFF2-40B4-BE49-F238E27FC236}">
                    <a16:creationId xmlns:a16="http://schemas.microsoft.com/office/drawing/2014/main" id="{447C6C90-4748-48C1-A0FB-2E89E3D3C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3756"/>
                <a:ext cx="23" cy="18"/>
              </a:xfrm>
              <a:custGeom>
                <a:avLst/>
                <a:gdLst>
                  <a:gd name="T0" fmla="*/ 0 w 9"/>
                  <a:gd name="T1" fmla="*/ 0 h 7"/>
                  <a:gd name="T2" fmla="*/ 151 w 9"/>
                  <a:gd name="T3" fmla="*/ 118 h 7"/>
                  <a:gd name="T4" fmla="*/ 51 w 9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6" y="1"/>
                      <a:pt x="7" y="3"/>
                      <a:pt x="9" y="7"/>
                    </a:cubicBezTo>
                    <a:cubicBezTo>
                      <a:pt x="7" y="6"/>
                      <a:pt x="6" y="3"/>
                      <a:pt x="3" y="2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7" name="Freeform 869">
                <a:extLst>
                  <a:ext uri="{FF2B5EF4-FFF2-40B4-BE49-F238E27FC236}">
                    <a16:creationId xmlns:a16="http://schemas.microsoft.com/office/drawing/2014/main" id="{0402311D-583E-4D0E-8610-32053C096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781"/>
                <a:ext cx="18" cy="13"/>
              </a:xfrm>
              <a:custGeom>
                <a:avLst/>
                <a:gdLst>
                  <a:gd name="T0" fmla="*/ 67 w 7"/>
                  <a:gd name="T1" fmla="*/ 21 h 5"/>
                  <a:gd name="T2" fmla="*/ 0 w 7"/>
                  <a:gd name="T3" fmla="*/ 21 h 5"/>
                  <a:gd name="T4" fmla="*/ 118 w 7"/>
                  <a:gd name="T5" fmla="*/ 88 h 5"/>
                  <a:gd name="T6" fmla="*/ 100 w 7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4" y="1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3" y="2"/>
                      <a:pt x="5" y="4"/>
                      <a:pt x="7" y="5"/>
                    </a:cubicBezTo>
                    <a:cubicBezTo>
                      <a:pt x="7" y="4"/>
                      <a:pt x="7" y="4"/>
                      <a:pt x="6" y="3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8" name="Freeform 870">
                <a:extLst>
                  <a:ext uri="{FF2B5EF4-FFF2-40B4-BE49-F238E27FC236}">
                    <a16:creationId xmlns:a16="http://schemas.microsoft.com/office/drawing/2014/main" id="{EE30433F-EAB8-41D4-AEA4-1A7AE35C8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756"/>
                <a:ext cx="13" cy="13"/>
              </a:xfrm>
              <a:custGeom>
                <a:avLst/>
                <a:gdLst>
                  <a:gd name="T0" fmla="*/ 0 w 5"/>
                  <a:gd name="T1" fmla="*/ 21 h 5"/>
                  <a:gd name="T2" fmla="*/ 68 w 5"/>
                  <a:gd name="T3" fmla="*/ 88 h 5"/>
                  <a:gd name="T4" fmla="*/ 55 w 5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5" y="2"/>
                      <a:pt x="5" y="0"/>
                      <a:pt x="4" y="5"/>
                    </a:cubicBezTo>
                    <a:cubicBezTo>
                      <a:pt x="4" y="4"/>
                      <a:pt x="3" y="3"/>
                      <a:pt x="3" y="2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9" name="Freeform 871">
                <a:extLst>
                  <a:ext uri="{FF2B5EF4-FFF2-40B4-BE49-F238E27FC236}">
                    <a16:creationId xmlns:a16="http://schemas.microsoft.com/office/drawing/2014/main" id="{4B6D3120-2699-409E-B75E-D0B7433BF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576"/>
                <a:ext cx="7" cy="18"/>
              </a:xfrm>
              <a:custGeom>
                <a:avLst/>
                <a:gdLst>
                  <a:gd name="T0" fmla="*/ 0 w 3"/>
                  <a:gd name="T1" fmla="*/ 0 h 7"/>
                  <a:gd name="T2" fmla="*/ 28 w 3"/>
                  <a:gd name="T3" fmla="*/ 118 h 7"/>
                  <a:gd name="T4" fmla="*/ 12 w 3"/>
                  <a:gd name="T5" fmla="*/ 33 h 7"/>
                  <a:gd name="T6" fmla="*/ 37 w 3"/>
                  <a:gd name="T7" fmla="*/ 33 h 7"/>
                  <a:gd name="T8" fmla="*/ 12 w 3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0" y="3"/>
                      <a:pt x="1" y="5"/>
                      <a:pt x="2" y="7"/>
                    </a:cubicBezTo>
                    <a:cubicBezTo>
                      <a:pt x="1" y="5"/>
                      <a:pt x="1" y="4"/>
                      <a:pt x="1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0" name="Freeform 872">
                <a:extLst>
                  <a:ext uri="{FF2B5EF4-FFF2-40B4-BE49-F238E27FC236}">
                    <a16:creationId xmlns:a16="http://schemas.microsoft.com/office/drawing/2014/main" id="{580649D1-9276-4A32-9327-FF7A85EFF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611"/>
                <a:ext cx="8" cy="15"/>
              </a:xfrm>
              <a:custGeom>
                <a:avLst/>
                <a:gdLst>
                  <a:gd name="T0" fmla="*/ 0 w 3"/>
                  <a:gd name="T1" fmla="*/ 0 h 6"/>
                  <a:gd name="T2" fmla="*/ 0 w 3"/>
                  <a:gd name="T3" fmla="*/ 63 h 6"/>
                  <a:gd name="T4" fmla="*/ 56 w 3"/>
                  <a:gd name="T5" fmla="*/ 95 h 6"/>
                  <a:gd name="T6" fmla="*/ 21 w 3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3" y="5"/>
                      <a:pt x="3" y="6"/>
                    </a:cubicBezTo>
                    <a:cubicBezTo>
                      <a:pt x="3" y="4"/>
                      <a:pt x="2" y="2"/>
                      <a:pt x="1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1" name="Freeform 873">
                <a:extLst>
                  <a:ext uri="{FF2B5EF4-FFF2-40B4-BE49-F238E27FC236}">
                    <a16:creationId xmlns:a16="http://schemas.microsoft.com/office/drawing/2014/main" id="{59AACF94-D383-4D93-879B-402CF351E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3639"/>
                <a:ext cx="20" cy="15"/>
              </a:xfrm>
              <a:custGeom>
                <a:avLst/>
                <a:gdLst>
                  <a:gd name="T0" fmla="*/ 95 w 8"/>
                  <a:gd name="T1" fmla="*/ 50 h 6"/>
                  <a:gd name="T2" fmla="*/ 125 w 8"/>
                  <a:gd name="T3" fmla="*/ 95 h 6"/>
                  <a:gd name="T4" fmla="*/ 63 w 8"/>
                  <a:gd name="T5" fmla="*/ 50 h 6"/>
                  <a:gd name="T6" fmla="*/ 0 w 8"/>
                  <a:gd name="T7" fmla="*/ 0 h 6"/>
                  <a:gd name="T8" fmla="*/ 125 w 8"/>
                  <a:gd name="T9" fmla="*/ 6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6" y="3"/>
                    </a:moveTo>
                    <a:cubicBezTo>
                      <a:pt x="7" y="3"/>
                      <a:pt x="8" y="5"/>
                      <a:pt x="8" y="6"/>
                    </a:cubicBezTo>
                    <a:cubicBezTo>
                      <a:pt x="6" y="6"/>
                      <a:pt x="5" y="4"/>
                      <a:pt x="4" y="3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2" y="3"/>
                      <a:pt x="4" y="4"/>
                      <a:pt x="8" y="4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2" name="Freeform 874">
                <a:extLst>
                  <a:ext uri="{FF2B5EF4-FFF2-40B4-BE49-F238E27FC236}">
                    <a16:creationId xmlns:a16="http://schemas.microsoft.com/office/drawing/2014/main" id="{DC6FB7EF-8A5C-4246-9C2A-7FD540863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3661"/>
                <a:ext cx="10" cy="18"/>
              </a:xfrm>
              <a:custGeom>
                <a:avLst/>
                <a:gdLst>
                  <a:gd name="T0" fmla="*/ 0 w 4"/>
                  <a:gd name="T1" fmla="*/ 0 h 7"/>
                  <a:gd name="T2" fmla="*/ 50 w 4"/>
                  <a:gd name="T3" fmla="*/ 118 h 7"/>
                  <a:gd name="T4" fmla="*/ 20 w 4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4" y="0"/>
                      <a:pt x="2" y="5"/>
                      <a:pt x="3" y="7"/>
                    </a:cubicBezTo>
                    <a:cubicBezTo>
                      <a:pt x="2" y="5"/>
                      <a:pt x="1" y="2"/>
                      <a:pt x="1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3" name="Freeform 875">
                <a:extLst>
                  <a:ext uri="{FF2B5EF4-FFF2-40B4-BE49-F238E27FC236}">
                    <a16:creationId xmlns:a16="http://schemas.microsoft.com/office/drawing/2014/main" id="{19037011-BC69-4F03-9369-9CFD11438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481"/>
                <a:ext cx="8" cy="18"/>
              </a:xfrm>
              <a:custGeom>
                <a:avLst/>
                <a:gdLst>
                  <a:gd name="T0" fmla="*/ 21 w 3"/>
                  <a:gd name="T1" fmla="*/ 0 h 7"/>
                  <a:gd name="T2" fmla="*/ 56 w 3"/>
                  <a:gd name="T3" fmla="*/ 118 h 7"/>
                  <a:gd name="T4" fmla="*/ 21 w 3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3"/>
                      <a:pt x="0" y="6"/>
                      <a:pt x="3" y="7"/>
                    </a:cubicBezTo>
                    <a:cubicBezTo>
                      <a:pt x="2" y="5"/>
                      <a:pt x="0" y="2"/>
                      <a:pt x="1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4" name="Freeform 876">
                <a:extLst>
                  <a:ext uri="{FF2B5EF4-FFF2-40B4-BE49-F238E27FC236}">
                    <a16:creationId xmlns:a16="http://schemas.microsoft.com/office/drawing/2014/main" id="{B502F622-D9B2-455F-8696-24BCD3B7E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479"/>
                <a:ext cx="8" cy="27"/>
              </a:xfrm>
              <a:custGeom>
                <a:avLst/>
                <a:gdLst>
                  <a:gd name="T0" fmla="*/ 0 w 3"/>
                  <a:gd name="T1" fmla="*/ 0 h 11"/>
                  <a:gd name="T2" fmla="*/ 35 w 3"/>
                  <a:gd name="T3" fmla="*/ 91 h 11"/>
                  <a:gd name="T4" fmla="*/ 56 w 3"/>
                  <a:gd name="T5" fmla="*/ 162 h 11"/>
                  <a:gd name="T6" fmla="*/ 21 w 3"/>
                  <a:gd name="T7" fmla="*/ 1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0" y="2"/>
                      <a:pt x="2" y="4"/>
                      <a:pt x="2" y="6"/>
                    </a:cubicBezTo>
                    <a:cubicBezTo>
                      <a:pt x="2" y="8"/>
                      <a:pt x="1" y="10"/>
                      <a:pt x="3" y="11"/>
                    </a:cubicBezTo>
                    <a:cubicBezTo>
                      <a:pt x="3" y="9"/>
                      <a:pt x="2" y="2"/>
                      <a:pt x="1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5" name="Freeform 877">
                <a:extLst>
                  <a:ext uri="{FF2B5EF4-FFF2-40B4-BE49-F238E27FC236}">
                    <a16:creationId xmlns:a16="http://schemas.microsoft.com/office/drawing/2014/main" id="{B97981B4-CBEB-4D5C-B135-03B0AC8B6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454"/>
                <a:ext cx="10" cy="17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12 h 7"/>
                  <a:gd name="T4" fmla="*/ 33 w 4"/>
                  <a:gd name="T5" fmla="*/ 100 h 7"/>
                  <a:gd name="T6" fmla="*/ 63 w 4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0"/>
                      <a:pt x="2" y="1"/>
                      <a:pt x="0" y="1"/>
                    </a:cubicBezTo>
                    <a:cubicBezTo>
                      <a:pt x="1" y="3"/>
                      <a:pt x="3" y="5"/>
                      <a:pt x="2" y="7"/>
                    </a:cubicBezTo>
                    <a:cubicBezTo>
                      <a:pt x="2" y="5"/>
                      <a:pt x="3" y="3"/>
                      <a:pt x="4" y="1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6" name="Freeform 878">
                <a:extLst>
                  <a:ext uri="{FF2B5EF4-FFF2-40B4-BE49-F238E27FC236}">
                    <a16:creationId xmlns:a16="http://schemas.microsoft.com/office/drawing/2014/main" id="{1DEE36C2-93DF-4E37-9C9C-B84894036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564"/>
                <a:ext cx="5" cy="12"/>
              </a:xfrm>
              <a:custGeom>
                <a:avLst/>
                <a:gdLst>
                  <a:gd name="T0" fmla="*/ 0 w 2"/>
                  <a:gd name="T1" fmla="*/ 0 h 5"/>
                  <a:gd name="T2" fmla="*/ 20 w 2"/>
                  <a:gd name="T3" fmla="*/ 70 h 5"/>
                  <a:gd name="T4" fmla="*/ 33 w 2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0"/>
                      <a:pt x="1" y="3"/>
                      <a:pt x="1" y="5"/>
                    </a:cubicBezTo>
                    <a:cubicBezTo>
                      <a:pt x="2" y="3"/>
                      <a:pt x="2" y="2"/>
                      <a:pt x="2" y="0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7" name="Freeform 879">
                <a:extLst>
                  <a:ext uri="{FF2B5EF4-FFF2-40B4-BE49-F238E27FC236}">
                    <a16:creationId xmlns:a16="http://schemas.microsoft.com/office/drawing/2014/main" id="{180E54BD-74F6-4C03-AFEF-F1F5D2093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3514"/>
                <a:ext cx="8" cy="20"/>
              </a:xfrm>
              <a:custGeom>
                <a:avLst/>
                <a:gdLst>
                  <a:gd name="T0" fmla="*/ 0 w 3"/>
                  <a:gd name="T1" fmla="*/ 0 h 8"/>
                  <a:gd name="T2" fmla="*/ 21 w 3"/>
                  <a:gd name="T3" fmla="*/ 125 h 8"/>
                  <a:gd name="T4" fmla="*/ 56 w 3"/>
                  <a:gd name="T5" fmla="*/ 50 h 8"/>
                  <a:gd name="T6" fmla="*/ 0 w 3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3" y="1"/>
                      <a:pt x="1" y="6"/>
                      <a:pt x="1" y="8"/>
                    </a:cubicBezTo>
                    <a:cubicBezTo>
                      <a:pt x="2" y="7"/>
                      <a:pt x="2" y="5"/>
                      <a:pt x="3" y="3"/>
                    </a:cubicBezTo>
                    <a:cubicBezTo>
                      <a:pt x="2" y="2"/>
                      <a:pt x="2" y="1"/>
                      <a:pt x="0" y="0"/>
                    </a:cubicBezTo>
                  </a:path>
                </a:pathLst>
              </a:custGeom>
              <a:solidFill>
                <a:srgbClr val="F4E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8" name="Freeform 880">
                <a:extLst>
                  <a:ext uri="{FF2B5EF4-FFF2-40B4-BE49-F238E27FC236}">
                    <a16:creationId xmlns:a16="http://schemas.microsoft.com/office/drawing/2014/main" id="{2F350A4D-607F-405C-99CB-2839FED78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441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12 w 5"/>
                  <a:gd name="T3" fmla="*/ 0 h 5"/>
                  <a:gd name="T4" fmla="*/ 0 w 5"/>
                  <a:gd name="T5" fmla="*/ 68 h 5"/>
                  <a:gd name="T6" fmla="*/ 41 w 5"/>
                  <a:gd name="T7" fmla="*/ 68 h 5"/>
                  <a:gd name="T8" fmla="*/ 70 w 5"/>
                  <a:gd name="T9" fmla="*/ 88 h 5"/>
                  <a:gd name="T10" fmla="*/ 12 w 5"/>
                  <a:gd name="T11" fmla="*/ 2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3" y="3"/>
                      <a:pt x="1" y="4"/>
                      <a:pt x="1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9" name="Freeform 881">
                <a:extLst>
                  <a:ext uri="{FF2B5EF4-FFF2-40B4-BE49-F238E27FC236}">
                    <a16:creationId xmlns:a16="http://schemas.microsoft.com/office/drawing/2014/main" id="{9C0941EA-4F72-4132-A69E-69D970FE9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3466"/>
                <a:ext cx="18" cy="15"/>
              </a:xfrm>
              <a:custGeom>
                <a:avLst/>
                <a:gdLst>
                  <a:gd name="T0" fmla="*/ 54 w 7"/>
                  <a:gd name="T1" fmla="*/ 0 h 6"/>
                  <a:gd name="T2" fmla="*/ 118 w 7"/>
                  <a:gd name="T3" fmla="*/ 0 h 6"/>
                  <a:gd name="T4" fmla="*/ 67 w 7"/>
                  <a:gd name="T5" fmla="*/ 33 h 6"/>
                  <a:gd name="T6" fmla="*/ 67 w 7"/>
                  <a:gd name="T7" fmla="*/ 95 h 6"/>
                  <a:gd name="T8" fmla="*/ 0 w 7"/>
                  <a:gd name="T9" fmla="*/ 50 h 6"/>
                  <a:gd name="T10" fmla="*/ 33 w 7"/>
                  <a:gd name="T11" fmla="*/ 50 h 6"/>
                  <a:gd name="T12" fmla="*/ 54 w 7"/>
                  <a:gd name="T13" fmla="*/ 3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1"/>
                      <a:pt x="6" y="0"/>
                      <a:pt x="7" y="0"/>
                    </a:cubicBezTo>
                    <a:cubicBezTo>
                      <a:pt x="7" y="2"/>
                      <a:pt x="5" y="1"/>
                      <a:pt x="4" y="2"/>
                    </a:cubicBezTo>
                    <a:cubicBezTo>
                      <a:pt x="3" y="2"/>
                      <a:pt x="4" y="5"/>
                      <a:pt x="4" y="6"/>
                    </a:cubicBezTo>
                    <a:cubicBezTo>
                      <a:pt x="2" y="5"/>
                      <a:pt x="1" y="3"/>
                      <a:pt x="0" y="3"/>
                    </a:cubicBezTo>
                    <a:cubicBezTo>
                      <a:pt x="1" y="3"/>
                      <a:pt x="2" y="4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0" name="Freeform 882">
                <a:extLst>
                  <a:ext uri="{FF2B5EF4-FFF2-40B4-BE49-F238E27FC236}">
                    <a16:creationId xmlns:a16="http://schemas.microsoft.com/office/drawing/2014/main" id="{E6591BD4-8F7A-4A84-8E3A-8A649FE06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3481"/>
                <a:ext cx="13" cy="18"/>
              </a:xfrm>
              <a:custGeom>
                <a:avLst/>
                <a:gdLst>
                  <a:gd name="T0" fmla="*/ 0 w 5"/>
                  <a:gd name="T1" fmla="*/ 0 h 7"/>
                  <a:gd name="T2" fmla="*/ 88 w 5"/>
                  <a:gd name="T3" fmla="*/ 21 h 7"/>
                  <a:gd name="T4" fmla="*/ 34 w 5"/>
                  <a:gd name="T5" fmla="*/ 54 h 7"/>
                  <a:gd name="T6" fmla="*/ 34 w 5"/>
                  <a:gd name="T7" fmla="*/ 118 h 7"/>
                  <a:gd name="T8" fmla="*/ 21 w 5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2" y="1"/>
                      <a:pt x="3" y="1"/>
                      <a:pt x="5" y="1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2" y="4"/>
                      <a:pt x="2" y="6"/>
                      <a:pt x="2" y="7"/>
                    </a:cubicBezTo>
                    <a:cubicBezTo>
                      <a:pt x="2" y="5"/>
                      <a:pt x="3" y="2"/>
                      <a:pt x="1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1" name="Freeform 883">
                <a:extLst>
                  <a:ext uri="{FF2B5EF4-FFF2-40B4-BE49-F238E27FC236}">
                    <a16:creationId xmlns:a16="http://schemas.microsoft.com/office/drawing/2014/main" id="{7EF6C0A4-0FD3-431C-9CBD-8E522783B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3496"/>
                <a:ext cx="10" cy="18"/>
              </a:xfrm>
              <a:custGeom>
                <a:avLst/>
                <a:gdLst>
                  <a:gd name="T0" fmla="*/ 0 w 4"/>
                  <a:gd name="T1" fmla="*/ 0 h 7"/>
                  <a:gd name="T2" fmla="*/ 63 w 4"/>
                  <a:gd name="T3" fmla="*/ 33 h 7"/>
                  <a:gd name="T4" fmla="*/ 33 w 4"/>
                  <a:gd name="T5" fmla="*/ 118 h 7"/>
                  <a:gd name="T6" fmla="*/ 20 w 4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1" y="1"/>
                      <a:pt x="3" y="1"/>
                      <a:pt x="4" y="2"/>
                    </a:cubicBezTo>
                    <a:cubicBezTo>
                      <a:pt x="2" y="3"/>
                      <a:pt x="3" y="5"/>
                      <a:pt x="2" y="7"/>
                    </a:cubicBezTo>
                    <a:cubicBezTo>
                      <a:pt x="1" y="5"/>
                      <a:pt x="2" y="3"/>
                      <a:pt x="1" y="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2" name="Freeform 884">
                <a:extLst>
                  <a:ext uri="{FF2B5EF4-FFF2-40B4-BE49-F238E27FC236}">
                    <a16:creationId xmlns:a16="http://schemas.microsoft.com/office/drawing/2014/main" id="{CCD08FC1-1204-4DD7-B0E1-822E83527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509"/>
                <a:ext cx="8" cy="12"/>
              </a:xfrm>
              <a:custGeom>
                <a:avLst/>
                <a:gdLst>
                  <a:gd name="T0" fmla="*/ 0 w 3"/>
                  <a:gd name="T1" fmla="*/ 0 h 5"/>
                  <a:gd name="T2" fmla="*/ 56 w 3"/>
                  <a:gd name="T3" fmla="*/ 70 h 5"/>
                  <a:gd name="T4" fmla="*/ 21 w 3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3"/>
                      <a:pt x="1" y="3"/>
                      <a:pt x="3" y="5"/>
                    </a:cubicBezTo>
                    <a:cubicBezTo>
                      <a:pt x="2" y="4"/>
                      <a:pt x="2" y="2"/>
                      <a:pt x="1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3" name="Freeform 885">
                <a:extLst>
                  <a:ext uri="{FF2B5EF4-FFF2-40B4-BE49-F238E27FC236}">
                    <a16:creationId xmlns:a16="http://schemas.microsoft.com/office/drawing/2014/main" id="{B8342CF8-642D-4D10-87EE-0596F6256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526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0 w 4"/>
                  <a:gd name="T3" fmla="*/ 33 h 4"/>
                  <a:gd name="T4" fmla="*/ 20 w 4"/>
                  <a:gd name="T5" fmla="*/ 63 h 4"/>
                  <a:gd name="T6" fmla="*/ 63 w 4"/>
                  <a:gd name="T7" fmla="*/ 33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1"/>
                      <a:pt x="2" y="1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4" name="Freeform 886">
                <a:extLst>
                  <a:ext uri="{FF2B5EF4-FFF2-40B4-BE49-F238E27FC236}">
                    <a16:creationId xmlns:a16="http://schemas.microsoft.com/office/drawing/2014/main" id="{23A7933D-8B3D-46CB-BE32-15EA861DE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539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29 w 5"/>
                  <a:gd name="T3" fmla="*/ 33 h 4"/>
                  <a:gd name="T4" fmla="*/ 0 w 5"/>
                  <a:gd name="T5" fmla="*/ 63 h 4"/>
                  <a:gd name="T6" fmla="*/ 70 w 5"/>
                  <a:gd name="T7" fmla="*/ 63 h 4"/>
                  <a:gd name="T8" fmla="*/ 29 w 5"/>
                  <a:gd name="T9" fmla="*/ 50 h 4"/>
                  <a:gd name="T10" fmla="*/ 29 w 5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4" y="4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3" y="1"/>
                      <a:pt x="2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5" name="Freeform 887">
                <a:extLst>
                  <a:ext uri="{FF2B5EF4-FFF2-40B4-BE49-F238E27FC236}">
                    <a16:creationId xmlns:a16="http://schemas.microsoft.com/office/drawing/2014/main" id="{D02AAD98-8539-49F5-81FF-81031C9E9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3559"/>
                <a:ext cx="22" cy="15"/>
              </a:xfrm>
              <a:custGeom>
                <a:avLst/>
                <a:gdLst>
                  <a:gd name="T0" fmla="*/ 29 w 9"/>
                  <a:gd name="T1" fmla="*/ 0 h 6"/>
                  <a:gd name="T2" fmla="*/ 12 w 9"/>
                  <a:gd name="T3" fmla="*/ 33 h 6"/>
                  <a:gd name="T4" fmla="*/ 0 w 9"/>
                  <a:gd name="T5" fmla="*/ 20 h 6"/>
                  <a:gd name="T6" fmla="*/ 59 w 9"/>
                  <a:gd name="T7" fmla="*/ 95 h 6"/>
                  <a:gd name="T8" fmla="*/ 132 w 9"/>
                  <a:gd name="T9" fmla="*/ 83 h 6"/>
                  <a:gd name="T10" fmla="*/ 103 w 9"/>
                  <a:gd name="T11" fmla="*/ 50 h 6"/>
                  <a:gd name="T12" fmla="*/ 42 w 9"/>
                  <a:gd name="T13" fmla="*/ 3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2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2" y="3"/>
                      <a:pt x="3" y="4"/>
                      <a:pt x="4" y="6"/>
                    </a:cubicBezTo>
                    <a:cubicBezTo>
                      <a:pt x="4" y="3"/>
                      <a:pt x="8" y="4"/>
                      <a:pt x="9" y="5"/>
                    </a:cubicBezTo>
                    <a:cubicBezTo>
                      <a:pt x="8" y="4"/>
                      <a:pt x="8" y="4"/>
                      <a:pt x="7" y="3"/>
                    </a:cubicBezTo>
                    <a:cubicBezTo>
                      <a:pt x="6" y="4"/>
                      <a:pt x="3" y="4"/>
                      <a:pt x="3" y="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6" name="Freeform 888">
                <a:extLst>
                  <a:ext uri="{FF2B5EF4-FFF2-40B4-BE49-F238E27FC236}">
                    <a16:creationId xmlns:a16="http://schemas.microsoft.com/office/drawing/2014/main" id="{341F6398-8AD6-434F-96AC-045FCF2C4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3576"/>
                <a:ext cx="8" cy="13"/>
              </a:xfrm>
              <a:custGeom>
                <a:avLst/>
                <a:gdLst>
                  <a:gd name="T0" fmla="*/ 21 w 3"/>
                  <a:gd name="T1" fmla="*/ 0 h 5"/>
                  <a:gd name="T2" fmla="*/ 0 w 3"/>
                  <a:gd name="T3" fmla="*/ 88 h 5"/>
                  <a:gd name="T4" fmla="*/ 56 w 3"/>
                  <a:gd name="T5" fmla="*/ 68 h 5"/>
                  <a:gd name="T6" fmla="*/ 35 w 3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3" y="5"/>
                      <a:pt x="0" y="5"/>
                    </a:cubicBezTo>
                    <a:cubicBezTo>
                      <a:pt x="1" y="5"/>
                      <a:pt x="2" y="5"/>
                      <a:pt x="3" y="4"/>
                    </a:cubicBezTo>
                    <a:cubicBezTo>
                      <a:pt x="3" y="4"/>
                      <a:pt x="2" y="2"/>
                      <a:pt x="2" y="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7" name="Freeform 889">
                <a:extLst>
                  <a:ext uri="{FF2B5EF4-FFF2-40B4-BE49-F238E27FC236}">
                    <a16:creationId xmlns:a16="http://schemas.microsoft.com/office/drawing/2014/main" id="{0E75B42D-907E-4FA3-8495-CB7DE9317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3594"/>
                <a:ext cx="10" cy="17"/>
              </a:xfrm>
              <a:custGeom>
                <a:avLst/>
                <a:gdLst>
                  <a:gd name="T0" fmla="*/ 20 w 4"/>
                  <a:gd name="T1" fmla="*/ 0 h 7"/>
                  <a:gd name="T2" fmla="*/ 33 w 4"/>
                  <a:gd name="T3" fmla="*/ 41 h 7"/>
                  <a:gd name="T4" fmla="*/ 0 w 4"/>
                  <a:gd name="T5" fmla="*/ 41 h 7"/>
                  <a:gd name="T6" fmla="*/ 63 w 4"/>
                  <a:gd name="T7" fmla="*/ 100 h 7"/>
                  <a:gd name="T8" fmla="*/ 50 w 4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cubicBezTo>
                      <a:pt x="1" y="1"/>
                      <a:pt x="2" y="2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1" y="3"/>
                      <a:pt x="3" y="6"/>
                      <a:pt x="4" y="7"/>
                    </a:cubicBezTo>
                    <a:cubicBezTo>
                      <a:pt x="2" y="5"/>
                      <a:pt x="3" y="3"/>
                      <a:pt x="3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8" name="Freeform 890">
                <a:extLst>
                  <a:ext uri="{FF2B5EF4-FFF2-40B4-BE49-F238E27FC236}">
                    <a16:creationId xmlns:a16="http://schemas.microsoft.com/office/drawing/2014/main" id="{C7896F2C-D602-4A05-B3E0-84B655F03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609"/>
                <a:ext cx="18" cy="15"/>
              </a:xfrm>
              <a:custGeom>
                <a:avLst/>
                <a:gdLst>
                  <a:gd name="T0" fmla="*/ 21 w 7"/>
                  <a:gd name="T1" fmla="*/ 0 h 6"/>
                  <a:gd name="T2" fmla="*/ 0 w 7"/>
                  <a:gd name="T3" fmla="*/ 33 h 6"/>
                  <a:gd name="T4" fmla="*/ 118 w 7"/>
                  <a:gd name="T5" fmla="*/ 95 h 6"/>
                  <a:gd name="T6" fmla="*/ 118 w 7"/>
                  <a:gd name="T7" fmla="*/ 63 h 6"/>
                  <a:gd name="T8" fmla="*/ 54 w 7"/>
                  <a:gd name="T9" fmla="*/ 3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3" y="2"/>
                      <a:pt x="6" y="4"/>
                      <a:pt x="7" y="6"/>
                    </a:cubicBezTo>
                    <a:cubicBezTo>
                      <a:pt x="7" y="6"/>
                      <a:pt x="7" y="5"/>
                      <a:pt x="7" y="4"/>
                    </a:cubicBezTo>
                    <a:cubicBezTo>
                      <a:pt x="6" y="4"/>
                      <a:pt x="3" y="3"/>
                      <a:pt x="3" y="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9" name="Freeform 891">
                <a:extLst>
                  <a:ext uri="{FF2B5EF4-FFF2-40B4-BE49-F238E27FC236}">
                    <a16:creationId xmlns:a16="http://schemas.microsoft.com/office/drawing/2014/main" id="{313C8A59-6C62-4E8C-887C-05D6FFC6C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624"/>
                <a:ext cx="5" cy="10"/>
              </a:xfrm>
              <a:custGeom>
                <a:avLst/>
                <a:gdLst>
                  <a:gd name="T0" fmla="*/ 0 w 2"/>
                  <a:gd name="T1" fmla="*/ 20 h 4"/>
                  <a:gd name="T2" fmla="*/ 20 w 2"/>
                  <a:gd name="T3" fmla="*/ 63 h 4"/>
                  <a:gd name="T4" fmla="*/ 33 w 2"/>
                  <a:gd name="T5" fmla="*/ 50 h 4"/>
                  <a:gd name="T6" fmla="*/ 20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0" name="Freeform 892">
                <a:extLst>
                  <a:ext uri="{FF2B5EF4-FFF2-40B4-BE49-F238E27FC236}">
                    <a16:creationId xmlns:a16="http://schemas.microsoft.com/office/drawing/2014/main" id="{8E57FA7A-752F-4002-9BA4-7A640FDB7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3634"/>
                <a:ext cx="10" cy="15"/>
              </a:xfrm>
              <a:custGeom>
                <a:avLst/>
                <a:gdLst>
                  <a:gd name="T0" fmla="*/ 20 w 4"/>
                  <a:gd name="T1" fmla="*/ 0 h 6"/>
                  <a:gd name="T2" fmla="*/ 0 w 4"/>
                  <a:gd name="T3" fmla="*/ 50 h 6"/>
                  <a:gd name="T4" fmla="*/ 50 w 4"/>
                  <a:gd name="T5" fmla="*/ 95 h 6"/>
                  <a:gd name="T6" fmla="*/ 50 w 4"/>
                  <a:gd name="T7" fmla="*/ 63 h 6"/>
                  <a:gd name="T8" fmla="*/ 63 w 4"/>
                  <a:gd name="T9" fmla="*/ 83 h 6"/>
                  <a:gd name="T10" fmla="*/ 33 w 4"/>
                  <a:gd name="T11" fmla="*/ 3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2" y="5"/>
                      <a:pt x="3" y="6"/>
                    </a:cubicBezTo>
                    <a:cubicBezTo>
                      <a:pt x="2" y="6"/>
                      <a:pt x="2" y="5"/>
                      <a:pt x="3" y="4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3" y="4"/>
                      <a:pt x="2" y="3"/>
                      <a:pt x="2" y="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1" name="Freeform 893">
                <a:extLst>
                  <a:ext uri="{FF2B5EF4-FFF2-40B4-BE49-F238E27FC236}">
                    <a16:creationId xmlns:a16="http://schemas.microsoft.com/office/drawing/2014/main" id="{2F856ABA-88A4-4DB6-A2F4-C8650B9CA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651"/>
                <a:ext cx="20" cy="10"/>
              </a:xfrm>
              <a:custGeom>
                <a:avLst/>
                <a:gdLst>
                  <a:gd name="T0" fmla="*/ 20 w 8"/>
                  <a:gd name="T1" fmla="*/ 0 h 4"/>
                  <a:gd name="T2" fmla="*/ 0 w 8"/>
                  <a:gd name="T3" fmla="*/ 20 h 4"/>
                  <a:gd name="T4" fmla="*/ 63 w 8"/>
                  <a:gd name="T5" fmla="*/ 63 h 4"/>
                  <a:gd name="T6" fmla="*/ 113 w 8"/>
                  <a:gd name="T7" fmla="*/ 20 h 4"/>
                  <a:gd name="T8" fmla="*/ 95 w 8"/>
                  <a:gd name="T9" fmla="*/ 0 h 4"/>
                  <a:gd name="T10" fmla="*/ 95 w 8"/>
                  <a:gd name="T11" fmla="*/ 33 h 4"/>
                  <a:gd name="T12" fmla="*/ 33 w 8"/>
                  <a:gd name="T13" fmla="*/ 2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2" y="3"/>
                      <a:pt x="4" y="4"/>
                    </a:cubicBezTo>
                    <a:cubicBezTo>
                      <a:pt x="6" y="4"/>
                      <a:pt x="8" y="3"/>
                      <a:pt x="7" y="1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5" y="3"/>
                      <a:pt x="2" y="2"/>
                      <a:pt x="2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2" name="Freeform 894">
                <a:extLst>
                  <a:ext uri="{FF2B5EF4-FFF2-40B4-BE49-F238E27FC236}">
                    <a16:creationId xmlns:a16="http://schemas.microsoft.com/office/drawing/2014/main" id="{00D89B48-9CE6-40D6-AABC-C19DE0B54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3659"/>
                <a:ext cx="18" cy="12"/>
              </a:xfrm>
              <a:custGeom>
                <a:avLst/>
                <a:gdLst>
                  <a:gd name="T0" fmla="*/ 0 w 7"/>
                  <a:gd name="T1" fmla="*/ 29 h 5"/>
                  <a:gd name="T2" fmla="*/ 0 w 7"/>
                  <a:gd name="T3" fmla="*/ 70 h 5"/>
                  <a:gd name="T4" fmla="*/ 54 w 7"/>
                  <a:gd name="T5" fmla="*/ 70 h 5"/>
                  <a:gd name="T6" fmla="*/ 118 w 7"/>
                  <a:gd name="T7" fmla="*/ 29 h 5"/>
                  <a:gd name="T8" fmla="*/ 67 w 7"/>
                  <a:gd name="T9" fmla="*/ 12 h 5"/>
                  <a:gd name="T10" fmla="*/ 21 w 7"/>
                  <a:gd name="T11" fmla="*/ 4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3" y="2"/>
                      <a:pt x="5" y="2"/>
                      <a:pt x="7" y="2"/>
                    </a:cubicBezTo>
                    <a:cubicBezTo>
                      <a:pt x="6" y="1"/>
                      <a:pt x="5" y="0"/>
                      <a:pt x="4" y="1"/>
                    </a:cubicBezTo>
                    <a:cubicBezTo>
                      <a:pt x="3" y="2"/>
                      <a:pt x="3" y="5"/>
                      <a:pt x="1" y="3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3" name="Freeform 895">
                <a:extLst>
                  <a:ext uri="{FF2B5EF4-FFF2-40B4-BE49-F238E27FC236}">
                    <a16:creationId xmlns:a16="http://schemas.microsoft.com/office/drawing/2014/main" id="{E18B98F3-BC41-46B5-8F19-367D28F6D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3671"/>
                <a:ext cx="20" cy="13"/>
              </a:xfrm>
              <a:custGeom>
                <a:avLst/>
                <a:gdLst>
                  <a:gd name="T0" fmla="*/ 0 w 8"/>
                  <a:gd name="T1" fmla="*/ 0 h 5"/>
                  <a:gd name="T2" fmla="*/ 95 w 8"/>
                  <a:gd name="T3" fmla="*/ 0 h 5"/>
                  <a:gd name="T4" fmla="*/ 125 w 8"/>
                  <a:gd name="T5" fmla="*/ 21 h 5"/>
                  <a:gd name="T6" fmla="*/ 50 w 8"/>
                  <a:gd name="T7" fmla="*/ 88 h 5"/>
                  <a:gd name="T8" fmla="*/ 63 w 8"/>
                  <a:gd name="T9" fmla="*/ 55 h 5"/>
                  <a:gd name="T10" fmla="*/ 50 w 8"/>
                  <a:gd name="T11" fmla="*/ 5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1"/>
                      <a:pt x="5" y="5"/>
                      <a:pt x="6" y="0"/>
                    </a:cubicBezTo>
                    <a:cubicBezTo>
                      <a:pt x="7" y="0"/>
                      <a:pt x="7" y="1"/>
                      <a:pt x="8" y="1"/>
                    </a:cubicBezTo>
                    <a:cubicBezTo>
                      <a:pt x="7" y="4"/>
                      <a:pt x="5" y="3"/>
                      <a:pt x="3" y="5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4" name="Freeform 896">
                <a:extLst>
                  <a:ext uri="{FF2B5EF4-FFF2-40B4-BE49-F238E27FC236}">
                    <a16:creationId xmlns:a16="http://schemas.microsoft.com/office/drawing/2014/main" id="{2CEC625B-0095-4019-BACD-658DD71AE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3674"/>
                <a:ext cx="18" cy="7"/>
              </a:xfrm>
              <a:custGeom>
                <a:avLst/>
                <a:gdLst>
                  <a:gd name="T0" fmla="*/ 0 w 7"/>
                  <a:gd name="T1" fmla="*/ 12 h 3"/>
                  <a:gd name="T2" fmla="*/ 67 w 7"/>
                  <a:gd name="T3" fmla="*/ 0 h 3"/>
                  <a:gd name="T4" fmla="*/ 118 w 7"/>
                  <a:gd name="T5" fmla="*/ 37 h 3"/>
                  <a:gd name="T6" fmla="*/ 67 w 7"/>
                  <a:gd name="T7" fmla="*/ 12 h 3"/>
                  <a:gd name="T8" fmla="*/ 0 w 7"/>
                  <a:gd name="T9" fmla="*/ 1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0" y="1"/>
                    </a:moveTo>
                    <a:cubicBezTo>
                      <a:pt x="0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7" y="3"/>
                    </a:cubicBezTo>
                    <a:cubicBezTo>
                      <a:pt x="6" y="3"/>
                      <a:pt x="5" y="2"/>
                      <a:pt x="4" y="1"/>
                    </a:cubicBezTo>
                    <a:cubicBezTo>
                      <a:pt x="3" y="1"/>
                      <a:pt x="0" y="1"/>
                      <a:pt x="0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5" name="Freeform 897">
                <a:extLst>
                  <a:ext uri="{FF2B5EF4-FFF2-40B4-BE49-F238E27FC236}">
                    <a16:creationId xmlns:a16="http://schemas.microsoft.com/office/drawing/2014/main" id="{6DE35CD3-3B18-48D2-ACBF-D4140CA4F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3679"/>
                <a:ext cx="7" cy="10"/>
              </a:xfrm>
              <a:custGeom>
                <a:avLst/>
                <a:gdLst>
                  <a:gd name="T0" fmla="*/ 0 w 3"/>
                  <a:gd name="T1" fmla="*/ 20 h 4"/>
                  <a:gd name="T2" fmla="*/ 37 w 3"/>
                  <a:gd name="T3" fmla="*/ 50 h 4"/>
                  <a:gd name="T4" fmla="*/ 28 w 3"/>
                  <a:gd name="T5" fmla="*/ 63 h 4"/>
                  <a:gd name="T6" fmla="*/ 0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2" y="3"/>
                      <a:pt x="0" y="1"/>
                      <a:pt x="0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6" name="Freeform 898">
                <a:extLst>
                  <a:ext uri="{FF2B5EF4-FFF2-40B4-BE49-F238E27FC236}">
                    <a16:creationId xmlns:a16="http://schemas.microsoft.com/office/drawing/2014/main" id="{C0013847-E2B6-48A8-A25B-DD4174AEA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3679"/>
                <a:ext cx="20" cy="15"/>
              </a:xfrm>
              <a:custGeom>
                <a:avLst/>
                <a:gdLst>
                  <a:gd name="T0" fmla="*/ 20 w 8"/>
                  <a:gd name="T1" fmla="*/ 20 h 6"/>
                  <a:gd name="T2" fmla="*/ 0 w 8"/>
                  <a:gd name="T3" fmla="*/ 63 h 6"/>
                  <a:gd name="T4" fmla="*/ 50 w 8"/>
                  <a:gd name="T5" fmla="*/ 50 h 6"/>
                  <a:gd name="T6" fmla="*/ 95 w 8"/>
                  <a:gd name="T7" fmla="*/ 95 h 6"/>
                  <a:gd name="T8" fmla="*/ 20 w 8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2"/>
                      <a:pt x="1" y="4"/>
                      <a:pt x="0" y="4"/>
                    </a:cubicBezTo>
                    <a:cubicBezTo>
                      <a:pt x="1" y="3"/>
                      <a:pt x="2" y="2"/>
                      <a:pt x="3" y="3"/>
                    </a:cubicBezTo>
                    <a:cubicBezTo>
                      <a:pt x="4" y="4"/>
                      <a:pt x="6" y="5"/>
                      <a:pt x="6" y="6"/>
                    </a:cubicBezTo>
                    <a:cubicBezTo>
                      <a:pt x="8" y="4"/>
                      <a:pt x="3" y="2"/>
                      <a:pt x="1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7" name="Freeform 899">
                <a:extLst>
                  <a:ext uri="{FF2B5EF4-FFF2-40B4-BE49-F238E27FC236}">
                    <a16:creationId xmlns:a16="http://schemas.microsoft.com/office/drawing/2014/main" id="{FE3FA662-EC72-4FDA-A420-49AEE7BAC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3696"/>
                <a:ext cx="20" cy="18"/>
              </a:xfrm>
              <a:custGeom>
                <a:avLst/>
                <a:gdLst>
                  <a:gd name="T0" fmla="*/ 50 w 8"/>
                  <a:gd name="T1" fmla="*/ 0 h 7"/>
                  <a:gd name="T2" fmla="*/ 0 w 8"/>
                  <a:gd name="T3" fmla="*/ 54 h 7"/>
                  <a:gd name="T4" fmla="*/ 125 w 8"/>
                  <a:gd name="T5" fmla="*/ 100 h 7"/>
                  <a:gd name="T6" fmla="*/ 33 w 8"/>
                  <a:gd name="T7" fmla="*/ 67 h 7"/>
                  <a:gd name="T8" fmla="*/ 50 w 8"/>
                  <a:gd name="T9" fmla="*/ 0 h 7"/>
                  <a:gd name="T10" fmla="*/ 50 w 8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2" y="2"/>
                      <a:pt x="2" y="3"/>
                      <a:pt x="0" y="3"/>
                    </a:cubicBezTo>
                    <a:cubicBezTo>
                      <a:pt x="2" y="5"/>
                      <a:pt x="6" y="7"/>
                      <a:pt x="8" y="6"/>
                    </a:cubicBezTo>
                    <a:cubicBezTo>
                      <a:pt x="7" y="5"/>
                      <a:pt x="2" y="5"/>
                      <a:pt x="2" y="4"/>
                    </a:cubicBezTo>
                    <a:cubicBezTo>
                      <a:pt x="2" y="3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8" name="Freeform 900">
                <a:extLst>
                  <a:ext uri="{FF2B5EF4-FFF2-40B4-BE49-F238E27FC236}">
                    <a16:creationId xmlns:a16="http://schemas.microsoft.com/office/drawing/2014/main" id="{D189D854-4A87-4997-9D7B-33DFC3E69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3694"/>
                <a:ext cx="15" cy="7"/>
              </a:xfrm>
              <a:custGeom>
                <a:avLst/>
                <a:gdLst>
                  <a:gd name="T0" fmla="*/ 50 w 6"/>
                  <a:gd name="T1" fmla="*/ 0 h 3"/>
                  <a:gd name="T2" fmla="*/ 0 w 6"/>
                  <a:gd name="T3" fmla="*/ 12 h 3"/>
                  <a:gd name="T4" fmla="*/ 83 w 6"/>
                  <a:gd name="T5" fmla="*/ 37 h 3"/>
                  <a:gd name="T6" fmla="*/ 95 w 6"/>
                  <a:gd name="T7" fmla="*/ 1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3" y="1"/>
                      <a:pt x="1" y="1"/>
                      <a:pt x="0" y="1"/>
                    </a:cubicBezTo>
                    <a:cubicBezTo>
                      <a:pt x="1" y="3"/>
                      <a:pt x="3" y="3"/>
                      <a:pt x="5" y="3"/>
                    </a:cubicBezTo>
                    <a:cubicBezTo>
                      <a:pt x="5" y="2"/>
                      <a:pt x="5" y="2"/>
                      <a:pt x="6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9" name="Freeform 901">
                <a:extLst>
                  <a:ext uri="{FF2B5EF4-FFF2-40B4-BE49-F238E27FC236}">
                    <a16:creationId xmlns:a16="http://schemas.microsoft.com/office/drawing/2014/main" id="{08E2E11B-65B5-447E-9818-54F9F84CE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701"/>
                <a:ext cx="22" cy="13"/>
              </a:xfrm>
              <a:custGeom>
                <a:avLst/>
                <a:gdLst>
                  <a:gd name="T0" fmla="*/ 12 w 9"/>
                  <a:gd name="T1" fmla="*/ 21 h 5"/>
                  <a:gd name="T2" fmla="*/ 71 w 9"/>
                  <a:gd name="T3" fmla="*/ 88 h 5"/>
                  <a:gd name="T4" fmla="*/ 132 w 9"/>
                  <a:gd name="T5" fmla="*/ 68 h 5"/>
                  <a:gd name="T6" fmla="*/ 0 w 9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1" y="1"/>
                    </a:moveTo>
                    <a:cubicBezTo>
                      <a:pt x="3" y="1"/>
                      <a:pt x="7" y="3"/>
                      <a:pt x="5" y="5"/>
                    </a:cubicBezTo>
                    <a:cubicBezTo>
                      <a:pt x="7" y="5"/>
                      <a:pt x="8" y="4"/>
                      <a:pt x="9" y="4"/>
                    </a:cubicBezTo>
                    <a:cubicBezTo>
                      <a:pt x="6" y="3"/>
                      <a:pt x="3" y="1"/>
                      <a:pt x="0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0" name="Freeform 902">
                <a:extLst>
                  <a:ext uri="{FF2B5EF4-FFF2-40B4-BE49-F238E27FC236}">
                    <a16:creationId xmlns:a16="http://schemas.microsoft.com/office/drawing/2014/main" id="{7223A733-E218-4EFB-A68D-2F1A681BF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714"/>
                <a:ext cx="25" cy="17"/>
              </a:xfrm>
              <a:custGeom>
                <a:avLst/>
                <a:gdLst>
                  <a:gd name="T0" fmla="*/ 20 w 10"/>
                  <a:gd name="T1" fmla="*/ 0 h 7"/>
                  <a:gd name="T2" fmla="*/ 0 w 10"/>
                  <a:gd name="T3" fmla="*/ 58 h 7"/>
                  <a:gd name="T4" fmla="*/ 158 w 10"/>
                  <a:gd name="T5" fmla="*/ 87 h 7"/>
                  <a:gd name="T6" fmla="*/ 83 w 10"/>
                  <a:gd name="T7" fmla="*/ 58 h 7"/>
                  <a:gd name="T8" fmla="*/ 33 w 10"/>
                  <a:gd name="T9" fmla="*/ 41 h 7"/>
                  <a:gd name="T10" fmla="*/ 20 w 10"/>
                  <a:gd name="T11" fmla="*/ 1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1" y="0"/>
                    </a:moveTo>
                    <a:cubicBezTo>
                      <a:pt x="1" y="1"/>
                      <a:pt x="1" y="4"/>
                      <a:pt x="0" y="4"/>
                    </a:cubicBezTo>
                    <a:cubicBezTo>
                      <a:pt x="3" y="4"/>
                      <a:pt x="6" y="7"/>
                      <a:pt x="10" y="6"/>
                    </a:cubicBezTo>
                    <a:cubicBezTo>
                      <a:pt x="8" y="5"/>
                      <a:pt x="6" y="5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1" y="2"/>
                      <a:pt x="2" y="1"/>
                      <a:pt x="1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1" name="Freeform 903">
                <a:extLst>
                  <a:ext uri="{FF2B5EF4-FFF2-40B4-BE49-F238E27FC236}">
                    <a16:creationId xmlns:a16="http://schemas.microsoft.com/office/drawing/2014/main" id="{185D6202-72C6-4A9E-97EC-08CF79509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721"/>
                <a:ext cx="20" cy="10"/>
              </a:xfrm>
              <a:custGeom>
                <a:avLst/>
                <a:gdLst>
                  <a:gd name="T0" fmla="*/ 33 w 8"/>
                  <a:gd name="T1" fmla="*/ 0 h 4"/>
                  <a:gd name="T2" fmla="*/ 125 w 8"/>
                  <a:gd name="T3" fmla="*/ 33 h 4"/>
                  <a:gd name="T4" fmla="*/ 113 w 8"/>
                  <a:gd name="T5" fmla="*/ 63 h 4"/>
                  <a:gd name="T6" fmla="*/ 20 w 8"/>
                  <a:gd name="T7" fmla="*/ 50 h 4"/>
                  <a:gd name="T8" fmla="*/ 33 w 8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2" y="0"/>
                    </a:moveTo>
                    <a:cubicBezTo>
                      <a:pt x="4" y="0"/>
                      <a:pt x="6" y="1"/>
                      <a:pt x="8" y="2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6" y="1"/>
                      <a:pt x="2" y="1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2" name="Freeform 904">
                <a:extLst>
                  <a:ext uri="{FF2B5EF4-FFF2-40B4-BE49-F238E27FC236}">
                    <a16:creationId xmlns:a16="http://schemas.microsoft.com/office/drawing/2014/main" id="{74EEB2AC-AF4E-49FF-9599-4C96F65F1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3726"/>
                <a:ext cx="7" cy="10"/>
              </a:xfrm>
              <a:custGeom>
                <a:avLst/>
                <a:gdLst>
                  <a:gd name="T0" fmla="*/ 12 w 3"/>
                  <a:gd name="T1" fmla="*/ 0 h 4"/>
                  <a:gd name="T2" fmla="*/ 37 w 3"/>
                  <a:gd name="T3" fmla="*/ 0 h 4"/>
                  <a:gd name="T4" fmla="*/ 12 w 3"/>
                  <a:gd name="T5" fmla="*/ 63 h 4"/>
                  <a:gd name="T6" fmla="*/ 0 w 3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1"/>
                      <a:pt x="1" y="3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3" name="Freeform 905">
                <a:extLst>
                  <a:ext uri="{FF2B5EF4-FFF2-40B4-BE49-F238E27FC236}">
                    <a16:creationId xmlns:a16="http://schemas.microsoft.com/office/drawing/2014/main" id="{418AAAB4-E829-4312-B367-C81E93D1F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3734"/>
                <a:ext cx="25" cy="12"/>
              </a:xfrm>
              <a:custGeom>
                <a:avLst/>
                <a:gdLst>
                  <a:gd name="T0" fmla="*/ 0 w 10"/>
                  <a:gd name="T1" fmla="*/ 0 h 5"/>
                  <a:gd name="T2" fmla="*/ 50 w 10"/>
                  <a:gd name="T3" fmla="*/ 12 h 5"/>
                  <a:gd name="T4" fmla="*/ 158 w 10"/>
                  <a:gd name="T5" fmla="*/ 58 h 5"/>
                  <a:gd name="T6" fmla="*/ 0 w 10"/>
                  <a:gd name="T7" fmla="*/ 2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cubicBezTo>
                      <a:pt x="1" y="3"/>
                      <a:pt x="9" y="3"/>
                      <a:pt x="10" y="4"/>
                    </a:cubicBezTo>
                    <a:cubicBezTo>
                      <a:pt x="8" y="5"/>
                      <a:pt x="1" y="4"/>
                      <a:pt x="0" y="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4" name="Freeform 906">
                <a:extLst>
                  <a:ext uri="{FF2B5EF4-FFF2-40B4-BE49-F238E27FC236}">
                    <a16:creationId xmlns:a16="http://schemas.microsoft.com/office/drawing/2014/main" id="{49E7316E-6548-401B-8869-224D47676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3729"/>
                <a:ext cx="20" cy="17"/>
              </a:xfrm>
              <a:custGeom>
                <a:avLst/>
                <a:gdLst>
                  <a:gd name="T0" fmla="*/ 50 w 8"/>
                  <a:gd name="T1" fmla="*/ 12 h 7"/>
                  <a:gd name="T2" fmla="*/ 0 w 8"/>
                  <a:gd name="T3" fmla="*/ 87 h 7"/>
                  <a:gd name="T4" fmla="*/ 83 w 8"/>
                  <a:gd name="T5" fmla="*/ 100 h 7"/>
                  <a:gd name="T6" fmla="*/ 50 w 8"/>
                  <a:gd name="T7" fmla="*/ 58 h 7"/>
                  <a:gd name="T8" fmla="*/ 63 w 8"/>
                  <a:gd name="T9" fmla="*/ 12 h 7"/>
                  <a:gd name="T10" fmla="*/ 125 w 8"/>
                  <a:gd name="T11" fmla="*/ 12 h 7"/>
                  <a:gd name="T12" fmla="*/ 33 w 8"/>
                  <a:gd name="T13" fmla="*/ 0 h 7"/>
                  <a:gd name="T14" fmla="*/ 33 w 8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3" y="1"/>
                    </a:moveTo>
                    <a:cubicBezTo>
                      <a:pt x="4" y="3"/>
                      <a:pt x="2" y="5"/>
                      <a:pt x="0" y="6"/>
                    </a:cubicBezTo>
                    <a:cubicBezTo>
                      <a:pt x="2" y="6"/>
                      <a:pt x="4" y="7"/>
                      <a:pt x="5" y="7"/>
                    </a:cubicBezTo>
                    <a:cubicBezTo>
                      <a:pt x="4" y="7"/>
                      <a:pt x="3" y="6"/>
                      <a:pt x="3" y="4"/>
                    </a:cubicBezTo>
                    <a:cubicBezTo>
                      <a:pt x="3" y="3"/>
                      <a:pt x="5" y="3"/>
                      <a:pt x="4" y="1"/>
                    </a:cubicBezTo>
                    <a:cubicBezTo>
                      <a:pt x="5" y="1"/>
                      <a:pt x="6" y="1"/>
                      <a:pt x="8" y="1"/>
                    </a:cubicBezTo>
                    <a:cubicBezTo>
                      <a:pt x="6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5" name="Freeform 907">
                <a:extLst>
                  <a:ext uri="{FF2B5EF4-FFF2-40B4-BE49-F238E27FC236}">
                    <a16:creationId xmlns:a16="http://schemas.microsoft.com/office/drawing/2014/main" id="{870AEF6C-8E3C-410A-B142-D558A5DF6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734"/>
                <a:ext cx="10" cy="7"/>
              </a:xfrm>
              <a:custGeom>
                <a:avLst/>
                <a:gdLst>
                  <a:gd name="T0" fmla="*/ 20 w 4"/>
                  <a:gd name="T1" fmla="*/ 0 h 3"/>
                  <a:gd name="T2" fmla="*/ 33 w 4"/>
                  <a:gd name="T3" fmla="*/ 12 h 3"/>
                  <a:gd name="T4" fmla="*/ 20 w 4"/>
                  <a:gd name="T5" fmla="*/ 37 h 3"/>
                  <a:gd name="T6" fmla="*/ 63 w 4"/>
                  <a:gd name="T7" fmla="*/ 37 h 3"/>
                  <a:gd name="T8" fmla="*/ 33 w 4"/>
                  <a:gd name="T9" fmla="*/ 1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3" y="3"/>
                      <a:pt x="1" y="1"/>
                      <a:pt x="2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6" name="Freeform 908">
                <a:extLst>
                  <a:ext uri="{FF2B5EF4-FFF2-40B4-BE49-F238E27FC236}">
                    <a16:creationId xmlns:a16="http://schemas.microsoft.com/office/drawing/2014/main" id="{71CC06E8-7C61-440C-B330-CC9C8FDF4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734"/>
                <a:ext cx="20" cy="17"/>
              </a:xfrm>
              <a:custGeom>
                <a:avLst/>
                <a:gdLst>
                  <a:gd name="T0" fmla="*/ 33 w 8"/>
                  <a:gd name="T1" fmla="*/ 0 h 7"/>
                  <a:gd name="T2" fmla="*/ 0 w 8"/>
                  <a:gd name="T3" fmla="*/ 70 h 7"/>
                  <a:gd name="T4" fmla="*/ 63 w 8"/>
                  <a:gd name="T5" fmla="*/ 100 h 7"/>
                  <a:gd name="T6" fmla="*/ 125 w 8"/>
                  <a:gd name="T7" fmla="*/ 87 h 7"/>
                  <a:gd name="T8" fmla="*/ 83 w 8"/>
                  <a:gd name="T9" fmla="*/ 58 h 7"/>
                  <a:gd name="T10" fmla="*/ 63 w 8"/>
                  <a:gd name="T11" fmla="*/ 1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cubicBezTo>
                      <a:pt x="6" y="1"/>
                      <a:pt x="4" y="7"/>
                      <a:pt x="0" y="5"/>
                    </a:cubicBezTo>
                    <a:cubicBezTo>
                      <a:pt x="2" y="6"/>
                      <a:pt x="4" y="6"/>
                      <a:pt x="4" y="7"/>
                    </a:cubicBezTo>
                    <a:cubicBezTo>
                      <a:pt x="5" y="7"/>
                      <a:pt x="6" y="6"/>
                      <a:pt x="8" y="6"/>
                    </a:cubicBezTo>
                    <a:cubicBezTo>
                      <a:pt x="7" y="6"/>
                      <a:pt x="5" y="5"/>
                      <a:pt x="5" y="4"/>
                    </a:cubicBezTo>
                    <a:cubicBezTo>
                      <a:pt x="4" y="3"/>
                      <a:pt x="5" y="2"/>
                      <a:pt x="4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7" name="Freeform 909">
                <a:extLst>
                  <a:ext uri="{FF2B5EF4-FFF2-40B4-BE49-F238E27FC236}">
                    <a16:creationId xmlns:a16="http://schemas.microsoft.com/office/drawing/2014/main" id="{BEBDD7A4-0F3B-448F-BE3D-BDE93CF01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731"/>
                <a:ext cx="20" cy="15"/>
              </a:xfrm>
              <a:custGeom>
                <a:avLst/>
                <a:gdLst>
                  <a:gd name="T0" fmla="*/ 0 w 8"/>
                  <a:gd name="T1" fmla="*/ 20 h 6"/>
                  <a:gd name="T2" fmla="*/ 63 w 8"/>
                  <a:gd name="T3" fmla="*/ 33 h 6"/>
                  <a:gd name="T4" fmla="*/ 50 w 8"/>
                  <a:gd name="T5" fmla="*/ 95 h 6"/>
                  <a:gd name="T6" fmla="*/ 83 w 8"/>
                  <a:gd name="T7" fmla="*/ 33 h 6"/>
                  <a:gd name="T8" fmla="*/ 125 w 8"/>
                  <a:gd name="T9" fmla="*/ 20 h 6"/>
                  <a:gd name="T10" fmla="*/ 20 w 8"/>
                  <a:gd name="T11" fmla="*/ 2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1" y="1"/>
                      <a:pt x="3" y="1"/>
                      <a:pt x="4" y="2"/>
                    </a:cubicBezTo>
                    <a:cubicBezTo>
                      <a:pt x="4" y="3"/>
                      <a:pt x="2" y="5"/>
                      <a:pt x="3" y="6"/>
                    </a:cubicBezTo>
                    <a:cubicBezTo>
                      <a:pt x="4" y="5"/>
                      <a:pt x="4" y="3"/>
                      <a:pt x="5" y="2"/>
                    </a:cubicBezTo>
                    <a:cubicBezTo>
                      <a:pt x="5" y="1"/>
                      <a:pt x="7" y="1"/>
                      <a:pt x="8" y="1"/>
                    </a:cubicBezTo>
                    <a:cubicBezTo>
                      <a:pt x="6" y="0"/>
                      <a:pt x="4" y="1"/>
                      <a:pt x="1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8" name="Freeform 910">
                <a:extLst>
                  <a:ext uri="{FF2B5EF4-FFF2-40B4-BE49-F238E27FC236}">
                    <a16:creationId xmlns:a16="http://schemas.microsoft.com/office/drawing/2014/main" id="{DE4DC4EA-D150-4C0D-896E-187B0733E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736"/>
                <a:ext cx="10" cy="10"/>
              </a:xfrm>
              <a:custGeom>
                <a:avLst/>
                <a:gdLst>
                  <a:gd name="T0" fmla="*/ 0 w 4"/>
                  <a:gd name="T1" fmla="*/ 0 h 4"/>
                  <a:gd name="T2" fmla="*/ 20 w 4"/>
                  <a:gd name="T3" fmla="*/ 63 h 4"/>
                  <a:gd name="T4" fmla="*/ 63 w 4"/>
                  <a:gd name="T5" fmla="*/ 33 h 4"/>
                  <a:gd name="T6" fmla="*/ 20 w 4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0"/>
                      <a:pt x="2" y="3"/>
                      <a:pt x="1" y="4"/>
                    </a:cubicBezTo>
                    <a:cubicBezTo>
                      <a:pt x="2" y="3"/>
                      <a:pt x="3" y="3"/>
                      <a:pt x="4" y="2"/>
                    </a:cubicBezTo>
                    <a:cubicBezTo>
                      <a:pt x="2" y="2"/>
                      <a:pt x="2" y="1"/>
                      <a:pt x="1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79" name="Freeform 911">
                <a:extLst>
                  <a:ext uri="{FF2B5EF4-FFF2-40B4-BE49-F238E27FC236}">
                    <a16:creationId xmlns:a16="http://schemas.microsoft.com/office/drawing/2014/main" id="{6C1D55E3-E6B3-41B7-9F88-AA7960F6A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731"/>
                <a:ext cx="23" cy="18"/>
              </a:xfrm>
              <a:custGeom>
                <a:avLst/>
                <a:gdLst>
                  <a:gd name="T0" fmla="*/ 66 w 9"/>
                  <a:gd name="T1" fmla="*/ 0 h 7"/>
                  <a:gd name="T2" fmla="*/ 151 w 9"/>
                  <a:gd name="T3" fmla="*/ 0 h 7"/>
                  <a:gd name="T4" fmla="*/ 66 w 9"/>
                  <a:gd name="T5" fmla="*/ 118 h 7"/>
                  <a:gd name="T6" fmla="*/ 0 w 9"/>
                  <a:gd name="T7" fmla="*/ 67 h 7"/>
                  <a:gd name="T8" fmla="*/ 84 w 9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6" y="0"/>
                      <a:pt x="7" y="0"/>
                      <a:pt x="9" y="0"/>
                    </a:cubicBezTo>
                    <a:cubicBezTo>
                      <a:pt x="6" y="2"/>
                      <a:pt x="5" y="4"/>
                      <a:pt x="4" y="7"/>
                    </a:cubicBezTo>
                    <a:cubicBezTo>
                      <a:pt x="3" y="4"/>
                      <a:pt x="2" y="4"/>
                      <a:pt x="0" y="4"/>
                    </a:cubicBezTo>
                    <a:cubicBezTo>
                      <a:pt x="1" y="4"/>
                      <a:pt x="7" y="4"/>
                      <a:pt x="5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0" name="Freeform 912">
                <a:extLst>
                  <a:ext uri="{FF2B5EF4-FFF2-40B4-BE49-F238E27FC236}">
                    <a16:creationId xmlns:a16="http://schemas.microsoft.com/office/drawing/2014/main" id="{8E36B789-D0A8-42DA-9620-11E3092C3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3726"/>
                <a:ext cx="12" cy="10"/>
              </a:xfrm>
              <a:custGeom>
                <a:avLst/>
                <a:gdLst>
                  <a:gd name="T0" fmla="*/ 70 w 5"/>
                  <a:gd name="T1" fmla="*/ 0 h 4"/>
                  <a:gd name="T2" fmla="*/ 0 w 5"/>
                  <a:gd name="T3" fmla="*/ 20 h 4"/>
                  <a:gd name="T4" fmla="*/ 41 w 5"/>
                  <a:gd name="T5" fmla="*/ 33 h 4"/>
                  <a:gd name="T6" fmla="*/ 70 w 5"/>
                  <a:gd name="T7" fmla="*/ 63 h 4"/>
                  <a:gd name="T8" fmla="*/ 70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4" y="0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4" y="3"/>
                      <a:pt x="4" y="4"/>
                      <a:pt x="5" y="4"/>
                    </a:cubicBezTo>
                    <a:cubicBezTo>
                      <a:pt x="3" y="3"/>
                      <a:pt x="2" y="1"/>
                      <a:pt x="5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1" name="Freeform 913">
                <a:extLst>
                  <a:ext uri="{FF2B5EF4-FFF2-40B4-BE49-F238E27FC236}">
                    <a16:creationId xmlns:a16="http://schemas.microsoft.com/office/drawing/2014/main" id="{B5CF8AEB-28E5-4B4D-8717-6EECAA621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719"/>
                <a:ext cx="23" cy="10"/>
              </a:xfrm>
              <a:custGeom>
                <a:avLst/>
                <a:gdLst>
                  <a:gd name="T0" fmla="*/ 51 w 9"/>
                  <a:gd name="T1" fmla="*/ 20 h 4"/>
                  <a:gd name="T2" fmla="*/ 20 w 9"/>
                  <a:gd name="T3" fmla="*/ 63 h 4"/>
                  <a:gd name="T4" fmla="*/ 151 w 9"/>
                  <a:gd name="T5" fmla="*/ 20 h 4"/>
                  <a:gd name="T6" fmla="*/ 84 w 9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3" y="1"/>
                    </a:moveTo>
                    <a:cubicBezTo>
                      <a:pt x="0" y="1"/>
                      <a:pt x="2" y="2"/>
                      <a:pt x="1" y="4"/>
                    </a:cubicBezTo>
                    <a:cubicBezTo>
                      <a:pt x="3" y="1"/>
                      <a:pt x="5" y="1"/>
                      <a:pt x="9" y="1"/>
                    </a:cubicBezTo>
                    <a:cubicBezTo>
                      <a:pt x="8" y="0"/>
                      <a:pt x="6" y="0"/>
                      <a:pt x="5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2" name="Freeform 914">
                <a:extLst>
                  <a:ext uri="{FF2B5EF4-FFF2-40B4-BE49-F238E27FC236}">
                    <a16:creationId xmlns:a16="http://schemas.microsoft.com/office/drawing/2014/main" id="{E83864A5-9395-41F2-97E9-F184816F8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721"/>
                <a:ext cx="18" cy="8"/>
              </a:xfrm>
              <a:custGeom>
                <a:avLst/>
                <a:gdLst>
                  <a:gd name="T0" fmla="*/ 33 w 7"/>
                  <a:gd name="T1" fmla="*/ 0 h 3"/>
                  <a:gd name="T2" fmla="*/ 33 w 7"/>
                  <a:gd name="T3" fmla="*/ 35 h 3"/>
                  <a:gd name="T4" fmla="*/ 0 w 7"/>
                  <a:gd name="T5" fmla="*/ 56 h 3"/>
                  <a:gd name="T6" fmla="*/ 118 w 7"/>
                  <a:gd name="T7" fmla="*/ 21 h 3"/>
                  <a:gd name="T8" fmla="*/ 54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2" y="0"/>
                    </a:move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0" y="3"/>
                      <a:pt x="0" y="3"/>
                    </a:cubicBezTo>
                    <a:cubicBezTo>
                      <a:pt x="2" y="2"/>
                      <a:pt x="4" y="1"/>
                      <a:pt x="7" y="1"/>
                    </a:cubicBezTo>
                    <a:cubicBezTo>
                      <a:pt x="6" y="0"/>
                      <a:pt x="4" y="0"/>
                      <a:pt x="3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3" name="Freeform 915">
                <a:extLst>
                  <a:ext uri="{FF2B5EF4-FFF2-40B4-BE49-F238E27FC236}">
                    <a16:creationId xmlns:a16="http://schemas.microsoft.com/office/drawing/2014/main" id="{8530EB04-F490-4FB1-A1B1-9D3F1AB96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3729"/>
                <a:ext cx="15" cy="7"/>
              </a:xfrm>
              <a:custGeom>
                <a:avLst/>
                <a:gdLst>
                  <a:gd name="T0" fmla="*/ 50 w 6"/>
                  <a:gd name="T1" fmla="*/ 12 h 3"/>
                  <a:gd name="T2" fmla="*/ 0 w 6"/>
                  <a:gd name="T3" fmla="*/ 37 h 3"/>
                  <a:gd name="T4" fmla="*/ 95 w 6"/>
                  <a:gd name="T5" fmla="*/ 12 h 3"/>
                  <a:gd name="T6" fmla="*/ 50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3" y="1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2" y="2"/>
                      <a:pt x="5" y="2"/>
                      <a:pt x="6" y="1"/>
                    </a:cubicBezTo>
                    <a:cubicBezTo>
                      <a:pt x="5" y="0"/>
                      <a:pt x="4" y="1"/>
                      <a:pt x="3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4" name="Freeform 916">
                <a:extLst>
                  <a:ext uri="{FF2B5EF4-FFF2-40B4-BE49-F238E27FC236}">
                    <a16:creationId xmlns:a16="http://schemas.microsoft.com/office/drawing/2014/main" id="{C32530B8-ADBA-4B89-AF04-4A0965790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704"/>
                <a:ext cx="25" cy="12"/>
              </a:xfrm>
              <a:custGeom>
                <a:avLst/>
                <a:gdLst>
                  <a:gd name="T0" fmla="*/ 95 w 10"/>
                  <a:gd name="T1" fmla="*/ 29 h 5"/>
                  <a:gd name="T2" fmla="*/ 0 w 10"/>
                  <a:gd name="T3" fmla="*/ 58 h 5"/>
                  <a:gd name="T4" fmla="*/ 83 w 10"/>
                  <a:gd name="T5" fmla="*/ 29 h 5"/>
                  <a:gd name="T6" fmla="*/ 145 w 10"/>
                  <a:gd name="T7" fmla="*/ 70 h 5"/>
                  <a:gd name="T8" fmla="*/ 158 w 10"/>
                  <a:gd name="T9" fmla="*/ 41 h 5"/>
                  <a:gd name="T10" fmla="*/ 95 w 10"/>
                  <a:gd name="T11" fmla="*/ 2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6" y="2"/>
                    </a:moveTo>
                    <a:cubicBezTo>
                      <a:pt x="4" y="0"/>
                      <a:pt x="1" y="2"/>
                      <a:pt x="0" y="4"/>
                    </a:cubicBezTo>
                    <a:cubicBezTo>
                      <a:pt x="2" y="3"/>
                      <a:pt x="3" y="2"/>
                      <a:pt x="5" y="2"/>
                    </a:cubicBezTo>
                    <a:cubicBezTo>
                      <a:pt x="7" y="2"/>
                      <a:pt x="7" y="3"/>
                      <a:pt x="9" y="5"/>
                    </a:cubicBezTo>
                    <a:cubicBezTo>
                      <a:pt x="9" y="4"/>
                      <a:pt x="10" y="4"/>
                      <a:pt x="10" y="3"/>
                    </a:cubicBezTo>
                    <a:cubicBezTo>
                      <a:pt x="9" y="3"/>
                      <a:pt x="7" y="2"/>
                      <a:pt x="6" y="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5" name="Freeform 917">
                <a:extLst>
                  <a:ext uri="{FF2B5EF4-FFF2-40B4-BE49-F238E27FC236}">
                    <a16:creationId xmlns:a16="http://schemas.microsoft.com/office/drawing/2014/main" id="{4D1E1626-F9EE-4D83-BC78-0553FF6B5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694"/>
                <a:ext cx="20" cy="15"/>
              </a:xfrm>
              <a:custGeom>
                <a:avLst/>
                <a:gdLst>
                  <a:gd name="T0" fmla="*/ 63 w 8"/>
                  <a:gd name="T1" fmla="*/ 0 h 6"/>
                  <a:gd name="T2" fmla="*/ 20 w 8"/>
                  <a:gd name="T3" fmla="*/ 20 h 6"/>
                  <a:gd name="T4" fmla="*/ 0 w 8"/>
                  <a:gd name="T5" fmla="*/ 95 h 6"/>
                  <a:gd name="T6" fmla="*/ 63 w 8"/>
                  <a:gd name="T7" fmla="*/ 33 h 6"/>
                  <a:gd name="T8" fmla="*/ 125 w 8"/>
                  <a:gd name="T9" fmla="*/ 20 h 6"/>
                  <a:gd name="T10" fmla="*/ 95 w 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4" y="2"/>
                      <a:pt x="1" y="4"/>
                      <a:pt x="0" y="6"/>
                    </a:cubicBezTo>
                    <a:cubicBezTo>
                      <a:pt x="2" y="5"/>
                      <a:pt x="2" y="3"/>
                      <a:pt x="4" y="2"/>
                    </a:cubicBezTo>
                    <a:cubicBezTo>
                      <a:pt x="5" y="1"/>
                      <a:pt x="7" y="1"/>
                      <a:pt x="8" y="1"/>
                    </a:cubicBezTo>
                    <a:cubicBezTo>
                      <a:pt x="7" y="1"/>
                      <a:pt x="6" y="0"/>
                      <a:pt x="6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6" name="Freeform 918">
                <a:extLst>
                  <a:ext uri="{FF2B5EF4-FFF2-40B4-BE49-F238E27FC236}">
                    <a16:creationId xmlns:a16="http://schemas.microsoft.com/office/drawing/2014/main" id="{BA7FF7A1-8F9F-4DDD-A42B-D1DC96BC6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3689"/>
                <a:ext cx="15" cy="7"/>
              </a:xfrm>
              <a:custGeom>
                <a:avLst/>
                <a:gdLst>
                  <a:gd name="T0" fmla="*/ 0 w 6"/>
                  <a:gd name="T1" fmla="*/ 12 h 3"/>
                  <a:gd name="T2" fmla="*/ 83 w 6"/>
                  <a:gd name="T3" fmla="*/ 37 h 3"/>
                  <a:gd name="T4" fmla="*/ 20 w 6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1" y="2"/>
                      <a:pt x="3" y="2"/>
                      <a:pt x="5" y="3"/>
                    </a:cubicBezTo>
                    <a:cubicBezTo>
                      <a:pt x="6" y="1"/>
                      <a:pt x="1" y="1"/>
                      <a:pt x="1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7" name="Freeform 919">
                <a:extLst>
                  <a:ext uri="{FF2B5EF4-FFF2-40B4-BE49-F238E27FC236}">
                    <a16:creationId xmlns:a16="http://schemas.microsoft.com/office/drawing/2014/main" id="{D4757604-7165-470D-AF08-6402E7505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674"/>
                <a:ext cx="12" cy="12"/>
              </a:xfrm>
              <a:custGeom>
                <a:avLst/>
                <a:gdLst>
                  <a:gd name="T0" fmla="*/ 41 w 5"/>
                  <a:gd name="T1" fmla="*/ 12 h 5"/>
                  <a:gd name="T2" fmla="*/ 0 w 5"/>
                  <a:gd name="T3" fmla="*/ 29 h 5"/>
                  <a:gd name="T4" fmla="*/ 41 w 5"/>
                  <a:gd name="T5" fmla="*/ 70 h 5"/>
                  <a:gd name="T6" fmla="*/ 70 w 5"/>
                  <a:gd name="T7" fmla="*/ 2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3" y="0"/>
                      <a:pt x="1" y="2"/>
                      <a:pt x="0" y="2"/>
                    </a:cubicBezTo>
                    <a:cubicBezTo>
                      <a:pt x="3" y="2"/>
                      <a:pt x="3" y="3"/>
                      <a:pt x="3" y="5"/>
                    </a:cubicBezTo>
                    <a:cubicBezTo>
                      <a:pt x="2" y="4"/>
                      <a:pt x="4" y="2"/>
                      <a:pt x="5" y="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8" name="Freeform 920">
                <a:extLst>
                  <a:ext uri="{FF2B5EF4-FFF2-40B4-BE49-F238E27FC236}">
                    <a16:creationId xmlns:a16="http://schemas.microsoft.com/office/drawing/2014/main" id="{E75A45E2-F981-4414-92B9-21D61AE1E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661"/>
                <a:ext cx="18" cy="8"/>
              </a:xfrm>
              <a:custGeom>
                <a:avLst/>
                <a:gdLst>
                  <a:gd name="T0" fmla="*/ 21 w 7"/>
                  <a:gd name="T1" fmla="*/ 21 h 3"/>
                  <a:gd name="T2" fmla="*/ 21 w 7"/>
                  <a:gd name="T3" fmla="*/ 0 h 3"/>
                  <a:gd name="T4" fmla="*/ 21 w 7"/>
                  <a:gd name="T5" fmla="*/ 56 h 3"/>
                  <a:gd name="T6" fmla="*/ 118 w 7"/>
                  <a:gd name="T7" fmla="*/ 0 h 3"/>
                  <a:gd name="T8" fmla="*/ 54 w 7"/>
                  <a:gd name="T9" fmla="*/ 21 h 3"/>
                  <a:gd name="T10" fmla="*/ 33 w 7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1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2" y="1"/>
                      <a:pt x="2" y="3"/>
                      <a:pt x="1" y="3"/>
                    </a:cubicBezTo>
                    <a:cubicBezTo>
                      <a:pt x="3" y="1"/>
                      <a:pt x="5" y="1"/>
                      <a:pt x="7" y="0"/>
                    </a:cubicBezTo>
                    <a:cubicBezTo>
                      <a:pt x="6" y="0"/>
                      <a:pt x="4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9" name="Freeform 921">
                <a:extLst>
                  <a:ext uri="{FF2B5EF4-FFF2-40B4-BE49-F238E27FC236}">
                    <a16:creationId xmlns:a16="http://schemas.microsoft.com/office/drawing/2014/main" id="{F8EAB79E-36C9-4C21-A052-CE2D1DBF2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3674"/>
                <a:ext cx="10" cy="10"/>
              </a:xfrm>
              <a:custGeom>
                <a:avLst/>
                <a:gdLst>
                  <a:gd name="T0" fmla="*/ 50 w 4"/>
                  <a:gd name="T1" fmla="*/ 0 h 4"/>
                  <a:gd name="T2" fmla="*/ 0 w 4"/>
                  <a:gd name="T3" fmla="*/ 20 h 4"/>
                  <a:gd name="T4" fmla="*/ 0 w 4"/>
                  <a:gd name="T5" fmla="*/ 63 h 4"/>
                  <a:gd name="T6" fmla="*/ 63 w 4"/>
                  <a:gd name="T7" fmla="*/ 2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2" y="2"/>
                      <a:pt x="3" y="3"/>
                      <a:pt x="0" y="4"/>
                    </a:cubicBezTo>
                    <a:cubicBezTo>
                      <a:pt x="2" y="4"/>
                      <a:pt x="3" y="3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0" name="Freeform 922">
                <a:extLst>
                  <a:ext uri="{FF2B5EF4-FFF2-40B4-BE49-F238E27FC236}">
                    <a16:creationId xmlns:a16="http://schemas.microsoft.com/office/drawing/2014/main" id="{4512EBF3-E521-4A76-8B7D-1BA66D9E6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611"/>
                <a:ext cx="10" cy="20"/>
              </a:xfrm>
              <a:custGeom>
                <a:avLst/>
                <a:gdLst>
                  <a:gd name="T0" fmla="*/ 33 w 4"/>
                  <a:gd name="T1" fmla="*/ 0 h 8"/>
                  <a:gd name="T2" fmla="*/ 0 w 4"/>
                  <a:gd name="T3" fmla="*/ 50 h 8"/>
                  <a:gd name="T4" fmla="*/ 0 w 4"/>
                  <a:gd name="T5" fmla="*/ 125 h 8"/>
                  <a:gd name="T6" fmla="*/ 33 w 4"/>
                  <a:gd name="T7" fmla="*/ 83 h 8"/>
                  <a:gd name="T8" fmla="*/ 20 w 4"/>
                  <a:gd name="T9" fmla="*/ 3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4" y="3"/>
                      <a:pt x="0" y="6"/>
                      <a:pt x="0" y="8"/>
                    </a:cubicBezTo>
                    <a:cubicBezTo>
                      <a:pt x="1" y="8"/>
                      <a:pt x="2" y="6"/>
                      <a:pt x="2" y="5"/>
                    </a:cubicBezTo>
                    <a:cubicBezTo>
                      <a:pt x="2" y="4"/>
                      <a:pt x="1" y="3"/>
                      <a:pt x="1" y="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1" name="Freeform 923">
                <a:extLst>
                  <a:ext uri="{FF2B5EF4-FFF2-40B4-BE49-F238E27FC236}">
                    <a16:creationId xmlns:a16="http://schemas.microsoft.com/office/drawing/2014/main" id="{4F6E5856-E20C-43F6-AA31-B7C1C3B0E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609"/>
                <a:ext cx="13" cy="12"/>
              </a:xfrm>
              <a:custGeom>
                <a:avLst/>
                <a:gdLst>
                  <a:gd name="T0" fmla="*/ 55 w 5"/>
                  <a:gd name="T1" fmla="*/ 12 h 5"/>
                  <a:gd name="T2" fmla="*/ 0 w 5"/>
                  <a:gd name="T3" fmla="*/ 70 h 5"/>
                  <a:gd name="T4" fmla="*/ 88 w 5"/>
                  <a:gd name="T5" fmla="*/ 12 h 5"/>
                  <a:gd name="T6" fmla="*/ 68 w 5"/>
                  <a:gd name="T7" fmla="*/ 1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1" y="2"/>
                      <a:pt x="0" y="4"/>
                      <a:pt x="0" y="5"/>
                    </a:cubicBezTo>
                    <a:cubicBezTo>
                      <a:pt x="1" y="5"/>
                      <a:pt x="3" y="2"/>
                      <a:pt x="5" y="1"/>
                    </a:cubicBezTo>
                    <a:cubicBezTo>
                      <a:pt x="5" y="0"/>
                      <a:pt x="5" y="1"/>
                      <a:pt x="4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2" name="Freeform 924">
                <a:extLst>
                  <a:ext uri="{FF2B5EF4-FFF2-40B4-BE49-F238E27FC236}">
                    <a16:creationId xmlns:a16="http://schemas.microsoft.com/office/drawing/2014/main" id="{E6DF217D-D550-4673-B54E-EE226A6E3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3596"/>
                <a:ext cx="15" cy="15"/>
              </a:xfrm>
              <a:custGeom>
                <a:avLst/>
                <a:gdLst>
                  <a:gd name="T0" fmla="*/ 95 w 6"/>
                  <a:gd name="T1" fmla="*/ 0 h 6"/>
                  <a:gd name="T2" fmla="*/ 50 w 6"/>
                  <a:gd name="T3" fmla="*/ 0 h 6"/>
                  <a:gd name="T4" fmla="*/ 0 w 6"/>
                  <a:gd name="T5" fmla="*/ 95 h 6"/>
                  <a:gd name="T6" fmla="*/ 50 w 6"/>
                  <a:gd name="T7" fmla="*/ 33 h 6"/>
                  <a:gd name="T8" fmla="*/ 95 w 6"/>
                  <a:gd name="T9" fmla="*/ 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5" y="0"/>
                      <a:pt x="3" y="2"/>
                      <a:pt x="3" y="0"/>
                    </a:cubicBezTo>
                    <a:cubicBezTo>
                      <a:pt x="3" y="2"/>
                      <a:pt x="1" y="4"/>
                      <a:pt x="0" y="6"/>
                    </a:cubicBezTo>
                    <a:cubicBezTo>
                      <a:pt x="1" y="5"/>
                      <a:pt x="2" y="3"/>
                      <a:pt x="3" y="2"/>
                    </a:cubicBezTo>
                    <a:cubicBezTo>
                      <a:pt x="4" y="1"/>
                      <a:pt x="5" y="1"/>
                      <a:pt x="6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3" name="Freeform 925">
                <a:extLst>
                  <a:ext uri="{FF2B5EF4-FFF2-40B4-BE49-F238E27FC236}">
                    <a16:creationId xmlns:a16="http://schemas.microsoft.com/office/drawing/2014/main" id="{D2E443AA-74DE-436F-9D6E-C01BB113E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629"/>
                <a:ext cx="20" cy="20"/>
              </a:xfrm>
              <a:custGeom>
                <a:avLst/>
                <a:gdLst>
                  <a:gd name="T0" fmla="*/ 113 w 8"/>
                  <a:gd name="T1" fmla="*/ 20 h 8"/>
                  <a:gd name="T2" fmla="*/ 20 w 8"/>
                  <a:gd name="T3" fmla="*/ 125 h 8"/>
                  <a:gd name="T4" fmla="*/ 83 w 8"/>
                  <a:gd name="T5" fmla="*/ 63 h 8"/>
                  <a:gd name="T6" fmla="*/ 95 w 8"/>
                  <a:gd name="T7" fmla="*/ 113 h 8"/>
                  <a:gd name="T8" fmla="*/ 125 w 8"/>
                  <a:gd name="T9" fmla="*/ 2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1"/>
                    </a:moveTo>
                    <a:cubicBezTo>
                      <a:pt x="6" y="0"/>
                      <a:pt x="0" y="6"/>
                      <a:pt x="1" y="8"/>
                    </a:cubicBezTo>
                    <a:cubicBezTo>
                      <a:pt x="2" y="7"/>
                      <a:pt x="3" y="4"/>
                      <a:pt x="5" y="4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4"/>
                      <a:pt x="5" y="2"/>
                      <a:pt x="8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4" name="Freeform 926">
                <a:extLst>
                  <a:ext uri="{FF2B5EF4-FFF2-40B4-BE49-F238E27FC236}">
                    <a16:creationId xmlns:a16="http://schemas.microsoft.com/office/drawing/2014/main" id="{F6937C2F-5C4E-4C57-A8A7-08B201D10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3654"/>
                <a:ext cx="8" cy="10"/>
              </a:xfrm>
              <a:custGeom>
                <a:avLst/>
                <a:gdLst>
                  <a:gd name="T0" fmla="*/ 35 w 3"/>
                  <a:gd name="T1" fmla="*/ 0 h 4"/>
                  <a:gd name="T2" fmla="*/ 0 w 3"/>
                  <a:gd name="T3" fmla="*/ 50 h 4"/>
                  <a:gd name="T4" fmla="*/ 56 w 3"/>
                  <a:gd name="T5" fmla="*/ 63 h 4"/>
                  <a:gd name="T6" fmla="*/ 56 w 3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3"/>
                      <a:pt x="3" y="3"/>
                      <a:pt x="3" y="4"/>
                    </a:cubicBezTo>
                    <a:cubicBezTo>
                      <a:pt x="3" y="3"/>
                      <a:pt x="3" y="2"/>
                      <a:pt x="3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5" name="Freeform 927">
                <a:extLst>
                  <a:ext uri="{FF2B5EF4-FFF2-40B4-BE49-F238E27FC236}">
                    <a16:creationId xmlns:a16="http://schemas.microsoft.com/office/drawing/2014/main" id="{5BE13EF9-75A1-4581-B0CD-260E296E5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561"/>
                <a:ext cx="10" cy="15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63 w 4"/>
                  <a:gd name="T5" fmla="*/ 20 h 6"/>
                  <a:gd name="T6" fmla="*/ 0 w 4"/>
                  <a:gd name="T7" fmla="*/ 95 h 6"/>
                  <a:gd name="T8" fmla="*/ 0 w 4"/>
                  <a:gd name="T9" fmla="*/ 3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4" y="1"/>
                    </a:cubicBezTo>
                    <a:cubicBezTo>
                      <a:pt x="2" y="2"/>
                      <a:pt x="1" y="4"/>
                      <a:pt x="0" y="6"/>
                    </a:cubicBezTo>
                    <a:cubicBezTo>
                      <a:pt x="0" y="5"/>
                      <a:pt x="1" y="3"/>
                      <a:pt x="0" y="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6" name="Freeform 928">
                <a:extLst>
                  <a:ext uri="{FF2B5EF4-FFF2-40B4-BE49-F238E27FC236}">
                    <a16:creationId xmlns:a16="http://schemas.microsoft.com/office/drawing/2014/main" id="{90936F46-A1FE-4087-9488-BA596D7AC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3569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7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2" y="0"/>
                      <a:pt x="2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7" name="Freeform 929">
                <a:extLst>
                  <a:ext uri="{FF2B5EF4-FFF2-40B4-BE49-F238E27FC236}">
                    <a16:creationId xmlns:a16="http://schemas.microsoft.com/office/drawing/2014/main" id="{82E3A8AB-48CC-4A85-9DAB-58A06363D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539"/>
                <a:ext cx="13" cy="12"/>
              </a:xfrm>
              <a:custGeom>
                <a:avLst/>
                <a:gdLst>
                  <a:gd name="T0" fmla="*/ 34 w 5"/>
                  <a:gd name="T1" fmla="*/ 0 h 5"/>
                  <a:gd name="T2" fmla="*/ 34 w 5"/>
                  <a:gd name="T3" fmla="*/ 0 h 5"/>
                  <a:gd name="T4" fmla="*/ 21 w 5"/>
                  <a:gd name="T5" fmla="*/ 58 h 5"/>
                  <a:gd name="T6" fmla="*/ 88 w 5"/>
                  <a:gd name="T7" fmla="*/ 58 h 5"/>
                  <a:gd name="T8" fmla="*/ 55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3"/>
                      <a:pt x="1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3" y="5"/>
                      <a:pt x="0" y="2"/>
                      <a:pt x="3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8" name="Freeform 930">
                <a:extLst>
                  <a:ext uri="{FF2B5EF4-FFF2-40B4-BE49-F238E27FC236}">
                    <a16:creationId xmlns:a16="http://schemas.microsoft.com/office/drawing/2014/main" id="{A31E648B-7B37-4725-A099-6267B8C80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514"/>
                <a:ext cx="10" cy="20"/>
              </a:xfrm>
              <a:custGeom>
                <a:avLst/>
                <a:gdLst>
                  <a:gd name="T0" fmla="*/ 20 w 4"/>
                  <a:gd name="T1" fmla="*/ 0 h 8"/>
                  <a:gd name="T2" fmla="*/ 20 w 4"/>
                  <a:gd name="T3" fmla="*/ 63 h 8"/>
                  <a:gd name="T4" fmla="*/ 0 w 4"/>
                  <a:gd name="T5" fmla="*/ 125 h 8"/>
                  <a:gd name="T6" fmla="*/ 33 w 4"/>
                  <a:gd name="T7" fmla="*/ 125 h 8"/>
                  <a:gd name="T8" fmla="*/ 63 w 4"/>
                  <a:gd name="T9" fmla="*/ 50 h 8"/>
                  <a:gd name="T10" fmla="*/ 20 w 4"/>
                  <a:gd name="T11" fmla="*/ 2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0" y="1"/>
                      <a:pt x="1" y="3"/>
                      <a:pt x="1" y="4"/>
                    </a:cubicBezTo>
                    <a:cubicBezTo>
                      <a:pt x="1" y="5"/>
                      <a:pt x="0" y="7"/>
                      <a:pt x="0" y="8"/>
                    </a:cubicBezTo>
                    <a:cubicBezTo>
                      <a:pt x="0" y="6"/>
                      <a:pt x="2" y="5"/>
                      <a:pt x="2" y="8"/>
                    </a:cubicBezTo>
                    <a:cubicBezTo>
                      <a:pt x="2" y="6"/>
                      <a:pt x="0" y="1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9" name="Freeform 931">
                <a:extLst>
                  <a:ext uri="{FF2B5EF4-FFF2-40B4-BE49-F238E27FC236}">
                    <a16:creationId xmlns:a16="http://schemas.microsoft.com/office/drawing/2014/main" id="{33AC263C-B918-48FA-8D59-24910C51C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3491"/>
                <a:ext cx="15" cy="18"/>
              </a:xfrm>
              <a:custGeom>
                <a:avLst/>
                <a:gdLst>
                  <a:gd name="T0" fmla="*/ 33 w 6"/>
                  <a:gd name="T1" fmla="*/ 0 h 7"/>
                  <a:gd name="T2" fmla="*/ 0 w 6"/>
                  <a:gd name="T3" fmla="*/ 118 h 7"/>
                  <a:gd name="T4" fmla="*/ 50 w 6"/>
                  <a:gd name="T5" fmla="*/ 100 h 7"/>
                  <a:gd name="T6" fmla="*/ 63 w 6"/>
                  <a:gd name="T7" fmla="*/ 54 h 7"/>
                  <a:gd name="T8" fmla="*/ 95 w 6"/>
                  <a:gd name="T9" fmla="*/ 67 h 7"/>
                  <a:gd name="T10" fmla="*/ 50 w 6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3" y="3"/>
                      <a:pt x="2" y="5"/>
                      <a:pt x="0" y="7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2" y="6"/>
                      <a:pt x="3" y="4"/>
                      <a:pt x="4" y="3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5" y="2"/>
                      <a:pt x="2" y="1"/>
                      <a:pt x="3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0" name="Freeform 932">
                <a:extLst>
                  <a:ext uri="{FF2B5EF4-FFF2-40B4-BE49-F238E27FC236}">
                    <a16:creationId xmlns:a16="http://schemas.microsoft.com/office/drawing/2014/main" id="{E45474D6-AF20-4114-898E-A13F76C52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3476"/>
                <a:ext cx="10" cy="15"/>
              </a:xfrm>
              <a:custGeom>
                <a:avLst/>
                <a:gdLst>
                  <a:gd name="T0" fmla="*/ 50 w 4"/>
                  <a:gd name="T1" fmla="*/ 0 h 6"/>
                  <a:gd name="T2" fmla="*/ 0 w 4"/>
                  <a:gd name="T3" fmla="*/ 95 h 6"/>
                  <a:gd name="T4" fmla="*/ 50 w 4"/>
                  <a:gd name="T5" fmla="*/ 95 h 6"/>
                  <a:gd name="T6" fmla="*/ 63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3" y="2"/>
                      <a:pt x="1" y="4"/>
                      <a:pt x="0" y="6"/>
                    </a:cubicBezTo>
                    <a:cubicBezTo>
                      <a:pt x="1" y="5"/>
                      <a:pt x="2" y="5"/>
                      <a:pt x="3" y="6"/>
                    </a:cubicBezTo>
                    <a:cubicBezTo>
                      <a:pt x="2" y="5"/>
                      <a:pt x="3" y="2"/>
                      <a:pt x="4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1" name="Freeform 933">
                <a:extLst>
                  <a:ext uri="{FF2B5EF4-FFF2-40B4-BE49-F238E27FC236}">
                    <a16:creationId xmlns:a16="http://schemas.microsoft.com/office/drawing/2014/main" id="{7BFCDEDE-D821-4700-8813-30F6E7966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3451"/>
                <a:ext cx="15" cy="25"/>
              </a:xfrm>
              <a:custGeom>
                <a:avLst/>
                <a:gdLst>
                  <a:gd name="T0" fmla="*/ 50 w 6"/>
                  <a:gd name="T1" fmla="*/ 0 h 10"/>
                  <a:gd name="T2" fmla="*/ 0 w 6"/>
                  <a:gd name="T3" fmla="*/ 83 h 10"/>
                  <a:gd name="T4" fmla="*/ 50 w 6"/>
                  <a:gd name="T5" fmla="*/ 158 h 10"/>
                  <a:gd name="T6" fmla="*/ 95 w 6"/>
                  <a:gd name="T7" fmla="*/ 113 h 10"/>
                  <a:gd name="T8" fmla="*/ 50 w 6"/>
                  <a:gd name="T9" fmla="*/ 3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1" y="1"/>
                      <a:pt x="3" y="5"/>
                      <a:pt x="0" y="5"/>
                    </a:cubicBezTo>
                    <a:cubicBezTo>
                      <a:pt x="2" y="5"/>
                      <a:pt x="2" y="8"/>
                      <a:pt x="3" y="10"/>
                    </a:cubicBezTo>
                    <a:cubicBezTo>
                      <a:pt x="2" y="7"/>
                      <a:pt x="4" y="7"/>
                      <a:pt x="6" y="7"/>
                    </a:cubicBezTo>
                    <a:cubicBezTo>
                      <a:pt x="2" y="7"/>
                      <a:pt x="2" y="5"/>
                      <a:pt x="3" y="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2" name="Freeform 934">
                <a:extLst>
                  <a:ext uri="{FF2B5EF4-FFF2-40B4-BE49-F238E27FC236}">
                    <a16:creationId xmlns:a16="http://schemas.microsoft.com/office/drawing/2014/main" id="{E82D6B83-3203-413F-9768-2500F2BF2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409"/>
                <a:ext cx="10" cy="15"/>
              </a:xfrm>
              <a:custGeom>
                <a:avLst/>
                <a:gdLst>
                  <a:gd name="T0" fmla="*/ 0 w 4"/>
                  <a:gd name="T1" fmla="*/ 0 h 6"/>
                  <a:gd name="T2" fmla="*/ 63 w 4"/>
                  <a:gd name="T3" fmla="*/ 33 h 6"/>
                  <a:gd name="T4" fmla="*/ 20 w 4"/>
                  <a:gd name="T5" fmla="*/ 95 h 6"/>
                  <a:gd name="T6" fmla="*/ 0 w 4"/>
                  <a:gd name="T7" fmla="*/ 3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1"/>
                      <a:pt x="2" y="2"/>
                      <a:pt x="4" y="2"/>
                    </a:cubicBezTo>
                    <a:cubicBezTo>
                      <a:pt x="2" y="2"/>
                      <a:pt x="1" y="5"/>
                      <a:pt x="1" y="6"/>
                    </a:cubicBezTo>
                    <a:cubicBezTo>
                      <a:pt x="1" y="5"/>
                      <a:pt x="0" y="3"/>
                      <a:pt x="0" y="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3" name="Freeform 935">
                <a:extLst>
                  <a:ext uri="{FF2B5EF4-FFF2-40B4-BE49-F238E27FC236}">
                    <a16:creationId xmlns:a16="http://schemas.microsoft.com/office/drawing/2014/main" id="{4E1824D2-1632-4085-B3D7-E40C32FB6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431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88 w 5"/>
                  <a:gd name="T3" fmla="*/ 0 h 3"/>
                  <a:gd name="T4" fmla="*/ 68 w 5"/>
                  <a:gd name="T5" fmla="*/ 56 h 3"/>
                  <a:gd name="T6" fmla="*/ 34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4" y="2"/>
                      <a:pt x="3" y="0"/>
                      <a:pt x="2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4" name="Freeform 936">
                <a:extLst>
                  <a:ext uri="{FF2B5EF4-FFF2-40B4-BE49-F238E27FC236}">
                    <a16:creationId xmlns:a16="http://schemas.microsoft.com/office/drawing/2014/main" id="{40B598D8-B39B-475E-97F0-866E08E21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359"/>
                <a:ext cx="18" cy="12"/>
              </a:xfrm>
              <a:custGeom>
                <a:avLst/>
                <a:gdLst>
                  <a:gd name="T0" fmla="*/ 118 w 7"/>
                  <a:gd name="T1" fmla="*/ 41 h 5"/>
                  <a:gd name="T2" fmla="*/ 85 w 7"/>
                  <a:gd name="T3" fmla="*/ 70 h 5"/>
                  <a:gd name="T4" fmla="*/ 0 w 7"/>
                  <a:gd name="T5" fmla="*/ 0 h 5"/>
                  <a:gd name="T6" fmla="*/ 100 w 7"/>
                  <a:gd name="T7" fmla="*/ 58 h 5"/>
                  <a:gd name="T8" fmla="*/ 118 w 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7" y="3"/>
                    </a:moveTo>
                    <a:cubicBezTo>
                      <a:pt x="6" y="4"/>
                      <a:pt x="5" y="4"/>
                      <a:pt x="5" y="5"/>
                    </a:cubicBezTo>
                    <a:cubicBezTo>
                      <a:pt x="5" y="3"/>
                      <a:pt x="2" y="1"/>
                      <a:pt x="0" y="0"/>
                    </a:cubicBezTo>
                    <a:cubicBezTo>
                      <a:pt x="2" y="1"/>
                      <a:pt x="4" y="2"/>
                      <a:pt x="6" y="4"/>
                    </a:cubicBezTo>
                    <a:cubicBezTo>
                      <a:pt x="7" y="3"/>
                      <a:pt x="6" y="1"/>
                      <a:pt x="7" y="0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5" name="Freeform 937">
                <a:extLst>
                  <a:ext uri="{FF2B5EF4-FFF2-40B4-BE49-F238E27FC236}">
                    <a16:creationId xmlns:a16="http://schemas.microsoft.com/office/drawing/2014/main" id="{FC281614-F545-454B-BE7A-0EB1708F2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379"/>
                <a:ext cx="13" cy="20"/>
              </a:xfrm>
              <a:custGeom>
                <a:avLst/>
                <a:gdLst>
                  <a:gd name="T0" fmla="*/ 21 w 5"/>
                  <a:gd name="T1" fmla="*/ 0 h 8"/>
                  <a:gd name="T2" fmla="*/ 0 w 5"/>
                  <a:gd name="T3" fmla="*/ 50 h 8"/>
                  <a:gd name="T4" fmla="*/ 34 w 5"/>
                  <a:gd name="T5" fmla="*/ 125 h 8"/>
                  <a:gd name="T6" fmla="*/ 88 w 5"/>
                  <a:gd name="T7" fmla="*/ 83 h 8"/>
                  <a:gd name="T8" fmla="*/ 34 w 5"/>
                  <a:gd name="T9" fmla="*/ 3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3"/>
                      <a:pt x="2" y="6"/>
                      <a:pt x="2" y="8"/>
                    </a:cubicBezTo>
                    <a:cubicBezTo>
                      <a:pt x="3" y="7"/>
                      <a:pt x="3" y="5"/>
                      <a:pt x="5" y="5"/>
                    </a:cubicBezTo>
                    <a:cubicBezTo>
                      <a:pt x="3" y="7"/>
                      <a:pt x="1" y="4"/>
                      <a:pt x="2" y="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6" name="Freeform 938">
                <a:extLst>
                  <a:ext uri="{FF2B5EF4-FFF2-40B4-BE49-F238E27FC236}">
                    <a16:creationId xmlns:a16="http://schemas.microsoft.com/office/drawing/2014/main" id="{AF796C62-97EC-4E88-A8EF-73A91142F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346"/>
                <a:ext cx="10" cy="18"/>
              </a:xfrm>
              <a:custGeom>
                <a:avLst/>
                <a:gdLst>
                  <a:gd name="T0" fmla="*/ 0 w 4"/>
                  <a:gd name="T1" fmla="*/ 0 h 7"/>
                  <a:gd name="T2" fmla="*/ 63 w 4"/>
                  <a:gd name="T3" fmla="*/ 54 h 7"/>
                  <a:gd name="T4" fmla="*/ 50 w 4"/>
                  <a:gd name="T5" fmla="*/ 118 h 7"/>
                  <a:gd name="T6" fmla="*/ 0 w 4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0" y="2"/>
                      <a:pt x="2" y="3"/>
                      <a:pt x="4" y="3"/>
                    </a:cubicBezTo>
                    <a:cubicBezTo>
                      <a:pt x="3" y="4"/>
                      <a:pt x="3" y="6"/>
                      <a:pt x="3" y="7"/>
                    </a:cubicBezTo>
                    <a:cubicBezTo>
                      <a:pt x="2" y="6"/>
                      <a:pt x="0" y="4"/>
                      <a:pt x="0" y="2"/>
                    </a:cubicBezTo>
                  </a:path>
                </a:pathLst>
              </a:custGeom>
              <a:solidFill>
                <a:srgbClr val="E6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7" name="Freeform 939">
                <a:extLst>
                  <a:ext uri="{FF2B5EF4-FFF2-40B4-BE49-F238E27FC236}">
                    <a16:creationId xmlns:a16="http://schemas.microsoft.com/office/drawing/2014/main" id="{032B996C-C3BC-4366-BB28-23A112FFC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951"/>
                <a:ext cx="42" cy="45"/>
              </a:xfrm>
              <a:custGeom>
                <a:avLst/>
                <a:gdLst>
                  <a:gd name="T0" fmla="*/ 195 w 17"/>
                  <a:gd name="T1" fmla="*/ 95 h 18"/>
                  <a:gd name="T2" fmla="*/ 257 w 17"/>
                  <a:gd name="T3" fmla="*/ 0 h 18"/>
                  <a:gd name="T4" fmla="*/ 153 w 17"/>
                  <a:gd name="T5" fmla="*/ 33 h 18"/>
                  <a:gd name="T6" fmla="*/ 12 w 17"/>
                  <a:gd name="T7" fmla="*/ 283 h 18"/>
                  <a:gd name="T8" fmla="*/ 153 w 17"/>
                  <a:gd name="T9" fmla="*/ 1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3" y="6"/>
                    </a:moveTo>
                    <a:cubicBezTo>
                      <a:pt x="15" y="4"/>
                      <a:pt x="17" y="2"/>
                      <a:pt x="17" y="0"/>
                    </a:cubicBezTo>
                    <a:cubicBezTo>
                      <a:pt x="14" y="0"/>
                      <a:pt x="12" y="1"/>
                      <a:pt x="10" y="2"/>
                    </a:cubicBezTo>
                    <a:cubicBezTo>
                      <a:pt x="8" y="5"/>
                      <a:pt x="0" y="15"/>
                      <a:pt x="1" y="18"/>
                    </a:cubicBezTo>
                    <a:cubicBezTo>
                      <a:pt x="4" y="16"/>
                      <a:pt x="6" y="11"/>
                      <a:pt x="10" y="8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8" name="Freeform 940">
                <a:extLst>
                  <a:ext uri="{FF2B5EF4-FFF2-40B4-BE49-F238E27FC236}">
                    <a16:creationId xmlns:a16="http://schemas.microsoft.com/office/drawing/2014/main" id="{C90A0F65-88F4-4361-BE39-8BDBB3064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3004"/>
                <a:ext cx="23" cy="32"/>
              </a:xfrm>
              <a:custGeom>
                <a:avLst/>
                <a:gdLst>
                  <a:gd name="T0" fmla="*/ 151 w 9"/>
                  <a:gd name="T1" fmla="*/ 12 h 13"/>
                  <a:gd name="T2" fmla="*/ 130 w 9"/>
                  <a:gd name="T3" fmla="*/ 0 h 13"/>
                  <a:gd name="T4" fmla="*/ 20 w 9"/>
                  <a:gd name="T5" fmla="*/ 194 h 13"/>
                  <a:gd name="T6" fmla="*/ 97 w 9"/>
                  <a:gd name="T7" fmla="*/ 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1"/>
                    </a:moveTo>
                    <a:cubicBezTo>
                      <a:pt x="8" y="0"/>
                      <a:pt x="9" y="0"/>
                      <a:pt x="8" y="0"/>
                    </a:cubicBezTo>
                    <a:cubicBezTo>
                      <a:pt x="5" y="3"/>
                      <a:pt x="3" y="8"/>
                      <a:pt x="1" y="13"/>
                    </a:cubicBezTo>
                    <a:cubicBezTo>
                      <a:pt x="0" y="8"/>
                      <a:pt x="3" y="4"/>
                      <a:pt x="6" y="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9" name="Freeform 941">
                <a:extLst>
                  <a:ext uri="{FF2B5EF4-FFF2-40B4-BE49-F238E27FC236}">
                    <a16:creationId xmlns:a16="http://schemas.microsoft.com/office/drawing/2014/main" id="{3B912D19-C4C2-46C8-9916-8D2DEA664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3029"/>
                <a:ext cx="33" cy="60"/>
              </a:xfrm>
              <a:custGeom>
                <a:avLst/>
                <a:gdLst>
                  <a:gd name="T0" fmla="*/ 147 w 13"/>
                  <a:gd name="T1" fmla="*/ 188 h 24"/>
                  <a:gd name="T2" fmla="*/ 117 w 13"/>
                  <a:gd name="T3" fmla="*/ 95 h 24"/>
                  <a:gd name="T4" fmla="*/ 0 w 13"/>
                  <a:gd name="T5" fmla="*/ 375 h 24"/>
                  <a:gd name="T6" fmla="*/ 129 w 13"/>
                  <a:gd name="T7" fmla="*/ 145 h 24"/>
                  <a:gd name="T8" fmla="*/ 129 w 13"/>
                  <a:gd name="T9" fmla="*/ 15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4">
                    <a:moveTo>
                      <a:pt x="9" y="12"/>
                    </a:moveTo>
                    <a:cubicBezTo>
                      <a:pt x="10" y="9"/>
                      <a:pt x="13" y="0"/>
                      <a:pt x="7" y="6"/>
                    </a:cubicBezTo>
                    <a:cubicBezTo>
                      <a:pt x="3" y="10"/>
                      <a:pt x="2" y="19"/>
                      <a:pt x="0" y="24"/>
                    </a:cubicBezTo>
                    <a:cubicBezTo>
                      <a:pt x="2" y="19"/>
                      <a:pt x="5" y="14"/>
                      <a:pt x="8" y="9"/>
                    </a:cubicBezTo>
                    <a:cubicBezTo>
                      <a:pt x="8" y="9"/>
                      <a:pt x="8" y="9"/>
                      <a:pt x="8" y="1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0" name="Freeform 942">
                <a:extLst>
                  <a:ext uri="{FF2B5EF4-FFF2-40B4-BE49-F238E27FC236}">
                    <a16:creationId xmlns:a16="http://schemas.microsoft.com/office/drawing/2014/main" id="{51180E12-DFBE-40C0-B4C7-72F7E4376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3079"/>
                <a:ext cx="33" cy="55"/>
              </a:xfrm>
              <a:custGeom>
                <a:avLst/>
                <a:gdLst>
                  <a:gd name="T0" fmla="*/ 147 w 13"/>
                  <a:gd name="T1" fmla="*/ 145 h 22"/>
                  <a:gd name="T2" fmla="*/ 213 w 13"/>
                  <a:gd name="T3" fmla="*/ 20 h 22"/>
                  <a:gd name="T4" fmla="*/ 117 w 13"/>
                  <a:gd name="T5" fmla="*/ 125 h 22"/>
                  <a:gd name="T6" fmla="*/ 20 w 13"/>
                  <a:gd name="T7" fmla="*/ 345 h 22"/>
                  <a:gd name="T8" fmla="*/ 147 w 13"/>
                  <a:gd name="T9" fmla="*/ 2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9" y="9"/>
                    </a:moveTo>
                    <a:cubicBezTo>
                      <a:pt x="10" y="7"/>
                      <a:pt x="12" y="3"/>
                      <a:pt x="13" y="1"/>
                    </a:cubicBezTo>
                    <a:cubicBezTo>
                      <a:pt x="9" y="0"/>
                      <a:pt x="8" y="5"/>
                      <a:pt x="7" y="8"/>
                    </a:cubicBezTo>
                    <a:cubicBezTo>
                      <a:pt x="5" y="11"/>
                      <a:pt x="0" y="19"/>
                      <a:pt x="1" y="22"/>
                    </a:cubicBezTo>
                    <a:cubicBezTo>
                      <a:pt x="4" y="21"/>
                      <a:pt x="7" y="16"/>
                      <a:pt x="9" y="13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1" name="Freeform 943">
                <a:extLst>
                  <a:ext uri="{FF2B5EF4-FFF2-40B4-BE49-F238E27FC236}">
                    <a16:creationId xmlns:a16="http://schemas.microsoft.com/office/drawing/2014/main" id="{D7983211-A999-42E8-A40D-4690038A3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3126"/>
                <a:ext cx="25" cy="53"/>
              </a:xfrm>
              <a:custGeom>
                <a:avLst/>
                <a:gdLst>
                  <a:gd name="T0" fmla="*/ 113 w 10"/>
                  <a:gd name="T1" fmla="*/ 192 h 21"/>
                  <a:gd name="T2" fmla="*/ 145 w 10"/>
                  <a:gd name="T3" fmla="*/ 0 h 21"/>
                  <a:gd name="T4" fmla="*/ 145 w 10"/>
                  <a:gd name="T5" fmla="*/ 126 h 21"/>
                  <a:gd name="T6" fmla="*/ 113 w 10"/>
                  <a:gd name="T7" fmla="*/ 222 h 21"/>
                  <a:gd name="T8" fmla="*/ 63 w 10"/>
                  <a:gd name="T9" fmla="*/ 33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7" y="12"/>
                    </a:moveTo>
                    <a:cubicBezTo>
                      <a:pt x="0" y="11"/>
                      <a:pt x="9" y="2"/>
                      <a:pt x="9" y="0"/>
                    </a:cubicBezTo>
                    <a:cubicBezTo>
                      <a:pt x="9" y="3"/>
                      <a:pt x="10" y="6"/>
                      <a:pt x="9" y="8"/>
                    </a:cubicBezTo>
                    <a:cubicBezTo>
                      <a:pt x="8" y="10"/>
                      <a:pt x="5" y="12"/>
                      <a:pt x="7" y="14"/>
                    </a:cubicBezTo>
                    <a:cubicBezTo>
                      <a:pt x="7" y="16"/>
                      <a:pt x="6" y="19"/>
                      <a:pt x="4" y="2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2" name="Freeform 944">
                <a:extLst>
                  <a:ext uri="{FF2B5EF4-FFF2-40B4-BE49-F238E27FC236}">
                    <a16:creationId xmlns:a16="http://schemas.microsoft.com/office/drawing/2014/main" id="{0E6A2854-1912-411B-A366-EF8DC8070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3184"/>
                <a:ext cx="13" cy="37"/>
              </a:xfrm>
              <a:custGeom>
                <a:avLst/>
                <a:gdLst>
                  <a:gd name="T0" fmla="*/ 34 w 5"/>
                  <a:gd name="T1" fmla="*/ 153 h 15"/>
                  <a:gd name="T2" fmla="*/ 34 w 5"/>
                  <a:gd name="T3" fmla="*/ 153 h 15"/>
                  <a:gd name="T4" fmla="*/ 88 w 5"/>
                  <a:gd name="T5" fmla="*/ 0 h 15"/>
                  <a:gd name="T6" fmla="*/ 21 w 5"/>
                  <a:gd name="T7" fmla="*/ 121 h 15"/>
                  <a:gd name="T8" fmla="*/ 0 w 5"/>
                  <a:gd name="T9" fmla="*/ 224 h 15"/>
                  <a:gd name="T10" fmla="*/ 21 w 5"/>
                  <a:gd name="T11" fmla="*/ 224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5">
                    <a:moveTo>
                      <a:pt x="2" y="10"/>
                    </a:moveTo>
                    <a:cubicBezTo>
                      <a:pt x="2" y="10"/>
                      <a:pt x="1" y="11"/>
                      <a:pt x="2" y="10"/>
                    </a:cubicBezTo>
                    <a:cubicBezTo>
                      <a:pt x="4" y="7"/>
                      <a:pt x="5" y="3"/>
                      <a:pt x="5" y="0"/>
                    </a:cubicBezTo>
                    <a:cubicBezTo>
                      <a:pt x="4" y="3"/>
                      <a:pt x="2" y="5"/>
                      <a:pt x="1" y="8"/>
                    </a:cubicBezTo>
                    <a:cubicBezTo>
                      <a:pt x="0" y="10"/>
                      <a:pt x="1" y="13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3" name="Freeform 945">
                <a:extLst>
                  <a:ext uri="{FF2B5EF4-FFF2-40B4-BE49-F238E27FC236}">
                    <a16:creationId xmlns:a16="http://schemas.microsoft.com/office/drawing/2014/main" id="{32FDA931-C99C-4B4E-84E1-AFB89BB28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196"/>
                <a:ext cx="17" cy="30"/>
              </a:xfrm>
              <a:custGeom>
                <a:avLst/>
                <a:gdLst>
                  <a:gd name="T0" fmla="*/ 41 w 7"/>
                  <a:gd name="T1" fmla="*/ 188 h 12"/>
                  <a:gd name="T2" fmla="*/ 100 w 7"/>
                  <a:gd name="T3" fmla="*/ 0 h 12"/>
                  <a:gd name="T4" fmla="*/ 0 w 7"/>
                  <a:gd name="T5" fmla="*/ 17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3" y="12"/>
                    </a:moveTo>
                    <a:cubicBezTo>
                      <a:pt x="6" y="9"/>
                      <a:pt x="5" y="3"/>
                      <a:pt x="7" y="0"/>
                    </a:cubicBezTo>
                    <a:cubicBezTo>
                      <a:pt x="4" y="2"/>
                      <a:pt x="3" y="9"/>
                      <a:pt x="0" y="1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4" name="Freeform 946">
                <a:extLst>
                  <a:ext uri="{FF2B5EF4-FFF2-40B4-BE49-F238E27FC236}">
                    <a16:creationId xmlns:a16="http://schemas.microsoft.com/office/drawing/2014/main" id="{2B651F56-7550-496B-90B1-89D4BB998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3161"/>
                <a:ext cx="12" cy="28"/>
              </a:xfrm>
              <a:custGeom>
                <a:avLst/>
                <a:gdLst>
                  <a:gd name="T0" fmla="*/ 29 w 5"/>
                  <a:gd name="T1" fmla="*/ 150 h 11"/>
                  <a:gd name="T2" fmla="*/ 0 w 5"/>
                  <a:gd name="T3" fmla="*/ 117 h 11"/>
                  <a:gd name="T4" fmla="*/ 70 w 5"/>
                  <a:gd name="T5" fmla="*/ 0 h 11"/>
                  <a:gd name="T6" fmla="*/ 58 w 5"/>
                  <a:gd name="T7" fmla="*/ 6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2" y="9"/>
                    </a:moveTo>
                    <a:cubicBezTo>
                      <a:pt x="0" y="11"/>
                      <a:pt x="0" y="8"/>
                      <a:pt x="0" y="7"/>
                    </a:cubicBezTo>
                    <a:cubicBezTo>
                      <a:pt x="1" y="5"/>
                      <a:pt x="4" y="2"/>
                      <a:pt x="5" y="0"/>
                    </a:cubicBezTo>
                    <a:cubicBezTo>
                      <a:pt x="4" y="1"/>
                      <a:pt x="4" y="2"/>
                      <a:pt x="4" y="4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5" name="Freeform 947">
                <a:extLst>
                  <a:ext uri="{FF2B5EF4-FFF2-40B4-BE49-F238E27FC236}">
                    <a16:creationId xmlns:a16="http://schemas.microsoft.com/office/drawing/2014/main" id="{97B9F159-5637-4A80-8A90-0C98A1A85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79"/>
                <a:ext cx="38" cy="62"/>
              </a:xfrm>
              <a:custGeom>
                <a:avLst/>
                <a:gdLst>
                  <a:gd name="T0" fmla="*/ 160 w 15"/>
                  <a:gd name="T1" fmla="*/ 124 h 25"/>
                  <a:gd name="T2" fmla="*/ 243 w 15"/>
                  <a:gd name="T3" fmla="*/ 0 h 25"/>
                  <a:gd name="T4" fmla="*/ 129 w 15"/>
                  <a:gd name="T5" fmla="*/ 104 h 25"/>
                  <a:gd name="T6" fmla="*/ 33 w 15"/>
                  <a:gd name="T7" fmla="*/ 184 h 25"/>
                  <a:gd name="T8" fmla="*/ 147 w 15"/>
                  <a:gd name="T9" fmla="*/ 136 h 25"/>
                  <a:gd name="T10" fmla="*/ 96 w 15"/>
                  <a:gd name="T11" fmla="*/ 258 h 25"/>
                  <a:gd name="T12" fmla="*/ 0 w 15"/>
                  <a:gd name="T13" fmla="*/ 337 h 25"/>
                  <a:gd name="T14" fmla="*/ 20 w 15"/>
                  <a:gd name="T15" fmla="*/ 382 h 25"/>
                  <a:gd name="T16" fmla="*/ 84 w 15"/>
                  <a:gd name="T17" fmla="*/ 308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25">
                    <a:moveTo>
                      <a:pt x="10" y="8"/>
                    </a:moveTo>
                    <a:cubicBezTo>
                      <a:pt x="12" y="6"/>
                      <a:pt x="14" y="2"/>
                      <a:pt x="15" y="0"/>
                    </a:cubicBezTo>
                    <a:cubicBezTo>
                      <a:pt x="13" y="2"/>
                      <a:pt x="11" y="5"/>
                      <a:pt x="8" y="7"/>
                    </a:cubicBezTo>
                    <a:cubicBezTo>
                      <a:pt x="6" y="9"/>
                      <a:pt x="3" y="10"/>
                      <a:pt x="2" y="12"/>
                    </a:cubicBezTo>
                    <a:cubicBezTo>
                      <a:pt x="4" y="12"/>
                      <a:pt x="7" y="10"/>
                      <a:pt x="9" y="9"/>
                    </a:cubicBezTo>
                    <a:cubicBezTo>
                      <a:pt x="10" y="12"/>
                      <a:pt x="7" y="14"/>
                      <a:pt x="6" y="17"/>
                    </a:cubicBezTo>
                    <a:cubicBezTo>
                      <a:pt x="4" y="20"/>
                      <a:pt x="4" y="21"/>
                      <a:pt x="0" y="22"/>
                    </a:cubicBezTo>
                    <a:cubicBezTo>
                      <a:pt x="0" y="23"/>
                      <a:pt x="1" y="24"/>
                      <a:pt x="1" y="25"/>
                    </a:cubicBezTo>
                    <a:cubicBezTo>
                      <a:pt x="2" y="23"/>
                      <a:pt x="4" y="22"/>
                      <a:pt x="5" y="20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6" name="Freeform 948">
                <a:extLst>
                  <a:ext uri="{FF2B5EF4-FFF2-40B4-BE49-F238E27FC236}">
                    <a16:creationId xmlns:a16="http://schemas.microsoft.com/office/drawing/2014/main" id="{F2CDC97C-263C-49E1-B41D-F181933B8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061"/>
                <a:ext cx="37" cy="60"/>
              </a:xfrm>
              <a:custGeom>
                <a:avLst/>
                <a:gdLst>
                  <a:gd name="T0" fmla="*/ 74 w 15"/>
                  <a:gd name="T1" fmla="*/ 220 h 24"/>
                  <a:gd name="T2" fmla="*/ 224 w 15"/>
                  <a:gd name="T3" fmla="*/ 50 h 24"/>
                  <a:gd name="T4" fmla="*/ 195 w 15"/>
                  <a:gd name="T5" fmla="*/ 0 h 24"/>
                  <a:gd name="T6" fmla="*/ 133 w 15"/>
                  <a:gd name="T7" fmla="*/ 95 h 24"/>
                  <a:gd name="T8" fmla="*/ 62 w 15"/>
                  <a:gd name="T9" fmla="*/ 175 h 24"/>
                  <a:gd name="T10" fmla="*/ 0 w 15"/>
                  <a:gd name="T11" fmla="*/ 375 h 24"/>
                  <a:gd name="T12" fmla="*/ 42 w 15"/>
                  <a:gd name="T13" fmla="*/ 300 h 24"/>
                  <a:gd name="T14" fmla="*/ 74 w 15"/>
                  <a:gd name="T15" fmla="*/ 22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4">
                    <a:moveTo>
                      <a:pt x="5" y="14"/>
                    </a:moveTo>
                    <a:cubicBezTo>
                      <a:pt x="8" y="10"/>
                      <a:pt x="10" y="3"/>
                      <a:pt x="15" y="3"/>
                    </a:cubicBezTo>
                    <a:cubicBezTo>
                      <a:pt x="14" y="2"/>
                      <a:pt x="13" y="2"/>
                      <a:pt x="13" y="0"/>
                    </a:cubicBezTo>
                    <a:cubicBezTo>
                      <a:pt x="12" y="1"/>
                      <a:pt x="10" y="4"/>
                      <a:pt x="9" y="6"/>
                    </a:cubicBezTo>
                    <a:cubicBezTo>
                      <a:pt x="8" y="7"/>
                      <a:pt x="5" y="9"/>
                      <a:pt x="4" y="11"/>
                    </a:cubicBezTo>
                    <a:cubicBezTo>
                      <a:pt x="2" y="14"/>
                      <a:pt x="1" y="20"/>
                      <a:pt x="0" y="24"/>
                    </a:cubicBezTo>
                    <a:cubicBezTo>
                      <a:pt x="2" y="23"/>
                      <a:pt x="2" y="20"/>
                      <a:pt x="3" y="19"/>
                    </a:cubicBezTo>
                    <a:cubicBezTo>
                      <a:pt x="3" y="17"/>
                      <a:pt x="3" y="15"/>
                      <a:pt x="5" y="14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7" name="Freeform 949">
                <a:extLst>
                  <a:ext uri="{FF2B5EF4-FFF2-40B4-BE49-F238E27FC236}">
                    <a16:creationId xmlns:a16="http://schemas.microsoft.com/office/drawing/2014/main" id="{D78CB5E6-1A7B-4DEF-8E22-849970269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3139"/>
                <a:ext cx="40" cy="72"/>
              </a:xfrm>
              <a:custGeom>
                <a:avLst/>
                <a:gdLst>
                  <a:gd name="T0" fmla="*/ 63 w 16"/>
                  <a:gd name="T1" fmla="*/ 320 h 29"/>
                  <a:gd name="T2" fmla="*/ 188 w 16"/>
                  <a:gd name="T3" fmla="*/ 196 h 29"/>
                  <a:gd name="T4" fmla="*/ 220 w 16"/>
                  <a:gd name="T5" fmla="*/ 104 h 29"/>
                  <a:gd name="T6" fmla="*/ 250 w 16"/>
                  <a:gd name="T7" fmla="*/ 0 h 29"/>
                  <a:gd name="T8" fmla="*/ 220 w 16"/>
                  <a:gd name="T9" fmla="*/ 62 h 29"/>
                  <a:gd name="T10" fmla="*/ 188 w 16"/>
                  <a:gd name="T11" fmla="*/ 137 h 29"/>
                  <a:gd name="T12" fmla="*/ 113 w 16"/>
                  <a:gd name="T13" fmla="*/ 246 h 29"/>
                  <a:gd name="T14" fmla="*/ 125 w 16"/>
                  <a:gd name="T15" fmla="*/ 124 h 29"/>
                  <a:gd name="T16" fmla="*/ 63 w 16"/>
                  <a:gd name="T17" fmla="*/ 246 h 29"/>
                  <a:gd name="T18" fmla="*/ 0 w 16"/>
                  <a:gd name="T19" fmla="*/ 353 h 29"/>
                  <a:gd name="T20" fmla="*/ 50 w 16"/>
                  <a:gd name="T21" fmla="*/ 320 h 29"/>
                  <a:gd name="T22" fmla="*/ 20 w 16"/>
                  <a:gd name="T23" fmla="*/ 444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29">
                    <a:moveTo>
                      <a:pt x="4" y="21"/>
                    </a:moveTo>
                    <a:cubicBezTo>
                      <a:pt x="6" y="17"/>
                      <a:pt x="10" y="16"/>
                      <a:pt x="12" y="13"/>
                    </a:cubicBezTo>
                    <a:cubicBezTo>
                      <a:pt x="12" y="11"/>
                      <a:pt x="13" y="9"/>
                      <a:pt x="14" y="7"/>
                    </a:cubicBezTo>
                    <a:cubicBezTo>
                      <a:pt x="15" y="5"/>
                      <a:pt x="16" y="2"/>
                      <a:pt x="16" y="0"/>
                    </a:cubicBezTo>
                    <a:cubicBezTo>
                      <a:pt x="15" y="2"/>
                      <a:pt x="14" y="2"/>
                      <a:pt x="14" y="4"/>
                    </a:cubicBezTo>
                    <a:cubicBezTo>
                      <a:pt x="13" y="5"/>
                      <a:pt x="13" y="8"/>
                      <a:pt x="12" y="9"/>
                    </a:cubicBezTo>
                    <a:cubicBezTo>
                      <a:pt x="11" y="12"/>
                      <a:pt x="10" y="15"/>
                      <a:pt x="7" y="16"/>
                    </a:cubicBezTo>
                    <a:cubicBezTo>
                      <a:pt x="6" y="13"/>
                      <a:pt x="8" y="10"/>
                      <a:pt x="8" y="8"/>
                    </a:cubicBezTo>
                    <a:cubicBezTo>
                      <a:pt x="7" y="10"/>
                      <a:pt x="6" y="13"/>
                      <a:pt x="4" y="16"/>
                    </a:cubicBezTo>
                    <a:cubicBezTo>
                      <a:pt x="3" y="19"/>
                      <a:pt x="0" y="21"/>
                      <a:pt x="0" y="23"/>
                    </a:cubicBezTo>
                    <a:cubicBezTo>
                      <a:pt x="1" y="23"/>
                      <a:pt x="2" y="22"/>
                      <a:pt x="3" y="21"/>
                    </a:cubicBezTo>
                    <a:cubicBezTo>
                      <a:pt x="3" y="22"/>
                      <a:pt x="1" y="29"/>
                      <a:pt x="1" y="29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8" name="Freeform 950">
                <a:extLst>
                  <a:ext uri="{FF2B5EF4-FFF2-40B4-BE49-F238E27FC236}">
                    <a16:creationId xmlns:a16="http://schemas.microsoft.com/office/drawing/2014/main" id="{1F0DD16F-445F-466A-A249-BA6706CC0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731"/>
                <a:ext cx="47" cy="30"/>
              </a:xfrm>
              <a:custGeom>
                <a:avLst/>
                <a:gdLst>
                  <a:gd name="T0" fmla="*/ 215 w 19"/>
                  <a:gd name="T1" fmla="*/ 83 h 12"/>
                  <a:gd name="T2" fmla="*/ 287 w 19"/>
                  <a:gd name="T3" fmla="*/ 20 h 12"/>
                  <a:gd name="T4" fmla="*/ 183 w 19"/>
                  <a:gd name="T5" fmla="*/ 20 h 12"/>
                  <a:gd name="T6" fmla="*/ 0 w 19"/>
                  <a:gd name="T7" fmla="*/ 188 h 12"/>
                  <a:gd name="T8" fmla="*/ 166 w 19"/>
                  <a:gd name="T9" fmla="*/ 9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4" y="5"/>
                    </a:moveTo>
                    <a:cubicBezTo>
                      <a:pt x="16" y="4"/>
                      <a:pt x="18" y="3"/>
                      <a:pt x="19" y="1"/>
                    </a:cubicBezTo>
                    <a:cubicBezTo>
                      <a:pt x="16" y="0"/>
                      <a:pt x="14" y="0"/>
                      <a:pt x="12" y="1"/>
                    </a:cubicBezTo>
                    <a:cubicBezTo>
                      <a:pt x="9" y="3"/>
                      <a:pt x="1" y="9"/>
                      <a:pt x="0" y="12"/>
                    </a:cubicBezTo>
                    <a:cubicBezTo>
                      <a:pt x="4" y="11"/>
                      <a:pt x="7" y="7"/>
                      <a:pt x="11" y="6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9" name="Freeform 951">
                <a:extLst>
                  <a:ext uri="{FF2B5EF4-FFF2-40B4-BE49-F238E27FC236}">
                    <a16:creationId xmlns:a16="http://schemas.microsoft.com/office/drawing/2014/main" id="{BE1AA0A9-2BFC-4C99-AB56-03BD09548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2769"/>
                <a:ext cx="25" cy="22"/>
              </a:xfrm>
              <a:custGeom>
                <a:avLst/>
                <a:gdLst>
                  <a:gd name="T0" fmla="*/ 158 w 10"/>
                  <a:gd name="T1" fmla="*/ 12 h 9"/>
                  <a:gd name="T2" fmla="*/ 158 w 10"/>
                  <a:gd name="T3" fmla="*/ 0 h 9"/>
                  <a:gd name="T4" fmla="*/ 0 w 10"/>
                  <a:gd name="T5" fmla="*/ 132 h 9"/>
                  <a:gd name="T6" fmla="*/ 113 w 10"/>
                  <a:gd name="T7" fmla="*/ 1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0" y="1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6" y="2"/>
                      <a:pt x="3" y="6"/>
                      <a:pt x="0" y="9"/>
                    </a:cubicBezTo>
                    <a:cubicBezTo>
                      <a:pt x="1" y="5"/>
                      <a:pt x="4" y="2"/>
                      <a:pt x="7" y="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0" name="Freeform 952">
                <a:extLst>
                  <a:ext uri="{FF2B5EF4-FFF2-40B4-BE49-F238E27FC236}">
                    <a16:creationId xmlns:a16="http://schemas.microsoft.com/office/drawing/2014/main" id="{15479A42-5649-45A7-8F34-C5351EF2A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809"/>
                <a:ext cx="35" cy="42"/>
              </a:xfrm>
              <a:custGeom>
                <a:avLst/>
                <a:gdLst>
                  <a:gd name="T0" fmla="*/ 158 w 14"/>
                  <a:gd name="T1" fmla="*/ 121 h 17"/>
                  <a:gd name="T2" fmla="*/ 220 w 14"/>
                  <a:gd name="T3" fmla="*/ 12 h 17"/>
                  <a:gd name="T4" fmla="*/ 125 w 14"/>
                  <a:gd name="T5" fmla="*/ 91 h 17"/>
                  <a:gd name="T6" fmla="*/ 0 w 14"/>
                  <a:gd name="T7" fmla="*/ 257 h 17"/>
                  <a:gd name="T8" fmla="*/ 145 w 14"/>
                  <a:gd name="T9" fmla="*/ 16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7">
                    <a:moveTo>
                      <a:pt x="10" y="8"/>
                    </a:moveTo>
                    <a:cubicBezTo>
                      <a:pt x="11" y="7"/>
                      <a:pt x="13" y="3"/>
                      <a:pt x="14" y="1"/>
                    </a:cubicBezTo>
                    <a:cubicBezTo>
                      <a:pt x="11" y="0"/>
                      <a:pt x="9" y="4"/>
                      <a:pt x="8" y="6"/>
                    </a:cubicBezTo>
                    <a:cubicBezTo>
                      <a:pt x="6" y="9"/>
                      <a:pt x="0" y="14"/>
                      <a:pt x="0" y="17"/>
                    </a:cubicBezTo>
                    <a:cubicBezTo>
                      <a:pt x="3" y="17"/>
                      <a:pt x="7" y="13"/>
                      <a:pt x="9" y="1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1" name="Freeform 953">
                <a:extLst>
                  <a:ext uri="{FF2B5EF4-FFF2-40B4-BE49-F238E27FC236}">
                    <a16:creationId xmlns:a16="http://schemas.microsoft.com/office/drawing/2014/main" id="{4EEE4101-CA5F-45C9-A327-3FC8C2A38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844"/>
                <a:ext cx="22" cy="45"/>
              </a:xfrm>
              <a:custGeom>
                <a:avLst/>
                <a:gdLst>
                  <a:gd name="T0" fmla="*/ 103 w 9"/>
                  <a:gd name="T1" fmla="*/ 158 h 18"/>
                  <a:gd name="T2" fmla="*/ 132 w 9"/>
                  <a:gd name="T3" fmla="*/ 0 h 18"/>
                  <a:gd name="T4" fmla="*/ 120 w 9"/>
                  <a:gd name="T5" fmla="*/ 125 h 18"/>
                  <a:gd name="T6" fmla="*/ 90 w 9"/>
                  <a:gd name="T7" fmla="*/ 188 h 18"/>
                  <a:gd name="T8" fmla="*/ 42 w 9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8">
                    <a:moveTo>
                      <a:pt x="7" y="10"/>
                    </a:moveTo>
                    <a:cubicBezTo>
                      <a:pt x="0" y="9"/>
                      <a:pt x="9" y="2"/>
                      <a:pt x="9" y="0"/>
                    </a:cubicBezTo>
                    <a:cubicBezTo>
                      <a:pt x="8" y="3"/>
                      <a:pt x="9" y="5"/>
                      <a:pt x="8" y="8"/>
                    </a:cubicBezTo>
                    <a:cubicBezTo>
                      <a:pt x="7" y="9"/>
                      <a:pt x="4" y="10"/>
                      <a:pt x="6" y="12"/>
                    </a:cubicBezTo>
                    <a:cubicBezTo>
                      <a:pt x="6" y="14"/>
                      <a:pt x="5" y="17"/>
                      <a:pt x="3" y="18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2" name="Freeform 954">
                <a:extLst>
                  <a:ext uri="{FF2B5EF4-FFF2-40B4-BE49-F238E27FC236}">
                    <a16:creationId xmlns:a16="http://schemas.microsoft.com/office/drawing/2014/main" id="{4A79A5D0-B8F8-4933-B157-B849058C9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894"/>
                <a:ext cx="15" cy="32"/>
              </a:xfrm>
              <a:custGeom>
                <a:avLst/>
                <a:gdLst>
                  <a:gd name="T0" fmla="*/ 33 w 6"/>
                  <a:gd name="T1" fmla="*/ 121 h 13"/>
                  <a:gd name="T2" fmla="*/ 50 w 6"/>
                  <a:gd name="T3" fmla="*/ 121 h 13"/>
                  <a:gd name="T4" fmla="*/ 95 w 6"/>
                  <a:gd name="T5" fmla="*/ 0 h 13"/>
                  <a:gd name="T6" fmla="*/ 33 w 6"/>
                  <a:gd name="T7" fmla="*/ 103 h 13"/>
                  <a:gd name="T8" fmla="*/ 0 w 6"/>
                  <a:gd name="T9" fmla="*/ 182 h 13"/>
                  <a:gd name="T10" fmla="*/ 20 w 6"/>
                  <a:gd name="T11" fmla="*/ 19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3">
                    <a:moveTo>
                      <a:pt x="2" y="8"/>
                    </a:moveTo>
                    <a:cubicBezTo>
                      <a:pt x="2" y="8"/>
                      <a:pt x="2" y="9"/>
                      <a:pt x="3" y="8"/>
                    </a:cubicBezTo>
                    <a:cubicBezTo>
                      <a:pt x="4" y="6"/>
                      <a:pt x="6" y="2"/>
                      <a:pt x="6" y="0"/>
                    </a:cubicBezTo>
                    <a:cubicBezTo>
                      <a:pt x="5" y="2"/>
                      <a:pt x="3" y="4"/>
                      <a:pt x="2" y="7"/>
                    </a:cubicBezTo>
                    <a:cubicBezTo>
                      <a:pt x="1" y="8"/>
                      <a:pt x="1" y="10"/>
                      <a:pt x="0" y="12"/>
                    </a:cubicBezTo>
                    <a:cubicBezTo>
                      <a:pt x="1" y="12"/>
                      <a:pt x="1" y="13"/>
                      <a:pt x="1" y="13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3" name="Freeform 955">
                <a:extLst>
                  <a:ext uri="{FF2B5EF4-FFF2-40B4-BE49-F238E27FC236}">
                    <a16:creationId xmlns:a16="http://schemas.microsoft.com/office/drawing/2014/main" id="{F0D5AC8E-1826-4284-8674-9E8DD3044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901"/>
                <a:ext cx="17" cy="28"/>
              </a:xfrm>
              <a:custGeom>
                <a:avLst/>
                <a:gdLst>
                  <a:gd name="T0" fmla="*/ 41 w 7"/>
                  <a:gd name="T1" fmla="*/ 181 h 11"/>
                  <a:gd name="T2" fmla="*/ 100 w 7"/>
                  <a:gd name="T3" fmla="*/ 0 h 11"/>
                  <a:gd name="T4" fmla="*/ 0 w 7"/>
                  <a:gd name="T5" fmla="*/ 15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3" y="11"/>
                    </a:moveTo>
                    <a:cubicBezTo>
                      <a:pt x="5" y="8"/>
                      <a:pt x="5" y="3"/>
                      <a:pt x="7" y="0"/>
                    </a:cubicBezTo>
                    <a:cubicBezTo>
                      <a:pt x="5" y="3"/>
                      <a:pt x="3" y="8"/>
                      <a:pt x="0" y="9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4" name="Freeform 956">
                <a:extLst>
                  <a:ext uri="{FF2B5EF4-FFF2-40B4-BE49-F238E27FC236}">
                    <a16:creationId xmlns:a16="http://schemas.microsoft.com/office/drawing/2014/main" id="{4356C93A-204D-4778-99E1-EE501A3AA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874"/>
                <a:ext cx="13" cy="22"/>
              </a:xfrm>
              <a:custGeom>
                <a:avLst/>
                <a:gdLst>
                  <a:gd name="T0" fmla="*/ 21 w 5"/>
                  <a:gd name="T1" fmla="*/ 103 h 9"/>
                  <a:gd name="T2" fmla="*/ 21 w 5"/>
                  <a:gd name="T3" fmla="*/ 71 h 9"/>
                  <a:gd name="T4" fmla="*/ 88 w 5"/>
                  <a:gd name="T5" fmla="*/ 0 h 9"/>
                  <a:gd name="T6" fmla="*/ 68 w 5"/>
                  <a:gd name="T7" fmla="*/ 4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1" y="7"/>
                    </a:moveTo>
                    <a:cubicBezTo>
                      <a:pt x="0" y="9"/>
                      <a:pt x="0" y="7"/>
                      <a:pt x="1" y="5"/>
                    </a:cubicBezTo>
                    <a:cubicBezTo>
                      <a:pt x="1" y="4"/>
                      <a:pt x="4" y="1"/>
                      <a:pt x="5" y="0"/>
                    </a:cubicBezTo>
                    <a:cubicBezTo>
                      <a:pt x="5" y="1"/>
                      <a:pt x="4" y="2"/>
                      <a:pt x="4" y="3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5" name="Freeform 957">
                <a:extLst>
                  <a:ext uri="{FF2B5EF4-FFF2-40B4-BE49-F238E27FC236}">
                    <a16:creationId xmlns:a16="http://schemas.microsoft.com/office/drawing/2014/main" id="{35DD280C-CC5E-449D-B081-EC76152CC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2751"/>
                <a:ext cx="45" cy="45"/>
              </a:xfrm>
              <a:custGeom>
                <a:avLst/>
                <a:gdLst>
                  <a:gd name="T0" fmla="*/ 188 w 18"/>
                  <a:gd name="T1" fmla="*/ 95 h 18"/>
                  <a:gd name="T2" fmla="*/ 283 w 18"/>
                  <a:gd name="T3" fmla="*/ 0 h 18"/>
                  <a:gd name="T4" fmla="*/ 158 w 18"/>
                  <a:gd name="T5" fmla="*/ 83 h 18"/>
                  <a:gd name="T6" fmla="*/ 50 w 18"/>
                  <a:gd name="T7" fmla="*/ 113 h 18"/>
                  <a:gd name="T8" fmla="*/ 158 w 18"/>
                  <a:gd name="T9" fmla="*/ 95 h 18"/>
                  <a:gd name="T10" fmla="*/ 83 w 18"/>
                  <a:gd name="T11" fmla="*/ 188 h 18"/>
                  <a:gd name="T12" fmla="*/ 0 w 18"/>
                  <a:gd name="T13" fmla="*/ 220 h 18"/>
                  <a:gd name="T14" fmla="*/ 0 w 18"/>
                  <a:gd name="T15" fmla="*/ 283 h 18"/>
                  <a:gd name="T16" fmla="*/ 63 w 18"/>
                  <a:gd name="T17" fmla="*/ 22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8">
                    <a:moveTo>
                      <a:pt x="12" y="6"/>
                    </a:moveTo>
                    <a:cubicBezTo>
                      <a:pt x="14" y="5"/>
                      <a:pt x="16" y="2"/>
                      <a:pt x="18" y="0"/>
                    </a:cubicBezTo>
                    <a:cubicBezTo>
                      <a:pt x="15" y="1"/>
                      <a:pt x="13" y="4"/>
                      <a:pt x="10" y="5"/>
                    </a:cubicBezTo>
                    <a:cubicBezTo>
                      <a:pt x="8" y="6"/>
                      <a:pt x="5" y="6"/>
                      <a:pt x="3" y="7"/>
                    </a:cubicBezTo>
                    <a:cubicBezTo>
                      <a:pt x="6" y="7"/>
                      <a:pt x="8" y="7"/>
                      <a:pt x="10" y="6"/>
                    </a:cubicBezTo>
                    <a:cubicBezTo>
                      <a:pt x="10" y="9"/>
                      <a:pt x="7" y="10"/>
                      <a:pt x="5" y="12"/>
                    </a:cubicBezTo>
                    <a:cubicBezTo>
                      <a:pt x="3" y="14"/>
                      <a:pt x="3" y="15"/>
                      <a:pt x="0" y="14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1" y="16"/>
                      <a:pt x="3" y="16"/>
                      <a:pt x="4" y="14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6" name="Freeform 958">
                <a:extLst>
                  <a:ext uri="{FF2B5EF4-FFF2-40B4-BE49-F238E27FC236}">
                    <a16:creationId xmlns:a16="http://schemas.microsoft.com/office/drawing/2014/main" id="{C7590D13-923B-49C5-8C5A-DFAA08FEA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801"/>
                <a:ext cx="43" cy="40"/>
              </a:xfrm>
              <a:custGeom>
                <a:avLst/>
                <a:gdLst>
                  <a:gd name="T0" fmla="*/ 96 w 17"/>
                  <a:gd name="T1" fmla="*/ 125 h 16"/>
                  <a:gd name="T2" fmla="*/ 276 w 17"/>
                  <a:gd name="T3" fmla="*/ 33 h 16"/>
                  <a:gd name="T4" fmla="*/ 276 w 17"/>
                  <a:gd name="T5" fmla="*/ 0 h 16"/>
                  <a:gd name="T6" fmla="*/ 192 w 17"/>
                  <a:gd name="T7" fmla="*/ 50 h 16"/>
                  <a:gd name="T8" fmla="*/ 96 w 17"/>
                  <a:gd name="T9" fmla="*/ 95 h 16"/>
                  <a:gd name="T10" fmla="*/ 0 w 17"/>
                  <a:gd name="T11" fmla="*/ 250 h 16"/>
                  <a:gd name="T12" fmla="*/ 51 w 17"/>
                  <a:gd name="T13" fmla="*/ 188 h 16"/>
                  <a:gd name="T14" fmla="*/ 96 w 17"/>
                  <a:gd name="T15" fmla="*/ 14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6" y="8"/>
                    </a:moveTo>
                    <a:cubicBezTo>
                      <a:pt x="10" y="6"/>
                      <a:pt x="13" y="1"/>
                      <a:pt x="17" y="2"/>
                    </a:cubicBezTo>
                    <a:cubicBezTo>
                      <a:pt x="17" y="1"/>
                      <a:pt x="16" y="1"/>
                      <a:pt x="17" y="0"/>
                    </a:cubicBezTo>
                    <a:cubicBezTo>
                      <a:pt x="15" y="0"/>
                      <a:pt x="13" y="2"/>
                      <a:pt x="12" y="3"/>
                    </a:cubicBezTo>
                    <a:cubicBezTo>
                      <a:pt x="10" y="4"/>
                      <a:pt x="8" y="5"/>
                      <a:pt x="6" y="6"/>
                    </a:cubicBezTo>
                    <a:cubicBezTo>
                      <a:pt x="3" y="8"/>
                      <a:pt x="1" y="12"/>
                      <a:pt x="0" y="16"/>
                    </a:cubicBezTo>
                    <a:cubicBezTo>
                      <a:pt x="1" y="15"/>
                      <a:pt x="2" y="13"/>
                      <a:pt x="3" y="12"/>
                    </a:cubicBezTo>
                    <a:cubicBezTo>
                      <a:pt x="4" y="10"/>
                      <a:pt x="4" y="9"/>
                      <a:pt x="6" y="9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7" name="Freeform 959">
                <a:extLst>
                  <a:ext uri="{FF2B5EF4-FFF2-40B4-BE49-F238E27FC236}">
                    <a16:creationId xmlns:a16="http://schemas.microsoft.com/office/drawing/2014/main" id="{2F8C9B26-E307-4FB3-8D15-8F5B61069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856"/>
                <a:ext cx="40" cy="60"/>
              </a:xfrm>
              <a:custGeom>
                <a:avLst/>
                <a:gdLst>
                  <a:gd name="T0" fmla="*/ 50 w 16"/>
                  <a:gd name="T1" fmla="*/ 270 h 24"/>
                  <a:gd name="T2" fmla="*/ 175 w 16"/>
                  <a:gd name="T3" fmla="*/ 175 h 24"/>
                  <a:gd name="T4" fmla="*/ 208 w 16"/>
                  <a:gd name="T5" fmla="*/ 95 h 24"/>
                  <a:gd name="T6" fmla="*/ 250 w 16"/>
                  <a:gd name="T7" fmla="*/ 0 h 24"/>
                  <a:gd name="T8" fmla="*/ 208 w 16"/>
                  <a:gd name="T9" fmla="*/ 50 h 24"/>
                  <a:gd name="T10" fmla="*/ 188 w 16"/>
                  <a:gd name="T11" fmla="*/ 125 h 24"/>
                  <a:gd name="T12" fmla="*/ 95 w 16"/>
                  <a:gd name="T13" fmla="*/ 208 h 24"/>
                  <a:gd name="T14" fmla="*/ 125 w 16"/>
                  <a:gd name="T15" fmla="*/ 95 h 24"/>
                  <a:gd name="T16" fmla="*/ 63 w 16"/>
                  <a:gd name="T17" fmla="*/ 208 h 24"/>
                  <a:gd name="T18" fmla="*/ 0 w 16"/>
                  <a:gd name="T19" fmla="*/ 283 h 24"/>
                  <a:gd name="T20" fmla="*/ 33 w 16"/>
                  <a:gd name="T21" fmla="*/ 270 h 24"/>
                  <a:gd name="T22" fmla="*/ 0 w 16"/>
                  <a:gd name="T23" fmla="*/ 375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24">
                    <a:moveTo>
                      <a:pt x="3" y="17"/>
                    </a:moveTo>
                    <a:cubicBezTo>
                      <a:pt x="5" y="14"/>
                      <a:pt x="9" y="14"/>
                      <a:pt x="11" y="11"/>
                    </a:cubicBezTo>
                    <a:cubicBezTo>
                      <a:pt x="12" y="9"/>
                      <a:pt x="12" y="7"/>
                      <a:pt x="13" y="6"/>
                    </a:cubicBezTo>
                    <a:cubicBezTo>
                      <a:pt x="14" y="4"/>
                      <a:pt x="16" y="2"/>
                      <a:pt x="16" y="0"/>
                    </a:cubicBezTo>
                    <a:cubicBezTo>
                      <a:pt x="15" y="2"/>
                      <a:pt x="14" y="2"/>
                      <a:pt x="13" y="3"/>
                    </a:cubicBezTo>
                    <a:cubicBezTo>
                      <a:pt x="13" y="4"/>
                      <a:pt x="12" y="6"/>
                      <a:pt x="12" y="8"/>
                    </a:cubicBezTo>
                    <a:cubicBezTo>
                      <a:pt x="11" y="10"/>
                      <a:pt x="9" y="12"/>
                      <a:pt x="6" y="13"/>
                    </a:cubicBezTo>
                    <a:cubicBezTo>
                      <a:pt x="6" y="10"/>
                      <a:pt x="8" y="8"/>
                      <a:pt x="8" y="6"/>
                    </a:cubicBezTo>
                    <a:cubicBezTo>
                      <a:pt x="7" y="8"/>
                      <a:pt x="5" y="11"/>
                      <a:pt x="4" y="13"/>
                    </a:cubicBezTo>
                    <a:cubicBezTo>
                      <a:pt x="3" y="15"/>
                      <a:pt x="0" y="16"/>
                      <a:pt x="0" y="18"/>
                    </a:cubicBezTo>
                    <a:cubicBezTo>
                      <a:pt x="1" y="18"/>
                      <a:pt x="2" y="18"/>
                      <a:pt x="2" y="17"/>
                    </a:cubicBezTo>
                    <a:cubicBezTo>
                      <a:pt x="2" y="18"/>
                      <a:pt x="0" y="24"/>
                      <a:pt x="0" y="24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8" name="Freeform 960">
                <a:extLst>
                  <a:ext uri="{FF2B5EF4-FFF2-40B4-BE49-F238E27FC236}">
                    <a16:creationId xmlns:a16="http://schemas.microsoft.com/office/drawing/2014/main" id="{7E99F97C-57E0-4AA2-AF6A-15994CB20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224"/>
                <a:ext cx="18" cy="32"/>
              </a:xfrm>
              <a:custGeom>
                <a:avLst/>
                <a:gdLst>
                  <a:gd name="T0" fmla="*/ 54 w 7"/>
                  <a:gd name="T1" fmla="*/ 62 h 13"/>
                  <a:gd name="T2" fmla="*/ 21 w 7"/>
                  <a:gd name="T3" fmla="*/ 194 h 13"/>
                  <a:gd name="T4" fmla="*/ 100 w 7"/>
                  <a:gd name="T5" fmla="*/ 103 h 13"/>
                  <a:gd name="T6" fmla="*/ 85 w 7"/>
                  <a:gd name="T7" fmla="*/ 12 h 13"/>
                  <a:gd name="T8" fmla="*/ 54 w 7"/>
                  <a:gd name="T9" fmla="*/ 3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3" y="4"/>
                    </a:moveTo>
                    <a:cubicBezTo>
                      <a:pt x="1" y="6"/>
                      <a:pt x="0" y="10"/>
                      <a:pt x="1" y="13"/>
                    </a:cubicBezTo>
                    <a:cubicBezTo>
                      <a:pt x="2" y="12"/>
                      <a:pt x="6" y="9"/>
                      <a:pt x="6" y="7"/>
                    </a:cubicBezTo>
                    <a:cubicBezTo>
                      <a:pt x="7" y="6"/>
                      <a:pt x="5" y="2"/>
                      <a:pt x="5" y="1"/>
                    </a:cubicBezTo>
                    <a:cubicBezTo>
                      <a:pt x="4" y="0"/>
                      <a:pt x="4" y="1"/>
                      <a:pt x="3" y="2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9" name="Freeform 961">
                <a:extLst>
                  <a:ext uri="{FF2B5EF4-FFF2-40B4-BE49-F238E27FC236}">
                    <a16:creationId xmlns:a16="http://schemas.microsoft.com/office/drawing/2014/main" id="{60A50396-4895-4DEE-ADCA-D6078AC78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261"/>
                <a:ext cx="13" cy="30"/>
              </a:xfrm>
              <a:custGeom>
                <a:avLst/>
                <a:gdLst>
                  <a:gd name="T0" fmla="*/ 55 w 5"/>
                  <a:gd name="T1" fmla="*/ 33 h 12"/>
                  <a:gd name="T2" fmla="*/ 21 w 5"/>
                  <a:gd name="T3" fmla="*/ 188 h 12"/>
                  <a:gd name="T4" fmla="*/ 88 w 5"/>
                  <a:gd name="T5" fmla="*/ 95 h 12"/>
                  <a:gd name="T6" fmla="*/ 88 w 5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3" y="2"/>
                    </a:moveTo>
                    <a:cubicBezTo>
                      <a:pt x="2" y="5"/>
                      <a:pt x="0" y="9"/>
                      <a:pt x="1" y="12"/>
                    </a:cubicBezTo>
                    <a:cubicBezTo>
                      <a:pt x="3" y="11"/>
                      <a:pt x="3" y="7"/>
                      <a:pt x="5" y="6"/>
                    </a:cubicBezTo>
                    <a:cubicBezTo>
                      <a:pt x="5" y="4"/>
                      <a:pt x="4" y="1"/>
                      <a:pt x="5" y="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0" name="Freeform 962">
                <a:extLst>
                  <a:ext uri="{FF2B5EF4-FFF2-40B4-BE49-F238E27FC236}">
                    <a16:creationId xmlns:a16="http://schemas.microsoft.com/office/drawing/2014/main" id="{6A88B897-9CAA-4440-82C6-CC32BDE2F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3254"/>
                <a:ext cx="10" cy="22"/>
              </a:xfrm>
              <a:custGeom>
                <a:avLst/>
                <a:gdLst>
                  <a:gd name="T0" fmla="*/ 33 w 4"/>
                  <a:gd name="T1" fmla="*/ 12 h 9"/>
                  <a:gd name="T2" fmla="*/ 20 w 4"/>
                  <a:gd name="T3" fmla="*/ 132 h 9"/>
                  <a:gd name="T4" fmla="*/ 63 w 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2" y="1"/>
                    </a:moveTo>
                    <a:cubicBezTo>
                      <a:pt x="2" y="3"/>
                      <a:pt x="0" y="6"/>
                      <a:pt x="1" y="9"/>
                    </a:cubicBezTo>
                    <a:cubicBezTo>
                      <a:pt x="3" y="7"/>
                      <a:pt x="3" y="2"/>
                      <a:pt x="4" y="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1" name="Freeform 963">
                <a:extLst>
                  <a:ext uri="{FF2B5EF4-FFF2-40B4-BE49-F238E27FC236}">
                    <a16:creationId xmlns:a16="http://schemas.microsoft.com/office/drawing/2014/main" id="{9D92BBAA-D311-45B6-B055-70D393A48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226"/>
                <a:ext cx="8" cy="25"/>
              </a:xfrm>
              <a:custGeom>
                <a:avLst/>
                <a:gdLst>
                  <a:gd name="T0" fmla="*/ 35 w 3"/>
                  <a:gd name="T1" fmla="*/ 20 h 10"/>
                  <a:gd name="T2" fmla="*/ 21 w 3"/>
                  <a:gd name="T3" fmla="*/ 95 h 10"/>
                  <a:gd name="T4" fmla="*/ 0 w 3"/>
                  <a:gd name="T5" fmla="*/ 158 h 10"/>
                  <a:gd name="T6" fmla="*/ 56 w 3"/>
                  <a:gd name="T7" fmla="*/ 83 h 10"/>
                  <a:gd name="T8" fmla="*/ 56 w 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0">
                    <a:moveTo>
                      <a:pt x="2" y="1"/>
                    </a:moveTo>
                    <a:cubicBezTo>
                      <a:pt x="1" y="2"/>
                      <a:pt x="2" y="4"/>
                      <a:pt x="1" y="6"/>
                    </a:cubicBezTo>
                    <a:cubicBezTo>
                      <a:pt x="1" y="7"/>
                      <a:pt x="0" y="9"/>
                      <a:pt x="0" y="10"/>
                    </a:cubicBezTo>
                    <a:cubicBezTo>
                      <a:pt x="1" y="9"/>
                      <a:pt x="3" y="7"/>
                      <a:pt x="3" y="5"/>
                    </a:cubicBezTo>
                    <a:cubicBezTo>
                      <a:pt x="3" y="3"/>
                      <a:pt x="2" y="1"/>
                      <a:pt x="3" y="0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2" name="Freeform 964">
                <a:extLst>
                  <a:ext uri="{FF2B5EF4-FFF2-40B4-BE49-F238E27FC236}">
                    <a16:creationId xmlns:a16="http://schemas.microsoft.com/office/drawing/2014/main" id="{956D53CE-6619-40A0-8E5F-D0DCE2E08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3274"/>
                <a:ext cx="10" cy="25"/>
              </a:xfrm>
              <a:custGeom>
                <a:avLst/>
                <a:gdLst>
                  <a:gd name="T0" fmla="*/ 33 w 4"/>
                  <a:gd name="T1" fmla="*/ 0 h 10"/>
                  <a:gd name="T2" fmla="*/ 0 w 4"/>
                  <a:gd name="T3" fmla="*/ 158 h 10"/>
                  <a:gd name="T4" fmla="*/ 63 w 4"/>
                  <a:gd name="T5" fmla="*/ 158 h 10"/>
                  <a:gd name="T6" fmla="*/ 50 w 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2" y="3"/>
                      <a:pt x="3" y="9"/>
                      <a:pt x="0" y="10"/>
                    </a:cubicBezTo>
                    <a:cubicBezTo>
                      <a:pt x="1" y="10"/>
                      <a:pt x="2" y="9"/>
                      <a:pt x="4" y="10"/>
                    </a:cubicBezTo>
                    <a:cubicBezTo>
                      <a:pt x="3" y="7"/>
                      <a:pt x="2" y="3"/>
                      <a:pt x="3" y="0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3" name="Freeform 965">
                <a:extLst>
                  <a:ext uri="{FF2B5EF4-FFF2-40B4-BE49-F238E27FC236}">
                    <a16:creationId xmlns:a16="http://schemas.microsoft.com/office/drawing/2014/main" id="{4C85D132-EFA0-4CBA-8F93-E2835B564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921"/>
                <a:ext cx="15" cy="20"/>
              </a:xfrm>
              <a:custGeom>
                <a:avLst/>
                <a:gdLst>
                  <a:gd name="T0" fmla="*/ 63 w 6"/>
                  <a:gd name="T1" fmla="*/ 0 h 8"/>
                  <a:gd name="T2" fmla="*/ 0 w 6"/>
                  <a:gd name="T3" fmla="*/ 113 h 8"/>
                  <a:gd name="T4" fmla="*/ 95 w 6"/>
                  <a:gd name="T5" fmla="*/ 2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2" y="2"/>
                      <a:pt x="0" y="4"/>
                      <a:pt x="0" y="7"/>
                    </a:cubicBezTo>
                    <a:cubicBezTo>
                      <a:pt x="3" y="8"/>
                      <a:pt x="6" y="3"/>
                      <a:pt x="6" y="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4" name="Freeform 966">
                <a:extLst>
                  <a:ext uri="{FF2B5EF4-FFF2-40B4-BE49-F238E27FC236}">
                    <a16:creationId xmlns:a16="http://schemas.microsoft.com/office/drawing/2014/main" id="{1359C8EB-3543-4CCE-9D87-06E9198D3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39"/>
                <a:ext cx="13" cy="17"/>
              </a:xfrm>
              <a:custGeom>
                <a:avLst/>
                <a:gdLst>
                  <a:gd name="T0" fmla="*/ 88 w 5"/>
                  <a:gd name="T1" fmla="*/ 0 h 7"/>
                  <a:gd name="T2" fmla="*/ 0 w 5"/>
                  <a:gd name="T3" fmla="*/ 100 h 7"/>
                  <a:gd name="T4" fmla="*/ 88 w 5"/>
                  <a:gd name="T5" fmla="*/ 1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0" y="5"/>
                      <a:pt x="0" y="7"/>
                    </a:cubicBezTo>
                    <a:cubicBezTo>
                      <a:pt x="2" y="6"/>
                      <a:pt x="5" y="3"/>
                      <a:pt x="5" y="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5" name="Freeform 967">
                <a:extLst>
                  <a:ext uri="{FF2B5EF4-FFF2-40B4-BE49-F238E27FC236}">
                    <a16:creationId xmlns:a16="http://schemas.microsoft.com/office/drawing/2014/main" id="{47924AF9-7987-4EE5-A319-A3FEEB79E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936"/>
                <a:ext cx="27" cy="23"/>
              </a:xfrm>
              <a:custGeom>
                <a:avLst/>
                <a:gdLst>
                  <a:gd name="T0" fmla="*/ 0 w 11"/>
                  <a:gd name="T1" fmla="*/ 151 h 9"/>
                  <a:gd name="T2" fmla="*/ 91 w 11"/>
                  <a:gd name="T3" fmla="*/ 20 h 9"/>
                  <a:gd name="T4" fmla="*/ 162 w 11"/>
                  <a:gd name="T5" fmla="*/ 0 h 9"/>
                  <a:gd name="T6" fmla="*/ 150 w 11"/>
                  <a:gd name="T7" fmla="*/ 84 h 9"/>
                  <a:gd name="T8" fmla="*/ 61 w 11"/>
                  <a:gd name="T9" fmla="*/ 8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cubicBezTo>
                      <a:pt x="2" y="6"/>
                      <a:pt x="6" y="5"/>
                      <a:pt x="6" y="1"/>
                    </a:cubicBezTo>
                    <a:cubicBezTo>
                      <a:pt x="7" y="5"/>
                      <a:pt x="10" y="3"/>
                      <a:pt x="11" y="0"/>
                    </a:cubicBezTo>
                    <a:cubicBezTo>
                      <a:pt x="11" y="2"/>
                      <a:pt x="10" y="4"/>
                      <a:pt x="10" y="5"/>
                    </a:cubicBezTo>
                    <a:cubicBezTo>
                      <a:pt x="8" y="4"/>
                      <a:pt x="6" y="3"/>
                      <a:pt x="4" y="5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6" name="Freeform 968">
                <a:extLst>
                  <a:ext uri="{FF2B5EF4-FFF2-40B4-BE49-F238E27FC236}">
                    <a16:creationId xmlns:a16="http://schemas.microsoft.com/office/drawing/2014/main" id="{4700E489-3555-42FC-86CA-2B21760CC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776"/>
                <a:ext cx="25" cy="30"/>
              </a:xfrm>
              <a:custGeom>
                <a:avLst/>
                <a:gdLst>
                  <a:gd name="T0" fmla="*/ 20 w 10"/>
                  <a:gd name="T1" fmla="*/ 188 h 12"/>
                  <a:gd name="T2" fmla="*/ 95 w 10"/>
                  <a:gd name="T3" fmla="*/ 83 h 12"/>
                  <a:gd name="T4" fmla="*/ 158 w 10"/>
                  <a:gd name="T5" fmla="*/ 0 h 12"/>
                  <a:gd name="T6" fmla="*/ 0 w 10"/>
                  <a:gd name="T7" fmla="*/ 15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" y="12"/>
                    </a:moveTo>
                    <a:cubicBezTo>
                      <a:pt x="3" y="10"/>
                      <a:pt x="4" y="8"/>
                      <a:pt x="6" y="5"/>
                    </a:cubicBezTo>
                    <a:cubicBezTo>
                      <a:pt x="7" y="3"/>
                      <a:pt x="9" y="2"/>
                      <a:pt x="10" y="0"/>
                    </a:cubicBezTo>
                    <a:cubicBezTo>
                      <a:pt x="6" y="1"/>
                      <a:pt x="1" y="6"/>
                      <a:pt x="0" y="1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7" name="Freeform 969">
                <a:extLst>
                  <a:ext uri="{FF2B5EF4-FFF2-40B4-BE49-F238E27FC236}">
                    <a16:creationId xmlns:a16="http://schemas.microsoft.com/office/drawing/2014/main" id="{A249E5FF-4A20-4AEA-B65D-FE51670D0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539"/>
                <a:ext cx="40" cy="20"/>
              </a:xfrm>
              <a:custGeom>
                <a:avLst/>
                <a:gdLst>
                  <a:gd name="T0" fmla="*/ 188 w 16"/>
                  <a:gd name="T1" fmla="*/ 63 h 8"/>
                  <a:gd name="T2" fmla="*/ 250 w 16"/>
                  <a:gd name="T3" fmla="*/ 20 h 8"/>
                  <a:gd name="T4" fmla="*/ 175 w 16"/>
                  <a:gd name="T5" fmla="*/ 20 h 8"/>
                  <a:gd name="T6" fmla="*/ 0 w 16"/>
                  <a:gd name="T7" fmla="*/ 125 h 8"/>
                  <a:gd name="T8" fmla="*/ 145 w 16"/>
                  <a:gd name="T9" fmla="*/ 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12" y="4"/>
                    </a:moveTo>
                    <a:cubicBezTo>
                      <a:pt x="13" y="3"/>
                      <a:pt x="15" y="2"/>
                      <a:pt x="16" y="1"/>
                    </a:cubicBezTo>
                    <a:cubicBezTo>
                      <a:pt x="14" y="0"/>
                      <a:pt x="12" y="0"/>
                      <a:pt x="11" y="1"/>
                    </a:cubicBezTo>
                    <a:cubicBezTo>
                      <a:pt x="8" y="2"/>
                      <a:pt x="1" y="6"/>
                      <a:pt x="0" y="8"/>
                    </a:cubicBezTo>
                    <a:cubicBezTo>
                      <a:pt x="4" y="8"/>
                      <a:pt x="6" y="5"/>
                      <a:pt x="9" y="4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8" name="Freeform 970">
                <a:extLst>
                  <a:ext uri="{FF2B5EF4-FFF2-40B4-BE49-F238E27FC236}">
                    <a16:creationId xmlns:a16="http://schemas.microsoft.com/office/drawing/2014/main" id="{BC2701A7-CC1B-4DC2-ACD7-CDB98D73A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566"/>
                <a:ext cx="23" cy="15"/>
              </a:xfrm>
              <a:custGeom>
                <a:avLst/>
                <a:gdLst>
                  <a:gd name="T0" fmla="*/ 130 w 9"/>
                  <a:gd name="T1" fmla="*/ 0 h 6"/>
                  <a:gd name="T2" fmla="*/ 130 w 9"/>
                  <a:gd name="T3" fmla="*/ 0 h 6"/>
                  <a:gd name="T4" fmla="*/ 0 w 9"/>
                  <a:gd name="T5" fmla="*/ 95 h 6"/>
                  <a:gd name="T6" fmla="*/ 118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8" y="0"/>
                    </a:moveTo>
                    <a:cubicBezTo>
                      <a:pt x="8" y="0"/>
                      <a:pt x="9" y="0"/>
                      <a:pt x="8" y="0"/>
                    </a:cubicBezTo>
                    <a:cubicBezTo>
                      <a:pt x="5" y="1"/>
                      <a:pt x="3" y="4"/>
                      <a:pt x="0" y="6"/>
                    </a:cubicBezTo>
                    <a:cubicBezTo>
                      <a:pt x="1" y="3"/>
                      <a:pt x="4" y="1"/>
                      <a:pt x="7" y="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9" name="Freeform 971">
                <a:extLst>
                  <a:ext uri="{FF2B5EF4-FFF2-40B4-BE49-F238E27FC236}">
                    <a16:creationId xmlns:a16="http://schemas.microsoft.com/office/drawing/2014/main" id="{068429B7-3360-4839-8A82-0DD19843D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579"/>
                <a:ext cx="38" cy="27"/>
              </a:xfrm>
              <a:custGeom>
                <a:avLst/>
                <a:gdLst>
                  <a:gd name="T0" fmla="*/ 147 w 15"/>
                  <a:gd name="T1" fmla="*/ 91 h 11"/>
                  <a:gd name="T2" fmla="*/ 160 w 15"/>
                  <a:gd name="T3" fmla="*/ 29 h 11"/>
                  <a:gd name="T4" fmla="*/ 0 w 15"/>
                  <a:gd name="T5" fmla="*/ 162 h 11"/>
                  <a:gd name="T6" fmla="*/ 147 w 15"/>
                  <a:gd name="T7" fmla="*/ 61 h 11"/>
                  <a:gd name="T8" fmla="*/ 147 w 15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9" y="6"/>
                    </a:moveTo>
                    <a:cubicBezTo>
                      <a:pt x="11" y="4"/>
                      <a:pt x="15" y="0"/>
                      <a:pt x="10" y="2"/>
                    </a:cubicBezTo>
                    <a:cubicBezTo>
                      <a:pt x="5" y="3"/>
                      <a:pt x="3" y="9"/>
                      <a:pt x="0" y="11"/>
                    </a:cubicBezTo>
                    <a:cubicBezTo>
                      <a:pt x="3" y="9"/>
                      <a:pt x="6" y="6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0" name="Freeform 972">
                <a:extLst>
                  <a:ext uri="{FF2B5EF4-FFF2-40B4-BE49-F238E27FC236}">
                    <a16:creationId xmlns:a16="http://schemas.microsoft.com/office/drawing/2014/main" id="{711BF1FA-CE19-4595-B2DC-CF164A41A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609"/>
                <a:ext cx="30" cy="30"/>
              </a:xfrm>
              <a:custGeom>
                <a:avLst/>
                <a:gdLst>
                  <a:gd name="T0" fmla="*/ 125 w 12"/>
                  <a:gd name="T1" fmla="*/ 83 h 12"/>
                  <a:gd name="T2" fmla="*/ 188 w 12"/>
                  <a:gd name="T3" fmla="*/ 20 h 12"/>
                  <a:gd name="T4" fmla="*/ 113 w 12"/>
                  <a:gd name="T5" fmla="*/ 63 h 12"/>
                  <a:gd name="T6" fmla="*/ 0 w 12"/>
                  <a:gd name="T7" fmla="*/ 188 h 12"/>
                  <a:gd name="T8" fmla="*/ 113 w 12"/>
                  <a:gd name="T9" fmla="*/ 12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8" y="5"/>
                    </a:moveTo>
                    <a:cubicBezTo>
                      <a:pt x="9" y="5"/>
                      <a:pt x="11" y="2"/>
                      <a:pt x="12" y="1"/>
                    </a:cubicBezTo>
                    <a:cubicBezTo>
                      <a:pt x="10" y="0"/>
                      <a:pt x="8" y="3"/>
                      <a:pt x="7" y="4"/>
                    </a:cubicBezTo>
                    <a:cubicBezTo>
                      <a:pt x="5" y="6"/>
                      <a:pt x="0" y="10"/>
                      <a:pt x="0" y="12"/>
                    </a:cubicBezTo>
                    <a:cubicBezTo>
                      <a:pt x="2" y="12"/>
                      <a:pt x="5" y="10"/>
                      <a:pt x="7" y="8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1" name="Freeform 973">
                <a:extLst>
                  <a:ext uri="{FF2B5EF4-FFF2-40B4-BE49-F238E27FC236}">
                    <a16:creationId xmlns:a16="http://schemas.microsoft.com/office/drawing/2014/main" id="{602277FB-8996-4AB8-832B-D3D6DC831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616"/>
                <a:ext cx="28" cy="35"/>
              </a:xfrm>
              <a:custGeom>
                <a:avLst/>
                <a:gdLst>
                  <a:gd name="T0" fmla="*/ 84 w 11"/>
                  <a:gd name="T1" fmla="*/ 145 h 14"/>
                  <a:gd name="T2" fmla="*/ 181 w 11"/>
                  <a:gd name="T3" fmla="*/ 0 h 14"/>
                  <a:gd name="T4" fmla="*/ 130 w 11"/>
                  <a:gd name="T5" fmla="*/ 113 h 14"/>
                  <a:gd name="T6" fmla="*/ 84 w 11"/>
                  <a:gd name="T7" fmla="*/ 158 h 14"/>
                  <a:gd name="T8" fmla="*/ 0 w 11"/>
                  <a:gd name="T9" fmla="*/ 2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5" y="9"/>
                    </a:moveTo>
                    <a:cubicBezTo>
                      <a:pt x="0" y="5"/>
                      <a:pt x="10" y="2"/>
                      <a:pt x="11" y="0"/>
                    </a:cubicBezTo>
                    <a:cubicBezTo>
                      <a:pt x="9" y="2"/>
                      <a:pt x="10" y="5"/>
                      <a:pt x="8" y="7"/>
                    </a:cubicBezTo>
                    <a:cubicBezTo>
                      <a:pt x="6" y="8"/>
                      <a:pt x="3" y="8"/>
                      <a:pt x="5" y="10"/>
                    </a:cubicBezTo>
                    <a:cubicBezTo>
                      <a:pt x="4" y="12"/>
                      <a:pt x="2" y="14"/>
                      <a:pt x="0" y="14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2" name="Freeform 974">
                <a:extLst>
                  <a:ext uri="{FF2B5EF4-FFF2-40B4-BE49-F238E27FC236}">
                    <a16:creationId xmlns:a16="http://schemas.microsoft.com/office/drawing/2014/main" id="{92CBF93C-1D18-4598-A4FE-4E6BCEF04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656"/>
                <a:ext cx="23" cy="28"/>
              </a:xfrm>
              <a:custGeom>
                <a:avLst/>
                <a:gdLst>
                  <a:gd name="T0" fmla="*/ 51 w 9"/>
                  <a:gd name="T1" fmla="*/ 117 h 11"/>
                  <a:gd name="T2" fmla="*/ 51 w 9"/>
                  <a:gd name="T3" fmla="*/ 117 h 11"/>
                  <a:gd name="T4" fmla="*/ 151 w 9"/>
                  <a:gd name="T5" fmla="*/ 0 h 11"/>
                  <a:gd name="T6" fmla="*/ 51 w 9"/>
                  <a:gd name="T7" fmla="*/ 84 h 11"/>
                  <a:gd name="T8" fmla="*/ 0 w 9"/>
                  <a:gd name="T9" fmla="*/ 163 h 11"/>
                  <a:gd name="T10" fmla="*/ 20 w 9"/>
                  <a:gd name="T11" fmla="*/ 18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3" y="7"/>
                    </a:moveTo>
                    <a:cubicBezTo>
                      <a:pt x="3" y="7"/>
                      <a:pt x="2" y="7"/>
                      <a:pt x="3" y="7"/>
                    </a:cubicBezTo>
                    <a:cubicBezTo>
                      <a:pt x="5" y="5"/>
                      <a:pt x="8" y="3"/>
                      <a:pt x="9" y="0"/>
                    </a:cubicBezTo>
                    <a:cubicBezTo>
                      <a:pt x="7" y="2"/>
                      <a:pt x="4" y="3"/>
                      <a:pt x="3" y="5"/>
                    </a:cubicBezTo>
                    <a:cubicBezTo>
                      <a:pt x="2" y="7"/>
                      <a:pt x="1" y="9"/>
                      <a:pt x="0" y="10"/>
                    </a:cubicBezTo>
                    <a:cubicBezTo>
                      <a:pt x="0" y="10"/>
                      <a:pt x="1" y="11"/>
                      <a:pt x="1" y="1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3" name="Freeform 975">
                <a:extLst>
                  <a:ext uri="{FF2B5EF4-FFF2-40B4-BE49-F238E27FC236}">
                    <a16:creationId xmlns:a16="http://schemas.microsoft.com/office/drawing/2014/main" id="{EC8410BA-42C2-4EE6-8F2C-1181493D4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661"/>
                <a:ext cx="18" cy="23"/>
              </a:xfrm>
              <a:custGeom>
                <a:avLst/>
                <a:gdLst>
                  <a:gd name="T0" fmla="*/ 33 w 7"/>
                  <a:gd name="T1" fmla="*/ 151 h 9"/>
                  <a:gd name="T2" fmla="*/ 118 w 7"/>
                  <a:gd name="T3" fmla="*/ 0 h 9"/>
                  <a:gd name="T4" fmla="*/ 0 w 7"/>
                  <a:gd name="T5" fmla="*/ 11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2" y="9"/>
                    </a:moveTo>
                    <a:cubicBezTo>
                      <a:pt x="5" y="7"/>
                      <a:pt x="5" y="2"/>
                      <a:pt x="7" y="0"/>
                    </a:cubicBezTo>
                    <a:cubicBezTo>
                      <a:pt x="5" y="1"/>
                      <a:pt x="2" y="7"/>
                      <a:pt x="0" y="7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4" name="Freeform 976">
                <a:extLst>
                  <a:ext uri="{FF2B5EF4-FFF2-40B4-BE49-F238E27FC236}">
                    <a16:creationId xmlns:a16="http://schemas.microsoft.com/office/drawing/2014/main" id="{0E7990AB-159C-487C-A5B2-CB926B738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636"/>
                <a:ext cx="18" cy="18"/>
              </a:xfrm>
              <a:custGeom>
                <a:avLst/>
                <a:gdLst>
                  <a:gd name="T0" fmla="*/ 33 w 7"/>
                  <a:gd name="T1" fmla="*/ 100 h 7"/>
                  <a:gd name="T2" fmla="*/ 21 w 7"/>
                  <a:gd name="T3" fmla="*/ 67 h 7"/>
                  <a:gd name="T4" fmla="*/ 118 w 7"/>
                  <a:gd name="T5" fmla="*/ 0 h 7"/>
                  <a:gd name="T6" fmla="*/ 85 w 7"/>
                  <a:gd name="T7" fmla="*/ 5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2" y="6"/>
                    </a:moveTo>
                    <a:cubicBezTo>
                      <a:pt x="0" y="7"/>
                      <a:pt x="1" y="5"/>
                      <a:pt x="1" y="4"/>
                    </a:cubicBezTo>
                    <a:cubicBezTo>
                      <a:pt x="2" y="3"/>
                      <a:pt x="6" y="2"/>
                      <a:pt x="7" y="0"/>
                    </a:cubicBezTo>
                    <a:cubicBezTo>
                      <a:pt x="7" y="1"/>
                      <a:pt x="6" y="2"/>
                      <a:pt x="5" y="3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5" name="Freeform 977">
                <a:extLst>
                  <a:ext uri="{FF2B5EF4-FFF2-40B4-BE49-F238E27FC236}">
                    <a16:creationId xmlns:a16="http://schemas.microsoft.com/office/drawing/2014/main" id="{3AB95D90-5F77-4C11-A69E-F496422EA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554"/>
                <a:ext cx="40" cy="32"/>
              </a:xfrm>
              <a:custGeom>
                <a:avLst/>
                <a:gdLst>
                  <a:gd name="T0" fmla="*/ 158 w 16"/>
                  <a:gd name="T1" fmla="*/ 62 h 13"/>
                  <a:gd name="T2" fmla="*/ 250 w 16"/>
                  <a:gd name="T3" fmla="*/ 0 h 13"/>
                  <a:gd name="T4" fmla="*/ 145 w 16"/>
                  <a:gd name="T5" fmla="*/ 42 h 13"/>
                  <a:gd name="T6" fmla="*/ 50 w 16"/>
                  <a:gd name="T7" fmla="*/ 74 h 13"/>
                  <a:gd name="T8" fmla="*/ 145 w 16"/>
                  <a:gd name="T9" fmla="*/ 62 h 13"/>
                  <a:gd name="T10" fmla="*/ 83 w 16"/>
                  <a:gd name="T11" fmla="*/ 133 h 13"/>
                  <a:gd name="T12" fmla="*/ 0 w 16"/>
                  <a:gd name="T13" fmla="*/ 153 h 13"/>
                  <a:gd name="T14" fmla="*/ 0 w 16"/>
                  <a:gd name="T15" fmla="*/ 194 h 13"/>
                  <a:gd name="T16" fmla="*/ 63 w 16"/>
                  <a:gd name="T17" fmla="*/ 15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3">
                    <a:moveTo>
                      <a:pt x="10" y="4"/>
                    </a:moveTo>
                    <a:cubicBezTo>
                      <a:pt x="12" y="3"/>
                      <a:pt x="14" y="1"/>
                      <a:pt x="16" y="0"/>
                    </a:cubicBezTo>
                    <a:cubicBezTo>
                      <a:pt x="13" y="1"/>
                      <a:pt x="11" y="2"/>
                      <a:pt x="9" y="3"/>
                    </a:cubicBezTo>
                    <a:cubicBezTo>
                      <a:pt x="7" y="3"/>
                      <a:pt x="5" y="3"/>
                      <a:pt x="3" y="5"/>
                    </a:cubicBezTo>
                    <a:cubicBezTo>
                      <a:pt x="5" y="5"/>
                      <a:pt x="7" y="4"/>
                      <a:pt x="9" y="4"/>
                    </a:cubicBezTo>
                    <a:cubicBezTo>
                      <a:pt x="9" y="6"/>
                      <a:pt x="6" y="7"/>
                      <a:pt x="5" y="9"/>
                    </a:cubicBezTo>
                    <a:cubicBezTo>
                      <a:pt x="3" y="10"/>
                      <a:pt x="2" y="11"/>
                      <a:pt x="0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1" y="12"/>
                      <a:pt x="3" y="11"/>
                      <a:pt x="4" y="10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6" name="Freeform 978">
                <a:extLst>
                  <a:ext uri="{FF2B5EF4-FFF2-40B4-BE49-F238E27FC236}">
                    <a16:creationId xmlns:a16="http://schemas.microsoft.com/office/drawing/2014/main" id="{82A8B653-0EF3-4AC1-8CC1-4154355C4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599"/>
                <a:ext cx="38" cy="30"/>
              </a:xfrm>
              <a:custGeom>
                <a:avLst/>
                <a:gdLst>
                  <a:gd name="T0" fmla="*/ 96 w 15"/>
                  <a:gd name="T1" fmla="*/ 95 h 12"/>
                  <a:gd name="T2" fmla="*/ 243 w 15"/>
                  <a:gd name="T3" fmla="*/ 33 h 12"/>
                  <a:gd name="T4" fmla="*/ 225 w 15"/>
                  <a:gd name="T5" fmla="*/ 0 h 12"/>
                  <a:gd name="T6" fmla="*/ 160 w 15"/>
                  <a:gd name="T7" fmla="*/ 33 h 12"/>
                  <a:gd name="T8" fmla="*/ 96 w 15"/>
                  <a:gd name="T9" fmla="*/ 63 h 12"/>
                  <a:gd name="T10" fmla="*/ 0 w 15"/>
                  <a:gd name="T11" fmla="*/ 188 h 12"/>
                  <a:gd name="T12" fmla="*/ 51 w 15"/>
                  <a:gd name="T13" fmla="*/ 145 h 12"/>
                  <a:gd name="T14" fmla="*/ 84 w 15"/>
                  <a:gd name="T15" fmla="*/ 9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6" y="6"/>
                    </a:moveTo>
                    <a:cubicBezTo>
                      <a:pt x="9" y="5"/>
                      <a:pt x="11" y="1"/>
                      <a:pt x="15" y="2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3" y="0"/>
                      <a:pt x="12" y="2"/>
                      <a:pt x="10" y="2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3" y="6"/>
                      <a:pt x="1" y="9"/>
                      <a:pt x="0" y="12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7" name="Freeform 979">
                <a:extLst>
                  <a:ext uri="{FF2B5EF4-FFF2-40B4-BE49-F238E27FC236}">
                    <a16:creationId xmlns:a16="http://schemas.microsoft.com/office/drawing/2014/main" id="{4B1F759A-3AA4-4728-A1EE-74EA5DCA8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631"/>
                <a:ext cx="53" cy="43"/>
              </a:xfrm>
              <a:custGeom>
                <a:avLst/>
                <a:gdLst>
                  <a:gd name="T0" fmla="*/ 63 w 21"/>
                  <a:gd name="T1" fmla="*/ 180 h 17"/>
                  <a:gd name="T2" fmla="*/ 209 w 21"/>
                  <a:gd name="T3" fmla="*/ 129 h 17"/>
                  <a:gd name="T4" fmla="*/ 275 w 21"/>
                  <a:gd name="T5" fmla="*/ 63 h 17"/>
                  <a:gd name="T6" fmla="*/ 338 w 21"/>
                  <a:gd name="T7" fmla="*/ 0 h 17"/>
                  <a:gd name="T8" fmla="*/ 288 w 21"/>
                  <a:gd name="T9" fmla="*/ 33 h 17"/>
                  <a:gd name="T10" fmla="*/ 242 w 21"/>
                  <a:gd name="T11" fmla="*/ 83 h 17"/>
                  <a:gd name="T12" fmla="*/ 146 w 21"/>
                  <a:gd name="T13" fmla="*/ 129 h 17"/>
                  <a:gd name="T14" fmla="*/ 192 w 21"/>
                  <a:gd name="T15" fmla="*/ 51 h 17"/>
                  <a:gd name="T16" fmla="*/ 114 w 21"/>
                  <a:gd name="T17" fmla="*/ 129 h 17"/>
                  <a:gd name="T18" fmla="*/ 20 w 21"/>
                  <a:gd name="T19" fmla="*/ 180 h 17"/>
                  <a:gd name="T20" fmla="*/ 63 w 21"/>
                  <a:gd name="T21" fmla="*/ 180 h 17"/>
                  <a:gd name="T22" fmla="*/ 0 w 21"/>
                  <a:gd name="T23" fmla="*/ 276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17">
                    <a:moveTo>
                      <a:pt x="4" y="11"/>
                    </a:moveTo>
                    <a:cubicBezTo>
                      <a:pt x="7" y="9"/>
                      <a:pt x="10" y="10"/>
                      <a:pt x="13" y="8"/>
                    </a:cubicBezTo>
                    <a:cubicBezTo>
                      <a:pt x="14" y="7"/>
                      <a:pt x="15" y="5"/>
                      <a:pt x="17" y="4"/>
                    </a:cubicBezTo>
                    <a:cubicBezTo>
                      <a:pt x="18" y="3"/>
                      <a:pt x="20" y="1"/>
                      <a:pt x="21" y="0"/>
                    </a:cubicBezTo>
                    <a:cubicBezTo>
                      <a:pt x="20" y="1"/>
                      <a:pt x="18" y="1"/>
                      <a:pt x="18" y="2"/>
                    </a:cubicBezTo>
                    <a:cubicBezTo>
                      <a:pt x="17" y="2"/>
                      <a:pt x="16" y="4"/>
                      <a:pt x="15" y="5"/>
                    </a:cubicBezTo>
                    <a:cubicBezTo>
                      <a:pt x="13" y="7"/>
                      <a:pt x="11" y="9"/>
                      <a:pt x="9" y="8"/>
                    </a:cubicBezTo>
                    <a:cubicBezTo>
                      <a:pt x="9" y="6"/>
                      <a:pt x="11" y="5"/>
                      <a:pt x="12" y="3"/>
                    </a:cubicBezTo>
                    <a:cubicBezTo>
                      <a:pt x="10" y="4"/>
                      <a:pt x="8" y="6"/>
                      <a:pt x="7" y="8"/>
                    </a:cubicBezTo>
                    <a:cubicBezTo>
                      <a:pt x="5" y="9"/>
                      <a:pt x="2" y="10"/>
                      <a:pt x="1" y="11"/>
                    </a:cubicBezTo>
                    <a:cubicBezTo>
                      <a:pt x="2" y="12"/>
                      <a:pt x="3" y="11"/>
                      <a:pt x="4" y="11"/>
                    </a:cubicBezTo>
                    <a:cubicBezTo>
                      <a:pt x="3" y="12"/>
                      <a:pt x="0" y="17"/>
                      <a:pt x="0" y="17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8" name="Freeform 980">
                <a:extLst>
                  <a:ext uri="{FF2B5EF4-FFF2-40B4-BE49-F238E27FC236}">
                    <a16:creationId xmlns:a16="http://schemas.microsoft.com/office/drawing/2014/main" id="{6A9B6274-A1AB-43FE-AA9D-6D5EEB708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469"/>
                <a:ext cx="8" cy="12"/>
              </a:xfrm>
              <a:custGeom>
                <a:avLst/>
                <a:gdLst>
                  <a:gd name="T0" fmla="*/ 0 w 3"/>
                  <a:gd name="T1" fmla="*/ 70 h 5"/>
                  <a:gd name="T2" fmla="*/ 56 w 3"/>
                  <a:gd name="T3" fmla="*/ 29 h 5"/>
                  <a:gd name="T4" fmla="*/ 56 w 3"/>
                  <a:gd name="T5" fmla="*/ 0 h 5"/>
                  <a:gd name="T6" fmla="*/ 0 w 3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2" y="5"/>
                      <a:pt x="1" y="2"/>
                      <a:pt x="3" y="2"/>
                    </a:cubicBezTo>
                    <a:cubicBezTo>
                      <a:pt x="3" y="2"/>
                      <a:pt x="2" y="1"/>
                      <a:pt x="3" y="0"/>
                    </a:cubicBezTo>
                    <a:cubicBezTo>
                      <a:pt x="2" y="1"/>
                      <a:pt x="1" y="4"/>
                      <a:pt x="0" y="4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9" name="Freeform 981">
                <a:extLst>
                  <a:ext uri="{FF2B5EF4-FFF2-40B4-BE49-F238E27FC236}">
                    <a16:creationId xmlns:a16="http://schemas.microsoft.com/office/drawing/2014/main" id="{AF756130-C55E-4204-8104-C8E75519E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414"/>
                <a:ext cx="28" cy="12"/>
              </a:xfrm>
              <a:custGeom>
                <a:avLst/>
                <a:gdLst>
                  <a:gd name="T0" fmla="*/ 130 w 11"/>
                  <a:gd name="T1" fmla="*/ 29 h 5"/>
                  <a:gd name="T2" fmla="*/ 181 w 11"/>
                  <a:gd name="T3" fmla="*/ 0 h 5"/>
                  <a:gd name="T4" fmla="*/ 117 w 11"/>
                  <a:gd name="T5" fmla="*/ 0 h 5"/>
                  <a:gd name="T6" fmla="*/ 0 w 11"/>
                  <a:gd name="T7" fmla="*/ 70 h 5"/>
                  <a:gd name="T8" fmla="*/ 97 w 11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8" y="2"/>
                    </a:moveTo>
                    <a:cubicBezTo>
                      <a:pt x="9" y="2"/>
                      <a:pt x="10" y="1"/>
                      <a:pt x="11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1"/>
                      <a:pt x="0" y="3"/>
                      <a:pt x="0" y="5"/>
                    </a:cubicBezTo>
                    <a:cubicBezTo>
                      <a:pt x="2" y="5"/>
                      <a:pt x="4" y="3"/>
                      <a:pt x="6" y="2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0" name="Freeform 982">
                <a:extLst>
                  <a:ext uri="{FF2B5EF4-FFF2-40B4-BE49-F238E27FC236}">
                    <a16:creationId xmlns:a16="http://schemas.microsoft.com/office/drawing/2014/main" id="{5AF067C0-B0B3-4238-B802-2BD1EC333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434"/>
                <a:ext cx="15" cy="12"/>
              </a:xfrm>
              <a:custGeom>
                <a:avLst/>
                <a:gdLst>
                  <a:gd name="T0" fmla="*/ 95 w 6"/>
                  <a:gd name="T1" fmla="*/ 12 h 5"/>
                  <a:gd name="T2" fmla="*/ 95 w 6"/>
                  <a:gd name="T3" fmla="*/ 0 h 5"/>
                  <a:gd name="T4" fmla="*/ 0 w 6"/>
                  <a:gd name="T5" fmla="*/ 70 h 5"/>
                  <a:gd name="T6" fmla="*/ 83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1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2" y="3"/>
                      <a:pt x="0" y="5"/>
                    </a:cubicBezTo>
                    <a:cubicBezTo>
                      <a:pt x="0" y="2"/>
                      <a:pt x="2" y="1"/>
                      <a:pt x="5" y="0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1" name="Freeform 983">
                <a:extLst>
                  <a:ext uri="{FF2B5EF4-FFF2-40B4-BE49-F238E27FC236}">
                    <a16:creationId xmlns:a16="http://schemas.microsoft.com/office/drawing/2014/main" id="{CD2D0DCF-F133-4CA0-A639-0BE5962B4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449"/>
                <a:ext cx="30" cy="20"/>
              </a:xfrm>
              <a:custGeom>
                <a:avLst/>
                <a:gdLst>
                  <a:gd name="T0" fmla="*/ 113 w 12"/>
                  <a:gd name="T1" fmla="*/ 63 h 8"/>
                  <a:gd name="T2" fmla="*/ 125 w 12"/>
                  <a:gd name="T3" fmla="*/ 20 h 8"/>
                  <a:gd name="T4" fmla="*/ 0 w 12"/>
                  <a:gd name="T5" fmla="*/ 125 h 8"/>
                  <a:gd name="T6" fmla="*/ 113 w 12"/>
                  <a:gd name="T7" fmla="*/ 33 h 8"/>
                  <a:gd name="T8" fmla="*/ 113 w 12"/>
                  <a:gd name="T9" fmla="*/ 5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7" y="4"/>
                    </a:moveTo>
                    <a:cubicBezTo>
                      <a:pt x="9" y="3"/>
                      <a:pt x="12" y="0"/>
                      <a:pt x="8" y="1"/>
                    </a:cubicBezTo>
                    <a:cubicBezTo>
                      <a:pt x="5" y="2"/>
                      <a:pt x="3" y="6"/>
                      <a:pt x="0" y="8"/>
                    </a:cubicBezTo>
                    <a:cubicBezTo>
                      <a:pt x="3" y="6"/>
                      <a:pt x="5" y="4"/>
                      <a:pt x="7" y="2"/>
                    </a:cubicBezTo>
                    <a:cubicBezTo>
                      <a:pt x="8" y="3"/>
                      <a:pt x="7" y="3"/>
                      <a:pt x="7" y="3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2" name="Freeform 984">
                <a:extLst>
                  <a:ext uri="{FF2B5EF4-FFF2-40B4-BE49-F238E27FC236}">
                    <a16:creationId xmlns:a16="http://schemas.microsoft.com/office/drawing/2014/main" id="{A2CCA3BD-73CB-442D-AAB0-491B15E35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466"/>
                <a:ext cx="25" cy="23"/>
              </a:xfrm>
              <a:custGeom>
                <a:avLst/>
                <a:gdLst>
                  <a:gd name="T0" fmla="*/ 113 w 10"/>
                  <a:gd name="T1" fmla="*/ 66 h 9"/>
                  <a:gd name="T2" fmla="*/ 158 w 10"/>
                  <a:gd name="T3" fmla="*/ 20 h 9"/>
                  <a:gd name="T4" fmla="*/ 95 w 10"/>
                  <a:gd name="T5" fmla="*/ 51 h 9"/>
                  <a:gd name="T6" fmla="*/ 0 w 10"/>
                  <a:gd name="T7" fmla="*/ 151 h 9"/>
                  <a:gd name="T8" fmla="*/ 95 w 10"/>
                  <a:gd name="T9" fmla="*/ 9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4"/>
                    </a:moveTo>
                    <a:cubicBezTo>
                      <a:pt x="8" y="4"/>
                      <a:pt x="9" y="2"/>
                      <a:pt x="10" y="1"/>
                    </a:cubicBezTo>
                    <a:cubicBezTo>
                      <a:pt x="8" y="0"/>
                      <a:pt x="7" y="2"/>
                      <a:pt x="6" y="3"/>
                    </a:cubicBezTo>
                    <a:cubicBezTo>
                      <a:pt x="4" y="5"/>
                      <a:pt x="1" y="8"/>
                      <a:pt x="0" y="9"/>
                    </a:cubicBezTo>
                    <a:cubicBezTo>
                      <a:pt x="2" y="9"/>
                      <a:pt x="5" y="7"/>
                      <a:pt x="6" y="6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3" name="Freeform 985">
                <a:extLst>
                  <a:ext uri="{FF2B5EF4-FFF2-40B4-BE49-F238E27FC236}">
                    <a16:creationId xmlns:a16="http://schemas.microsoft.com/office/drawing/2014/main" id="{7CC52975-441D-43E2-A734-92B44476F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481"/>
                <a:ext cx="15" cy="23"/>
              </a:xfrm>
              <a:custGeom>
                <a:avLst/>
                <a:gdLst>
                  <a:gd name="T0" fmla="*/ 50 w 6"/>
                  <a:gd name="T1" fmla="*/ 97 h 9"/>
                  <a:gd name="T2" fmla="*/ 95 w 6"/>
                  <a:gd name="T3" fmla="*/ 0 h 9"/>
                  <a:gd name="T4" fmla="*/ 63 w 6"/>
                  <a:gd name="T5" fmla="*/ 66 h 9"/>
                  <a:gd name="T6" fmla="*/ 50 w 6"/>
                  <a:gd name="T7" fmla="*/ 118 h 9"/>
                  <a:gd name="T8" fmla="*/ 0 w 6"/>
                  <a:gd name="T9" fmla="*/ 15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3" y="6"/>
                    </a:moveTo>
                    <a:cubicBezTo>
                      <a:pt x="0" y="4"/>
                      <a:pt x="6" y="1"/>
                      <a:pt x="6" y="0"/>
                    </a:cubicBezTo>
                    <a:cubicBezTo>
                      <a:pt x="5" y="1"/>
                      <a:pt x="6" y="3"/>
                      <a:pt x="4" y="4"/>
                    </a:cubicBezTo>
                    <a:cubicBezTo>
                      <a:pt x="4" y="5"/>
                      <a:pt x="2" y="5"/>
                      <a:pt x="3" y="7"/>
                    </a:cubicBezTo>
                    <a:cubicBezTo>
                      <a:pt x="2" y="8"/>
                      <a:pt x="1" y="9"/>
                      <a:pt x="0" y="9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4" name="Freeform 986">
                <a:extLst>
                  <a:ext uri="{FF2B5EF4-FFF2-40B4-BE49-F238E27FC236}">
                    <a16:creationId xmlns:a16="http://schemas.microsoft.com/office/drawing/2014/main" id="{758AC93B-6DB1-453F-BC3D-B7E9155AE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511"/>
                <a:ext cx="17" cy="18"/>
              </a:xfrm>
              <a:custGeom>
                <a:avLst/>
                <a:gdLst>
                  <a:gd name="T0" fmla="*/ 41 w 7"/>
                  <a:gd name="T1" fmla="*/ 67 h 7"/>
                  <a:gd name="T2" fmla="*/ 41 w 7"/>
                  <a:gd name="T3" fmla="*/ 67 h 7"/>
                  <a:gd name="T4" fmla="*/ 100 w 7"/>
                  <a:gd name="T5" fmla="*/ 0 h 7"/>
                  <a:gd name="T6" fmla="*/ 41 w 7"/>
                  <a:gd name="T7" fmla="*/ 54 h 7"/>
                  <a:gd name="T8" fmla="*/ 0 w 7"/>
                  <a:gd name="T9" fmla="*/ 100 h 7"/>
                  <a:gd name="T10" fmla="*/ 12 w 7"/>
                  <a:gd name="T11" fmla="*/ 118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3" y="4"/>
                    </a:moveTo>
                    <a:cubicBezTo>
                      <a:pt x="3" y="4"/>
                      <a:pt x="2" y="5"/>
                      <a:pt x="3" y="4"/>
                    </a:cubicBezTo>
                    <a:cubicBezTo>
                      <a:pt x="5" y="3"/>
                      <a:pt x="7" y="1"/>
                      <a:pt x="7" y="0"/>
                    </a:cubicBezTo>
                    <a:cubicBezTo>
                      <a:pt x="6" y="1"/>
                      <a:pt x="4" y="2"/>
                      <a:pt x="3" y="3"/>
                    </a:cubicBezTo>
                    <a:cubicBezTo>
                      <a:pt x="2" y="4"/>
                      <a:pt x="1" y="5"/>
                      <a:pt x="0" y="6"/>
                    </a:cubicBezTo>
                    <a:cubicBezTo>
                      <a:pt x="1" y="7"/>
                      <a:pt x="1" y="7"/>
                      <a:pt x="1" y="7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5" name="Freeform 987">
                <a:extLst>
                  <a:ext uri="{FF2B5EF4-FFF2-40B4-BE49-F238E27FC236}">
                    <a16:creationId xmlns:a16="http://schemas.microsoft.com/office/drawing/2014/main" id="{EB5D03AE-54D1-4AEF-A139-9C754839E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514"/>
                <a:ext cx="17" cy="12"/>
              </a:xfrm>
              <a:custGeom>
                <a:avLst/>
                <a:gdLst>
                  <a:gd name="T0" fmla="*/ 29 w 7"/>
                  <a:gd name="T1" fmla="*/ 70 h 5"/>
                  <a:gd name="T2" fmla="*/ 100 w 7"/>
                  <a:gd name="T3" fmla="*/ 0 h 5"/>
                  <a:gd name="T4" fmla="*/ 0 w 7"/>
                  <a:gd name="T5" fmla="*/ 5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2" y="5"/>
                    </a:moveTo>
                    <a:cubicBezTo>
                      <a:pt x="4" y="5"/>
                      <a:pt x="5" y="1"/>
                      <a:pt x="7" y="0"/>
                    </a:cubicBezTo>
                    <a:cubicBezTo>
                      <a:pt x="5" y="1"/>
                      <a:pt x="2" y="4"/>
                      <a:pt x="0" y="4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6" name="Freeform 988">
                <a:extLst>
                  <a:ext uri="{FF2B5EF4-FFF2-40B4-BE49-F238E27FC236}">
                    <a16:creationId xmlns:a16="http://schemas.microsoft.com/office/drawing/2014/main" id="{B9539634-1E50-49B1-B949-D77090A5E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496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55 h 5"/>
                  <a:gd name="T4" fmla="*/ 63 w 4"/>
                  <a:gd name="T5" fmla="*/ 0 h 5"/>
                  <a:gd name="T6" fmla="*/ 50 w 4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5"/>
                      <a:pt x="1" y="4"/>
                      <a:pt x="1" y="3"/>
                    </a:cubicBezTo>
                    <a:cubicBezTo>
                      <a:pt x="1" y="2"/>
                      <a:pt x="3" y="1"/>
                      <a:pt x="4" y="0"/>
                    </a:cubicBezTo>
                    <a:cubicBezTo>
                      <a:pt x="4" y="1"/>
                      <a:pt x="3" y="2"/>
                      <a:pt x="3" y="2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7" name="Freeform 989">
                <a:extLst>
                  <a:ext uri="{FF2B5EF4-FFF2-40B4-BE49-F238E27FC236}">
                    <a16:creationId xmlns:a16="http://schemas.microsoft.com/office/drawing/2014/main" id="{6D0B2F3C-C190-487D-93BC-4C2059FF0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426"/>
                <a:ext cx="32" cy="23"/>
              </a:xfrm>
              <a:custGeom>
                <a:avLst/>
                <a:gdLst>
                  <a:gd name="T0" fmla="*/ 121 w 13"/>
                  <a:gd name="T1" fmla="*/ 51 h 9"/>
                  <a:gd name="T2" fmla="*/ 194 w 13"/>
                  <a:gd name="T3" fmla="*/ 0 h 9"/>
                  <a:gd name="T4" fmla="*/ 103 w 13"/>
                  <a:gd name="T5" fmla="*/ 33 h 9"/>
                  <a:gd name="T6" fmla="*/ 42 w 13"/>
                  <a:gd name="T7" fmla="*/ 51 h 9"/>
                  <a:gd name="T8" fmla="*/ 103 w 13"/>
                  <a:gd name="T9" fmla="*/ 51 h 9"/>
                  <a:gd name="T10" fmla="*/ 62 w 13"/>
                  <a:gd name="T11" fmla="*/ 97 h 9"/>
                  <a:gd name="T12" fmla="*/ 0 w 13"/>
                  <a:gd name="T13" fmla="*/ 118 h 9"/>
                  <a:gd name="T14" fmla="*/ 0 w 13"/>
                  <a:gd name="T15" fmla="*/ 151 h 9"/>
                  <a:gd name="T16" fmla="*/ 42 w 13"/>
                  <a:gd name="T17" fmla="*/ 118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9">
                    <a:moveTo>
                      <a:pt x="8" y="3"/>
                    </a:moveTo>
                    <a:cubicBezTo>
                      <a:pt x="10" y="2"/>
                      <a:pt x="11" y="1"/>
                      <a:pt x="13" y="0"/>
                    </a:cubicBezTo>
                    <a:cubicBezTo>
                      <a:pt x="11" y="0"/>
                      <a:pt x="9" y="1"/>
                      <a:pt x="7" y="2"/>
                    </a:cubicBezTo>
                    <a:cubicBezTo>
                      <a:pt x="6" y="2"/>
                      <a:pt x="4" y="2"/>
                      <a:pt x="3" y="3"/>
                    </a:cubicBezTo>
                    <a:cubicBezTo>
                      <a:pt x="4" y="3"/>
                      <a:pt x="6" y="3"/>
                      <a:pt x="7" y="3"/>
                    </a:cubicBezTo>
                    <a:cubicBezTo>
                      <a:pt x="7" y="4"/>
                      <a:pt x="5" y="5"/>
                      <a:pt x="4" y="6"/>
                    </a:cubicBezTo>
                    <a:cubicBezTo>
                      <a:pt x="2" y="7"/>
                      <a:pt x="2" y="8"/>
                      <a:pt x="0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1" y="8"/>
                      <a:pt x="2" y="8"/>
                      <a:pt x="3" y="7"/>
                    </a:cubicBezTo>
                  </a:path>
                </a:pathLst>
              </a:custGeom>
              <a:solidFill>
                <a:srgbClr val="E8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8" name="Freeform 990">
                <a:extLst>
                  <a:ext uri="{FF2B5EF4-FFF2-40B4-BE49-F238E27FC236}">
                    <a16:creationId xmlns:a16="http://schemas.microsoft.com/office/drawing/2014/main" id="{5AEAECA7-3C06-43A6-9781-9172BDFA4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461"/>
                <a:ext cx="30" cy="23"/>
              </a:xfrm>
              <a:custGeom>
                <a:avLst/>
                <a:gdLst>
                  <a:gd name="T0" fmla="*/ 83 w 12"/>
                  <a:gd name="T1" fmla="*/ 84 h 9"/>
                  <a:gd name="T2" fmla="*/ 188 w 12"/>
                  <a:gd name="T3" fmla="*/ 33 h 9"/>
                  <a:gd name="T4" fmla="*/ 188 w 12"/>
                  <a:gd name="T5" fmla="*/ 0 h 9"/>
                  <a:gd name="T6" fmla="*/ 125 w 12"/>
                  <a:gd name="T7" fmla="*/ 33 h 9"/>
                  <a:gd name="T8" fmla="*/ 83 w 12"/>
                  <a:gd name="T9" fmla="*/ 51 h 9"/>
                  <a:gd name="T10" fmla="*/ 0 w 12"/>
                  <a:gd name="T11" fmla="*/ 151 h 9"/>
                  <a:gd name="T12" fmla="*/ 50 w 12"/>
                  <a:gd name="T13" fmla="*/ 118 h 9"/>
                  <a:gd name="T14" fmla="*/ 63 w 12"/>
                  <a:gd name="T15" fmla="*/ 84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9">
                    <a:moveTo>
                      <a:pt x="5" y="5"/>
                    </a:moveTo>
                    <a:cubicBezTo>
                      <a:pt x="7" y="4"/>
                      <a:pt x="9" y="1"/>
                      <a:pt x="12" y="2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1" y="0"/>
                      <a:pt x="9" y="1"/>
                      <a:pt x="8" y="2"/>
                    </a:cubicBezTo>
                    <a:cubicBezTo>
                      <a:pt x="7" y="2"/>
                      <a:pt x="6" y="3"/>
                      <a:pt x="5" y="3"/>
                    </a:cubicBezTo>
                    <a:cubicBezTo>
                      <a:pt x="3" y="4"/>
                      <a:pt x="1" y="7"/>
                      <a:pt x="0" y="9"/>
                    </a:cubicBezTo>
                    <a:cubicBezTo>
                      <a:pt x="1" y="9"/>
                      <a:pt x="2" y="7"/>
                      <a:pt x="3" y="7"/>
                    </a:cubicBezTo>
                    <a:cubicBezTo>
                      <a:pt x="3" y="6"/>
                      <a:pt x="3" y="5"/>
                      <a:pt x="4" y="5"/>
                    </a:cubicBezTo>
                  </a:path>
                </a:pathLst>
              </a:custGeom>
              <a:solidFill>
                <a:srgbClr val="E9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9" name="Freeform 991">
                <a:extLst>
                  <a:ext uri="{FF2B5EF4-FFF2-40B4-BE49-F238E27FC236}">
                    <a16:creationId xmlns:a16="http://schemas.microsoft.com/office/drawing/2014/main" id="{42927BB9-341F-4CC2-A9D9-CCA4BA29A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491"/>
                <a:ext cx="32" cy="28"/>
              </a:xfrm>
              <a:custGeom>
                <a:avLst/>
                <a:gdLst>
                  <a:gd name="T0" fmla="*/ 42 w 13"/>
                  <a:gd name="T1" fmla="*/ 130 h 11"/>
                  <a:gd name="T2" fmla="*/ 121 w 13"/>
                  <a:gd name="T3" fmla="*/ 84 h 11"/>
                  <a:gd name="T4" fmla="*/ 162 w 13"/>
                  <a:gd name="T5" fmla="*/ 33 h 11"/>
                  <a:gd name="T6" fmla="*/ 194 w 13"/>
                  <a:gd name="T7" fmla="*/ 0 h 11"/>
                  <a:gd name="T8" fmla="*/ 162 w 13"/>
                  <a:gd name="T9" fmla="*/ 20 h 11"/>
                  <a:gd name="T10" fmla="*/ 153 w 13"/>
                  <a:gd name="T11" fmla="*/ 51 h 11"/>
                  <a:gd name="T12" fmla="*/ 91 w 13"/>
                  <a:gd name="T13" fmla="*/ 97 h 11"/>
                  <a:gd name="T14" fmla="*/ 103 w 13"/>
                  <a:gd name="T15" fmla="*/ 33 h 11"/>
                  <a:gd name="T16" fmla="*/ 62 w 13"/>
                  <a:gd name="T17" fmla="*/ 84 h 11"/>
                  <a:gd name="T18" fmla="*/ 12 w 13"/>
                  <a:gd name="T19" fmla="*/ 130 h 11"/>
                  <a:gd name="T20" fmla="*/ 42 w 13"/>
                  <a:gd name="T21" fmla="*/ 130 h 11"/>
                  <a:gd name="T22" fmla="*/ 0 w 13"/>
                  <a:gd name="T23" fmla="*/ 181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3" y="8"/>
                    </a:moveTo>
                    <a:cubicBezTo>
                      <a:pt x="5" y="6"/>
                      <a:pt x="7" y="6"/>
                      <a:pt x="8" y="5"/>
                    </a:cubicBezTo>
                    <a:cubicBezTo>
                      <a:pt x="9" y="4"/>
                      <a:pt x="10" y="3"/>
                      <a:pt x="11" y="2"/>
                    </a:cubicBezTo>
                    <a:cubicBezTo>
                      <a:pt x="11" y="2"/>
                      <a:pt x="13" y="1"/>
                      <a:pt x="13" y="0"/>
                    </a:cubicBezTo>
                    <a:cubicBezTo>
                      <a:pt x="12" y="0"/>
                      <a:pt x="12" y="0"/>
                      <a:pt x="11" y="1"/>
                    </a:cubicBezTo>
                    <a:cubicBezTo>
                      <a:pt x="11" y="1"/>
                      <a:pt x="10" y="3"/>
                      <a:pt x="10" y="3"/>
                    </a:cubicBezTo>
                    <a:cubicBezTo>
                      <a:pt x="8" y="5"/>
                      <a:pt x="7" y="6"/>
                      <a:pt x="6" y="6"/>
                    </a:cubicBezTo>
                    <a:cubicBezTo>
                      <a:pt x="6" y="4"/>
                      <a:pt x="7" y="3"/>
                      <a:pt x="7" y="2"/>
                    </a:cubicBezTo>
                    <a:cubicBezTo>
                      <a:pt x="7" y="3"/>
                      <a:pt x="5" y="4"/>
                      <a:pt x="4" y="5"/>
                    </a:cubicBezTo>
                    <a:cubicBezTo>
                      <a:pt x="3" y="6"/>
                      <a:pt x="1" y="7"/>
                      <a:pt x="1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2" y="8"/>
                      <a:pt x="0" y="11"/>
                      <a:pt x="0" y="11"/>
                    </a:cubicBezTo>
                  </a:path>
                </a:pathLst>
              </a:custGeom>
              <a:solidFill>
                <a:srgbClr val="E9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0" name="Freeform 992">
                <a:extLst>
                  <a:ext uri="{FF2B5EF4-FFF2-40B4-BE49-F238E27FC236}">
                    <a16:creationId xmlns:a16="http://schemas.microsoft.com/office/drawing/2014/main" id="{9AAB6931-6705-40F0-A829-AFA25B0BC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679"/>
                <a:ext cx="15" cy="22"/>
              </a:xfrm>
              <a:custGeom>
                <a:avLst/>
                <a:gdLst>
                  <a:gd name="T0" fmla="*/ 50 w 6"/>
                  <a:gd name="T1" fmla="*/ 29 h 9"/>
                  <a:gd name="T2" fmla="*/ 0 w 6"/>
                  <a:gd name="T3" fmla="*/ 132 h 9"/>
                  <a:gd name="T4" fmla="*/ 95 w 6"/>
                  <a:gd name="T5" fmla="*/ 90 h 9"/>
                  <a:gd name="T6" fmla="*/ 95 w 6"/>
                  <a:gd name="T7" fmla="*/ 0 h 9"/>
                  <a:gd name="T8" fmla="*/ 63 w 6"/>
                  <a:gd name="T9" fmla="*/ 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3" y="2"/>
                    </a:moveTo>
                    <a:cubicBezTo>
                      <a:pt x="2" y="4"/>
                      <a:pt x="1" y="7"/>
                      <a:pt x="0" y="9"/>
                    </a:cubicBezTo>
                    <a:cubicBezTo>
                      <a:pt x="2" y="9"/>
                      <a:pt x="5" y="7"/>
                      <a:pt x="6" y="6"/>
                    </a:cubicBezTo>
                    <a:cubicBezTo>
                      <a:pt x="6" y="5"/>
                      <a:pt x="6" y="2"/>
                      <a:pt x="6" y="0"/>
                    </a:cubicBezTo>
                    <a:cubicBezTo>
                      <a:pt x="5" y="0"/>
                      <a:pt x="5" y="0"/>
                      <a:pt x="4" y="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1" name="Freeform 993">
                <a:extLst>
                  <a:ext uri="{FF2B5EF4-FFF2-40B4-BE49-F238E27FC236}">
                    <a16:creationId xmlns:a16="http://schemas.microsoft.com/office/drawing/2014/main" id="{1BBF5953-7694-4C56-978E-539C2ED3C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691"/>
                <a:ext cx="15" cy="23"/>
              </a:xfrm>
              <a:custGeom>
                <a:avLst/>
                <a:gdLst>
                  <a:gd name="T0" fmla="*/ 63 w 6"/>
                  <a:gd name="T1" fmla="*/ 33 h 9"/>
                  <a:gd name="T2" fmla="*/ 0 w 6"/>
                  <a:gd name="T3" fmla="*/ 151 h 9"/>
                  <a:gd name="T4" fmla="*/ 83 w 6"/>
                  <a:gd name="T5" fmla="*/ 84 h 9"/>
                  <a:gd name="T6" fmla="*/ 95 w 6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4" y="2"/>
                    </a:moveTo>
                    <a:cubicBezTo>
                      <a:pt x="2" y="4"/>
                      <a:pt x="0" y="7"/>
                      <a:pt x="0" y="9"/>
                    </a:cubicBezTo>
                    <a:cubicBezTo>
                      <a:pt x="2" y="9"/>
                      <a:pt x="3" y="6"/>
                      <a:pt x="5" y="5"/>
                    </a:cubicBezTo>
                    <a:cubicBezTo>
                      <a:pt x="5" y="4"/>
                      <a:pt x="4" y="1"/>
                      <a:pt x="6" y="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2" name="Freeform 994">
                <a:extLst>
                  <a:ext uri="{FF2B5EF4-FFF2-40B4-BE49-F238E27FC236}">
                    <a16:creationId xmlns:a16="http://schemas.microsoft.com/office/drawing/2014/main" id="{156B4BD1-5356-4070-828D-85DB7A8C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706"/>
                <a:ext cx="10" cy="18"/>
              </a:xfrm>
              <a:custGeom>
                <a:avLst/>
                <a:gdLst>
                  <a:gd name="T0" fmla="*/ 33 w 4"/>
                  <a:gd name="T1" fmla="*/ 21 h 7"/>
                  <a:gd name="T2" fmla="*/ 0 w 4"/>
                  <a:gd name="T3" fmla="*/ 118 h 7"/>
                  <a:gd name="T4" fmla="*/ 63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2" y="1"/>
                    </a:moveTo>
                    <a:cubicBezTo>
                      <a:pt x="2" y="3"/>
                      <a:pt x="0" y="5"/>
                      <a:pt x="0" y="7"/>
                    </a:cubicBezTo>
                    <a:cubicBezTo>
                      <a:pt x="2" y="6"/>
                      <a:pt x="3" y="2"/>
                      <a:pt x="4" y="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3" name="Freeform 995">
                <a:extLst>
                  <a:ext uri="{FF2B5EF4-FFF2-40B4-BE49-F238E27FC236}">
                    <a16:creationId xmlns:a16="http://schemas.microsoft.com/office/drawing/2014/main" id="{E96CE364-667F-432C-9B85-3B7751B61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684"/>
                <a:ext cx="13" cy="17"/>
              </a:xfrm>
              <a:custGeom>
                <a:avLst/>
                <a:gdLst>
                  <a:gd name="T0" fmla="*/ 68 w 5"/>
                  <a:gd name="T1" fmla="*/ 0 h 7"/>
                  <a:gd name="T2" fmla="*/ 55 w 5"/>
                  <a:gd name="T3" fmla="*/ 58 h 7"/>
                  <a:gd name="T4" fmla="*/ 0 w 5"/>
                  <a:gd name="T5" fmla="*/ 100 h 7"/>
                  <a:gd name="T6" fmla="*/ 68 w 5"/>
                  <a:gd name="T7" fmla="*/ 58 h 7"/>
                  <a:gd name="T8" fmla="*/ 88 w 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3" y="2"/>
                      <a:pt x="3" y="3"/>
                      <a:pt x="3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2" y="7"/>
                      <a:pt x="3" y="6"/>
                      <a:pt x="4" y="4"/>
                    </a:cubicBezTo>
                    <a:cubicBezTo>
                      <a:pt x="4" y="3"/>
                      <a:pt x="4" y="1"/>
                      <a:pt x="5" y="0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39" name="Group 996">
              <a:extLst>
                <a:ext uri="{FF2B5EF4-FFF2-40B4-BE49-F238E27FC236}">
                  <a16:creationId xmlns:a16="http://schemas.microsoft.com/office/drawing/2014/main" id="{D82FDA23-8BF5-4E26-9DB6-C2B832466F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76" y="2351"/>
              <a:ext cx="1668" cy="1075"/>
              <a:chOff x="2776" y="2351"/>
              <a:chExt cx="1668" cy="1075"/>
            </a:xfrm>
          </p:grpSpPr>
          <p:sp>
            <p:nvSpPr>
              <p:cNvPr id="19144" name="Freeform 997">
                <a:extLst>
                  <a:ext uri="{FF2B5EF4-FFF2-40B4-BE49-F238E27FC236}">
                    <a16:creationId xmlns:a16="http://schemas.microsoft.com/office/drawing/2014/main" id="{7C9106AB-80CD-491E-A578-25D937D52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714"/>
                <a:ext cx="12" cy="17"/>
              </a:xfrm>
              <a:custGeom>
                <a:avLst/>
                <a:gdLst>
                  <a:gd name="T0" fmla="*/ 58 w 5"/>
                  <a:gd name="T1" fmla="*/ 0 h 7"/>
                  <a:gd name="T2" fmla="*/ 0 w 5"/>
                  <a:gd name="T3" fmla="*/ 100 h 7"/>
                  <a:gd name="T4" fmla="*/ 58 w 5"/>
                  <a:gd name="T5" fmla="*/ 100 h 7"/>
                  <a:gd name="T6" fmla="*/ 70 w 5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3" y="2"/>
                      <a:pt x="3" y="7"/>
                      <a:pt x="0" y="7"/>
                    </a:cubicBezTo>
                    <a:cubicBezTo>
                      <a:pt x="2" y="7"/>
                      <a:pt x="3" y="6"/>
                      <a:pt x="4" y="7"/>
                    </a:cubicBezTo>
                    <a:cubicBezTo>
                      <a:pt x="4" y="5"/>
                      <a:pt x="3" y="2"/>
                      <a:pt x="5" y="0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5" name="Freeform 998">
                <a:extLst>
                  <a:ext uri="{FF2B5EF4-FFF2-40B4-BE49-F238E27FC236}">
                    <a16:creationId xmlns:a16="http://schemas.microsoft.com/office/drawing/2014/main" id="{F8284706-CD03-4E7A-AE1E-ED3442A43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521"/>
                <a:ext cx="13" cy="13"/>
              </a:xfrm>
              <a:custGeom>
                <a:avLst/>
                <a:gdLst>
                  <a:gd name="T0" fmla="*/ 68 w 5"/>
                  <a:gd name="T1" fmla="*/ 0 h 5"/>
                  <a:gd name="T2" fmla="*/ 0 w 5"/>
                  <a:gd name="T3" fmla="*/ 55 h 5"/>
                  <a:gd name="T4" fmla="*/ 88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3" y="1"/>
                      <a:pt x="1" y="2"/>
                      <a:pt x="0" y="3"/>
                    </a:cubicBezTo>
                    <a:cubicBezTo>
                      <a:pt x="2" y="5"/>
                      <a:pt x="5" y="3"/>
                      <a:pt x="5" y="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6" name="Freeform 999">
                <a:extLst>
                  <a:ext uri="{FF2B5EF4-FFF2-40B4-BE49-F238E27FC236}">
                    <a16:creationId xmlns:a16="http://schemas.microsoft.com/office/drawing/2014/main" id="{FA5537AB-27CF-4673-B344-34E4E174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529"/>
                <a:ext cx="13" cy="10"/>
              </a:xfrm>
              <a:custGeom>
                <a:avLst/>
                <a:gdLst>
                  <a:gd name="T0" fmla="*/ 88 w 5"/>
                  <a:gd name="T1" fmla="*/ 0 h 4"/>
                  <a:gd name="T2" fmla="*/ 0 w 5"/>
                  <a:gd name="T3" fmla="*/ 63 h 4"/>
                  <a:gd name="T4" fmla="*/ 88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1"/>
                      <a:pt x="1" y="2"/>
                      <a:pt x="0" y="4"/>
                    </a:cubicBezTo>
                    <a:cubicBezTo>
                      <a:pt x="2" y="4"/>
                      <a:pt x="4" y="2"/>
                      <a:pt x="5" y="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7" name="Freeform 1000">
                <a:extLst>
                  <a:ext uri="{FF2B5EF4-FFF2-40B4-BE49-F238E27FC236}">
                    <a16:creationId xmlns:a16="http://schemas.microsoft.com/office/drawing/2014/main" id="{9228A523-1CCD-4F1F-855C-B2617DE48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531"/>
                <a:ext cx="23" cy="10"/>
              </a:xfrm>
              <a:custGeom>
                <a:avLst/>
                <a:gdLst>
                  <a:gd name="T0" fmla="*/ 0 w 9"/>
                  <a:gd name="T1" fmla="*/ 50 h 4"/>
                  <a:gd name="T2" fmla="*/ 97 w 9"/>
                  <a:gd name="T3" fmla="*/ 0 h 4"/>
                  <a:gd name="T4" fmla="*/ 151 w 9"/>
                  <a:gd name="T5" fmla="*/ 20 h 4"/>
                  <a:gd name="T6" fmla="*/ 130 w 9"/>
                  <a:gd name="T7" fmla="*/ 63 h 4"/>
                  <a:gd name="T8" fmla="*/ 66 w 9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0" y="3"/>
                    </a:moveTo>
                    <a:cubicBezTo>
                      <a:pt x="2" y="2"/>
                      <a:pt x="6" y="3"/>
                      <a:pt x="6" y="0"/>
                    </a:cubicBezTo>
                    <a:cubicBezTo>
                      <a:pt x="6" y="2"/>
                      <a:pt x="9" y="2"/>
                      <a:pt x="9" y="1"/>
                    </a:cubicBezTo>
                    <a:cubicBezTo>
                      <a:pt x="9" y="2"/>
                      <a:pt x="8" y="3"/>
                      <a:pt x="8" y="4"/>
                    </a:cubicBezTo>
                    <a:cubicBezTo>
                      <a:pt x="7" y="3"/>
                      <a:pt x="6" y="1"/>
                      <a:pt x="4" y="2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8" name="Freeform 1001">
                <a:extLst>
                  <a:ext uri="{FF2B5EF4-FFF2-40B4-BE49-F238E27FC236}">
                    <a16:creationId xmlns:a16="http://schemas.microsoft.com/office/drawing/2014/main" id="{4C36F6B6-BCAA-4E37-B43E-F23319827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439"/>
                <a:ext cx="18" cy="17"/>
              </a:xfrm>
              <a:custGeom>
                <a:avLst/>
                <a:gdLst>
                  <a:gd name="T0" fmla="*/ 21 w 7"/>
                  <a:gd name="T1" fmla="*/ 100 h 7"/>
                  <a:gd name="T2" fmla="*/ 67 w 7"/>
                  <a:gd name="T3" fmla="*/ 41 h 7"/>
                  <a:gd name="T4" fmla="*/ 118 w 7"/>
                  <a:gd name="T5" fmla="*/ 0 h 7"/>
                  <a:gd name="T6" fmla="*/ 0 w 7"/>
                  <a:gd name="T7" fmla="*/ 8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1" y="7"/>
                    </a:moveTo>
                    <a:cubicBezTo>
                      <a:pt x="2" y="6"/>
                      <a:pt x="3" y="5"/>
                      <a:pt x="4" y="3"/>
                    </a:cubicBezTo>
                    <a:cubicBezTo>
                      <a:pt x="5" y="2"/>
                      <a:pt x="7" y="2"/>
                      <a:pt x="7" y="0"/>
                    </a:cubicBezTo>
                    <a:cubicBezTo>
                      <a:pt x="5" y="1"/>
                      <a:pt x="1" y="4"/>
                      <a:pt x="0" y="6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9" name="Freeform 1002">
                <a:extLst>
                  <a:ext uri="{FF2B5EF4-FFF2-40B4-BE49-F238E27FC236}">
                    <a16:creationId xmlns:a16="http://schemas.microsoft.com/office/drawing/2014/main" id="{1F75DB7A-4412-4A83-94DB-9A272C5DD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364"/>
                <a:ext cx="27" cy="12"/>
              </a:xfrm>
              <a:custGeom>
                <a:avLst/>
                <a:gdLst>
                  <a:gd name="T0" fmla="*/ 120 w 11"/>
                  <a:gd name="T1" fmla="*/ 41 h 5"/>
                  <a:gd name="T2" fmla="*/ 162 w 11"/>
                  <a:gd name="T3" fmla="*/ 12 h 5"/>
                  <a:gd name="T4" fmla="*/ 103 w 11"/>
                  <a:gd name="T5" fmla="*/ 12 h 5"/>
                  <a:gd name="T6" fmla="*/ 0 w 11"/>
                  <a:gd name="T7" fmla="*/ 70 h 5"/>
                  <a:gd name="T8" fmla="*/ 91 w 11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8" y="3"/>
                    </a:moveTo>
                    <a:cubicBezTo>
                      <a:pt x="9" y="2"/>
                      <a:pt x="10" y="2"/>
                      <a:pt x="11" y="1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6" y="1"/>
                      <a:pt x="1" y="4"/>
                      <a:pt x="0" y="5"/>
                    </a:cubicBezTo>
                    <a:cubicBezTo>
                      <a:pt x="2" y="5"/>
                      <a:pt x="4" y="3"/>
                      <a:pt x="6" y="3"/>
                    </a:cubicBezTo>
                  </a:path>
                </a:pathLst>
              </a:custGeom>
              <a:solidFill>
                <a:srgbClr val="EAC7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" name="Freeform 1003">
                <a:extLst>
                  <a:ext uri="{FF2B5EF4-FFF2-40B4-BE49-F238E27FC236}">
                    <a16:creationId xmlns:a16="http://schemas.microsoft.com/office/drawing/2014/main" id="{B276D9CB-1047-48E6-9CBE-C6BD45266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381"/>
                <a:ext cx="15" cy="8"/>
              </a:xfrm>
              <a:custGeom>
                <a:avLst/>
                <a:gdLst>
                  <a:gd name="T0" fmla="*/ 83 w 6"/>
                  <a:gd name="T1" fmla="*/ 0 h 3"/>
                  <a:gd name="T2" fmla="*/ 83 w 6"/>
                  <a:gd name="T3" fmla="*/ 0 h 3"/>
                  <a:gd name="T4" fmla="*/ 0 w 6"/>
                  <a:gd name="T5" fmla="*/ 56 h 3"/>
                  <a:gd name="T6" fmla="*/ 63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cubicBezTo>
                      <a:pt x="5" y="0"/>
                      <a:pt x="6" y="0"/>
                      <a:pt x="5" y="0"/>
                    </a:cubicBezTo>
                    <a:cubicBezTo>
                      <a:pt x="3" y="0"/>
                      <a:pt x="2" y="2"/>
                      <a:pt x="0" y="3"/>
                    </a:cubicBez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1" name="Freeform 1004">
                <a:extLst>
                  <a:ext uri="{FF2B5EF4-FFF2-40B4-BE49-F238E27FC236}">
                    <a16:creationId xmlns:a16="http://schemas.microsoft.com/office/drawing/2014/main" id="{46AF82ED-7691-4F07-94B4-4267D7778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374"/>
                <a:ext cx="28" cy="17"/>
              </a:xfrm>
              <a:custGeom>
                <a:avLst/>
                <a:gdLst>
                  <a:gd name="T0" fmla="*/ 117 w 11"/>
                  <a:gd name="T1" fmla="*/ 29 h 7"/>
                  <a:gd name="T2" fmla="*/ 181 w 11"/>
                  <a:gd name="T3" fmla="*/ 0 h 7"/>
                  <a:gd name="T4" fmla="*/ 97 w 11"/>
                  <a:gd name="T5" fmla="*/ 29 h 7"/>
                  <a:gd name="T6" fmla="*/ 51 w 11"/>
                  <a:gd name="T7" fmla="*/ 29 h 7"/>
                  <a:gd name="T8" fmla="*/ 97 w 11"/>
                  <a:gd name="T9" fmla="*/ 29 h 7"/>
                  <a:gd name="T10" fmla="*/ 64 w 11"/>
                  <a:gd name="T11" fmla="*/ 70 h 7"/>
                  <a:gd name="T12" fmla="*/ 20 w 11"/>
                  <a:gd name="T13" fmla="*/ 87 h 7"/>
                  <a:gd name="T14" fmla="*/ 0 w 11"/>
                  <a:gd name="T15" fmla="*/ 100 h 7"/>
                  <a:gd name="T16" fmla="*/ 51 w 11"/>
                  <a:gd name="T17" fmla="*/ 8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7">
                    <a:moveTo>
                      <a:pt x="7" y="2"/>
                    </a:moveTo>
                    <a:cubicBezTo>
                      <a:pt x="8" y="2"/>
                      <a:pt x="10" y="1"/>
                      <a:pt x="11" y="0"/>
                    </a:cubicBezTo>
                    <a:cubicBezTo>
                      <a:pt x="9" y="0"/>
                      <a:pt x="8" y="1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6" y="4"/>
                      <a:pt x="5" y="4"/>
                      <a:pt x="4" y="5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0" y="6"/>
                      <a:pt x="1" y="7"/>
                      <a:pt x="0" y="7"/>
                    </a:cubicBezTo>
                    <a:cubicBezTo>
                      <a:pt x="1" y="7"/>
                      <a:pt x="2" y="7"/>
                      <a:pt x="3" y="6"/>
                    </a:cubicBezTo>
                  </a:path>
                </a:pathLst>
              </a:custGeom>
              <a:solidFill>
                <a:srgbClr val="EDD1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2" name="Freeform 1005">
                <a:extLst>
                  <a:ext uri="{FF2B5EF4-FFF2-40B4-BE49-F238E27FC236}">
                    <a16:creationId xmlns:a16="http://schemas.microsoft.com/office/drawing/2014/main" id="{6C066C67-0416-4B1F-B6B6-8ED5EAB08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394"/>
                <a:ext cx="15" cy="20"/>
              </a:xfrm>
              <a:custGeom>
                <a:avLst/>
                <a:gdLst>
                  <a:gd name="T0" fmla="*/ 20 w 6"/>
                  <a:gd name="T1" fmla="*/ 83 h 8"/>
                  <a:gd name="T2" fmla="*/ 0 w 6"/>
                  <a:gd name="T3" fmla="*/ 125 h 8"/>
                  <a:gd name="T4" fmla="*/ 50 w 6"/>
                  <a:gd name="T5" fmla="*/ 63 h 8"/>
                  <a:gd name="T6" fmla="*/ 63 w 6"/>
                  <a:gd name="T7" fmla="*/ 33 h 8"/>
                  <a:gd name="T8" fmla="*/ 95 w 6"/>
                  <a:gd name="T9" fmla="*/ 0 h 8"/>
                  <a:gd name="T10" fmla="*/ 50 w 6"/>
                  <a:gd name="T11" fmla="*/ 5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1" y="5"/>
                    </a:moveTo>
                    <a:cubicBezTo>
                      <a:pt x="1" y="5"/>
                      <a:pt x="1" y="7"/>
                      <a:pt x="0" y="8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1"/>
                      <a:pt x="4" y="2"/>
                      <a:pt x="3" y="3"/>
                    </a:cubicBezTo>
                  </a:path>
                </a:pathLst>
              </a:custGeom>
              <a:solidFill>
                <a:srgbClr val="E8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3" name="Freeform 1006">
                <a:extLst>
                  <a:ext uri="{FF2B5EF4-FFF2-40B4-BE49-F238E27FC236}">
                    <a16:creationId xmlns:a16="http://schemas.microsoft.com/office/drawing/2014/main" id="{F501D08A-979F-42A4-88AA-EAD5DDB7B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384"/>
                <a:ext cx="15" cy="15"/>
              </a:xfrm>
              <a:custGeom>
                <a:avLst/>
                <a:gdLst>
                  <a:gd name="T0" fmla="*/ 20 w 6"/>
                  <a:gd name="T1" fmla="*/ 95 h 6"/>
                  <a:gd name="T2" fmla="*/ 63 w 6"/>
                  <a:gd name="T3" fmla="*/ 50 h 6"/>
                  <a:gd name="T4" fmla="*/ 95 w 6"/>
                  <a:gd name="T5" fmla="*/ 0 h 6"/>
                  <a:gd name="T6" fmla="*/ 0 w 6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6"/>
                    </a:moveTo>
                    <a:cubicBezTo>
                      <a:pt x="2" y="5"/>
                      <a:pt x="3" y="4"/>
                      <a:pt x="4" y="3"/>
                    </a:cubicBezTo>
                    <a:cubicBezTo>
                      <a:pt x="4" y="2"/>
                      <a:pt x="6" y="1"/>
                      <a:pt x="6" y="0"/>
                    </a:cubicBezTo>
                    <a:cubicBezTo>
                      <a:pt x="4" y="1"/>
                      <a:pt x="1" y="3"/>
                      <a:pt x="0" y="5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4" name="Freeform 1007">
                <a:extLst>
                  <a:ext uri="{FF2B5EF4-FFF2-40B4-BE49-F238E27FC236}">
                    <a16:creationId xmlns:a16="http://schemas.microsoft.com/office/drawing/2014/main" id="{9984FD66-7F47-4302-A70E-252791B5B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351"/>
                <a:ext cx="13" cy="13"/>
              </a:xfrm>
              <a:custGeom>
                <a:avLst/>
                <a:gdLst>
                  <a:gd name="T0" fmla="*/ 0 w 5"/>
                  <a:gd name="T1" fmla="*/ 88 h 5"/>
                  <a:gd name="T2" fmla="*/ 88 w 5"/>
                  <a:gd name="T3" fmla="*/ 21 h 5"/>
                  <a:gd name="T4" fmla="*/ 0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4"/>
                      <a:pt x="4" y="3"/>
                      <a:pt x="5" y="1"/>
                    </a:cubicBezTo>
                    <a:cubicBezTo>
                      <a:pt x="3" y="0"/>
                      <a:pt x="1" y="3"/>
                      <a:pt x="0" y="4"/>
                    </a:cubicBezTo>
                  </a:path>
                </a:pathLst>
              </a:custGeom>
              <a:solidFill>
                <a:srgbClr val="EAC7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5" name="Freeform 1008">
                <a:extLst>
                  <a:ext uri="{FF2B5EF4-FFF2-40B4-BE49-F238E27FC236}">
                    <a16:creationId xmlns:a16="http://schemas.microsoft.com/office/drawing/2014/main" id="{DA522806-3C73-43A6-893B-3CF1A6A8B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396"/>
                <a:ext cx="15" cy="13"/>
              </a:xfrm>
              <a:custGeom>
                <a:avLst/>
                <a:gdLst>
                  <a:gd name="T0" fmla="*/ 0 w 6"/>
                  <a:gd name="T1" fmla="*/ 68 h 5"/>
                  <a:gd name="T2" fmla="*/ 50 w 6"/>
                  <a:gd name="T3" fmla="*/ 68 h 5"/>
                  <a:gd name="T4" fmla="*/ 63 w 6"/>
                  <a:gd name="T5" fmla="*/ 21 h 5"/>
                  <a:gd name="T6" fmla="*/ 83 w 6"/>
                  <a:gd name="T7" fmla="*/ 0 h 5"/>
                  <a:gd name="T8" fmla="*/ 50 w 6"/>
                  <a:gd name="T9" fmla="*/ 21 h 5"/>
                  <a:gd name="T10" fmla="*/ 20 w 6"/>
                  <a:gd name="T11" fmla="*/ 5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1" y="4"/>
                      <a:pt x="1" y="5"/>
                      <a:pt x="3" y="4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5" y="1"/>
                      <a:pt x="6" y="0"/>
                      <a:pt x="5" y="0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2" y="2"/>
                      <a:pt x="1" y="2"/>
                      <a:pt x="1" y="3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6" name="Freeform 1009">
                <a:extLst>
                  <a:ext uri="{FF2B5EF4-FFF2-40B4-BE49-F238E27FC236}">
                    <a16:creationId xmlns:a16="http://schemas.microsoft.com/office/drawing/2014/main" id="{57DA20F0-5CBC-4F6F-B88F-BC5DD1AD1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364"/>
                <a:ext cx="25" cy="25"/>
              </a:xfrm>
              <a:custGeom>
                <a:avLst/>
                <a:gdLst>
                  <a:gd name="T0" fmla="*/ 0 w 10"/>
                  <a:gd name="T1" fmla="*/ 125 h 10"/>
                  <a:gd name="T2" fmla="*/ 20 w 10"/>
                  <a:gd name="T3" fmla="*/ 158 h 10"/>
                  <a:gd name="T4" fmla="*/ 158 w 10"/>
                  <a:gd name="T5" fmla="*/ 33 h 10"/>
                  <a:gd name="T6" fmla="*/ 83 w 10"/>
                  <a:gd name="T7" fmla="*/ 0 h 10"/>
                  <a:gd name="T8" fmla="*/ 83 w 10"/>
                  <a:gd name="T9" fmla="*/ 0 h 10"/>
                  <a:gd name="T10" fmla="*/ 33 w 10"/>
                  <a:gd name="T11" fmla="*/ 113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8"/>
                    </a:moveTo>
                    <a:cubicBezTo>
                      <a:pt x="0" y="9"/>
                      <a:pt x="0" y="9"/>
                      <a:pt x="1" y="10"/>
                    </a:cubicBezTo>
                    <a:cubicBezTo>
                      <a:pt x="4" y="7"/>
                      <a:pt x="7" y="5"/>
                      <a:pt x="10" y="2"/>
                    </a:cubicBezTo>
                    <a:cubicBezTo>
                      <a:pt x="8" y="2"/>
                      <a:pt x="6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3"/>
                      <a:pt x="6" y="6"/>
                      <a:pt x="2" y="7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7" name="Freeform 1010">
                <a:extLst>
                  <a:ext uri="{FF2B5EF4-FFF2-40B4-BE49-F238E27FC236}">
                    <a16:creationId xmlns:a16="http://schemas.microsoft.com/office/drawing/2014/main" id="{B2EFF82E-D95B-4881-A63B-6A086F265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3301"/>
                <a:ext cx="40" cy="43"/>
              </a:xfrm>
              <a:custGeom>
                <a:avLst/>
                <a:gdLst>
                  <a:gd name="T0" fmla="*/ 50 w 16"/>
                  <a:gd name="T1" fmla="*/ 243 h 17"/>
                  <a:gd name="T2" fmla="*/ 238 w 16"/>
                  <a:gd name="T3" fmla="*/ 96 h 17"/>
                  <a:gd name="T4" fmla="*/ 63 w 16"/>
                  <a:gd name="T5" fmla="*/ 0 h 17"/>
                  <a:gd name="T6" fmla="*/ 145 w 16"/>
                  <a:gd name="T7" fmla="*/ 116 h 17"/>
                  <a:gd name="T8" fmla="*/ 95 w 16"/>
                  <a:gd name="T9" fmla="*/ 129 h 17"/>
                  <a:gd name="T10" fmla="*/ 0 w 16"/>
                  <a:gd name="T11" fmla="*/ 27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7">
                    <a:moveTo>
                      <a:pt x="3" y="15"/>
                    </a:moveTo>
                    <a:cubicBezTo>
                      <a:pt x="6" y="13"/>
                      <a:pt x="16" y="10"/>
                      <a:pt x="15" y="6"/>
                    </a:cubicBezTo>
                    <a:cubicBezTo>
                      <a:pt x="10" y="7"/>
                      <a:pt x="5" y="5"/>
                      <a:pt x="4" y="0"/>
                    </a:cubicBezTo>
                    <a:cubicBezTo>
                      <a:pt x="6" y="2"/>
                      <a:pt x="8" y="5"/>
                      <a:pt x="9" y="7"/>
                    </a:cubicBezTo>
                    <a:cubicBezTo>
                      <a:pt x="8" y="7"/>
                      <a:pt x="7" y="8"/>
                      <a:pt x="6" y="8"/>
                    </a:cubicBezTo>
                    <a:cubicBezTo>
                      <a:pt x="13" y="11"/>
                      <a:pt x="3" y="15"/>
                      <a:pt x="0" y="17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8" name="Freeform 1011">
                <a:extLst>
                  <a:ext uri="{FF2B5EF4-FFF2-40B4-BE49-F238E27FC236}">
                    <a16:creationId xmlns:a16="http://schemas.microsoft.com/office/drawing/2014/main" id="{B20B5F1E-759E-49E1-A044-FE71ADFFB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3246"/>
                <a:ext cx="62" cy="73"/>
              </a:xfrm>
              <a:custGeom>
                <a:avLst/>
                <a:gdLst>
                  <a:gd name="T0" fmla="*/ 258 w 25"/>
                  <a:gd name="T1" fmla="*/ 126 h 29"/>
                  <a:gd name="T2" fmla="*/ 166 w 25"/>
                  <a:gd name="T3" fmla="*/ 0 h 29"/>
                  <a:gd name="T4" fmla="*/ 166 w 25"/>
                  <a:gd name="T5" fmla="*/ 272 h 29"/>
                  <a:gd name="T6" fmla="*/ 0 w 25"/>
                  <a:gd name="T7" fmla="*/ 463 h 29"/>
                  <a:gd name="T8" fmla="*/ 166 w 25"/>
                  <a:gd name="T9" fmla="*/ 22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17" y="8"/>
                    </a:moveTo>
                    <a:cubicBezTo>
                      <a:pt x="25" y="7"/>
                      <a:pt x="13" y="2"/>
                      <a:pt x="11" y="0"/>
                    </a:cubicBezTo>
                    <a:cubicBezTo>
                      <a:pt x="11" y="5"/>
                      <a:pt x="15" y="11"/>
                      <a:pt x="11" y="17"/>
                    </a:cubicBezTo>
                    <a:cubicBezTo>
                      <a:pt x="8" y="22"/>
                      <a:pt x="2" y="23"/>
                      <a:pt x="0" y="29"/>
                    </a:cubicBezTo>
                    <a:cubicBezTo>
                      <a:pt x="5" y="26"/>
                      <a:pt x="8" y="19"/>
                      <a:pt x="11" y="14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9" name="Freeform 1012">
                <a:extLst>
                  <a:ext uri="{FF2B5EF4-FFF2-40B4-BE49-F238E27FC236}">
                    <a16:creationId xmlns:a16="http://schemas.microsoft.com/office/drawing/2014/main" id="{D18BB8B8-7DA6-453A-8C73-45EEDAD18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206"/>
                <a:ext cx="22" cy="38"/>
              </a:xfrm>
              <a:custGeom>
                <a:avLst/>
                <a:gdLst>
                  <a:gd name="T0" fmla="*/ 42 w 9"/>
                  <a:gd name="T1" fmla="*/ 147 h 15"/>
                  <a:gd name="T2" fmla="*/ 132 w 9"/>
                  <a:gd name="T3" fmla="*/ 129 h 15"/>
                  <a:gd name="T4" fmla="*/ 59 w 9"/>
                  <a:gd name="T5" fmla="*/ 0 h 15"/>
                  <a:gd name="T6" fmla="*/ 71 w 9"/>
                  <a:gd name="T7" fmla="*/ 20 h 15"/>
                  <a:gd name="T8" fmla="*/ 0 w 9"/>
                  <a:gd name="T9" fmla="*/ 24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3" y="9"/>
                    </a:moveTo>
                    <a:cubicBezTo>
                      <a:pt x="4" y="12"/>
                      <a:pt x="9" y="11"/>
                      <a:pt x="9" y="8"/>
                    </a:cubicBezTo>
                    <a:cubicBezTo>
                      <a:pt x="9" y="5"/>
                      <a:pt x="4" y="4"/>
                      <a:pt x="4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4" y="5"/>
                      <a:pt x="2" y="10"/>
                      <a:pt x="0" y="15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0" name="Freeform 1013">
                <a:extLst>
                  <a:ext uri="{FF2B5EF4-FFF2-40B4-BE49-F238E27FC236}">
                    <a16:creationId xmlns:a16="http://schemas.microsoft.com/office/drawing/2014/main" id="{7A2F964E-1430-4E6C-9E06-BB4610A0A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3196"/>
                <a:ext cx="27" cy="25"/>
              </a:xfrm>
              <a:custGeom>
                <a:avLst/>
                <a:gdLst>
                  <a:gd name="T0" fmla="*/ 0 w 11"/>
                  <a:gd name="T1" fmla="*/ 145 h 10"/>
                  <a:gd name="T2" fmla="*/ 133 w 11"/>
                  <a:gd name="T3" fmla="*/ 63 h 10"/>
                  <a:gd name="T4" fmla="*/ 12 w 11"/>
                  <a:gd name="T5" fmla="*/ 0 h 10"/>
                  <a:gd name="T6" fmla="*/ 61 w 11"/>
                  <a:gd name="T7" fmla="*/ 158 h 10"/>
                  <a:gd name="T8" fmla="*/ 29 w 11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9"/>
                    </a:moveTo>
                    <a:cubicBezTo>
                      <a:pt x="3" y="9"/>
                      <a:pt x="11" y="8"/>
                      <a:pt x="9" y="4"/>
                    </a:cubicBezTo>
                    <a:cubicBezTo>
                      <a:pt x="9" y="3"/>
                      <a:pt x="3" y="0"/>
                      <a:pt x="1" y="0"/>
                    </a:cubicBezTo>
                    <a:cubicBezTo>
                      <a:pt x="3" y="2"/>
                      <a:pt x="5" y="6"/>
                      <a:pt x="4" y="10"/>
                    </a:cubicBezTo>
                    <a:cubicBezTo>
                      <a:pt x="3" y="10"/>
                      <a:pt x="2" y="10"/>
                      <a:pt x="2" y="9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1" name="Freeform 1014">
                <a:extLst>
                  <a:ext uri="{FF2B5EF4-FFF2-40B4-BE49-F238E27FC236}">
                    <a16:creationId xmlns:a16="http://schemas.microsoft.com/office/drawing/2014/main" id="{B3F3771D-026A-47C6-83C2-657B4ECBE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166"/>
                <a:ext cx="17" cy="18"/>
              </a:xfrm>
              <a:custGeom>
                <a:avLst/>
                <a:gdLst>
                  <a:gd name="T0" fmla="*/ 0 w 7"/>
                  <a:gd name="T1" fmla="*/ 118 h 7"/>
                  <a:gd name="T2" fmla="*/ 100 w 7"/>
                  <a:gd name="T3" fmla="*/ 33 h 7"/>
                  <a:gd name="T4" fmla="*/ 0 w 7"/>
                  <a:gd name="T5" fmla="*/ 0 h 7"/>
                  <a:gd name="T6" fmla="*/ 12 w 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1" y="7"/>
                      <a:pt x="6" y="4"/>
                      <a:pt x="7" y="2"/>
                    </a:cubicBezTo>
                    <a:cubicBezTo>
                      <a:pt x="5" y="0"/>
                      <a:pt x="3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2" name="Freeform 1015">
                <a:extLst>
                  <a:ext uri="{FF2B5EF4-FFF2-40B4-BE49-F238E27FC236}">
                    <a16:creationId xmlns:a16="http://schemas.microsoft.com/office/drawing/2014/main" id="{A2B8F903-833C-42CE-819D-EE19486CB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3241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20 w 4"/>
                  <a:gd name="T3" fmla="*/ 0 h 4"/>
                  <a:gd name="T4" fmla="*/ 63 w 4"/>
                  <a:gd name="T5" fmla="*/ 63 h 4"/>
                  <a:gd name="T6" fmla="*/ 20 w 4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2" y="1"/>
                      <a:pt x="3" y="3"/>
                      <a:pt x="4" y="4"/>
                    </a:cubicBezTo>
                    <a:cubicBezTo>
                      <a:pt x="3" y="3"/>
                      <a:pt x="2" y="3"/>
                      <a:pt x="1" y="3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3" name="Freeform 1016">
                <a:extLst>
                  <a:ext uri="{FF2B5EF4-FFF2-40B4-BE49-F238E27FC236}">
                    <a16:creationId xmlns:a16="http://schemas.microsoft.com/office/drawing/2014/main" id="{0C86DCDE-1E25-464F-95B5-374A47181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3266"/>
                <a:ext cx="32" cy="35"/>
              </a:xfrm>
              <a:custGeom>
                <a:avLst/>
                <a:gdLst>
                  <a:gd name="T0" fmla="*/ 30 w 13"/>
                  <a:gd name="T1" fmla="*/ 220 h 14"/>
                  <a:gd name="T2" fmla="*/ 194 w 13"/>
                  <a:gd name="T3" fmla="*/ 145 h 14"/>
                  <a:gd name="T4" fmla="*/ 153 w 13"/>
                  <a:gd name="T5" fmla="*/ 33 h 14"/>
                  <a:gd name="T6" fmla="*/ 162 w 13"/>
                  <a:gd name="T7" fmla="*/ 125 h 14"/>
                  <a:gd name="T8" fmla="*/ 91 w 13"/>
                  <a:gd name="T9" fmla="*/ 0 h 14"/>
                  <a:gd name="T10" fmla="*/ 0 w 13"/>
                  <a:gd name="T11" fmla="*/ 18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2" y="14"/>
                    </a:moveTo>
                    <a:cubicBezTo>
                      <a:pt x="5" y="14"/>
                      <a:pt x="12" y="12"/>
                      <a:pt x="13" y="9"/>
                    </a:cubicBezTo>
                    <a:cubicBezTo>
                      <a:pt x="12" y="7"/>
                      <a:pt x="11" y="5"/>
                      <a:pt x="10" y="2"/>
                    </a:cubicBezTo>
                    <a:cubicBezTo>
                      <a:pt x="11" y="4"/>
                      <a:pt x="11" y="6"/>
                      <a:pt x="11" y="8"/>
                    </a:cubicBezTo>
                    <a:cubicBezTo>
                      <a:pt x="9" y="7"/>
                      <a:pt x="8" y="3"/>
                      <a:pt x="6" y="0"/>
                    </a:cubicBezTo>
                    <a:cubicBezTo>
                      <a:pt x="6" y="5"/>
                      <a:pt x="6" y="11"/>
                      <a:pt x="0" y="12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4" name="Freeform 1017">
                <a:extLst>
                  <a:ext uri="{FF2B5EF4-FFF2-40B4-BE49-F238E27FC236}">
                    <a16:creationId xmlns:a16="http://schemas.microsoft.com/office/drawing/2014/main" id="{5736F5B0-559F-47C6-88DD-92C8986AC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171"/>
                <a:ext cx="30" cy="33"/>
              </a:xfrm>
              <a:custGeom>
                <a:avLst/>
                <a:gdLst>
                  <a:gd name="T0" fmla="*/ 125 w 12"/>
                  <a:gd name="T1" fmla="*/ 117 h 13"/>
                  <a:gd name="T2" fmla="*/ 113 w 12"/>
                  <a:gd name="T3" fmla="*/ 160 h 13"/>
                  <a:gd name="T4" fmla="*/ 145 w 12"/>
                  <a:gd name="T5" fmla="*/ 0 h 13"/>
                  <a:gd name="T6" fmla="*/ 175 w 12"/>
                  <a:gd name="T7" fmla="*/ 0 h 13"/>
                  <a:gd name="T8" fmla="*/ 0 w 12"/>
                  <a:gd name="T9" fmla="*/ 2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8" y="7"/>
                    </a:moveTo>
                    <a:cubicBezTo>
                      <a:pt x="7" y="9"/>
                      <a:pt x="7" y="9"/>
                      <a:pt x="7" y="10"/>
                    </a:cubicBezTo>
                    <a:cubicBezTo>
                      <a:pt x="12" y="8"/>
                      <a:pt x="11" y="3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8" y="5"/>
                      <a:pt x="2" y="9"/>
                      <a:pt x="0" y="13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5" name="Freeform 1018">
                <a:extLst>
                  <a:ext uri="{FF2B5EF4-FFF2-40B4-BE49-F238E27FC236}">
                    <a16:creationId xmlns:a16="http://schemas.microsoft.com/office/drawing/2014/main" id="{C007F9DC-283C-4AAE-A5B4-7C55AF711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3156"/>
                <a:ext cx="27" cy="38"/>
              </a:xfrm>
              <a:custGeom>
                <a:avLst/>
                <a:gdLst>
                  <a:gd name="T0" fmla="*/ 42 w 11"/>
                  <a:gd name="T1" fmla="*/ 117 h 15"/>
                  <a:gd name="T2" fmla="*/ 42 w 11"/>
                  <a:gd name="T3" fmla="*/ 20 h 15"/>
                  <a:gd name="T4" fmla="*/ 0 w 11"/>
                  <a:gd name="T5" fmla="*/ 243 h 15"/>
                  <a:gd name="T6" fmla="*/ 12 w 11"/>
                  <a:gd name="T7" fmla="*/ 22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3" y="7"/>
                    </a:moveTo>
                    <a:cubicBezTo>
                      <a:pt x="7" y="4"/>
                      <a:pt x="11" y="0"/>
                      <a:pt x="3" y="1"/>
                    </a:cubicBezTo>
                    <a:cubicBezTo>
                      <a:pt x="5" y="0"/>
                      <a:pt x="7" y="14"/>
                      <a:pt x="0" y="15"/>
                    </a:cubicBezTo>
                    <a:cubicBezTo>
                      <a:pt x="0" y="15"/>
                      <a:pt x="2" y="14"/>
                      <a:pt x="1" y="14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6" name="Freeform 1019">
                <a:extLst>
                  <a:ext uri="{FF2B5EF4-FFF2-40B4-BE49-F238E27FC236}">
                    <a16:creationId xmlns:a16="http://schemas.microsoft.com/office/drawing/2014/main" id="{5340A77F-8EE9-4DA4-9A17-EA0AAFF5E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3244"/>
                <a:ext cx="15" cy="27"/>
              </a:xfrm>
              <a:custGeom>
                <a:avLst/>
                <a:gdLst>
                  <a:gd name="T0" fmla="*/ 0 w 6"/>
                  <a:gd name="T1" fmla="*/ 162 h 11"/>
                  <a:gd name="T2" fmla="*/ 95 w 6"/>
                  <a:gd name="T3" fmla="*/ 61 h 11"/>
                  <a:gd name="T4" fmla="*/ 33 w 6"/>
                  <a:gd name="T5" fmla="*/ 0 h 11"/>
                  <a:gd name="T6" fmla="*/ 33 w 6"/>
                  <a:gd name="T7" fmla="*/ 7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1" y="8"/>
                      <a:pt x="4" y="6"/>
                      <a:pt x="6" y="4"/>
                    </a:cubicBezTo>
                    <a:cubicBezTo>
                      <a:pt x="5" y="3"/>
                      <a:pt x="2" y="3"/>
                      <a:pt x="2" y="0"/>
                    </a:cubicBezTo>
                    <a:cubicBezTo>
                      <a:pt x="5" y="2"/>
                      <a:pt x="5" y="4"/>
                      <a:pt x="2" y="5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7" name="Freeform 1020">
                <a:extLst>
                  <a:ext uri="{FF2B5EF4-FFF2-40B4-BE49-F238E27FC236}">
                    <a16:creationId xmlns:a16="http://schemas.microsoft.com/office/drawing/2014/main" id="{F96108C2-8F16-4978-9D6C-F98506494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3361"/>
                <a:ext cx="17" cy="20"/>
              </a:xfrm>
              <a:custGeom>
                <a:avLst/>
                <a:gdLst>
                  <a:gd name="T0" fmla="*/ 41 w 7"/>
                  <a:gd name="T1" fmla="*/ 113 h 8"/>
                  <a:gd name="T2" fmla="*/ 100 w 7"/>
                  <a:gd name="T3" fmla="*/ 33 h 8"/>
                  <a:gd name="T4" fmla="*/ 0 w 7"/>
                  <a:gd name="T5" fmla="*/ 0 h 8"/>
                  <a:gd name="T6" fmla="*/ 29 w 7"/>
                  <a:gd name="T7" fmla="*/ 113 h 8"/>
                  <a:gd name="T8" fmla="*/ 0 w 7"/>
                  <a:gd name="T9" fmla="*/ 1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7"/>
                    </a:moveTo>
                    <a:cubicBezTo>
                      <a:pt x="4" y="5"/>
                      <a:pt x="6" y="4"/>
                      <a:pt x="7" y="2"/>
                    </a:cubicBezTo>
                    <a:cubicBezTo>
                      <a:pt x="4" y="1"/>
                      <a:pt x="0" y="3"/>
                      <a:pt x="0" y="0"/>
                    </a:cubicBezTo>
                    <a:cubicBezTo>
                      <a:pt x="2" y="2"/>
                      <a:pt x="4" y="5"/>
                      <a:pt x="2" y="7"/>
                    </a:cubicBezTo>
                    <a:cubicBezTo>
                      <a:pt x="2" y="8"/>
                      <a:pt x="1" y="7"/>
                      <a:pt x="0" y="7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8" name="Freeform 1021">
                <a:extLst>
                  <a:ext uri="{FF2B5EF4-FFF2-40B4-BE49-F238E27FC236}">
                    <a16:creationId xmlns:a16="http://schemas.microsoft.com/office/drawing/2014/main" id="{6662927A-9D91-4C50-BB19-88F8B6970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336"/>
                <a:ext cx="13" cy="15"/>
              </a:xfrm>
              <a:custGeom>
                <a:avLst/>
                <a:gdLst>
                  <a:gd name="T0" fmla="*/ 68 w 5"/>
                  <a:gd name="T1" fmla="*/ 83 h 6"/>
                  <a:gd name="T2" fmla="*/ 88 w 5"/>
                  <a:gd name="T3" fmla="*/ 50 h 6"/>
                  <a:gd name="T4" fmla="*/ 0 w 5"/>
                  <a:gd name="T5" fmla="*/ 0 h 6"/>
                  <a:gd name="T6" fmla="*/ 34 w 5"/>
                  <a:gd name="T7" fmla="*/ 9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3" y="6"/>
                      <a:pt x="4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0" y="2"/>
                      <a:pt x="1" y="5"/>
                      <a:pt x="2" y="6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9" name="Freeform 1022">
                <a:extLst>
                  <a:ext uri="{FF2B5EF4-FFF2-40B4-BE49-F238E27FC236}">
                    <a16:creationId xmlns:a16="http://schemas.microsoft.com/office/drawing/2014/main" id="{53127C59-3B4E-4041-BC66-A40D54206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3341"/>
                <a:ext cx="20" cy="43"/>
              </a:xfrm>
              <a:custGeom>
                <a:avLst/>
                <a:gdLst>
                  <a:gd name="T0" fmla="*/ 95 w 8"/>
                  <a:gd name="T1" fmla="*/ 243 h 17"/>
                  <a:gd name="T2" fmla="*/ 20 w 8"/>
                  <a:gd name="T3" fmla="*/ 180 h 17"/>
                  <a:gd name="T4" fmla="*/ 113 w 8"/>
                  <a:gd name="T5" fmla="*/ 0 h 17"/>
                  <a:gd name="T6" fmla="*/ 63 w 8"/>
                  <a:gd name="T7" fmla="*/ 210 h 17"/>
                  <a:gd name="T8" fmla="*/ 83 w 8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7">
                    <a:moveTo>
                      <a:pt x="6" y="15"/>
                    </a:moveTo>
                    <a:cubicBezTo>
                      <a:pt x="4" y="15"/>
                      <a:pt x="0" y="17"/>
                      <a:pt x="1" y="11"/>
                    </a:cubicBezTo>
                    <a:cubicBezTo>
                      <a:pt x="2" y="8"/>
                      <a:pt x="5" y="3"/>
                      <a:pt x="7" y="0"/>
                    </a:cubicBezTo>
                    <a:cubicBezTo>
                      <a:pt x="8" y="5"/>
                      <a:pt x="6" y="8"/>
                      <a:pt x="4" y="13"/>
                    </a:cubicBezTo>
                    <a:cubicBezTo>
                      <a:pt x="4" y="13"/>
                      <a:pt x="4" y="13"/>
                      <a:pt x="5" y="14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0" name="Freeform 1023">
                <a:extLst>
                  <a:ext uri="{FF2B5EF4-FFF2-40B4-BE49-F238E27FC236}">
                    <a16:creationId xmlns:a16="http://schemas.microsoft.com/office/drawing/2014/main" id="{096F862B-E99E-4ACE-BC04-586D6254D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3296"/>
                <a:ext cx="20" cy="25"/>
              </a:xfrm>
              <a:custGeom>
                <a:avLst/>
                <a:gdLst>
                  <a:gd name="T0" fmla="*/ 0 w 8"/>
                  <a:gd name="T1" fmla="*/ 158 h 10"/>
                  <a:gd name="T2" fmla="*/ 125 w 8"/>
                  <a:gd name="T3" fmla="*/ 95 h 10"/>
                  <a:gd name="T4" fmla="*/ 63 w 8"/>
                  <a:gd name="T5" fmla="*/ 0 h 10"/>
                  <a:gd name="T6" fmla="*/ 33 w 8"/>
                  <a:gd name="T7" fmla="*/ 12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2" y="8"/>
                      <a:pt x="6" y="9"/>
                      <a:pt x="8" y="6"/>
                    </a:cubicBezTo>
                    <a:cubicBezTo>
                      <a:pt x="5" y="5"/>
                      <a:pt x="4" y="3"/>
                      <a:pt x="4" y="0"/>
                    </a:cubicBezTo>
                    <a:cubicBezTo>
                      <a:pt x="4" y="2"/>
                      <a:pt x="4" y="6"/>
                      <a:pt x="2" y="8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1" name="Freeform 1024">
                <a:extLst>
                  <a:ext uri="{FF2B5EF4-FFF2-40B4-BE49-F238E27FC236}">
                    <a16:creationId xmlns:a16="http://schemas.microsoft.com/office/drawing/2014/main" id="{755864BC-F3FA-4C91-82B7-63899A70A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3276"/>
                <a:ext cx="17" cy="15"/>
              </a:xfrm>
              <a:custGeom>
                <a:avLst/>
                <a:gdLst>
                  <a:gd name="T0" fmla="*/ 0 w 7"/>
                  <a:gd name="T1" fmla="*/ 95 h 6"/>
                  <a:gd name="T2" fmla="*/ 41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2" y="5"/>
                      <a:pt x="7" y="3"/>
                      <a:pt x="3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2" name="Freeform 1025">
                <a:extLst>
                  <a:ext uri="{FF2B5EF4-FFF2-40B4-BE49-F238E27FC236}">
                    <a16:creationId xmlns:a16="http://schemas.microsoft.com/office/drawing/2014/main" id="{A70179A3-9144-4237-82F4-B44C2EBBE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3239"/>
                <a:ext cx="15" cy="12"/>
              </a:xfrm>
              <a:custGeom>
                <a:avLst/>
                <a:gdLst>
                  <a:gd name="T0" fmla="*/ 0 w 6"/>
                  <a:gd name="T1" fmla="*/ 58 h 5"/>
                  <a:gd name="T2" fmla="*/ 50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3" y="5"/>
                      <a:pt x="6" y="2"/>
                      <a:pt x="3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3" name="Freeform 1026">
                <a:extLst>
                  <a:ext uri="{FF2B5EF4-FFF2-40B4-BE49-F238E27FC236}">
                    <a16:creationId xmlns:a16="http://schemas.microsoft.com/office/drawing/2014/main" id="{968037AE-AC9F-46EB-89DD-6E60A9D72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214"/>
                <a:ext cx="17" cy="30"/>
              </a:xfrm>
              <a:custGeom>
                <a:avLst/>
                <a:gdLst>
                  <a:gd name="T0" fmla="*/ 0 w 7"/>
                  <a:gd name="T1" fmla="*/ 175 h 12"/>
                  <a:gd name="T2" fmla="*/ 87 w 7"/>
                  <a:gd name="T3" fmla="*/ 113 h 12"/>
                  <a:gd name="T4" fmla="*/ 58 w 7"/>
                  <a:gd name="T5" fmla="*/ 83 h 12"/>
                  <a:gd name="T6" fmla="*/ 100 w 7"/>
                  <a:gd name="T7" fmla="*/ 0 h 12"/>
                  <a:gd name="T8" fmla="*/ 29 w 7"/>
                  <a:gd name="T9" fmla="*/ 12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3" y="12"/>
                      <a:pt x="5" y="9"/>
                      <a:pt x="6" y="7"/>
                    </a:cubicBezTo>
                    <a:cubicBezTo>
                      <a:pt x="6" y="6"/>
                      <a:pt x="4" y="5"/>
                      <a:pt x="4" y="5"/>
                    </a:cubicBezTo>
                    <a:cubicBezTo>
                      <a:pt x="4" y="3"/>
                      <a:pt x="6" y="1"/>
                      <a:pt x="7" y="0"/>
                    </a:cubicBezTo>
                    <a:cubicBezTo>
                      <a:pt x="5" y="3"/>
                      <a:pt x="5" y="7"/>
                      <a:pt x="2" y="8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4" name="Freeform 1027">
                <a:extLst>
                  <a:ext uri="{FF2B5EF4-FFF2-40B4-BE49-F238E27FC236}">
                    <a16:creationId xmlns:a16="http://schemas.microsoft.com/office/drawing/2014/main" id="{4F85F097-A5B6-43C9-B8D3-663CAA52D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194"/>
                <a:ext cx="20" cy="17"/>
              </a:xfrm>
              <a:custGeom>
                <a:avLst/>
                <a:gdLst>
                  <a:gd name="T0" fmla="*/ 63 w 8"/>
                  <a:gd name="T1" fmla="*/ 100 h 7"/>
                  <a:gd name="T2" fmla="*/ 0 w 8"/>
                  <a:gd name="T3" fmla="*/ 70 h 7"/>
                  <a:gd name="T4" fmla="*/ 125 w 8"/>
                  <a:gd name="T5" fmla="*/ 0 h 7"/>
                  <a:gd name="T6" fmla="*/ 83 w 8"/>
                  <a:gd name="T7" fmla="*/ 5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4" y="7"/>
                    </a:moveTo>
                    <a:cubicBezTo>
                      <a:pt x="4" y="7"/>
                      <a:pt x="1" y="6"/>
                      <a:pt x="0" y="5"/>
                    </a:cubicBezTo>
                    <a:cubicBezTo>
                      <a:pt x="3" y="4"/>
                      <a:pt x="8" y="5"/>
                      <a:pt x="8" y="0"/>
                    </a:cubicBezTo>
                    <a:cubicBezTo>
                      <a:pt x="7" y="2"/>
                      <a:pt x="7" y="3"/>
                      <a:pt x="5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5" name="Freeform 1028">
                <a:extLst>
                  <a:ext uri="{FF2B5EF4-FFF2-40B4-BE49-F238E27FC236}">
                    <a16:creationId xmlns:a16="http://schemas.microsoft.com/office/drawing/2014/main" id="{FFE93DA7-2F2D-4398-8C14-0A6AC7985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169"/>
                <a:ext cx="20" cy="20"/>
              </a:xfrm>
              <a:custGeom>
                <a:avLst/>
                <a:gdLst>
                  <a:gd name="T0" fmla="*/ 33 w 8"/>
                  <a:gd name="T1" fmla="*/ 125 h 8"/>
                  <a:gd name="T2" fmla="*/ 125 w 8"/>
                  <a:gd name="T3" fmla="*/ 95 h 8"/>
                  <a:gd name="T4" fmla="*/ 95 w 8"/>
                  <a:gd name="T5" fmla="*/ 0 h 8"/>
                  <a:gd name="T6" fmla="*/ 0 w 8"/>
                  <a:gd name="T7" fmla="*/ 95 h 8"/>
                  <a:gd name="T8" fmla="*/ 0 w 8"/>
                  <a:gd name="T9" fmla="*/ 8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8"/>
                    </a:moveTo>
                    <a:cubicBezTo>
                      <a:pt x="4" y="7"/>
                      <a:pt x="6" y="7"/>
                      <a:pt x="8" y="6"/>
                    </a:cubicBezTo>
                    <a:cubicBezTo>
                      <a:pt x="6" y="4"/>
                      <a:pt x="5" y="3"/>
                      <a:pt x="6" y="0"/>
                    </a:cubicBezTo>
                    <a:cubicBezTo>
                      <a:pt x="4" y="2"/>
                      <a:pt x="2" y="5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6" name="Freeform 1029">
                <a:extLst>
                  <a:ext uri="{FF2B5EF4-FFF2-40B4-BE49-F238E27FC236}">
                    <a16:creationId xmlns:a16="http://schemas.microsoft.com/office/drawing/2014/main" id="{1D1A65E9-F6FE-4363-9A14-7F4DCD205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3219"/>
                <a:ext cx="10" cy="5"/>
              </a:xfrm>
              <a:custGeom>
                <a:avLst/>
                <a:gdLst>
                  <a:gd name="T0" fmla="*/ 33 w 4"/>
                  <a:gd name="T1" fmla="*/ 20 h 2"/>
                  <a:gd name="T2" fmla="*/ 63 w 4"/>
                  <a:gd name="T3" fmla="*/ 33 h 2"/>
                  <a:gd name="T4" fmla="*/ 0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2" y="1"/>
                      <a:pt x="3" y="2"/>
                      <a:pt x="4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7" name="Freeform 1030">
                <a:extLst>
                  <a:ext uri="{FF2B5EF4-FFF2-40B4-BE49-F238E27FC236}">
                    <a16:creationId xmlns:a16="http://schemas.microsoft.com/office/drawing/2014/main" id="{7840D107-7645-4EB3-862F-F551DB795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261"/>
                <a:ext cx="8" cy="25"/>
              </a:xfrm>
              <a:custGeom>
                <a:avLst/>
                <a:gdLst>
                  <a:gd name="T0" fmla="*/ 21 w 3"/>
                  <a:gd name="T1" fmla="*/ 83 h 10"/>
                  <a:gd name="T2" fmla="*/ 21 w 3"/>
                  <a:gd name="T3" fmla="*/ 63 h 10"/>
                  <a:gd name="T4" fmla="*/ 0 w 3"/>
                  <a:gd name="T5" fmla="*/ 125 h 10"/>
                  <a:gd name="T6" fmla="*/ 35 w 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0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10"/>
                      <a:pt x="0" y="8"/>
                    </a:cubicBezTo>
                    <a:cubicBezTo>
                      <a:pt x="0" y="6"/>
                      <a:pt x="1" y="0"/>
                      <a:pt x="2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8" name="Freeform 1031">
                <a:extLst>
                  <a:ext uri="{FF2B5EF4-FFF2-40B4-BE49-F238E27FC236}">
                    <a16:creationId xmlns:a16="http://schemas.microsoft.com/office/drawing/2014/main" id="{780EB9FD-2F2C-4073-ADFC-8E17868E4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234"/>
                <a:ext cx="12" cy="15"/>
              </a:xfrm>
              <a:custGeom>
                <a:avLst/>
                <a:gdLst>
                  <a:gd name="T0" fmla="*/ 41 w 5"/>
                  <a:gd name="T1" fmla="*/ 63 h 6"/>
                  <a:gd name="T2" fmla="*/ 29 w 5"/>
                  <a:gd name="T3" fmla="*/ 83 h 6"/>
                  <a:gd name="T4" fmla="*/ 70 w 5"/>
                  <a:gd name="T5" fmla="*/ 83 h 6"/>
                  <a:gd name="T6" fmla="*/ 29 w 5"/>
                  <a:gd name="T7" fmla="*/ 0 h 6"/>
                  <a:gd name="T8" fmla="*/ 0 w 5"/>
                  <a:gd name="T9" fmla="*/ 8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4"/>
                    </a:moveTo>
                    <a:cubicBezTo>
                      <a:pt x="3" y="5"/>
                      <a:pt x="2" y="5"/>
                      <a:pt x="2" y="5"/>
                    </a:cubicBezTo>
                    <a:cubicBezTo>
                      <a:pt x="3" y="6"/>
                      <a:pt x="4" y="6"/>
                      <a:pt x="5" y="5"/>
                    </a:cubicBezTo>
                    <a:cubicBezTo>
                      <a:pt x="4" y="3"/>
                      <a:pt x="1" y="3"/>
                      <a:pt x="2" y="0"/>
                    </a:cubicBez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9" name="Freeform 1032">
                <a:extLst>
                  <a:ext uri="{FF2B5EF4-FFF2-40B4-BE49-F238E27FC236}">
                    <a16:creationId xmlns:a16="http://schemas.microsoft.com/office/drawing/2014/main" id="{D4C2E40C-98F0-4373-85DC-8240E6EC3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3314"/>
                <a:ext cx="35" cy="22"/>
              </a:xfrm>
              <a:custGeom>
                <a:avLst/>
                <a:gdLst>
                  <a:gd name="T0" fmla="*/ 145 w 14"/>
                  <a:gd name="T1" fmla="*/ 103 h 9"/>
                  <a:gd name="T2" fmla="*/ 145 w 14"/>
                  <a:gd name="T3" fmla="*/ 120 h 9"/>
                  <a:gd name="T4" fmla="*/ 220 w 14"/>
                  <a:gd name="T5" fmla="*/ 90 h 9"/>
                  <a:gd name="T6" fmla="*/ 175 w 14"/>
                  <a:gd name="T7" fmla="*/ 0 h 9"/>
                  <a:gd name="T8" fmla="*/ 125 w 14"/>
                  <a:gd name="T9" fmla="*/ 103 h 9"/>
                  <a:gd name="T10" fmla="*/ 0 w 14"/>
                  <a:gd name="T11" fmla="*/ 120 h 9"/>
                  <a:gd name="T12" fmla="*/ 0 w 14"/>
                  <a:gd name="T13" fmla="*/ 132 h 9"/>
                  <a:gd name="T14" fmla="*/ 50 w 14"/>
                  <a:gd name="T15" fmla="*/ 132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9">
                    <a:moveTo>
                      <a:pt x="9" y="7"/>
                    </a:moveTo>
                    <a:cubicBezTo>
                      <a:pt x="9" y="7"/>
                      <a:pt x="9" y="7"/>
                      <a:pt x="9" y="8"/>
                    </a:cubicBezTo>
                    <a:cubicBezTo>
                      <a:pt x="11" y="8"/>
                      <a:pt x="12" y="7"/>
                      <a:pt x="14" y="6"/>
                    </a:cubicBezTo>
                    <a:cubicBezTo>
                      <a:pt x="11" y="5"/>
                      <a:pt x="10" y="3"/>
                      <a:pt x="11" y="0"/>
                    </a:cubicBezTo>
                    <a:cubicBezTo>
                      <a:pt x="10" y="3"/>
                      <a:pt x="10" y="5"/>
                      <a:pt x="8" y="7"/>
                    </a:cubicBezTo>
                    <a:cubicBezTo>
                      <a:pt x="5" y="8"/>
                      <a:pt x="2" y="7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2" y="9"/>
                      <a:pt x="3" y="9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0" name="Freeform 1033">
                <a:extLst>
                  <a:ext uri="{FF2B5EF4-FFF2-40B4-BE49-F238E27FC236}">
                    <a16:creationId xmlns:a16="http://schemas.microsoft.com/office/drawing/2014/main" id="{FE6DE290-7BE6-4CF5-8BD4-2AAF9048B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3356"/>
                <a:ext cx="22" cy="25"/>
              </a:xfrm>
              <a:custGeom>
                <a:avLst/>
                <a:gdLst>
                  <a:gd name="T0" fmla="*/ 90 w 9"/>
                  <a:gd name="T1" fmla="*/ 95 h 10"/>
                  <a:gd name="T2" fmla="*/ 71 w 9"/>
                  <a:gd name="T3" fmla="*/ 95 h 10"/>
                  <a:gd name="T4" fmla="*/ 132 w 9"/>
                  <a:gd name="T5" fmla="*/ 63 h 10"/>
                  <a:gd name="T6" fmla="*/ 71 w 9"/>
                  <a:gd name="T7" fmla="*/ 0 h 10"/>
                  <a:gd name="T8" fmla="*/ 0 w 9"/>
                  <a:gd name="T9" fmla="*/ 158 h 10"/>
                  <a:gd name="T10" fmla="*/ 42 w 9"/>
                  <a:gd name="T11" fmla="*/ 15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6" y="6"/>
                    </a:moveTo>
                    <a:cubicBezTo>
                      <a:pt x="5" y="6"/>
                      <a:pt x="5" y="7"/>
                      <a:pt x="5" y="6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8" y="3"/>
                      <a:pt x="4" y="2"/>
                      <a:pt x="5" y="0"/>
                    </a:cubicBezTo>
                    <a:cubicBezTo>
                      <a:pt x="8" y="3"/>
                      <a:pt x="3" y="8"/>
                      <a:pt x="0" y="10"/>
                    </a:cubicBezTo>
                    <a:cubicBezTo>
                      <a:pt x="1" y="10"/>
                      <a:pt x="2" y="10"/>
                      <a:pt x="3" y="1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1" name="Freeform 1034">
                <a:extLst>
                  <a:ext uri="{FF2B5EF4-FFF2-40B4-BE49-F238E27FC236}">
                    <a16:creationId xmlns:a16="http://schemas.microsoft.com/office/drawing/2014/main" id="{7E174B79-0670-4078-9A06-9CEC7E489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391"/>
                <a:ext cx="8" cy="10"/>
              </a:xfrm>
              <a:custGeom>
                <a:avLst/>
                <a:gdLst>
                  <a:gd name="T0" fmla="*/ 35 w 3"/>
                  <a:gd name="T1" fmla="*/ 63 h 4"/>
                  <a:gd name="T2" fmla="*/ 21 w 3"/>
                  <a:gd name="T3" fmla="*/ 0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3"/>
                      <a:pt x="3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2" name="Freeform 1035">
                <a:extLst>
                  <a:ext uri="{FF2B5EF4-FFF2-40B4-BE49-F238E27FC236}">
                    <a16:creationId xmlns:a16="http://schemas.microsoft.com/office/drawing/2014/main" id="{C4E6FFF9-1996-4C01-BE7A-1AA27D83F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386"/>
                <a:ext cx="10" cy="20"/>
              </a:xfrm>
              <a:custGeom>
                <a:avLst/>
                <a:gdLst>
                  <a:gd name="T0" fmla="*/ 20 w 4"/>
                  <a:gd name="T1" fmla="*/ 125 h 8"/>
                  <a:gd name="T2" fmla="*/ 63 w 4"/>
                  <a:gd name="T3" fmla="*/ 83 h 8"/>
                  <a:gd name="T4" fmla="*/ 63 w 4"/>
                  <a:gd name="T5" fmla="*/ 0 h 8"/>
                  <a:gd name="T6" fmla="*/ 0 w 4"/>
                  <a:gd name="T7" fmla="*/ 12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1" y="8"/>
                    </a:moveTo>
                    <a:cubicBezTo>
                      <a:pt x="0" y="7"/>
                      <a:pt x="4" y="7"/>
                      <a:pt x="4" y="5"/>
                    </a:cubicBezTo>
                    <a:cubicBezTo>
                      <a:pt x="4" y="3"/>
                      <a:pt x="1" y="2"/>
                      <a:pt x="4" y="0"/>
                    </a:cubicBezTo>
                    <a:cubicBezTo>
                      <a:pt x="3" y="3"/>
                      <a:pt x="2" y="6"/>
                      <a:pt x="0" y="8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3" name="Freeform 1036">
                <a:extLst>
                  <a:ext uri="{FF2B5EF4-FFF2-40B4-BE49-F238E27FC236}">
                    <a16:creationId xmlns:a16="http://schemas.microsoft.com/office/drawing/2014/main" id="{65F3E86C-FDCD-49B6-9A59-B45325CDA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3329"/>
                <a:ext cx="32" cy="22"/>
              </a:xfrm>
              <a:custGeom>
                <a:avLst/>
                <a:gdLst>
                  <a:gd name="T0" fmla="*/ 103 w 13"/>
                  <a:gd name="T1" fmla="*/ 90 h 9"/>
                  <a:gd name="T2" fmla="*/ 103 w 13"/>
                  <a:gd name="T3" fmla="*/ 90 h 9"/>
                  <a:gd name="T4" fmla="*/ 194 w 13"/>
                  <a:gd name="T5" fmla="*/ 59 h 9"/>
                  <a:gd name="T6" fmla="*/ 153 w 13"/>
                  <a:gd name="T7" fmla="*/ 0 h 9"/>
                  <a:gd name="T8" fmla="*/ 0 w 13"/>
                  <a:gd name="T9" fmla="*/ 103 h 9"/>
                  <a:gd name="T10" fmla="*/ 74 w 13"/>
                  <a:gd name="T11" fmla="*/ 132 h 9"/>
                  <a:gd name="T12" fmla="*/ 74 w 13"/>
                  <a:gd name="T13" fmla="*/ 9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13" y="3"/>
                      <a:pt x="10" y="1"/>
                      <a:pt x="10" y="0"/>
                    </a:cubicBezTo>
                    <a:cubicBezTo>
                      <a:pt x="9" y="3"/>
                      <a:pt x="3" y="8"/>
                      <a:pt x="0" y="7"/>
                    </a:cubicBezTo>
                    <a:cubicBezTo>
                      <a:pt x="1" y="9"/>
                      <a:pt x="3" y="8"/>
                      <a:pt x="5" y="9"/>
                    </a:cubicBezTo>
                    <a:cubicBezTo>
                      <a:pt x="5" y="8"/>
                      <a:pt x="5" y="6"/>
                      <a:pt x="5" y="6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4" name="Freeform 1037">
                <a:extLst>
                  <a:ext uri="{FF2B5EF4-FFF2-40B4-BE49-F238E27FC236}">
                    <a16:creationId xmlns:a16="http://schemas.microsoft.com/office/drawing/2014/main" id="{3D03DA75-8F87-4113-880A-265A44EE5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3254"/>
                <a:ext cx="27" cy="32"/>
              </a:xfrm>
              <a:custGeom>
                <a:avLst/>
                <a:gdLst>
                  <a:gd name="T0" fmla="*/ 71 w 11"/>
                  <a:gd name="T1" fmla="*/ 74 h 13"/>
                  <a:gd name="T2" fmla="*/ 162 w 11"/>
                  <a:gd name="T3" fmla="*/ 0 h 13"/>
                  <a:gd name="T4" fmla="*/ 91 w 11"/>
                  <a:gd name="T5" fmla="*/ 30 h 13"/>
                  <a:gd name="T6" fmla="*/ 71 w 11"/>
                  <a:gd name="T7" fmla="*/ 103 h 13"/>
                  <a:gd name="T8" fmla="*/ 12 w 11"/>
                  <a:gd name="T9" fmla="*/ 162 h 13"/>
                  <a:gd name="T10" fmla="*/ 91 w 11"/>
                  <a:gd name="T11" fmla="*/ 182 h 13"/>
                  <a:gd name="T12" fmla="*/ 61 w 11"/>
                  <a:gd name="T13" fmla="*/ 15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5" y="5"/>
                    </a:moveTo>
                    <a:cubicBezTo>
                      <a:pt x="8" y="5"/>
                      <a:pt x="10" y="1"/>
                      <a:pt x="11" y="0"/>
                    </a:cubicBezTo>
                    <a:cubicBezTo>
                      <a:pt x="10" y="0"/>
                      <a:pt x="7" y="0"/>
                      <a:pt x="6" y="2"/>
                    </a:cubicBezTo>
                    <a:cubicBezTo>
                      <a:pt x="5" y="3"/>
                      <a:pt x="6" y="5"/>
                      <a:pt x="5" y="7"/>
                    </a:cubicBezTo>
                    <a:cubicBezTo>
                      <a:pt x="4" y="8"/>
                      <a:pt x="0" y="9"/>
                      <a:pt x="1" y="11"/>
                    </a:cubicBezTo>
                    <a:cubicBezTo>
                      <a:pt x="1" y="13"/>
                      <a:pt x="4" y="12"/>
                      <a:pt x="6" y="12"/>
                    </a:cubicBezTo>
                    <a:cubicBezTo>
                      <a:pt x="5" y="11"/>
                      <a:pt x="4" y="10"/>
                      <a:pt x="4" y="1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5" name="Freeform 1038">
                <a:extLst>
                  <a:ext uri="{FF2B5EF4-FFF2-40B4-BE49-F238E27FC236}">
                    <a16:creationId xmlns:a16="http://schemas.microsoft.com/office/drawing/2014/main" id="{1E31C525-F1E4-47BB-B2E7-0A83EC271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3219"/>
                <a:ext cx="25" cy="17"/>
              </a:xfrm>
              <a:custGeom>
                <a:avLst/>
                <a:gdLst>
                  <a:gd name="T0" fmla="*/ 83 w 10"/>
                  <a:gd name="T1" fmla="*/ 70 h 7"/>
                  <a:gd name="T2" fmla="*/ 95 w 10"/>
                  <a:gd name="T3" fmla="*/ 100 h 7"/>
                  <a:gd name="T4" fmla="*/ 113 w 10"/>
                  <a:gd name="T5" fmla="*/ 0 h 7"/>
                  <a:gd name="T6" fmla="*/ 63 w 10"/>
                  <a:gd name="T7" fmla="*/ 10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5" y="5"/>
                    </a:moveTo>
                    <a:cubicBezTo>
                      <a:pt x="5" y="6"/>
                      <a:pt x="5" y="7"/>
                      <a:pt x="6" y="7"/>
                    </a:cubicBezTo>
                    <a:cubicBezTo>
                      <a:pt x="0" y="5"/>
                      <a:pt x="7" y="2"/>
                      <a:pt x="7" y="0"/>
                    </a:cubicBezTo>
                    <a:cubicBezTo>
                      <a:pt x="10" y="5"/>
                      <a:pt x="3" y="4"/>
                      <a:pt x="4" y="7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6" name="Freeform 1039">
                <a:extLst>
                  <a:ext uri="{FF2B5EF4-FFF2-40B4-BE49-F238E27FC236}">
                    <a16:creationId xmlns:a16="http://schemas.microsoft.com/office/drawing/2014/main" id="{DD560346-0112-4B71-9A59-574AC76B1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264"/>
                <a:ext cx="17" cy="27"/>
              </a:xfrm>
              <a:custGeom>
                <a:avLst/>
                <a:gdLst>
                  <a:gd name="T0" fmla="*/ 0 w 7"/>
                  <a:gd name="T1" fmla="*/ 162 h 11"/>
                  <a:gd name="T2" fmla="*/ 58 w 7"/>
                  <a:gd name="T3" fmla="*/ 162 h 11"/>
                  <a:gd name="T4" fmla="*/ 100 w 7"/>
                  <a:gd name="T5" fmla="*/ 0 h 11"/>
                  <a:gd name="T6" fmla="*/ 0 w 7"/>
                  <a:gd name="T7" fmla="*/ 15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1" y="11"/>
                      <a:pt x="3" y="11"/>
                      <a:pt x="4" y="11"/>
                    </a:cubicBezTo>
                    <a:cubicBezTo>
                      <a:pt x="0" y="8"/>
                      <a:pt x="6" y="3"/>
                      <a:pt x="7" y="0"/>
                    </a:cubicBezTo>
                    <a:cubicBezTo>
                      <a:pt x="4" y="2"/>
                      <a:pt x="3" y="7"/>
                      <a:pt x="0" y="1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7" name="Freeform 1040">
                <a:extLst>
                  <a:ext uri="{FF2B5EF4-FFF2-40B4-BE49-F238E27FC236}">
                    <a16:creationId xmlns:a16="http://schemas.microsoft.com/office/drawing/2014/main" id="{3DC0C24A-903B-4A29-9AC0-2F9801B72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316"/>
                <a:ext cx="10" cy="15"/>
              </a:xfrm>
              <a:custGeom>
                <a:avLst/>
                <a:gdLst>
                  <a:gd name="T0" fmla="*/ 20 w 4"/>
                  <a:gd name="T1" fmla="*/ 83 h 6"/>
                  <a:gd name="T2" fmla="*/ 63 w 4"/>
                  <a:gd name="T3" fmla="*/ 83 h 6"/>
                  <a:gd name="T4" fmla="*/ 63 w 4"/>
                  <a:gd name="T5" fmla="*/ 0 h 6"/>
                  <a:gd name="T6" fmla="*/ 0 w 4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1" y="5"/>
                    </a:moveTo>
                    <a:cubicBezTo>
                      <a:pt x="2" y="5"/>
                      <a:pt x="3" y="6"/>
                      <a:pt x="4" y="5"/>
                    </a:cubicBezTo>
                    <a:cubicBezTo>
                      <a:pt x="1" y="4"/>
                      <a:pt x="3" y="2"/>
                      <a:pt x="4" y="0"/>
                    </a:cubicBezTo>
                    <a:cubicBezTo>
                      <a:pt x="3" y="1"/>
                      <a:pt x="2" y="4"/>
                      <a:pt x="0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8" name="Freeform 1041">
                <a:extLst>
                  <a:ext uri="{FF2B5EF4-FFF2-40B4-BE49-F238E27FC236}">
                    <a16:creationId xmlns:a16="http://schemas.microsoft.com/office/drawing/2014/main" id="{F0E6E58E-BADC-4ED4-A801-75185EAB2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234"/>
                <a:ext cx="40" cy="92"/>
              </a:xfrm>
              <a:custGeom>
                <a:avLst/>
                <a:gdLst>
                  <a:gd name="T0" fmla="*/ 145 w 16"/>
                  <a:gd name="T1" fmla="*/ 291 h 37"/>
                  <a:gd name="T2" fmla="*/ 238 w 16"/>
                  <a:gd name="T3" fmla="*/ 124 h 37"/>
                  <a:gd name="T4" fmla="*/ 125 w 16"/>
                  <a:gd name="T5" fmla="*/ 186 h 37"/>
                  <a:gd name="T6" fmla="*/ 95 w 16"/>
                  <a:gd name="T7" fmla="*/ 92 h 37"/>
                  <a:gd name="T8" fmla="*/ 83 w 16"/>
                  <a:gd name="T9" fmla="*/ 0 h 37"/>
                  <a:gd name="T10" fmla="*/ 83 w 16"/>
                  <a:gd name="T11" fmla="*/ 75 h 37"/>
                  <a:gd name="T12" fmla="*/ 63 w 16"/>
                  <a:gd name="T13" fmla="*/ 154 h 37"/>
                  <a:gd name="T14" fmla="*/ 63 w 16"/>
                  <a:gd name="T15" fmla="*/ 216 h 37"/>
                  <a:gd name="T16" fmla="*/ 145 w 16"/>
                  <a:gd name="T17" fmla="*/ 229 h 37"/>
                  <a:gd name="T18" fmla="*/ 125 w 16"/>
                  <a:gd name="T19" fmla="*/ 321 h 37"/>
                  <a:gd name="T20" fmla="*/ 125 w 16"/>
                  <a:gd name="T21" fmla="*/ 403 h 37"/>
                  <a:gd name="T22" fmla="*/ 63 w 16"/>
                  <a:gd name="T23" fmla="*/ 445 h 37"/>
                  <a:gd name="T24" fmla="*/ 83 w 16"/>
                  <a:gd name="T25" fmla="*/ 569 h 37"/>
                  <a:gd name="T26" fmla="*/ 113 w 16"/>
                  <a:gd name="T27" fmla="*/ 415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37">
                    <a:moveTo>
                      <a:pt x="9" y="19"/>
                    </a:moveTo>
                    <a:cubicBezTo>
                      <a:pt x="10" y="17"/>
                      <a:pt x="16" y="10"/>
                      <a:pt x="15" y="8"/>
                    </a:cubicBezTo>
                    <a:cubicBezTo>
                      <a:pt x="11" y="8"/>
                      <a:pt x="11" y="11"/>
                      <a:pt x="8" y="12"/>
                    </a:cubicBezTo>
                    <a:cubicBezTo>
                      <a:pt x="5" y="12"/>
                      <a:pt x="5" y="8"/>
                      <a:pt x="6" y="6"/>
                    </a:cubicBezTo>
                    <a:cubicBezTo>
                      <a:pt x="6" y="4"/>
                      <a:pt x="8" y="0"/>
                      <a:pt x="5" y="0"/>
                    </a:cubicBezTo>
                    <a:cubicBezTo>
                      <a:pt x="1" y="0"/>
                      <a:pt x="3" y="4"/>
                      <a:pt x="5" y="5"/>
                    </a:cubicBezTo>
                    <a:cubicBezTo>
                      <a:pt x="3" y="7"/>
                      <a:pt x="4" y="8"/>
                      <a:pt x="4" y="10"/>
                    </a:cubicBezTo>
                    <a:cubicBezTo>
                      <a:pt x="4" y="10"/>
                      <a:pt x="4" y="14"/>
                      <a:pt x="4" y="14"/>
                    </a:cubicBezTo>
                    <a:cubicBezTo>
                      <a:pt x="6" y="16"/>
                      <a:pt x="7" y="13"/>
                      <a:pt x="9" y="15"/>
                    </a:cubicBezTo>
                    <a:cubicBezTo>
                      <a:pt x="10" y="16"/>
                      <a:pt x="8" y="19"/>
                      <a:pt x="8" y="21"/>
                    </a:cubicBezTo>
                    <a:cubicBezTo>
                      <a:pt x="8" y="22"/>
                      <a:pt x="8" y="25"/>
                      <a:pt x="8" y="26"/>
                    </a:cubicBezTo>
                    <a:cubicBezTo>
                      <a:pt x="8" y="28"/>
                      <a:pt x="6" y="28"/>
                      <a:pt x="4" y="29"/>
                    </a:cubicBezTo>
                    <a:cubicBezTo>
                      <a:pt x="0" y="33"/>
                      <a:pt x="0" y="34"/>
                      <a:pt x="5" y="37"/>
                    </a:cubicBezTo>
                    <a:cubicBezTo>
                      <a:pt x="5" y="33"/>
                      <a:pt x="7" y="31"/>
                      <a:pt x="7" y="27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9" name="Freeform 1042">
                <a:extLst>
                  <a:ext uri="{FF2B5EF4-FFF2-40B4-BE49-F238E27FC236}">
                    <a16:creationId xmlns:a16="http://schemas.microsoft.com/office/drawing/2014/main" id="{71DB757B-D1AE-436D-9F81-8AD123EA5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3279"/>
                <a:ext cx="52" cy="47"/>
              </a:xfrm>
              <a:custGeom>
                <a:avLst/>
                <a:gdLst>
                  <a:gd name="T0" fmla="*/ 319 w 21"/>
                  <a:gd name="T1" fmla="*/ 183 h 19"/>
                  <a:gd name="T2" fmla="*/ 215 w 21"/>
                  <a:gd name="T3" fmla="*/ 153 h 19"/>
                  <a:gd name="T4" fmla="*/ 258 w 21"/>
                  <a:gd name="T5" fmla="*/ 62 h 19"/>
                  <a:gd name="T6" fmla="*/ 124 w 21"/>
                  <a:gd name="T7" fmla="*/ 104 h 19"/>
                  <a:gd name="T8" fmla="*/ 183 w 21"/>
                  <a:gd name="T9" fmla="*/ 245 h 19"/>
                  <a:gd name="T10" fmla="*/ 74 w 21"/>
                  <a:gd name="T11" fmla="*/ 183 h 19"/>
                  <a:gd name="T12" fmla="*/ 12 w 21"/>
                  <a:gd name="T13" fmla="*/ 215 h 19"/>
                  <a:gd name="T14" fmla="*/ 124 w 21"/>
                  <a:gd name="T15" fmla="*/ 104 h 19"/>
                  <a:gd name="T16" fmla="*/ 196 w 21"/>
                  <a:gd name="T17" fmla="*/ 0 h 19"/>
                  <a:gd name="T18" fmla="*/ 228 w 21"/>
                  <a:gd name="T19" fmla="*/ 62 h 19"/>
                  <a:gd name="T20" fmla="*/ 215 w 21"/>
                  <a:gd name="T21" fmla="*/ 74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19">
                    <a:moveTo>
                      <a:pt x="21" y="12"/>
                    </a:moveTo>
                    <a:cubicBezTo>
                      <a:pt x="20" y="12"/>
                      <a:pt x="15" y="11"/>
                      <a:pt x="14" y="10"/>
                    </a:cubicBezTo>
                    <a:cubicBezTo>
                      <a:pt x="14" y="8"/>
                      <a:pt x="16" y="6"/>
                      <a:pt x="17" y="4"/>
                    </a:cubicBezTo>
                    <a:cubicBezTo>
                      <a:pt x="16" y="4"/>
                      <a:pt x="9" y="6"/>
                      <a:pt x="8" y="7"/>
                    </a:cubicBezTo>
                    <a:cubicBezTo>
                      <a:pt x="5" y="11"/>
                      <a:pt x="13" y="13"/>
                      <a:pt x="12" y="16"/>
                    </a:cubicBezTo>
                    <a:cubicBezTo>
                      <a:pt x="10" y="15"/>
                      <a:pt x="8" y="12"/>
                      <a:pt x="5" y="12"/>
                    </a:cubicBezTo>
                    <a:cubicBezTo>
                      <a:pt x="4" y="13"/>
                      <a:pt x="0" y="19"/>
                      <a:pt x="1" y="14"/>
                    </a:cubicBezTo>
                    <a:cubicBezTo>
                      <a:pt x="1" y="12"/>
                      <a:pt x="7" y="9"/>
                      <a:pt x="8" y="7"/>
                    </a:cubicBezTo>
                    <a:cubicBezTo>
                      <a:pt x="10" y="5"/>
                      <a:pt x="11" y="2"/>
                      <a:pt x="13" y="0"/>
                    </a:cubicBezTo>
                    <a:cubicBezTo>
                      <a:pt x="14" y="1"/>
                      <a:pt x="15" y="3"/>
                      <a:pt x="15" y="4"/>
                    </a:cubicBezTo>
                    <a:cubicBezTo>
                      <a:pt x="14" y="5"/>
                      <a:pt x="14" y="5"/>
                      <a:pt x="14" y="5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0" name="Freeform 1043">
                <a:extLst>
                  <a:ext uri="{FF2B5EF4-FFF2-40B4-BE49-F238E27FC236}">
                    <a16:creationId xmlns:a16="http://schemas.microsoft.com/office/drawing/2014/main" id="{92B120C5-698D-4C7E-B306-BDAB1B665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3336"/>
                <a:ext cx="72" cy="55"/>
              </a:xfrm>
              <a:custGeom>
                <a:avLst/>
                <a:gdLst>
                  <a:gd name="T0" fmla="*/ 137 w 29"/>
                  <a:gd name="T1" fmla="*/ 250 h 22"/>
                  <a:gd name="T2" fmla="*/ 246 w 29"/>
                  <a:gd name="T3" fmla="*/ 125 h 22"/>
                  <a:gd name="T4" fmla="*/ 320 w 29"/>
                  <a:gd name="T5" fmla="*/ 208 h 22"/>
                  <a:gd name="T6" fmla="*/ 412 w 29"/>
                  <a:gd name="T7" fmla="*/ 188 h 22"/>
                  <a:gd name="T8" fmla="*/ 290 w 29"/>
                  <a:gd name="T9" fmla="*/ 125 h 22"/>
                  <a:gd name="T10" fmla="*/ 320 w 29"/>
                  <a:gd name="T11" fmla="*/ 0 h 22"/>
                  <a:gd name="T12" fmla="*/ 196 w 29"/>
                  <a:gd name="T13" fmla="*/ 125 h 22"/>
                  <a:gd name="T14" fmla="*/ 154 w 29"/>
                  <a:gd name="T15" fmla="*/ 20 h 22"/>
                  <a:gd name="T16" fmla="*/ 104 w 29"/>
                  <a:gd name="T17" fmla="*/ 158 h 22"/>
                  <a:gd name="T18" fmla="*/ 42 w 29"/>
                  <a:gd name="T19" fmla="*/ 145 h 22"/>
                  <a:gd name="T20" fmla="*/ 137 w 29"/>
                  <a:gd name="T21" fmla="*/ 175 h 22"/>
                  <a:gd name="T22" fmla="*/ 92 w 29"/>
                  <a:gd name="T23" fmla="*/ 283 h 22"/>
                  <a:gd name="T24" fmla="*/ 0 w 29"/>
                  <a:gd name="T25" fmla="*/ 313 h 22"/>
                  <a:gd name="T26" fmla="*/ 74 w 29"/>
                  <a:gd name="T27" fmla="*/ 345 h 22"/>
                  <a:gd name="T28" fmla="*/ 92 w 29"/>
                  <a:gd name="T29" fmla="*/ 283 h 22"/>
                  <a:gd name="T30" fmla="*/ 104 w 29"/>
                  <a:gd name="T31" fmla="*/ 283 h 2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9" h="22">
                    <a:moveTo>
                      <a:pt x="9" y="16"/>
                    </a:moveTo>
                    <a:cubicBezTo>
                      <a:pt x="14" y="19"/>
                      <a:pt x="11" y="7"/>
                      <a:pt x="16" y="8"/>
                    </a:cubicBezTo>
                    <a:cubicBezTo>
                      <a:pt x="18" y="9"/>
                      <a:pt x="19" y="12"/>
                      <a:pt x="21" y="13"/>
                    </a:cubicBezTo>
                    <a:cubicBezTo>
                      <a:pt x="24" y="13"/>
                      <a:pt x="25" y="11"/>
                      <a:pt x="27" y="12"/>
                    </a:cubicBezTo>
                    <a:cubicBezTo>
                      <a:pt x="29" y="8"/>
                      <a:pt x="20" y="9"/>
                      <a:pt x="19" y="8"/>
                    </a:cubicBezTo>
                    <a:cubicBezTo>
                      <a:pt x="14" y="4"/>
                      <a:pt x="19" y="2"/>
                      <a:pt x="21" y="0"/>
                    </a:cubicBezTo>
                    <a:cubicBezTo>
                      <a:pt x="16" y="0"/>
                      <a:pt x="16" y="6"/>
                      <a:pt x="13" y="8"/>
                    </a:cubicBezTo>
                    <a:cubicBezTo>
                      <a:pt x="8" y="10"/>
                      <a:pt x="13" y="3"/>
                      <a:pt x="10" y="1"/>
                    </a:cubicBezTo>
                    <a:cubicBezTo>
                      <a:pt x="15" y="2"/>
                      <a:pt x="8" y="9"/>
                      <a:pt x="7" y="10"/>
                    </a:cubicBezTo>
                    <a:cubicBezTo>
                      <a:pt x="6" y="10"/>
                      <a:pt x="4" y="10"/>
                      <a:pt x="3" y="9"/>
                    </a:cubicBezTo>
                    <a:cubicBezTo>
                      <a:pt x="4" y="9"/>
                      <a:pt x="7" y="10"/>
                      <a:pt x="9" y="11"/>
                    </a:cubicBezTo>
                    <a:cubicBezTo>
                      <a:pt x="8" y="13"/>
                      <a:pt x="7" y="16"/>
                      <a:pt x="6" y="18"/>
                    </a:cubicBezTo>
                    <a:cubicBezTo>
                      <a:pt x="5" y="19"/>
                      <a:pt x="2" y="19"/>
                      <a:pt x="0" y="20"/>
                    </a:cubicBezTo>
                    <a:cubicBezTo>
                      <a:pt x="1" y="22"/>
                      <a:pt x="3" y="22"/>
                      <a:pt x="5" y="22"/>
                    </a:cubicBezTo>
                    <a:cubicBezTo>
                      <a:pt x="5" y="21"/>
                      <a:pt x="6" y="19"/>
                      <a:pt x="6" y="18"/>
                    </a:cubicBezTo>
                    <a:cubicBezTo>
                      <a:pt x="6" y="18"/>
                      <a:pt x="7" y="18"/>
                      <a:pt x="7" y="18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1" name="Freeform 1044">
                <a:extLst>
                  <a:ext uri="{FF2B5EF4-FFF2-40B4-BE49-F238E27FC236}">
                    <a16:creationId xmlns:a16="http://schemas.microsoft.com/office/drawing/2014/main" id="{451855F9-5F9F-4082-9A5E-9263E8B25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3379"/>
                <a:ext cx="30" cy="30"/>
              </a:xfrm>
              <a:custGeom>
                <a:avLst/>
                <a:gdLst>
                  <a:gd name="T0" fmla="*/ 113 w 12"/>
                  <a:gd name="T1" fmla="*/ 188 h 12"/>
                  <a:gd name="T2" fmla="*/ 125 w 12"/>
                  <a:gd name="T3" fmla="*/ 63 h 12"/>
                  <a:gd name="T4" fmla="*/ 188 w 12"/>
                  <a:gd name="T5" fmla="*/ 33 h 12"/>
                  <a:gd name="T6" fmla="*/ 158 w 12"/>
                  <a:gd name="T7" fmla="*/ 0 h 12"/>
                  <a:gd name="T8" fmla="*/ 95 w 12"/>
                  <a:gd name="T9" fmla="*/ 113 h 12"/>
                  <a:gd name="T10" fmla="*/ 0 w 12"/>
                  <a:gd name="T11" fmla="*/ 63 h 12"/>
                  <a:gd name="T12" fmla="*/ 83 w 12"/>
                  <a:gd name="T13" fmla="*/ 158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7" y="12"/>
                    </a:moveTo>
                    <a:cubicBezTo>
                      <a:pt x="7" y="9"/>
                      <a:pt x="5" y="6"/>
                      <a:pt x="8" y="4"/>
                    </a:cubicBezTo>
                    <a:cubicBezTo>
                      <a:pt x="9" y="3"/>
                      <a:pt x="11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ubicBezTo>
                      <a:pt x="7" y="1"/>
                      <a:pt x="8" y="6"/>
                      <a:pt x="6" y="7"/>
                    </a:cubicBezTo>
                    <a:cubicBezTo>
                      <a:pt x="4" y="8"/>
                      <a:pt x="2" y="5"/>
                      <a:pt x="0" y="4"/>
                    </a:cubicBezTo>
                    <a:cubicBezTo>
                      <a:pt x="1" y="6"/>
                      <a:pt x="5" y="7"/>
                      <a:pt x="5" y="10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2" name="Freeform 1045">
                <a:extLst>
                  <a:ext uri="{FF2B5EF4-FFF2-40B4-BE49-F238E27FC236}">
                    <a16:creationId xmlns:a16="http://schemas.microsoft.com/office/drawing/2014/main" id="{1CA6F783-D580-4E8F-9F60-16CF794B9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166"/>
                <a:ext cx="60" cy="73"/>
              </a:xfrm>
              <a:custGeom>
                <a:avLst/>
                <a:gdLst>
                  <a:gd name="T0" fmla="*/ 158 w 24"/>
                  <a:gd name="T1" fmla="*/ 430 h 29"/>
                  <a:gd name="T2" fmla="*/ 158 w 24"/>
                  <a:gd name="T3" fmla="*/ 347 h 29"/>
                  <a:gd name="T4" fmla="*/ 220 w 24"/>
                  <a:gd name="T5" fmla="*/ 284 h 29"/>
                  <a:gd name="T6" fmla="*/ 270 w 24"/>
                  <a:gd name="T7" fmla="*/ 222 h 29"/>
                  <a:gd name="T8" fmla="*/ 345 w 24"/>
                  <a:gd name="T9" fmla="*/ 254 h 29"/>
                  <a:gd name="T10" fmla="*/ 313 w 24"/>
                  <a:gd name="T11" fmla="*/ 191 h 29"/>
                  <a:gd name="T12" fmla="*/ 363 w 24"/>
                  <a:gd name="T13" fmla="*/ 146 h 29"/>
                  <a:gd name="T14" fmla="*/ 363 w 24"/>
                  <a:gd name="T15" fmla="*/ 0 h 29"/>
                  <a:gd name="T16" fmla="*/ 238 w 24"/>
                  <a:gd name="T17" fmla="*/ 176 h 29"/>
                  <a:gd name="T18" fmla="*/ 238 w 24"/>
                  <a:gd name="T19" fmla="*/ 146 h 29"/>
                  <a:gd name="T20" fmla="*/ 125 w 24"/>
                  <a:gd name="T21" fmla="*/ 146 h 29"/>
                  <a:gd name="T22" fmla="*/ 175 w 24"/>
                  <a:gd name="T23" fmla="*/ 284 h 29"/>
                  <a:gd name="T24" fmla="*/ 113 w 24"/>
                  <a:gd name="T25" fmla="*/ 347 h 29"/>
                  <a:gd name="T26" fmla="*/ 95 w 24"/>
                  <a:gd name="T27" fmla="*/ 380 h 29"/>
                  <a:gd name="T28" fmla="*/ 33 w 24"/>
                  <a:gd name="T29" fmla="*/ 380 h 29"/>
                  <a:gd name="T30" fmla="*/ 33 w 24"/>
                  <a:gd name="T31" fmla="*/ 347 h 29"/>
                  <a:gd name="T32" fmla="*/ 145 w 24"/>
                  <a:gd name="T33" fmla="*/ 413 h 29"/>
                  <a:gd name="T34" fmla="*/ 145 w 24"/>
                  <a:gd name="T35" fmla="*/ 430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29">
                    <a:moveTo>
                      <a:pt x="10" y="27"/>
                    </a:moveTo>
                    <a:cubicBezTo>
                      <a:pt x="12" y="26"/>
                      <a:pt x="10" y="24"/>
                      <a:pt x="10" y="22"/>
                    </a:cubicBezTo>
                    <a:cubicBezTo>
                      <a:pt x="11" y="21"/>
                      <a:pt x="13" y="19"/>
                      <a:pt x="14" y="18"/>
                    </a:cubicBezTo>
                    <a:cubicBezTo>
                      <a:pt x="15" y="17"/>
                      <a:pt x="16" y="15"/>
                      <a:pt x="17" y="14"/>
                    </a:cubicBezTo>
                    <a:cubicBezTo>
                      <a:pt x="19" y="13"/>
                      <a:pt x="20" y="16"/>
                      <a:pt x="22" y="16"/>
                    </a:cubicBezTo>
                    <a:cubicBezTo>
                      <a:pt x="21" y="15"/>
                      <a:pt x="20" y="13"/>
                      <a:pt x="20" y="12"/>
                    </a:cubicBezTo>
                    <a:cubicBezTo>
                      <a:pt x="20" y="10"/>
                      <a:pt x="22" y="10"/>
                      <a:pt x="23" y="9"/>
                    </a:cubicBezTo>
                    <a:cubicBezTo>
                      <a:pt x="24" y="7"/>
                      <a:pt x="22" y="3"/>
                      <a:pt x="23" y="0"/>
                    </a:cubicBezTo>
                    <a:cubicBezTo>
                      <a:pt x="20" y="4"/>
                      <a:pt x="21" y="12"/>
                      <a:pt x="15" y="11"/>
                    </a:cubicBezTo>
                    <a:cubicBezTo>
                      <a:pt x="15" y="10"/>
                      <a:pt x="15" y="10"/>
                      <a:pt x="15" y="9"/>
                    </a:cubicBezTo>
                    <a:cubicBezTo>
                      <a:pt x="12" y="10"/>
                      <a:pt x="10" y="13"/>
                      <a:pt x="8" y="9"/>
                    </a:cubicBezTo>
                    <a:cubicBezTo>
                      <a:pt x="12" y="12"/>
                      <a:pt x="16" y="13"/>
                      <a:pt x="11" y="18"/>
                    </a:cubicBezTo>
                    <a:cubicBezTo>
                      <a:pt x="10" y="19"/>
                      <a:pt x="8" y="21"/>
                      <a:pt x="7" y="22"/>
                    </a:cubicBezTo>
                    <a:cubicBezTo>
                      <a:pt x="6" y="23"/>
                      <a:pt x="7" y="24"/>
                      <a:pt x="6" y="24"/>
                    </a:cubicBezTo>
                    <a:cubicBezTo>
                      <a:pt x="4" y="25"/>
                      <a:pt x="3" y="25"/>
                      <a:pt x="2" y="24"/>
                    </a:cubicBezTo>
                    <a:cubicBezTo>
                      <a:pt x="2" y="22"/>
                      <a:pt x="2" y="23"/>
                      <a:pt x="2" y="22"/>
                    </a:cubicBezTo>
                    <a:cubicBezTo>
                      <a:pt x="0" y="24"/>
                      <a:pt x="7" y="29"/>
                      <a:pt x="9" y="26"/>
                    </a:cubicBezTo>
                    <a:cubicBezTo>
                      <a:pt x="9" y="26"/>
                      <a:pt x="9" y="26"/>
                      <a:pt x="9" y="27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3" name="Freeform 1046">
                <a:extLst>
                  <a:ext uri="{FF2B5EF4-FFF2-40B4-BE49-F238E27FC236}">
                    <a16:creationId xmlns:a16="http://schemas.microsoft.com/office/drawing/2014/main" id="{EB0C2808-041C-4AF1-BAD1-067DB6DFA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3226"/>
                <a:ext cx="40" cy="23"/>
              </a:xfrm>
              <a:custGeom>
                <a:avLst/>
                <a:gdLst>
                  <a:gd name="T0" fmla="*/ 175 w 16"/>
                  <a:gd name="T1" fmla="*/ 130 h 9"/>
                  <a:gd name="T2" fmla="*/ 250 w 16"/>
                  <a:gd name="T3" fmla="*/ 66 h 9"/>
                  <a:gd name="T4" fmla="*/ 208 w 16"/>
                  <a:gd name="T5" fmla="*/ 0 h 9"/>
                  <a:gd name="T6" fmla="*/ 145 w 16"/>
                  <a:gd name="T7" fmla="*/ 118 h 9"/>
                  <a:gd name="T8" fmla="*/ 0 w 16"/>
                  <a:gd name="T9" fmla="*/ 84 h 9"/>
                  <a:gd name="T10" fmla="*/ 83 w 16"/>
                  <a:gd name="T11" fmla="*/ 118 h 9"/>
                  <a:gd name="T12" fmla="*/ 158 w 16"/>
                  <a:gd name="T13" fmla="*/ 15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11" y="8"/>
                    </a:moveTo>
                    <a:cubicBezTo>
                      <a:pt x="13" y="7"/>
                      <a:pt x="15" y="6"/>
                      <a:pt x="16" y="4"/>
                    </a:cubicBezTo>
                    <a:cubicBezTo>
                      <a:pt x="14" y="3"/>
                      <a:pt x="12" y="2"/>
                      <a:pt x="13" y="0"/>
                    </a:cubicBezTo>
                    <a:cubicBezTo>
                      <a:pt x="13" y="3"/>
                      <a:pt x="13" y="6"/>
                      <a:pt x="9" y="7"/>
                    </a:cubicBezTo>
                    <a:cubicBezTo>
                      <a:pt x="6" y="7"/>
                      <a:pt x="3" y="3"/>
                      <a:pt x="0" y="5"/>
                    </a:cubicBezTo>
                    <a:cubicBezTo>
                      <a:pt x="1" y="7"/>
                      <a:pt x="3" y="6"/>
                      <a:pt x="5" y="7"/>
                    </a:cubicBezTo>
                    <a:cubicBezTo>
                      <a:pt x="7" y="7"/>
                      <a:pt x="11" y="8"/>
                      <a:pt x="10" y="9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4" name="Freeform 1047">
                <a:extLst>
                  <a:ext uri="{FF2B5EF4-FFF2-40B4-BE49-F238E27FC236}">
                    <a16:creationId xmlns:a16="http://schemas.microsoft.com/office/drawing/2014/main" id="{E4D3C978-D6E6-47C6-9055-0328C0186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3236"/>
                <a:ext cx="13" cy="28"/>
              </a:xfrm>
              <a:custGeom>
                <a:avLst/>
                <a:gdLst>
                  <a:gd name="T0" fmla="*/ 21 w 5"/>
                  <a:gd name="T1" fmla="*/ 181 h 11"/>
                  <a:gd name="T2" fmla="*/ 88 w 5"/>
                  <a:gd name="T3" fmla="*/ 84 h 11"/>
                  <a:gd name="T4" fmla="*/ 34 w 5"/>
                  <a:gd name="T5" fmla="*/ 0 h 11"/>
                  <a:gd name="T6" fmla="*/ 0 w 5"/>
                  <a:gd name="T7" fmla="*/ 16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11"/>
                    </a:moveTo>
                    <a:cubicBezTo>
                      <a:pt x="4" y="10"/>
                      <a:pt x="1" y="5"/>
                      <a:pt x="5" y="5"/>
                    </a:cubicBezTo>
                    <a:cubicBezTo>
                      <a:pt x="4" y="4"/>
                      <a:pt x="2" y="3"/>
                      <a:pt x="2" y="0"/>
                    </a:cubicBezTo>
                    <a:cubicBezTo>
                      <a:pt x="3" y="3"/>
                      <a:pt x="2" y="9"/>
                      <a:pt x="0" y="10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5" name="Freeform 1048">
                <a:extLst>
                  <a:ext uri="{FF2B5EF4-FFF2-40B4-BE49-F238E27FC236}">
                    <a16:creationId xmlns:a16="http://schemas.microsoft.com/office/drawing/2014/main" id="{3730AF29-0989-4993-97D2-CC934369C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154"/>
                <a:ext cx="38" cy="60"/>
              </a:xfrm>
              <a:custGeom>
                <a:avLst/>
                <a:gdLst>
                  <a:gd name="T0" fmla="*/ 20 w 15"/>
                  <a:gd name="T1" fmla="*/ 333 h 24"/>
                  <a:gd name="T2" fmla="*/ 0 w 15"/>
                  <a:gd name="T3" fmla="*/ 345 h 24"/>
                  <a:gd name="T4" fmla="*/ 51 w 15"/>
                  <a:gd name="T5" fmla="*/ 283 h 24"/>
                  <a:gd name="T6" fmla="*/ 129 w 15"/>
                  <a:gd name="T7" fmla="*/ 345 h 24"/>
                  <a:gd name="T8" fmla="*/ 84 w 15"/>
                  <a:gd name="T9" fmla="*/ 270 h 24"/>
                  <a:gd name="T10" fmla="*/ 213 w 15"/>
                  <a:gd name="T11" fmla="*/ 238 h 24"/>
                  <a:gd name="T12" fmla="*/ 117 w 15"/>
                  <a:gd name="T13" fmla="*/ 145 h 24"/>
                  <a:gd name="T14" fmla="*/ 180 w 15"/>
                  <a:gd name="T15" fmla="*/ 83 h 24"/>
                  <a:gd name="T16" fmla="*/ 243 w 15"/>
                  <a:gd name="T17" fmla="*/ 50 h 24"/>
                  <a:gd name="T18" fmla="*/ 84 w 15"/>
                  <a:gd name="T19" fmla="*/ 145 h 24"/>
                  <a:gd name="T20" fmla="*/ 63 w 15"/>
                  <a:gd name="T21" fmla="*/ 175 h 24"/>
                  <a:gd name="T22" fmla="*/ 84 w 15"/>
                  <a:gd name="T23" fmla="*/ 238 h 24"/>
                  <a:gd name="T24" fmla="*/ 0 w 15"/>
                  <a:gd name="T25" fmla="*/ 313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24">
                    <a:moveTo>
                      <a:pt x="1" y="21"/>
                    </a:moveTo>
                    <a:cubicBezTo>
                      <a:pt x="1" y="21"/>
                      <a:pt x="0" y="22"/>
                      <a:pt x="0" y="22"/>
                    </a:cubicBezTo>
                    <a:cubicBezTo>
                      <a:pt x="1" y="21"/>
                      <a:pt x="2" y="19"/>
                      <a:pt x="3" y="18"/>
                    </a:cubicBezTo>
                    <a:cubicBezTo>
                      <a:pt x="5" y="19"/>
                      <a:pt x="6" y="24"/>
                      <a:pt x="8" y="22"/>
                    </a:cubicBezTo>
                    <a:cubicBezTo>
                      <a:pt x="10" y="21"/>
                      <a:pt x="6" y="18"/>
                      <a:pt x="5" y="17"/>
                    </a:cubicBezTo>
                    <a:cubicBezTo>
                      <a:pt x="7" y="12"/>
                      <a:pt x="10" y="16"/>
                      <a:pt x="13" y="15"/>
                    </a:cubicBezTo>
                    <a:cubicBezTo>
                      <a:pt x="9" y="14"/>
                      <a:pt x="5" y="14"/>
                      <a:pt x="7" y="9"/>
                    </a:cubicBezTo>
                    <a:cubicBezTo>
                      <a:pt x="8" y="8"/>
                      <a:pt x="10" y="6"/>
                      <a:pt x="11" y="5"/>
                    </a:cubicBezTo>
                    <a:cubicBezTo>
                      <a:pt x="12" y="4"/>
                      <a:pt x="14" y="4"/>
                      <a:pt x="15" y="3"/>
                    </a:cubicBezTo>
                    <a:cubicBezTo>
                      <a:pt x="11" y="0"/>
                      <a:pt x="8" y="5"/>
                      <a:pt x="5" y="9"/>
                    </a:cubicBezTo>
                    <a:cubicBezTo>
                      <a:pt x="5" y="9"/>
                      <a:pt x="4" y="11"/>
                      <a:pt x="4" y="11"/>
                    </a:cubicBezTo>
                    <a:cubicBezTo>
                      <a:pt x="4" y="12"/>
                      <a:pt x="5" y="14"/>
                      <a:pt x="5" y="15"/>
                    </a:cubicBezTo>
                    <a:cubicBezTo>
                      <a:pt x="4" y="16"/>
                      <a:pt x="1" y="18"/>
                      <a:pt x="0" y="20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6" name="Freeform 1049">
                <a:extLst>
                  <a:ext uri="{FF2B5EF4-FFF2-40B4-BE49-F238E27FC236}">
                    <a16:creationId xmlns:a16="http://schemas.microsoft.com/office/drawing/2014/main" id="{22B23CFD-C278-4168-8B58-E88083071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159"/>
                <a:ext cx="33" cy="52"/>
              </a:xfrm>
              <a:custGeom>
                <a:avLst/>
                <a:gdLst>
                  <a:gd name="T0" fmla="*/ 193 w 13"/>
                  <a:gd name="T1" fmla="*/ 92 h 21"/>
                  <a:gd name="T2" fmla="*/ 129 w 13"/>
                  <a:gd name="T3" fmla="*/ 275 h 21"/>
                  <a:gd name="T4" fmla="*/ 84 w 13"/>
                  <a:gd name="T5" fmla="*/ 307 h 21"/>
                  <a:gd name="T6" fmla="*/ 20 w 13"/>
                  <a:gd name="T7" fmla="*/ 319 h 21"/>
                  <a:gd name="T8" fmla="*/ 20 w 13"/>
                  <a:gd name="T9" fmla="*/ 258 h 21"/>
                  <a:gd name="T10" fmla="*/ 51 w 13"/>
                  <a:gd name="T11" fmla="*/ 275 h 21"/>
                  <a:gd name="T12" fmla="*/ 129 w 13"/>
                  <a:gd name="T13" fmla="*/ 258 h 21"/>
                  <a:gd name="T14" fmla="*/ 160 w 13"/>
                  <a:gd name="T15" fmla="*/ 196 h 21"/>
                  <a:gd name="T16" fmla="*/ 180 w 13"/>
                  <a:gd name="T17" fmla="*/ 124 h 21"/>
                  <a:gd name="T18" fmla="*/ 129 w 13"/>
                  <a:gd name="T19" fmla="*/ 62 h 21"/>
                  <a:gd name="T20" fmla="*/ 193 w 13"/>
                  <a:gd name="T21" fmla="*/ 92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21">
                    <a:moveTo>
                      <a:pt x="12" y="6"/>
                    </a:moveTo>
                    <a:cubicBezTo>
                      <a:pt x="12" y="12"/>
                      <a:pt x="13" y="15"/>
                      <a:pt x="8" y="18"/>
                    </a:cubicBezTo>
                    <a:cubicBezTo>
                      <a:pt x="7" y="19"/>
                      <a:pt x="6" y="20"/>
                      <a:pt x="5" y="20"/>
                    </a:cubicBezTo>
                    <a:cubicBezTo>
                      <a:pt x="3" y="21"/>
                      <a:pt x="2" y="20"/>
                      <a:pt x="1" y="21"/>
                    </a:cubicBezTo>
                    <a:cubicBezTo>
                      <a:pt x="1" y="20"/>
                      <a:pt x="0" y="18"/>
                      <a:pt x="1" y="17"/>
                    </a:cubicBezTo>
                    <a:cubicBezTo>
                      <a:pt x="2" y="17"/>
                      <a:pt x="3" y="17"/>
                      <a:pt x="3" y="18"/>
                    </a:cubicBezTo>
                    <a:cubicBezTo>
                      <a:pt x="5" y="16"/>
                      <a:pt x="6" y="18"/>
                      <a:pt x="8" y="17"/>
                    </a:cubicBezTo>
                    <a:cubicBezTo>
                      <a:pt x="10" y="17"/>
                      <a:pt x="10" y="15"/>
                      <a:pt x="10" y="13"/>
                    </a:cubicBezTo>
                    <a:cubicBezTo>
                      <a:pt x="10" y="11"/>
                      <a:pt x="11" y="10"/>
                      <a:pt x="11" y="8"/>
                    </a:cubicBezTo>
                    <a:cubicBezTo>
                      <a:pt x="11" y="7"/>
                      <a:pt x="10" y="5"/>
                      <a:pt x="8" y="4"/>
                    </a:cubicBezTo>
                    <a:cubicBezTo>
                      <a:pt x="10" y="0"/>
                      <a:pt x="12" y="6"/>
                      <a:pt x="12" y="6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7" name="Freeform 1050">
                <a:extLst>
                  <a:ext uri="{FF2B5EF4-FFF2-40B4-BE49-F238E27FC236}">
                    <a16:creationId xmlns:a16="http://schemas.microsoft.com/office/drawing/2014/main" id="{1177F1F3-A9AE-49DA-84DB-073E205A0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3161"/>
                <a:ext cx="35" cy="70"/>
              </a:xfrm>
              <a:custGeom>
                <a:avLst/>
                <a:gdLst>
                  <a:gd name="T0" fmla="*/ 158 w 14"/>
                  <a:gd name="T1" fmla="*/ 188 h 28"/>
                  <a:gd name="T2" fmla="*/ 113 w 14"/>
                  <a:gd name="T3" fmla="*/ 145 h 28"/>
                  <a:gd name="T4" fmla="*/ 158 w 14"/>
                  <a:gd name="T5" fmla="*/ 50 h 28"/>
                  <a:gd name="T6" fmla="*/ 158 w 14"/>
                  <a:gd name="T7" fmla="*/ 0 h 28"/>
                  <a:gd name="T8" fmla="*/ 125 w 14"/>
                  <a:gd name="T9" fmla="*/ 113 h 28"/>
                  <a:gd name="T10" fmla="*/ 113 w 14"/>
                  <a:gd name="T11" fmla="*/ 188 h 28"/>
                  <a:gd name="T12" fmla="*/ 50 w 14"/>
                  <a:gd name="T13" fmla="*/ 220 h 28"/>
                  <a:gd name="T14" fmla="*/ 113 w 14"/>
                  <a:gd name="T15" fmla="*/ 175 h 28"/>
                  <a:gd name="T16" fmla="*/ 113 w 14"/>
                  <a:gd name="T17" fmla="*/ 283 h 28"/>
                  <a:gd name="T18" fmla="*/ 95 w 14"/>
                  <a:gd name="T19" fmla="*/ 363 h 28"/>
                  <a:gd name="T20" fmla="*/ 0 w 14"/>
                  <a:gd name="T21" fmla="*/ 375 h 28"/>
                  <a:gd name="T22" fmla="*/ 50 w 14"/>
                  <a:gd name="T23" fmla="*/ 438 h 28"/>
                  <a:gd name="T24" fmla="*/ 95 w 14"/>
                  <a:gd name="T25" fmla="*/ 425 h 28"/>
                  <a:gd name="T26" fmla="*/ 95 w 14"/>
                  <a:gd name="T27" fmla="*/ 345 h 28"/>
                  <a:gd name="T28" fmla="*/ 113 w 14"/>
                  <a:gd name="T29" fmla="*/ 313 h 28"/>
                  <a:gd name="T30" fmla="*/ 113 w 14"/>
                  <a:gd name="T31" fmla="*/ 283 h 28"/>
                  <a:gd name="T32" fmla="*/ 188 w 14"/>
                  <a:gd name="T33" fmla="*/ 270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28">
                    <a:moveTo>
                      <a:pt x="10" y="12"/>
                    </a:moveTo>
                    <a:cubicBezTo>
                      <a:pt x="8" y="11"/>
                      <a:pt x="7" y="12"/>
                      <a:pt x="7" y="9"/>
                    </a:cubicBezTo>
                    <a:cubicBezTo>
                      <a:pt x="8" y="7"/>
                      <a:pt x="11" y="6"/>
                      <a:pt x="10" y="3"/>
                    </a:cubicBezTo>
                    <a:cubicBezTo>
                      <a:pt x="13" y="2"/>
                      <a:pt x="14" y="0"/>
                      <a:pt x="10" y="0"/>
                    </a:cubicBezTo>
                    <a:cubicBezTo>
                      <a:pt x="11" y="2"/>
                      <a:pt x="10" y="5"/>
                      <a:pt x="8" y="7"/>
                    </a:cubicBezTo>
                    <a:cubicBezTo>
                      <a:pt x="6" y="8"/>
                      <a:pt x="4" y="10"/>
                      <a:pt x="7" y="12"/>
                    </a:cubicBezTo>
                    <a:cubicBezTo>
                      <a:pt x="6" y="12"/>
                      <a:pt x="4" y="13"/>
                      <a:pt x="3" y="14"/>
                    </a:cubicBezTo>
                    <a:cubicBezTo>
                      <a:pt x="5" y="14"/>
                      <a:pt x="6" y="13"/>
                      <a:pt x="7" y="11"/>
                    </a:cubicBezTo>
                    <a:cubicBezTo>
                      <a:pt x="9" y="12"/>
                      <a:pt x="7" y="16"/>
                      <a:pt x="7" y="18"/>
                    </a:cubicBezTo>
                    <a:cubicBezTo>
                      <a:pt x="5" y="21"/>
                      <a:pt x="3" y="20"/>
                      <a:pt x="6" y="23"/>
                    </a:cubicBezTo>
                    <a:cubicBezTo>
                      <a:pt x="4" y="25"/>
                      <a:pt x="2" y="25"/>
                      <a:pt x="0" y="24"/>
                    </a:cubicBezTo>
                    <a:cubicBezTo>
                      <a:pt x="1" y="25"/>
                      <a:pt x="2" y="27"/>
                      <a:pt x="3" y="28"/>
                    </a:cubicBezTo>
                    <a:cubicBezTo>
                      <a:pt x="4" y="27"/>
                      <a:pt x="6" y="27"/>
                      <a:pt x="6" y="27"/>
                    </a:cubicBezTo>
                    <a:cubicBezTo>
                      <a:pt x="7" y="26"/>
                      <a:pt x="6" y="23"/>
                      <a:pt x="6" y="22"/>
                    </a:cubicBezTo>
                    <a:cubicBezTo>
                      <a:pt x="6" y="21"/>
                      <a:pt x="7" y="21"/>
                      <a:pt x="7" y="20"/>
                    </a:cubicBezTo>
                    <a:cubicBezTo>
                      <a:pt x="7" y="19"/>
                      <a:pt x="6" y="19"/>
                      <a:pt x="7" y="18"/>
                    </a:cubicBezTo>
                    <a:cubicBezTo>
                      <a:pt x="8" y="17"/>
                      <a:pt x="11" y="18"/>
                      <a:pt x="12" y="17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8" name="Freeform 1051">
                <a:extLst>
                  <a:ext uri="{FF2B5EF4-FFF2-40B4-BE49-F238E27FC236}">
                    <a16:creationId xmlns:a16="http://schemas.microsoft.com/office/drawing/2014/main" id="{0C4C0352-6A61-41C3-9D1F-002920045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321"/>
                <a:ext cx="18" cy="30"/>
              </a:xfrm>
              <a:custGeom>
                <a:avLst/>
                <a:gdLst>
                  <a:gd name="T0" fmla="*/ 100 w 7"/>
                  <a:gd name="T1" fmla="*/ 175 h 12"/>
                  <a:gd name="T2" fmla="*/ 54 w 7"/>
                  <a:gd name="T3" fmla="*/ 95 h 12"/>
                  <a:gd name="T4" fmla="*/ 118 w 7"/>
                  <a:gd name="T5" fmla="*/ 20 h 12"/>
                  <a:gd name="T6" fmla="*/ 0 w 7"/>
                  <a:gd name="T7" fmla="*/ 33 h 12"/>
                  <a:gd name="T8" fmla="*/ 33 w 7"/>
                  <a:gd name="T9" fmla="*/ 145 h 12"/>
                  <a:gd name="T10" fmla="*/ 85 w 7"/>
                  <a:gd name="T11" fmla="*/ 18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6" y="11"/>
                    </a:moveTo>
                    <a:cubicBezTo>
                      <a:pt x="5" y="10"/>
                      <a:pt x="3" y="8"/>
                      <a:pt x="3" y="6"/>
                    </a:cubicBezTo>
                    <a:cubicBezTo>
                      <a:pt x="4" y="3"/>
                      <a:pt x="6" y="3"/>
                      <a:pt x="7" y="1"/>
                    </a:cubicBezTo>
                    <a:cubicBezTo>
                      <a:pt x="5" y="0"/>
                      <a:pt x="3" y="5"/>
                      <a:pt x="0" y="2"/>
                    </a:cubicBezTo>
                    <a:cubicBezTo>
                      <a:pt x="2" y="5"/>
                      <a:pt x="3" y="5"/>
                      <a:pt x="2" y="9"/>
                    </a:cubicBezTo>
                    <a:cubicBezTo>
                      <a:pt x="1" y="11"/>
                      <a:pt x="1" y="12"/>
                      <a:pt x="5" y="12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9" name="Freeform 1052">
                <a:extLst>
                  <a:ext uri="{FF2B5EF4-FFF2-40B4-BE49-F238E27FC236}">
                    <a16:creationId xmlns:a16="http://schemas.microsoft.com/office/drawing/2014/main" id="{C251341C-0FFF-4219-9357-15D1EF286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3294"/>
                <a:ext cx="18" cy="15"/>
              </a:xfrm>
              <a:custGeom>
                <a:avLst/>
                <a:gdLst>
                  <a:gd name="T0" fmla="*/ 33 w 7"/>
                  <a:gd name="T1" fmla="*/ 95 h 6"/>
                  <a:gd name="T2" fmla="*/ 118 w 7"/>
                  <a:gd name="T3" fmla="*/ 0 h 6"/>
                  <a:gd name="T4" fmla="*/ 0 w 7"/>
                  <a:gd name="T5" fmla="*/ 20 h 6"/>
                  <a:gd name="T6" fmla="*/ 21 w 7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2" y="6"/>
                    </a:moveTo>
                    <a:cubicBezTo>
                      <a:pt x="4" y="5"/>
                      <a:pt x="6" y="2"/>
                      <a:pt x="7" y="0"/>
                    </a:cubicBezTo>
                    <a:cubicBezTo>
                      <a:pt x="4" y="1"/>
                      <a:pt x="3" y="4"/>
                      <a:pt x="0" y="1"/>
                    </a:cubicBezTo>
                    <a:cubicBezTo>
                      <a:pt x="2" y="2"/>
                      <a:pt x="3" y="4"/>
                      <a:pt x="1" y="5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0" name="Freeform 1053">
                <a:extLst>
                  <a:ext uri="{FF2B5EF4-FFF2-40B4-BE49-F238E27FC236}">
                    <a16:creationId xmlns:a16="http://schemas.microsoft.com/office/drawing/2014/main" id="{3EBABF62-FB78-4E7F-9A02-808623EF0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3109"/>
                <a:ext cx="47" cy="42"/>
              </a:xfrm>
              <a:custGeom>
                <a:avLst/>
                <a:gdLst>
                  <a:gd name="T0" fmla="*/ 215 w 19"/>
                  <a:gd name="T1" fmla="*/ 91 h 17"/>
                  <a:gd name="T2" fmla="*/ 287 w 19"/>
                  <a:gd name="T3" fmla="*/ 0 h 17"/>
                  <a:gd name="T4" fmla="*/ 183 w 19"/>
                  <a:gd name="T5" fmla="*/ 30 h 17"/>
                  <a:gd name="T6" fmla="*/ 0 w 19"/>
                  <a:gd name="T7" fmla="*/ 257 h 17"/>
                  <a:gd name="T8" fmla="*/ 166 w 19"/>
                  <a:gd name="T9" fmla="*/ 1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">
                    <a:moveTo>
                      <a:pt x="14" y="6"/>
                    </a:moveTo>
                    <a:cubicBezTo>
                      <a:pt x="16" y="4"/>
                      <a:pt x="18" y="2"/>
                      <a:pt x="19" y="0"/>
                    </a:cubicBezTo>
                    <a:cubicBezTo>
                      <a:pt x="16" y="0"/>
                      <a:pt x="13" y="0"/>
                      <a:pt x="12" y="2"/>
                    </a:cubicBezTo>
                    <a:cubicBezTo>
                      <a:pt x="9" y="4"/>
                      <a:pt x="1" y="13"/>
                      <a:pt x="0" y="17"/>
                    </a:cubicBezTo>
                    <a:cubicBezTo>
                      <a:pt x="5" y="15"/>
                      <a:pt x="7" y="10"/>
                      <a:pt x="11" y="7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1" name="Freeform 1054">
                <a:extLst>
                  <a:ext uri="{FF2B5EF4-FFF2-40B4-BE49-F238E27FC236}">
                    <a16:creationId xmlns:a16="http://schemas.microsoft.com/office/drawing/2014/main" id="{654F28B7-5A36-4887-8BE5-918A85924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159"/>
                <a:ext cx="25" cy="27"/>
              </a:xfrm>
              <a:custGeom>
                <a:avLst/>
                <a:gdLst>
                  <a:gd name="T0" fmla="*/ 145 w 10"/>
                  <a:gd name="T1" fmla="*/ 0 h 11"/>
                  <a:gd name="T2" fmla="*/ 145 w 10"/>
                  <a:gd name="T3" fmla="*/ 0 h 11"/>
                  <a:gd name="T4" fmla="*/ 0 w 10"/>
                  <a:gd name="T5" fmla="*/ 162 h 11"/>
                  <a:gd name="T6" fmla="*/ 113 w 10"/>
                  <a:gd name="T7" fmla="*/ 1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9" y="0"/>
                    </a:moveTo>
                    <a:cubicBezTo>
                      <a:pt x="9" y="0"/>
                      <a:pt x="10" y="0"/>
                      <a:pt x="9" y="0"/>
                    </a:cubicBezTo>
                    <a:cubicBezTo>
                      <a:pt x="5" y="3"/>
                      <a:pt x="3" y="7"/>
                      <a:pt x="0" y="11"/>
                    </a:cubicBezTo>
                    <a:cubicBezTo>
                      <a:pt x="0" y="7"/>
                      <a:pt x="3" y="3"/>
                      <a:pt x="7" y="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2" name="Freeform 1055">
                <a:extLst>
                  <a:ext uri="{FF2B5EF4-FFF2-40B4-BE49-F238E27FC236}">
                    <a16:creationId xmlns:a16="http://schemas.microsoft.com/office/drawing/2014/main" id="{0F2FEE03-1F6B-4039-B47B-2753D9687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181"/>
                <a:ext cx="40" cy="55"/>
              </a:xfrm>
              <a:custGeom>
                <a:avLst/>
                <a:gdLst>
                  <a:gd name="T0" fmla="*/ 158 w 16"/>
                  <a:gd name="T1" fmla="*/ 188 h 22"/>
                  <a:gd name="T2" fmla="*/ 145 w 16"/>
                  <a:gd name="T3" fmla="*/ 83 h 22"/>
                  <a:gd name="T4" fmla="*/ 0 w 16"/>
                  <a:gd name="T5" fmla="*/ 345 h 22"/>
                  <a:gd name="T6" fmla="*/ 158 w 16"/>
                  <a:gd name="T7" fmla="*/ 145 h 22"/>
                  <a:gd name="T8" fmla="*/ 145 w 16"/>
                  <a:gd name="T9" fmla="*/ 1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0" y="12"/>
                    </a:moveTo>
                    <a:cubicBezTo>
                      <a:pt x="12" y="8"/>
                      <a:pt x="16" y="0"/>
                      <a:pt x="9" y="5"/>
                    </a:cubicBezTo>
                    <a:cubicBezTo>
                      <a:pt x="4" y="9"/>
                      <a:pt x="3" y="18"/>
                      <a:pt x="0" y="22"/>
                    </a:cubicBezTo>
                    <a:cubicBezTo>
                      <a:pt x="3" y="18"/>
                      <a:pt x="6" y="13"/>
                      <a:pt x="10" y="9"/>
                    </a:cubicBezTo>
                    <a:cubicBezTo>
                      <a:pt x="10" y="9"/>
                      <a:pt x="9" y="9"/>
                      <a:pt x="9" y="9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3" name="Freeform 1056">
                <a:extLst>
                  <a:ext uri="{FF2B5EF4-FFF2-40B4-BE49-F238E27FC236}">
                    <a16:creationId xmlns:a16="http://schemas.microsoft.com/office/drawing/2014/main" id="{68E0D439-08D1-4CC2-9B26-74B01D372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3226"/>
                <a:ext cx="30" cy="55"/>
              </a:xfrm>
              <a:custGeom>
                <a:avLst/>
                <a:gdLst>
                  <a:gd name="T0" fmla="*/ 125 w 12"/>
                  <a:gd name="T1" fmla="*/ 145 h 22"/>
                  <a:gd name="T2" fmla="*/ 188 w 12"/>
                  <a:gd name="T3" fmla="*/ 20 h 22"/>
                  <a:gd name="T4" fmla="*/ 95 w 12"/>
                  <a:gd name="T5" fmla="*/ 125 h 22"/>
                  <a:gd name="T6" fmla="*/ 0 w 12"/>
                  <a:gd name="T7" fmla="*/ 345 h 22"/>
                  <a:gd name="T8" fmla="*/ 125 w 12"/>
                  <a:gd name="T9" fmla="*/ 2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2">
                    <a:moveTo>
                      <a:pt x="8" y="9"/>
                    </a:moveTo>
                    <a:cubicBezTo>
                      <a:pt x="9" y="7"/>
                      <a:pt x="11" y="3"/>
                      <a:pt x="12" y="1"/>
                    </a:cubicBezTo>
                    <a:cubicBezTo>
                      <a:pt x="9" y="0"/>
                      <a:pt x="7" y="5"/>
                      <a:pt x="6" y="8"/>
                    </a:cubicBezTo>
                    <a:cubicBezTo>
                      <a:pt x="5" y="11"/>
                      <a:pt x="0" y="19"/>
                      <a:pt x="0" y="22"/>
                    </a:cubicBezTo>
                    <a:cubicBezTo>
                      <a:pt x="4" y="21"/>
                      <a:pt x="7" y="16"/>
                      <a:pt x="8" y="13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4" name="Freeform 1057">
                <a:extLst>
                  <a:ext uri="{FF2B5EF4-FFF2-40B4-BE49-F238E27FC236}">
                    <a16:creationId xmlns:a16="http://schemas.microsoft.com/office/drawing/2014/main" id="{E70564D4-D587-4A4C-9F12-7A8F460E9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274"/>
                <a:ext cx="28" cy="52"/>
              </a:xfrm>
              <a:custGeom>
                <a:avLst/>
                <a:gdLst>
                  <a:gd name="T0" fmla="*/ 130 w 11"/>
                  <a:gd name="T1" fmla="*/ 183 h 21"/>
                  <a:gd name="T2" fmla="*/ 163 w 11"/>
                  <a:gd name="T3" fmla="*/ 0 h 21"/>
                  <a:gd name="T4" fmla="*/ 150 w 11"/>
                  <a:gd name="T5" fmla="*/ 134 h 21"/>
                  <a:gd name="T6" fmla="*/ 130 w 11"/>
                  <a:gd name="T7" fmla="*/ 215 h 21"/>
                  <a:gd name="T8" fmla="*/ 84 w 11"/>
                  <a:gd name="T9" fmla="*/ 3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1">
                    <a:moveTo>
                      <a:pt x="8" y="12"/>
                    </a:moveTo>
                    <a:cubicBezTo>
                      <a:pt x="0" y="11"/>
                      <a:pt x="9" y="2"/>
                      <a:pt x="10" y="0"/>
                    </a:cubicBezTo>
                    <a:cubicBezTo>
                      <a:pt x="9" y="3"/>
                      <a:pt x="11" y="6"/>
                      <a:pt x="9" y="9"/>
                    </a:cubicBezTo>
                    <a:cubicBezTo>
                      <a:pt x="8" y="10"/>
                      <a:pt x="5" y="12"/>
                      <a:pt x="8" y="14"/>
                    </a:cubicBezTo>
                    <a:cubicBezTo>
                      <a:pt x="7" y="16"/>
                      <a:pt x="6" y="19"/>
                      <a:pt x="5" y="2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5" name="Freeform 1058">
                <a:extLst>
                  <a:ext uri="{FF2B5EF4-FFF2-40B4-BE49-F238E27FC236}">
                    <a16:creationId xmlns:a16="http://schemas.microsoft.com/office/drawing/2014/main" id="{B68A89A0-D089-440F-8B8C-B38E0064C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331"/>
                <a:ext cx="12" cy="38"/>
              </a:xfrm>
              <a:custGeom>
                <a:avLst/>
                <a:gdLst>
                  <a:gd name="T0" fmla="*/ 29 w 5"/>
                  <a:gd name="T1" fmla="*/ 160 h 15"/>
                  <a:gd name="T2" fmla="*/ 29 w 5"/>
                  <a:gd name="T3" fmla="*/ 160 h 15"/>
                  <a:gd name="T4" fmla="*/ 70 w 5"/>
                  <a:gd name="T5" fmla="*/ 0 h 15"/>
                  <a:gd name="T6" fmla="*/ 12 w 5"/>
                  <a:gd name="T7" fmla="*/ 129 h 15"/>
                  <a:gd name="T8" fmla="*/ 0 w 5"/>
                  <a:gd name="T9" fmla="*/ 243 h 15"/>
                  <a:gd name="T10" fmla="*/ 29 w 5"/>
                  <a:gd name="T11" fmla="*/ 24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5">
                    <a:moveTo>
                      <a:pt x="2" y="10"/>
                    </a:moveTo>
                    <a:cubicBezTo>
                      <a:pt x="2" y="10"/>
                      <a:pt x="1" y="11"/>
                      <a:pt x="2" y="10"/>
                    </a:cubicBezTo>
                    <a:cubicBezTo>
                      <a:pt x="4" y="7"/>
                      <a:pt x="5" y="3"/>
                      <a:pt x="5" y="0"/>
                    </a:cubicBezTo>
                    <a:cubicBezTo>
                      <a:pt x="4" y="3"/>
                      <a:pt x="2" y="5"/>
                      <a:pt x="1" y="8"/>
                    </a:cubicBezTo>
                    <a:cubicBezTo>
                      <a:pt x="1" y="10"/>
                      <a:pt x="1" y="13"/>
                      <a:pt x="0" y="15"/>
                    </a:cubicBezTo>
                    <a:cubicBezTo>
                      <a:pt x="1" y="15"/>
                      <a:pt x="1" y="15"/>
                      <a:pt x="2" y="15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6" name="Freeform 1059">
                <a:extLst>
                  <a:ext uri="{FF2B5EF4-FFF2-40B4-BE49-F238E27FC236}">
                    <a16:creationId xmlns:a16="http://schemas.microsoft.com/office/drawing/2014/main" id="{C48E6A5F-C91D-49BC-BE58-1EAA506E6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344"/>
                <a:ext cx="18" cy="30"/>
              </a:xfrm>
              <a:custGeom>
                <a:avLst/>
                <a:gdLst>
                  <a:gd name="T0" fmla="*/ 54 w 7"/>
                  <a:gd name="T1" fmla="*/ 188 h 12"/>
                  <a:gd name="T2" fmla="*/ 118 w 7"/>
                  <a:gd name="T3" fmla="*/ 0 h 12"/>
                  <a:gd name="T4" fmla="*/ 0 w 7"/>
                  <a:gd name="T5" fmla="*/ 17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3" y="12"/>
                    </a:moveTo>
                    <a:cubicBezTo>
                      <a:pt x="6" y="9"/>
                      <a:pt x="5" y="3"/>
                      <a:pt x="7" y="0"/>
                    </a:cubicBezTo>
                    <a:cubicBezTo>
                      <a:pt x="5" y="2"/>
                      <a:pt x="3" y="9"/>
                      <a:pt x="0" y="1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7" name="Freeform 1060">
                <a:extLst>
                  <a:ext uri="{FF2B5EF4-FFF2-40B4-BE49-F238E27FC236}">
                    <a16:creationId xmlns:a16="http://schemas.microsoft.com/office/drawing/2014/main" id="{E3CE0067-CD1A-4C37-A12B-590726E19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309"/>
                <a:ext cx="13" cy="27"/>
              </a:xfrm>
              <a:custGeom>
                <a:avLst/>
                <a:gdLst>
                  <a:gd name="T0" fmla="*/ 34 w 5"/>
                  <a:gd name="T1" fmla="*/ 133 h 11"/>
                  <a:gd name="T2" fmla="*/ 21 w 5"/>
                  <a:gd name="T3" fmla="*/ 103 h 11"/>
                  <a:gd name="T4" fmla="*/ 88 w 5"/>
                  <a:gd name="T5" fmla="*/ 0 h 11"/>
                  <a:gd name="T6" fmla="*/ 68 w 5"/>
                  <a:gd name="T7" fmla="*/ 6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2" y="9"/>
                    </a:moveTo>
                    <a:cubicBezTo>
                      <a:pt x="1" y="11"/>
                      <a:pt x="0" y="8"/>
                      <a:pt x="1" y="7"/>
                    </a:cubicBezTo>
                    <a:cubicBezTo>
                      <a:pt x="1" y="5"/>
                      <a:pt x="4" y="2"/>
                      <a:pt x="5" y="0"/>
                    </a:cubicBezTo>
                    <a:cubicBezTo>
                      <a:pt x="5" y="1"/>
                      <a:pt x="4" y="3"/>
                      <a:pt x="4" y="4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8" name="Freeform 1061">
                <a:extLst>
                  <a:ext uri="{FF2B5EF4-FFF2-40B4-BE49-F238E27FC236}">
                    <a16:creationId xmlns:a16="http://schemas.microsoft.com/office/drawing/2014/main" id="{D1627240-0BBD-4295-B958-5738DC5DF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3306"/>
                <a:ext cx="25" cy="25"/>
              </a:xfrm>
              <a:custGeom>
                <a:avLst/>
                <a:gdLst>
                  <a:gd name="T0" fmla="*/ 20 w 10"/>
                  <a:gd name="T1" fmla="*/ 158 h 10"/>
                  <a:gd name="T2" fmla="*/ 63 w 10"/>
                  <a:gd name="T3" fmla="*/ 20 h 10"/>
                  <a:gd name="T4" fmla="*/ 20 w 10"/>
                  <a:gd name="T5" fmla="*/ 125 h 10"/>
                  <a:gd name="T6" fmla="*/ 33 w 10"/>
                  <a:gd name="T7" fmla="*/ 12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" y="10"/>
                    </a:moveTo>
                    <a:cubicBezTo>
                      <a:pt x="3" y="8"/>
                      <a:pt x="10" y="0"/>
                      <a:pt x="4" y="1"/>
                    </a:cubicBezTo>
                    <a:cubicBezTo>
                      <a:pt x="3" y="3"/>
                      <a:pt x="0" y="6"/>
                      <a:pt x="1" y="8"/>
                    </a:cubicBezTo>
                    <a:cubicBezTo>
                      <a:pt x="1" y="8"/>
                      <a:pt x="1" y="8"/>
                      <a:pt x="2" y="8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9" name="Freeform 1062">
                <a:extLst>
                  <a:ext uri="{FF2B5EF4-FFF2-40B4-BE49-F238E27FC236}">
                    <a16:creationId xmlns:a16="http://schemas.microsoft.com/office/drawing/2014/main" id="{28151B45-F549-457D-9D82-89139FACA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294"/>
                <a:ext cx="13" cy="15"/>
              </a:xfrm>
              <a:custGeom>
                <a:avLst/>
                <a:gdLst>
                  <a:gd name="T0" fmla="*/ 68 w 5"/>
                  <a:gd name="T1" fmla="*/ 83 h 6"/>
                  <a:gd name="T2" fmla="*/ 55 w 5"/>
                  <a:gd name="T3" fmla="*/ 0 h 6"/>
                  <a:gd name="T4" fmla="*/ 34 w 5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5" y="4"/>
                      <a:pt x="5" y="0"/>
                      <a:pt x="3" y="0"/>
                    </a:cubicBezTo>
                    <a:cubicBezTo>
                      <a:pt x="0" y="0"/>
                      <a:pt x="1" y="5"/>
                      <a:pt x="2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0" name="Freeform 1063">
                <a:extLst>
                  <a:ext uri="{FF2B5EF4-FFF2-40B4-BE49-F238E27FC236}">
                    <a16:creationId xmlns:a16="http://schemas.microsoft.com/office/drawing/2014/main" id="{139D9679-8CFC-492A-8175-15F717551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3286"/>
                <a:ext cx="13" cy="15"/>
              </a:xfrm>
              <a:custGeom>
                <a:avLst/>
                <a:gdLst>
                  <a:gd name="T0" fmla="*/ 21 w 5"/>
                  <a:gd name="T1" fmla="*/ 95 h 6"/>
                  <a:gd name="T2" fmla="*/ 88 w 5"/>
                  <a:gd name="T3" fmla="*/ 0 h 6"/>
                  <a:gd name="T4" fmla="*/ 34 w 5"/>
                  <a:gd name="T5" fmla="*/ 20 h 6"/>
                  <a:gd name="T6" fmla="*/ 0 w 5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3" y="5"/>
                      <a:pt x="5" y="1"/>
                      <a:pt x="5" y="0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2" y="3"/>
                      <a:pt x="2" y="6"/>
                      <a:pt x="0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1" name="Freeform 1064">
                <a:extLst>
                  <a:ext uri="{FF2B5EF4-FFF2-40B4-BE49-F238E27FC236}">
                    <a16:creationId xmlns:a16="http://schemas.microsoft.com/office/drawing/2014/main" id="{D3F62960-C4ED-4D79-AD2B-545BB1C2B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266"/>
                <a:ext cx="15" cy="23"/>
              </a:xfrm>
              <a:custGeom>
                <a:avLst/>
                <a:gdLst>
                  <a:gd name="T0" fmla="*/ 33 w 6"/>
                  <a:gd name="T1" fmla="*/ 130 h 9"/>
                  <a:gd name="T2" fmla="*/ 0 w 6"/>
                  <a:gd name="T3" fmla="*/ 118 h 9"/>
                  <a:gd name="T4" fmla="*/ 83 w 6"/>
                  <a:gd name="T5" fmla="*/ 0 h 9"/>
                  <a:gd name="T6" fmla="*/ 50 w 6"/>
                  <a:gd name="T7" fmla="*/ 11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2" y="8"/>
                    </a:moveTo>
                    <a:cubicBezTo>
                      <a:pt x="2" y="9"/>
                      <a:pt x="0" y="8"/>
                      <a:pt x="0" y="7"/>
                    </a:cubicBezTo>
                    <a:cubicBezTo>
                      <a:pt x="1" y="6"/>
                      <a:pt x="3" y="1"/>
                      <a:pt x="5" y="0"/>
                    </a:cubicBezTo>
                    <a:cubicBezTo>
                      <a:pt x="6" y="3"/>
                      <a:pt x="5" y="6"/>
                      <a:pt x="3" y="7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2" name="Freeform 1065">
                <a:extLst>
                  <a:ext uri="{FF2B5EF4-FFF2-40B4-BE49-F238E27FC236}">
                    <a16:creationId xmlns:a16="http://schemas.microsoft.com/office/drawing/2014/main" id="{9B266A97-95E5-496B-ACC5-D50EFB4BF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266"/>
                <a:ext cx="13" cy="15"/>
              </a:xfrm>
              <a:custGeom>
                <a:avLst/>
                <a:gdLst>
                  <a:gd name="T0" fmla="*/ 34 w 5"/>
                  <a:gd name="T1" fmla="*/ 63 h 6"/>
                  <a:gd name="T2" fmla="*/ 88 w 5"/>
                  <a:gd name="T3" fmla="*/ 0 h 6"/>
                  <a:gd name="T4" fmla="*/ 0 w 5"/>
                  <a:gd name="T5" fmla="*/ 95 h 6"/>
                  <a:gd name="T6" fmla="*/ 21 w 5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4"/>
                    </a:moveTo>
                    <a:cubicBezTo>
                      <a:pt x="3" y="4"/>
                      <a:pt x="5" y="1"/>
                      <a:pt x="5" y="0"/>
                    </a:cubicBezTo>
                    <a:cubicBezTo>
                      <a:pt x="1" y="1"/>
                      <a:pt x="2" y="3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3" name="Freeform 1066">
                <a:extLst>
                  <a:ext uri="{FF2B5EF4-FFF2-40B4-BE49-F238E27FC236}">
                    <a16:creationId xmlns:a16="http://schemas.microsoft.com/office/drawing/2014/main" id="{C68BCF00-26D9-4D61-B972-E58FF2E6F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3241"/>
                <a:ext cx="12" cy="25"/>
              </a:xfrm>
              <a:custGeom>
                <a:avLst/>
                <a:gdLst>
                  <a:gd name="T0" fmla="*/ 41 w 5"/>
                  <a:gd name="T1" fmla="*/ 158 h 10"/>
                  <a:gd name="T2" fmla="*/ 29 w 5"/>
                  <a:gd name="T3" fmla="*/ 63 h 10"/>
                  <a:gd name="T4" fmla="*/ 70 w 5"/>
                  <a:gd name="T5" fmla="*/ 95 h 10"/>
                  <a:gd name="T6" fmla="*/ 41 w 5"/>
                  <a:gd name="T7" fmla="*/ 12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3" y="10"/>
                    </a:moveTo>
                    <a:cubicBezTo>
                      <a:pt x="0" y="9"/>
                      <a:pt x="1" y="7"/>
                      <a:pt x="2" y="4"/>
                    </a:cubicBezTo>
                    <a:cubicBezTo>
                      <a:pt x="4" y="0"/>
                      <a:pt x="3" y="4"/>
                      <a:pt x="5" y="6"/>
                    </a:cubicBezTo>
                    <a:cubicBezTo>
                      <a:pt x="5" y="7"/>
                      <a:pt x="4" y="8"/>
                      <a:pt x="3" y="8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4" name="Freeform 1067">
                <a:extLst>
                  <a:ext uri="{FF2B5EF4-FFF2-40B4-BE49-F238E27FC236}">
                    <a16:creationId xmlns:a16="http://schemas.microsoft.com/office/drawing/2014/main" id="{CC8FE741-360E-4378-8576-30030D552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3246"/>
                <a:ext cx="10" cy="20"/>
              </a:xfrm>
              <a:custGeom>
                <a:avLst/>
                <a:gdLst>
                  <a:gd name="T0" fmla="*/ 20 w 4"/>
                  <a:gd name="T1" fmla="*/ 83 h 8"/>
                  <a:gd name="T2" fmla="*/ 63 w 4"/>
                  <a:gd name="T3" fmla="*/ 0 h 8"/>
                  <a:gd name="T4" fmla="*/ 20 w 4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1" y="5"/>
                    </a:moveTo>
                    <a:cubicBezTo>
                      <a:pt x="4" y="8"/>
                      <a:pt x="4" y="1"/>
                      <a:pt x="4" y="0"/>
                    </a:cubicBezTo>
                    <a:cubicBezTo>
                      <a:pt x="3" y="1"/>
                      <a:pt x="0" y="3"/>
                      <a:pt x="1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5" name="Freeform 1068">
                <a:extLst>
                  <a:ext uri="{FF2B5EF4-FFF2-40B4-BE49-F238E27FC236}">
                    <a16:creationId xmlns:a16="http://schemas.microsoft.com/office/drawing/2014/main" id="{E1767B17-FDF3-42B6-9D62-0E0825630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224"/>
                <a:ext cx="15" cy="22"/>
              </a:xfrm>
              <a:custGeom>
                <a:avLst/>
                <a:gdLst>
                  <a:gd name="T0" fmla="*/ 33 w 6"/>
                  <a:gd name="T1" fmla="*/ 132 h 9"/>
                  <a:gd name="T2" fmla="*/ 0 w 6"/>
                  <a:gd name="T3" fmla="*/ 120 h 9"/>
                  <a:gd name="T4" fmla="*/ 95 w 6"/>
                  <a:gd name="T5" fmla="*/ 0 h 9"/>
                  <a:gd name="T6" fmla="*/ 50 w 6"/>
                  <a:gd name="T7" fmla="*/ 10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2" y="9"/>
                    </a:moveTo>
                    <a:cubicBezTo>
                      <a:pt x="2" y="9"/>
                      <a:pt x="1" y="8"/>
                      <a:pt x="0" y="8"/>
                    </a:cubicBezTo>
                    <a:cubicBezTo>
                      <a:pt x="3" y="7"/>
                      <a:pt x="4" y="1"/>
                      <a:pt x="6" y="0"/>
                    </a:cubicBezTo>
                    <a:cubicBezTo>
                      <a:pt x="6" y="3"/>
                      <a:pt x="3" y="5"/>
                      <a:pt x="3" y="7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6" name="Freeform 1069">
                <a:extLst>
                  <a:ext uri="{FF2B5EF4-FFF2-40B4-BE49-F238E27FC236}">
                    <a16:creationId xmlns:a16="http://schemas.microsoft.com/office/drawing/2014/main" id="{449102A1-A642-4F9A-80A7-98E4BEB98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3206"/>
                <a:ext cx="10" cy="25"/>
              </a:xfrm>
              <a:custGeom>
                <a:avLst/>
                <a:gdLst>
                  <a:gd name="T0" fmla="*/ 20 w 4"/>
                  <a:gd name="T1" fmla="*/ 95 h 10"/>
                  <a:gd name="T2" fmla="*/ 50 w 4"/>
                  <a:gd name="T3" fmla="*/ 0 h 10"/>
                  <a:gd name="T4" fmla="*/ 20 w 4"/>
                  <a:gd name="T5" fmla="*/ 8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1" y="6"/>
                    </a:moveTo>
                    <a:cubicBezTo>
                      <a:pt x="0" y="4"/>
                      <a:pt x="1" y="1"/>
                      <a:pt x="3" y="0"/>
                    </a:cubicBezTo>
                    <a:cubicBezTo>
                      <a:pt x="4" y="2"/>
                      <a:pt x="4" y="10"/>
                      <a:pt x="1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7" name="Freeform 1070">
                <a:extLst>
                  <a:ext uri="{FF2B5EF4-FFF2-40B4-BE49-F238E27FC236}">
                    <a16:creationId xmlns:a16="http://schemas.microsoft.com/office/drawing/2014/main" id="{AE493B0B-40B8-41AF-8AE4-9F434739C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226"/>
                <a:ext cx="10" cy="15"/>
              </a:xfrm>
              <a:custGeom>
                <a:avLst/>
                <a:gdLst>
                  <a:gd name="T0" fmla="*/ 20 w 4"/>
                  <a:gd name="T1" fmla="*/ 95 h 6"/>
                  <a:gd name="T2" fmla="*/ 63 w 4"/>
                  <a:gd name="T3" fmla="*/ 50 h 6"/>
                  <a:gd name="T4" fmla="*/ 33 w 4"/>
                  <a:gd name="T5" fmla="*/ 0 h 6"/>
                  <a:gd name="T6" fmla="*/ 0 w 4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5"/>
                      <a:pt x="2" y="4"/>
                      <a:pt x="4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8" name="Freeform 1071">
                <a:extLst>
                  <a:ext uri="{FF2B5EF4-FFF2-40B4-BE49-F238E27FC236}">
                    <a16:creationId xmlns:a16="http://schemas.microsoft.com/office/drawing/2014/main" id="{62C068FE-AA4A-4B3C-8B3B-7B8008CC1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314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0 h 4"/>
                  <a:gd name="T4" fmla="*/ 0 w 2"/>
                  <a:gd name="T5" fmla="*/ 63 h 4"/>
                  <a:gd name="T6" fmla="*/ 20 w 2"/>
                  <a:gd name="T7" fmla="*/ 63 h 4"/>
                  <a:gd name="T8" fmla="*/ 20 w 2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9" name="Freeform 1072">
                <a:extLst>
                  <a:ext uri="{FF2B5EF4-FFF2-40B4-BE49-F238E27FC236}">
                    <a16:creationId xmlns:a16="http://schemas.microsoft.com/office/drawing/2014/main" id="{54326C13-28D4-4190-B5CE-B03EAE047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3214"/>
                <a:ext cx="10" cy="15"/>
              </a:xfrm>
              <a:custGeom>
                <a:avLst/>
                <a:gdLst>
                  <a:gd name="T0" fmla="*/ 0 w 4"/>
                  <a:gd name="T1" fmla="*/ 83 h 6"/>
                  <a:gd name="T2" fmla="*/ 50 w 4"/>
                  <a:gd name="T3" fmla="*/ 33 h 6"/>
                  <a:gd name="T4" fmla="*/ 0 w 4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1" y="6"/>
                      <a:pt x="4" y="4"/>
                      <a:pt x="3" y="2"/>
                    </a:cubicBezTo>
                    <a:cubicBezTo>
                      <a:pt x="1" y="0"/>
                      <a:pt x="0" y="4"/>
                      <a:pt x="0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0" name="Freeform 1073">
                <a:extLst>
                  <a:ext uri="{FF2B5EF4-FFF2-40B4-BE49-F238E27FC236}">
                    <a16:creationId xmlns:a16="http://schemas.microsoft.com/office/drawing/2014/main" id="{0B108F0B-AF6F-4B80-96DA-0CA26430B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3236"/>
                <a:ext cx="8" cy="10"/>
              </a:xfrm>
              <a:custGeom>
                <a:avLst/>
                <a:gdLst>
                  <a:gd name="T0" fmla="*/ 0 w 3"/>
                  <a:gd name="T1" fmla="*/ 63 h 4"/>
                  <a:gd name="T2" fmla="*/ 56 w 3"/>
                  <a:gd name="T3" fmla="*/ 20 h 4"/>
                  <a:gd name="T4" fmla="*/ 0 w 3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2" y="3"/>
                      <a:pt x="3" y="2"/>
                      <a:pt x="3" y="1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1" name="Freeform 1074">
                <a:extLst>
                  <a:ext uri="{FF2B5EF4-FFF2-40B4-BE49-F238E27FC236}">
                    <a16:creationId xmlns:a16="http://schemas.microsoft.com/office/drawing/2014/main" id="{B717C50E-F9FB-428D-8CB0-030B04592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409"/>
                <a:ext cx="12" cy="17"/>
              </a:xfrm>
              <a:custGeom>
                <a:avLst/>
                <a:gdLst>
                  <a:gd name="T0" fmla="*/ 58 w 5"/>
                  <a:gd name="T1" fmla="*/ 100 h 7"/>
                  <a:gd name="T2" fmla="*/ 58 w 5"/>
                  <a:gd name="T3" fmla="*/ 0 h 7"/>
                  <a:gd name="T4" fmla="*/ 0 w 5"/>
                  <a:gd name="T5" fmla="*/ 70 h 7"/>
                  <a:gd name="T6" fmla="*/ 29 w 5"/>
                  <a:gd name="T7" fmla="*/ 8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cubicBezTo>
                      <a:pt x="4" y="5"/>
                      <a:pt x="5" y="3"/>
                      <a:pt x="4" y="0"/>
                    </a:cubicBezTo>
                    <a:cubicBezTo>
                      <a:pt x="3" y="3"/>
                      <a:pt x="0" y="3"/>
                      <a:pt x="0" y="5"/>
                    </a:cubicBezTo>
                    <a:cubicBezTo>
                      <a:pt x="1" y="6"/>
                      <a:pt x="2" y="7"/>
                      <a:pt x="2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2" name="Freeform 1075">
                <a:extLst>
                  <a:ext uri="{FF2B5EF4-FFF2-40B4-BE49-F238E27FC236}">
                    <a16:creationId xmlns:a16="http://schemas.microsoft.com/office/drawing/2014/main" id="{27537521-6B22-4F57-BDC5-09CF1C2A4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391"/>
                <a:ext cx="15" cy="20"/>
              </a:xfrm>
              <a:custGeom>
                <a:avLst/>
                <a:gdLst>
                  <a:gd name="T0" fmla="*/ 50 w 6"/>
                  <a:gd name="T1" fmla="*/ 125 h 8"/>
                  <a:gd name="T2" fmla="*/ 83 w 6"/>
                  <a:gd name="T3" fmla="*/ 0 h 8"/>
                  <a:gd name="T4" fmla="*/ 95 w 6"/>
                  <a:gd name="T5" fmla="*/ 113 h 8"/>
                  <a:gd name="T6" fmla="*/ 63 w 6"/>
                  <a:gd name="T7" fmla="*/ 1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cubicBezTo>
                      <a:pt x="0" y="7"/>
                      <a:pt x="4" y="2"/>
                      <a:pt x="5" y="0"/>
                    </a:cubicBezTo>
                    <a:cubicBezTo>
                      <a:pt x="5" y="2"/>
                      <a:pt x="6" y="5"/>
                      <a:pt x="6" y="7"/>
                    </a:cubicBezTo>
                    <a:cubicBezTo>
                      <a:pt x="6" y="7"/>
                      <a:pt x="5" y="7"/>
                      <a:pt x="4" y="7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3" name="Freeform 1076">
                <a:extLst>
                  <a:ext uri="{FF2B5EF4-FFF2-40B4-BE49-F238E27FC236}">
                    <a16:creationId xmlns:a16="http://schemas.microsoft.com/office/drawing/2014/main" id="{6B97835A-2BAE-467C-B85E-B242C10FE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379"/>
                <a:ext cx="7" cy="20"/>
              </a:xfrm>
              <a:custGeom>
                <a:avLst/>
                <a:gdLst>
                  <a:gd name="T0" fmla="*/ 28 w 3"/>
                  <a:gd name="T1" fmla="*/ 125 h 8"/>
                  <a:gd name="T2" fmla="*/ 37 w 3"/>
                  <a:gd name="T3" fmla="*/ 33 h 8"/>
                  <a:gd name="T4" fmla="*/ 12 w 3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8"/>
                    </a:moveTo>
                    <a:cubicBezTo>
                      <a:pt x="1" y="6"/>
                      <a:pt x="2" y="4"/>
                      <a:pt x="3" y="2"/>
                    </a:cubicBezTo>
                    <a:cubicBezTo>
                      <a:pt x="0" y="0"/>
                      <a:pt x="0" y="6"/>
                      <a:pt x="1" y="8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4" name="Freeform 1077">
                <a:extLst>
                  <a:ext uri="{FF2B5EF4-FFF2-40B4-BE49-F238E27FC236}">
                    <a16:creationId xmlns:a16="http://schemas.microsoft.com/office/drawing/2014/main" id="{AA6132CE-DEF7-4033-94E9-3DA8583CD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366"/>
                <a:ext cx="15" cy="20"/>
              </a:xfrm>
              <a:custGeom>
                <a:avLst/>
                <a:gdLst>
                  <a:gd name="T0" fmla="*/ 50 w 6"/>
                  <a:gd name="T1" fmla="*/ 125 h 8"/>
                  <a:gd name="T2" fmla="*/ 83 w 6"/>
                  <a:gd name="T3" fmla="*/ 0 h 8"/>
                  <a:gd name="T4" fmla="*/ 63 w 6"/>
                  <a:gd name="T5" fmla="*/ 11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cubicBezTo>
                      <a:pt x="0" y="7"/>
                      <a:pt x="4" y="2"/>
                      <a:pt x="5" y="0"/>
                    </a:cubicBezTo>
                    <a:cubicBezTo>
                      <a:pt x="6" y="1"/>
                      <a:pt x="6" y="7"/>
                      <a:pt x="4" y="7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5" name="Freeform 1078">
                <a:extLst>
                  <a:ext uri="{FF2B5EF4-FFF2-40B4-BE49-F238E27FC236}">
                    <a16:creationId xmlns:a16="http://schemas.microsoft.com/office/drawing/2014/main" id="{79308677-26B4-4578-9180-BC10806C6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354"/>
                <a:ext cx="10" cy="20"/>
              </a:xfrm>
              <a:custGeom>
                <a:avLst/>
                <a:gdLst>
                  <a:gd name="T0" fmla="*/ 0 w 4"/>
                  <a:gd name="T1" fmla="*/ 125 h 8"/>
                  <a:gd name="T2" fmla="*/ 20 w 4"/>
                  <a:gd name="T3" fmla="*/ 0 h 8"/>
                  <a:gd name="T4" fmla="*/ 0 w 4"/>
                  <a:gd name="T5" fmla="*/ 9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4" y="7"/>
                      <a:pt x="2" y="3"/>
                      <a:pt x="1" y="0"/>
                    </a:cubicBez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6" name="Freeform 1079">
                <a:extLst>
                  <a:ext uri="{FF2B5EF4-FFF2-40B4-BE49-F238E27FC236}">
                    <a16:creationId xmlns:a16="http://schemas.microsoft.com/office/drawing/2014/main" id="{DDBFF07A-CE36-47F4-82ED-2839EA25C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344"/>
                <a:ext cx="17" cy="20"/>
              </a:xfrm>
              <a:custGeom>
                <a:avLst/>
                <a:gdLst>
                  <a:gd name="T0" fmla="*/ 58 w 7"/>
                  <a:gd name="T1" fmla="*/ 113 h 8"/>
                  <a:gd name="T2" fmla="*/ 70 w 7"/>
                  <a:gd name="T3" fmla="*/ 0 h 8"/>
                  <a:gd name="T4" fmla="*/ 70 w 7"/>
                  <a:gd name="T5" fmla="*/ 11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0" y="8"/>
                      <a:pt x="5" y="2"/>
                      <a:pt x="5" y="0"/>
                    </a:cubicBezTo>
                    <a:cubicBezTo>
                      <a:pt x="7" y="2"/>
                      <a:pt x="7" y="6"/>
                      <a:pt x="5" y="7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7" name="Freeform 1080">
                <a:extLst>
                  <a:ext uri="{FF2B5EF4-FFF2-40B4-BE49-F238E27FC236}">
                    <a16:creationId xmlns:a16="http://schemas.microsoft.com/office/drawing/2014/main" id="{409D9AA4-657C-4CFE-B7A1-BE10FEDF4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331"/>
                <a:ext cx="12" cy="15"/>
              </a:xfrm>
              <a:custGeom>
                <a:avLst/>
                <a:gdLst>
                  <a:gd name="T0" fmla="*/ 12 w 5"/>
                  <a:gd name="T1" fmla="*/ 83 h 6"/>
                  <a:gd name="T2" fmla="*/ 70 w 5"/>
                  <a:gd name="T3" fmla="*/ 33 h 6"/>
                  <a:gd name="T4" fmla="*/ 41 w 5"/>
                  <a:gd name="T5" fmla="*/ 33 h 6"/>
                  <a:gd name="T6" fmla="*/ 29 w 5"/>
                  <a:gd name="T7" fmla="*/ 0 h 6"/>
                  <a:gd name="T8" fmla="*/ 0 w 5"/>
                  <a:gd name="T9" fmla="*/ 5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5"/>
                    </a:moveTo>
                    <a:cubicBezTo>
                      <a:pt x="3" y="6"/>
                      <a:pt x="4" y="4"/>
                      <a:pt x="5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8" name="Freeform 1081">
                <a:extLst>
                  <a:ext uri="{FF2B5EF4-FFF2-40B4-BE49-F238E27FC236}">
                    <a16:creationId xmlns:a16="http://schemas.microsoft.com/office/drawing/2014/main" id="{4C7A89F8-1B3D-4DD8-ADD1-FA8816D58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134"/>
                <a:ext cx="45" cy="60"/>
              </a:xfrm>
              <a:custGeom>
                <a:avLst/>
                <a:gdLst>
                  <a:gd name="T0" fmla="*/ 188 w 18"/>
                  <a:gd name="T1" fmla="*/ 125 h 24"/>
                  <a:gd name="T2" fmla="*/ 283 w 18"/>
                  <a:gd name="T3" fmla="*/ 0 h 24"/>
                  <a:gd name="T4" fmla="*/ 158 w 18"/>
                  <a:gd name="T5" fmla="*/ 113 h 24"/>
                  <a:gd name="T6" fmla="*/ 50 w 18"/>
                  <a:gd name="T7" fmla="*/ 175 h 24"/>
                  <a:gd name="T8" fmla="*/ 158 w 18"/>
                  <a:gd name="T9" fmla="*/ 125 h 24"/>
                  <a:gd name="T10" fmla="*/ 95 w 18"/>
                  <a:gd name="T11" fmla="*/ 250 h 24"/>
                  <a:gd name="T12" fmla="*/ 0 w 18"/>
                  <a:gd name="T13" fmla="*/ 313 h 24"/>
                  <a:gd name="T14" fmla="*/ 20 w 18"/>
                  <a:gd name="T15" fmla="*/ 375 h 24"/>
                  <a:gd name="T16" fmla="*/ 95 w 18"/>
                  <a:gd name="T17" fmla="*/ 30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24">
                    <a:moveTo>
                      <a:pt x="12" y="8"/>
                    </a:moveTo>
                    <a:cubicBezTo>
                      <a:pt x="14" y="6"/>
                      <a:pt x="16" y="2"/>
                      <a:pt x="18" y="0"/>
                    </a:cubicBezTo>
                    <a:cubicBezTo>
                      <a:pt x="15" y="2"/>
                      <a:pt x="13" y="5"/>
                      <a:pt x="10" y="7"/>
                    </a:cubicBezTo>
                    <a:cubicBezTo>
                      <a:pt x="8" y="8"/>
                      <a:pt x="5" y="9"/>
                      <a:pt x="3" y="11"/>
                    </a:cubicBezTo>
                    <a:cubicBezTo>
                      <a:pt x="5" y="11"/>
                      <a:pt x="8" y="10"/>
                      <a:pt x="10" y="8"/>
                    </a:cubicBezTo>
                    <a:cubicBezTo>
                      <a:pt x="11" y="12"/>
                      <a:pt x="8" y="14"/>
                      <a:pt x="6" y="16"/>
                    </a:cubicBezTo>
                    <a:cubicBezTo>
                      <a:pt x="5" y="20"/>
                      <a:pt x="4" y="20"/>
                      <a:pt x="0" y="20"/>
                    </a:cubicBezTo>
                    <a:cubicBezTo>
                      <a:pt x="1" y="22"/>
                      <a:pt x="1" y="23"/>
                      <a:pt x="1" y="24"/>
                    </a:cubicBezTo>
                    <a:cubicBezTo>
                      <a:pt x="3" y="22"/>
                      <a:pt x="5" y="21"/>
                      <a:pt x="6" y="19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9" name="Freeform 1082">
                <a:extLst>
                  <a:ext uri="{FF2B5EF4-FFF2-40B4-BE49-F238E27FC236}">
                    <a16:creationId xmlns:a16="http://schemas.microsoft.com/office/drawing/2014/main" id="{9F804123-850B-4529-A03F-7AD522F70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3214"/>
                <a:ext cx="40" cy="55"/>
              </a:xfrm>
              <a:custGeom>
                <a:avLst/>
                <a:gdLst>
                  <a:gd name="T0" fmla="*/ 83 w 16"/>
                  <a:gd name="T1" fmla="*/ 188 h 22"/>
                  <a:gd name="T2" fmla="*/ 250 w 16"/>
                  <a:gd name="T3" fmla="*/ 33 h 22"/>
                  <a:gd name="T4" fmla="*/ 238 w 16"/>
                  <a:gd name="T5" fmla="*/ 0 h 22"/>
                  <a:gd name="T6" fmla="*/ 158 w 16"/>
                  <a:gd name="T7" fmla="*/ 83 h 22"/>
                  <a:gd name="T8" fmla="*/ 83 w 16"/>
                  <a:gd name="T9" fmla="*/ 145 h 22"/>
                  <a:gd name="T10" fmla="*/ 0 w 16"/>
                  <a:gd name="T11" fmla="*/ 345 h 22"/>
                  <a:gd name="T12" fmla="*/ 50 w 16"/>
                  <a:gd name="T13" fmla="*/ 270 h 22"/>
                  <a:gd name="T14" fmla="*/ 83 w 16"/>
                  <a:gd name="T15" fmla="*/ 188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2">
                    <a:moveTo>
                      <a:pt x="5" y="12"/>
                    </a:moveTo>
                    <a:cubicBezTo>
                      <a:pt x="9" y="9"/>
                      <a:pt x="11" y="2"/>
                      <a:pt x="16" y="2"/>
                    </a:cubicBezTo>
                    <a:cubicBezTo>
                      <a:pt x="15" y="2"/>
                      <a:pt x="15" y="1"/>
                      <a:pt x="15" y="0"/>
                    </a:cubicBezTo>
                    <a:cubicBezTo>
                      <a:pt x="13" y="0"/>
                      <a:pt x="11" y="3"/>
                      <a:pt x="10" y="5"/>
                    </a:cubicBezTo>
                    <a:cubicBezTo>
                      <a:pt x="8" y="6"/>
                      <a:pt x="6" y="7"/>
                      <a:pt x="5" y="9"/>
                    </a:cubicBezTo>
                    <a:cubicBezTo>
                      <a:pt x="2" y="12"/>
                      <a:pt x="1" y="18"/>
                      <a:pt x="0" y="22"/>
                    </a:cubicBezTo>
                    <a:cubicBezTo>
                      <a:pt x="1" y="21"/>
                      <a:pt x="1" y="19"/>
                      <a:pt x="3" y="17"/>
                    </a:cubicBezTo>
                    <a:cubicBezTo>
                      <a:pt x="3" y="15"/>
                      <a:pt x="3" y="14"/>
                      <a:pt x="5" y="12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0" name="Freeform 1083">
                <a:extLst>
                  <a:ext uri="{FF2B5EF4-FFF2-40B4-BE49-F238E27FC236}">
                    <a16:creationId xmlns:a16="http://schemas.microsoft.com/office/drawing/2014/main" id="{92853343-F1B5-482A-892F-9163C58B1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286"/>
                <a:ext cx="40" cy="73"/>
              </a:xfrm>
              <a:custGeom>
                <a:avLst/>
                <a:gdLst>
                  <a:gd name="T0" fmla="*/ 63 w 16"/>
                  <a:gd name="T1" fmla="*/ 335 h 29"/>
                  <a:gd name="T2" fmla="*/ 188 w 16"/>
                  <a:gd name="T3" fmla="*/ 209 h 29"/>
                  <a:gd name="T4" fmla="*/ 220 w 16"/>
                  <a:gd name="T5" fmla="*/ 113 h 29"/>
                  <a:gd name="T6" fmla="*/ 250 w 16"/>
                  <a:gd name="T7" fmla="*/ 0 h 29"/>
                  <a:gd name="T8" fmla="*/ 220 w 16"/>
                  <a:gd name="T9" fmla="*/ 63 h 29"/>
                  <a:gd name="T10" fmla="*/ 208 w 16"/>
                  <a:gd name="T11" fmla="*/ 146 h 29"/>
                  <a:gd name="T12" fmla="*/ 113 w 16"/>
                  <a:gd name="T13" fmla="*/ 254 h 29"/>
                  <a:gd name="T14" fmla="*/ 125 w 16"/>
                  <a:gd name="T15" fmla="*/ 126 h 29"/>
                  <a:gd name="T16" fmla="*/ 83 w 16"/>
                  <a:gd name="T17" fmla="*/ 254 h 29"/>
                  <a:gd name="T18" fmla="*/ 0 w 16"/>
                  <a:gd name="T19" fmla="*/ 368 h 29"/>
                  <a:gd name="T20" fmla="*/ 50 w 16"/>
                  <a:gd name="T21" fmla="*/ 335 h 29"/>
                  <a:gd name="T22" fmla="*/ 20 w 16"/>
                  <a:gd name="T23" fmla="*/ 463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29">
                    <a:moveTo>
                      <a:pt x="4" y="21"/>
                    </a:moveTo>
                    <a:cubicBezTo>
                      <a:pt x="6" y="17"/>
                      <a:pt x="10" y="16"/>
                      <a:pt x="12" y="13"/>
                    </a:cubicBezTo>
                    <a:cubicBezTo>
                      <a:pt x="13" y="11"/>
                      <a:pt x="13" y="9"/>
                      <a:pt x="14" y="7"/>
                    </a:cubicBezTo>
                    <a:cubicBezTo>
                      <a:pt x="15" y="5"/>
                      <a:pt x="16" y="2"/>
                      <a:pt x="16" y="0"/>
                    </a:cubicBezTo>
                    <a:cubicBezTo>
                      <a:pt x="16" y="2"/>
                      <a:pt x="14" y="2"/>
                      <a:pt x="14" y="4"/>
                    </a:cubicBezTo>
                    <a:cubicBezTo>
                      <a:pt x="13" y="5"/>
                      <a:pt x="13" y="8"/>
                      <a:pt x="13" y="9"/>
                    </a:cubicBezTo>
                    <a:cubicBezTo>
                      <a:pt x="12" y="12"/>
                      <a:pt x="10" y="15"/>
                      <a:pt x="7" y="16"/>
                    </a:cubicBezTo>
                    <a:cubicBezTo>
                      <a:pt x="6" y="13"/>
                      <a:pt x="8" y="10"/>
                      <a:pt x="8" y="8"/>
                    </a:cubicBezTo>
                    <a:cubicBezTo>
                      <a:pt x="7" y="11"/>
                      <a:pt x="6" y="14"/>
                      <a:pt x="5" y="16"/>
                    </a:cubicBezTo>
                    <a:cubicBezTo>
                      <a:pt x="4" y="19"/>
                      <a:pt x="0" y="21"/>
                      <a:pt x="0" y="23"/>
                    </a:cubicBezTo>
                    <a:cubicBezTo>
                      <a:pt x="1" y="23"/>
                      <a:pt x="2" y="22"/>
                      <a:pt x="3" y="21"/>
                    </a:cubicBezTo>
                    <a:cubicBezTo>
                      <a:pt x="3" y="22"/>
                      <a:pt x="2" y="29"/>
                      <a:pt x="1" y="29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1" name="Freeform 1084">
                <a:extLst>
                  <a:ext uri="{FF2B5EF4-FFF2-40B4-BE49-F238E27FC236}">
                    <a16:creationId xmlns:a16="http://schemas.microsoft.com/office/drawing/2014/main" id="{DD43BF7F-A23B-4101-A616-28C150A33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224"/>
                <a:ext cx="10" cy="12"/>
              </a:xfrm>
              <a:custGeom>
                <a:avLst/>
                <a:gdLst>
                  <a:gd name="T0" fmla="*/ 20 w 4"/>
                  <a:gd name="T1" fmla="*/ 70 h 5"/>
                  <a:gd name="T2" fmla="*/ 20 w 4"/>
                  <a:gd name="T3" fmla="*/ 70 h 5"/>
                  <a:gd name="T4" fmla="*/ 50 w 4"/>
                  <a:gd name="T5" fmla="*/ 29 h 5"/>
                  <a:gd name="T6" fmla="*/ 0 w 4"/>
                  <a:gd name="T7" fmla="*/ 12 h 5"/>
                  <a:gd name="T8" fmla="*/ 0 w 4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2" y="1"/>
                      <a:pt x="1" y="2"/>
                      <a:pt x="0" y="1"/>
                    </a:cubicBezTo>
                    <a:cubicBezTo>
                      <a:pt x="2" y="0"/>
                      <a:pt x="4" y="5"/>
                      <a:pt x="0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2" name="Freeform 1085">
                <a:extLst>
                  <a:ext uri="{FF2B5EF4-FFF2-40B4-BE49-F238E27FC236}">
                    <a16:creationId xmlns:a16="http://schemas.microsoft.com/office/drawing/2014/main" id="{AF9738A7-6C00-405A-88CF-FB7DF7054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239"/>
                <a:ext cx="15" cy="15"/>
              </a:xfrm>
              <a:custGeom>
                <a:avLst/>
                <a:gdLst>
                  <a:gd name="T0" fmla="*/ 33 w 6"/>
                  <a:gd name="T1" fmla="*/ 95 h 6"/>
                  <a:gd name="T2" fmla="*/ 63 w 6"/>
                  <a:gd name="T3" fmla="*/ 50 h 6"/>
                  <a:gd name="T4" fmla="*/ 95 w 6"/>
                  <a:gd name="T5" fmla="*/ 20 h 6"/>
                  <a:gd name="T6" fmla="*/ 63 w 6"/>
                  <a:gd name="T7" fmla="*/ 0 h 6"/>
                  <a:gd name="T8" fmla="*/ 0 w 6"/>
                  <a:gd name="T9" fmla="*/ 50 h 6"/>
                  <a:gd name="T10" fmla="*/ 33 w 6"/>
                  <a:gd name="T11" fmla="*/ 9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5" y="2"/>
                      <a:pt x="3" y="2"/>
                      <a:pt x="4" y="0"/>
                    </a:cubicBezTo>
                    <a:cubicBezTo>
                      <a:pt x="4" y="1"/>
                      <a:pt x="2" y="6"/>
                      <a:pt x="0" y="3"/>
                    </a:cubicBezTo>
                    <a:cubicBezTo>
                      <a:pt x="1" y="4"/>
                      <a:pt x="2" y="5"/>
                      <a:pt x="2" y="6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3" name="Freeform 1086">
                <a:extLst>
                  <a:ext uri="{FF2B5EF4-FFF2-40B4-BE49-F238E27FC236}">
                    <a16:creationId xmlns:a16="http://schemas.microsoft.com/office/drawing/2014/main" id="{06B741A7-016A-4E44-99E3-7EF2081D3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3261"/>
                <a:ext cx="17" cy="15"/>
              </a:xfrm>
              <a:custGeom>
                <a:avLst/>
                <a:gdLst>
                  <a:gd name="T0" fmla="*/ 29 w 7"/>
                  <a:gd name="T1" fmla="*/ 95 h 6"/>
                  <a:gd name="T2" fmla="*/ 100 w 7"/>
                  <a:gd name="T3" fmla="*/ 20 h 6"/>
                  <a:gd name="T4" fmla="*/ 58 w 7"/>
                  <a:gd name="T5" fmla="*/ 0 h 6"/>
                  <a:gd name="T6" fmla="*/ 29 w 7"/>
                  <a:gd name="T7" fmla="*/ 50 h 6"/>
                  <a:gd name="T8" fmla="*/ 0 w 7"/>
                  <a:gd name="T9" fmla="*/ 20 h 6"/>
                  <a:gd name="T10" fmla="*/ 12 w 7"/>
                  <a:gd name="T11" fmla="*/ 9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2" y="6"/>
                    </a:moveTo>
                    <a:cubicBezTo>
                      <a:pt x="3" y="3"/>
                      <a:pt x="4" y="2"/>
                      <a:pt x="7" y="1"/>
                    </a:cubicBezTo>
                    <a:cubicBezTo>
                      <a:pt x="6" y="1"/>
                      <a:pt x="5" y="1"/>
                      <a:pt x="4" y="0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0" y="2"/>
                      <a:pt x="2" y="5"/>
                      <a:pt x="1" y="6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4" name="Freeform 1087">
                <a:extLst>
                  <a:ext uri="{FF2B5EF4-FFF2-40B4-BE49-F238E27FC236}">
                    <a16:creationId xmlns:a16="http://schemas.microsoft.com/office/drawing/2014/main" id="{FDD99766-5151-4346-AC5C-66286944E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276"/>
                <a:ext cx="12" cy="13"/>
              </a:xfrm>
              <a:custGeom>
                <a:avLst/>
                <a:gdLst>
                  <a:gd name="T0" fmla="*/ 0 w 5"/>
                  <a:gd name="T1" fmla="*/ 88 h 5"/>
                  <a:gd name="T2" fmla="*/ 70 w 5"/>
                  <a:gd name="T3" fmla="*/ 21 h 5"/>
                  <a:gd name="T4" fmla="*/ 41 w 5"/>
                  <a:gd name="T5" fmla="*/ 0 h 5"/>
                  <a:gd name="T6" fmla="*/ 0 w 5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3"/>
                      <a:pt x="4" y="2"/>
                      <a:pt x="5" y="1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3" y="2"/>
                      <a:pt x="1" y="4"/>
                      <a:pt x="0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5" name="Freeform 1088">
                <a:extLst>
                  <a:ext uri="{FF2B5EF4-FFF2-40B4-BE49-F238E27FC236}">
                    <a16:creationId xmlns:a16="http://schemas.microsoft.com/office/drawing/2014/main" id="{17772059-0B74-41E0-8024-D05D211A7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289"/>
                <a:ext cx="12" cy="22"/>
              </a:xfrm>
              <a:custGeom>
                <a:avLst/>
                <a:gdLst>
                  <a:gd name="T0" fmla="*/ 0 w 5"/>
                  <a:gd name="T1" fmla="*/ 132 h 9"/>
                  <a:gd name="T2" fmla="*/ 70 w 5"/>
                  <a:gd name="T3" fmla="*/ 90 h 9"/>
                  <a:gd name="T4" fmla="*/ 58 w 5"/>
                  <a:gd name="T5" fmla="*/ 0 h 9"/>
                  <a:gd name="T6" fmla="*/ 0 w 5"/>
                  <a:gd name="T7" fmla="*/ 12 h 9"/>
                  <a:gd name="T8" fmla="*/ 12 w 5"/>
                  <a:gd name="T9" fmla="*/ 1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2" y="9"/>
                      <a:pt x="2" y="4"/>
                      <a:pt x="5" y="6"/>
                    </a:cubicBezTo>
                    <a:cubicBezTo>
                      <a:pt x="3" y="5"/>
                      <a:pt x="5" y="2"/>
                      <a:pt x="4" y="0"/>
                    </a:cubicBezTo>
                    <a:cubicBezTo>
                      <a:pt x="4" y="3"/>
                      <a:pt x="1" y="2"/>
                      <a:pt x="0" y="1"/>
                    </a:cubicBezTo>
                    <a:cubicBezTo>
                      <a:pt x="4" y="3"/>
                      <a:pt x="2" y="5"/>
                      <a:pt x="1" y="7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6" name="Freeform 1089">
                <a:extLst>
                  <a:ext uri="{FF2B5EF4-FFF2-40B4-BE49-F238E27FC236}">
                    <a16:creationId xmlns:a16="http://schemas.microsoft.com/office/drawing/2014/main" id="{F8179656-2601-41D3-A3AD-44B6BF18D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341"/>
                <a:ext cx="12" cy="15"/>
              </a:xfrm>
              <a:custGeom>
                <a:avLst/>
                <a:gdLst>
                  <a:gd name="T0" fmla="*/ 41 w 5"/>
                  <a:gd name="T1" fmla="*/ 95 h 6"/>
                  <a:gd name="T2" fmla="*/ 0 w 5"/>
                  <a:gd name="T3" fmla="*/ 33 h 6"/>
                  <a:gd name="T4" fmla="*/ 70 w 5"/>
                  <a:gd name="T5" fmla="*/ 0 h 6"/>
                  <a:gd name="T6" fmla="*/ 58 w 5"/>
                  <a:gd name="T7" fmla="*/ 6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6"/>
                    </a:moveTo>
                    <a:cubicBezTo>
                      <a:pt x="3" y="4"/>
                      <a:pt x="1" y="3"/>
                      <a:pt x="0" y="2"/>
                    </a:cubicBezTo>
                    <a:cubicBezTo>
                      <a:pt x="2" y="3"/>
                      <a:pt x="4" y="1"/>
                      <a:pt x="5" y="0"/>
                    </a:cubicBezTo>
                    <a:cubicBezTo>
                      <a:pt x="5" y="1"/>
                      <a:pt x="4" y="3"/>
                      <a:pt x="4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7" name="Freeform 1090">
                <a:extLst>
                  <a:ext uri="{FF2B5EF4-FFF2-40B4-BE49-F238E27FC236}">
                    <a16:creationId xmlns:a16="http://schemas.microsoft.com/office/drawing/2014/main" id="{2A851B00-A326-4115-A660-E76751786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321"/>
                <a:ext cx="13" cy="13"/>
              </a:xfrm>
              <a:custGeom>
                <a:avLst/>
                <a:gdLst>
                  <a:gd name="T0" fmla="*/ 88 w 5"/>
                  <a:gd name="T1" fmla="*/ 88 h 5"/>
                  <a:gd name="T2" fmla="*/ 0 w 5"/>
                  <a:gd name="T3" fmla="*/ 55 h 5"/>
                  <a:gd name="T4" fmla="*/ 55 w 5"/>
                  <a:gd name="T5" fmla="*/ 0 h 5"/>
                  <a:gd name="T6" fmla="*/ 68 w 5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4"/>
                      <a:pt x="2" y="3"/>
                      <a:pt x="0" y="3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3" y="2"/>
                      <a:pt x="3" y="3"/>
                      <a:pt x="4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8" name="Freeform 1091">
                <a:extLst>
                  <a:ext uri="{FF2B5EF4-FFF2-40B4-BE49-F238E27FC236}">
                    <a16:creationId xmlns:a16="http://schemas.microsoft.com/office/drawing/2014/main" id="{E8C3A95E-19EB-4F9C-ABE3-CD61EBB80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389"/>
                <a:ext cx="15" cy="15"/>
              </a:xfrm>
              <a:custGeom>
                <a:avLst/>
                <a:gdLst>
                  <a:gd name="T0" fmla="*/ 20 w 6"/>
                  <a:gd name="T1" fmla="*/ 20 h 6"/>
                  <a:gd name="T2" fmla="*/ 63 w 6"/>
                  <a:gd name="T3" fmla="*/ 0 h 6"/>
                  <a:gd name="T4" fmla="*/ 95 w 6"/>
                  <a:gd name="T5" fmla="*/ 95 h 6"/>
                  <a:gd name="T6" fmla="*/ 50 w 6"/>
                  <a:gd name="T7" fmla="*/ 20 h 6"/>
                  <a:gd name="T8" fmla="*/ 0 w 6"/>
                  <a:gd name="T9" fmla="*/ 6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1"/>
                      <a:pt x="3" y="0"/>
                      <a:pt x="4" y="0"/>
                    </a:cubicBezTo>
                    <a:cubicBezTo>
                      <a:pt x="2" y="2"/>
                      <a:pt x="5" y="5"/>
                      <a:pt x="6" y="6"/>
                    </a:cubicBezTo>
                    <a:cubicBezTo>
                      <a:pt x="4" y="5"/>
                      <a:pt x="3" y="3"/>
                      <a:pt x="3" y="1"/>
                    </a:cubicBezTo>
                    <a:cubicBezTo>
                      <a:pt x="1" y="1"/>
                      <a:pt x="1" y="3"/>
                      <a:pt x="0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9" name="Freeform 1092">
                <a:extLst>
                  <a:ext uri="{FF2B5EF4-FFF2-40B4-BE49-F238E27FC236}">
                    <a16:creationId xmlns:a16="http://schemas.microsoft.com/office/drawing/2014/main" id="{F35A80ED-028A-4592-94B4-5E63B3278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361"/>
                <a:ext cx="10" cy="20"/>
              </a:xfrm>
              <a:custGeom>
                <a:avLst/>
                <a:gdLst>
                  <a:gd name="T0" fmla="*/ 20 w 4"/>
                  <a:gd name="T1" fmla="*/ 125 h 8"/>
                  <a:gd name="T2" fmla="*/ 63 w 4"/>
                  <a:gd name="T3" fmla="*/ 95 h 8"/>
                  <a:gd name="T4" fmla="*/ 63 w 4"/>
                  <a:gd name="T5" fmla="*/ 0 h 8"/>
                  <a:gd name="T6" fmla="*/ 0 w 4"/>
                  <a:gd name="T7" fmla="*/ 33 h 8"/>
                  <a:gd name="T8" fmla="*/ 33 w 4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1" y="8"/>
                    </a:moveTo>
                    <a:cubicBezTo>
                      <a:pt x="2" y="8"/>
                      <a:pt x="3" y="7"/>
                      <a:pt x="4" y="6"/>
                    </a:cubicBezTo>
                    <a:cubicBezTo>
                      <a:pt x="2" y="5"/>
                      <a:pt x="3" y="2"/>
                      <a:pt x="4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2" y="1"/>
                      <a:pt x="3" y="5"/>
                      <a:pt x="2" y="6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0" name="Freeform 1093">
                <a:extLst>
                  <a:ext uri="{FF2B5EF4-FFF2-40B4-BE49-F238E27FC236}">
                    <a16:creationId xmlns:a16="http://schemas.microsoft.com/office/drawing/2014/main" id="{BDE04EB4-F971-4ACB-BBA9-B0C5FE171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401"/>
                <a:ext cx="8" cy="18"/>
              </a:xfrm>
              <a:custGeom>
                <a:avLst/>
                <a:gdLst>
                  <a:gd name="T0" fmla="*/ 56 w 3"/>
                  <a:gd name="T1" fmla="*/ 118 h 7"/>
                  <a:gd name="T2" fmla="*/ 0 w 3"/>
                  <a:gd name="T3" fmla="*/ 33 h 7"/>
                  <a:gd name="T4" fmla="*/ 56 w 3"/>
                  <a:gd name="T5" fmla="*/ 0 h 7"/>
                  <a:gd name="T6" fmla="*/ 56 w 3"/>
                  <a:gd name="T7" fmla="*/ 8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7"/>
                    </a:moveTo>
                    <a:cubicBezTo>
                      <a:pt x="3" y="5"/>
                      <a:pt x="2" y="3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1"/>
                      <a:pt x="3" y="3"/>
                      <a:pt x="3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1" name="Freeform 1094">
                <a:extLst>
                  <a:ext uri="{FF2B5EF4-FFF2-40B4-BE49-F238E27FC236}">
                    <a16:creationId xmlns:a16="http://schemas.microsoft.com/office/drawing/2014/main" id="{2AD3BBFA-4304-453B-A906-CD7DCF32E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3096"/>
                <a:ext cx="22" cy="20"/>
              </a:xfrm>
              <a:custGeom>
                <a:avLst/>
                <a:gdLst>
                  <a:gd name="T0" fmla="*/ 0 w 9"/>
                  <a:gd name="T1" fmla="*/ 113 h 8"/>
                  <a:gd name="T2" fmla="*/ 0 w 9"/>
                  <a:gd name="T3" fmla="*/ 125 h 8"/>
                  <a:gd name="T4" fmla="*/ 132 w 9"/>
                  <a:gd name="T5" fmla="*/ 63 h 8"/>
                  <a:gd name="T6" fmla="*/ 71 w 9"/>
                  <a:gd name="T7" fmla="*/ 20 h 8"/>
                  <a:gd name="T8" fmla="*/ 71 w 9"/>
                  <a:gd name="T9" fmla="*/ 20 h 8"/>
                  <a:gd name="T10" fmla="*/ 12 w 9"/>
                  <a:gd name="T11" fmla="*/ 9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3" y="7"/>
                      <a:pt x="6" y="5"/>
                      <a:pt x="9" y="4"/>
                    </a:cubicBezTo>
                    <a:cubicBezTo>
                      <a:pt x="8" y="3"/>
                      <a:pt x="5" y="3"/>
                      <a:pt x="5" y="1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3"/>
                      <a:pt x="5" y="6"/>
                      <a:pt x="1" y="6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2" name="Freeform 1095">
                <a:extLst>
                  <a:ext uri="{FF2B5EF4-FFF2-40B4-BE49-F238E27FC236}">
                    <a16:creationId xmlns:a16="http://schemas.microsoft.com/office/drawing/2014/main" id="{E979A390-705B-4BA2-B405-D7FEF96D4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3044"/>
                <a:ext cx="40" cy="35"/>
              </a:xfrm>
              <a:custGeom>
                <a:avLst/>
                <a:gdLst>
                  <a:gd name="T0" fmla="*/ 63 w 16"/>
                  <a:gd name="T1" fmla="*/ 208 h 14"/>
                  <a:gd name="T2" fmla="*/ 238 w 16"/>
                  <a:gd name="T3" fmla="*/ 113 h 14"/>
                  <a:gd name="T4" fmla="*/ 113 w 16"/>
                  <a:gd name="T5" fmla="*/ 0 h 14"/>
                  <a:gd name="T6" fmla="*/ 158 w 16"/>
                  <a:gd name="T7" fmla="*/ 113 h 14"/>
                  <a:gd name="T8" fmla="*/ 125 w 16"/>
                  <a:gd name="T9" fmla="*/ 113 h 14"/>
                  <a:gd name="T10" fmla="*/ 0 w 16"/>
                  <a:gd name="T11" fmla="*/ 22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4" y="13"/>
                    </a:moveTo>
                    <a:cubicBezTo>
                      <a:pt x="6" y="11"/>
                      <a:pt x="16" y="11"/>
                      <a:pt x="15" y="7"/>
                    </a:cubicBezTo>
                    <a:cubicBezTo>
                      <a:pt x="11" y="7"/>
                      <a:pt x="7" y="4"/>
                      <a:pt x="7" y="0"/>
                    </a:cubicBezTo>
                    <a:cubicBezTo>
                      <a:pt x="8" y="2"/>
                      <a:pt x="9" y="4"/>
                      <a:pt x="10" y="7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12" y="11"/>
                      <a:pt x="4" y="13"/>
                      <a:pt x="0" y="14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3" name="Freeform 1096">
                <a:extLst>
                  <a:ext uri="{FF2B5EF4-FFF2-40B4-BE49-F238E27FC236}">
                    <a16:creationId xmlns:a16="http://schemas.microsoft.com/office/drawing/2014/main" id="{0C0DFE28-9B66-44BF-B741-FD18AF984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994"/>
                <a:ext cx="63" cy="57"/>
              </a:xfrm>
              <a:custGeom>
                <a:avLst/>
                <a:gdLst>
                  <a:gd name="T0" fmla="*/ 285 w 25"/>
                  <a:gd name="T1" fmla="*/ 136 h 23"/>
                  <a:gd name="T2" fmla="*/ 242 w 25"/>
                  <a:gd name="T3" fmla="*/ 0 h 23"/>
                  <a:gd name="T4" fmla="*/ 192 w 25"/>
                  <a:gd name="T5" fmla="*/ 228 h 23"/>
                  <a:gd name="T6" fmla="*/ 0 w 25"/>
                  <a:gd name="T7" fmla="*/ 349 h 23"/>
                  <a:gd name="T8" fmla="*/ 192 w 25"/>
                  <a:gd name="T9" fmla="*/ 18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3">
                    <a:moveTo>
                      <a:pt x="18" y="9"/>
                    </a:moveTo>
                    <a:cubicBezTo>
                      <a:pt x="25" y="9"/>
                      <a:pt x="16" y="2"/>
                      <a:pt x="15" y="0"/>
                    </a:cubicBezTo>
                    <a:cubicBezTo>
                      <a:pt x="14" y="5"/>
                      <a:pt x="16" y="10"/>
                      <a:pt x="12" y="15"/>
                    </a:cubicBezTo>
                    <a:cubicBezTo>
                      <a:pt x="8" y="19"/>
                      <a:pt x="3" y="19"/>
                      <a:pt x="0" y="23"/>
                    </a:cubicBezTo>
                    <a:cubicBezTo>
                      <a:pt x="4" y="22"/>
                      <a:pt x="8" y="16"/>
                      <a:pt x="12" y="12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4" name="Freeform 1097">
                <a:extLst>
                  <a:ext uri="{FF2B5EF4-FFF2-40B4-BE49-F238E27FC236}">
                    <a16:creationId xmlns:a16="http://schemas.microsoft.com/office/drawing/2014/main" id="{D65FC70E-BC69-4415-8DC3-764DBD87D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71"/>
                <a:ext cx="25" cy="30"/>
              </a:xfrm>
              <a:custGeom>
                <a:avLst/>
                <a:gdLst>
                  <a:gd name="T0" fmla="*/ 63 w 10"/>
                  <a:gd name="T1" fmla="*/ 125 h 12"/>
                  <a:gd name="T2" fmla="*/ 145 w 10"/>
                  <a:gd name="T3" fmla="*/ 113 h 12"/>
                  <a:gd name="T4" fmla="*/ 95 w 10"/>
                  <a:gd name="T5" fmla="*/ 0 h 12"/>
                  <a:gd name="T6" fmla="*/ 113 w 10"/>
                  <a:gd name="T7" fmla="*/ 20 h 12"/>
                  <a:gd name="T8" fmla="*/ 0 w 10"/>
                  <a:gd name="T9" fmla="*/ 1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8"/>
                    </a:moveTo>
                    <a:cubicBezTo>
                      <a:pt x="4" y="10"/>
                      <a:pt x="9" y="10"/>
                      <a:pt x="9" y="7"/>
                    </a:cubicBezTo>
                    <a:cubicBezTo>
                      <a:pt x="10" y="5"/>
                      <a:pt x="5" y="3"/>
                      <a:pt x="6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5" y="4"/>
                      <a:pt x="2" y="8"/>
                      <a:pt x="0" y="12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5" name="Freeform 1098">
                <a:extLst>
                  <a:ext uri="{FF2B5EF4-FFF2-40B4-BE49-F238E27FC236}">
                    <a16:creationId xmlns:a16="http://schemas.microsoft.com/office/drawing/2014/main" id="{C959C055-1C45-417D-ACD0-4CC82CF87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959"/>
                <a:ext cx="15" cy="17"/>
              </a:xfrm>
              <a:custGeom>
                <a:avLst/>
                <a:gdLst>
                  <a:gd name="T0" fmla="*/ 0 w 6"/>
                  <a:gd name="T1" fmla="*/ 87 h 7"/>
                  <a:gd name="T2" fmla="*/ 95 w 6"/>
                  <a:gd name="T3" fmla="*/ 58 h 7"/>
                  <a:gd name="T4" fmla="*/ 33 w 6"/>
                  <a:gd name="T5" fmla="*/ 0 h 7"/>
                  <a:gd name="T6" fmla="*/ 33 w 6"/>
                  <a:gd name="T7" fmla="*/ 100 h 7"/>
                  <a:gd name="T8" fmla="*/ 20 w 6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6"/>
                    </a:moveTo>
                    <a:cubicBezTo>
                      <a:pt x="1" y="6"/>
                      <a:pt x="6" y="7"/>
                      <a:pt x="6" y="4"/>
                    </a:cubicBezTo>
                    <a:cubicBezTo>
                      <a:pt x="6" y="3"/>
                      <a:pt x="3" y="1"/>
                      <a:pt x="2" y="0"/>
                    </a:cubicBezTo>
                    <a:cubicBezTo>
                      <a:pt x="3" y="2"/>
                      <a:pt x="3" y="5"/>
                      <a:pt x="2" y="7"/>
                    </a:cubicBezTo>
                    <a:cubicBezTo>
                      <a:pt x="2" y="7"/>
                      <a:pt x="1" y="6"/>
                      <a:pt x="1" y="6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6" name="Freeform 1099">
                <a:extLst>
                  <a:ext uri="{FF2B5EF4-FFF2-40B4-BE49-F238E27FC236}">
                    <a16:creationId xmlns:a16="http://schemas.microsoft.com/office/drawing/2014/main" id="{71796E1B-0720-4B23-A669-703845043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936"/>
                <a:ext cx="18" cy="15"/>
              </a:xfrm>
              <a:custGeom>
                <a:avLst/>
                <a:gdLst>
                  <a:gd name="T0" fmla="*/ 0 w 7"/>
                  <a:gd name="T1" fmla="*/ 83 h 6"/>
                  <a:gd name="T2" fmla="*/ 118 w 7"/>
                  <a:gd name="T3" fmla="*/ 50 h 6"/>
                  <a:gd name="T4" fmla="*/ 33 w 7"/>
                  <a:gd name="T5" fmla="*/ 0 h 6"/>
                  <a:gd name="T6" fmla="*/ 54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5"/>
                    </a:moveTo>
                    <a:cubicBezTo>
                      <a:pt x="2" y="6"/>
                      <a:pt x="6" y="4"/>
                      <a:pt x="7" y="3"/>
                    </a:cubicBezTo>
                    <a:cubicBezTo>
                      <a:pt x="6" y="1"/>
                      <a:pt x="4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7" name="Freeform 1100">
                <a:extLst>
                  <a:ext uri="{FF2B5EF4-FFF2-40B4-BE49-F238E27FC236}">
                    <a16:creationId xmlns:a16="http://schemas.microsoft.com/office/drawing/2014/main" id="{47EC5A3F-E4D9-4F37-9AFD-BFAB34155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996"/>
                <a:ext cx="8" cy="10"/>
              </a:xfrm>
              <a:custGeom>
                <a:avLst/>
                <a:gdLst>
                  <a:gd name="T0" fmla="*/ 0 w 3"/>
                  <a:gd name="T1" fmla="*/ 50 h 4"/>
                  <a:gd name="T2" fmla="*/ 35 w 3"/>
                  <a:gd name="T3" fmla="*/ 0 h 4"/>
                  <a:gd name="T4" fmla="*/ 56 w 3"/>
                  <a:gd name="T5" fmla="*/ 63 h 4"/>
                  <a:gd name="T6" fmla="*/ 21 w 3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2"/>
                      <a:pt x="2" y="2"/>
                      <a:pt x="2" y="0"/>
                    </a:cubicBezTo>
                    <a:cubicBezTo>
                      <a:pt x="2" y="1"/>
                      <a:pt x="2" y="3"/>
                      <a:pt x="3" y="4"/>
                    </a:cubicBezTo>
                    <a:cubicBezTo>
                      <a:pt x="2" y="3"/>
                      <a:pt x="1" y="3"/>
                      <a:pt x="1" y="2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8" name="Freeform 1101">
                <a:extLst>
                  <a:ext uri="{FF2B5EF4-FFF2-40B4-BE49-F238E27FC236}">
                    <a16:creationId xmlns:a16="http://schemas.microsoft.com/office/drawing/2014/main" id="{087A21E3-B32C-48C2-9B86-34D66D164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021"/>
                <a:ext cx="30" cy="28"/>
              </a:xfrm>
              <a:custGeom>
                <a:avLst/>
                <a:gdLst>
                  <a:gd name="T0" fmla="*/ 33 w 12"/>
                  <a:gd name="T1" fmla="*/ 181 h 11"/>
                  <a:gd name="T2" fmla="*/ 188 w 12"/>
                  <a:gd name="T3" fmla="*/ 150 h 11"/>
                  <a:gd name="T4" fmla="*/ 175 w 12"/>
                  <a:gd name="T5" fmla="*/ 33 h 11"/>
                  <a:gd name="T6" fmla="*/ 158 w 12"/>
                  <a:gd name="T7" fmla="*/ 130 h 11"/>
                  <a:gd name="T8" fmla="*/ 125 w 12"/>
                  <a:gd name="T9" fmla="*/ 0 h 11"/>
                  <a:gd name="T10" fmla="*/ 0 w 12"/>
                  <a:gd name="T11" fmla="*/ 15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1">
                    <a:moveTo>
                      <a:pt x="2" y="11"/>
                    </a:moveTo>
                    <a:cubicBezTo>
                      <a:pt x="5" y="11"/>
                      <a:pt x="10" y="11"/>
                      <a:pt x="12" y="9"/>
                    </a:cubicBezTo>
                    <a:cubicBezTo>
                      <a:pt x="11" y="7"/>
                      <a:pt x="11" y="5"/>
                      <a:pt x="11" y="2"/>
                    </a:cubicBezTo>
                    <a:cubicBezTo>
                      <a:pt x="11" y="4"/>
                      <a:pt x="11" y="6"/>
                      <a:pt x="10" y="8"/>
                    </a:cubicBezTo>
                    <a:cubicBezTo>
                      <a:pt x="8" y="6"/>
                      <a:pt x="9" y="2"/>
                      <a:pt x="8" y="0"/>
                    </a:cubicBezTo>
                    <a:cubicBezTo>
                      <a:pt x="7" y="4"/>
                      <a:pt x="5" y="9"/>
                      <a:pt x="0" y="9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9" name="Freeform 1102">
                <a:extLst>
                  <a:ext uri="{FF2B5EF4-FFF2-40B4-BE49-F238E27FC236}">
                    <a16:creationId xmlns:a16="http://schemas.microsoft.com/office/drawing/2014/main" id="{9DCC2CFB-352E-4D38-9775-915DAA741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951"/>
                <a:ext cx="28" cy="25"/>
              </a:xfrm>
              <a:custGeom>
                <a:avLst/>
                <a:gdLst>
                  <a:gd name="T0" fmla="*/ 117 w 11"/>
                  <a:gd name="T1" fmla="*/ 95 h 10"/>
                  <a:gd name="T2" fmla="*/ 97 w 11"/>
                  <a:gd name="T3" fmla="*/ 145 h 10"/>
                  <a:gd name="T4" fmla="*/ 163 w 11"/>
                  <a:gd name="T5" fmla="*/ 0 h 10"/>
                  <a:gd name="T6" fmla="*/ 181 w 11"/>
                  <a:gd name="T7" fmla="*/ 0 h 10"/>
                  <a:gd name="T8" fmla="*/ 0 w 11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cubicBezTo>
                      <a:pt x="6" y="7"/>
                      <a:pt x="6" y="7"/>
                      <a:pt x="6" y="9"/>
                    </a:cubicBezTo>
                    <a:cubicBezTo>
                      <a:pt x="11" y="8"/>
                      <a:pt x="11" y="3"/>
                      <a:pt x="10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8" y="4"/>
                      <a:pt x="2" y="7"/>
                      <a:pt x="0" y="1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0" name="Freeform 1103">
                <a:extLst>
                  <a:ext uri="{FF2B5EF4-FFF2-40B4-BE49-F238E27FC236}">
                    <a16:creationId xmlns:a16="http://schemas.microsoft.com/office/drawing/2014/main" id="{A7F94168-9AE2-4F06-BAC1-F5A5A897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934"/>
                <a:ext cx="32" cy="30"/>
              </a:xfrm>
              <a:custGeom>
                <a:avLst/>
                <a:gdLst>
                  <a:gd name="T0" fmla="*/ 74 w 13"/>
                  <a:gd name="T1" fmla="*/ 95 h 12"/>
                  <a:gd name="T2" fmla="*/ 91 w 13"/>
                  <a:gd name="T3" fmla="*/ 0 h 12"/>
                  <a:gd name="T4" fmla="*/ 0 w 13"/>
                  <a:gd name="T5" fmla="*/ 188 h 12"/>
                  <a:gd name="T6" fmla="*/ 30 w 13"/>
                  <a:gd name="T7" fmla="*/ 17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5" y="6"/>
                    </a:moveTo>
                    <a:cubicBezTo>
                      <a:pt x="8" y="4"/>
                      <a:pt x="13" y="1"/>
                      <a:pt x="6" y="0"/>
                    </a:cubicBezTo>
                    <a:cubicBezTo>
                      <a:pt x="8" y="0"/>
                      <a:pt x="6" y="12"/>
                      <a:pt x="0" y="12"/>
                    </a:cubicBezTo>
                    <a:cubicBezTo>
                      <a:pt x="1" y="11"/>
                      <a:pt x="2" y="11"/>
                      <a:pt x="2" y="11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1" name="Freeform 1104">
                <a:extLst>
                  <a:ext uri="{FF2B5EF4-FFF2-40B4-BE49-F238E27FC236}">
                    <a16:creationId xmlns:a16="http://schemas.microsoft.com/office/drawing/2014/main" id="{817966E7-B83F-4A6B-BD7B-F1CAF09F4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991"/>
                <a:ext cx="15" cy="20"/>
              </a:xfrm>
              <a:custGeom>
                <a:avLst/>
                <a:gdLst>
                  <a:gd name="T0" fmla="*/ 0 w 6"/>
                  <a:gd name="T1" fmla="*/ 125 h 8"/>
                  <a:gd name="T2" fmla="*/ 95 w 6"/>
                  <a:gd name="T3" fmla="*/ 50 h 8"/>
                  <a:gd name="T4" fmla="*/ 50 w 6"/>
                  <a:gd name="T5" fmla="*/ 0 h 8"/>
                  <a:gd name="T6" fmla="*/ 33 w 6"/>
                  <a:gd name="T7" fmla="*/ 6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6"/>
                      <a:pt x="4" y="5"/>
                      <a:pt x="6" y="3"/>
                    </a:cubicBezTo>
                    <a:cubicBezTo>
                      <a:pt x="5" y="2"/>
                      <a:pt x="2" y="2"/>
                      <a:pt x="3" y="0"/>
                    </a:cubicBezTo>
                    <a:cubicBezTo>
                      <a:pt x="5" y="1"/>
                      <a:pt x="4" y="3"/>
                      <a:pt x="2" y="4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2" name="Freeform 1105">
                <a:extLst>
                  <a:ext uri="{FF2B5EF4-FFF2-40B4-BE49-F238E27FC236}">
                    <a16:creationId xmlns:a16="http://schemas.microsoft.com/office/drawing/2014/main" id="{91ED8936-A0C7-4273-B9D6-7273BD4C9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3086"/>
                <a:ext cx="15" cy="18"/>
              </a:xfrm>
              <a:custGeom>
                <a:avLst/>
                <a:gdLst>
                  <a:gd name="T0" fmla="*/ 33 w 6"/>
                  <a:gd name="T1" fmla="*/ 118 h 7"/>
                  <a:gd name="T2" fmla="*/ 95 w 6"/>
                  <a:gd name="T3" fmla="*/ 54 h 7"/>
                  <a:gd name="T4" fmla="*/ 20 w 6"/>
                  <a:gd name="T5" fmla="*/ 0 h 7"/>
                  <a:gd name="T6" fmla="*/ 33 w 6"/>
                  <a:gd name="T7" fmla="*/ 118 h 7"/>
                  <a:gd name="T8" fmla="*/ 0 w 6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7"/>
                    </a:moveTo>
                    <a:cubicBezTo>
                      <a:pt x="4" y="6"/>
                      <a:pt x="5" y="5"/>
                      <a:pt x="6" y="3"/>
                    </a:cubicBezTo>
                    <a:cubicBezTo>
                      <a:pt x="5" y="2"/>
                      <a:pt x="1" y="3"/>
                      <a:pt x="1" y="0"/>
                    </a:cubicBezTo>
                    <a:cubicBezTo>
                      <a:pt x="2" y="3"/>
                      <a:pt x="3" y="5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3" name="Freeform 1106">
                <a:extLst>
                  <a:ext uri="{FF2B5EF4-FFF2-40B4-BE49-F238E27FC236}">
                    <a16:creationId xmlns:a16="http://schemas.microsoft.com/office/drawing/2014/main" id="{CD06F9DF-6EC4-4449-A86B-9350CC96E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069"/>
                <a:ext cx="7" cy="15"/>
              </a:xfrm>
              <a:custGeom>
                <a:avLst/>
                <a:gdLst>
                  <a:gd name="T0" fmla="*/ 28 w 3"/>
                  <a:gd name="T1" fmla="*/ 83 h 6"/>
                  <a:gd name="T2" fmla="*/ 37 w 3"/>
                  <a:gd name="T3" fmla="*/ 50 h 6"/>
                  <a:gd name="T4" fmla="*/ 0 w 3"/>
                  <a:gd name="T5" fmla="*/ 0 h 6"/>
                  <a:gd name="T6" fmla="*/ 12 w 3"/>
                  <a:gd name="T7" fmla="*/ 9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2" y="5"/>
                    </a:moveTo>
                    <a:cubicBezTo>
                      <a:pt x="1" y="5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4" name="Freeform 1107">
                <a:extLst>
                  <a:ext uri="{FF2B5EF4-FFF2-40B4-BE49-F238E27FC236}">
                    <a16:creationId xmlns:a16="http://schemas.microsoft.com/office/drawing/2014/main" id="{7F079DCB-C580-4F09-B376-BB8E0B174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059"/>
                <a:ext cx="22" cy="32"/>
              </a:xfrm>
              <a:custGeom>
                <a:avLst/>
                <a:gdLst>
                  <a:gd name="T0" fmla="*/ 71 w 9"/>
                  <a:gd name="T1" fmla="*/ 182 h 13"/>
                  <a:gd name="T2" fmla="*/ 29 w 9"/>
                  <a:gd name="T3" fmla="*/ 121 h 13"/>
                  <a:gd name="T4" fmla="*/ 132 w 9"/>
                  <a:gd name="T5" fmla="*/ 0 h 13"/>
                  <a:gd name="T6" fmla="*/ 59 w 9"/>
                  <a:gd name="T7" fmla="*/ 153 h 13"/>
                  <a:gd name="T8" fmla="*/ 59 w 9"/>
                  <a:gd name="T9" fmla="*/ 16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5" y="12"/>
                    </a:moveTo>
                    <a:cubicBezTo>
                      <a:pt x="3" y="12"/>
                      <a:pt x="0" y="13"/>
                      <a:pt x="2" y="8"/>
                    </a:cubicBezTo>
                    <a:cubicBezTo>
                      <a:pt x="3" y="5"/>
                      <a:pt x="7" y="2"/>
                      <a:pt x="9" y="0"/>
                    </a:cubicBezTo>
                    <a:cubicBezTo>
                      <a:pt x="9" y="4"/>
                      <a:pt x="6" y="6"/>
                      <a:pt x="4" y="10"/>
                    </a:cubicBezTo>
                    <a:cubicBezTo>
                      <a:pt x="4" y="10"/>
                      <a:pt x="4" y="10"/>
                      <a:pt x="4" y="11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5" name="Freeform 1108">
                <a:extLst>
                  <a:ext uri="{FF2B5EF4-FFF2-40B4-BE49-F238E27FC236}">
                    <a16:creationId xmlns:a16="http://schemas.microsoft.com/office/drawing/2014/main" id="{3C5AEF31-F47D-40B3-A4D9-4AD4F0F45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031"/>
                <a:ext cx="15" cy="18"/>
              </a:xfrm>
              <a:custGeom>
                <a:avLst/>
                <a:gdLst>
                  <a:gd name="T0" fmla="*/ 0 w 6"/>
                  <a:gd name="T1" fmla="*/ 118 h 7"/>
                  <a:gd name="T2" fmla="*/ 95 w 6"/>
                  <a:gd name="T3" fmla="*/ 100 h 7"/>
                  <a:gd name="T4" fmla="*/ 83 w 6"/>
                  <a:gd name="T5" fmla="*/ 0 h 7"/>
                  <a:gd name="T6" fmla="*/ 20 w 6"/>
                  <a:gd name="T7" fmla="*/ 10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6"/>
                      <a:pt x="5" y="7"/>
                      <a:pt x="6" y="6"/>
                    </a:cubicBezTo>
                    <a:cubicBezTo>
                      <a:pt x="4" y="4"/>
                      <a:pt x="4" y="2"/>
                      <a:pt x="5" y="0"/>
                    </a:cubicBezTo>
                    <a:cubicBezTo>
                      <a:pt x="5" y="1"/>
                      <a:pt x="3" y="5"/>
                      <a:pt x="1" y="6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6" name="Freeform 1109">
                <a:extLst>
                  <a:ext uri="{FF2B5EF4-FFF2-40B4-BE49-F238E27FC236}">
                    <a16:creationId xmlns:a16="http://schemas.microsoft.com/office/drawing/2014/main" id="{692AF0EE-4B08-4F02-AA93-E359A7B8F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016"/>
                <a:ext cx="18" cy="13"/>
              </a:xfrm>
              <a:custGeom>
                <a:avLst/>
                <a:gdLst>
                  <a:gd name="T0" fmla="*/ 0 w 7"/>
                  <a:gd name="T1" fmla="*/ 88 h 5"/>
                  <a:gd name="T2" fmla="*/ 67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4"/>
                      <a:pt x="7" y="3"/>
                      <a:pt x="4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7" name="Freeform 1110">
                <a:extLst>
                  <a:ext uri="{FF2B5EF4-FFF2-40B4-BE49-F238E27FC236}">
                    <a16:creationId xmlns:a16="http://schemas.microsoft.com/office/drawing/2014/main" id="{4377E9D4-351D-4D41-849D-0AEF27652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3001"/>
                <a:ext cx="15" cy="13"/>
              </a:xfrm>
              <a:custGeom>
                <a:avLst/>
                <a:gdLst>
                  <a:gd name="T0" fmla="*/ 0 w 6"/>
                  <a:gd name="T1" fmla="*/ 55 h 5"/>
                  <a:gd name="T2" fmla="*/ 50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2" y="5"/>
                      <a:pt x="6" y="2"/>
                      <a:pt x="3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8" name="Freeform 1111">
                <a:extLst>
                  <a:ext uri="{FF2B5EF4-FFF2-40B4-BE49-F238E27FC236}">
                    <a16:creationId xmlns:a16="http://schemas.microsoft.com/office/drawing/2014/main" id="{48089A9E-C705-456C-B168-D9D60AF5B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991"/>
                <a:ext cx="20" cy="20"/>
              </a:xfrm>
              <a:custGeom>
                <a:avLst/>
                <a:gdLst>
                  <a:gd name="T0" fmla="*/ 0 w 8"/>
                  <a:gd name="T1" fmla="*/ 125 h 8"/>
                  <a:gd name="T2" fmla="*/ 95 w 8"/>
                  <a:gd name="T3" fmla="*/ 83 h 8"/>
                  <a:gd name="T4" fmla="*/ 83 w 8"/>
                  <a:gd name="T5" fmla="*/ 50 h 8"/>
                  <a:gd name="T6" fmla="*/ 125 w 8"/>
                  <a:gd name="T7" fmla="*/ 0 h 8"/>
                  <a:gd name="T8" fmla="*/ 50 w 8"/>
                  <a:gd name="T9" fmla="*/ 8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2" y="8"/>
                      <a:pt x="5" y="6"/>
                      <a:pt x="6" y="5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1"/>
                      <a:pt x="7" y="0"/>
                      <a:pt x="8" y="0"/>
                    </a:cubicBezTo>
                    <a:cubicBezTo>
                      <a:pt x="6" y="2"/>
                      <a:pt x="5" y="5"/>
                      <a:pt x="3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9" name="Freeform 1112">
                <a:extLst>
                  <a:ext uri="{FF2B5EF4-FFF2-40B4-BE49-F238E27FC236}">
                    <a16:creationId xmlns:a16="http://schemas.microsoft.com/office/drawing/2014/main" id="{E5DE9B01-38C6-4E3F-8212-7A287A79E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966"/>
                <a:ext cx="17" cy="13"/>
              </a:xfrm>
              <a:custGeom>
                <a:avLst/>
                <a:gdLst>
                  <a:gd name="T0" fmla="*/ 41 w 7"/>
                  <a:gd name="T1" fmla="*/ 88 h 5"/>
                  <a:gd name="T2" fmla="*/ 0 w 7"/>
                  <a:gd name="T3" fmla="*/ 55 h 5"/>
                  <a:gd name="T4" fmla="*/ 100 w 7"/>
                  <a:gd name="T5" fmla="*/ 0 h 5"/>
                  <a:gd name="T6" fmla="*/ 70 w 7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3" y="5"/>
                      <a:pt x="1" y="3"/>
                      <a:pt x="0" y="3"/>
                    </a:cubicBezTo>
                    <a:cubicBezTo>
                      <a:pt x="3" y="3"/>
                      <a:pt x="6" y="4"/>
                      <a:pt x="7" y="0"/>
                    </a:cubicBezTo>
                    <a:cubicBezTo>
                      <a:pt x="7" y="1"/>
                      <a:pt x="6" y="2"/>
                      <a:pt x="5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0" name="Freeform 1113">
                <a:extLst>
                  <a:ext uri="{FF2B5EF4-FFF2-40B4-BE49-F238E27FC236}">
                    <a16:creationId xmlns:a16="http://schemas.microsoft.com/office/drawing/2014/main" id="{0AB013BC-02CC-4E99-8E0D-3D7824174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936"/>
                <a:ext cx="15" cy="15"/>
              </a:xfrm>
              <a:custGeom>
                <a:avLst/>
                <a:gdLst>
                  <a:gd name="T0" fmla="*/ 20 w 6"/>
                  <a:gd name="T1" fmla="*/ 95 h 6"/>
                  <a:gd name="T2" fmla="*/ 95 w 6"/>
                  <a:gd name="T3" fmla="*/ 95 h 6"/>
                  <a:gd name="T4" fmla="*/ 95 w 6"/>
                  <a:gd name="T5" fmla="*/ 0 h 6"/>
                  <a:gd name="T6" fmla="*/ 0 w 6"/>
                  <a:gd name="T7" fmla="*/ 63 h 6"/>
                  <a:gd name="T8" fmla="*/ 0 w 6"/>
                  <a:gd name="T9" fmla="*/ 5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6"/>
                    </a:moveTo>
                    <a:cubicBezTo>
                      <a:pt x="3" y="6"/>
                      <a:pt x="5" y="6"/>
                      <a:pt x="6" y="6"/>
                    </a:cubicBezTo>
                    <a:cubicBezTo>
                      <a:pt x="5" y="4"/>
                      <a:pt x="5" y="2"/>
                      <a:pt x="6" y="0"/>
                    </a:cubicBezTo>
                    <a:cubicBezTo>
                      <a:pt x="4" y="1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1" name="Freeform 1114">
                <a:extLst>
                  <a:ext uri="{FF2B5EF4-FFF2-40B4-BE49-F238E27FC236}">
                    <a16:creationId xmlns:a16="http://schemas.microsoft.com/office/drawing/2014/main" id="{9EC909C6-EBA4-4A2E-933C-DB9C084E9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97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33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2" name="Freeform 1115">
                <a:extLst>
                  <a:ext uri="{FF2B5EF4-FFF2-40B4-BE49-F238E27FC236}">
                    <a16:creationId xmlns:a16="http://schemas.microsoft.com/office/drawing/2014/main" id="{B7CF233C-83CA-48F1-B396-B88F417C9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006"/>
                <a:ext cx="10" cy="23"/>
              </a:xfrm>
              <a:custGeom>
                <a:avLst/>
                <a:gdLst>
                  <a:gd name="T0" fmla="*/ 33 w 4"/>
                  <a:gd name="T1" fmla="*/ 66 h 9"/>
                  <a:gd name="T2" fmla="*/ 50 w 4"/>
                  <a:gd name="T3" fmla="*/ 51 h 9"/>
                  <a:gd name="T4" fmla="*/ 0 w 4"/>
                  <a:gd name="T5" fmla="*/ 118 h 9"/>
                  <a:gd name="T6" fmla="*/ 63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9">
                    <a:moveTo>
                      <a:pt x="2" y="4"/>
                    </a:moveTo>
                    <a:cubicBezTo>
                      <a:pt x="2" y="4"/>
                      <a:pt x="2" y="4"/>
                      <a:pt x="3" y="3"/>
                    </a:cubicBezTo>
                    <a:cubicBezTo>
                      <a:pt x="3" y="5"/>
                      <a:pt x="2" y="9"/>
                      <a:pt x="0" y="7"/>
                    </a:cubicBezTo>
                    <a:cubicBezTo>
                      <a:pt x="1" y="5"/>
                      <a:pt x="3" y="0"/>
                      <a:pt x="4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3" name="Freeform 1116">
                <a:extLst>
                  <a:ext uri="{FF2B5EF4-FFF2-40B4-BE49-F238E27FC236}">
                    <a16:creationId xmlns:a16="http://schemas.microsoft.com/office/drawing/2014/main" id="{10F07A90-6C29-4C0E-B87C-69DF84525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989"/>
                <a:ext cx="10" cy="12"/>
              </a:xfrm>
              <a:custGeom>
                <a:avLst/>
                <a:gdLst>
                  <a:gd name="T0" fmla="*/ 33 w 4"/>
                  <a:gd name="T1" fmla="*/ 41 h 5"/>
                  <a:gd name="T2" fmla="*/ 33 w 4"/>
                  <a:gd name="T3" fmla="*/ 58 h 5"/>
                  <a:gd name="T4" fmla="*/ 63 w 4"/>
                  <a:gd name="T5" fmla="*/ 58 h 5"/>
                  <a:gd name="T6" fmla="*/ 50 w 4"/>
                  <a:gd name="T7" fmla="*/ 0 h 5"/>
                  <a:gd name="T8" fmla="*/ 0 w 4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4" y="3"/>
                      <a:pt x="1" y="2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4" name="Freeform 1117">
                <a:extLst>
                  <a:ext uri="{FF2B5EF4-FFF2-40B4-BE49-F238E27FC236}">
                    <a16:creationId xmlns:a16="http://schemas.microsoft.com/office/drawing/2014/main" id="{49BD5D58-818E-48F0-816E-005D5A4FA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3054"/>
                <a:ext cx="30" cy="15"/>
              </a:xfrm>
              <a:custGeom>
                <a:avLst/>
                <a:gdLst>
                  <a:gd name="T0" fmla="*/ 125 w 12"/>
                  <a:gd name="T1" fmla="*/ 83 h 6"/>
                  <a:gd name="T2" fmla="*/ 125 w 12"/>
                  <a:gd name="T3" fmla="*/ 95 h 6"/>
                  <a:gd name="T4" fmla="*/ 188 w 12"/>
                  <a:gd name="T5" fmla="*/ 83 h 6"/>
                  <a:gd name="T6" fmla="*/ 175 w 12"/>
                  <a:gd name="T7" fmla="*/ 0 h 6"/>
                  <a:gd name="T8" fmla="*/ 113 w 12"/>
                  <a:gd name="T9" fmla="*/ 83 h 6"/>
                  <a:gd name="T10" fmla="*/ 0 w 12"/>
                  <a:gd name="T11" fmla="*/ 63 h 6"/>
                  <a:gd name="T12" fmla="*/ 0 w 12"/>
                  <a:gd name="T13" fmla="*/ 83 h 6"/>
                  <a:gd name="T14" fmla="*/ 33 w 12"/>
                  <a:gd name="T15" fmla="*/ 95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9" y="6"/>
                      <a:pt x="11" y="6"/>
                      <a:pt x="12" y="5"/>
                    </a:cubicBezTo>
                    <a:cubicBezTo>
                      <a:pt x="10" y="3"/>
                      <a:pt x="9" y="2"/>
                      <a:pt x="11" y="0"/>
                    </a:cubicBezTo>
                    <a:cubicBezTo>
                      <a:pt x="10" y="2"/>
                      <a:pt x="9" y="4"/>
                      <a:pt x="7" y="5"/>
                    </a:cubicBezTo>
                    <a:cubicBezTo>
                      <a:pt x="4" y="5"/>
                      <a:pt x="2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6"/>
                      <a:pt x="2" y="6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5" name="Freeform 1118">
                <a:extLst>
                  <a:ext uri="{FF2B5EF4-FFF2-40B4-BE49-F238E27FC236}">
                    <a16:creationId xmlns:a16="http://schemas.microsoft.com/office/drawing/2014/main" id="{D4999AA9-19F8-42B9-9901-7467DB6B7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081"/>
                <a:ext cx="22" cy="20"/>
              </a:xfrm>
              <a:custGeom>
                <a:avLst/>
                <a:gdLst>
                  <a:gd name="T0" fmla="*/ 71 w 9"/>
                  <a:gd name="T1" fmla="*/ 95 h 8"/>
                  <a:gd name="T2" fmla="*/ 71 w 9"/>
                  <a:gd name="T3" fmla="*/ 83 h 8"/>
                  <a:gd name="T4" fmla="*/ 132 w 9"/>
                  <a:gd name="T5" fmla="*/ 63 h 8"/>
                  <a:gd name="T6" fmla="*/ 90 w 9"/>
                  <a:gd name="T7" fmla="*/ 0 h 8"/>
                  <a:gd name="T8" fmla="*/ 0 w 9"/>
                  <a:gd name="T9" fmla="*/ 125 h 8"/>
                  <a:gd name="T10" fmla="*/ 42 w 9"/>
                  <a:gd name="T11" fmla="*/ 12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5" y="6"/>
                    </a:moveTo>
                    <a:cubicBezTo>
                      <a:pt x="5" y="5"/>
                      <a:pt x="5" y="6"/>
                      <a:pt x="5" y="5"/>
                    </a:cubicBezTo>
                    <a:cubicBezTo>
                      <a:pt x="6" y="5"/>
                      <a:pt x="8" y="5"/>
                      <a:pt x="9" y="4"/>
                    </a:cubicBezTo>
                    <a:cubicBezTo>
                      <a:pt x="8" y="3"/>
                      <a:pt x="5" y="1"/>
                      <a:pt x="6" y="0"/>
                    </a:cubicBezTo>
                    <a:cubicBezTo>
                      <a:pt x="8" y="3"/>
                      <a:pt x="3" y="6"/>
                      <a:pt x="0" y="8"/>
                    </a:cubicBezTo>
                    <a:cubicBezTo>
                      <a:pt x="1" y="8"/>
                      <a:pt x="2" y="8"/>
                      <a:pt x="3" y="8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6" name="Freeform 1119">
                <a:extLst>
                  <a:ext uri="{FF2B5EF4-FFF2-40B4-BE49-F238E27FC236}">
                    <a16:creationId xmlns:a16="http://schemas.microsoft.com/office/drawing/2014/main" id="{ED3AF0B2-078D-4CA7-AEF6-42BA9E204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116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0 w 2"/>
                  <a:gd name="T3" fmla="*/ 0 h 4"/>
                  <a:gd name="T4" fmla="*/ 0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2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7" name="Freeform 1120">
                <a:extLst>
                  <a:ext uri="{FF2B5EF4-FFF2-40B4-BE49-F238E27FC236}">
                    <a16:creationId xmlns:a16="http://schemas.microsoft.com/office/drawing/2014/main" id="{676B9350-39E9-491F-B2D4-22522CF60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121"/>
                <a:ext cx="13" cy="15"/>
              </a:xfrm>
              <a:custGeom>
                <a:avLst/>
                <a:gdLst>
                  <a:gd name="T0" fmla="*/ 21 w 5"/>
                  <a:gd name="T1" fmla="*/ 95 h 6"/>
                  <a:gd name="T2" fmla="*/ 68 w 5"/>
                  <a:gd name="T3" fmla="*/ 63 h 6"/>
                  <a:gd name="T4" fmla="*/ 88 w 5"/>
                  <a:gd name="T5" fmla="*/ 0 h 6"/>
                  <a:gd name="T6" fmla="*/ 21 w 5"/>
                  <a:gd name="T7" fmla="*/ 9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0" y="5"/>
                      <a:pt x="4" y="6"/>
                      <a:pt x="4" y="4"/>
                    </a:cubicBezTo>
                    <a:cubicBezTo>
                      <a:pt x="5" y="3"/>
                      <a:pt x="2" y="1"/>
                      <a:pt x="5" y="0"/>
                    </a:cubicBezTo>
                    <a:cubicBezTo>
                      <a:pt x="4" y="2"/>
                      <a:pt x="3" y="5"/>
                      <a:pt x="1" y="6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8" name="Freeform 1121">
                <a:extLst>
                  <a:ext uri="{FF2B5EF4-FFF2-40B4-BE49-F238E27FC236}">
                    <a16:creationId xmlns:a16="http://schemas.microsoft.com/office/drawing/2014/main" id="{2CD2096D-C9A0-433C-8BC7-EE8D335F5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074"/>
                <a:ext cx="30" cy="17"/>
              </a:xfrm>
              <a:custGeom>
                <a:avLst/>
                <a:gdLst>
                  <a:gd name="T0" fmla="*/ 113 w 12"/>
                  <a:gd name="T1" fmla="*/ 58 h 7"/>
                  <a:gd name="T2" fmla="*/ 95 w 12"/>
                  <a:gd name="T3" fmla="*/ 70 h 7"/>
                  <a:gd name="T4" fmla="*/ 175 w 12"/>
                  <a:gd name="T5" fmla="*/ 58 h 7"/>
                  <a:gd name="T6" fmla="*/ 158 w 12"/>
                  <a:gd name="T7" fmla="*/ 0 h 7"/>
                  <a:gd name="T8" fmla="*/ 0 w 12"/>
                  <a:gd name="T9" fmla="*/ 58 h 7"/>
                  <a:gd name="T10" fmla="*/ 63 w 12"/>
                  <a:gd name="T11" fmla="*/ 100 h 7"/>
                  <a:gd name="T12" fmla="*/ 83 w 12"/>
                  <a:gd name="T13" fmla="*/ 5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7" y="4"/>
                    </a:moveTo>
                    <a:cubicBezTo>
                      <a:pt x="6" y="5"/>
                      <a:pt x="6" y="4"/>
                      <a:pt x="6" y="5"/>
                    </a:cubicBezTo>
                    <a:cubicBezTo>
                      <a:pt x="8" y="5"/>
                      <a:pt x="11" y="6"/>
                      <a:pt x="11" y="4"/>
                    </a:cubicBezTo>
                    <a:cubicBezTo>
                      <a:pt x="12" y="3"/>
                      <a:pt x="10" y="1"/>
                      <a:pt x="10" y="0"/>
                    </a:cubicBezTo>
                    <a:cubicBezTo>
                      <a:pt x="9" y="2"/>
                      <a:pt x="3" y="6"/>
                      <a:pt x="0" y="4"/>
                    </a:cubicBezTo>
                    <a:cubicBezTo>
                      <a:pt x="1" y="6"/>
                      <a:pt x="3" y="6"/>
                      <a:pt x="4" y="7"/>
                    </a:cubicBezTo>
                    <a:cubicBezTo>
                      <a:pt x="4" y="6"/>
                      <a:pt x="5" y="4"/>
                      <a:pt x="5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9" name="Freeform 1122">
                <a:extLst>
                  <a:ext uri="{FF2B5EF4-FFF2-40B4-BE49-F238E27FC236}">
                    <a16:creationId xmlns:a16="http://schemas.microsoft.com/office/drawing/2014/main" id="{C580DBDA-FB98-45C8-B9B8-78B075D57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009"/>
                <a:ext cx="30" cy="25"/>
              </a:xfrm>
              <a:custGeom>
                <a:avLst/>
                <a:gdLst>
                  <a:gd name="T0" fmla="*/ 95 w 12"/>
                  <a:gd name="T1" fmla="*/ 63 h 10"/>
                  <a:gd name="T2" fmla="*/ 188 w 12"/>
                  <a:gd name="T3" fmla="*/ 0 h 10"/>
                  <a:gd name="T4" fmla="*/ 113 w 12"/>
                  <a:gd name="T5" fmla="*/ 20 h 10"/>
                  <a:gd name="T6" fmla="*/ 83 w 12"/>
                  <a:gd name="T7" fmla="*/ 83 h 10"/>
                  <a:gd name="T8" fmla="*/ 0 w 12"/>
                  <a:gd name="T9" fmla="*/ 125 h 10"/>
                  <a:gd name="T10" fmla="*/ 63 w 12"/>
                  <a:gd name="T11" fmla="*/ 145 h 10"/>
                  <a:gd name="T12" fmla="*/ 50 w 12"/>
                  <a:gd name="T13" fmla="*/ 125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6" y="4"/>
                    </a:moveTo>
                    <a:cubicBezTo>
                      <a:pt x="7" y="5"/>
                      <a:pt x="10" y="1"/>
                      <a:pt x="12" y="0"/>
                    </a:cubicBezTo>
                    <a:cubicBezTo>
                      <a:pt x="10" y="0"/>
                      <a:pt x="8" y="0"/>
                      <a:pt x="7" y="1"/>
                    </a:cubicBezTo>
                    <a:cubicBezTo>
                      <a:pt x="5" y="2"/>
                      <a:pt x="6" y="4"/>
                      <a:pt x="5" y="5"/>
                    </a:cubicBezTo>
                    <a:cubicBezTo>
                      <a:pt x="4" y="6"/>
                      <a:pt x="1" y="6"/>
                      <a:pt x="0" y="8"/>
                    </a:cubicBezTo>
                    <a:cubicBezTo>
                      <a:pt x="0" y="10"/>
                      <a:pt x="3" y="10"/>
                      <a:pt x="4" y="9"/>
                    </a:cubicBezTo>
                    <a:cubicBezTo>
                      <a:pt x="4" y="9"/>
                      <a:pt x="4" y="8"/>
                      <a:pt x="3" y="8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0" name="Freeform 1123">
                <a:extLst>
                  <a:ext uri="{FF2B5EF4-FFF2-40B4-BE49-F238E27FC236}">
                    <a16:creationId xmlns:a16="http://schemas.microsoft.com/office/drawing/2014/main" id="{0295C6EB-6D23-4B6F-9D74-0D29FDFAB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969"/>
                <a:ext cx="23" cy="15"/>
              </a:xfrm>
              <a:custGeom>
                <a:avLst/>
                <a:gdLst>
                  <a:gd name="T0" fmla="*/ 66 w 9"/>
                  <a:gd name="T1" fmla="*/ 83 h 6"/>
                  <a:gd name="T2" fmla="*/ 84 w 9"/>
                  <a:gd name="T3" fmla="*/ 95 h 6"/>
                  <a:gd name="T4" fmla="*/ 118 w 9"/>
                  <a:gd name="T5" fmla="*/ 0 h 6"/>
                  <a:gd name="T6" fmla="*/ 51 w 9"/>
                  <a:gd name="T7" fmla="*/ 9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4" y="5"/>
                    </a:moveTo>
                    <a:cubicBezTo>
                      <a:pt x="5" y="5"/>
                      <a:pt x="4" y="6"/>
                      <a:pt x="5" y="6"/>
                    </a:cubicBezTo>
                    <a:cubicBezTo>
                      <a:pt x="0" y="3"/>
                      <a:pt x="7" y="3"/>
                      <a:pt x="7" y="0"/>
                    </a:cubicBezTo>
                    <a:cubicBezTo>
                      <a:pt x="9" y="5"/>
                      <a:pt x="3" y="3"/>
                      <a:pt x="3" y="6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1" name="Freeform 1124">
                <a:extLst>
                  <a:ext uri="{FF2B5EF4-FFF2-40B4-BE49-F238E27FC236}">
                    <a16:creationId xmlns:a16="http://schemas.microsoft.com/office/drawing/2014/main" id="{53446557-08FF-4372-8EB9-5CFDD0090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3004"/>
                <a:ext cx="20" cy="22"/>
              </a:xfrm>
              <a:custGeom>
                <a:avLst/>
                <a:gdLst>
                  <a:gd name="T0" fmla="*/ 0 w 8"/>
                  <a:gd name="T1" fmla="*/ 120 h 9"/>
                  <a:gd name="T2" fmla="*/ 63 w 8"/>
                  <a:gd name="T3" fmla="*/ 132 h 9"/>
                  <a:gd name="T4" fmla="*/ 125 w 8"/>
                  <a:gd name="T5" fmla="*/ 0 h 9"/>
                  <a:gd name="T6" fmla="*/ 20 w 8"/>
                  <a:gd name="T7" fmla="*/ 10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1" y="9"/>
                      <a:pt x="3" y="9"/>
                      <a:pt x="4" y="9"/>
                    </a:cubicBezTo>
                    <a:cubicBezTo>
                      <a:pt x="1" y="6"/>
                      <a:pt x="7" y="3"/>
                      <a:pt x="8" y="0"/>
                    </a:cubicBezTo>
                    <a:cubicBezTo>
                      <a:pt x="5" y="1"/>
                      <a:pt x="3" y="6"/>
                      <a:pt x="1" y="7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2" name="Freeform 1125">
                <a:extLst>
                  <a:ext uri="{FF2B5EF4-FFF2-40B4-BE49-F238E27FC236}">
                    <a16:creationId xmlns:a16="http://schemas.microsoft.com/office/drawing/2014/main" id="{E85719E8-B0AB-402A-A0F1-5E6713787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046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50 w 4"/>
                  <a:gd name="T3" fmla="*/ 63 h 4"/>
                  <a:gd name="T4" fmla="*/ 63 w 4"/>
                  <a:gd name="T5" fmla="*/ 0 h 4"/>
                  <a:gd name="T6" fmla="*/ 0 w 4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1" y="3"/>
                      <a:pt x="2" y="4"/>
                      <a:pt x="3" y="4"/>
                    </a:cubicBezTo>
                    <a:cubicBezTo>
                      <a:pt x="1" y="3"/>
                      <a:pt x="3" y="1"/>
                      <a:pt x="4" y="0"/>
                    </a:cubicBezTo>
                    <a:cubicBezTo>
                      <a:pt x="2" y="0"/>
                      <a:pt x="1" y="2"/>
                      <a:pt x="0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3" name="Freeform 1126">
                <a:extLst>
                  <a:ext uri="{FF2B5EF4-FFF2-40B4-BE49-F238E27FC236}">
                    <a16:creationId xmlns:a16="http://schemas.microsoft.com/office/drawing/2014/main" id="{8C5DB4AA-34BD-492B-9CF8-9E743372F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994"/>
                <a:ext cx="43" cy="80"/>
              </a:xfrm>
              <a:custGeom>
                <a:avLst/>
                <a:gdLst>
                  <a:gd name="T0" fmla="*/ 159 w 17"/>
                  <a:gd name="T1" fmla="*/ 270 h 32"/>
                  <a:gd name="T2" fmla="*/ 276 w 17"/>
                  <a:gd name="T3" fmla="*/ 145 h 32"/>
                  <a:gd name="T4" fmla="*/ 180 w 17"/>
                  <a:gd name="T5" fmla="*/ 175 h 32"/>
                  <a:gd name="T6" fmla="*/ 159 w 17"/>
                  <a:gd name="T7" fmla="*/ 95 h 32"/>
                  <a:gd name="T8" fmla="*/ 159 w 17"/>
                  <a:gd name="T9" fmla="*/ 20 h 32"/>
                  <a:gd name="T10" fmla="*/ 147 w 17"/>
                  <a:gd name="T11" fmla="*/ 83 h 32"/>
                  <a:gd name="T12" fmla="*/ 129 w 17"/>
                  <a:gd name="T13" fmla="*/ 145 h 32"/>
                  <a:gd name="T14" fmla="*/ 116 w 17"/>
                  <a:gd name="T15" fmla="*/ 188 h 32"/>
                  <a:gd name="T16" fmla="*/ 180 w 17"/>
                  <a:gd name="T17" fmla="*/ 220 h 32"/>
                  <a:gd name="T18" fmla="*/ 147 w 17"/>
                  <a:gd name="T19" fmla="*/ 300 h 32"/>
                  <a:gd name="T20" fmla="*/ 129 w 17"/>
                  <a:gd name="T21" fmla="*/ 363 h 32"/>
                  <a:gd name="T22" fmla="*/ 63 w 17"/>
                  <a:gd name="T23" fmla="*/ 395 h 32"/>
                  <a:gd name="T24" fmla="*/ 63 w 17"/>
                  <a:gd name="T25" fmla="*/ 500 h 32"/>
                  <a:gd name="T26" fmla="*/ 116 w 17"/>
                  <a:gd name="T27" fmla="*/ 375 h 3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32">
                    <a:moveTo>
                      <a:pt x="10" y="17"/>
                    </a:moveTo>
                    <a:cubicBezTo>
                      <a:pt x="12" y="16"/>
                      <a:pt x="17" y="11"/>
                      <a:pt x="17" y="9"/>
                    </a:cubicBezTo>
                    <a:cubicBezTo>
                      <a:pt x="14" y="8"/>
                      <a:pt x="13" y="11"/>
                      <a:pt x="11" y="11"/>
                    </a:cubicBezTo>
                    <a:cubicBezTo>
                      <a:pt x="8" y="11"/>
                      <a:pt x="9" y="7"/>
                      <a:pt x="10" y="6"/>
                    </a:cubicBezTo>
                    <a:cubicBezTo>
                      <a:pt x="10" y="4"/>
                      <a:pt x="13" y="1"/>
                      <a:pt x="10" y="1"/>
                    </a:cubicBezTo>
                    <a:cubicBezTo>
                      <a:pt x="7" y="0"/>
                      <a:pt x="8" y="4"/>
                      <a:pt x="9" y="5"/>
                    </a:cubicBezTo>
                    <a:cubicBezTo>
                      <a:pt x="7" y="6"/>
                      <a:pt x="8" y="7"/>
                      <a:pt x="8" y="9"/>
                    </a:cubicBezTo>
                    <a:cubicBezTo>
                      <a:pt x="8" y="9"/>
                      <a:pt x="7" y="13"/>
                      <a:pt x="7" y="12"/>
                    </a:cubicBezTo>
                    <a:cubicBezTo>
                      <a:pt x="8" y="14"/>
                      <a:pt x="10" y="12"/>
                      <a:pt x="11" y="14"/>
                    </a:cubicBezTo>
                    <a:cubicBezTo>
                      <a:pt x="11" y="15"/>
                      <a:pt x="9" y="18"/>
                      <a:pt x="9" y="19"/>
                    </a:cubicBezTo>
                    <a:cubicBezTo>
                      <a:pt x="8" y="20"/>
                      <a:pt x="8" y="23"/>
                      <a:pt x="8" y="23"/>
                    </a:cubicBezTo>
                    <a:cubicBezTo>
                      <a:pt x="8" y="25"/>
                      <a:pt x="6" y="25"/>
                      <a:pt x="4" y="25"/>
                    </a:cubicBezTo>
                    <a:cubicBezTo>
                      <a:pt x="0" y="27"/>
                      <a:pt x="0" y="29"/>
                      <a:pt x="4" y="32"/>
                    </a:cubicBezTo>
                    <a:cubicBezTo>
                      <a:pt x="4" y="29"/>
                      <a:pt x="6" y="27"/>
                      <a:pt x="7" y="24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4" name="Freeform 1127">
                <a:extLst>
                  <a:ext uri="{FF2B5EF4-FFF2-40B4-BE49-F238E27FC236}">
                    <a16:creationId xmlns:a16="http://schemas.microsoft.com/office/drawing/2014/main" id="{EDD801AE-DCC3-477E-B756-2CF9604CF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3026"/>
                <a:ext cx="47" cy="35"/>
              </a:xfrm>
              <a:custGeom>
                <a:avLst/>
                <a:gdLst>
                  <a:gd name="T0" fmla="*/ 287 w 19"/>
                  <a:gd name="T1" fmla="*/ 188 h 14"/>
                  <a:gd name="T2" fmla="*/ 215 w 19"/>
                  <a:gd name="T3" fmla="*/ 145 h 14"/>
                  <a:gd name="T4" fmla="*/ 257 w 19"/>
                  <a:gd name="T5" fmla="*/ 63 h 14"/>
                  <a:gd name="T6" fmla="*/ 134 w 19"/>
                  <a:gd name="T7" fmla="*/ 83 h 14"/>
                  <a:gd name="T8" fmla="*/ 153 w 19"/>
                  <a:gd name="T9" fmla="*/ 208 h 14"/>
                  <a:gd name="T10" fmla="*/ 74 w 19"/>
                  <a:gd name="T11" fmla="*/ 145 h 14"/>
                  <a:gd name="T12" fmla="*/ 12 w 19"/>
                  <a:gd name="T13" fmla="*/ 158 h 14"/>
                  <a:gd name="T14" fmla="*/ 134 w 19"/>
                  <a:gd name="T15" fmla="*/ 83 h 14"/>
                  <a:gd name="T16" fmla="*/ 215 w 19"/>
                  <a:gd name="T17" fmla="*/ 0 h 14"/>
                  <a:gd name="T18" fmla="*/ 228 w 19"/>
                  <a:gd name="T19" fmla="*/ 63 h 14"/>
                  <a:gd name="T20" fmla="*/ 215 w 19"/>
                  <a:gd name="T21" fmla="*/ 63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4">
                    <a:moveTo>
                      <a:pt x="19" y="12"/>
                    </a:moveTo>
                    <a:cubicBezTo>
                      <a:pt x="18" y="11"/>
                      <a:pt x="14" y="10"/>
                      <a:pt x="14" y="9"/>
                    </a:cubicBezTo>
                    <a:cubicBezTo>
                      <a:pt x="13" y="7"/>
                      <a:pt x="16" y="5"/>
                      <a:pt x="17" y="4"/>
                    </a:cubicBezTo>
                    <a:cubicBezTo>
                      <a:pt x="16" y="3"/>
                      <a:pt x="10" y="4"/>
                      <a:pt x="9" y="5"/>
                    </a:cubicBezTo>
                    <a:cubicBezTo>
                      <a:pt x="6" y="8"/>
                      <a:pt x="11" y="11"/>
                      <a:pt x="10" y="13"/>
                    </a:cubicBezTo>
                    <a:cubicBezTo>
                      <a:pt x="9" y="12"/>
                      <a:pt x="8" y="9"/>
                      <a:pt x="5" y="9"/>
                    </a:cubicBezTo>
                    <a:cubicBezTo>
                      <a:pt x="4" y="9"/>
                      <a:pt x="0" y="14"/>
                      <a:pt x="1" y="10"/>
                    </a:cubicBezTo>
                    <a:cubicBezTo>
                      <a:pt x="2" y="8"/>
                      <a:pt x="7" y="7"/>
                      <a:pt x="9" y="5"/>
                    </a:cubicBezTo>
                    <a:cubicBezTo>
                      <a:pt x="11" y="3"/>
                      <a:pt x="12" y="1"/>
                      <a:pt x="14" y="0"/>
                    </a:cubicBezTo>
                    <a:cubicBezTo>
                      <a:pt x="15" y="1"/>
                      <a:pt x="15" y="3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5" name="Freeform 1128">
                <a:extLst>
                  <a:ext uri="{FF2B5EF4-FFF2-40B4-BE49-F238E27FC236}">
                    <a16:creationId xmlns:a16="http://schemas.microsoft.com/office/drawing/2014/main" id="{ABB281A1-1C6C-4607-98E0-C20755D8C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3074"/>
                <a:ext cx="65" cy="42"/>
              </a:xfrm>
              <a:custGeom>
                <a:avLst/>
                <a:gdLst>
                  <a:gd name="T0" fmla="*/ 125 w 26"/>
                  <a:gd name="T1" fmla="*/ 195 h 17"/>
                  <a:gd name="T2" fmla="*/ 250 w 26"/>
                  <a:gd name="T3" fmla="*/ 121 h 17"/>
                  <a:gd name="T4" fmla="*/ 300 w 26"/>
                  <a:gd name="T5" fmla="*/ 183 h 17"/>
                  <a:gd name="T6" fmla="*/ 375 w 26"/>
                  <a:gd name="T7" fmla="*/ 195 h 17"/>
                  <a:gd name="T8" fmla="*/ 283 w 26"/>
                  <a:gd name="T9" fmla="*/ 104 h 17"/>
                  <a:gd name="T10" fmla="*/ 345 w 26"/>
                  <a:gd name="T11" fmla="*/ 12 h 17"/>
                  <a:gd name="T12" fmla="*/ 208 w 26"/>
                  <a:gd name="T13" fmla="*/ 104 h 17"/>
                  <a:gd name="T14" fmla="*/ 188 w 26"/>
                  <a:gd name="T15" fmla="*/ 0 h 17"/>
                  <a:gd name="T16" fmla="*/ 125 w 26"/>
                  <a:gd name="T17" fmla="*/ 121 h 17"/>
                  <a:gd name="T18" fmla="*/ 63 w 26"/>
                  <a:gd name="T19" fmla="*/ 74 h 17"/>
                  <a:gd name="T20" fmla="*/ 145 w 26"/>
                  <a:gd name="T21" fmla="*/ 133 h 17"/>
                  <a:gd name="T22" fmla="*/ 83 w 26"/>
                  <a:gd name="T23" fmla="*/ 195 h 17"/>
                  <a:gd name="T24" fmla="*/ 0 w 26"/>
                  <a:gd name="T25" fmla="*/ 212 h 17"/>
                  <a:gd name="T26" fmla="*/ 50 w 26"/>
                  <a:gd name="T27" fmla="*/ 257 h 17"/>
                  <a:gd name="T28" fmla="*/ 83 w 26"/>
                  <a:gd name="T29" fmla="*/ 212 h 17"/>
                  <a:gd name="T30" fmla="*/ 95 w 26"/>
                  <a:gd name="T31" fmla="*/ 212 h 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" h="17">
                    <a:moveTo>
                      <a:pt x="8" y="13"/>
                    </a:moveTo>
                    <a:cubicBezTo>
                      <a:pt x="12" y="16"/>
                      <a:pt x="12" y="6"/>
                      <a:pt x="16" y="8"/>
                    </a:cubicBezTo>
                    <a:cubicBezTo>
                      <a:pt x="17" y="8"/>
                      <a:pt x="17" y="11"/>
                      <a:pt x="19" y="12"/>
                    </a:cubicBezTo>
                    <a:cubicBezTo>
                      <a:pt x="21" y="13"/>
                      <a:pt x="23" y="11"/>
                      <a:pt x="24" y="13"/>
                    </a:cubicBezTo>
                    <a:cubicBezTo>
                      <a:pt x="26" y="10"/>
                      <a:pt x="19" y="9"/>
                      <a:pt x="18" y="7"/>
                    </a:cubicBezTo>
                    <a:cubicBezTo>
                      <a:pt x="15" y="3"/>
                      <a:pt x="19" y="3"/>
                      <a:pt x="22" y="1"/>
                    </a:cubicBezTo>
                    <a:cubicBezTo>
                      <a:pt x="17" y="0"/>
                      <a:pt x="16" y="5"/>
                      <a:pt x="13" y="7"/>
                    </a:cubicBezTo>
                    <a:cubicBezTo>
                      <a:pt x="9" y="8"/>
                      <a:pt x="14" y="2"/>
                      <a:pt x="12" y="0"/>
                    </a:cubicBezTo>
                    <a:cubicBezTo>
                      <a:pt x="16" y="2"/>
                      <a:pt x="9" y="6"/>
                      <a:pt x="8" y="8"/>
                    </a:cubicBezTo>
                    <a:cubicBezTo>
                      <a:pt x="6" y="7"/>
                      <a:pt x="5" y="6"/>
                      <a:pt x="4" y="5"/>
                    </a:cubicBezTo>
                    <a:cubicBezTo>
                      <a:pt x="5" y="6"/>
                      <a:pt x="8" y="7"/>
                      <a:pt x="9" y="9"/>
                    </a:cubicBezTo>
                    <a:cubicBezTo>
                      <a:pt x="8" y="10"/>
                      <a:pt x="7" y="13"/>
                      <a:pt x="5" y="13"/>
                    </a:cubicBezTo>
                    <a:cubicBezTo>
                      <a:pt x="4" y="14"/>
                      <a:pt x="1" y="14"/>
                      <a:pt x="0" y="14"/>
                    </a:cubicBezTo>
                    <a:cubicBezTo>
                      <a:pt x="0" y="16"/>
                      <a:pt x="2" y="16"/>
                      <a:pt x="3" y="17"/>
                    </a:cubicBezTo>
                    <a:cubicBezTo>
                      <a:pt x="4" y="16"/>
                      <a:pt x="5" y="15"/>
                      <a:pt x="5" y="14"/>
                    </a:cubicBezTo>
                    <a:cubicBezTo>
                      <a:pt x="6" y="14"/>
                      <a:pt x="6" y="14"/>
                      <a:pt x="6" y="14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6" name="Freeform 1129">
                <a:extLst>
                  <a:ext uri="{FF2B5EF4-FFF2-40B4-BE49-F238E27FC236}">
                    <a16:creationId xmlns:a16="http://schemas.microsoft.com/office/drawing/2014/main" id="{6B876788-7DB3-43AE-B163-A402B6538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3111"/>
                <a:ext cx="27" cy="25"/>
              </a:xfrm>
              <a:custGeom>
                <a:avLst/>
                <a:gdLst>
                  <a:gd name="T0" fmla="*/ 61 w 11"/>
                  <a:gd name="T1" fmla="*/ 158 h 10"/>
                  <a:gd name="T2" fmla="*/ 103 w 11"/>
                  <a:gd name="T3" fmla="*/ 50 h 10"/>
                  <a:gd name="T4" fmla="*/ 162 w 11"/>
                  <a:gd name="T5" fmla="*/ 50 h 10"/>
                  <a:gd name="T6" fmla="*/ 133 w 11"/>
                  <a:gd name="T7" fmla="*/ 20 h 10"/>
                  <a:gd name="T8" fmla="*/ 71 w 11"/>
                  <a:gd name="T9" fmla="*/ 95 h 10"/>
                  <a:gd name="T10" fmla="*/ 0 w 11"/>
                  <a:gd name="T11" fmla="*/ 33 h 10"/>
                  <a:gd name="T12" fmla="*/ 42 w 11"/>
                  <a:gd name="T13" fmla="*/ 125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4" y="10"/>
                    </a:moveTo>
                    <a:cubicBezTo>
                      <a:pt x="5" y="8"/>
                      <a:pt x="4" y="5"/>
                      <a:pt x="7" y="3"/>
                    </a:cubicBezTo>
                    <a:cubicBezTo>
                      <a:pt x="8" y="3"/>
                      <a:pt x="10" y="4"/>
                      <a:pt x="11" y="3"/>
                    </a:cubicBezTo>
                    <a:cubicBezTo>
                      <a:pt x="11" y="1"/>
                      <a:pt x="10" y="0"/>
                      <a:pt x="9" y="1"/>
                    </a:cubicBezTo>
                    <a:cubicBezTo>
                      <a:pt x="7" y="1"/>
                      <a:pt x="7" y="5"/>
                      <a:pt x="5" y="6"/>
                    </a:cubicBezTo>
                    <a:cubicBezTo>
                      <a:pt x="3" y="6"/>
                      <a:pt x="2" y="3"/>
                      <a:pt x="0" y="2"/>
                    </a:cubicBezTo>
                    <a:cubicBezTo>
                      <a:pt x="1" y="4"/>
                      <a:pt x="4" y="6"/>
                      <a:pt x="3" y="8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7" name="Freeform 1130">
                <a:extLst>
                  <a:ext uri="{FF2B5EF4-FFF2-40B4-BE49-F238E27FC236}">
                    <a16:creationId xmlns:a16="http://schemas.microsoft.com/office/drawing/2014/main" id="{70A7D528-104C-4634-8291-793AADB80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939"/>
                <a:ext cx="62" cy="55"/>
              </a:xfrm>
              <a:custGeom>
                <a:avLst/>
                <a:gdLst>
                  <a:gd name="T0" fmla="*/ 136 w 25"/>
                  <a:gd name="T1" fmla="*/ 333 h 22"/>
                  <a:gd name="T2" fmla="*/ 154 w 25"/>
                  <a:gd name="T3" fmla="*/ 270 h 22"/>
                  <a:gd name="T4" fmla="*/ 216 w 25"/>
                  <a:gd name="T5" fmla="*/ 220 h 22"/>
                  <a:gd name="T6" fmla="*/ 258 w 25"/>
                  <a:gd name="T7" fmla="*/ 175 h 22"/>
                  <a:gd name="T8" fmla="*/ 308 w 25"/>
                  <a:gd name="T9" fmla="*/ 220 h 22"/>
                  <a:gd name="T10" fmla="*/ 290 w 25"/>
                  <a:gd name="T11" fmla="*/ 158 h 22"/>
                  <a:gd name="T12" fmla="*/ 350 w 25"/>
                  <a:gd name="T13" fmla="*/ 125 h 22"/>
                  <a:gd name="T14" fmla="*/ 382 w 25"/>
                  <a:gd name="T15" fmla="*/ 0 h 22"/>
                  <a:gd name="T16" fmla="*/ 228 w 25"/>
                  <a:gd name="T17" fmla="*/ 125 h 22"/>
                  <a:gd name="T18" fmla="*/ 246 w 25"/>
                  <a:gd name="T19" fmla="*/ 95 h 22"/>
                  <a:gd name="T20" fmla="*/ 154 w 25"/>
                  <a:gd name="T21" fmla="*/ 83 h 22"/>
                  <a:gd name="T22" fmla="*/ 166 w 25"/>
                  <a:gd name="T23" fmla="*/ 208 h 22"/>
                  <a:gd name="T24" fmla="*/ 104 w 25"/>
                  <a:gd name="T25" fmla="*/ 250 h 22"/>
                  <a:gd name="T26" fmla="*/ 74 w 25"/>
                  <a:gd name="T27" fmla="*/ 283 h 22"/>
                  <a:gd name="T28" fmla="*/ 30 w 25"/>
                  <a:gd name="T29" fmla="*/ 270 h 22"/>
                  <a:gd name="T30" fmla="*/ 30 w 25"/>
                  <a:gd name="T31" fmla="*/ 238 h 22"/>
                  <a:gd name="T32" fmla="*/ 124 w 25"/>
                  <a:gd name="T33" fmla="*/ 313 h 22"/>
                  <a:gd name="T34" fmla="*/ 104 w 25"/>
                  <a:gd name="T35" fmla="*/ 333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5" h="22">
                    <a:moveTo>
                      <a:pt x="9" y="21"/>
                    </a:moveTo>
                    <a:cubicBezTo>
                      <a:pt x="10" y="20"/>
                      <a:pt x="9" y="18"/>
                      <a:pt x="10" y="17"/>
                    </a:cubicBezTo>
                    <a:cubicBezTo>
                      <a:pt x="10" y="16"/>
                      <a:pt x="12" y="15"/>
                      <a:pt x="14" y="14"/>
                    </a:cubicBezTo>
                    <a:cubicBezTo>
                      <a:pt x="15" y="13"/>
                      <a:pt x="15" y="11"/>
                      <a:pt x="17" y="11"/>
                    </a:cubicBezTo>
                    <a:cubicBezTo>
                      <a:pt x="19" y="11"/>
                      <a:pt x="19" y="13"/>
                      <a:pt x="20" y="14"/>
                    </a:cubicBezTo>
                    <a:cubicBezTo>
                      <a:pt x="20" y="13"/>
                      <a:pt x="19" y="11"/>
                      <a:pt x="19" y="10"/>
                    </a:cubicBezTo>
                    <a:cubicBezTo>
                      <a:pt x="20" y="8"/>
                      <a:pt x="22" y="9"/>
                      <a:pt x="23" y="8"/>
                    </a:cubicBezTo>
                    <a:cubicBezTo>
                      <a:pt x="24" y="6"/>
                      <a:pt x="23" y="2"/>
                      <a:pt x="25" y="0"/>
                    </a:cubicBezTo>
                    <a:cubicBezTo>
                      <a:pt x="21" y="3"/>
                      <a:pt x="21" y="10"/>
                      <a:pt x="15" y="8"/>
                    </a:cubicBezTo>
                    <a:cubicBezTo>
                      <a:pt x="16" y="8"/>
                      <a:pt x="16" y="7"/>
                      <a:pt x="16" y="6"/>
                    </a:cubicBezTo>
                    <a:cubicBezTo>
                      <a:pt x="14" y="7"/>
                      <a:pt x="11" y="9"/>
                      <a:pt x="10" y="5"/>
                    </a:cubicBezTo>
                    <a:cubicBezTo>
                      <a:pt x="13" y="9"/>
                      <a:pt x="16" y="10"/>
                      <a:pt x="11" y="13"/>
                    </a:cubicBezTo>
                    <a:cubicBezTo>
                      <a:pt x="9" y="14"/>
                      <a:pt x="8" y="15"/>
                      <a:pt x="7" y="16"/>
                    </a:cubicBezTo>
                    <a:cubicBezTo>
                      <a:pt x="6" y="17"/>
                      <a:pt x="7" y="17"/>
                      <a:pt x="5" y="18"/>
                    </a:cubicBezTo>
                    <a:cubicBezTo>
                      <a:pt x="4" y="18"/>
                      <a:pt x="3" y="18"/>
                      <a:pt x="2" y="17"/>
                    </a:cubicBezTo>
                    <a:cubicBezTo>
                      <a:pt x="3" y="16"/>
                      <a:pt x="2" y="16"/>
                      <a:pt x="2" y="15"/>
                    </a:cubicBezTo>
                    <a:cubicBezTo>
                      <a:pt x="0" y="17"/>
                      <a:pt x="5" y="22"/>
                      <a:pt x="8" y="20"/>
                    </a:cubicBezTo>
                    <a:cubicBezTo>
                      <a:pt x="8" y="20"/>
                      <a:pt x="7" y="20"/>
                      <a:pt x="7" y="21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8" name="Freeform 1131">
                <a:extLst>
                  <a:ext uri="{FF2B5EF4-FFF2-40B4-BE49-F238E27FC236}">
                    <a16:creationId xmlns:a16="http://schemas.microsoft.com/office/drawing/2014/main" id="{29F64C73-19BD-4E43-BAF6-7599E95FC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981"/>
                <a:ext cx="33" cy="18"/>
              </a:xfrm>
              <a:custGeom>
                <a:avLst/>
                <a:gdLst>
                  <a:gd name="T0" fmla="*/ 129 w 13"/>
                  <a:gd name="T1" fmla="*/ 100 h 7"/>
                  <a:gd name="T2" fmla="*/ 213 w 13"/>
                  <a:gd name="T3" fmla="*/ 67 h 7"/>
                  <a:gd name="T4" fmla="*/ 193 w 13"/>
                  <a:gd name="T5" fmla="*/ 0 h 7"/>
                  <a:gd name="T6" fmla="*/ 117 w 13"/>
                  <a:gd name="T7" fmla="*/ 67 h 7"/>
                  <a:gd name="T8" fmla="*/ 0 w 13"/>
                  <a:gd name="T9" fmla="*/ 21 h 7"/>
                  <a:gd name="T10" fmla="*/ 63 w 13"/>
                  <a:gd name="T11" fmla="*/ 67 h 7"/>
                  <a:gd name="T12" fmla="*/ 117 w 13"/>
                  <a:gd name="T13" fmla="*/ 11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8" y="6"/>
                    </a:moveTo>
                    <a:cubicBezTo>
                      <a:pt x="10" y="6"/>
                      <a:pt x="12" y="5"/>
                      <a:pt x="13" y="4"/>
                    </a:cubicBezTo>
                    <a:cubicBezTo>
                      <a:pt x="12" y="3"/>
                      <a:pt x="10" y="1"/>
                      <a:pt x="12" y="0"/>
                    </a:cubicBezTo>
                    <a:cubicBezTo>
                      <a:pt x="11" y="2"/>
                      <a:pt x="10" y="5"/>
                      <a:pt x="7" y="4"/>
                    </a:cubicBezTo>
                    <a:cubicBezTo>
                      <a:pt x="4" y="4"/>
                      <a:pt x="2" y="1"/>
                      <a:pt x="0" y="1"/>
                    </a:cubicBezTo>
                    <a:cubicBezTo>
                      <a:pt x="0" y="4"/>
                      <a:pt x="2" y="3"/>
                      <a:pt x="4" y="4"/>
                    </a:cubicBezTo>
                    <a:cubicBezTo>
                      <a:pt x="5" y="4"/>
                      <a:pt x="8" y="6"/>
                      <a:pt x="7" y="7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9" name="Freeform 1132">
                <a:extLst>
                  <a:ext uri="{FF2B5EF4-FFF2-40B4-BE49-F238E27FC236}">
                    <a16:creationId xmlns:a16="http://schemas.microsoft.com/office/drawing/2014/main" id="{AEBC5E85-2803-49DA-9B0F-85677477F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981"/>
                <a:ext cx="13" cy="23"/>
              </a:xfrm>
              <a:custGeom>
                <a:avLst/>
                <a:gdLst>
                  <a:gd name="T0" fmla="*/ 0 w 5"/>
                  <a:gd name="T1" fmla="*/ 151 h 9"/>
                  <a:gd name="T2" fmla="*/ 88 w 5"/>
                  <a:gd name="T3" fmla="*/ 84 h 9"/>
                  <a:gd name="T4" fmla="*/ 55 w 5"/>
                  <a:gd name="T5" fmla="*/ 0 h 9"/>
                  <a:gd name="T6" fmla="*/ 0 w 5"/>
                  <a:gd name="T7" fmla="*/ 13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3" y="9"/>
                      <a:pt x="1" y="4"/>
                      <a:pt x="5" y="5"/>
                    </a:cubicBezTo>
                    <a:cubicBezTo>
                      <a:pt x="4" y="3"/>
                      <a:pt x="2" y="2"/>
                      <a:pt x="3" y="0"/>
                    </a:cubicBezTo>
                    <a:cubicBezTo>
                      <a:pt x="3" y="3"/>
                      <a:pt x="2" y="8"/>
                      <a:pt x="0" y="8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0" name="Freeform 1133">
                <a:extLst>
                  <a:ext uri="{FF2B5EF4-FFF2-40B4-BE49-F238E27FC236}">
                    <a16:creationId xmlns:a16="http://schemas.microsoft.com/office/drawing/2014/main" id="{7AA77B0B-A5AF-4E73-97F7-F3C6DDF16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926"/>
                <a:ext cx="40" cy="48"/>
              </a:xfrm>
              <a:custGeom>
                <a:avLst/>
                <a:gdLst>
                  <a:gd name="T0" fmla="*/ 0 w 16"/>
                  <a:gd name="T1" fmla="*/ 255 h 19"/>
                  <a:gd name="T2" fmla="*/ 0 w 16"/>
                  <a:gd name="T3" fmla="*/ 275 h 19"/>
                  <a:gd name="T4" fmla="*/ 50 w 16"/>
                  <a:gd name="T5" fmla="*/ 222 h 19"/>
                  <a:gd name="T6" fmla="*/ 95 w 16"/>
                  <a:gd name="T7" fmla="*/ 288 h 19"/>
                  <a:gd name="T8" fmla="*/ 83 w 16"/>
                  <a:gd name="T9" fmla="*/ 210 h 19"/>
                  <a:gd name="T10" fmla="*/ 188 w 16"/>
                  <a:gd name="T11" fmla="*/ 210 h 19"/>
                  <a:gd name="T12" fmla="*/ 125 w 16"/>
                  <a:gd name="T13" fmla="*/ 114 h 19"/>
                  <a:gd name="T14" fmla="*/ 188 w 16"/>
                  <a:gd name="T15" fmla="*/ 63 h 19"/>
                  <a:gd name="T16" fmla="*/ 250 w 16"/>
                  <a:gd name="T17" fmla="*/ 51 h 19"/>
                  <a:gd name="T18" fmla="*/ 113 w 16"/>
                  <a:gd name="T19" fmla="*/ 96 h 19"/>
                  <a:gd name="T20" fmla="*/ 83 w 16"/>
                  <a:gd name="T21" fmla="*/ 129 h 19"/>
                  <a:gd name="T22" fmla="*/ 83 w 16"/>
                  <a:gd name="T23" fmla="*/ 179 h 19"/>
                  <a:gd name="T24" fmla="*/ 0 w 16"/>
                  <a:gd name="T25" fmla="*/ 243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9">
                    <a:moveTo>
                      <a:pt x="0" y="16"/>
                    </a:moveTo>
                    <a:cubicBezTo>
                      <a:pt x="0" y="16"/>
                      <a:pt x="0" y="16"/>
                      <a:pt x="0" y="17"/>
                    </a:cubicBezTo>
                    <a:cubicBezTo>
                      <a:pt x="1" y="16"/>
                      <a:pt x="2" y="15"/>
                      <a:pt x="3" y="14"/>
                    </a:cubicBezTo>
                    <a:cubicBezTo>
                      <a:pt x="4" y="15"/>
                      <a:pt x="4" y="19"/>
                      <a:pt x="6" y="18"/>
                    </a:cubicBezTo>
                    <a:cubicBezTo>
                      <a:pt x="8" y="17"/>
                      <a:pt x="6" y="14"/>
                      <a:pt x="5" y="13"/>
                    </a:cubicBezTo>
                    <a:cubicBezTo>
                      <a:pt x="7" y="9"/>
                      <a:pt x="9" y="14"/>
                      <a:pt x="12" y="13"/>
                    </a:cubicBezTo>
                    <a:cubicBezTo>
                      <a:pt x="9" y="12"/>
                      <a:pt x="5" y="11"/>
                      <a:pt x="8" y="7"/>
                    </a:cubicBezTo>
                    <a:cubicBezTo>
                      <a:pt x="9" y="6"/>
                      <a:pt x="11" y="4"/>
                      <a:pt x="12" y="4"/>
                    </a:cubicBezTo>
                    <a:cubicBezTo>
                      <a:pt x="13" y="3"/>
                      <a:pt x="15" y="3"/>
                      <a:pt x="16" y="3"/>
                    </a:cubicBezTo>
                    <a:cubicBezTo>
                      <a:pt x="13" y="0"/>
                      <a:pt x="9" y="4"/>
                      <a:pt x="7" y="6"/>
                    </a:cubicBezTo>
                    <a:cubicBezTo>
                      <a:pt x="6" y="7"/>
                      <a:pt x="5" y="8"/>
                      <a:pt x="5" y="8"/>
                    </a:cubicBezTo>
                    <a:cubicBezTo>
                      <a:pt x="5" y="9"/>
                      <a:pt x="5" y="11"/>
                      <a:pt x="5" y="11"/>
                    </a:cubicBezTo>
                    <a:cubicBezTo>
                      <a:pt x="4" y="13"/>
                      <a:pt x="1" y="13"/>
                      <a:pt x="0" y="15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1" name="Freeform 1134">
                <a:extLst>
                  <a:ext uri="{FF2B5EF4-FFF2-40B4-BE49-F238E27FC236}">
                    <a16:creationId xmlns:a16="http://schemas.microsoft.com/office/drawing/2014/main" id="{58EC56A6-35F0-4183-B8B5-A687611DB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944"/>
                <a:ext cx="33" cy="40"/>
              </a:xfrm>
              <a:custGeom>
                <a:avLst/>
                <a:gdLst>
                  <a:gd name="T0" fmla="*/ 193 w 13"/>
                  <a:gd name="T1" fmla="*/ 83 h 16"/>
                  <a:gd name="T2" fmla="*/ 117 w 13"/>
                  <a:gd name="T3" fmla="*/ 238 h 16"/>
                  <a:gd name="T4" fmla="*/ 63 w 13"/>
                  <a:gd name="T5" fmla="*/ 250 h 16"/>
                  <a:gd name="T6" fmla="*/ 0 w 13"/>
                  <a:gd name="T7" fmla="*/ 250 h 16"/>
                  <a:gd name="T8" fmla="*/ 20 w 13"/>
                  <a:gd name="T9" fmla="*/ 208 h 16"/>
                  <a:gd name="T10" fmla="*/ 51 w 13"/>
                  <a:gd name="T11" fmla="*/ 220 h 16"/>
                  <a:gd name="T12" fmla="*/ 117 w 13"/>
                  <a:gd name="T13" fmla="*/ 220 h 16"/>
                  <a:gd name="T14" fmla="*/ 147 w 13"/>
                  <a:gd name="T15" fmla="*/ 175 h 16"/>
                  <a:gd name="T16" fmla="*/ 180 w 13"/>
                  <a:gd name="T17" fmla="*/ 113 h 16"/>
                  <a:gd name="T18" fmla="*/ 160 w 13"/>
                  <a:gd name="T19" fmla="*/ 50 h 16"/>
                  <a:gd name="T20" fmla="*/ 193 w 13"/>
                  <a:gd name="T21" fmla="*/ 83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16">
                    <a:moveTo>
                      <a:pt x="12" y="5"/>
                    </a:moveTo>
                    <a:cubicBezTo>
                      <a:pt x="11" y="10"/>
                      <a:pt x="12" y="13"/>
                      <a:pt x="7" y="15"/>
                    </a:cubicBezTo>
                    <a:cubicBezTo>
                      <a:pt x="6" y="15"/>
                      <a:pt x="5" y="16"/>
                      <a:pt x="4" y="16"/>
                    </a:cubicBezTo>
                    <a:cubicBezTo>
                      <a:pt x="2" y="16"/>
                      <a:pt x="1" y="15"/>
                      <a:pt x="0" y="16"/>
                    </a:cubicBezTo>
                    <a:cubicBezTo>
                      <a:pt x="0" y="15"/>
                      <a:pt x="0" y="13"/>
                      <a:pt x="1" y="13"/>
                    </a:cubicBezTo>
                    <a:cubicBezTo>
                      <a:pt x="2" y="12"/>
                      <a:pt x="3" y="13"/>
                      <a:pt x="3" y="14"/>
                    </a:cubicBezTo>
                    <a:cubicBezTo>
                      <a:pt x="4" y="12"/>
                      <a:pt x="5" y="14"/>
                      <a:pt x="7" y="14"/>
                    </a:cubicBezTo>
                    <a:cubicBezTo>
                      <a:pt x="9" y="14"/>
                      <a:pt x="9" y="12"/>
                      <a:pt x="9" y="11"/>
                    </a:cubicBezTo>
                    <a:cubicBezTo>
                      <a:pt x="10" y="9"/>
                      <a:pt x="11" y="9"/>
                      <a:pt x="11" y="7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2" y="0"/>
                      <a:pt x="13" y="5"/>
                      <a:pt x="12" y="5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2" name="Freeform 1135">
                <a:extLst>
                  <a:ext uri="{FF2B5EF4-FFF2-40B4-BE49-F238E27FC236}">
                    <a16:creationId xmlns:a16="http://schemas.microsoft.com/office/drawing/2014/main" id="{9EA26CBB-A871-4F8B-AEFA-A85CD79BB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939"/>
                <a:ext cx="42" cy="57"/>
              </a:xfrm>
              <a:custGeom>
                <a:avLst/>
                <a:gdLst>
                  <a:gd name="T0" fmla="*/ 166 w 17"/>
                  <a:gd name="T1" fmla="*/ 154 h 23"/>
                  <a:gd name="T2" fmla="*/ 133 w 17"/>
                  <a:gd name="T3" fmla="*/ 124 h 23"/>
                  <a:gd name="T4" fmla="*/ 195 w 17"/>
                  <a:gd name="T5" fmla="*/ 42 h 23"/>
                  <a:gd name="T6" fmla="*/ 195 w 17"/>
                  <a:gd name="T7" fmla="*/ 0 h 23"/>
                  <a:gd name="T8" fmla="*/ 153 w 17"/>
                  <a:gd name="T9" fmla="*/ 92 h 23"/>
                  <a:gd name="T10" fmla="*/ 121 w 17"/>
                  <a:gd name="T11" fmla="*/ 154 h 23"/>
                  <a:gd name="T12" fmla="*/ 74 w 17"/>
                  <a:gd name="T13" fmla="*/ 166 h 23"/>
                  <a:gd name="T14" fmla="*/ 133 w 17"/>
                  <a:gd name="T15" fmla="*/ 154 h 23"/>
                  <a:gd name="T16" fmla="*/ 104 w 17"/>
                  <a:gd name="T17" fmla="*/ 228 h 23"/>
                  <a:gd name="T18" fmla="*/ 91 w 17"/>
                  <a:gd name="T19" fmla="*/ 287 h 23"/>
                  <a:gd name="T20" fmla="*/ 0 w 17"/>
                  <a:gd name="T21" fmla="*/ 287 h 23"/>
                  <a:gd name="T22" fmla="*/ 30 w 17"/>
                  <a:gd name="T23" fmla="*/ 349 h 23"/>
                  <a:gd name="T24" fmla="*/ 74 w 17"/>
                  <a:gd name="T25" fmla="*/ 337 h 23"/>
                  <a:gd name="T26" fmla="*/ 91 w 17"/>
                  <a:gd name="T27" fmla="*/ 278 h 23"/>
                  <a:gd name="T28" fmla="*/ 104 w 17"/>
                  <a:gd name="T29" fmla="*/ 258 h 23"/>
                  <a:gd name="T30" fmla="*/ 104 w 17"/>
                  <a:gd name="T31" fmla="*/ 228 h 23"/>
                  <a:gd name="T32" fmla="*/ 183 w 17"/>
                  <a:gd name="T33" fmla="*/ 228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" h="23">
                    <a:moveTo>
                      <a:pt x="11" y="10"/>
                    </a:moveTo>
                    <a:cubicBezTo>
                      <a:pt x="10" y="9"/>
                      <a:pt x="8" y="10"/>
                      <a:pt x="9" y="8"/>
                    </a:cubicBezTo>
                    <a:cubicBezTo>
                      <a:pt x="10" y="6"/>
                      <a:pt x="13" y="6"/>
                      <a:pt x="13" y="3"/>
                    </a:cubicBezTo>
                    <a:cubicBezTo>
                      <a:pt x="15" y="2"/>
                      <a:pt x="17" y="1"/>
                      <a:pt x="13" y="0"/>
                    </a:cubicBezTo>
                    <a:cubicBezTo>
                      <a:pt x="14" y="3"/>
                      <a:pt x="12" y="4"/>
                      <a:pt x="10" y="6"/>
                    </a:cubicBezTo>
                    <a:cubicBezTo>
                      <a:pt x="8" y="7"/>
                      <a:pt x="7" y="8"/>
                      <a:pt x="8" y="10"/>
                    </a:cubicBezTo>
                    <a:cubicBezTo>
                      <a:pt x="7" y="10"/>
                      <a:pt x="6" y="10"/>
                      <a:pt x="5" y="11"/>
                    </a:cubicBezTo>
                    <a:cubicBezTo>
                      <a:pt x="6" y="11"/>
                      <a:pt x="8" y="10"/>
                      <a:pt x="9" y="10"/>
                    </a:cubicBezTo>
                    <a:cubicBezTo>
                      <a:pt x="10" y="11"/>
                      <a:pt x="8" y="14"/>
                      <a:pt x="7" y="15"/>
                    </a:cubicBezTo>
                    <a:cubicBezTo>
                      <a:pt x="5" y="17"/>
                      <a:pt x="4" y="16"/>
                      <a:pt x="6" y="19"/>
                    </a:cubicBezTo>
                    <a:cubicBezTo>
                      <a:pt x="4" y="21"/>
                      <a:pt x="2" y="20"/>
                      <a:pt x="0" y="19"/>
                    </a:cubicBezTo>
                    <a:cubicBezTo>
                      <a:pt x="1" y="20"/>
                      <a:pt x="2" y="22"/>
                      <a:pt x="2" y="23"/>
                    </a:cubicBezTo>
                    <a:cubicBezTo>
                      <a:pt x="3" y="22"/>
                      <a:pt x="4" y="23"/>
                      <a:pt x="5" y="22"/>
                    </a:cubicBezTo>
                    <a:cubicBezTo>
                      <a:pt x="6" y="22"/>
                      <a:pt x="6" y="19"/>
                      <a:pt x="6" y="18"/>
                    </a:cubicBezTo>
                    <a:cubicBezTo>
                      <a:pt x="6" y="18"/>
                      <a:pt x="7" y="17"/>
                      <a:pt x="7" y="17"/>
                    </a:cubicBezTo>
                    <a:cubicBezTo>
                      <a:pt x="7" y="16"/>
                      <a:pt x="6" y="16"/>
                      <a:pt x="7" y="15"/>
                    </a:cubicBezTo>
                    <a:cubicBezTo>
                      <a:pt x="8" y="14"/>
                      <a:pt x="11" y="16"/>
                      <a:pt x="12" y="15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3" name="Freeform 1136">
                <a:extLst>
                  <a:ext uri="{FF2B5EF4-FFF2-40B4-BE49-F238E27FC236}">
                    <a16:creationId xmlns:a16="http://schemas.microsoft.com/office/drawing/2014/main" id="{9268E9A5-9967-4B37-8B42-2183B8E35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051"/>
                <a:ext cx="17" cy="25"/>
              </a:xfrm>
              <a:custGeom>
                <a:avLst/>
                <a:gdLst>
                  <a:gd name="T0" fmla="*/ 58 w 7"/>
                  <a:gd name="T1" fmla="*/ 158 h 10"/>
                  <a:gd name="T2" fmla="*/ 41 w 7"/>
                  <a:gd name="T3" fmla="*/ 83 h 10"/>
                  <a:gd name="T4" fmla="*/ 100 w 7"/>
                  <a:gd name="T5" fmla="*/ 33 h 10"/>
                  <a:gd name="T6" fmla="*/ 12 w 7"/>
                  <a:gd name="T7" fmla="*/ 20 h 10"/>
                  <a:gd name="T8" fmla="*/ 12 w 7"/>
                  <a:gd name="T9" fmla="*/ 113 h 10"/>
                  <a:gd name="T10" fmla="*/ 41 w 7"/>
                  <a:gd name="T11" fmla="*/ 15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4" y="10"/>
                    </a:moveTo>
                    <a:cubicBezTo>
                      <a:pt x="3" y="9"/>
                      <a:pt x="2" y="7"/>
                      <a:pt x="3" y="5"/>
                    </a:cubicBezTo>
                    <a:cubicBezTo>
                      <a:pt x="3" y="3"/>
                      <a:pt x="6" y="3"/>
                      <a:pt x="7" y="2"/>
                    </a:cubicBezTo>
                    <a:cubicBezTo>
                      <a:pt x="5" y="0"/>
                      <a:pt x="3" y="4"/>
                      <a:pt x="1" y="1"/>
                    </a:cubicBezTo>
                    <a:cubicBezTo>
                      <a:pt x="2" y="4"/>
                      <a:pt x="2" y="4"/>
                      <a:pt x="1" y="7"/>
                    </a:cubicBezTo>
                    <a:cubicBezTo>
                      <a:pt x="0" y="10"/>
                      <a:pt x="0" y="10"/>
                      <a:pt x="3" y="10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4" name="Freeform 1137">
                <a:extLst>
                  <a:ext uri="{FF2B5EF4-FFF2-40B4-BE49-F238E27FC236}">
                    <a16:creationId xmlns:a16="http://schemas.microsoft.com/office/drawing/2014/main" id="{B7FEDF77-BCCB-4A41-ABEF-41E1EE330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031"/>
                <a:ext cx="15" cy="13"/>
              </a:xfrm>
              <a:custGeom>
                <a:avLst/>
                <a:gdLst>
                  <a:gd name="T0" fmla="*/ 20 w 6"/>
                  <a:gd name="T1" fmla="*/ 88 h 5"/>
                  <a:gd name="T2" fmla="*/ 95 w 6"/>
                  <a:gd name="T3" fmla="*/ 0 h 5"/>
                  <a:gd name="T4" fmla="*/ 0 w 6"/>
                  <a:gd name="T5" fmla="*/ 0 h 5"/>
                  <a:gd name="T6" fmla="*/ 0 w 6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2" y="4"/>
                      <a:pt x="4" y="2"/>
                      <a:pt x="6" y="0"/>
                    </a:cubicBezTo>
                    <a:cubicBezTo>
                      <a:pt x="4" y="1"/>
                      <a:pt x="2" y="3"/>
                      <a:pt x="0" y="0"/>
                    </a:cubicBezTo>
                    <a:cubicBezTo>
                      <a:pt x="1" y="1"/>
                      <a:pt x="2" y="3"/>
                      <a:pt x="0" y="4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5" name="Freeform 1138">
                <a:extLst>
                  <a:ext uri="{FF2B5EF4-FFF2-40B4-BE49-F238E27FC236}">
                    <a16:creationId xmlns:a16="http://schemas.microsoft.com/office/drawing/2014/main" id="{58E24C92-2E63-4F3B-B196-064E62CED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84"/>
                <a:ext cx="47" cy="30"/>
              </a:xfrm>
              <a:custGeom>
                <a:avLst/>
                <a:gdLst>
                  <a:gd name="T0" fmla="*/ 215 w 19"/>
                  <a:gd name="T1" fmla="*/ 83 h 12"/>
                  <a:gd name="T2" fmla="*/ 287 w 19"/>
                  <a:gd name="T3" fmla="*/ 20 h 12"/>
                  <a:gd name="T4" fmla="*/ 183 w 19"/>
                  <a:gd name="T5" fmla="*/ 33 h 12"/>
                  <a:gd name="T6" fmla="*/ 0 w 19"/>
                  <a:gd name="T7" fmla="*/ 188 h 12"/>
                  <a:gd name="T8" fmla="*/ 153 w 19"/>
                  <a:gd name="T9" fmla="*/ 9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4" y="5"/>
                    </a:moveTo>
                    <a:cubicBezTo>
                      <a:pt x="15" y="4"/>
                      <a:pt x="18" y="3"/>
                      <a:pt x="19" y="1"/>
                    </a:cubicBezTo>
                    <a:cubicBezTo>
                      <a:pt x="16" y="0"/>
                      <a:pt x="14" y="1"/>
                      <a:pt x="12" y="2"/>
                    </a:cubicBezTo>
                    <a:cubicBezTo>
                      <a:pt x="9" y="3"/>
                      <a:pt x="0" y="9"/>
                      <a:pt x="0" y="12"/>
                    </a:cubicBezTo>
                    <a:cubicBezTo>
                      <a:pt x="4" y="11"/>
                      <a:pt x="6" y="7"/>
                      <a:pt x="10" y="6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6" name="Freeform 1139">
                <a:extLst>
                  <a:ext uri="{FF2B5EF4-FFF2-40B4-BE49-F238E27FC236}">
                    <a16:creationId xmlns:a16="http://schemas.microsoft.com/office/drawing/2014/main" id="{DDA2FC47-8AD1-4A89-B211-514F17BE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921"/>
                <a:ext cx="25" cy="23"/>
              </a:xfrm>
              <a:custGeom>
                <a:avLst/>
                <a:gdLst>
                  <a:gd name="T0" fmla="*/ 145 w 10"/>
                  <a:gd name="T1" fmla="*/ 20 h 9"/>
                  <a:gd name="T2" fmla="*/ 145 w 10"/>
                  <a:gd name="T3" fmla="*/ 0 h 9"/>
                  <a:gd name="T4" fmla="*/ 0 w 10"/>
                  <a:gd name="T5" fmla="*/ 151 h 9"/>
                  <a:gd name="T6" fmla="*/ 113 w 10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9" y="1"/>
                    </a:moveTo>
                    <a:cubicBezTo>
                      <a:pt x="9" y="1"/>
                      <a:pt x="10" y="0"/>
                      <a:pt x="9" y="0"/>
                    </a:cubicBezTo>
                    <a:cubicBezTo>
                      <a:pt x="5" y="2"/>
                      <a:pt x="3" y="6"/>
                      <a:pt x="0" y="9"/>
                    </a:cubicBezTo>
                    <a:cubicBezTo>
                      <a:pt x="0" y="5"/>
                      <a:pt x="3" y="2"/>
                      <a:pt x="7" y="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7" name="Freeform 1140">
                <a:extLst>
                  <a:ext uri="{FF2B5EF4-FFF2-40B4-BE49-F238E27FC236}">
                    <a16:creationId xmlns:a16="http://schemas.microsoft.com/office/drawing/2014/main" id="{5CB85B8F-9645-4002-8E6D-B6FE49A23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939"/>
                <a:ext cx="45" cy="40"/>
              </a:xfrm>
              <a:custGeom>
                <a:avLst/>
                <a:gdLst>
                  <a:gd name="T0" fmla="*/ 175 w 18"/>
                  <a:gd name="T1" fmla="*/ 145 h 16"/>
                  <a:gd name="T2" fmla="*/ 175 w 18"/>
                  <a:gd name="T3" fmla="*/ 50 h 16"/>
                  <a:gd name="T4" fmla="*/ 0 w 18"/>
                  <a:gd name="T5" fmla="*/ 250 h 16"/>
                  <a:gd name="T6" fmla="*/ 175 w 18"/>
                  <a:gd name="T7" fmla="*/ 95 h 16"/>
                  <a:gd name="T8" fmla="*/ 175 w 18"/>
                  <a:gd name="T9" fmla="*/ 9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1" y="9"/>
                    </a:moveTo>
                    <a:cubicBezTo>
                      <a:pt x="13" y="6"/>
                      <a:pt x="18" y="0"/>
                      <a:pt x="11" y="3"/>
                    </a:cubicBezTo>
                    <a:cubicBezTo>
                      <a:pt x="6" y="5"/>
                      <a:pt x="4" y="13"/>
                      <a:pt x="0" y="16"/>
                    </a:cubicBezTo>
                    <a:cubicBezTo>
                      <a:pt x="4" y="12"/>
                      <a:pt x="7" y="9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8" name="Freeform 1141">
                <a:extLst>
                  <a:ext uri="{FF2B5EF4-FFF2-40B4-BE49-F238E27FC236}">
                    <a16:creationId xmlns:a16="http://schemas.microsoft.com/office/drawing/2014/main" id="{D8B572A5-5CD2-46B0-92B9-7B6F751AE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971"/>
                <a:ext cx="35" cy="43"/>
              </a:xfrm>
              <a:custGeom>
                <a:avLst/>
                <a:gdLst>
                  <a:gd name="T0" fmla="*/ 145 w 14"/>
                  <a:gd name="T1" fmla="*/ 129 h 17"/>
                  <a:gd name="T2" fmla="*/ 220 w 14"/>
                  <a:gd name="T3" fmla="*/ 20 h 17"/>
                  <a:gd name="T4" fmla="*/ 113 w 14"/>
                  <a:gd name="T5" fmla="*/ 96 h 17"/>
                  <a:gd name="T6" fmla="*/ 0 w 14"/>
                  <a:gd name="T7" fmla="*/ 276 h 17"/>
                  <a:gd name="T8" fmla="*/ 125 w 14"/>
                  <a:gd name="T9" fmla="*/ 18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7">
                    <a:moveTo>
                      <a:pt x="9" y="8"/>
                    </a:moveTo>
                    <a:cubicBezTo>
                      <a:pt x="10" y="7"/>
                      <a:pt x="13" y="3"/>
                      <a:pt x="14" y="1"/>
                    </a:cubicBezTo>
                    <a:cubicBezTo>
                      <a:pt x="11" y="0"/>
                      <a:pt x="8" y="4"/>
                      <a:pt x="7" y="6"/>
                    </a:cubicBezTo>
                    <a:cubicBezTo>
                      <a:pt x="5" y="9"/>
                      <a:pt x="0" y="14"/>
                      <a:pt x="0" y="17"/>
                    </a:cubicBezTo>
                    <a:cubicBezTo>
                      <a:pt x="3" y="17"/>
                      <a:pt x="6" y="13"/>
                      <a:pt x="8" y="1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9" name="Freeform 1142">
                <a:extLst>
                  <a:ext uri="{FF2B5EF4-FFF2-40B4-BE49-F238E27FC236}">
                    <a16:creationId xmlns:a16="http://schemas.microsoft.com/office/drawing/2014/main" id="{3DEF6299-79FE-46D1-B23F-4B5D42232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006"/>
                <a:ext cx="25" cy="43"/>
              </a:xfrm>
              <a:custGeom>
                <a:avLst/>
                <a:gdLst>
                  <a:gd name="T0" fmla="*/ 95 w 10"/>
                  <a:gd name="T1" fmla="*/ 159 h 17"/>
                  <a:gd name="T2" fmla="*/ 158 w 10"/>
                  <a:gd name="T3" fmla="*/ 0 h 17"/>
                  <a:gd name="T4" fmla="*/ 125 w 10"/>
                  <a:gd name="T5" fmla="*/ 116 h 17"/>
                  <a:gd name="T6" fmla="*/ 95 w 10"/>
                  <a:gd name="T7" fmla="*/ 192 h 17"/>
                  <a:gd name="T8" fmla="*/ 33 w 10"/>
                  <a:gd name="T9" fmla="*/ 27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6" y="10"/>
                    </a:moveTo>
                    <a:cubicBezTo>
                      <a:pt x="0" y="8"/>
                      <a:pt x="9" y="2"/>
                      <a:pt x="10" y="0"/>
                    </a:cubicBezTo>
                    <a:cubicBezTo>
                      <a:pt x="9" y="3"/>
                      <a:pt x="10" y="5"/>
                      <a:pt x="8" y="7"/>
                    </a:cubicBezTo>
                    <a:cubicBezTo>
                      <a:pt x="7" y="9"/>
                      <a:pt x="4" y="10"/>
                      <a:pt x="6" y="12"/>
                    </a:cubicBezTo>
                    <a:cubicBezTo>
                      <a:pt x="5" y="14"/>
                      <a:pt x="4" y="16"/>
                      <a:pt x="2" y="17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0" name="Freeform 1143">
                <a:extLst>
                  <a:ext uri="{FF2B5EF4-FFF2-40B4-BE49-F238E27FC236}">
                    <a16:creationId xmlns:a16="http://schemas.microsoft.com/office/drawing/2014/main" id="{7D07EAFC-D585-4F75-AD88-D019EBE41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054"/>
                <a:ext cx="18" cy="32"/>
              </a:xfrm>
              <a:custGeom>
                <a:avLst/>
                <a:gdLst>
                  <a:gd name="T0" fmla="*/ 33 w 7"/>
                  <a:gd name="T1" fmla="*/ 121 h 13"/>
                  <a:gd name="T2" fmla="*/ 54 w 7"/>
                  <a:gd name="T3" fmla="*/ 121 h 13"/>
                  <a:gd name="T4" fmla="*/ 118 w 7"/>
                  <a:gd name="T5" fmla="*/ 0 h 13"/>
                  <a:gd name="T6" fmla="*/ 33 w 7"/>
                  <a:gd name="T7" fmla="*/ 103 h 13"/>
                  <a:gd name="T8" fmla="*/ 0 w 7"/>
                  <a:gd name="T9" fmla="*/ 182 h 13"/>
                  <a:gd name="T10" fmla="*/ 21 w 7"/>
                  <a:gd name="T11" fmla="*/ 19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3">
                    <a:moveTo>
                      <a:pt x="2" y="8"/>
                    </a:moveTo>
                    <a:cubicBezTo>
                      <a:pt x="2" y="8"/>
                      <a:pt x="2" y="9"/>
                      <a:pt x="3" y="8"/>
                    </a:cubicBezTo>
                    <a:cubicBezTo>
                      <a:pt x="4" y="6"/>
                      <a:pt x="6" y="3"/>
                      <a:pt x="7" y="0"/>
                    </a:cubicBezTo>
                    <a:cubicBezTo>
                      <a:pt x="6" y="2"/>
                      <a:pt x="3" y="4"/>
                      <a:pt x="2" y="7"/>
                    </a:cubicBezTo>
                    <a:cubicBezTo>
                      <a:pt x="1" y="8"/>
                      <a:pt x="1" y="10"/>
                      <a:pt x="0" y="12"/>
                    </a:cubicBezTo>
                    <a:cubicBezTo>
                      <a:pt x="0" y="12"/>
                      <a:pt x="1" y="12"/>
                      <a:pt x="1" y="13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1" name="Freeform 1144">
                <a:extLst>
                  <a:ext uri="{FF2B5EF4-FFF2-40B4-BE49-F238E27FC236}">
                    <a16:creationId xmlns:a16="http://schemas.microsoft.com/office/drawing/2014/main" id="{66C24020-DF62-4337-8D2F-1D2805775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061"/>
                <a:ext cx="20" cy="25"/>
              </a:xfrm>
              <a:custGeom>
                <a:avLst/>
                <a:gdLst>
                  <a:gd name="T0" fmla="*/ 33 w 8"/>
                  <a:gd name="T1" fmla="*/ 158 h 10"/>
                  <a:gd name="T2" fmla="*/ 125 w 8"/>
                  <a:gd name="T3" fmla="*/ 0 h 10"/>
                  <a:gd name="T4" fmla="*/ 0 w 8"/>
                  <a:gd name="T5" fmla="*/ 12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2" y="10"/>
                    </a:moveTo>
                    <a:cubicBezTo>
                      <a:pt x="5" y="8"/>
                      <a:pt x="5" y="3"/>
                      <a:pt x="8" y="0"/>
                    </a:cubicBezTo>
                    <a:cubicBezTo>
                      <a:pt x="5" y="2"/>
                      <a:pt x="2" y="8"/>
                      <a:pt x="0" y="8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2" name="Freeform 1145">
                <a:extLst>
                  <a:ext uri="{FF2B5EF4-FFF2-40B4-BE49-F238E27FC236}">
                    <a16:creationId xmlns:a16="http://schemas.microsoft.com/office/drawing/2014/main" id="{01FDE676-F34D-4BAF-A689-056D383C1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034"/>
                <a:ext cx="15" cy="20"/>
              </a:xfrm>
              <a:custGeom>
                <a:avLst/>
                <a:gdLst>
                  <a:gd name="T0" fmla="*/ 20 w 6"/>
                  <a:gd name="T1" fmla="*/ 113 h 8"/>
                  <a:gd name="T2" fmla="*/ 20 w 6"/>
                  <a:gd name="T3" fmla="*/ 83 h 8"/>
                  <a:gd name="T4" fmla="*/ 95 w 6"/>
                  <a:gd name="T5" fmla="*/ 0 h 8"/>
                  <a:gd name="T6" fmla="*/ 63 w 6"/>
                  <a:gd name="T7" fmla="*/ 5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0" y="8"/>
                      <a:pt x="0" y="6"/>
                      <a:pt x="1" y="5"/>
                    </a:cubicBezTo>
                    <a:cubicBezTo>
                      <a:pt x="1" y="3"/>
                      <a:pt x="4" y="1"/>
                      <a:pt x="6" y="0"/>
                    </a:cubicBezTo>
                    <a:cubicBezTo>
                      <a:pt x="5" y="1"/>
                      <a:pt x="5" y="2"/>
                      <a:pt x="4" y="3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3" name="Freeform 1146">
                <a:extLst>
                  <a:ext uri="{FF2B5EF4-FFF2-40B4-BE49-F238E27FC236}">
                    <a16:creationId xmlns:a16="http://schemas.microsoft.com/office/drawing/2014/main" id="{AF3D735D-96F4-4AC4-93B3-177A6EB6B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3064"/>
                <a:ext cx="25" cy="17"/>
              </a:xfrm>
              <a:custGeom>
                <a:avLst/>
                <a:gdLst>
                  <a:gd name="T0" fmla="*/ 0 w 10"/>
                  <a:gd name="T1" fmla="*/ 100 h 7"/>
                  <a:gd name="T2" fmla="*/ 63 w 10"/>
                  <a:gd name="T3" fmla="*/ 0 h 7"/>
                  <a:gd name="T4" fmla="*/ 0 w 10"/>
                  <a:gd name="T5" fmla="*/ 87 h 7"/>
                  <a:gd name="T6" fmla="*/ 20 w 10"/>
                  <a:gd name="T7" fmla="*/ 8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2" y="6"/>
                      <a:pt x="10" y="0"/>
                      <a:pt x="4" y="0"/>
                    </a:cubicBezTo>
                    <a:cubicBezTo>
                      <a:pt x="3" y="2"/>
                      <a:pt x="0" y="3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4" name="Freeform 1147">
                <a:extLst>
                  <a:ext uri="{FF2B5EF4-FFF2-40B4-BE49-F238E27FC236}">
                    <a16:creationId xmlns:a16="http://schemas.microsoft.com/office/drawing/2014/main" id="{CDA9B11D-C15F-4A84-A093-B4714BEB7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3049"/>
                <a:ext cx="10" cy="15"/>
              </a:xfrm>
              <a:custGeom>
                <a:avLst/>
                <a:gdLst>
                  <a:gd name="T0" fmla="*/ 33 w 4"/>
                  <a:gd name="T1" fmla="*/ 83 h 6"/>
                  <a:gd name="T2" fmla="*/ 33 w 4"/>
                  <a:gd name="T3" fmla="*/ 20 h 6"/>
                  <a:gd name="T4" fmla="*/ 0 w 4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2" y="5"/>
                    </a:moveTo>
                    <a:cubicBezTo>
                      <a:pt x="3" y="4"/>
                      <a:pt x="4" y="1"/>
                      <a:pt x="2" y="1"/>
                    </a:cubicBezTo>
                    <a:cubicBezTo>
                      <a:pt x="0" y="0"/>
                      <a:pt x="0" y="5"/>
                      <a:pt x="0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5" name="Freeform 1148">
                <a:extLst>
                  <a:ext uri="{FF2B5EF4-FFF2-40B4-BE49-F238E27FC236}">
                    <a16:creationId xmlns:a16="http://schemas.microsoft.com/office/drawing/2014/main" id="{816D9F18-5D30-42E3-97BE-AB7CB32E6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046"/>
                <a:ext cx="12" cy="13"/>
              </a:xfrm>
              <a:custGeom>
                <a:avLst/>
                <a:gdLst>
                  <a:gd name="T0" fmla="*/ 12 w 5"/>
                  <a:gd name="T1" fmla="*/ 88 h 5"/>
                  <a:gd name="T2" fmla="*/ 70 w 5"/>
                  <a:gd name="T3" fmla="*/ 0 h 5"/>
                  <a:gd name="T4" fmla="*/ 29 w 5"/>
                  <a:gd name="T5" fmla="*/ 0 h 5"/>
                  <a:gd name="T6" fmla="*/ 0 w 5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2" y="4"/>
                      <a:pt x="5" y="1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2"/>
                      <a:pt x="2" y="5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6" name="Freeform 1149">
                <a:extLst>
                  <a:ext uri="{FF2B5EF4-FFF2-40B4-BE49-F238E27FC236}">
                    <a16:creationId xmlns:a16="http://schemas.microsoft.com/office/drawing/2014/main" id="{FEED284E-CD2C-4862-82BD-BDAC2218A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3031"/>
                <a:ext cx="15" cy="15"/>
              </a:xfrm>
              <a:custGeom>
                <a:avLst/>
                <a:gdLst>
                  <a:gd name="T0" fmla="*/ 33 w 6"/>
                  <a:gd name="T1" fmla="*/ 95 h 6"/>
                  <a:gd name="T2" fmla="*/ 0 w 6"/>
                  <a:gd name="T3" fmla="*/ 83 h 6"/>
                  <a:gd name="T4" fmla="*/ 83 w 6"/>
                  <a:gd name="T5" fmla="*/ 0 h 6"/>
                  <a:gd name="T6" fmla="*/ 50 w 6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2" y="6"/>
                      <a:pt x="0" y="5"/>
                      <a:pt x="0" y="5"/>
                    </a:cubicBezTo>
                    <a:cubicBezTo>
                      <a:pt x="1" y="3"/>
                      <a:pt x="4" y="0"/>
                      <a:pt x="5" y="0"/>
                    </a:cubicBezTo>
                    <a:cubicBezTo>
                      <a:pt x="6" y="2"/>
                      <a:pt x="5" y="4"/>
                      <a:pt x="3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7" name="Freeform 1150">
                <a:extLst>
                  <a:ext uri="{FF2B5EF4-FFF2-40B4-BE49-F238E27FC236}">
                    <a16:creationId xmlns:a16="http://schemas.microsoft.com/office/drawing/2014/main" id="{7392BBA0-1D6C-4AC2-A599-4135BD8DC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3031"/>
                <a:ext cx="12" cy="10"/>
              </a:xfrm>
              <a:custGeom>
                <a:avLst/>
                <a:gdLst>
                  <a:gd name="T0" fmla="*/ 12 w 5"/>
                  <a:gd name="T1" fmla="*/ 50 h 4"/>
                  <a:gd name="T2" fmla="*/ 70 w 5"/>
                  <a:gd name="T3" fmla="*/ 0 h 4"/>
                  <a:gd name="T4" fmla="*/ 0 w 5"/>
                  <a:gd name="T5" fmla="*/ 63 h 4"/>
                  <a:gd name="T6" fmla="*/ 0 w 5"/>
                  <a:gd name="T7" fmla="*/ 6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2" y="3"/>
                      <a:pt x="5" y="2"/>
                      <a:pt x="5" y="0"/>
                    </a:cubicBezTo>
                    <a:cubicBezTo>
                      <a:pt x="1" y="0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8" name="Freeform 1151">
                <a:extLst>
                  <a:ext uri="{FF2B5EF4-FFF2-40B4-BE49-F238E27FC236}">
                    <a16:creationId xmlns:a16="http://schemas.microsoft.com/office/drawing/2014/main" id="{97513A64-0865-4CF6-A3B2-FC49CA8A9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3011"/>
                <a:ext cx="15" cy="18"/>
              </a:xfrm>
              <a:custGeom>
                <a:avLst/>
                <a:gdLst>
                  <a:gd name="T0" fmla="*/ 50 w 6"/>
                  <a:gd name="T1" fmla="*/ 118 h 7"/>
                  <a:gd name="T2" fmla="*/ 50 w 6"/>
                  <a:gd name="T3" fmla="*/ 54 h 7"/>
                  <a:gd name="T4" fmla="*/ 95 w 6"/>
                  <a:gd name="T5" fmla="*/ 85 h 7"/>
                  <a:gd name="T6" fmla="*/ 63 w 6"/>
                  <a:gd name="T7" fmla="*/ 10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7"/>
                    </a:moveTo>
                    <a:cubicBezTo>
                      <a:pt x="0" y="7"/>
                      <a:pt x="2" y="5"/>
                      <a:pt x="3" y="3"/>
                    </a:cubicBezTo>
                    <a:cubicBezTo>
                      <a:pt x="6" y="0"/>
                      <a:pt x="5" y="3"/>
                      <a:pt x="6" y="5"/>
                    </a:cubicBezTo>
                    <a:cubicBezTo>
                      <a:pt x="5" y="5"/>
                      <a:pt x="4" y="6"/>
                      <a:pt x="4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9" name="Freeform 1152">
                <a:extLst>
                  <a:ext uri="{FF2B5EF4-FFF2-40B4-BE49-F238E27FC236}">
                    <a16:creationId xmlns:a16="http://schemas.microsoft.com/office/drawing/2014/main" id="{43B1A1B4-3ED6-4C78-A877-D79B29FE1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3016"/>
                <a:ext cx="10" cy="18"/>
              </a:xfrm>
              <a:custGeom>
                <a:avLst/>
                <a:gdLst>
                  <a:gd name="T0" fmla="*/ 0 w 4"/>
                  <a:gd name="T1" fmla="*/ 67 h 7"/>
                  <a:gd name="T2" fmla="*/ 63 w 4"/>
                  <a:gd name="T3" fmla="*/ 0 h 7"/>
                  <a:gd name="T4" fmla="*/ 0 w 4"/>
                  <a:gd name="T5" fmla="*/ 6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4"/>
                    </a:moveTo>
                    <a:cubicBezTo>
                      <a:pt x="2" y="7"/>
                      <a:pt x="3" y="1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0" name="Freeform 1153">
                <a:extLst>
                  <a:ext uri="{FF2B5EF4-FFF2-40B4-BE49-F238E27FC236}">
                    <a16:creationId xmlns:a16="http://schemas.microsoft.com/office/drawing/2014/main" id="{DF959423-779B-4D87-8CD0-9266C44EA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999"/>
                <a:ext cx="15" cy="17"/>
              </a:xfrm>
              <a:custGeom>
                <a:avLst/>
                <a:gdLst>
                  <a:gd name="T0" fmla="*/ 33 w 6"/>
                  <a:gd name="T1" fmla="*/ 100 h 7"/>
                  <a:gd name="T2" fmla="*/ 0 w 6"/>
                  <a:gd name="T3" fmla="*/ 70 h 7"/>
                  <a:gd name="T4" fmla="*/ 95 w 6"/>
                  <a:gd name="T5" fmla="*/ 0 h 7"/>
                  <a:gd name="T6" fmla="*/ 33 w 6"/>
                  <a:gd name="T7" fmla="*/ 7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7"/>
                    </a:moveTo>
                    <a:cubicBezTo>
                      <a:pt x="1" y="7"/>
                      <a:pt x="0" y="6"/>
                      <a:pt x="0" y="5"/>
                    </a:cubicBezTo>
                    <a:cubicBezTo>
                      <a:pt x="2" y="5"/>
                      <a:pt x="4" y="0"/>
                      <a:pt x="6" y="0"/>
                    </a:cubicBezTo>
                    <a:cubicBezTo>
                      <a:pt x="6" y="2"/>
                      <a:pt x="2" y="3"/>
                      <a:pt x="2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1" name="Freeform 1154">
                <a:extLst>
                  <a:ext uri="{FF2B5EF4-FFF2-40B4-BE49-F238E27FC236}">
                    <a16:creationId xmlns:a16="http://schemas.microsoft.com/office/drawing/2014/main" id="{4CC7F021-A3A4-4DD8-B448-1FA9B7809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984"/>
                <a:ext cx="12" cy="22"/>
              </a:xfrm>
              <a:custGeom>
                <a:avLst/>
                <a:gdLst>
                  <a:gd name="T0" fmla="*/ 12 w 5"/>
                  <a:gd name="T1" fmla="*/ 71 h 9"/>
                  <a:gd name="T2" fmla="*/ 58 w 5"/>
                  <a:gd name="T3" fmla="*/ 0 h 9"/>
                  <a:gd name="T4" fmla="*/ 12 w 5"/>
                  <a:gd name="T5" fmla="*/ 5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5"/>
                    </a:moveTo>
                    <a:cubicBezTo>
                      <a:pt x="0" y="3"/>
                      <a:pt x="2" y="1"/>
                      <a:pt x="4" y="0"/>
                    </a:cubicBezTo>
                    <a:cubicBezTo>
                      <a:pt x="5" y="3"/>
                      <a:pt x="3" y="9"/>
                      <a:pt x="1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2" name="Freeform 1155">
                <a:extLst>
                  <a:ext uri="{FF2B5EF4-FFF2-40B4-BE49-F238E27FC236}">
                    <a16:creationId xmlns:a16="http://schemas.microsoft.com/office/drawing/2014/main" id="{1EDF2CD9-FB74-494C-A6A8-0777D7BD3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999"/>
                <a:ext cx="10" cy="15"/>
              </a:xfrm>
              <a:custGeom>
                <a:avLst/>
                <a:gdLst>
                  <a:gd name="T0" fmla="*/ 20 w 4"/>
                  <a:gd name="T1" fmla="*/ 95 h 6"/>
                  <a:gd name="T2" fmla="*/ 63 w 4"/>
                  <a:gd name="T3" fmla="*/ 63 h 6"/>
                  <a:gd name="T4" fmla="*/ 50 w 4"/>
                  <a:gd name="T5" fmla="*/ 0 h 6"/>
                  <a:gd name="T6" fmla="*/ 0 w 4"/>
                  <a:gd name="T7" fmla="*/ 6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5"/>
                      <a:pt x="3" y="4"/>
                      <a:pt x="4" y="4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3" y="2"/>
                      <a:pt x="1" y="3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3" name="Freeform 1156">
                <a:extLst>
                  <a:ext uri="{FF2B5EF4-FFF2-40B4-BE49-F238E27FC236}">
                    <a16:creationId xmlns:a16="http://schemas.microsoft.com/office/drawing/2014/main" id="{A0266ABC-9E9E-45F2-854A-883BFE3C3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066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0 h 4"/>
                  <a:gd name="T4" fmla="*/ 0 w 2"/>
                  <a:gd name="T5" fmla="*/ 63 h 4"/>
                  <a:gd name="T6" fmla="*/ 20 w 2"/>
                  <a:gd name="T7" fmla="*/ 63 h 4"/>
                  <a:gd name="T8" fmla="*/ 20 w 2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4" name="Freeform 1157">
                <a:extLst>
                  <a:ext uri="{FF2B5EF4-FFF2-40B4-BE49-F238E27FC236}">
                    <a16:creationId xmlns:a16="http://schemas.microsoft.com/office/drawing/2014/main" id="{CE2AB8F7-750B-440A-8C2C-F5E98FFA2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994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50 w 4"/>
                  <a:gd name="T3" fmla="*/ 20 h 4"/>
                  <a:gd name="T4" fmla="*/ 0 w 4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1" y="4"/>
                      <a:pt x="4" y="3"/>
                      <a:pt x="3" y="1"/>
                    </a:cubicBezTo>
                    <a:cubicBezTo>
                      <a:pt x="2" y="0"/>
                      <a:pt x="0" y="3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5" name="Freeform 1158">
                <a:extLst>
                  <a:ext uri="{FF2B5EF4-FFF2-40B4-BE49-F238E27FC236}">
                    <a16:creationId xmlns:a16="http://schemas.microsoft.com/office/drawing/2014/main" id="{85A4100A-ED61-48D9-BBB9-C40F2D72F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3009"/>
                <a:ext cx="5" cy="7"/>
              </a:xfrm>
              <a:custGeom>
                <a:avLst/>
                <a:gdLst>
                  <a:gd name="T0" fmla="*/ 0 w 2"/>
                  <a:gd name="T1" fmla="*/ 37 h 3"/>
                  <a:gd name="T2" fmla="*/ 33 w 2"/>
                  <a:gd name="T3" fmla="*/ 12 h 3"/>
                  <a:gd name="T4" fmla="*/ 0 w 2"/>
                  <a:gd name="T5" fmla="*/ 2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6" name="Freeform 1159">
                <a:extLst>
                  <a:ext uri="{FF2B5EF4-FFF2-40B4-BE49-F238E27FC236}">
                    <a16:creationId xmlns:a16="http://schemas.microsoft.com/office/drawing/2014/main" id="{86E1981B-C477-4FA3-8406-287B2D7CB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144"/>
                <a:ext cx="13" cy="15"/>
              </a:xfrm>
              <a:custGeom>
                <a:avLst/>
                <a:gdLst>
                  <a:gd name="T0" fmla="*/ 68 w 5"/>
                  <a:gd name="T1" fmla="*/ 95 h 6"/>
                  <a:gd name="T2" fmla="*/ 68 w 5"/>
                  <a:gd name="T3" fmla="*/ 0 h 6"/>
                  <a:gd name="T4" fmla="*/ 0 w 5"/>
                  <a:gd name="T5" fmla="*/ 63 h 6"/>
                  <a:gd name="T6" fmla="*/ 34 w 5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6"/>
                    </a:moveTo>
                    <a:cubicBezTo>
                      <a:pt x="4" y="4"/>
                      <a:pt x="5" y="3"/>
                      <a:pt x="4" y="0"/>
                    </a:cubicBezTo>
                    <a:cubicBezTo>
                      <a:pt x="4" y="2"/>
                      <a:pt x="1" y="1"/>
                      <a:pt x="0" y="4"/>
                    </a:cubicBezTo>
                    <a:cubicBezTo>
                      <a:pt x="1" y="5"/>
                      <a:pt x="2" y="5"/>
                      <a:pt x="2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7" name="Freeform 1160">
                <a:extLst>
                  <a:ext uri="{FF2B5EF4-FFF2-40B4-BE49-F238E27FC236}">
                    <a16:creationId xmlns:a16="http://schemas.microsoft.com/office/drawing/2014/main" id="{78976149-4BDE-494A-8197-D03A89011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3129"/>
                <a:ext cx="12" cy="15"/>
              </a:xfrm>
              <a:custGeom>
                <a:avLst/>
                <a:gdLst>
                  <a:gd name="T0" fmla="*/ 29 w 5"/>
                  <a:gd name="T1" fmla="*/ 95 h 6"/>
                  <a:gd name="T2" fmla="*/ 70 w 5"/>
                  <a:gd name="T3" fmla="*/ 0 h 6"/>
                  <a:gd name="T4" fmla="*/ 70 w 5"/>
                  <a:gd name="T5" fmla="*/ 83 h 6"/>
                  <a:gd name="T6" fmla="*/ 41 w 5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0" y="5"/>
                      <a:pt x="4" y="1"/>
                      <a:pt x="5" y="0"/>
                    </a:cubicBezTo>
                    <a:cubicBezTo>
                      <a:pt x="5" y="2"/>
                      <a:pt x="5" y="4"/>
                      <a:pt x="5" y="5"/>
                    </a:cubicBezTo>
                    <a:cubicBezTo>
                      <a:pt x="4" y="6"/>
                      <a:pt x="4" y="6"/>
                      <a:pt x="3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8" name="Freeform 1161">
                <a:extLst>
                  <a:ext uri="{FF2B5EF4-FFF2-40B4-BE49-F238E27FC236}">
                    <a16:creationId xmlns:a16="http://schemas.microsoft.com/office/drawing/2014/main" id="{2C37DB9E-5CBD-4EC9-BF9C-AAF534535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3116"/>
                <a:ext cx="8" cy="20"/>
              </a:xfrm>
              <a:custGeom>
                <a:avLst/>
                <a:gdLst>
                  <a:gd name="T0" fmla="*/ 21 w 3"/>
                  <a:gd name="T1" fmla="*/ 125 h 8"/>
                  <a:gd name="T2" fmla="*/ 56 w 3"/>
                  <a:gd name="T3" fmla="*/ 50 h 8"/>
                  <a:gd name="T4" fmla="*/ 0 w 3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cubicBezTo>
                      <a:pt x="1" y="6"/>
                      <a:pt x="2" y="4"/>
                      <a:pt x="3" y="3"/>
                    </a:cubicBezTo>
                    <a:cubicBezTo>
                      <a:pt x="0" y="0"/>
                      <a:pt x="0" y="6"/>
                      <a:pt x="0" y="8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9" name="Freeform 1162">
                <a:extLst>
                  <a:ext uri="{FF2B5EF4-FFF2-40B4-BE49-F238E27FC236}">
                    <a16:creationId xmlns:a16="http://schemas.microsoft.com/office/drawing/2014/main" id="{DE08ECE6-BE13-4636-82B1-C5E7B21AA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3106"/>
                <a:ext cx="15" cy="18"/>
              </a:xfrm>
              <a:custGeom>
                <a:avLst/>
                <a:gdLst>
                  <a:gd name="T0" fmla="*/ 33 w 6"/>
                  <a:gd name="T1" fmla="*/ 118 h 7"/>
                  <a:gd name="T2" fmla="*/ 83 w 6"/>
                  <a:gd name="T3" fmla="*/ 0 h 7"/>
                  <a:gd name="T4" fmla="*/ 50 w 6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7"/>
                    </a:moveTo>
                    <a:cubicBezTo>
                      <a:pt x="0" y="6"/>
                      <a:pt x="4" y="2"/>
                      <a:pt x="5" y="0"/>
                    </a:cubicBezTo>
                    <a:cubicBezTo>
                      <a:pt x="6" y="2"/>
                      <a:pt x="5" y="6"/>
                      <a:pt x="3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0" name="Freeform 1163">
                <a:extLst>
                  <a:ext uri="{FF2B5EF4-FFF2-40B4-BE49-F238E27FC236}">
                    <a16:creationId xmlns:a16="http://schemas.microsoft.com/office/drawing/2014/main" id="{3C3B2178-E28E-481B-A3E7-7C0E299E9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099"/>
                <a:ext cx="10" cy="17"/>
              </a:xfrm>
              <a:custGeom>
                <a:avLst/>
                <a:gdLst>
                  <a:gd name="T0" fmla="*/ 0 w 4"/>
                  <a:gd name="T1" fmla="*/ 100 h 7"/>
                  <a:gd name="T2" fmla="*/ 50 w 4"/>
                  <a:gd name="T3" fmla="*/ 0 h 7"/>
                  <a:gd name="T4" fmla="*/ 20 w 4"/>
                  <a:gd name="T5" fmla="*/ 7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7"/>
                      <a:pt x="3" y="3"/>
                      <a:pt x="3" y="0"/>
                    </a:cubicBezTo>
                    <a:cubicBezTo>
                      <a:pt x="3" y="2"/>
                      <a:pt x="1" y="4"/>
                      <a:pt x="1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1" name="Freeform 1164">
                <a:extLst>
                  <a:ext uri="{FF2B5EF4-FFF2-40B4-BE49-F238E27FC236}">
                    <a16:creationId xmlns:a16="http://schemas.microsoft.com/office/drawing/2014/main" id="{ACD60EA6-8E15-45EB-8BD3-5A7D282BF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3091"/>
                <a:ext cx="18" cy="15"/>
              </a:xfrm>
              <a:custGeom>
                <a:avLst/>
                <a:gdLst>
                  <a:gd name="T0" fmla="*/ 67 w 7"/>
                  <a:gd name="T1" fmla="*/ 83 h 6"/>
                  <a:gd name="T2" fmla="*/ 100 w 7"/>
                  <a:gd name="T3" fmla="*/ 0 h 6"/>
                  <a:gd name="T4" fmla="*/ 67 w 7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4" y="5"/>
                    </a:moveTo>
                    <a:cubicBezTo>
                      <a:pt x="0" y="5"/>
                      <a:pt x="6" y="1"/>
                      <a:pt x="6" y="0"/>
                    </a:cubicBezTo>
                    <a:cubicBezTo>
                      <a:pt x="7" y="1"/>
                      <a:pt x="6" y="5"/>
                      <a:pt x="4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2" name="Freeform 1165">
                <a:extLst>
                  <a:ext uri="{FF2B5EF4-FFF2-40B4-BE49-F238E27FC236}">
                    <a16:creationId xmlns:a16="http://schemas.microsoft.com/office/drawing/2014/main" id="{5484BC56-9C07-4AAA-AB86-E27B3B7EE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079"/>
                <a:ext cx="10" cy="15"/>
              </a:xfrm>
              <a:custGeom>
                <a:avLst/>
                <a:gdLst>
                  <a:gd name="T0" fmla="*/ 0 w 4"/>
                  <a:gd name="T1" fmla="*/ 83 h 6"/>
                  <a:gd name="T2" fmla="*/ 63 w 4"/>
                  <a:gd name="T3" fmla="*/ 50 h 6"/>
                  <a:gd name="T4" fmla="*/ 50 w 4"/>
                  <a:gd name="T5" fmla="*/ 33 h 6"/>
                  <a:gd name="T6" fmla="*/ 33 w 4"/>
                  <a:gd name="T7" fmla="*/ 0 h 6"/>
                  <a:gd name="T8" fmla="*/ 0 w 4"/>
                  <a:gd name="T9" fmla="*/ 5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2" y="6"/>
                      <a:pt x="3" y="4"/>
                      <a:pt x="4" y="3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3" name="Freeform 1166">
                <a:extLst>
                  <a:ext uri="{FF2B5EF4-FFF2-40B4-BE49-F238E27FC236}">
                    <a16:creationId xmlns:a16="http://schemas.microsoft.com/office/drawing/2014/main" id="{3C86F70C-706F-4704-BD25-03C952FA1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906"/>
                <a:ext cx="48" cy="43"/>
              </a:xfrm>
              <a:custGeom>
                <a:avLst/>
                <a:gdLst>
                  <a:gd name="T0" fmla="*/ 210 w 19"/>
                  <a:gd name="T1" fmla="*/ 83 h 17"/>
                  <a:gd name="T2" fmla="*/ 306 w 19"/>
                  <a:gd name="T3" fmla="*/ 0 h 17"/>
                  <a:gd name="T4" fmla="*/ 179 w 19"/>
                  <a:gd name="T5" fmla="*/ 63 h 17"/>
                  <a:gd name="T6" fmla="*/ 63 w 19"/>
                  <a:gd name="T7" fmla="*/ 96 h 17"/>
                  <a:gd name="T8" fmla="*/ 179 w 19"/>
                  <a:gd name="T9" fmla="*/ 83 h 17"/>
                  <a:gd name="T10" fmla="*/ 96 w 19"/>
                  <a:gd name="T11" fmla="*/ 180 h 17"/>
                  <a:gd name="T12" fmla="*/ 0 w 19"/>
                  <a:gd name="T13" fmla="*/ 225 h 17"/>
                  <a:gd name="T14" fmla="*/ 0 w 19"/>
                  <a:gd name="T15" fmla="*/ 276 h 17"/>
                  <a:gd name="T16" fmla="*/ 83 w 19"/>
                  <a:gd name="T17" fmla="*/ 21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7">
                    <a:moveTo>
                      <a:pt x="13" y="5"/>
                    </a:moveTo>
                    <a:cubicBezTo>
                      <a:pt x="15" y="4"/>
                      <a:pt x="17" y="1"/>
                      <a:pt x="19" y="0"/>
                    </a:cubicBezTo>
                    <a:cubicBezTo>
                      <a:pt x="16" y="1"/>
                      <a:pt x="14" y="3"/>
                      <a:pt x="11" y="4"/>
                    </a:cubicBezTo>
                    <a:cubicBezTo>
                      <a:pt x="9" y="5"/>
                      <a:pt x="6" y="5"/>
                      <a:pt x="4" y="6"/>
                    </a:cubicBezTo>
                    <a:cubicBezTo>
                      <a:pt x="6" y="7"/>
                      <a:pt x="9" y="6"/>
                      <a:pt x="11" y="5"/>
                    </a:cubicBezTo>
                    <a:cubicBezTo>
                      <a:pt x="11" y="8"/>
                      <a:pt x="8" y="10"/>
                      <a:pt x="6" y="11"/>
                    </a:cubicBezTo>
                    <a:cubicBezTo>
                      <a:pt x="4" y="14"/>
                      <a:pt x="4" y="14"/>
                      <a:pt x="0" y="14"/>
                    </a:cubicBezTo>
                    <a:cubicBezTo>
                      <a:pt x="0" y="15"/>
                      <a:pt x="1" y="16"/>
                      <a:pt x="0" y="17"/>
                    </a:cubicBezTo>
                    <a:cubicBezTo>
                      <a:pt x="2" y="16"/>
                      <a:pt x="4" y="15"/>
                      <a:pt x="5" y="13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4" name="Freeform 1167">
                <a:extLst>
                  <a:ext uri="{FF2B5EF4-FFF2-40B4-BE49-F238E27FC236}">
                    <a16:creationId xmlns:a16="http://schemas.microsoft.com/office/drawing/2014/main" id="{9D0AC97C-2B31-4528-9EB6-984035F31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961"/>
                <a:ext cx="45" cy="43"/>
              </a:xfrm>
              <a:custGeom>
                <a:avLst/>
                <a:gdLst>
                  <a:gd name="T0" fmla="*/ 113 w 18"/>
                  <a:gd name="T1" fmla="*/ 147 h 17"/>
                  <a:gd name="T2" fmla="*/ 283 w 18"/>
                  <a:gd name="T3" fmla="*/ 51 h 17"/>
                  <a:gd name="T4" fmla="*/ 270 w 18"/>
                  <a:gd name="T5" fmla="*/ 0 h 17"/>
                  <a:gd name="T6" fmla="*/ 188 w 18"/>
                  <a:gd name="T7" fmla="*/ 63 h 17"/>
                  <a:gd name="T8" fmla="*/ 113 w 18"/>
                  <a:gd name="T9" fmla="*/ 116 h 17"/>
                  <a:gd name="T10" fmla="*/ 0 w 18"/>
                  <a:gd name="T11" fmla="*/ 276 h 17"/>
                  <a:gd name="T12" fmla="*/ 63 w 18"/>
                  <a:gd name="T13" fmla="*/ 210 h 17"/>
                  <a:gd name="T14" fmla="*/ 95 w 18"/>
                  <a:gd name="T15" fmla="*/ 147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7">
                    <a:moveTo>
                      <a:pt x="7" y="9"/>
                    </a:moveTo>
                    <a:cubicBezTo>
                      <a:pt x="10" y="7"/>
                      <a:pt x="13" y="2"/>
                      <a:pt x="18" y="3"/>
                    </a:cubicBezTo>
                    <a:cubicBezTo>
                      <a:pt x="17" y="2"/>
                      <a:pt x="17" y="2"/>
                      <a:pt x="17" y="0"/>
                    </a:cubicBezTo>
                    <a:cubicBezTo>
                      <a:pt x="15" y="1"/>
                      <a:pt x="14" y="3"/>
                      <a:pt x="12" y="4"/>
                    </a:cubicBezTo>
                    <a:cubicBezTo>
                      <a:pt x="10" y="5"/>
                      <a:pt x="8" y="5"/>
                      <a:pt x="7" y="7"/>
                    </a:cubicBezTo>
                    <a:cubicBezTo>
                      <a:pt x="4" y="9"/>
                      <a:pt x="2" y="13"/>
                      <a:pt x="0" y="17"/>
                    </a:cubicBezTo>
                    <a:cubicBezTo>
                      <a:pt x="2" y="16"/>
                      <a:pt x="2" y="14"/>
                      <a:pt x="4" y="13"/>
                    </a:cubicBezTo>
                    <a:cubicBezTo>
                      <a:pt x="4" y="11"/>
                      <a:pt x="5" y="10"/>
                      <a:pt x="6" y="9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5" name="Freeform 1168">
                <a:extLst>
                  <a:ext uri="{FF2B5EF4-FFF2-40B4-BE49-F238E27FC236}">
                    <a16:creationId xmlns:a16="http://schemas.microsoft.com/office/drawing/2014/main" id="{8385531D-0042-422B-996E-2EB2CE0C6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021"/>
                <a:ext cx="45" cy="55"/>
              </a:xfrm>
              <a:custGeom>
                <a:avLst/>
                <a:gdLst>
                  <a:gd name="T0" fmla="*/ 63 w 18"/>
                  <a:gd name="T1" fmla="*/ 238 h 22"/>
                  <a:gd name="T2" fmla="*/ 188 w 18"/>
                  <a:gd name="T3" fmla="*/ 158 h 22"/>
                  <a:gd name="T4" fmla="*/ 238 w 18"/>
                  <a:gd name="T5" fmla="*/ 83 h 22"/>
                  <a:gd name="T6" fmla="*/ 283 w 18"/>
                  <a:gd name="T7" fmla="*/ 0 h 22"/>
                  <a:gd name="T8" fmla="*/ 238 w 18"/>
                  <a:gd name="T9" fmla="*/ 33 h 22"/>
                  <a:gd name="T10" fmla="*/ 208 w 18"/>
                  <a:gd name="T11" fmla="*/ 113 h 22"/>
                  <a:gd name="T12" fmla="*/ 113 w 18"/>
                  <a:gd name="T13" fmla="*/ 175 h 22"/>
                  <a:gd name="T14" fmla="*/ 158 w 18"/>
                  <a:gd name="T15" fmla="*/ 63 h 22"/>
                  <a:gd name="T16" fmla="*/ 83 w 18"/>
                  <a:gd name="T17" fmla="*/ 175 h 22"/>
                  <a:gd name="T18" fmla="*/ 0 w 18"/>
                  <a:gd name="T19" fmla="*/ 250 h 22"/>
                  <a:gd name="T20" fmla="*/ 50 w 18"/>
                  <a:gd name="T21" fmla="*/ 238 h 22"/>
                  <a:gd name="T22" fmla="*/ 0 w 18"/>
                  <a:gd name="T23" fmla="*/ 345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22">
                    <a:moveTo>
                      <a:pt x="4" y="15"/>
                    </a:moveTo>
                    <a:cubicBezTo>
                      <a:pt x="6" y="12"/>
                      <a:pt x="10" y="12"/>
                      <a:pt x="12" y="10"/>
                    </a:cubicBezTo>
                    <a:cubicBezTo>
                      <a:pt x="13" y="8"/>
                      <a:pt x="14" y="6"/>
                      <a:pt x="15" y="5"/>
                    </a:cubicBezTo>
                    <a:cubicBezTo>
                      <a:pt x="16" y="3"/>
                      <a:pt x="18" y="1"/>
                      <a:pt x="18" y="0"/>
                    </a:cubicBezTo>
                    <a:cubicBezTo>
                      <a:pt x="17" y="1"/>
                      <a:pt x="16" y="1"/>
                      <a:pt x="15" y="2"/>
                    </a:cubicBezTo>
                    <a:cubicBezTo>
                      <a:pt x="15" y="3"/>
                      <a:pt x="14" y="5"/>
                      <a:pt x="13" y="7"/>
                    </a:cubicBezTo>
                    <a:cubicBezTo>
                      <a:pt x="12" y="9"/>
                      <a:pt x="10" y="11"/>
                      <a:pt x="7" y="11"/>
                    </a:cubicBezTo>
                    <a:cubicBezTo>
                      <a:pt x="7" y="9"/>
                      <a:pt x="9" y="7"/>
                      <a:pt x="10" y="4"/>
                    </a:cubicBezTo>
                    <a:cubicBezTo>
                      <a:pt x="8" y="7"/>
                      <a:pt x="7" y="9"/>
                      <a:pt x="5" y="11"/>
                    </a:cubicBezTo>
                    <a:cubicBezTo>
                      <a:pt x="4" y="13"/>
                      <a:pt x="0" y="14"/>
                      <a:pt x="0" y="16"/>
                    </a:cubicBezTo>
                    <a:cubicBezTo>
                      <a:pt x="1" y="16"/>
                      <a:pt x="2" y="16"/>
                      <a:pt x="3" y="15"/>
                    </a:cubicBezTo>
                    <a:cubicBezTo>
                      <a:pt x="3" y="16"/>
                      <a:pt x="0" y="22"/>
                      <a:pt x="0" y="22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6" name="Freeform 1169">
                <a:extLst>
                  <a:ext uri="{FF2B5EF4-FFF2-40B4-BE49-F238E27FC236}">
                    <a16:creationId xmlns:a16="http://schemas.microsoft.com/office/drawing/2014/main" id="{8957CD67-AA85-4596-92A1-C4AC698D6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3001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63 h 4"/>
                  <a:gd name="T4" fmla="*/ 37 w 3"/>
                  <a:gd name="T5" fmla="*/ 20 h 4"/>
                  <a:gd name="T6" fmla="*/ 12 w 3"/>
                  <a:gd name="T7" fmla="*/ 0 h 4"/>
                  <a:gd name="T8" fmla="*/ 0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1" y="3"/>
                      <a:pt x="0" y="4"/>
                    </a:cubicBezTo>
                    <a:cubicBezTo>
                      <a:pt x="1" y="3"/>
                      <a:pt x="3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3" y="0"/>
                      <a:pt x="3" y="4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7" name="Freeform 1170">
                <a:extLst>
                  <a:ext uri="{FF2B5EF4-FFF2-40B4-BE49-F238E27FC236}">
                    <a16:creationId xmlns:a16="http://schemas.microsoft.com/office/drawing/2014/main" id="{0CC2F88F-990C-4E91-9C31-A730D32FF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009"/>
                <a:ext cx="13" cy="12"/>
              </a:xfrm>
              <a:custGeom>
                <a:avLst/>
                <a:gdLst>
                  <a:gd name="T0" fmla="*/ 0 w 5"/>
                  <a:gd name="T1" fmla="*/ 70 h 5"/>
                  <a:gd name="T2" fmla="*/ 34 w 5"/>
                  <a:gd name="T3" fmla="*/ 41 h 5"/>
                  <a:gd name="T4" fmla="*/ 88 w 5"/>
                  <a:gd name="T5" fmla="*/ 12 h 5"/>
                  <a:gd name="T6" fmla="*/ 68 w 5"/>
                  <a:gd name="T7" fmla="*/ 0 h 5"/>
                  <a:gd name="T8" fmla="*/ 0 w 5"/>
                  <a:gd name="T9" fmla="*/ 29 h 5"/>
                  <a:gd name="T10" fmla="*/ 0 w 5"/>
                  <a:gd name="T11" fmla="*/ 7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5"/>
                      <a:pt x="2" y="4"/>
                      <a:pt x="2" y="3"/>
                    </a:cubicBezTo>
                    <a:cubicBezTo>
                      <a:pt x="3" y="2"/>
                      <a:pt x="4" y="2"/>
                      <a:pt x="5" y="1"/>
                    </a:cubicBezTo>
                    <a:cubicBezTo>
                      <a:pt x="4" y="2"/>
                      <a:pt x="2" y="2"/>
                      <a:pt x="4" y="0"/>
                    </a:cubicBezTo>
                    <a:cubicBezTo>
                      <a:pt x="3" y="1"/>
                      <a:pt x="1" y="5"/>
                      <a:pt x="0" y="2"/>
                    </a:cubicBezTo>
                    <a:cubicBezTo>
                      <a:pt x="0" y="3"/>
                      <a:pt x="1" y="4"/>
                      <a:pt x="0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8" name="Freeform 1171">
                <a:extLst>
                  <a:ext uri="{FF2B5EF4-FFF2-40B4-BE49-F238E27FC236}">
                    <a16:creationId xmlns:a16="http://schemas.microsoft.com/office/drawing/2014/main" id="{AFA7DD10-2E63-42D1-BD5B-5BAB53A16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976"/>
                <a:ext cx="10" cy="18"/>
              </a:xfrm>
              <a:custGeom>
                <a:avLst/>
                <a:gdLst>
                  <a:gd name="T0" fmla="*/ 0 w 4"/>
                  <a:gd name="T1" fmla="*/ 67 h 7"/>
                  <a:gd name="T2" fmla="*/ 63 w 4"/>
                  <a:gd name="T3" fmla="*/ 0 h 7"/>
                  <a:gd name="T4" fmla="*/ 0 w 4"/>
                  <a:gd name="T5" fmla="*/ 6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4"/>
                    </a:moveTo>
                    <a:cubicBezTo>
                      <a:pt x="3" y="7"/>
                      <a:pt x="4" y="2"/>
                      <a:pt x="4" y="0"/>
                    </a:cubicBezTo>
                    <a:cubicBezTo>
                      <a:pt x="2" y="1"/>
                      <a:pt x="0" y="2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9" name="Freeform 1172">
                <a:extLst>
                  <a:ext uri="{FF2B5EF4-FFF2-40B4-BE49-F238E27FC236}">
                    <a16:creationId xmlns:a16="http://schemas.microsoft.com/office/drawing/2014/main" id="{ADEA080D-8C91-4FE3-BE9A-D82154E03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959"/>
                <a:ext cx="18" cy="17"/>
              </a:xfrm>
              <a:custGeom>
                <a:avLst/>
                <a:gdLst>
                  <a:gd name="T0" fmla="*/ 33 w 7"/>
                  <a:gd name="T1" fmla="*/ 100 h 7"/>
                  <a:gd name="T2" fmla="*/ 0 w 7"/>
                  <a:gd name="T3" fmla="*/ 87 h 7"/>
                  <a:gd name="T4" fmla="*/ 118 w 7"/>
                  <a:gd name="T5" fmla="*/ 0 h 7"/>
                  <a:gd name="T6" fmla="*/ 33 w 7"/>
                  <a:gd name="T7" fmla="*/ 7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2" y="7"/>
                      <a:pt x="1" y="6"/>
                      <a:pt x="0" y="6"/>
                    </a:cubicBezTo>
                    <a:cubicBezTo>
                      <a:pt x="3" y="5"/>
                      <a:pt x="4" y="0"/>
                      <a:pt x="7" y="0"/>
                    </a:cubicBezTo>
                    <a:cubicBezTo>
                      <a:pt x="6" y="2"/>
                      <a:pt x="3" y="4"/>
                      <a:pt x="2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0" name="Freeform 1173">
                <a:extLst>
                  <a:ext uri="{FF2B5EF4-FFF2-40B4-BE49-F238E27FC236}">
                    <a16:creationId xmlns:a16="http://schemas.microsoft.com/office/drawing/2014/main" id="{BE7413EB-7F72-4EB9-BBF8-7D6563FEE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946"/>
                <a:ext cx="10" cy="20"/>
              </a:xfrm>
              <a:custGeom>
                <a:avLst/>
                <a:gdLst>
                  <a:gd name="T0" fmla="*/ 0 w 4"/>
                  <a:gd name="T1" fmla="*/ 63 h 8"/>
                  <a:gd name="T2" fmla="*/ 50 w 4"/>
                  <a:gd name="T3" fmla="*/ 0 h 8"/>
                  <a:gd name="T4" fmla="*/ 0 w 4"/>
                  <a:gd name="T5" fmla="*/ 6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cubicBezTo>
                      <a:pt x="0" y="3"/>
                      <a:pt x="2" y="0"/>
                      <a:pt x="3" y="0"/>
                    </a:cubicBezTo>
                    <a:cubicBezTo>
                      <a:pt x="4" y="2"/>
                      <a:pt x="2" y="8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1" name="Freeform 1174">
                <a:extLst>
                  <a:ext uri="{FF2B5EF4-FFF2-40B4-BE49-F238E27FC236}">
                    <a16:creationId xmlns:a16="http://schemas.microsoft.com/office/drawing/2014/main" id="{69E1DF00-A44E-4D14-9587-DBF7EA750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961"/>
                <a:ext cx="10" cy="13"/>
              </a:xfrm>
              <a:custGeom>
                <a:avLst/>
                <a:gdLst>
                  <a:gd name="T0" fmla="*/ 20 w 4"/>
                  <a:gd name="T1" fmla="*/ 88 h 5"/>
                  <a:gd name="T2" fmla="*/ 63 w 4"/>
                  <a:gd name="T3" fmla="*/ 55 h 5"/>
                  <a:gd name="T4" fmla="*/ 50 w 4"/>
                  <a:gd name="T5" fmla="*/ 0 h 5"/>
                  <a:gd name="T6" fmla="*/ 0 w 4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1" y="4"/>
                      <a:pt x="3" y="3"/>
                      <a:pt x="4" y="3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3" y="1"/>
                      <a:pt x="2" y="2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2" name="Freeform 1175">
                <a:extLst>
                  <a:ext uri="{FF2B5EF4-FFF2-40B4-BE49-F238E27FC236}">
                    <a16:creationId xmlns:a16="http://schemas.microsoft.com/office/drawing/2014/main" id="{A7E615B7-405E-453C-9B74-8D1B01ABF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954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50 w 4"/>
                  <a:gd name="T3" fmla="*/ 20 h 4"/>
                  <a:gd name="T4" fmla="*/ 0 w 4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1" y="4"/>
                      <a:pt x="4" y="3"/>
                      <a:pt x="3" y="1"/>
                    </a:cubicBezTo>
                    <a:cubicBezTo>
                      <a:pt x="3" y="0"/>
                      <a:pt x="1" y="3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3" name="Freeform 1176">
                <a:extLst>
                  <a:ext uri="{FF2B5EF4-FFF2-40B4-BE49-F238E27FC236}">
                    <a16:creationId xmlns:a16="http://schemas.microsoft.com/office/drawing/2014/main" id="{3C2D37B9-464F-476F-9D26-F1079750E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969"/>
                <a:ext cx="8" cy="7"/>
              </a:xfrm>
              <a:custGeom>
                <a:avLst/>
                <a:gdLst>
                  <a:gd name="T0" fmla="*/ 0 w 3"/>
                  <a:gd name="T1" fmla="*/ 37 h 3"/>
                  <a:gd name="T2" fmla="*/ 56 w 3"/>
                  <a:gd name="T3" fmla="*/ 12 h 3"/>
                  <a:gd name="T4" fmla="*/ 0 w 3"/>
                  <a:gd name="T5" fmla="*/ 2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3" y="1"/>
                    </a:cubicBezTo>
                    <a:cubicBezTo>
                      <a:pt x="2" y="0"/>
                      <a:pt x="0" y="1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4" name="Freeform 1177">
                <a:extLst>
                  <a:ext uri="{FF2B5EF4-FFF2-40B4-BE49-F238E27FC236}">
                    <a16:creationId xmlns:a16="http://schemas.microsoft.com/office/drawing/2014/main" id="{7D0B44E1-16E4-417E-BDFB-CA3CF72A5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961"/>
                <a:ext cx="8" cy="10"/>
              </a:xfrm>
              <a:custGeom>
                <a:avLst/>
                <a:gdLst>
                  <a:gd name="T0" fmla="*/ 0 w 3"/>
                  <a:gd name="T1" fmla="*/ 50 h 4"/>
                  <a:gd name="T2" fmla="*/ 0 w 3"/>
                  <a:gd name="T3" fmla="*/ 63 h 4"/>
                  <a:gd name="T4" fmla="*/ 56 w 3"/>
                  <a:gd name="T5" fmla="*/ 33 h 4"/>
                  <a:gd name="T6" fmla="*/ 0 w 3"/>
                  <a:gd name="T7" fmla="*/ 0 h 4"/>
                  <a:gd name="T8" fmla="*/ 0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2" y="0"/>
                      <a:pt x="2" y="4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5" name="Freeform 1178">
                <a:extLst>
                  <a:ext uri="{FF2B5EF4-FFF2-40B4-BE49-F238E27FC236}">
                    <a16:creationId xmlns:a16="http://schemas.microsoft.com/office/drawing/2014/main" id="{BD9AF9D9-B938-46CC-9489-217AAC431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969"/>
                <a:ext cx="15" cy="15"/>
              </a:xfrm>
              <a:custGeom>
                <a:avLst/>
                <a:gdLst>
                  <a:gd name="T0" fmla="*/ 0 w 6"/>
                  <a:gd name="T1" fmla="*/ 95 h 6"/>
                  <a:gd name="T2" fmla="*/ 50 w 6"/>
                  <a:gd name="T3" fmla="*/ 50 h 6"/>
                  <a:gd name="T4" fmla="*/ 95 w 6"/>
                  <a:gd name="T5" fmla="*/ 33 h 6"/>
                  <a:gd name="T6" fmla="*/ 63 w 6"/>
                  <a:gd name="T7" fmla="*/ 0 h 6"/>
                  <a:gd name="T8" fmla="*/ 0 w 6"/>
                  <a:gd name="T9" fmla="*/ 50 h 6"/>
                  <a:gd name="T10" fmla="*/ 20 w 6"/>
                  <a:gd name="T11" fmla="*/ 8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4" y="2"/>
                      <a:pt x="3" y="2"/>
                      <a:pt x="4" y="0"/>
                    </a:cubicBezTo>
                    <a:cubicBezTo>
                      <a:pt x="3" y="1"/>
                      <a:pt x="1" y="6"/>
                      <a:pt x="0" y="3"/>
                    </a:cubicBezTo>
                    <a:cubicBezTo>
                      <a:pt x="0" y="3"/>
                      <a:pt x="1" y="4"/>
                      <a:pt x="1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6" name="Freeform 1179">
                <a:extLst>
                  <a:ext uri="{FF2B5EF4-FFF2-40B4-BE49-F238E27FC236}">
                    <a16:creationId xmlns:a16="http://schemas.microsoft.com/office/drawing/2014/main" id="{C7899DF1-D005-45CD-86B9-A6013E3D3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3026"/>
                <a:ext cx="15" cy="13"/>
              </a:xfrm>
              <a:custGeom>
                <a:avLst/>
                <a:gdLst>
                  <a:gd name="T0" fmla="*/ 20 w 6"/>
                  <a:gd name="T1" fmla="*/ 88 h 5"/>
                  <a:gd name="T2" fmla="*/ 95 w 6"/>
                  <a:gd name="T3" fmla="*/ 21 h 5"/>
                  <a:gd name="T4" fmla="*/ 50 w 6"/>
                  <a:gd name="T5" fmla="*/ 0 h 5"/>
                  <a:gd name="T6" fmla="*/ 33 w 6"/>
                  <a:gd name="T7" fmla="*/ 34 h 5"/>
                  <a:gd name="T8" fmla="*/ 0 w 6"/>
                  <a:gd name="T9" fmla="*/ 0 h 5"/>
                  <a:gd name="T10" fmla="*/ 0 w 6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2" y="2"/>
                      <a:pt x="3" y="2"/>
                      <a:pt x="6" y="1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4" y="1"/>
                      <a:pt x="2" y="2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2"/>
                      <a:pt x="1" y="4"/>
                      <a:pt x="0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7" name="Freeform 1180">
                <a:extLst>
                  <a:ext uri="{FF2B5EF4-FFF2-40B4-BE49-F238E27FC236}">
                    <a16:creationId xmlns:a16="http://schemas.microsoft.com/office/drawing/2014/main" id="{666C7668-0CD8-4455-A74F-889ECA5BB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039"/>
                <a:ext cx="15" cy="7"/>
              </a:xfrm>
              <a:custGeom>
                <a:avLst/>
                <a:gdLst>
                  <a:gd name="T0" fmla="*/ 0 w 6"/>
                  <a:gd name="T1" fmla="*/ 37 h 3"/>
                  <a:gd name="T2" fmla="*/ 95 w 6"/>
                  <a:gd name="T3" fmla="*/ 12 h 3"/>
                  <a:gd name="T4" fmla="*/ 63 w 6"/>
                  <a:gd name="T5" fmla="*/ 0 h 3"/>
                  <a:gd name="T6" fmla="*/ 0 w 6"/>
                  <a:gd name="T7" fmla="*/ 3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2"/>
                      <a:pt x="6" y="1"/>
                    </a:cubicBezTo>
                    <a:cubicBezTo>
                      <a:pt x="5" y="1"/>
                      <a:pt x="3" y="1"/>
                      <a:pt x="4" y="0"/>
                    </a:cubicBezTo>
                    <a:cubicBezTo>
                      <a:pt x="4" y="1"/>
                      <a:pt x="2" y="3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8" name="Freeform 1181">
                <a:extLst>
                  <a:ext uri="{FF2B5EF4-FFF2-40B4-BE49-F238E27FC236}">
                    <a16:creationId xmlns:a16="http://schemas.microsoft.com/office/drawing/2014/main" id="{ABD6256C-C386-4236-A1CA-68D368DE0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049"/>
                <a:ext cx="13" cy="15"/>
              </a:xfrm>
              <a:custGeom>
                <a:avLst/>
                <a:gdLst>
                  <a:gd name="T0" fmla="*/ 0 w 5"/>
                  <a:gd name="T1" fmla="*/ 95 h 6"/>
                  <a:gd name="T2" fmla="*/ 88 w 5"/>
                  <a:gd name="T3" fmla="*/ 83 h 6"/>
                  <a:gd name="T4" fmla="*/ 88 w 5"/>
                  <a:gd name="T5" fmla="*/ 0 h 6"/>
                  <a:gd name="T6" fmla="*/ 34 w 5"/>
                  <a:gd name="T7" fmla="*/ 0 h 6"/>
                  <a:gd name="T8" fmla="*/ 21 w 5"/>
                  <a:gd name="T9" fmla="*/ 8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2" y="6"/>
                      <a:pt x="2" y="3"/>
                      <a:pt x="5" y="5"/>
                    </a:cubicBezTo>
                    <a:cubicBezTo>
                      <a:pt x="3" y="4"/>
                      <a:pt x="5" y="2"/>
                      <a:pt x="5" y="0"/>
                    </a:cubicBezTo>
                    <a:cubicBezTo>
                      <a:pt x="5" y="2"/>
                      <a:pt x="3" y="1"/>
                      <a:pt x="2" y="0"/>
                    </a:cubicBezTo>
                    <a:cubicBezTo>
                      <a:pt x="4" y="2"/>
                      <a:pt x="3" y="3"/>
                      <a:pt x="1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9" name="Freeform 1182">
                <a:extLst>
                  <a:ext uri="{FF2B5EF4-FFF2-40B4-BE49-F238E27FC236}">
                    <a16:creationId xmlns:a16="http://schemas.microsoft.com/office/drawing/2014/main" id="{F34E50F0-62DB-4FD5-95D0-93529C54E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089"/>
                <a:ext cx="10" cy="12"/>
              </a:xfrm>
              <a:custGeom>
                <a:avLst/>
                <a:gdLst>
                  <a:gd name="T0" fmla="*/ 20 w 4"/>
                  <a:gd name="T1" fmla="*/ 70 h 5"/>
                  <a:gd name="T2" fmla="*/ 0 w 4"/>
                  <a:gd name="T3" fmla="*/ 29 h 5"/>
                  <a:gd name="T4" fmla="*/ 63 w 4"/>
                  <a:gd name="T5" fmla="*/ 0 h 5"/>
                  <a:gd name="T6" fmla="*/ 50 w 4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1" y="4"/>
                      <a:pt x="1" y="3"/>
                      <a:pt x="0" y="2"/>
                    </a:cubicBezTo>
                    <a:cubicBezTo>
                      <a:pt x="1" y="3"/>
                      <a:pt x="3" y="1"/>
                      <a:pt x="4" y="0"/>
                    </a:cubicBezTo>
                    <a:cubicBezTo>
                      <a:pt x="4" y="1"/>
                      <a:pt x="2" y="3"/>
                      <a:pt x="3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0" name="Freeform 1183">
                <a:extLst>
                  <a:ext uri="{FF2B5EF4-FFF2-40B4-BE49-F238E27FC236}">
                    <a16:creationId xmlns:a16="http://schemas.microsoft.com/office/drawing/2014/main" id="{6E79B948-F1DC-4122-AC9B-CEB17FF4F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3074"/>
                <a:ext cx="7" cy="10"/>
              </a:xfrm>
              <a:custGeom>
                <a:avLst/>
                <a:gdLst>
                  <a:gd name="T0" fmla="*/ 37 w 3"/>
                  <a:gd name="T1" fmla="*/ 63 h 4"/>
                  <a:gd name="T2" fmla="*/ 0 w 3"/>
                  <a:gd name="T3" fmla="*/ 33 h 4"/>
                  <a:gd name="T4" fmla="*/ 28 w 3"/>
                  <a:gd name="T5" fmla="*/ 0 h 4"/>
                  <a:gd name="T6" fmla="*/ 37 w 3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3"/>
                      <a:pt x="1" y="2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1"/>
                      <a:pt x="2" y="2"/>
                      <a:pt x="3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1" name="Freeform 1184">
                <a:extLst>
                  <a:ext uri="{FF2B5EF4-FFF2-40B4-BE49-F238E27FC236}">
                    <a16:creationId xmlns:a16="http://schemas.microsoft.com/office/drawing/2014/main" id="{FC6479A5-4E54-454F-9AD6-235DF10AC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126"/>
                <a:ext cx="10" cy="15"/>
              </a:xfrm>
              <a:custGeom>
                <a:avLst/>
                <a:gdLst>
                  <a:gd name="T0" fmla="*/ 20 w 4"/>
                  <a:gd name="T1" fmla="*/ 0 h 6"/>
                  <a:gd name="T2" fmla="*/ 63 w 4"/>
                  <a:gd name="T3" fmla="*/ 0 h 6"/>
                  <a:gd name="T4" fmla="*/ 63 w 4"/>
                  <a:gd name="T5" fmla="*/ 95 h 6"/>
                  <a:gd name="T6" fmla="*/ 50 w 4"/>
                  <a:gd name="T7" fmla="*/ 0 h 6"/>
                  <a:gd name="T8" fmla="*/ 0 w 4"/>
                  <a:gd name="T9" fmla="*/ 3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2" y="1"/>
                      <a:pt x="4" y="4"/>
                      <a:pt x="4" y="6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1" y="0"/>
                      <a:pt x="1" y="2"/>
                      <a:pt x="0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2" name="Freeform 1185">
                <a:extLst>
                  <a:ext uri="{FF2B5EF4-FFF2-40B4-BE49-F238E27FC236}">
                    <a16:creationId xmlns:a16="http://schemas.microsoft.com/office/drawing/2014/main" id="{DCE81229-3470-4F60-8954-706E35433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3106"/>
                <a:ext cx="10" cy="15"/>
              </a:xfrm>
              <a:custGeom>
                <a:avLst/>
                <a:gdLst>
                  <a:gd name="T0" fmla="*/ 0 w 4"/>
                  <a:gd name="T1" fmla="*/ 95 h 6"/>
                  <a:gd name="T2" fmla="*/ 50 w 4"/>
                  <a:gd name="T3" fmla="*/ 83 h 6"/>
                  <a:gd name="T4" fmla="*/ 63 w 4"/>
                  <a:gd name="T5" fmla="*/ 0 h 6"/>
                  <a:gd name="T6" fmla="*/ 20 w 4"/>
                  <a:gd name="T7" fmla="*/ 0 h 6"/>
                  <a:gd name="T8" fmla="*/ 20 w 4"/>
                  <a:gd name="T9" fmla="*/ 6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6"/>
                      <a:pt x="2" y="5"/>
                      <a:pt x="3" y="5"/>
                    </a:cubicBezTo>
                    <a:cubicBezTo>
                      <a:pt x="2" y="3"/>
                      <a:pt x="3" y="1"/>
                      <a:pt x="4" y="0"/>
                    </a:cubicBezTo>
                    <a:cubicBezTo>
                      <a:pt x="3" y="0"/>
                      <a:pt x="2" y="1"/>
                      <a:pt x="1" y="0"/>
                    </a:cubicBezTo>
                    <a:cubicBezTo>
                      <a:pt x="3" y="0"/>
                      <a:pt x="2" y="3"/>
                      <a:pt x="1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3" name="Freeform 1186">
                <a:extLst>
                  <a:ext uri="{FF2B5EF4-FFF2-40B4-BE49-F238E27FC236}">
                    <a16:creationId xmlns:a16="http://schemas.microsoft.com/office/drawing/2014/main" id="{E80D5D32-0251-4DF2-8396-A207F1555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136"/>
                <a:ext cx="8" cy="15"/>
              </a:xfrm>
              <a:custGeom>
                <a:avLst/>
                <a:gdLst>
                  <a:gd name="T0" fmla="*/ 21 w 3"/>
                  <a:gd name="T1" fmla="*/ 95 h 6"/>
                  <a:gd name="T2" fmla="*/ 0 w 3"/>
                  <a:gd name="T3" fmla="*/ 33 h 6"/>
                  <a:gd name="T4" fmla="*/ 56 w 3"/>
                  <a:gd name="T5" fmla="*/ 0 h 6"/>
                  <a:gd name="T6" fmla="*/ 35 w 3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2" y="5"/>
                      <a:pt x="1" y="3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2"/>
                      <a:pt x="3" y="4"/>
                      <a:pt x="2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4" name="Freeform 1187">
                <a:extLst>
                  <a:ext uri="{FF2B5EF4-FFF2-40B4-BE49-F238E27FC236}">
                    <a16:creationId xmlns:a16="http://schemas.microsoft.com/office/drawing/2014/main" id="{FD6FA8AD-A8D7-47BE-AA29-4B8908334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3061"/>
                <a:ext cx="13" cy="10"/>
              </a:xfrm>
              <a:custGeom>
                <a:avLst/>
                <a:gdLst>
                  <a:gd name="T0" fmla="*/ 21 w 5"/>
                  <a:gd name="T1" fmla="*/ 33 h 4"/>
                  <a:gd name="T2" fmla="*/ 88 w 5"/>
                  <a:gd name="T3" fmla="*/ 0 h 4"/>
                  <a:gd name="T4" fmla="*/ 0 w 5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5" y="1"/>
                      <a:pt x="1" y="3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5" name="Freeform 1188">
                <a:extLst>
                  <a:ext uri="{FF2B5EF4-FFF2-40B4-BE49-F238E27FC236}">
                    <a16:creationId xmlns:a16="http://schemas.microsoft.com/office/drawing/2014/main" id="{40788276-02E0-4AE8-AD23-2F09ECC0B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064"/>
                <a:ext cx="10" cy="12"/>
              </a:xfrm>
              <a:custGeom>
                <a:avLst/>
                <a:gdLst>
                  <a:gd name="T0" fmla="*/ 50 w 4"/>
                  <a:gd name="T1" fmla="*/ 12 h 5"/>
                  <a:gd name="T2" fmla="*/ 0 w 4"/>
                  <a:gd name="T3" fmla="*/ 70 h 5"/>
                  <a:gd name="T4" fmla="*/ 5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1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1" y="5"/>
                      <a:pt x="4" y="0"/>
                      <a:pt x="3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6" name="Freeform 1189">
                <a:extLst>
                  <a:ext uri="{FF2B5EF4-FFF2-40B4-BE49-F238E27FC236}">
                    <a16:creationId xmlns:a16="http://schemas.microsoft.com/office/drawing/2014/main" id="{7F179F7D-6E68-4A81-91CD-4CD1818E7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3079"/>
                <a:ext cx="10" cy="17"/>
              </a:xfrm>
              <a:custGeom>
                <a:avLst/>
                <a:gdLst>
                  <a:gd name="T0" fmla="*/ 0 w 4"/>
                  <a:gd name="T1" fmla="*/ 87 h 7"/>
                  <a:gd name="T2" fmla="*/ 50 w 4"/>
                  <a:gd name="T3" fmla="*/ 58 h 7"/>
                  <a:gd name="T4" fmla="*/ 63 w 4"/>
                  <a:gd name="T5" fmla="*/ 0 h 7"/>
                  <a:gd name="T6" fmla="*/ 0 w 4"/>
                  <a:gd name="T7" fmla="*/ 10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1" y="5"/>
                      <a:pt x="2" y="3"/>
                      <a:pt x="3" y="4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2" y="2"/>
                      <a:pt x="1" y="4"/>
                      <a:pt x="0" y="7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7" name="Freeform 1190">
                <a:extLst>
                  <a:ext uri="{FF2B5EF4-FFF2-40B4-BE49-F238E27FC236}">
                    <a16:creationId xmlns:a16="http://schemas.microsoft.com/office/drawing/2014/main" id="{B0493FED-9A42-46BE-86A3-2F2249053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099"/>
                <a:ext cx="7" cy="12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70 h 5"/>
                  <a:gd name="T4" fmla="*/ 37 w 3"/>
                  <a:gd name="T5" fmla="*/ 41 h 5"/>
                  <a:gd name="T6" fmla="*/ 37 w 3"/>
                  <a:gd name="T7" fmla="*/ 1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8" name="Freeform 1191">
                <a:extLst>
                  <a:ext uri="{FF2B5EF4-FFF2-40B4-BE49-F238E27FC236}">
                    <a16:creationId xmlns:a16="http://schemas.microsoft.com/office/drawing/2014/main" id="{F56E8BEB-932B-408C-A0D1-86EDF00E0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101"/>
                <a:ext cx="15" cy="18"/>
              </a:xfrm>
              <a:custGeom>
                <a:avLst/>
                <a:gdLst>
                  <a:gd name="T0" fmla="*/ 33 w 6"/>
                  <a:gd name="T1" fmla="*/ 0 h 7"/>
                  <a:gd name="T2" fmla="*/ 50 w 6"/>
                  <a:gd name="T3" fmla="*/ 118 h 7"/>
                  <a:gd name="T4" fmla="*/ 63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2" y="1"/>
                      <a:pt x="0" y="7"/>
                      <a:pt x="3" y="7"/>
                    </a:cubicBezTo>
                    <a:cubicBezTo>
                      <a:pt x="6" y="7"/>
                      <a:pt x="4" y="1"/>
                      <a:pt x="4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9" name="Freeform 1192">
                <a:extLst>
                  <a:ext uri="{FF2B5EF4-FFF2-40B4-BE49-F238E27FC236}">
                    <a16:creationId xmlns:a16="http://schemas.microsoft.com/office/drawing/2014/main" id="{228196C4-D587-42EA-B81F-D02415759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129"/>
                <a:ext cx="20" cy="15"/>
              </a:xfrm>
              <a:custGeom>
                <a:avLst/>
                <a:gdLst>
                  <a:gd name="T0" fmla="*/ 63 w 8"/>
                  <a:gd name="T1" fmla="*/ 20 h 6"/>
                  <a:gd name="T2" fmla="*/ 0 w 8"/>
                  <a:gd name="T3" fmla="*/ 83 h 6"/>
                  <a:gd name="T4" fmla="*/ 125 w 8"/>
                  <a:gd name="T5" fmla="*/ 95 h 6"/>
                  <a:gd name="T6" fmla="*/ 95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4" y="1"/>
                    </a:moveTo>
                    <a:cubicBezTo>
                      <a:pt x="3" y="1"/>
                      <a:pt x="0" y="4"/>
                      <a:pt x="0" y="5"/>
                    </a:cubicBezTo>
                    <a:cubicBezTo>
                      <a:pt x="2" y="6"/>
                      <a:pt x="6" y="6"/>
                      <a:pt x="8" y="6"/>
                    </a:cubicBezTo>
                    <a:cubicBezTo>
                      <a:pt x="8" y="4"/>
                      <a:pt x="6" y="2"/>
                      <a:pt x="6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0" name="Freeform 1193">
                <a:extLst>
                  <a:ext uri="{FF2B5EF4-FFF2-40B4-BE49-F238E27FC236}">
                    <a16:creationId xmlns:a16="http://schemas.microsoft.com/office/drawing/2014/main" id="{FD5CEC17-AF01-48D0-9D24-7E6BF5AF0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116"/>
                <a:ext cx="10" cy="15"/>
              </a:xfrm>
              <a:custGeom>
                <a:avLst/>
                <a:gdLst>
                  <a:gd name="T0" fmla="*/ 50 w 4"/>
                  <a:gd name="T1" fmla="*/ 0 h 6"/>
                  <a:gd name="T2" fmla="*/ 33 w 4"/>
                  <a:gd name="T3" fmla="*/ 83 h 6"/>
                  <a:gd name="T4" fmla="*/ 63 w 4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2" y="1"/>
                      <a:pt x="0" y="4"/>
                      <a:pt x="2" y="5"/>
                    </a:cubicBezTo>
                    <a:cubicBezTo>
                      <a:pt x="4" y="6"/>
                      <a:pt x="4" y="3"/>
                      <a:pt x="4" y="2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1" name="Freeform 1194">
                <a:extLst>
                  <a:ext uri="{FF2B5EF4-FFF2-40B4-BE49-F238E27FC236}">
                    <a16:creationId xmlns:a16="http://schemas.microsoft.com/office/drawing/2014/main" id="{C52CFF2F-98B3-4097-8CE2-6334527B0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3124"/>
                <a:ext cx="18" cy="35"/>
              </a:xfrm>
              <a:custGeom>
                <a:avLst/>
                <a:gdLst>
                  <a:gd name="T0" fmla="*/ 21 w 7"/>
                  <a:gd name="T1" fmla="*/ 63 h 14"/>
                  <a:gd name="T2" fmla="*/ 21 w 7"/>
                  <a:gd name="T3" fmla="*/ 145 h 14"/>
                  <a:gd name="T4" fmla="*/ 54 w 7"/>
                  <a:gd name="T5" fmla="*/ 220 h 14"/>
                  <a:gd name="T6" fmla="*/ 118 w 7"/>
                  <a:gd name="T7" fmla="*/ 208 h 14"/>
                  <a:gd name="T8" fmla="*/ 67 w 7"/>
                  <a:gd name="T9" fmla="*/ 145 h 14"/>
                  <a:gd name="T10" fmla="*/ 118 w 7"/>
                  <a:gd name="T11" fmla="*/ 83 h 14"/>
                  <a:gd name="T12" fmla="*/ 54 w 7"/>
                  <a:gd name="T13" fmla="*/ 63 h 14"/>
                  <a:gd name="T14" fmla="*/ 21 w 7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14">
                    <a:moveTo>
                      <a:pt x="1" y="4"/>
                    </a:moveTo>
                    <a:cubicBezTo>
                      <a:pt x="0" y="3"/>
                      <a:pt x="0" y="8"/>
                      <a:pt x="1" y="9"/>
                    </a:cubicBezTo>
                    <a:cubicBezTo>
                      <a:pt x="1" y="10"/>
                      <a:pt x="3" y="13"/>
                      <a:pt x="3" y="14"/>
                    </a:cubicBezTo>
                    <a:cubicBezTo>
                      <a:pt x="5" y="13"/>
                      <a:pt x="6" y="12"/>
                      <a:pt x="7" y="13"/>
                    </a:cubicBezTo>
                    <a:cubicBezTo>
                      <a:pt x="6" y="13"/>
                      <a:pt x="4" y="11"/>
                      <a:pt x="4" y="9"/>
                    </a:cubicBezTo>
                    <a:cubicBezTo>
                      <a:pt x="4" y="8"/>
                      <a:pt x="6" y="7"/>
                      <a:pt x="7" y="5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2" y="4"/>
                      <a:pt x="2" y="1"/>
                      <a:pt x="1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2" name="Freeform 1195">
                <a:extLst>
                  <a:ext uri="{FF2B5EF4-FFF2-40B4-BE49-F238E27FC236}">
                    <a16:creationId xmlns:a16="http://schemas.microsoft.com/office/drawing/2014/main" id="{C6F31EC2-4DB4-4A02-A117-8802A86C5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3111"/>
                <a:ext cx="12" cy="35"/>
              </a:xfrm>
              <a:custGeom>
                <a:avLst/>
                <a:gdLst>
                  <a:gd name="T0" fmla="*/ 41 w 5"/>
                  <a:gd name="T1" fmla="*/ 83 h 14"/>
                  <a:gd name="T2" fmla="*/ 41 w 5"/>
                  <a:gd name="T3" fmla="*/ 158 h 14"/>
                  <a:gd name="T4" fmla="*/ 0 w 5"/>
                  <a:gd name="T5" fmla="*/ 208 h 14"/>
                  <a:gd name="T6" fmla="*/ 70 w 5"/>
                  <a:gd name="T7" fmla="*/ 188 h 14"/>
                  <a:gd name="T8" fmla="*/ 70 w 5"/>
                  <a:gd name="T9" fmla="*/ 0 h 14"/>
                  <a:gd name="T10" fmla="*/ 70 w 5"/>
                  <a:gd name="T11" fmla="*/ 0 h 14"/>
                  <a:gd name="T12" fmla="*/ 58 w 5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4">
                    <a:moveTo>
                      <a:pt x="3" y="5"/>
                    </a:moveTo>
                    <a:cubicBezTo>
                      <a:pt x="3" y="7"/>
                      <a:pt x="3" y="8"/>
                      <a:pt x="3" y="10"/>
                    </a:cubicBezTo>
                    <a:cubicBezTo>
                      <a:pt x="3" y="12"/>
                      <a:pt x="1" y="12"/>
                      <a:pt x="0" y="13"/>
                    </a:cubicBezTo>
                    <a:cubicBezTo>
                      <a:pt x="2" y="14"/>
                      <a:pt x="4" y="12"/>
                      <a:pt x="5" y="12"/>
                    </a:cubicBezTo>
                    <a:cubicBezTo>
                      <a:pt x="1" y="10"/>
                      <a:pt x="5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3" name="Freeform 1196">
                <a:extLst>
                  <a:ext uri="{FF2B5EF4-FFF2-40B4-BE49-F238E27FC236}">
                    <a16:creationId xmlns:a16="http://schemas.microsoft.com/office/drawing/2014/main" id="{C9DF2A55-7DBC-4C2B-86C3-45A127E91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3126"/>
                <a:ext cx="12" cy="20"/>
              </a:xfrm>
              <a:custGeom>
                <a:avLst/>
                <a:gdLst>
                  <a:gd name="T0" fmla="*/ 29 w 5"/>
                  <a:gd name="T1" fmla="*/ 20 h 8"/>
                  <a:gd name="T2" fmla="*/ 0 w 5"/>
                  <a:gd name="T3" fmla="*/ 125 h 8"/>
                  <a:gd name="T4" fmla="*/ 70 w 5"/>
                  <a:gd name="T5" fmla="*/ 125 h 8"/>
                  <a:gd name="T6" fmla="*/ 29 w 5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2" y="1"/>
                    </a:moveTo>
                    <a:cubicBezTo>
                      <a:pt x="0" y="0"/>
                      <a:pt x="3" y="8"/>
                      <a:pt x="0" y="8"/>
                    </a:cubicBezTo>
                    <a:cubicBezTo>
                      <a:pt x="2" y="8"/>
                      <a:pt x="3" y="7"/>
                      <a:pt x="5" y="8"/>
                    </a:cubicBezTo>
                    <a:cubicBezTo>
                      <a:pt x="4" y="6"/>
                      <a:pt x="1" y="3"/>
                      <a:pt x="2" y="1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0" name="Group 1197">
              <a:extLst>
                <a:ext uri="{FF2B5EF4-FFF2-40B4-BE49-F238E27FC236}">
                  <a16:creationId xmlns:a16="http://schemas.microsoft.com/office/drawing/2014/main" id="{0F2C6619-883E-4DC8-94F5-E62AD8E428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56" y="2501"/>
              <a:ext cx="753" cy="945"/>
              <a:chOff x="2756" y="2501"/>
              <a:chExt cx="753" cy="945"/>
            </a:xfrm>
          </p:grpSpPr>
          <p:sp>
            <p:nvSpPr>
              <p:cNvPr id="18944" name="Freeform 1198">
                <a:extLst>
                  <a:ext uri="{FF2B5EF4-FFF2-40B4-BE49-F238E27FC236}">
                    <a16:creationId xmlns:a16="http://schemas.microsoft.com/office/drawing/2014/main" id="{692AA3F8-8648-4E56-AF64-21B6F0C26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109"/>
                <a:ext cx="7" cy="12"/>
              </a:xfrm>
              <a:custGeom>
                <a:avLst/>
                <a:gdLst>
                  <a:gd name="T0" fmla="*/ 12 w 3"/>
                  <a:gd name="T1" fmla="*/ 0 h 5"/>
                  <a:gd name="T2" fmla="*/ 12 w 3"/>
                  <a:gd name="T3" fmla="*/ 70 h 5"/>
                  <a:gd name="T4" fmla="*/ 12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1"/>
                      <a:pt x="0" y="4"/>
                      <a:pt x="1" y="5"/>
                    </a:cubicBezTo>
                    <a:cubicBezTo>
                      <a:pt x="3" y="4"/>
                      <a:pt x="1" y="1"/>
                      <a:pt x="1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5" name="Freeform 1199">
                <a:extLst>
                  <a:ext uri="{FF2B5EF4-FFF2-40B4-BE49-F238E27FC236}">
                    <a16:creationId xmlns:a16="http://schemas.microsoft.com/office/drawing/2014/main" id="{8CA2F882-456B-433E-A61A-2F1EEB8ED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151"/>
                <a:ext cx="22" cy="15"/>
              </a:xfrm>
              <a:custGeom>
                <a:avLst/>
                <a:gdLst>
                  <a:gd name="T0" fmla="*/ 0 w 9"/>
                  <a:gd name="T1" fmla="*/ 0 h 6"/>
                  <a:gd name="T2" fmla="*/ 59 w 9"/>
                  <a:gd name="T3" fmla="*/ 20 h 6"/>
                  <a:gd name="T4" fmla="*/ 103 w 9"/>
                  <a:gd name="T5" fmla="*/ 63 h 6"/>
                  <a:gd name="T6" fmla="*/ 120 w 9"/>
                  <a:gd name="T7" fmla="*/ 83 h 6"/>
                  <a:gd name="T8" fmla="*/ 132 w 9"/>
                  <a:gd name="T9" fmla="*/ 33 h 6"/>
                  <a:gd name="T10" fmla="*/ 90 w 9"/>
                  <a:gd name="T11" fmla="*/ 2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  <a:cubicBezTo>
                      <a:pt x="6" y="2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5"/>
                    </a:cubicBezTo>
                    <a:cubicBezTo>
                      <a:pt x="9" y="5"/>
                      <a:pt x="9" y="3"/>
                      <a:pt x="9" y="2"/>
                    </a:cubicBezTo>
                    <a:cubicBezTo>
                      <a:pt x="8" y="3"/>
                      <a:pt x="6" y="2"/>
                      <a:pt x="6" y="1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6" name="Freeform 1200">
                <a:extLst>
                  <a:ext uri="{FF2B5EF4-FFF2-40B4-BE49-F238E27FC236}">
                    <a16:creationId xmlns:a16="http://schemas.microsoft.com/office/drawing/2014/main" id="{F084A90B-FB82-4C56-95B8-6A0F067A6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121"/>
                <a:ext cx="17" cy="35"/>
              </a:xfrm>
              <a:custGeom>
                <a:avLst/>
                <a:gdLst>
                  <a:gd name="T0" fmla="*/ 12 w 7"/>
                  <a:gd name="T1" fmla="*/ 33 h 14"/>
                  <a:gd name="T2" fmla="*/ 29 w 7"/>
                  <a:gd name="T3" fmla="*/ 145 h 14"/>
                  <a:gd name="T4" fmla="*/ 12 w 7"/>
                  <a:gd name="T5" fmla="*/ 220 h 14"/>
                  <a:gd name="T6" fmla="*/ 58 w 7"/>
                  <a:gd name="T7" fmla="*/ 208 h 14"/>
                  <a:gd name="T8" fmla="*/ 100 w 7"/>
                  <a:gd name="T9" fmla="*/ 33 h 14"/>
                  <a:gd name="T10" fmla="*/ 29 w 7"/>
                  <a:gd name="T11" fmla="*/ 2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4">
                    <a:moveTo>
                      <a:pt x="1" y="2"/>
                    </a:moveTo>
                    <a:cubicBezTo>
                      <a:pt x="1" y="4"/>
                      <a:pt x="3" y="7"/>
                      <a:pt x="2" y="9"/>
                    </a:cubicBezTo>
                    <a:cubicBezTo>
                      <a:pt x="2" y="11"/>
                      <a:pt x="0" y="12"/>
                      <a:pt x="1" y="14"/>
                    </a:cubicBezTo>
                    <a:cubicBezTo>
                      <a:pt x="2" y="14"/>
                      <a:pt x="3" y="13"/>
                      <a:pt x="4" y="13"/>
                    </a:cubicBezTo>
                    <a:cubicBezTo>
                      <a:pt x="3" y="11"/>
                      <a:pt x="2" y="0"/>
                      <a:pt x="7" y="2"/>
                    </a:cubicBezTo>
                    <a:cubicBezTo>
                      <a:pt x="5" y="0"/>
                      <a:pt x="3" y="2"/>
                      <a:pt x="2" y="1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7" name="Freeform 1201">
                <a:extLst>
                  <a:ext uri="{FF2B5EF4-FFF2-40B4-BE49-F238E27FC236}">
                    <a16:creationId xmlns:a16="http://schemas.microsoft.com/office/drawing/2014/main" id="{C05528CE-2825-42C4-B134-0C3BE3A7B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3089"/>
                <a:ext cx="25" cy="27"/>
              </a:xfrm>
              <a:custGeom>
                <a:avLst/>
                <a:gdLst>
                  <a:gd name="T0" fmla="*/ 0 w 10"/>
                  <a:gd name="T1" fmla="*/ 0 h 11"/>
                  <a:gd name="T2" fmla="*/ 50 w 10"/>
                  <a:gd name="T3" fmla="*/ 150 h 11"/>
                  <a:gd name="T4" fmla="*/ 145 w 10"/>
                  <a:gd name="T5" fmla="*/ 162 h 11"/>
                  <a:gd name="T6" fmla="*/ 158 w 10"/>
                  <a:gd name="T7" fmla="*/ 120 h 11"/>
                  <a:gd name="T8" fmla="*/ 125 w 10"/>
                  <a:gd name="T9" fmla="*/ 0 h 11"/>
                  <a:gd name="T10" fmla="*/ 63 w 10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2"/>
                      <a:pt x="4" y="6"/>
                      <a:pt x="3" y="10"/>
                    </a:cubicBezTo>
                    <a:cubicBezTo>
                      <a:pt x="4" y="3"/>
                      <a:pt x="8" y="11"/>
                      <a:pt x="9" y="11"/>
                    </a:cubicBezTo>
                    <a:cubicBezTo>
                      <a:pt x="10" y="10"/>
                      <a:pt x="10" y="9"/>
                      <a:pt x="10" y="8"/>
                    </a:cubicBezTo>
                    <a:cubicBezTo>
                      <a:pt x="5" y="10"/>
                      <a:pt x="5" y="3"/>
                      <a:pt x="8" y="0"/>
                    </a:cubicBezTo>
                    <a:cubicBezTo>
                      <a:pt x="7" y="2"/>
                      <a:pt x="5" y="3"/>
                      <a:pt x="4" y="0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8" name="Freeform 1202">
                <a:extLst>
                  <a:ext uri="{FF2B5EF4-FFF2-40B4-BE49-F238E27FC236}">
                    <a16:creationId xmlns:a16="http://schemas.microsoft.com/office/drawing/2014/main" id="{37D426E1-11E3-4CE1-871B-CB7A5F602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3141"/>
                <a:ext cx="15" cy="25"/>
              </a:xfrm>
              <a:custGeom>
                <a:avLst/>
                <a:gdLst>
                  <a:gd name="T0" fmla="*/ 33 w 6"/>
                  <a:gd name="T1" fmla="*/ 33 h 10"/>
                  <a:gd name="T2" fmla="*/ 0 w 6"/>
                  <a:gd name="T3" fmla="*/ 145 h 10"/>
                  <a:gd name="T4" fmla="*/ 83 w 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2" y="2"/>
                    </a:moveTo>
                    <a:cubicBezTo>
                      <a:pt x="4" y="4"/>
                      <a:pt x="2" y="8"/>
                      <a:pt x="0" y="9"/>
                    </a:cubicBezTo>
                    <a:cubicBezTo>
                      <a:pt x="6" y="10"/>
                      <a:pt x="2" y="2"/>
                      <a:pt x="5" y="0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9" name="Freeform 1203">
                <a:extLst>
                  <a:ext uri="{FF2B5EF4-FFF2-40B4-BE49-F238E27FC236}">
                    <a16:creationId xmlns:a16="http://schemas.microsoft.com/office/drawing/2014/main" id="{30874134-5A23-41FA-B173-41800E92D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3151"/>
                <a:ext cx="10" cy="18"/>
              </a:xfrm>
              <a:custGeom>
                <a:avLst/>
                <a:gdLst>
                  <a:gd name="T0" fmla="*/ 33 w 4"/>
                  <a:gd name="T1" fmla="*/ 21 h 7"/>
                  <a:gd name="T2" fmla="*/ 0 w 4"/>
                  <a:gd name="T3" fmla="*/ 0 h 7"/>
                  <a:gd name="T4" fmla="*/ 0 w 4"/>
                  <a:gd name="T5" fmla="*/ 21 h 7"/>
                  <a:gd name="T6" fmla="*/ 33 w 4"/>
                  <a:gd name="T7" fmla="*/ 118 h 7"/>
                  <a:gd name="T8" fmla="*/ 63 w 4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2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3" y="4"/>
                      <a:pt x="2" y="7"/>
                    </a:cubicBezTo>
                    <a:cubicBezTo>
                      <a:pt x="3" y="5"/>
                      <a:pt x="3" y="3"/>
                      <a:pt x="4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0" name="Freeform 1204">
                <a:extLst>
                  <a:ext uri="{FF2B5EF4-FFF2-40B4-BE49-F238E27FC236}">
                    <a16:creationId xmlns:a16="http://schemas.microsoft.com/office/drawing/2014/main" id="{D44BC630-505A-4B7F-AFDC-A68FD12D8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216"/>
                <a:ext cx="13" cy="23"/>
              </a:xfrm>
              <a:custGeom>
                <a:avLst/>
                <a:gdLst>
                  <a:gd name="T0" fmla="*/ 34 w 5"/>
                  <a:gd name="T1" fmla="*/ 33 h 9"/>
                  <a:gd name="T2" fmla="*/ 0 w 5"/>
                  <a:gd name="T3" fmla="*/ 151 h 9"/>
                  <a:gd name="T4" fmla="*/ 68 w 5"/>
                  <a:gd name="T5" fmla="*/ 66 h 9"/>
                  <a:gd name="T6" fmla="*/ 68 w 5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2" y="2"/>
                    </a:moveTo>
                    <a:cubicBezTo>
                      <a:pt x="1" y="3"/>
                      <a:pt x="0" y="7"/>
                      <a:pt x="0" y="9"/>
                    </a:cubicBezTo>
                    <a:cubicBezTo>
                      <a:pt x="1" y="8"/>
                      <a:pt x="3" y="5"/>
                      <a:pt x="4" y="4"/>
                    </a:cubicBezTo>
                    <a:cubicBezTo>
                      <a:pt x="5" y="2"/>
                      <a:pt x="4" y="2"/>
                      <a:pt x="4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1" name="Freeform 1205">
                <a:extLst>
                  <a:ext uri="{FF2B5EF4-FFF2-40B4-BE49-F238E27FC236}">
                    <a16:creationId xmlns:a16="http://schemas.microsoft.com/office/drawing/2014/main" id="{E3D3F766-CE38-42BB-A59E-1EF57CA8D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399"/>
                <a:ext cx="37" cy="17"/>
              </a:xfrm>
              <a:custGeom>
                <a:avLst/>
                <a:gdLst>
                  <a:gd name="T0" fmla="*/ 121 w 15"/>
                  <a:gd name="T1" fmla="*/ 0 h 7"/>
                  <a:gd name="T2" fmla="*/ 0 w 15"/>
                  <a:gd name="T3" fmla="*/ 41 h 7"/>
                  <a:gd name="T4" fmla="*/ 133 w 15"/>
                  <a:gd name="T5" fmla="*/ 87 h 7"/>
                  <a:gd name="T6" fmla="*/ 195 w 15"/>
                  <a:gd name="T7" fmla="*/ 87 h 7"/>
                  <a:gd name="T8" fmla="*/ 224 w 15"/>
                  <a:gd name="T9" fmla="*/ 12 h 7"/>
                  <a:gd name="T10" fmla="*/ 121 w 15"/>
                  <a:gd name="T11" fmla="*/ 1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">
                    <a:moveTo>
                      <a:pt x="8" y="0"/>
                    </a:moveTo>
                    <a:cubicBezTo>
                      <a:pt x="6" y="2"/>
                      <a:pt x="4" y="5"/>
                      <a:pt x="0" y="3"/>
                    </a:cubicBezTo>
                    <a:cubicBezTo>
                      <a:pt x="2" y="5"/>
                      <a:pt x="7" y="5"/>
                      <a:pt x="9" y="6"/>
                    </a:cubicBezTo>
                    <a:cubicBezTo>
                      <a:pt x="11" y="6"/>
                      <a:pt x="12" y="7"/>
                      <a:pt x="13" y="6"/>
                    </a:cubicBezTo>
                    <a:cubicBezTo>
                      <a:pt x="14" y="4"/>
                      <a:pt x="13" y="2"/>
                      <a:pt x="15" y="1"/>
                    </a:cubicBezTo>
                    <a:cubicBezTo>
                      <a:pt x="13" y="2"/>
                      <a:pt x="9" y="5"/>
                      <a:pt x="8" y="1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2" name="Freeform 1206">
                <a:extLst>
                  <a:ext uri="{FF2B5EF4-FFF2-40B4-BE49-F238E27FC236}">
                    <a16:creationId xmlns:a16="http://schemas.microsoft.com/office/drawing/2014/main" id="{C002FD9C-A5B4-48C2-AE43-0C2BBE6FA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406"/>
                <a:ext cx="10" cy="18"/>
              </a:xfrm>
              <a:custGeom>
                <a:avLst/>
                <a:gdLst>
                  <a:gd name="T0" fmla="*/ 0 w 4"/>
                  <a:gd name="T1" fmla="*/ 21 h 7"/>
                  <a:gd name="T2" fmla="*/ 0 w 4"/>
                  <a:gd name="T3" fmla="*/ 118 h 7"/>
                  <a:gd name="T4" fmla="*/ 63 w 4"/>
                  <a:gd name="T5" fmla="*/ 118 h 7"/>
                  <a:gd name="T6" fmla="*/ 33 w 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cubicBezTo>
                      <a:pt x="1" y="3"/>
                      <a:pt x="0" y="5"/>
                      <a:pt x="0" y="7"/>
                    </a:cubicBezTo>
                    <a:cubicBezTo>
                      <a:pt x="1" y="6"/>
                      <a:pt x="3" y="6"/>
                      <a:pt x="4" y="7"/>
                    </a:cubicBezTo>
                    <a:cubicBezTo>
                      <a:pt x="3" y="4"/>
                      <a:pt x="1" y="3"/>
                      <a:pt x="2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3" name="Freeform 1207">
                <a:extLst>
                  <a:ext uri="{FF2B5EF4-FFF2-40B4-BE49-F238E27FC236}">
                    <a16:creationId xmlns:a16="http://schemas.microsoft.com/office/drawing/2014/main" id="{C5DF5209-BAB5-4D27-9C8E-7226FE12A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3416"/>
                <a:ext cx="15" cy="18"/>
              </a:xfrm>
              <a:custGeom>
                <a:avLst/>
                <a:gdLst>
                  <a:gd name="T0" fmla="*/ 0 w 6"/>
                  <a:gd name="T1" fmla="*/ 118 h 7"/>
                  <a:gd name="T2" fmla="*/ 33 w 6"/>
                  <a:gd name="T3" fmla="*/ 0 h 7"/>
                  <a:gd name="T4" fmla="*/ 63 w 6"/>
                  <a:gd name="T5" fmla="*/ 54 h 7"/>
                  <a:gd name="T6" fmla="*/ 95 w 6"/>
                  <a:gd name="T7" fmla="*/ 100 h 7"/>
                  <a:gd name="T8" fmla="*/ 50 w 6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5"/>
                      <a:pt x="2" y="2"/>
                      <a:pt x="2" y="0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5" y="6"/>
                      <a:pt x="4" y="6"/>
                      <a:pt x="3" y="7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4" name="Freeform 1208">
                <a:extLst>
                  <a:ext uri="{FF2B5EF4-FFF2-40B4-BE49-F238E27FC236}">
                    <a16:creationId xmlns:a16="http://schemas.microsoft.com/office/drawing/2014/main" id="{134F68D0-71CD-4BB8-BA9C-CD2B28359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3411"/>
                <a:ext cx="15" cy="30"/>
              </a:xfrm>
              <a:custGeom>
                <a:avLst/>
                <a:gdLst>
                  <a:gd name="T0" fmla="*/ 33 w 6"/>
                  <a:gd name="T1" fmla="*/ 20 h 12"/>
                  <a:gd name="T2" fmla="*/ 20 w 6"/>
                  <a:gd name="T3" fmla="*/ 63 h 12"/>
                  <a:gd name="T4" fmla="*/ 0 w 6"/>
                  <a:gd name="T5" fmla="*/ 188 h 12"/>
                  <a:gd name="T6" fmla="*/ 95 w 6"/>
                  <a:gd name="T7" fmla="*/ 175 h 12"/>
                  <a:gd name="T8" fmla="*/ 33 w 6"/>
                  <a:gd name="T9" fmla="*/ 145 h 12"/>
                  <a:gd name="T10" fmla="*/ 33 w 6"/>
                  <a:gd name="T11" fmla="*/ 2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2">
                    <a:moveTo>
                      <a:pt x="2" y="1"/>
                    </a:moveTo>
                    <a:cubicBezTo>
                      <a:pt x="1" y="0"/>
                      <a:pt x="1" y="3"/>
                      <a:pt x="1" y="4"/>
                    </a:cubicBezTo>
                    <a:cubicBezTo>
                      <a:pt x="1" y="7"/>
                      <a:pt x="0" y="10"/>
                      <a:pt x="0" y="12"/>
                    </a:cubicBezTo>
                    <a:cubicBezTo>
                      <a:pt x="2" y="12"/>
                      <a:pt x="3" y="10"/>
                      <a:pt x="6" y="11"/>
                    </a:cubicBezTo>
                    <a:cubicBezTo>
                      <a:pt x="5" y="10"/>
                      <a:pt x="3" y="10"/>
                      <a:pt x="2" y="9"/>
                    </a:cubicBezTo>
                    <a:cubicBezTo>
                      <a:pt x="4" y="7"/>
                      <a:pt x="0" y="4"/>
                      <a:pt x="2" y="1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5" name="Freeform 1209">
                <a:extLst>
                  <a:ext uri="{FF2B5EF4-FFF2-40B4-BE49-F238E27FC236}">
                    <a16:creationId xmlns:a16="http://schemas.microsoft.com/office/drawing/2014/main" id="{A5622EB6-3CE8-4E01-9F5C-0EC31216E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3394"/>
                <a:ext cx="17" cy="25"/>
              </a:xfrm>
              <a:custGeom>
                <a:avLst/>
                <a:gdLst>
                  <a:gd name="T0" fmla="*/ 0 w 7"/>
                  <a:gd name="T1" fmla="*/ 0 h 10"/>
                  <a:gd name="T2" fmla="*/ 70 w 7"/>
                  <a:gd name="T3" fmla="*/ 158 h 10"/>
                  <a:gd name="T4" fmla="*/ 100 w 7"/>
                  <a:gd name="T5" fmla="*/ 20 h 10"/>
                  <a:gd name="T6" fmla="*/ 41 w 7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7" y="0"/>
                      <a:pt x="4" y="6"/>
                      <a:pt x="5" y="10"/>
                    </a:cubicBezTo>
                    <a:cubicBezTo>
                      <a:pt x="7" y="8"/>
                      <a:pt x="4" y="4"/>
                      <a:pt x="7" y="1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6" name="Freeform 1210">
                <a:extLst>
                  <a:ext uri="{FF2B5EF4-FFF2-40B4-BE49-F238E27FC236}">
                    <a16:creationId xmlns:a16="http://schemas.microsoft.com/office/drawing/2014/main" id="{EF67F944-846C-4E57-A9DC-2E5727990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3389"/>
                <a:ext cx="10" cy="15"/>
              </a:xfrm>
              <a:custGeom>
                <a:avLst/>
                <a:gdLst>
                  <a:gd name="T0" fmla="*/ 33 w 4"/>
                  <a:gd name="T1" fmla="*/ 0 h 6"/>
                  <a:gd name="T2" fmla="*/ 0 w 4"/>
                  <a:gd name="T3" fmla="*/ 95 h 6"/>
                  <a:gd name="T4" fmla="*/ 63 w 4"/>
                  <a:gd name="T5" fmla="*/ 63 h 6"/>
                  <a:gd name="T6" fmla="*/ 50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1" y="6"/>
                      <a:pt x="3" y="5"/>
                      <a:pt x="4" y="4"/>
                    </a:cubicBezTo>
                    <a:cubicBezTo>
                      <a:pt x="3" y="3"/>
                      <a:pt x="3" y="2"/>
                      <a:pt x="3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7" name="Freeform 1211">
                <a:extLst>
                  <a:ext uri="{FF2B5EF4-FFF2-40B4-BE49-F238E27FC236}">
                    <a16:creationId xmlns:a16="http://schemas.microsoft.com/office/drawing/2014/main" id="{376ADB11-412B-4CD7-ADFE-2AE51FC06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411"/>
                <a:ext cx="45" cy="28"/>
              </a:xfrm>
              <a:custGeom>
                <a:avLst/>
                <a:gdLst>
                  <a:gd name="T0" fmla="*/ 33 w 18"/>
                  <a:gd name="T1" fmla="*/ 51 h 11"/>
                  <a:gd name="T2" fmla="*/ 33 w 18"/>
                  <a:gd name="T3" fmla="*/ 163 h 11"/>
                  <a:gd name="T4" fmla="*/ 83 w 18"/>
                  <a:gd name="T5" fmla="*/ 150 h 11"/>
                  <a:gd name="T6" fmla="*/ 283 w 18"/>
                  <a:gd name="T7" fmla="*/ 97 h 11"/>
                  <a:gd name="T8" fmla="*/ 145 w 18"/>
                  <a:gd name="T9" fmla="*/ 97 h 11"/>
                  <a:gd name="T10" fmla="*/ 95 w 18"/>
                  <a:gd name="T11" fmla="*/ 117 h 11"/>
                  <a:gd name="T12" fmla="*/ 63 w 18"/>
                  <a:gd name="T13" fmla="*/ 20 h 11"/>
                  <a:gd name="T14" fmla="*/ 0 w 18"/>
                  <a:gd name="T15" fmla="*/ 5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1">
                    <a:moveTo>
                      <a:pt x="2" y="3"/>
                    </a:moveTo>
                    <a:cubicBezTo>
                      <a:pt x="2" y="5"/>
                      <a:pt x="1" y="8"/>
                      <a:pt x="2" y="10"/>
                    </a:cubicBezTo>
                    <a:cubicBezTo>
                      <a:pt x="3" y="11"/>
                      <a:pt x="4" y="10"/>
                      <a:pt x="5" y="9"/>
                    </a:cubicBezTo>
                    <a:cubicBezTo>
                      <a:pt x="8" y="8"/>
                      <a:pt x="17" y="10"/>
                      <a:pt x="18" y="6"/>
                    </a:cubicBezTo>
                    <a:cubicBezTo>
                      <a:pt x="15" y="8"/>
                      <a:pt x="11" y="8"/>
                      <a:pt x="9" y="6"/>
                    </a:cubicBezTo>
                    <a:cubicBezTo>
                      <a:pt x="8" y="6"/>
                      <a:pt x="7" y="7"/>
                      <a:pt x="6" y="7"/>
                    </a:cubicBezTo>
                    <a:cubicBezTo>
                      <a:pt x="6" y="6"/>
                      <a:pt x="5" y="1"/>
                      <a:pt x="4" y="1"/>
                    </a:cubicBezTo>
                    <a:cubicBezTo>
                      <a:pt x="2" y="0"/>
                      <a:pt x="1" y="3"/>
                      <a:pt x="0" y="3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8" name="Freeform 1212">
                <a:extLst>
                  <a:ext uri="{FF2B5EF4-FFF2-40B4-BE49-F238E27FC236}">
                    <a16:creationId xmlns:a16="http://schemas.microsoft.com/office/drawing/2014/main" id="{90E2EB41-9383-4BCA-9289-89571A2F6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3406"/>
                <a:ext cx="15" cy="20"/>
              </a:xfrm>
              <a:custGeom>
                <a:avLst/>
                <a:gdLst>
                  <a:gd name="T0" fmla="*/ 0 w 6"/>
                  <a:gd name="T1" fmla="*/ 113 h 8"/>
                  <a:gd name="T2" fmla="*/ 0 w 6"/>
                  <a:gd name="T3" fmla="*/ 0 h 8"/>
                  <a:gd name="T4" fmla="*/ 33 w 6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7"/>
                    </a:moveTo>
                    <a:cubicBezTo>
                      <a:pt x="3" y="6"/>
                      <a:pt x="1" y="1"/>
                      <a:pt x="0" y="0"/>
                    </a:cubicBezTo>
                    <a:cubicBezTo>
                      <a:pt x="2" y="2"/>
                      <a:pt x="6" y="5"/>
                      <a:pt x="2" y="8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9" name="Freeform 1213">
                <a:extLst>
                  <a:ext uri="{FF2B5EF4-FFF2-40B4-BE49-F238E27FC236}">
                    <a16:creationId xmlns:a16="http://schemas.microsoft.com/office/drawing/2014/main" id="{7A1E6753-7D37-43A3-AE94-2E06F8EFF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3381"/>
                <a:ext cx="20" cy="15"/>
              </a:xfrm>
              <a:custGeom>
                <a:avLst/>
                <a:gdLst>
                  <a:gd name="T0" fmla="*/ 0 w 8"/>
                  <a:gd name="T1" fmla="*/ 0 h 6"/>
                  <a:gd name="T2" fmla="*/ 33 w 8"/>
                  <a:gd name="T3" fmla="*/ 95 h 6"/>
                  <a:gd name="T4" fmla="*/ 125 w 8"/>
                  <a:gd name="T5" fmla="*/ 83 h 6"/>
                  <a:gd name="T6" fmla="*/ 50 w 8"/>
                  <a:gd name="T7" fmla="*/ 5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2"/>
                      <a:pt x="0" y="6"/>
                      <a:pt x="2" y="6"/>
                    </a:cubicBezTo>
                    <a:cubicBezTo>
                      <a:pt x="4" y="6"/>
                      <a:pt x="6" y="3"/>
                      <a:pt x="8" y="5"/>
                    </a:cubicBezTo>
                    <a:cubicBezTo>
                      <a:pt x="6" y="5"/>
                      <a:pt x="5" y="4"/>
                      <a:pt x="3" y="3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0" name="Freeform 1214">
                <a:extLst>
                  <a:ext uri="{FF2B5EF4-FFF2-40B4-BE49-F238E27FC236}">
                    <a16:creationId xmlns:a16="http://schemas.microsoft.com/office/drawing/2014/main" id="{DD07F513-532D-4744-9411-982165030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371"/>
                <a:ext cx="15" cy="33"/>
              </a:xfrm>
              <a:custGeom>
                <a:avLst/>
                <a:gdLst>
                  <a:gd name="T0" fmla="*/ 33 w 6"/>
                  <a:gd name="T1" fmla="*/ 63 h 13"/>
                  <a:gd name="T2" fmla="*/ 0 w 6"/>
                  <a:gd name="T3" fmla="*/ 213 h 13"/>
                  <a:gd name="T4" fmla="*/ 95 w 6"/>
                  <a:gd name="T5" fmla="*/ 117 h 13"/>
                  <a:gd name="T6" fmla="*/ 63 w 6"/>
                  <a:gd name="T7" fmla="*/ 20 h 13"/>
                  <a:gd name="T8" fmla="*/ 33 w 6"/>
                  <a:gd name="T9" fmla="*/ 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2" y="4"/>
                    </a:moveTo>
                    <a:cubicBezTo>
                      <a:pt x="1" y="6"/>
                      <a:pt x="0" y="10"/>
                      <a:pt x="0" y="13"/>
                    </a:cubicBezTo>
                    <a:cubicBezTo>
                      <a:pt x="1" y="12"/>
                      <a:pt x="5" y="9"/>
                      <a:pt x="6" y="7"/>
                    </a:cubicBezTo>
                    <a:cubicBezTo>
                      <a:pt x="6" y="6"/>
                      <a:pt x="4" y="3"/>
                      <a:pt x="4" y="1"/>
                    </a:cubicBezTo>
                    <a:cubicBezTo>
                      <a:pt x="3" y="0"/>
                      <a:pt x="3" y="1"/>
                      <a:pt x="2" y="2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1" name="Freeform 1215">
                <a:extLst>
                  <a:ext uri="{FF2B5EF4-FFF2-40B4-BE49-F238E27FC236}">
                    <a16:creationId xmlns:a16="http://schemas.microsoft.com/office/drawing/2014/main" id="{CFAA120C-5268-4B4F-A9C5-BA0A057FB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3409"/>
                <a:ext cx="13" cy="30"/>
              </a:xfrm>
              <a:custGeom>
                <a:avLst/>
                <a:gdLst>
                  <a:gd name="T0" fmla="*/ 34 w 5"/>
                  <a:gd name="T1" fmla="*/ 33 h 12"/>
                  <a:gd name="T2" fmla="*/ 0 w 5"/>
                  <a:gd name="T3" fmla="*/ 188 h 12"/>
                  <a:gd name="T4" fmla="*/ 88 w 5"/>
                  <a:gd name="T5" fmla="*/ 95 h 12"/>
                  <a:gd name="T6" fmla="*/ 68 w 5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2" y="2"/>
                    </a:moveTo>
                    <a:cubicBezTo>
                      <a:pt x="1" y="5"/>
                      <a:pt x="0" y="9"/>
                      <a:pt x="0" y="12"/>
                    </a:cubicBezTo>
                    <a:cubicBezTo>
                      <a:pt x="2" y="11"/>
                      <a:pt x="3" y="7"/>
                      <a:pt x="5" y="6"/>
                    </a:cubicBezTo>
                    <a:cubicBezTo>
                      <a:pt x="4" y="4"/>
                      <a:pt x="3" y="1"/>
                      <a:pt x="4" y="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2" name="Freeform 1216">
                <a:extLst>
                  <a:ext uri="{FF2B5EF4-FFF2-40B4-BE49-F238E27FC236}">
                    <a16:creationId xmlns:a16="http://schemas.microsoft.com/office/drawing/2014/main" id="{0AFD955C-E56E-4D53-8ED5-EC6D2914C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3401"/>
                <a:ext cx="8" cy="23"/>
              </a:xfrm>
              <a:custGeom>
                <a:avLst/>
                <a:gdLst>
                  <a:gd name="T0" fmla="*/ 21 w 3"/>
                  <a:gd name="T1" fmla="*/ 20 h 9"/>
                  <a:gd name="T2" fmla="*/ 0 w 3"/>
                  <a:gd name="T3" fmla="*/ 151 h 9"/>
                  <a:gd name="T4" fmla="*/ 56 w 3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1" y="1"/>
                    </a:moveTo>
                    <a:cubicBezTo>
                      <a:pt x="1" y="3"/>
                      <a:pt x="0" y="6"/>
                      <a:pt x="0" y="9"/>
                    </a:cubicBezTo>
                    <a:cubicBezTo>
                      <a:pt x="2" y="7"/>
                      <a:pt x="3" y="2"/>
                      <a:pt x="3" y="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3" name="Freeform 1217">
                <a:extLst>
                  <a:ext uri="{FF2B5EF4-FFF2-40B4-BE49-F238E27FC236}">
                    <a16:creationId xmlns:a16="http://schemas.microsoft.com/office/drawing/2014/main" id="{1F978E5C-1D06-4FBD-B85E-6D9CFC9EA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3374"/>
                <a:ext cx="7" cy="25"/>
              </a:xfrm>
              <a:custGeom>
                <a:avLst/>
                <a:gdLst>
                  <a:gd name="T0" fmla="*/ 28 w 3"/>
                  <a:gd name="T1" fmla="*/ 20 h 10"/>
                  <a:gd name="T2" fmla="*/ 28 w 3"/>
                  <a:gd name="T3" fmla="*/ 95 h 10"/>
                  <a:gd name="T4" fmla="*/ 0 w 3"/>
                  <a:gd name="T5" fmla="*/ 158 h 10"/>
                  <a:gd name="T6" fmla="*/ 37 w 3"/>
                  <a:gd name="T7" fmla="*/ 83 h 10"/>
                  <a:gd name="T8" fmla="*/ 37 w 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0">
                    <a:moveTo>
                      <a:pt x="2" y="1"/>
                    </a:moveTo>
                    <a:cubicBezTo>
                      <a:pt x="1" y="2"/>
                      <a:pt x="2" y="4"/>
                      <a:pt x="2" y="6"/>
                    </a:cubicBezTo>
                    <a:cubicBezTo>
                      <a:pt x="1" y="7"/>
                      <a:pt x="1" y="9"/>
                      <a:pt x="0" y="10"/>
                    </a:cubicBezTo>
                    <a:cubicBezTo>
                      <a:pt x="2" y="9"/>
                      <a:pt x="3" y="7"/>
                      <a:pt x="3" y="5"/>
                    </a:cubicBezTo>
                    <a:cubicBezTo>
                      <a:pt x="3" y="3"/>
                      <a:pt x="2" y="1"/>
                      <a:pt x="3" y="0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4" name="Freeform 1218">
                <a:extLst>
                  <a:ext uri="{FF2B5EF4-FFF2-40B4-BE49-F238E27FC236}">
                    <a16:creationId xmlns:a16="http://schemas.microsoft.com/office/drawing/2014/main" id="{47E90629-493B-42DA-BDC1-7B5D12FAD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421"/>
                <a:ext cx="10" cy="25"/>
              </a:xfrm>
              <a:custGeom>
                <a:avLst/>
                <a:gdLst>
                  <a:gd name="T0" fmla="*/ 33 w 4"/>
                  <a:gd name="T1" fmla="*/ 0 h 10"/>
                  <a:gd name="T2" fmla="*/ 0 w 4"/>
                  <a:gd name="T3" fmla="*/ 158 h 10"/>
                  <a:gd name="T4" fmla="*/ 63 w 4"/>
                  <a:gd name="T5" fmla="*/ 158 h 10"/>
                  <a:gd name="T6" fmla="*/ 50 w 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2" y="3"/>
                      <a:pt x="3" y="9"/>
                      <a:pt x="0" y="10"/>
                    </a:cubicBezTo>
                    <a:cubicBezTo>
                      <a:pt x="1" y="10"/>
                      <a:pt x="3" y="9"/>
                      <a:pt x="4" y="10"/>
                    </a:cubicBezTo>
                    <a:cubicBezTo>
                      <a:pt x="3" y="7"/>
                      <a:pt x="2" y="3"/>
                      <a:pt x="3" y="0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5" name="Freeform 1219">
                <a:extLst>
                  <a:ext uri="{FF2B5EF4-FFF2-40B4-BE49-F238E27FC236}">
                    <a16:creationId xmlns:a16="http://schemas.microsoft.com/office/drawing/2014/main" id="{B003B8AA-3155-4922-928A-A3E7983A1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326"/>
                <a:ext cx="8" cy="20"/>
              </a:xfrm>
              <a:custGeom>
                <a:avLst/>
                <a:gdLst>
                  <a:gd name="T0" fmla="*/ 21 w 3"/>
                  <a:gd name="T1" fmla="*/ 50 h 8"/>
                  <a:gd name="T2" fmla="*/ 21 w 3"/>
                  <a:gd name="T3" fmla="*/ 125 h 8"/>
                  <a:gd name="T4" fmla="*/ 56 w 3"/>
                  <a:gd name="T5" fmla="*/ 0 h 8"/>
                  <a:gd name="T6" fmla="*/ 35 w 3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8">
                    <a:moveTo>
                      <a:pt x="1" y="3"/>
                    </a:moveTo>
                    <a:cubicBezTo>
                      <a:pt x="1" y="5"/>
                      <a:pt x="0" y="7"/>
                      <a:pt x="1" y="8"/>
                    </a:cubicBezTo>
                    <a:cubicBezTo>
                      <a:pt x="3" y="6"/>
                      <a:pt x="3" y="3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6" name="Freeform 1220">
                <a:extLst>
                  <a:ext uri="{FF2B5EF4-FFF2-40B4-BE49-F238E27FC236}">
                    <a16:creationId xmlns:a16="http://schemas.microsoft.com/office/drawing/2014/main" id="{CD6FF0F0-69E2-4DDD-AB34-8F75FEB9A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3379"/>
                <a:ext cx="8" cy="22"/>
              </a:xfrm>
              <a:custGeom>
                <a:avLst/>
                <a:gdLst>
                  <a:gd name="T0" fmla="*/ 35 w 3"/>
                  <a:gd name="T1" fmla="*/ 12 h 9"/>
                  <a:gd name="T2" fmla="*/ 21 w 3"/>
                  <a:gd name="T3" fmla="*/ 132 h 9"/>
                  <a:gd name="T4" fmla="*/ 56 w 3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2" y="1"/>
                    </a:moveTo>
                    <a:cubicBezTo>
                      <a:pt x="1" y="2"/>
                      <a:pt x="0" y="7"/>
                      <a:pt x="1" y="9"/>
                    </a:cubicBezTo>
                    <a:cubicBezTo>
                      <a:pt x="3" y="7"/>
                      <a:pt x="2" y="3"/>
                      <a:pt x="3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7" name="Freeform 1221">
                <a:extLst>
                  <a:ext uri="{FF2B5EF4-FFF2-40B4-BE49-F238E27FC236}">
                    <a16:creationId xmlns:a16="http://schemas.microsoft.com/office/drawing/2014/main" id="{1F460E9D-CFE9-4D61-99C0-997DC32B3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3079"/>
                <a:ext cx="18" cy="20"/>
              </a:xfrm>
              <a:custGeom>
                <a:avLst/>
                <a:gdLst>
                  <a:gd name="T0" fmla="*/ 85 w 7"/>
                  <a:gd name="T1" fmla="*/ 0 h 8"/>
                  <a:gd name="T2" fmla="*/ 0 w 7"/>
                  <a:gd name="T3" fmla="*/ 113 h 8"/>
                  <a:gd name="T4" fmla="*/ 118 w 7"/>
                  <a:gd name="T5" fmla="*/ 2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3" y="2"/>
                      <a:pt x="1" y="4"/>
                      <a:pt x="0" y="7"/>
                    </a:cubicBezTo>
                    <a:cubicBezTo>
                      <a:pt x="3" y="8"/>
                      <a:pt x="6" y="4"/>
                      <a:pt x="7" y="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8" name="Freeform 1222">
                <a:extLst>
                  <a:ext uri="{FF2B5EF4-FFF2-40B4-BE49-F238E27FC236}">
                    <a16:creationId xmlns:a16="http://schemas.microsoft.com/office/drawing/2014/main" id="{5C61B461-AB34-4C1E-B87F-98FA43EA6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3096"/>
                <a:ext cx="13" cy="15"/>
              </a:xfrm>
              <a:custGeom>
                <a:avLst/>
                <a:gdLst>
                  <a:gd name="T0" fmla="*/ 88 w 5"/>
                  <a:gd name="T1" fmla="*/ 0 h 6"/>
                  <a:gd name="T2" fmla="*/ 0 w 5"/>
                  <a:gd name="T3" fmla="*/ 95 h 6"/>
                  <a:gd name="T4" fmla="*/ 88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1"/>
                      <a:pt x="0" y="4"/>
                      <a:pt x="0" y="6"/>
                    </a:cubicBezTo>
                    <a:cubicBezTo>
                      <a:pt x="2" y="6"/>
                      <a:pt x="4" y="3"/>
                      <a:pt x="5" y="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9" name="Freeform 1223">
                <a:extLst>
                  <a:ext uri="{FF2B5EF4-FFF2-40B4-BE49-F238E27FC236}">
                    <a16:creationId xmlns:a16="http://schemas.microsoft.com/office/drawing/2014/main" id="{7A1FD501-F6D8-48C1-9AB7-4B17E7EC7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3096"/>
                <a:ext cx="30" cy="18"/>
              </a:xfrm>
              <a:custGeom>
                <a:avLst/>
                <a:gdLst>
                  <a:gd name="T0" fmla="*/ 0 w 12"/>
                  <a:gd name="T1" fmla="*/ 118 h 7"/>
                  <a:gd name="T2" fmla="*/ 113 w 12"/>
                  <a:gd name="T3" fmla="*/ 0 h 7"/>
                  <a:gd name="T4" fmla="*/ 188 w 12"/>
                  <a:gd name="T5" fmla="*/ 0 h 7"/>
                  <a:gd name="T6" fmla="*/ 158 w 12"/>
                  <a:gd name="T7" fmla="*/ 67 h 7"/>
                  <a:gd name="T8" fmla="*/ 63 w 12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3" y="5"/>
                      <a:pt x="7" y="4"/>
                      <a:pt x="7" y="0"/>
                    </a:cubicBezTo>
                    <a:cubicBezTo>
                      <a:pt x="7" y="4"/>
                      <a:pt x="11" y="2"/>
                      <a:pt x="12" y="0"/>
                    </a:cubicBezTo>
                    <a:cubicBezTo>
                      <a:pt x="12" y="1"/>
                      <a:pt x="11" y="3"/>
                      <a:pt x="10" y="4"/>
                    </a:cubicBezTo>
                    <a:cubicBezTo>
                      <a:pt x="8" y="3"/>
                      <a:pt x="6" y="2"/>
                      <a:pt x="4" y="4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0" name="Freeform 1224">
                <a:extLst>
                  <a:ext uri="{FF2B5EF4-FFF2-40B4-BE49-F238E27FC236}">
                    <a16:creationId xmlns:a16="http://schemas.microsoft.com/office/drawing/2014/main" id="{A868DA35-D725-45AE-9C7D-C04C8F8BF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949"/>
                <a:ext cx="28" cy="40"/>
              </a:xfrm>
              <a:custGeom>
                <a:avLst/>
                <a:gdLst>
                  <a:gd name="T0" fmla="*/ 33 w 11"/>
                  <a:gd name="T1" fmla="*/ 158 h 16"/>
                  <a:gd name="T2" fmla="*/ 0 w 11"/>
                  <a:gd name="T3" fmla="*/ 250 h 16"/>
                  <a:gd name="T4" fmla="*/ 84 w 11"/>
                  <a:gd name="T5" fmla="*/ 113 h 16"/>
                  <a:gd name="T6" fmla="*/ 130 w 11"/>
                  <a:gd name="T7" fmla="*/ 63 h 16"/>
                  <a:gd name="T8" fmla="*/ 181 w 11"/>
                  <a:gd name="T9" fmla="*/ 0 h 16"/>
                  <a:gd name="T10" fmla="*/ 84 w 11"/>
                  <a:gd name="T11" fmla="*/ 8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2" y="10"/>
                    </a:moveTo>
                    <a:cubicBezTo>
                      <a:pt x="2" y="11"/>
                      <a:pt x="2" y="14"/>
                      <a:pt x="0" y="16"/>
                    </a:cubicBezTo>
                    <a:cubicBezTo>
                      <a:pt x="2" y="13"/>
                      <a:pt x="4" y="10"/>
                      <a:pt x="5" y="7"/>
                    </a:cubicBezTo>
                    <a:cubicBezTo>
                      <a:pt x="6" y="6"/>
                      <a:pt x="7" y="5"/>
                      <a:pt x="8" y="4"/>
                    </a:cubicBezTo>
                    <a:cubicBezTo>
                      <a:pt x="9" y="3"/>
                      <a:pt x="11" y="2"/>
                      <a:pt x="11" y="0"/>
                    </a:cubicBezTo>
                    <a:cubicBezTo>
                      <a:pt x="9" y="1"/>
                      <a:pt x="7" y="4"/>
                      <a:pt x="5" y="5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1" name="Freeform 1225">
                <a:extLst>
                  <a:ext uri="{FF2B5EF4-FFF2-40B4-BE49-F238E27FC236}">
                    <a16:creationId xmlns:a16="http://schemas.microsoft.com/office/drawing/2014/main" id="{0CF9CEFE-D81B-40C8-8661-E90A4D727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929"/>
                <a:ext cx="28" cy="30"/>
              </a:xfrm>
              <a:custGeom>
                <a:avLst/>
                <a:gdLst>
                  <a:gd name="T0" fmla="*/ 20 w 11"/>
                  <a:gd name="T1" fmla="*/ 188 h 12"/>
                  <a:gd name="T2" fmla="*/ 117 w 11"/>
                  <a:gd name="T3" fmla="*/ 83 h 12"/>
                  <a:gd name="T4" fmla="*/ 181 w 11"/>
                  <a:gd name="T5" fmla="*/ 0 h 12"/>
                  <a:gd name="T6" fmla="*/ 0 w 11"/>
                  <a:gd name="T7" fmla="*/ 15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" y="12"/>
                    </a:moveTo>
                    <a:cubicBezTo>
                      <a:pt x="4" y="10"/>
                      <a:pt x="5" y="8"/>
                      <a:pt x="7" y="5"/>
                    </a:cubicBezTo>
                    <a:cubicBezTo>
                      <a:pt x="8" y="3"/>
                      <a:pt x="10" y="2"/>
                      <a:pt x="11" y="0"/>
                    </a:cubicBezTo>
                    <a:cubicBezTo>
                      <a:pt x="7" y="1"/>
                      <a:pt x="1" y="6"/>
                      <a:pt x="0" y="1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2" name="Freeform 1226">
                <a:extLst>
                  <a:ext uri="{FF2B5EF4-FFF2-40B4-BE49-F238E27FC236}">
                    <a16:creationId xmlns:a16="http://schemas.microsoft.com/office/drawing/2014/main" id="{5EC76E99-D6E6-4AEF-A64A-9689B648B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904"/>
                <a:ext cx="18" cy="22"/>
              </a:xfrm>
              <a:custGeom>
                <a:avLst/>
                <a:gdLst>
                  <a:gd name="T0" fmla="*/ 0 w 7"/>
                  <a:gd name="T1" fmla="*/ 132 h 9"/>
                  <a:gd name="T2" fmla="*/ 118 w 7"/>
                  <a:gd name="T3" fmla="*/ 0 h 9"/>
                  <a:gd name="T4" fmla="*/ 0 w 7"/>
                  <a:gd name="T5" fmla="*/ 1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3" y="6"/>
                      <a:pt x="7" y="5"/>
                      <a:pt x="7" y="0"/>
                    </a:cubicBezTo>
                    <a:cubicBezTo>
                      <a:pt x="4" y="0"/>
                      <a:pt x="0" y="5"/>
                      <a:pt x="0" y="8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3" name="Freeform 1227">
                <a:extLst>
                  <a:ext uri="{FF2B5EF4-FFF2-40B4-BE49-F238E27FC236}">
                    <a16:creationId xmlns:a16="http://schemas.microsoft.com/office/drawing/2014/main" id="{F5C2D44C-7E6D-4040-A109-4A04BA971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3151"/>
                <a:ext cx="7" cy="15"/>
              </a:xfrm>
              <a:custGeom>
                <a:avLst/>
                <a:gdLst>
                  <a:gd name="T0" fmla="*/ 12 w 3"/>
                  <a:gd name="T1" fmla="*/ 20 h 6"/>
                  <a:gd name="T2" fmla="*/ 0 w 3"/>
                  <a:gd name="T3" fmla="*/ 95 h 6"/>
                  <a:gd name="T4" fmla="*/ 37 w 3"/>
                  <a:gd name="T5" fmla="*/ 0 h 6"/>
                  <a:gd name="T6" fmla="*/ 12 w 3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1"/>
                    </a:moveTo>
                    <a:cubicBezTo>
                      <a:pt x="0" y="2"/>
                      <a:pt x="0" y="5"/>
                      <a:pt x="0" y="6"/>
                    </a:cubicBezTo>
                    <a:cubicBezTo>
                      <a:pt x="1" y="6"/>
                      <a:pt x="2" y="1"/>
                      <a:pt x="3" y="0"/>
                    </a:cubicBezTo>
                    <a:cubicBezTo>
                      <a:pt x="2" y="0"/>
                      <a:pt x="2" y="0"/>
                      <a:pt x="1" y="1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4" name="Freeform 1228">
                <a:extLst>
                  <a:ext uri="{FF2B5EF4-FFF2-40B4-BE49-F238E27FC236}">
                    <a16:creationId xmlns:a16="http://schemas.microsoft.com/office/drawing/2014/main" id="{D23B8F3B-5D07-4CBB-826D-61DB49425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3171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33 w 4"/>
                  <a:gd name="T3" fmla="*/ 63 h 4"/>
                  <a:gd name="T4" fmla="*/ 5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4"/>
                      <a:pt x="2" y="4"/>
                    </a:cubicBezTo>
                    <a:cubicBezTo>
                      <a:pt x="4" y="4"/>
                      <a:pt x="3" y="1"/>
                      <a:pt x="3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5" name="Freeform 1229">
                <a:extLst>
                  <a:ext uri="{FF2B5EF4-FFF2-40B4-BE49-F238E27FC236}">
                    <a16:creationId xmlns:a16="http://schemas.microsoft.com/office/drawing/2014/main" id="{FA17DE59-6ACC-4863-9440-BF4684823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184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0 w 4"/>
                  <a:gd name="T3" fmla="*/ 63 h 4"/>
                  <a:gd name="T4" fmla="*/ 50 w 4"/>
                  <a:gd name="T5" fmla="*/ 63 h 4"/>
                  <a:gd name="T6" fmla="*/ 50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1" y="4"/>
                      <a:pt x="2" y="3"/>
                      <a:pt x="3" y="4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6" name="Freeform 1230">
                <a:extLst>
                  <a:ext uri="{FF2B5EF4-FFF2-40B4-BE49-F238E27FC236}">
                    <a16:creationId xmlns:a16="http://schemas.microsoft.com/office/drawing/2014/main" id="{8981136A-A4A6-4CF8-8B16-A973247B5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3196"/>
                <a:ext cx="10" cy="13"/>
              </a:xfrm>
              <a:custGeom>
                <a:avLst/>
                <a:gdLst>
                  <a:gd name="T0" fmla="*/ 33 w 4"/>
                  <a:gd name="T1" fmla="*/ 0 h 5"/>
                  <a:gd name="T2" fmla="*/ 20 w 4"/>
                  <a:gd name="T3" fmla="*/ 68 h 5"/>
                  <a:gd name="T4" fmla="*/ 5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0"/>
                      <a:pt x="0" y="4"/>
                      <a:pt x="1" y="4"/>
                    </a:cubicBezTo>
                    <a:cubicBezTo>
                      <a:pt x="3" y="5"/>
                      <a:pt x="4" y="1"/>
                      <a:pt x="3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7" name="Freeform 1231">
                <a:extLst>
                  <a:ext uri="{FF2B5EF4-FFF2-40B4-BE49-F238E27FC236}">
                    <a16:creationId xmlns:a16="http://schemas.microsoft.com/office/drawing/2014/main" id="{367AD07D-15D8-4794-88B2-E5CE3D438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139"/>
                <a:ext cx="5" cy="12"/>
              </a:xfrm>
              <a:custGeom>
                <a:avLst/>
                <a:gdLst>
                  <a:gd name="T0" fmla="*/ 20 w 2"/>
                  <a:gd name="T1" fmla="*/ 12 h 5"/>
                  <a:gd name="T2" fmla="*/ 20 w 2"/>
                  <a:gd name="T3" fmla="*/ 58 h 5"/>
                  <a:gd name="T4" fmla="*/ 20 w 2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1"/>
                    </a:moveTo>
                    <a:cubicBezTo>
                      <a:pt x="0" y="1"/>
                      <a:pt x="0" y="5"/>
                      <a:pt x="1" y="4"/>
                    </a:cubicBezTo>
                    <a:cubicBezTo>
                      <a:pt x="2" y="4"/>
                      <a:pt x="1" y="1"/>
                      <a:pt x="1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8" name="Freeform 1232">
                <a:extLst>
                  <a:ext uri="{FF2B5EF4-FFF2-40B4-BE49-F238E27FC236}">
                    <a16:creationId xmlns:a16="http://schemas.microsoft.com/office/drawing/2014/main" id="{B767379C-4BED-450F-8E1B-71D750595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149"/>
                <a:ext cx="5" cy="15"/>
              </a:xfrm>
              <a:custGeom>
                <a:avLst/>
                <a:gdLst>
                  <a:gd name="T0" fmla="*/ 20 w 2"/>
                  <a:gd name="T1" fmla="*/ 0 h 6"/>
                  <a:gd name="T2" fmla="*/ 0 w 2"/>
                  <a:gd name="T3" fmla="*/ 63 h 6"/>
                  <a:gd name="T4" fmla="*/ 0 w 2"/>
                  <a:gd name="T5" fmla="*/ 95 h 6"/>
                  <a:gd name="T6" fmla="*/ 33 w 2"/>
                  <a:gd name="T7" fmla="*/ 50 h 6"/>
                  <a:gd name="T8" fmla="*/ 33 w 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9" name="Freeform 1233">
                <a:extLst>
                  <a:ext uri="{FF2B5EF4-FFF2-40B4-BE49-F238E27FC236}">
                    <a16:creationId xmlns:a16="http://schemas.microsoft.com/office/drawing/2014/main" id="{AB99212C-B573-4240-A5F9-46B5E4C41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3164"/>
                <a:ext cx="7" cy="12"/>
              </a:xfrm>
              <a:custGeom>
                <a:avLst/>
                <a:gdLst>
                  <a:gd name="T0" fmla="*/ 0 w 3"/>
                  <a:gd name="T1" fmla="*/ 0 h 5"/>
                  <a:gd name="T2" fmla="*/ 12 w 3"/>
                  <a:gd name="T3" fmla="*/ 41 h 5"/>
                  <a:gd name="T4" fmla="*/ 28 w 3"/>
                  <a:gd name="T5" fmla="*/ 70 h 5"/>
                  <a:gd name="T6" fmla="*/ 37 w 3"/>
                  <a:gd name="T7" fmla="*/ 41 h 5"/>
                  <a:gd name="T8" fmla="*/ 12 w 3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2" y="3"/>
                      <a:pt x="1" y="2"/>
                      <a:pt x="1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0" name="Freeform 1234">
                <a:extLst>
                  <a:ext uri="{FF2B5EF4-FFF2-40B4-BE49-F238E27FC236}">
                    <a16:creationId xmlns:a16="http://schemas.microsoft.com/office/drawing/2014/main" id="{0B1B117D-E5F8-457E-95A3-BD6269037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3166"/>
                <a:ext cx="12" cy="23"/>
              </a:xfrm>
              <a:custGeom>
                <a:avLst/>
                <a:gdLst>
                  <a:gd name="T0" fmla="*/ 12 w 5"/>
                  <a:gd name="T1" fmla="*/ 118 h 9"/>
                  <a:gd name="T2" fmla="*/ 58 w 5"/>
                  <a:gd name="T3" fmla="*/ 0 h 9"/>
                  <a:gd name="T4" fmla="*/ 70 w 5"/>
                  <a:gd name="T5" fmla="*/ 33 h 9"/>
                  <a:gd name="T6" fmla="*/ 41 w 5"/>
                  <a:gd name="T7" fmla="*/ 84 h 9"/>
                  <a:gd name="T8" fmla="*/ 0 w 5"/>
                  <a:gd name="T9" fmla="*/ 15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1" y="7"/>
                    </a:moveTo>
                    <a:cubicBezTo>
                      <a:pt x="1" y="5"/>
                      <a:pt x="3" y="2"/>
                      <a:pt x="4" y="0"/>
                    </a:cubicBezTo>
                    <a:cubicBezTo>
                      <a:pt x="4" y="1"/>
                      <a:pt x="4" y="1"/>
                      <a:pt x="5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7"/>
                      <a:pt x="1" y="7"/>
                      <a:pt x="0" y="9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1" name="Freeform 1235">
                <a:extLst>
                  <a:ext uri="{FF2B5EF4-FFF2-40B4-BE49-F238E27FC236}">
                    <a16:creationId xmlns:a16="http://schemas.microsoft.com/office/drawing/2014/main" id="{05AD8FF9-49CB-4928-BFF3-217F514B6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186"/>
                <a:ext cx="8" cy="18"/>
              </a:xfrm>
              <a:custGeom>
                <a:avLst/>
                <a:gdLst>
                  <a:gd name="T0" fmla="*/ 56 w 3"/>
                  <a:gd name="T1" fmla="*/ 21 h 7"/>
                  <a:gd name="T2" fmla="*/ 0 w 3"/>
                  <a:gd name="T3" fmla="*/ 118 h 7"/>
                  <a:gd name="T4" fmla="*/ 21 w 3"/>
                  <a:gd name="T5" fmla="*/ 118 h 7"/>
                  <a:gd name="T6" fmla="*/ 56 w 3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1"/>
                    </a:moveTo>
                    <a:cubicBezTo>
                      <a:pt x="2" y="0"/>
                      <a:pt x="0" y="6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5"/>
                      <a:pt x="1" y="3"/>
                      <a:pt x="3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2" name="Freeform 1236">
                <a:extLst>
                  <a:ext uri="{FF2B5EF4-FFF2-40B4-BE49-F238E27FC236}">
                    <a16:creationId xmlns:a16="http://schemas.microsoft.com/office/drawing/2014/main" id="{A1838183-E6ED-46F3-B1DF-6AEF5667E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3184"/>
                <a:ext cx="10" cy="15"/>
              </a:xfrm>
              <a:custGeom>
                <a:avLst/>
                <a:gdLst>
                  <a:gd name="T0" fmla="*/ 0 w 4"/>
                  <a:gd name="T1" fmla="*/ 83 h 6"/>
                  <a:gd name="T2" fmla="*/ 20 w 4"/>
                  <a:gd name="T3" fmla="*/ 95 h 6"/>
                  <a:gd name="T4" fmla="*/ 33 w 4"/>
                  <a:gd name="T5" fmla="*/ 50 h 6"/>
                  <a:gd name="T6" fmla="*/ 33 w 4"/>
                  <a:gd name="T7" fmla="*/ 0 h 6"/>
                  <a:gd name="T8" fmla="*/ 33 w 4"/>
                  <a:gd name="T9" fmla="*/ 5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1" y="6"/>
                      <a:pt x="1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3" y="2"/>
                      <a:pt x="4" y="1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3" name="Freeform 1237">
                <a:extLst>
                  <a:ext uri="{FF2B5EF4-FFF2-40B4-BE49-F238E27FC236}">
                    <a16:creationId xmlns:a16="http://schemas.microsoft.com/office/drawing/2014/main" id="{514E6B30-A277-4EB4-9419-EE1FF8C25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3111"/>
                <a:ext cx="12" cy="20"/>
              </a:xfrm>
              <a:custGeom>
                <a:avLst/>
                <a:gdLst>
                  <a:gd name="T0" fmla="*/ 12 w 5"/>
                  <a:gd name="T1" fmla="*/ 113 h 8"/>
                  <a:gd name="T2" fmla="*/ 70 w 5"/>
                  <a:gd name="T3" fmla="*/ 0 h 8"/>
                  <a:gd name="T4" fmla="*/ 70 w 5"/>
                  <a:gd name="T5" fmla="*/ 50 h 8"/>
                  <a:gd name="T6" fmla="*/ 41 w 5"/>
                  <a:gd name="T7" fmla="*/ 95 h 8"/>
                  <a:gd name="T8" fmla="*/ 0 w 5"/>
                  <a:gd name="T9" fmla="*/ 12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3" y="5"/>
                      <a:pt x="3" y="2"/>
                      <a:pt x="5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2" y="5"/>
                      <a:pt x="1" y="7"/>
                      <a:pt x="0" y="8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4" name="Freeform 1238">
                <a:extLst>
                  <a:ext uri="{FF2B5EF4-FFF2-40B4-BE49-F238E27FC236}">
                    <a16:creationId xmlns:a16="http://schemas.microsoft.com/office/drawing/2014/main" id="{1775D68B-32A2-46A3-A3F8-884399C22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889"/>
                <a:ext cx="15" cy="27"/>
              </a:xfrm>
              <a:custGeom>
                <a:avLst/>
                <a:gdLst>
                  <a:gd name="T0" fmla="*/ 83 w 6"/>
                  <a:gd name="T1" fmla="*/ 0 h 11"/>
                  <a:gd name="T2" fmla="*/ 50 w 6"/>
                  <a:gd name="T3" fmla="*/ 71 h 11"/>
                  <a:gd name="T4" fmla="*/ 0 w 6"/>
                  <a:gd name="T5" fmla="*/ 150 h 11"/>
                  <a:gd name="T6" fmla="*/ 63 w 6"/>
                  <a:gd name="T7" fmla="*/ 162 h 11"/>
                  <a:gd name="T8" fmla="*/ 95 w 6"/>
                  <a:gd name="T9" fmla="*/ 91 h 11"/>
                  <a:gd name="T10" fmla="*/ 83 w 6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cubicBezTo>
                      <a:pt x="4" y="1"/>
                      <a:pt x="4" y="3"/>
                      <a:pt x="3" y="5"/>
                    </a:cubicBezTo>
                    <a:cubicBezTo>
                      <a:pt x="2" y="7"/>
                      <a:pt x="1" y="9"/>
                      <a:pt x="0" y="10"/>
                    </a:cubicBezTo>
                    <a:cubicBezTo>
                      <a:pt x="1" y="11"/>
                      <a:pt x="3" y="9"/>
                      <a:pt x="4" y="11"/>
                    </a:cubicBezTo>
                    <a:cubicBezTo>
                      <a:pt x="2" y="8"/>
                      <a:pt x="2" y="5"/>
                      <a:pt x="6" y="6"/>
                    </a:cubicBezTo>
                    <a:cubicBezTo>
                      <a:pt x="6" y="4"/>
                      <a:pt x="4" y="2"/>
                      <a:pt x="5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5" name="Freeform 1239">
                <a:extLst>
                  <a:ext uri="{FF2B5EF4-FFF2-40B4-BE49-F238E27FC236}">
                    <a16:creationId xmlns:a16="http://schemas.microsoft.com/office/drawing/2014/main" id="{24173643-103C-4846-8B0E-C45662EC2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909"/>
                <a:ext cx="20" cy="20"/>
              </a:xfrm>
              <a:custGeom>
                <a:avLst/>
                <a:gdLst>
                  <a:gd name="T0" fmla="*/ 63 w 8"/>
                  <a:gd name="T1" fmla="*/ 0 h 8"/>
                  <a:gd name="T2" fmla="*/ 20 w 8"/>
                  <a:gd name="T3" fmla="*/ 50 h 8"/>
                  <a:gd name="T4" fmla="*/ 63 w 8"/>
                  <a:gd name="T5" fmla="*/ 125 h 8"/>
                  <a:gd name="T6" fmla="*/ 125 w 8"/>
                  <a:gd name="T7" fmla="*/ 33 h 8"/>
                  <a:gd name="T8" fmla="*/ 63 w 8"/>
                  <a:gd name="T9" fmla="*/ 2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3" y="0"/>
                      <a:pt x="1" y="2"/>
                      <a:pt x="1" y="3"/>
                    </a:cubicBezTo>
                    <a:cubicBezTo>
                      <a:pt x="1" y="6"/>
                      <a:pt x="3" y="6"/>
                      <a:pt x="4" y="8"/>
                    </a:cubicBezTo>
                    <a:cubicBezTo>
                      <a:pt x="0" y="6"/>
                      <a:pt x="7" y="3"/>
                      <a:pt x="8" y="2"/>
                    </a:cubicBezTo>
                    <a:cubicBezTo>
                      <a:pt x="6" y="2"/>
                      <a:pt x="4" y="3"/>
                      <a:pt x="4" y="1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6" name="Freeform 1240">
                <a:extLst>
                  <a:ext uri="{FF2B5EF4-FFF2-40B4-BE49-F238E27FC236}">
                    <a16:creationId xmlns:a16="http://schemas.microsoft.com/office/drawing/2014/main" id="{C2583879-42EA-4E16-AF82-4F4D197FB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899"/>
                <a:ext cx="30" cy="40"/>
              </a:xfrm>
              <a:custGeom>
                <a:avLst/>
                <a:gdLst>
                  <a:gd name="T0" fmla="*/ 83 w 12"/>
                  <a:gd name="T1" fmla="*/ 33 h 16"/>
                  <a:gd name="T2" fmla="*/ 113 w 12"/>
                  <a:gd name="T3" fmla="*/ 145 h 16"/>
                  <a:gd name="T4" fmla="*/ 0 w 12"/>
                  <a:gd name="T5" fmla="*/ 250 h 16"/>
                  <a:gd name="T6" fmla="*/ 95 w 12"/>
                  <a:gd name="T7" fmla="*/ 188 h 16"/>
                  <a:gd name="T8" fmla="*/ 175 w 12"/>
                  <a:gd name="T9" fmla="*/ 145 h 16"/>
                  <a:gd name="T10" fmla="*/ 125 w 12"/>
                  <a:gd name="T11" fmla="*/ 63 h 16"/>
                  <a:gd name="T12" fmla="*/ 158 w 12"/>
                  <a:gd name="T13" fmla="*/ 0 h 16"/>
                  <a:gd name="T14" fmla="*/ 33 w 12"/>
                  <a:gd name="T15" fmla="*/ 20 h 16"/>
                  <a:gd name="T16" fmla="*/ 63 w 12"/>
                  <a:gd name="T17" fmla="*/ 2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6">
                    <a:moveTo>
                      <a:pt x="5" y="2"/>
                    </a:moveTo>
                    <a:cubicBezTo>
                      <a:pt x="4" y="3"/>
                      <a:pt x="7" y="7"/>
                      <a:pt x="7" y="9"/>
                    </a:cubicBezTo>
                    <a:cubicBezTo>
                      <a:pt x="6" y="12"/>
                      <a:pt x="1" y="13"/>
                      <a:pt x="0" y="16"/>
                    </a:cubicBezTo>
                    <a:cubicBezTo>
                      <a:pt x="2" y="15"/>
                      <a:pt x="4" y="13"/>
                      <a:pt x="6" y="12"/>
                    </a:cubicBezTo>
                    <a:cubicBezTo>
                      <a:pt x="7" y="11"/>
                      <a:pt x="11" y="10"/>
                      <a:pt x="11" y="9"/>
                    </a:cubicBezTo>
                    <a:cubicBezTo>
                      <a:pt x="12" y="8"/>
                      <a:pt x="9" y="5"/>
                      <a:pt x="8" y="4"/>
                    </a:cubicBezTo>
                    <a:cubicBezTo>
                      <a:pt x="8" y="3"/>
                      <a:pt x="9" y="1"/>
                      <a:pt x="10" y="0"/>
                    </a:cubicBezTo>
                    <a:cubicBezTo>
                      <a:pt x="7" y="0"/>
                      <a:pt x="5" y="1"/>
                      <a:pt x="2" y="1"/>
                    </a:cubicBezTo>
                    <a:cubicBezTo>
                      <a:pt x="3" y="1"/>
                      <a:pt x="4" y="1"/>
                      <a:pt x="4" y="1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7" name="Freeform 1241">
                <a:extLst>
                  <a:ext uri="{FF2B5EF4-FFF2-40B4-BE49-F238E27FC236}">
                    <a16:creationId xmlns:a16="http://schemas.microsoft.com/office/drawing/2014/main" id="{9185574E-7881-496D-8209-727F27830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896"/>
                <a:ext cx="20" cy="33"/>
              </a:xfrm>
              <a:custGeom>
                <a:avLst/>
                <a:gdLst>
                  <a:gd name="T0" fmla="*/ 83 w 8"/>
                  <a:gd name="T1" fmla="*/ 84 h 13"/>
                  <a:gd name="T2" fmla="*/ 95 w 8"/>
                  <a:gd name="T3" fmla="*/ 213 h 13"/>
                  <a:gd name="T4" fmla="*/ 63 w 8"/>
                  <a:gd name="T5" fmla="*/ 96 h 13"/>
                  <a:gd name="T6" fmla="*/ 125 w 8"/>
                  <a:gd name="T7" fmla="*/ 0 h 13"/>
                  <a:gd name="T8" fmla="*/ 113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5" y="5"/>
                    </a:moveTo>
                    <a:cubicBezTo>
                      <a:pt x="0" y="6"/>
                      <a:pt x="4" y="12"/>
                      <a:pt x="6" y="13"/>
                    </a:cubicBezTo>
                    <a:cubicBezTo>
                      <a:pt x="5" y="11"/>
                      <a:pt x="3" y="9"/>
                      <a:pt x="4" y="6"/>
                    </a:cubicBezTo>
                    <a:cubicBezTo>
                      <a:pt x="4" y="3"/>
                      <a:pt x="6" y="2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8" name="Freeform 1242">
                <a:extLst>
                  <a:ext uri="{FF2B5EF4-FFF2-40B4-BE49-F238E27FC236}">
                    <a16:creationId xmlns:a16="http://schemas.microsoft.com/office/drawing/2014/main" id="{F70D1AFF-3879-4097-83BA-03BF78517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906"/>
                <a:ext cx="23" cy="25"/>
              </a:xfrm>
              <a:custGeom>
                <a:avLst/>
                <a:gdLst>
                  <a:gd name="T0" fmla="*/ 66 w 9"/>
                  <a:gd name="T1" fmla="*/ 20 h 10"/>
                  <a:gd name="T2" fmla="*/ 0 w 9"/>
                  <a:gd name="T3" fmla="*/ 145 h 10"/>
                  <a:gd name="T4" fmla="*/ 97 w 9"/>
                  <a:gd name="T5" fmla="*/ 113 h 10"/>
                  <a:gd name="T6" fmla="*/ 151 w 9"/>
                  <a:gd name="T7" fmla="*/ 158 h 10"/>
                  <a:gd name="T8" fmla="*/ 84 w 9"/>
                  <a:gd name="T9" fmla="*/ 83 h 10"/>
                  <a:gd name="T10" fmla="*/ 84 w 9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4" y="1"/>
                    </a:moveTo>
                    <a:cubicBezTo>
                      <a:pt x="5" y="4"/>
                      <a:pt x="3" y="7"/>
                      <a:pt x="0" y="9"/>
                    </a:cubicBezTo>
                    <a:cubicBezTo>
                      <a:pt x="2" y="9"/>
                      <a:pt x="4" y="7"/>
                      <a:pt x="6" y="7"/>
                    </a:cubicBezTo>
                    <a:cubicBezTo>
                      <a:pt x="7" y="8"/>
                      <a:pt x="7" y="9"/>
                      <a:pt x="9" y="10"/>
                    </a:cubicBezTo>
                    <a:cubicBezTo>
                      <a:pt x="7" y="9"/>
                      <a:pt x="5" y="8"/>
                      <a:pt x="5" y="5"/>
                    </a:cubicBezTo>
                    <a:cubicBezTo>
                      <a:pt x="5" y="3"/>
                      <a:pt x="7" y="2"/>
                      <a:pt x="5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9" name="Freeform 1243">
                <a:extLst>
                  <a:ext uri="{FF2B5EF4-FFF2-40B4-BE49-F238E27FC236}">
                    <a16:creationId xmlns:a16="http://schemas.microsoft.com/office/drawing/2014/main" id="{AA4900C6-EEA4-4609-A97C-9A88CD9EF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904"/>
                <a:ext cx="18" cy="27"/>
              </a:xfrm>
              <a:custGeom>
                <a:avLst/>
                <a:gdLst>
                  <a:gd name="T0" fmla="*/ 54 w 7"/>
                  <a:gd name="T1" fmla="*/ 0 h 11"/>
                  <a:gd name="T2" fmla="*/ 85 w 7"/>
                  <a:gd name="T3" fmla="*/ 61 h 11"/>
                  <a:gd name="T4" fmla="*/ 33 w 7"/>
                  <a:gd name="T5" fmla="*/ 120 h 11"/>
                  <a:gd name="T6" fmla="*/ 118 w 7"/>
                  <a:gd name="T7" fmla="*/ 103 h 11"/>
                  <a:gd name="T8" fmla="*/ 54 w 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3" y="1"/>
                      <a:pt x="5" y="2"/>
                      <a:pt x="5" y="4"/>
                    </a:cubicBezTo>
                    <a:cubicBezTo>
                      <a:pt x="5" y="6"/>
                      <a:pt x="3" y="6"/>
                      <a:pt x="2" y="8"/>
                    </a:cubicBezTo>
                    <a:cubicBezTo>
                      <a:pt x="0" y="11"/>
                      <a:pt x="6" y="7"/>
                      <a:pt x="7" y="7"/>
                    </a:cubicBezTo>
                    <a:cubicBezTo>
                      <a:pt x="4" y="5"/>
                      <a:pt x="6" y="2"/>
                      <a:pt x="3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0" name="Freeform 1244">
                <a:extLst>
                  <a:ext uri="{FF2B5EF4-FFF2-40B4-BE49-F238E27FC236}">
                    <a16:creationId xmlns:a16="http://schemas.microsoft.com/office/drawing/2014/main" id="{01785A87-CC6B-4FED-B636-F4CB3D626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901"/>
                <a:ext cx="10" cy="10"/>
              </a:xfrm>
              <a:custGeom>
                <a:avLst/>
                <a:gdLst>
                  <a:gd name="T0" fmla="*/ 0 w 4"/>
                  <a:gd name="T1" fmla="*/ 0 h 4"/>
                  <a:gd name="T2" fmla="*/ 20 w 4"/>
                  <a:gd name="T3" fmla="*/ 63 h 4"/>
                  <a:gd name="T4" fmla="*/ 63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2" y="3"/>
                      <a:pt x="2" y="2"/>
                      <a:pt x="4" y="1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1" name="Freeform 1245">
                <a:extLst>
                  <a:ext uri="{FF2B5EF4-FFF2-40B4-BE49-F238E27FC236}">
                    <a16:creationId xmlns:a16="http://schemas.microsoft.com/office/drawing/2014/main" id="{177199BC-4F5A-4839-8E5C-C8422CB1C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929"/>
                <a:ext cx="20" cy="27"/>
              </a:xfrm>
              <a:custGeom>
                <a:avLst/>
                <a:gdLst>
                  <a:gd name="T0" fmla="*/ 33 w 8"/>
                  <a:gd name="T1" fmla="*/ 0 h 11"/>
                  <a:gd name="T2" fmla="*/ 0 w 8"/>
                  <a:gd name="T3" fmla="*/ 162 h 11"/>
                  <a:gd name="T4" fmla="*/ 63 w 8"/>
                  <a:gd name="T5" fmla="*/ 103 h 11"/>
                  <a:gd name="T6" fmla="*/ 125 w 8"/>
                  <a:gd name="T7" fmla="*/ 61 h 11"/>
                  <a:gd name="T8" fmla="*/ 63 w 8"/>
                  <a:gd name="T9" fmla="*/ 91 h 11"/>
                  <a:gd name="T10" fmla="*/ 63 w 8"/>
                  <a:gd name="T11" fmla="*/ 9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2" y="4"/>
                      <a:pt x="3" y="7"/>
                      <a:pt x="0" y="11"/>
                    </a:cubicBezTo>
                    <a:cubicBezTo>
                      <a:pt x="2" y="10"/>
                      <a:pt x="3" y="8"/>
                      <a:pt x="4" y="7"/>
                    </a:cubicBezTo>
                    <a:cubicBezTo>
                      <a:pt x="5" y="7"/>
                      <a:pt x="8" y="6"/>
                      <a:pt x="8" y="4"/>
                    </a:cubicBezTo>
                    <a:cubicBezTo>
                      <a:pt x="7" y="5"/>
                      <a:pt x="6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2" name="Freeform 1246">
                <a:extLst>
                  <a:ext uri="{FF2B5EF4-FFF2-40B4-BE49-F238E27FC236}">
                    <a16:creationId xmlns:a16="http://schemas.microsoft.com/office/drawing/2014/main" id="{148EB6D3-5E24-4E33-9410-59AD00CD3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854"/>
                <a:ext cx="25" cy="30"/>
              </a:xfrm>
              <a:custGeom>
                <a:avLst/>
                <a:gdLst>
                  <a:gd name="T0" fmla="*/ 95 w 10"/>
                  <a:gd name="T1" fmla="*/ 33 h 12"/>
                  <a:gd name="T2" fmla="*/ 50 w 10"/>
                  <a:gd name="T3" fmla="*/ 113 h 12"/>
                  <a:gd name="T4" fmla="*/ 0 w 10"/>
                  <a:gd name="T5" fmla="*/ 188 h 12"/>
                  <a:gd name="T6" fmla="*/ 83 w 10"/>
                  <a:gd name="T7" fmla="*/ 188 h 12"/>
                  <a:gd name="T8" fmla="*/ 158 w 10"/>
                  <a:gd name="T9" fmla="*/ 0 h 12"/>
                  <a:gd name="T10" fmla="*/ 83 w 10"/>
                  <a:gd name="T11" fmla="*/ 63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6" y="2"/>
                    </a:moveTo>
                    <a:cubicBezTo>
                      <a:pt x="5" y="4"/>
                      <a:pt x="4" y="6"/>
                      <a:pt x="3" y="7"/>
                    </a:cubicBezTo>
                    <a:cubicBezTo>
                      <a:pt x="2" y="9"/>
                      <a:pt x="1" y="10"/>
                      <a:pt x="0" y="12"/>
                    </a:cubicBezTo>
                    <a:cubicBezTo>
                      <a:pt x="2" y="12"/>
                      <a:pt x="4" y="10"/>
                      <a:pt x="5" y="12"/>
                    </a:cubicBezTo>
                    <a:cubicBezTo>
                      <a:pt x="3" y="7"/>
                      <a:pt x="8" y="4"/>
                      <a:pt x="10" y="0"/>
                    </a:cubicBezTo>
                    <a:cubicBezTo>
                      <a:pt x="8" y="0"/>
                      <a:pt x="5" y="3"/>
                      <a:pt x="5" y="4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3" name="Freeform 1247">
                <a:extLst>
                  <a:ext uri="{FF2B5EF4-FFF2-40B4-BE49-F238E27FC236}">
                    <a16:creationId xmlns:a16="http://schemas.microsoft.com/office/drawing/2014/main" id="{BB44A08D-412F-494F-9A57-2CDBFB74A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894"/>
                <a:ext cx="15" cy="40"/>
              </a:xfrm>
              <a:custGeom>
                <a:avLst/>
                <a:gdLst>
                  <a:gd name="T0" fmla="*/ 95 w 6"/>
                  <a:gd name="T1" fmla="*/ 0 h 16"/>
                  <a:gd name="T2" fmla="*/ 50 w 6"/>
                  <a:gd name="T3" fmla="*/ 63 h 16"/>
                  <a:gd name="T4" fmla="*/ 0 w 6"/>
                  <a:gd name="T5" fmla="*/ 145 h 16"/>
                  <a:gd name="T6" fmla="*/ 33 w 6"/>
                  <a:gd name="T7" fmla="*/ 188 h 16"/>
                  <a:gd name="T8" fmla="*/ 63 w 6"/>
                  <a:gd name="T9" fmla="*/ 250 h 16"/>
                  <a:gd name="T10" fmla="*/ 83 w 6"/>
                  <a:gd name="T11" fmla="*/ 188 h 16"/>
                  <a:gd name="T12" fmla="*/ 33 w 6"/>
                  <a:gd name="T13" fmla="*/ 14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6">
                    <a:moveTo>
                      <a:pt x="6" y="0"/>
                    </a:moveTo>
                    <a:cubicBezTo>
                      <a:pt x="4" y="1"/>
                      <a:pt x="4" y="3"/>
                      <a:pt x="3" y="4"/>
                    </a:cubicBezTo>
                    <a:cubicBezTo>
                      <a:pt x="2" y="6"/>
                      <a:pt x="0" y="7"/>
                      <a:pt x="0" y="9"/>
                    </a:cubicBezTo>
                    <a:cubicBezTo>
                      <a:pt x="0" y="10"/>
                      <a:pt x="2" y="11"/>
                      <a:pt x="2" y="12"/>
                    </a:cubicBezTo>
                    <a:cubicBezTo>
                      <a:pt x="3" y="14"/>
                      <a:pt x="3" y="15"/>
                      <a:pt x="4" y="16"/>
                    </a:cubicBezTo>
                    <a:cubicBezTo>
                      <a:pt x="4" y="15"/>
                      <a:pt x="4" y="13"/>
                      <a:pt x="5" y="12"/>
                    </a:cubicBezTo>
                    <a:cubicBezTo>
                      <a:pt x="3" y="13"/>
                      <a:pt x="1" y="11"/>
                      <a:pt x="2" y="9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4" name="Freeform 1248">
                <a:extLst>
                  <a:ext uri="{FF2B5EF4-FFF2-40B4-BE49-F238E27FC236}">
                    <a16:creationId xmlns:a16="http://schemas.microsoft.com/office/drawing/2014/main" id="{F5C748CC-B475-4194-B918-1AFB62465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896"/>
                <a:ext cx="15" cy="25"/>
              </a:xfrm>
              <a:custGeom>
                <a:avLst/>
                <a:gdLst>
                  <a:gd name="T0" fmla="*/ 0 w 6"/>
                  <a:gd name="T1" fmla="*/ 33 h 10"/>
                  <a:gd name="T2" fmla="*/ 20 w 6"/>
                  <a:gd name="T3" fmla="*/ 158 h 10"/>
                  <a:gd name="T4" fmla="*/ 95 w 6"/>
                  <a:gd name="T5" fmla="*/ 33 h 10"/>
                  <a:gd name="T6" fmla="*/ 33 w 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0" y="2"/>
                    </a:moveTo>
                    <a:cubicBezTo>
                      <a:pt x="4" y="2"/>
                      <a:pt x="1" y="8"/>
                      <a:pt x="1" y="10"/>
                    </a:cubicBezTo>
                    <a:cubicBezTo>
                      <a:pt x="3" y="7"/>
                      <a:pt x="1" y="2"/>
                      <a:pt x="6" y="2"/>
                    </a:cubicBezTo>
                    <a:cubicBezTo>
                      <a:pt x="5" y="1"/>
                      <a:pt x="3" y="2"/>
                      <a:pt x="2" y="0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5" name="Freeform 1249">
                <a:extLst>
                  <a:ext uri="{FF2B5EF4-FFF2-40B4-BE49-F238E27FC236}">
                    <a16:creationId xmlns:a16="http://schemas.microsoft.com/office/drawing/2014/main" id="{5255ADEE-0AAA-462C-A86E-DD88DEF1B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926"/>
                <a:ext cx="23" cy="20"/>
              </a:xfrm>
              <a:custGeom>
                <a:avLst/>
                <a:gdLst>
                  <a:gd name="T0" fmla="*/ 97 w 9"/>
                  <a:gd name="T1" fmla="*/ 0 h 8"/>
                  <a:gd name="T2" fmla="*/ 0 w 9"/>
                  <a:gd name="T3" fmla="*/ 50 h 8"/>
                  <a:gd name="T4" fmla="*/ 66 w 9"/>
                  <a:gd name="T5" fmla="*/ 125 h 8"/>
                  <a:gd name="T6" fmla="*/ 151 w 9"/>
                  <a:gd name="T7" fmla="*/ 83 h 8"/>
                  <a:gd name="T8" fmla="*/ 118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6" y="0"/>
                    </a:moveTo>
                    <a:cubicBezTo>
                      <a:pt x="5" y="2"/>
                      <a:pt x="3" y="4"/>
                      <a:pt x="0" y="3"/>
                    </a:cubicBezTo>
                    <a:cubicBezTo>
                      <a:pt x="2" y="4"/>
                      <a:pt x="3" y="6"/>
                      <a:pt x="4" y="8"/>
                    </a:cubicBezTo>
                    <a:cubicBezTo>
                      <a:pt x="4" y="4"/>
                      <a:pt x="5" y="4"/>
                      <a:pt x="9" y="5"/>
                    </a:cubicBezTo>
                    <a:cubicBezTo>
                      <a:pt x="7" y="4"/>
                      <a:pt x="6" y="2"/>
                      <a:pt x="7" y="0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6" name="Freeform 1250">
                <a:extLst>
                  <a:ext uri="{FF2B5EF4-FFF2-40B4-BE49-F238E27FC236}">
                    <a16:creationId xmlns:a16="http://schemas.microsoft.com/office/drawing/2014/main" id="{CFC4AD45-9A97-411E-9F2D-D1A156558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934"/>
                <a:ext cx="15" cy="15"/>
              </a:xfrm>
              <a:custGeom>
                <a:avLst/>
                <a:gdLst>
                  <a:gd name="T0" fmla="*/ 33 w 6"/>
                  <a:gd name="T1" fmla="*/ 20 h 6"/>
                  <a:gd name="T2" fmla="*/ 0 w 6"/>
                  <a:gd name="T3" fmla="*/ 95 h 6"/>
                  <a:gd name="T4" fmla="*/ 95 w 6"/>
                  <a:gd name="T5" fmla="*/ 0 h 6"/>
                  <a:gd name="T6" fmla="*/ 50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2" y="6"/>
                      <a:pt x="6" y="2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7" name="Freeform 1251">
                <a:extLst>
                  <a:ext uri="{FF2B5EF4-FFF2-40B4-BE49-F238E27FC236}">
                    <a16:creationId xmlns:a16="http://schemas.microsoft.com/office/drawing/2014/main" id="{95E1643B-6E88-47B1-8028-3C9608482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919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0 w 4"/>
                  <a:gd name="T3" fmla="*/ 63 h 4"/>
                  <a:gd name="T4" fmla="*/ 50 w 4"/>
                  <a:gd name="T5" fmla="*/ 33 h 4"/>
                  <a:gd name="T6" fmla="*/ 33 w 4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2"/>
                      <a:pt x="1" y="3"/>
                      <a:pt x="0" y="4"/>
                    </a:cubicBezTo>
                    <a:cubicBezTo>
                      <a:pt x="1" y="4"/>
                      <a:pt x="3" y="3"/>
                      <a:pt x="3" y="2"/>
                    </a:cubicBezTo>
                    <a:cubicBezTo>
                      <a:pt x="4" y="1"/>
                      <a:pt x="4" y="0"/>
                      <a:pt x="2" y="1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8" name="Freeform 1252">
                <a:extLst>
                  <a:ext uri="{FF2B5EF4-FFF2-40B4-BE49-F238E27FC236}">
                    <a16:creationId xmlns:a16="http://schemas.microsoft.com/office/drawing/2014/main" id="{752337BA-7F2D-4C8B-85F8-79800E351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901"/>
                <a:ext cx="8" cy="15"/>
              </a:xfrm>
              <a:custGeom>
                <a:avLst/>
                <a:gdLst>
                  <a:gd name="T0" fmla="*/ 35 w 3"/>
                  <a:gd name="T1" fmla="*/ 0 h 6"/>
                  <a:gd name="T2" fmla="*/ 0 w 3"/>
                  <a:gd name="T3" fmla="*/ 95 h 6"/>
                  <a:gd name="T4" fmla="*/ 56 w 3"/>
                  <a:gd name="T5" fmla="*/ 50 h 6"/>
                  <a:gd name="T6" fmla="*/ 56 w 3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1" y="5"/>
                      <a:pt x="2" y="4"/>
                      <a:pt x="3" y="3"/>
                    </a:cubicBezTo>
                    <a:cubicBezTo>
                      <a:pt x="3" y="2"/>
                      <a:pt x="2" y="1"/>
                      <a:pt x="3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9" name="Freeform 1253">
                <a:extLst>
                  <a:ext uri="{FF2B5EF4-FFF2-40B4-BE49-F238E27FC236}">
                    <a16:creationId xmlns:a16="http://schemas.microsoft.com/office/drawing/2014/main" id="{EEA22895-44BA-47E5-A791-5354EA855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884"/>
                <a:ext cx="10" cy="15"/>
              </a:xfrm>
              <a:custGeom>
                <a:avLst/>
                <a:gdLst>
                  <a:gd name="T0" fmla="*/ 50 w 4"/>
                  <a:gd name="T1" fmla="*/ 0 h 6"/>
                  <a:gd name="T2" fmla="*/ 0 w 4"/>
                  <a:gd name="T3" fmla="*/ 95 h 6"/>
                  <a:gd name="T4" fmla="*/ 50 w 4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1" y="1"/>
                      <a:pt x="0" y="4"/>
                      <a:pt x="0" y="6"/>
                    </a:cubicBezTo>
                    <a:cubicBezTo>
                      <a:pt x="3" y="6"/>
                      <a:pt x="4" y="3"/>
                      <a:pt x="3" y="1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0" name="Freeform 1254">
                <a:extLst>
                  <a:ext uri="{FF2B5EF4-FFF2-40B4-BE49-F238E27FC236}">
                    <a16:creationId xmlns:a16="http://schemas.microsoft.com/office/drawing/2014/main" id="{A8D86777-8DF4-4FF0-9C7D-C82C72E68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901"/>
                <a:ext cx="8" cy="10"/>
              </a:xfrm>
              <a:custGeom>
                <a:avLst/>
                <a:gdLst>
                  <a:gd name="T0" fmla="*/ 35 w 3"/>
                  <a:gd name="T1" fmla="*/ 20 h 4"/>
                  <a:gd name="T2" fmla="*/ 0 w 3"/>
                  <a:gd name="T3" fmla="*/ 63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1" y="4"/>
                      <a:pt x="3" y="1"/>
                      <a:pt x="2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1" name="Freeform 1255">
                <a:extLst>
                  <a:ext uri="{FF2B5EF4-FFF2-40B4-BE49-F238E27FC236}">
                    <a16:creationId xmlns:a16="http://schemas.microsoft.com/office/drawing/2014/main" id="{299120D1-7094-4A21-AD60-05A7D0771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944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0 w 4"/>
                  <a:gd name="T3" fmla="*/ 63 h 4"/>
                  <a:gd name="T4" fmla="*/ 63 w 4"/>
                  <a:gd name="T5" fmla="*/ 33 h 4"/>
                  <a:gd name="T6" fmla="*/ 33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2"/>
                      <a:pt x="1" y="3"/>
                      <a:pt x="0" y="4"/>
                    </a:cubicBezTo>
                    <a:cubicBezTo>
                      <a:pt x="2" y="4"/>
                      <a:pt x="3" y="3"/>
                      <a:pt x="4" y="2"/>
                    </a:cubicBezTo>
                    <a:cubicBezTo>
                      <a:pt x="3" y="3"/>
                      <a:pt x="2" y="2"/>
                      <a:pt x="2" y="0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2" name="Freeform 1256">
                <a:extLst>
                  <a:ext uri="{FF2B5EF4-FFF2-40B4-BE49-F238E27FC236}">
                    <a16:creationId xmlns:a16="http://schemas.microsoft.com/office/drawing/2014/main" id="{C83F5626-CC55-4C8B-982E-800A93408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929"/>
                <a:ext cx="8" cy="7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37 h 3"/>
                  <a:gd name="T4" fmla="*/ 5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1"/>
                      <a:pt x="2" y="3"/>
                    </a:cubicBezTo>
                    <a:cubicBezTo>
                      <a:pt x="2" y="2"/>
                      <a:pt x="3" y="0"/>
                      <a:pt x="3" y="0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3" name="Freeform 1257">
                <a:extLst>
                  <a:ext uri="{FF2B5EF4-FFF2-40B4-BE49-F238E27FC236}">
                    <a16:creationId xmlns:a16="http://schemas.microsoft.com/office/drawing/2014/main" id="{F4EA13D6-09AC-408A-9987-177761899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846"/>
                <a:ext cx="23" cy="20"/>
              </a:xfrm>
              <a:custGeom>
                <a:avLst/>
                <a:gdLst>
                  <a:gd name="T0" fmla="*/ 0 w 9"/>
                  <a:gd name="T1" fmla="*/ 95 h 8"/>
                  <a:gd name="T2" fmla="*/ 0 w 9"/>
                  <a:gd name="T3" fmla="*/ 125 h 8"/>
                  <a:gd name="T4" fmla="*/ 151 w 9"/>
                  <a:gd name="T5" fmla="*/ 50 h 8"/>
                  <a:gd name="T6" fmla="*/ 84 w 9"/>
                  <a:gd name="T7" fmla="*/ 20 h 8"/>
                  <a:gd name="T8" fmla="*/ 84 w 9"/>
                  <a:gd name="T9" fmla="*/ 20 h 8"/>
                  <a:gd name="T10" fmla="*/ 33 w 9"/>
                  <a:gd name="T11" fmla="*/ 8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3" y="6"/>
                      <a:pt x="6" y="5"/>
                      <a:pt x="9" y="3"/>
                    </a:cubicBezTo>
                    <a:cubicBezTo>
                      <a:pt x="8" y="3"/>
                      <a:pt x="6" y="2"/>
                      <a:pt x="5" y="1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6" y="3"/>
                      <a:pt x="5" y="6"/>
                      <a:pt x="2" y="5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4" name="Freeform 1258">
                <a:extLst>
                  <a:ext uri="{FF2B5EF4-FFF2-40B4-BE49-F238E27FC236}">
                    <a16:creationId xmlns:a16="http://schemas.microsoft.com/office/drawing/2014/main" id="{AB3F8548-2501-4DB3-91D1-81A1C92C5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796"/>
                <a:ext cx="35" cy="33"/>
              </a:xfrm>
              <a:custGeom>
                <a:avLst/>
                <a:gdLst>
                  <a:gd name="T0" fmla="*/ 50 w 14"/>
                  <a:gd name="T1" fmla="*/ 193 h 13"/>
                  <a:gd name="T2" fmla="*/ 220 w 14"/>
                  <a:gd name="T3" fmla="*/ 117 h 13"/>
                  <a:gd name="T4" fmla="*/ 113 w 14"/>
                  <a:gd name="T5" fmla="*/ 0 h 13"/>
                  <a:gd name="T6" fmla="*/ 145 w 14"/>
                  <a:gd name="T7" fmla="*/ 117 h 13"/>
                  <a:gd name="T8" fmla="*/ 113 w 14"/>
                  <a:gd name="T9" fmla="*/ 117 h 13"/>
                  <a:gd name="T10" fmla="*/ 0 w 14"/>
                  <a:gd name="T11" fmla="*/ 21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3" y="12"/>
                    </a:moveTo>
                    <a:cubicBezTo>
                      <a:pt x="6" y="11"/>
                      <a:pt x="14" y="11"/>
                      <a:pt x="14" y="7"/>
                    </a:cubicBezTo>
                    <a:cubicBezTo>
                      <a:pt x="10" y="7"/>
                      <a:pt x="6" y="4"/>
                      <a:pt x="7" y="0"/>
                    </a:cubicBezTo>
                    <a:cubicBezTo>
                      <a:pt x="8" y="2"/>
                      <a:pt x="8" y="4"/>
                      <a:pt x="9" y="7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11" y="11"/>
                      <a:pt x="3" y="12"/>
                      <a:pt x="0" y="13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5" name="Freeform 1259">
                <a:extLst>
                  <a:ext uri="{FF2B5EF4-FFF2-40B4-BE49-F238E27FC236}">
                    <a16:creationId xmlns:a16="http://schemas.microsoft.com/office/drawing/2014/main" id="{0F8F73A9-3A8B-4ADA-AA25-94C3BB7BB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751"/>
                <a:ext cx="60" cy="53"/>
              </a:xfrm>
              <a:custGeom>
                <a:avLst/>
                <a:gdLst>
                  <a:gd name="T0" fmla="*/ 270 w 24"/>
                  <a:gd name="T1" fmla="*/ 126 h 21"/>
                  <a:gd name="T2" fmla="*/ 220 w 24"/>
                  <a:gd name="T3" fmla="*/ 0 h 21"/>
                  <a:gd name="T4" fmla="*/ 175 w 24"/>
                  <a:gd name="T5" fmla="*/ 222 h 21"/>
                  <a:gd name="T6" fmla="*/ 0 w 24"/>
                  <a:gd name="T7" fmla="*/ 338 h 21"/>
                  <a:gd name="T8" fmla="*/ 175 w 24"/>
                  <a:gd name="T9" fmla="*/ 17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1">
                    <a:moveTo>
                      <a:pt x="17" y="8"/>
                    </a:moveTo>
                    <a:cubicBezTo>
                      <a:pt x="24" y="8"/>
                      <a:pt x="15" y="2"/>
                      <a:pt x="14" y="0"/>
                    </a:cubicBezTo>
                    <a:cubicBezTo>
                      <a:pt x="13" y="4"/>
                      <a:pt x="15" y="9"/>
                      <a:pt x="11" y="14"/>
                    </a:cubicBezTo>
                    <a:cubicBezTo>
                      <a:pt x="8" y="17"/>
                      <a:pt x="3" y="17"/>
                      <a:pt x="0" y="21"/>
                    </a:cubicBezTo>
                    <a:cubicBezTo>
                      <a:pt x="4" y="20"/>
                      <a:pt x="8" y="15"/>
                      <a:pt x="11" y="11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6" name="Freeform 1260">
                <a:extLst>
                  <a:ext uri="{FF2B5EF4-FFF2-40B4-BE49-F238E27FC236}">
                    <a16:creationId xmlns:a16="http://schemas.microsoft.com/office/drawing/2014/main" id="{C9AE2889-E63D-4760-AC23-15AF91111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729"/>
                <a:ext cx="23" cy="27"/>
              </a:xfrm>
              <a:custGeom>
                <a:avLst/>
                <a:gdLst>
                  <a:gd name="T0" fmla="*/ 51 w 9"/>
                  <a:gd name="T1" fmla="*/ 103 h 11"/>
                  <a:gd name="T2" fmla="*/ 130 w 9"/>
                  <a:gd name="T3" fmla="*/ 103 h 11"/>
                  <a:gd name="T4" fmla="*/ 84 w 9"/>
                  <a:gd name="T5" fmla="*/ 0 h 11"/>
                  <a:gd name="T6" fmla="*/ 97 w 9"/>
                  <a:gd name="T7" fmla="*/ 12 h 11"/>
                  <a:gd name="T8" fmla="*/ 0 w 9"/>
                  <a:gd name="T9" fmla="*/ 16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3" y="7"/>
                    </a:moveTo>
                    <a:cubicBezTo>
                      <a:pt x="3" y="9"/>
                      <a:pt x="8" y="9"/>
                      <a:pt x="8" y="7"/>
                    </a:cubicBezTo>
                    <a:cubicBezTo>
                      <a:pt x="9" y="5"/>
                      <a:pt x="5" y="3"/>
                      <a:pt x="5" y="0"/>
                    </a:cubicBezTo>
                    <a:cubicBezTo>
                      <a:pt x="5" y="0"/>
                      <a:pt x="6" y="1"/>
                      <a:pt x="6" y="1"/>
                    </a:cubicBezTo>
                    <a:cubicBezTo>
                      <a:pt x="5" y="4"/>
                      <a:pt x="2" y="8"/>
                      <a:pt x="0" y="11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7" name="Freeform 1261">
                <a:extLst>
                  <a:ext uri="{FF2B5EF4-FFF2-40B4-BE49-F238E27FC236}">
                    <a16:creationId xmlns:a16="http://schemas.microsoft.com/office/drawing/2014/main" id="{D08229F2-5400-48B5-A3F7-A83D90E21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711"/>
                <a:ext cx="23" cy="23"/>
              </a:xfrm>
              <a:custGeom>
                <a:avLst/>
                <a:gdLst>
                  <a:gd name="T0" fmla="*/ 0 w 9"/>
                  <a:gd name="T1" fmla="*/ 130 h 9"/>
                  <a:gd name="T2" fmla="*/ 130 w 9"/>
                  <a:gd name="T3" fmla="*/ 97 h 9"/>
                  <a:gd name="T4" fmla="*/ 51 w 9"/>
                  <a:gd name="T5" fmla="*/ 0 h 9"/>
                  <a:gd name="T6" fmla="*/ 51 w 9"/>
                  <a:gd name="T7" fmla="*/ 151 h 9"/>
                  <a:gd name="T8" fmla="*/ 20 w 9"/>
                  <a:gd name="T9" fmla="*/ 13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8"/>
                    </a:moveTo>
                    <a:cubicBezTo>
                      <a:pt x="2" y="8"/>
                      <a:pt x="9" y="9"/>
                      <a:pt x="8" y="6"/>
                    </a:cubicBezTo>
                    <a:cubicBezTo>
                      <a:pt x="8" y="5"/>
                      <a:pt x="4" y="1"/>
                      <a:pt x="3" y="0"/>
                    </a:cubicBezTo>
                    <a:cubicBezTo>
                      <a:pt x="4" y="3"/>
                      <a:pt x="4" y="6"/>
                      <a:pt x="3" y="9"/>
                    </a:cubicBezTo>
                    <a:cubicBezTo>
                      <a:pt x="3" y="9"/>
                      <a:pt x="2" y="9"/>
                      <a:pt x="1" y="8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8" name="Freeform 1262">
                <a:extLst>
                  <a:ext uri="{FF2B5EF4-FFF2-40B4-BE49-F238E27FC236}">
                    <a16:creationId xmlns:a16="http://schemas.microsoft.com/office/drawing/2014/main" id="{9B5D09F9-A873-45E3-9403-6D5CE4DBE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694"/>
                <a:ext cx="18" cy="15"/>
              </a:xfrm>
              <a:custGeom>
                <a:avLst/>
                <a:gdLst>
                  <a:gd name="T0" fmla="*/ 0 w 7"/>
                  <a:gd name="T1" fmla="*/ 83 h 6"/>
                  <a:gd name="T2" fmla="*/ 118 w 7"/>
                  <a:gd name="T3" fmla="*/ 50 h 6"/>
                  <a:gd name="T4" fmla="*/ 33 w 7"/>
                  <a:gd name="T5" fmla="*/ 0 h 6"/>
                  <a:gd name="T6" fmla="*/ 54 w 7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5"/>
                    </a:moveTo>
                    <a:cubicBezTo>
                      <a:pt x="1" y="6"/>
                      <a:pt x="5" y="4"/>
                      <a:pt x="7" y="3"/>
                    </a:cubicBezTo>
                    <a:cubicBezTo>
                      <a:pt x="5" y="1"/>
                      <a:pt x="4" y="1"/>
                      <a:pt x="2" y="0"/>
                    </a:cubicBezTo>
                    <a:cubicBezTo>
                      <a:pt x="2" y="0"/>
                      <a:pt x="2" y="0"/>
                      <a:pt x="3" y="1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9" name="Freeform 1263">
                <a:extLst>
                  <a:ext uri="{FF2B5EF4-FFF2-40B4-BE49-F238E27FC236}">
                    <a16:creationId xmlns:a16="http://schemas.microsoft.com/office/drawing/2014/main" id="{29C16F85-682E-4C44-A27F-943BE313B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751"/>
                <a:ext cx="8" cy="10"/>
              </a:xfrm>
              <a:custGeom>
                <a:avLst/>
                <a:gdLst>
                  <a:gd name="T0" fmla="*/ 0 w 3"/>
                  <a:gd name="T1" fmla="*/ 50 h 4"/>
                  <a:gd name="T2" fmla="*/ 35 w 3"/>
                  <a:gd name="T3" fmla="*/ 0 h 4"/>
                  <a:gd name="T4" fmla="*/ 56 w 3"/>
                  <a:gd name="T5" fmla="*/ 63 h 4"/>
                  <a:gd name="T6" fmla="*/ 35 w 3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2"/>
                      <a:pt x="2" y="2"/>
                      <a:pt x="2" y="0"/>
                    </a:cubicBezTo>
                    <a:cubicBezTo>
                      <a:pt x="2" y="1"/>
                      <a:pt x="3" y="4"/>
                      <a:pt x="3" y="4"/>
                    </a:cubicBezTo>
                    <a:cubicBezTo>
                      <a:pt x="3" y="4"/>
                      <a:pt x="2" y="3"/>
                      <a:pt x="2" y="3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0" name="Freeform 1264">
                <a:extLst>
                  <a:ext uri="{FF2B5EF4-FFF2-40B4-BE49-F238E27FC236}">
                    <a16:creationId xmlns:a16="http://schemas.microsoft.com/office/drawing/2014/main" id="{A984D866-DA88-404E-95A6-2E7D6ED85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776"/>
                <a:ext cx="27" cy="25"/>
              </a:xfrm>
              <a:custGeom>
                <a:avLst/>
                <a:gdLst>
                  <a:gd name="T0" fmla="*/ 29 w 11"/>
                  <a:gd name="T1" fmla="*/ 158 h 10"/>
                  <a:gd name="T2" fmla="*/ 162 w 11"/>
                  <a:gd name="T3" fmla="*/ 125 h 10"/>
                  <a:gd name="T4" fmla="*/ 150 w 11"/>
                  <a:gd name="T5" fmla="*/ 33 h 10"/>
                  <a:gd name="T6" fmla="*/ 150 w 11"/>
                  <a:gd name="T7" fmla="*/ 113 h 10"/>
                  <a:gd name="T8" fmla="*/ 103 w 11"/>
                  <a:gd name="T9" fmla="*/ 0 h 10"/>
                  <a:gd name="T10" fmla="*/ 0 w 11"/>
                  <a:gd name="T11" fmla="*/ 125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2" y="10"/>
                    </a:moveTo>
                    <a:cubicBezTo>
                      <a:pt x="4" y="10"/>
                      <a:pt x="10" y="10"/>
                      <a:pt x="11" y="8"/>
                    </a:cubicBezTo>
                    <a:cubicBezTo>
                      <a:pt x="10" y="6"/>
                      <a:pt x="10" y="4"/>
                      <a:pt x="10" y="2"/>
                    </a:cubicBezTo>
                    <a:cubicBezTo>
                      <a:pt x="10" y="4"/>
                      <a:pt x="10" y="6"/>
                      <a:pt x="10" y="7"/>
                    </a:cubicBezTo>
                    <a:cubicBezTo>
                      <a:pt x="8" y="5"/>
                      <a:pt x="8" y="2"/>
                      <a:pt x="7" y="0"/>
                    </a:cubicBezTo>
                    <a:cubicBezTo>
                      <a:pt x="6" y="4"/>
                      <a:pt x="5" y="8"/>
                      <a:pt x="0" y="8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1" name="Freeform 1265">
                <a:extLst>
                  <a:ext uri="{FF2B5EF4-FFF2-40B4-BE49-F238E27FC236}">
                    <a16:creationId xmlns:a16="http://schemas.microsoft.com/office/drawing/2014/main" id="{6453304B-CFF8-4F60-BF3D-938A0E2BA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709"/>
                <a:ext cx="27" cy="25"/>
              </a:xfrm>
              <a:custGeom>
                <a:avLst/>
                <a:gdLst>
                  <a:gd name="T0" fmla="*/ 103 w 11"/>
                  <a:gd name="T1" fmla="*/ 113 h 10"/>
                  <a:gd name="T2" fmla="*/ 91 w 11"/>
                  <a:gd name="T3" fmla="*/ 145 h 10"/>
                  <a:gd name="T4" fmla="*/ 150 w 11"/>
                  <a:gd name="T5" fmla="*/ 0 h 10"/>
                  <a:gd name="T6" fmla="*/ 162 w 11"/>
                  <a:gd name="T7" fmla="*/ 20 h 10"/>
                  <a:gd name="T8" fmla="*/ 0 w 11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7"/>
                    </a:moveTo>
                    <a:cubicBezTo>
                      <a:pt x="6" y="7"/>
                      <a:pt x="6" y="8"/>
                      <a:pt x="6" y="9"/>
                    </a:cubicBezTo>
                    <a:cubicBezTo>
                      <a:pt x="10" y="8"/>
                      <a:pt x="11" y="4"/>
                      <a:pt x="10" y="0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8" y="5"/>
                      <a:pt x="2" y="7"/>
                      <a:pt x="0" y="1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2" name="Freeform 1266">
                <a:extLst>
                  <a:ext uri="{FF2B5EF4-FFF2-40B4-BE49-F238E27FC236}">
                    <a16:creationId xmlns:a16="http://schemas.microsoft.com/office/drawing/2014/main" id="{02580213-7799-4EFE-9032-FEC963EFA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694"/>
                <a:ext cx="30" cy="27"/>
              </a:xfrm>
              <a:custGeom>
                <a:avLst/>
                <a:gdLst>
                  <a:gd name="T0" fmla="*/ 63 w 12"/>
                  <a:gd name="T1" fmla="*/ 91 h 11"/>
                  <a:gd name="T2" fmla="*/ 83 w 12"/>
                  <a:gd name="T3" fmla="*/ 0 h 11"/>
                  <a:gd name="T4" fmla="*/ 0 w 12"/>
                  <a:gd name="T5" fmla="*/ 162 h 11"/>
                  <a:gd name="T6" fmla="*/ 33 w 12"/>
                  <a:gd name="T7" fmla="*/ 16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4" y="6"/>
                    </a:moveTo>
                    <a:cubicBezTo>
                      <a:pt x="8" y="4"/>
                      <a:pt x="12" y="1"/>
                      <a:pt x="5" y="0"/>
                    </a:cubicBezTo>
                    <a:cubicBezTo>
                      <a:pt x="7" y="0"/>
                      <a:pt x="6" y="11"/>
                      <a:pt x="0" y="11"/>
                    </a:cubicBezTo>
                    <a:cubicBezTo>
                      <a:pt x="1" y="11"/>
                      <a:pt x="2" y="10"/>
                      <a:pt x="2" y="11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3" name="Freeform 1267">
                <a:extLst>
                  <a:ext uri="{FF2B5EF4-FFF2-40B4-BE49-F238E27FC236}">
                    <a16:creationId xmlns:a16="http://schemas.microsoft.com/office/drawing/2014/main" id="{EF1A7D8D-F2B8-4FD7-8082-183D5CE04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746"/>
                <a:ext cx="15" cy="20"/>
              </a:xfrm>
              <a:custGeom>
                <a:avLst/>
                <a:gdLst>
                  <a:gd name="T0" fmla="*/ 0 w 6"/>
                  <a:gd name="T1" fmla="*/ 125 h 8"/>
                  <a:gd name="T2" fmla="*/ 95 w 6"/>
                  <a:gd name="T3" fmla="*/ 63 h 8"/>
                  <a:gd name="T4" fmla="*/ 50 w 6"/>
                  <a:gd name="T5" fmla="*/ 0 h 8"/>
                  <a:gd name="T6" fmla="*/ 33 w 6"/>
                  <a:gd name="T7" fmla="*/ 6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6"/>
                      <a:pt x="4" y="5"/>
                      <a:pt x="6" y="4"/>
                    </a:cubicBezTo>
                    <a:cubicBezTo>
                      <a:pt x="5" y="2"/>
                      <a:pt x="2" y="2"/>
                      <a:pt x="3" y="0"/>
                    </a:cubicBezTo>
                    <a:cubicBezTo>
                      <a:pt x="5" y="2"/>
                      <a:pt x="4" y="3"/>
                      <a:pt x="2" y="4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4" name="Freeform 1268">
                <a:extLst>
                  <a:ext uri="{FF2B5EF4-FFF2-40B4-BE49-F238E27FC236}">
                    <a16:creationId xmlns:a16="http://schemas.microsoft.com/office/drawing/2014/main" id="{BDF12E59-A6A8-4397-9C61-1D07A4633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839"/>
                <a:ext cx="15" cy="15"/>
              </a:xfrm>
              <a:custGeom>
                <a:avLst/>
                <a:gdLst>
                  <a:gd name="T0" fmla="*/ 33 w 6"/>
                  <a:gd name="T1" fmla="*/ 95 h 6"/>
                  <a:gd name="T2" fmla="*/ 95 w 6"/>
                  <a:gd name="T3" fmla="*/ 33 h 6"/>
                  <a:gd name="T4" fmla="*/ 33 w 6"/>
                  <a:gd name="T5" fmla="*/ 0 h 6"/>
                  <a:gd name="T6" fmla="*/ 33 w 6"/>
                  <a:gd name="T7" fmla="*/ 95 h 6"/>
                  <a:gd name="T8" fmla="*/ 0 w 6"/>
                  <a:gd name="T9" fmla="*/ 8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4" y="5"/>
                      <a:pt x="5" y="4"/>
                      <a:pt x="6" y="2"/>
                    </a:cubicBezTo>
                    <a:cubicBezTo>
                      <a:pt x="5" y="1"/>
                      <a:pt x="1" y="2"/>
                      <a:pt x="2" y="0"/>
                    </a:cubicBezTo>
                    <a:cubicBezTo>
                      <a:pt x="2" y="2"/>
                      <a:pt x="3" y="4"/>
                      <a:pt x="2" y="6"/>
                    </a:cubicBezTo>
                    <a:cubicBezTo>
                      <a:pt x="1" y="6"/>
                      <a:pt x="1" y="6"/>
                      <a:pt x="0" y="5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5" name="Freeform 1269">
                <a:extLst>
                  <a:ext uri="{FF2B5EF4-FFF2-40B4-BE49-F238E27FC236}">
                    <a16:creationId xmlns:a16="http://schemas.microsoft.com/office/drawing/2014/main" id="{97C9CA02-8C5A-418B-90D3-4BDA62B3D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821"/>
                <a:ext cx="7" cy="13"/>
              </a:xfrm>
              <a:custGeom>
                <a:avLst/>
                <a:gdLst>
                  <a:gd name="T0" fmla="*/ 28 w 3"/>
                  <a:gd name="T1" fmla="*/ 68 h 5"/>
                  <a:gd name="T2" fmla="*/ 37 w 3"/>
                  <a:gd name="T3" fmla="*/ 55 h 5"/>
                  <a:gd name="T4" fmla="*/ 0 w 3"/>
                  <a:gd name="T5" fmla="*/ 0 h 5"/>
                  <a:gd name="T6" fmla="*/ 12 w 3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4"/>
                    </a:moveTo>
                    <a:cubicBezTo>
                      <a:pt x="1" y="4"/>
                      <a:pt x="3" y="3"/>
                      <a:pt x="3" y="3"/>
                    </a:cubicBezTo>
                    <a:cubicBezTo>
                      <a:pt x="2" y="2"/>
                      <a:pt x="1" y="0"/>
                      <a:pt x="0" y="0"/>
                    </a:cubicBezTo>
                    <a:cubicBezTo>
                      <a:pt x="0" y="1"/>
                      <a:pt x="0" y="3"/>
                      <a:pt x="1" y="5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6" name="Freeform 1270">
                <a:extLst>
                  <a:ext uri="{FF2B5EF4-FFF2-40B4-BE49-F238E27FC236}">
                    <a16:creationId xmlns:a16="http://schemas.microsoft.com/office/drawing/2014/main" id="{94B4408F-9E69-41AA-9424-5C0E40BA2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819"/>
                <a:ext cx="23" cy="30"/>
              </a:xfrm>
              <a:custGeom>
                <a:avLst/>
                <a:gdLst>
                  <a:gd name="T0" fmla="*/ 84 w 9"/>
                  <a:gd name="T1" fmla="*/ 175 h 12"/>
                  <a:gd name="T2" fmla="*/ 33 w 9"/>
                  <a:gd name="T3" fmla="*/ 113 h 12"/>
                  <a:gd name="T4" fmla="*/ 151 w 9"/>
                  <a:gd name="T5" fmla="*/ 0 h 12"/>
                  <a:gd name="T6" fmla="*/ 66 w 9"/>
                  <a:gd name="T7" fmla="*/ 145 h 12"/>
                  <a:gd name="T8" fmla="*/ 66 w 9"/>
                  <a:gd name="T9" fmla="*/ 15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5" y="11"/>
                    </a:moveTo>
                    <a:cubicBezTo>
                      <a:pt x="3" y="11"/>
                      <a:pt x="0" y="12"/>
                      <a:pt x="2" y="7"/>
                    </a:cubicBezTo>
                    <a:cubicBezTo>
                      <a:pt x="3" y="5"/>
                      <a:pt x="7" y="2"/>
                      <a:pt x="9" y="0"/>
                    </a:cubicBezTo>
                    <a:cubicBezTo>
                      <a:pt x="9" y="4"/>
                      <a:pt x="6" y="6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7" name="Freeform 1271">
                <a:extLst>
                  <a:ext uri="{FF2B5EF4-FFF2-40B4-BE49-F238E27FC236}">
                    <a16:creationId xmlns:a16="http://schemas.microsoft.com/office/drawing/2014/main" id="{6EBAC085-68A5-4A34-931D-92C9BB435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784"/>
                <a:ext cx="17" cy="17"/>
              </a:xfrm>
              <a:custGeom>
                <a:avLst/>
                <a:gdLst>
                  <a:gd name="T0" fmla="*/ 0 w 7"/>
                  <a:gd name="T1" fmla="*/ 100 h 7"/>
                  <a:gd name="T2" fmla="*/ 100 w 7"/>
                  <a:gd name="T3" fmla="*/ 87 h 7"/>
                  <a:gd name="T4" fmla="*/ 70 w 7"/>
                  <a:gd name="T5" fmla="*/ 0 h 7"/>
                  <a:gd name="T6" fmla="*/ 29 w 7"/>
                  <a:gd name="T7" fmla="*/ 8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6"/>
                      <a:pt x="5" y="7"/>
                      <a:pt x="7" y="6"/>
                    </a:cubicBezTo>
                    <a:cubicBezTo>
                      <a:pt x="5" y="4"/>
                      <a:pt x="4" y="2"/>
                      <a:pt x="5" y="0"/>
                    </a:cubicBezTo>
                    <a:cubicBezTo>
                      <a:pt x="5" y="1"/>
                      <a:pt x="4" y="5"/>
                      <a:pt x="2" y="6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8" name="Freeform 1272">
                <a:extLst>
                  <a:ext uri="{FF2B5EF4-FFF2-40B4-BE49-F238E27FC236}">
                    <a16:creationId xmlns:a16="http://schemas.microsoft.com/office/drawing/2014/main" id="{0503381C-DB7E-4BED-A9EE-AE17128B5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771"/>
                <a:ext cx="18" cy="10"/>
              </a:xfrm>
              <a:custGeom>
                <a:avLst/>
                <a:gdLst>
                  <a:gd name="T0" fmla="*/ 0 w 7"/>
                  <a:gd name="T1" fmla="*/ 63 h 4"/>
                  <a:gd name="T2" fmla="*/ 67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2" y="4"/>
                      <a:pt x="7" y="3"/>
                      <a:pt x="4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9" name="Freeform 1273">
                <a:extLst>
                  <a:ext uri="{FF2B5EF4-FFF2-40B4-BE49-F238E27FC236}">
                    <a16:creationId xmlns:a16="http://schemas.microsoft.com/office/drawing/2014/main" id="{2CD44AD6-89BA-4A10-8E88-67E78939C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756"/>
                <a:ext cx="12" cy="13"/>
              </a:xfrm>
              <a:custGeom>
                <a:avLst/>
                <a:gdLst>
                  <a:gd name="T0" fmla="*/ 0 w 5"/>
                  <a:gd name="T1" fmla="*/ 68 h 5"/>
                  <a:gd name="T2" fmla="*/ 41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2" y="5"/>
                      <a:pt x="5" y="3"/>
                      <a:pt x="3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0" name="Freeform 1274">
                <a:extLst>
                  <a:ext uri="{FF2B5EF4-FFF2-40B4-BE49-F238E27FC236}">
                    <a16:creationId xmlns:a16="http://schemas.microsoft.com/office/drawing/2014/main" id="{1E2C6CBD-DA75-411F-AA6F-C6969B9A3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744"/>
                <a:ext cx="17" cy="20"/>
              </a:xfrm>
              <a:custGeom>
                <a:avLst/>
                <a:gdLst>
                  <a:gd name="T0" fmla="*/ 0 w 7"/>
                  <a:gd name="T1" fmla="*/ 113 h 8"/>
                  <a:gd name="T2" fmla="*/ 70 w 7"/>
                  <a:gd name="T3" fmla="*/ 63 h 8"/>
                  <a:gd name="T4" fmla="*/ 70 w 7"/>
                  <a:gd name="T5" fmla="*/ 50 h 8"/>
                  <a:gd name="T6" fmla="*/ 100 w 7"/>
                  <a:gd name="T7" fmla="*/ 0 h 8"/>
                  <a:gd name="T8" fmla="*/ 29 w 7"/>
                  <a:gd name="T9" fmla="*/ 8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7"/>
                    </a:moveTo>
                    <a:cubicBezTo>
                      <a:pt x="2" y="8"/>
                      <a:pt x="5" y="6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1"/>
                      <a:pt x="7" y="0"/>
                      <a:pt x="7" y="0"/>
                    </a:cubicBezTo>
                    <a:cubicBezTo>
                      <a:pt x="6" y="2"/>
                      <a:pt x="5" y="5"/>
                      <a:pt x="2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1" name="Freeform 1275">
                <a:extLst>
                  <a:ext uri="{FF2B5EF4-FFF2-40B4-BE49-F238E27FC236}">
                    <a16:creationId xmlns:a16="http://schemas.microsoft.com/office/drawing/2014/main" id="{00E6C34F-AAAB-4AB6-B3E6-3E243C677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724"/>
                <a:ext cx="17" cy="12"/>
              </a:xfrm>
              <a:custGeom>
                <a:avLst/>
                <a:gdLst>
                  <a:gd name="T0" fmla="*/ 41 w 7"/>
                  <a:gd name="T1" fmla="*/ 70 h 5"/>
                  <a:gd name="T2" fmla="*/ 0 w 7"/>
                  <a:gd name="T3" fmla="*/ 41 h 5"/>
                  <a:gd name="T4" fmla="*/ 100 w 7"/>
                  <a:gd name="T5" fmla="*/ 0 h 5"/>
                  <a:gd name="T6" fmla="*/ 58 w 7"/>
                  <a:gd name="T7" fmla="*/ 4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5"/>
                      <a:pt x="1" y="3"/>
                      <a:pt x="0" y="3"/>
                    </a:cubicBezTo>
                    <a:cubicBezTo>
                      <a:pt x="2" y="3"/>
                      <a:pt x="6" y="4"/>
                      <a:pt x="7" y="0"/>
                    </a:cubicBezTo>
                    <a:cubicBezTo>
                      <a:pt x="6" y="1"/>
                      <a:pt x="5" y="2"/>
                      <a:pt x="4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2" name="Freeform 1276">
                <a:extLst>
                  <a:ext uri="{FF2B5EF4-FFF2-40B4-BE49-F238E27FC236}">
                    <a16:creationId xmlns:a16="http://schemas.microsoft.com/office/drawing/2014/main" id="{1B663A42-B22C-4BB6-91CD-52FC20D33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694"/>
                <a:ext cx="15" cy="15"/>
              </a:xfrm>
              <a:custGeom>
                <a:avLst/>
                <a:gdLst>
                  <a:gd name="T0" fmla="*/ 33 w 6"/>
                  <a:gd name="T1" fmla="*/ 95 h 6"/>
                  <a:gd name="T2" fmla="*/ 95 w 6"/>
                  <a:gd name="T3" fmla="*/ 83 h 6"/>
                  <a:gd name="T4" fmla="*/ 95 w 6"/>
                  <a:gd name="T5" fmla="*/ 0 h 6"/>
                  <a:gd name="T6" fmla="*/ 0 w 6"/>
                  <a:gd name="T7" fmla="*/ 63 h 6"/>
                  <a:gd name="T8" fmla="*/ 20 w 6"/>
                  <a:gd name="T9" fmla="*/ 5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3" y="6"/>
                      <a:pt x="5" y="6"/>
                      <a:pt x="6" y="5"/>
                    </a:cubicBezTo>
                    <a:cubicBezTo>
                      <a:pt x="5" y="4"/>
                      <a:pt x="5" y="2"/>
                      <a:pt x="6" y="0"/>
                    </a:cubicBezTo>
                    <a:cubicBezTo>
                      <a:pt x="4" y="1"/>
                      <a:pt x="2" y="3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3" name="Freeform 1277">
                <a:extLst>
                  <a:ext uri="{FF2B5EF4-FFF2-40B4-BE49-F238E27FC236}">
                    <a16:creationId xmlns:a16="http://schemas.microsoft.com/office/drawing/2014/main" id="{C9CC185B-E20F-4445-8429-EC3ECF584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729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37 w 3"/>
                  <a:gd name="T3" fmla="*/ 33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4" name="Freeform 1278">
                <a:extLst>
                  <a:ext uri="{FF2B5EF4-FFF2-40B4-BE49-F238E27FC236}">
                    <a16:creationId xmlns:a16="http://schemas.microsoft.com/office/drawing/2014/main" id="{8309105D-205A-48EE-A0D3-2205D7B9F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764"/>
                <a:ext cx="10" cy="20"/>
              </a:xfrm>
              <a:custGeom>
                <a:avLst/>
                <a:gdLst>
                  <a:gd name="T0" fmla="*/ 33 w 4"/>
                  <a:gd name="T1" fmla="*/ 50 h 8"/>
                  <a:gd name="T2" fmla="*/ 33 w 4"/>
                  <a:gd name="T3" fmla="*/ 33 h 8"/>
                  <a:gd name="T4" fmla="*/ 0 w 4"/>
                  <a:gd name="T5" fmla="*/ 95 h 8"/>
                  <a:gd name="T6" fmla="*/ 63 w 4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2" y="3"/>
                    </a:moveTo>
                    <a:cubicBezTo>
                      <a:pt x="2" y="3"/>
                      <a:pt x="2" y="3"/>
                      <a:pt x="2" y="2"/>
                    </a:cubicBezTo>
                    <a:cubicBezTo>
                      <a:pt x="2" y="4"/>
                      <a:pt x="2" y="8"/>
                      <a:pt x="0" y="6"/>
                    </a:cubicBezTo>
                    <a:cubicBezTo>
                      <a:pt x="1" y="4"/>
                      <a:pt x="3" y="0"/>
                      <a:pt x="4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5" name="Freeform 1279">
                <a:extLst>
                  <a:ext uri="{FF2B5EF4-FFF2-40B4-BE49-F238E27FC236}">
                    <a16:creationId xmlns:a16="http://schemas.microsoft.com/office/drawing/2014/main" id="{1AFCDF6A-E0AD-40FF-9F8E-F6F25CD56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746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20 w 4"/>
                  <a:gd name="T3" fmla="*/ 63 h 4"/>
                  <a:gd name="T4" fmla="*/ 63 w 4"/>
                  <a:gd name="T5" fmla="*/ 63 h 4"/>
                  <a:gd name="T6" fmla="*/ 33 w 4"/>
                  <a:gd name="T7" fmla="*/ 0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3"/>
                      <a:pt x="2" y="3"/>
                      <a:pt x="1" y="4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3" y="2"/>
                      <a:pt x="1" y="2"/>
                      <a:pt x="2" y="0"/>
                    </a:cubicBez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6" name="Freeform 1280">
                <a:extLst>
                  <a:ext uri="{FF2B5EF4-FFF2-40B4-BE49-F238E27FC236}">
                    <a16:creationId xmlns:a16="http://schemas.microsoft.com/office/drawing/2014/main" id="{0410D306-5845-480D-9121-8C9FD3CF9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806"/>
                <a:ext cx="30" cy="13"/>
              </a:xfrm>
              <a:custGeom>
                <a:avLst/>
                <a:gdLst>
                  <a:gd name="T0" fmla="*/ 125 w 12"/>
                  <a:gd name="T1" fmla="*/ 88 h 5"/>
                  <a:gd name="T2" fmla="*/ 125 w 12"/>
                  <a:gd name="T3" fmla="*/ 88 h 5"/>
                  <a:gd name="T4" fmla="*/ 188 w 12"/>
                  <a:gd name="T5" fmla="*/ 88 h 5"/>
                  <a:gd name="T6" fmla="*/ 158 w 12"/>
                  <a:gd name="T7" fmla="*/ 0 h 5"/>
                  <a:gd name="T8" fmla="*/ 113 w 12"/>
                  <a:gd name="T9" fmla="*/ 68 h 5"/>
                  <a:gd name="T10" fmla="*/ 0 w 12"/>
                  <a:gd name="T11" fmla="*/ 68 h 5"/>
                  <a:gd name="T12" fmla="*/ 0 w 12"/>
                  <a:gd name="T13" fmla="*/ 88 h 5"/>
                  <a:gd name="T14" fmla="*/ 33 w 12"/>
                  <a:gd name="T15" fmla="*/ 88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5">
                    <a:moveTo>
                      <a:pt x="8" y="5"/>
                    </a:moveTo>
                    <a:cubicBezTo>
                      <a:pt x="8" y="5"/>
                      <a:pt x="7" y="5"/>
                      <a:pt x="8" y="5"/>
                    </a:cubicBezTo>
                    <a:cubicBezTo>
                      <a:pt x="9" y="5"/>
                      <a:pt x="10" y="5"/>
                      <a:pt x="12" y="5"/>
                    </a:cubicBezTo>
                    <a:cubicBezTo>
                      <a:pt x="10" y="3"/>
                      <a:pt x="9" y="2"/>
                      <a:pt x="10" y="0"/>
                    </a:cubicBezTo>
                    <a:cubicBezTo>
                      <a:pt x="9" y="1"/>
                      <a:pt x="9" y="4"/>
                      <a:pt x="7" y="4"/>
                    </a:cubicBezTo>
                    <a:cubicBezTo>
                      <a:pt x="4" y="5"/>
                      <a:pt x="2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2" y="5"/>
                      <a:pt x="2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7" name="Freeform 1281">
                <a:extLst>
                  <a:ext uri="{FF2B5EF4-FFF2-40B4-BE49-F238E27FC236}">
                    <a16:creationId xmlns:a16="http://schemas.microsoft.com/office/drawing/2014/main" id="{CB748635-54C7-47FA-860E-7CC7E18CC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831"/>
                <a:ext cx="20" cy="20"/>
              </a:xfrm>
              <a:custGeom>
                <a:avLst/>
                <a:gdLst>
                  <a:gd name="T0" fmla="*/ 83 w 8"/>
                  <a:gd name="T1" fmla="*/ 83 h 8"/>
                  <a:gd name="T2" fmla="*/ 83 w 8"/>
                  <a:gd name="T3" fmla="*/ 83 h 8"/>
                  <a:gd name="T4" fmla="*/ 125 w 8"/>
                  <a:gd name="T5" fmla="*/ 63 h 8"/>
                  <a:gd name="T6" fmla="*/ 95 w 8"/>
                  <a:gd name="T7" fmla="*/ 0 h 8"/>
                  <a:gd name="T8" fmla="*/ 0 w 8"/>
                  <a:gd name="T9" fmla="*/ 113 h 8"/>
                  <a:gd name="T10" fmla="*/ 33 w 8"/>
                  <a:gd name="T11" fmla="*/ 12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5" y="5"/>
                    </a:moveTo>
                    <a:cubicBezTo>
                      <a:pt x="5" y="5"/>
                      <a:pt x="4" y="5"/>
                      <a:pt x="5" y="5"/>
                    </a:cubicBezTo>
                    <a:cubicBezTo>
                      <a:pt x="6" y="5"/>
                      <a:pt x="7" y="5"/>
                      <a:pt x="8" y="4"/>
                    </a:cubicBezTo>
                    <a:cubicBezTo>
                      <a:pt x="7" y="3"/>
                      <a:pt x="5" y="1"/>
                      <a:pt x="6" y="0"/>
                    </a:cubicBezTo>
                    <a:cubicBezTo>
                      <a:pt x="7" y="3"/>
                      <a:pt x="2" y="6"/>
                      <a:pt x="0" y="7"/>
                    </a:cubicBezTo>
                    <a:cubicBezTo>
                      <a:pt x="1" y="7"/>
                      <a:pt x="2" y="8"/>
                      <a:pt x="2" y="8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8" name="Freeform 1282">
                <a:extLst>
                  <a:ext uri="{FF2B5EF4-FFF2-40B4-BE49-F238E27FC236}">
                    <a16:creationId xmlns:a16="http://schemas.microsoft.com/office/drawing/2014/main" id="{153445E1-09FB-4F00-B3C2-82AD30CF6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866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0 h 3"/>
                  <a:gd name="T4" fmla="*/ 0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2"/>
                      <a:pt x="3" y="1"/>
                      <a:pt x="1" y="0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9" name="Freeform 1283">
                <a:extLst>
                  <a:ext uri="{FF2B5EF4-FFF2-40B4-BE49-F238E27FC236}">
                    <a16:creationId xmlns:a16="http://schemas.microsoft.com/office/drawing/2014/main" id="{D033CA64-AE7A-4809-BF12-E29BA1213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869"/>
                <a:ext cx="10" cy="15"/>
              </a:xfrm>
              <a:custGeom>
                <a:avLst/>
                <a:gdLst>
                  <a:gd name="T0" fmla="*/ 0 w 4"/>
                  <a:gd name="T1" fmla="*/ 95 h 6"/>
                  <a:gd name="T2" fmla="*/ 50 w 4"/>
                  <a:gd name="T3" fmla="*/ 63 h 6"/>
                  <a:gd name="T4" fmla="*/ 63 w 4"/>
                  <a:gd name="T5" fmla="*/ 0 h 6"/>
                  <a:gd name="T6" fmla="*/ 0 w 4"/>
                  <a:gd name="T7" fmla="*/ 9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3" y="6"/>
                      <a:pt x="3" y="4"/>
                    </a:cubicBezTo>
                    <a:cubicBezTo>
                      <a:pt x="4" y="3"/>
                      <a:pt x="2" y="1"/>
                      <a:pt x="4" y="0"/>
                    </a:cubicBezTo>
                    <a:cubicBezTo>
                      <a:pt x="3" y="2"/>
                      <a:pt x="2" y="5"/>
                      <a:pt x="0" y="6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0" name="Freeform 1284">
                <a:extLst>
                  <a:ext uri="{FF2B5EF4-FFF2-40B4-BE49-F238E27FC236}">
                    <a16:creationId xmlns:a16="http://schemas.microsoft.com/office/drawing/2014/main" id="{B58B97BD-CA14-40F4-8406-39A1E9A3D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826"/>
                <a:ext cx="25" cy="15"/>
              </a:xfrm>
              <a:custGeom>
                <a:avLst/>
                <a:gdLst>
                  <a:gd name="T0" fmla="*/ 83 w 10"/>
                  <a:gd name="T1" fmla="*/ 63 h 6"/>
                  <a:gd name="T2" fmla="*/ 83 w 10"/>
                  <a:gd name="T3" fmla="*/ 63 h 6"/>
                  <a:gd name="T4" fmla="*/ 158 w 10"/>
                  <a:gd name="T5" fmla="*/ 63 h 6"/>
                  <a:gd name="T6" fmla="*/ 145 w 10"/>
                  <a:gd name="T7" fmla="*/ 0 h 6"/>
                  <a:gd name="T8" fmla="*/ 0 w 10"/>
                  <a:gd name="T9" fmla="*/ 50 h 6"/>
                  <a:gd name="T10" fmla="*/ 50 w 10"/>
                  <a:gd name="T11" fmla="*/ 95 h 6"/>
                  <a:gd name="T12" fmla="*/ 63 w 10"/>
                  <a:gd name="T13" fmla="*/ 6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9" y="5"/>
                      <a:pt x="10" y="4"/>
                    </a:cubicBezTo>
                    <a:cubicBezTo>
                      <a:pt x="10" y="3"/>
                      <a:pt x="9" y="1"/>
                      <a:pt x="9" y="0"/>
                    </a:cubicBezTo>
                    <a:cubicBezTo>
                      <a:pt x="7" y="1"/>
                      <a:pt x="2" y="5"/>
                      <a:pt x="0" y="3"/>
                    </a:cubicBezTo>
                    <a:cubicBezTo>
                      <a:pt x="0" y="5"/>
                      <a:pt x="2" y="5"/>
                      <a:pt x="3" y="6"/>
                    </a:cubicBezTo>
                    <a:cubicBezTo>
                      <a:pt x="3" y="5"/>
                      <a:pt x="4" y="4"/>
                      <a:pt x="4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1" name="Freeform 1285">
                <a:extLst>
                  <a:ext uri="{FF2B5EF4-FFF2-40B4-BE49-F238E27FC236}">
                    <a16:creationId xmlns:a16="http://schemas.microsoft.com/office/drawing/2014/main" id="{DC3EE569-298C-4F33-9EFF-976EAFE61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764"/>
                <a:ext cx="27" cy="22"/>
              </a:xfrm>
              <a:custGeom>
                <a:avLst/>
                <a:gdLst>
                  <a:gd name="T0" fmla="*/ 71 w 11"/>
                  <a:gd name="T1" fmla="*/ 59 h 9"/>
                  <a:gd name="T2" fmla="*/ 162 w 11"/>
                  <a:gd name="T3" fmla="*/ 0 h 9"/>
                  <a:gd name="T4" fmla="*/ 91 w 11"/>
                  <a:gd name="T5" fmla="*/ 12 h 9"/>
                  <a:gd name="T6" fmla="*/ 71 w 11"/>
                  <a:gd name="T7" fmla="*/ 71 h 9"/>
                  <a:gd name="T8" fmla="*/ 0 w 11"/>
                  <a:gd name="T9" fmla="*/ 120 h 9"/>
                  <a:gd name="T10" fmla="*/ 61 w 11"/>
                  <a:gd name="T11" fmla="*/ 132 h 9"/>
                  <a:gd name="T12" fmla="*/ 42 w 11"/>
                  <a:gd name="T13" fmla="*/ 10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5" y="4"/>
                    </a:moveTo>
                    <a:cubicBezTo>
                      <a:pt x="7" y="4"/>
                      <a:pt x="9" y="1"/>
                      <a:pt x="11" y="0"/>
                    </a:cubicBezTo>
                    <a:cubicBezTo>
                      <a:pt x="10" y="0"/>
                      <a:pt x="7" y="0"/>
                      <a:pt x="6" y="1"/>
                    </a:cubicBezTo>
                    <a:cubicBezTo>
                      <a:pt x="5" y="2"/>
                      <a:pt x="6" y="4"/>
                      <a:pt x="5" y="5"/>
                    </a:cubicBezTo>
                    <a:cubicBezTo>
                      <a:pt x="4" y="6"/>
                      <a:pt x="1" y="6"/>
                      <a:pt x="0" y="8"/>
                    </a:cubicBezTo>
                    <a:cubicBezTo>
                      <a:pt x="0" y="9"/>
                      <a:pt x="3" y="9"/>
                      <a:pt x="4" y="9"/>
                    </a:cubicBezTo>
                    <a:cubicBezTo>
                      <a:pt x="4" y="8"/>
                      <a:pt x="3" y="8"/>
                      <a:pt x="3" y="7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2" name="Freeform 1286">
                <a:extLst>
                  <a:ext uri="{FF2B5EF4-FFF2-40B4-BE49-F238E27FC236}">
                    <a16:creationId xmlns:a16="http://schemas.microsoft.com/office/drawing/2014/main" id="{BAF3A107-E217-4E4A-97D7-2424ED174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726"/>
                <a:ext cx="20" cy="15"/>
              </a:xfrm>
              <a:custGeom>
                <a:avLst/>
                <a:gdLst>
                  <a:gd name="T0" fmla="*/ 63 w 8"/>
                  <a:gd name="T1" fmla="*/ 83 h 6"/>
                  <a:gd name="T2" fmla="*/ 83 w 8"/>
                  <a:gd name="T3" fmla="*/ 95 h 6"/>
                  <a:gd name="T4" fmla="*/ 95 w 8"/>
                  <a:gd name="T5" fmla="*/ 0 h 6"/>
                  <a:gd name="T6" fmla="*/ 50 w 8"/>
                  <a:gd name="T7" fmla="*/ 9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4" y="5"/>
                    </a:moveTo>
                    <a:cubicBezTo>
                      <a:pt x="4" y="5"/>
                      <a:pt x="4" y="6"/>
                      <a:pt x="5" y="6"/>
                    </a:cubicBezTo>
                    <a:cubicBezTo>
                      <a:pt x="0" y="3"/>
                      <a:pt x="6" y="3"/>
                      <a:pt x="6" y="0"/>
                    </a:cubicBezTo>
                    <a:cubicBezTo>
                      <a:pt x="8" y="5"/>
                      <a:pt x="2" y="3"/>
                      <a:pt x="3" y="6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3" name="Freeform 1287">
                <a:extLst>
                  <a:ext uri="{FF2B5EF4-FFF2-40B4-BE49-F238E27FC236}">
                    <a16:creationId xmlns:a16="http://schemas.microsoft.com/office/drawing/2014/main" id="{15E625B1-C797-4766-9E90-FBF43194D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761"/>
                <a:ext cx="18" cy="20"/>
              </a:xfrm>
              <a:custGeom>
                <a:avLst/>
                <a:gdLst>
                  <a:gd name="T0" fmla="*/ 0 w 7"/>
                  <a:gd name="T1" fmla="*/ 113 h 8"/>
                  <a:gd name="T2" fmla="*/ 54 w 7"/>
                  <a:gd name="T3" fmla="*/ 125 h 8"/>
                  <a:gd name="T4" fmla="*/ 118 w 7"/>
                  <a:gd name="T5" fmla="*/ 0 h 8"/>
                  <a:gd name="T6" fmla="*/ 0 w 7"/>
                  <a:gd name="T7" fmla="*/ 9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7"/>
                    </a:moveTo>
                    <a:cubicBezTo>
                      <a:pt x="1" y="7"/>
                      <a:pt x="2" y="7"/>
                      <a:pt x="3" y="8"/>
                    </a:cubicBezTo>
                    <a:cubicBezTo>
                      <a:pt x="1" y="4"/>
                      <a:pt x="6" y="2"/>
                      <a:pt x="7" y="0"/>
                    </a:cubicBezTo>
                    <a:cubicBezTo>
                      <a:pt x="5" y="0"/>
                      <a:pt x="3" y="4"/>
                      <a:pt x="0" y="6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4" name="Freeform 1288">
                <a:extLst>
                  <a:ext uri="{FF2B5EF4-FFF2-40B4-BE49-F238E27FC236}">
                    <a16:creationId xmlns:a16="http://schemas.microsoft.com/office/drawing/2014/main" id="{511143F4-7A32-469E-9ED0-1D4CBF153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799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50 w 4"/>
                  <a:gd name="T3" fmla="*/ 63 h 4"/>
                  <a:gd name="T4" fmla="*/ 63 w 4"/>
                  <a:gd name="T5" fmla="*/ 0 h 4"/>
                  <a:gd name="T6" fmla="*/ 0 w 4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2" y="3"/>
                      <a:pt x="3" y="4"/>
                    </a:cubicBezTo>
                    <a:cubicBezTo>
                      <a:pt x="1" y="2"/>
                      <a:pt x="3" y="1"/>
                      <a:pt x="4" y="0"/>
                    </a:cubicBezTo>
                    <a:cubicBezTo>
                      <a:pt x="2" y="0"/>
                      <a:pt x="1" y="2"/>
                      <a:pt x="0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5" name="Freeform 1289">
                <a:extLst>
                  <a:ext uri="{FF2B5EF4-FFF2-40B4-BE49-F238E27FC236}">
                    <a16:creationId xmlns:a16="http://schemas.microsoft.com/office/drawing/2014/main" id="{7B073192-215F-406C-95B7-48C8CE68F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749"/>
                <a:ext cx="43" cy="75"/>
              </a:xfrm>
              <a:custGeom>
                <a:avLst/>
                <a:gdLst>
                  <a:gd name="T0" fmla="*/ 159 w 17"/>
                  <a:gd name="T1" fmla="*/ 270 h 30"/>
                  <a:gd name="T2" fmla="*/ 276 w 17"/>
                  <a:gd name="T3" fmla="*/ 145 h 30"/>
                  <a:gd name="T4" fmla="*/ 180 w 17"/>
                  <a:gd name="T5" fmla="*/ 175 h 30"/>
                  <a:gd name="T6" fmla="*/ 159 w 17"/>
                  <a:gd name="T7" fmla="*/ 95 h 30"/>
                  <a:gd name="T8" fmla="*/ 159 w 17"/>
                  <a:gd name="T9" fmla="*/ 20 h 30"/>
                  <a:gd name="T10" fmla="*/ 147 w 17"/>
                  <a:gd name="T11" fmla="*/ 83 h 30"/>
                  <a:gd name="T12" fmla="*/ 129 w 17"/>
                  <a:gd name="T13" fmla="*/ 145 h 30"/>
                  <a:gd name="T14" fmla="*/ 116 w 17"/>
                  <a:gd name="T15" fmla="*/ 188 h 30"/>
                  <a:gd name="T16" fmla="*/ 180 w 17"/>
                  <a:gd name="T17" fmla="*/ 208 h 30"/>
                  <a:gd name="T18" fmla="*/ 147 w 17"/>
                  <a:gd name="T19" fmla="*/ 283 h 30"/>
                  <a:gd name="T20" fmla="*/ 129 w 17"/>
                  <a:gd name="T21" fmla="*/ 363 h 30"/>
                  <a:gd name="T22" fmla="*/ 83 w 17"/>
                  <a:gd name="T23" fmla="*/ 375 h 30"/>
                  <a:gd name="T24" fmla="*/ 63 w 17"/>
                  <a:gd name="T25" fmla="*/ 470 h 30"/>
                  <a:gd name="T26" fmla="*/ 116 w 17"/>
                  <a:gd name="T27" fmla="*/ 363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30">
                    <a:moveTo>
                      <a:pt x="10" y="17"/>
                    </a:moveTo>
                    <a:cubicBezTo>
                      <a:pt x="12" y="16"/>
                      <a:pt x="17" y="11"/>
                      <a:pt x="17" y="9"/>
                    </a:cubicBezTo>
                    <a:cubicBezTo>
                      <a:pt x="14" y="8"/>
                      <a:pt x="13" y="11"/>
                      <a:pt x="11" y="11"/>
                    </a:cubicBezTo>
                    <a:cubicBezTo>
                      <a:pt x="9" y="10"/>
                      <a:pt x="9" y="7"/>
                      <a:pt x="10" y="6"/>
                    </a:cubicBezTo>
                    <a:cubicBezTo>
                      <a:pt x="10" y="4"/>
                      <a:pt x="13" y="2"/>
                      <a:pt x="10" y="1"/>
                    </a:cubicBezTo>
                    <a:cubicBezTo>
                      <a:pt x="7" y="0"/>
                      <a:pt x="8" y="4"/>
                      <a:pt x="9" y="5"/>
                    </a:cubicBezTo>
                    <a:cubicBezTo>
                      <a:pt x="8" y="6"/>
                      <a:pt x="8" y="7"/>
                      <a:pt x="8" y="9"/>
                    </a:cubicBezTo>
                    <a:cubicBezTo>
                      <a:pt x="8" y="9"/>
                      <a:pt x="7" y="12"/>
                      <a:pt x="7" y="12"/>
                    </a:cubicBezTo>
                    <a:cubicBezTo>
                      <a:pt x="8" y="14"/>
                      <a:pt x="10" y="12"/>
                      <a:pt x="11" y="13"/>
                    </a:cubicBezTo>
                    <a:cubicBezTo>
                      <a:pt x="11" y="14"/>
                      <a:pt x="10" y="17"/>
                      <a:pt x="9" y="18"/>
                    </a:cubicBezTo>
                    <a:cubicBezTo>
                      <a:pt x="9" y="19"/>
                      <a:pt x="9" y="22"/>
                      <a:pt x="8" y="23"/>
                    </a:cubicBezTo>
                    <a:cubicBezTo>
                      <a:pt x="8" y="24"/>
                      <a:pt x="6" y="24"/>
                      <a:pt x="5" y="24"/>
                    </a:cubicBezTo>
                    <a:cubicBezTo>
                      <a:pt x="1" y="26"/>
                      <a:pt x="0" y="27"/>
                      <a:pt x="4" y="30"/>
                    </a:cubicBezTo>
                    <a:cubicBezTo>
                      <a:pt x="4" y="28"/>
                      <a:pt x="6" y="26"/>
                      <a:pt x="7" y="23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6" name="Freeform 1290">
                <a:extLst>
                  <a:ext uri="{FF2B5EF4-FFF2-40B4-BE49-F238E27FC236}">
                    <a16:creationId xmlns:a16="http://schemas.microsoft.com/office/drawing/2014/main" id="{15889BDD-F302-4525-B91F-5079663D3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779"/>
                <a:ext cx="45" cy="35"/>
              </a:xfrm>
              <a:custGeom>
                <a:avLst/>
                <a:gdLst>
                  <a:gd name="T0" fmla="*/ 283 w 18"/>
                  <a:gd name="T1" fmla="*/ 188 h 14"/>
                  <a:gd name="T2" fmla="*/ 208 w 18"/>
                  <a:gd name="T3" fmla="*/ 145 h 14"/>
                  <a:gd name="T4" fmla="*/ 250 w 18"/>
                  <a:gd name="T5" fmla="*/ 83 h 14"/>
                  <a:gd name="T6" fmla="*/ 125 w 18"/>
                  <a:gd name="T7" fmla="*/ 83 h 14"/>
                  <a:gd name="T8" fmla="*/ 158 w 18"/>
                  <a:gd name="T9" fmla="*/ 208 h 14"/>
                  <a:gd name="T10" fmla="*/ 83 w 18"/>
                  <a:gd name="T11" fmla="*/ 145 h 14"/>
                  <a:gd name="T12" fmla="*/ 20 w 18"/>
                  <a:gd name="T13" fmla="*/ 158 h 14"/>
                  <a:gd name="T14" fmla="*/ 125 w 18"/>
                  <a:gd name="T15" fmla="*/ 83 h 14"/>
                  <a:gd name="T16" fmla="*/ 208 w 18"/>
                  <a:gd name="T17" fmla="*/ 0 h 14"/>
                  <a:gd name="T18" fmla="*/ 220 w 18"/>
                  <a:gd name="T19" fmla="*/ 63 h 14"/>
                  <a:gd name="T20" fmla="*/ 208 w 18"/>
                  <a:gd name="T21" fmla="*/ 63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14">
                    <a:moveTo>
                      <a:pt x="18" y="12"/>
                    </a:moveTo>
                    <a:cubicBezTo>
                      <a:pt x="17" y="11"/>
                      <a:pt x="13" y="10"/>
                      <a:pt x="13" y="9"/>
                    </a:cubicBezTo>
                    <a:cubicBezTo>
                      <a:pt x="12" y="7"/>
                      <a:pt x="15" y="6"/>
                      <a:pt x="16" y="5"/>
                    </a:cubicBezTo>
                    <a:cubicBezTo>
                      <a:pt x="15" y="4"/>
                      <a:pt x="9" y="5"/>
                      <a:pt x="8" y="5"/>
                    </a:cubicBezTo>
                    <a:cubicBezTo>
                      <a:pt x="5" y="8"/>
                      <a:pt x="11" y="11"/>
                      <a:pt x="10" y="13"/>
                    </a:cubicBezTo>
                    <a:cubicBezTo>
                      <a:pt x="8" y="12"/>
                      <a:pt x="7" y="9"/>
                      <a:pt x="5" y="9"/>
                    </a:cubicBezTo>
                    <a:cubicBezTo>
                      <a:pt x="4" y="9"/>
                      <a:pt x="0" y="14"/>
                      <a:pt x="1" y="10"/>
                    </a:cubicBezTo>
                    <a:cubicBezTo>
                      <a:pt x="2" y="8"/>
                      <a:pt x="7" y="7"/>
                      <a:pt x="8" y="5"/>
                    </a:cubicBezTo>
                    <a:cubicBezTo>
                      <a:pt x="10" y="4"/>
                      <a:pt x="11" y="2"/>
                      <a:pt x="13" y="0"/>
                    </a:cubicBezTo>
                    <a:cubicBezTo>
                      <a:pt x="14" y="1"/>
                      <a:pt x="14" y="3"/>
                      <a:pt x="14" y="4"/>
                    </a:cubicBezTo>
                    <a:cubicBezTo>
                      <a:pt x="14" y="5"/>
                      <a:pt x="14" y="4"/>
                      <a:pt x="13" y="4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7" name="Freeform 1291">
                <a:extLst>
                  <a:ext uri="{FF2B5EF4-FFF2-40B4-BE49-F238E27FC236}">
                    <a16:creationId xmlns:a16="http://schemas.microsoft.com/office/drawing/2014/main" id="{1B079C39-9C60-48A4-A0E8-412CB9E5F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826"/>
                <a:ext cx="62" cy="40"/>
              </a:xfrm>
              <a:custGeom>
                <a:avLst/>
                <a:gdLst>
                  <a:gd name="T0" fmla="*/ 124 w 25"/>
                  <a:gd name="T1" fmla="*/ 188 h 16"/>
                  <a:gd name="T2" fmla="*/ 228 w 25"/>
                  <a:gd name="T3" fmla="*/ 113 h 16"/>
                  <a:gd name="T4" fmla="*/ 290 w 25"/>
                  <a:gd name="T5" fmla="*/ 175 h 16"/>
                  <a:gd name="T6" fmla="*/ 350 w 25"/>
                  <a:gd name="T7" fmla="*/ 175 h 16"/>
                  <a:gd name="T8" fmla="*/ 258 w 25"/>
                  <a:gd name="T9" fmla="*/ 95 h 16"/>
                  <a:gd name="T10" fmla="*/ 320 w 25"/>
                  <a:gd name="T11" fmla="*/ 20 h 16"/>
                  <a:gd name="T12" fmla="*/ 184 w 25"/>
                  <a:gd name="T13" fmla="*/ 95 h 16"/>
                  <a:gd name="T14" fmla="*/ 166 w 25"/>
                  <a:gd name="T15" fmla="*/ 0 h 16"/>
                  <a:gd name="T16" fmla="*/ 124 w 25"/>
                  <a:gd name="T17" fmla="*/ 113 h 16"/>
                  <a:gd name="T18" fmla="*/ 62 w 25"/>
                  <a:gd name="T19" fmla="*/ 63 h 16"/>
                  <a:gd name="T20" fmla="*/ 136 w 25"/>
                  <a:gd name="T21" fmla="*/ 125 h 16"/>
                  <a:gd name="T22" fmla="*/ 74 w 25"/>
                  <a:gd name="T23" fmla="*/ 188 h 16"/>
                  <a:gd name="T24" fmla="*/ 0 w 25"/>
                  <a:gd name="T25" fmla="*/ 208 h 16"/>
                  <a:gd name="T26" fmla="*/ 42 w 25"/>
                  <a:gd name="T27" fmla="*/ 250 h 16"/>
                  <a:gd name="T28" fmla="*/ 74 w 25"/>
                  <a:gd name="T29" fmla="*/ 188 h 16"/>
                  <a:gd name="T30" fmla="*/ 92 w 25"/>
                  <a:gd name="T31" fmla="*/ 208 h 1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5" h="16">
                    <a:moveTo>
                      <a:pt x="8" y="12"/>
                    </a:moveTo>
                    <a:cubicBezTo>
                      <a:pt x="11" y="15"/>
                      <a:pt x="11" y="5"/>
                      <a:pt x="15" y="7"/>
                    </a:cubicBezTo>
                    <a:cubicBezTo>
                      <a:pt x="17" y="7"/>
                      <a:pt x="16" y="10"/>
                      <a:pt x="19" y="11"/>
                    </a:cubicBezTo>
                    <a:cubicBezTo>
                      <a:pt x="20" y="12"/>
                      <a:pt x="22" y="10"/>
                      <a:pt x="23" y="11"/>
                    </a:cubicBezTo>
                    <a:cubicBezTo>
                      <a:pt x="25" y="9"/>
                      <a:pt x="18" y="8"/>
                      <a:pt x="17" y="6"/>
                    </a:cubicBezTo>
                    <a:cubicBezTo>
                      <a:pt x="14" y="3"/>
                      <a:pt x="18" y="2"/>
                      <a:pt x="21" y="1"/>
                    </a:cubicBezTo>
                    <a:cubicBezTo>
                      <a:pt x="16" y="0"/>
                      <a:pt x="15" y="5"/>
                      <a:pt x="12" y="6"/>
                    </a:cubicBezTo>
                    <a:cubicBezTo>
                      <a:pt x="9" y="7"/>
                      <a:pt x="14" y="1"/>
                      <a:pt x="11" y="0"/>
                    </a:cubicBezTo>
                    <a:cubicBezTo>
                      <a:pt x="16" y="1"/>
                      <a:pt x="9" y="5"/>
                      <a:pt x="8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5"/>
                      <a:pt x="7" y="6"/>
                      <a:pt x="9" y="8"/>
                    </a:cubicBezTo>
                    <a:cubicBezTo>
                      <a:pt x="7" y="9"/>
                      <a:pt x="7" y="11"/>
                      <a:pt x="5" y="12"/>
                    </a:cubicBezTo>
                    <a:cubicBezTo>
                      <a:pt x="4" y="13"/>
                      <a:pt x="2" y="13"/>
                      <a:pt x="0" y="13"/>
                    </a:cubicBezTo>
                    <a:cubicBezTo>
                      <a:pt x="1" y="15"/>
                      <a:pt x="2" y="15"/>
                      <a:pt x="3" y="16"/>
                    </a:cubicBezTo>
                    <a:cubicBezTo>
                      <a:pt x="4" y="15"/>
                      <a:pt x="5" y="13"/>
                      <a:pt x="5" y="12"/>
                    </a:cubicBezTo>
                    <a:cubicBezTo>
                      <a:pt x="6" y="12"/>
                      <a:pt x="6" y="12"/>
                      <a:pt x="6" y="13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8" name="Freeform 1292">
                <a:extLst>
                  <a:ext uri="{FF2B5EF4-FFF2-40B4-BE49-F238E27FC236}">
                    <a16:creationId xmlns:a16="http://schemas.microsoft.com/office/drawing/2014/main" id="{1537A97E-6C00-452C-8A4C-147243377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861"/>
                <a:ext cx="25" cy="23"/>
              </a:xfrm>
              <a:custGeom>
                <a:avLst/>
                <a:gdLst>
                  <a:gd name="T0" fmla="*/ 63 w 10"/>
                  <a:gd name="T1" fmla="*/ 151 h 9"/>
                  <a:gd name="T2" fmla="*/ 113 w 10"/>
                  <a:gd name="T3" fmla="*/ 51 h 9"/>
                  <a:gd name="T4" fmla="*/ 158 w 10"/>
                  <a:gd name="T5" fmla="*/ 33 h 9"/>
                  <a:gd name="T6" fmla="*/ 125 w 10"/>
                  <a:gd name="T7" fmla="*/ 0 h 9"/>
                  <a:gd name="T8" fmla="*/ 63 w 10"/>
                  <a:gd name="T9" fmla="*/ 84 h 9"/>
                  <a:gd name="T10" fmla="*/ 0 w 10"/>
                  <a:gd name="T11" fmla="*/ 20 h 9"/>
                  <a:gd name="T12" fmla="*/ 50 w 10"/>
                  <a:gd name="T13" fmla="*/ 118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4" y="9"/>
                    </a:moveTo>
                    <a:cubicBezTo>
                      <a:pt x="4" y="7"/>
                      <a:pt x="4" y="4"/>
                      <a:pt x="7" y="3"/>
                    </a:cubicBezTo>
                    <a:cubicBezTo>
                      <a:pt x="8" y="2"/>
                      <a:pt x="9" y="3"/>
                      <a:pt x="10" y="2"/>
                    </a:cubicBezTo>
                    <a:cubicBezTo>
                      <a:pt x="10" y="1"/>
                      <a:pt x="10" y="0"/>
                      <a:pt x="8" y="0"/>
                    </a:cubicBezTo>
                    <a:cubicBezTo>
                      <a:pt x="6" y="0"/>
                      <a:pt x="6" y="4"/>
                      <a:pt x="4" y="5"/>
                    </a:cubicBezTo>
                    <a:cubicBezTo>
                      <a:pt x="2" y="6"/>
                      <a:pt x="1" y="2"/>
                      <a:pt x="0" y="1"/>
                    </a:cubicBezTo>
                    <a:cubicBezTo>
                      <a:pt x="1" y="3"/>
                      <a:pt x="3" y="5"/>
                      <a:pt x="3" y="7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9" name="Freeform 1293">
                <a:extLst>
                  <a:ext uri="{FF2B5EF4-FFF2-40B4-BE49-F238E27FC236}">
                    <a16:creationId xmlns:a16="http://schemas.microsoft.com/office/drawing/2014/main" id="{27CFC285-DB53-4581-9C24-9435688D5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699"/>
                <a:ext cx="58" cy="50"/>
              </a:xfrm>
              <a:custGeom>
                <a:avLst/>
                <a:gdLst>
                  <a:gd name="T0" fmla="*/ 126 w 23"/>
                  <a:gd name="T1" fmla="*/ 313 h 20"/>
                  <a:gd name="T2" fmla="*/ 146 w 23"/>
                  <a:gd name="T3" fmla="*/ 250 h 20"/>
                  <a:gd name="T4" fmla="*/ 209 w 23"/>
                  <a:gd name="T5" fmla="*/ 208 h 20"/>
                  <a:gd name="T6" fmla="*/ 255 w 23"/>
                  <a:gd name="T7" fmla="*/ 158 h 20"/>
                  <a:gd name="T8" fmla="*/ 305 w 23"/>
                  <a:gd name="T9" fmla="*/ 208 h 20"/>
                  <a:gd name="T10" fmla="*/ 285 w 23"/>
                  <a:gd name="T11" fmla="*/ 145 h 20"/>
                  <a:gd name="T12" fmla="*/ 338 w 23"/>
                  <a:gd name="T13" fmla="*/ 113 h 20"/>
                  <a:gd name="T14" fmla="*/ 368 w 23"/>
                  <a:gd name="T15" fmla="*/ 0 h 20"/>
                  <a:gd name="T16" fmla="*/ 222 w 23"/>
                  <a:gd name="T17" fmla="*/ 125 h 20"/>
                  <a:gd name="T18" fmla="*/ 242 w 23"/>
                  <a:gd name="T19" fmla="*/ 95 h 20"/>
                  <a:gd name="T20" fmla="*/ 146 w 23"/>
                  <a:gd name="T21" fmla="*/ 83 h 20"/>
                  <a:gd name="T22" fmla="*/ 159 w 23"/>
                  <a:gd name="T23" fmla="*/ 188 h 20"/>
                  <a:gd name="T24" fmla="*/ 96 w 23"/>
                  <a:gd name="T25" fmla="*/ 238 h 20"/>
                  <a:gd name="T26" fmla="*/ 83 w 23"/>
                  <a:gd name="T27" fmla="*/ 270 h 20"/>
                  <a:gd name="T28" fmla="*/ 33 w 23"/>
                  <a:gd name="T29" fmla="*/ 250 h 20"/>
                  <a:gd name="T30" fmla="*/ 33 w 23"/>
                  <a:gd name="T31" fmla="*/ 220 h 20"/>
                  <a:gd name="T32" fmla="*/ 113 w 23"/>
                  <a:gd name="T33" fmla="*/ 283 h 20"/>
                  <a:gd name="T34" fmla="*/ 113 w 23"/>
                  <a:gd name="T35" fmla="*/ 300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" h="20">
                    <a:moveTo>
                      <a:pt x="8" y="20"/>
                    </a:moveTo>
                    <a:cubicBezTo>
                      <a:pt x="9" y="19"/>
                      <a:pt x="8" y="17"/>
                      <a:pt x="9" y="16"/>
                    </a:cubicBezTo>
                    <a:cubicBezTo>
                      <a:pt x="10" y="15"/>
                      <a:pt x="12" y="14"/>
                      <a:pt x="13" y="13"/>
                    </a:cubicBezTo>
                    <a:cubicBezTo>
                      <a:pt x="14" y="12"/>
                      <a:pt x="15" y="11"/>
                      <a:pt x="16" y="10"/>
                    </a:cubicBezTo>
                    <a:cubicBezTo>
                      <a:pt x="18" y="10"/>
                      <a:pt x="18" y="12"/>
                      <a:pt x="19" y="13"/>
                    </a:cubicBezTo>
                    <a:cubicBezTo>
                      <a:pt x="19" y="12"/>
                      <a:pt x="18" y="10"/>
                      <a:pt x="18" y="9"/>
                    </a:cubicBezTo>
                    <a:cubicBezTo>
                      <a:pt x="19" y="8"/>
                      <a:pt x="21" y="8"/>
                      <a:pt x="21" y="7"/>
                    </a:cubicBezTo>
                    <a:cubicBezTo>
                      <a:pt x="23" y="6"/>
                      <a:pt x="22" y="2"/>
                      <a:pt x="23" y="0"/>
                    </a:cubicBezTo>
                    <a:cubicBezTo>
                      <a:pt x="20" y="3"/>
                      <a:pt x="20" y="10"/>
                      <a:pt x="14" y="8"/>
                    </a:cubicBezTo>
                    <a:cubicBezTo>
                      <a:pt x="15" y="7"/>
                      <a:pt x="15" y="6"/>
                      <a:pt x="15" y="6"/>
                    </a:cubicBezTo>
                    <a:cubicBezTo>
                      <a:pt x="13" y="6"/>
                      <a:pt x="10" y="9"/>
                      <a:pt x="9" y="5"/>
                    </a:cubicBezTo>
                    <a:cubicBezTo>
                      <a:pt x="12" y="8"/>
                      <a:pt x="15" y="9"/>
                      <a:pt x="10" y="12"/>
                    </a:cubicBezTo>
                    <a:cubicBezTo>
                      <a:pt x="9" y="13"/>
                      <a:pt x="8" y="14"/>
                      <a:pt x="6" y="15"/>
                    </a:cubicBezTo>
                    <a:cubicBezTo>
                      <a:pt x="6" y="16"/>
                      <a:pt x="6" y="16"/>
                      <a:pt x="5" y="17"/>
                    </a:cubicBezTo>
                    <a:cubicBezTo>
                      <a:pt x="4" y="17"/>
                      <a:pt x="3" y="16"/>
                      <a:pt x="2" y="16"/>
                    </a:cubicBezTo>
                    <a:cubicBezTo>
                      <a:pt x="3" y="15"/>
                      <a:pt x="2" y="15"/>
                      <a:pt x="2" y="14"/>
                    </a:cubicBezTo>
                    <a:cubicBezTo>
                      <a:pt x="0" y="16"/>
                      <a:pt x="5" y="20"/>
                      <a:pt x="7" y="18"/>
                    </a:cubicBezTo>
                    <a:cubicBezTo>
                      <a:pt x="7" y="19"/>
                      <a:pt x="7" y="19"/>
                      <a:pt x="7" y="19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0" name="Freeform 1294">
                <a:extLst>
                  <a:ext uri="{FF2B5EF4-FFF2-40B4-BE49-F238E27FC236}">
                    <a16:creationId xmlns:a16="http://schemas.microsoft.com/office/drawing/2014/main" id="{82917F97-4490-4FA9-84B2-F5923E0F9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736"/>
                <a:ext cx="32" cy="18"/>
              </a:xfrm>
              <a:custGeom>
                <a:avLst/>
                <a:gdLst>
                  <a:gd name="T0" fmla="*/ 133 w 13"/>
                  <a:gd name="T1" fmla="*/ 100 h 7"/>
                  <a:gd name="T2" fmla="*/ 194 w 13"/>
                  <a:gd name="T3" fmla="*/ 67 h 7"/>
                  <a:gd name="T4" fmla="*/ 182 w 13"/>
                  <a:gd name="T5" fmla="*/ 0 h 7"/>
                  <a:gd name="T6" fmla="*/ 103 w 13"/>
                  <a:gd name="T7" fmla="*/ 85 h 7"/>
                  <a:gd name="T8" fmla="*/ 0 w 13"/>
                  <a:gd name="T9" fmla="*/ 33 h 7"/>
                  <a:gd name="T10" fmla="*/ 62 w 13"/>
                  <a:gd name="T11" fmla="*/ 67 h 7"/>
                  <a:gd name="T12" fmla="*/ 103 w 13"/>
                  <a:gd name="T13" fmla="*/ 11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9" y="6"/>
                    </a:moveTo>
                    <a:cubicBezTo>
                      <a:pt x="10" y="6"/>
                      <a:pt x="12" y="5"/>
                      <a:pt x="13" y="4"/>
                    </a:cubicBezTo>
                    <a:cubicBezTo>
                      <a:pt x="12" y="3"/>
                      <a:pt x="10" y="2"/>
                      <a:pt x="12" y="0"/>
                    </a:cubicBezTo>
                    <a:cubicBezTo>
                      <a:pt x="11" y="3"/>
                      <a:pt x="10" y="5"/>
                      <a:pt x="7" y="5"/>
                    </a:cubicBezTo>
                    <a:cubicBezTo>
                      <a:pt x="4" y="5"/>
                      <a:pt x="3" y="1"/>
                      <a:pt x="0" y="2"/>
                    </a:cubicBezTo>
                    <a:cubicBezTo>
                      <a:pt x="1" y="4"/>
                      <a:pt x="2" y="4"/>
                      <a:pt x="4" y="4"/>
                    </a:cubicBezTo>
                    <a:cubicBezTo>
                      <a:pt x="5" y="5"/>
                      <a:pt x="8" y="6"/>
                      <a:pt x="7" y="7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1" name="Freeform 1295">
                <a:extLst>
                  <a:ext uri="{FF2B5EF4-FFF2-40B4-BE49-F238E27FC236}">
                    <a16:creationId xmlns:a16="http://schemas.microsoft.com/office/drawing/2014/main" id="{35CAAC37-C761-4CCF-BE8B-1B8E54C3B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739"/>
                <a:ext cx="10" cy="20"/>
              </a:xfrm>
              <a:custGeom>
                <a:avLst/>
                <a:gdLst>
                  <a:gd name="T0" fmla="*/ 0 w 4"/>
                  <a:gd name="T1" fmla="*/ 125 h 8"/>
                  <a:gd name="T2" fmla="*/ 63 w 4"/>
                  <a:gd name="T3" fmla="*/ 63 h 8"/>
                  <a:gd name="T4" fmla="*/ 50 w 4"/>
                  <a:gd name="T5" fmla="*/ 0 h 8"/>
                  <a:gd name="T6" fmla="*/ 0 w 4"/>
                  <a:gd name="T7" fmla="*/ 12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3" y="8"/>
                      <a:pt x="1" y="3"/>
                      <a:pt x="4" y="4"/>
                    </a:cubicBezTo>
                    <a:cubicBezTo>
                      <a:pt x="4" y="3"/>
                      <a:pt x="2" y="2"/>
                      <a:pt x="3" y="0"/>
                    </a:cubicBezTo>
                    <a:cubicBezTo>
                      <a:pt x="3" y="2"/>
                      <a:pt x="1" y="7"/>
                      <a:pt x="0" y="8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2" name="Freeform 1296">
                <a:extLst>
                  <a:ext uri="{FF2B5EF4-FFF2-40B4-BE49-F238E27FC236}">
                    <a16:creationId xmlns:a16="http://schemas.microsoft.com/office/drawing/2014/main" id="{68FBE51D-2C3F-459B-B183-9D3DA514A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684"/>
                <a:ext cx="38" cy="45"/>
              </a:xfrm>
              <a:custGeom>
                <a:avLst/>
                <a:gdLst>
                  <a:gd name="T0" fmla="*/ 0 w 15"/>
                  <a:gd name="T1" fmla="*/ 238 h 18"/>
                  <a:gd name="T2" fmla="*/ 0 w 15"/>
                  <a:gd name="T3" fmla="*/ 238 h 18"/>
                  <a:gd name="T4" fmla="*/ 51 w 15"/>
                  <a:gd name="T5" fmla="*/ 208 h 18"/>
                  <a:gd name="T6" fmla="*/ 96 w 15"/>
                  <a:gd name="T7" fmla="*/ 270 h 18"/>
                  <a:gd name="T8" fmla="*/ 84 w 15"/>
                  <a:gd name="T9" fmla="*/ 188 h 18"/>
                  <a:gd name="T10" fmla="*/ 180 w 15"/>
                  <a:gd name="T11" fmla="*/ 188 h 18"/>
                  <a:gd name="T12" fmla="*/ 129 w 15"/>
                  <a:gd name="T13" fmla="*/ 95 h 18"/>
                  <a:gd name="T14" fmla="*/ 180 w 15"/>
                  <a:gd name="T15" fmla="*/ 50 h 18"/>
                  <a:gd name="T16" fmla="*/ 243 w 15"/>
                  <a:gd name="T17" fmla="*/ 33 h 18"/>
                  <a:gd name="T18" fmla="*/ 96 w 15"/>
                  <a:gd name="T19" fmla="*/ 95 h 18"/>
                  <a:gd name="T20" fmla="*/ 84 w 15"/>
                  <a:gd name="T21" fmla="*/ 125 h 18"/>
                  <a:gd name="T22" fmla="*/ 84 w 15"/>
                  <a:gd name="T23" fmla="*/ 158 h 18"/>
                  <a:gd name="T24" fmla="*/ 0 w 15"/>
                  <a:gd name="T25" fmla="*/ 220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18">
                    <a:moveTo>
                      <a:pt x="0" y="15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1" y="14"/>
                      <a:pt x="2" y="13"/>
                      <a:pt x="3" y="13"/>
                    </a:cubicBezTo>
                    <a:cubicBezTo>
                      <a:pt x="4" y="14"/>
                      <a:pt x="4" y="18"/>
                      <a:pt x="6" y="17"/>
                    </a:cubicBezTo>
                    <a:cubicBezTo>
                      <a:pt x="8" y="16"/>
                      <a:pt x="5" y="13"/>
                      <a:pt x="5" y="12"/>
                    </a:cubicBezTo>
                    <a:cubicBezTo>
                      <a:pt x="7" y="8"/>
                      <a:pt x="9" y="13"/>
                      <a:pt x="11" y="12"/>
                    </a:cubicBezTo>
                    <a:cubicBezTo>
                      <a:pt x="8" y="11"/>
                      <a:pt x="5" y="10"/>
                      <a:pt x="8" y="6"/>
                    </a:cubicBezTo>
                    <a:cubicBezTo>
                      <a:pt x="8" y="6"/>
                      <a:pt x="11" y="4"/>
                      <a:pt x="11" y="3"/>
                    </a:cubicBezTo>
                    <a:cubicBezTo>
                      <a:pt x="13" y="3"/>
                      <a:pt x="14" y="3"/>
                      <a:pt x="15" y="2"/>
                    </a:cubicBezTo>
                    <a:cubicBezTo>
                      <a:pt x="12" y="0"/>
                      <a:pt x="9" y="3"/>
                      <a:pt x="6" y="6"/>
                    </a:cubicBezTo>
                    <a:cubicBezTo>
                      <a:pt x="6" y="6"/>
                      <a:pt x="5" y="7"/>
                      <a:pt x="5" y="8"/>
                    </a:cubicBezTo>
                    <a:cubicBezTo>
                      <a:pt x="5" y="8"/>
                      <a:pt x="5" y="10"/>
                      <a:pt x="5" y="10"/>
                    </a:cubicBezTo>
                    <a:cubicBezTo>
                      <a:pt x="4" y="12"/>
                      <a:pt x="1" y="12"/>
                      <a:pt x="0" y="14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3" name="Freeform 1297">
                <a:extLst>
                  <a:ext uri="{FF2B5EF4-FFF2-40B4-BE49-F238E27FC236}">
                    <a16:creationId xmlns:a16="http://schemas.microsoft.com/office/drawing/2014/main" id="{352E4086-193D-460F-B758-752AB602F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704"/>
                <a:ext cx="30" cy="37"/>
              </a:xfrm>
              <a:custGeom>
                <a:avLst/>
                <a:gdLst>
                  <a:gd name="T0" fmla="*/ 188 w 12"/>
                  <a:gd name="T1" fmla="*/ 74 h 15"/>
                  <a:gd name="T2" fmla="*/ 113 w 12"/>
                  <a:gd name="T3" fmla="*/ 212 h 15"/>
                  <a:gd name="T4" fmla="*/ 63 w 12"/>
                  <a:gd name="T5" fmla="*/ 224 h 15"/>
                  <a:gd name="T6" fmla="*/ 0 w 12"/>
                  <a:gd name="T7" fmla="*/ 224 h 15"/>
                  <a:gd name="T8" fmla="*/ 20 w 12"/>
                  <a:gd name="T9" fmla="*/ 183 h 15"/>
                  <a:gd name="T10" fmla="*/ 50 w 12"/>
                  <a:gd name="T11" fmla="*/ 195 h 15"/>
                  <a:gd name="T12" fmla="*/ 113 w 12"/>
                  <a:gd name="T13" fmla="*/ 195 h 15"/>
                  <a:gd name="T14" fmla="*/ 145 w 12"/>
                  <a:gd name="T15" fmla="*/ 153 h 15"/>
                  <a:gd name="T16" fmla="*/ 175 w 12"/>
                  <a:gd name="T17" fmla="*/ 91 h 15"/>
                  <a:gd name="T18" fmla="*/ 145 w 12"/>
                  <a:gd name="T19" fmla="*/ 30 h 15"/>
                  <a:gd name="T20" fmla="*/ 188 w 12"/>
                  <a:gd name="T21" fmla="*/ 74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15">
                    <a:moveTo>
                      <a:pt x="12" y="5"/>
                    </a:moveTo>
                    <a:cubicBezTo>
                      <a:pt x="11" y="9"/>
                      <a:pt x="11" y="12"/>
                      <a:pt x="7" y="14"/>
                    </a:cubicBezTo>
                    <a:cubicBezTo>
                      <a:pt x="6" y="14"/>
                      <a:pt x="5" y="15"/>
                      <a:pt x="4" y="15"/>
                    </a:cubicBezTo>
                    <a:cubicBezTo>
                      <a:pt x="2" y="15"/>
                      <a:pt x="1" y="14"/>
                      <a:pt x="0" y="15"/>
                    </a:cubicBezTo>
                    <a:cubicBezTo>
                      <a:pt x="0" y="14"/>
                      <a:pt x="0" y="12"/>
                      <a:pt x="1" y="12"/>
                    </a:cubicBezTo>
                    <a:cubicBezTo>
                      <a:pt x="2" y="11"/>
                      <a:pt x="3" y="12"/>
                      <a:pt x="3" y="13"/>
                    </a:cubicBezTo>
                    <a:cubicBezTo>
                      <a:pt x="4" y="11"/>
                      <a:pt x="5" y="13"/>
                      <a:pt x="7" y="13"/>
                    </a:cubicBezTo>
                    <a:cubicBezTo>
                      <a:pt x="9" y="13"/>
                      <a:pt x="9" y="11"/>
                      <a:pt x="9" y="10"/>
                    </a:cubicBezTo>
                    <a:cubicBezTo>
                      <a:pt x="10" y="9"/>
                      <a:pt x="11" y="8"/>
                      <a:pt x="11" y="6"/>
                    </a:cubicBezTo>
                    <a:cubicBezTo>
                      <a:pt x="11" y="5"/>
                      <a:pt x="11" y="3"/>
                      <a:pt x="9" y="2"/>
                    </a:cubicBezTo>
                    <a:cubicBezTo>
                      <a:pt x="12" y="0"/>
                      <a:pt x="12" y="5"/>
                      <a:pt x="12" y="5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4" name="Freeform 1298">
                <a:extLst>
                  <a:ext uri="{FF2B5EF4-FFF2-40B4-BE49-F238E27FC236}">
                    <a16:creationId xmlns:a16="http://schemas.microsoft.com/office/drawing/2014/main" id="{BF37D9AA-070C-4787-A018-D47F34795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699"/>
                <a:ext cx="40" cy="55"/>
              </a:xfrm>
              <a:custGeom>
                <a:avLst/>
                <a:gdLst>
                  <a:gd name="T0" fmla="*/ 158 w 16"/>
                  <a:gd name="T1" fmla="*/ 158 h 22"/>
                  <a:gd name="T2" fmla="*/ 145 w 16"/>
                  <a:gd name="T3" fmla="*/ 113 h 22"/>
                  <a:gd name="T4" fmla="*/ 188 w 16"/>
                  <a:gd name="T5" fmla="*/ 50 h 22"/>
                  <a:gd name="T6" fmla="*/ 188 w 16"/>
                  <a:gd name="T7" fmla="*/ 0 h 22"/>
                  <a:gd name="T8" fmla="*/ 158 w 16"/>
                  <a:gd name="T9" fmla="*/ 83 h 22"/>
                  <a:gd name="T10" fmla="*/ 125 w 16"/>
                  <a:gd name="T11" fmla="*/ 145 h 22"/>
                  <a:gd name="T12" fmla="*/ 83 w 16"/>
                  <a:gd name="T13" fmla="*/ 158 h 22"/>
                  <a:gd name="T14" fmla="*/ 125 w 16"/>
                  <a:gd name="T15" fmla="*/ 145 h 22"/>
                  <a:gd name="T16" fmla="*/ 113 w 16"/>
                  <a:gd name="T17" fmla="*/ 220 h 22"/>
                  <a:gd name="T18" fmla="*/ 83 w 16"/>
                  <a:gd name="T19" fmla="*/ 283 h 22"/>
                  <a:gd name="T20" fmla="*/ 0 w 16"/>
                  <a:gd name="T21" fmla="*/ 283 h 22"/>
                  <a:gd name="T22" fmla="*/ 33 w 16"/>
                  <a:gd name="T23" fmla="*/ 333 h 22"/>
                  <a:gd name="T24" fmla="*/ 83 w 16"/>
                  <a:gd name="T25" fmla="*/ 333 h 22"/>
                  <a:gd name="T26" fmla="*/ 95 w 16"/>
                  <a:gd name="T27" fmla="*/ 270 h 22"/>
                  <a:gd name="T28" fmla="*/ 113 w 16"/>
                  <a:gd name="T29" fmla="*/ 250 h 22"/>
                  <a:gd name="T30" fmla="*/ 113 w 16"/>
                  <a:gd name="T31" fmla="*/ 220 h 22"/>
                  <a:gd name="T32" fmla="*/ 175 w 16"/>
                  <a:gd name="T33" fmla="*/ 238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" h="22">
                    <a:moveTo>
                      <a:pt x="10" y="10"/>
                    </a:moveTo>
                    <a:cubicBezTo>
                      <a:pt x="9" y="9"/>
                      <a:pt x="8" y="10"/>
                      <a:pt x="9" y="7"/>
                    </a:cubicBezTo>
                    <a:cubicBezTo>
                      <a:pt x="10" y="6"/>
                      <a:pt x="12" y="5"/>
                      <a:pt x="12" y="3"/>
                    </a:cubicBezTo>
                    <a:cubicBezTo>
                      <a:pt x="14" y="2"/>
                      <a:pt x="16" y="1"/>
                      <a:pt x="12" y="0"/>
                    </a:cubicBezTo>
                    <a:cubicBezTo>
                      <a:pt x="13" y="2"/>
                      <a:pt x="11" y="4"/>
                      <a:pt x="10" y="5"/>
                    </a:cubicBezTo>
                    <a:cubicBezTo>
                      <a:pt x="8" y="6"/>
                      <a:pt x="6" y="7"/>
                      <a:pt x="8" y="9"/>
                    </a:cubicBezTo>
                    <a:cubicBezTo>
                      <a:pt x="7" y="9"/>
                      <a:pt x="6" y="10"/>
                      <a:pt x="5" y="10"/>
                    </a:cubicBezTo>
                    <a:cubicBezTo>
                      <a:pt x="6" y="10"/>
                      <a:pt x="7" y="10"/>
                      <a:pt x="8" y="9"/>
                    </a:cubicBezTo>
                    <a:cubicBezTo>
                      <a:pt x="10" y="10"/>
                      <a:pt x="7" y="13"/>
                      <a:pt x="7" y="14"/>
                    </a:cubicBezTo>
                    <a:cubicBezTo>
                      <a:pt x="5" y="16"/>
                      <a:pt x="4" y="15"/>
                      <a:pt x="5" y="18"/>
                    </a:cubicBezTo>
                    <a:cubicBezTo>
                      <a:pt x="4" y="19"/>
                      <a:pt x="2" y="19"/>
                      <a:pt x="0" y="18"/>
                    </a:cubicBezTo>
                    <a:cubicBezTo>
                      <a:pt x="0" y="19"/>
                      <a:pt x="1" y="20"/>
                      <a:pt x="2" y="21"/>
                    </a:cubicBezTo>
                    <a:cubicBezTo>
                      <a:pt x="3" y="21"/>
                      <a:pt x="4" y="22"/>
                      <a:pt x="5" y="21"/>
                    </a:cubicBezTo>
                    <a:cubicBezTo>
                      <a:pt x="6" y="21"/>
                      <a:pt x="5" y="18"/>
                      <a:pt x="6" y="17"/>
                    </a:cubicBezTo>
                    <a:cubicBezTo>
                      <a:pt x="6" y="17"/>
                      <a:pt x="6" y="16"/>
                      <a:pt x="7" y="16"/>
                    </a:cubicBezTo>
                    <a:cubicBezTo>
                      <a:pt x="7" y="15"/>
                      <a:pt x="6" y="15"/>
                      <a:pt x="7" y="14"/>
                    </a:cubicBezTo>
                    <a:cubicBezTo>
                      <a:pt x="8" y="14"/>
                      <a:pt x="10" y="15"/>
                      <a:pt x="11" y="15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5" name="Freeform 1299">
                <a:extLst>
                  <a:ext uri="{FF2B5EF4-FFF2-40B4-BE49-F238E27FC236}">
                    <a16:creationId xmlns:a16="http://schemas.microsoft.com/office/drawing/2014/main" id="{523155D8-BDF2-4625-BCCD-316EFBE0C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804"/>
                <a:ext cx="17" cy="25"/>
              </a:xfrm>
              <a:custGeom>
                <a:avLst/>
                <a:gdLst>
                  <a:gd name="T0" fmla="*/ 70 w 7"/>
                  <a:gd name="T1" fmla="*/ 145 h 10"/>
                  <a:gd name="T2" fmla="*/ 41 w 7"/>
                  <a:gd name="T3" fmla="*/ 83 h 10"/>
                  <a:gd name="T4" fmla="*/ 100 w 7"/>
                  <a:gd name="T5" fmla="*/ 33 h 10"/>
                  <a:gd name="T6" fmla="*/ 12 w 7"/>
                  <a:gd name="T7" fmla="*/ 20 h 10"/>
                  <a:gd name="T8" fmla="*/ 29 w 7"/>
                  <a:gd name="T9" fmla="*/ 113 h 10"/>
                  <a:gd name="T10" fmla="*/ 58 w 7"/>
                  <a:gd name="T11" fmla="*/ 15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5" y="9"/>
                    </a:moveTo>
                    <a:cubicBezTo>
                      <a:pt x="4" y="9"/>
                      <a:pt x="2" y="7"/>
                      <a:pt x="3" y="5"/>
                    </a:cubicBezTo>
                    <a:cubicBezTo>
                      <a:pt x="4" y="3"/>
                      <a:pt x="6" y="3"/>
                      <a:pt x="7" y="2"/>
                    </a:cubicBezTo>
                    <a:cubicBezTo>
                      <a:pt x="5" y="0"/>
                      <a:pt x="3" y="4"/>
                      <a:pt x="1" y="1"/>
                    </a:cubicBezTo>
                    <a:cubicBezTo>
                      <a:pt x="2" y="4"/>
                      <a:pt x="3" y="4"/>
                      <a:pt x="2" y="7"/>
                    </a:cubicBezTo>
                    <a:cubicBezTo>
                      <a:pt x="1" y="9"/>
                      <a:pt x="0" y="10"/>
                      <a:pt x="4" y="10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6" name="Freeform 1300">
                <a:extLst>
                  <a:ext uri="{FF2B5EF4-FFF2-40B4-BE49-F238E27FC236}">
                    <a16:creationId xmlns:a16="http://schemas.microsoft.com/office/drawing/2014/main" id="{6D55163B-4BD5-4140-8413-F56141D1D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786"/>
                <a:ext cx="15" cy="10"/>
              </a:xfrm>
              <a:custGeom>
                <a:avLst/>
                <a:gdLst>
                  <a:gd name="T0" fmla="*/ 20 w 6"/>
                  <a:gd name="T1" fmla="*/ 63 h 4"/>
                  <a:gd name="T2" fmla="*/ 95 w 6"/>
                  <a:gd name="T3" fmla="*/ 0 h 4"/>
                  <a:gd name="T4" fmla="*/ 0 w 6"/>
                  <a:gd name="T5" fmla="*/ 0 h 4"/>
                  <a:gd name="T6" fmla="*/ 0 w 6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1" y="4"/>
                    </a:moveTo>
                    <a:cubicBezTo>
                      <a:pt x="2" y="3"/>
                      <a:pt x="4" y="1"/>
                      <a:pt x="6" y="0"/>
                    </a:cubicBezTo>
                    <a:cubicBezTo>
                      <a:pt x="3" y="0"/>
                      <a:pt x="2" y="3"/>
                      <a:pt x="0" y="0"/>
                    </a:cubicBezTo>
                    <a:cubicBezTo>
                      <a:pt x="1" y="1"/>
                      <a:pt x="2" y="2"/>
                      <a:pt x="0" y="3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7" name="Freeform 1301">
                <a:extLst>
                  <a:ext uri="{FF2B5EF4-FFF2-40B4-BE49-F238E27FC236}">
                    <a16:creationId xmlns:a16="http://schemas.microsoft.com/office/drawing/2014/main" id="{5B19B060-C3AE-4C57-916E-9112522AB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651"/>
                <a:ext cx="45" cy="28"/>
              </a:xfrm>
              <a:custGeom>
                <a:avLst/>
                <a:gdLst>
                  <a:gd name="T0" fmla="*/ 208 w 18"/>
                  <a:gd name="T1" fmla="*/ 64 h 11"/>
                  <a:gd name="T2" fmla="*/ 283 w 18"/>
                  <a:gd name="T3" fmla="*/ 0 h 11"/>
                  <a:gd name="T4" fmla="*/ 188 w 18"/>
                  <a:gd name="T5" fmla="*/ 20 h 11"/>
                  <a:gd name="T6" fmla="*/ 0 w 18"/>
                  <a:gd name="T7" fmla="*/ 181 h 11"/>
                  <a:gd name="T8" fmla="*/ 158 w 18"/>
                  <a:gd name="T9" fmla="*/ 8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1">
                    <a:moveTo>
                      <a:pt x="13" y="4"/>
                    </a:moveTo>
                    <a:cubicBezTo>
                      <a:pt x="15" y="3"/>
                      <a:pt x="17" y="2"/>
                      <a:pt x="18" y="0"/>
                    </a:cubicBezTo>
                    <a:cubicBezTo>
                      <a:pt x="16" y="0"/>
                      <a:pt x="13" y="0"/>
                      <a:pt x="12" y="1"/>
                    </a:cubicBezTo>
                    <a:cubicBezTo>
                      <a:pt x="9" y="2"/>
                      <a:pt x="1" y="8"/>
                      <a:pt x="0" y="11"/>
                    </a:cubicBezTo>
                    <a:cubicBezTo>
                      <a:pt x="4" y="10"/>
                      <a:pt x="6" y="6"/>
                      <a:pt x="10" y="5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" name="Freeform 1302">
                <a:extLst>
                  <a:ext uri="{FF2B5EF4-FFF2-40B4-BE49-F238E27FC236}">
                    <a16:creationId xmlns:a16="http://schemas.microsoft.com/office/drawing/2014/main" id="{DF071E76-8FF6-415C-A771-8275F6A41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686"/>
                <a:ext cx="22" cy="18"/>
              </a:xfrm>
              <a:custGeom>
                <a:avLst/>
                <a:gdLst>
                  <a:gd name="T0" fmla="*/ 132 w 9"/>
                  <a:gd name="T1" fmla="*/ 0 h 7"/>
                  <a:gd name="T2" fmla="*/ 132 w 9"/>
                  <a:gd name="T3" fmla="*/ 0 h 7"/>
                  <a:gd name="T4" fmla="*/ 0 w 9"/>
                  <a:gd name="T5" fmla="*/ 118 h 7"/>
                  <a:gd name="T6" fmla="*/ 90 w 9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5"/>
                      <a:pt x="0" y="7"/>
                    </a:cubicBezTo>
                    <a:cubicBezTo>
                      <a:pt x="0" y="4"/>
                      <a:pt x="3" y="1"/>
                      <a:pt x="6" y="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" name="Freeform 1303">
                <a:extLst>
                  <a:ext uri="{FF2B5EF4-FFF2-40B4-BE49-F238E27FC236}">
                    <a16:creationId xmlns:a16="http://schemas.microsoft.com/office/drawing/2014/main" id="{70004769-F1AF-4B1E-BBDE-1C69F218F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701"/>
                <a:ext cx="40" cy="38"/>
              </a:xfrm>
              <a:custGeom>
                <a:avLst/>
                <a:gdLst>
                  <a:gd name="T0" fmla="*/ 158 w 16"/>
                  <a:gd name="T1" fmla="*/ 129 h 15"/>
                  <a:gd name="T2" fmla="*/ 158 w 16"/>
                  <a:gd name="T3" fmla="*/ 33 h 15"/>
                  <a:gd name="T4" fmla="*/ 0 w 16"/>
                  <a:gd name="T5" fmla="*/ 243 h 15"/>
                  <a:gd name="T6" fmla="*/ 158 w 16"/>
                  <a:gd name="T7" fmla="*/ 84 h 15"/>
                  <a:gd name="T8" fmla="*/ 158 w 16"/>
                  <a:gd name="T9" fmla="*/ 9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8"/>
                    </a:moveTo>
                    <a:cubicBezTo>
                      <a:pt x="12" y="6"/>
                      <a:pt x="16" y="0"/>
                      <a:pt x="10" y="2"/>
                    </a:cubicBezTo>
                    <a:cubicBezTo>
                      <a:pt x="6" y="5"/>
                      <a:pt x="3" y="12"/>
                      <a:pt x="0" y="15"/>
                    </a:cubicBezTo>
                    <a:cubicBezTo>
                      <a:pt x="3" y="11"/>
                      <a:pt x="6" y="8"/>
                      <a:pt x="10" y="5"/>
                    </a:cubicBezTo>
                    <a:cubicBezTo>
                      <a:pt x="10" y="6"/>
                      <a:pt x="10" y="5"/>
                      <a:pt x="10" y="6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" name="Freeform 1304">
                <a:extLst>
                  <a:ext uri="{FF2B5EF4-FFF2-40B4-BE49-F238E27FC236}">
                    <a16:creationId xmlns:a16="http://schemas.microsoft.com/office/drawing/2014/main" id="{1F7CFB34-CFA8-44C7-8805-4F038D9D1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739"/>
                <a:ext cx="35" cy="40"/>
              </a:xfrm>
              <a:custGeom>
                <a:avLst/>
                <a:gdLst>
                  <a:gd name="T0" fmla="*/ 145 w 14"/>
                  <a:gd name="T1" fmla="*/ 113 h 16"/>
                  <a:gd name="T2" fmla="*/ 220 w 14"/>
                  <a:gd name="T3" fmla="*/ 20 h 16"/>
                  <a:gd name="T4" fmla="*/ 125 w 14"/>
                  <a:gd name="T5" fmla="*/ 95 h 16"/>
                  <a:gd name="T6" fmla="*/ 0 w 14"/>
                  <a:gd name="T7" fmla="*/ 250 h 16"/>
                  <a:gd name="T8" fmla="*/ 125 w 14"/>
                  <a:gd name="T9" fmla="*/ 15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9" y="7"/>
                    </a:moveTo>
                    <a:cubicBezTo>
                      <a:pt x="10" y="6"/>
                      <a:pt x="13" y="3"/>
                      <a:pt x="14" y="1"/>
                    </a:cubicBezTo>
                    <a:cubicBezTo>
                      <a:pt x="11" y="0"/>
                      <a:pt x="9" y="4"/>
                      <a:pt x="8" y="6"/>
                    </a:cubicBezTo>
                    <a:cubicBezTo>
                      <a:pt x="6" y="8"/>
                      <a:pt x="1" y="13"/>
                      <a:pt x="0" y="16"/>
                    </a:cubicBezTo>
                    <a:cubicBezTo>
                      <a:pt x="3" y="16"/>
                      <a:pt x="7" y="12"/>
                      <a:pt x="8" y="1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" name="Freeform 1305">
                <a:extLst>
                  <a:ext uri="{FF2B5EF4-FFF2-40B4-BE49-F238E27FC236}">
                    <a16:creationId xmlns:a16="http://schemas.microsoft.com/office/drawing/2014/main" id="{06738B72-2A37-4FB3-BF5F-EE61069F5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761"/>
                <a:ext cx="25" cy="40"/>
              </a:xfrm>
              <a:custGeom>
                <a:avLst/>
                <a:gdLst>
                  <a:gd name="T0" fmla="*/ 95 w 10"/>
                  <a:gd name="T1" fmla="*/ 145 h 16"/>
                  <a:gd name="T2" fmla="*/ 158 w 10"/>
                  <a:gd name="T3" fmla="*/ 0 h 16"/>
                  <a:gd name="T4" fmla="*/ 125 w 10"/>
                  <a:gd name="T5" fmla="*/ 113 h 16"/>
                  <a:gd name="T6" fmla="*/ 95 w 10"/>
                  <a:gd name="T7" fmla="*/ 175 h 16"/>
                  <a:gd name="T8" fmla="*/ 33 w 10"/>
                  <a:gd name="T9" fmla="*/ 25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6" y="9"/>
                    </a:moveTo>
                    <a:cubicBezTo>
                      <a:pt x="0" y="7"/>
                      <a:pt x="9" y="2"/>
                      <a:pt x="10" y="0"/>
                    </a:cubicBezTo>
                    <a:cubicBezTo>
                      <a:pt x="9" y="3"/>
                      <a:pt x="9" y="5"/>
                      <a:pt x="8" y="7"/>
                    </a:cubicBezTo>
                    <a:cubicBezTo>
                      <a:pt x="7" y="8"/>
                      <a:pt x="4" y="9"/>
                      <a:pt x="6" y="11"/>
                    </a:cubicBezTo>
                    <a:cubicBezTo>
                      <a:pt x="5" y="13"/>
                      <a:pt x="4" y="15"/>
                      <a:pt x="2" y="16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" name="Freeform 1306">
                <a:extLst>
                  <a:ext uri="{FF2B5EF4-FFF2-40B4-BE49-F238E27FC236}">
                    <a16:creationId xmlns:a16="http://schemas.microsoft.com/office/drawing/2014/main" id="{A3D4A65A-1F98-4DA2-A6AB-9CD93EABB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806"/>
                <a:ext cx="17" cy="30"/>
              </a:xfrm>
              <a:custGeom>
                <a:avLst/>
                <a:gdLst>
                  <a:gd name="T0" fmla="*/ 41 w 7"/>
                  <a:gd name="T1" fmla="*/ 113 h 12"/>
                  <a:gd name="T2" fmla="*/ 41 w 7"/>
                  <a:gd name="T3" fmla="*/ 125 h 12"/>
                  <a:gd name="T4" fmla="*/ 100 w 7"/>
                  <a:gd name="T5" fmla="*/ 0 h 12"/>
                  <a:gd name="T6" fmla="*/ 29 w 7"/>
                  <a:gd name="T7" fmla="*/ 95 h 12"/>
                  <a:gd name="T8" fmla="*/ 0 w 7"/>
                  <a:gd name="T9" fmla="*/ 175 h 12"/>
                  <a:gd name="T10" fmla="*/ 12 w 7"/>
                  <a:gd name="T11" fmla="*/ 18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3" y="7"/>
                    </a:moveTo>
                    <a:cubicBezTo>
                      <a:pt x="3" y="7"/>
                      <a:pt x="2" y="8"/>
                      <a:pt x="3" y="8"/>
                    </a:cubicBezTo>
                    <a:cubicBezTo>
                      <a:pt x="5" y="6"/>
                      <a:pt x="7" y="2"/>
                      <a:pt x="7" y="0"/>
                    </a:cubicBezTo>
                    <a:cubicBezTo>
                      <a:pt x="6" y="2"/>
                      <a:pt x="3" y="4"/>
                      <a:pt x="2" y="6"/>
                    </a:cubicBezTo>
                    <a:cubicBezTo>
                      <a:pt x="2" y="8"/>
                      <a:pt x="1" y="9"/>
                      <a:pt x="0" y="11"/>
                    </a:cubicBezTo>
                    <a:cubicBezTo>
                      <a:pt x="1" y="11"/>
                      <a:pt x="1" y="12"/>
                      <a:pt x="1" y="12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" name="Freeform 1307">
                <a:extLst>
                  <a:ext uri="{FF2B5EF4-FFF2-40B4-BE49-F238E27FC236}">
                    <a16:creationId xmlns:a16="http://schemas.microsoft.com/office/drawing/2014/main" id="{15E2C22D-BB84-4E94-A8E0-A271468FE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814"/>
                <a:ext cx="20" cy="22"/>
              </a:xfrm>
              <a:custGeom>
                <a:avLst/>
                <a:gdLst>
                  <a:gd name="T0" fmla="*/ 50 w 8"/>
                  <a:gd name="T1" fmla="*/ 132 h 9"/>
                  <a:gd name="T2" fmla="*/ 125 w 8"/>
                  <a:gd name="T3" fmla="*/ 0 h 9"/>
                  <a:gd name="T4" fmla="*/ 0 w 8"/>
                  <a:gd name="T5" fmla="*/ 10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5" y="7"/>
                      <a:pt x="6" y="2"/>
                      <a:pt x="8" y="0"/>
                    </a:cubicBezTo>
                    <a:cubicBezTo>
                      <a:pt x="6" y="2"/>
                      <a:pt x="3" y="7"/>
                      <a:pt x="0" y="7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4" name="Freeform 1308">
                <a:extLst>
                  <a:ext uri="{FF2B5EF4-FFF2-40B4-BE49-F238E27FC236}">
                    <a16:creationId xmlns:a16="http://schemas.microsoft.com/office/drawing/2014/main" id="{762D4150-90CE-4300-8CA3-12DE22D85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786"/>
                <a:ext cx="13" cy="20"/>
              </a:xfrm>
              <a:custGeom>
                <a:avLst/>
                <a:gdLst>
                  <a:gd name="T0" fmla="*/ 21 w 5"/>
                  <a:gd name="T1" fmla="*/ 113 h 8"/>
                  <a:gd name="T2" fmla="*/ 0 w 5"/>
                  <a:gd name="T3" fmla="*/ 83 h 8"/>
                  <a:gd name="T4" fmla="*/ 88 w 5"/>
                  <a:gd name="T5" fmla="*/ 0 h 8"/>
                  <a:gd name="T6" fmla="*/ 55 w 5"/>
                  <a:gd name="T7" fmla="*/ 5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8"/>
                      <a:pt x="0" y="6"/>
                      <a:pt x="0" y="5"/>
                    </a:cubicBezTo>
                    <a:cubicBezTo>
                      <a:pt x="1" y="3"/>
                      <a:pt x="4" y="2"/>
                      <a:pt x="5" y="0"/>
                    </a:cubicBezTo>
                    <a:cubicBezTo>
                      <a:pt x="5" y="1"/>
                      <a:pt x="4" y="2"/>
                      <a:pt x="3" y="3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5" name="Freeform 1309">
                <a:extLst>
                  <a:ext uri="{FF2B5EF4-FFF2-40B4-BE49-F238E27FC236}">
                    <a16:creationId xmlns:a16="http://schemas.microsoft.com/office/drawing/2014/main" id="{0B6F18EA-478C-4689-94ED-0BF1F2C59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816"/>
                <a:ext cx="23" cy="18"/>
              </a:xfrm>
              <a:custGeom>
                <a:avLst/>
                <a:gdLst>
                  <a:gd name="T0" fmla="*/ 0 w 9"/>
                  <a:gd name="T1" fmla="*/ 118 h 7"/>
                  <a:gd name="T2" fmla="*/ 66 w 9"/>
                  <a:gd name="T3" fmla="*/ 0 h 7"/>
                  <a:gd name="T4" fmla="*/ 0 w 9"/>
                  <a:gd name="T5" fmla="*/ 85 h 7"/>
                  <a:gd name="T6" fmla="*/ 20 w 9"/>
                  <a:gd name="T7" fmla="*/ 8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5"/>
                      <a:pt x="9" y="0"/>
                      <a:pt x="4" y="0"/>
                    </a:cubicBezTo>
                    <a:cubicBezTo>
                      <a:pt x="3" y="1"/>
                      <a:pt x="0" y="3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6" name="Freeform 1310">
                <a:extLst>
                  <a:ext uri="{FF2B5EF4-FFF2-40B4-BE49-F238E27FC236}">
                    <a16:creationId xmlns:a16="http://schemas.microsoft.com/office/drawing/2014/main" id="{E2A65F68-6097-47E2-A46D-80A8184EA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804"/>
                <a:ext cx="10" cy="12"/>
              </a:xfrm>
              <a:custGeom>
                <a:avLst/>
                <a:gdLst>
                  <a:gd name="T0" fmla="*/ 33 w 4"/>
                  <a:gd name="T1" fmla="*/ 58 h 5"/>
                  <a:gd name="T2" fmla="*/ 33 w 4"/>
                  <a:gd name="T3" fmla="*/ 0 h 5"/>
                  <a:gd name="T4" fmla="*/ 0 w 4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3" y="3"/>
                      <a:pt x="4" y="0"/>
                      <a:pt x="2" y="0"/>
                    </a:cubicBezTo>
                    <a:cubicBezTo>
                      <a:pt x="0" y="0"/>
                      <a:pt x="0" y="4"/>
                      <a:pt x="0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7" name="Freeform 1311">
                <a:extLst>
                  <a:ext uri="{FF2B5EF4-FFF2-40B4-BE49-F238E27FC236}">
                    <a16:creationId xmlns:a16="http://schemas.microsoft.com/office/drawing/2014/main" id="{AA73BECB-C53D-436E-9CAA-A818E9E17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801"/>
                <a:ext cx="10" cy="10"/>
              </a:xfrm>
              <a:custGeom>
                <a:avLst/>
                <a:gdLst>
                  <a:gd name="T0" fmla="*/ 0 w 4"/>
                  <a:gd name="T1" fmla="*/ 63 h 4"/>
                  <a:gd name="T2" fmla="*/ 63 w 4"/>
                  <a:gd name="T3" fmla="*/ 0 h 4"/>
                  <a:gd name="T4" fmla="*/ 33 w 4"/>
                  <a:gd name="T5" fmla="*/ 0 h 4"/>
                  <a:gd name="T6" fmla="*/ 0 w 4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4"/>
                      <a:pt x="4" y="1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1" y="4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8" name="Freeform 1312">
                <a:extLst>
                  <a:ext uri="{FF2B5EF4-FFF2-40B4-BE49-F238E27FC236}">
                    <a16:creationId xmlns:a16="http://schemas.microsoft.com/office/drawing/2014/main" id="{A6B54AB4-9776-4837-8795-821D42283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784"/>
                <a:ext cx="15" cy="15"/>
              </a:xfrm>
              <a:custGeom>
                <a:avLst/>
                <a:gdLst>
                  <a:gd name="T0" fmla="*/ 33 w 6"/>
                  <a:gd name="T1" fmla="*/ 95 h 6"/>
                  <a:gd name="T2" fmla="*/ 0 w 6"/>
                  <a:gd name="T3" fmla="*/ 83 h 6"/>
                  <a:gd name="T4" fmla="*/ 95 w 6"/>
                  <a:gd name="T5" fmla="*/ 0 h 6"/>
                  <a:gd name="T6" fmla="*/ 50 w 6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2" y="6"/>
                      <a:pt x="1" y="5"/>
                      <a:pt x="0" y="5"/>
                    </a:cubicBezTo>
                    <a:cubicBezTo>
                      <a:pt x="1" y="4"/>
                      <a:pt x="4" y="0"/>
                      <a:pt x="6" y="0"/>
                    </a:cubicBezTo>
                    <a:cubicBezTo>
                      <a:pt x="6" y="2"/>
                      <a:pt x="5" y="5"/>
                      <a:pt x="3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9" name="Freeform 1313">
                <a:extLst>
                  <a:ext uri="{FF2B5EF4-FFF2-40B4-BE49-F238E27FC236}">
                    <a16:creationId xmlns:a16="http://schemas.microsoft.com/office/drawing/2014/main" id="{B6A1F028-9FCF-436E-BD87-E25237772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786"/>
                <a:ext cx="13" cy="10"/>
              </a:xfrm>
              <a:custGeom>
                <a:avLst/>
                <a:gdLst>
                  <a:gd name="T0" fmla="*/ 34 w 5"/>
                  <a:gd name="T1" fmla="*/ 50 h 4"/>
                  <a:gd name="T2" fmla="*/ 88 w 5"/>
                  <a:gd name="T3" fmla="*/ 0 h 4"/>
                  <a:gd name="T4" fmla="*/ 0 w 5"/>
                  <a:gd name="T5" fmla="*/ 63 h 4"/>
                  <a:gd name="T6" fmla="*/ 21 w 5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3"/>
                    </a:moveTo>
                    <a:cubicBezTo>
                      <a:pt x="2" y="3"/>
                      <a:pt x="5" y="1"/>
                      <a:pt x="5" y="0"/>
                    </a:cubicBezTo>
                    <a:cubicBezTo>
                      <a:pt x="1" y="0"/>
                      <a:pt x="2" y="2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0" name="Freeform 1314">
                <a:extLst>
                  <a:ext uri="{FF2B5EF4-FFF2-40B4-BE49-F238E27FC236}">
                    <a16:creationId xmlns:a16="http://schemas.microsoft.com/office/drawing/2014/main" id="{272A3FF1-19F3-4F4D-846A-ABC7DC610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766"/>
                <a:ext cx="13" cy="18"/>
              </a:xfrm>
              <a:custGeom>
                <a:avLst/>
                <a:gdLst>
                  <a:gd name="T0" fmla="*/ 34 w 5"/>
                  <a:gd name="T1" fmla="*/ 118 h 7"/>
                  <a:gd name="T2" fmla="*/ 55 w 5"/>
                  <a:gd name="T3" fmla="*/ 54 h 7"/>
                  <a:gd name="T4" fmla="*/ 88 w 5"/>
                  <a:gd name="T5" fmla="*/ 85 h 7"/>
                  <a:gd name="T6" fmla="*/ 55 w 5"/>
                  <a:gd name="T7" fmla="*/ 10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cubicBezTo>
                      <a:pt x="0" y="7"/>
                      <a:pt x="1" y="5"/>
                      <a:pt x="3" y="3"/>
                    </a:cubicBezTo>
                    <a:cubicBezTo>
                      <a:pt x="5" y="0"/>
                      <a:pt x="4" y="3"/>
                      <a:pt x="5" y="5"/>
                    </a:cubicBezTo>
                    <a:cubicBezTo>
                      <a:pt x="4" y="5"/>
                      <a:pt x="3" y="6"/>
                      <a:pt x="3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1" name="Freeform 1315">
                <a:extLst>
                  <a:ext uri="{FF2B5EF4-FFF2-40B4-BE49-F238E27FC236}">
                    <a16:creationId xmlns:a16="http://schemas.microsoft.com/office/drawing/2014/main" id="{A6AFD1D4-22E8-4B59-AD40-6902BEB44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771"/>
                <a:ext cx="10" cy="15"/>
              </a:xfrm>
              <a:custGeom>
                <a:avLst/>
                <a:gdLst>
                  <a:gd name="T0" fmla="*/ 0 w 4"/>
                  <a:gd name="T1" fmla="*/ 63 h 6"/>
                  <a:gd name="T2" fmla="*/ 63 w 4"/>
                  <a:gd name="T3" fmla="*/ 0 h 6"/>
                  <a:gd name="T4" fmla="*/ 0 w 4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2" y="6"/>
                      <a:pt x="3" y="2"/>
                      <a:pt x="4" y="0"/>
                    </a:cubicBezTo>
                    <a:cubicBezTo>
                      <a:pt x="2" y="1"/>
                      <a:pt x="0" y="2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2" name="Freeform 1316">
                <a:extLst>
                  <a:ext uri="{FF2B5EF4-FFF2-40B4-BE49-F238E27FC236}">
                    <a16:creationId xmlns:a16="http://schemas.microsoft.com/office/drawing/2014/main" id="{0E401737-5CEE-4D75-9EFB-350BF4B06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754"/>
                <a:ext cx="15" cy="17"/>
              </a:xfrm>
              <a:custGeom>
                <a:avLst/>
                <a:gdLst>
                  <a:gd name="T0" fmla="*/ 33 w 6"/>
                  <a:gd name="T1" fmla="*/ 100 h 7"/>
                  <a:gd name="T2" fmla="*/ 0 w 6"/>
                  <a:gd name="T3" fmla="*/ 87 h 7"/>
                  <a:gd name="T4" fmla="*/ 95 w 6"/>
                  <a:gd name="T5" fmla="*/ 0 h 7"/>
                  <a:gd name="T6" fmla="*/ 33 w 6"/>
                  <a:gd name="T7" fmla="*/ 7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7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2" y="5"/>
                      <a:pt x="4" y="0"/>
                      <a:pt x="6" y="0"/>
                    </a:cubicBezTo>
                    <a:cubicBezTo>
                      <a:pt x="5" y="2"/>
                      <a:pt x="2" y="4"/>
                      <a:pt x="2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3" name="Freeform 1317">
                <a:extLst>
                  <a:ext uri="{FF2B5EF4-FFF2-40B4-BE49-F238E27FC236}">
                    <a16:creationId xmlns:a16="http://schemas.microsoft.com/office/drawing/2014/main" id="{8F4AD6DF-4090-4AEF-BB44-61FD81102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741"/>
                <a:ext cx="10" cy="23"/>
              </a:xfrm>
              <a:custGeom>
                <a:avLst/>
                <a:gdLst>
                  <a:gd name="T0" fmla="*/ 20 w 4"/>
                  <a:gd name="T1" fmla="*/ 66 h 9"/>
                  <a:gd name="T2" fmla="*/ 63 w 4"/>
                  <a:gd name="T3" fmla="*/ 0 h 9"/>
                  <a:gd name="T4" fmla="*/ 20 w 4"/>
                  <a:gd name="T5" fmla="*/ 6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1" y="4"/>
                    </a:moveTo>
                    <a:cubicBezTo>
                      <a:pt x="0" y="3"/>
                      <a:pt x="2" y="1"/>
                      <a:pt x="4" y="0"/>
                    </a:cubicBezTo>
                    <a:cubicBezTo>
                      <a:pt x="4" y="3"/>
                      <a:pt x="3" y="9"/>
                      <a:pt x="1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4" name="Freeform 1318">
                <a:extLst>
                  <a:ext uri="{FF2B5EF4-FFF2-40B4-BE49-F238E27FC236}">
                    <a16:creationId xmlns:a16="http://schemas.microsoft.com/office/drawing/2014/main" id="{3880F7D2-BFCC-44D0-B295-F5B94A704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756"/>
                <a:ext cx="10" cy="13"/>
              </a:xfrm>
              <a:custGeom>
                <a:avLst/>
                <a:gdLst>
                  <a:gd name="T0" fmla="*/ 0 w 4"/>
                  <a:gd name="T1" fmla="*/ 88 h 5"/>
                  <a:gd name="T2" fmla="*/ 63 w 4"/>
                  <a:gd name="T3" fmla="*/ 55 h 5"/>
                  <a:gd name="T4" fmla="*/ 50 w 4"/>
                  <a:gd name="T5" fmla="*/ 0 h 5"/>
                  <a:gd name="T6" fmla="*/ 0 w 4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2" y="3"/>
                      <a:pt x="4" y="3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2" y="1"/>
                      <a:pt x="1" y="2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5" name="Freeform 1319">
                <a:extLst>
                  <a:ext uri="{FF2B5EF4-FFF2-40B4-BE49-F238E27FC236}">
                    <a16:creationId xmlns:a16="http://schemas.microsoft.com/office/drawing/2014/main" id="{167C3161-61AF-487D-A368-48A9A5077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819"/>
                <a:ext cx="5" cy="7"/>
              </a:xfrm>
              <a:custGeom>
                <a:avLst/>
                <a:gdLst>
                  <a:gd name="T0" fmla="*/ 33 w 2"/>
                  <a:gd name="T1" fmla="*/ 0 h 3"/>
                  <a:gd name="T2" fmla="*/ 20 w 2"/>
                  <a:gd name="T3" fmla="*/ 0 h 3"/>
                  <a:gd name="T4" fmla="*/ 0 w 2"/>
                  <a:gd name="T5" fmla="*/ 37 h 3"/>
                  <a:gd name="T6" fmla="*/ 20 w 2"/>
                  <a:gd name="T7" fmla="*/ 37 h 3"/>
                  <a:gd name="T8" fmla="*/ 20 w 2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6" name="Freeform 1320">
                <a:extLst>
                  <a:ext uri="{FF2B5EF4-FFF2-40B4-BE49-F238E27FC236}">
                    <a16:creationId xmlns:a16="http://schemas.microsoft.com/office/drawing/2014/main" id="{5A28F54E-E6E9-449D-B73A-5E25965E3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749"/>
                <a:ext cx="7" cy="12"/>
              </a:xfrm>
              <a:custGeom>
                <a:avLst/>
                <a:gdLst>
                  <a:gd name="T0" fmla="*/ 0 w 3"/>
                  <a:gd name="T1" fmla="*/ 58 h 5"/>
                  <a:gd name="T2" fmla="*/ 37 w 3"/>
                  <a:gd name="T3" fmla="*/ 29 h 5"/>
                  <a:gd name="T4" fmla="*/ 0 w 3"/>
                  <a:gd name="T5" fmla="*/ 4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1" y="5"/>
                      <a:pt x="3" y="3"/>
                      <a:pt x="3" y="2"/>
                    </a:cubicBezTo>
                    <a:cubicBezTo>
                      <a:pt x="2" y="0"/>
                      <a:pt x="0" y="3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7" name="Freeform 1321">
                <a:extLst>
                  <a:ext uri="{FF2B5EF4-FFF2-40B4-BE49-F238E27FC236}">
                    <a16:creationId xmlns:a16="http://schemas.microsoft.com/office/drawing/2014/main" id="{74E84BB5-00F6-4E49-8AAF-CDCEB9A78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276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56 w 3"/>
                  <a:gd name="T3" fmla="*/ 0 h 2"/>
                  <a:gd name="T4" fmla="*/ 0 w 3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2"/>
                      <a:pt x="3" y="2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8" name="Freeform 1322">
                <a:extLst>
                  <a:ext uri="{FF2B5EF4-FFF2-40B4-BE49-F238E27FC236}">
                    <a16:creationId xmlns:a16="http://schemas.microsoft.com/office/drawing/2014/main" id="{4CFA257F-DA35-44E3-89D6-E8D6AF99B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876"/>
                <a:ext cx="13" cy="15"/>
              </a:xfrm>
              <a:custGeom>
                <a:avLst/>
                <a:gdLst>
                  <a:gd name="T0" fmla="*/ 34 w 5"/>
                  <a:gd name="T1" fmla="*/ 95 h 6"/>
                  <a:gd name="T2" fmla="*/ 88 w 5"/>
                  <a:gd name="T3" fmla="*/ 0 h 6"/>
                  <a:gd name="T4" fmla="*/ 88 w 5"/>
                  <a:gd name="T5" fmla="*/ 83 h 6"/>
                  <a:gd name="T6" fmla="*/ 55 w 5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0" y="5"/>
                      <a:pt x="4" y="1"/>
                      <a:pt x="5" y="0"/>
                    </a:cubicBezTo>
                    <a:cubicBezTo>
                      <a:pt x="5" y="2"/>
                      <a:pt x="4" y="4"/>
                      <a:pt x="5" y="5"/>
                    </a:cubicBezTo>
                    <a:cubicBezTo>
                      <a:pt x="4" y="6"/>
                      <a:pt x="3" y="6"/>
                      <a:pt x="3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9" name="Freeform 1323">
                <a:extLst>
                  <a:ext uri="{FF2B5EF4-FFF2-40B4-BE49-F238E27FC236}">
                    <a16:creationId xmlns:a16="http://schemas.microsoft.com/office/drawing/2014/main" id="{333A9415-96A9-4938-AEF3-B0A0E3761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866"/>
                <a:ext cx="10" cy="18"/>
              </a:xfrm>
              <a:custGeom>
                <a:avLst/>
                <a:gdLst>
                  <a:gd name="T0" fmla="*/ 20 w 4"/>
                  <a:gd name="T1" fmla="*/ 118 h 7"/>
                  <a:gd name="T2" fmla="*/ 63 w 4"/>
                  <a:gd name="T3" fmla="*/ 33 h 7"/>
                  <a:gd name="T4" fmla="*/ 20 w 4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1" y="5"/>
                      <a:pt x="2" y="3"/>
                      <a:pt x="4" y="2"/>
                    </a:cubicBezTo>
                    <a:cubicBezTo>
                      <a:pt x="1" y="0"/>
                      <a:pt x="0" y="5"/>
                      <a:pt x="1" y="7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0" name="Freeform 1324">
                <a:extLst>
                  <a:ext uri="{FF2B5EF4-FFF2-40B4-BE49-F238E27FC236}">
                    <a16:creationId xmlns:a16="http://schemas.microsoft.com/office/drawing/2014/main" id="{F3907DCB-E1DA-4259-9194-BEA3FE63E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856"/>
                <a:ext cx="13" cy="18"/>
              </a:xfrm>
              <a:custGeom>
                <a:avLst/>
                <a:gdLst>
                  <a:gd name="T0" fmla="*/ 34 w 5"/>
                  <a:gd name="T1" fmla="*/ 118 h 7"/>
                  <a:gd name="T2" fmla="*/ 88 w 5"/>
                  <a:gd name="T3" fmla="*/ 0 h 7"/>
                  <a:gd name="T4" fmla="*/ 55 w 5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cubicBezTo>
                      <a:pt x="0" y="5"/>
                      <a:pt x="3" y="1"/>
                      <a:pt x="5" y="0"/>
                    </a:cubicBezTo>
                    <a:cubicBezTo>
                      <a:pt x="5" y="2"/>
                      <a:pt x="5" y="6"/>
                      <a:pt x="3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1" name="Freeform 1325">
                <a:extLst>
                  <a:ext uri="{FF2B5EF4-FFF2-40B4-BE49-F238E27FC236}">
                    <a16:creationId xmlns:a16="http://schemas.microsoft.com/office/drawing/2014/main" id="{B561DBE7-D269-4BAE-9305-2BBDD633D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849"/>
                <a:ext cx="7" cy="15"/>
              </a:xfrm>
              <a:custGeom>
                <a:avLst/>
                <a:gdLst>
                  <a:gd name="T0" fmla="*/ 0 w 3"/>
                  <a:gd name="T1" fmla="*/ 95 h 6"/>
                  <a:gd name="T2" fmla="*/ 28 w 3"/>
                  <a:gd name="T3" fmla="*/ 0 h 6"/>
                  <a:gd name="T4" fmla="*/ 0 w 3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6"/>
                      <a:pt x="3" y="3"/>
                      <a:pt x="2" y="0"/>
                    </a:cubicBez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2" name="Freeform 1326">
                <a:extLst>
                  <a:ext uri="{FF2B5EF4-FFF2-40B4-BE49-F238E27FC236}">
                    <a16:creationId xmlns:a16="http://schemas.microsoft.com/office/drawing/2014/main" id="{4F28808A-E001-4525-9241-E8762D03D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841"/>
                <a:ext cx="17" cy="13"/>
              </a:xfrm>
              <a:custGeom>
                <a:avLst/>
                <a:gdLst>
                  <a:gd name="T0" fmla="*/ 41 w 7"/>
                  <a:gd name="T1" fmla="*/ 88 h 5"/>
                  <a:gd name="T2" fmla="*/ 70 w 7"/>
                  <a:gd name="T3" fmla="*/ 0 h 5"/>
                  <a:gd name="T4" fmla="*/ 58 w 7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0" y="5"/>
                      <a:pt x="5" y="1"/>
                      <a:pt x="5" y="0"/>
                    </a:cubicBezTo>
                    <a:cubicBezTo>
                      <a:pt x="7" y="1"/>
                      <a:pt x="5" y="5"/>
                      <a:pt x="4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3" name="Freeform 1327">
                <a:extLst>
                  <a:ext uri="{FF2B5EF4-FFF2-40B4-BE49-F238E27FC236}">
                    <a16:creationId xmlns:a16="http://schemas.microsoft.com/office/drawing/2014/main" id="{CAD18604-2D6A-49AD-AEF5-968B971F5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831"/>
                <a:ext cx="8" cy="13"/>
              </a:xfrm>
              <a:custGeom>
                <a:avLst/>
                <a:gdLst>
                  <a:gd name="T0" fmla="*/ 0 w 3"/>
                  <a:gd name="T1" fmla="*/ 68 h 5"/>
                  <a:gd name="T2" fmla="*/ 56 w 3"/>
                  <a:gd name="T3" fmla="*/ 55 h 5"/>
                  <a:gd name="T4" fmla="*/ 35 w 3"/>
                  <a:gd name="T5" fmla="*/ 34 h 5"/>
                  <a:gd name="T6" fmla="*/ 35 w 3"/>
                  <a:gd name="T7" fmla="*/ 0 h 5"/>
                  <a:gd name="T8" fmla="*/ 0 w 3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1" y="5"/>
                      <a:pt x="3" y="3"/>
                      <a:pt x="3" y="3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4" name="Freeform 1328">
                <a:extLst>
                  <a:ext uri="{FF2B5EF4-FFF2-40B4-BE49-F238E27FC236}">
                    <a16:creationId xmlns:a16="http://schemas.microsoft.com/office/drawing/2014/main" id="{D6B3F46A-ED1F-4434-8118-47958D485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669"/>
                <a:ext cx="45" cy="42"/>
              </a:xfrm>
              <a:custGeom>
                <a:avLst/>
                <a:gdLst>
                  <a:gd name="T0" fmla="*/ 188 w 18"/>
                  <a:gd name="T1" fmla="*/ 74 h 17"/>
                  <a:gd name="T2" fmla="*/ 283 w 18"/>
                  <a:gd name="T3" fmla="*/ 0 h 17"/>
                  <a:gd name="T4" fmla="*/ 158 w 18"/>
                  <a:gd name="T5" fmla="*/ 62 h 17"/>
                  <a:gd name="T6" fmla="*/ 63 w 18"/>
                  <a:gd name="T7" fmla="*/ 104 h 17"/>
                  <a:gd name="T8" fmla="*/ 158 w 18"/>
                  <a:gd name="T9" fmla="*/ 91 h 17"/>
                  <a:gd name="T10" fmla="*/ 95 w 18"/>
                  <a:gd name="T11" fmla="*/ 166 h 17"/>
                  <a:gd name="T12" fmla="*/ 0 w 18"/>
                  <a:gd name="T13" fmla="*/ 195 h 17"/>
                  <a:gd name="T14" fmla="*/ 0 w 18"/>
                  <a:gd name="T15" fmla="*/ 257 h 17"/>
                  <a:gd name="T16" fmla="*/ 83 w 18"/>
                  <a:gd name="T17" fmla="*/ 195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12" y="5"/>
                    </a:moveTo>
                    <a:cubicBezTo>
                      <a:pt x="14" y="4"/>
                      <a:pt x="16" y="2"/>
                      <a:pt x="18" y="0"/>
                    </a:cubicBezTo>
                    <a:cubicBezTo>
                      <a:pt x="15" y="1"/>
                      <a:pt x="13" y="3"/>
                      <a:pt x="10" y="4"/>
                    </a:cubicBezTo>
                    <a:cubicBezTo>
                      <a:pt x="8" y="5"/>
                      <a:pt x="5" y="5"/>
                      <a:pt x="4" y="7"/>
                    </a:cubicBezTo>
                    <a:cubicBezTo>
                      <a:pt x="6" y="7"/>
                      <a:pt x="8" y="6"/>
                      <a:pt x="10" y="6"/>
                    </a:cubicBezTo>
                    <a:cubicBezTo>
                      <a:pt x="10" y="8"/>
                      <a:pt x="7" y="10"/>
                      <a:pt x="6" y="11"/>
                    </a:cubicBezTo>
                    <a:cubicBezTo>
                      <a:pt x="3" y="13"/>
                      <a:pt x="3" y="14"/>
                      <a:pt x="0" y="13"/>
                    </a:cubicBezTo>
                    <a:cubicBezTo>
                      <a:pt x="0" y="14"/>
                      <a:pt x="0" y="15"/>
                      <a:pt x="0" y="17"/>
                    </a:cubicBezTo>
                    <a:cubicBezTo>
                      <a:pt x="1" y="15"/>
                      <a:pt x="3" y="15"/>
                      <a:pt x="5" y="13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5" name="Freeform 1329">
                <a:extLst>
                  <a:ext uri="{FF2B5EF4-FFF2-40B4-BE49-F238E27FC236}">
                    <a16:creationId xmlns:a16="http://schemas.microsoft.com/office/drawing/2014/main" id="{E171E37D-5DCE-4337-9C00-78AA5B496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726"/>
                <a:ext cx="40" cy="38"/>
              </a:xfrm>
              <a:custGeom>
                <a:avLst/>
                <a:gdLst>
                  <a:gd name="T0" fmla="*/ 95 w 16"/>
                  <a:gd name="T1" fmla="*/ 129 h 15"/>
                  <a:gd name="T2" fmla="*/ 250 w 16"/>
                  <a:gd name="T3" fmla="*/ 33 h 15"/>
                  <a:gd name="T4" fmla="*/ 250 w 16"/>
                  <a:gd name="T5" fmla="*/ 0 h 15"/>
                  <a:gd name="T6" fmla="*/ 175 w 16"/>
                  <a:gd name="T7" fmla="*/ 51 h 15"/>
                  <a:gd name="T8" fmla="*/ 95 w 16"/>
                  <a:gd name="T9" fmla="*/ 96 h 15"/>
                  <a:gd name="T10" fmla="*/ 0 w 16"/>
                  <a:gd name="T11" fmla="*/ 243 h 15"/>
                  <a:gd name="T12" fmla="*/ 50 w 16"/>
                  <a:gd name="T13" fmla="*/ 193 h 15"/>
                  <a:gd name="T14" fmla="*/ 83 w 16"/>
                  <a:gd name="T15" fmla="*/ 129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5">
                    <a:moveTo>
                      <a:pt x="6" y="8"/>
                    </a:moveTo>
                    <a:cubicBezTo>
                      <a:pt x="9" y="6"/>
                      <a:pt x="12" y="1"/>
                      <a:pt x="16" y="2"/>
                    </a:cubicBezTo>
                    <a:cubicBezTo>
                      <a:pt x="15" y="2"/>
                      <a:pt x="15" y="1"/>
                      <a:pt x="16" y="0"/>
                    </a:cubicBezTo>
                    <a:cubicBezTo>
                      <a:pt x="14" y="0"/>
                      <a:pt x="12" y="2"/>
                      <a:pt x="11" y="3"/>
                    </a:cubicBezTo>
                    <a:cubicBezTo>
                      <a:pt x="9" y="4"/>
                      <a:pt x="7" y="5"/>
                      <a:pt x="6" y="6"/>
                    </a:cubicBezTo>
                    <a:cubicBezTo>
                      <a:pt x="3" y="8"/>
                      <a:pt x="1" y="12"/>
                      <a:pt x="0" y="15"/>
                    </a:cubicBezTo>
                    <a:cubicBezTo>
                      <a:pt x="1" y="15"/>
                      <a:pt x="2" y="13"/>
                      <a:pt x="3" y="12"/>
                    </a:cubicBezTo>
                    <a:cubicBezTo>
                      <a:pt x="3" y="10"/>
                      <a:pt x="4" y="9"/>
                      <a:pt x="5" y="8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6" name="Freeform 1330">
                <a:extLst>
                  <a:ext uri="{FF2B5EF4-FFF2-40B4-BE49-F238E27FC236}">
                    <a16:creationId xmlns:a16="http://schemas.microsoft.com/office/drawing/2014/main" id="{BE7E2A2B-043E-4111-A6FB-E831C8064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774"/>
                <a:ext cx="42" cy="52"/>
              </a:xfrm>
              <a:custGeom>
                <a:avLst/>
                <a:gdLst>
                  <a:gd name="T0" fmla="*/ 42 w 17"/>
                  <a:gd name="T1" fmla="*/ 228 h 21"/>
                  <a:gd name="T2" fmla="*/ 166 w 17"/>
                  <a:gd name="T3" fmla="*/ 154 h 21"/>
                  <a:gd name="T4" fmla="*/ 212 w 17"/>
                  <a:gd name="T5" fmla="*/ 74 h 21"/>
                  <a:gd name="T6" fmla="*/ 257 w 17"/>
                  <a:gd name="T7" fmla="*/ 0 h 21"/>
                  <a:gd name="T8" fmla="*/ 212 w 17"/>
                  <a:gd name="T9" fmla="*/ 42 h 21"/>
                  <a:gd name="T10" fmla="*/ 183 w 17"/>
                  <a:gd name="T11" fmla="*/ 104 h 21"/>
                  <a:gd name="T12" fmla="*/ 104 w 17"/>
                  <a:gd name="T13" fmla="*/ 166 h 21"/>
                  <a:gd name="T14" fmla="*/ 133 w 17"/>
                  <a:gd name="T15" fmla="*/ 74 h 21"/>
                  <a:gd name="T16" fmla="*/ 62 w 17"/>
                  <a:gd name="T17" fmla="*/ 166 h 21"/>
                  <a:gd name="T18" fmla="*/ 0 w 17"/>
                  <a:gd name="T19" fmla="*/ 228 h 21"/>
                  <a:gd name="T20" fmla="*/ 30 w 17"/>
                  <a:gd name="T21" fmla="*/ 228 h 21"/>
                  <a:gd name="T22" fmla="*/ 0 w 17"/>
                  <a:gd name="T23" fmla="*/ 319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15"/>
                    </a:moveTo>
                    <a:cubicBezTo>
                      <a:pt x="5" y="12"/>
                      <a:pt x="9" y="12"/>
                      <a:pt x="11" y="10"/>
                    </a:cubicBezTo>
                    <a:cubicBezTo>
                      <a:pt x="12" y="8"/>
                      <a:pt x="13" y="7"/>
                      <a:pt x="14" y="5"/>
                    </a:cubicBezTo>
                    <a:cubicBezTo>
                      <a:pt x="15" y="4"/>
                      <a:pt x="16" y="2"/>
                      <a:pt x="17" y="0"/>
                    </a:cubicBezTo>
                    <a:cubicBezTo>
                      <a:pt x="16" y="1"/>
                      <a:pt x="15" y="2"/>
                      <a:pt x="14" y="3"/>
                    </a:cubicBezTo>
                    <a:cubicBezTo>
                      <a:pt x="13" y="4"/>
                      <a:pt x="13" y="6"/>
                      <a:pt x="12" y="7"/>
                    </a:cubicBezTo>
                    <a:cubicBezTo>
                      <a:pt x="11" y="9"/>
                      <a:pt x="9" y="11"/>
                      <a:pt x="7" y="11"/>
                    </a:cubicBezTo>
                    <a:cubicBezTo>
                      <a:pt x="6" y="9"/>
                      <a:pt x="8" y="7"/>
                      <a:pt x="9" y="5"/>
                    </a:cubicBezTo>
                    <a:cubicBezTo>
                      <a:pt x="8" y="7"/>
                      <a:pt x="6" y="9"/>
                      <a:pt x="4" y="11"/>
                    </a:cubicBezTo>
                    <a:cubicBezTo>
                      <a:pt x="3" y="13"/>
                      <a:pt x="0" y="14"/>
                      <a:pt x="0" y="15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0" y="21"/>
                      <a:pt x="0" y="21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7" name="Freeform 1331">
                <a:extLst>
                  <a:ext uri="{FF2B5EF4-FFF2-40B4-BE49-F238E27FC236}">
                    <a16:creationId xmlns:a16="http://schemas.microsoft.com/office/drawing/2014/main" id="{F1601E40-69CC-4AC9-80B1-519412544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756"/>
                <a:ext cx="8" cy="10"/>
              </a:xfrm>
              <a:custGeom>
                <a:avLst/>
                <a:gdLst>
                  <a:gd name="T0" fmla="*/ 0 w 3"/>
                  <a:gd name="T1" fmla="*/ 63 h 4"/>
                  <a:gd name="T2" fmla="*/ 0 w 3"/>
                  <a:gd name="T3" fmla="*/ 63 h 4"/>
                  <a:gd name="T4" fmla="*/ 56 w 3"/>
                  <a:gd name="T5" fmla="*/ 33 h 4"/>
                  <a:gd name="T6" fmla="*/ 21 w 3"/>
                  <a:gd name="T7" fmla="*/ 0 h 4"/>
                  <a:gd name="T8" fmla="*/ 0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2" y="0"/>
                      <a:pt x="3" y="4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8" name="Freeform 1332">
                <a:extLst>
                  <a:ext uri="{FF2B5EF4-FFF2-40B4-BE49-F238E27FC236}">
                    <a16:creationId xmlns:a16="http://schemas.microsoft.com/office/drawing/2014/main" id="{3601BCC1-783B-46F2-BA08-988E8A790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764"/>
                <a:ext cx="12" cy="12"/>
              </a:xfrm>
              <a:custGeom>
                <a:avLst/>
                <a:gdLst>
                  <a:gd name="T0" fmla="*/ 0 w 5"/>
                  <a:gd name="T1" fmla="*/ 70 h 5"/>
                  <a:gd name="T2" fmla="*/ 29 w 5"/>
                  <a:gd name="T3" fmla="*/ 41 h 5"/>
                  <a:gd name="T4" fmla="*/ 70 w 5"/>
                  <a:gd name="T5" fmla="*/ 29 h 5"/>
                  <a:gd name="T6" fmla="*/ 58 w 5"/>
                  <a:gd name="T7" fmla="*/ 0 h 5"/>
                  <a:gd name="T8" fmla="*/ 0 w 5"/>
                  <a:gd name="T9" fmla="*/ 29 h 5"/>
                  <a:gd name="T10" fmla="*/ 0 w 5"/>
                  <a:gd name="T11" fmla="*/ 7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5"/>
                      <a:pt x="2" y="4"/>
                      <a:pt x="2" y="3"/>
                    </a:cubicBezTo>
                    <a:cubicBezTo>
                      <a:pt x="3" y="3"/>
                      <a:pt x="4" y="2"/>
                      <a:pt x="5" y="2"/>
                    </a:cubicBezTo>
                    <a:cubicBezTo>
                      <a:pt x="4" y="2"/>
                      <a:pt x="2" y="2"/>
                      <a:pt x="4" y="0"/>
                    </a:cubicBezTo>
                    <a:cubicBezTo>
                      <a:pt x="3" y="1"/>
                      <a:pt x="1" y="5"/>
                      <a:pt x="0" y="2"/>
                    </a:cubicBezTo>
                    <a:cubicBezTo>
                      <a:pt x="0" y="3"/>
                      <a:pt x="1" y="4"/>
                      <a:pt x="0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9" name="Freeform 1333">
                <a:extLst>
                  <a:ext uri="{FF2B5EF4-FFF2-40B4-BE49-F238E27FC236}">
                    <a16:creationId xmlns:a16="http://schemas.microsoft.com/office/drawing/2014/main" id="{B9D8AAB2-74CD-4EA4-8601-550A477B8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781"/>
                <a:ext cx="15" cy="10"/>
              </a:xfrm>
              <a:custGeom>
                <a:avLst/>
                <a:gdLst>
                  <a:gd name="T0" fmla="*/ 20 w 6"/>
                  <a:gd name="T1" fmla="*/ 63 h 4"/>
                  <a:gd name="T2" fmla="*/ 95 w 6"/>
                  <a:gd name="T3" fmla="*/ 20 h 4"/>
                  <a:gd name="T4" fmla="*/ 63 w 6"/>
                  <a:gd name="T5" fmla="*/ 0 h 4"/>
                  <a:gd name="T6" fmla="*/ 33 w 6"/>
                  <a:gd name="T7" fmla="*/ 33 h 4"/>
                  <a:gd name="T8" fmla="*/ 0 w 6"/>
                  <a:gd name="T9" fmla="*/ 0 h 4"/>
                  <a:gd name="T10" fmla="*/ 0 w 6"/>
                  <a:gd name="T11" fmla="*/ 6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1" y="4"/>
                    </a:moveTo>
                    <a:cubicBezTo>
                      <a:pt x="2" y="2"/>
                      <a:pt x="3" y="2"/>
                      <a:pt x="6" y="1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2" y="4"/>
                      <a:pt x="0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0" name="Freeform 1334">
                <a:extLst>
                  <a:ext uri="{FF2B5EF4-FFF2-40B4-BE49-F238E27FC236}">
                    <a16:creationId xmlns:a16="http://schemas.microsoft.com/office/drawing/2014/main" id="{F2B10A7E-D0C8-4870-B718-B3B4B9FB0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791"/>
                <a:ext cx="12" cy="10"/>
              </a:xfrm>
              <a:custGeom>
                <a:avLst/>
                <a:gdLst>
                  <a:gd name="T0" fmla="*/ 0 w 5"/>
                  <a:gd name="T1" fmla="*/ 63 h 4"/>
                  <a:gd name="T2" fmla="*/ 70 w 5"/>
                  <a:gd name="T3" fmla="*/ 33 h 4"/>
                  <a:gd name="T4" fmla="*/ 41 w 5"/>
                  <a:gd name="T5" fmla="*/ 0 h 4"/>
                  <a:gd name="T6" fmla="*/ 0 w 5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3"/>
                      <a:pt x="3" y="2"/>
                      <a:pt x="5" y="2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3" y="2"/>
                      <a:pt x="1" y="3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1" name="Freeform 1335">
                <a:extLst>
                  <a:ext uri="{FF2B5EF4-FFF2-40B4-BE49-F238E27FC236}">
                    <a16:creationId xmlns:a16="http://schemas.microsoft.com/office/drawing/2014/main" id="{AFDCF00E-DB02-44D6-9AFC-F1ABC36D3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801"/>
                <a:ext cx="13" cy="15"/>
              </a:xfrm>
              <a:custGeom>
                <a:avLst/>
                <a:gdLst>
                  <a:gd name="T0" fmla="*/ 0 w 5"/>
                  <a:gd name="T1" fmla="*/ 95 h 6"/>
                  <a:gd name="T2" fmla="*/ 68 w 5"/>
                  <a:gd name="T3" fmla="*/ 83 h 6"/>
                  <a:gd name="T4" fmla="*/ 88 w 5"/>
                  <a:gd name="T5" fmla="*/ 0 h 6"/>
                  <a:gd name="T6" fmla="*/ 34 w 5"/>
                  <a:gd name="T7" fmla="*/ 0 h 6"/>
                  <a:gd name="T8" fmla="*/ 21 w 5"/>
                  <a:gd name="T9" fmla="*/ 8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6"/>
                      <a:pt x="2" y="3"/>
                      <a:pt x="4" y="5"/>
                    </a:cubicBezTo>
                    <a:cubicBezTo>
                      <a:pt x="3" y="4"/>
                      <a:pt x="5" y="2"/>
                      <a:pt x="5" y="0"/>
                    </a:cubicBezTo>
                    <a:cubicBezTo>
                      <a:pt x="4" y="2"/>
                      <a:pt x="2" y="1"/>
                      <a:pt x="2" y="0"/>
                    </a:cubicBezTo>
                    <a:cubicBezTo>
                      <a:pt x="4" y="2"/>
                      <a:pt x="3" y="4"/>
                      <a:pt x="1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2" name="Freeform 1336">
                <a:extLst>
                  <a:ext uri="{FF2B5EF4-FFF2-40B4-BE49-F238E27FC236}">
                    <a16:creationId xmlns:a16="http://schemas.microsoft.com/office/drawing/2014/main" id="{28EB6A74-C3D5-4088-9E0A-435B82C7A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841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63 w 4"/>
                  <a:gd name="T5" fmla="*/ 0 h 4"/>
                  <a:gd name="T6" fmla="*/ 50 w 4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1" y="2"/>
                      <a:pt x="3" y="0"/>
                      <a:pt x="4" y="0"/>
                    </a:cubicBezTo>
                    <a:cubicBezTo>
                      <a:pt x="4" y="0"/>
                      <a:pt x="3" y="2"/>
                      <a:pt x="3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3" name="Freeform 1337">
                <a:extLst>
                  <a:ext uri="{FF2B5EF4-FFF2-40B4-BE49-F238E27FC236}">
                    <a16:creationId xmlns:a16="http://schemas.microsoft.com/office/drawing/2014/main" id="{546EC87A-2098-4135-B9D8-0DB3ED049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826"/>
                <a:ext cx="7" cy="10"/>
              </a:xfrm>
              <a:custGeom>
                <a:avLst/>
                <a:gdLst>
                  <a:gd name="T0" fmla="*/ 37 w 3"/>
                  <a:gd name="T1" fmla="*/ 63 h 4"/>
                  <a:gd name="T2" fmla="*/ 0 w 3"/>
                  <a:gd name="T3" fmla="*/ 20 h 4"/>
                  <a:gd name="T4" fmla="*/ 28 w 3"/>
                  <a:gd name="T5" fmla="*/ 0 h 4"/>
                  <a:gd name="T6" fmla="*/ 37 w 3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1"/>
                      <a:pt x="2" y="2"/>
                      <a:pt x="3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4" name="Freeform 1338">
                <a:extLst>
                  <a:ext uri="{FF2B5EF4-FFF2-40B4-BE49-F238E27FC236}">
                    <a16:creationId xmlns:a16="http://schemas.microsoft.com/office/drawing/2014/main" id="{6130DBC1-8735-494B-B00E-231D1AAF0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874"/>
                <a:ext cx="13" cy="15"/>
              </a:xfrm>
              <a:custGeom>
                <a:avLst/>
                <a:gdLst>
                  <a:gd name="T0" fmla="*/ 34 w 5"/>
                  <a:gd name="T1" fmla="*/ 20 h 6"/>
                  <a:gd name="T2" fmla="*/ 88 w 5"/>
                  <a:gd name="T3" fmla="*/ 0 h 6"/>
                  <a:gd name="T4" fmla="*/ 88 w 5"/>
                  <a:gd name="T5" fmla="*/ 95 h 6"/>
                  <a:gd name="T6" fmla="*/ 55 w 5"/>
                  <a:gd name="T7" fmla="*/ 20 h 6"/>
                  <a:gd name="T8" fmla="*/ 0 w 5"/>
                  <a:gd name="T9" fmla="*/ 5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3" y="2"/>
                      <a:pt x="4" y="5"/>
                      <a:pt x="5" y="6"/>
                    </a:cubicBezTo>
                    <a:cubicBezTo>
                      <a:pt x="4" y="4"/>
                      <a:pt x="4" y="3"/>
                      <a:pt x="3" y="1"/>
                    </a:cubicBez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5" name="Freeform 1339">
                <a:extLst>
                  <a:ext uri="{FF2B5EF4-FFF2-40B4-BE49-F238E27FC236}">
                    <a16:creationId xmlns:a16="http://schemas.microsoft.com/office/drawing/2014/main" id="{6AB07BBC-F4FC-4276-99D0-1B59E14CA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856"/>
                <a:ext cx="8" cy="15"/>
              </a:xfrm>
              <a:custGeom>
                <a:avLst/>
                <a:gdLst>
                  <a:gd name="T0" fmla="*/ 0 w 3"/>
                  <a:gd name="T1" fmla="*/ 95 h 6"/>
                  <a:gd name="T2" fmla="*/ 35 w 3"/>
                  <a:gd name="T3" fmla="*/ 63 h 6"/>
                  <a:gd name="T4" fmla="*/ 56 w 3"/>
                  <a:gd name="T5" fmla="*/ 0 h 6"/>
                  <a:gd name="T6" fmla="*/ 0 w 3"/>
                  <a:gd name="T7" fmla="*/ 0 h 6"/>
                  <a:gd name="T8" fmla="*/ 21 w 3"/>
                  <a:gd name="T9" fmla="*/ 6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5"/>
                      <a:pt x="1" y="5"/>
                      <a:pt x="2" y="4"/>
                    </a:cubicBezTo>
                    <a:cubicBezTo>
                      <a:pt x="1" y="3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ubicBezTo>
                      <a:pt x="2" y="0"/>
                      <a:pt x="2" y="3"/>
                      <a:pt x="1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6" name="Freeform 1340">
                <a:extLst>
                  <a:ext uri="{FF2B5EF4-FFF2-40B4-BE49-F238E27FC236}">
                    <a16:creationId xmlns:a16="http://schemas.microsoft.com/office/drawing/2014/main" id="{04751AD6-5B27-4F21-B431-FC3530E22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659"/>
                <a:ext cx="20" cy="12"/>
              </a:xfrm>
              <a:custGeom>
                <a:avLst/>
                <a:gdLst>
                  <a:gd name="T0" fmla="*/ 0 w 8"/>
                  <a:gd name="T1" fmla="*/ 58 h 5"/>
                  <a:gd name="T2" fmla="*/ 0 w 8"/>
                  <a:gd name="T3" fmla="*/ 70 h 5"/>
                  <a:gd name="T4" fmla="*/ 125 w 8"/>
                  <a:gd name="T5" fmla="*/ 41 h 5"/>
                  <a:gd name="T6" fmla="*/ 83 w 8"/>
                  <a:gd name="T7" fmla="*/ 0 h 5"/>
                  <a:gd name="T8" fmla="*/ 83 w 8"/>
                  <a:gd name="T9" fmla="*/ 0 h 5"/>
                  <a:gd name="T10" fmla="*/ 33 w 8"/>
                  <a:gd name="T11" fmla="*/ 5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3" y="5"/>
                      <a:pt x="5" y="4"/>
                      <a:pt x="8" y="3"/>
                    </a:cubicBezTo>
                    <a:cubicBezTo>
                      <a:pt x="7" y="3"/>
                      <a:pt x="5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2"/>
                      <a:pt x="4" y="5"/>
                      <a:pt x="2" y="4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7" name="Freeform 1341">
                <a:extLst>
                  <a:ext uri="{FF2B5EF4-FFF2-40B4-BE49-F238E27FC236}">
                    <a16:creationId xmlns:a16="http://schemas.microsoft.com/office/drawing/2014/main" id="{EC176577-F90E-4104-9F5F-7AE4D1F63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616"/>
                <a:ext cx="32" cy="28"/>
              </a:xfrm>
              <a:custGeom>
                <a:avLst/>
                <a:gdLst>
                  <a:gd name="T0" fmla="*/ 42 w 13"/>
                  <a:gd name="T1" fmla="*/ 163 h 11"/>
                  <a:gd name="T2" fmla="*/ 194 w 13"/>
                  <a:gd name="T3" fmla="*/ 130 h 11"/>
                  <a:gd name="T4" fmla="*/ 121 w 13"/>
                  <a:gd name="T5" fmla="*/ 0 h 11"/>
                  <a:gd name="T6" fmla="*/ 133 w 13"/>
                  <a:gd name="T7" fmla="*/ 97 h 11"/>
                  <a:gd name="T8" fmla="*/ 103 w 13"/>
                  <a:gd name="T9" fmla="*/ 97 h 11"/>
                  <a:gd name="T10" fmla="*/ 0 w 13"/>
                  <a:gd name="T11" fmla="*/ 163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3" y="10"/>
                    </a:moveTo>
                    <a:cubicBezTo>
                      <a:pt x="5" y="9"/>
                      <a:pt x="13" y="11"/>
                      <a:pt x="13" y="8"/>
                    </a:cubicBezTo>
                    <a:cubicBezTo>
                      <a:pt x="10" y="7"/>
                      <a:pt x="7" y="4"/>
                      <a:pt x="8" y="0"/>
                    </a:cubicBezTo>
                    <a:cubicBezTo>
                      <a:pt x="8" y="2"/>
                      <a:pt x="9" y="4"/>
                      <a:pt x="9" y="6"/>
                    </a:cubicBezTo>
                    <a:cubicBezTo>
                      <a:pt x="8" y="6"/>
                      <a:pt x="8" y="6"/>
                      <a:pt x="7" y="6"/>
                    </a:cubicBezTo>
                    <a:cubicBezTo>
                      <a:pt x="10" y="10"/>
                      <a:pt x="3" y="10"/>
                      <a:pt x="0" y="10"/>
                    </a:cubicBezTo>
                  </a:path>
                </a:pathLst>
              </a:custGeom>
              <a:solidFill>
                <a:srgbClr val="C48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8" name="Freeform 1342">
                <a:extLst>
                  <a:ext uri="{FF2B5EF4-FFF2-40B4-BE49-F238E27FC236}">
                    <a16:creationId xmlns:a16="http://schemas.microsoft.com/office/drawing/2014/main" id="{75B691E3-67A2-4652-8F86-CD9164E2F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579"/>
                <a:ext cx="57" cy="40"/>
              </a:xfrm>
              <a:custGeom>
                <a:avLst/>
                <a:gdLst>
                  <a:gd name="T0" fmla="*/ 278 w 23"/>
                  <a:gd name="T1" fmla="*/ 113 h 16"/>
                  <a:gd name="T2" fmla="*/ 245 w 23"/>
                  <a:gd name="T3" fmla="*/ 0 h 16"/>
                  <a:gd name="T4" fmla="*/ 183 w 23"/>
                  <a:gd name="T5" fmla="*/ 175 h 16"/>
                  <a:gd name="T6" fmla="*/ 0 w 23"/>
                  <a:gd name="T7" fmla="*/ 250 h 16"/>
                  <a:gd name="T8" fmla="*/ 183 w 23"/>
                  <a:gd name="T9" fmla="*/ 14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18" y="7"/>
                    </a:moveTo>
                    <a:cubicBezTo>
                      <a:pt x="23" y="9"/>
                      <a:pt x="17" y="2"/>
                      <a:pt x="16" y="0"/>
                    </a:cubicBezTo>
                    <a:cubicBezTo>
                      <a:pt x="15" y="4"/>
                      <a:pt x="16" y="8"/>
                      <a:pt x="12" y="11"/>
                    </a:cubicBezTo>
                    <a:cubicBezTo>
                      <a:pt x="8" y="13"/>
                      <a:pt x="4" y="13"/>
                      <a:pt x="0" y="16"/>
                    </a:cubicBezTo>
                    <a:cubicBezTo>
                      <a:pt x="4" y="15"/>
                      <a:pt x="9" y="11"/>
                      <a:pt x="12" y="9"/>
                    </a:cubicBezTo>
                  </a:path>
                </a:pathLst>
              </a:custGeom>
              <a:solidFill>
                <a:srgbClr val="C48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9" name="Freeform 1343">
                <a:extLst>
                  <a:ext uri="{FF2B5EF4-FFF2-40B4-BE49-F238E27FC236}">
                    <a16:creationId xmlns:a16="http://schemas.microsoft.com/office/drawing/2014/main" id="{79D8CFE4-CDBE-4CC9-9E63-D840C26F1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569"/>
                <a:ext cx="20" cy="20"/>
              </a:xfrm>
              <a:custGeom>
                <a:avLst/>
                <a:gdLst>
                  <a:gd name="T0" fmla="*/ 63 w 8"/>
                  <a:gd name="T1" fmla="*/ 95 h 8"/>
                  <a:gd name="T2" fmla="*/ 125 w 8"/>
                  <a:gd name="T3" fmla="*/ 95 h 8"/>
                  <a:gd name="T4" fmla="*/ 95 w 8"/>
                  <a:gd name="T5" fmla="*/ 0 h 8"/>
                  <a:gd name="T6" fmla="*/ 113 w 8"/>
                  <a:gd name="T7" fmla="*/ 20 h 8"/>
                  <a:gd name="T8" fmla="*/ 0 w 8"/>
                  <a:gd name="T9" fmla="*/ 12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6"/>
                    </a:moveTo>
                    <a:cubicBezTo>
                      <a:pt x="3" y="8"/>
                      <a:pt x="7" y="8"/>
                      <a:pt x="8" y="6"/>
                    </a:cubicBezTo>
                    <a:cubicBezTo>
                      <a:pt x="8" y="5"/>
                      <a:pt x="5" y="2"/>
                      <a:pt x="6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5" y="3"/>
                      <a:pt x="2" y="6"/>
                      <a:pt x="0" y="8"/>
                    </a:cubicBezTo>
                  </a:path>
                </a:pathLst>
              </a:custGeom>
              <a:solidFill>
                <a:srgbClr val="C88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0" name="Freeform 1344">
                <a:extLst>
                  <a:ext uri="{FF2B5EF4-FFF2-40B4-BE49-F238E27FC236}">
                    <a16:creationId xmlns:a16="http://schemas.microsoft.com/office/drawing/2014/main" id="{0DB6A5EE-1B6D-43D5-A290-D85091BFD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554"/>
                <a:ext cx="13" cy="15"/>
              </a:xfrm>
              <a:custGeom>
                <a:avLst/>
                <a:gdLst>
                  <a:gd name="T0" fmla="*/ 0 w 5"/>
                  <a:gd name="T1" fmla="*/ 63 h 6"/>
                  <a:gd name="T2" fmla="*/ 88 w 5"/>
                  <a:gd name="T3" fmla="*/ 63 h 6"/>
                  <a:gd name="T4" fmla="*/ 34 w 5"/>
                  <a:gd name="T5" fmla="*/ 0 h 6"/>
                  <a:gd name="T6" fmla="*/ 21 w 5"/>
                  <a:gd name="T7" fmla="*/ 95 h 6"/>
                  <a:gd name="T8" fmla="*/ 0 w 5"/>
                  <a:gd name="T9" fmla="*/ 8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1" y="5"/>
                      <a:pt x="5" y="6"/>
                      <a:pt x="5" y="4"/>
                    </a:cubicBezTo>
                    <a:cubicBezTo>
                      <a:pt x="5" y="4"/>
                      <a:pt x="3" y="1"/>
                      <a:pt x="2" y="0"/>
                    </a:cubicBezTo>
                    <a:cubicBezTo>
                      <a:pt x="2" y="2"/>
                      <a:pt x="2" y="4"/>
                      <a:pt x="1" y="6"/>
                    </a:cubicBezTo>
                    <a:cubicBezTo>
                      <a:pt x="1" y="5"/>
                      <a:pt x="0" y="5"/>
                      <a:pt x="0" y="5"/>
                    </a:cubicBezTo>
                  </a:path>
                </a:pathLst>
              </a:custGeom>
              <a:solidFill>
                <a:srgbClr val="C88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1" name="Freeform 1345">
                <a:extLst>
                  <a:ext uri="{FF2B5EF4-FFF2-40B4-BE49-F238E27FC236}">
                    <a16:creationId xmlns:a16="http://schemas.microsoft.com/office/drawing/2014/main" id="{2A410E1F-BFA8-461A-A50C-8DF1D8FE1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541"/>
                <a:ext cx="15" cy="13"/>
              </a:xfrm>
              <a:custGeom>
                <a:avLst/>
                <a:gdLst>
                  <a:gd name="T0" fmla="*/ 0 w 6"/>
                  <a:gd name="T1" fmla="*/ 68 h 5"/>
                  <a:gd name="T2" fmla="*/ 95 w 6"/>
                  <a:gd name="T3" fmla="*/ 55 h 5"/>
                  <a:gd name="T4" fmla="*/ 50 w 6"/>
                  <a:gd name="T5" fmla="*/ 0 h 5"/>
                  <a:gd name="T6" fmla="*/ 50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1" y="5"/>
                      <a:pt x="5" y="4"/>
                      <a:pt x="6" y="3"/>
                    </a:cubicBezTo>
                    <a:cubicBezTo>
                      <a:pt x="6" y="1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88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2" name="Freeform 1346">
                <a:extLst>
                  <a:ext uri="{FF2B5EF4-FFF2-40B4-BE49-F238E27FC236}">
                    <a16:creationId xmlns:a16="http://schemas.microsoft.com/office/drawing/2014/main" id="{E615DE3F-F020-48C7-A16D-85B4CB698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584"/>
                <a:ext cx="5" cy="10"/>
              </a:xfrm>
              <a:custGeom>
                <a:avLst/>
                <a:gdLst>
                  <a:gd name="T0" fmla="*/ 0 w 2"/>
                  <a:gd name="T1" fmla="*/ 33 h 4"/>
                  <a:gd name="T2" fmla="*/ 33 w 2"/>
                  <a:gd name="T3" fmla="*/ 0 h 4"/>
                  <a:gd name="T4" fmla="*/ 33 w 2"/>
                  <a:gd name="T5" fmla="*/ 63 h 4"/>
                  <a:gd name="T6" fmla="*/ 20 w 2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1" y="1"/>
                      <a:pt x="2" y="2"/>
                      <a:pt x="2" y="0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2" y="3"/>
                      <a:pt x="1" y="3"/>
                      <a:pt x="1" y="2"/>
                    </a:cubicBezTo>
                  </a:path>
                </a:pathLst>
              </a:custGeom>
              <a:solidFill>
                <a:srgbClr val="C48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3" name="Freeform 1347">
                <a:extLst>
                  <a:ext uri="{FF2B5EF4-FFF2-40B4-BE49-F238E27FC236}">
                    <a16:creationId xmlns:a16="http://schemas.microsoft.com/office/drawing/2014/main" id="{EACB37F1-DDE6-4DC8-AF43-C0839E4C1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606"/>
                <a:ext cx="25" cy="23"/>
              </a:xfrm>
              <a:custGeom>
                <a:avLst/>
                <a:gdLst>
                  <a:gd name="T0" fmla="*/ 20 w 10"/>
                  <a:gd name="T1" fmla="*/ 130 h 9"/>
                  <a:gd name="T2" fmla="*/ 158 w 10"/>
                  <a:gd name="T3" fmla="*/ 130 h 9"/>
                  <a:gd name="T4" fmla="*/ 158 w 10"/>
                  <a:gd name="T5" fmla="*/ 33 h 9"/>
                  <a:gd name="T6" fmla="*/ 145 w 10"/>
                  <a:gd name="T7" fmla="*/ 97 h 9"/>
                  <a:gd name="T8" fmla="*/ 125 w 10"/>
                  <a:gd name="T9" fmla="*/ 0 h 9"/>
                  <a:gd name="T10" fmla="*/ 0 w 10"/>
                  <a:gd name="T11" fmla="*/ 84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1" y="8"/>
                    </a:moveTo>
                    <a:cubicBezTo>
                      <a:pt x="4" y="8"/>
                      <a:pt x="8" y="9"/>
                      <a:pt x="10" y="8"/>
                    </a:cubicBezTo>
                    <a:cubicBezTo>
                      <a:pt x="10" y="6"/>
                      <a:pt x="10" y="4"/>
                      <a:pt x="10" y="2"/>
                    </a:cubicBezTo>
                    <a:cubicBezTo>
                      <a:pt x="10" y="4"/>
                      <a:pt x="10" y="5"/>
                      <a:pt x="9" y="6"/>
                    </a:cubicBezTo>
                    <a:cubicBezTo>
                      <a:pt x="8" y="5"/>
                      <a:pt x="8" y="2"/>
                      <a:pt x="8" y="0"/>
                    </a:cubicBezTo>
                    <a:cubicBezTo>
                      <a:pt x="6" y="3"/>
                      <a:pt x="5" y="6"/>
                      <a:pt x="0" y="5"/>
                    </a:cubicBezTo>
                  </a:path>
                </a:pathLst>
              </a:custGeom>
              <a:solidFill>
                <a:srgbClr val="C48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4" name="Freeform 1348">
                <a:extLst>
                  <a:ext uri="{FF2B5EF4-FFF2-40B4-BE49-F238E27FC236}">
                    <a16:creationId xmlns:a16="http://schemas.microsoft.com/office/drawing/2014/main" id="{A7262564-AA72-419B-8B7B-17AE64B5F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556"/>
                <a:ext cx="25" cy="15"/>
              </a:xfrm>
              <a:custGeom>
                <a:avLst/>
                <a:gdLst>
                  <a:gd name="T0" fmla="*/ 95 w 10"/>
                  <a:gd name="T1" fmla="*/ 63 h 6"/>
                  <a:gd name="T2" fmla="*/ 83 w 10"/>
                  <a:gd name="T3" fmla="*/ 95 h 6"/>
                  <a:gd name="T4" fmla="*/ 145 w 10"/>
                  <a:gd name="T5" fmla="*/ 0 h 6"/>
                  <a:gd name="T6" fmla="*/ 158 w 10"/>
                  <a:gd name="T7" fmla="*/ 0 h 6"/>
                  <a:gd name="T8" fmla="*/ 0 w 10"/>
                  <a:gd name="T9" fmla="*/ 8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6" y="4"/>
                    </a:moveTo>
                    <a:cubicBezTo>
                      <a:pt x="6" y="5"/>
                      <a:pt x="5" y="5"/>
                      <a:pt x="5" y="6"/>
                    </a:cubicBezTo>
                    <a:cubicBezTo>
                      <a:pt x="9" y="6"/>
                      <a:pt x="9" y="3"/>
                      <a:pt x="9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7" y="3"/>
                      <a:pt x="2" y="3"/>
                      <a:pt x="0" y="5"/>
                    </a:cubicBezTo>
                  </a:path>
                </a:pathLst>
              </a:custGeom>
              <a:solidFill>
                <a:srgbClr val="C88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5" name="Freeform 1349">
                <a:extLst>
                  <a:ext uri="{FF2B5EF4-FFF2-40B4-BE49-F238E27FC236}">
                    <a16:creationId xmlns:a16="http://schemas.microsoft.com/office/drawing/2014/main" id="{BBC8D28F-A491-4F44-989B-35FE1505E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544"/>
                <a:ext cx="30" cy="25"/>
              </a:xfrm>
              <a:custGeom>
                <a:avLst/>
                <a:gdLst>
                  <a:gd name="T0" fmla="*/ 83 w 12"/>
                  <a:gd name="T1" fmla="*/ 83 h 10"/>
                  <a:gd name="T2" fmla="*/ 113 w 12"/>
                  <a:gd name="T3" fmla="*/ 0 h 10"/>
                  <a:gd name="T4" fmla="*/ 0 w 12"/>
                  <a:gd name="T5" fmla="*/ 125 h 10"/>
                  <a:gd name="T6" fmla="*/ 20 w 12"/>
                  <a:gd name="T7" fmla="*/ 12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5" y="5"/>
                    </a:moveTo>
                    <a:cubicBezTo>
                      <a:pt x="8" y="4"/>
                      <a:pt x="12" y="2"/>
                      <a:pt x="7" y="0"/>
                    </a:cubicBezTo>
                    <a:cubicBezTo>
                      <a:pt x="8" y="0"/>
                      <a:pt x="5" y="10"/>
                      <a:pt x="0" y="8"/>
                    </a:cubicBezTo>
                    <a:cubicBezTo>
                      <a:pt x="1" y="8"/>
                      <a:pt x="2" y="8"/>
                      <a:pt x="1" y="8"/>
                    </a:cubicBezTo>
                  </a:path>
                </a:pathLst>
              </a:custGeom>
              <a:solidFill>
                <a:srgbClr val="C88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6" name="Freeform 1350">
                <a:extLst>
                  <a:ext uri="{FF2B5EF4-FFF2-40B4-BE49-F238E27FC236}">
                    <a16:creationId xmlns:a16="http://schemas.microsoft.com/office/drawing/2014/main" id="{BBD7FC96-4FB0-4693-B2B5-2BB71B6D4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571"/>
                <a:ext cx="15" cy="15"/>
              </a:xfrm>
              <a:custGeom>
                <a:avLst/>
                <a:gdLst>
                  <a:gd name="T0" fmla="*/ 0 w 6"/>
                  <a:gd name="T1" fmla="*/ 95 h 6"/>
                  <a:gd name="T2" fmla="*/ 95 w 6"/>
                  <a:gd name="T3" fmla="*/ 63 h 6"/>
                  <a:gd name="T4" fmla="*/ 83 w 6"/>
                  <a:gd name="T5" fmla="*/ 0 h 6"/>
                  <a:gd name="T6" fmla="*/ 50 w 6"/>
                  <a:gd name="T7" fmla="*/ 5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4" y="5"/>
                      <a:pt x="6" y="4"/>
                    </a:cubicBezTo>
                    <a:cubicBezTo>
                      <a:pt x="6" y="2"/>
                      <a:pt x="4" y="2"/>
                      <a:pt x="5" y="0"/>
                    </a:cubicBezTo>
                    <a:cubicBezTo>
                      <a:pt x="6" y="2"/>
                      <a:pt x="5" y="3"/>
                      <a:pt x="3" y="3"/>
                    </a:cubicBezTo>
                  </a:path>
                </a:pathLst>
              </a:custGeom>
              <a:solidFill>
                <a:srgbClr val="C48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7" name="Freeform 1351">
                <a:extLst>
                  <a:ext uri="{FF2B5EF4-FFF2-40B4-BE49-F238E27FC236}">
                    <a16:creationId xmlns:a16="http://schemas.microsoft.com/office/drawing/2014/main" id="{447CFFCF-4186-42BA-BF5B-02354D734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2644"/>
                <a:ext cx="15" cy="15"/>
              </a:xfrm>
              <a:custGeom>
                <a:avLst/>
                <a:gdLst>
                  <a:gd name="T0" fmla="*/ 33 w 6"/>
                  <a:gd name="T1" fmla="*/ 95 h 6"/>
                  <a:gd name="T2" fmla="*/ 95 w 6"/>
                  <a:gd name="T3" fmla="*/ 50 h 6"/>
                  <a:gd name="T4" fmla="*/ 33 w 6"/>
                  <a:gd name="T5" fmla="*/ 0 h 6"/>
                  <a:gd name="T6" fmla="*/ 20 w 6"/>
                  <a:gd name="T7" fmla="*/ 95 h 6"/>
                  <a:gd name="T8" fmla="*/ 0 w 6"/>
                  <a:gd name="T9" fmla="*/ 8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3" y="5"/>
                      <a:pt x="5" y="4"/>
                      <a:pt x="6" y="3"/>
                    </a:cubicBezTo>
                    <a:cubicBezTo>
                      <a:pt x="5" y="2"/>
                      <a:pt x="2" y="2"/>
                      <a:pt x="2" y="0"/>
                    </a:cubicBezTo>
                    <a:cubicBezTo>
                      <a:pt x="3" y="2"/>
                      <a:pt x="3" y="4"/>
                      <a:pt x="1" y="6"/>
                    </a:cubicBezTo>
                    <a:cubicBezTo>
                      <a:pt x="1" y="6"/>
                      <a:pt x="1" y="5"/>
                      <a:pt x="0" y="5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8" name="Freeform 1352">
                <a:extLst>
                  <a:ext uri="{FF2B5EF4-FFF2-40B4-BE49-F238E27FC236}">
                    <a16:creationId xmlns:a16="http://schemas.microsoft.com/office/drawing/2014/main" id="{D9E1CF57-B477-43DE-8901-075EFB221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631"/>
                <a:ext cx="8" cy="13"/>
              </a:xfrm>
              <a:custGeom>
                <a:avLst/>
                <a:gdLst>
                  <a:gd name="T0" fmla="*/ 35 w 3"/>
                  <a:gd name="T1" fmla="*/ 68 h 5"/>
                  <a:gd name="T2" fmla="*/ 56 w 3"/>
                  <a:gd name="T3" fmla="*/ 55 h 5"/>
                  <a:gd name="T4" fmla="*/ 21 w 3"/>
                  <a:gd name="T5" fmla="*/ 0 h 5"/>
                  <a:gd name="T6" fmla="*/ 21 w 3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4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solidFill>
                <a:srgbClr val="C48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9" name="Freeform 1353">
                <a:extLst>
                  <a:ext uri="{FF2B5EF4-FFF2-40B4-BE49-F238E27FC236}">
                    <a16:creationId xmlns:a16="http://schemas.microsoft.com/office/drawing/2014/main" id="{0C376826-8AD0-4B99-802A-B6CF713DB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619"/>
                <a:ext cx="23" cy="22"/>
              </a:xfrm>
              <a:custGeom>
                <a:avLst/>
                <a:gdLst>
                  <a:gd name="T0" fmla="*/ 66 w 9"/>
                  <a:gd name="T1" fmla="*/ 132 h 9"/>
                  <a:gd name="T2" fmla="*/ 33 w 9"/>
                  <a:gd name="T3" fmla="*/ 71 h 9"/>
                  <a:gd name="T4" fmla="*/ 151 w 9"/>
                  <a:gd name="T5" fmla="*/ 0 h 9"/>
                  <a:gd name="T6" fmla="*/ 51 w 9"/>
                  <a:gd name="T7" fmla="*/ 103 h 9"/>
                  <a:gd name="T8" fmla="*/ 66 w 9"/>
                  <a:gd name="T9" fmla="*/ 1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9"/>
                    </a:moveTo>
                    <a:cubicBezTo>
                      <a:pt x="3" y="8"/>
                      <a:pt x="0" y="9"/>
                      <a:pt x="2" y="5"/>
                    </a:cubicBezTo>
                    <a:cubicBezTo>
                      <a:pt x="3" y="3"/>
                      <a:pt x="7" y="1"/>
                      <a:pt x="9" y="0"/>
                    </a:cubicBezTo>
                    <a:cubicBezTo>
                      <a:pt x="9" y="3"/>
                      <a:pt x="6" y="5"/>
                      <a:pt x="3" y="7"/>
                    </a:cubicBezTo>
                    <a:cubicBezTo>
                      <a:pt x="3" y="7"/>
                      <a:pt x="4" y="8"/>
                      <a:pt x="4" y="8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0" name="Freeform 1354">
                <a:extLst>
                  <a:ext uri="{FF2B5EF4-FFF2-40B4-BE49-F238E27FC236}">
                    <a16:creationId xmlns:a16="http://schemas.microsoft.com/office/drawing/2014/main" id="{82C830CC-129E-4B26-A1F6-57578DCFF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599"/>
                <a:ext cx="15" cy="15"/>
              </a:xfrm>
              <a:custGeom>
                <a:avLst/>
                <a:gdLst>
                  <a:gd name="T0" fmla="*/ 0 w 6"/>
                  <a:gd name="T1" fmla="*/ 83 h 6"/>
                  <a:gd name="T2" fmla="*/ 95 w 6"/>
                  <a:gd name="T3" fmla="*/ 83 h 6"/>
                  <a:gd name="T4" fmla="*/ 95 w 6"/>
                  <a:gd name="T5" fmla="*/ 0 h 6"/>
                  <a:gd name="T6" fmla="*/ 33 w 6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2" y="5"/>
                      <a:pt x="4" y="6"/>
                      <a:pt x="6" y="5"/>
                    </a:cubicBezTo>
                    <a:cubicBezTo>
                      <a:pt x="5" y="3"/>
                      <a:pt x="4" y="1"/>
                      <a:pt x="6" y="0"/>
                    </a:cubicBezTo>
                    <a:cubicBezTo>
                      <a:pt x="5" y="1"/>
                      <a:pt x="4" y="4"/>
                      <a:pt x="2" y="5"/>
                    </a:cubicBezTo>
                  </a:path>
                </a:pathLst>
              </a:custGeom>
              <a:solidFill>
                <a:srgbClr val="C48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1" name="Freeform 1355">
                <a:extLst>
                  <a:ext uri="{FF2B5EF4-FFF2-40B4-BE49-F238E27FC236}">
                    <a16:creationId xmlns:a16="http://schemas.microsoft.com/office/drawing/2014/main" id="{9D8B4EB6-C080-454C-9BA7-0BCFE1964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2591"/>
                <a:ext cx="15" cy="8"/>
              </a:xfrm>
              <a:custGeom>
                <a:avLst/>
                <a:gdLst>
                  <a:gd name="T0" fmla="*/ 0 w 6"/>
                  <a:gd name="T1" fmla="*/ 56 h 3"/>
                  <a:gd name="T2" fmla="*/ 63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3"/>
                      <a:pt x="6" y="3"/>
                      <a:pt x="4" y="0"/>
                    </a:cubicBezTo>
                  </a:path>
                </a:pathLst>
              </a:custGeom>
              <a:solidFill>
                <a:srgbClr val="C48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2" name="Freeform 1356">
                <a:extLst>
                  <a:ext uri="{FF2B5EF4-FFF2-40B4-BE49-F238E27FC236}">
                    <a16:creationId xmlns:a16="http://schemas.microsoft.com/office/drawing/2014/main" id="{E8A50CC5-3F77-41F0-B61C-9CF7473ED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594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3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4"/>
                      <a:pt x="4" y="2"/>
                      <a:pt x="2" y="0"/>
                    </a:cubicBezTo>
                  </a:path>
                </a:pathLst>
              </a:custGeom>
              <a:solidFill>
                <a:srgbClr val="C48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3" name="Freeform 1357">
                <a:extLst>
                  <a:ext uri="{FF2B5EF4-FFF2-40B4-BE49-F238E27FC236}">
                    <a16:creationId xmlns:a16="http://schemas.microsoft.com/office/drawing/2014/main" id="{1E08CC1A-E100-4501-A8AE-999670600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591"/>
                <a:ext cx="20" cy="15"/>
              </a:xfrm>
              <a:custGeom>
                <a:avLst/>
                <a:gdLst>
                  <a:gd name="T0" fmla="*/ 0 w 8"/>
                  <a:gd name="T1" fmla="*/ 83 h 6"/>
                  <a:gd name="T2" fmla="*/ 83 w 8"/>
                  <a:gd name="T3" fmla="*/ 50 h 6"/>
                  <a:gd name="T4" fmla="*/ 83 w 8"/>
                  <a:gd name="T5" fmla="*/ 33 h 6"/>
                  <a:gd name="T6" fmla="*/ 125 w 8"/>
                  <a:gd name="T7" fmla="*/ 0 h 6"/>
                  <a:gd name="T8" fmla="*/ 50 w 8"/>
                  <a:gd name="T9" fmla="*/ 5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5"/>
                    </a:moveTo>
                    <a:cubicBezTo>
                      <a:pt x="2" y="6"/>
                      <a:pt x="5" y="5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6" y="1"/>
                      <a:pt x="8" y="0"/>
                      <a:pt x="8" y="0"/>
                    </a:cubicBezTo>
                    <a:cubicBezTo>
                      <a:pt x="6" y="1"/>
                      <a:pt x="5" y="3"/>
                      <a:pt x="3" y="3"/>
                    </a:cubicBezTo>
                  </a:path>
                </a:pathLst>
              </a:custGeom>
              <a:solidFill>
                <a:srgbClr val="D28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4" name="Freeform 1358">
                <a:extLst>
                  <a:ext uri="{FF2B5EF4-FFF2-40B4-BE49-F238E27FC236}">
                    <a16:creationId xmlns:a16="http://schemas.microsoft.com/office/drawing/2014/main" id="{917C1F2E-85B0-44DD-ADF6-99663BD89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569"/>
                <a:ext cx="18" cy="7"/>
              </a:xfrm>
              <a:custGeom>
                <a:avLst/>
                <a:gdLst>
                  <a:gd name="T0" fmla="*/ 33 w 7"/>
                  <a:gd name="T1" fmla="*/ 37 h 3"/>
                  <a:gd name="T2" fmla="*/ 0 w 7"/>
                  <a:gd name="T3" fmla="*/ 12 h 3"/>
                  <a:gd name="T4" fmla="*/ 118 w 7"/>
                  <a:gd name="T5" fmla="*/ 0 h 3"/>
                  <a:gd name="T6" fmla="*/ 67 w 7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3" y="2"/>
                      <a:pt x="5" y="3"/>
                      <a:pt x="7" y="0"/>
                    </a:cubicBezTo>
                    <a:cubicBezTo>
                      <a:pt x="6" y="1"/>
                      <a:pt x="5" y="2"/>
                      <a:pt x="4" y="2"/>
                    </a:cubicBezTo>
                  </a:path>
                </a:pathLst>
              </a:custGeom>
              <a:solidFill>
                <a:srgbClr val="D28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5" name="Freeform 1359">
                <a:extLst>
                  <a:ext uri="{FF2B5EF4-FFF2-40B4-BE49-F238E27FC236}">
                    <a16:creationId xmlns:a16="http://schemas.microsoft.com/office/drawing/2014/main" id="{FBC324E9-F1BC-4C1F-B235-251D28153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539"/>
                <a:ext cx="13" cy="12"/>
              </a:xfrm>
              <a:custGeom>
                <a:avLst/>
                <a:gdLst>
                  <a:gd name="T0" fmla="*/ 21 w 5"/>
                  <a:gd name="T1" fmla="*/ 58 h 5"/>
                  <a:gd name="T2" fmla="*/ 88 w 5"/>
                  <a:gd name="T3" fmla="*/ 70 h 5"/>
                  <a:gd name="T4" fmla="*/ 88 w 5"/>
                  <a:gd name="T5" fmla="*/ 0 h 5"/>
                  <a:gd name="T6" fmla="*/ 0 w 5"/>
                  <a:gd name="T7" fmla="*/ 29 h 5"/>
                  <a:gd name="T8" fmla="*/ 0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2" y="4"/>
                      <a:pt x="4" y="5"/>
                      <a:pt x="5" y="5"/>
                    </a:cubicBezTo>
                    <a:cubicBezTo>
                      <a:pt x="4" y="3"/>
                      <a:pt x="4" y="2"/>
                      <a:pt x="5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D28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6" name="Freeform 1360">
                <a:extLst>
                  <a:ext uri="{FF2B5EF4-FFF2-40B4-BE49-F238E27FC236}">
                    <a16:creationId xmlns:a16="http://schemas.microsoft.com/office/drawing/2014/main" id="{2A45F801-7322-41BE-8E94-1D9C25534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559"/>
                <a:ext cx="5" cy="7"/>
              </a:xfrm>
              <a:custGeom>
                <a:avLst/>
                <a:gdLst>
                  <a:gd name="T0" fmla="*/ 20 w 2"/>
                  <a:gd name="T1" fmla="*/ 28 h 3"/>
                  <a:gd name="T2" fmla="*/ 33 w 2"/>
                  <a:gd name="T3" fmla="*/ 37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3"/>
                      <a:pt x="2" y="3"/>
                    </a:cubicBezTo>
                    <a:cubicBezTo>
                      <a:pt x="1" y="2"/>
                      <a:pt x="0" y="2"/>
                      <a:pt x="0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7" name="Freeform 1361">
                <a:extLst>
                  <a:ext uri="{FF2B5EF4-FFF2-40B4-BE49-F238E27FC236}">
                    <a16:creationId xmlns:a16="http://schemas.microsoft.com/office/drawing/2014/main" id="{DA2C16A0-177E-4D66-AB3F-717A9C2A0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586"/>
                <a:ext cx="10" cy="18"/>
              </a:xfrm>
              <a:custGeom>
                <a:avLst/>
                <a:gdLst>
                  <a:gd name="T0" fmla="*/ 33 w 4"/>
                  <a:gd name="T1" fmla="*/ 54 h 7"/>
                  <a:gd name="T2" fmla="*/ 50 w 4"/>
                  <a:gd name="T3" fmla="*/ 54 h 7"/>
                  <a:gd name="T4" fmla="*/ 0 w 4"/>
                  <a:gd name="T5" fmla="*/ 85 h 7"/>
                  <a:gd name="T6" fmla="*/ 63 w 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2" y="3"/>
                    </a:moveTo>
                    <a:cubicBezTo>
                      <a:pt x="2" y="3"/>
                      <a:pt x="3" y="3"/>
                      <a:pt x="3" y="3"/>
                    </a:cubicBezTo>
                    <a:cubicBezTo>
                      <a:pt x="3" y="4"/>
                      <a:pt x="1" y="7"/>
                      <a:pt x="0" y="5"/>
                    </a:cubicBezTo>
                    <a:cubicBezTo>
                      <a:pt x="1" y="4"/>
                      <a:pt x="4" y="0"/>
                      <a:pt x="4" y="0"/>
                    </a:cubicBezTo>
                  </a:path>
                </a:pathLst>
              </a:custGeom>
              <a:solidFill>
                <a:srgbClr val="D28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8" name="Freeform 1362">
                <a:extLst>
                  <a:ext uri="{FF2B5EF4-FFF2-40B4-BE49-F238E27FC236}">
                    <a16:creationId xmlns:a16="http://schemas.microsoft.com/office/drawing/2014/main" id="{02DCA882-B773-44E5-8B45-259B70D60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57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33 w 4"/>
                  <a:gd name="T3" fmla="*/ 50 h 4"/>
                  <a:gd name="T4" fmla="*/ 63 w 4"/>
                  <a:gd name="T5" fmla="*/ 63 h 4"/>
                  <a:gd name="T6" fmla="*/ 50 w 4"/>
                  <a:gd name="T7" fmla="*/ 0 h 4"/>
                  <a:gd name="T8" fmla="*/ 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4" y="3"/>
                      <a:pt x="2" y="2"/>
                      <a:pt x="3" y="0"/>
                    </a:cubicBezTo>
                    <a:cubicBezTo>
                      <a:pt x="3" y="1"/>
                      <a:pt x="2" y="2"/>
                      <a:pt x="0" y="2"/>
                    </a:cubicBezTo>
                  </a:path>
                </a:pathLst>
              </a:custGeom>
              <a:solidFill>
                <a:srgbClr val="D28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9" name="Freeform 1363">
                <a:extLst>
                  <a:ext uri="{FF2B5EF4-FFF2-40B4-BE49-F238E27FC236}">
                    <a16:creationId xmlns:a16="http://schemas.microsoft.com/office/drawing/2014/main" id="{AFD19A1F-05DB-458A-9C84-6BFA2B4DA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621"/>
                <a:ext cx="25" cy="13"/>
              </a:xfrm>
              <a:custGeom>
                <a:avLst/>
                <a:gdLst>
                  <a:gd name="T0" fmla="*/ 113 w 10"/>
                  <a:gd name="T1" fmla="*/ 68 h 5"/>
                  <a:gd name="T2" fmla="*/ 95 w 10"/>
                  <a:gd name="T3" fmla="*/ 88 h 5"/>
                  <a:gd name="T4" fmla="*/ 158 w 10"/>
                  <a:gd name="T5" fmla="*/ 88 h 5"/>
                  <a:gd name="T6" fmla="*/ 158 w 10"/>
                  <a:gd name="T7" fmla="*/ 0 h 5"/>
                  <a:gd name="T8" fmla="*/ 95 w 10"/>
                  <a:gd name="T9" fmla="*/ 68 h 5"/>
                  <a:gd name="T10" fmla="*/ 0 w 10"/>
                  <a:gd name="T11" fmla="*/ 34 h 5"/>
                  <a:gd name="T12" fmla="*/ 0 w 10"/>
                  <a:gd name="T13" fmla="*/ 55 h 5"/>
                  <a:gd name="T14" fmla="*/ 33 w 10"/>
                  <a:gd name="T15" fmla="*/ 68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5">
                    <a:moveTo>
                      <a:pt x="7" y="4"/>
                    </a:moveTo>
                    <a:cubicBezTo>
                      <a:pt x="7" y="4"/>
                      <a:pt x="6" y="4"/>
                      <a:pt x="6" y="5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9" y="3"/>
                      <a:pt x="8" y="2"/>
                      <a:pt x="10" y="0"/>
                    </a:cubicBezTo>
                    <a:cubicBezTo>
                      <a:pt x="9" y="2"/>
                      <a:pt x="8" y="3"/>
                      <a:pt x="6" y="4"/>
                    </a:cubicBezTo>
                    <a:cubicBezTo>
                      <a:pt x="4" y="4"/>
                      <a:pt x="2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2" y="3"/>
                      <a:pt x="2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0" name="Freeform 1364">
                <a:extLst>
                  <a:ext uri="{FF2B5EF4-FFF2-40B4-BE49-F238E27FC236}">
                    <a16:creationId xmlns:a16="http://schemas.microsoft.com/office/drawing/2014/main" id="{E150234E-9CF3-4A08-A352-97E042E2E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636"/>
                <a:ext cx="17" cy="15"/>
              </a:xfrm>
              <a:custGeom>
                <a:avLst/>
                <a:gdLst>
                  <a:gd name="T0" fmla="*/ 58 w 7"/>
                  <a:gd name="T1" fmla="*/ 83 h 6"/>
                  <a:gd name="T2" fmla="*/ 58 w 7"/>
                  <a:gd name="T3" fmla="*/ 83 h 6"/>
                  <a:gd name="T4" fmla="*/ 100 w 7"/>
                  <a:gd name="T5" fmla="*/ 63 h 6"/>
                  <a:gd name="T6" fmla="*/ 87 w 7"/>
                  <a:gd name="T7" fmla="*/ 0 h 6"/>
                  <a:gd name="T8" fmla="*/ 0 w 7"/>
                  <a:gd name="T9" fmla="*/ 95 h 6"/>
                  <a:gd name="T10" fmla="*/ 12 w 7"/>
                  <a:gd name="T11" fmla="*/ 9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4" y="5"/>
                    </a:moveTo>
                    <a:cubicBezTo>
                      <a:pt x="4" y="5"/>
                      <a:pt x="3" y="5"/>
                      <a:pt x="4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3"/>
                      <a:pt x="4" y="1"/>
                      <a:pt x="6" y="0"/>
                    </a:cubicBezTo>
                    <a:cubicBezTo>
                      <a:pt x="6" y="3"/>
                      <a:pt x="2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1" name="Freeform 1365">
                <a:extLst>
                  <a:ext uri="{FF2B5EF4-FFF2-40B4-BE49-F238E27FC236}">
                    <a16:creationId xmlns:a16="http://schemas.microsoft.com/office/drawing/2014/main" id="{9485348C-8E4E-41DA-83E2-2A08D47A1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671"/>
                <a:ext cx="3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2" name="Freeform 1366">
                <a:extLst>
                  <a:ext uri="{FF2B5EF4-FFF2-40B4-BE49-F238E27FC236}">
                    <a16:creationId xmlns:a16="http://schemas.microsoft.com/office/drawing/2014/main" id="{26F52B26-6533-45F8-B04F-204B86C1C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679"/>
                <a:ext cx="13" cy="12"/>
              </a:xfrm>
              <a:custGeom>
                <a:avLst/>
                <a:gdLst>
                  <a:gd name="T0" fmla="*/ 0 w 5"/>
                  <a:gd name="T1" fmla="*/ 70 h 5"/>
                  <a:gd name="T2" fmla="*/ 68 w 5"/>
                  <a:gd name="T3" fmla="*/ 58 h 5"/>
                  <a:gd name="T4" fmla="*/ 88 w 5"/>
                  <a:gd name="T5" fmla="*/ 0 h 5"/>
                  <a:gd name="T6" fmla="*/ 0 w 5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4"/>
                      <a:pt x="3" y="5"/>
                      <a:pt x="4" y="4"/>
                    </a:cubicBezTo>
                    <a:cubicBezTo>
                      <a:pt x="4" y="3"/>
                      <a:pt x="3" y="1"/>
                      <a:pt x="5" y="0"/>
                    </a:cubicBezTo>
                    <a:cubicBezTo>
                      <a:pt x="3" y="2"/>
                      <a:pt x="2" y="4"/>
                      <a:pt x="0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3" name="Freeform 1367">
                <a:extLst>
                  <a:ext uri="{FF2B5EF4-FFF2-40B4-BE49-F238E27FC236}">
                    <a16:creationId xmlns:a16="http://schemas.microsoft.com/office/drawing/2014/main" id="{826FF6A3-98FF-47E1-8B6E-D72B8C6E0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646"/>
                <a:ext cx="23" cy="13"/>
              </a:xfrm>
              <a:custGeom>
                <a:avLst/>
                <a:gdLst>
                  <a:gd name="T0" fmla="*/ 84 w 9"/>
                  <a:gd name="T1" fmla="*/ 55 h 5"/>
                  <a:gd name="T2" fmla="*/ 84 w 9"/>
                  <a:gd name="T3" fmla="*/ 55 h 5"/>
                  <a:gd name="T4" fmla="*/ 151 w 9"/>
                  <a:gd name="T5" fmla="*/ 55 h 5"/>
                  <a:gd name="T6" fmla="*/ 151 w 9"/>
                  <a:gd name="T7" fmla="*/ 0 h 5"/>
                  <a:gd name="T8" fmla="*/ 0 w 9"/>
                  <a:gd name="T9" fmla="*/ 21 h 5"/>
                  <a:gd name="T10" fmla="*/ 33 w 9"/>
                  <a:gd name="T11" fmla="*/ 68 h 5"/>
                  <a:gd name="T12" fmla="*/ 66 w 9"/>
                  <a:gd name="T13" fmla="*/ 34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5" y="3"/>
                    </a:moveTo>
                    <a:cubicBezTo>
                      <a:pt x="5" y="3"/>
                      <a:pt x="4" y="2"/>
                      <a:pt x="5" y="3"/>
                    </a:cubicBezTo>
                    <a:cubicBezTo>
                      <a:pt x="6" y="4"/>
                      <a:pt x="8" y="5"/>
                      <a:pt x="9" y="3"/>
                    </a:cubicBezTo>
                    <a:cubicBezTo>
                      <a:pt x="9" y="3"/>
                      <a:pt x="8" y="1"/>
                      <a:pt x="9" y="0"/>
                    </a:cubicBezTo>
                    <a:cubicBezTo>
                      <a:pt x="7" y="1"/>
                      <a:pt x="2" y="3"/>
                      <a:pt x="0" y="1"/>
                    </a:cubicBezTo>
                    <a:cubicBezTo>
                      <a:pt x="0" y="3"/>
                      <a:pt x="2" y="3"/>
                      <a:pt x="2" y="4"/>
                    </a:cubicBezTo>
                    <a:cubicBezTo>
                      <a:pt x="3" y="3"/>
                      <a:pt x="4" y="2"/>
                      <a:pt x="4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4" name="Freeform 1368">
                <a:extLst>
                  <a:ext uri="{FF2B5EF4-FFF2-40B4-BE49-F238E27FC236}">
                    <a16:creationId xmlns:a16="http://schemas.microsoft.com/office/drawing/2014/main" id="{AAECA0C5-2822-43CF-9A41-65D0031A9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594"/>
                <a:ext cx="25" cy="17"/>
              </a:xfrm>
              <a:custGeom>
                <a:avLst/>
                <a:gdLst>
                  <a:gd name="T0" fmla="*/ 83 w 10"/>
                  <a:gd name="T1" fmla="*/ 41 h 7"/>
                  <a:gd name="T2" fmla="*/ 158 w 10"/>
                  <a:gd name="T3" fmla="*/ 12 h 7"/>
                  <a:gd name="T4" fmla="*/ 95 w 10"/>
                  <a:gd name="T5" fmla="*/ 12 h 7"/>
                  <a:gd name="T6" fmla="*/ 63 w 10"/>
                  <a:gd name="T7" fmla="*/ 58 h 7"/>
                  <a:gd name="T8" fmla="*/ 0 w 10"/>
                  <a:gd name="T9" fmla="*/ 70 h 7"/>
                  <a:gd name="T10" fmla="*/ 50 w 10"/>
                  <a:gd name="T11" fmla="*/ 100 h 7"/>
                  <a:gd name="T12" fmla="*/ 33 w 10"/>
                  <a:gd name="T13" fmla="*/ 8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5" y="3"/>
                    </a:moveTo>
                    <a:cubicBezTo>
                      <a:pt x="6" y="4"/>
                      <a:pt x="9" y="2"/>
                      <a:pt x="10" y="1"/>
                    </a:cubicBezTo>
                    <a:cubicBezTo>
                      <a:pt x="9" y="1"/>
                      <a:pt x="7" y="0"/>
                      <a:pt x="6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4"/>
                      <a:pt x="0" y="5"/>
                    </a:cubicBezTo>
                    <a:cubicBezTo>
                      <a:pt x="0" y="7"/>
                      <a:pt x="2" y="7"/>
                      <a:pt x="3" y="7"/>
                    </a:cubicBezTo>
                    <a:cubicBezTo>
                      <a:pt x="3" y="7"/>
                      <a:pt x="3" y="6"/>
                      <a:pt x="2" y="6"/>
                    </a:cubicBezTo>
                  </a:path>
                </a:pathLst>
              </a:custGeom>
              <a:solidFill>
                <a:srgbClr val="D28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5" name="Freeform 1369">
                <a:extLst>
                  <a:ext uri="{FF2B5EF4-FFF2-40B4-BE49-F238E27FC236}">
                    <a16:creationId xmlns:a16="http://schemas.microsoft.com/office/drawing/2014/main" id="{9A433A94-9A62-4BF8-8401-016E9142A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559"/>
                <a:ext cx="18" cy="12"/>
              </a:xfrm>
              <a:custGeom>
                <a:avLst/>
                <a:gdLst>
                  <a:gd name="T0" fmla="*/ 67 w 7"/>
                  <a:gd name="T1" fmla="*/ 58 h 5"/>
                  <a:gd name="T2" fmla="*/ 67 w 7"/>
                  <a:gd name="T3" fmla="*/ 70 h 5"/>
                  <a:gd name="T4" fmla="*/ 100 w 7"/>
                  <a:gd name="T5" fmla="*/ 0 h 5"/>
                  <a:gd name="T6" fmla="*/ 33 w 7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4" y="4"/>
                    </a:moveTo>
                    <a:cubicBezTo>
                      <a:pt x="4" y="4"/>
                      <a:pt x="3" y="5"/>
                      <a:pt x="4" y="5"/>
                    </a:cubicBezTo>
                    <a:cubicBezTo>
                      <a:pt x="0" y="2"/>
                      <a:pt x="6" y="2"/>
                      <a:pt x="6" y="0"/>
                    </a:cubicBezTo>
                    <a:cubicBezTo>
                      <a:pt x="7" y="5"/>
                      <a:pt x="3" y="2"/>
                      <a:pt x="2" y="4"/>
                    </a:cubicBezTo>
                  </a:path>
                </a:pathLst>
              </a:custGeom>
              <a:solidFill>
                <a:srgbClr val="D28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6" name="Freeform 1370">
                <a:extLst>
                  <a:ext uri="{FF2B5EF4-FFF2-40B4-BE49-F238E27FC236}">
                    <a16:creationId xmlns:a16="http://schemas.microsoft.com/office/drawing/2014/main" id="{4BF5B331-9B33-4DA2-B9D5-C48DC1B05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2586"/>
                <a:ext cx="20" cy="15"/>
              </a:xfrm>
              <a:custGeom>
                <a:avLst/>
                <a:gdLst>
                  <a:gd name="T0" fmla="*/ 0 w 8"/>
                  <a:gd name="T1" fmla="*/ 63 h 6"/>
                  <a:gd name="T2" fmla="*/ 50 w 8"/>
                  <a:gd name="T3" fmla="*/ 95 h 6"/>
                  <a:gd name="T4" fmla="*/ 125 w 8"/>
                  <a:gd name="T5" fmla="*/ 0 h 6"/>
                  <a:gd name="T6" fmla="*/ 20 w 8"/>
                  <a:gd name="T7" fmla="*/ 5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1" y="5"/>
                      <a:pt x="2" y="5"/>
                      <a:pt x="3" y="6"/>
                    </a:cubicBezTo>
                    <a:cubicBezTo>
                      <a:pt x="2" y="2"/>
                      <a:pt x="6" y="1"/>
                      <a:pt x="8" y="0"/>
                    </a:cubicBezTo>
                    <a:cubicBezTo>
                      <a:pt x="6" y="0"/>
                      <a:pt x="3" y="3"/>
                      <a:pt x="1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7" name="Freeform 1371">
                <a:extLst>
                  <a:ext uri="{FF2B5EF4-FFF2-40B4-BE49-F238E27FC236}">
                    <a16:creationId xmlns:a16="http://schemas.microsoft.com/office/drawing/2014/main" id="{F9015732-E1EC-48E0-B32A-23F2D50C1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609"/>
                <a:ext cx="10" cy="7"/>
              </a:xfrm>
              <a:custGeom>
                <a:avLst/>
                <a:gdLst>
                  <a:gd name="T0" fmla="*/ 20 w 4"/>
                  <a:gd name="T1" fmla="*/ 12 h 3"/>
                  <a:gd name="T2" fmla="*/ 50 w 4"/>
                  <a:gd name="T3" fmla="*/ 37 h 3"/>
                  <a:gd name="T4" fmla="*/ 63 w 4"/>
                  <a:gd name="T5" fmla="*/ 0 h 3"/>
                  <a:gd name="T6" fmla="*/ 0 w 4"/>
                  <a:gd name="T7" fmla="*/ 1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3" y="0"/>
                      <a:pt x="2" y="1"/>
                      <a:pt x="0" y="1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8" name="Freeform 1372">
                <a:extLst>
                  <a:ext uri="{FF2B5EF4-FFF2-40B4-BE49-F238E27FC236}">
                    <a16:creationId xmlns:a16="http://schemas.microsoft.com/office/drawing/2014/main" id="{8FB7E16F-68F2-41A5-862C-03858DE2E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584"/>
                <a:ext cx="43" cy="62"/>
              </a:xfrm>
              <a:custGeom>
                <a:avLst/>
                <a:gdLst>
                  <a:gd name="T0" fmla="*/ 159 w 17"/>
                  <a:gd name="T1" fmla="*/ 228 h 25"/>
                  <a:gd name="T2" fmla="*/ 276 w 17"/>
                  <a:gd name="T3" fmla="*/ 154 h 25"/>
                  <a:gd name="T4" fmla="*/ 192 w 17"/>
                  <a:gd name="T5" fmla="*/ 154 h 25"/>
                  <a:gd name="T6" fmla="*/ 192 w 17"/>
                  <a:gd name="T7" fmla="*/ 74 h 25"/>
                  <a:gd name="T8" fmla="*/ 210 w 17"/>
                  <a:gd name="T9" fmla="*/ 30 h 25"/>
                  <a:gd name="T10" fmla="*/ 192 w 17"/>
                  <a:gd name="T11" fmla="*/ 74 h 25"/>
                  <a:gd name="T12" fmla="*/ 159 w 17"/>
                  <a:gd name="T13" fmla="*/ 124 h 25"/>
                  <a:gd name="T14" fmla="*/ 129 w 17"/>
                  <a:gd name="T15" fmla="*/ 154 h 25"/>
                  <a:gd name="T16" fmla="*/ 180 w 17"/>
                  <a:gd name="T17" fmla="*/ 184 h 25"/>
                  <a:gd name="T18" fmla="*/ 147 w 17"/>
                  <a:gd name="T19" fmla="*/ 246 h 25"/>
                  <a:gd name="T20" fmla="*/ 116 w 17"/>
                  <a:gd name="T21" fmla="*/ 290 h 25"/>
                  <a:gd name="T22" fmla="*/ 63 w 17"/>
                  <a:gd name="T23" fmla="*/ 308 h 25"/>
                  <a:gd name="T24" fmla="*/ 33 w 17"/>
                  <a:gd name="T25" fmla="*/ 382 h 25"/>
                  <a:gd name="T26" fmla="*/ 116 w 17"/>
                  <a:gd name="T27" fmla="*/ 30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25">
                    <a:moveTo>
                      <a:pt x="10" y="15"/>
                    </a:moveTo>
                    <a:cubicBezTo>
                      <a:pt x="12" y="14"/>
                      <a:pt x="17" y="11"/>
                      <a:pt x="17" y="10"/>
                    </a:cubicBezTo>
                    <a:cubicBezTo>
                      <a:pt x="15" y="8"/>
                      <a:pt x="14" y="10"/>
                      <a:pt x="12" y="10"/>
                    </a:cubicBezTo>
                    <a:cubicBezTo>
                      <a:pt x="10" y="9"/>
                      <a:pt x="11" y="7"/>
                      <a:pt x="12" y="5"/>
                    </a:cubicBezTo>
                    <a:cubicBezTo>
                      <a:pt x="12" y="4"/>
                      <a:pt x="15" y="3"/>
                      <a:pt x="13" y="2"/>
                    </a:cubicBezTo>
                    <a:cubicBezTo>
                      <a:pt x="11" y="0"/>
                      <a:pt x="11" y="4"/>
                      <a:pt x="12" y="5"/>
                    </a:cubicBezTo>
                    <a:cubicBezTo>
                      <a:pt x="10" y="5"/>
                      <a:pt x="10" y="6"/>
                      <a:pt x="10" y="8"/>
                    </a:cubicBezTo>
                    <a:cubicBezTo>
                      <a:pt x="9" y="8"/>
                      <a:pt x="8" y="11"/>
                      <a:pt x="8" y="10"/>
                    </a:cubicBezTo>
                    <a:cubicBezTo>
                      <a:pt x="9" y="12"/>
                      <a:pt x="11" y="10"/>
                      <a:pt x="11" y="12"/>
                    </a:cubicBezTo>
                    <a:cubicBezTo>
                      <a:pt x="11" y="13"/>
                      <a:pt x="9" y="15"/>
                      <a:pt x="9" y="16"/>
                    </a:cubicBezTo>
                    <a:cubicBezTo>
                      <a:pt x="8" y="17"/>
                      <a:pt x="8" y="19"/>
                      <a:pt x="7" y="19"/>
                    </a:cubicBezTo>
                    <a:cubicBezTo>
                      <a:pt x="7" y="20"/>
                      <a:pt x="5" y="20"/>
                      <a:pt x="4" y="20"/>
                    </a:cubicBezTo>
                    <a:cubicBezTo>
                      <a:pt x="0" y="21"/>
                      <a:pt x="0" y="22"/>
                      <a:pt x="2" y="25"/>
                    </a:cubicBezTo>
                    <a:cubicBezTo>
                      <a:pt x="3" y="23"/>
                      <a:pt x="5" y="22"/>
                      <a:pt x="7" y="20"/>
                    </a:cubicBezTo>
                  </a:path>
                </a:pathLst>
              </a:custGeom>
              <a:solidFill>
                <a:srgbClr val="DFAB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9" name="Freeform 1373">
                <a:extLst>
                  <a:ext uri="{FF2B5EF4-FFF2-40B4-BE49-F238E27FC236}">
                    <a16:creationId xmlns:a16="http://schemas.microsoft.com/office/drawing/2014/main" id="{9015980D-6272-4E00-8DBC-8D5625DED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2604"/>
                <a:ext cx="40" cy="27"/>
              </a:xfrm>
              <a:custGeom>
                <a:avLst/>
                <a:gdLst>
                  <a:gd name="T0" fmla="*/ 250 w 16"/>
                  <a:gd name="T1" fmla="*/ 162 h 11"/>
                  <a:gd name="T2" fmla="*/ 188 w 16"/>
                  <a:gd name="T3" fmla="*/ 103 h 11"/>
                  <a:gd name="T4" fmla="*/ 250 w 16"/>
                  <a:gd name="T5" fmla="*/ 61 h 11"/>
                  <a:gd name="T6" fmla="*/ 145 w 16"/>
                  <a:gd name="T7" fmla="*/ 42 h 11"/>
                  <a:gd name="T8" fmla="*/ 145 w 16"/>
                  <a:gd name="T9" fmla="*/ 150 h 11"/>
                  <a:gd name="T10" fmla="*/ 95 w 16"/>
                  <a:gd name="T11" fmla="*/ 91 h 11"/>
                  <a:gd name="T12" fmla="*/ 33 w 16"/>
                  <a:gd name="T13" fmla="*/ 91 h 11"/>
                  <a:gd name="T14" fmla="*/ 145 w 16"/>
                  <a:gd name="T15" fmla="*/ 61 h 11"/>
                  <a:gd name="T16" fmla="*/ 220 w 16"/>
                  <a:gd name="T17" fmla="*/ 0 h 11"/>
                  <a:gd name="T18" fmla="*/ 220 w 16"/>
                  <a:gd name="T19" fmla="*/ 61 h 11"/>
                  <a:gd name="T20" fmla="*/ 208 w 16"/>
                  <a:gd name="T21" fmla="*/ 61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11">
                    <a:moveTo>
                      <a:pt x="16" y="11"/>
                    </a:moveTo>
                    <a:cubicBezTo>
                      <a:pt x="15" y="10"/>
                      <a:pt x="12" y="8"/>
                      <a:pt x="12" y="7"/>
                    </a:cubicBezTo>
                    <a:cubicBezTo>
                      <a:pt x="12" y="6"/>
                      <a:pt x="15" y="5"/>
                      <a:pt x="16" y="4"/>
                    </a:cubicBezTo>
                    <a:cubicBezTo>
                      <a:pt x="15" y="4"/>
                      <a:pt x="10" y="3"/>
                      <a:pt x="9" y="3"/>
                    </a:cubicBezTo>
                    <a:cubicBezTo>
                      <a:pt x="6" y="5"/>
                      <a:pt x="10" y="9"/>
                      <a:pt x="9" y="10"/>
                    </a:cubicBezTo>
                    <a:cubicBezTo>
                      <a:pt x="8" y="9"/>
                      <a:pt x="7" y="6"/>
                      <a:pt x="6" y="6"/>
                    </a:cubicBezTo>
                    <a:cubicBezTo>
                      <a:pt x="5" y="6"/>
                      <a:pt x="0" y="9"/>
                      <a:pt x="2" y="6"/>
                    </a:cubicBezTo>
                    <a:cubicBezTo>
                      <a:pt x="3" y="5"/>
                      <a:pt x="8" y="4"/>
                      <a:pt x="9" y="4"/>
                    </a:cubicBezTo>
                    <a:cubicBezTo>
                      <a:pt x="11" y="3"/>
                      <a:pt x="12" y="1"/>
                      <a:pt x="14" y="0"/>
                    </a:cubicBezTo>
                    <a:cubicBezTo>
                      <a:pt x="14" y="1"/>
                      <a:pt x="14" y="3"/>
                      <a:pt x="14" y="4"/>
                    </a:cubicBezTo>
                    <a:cubicBezTo>
                      <a:pt x="14" y="4"/>
                      <a:pt x="14" y="4"/>
                      <a:pt x="13" y="4"/>
                    </a:cubicBezTo>
                  </a:path>
                </a:pathLst>
              </a:custGeom>
              <a:solidFill>
                <a:srgbClr val="DFAB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0" name="Freeform 1374">
                <a:extLst>
                  <a:ext uri="{FF2B5EF4-FFF2-40B4-BE49-F238E27FC236}">
                    <a16:creationId xmlns:a16="http://schemas.microsoft.com/office/drawing/2014/main" id="{A16F55AE-8C4F-4CEB-BBFA-51AE2D370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639"/>
                <a:ext cx="55" cy="32"/>
              </a:xfrm>
              <a:custGeom>
                <a:avLst/>
                <a:gdLst>
                  <a:gd name="T0" fmla="*/ 95 w 22"/>
                  <a:gd name="T1" fmla="*/ 153 h 13"/>
                  <a:gd name="T2" fmla="*/ 208 w 22"/>
                  <a:gd name="T3" fmla="*/ 103 h 13"/>
                  <a:gd name="T4" fmla="*/ 250 w 22"/>
                  <a:gd name="T5" fmla="*/ 162 h 13"/>
                  <a:gd name="T6" fmla="*/ 300 w 22"/>
                  <a:gd name="T7" fmla="*/ 182 h 13"/>
                  <a:gd name="T8" fmla="*/ 238 w 22"/>
                  <a:gd name="T9" fmla="*/ 103 h 13"/>
                  <a:gd name="T10" fmla="*/ 300 w 22"/>
                  <a:gd name="T11" fmla="*/ 30 h 13"/>
                  <a:gd name="T12" fmla="*/ 175 w 22"/>
                  <a:gd name="T13" fmla="*/ 74 h 13"/>
                  <a:gd name="T14" fmla="*/ 175 w 22"/>
                  <a:gd name="T15" fmla="*/ 0 h 13"/>
                  <a:gd name="T16" fmla="*/ 113 w 22"/>
                  <a:gd name="T17" fmla="*/ 74 h 13"/>
                  <a:gd name="T18" fmla="*/ 83 w 22"/>
                  <a:gd name="T19" fmla="*/ 42 h 13"/>
                  <a:gd name="T20" fmla="*/ 125 w 22"/>
                  <a:gd name="T21" fmla="*/ 91 h 13"/>
                  <a:gd name="T22" fmla="*/ 63 w 22"/>
                  <a:gd name="T23" fmla="*/ 133 h 13"/>
                  <a:gd name="T24" fmla="*/ 0 w 22"/>
                  <a:gd name="T25" fmla="*/ 133 h 13"/>
                  <a:gd name="T26" fmla="*/ 33 w 22"/>
                  <a:gd name="T27" fmla="*/ 182 h 13"/>
                  <a:gd name="T28" fmla="*/ 63 w 22"/>
                  <a:gd name="T29" fmla="*/ 153 h 13"/>
                  <a:gd name="T30" fmla="*/ 83 w 22"/>
                  <a:gd name="T31" fmla="*/ 153 h 1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" h="13">
                    <a:moveTo>
                      <a:pt x="6" y="10"/>
                    </a:moveTo>
                    <a:cubicBezTo>
                      <a:pt x="9" y="13"/>
                      <a:pt x="11" y="4"/>
                      <a:pt x="13" y="7"/>
                    </a:cubicBezTo>
                    <a:cubicBezTo>
                      <a:pt x="15" y="7"/>
                      <a:pt x="14" y="10"/>
                      <a:pt x="16" y="11"/>
                    </a:cubicBezTo>
                    <a:cubicBezTo>
                      <a:pt x="17" y="12"/>
                      <a:pt x="18" y="11"/>
                      <a:pt x="19" y="12"/>
                    </a:cubicBezTo>
                    <a:cubicBezTo>
                      <a:pt x="22" y="10"/>
                      <a:pt x="16" y="8"/>
                      <a:pt x="15" y="7"/>
                    </a:cubicBezTo>
                    <a:cubicBezTo>
                      <a:pt x="13" y="3"/>
                      <a:pt x="17" y="3"/>
                      <a:pt x="19" y="2"/>
                    </a:cubicBezTo>
                    <a:cubicBezTo>
                      <a:pt x="16" y="1"/>
                      <a:pt x="14" y="5"/>
                      <a:pt x="11" y="5"/>
                    </a:cubicBezTo>
                    <a:cubicBezTo>
                      <a:pt x="8" y="6"/>
                      <a:pt x="13" y="2"/>
                      <a:pt x="11" y="0"/>
                    </a:cubicBezTo>
                    <a:cubicBezTo>
                      <a:pt x="15" y="2"/>
                      <a:pt x="8" y="4"/>
                      <a:pt x="7" y="5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3"/>
                      <a:pt x="7" y="5"/>
                      <a:pt x="8" y="6"/>
                    </a:cubicBezTo>
                    <a:cubicBezTo>
                      <a:pt x="6" y="7"/>
                      <a:pt x="5" y="9"/>
                      <a:pt x="4" y="9"/>
                    </a:cubicBezTo>
                    <a:cubicBezTo>
                      <a:pt x="3" y="10"/>
                      <a:pt x="1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4" y="10"/>
                      <a:pt x="4" y="10"/>
                      <a:pt x="5" y="10"/>
                    </a:cubicBezTo>
                  </a:path>
                </a:pathLst>
              </a:custGeom>
              <a:solidFill>
                <a:srgbClr val="DFAB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1" name="Freeform 1375">
                <a:extLst>
                  <a:ext uri="{FF2B5EF4-FFF2-40B4-BE49-F238E27FC236}">
                    <a16:creationId xmlns:a16="http://schemas.microsoft.com/office/drawing/2014/main" id="{B7119301-798E-43EA-887C-02A59516E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671"/>
                <a:ext cx="23" cy="18"/>
              </a:xfrm>
              <a:custGeom>
                <a:avLst/>
                <a:gdLst>
                  <a:gd name="T0" fmla="*/ 33 w 9"/>
                  <a:gd name="T1" fmla="*/ 118 h 7"/>
                  <a:gd name="T2" fmla="*/ 84 w 9"/>
                  <a:gd name="T3" fmla="*/ 33 h 7"/>
                  <a:gd name="T4" fmla="*/ 130 w 9"/>
                  <a:gd name="T5" fmla="*/ 33 h 7"/>
                  <a:gd name="T6" fmla="*/ 118 w 9"/>
                  <a:gd name="T7" fmla="*/ 0 h 7"/>
                  <a:gd name="T8" fmla="*/ 51 w 9"/>
                  <a:gd name="T9" fmla="*/ 67 h 7"/>
                  <a:gd name="T10" fmla="*/ 0 w 9"/>
                  <a:gd name="T11" fmla="*/ 0 h 7"/>
                  <a:gd name="T12" fmla="*/ 20 w 9"/>
                  <a:gd name="T13" fmla="*/ 85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2" y="7"/>
                    </a:moveTo>
                    <a:cubicBezTo>
                      <a:pt x="2" y="5"/>
                      <a:pt x="3" y="3"/>
                      <a:pt x="5" y="2"/>
                    </a:cubicBezTo>
                    <a:cubicBezTo>
                      <a:pt x="6" y="2"/>
                      <a:pt x="7" y="3"/>
                      <a:pt x="8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5" y="0"/>
                      <a:pt x="5" y="3"/>
                      <a:pt x="3" y="4"/>
                    </a:cubicBezTo>
                    <a:cubicBezTo>
                      <a:pt x="1" y="4"/>
                      <a:pt x="1" y="1"/>
                      <a:pt x="0" y="0"/>
                    </a:cubicBezTo>
                    <a:cubicBezTo>
                      <a:pt x="0" y="2"/>
                      <a:pt x="2" y="4"/>
                      <a:pt x="1" y="5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2" name="Freeform 1376">
                <a:extLst>
                  <a:ext uri="{FF2B5EF4-FFF2-40B4-BE49-F238E27FC236}">
                    <a16:creationId xmlns:a16="http://schemas.microsoft.com/office/drawing/2014/main" id="{2D85939A-7F27-4D69-8213-82A49ACAF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46"/>
                <a:ext cx="58" cy="35"/>
              </a:xfrm>
              <a:custGeom>
                <a:avLst/>
                <a:gdLst>
                  <a:gd name="T0" fmla="*/ 96 w 23"/>
                  <a:gd name="T1" fmla="*/ 220 h 14"/>
                  <a:gd name="T2" fmla="*/ 126 w 23"/>
                  <a:gd name="T3" fmla="*/ 175 h 14"/>
                  <a:gd name="T4" fmla="*/ 179 w 23"/>
                  <a:gd name="T5" fmla="*/ 145 h 14"/>
                  <a:gd name="T6" fmla="*/ 222 w 23"/>
                  <a:gd name="T7" fmla="*/ 125 h 14"/>
                  <a:gd name="T8" fmla="*/ 272 w 23"/>
                  <a:gd name="T9" fmla="*/ 158 h 14"/>
                  <a:gd name="T10" fmla="*/ 272 w 23"/>
                  <a:gd name="T11" fmla="*/ 113 h 14"/>
                  <a:gd name="T12" fmla="*/ 318 w 23"/>
                  <a:gd name="T13" fmla="*/ 95 h 14"/>
                  <a:gd name="T14" fmla="*/ 368 w 23"/>
                  <a:gd name="T15" fmla="*/ 0 h 14"/>
                  <a:gd name="T16" fmla="*/ 222 w 23"/>
                  <a:gd name="T17" fmla="*/ 83 h 14"/>
                  <a:gd name="T18" fmla="*/ 242 w 23"/>
                  <a:gd name="T19" fmla="*/ 63 h 14"/>
                  <a:gd name="T20" fmla="*/ 159 w 23"/>
                  <a:gd name="T21" fmla="*/ 33 h 14"/>
                  <a:gd name="T22" fmla="*/ 146 w 23"/>
                  <a:gd name="T23" fmla="*/ 125 h 14"/>
                  <a:gd name="T24" fmla="*/ 83 w 23"/>
                  <a:gd name="T25" fmla="*/ 158 h 14"/>
                  <a:gd name="T26" fmla="*/ 63 w 23"/>
                  <a:gd name="T27" fmla="*/ 175 h 14"/>
                  <a:gd name="T28" fmla="*/ 33 w 23"/>
                  <a:gd name="T29" fmla="*/ 158 h 14"/>
                  <a:gd name="T30" fmla="*/ 33 w 23"/>
                  <a:gd name="T31" fmla="*/ 125 h 14"/>
                  <a:gd name="T32" fmla="*/ 96 w 23"/>
                  <a:gd name="T33" fmla="*/ 208 h 14"/>
                  <a:gd name="T34" fmla="*/ 83 w 23"/>
                  <a:gd name="T35" fmla="*/ 208 h 1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" h="14">
                    <a:moveTo>
                      <a:pt x="6" y="14"/>
                    </a:moveTo>
                    <a:cubicBezTo>
                      <a:pt x="7" y="14"/>
                      <a:pt x="7" y="12"/>
                      <a:pt x="8" y="11"/>
                    </a:cubicBezTo>
                    <a:cubicBezTo>
                      <a:pt x="8" y="10"/>
                      <a:pt x="10" y="10"/>
                      <a:pt x="11" y="9"/>
                    </a:cubicBezTo>
                    <a:cubicBezTo>
                      <a:pt x="12" y="9"/>
                      <a:pt x="13" y="8"/>
                      <a:pt x="14" y="8"/>
                    </a:cubicBezTo>
                    <a:cubicBezTo>
                      <a:pt x="16" y="8"/>
                      <a:pt x="16" y="10"/>
                      <a:pt x="17" y="10"/>
                    </a:cubicBezTo>
                    <a:cubicBezTo>
                      <a:pt x="17" y="10"/>
                      <a:pt x="16" y="8"/>
                      <a:pt x="17" y="7"/>
                    </a:cubicBezTo>
                    <a:cubicBezTo>
                      <a:pt x="18" y="6"/>
                      <a:pt x="19" y="7"/>
                      <a:pt x="20" y="6"/>
                    </a:cubicBezTo>
                    <a:cubicBezTo>
                      <a:pt x="21" y="5"/>
                      <a:pt x="21" y="2"/>
                      <a:pt x="23" y="0"/>
                    </a:cubicBezTo>
                    <a:cubicBezTo>
                      <a:pt x="19" y="2"/>
                      <a:pt x="18" y="8"/>
                      <a:pt x="14" y="5"/>
                    </a:cubicBezTo>
                    <a:cubicBezTo>
                      <a:pt x="14" y="5"/>
                      <a:pt x="14" y="4"/>
                      <a:pt x="15" y="4"/>
                    </a:cubicBezTo>
                    <a:cubicBezTo>
                      <a:pt x="13" y="3"/>
                      <a:pt x="10" y="5"/>
                      <a:pt x="10" y="2"/>
                    </a:cubicBezTo>
                    <a:cubicBezTo>
                      <a:pt x="11" y="5"/>
                      <a:pt x="14" y="7"/>
                      <a:pt x="9" y="8"/>
                    </a:cubicBezTo>
                    <a:cubicBezTo>
                      <a:pt x="8" y="9"/>
                      <a:pt x="7" y="10"/>
                      <a:pt x="5" y="10"/>
                    </a:cubicBezTo>
                    <a:cubicBezTo>
                      <a:pt x="5" y="11"/>
                      <a:pt x="5" y="11"/>
                      <a:pt x="4" y="11"/>
                    </a:cubicBezTo>
                    <a:cubicBezTo>
                      <a:pt x="3" y="11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0" y="9"/>
                      <a:pt x="3" y="14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</a:path>
                </a:pathLst>
              </a:custGeom>
              <a:solidFill>
                <a:srgbClr val="DD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3" name="Freeform 1377">
                <a:extLst>
                  <a:ext uri="{FF2B5EF4-FFF2-40B4-BE49-F238E27FC236}">
                    <a16:creationId xmlns:a16="http://schemas.microsoft.com/office/drawing/2014/main" id="{C55FAFCC-DC4B-4C8D-93A0-3AF4325BB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566"/>
                <a:ext cx="28" cy="15"/>
              </a:xfrm>
              <a:custGeom>
                <a:avLst/>
                <a:gdLst>
                  <a:gd name="T0" fmla="*/ 117 w 11"/>
                  <a:gd name="T1" fmla="*/ 83 h 6"/>
                  <a:gd name="T2" fmla="*/ 181 w 11"/>
                  <a:gd name="T3" fmla="*/ 83 h 6"/>
                  <a:gd name="T4" fmla="*/ 181 w 11"/>
                  <a:gd name="T5" fmla="*/ 20 h 6"/>
                  <a:gd name="T6" fmla="*/ 97 w 11"/>
                  <a:gd name="T7" fmla="*/ 63 h 6"/>
                  <a:gd name="T8" fmla="*/ 20 w 11"/>
                  <a:gd name="T9" fmla="*/ 0 h 6"/>
                  <a:gd name="T10" fmla="*/ 51 w 11"/>
                  <a:gd name="T11" fmla="*/ 50 h 6"/>
                  <a:gd name="T12" fmla="*/ 84 w 11"/>
                  <a:gd name="T13" fmla="*/ 9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7" y="5"/>
                    </a:moveTo>
                    <a:cubicBezTo>
                      <a:pt x="8" y="6"/>
                      <a:pt x="10" y="5"/>
                      <a:pt x="11" y="5"/>
                    </a:cubicBezTo>
                    <a:cubicBezTo>
                      <a:pt x="10" y="4"/>
                      <a:pt x="9" y="2"/>
                      <a:pt x="11" y="1"/>
                    </a:cubicBezTo>
                    <a:cubicBezTo>
                      <a:pt x="9" y="3"/>
                      <a:pt x="8" y="5"/>
                      <a:pt x="6" y="4"/>
                    </a:cubicBezTo>
                    <a:cubicBezTo>
                      <a:pt x="4" y="3"/>
                      <a:pt x="3" y="0"/>
                      <a:pt x="1" y="0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4" y="4"/>
                      <a:pt x="6" y="5"/>
                      <a:pt x="5" y="6"/>
                    </a:cubicBezTo>
                  </a:path>
                </a:pathLst>
              </a:custGeom>
              <a:solidFill>
                <a:srgbClr val="DFAB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4" name="Freeform 1378">
                <a:extLst>
                  <a:ext uri="{FF2B5EF4-FFF2-40B4-BE49-F238E27FC236}">
                    <a16:creationId xmlns:a16="http://schemas.microsoft.com/office/drawing/2014/main" id="{E97511F8-782A-4D41-AE3E-41A0DB03A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64"/>
                <a:ext cx="13" cy="17"/>
              </a:xfrm>
              <a:custGeom>
                <a:avLst/>
                <a:gdLst>
                  <a:gd name="T0" fmla="*/ 21 w 5"/>
                  <a:gd name="T1" fmla="*/ 100 h 7"/>
                  <a:gd name="T2" fmla="*/ 88 w 5"/>
                  <a:gd name="T3" fmla="*/ 58 h 7"/>
                  <a:gd name="T4" fmla="*/ 88 w 5"/>
                  <a:gd name="T5" fmla="*/ 0 h 7"/>
                  <a:gd name="T6" fmla="*/ 0 w 5"/>
                  <a:gd name="T7" fmla="*/ 8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1" y="7"/>
                    </a:moveTo>
                    <a:cubicBezTo>
                      <a:pt x="3" y="7"/>
                      <a:pt x="3" y="3"/>
                      <a:pt x="5" y="4"/>
                    </a:cubicBezTo>
                    <a:cubicBezTo>
                      <a:pt x="5" y="3"/>
                      <a:pt x="4" y="2"/>
                      <a:pt x="5" y="0"/>
                    </a:cubicBezTo>
                    <a:cubicBezTo>
                      <a:pt x="4" y="2"/>
                      <a:pt x="2" y="6"/>
                      <a:pt x="0" y="6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5" name="Freeform 1379">
                <a:extLst>
                  <a:ext uri="{FF2B5EF4-FFF2-40B4-BE49-F238E27FC236}">
                    <a16:creationId xmlns:a16="http://schemas.microsoft.com/office/drawing/2014/main" id="{DD9E61DA-CB49-47B6-A0DF-B3E69EEEE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531"/>
                <a:ext cx="40" cy="33"/>
              </a:xfrm>
              <a:custGeom>
                <a:avLst/>
                <a:gdLst>
                  <a:gd name="T0" fmla="*/ 20 w 16"/>
                  <a:gd name="T1" fmla="*/ 160 h 13"/>
                  <a:gd name="T2" fmla="*/ 0 w 16"/>
                  <a:gd name="T3" fmla="*/ 180 h 13"/>
                  <a:gd name="T4" fmla="*/ 50 w 16"/>
                  <a:gd name="T5" fmla="*/ 147 h 13"/>
                  <a:gd name="T6" fmla="*/ 83 w 16"/>
                  <a:gd name="T7" fmla="*/ 213 h 13"/>
                  <a:gd name="T8" fmla="*/ 83 w 16"/>
                  <a:gd name="T9" fmla="*/ 147 h 13"/>
                  <a:gd name="T10" fmla="*/ 158 w 16"/>
                  <a:gd name="T11" fmla="*/ 160 h 13"/>
                  <a:gd name="T12" fmla="*/ 125 w 16"/>
                  <a:gd name="T13" fmla="*/ 63 h 13"/>
                  <a:gd name="T14" fmla="*/ 188 w 16"/>
                  <a:gd name="T15" fmla="*/ 51 h 13"/>
                  <a:gd name="T16" fmla="*/ 250 w 16"/>
                  <a:gd name="T17" fmla="*/ 33 h 13"/>
                  <a:gd name="T18" fmla="*/ 113 w 16"/>
                  <a:gd name="T19" fmla="*/ 51 h 13"/>
                  <a:gd name="T20" fmla="*/ 95 w 16"/>
                  <a:gd name="T21" fmla="*/ 84 h 13"/>
                  <a:gd name="T22" fmla="*/ 83 w 16"/>
                  <a:gd name="T23" fmla="*/ 117 h 13"/>
                  <a:gd name="T24" fmla="*/ 20 w 16"/>
                  <a:gd name="T25" fmla="*/ 160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3">
                    <a:moveTo>
                      <a:pt x="1" y="10"/>
                    </a:moveTo>
                    <a:cubicBezTo>
                      <a:pt x="0" y="10"/>
                      <a:pt x="0" y="10"/>
                      <a:pt x="0" y="11"/>
                    </a:cubicBezTo>
                    <a:cubicBezTo>
                      <a:pt x="1" y="10"/>
                      <a:pt x="2" y="9"/>
                      <a:pt x="3" y="9"/>
                    </a:cubicBezTo>
                    <a:cubicBezTo>
                      <a:pt x="4" y="10"/>
                      <a:pt x="3" y="13"/>
                      <a:pt x="5" y="13"/>
                    </a:cubicBezTo>
                    <a:cubicBezTo>
                      <a:pt x="7" y="13"/>
                      <a:pt x="5" y="10"/>
                      <a:pt x="5" y="9"/>
                    </a:cubicBezTo>
                    <a:cubicBezTo>
                      <a:pt x="7" y="6"/>
                      <a:pt x="8" y="10"/>
                      <a:pt x="10" y="10"/>
                    </a:cubicBezTo>
                    <a:cubicBezTo>
                      <a:pt x="8" y="8"/>
                      <a:pt x="6" y="7"/>
                      <a:pt x="8" y="4"/>
                    </a:cubicBezTo>
                    <a:cubicBezTo>
                      <a:pt x="9" y="4"/>
                      <a:pt x="11" y="3"/>
                      <a:pt x="12" y="3"/>
                    </a:cubicBezTo>
                    <a:cubicBezTo>
                      <a:pt x="13" y="2"/>
                      <a:pt x="14" y="3"/>
                      <a:pt x="16" y="2"/>
                    </a:cubicBezTo>
                    <a:cubicBezTo>
                      <a:pt x="14" y="0"/>
                      <a:pt x="10" y="2"/>
                      <a:pt x="7" y="3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4" y="8"/>
                      <a:pt x="2" y="8"/>
                      <a:pt x="1" y="10"/>
                    </a:cubicBezTo>
                  </a:path>
                </a:pathLst>
              </a:custGeom>
              <a:solidFill>
                <a:srgbClr val="DD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6" name="Freeform 1380">
                <a:extLst>
                  <a:ext uri="{FF2B5EF4-FFF2-40B4-BE49-F238E27FC236}">
                    <a16:creationId xmlns:a16="http://schemas.microsoft.com/office/drawing/2014/main" id="{C8F47720-D93B-4866-A5FE-D7227C319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551"/>
                <a:ext cx="40" cy="43"/>
              </a:xfrm>
              <a:custGeom>
                <a:avLst/>
                <a:gdLst>
                  <a:gd name="T0" fmla="*/ 158 w 16"/>
                  <a:gd name="T1" fmla="*/ 116 h 17"/>
                  <a:gd name="T2" fmla="*/ 145 w 16"/>
                  <a:gd name="T3" fmla="*/ 83 h 17"/>
                  <a:gd name="T4" fmla="*/ 208 w 16"/>
                  <a:gd name="T5" fmla="*/ 33 h 17"/>
                  <a:gd name="T6" fmla="*/ 220 w 16"/>
                  <a:gd name="T7" fmla="*/ 0 h 17"/>
                  <a:gd name="T8" fmla="*/ 158 w 16"/>
                  <a:gd name="T9" fmla="*/ 63 h 17"/>
                  <a:gd name="T10" fmla="*/ 125 w 16"/>
                  <a:gd name="T11" fmla="*/ 116 h 17"/>
                  <a:gd name="T12" fmla="*/ 83 w 16"/>
                  <a:gd name="T13" fmla="*/ 116 h 17"/>
                  <a:gd name="T14" fmla="*/ 125 w 16"/>
                  <a:gd name="T15" fmla="*/ 116 h 17"/>
                  <a:gd name="T16" fmla="*/ 95 w 16"/>
                  <a:gd name="T17" fmla="*/ 159 h 17"/>
                  <a:gd name="T18" fmla="*/ 63 w 16"/>
                  <a:gd name="T19" fmla="*/ 225 h 17"/>
                  <a:gd name="T20" fmla="*/ 0 w 16"/>
                  <a:gd name="T21" fmla="*/ 210 h 17"/>
                  <a:gd name="T22" fmla="*/ 20 w 16"/>
                  <a:gd name="T23" fmla="*/ 255 h 17"/>
                  <a:gd name="T24" fmla="*/ 50 w 16"/>
                  <a:gd name="T25" fmla="*/ 255 h 17"/>
                  <a:gd name="T26" fmla="*/ 83 w 16"/>
                  <a:gd name="T27" fmla="*/ 210 h 17"/>
                  <a:gd name="T28" fmla="*/ 95 w 16"/>
                  <a:gd name="T29" fmla="*/ 192 h 17"/>
                  <a:gd name="T30" fmla="*/ 95 w 16"/>
                  <a:gd name="T31" fmla="*/ 180 h 17"/>
                  <a:gd name="T32" fmla="*/ 158 w 16"/>
                  <a:gd name="T33" fmla="*/ 192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" h="17">
                    <a:moveTo>
                      <a:pt x="10" y="7"/>
                    </a:moveTo>
                    <a:cubicBezTo>
                      <a:pt x="9" y="7"/>
                      <a:pt x="8" y="7"/>
                      <a:pt x="9" y="5"/>
                    </a:cubicBezTo>
                    <a:cubicBezTo>
                      <a:pt x="10" y="4"/>
                      <a:pt x="12" y="4"/>
                      <a:pt x="13" y="2"/>
                    </a:cubicBezTo>
                    <a:cubicBezTo>
                      <a:pt x="15" y="2"/>
                      <a:pt x="16" y="1"/>
                      <a:pt x="14" y="0"/>
                    </a:cubicBezTo>
                    <a:cubicBezTo>
                      <a:pt x="13" y="2"/>
                      <a:pt x="12" y="3"/>
                      <a:pt x="10" y="4"/>
                    </a:cubicBezTo>
                    <a:cubicBezTo>
                      <a:pt x="8" y="4"/>
                      <a:pt x="7" y="4"/>
                      <a:pt x="8" y="7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6" y="7"/>
                      <a:pt x="7" y="7"/>
                      <a:pt x="8" y="7"/>
                    </a:cubicBezTo>
                    <a:cubicBezTo>
                      <a:pt x="9" y="8"/>
                      <a:pt x="7" y="10"/>
                      <a:pt x="6" y="10"/>
                    </a:cubicBezTo>
                    <a:cubicBezTo>
                      <a:pt x="4" y="12"/>
                      <a:pt x="3" y="11"/>
                      <a:pt x="4" y="14"/>
                    </a:cubicBezTo>
                    <a:cubicBezTo>
                      <a:pt x="2" y="15"/>
                      <a:pt x="1" y="14"/>
                      <a:pt x="0" y="13"/>
                    </a:cubicBezTo>
                    <a:cubicBezTo>
                      <a:pt x="0" y="14"/>
                      <a:pt x="0" y="15"/>
                      <a:pt x="1" y="16"/>
                    </a:cubicBezTo>
                    <a:cubicBezTo>
                      <a:pt x="2" y="15"/>
                      <a:pt x="2" y="17"/>
                      <a:pt x="3" y="16"/>
                    </a:cubicBezTo>
                    <a:cubicBezTo>
                      <a:pt x="4" y="16"/>
                      <a:pt x="4" y="14"/>
                      <a:pt x="5" y="13"/>
                    </a:cubicBezTo>
                    <a:cubicBezTo>
                      <a:pt x="5" y="13"/>
                      <a:pt x="5" y="13"/>
                      <a:pt x="6" y="12"/>
                    </a:cubicBezTo>
                    <a:cubicBezTo>
                      <a:pt x="6" y="12"/>
                      <a:pt x="5" y="11"/>
                      <a:pt x="6" y="11"/>
                    </a:cubicBezTo>
                    <a:cubicBezTo>
                      <a:pt x="7" y="10"/>
                      <a:pt x="9" y="12"/>
                      <a:pt x="10" y="12"/>
                    </a:cubicBezTo>
                  </a:path>
                </a:pathLst>
              </a:custGeom>
              <a:solidFill>
                <a:srgbClr val="DD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7" name="Freeform 1381">
                <a:extLst>
                  <a:ext uri="{FF2B5EF4-FFF2-40B4-BE49-F238E27FC236}">
                    <a16:creationId xmlns:a16="http://schemas.microsoft.com/office/drawing/2014/main" id="{CB596CD4-D705-4849-AB82-D5FD146E6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616"/>
                <a:ext cx="20" cy="20"/>
              </a:xfrm>
              <a:custGeom>
                <a:avLst/>
                <a:gdLst>
                  <a:gd name="T0" fmla="*/ 63 w 8"/>
                  <a:gd name="T1" fmla="*/ 125 h 8"/>
                  <a:gd name="T2" fmla="*/ 63 w 8"/>
                  <a:gd name="T3" fmla="*/ 63 h 8"/>
                  <a:gd name="T4" fmla="*/ 125 w 8"/>
                  <a:gd name="T5" fmla="*/ 33 h 8"/>
                  <a:gd name="T6" fmla="*/ 50 w 8"/>
                  <a:gd name="T7" fmla="*/ 0 h 8"/>
                  <a:gd name="T8" fmla="*/ 33 w 8"/>
                  <a:gd name="T9" fmla="*/ 83 h 8"/>
                  <a:gd name="T10" fmla="*/ 50 w 8"/>
                  <a:gd name="T11" fmla="*/ 12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4" y="8"/>
                    </a:moveTo>
                    <a:cubicBezTo>
                      <a:pt x="4" y="7"/>
                      <a:pt x="3" y="5"/>
                      <a:pt x="4" y="4"/>
                    </a:cubicBezTo>
                    <a:cubicBezTo>
                      <a:pt x="5" y="2"/>
                      <a:pt x="7" y="2"/>
                      <a:pt x="8" y="2"/>
                    </a:cubicBezTo>
                    <a:cubicBezTo>
                      <a:pt x="6" y="0"/>
                      <a:pt x="4" y="3"/>
                      <a:pt x="3" y="0"/>
                    </a:cubicBezTo>
                    <a:cubicBezTo>
                      <a:pt x="3" y="3"/>
                      <a:pt x="4" y="3"/>
                      <a:pt x="2" y="5"/>
                    </a:cubicBezTo>
                    <a:cubicBezTo>
                      <a:pt x="1" y="6"/>
                      <a:pt x="0" y="7"/>
                      <a:pt x="3" y="8"/>
                    </a:cubicBezTo>
                  </a:path>
                </a:pathLst>
              </a:custGeom>
              <a:solidFill>
                <a:srgbClr val="DFAB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8" name="Freeform 1382">
                <a:extLst>
                  <a:ext uri="{FF2B5EF4-FFF2-40B4-BE49-F238E27FC236}">
                    <a16:creationId xmlns:a16="http://schemas.microsoft.com/office/drawing/2014/main" id="{21259EA5-3EF2-4282-AA9A-C120079BF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601"/>
                <a:ext cx="13" cy="10"/>
              </a:xfrm>
              <a:custGeom>
                <a:avLst/>
                <a:gdLst>
                  <a:gd name="T0" fmla="*/ 0 w 5"/>
                  <a:gd name="T1" fmla="*/ 63 h 4"/>
                  <a:gd name="T2" fmla="*/ 88 w 5"/>
                  <a:gd name="T3" fmla="*/ 20 h 4"/>
                  <a:gd name="T4" fmla="*/ 0 w 5"/>
                  <a:gd name="T5" fmla="*/ 0 h 4"/>
                  <a:gd name="T6" fmla="*/ 0 w 5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4"/>
                      <a:pt x="4" y="2"/>
                      <a:pt x="5" y="1"/>
                    </a:cubicBezTo>
                    <a:cubicBezTo>
                      <a:pt x="3" y="1"/>
                      <a:pt x="1" y="3"/>
                      <a:pt x="0" y="0"/>
                    </a:cubicBezTo>
                    <a:cubicBezTo>
                      <a:pt x="1" y="1"/>
                      <a:pt x="1" y="3"/>
                      <a:pt x="0" y="3"/>
                    </a:cubicBezTo>
                  </a:path>
                </a:pathLst>
              </a:custGeom>
              <a:solidFill>
                <a:srgbClr val="DFAB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9" name="Freeform 1383">
                <a:extLst>
                  <a:ext uri="{FF2B5EF4-FFF2-40B4-BE49-F238E27FC236}">
                    <a16:creationId xmlns:a16="http://schemas.microsoft.com/office/drawing/2014/main" id="{5B21F3F9-E700-40BB-BB6C-3F810B12B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501"/>
                <a:ext cx="43" cy="18"/>
              </a:xfrm>
              <a:custGeom>
                <a:avLst/>
                <a:gdLst>
                  <a:gd name="T0" fmla="*/ 192 w 17"/>
                  <a:gd name="T1" fmla="*/ 67 h 7"/>
                  <a:gd name="T2" fmla="*/ 276 w 17"/>
                  <a:gd name="T3" fmla="*/ 21 h 7"/>
                  <a:gd name="T4" fmla="*/ 180 w 17"/>
                  <a:gd name="T5" fmla="*/ 0 h 7"/>
                  <a:gd name="T6" fmla="*/ 0 w 17"/>
                  <a:gd name="T7" fmla="*/ 118 h 7"/>
                  <a:gd name="T8" fmla="*/ 147 w 17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7">
                    <a:moveTo>
                      <a:pt x="12" y="4"/>
                    </a:moveTo>
                    <a:cubicBezTo>
                      <a:pt x="14" y="3"/>
                      <a:pt x="16" y="2"/>
                      <a:pt x="17" y="1"/>
                    </a:cubicBezTo>
                    <a:cubicBezTo>
                      <a:pt x="15" y="0"/>
                      <a:pt x="13" y="0"/>
                      <a:pt x="11" y="0"/>
                    </a:cubicBezTo>
                    <a:cubicBezTo>
                      <a:pt x="9" y="1"/>
                      <a:pt x="1" y="4"/>
                      <a:pt x="0" y="7"/>
                    </a:cubicBezTo>
                    <a:cubicBezTo>
                      <a:pt x="3" y="6"/>
                      <a:pt x="6" y="4"/>
                      <a:pt x="9" y="4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0" name="Freeform 1384">
                <a:extLst>
                  <a:ext uri="{FF2B5EF4-FFF2-40B4-BE49-F238E27FC236}">
                    <a16:creationId xmlns:a16="http://schemas.microsoft.com/office/drawing/2014/main" id="{9D412623-AEED-439E-8BD7-23B621C27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524"/>
                <a:ext cx="25" cy="12"/>
              </a:xfrm>
              <a:custGeom>
                <a:avLst/>
                <a:gdLst>
                  <a:gd name="T0" fmla="*/ 145 w 10"/>
                  <a:gd name="T1" fmla="*/ 12 h 5"/>
                  <a:gd name="T2" fmla="*/ 145 w 10"/>
                  <a:gd name="T3" fmla="*/ 0 h 5"/>
                  <a:gd name="T4" fmla="*/ 0 w 10"/>
                  <a:gd name="T5" fmla="*/ 70 h 5"/>
                  <a:gd name="T6" fmla="*/ 113 w 1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9" y="1"/>
                    </a:moveTo>
                    <a:cubicBezTo>
                      <a:pt x="9" y="1"/>
                      <a:pt x="10" y="1"/>
                      <a:pt x="9" y="0"/>
                    </a:cubicBezTo>
                    <a:cubicBezTo>
                      <a:pt x="6" y="1"/>
                      <a:pt x="3" y="4"/>
                      <a:pt x="0" y="5"/>
                    </a:cubicBezTo>
                    <a:cubicBezTo>
                      <a:pt x="1" y="2"/>
                      <a:pt x="4" y="1"/>
                      <a:pt x="7" y="0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1" name="Freeform 1385">
                <a:extLst>
                  <a:ext uri="{FF2B5EF4-FFF2-40B4-BE49-F238E27FC236}">
                    <a16:creationId xmlns:a16="http://schemas.microsoft.com/office/drawing/2014/main" id="{69AA6C7A-AEA3-4F94-88E7-13F47E0AC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539"/>
                <a:ext cx="40" cy="22"/>
              </a:xfrm>
              <a:custGeom>
                <a:avLst/>
                <a:gdLst>
                  <a:gd name="T0" fmla="*/ 145 w 16"/>
                  <a:gd name="T1" fmla="*/ 71 h 9"/>
                  <a:gd name="T2" fmla="*/ 175 w 16"/>
                  <a:gd name="T3" fmla="*/ 12 h 9"/>
                  <a:gd name="T4" fmla="*/ 0 w 16"/>
                  <a:gd name="T5" fmla="*/ 132 h 9"/>
                  <a:gd name="T6" fmla="*/ 158 w 16"/>
                  <a:gd name="T7" fmla="*/ 42 h 9"/>
                  <a:gd name="T8" fmla="*/ 145 w 16"/>
                  <a:gd name="T9" fmla="*/ 5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9" y="5"/>
                    </a:moveTo>
                    <a:cubicBezTo>
                      <a:pt x="11" y="4"/>
                      <a:pt x="16" y="0"/>
                      <a:pt x="11" y="1"/>
                    </a:cubicBezTo>
                    <a:cubicBezTo>
                      <a:pt x="6" y="2"/>
                      <a:pt x="3" y="7"/>
                      <a:pt x="0" y="9"/>
                    </a:cubicBezTo>
                    <a:cubicBezTo>
                      <a:pt x="3" y="7"/>
                      <a:pt x="6" y="5"/>
                      <a:pt x="10" y="3"/>
                    </a:cubicBezTo>
                    <a:cubicBezTo>
                      <a:pt x="10" y="3"/>
                      <a:pt x="10" y="3"/>
                      <a:pt x="9" y="4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2" name="Freeform 1386">
                <a:extLst>
                  <a:ext uri="{FF2B5EF4-FFF2-40B4-BE49-F238E27FC236}">
                    <a16:creationId xmlns:a16="http://schemas.microsoft.com/office/drawing/2014/main" id="{79FBED41-F57B-4F98-8616-F00D72E30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561"/>
                <a:ext cx="35" cy="30"/>
              </a:xfrm>
              <a:custGeom>
                <a:avLst/>
                <a:gdLst>
                  <a:gd name="T0" fmla="*/ 145 w 14"/>
                  <a:gd name="T1" fmla="*/ 83 h 12"/>
                  <a:gd name="T2" fmla="*/ 220 w 14"/>
                  <a:gd name="T3" fmla="*/ 20 h 12"/>
                  <a:gd name="T4" fmla="*/ 113 w 14"/>
                  <a:gd name="T5" fmla="*/ 63 h 12"/>
                  <a:gd name="T6" fmla="*/ 0 w 14"/>
                  <a:gd name="T7" fmla="*/ 175 h 12"/>
                  <a:gd name="T8" fmla="*/ 113 w 14"/>
                  <a:gd name="T9" fmla="*/ 12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9" y="5"/>
                    </a:moveTo>
                    <a:cubicBezTo>
                      <a:pt x="10" y="4"/>
                      <a:pt x="12" y="2"/>
                      <a:pt x="14" y="1"/>
                    </a:cubicBezTo>
                    <a:cubicBezTo>
                      <a:pt x="11" y="0"/>
                      <a:pt x="9" y="2"/>
                      <a:pt x="7" y="4"/>
                    </a:cubicBezTo>
                    <a:cubicBezTo>
                      <a:pt x="6" y="6"/>
                      <a:pt x="0" y="9"/>
                      <a:pt x="0" y="11"/>
                    </a:cubicBezTo>
                    <a:cubicBezTo>
                      <a:pt x="2" y="12"/>
                      <a:pt x="5" y="9"/>
                      <a:pt x="7" y="8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3" name="Freeform 1387">
                <a:extLst>
                  <a:ext uri="{FF2B5EF4-FFF2-40B4-BE49-F238E27FC236}">
                    <a16:creationId xmlns:a16="http://schemas.microsoft.com/office/drawing/2014/main" id="{A7807B7C-3881-46DB-99E5-6F5039FD1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576"/>
                <a:ext cx="25" cy="30"/>
              </a:xfrm>
              <a:custGeom>
                <a:avLst/>
                <a:gdLst>
                  <a:gd name="T0" fmla="*/ 83 w 10"/>
                  <a:gd name="T1" fmla="*/ 125 h 12"/>
                  <a:gd name="T2" fmla="*/ 158 w 10"/>
                  <a:gd name="T3" fmla="*/ 0 h 12"/>
                  <a:gd name="T4" fmla="*/ 113 w 10"/>
                  <a:gd name="T5" fmla="*/ 95 h 12"/>
                  <a:gd name="T6" fmla="*/ 83 w 10"/>
                  <a:gd name="T7" fmla="*/ 145 h 12"/>
                  <a:gd name="T8" fmla="*/ 0 w 10"/>
                  <a:gd name="T9" fmla="*/ 1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5" y="8"/>
                    </a:moveTo>
                    <a:cubicBezTo>
                      <a:pt x="1" y="5"/>
                      <a:pt x="9" y="2"/>
                      <a:pt x="10" y="0"/>
                    </a:cubicBezTo>
                    <a:cubicBezTo>
                      <a:pt x="8" y="2"/>
                      <a:pt x="9" y="4"/>
                      <a:pt x="7" y="6"/>
                    </a:cubicBezTo>
                    <a:cubicBezTo>
                      <a:pt x="6" y="7"/>
                      <a:pt x="3" y="7"/>
                      <a:pt x="5" y="9"/>
                    </a:cubicBezTo>
                    <a:cubicBezTo>
                      <a:pt x="4" y="10"/>
                      <a:pt x="2" y="12"/>
                      <a:pt x="0" y="12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4" name="Freeform 1388">
                <a:extLst>
                  <a:ext uri="{FF2B5EF4-FFF2-40B4-BE49-F238E27FC236}">
                    <a16:creationId xmlns:a16="http://schemas.microsoft.com/office/drawing/2014/main" id="{1F8521B4-9635-42C0-92BC-CFE03530A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614"/>
                <a:ext cx="20" cy="22"/>
              </a:xfrm>
              <a:custGeom>
                <a:avLst/>
                <a:gdLst>
                  <a:gd name="T0" fmla="*/ 50 w 8"/>
                  <a:gd name="T1" fmla="*/ 90 h 9"/>
                  <a:gd name="T2" fmla="*/ 50 w 8"/>
                  <a:gd name="T3" fmla="*/ 90 h 9"/>
                  <a:gd name="T4" fmla="*/ 125 w 8"/>
                  <a:gd name="T5" fmla="*/ 0 h 9"/>
                  <a:gd name="T6" fmla="*/ 50 w 8"/>
                  <a:gd name="T7" fmla="*/ 71 h 9"/>
                  <a:gd name="T8" fmla="*/ 0 w 8"/>
                  <a:gd name="T9" fmla="*/ 132 h 9"/>
                  <a:gd name="T10" fmla="*/ 20 w 8"/>
                  <a:gd name="T11" fmla="*/ 13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3" y="6"/>
                    </a:moveTo>
                    <a:cubicBezTo>
                      <a:pt x="3" y="6"/>
                      <a:pt x="2" y="6"/>
                      <a:pt x="3" y="6"/>
                    </a:cubicBezTo>
                    <a:cubicBezTo>
                      <a:pt x="5" y="5"/>
                      <a:pt x="7" y="2"/>
                      <a:pt x="8" y="0"/>
                    </a:cubicBezTo>
                    <a:cubicBezTo>
                      <a:pt x="7" y="2"/>
                      <a:pt x="4" y="3"/>
                      <a:pt x="3" y="5"/>
                    </a:cubicBezTo>
                    <a:cubicBezTo>
                      <a:pt x="2" y="6"/>
                      <a:pt x="1" y="7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5" name="Freeform 1389">
                <a:extLst>
                  <a:ext uri="{FF2B5EF4-FFF2-40B4-BE49-F238E27FC236}">
                    <a16:creationId xmlns:a16="http://schemas.microsoft.com/office/drawing/2014/main" id="{77BA6E21-A43B-4516-91B5-27ED729D2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619"/>
                <a:ext cx="18" cy="17"/>
              </a:xfrm>
              <a:custGeom>
                <a:avLst/>
                <a:gdLst>
                  <a:gd name="T0" fmla="*/ 21 w 7"/>
                  <a:gd name="T1" fmla="*/ 100 h 7"/>
                  <a:gd name="T2" fmla="*/ 118 w 7"/>
                  <a:gd name="T3" fmla="*/ 0 h 7"/>
                  <a:gd name="T4" fmla="*/ 0 w 7"/>
                  <a:gd name="T5" fmla="*/ 7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7"/>
                    </a:moveTo>
                    <a:cubicBezTo>
                      <a:pt x="4" y="6"/>
                      <a:pt x="5" y="2"/>
                      <a:pt x="7" y="0"/>
                    </a:cubicBezTo>
                    <a:cubicBezTo>
                      <a:pt x="5" y="1"/>
                      <a:pt x="2" y="5"/>
                      <a:pt x="0" y="5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6" name="Freeform 1390">
                <a:extLst>
                  <a:ext uri="{FF2B5EF4-FFF2-40B4-BE49-F238E27FC236}">
                    <a16:creationId xmlns:a16="http://schemas.microsoft.com/office/drawing/2014/main" id="{F49602B7-219F-4D08-BA91-1F82586E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594"/>
                <a:ext cx="15" cy="15"/>
              </a:xfrm>
              <a:custGeom>
                <a:avLst/>
                <a:gdLst>
                  <a:gd name="T0" fmla="*/ 33 w 6"/>
                  <a:gd name="T1" fmla="*/ 95 h 6"/>
                  <a:gd name="T2" fmla="*/ 20 w 6"/>
                  <a:gd name="T3" fmla="*/ 63 h 6"/>
                  <a:gd name="T4" fmla="*/ 95 w 6"/>
                  <a:gd name="T5" fmla="*/ 0 h 6"/>
                  <a:gd name="T6" fmla="*/ 83 w 6"/>
                  <a:gd name="T7" fmla="*/ 5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0" y="6"/>
                      <a:pt x="1" y="5"/>
                      <a:pt x="1" y="4"/>
                    </a:cubicBezTo>
                    <a:cubicBezTo>
                      <a:pt x="2" y="2"/>
                      <a:pt x="5" y="1"/>
                      <a:pt x="6" y="0"/>
                    </a:cubicBezTo>
                    <a:cubicBezTo>
                      <a:pt x="6" y="1"/>
                      <a:pt x="5" y="2"/>
                      <a:pt x="5" y="3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7" name="Freeform 1391">
                <a:extLst>
                  <a:ext uri="{FF2B5EF4-FFF2-40B4-BE49-F238E27FC236}">
                    <a16:creationId xmlns:a16="http://schemas.microsoft.com/office/drawing/2014/main" id="{43B2F292-235B-4BFF-9BCB-CA4D5CA78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644"/>
                <a:ext cx="22" cy="12"/>
              </a:xfrm>
              <a:custGeom>
                <a:avLst/>
                <a:gdLst>
                  <a:gd name="T0" fmla="*/ 0 w 9"/>
                  <a:gd name="T1" fmla="*/ 70 h 5"/>
                  <a:gd name="T2" fmla="*/ 59 w 9"/>
                  <a:gd name="T3" fmla="*/ 0 h 5"/>
                  <a:gd name="T4" fmla="*/ 0 w 9"/>
                  <a:gd name="T5" fmla="*/ 58 h 5"/>
                  <a:gd name="T6" fmla="*/ 12 w 9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1" y="4"/>
                      <a:pt x="9" y="1"/>
                      <a:pt x="4" y="0"/>
                    </a:cubicBezTo>
                    <a:cubicBezTo>
                      <a:pt x="3" y="1"/>
                      <a:pt x="0" y="2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8" name="Freeform 1392">
                <a:extLst>
                  <a:ext uri="{FF2B5EF4-FFF2-40B4-BE49-F238E27FC236}">
                    <a16:creationId xmlns:a16="http://schemas.microsoft.com/office/drawing/2014/main" id="{452D74AE-EE19-4F3B-AE1B-56BF2852A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631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50 w 4"/>
                  <a:gd name="T3" fmla="*/ 20 h 4"/>
                  <a:gd name="T4" fmla="*/ 0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3" y="4"/>
                      <a:pt x="4" y="1"/>
                      <a:pt x="3" y="1"/>
                    </a:cubicBezTo>
                    <a:cubicBezTo>
                      <a:pt x="1" y="0"/>
                      <a:pt x="0" y="3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9" name="Freeform 1393">
                <a:extLst>
                  <a:ext uri="{FF2B5EF4-FFF2-40B4-BE49-F238E27FC236}">
                    <a16:creationId xmlns:a16="http://schemas.microsoft.com/office/drawing/2014/main" id="{215BFB71-5ABA-4F31-BEEA-EE6C4E254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634"/>
                <a:ext cx="13" cy="7"/>
              </a:xfrm>
              <a:custGeom>
                <a:avLst/>
                <a:gdLst>
                  <a:gd name="T0" fmla="*/ 21 w 5"/>
                  <a:gd name="T1" fmla="*/ 37 h 3"/>
                  <a:gd name="T2" fmla="*/ 88 w 5"/>
                  <a:gd name="T3" fmla="*/ 0 h 3"/>
                  <a:gd name="T4" fmla="*/ 55 w 5"/>
                  <a:gd name="T5" fmla="*/ 0 h 3"/>
                  <a:gd name="T6" fmla="*/ 0 w 5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1" y="3"/>
                    </a:moveTo>
                    <a:cubicBezTo>
                      <a:pt x="2" y="3"/>
                      <a:pt x="5" y="1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1" y="3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0" name="Freeform 1394">
                <a:extLst>
                  <a:ext uri="{FF2B5EF4-FFF2-40B4-BE49-F238E27FC236}">
                    <a16:creationId xmlns:a16="http://schemas.microsoft.com/office/drawing/2014/main" id="{6D893D52-65FA-492E-B79F-3687C2516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619"/>
                <a:ext cx="15" cy="12"/>
              </a:xfrm>
              <a:custGeom>
                <a:avLst/>
                <a:gdLst>
                  <a:gd name="T0" fmla="*/ 33 w 6"/>
                  <a:gd name="T1" fmla="*/ 70 h 5"/>
                  <a:gd name="T2" fmla="*/ 0 w 6"/>
                  <a:gd name="T3" fmla="*/ 58 h 5"/>
                  <a:gd name="T4" fmla="*/ 95 w 6"/>
                  <a:gd name="T5" fmla="*/ 12 h 5"/>
                  <a:gd name="T6" fmla="*/ 50 w 6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2" y="5"/>
                      <a:pt x="1" y="4"/>
                      <a:pt x="0" y="4"/>
                    </a:cubicBezTo>
                    <a:cubicBezTo>
                      <a:pt x="1" y="3"/>
                      <a:pt x="5" y="0"/>
                      <a:pt x="6" y="1"/>
                    </a:cubicBezTo>
                    <a:cubicBezTo>
                      <a:pt x="6" y="2"/>
                      <a:pt x="4" y="4"/>
                      <a:pt x="3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1" name="Freeform 1395">
                <a:extLst>
                  <a:ext uri="{FF2B5EF4-FFF2-40B4-BE49-F238E27FC236}">
                    <a16:creationId xmlns:a16="http://schemas.microsoft.com/office/drawing/2014/main" id="{2A6B7F8F-FE4D-4C17-80F6-D79CD389E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616"/>
                <a:ext cx="13" cy="8"/>
              </a:xfrm>
              <a:custGeom>
                <a:avLst/>
                <a:gdLst>
                  <a:gd name="T0" fmla="*/ 34 w 5"/>
                  <a:gd name="T1" fmla="*/ 56 h 3"/>
                  <a:gd name="T2" fmla="*/ 88 w 5"/>
                  <a:gd name="T3" fmla="*/ 21 h 3"/>
                  <a:gd name="T4" fmla="*/ 0 w 5"/>
                  <a:gd name="T5" fmla="*/ 56 h 3"/>
                  <a:gd name="T6" fmla="*/ 21 w 5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2" y="3"/>
                      <a:pt x="5" y="2"/>
                      <a:pt x="5" y="1"/>
                    </a:cubicBezTo>
                    <a:cubicBezTo>
                      <a:pt x="2" y="0"/>
                      <a:pt x="2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2" name="Freeform 1396">
                <a:extLst>
                  <a:ext uri="{FF2B5EF4-FFF2-40B4-BE49-F238E27FC236}">
                    <a16:creationId xmlns:a16="http://schemas.microsoft.com/office/drawing/2014/main" id="{4652671B-41CB-4F9B-8CCE-A013FDA5A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2601"/>
                <a:ext cx="15" cy="15"/>
              </a:xfrm>
              <a:custGeom>
                <a:avLst/>
                <a:gdLst>
                  <a:gd name="T0" fmla="*/ 33 w 6"/>
                  <a:gd name="T1" fmla="*/ 95 h 6"/>
                  <a:gd name="T2" fmla="*/ 50 w 6"/>
                  <a:gd name="T3" fmla="*/ 33 h 6"/>
                  <a:gd name="T4" fmla="*/ 83 w 6"/>
                  <a:gd name="T5" fmla="*/ 63 h 6"/>
                  <a:gd name="T6" fmla="*/ 50 w 6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0" y="5"/>
                      <a:pt x="1" y="3"/>
                      <a:pt x="3" y="2"/>
                    </a:cubicBezTo>
                    <a:cubicBezTo>
                      <a:pt x="6" y="0"/>
                      <a:pt x="4" y="2"/>
                      <a:pt x="5" y="4"/>
                    </a:cubicBezTo>
                    <a:cubicBezTo>
                      <a:pt x="4" y="4"/>
                      <a:pt x="3" y="5"/>
                      <a:pt x="3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3" name="Freeform 1397">
                <a:extLst>
                  <a:ext uri="{FF2B5EF4-FFF2-40B4-BE49-F238E27FC236}">
                    <a16:creationId xmlns:a16="http://schemas.microsoft.com/office/drawing/2014/main" id="{1D86ADC4-E41E-4FC8-AC94-F3BB4382F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609"/>
                <a:ext cx="10" cy="12"/>
              </a:xfrm>
              <a:custGeom>
                <a:avLst/>
                <a:gdLst>
                  <a:gd name="T0" fmla="*/ 0 w 4"/>
                  <a:gd name="T1" fmla="*/ 29 h 5"/>
                  <a:gd name="T2" fmla="*/ 63 w 4"/>
                  <a:gd name="T3" fmla="*/ 0 h 5"/>
                  <a:gd name="T4" fmla="*/ 20 w 4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2" y="5"/>
                      <a:pt x="4" y="1"/>
                      <a:pt x="4" y="0"/>
                    </a:cubicBezTo>
                    <a:cubicBezTo>
                      <a:pt x="3" y="0"/>
                      <a:pt x="1" y="1"/>
                      <a:pt x="1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1" name="Group 1398">
              <a:extLst>
                <a:ext uri="{FF2B5EF4-FFF2-40B4-BE49-F238E27FC236}">
                  <a16:creationId xmlns:a16="http://schemas.microsoft.com/office/drawing/2014/main" id="{50DCB985-A317-4C08-91F5-4E3DCF8C69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9" y="2436"/>
              <a:ext cx="747" cy="898"/>
              <a:chOff x="3099" y="2436"/>
              <a:chExt cx="747" cy="898"/>
            </a:xfrm>
          </p:grpSpPr>
          <p:sp>
            <p:nvSpPr>
              <p:cNvPr id="18744" name="Freeform 1399">
                <a:extLst>
                  <a:ext uri="{FF2B5EF4-FFF2-40B4-BE49-F238E27FC236}">
                    <a16:creationId xmlns:a16="http://schemas.microsoft.com/office/drawing/2014/main" id="{2641AF74-4A69-4B08-AB92-785FDD815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594"/>
                <a:ext cx="15" cy="12"/>
              </a:xfrm>
              <a:custGeom>
                <a:avLst/>
                <a:gdLst>
                  <a:gd name="T0" fmla="*/ 20 w 6"/>
                  <a:gd name="T1" fmla="*/ 70 h 5"/>
                  <a:gd name="T2" fmla="*/ 0 w 6"/>
                  <a:gd name="T3" fmla="*/ 58 h 5"/>
                  <a:gd name="T4" fmla="*/ 95 w 6"/>
                  <a:gd name="T5" fmla="*/ 0 h 5"/>
                  <a:gd name="T6" fmla="*/ 33 w 6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1" y="5"/>
                      <a:pt x="0" y="4"/>
                      <a:pt x="0" y="4"/>
                    </a:cubicBezTo>
                    <a:cubicBezTo>
                      <a:pt x="2" y="3"/>
                      <a:pt x="4" y="0"/>
                      <a:pt x="6" y="0"/>
                    </a:cubicBezTo>
                    <a:cubicBezTo>
                      <a:pt x="5" y="2"/>
                      <a:pt x="2" y="2"/>
                      <a:pt x="2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5" name="Freeform 1400">
                <a:extLst>
                  <a:ext uri="{FF2B5EF4-FFF2-40B4-BE49-F238E27FC236}">
                    <a16:creationId xmlns:a16="http://schemas.microsoft.com/office/drawing/2014/main" id="{2152CFAB-5421-4DA4-9396-D5A9F23AA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584"/>
                <a:ext cx="8" cy="17"/>
              </a:xfrm>
              <a:custGeom>
                <a:avLst/>
                <a:gdLst>
                  <a:gd name="T0" fmla="*/ 0 w 3"/>
                  <a:gd name="T1" fmla="*/ 41 h 7"/>
                  <a:gd name="T2" fmla="*/ 56 w 3"/>
                  <a:gd name="T3" fmla="*/ 12 h 7"/>
                  <a:gd name="T4" fmla="*/ 0 w 3"/>
                  <a:gd name="T5" fmla="*/ 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3" y="2"/>
                      <a:pt x="1" y="7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6" name="Freeform 1401">
                <a:extLst>
                  <a:ext uri="{FF2B5EF4-FFF2-40B4-BE49-F238E27FC236}">
                    <a16:creationId xmlns:a16="http://schemas.microsoft.com/office/drawing/2014/main" id="{C038F0D3-0F4E-4E5B-BD60-A24C2F713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596"/>
                <a:ext cx="8" cy="10"/>
              </a:xfrm>
              <a:custGeom>
                <a:avLst/>
                <a:gdLst>
                  <a:gd name="T0" fmla="*/ 0 w 3"/>
                  <a:gd name="T1" fmla="*/ 63 h 4"/>
                  <a:gd name="T2" fmla="*/ 56 w 3"/>
                  <a:gd name="T3" fmla="*/ 33 h 4"/>
                  <a:gd name="T4" fmla="*/ 56 w 3"/>
                  <a:gd name="T5" fmla="*/ 0 h 4"/>
                  <a:gd name="T6" fmla="*/ 0 w 3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7" name="Freeform 1402">
                <a:extLst>
                  <a:ext uri="{FF2B5EF4-FFF2-40B4-BE49-F238E27FC236}">
                    <a16:creationId xmlns:a16="http://schemas.microsoft.com/office/drawing/2014/main" id="{88E9D1E9-5690-4C79-9A51-32E985337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644"/>
                <a:ext cx="8" cy="7"/>
              </a:xfrm>
              <a:custGeom>
                <a:avLst/>
                <a:gdLst>
                  <a:gd name="T0" fmla="*/ 56 w 3"/>
                  <a:gd name="T1" fmla="*/ 12 h 3"/>
                  <a:gd name="T2" fmla="*/ 35 w 3"/>
                  <a:gd name="T3" fmla="*/ 0 h 3"/>
                  <a:gd name="T4" fmla="*/ 0 w 3"/>
                  <a:gd name="T5" fmla="*/ 37 h 3"/>
                  <a:gd name="T6" fmla="*/ 21 w 3"/>
                  <a:gd name="T7" fmla="*/ 37 h 3"/>
                  <a:gd name="T8" fmla="*/ 21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8" name="Freeform 1403">
                <a:extLst>
                  <a:ext uri="{FF2B5EF4-FFF2-40B4-BE49-F238E27FC236}">
                    <a16:creationId xmlns:a16="http://schemas.microsoft.com/office/drawing/2014/main" id="{E051C7C9-28BF-474F-B331-7F6FD9C7B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591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37 w 3"/>
                  <a:gd name="T3" fmla="*/ 33 h 4"/>
                  <a:gd name="T4" fmla="*/ 0 w 3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4"/>
                      <a:pt x="3" y="3"/>
                      <a:pt x="3" y="2"/>
                    </a:cubicBezTo>
                    <a:cubicBezTo>
                      <a:pt x="3" y="0"/>
                      <a:pt x="1" y="2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9" name="Freeform 1404">
                <a:extLst>
                  <a:ext uri="{FF2B5EF4-FFF2-40B4-BE49-F238E27FC236}">
                    <a16:creationId xmlns:a16="http://schemas.microsoft.com/office/drawing/2014/main" id="{B33A151B-1D36-4065-B9EB-993E9062A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60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20 h 2"/>
                  <a:gd name="T4" fmla="*/ 0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2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0" name="Freeform 1405">
                <a:extLst>
                  <a:ext uri="{FF2B5EF4-FFF2-40B4-BE49-F238E27FC236}">
                    <a16:creationId xmlns:a16="http://schemas.microsoft.com/office/drawing/2014/main" id="{35ED4BD0-4AE5-4968-8873-81A3471A6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701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70 w 5"/>
                  <a:gd name="T3" fmla="*/ 0 h 4"/>
                  <a:gd name="T4" fmla="*/ 0 w 5"/>
                  <a:gd name="T5" fmla="*/ 33 h 4"/>
                  <a:gd name="T6" fmla="*/ 29 w 5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5" y="2"/>
                      <a:pt x="5" y="0"/>
                    </a:cubicBezTo>
                    <a:cubicBezTo>
                      <a:pt x="3" y="1"/>
                      <a:pt x="1" y="0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1" name="Freeform 1406">
                <a:extLst>
                  <a:ext uri="{FF2B5EF4-FFF2-40B4-BE49-F238E27FC236}">
                    <a16:creationId xmlns:a16="http://schemas.microsoft.com/office/drawing/2014/main" id="{E66B1980-43F4-440B-8457-C2408F430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689"/>
                <a:ext cx="12" cy="10"/>
              </a:xfrm>
              <a:custGeom>
                <a:avLst/>
                <a:gdLst>
                  <a:gd name="T0" fmla="*/ 29 w 5"/>
                  <a:gd name="T1" fmla="*/ 63 h 4"/>
                  <a:gd name="T2" fmla="*/ 70 w 5"/>
                  <a:gd name="T3" fmla="*/ 0 h 4"/>
                  <a:gd name="T4" fmla="*/ 58 w 5"/>
                  <a:gd name="T5" fmla="*/ 63 h 4"/>
                  <a:gd name="T6" fmla="*/ 41 w 5"/>
                  <a:gd name="T7" fmla="*/ 6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0" y="3"/>
                      <a:pt x="4" y="1"/>
                      <a:pt x="5" y="0"/>
                    </a:cubicBezTo>
                    <a:cubicBezTo>
                      <a:pt x="5" y="1"/>
                      <a:pt x="4" y="3"/>
                      <a:pt x="4" y="4"/>
                    </a:cubicBezTo>
                    <a:cubicBezTo>
                      <a:pt x="4" y="4"/>
                      <a:pt x="3" y="4"/>
                      <a:pt x="3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2" name="Freeform 1407">
                <a:extLst>
                  <a:ext uri="{FF2B5EF4-FFF2-40B4-BE49-F238E27FC236}">
                    <a16:creationId xmlns:a16="http://schemas.microsoft.com/office/drawing/2014/main" id="{F0690814-9224-4911-9885-99D23BB4A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681"/>
                <a:ext cx="10" cy="15"/>
              </a:xfrm>
              <a:custGeom>
                <a:avLst/>
                <a:gdLst>
                  <a:gd name="T0" fmla="*/ 20 w 4"/>
                  <a:gd name="T1" fmla="*/ 95 h 6"/>
                  <a:gd name="T2" fmla="*/ 63 w 4"/>
                  <a:gd name="T3" fmla="*/ 33 h 6"/>
                  <a:gd name="T4" fmla="*/ 0 w 4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4"/>
                      <a:pt x="3" y="3"/>
                      <a:pt x="4" y="2"/>
                    </a:cubicBezTo>
                    <a:cubicBezTo>
                      <a:pt x="2" y="0"/>
                      <a:pt x="0" y="4"/>
                      <a:pt x="0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3" name="Freeform 1408">
                <a:extLst>
                  <a:ext uri="{FF2B5EF4-FFF2-40B4-BE49-F238E27FC236}">
                    <a16:creationId xmlns:a16="http://schemas.microsoft.com/office/drawing/2014/main" id="{AC6E346D-C238-49F7-9002-E4215C480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674"/>
                <a:ext cx="13" cy="12"/>
              </a:xfrm>
              <a:custGeom>
                <a:avLst/>
                <a:gdLst>
                  <a:gd name="T0" fmla="*/ 21 w 5"/>
                  <a:gd name="T1" fmla="*/ 70 h 5"/>
                  <a:gd name="T2" fmla="*/ 88 w 5"/>
                  <a:gd name="T3" fmla="*/ 0 h 5"/>
                  <a:gd name="T4" fmla="*/ 55 w 5"/>
                  <a:gd name="T5" fmla="*/ 5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3"/>
                      <a:pt x="4" y="1"/>
                      <a:pt x="5" y="0"/>
                    </a:cubicBezTo>
                    <a:cubicBezTo>
                      <a:pt x="5" y="1"/>
                      <a:pt x="4" y="5"/>
                      <a:pt x="3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4" name="Freeform 1409">
                <a:extLst>
                  <a:ext uri="{FF2B5EF4-FFF2-40B4-BE49-F238E27FC236}">
                    <a16:creationId xmlns:a16="http://schemas.microsoft.com/office/drawing/2014/main" id="{E278399D-28C0-4FE9-83C7-6445A2BF3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669"/>
                <a:ext cx="10" cy="12"/>
              </a:xfrm>
              <a:custGeom>
                <a:avLst/>
                <a:gdLst>
                  <a:gd name="T0" fmla="*/ 0 w 4"/>
                  <a:gd name="T1" fmla="*/ 70 h 5"/>
                  <a:gd name="T2" fmla="*/ 63 w 4"/>
                  <a:gd name="T3" fmla="*/ 0 h 5"/>
                  <a:gd name="T4" fmla="*/ 20 w 4"/>
                  <a:gd name="T5" fmla="*/ 5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3" y="5"/>
                      <a:pt x="3" y="2"/>
                      <a:pt x="4" y="0"/>
                    </a:cubicBezTo>
                    <a:cubicBezTo>
                      <a:pt x="3" y="1"/>
                      <a:pt x="2" y="2"/>
                      <a:pt x="1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5" name="Freeform 1410">
                <a:extLst>
                  <a:ext uri="{FF2B5EF4-FFF2-40B4-BE49-F238E27FC236}">
                    <a16:creationId xmlns:a16="http://schemas.microsoft.com/office/drawing/2014/main" id="{BCBA9EED-6C46-46E7-A767-866E5312B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661"/>
                <a:ext cx="15" cy="10"/>
              </a:xfrm>
              <a:custGeom>
                <a:avLst/>
                <a:gdLst>
                  <a:gd name="T0" fmla="*/ 50 w 6"/>
                  <a:gd name="T1" fmla="*/ 63 h 4"/>
                  <a:gd name="T2" fmla="*/ 83 w 6"/>
                  <a:gd name="T3" fmla="*/ 0 h 4"/>
                  <a:gd name="T4" fmla="*/ 50 w 6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0" y="3"/>
                      <a:pt x="5" y="1"/>
                      <a:pt x="5" y="0"/>
                    </a:cubicBezTo>
                    <a:cubicBezTo>
                      <a:pt x="6" y="1"/>
                      <a:pt x="5" y="4"/>
                      <a:pt x="3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6" name="Freeform 1411">
                <a:extLst>
                  <a:ext uri="{FF2B5EF4-FFF2-40B4-BE49-F238E27FC236}">
                    <a16:creationId xmlns:a16="http://schemas.microsoft.com/office/drawing/2014/main" id="{E4A1CB09-C887-4727-BD1C-C5F732152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654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63 w 4"/>
                  <a:gd name="T3" fmla="*/ 50 h 4"/>
                  <a:gd name="T4" fmla="*/ 50 w 4"/>
                  <a:gd name="T5" fmla="*/ 33 h 4"/>
                  <a:gd name="T6" fmla="*/ 50 w 4"/>
                  <a:gd name="T7" fmla="*/ 0 h 4"/>
                  <a:gd name="T8" fmla="*/ 2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1" y="4"/>
                      <a:pt x="3" y="3"/>
                      <a:pt x="4" y="3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7" name="Freeform 1412">
                <a:extLst>
                  <a:ext uri="{FF2B5EF4-FFF2-40B4-BE49-F238E27FC236}">
                    <a16:creationId xmlns:a16="http://schemas.microsoft.com/office/drawing/2014/main" id="{A2024CE3-4705-4337-83B7-83E9324F6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516"/>
                <a:ext cx="42" cy="25"/>
              </a:xfrm>
              <a:custGeom>
                <a:avLst/>
                <a:gdLst>
                  <a:gd name="T0" fmla="*/ 166 w 17"/>
                  <a:gd name="T1" fmla="*/ 50 h 10"/>
                  <a:gd name="T2" fmla="*/ 257 w 17"/>
                  <a:gd name="T3" fmla="*/ 0 h 10"/>
                  <a:gd name="T4" fmla="*/ 153 w 17"/>
                  <a:gd name="T5" fmla="*/ 33 h 10"/>
                  <a:gd name="T6" fmla="*/ 62 w 17"/>
                  <a:gd name="T7" fmla="*/ 33 h 10"/>
                  <a:gd name="T8" fmla="*/ 153 w 17"/>
                  <a:gd name="T9" fmla="*/ 50 h 10"/>
                  <a:gd name="T10" fmla="*/ 74 w 17"/>
                  <a:gd name="T11" fmla="*/ 113 h 10"/>
                  <a:gd name="T12" fmla="*/ 0 w 17"/>
                  <a:gd name="T13" fmla="*/ 113 h 10"/>
                  <a:gd name="T14" fmla="*/ 0 w 17"/>
                  <a:gd name="T15" fmla="*/ 158 h 10"/>
                  <a:gd name="T16" fmla="*/ 62 w 17"/>
                  <a:gd name="T17" fmla="*/ 125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10">
                    <a:moveTo>
                      <a:pt x="11" y="3"/>
                    </a:moveTo>
                    <a:cubicBezTo>
                      <a:pt x="13" y="2"/>
                      <a:pt x="15" y="0"/>
                      <a:pt x="17" y="0"/>
                    </a:cubicBezTo>
                    <a:cubicBezTo>
                      <a:pt x="15" y="0"/>
                      <a:pt x="13" y="1"/>
                      <a:pt x="10" y="2"/>
                    </a:cubicBezTo>
                    <a:cubicBezTo>
                      <a:pt x="8" y="2"/>
                      <a:pt x="6" y="1"/>
                      <a:pt x="4" y="2"/>
                    </a:cubicBezTo>
                    <a:cubicBezTo>
                      <a:pt x="6" y="3"/>
                      <a:pt x="8" y="3"/>
                      <a:pt x="10" y="3"/>
                    </a:cubicBezTo>
                    <a:cubicBezTo>
                      <a:pt x="10" y="5"/>
                      <a:pt x="7" y="5"/>
                      <a:pt x="5" y="7"/>
                    </a:cubicBezTo>
                    <a:cubicBezTo>
                      <a:pt x="3" y="8"/>
                      <a:pt x="3" y="9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" y="9"/>
                      <a:pt x="3" y="9"/>
                      <a:pt x="4" y="8"/>
                    </a:cubicBezTo>
                  </a:path>
                </a:pathLst>
              </a:custGeom>
              <a:solidFill>
                <a:srgbClr val="E8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8" name="Freeform 1413">
                <a:extLst>
                  <a:ext uri="{FF2B5EF4-FFF2-40B4-BE49-F238E27FC236}">
                    <a16:creationId xmlns:a16="http://schemas.microsoft.com/office/drawing/2014/main" id="{D4D6340A-28D8-49A1-8224-DA04C8D6B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556"/>
                <a:ext cx="40" cy="25"/>
              </a:xfrm>
              <a:custGeom>
                <a:avLst/>
                <a:gdLst>
                  <a:gd name="T0" fmla="*/ 95 w 16"/>
                  <a:gd name="T1" fmla="*/ 83 h 10"/>
                  <a:gd name="T2" fmla="*/ 250 w 16"/>
                  <a:gd name="T3" fmla="*/ 33 h 10"/>
                  <a:gd name="T4" fmla="*/ 250 w 16"/>
                  <a:gd name="T5" fmla="*/ 0 h 10"/>
                  <a:gd name="T6" fmla="*/ 175 w 16"/>
                  <a:gd name="T7" fmla="*/ 20 h 10"/>
                  <a:gd name="T8" fmla="*/ 113 w 16"/>
                  <a:gd name="T9" fmla="*/ 50 h 10"/>
                  <a:gd name="T10" fmla="*/ 0 w 16"/>
                  <a:gd name="T11" fmla="*/ 158 h 10"/>
                  <a:gd name="T12" fmla="*/ 50 w 16"/>
                  <a:gd name="T13" fmla="*/ 113 h 10"/>
                  <a:gd name="T14" fmla="*/ 95 w 16"/>
                  <a:gd name="T15" fmla="*/ 83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0">
                    <a:moveTo>
                      <a:pt x="6" y="5"/>
                    </a:moveTo>
                    <a:cubicBezTo>
                      <a:pt x="9" y="4"/>
                      <a:pt x="13" y="0"/>
                      <a:pt x="16" y="2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5" y="0"/>
                      <a:pt x="13" y="1"/>
                      <a:pt x="11" y="1"/>
                    </a:cubicBezTo>
                    <a:cubicBezTo>
                      <a:pt x="10" y="2"/>
                      <a:pt x="8" y="2"/>
                      <a:pt x="7" y="3"/>
                    </a:cubicBezTo>
                    <a:cubicBezTo>
                      <a:pt x="4" y="4"/>
                      <a:pt x="1" y="7"/>
                      <a:pt x="0" y="10"/>
                    </a:cubicBezTo>
                    <a:cubicBezTo>
                      <a:pt x="1" y="10"/>
                      <a:pt x="2" y="8"/>
                      <a:pt x="3" y="7"/>
                    </a:cubicBezTo>
                    <a:cubicBezTo>
                      <a:pt x="4" y="6"/>
                      <a:pt x="4" y="5"/>
                      <a:pt x="6" y="5"/>
                    </a:cubicBezTo>
                  </a:path>
                </a:pathLst>
              </a:custGeom>
              <a:solidFill>
                <a:srgbClr val="E9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9" name="Freeform 1414">
                <a:extLst>
                  <a:ext uri="{FF2B5EF4-FFF2-40B4-BE49-F238E27FC236}">
                    <a16:creationId xmlns:a16="http://schemas.microsoft.com/office/drawing/2014/main" id="{1B4B698B-BB60-4971-8BA3-27EA9C54F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591"/>
                <a:ext cx="48" cy="38"/>
              </a:xfrm>
              <a:custGeom>
                <a:avLst/>
                <a:gdLst>
                  <a:gd name="T0" fmla="*/ 63 w 19"/>
                  <a:gd name="T1" fmla="*/ 160 h 15"/>
                  <a:gd name="T2" fmla="*/ 192 w 19"/>
                  <a:gd name="T3" fmla="*/ 117 h 15"/>
                  <a:gd name="T4" fmla="*/ 243 w 19"/>
                  <a:gd name="T5" fmla="*/ 63 h 15"/>
                  <a:gd name="T6" fmla="*/ 306 w 19"/>
                  <a:gd name="T7" fmla="*/ 0 h 15"/>
                  <a:gd name="T8" fmla="*/ 255 w 19"/>
                  <a:gd name="T9" fmla="*/ 33 h 15"/>
                  <a:gd name="T10" fmla="*/ 222 w 19"/>
                  <a:gd name="T11" fmla="*/ 84 h 15"/>
                  <a:gd name="T12" fmla="*/ 129 w 19"/>
                  <a:gd name="T13" fmla="*/ 129 h 15"/>
                  <a:gd name="T14" fmla="*/ 179 w 19"/>
                  <a:gd name="T15" fmla="*/ 51 h 15"/>
                  <a:gd name="T16" fmla="*/ 96 w 19"/>
                  <a:gd name="T17" fmla="*/ 117 h 15"/>
                  <a:gd name="T18" fmla="*/ 20 w 19"/>
                  <a:gd name="T19" fmla="*/ 160 h 15"/>
                  <a:gd name="T20" fmla="*/ 63 w 19"/>
                  <a:gd name="T21" fmla="*/ 160 h 15"/>
                  <a:gd name="T22" fmla="*/ 0 w 19"/>
                  <a:gd name="T23" fmla="*/ 243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15">
                    <a:moveTo>
                      <a:pt x="4" y="10"/>
                    </a:moveTo>
                    <a:cubicBezTo>
                      <a:pt x="7" y="8"/>
                      <a:pt x="10" y="9"/>
                      <a:pt x="12" y="7"/>
                    </a:cubicBezTo>
                    <a:cubicBezTo>
                      <a:pt x="13" y="6"/>
                      <a:pt x="14" y="5"/>
                      <a:pt x="15" y="4"/>
                    </a:cubicBezTo>
                    <a:cubicBezTo>
                      <a:pt x="16" y="3"/>
                      <a:pt x="18" y="2"/>
                      <a:pt x="19" y="0"/>
                    </a:cubicBezTo>
                    <a:cubicBezTo>
                      <a:pt x="18" y="1"/>
                      <a:pt x="17" y="1"/>
                      <a:pt x="16" y="2"/>
                    </a:cubicBezTo>
                    <a:cubicBezTo>
                      <a:pt x="15" y="2"/>
                      <a:pt x="15" y="4"/>
                      <a:pt x="14" y="5"/>
                    </a:cubicBezTo>
                    <a:cubicBezTo>
                      <a:pt x="12" y="7"/>
                      <a:pt x="10" y="8"/>
                      <a:pt x="8" y="8"/>
                    </a:cubicBezTo>
                    <a:cubicBezTo>
                      <a:pt x="8" y="6"/>
                      <a:pt x="10" y="4"/>
                      <a:pt x="11" y="3"/>
                    </a:cubicBezTo>
                    <a:cubicBezTo>
                      <a:pt x="10" y="4"/>
                      <a:pt x="8" y="6"/>
                      <a:pt x="6" y="7"/>
                    </a:cubicBezTo>
                    <a:cubicBezTo>
                      <a:pt x="5" y="8"/>
                      <a:pt x="2" y="9"/>
                      <a:pt x="1" y="10"/>
                    </a:cubicBezTo>
                    <a:cubicBezTo>
                      <a:pt x="2" y="10"/>
                      <a:pt x="3" y="10"/>
                      <a:pt x="4" y="10"/>
                    </a:cubicBezTo>
                    <a:cubicBezTo>
                      <a:pt x="4" y="11"/>
                      <a:pt x="1" y="15"/>
                      <a:pt x="0" y="15"/>
                    </a:cubicBezTo>
                  </a:path>
                </a:pathLst>
              </a:custGeom>
              <a:solidFill>
                <a:srgbClr val="E9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0" name="Freeform 1415">
                <a:extLst>
                  <a:ext uri="{FF2B5EF4-FFF2-40B4-BE49-F238E27FC236}">
                    <a16:creationId xmlns:a16="http://schemas.microsoft.com/office/drawing/2014/main" id="{CE86FD15-1BEE-4910-9975-60862EF00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596"/>
                <a:ext cx="7" cy="10"/>
              </a:xfrm>
              <a:custGeom>
                <a:avLst/>
                <a:gdLst>
                  <a:gd name="T0" fmla="*/ 0 w 3"/>
                  <a:gd name="T1" fmla="*/ 50 h 4"/>
                  <a:gd name="T2" fmla="*/ 0 w 3"/>
                  <a:gd name="T3" fmla="*/ 50 h 4"/>
                  <a:gd name="T4" fmla="*/ 37 w 3"/>
                  <a:gd name="T5" fmla="*/ 33 h 4"/>
                  <a:gd name="T6" fmla="*/ 12 w 3"/>
                  <a:gd name="T7" fmla="*/ 0 h 4"/>
                  <a:gd name="T8" fmla="*/ 0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2" y="0"/>
                      <a:pt x="2" y="4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1" name="Freeform 1416">
                <a:extLst>
                  <a:ext uri="{FF2B5EF4-FFF2-40B4-BE49-F238E27FC236}">
                    <a16:creationId xmlns:a16="http://schemas.microsoft.com/office/drawing/2014/main" id="{2A95DF47-E74C-40C9-BB35-7F7F33F8B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601"/>
                <a:ext cx="13" cy="10"/>
              </a:xfrm>
              <a:custGeom>
                <a:avLst/>
                <a:gdLst>
                  <a:gd name="T0" fmla="*/ 0 w 5"/>
                  <a:gd name="T1" fmla="*/ 63 h 4"/>
                  <a:gd name="T2" fmla="*/ 34 w 5"/>
                  <a:gd name="T3" fmla="*/ 33 h 4"/>
                  <a:gd name="T4" fmla="*/ 88 w 5"/>
                  <a:gd name="T5" fmla="*/ 20 h 4"/>
                  <a:gd name="T6" fmla="*/ 68 w 5"/>
                  <a:gd name="T7" fmla="*/ 0 h 4"/>
                  <a:gd name="T8" fmla="*/ 0 w 5"/>
                  <a:gd name="T9" fmla="*/ 20 h 4"/>
                  <a:gd name="T10" fmla="*/ 0 w 5"/>
                  <a:gd name="T11" fmla="*/ 6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4"/>
                      <a:pt x="2" y="3"/>
                      <a:pt x="2" y="2"/>
                    </a:cubicBezTo>
                    <a:cubicBezTo>
                      <a:pt x="3" y="2"/>
                      <a:pt x="4" y="2"/>
                      <a:pt x="5" y="1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3" y="1"/>
                      <a:pt x="1" y="4"/>
                      <a:pt x="0" y="1"/>
                    </a:cubicBezTo>
                    <a:cubicBezTo>
                      <a:pt x="0" y="2"/>
                      <a:pt x="1" y="3"/>
                      <a:pt x="0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2" name="Freeform 1417">
                <a:extLst>
                  <a:ext uri="{FF2B5EF4-FFF2-40B4-BE49-F238E27FC236}">
                    <a16:creationId xmlns:a16="http://schemas.microsoft.com/office/drawing/2014/main" id="{C044B0AC-ADDC-4333-BEEE-69C997D52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2614"/>
                <a:ext cx="12" cy="7"/>
              </a:xfrm>
              <a:custGeom>
                <a:avLst/>
                <a:gdLst>
                  <a:gd name="T0" fmla="*/ 0 w 5"/>
                  <a:gd name="T1" fmla="*/ 37 h 3"/>
                  <a:gd name="T2" fmla="*/ 70 w 5"/>
                  <a:gd name="T3" fmla="*/ 12 h 3"/>
                  <a:gd name="T4" fmla="*/ 41 w 5"/>
                  <a:gd name="T5" fmla="*/ 0 h 3"/>
                  <a:gd name="T6" fmla="*/ 29 w 5"/>
                  <a:gd name="T7" fmla="*/ 12 h 3"/>
                  <a:gd name="T8" fmla="*/ 12 w 5"/>
                  <a:gd name="T9" fmla="*/ 0 h 3"/>
                  <a:gd name="T10" fmla="*/ 0 w 5"/>
                  <a:gd name="T11" fmla="*/ 3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1"/>
                      <a:pt x="3" y="1"/>
                      <a:pt x="5" y="1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1" y="3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3" name="Freeform 1418">
                <a:extLst>
                  <a:ext uri="{FF2B5EF4-FFF2-40B4-BE49-F238E27FC236}">
                    <a16:creationId xmlns:a16="http://schemas.microsoft.com/office/drawing/2014/main" id="{239B693E-B173-4FDF-9E3E-CD8627EF9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626"/>
                <a:ext cx="12" cy="5"/>
              </a:xfrm>
              <a:custGeom>
                <a:avLst/>
                <a:gdLst>
                  <a:gd name="T0" fmla="*/ 0 w 5"/>
                  <a:gd name="T1" fmla="*/ 33 h 2"/>
                  <a:gd name="T2" fmla="*/ 70 w 5"/>
                  <a:gd name="T3" fmla="*/ 33 h 2"/>
                  <a:gd name="T4" fmla="*/ 58 w 5"/>
                  <a:gd name="T5" fmla="*/ 0 h 2"/>
                  <a:gd name="T6" fmla="*/ 0 w 5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3" y="2"/>
                      <a:pt x="5" y="2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4" name="Freeform 1419">
                <a:extLst>
                  <a:ext uri="{FF2B5EF4-FFF2-40B4-BE49-F238E27FC236}">
                    <a16:creationId xmlns:a16="http://schemas.microsoft.com/office/drawing/2014/main" id="{CC803344-02E0-44C9-8A4A-CC4C34E22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31"/>
                <a:ext cx="13" cy="15"/>
              </a:xfrm>
              <a:custGeom>
                <a:avLst/>
                <a:gdLst>
                  <a:gd name="T0" fmla="*/ 0 w 5"/>
                  <a:gd name="T1" fmla="*/ 83 h 6"/>
                  <a:gd name="T2" fmla="*/ 68 w 5"/>
                  <a:gd name="T3" fmla="*/ 83 h 6"/>
                  <a:gd name="T4" fmla="*/ 88 w 5"/>
                  <a:gd name="T5" fmla="*/ 20 h 6"/>
                  <a:gd name="T6" fmla="*/ 34 w 5"/>
                  <a:gd name="T7" fmla="*/ 0 h 6"/>
                  <a:gd name="T8" fmla="*/ 21 w 5"/>
                  <a:gd name="T9" fmla="*/ 6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5"/>
                    </a:moveTo>
                    <a:cubicBezTo>
                      <a:pt x="1" y="6"/>
                      <a:pt x="2" y="3"/>
                      <a:pt x="4" y="5"/>
                    </a:cubicBezTo>
                    <a:cubicBezTo>
                      <a:pt x="3" y="4"/>
                      <a:pt x="5" y="2"/>
                      <a:pt x="5" y="1"/>
                    </a:cubicBezTo>
                    <a:cubicBezTo>
                      <a:pt x="4" y="2"/>
                      <a:pt x="3" y="1"/>
                      <a:pt x="2" y="0"/>
                    </a:cubicBezTo>
                    <a:cubicBezTo>
                      <a:pt x="4" y="2"/>
                      <a:pt x="3" y="3"/>
                      <a:pt x="1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5" name="Freeform 1420">
                <a:extLst>
                  <a:ext uri="{FF2B5EF4-FFF2-40B4-BE49-F238E27FC236}">
                    <a16:creationId xmlns:a16="http://schemas.microsoft.com/office/drawing/2014/main" id="{4C14583C-F8AC-4B4A-AB84-398A36A58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664"/>
                <a:ext cx="10" cy="7"/>
              </a:xfrm>
              <a:custGeom>
                <a:avLst/>
                <a:gdLst>
                  <a:gd name="T0" fmla="*/ 20 w 4"/>
                  <a:gd name="T1" fmla="*/ 37 h 3"/>
                  <a:gd name="T2" fmla="*/ 0 w 4"/>
                  <a:gd name="T3" fmla="*/ 0 h 3"/>
                  <a:gd name="T4" fmla="*/ 63 w 4"/>
                  <a:gd name="T5" fmla="*/ 0 h 3"/>
                  <a:gd name="T6" fmla="*/ 33 w 4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3" y="0"/>
                      <a:pt x="2" y="1"/>
                      <a:pt x="2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6" name="Freeform 1421">
                <a:extLst>
                  <a:ext uri="{FF2B5EF4-FFF2-40B4-BE49-F238E27FC236}">
                    <a16:creationId xmlns:a16="http://schemas.microsoft.com/office/drawing/2014/main" id="{F048DA95-83F7-45D8-B597-B430A465B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649"/>
                <a:ext cx="5" cy="10"/>
              </a:xfrm>
              <a:custGeom>
                <a:avLst/>
                <a:gdLst>
                  <a:gd name="T0" fmla="*/ 33 w 2"/>
                  <a:gd name="T1" fmla="*/ 63 h 4"/>
                  <a:gd name="T2" fmla="*/ 0 w 2"/>
                  <a:gd name="T3" fmla="*/ 20 h 4"/>
                  <a:gd name="T4" fmla="*/ 33 w 2"/>
                  <a:gd name="T5" fmla="*/ 0 h 4"/>
                  <a:gd name="T6" fmla="*/ 20 w 2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7" name="Freeform 1422">
                <a:extLst>
                  <a:ext uri="{FF2B5EF4-FFF2-40B4-BE49-F238E27FC236}">
                    <a16:creationId xmlns:a16="http://schemas.microsoft.com/office/drawing/2014/main" id="{2ED2D148-9F7A-4C8F-8469-147248835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686"/>
                <a:ext cx="10" cy="13"/>
              </a:xfrm>
              <a:custGeom>
                <a:avLst/>
                <a:gdLst>
                  <a:gd name="T0" fmla="*/ 33 w 4"/>
                  <a:gd name="T1" fmla="*/ 0 h 5"/>
                  <a:gd name="T2" fmla="*/ 63 w 4"/>
                  <a:gd name="T3" fmla="*/ 0 h 5"/>
                  <a:gd name="T4" fmla="*/ 50 w 4"/>
                  <a:gd name="T5" fmla="*/ 88 h 5"/>
                  <a:gd name="T6" fmla="*/ 50 w 4"/>
                  <a:gd name="T7" fmla="*/ 0 h 5"/>
                  <a:gd name="T8" fmla="*/ 0 w 4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2" y="1"/>
                      <a:pt x="3" y="4"/>
                      <a:pt x="3" y="5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8" name="Freeform 1423">
                <a:extLst>
                  <a:ext uri="{FF2B5EF4-FFF2-40B4-BE49-F238E27FC236}">
                    <a16:creationId xmlns:a16="http://schemas.microsoft.com/office/drawing/2014/main" id="{D6F56403-8F17-453B-8300-CB73EB4F1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674"/>
                <a:ext cx="12" cy="10"/>
              </a:xfrm>
              <a:custGeom>
                <a:avLst/>
                <a:gdLst>
                  <a:gd name="T0" fmla="*/ 0 w 5"/>
                  <a:gd name="T1" fmla="*/ 63 h 4"/>
                  <a:gd name="T2" fmla="*/ 41 w 5"/>
                  <a:gd name="T3" fmla="*/ 63 h 4"/>
                  <a:gd name="T4" fmla="*/ 70 w 5"/>
                  <a:gd name="T5" fmla="*/ 0 h 4"/>
                  <a:gd name="T6" fmla="*/ 29 w 5"/>
                  <a:gd name="T7" fmla="*/ 0 h 4"/>
                  <a:gd name="T8" fmla="*/ 29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4"/>
                      <a:pt x="2" y="4"/>
                      <a:pt x="3" y="4"/>
                    </a:cubicBezTo>
                    <a:cubicBezTo>
                      <a:pt x="2" y="2"/>
                      <a:pt x="4" y="1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3" y="0"/>
                      <a:pt x="3" y="2"/>
                      <a:pt x="2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9" name="Freeform 1424">
                <a:extLst>
                  <a:ext uri="{FF2B5EF4-FFF2-40B4-BE49-F238E27FC236}">
                    <a16:creationId xmlns:a16="http://schemas.microsoft.com/office/drawing/2014/main" id="{5C64C952-B39B-4180-AE8A-E94212159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696"/>
                <a:ext cx="7" cy="13"/>
              </a:xfrm>
              <a:custGeom>
                <a:avLst/>
                <a:gdLst>
                  <a:gd name="T0" fmla="*/ 12 w 3"/>
                  <a:gd name="T1" fmla="*/ 88 h 5"/>
                  <a:gd name="T2" fmla="*/ 0 w 3"/>
                  <a:gd name="T3" fmla="*/ 21 h 5"/>
                  <a:gd name="T4" fmla="*/ 37 w 3"/>
                  <a:gd name="T5" fmla="*/ 0 h 5"/>
                  <a:gd name="T6" fmla="*/ 28 w 3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4"/>
                      <a:pt x="1" y="2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1"/>
                      <a:pt x="2" y="3"/>
                      <a:pt x="2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0" name="Freeform 1425">
                <a:extLst>
                  <a:ext uri="{FF2B5EF4-FFF2-40B4-BE49-F238E27FC236}">
                    <a16:creationId xmlns:a16="http://schemas.microsoft.com/office/drawing/2014/main" id="{E9392568-ECC1-4495-86A4-3274B1904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644"/>
                <a:ext cx="10" cy="5"/>
              </a:xfrm>
              <a:custGeom>
                <a:avLst/>
                <a:gdLst>
                  <a:gd name="T0" fmla="*/ 20 w 4"/>
                  <a:gd name="T1" fmla="*/ 20 h 2"/>
                  <a:gd name="T2" fmla="*/ 63 w 4"/>
                  <a:gd name="T3" fmla="*/ 0 h 2"/>
                  <a:gd name="T4" fmla="*/ 0 w 4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1" y="2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1" name="Freeform 1426">
                <a:extLst>
                  <a:ext uri="{FF2B5EF4-FFF2-40B4-BE49-F238E27FC236}">
                    <a16:creationId xmlns:a16="http://schemas.microsoft.com/office/drawing/2014/main" id="{B08E7B02-F383-4DC3-9617-739049BA7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64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0 w 4"/>
                  <a:gd name="T3" fmla="*/ 63 h 4"/>
                  <a:gd name="T4" fmla="*/ 5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2" y="1"/>
                      <a:pt x="0" y="2"/>
                      <a:pt x="0" y="4"/>
                    </a:cubicBezTo>
                    <a:cubicBezTo>
                      <a:pt x="1" y="4"/>
                      <a:pt x="4" y="1"/>
                      <a:pt x="3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2" name="Freeform 1427">
                <a:extLst>
                  <a:ext uri="{FF2B5EF4-FFF2-40B4-BE49-F238E27FC236}">
                    <a16:creationId xmlns:a16="http://schemas.microsoft.com/office/drawing/2014/main" id="{9B7BD2AE-3812-4020-80C2-733B0C626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651"/>
                <a:ext cx="10" cy="13"/>
              </a:xfrm>
              <a:custGeom>
                <a:avLst/>
                <a:gdLst>
                  <a:gd name="T0" fmla="*/ 0 w 4"/>
                  <a:gd name="T1" fmla="*/ 88 h 5"/>
                  <a:gd name="T2" fmla="*/ 50 w 4"/>
                  <a:gd name="T3" fmla="*/ 55 h 5"/>
                  <a:gd name="T4" fmla="*/ 63 w 4"/>
                  <a:gd name="T5" fmla="*/ 0 h 5"/>
                  <a:gd name="T6" fmla="*/ 0 w 4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4"/>
                      <a:pt x="2" y="3"/>
                      <a:pt x="3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3" name="Freeform 1428">
                <a:extLst>
                  <a:ext uri="{FF2B5EF4-FFF2-40B4-BE49-F238E27FC236}">
                    <a16:creationId xmlns:a16="http://schemas.microsoft.com/office/drawing/2014/main" id="{EDF86F1F-4B5C-428C-B65D-2C4940488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666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33 w 2"/>
                  <a:gd name="T5" fmla="*/ 35 h 3"/>
                  <a:gd name="T6" fmla="*/ 33 w 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4" name="Freeform 1429">
                <a:extLst>
                  <a:ext uri="{FF2B5EF4-FFF2-40B4-BE49-F238E27FC236}">
                    <a16:creationId xmlns:a16="http://schemas.microsoft.com/office/drawing/2014/main" id="{7AA988D0-59C0-48CD-8836-84F79DABC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646"/>
                <a:ext cx="12" cy="18"/>
              </a:xfrm>
              <a:custGeom>
                <a:avLst/>
                <a:gdLst>
                  <a:gd name="T0" fmla="*/ 41 w 5"/>
                  <a:gd name="T1" fmla="*/ 0 h 7"/>
                  <a:gd name="T2" fmla="*/ 29 w 5"/>
                  <a:gd name="T3" fmla="*/ 100 h 7"/>
                  <a:gd name="T4" fmla="*/ 58 w 5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2" y="1"/>
                      <a:pt x="0" y="6"/>
                      <a:pt x="2" y="6"/>
                    </a:cubicBezTo>
                    <a:cubicBezTo>
                      <a:pt x="5" y="7"/>
                      <a:pt x="4" y="2"/>
                      <a:pt x="4" y="1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5" name="Freeform 1430">
                <a:extLst>
                  <a:ext uri="{FF2B5EF4-FFF2-40B4-BE49-F238E27FC236}">
                    <a16:creationId xmlns:a16="http://schemas.microsoft.com/office/drawing/2014/main" id="{CB6EFDCC-26D6-4AA3-A671-7E28AFC6D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669"/>
                <a:ext cx="15" cy="12"/>
              </a:xfrm>
              <a:custGeom>
                <a:avLst/>
                <a:gdLst>
                  <a:gd name="T0" fmla="*/ 63 w 6"/>
                  <a:gd name="T1" fmla="*/ 0 h 5"/>
                  <a:gd name="T2" fmla="*/ 0 w 6"/>
                  <a:gd name="T3" fmla="*/ 41 h 5"/>
                  <a:gd name="T4" fmla="*/ 95 w 6"/>
                  <a:gd name="T5" fmla="*/ 70 h 5"/>
                  <a:gd name="T6" fmla="*/ 95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3" y="0"/>
                      <a:pt x="0" y="1"/>
                      <a:pt x="0" y="3"/>
                    </a:cubicBezTo>
                    <a:cubicBezTo>
                      <a:pt x="2" y="4"/>
                      <a:pt x="4" y="4"/>
                      <a:pt x="6" y="5"/>
                    </a:cubicBezTo>
                    <a:cubicBezTo>
                      <a:pt x="6" y="3"/>
                      <a:pt x="5" y="1"/>
                      <a:pt x="6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6" name="Freeform 1431">
                <a:extLst>
                  <a:ext uri="{FF2B5EF4-FFF2-40B4-BE49-F238E27FC236}">
                    <a16:creationId xmlns:a16="http://schemas.microsoft.com/office/drawing/2014/main" id="{96582461-9A7A-4E30-AE4E-AB5C6EF31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661"/>
                <a:ext cx="10" cy="13"/>
              </a:xfrm>
              <a:custGeom>
                <a:avLst/>
                <a:gdLst>
                  <a:gd name="T0" fmla="*/ 50 w 4"/>
                  <a:gd name="T1" fmla="*/ 0 h 5"/>
                  <a:gd name="T2" fmla="*/ 20 w 4"/>
                  <a:gd name="T3" fmla="*/ 68 h 5"/>
                  <a:gd name="T4" fmla="*/ 63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1"/>
                      <a:pt x="0" y="3"/>
                      <a:pt x="1" y="4"/>
                    </a:cubicBezTo>
                    <a:cubicBezTo>
                      <a:pt x="3" y="5"/>
                      <a:pt x="4" y="3"/>
                      <a:pt x="4" y="2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7" name="Freeform 1432">
                <a:extLst>
                  <a:ext uri="{FF2B5EF4-FFF2-40B4-BE49-F238E27FC236}">
                    <a16:creationId xmlns:a16="http://schemas.microsoft.com/office/drawing/2014/main" id="{809F0370-3990-4AAA-9DE4-B6C1B086D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674"/>
                <a:ext cx="15" cy="27"/>
              </a:xfrm>
              <a:custGeom>
                <a:avLst/>
                <a:gdLst>
                  <a:gd name="T0" fmla="*/ 33 w 6"/>
                  <a:gd name="T1" fmla="*/ 42 h 11"/>
                  <a:gd name="T2" fmla="*/ 20 w 6"/>
                  <a:gd name="T3" fmla="*/ 103 h 11"/>
                  <a:gd name="T4" fmla="*/ 33 w 6"/>
                  <a:gd name="T5" fmla="*/ 162 h 11"/>
                  <a:gd name="T6" fmla="*/ 83 w 6"/>
                  <a:gd name="T7" fmla="*/ 162 h 11"/>
                  <a:gd name="T8" fmla="*/ 50 w 6"/>
                  <a:gd name="T9" fmla="*/ 120 h 11"/>
                  <a:gd name="T10" fmla="*/ 95 w 6"/>
                  <a:gd name="T11" fmla="*/ 71 h 11"/>
                  <a:gd name="T12" fmla="*/ 63 w 6"/>
                  <a:gd name="T13" fmla="*/ 61 h 11"/>
                  <a:gd name="T14" fmla="*/ 50 w 6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1">
                    <a:moveTo>
                      <a:pt x="2" y="3"/>
                    </a:moveTo>
                    <a:cubicBezTo>
                      <a:pt x="1" y="2"/>
                      <a:pt x="0" y="6"/>
                      <a:pt x="1" y="7"/>
                    </a:cubicBezTo>
                    <a:cubicBezTo>
                      <a:pt x="1" y="8"/>
                      <a:pt x="2" y="10"/>
                      <a:pt x="2" y="11"/>
                    </a:cubicBezTo>
                    <a:cubicBezTo>
                      <a:pt x="3" y="11"/>
                      <a:pt x="4" y="11"/>
                      <a:pt x="5" y="11"/>
                    </a:cubicBezTo>
                    <a:cubicBezTo>
                      <a:pt x="4" y="11"/>
                      <a:pt x="3" y="9"/>
                      <a:pt x="3" y="8"/>
                    </a:cubicBezTo>
                    <a:cubicBezTo>
                      <a:pt x="3" y="6"/>
                      <a:pt x="6" y="6"/>
                      <a:pt x="6" y="5"/>
                    </a:cubicBezTo>
                    <a:cubicBezTo>
                      <a:pt x="5" y="4"/>
                      <a:pt x="4" y="5"/>
                      <a:pt x="4" y="4"/>
                    </a:cubicBezTo>
                    <a:cubicBezTo>
                      <a:pt x="3" y="3"/>
                      <a:pt x="3" y="1"/>
                      <a:pt x="3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8" name="Freeform 1433">
                <a:extLst>
                  <a:ext uri="{FF2B5EF4-FFF2-40B4-BE49-F238E27FC236}">
                    <a16:creationId xmlns:a16="http://schemas.microsoft.com/office/drawing/2014/main" id="{0C8E7419-2A5F-4422-B535-DF03CC47E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661"/>
                <a:ext cx="15" cy="28"/>
              </a:xfrm>
              <a:custGeom>
                <a:avLst/>
                <a:gdLst>
                  <a:gd name="T0" fmla="*/ 50 w 6"/>
                  <a:gd name="T1" fmla="*/ 64 h 11"/>
                  <a:gd name="T2" fmla="*/ 50 w 6"/>
                  <a:gd name="T3" fmla="*/ 130 h 11"/>
                  <a:gd name="T4" fmla="*/ 0 w 6"/>
                  <a:gd name="T5" fmla="*/ 163 h 11"/>
                  <a:gd name="T6" fmla="*/ 63 w 6"/>
                  <a:gd name="T7" fmla="*/ 163 h 11"/>
                  <a:gd name="T8" fmla="*/ 95 w 6"/>
                  <a:gd name="T9" fmla="*/ 0 h 11"/>
                  <a:gd name="T10" fmla="*/ 95 w 6"/>
                  <a:gd name="T11" fmla="*/ 0 h 11"/>
                  <a:gd name="T12" fmla="*/ 83 w 6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3" y="4"/>
                    </a:moveTo>
                    <a:cubicBezTo>
                      <a:pt x="3" y="5"/>
                      <a:pt x="3" y="7"/>
                      <a:pt x="3" y="8"/>
                    </a:cubicBezTo>
                    <a:cubicBezTo>
                      <a:pt x="2" y="9"/>
                      <a:pt x="1" y="9"/>
                      <a:pt x="0" y="10"/>
                    </a:cubicBezTo>
                    <a:cubicBezTo>
                      <a:pt x="1" y="11"/>
                      <a:pt x="3" y="10"/>
                      <a:pt x="4" y="10"/>
                    </a:cubicBezTo>
                    <a:cubicBezTo>
                      <a:pt x="1" y="8"/>
                      <a:pt x="5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9" name="Freeform 1434">
                <a:extLst>
                  <a:ext uri="{FF2B5EF4-FFF2-40B4-BE49-F238E27FC236}">
                    <a16:creationId xmlns:a16="http://schemas.microsoft.com/office/drawing/2014/main" id="{F390CC31-42A6-489B-96AC-F68CA1E65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669"/>
                <a:ext cx="10" cy="17"/>
              </a:xfrm>
              <a:custGeom>
                <a:avLst/>
                <a:gdLst>
                  <a:gd name="T0" fmla="*/ 50 w 4"/>
                  <a:gd name="T1" fmla="*/ 12 h 7"/>
                  <a:gd name="T2" fmla="*/ 0 w 4"/>
                  <a:gd name="T3" fmla="*/ 100 h 7"/>
                  <a:gd name="T4" fmla="*/ 63 w 4"/>
                  <a:gd name="T5" fmla="*/ 100 h 7"/>
                  <a:gd name="T6" fmla="*/ 50 w 4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1" y="0"/>
                      <a:pt x="3" y="7"/>
                      <a:pt x="0" y="7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4" y="5"/>
                      <a:pt x="2" y="2"/>
                      <a:pt x="3" y="1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0" name="Freeform 1435">
                <a:extLst>
                  <a:ext uri="{FF2B5EF4-FFF2-40B4-BE49-F238E27FC236}">
                    <a16:creationId xmlns:a16="http://schemas.microsoft.com/office/drawing/2014/main" id="{C0816ECB-06A0-41CA-9DA4-6FED8BEBB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651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20 w 2"/>
                  <a:gd name="T3" fmla="*/ 63 h 4"/>
                  <a:gd name="T4" fmla="*/ 33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2" y="3"/>
                      <a:pt x="1" y="1"/>
                      <a:pt x="2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1" name="Freeform 1436">
                <a:extLst>
                  <a:ext uri="{FF2B5EF4-FFF2-40B4-BE49-F238E27FC236}">
                    <a16:creationId xmlns:a16="http://schemas.microsoft.com/office/drawing/2014/main" id="{2C22050C-7AE8-4B05-A167-9C206964E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681"/>
                <a:ext cx="15" cy="18"/>
              </a:xfrm>
              <a:custGeom>
                <a:avLst/>
                <a:gdLst>
                  <a:gd name="T0" fmla="*/ 0 w 6"/>
                  <a:gd name="T1" fmla="*/ 0 h 7"/>
                  <a:gd name="T2" fmla="*/ 33 w 6"/>
                  <a:gd name="T3" fmla="*/ 33 h 7"/>
                  <a:gd name="T4" fmla="*/ 63 w 6"/>
                  <a:gd name="T5" fmla="*/ 85 h 7"/>
                  <a:gd name="T6" fmla="*/ 83 w 6"/>
                  <a:gd name="T7" fmla="*/ 100 h 7"/>
                  <a:gd name="T8" fmla="*/ 95 w 6"/>
                  <a:gd name="T9" fmla="*/ 67 h 7"/>
                  <a:gd name="T10" fmla="*/ 63 w 6"/>
                  <a:gd name="T11" fmla="*/ 3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4" y="3"/>
                      <a:pt x="4" y="3"/>
                      <a:pt x="4" y="5"/>
                    </a:cubicBezTo>
                    <a:cubicBezTo>
                      <a:pt x="5" y="5"/>
                      <a:pt x="4" y="7"/>
                      <a:pt x="5" y="6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5" y="4"/>
                      <a:pt x="4" y="3"/>
                      <a:pt x="4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2" name="Freeform 1437">
                <a:extLst>
                  <a:ext uri="{FF2B5EF4-FFF2-40B4-BE49-F238E27FC236}">
                    <a16:creationId xmlns:a16="http://schemas.microsoft.com/office/drawing/2014/main" id="{EB4F2934-F4F6-44D1-B343-9D3B7BBC5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664"/>
                <a:ext cx="17" cy="27"/>
              </a:xfrm>
              <a:custGeom>
                <a:avLst/>
                <a:gdLst>
                  <a:gd name="T0" fmla="*/ 29 w 7"/>
                  <a:gd name="T1" fmla="*/ 29 h 11"/>
                  <a:gd name="T2" fmla="*/ 29 w 7"/>
                  <a:gd name="T3" fmla="*/ 103 h 11"/>
                  <a:gd name="T4" fmla="*/ 0 w 7"/>
                  <a:gd name="T5" fmla="*/ 162 h 11"/>
                  <a:gd name="T6" fmla="*/ 29 w 7"/>
                  <a:gd name="T7" fmla="*/ 162 h 11"/>
                  <a:gd name="T8" fmla="*/ 100 w 7"/>
                  <a:gd name="T9" fmla="*/ 29 h 11"/>
                  <a:gd name="T10" fmla="*/ 41 w 7"/>
                  <a:gd name="T11" fmla="*/ 1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2" y="2"/>
                    </a:moveTo>
                    <a:cubicBezTo>
                      <a:pt x="1" y="3"/>
                      <a:pt x="2" y="5"/>
                      <a:pt x="2" y="7"/>
                    </a:cubicBezTo>
                    <a:cubicBezTo>
                      <a:pt x="2" y="9"/>
                      <a:pt x="0" y="9"/>
                      <a:pt x="0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2" y="9"/>
                      <a:pt x="3" y="0"/>
                      <a:pt x="7" y="2"/>
                    </a:cubicBezTo>
                    <a:cubicBezTo>
                      <a:pt x="6" y="1"/>
                      <a:pt x="4" y="1"/>
                      <a:pt x="3" y="1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3" name="Freeform 1438">
                <a:extLst>
                  <a:ext uri="{FF2B5EF4-FFF2-40B4-BE49-F238E27FC236}">
                    <a16:creationId xmlns:a16="http://schemas.microsoft.com/office/drawing/2014/main" id="{452A9BF3-26FB-4861-A48C-54610757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639"/>
                <a:ext cx="15" cy="27"/>
              </a:xfrm>
              <a:custGeom>
                <a:avLst/>
                <a:gdLst>
                  <a:gd name="T0" fmla="*/ 0 w 6"/>
                  <a:gd name="T1" fmla="*/ 0 h 11"/>
                  <a:gd name="T2" fmla="*/ 0 w 6"/>
                  <a:gd name="T3" fmla="*/ 120 h 11"/>
                  <a:gd name="T4" fmla="*/ 83 w 6"/>
                  <a:gd name="T5" fmla="*/ 162 h 11"/>
                  <a:gd name="T6" fmla="*/ 95 w 6"/>
                  <a:gd name="T7" fmla="*/ 120 h 11"/>
                  <a:gd name="T8" fmla="*/ 83 w 6"/>
                  <a:gd name="T9" fmla="*/ 12 h 11"/>
                  <a:gd name="T10" fmla="*/ 50 w 6"/>
                  <a:gd name="T11" fmla="*/ 1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2" y="2"/>
                      <a:pt x="1" y="5"/>
                      <a:pt x="0" y="8"/>
                    </a:cubicBezTo>
                    <a:cubicBezTo>
                      <a:pt x="2" y="3"/>
                      <a:pt x="4" y="10"/>
                      <a:pt x="5" y="11"/>
                    </a:cubicBezTo>
                    <a:cubicBezTo>
                      <a:pt x="5" y="10"/>
                      <a:pt x="6" y="9"/>
                      <a:pt x="6" y="8"/>
                    </a:cubicBezTo>
                    <a:cubicBezTo>
                      <a:pt x="2" y="9"/>
                      <a:pt x="3" y="3"/>
                      <a:pt x="5" y="1"/>
                    </a:cubicBezTo>
                    <a:cubicBezTo>
                      <a:pt x="4" y="3"/>
                      <a:pt x="2" y="3"/>
                      <a:pt x="3" y="1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4" name="Freeform 1439">
                <a:extLst>
                  <a:ext uri="{FF2B5EF4-FFF2-40B4-BE49-F238E27FC236}">
                    <a16:creationId xmlns:a16="http://schemas.microsoft.com/office/drawing/2014/main" id="{F44386EA-D8B4-4F05-91C6-ED81E4FDB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694"/>
                <a:ext cx="12" cy="20"/>
              </a:xfrm>
              <a:custGeom>
                <a:avLst/>
                <a:gdLst>
                  <a:gd name="T0" fmla="*/ 29 w 5"/>
                  <a:gd name="T1" fmla="*/ 0 h 8"/>
                  <a:gd name="T2" fmla="*/ 0 w 5"/>
                  <a:gd name="T3" fmla="*/ 95 h 8"/>
                  <a:gd name="T4" fmla="*/ 70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4" y="2"/>
                      <a:pt x="1" y="5"/>
                      <a:pt x="0" y="6"/>
                    </a:cubicBezTo>
                    <a:cubicBezTo>
                      <a:pt x="4" y="8"/>
                      <a:pt x="2" y="1"/>
                      <a:pt x="5" y="0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5" name="Freeform 1440">
                <a:extLst>
                  <a:ext uri="{FF2B5EF4-FFF2-40B4-BE49-F238E27FC236}">
                    <a16:creationId xmlns:a16="http://schemas.microsoft.com/office/drawing/2014/main" id="{A7DADA19-A844-4F85-BBD9-15FC6BE1B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694"/>
                <a:ext cx="8" cy="15"/>
              </a:xfrm>
              <a:custGeom>
                <a:avLst/>
                <a:gdLst>
                  <a:gd name="T0" fmla="*/ 35 w 3"/>
                  <a:gd name="T1" fmla="*/ 20 h 6"/>
                  <a:gd name="T2" fmla="*/ 0 w 3"/>
                  <a:gd name="T3" fmla="*/ 0 h 6"/>
                  <a:gd name="T4" fmla="*/ 0 w 3"/>
                  <a:gd name="T5" fmla="*/ 0 h 6"/>
                  <a:gd name="T6" fmla="*/ 21 w 3"/>
                  <a:gd name="T7" fmla="*/ 95 h 6"/>
                  <a:gd name="T8" fmla="*/ 56 w 3"/>
                  <a:gd name="T9" fmla="*/ 3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2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2" y="4"/>
                      <a:pt x="1" y="6"/>
                    </a:cubicBezTo>
                    <a:cubicBezTo>
                      <a:pt x="2" y="5"/>
                      <a:pt x="2" y="3"/>
                      <a:pt x="3" y="2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6" name="Freeform 1441">
                <a:extLst>
                  <a:ext uri="{FF2B5EF4-FFF2-40B4-BE49-F238E27FC236}">
                    <a16:creationId xmlns:a16="http://schemas.microsoft.com/office/drawing/2014/main" id="{E5F0CABB-1459-47AE-BBA2-4214E9153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746"/>
                <a:ext cx="12" cy="15"/>
              </a:xfrm>
              <a:custGeom>
                <a:avLst/>
                <a:gdLst>
                  <a:gd name="T0" fmla="*/ 41 w 5"/>
                  <a:gd name="T1" fmla="*/ 20 h 6"/>
                  <a:gd name="T2" fmla="*/ 0 w 5"/>
                  <a:gd name="T3" fmla="*/ 95 h 6"/>
                  <a:gd name="T4" fmla="*/ 58 w 5"/>
                  <a:gd name="T5" fmla="*/ 50 h 6"/>
                  <a:gd name="T6" fmla="*/ 70 w 5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1"/>
                    </a:moveTo>
                    <a:cubicBezTo>
                      <a:pt x="1" y="2"/>
                      <a:pt x="0" y="5"/>
                      <a:pt x="0" y="6"/>
                    </a:cubicBezTo>
                    <a:cubicBezTo>
                      <a:pt x="1" y="5"/>
                      <a:pt x="3" y="4"/>
                      <a:pt x="4" y="3"/>
                    </a:cubicBezTo>
                    <a:cubicBezTo>
                      <a:pt x="5" y="2"/>
                      <a:pt x="4" y="1"/>
                      <a:pt x="5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7" name="Freeform 1442">
                <a:extLst>
                  <a:ext uri="{FF2B5EF4-FFF2-40B4-BE49-F238E27FC236}">
                    <a16:creationId xmlns:a16="http://schemas.microsoft.com/office/drawing/2014/main" id="{4757AB05-F2B6-47A3-B3AB-49AB37EA1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866"/>
                <a:ext cx="30" cy="15"/>
              </a:xfrm>
              <a:custGeom>
                <a:avLst/>
                <a:gdLst>
                  <a:gd name="T0" fmla="*/ 113 w 12"/>
                  <a:gd name="T1" fmla="*/ 0 h 6"/>
                  <a:gd name="T2" fmla="*/ 0 w 12"/>
                  <a:gd name="T3" fmla="*/ 0 h 6"/>
                  <a:gd name="T4" fmla="*/ 113 w 12"/>
                  <a:gd name="T5" fmla="*/ 63 h 6"/>
                  <a:gd name="T6" fmla="*/ 158 w 12"/>
                  <a:gd name="T7" fmla="*/ 83 h 6"/>
                  <a:gd name="T8" fmla="*/ 188 w 12"/>
                  <a:gd name="T9" fmla="*/ 20 h 6"/>
                  <a:gd name="T10" fmla="*/ 113 w 12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7" y="0"/>
                    </a:moveTo>
                    <a:cubicBezTo>
                      <a:pt x="5" y="1"/>
                      <a:pt x="3" y="2"/>
                      <a:pt x="0" y="0"/>
                    </a:cubicBezTo>
                    <a:cubicBezTo>
                      <a:pt x="2" y="2"/>
                      <a:pt x="5" y="3"/>
                      <a:pt x="7" y="4"/>
                    </a:cubicBezTo>
                    <a:cubicBezTo>
                      <a:pt x="9" y="5"/>
                      <a:pt x="9" y="6"/>
                      <a:pt x="10" y="5"/>
                    </a:cubicBezTo>
                    <a:cubicBezTo>
                      <a:pt x="11" y="4"/>
                      <a:pt x="11" y="2"/>
                      <a:pt x="12" y="1"/>
                    </a:cubicBezTo>
                    <a:cubicBezTo>
                      <a:pt x="10" y="2"/>
                      <a:pt x="7" y="3"/>
                      <a:pt x="7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8" name="Freeform 1443">
                <a:extLst>
                  <a:ext uri="{FF2B5EF4-FFF2-40B4-BE49-F238E27FC236}">
                    <a16:creationId xmlns:a16="http://schemas.microsoft.com/office/drawing/2014/main" id="{813FA4A9-995D-47C7-99CF-ED278316B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876"/>
                <a:ext cx="7" cy="15"/>
              </a:xfrm>
              <a:custGeom>
                <a:avLst/>
                <a:gdLst>
                  <a:gd name="T0" fmla="*/ 12 w 3"/>
                  <a:gd name="T1" fmla="*/ 20 h 6"/>
                  <a:gd name="T2" fmla="*/ 0 w 3"/>
                  <a:gd name="T3" fmla="*/ 83 h 6"/>
                  <a:gd name="T4" fmla="*/ 37 w 3"/>
                  <a:gd name="T5" fmla="*/ 95 h 6"/>
                  <a:gd name="T6" fmla="*/ 37 w 3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1"/>
                    </a:moveTo>
                    <a:cubicBezTo>
                      <a:pt x="1" y="2"/>
                      <a:pt x="0" y="4"/>
                      <a:pt x="0" y="5"/>
                    </a:cubicBezTo>
                    <a:cubicBezTo>
                      <a:pt x="1" y="5"/>
                      <a:pt x="3" y="5"/>
                      <a:pt x="3" y="6"/>
                    </a:cubicBezTo>
                    <a:cubicBezTo>
                      <a:pt x="3" y="4"/>
                      <a:pt x="1" y="2"/>
                      <a:pt x="3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9" name="Freeform 1444">
                <a:extLst>
                  <a:ext uri="{FF2B5EF4-FFF2-40B4-BE49-F238E27FC236}">
                    <a16:creationId xmlns:a16="http://schemas.microsoft.com/office/drawing/2014/main" id="{94781911-C41D-40D7-B6A3-6950CC30B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889"/>
                <a:ext cx="12" cy="15"/>
              </a:xfrm>
              <a:custGeom>
                <a:avLst/>
                <a:gdLst>
                  <a:gd name="T0" fmla="*/ 0 w 5"/>
                  <a:gd name="T1" fmla="*/ 95 h 6"/>
                  <a:gd name="T2" fmla="*/ 41 w 5"/>
                  <a:gd name="T3" fmla="*/ 0 h 6"/>
                  <a:gd name="T4" fmla="*/ 58 w 5"/>
                  <a:gd name="T5" fmla="*/ 50 h 6"/>
                  <a:gd name="T6" fmla="*/ 70 w 5"/>
                  <a:gd name="T7" fmla="*/ 95 h 6"/>
                  <a:gd name="T8" fmla="*/ 29 w 5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2" y="4"/>
                      <a:pt x="2" y="2"/>
                      <a:pt x="3" y="0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5" y="6"/>
                    </a:cubicBezTo>
                    <a:cubicBezTo>
                      <a:pt x="4" y="6"/>
                      <a:pt x="3" y="6"/>
                      <a:pt x="2" y="6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0" name="Freeform 1445">
                <a:extLst>
                  <a:ext uri="{FF2B5EF4-FFF2-40B4-BE49-F238E27FC236}">
                    <a16:creationId xmlns:a16="http://schemas.microsoft.com/office/drawing/2014/main" id="{0EF64923-1C56-450E-BC04-7D35BABCF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869"/>
                <a:ext cx="10" cy="25"/>
              </a:xfrm>
              <a:custGeom>
                <a:avLst/>
                <a:gdLst>
                  <a:gd name="T0" fmla="*/ 63 w 4"/>
                  <a:gd name="T1" fmla="*/ 20 h 10"/>
                  <a:gd name="T2" fmla="*/ 33 w 4"/>
                  <a:gd name="T3" fmla="*/ 63 h 10"/>
                  <a:gd name="T4" fmla="*/ 0 w 4"/>
                  <a:gd name="T5" fmla="*/ 145 h 10"/>
                  <a:gd name="T6" fmla="*/ 63 w 4"/>
                  <a:gd name="T7" fmla="*/ 145 h 10"/>
                  <a:gd name="T8" fmla="*/ 33 w 4"/>
                  <a:gd name="T9" fmla="*/ 125 h 10"/>
                  <a:gd name="T10" fmla="*/ 63 w 4"/>
                  <a:gd name="T11" fmla="*/ 2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1"/>
                    </a:moveTo>
                    <a:cubicBezTo>
                      <a:pt x="3" y="0"/>
                      <a:pt x="2" y="3"/>
                      <a:pt x="2" y="4"/>
                    </a:cubicBezTo>
                    <a:cubicBezTo>
                      <a:pt x="1" y="5"/>
                      <a:pt x="0" y="7"/>
                      <a:pt x="0" y="9"/>
                    </a:cubicBezTo>
                    <a:cubicBezTo>
                      <a:pt x="2" y="10"/>
                      <a:pt x="2" y="8"/>
                      <a:pt x="4" y="9"/>
                    </a:cubicBezTo>
                    <a:cubicBezTo>
                      <a:pt x="4" y="9"/>
                      <a:pt x="3" y="8"/>
                      <a:pt x="2" y="8"/>
                    </a:cubicBezTo>
                    <a:cubicBezTo>
                      <a:pt x="4" y="6"/>
                      <a:pt x="2" y="3"/>
                      <a:pt x="4" y="1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1" name="Freeform 1446">
                <a:extLst>
                  <a:ext uri="{FF2B5EF4-FFF2-40B4-BE49-F238E27FC236}">
                    <a16:creationId xmlns:a16="http://schemas.microsoft.com/office/drawing/2014/main" id="{56BA23D8-CD74-4121-9B28-F48B2CF9C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861"/>
                <a:ext cx="17" cy="25"/>
              </a:xfrm>
              <a:custGeom>
                <a:avLst/>
                <a:gdLst>
                  <a:gd name="T0" fmla="*/ 0 w 7"/>
                  <a:gd name="T1" fmla="*/ 0 h 10"/>
                  <a:gd name="T2" fmla="*/ 41 w 7"/>
                  <a:gd name="T3" fmla="*/ 158 h 10"/>
                  <a:gd name="T4" fmla="*/ 87 w 7"/>
                  <a:gd name="T5" fmla="*/ 50 h 10"/>
                  <a:gd name="T6" fmla="*/ 41 w 7"/>
                  <a:gd name="T7" fmla="*/ 2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7" y="2"/>
                      <a:pt x="3" y="6"/>
                      <a:pt x="3" y="10"/>
                    </a:cubicBezTo>
                    <a:cubicBezTo>
                      <a:pt x="5" y="8"/>
                      <a:pt x="3" y="4"/>
                      <a:pt x="6" y="3"/>
                    </a:cubicBezTo>
                    <a:cubicBezTo>
                      <a:pt x="5" y="2"/>
                      <a:pt x="4" y="1"/>
                      <a:pt x="3" y="1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2" name="Freeform 1447">
                <a:extLst>
                  <a:ext uri="{FF2B5EF4-FFF2-40B4-BE49-F238E27FC236}">
                    <a16:creationId xmlns:a16="http://schemas.microsoft.com/office/drawing/2014/main" id="{F885199B-3257-4CBF-9DE6-CDBAE4374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851"/>
                <a:ext cx="10" cy="13"/>
              </a:xfrm>
              <a:custGeom>
                <a:avLst/>
                <a:gdLst>
                  <a:gd name="T0" fmla="*/ 50 w 4"/>
                  <a:gd name="T1" fmla="*/ 0 h 5"/>
                  <a:gd name="T2" fmla="*/ 0 w 4"/>
                  <a:gd name="T3" fmla="*/ 88 h 5"/>
                  <a:gd name="T4" fmla="*/ 63 w 4"/>
                  <a:gd name="T5" fmla="*/ 68 h 5"/>
                  <a:gd name="T6" fmla="*/ 63 w 4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5"/>
                      <a:pt x="3" y="4"/>
                      <a:pt x="4" y="4"/>
                    </a:cubicBezTo>
                    <a:cubicBezTo>
                      <a:pt x="4" y="3"/>
                      <a:pt x="3" y="2"/>
                      <a:pt x="4" y="1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3" name="Freeform 1448">
                <a:extLst>
                  <a:ext uri="{FF2B5EF4-FFF2-40B4-BE49-F238E27FC236}">
                    <a16:creationId xmlns:a16="http://schemas.microsoft.com/office/drawing/2014/main" id="{4ECF723A-0FF6-464A-B4BB-D8B8CFC11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874"/>
                <a:ext cx="35" cy="25"/>
              </a:xfrm>
              <a:custGeom>
                <a:avLst/>
                <a:gdLst>
                  <a:gd name="T0" fmla="*/ 20 w 14"/>
                  <a:gd name="T1" fmla="*/ 33 h 10"/>
                  <a:gd name="T2" fmla="*/ 0 w 14"/>
                  <a:gd name="T3" fmla="*/ 113 h 10"/>
                  <a:gd name="T4" fmla="*/ 50 w 14"/>
                  <a:gd name="T5" fmla="*/ 113 h 10"/>
                  <a:gd name="T6" fmla="*/ 220 w 14"/>
                  <a:gd name="T7" fmla="*/ 113 h 10"/>
                  <a:gd name="T8" fmla="*/ 113 w 14"/>
                  <a:gd name="T9" fmla="*/ 83 h 10"/>
                  <a:gd name="T10" fmla="*/ 63 w 14"/>
                  <a:gd name="T11" fmla="*/ 95 h 10"/>
                  <a:gd name="T12" fmla="*/ 50 w 14"/>
                  <a:gd name="T13" fmla="*/ 0 h 10"/>
                  <a:gd name="T14" fmla="*/ 0 w 14"/>
                  <a:gd name="T15" fmla="*/ 33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0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1" y="9"/>
                      <a:pt x="2" y="8"/>
                      <a:pt x="3" y="7"/>
                    </a:cubicBezTo>
                    <a:cubicBezTo>
                      <a:pt x="6" y="7"/>
                      <a:pt x="13" y="10"/>
                      <a:pt x="14" y="7"/>
                    </a:cubicBezTo>
                    <a:cubicBezTo>
                      <a:pt x="12" y="8"/>
                      <a:pt x="8" y="7"/>
                      <a:pt x="7" y="5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4" y="5"/>
                      <a:pt x="4" y="1"/>
                      <a:pt x="3" y="0"/>
                    </a:cubicBezTo>
                    <a:cubicBezTo>
                      <a:pt x="2" y="0"/>
                      <a:pt x="1" y="2"/>
                      <a:pt x="0" y="2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4" name="Freeform 1449">
                <a:extLst>
                  <a:ext uri="{FF2B5EF4-FFF2-40B4-BE49-F238E27FC236}">
                    <a16:creationId xmlns:a16="http://schemas.microsoft.com/office/drawing/2014/main" id="{245238A5-FF5B-4170-9E63-CCCCE8270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879"/>
                <a:ext cx="13" cy="17"/>
              </a:xfrm>
              <a:custGeom>
                <a:avLst/>
                <a:gdLst>
                  <a:gd name="T0" fmla="*/ 0 w 5"/>
                  <a:gd name="T1" fmla="*/ 87 h 7"/>
                  <a:gd name="T2" fmla="*/ 21 w 5"/>
                  <a:gd name="T3" fmla="*/ 0 h 7"/>
                  <a:gd name="T4" fmla="*/ 21 w 5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3" y="5"/>
                      <a:pt x="1" y="1"/>
                      <a:pt x="1" y="0"/>
                    </a:cubicBezTo>
                    <a:cubicBezTo>
                      <a:pt x="2" y="2"/>
                      <a:pt x="5" y="5"/>
                      <a:pt x="1" y="7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5" name="Freeform 1450">
                <a:extLst>
                  <a:ext uri="{FF2B5EF4-FFF2-40B4-BE49-F238E27FC236}">
                    <a16:creationId xmlns:a16="http://schemas.microsoft.com/office/drawing/2014/main" id="{4266EE36-CDA8-4C85-9C35-5FEC1A8D3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849"/>
                <a:ext cx="17" cy="15"/>
              </a:xfrm>
              <a:custGeom>
                <a:avLst/>
                <a:gdLst>
                  <a:gd name="T0" fmla="*/ 12 w 7"/>
                  <a:gd name="T1" fmla="*/ 0 h 6"/>
                  <a:gd name="T2" fmla="*/ 29 w 7"/>
                  <a:gd name="T3" fmla="*/ 83 h 6"/>
                  <a:gd name="T4" fmla="*/ 100 w 7"/>
                  <a:gd name="T5" fmla="*/ 95 h 6"/>
                  <a:gd name="T6" fmla="*/ 41 w 7"/>
                  <a:gd name="T7" fmla="*/ 5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1" y="2"/>
                      <a:pt x="0" y="4"/>
                      <a:pt x="2" y="5"/>
                    </a:cubicBezTo>
                    <a:cubicBezTo>
                      <a:pt x="4" y="6"/>
                      <a:pt x="5" y="4"/>
                      <a:pt x="7" y="6"/>
                    </a:cubicBezTo>
                    <a:cubicBezTo>
                      <a:pt x="5" y="5"/>
                      <a:pt x="5" y="4"/>
                      <a:pt x="3" y="3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6" name="Freeform 1451">
                <a:extLst>
                  <a:ext uri="{FF2B5EF4-FFF2-40B4-BE49-F238E27FC236}">
                    <a16:creationId xmlns:a16="http://schemas.microsoft.com/office/drawing/2014/main" id="{CE928D3C-D876-4B0B-83C1-43BF6CE76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831"/>
                <a:ext cx="15" cy="23"/>
              </a:xfrm>
              <a:custGeom>
                <a:avLst/>
                <a:gdLst>
                  <a:gd name="T0" fmla="*/ 50 w 6"/>
                  <a:gd name="T1" fmla="*/ 33 h 9"/>
                  <a:gd name="T2" fmla="*/ 0 w 6"/>
                  <a:gd name="T3" fmla="*/ 151 h 9"/>
                  <a:gd name="T4" fmla="*/ 83 w 6"/>
                  <a:gd name="T5" fmla="*/ 97 h 9"/>
                  <a:gd name="T6" fmla="*/ 83 w 6"/>
                  <a:gd name="T7" fmla="*/ 0 h 9"/>
                  <a:gd name="T8" fmla="*/ 63 w 6"/>
                  <a:gd name="T9" fmla="*/ 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3" y="2"/>
                    </a:moveTo>
                    <a:cubicBezTo>
                      <a:pt x="2" y="4"/>
                      <a:pt x="0" y="7"/>
                      <a:pt x="0" y="9"/>
                    </a:cubicBezTo>
                    <a:cubicBezTo>
                      <a:pt x="1" y="9"/>
                      <a:pt x="5" y="7"/>
                      <a:pt x="5" y="6"/>
                    </a:cubicBezTo>
                    <a:cubicBezTo>
                      <a:pt x="6" y="5"/>
                      <a:pt x="5" y="2"/>
                      <a:pt x="5" y="0"/>
                    </a:cubicBezTo>
                    <a:cubicBezTo>
                      <a:pt x="5" y="0"/>
                      <a:pt x="4" y="0"/>
                      <a:pt x="4" y="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7" name="Freeform 1452">
                <a:extLst>
                  <a:ext uri="{FF2B5EF4-FFF2-40B4-BE49-F238E27FC236}">
                    <a16:creationId xmlns:a16="http://schemas.microsoft.com/office/drawing/2014/main" id="{582FF8F5-2F5D-442C-BF6D-5E04F6416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844"/>
                <a:ext cx="12" cy="25"/>
              </a:xfrm>
              <a:custGeom>
                <a:avLst/>
                <a:gdLst>
                  <a:gd name="T0" fmla="*/ 58 w 5"/>
                  <a:gd name="T1" fmla="*/ 33 h 10"/>
                  <a:gd name="T2" fmla="*/ 0 w 5"/>
                  <a:gd name="T3" fmla="*/ 158 h 10"/>
                  <a:gd name="T4" fmla="*/ 70 w 5"/>
                  <a:gd name="T5" fmla="*/ 83 h 10"/>
                  <a:gd name="T6" fmla="*/ 70 w 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4" y="2"/>
                    </a:moveTo>
                    <a:cubicBezTo>
                      <a:pt x="2" y="4"/>
                      <a:pt x="0" y="7"/>
                      <a:pt x="0" y="10"/>
                    </a:cubicBezTo>
                    <a:cubicBezTo>
                      <a:pt x="2" y="9"/>
                      <a:pt x="3" y="6"/>
                      <a:pt x="5" y="5"/>
                    </a:cubicBezTo>
                    <a:cubicBezTo>
                      <a:pt x="4" y="4"/>
                      <a:pt x="4" y="1"/>
                      <a:pt x="5" y="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8" name="Freeform 1453">
                <a:extLst>
                  <a:ext uri="{FF2B5EF4-FFF2-40B4-BE49-F238E27FC236}">
                    <a16:creationId xmlns:a16="http://schemas.microsoft.com/office/drawing/2014/main" id="{74F193BE-0B31-41F8-91AF-959DEB57F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861"/>
                <a:ext cx="12" cy="15"/>
              </a:xfrm>
              <a:custGeom>
                <a:avLst/>
                <a:gdLst>
                  <a:gd name="T0" fmla="*/ 41 w 5"/>
                  <a:gd name="T1" fmla="*/ 0 h 6"/>
                  <a:gd name="T2" fmla="*/ 0 w 5"/>
                  <a:gd name="T3" fmla="*/ 95 h 6"/>
                  <a:gd name="T4" fmla="*/ 70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2" y="5"/>
                      <a:pt x="4" y="1"/>
                      <a:pt x="5" y="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9" name="Freeform 1454">
                <a:extLst>
                  <a:ext uri="{FF2B5EF4-FFF2-40B4-BE49-F238E27FC236}">
                    <a16:creationId xmlns:a16="http://schemas.microsoft.com/office/drawing/2014/main" id="{10F75C7B-5385-4477-AA3D-50B20BFF1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836"/>
                <a:ext cx="13" cy="20"/>
              </a:xfrm>
              <a:custGeom>
                <a:avLst/>
                <a:gdLst>
                  <a:gd name="T0" fmla="*/ 55 w 5"/>
                  <a:gd name="T1" fmla="*/ 20 h 8"/>
                  <a:gd name="T2" fmla="*/ 34 w 5"/>
                  <a:gd name="T3" fmla="*/ 83 h 8"/>
                  <a:gd name="T4" fmla="*/ 0 w 5"/>
                  <a:gd name="T5" fmla="*/ 125 h 8"/>
                  <a:gd name="T6" fmla="*/ 68 w 5"/>
                  <a:gd name="T7" fmla="*/ 63 h 8"/>
                  <a:gd name="T8" fmla="*/ 88 w 5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3" y="1"/>
                    </a:moveTo>
                    <a:cubicBezTo>
                      <a:pt x="3" y="2"/>
                      <a:pt x="3" y="3"/>
                      <a:pt x="2" y="5"/>
                    </a:cubicBezTo>
                    <a:cubicBezTo>
                      <a:pt x="2" y="6"/>
                      <a:pt x="1" y="7"/>
                      <a:pt x="0" y="8"/>
                    </a:cubicBezTo>
                    <a:cubicBezTo>
                      <a:pt x="2" y="7"/>
                      <a:pt x="3" y="6"/>
                      <a:pt x="4" y="4"/>
                    </a:cubicBezTo>
                    <a:cubicBezTo>
                      <a:pt x="4" y="3"/>
                      <a:pt x="4" y="1"/>
                      <a:pt x="5" y="0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0" name="Freeform 1455">
                <a:extLst>
                  <a:ext uri="{FF2B5EF4-FFF2-40B4-BE49-F238E27FC236}">
                    <a16:creationId xmlns:a16="http://schemas.microsoft.com/office/drawing/2014/main" id="{A263A5EA-2E52-4634-8261-AE2244E6D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866"/>
                <a:ext cx="10" cy="20"/>
              </a:xfrm>
              <a:custGeom>
                <a:avLst/>
                <a:gdLst>
                  <a:gd name="T0" fmla="*/ 50 w 4"/>
                  <a:gd name="T1" fmla="*/ 0 h 8"/>
                  <a:gd name="T2" fmla="*/ 0 w 4"/>
                  <a:gd name="T3" fmla="*/ 113 h 8"/>
                  <a:gd name="T4" fmla="*/ 63 w 4"/>
                  <a:gd name="T5" fmla="*/ 125 h 8"/>
                  <a:gd name="T6" fmla="*/ 63 w 4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cubicBezTo>
                      <a:pt x="3" y="2"/>
                      <a:pt x="3" y="7"/>
                      <a:pt x="0" y="7"/>
                    </a:cubicBezTo>
                    <a:cubicBezTo>
                      <a:pt x="1" y="7"/>
                      <a:pt x="3" y="7"/>
                      <a:pt x="4" y="8"/>
                    </a:cubicBezTo>
                    <a:cubicBezTo>
                      <a:pt x="3" y="5"/>
                      <a:pt x="3" y="2"/>
                      <a:pt x="4" y="0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1" name="Freeform 1456">
                <a:extLst>
                  <a:ext uri="{FF2B5EF4-FFF2-40B4-BE49-F238E27FC236}">
                    <a16:creationId xmlns:a16="http://schemas.microsoft.com/office/drawing/2014/main" id="{5E080B71-50C9-47B0-9E2A-72C50A827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829"/>
                <a:ext cx="7" cy="17"/>
              </a:xfrm>
              <a:custGeom>
                <a:avLst/>
                <a:gdLst>
                  <a:gd name="T0" fmla="*/ 28 w 3"/>
                  <a:gd name="T1" fmla="*/ 41 h 7"/>
                  <a:gd name="T2" fmla="*/ 0 w 3"/>
                  <a:gd name="T3" fmla="*/ 100 h 7"/>
                  <a:gd name="T4" fmla="*/ 37 w 3"/>
                  <a:gd name="T5" fmla="*/ 0 h 7"/>
                  <a:gd name="T6" fmla="*/ 28 w 3"/>
                  <a:gd name="T7" fmla="*/ 2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2" y="3"/>
                    </a:moveTo>
                    <a:cubicBezTo>
                      <a:pt x="1" y="4"/>
                      <a:pt x="0" y="6"/>
                      <a:pt x="0" y="7"/>
                    </a:cubicBezTo>
                    <a:cubicBezTo>
                      <a:pt x="3" y="6"/>
                      <a:pt x="3" y="3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2" name="Freeform 1457">
                <a:extLst>
                  <a:ext uri="{FF2B5EF4-FFF2-40B4-BE49-F238E27FC236}">
                    <a16:creationId xmlns:a16="http://schemas.microsoft.com/office/drawing/2014/main" id="{8618F859-7CF0-4486-9A85-DD17A2519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869"/>
                <a:ext cx="10" cy="17"/>
              </a:xfrm>
              <a:custGeom>
                <a:avLst/>
                <a:gdLst>
                  <a:gd name="T0" fmla="*/ 50 w 4"/>
                  <a:gd name="T1" fmla="*/ 12 h 7"/>
                  <a:gd name="T2" fmla="*/ 20 w 4"/>
                  <a:gd name="T3" fmla="*/ 100 h 7"/>
                  <a:gd name="T4" fmla="*/ 63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2" y="1"/>
                      <a:pt x="0" y="6"/>
                      <a:pt x="1" y="7"/>
                    </a:cubicBezTo>
                    <a:cubicBezTo>
                      <a:pt x="3" y="6"/>
                      <a:pt x="3" y="2"/>
                      <a:pt x="4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3" name="Freeform 1458">
                <a:extLst>
                  <a:ext uri="{FF2B5EF4-FFF2-40B4-BE49-F238E27FC236}">
                    <a16:creationId xmlns:a16="http://schemas.microsoft.com/office/drawing/2014/main" id="{DD49EB0D-4CE9-43C5-B57F-151C3FD62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629"/>
                <a:ext cx="15" cy="15"/>
              </a:xfrm>
              <a:custGeom>
                <a:avLst/>
                <a:gdLst>
                  <a:gd name="T0" fmla="*/ 63 w 6"/>
                  <a:gd name="T1" fmla="*/ 0 h 6"/>
                  <a:gd name="T2" fmla="*/ 0 w 6"/>
                  <a:gd name="T3" fmla="*/ 83 h 6"/>
                  <a:gd name="T4" fmla="*/ 95 w 6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3" y="2"/>
                      <a:pt x="1" y="3"/>
                      <a:pt x="0" y="5"/>
                    </a:cubicBezTo>
                    <a:cubicBezTo>
                      <a:pt x="2" y="6"/>
                      <a:pt x="5" y="3"/>
                      <a:pt x="6" y="1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4" name="Freeform 1459">
                <a:extLst>
                  <a:ext uri="{FF2B5EF4-FFF2-40B4-BE49-F238E27FC236}">
                    <a16:creationId xmlns:a16="http://schemas.microsoft.com/office/drawing/2014/main" id="{60075D2D-39E2-4F37-904B-2D64E497A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641"/>
                <a:ext cx="15" cy="10"/>
              </a:xfrm>
              <a:custGeom>
                <a:avLst/>
                <a:gdLst>
                  <a:gd name="T0" fmla="*/ 95 w 6"/>
                  <a:gd name="T1" fmla="*/ 0 h 4"/>
                  <a:gd name="T2" fmla="*/ 0 w 6"/>
                  <a:gd name="T3" fmla="*/ 63 h 4"/>
                  <a:gd name="T4" fmla="*/ 95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0"/>
                      <a:pt x="1" y="2"/>
                      <a:pt x="0" y="4"/>
                    </a:cubicBezTo>
                    <a:cubicBezTo>
                      <a:pt x="2" y="4"/>
                      <a:pt x="5" y="2"/>
                      <a:pt x="6" y="0"/>
                    </a:cubicBezTo>
                  </a:path>
                </a:pathLst>
              </a:custGeom>
              <a:solidFill>
                <a:srgbClr val="FAD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5" name="Freeform 1460">
                <a:extLst>
                  <a:ext uri="{FF2B5EF4-FFF2-40B4-BE49-F238E27FC236}">
                    <a16:creationId xmlns:a16="http://schemas.microsoft.com/office/drawing/2014/main" id="{C815B772-90ED-4767-B24C-D152C21BD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641"/>
                <a:ext cx="27" cy="10"/>
              </a:xfrm>
              <a:custGeom>
                <a:avLst/>
                <a:gdLst>
                  <a:gd name="T0" fmla="*/ 0 w 11"/>
                  <a:gd name="T1" fmla="*/ 63 h 4"/>
                  <a:gd name="T2" fmla="*/ 103 w 11"/>
                  <a:gd name="T3" fmla="*/ 0 h 4"/>
                  <a:gd name="T4" fmla="*/ 162 w 11"/>
                  <a:gd name="T5" fmla="*/ 20 h 4"/>
                  <a:gd name="T6" fmla="*/ 133 w 11"/>
                  <a:gd name="T7" fmla="*/ 63 h 4"/>
                  <a:gd name="T8" fmla="*/ 71 w 11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0" y="4"/>
                    </a:moveTo>
                    <a:cubicBezTo>
                      <a:pt x="3" y="3"/>
                      <a:pt x="7" y="3"/>
                      <a:pt x="7" y="0"/>
                    </a:cubicBezTo>
                    <a:cubicBezTo>
                      <a:pt x="7" y="3"/>
                      <a:pt x="10" y="2"/>
                      <a:pt x="11" y="1"/>
                    </a:cubicBezTo>
                    <a:cubicBezTo>
                      <a:pt x="11" y="2"/>
                      <a:pt x="10" y="3"/>
                      <a:pt x="9" y="4"/>
                    </a:cubicBezTo>
                    <a:cubicBezTo>
                      <a:pt x="8" y="3"/>
                      <a:pt x="7" y="2"/>
                      <a:pt x="5" y="3"/>
                    </a:cubicBezTo>
                  </a:path>
                </a:pathLst>
              </a:custGeom>
              <a:solidFill>
                <a:srgbClr val="F8E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6" name="Freeform 1461">
                <a:extLst>
                  <a:ext uri="{FF2B5EF4-FFF2-40B4-BE49-F238E27FC236}">
                    <a16:creationId xmlns:a16="http://schemas.microsoft.com/office/drawing/2014/main" id="{75C87247-94FE-4862-A28A-08A7AE004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546"/>
                <a:ext cx="28" cy="28"/>
              </a:xfrm>
              <a:custGeom>
                <a:avLst/>
                <a:gdLst>
                  <a:gd name="T0" fmla="*/ 33 w 11"/>
                  <a:gd name="T1" fmla="*/ 97 h 11"/>
                  <a:gd name="T2" fmla="*/ 0 w 11"/>
                  <a:gd name="T3" fmla="*/ 181 h 11"/>
                  <a:gd name="T4" fmla="*/ 84 w 11"/>
                  <a:gd name="T5" fmla="*/ 84 h 11"/>
                  <a:gd name="T6" fmla="*/ 130 w 11"/>
                  <a:gd name="T7" fmla="*/ 33 h 11"/>
                  <a:gd name="T8" fmla="*/ 181 w 11"/>
                  <a:gd name="T9" fmla="*/ 0 h 11"/>
                  <a:gd name="T10" fmla="*/ 84 w 11"/>
                  <a:gd name="T11" fmla="*/ 5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2" y="6"/>
                    </a:moveTo>
                    <a:cubicBezTo>
                      <a:pt x="2" y="7"/>
                      <a:pt x="1" y="9"/>
                      <a:pt x="0" y="11"/>
                    </a:cubicBezTo>
                    <a:cubicBezTo>
                      <a:pt x="1" y="8"/>
                      <a:pt x="3" y="7"/>
                      <a:pt x="5" y="5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9" y="2"/>
                      <a:pt x="11" y="1"/>
                      <a:pt x="11" y="0"/>
                    </a:cubicBezTo>
                    <a:cubicBezTo>
                      <a:pt x="9" y="1"/>
                      <a:pt x="7" y="2"/>
                      <a:pt x="5" y="3"/>
                    </a:cubicBezTo>
                  </a:path>
                </a:pathLst>
              </a:custGeom>
              <a:solidFill>
                <a:srgbClr val="E9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7" name="Freeform 1462">
                <a:extLst>
                  <a:ext uri="{FF2B5EF4-FFF2-40B4-BE49-F238E27FC236}">
                    <a16:creationId xmlns:a16="http://schemas.microsoft.com/office/drawing/2014/main" id="{B9859865-8349-4E67-AA24-67CA6050A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1"/>
                <a:ext cx="25" cy="20"/>
              </a:xfrm>
              <a:custGeom>
                <a:avLst/>
                <a:gdLst>
                  <a:gd name="T0" fmla="*/ 0 w 10"/>
                  <a:gd name="T1" fmla="*/ 125 h 8"/>
                  <a:gd name="T2" fmla="*/ 95 w 10"/>
                  <a:gd name="T3" fmla="*/ 63 h 8"/>
                  <a:gd name="T4" fmla="*/ 158 w 10"/>
                  <a:gd name="T5" fmla="*/ 0 h 8"/>
                  <a:gd name="T6" fmla="*/ 0 w 10"/>
                  <a:gd name="T7" fmla="*/ 9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7"/>
                      <a:pt x="4" y="5"/>
                      <a:pt x="6" y="4"/>
                    </a:cubicBezTo>
                    <a:cubicBezTo>
                      <a:pt x="7" y="2"/>
                      <a:pt x="9" y="1"/>
                      <a:pt x="10" y="0"/>
                    </a:cubicBezTo>
                    <a:cubicBezTo>
                      <a:pt x="7" y="0"/>
                      <a:pt x="1" y="3"/>
                      <a:pt x="0" y="6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8" name="Freeform 1463">
                <a:extLst>
                  <a:ext uri="{FF2B5EF4-FFF2-40B4-BE49-F238E27FC236}">
                    <a16:creationId xmlns:a16="http://schemas.microsoft.com/office/drawing/2014/main" id="{3A8278D3-7EED-44C8-B1B6-C5DFB5377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514"/>
                <a:ext cx="17" cy="15"/>
              </a:xfrm>
              <a:custGeom>
                <a:avLst/>
                <a:gdLst>
                  <a:gd name="T0" fmla="*/ 0 w 7"/>
                  <a:gd name="T1" fmla="*/ 95 h 6"/>
                  <a:gd name="T2" fmla="*/ 100 w 7"/>
                  <a:gd name="T3" fmla="*/ 20 h 6"/>
                  <a:gd name="T4" fmla="*/ 0 w 7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3" y="5"/>
                      <a:pt x="6" y="4"/>
                      <a:pt x="7" y="1"/>
                    </a:cubicBezTo>
                    <a:cubicBezTo>
                      <a:pt x="5" y="0"/>
                      <a:pt x="1" y="3"/>
                      <a:pt x="0" y="5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9" name="Freeform 1464">
                <a:extLst>
                  <a:ext uri="{FF2B5EF4-FFF2-40B4-BE49-F238E27FC236}">
                    <a16:creationId xmlns:a16="http://schemas.microsoft.com/office/drawing/2014/main" id="{4E804BEB-8C58-4B2F-B230-6C192CAF1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499"/>
                <a:ext cx="20" cy="17"/>
              </a:xfrm>
              <a:custGeom>
                <a:avLst/>
                <a:gdLst>
                  <a:gd name="T0" fmla="*/ 50 w 8"/>
                  <a:gd name="T1" fmla="*/ 70 h 7"/>
                  <a:gd name="T2" fmla="*/ 113 w 8"/>
                  <a:gd name="T3" fmla="*/ 87 h 7"/>
                  <a:gd name="T4" fmla="*/ 95 w 8"/>
                  <a:gd name="T5" fmla="*/ 0 h 7"/>
                  <a:gd name="T6" fmla="*/ 113 w 8"/>
                  <a:gd name="T7" fmla="*/ 0 h 7"/>
                  <a:gd name="T8" fmla="*/ 0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5"/>
                    </a:moveTo>
                    <a:cubicBezTo>
                      <a:pt x="3" y="7"/>
                      <a:pt x="6" y="7"/>
                      <a:pt x="7" y="6"/>
                    </a:cubicBezTo>
                    <a:cubicBezTo>
                      <a:pt x="8" y="4"/>
                      <a:pt x="5" y="2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5" y="3"/>
                      <a:pt x="2" y="5"/>
                      <a:pt x="0" y="7"/>
                    </a:cubicBezTo>
                  </a:path>
                </a:pathLst>
              </a:custGeom>
              <a:solidFill>
                <a:srgbClr val="D08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0" name="Freeform 1465">
                <a:extLst>
                  <a:ext uri="{FF2B5EF4-FFF2-40B4-BE49-F238E27FC236}">
                    <a16:creationId xmlns:a16="http://schemas.microsoft.com/office/drawing/2014/main" id="{D8791BD8-2D87-43C1-B041-A59C7398A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484"/>
                <a:ext cx="13" cy="15"/>
              </a:xfrm>
              <a:custGeom>
                <a:avLst/>
                <a:gdLst>
                  <a:gd name="T0" fmla="*/ 0 w 5"/>
                  <a:gd name="T1" fmla="*/ 63 h 6"/>
                  <a:gd name="T2" fmla="*/ 88 w 5"/>
                  <a:gd name="T3" fmla="*/ 63 h 6"/>
                  <a:gd name="T4" fmla="*/ 34 w 5"/>
                  <a:gd name="T5" fmla="*/ 0 h 6"/>
                  <a:gd name="T6" fmla="*/ 21 w 5"/>
                  <a:gd name="T7" fmla="*/ 83 h 6"/>
                  <a:gd name="T8" fmla="*/ 0 w 5"/>
                  <a:gd name="T9" fmla="*/ 8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1" y="5"/>
                      <a:pt x="5" y="6"/>
                      <a:pt x="5" y="4"/>
                    </a:cubicBezTo>
                    <a:cubicBezTo>
                      <a:pt x="5" y="3"/>
                      <a:pt x="3" y="1"/>
                      <a:pt x="2" y="0"/>
                    </a:cubicBezTo>
                    <a:cubicBezTo>
                      <a:pt x="2" y="2"/>
                      <a:pt x="2" y="4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</a:path>
                </a:pathLst>
              </a:custGeom>
              <a:solidFill>
                <a:srgbClr val="D08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1" name="Freeform 1466">
                <a:extLst>
                  <a:ext uri="{FF2B5EF4-FFF2-40B4-BE49-F238E27FC236}">
                    <a16:creationId xmlns:a16="http://schemas.microsoft.com/office/drawing/2014/main" id="{499A90EF-107C-48F8-822D-5FA89B279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471"/>
                <a:ext cx="13" cy="13"/>
              </a:xfrm>
              <a:custGeom>
                <a:avLst/>
                <a:gdLst>
                  <a:gd name="T0" fmla="*/ 0 w 5"/>
                  <a:gd name="T1" fmla="*/ 68 h 5"/>
                  <a:gd name="T2" fmla="*/ 88 w 5"/>
                  <a:gd name="T3" fmla="*/ 55 h 5"/>
                  <a:gd name="T4" fmla="*/ 34 w 5"/>
                  <a:gd name="T5" fmla="*/ 0 h 5"/>
                  <a:gd name="T6" fmla="*/ 34 w 5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5"/>
                      <a:pt x="4" y="4"/>
                      <a:pt x="5" y="3"/>
                    </a:cubicBezTo>
                    <a:cubicBezTo>
                      <a:pt x="4" y="2"/>
                      <a:pt x="3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D08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2" name="Freeform 1467">
                <a:extLst>
                  <a:ext uri="{FF2B5EF4-FFF2-40B4-BE49-F238E27FC236}">
                    <a16:creationId xmlns:a16="http://schemas.microsoft.com/office/drawing/2014/main" id="{11333E72-1A30-4588-9BDA-FA829BA78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511"/>
                <a:ext cx="2" cy="8"/>
              </a:xfrm>
              <a:custGeom>
                <a:avLst/>
                <a:gdLst>
                  <a:gd name="T0" fmla="*/ 0 w 1"/>
                  <a:gd name="T1" fmla="*/ 35 h 3"/>
                  <a:gd name="T2" fmla="*/ 8 w 1"/>
                  <a:gd name="T3" fmla="*/ 0 h 3"/>
                  <a:gd name="T4" fmla="*/ 8 w 1"/>
                  <a:gd name="T5" fmla="*/ 56 h 3"/>
                  <a:gd name="T6" fmla="*/ 0 w 1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2"/>
                    </a:cubicBezTo>
                  </a:path>
                </a:pathLst>
              </a:custGeom>
              <a:solidFill>
                <a:srgbClr val="D08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3" name="Freeform 1468">
                <a:extLst>
                  <a:ext uri="{FF2B5EF4-FFF2-40B4-BE49-F238E27FC236}">
                    <a16:creationId xmlns:a16="http://schemas.microsoft.com/office/drawing/2014/main" id="{7C696811-F1CC-4993-BBAA-28D8A5C77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531"/>
                <a:ext cx="22" cy="20"/>
              </a:xfrm>
              <a:custGeom>
                <a:avLst/>
                <a:gdLst>
                  <a:gd name="T0" fmla="*/ 12 w 9"/>
                  <a:gd name="T1" fmla="*/ 113 h 8"/>
                  <a:gd name="T2" fmla="*/ 132 w 9"/>
                  <a:gd name="T3" fmla="*/ 113 h 8"/>
                  <a:gd name="T4" fmla="*/ 132 w 9"/>
                  <a:gd name="T5" fmla="*/ 33 h 8"/>
                  <a:gd name="T6" fmla="*/ 120 w 9"/>
                  <a:gd name="T7" fmla="*/ 95 h 8"/>
                  <a:gd name="T8" fmla="*/ 103 w 9"/>
                  <a:gd name="T9" fmla="*/ 0 h 8"/>
                  <a:gd name="T10" fmla="*/ 0 w 9"/>
                  <a:gd name="T11" fmla="*/ 8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1" y="7"/>
                    </a:moveTo>
                    <a:cubicBezTo>
                      <a:pt x="3" y="8"/>
                      <a:pt x="7" y="8"/>
                      <a:pt x="9" y="7"/>
                    </a:cubicBezTo>
                    <a:cubicBezTo>
                      <a:pt x="9" y="6"/>
                      <a:pt x="9" y="4"/>
                      <a:pt x="9" y="2"/>
                    </a:cubicBezTo>
                    <a:cubicBezTo>
                      <a:pt x="9" y="4"/>
                      <a:pt x="9" y="5"/>
                      <a:pt x="8" y="6"/>
                    </a:cubicBezTo>
                    <a:cubicBezTo>
                      <a:pt x="7" y="5"/>
                      <a:pt x="7" y="2"/>
                      <a:pt x="7" y="0"/>
                    </a:cubicBezTo>
                    <a:cubicBezTo>
                      <a:pt x="6" y="3"/>
                      <a:pt x="4" y="6"/>
                      <a:pt x="0" y="5"/>
                    </a:cubicBezTo>
                  </a:path>
                </a:pathLst>
              </a:custGeom>
              <a:solidFill>
                <a:srgbClr val="C48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4" name="Freeform 1469">
                <a:extLst>
                  <a:ext uri="{FF2B5EF4-FFF2-40B4-BE49-F238E27FC236}">
                    <a16:creationId xmlns:a16="http://schemas.microsoft.com/office/drawing/2014/main" id="{17C52639-CD47-4A99-AFA3-CB9B5C396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491"/>
                <a:ext cx="25" cy="15"/>
              </a:xfrm>
              <a:custGeom>
                <a:avLst/>
                <a:gdLst>
                  <a:gd name="T0" fmla="*/ 95 w 10"/>
                  <a:gd name="T1" fmla="*/ 83 h 6"/>
                  <a:gd name="T2" fmla="*/ 83 w 10"/>
                  <a:gd name="T3" fmla="*/ 95 h 6"/>
                  <a:gd name="T4" fmla="*/ 145 w 10"/>
                  <a:gd name="T5" fmla="*/ 0 h 6"/>
                  <a:gd name="T6" fmla="*/ 158 w 10"/>
                  <a:gd name="T7" fmla="*/ 20 h 6"/>
                  <a:gd name="T8" fmla="*/ 0 w 10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6" y="5"/>
                    </a:moveTo>
                    <a:cubicBezTo>
                      <a:pt x="5" y="5"/>
                      <a:pt x="5" y="5"/>
                      <a:pt x="5" y="6"/>
                    </a:cubicBezTo>
                    <a:cubicBezTo>
                      <a:pt x="8" y="6"/>
                      <a:pt x="9" y="3"/>
                      <a:pt x="9" y="0"/>
                    </a:cubicBezTo>
                    <a:cubicBezTo>
                      <a:pt x="9" y="0"/>
                      <a:pt x="9" y="1"/>
                      <a:pt x="10" y="1"/>
                    </a:cubicBezTo>
                    <a:cubicBezTo>
                      <a:pt x="7" y="3"/>
                      <a:pt x="2" y="4"/>
                      <a:pt x="0" y="6"/>
                    </a:cubicBezTo>
                  </a:path>
                </a:pathLst>
              </a:custGeom>
              <a:solidFill>
                <a:srgbClr val="D08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5" name="Freeform 1470">
                <a:extLst>
                  <a:ext uri="{FF2B5EF4-FFF2-40B4-BE49-F238E27FC236}">
                    <a16:creationId xmlns:a16="http://schemas.microsoft.com/office/drawing/2014/main" id="{C0545736-6F67-4C6F-BD27-DC62B1689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474"/>
                <a:ext cx="28" cy="22"/>
              </a:xfrm>
              <a:custGeom>
                <a:avLst/>
                <a:gdLst>
                  <a:gd name="T0" fmla="*/ 64 w 11"/>
                  <a:gd name="T1" fmla="*/ 71 h 9"/>
                  <a:gd name="T2" fmla="*/ 97 w 11"/>
                  <a:gd name="T3" fmla="*/ 0 h 9"/>
                  <a:gd name="T4" fmla="*/ 0 w 11"/>
                  <a:gd name="T5" fmla="*/ 120 h 9"/>
                  <a:gd name="T6" fmla="*/ 20 w 11"/>
                  <a:gd name="T7" fmla="*/ 1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4" y="5"/>
                    </a:moveTo>
                    <a:cubicBezTo>
                      <a:pt x="7" y="4"/>
                      <a:pt x="11" y="2"/>
                      <a:pt x="6" y="0"/>
                    </a:cubicBezTo>
                    <a:cubicBezTo>
                      <a:pt x="7" y="1"/>
                      <a:pt x="4" y="9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</a:path>
                </a:pathLst>
              </a:custGeom>
              <a:solidFill>
                <a:srgbClr val="D08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6" name="Freeform 1471">
                <a:extLst>
                  <a:ext uri="{FF2B5EF4-FFF2-40B4-BE49-F238E27FC236}">
                    <a16:creationId xmlns:a16="http://schemas.microsoft.com/office/drawing/2014/main" id="{C3D118EE-63D3-4427-8562-BEEB8A9C2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521"/>
                <a:ext cx="13" cy="8"/>
              </a:xfrm>
              <a:custGeom>
                <a:avLst/>
                <a:gdLst>
                  <a:gd name="T0" fmla="*/ 0 w 5"/>
                  <a:gd name="T1" fmla="*/ 35 h 3"/>
                  <a:gd name="T2" fmla="*/ 55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2" y="3"/>
                      <a:pt x="5" y="2"/>
                      <a:pt x="3" y="0"/>
                    </a:cubicBezTo>
                  </a:path>
                </a:pathLst>
              </a:custGeom>
              <a:solidFill>
                <a:srgbClr val="D08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7" name="Freeform 1472">
                <a:extLst>
                  <a:ext uri="{FF2B5EF4-FFF2-40B4-BE49-F238E27FC236}">
                    <a16:creationId xmlns:a16="http://schemas.microsoft.com/office/drawing/2014/main" id="{3157D36B-CEBD-46E2-A5EE-00CA26FAD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519"/>
                <a:ext cx="20" cy="12"/>
              </a:xfrm>
              <a:custGeom>
                <a:avLst/>
                <a:gdLst>
                  <a:gd name="T0" fmla="*/ 0 w 8"/>
                  <a:gd name="T1" fmla="*/ 58 h 5"/>
                  <a:gd name="T2" fmla="*/ 83 w 8"/>
                  <a:gd name="T3" fmla="*/ 41 h 5"/>
                  <a:gd name="T4" fmla="*/ 83 w 8"/>
                  <a:gd name="T5" fmla="*/ 12 h 5"/>
                  <a:gd name="T6" fmla="*/ 125 w 8"/>
                  <a:gd name="T7" fmla="*/ 0 h 5"/>
                  <a:gd name="T8" fmla="*/ 50 w 8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4"/>
                    </a:moveTo>
                    <a:cubicBezTo>
                      <a:pt x="2" y="5"/>
                      <a:pt x="4" y="4"/>
                      <a:pt x="5" y="3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6" y="1"/>
                      <a:pt x="5" y="3"/>
                      <a:pt x="3" y="3"/>
                    </a:cubicBezTo>
                  </a:path>
                </a:pathLst>
              </a:custGeom>
              <a:solidFill>
                <a:srgbClr val="D28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8" name="Freeform 1473">
                <a:extLst>
                  <a:ext uri="{FF2B5EF4-FFF2-40B4-BE49-F238E27FC236}">
                    <a16:creationId xmlns:a16="http://schemas.microsoft.com/office/drawing/2014/main" id="{A7FB6B36-6A5E-4A9F-B977-6AC2CF100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499"/>
                <a:ext cx="15" cy="7"/>
              </a:xfrm>
              <a:custGeom>
                <a:avLst/>
                <a:gdLst>
                  <a:gd name="T0" fmla="*/ 20 w 6"/>
                  <a:gd name="T1" fmla="*/ 37 h 3"/>
                  <a:gd name="T2" fmla="*/ 0 w 6"/>
                  <a:gd name="T3" fmla="*/ 12 h 3"/>
                  <a:gd name="T4" fmla="*/ 95 w 6"/>
                  <a:gd name="T5" fmla="*/ 0 h 3"/>
                  <a:gd name="T6" fmla="*/ 50 w 6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1" y="3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2" y="1"/>
                      <a:pt x="4" y="2"/>
                      <a:pt x="6" y="0"/>
                    </a:cubicBezTo>
                    <a:cubicBezTo>
                      <a:pt x="5" y="0"/>
                      <a:pt x="4" y="1"/>
                      <a:pt x="3" y="2"/>
                    </a:cubicBezTo>
                  </a:path>
                </a:pathLst>
              </a:custGeom>
              <a:solidFill>
                <a:srgbClr val="D28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9" name="Freeform 1474">
                <a:extLst>
                  <a:ext uri="{FF2B5EF4-FFF2-40B4-BE49-F238E27FC236}">
                    <a16:creationId xmlns:a16="http://schemas.microsoft.com/office/drawing/2014/main" id="{5D33B811-E1BD-4394-900E-19A8C9727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471"/>
                <a:ext cx="13" cy="10"/>
              </a:xfrm>
              <a:custGeom>
                <a:avLst/>
                <a:gdLst>
                  <a:gd name="T0" fmla="*/ 21 w 5"/>
                  <a:gd name="T1" fmla="*/ 50 h 4"/>
                  <a:gd name="T2" fmla="*/ 68 w 5"/>
                  <a:gd name="T3" fmla="*/ 63 h 4"/>
                  <a:gd name="T4" fmla="*/ 88 w 5"/>
                  <a:gd name="T5" fmla="*/ 0 h 4"/>
                  <a:gd name="T6" fmla="*/ 0 w 5"/>
                  <a:gd name="T7" fmla="*/ 33 h 4"/>
                  <a:gd name="T8" fmla="*/ 0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2" y="4"/>
                      <a:pt x="3" y="4"/>
                      <a:pt x="4" y="4"/>
                    </a:cubicBezTo>
                    <a:cubicBezTo>
                      <a:pt x="4" y="3"/>
                      <a:pt x="4" y="1"/>
                      <a:pt x="5" y="0"/>
                    </a:cubicBez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D38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0" name="Freeform 1475">
                <a:extLst>
                  <a:ext uri="{FF2B5EF4-FFF2-40B4-BE49-F238E27FC236}">
                    <a16:creationId xmlns:a16="http://schemas.microsoft.com/office/drawing/2014/main" id="{5A4B8A0E-51EA-410F-9D30-4BE6BC9D7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504"/>
                <a:ext cx="7" cy="10"/>
              </a:xfrm>
              <a:custGeom>
                <a:avLst/>
                <a:gdLst>
                  <a:gd name="T0" fmla="*/ 28 w 3"/>
                  <a:gd name="T1" fmla="*/ 50 h 4"/>
                  <a:gd name="T2" fmla="*/ 12 w 3"/>
                  <a:gd name="T3" fmla="*/ 63 h 4"/>
                  <a:gd name="T4" fmla="*/ 37 w 3"/>
                  <a:gd name="T5" fmla="*/ 63 h 4"/>
                  <a:gd name="T6" fmla="*/ 37 w 3"/>
                  <a:gd name="T7" fmla="*/ 0 h 4"/>
                  <a:gd name="T8" fmla="*/ 0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2" y="3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3"/>
                      <a:pt x="1" y="2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solidFill>
                <a:srgbClr val="D28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1" name="Freeform 1476">
                <a:extLst>
                  <a:ext uri="{FF2B5EF4-FFF2-40B4-BE49-F238E27FC236}">
                    <a16:creationId xmlns:a16="http://schemas.microsoft.com/office/drawing/2014/main" id="{29718826-9E32-4616-B379-B370ADBE7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521"/>
                <a:ext cx="22" cy="18"/>
              </a:xfrm>
              <a:custGeom>
                <a:avLst/>
                <a:gdLst>
                  <a:gd name="T0" fmla="*/ 59 w 9"/>
                  <a:gd name="T1" fmla="*/ 54 h 7"/>
                  <a:gd name="T2" fmla="*/ 132 w 9"/>
                  <a:gd name="T3" fmla="*/ 21 h 7"/>
                  <a:gd name="T4" fmla="*/ 90 w 9"/>
                  <a:gd name="T5" fmla="*/ 21 h 7"/>
                  <a:gd name="T6" fmla="*/ 59 w 9"/>
                  <a:gd name="T7" fmla="*/ 54 h 7"/>
                  <a:gd name="T8" fmla="*/ 0 w 9"/>
                  <a:gd name="T9" fmla="*/ 85 h 7"/>
                  <a:gd name="T10" fmla="*/ 42 w 9"/>
                  <a:gd name="T11" fmla="*/ 118 h 7"/>
                  <a:gd name="T12" fmla="*/ 29 w 9"/>
                  <a:gd name="T13" fmla="*/ 85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4" y="3"/>
                    </a:moveTo>
                    <a:cubicBezTo>
                      <a:pt x="6" y="3"/>
                      <a:pt x="8" y="1"/>
                      <a:pt x="9" y="1"/>
                    </a:cubicBezTo>
                    <a:cubicBezTo>
                      <a:pt x="8" y="0"/>
                      <a:pt x="7" y="0"/>
                      <a:pt x="6" y="1"/>
                    </a:cubicBezTo>
                    <a:cubicBezTo>
                      <a:pt x="4" y="1"/>
                      <a:pt x="5" y="3"/>
                      <a:pt x="4" y="3"/>
                    </a:cubicBezTo>
                    <a:cubicBezTo>
                      <a:pt x="3" y="4"/>
                      <a:pt x="0" y="4"/>
                      <a:pt x="0" y="5"/>
                    </a:cubicBezTo>
                    <a:cubicBezTo>
                      <a:pt x="0" y="6"/>
                      <a:pt x="2" y="7"/>
                      <a:pt x="3" y="7"/>
                    </a:cubicBezTo>
                    <a:cubicBezTo>
                      <a:pt x="2" y="6"/>
                      <a:pt x="2" y="5"/>
                      <a:pt x="2" y="5"/>
                    </a:cubicBezTo>
                  </a:path>
                </a:pathLst>
              </a:custGeom>
              <a:solidFill>
                <a:srgbClr val="D28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2" name="Freeform 1477">
                <a:extLst>
                  <a:ext uri="{FF2B5EF4-FFF2-40B4-BE49-F238E27FC236}">
                    <a16:creationId xmlns:a16="http://schemas.microsoft.com/office/drawing/2014/main" id="{0C9923C0-05E9-41BA-9DF4-D32014936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511"/>
                <a:ext cx="40" cy="58"/>
              </a:xfrm>
              <a:custGeom>
                <a:avLst/>
                <a:gdLst>
                  <a:gd name="T0" fmla="*/ 158 w 16"/>
                  <a:gd name="T1" fmla="*/ 222 h 23"/>
                  <a:gd name="T2" fmla="*/ 250 w 16"/>
                  <a:gd name="T3" fmla="*/ 146 h 23"/>
                  <a:gd name="T4" fmla="*/ 188 w 16"/>
                  <a:gd name="T5" fmla="*/ 146 h 23"/>
                  <a:gd name="T6" fmla="*/ 188 w 16"/>
                  <a:gd name="T7" fmla="*/ 83 h 23"/>
                  <a:gd name="T8" fmla="*/ 208 w 16"/>
                  <a:gd name="T9" fmla="*/ 20 h 23"/>
                  <a:gd name="T10" fmla="*/ 175 w 16"/>
                  <a:gd name="T11" fmla="*/ 63 h 23"/>
                  <a:gd name="T12" fmla="*/ 145 w 16"/>
                  <a:gd name="T13" fmla="*/ 113 h 23"/>
                  <a:gd name="T14" fmla="*/ 125 w 16"/>
                  <a:gd name="T15" fmla="*/ 159 h 23"/>
                  <a:gd name="T16" fmla="*/ 175 w 16"/>
                  <a:gd name="T17" fmla="*/ 179 h 23"/>
                  <a:gd name="T18" fmla="*/ 145 w 16"/>
                  <a:gd name="T19" fmla="*/ 242 h 23"/>
                  <a:gd name="T20" fmla="*/ 113 w 16"/>
                  <a:gd name="T21" fmla="*/ 285 h 23"/>
                  <a:gd name="T22" fmla="*/ 63 w 16"/>
                  <a:gd name="T23" fmla="*/ 305 h 23"/>
                  <a:gd name="T24" fmla="*/ 50 w 16"/>
                  <a:gd name="T25" fmla="*/ 368 h 23"/>
                  <a:gd name="T26" fmla="*/ 113 w 16"/>
                  <a:gd name="T27" fmla="*/ 285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23">
                    <a:moveTo>
                      <a:pt x="10" y="14"/>
                    </a:moveTo>
                    <a:cubicBezTo>
                      <a:pt x="11" y="13"/>
                      <a:pt x="16" y="10"/>
                      <a:pt x="16" y="9"/>
                    </a:cubicBezTo>
                    <a:cubicBezTo>
                      <a:pt x="14" y="8"/>
                      <a:pt x="13" y="10"/>
                      <a:pt x="12" y="9"/>
                    </a:cubicBezTo>
                    <a:cubicBezTo>
                      <a:pt x="10" y="8"/>
                      <a:pt x="11" y="6"/>
                      <a:pt x="12" y="5"/>
                    </a:cubicBezTo>
                    <a:cubicBezTo>
                      <a:pt x="12" y="4"/>
                      <a:pt x="14" y="2"/>
                      <a:pt x="13" y="1"/>
                    </a:cubicBezTo>
                    <a:cubicBezTo>
                      <a:pt x="10" y="0"/>
                      <a:pt x="11" y="3"/>
                      <a:pt x="11" y="4"/>
                    </a:cubicBezTo>
                    <a:cubicBezTo>
                      <a:pt x="10" y="5"/>
                      <a:pt x="10" y="6"/>
                      <a:pt x="9" y="7"/>
                    </a:cubicBezTo>
                    <a:cubicBezTo>
                      <a:pt x="9" y="7"/>
                      <a:pt x="8" y="10"/>
                      <a:pt x="8" y="10"/>
                    </a:cubicBezTo>
                    <a:cubicBezTo>
                      <a:pt x="9" y="11"/>
                      <a:pt x="11" y="10"/>
                      <a:pt x="11" y="11"/>
                    </a:cubicBezTo>
                    <a:cubicBezTo>
                      <a:pt x="11" y="12"/>
                      <a:pt x="9" y="14"/>
                      <a:pt x="9" y="15"/>
                    </a:cubicBezTo>
                    <a:cubicBezTo>
                      <a:pt x="8" y="15"/>
                      <a:pt x="8" y="18"/>
                      <a:pt x="7" y="18"/>
                    </a:cubicBezTo>
                    <a:cubicBezTo>
                      <a:pt x="7" y="19"/>
                      <a:pt x="6" y="19"/>
                      <a:pt x="4" y="19"/>
                    </a:cubicBezTo>
                    <a:cubicBezTo>
                      <a:pt x="1" y="20"/>
                      <a:pt x="0" y="20"/>
                      <a:pt x="3" y="23"/>
                    </a:cubicBezTo>
                    <a:cubicBezTo>
                      <a:pt x="4" y="21"/>
                      <a:pt x="5" y="20"/>
                      <a:pt x="7" y="18"/>
                    </a:cubicBezTo>
                  </a:path>
                </a:pathLst>
              </a:custGeom>
              <a:solidFill>
                <a:srgbClr val="DB9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3" name="Freeform 1478">
                <a:extLst>
                  <a:ext uri="{FF2B5EF4-FFF2-40B4-BE49-F238E27FC236}">
                    <a16:creationId xmlns:a16="http://schemas.microsoft.com/office/drawing/2014/main" id="{B67EE7DE-5CEC-4BDD-B66B-820C98925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479"/>
                <a:ext cx="53" cy="30"/>
              </a:xfrm>
              <a:custGeom>
                <a:avLst/>
                <a:gdLst>
                  <a:gd name="T0" fmla="*/ 96 w 21"/>
                  <a:gd name="T1" fmla="*/ 188 h 12"/>
                  <a:gd name="T2" fmla="*/ 114 w 21"/>
                  <a:gd name="T3" fmla="*/ 145 h 12"/>
                  <a:gd name="T4" fmla="*/ 179 w 21"/>
                  <a:gd name="T5" fmla="*/ 125 h 12"/>
                  <a:gd name="T6" fmla="*/ 222 w 21"/>
                  <a:gd name="T7" fmla="*/ 95 h 12"/>
                  <a:gd name="T8" fmla="*/ 255 w 21"/>
                  <a:gd name="T9" fmla="*/ 145 h 12"/>
                  <a:gd name="T10" fmla="*/ 255 w 21"/>
                  <a:gd name="T11" fmla="*/ 95 h 12"/>
                  <a:gd name="T12" fmla="*/ 305 w 21"/>
                  <a:gd name="T13" fmla="*/ 83 h 12"/>
                  <a:gd name="T14" fmla="*/ 338 w 21"/>
                  <a:gd name="T15" fmla="*/ 0 h 12"/>
                  <a:gd name="T16" fmla="*/ 209 w 21"/>
                  <a:gd name="T17" fmla="*/ 63 h 12"/>
                  <a:gd name="T18" fmla="*/ 222 w 21"/>
                  <a:gd name="T19" fmla="*/ 50 h 12"/>
                  <a:gd name="T20" fmla="*/ 159 w 21"/>
                  <a:gd name="T21" fmla="*/ 20 h 12"/>
                  <a:gd name="T22" fmla="*/ 146 w 21"/>
                  <a:gd name="T23" fmla="*/ 113 h 12"/>
                  <a:gd name="T24" fmla="*/ 83 w 21"/>
                  <a:gd name="T25" fmla="*/ 145 h 12"/>
                  <a:gd name="T26" fmla="*/ 63 w 21"/>
                  <a:gd name="T27" fmla="*/ 145 h 12"/>
                  <a:gd name="T28" fmla="*/ 33 w 21"/>
                  <a:gd name="T29" fmla="*/ 125 h 12"/>
                  <a:gd name="T30" fmla="*/ 33 w 21"/>
                  <a:gd name="T31" fmla="*/ 113 h 12"/>
                  <a:gd name="T32" fmla="*/ 96 w 21"/>
                  <a:gd name="T33" fmla="*/ 175 h 12"/>
                  <a:gd name="T34" fmla="*/ 83 w 21"/>
                  <a:gd name="T35" fmla="*/ 188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" h="12">
                    <a:moveTo>
                      <a:pt x="6" y="12"/>
                    </a:moveTo>
                    <a:cubicBezTo>
                      <a:pt x="7" y="12"/>
                      <a:pt x="7" y="10"/>
                      <a:pt x="7" y="9"/>
                    </a:cubicBezTo>
                    <a:cubicBezTo>
                      <a:pt x="8" y="9"/>
                      <a:pt x="10" y="8"/>
                      <a:pt x="11" y="8"/>
                    </a:cubicBezTo>
                    <a:cubicBezTo>
                      <a:pt x="12" y="7"/>
                      <a:pt x="13" y="6"/>
                      <a:pt x="14" y="6"/>
                    </a:cubicBezTo>
                    <a:cubicBezTo>
                      <a:pt x="15" y="6"/>
                      <a:pt x="15" y="8"/>
                      <a:pt x="16" y="9"/>
                    </a:cubicBezTo>
                    <a:cubicBezTo>
                      <a:pt x="16" y="8"/>
                      <a:pt x="15" y="7"/>
                      <a:pt x="16" y="6"/>
                    </a:cubicBezTo>
                    <a:cubicBezTo>
                      <a:pt x="17" y="5"/>
                      <a:pt x="18" y="6"/>
                      <a:pt x="19" y="5"/>
                    </a:cubicBezTo>
                    <a:cubicBezTo>
                      <a:pt x="20" y="4"/>
                      <a:pt x="20" y="1"/>
                      <a:pt x="21" y="0"/>
                    </a:cubicBezTo>
                    <a:cubicBezTo>
                      <a:pt x="18" y="1"/>
                      <a:pt x="17" y="6"/>
                      <a:pt x="13" y="4"/>
                    </a:cubicBezTo>
                    <a:cubicBezTo>
                      <a:pt x="13" y="4"/>
                      <a:pt x="13" y="3"/>
                      <a:pt x="14" y="3"/>
                    </a:cubicBezTo>
                    <a:cubicBezTo>
                      <a:pt x="12" y="2"/>
                      <a:pt x="10" y="4"/>
                      <a:pt x="10" y="1"/>
                    </a:cubicBezTo>
                    <a:cubicBezTo>
                      <a:pt x="11" y="4"/>
                      <a:pt x="13" y="5"/>
                      <a:pt x="9" y="7"/>
                    </a:cubicBezTo>
                    <a:cubicBezTo>
                      <a:pt x="8" y="7"/>
                      <a:pt x="7" y="8"/>
                      <a:pt x="5" y="9"/>
                    </a:cubicBezTo>
                    <a:cubicBezTo>
                      <a:pt x="5" y="9"/>
                      <a:pt x="5" y="9"/>
                      <a:pt x="4" y="9"/>
                    </a:cubicBezTo>
                    <a:cubicBezTo>
                      <a:pt x="3" y="9"/>
                      <a:pt x="2" y="9"/>
                      <a:pt x="2" y="8"/>
                    </a:cubicBezTo>
                    <a:cubicBezTo>
                      <a:pt x="3" y="7"/>
                      <a:pt x="2" y="8"/>
                      <a:pt x="2" y="7"/>
                    </a:cubicBezTo>
                    <a:cubicBezTo>
                      <a:pt x="0" y="8"/>
                      <a:pt x="3" y="12"/>
                      <a:pt x="6" y="11"/>
                    </a:cubicBezTo>
                    <a:cubicBezTo>
                      <a:pt x="6" y="11"/>
                      <a:pt x="5" y="12"/>
                      <a:pt x="5" y="12"/>
                    </a:cubicBezTo>
                  </a:path>
                </a:pathLst>
              </a:custGeom>
              <a:solidFill>
                <a:srgbClr val="DB9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4" name="Freeform 1479">
                <a:extLst>
                  <a:ext uri="{FF2B5EF4-FFF2-40B4-BE49-F238E27FC236}">
                    <a16:creationId xmlns:a16="http://schemas.microsoft.com/office/drawing/2014/main" id="{36DA6D9B-BFB6-4104-88C6-97C46B0C1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516"/>
                <a:ext cx="23" cy="13"/>
              </a:xfrm>
              <a:custGeom>
                <a:avLst/>
                <a:gdLst>
                  <a:gd name="T0" fmla="*/ 97 w 9"/>
                  <a:gd name="T1" fmla="*/ 68 h 5"/>
                  <a:gd name="T2" fmla="*/ 151 w 9"/>
                  <a:gd name="T3" fmla="*/ 68 h 5"/>
                  <a:gd name="T4" fmla="*/ 151 w 9"/>
                  <a:gd name="T5" fmla="*/ 0 h 5"/>
                  <a:gd name="T6" fmla="*/ 84 w 9"/>
                  <a:gd name="T7" fmla="*/ 55 h 5"/>
                  <a:gd name="T8" fmla="*/ 0 w 9"/>
                  <a:gd name="T9" fmla="*/ 0 h 5"/>
                  <a:gd name="T10" fmla="*/ 33 w 9"/>
                  <a:gd name="T11" fmla="*/ 34 h 5"/>
                  <a:gd name="T12" fmla="*/ 66 w 9"/>
                  <a:gd name="T13" fmla="*/ 8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6" y="4"/>
                    </a:moveTo>
                    <a:cubicBezTo>
                      <a:pt x="7" y="5"/>
                      <a:pt x="8" y="4"/>
                      <a:pt x="9" y="4"/>
                    </a:cubicBezTo>
                    <a:cubicBezTo>
                      <a:pt x="9" y="3"/>
                      <a:pt x="8" y="1"/>
                      <a:pt x="9" y="0"/>
                    </a:cubicBezTo>
                    <a:cubicBezTo>
                      <a:pt x="8" y="2"/>
                      <a:pt x="7" y="4"/>
                      <a:pt x="5" y="3"/>
                    </a:cubicBezTo>
                    <a:cubicBezTo>
                      <a:pt x="3" y="2"/>
                      <a:pt x="2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ubicBezTo>
                      <a:pt x="3" y="3"/>
                      <a:pt x="5" y="4"/>
                      <a:pt x="4" y="5"/>
                    </a:cubicBezTo>
                  </a:path>
                </a:pathLst>
              </a:custGeom>
              <a:solidFill>
                <a:srgbClr val="DB9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5" name="Freeform 1480">
                <a:extLst>
                  <a:ext uri="{FF2B5EF4-FFF2-40B4-BE49-F238E27FC236}">
                    <a16:creationId xmlns:a16="http://schemas.microsoft.com/office/drawing/2014/main" id="{1B88E835-61E9-47AB-BDAA-0A23725AD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481"/>
                <a:ext cx="37" cy="38"/>
              </a:xfrm>
              <a:custGeom>
                <a:avLst/>
                <a:gdLst>
                  <a:gd name="T0" fmla="*/ 133 w 15"/>
                  <a:gd name="T1" fmla="*/ 117 h 15"/>
                  <a:gd name="T2" fmla="*/ 121 w 15"/>
                  <a:gd name="T3" fmla="*/ 84 h 15"/>
                  <a:gd name="T4" fmla="*/ 183 w 15"/>
                  <a:gd name="T5" fmla="*/ 33 h 15"/>
                  <a:gd name="T6" fmla="*/ 195 w 15"/>
                  <a:gd name="T7" fmla="*/ 0 h 15"/>
                  <a:gd name="T8" fmla="*/ 133 w 15"/>
                  <a:gd name="T9" fmla="*/ 51 h 15"/>
                  <a:gd name="T10" fmla="*/ 104 w 15"/>
                  <a:gd name="T11" fmla="*/ 96 h 15"/>
                  <a:gd name="T12" fmla="*/ 74 w 15"/>
                  <a:gd name="T13" fmla="*/ 96 h 15"/>
                  <a:gd name="T14" fmla="*/ 121 w 15"/>
                  <a:gd name="T15" fmla="*/ 96 h 15"/>
                  <a:gd name="T16" fmla="*/ 91 w 15"/>
                  <a:gd name="T17" fmla="*/ 160 h 15"/>
                  <a:gd name="T18" fmla="*/ 62 w 15"/>
                  <a:gd name="T19" fmla="*/ 213 h 15"/>
                  <a:gd name="T20" fmla="*/ 0 w 15"/>
                  <a:gd name="T21" fmla="*/ 193 h 15"/>
                  <a:gd name="T22" fmla="*/ 12 w 15"/>
                  <a:gd name="T23" fmla="*/ 243 h 15"/>
                  <a:gd name="T24" fmla="*/ 42 w 15"/>
                  <a:gd name="T25" fmla="*/ 243 h 15"/>
                  <a:gd name="T26" fmla="*/ 62 w 15"/>
                  <a:gd name="T27" fmla="*/ 193 h 15"/>
                  <a:gd name="T28" fmla="*/ 74 w 15"/>
                  <a:gd name="T29" fmla="*/ 180 h 15"/>
                  <a:gd name="T30" fmla="*/ 91 w 15"/>
                  <a:gd name="T31" fmla="*/ 160 h 15"/>
                  <a:gd name="T32" fmla="*/ 133 w 15"/>
                  <a:gd name="T33" fmla="*/ 18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15">
                    <a:moveTo>
                      <a:pt x="9" y="7"/>
                    </a:moveTo>
                    <a:cubicBezTo>
                      <a:pt x="9" y="6"/>
                      <a:pt x="7" y="7"/>
                      <a:pt x="8" y="5"/>
                    </a:cubicBezTo>
                    <a:cubicBezTo>
                      <a:pt x="9" y="4"/>
                      <a:pt x="12" y="4"/>
                      <a:pt x="12" y="2"/>
                    </a:cubicBezTo>
                    <a:cubicBezTo>
                      <a:pt x="14" y="2"/>
                      <a:pt x="15" y="1"/>
                      <a:pt x="13" y="0"/>
                    </a:cubicBezTo>
                    <a:cubicBezTo>
                      <a:pt x="12" y="2"/>
                      <a:pt x="11" y="3"/>
                      <a:pt x="9" y="3"/>
                    </a:cubicBezTo>
                    <a:cubicBezTo>
                      <a:pt x="8" y="4"/>
                      <a:pt x="6" y="4"/>
                      <a:pt x="7" y="6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6" y="7"/>
                      <a:pt x="7" y="7"/>
                      <a:pt x="8" y="6"/>
                    </a:cubicBezTo>
                    <a:cubicBezTo>
                      <a:pt x="9" y="7"/>
                      <a:pt x="7" y="9"/>
                      <a:pt x="6" y="10"/>
                    </a:cubicBezTo>
                    <a:cubicBezTo>
                      <a:pt x="4" y="11"/>
                      <a:pt x="3" y="10"/>
                      <a:pt x="4" y="13"/>
                    </a:cubicBezTo>
                    <a:cubicBezTo>
                      <a:pt x="2" y="14"/>
                      <a:pt x="1" y="13"/>
                      <a:pt x="0" y="12"/>
                    </a:cubicBezTo>
                    <a:cubicBezTo>
                      <a:pt x="0" y="13"/>
                      <a:pt x="0" y="14"/>
                      <a:pt x="1" y="15"/>
                    </a:cubicBezTo>
                    <a:cubicBezTo>
                      <a:pt x="2" y="14"/>
                      <a:pt x="2" y="15"/>
                      <a:pt x="3" y="15"/>
                    </a:cubicBezTo>
                    <a:cubicBezTo>
                      <a:pt x="4" y="15"/>
                      <a:pt x="4" y="13"/>
                      <a:pt x="4" y="12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6" y="11"/>
                      <a:pt x="5" y="10"/>
                      <a:pt x="6" y="10"/>
                    </a:cubicBezTo>
                    <a:cubicBezTo>
                      <a:pt x="7" y="10"/>
                      <a:pt x="8" y="11"/>
                      <a:pt x="9" y="11"/>
                    </a:cubicBezTo>
                  </a:path>
                </a:pathLst>
              </a:custGeom>
              <a:solidFill>
                <a:srgbClr val="DB9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6" name="Freeform 1481">
                <a:extLst>
                  <a:ext uri="{FF2B5EF4-FFF2-40B4-BE49-F238E27FC236}">
                    <a16:creationId xmlns:a16="http://schemas.microsoft.com/office/drawing/2014/main" id="{20D6301B-170E-404B-A0DA-9EA6050DB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436"/>
                <a:ext cx="40" cy="15"/>
              </a:xfrm>
              <a:custGeom>
                <a:avLst/>
                <a:gdLst>
                  <a:gd name="T0" fmla="*/ 188 w 16"/>
                  <a:gd name="T1" fmla="*/ 50 h 6"/>
                  <a:gd name="T2" fmla="*/ 250 w 16"/>
                  <a:gd name="T3" fmla="*/ 20 h 6"/>
                  <a:gd name="T4" fmla="*/ 175 w 16"/>
                  <a:gd name="T5" fmla="*/ 0 h 6"/>
                  <a:gd name="T6" fmla="*/ 0 w 16"/>
                  <a:gd name="T7" fmla="*/ 95 h 6"/>
                  <a:gd name="T8" fmla="*/ 145 w 16"/>
                  <a:gd name="T9" fmla="*/ 5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6">
                    <a:moveTo>
                      <a:pt x="12" y="3"/>
                    </a:moveTo>
                    <a:cubicBezTo>
                      <a:pt x="13" y="2"/>
                      <a:pt x="15" y="2"/>
                      <a:pt x="16" y="1"/>
                    </a:cubicBezTo>
                    <a:cubicBezTo>
                      <a:pt x="14" y="0"/>
                      <a:pt x="13" y="0"/>
                      <a:pt x="11" y="0"/>
                    </a:cubicBezTo>
                    <a:cubicBezTo>
                      <a:pt x="9" y="1"/>
                      <a:pt x="2" y="4"/>
                      <a:pt x="0" y="6"/>
                    </a:cubicBezTo>
                    <a:cubicBezTo>
                      <a:pt x="4" y="6"/>
                      <a:pt x="6" y="3"/>
                      <a:pt x="9" y="3"/>
                    </a:cubicBezTo>
                  </a:path>
                </a:pathLst>
              </a:custGeom>
              <a:solidFill>
                <a:srgbClr val="EAC7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7" name="Freeform 1482">
                <a:extLst>
                  <a:ext uri="{FF2B5EF4-FFF2-40B4-BE49-F238E27FC236}">
                    <a16:creationId xmlns:a16="http://schemas.microsoft.com/office/drawing/2014/main" id="{4C39E714-914A-4121-87BA-7524E4DCA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456"/>
                <a:ext cx="23" cy="13"/>
              </a:xfrm>
              <a:custGeom>
                <a:avLst/>
                <a:gdLst>
                  <a:gd name="T0" fmla="*/ 130 w 9"/>
                  <a:gd name="T1" fmla="*/ 21 h 5"/>
                  <a:gd name="T2" fmla="*/ 130 w 9"/>
                  <a:gd name="T3" fmla="*/ 0 h 5"/>
                  <a:gd name="T4" fmla="*/ 0 w 9"/>
                  <a:gd name="T5" fmla="*/ 88 h 5"/>
                  <a:gd name="T6" fmla="*/ 97 w 9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8" y="1"/>
                    </a:moveTo>
                    <a:cubicBezTo>
                      <a:pt x="8" y="1"/>
                      <a:pt x="9" y="0"/>
                      <a:pt x="8" y="0"/>
                    </a:cubicBezTo>
                    <a:cubicBezTo>
                      <a:pt x="5" y="1"/>
                      <a:pt x="2" y="3"/>
                      <a:pt x="0" y="5"/>
                    </a:cubicBezTo>
                    <a:cubicBezTo>
                      <a:pt x="1" y="2"/>
                      <a:pt x="4" y="1"/>
                      <a:pt x="6" y="0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8" name="Freeform 1483">
                <a:extLst>
                  <a:ext uri="{FF2B5EF4-FFF2-40B4-BE49-F238E27FC236}">
                    <a16:creationId xmlns:a16="http://schemas.microsoft.com/office/drawing/2014/main" id="{FC666CC0-9AB1-4E62-ACB1-14E58AFEC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541"/>
                <a:ext cx="12" cy="10"/>
              </a:xfrm>
              <a:custGeom>
                <a:avLst/>
                <a:gdLst>
                  <a:gd name="T0" fmla="*/ 12 w 5"/>
                  <a:gd name="T1" fmla="*/ 63 h 4"/>
                  <a:gd name="T2" fmla="*/ 0 w 5"/>
                  <a:gd name="T3" fmla="*/ 50 h 4"/>
                  <a:gd name="T4" fmla="*/ 70 w 5"/>
                  <a:gd name="T5" fmla="*/ 0 h 4"/>
                  <a:gd name="T6" fmla="*/ 29 w 5"/>
                  <a:gd name="T7" fmla="*/ 6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1" y="2"/>
                      <a:pt x="4" y="0"/>
                      <a:pt x="5" y="0"/>
                    </a:cubicBezTo>
                    <a:cubicBezTo>
                      <a:pt x="5" y="2"/>
                      <a:pt x="4" y="3"/>
                      <a:pt x="2" y="4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9" name="Freeform 1484">
                <a:extLst>
                  <a:ext uri="{FF2B5EF4-FFF2-40B4-BE49-F238E27FC236}">
                    <a16:creationId xmlns:a16="http://schemas.microsoft.com/office/drawing/2014/main" id="{2BA0B5C6-978C-45F9-83D3-E8A6EE65E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544"/>
                <a:ext cx="10" cy="7"/>
              </a:xfrm>
              <a:custGeom>
                <a:avLst/>
                <a:gdLst>
                  <a:gd name="T0" fmla="*/ 20 w 4"/>
                  <a:gd name="T1" fmla="*/ 28 h 3"/>
                  <a:gd name="T2" fmla="*/ 63 w 4"/>
                  <a:gd name="T3" fmla="*/ 12 h 3"/>
                  <a:gd name="T4" fmla="*/ 0 w 4"/>
                  <a:gd name="T5" fmla="*/ 37 h 3"/>
                  <a:gd name="T6" fmla="*/ 0 w 4"/>
                  <a:gd name="T7" fmla="*/ 3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2" y="3"/>
                      <a:pt x="4" y="2"/>
                      <a:pt x="4" y="1"/>
                    </a:cubicBezTo>
                    <a:cubicBezTo>
                      <a:pt x="1" y="0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0" name="Freeform 1485">
                <a:extLst>
                  <a:ext uri="{FF2B5EF4-FFF2-40B4-BE49-F238E27FC236}">
                    <a16:creationId xmlns:a16="http://schemas.microsoft.com/office/drawing/2014/main" id="{63FE77BF-CDC7-41BE-9A60-35E86DBEB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529"/>
                <a:ext cx="15" cy="15"/>
              </a:xfrm>
              <a:custGeom>
                <a:avLst/>
                <a:gdLst>
                  <a:gd name="T0" fmla="*/ 33 w 6"/>
                  <a:gd name="T1" fmla="*/ 95 h 6"/>
                  <a:gd name="T2" fmla="*/ 50 w 6"/>
                  <a:gd name="T3" fmla="*/ 33 h 6"/>
                  <a:gd name="T4" fmla="*/ 83 w 6"/>
                  <a:gd name="T5" fmla="*/ 63 h 6"/>
                  <a:gd name="T6" fmla="*/ 50 w 6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0" y="5"/>
                      <a:pt x="2" y="3"/>
                      <a:pt x="3" y="2"/>
                    </a:cubicBezTo>
                    <a:cubicBezTo>
                      <a:pt x="6" y="0"/>
                      <a:pt x="4" y="2"/>
                      <a:pt x="5" y="4"/>
                    </a:cubicBezTo>
                    <a:cubicBezTo>
                      <a:pt x="4" y="4"/>
                      <a:pt x="3" y="5"/>
                      <a:pt x="3" y="5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1" name="Freeform 1486">
                <a:extLst>
                  <a:ext uri="{FF2B5EF4-FFF2-40B4-BE49-F238E27FC236}">
                    <a16:creationId xmlns:a16="http://schemas.microsoft.com/office/drawing/2014/main" id="{DBDD83F0-0EAF-4D09-9FE4-DAC0FD7C4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536"/>
                <a:ext cx="10" cy="13"/>
              </a:xfrm>
              <a:custGeom>
                <a:avLst/>
                <a:gdLst>
                  <a:gd name="T0" fmla="*/ 0 w 4"/>
                  <a:gd name="T1" fmla="*/ 34 h 5"/>
                  <a:gd name="T2" fmla="*/ 63 w 4"/>
                  <a:gd name="T3" fmla="*/ 0 h 5"/>
                  <a:gd name="T4" fmla="*/ 0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1" y="5"/>
                      <a:pt x="3" y="1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2" name="Freeform 1487">
                <a:extLst>
                  <a:ext uri="{FF2B5EF4-FFF2-40B4-BE49-F238E27FC236}">
                    <a16:creationId xmlns:a16="http://schemas.microsoft.com/office/drawing/2014/main" id="{A91ED7CF-7B43-4605-9866-1067C987A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521"/>
                <a:ext cx="15" cy="13"/>
              </a:xfrm>
              <a:custGeom>
                <a:avLst/>
                <a:gdLst>
                  <a:gd name="T0" fmla="*/ 20 w 6"/>
                  <a:gd name="T1" fmla="*/ 88 h 5"/>
                  <a:gd name="T2" fmla="*/ 0 w 6"/>
                  <a:gd name="T3" fmla="*/ 68 h 5"/>
                  <a:gd name="T4" fmla="*/ 95 w 6"/>
                  <a:gd name="T5" fmla="*/ 21 h 5"/>
                  <a:gd name="T6" fmla="*/ 33 w 6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1" y="5"/>
                      <a:pt x="1" y="4"/>
                      <a:pt x="0" y="4"/>
                    </a:cubicBezTo>
                    <a:cubicBezTo>
                      <a:pt x="2" y="4"/>
                      <a:pt x="4" y="0"/>
                      <a:pt x="6" y="1"/>
                    </a:cubicBezTo>
                    <a:cubicBezTo>
                      <a:pt x="5" y="2"/>
                      <a:pt x="2" y="3"/>
                      <a:pt x="2" y="4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3" name="Freeform 1488">
                <a:extLst>
                  <a:ext uri="{FF2B5EF4-FFF2-40B4-BE49-F238E27FC236}">
                    <a16:creationId xmlns:a16="http://schemas.microsoft.com/office/drawing/2014/main" id="{2F3BAA15-177B-4884-83EB-B6994E5B8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514"/>
                <a:ext cx="8" cy="17"/>
              </a:xfrm>
              <a:custGeom>
                <a:avLst/>
                <a:gdLst>
                  <a:gd name="T0" fmla="*/ 0 w 3"/>
                  <a:gd name="T1" fmla="*/ 41 h 7"/>
                  <a:gd name="T2" fmla="*/ 56 w 3"/>
                  <a:gd name="T3" fmla="*/ 12 h 7"/>
                  <a:gd name="T4" fmla="*/ 0 w 3"/>
                  <a:gd name="T5" fmla="*/ 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3" y="2"/>
                      <a:pt x="1" y="7"/>
                      <a:pt x="0" y="3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4" name="Freeform 1489">
                <a:extLst>
                  <a:ext uri="{FF2B5EF4-FFF2-40B4-BE49-F238E27FC236}">
                    <a16:creationId xmlns:a16="http://schemas.microsoft.com/office/drawing/2014/main" id="{0D777510-F5A1-4EAC-B59B-CBB87CDBB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524"/>
                <a:ext cx="7" cy="10"/>
              </a:xfrm>
              <a:custGeom>
                <a:avLst/>
                <a:gdLst>
                  <a:gd name="T0" fmla="*/ 0 w 3"/>
                  <a:gd name="T1" fmla="*/ 63 h 4"/>
                  <a:gd name="T2" fmla="*/ 28 w 3"/>
                  <a:gd name="T3" fmla="*/ 50 h 4"/>
                  <a:gd name="T4" fmla="*/ 37 w 3"/>
                  <a:gd name="T5" fmla="*/ 0 h 4"/>
                  <a:gd name="T6" fmla="*/ 0 w 3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2"/>
                      <a:pt x="2" y="1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5" name="Freeform 1490">
                <a:extLst>
                  <a:ext uri="{FF2B5EF4-FFF2-40B4-BE49-F238E27FC236}">
                    <a16:creationId xmlns:a16="http://schemas.microsoft.com/office/drawing/2014/main" id="{A3F28B8C-10B4-4B8B-A788-8ED8CFF47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524"/>
                <a:ext cx="7" cy="7"/>
              </a:xfrm>
              <a:custGeom>
                <a:avLst/>
                <a:gdLst>
                  <a:gd name="T0" fmla="*/ 12 w 3"/>
                  <a:gd name="T1" fmla="*/ 37 h 3"/>
                  <a:gd name="T2" fmla="*/ 37 w 3"/>
                  <a:gd name="T3" fmla="*/ 28 h 3"/>
                  <a:gd name="T4" fmla="*/ 0 w 3"/>
                  <a:gd name="T5" fmla="*/ 2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3" y="3"/>
                      <a:pt x="3" y="2"/>
                    </a:cubicBezTo>
                    <a:cubicBezTo>
                      <a:pt x="3" y="0"/>
                      <a:pt x="1" y="2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6" name="Freeform 1491">
                <a:extLst>
                  <a:ext uri="{FF2B5EF4-FFF2-40B4-BE49-F238E27FC236}">
                    <a16:creationId xmlns:a16="http://schemas.microsoft.com/office/drawing/2014/main" id="{39AB3890-C119-4D2C-B1A5-7316BBD2D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531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20 h 2"/>
                  <a:gd name="T4" fmla="*/ 0 w 3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2"/>
                      <a:pt x="3" y="1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7" name="Freeform 1492">
                <a:extLst>
                  <a:ext uri="{FF2B5EF4-FFF2-40B4-BE49-F238E27FC236}">
                    <a16:creationId xmlns:a16="http://schemas.microsoft.com/office/drawing/2014/main" id="{16C74B2D-4B87-4426-89C8-2349143CE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449"/>
                <a:ext cx="42" cy="25"/>
              </a:xfrm>
              <a:custGeom>
                <a:avLst/>
                <a:gdLst>
                  <a:gd name="T0" fmla="*/ 166 w 17"/>
                  <a:gd name="T1" fmla="*/ 50 h 10"/>
                  <a:gd name="T2" fmla="*/ 257 w 17"/>
                  <a:gd name="T3" fmla="*/ 0 h 10"/>
                  <a:gd name="T4" fmla="*/ 153 w 17"/>
                  <a:gd name="T5" fmla="*/ 33 h 10"/>
                  <a:gd name="T6" fmla="*/ 74 w 17"/>
                  <a:gd name="T7" fmla="*/ 33 h 10"/>
                  <a:gd name="T8" fmla="*/ 153 w 17"/>
                  <a:gd name="T9" fmla="*/ 50 h 10"/>
                  <a:gd name="T10" fmla="*/ 74 w 17"/>
                  <a:gd name="T11" fmla="*/ 95 h 10"/>
                  <a:gd name="T12" fmla="*/ 12 w 17"/>
                  <a:gd name="T13" fmla="*/ 113 h 10"/>
                  <a:gd name="T14" fmla="*/ 0 w 17"/>
                  <a:gd name="T15" fmla="*/ 158 h 10"/>
                  <a:gd name="T16" fmla="*/ 62 w 17"/>
                  <a:gd name="T17" fmla="*/ 125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10">
                    <a:moveTo>
                      <a:pt x="11" y="3"/>
                    </a:moveTo>
                    <a:cubicBezTo>
                      <a:pt x="13" y="2"/>
                      <a:pt x="15" y="1"/>
                      <a:pt x="17" y="0"/>
                    </a:cubicBezTo>
                    <a:cubicBezTo>
                      <a:pt x="14" y="0"/>
                      <a:pt x="12" y="1"/>
                      <a:pt x="10" y="2"/>
                    </a:cubicBezTo>
                    <a:cubicBezTo>
                      <a:pt x="8" y="2"/>
                      <a:pt x="6" y="1"/>
                      <a:pt x="5" y="2"/>
                    </a:cubicBezTo>
                    <a:cubicBezTo>
                      <a:pt x="6" y="3"/>
                      <a:pt x="8" y="3"/>
                      <a:pt x="10" y="3"/>
                    </a:cubicBezTo>
                    <a:cubicBezTo>
                      <a:pt x="9" y="5"/>
                      <a:pt x="7" y="5"/>
                      <a:pt x="5" y="6"/>
                    </a:cubicBezTo>
                    <a:cubicBezTo>
                      <a:pt x="3" y="8"/>
                      <a:pt x="3" y="8"/>
                      <a:pt x="1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" y="9"/>
                      <a:pt x="3" y="9"/>
                      <a:pt x="4" y="8"/>
                    </a:cubicBezTo>
                  </a:path>
                </a:pathLst>
              </a:custGeom>
              <a:solidFill>
                <a:srgbClr val="EDD1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8" name="Freeform 1493">
                <a:extLst>
                  <a:ext uri="{FF2B5EF4-FFF2-40B4-BE49-F238E27FC236}">
                    <a16:creationId xmlns:a16="http://schemas.microsoft.com/office/drawing/2014/main" id="{C10550FD-B5E4-49F9-9D17-8717EBAEB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526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35 h 3"/>
                  <a:gd name="T4" fmla="*/ 37 w 3"/>
                  <a:gd name="T5" fmla="*/ 21 h 3"/>
                  <a:gd name="T6" fmla="*/ 12 w 3"/>
                  <a:gd name="T7" fmla="*/ 0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2" y="0"/>
                      <a:pt x="2" y="3"/>
                      <a:pt x="0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9" name="Freeform 1494">
                <a:extLst>
                  <a:ext uri="{FF2B5EF4-FFF2-40B4-BE49-F238E27FC236}">
                    <a16:creationId xmlns:a16="http://schemas.microsoft.com/office/drawing/2014/main" id="{96F2E356-6853-45DA-AD73-E7158D424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529"/>
                <a:ext cx="10" cy="10"/>
              </a:xfrm>
              <a:custGeom>
                <a:avLst/>
                <a:gdLst>
                  <a:gd name="T0" fmla="*/ 0 w 4"/>
                  <a:gd name="T1" fmla="*/ 63 h 4"/>
                  <a:gd name="T2" fmla="*/ 33 w 4"/>
                  <a:gd name="T3" fmla="*/ 50 h 4"/>
                  <a:gd name="T4" fmla="*/ 63 w 4"/>
                  <a:gd name="T5" fmla="*/ 33 h 4"/>
                  <a:gd name="T6" fmla="*/ 50 w 4"/>
                  <a:gd name="T7" fmla="*/ 0 h 4"/>
                  <a:gd name="T8" fmla="*/ 0 w 4"/>
                  <a:gd name="T9" fmla="*/ 20 h 4"/>
                  <a:gd name="T10" fmla="*/ 0 w 4"/>
                  <a:gd name="T11" fmla="*/ 6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3" y="0"/>
                    </a:cubicBezTo>
                    <a:cubicBezTo>
                      <a:pt x="3" y="1"/>
                      <a:pt x="0" y="4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0" name="Freeform 1495">
                <a:extLst>
                  <a:ext uri="{FF2B5EF4-FFF2-40B4-BE49-F238E27FC236}">
                    <a16:creationId xmlns:a16="http://schemas.microsoft.com/office/drawing/2014/main" id="{847B58A4-6CF8-4084-A7D0-C7DE9C84D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539"/>
                <a:ext cx="13" cy="10"/>
              </a:xfrm>
              <a:custGeom>
                <a:avLst/>
                <a:gdLst>
                  <a:gd name="T0" fmla="*/ 0 w 5"/>
                  <a:gd name="T1" fmla="*/ 63 h 4"/>
                  <a:gd name="T2" fmla="*/ 88 w 5"/>
                  <a:gd name="T3" fmla="*/ 33 h 4"/>
                  <a:gd name="T4" fmla="*/ 55 w 5"/>
                  <a:gd name="T5" fmla="*/ 20 h 4"/>
                  <a:gd name="T6" fmla="*/ 34 w 5"/>
                  <a:gd name="T7" fmla="*/ 33 h 4"/>
                  <a:gd name="T8" fmla="*/ 21 w 5"/>
                  <a:gd name="T9" fmla="*/ 0 h 4"/>
                  <a:gd name="T10" fmla="*/ 0 w 5"/>
                  <a:gd name="T11" fmla="*/ 6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2"/>
                      <a:pt x="3" y="2"/>
                      <a:pt x="5" y="2"/>
                    </a:cubicBezTo>
                    <a:cubicBezTo>
                      <a:pt x="4" y="2"/>
                      <a:pt x="4" y="2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1"/>
                      <a:pt x="1" y="3"/>
                      <a:pt x="0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1" name="Freeform 1496">
                <a:extLst>
                  <a:ext uri="{FF2B5EF4-FFF2-40B4-BE49-F238E27FC236}">
                    <a16:creationId xmlns:a16="http://schemas.microsoft.com/office/drawing/2014/main" id="{CB9CBFB6-5938-47A9-841C-82FD05623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549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20 h 2"/>
                  <a:gd name="T4" fmla="*/ 50 w 4"/>
                  <a:gd name="T5" fmla="*/ 0 h 2"/>
                  <a:gd name="T6" fmla="*/ 0 w 4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1"/>
                      <a:pt x="2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2" name="Freeform 1497">
                <a:extLst>
                  <a:ext uri="{FF2B5EF4-FFF2-40B4-BE49-F238E27FC236}">
                    <a16:creationId xmlns:a16="http://schemas.microsoft.com/office/drawing/2014/main" id="{7B6A6EC4-C564-4C67-BD75-328BF383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576"/>
                <a:ext cx="12" cy="10"/>
              </a:xfrm>
              <a:custGeom>
                <a:avLst/>
                <a:gdLst>
                  <a:gd name="T0" fmla="*/ 29 w 5"/>
                  <a:gd name="T1" fmla="*/ 63 h 4"/>
                  <a:gd name="T2" fmla="*/ 0 w 5"/>
                  <a:gd name="T3" fmla="*/ 50 h 4"/>
                  <a:gd name="T4" fmla="*/ 70 w 5"/>
                  <a:gd name="T5" fmla="*/ 0 h 4"/>
                  <a:gd name="T6" fmla="*/ 41 w 5"/>
                  <a:gd name="T7" fmla="*/ 6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1" y="2"/>
                      <a:pt x="4" y="0"/>
                      <a:pt x="5" y="0"/>
                    </a:cubicBezTo>
                    <a:cubicBezTo>
                      <a:pt x="5" y="2"/>
                      <a:pt x="4" y="3"/>
                      <a:pt x="3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3" name="Freeform 1498">
                <a:extLst>
                  <a:ext uri="{FF2B5EF4-FFF2-40B4-BE49-F238E27FC236}">
                    <a16:creationId xmlns:a16="http://schemas.microsoft.com/office/drawing/2014/main" id="{CE2FB9E1-D41A-4B01-8CF5-5CA6BBD26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579"/>
                <a:ext cx="10" cy="7"/>
              </a:xfrm>
              <a:custGeom>
                <a:avLst/>
                <a:gdLst>
                  <a:gd name="T0" fmla="*/ 20 w 4"/>
                  <a:gd name="T1" fmla="*/ 28 h 3"/>
                  <a:gd name="T2" fmla="*/ 63 w 4"/>
                  <a:gd name="T3" fmla="*/ 0 h 3"/>
                  <a:gd name="T4" fmla="*/ 0 w 4"/>
                  <a:gd name="T5" fmla="*/ 37 h 3"/>
                  <a:gd name="T6" fmla="*/ 0 w 4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2" y="2"/>
                      <a:pt x="4" y="1"/>
                      <a:pt x="4" y="0"/>
                    </a:cubicBezTo>
                    <a:cubicBezTo>
                      <a:pt x="2" y="0"/>
                      <a:pt x="2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4" name="Freeform 1499">
                <a:extLst>
                  <a:ext uri="{FF2B5EF4-FFF2-40B4-BE49-F238E27FC236}">
                    <a16:creationId xmlns:a16="http://schemas.microsoft.com/office/drawing/2014/main" id="{888F5EEA-935F-41E4-AF34-D090732FB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564"/>
                <a:ext cx="12" cy="12"/>
              </a:xfrm>
              <a:custGeom>
                <a:avLst/>
                <a:gdLst>
                  <a:gd name="T0" fmla="*/ 12 w 5"/>
                  <a:gd name="T1" fmla="*/ 70 h 5"/>
                  <a:gd name="T2" fmla="*/ 29 w 5"/>
                  <a:gd name="T3" fmla="*/ 29 h 5"/>
                  <a:gd name="T4" fmla="*/ 58 w 5"/>
                  <a:gd name="T5" fmla="*/ 58 h 5"/>
                  <a:gd name="T6" fmla="*/ 29 w 5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1" y="3"/>
                      <a:pt x="2" y="2"/>
                    </a:cubicBezTo>
                    <a:cubicBezTo>
                      <a:pt x="5" y="0"/>
                      <a:pt x="3" y="2"/>
                      <a:pt x="4" y="4"/>
                    </a:cubicBezTo>
                    <a:cubicBezTo>
                      <a:pt x="3" y="4"/>
                      <a:pt x="2" y="4"/>
                      <a:pt x="2" y="4"/>
                    </a:cubicBezTo>
                  </a:path>
                </a:pathLst>
              </a:custGeom>
              <a:solidFill>
                <a:srgbClr val="EAC2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5" name="Freeform 1500">
                <a:extLst>
                  <a:ext uri="{FF2B5EF4-FFF2-40B4-BE49-F238E27FC236}">
                    <a16:creationId xmlns:a16="http://schemas.microsoft.com/office/drawing/2014/main" id="{95554C95-CBA1-48A1-92C5-FDCD369E9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571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63 w 4"/>
                  <a:gd name="T3" fmla="*/ 0 h 4"/>
                  <a:gd name="T4" fmla="*/ 20 w 4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2" y="4"/>
                      <a:pt x="4" y="1"/>
                      <a:pt x="4" y="0"/>
                    </a:cubicBezTo>
                    <a:cubicBezTo>
                      <a:pt x="3" y="0"/>
                      <a:pt x="1" y="1"/>
                      <a:pt x="1" y="2"/>
                    </a:cubicBezTo>
                  </a:path>
                </a:pathLst>
              </a:custGeom>
              <a:solidFill>
                <a:srgbClr val="EAC2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6" name="Freeform 1501">
                <a:extLst>
                  <a:ext uri="{FF2B5EF4-FFF2-40B4-BE49-F238E27FC236}">
                    <a16:creationId xmlns:a16="http://schemas.microsoft.com/office/drawing/2014/main" id="{93684ABF-52B0-4085-B6C8-222C60242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556"/>
                <a:ext cx="13" cy="13"/>
              </a:xfrm>
              <a:custGeom>
                <a:avLst/>
                <a:gdLst>
                  <a:gd name="T0" fmla="*/ 21 w 5"/>
                  <a:gd name="T1" fmla="*/ 88 h 5"/>
                  <a:gd name="T2" fmla="*/ 0 w 5"/>
                  <a:gd name="T3" fmla="*/ 68 h 5"/>
                  <a:gd name="T4" fmla="*/ 88 w 5"/>
                  <a:gd name="T5" fmla="*/ 0 h 5"/>
                  <a:gd name="T6" fmla="*/ 21 w 5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1" y="5"/>
                      <a:pt x="0" y="4"/>
                      <a:pt x="0" y="4"/>
                    </a:cubicBezTo>
                    <a:cubicBezTo>
                      <a:pt x="2" y="3"/>
                      <a:pt x="4" y="0"/>
                      <a:pt x="5" y="0"/>
                    </a:cubicBezTo>
                    <a:cubicBezTo>
                      <a:pt x="4" y="2"/>
                      <a:pt x="2" y="3"/>
                      <a:pt x="1" y="4"/>
                    </a:cubicBezTo>
                  </a:path>
                </a:pathLst>
              </a:custGeom>
              <a:solidFill>
                <a:srgbClr val="EAC2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7" name="Freeform 1502">
                <a:extLst>
                  <a:ext uri="{FF2B5EF4-FFF2-40B4-BE49-F238E27FC236}">
                    <a16:creationId xmlns:a16="http://schemas.microsoft.com/office/drawing/2014/main" id="{6140EF3E-18D4-495A-BEB1-261EF9E9E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549"/>
                <a:ext cx="10" cy="17"/>
              </a:xfrm>
              <a:custGeom>
                <a:avLst/>
                <a:gdLst>
                  <a:gd name="T0" fmla="*/ 20 w 4"/>
                  <a:gd name="T1" fmla="*/ 41 h 7"/>
                  <a:gd name="T2" fmla="*/ 63 w 4"/>
                  <a:gd name="T3" fmla="*/ 0 h 7"/>
                  <a:gd name="T4" fmla="*/ 20 w 4"/>
                  <a:gd name="T5" fmla="*/ 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1" y="3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4" y="2"/>
                      <a:pt x="1" y="7"/>
                      <a:pt x="1" y="3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8" name="Freeform 1503">
                <a:extLst>
                  <a:ext uri="{FF2B5EF4-FFF2-40B4-BE49-F238E27FC236}">
                    <a16:creationId xmlns:a16="http://schemas.microsoft.com/office/drawing/2014/main" id="{C2EB3C7E-AC8A-47E2-A9CC-C4B801079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559"/>
                <a:ext cx="7" cy="10"/>
              </a:xfrm>
              <a:custGeom>
                <a:avLst/>
                <a:gdLst>
                  <a:gd name="T0" fmla="*/ 0 w 3"/>
                  <a:gd name="T1" fmla="*/ 63 h 4"/>
                  <a:gd name="T2" fmla="*/ 37 w 3"/>
                  <a:gd name="T3" fmla="*/ 50 h 4"/>
                  <a:gd name="T4" fmla="*/ 37 w 3"/>
                  <a:gd name="T5" fmla="*/ 0 h 4"/>
                  <a:gd name="T6" fmla="*/ 0 w 3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solidFill>
                <a:srgbClr val="EAC2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9" name="Freeform 1504">
                <a:extLst>
                  <a:ext uri="{FF2B5EF4-FFF2-40B4-BE49-F238E27FC236}">
                    <a16:creationId xmlns:a16="http://schemas.microsoft.com/office/drawing/2014/main" id="{08F37A9E-4960-4CBE-B683-7C4ED685B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56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20 h 2"/>
                  <a:gd name="T4" fmla="*/ 0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rgbClr val="EAC2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0" name="Freeform 1505">
                <a:extLst>
                  <a:ext uri="{FF2B5EF4-FFF2-40B4-BE49-F238E27FC236}">
                    <a16:creationId xmlns:a16="http://schemas.microsoft.com/office/drawing/2014/main" id="{883A26CB-74EC-499C-B96F-0928E760F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559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50 h 4"/>
                  <a:gd name="T4" fmla="*/ 37 w 3"/>
                  <a:gd name="T5" fmla="*/ 33 h 4"/>
                  <a:gd name="T6" fmla="*/ 12 w 3"/>
                  <a:gd name="T7" fmla="*/ 0 h 4"/>
                  <a:gd name="T8" fmla="*/ 0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3" y="1"/>
                      <a:pt x="2" y="4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1" name="Freeform 1506">
                <a:extLst>
                  <a:ext uri="{FF2B5EF4-FFF2-40B4-BE49-F238E27FC236}">
                    <a16:creationId xmlns:a16="http://schemas.microsoft.com/office/drawing/2014/main" id="{B32F2BB5-275A-4F62-9538-15D859DA2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564"/>
                <a:ext cx="12" cy="10"/>
              </a:xfrm>
              <a:custGeom>
                <a:avLst/>
                <a:gdLst>
                  <a:gd name="T0" fmla="*/ 0 w 5"/>
                  <a:gd name="T1" fmla="*/ 63 h 4"/>
                  <a:gd name="T2" fmla="*/ 29 w 5"/>
                  <a:gd name="T3" fmla="*/ 33 h 4"/>
                  <a:gd name="T4" fmla="*/ 70 w 5"/>
                  <a:gd name="T5" fmla="*/ 20 h 4"/>
                  <a:gd name="T6" fmla="*/ 58 w 5"/>
                  <a:gd name="T7" fmla="*/ 0 h 4"/>
                  <a:gd name="T8" fmla="*/ 0 w 5"/>
                  <a:gd name="T9" fmla="*/ 20 h 4"/>
                  <a:gd name="T10" fmla="*/ 0 w 5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4"/>
                      <a:pt x="2" y="3"/>
                      <a:pt x="2" y="2"/>
                    </a:cubicBezTo>
                    <a:cubicBezTo>
                      <a:pt x="3" y="2"/>
                      <a:pt x="4" y="2"/>
                      <a:pt x="5" y="1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3" y="1"/>
                      <a:pt x="1" y="4"/>
                      <a:pt x="0" y="1"/>
                    </a:cubicBezTo>
                    <a:cubicBezTo>
                      <a:pt x="0" y="2"/>
                      <a:pt x="1" y="3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2" name="Freeform 1507">
                <a:extLst>
                  <a:ext uri="{FF2B5EF4-FFF2-40B4-BE49-F238E27FC236}">
                    <a16:creationId xmlns:a16="http://schemas.microsoft.com/office/drawing/2014/main" id="{73C182E1-4944-4E0E-B43C-F98446692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574"/>
                <a:ext cx="13" cy="10"/>
              </a:xfrm>
              <a:custGeom>
                <a:avLst/>
                <a:gdLst>
                  <a:gd name="T0" fmla="*/ 21 w 5"/>
                  <a:gd name="T1" fmla="*/ 63 h 4"/>
                  <a:gd name="T2" fmla="*/ 88 w 5"/>
                  <a:gd name="T3" fmla="*/ 33 h 4"/>
                  <a:gd name="T4" fmla="*/ 68 w 5"/>
                  <a:gd name="T5" fmla="*/ 20 h 4"/>
                  <a:gd name="T6" fmla="*/ 34 w 5"/>
                  <a:gd name="T7" fmla="*/ 33 h 4"/>
                  <a:gd name="T8" fmla="*/ 21 w 5"/>
                  <a:gd name="T9" fmla="*/ 0 h 4"/>
                  <a:gd name="T10" fmla="*/ 0 w 5"/>
                  <a:gd name="T11" fmla="*/ 6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2" y="2"/>
                      <a:pt x="3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3" name="Freeform 1508">
                <a:extLst>
                  <a:ext uri="{FF2B5EF4-FFF2-40B4-BE49-F238E27FC236}">
                    <a16:creationId xmlns:a16="http://schemas.microsoft.com/office/drawing/2014/main" id="{80A427EF-B81D-4957-8F5E-F0B51E4F0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581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33 h 2"/>
                  <a:gd name="T4" fmla="*/ 50 w 4"/>
                  <a:gd name="T5" fmla="*/ 0 h 2"/>
                  <a:gd name="T6" fmla="*/ 0 w 4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2"/>
                      <a:pt x="4" y="2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4" name="Freeform 1509">
                <a:extLst>
                  <a:ext uri="{FF2B5EF4-FFF2-40B4-BE49-F238E27FC236}">
                    <a16:creationId xmlns:a16="http://schemas.microsoft.com/office/drawing/2014/main" id="{9F4124B5-89A2-4804-ADD2-DE57A3077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476"/>
                <a:ext cx="27" cy="25"/>
              </a:xfrm>
              <a:custGeom>
                <a:avLst/>
                <a:gdLst>
                  <a:gd name="T0" fmla="*/ 29 w 11"/>
                  <a:gd name="T1" fmla="*/ 95 h 10"/>
                  <a:gd name="T2" fmla="*/ 0 w 11"/>
                  <a:gd name="T3" fmla="*/ 158 h 10"/>
                  <a:gd name="T4" fmla="*/ 71 w 11"/>
                  <a:gd name="T5" fmla="*/ 83 h 10"/>
                  <a:gd name="T6" fmla="*/ 103 w 11"/>
                  <a:gd name="T7" fmla="*/ 50 h 10"/>
                  <a:gd name="T8" fmla="*/ 162 w 11"/>
                  <a:gd name="T9" fmla="*/ 0 h 10"/>
                  <a:gd name="T10" fmla="*/ 71 w 11"/>
                  <a:gd name="T11" fmla="*/ 5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2" y="6"/>
                    </a:moveTo>
                    <a:cubicBezTo>
                      <a:pt x="2" y="7"/>
                      <a:pt x="1" y="9"/>
                      <a:pt x="0" y="10"/>
                    </a:cubicBezTo>
                    <a:cubicBezTo>
                      <a:pt x="2" y="8"/>
                      <a:pt x="3" y="6"/>
                      <a:pt x="5" y="5"/>
                    </a:cubicBezTo>
                    <a:cubicBezTo>
                      <a:pt x="6" y="4"/>
                      <a:pt x="6" y="3"/>
                      <a:pt x="7" y="3"/>
                    </a:cubicBezTo>
                    <a:cubicBezTo>
                      <a:pt x="8" y="2"/>
                      <a:pt x="10" y="2"/>
                      <a:pt x="11" y="0"/>
                    </a:cubicBezTo>
                    <a:cubicBezTo>
                      <a:pt x="8" y="1"/>
                      <a:pt x="7" y="2"/>
                      <a:pt x="5" y="3"/>
                    </a:cubicBezTo>
                  </a:path>
                </a:pathLst>
              </a:custGeom>
              <a:solidFill>
                <a:srgbClr val="E8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5" name="Freeform 1510">
                <a:extLst>
                  <a:ext uri="{FF2B5EF4-FFF2-40B4-BE49-F238E27FC236}">
                    <a16:creationId xmlns:a16="http://schemas.microsoft.com/office/drawing/2014/main" id="{03834A9B-CDBF-4E17-A2B1-48DE813D8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464"/>
                <a:ext cx="25" cy="17"/>
              </a:xfrm>
              <a:custGeom>
                <a:avLst/>
                <a:gdLst>
                  <a:gd name="T0" fmla="*/ 20 w 10"/>
                  <a:gd name="T1" fmla="*/ 100 h 7"/>
                  <a:gd name="T2" fmla="*/ 95 w 10"/>
                  <a:gd name="T3" fmla="*/ 41 h 7"/>
                  <a:gd name="T4" fmla="*/ 158 w 10"/>
                  <a:gd name="T5" fmla="*/ 0 h 7"/>
                  <a:gd name="T6" fmla="*/ 0 w 10"/>
                  <a:gd name="T7" fmla="*/ 8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1" y="7"/>
                    </a:moveTo>
                    <a:cubicBezTo>
                      <a:pt x="3" y="7"/>
                      <a:pt x="4" y="5"/>
                      <a:pt x="6" y="3"/>
                    </a:cubicBezTo>
                    <a:cubicBezTo>
                      <a:pt x="7" y="2"/>
                      <a:pt x="9" y="1"/>
                      <a:pt x="10" y="0"/>
                    </a:cubicBezTo>
                    <a:cubicBezTo>
                      <a:pt x="7" y="0"/>
                      <a:pt x="2" y="3"/>
                      <a:pt x="0" y="6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6" name="Freeform 1511">
                <a:extLst>
                  <a:ext uri="{FF2B5EF4-FFF2-40B4-BE49-F238E27FC236}">
                    <a16:creationId xmlns:a16="http://schemas.microsoft.com/office/drawing/2014/main" id="{A88A8C77-F84E-4CAB-9E27-7B1BF0BEA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446"/>
                <a:ext cx="18" cy="15"/>
              </a:xfrm>
              <a:custGeom>
                <a:avLst/>
                <a:gdLst>
                  <a:gd name="T0" fmla="*/ 0 w 7"/>
                  <a:gd name="T1" fmla="*/ 95 h 6"/>
                  <a:gd name="T2" fmla="*/ 118 w 7"/>
                  <a:gd name="T3" fmla="*/ 20 h 6"/>
                  <a:gd name="T4" fmla="*/ 21 w 7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3" y="5"/>
                      <a:pt x="6" y="4"/>
                      <a:pt x="7" y="1"/>
                    </a:cubicBezTo>
                    <a:cubicBezTo>
                      <a:pt x="5" y="0"/>
                      <a:pt x="1" y="3"/>
                      <a:pt x="1" y="5"/>
                    </a:cubicBezTo>
                  </a:path>
                </a:pathLst>
              </a:custGeom>
              <a:solidFill>
                <a:srgbClr val="EAC7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7" name="Freeform 1512">
                <a:extLst>
                  <a:ext uri="{FF2B5EF4-FFF2-40B4-BE49-F238E27FC236}">
                    <a16:creationId xmlns:a16="http://schemas.microsoft.com/office/drawing/2014/main" id="{066C4823-5FBA-4965-8EF6-451A50ACB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704"/>
                <a:ext cx="10" cy="10"/>
              </a:xfrm>
              <a:custGeom>
                <a:avLst/>
                <a:gdLst>
                  <a:gd name="T0" fmla="*/ 33 w 4"/>
                  <a:gd name="T1" fmla="*/ 0 h 4"/>
                  <a:gd name="T2" fmla="*/ 0 w 4"/>
                  <a:gd name="T3" fmla="*/ 63 h 4"/>
                  <a:gd name="T4" fmla="*/ 63 w 4"/>
                  <a:gd name="T5" fmla="*/ 0 h 4"/>
                  <a:gd name="T6" fmla="*/ 33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2" y="4"/>
                      <a:pt x="3" y="1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8" name="Freeform 1513">
                <a:extLst>
                  <a:ext uri="{FF2B5EF4-FFF2-40B4-BE49-F238E27FC236}">
                    <a16:creationId xmlns:a16="http://schemas.microsoft.com/office/drawing/2014/main" id="{F7C9A0C9-AD0D-45DA-BF15-B8A15C9BF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719"/>
                <a:ext cx="8" cy="7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37 h 3"/>
                  <a:gd name="T4" fmla="*/ 5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0" y="2"/>
                      <a:pt x="2" y="3"/>
                    </a:cubicBezTo>
                    <a:cubicBezTo>
                      <a:pt x="3" y="3"/>
                      <a:pt x="3" y="0"/>
                      <a:pt x="3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9" name="Freeform 1514">
                <a:extLst>
                  <a:ext uri="{FF2B5EF4-FFF2-40B4-BE49-F238E27FC236}">
                    <a16:creationId xmlns:a16="http://schemas.microsoft.com/office/drawing/2014/main" id="{763357C2-7F2C-4762-915E-03FD4C423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726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0 w 3"/>
                  <a:gd name="T3" fmla="*/ 56 h 3"/>
                  <a:gd name="T4" fmla="*/ 37 w 3"/>
                  <a:gd name="T5" fmla="*/ 56 h 3"/>
                  <a:gd name="T6" fmla="*/ 37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3"/>
                      <a:pt x="2" y="2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0" name="Freeform 1515">
                <a:extLst>
                  <a:ext uri="{FF2B5EF4-FFF2-40B4-BE49-F238E27FC236}">
                    <a16:creationId xmlns:a16="http://schemas.microsoft.com/office/drawing/2014/main" id="{F0A0DBEF-7032-401C-957C-DD4FCC6C8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734"/>
                <a:ext cx="10" cy="12"/>
              </a:xfrm>
              <a:custGeom>
                <a:avLst/>
                <a:gdLst>
                  <a:gd name="T0" fmla="*/ 50 w 4"/>
                  <a:gd name="T1" fmla="*/ 0 h 5"/>
                  <a:gd name="T2" fmla="*/ 20 w 4"/>
                  <a:gd name="T3" fmla="*/ 58 h 5"/>
                  <a:gd name="T4" fmla="*/ 63 w 4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1"/>
                      <a:pt x="0" y="3"/>
                      <a:pt x="1" y="4"/>
                    </a:cubicBezTo>
                    <a:cubicBezTo>
                      <a:pt x="3" y="5"/>
                      <a:pt x="4" y="2"/>
                      <a:pt x="4" y="1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1" name="Freeform 1516">
                <a:extLst>
                  <a:ext uri="{FF2B5EF4-FFF2-40B4-BE49-F238E27FC236}">
                    <a16:creationId xmlns:a16="http://schemas.microsoft.com/office/drawing/2014/main" id="{89F4F0DA-9987-4740-ACF8-6240556F7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694"/>
                <a:ext cx="5" cy="10"/>
              </a:xfrm>
              <a:custGeom>
                <a:avLst/>
                <a:gdLst>
                  <a:gd name="T0" fmla="*/ 20 w 2"/>
                  <a:gd name="T1" fmla="*/ 20 h 4"/>
                  <a:gd name="T2" fmla="*/ 20 w 2"/>
                  <a:gd name="T3" fmla="*/ 50 h 4"/>
                  <a:gd name="T4" fmla="*/ 33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0" y="1"/>
                      <a:pt x="0" y="4"/>
                      <a:pt x="1" y="3"/>
                    </a:cubicBezTo>
                    <a:cubicBezTo>
                      <a:pt x="2" y="3"/>
                      <a:pt x="2" y="1"/>
                      <a:pt x="2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2" name="Freeform 1517">
                <a:extLst>
                  <a:ext uri="{FF2B5EF4-FFF2-40B4-BE49-F238E27FC236}">
                    <a16:creationId xmlns:a16="http://schemas.microsoft.com/office/drawing/2014/main" id="{94D99DA1-3551-493F-A7D8-44DA40D84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704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0 w 2"/>
                  <a:gd name="T3" fmla="*/ 33 h 4"/>
                  <a:gd name="T4" fmla="*/ 0 w 2"/>
                  <a:gd name="T5" fmla="*/ 63 h 4"/>
                  <a:gd name="T6" fmla="*/ 33 w 2"/>
                  <a:gd name="T7" fmla="*/ 33 h 4"/>
                  <a:gd name="T8" fmla="*/ 33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3" name="Freeform 1518">
                <a:extLst>
                  <a:ext uri="{FF2B5EF4-FFF2-40B4-BE49-F238E27FC236}">
                    <a16:creationId xmlns:a16="http://schemas.microsoft.com/office/drawing/2014/main" id="{564C0D1F-9705-41BA-921B-D79628D4B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711"/>
                <a:ext cx="5" cy="10"/>
              </a:xfrm>
              <a:custGeom>
                <a:avLst/>
                <a:gdLst>
                  <a:gd name="T0" fmla="*/ 20 w 2"/>
                  <a:gd name="T1" fmla="*/ 0 h 4"/>
                  <a:gd name="T2" fmla="*/ 33 w 2"/>
                  <a:gd name="T3" fmla="*/ 33 h 4"/>
                  <a:gd name="T4" fmla="*/ 33 w 2"/>
                  <a:gd name="T5" fmla="*/ 63 h 4"/>
                  <a:gd name="T6" fmla="*/ 33 w 2"/>
                  <a:gd name="T7" fmla="*/ 50 h 4"/>
                  <a:gd name="T8" fmla="*/ 33 w 2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4" name="Freeform 1519">
                <a:extLst>
                  <a:ext uri="{FF2B5EF4-FFF2-40B4-BE49-F238E27FC236}">
                    <a16:creationId xmlns:a16="http://schemas.microsoft.com/office/drawing/2014/main" id="{EBC1C7BB-425F-4579-82A3-F5C5CFC9C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711"/>
                <a:ext cx="15" cy="18"/>
              </a:xfrm>
              <a:custGeom>
                <a:avLst/>
                <a:gdLst>
                  <a:gd name="T0" fmla="*/ 33 w 6"/>
                  <a:gd name="T1" fmla="*/ 100 h 7"/>
                  <a:gd name="T2" fmla="*/ 83 w 6"/>
                  <a:gd name="T3" fmla="*/ 0 h 7"/>
                  <a:gd name="T4" fmla="*/ 95 w 6"/>
                  <a:gd name="T5" fmla="*/ 33 h 7"/>
                  <a:gd name="T6" fmla="*/ 50 w 6"/>
                  <a:gd name="T7" fmla="*/ 85 h 7"/>
                  <a:gd name="T8" fmla="*/ 0 w 6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6"/>
                    </a:moveTo>
                    <a:cubicBezTo>
                      <a:pt x="2" y="4"/>
                      <a:pt x="4" y="2"/>
                      <a:pt x="5" y="0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4" y="3"/>
                      <a:pt x="4" y="3"/>
                      <a:pt x="3" y="5"/>
                    </a:cubicBezTo>
                    <a:cubicBezTo>
                      <a:pt x="2" y="6"/>
                      <a:pt x="1" y="6"/>
                      <a:pt x="0" y="7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5" name="Freeform 1520">
                <a:extLst>
                  <a:ext uri="{FF2B5EF4-FFF2-40B4-BE49-F238E27FC236}">
                    <a16:creationId xmlns:a16="http://schemas.microsoft.com/office/drawing/2014/main" id="{B103CB19-C942-4C88-8F79-680463BC4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726"/>
                <a:ext cx="7" cy="13"/>
              </a:xfrm>
              <a:custGeom>
                <a:avLst/>
                <a:gdLst>
                  <a:gd name="T0" fmla="*/ 37 w 3"/>
                  <a:gd name="T1" fmla="*/ 21 h 5"/>
                  <a:gd name="T2" fmla="*/ 0 w 3"/>
                  <a:gd name="T3" fmla="*/ 88 h 5"/>
                  <a:gd name="T4" fmla="*/ 12 w 3"/>
                  <a:gd name="T5" fmla="*/ 88 h 5"/>
                  <a:gd name="T6" fmla="*/ 37 w 3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3" y="0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4"/>
                      <a:pt x="2" y="2"/>
                      <a:pt x="3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6" name="Freeform 1521">
                <a:extLst>
                  <a:ext uri="{FF2B5EF4-FFF2-40B4-BE49-F238E27FC236}">
                    <a16:creationId xmlns:a16="http://schemas.microsoft.com/office/drawing/2014/main" id="{69257986-7694-44D5-B1F4-69D7A46BE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726"/>
                <a:ext cx="10" cy="13"/>
              </a:xfrm>
              <a:custGeom>
                <a:avLst/>
                <a:gdLst>
                  <a:gd name="T0" fmla="*/ 0 w 4"/>
                  <a:gd name="T1" fmla="*/ 68 h 5"/>
                  <a:gd name="T2" fmla="*/ 20 w 4"/>
                  <a:gd name="T3" fmla="*/ 88 h 5"/>
                  <a:gd name="T4" fmla="*/ 33 w 4"/>
                  <a:gd name="T5" fmla="*/ 55 h 5"/>
                  <a:gd name="T6" fmla="*/ 50 w 4"/>
                  <a:gd name="T7" fmla="*/ 0 h 5"/>
                  <a:gd name="T8" fmla="*/ 33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0" y="4"/>
                      <a:pt x="1" y="5"/>
                      <a:pt x="1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3" y="2"/>
                      <a:pt x="4" y="1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7" name="Freeform 1522">
                <a:extLst>
                  <a:ext uri="{FF2B5EF4-FFF2-40B4-BE49-F238E27FC236}">
                    <a16:creationId xmlns:a16="http://schemas.microsoft.com/office/drawing/2014/main" id="{6790A032-DB38-4614-BF1F-EE9584B8C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674"/>
                <a:ext cx="13" cy="15"/>
              </a:xfrm>
              <a:custGeom>
                <a:avLst/>
                <a:gdLst>
                  <a:gd name="T0" fmla="*/ 21 w 5"/>
                  <a:gd name="T1" fmla="*/ 83 h 6"/>
                  <a:gd name="T2" fmla="*/ 88 w 5"/>
                  <a:gd name="T3" fmla="*/ 0 h 6"/>
                  <a:gd name="T4" fmla="*/ 88 w 5"/>
                  <a:gd name="T5" fmla="*/ 50 h 6"/>
                  <a:gd name="T6" fmla="*/ 55 w 5"/>
                  <a:gd name="T7" fmla="*/ 83 h 6"/>
                  <a:gd name="T8" fmla="*/ 0 w 5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5"/>
                    </a:moveTo>
                    <a:cubicBezTo>
                      <a:pt x="3" y="4"/>
                      <a:pt x="4" y="2"/>
                      <a:pt x="5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4"/>
                      <a:pt x="3" y="5"/>
                    </a:cubicBezTo>
                    <a:cubicBezTo>
                      <a:pt x="2" y="4"/>
                      <a:pt x="1" y="5"/>
                      <a:pt x="0" y="6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8" name="Freeform 1523">
                <a:extLst>
                  <a:ext uri="{FF2B5EF4-FFF2-40B4-BE49-F238E27FC236}">
                    <a16:creationId xmlns:a16="http://schemas.microsoft.com/office/drawing/2014/main" id="{AED1BE62-265D-42C2-BB77-DEA886CCE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476"/>
                <a:ext cx="28" cy="20"/>
              </a:xfrm>
              <a:custGeom>
                <a:avLst/>
                <a:gdLst>
                  <a:gd name="T0" fmla="*/ 0 w 11"/>
                  <a:gd name="T1" fmla="*/ 95 h 8"/>
                  <a:gd name="T2" fmla="*/ 84 w 11"/>
                  <a:gd name="T3" fmla="*/ 95 h 8"/>
                  <a:gd name="T4" fmla="*/ 130 w 11"/>
                  <a:gd name="T5" fmla="*/ 33 h 8"/>
                  <a:gd name="T6" fmla="*/ 150 w 11"/>
                  <a:gd name="T7" fmla="*/ 0 h 8"/>
                  <a:gd name="T8" fmla="*/ 97 w 11"/>
                  <a:gd name="T9" fmla="*/ 33 h 8"/>
                  <a:gd name="T10" fmla="*/ 33 w 11"/>
                  <a:gd name="T11" fmla="*/ 6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6"/>
                    </a:moveTo>
                    <a:cubicBezTo>
                      <a:pt x="2" y="6"/>
                      <a:pt x="3" y="8"/>
                      <a:pt x="5" y="6"/>
                    </a:cubicBezTo>
                    <a:cubicBezTo>
                      <a:pt x="6" y="5"/>
                      <a:pt x="6" y="3"/>
                      <a:pt x="8" y="2"/>
                    </a:cubicBezTo>
                    <a:cubicBezTo>
                      <a:pt x="8" y="2"/>
                      <a:pt x="11" y="0"/>
                      <a:pt x="9" y="0"/>
                    </a:cubicBezTo>
                    <a:cubicBezTo>
                      <a:pt x="8" y="0"/>
                      <a:pt x="6" y="2"/>
                      <a:pt x="6" y="2"/>
                    </a:cubicBezTo>
                    <a:cubicBezTo>
                      <a:pt x="5" y="3"/>
                      <a:pt x="3" y="4"/>
                      <a:pt x="2" y="4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9" name="Freeform 1524">
                <a:extLst>
                  <a:ext uri="{FF2B5EF4-FFF2-40B4-BE49-F238E27FC236}">
                    <a16:creationId xmlns:a16="http://schemas.microsoft.com/office/drawing/2014/main" id="{C7DF6FDB-F570-4627-9486-06364C885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519"/>
                <a:ext cx="22" cy="27"/>
              </a:xfrm>
              <a:custGeom>
                <a:avLst/>
                <a:gdLst>
                  <a:gd name="T0" fmla="*/ 90 w 9"/>
                  <a:gd name="T1" fmla="*/ 0 h 11"/>
                  <a:gd name="T2" fmla="*/ 42 w 9"/>
                  <a:gd name="T3" fmla="*/ 29 h 11"/>
                  <a:gd name="T4" fmla="*/ 0 w 9"/>
                  <a:gd name="T5" fmla="*/ 71 h 11"/>
                  <a:gd name="T6" fmla="*/ 59 w 9"/>
                  <a:gd name="T7" fmla="*/ 91 h 11"/>
                  <a:gd name="T8" fmla="*/ 71 w 9"/>
                  <a:gd name="T9" fmla="*/ 162 h 11"/>
                  <a:gd name="T10" fmla="*/ 71 w 9"/>
                  <a:gd name="T11" fmla="*/ 103 h 11"/>
                  <a:gd name="T12" fmla="*/ 71 w 9"/>
                  <a:gd name="T13" fmla="*/ 71 h 11"/>
                  <a:gd name="T14" fmla="*/ 132 w 9"/>
                  <a:gd name="T15" fmla="*/ 42 h 11"/>
                  <a:gd name="T16" fmla="*/ 90 w 9"/>
                  <a:gd name="T17" fmla="*/ 12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cubicBezTo>
                      <a:pt x="5" y="0"/>
                      <a:pt x="4" y="2"/>
                      <a:pt x="3" y="2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6"/>
                      <a:pt x="3" y="5"/>
                      <a:pt x="4" y="6"/>
                    </a:cubicBezTo>
                    <a:cubicBezTo>
                      <a:pt x="6" y="7"/>
                      <a:pt x="5" y="9"/>
                      <a:pt x="5" y="11"/>
                    </a:cubicBezTo>
                    <a:cubicBezTo>
                      <a:pt x="5" y="10"/>
                      <a:pt x="6" y="9"/>
                      <a:pt x="5" y="7"/>
                    </a:cubicBezTo>
                    <a:cubicBezTo>
                      <a:pt x="5" y="7"/>
                      <a:pt x="5" y="6"/>
                      <a:pt x="5" y="5"/>
                    </a:cubicBezTo>
                    <a:cubicBezTo>
                      <a:pt x="5" y="2"/>
                      <a:pt x="7" y="4"/>
                      <a:pt x="9" y="3"/>
                    </a:cubicBezTo>
                    <a:cubicBezTo>
                      <a:pt x="8" y="2"/>
                      <a:pt x="6" y="2"/>
                      <a:pt x="6" y="1"/>
                    </a:cubicBezTo>
                  </a:path>
                </a:pathLst>
              </a:custGeom>
              <a:solidFill>
                <a:srgbClr val="DB9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0" name="Freeform 1525">
                <a:extLst>
                  <a:ext uri="{FF2B5EF4-FFF2-40B4-BE49-F238E27FC236}">
                    <a16:creationId xmlns:a16="http://schemas.microsoft.com/office/drawing/2014/main" id="{186CF21C-36E6-4AC5-AE82-7EB061BC1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529"/>
                <a:ext cx="15" cy="12"/>
              </a:xfrm>
              <a:custGeom>
                <a:avLst/>
                <a:gdLst>
                  <a:gd name="T0" fmla="*/ 50 w 6"/>
                  <a:gd name="T1" fmla="*/ 0 h 5"/>
                  <a:gd name="T2" fmla="*/ 95 w 6"/>
                  <a:gd name="T3" fmla="*/ 70 h 5"/>
                  <a:gd name="T4" fmla="*/ 83 w 6"/>
                  <a:gd name="T5" fmla="*/ 0 h 5"/>
                  <a:gd name="T6" fmla="*/ 63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0" y="2"/>
                      <a:pt x="5" y="4"/>
                      <a:pt x="6" y="5"/>
                    </a:cubicBezTo>
                    <a:cubicBezTo>
                      <a:pt x="4" y="4"/>
                      <a:pt x="5" y="2"/>
                      <a:pt x="5" y="0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solidFill>
                <a:srgbClr val="C88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1" name="Freeform 1526">
                <a:extLst>
                  <a:ext uri="{FF2B5EF4-FFF2-40B4-BE49-F238E27FC236}">
                    <a16:creationId xmlns:a16="http://schemas.microsoft.com/office/drawing/2014/main" id="{C52173D3-0C87-4275-942F-B444711EB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499"/>
                <a:ext cx="10" cy="17"/>
              </a:xfrm>
              <a:custGeom>
                <a:avLst/>
                <a:gdLst>
                  <a:gd name="T0" fmla="*/ 0 w 4"/>
                  <a:gd name="T1" fmla="*/ 58 h 7"/>
                  <a:gd name="T2" fmla="*/ 33 w 4"/>
                  <a:gd name="T3" fmla="*/ 100 h 7"/>
                  <a:gd name="T4" fmla="*/ 33 w 4"/>
                  <a:gd name="T5" fmla="*/ 41 h 7"/>
                  <a:gd name="T6" fmla="*/ 63 w 4"/>
                  <a:gd name="T7" fmla="*/ 0 h 7"/>
                  <a:gd name="T8" fmla="*/ 0 w 4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0" y="4"/>
                    </a:moveTo>
                    <a:cubicBezTo>
                      <a:pt x="1" y="5"/>
                      <a:pt x="2" y="6"/>
                      <a:pt x="2" y="7"/>
                    </a:cubicBezTo>
                    <a:cubicBezTo>
                      <a:pt x="2" y="6"/>
                      <a:pt x="1" y="5"/>
                      <a:pt x="2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</a:path>
                </a:pathLst>
              </a:custGeom>
              <a:solidFill>
                <a:srgbClr val="D08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2" name="Freeform 1527">
                <a:extLst>
                  <a:ext uri="{FF2B5EF4-FFF2-40B4-BE49-F238E27FC236}">
                    <a16:creationId xmlns:a16="http://schemas.microsoft.com/office/drawing/2014/main" id="{FA2AB5D3-C633-4375-893E-CB82F1E02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211"/>
                <a:ext cx="25" cy="25"/>
              </a:xfrm>
              <a:custGeom>
                <a:avLst/>
                <a:gdLst>
                  <a:gd name="T0" fmla="*/ 20 w 10"/>
                  <a:gd name="T1" fmla="*/ 158 h 10"/>
                  <a:gd name="T2" fmla="*/ 50 w 10"/>
                  <a:gd name="T3" fmla="*/ 20 h 10"/>
                  <a:gd name="T4" fmla="*/ 0 w 10"/>
                  <a:gd name="T5" fmla="*/ 145 h 10"/>
                  <a:gd name="T6" fmla="*/ 20 w 10"/>
                  <a:gd name="T7" fmla="*/ 12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" y="10"/>
                    </a:moveTo>
                    <a:cubicBezTo>
                      <a:pt x="2" y="8"/>
                      <a:pt x="10" y="0"/>
                      <a:pt x="3" y="1"/>
                    </a:cubicBezTo>
                    <a:cubicBezTo>
                      <a:pt x="3" y="3"/>
                      <a:pt x="0" y="6"/>
                      <a:pt x="0" y="9"/>
                    </a:cubicBezTo>
                    <a:cubicBezTo>
                      <a:pt x="1" y="9"/>
                      <a:pt x="1" y="8"/>
                      <a:pt x="1" y="8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3" name="Freeform 1528">
                <a:extLst>
                  <a:ext uri="{FF2B5EF4-FFF2-40B4-BE49-F238E27FC236}">
                    <a16:creationId xmlns:a16="http://schemas.microsoft.com/office/drawing/2014/main" id="{D66AD32D-BBC8-4010-BC9C-A7D518056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199"/>
                <a:ext cx="12" cy="17"/>
              </a:xfrm>
              <a:custGeom>
                <a:avLst/>
                <a:gdLst>
                  <a:gd name="T0" fmla="*/ 41 w 5"/>
                  <a:gd name="T1" fmla="*/ 70 h 7"/>
                  <a:gd name="T2" fmla="*/ 29 w 5"/>
                  <a:gd name="T3" fmla="*/ 0 h 7"/>
                  <a:gd name="T4" fmla="*/ 12 w 5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3" y="5"/>
                    </a:moveTo>
                    <a:cubicBezTo>
                      <a:pt x="5" y="4"/>
                      <a:pt x="5" y="0"/>
                      <a:pt x="2" y="0"/>
                    </a:cubicBezTo>
                    <a:cubicBezTo>
                      <a:pt x="0" y="1"/>
                      <a:pt x="0" y="6"/>
                      <a:pt x="1" y="7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4" name="Freeform 1529">
                <a:extLst>
                  <a:ext uri="{FF2B5EF4-FFF2-40B4-BE49-F238E27FC236}">
                    <a16:creationId xmlns:a16="http://schemas.microsoft.com/office/drawing/2014/main" id="{8D325951-97C6-4C46-8F20-CCE186BFB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191"/>
                <a:ext cx="12" cy="18"/>
              </a:xfrm>
              <a:custGeom>
                <a:avLst/>
                <a:gdLst>
                  <a:gd name="T0" fmla="*/ 12 w 5"/>
                  <a:gd name="T1" fmla="*/ 118 h 7"/>
                  <a:gd name="T2" fmla="*/ 58 w 5"/>
                  <a:gd name="T3" fmla="*/ 0 h 7"/>
                  <a:gd name="T4" fmla="*/ 29 w 5"/>
                  <a:gd name="T5" fmla="*/ 21 h 7"/>
                  <a:gd name="T6" fmla="*/ 0 w 5"/>
                  <a:gd name="T7" fmla="*/ 10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1" y="7"/>
                    </a:moveTo>
                    <a:cubicBezTo>
                      <a:pt x="2" y="6"/>
                      <a:pt x="5" y="2"/>
                      <a:pt x="4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3"/>
                      <a:pt x="2" y="6"/>
                      <a:pt x="0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5" name="Freeform 1530">
                <a:extLst>
                  <a:ext uri="{FF2B5EF4-FFF2-40B4-BE49-F238E27FC236}">
                    <a16:creationId xmlns:a16="http://schemas.microsoft.com/office/drawing/2014/main" id="{43DC1626-7071-4987-8185-F58E8FC04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174"/>
                <a:ext cx="15" cy="20"/>
              </a:xfrm>
              <a:custGeom>
                <a:avLst/>
                <a:gdLst>
                  <a:gd name="T0" fmla="*/ 50 w 6"/>
                  <a:gd name="T1" fmla="*/ 125 h 8"/>
                  <a:gd name="T2" fmla="*/ 0 w 6"/>
                  <a:gd name="T3" fmla="*/ 113 h 8"/>
                  <a:gd name="T4" fmla="*/ 95 w 6"/>
                  <a:gd name="T5" fmla="*/ 0 h 8"/>
                  <a:gd name="T6" fmla="*/ 63 w 6"/>
                  <a:gd name="T7" fmla="*/ 1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cubicBezTo>
                      <a:pt x="3" y="8"/>
                      <a:pt x="1" y="7"/>
                      <a:pt x="0" y="7"/>
                    </a:cubicBezTo>
                    <a:cubicBezTo>
                      <a:pt x="1" y="5"/>
                      <a:pt x="4" y="0"/>
                      <a:pt x="6" y="0"/>
                    </a:cubicBezTo>
                    <a:cubicBezTo>
                      <a:pt x="6" y="2"/>
                      <a:pt x="6" y="5"/>
                      <a:pt x="4" y="7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6" name="Freeform 1531">
                <a:extLst>
                  <a:ext uri="{FF2B5EF4-FFF2-40B4-BE49-F238E27FC236}">
                    <a16:creationId xmlns:a16="http://schemas.microsoft.com/office/drawing/2014/main" id="{64F5F9CA-BB44-4F73-8D96-52FBE57E1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171"/>
                <a:ext cx="12" cy="15"/>
              </a:xfrm>
              <a:custGeom>
                <a:avLst/>
                <a:gdLst>
                  <a:gd name="T0" fmla="*/ 29 w 5"/>
                  <a:gd name="T1" fmla="*/ 63 h 6"/>
                  <a:gd name="T2" fmla="*/ 70 w 5"/>
                  <a:gd name="T3" fmla="*/ 0 h 6"/>
                  <a:gd name="T4" fmla="*/ 0 w 5"/>
                  <a:gd name="T5" fmla="*/ 95 h 6"/>
                  <a:gd name="T6" fmla="*/ 12 w 5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4"/>
                    </a:moveTo>
                    <a:cubicBezTo>
                      <a:pt x="3" y="4"/>
                      <a:pt x="5" y="2"/>
                      <a:pt x="5" y="0"/>
                    </a:cubicBezTo>
                    <a:cubicBezTo>
                      <a:pt x="1" y="1"/>
                      <a:pt x="2" y="4"/>
                      <a:pt x="0" y="6"/>
                    </a:cubicBezTo>
                    <a:cubicBezTo>
                      <a:pt x="0" y="6"/>
                      <a:pt x="1" y="6"/>
                      <a:pt x="1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7" name="Freeform 1532">
                <a:extLst>
                  <a:ext uri="{FF2B5EF4-FFF2-40B4-BE49-F238E27FC236}">
                    <a16:creationId xmlns:a16="http://schemas.microsoft.com/office/drawing/2014/main" id="{D1B45029-E5BA-4C86-929F-EA7234868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141"/>
                <a:ext cx="15" cy="25"/>
              </a:xfrm>
              <a:custGeom>
                <a:avLst/>
                <a:gdLst>
                  <a:gd name="T0" fmla="*/ 50 w 6"/>
                  <a:gd name="T1" fmla="*/ 158 h 10"/>
                  <a:gd name="T2" fmla="*/ 33 w 6"/>
                  <a:gd name="T3" fmla="*/ 63 h 10"/>
                  <a:gd name="T4" fmla="*/ 95 w 6"/>
                  <a:gd name="T5" fmla="*/ 95 h 10"/>
                  <a:gd name="T6" fmla="*/ 63 w 6"/>
                  <a:gd name="T7" fmla="*/ 12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3" y="10"/>
                    </a:moveTo>
                    <a:cubicBezTo>
                      <a:pt x="0" y="9"/>
                      <a:pt x="1" y="7"/>
                      <a:pt x="2" y="4"/>
                    </a:cubicBezTo>
                    <a:cubicBezTo>
                      <a:pt x="5" y="0"/>
                      <a:pt x="4" y="4"/>
                      <a:pt x="6" y="6"/>
                    </a:cubicBezTo>
                    <a:cubicBezTo>
                      <a:pt x="5" y="7"/>
                      <a:pt x="4" y="8"/>
                      <a:pt x="4" y="8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8" name="Freeform 1533">
                <a:extLst>
                  <a:ext uri="{FF2B5EF4-FFF2-40B4-BE49-F238E27FC236}">
                    <a16:creationId xmlns:a16="http://schemas.microsoft.com/office/drawing/2014/main" id="{92A0DBEE-EF42-45DC-89A1-891B32494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3144"/>
                <a:ext cx="10" cy="20"/>
              </a:xfrm>
              <a:custGeom>
                <a:avLst/>
                <a:gdLst>
                  <a:gd name="T0" fmla="*/ 0 w 4"/>
                  <a:gd name="T1" fmla="*/ 95 h 8"/>
                  <a:gd name="T2" fmla="*/ 50 w 4"/>
                  <a:gd name="T3" fmla="*/ 0 h 8"/>
                  <a:gd name="T4" fmla="*/ 0 w 4"/>
                  <a:gd name="T5" fmla="*/ 9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4" y="8"/>
                      <a:pt x="4" y="2"/>
                      <a:pt x="3" y="0"/>
                    </a:cubicBezTo>
                    <a:cubicBezTo>
                      <a:pt x="2" y="1"/>
                      <a:pt x="0" y="4"/>
                      <a:pt x="0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9" name="Freeform 1534">
                <a:extLst>
                  <a:ext uri="{FF2B5EF4-FFF2-40B4-BE49-F238E27FC236}">
                    <a16:creationId xmlns:a16="http://schemas.microsoft.com/office/drawing/2014/main" id="{E9A5AD91-841D-4A2C-A3E3-3EAC0B3ED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124"/>
                <a:ext cx="12" cy="22"/>
              </a:xfrm>
              <a:custGeom>
                <a:avLst/>
                <a:gdLst>
                  <a:gd name="T0" fmla="*/ 29 w 5"/>
                  <a:gd name="T1" fmla="*/ 132 h 9"/>
                  <a:gd name="T2" fmla="*/ 0 w 5"/>
                  <a:gd name="T3" fmla="*/ 120 h 9"/>
                  <a:gd name="T4" fmla="*/ 70 w 5"/>
                  <a:gd name="T5" fmla="*/ 0 h 9"/>
                  <a:gd name="T6" fmla="*/ 29 w 5"/>
                  <a:gd name="T7" fmla="*/ 10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2" y="9"/>
                    </a:moveTo>
                    <a:cubicBezTo>
                      <a:pt x="2" y="9"/>
                      <a:pt x="0" y="8"/>
                      <a:pt x="0" y="8"/>
                    </a:cubicBezTo>
                    <a:cubicBezTo>
                      <a:pt x="2" y="6"/>
                      <a:pt x="3" y="0"/>
                      <a:pt x="5" y="0"/>
                    </a:cubicBezTo>
                    <a:cubicBezTo>
                      <a:pt x="5" y="2"/>
                      <a:pt x="2" y="5"/>
                      <a:pt x="2" y="7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0" name="Freeform 1535">
                <a:extLst>
                  <a:ext uri="{FF2B5EF4-FFF2-40B4-BE49-F238E27FC236}">
                    <a16:creationId xmlns:a16="http://schemas.microsoft.com/office/drawing/2014/main" id="{1DD3DE21-A64F-4C20-9852-F693B9DD4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3106"/>
                <a:ext cx="10" cy="25"/>
              </a:xfrm>
              <a:custGeom>
                <a:avLst/>
                <a:gdLst>
                  <a:gd name="T0" fmla="*/ 20 w 4"/>
                  <a:gd name="T1" fmla="*/ 83 h 10"/>
                  <a:gd name="T2" fmla="*/ 50 w 4"/>
                  <a:gd name="T3" fmla="*/ 0 h 10"/>
                  <a:gd name="T4" fmla="*/ 20 w 4"/>
                  <a:gd name="T5" fmla="*/ 8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1" y="5"/>
                    </a:moveTo>
                    <a:cubicBezTo>
                      <a:pt x="0" y="4"/>
                      <a:pt x="1" y="0"/>
                      <a:pt x="3" y="0"/>
                    </a:cubicBezTo>
                    <a:cubicBezTo>
                      <a:pt x="4" y="2"/>
                      <a:pt x="4" y="10"/>
                      <a:pt x="1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1" name="Freeform 1536">
                <a:extLst>
                  <a:ext uri="{FF2B5EF4-FFF2-40B4-BE49-F238E27FC236}">
                    <a16:creationId xmlns:a16="http://schemas.microsoft.com/office/drawing/2014/main" id="{9C3A4590-0A18-4749-BE9B-44AE80615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3124"/>
                <a:ext cx="10" cy="17"/>
              </a:xfrm>
              <a:custGeom>
                <a:avLst/>
                <a:gdLst>
                  <a:gd name="T0" fmla="*/ 20 w 4"/>
                  <a:gd name="T1" fmla="*/ 100 h 7"/>
                  <a:gd name="T2" fmla="*/ 63 w 4"/>
                  <a:gd name="T3" fmla="*/ 58 h 7"/>
                  <a:gd name="T4" fmla="*/ 33 w 4"/>
                  <a:gd name="T5" fmla="*/ 0 h 7"/>
                  <a:gd name="T6" fmla="*/ 0 w 4"/>
                  <a:gd name="T7" fmla="*/ 7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1" y="6"/>
                      <a:pt x="3" y="4"/>
                      <a:pt x="4" y="4"/>
                    </a:cubicBezTo>
                    <a:cubicBezTo>
                      <a:pt x="4" y="3"/>
                      <a:pt x="3" y="1"/>
                      <a:pt x="2" y="0"/>
                    </a:cubicBez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2" name="Freeform 1537">
                <a:extLst>
                  <a:ext uri="{FF2B5EF4-FFF2-40B4-BE49-F238E27FC236}">
                    <a16:creationId xmlns:a16="http://schemas.microsoft.com/office/drawing/2014/main" id="{F335AE19-6763-4851-928A-D2E8C1FC8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3219"/>
                <a:ext cx="8" cy="12"/>
              </a:xfrm>
              <a:custGeom>
                <a:avLst/>
                <a:gdLst>
                  <a:gd name="T0" fmla="*/ 56 w 3"/>
                  <a:gd name="T1" fmla="*/ 0 h 5"/>
                  <a:gd name="T2" fmla="*/ 21 w 3"/>
                  <a:gd name="T3" fmla="*/ 0 h 5"/>
                  <a:gd name="T4" fmla="*/ 21 w 3"/>
                  <a:gd name="T5" fmla="*/ 70 h 5"/>
                  <a:gd name="T6" fmla="*/ 35 w 3"/>
                  <a:gd name="T7" fmla="*/ 70 h 5"/>
                  <a:gd name="T8" fmla="*/ 35 w 3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1"/>
                      <a:pt x="2" y="1"/>
                      <a:pt x="1" y="0"/>
                    </a:cubicBezTo>
                    <a:cubicBezTo>
                      <a:pt x="1" y="2"/>
                      <a:pt x="0" y="3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3" name="Freeform 1538">
                <a:extLst>
                  <a:ext uri="{FF2B5EF4-FFF2-40B4-BE49-F238E27FC236}">
                    <a16:creationId xmlns:a16="http://schemas.microsoft.com/office/drawing/2014/main" id="{B984D7A6-9052-4F41-94D6-3622B348F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104"/>
                <a:ext cx="12" cy="12"/>
              </a:xfrm>
              <a:custGeom>
                <a:avLst/>
                <a:gdLst>
                  <a:gd name="T0" fmla="*/ 12 w 5"/>
                  <a:gd name="T1" fmla="*/ 70 h 5"/>
                  <a:gd name="T2" fmla="*/ 41 w 5"/>
                  <a:gd name="T3" fmla="*/ 29 h 5"/>
                  <a:gd name="T4" fmla="*/ 0 w 5"/>
                  <a:gd name="T5" fmla="*/ 5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2" y="5"/>
                      <a:pt x="5" y="3"/>
                      <a:pt x="3" y="2"/>
                    </a:cubicBezTo>
                    <a:cubicBezTo>
                      <a:pt x="2" y="0"/>
                      <a:pt x="1" y="4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4" name="Freeform 1539">
                <a:extLst>
                  <a:ext uri="{FF2B5EF4-FFF2-40B4-BE49-F238E27FC236}">
                    <a16:creationId xmlns:a16="http://schemas.microsoft.com/office/drawing/2014/main" id="{BFAE5CB1-5697-4BB2-B80A-4C8CE89C1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313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37 w 3"/>
                  <a:gd name="T3" fmla="*/ 0 h 3"/>
                  <a:gd name="T4" fmla="*/ 0 w 3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3" y="2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5" name="Freeform 1540">
                <a:extLst>
                  <a:ext uri="{FF2B5EF4-FFF2-40B4-BE49-F238E27FC236}">
                    <a16:creationId xmlns:a16="http://schemas.microsoft.com/office/drawing/2014/main" id="{81A85AE0-48E5-4707-AEA5-C54241059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316"/>
                <a:ext cx="13" cy="18"/>
              </a:xfrm>
              <a:custGeom>
                <a:avLst/>
                <a:gdLst>
                  <a:gd name="T0" fmla="*/ 68 w 5"/>
                  <a:gd name="T1" fmla="*/ 118 h 7"/>
                  <a:gd name="T2" fmla="*/ 68 w 5"/>
                  <a:gd name="T3" fmla="*/ 0 h 7"/>
                  <a:gd name="T4" fmla="*/ 0 w 5"/>
                  <a:gd name="T5" fmla="*/ 85 h 7"/>
                  <a:gd name="T6" fmla="*/ 34 w 5"/>
                  <a:gd name="T7" fmla="*/ 10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cubicBezTo>
                      <a:pt x="4" y="4"/>
                      <a:pt x="5" y="2"/>
                      <a:pt x="4" y="0"/>
                    </a:cubicBezTo>
                    <a:cubicBezTo>
                      <a:pt x="3" y="2"/>
                      <a:pt x="0" y="2"/>
                      <a:pt x="0" y="5"/>
                    </a:cubicBezTo>
                    <a:cubicBezTo>
                      <a:pt x="1" y="6"/>
                      <a:pt x="2" y="6"/>
                      <a:pt x="2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6" name="Freeform 1541">
                <a:extLst>
                  <a:ext uri="{FF2B5EF4-FFF2-40B4-BE49-F238E27FC236}">
                    <a16:creationId xmlns:a16="http://schemas.microsoft.com/office/drawing/2014/main" id="{FAD00A4F-1840-4319-9758-1E84FC44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299"/>
                <a:ext cx="15" cy="17"/>
              </a:xfrm>
              <a:custGeom>
                <a:avLst/>
                <a:gdLst>
                  <a:gd name="T0" fmla="*/ 50 w 6"/>
                  <a:gd name="T1" fmla="*/ 100 h 7"/>
                  <a:gd name="T2" fmla="*/ 83 w 6"/>
                  <a:gd name="T3" fmla="*/ 0 h 7"/>
                  <a:gd name="T4" fmla="*/ 95 w 6"/>
                  <a:gd name="T5" fmla="*/ 87 h 7"/>
                  <a:gd name="T6" fmla="*/ 63 w 6"/>
                  <a:gd name="T7" fmla="*/ 8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7"/>
                    </a:moveTo>
                    <a:cubicBezTo>
                      <a:pt x="0" y="7"/>
                      <a:pt x="4" y="1"/>
                      <a:pt x="5" y="0"/>
                    </a:cubicBezTo>
                    <a:cubicBezTo>
                      <a:pt x="5" y="2"/>
                      <a:pt x="5" y="4"/>
                      <a:pt x="6" y="6"/>
                    </a:cubicBezTo>
                    <a:cubicBezTo>
                      <a:pt x="5" y="6"/>
                      <a:pt x="5" y="7"/>
                      <a:pt x="4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7" name="Freeform 1542">
                <a:extLst>
                  <a:ext uri="{FF2B5EF4-FFF2-40B4-BE49-F238E27FC236}">
                    <a16:creationId xmlns:a16="http://schemas.microsoft.com/office/drawing/2014/main" id="{5BB8F661-137D-48A4-B6EF-2A8224166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284"/>
                <a:ext cx="10" cy="22"/>
              </a:xfrm>
              <a:custGeom>
                <a:avLst/>
                <a:gdLst>
                  <a:gd name="T0" fmla="*/ 33 w 4"/>
                  <a:gd name="T1" fmla="*/ 132 h 9"/>
                  <a:gd name="T2" fmla="*/ 63 w 4"/>
                  <a:gd name="T3" fmla="*/ 29 h 9"/>
                  <a:gd name="T4" fmla="*/ 33 w 4"/>
                  <a:gd name="T5" fmla="*/ 1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2" y="7"/>
                      <a:pt x="3" y="4"/>
                      <a:pt x="4" y="2"/>
                    </a:cubicBezTo>
                    <a:cubicBezTo>
                      <a:pt x="0" y="0"/>
                      <a:pt x="1" y="6"/>
                      <a:pt x="2" y="8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8" name="Freeform 1543">
                <a:extLst>
                  <a:ext uri="{FF2B5EF4-FFF2-40B4-BE49-F238E27FC236}">
                    <a16:creationId xmlns:a16="http://schemas.microsoft.com/office/drawing/2014/main" id="{8705824C-C880-4D41-9DCD-C1BC691E1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271"/>
                <a:ext cx="15" cy="20"/>
              </a:xfrm>
              <a:custGeom>
                <a:avLst/>
                <a:gdLst>
                  <a:gd name="T0" fmla="*/ 33 w 6"/>
                  <a:gd name="T1" fmla="*/ 125 h 8"/>
                  <a:gd name="T2" fmla="*/ 83 w 6"/>
                  <a:gd name="T3" fmla="*/ 0 h 8"/>
                  <a:gd name="T4" fmla="*/ 63 w 6"/>
                  <a:gd name="T5" fmla="*/ 11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8"/>
                    </a:moveTo>
                    <a:cubicBezTo>
                      <a:pt x="0" y="7"/>
                      <a:pt x="3" y="2"/>
                      <a:pt x="5" y="0"/>
                    </a:cubicBezTo>
                    <a:cubicBezTo>
                      <a:pt x="5" y="2"/>
                      <a:pt x="6" y="7"/>
                      <a:pt x="4" y="7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9" name="Freeform 1544">
                <a:extLst>
                  <a:ext uri="{FF2B5EF4-FFF2-40B4-BE49-F238E27FC236}">
                    <a16:creationId xmlns:a16="http://schemas.microsoft.com/office/drawing/2014/main" id="{356E66E6-0660-477A-9248-5A09A4C53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259"/>
                <a:ext cx="8" cy="20"/>
              </a:xfrm>
              <a:custGeom>
                <a:avLst/>
                <a:gdLst>
                  <a:gd name="T0" fmla="*/ 0 w 3"/>
                  <a:gd name="T1" fmla="*/ 125 h 8"/>
                  <a:gd name="T2" fmla="*/ 21 w 3"/>
                  <a:gd name="T3" fmla="*/ 0 h 8"/>
                  <a:gd name="T4" fmla="*/ 0 w 3"/>
                  <a:gd name="T5" fmla="*/ 11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0" y="8"/>
                    </a:moveTo>
                    <a:cubicBezTo>
                      <a:pt x="3" y="8"/>
                      <a:pt x="2" y="3"/>
                      <a:pt x="1" y="0"/>
                    </a:cubicBezTo>
                    <a:cubicBezTo>
                      <a:pt x="1" y="3"/>
                      <a:pt x="0" y="5"/>
                      <a:pt x="0" y="7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0" name="Freeform 1545">
                <a:extLst>
                  <a:ext uri="{FF2B5EF4-FFF2-40B4-BE49-F238E27FC236}">
                    <a16:creationId xmlns:a16="http://schemas.microsoft.com/office/drawing/2014/main" id="{C5C3BF42-550A-4F58-A57C-FA283FE72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251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85 w 7"/>
                  <a:gd name="T3" fmla="*/ 0 h 7"/>
                  <a:gd name="T4" fmla="*/ 85 w 7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0" y="7"/>
                      <a:pt x="5" y="1"/>
                      <a:pt x="5" y="0"/>
                    </a:cubicBezTo>
                    <a:cubicBezTo>
                      <a:pt x="7" y="1"/>
                      <a:pt x="7" y="6"/>
                      <a:pt x="5" y="7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1" name="Freeform 1546">
                <a:extLst>
                  <a:ext uri="{FF2B5EF4-FFF2-40B4-BE49-F238E27FC236}">
                    <a16:creationId xmlns:a16="http://schemas.microsoft.com/office/drawing/2014/main" id="{B35E259D-0B3C-484E-8642-1DECBE36A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236"/>
                <a:ext cx="13" cy="15"/>
              </a:xfrm>
              <a:custGeom>
                <a:avLst/>
                <a:gdLst>
                  <a:gd name="T0" fmla="*/ 21 w 5"/>
                  <a:gd name="T1" fmla="*/ 95 h 6"/>
                  <a:gd name="T2" fmla="*/ 88 w 5"/>
                  <a:gd name="T3" fmla="*/ 50 h 6"/>
                  <a:gd name="T4" fmla="*/ 55 w 5"/>
                  <a:gd name="T5" fmla="*/ 33 h 6"/>
                  <a:gd name="T6" fmla="*/ 34 w 5"/>
                  <a:gd name="T7" fmla="*/ 0 h 6"/>
                  <a:gd name="T8" fmla="*/ 0 w 5"/>
                  <a:gd name="T9" fmla="*/ 5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2" y="6"/>
                      <a:pt x="4" y="4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2" name="Freeform 1547">
                <a:extLst>
                  <a:ext uri="{FF2B5EF4-FFF2-40B4-BE49-F238E27FC236}">
                    <a16:creationId xmlns:a16="http://schemas.microsoft.com/office/drawing/2014/main" id="{40BAE9BF-3616-48F0-BCE6-61E118655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3124"/>
                <a:ext cx="10" cy="12"/>
              </a:xfrm>
              <a:custGeom>
                <a:avLst/>
                <a:gdLst>
                  <a:gd name="T0" fmla="*/ 20 w 4"/>
                  <a:gd name="T1" fmla="*/ 58 h 5"/>
                  <a:gd name="T2" fmla="*/ 20 w 4"/>
                  <a:gd name="T3" fmla="*/ 70 h 5"/>
                  <a:gd name="T4" fmla="*/ 63 w 4"/>
                  <a:gd name="T5" fmla="*/ 29 h 5"/>
                  <a:gd name="T6" fmla="*/ 0 w 4"/>
                  <a:gd name="T7" fmla="*/ 12 h 5"/>
                  <a:gd name="T8" fmla="*/ 2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3"/>
                      <a:pt x="4" y="2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2" y="0"/>
                      <a:pt x="4" y="4"/>
                      <a:pt x="1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3" name="Freeform 1548">
                <a:extLst>
                  <a:ext uri="{FF2B5EF4-FFF2-40B4-BE49-F238E27FC236}">
                    <a16:creationId xmlns:a16="http://schemas.microsoft.com/office/drawing/2014/main" id="{CAE78FBE-F401-400F-80B4-27F505039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136"/>
                <a:ext cx="15" cy="18"/>
              </a:xfrm>
              <a:custGeom>
                <a:avLst/>
                <a:gdLst>
                  <a:gd name="T0" fmla="*/ 20 w 6"/>
                  <a:gd name="T1" fmla="*/ 118 h 7"/>
                  <a:gd name="T2" fmla="*/ 50 w 6"/>
                  <a:gd name="T3" fmla="*/ 67 h 7"/>
                  <a:gd name="T4" fmla="*/ 95 w 6"/>
                  <a:gd name="T5" fmla="*/ 21 h 7"/>
                  <a:gd name="T6" fmla="*/ 63 w 6"/>
                  <a:gd name="T7" fmla="*/ 0 h 7"/>
                  <a:gd name="T8" fmla="*/ 0 w 6"/>
                  <a:gd name="T9" fmla="*/ 67 h 7"/>
                  <a:gd name="T10" fmla="*/ 20 w 6"/>
                  <a:gd name="T11" fmla="*/ 118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1" y="7"/>
                    </a:moveTo>
                    <a:cubicBezTo>
                      <a:pt x="2" y="7"/>
                      <a:pt x="2" y="5"/>
                      <a:pt x="3" y="4"/>
                    </a:cubicBezTo>
                    <a:cubicBezTo>
                      <a:pt x="4" y="3"/>
                      <a:pt x="5" y="2"/>
                      <a:pt x="6" y="1"/>
                    </a:cubicBezTo>
                    <a:cubicBezTo>
                      <a:pt x="5" y="2"/>
                      <a:pt x="3" y="3"/>
                      <a:pt x="4" y="0"/>
                    </a:cubicBezTo>
                    <a:cubicBezTo>
                      <a:pt x="3" y="2"/>
                      <a:pt x="2" y="7"/>
                      <a:pt x="0" y="4"/>
                    </a:cubicBezTo>
                    <a:cubicBezTo>
                      <a:pt x="0" y="5"/>
                      <a:pt x="1" y="6"/>
                      <a:pt x="1" y="7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4" name="Freeform 1549">
                <a:extLst>
                  <a:ext uri="{FF2B5EF4-FFF2-40B4-BE49-F238E27FC236}">
                    <a16:creationId xmlns:a16="http://schemas.microsoft.com/office/drawing/2014/main" id="{3DB0AF6A-5936-4EC4-8E66-DDEB5640E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169"/>
                <a:ext cx="18" cy="12"/>
              </a:xfrm>
              <a:custGeom>
                <a:avLst/>
                <a:gdLst>
                  <a:gd name="T0" fmla="*/ 33 w 7"/>
                  <a:gd name="T1" fmla="*/ 70 h 5"/>
                  <a:gd name="T2" fmla="*/ 118 w 7"/>
                  <a:gd name="T3" fmla="*/ 0 h 5"/>
                  <a:gd name="T4" fmla="*/ 67 w 7"/>
                  <a:gd name="T5" fmla="*/ 0 h 5"/>
                  <a:gd name="T6" fmla="*/ 33 w 7"/>
                  <a:gd name="T7" fmla="*/ 29 h 5"/>
                  <a:gd name="T8" fmla="*/ 0 w 7"/>
                  <a:gd name="T9" fmla="*/ 0 h 5"/>
                  <a:gd name="T10" fmla="*/ 21 w 7"/>
                  <a:gd name="T11" fmla="*/ 7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2" y="5"/>
                    </a:moveTo>
                    <a:cubicBezTo>
                      <a:pt x="2" y="2"/>
                      <a:pt x="4" y="1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2"/>
                      <a:pt x="2" y="4"/>
                      <a:pt x="1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5" name="Freeform 1550">
                <a:extLst>
                  <a:ext uri="{FF2B5EF4-FFF2-40B4-BE49-F238E27FC236}">
                    <a16:creationId xmlns:a16="http://schemas.microsoft.com/office/drawing/2014/main" id="{58A44159-63D1-46CF-BA3C-101060E1C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181"/>
                <a:ext cx="15" cy="13"/>
              </a:xfrm>
              <a:custGeom>
                <a:avLst/>
                <a:gdLst>
                  <a:gd name="T0" fmla="*/ 20 w 6"/>
                  <a:gd name="T1" fmla="*/ 88 h 5"/>
                  <a:gd name="T2" fmla="*/ 95 w 6"/>
                  <a:gd name="T3" fmla="*/ 34 h 5"/>
                  <a:gd name="T4" fmla="*/ 63 w 6"/>
                  <a:gd name="T5" fmla="*/ 0 h 5"/>
                  <a:gd name="T6" fmla="*/ 0 w 6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2" y="3"/>
                      <a:pt x="4" y="3"/>
                      <a:pt x="6" y="2"/>
                    </a:cubicBezTo>
                    <a:cubicBezTo>
                      <a:pt x="5" y="1"/>
                      <a:pt x="4" y="2"/>
                      <a:pt x="4" y="0"/>
                    </a:cubicBezTo>
                    <a:cubicBezTo>
                      <a:pt x="4" y="2"/>
                      <a:pt x="2" y="4"/>
                      <a:pt x="0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6" name="Freeform 1551">
                <a:extLst>
                  <a:ext uri="{FF2B5EF4-FFF2-40B4-BE49-F238E27FC236}">
                    <a16:creationId xmlns:a16="http://schemas.microsoft.com/office/drawing/2014/main" id="{BB230490-0CB2-4451-BCA4-64202E61D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196"/>
                <a:ext cx="10" cy="20"/>
              </a:xfrm>
              <a:custGeom>
                <a:avLst/>
                <a:gdLst>
                  <a:gd name="T0" fmla="*/ 0 w 4"/>
                  <a:gd name="T1" fmla="*/ 125 h 8"/>
                  <a:gd name="T2" fmla="*/ 63 w 4"/>
                  <a:gd name="T3" fmla="*/ 95 h 8"/>
                  <a:gd name="T4" fmla="*/ 63 w 4"/>
                  <a:gd name="T5" fmla="*/ 0 h 8"/>
                  <a:gd name="T6" fmla="*/ 0 w 4"/>
                  <a:gd name="T7" fmla="*/ 20 h 8"/>
                  <a:gd name="T8" fmla="*/ 20 w 4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1" y="8"/>
                      <a:pt x="1" y="4"/>
                      <a:pt x="4" y="6"/>
                    </a:cubicBezTo>
                    <a:cubicBezTo>
                      <a:pt x="3" y="4"/>
                      <a:pt x="4" y="2"/>
                      <a:pt x="4" y="0"/>
                    </a:cubicBezTo>
                    <a:cubicBezTo>
                      <a:pt x="3" y="2"/>
                      <a:pt x="1" y="2"/>
                      <a:pt x="0" y="1"/>
                    </a:cubicBezTo>
                    <a:cubicBezTo>
                      <a:pt x="3" y="2"/>
                      <a:pt x="2" y="4"/>
                      <a:pt x="1" y="6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7" name="Freeform 1552">
                <a:extLst>
                  <a:ext uri="{FF2B5EF4-FFF2-40B4-BE49-F238E27FC236}">
                    <a16:creationId xmlns:a16="http://schemas.microsoft.com/office/drawing/2014/main" id="{53AC401A-8023-4B64-AFDD-0A31AEFDB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246"/>
                <a:ext cx="13" cy="15"/>
              </a:xfrm>
              <a:custGeom>
                <a:avLst/>
                <a:gdLst>
                  <a:gd name="T0" fmla="*/ 55 w 5"/>
                  <a:gd name="T1" fmla="*/ 95 h 6"/>
                  <a:gd name="T2" fmla="*/ 0 w 5"/>
                  <a:gd name="T3" fmla="*/ 33 h 6"/>
                  <a:gd name="T4" fmla="*/ 88 w 5"/>
                  <a:gd name="T5" fmla="*/ 0 h 6"/>
                  <a:gd name="T6" fmla="*/ 68 w 5"/>
                  <a:gd name="T7" fmla="*/ 6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6"/>
                    </a:moveTo>
                    <a:cubicBezTo>
                      <a:pt x="3" y="5"/>
                      <a:pt x="1" y="4"/>
                      <a:pt x="0" y="2"/>
                    </a:cubicBezTo>
                    <a:cubicBezTo>
                      <a:pt x="2" y="3"/>
                      <a:pt x="4" y="1"/>
                      <a:pt x="5" y="0"/>
                    </a:cubicBezTo>
                    <a:cubicBezTo>
                      <a:pt x="4" y="1"/>
                      <a:pt x="3" y="3"/>
                      <a:pt x="4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8" name="Freeform 1553">
                <a:extLst>
                  <a:ext uri="{FF2B5EF4-FFF2-40B4-BE49-F238E27FC236}">
                    <a16:creationId xmlns:a16="http://schemas.microsoft.com/office/drawing/2014/main" id="{D79583B8-CD62-4194-9C55-A3F561868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3229"/>
                <a:ext cx="10" cy="12"/>
              </a:xfrm>
              <a:custGeom>
                <a:avLst/>
                <a:gdLst>
                  <a:gd name="T0" fmla="*/ 63 w 4"/>
                  <a:gd name="T1" fmla="*/ 70 h 5"/>
                  <a:gd name="T2" fmla="*/ 0 w 4"/>
                  <a:gd name="T3" fmla="*/ 29 h 5"/>
                  <a:gd name="T4" fmla="*/ 33 w 4"/>
                  <a:gd name="T5" fmla="*/ 0 h 5"/>
                  <a:gd name="T6" fmla="*/ 50 w 4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4"/>
                      <a:pt x="1" y="3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1"/>
                      <a:pt x="2" y="3"/>
                      <a:pt x="3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9" name="Freeform 1554">
                <a:extLst>
                  <a:ext uri="{FF2B5EF4-FFF2-40B4-BE49-F238E27FC236}">
                    <a16:creationId xmlns:a16="http://schemas.microsoft.com/office/drawing/2014/main" id="{0E6E854D-1525-4273-9BEC-3C31F0D8D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294"/>
                <a:ext cx="15" cy="17"/>
              </a:xfrm>
              <a:custGeom>
                <a:avLst/>
                <a:gdLst>
                  <a:gd name="T0" fmla="*/ 33 w 6"/>
                  <a:gd name="T1" fmla="*/ 12 h 7"/>
                  <a:gd name="T2" fmla="*/ 83 w 6"/>
                  <a:gd name="T3" fmla="*/ 0 h 7"/>
                  <a:gd name="T4" fmla="*/ 95 w 6"/>
                  <a:gd name="T5" fmla="*/ 100 h 7"/>
                  <a:gd name="T6" fmla="*/ 50 w 6"/>
                  <a:gd name="T7" fmla="*/ 12 h 7"/>
                  <a:gd name="T8" fmla="*/ 0 w 6"/>
                  <a:gd name="T9" fmla="*/ 5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1"/>
                    </a:moveTo>
                    <a:cubicBezTo>
                      <a:pt x="3" y="1"/>
                      <a:pt x="4" y="1"/>
                      <a:pt x="5" y="0"/>
                    </a:cubicBezTo>
                    <a:cubicBezTo>
                      <a:pt x="3" y="2"/>
                      <a:pt x="6" y="5"/>
                      <a:pt x="6" y="7"/>
                    </a:cubicBezTo>
                    <a:cubicBezTo>
                      <a:pt x="5" y="5"/>
                      <a:pt x="4" y="3"/>
                      <a:pt x="3" y="1"/>
                    </a:cubicBezTo>
                    <a:cubicBezTo>
                      <a:pt x="2" y="1"/>
                      <a:pt x="1" y="3"/>
                      <a:pt x="0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0" name="Freeform 1555">
                <a:extLst>
                  <a:ext uri="{FF2B5EF4-FFF2-40B4-BE49-F238E27FC236}">
                    <a16:creationId xmlns:a16="http://schemas.microsoft.com/office/drawing/2014/main" id="{0E9FE921-0BEE-46C3-9FA5-F87E8432C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269"/>
                <a:ext cx="10" cy="20"/>
              </a:xfrm>
              <a:custGeom>
                <a:avLst/>
                <a:gdLst>
                  <a:gd name="T0" fmla="*/ 20 w 4"/>
                  <a:gd name="T1" fmla="*/ 125 h 8"/>
                  <a:gd name="T2" fmla="*/ 50 w 4"/>
                  <a:gd name="T3" fmla="*/ 95 h 8"/>
                  <a:gd name="T4" fmla="*/ 63 w 4"/>
                  <a:gd name="T5" fmla="*/ 0 h 8"/>
                  <a:gd name="T6" fmla="*/ 0 w 4"/>
                  <a:gd name="T7" fmla="*/ 20 h 8"/>
                  <a:gd name="T8" fmla="*/ 20 w 4"/>
                  <a:gd name="T9" fmla="*/ 8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1" y="8"/>
                    </a:moveTo>
                    <a:cubicBezTo>
                      <a:pt x="1" y="7"/>
                      <a:pt x="2" y="6"/>
                      <a:pt x="3" y="6"/>
                    </a:cubicBezTo>
                    <a:cubicBezTo>
                      <a:pt x="2" y="4"/>
                      <a:pt x="3" y="1"/>
                      <a:pt x="4" y="0"/>
                    </a:cubicBezTo>
                    <a:cubicBezTo>
                      <a:pt x="2" y="1"/>
                      <a:pt x="1" y="2"/>
                      <a:pt x="0" y="1"/>
                    </a:cubicBezTo>
                    <a:cubicBezTo>
                      <a:pt x="2" y="1"/>
                      <a:pt x="2" y="4"/>
                      <a:pt x="1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1" name="Freeform 1556">
                <a:extLst>
                  <a:ext uri="{FF2B5EF4-FFF2-40B4-BE49-F238E27FC236}">
                    <a16:creationId xmlns:a16="http://schemas.microsoft.com/office/drawing/2014/main" id="{33855CCD-5603-46B1-9C46-3AD71C6BD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306"/>
                <a:ext cx="7" cy="18"/>
              </a:xfrm>
              <a:custGeom>
                <a:avLst/>
                <a:gdLst>
                  <a:gd name="T0" fmla="*/ 28 w 3"/>
                  <a:gd name="T1" fmla="*/ 118 h 7"/>
                  <a:gd name="T2" fmla="*/ 0 w 3"/>
                  <a:gd name="T3" fmla="*/ 54 h 7"/>
                  <a:gd name="T4" fmla="*/ 37 w 3"/>
                  <a:gd name="T5" fmla="*/ 0 h 7"/>
                  <a:gd name="T6" fmla="*/ 37 w 3"/>
                  <a:gd name="T7" fmla="*/ 8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2" y="7"/>
                    </a:moveTo>
                    <a:cubicBezTo>
                      <a:pt x="3" y="5"/>
                      <a:pt x="2" y="4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2"/>
                      <a:pt x="3" y="4"/>
                      <a:pt x="3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2" name="Freeform 1557">
                <a:extLst>
                  <a:ext uri="{FF2B5EF4-FFF2-40B4-BE49-F238E27FC236}">
                    <a16:creationId xmlns:a16="http://schemas.microsoft.com/office/drawing/2014/main" id="{F1CC2F59-3193-4366-9691-63B8430E7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959"/>
                <a:ext cx="25" cy="20"/>
              </a:xfrm>
              <a:custGeom>
                <a:avLst/>
                <a:gdLst>
                  <a:gd name="T0" fmla="*/ 0 w 10"/>
                  <a:gd name="T1" fmla="*/ 125 h 8"/>
                  <a:gd name="T2" fmla="*/ 63 w 10"/>
                  <a:gd name="T3" fmla="*/ 0 h 8"/>
                  <a:gd name="T4" fmla="*/ 0 w 10"/>
                  <a:gd name="T5" fmla="*/ 95 h 8"/>
                  <a:gd name="T6" fmla="*/ 20 w 10"/>
                  <a:gd name="T7" fmla="*/ 9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6"/>
                      <a:pt x="10" y="0"/>
                      <a:pt x="4" y="0"/>
                    </a:cubicBezTo>
                    <a:cubicBezTo>
                      <a:pt x="3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3" name="Freeform 1558">
                <a:extLst>
                  <a:ext uri="{FF2B5EF4-FFF2-40B4-BE49-F238E27FC236}">
                    <a16:creationId xmlns:a16="http://schemas.microsoft.com/office/drawing/2014/main" id="{CB4E90F3-C13B-433F-9055-0B24BA0C2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946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41 w 5"/>
                  <a:gd name="T3" fmla="*/ 0 h 5"/>
                  <a:gd name="T4" fmla="*/ 12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4" y="4"/>
                      <a:pt x="5" y="0"/>
                      <a:pt x="3" y="0"/>
                    </a:cubicBezTo>
                    <a:cubicBezTo>
                      <a:pt x="1" y="0"/>
                      <a:pt x="0" y="4"/>
                      <a:pt x="1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4" name="Freeform 1559">
                <a:extLst>
                  <a:ext uri="{FF2B5EF4-FFF2-40B4-BE49-F238E27FC236}">
                    <a16:creationId xmlns:a16="http://schemas.microsoft.com/office/drawing/2014/main" id="{6A924438-33CD-4ED1-8D49-0983D7F50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941"/>
                <a:ext cx="13" cy="13"/>
              </a:xfrm>
              <a:custGeom>
                <a:avLst/>
                <a:gdLst>
                  <a:gd name="T0" fmla="*/ 21 w 5"/>
                  <a:gd name="T1" fmla="*/ 88 h 5"/>
                  <a:gd name="T2" fmla="*/ 68 w 5"/>
                  <a:gd name="T3" fmla="*/ 0 h 5"/>
                  <a:gd name="T4" fmla="*/ 34 w 5"/>
                  <a:gd name="T5" fmla="*/ 21 h 5"/>
                  <a:gd name="T6" fmla="*/ 0 w 5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2" y="5"/>
                      <a:pt x="5" y="1"/>
                      <a:pt x="4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2"/>
                      <a:pt x="2" y="5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5" name="Freeform 1560">
                <a:extLst>
                  <a:ext uri="{FF2B5EF4-FFF2-40B4-BE49-F238E27FC236}">
                    <a16:creationId xmlns:a16="http://schemas.microsoft.com/office/drawing/2014/main" id="{778CF907-E51B-48E7-971D-D3E716876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926"/>
                <a:ext cx="15" cy="15"/>
              </a:xfrm>
              <a:custGeom>
                <a:avLst/>
                <a:gdLst>
                  <a:gd name="T0" fmla="*/ 33 w 6"/>
                  <a:gd name="T1" fmla="*/ 95 h 6"/>
                  <a:gd name="T2" fmla="*/ 0 w 6"/>
                  <a:gd name="T3" fmla="*/ 83 h 6"/>
                  <a:gd name="T4" fmla="*/ 95 w 6"/>
                  <a:gd name="T5" fmla="*/ 0 h 6"/>
                  <a:gd name="T6" fmla="*/ 50 w 6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3" y="6"/>
                      <a:pt x="1" y="5"/>
                      <a:pt x="0" y="5"/>
                    </a:cubicBezTo>
                    <a:cubicBezTo>
                      <a:pt x="1" y="4"/>
                      <a:pt x="4" y="0"/>
                      <a:pt x="6" y="0"/>
                    </a:cubicBezTo>
                    <a:cubicBezTo>
                      <a:pt x="6" y="2"/>
                      <a:pt x="5" y="4"/>
                      <a:pt x="3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6" name="Freeform 1561">
                <a:extLst>
                  <a:ext uri="{FF2B5EF4-FFF2-40B4-BE49-F238E27FC236}">
                    <a16:creationId xmlns:a16="http://schemas.microsoft.com/office/drawing/2014/main" id="{6098C604-5A91-4078-AE47-A1689B0FA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926"/>
                <a:ext cx="12" cy="13"/>
              </a:xfrm>
              <a:custGeom>
                <a:avLst/>
                <a:gdLst>
                  <a:gd name="T0" fmla="*/ 29 w 5"/>
                  <a:gd name="T1" fmla="*/ 55 h 5"/>
                  <a:gd name="T2" fmla="*/ 70 w 5"/>
                  <a:gd name="T3" fmla="*/ 0 h 5"/>
                  <a:gd name="T4" fmla="*/ 0 w 5"/>
                  <a:gd name="T5" fmla="*/ 88 h 5"/>
                  <a:gd name="T6" fmla="*/ 12 w 5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3"/>
                    </a:moveTo>
                    <a:cubicBezTo>
                      <a:pt x="3" y="4"/>
                      <a:pt x="5" y="2"/>
                      <a:pt x="5" y="0"/>
                    </a:cubicBezTo>
                    <a:cubicBezTo>
                      <a:pt x="2" y="0"/>
                      <a:pt x="2" y="3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7" name="Freeform 1562">
                <a:extLst>
                  <a:ext uri="{FF2B5EF4-FFF2-40B4-BE49-F238E27FC236}">
                    <a16:creationId xmlns:a16="http://schemas.microsoft.com/office/drawing/2014/main" id="{51511542-942C-4841-80D8-C800FA234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906"/>
                <a:ext cx="12" cy="20"/>
              </a:xfrm>
              <a:custGeom>
                <a:avLst/>
                <a:gdLst>
                  <a:gd name="T0" fmla="*/ 29 w 5"/>
                  <a:gd name="T1" fmla="*/ 125 h 8"/>
                  <a:gd name="T2" fmla="*/ 41 w 5"/>
                  <a:gd name="T3" fmla="*/ 50 h 8"/>
                  <a:gd name="T4" fmla="*/ 70 w 5"/>
                  <a:gd name="T5" fmla="*/ 83 h 8"/>
                  <a:gd name="T6" fmla="*/ 41 w 5"/>
                  <a:gd name="T7" fmla="*/ 9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0" y="7"/>
                      <a:pt x="1" y="5"/>
                      <a:pt x="3" y="3"/>
                    </a:cubicBezTo>
                    <a:cubicBezTo>
                      <a:pt x="5" y="0"/>
                      <a:pt x="4" y="3"/>
                      <a:pt x="5" y="5"/>
                    </a:cubicBezTo>
                    <a:cubicBezTo>
                      <a:pt x="5" y="5"/>
                      <a:pt x="4" y="6"/>
                      <a:pt x="3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8" name="Freeform 1563">
                <a:extLst>
                  <a:ext uri="{FF2B5EF4-FFF2-40B4-BE49-F238E27FC236}">
                    <a16:creationId xmlns:a16="http://schemas.microsoft.com/office/drawing/2014/main" id="{D77E8B56-DB46-42EF-8F49-AFF52D62D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911"/>
                <a:ext cx="10" cy="18"/>
              </a:xfrm>
              <a:custGeom>
                <a:avLst/>
                <a:gdLst>
                  <a:gd name="T0" fmla="*/ 0 w 4"/>
                  <a:gd name="T1" fmla="*/ 67 h 7"/>
                  <a:gd name="T2" fmla="*/ 63 w 4"/>
                  <a:gd name="T3" fmla="*/ 0 h 7"/>
                  <a:gd name="T4" fmla="*/ 0 w 4"/>
                  <a:gd name="T5" fmla="*/ 6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4"/>
                    </a:moveTo>
                    <a:cubicBezTo>
                      <a:pt x="3" y="7"/>
                      <a:pt x="4" y="1"/>
                      <a:pt x="4" y="0"/>
                    </a:cubicBezTo>
                    <a:cubicBezTo>
                      <a:pt x="3" y="0"/>
                      <a:pt x="0" y="2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9" name="Freeform 1564">
                <a:extLst>
                  <a:ext uri="{FF2B5EF4-FFF2-40B4-BE49-F238E27FC236}">
                    <a16:creationId xmlns:a16="http://schemas.microsoft.com/office/drawing/2014/main" id="{BDB86ED7-CC3F-420B-BDB1-5655CDF83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891"/>
                <a:ext cx="15" cy="20"/>
              </a:xfrm>
              <a:custGeom>
                <a:avLst/>
                <a:gdLst>
                  <a:gd name="T0" fmla="*/ 33 w 6"/>
                  <a:gd name="T1" fmla="*/ 125 h 8"/>
                  <a:gd name="T2" fmla="*/ 0 w 6"/>
                  <a:gd name="T3" fmla="*/ 95 h 8"/>
                  <a:gd name="T4" fmla="*/ 95 w 6"/>
                  <a:gd name="T5" fmla="*/ 0 h 8"/>
                  <a:gd name="T6" fmla="*/ 33 w 6"/>
                  <a:gd name="T7" fmla="*/ 9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8"/>
                    </a:moveTo>
                    <a:cubicBezTo>
                      <a:pt x="2" y="8"/>
                      <a:pt x="1" y="7"/>
                      <a:pt x="0" y="6"/>
                    </a:cubicBezTo>
                    <a:cubicBezTo>
                      <a:pt x="3" y="5"/>
                      <a:pt x="4" y="1"/>
                      <a:pt x="6" y="0"/>
                    </a:cubicBezTo>
                    <a:cubicBezTo>
                      <a:pt x="6" y="3"/>
                      <a:pt x="3" y="4"/>
                      <a:pt x="2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0" name="Freeform 1565">
                <a:extLst>
                  <a:ext uri="{FF2B5EF4-FFF2-40B4-BE49-F238E27FC236}">
                    <a16:creationId xmlns:a16="http://schemas.microsoft.com/office/drawing/2014/main" id="{22BB9CD5-6EA9-4960-B74A-49302D2FF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879"/>
                <a:ext cx="12" cy="22"/>
              </a:xfrm>
              <a:custGeom>
                <a:avLst/>
                <a:gdLst>
                  <a:gd name="T0" fmla="*/ 12 w 5"/>
                  <a:gd name="T1" fmla="*/ 59 h 9"/>
                  <a:gd name="T2" fmla="*/ 58 w 5"/>
                  <a:gd name="T3" fmla="*/ 0 h 9"/>
                  <a:gd name="T4" fmla="*/ 12 w 5"/>
                  <a:gd name="T5" fmla="*/ 5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4"/>
                    </a:moveTo>
                    <a:cubicBezTo>
                      <a:pt x="0" y="3"/>
                      <a:pt x="2" y="0"/>
                      <a:pt x="4" y="0"/>
                    </a:cubicBezTo>
                    <a:cubicBezTo>
                      <a:pt x="5" y="2"/>
                      <a:pt x="3" y="9"/>
                      <a:pt x="1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1" name="Freeform 1566">
                <a:extLst>
                  <a:ext uri="{FF2B5EF4-FFF2-40B4-BE49-F238E27FC236}">
                    <a16:creationId xmlns:a16="http://schemas.microsoft.com/office/drawing/2014/main" id="{AA6D78FF-69F0-4E73-BDF0-CEE848AEB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894"/>
                <a:ext cx="10" cy="12"/>
              </a:xfrm>
              <a:custGeom>
                <a:avLst/>
                <a:gdLst>
                  <a:gd name="T0" fmla="*/ 20 w 4"/>
                  <a:gd name="T1" fmla="*/ 70 h 5"/>
                  <a:gd name="T2" fmla="*/ 63 w 4"/>
                  <a:gd name="T3" fmla="*/ 41 h 5"/>
                  <a:gd name="T4" fmla="*/ 50 w 4"/>
                  <a:gd name="T5" fmla="*/ 0 h 5"/>
                  <a:gd name="T6" fmla="*/ 0 w 4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1" y="4"/>
                      <a:pt x="3" y="3"/>
                      <a:pt x="4" y="3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3" y="2"/>
                      <a:pt x="1" y="3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2" name="Freeform 1567">
                <a:extLst>
                  <a:ext uri="{FF2B5EF4-FFF2-40B4-BE49-F238E27FC236}">
                    <a16:creationId xmlns:a16="http://schemas.microsoft.com/office/drawing/2014/main" id="{6BF1AB76-351F-4855-A277-3E06DDC7A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971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0 h 4"/>
                  <a:gd name="T4" fmla="*/ 0 w 3"/>
                  <a:gd name="T5" fmla="*/ 63 h 4"/>
                  <a:gd name="T6" fmla="*/ 12 w 3"/>
                  <a:gd name="T7" fmla="*/ 6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1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1" y="3"/>
                      <a:pt x="1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3" name="Freeform 1568">
                <a:extLst>
                  <a:ext uri="{FF2B5EF4-FFF2-40B4-BE49-F238E27FC236}">
                    <a16:creationId xmlns:a16="http://schemas.microsoft.com/office/drawing/2014/main" id="{3EE3DADA-C57E-4CFF-9E22-F979F9CEF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886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50 w 4"/>
                  <a:gd name="T3" fmla="*/ 34 h 5"/>
                  <a:gd name="T4" fmla="*/ 0 w 4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1" y="5"/>
                      <a:pt x="4" y="3"/>
                      <a:pt x="3" y="2"/>
                    </a:cubicBezTo>
                    <a:cubicBezTo>
                      <a:pt x="2" y="0"/>
                      <a:pt x="0" y="3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4" name="Freeform 1569">
                <a:extLst>
                  <a:ext uri="{FF2B5EF4-FFF2-40B4-BE49-F238E27FC236}">
                    <a16:creationId xmlns:a16="http://schemas.microsoft.com/office/drawing/2014/main" id="{29831976-A183-4D59-B179-A37A0C100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04"/>
                <a:ext cx="8" cy="7"/>
              </a:xfrm>
              <a:custGeom>
                <a:avLst/>
                <a:gdLst>
                  <a:gd name="T0" fmla="*/ 0 w 3"/>
                  <a:gd name="T1" fmla="*/ 37 h 3"/>
                  <a:gd name="T2" fmla="*/ 56 w 3"/>
                  <a:gd name="T3" fmla="*/ 12 h 3"/>
                  <a:gd name="T4" fmla="*/ 0 w 3"/>
                  <a:gd name="T5" fmla="*/ 2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2" y="0"/>
                      <a:pt x="0" y="1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5" name="Freeform 1570">
                <a:extLst>
                  <a:ext uri="{FF2B5EF4-FFF2-40B4-BE49-F238E27FC236}">
                    <a16:creationId xmlns:a16="http://schemas.microsoft.com/office/drawing/2014/main" id="{5AD2E1E2-899E-4899-9187-07CC14B09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3041"/>
                <a:ext cx="13" cy="15"/>
              </a:xfrm>
              <a:custGeom>
                <a:avLst/>
                <a:gdLst>
                  <a:gd name="T0" fmla="*/ 68 w 5"/>
                  <a:gd name="T1" fmla="*/ 95 h 6"/>
                  <a:gd name="T2" fmla="*/ 68 w 5"/>
                  <a:gd name="T3" fmla="*/ 0 h 6"/>
                  <a:gd name="T4" fmla="*/ 0 w 5"/>
                  <a:gd name="T5" fmla="*/ 63 h 6"/>
                  <a:gd name="T6" fmla="*/ 34 w 5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6"/>
                    </a:moveTo>
                    <a:cubicBezTo>
                      <a:pt x="4" y="4"/>
                      <a:pt x="5" y="3"/>
                      <a:pt x="4" y="0"/>
                    </a:cubicBezTo>
                    <a:cubicBezTo>
                      <a:pt x="4" y="2"/>
                      <a:pt x="1" y="2"/>
                      <a:pt x="0" y="4"/>
                    </a:cubicBezTo>
                    <a:cubicBezTo>
                      <a:pt x="1" y="5"/>
                      <a:pt x="2" y="5"/>
                      <a:pt x="2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6" name="Freeform 1571">
                <a:extLst>
                  <a:ext uri="{FF2B5EF4-FFF2-40B4-BE49-F238E27FC236}">
                    <a16:creationId xmlns:a16="http://schemas.microsoft.com/office/drawing/2014/main" id="{1A3FE15D-E9A1-4090-959F-D397E7507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3026"/>
                <a:ext cx="12" cy="15"/>
              </a:xfrm>
              <a:custGeom>
                <a:avLst/>
                <a:gdLst>
                  <a:gd name="T0" fmla="*/ 29 w 5"/>
                  <a:gd name="T1" fmla="*/ 95 h 6"/>
                  <a:gd name="T2" fmla="*/ 70 w 5"/>
                  <a:gd name="T3" fmla="*/ 0 h 6"/>
                  <a:gd name="T4" fmla="*/ 70 w 5"/>
                  <a:gd name="T5" fmla="*/ 83 h 6"/>
                  <a:gd name="T6" fmla="*/ 41 w 5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0" y="5"/>
                      <a:pt x="4" y="1"/>
                      <a:pt x="5" y="0"/>
                    </a:cubicBezTo>
                    <a:cubicBezTo>
                      <a:pt x="5" y="2"/>
                      <a:pt x="5" y="4"/>
                      <a:pt x="5" y="5"/>
                    </a:cubicBezTo>
                    <a:cubicBezTo>
                      <a:pt x="4" y="6"/>
                      <a:pt x="4" y="6"/>
                      <a:pt x="3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7" name="Freeform 1572">
                <a:extLst>
                  <a:ext uri="{FF2B5EF4-FFF2-40B4-BE49-F238E27FC236}">
                    <a16:creationId xmlns:a16="http://schemas.microsoft.com/office/drawing/2014/main" id="{E361774D-2C5C-4828-9E2F-68BC8F940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014"/>
                <a:ext cx="10" cy="20"/>
              </a:xfrm>
              <a:custGeom>
                <a:avLst/>
                <a:gdLst>
                  <a:gd name="T0" fmla="*/ 20 w 4"/>
                  <a:gd name="T1" fmla="*/ 125 h 8"/>
                  <a:gd name="T2" fmla="*/ 63 w 4"/>
                  <a:gd name="T3" fmla="*/ 33 h 8"/>
                  <a:gd name="T4" fmla="*/ 20 w 4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1" y="8"/>
                    </a:moveTo>
                    <a:cubicBezTo>
                      <a:pt x="2" y="6"/>
                      <a:pt x="3" y="4"/>
                      <a:pt x="4" y="2"/>
                    </a:cubicBezTo>
                    <a:cubicBezTo>
                      <a:pt x="1" y="0"/>
                      <a:pt x="0" y="6"/>
                      <a:pt x="1" y="8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8" name="Freeform 1573">
                <a:extLst>
                  <a:ext uri="{FF2B5EF4-FFF2-40B4-BE49-F238E27FC236}">
                    <a16:creationId xmlns:a16="http://schemas.microsoft.com/office/drawing/2014/main" id="{6F56F6A1-221C-4E4A-AD9F-151B4DC20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3004"/>
                <a:ext cx="12" cy="17"/>
              </a:xfrm>
              <a:custGeom>
                <a:avLst/>
                <a:gdLst>
                  <a:gd name="T0" fmla="*/ 29 w 5"/>
                  <a:gd name="T1" fmla="*/ 100 h 7"/>
                  <a:gd name="T2" fmla="*/ 70 w 5"/>
                  <a:gd name="T3" fmla="*/ 0 h 7"/>
                  <a:gd name="T4" fmla="*/ 41 w 5"/>
                  <a:gd name="T5" fmla="*/ 8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cubicBezTo>
                      <a:pt x="0" y="6"/>
                      <a:pt x="4" y="2"/>
                      <a:pt x="5" y="0"/>
                    </a:cubicBezTo>
                    <a:cubicBezTo>
                      <a:pt x="5" y="2"/>
                      <a:pt x="5" y="6"/>
                      <a:pt x="3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9" name="Freeform 1574">
                <a:extLst>
                  <a:ext uri="{FF2B5EF4-FFF2-40B4-BE49-F238E27FC236}">
                    <a16:creationId xmlns:a16="http://schemas.microsoft.com/office/drawing/2014/main" id="{E766AB91-EFF6-4C11-AF97-AC7CD8EE5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996"/>
                <a:ext cx="10" cy="15"/>
              </a:xfrm>
              <a:custGeom>
                <a:avLst/>
                <a:gdLst>
                  <a:gd name="T0" fmla="*/ 0 w 4"/>
                  <a:gd name="T1" fmla="*/ 95 h 6"/>
                  <a:gd name="T2" fmla="*/ 50 w 4"/>
                  <a:gd name="T3" fmla="*/ 0 h 6"/>
                  <a:gd name="T4" fmla="*/ 0 w 4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4" y="6"/>
                      <a:pt x="3" y="2"/>
                      <a:pt x="3" y="0"/>
                    </a:cubicBez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0" name="Freeform 1575">
                <a:extLst>
                  <a:ext uri="{FF2B5EF4-FFF2-40B4-BE49-F238E27FC236}">
                    <a16:creationId xmlns:a16="http://schemas.microsoft.com/office/drawing/2014/main" id="{26F31C18-A4E2-4A5A-B6C2-0F430A32E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986"/>
                <a:ext cx="18" cy="15"/>
              </a:xfrm>
              <a:custGeom>
                <a:avLst/>
                <a:gdLst>
                  <a:gd name="T0" fmla="*/ 67 w 7"/>
                  <a:gd name="T1" fmla="*/ 95 h 6"/>
                  <a:gd name="T2" fmla="*/ 85 w 7"/>
                  <a:gd name="T3" fmla="*/ 0 h 6"/>
                  <a:gd name="T4" fmla="*/ 67 w 7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0" y="6"/>
                      <a:pt x="5" y="2"/>
                      <a:pt x="5" y="0"/>
                    </a:cubicBezTo>
                    <a:cubicBezTo>
                      <a:pt x="7" y="2"/>
                      <a:pt x="6" y="6"/>
                      <a:pt x="4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1" name="Freeform 1576">
                <a:extLst>
                  <a:ext uri="{FF2B5EF4-FFF2-40B4-BE49-F238E27FC236}">
                    <a16:creationId xmlns:a16="http://schemas.microsoft.com/office/drawing/2014/main" id="{85A9844E-DE22-4F3D-A1DE-15FEA4594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976"/>
                <a:ext cx="10" cy="13"/>
              </a:xfrm>
              <a:custGeom>
                <a:avLst/>
                <a:gdLst>
                  <a:gd name="T0" fmla="*/ 0 w 4"/>
                  <a:gd name="T1" fmla="*/ 88 h 5"/>
                  <a:gd name="T2" fmla="*/ 63 w 4"/>
                  <a:gd name="T3" fmla="*/ 55 h 5"/>
                  <a:gd name="T4" fmla="*/ 33 w 4"/>
                  <a:gd name="T5" fmla="*/ 34 h 5"/>
                  <a:gd name="T6" fmla="*/ 33 w 4"/>
                  <a:gd name="T7" fmla="*/ 0 h 5"/>
                  <a:gd name="T8" fmla="*/ 0 w 4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5"/>
                      <a:pt x="3" y="4"/>
                      <a:pt x="4" y="3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2" name="Freeform 1577">
                <a:extLst>
                  <a:ext uri="{FF2B5EF4-FFF2-40B4-BE49-F238E27FC236}">
                    <a16:creationId xmlns:a16="http://schemas.microsoft.com/office/drawing/2014/main" id="{BD28602A-BBE5-4FC8-9A5F-66D69344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894"/>
                <a:ext cx="8" cy="10"/>
              </a:xfrm>
              <a:custGeom>
                <a:avLst/>
                <a:gdLst>
                  <a:gd name="T0" fmla="*/ 0 w 3"/>
                  <a:gd name="T1" fmla="*/ 63 h 4"/>
                  <a:gd name="T2" fmla="*/ 0 w 3"/>
                  <a:gd name="T3" fmla="*/ 63 h 4"/>
                  <a:gd name="T4" fmla="*/ 56 w 3"/>
                  <a:gd name="T5" fmla="*/ 33 h 4"/>
                  <a:gd name="T6" fmla="*/ 0 w 3"/>
                  <a:gd name="T7" fmla="*/ 0 h 4"/>
                  <a:gd name="T8" fmla="*/ 0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2" y="0"/>
                      <a:pt x="2" y="4"/>
                      <a:pt x="0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3" name="Freeform 1578">
                <a:extLst>
                  <a:ext uri="{FF2B5EF4-FFF2-40B4-BE49-F238E27FC236}">
                    <a16:creationId xmlns:a16="http://schemas.microsoft.com/office/drawing/2014/main" id="{A0B04B88-BF91-4898-8147-72A460F3D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904"/>
                <a:ext cx="15" cy="12"/>
              </a:xfrm>
              <a:custGeom>
                <a:avLst/>
                <a:gdLst>
                  <a:gd name="T0" fmla="*/ 20 w 6"/>
                  <a:gd name="T1" fmla="*/ 70 h 5"/>
                  <a:gd name="T2" fmla="*/ 50 w 6"/>
                  <a:gd name="T3" fmla="*/ 41 h 5"/>
                  <a:gd name="T4" fmla="*/ 95 w 6"/>
                  <a:gd name="T5" fmla="*/ 12 h 5"/>
                  <a:gd name="T6" fmla="*/ 63 w 6"/>
                  <a:gd name="T7" fmla="*/ 0 h 5"/>
                  <a:gd name="T8" fmla="*/ 0 w 6"/>
                  <a:gd name="T9" fmla="*/ 29 h 5"/>
                  <a:gd name="T10" fmla="*/ 20 w 6"/>
                  <a:gd name="T11" fmla="*/ 7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2" y="5"/>
                      <a:pt x="2" y="4"/>
                      <a:pt x="3" y="3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4" y="2"/>
                      <a:pt x="3" y="2"/>
                      <a:pt x="4" y="0"/>
                    </a:cubicBezTo>
                    <a:cubicBezTo>
                      <a:pt x="3" y="1"/>
                      <a:pt x="1" y="5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4" name="Freeform 1579">
                <a:extLst>
                  <a:ext uri="{FF2B5EF4-FFF2-40B4-BE49-F238E27FC236}">
                    <a16:creationId xmlns:a16="http://schemas.microsoft.com/office/drawing/2014/main" id="{61774A76-C48C-4D6B-B887-37BA8A9A8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871"/>
                <a:ext cx="10" cy="15"/>
              </a:xfrm>
              <a:custGeom>
                <a:avLst/>
                <a:gdLst>
                  <a:gd name="T0" fmla="*/ 0 w 4"/>
                  <a:gd name="T1" fmla="*/ 63 h 6"/>
                  <a:gd name="T2" fmla="*/ 63 w 4"/>
                  <a:gd name="T3" fmla="*/ 0 h 6"/>
                  <a:gd name="T4" fmla="*/ 0 w 4"/>
                  <a:gd name="T5" fmla="*/ 5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3" y="6"/>
                      <a:pt x="3" y="1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5" name="Freeform 1580">
                <a:extLst>
                  <a:ext uri="{FF2B5EF4-FFF2-40B4-BE49-F238E27FC236}">
                    <a16:creationId xmlns:a16="http://schemas.microsoft.com/office/drawing/2014/main" id="{27B3AF14-FD61-4C38-A4EF-901F15AEC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51"/>
                <a:ext cx="15" cy="20"/>
              </a:xfrm>
              <a:custGeom>
                <a:avLst/>
                <a:gdLst>
                  <a:gd name="T0" fmla="*/ 33 w 6"/>
                  <a:gd name="T1" fmla="*/ 125 h 8"/>
                  <a:gd name="T2" fmla="*/ 0 w 6"/>
                  <a:gd name="T3" fmla="*/ 95 h 8"/>
                  <a:gd name="T4" fmla="*/ 95 w 6"/>
                  <a:gd name="T5" fmla="*/ 0 h 8"/>
                  <a:gd name="T6" fmla="*/ 33 w 6"/>
                  <a:gd name="T7" fmla="*/ 9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8"/>
                    </a:moveTo>
                    <a:cubicBezTo>
                      <a:pt x="1" y="8"/>
                      <a:pt x="0" y="7"/>
                      <a:pt x="0" y="6"/>
                    </a:cubicBezTo>
                    <a:cubicBezTo>
                      <a:pt x="2" y="5"/>
                      <a:pt x="4" y="0"/>
                      <a:pt x="6" y="0"/>
                    </a:cubicBezTo>
                    <a:cubicBezTo>
                      <a:pt x="5" y="2"/>
                      <a:pt x="2" y="4"/>
                      <a:pt x="2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6" name="Freeform 1581">
                <a:extLst>
                  <a:ext uri="{FF2B5EF4-FFF2-40B4-BE49-F238E27FC236}">
                    <a16:creationId xmlns:a16="http://schemas.microsoft.com/office/drawing/2014/main" id="{4C18F48C-AA3C-4F1E-BF2C-C1AA99C48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839"/>
                <a:ext cx="10" cy="22"/>
              </a:xfrm>
              <a:custGeom>
                <a:avLst/>
                <a:gdLst>
                  <a:gd name="T0" fmla="*/ 20 w 4"/>
                  <a:gd name="T1" fmla="*/ 59 h 9"/>
                  <a:gd name="T2" fmla="*/ 63 w 4"/>
                  <a:gd name="T3" fmla="*/ 0 h 9"/>
                  <a:gd name="T4" fmla="*/ 20 w 4"/>
                  <a:gd name="T5" fmla="*/ 5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1" y="4"/>
                    </a:moveTo>
                    <a:cubicBezTo>
                      <a:pt x="0" y="3"/>
                      <a:pt x="2" y="0"/>
                      <a:pt x="4" y="0"/>
                    </a:cubicBezTo>
                    <a:cubicBezTo>
                      <a:pt x="4" y="2"/>
                      <a:pt x="3" y="9"/>
                      <a:pt x="1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7" name="Freeform 1582">
                <a:extLst>
                  <a:ext uri="{FF2B5EF4-FFF2-40B4-BE49-F238E27FC236}">
                    <a16:creationId xmlns:a16="http://schemas.microsoft.com/office/drawing/2014/main" id="{9FC0531E-5200-4422-A9B3-2953E1205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854"/>
                <a:ext cx="10" cy="12"/>
              </a:xfrm>
              <a:custGeom>
                <a:avLst/>
                <a:gdLst>
                  <a:gd name="T0" fmla="*/ 20 w 4"/>
                  <a:gd name="T1" fmla="*/ 70 h 5"/>
                  <a:gd name="T2" fmla="*/ 63 w 4"/>
                  <a:gd name="T3" fmla="*/ 41 h 5"/>
                  <a:gd name="T4" fmla="*/ 50 w 4"/>
                  <a:gd name="T5" fmla="*/ 0 h 5"/>
                  <a:gd name="T6" fmla="*/ 0 w 4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1" y="4"/>
                      <a:pt x="2" y="3"/>
                      <a:pt x="4" y="3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2" y="1"/>
                      <a:pt x="1" y="3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8" name="Freeform 1583">
                <a:extLst>
                  <a:ext uri="{FF2B5EF4-FFF2-40B4-BE49-F238E27FC236}">
                    <a16:creationId xmlns:a16="http://schemas.microsoft.com/office/drawing/2014/main" id="{E48FD967-1514-4AB9-AE12-B0BAC88C1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846"/>
                <a:ext cx="10" cy="10"/>
              </a:xfrm>
              <a:custGeom>
                <a:avLst/>
                <a:gdLst>
                  <a:gd name="T0" fmla="*/ 0 w 4"/>
                  <a:gd name="T1" fmla="*/ 63 h 4"/>
                  <a:gd name="T2" fmla="*/ 50 w 4"/>
                  <a:gd name="T3" fmla="*/ 33 h 4"/>
                  <a:gd name="T4" fmla="*/ 0 w 4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4"/>
                      <a:pt x="4" y="3"/>
                      <a:pt x="3" y="2"/>
                    </a:cubicBezTo>
                    <a:cubicBezTo>
                      <a:pt x="2" y="0"/>
                      <a:pt x="0" y="3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9" name="Freeform 1584">
                <a:extLst>
                  <a:ext uri="{FF2B5EF4-FFF2-40B4-BE49-F238E27FC236}">
                    <a16:creationId xmlns:a16="http://schemas.microsoft.com/office/drawing/2014/main" id="{F1E7D118-36C9-49B4-906C-7230FD0CE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864"/>
                <a:ext cx="5" cy="7"/>
              </a:xfrm>
              <a:custGeom>
                <a:avLst/>
                <a:gdLst>
                  <a:gd name="T0" fmla="*/ 0 w 2"/>
                  <a:gd name="T1" fmla="*/ 37 h 3"/>
                  <a:gd name="T2" fmla="*/ 33 w 2"/>
                  <a:gd name="T3" fmla="*/ 12 h 3"/>
                  <a:gd name="T4" fmla="*/ 0 w 2"/>
                  <a:gd name="T5" fmla="*/ 2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0" name="Freeform 1585">
                <a:extLst>
                  <a:ext uri="{FF2B5EF4-FFF2-40B4-BE49-F238E27FC236}">
                    <a16:creationId xmlns:a16="http://schemas.microsoft.com/office/drawing/2014/main" id="{8A466DB1-0187-4490-8E27-2CEF60779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854"/>
                <a:ext cx="7" cy="10"/>
              </a:xfrm>
              <a:custGeom>
                <a:avLst/>
                <a:gdLst>
                  <a:gd name="T0" fmla="*/ 12 w 3"/>
                  <a:gd name="T1" fmla="*/ 63 h 4"/>
                  <a:gd name="T2" fmla="*/ 0 w 3"/>
                  <a:gd name="T3" fmla="*/ 63 h 4"/>
                  <a:gd name="T4" fmla="*/ 37 w 3"/>
                  <a:gd name="T5" fmla="*/ 33 h 4"/>
                  <a:gd name="T6" fmla="*/ 12 w 3"/>
                  <a:gd name="T7" fmla="*/ 0 h 4"/>
                  <a:gd name="T8" fmla="*/ 0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3" y="3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2" y="0"/>
                      <a:pt x="3" y="4"/>
                      <a:pt x="0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1" name="Freeform 1586">
                <a:extLst>
                  <a:ext uri="{FF2B5EF4-FFF2-40B4-BE49-F238E27FC236}">
                    <a16:creationId xmlns:a16="http://schemas.microsoft.com/office/drawing/2014/main" id="{76C9B8C7-D568-4E53-A229-91AB1B26F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64"/>
                <a:ext cx="13" cy="12"/>
              </a:xfrm>
              <a:custGeom>
                <a:avLst/>
                <a:gdLst>
                  <a:gd name="T0" fmla="*/ 0 w 5"/>
                  <a:gd name="T1" fmla="*/ 70 h 5"/>
                  <a:gd name="T2" fmla="*/ 55 w 5"/>
                  <a:gd name="T3" fmla="*/ 41 h 5"/>
                  <a:gd name="T4" fmla="*/ 88 w 5"/>
                  <a:gd name="T5" fmla="*/ 12 h 5"/>
                  <a:gd name="T6" fmla="*/ 68 w 5"/>
                  <a:gd name="T7" fmla="*/ 0 h 5"/>
                  <a:gd name="T8" fmla="*/ 0 w 5"/>
                  <a:gd name="T9" fmla="*/ 29 h 5"/>
                  <a:gd name="T10" fmla="*/ 0 w 5"/>
                  <a:gd name="T11" fmla="*/ 7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1"/>
                    </a:cubicBezTo>
                    <a:cubicBezTo>
                      <a:pt x="4" y="2"/>
                      <a:pt x="2" y="1"/>
                      <a:pt x="4" y="0"/>
                    </a:cubicBezTo>
                    <a:cubicBezTo>
                      <a:pt x="3" y="1"/>
                      <a:pt x="1" y="5"/>
                      <a:pt x="0" y="2"/>
                    </a:cubicBezTo>
                    <a:cubicBezTo>
                      <a:pt x="0" y="3"/>
                      <a:pt x="1" y="4"/>
                      <a:pt x="0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2" name="Freeform 1587">
                <a:extLst>
                  <a:ext uri="{FF2B5EF4-FFF2-40B4-BE49-F238E27FC236}">
                    <a16:creationId xmlns:a16="http://schemas.microsoft.com/office/drawing/2014/main" id="{273211D6-2BBF-40B2-8CB2-C2E58953A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921"/>
                <a:ext cx="15" cy="13"/>
              </a:xfrm>
              <a:custGeom>
                <a:avLst/>
                <a:gdLst>
                  <a:gd name="T0" fmla="*/ 20 w 6"/>
                  <a:gd name="T1" fmla="*/ 88 h 5"/>
                  <a:gd name="T2" fmla="*/ 95 w 6"/>
                  <a:gd name="T3" fmla="*/ 21 h 5"/>
                  <a:gd name="T4" fmla="*/ 63 w 6"/>
                  <a:gd name="T5" fmla="*/ 0 h 5"/>
                  <a:gd name="T6" fmla="*/ 33 w 6"/>
                  <a:gd name="T7" fmla="*/ 34 h 5"/>
                  <a:gd name="T8" fmla="*/ 0 w 6"/>
                  <a:gd name="T9" fmla="*/ 21 h 5"/>
                  <a:gd name="T10" fmla="*/ 0 w 6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2" y="2"/>
                      <a:pt x="4" y="2"/>
                      <a:pt x="6" y="1"/>
                    </a:cubicBezTo>
                    <a:cubicBezTo>
                      <a:pt x="5" y="2"/>
                      <a:pt x="4" y="1"/>
                      <a:pt x="4" y="0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2"/>
                      <a:pt x="2" y="4"/>
                      <a:pt x="0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3" name="Freeform 1588">
                <a:extLst>
                  <a:ext uri="{FF2B5EF4-FFF2-40B4-BE49-F238E27FC236}">
                    <a16:creationId xmlns:a16="http://schemas.microsoft.com/office/drawing/2014/main" id="{B3BC039B-A927-4B99-AD26-FD6CDDF82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934"/>
                <a:ext cx="13" cy="10"/>
              </a:xfrm>
              <a:custGeom>
                <a:avLst/>
                <a:gdLst>
                  <a:gd name="T0" fmla="*/ 0 w 5"/>
                  <a:gd name="T1" fmla="*/ 63 h 4"/>
                  <a:gd name="T2" fmla="*/ 88 w 5"/>
                  <a:gd name="T3" fmla="*/ 33 h 4"/>
                  <a:gd name="T4" fmla="*/ 55 w 5"/>
                  <a:gd name="T5" fmla="*/ 0 h 4"/>
                  <a:gd name="T6" fmla="*/ 0 w 5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2"/>
                      <a:pt x="3" y="2"/>
                      <a:pt x="5" y="2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3" y="1"/>
                      <a:pt x="1" y="3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4" name="Freeform 1589">
                <a:extLst>
                  <a:ext uri="{FF2B5EF4-FFF2-40B4-BE49-F238E27FC236}">
                    <a16:creationId xmlns:a16="http://schemas.microsoft.com/office/drawing/2014/main" id="{F05A2461-5799-422D-BF5C-0D715C339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944"/>
                <a:ext cx="12" cy="17"/>
              </a:xfrm>
              <a:custGeom>
                <a:avLst/>
                <a:gdLst>
                  <a:gd name="T0" fmla="*/ 0 w 5"/>
                  <a:gd name="T1" fmla="*/ 100 h 7"/>
                  <a:gd name="T2" fmla="*/ 70 w 5"/>
                  <a:gd name="T3" fmla="*/ 70 h 7"/>
                  <a:gd name="T4" fmla="*/ 70 w 5"/>
                  <a:gd name="T5" fmla="*/ 0 h 7"/>
                  <a:gd name="T6" fmla="*/ 29 w 5"/>
                  <a:gd name="T7" fmla="*/ 0 h 7"/>
                  <a:gd name="T8" fmla="*/ 12 w 5"/>
                  <a:gd name="T9" fmla="*/ 7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2" y="7"/>
                      <a:pt x="2" y="3"/>
                      <a:pt x="5" y="5"/>
                    </a:cubicBezTo>
                    <a:cubicBezTo>
                      <a:pt x="3" y="4"/>
                      <a:pt x="5" y="2"/>
                      <a:pt x="5" y="0"/>
                    </a:cubicBezTo>
                    <a:cubicBezTo>
                      <a:pt x="4" y="2"/>
                      <a:pt x="2" y="1"/>
                      <a:pt x="2" y="0"/>
                    </a:cubicBezTo>
                    <a:cubicBezTo>
                      <a:pt x="4" y="2"/>
                      <a:pt x="3" y="4"/>
                      <a:pt x="1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5" name="Freeform 1590">
                <a:extLst>
                  <a:ext uri="{FF2B5EF4-FFF2-40B4-BE49-F238E27FC236}">
                    <a16:creationId xmlns:a16="http://schemas.microsoft.com/office/drawing/2014/main" id="{25AB0271-058D-4CBA-B40E-EA841A852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986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21 h 5"/>
                  <a:gd name="T4" fmla="*/ 88 w 5"/>
                  <a:gd name="T5" fmla="*/ 0 h 5"/>
                  <a:gd name="T6" fmla="*/ 55 w 5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4"/>
                      <a:pt x="1" y="2"/>
                      <a:pt x="0" y="1"/>
                    </a:cubicBezTo>
                    <a:cubicBezTo>
                      <a:pt x="1" y="2"/>
                      <a:pt x="3" y="1"/>
                      <a:pt x="5" y="0"/>
                    </a:cubicBezTo>
                    <a:cubicBezTo>
                      <a:pt x="4" y="1"/>
                      <a:pt x="3" y="2"/>
                      <a:pt x="3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6" name="Freeform 1591">
                <a:extLst>
                  <a:ext uri="{FF2B5EF4-FFF2-40B4-BE49-F238E27FC236}">
                    <a16:creationId xmlns:a16="http://schemas.microsoft.com/office/drawing/2014/main" id="{06CBD0B2-7C23-4A45-A80F-AC62F64EB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969"/>
                <a:ext cx="8" cy="12"/>
              </a:xfrm>
              <a:custGeom>
                <a:avLst/>
                <a:gdLst>
                  <a:gd name="T0" fmla="*/ 56 w 3"/>
                  <a:gd name="T1" fmla="*/ 70 h 5"/>
                  <a:gd name="T2" fmla="*/ 0 w 3"/>
                  <a:gd name="T3" fmla="*/ 29 h 5"/>
                  <a:gd name="T4" fmla="*/ 56 w 3"/>
                  <a:gd name="T5" fmla="*/ 0 h 5"/>
                  <a:gd name="T6" fmla="*/ 56 w 3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4"/>
                      <a:pt x="1" y="3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2" y="1"/>
                      <a:pt x="2" y="3"/>
                      <a:pt x="3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7" name="Freeform 1592">
                <a:extLst>
                  <a:ext uri="{FF2B5EF4-FFF2-40B4-BE49-F238E27FC236}">
                    <a16:creationId xmlns:a16="http://schemas.microsoft.com/office/drawing/2014/main" id="{B7BB023C-189E-41AA-90ED-DADDDEC09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3024"/>
                <a:ext cx="10" cy="15"/>
              </a:xfrm>
              <a:custGeom>
                <a:avLst/>
                <a:gdLst>
                  <a:gd name="T0" fmla="*/ 20 w 4"/>
                  <a:gd name="T1" fmla="*/ 0 h 6"/>
                  <a:gd name="T2" fmla="*/ 63 w 4"/>
                  <a:gd name="T3" fmla="*/ 0 h 6"/>
                  <a:gd name="T4" fmla="*/ 63 w 4"/>
                  <a:gd name="T5" fmla="*/ 95 h 6"/>
                  <a:gd name="T6" fmla="*/ 33 w 4"/>
                  <a:gd name="T7" fmla="*/ 0 h 6"/>
                  <a:gd name="T8" fmla="*/ 0 w 4"/>
                  <a:gd name="T9" fmla="*/ 3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2" y="1"/>
                      <a:pt x="4" y="4"/>
                      <a:pt x="4" y="6"/>
                    </a:cubicBezTo>
                    <a:cubicBezTo>
                      <a:pt x="3" y="4"/>
                      <a:pt x="3" y="2"/>
                      <a:pt x="2" y="0"/>
                    </a:cubicBezTo>
                    <a:cubicBezTo>
                      <a:pt x="1" y="0"/>
                      <a:pt x="1" y="2"/>
                      <a:pt x="0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8" name="Freeform 1593">
                <a:extLst>
                  <a:ext uri="{FF2B5EF4-FFF2-40B4-BE49-F238E27FC236}">
                    <a16:creationId xmlns:a16="http://schemas.microsoft.com/office/drawing/2014/main" id="{779ED29F-CBFD-4F58-A9D6-EC9D9852C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3001"/>
                <a:ext cx="10" cy="18"/>
              </a:xfrm>
              <a:custGeom>
                <a:avLst/>
                <a:gdLst>
                  <a:gd name="T0" fmla="*/ 0 w 4"/>
                  <a:gd name="T1" fmla="*/ 118 h 7"/>
                  <a:gd name="T2" fmla="*/ 50 w 4"/>
                  <a:gd name="T3" fmla="*/ 100 h 7"/>
                  <a:gd name="T4" fmla="*/ 63 w 4"/>
                  <a:gd name="T5" fmla="*/ 0 h 7"/>
                  <a:gd name="T6" fmla="*/ 0 w 4"/>
                  <a:gd name="T7" fmla="*/ 21 h 7"/>
                  <a:gd name="T8" fmla="*/ 20 w 4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1" y="6"/>
                      <a:pt x="2" y="6"/>
                      <a:pt x="3" y="6"/>
                    </a:cubicBezTo>
                    <a:cubicBezTo>
                      <a:pt x="1" y="4"/>
                      <a:pt x="3" y="2"/>
                      <a:pt x="4" y="0"/>
                    </a:cubicBezTo>
                    <a:cubicBezTo>
                      <a:pt x="3" y="1"/>
                      <a:pt x="2" y="2"/>
                      <a:pt x="0" y="1"/>
                    </a:cubicBezTo>
                    <a:cubicBezTo>
                      <a:pt x="2" y="1"/>
                      <a:pt x="2" y="4"/>
                      <a:pt x="1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9" name="Freeform 1594">
                <a:extLst>
                  <a:ext uri="{FF2B5EF4-FFF2-40B4-BE49-F238E27FC236}">
                    <a16:creationId xmlns:a16="http://schemas.microsoft.com/office/drawing/2014/main" id="{D1470009-F429-4F2D-9CCD-744044AD7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3034"/>
                <a:ext cx="8" cy="15"/>
              </a:xfrm>
              <a:custGeom>
                <a:avLst/>
                <a:gdLst>
                  <a:gd name="T0" fmla="*/ 21 w 3"/>
                  <a:gd name="T1" fmla="*/ 95 h 6"/>
                  <a:gd name="T2" fmla="*/ 0 w 3"/>
                  <a:gd name="T3" fmla="*/ 33 h 6"/>
                  <a:gd name="T4" fmla="*/ 56 w 3"/>
                  <a:gd name="T5" fmla="*/ 0 h 6"/>
                  <a:gd name="T6" fmla="*/ 35 w 3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2" y="5"/>
                      <a:pt x="2" y="3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2"/>
                      <a:pt x="3" y="4"/>
                      <a:pt x="2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0" name="Freeform 1595">
                <a:extLst>
                  <a:ext uri="{FF2B5EF4-FFF2-40B4-BE49-F238E27FC236}">
                    <a16:creationId xmlns:a16="http://schemas.microsoft.com/office/drawing/2014/main" id="{1F8158F6-C4B8-4E5D-BB0B-2682215C3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956"/>
                <a:ext cx="12" cy="10"/>
              </a:xfrm>
              <a:custGeom>
                <a:avLst/>
                <a:gdLst>
                  <a:gd name="T0" fmla="*/ 12 w 5"/>
                  <a:gd name="T1" fmla="*/ 33 h 4"/>
                  <a:gd name="T2" fmla="*/ 58 w 5"/>
                  <a:gd name="T3" fmla="*/ 0 h 4"/>
                  <a:gd name="T4" fmla="*/ 0 w 5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2" y="1"/>
                      <a:pt x="3" y="0"/>
                      <a:pt x="4" y="0"/>
                    </a:cubicBezTo>
                    <a:cubicBezTo>
                      <a:pt x="5" y="2"/>
                      <a:pt x="1" y="3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1" name="Freeform 1596">
                <a:extLst>
                  <a:ext uri="{FF2B5EF4-FFF2-40B4-BE49-F238E27FC236}">
                    <a16:creationId xmlns:a16="http://schemas.microsoft.com/office/drawing/2014/main" id="{F9D81318-F736-48C9-809E-00AF7EB0D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961"/>
                <a:ext cx="10" cy="13"/>
              </a:xfrm>
              <a:custGeom>
                <a:avLst/>
                <a:gdLst>
                  <a:gd name="T0" fmla="*/ 50 w 4"/>
                  <a:gd name="T1" fmla="*/ 0 h 5"/>
                  <a:gd name="T2" fmla="*/ 0 w 4"/>
                  <a:gd name="T3" fmla="*/ 88 h 5"/>
                  <a:gd name="T4" fmla="*/ 5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1" y="5"/>
                      <a:pt x="4" y="0"/>
                      <a:pt x="3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2" name="Freeform 1597">
                <a:extLst>
                  <a:ext uri="{FF2B5EF4-FFF2-40B4-BE49-F238E27FC236}">
                    <a16:creationId xmlns:a16="http://schemas.microsoft.com/office/drawing/2014/main" id="{6F8C3D1C-03BA-46F8-AFDC-302FE8192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976"/>
                <a:ext cx="10" cy="15"/>
              </a:xfrm>
              <a:custGeom>
                <a:avLst/>
                <a:gdLst>
                  <a:gd name="T0" fmla="*/ 20 w 4"/>
                  <a:gd name="T1" fmla="*/ 95 h 6"/>
                  <a:gd name="T2" fmla="*/ 63 w 4"/>
                  <a:gd name="T3" fmla="*/ 50 h 6"/>
                  <a:gd name="T4" fmla="*/ 63 w 4"/>
                  <a:gd name="T5" fmla="*/ 0 h 6"/>
                  <a:gd name="T6" fmla="*/ 0 w 4"/>
                  <a:gd name="T7" fmla="*/ 9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5"/>
                      <a:pt x="2" y="3"/>
                      <a:pt x="4" y="3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3" y="2"/>
                      <a:pt x="1" y="4"/>
                      <a:pt x="0" y="6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3" name="Freeform 1598">
                <a:extLst>
                  <a:ext uri="{FF2B5EF4-FFF2-40B4-BE49-F238E27FC236}">
                    <a16:creationId xmlns:a16="http://schemas.microsoft.com/office/drawing/2014/main" id="{1B3F96BC-43D1-44A0-B9D0-8826F0BAA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996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0 w 3"/>
                  <a:gd name="T3" fmla="*/ 63 h 4"/>
                  <a:gd name="T4" fmla="*/ 37 w 3"/>
                  <a:gd name="T5" fmla="*/ 50 h 4"/>
                  <a:gd name="T6" fmla="*/ 37 w 3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2" y="2"/>
                      <a:pt x="2" y="2"/>
                      <a:pt x="3" y="1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2" name="Group 1599">
              <a:extLst>
                <a:ext uri="{FF2B5EF4-FFF2-40B4-BE49-F238E27FC236}">
                  <a16:creationId xmlns:a16="http://schemas.microsoft.com/office/drawing/2014/main" id="{6E06BF6C-5EE1-4CBC-9EF9-823BE2C90D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4" y="2434"/>
              <a:ext cx="670" cy="872"/>
              <a:chOff x="3604" y="2434"/>
              <a:chExt cx="670" cy="872"/>
            </a:xfrm>
          </p:grpSpPr>
          <p:sp>
            <p:nvSpPr>
              <p:cNvPr id="18544" name="Freeform 1600">
                <a:extLst>
                  <a:ext uri="{FF2B5EF4-FFF2-40B4-BE49-F238E27FC236}">
                    <a16:creationId xmlns:a16="http://schemas.microsoft.com/office/drawing/2014/main" id="{516E76D2-0B00-4A12-9370-4A58562CC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231"/>
                <a:ext cx="7" cy="23"/>
              </a:xfrm>
              <a:custGeom>
                <a:avLst/>
                <a:gdLst>
                  <a:gd name="T0" fmla="*/ 12 w 3"/>
                  <a:gd name="T1" fmla="*/ 66 h 9"/>
                  <a:gd name="T2" fmla="*/ 12 w 3"/>
                  <a:gd name="T3" fmla="*/ 151 h 9"/>
                  <a:gd name="T4" fmla="*/ 28 w 3"/>
                  <a:gd name="T5" fmla="*/ 0 h 9"/>
                  <a:gd name="T6" fmla="*/ 28 w 3"/>
                  <a:gd name="T7" fmla="*/ 5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1" y="4"/>
                    </a:moveTo>
                    <a:cubicBezTo>
                      <a:pt x="0" y="5"/>
                      <a:pt x="0" y="7"/>
                      <a:pt x="1" y="9"/>
                    </a:cubicBezTo>
                    <a:cubicBezTo>
                      <a:pt x="3" y="7"/>
                      <a:pt x="2" y="3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5" name="Freeform 1601">
                <a:extLst>
                  <a:ext uri="{FF2B5EF4-FFF2-40B4-BE49-F238E27FC236}">
                    <a16:creationId xmlns:a16="http://schemas.microsoft.com/office/drawing/2014/main" id="{1B6E21B3-4583-4C3C-8EB0-90C4177F5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284"/>
                <a:ext cx="7" cy="22"/>
              </a:xfrm>
              <a:custGeom>
                <a:avLst/>
                <a:gdLst>
                  <a:gd name="T0" fmla="*/ 28 w 3"/>
                  <a:gd name="T1" fmla="*/ 29 h 9"/>
                  <a:gd name="T2" fmla="*/ 12 w 3"/>
                  <a:gd name="T3" fmla="*/ 132 h 9"/>
                  <a:gd name="T4" fmla="*/ 37 w 3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2" y="2"/>
                    </a:moveTo>
                    <a:cubicBezTo>
                      <a:pt x="1" y="2"/>
                      <a:pt x="0" y="8"/>
                      <a:pt x="1" y="9"/>
                    </a:cubicBezTo>
                    <a:cubicBezTo>
                      <a:pt x="3" y="7"/>
                      <a:pt x="2" y="3"/>
                      <a:pt x="3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6" name="Freeform 1602">
                <a:extLst>
                  <a:ext uri="{FF2B5EF4-FFF2-40B4-BE49-F238E27FC236}">
                    <a16:creationId xmlns:a16="http://schemas.microsoft.com/office/drawing/2014/main" id="{4DC51DB8-537E-4592-9C21-29D15E3BD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046"/>
                <a:ext cx="7" cy="18"/>
              </a:xfrm>
              <a:custGeom>
                <a:avLst/>
                <a:gdLst>
                  <a:gd name="T0" fmla="*/ 12 w 3"/>
                  <a:gd name="T1" fmla="*/ 21 h 7"/>
                  <a:gd name="T2" fmla="*/ 0 w 3"/>
                  <a:gd name="T3" fmla="*/ 118 h 7"/>
                  <a:gd name="T4" fmla="*/ 37 w 3"/>
                  <a:gd name="T5" fmla="*/ 0 h 7"/>
                  <a:gd name="T6" fmla="*/ 12 w 3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1" y="1"/>
                    </a:moveTo>
                    <a:cubicBezTo>
                      <a:pt x="0" y="2"/>
                      <a:pt x="0" y="5"/>
                      <a:pt x="0" y="7"/>
                    </a:cubicBezTo>
                    <a:cubicBezTo>
                      <a:pt x="2" y="6"/>
                      <a:pt x="2" y="2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7" name="Freeform 1603">
                <a:extLst>
                  <a:ext uri="{FF2B5EF4-FFF2-40B4-BE49-F238E27FC236}">
                    <a16:creationId xmlns:a16="http://schemas.microsoft.com/office/drawing/2014/main" id="{5BF0A4B7-E073-40F4-97FE-D8C0B1F01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3069"/>
                <a:ext cx="10" cy="12"/>
              </a:xfrm>
              <a:custGeom>
                <a:avLst/>
                <a:gdLst>
                  <a:gd name="T0" fmla="*/ 20 w 4"/>
                  <a:gd name="T1" fmla="*/ 12 h 5"/>
                  <a:gd name="T2" fmla="*/ 20 w 4"/>
                  <a:gd name="T3" fmla="*/ 58 h 5"/>
                  <a:gd name="T4" fmla="*/ 3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1" y="1"/>
                      <a:pt x="0" y="4"/>
                      <a:pt x="1" y="4"/>
                    </a:cubicBezTo>
                    <a:cubicBezTo>
                      <a:pt x="4" y="5"/>
                      <a:pt x="3" y="1"/>
                      <a:pt x="2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8" name="Freeform 1604">
                <a:extLst>
                  <a:ext uri="{FF2B5EF4-FFF2-40B4-BE49-F238E27FC236}">
                    <a16:creationId xmlns:a16="http://schemas.microsoft.com/office/drawing/2014/main" id="{81A45468-B9D8-411C-BB61-091E2AEEA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081"/>
                <a:ext cx="10" cy="13"/>
              </a:xfrm>
              <a:custGeom>
                <a:avLst/>
                <a:gdLst>
                  <a:gd name="T0" fmla="*/ 33 w 4"/>
                  <a:gd name="T1" fmla="*/ 0 h 5"/>
                  <a:gd name="T2" fmla="*/ 20 w 4"/>
                  <a:gd name="T3" fmla="*/ 88 h 5"/>
                  <a:gd name="T4" fmla="*/ 63 w 4"/>
                  <a:gd name="T5" fmla="*/ 68 h 5"/>
                  <a:gd name="T6" fmla="*/ 50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2" y="2"/>
                      <a:pt x="0" y="3"/>
                      <a:pt x="1" y="5"/>
                    </a:cubicBezTo>
                    <a:cubicBezTo>
                      <a:pt x="2" y="5"/>
                      <a:pt x="3" y="3"/>
                      <a:pt x="4" y="4"/>
                    </a:cubicBezTo>
                    <a:cubicBezTo>
                      <a:pt x="4" y="3"/>
                      <a:pt x="4" y="1"/>
                      <a:pt x="3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9" name="Freeform 1605">
                <a:extLst>
                  <a:ext uri="{FF2B5EF4-FFF2-40B4-BE49-F238E27FC236}">
                    <a16:creationId xmlns:a16="http://schemas.microsoft.com/office/drawing/2014/main" id="{973B7B63-6DF3-45CC-9DC4-D50B33DE2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094"/>
                <a:ext cx="10" cy="12"/>
              </a:xfrm>
              <a:custGeom>
                <a:avLst/>
                <a:gdLst>
                  <a:gd name="T0" fmla="*/ 50 w 4"/>
                  <a:gd name="T1" fmla="*/ 0 h 5"/>
                  <a:gd name="T2" fmla="*/ 33 w 4"/>
                  <a:gd name="T3" fmla="*/ 70 h 5"/>
                  <a:gd name="T4" fmla="*/ 6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1"/>
                      <a:pt x="0" y="4"/>
                      <a:pt x="2" y="5"/>
                    </a:cubicBezTo>
                    <a:cubicBezTo>
                      <a:pt x="4" y="5"/>
                      <a:pt x="4" y="2"/>
                      <a:pt x="4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0" name="Freeform 1606">
                <a:extLst>
                  <a:ext uri="{FF2B5EF4-FFF2-40B4-BE49-F238E27FC236}">
                    <a16:creationId xmlns:a16="http://schemas.microsoft.com/office/drawing/2014/main" id="{E1455F3E-DB6B-41F3-9182-B62601E9B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036"/>
                <a:ext cx="5" cy="13"/>
              </a:xfrm>
              <a:custGeom>
                <a:avLst/>
                <a:gdLst>
                  <a:gd name="T0" fmla="*/ 20 w 2"/>
                  <a:gd name="T1" fmla="*/ 21 h 5"/>
                  <a:gd name="T2" fmla="*/ 20 w 2"/>
                  <a:gd name="T3" fmla="*/ 68 h 5"/>
                  <a:gd name="T4" fmla="*/ 20 w 2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1"/>
                    </a:moveTo>
                    <a:cubicBezTo>
                      <a:pt x="0" y="2"/>
                      <a:pt x="0" y="5"/>
                      <a:pt x="1" y="4"/>
                    </a:cubicBezTo>
                    <a:cubicBezTo>
                      <a:pt x="2" y="4"/>
                      <a:pt x="1" y="1"/>
                      <a:pt x="1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1" name="Freeform 1607">
                <a:extLst>
                  <a:ext uri="{FF2B5EF4-FFF2-40B4-BE49-F238E27FC236}">
                    <a16:creationId xmlns:a16="http://schemas.microsoft.com/office/drawing/2014/main" id="{8F5A9127-25D1-4832-8B1B-91D8B485B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046"/>
                <a:ext cx="5" cy="15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63 h 6"/>
                  <a:gd name="T4" fmla="*/ 0 w 2"/>
                  <a:gd name="T5" fmla="*/ 95 h 6"/>
                  <a:gd name="T6" fmla="*/ 33 w 2"/>
                  <a:gd name="T7" fmla="*/ 50 h 6"/>
                  <a:gd name="T8" fmla="*/ 33 w 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1"/>
                      <a:pt x="1" y="3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2" name="Freeform 1608">
                <a:extLst>
                  <a:ext uri="{FF2B5EF4-FFF2-40B4-BE49-F238E27FC236}">
                    <a16:creationId xmlns:a16="http://schemas.microsoft.com/office/drawing/2014/main" id="{74D20F84-0F0C-469E-83BE-40FAF7157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064"/>
                <a:ext cx="7" cy="10"/>
              </a:xfrm>
              <a:custGeom>
                <a:avLst/>
                <a:gdLst>
                  <a:gd name="T0" fmla="*/ 0 w 3"/>
                  <a:gd name="T1" fmla="*/ 0 h 4"/>
                  <a:gd name="T2" fmla="*/ 28 w 3"/>
                  <a:gd name="T3" fmla="*/ 33 h 4"/>
                  <a:gd name="T4" fmla="*/ 37 w 3"/>
                  <a:gd name="T5" fmla="*/ 63 h 4"/>
                  <a:gd name="T6" fmla="*/ 37 w 3"/>
                  <a:gd name="T7" fmla="*/ 33 h 4"/>
                  <a:gd name="T8" fmla="*/ 28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2"/>
                      <a:pt x="2" y="1"/>
                      <a:pt x="2" y="1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3" name="Freeform 1609">
                <a:extLst>
                  <a:ext uri="{FF2B5EF4-FFF2-40B4-BE49-F238E27FC236}">
                    <a16:creationId xmlns:a16="http://schemas.microsoft.com/office/drawing/2014/main" id="{9DD2EE3A-9D13-4E75-B83C-225D92F09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064"/>
                <a:ext cx="10" cy="22"/>
              </a:xfrm>
              <a:custGeom>
                <a:avLst/>
                <a:gdLst>
                  <a:gd name="T0" fmla="*/ 20 w 4"/>
                  <a:gd name="T1" fmla="*/ 120 h 9"/>
                  <a:gd name="T2" fmla="*/ 50 w 4"/>
                  <a:gd name="T3" fmla="*/ 0 h 9"/>
                  <a:gd name="T4" fmla="*/ 63 w 4"/>
                  <a:gd name="T5" fmla="*/ 29 h 9"/>
                  <a:gd name="T6" fmla="*/ 33 w 4"/>
                  <a:gd name="T7" fmla="*/ 90 h 9"/>
                  <a:gd name="T8" fmla="*/ 0 w 4"/>
                  <a:gd name="T9" fmla="*/ 13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1" y="8"/>
                    </a:moveTo>
                    <a:cubicBezTo>
                      <a:pt x="1" y="6"/>
                      <a:pt x="2" y="2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3"/>
                      <a:pt x="3" y="4"/>
                      <a:pt x="2" y="6"/>
                    </a:cubicBezTo>
                    <a:cubicBezTo>
                      <a:pt x="2" y="7"/>
                      <a:pt x="0" y="8"/>
                      <a:pt x="0" y="9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4" name="Freeform 1610">
                <a:extLst>
                  <a:ext uri="{FF2B5EF4-FFF2-40B4-BE49-F238E27FC236}">
                    <a16:creationId xmlns:a16="http://schemas.microsoft.com/office/drawing/2014/main" id="{2D20B01F-326F-4606-8C7F-5FA8F382F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3084"/>
                <a:ext cx="10" cy="20"/>
              </a:xfrm>
              <a:custGeom>
                <a:avLst/>
                <a:gdLst>
                  <a:gd name="T0" fmla="*/ 63 w 4"/>
                  <a:gd name="T1" fmla="*/ 20 h 8"/>
                  <a:gd name="T2" fmla="*/ 0 w 4"/>
                  <a:gd name="T3" fmla="*/ 125 h 8"/>
                  <a:gd name="T4" fmla="*/ 33 w 4"/>
                  <a:gd name="T5" fmla="*/ 113 h 8"/>
                  <a:gd name="T6" fmla="*/ 63 w 4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4" y="1"/>
                    </a:moveTo>
                    <a:cubicBezTo>
                      <a:pt x="3" y="0"/>
                      <a:pt x="1" y="7"/>
                      <a:pt x="0" y="8"/>
                    </a:cubicBezTo>
                    <a:cubicBezTo>
                      <a:pt x="1" y="8"/>
                      <a:pt x="2" y="7"/>
                      <a:pt x="2" y="7"/>
                    </a:cubicBezTo>
                    <a:cubicBezTo>
                      <a:pt x="2" y="6"/>
                      <a:pt x="2" y="3"/>
                      <a:pt x="4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5" name="Freeform 1611">
                <a:extLst>
                  <a:ext uri="{FF2B5EF4-FFF2-40B4-BE49-F238E27FC236}">
                    <a16:creationId xmlns:a16="http://schemas.microsoft.com/office/drawing/2014/main" id="{21B56815-2086-4939-BED3-817A5C6AF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081"/>
                <a:ext cx="7" cy="15"/>
              </a:xfrm>
              <a:custGeom>
                <a:avLst/>
                <a:gdLst>
                  <a:gd name="T0" fmla="*/ 0 w 3"/>
                  <a:gd name="T1" fmla="*/ 83 h 6"/>
                  <a:gd name="T2" fmla="*/ 12 w 3"/>
                  <a:gd name="T3" fmla="*/ 95 h 6"/>
                  <a:gd name="T4" fmla="*/ 28 w 3"/>
                  <a:gd name="T5" fmla="*/ 50 h 6"/>
                  <a:gd name="T6" fmla="*/ 28 w 3"/>
                  <a:gd name="T7" fmla="*/ 0 h 6"/>
                  <a:gd name="T8" fmla="*/ 28 w 3"/>
                  <a:gd name="T9" fmla="*/ 6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6"/>
                      <a:pt x="0" y="6"/>
                      <a:pt x="1" y="6"/>
                    </a:cubicBezTo>
                    <a:cubicBezTo>
                      <a:pt x="2" y="6"/>
                      <a:pt x="2" y="4"/>
                      <a:pt x="2" y="3"/>
                    </a:cubicBezTo>
                    <a:cubicBezTo>
                      <a:pt x="2" y="2"/>
                      <a:pt x="3" y="1"/>
                      <a:pt x="2" y="0"/>
                    </a:cubicBezTo>
                    <a:cubicBezTo>
                      <a:pt x="2" y="1"/>
                      <a:pt x="2" y="3"/>
                      <a:pt x="2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6" name="Freeform 1612">
                <a:extLst>
                  <a:ext uri="{FF2B5EF4-FFF2-40B4-BE49-F238E27FC236}">
                    <a16:creationId xmlns:a16="http://schemas.microsoft.com/office/drawing/2014/main" id="{2907C004-C0CE-48CF-A9D5-49D0C479E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3009"/>
                <a:ext cx="12" cy="20"/>
              </a:xfrm>
              <a:custGeom>
                <a:avLst/>
                <a:gdLst>
                  <a:gd name="T0" fmla="*/ 12 w 5"/>
                  <a:gd name="T1" fmla="*/ 113 h 8"/>
                  <a:gd name="T2" fmla="*/ 58 w 5"/>
                  <a:gd name="T3" fmla="*/ 0 h 8"/>
                  <a:gd name="T4" fmla="*/ 70 w 5"/>
                  <a:gd name="T5" fmla="*/ 50 h 8"/>
                  <a:gd name="T6" fmla="*/ 41 w 5"/>
                  <a:gd name="T7" fmla="*/ 95 h 8"/>
                  <a:gd name="T8" fmla="*/ 0 w 5"/>
                  <a:gd name="T9" fmla="*/ 12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3" y="5"/>
                      <a:pt x="3" y="2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2" y="5"/>
                      <a:pt x="1" y="7"/>
                      <a:pt x="0" y="8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7" name="Freeform 1613">
                <a:extLst>
                  <a:ext uri="{FF2B5EF4-FFF2-40B4-BE49-F238E27FC236}">
                    <a16:creationId xmlns:a16="http://schemas.microsoft.com/office/drawing/2014/main" id="{0A9719CA-EB83-4C98-819B-AD07BEF27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826"/>
                <a:ext cx="15" cy="15"/>
              </a:xfrm>
              <a:custGeom>
                <a:avLst/>
                <a:gdLst>
                  <a:gd name="T0" fmla="*/ 33 w 6"/>
                  <a:gd name="T1" fmla="*/ 20 h 6"/>
                  <a:gd name="T2" fmla="*/ 20 w 6"/>
                  <a:gd name="T3" fmla="*/ 95 h 6"/>
                  <a:gd name="T4" fmla="*/ 95 w 6"/>
                  <a:gd name="T5" fmla="*/ 0 h 6"/>
                  <a:gd name="T6" fmla="*/ 63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3" y="6"/>
                      <a:pt x="6" y="2"/>
                      <a:pt x="6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8" name="Freeform 1614">
                <a:extLst>
                  <a:ext uri="{FF2B5EF4-FFF2-40B4-BE49-F238E27FC236}">
                    <a16:creationId xmlns:a16="http://schemas.microsoft.com/office/drawing/2014/main" id="{5DD17008-EA1E-4D2A-8FEE-187A581A9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811"/>
                <a:ext cx="7" cy="10"/>
              </a:xfrm>
              <a:custGeom>
                <a:avLst/>
                <a:gdLst>
                  <a:gd name="T0" fmla="*/ 0 w 3"/>
                  <a:gd name="T1" fmla="*/ 20 h 4"/>
                  <a:gd name="T2" fmla="*/ 0 w 3"/>
                  <a:gd name="T3" fmla="*/ 63 h 4"/>
                  <a:gd name="T4" fmla="*/ 28 w 3"/>
                  <a:gd name="T5" fmla="*/ 33 h 4"/>
                  <a:gd name="T6" fmla="*/ 12 w 3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2" y="3"/>
                      <a:pt x="2" y="2"/>
                    </a:cubicBezTo>
                    <a:cubicBezTo>
                      <a:pt x="3" y="1"/>
                      <a:pt x="3" y="0"/>
                      <a:pt x="1" y="1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9" name="Freeform 1615">
                <a:extLst>
                  <a:ext uri="{FF2B5EF4-FFF2-40B4-BE49-F238E27FC236}">
                    <a16:creationId xmlns:a16="http://schemas.microsoft.com/office/drawing/2014/main" id="{4EA9056C-47EA-4E68-BA36-11B5982AC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796"/>
                <a:ext cx="10" cy="13"/>
              </a:xfrm>
              <a:custGeom>
                <a:avLst/>
                <a:gdLst>
                  <a:gd name="T0" fmla="*/ 50 w 4"/>
                  <a:gd name="T1" fmla="*/ 21 h 5"/>
                  <a:gd name="T2" fmla="*/ 0 w 4"/>
                  <a:gd name="T3" fmla="*/ 88 h 5"/>
                  <a:gd name="T4" fmla="*/ 63 w 4"/>
                  <a:gd name="T5" fmla="*/ 55 h 5"/>
                  <a:gd name="T6" fmla="*/ 63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3" y="1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1" y="5"/>
                      <a:pt x="3" y="4"/>
                      <a:pt x="4" y="3"/>
                    </a:cubicBezTo>
                    <a:cubicBezTo>
                      <a:pt x="4" y="2"/>
                      <a:pt x="3" y="1"/>
                      <a:pt x="4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0" name="Freeform 1616">
                <a:extLst>
                  <a:ext uri="{FF2B5EF4-FFF2-40B4-BE49-F238E27FC236}">
                    <a16:creationId xmlns:a16="http://schemas.microsoft.com/office/drawing/2014/main" id="{D921C5EB-3337-4F6E-AB78-3CFEA68FE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781"/>
                <a:ext cx="13" cy="15"/>
              </a:xfrm>
              <a:custGeom>
                <a:avLst/>
                <a:gdLst>
                  <a:gd name="T0" fmla="*/ 68 w 5"/>
                  <a:gd name="T1" fmla="*/ 0 h 6"/>
                  <a:gd name="T2" fmla="*/ 0 w 5"/>
                  <a:gd name="T3" fmla="*/ 95 h 6"/>
                  <a:gd name="T4" fmla="*/ 55 w 5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2" y="1"/>
                      <a:pt x="0" y="4"/>
                      <a:pt x="0" y="6"/>
                    </a:cubicBezTo>
                    <a:cubicBezTo>
                      <a:pt x="3" y="6"/>
                      <a:pt x="5" y="3"/>
                      <a:pt x="3" y="1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1" name="Freeform 1617">
                <a:extLst>
                  <a:ext uri="{FF2B5EF4-FFF2-40B4-BE49-F238E27FC236}">
                    <a16:creationId xmlns:a16="http://schemas.microsoft.com/office/drawing/2014/main" id="{1230CE8F-6437-4C4F-B3AA-C0DA6D917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799"/>
                <a:ext cx="7" cy="7"/>
              </a:xfrm>
              <a:custGeom>
                <a:avLst/>
                <a:gdLst>
                  <a:gd name="T0" fmla="*/ 28 w 3"/>
                  <a:gd name="T1" fmla="*/ 12 h 3"/>
                  <a:gd name="T2" fmla="*/ 0 w 3"/>
                  <a:gd name="T3" fmla="*/ 37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3"/>
                      <a:pt x="3" y="1"/>
                      <a:pt x="2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2" name="Freeform 1618">
                <a:extLst>
                  <a:ext uri="{FF2B5EF4-FFF2-40B4-BE49-F238E27FC236}">
                    <a16:creationId xmlns:a16="http://schemas.microsoft.com/office/drawing/2014/main" id="{163661EE-09F5-4879-B428-BBD6F46FB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836"/>
                <a:ext cx="8" cy="10"/>
              </a:xfrm>
              <a:custGeom>
                <a:avLst/>
                <a:gdLst>
                  <a:gd name="T0" fmla="*/ 0 w 3"/>
                  <a:gd name="T1" fmla="*/ 20 h 4"/>
                  <a:gd name="T2" fmla="*/ 0 w 3"/>
                  <a:gd name="T3" fmla="*/ 63 h 4"/>
                  <a:gd name="T4" fmla="*/ 56 w 3"/>
                  <a:gd name="T5" fmla="*/ 33 h 4"/>
                  <a:gd name="T6" fmla="*/ 21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2" y="3"/>
                      <a:pt x="1" y="2"/>
                      <a:pt x="1" y="0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3" name="Freeform 1619">
                <a:extLst>
                  <a:ext uri="{FF2B5EF4-FFF2-40B4-BE49-F238E27FC236}">
                    <a16:creationId xmlns:a16="http://schemas.microsoft.com/office/drawing/2014/main" id="{73E77718-73EE-474F-99D9-09B25355E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821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56 h 3"/>
                  <a:gd name="T4" fmla="*/ 37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1"/>
                      <a:pt x="2" y="3"/>
                    </a:cubicBezTo>
                    <a:cubicBezTo>
                      <a:pt x="2" y="2"/>
                      <a:pt x="3" y="0"/>
                      <a:pt x="3" y="0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4" name="Freeform 1620">
                <a:extLst>
                  <a:ext uri="{FF2B5EF4-FFF2-40B4-BE49-F238E27FC236}">
                    <a16:creationId xmlns:a16="http://schemas.microsoft.com/office/drawing/2014/main" id="{1FC76035-B7EB-43E3-8372-D18E01D66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719"/>
                <a:ext cx="25" cy="17"/>
              </a:xfrm>
              <a:custGeom>
                <a:avLst/>
                <a:gdLst>
                  <a:gd name="T0" fmla="*/ 20 w 10"/>
                  <a:gd name="T1" fmla="*/ 100 h 7"/>
                  <a:gd name="T2" fmla="*/ 83 w 10"/>
                  <a:gd name="T3" fmla="*/ 0 h 7"/>
                  <a:gd name="T4" fmla="*/ 0 w 10"/>
                  <a:gd name="T5" fmla="*/ 87 h 7"/>
                  <a:gd name="T6" fmla="*/ 20 w 10"/>
                  <a:gd name="T7" fmla="*/ 8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1" y="7"/>
                    </a:moveTo>
                    <a:cubicBezTo>
                      <a:pt x="2" y="6"/>
                      <a:pt x="10" y="2"/>
                      <a:pt x="5" y="0"/>
                    </a:cubicBezTo>
                    <a:cubicBezTo>
                      <a:pt x="4" y="2"/>
                      <a:pt x="1" y="4"/>
                      <a:pt x="0" y="6"/>
                    </a:cubicBezTo>
                    <a:cubicBezTo>
                      <a:pt x="1" y="6"/>
                      <a:pt x="1" y="5"/>
                      <a:pt x="1" y="6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5" name="Freeform 1621">
                <a:extLst>
                  <a:ext uri="{FF2B5EF4-FFF2-40B4-BE49-F238E27FC236}">
                    <a16:creationId xmlns:a16="http://schemas.microsoft.com/office/drawing/2014/main" id="{787E05CC-5005-411D-BE70-AE7F2FD90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706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55 w 5"/>
                  <a:gd name="T3" fmla="*/ 21 h 5"/>
                  <a:gd name="T4" fmla="*/ 0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4" y="4"/>
                      <a:pt x="5" y="1"/>
                      <a:pt x="3" y="1"/>
                    </a:cubicBezTo>
                    <a:cubicBezTo>
                      <a:pt x="1" y="0"/>
                      <a:pt x="0" y="4"/>
                      <a:pt x="0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6" name="Freeform 1622">
                <a:extLst>
                  <a:ext uri="{FF2B5EF4-FFF2-40B4-BE49-F238E27FC236}">
                    <a16:creationId xmlns:a16="http://schemas.microsoft.com/office/drawing/2014/main" id="{EB66B447-4AE7-4947-B13B-EB66E029D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706"/>
                <a:ext cx="12" cy="13"/>
              </a:xfrm>
              <a:custGeom>
                <a:avLst/>
                <a:gdLst>
                  <a:gd name="T0" fmla="*/ 12 w 5"/>
                  <a:gd name="T1" fmla="*/ 88 h 5"/>
                  <a:gd name="T2" fmla="*/ 70 w 5"/>
                  <a:gd name="T3" fmla="*/ 0 h 5"/>
                  <a:gd name="T4" fmla="*/ 41 w 5"/>
                  <a:gd name="T5" fmla="*/ 21 h 5"/>
                  <a:gd name="T6" fmla="*/ 0 w 5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2" y="4"/>
                      <a:pt x="5" y="2"/>
                      <a:pt x="5" y="0"/>
                    </a:cubicBezTo>
                    <a:cubicBezTo>
                      <a:pt x="4" y="0"/>
                      <a:pt x="3" y="0"/>
                      <a:pt x="3" y="1"/>
                    </a:cubicBezTo>
                    <a:cubicBezTo>
                      <a:pt x="2" y="2"/>
                      <a:pt x="1" y="4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7" name="Freeform 1623">
                <a:extLst>
                  <a:ext uri="{FF2B5EF4-FFF2-40B4-BE49-F238E27FC236}">
                    <a16:creationId xmlns:a16="http://schemas.microsoft.com/office/drawing/2014/main" id="{367F9092-B871-4624-914C-624A1A3C8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691"/>
                <a:ext cx="15" cy="15"/>
              </a:xfrm>
              <a:custGeom>
                <a:avLst/>
                <a:gdLst>
                  <a:gd name="T0" fmla="*/ 20 w 6"/>
                  <a:gd name="T1" fmla="*/ 95 h 6"/>
                  <a:gd name="T2" fmla="*/ 0 w 6"/>
                  <a:gd name="T3" fmla="*/ 63 h 6"/>
                  <a:gd name="T4" fmla="*/ 95 w 6"/>
                  <a:gd name="T5" fmla="*/ 0 h 6"/>
                  <a:gd name="T6" fmla="*/ 33 w 6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6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1" y="3"/>
                      <a:pt x="4" y="0"/>
                      <a:pt x="6" y="0"/>
                    </a:cubicBezTo>
                    <a:cubicBezTo>
                      <a:pt x="6" y="2"/>
                      <a:pt x="4" y="4"/>
                      <a:pt x="2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8" name="Freeform 1624">
                <a:extLst>
                  <a:ext uri="{FF2B5EF4-FFF2-40B4-BE49-F238E27FC236}">
                    <a16:creationId xmlns:a16="http://schemas.microsoft.com/office/drawing/2014/main" id="{8F290AD9-7F98-473D-A727-EA443D95B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694"/>
                <a:ext cx="13" cy="10"/>
              </a:xfrm>
              <a:custGeom>
                <a:avLst/>
                <a:gdLst>
                  <a:gd name="T0" fmla="*/ 34 w 5"/>
                  <a:gd name="T1" fmla="*/ 50 h 4"/>
                  <a:gd name="T2" fmla="*/ 88 w 5"/>
                  <a:gd name="T3" fmla="*/ 0 h 4"/>
                  <a:gd name="T4" fmla="*/ 0 w 5"/>
                  <a:gd name="T5" fmla="*/ 63 h 4"/>
                  <a:gd name="T6" fmla="*/ 21 w 5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3"/>
                    </a:moveTo>
                    <a:cubicBezTo>
                      <a:pt x="3" y="3"/>
                      <a:pt x="5" y="2"/>
                      <a:pt x="5" y="0"/>
                    </a:cubicBezTo>
                    <a:cubicBezTo>
                      <a:pt x="2" y="0"/>
                      <a:pt x="3" y="2"/>
                      <a:pt x="0" y="4"/>
                    </a:cubicBezTo>
                    <a:cubicBezTo>
                      <a:pt x="1" y="4"/>
                      <a:pt x="1" y="3"/>
                      <a:pt x="1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9" name="Freeform 1625">
                <a:extLst>
                  <a:ext uri="{FF2B5EF4-FFF2-40B4-BE49-F238E27FC236}">
                    <a16:creationId xmlns:a16="http://schemas.microsoft.com/office/drawing/2014/main" id="{EE4A85E5-61F3-4965-A8D1-622B366AD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676"/>
                <a:ext cx="15" cy="15"/>
              </a:xfrm>
              <a:custGeom>
                <a:avLst/>
                <a:gdLst>
                  <a:gd name="T0" fmla="*/ 33 w 6"/>
                  <a:gd name="T1" fmla="*/ 95 h 6"/>
                  <a:gd name="T2" fmla="*/ 50 w 6"/>
                  <a:gd name="T3" fmla="*/ 33 h 6"/>
                  <a:gd name="T4" fmla="*/ 83 w 6"/>
                  <a:gd name="T5" fmla="*/ 83 h 6"/>
                  <a:gd name="T6" fmla="*/ 50 w 6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0" y="5"/>
                      <a:pt x="1" y="3"/>
                      <a:pt x="3" y="2"/>
                    </a:cubicBezTo>
                    <a:cubicBezTo>
                      <a:pt x="6" y="0"/>
                      <a:pt x="4" y="2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0" name="Freeform 1626">
                <a:extLst>
                  <a:ext uri="{FF2B5EF4-FFF2-40B4-BE49-F238E27FC236}">
                    <a16:creationId xmlns:a16="http://schemas.microsoft.com/office/drawing/2014/main" id="{7EB83637-9CB2-43A2-8338-85FFAA05C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681"/>
                <a:ext cx="10" cy="15"/>
              </a:xfrm>
              <a:custGeom>
                <a:avLst/>
                <a:gdLst>
                  <a:gd name="T0" fmla="*/ 0 w 4"/>
                  <a:gd name="T1" fmla="*/ 50 h 6"/>
                  <a:gd name="T2" fmla="*/ 63 w 4"/>
                  <a:gd name="T3" fmla="*/ 0 h 6"/>
                  <a:gd name="T4" fmla="*/ 0 w 4"/>
                  <a:gd name="T5" fmla="*/ 5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cubicBezTo>
                      <a:pt x="2" y="6"/>
                      <a:pt x="3" y="2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1" name="Freeform 1627">
                <a:extLst>
                  <a:ext uri="{FF2B5EF4-FFF2-40B4-BE49-F238E27FC236}">
                    <a16:creationId xmlns:a16="http://schemas.microsoft.com/office/drawing/2014/main" id="{422C9A96-C162-4B24-9B60-AF222F289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664"/>
                <a:ext cx="15" cy="17"/>
              </a:xfrm>
              <a:custGeom>
                <a:avLst/>
                <a:gdLst>
                  <a:gd name="T0" fmla="*/ 20 w 6"/>
                  <a:gd name="T1" fmla="*/ 100 h 7"/>
                  <a:gd name="T2" fmla="*/ 0 w 6"/>
                  <a:gd name="T3" fmla="*/ 70 h 7"/>
                  <a:gd name="T4" fmla="*/ 95 w 6"/>
                  <a:gd name="T5" fmla="*/ 0 h 7"/>
                  <a:gd name="T6" fmla="*/ 33 w 6"/>
                  <a:gd name="T7" fmla="*/ 7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1" y="7"/>
                    </a:moveTo>
                    <a:cubicBezTo>
                      <a:pt x="1" y="7"/>
                      <a:pt x="0" y="6"/>
                      <a:pt x="0" y="5"/>
                    </a:cubicBezTo>
                    <a:cubicBezTo>
                      <a:pt x="2" y="5"/>
                      <a:pt x="4" y="0"/>
                      <a:pt x="6" y="0"/>
                    </a:cubicBezTo>
                    <a:cubicBezTo>
                      <a:pt x="5" y="2"/>
                      <a:pt x="2" y="4"/>
                      <a:pt x="2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2" name="Freeform 1628">
                <a:extLst>
                  <a:ext uri="{FF2B5EF4-FFF2-40B4-BE49-F238E27FC236}">
                    <a16:creationId xmlns:a16="http://schemas.microsoft.com/office/drawing/2014/main" id="{675C206D-ED88-4031-B19C-96FB7047C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654"/>
                <a:ext cx="13" cy="20"/>
              </a:xfrm>
              <a:custGeom>
                <a:avLst/>
                <a:gdLst>
                  <a:gd name="T0" fmla="*/ 21 w 5"/>
                  <a:gd name="T1" fmla="*/ 63 h 8"/>
                  <a:gd name="T2" fmla="*/ 68 w 5"/>
                  <a:gd name="T3" fmla="*/ 0 h 8"/>
                  <a:gd name="T4" fmla="*/ 21 w 5"/>
                  <a:gd name="T5" fmla="*/ 6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4"/>
                    </a:moveTo>
                    <a:cubicBezTo>
                      <a:pt x="0" y="3"/>
                      <a:pt x="3" y="0"/>
                      <a:pt x="4" y="0"/>
                    </a:cubicBezTo>
                    <a:cubicBezTo>
                      <a:pt x="5" y="2"/>
                      <a:pt x="2" y="8"/>
                      <a:pt x="1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3" name="Freeform 1629">
                <a:extLst>
                  <a:ext uri="{FF2B5EF4-FFF2-40B4-BE49-F238E27FC236}">
                    <a16:creationId xmlns:a16="http://schemas.microsoft.com/office/drawing/2014/main" id="{D7388CA1-9527-46DB-9F63-1D09E5BCF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666"/>
                <a:ext cx="7" cy="13"/>
              </a:xfrm>
              <a:custGeom>
                <a:avLst/>
                <a:gdLst>
                  <a:gd name="T0" fmla="*/ 0 w 3"/>
                  <a:gd name="T1" fmla="*/ 88 h 5"/>
                  <a:gd name="T2" fmla="*/ 37 w 3"/>
                  <a:gd name="T3" fmla="*/ 55 h 5"/>
                  <a:gd name="T4" fmla="*/ 37 w 3"/>
                  <a:gd name="T5" fmla="*/ 0 h 5"/>
                  <a:gd name="T6" fmla="*/ 0 w 3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4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4" name="Freeform 1630">
                <a:extLst>
                  <a:ext uri="{FF2B5EF4-FFF2-40B4-BE49-F238E27FC236}">
                    <a16:creationId xmlns:a16="http://schemas.microsoft.com/office/drawing/2014/main" id="{BD694BB8-9053-4DAD-B9FE-365D159B6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721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0 h 4"/>
                  <a:gd name="T4" fmla="*/ 0 w 3"/>
                  <a:gd name="T5" fmla="*/ 50 h 4"/>
                  <a:gd name="T6" fmla="*/ 12 w 3"/>
                  <a:gd name="T7" fmla="*/ 63 h 4"/>
                  <a:gd name="T8" fmla="*/ 28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1" y="3"/>
                      <a:pt x="2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5" name="Freeform 1631">
                <a:extLst>
                  <a:ext uri="{FF2B5EF4-FFF2-40B4-BE49-F238E27FC236}">
                    <a16:creationId xmlns:a16="http://schemas.microsoft.com/office/drawing/2014/main" id="{1636422D-8BB2-4B71-B881-2F568E82C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661"/>
                <a:ext cx="7" cy="10"/>
              </a:xfrm>
              <a:custGeom>
                <a:avLst/>
                <a:gdLst>
                  <a:gd name="T0" fmla="*/ 0 w 3"/>
                  <a:gd name="T1" fmla="*/ 63 h 4"/>
                  <a:gd name="T2" fmla="*/ 37 w 3"/>
                  <a:gd name="T3" fmla="*/ 33 h 4"/>
                  <a:gd name="T4" fmla="*/ 0 w 3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3" y="3"/>
                      <a:pt x="3" y="2"/>
                    </a:cubicBezTo>
                    <a:cubicBezTo>
                      <a:pt x="2" y="0"/>
                      <a:pt x="0" y="3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6" name="Freeform 1632">
                <a:extLst>
                  <a:ext uri="{FF2B5EF4-FFF2-40B4-BE49-F238E27FC236}">
                    <a16:creationId xmlns:a16="http://schemas.microsoft.com/office/drawing/2014/main" id="{4570955E-2ADC-46E4-83C1-D616D7054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676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21 h 3"/>
                  <a:gd name="T4" fmla="*/ 0 w 3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7" name="Freeform 1633">
                <a:extLst>
                  <a:ext uri="{FF2B5EF4-FFF2-40B4-BE49-F238E27FC236}">
                    <a16:creationId xmlns:a16="http://schemas.microsoft.com/office/drawing/2014/main" id="{9D90AE02-BF50-4D12-B9D9-C9894EA37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776"/>
                <a:ext cx="15" cy="13"/>
              </a:xfrm>
              <a:custGeom>
                <a:avLst/>
                <a:gdLst>
                  <a:gd name="T0" fmla="*/ 50 w 6"/>
                  <a:gd name="T1" fmla="*/ 88 h 5"/>
                  <a:gd name="T2" fmla="*/ 95 w 6"/>
                  <a:gd name="T3" fmla="*/ 0 h 5"/>
                  <a:gd name="T4" fmla="*/ 83 w 6"/>
                  <a:gd name="T5" fmla="*/ 88 h 5"/>
                  <a:gd name="T6" fmla="*/ 50 w 6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0" y="4"/>
                      <a:pt x="5" y="1"/>
                      <a:pt x="6" y="0"/>
                    </a:cubicBezTo>
                    <a:cubicBezTo>
                      <a:pt x="6" y="1"/>
                      <a:pt x="5" y="3"/>
                      <a:pt x="5" y="5"/>
                    </a:cubicBezTo>
                    <a:cubicBezTo>
                      <a:pt x="5" y="5"/>
                      <a:pt x="4" y="5"/>
                      <a:pt x="3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8" name="Freeform 1634">
                <a:extLst>
                  <a:ext uri="{FF2B5EF4-FFF2-40B4-BE49-F238E27FC236}">
                    <a16:creationId xmlns:a16="http://schemas.microsoft.com/office/drawing/2014/main" id="{0AECB4CA-9049-42E9-8CDA-C41955E99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766"/>
                <a:ext cx="10" cy="18"/>
              </a:xfrm>
              <a:custGeom>
                <a:avLst/>
                <a:gdLst>
                  <a:gd name="T0" fmla="*/ 20 w 4"/>
                  <a:gd name="T1" fmla="*/ 118 h 7"/>
                  <a:gd name="T2" fmla="*/ 63 w 4"/>
                  <a:gd name="T3" fmla="*/ 33 h 7"/>
                  <a:gd name="T4" fmla="*/ 20 w 4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1" y="5"/>
                      <a:pt x="3" y="3"/>
                      <a:pt x="4" y="2"/>
                    </a:cubicBezTo>
                    <a:cubicBezTo>
                      <a:pt x="2" y="0"/>
                      <a:pt x="0" y="5"/>
                      <a:pt x="1" y="7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9" name="Freeform 1635">
                <a:extLst>
                  <a:ext uri="{FF2B5EF4-FFF2-40B4-BE49-F238E27FC236}">
                    <a16:creationId xmlns:a16="http://schemas.microsoft.com/office/drawing/2014/main" id="{DB055CD7-D027-4B19-B1AC-CB9392D6B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756"/>
                <a:ext cx="15" cy="15"/>
              </a:xfrm>
              <a:custGeom>
                <a:avLst/>
                <a:gdLst>
                  <a:gd name="T0" fmla="*/ 33 w 6"/>
                  <a:gd name="T1" fmla="*/ 95 h 6"/>
                  <a:gd name="T2" fmla="*/ 95 w 6"/>
                  <a:gd name="T3" fmla="*/ 0 h 6"/>
                  <a:gd name="T4" fmla="*/ 50 w 6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0" y="4"/>
                      <a:pt x="5" y="1"/>
                      <a:pt x="6" y="0"/>
                    </a:cubicBezTo>
                    <a:cubicBezTo>
                      <a:pt x="6" y="2"/>
                      <a:pt x="5" y="6"/>
                      <a:pt x="3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0" name="Freeform 1636">
                <a:extLst>
                  <a:ext uri="{FF2B5EF4-FFF2-40B4-BE49-F238E27FC236}">
                    <a16:creationId xmlns:a16="http://schemas.microsoft.com/office/drawing/2014/main" id="{3B512BA5-726C-4C0B-AADF-7EA6ED223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751"/>
                <a:ext cx="8" cy="15"/>
              </a:xfrm>
              <a:custGeom>
                <a:avLst/>
                <a:gdLst>
                  <a:gd name="T0" fmla="*/ 0 w 3"/>
                  <a:gd name="T1" fmla="*/ 95 h 6"/>
                  <a:gd name="T2" fmla="*/ 56 w 3"/>
                  <a:gd name="T3" fmla="*/ 0 h 6"/>
                  <a:gd name="T4" fmla="*/ 0 w 3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6"/>
                      <a:pt x="3" y="2"/>
                      <a:pt x="3" y="0"/>
                    </a:cubicBez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1" name="Freeform 1637">
                <a:extLst>
                  <a:ext uri="{FF2B5EF4-FFF2-40B4-BE49-F238E27FC236}">
                    <a16:creationId xmlns:a16="http://schemas.microsoft.com/office/drawing/2014/main" id="{8F6C577C-D405-4735-90A2-B51D19BA7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744"/>
                <a:ext cx="18" cy="12"/>
              </a:xfrm>
              <a:custGeom>
                <a:avLst/>
                <a:gdLst>
                  <a:gd name="T0" fmla="*/ 67 w 7"/>
                  <a:gd name="T1" fmla="*/ 58 h 5"/>
                  <a:gd name="T2" fmla="*/ 100 w 7"/>
                  <a:gd name="T3" fmla="*/ 0 h 5"/>
                  <a:gd name="T4" fmla="*/ 67 w 7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4"/>
                    </a:moveTo>
                    <a:cubicBezTo>
                      <a:pt x="0" y="4"/>
                      <a:pt x="6" y="1"/>
                      <a:pt x="6" y="0"/>
                    </a:cubicBezTo>
                    <a:cubicBezTo>
                      <a:pt x="7" y="1"/>
                      <a:pt x="6" y="5"/>
                      <a:pt x="4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2" name="Freeform 1638">
                <a:extLst>
                  <a:ext uri="{FF2B5EF4-FFF2-40B4-BE49-F238E27FC236}">
                    <a16:creationId xmlns:a16="http://schemas.microsoft.com/office/drawing/2014/main" id="{3A2FBA07-624D-4DCC-A7F1-1607D6400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734"/>
                <a:ext cx="10" cy="12"/>
              </a:xfrm>
              <a:custGeom>
                <a:avLst/>
                <a:gdLst>
                  <a:gd name="T0" fmla="*/ 0 w 4"/>
                  <a:gd name="T1" fmla="*/ 58 h 5"/>
                  <a:gd name="T2" fmla="*/ 63 w 4"/>
                  <a:gd name="T3" fmla="*/ 41 h 5"/>
                  <a:gd name="T4" fmla="*/ 33 w 4"/>
                  <a:gd name="T5" fmla="*/ 29 h 5"/>
                  <a:gd name="T6" fmla="*/ 33 w 4"/>
                  <a:gd name="T7" fmla="*/ 0 h 5"/>
                  <a:gd name="T8" fmla="*/ 0 w 4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5"/>
                      <a:pt x="3" y="4"/>
                      <a:pt x="4" y="3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3" name="Freeform 1639">
                <a:extLst>
                  <a:ext uri="{FF2B5EF4-FFF2-40B4-BE49-F238E27FC236}">
                    <a16:creationId xmlns:a16="http://schemas.microsoft.com/office/drawing/2014/main" id="{84F7A56B-0F2D-4742-9156-04ABC0B55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669"/>
                <a:ext cx="8" cy="10"/>
              </a:xfrm>
              <a:custGeom>
                <a:avLst/>
                <a:gdLst>
                  <a:gd name="T0" fmla="*/ 0 w 3"/>
                  <a:gd name="T1" fmla="*/ 50 h 4"/>
                  <a:gd name="T2" fmla="*/ 0 w 3"/>
                  <a:gd name="T3" fmla="*/ 50 h 4"/>
                  <a:gd name="T4" fmla="*/ 56 w 3"/>
                  <a:gd name="T5" fmla="*/ 20 h 4"/>
                  <a:gd name="T6" fmla="*/ 21 w 3"/>
                  <a:gd name="T7" fmla="*/ 0 h 4"/>
                  <a:gd name="T8" fmla="*/ 0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2" y="0"/>
                      <a:pt x="2" y="4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4" name="Freeform 1640">
                <a:extLst>
                  <a:ext uri="{FF2B5EF4-FFF2-40B4-BE49-F238E27FC236}">
                    <a16:creationId xmlns:a16="http://schemas.microsoft.com/office/drawing/2014/main" id="{EF5E9F06-98CC-4284-86FF-D4EF7BB9D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674"/>
                <a:ext cx="15" cy="12"/>
              </a:xfrm>
              <a:custGeom>
                <a:avLst/>
                <a:gdLst>
                  <a:gd name="T0" fmla="*/ 0 w 6"/>
                  <a:gd name="T1" fmla="*/ 70 h 5"/>
                  <a:gd name="T2" fmla="*/ 50 w 6"/>
                  <a:gd name="T3" fmla="*/ 41 h 5"/>
                  <a:gd name="T4" fmla="*/ 95 w 6"/>
                  <a:gd name="T5" fmla="*/ 29 h 5"/>
                  <a:gd name="T6" fmla="*/ 63 w 6"/>
                  <a:gd name="T7" fmla="*/ 0 h 5"/>
                  <a:gd name="T8" fmla="*/ 0 w 6"/>
                  <a:gd name="T9" fmla="*/ 29 h 5"/>
                  <a:gd name="T10" fmla="*/ 20 w 6"/>
                  <a:gd name="T11" fmla="*/ 7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5" y="2"/>
                      <a:pt x="3" y="2"/>
                      <a:pt x="4" y="0"/>
                    </a:cubicBezTo>
                    <a:cubicBezTo>
                      <a:pt x="4" y="1"/>
                      <a:pt x="1" y="5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5" name="Freeform 1641">
                <a:extLst>
                  <a:ext uri="{FF2B5EF4-FFF2-40B4-BE49-F238E27FC236}">
                    <a16:creationId xmlns:a16="http://schemas.microsoft.com/office/drawing/2014/main" id="{2B5E15FD-77EF-424E-8CCB-3B82B95E3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689"/>
                <a:ext cx="15" cy="10"/>
              </a:xfrm>
              <a:custGeom>
                <a:avLst/>
                <a:gdLst>
                  <a:gd name="T0" fmla="*/ 20 w 6"/>
                  <a:gd name="T1" fmla="*/ 63 h 4"/>
                  <a:gd name="T2" fmla="*/ 95 w 6"/>
                  <a:gd name="T3" fmla="*/ 33 h 4"/>
                  <a:gd name="T4" fmla="*/ 63 w 6"/>
                  <a:gd name="T5" fmla="*/ 20 h 4"/>
                  <a:gd name="T6" fmla="*/ 33 w 6"/>
                  <a:gd name="T7" fmla="*/ 33 h 4"/>
                  <a:gd name="T8" fmla="*/ 20 w 6"/>
                  <a:gd name="T9" fmla="*/ 0 h 4"/>
                  <a:gd name="T10" fmla="*/ 0 w 6"/>
                  <a:gd name="T11" fmla="*/ 6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1" y="4"/>
                    </a:moveTo>
                    <a:cubicBezTo>
                      <a:pt x="3" y="2"/>
                      <a:pt x="4" y="2"/>
                      <a:pt x="6" y="2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5" y="1"/>
                      <a:pt x="3" y="2"/>
                      <a:pt x="2" y="2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1" y="1"/>
                      <a:pt x="2" y="4"/>
                      <a:pt x="0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6" name="Freeform 1642">
                <a:extLst>
                  <a:ext uri="{FF2B5EF4-FFF2-40B4-BE49-F238E27FC236}">
                    <a16:creationId xmlns:a16="http://schemas.microsoft.com/office/drawing/2014/main" id="{12795BA7-0B57-4BB2-8CBA-647D5EF6E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699"/>
                <a:ext cx="12" cy="7"/>
              </a:xfrm>
              <a:custGeom>
                <a:avLst/>
                <a:gdLst>
                  <a:gd name="T0" fmla="*/ 0 w 5"/>
                  <a:gd name="T1" fmla="*/ 37 h 3"/>
                  <a:gd name="T2" fmla="*/ 70 w 5"/>
                  <a:gd name="T3" fmla="*/ 28 h 3"/>
                  <a:gd name="T4" fmla="*/ 58 w 5"/>
                  <a:gd name="T5" fmla="*/ 0 h 3"/>
                  <a:gd name="T6" fmla="*/ 0 w 5"/>
                  <a:gd name="T7" fmla="*/ 3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2"/>
                      <a:pt x="5" y="2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3" y="1"/>
                      <a:pt x="1" y="3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7" name="Freeform 1643">
                <a:extLst>
                  <a:ext uri="{FF2B5EF4-FFF2-40B4-BE49-F238E27FC236}">
                    <a16:creationId xmlns:a16="http://schemas.microsoft.com/office/drawing/2014/main" id="{EFF13FFC-8D05-4412-BE24-E67ED0141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706"/>
                <a:ext cx="15" cy="15"/>
              </a:xfrm>
              <a:custGeom>
                <a:avLst/>
                <a:gdLst>
                  <a:gd name="T0" fmla="*/ 0 w 6"/>
                  <a:gd name="T1" fmla="*/ 95 h 6"/>
                  <a:gd name="T2" fmla="*/ 83 w 6"/>
                  <a:gd name="T3" fmla="*/ 83 h 6"/>
                  <a:gd name="T4" fmla="*/ 95 w 6"/>
                  <a:gd name="T5" fmla="*/ 0 h 6"/>
                  <a:gd name="T6" fmla="*/ 50 w 6"/>
                  <a:gd name="T7" fmla="*/ 0 h 6"/>
                  <a:gd name="T8" fmla="*/ 33 w 6"/>
                  <a:gd name="T9" fmla="*/ 8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6"/>
                      <a:pt x="3" y="3"/>
                      <a:pt x="5" y="5"/>
                    </a:cubicBezTo>
                    <a:cubicBezTo>
                      <a:pt x="4" y="4"/>
                      <a:pt x="6" y="2"/>
                      <a:pt x="6" y="0"/>
                    </a:cubicBezTo>
                    <a:cubicBezTo>
                      <a:pt x="5" y="2"/>
                      <a:pt x="3" y="1"/>
                      <a:pt x="3" y="0"/>
                    </a:cubicBezTo>
                    <a:cubicBezTo>
                      <a:pt x="5" y="2"/>
                      <a:pt x="3" y="4"/>
                      <a:pt x="2" y="5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8" name="Freeform 1644">
                <a:extLst>
                  <a:ext uri="{FF2B5EF4-FFF2-40B4-BE49-F238E27FC236}">
                    <a16:creationId xmlns:a16="http://schemas.microsoft.com/office/drawing/2014/main" id="{246EAC41-E81B-476B-B933-75B266058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744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0 h 4"/>
                  <a:gd name="T4" fmla="*/ 63 w 4"/>
                  <a:gd name="T5" fmla="*/ 0 h 4"/>
                  <a:gd name="T6" fmla="*/ 33 w 4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1" y="2"/>
                      <a:pt x="3" y="0"/>
                      <a:pt x="4" y="0"/>
                    </a:cubicBezTo>
                    <a:cubicBezTo>
                      <a:pt x="4" y="1"/>
                      <a:pt x="2" y="2"/>
                      <a:pt x="2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9" name="Freeform 1645">
                <a:extLst>
                  <a:ext uri="{FF2B5EF4-FFF2-40B4-BE49-F238E27FC236}">
                    <a16:creationId xmlns:a16="http://schemas.microsoft.com/office/drawing/2014/main" id="{6C23A5C5-05A8-4296-8A5A-C8D32D9E7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729"/>
                <a:ext cx="5" cy="10"/>
              </a:xfrm>
              <a:custGeom>
                <a:avLst/>
                <a:gdLst>
                  <a:gd name="T0" fmla="*/ 33 w 2"/>
                  <a:gd name="T1" fmla="*/ 63 h 4"/>
                  <a:gd name="T2" fmla="*/ 0 w 2"/>
                  <a:gd name="T3" fmla="*/ 20 h 4"/>
                  <a:gd name="T4" fmla="*/ 33 w 2"/>
                  <a:gd name="T5" fmla="*/ 0 h 4"/>
                  <a:gd name="T6" fmla="*/ 33 w 2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1"/>
                      <a:pt x="1" y="2"/>
                      <a:pt x="2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0" name="Freeform 1646">
                <a:extLst>
                  <a:ext uri="{FF2B5EF4-FFF2-40B4-BE49-F238E27FC236}">
                    <a16:creationId xmlns:a16="http://schemas.microsoft.com/office/drawing/2014/main" id="{0463BDCF-A41D-4D68-A8AE-E1F9F458E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774"/>
                <a:ext cx="10" cy="15"/>
              </a:xfrm>
              <a:custGeom>
                <a:avLst/>
                <a:gdLst>
                  <a:gd name="T0" fmla="*/ 20 w 4"/>
                  <a:gd name="T1" fmla="*/ 0 h 6"/>
                  <a:gd name="T2" fmla="*/ 63 w 4"/>
                  <a:gd name="T3" fmla="*/ 0 h 6"/>
                  <a:gd name="T4" fmla="*/ 50 w 4"/>
                  <a:gd name="T5" fmla="*/ 95 h 6"/>
                  <a:gd name="T6" fmla="*/ 50 w 4"/>
                  <a:gd name="T7" fmla="*/ 0 h 6"/>
                  <a:gd name="T8" fmla="*/ 0 w 4"/>
                  <a:gd name="T9" fmla="*/ 3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2" y="1"/>
                      <a:pt x="3" y="4"/>
                      <a:pt x="3" y="6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1" name="Freeform 1647">
                <a:extLst>
                  <a:ext uri="{FF2B5EF4-FFF2-40B4-BE49-F238E27FC236}">
                    <a16:creationId xmlns:a16="http://schemas.microsoft.com/office/drawing/2014/main" id="{5BBD5E1D-1E8C-44E9-BE9F-F07F2CBE9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756"/>
                <a:ext cx="13" cy="13"/>
              </a:xfrm>
              <a:custGeom>
                <a:avLst/>
                <a:gdLst>
                  <a:gd name="T0" fmla="*/ 0 w 5"/>
                  <a:gd name="T1" fmla="*/ 88 h 5"/>
                  <a:gd name="T2" fmla="*/ 55 w 5"/>
                  <a:gd name="T3" fmla="*/ 88 h 5"/>
                  <a:gd name="T4" fmla="*/ 88 w 5"/>
                  <a:gd name="T5" fmla="*/ 0 h 5"/>
                  <a:gd name="T6" fmla="*/ 34 w 5"/>
                  <a:gd name="T7" fmla="*/ 0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5"/>
                      <a:pt x="2" y="5"/>
                      <a:pt x="3" y="5"/>
                    </a:cubicBezTo>
                    <a:cubicBezTo>
                      <a:pt x="2" y="3"/>
                      <a:pt x="4" y="1"/>
                      <a:pt x="5" y="0"/>
                    </a:cubicBezTo>
                    <a:cubicBezTo>
                      <a:pt x="4" y="0"/>
                      <a:pt x="3" y="1"/>
                      <a:pt x="2" y="0"/>
                    </a:cubicBezTo>
                    <a:cubicBezTo>
                      <a:pt x="3" y="0"/>
                      <a:pt x="3" y="3"/>
                      <a:pt x="2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2" name="Freeform 1648">
                <a:extLst>
                  <a:ext uri="{FF2B5EF4-FFF2-40B4-BE49-F238E27FC236}">
                    <a16:creationId xmlns:a16="http://schemas.microsoft.com/office/drawing/2014/main" id="{14475E37-9AE2-4172-AC56-4983BC3D5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2561"/>
                <a:ext cx="22" cy="13"/>
              </a:xfrm>
              <a:custGeom>
                <a:avLst/>
                <a:gdLst>
                  <a:gd name="T0" fmla="*/ 0 w 9"/>
                  <a:gd name="T1" fmla="*/ 88 h 5"/>
                  <a:gd name="T2" fmla="*/ 59 w 9"/>
                  <a:gd name="T3" fmla="*/ 0 h 5"/>
                  <a:gd name="T4" fmla="*/ 0 w 9"/>
                  <a:gd name="T5" fmla="*/ 68 h 5"/>
                  <a:gd name="T6" fmla="*/ 0 w 9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1" y="4"/>
                      <a:pt x="9" y="2"/>
                      <a:pt x="4" y="0"/>
                    </a:cubicBezTo>
                    <a:cubicBezTo>
                      <a:pt x="3" y="1"/>
                      <a:pt x="0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3" name="Freeform 1649">
                <a:extLst>
                  <a:ext uri="{FF2B5EF4-FFF2-40B4-BE49-F238E27FC236}">
                    <a16:creationId xmlns:a16="http://schemas.microsoft.com/office/drawing/2014/main" id="{81940DDB-E537-423F-8074-CBF50BABB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549"/>
                <a:ext cx="12" cy="12"/>
              </a:xfrm>
              <a:custGeom>
                <a:avLst/>
                <a:gdLst>
                  <a:gd name="T0" fmla="*/ 29 w 5"/>
                  <a:gd name="T1" fmla="*/ 58 h 5"/>
                  <a:gd name="T2" fmla="*/ 41 w 5"/>
                  <a:gd name="T3" fmla="*/ 12 h 5"/>
                  <a:gd name="T4" fmla="*/ 0 w 5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3" y="4"/>
                      <a:pt x="5" y="2"/>
                      <a:pt x="3" y="1"/>
                    </a:cubicBezTo>
                    <a:cubicBezTo>
                      <a:pt x="2" y="0"/>
                      <a:pt x="0" y="3"/>
                      <a:pt x="0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4" name="Freeform 1650">
                <a:extLst>
                  <a:ext uri="{FF2B5EF4-FFF2-40B4-BE49-F238E27FC236}">
                    <a16:creationId xmlns:a16="http://schemas.microsoft.com/office/drawing/2014/main" id="{B49482F5-837C-428A-AF98-A7EE28531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544"/>
                <a:ext cx="10" cy="7"/>
              </a:xfrm>
              <a:custGeom>
                <a:avLst/>
                <a:gdLst>
                  <a:gd name="T0" fmla="*/ 0 w 4"/>
                  <a:gd name="T1" fmla="*/ 37 h 3"/>
                  <a:gd name="T2" fmla="*/ 63 w 4"/>
                  <a:gd name="T3" fmla="*/ 0 h 3"/>
                  <a:gd name="T4" fmla="*/ 50 w 4"/>
                  <a:gd name="T5" fmla="*/ 0 h 3"/>
                  <a:gd name="T6" fmla="*/ 0 w 4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3"/>
                      <a:pt x="4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1" y="3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5" name="Freeform 1651">
                <a:extLst>
                  <a:ext uri="{FF2B5EF4-FFF2-40B4-BE49-F238E27FC236}">
                    <a16:creationId xmlns:a16="http://schemas.microsoft.com/office/drawing/2014/main" id="{E0EBCE5E-FE7A-4A15-91E4-BFC907507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539"/>
                <a:ext cx="15" cy="10"/>
              </a:xfrm>
              <a:custGeom>
                <a:avLst/>
                <a:gdLst>
                  <a:gd name="T0" fmla="*/ 20 w 6"/>
                  <a:gd name="T1" fmla="*/ 63 h 4"/>
                  <a:gd name="T2" fmla="*/ 0 w 6"/>
                  <a:gd name="T3" fmla="*/ 50 h 4"/>
                  <a:gd name="T4" fmla="*/ 95 w 6"/>
                  <a:gd name="T5" fmla="*/ 0 h 4"/>
                  <a:gd name="T6" fmla="*/ 33 w 6"/>
                  <a:gd name="T7" fmla="*/ 6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1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1" y="2"/>
                      <a:pt x="5" y="0"/>
                      <a:pt x="6" y="0"/>
                    </a:cubicBezTo>
                    <a:cubicBezTo>
                      <a:pt x="5" y="2"/>
                      <a:pt x="4" y="4"/>
                      <a:pt x="2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6" name="Freeform 1652">
                <a:extLst>
                  <a:ext uri="{FF2B5EF4-FFF2-40B4-BE49-F238E27FC236}">
                    <a16:creationId xmlns:a16="http://schemas.microsoft.com/office/drawing/2014/main" id="{DD38661D-993E-4A5F-A787-5090C3D44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536"/>
                <a:ext cx="13" cy="8"/>
              </a:xfrm>
              <a:custGeom>
                <a:avLst/>
                <a:gdLst>
                  <a:gd name="T0" fmla="*/ 34 w 5"/>
                  <a:gd name="T1" fmla="*/ 35 h 3"/>
                  <a:gd name="T2" fmla="*/ 88 w 5"/>
                  <a:gd name="T3" fmla="*/ 21 h 3"/>
                  <a:gd name="T4" fmla="*/ 0 w 5"/>
                  <a:gd name="T5" fmla="*/ 56 h 3"/>
                  <a:gd name="T6" fmla="*/ 21 w 5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cubicBezTo>
                      <a:pt x="2" y="3"/>
                      <a:pt x="5" y="2"/>
                      <a:pt x="5" y="1"/>
                    </a:cubicBezTo>
                    <a:cubicBezTo>
                      <a:pt x="2" y="0"/>
                      <a:pt x="2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7" name="Freeform 1653">
                <a:extLst>
                  <a:ext uri="{FF2B5EF4-FFF2-40B4-BE49-F238E27FC236}">
                    <a16:creationId xmlns:a16="http://schemas.microsoft.com/office/drawing/2014/main" id="{90FF07A7-E4F1-4735-8248-7DDB1449B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524"/>
                <a:ext cx="18" cy="12"/>
              </a:xfrm>
              <a:custGeom>
                <a:avLst/>
                <a:gdLst>
                  <a:gd name="T0" fmla="*/ 33 w 7"/>
                  <a:gd name="T1" fmla="*/ 70 h 5"/>
                  <a:gd name="T2" fmla="*/ 67 w 7"/>
                  <a:gd name="T3" fmla="*/ 12 h 5"/>
                  <a:gd name="T4" fmla="*/ 85 w 7"/>
                  <a:gd name="T5" fmla="*/ 58 h 5"/>
                  <a:gd name="T6" fmla="*/ 54 w 7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2" y="5"/>
                    </a:moveTo>
                    <a:cubicBezTo>
                      <a:pt x="0" y="4"/>
                      <a:pt x="2" y="2"/>
                      <a:pt x="4" y="1"/>
                    </a:cubicBezTo>
                    <a:cubicBezTo>
                      <a:pt x="7" y="0"/>
                      <a:pt x="5" y="2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8" name="Freeform 1654">
                <a:extLst>
                  <a:ext uri="{FF2B5EF4-FFF2-40B4-BE49-F238E27FC236}">
                    <a16:creationId xmlns:a16="http://schemas.microsoft.com/office/drawing/2014/main" id="{777FC7AF-8CA3-447A-B4F1-F01EF0ED3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531"/>
                <a:ext cx="10" cy="13"/>
              </a:xfrm>
              <a:custGeom>
                <a:avLst/>
                <a:gdLst>
                  <a:gd name="T0" fmla="*/ 0 w 4"/>
                  <a:gd name="T1" fmla="*/ 34 h 5"/>
                  <a:gd name="T2" fmla="*/ 63 w 4"/>
                  <a:gd name="T3" fmla="*/ 0 h 5"/>
                  <a:gd name="T4" fmla="*/ 0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1" y="5"/>
                      <a:pt x="3" y="1"/>
                      <a:pt x="4" y="0"/>
                    </a:cubicBezTo>
                    <a:cubicBezTo>
                      <a:pt x="2" y="0"/>
                      <a:pt x="0" y="0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9" name="Freeform 1655">
                <a:extLst>
                  <a:ext uri="{FF2B5EF4-FFF2-40B4-BE49-F238E27FC236}">
                    <a16:creationId xmlns:a16="http://schemas.microsoft.com/office/drawing/2014/main" id="{BEB8016E-1148-4FF5-A7F6-080EEEEC4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516"/>
                <a:ext cx="18" cy="13"/>
              </a:xfrm>
              <a:custGeom>
                <a:avLst/>
                <a:gdLst>
                  <a:gd name="T0" fmla="*/ 21 w 7"/>
                  <a:gd name="T1" fmla="*/ 88 h 5"/>
                  <a:gd name="T2" fmla="*/ 0 w 7"/>
                  <a:gd name="T3" fmla="*/ 68 h 5"/>
                  <a:gd name="T4" fmla="*/ 118 w 7"/>
                  <a:gd name="T5" fmla="*/ 0 h 5"/>
                  <a:gd name="T6" fmla="*/ 33 w 7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1" y="5"/>
                      <a:pt x="1" y="4"/>
                      <a:pt x="0" y="4"/>
                    </a:cubicBezTo>
                    <a:cubicBezTo>
                      <a:pt x="3" y="3"/>
                      <a:pt x="5" y="0"/>
                      <a:pt x="7" y="0"/>
                    </a:cubicBezTo>
                    <a:cubicBezTo>
                      <a:pt x="6" y="2"/>
                      <a:pt x="3" y="3"/>
                      <a:pt x="2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0" name="Freeform 1656">
                <a:extLst>
                  <a:ext uri="{FF2B5EF4-FFF2-40B4-BE49-F238E27FC236}">
                    <a16:creationId xmlns:a16="http://schemas.microsoft.com/office/drawing/2014/main" id="{8DB093E3-D377-4A74-8125-74390ADA9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509"/>
                <a:ext cx="8" cy="15"/>
              </a:xfrm>
              <a:custGeom>
                <a:avLst/>
                <a:gdLst>
                  <a:gd name="T0" fmla="*/ 0 w 3"/>
                  <a:gd name="T1" fmla="*/ 50 h 6"/>
                  <a:gd name="T2" fmla="*/ 56 w 3"/>
                  <a:gd name="T3" fmla="*/ 0 h 6"/>
                  <a:gd name="T4" fmla="*/ 0 w 3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3" y="2"/>
                      <a:pt x="1" y="6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1" name="Freeform 1657">
                <a:extLst>
                  <a:ext uri="{FF2B5EF4-FFF2-40B4-BE49-F238E27FC236}">
                    <a16:creationId xmlns:a16="http://schemas.microsoft.com/office/drawing/2014/main" id="{D0448F2E-BE32-40C8-9FB2-B0DB41A02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519"/>
                <a:ext cx="8" cy="10"/>
              </a:xfrm>
              <a:custGeom>
                <a:avLst/>
                <a:gdLst>
                  <a:gd name="T0" fmla="*/ 0 w 3"/>
                  <a:gd name="T1" fmla="*/ 63 h 4"/>
                  <a:gd name="T2" fmla="*/ 56 w 3"/>
                  <a:gd name="T3" fmla="*/ 50 h 4"/>
                  <a:gd name="T4" fmla="*/ 56 w 3"/>
                  <a:gd name="T5" fmla="*/ 0 h 4"/>
                  <a:gd name="T6" fmla="*/ 0 w 3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2" name="Freeform 1658">
                <a:extLst>
                  <a:ext uri="{FF2B5EF4-FFF2-40B4-BE49-F238E27FC236}">
                    <a16:creationId xmlns:a16="http://schemas.microsoft.com/office/drawing/2014/main" id="{5DC6BFBE-7CC0-4F40-A23D-6188A4196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561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0 h 3"/>
                  <a:gd name="T4" fmla="*/ 0 w 3"/>
                  <a:gd name="T5" fmla="*/ 56 h 3"/>
                  <a:gd name="T6" fmla="*/ 21 w 3"/>
                  <a:gd name="T7" fmla="*/ 56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3" name="Freeform 1659">
                <a:extLst>
                  <a:ext uri="{FF2B5EF4-FFF2-40B4-BE49-F238E27FC236}">
                    <a16:creationId xmlns:a16="http://schemas.microsoft.com/office/drawing/2014/main" id="{2DE6247E-96A1-4EEC-95F9-F4BE3DBA8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514"/>
                <a:ext cx="7" cy="10"/>
              </a:xfrm>
              <a:custGeom>
                <a:avLst/>
                <a:gdLst>
                  <a:gd name="T0" fmla="*/ 0 w 3"/>
                  <a:gd name="T1" fmla="*/ 50 h 4"/>
                  <a:gd name="T2" fmla="*/ 37 w 3"/>
                  <a:gd name="T3" fmla="*/ 33 h 4"/>
                  <a:gd name="T4" fmla="*/ 0 w 3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4"/>
                      <a:pt x="3" y="3"/>
                      <a:pt x="3" y="2"/>
                    </a:cubicBezTo>
                    <a:cubicBezTo>
                      <a:pt x="3" y="0"/>
                      <a:pt x="0" y="2"/>
                      <a:pt x="0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4" name="Freeform 1660">
                <a:extLst>
                  <a:ext uri="{FF2B5EF4-FFF2-40B4-BE49-F238E27FC236}">
                    <a16:creationId xmlns:a16="http://schemas.microsoft.com/office/drawing/2014/main" id="{7E987E52-0B0C-4306-B844-D8876B2FF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52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20 h 2"/>
                  <a:gd name="T4" fmla="*/ 0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2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5" name="Freeform 1661">
                <a:extLst>
                  <a:ext uri="{FF2B5EF4-FFF2-40B4-BE49-F238E27FC236}">
                    <a16:creationId xmlns:a16="http://schemas.microsoft.com/office/drawing/2014/main" id="{86E1FB6D-CC95-41B2-9CEC-951C29B42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609"/>
                <a:ext cx="10" cy="12"/>
              </a:xfrm>
              <a:custGeom>
                <a:avLst/>
                <a:gdLst>
                  <a:gd name="T0" fmla="*/ 20 w 4"/>
                  <a:gd name="T1" fmla="*/ 70 h 5"/>
                  <a:gd name="T2" fmla="*/ 63 w 4"/>
                  <a:gd name="T3" fmla="*/ 12 h 5"/>
                  <a:gd name="T4" fmla="*/ 0 w 4"/>
                  <a:gd name="T5" fmla="*/ 29 h 5"/>
                  <a:gd name="T6" fmla="*/ 20 w 4"/>
                  <a:gd name="T7" fmla="*/ 4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3" y="3"/>
                      <a:pt x="4" y="3"/>
                      <a:pt x="4" y="1"/>
                    </a:cubicBezTo>
                    <a:cubicBezTo>
                      <a:pt x="3" y="2"/>
                      <a:pt x="1" y="0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6" name="Freeform 1662">
                <a:extLst>
                  <a:ext uri="{FF2B5EF4-FFF2-40B4-BE49-F238E27FC236}">
                    <a16:creationId xmlns:a16="http://schemas.microsoft.com/office/drawing/2014/main" id="{0E9C5BA7-4D32-4DF3-9216-267C0072D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599"/>
                <a:ext cx="13" cy="10"/>
              </a:xfrm>
              <a:custGeom>
                <a:avLst/>
                <a:gdLst>
                  <a:gd name="T0" fmla="*/ 21 w 5"/>
                  <a:gd name="T1" fmla="*/ 50 h 4"/>
                  <a:gd name="T2" fmla="*/ 88 w 5"/>
                  <a:gd name="T3" fmla="*/ 0 h 4"/>
                  <a:gd name="T4" fmla="*/ 55 w 5"/>
                  <a:gd name="T5" fmla="*/ 63 h 4"/>
                  <a:gd name="T6" fmla="*/ 34 w 5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1"/>
                      <a:pt x="4" y="1"/>
                      <a:pt x="5" y="0"/>
                    </a:cubicBezTo>
                    <a:cubicBezTo>
                      <a:pt x="5" y="1"/>
                      <a:pt x="4" y="3"/>
                      <a:pt x="3" y="4"/>
                    </a:cubicBezTo>
                    <a:cubicBezTo>
                      <a:pt x="3" y="4"/>
                      <a:pt x="2" y="4"/>
                      <a:pt x="2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7" name="Freeform 1663">
                <a:extLst>
                  <a:ext uri="{FF2B5EF4-FFF2-40B4-BE49-F238E27FC236}">
                    <a16:creationId xmlns:a16="http://schemas.microsoft.com/office/drawing/2014/main" id="{C52878D5-0E0D-4C3D-B2FF-ACC2868BD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594"/>
                <a:ext cx="10" cy="12"/>
              </a:xfrm>
              <a:custGeom>
                <a:avLst/>
                <a:gdLst>
                  <a:gd name="T0" fmla="*/ 0 w 4"/>
                  <a:gd name="T1" fmla="*/ 70 h 5"/>
                  <a:gd name="T2" fmla="*/ 63 w 4"/>
                  <a:gd name="T3" fmla="*/ 29 h 5"/>
                  <a:gd name="T4" fmla="*/ 0 w 4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3" y="3"/>
                      <a:pt x="4" y="2"/>
                    </a:cubicBezTo>
                    <a:cubicBezTo>
                      <a:pt x="3" y="0"/>
                      <a:pt x="0" y="3"/>
                      <a:pt x="0" y="5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8" name="Freeform 1664">
                <a:extLst>
                  <a:ext uri="{FF2B5EF4-FFF2-40B4-BE49-F238E27FC236}">
                    <a16:creationId xmlns:a16="http://schemas.microsoft.com/office/drawing/2014/main" id="{A774A066-AF72-4F6F-B1D3-5454E8964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589"/>
                <a:ext cx="15" cy="10"/>
              </a:xfrm>
              <a:custGeom>
                <a:avLst/>
                <a:gdLst>
                  <a:gd name="T0" fmla="*/ 20 w 6"/>
                  <a:gd name="T1" fmla="*/ 50 h 4"/>
                  <a:gd name="T2" fmla="*/ 95 w 6"/>
                  <a:gd name="T3" fmla="*/ 0 h 4"/>
                  <a:gd name="T4" fmla="*/ 33 w 6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0" y="1"/>
                      <a:pt x="4" y="0"/>
                      <a:pt x="6" y="0"/>
                    </a:cubicBezTo>
                    <a:cubicBezTo>
                      <a:pt x="6" y="1"/>
                      <a:pt x="4" y="4"/>
                      <a:pt x="2" y="3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9" name="Freeform 1665">
                <a:extLst>
                  <a:ext uri="{FF2B5EF4-FFF2-40B4-BE49-F238E27FC236}">
                    <a16:creationId xmlns:a16="http://schemas.microsoft.com/office/drawing/2014/main" id="{3B80CFD9-C15C-4161-9F3A-A41D615A4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584"/>
                <a:ext cx="10" cy="15"/>
              </a:xfrm>
              <a:custGeom>
                <a:avLst/>
                <a:gdLst>
                  <a:gd name="T0" fmla="*/ 0 w 4"/>
                  <a:gd name="T1" fmla="*/ 63 h 6"/>
                  <a:gd name="T2" fmla="*/ 63 w 4"/>
                  <a:gd name="T3" fmla="*/ 0 h 6"/>
                  <a:gd name="T4" fmla="*/ 0 w 4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3" y="6"/>
                      <a:pt x="3" y="2"/>
                      <a:pt x="4" y="0"/>
                    </a:cubicBezTo>
                    <a:cubicBezTo>
                      <a:pt x="3" y="1"/>
                      <a:pt x="1" y="2"/>
                      <a:pt x="0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0" name="Freeform 1666">
                <a:extLst>
                  <a:ext uri="{FF2B5EF4-FFF2-40B4-BE49-F238E27FC236}">
                    <a16:creationId xmlns:a16="http://schemas.microsoft.com/office/drawing/2014/main" id="{F4D89534-126A-437A-81C2-4018D8952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576"/>
                <a:ext cx="15" cy="10"/>
              </a:xfrm>
              <a:custGeom>
                <a:avLst/>
                <a:gdLst>
                  <a:gd name="T0" fmla="*/ 50 w 6"/>
                  <a:gd name="T1" fmla="*/ 63 h 4"/>
                  <a:gd name="T2" fmla="*/ 95 w 6"/>
                  <a:gd name="T3" fmla="*/ 0 h 4"/>
                  <a:gd name="T4" fmla="*/ 50 w 6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0" y="3"/>
                      <a:pt x="5" y="1"/>
                      <a:pt x="6" y="0"/>
                    </a:cubicBezTo>
                    <a:cubicBezTo>
                      <a:pt x="6" y="2"/>
                      <a:pt x="5" y="4"/>
                      <a:pt x="3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1" name="Freeform 1667">
                <a:extLst>
                  <a:ext uri="{FF2B5EF4-FFF2-40B4-BE49-F238E27FC236}">
                    <a16:creationId xmlns:a16="http://schemas.microsoft.com/office/drawing/2014/main" id="{7A35F84E-D6A5-4B6E-BF1C-81C218FD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571"/>
                <a:ext cx="8" cy="10"/>
              </a:xfrm>
              <a:custGeom>
                <a:avLst/>
                <a:gdLst>
                  <a:gd name="T0" fmla="*/ 0 w 3"/>
                  <a:gd name="T1" fmla="*/ 50 h 4"/>
                  <a:gd name="T2" fmla="*/ 56 w 3"/>
                  <a:gd name="T3" fmla="*/ 33 h 4"/>
                  <a:gd name="T4" fmla="*/ 56 w 3"/>
                  <a:gd name="T5" fmla="*/ 20 h 4"/>
                  <a:gd name="T6" fmla="*/ 56 w 3"/>
                  <a:gd name="T7" fmla="*/ 0 h 4"/>
                  <a:gd name="T8" fmla="*/ 0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2" name="Freeform 1668">
                <a:extLst>
                  <a:ext uri="{FF2B5EF4-FFF2-40B4-BE49-F238E27FC236}">
                    <a16:creationId xmlns:a16="http://schemas.microsoft.com/office/drawing/2014/main" id="{9799BB62-1C10-49A1-B11B-5A3BFCA73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519"/>
                <a:ext cx="5" cy="10"/>
              </a:xfrm>
              <a:custGeom>
                <a:avLst/>
                <a:gdLst>
                  <a:gd name="T0" fmla="*/ 0 w 2"/>
                  <a:gd name="T1" fmla="*/ 50 h 4"/>
                  <a:gd name="T2" fmla="*/ 0 w 2"/>
                  <a:gd name="T3" fmla="*/ 50 h 4"/>
                  <a:gd name="T4" fmla="*/ 33 w 2"/>
                  <a:gd name="T5" fmla="*/ 33 h 4"/>
                  <a:gd name="T6" fmla="*/ 20 w 2"/>
                  <a:gd name="T7" fmla="*/ 0 h 4"/>
                  <a:gd name="T8" fmla="*/ 0 w 2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2" y="0"/>
                      <a:pt x="2" y="4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3" name="Freeform 1669">
                <a:extLst>
                  <a:ext uri="{FF2B5EF4-FFF2-40B4-BE49-F238E27FC236}">
                    <a16:creationId xmlns:a16="http://schemas.microsoft.com/office/drawing/2014/main" id="{A15E7053-9560-4530-9886-FD88AE05F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524"/>
                <a:ext cx="13" cy="7"/>
              </a:xfrm>
              <a:custGeom>
                <a:avLst/>
                <a:gdLst>
                  <a:gd name="T0" fmla="*/ 0 w 5"/>
                  <a:gd name="T1" fmla="*/ 37 h 3"/>
                  <a:gd name="T2" fmla="*/ 34 w 5"/>
                  <a:gd name="T3" fmla="*/ 28 h 3"/>
                  <a:gd name="T4" fmla="*/ 88 w 5"/>
                  <a:gd name="T5" fmla="*/ 12 h 3"/>
                  <a:gd name="T6" fmla="*/ 68 w 5"/>
                  <a:gd name="T7" fmla="*/ 0 h 3"/>
                  <a:gd name="T8" fmla="*/ 0 w 5"/>
                  <a:gd name="T9" fmla="*/ 12 h 3"/>
                  <a:gd name="T10" fmla="*/ 0 w 5"/>
                  <a:gd name="T11" fmla="*/ 3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3" y="2"/>
                      <a:pt x="4" y="2"/>
                      <a:pt x="5" y="1"/>
                    </a:cubicBezTo>
                    <a:cubicBezTo>
                      <a:pt x="4" y="2"/>
                      <a:pt x="2" y="1"/>
                      <a:pt x="4" y="0"/>
                    </a:cubicBezTo>
                    <a:cubicBezTo>
                      <a:pt x="3" y="1"/>
                      <a:pt x="0" y="3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4" name="Freeform 1670">
                <a:extLst>
                  <a:ext uri="{FF2B5EF4-FFF2-40B4-BE49-F238E27FC236}">
                    <a16:creationId xmlns:a16="http://schemas.microsoft.com/office/drawing/2014/main" id="{DFCADB09-675A-483E-B274-7B91BA8C9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539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33 h 2"/>
                  <a:gd name="T4" fmla="*/ 68 w 5"/>
                  <a:gd name="T5" fmla="*/ 0 h 2"/>
                  <a:gd name="T6" fmla="*/ 0 w 5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2"/>
                      <a:pt x="5" y="2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4" y="1"/>
                      <a:pt x="1" y="2"/>
                      <a:pt x="0" y="1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5" name="Freeform 1671">
                <a:extLst>
                  <a:ext uri="{FF2B5EF4-FFF2-40B4-BE49-F238E27FC236}">
                    <a16:creationId xmlns:a16="http://schemas.microsoft.com/office/drawing/2014/main" id="{67F0DD60-4E42-4ADA-86AB-F77F93668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551"/>
                <a:ext cx="13" cy="13"/>
              </a:xfrm>
              <a:custGeom>
                <a:avLst/>
                <a:gdLst>
                  <a:gd name="T0" fmla="*/ 0 w 5"/>
                  <a:gd name="T1" fmla="*/ 68 h 5"/>
                  <a:gd name="T2" fmla="*/ 68 w 5"/>
                  <a:gd name="T3" fmla="*/ 88 h 5"/>
                  <a:gd name="T4" fmla="*/ 88 w 5"/>
                  <a:gd name="T5" fmla="*/ 0 h 5"/>
                  <a:gd name="T6" fmla="*/ 55 w 5"/>
                  <a:gd name="T7" fmla="*/ 0 h 5"/>
                  <a:gd name="T8" fmla="*/ 21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1" y="5"/>
                      <a:pt x="2" y="2"/>
                      <a:pt x="4" y="5"/>
                    </a:cubicBezTo>
                    <a:cubicBezTo>
                      <a:pt x="3" y="3"/>
                      <a:pt x="5" y="2"/>
                      <a:pt x="5" y="0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4" y="2"/>
                      <a:pt x="3" y="3"/>
                      <a:pt x="1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6" name="Freeform 1672">
                <a:extLst>
                  <a:ext uri="{FF2B5EF4-FFF2-40B4-BE49-F238E27FC236}">
                    <a16:creationId xmlns:a16="http://schemas.microsoft.com/office/drawing/2014/main" id="{ED8F41FA-3C61-40D1-8893-78C5018AF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2579"/>
                <a:ext cx="10" cy="7"/>
              </a:xfrm>
              <a:custGeom>
                <a:avLst/>
                <a:gdLst>
                  <a:gd name="T0" fmla="*/ 20 w 4"/>
                  <a:gd name="T1" fmla="*/ 37 h 3"/>
                  <a:gd name="T2" fmla="*/ 0 w 4"/>
                  <a:gd name="T3" fmla="*/ 0 h 3"/>
                  <a:gd name="T4" fmla="*/ 63 w 4"/>
                  <a:gd name="T5" fmla="*/ 0 h 3"/>
                  <a:gd name="T6" fmla="*/ 33 w 4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3" y="1"/>
                      <a:pt x="2" y="2"/>
                      <a:pt x="2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7" name="Freeform 1673">
                <a:extLst>
                  <a:ext uri="{FF2B5EF4-FFF2-40B4-BE49-F238E27FC236}">
                    <a16:creationId xmlns:a16="http://schemas.microsoft.com/office/drawing/2014/main" id="{3111E25E-EF53-459C-92AB-4BB7E7BB3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566"/>
                <a:ext cx="8" cy="10"/>
              </a:xfrm>
              <a:custGeom>
                <a:avLst/>
                <a:gdLst>
                  <a:gd name="T0" fmla="*/ 35 w 3"/>
                  <a:gd name="T1" fmla="*/ 63 h 4"/>
                  <a:gd name="T2" fmla="*/ 0 w 3"/>
                  <a:gd name="T3" fmla="*/ 20 h 4"/>
                  <a:gd name="T4" fmla="*/ 56 w 3"/>
                  <a:gd name="T5" fmla="*/ 0 h 4"/>
                  <a:gd name="T6" fmla="*/ 35 w 3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8" name="Freeform 1674">
                <a:extLst>
                  <a:ext uri="{FF2B5EF4-FFF2-40B4-BE49-F238E27FC236}">
                    <a16:creationId xmlns:a16="http://schemas.microsoft.com/office/drawing/2014/main" id="{D57C153B-D7AE-41E9-A300-A96E6AC3C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596"/>
                <a:ext cx="10" cy="15"/>
              </a:xfrm>
              <a:custGeom>
                <a:avLst/>
                <a:gdLst>
                  <a:gd name="T0" fmla="*/ 33 w 4"/>
                  <a:gd name="T1" fmla="*/ 0 h 6"/>
                  <a:gd name="T2" fmla="*/ 63 w 4"/>
                  <a:gd name="T3" fmla="*/ 20 h 6"/>
                  <a:gd name="T4" fmla="*/ 33 w 4"/>
                  <a:gd name="T5" fmla="*/ 95 h 6"/>
                  <a:gd name="T6" fmla="*/ 50 w 4"/>
                  <a:gd name="T7" fmla="*/ 20 h 6"/>
                  <a:gd name="T8" fmla="*/ 0 w 4"/>
                  <a:gd name="T9" fmla="*/ 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3" y="1"/>
                      <a:pt x="4" y="1"/>
                      <a:pt x="4" y="1"/>
                    </a:cubicBezTo>
                    <a:cubicBezTo>
                      <a:pt x="2" y="1"/>
                      <a:pt x="2" y="4"/>
                      <a:pt x="2" y="6"/>
                    </a:cubicBezTo>
                    <a:cubicBezTo>
                      <a:pt x="2" y="4"/>
                      <a:pt x="3" y="2"/>
                      <a:pt x="3" y="1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9" name="Freeform 1675">
                <a:extLst>
                  <a:ext uri="{FF2B5EF4-FFF2-40B4-BE49-F238E27FC236}">
                    <a16:creationId xmlns:a16="http://schemas.microsoft.com/office/drawing/2014/main" id="{B5FFCF48-9CB0-4F62-925B-C72C15F0E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586"/>
                <a:ext cx="12" cy="10"/>
              </a:xfrm>
              <a:custGeom>
                <a:avLst/>
                <a:gdLst>
                  <a:gd name="T0" fmla="*/ 0 w 5"/>
                  <a:gd name="T1" fmla="*/ 63 h 4"/>
                  <a:gd name="T2" fmla="*/ 29 w 5"/>
                  <a:gd name="T3" fmla="*/ 63 h 4"/>
                  <a:gd name="T4" fmla="*/ 70 w 5"/>
                  <a:gd name="T5" fmla="*/ 20 h 4"/>
                  <a:gd name="T6" fmla="*/ 41 w 5"/>
                  <a:gd name="T7" fmla="*/ 0 h 4"/>
                  <a:gd name="T8" fmla="*/ 12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4"/>
                      <a:pt x="2" y="4"/>
                      <a:pt x="2" y="4"/>
                    </a:cubicBezTo>
                    <a:cubicBezTo>
                      <a:pt x="2" y="3"/>
                      <a:pt x="4" y="2"/>
                      <a:pt x="5" y="1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4" y="1"/>
                      <a:pt x="3" y="3"/>
                      <a:pt x="1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0" name="Freeform 1676">
                <a:extLst>
                  <a:ext uri="{FF2B5EF4-FFF2-40B4-BE49-F238E27FC236}">
                    <a16:creationId xmlns:a16="http://schemas.microsoft.com/office/drawing/2014/main" id="{1BB6E571-96D2-47BF-A0E1-57D9213A5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609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12 w 3"/>
                  <a:gd name="T3" fmla="*/ 0 h 3"/>
                  <a:gd name="T4" fmla="*/ 37 w 3"/>
                  <a:gd name="T5" fmla="*/ 0 h 3"/>
                  <a:gd name="T6" fmla="*/ 12 w 3"/>
                  <a:gd name="T7" fmla="*/ 3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1" name="Freeform 1677">
                <a:extLst>
                  <a:ext uri="{FF2B5EF4-FFF2-40B4-BE49-F238E27FC236}">
                    <a16:creationId xmlns:a16="http://schemas.microsoft.com/office/drawing/2014/main" id="{3099CE4E-1C47-4511-9FDD-764A38C50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559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0 w 4"/>
                  <a:gd name="T3" fmla="*/ 50 h 4"/>
                  <a:gd name="T4" fmla="*/ 6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2" y="1"/>
                      <a:pt x="0" y="2"/>
                      <a:pt x="0" y="3"/>
                    </a:cubicBezTo>
                    <a:cubicBezTo>
                      <a:pt x="1" y="4"/>
                      <a:pt x="4" y="1"/>
                      <a:pt x="4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2" name="Freeform 1678">
                <a:extLst>
                  <a:ext uri="{FF2B5EF4-FFF2-40B4-BE49-F238E27FC236}">
                    <a16:creationId xmlns:a16="http://schemas.microsoft.com/office/drawing/2014/main" id="{8B2E6B20-B83B-4B9C-BB34-E9EB330DE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569"/>
                <a:ext cx="13" cy="10"/>
              </a:xfrm>
              <a:custGeom>
                <a:avLst/>
                <a:gdLst>
                  <a:gd name="T0" fmla="*/ 0 w 5"/>
                  <a:gd name="T1" fmla="*/ 63 h 4"/>
                  <a:gd name="T2" fmla="*/ 55 w 5"/>
                  <a:gd name="T3" fmla="*/ 33 h 4"/>
                  <a:gd name="T4" fmla="*/ 88 w 5"/>
                  <a:gd name="T5" fmla="*/ 0 h 4"/>
                  <a:gd name="T6" fmla="*/ 0 w 5"/>
                  <a:gd name="T7" fmla="*/ 6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3"/>
                      <a:pt x="2" y="2"/>
                      <a:pt x="3" y="2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3" y="1"/>
                      <a:pt x="1" y="2"/>
                      <a:pt x="0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3" name="Freeform 1679">
                <a:extLst>
                  <a:ext uri="{FF2B5EF4-FFF2-40B4-BE49-F238E27FC236}">
                    <a16:creationId xmlns:a16="http://schemas.microsoft.com/office/drawing/2014/main" id="{1821FF00-C989-4A34-8C61-8B54D1387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581"/>
                <a:ext cx="10" cy="5"/>
              </a:xfrm>
              <a:custGeom>
                <a:avLst/>
                <a:gdLst>
                  <a:gd name="T0" fmla="*/ 63 w 4"/>
                  <a:gd name="T1" fmla="*/ 0 h 2"/>
                  <a:gd name="T2" fmla="*/ 0 w 4"/>
                  <a:gd name="T3" fmla="*/ 33 h 2"/>
                  <a:gd name="T4" fmla="*/ 50 w 4"/>
                  <a:gd name="T5" fmla="*/ 33 h 2"/>
                  <a:gd name="T6" fmla="*/ 63 w 4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3" y="1"/>
                      <a:pt x="4" y="1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4" name="Freeform 1680">
                <a:extLst>
                  <a:ext uri="{FF2B5EF4-FFF2-40B4-BE49-F238E27FC236}">
                    <a16:creationId xmlns:a16="http://schemas.microsoft.com/office/drawing/2014/main" id="{06722CD7-6FA6-4215-9C25-3CB8C4534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734"/>
                <a:ext cx="10" cy="15"/>
              </a:xfrm>
              <a:custGeom>
                <a:avLst/>
                <a:gdLst>
                  <a:gd name="T0" fmla="*/ 33 w 4"/>
                  <a:gd name="T1" fmla="*/ 33 h 6"/>
                  <a:gd name="T2" fmla="*/ 0 w 4"/>
                  <a:gd name="T3" fmla="*/ 95 h 6"/>
                  <a:gd name="T4" fmla="*/ 63 w 4"/>
                  <a:gd name="T5" fmla="*/ 0 h 6"/>
                  <a:gd name="T6" fmla="*/ 50 w 4"/>
                  <a:gd name="T7" fmla="*/ 3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1" y="3"/>
                      <a:pt x="0" y="5"/>
                      <a:pt x="0" y="6"/>
                    </a:cubicBezTo>
                    <a:cubicBezTo>
                      <a:pt x="3" y="5"/>
                      <a:pt x="3" y="2"/>
                      <a:pt x="4" y="0"/>
                    </a:cubicBezTo>
                    <a:cubicBezTo>
                      <a:pt x="3" y="0"/>
                      <a:pt x="3" y="1"/>
                      <a:pt x="3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5" name="Freeform 1681">
                <a:extLst>
                  <a:ext uri="{FF2B5EF4-FFF2-40B4-BE49-F238E27FC236}">
                    <a16:creationId xmlns:a16="http://schemas.microsoft.com/office/drawing/2014/main" id="{4E06D912-E5F8-4D3C-90BF-874DB7EAD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791"/>
                <a:ext cx="10" cy="18"/>
              </a:xfrm>
              <a:custGeom>
                <a:avLst/>
                <a:gdLst>
                  <a:gd name="T0" fmla="*/ 50 w 4"/>
                  <a:gd name="T1" fmla="*/ 21 h 7"/>
                  <a:gd name="T2" fmla="*/ 0 w 4"/>
                  <a:gd name="T3" fmla="*/ 118 h 7"/>
                  <a:gd name="T4" fmla="*/ 63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2" y="1"/>
                      <a:pt x="0" y="5"/>
                      <a:pt x="0" y="7"/>
                    </a:cubicBezTo>
                    <a:cubicBezTo>
                      <a:pt x="3" y="5"/>
                      <a:pt x="3" y="2"/>
                      <a:pt x="4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6" name="Freeform 1682">
                <a:extLst>
                  <a:ext uri="{FF2B5EF4-FFF2-40B4-BE49-F238E27FC236}">
                    <a16:creationId xmlns:a16="http://schemas.microsoft.com/office/drawing/2014/main" id="{49C010DB-A8FE-4B46-8151-E0A732A79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464"/>
                <a:ext cx="12" cy="10"/>
              </a:xfrm>
              <a:custGeom>
                <a:avLst/>
                <a:gdLst>
                  <a:gd name="T0" fmla="*/ 12 w 5"/>
                  <a:gd name="T1" fmla="*/ 63 h 4"/>
                  <a:gd name="T2" fmla="*/ 0 w 5"/>
                  <a:gd name="T3" fmla="*/ 50 h 4"/>
                  <a:gd name="T4" fmla="*/ 70 w 5"/>
                  <a:gd name="T5" fmla="*/ 0 h 4"/>
                  <a:gd name="T6" fmla="*/ 29 w 5"/>
                  <a:gd name="T7" fmla="*/ 6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1" y="2"/>
                      <a:pt x="4" y="0"/>
                      <a:pt x="5" y="0"/>
                    </a:cubicBezTo>
                    <a:cubicBezTo>
                      <a:pt x="5" y="2"/>
                      <a:pt x="3" y="3"/>
                      <a:pt x="2" y="4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7" name="Freeform 1683">
                <a:extLst>
                  <a:ext uri="{FF2B5EF4-FFF2-40B4-BE49-F238E27FC236}">
                    <a16:creationId xmlns:a16="http://schemas.microsoft.com/office/drawing/2014/main" id="{A758AAED-6B08-4031-9650-D20C653EC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466"/>
                <a:ext cx="10" cy="8"/>
              </a:xfrm>
              <a:custGeom>
                <a:avLst/>
                <a:gdLst>
                  <a:gd name="T0" fmla="*/ 33 w 4"/>
                  <a:gd name="T1" fmla="*/ 35 h 3"/>
                  <a:gd name="T2" fmla="*/ 63 w 4"/>
                  <a:gd name="T3" fmla="*/ 0 h 3"/>
                  <a:gd name="T4" fmla="*/ 0 w 4"/>
                  <a:gd name="T5" fmla="*/ 56 h 3"/>
                  <a:gd name="T6" fmla="*/ 20 w 4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2" y="2"/>
                      <a:pt x="4" y="2"/>
                      <a:pt x="4" y="0"/>
                    </a:cubicBezTo>
                    <a:cubicBezTo>
                      <a:pt x="2" y="0"/>
                      <a:pt x="2" y="2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8" name="Freeform 1684">
                <a:extLst>
                  <a:ext uri="{FF2B5EF4-FFF2-40B4-BE49-F238E27FC236}">
                    <a16:creationId xmlns:a16="http://schemas.microsoft.com/office/drawing/2014/main" id="{35484F04-F5F3-4C96-9FDC-EF553EB32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451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55 w 5"/>
                  <a:gd name="T3" fmla="*/ 34 h 5"/>
                  <a:gd name="T4" fmla="*/ 68 w 5"/>
                  <a:gd name="T5" fmla="*/ 68 h 5"/>
                  <a:gd name="T6" fmla="*/ 34 w 5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1" y="3"/>
                      <a:pt x="3" y="2"/>
                    </a:cubicBezTo>
                    <a:cubicBezTo>
                      <a:pt x="5" y="0"/>
                      <a:pt x="4" y="2"/>
                      <a:pt x="4" y="4"/>
                    </a:cubicBezTo>
                    <a:cubicBezTo>
                      <a:pt x="4" y="4"/>
                      <a:pt x="3" y="5"/>
                      <a:pt x="2" y="5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9" name="Freeform 1685">
                <a:extLst>
                  <a:ext uri="{FF2B5EF4-FFF2-40B4-BE49-F238E27FC236}">
                    <a16:creationId xmlns:a16="http://schemas.microsoft.com/office/drawing/2014/main" id="{D08B7B38-9CC1-4294-82E3-962589DDE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459"/>
                <a:ext cx="7" cy="10"/>
              </a:xfrm>
              <a:custGeom>
                <a:avLst/>
                <a:gdLst>
                  <a:gd name="T0" fmla="*/ 0 w 3"/>
                  <a:gd name="T1" fmla="*/ 33 h 4"/>
                  <a:gd name="T2" fmla="*/ 37 w 3"/>
                  <a:gd name="T3" fmla="*/ 0 h 4"/>
                  <a:gd name="T4" fmla="*/ 0 w 3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4"/>
                      <a:pt x="3" y="1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0" name="Freeform 1686">
                <a:extLst>
                  <a:ext uri="{FF2B5EF4-FFF2-40B4-BE49-F238E27FC236}">
                    <a16:creationId xmlns:a16="http://schemas.microsoft.com/office/drawing/2014/main" id="{6619946E-4AE7-4923-98D6-3C5E2018F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444"/>
                <a:ext cx="15" cy="12"/>
              </a:xfrm>
              <a:custGeom>
                <a:avLst/>
                <a:gdLst>
                  <a:gd name="T0" fmla="*/ 20 w 6"/>
                  <a:gd name="T1" fmla="*/ 70 h 5"/>
                  <a:gd name="T2" fmla="*/ 0 w 6"/>
                  <a:gd name="T3" fmla="*/ 58 h 5"/>
                  <a:gd name="T4" fmla="*/ 95 w 6"/>
                  <a:gd name="T5" fmla="*/ 0 h 5"/>
                  <a:gd name="T6" fmla="*/ 33 w 6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1" y="5"/>
                      <a:pt x="0" y="4"/>
                      <a:pt x="0" y="4"/>
                    </a:cubicBezTo>
                    <a:cubicBezTo>
                      <a:pt x="2" y="4"/>
                      <a:pt x="4" y="0"/>
                      <a:pt x="6" y="0"/>
                    </a:cubicBezTo>
                    <a:cubicBezTo>
                      <a:pt x="5" y="2"/>
                      <a:pt x="2" y="3"/>
                      <a:pt x="2" y="4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1" name="Freeform 1687">
                <a:extLst>
                  <a:ext uri="{FF2B5EF4-FFF2-40B4-BE49-F238E27FC236}">
                    <a16:creationId xmlns:a16="http://schemas.microsoft.com/office/drawing/2014/main" id="{BD593CD6-7A19-4FEE-BF56-C3F04795F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434"/>
                <a:ext cx="8" cy="15"/>
              </a:xfrm>
              <a:custGeom>
                <a:avLst/>
                <a:gdLst>
                  <a:gd name="T0" fmla="*/ 0 w 3"/>
                  <a:gd name="T1" fmla="*/ 50 h 6"/>
                  <a:gd name="T2" fmla="*/ 56 w 3"/>
                  <a:gd name="T3" fmla="*/ 0 h 6"/>
                  <a:gd name="T4" fmla="*/ 0 w 3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3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3" y="2"/>
                      <a:pt x="1" y="6"/>
                      <a:pt x="0" y="2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2" name="Freeform 1688">
                <a:extLst>
                  <a:ext uri="{FF2B5EF4-FFF2-40B4-BE49-F238E27FC236}">
                    <a16:creationId xmlns:a16="http://schemas.microsoft.com/office/drawing/2014/main" id="{B0B60667-8BC7-4D2E-B1E8-F53CE56EA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446"/>
                <a:ext cx="8" cy="10"/>
              </a:xfrm>
              <a:custGeom>
                <a:avLst/>
                <a:gdLst>
                  <a:gd name="T0" fmla="*/ 0 w 3"/>
                  <a:gd name="T1" fmla="*/ 63 h 4"/>
                  <a:gd name="T2" fmla="*/ 56 w 3"/>
                  <a:gd name="T3" fmla="*/ 50 h 4"/>
                  <a:gd name="T4" fmla="*/ 56 w 3"/>
                  <a:gd name="T5" fmla="*/ 0 h 4"/>
                  <a:gd name="T6" fmla="*/ 0 w 3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3" name="Freeform 1689">
                <a:extLst>
                  <a:ext uri="{FF2B5EF4-FFF2-40B4-BE49-F238E27FC236}">
                    <a16:creationId xmlns:a16="http://schemas.microsoft.com/office/drawing/2014/main" id="{0D98E362-2E6F-4E84-86ED-C31D11004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451"/>
                <a:ext cx="13" cy="10"/>
              </a:xfrm>
              <a:custGeom>
                <a:avLst/>
                <a:gdLst>
                  <a:gd name="T0" fmla="*/ 0 w 5"/>
                  <a:gd name="T1" fmla="*/ 63 h 4"/>
                  <a:gd name="T2" fmla="*/ 55 w 5"/>
                  <a:gd name="T3" fmla="*/ 33 h 4"/>
                  <a:gd name="T4" fmla="*/ 88 w 5"/>
                  <a:gd name="T5" fmla="*/ 33 h 4"/>
                  <a:gd name="T6" fmla="*/ 68 w 5"/>
                  <a:gd name="T7" fmla="*/ 0 h 4"/>
                  <a:gd name="T8" fmla="*/ 21 w 5"/>
                  <a:gd name="T9" fmla="*/ 20 h 4"/>
                  <a:gd name="T10" fmla="*/ 21 w 5"/>
                  <a:gd name="T11" fmla="*/ 6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3" y="1"/>
                      <a:pt x="1" y="4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4" name="Freeform 1690">
                <a:extLst>
                  <a:ext uri="{FF2B5EF4-FFF2-40B4-BE49-F238E27FC236}">
                    <a16:creationId xmlns:a16="http://schemas.microsoft.com/office/drawing/2014/main" id="{352FD2E9-8FA9-4D82-8C99-6404C4D1E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461"/>
                <a:ext cx="12" cy="10"/>
              </a:xfrm>
              <a:custGeom>
                <a:avLst/>
                <a:gdLst>
                  <a:gd name="T0" fmla="*/ 12 w 5"/>
                  <a:gd name="T1" fmla="*/ 63 h 4"/>
                  <a:gd name="T2" fmla="*/ 70 w 5"/>
                  <a:gd name="T3" fmla="*/ 33 h 4"/>
                  <a:gd name="T4" fmla="*/ 58 w 5"/>
                  <a:gd name="T5" fmla="*/ 20 h 4"/>
                  <a:gd name="T6" fmla="*/ 29 w 5"/>
                  <a:gd name="T7" fmla="*/ 33 h 4"/>
                  <a:gd name="T8" fmla="*/ 12 w 5"/>
                  <a:gd name="T9" fmla="*/ 0 h 4"/>
                  <a:gd name="T10" fmla="*/ 0 w 5"/>
                  <a:gd name="T11" fmla="*/ 6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2" y="2"/>
                      <a:pt x="3" y="2"/>
                      <a:pt x="5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4" y="2"/>
                      <a:pt x="3" y="2"/>
                      <a:pt x="2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1"/>
                      <a:pt x="2" y="3"/>
                      <a:pt x="0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5" name="Freeform 1691">
                <a:extLst>
                  <a:ext uri="{FF2B5EF4-FFF2-40B4-BE49-F238E27FC236}">
                    <a16:creationId xmlns:a16="http://schemas.microsoft.com/office/drawing/2014/main" id="{5DBD5C3A-DB04-4ABF-BD13-A4DC90B89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499"/>
                <a:ext cx="12" cy="10"/>
              </a:xfrm>
              <a:custGeom>
                <a:avLst/>
                <a:gdLst>
                  <a:gd name="T0" fmla="*/ 12 w 5"/>
                  <a:gd name="T1" fmla="*/ 63 h 4"/>
                  <a:gd name="T2" fmla="*/ 0 w 5"/>
                  <a:gd name="T3" fmla="*/ 50 h 4"/>
                  <a:gd name="T4" fmla="*/ 70 w 5"/>
                  <a:gd name="T5" fmla="*/ 0 h 4"/>
                  <a:gd name="T6" fmla="*/ 29 w 5"/>
                  <a:gd name="T7" fmla="*/ 6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2" y="4"/>
                      <a:pt x="0" y="3"/>
                      <a:pt x="0" y="3"/>
                    </a:cubicBezTo>
                    <a:cubicBezTo>
                      <a:pt x="1" y="2"/>
                      <a:pt x="4" y="0"/>
                      <a:pt x="5" y="0"/>
                    </a:cubicBezTo>
                    <a:cubicBezTo>
                      <a:pt x="5" y="2"/>
                      <a:pt x="4" y="3"/>
                      <a:pt x="2" y="4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6" name="Freeform 1692">
                <a:extLst>
                  <a:ext uri="{FF2B5EF4-FFF2-40B4-BE49-F238E27FC236}">
                    <a16:creationId xmlns:a16="http://schemas.microsoft.com/office/drawing/2014/main" id="{711C116B-3265-4796-A7A9-9B07AD389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501"/>
                <a:ext cx="10" cy="8"/>
              </a:xfrm>
              <a:custGeom>
                <a:avLst/>
                <a:gdLst>
                  <a:gd name="T0" fmla="*/ 20 w 4"/>
                  <a:gd name="T1" fmla="*/ 35 h 3"/>
                  <a:gd name="T2" fmla="*/ 63 w 4"/>
                  <a:gd name="T3" fmla="*/ 0 h 3"/>
                  <a:gd name="T4" fmla="*/ 0 w 4"/>
                  <a:gd name="T5" fmla="*/ 56 h 3"/>
                  <a:gd name="T6" fmla="*/ 0 w 4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2" y="2"/>
                      <a:pt x="4" y="1"/>
                      <a:pt x="4" y="0"/>
                    </a:cubicBezTo>
                    <a:cubicBezTo>
                      <a:pt x="1" y="0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7" name="Freeform 1693">
                <a:extLst>
                  <a:ext uri="{FF2B5EF4-FFF2-40B4-BE49-F238E27FC236}">
                    <a16:creationId xmlns:a16="http://schemas.microsoft.com/office/drawing/2014/main" id="{AEE12A84-C66E-4C21-A420-F953C8B7E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486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50 w 6"/>
                  <a:gd name="T3" fmla="*/ 34 h 5"/>
                  <a:gd name="T4" fmla="*/ 83 w 6"/>
                  <a:gd name="T5" fmla="*/ 68 h 5"/>
                  <a:gd name="T6" fmla="*/ 50 w 6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0" y="4"/>
                      <a:pt x="2" y="3"/>
                      <a:pt x="3" y="2"/>
                    </a:cubicBezTo>
                    <a:cubicBezTo>
                      <a:pt x="6" y="0"/>
                      <a:pt x="4" y="2"/>
                      <a:pt x="5" y="4"/>
                    </a:cubicBezTo>
                    <a:cubicBezTo>
                      <a:pt x="4" y="4"/>
                      <a:pt x="3" y="4"/>
                      <a:pt x="3" y="5"/>
                    </a:cubicBezTo>
                  </a:path>
                </a:pathLst>
              </a:custGeom>
              <a:solidFill>
                <a:srgbClr val="EAC2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8" name="Freeform 1694">
                <a:extLst>
                  <a:ext uri="{FF2B5EF4-FFF2-40B4-BE49-F238E27FC236}">
                    <a16:creationId xmlns:a16="http://schemas.microsoft.com/office/drawing/2014/main" id="{AA3FA34F-7BF2-4735-BED2-B8860881D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494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63 w 4"/>
                  <a:gd name="T3" fmla="*/ 0 h 4"/>
                  <a:gd name="T4" fmla="*/ 0 w 4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2" y="4"/>
                      <a:pt x="3" y="1"/>
                      <a:pt x="4" y="0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solidFill>
                <a:srgbClr val="EAC2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9" name="Freeform 1695">
                <a:extLst>
                  <a:ext uri="{FF2B5EF4-FFF2-40B4-BE49-F238E27FC236}">
                    <a16:creationId xmlns:a16="http://schemas.microsoft.com/office/drawing/2014/main" id="{4BA84E03-081E-41DA-B0A8-8459BA6F2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479"/>
                <a:ext cx="15" cy="12"/>
              </a:xfrm>
              <a:custGeom>
                <a:avLst/>
                <a:gdLst>
                  <a:gd name="T0" fmla="*/ 20 w 6"/>
                  <a:gd name="T1" fmla="*/ 70 h 5"/>
                  <a:gd name="T2" fmla="*/ 0 w 6"/>
                  <a:gd name="T3" fmla="*/ 58 h 5"/>
                  <a:gd name="T4" fmla="*/ 95 w 6"/>
                  <a:gd name="T5" fmla="*/ 0 h 5"/>
                  <a:gd name="T6" fmla="*/ 33 w 6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1" y="5"/>
                      <a:pt x="1" y="4"/>
                      <a:pt x="0" y="4"/>
                    </a:cubicBezTo>
                    <a:cubicBezTo>
                      <a:pt x="2" y="3"/>
                      <a:pt x="4" y="0"/>
                      <a:pt x="6" y="0"/>
                    </a:cubicBezTo>
                    <a:cubicBezTo>
                      <a:pt x="5" y="2"/>
                      <a:pt x="2" y="3"/>
                      <a:pt x="2" y="4"/>
                    </a:cubicBezTo>
                  </a:path>
                </a:pathLst>
              </a:custGeom>
              <a:solidFill>
                <a:srgbClr val="EAC2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0" name="Freeform 1696">
                <a:extLst>
                  <a:ext uri="{FF2B5EF4-FFF2-40B4-BE49-F238E27FC236}">
                    <a16:creationId xmlns:a16="http://schemas.microsoft.com/office/drawing/2014/main" id="{45FBA902-D4BF-4A28-8F8F-1E88A0CE4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471"/>
                <a:ext cx="8" cy="18"/>
              </a:xfrm>
              <a:custGeom>
                <a:avLst/>
                <a:gdLst>
                  <a:gd name="T0" fmla="*/ 0 w 3"/>
                  <a:gd name="T1" fmla="*/ 54 h 7"/>
                  <a:gd name="T2" fmla="*/ 56 w 3"/>
                  <a:gd name="T3" fmla="*/ 0 h 7"/>
                  <a:gd name="T4" fmla="*/ 21 w 3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3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3" y="2"/>
                      <a:pt x="1" y="7"/>
                      <a:pt x="1" y="3"/>
                    </a:cubicBezTo>
                  </a:path>
                </a:pathLst>
              </a:custGeom>
              <a:solidFill>
                <a:srgbClr val="EAC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1" name="Freeform 1697">
                <a:extLst>
                  <a:ext uri="{FF2B5EF4-FFF2-40B4-BE49-F238E27FC236}">
                    <a16:creationId xmlns:a16="http://schemas.microsoft.com/office/drawing/2014/main" id="{80C3EFEA-FC2F-44AF-AF05-A3F3E539F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481"/>
                <a:ext cx="7" cy="10"/>
              </a:xfrm>
              <a:custGeom>
                <a:avLst/>
                <a:gdLst>
                  <a:gd name="T0" fmla="*/ 0 w 3"/>
                  <a:gd name="T1" fmla="*/ 63 h 4"/>
                  <a:gd name="T2" fmla="*/ 37 w 3"/>
                  <a:gd name="T3" fmla="*/ 50 h 4"/>
                  <a:gd name="T4" fmla="*/ 37 w 3"/>
                  <a:gd name="T5" fmla="*/ 0 h 4"/>
                  <a:gd name="T6" fmla="*/ 0 w 3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2"/>
                      <a:pt x="2" y="1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solidFill>
                <a:srgbClr val="EAC2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2" name="Freeform 1698">
                <a:extLst>
                  <a:ext uri="{FF2B5EF4-FFF2-40B4-BE49-F238E27FC236}">
                    <a16:creationId xmlns:a16="http://schemas.microsoft.com/office/drawing/2014/main" id="{95BA5209-E606-44A1-B495-885396A0C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489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20 h 2"/>
                  <a:gd name="T4" fmla="*/ 0 w 3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solidFill>
                <a:srgbClr val="EAC2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3" name="Freeform 1699">
                <a:extLst>
                  <a:ext uri="{FF2B5EF4-FFF2-40B4-BE49-F238E27FC236}">
                    <a16:creationId xmlns:a16="http://schemas.microsoft.com/office/drawing/2014/main" id="{0ED1261F-100D-417D-BD69-F431FB2B5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481"/>
                <a:ext cx="7" cy="10"/>
              </a:xfrm>
              <a:custGeom>
                <a:avLst/>
                <a:gdLst>
                  <a:gd name="T0" fmla="*/ 0 w 3"/>
                  <a:gd name="T1" fmla="*/ 50 h 4"/>
                  <a:gd name="T2" fmla="*/ 0 w 3"/>
                  <a:gd name="T3" fmla="*/ 50 h 4"/>
                  <a:gd name="T4" fmla="*/ 37 w 3"/>
                  <a:gd name="T5" fmla="*/ 33 h 4"/>
                  <a:gd name="T6" fmla="*/ 12 w 3"/>
                  <a:gd name="T7" fmla="*/ 0 h 4"/>
                  <a:gd name="T8" fmla="*/ 0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2" y="1"/>
                      <a:pt x="2" y="4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4" name="Freeform 1700">
                <a:extLst>
                  <a:ext uri="{FF2B5EF4-FFF2-40B4-BE49-F238E27FC236}">
                    <a16:creationId xmlns:a16="http://schemas.microsoft.com/office/drawing/2014/main" id="{4E877D24-F98E-4D2C-AAA2-1884CA86B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486"/>
                <a:ext cx="10" cy="10"/>
              </a:xfrm>
              <a:custGeom>
                <a:avLst/>
                <a:gdLst>
                  <a:gd name="T0" fmla="*/ 0 w 4"/>
                  <a:gd name="T1" fmla="*/ 63 h 4"/>
                  <a:gd name="T2" fmla="*/ 33 w 4"/>
                  <a:gd name="T3" fmla="*/ 33 h 4"/>
                  <a:gd name="T4" fmla="*/ 63 w 4"/>
                  <a:gd name="T5" fmla="*/ 20 h 4"/>
                  <a:gd name="T6" fmla="*/ 50 w 4"/>
                  <a:gd name="T7" fmla="*/ 0 h 4"/>
                  <a:gd name="T8" fmla="*/ 0 w 4"/>
                  <a:gd name="T9" fmla="*/ 20 h 4"/>
                  <a:gd name="T10" fmla="*/ 0 w 4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4"/>
                      <a:pt x="1" y="3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2" y="1"/>
                      <a:pt x="3" y="0"/>
                    </a:cubicBezTo>
                    <a:cubicBezTo>
                      <a:pt x="3" y="1"/>
                      <a:pt x="1" y="4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5" name="Freeform 1701">
                <a:extLst>
                  <a:ext uri="{FF2B5EF4-FFF2-40B4-BE49-F238E27FC236}">
                    <a16:creationId xmlns:a16="http://schemas.microsoft.com/office/drawing/2014/main" id="{9A3B9B49-4CA6-4525-B3FF-AC60A98C1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496"/>
                <a:ext cx="13" cy="10"/>
              </a:xfrm>
              <a:custGeom>
                <a:avLst/>
                <a:gdLst>
                  <a:gd name="T0" fmla="*/ 21 w 5"/>
                  <a:gd name="T1" fmla="*/ 63 h 4"/>
                  <a:gd name="T2" fmla="*/ 88 w 5"/>
                  <a:gd name="T3" fmla="*/ 33 h 4"/>
                  <a:gd name="T4" fmla="*/ 55 w 5"/>
                  <a:gd name="T5" fmla="*/ 20 h 4"/>
                  <a:gd name="T6" fmla="*/ 34 w 5"/>
                  <a:gd name="T7" fmla="*/ 33 h 4"/>
                  <a:gd name="T8" fmla="*/ 21 w 5"/>
                  <a:gd name="T9" fmla="*/ 0 h 4"/>
                  <a:gd name="T10" fmla="*/ 0 w 5"/>
                  <a:gd name="T11" fmla="*/ 6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2" y="2"/>
                      <a:pt x="3" y="2"/>
                      <a:pt x="5" y="2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1"/>
                      <a:pt x="1" y="3"/>
                      <a:pt x="0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6" name="Freeform 1702">
                <a:extLst>
                  <a:ext uri="{FF2B5EF4-FFF2-40B4-BE49-F238E27FC236}">
                    <a16:creationId xmlns:a16="http://schemas.microsoft.com/office/drawing/2014/main" id="{95B7E6DA-451B-4848-82C8-ED38F1C60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504"/>
                <a:ext cx="10" cy="7"/>
              </a:xfrm>
              <a:custGeom>
                <a:avLst/>
                <a:gdLst>
                  <a:gd name="T0" fmla="*/ 0 w 4"/>
                  <a:gd name="T1" fmla="*/ 37 h 3"/>
                  <a:gd name="T2" fmla="*/ 63 w 4"/>
                  <a:gd name="T3" fmla="*/ 28 h 3"/>
                  <a:gd name="T4" fmla="*/ 50 w 4"/>
                  <a:gd name="T5" fmla="*/ 0 h 3"/>
                  <a:gd name="T6" fmla="*/ 0 w 4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2"/>
                      <a:pt x="4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3" y="2"/>
                      <a:pt x="1" y="2"/>
                      <a:pt x="0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7" name="Freeform 1703">
                <a:extLst>
                  <a:ext uri="{FF2B5EF4-FFF2-40B4-BE49-F238E27FC236}">
                    <a16:creationId xmlns:a16="http://schemas.microsoft.com/office/drawing/2014/main" id="{69BF9A85-E9F4-44C6-8F58-BC6B55E13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619"/>
                <a:ext cx="10" cy="12"/>
              </a:xfrm>
              <a:custGeom>
                <a:avLst/>
                <a:gdLst>
                  <a:gd name="T0" fmla="*/ 50 w 4"/>
                  <a:gd name="T1" fmla="*/ 12 h 5"/>
                  <a:gd name="T2" fmla="*/ 0 w 4"/>
                  <a:gd name="T3" fmla="*/ 70 h 5"/>
                  <a:gd name="T4" fmla="*/ 63 w 4"/>
                  <a:gd name="T5" fmla="*/ 12 h 5"/>
                  <a:gd name="T6" fmla="*/ 50 w 4"/>
                  <a:gd name="T7" fmla="*/ 1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3" y="1"/>
                    </a:moveTo>
                    <a:cubicBezTo>
                      <a:pt x="1" y="1"/>
                      <a:pt x="1" y="3"/>
                      <a:pt x="0" y="5"/>
                    </a:cubicBezTo>
                    <a:cubicBezTo>
                      <a:pt x="2" y="5"/>
                      <a:pt x="3" y="2"/>
                      <a:pt x="4" y="1"/>
                    </a:cubicBezTo>
                    <a:cubicBezTo>
                      <a:pt x="4" y="0"/>
                      <a:pt x="3" y="1"/>
                      <a:pt x="3" y="1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8" name="Freeform 1704">
                <a:extLst>
                  <a:ext uri="{FF2B5EF4-FFF2-40B4-BE49-F238E27FC236}">
                    <a16:creationId xmlns:a16="http://schemas.microsoft.com/office/drawing/2014/main" id="{01103E8A-D519-4CB7-BEBA-C4E7D5371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634"/>
                <a:ext cx="8" cy="10"/>
              </a:xfrm>
              <a:custGeom>
                <a:avLst/>
                <a:gdLst>
                  <a:gd name="T0" fmla="*/ 35 w 3"/>
                  <a:gd name="T1" fmla="*/ 0 h 4"/>
                  <a:gd name="T2" fmla="*/ 21 w 3"/>
                  <a:gd name="T3" fmla="*/ 50 h 4"/>
                  <a:gd name="T4" fmla="*/ 56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0"/>
                      <a:pt x="0" y="2"/>
                      <a:pt x="1" y="3"/>
                    </a:cubicBezTo>
                    <a:cubicBezTo>
                      <a:pt x="3" y="4"/>
                      <a:pt x="3" y="1"/>
                      <a:pt x="3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9" name="Freeform 1705">
                <a:extLst>
                  <a:ext uri="{FF2B5EF4-FFF2-40B4-BE49-F238E27FC236}">
                    <a16:creationId xmlns:a16="http://schemas.microsoft.com/office/drawing/2014/main" id="{D4D9B729-F100-49F7-A450-BDACF2292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639"/>
                <a:ext cx="8" cy="10"/>
              </a:xfrm>
              <a:custGeom>
                <a:avLst/>
                <a:gdLst>
                  <a:gd name="T0" fmla="*/ 56 w 3"/>
                  <a:gd name="T1" fmla="*/ 0 h 4"/>
                  <a:gd name="T2" fmla="*/ 0 w 3"/>
                  <a:gd name="T3" fmla="*/ 50 h 4"/>
                  <a:gd name="T4" fmla="*/ 56 w 3"/>
                  <a:gd name="T5" fmla="*/ 63 h 4"/>
                  <a:gd name="T6" fmla="*/ 56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0" y="2"/>
                      <a:pt x="0" y="3"/>
                    </a:cubicBezTo>
                    <a:cubicBezTo>
                      <a:pt x="1" y="4"/>
                      <a:pt x="2" y="3"/>
                      <a:pt x="3" y="4"/>
                    </a:cubicBezTo>
                    <a:cubicBezTo>
                      <a:pt x="3" y="3"/>
                      <a:pt x="3" y="2"/>
                      <a:pt x="3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0" name="Freeform 1706">
                <a:extLst>
                  <a:ext uri="{FF2B5EF4-FFF2-40B4-BE49-F238E27FC236}">
                    <a16:creationId xmlns:a16="http://schemas.microsoft.com/office/drawing/2014/main" id="{33EDCF50-0DB6-4FA2-A3BC-DFBDB3DEE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649"/>
                <a:ext cx="10" cy="10"/>
              </a:xfrm>
              <a:custGeom>
                <a:avLst/>
                <a:gdLst>
                  <a:gd name="T0" fmla="*/ 50 w 4"/>
                  <a:gd name="T1" fmla="*/ 0 h 4"/>
                  <a:gd name="T2" fmla="*/ 20 w 4"/>
                  <a:gd name="T3" fmla="*/ 50 h 4"/>
                  <a:gd name="T4" fmla="*/ 6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0" y="2"/>
                      <a:pt x="1" y="3"/>
                    </a:cubicBezTo>
                    <a:cubicBezTo>
                      <a:pt x="2" y="4"/>
                      <a:pt x="4" y="1"/>
                      <a:pt x="4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1" name="Freeform 1707">
                <a:extLst>
                  <a:ext uri="{FF2B5EF4-FFF2-40B4-BE49-F238E27FC236}">
                    <a16:creationId xmlns:a16="http://schemas.microsoft.com/office/drawing/2014/main" id="{E2A3E0F9-4BB1-4A98-BECC-DA6DDEC2E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60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6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3" y="1"/>
                      <a:pt x="4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2" name="Freeform 1708">
                <a:extLst>
                  <a:ext uri="{FF2B5EF4-FFF2-40B4-BE49-F238E27FC236}">
                    <a16:creationId xmlns:a16="http://schemas.microsoft.com/office/drawing/2014/main" id="{7B81E22A-DD42-4D4A-BB28-30D12BCE7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609"/>
                <a:ext cx="10" cy="10"/>
              </a:xfrm>
              <a:custGeom>
                <a:avLst/>
                <a:gdLst>
                  <a:gd name="T0" fmla="*/ 63 w 4"/>
                  <a:gd name="T1" fmla="*/ 0 h 4"/>
                  <a:gd name="T2" fmla="*/ 33 w 4"/>
                  <a:gd name="T3" fmla="*/ 33 h 4"/>
                  <a:gd name="T4" fmla="*/ 0 w 4"/>
                  <a:gd name="T5" fmla="*/ 63 h 4"/>
                  <a:gd name="T6" fmla="*/ 50 w 4"/>
                  <a:gd name="T7" fmla="*/ 33 h 4"/>
                  <a:gd name="T8" fmla="*/ 6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4" y="1"/>
                      <a:pt x="4" y="0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3" name="Freeform 1709">
                <a:extLst>
                  <a:ext uri="{FF2B5EF4-FFF2-40B4-BE49-F238E27FC236}">
                    <a16:creationId xmlns:a16="http://schemas.microsoft.com/office/drawing/2014/main" id="{4B5B4325-584C-4324-AD84-88AC5DA5F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626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55 h 5"/>
                  <a:gd name="T4" fmla="*/ 8 w 1"/>
                  <a:gd name="T5" fmla="*/ 88 h 5"/>
                  <a:gd name="T6" fmla="*/ 8 w 1"/>
                  <a:gd name="T7" fmla="*/ 55 h 5"/>
                  <a:gd name="T8" fmla="*/ 8 w 1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4" name="Freeform 1710">
                <a:extLst>
                  <a:ext uri="{FF2B5EF4-FFF2-40B4-BE49-F238E27FC236}">
                    <a16:creationId xmlns:a16="http://schemas.microsoft.com/office/drawing/2014/main" id="{6F909C75-7BEB-4052-8ED6-27217F841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626"/>
                <a:ext cx="15" cy="15"/>
              </a:xfrm>
              <a:custGeom>
                <a:avLst/>
                <a:gdLst>
                  <a:gd name="T0" fmla="*/ 20 w 6"/>
                  <a:gd name="T1" fmla="*/ 83 h 6"/>
                  <a:gd name="T2" fmla="*/ 83 w 6"/>
                  <a:gd name="T3" fmla="*/ 0 h 6"/>
                  <a:gd name="T4" fmla="*/ 95 w 6"/>
                  <a:gd name="T5" fmla="*/ 33 h 6"/>
                  <a:gd name="T6" fmla="*/ 50 w 6"/>
                  <a:gd name="T7" fmla="*/ 63 h 6"/>
                  <a:gd name="T8" fmla="*/ 0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2" y="4"/>
                      <a:pt x="4" y="1"/>
                      <a:pt x="5" y="0"/>
                    </a:cubicBezTo>
                    <a:cubicBezTo>
                      <a:pt x="5" y="1"/>
                      <a:pt x="5" y="1"/>
                      <a:pt x="6" y="2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5"/>
                      <a:pt x="0" y="6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5" name="Freeform 1711">
                <a:extLst>
                  <a:ext uri="{FF2B5EF4-FFF2-40B4-BE49-F238E27FC236}">
                    <a16:creationId xmlns:a16="http://schemas.microsoft.com/office/drawing/2014/main" id="{C384028A-7818-44C8-8C97-52527860B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639"/>
                <a:ext cx="12" cy="12"/>
              </a:xfrm>
              <a:custGeom>
                <a:avLst/>
                <a:gdLst>
                  <a:gd name="T0" fmla="*/ 70 w 5"/>
                  <a:gd name="T1" fmla="*/ 12 h 5"/>
                  <a:gd name="T2" fmla="*/ 0 w 5"/>
                  <a:gd name="T3" fmla="*/ 70 h 5"/>
                  <a:gd name="T4" fmla="*/ 29 w 5"/>
                  <a:gd name="T5" fmla="*/ 70 h 5"/>
                  <a:gd name="T6" fmla="*/ 58 w 5"/>
                  <a:gd name="T7" fmla="*/ 2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0"/>
                      <a:pt x="1" y="4"/>
                      <a:pt x="0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3" y="2"/>
                      <a:pt x="4" y="2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6" name="Freeform 1712">
                <a:extLst>
                  <a:ext uri="{FF2B5EF4-FFF2-40B4-BE49-F238E27FC236}">
                    <a16:creationId xmlns:a16="http://schemas.microsoft.com/office/drawing/2014/main" id="{14B2A876-2880-4F17-9885-5AA9D1AC5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641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20 w 4"/>
                  <a:gd name="T3" fmla="*/ 63 h 4"/>
                  <a:gd name="T4" fmla="*/ 50 w 4"/>
                  <a:gd name="T5" fmla="*/ 50 h 4"/>
                  <a:gd name="T6" fmla="*/ 50 w 4"/>
                  <a:gd name="T7" fmla="*/ 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2"/>
                      <a:pt x="4" y="1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7" name="Freeform 1713">
                <a:extLst>
                  <a:ext uri="{FF2B5EF4-FFF2-40B4-BE49-F238E27FC236}">
                    <a16:creationId xmlns:a16="http://schemas.microsoft.com/office/drawing/2014/main" id="{1261B531-9D2D-4EF2-ABC7-F5E021883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2586"/>
                <a:ext cx="17" cy="10"/>
              </a:xfrm>
              <a:custGeom>
                <a:avLst/>
                <a:gdLst>
                  <a:gd name="T0" fmla="*/ 29 w 7"/>
                  <a:gd name="T1" fmla="*/ 50 h 4"/>
                  <a:gd name="T2" fmla="*/ 100 w 7"/>
                  <a:gd name="T3" fmla="*/ 0 h 4"/>
                  <a:gd name="T4" fmla="*/ 87 w 7"/>
                  <a:gd name="T5" fmla="*/ 33 h 4"/>
                  <a:gd name="T6" fmla="*/ 58 w 7"/>
                  <a:gd name="T7" fmla="*/ 63 h 4"/>
                  <a:gd name="T8" fmla="*/ 0 w 7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2" y="3"/>
                    </a:moveTo>
                    <a:cubicBezTo>
                      <a:pt x="4" y="3"/>
                      <a:pt x="5" y="1"/>
                      <a:pt x="7" y="0"/>
                    </a:cubicBezTo>
                    <a:cubicBezTo>
                      <a:pt x="7" y="0"/>
                      <a:pt x="6" y="2"/>
                      <a:pt x="6" y="2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3" y="3"/>
                      <a:pt x="1" y="4"/>
                      <a:pt x="0" y="4"/>
                    </a:cubicBezTo>
                  </a:path>
                </a:pathLst>
              </a:custGeom>
              <a:solidFill>
                <a:srgbClr val="EFC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8" name="Freeform 1714">
                <a:extLst>
                  <a:ext uri="{FF2B5EF4-FFF2-40B4-BE49-F238E27FC236}">
                    <a16:creationId xmlns:a16="http://schemas.microsoft.com/office/drawing/2014/main" id="{4D655DD1-42D9-4765-B891-FB4826541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3059"/>
                <a:ext cx="10" cy="22"/>
              </a:xfrm>
              <a:custGeom>
                <a:avLst/>
                <a:gdLst>
                  <a:gd name="T0" fmla="*/ 20 w 4"/>
                  <a:gd name="T1" fmla="*/ 42 h 9"/>
                  <a:gd name="T2" fmla="*/ 0 w 4"/>
                  <a:gd name="T3" fmla="*/ 132 h 9"/>
                  <a:gd name="T4" fmla="*/ 50 w 4"/>
                  <a:gd name="T5" fmla="*/ 42 h 9"/>
                  <a:gd name="T6" fmla="*/ 50 w 4"/>
                  <a:gd name="T7" fmla="*/ 12 h 9"/>
                  <a:gd name="T8" fmla="*/ 33 w 4"/>
                  <a:gd name="T9" fmla="*/ 2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1" y="3"/>
                    </a:moveTo>
                    <a:cubicBezTo>
                      <a:pt x="0" y="3"/>
                      <a:pt x="0" y="7"/>
                      <a:pt x="0" y="9"/>
                    </a:cubicBezTo>
                    <a:cubicBezTo>
                      <a:pt x="1" y="8"/>
                      <a:pt x="2" y="5"/>
                      <a:pt x="3" y="3"/>
                    </a:cubicBezTo>
                    <a:cubicBezTo>
                      <a:pt x="3" y="3"/>
                      <a:pt x="4" y="2"/>
                      <a:pt x="3" y="1"/>
                    </a:cubicBezTo>
                    <a:cubicBezTo>
                      <a:pt x="3" y="0"/>
                      <a:pt x="2" y="1"/>
                      <a:pt x="2" y="2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9" name="Freeform 1715">
                <a:extLst>
                  <a:ext uri="{FF2B5EF4-FFF2-40B4-BE49-F238E27FC236}">
                    <a16:creationId xmlns:a16="http://schemas.microsoft.com/office/drawing/2014/main" id="{A0118DB7-474D-4C8F-915A-2A020FBDC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3026"/>
                <a:ext cx="12" cy="13"/>
              </a:xfrm>
              <a:custGeom>
                <a:avLst/>
                <a:gdLst>
                  <a:gd name="T0" fmla="*/ 12 w 5"/>
                  <a:gd name="T1" fmla="*/ 34 h 5"/>
                  <a:gd name="T2" fmla="*/ 0 w 5"/>
                  <a:gd name="T3" fmla="*/ 88 h 5"/>
                  <a:gd name="T4" fmla="*/ 29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1" y="4"/>
                      <a:pt x="5" y="0"/>
                      <a:pt x="2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0" name="Freeform 1716">
                <a:extLst>
                  <a:ext uri="{FF2B5EF4-FFF2-40B4-BE49-F238E27FC236}">
                    <a16:creationId xmlns:a16="http://schemas.microsoft.com/office/drawing/2014/main" id="{DB91C690-11B0-437D-BF55-9EF266453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081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56 h 3"/>
                  <a:gd name="T4" fmla="*/ 33 w 2"/>
                  <a:gd name="T5" fmla="*/ 0 h 3"/>
                  <a:gd name="T6" fmla="*/ 2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E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1" name="Freeform 1717">
                <a:extLst>
                  <a:ext uri="{FF2B5EF4-FFF2-40B4-BE49-F238E27FC236}">
                    <a16:creationId xmlns:a16="http://schemas.microsoft.com/office/drawing/2014/main" id="{F9B523B3-E62F-4ECA-ABBA-D8915DFE5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3246"/>
                <a:ext cx="25" cy="25"/>
              </a:xfrm>
              <a:custGeom>
                <a:avLst/>
                <a:gdLst>
                  <a:gd name="T0" fmla="*/ 0 w 10"/>
                  <a:gd name="T1" fmla="*/ 125 h 10"/>
                  <a:gd name="T2" fmla="*/ 0 w 10"/>
                  <a:gd name="T3" fmla="*/ 158 h 10"/>
                  <a:gd name="T4" fmla="*/ 158 w 10"/>
                  <a:gd name="T5" fmla="*/ 33 h 10"/>
                  <a:gd name="T6" fmla="*/ 63 w 10"/>
                  <a:gd name="T7" fmla="*/ 0 h 10"/>
                  <a:gd name="T8" fmla="*/ 63 w 10"/>
                  <a:gd name="T9" fmla="*/ 0 h 10"/>
                  <a:gd name="T10" fmla="*/ 33 w 10"/>
                  <a:gd name="T11" fmla="*/ 113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8"/>
                    </a:moveTo>
                    <a:cubicBezTo>
                      <a:pt x="0" y="9"/>
                      <a:pt x="0" y="9"/>
                      <a:pt x="0" y="10"/>
                    </a:cubicBezTo>
                    <a:cubicBezTo>
                      <a:pt x="4" y="7"/>
                      <a:pt x="7" y="5"/>
                      <a:pt x="10" y="2"/>
                    </a:cubicBezTo>
                    <a:cubicBezTo>
                      <a:pt x="8" y="2"/>
                      <a:pt x="5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3"/>
                      <a:pt x="6" y="6"/>
                      <a:pt x="2" y="7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2" name="Freeform 1718">
                <a:extLst>
                  <a:ext uri="{FF2B5EF4-FFF2-40B4-BE49-F238E27FC236}">
                    <a16:creationId xmlns:a16="http://schemas.microsoft.com/office/drawing/2014/main" id="{E3A018C2-0D42-4F5D-AD5F-59251A013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181"/>
                <a:ext cx="43" cy="45"/>
              </a:xfrm>
              <a:custGeom>
                <a:avLst/>
                <a:gdLst>
                  <a:gd name="T0" fmla="*/ 63 w 17"/>
                  <a:gd name="T1" fmla="*/ 250 h 18"/>
                  <a:gd name="T2" fmla="*/ 255 w 17"/>
                  <a:gd name="T3" fmla="*/ 113 h 18"/>
                  <a:gd name="T4" fmla="*/ 83 w 17"/>
                  <a:gd name="T5" fmla="*/ 0 h 18"/>
                  <a:gd name="T6" fmla="*/ 159 w 17"/>
                  <a:gd name="T7" fmla="*/ 125 h 18"/>
                  <a:gd name="T8" fmla="*/ 116 w 17"/>
                  <a:gd name="T9" fmla="*/ 145 h 18"/>
                  <a:gd name="T10" fmla="*/ 0 w 17"/>
                  <a:gd name="T11" fmla="*/ 28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8">
                    <a:moveTo>
                      <a:pt x="4" y="16"/>
                    </a:moveTo>
                    <a:cubicBezTo>
                      <a:pt x="6" y="14"/>
                      <a:pt x="17" y="11"/>
                      <a:pt x="16" y="7"/>
                    </a:cubicBezTo>
                    <a:cubicBezTo>
                      <a:pt x="11" y="8"/>
                      <a:pt x="5" y="6"/>
                      <a:pt x="5" y="0"/>
                    </a:cubicBezTo>
                    <a:cubicBezTo>
                      <a:pt x="6" y="3"/>
                      <a:pt x="8" y="5"/>
                      <a:pt x="10" y="8"/>
                    </a:cubicBezTo>
                    <a:cubicBezTo>
                      <a:pt x="9" y="8"/>
                      <a:pt x="8" y="9"/>
                      <a:pt x="7" y="9"/>
                    </a:cubicBezTo>
                    <a:cubicBezTo>
                      <a:pt x="13" y="12"/>
                      <a:pt x="4" y="16"/>
                      <a:pt x="0" y="18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3" name="Freeform 1719">
                <a:extLst>
                  <a:ext uri="{FF2B5EF4-FFF2-40B4-BE49-F238E27FC236}">
                    <a16:creationId xmlns:a16="http://schemas.microsoft.com/office/drawing/2014/main" id="{BF5D9632-297E-4AC9-B622-0F14A00AF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129"/>
                <a:ext cx="63" cy="72"/>
              </a:xfrm>
              <a:custGeom>
                <a:avLst/>
                <a:gdLst>
                  <a:gd name="T0" fmla="*/ 272 w 25"/>
                  <a:gd name="T1" fmla="*/ 124 h 29"/>
                  <a:gd name="T2" fmla="*/ 179 w 25"/>
                  <a:gd name="T3" fmla="*/ 0 h 29"/>
                  <a:gd name="T4" fmla="*/ 192 w 25"/>
                  <a:gd name="T5" fmla="*/ 258 h 29"/>
                  <a:gd name="T6" fmla="*/ 0 w 25"/>
                  <a:gd name="T7" fmla="*/ 444 h 29"/>
                  <a:gd name="T8" fmla="*/ 179 w 25"/>
                  <a:gd name="T9" fmla="*/ 21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17" y="8"/>
                    </a:moveTo>
                    <a:cubicBezTo>
                      <a:pt x="25" y="7"/>
                      <a:pt x="13" y="1"/>
                      <a:pt x="11" y="0"/>
                    </a:cubicBezTo>
                    <a:cubicBezTo>
                      <a:pt x="11" y="5"/>
                      <a:pt x="16" y="10"/>
                      <a:pt x="12" y="17"/>
                    </a:cubicBezTo>
                    <a:cubicBezTo>
                      <a:pt x="9" y="22"/>
                      <a:pt x="3" y="23"/>
                      <a:pt x="0" y="29"/>
                    </a:cubicBezTo>
                    <a:cubicBezTo>
                      <a:pt x="5" y="26"/>
                      <a:pt x="8" y="19"/>
                      <a:pt x="11" y="14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4" name="Freeform 1720">
                <a:extLst>
                  <a:ext uri="{FF2B5EF4-FFF2-40B4-BE49-F238E27FC236}">
                    <a16:creationId xmlns:a16="http://schemas.microsoft.com/office/drawing/2014/main" id="{C0B8BC5E-9F19-409F-913D-9FF25C3A9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089"/>
                <a:ext cx="23" cy="35"/>
              </a:xfrm>
              <a:custGeom>
                <a:avLst/>
                <a:gdLst>
                  <a:gd name="T0" fmla="*/ 51 w 9"/>
                  <a:gd name="T1" fmla="*/ 145 h 14"/>
                  <a:gd name="T2" fmla="*/ 151 w 9"/>
                  <a:gd name="T3" fmla="*/ 125 h 14"/>
                  <a:gd name="T4" fmla="*/ 66 w 9"/>
                  <a:gd name="T5" fmla="*/ 0 h 14"/>
                  <a:gd name="T6" fmla="*/ 84 w 9"/>
                  <a:gd name="T7" fmla="*/ 20 h 14"/>
                  <a:gd name="T8" fmla="*/ 0 w 9"/>
                  <a:gd name="T9" fmla="*/ 2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9"/>
                    </a:moveTo>
                    <a:cubicBezTo>
                      <a:pt x="4" y="12"/>
                      <a:pt x="9" y="10"/>
                      <a:pt x="9" y="8"/>
                    </a:cubicBezTo>
                    <a:cubicBezTo>
                      <a:pt x="9" y="5"/>
                      <a:pt x="4" y="3"/>
                      <a:pt x="4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4" y="5"/>
                      <a:pt x="2" y="10"/>
                      <a:pt x="0" y="14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5" name="Freeform 1721">
                <a:extLst>
                  <a:ext uri="{FF2B5EF4-FFF2-40B4-BE49-F238E27FC236}">
                    <a16:creationId xmlns:a16="http://schemas.microsoft.com/office/drawing/2014/main" id="{BD0BE8D7-A350-488C-9CF5-01B92EF51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3076"/>
                <a:ext cx="28" cy="28"/>
              </a:xfrm>
              <a:custGeom>
                <a:avLst/>
                <a:gdLst>
                  <a:gd name="T0" fmla="*/ 0 w 11"/>
                  <a:gd name="T1" fmla="*/ 163 h 11"/>
                  <a:gd name="T2" fmla="*/ 150 w 11"/>
                  <a:gd name="T3" fmla="*/ 84 h 11"/>
                  <a:gd name="T4" fmla="*/ 20 w 11"/>
                  <a:gd name="T5" fmla="*/ 0 h 11"/>
                  <a:gd name="T6" fmla="*/ 64 w 11"/>
                  <a:gd name="T7" fmla="*/ 163 h 11"/>
                  <a:gd name="T8" fmla="*/ 33 w 11"/>
                  <a:gd name="T9" fmla="*/ 16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10"/>
                    </a:moveTo>
                    <a:cubicBezTo>
                      <a:pt x="3" y="10"/>
                      <a:pt x="11" y="9"/>
                      <a:pt x="9" y="5"/>
                    </a:cubicBezTo>
                    <a:cubicBezTo>
                      <a:pt x="9" y="4"/>
                      <a:pt x="3" y="1"/>
                      <a:pt x="1" y="0"/>
                    </a:cubicBezTo>
                    <a:cubicBezTo>
                      <a:pt x="3" y="3"/>
                      <a:pt x="5" y="7"/>
                      <a:pt x="4" y="10"/>
                    </a:cubicBezTo>
                    <a:cubicBezTo>
                      <a:pt x="3" y="11"/>
                      <a:pt x="3" y="10"/>
                      <a:pt x="2" y="1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6" name="Freeform 1722">
                <a:extLst>
                  <a:ext uri="{FF2B5EF4-FFF2-40B4-BE49-F238E27FC236}">
                    <a16:creationId xmlns:a16="http://schemas.microsoft.com/office/drawing/2014/main" id="{A464A339-3B22-422C-9BA9-63A812369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049"/>
                <a:ext cx="18" cy="17"/>
              </a:xfrm>
              <a:custGeom>
                <a:avLst/>
                <a:gdLst>
                  <a:gd name="T0" fmla="*/ 0 w 7"/>
                  <a:gd name="T1" fmla="*/ 87 h 7"/>
                  <a:gd name="T2" fmla="*/ 118 w 7"/>
                  <a:gd name="T3" fmla="*/ 12 h 7"/>
                  <a:gd name="T4" fmla="*/ 0 w 7"/>
                  <a:gd name="T5" fmla="*/ 0 h 7"/>
                  <a:gd name="T6" fmla="*/ 21 w 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1" y="7"/>
                      <a:pt x="6" y="4"/>
                      <a:pt x="7" y="1"/>
                    </a:cubicBezTo>
                    <a:cubicBezTo>
                      <a:pt x="5" y="0"/>
                      <a:pt x="3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7" name="Freeform 1723">
                <a:extLst>
                  <a:ext uri="{FF2B5EF4-FFF2-40B4-BE49-F238E27FC236}">
                    <a16:creationId xmlns:a16="http://schemas.microsoft.com/office/drawing/2014/main" id="{0A60CEB5-0F2D-45F7-ABA7-5CD1DF9E7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3121"/>
                <a:ext cx="10" cy="13"/>
              </a:xfrm>
              <a:custGeom>
                <a:avLst/>
                <a:gdLst>
                  <a:gd name="T0" fmla="*/ 0 w 4"/>
                  <a:gd name="T1" fmla="*/ 68 h 5"/>
                  <a:gd name="T2" fmla="*/ 33 w 4"/>
                  <a:gd name="T3" fmla="*/ 0 h 5"/>
                  <a:gd name="T4" fmla="*/ 63 w 4"/>
                  <a:gd name="T5" fmla="*/ 88 h 5"/>
                  <a:gd name="T6" fmla="*/ 33 w 4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3"/>
                      <a:pt x="2" y="2"/>
                      <a:pt x="2" y="0"/>
                    </a:cubicBezTo>
                    <a:cubicBezTo>
                      <a:pt x="2" y="2"/>
                      <a:pt x="3" y="4"/>
                      <a:pt x="4" y="5"/>
                    </a:cubicBezTo>
                    <a:cubicBezTo>
                      <a:pt x="3" y="4"/>
                      <a:pt x="2" y="4"/>
                      <a:pt x="2" y="4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8" name="Freeform 1724">
                <a:extLst>
                  <a:ext uri="{FF2B5EF4-FFF2-40B4-BE49-F238E27FC236}">
                    <a16:creationId xmlns:a16="http://schemas.microsoft.com/office/drawing/2014/main" id="{D262893A-7EE5-49B6-8E28-6EBDE42C1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3149"/>
                <a:ext cx="35" cy="35"/>
              </a:xfrm>
              <a:custGeom>
                <a:avLst/>
                <a:gdLst>
                  <a:gd name="T0" fmla="*/ 50 w 14"/>
                  <a:gd name="T1" fmla="*/ 220 h 14"/>
                  <a:gd name="T2" fmla="*/ 220 w 14"/>
                  <a:gd name="T3" fmla="*/ 145 h 14"/>
                  <a:gd name="T4" fmla="*/ 158 w 14"/>
                  <a:gd name="T5" fmla="*/ 33 h 14"/>
                  <a:gd name="T6" fmla="*/ 188 w 14"/>
                  <a:gd name="T7" fmla="*/ 125 h 14"/>
                  <a:gd name="T8" fmla="*/ 95 w 14"/>
                  <a:gd name="T9" fmla="*/ 0 h 14"/>
                  <a:gd name="T10" fmla="*/ 0 w 14"/>
                  <a:gd name="T11" fmla="*/ 18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3" y="14"/>
                    </a:moveTo>
                    <a:cubicBezTo>
                      <a:pt x="6" y="13"/>
                      <a:pt x="12" y="12"/>
                      <a:pt x="14" y="9"/>
                    </a:cubicBezTo>
                    <a:cubicBezTo>
                      <a:pt x="12" y="7"/>
                      <a:pt x="11" y="5"/>
                      <a:pt x="10" y="2"/>
                    </a:cubicBezTo>
                    <a:cubicBezTo>
                      <a:pt x="11" y="4"/>
                      <a:pt x="12" y="6"/>
                      <a:pt x="12" y="8"/>
                    </a:cubicBezTo>
                    <a:cubicBezTo>
                      <a:pt x="9" y="7"/>
                      <a:pt x="8" y="3"/>
                      <a:pt x="6" y="0"/>
                    </a:cubicBezTo>
                    <a:cubicBezTo>
                      <a:pt x="6" y="5"/>
                      <a:pt x="6" y="10"/>
                      <a:pt x="0" y="12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9" name="Freeform 1725">
                <a:extLst>
                  <a:ext uri="{FF2B5EF4-FFF2-40B4-BE49-F238E27FC236}">
                    <a16:creationId xmlns:a16="http://schemas.microsoft.com/office/drawing/2014/main" id="{BD904DB5-D413-46AF-90D9-72567E048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051"/>
                <a:ext cx="30" cy="35"/>
              </a:xfrm>
              <a:custGeom>
                <a:avLst/>
                <a:gdLst>
                  <a:gd name="T0" fmla="*/ 125 w 12"/>
                  <a:gd name="T1" fmla="*/ 125 h 14"/>
                  <a:gd name="T2" fmla="*/ 113 w 12"/>
                  <a:gd name="T3" fmla="*/ 175 h 14"/>
                  <a:gd name="T4" fmla="*/ 145 w 12"/>
                  <a:gd name="T5" fmla="*/ 0 h 14"/>
                  <a:gd name="T6" fmla="*/ 175 w 12"/>
                  <a:gd name="T7" fmla="*/ 20 h 14"/>
                  <a:gd name="T8" fmla="*/ 0 w 12"/>
                  <a:gd name="T9" fmla="*/ 2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8" y="8"/>
                    </a:moveTo>
                    <a:cubicBezTo>
                      <a:pt x="7" y="9"/>
                      <a:pt x="7" y="10"/>
                      <a:pt x="7" y="11"/>
                    </a:cubicBezTo>
                    <a:cubicBezTo>
                      <a:pt x="12" y="9"/>
                      <a:pt x="11" y="4"/>
                      <a:pt x="9" y="0"/>
                    </a:cubicBezTo>
                    <a:cubicBezTo>
                      <a:pt x="10" y="0"/>
                      <a:pt x="10" y="1"/>
                      <a:pt x="11" y="1"/>
                    </a:cubicBezTo>
                    <a:cubicBezTo>
                      <a:pt x="8" y="6"/>
                      <a:pt x="2" y="10"/>
                      <a:pt x="0" y="14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0" name="Freeform 1726">
                <a:extLst>
                  <a:ext uri="{FF2B5EF4-FFF2-40B4-BE49-F238E27FC236}">
                    <a16:creationId xmlns:a16="http://schemas.microsoft.com/office/drawing/2014/main" id="{7AD8249F-3629-4BD3-A9C6-AED40C856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3039"/>
                <a:ext cx="28" cy="37"/>
              </a:xfrm>
              <a:custGeom>
                <a:avLst/>
                <a:gdLst>
                  <a:gd name="T0" fmla="*/ 51 w 11"/>
                  <a:gd name="T1" fmla="*/ 104 h 15"/>
                  <a:gd name="T2" fmla="*/ 51 w 11"/>
                  <a:gd name="T3" fmla="*/ 0 h 15"/>
                  <a:gd name="T4" fmla="*/ 0 w 11"/>
                  <a:gd name="T5" fmla="*/ 224 h 15"/>
                  <a:gd name="T6" fmla="*/ 33 w 11"/>
                  <a:gd name="T7" fmla="*/ 21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3" y="7"/>
                    </a:moveTo>
                    <a:cubicBezTo>
                      <a:pt x="7" y="4"/>
                      <a:pt x="11" y="0"/>
                      <a:pt x="3" y="0"/>
                    </a:cubicBezTo>
                    <a:cubicBezTo>
                      <a:pt x="5" y="0"/>
                      <a:pt x="7" y="13"/>
                      <a:pt x="0" y="15"/>
                    </a:cubicBezTo>
                    <a:cubicBezTo>
                      <a:pt x="0" y="14"/>
                      <a:pt x="2" y="14"/>
                      <a:pt x="2" y="14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1" name="Freeform 1727">
                <a:extLst>
                  <a:ext uri="{FF2B5EF4-FFF2-40B4-BE49-F238E27FC236}">
                    <a16:creationId xmlns:a16="http://schemas.microsoft.com/office/drawing/2014/main" id="{8683F777-FBF5-4689-B663-88E46BE4B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126"/>
                <a:ext cx="15" cy="28"/>
              </a:xfrm>
              <a:custGeom>
                <a:avLst/>
                <a:gdLst>
                  <a:gd name="T0" fmla="*/ 0 w 6"/>
                  <a:gd name="T1" fmla="*/ 181 h 11"/>
                  <a:gd name="T2" fmla="*/ 95 w 6"/>
                  <a:gd name="T3" fmla="*/ 64 h 11"/>
                  <a:gd name="T4" fmla="*/ 33 w 6"/>
                  <a:gd name="T5" fmla="*/ 0 h 11"/>
                  <a:gd name="T6" fmla="*/ 20 w 6"/>
                  <a:gd name="T7" fmla="*/ 8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0" y="8"/>
                      <a:pt x="4" y="6"/>
                      <a:pt x="6" y="4"/>
                    </a:cubicBezTo>
                    <a:cubicBezTo>
                      <a:pt x="4" y="3"/>
                      <a:pt x="1" y="3"/>
                      <a:pt x="2" y="0"/>
                    </a:cubicBezTo>
                    <a:cubicBezTo>
                      <a:pt x="4" y="2"/>
                      <a:pt x="4" y="4"/>
                      <a:pt x="1" y="5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2" name="Freeform 1728">
                <a:extLst>
                  <a:ext uri="{FF2B5EF4-FFF2-40B4-BE49-F238E27FC236}">
                    <a16:creationId xmlns:a16="http://schemas.microsoft.com/office/drawing/2014/main" id="{EF585DED-E543-45CE-8048-BB314C56D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244"/>
                <a:ext cx="15" cy="20"/>
              </a:xfrm>
              <a:custGeom>
                <a:avLst/>
                <a:gdLst>
                  <a:gd name="T0" fmla="*/ 33 w 6"/>
                  <a:gd name="T1" fmla="*/ 113 h 8"/>
                  <a:gd name="T2" fmla="*/ 95 w 6"/>
                  <a:gd name="T3" fmla="*/ 33 h 8"/>
                  <a:gd name="T4" fmla="*/ 0 w 6"/>
                  <a:gd name="T5" fmla="*/ 0 h 8"/>
                  <a:gd name="T6" fmla="*/ 33 w 6"/>
                  <a:gd name="T7" fmla="*/ 113 h 8"/>
                  <a:gd name="T8" fmla="*/ 0 w 6"/>
                  <a:gd name="T9" fmla="*/ 1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2" y="7"/>
                    </a:moveTo>
                    <a:cubicBezTo>
                      <a:pt x="4" y="5"/>
                      <a:pt x="5" y="4"/>
                      <a:pt x="6" y="2"/>
                    </a:cubicBezTo>
                    <a:cubicBezTo>
                      <a:pt x="4" y="1"/>
                      <a:pt x="0" y="3"/>
                      <a:pt x="0" y="0"/>
                    </a:cubicBezTo>
                    <a:cubicBezTo>
                      <a:pt x="1" y="2"/>
                      <a:pt x="3" y="5"/>
                      <a:pt x="2" y="7"/>
                    </a:cubicBezTo>
                    <a:cubicBezTo>
                      <a:pt x="1" y="8"/>
                      <a:pt x="1" y="7"/>
                      <a:pt x="0" y="7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3" name="Freeform 1729">
                <a:extLst>
                  <a:ext uri="{FF2B5EF4-FFF2-40B4-BE49-F238E27FC236}">
                    <a16:creationId xmlns:a16="http://schemas.microsoft.com/office/drawing/2014/main" id="{86C0A667-756C-4FB4-8FCA-26B89B658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219"/>
                <a:ext cx="12" cy="15"/>
              </a:xfrm>
              <a:custGeom>
                <a:avLst/>
                <a:gdLst>
                  <a:gd name="T0" fmla="*/ 58 w 5"/>
                  <a:gd name="T1" fmla="*/ 83 h 6"/>
                  <a:gd name="T2" fmla="*/ 70 w 5"/>
                  <a:gd name="T3" fmla="*/ 50 h 6"/>
                  <a:gd name="T4" fmla="*/ 12 w 5"/>
                  <a:gd name="T5" fmla="*/ 0 h 6"/>
                  <a:gd name="T6" fmla="*/ 41 w 5"/>
                  <a:gd name="T7" fmla="*/ 9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3" y="6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  <a:cubicBezTo>
                      <a:pt x="0" y="2"/>
                      <a:pt x="1" y="5"/>
                      <a:pt x="3" y="6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4" name="Freeform 1730">
                <a:extLst>
                  <a:ext uri="{FF2B5EF4-FFF2-40B4-BE49-F238E27FC236}">
                    <a16:creationId xmlns:a16="http://schemas.microsoft.com/office/drawing/2014/main" id="{F365B415-83EA-4F9A-94CB-1DF1F7282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3224"/>
                <a:ext cx="20" cy="42"/>
              </a:xfrm>
              <a:custGeom>
                <a:avLst/>
                <a:gdLst>
                  <a:gd name="T0" fmla="*/ 83 w 8"/>
                  <a:gd name="T1" fmla="*/ 225 h 17"/>
                  <a:gd name="T2" fmla="*/ 20 w 8"/>
                  <a:gd name="T3" fmla="*/ 166 h 17"/>
                  <a:gd name="T4" fmla="*/ 113 w 8"/>
                  <a:gd name="T5" fmla="*/ 0 h 17"/>
                  <a:gd name="T6" fmla="*/ 50 w 8"/>
                  <a:gd name="T7" fmla="*/ 195 h 17"/>
                  <a:gd name="T8" fmla="*/ 63 w 8"/>
                  <a:gd name="T9" fmla="*/ 212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7">
                    <a:moveTo>
                      <a:pt x="5" y="15"/>
                    </a:moveTo>
                    <a:cubicBezTo>
                      <a:pt x="3" y="15"/>
                      <a:pt x="0" y="17"/>
                      <a:pt x="1" y="11"/>
                    </a:cubicBezTo>
                    <a:cubicBezTo>
                      <a:pt x="1" y="8"/>
                      <a:pt x="5" y="4"/>
                      <a:pt x="7" y="0"/>
                    </a:cubicBezTo>
                    <a:cubicBezTo>
                      <a:pt x="8" y="5"/>
                      <a:pt x="5" y="8"/>
                      <a:pt x="3" y="13"/>
                    </a:cubicBezTo>
                    <a:cubicBezTo>
                      <a:pt x="4" y="13"/>
                      <a:pt x="4" y="13"/>
                      <a:pt x="4" y="14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5" name="Freeform 1731">
                <a:extLst>
                  <a:ext uri="{FF2B5EF4-FFF2-40B4-BE49-F238E27FC236}">
                    <a16:creationId xmlns:a16="http://schemas.microsoft.com/office/drawing/2014/main" id="{1AD3027B-B693-4AC1-9D09-9160F5C82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179"/>
                <a:ext cx="18" cy="25"/>
              </a:xfrm>
              <a:custGeom>
                <a:avLst/>
                <a:gdLst>
                  <a:gd name="T0" fmla="*/ 0 w 7"/>
                  <a:gd name="T1" fmla="*/ 158 h 10"/>
                  <a:gd name="T2" fmla="*/ 118 w 7"/>
                  <a:gd name="T3" fmla="*/ 95 h 10"/>
                  <a:gd name="T4" fmla="*/ 67 w 7"/>
                  <a:gd name="T5" fmla="*/ 0 h 10"/>
                  <a:gd name="T6" fmla="*/ 33 w 7"/>
                  <a:gd name="T7" fmla="*/ 14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2" y="9"/>
                      <a:pt x="6" y="9"/>
                      <a:pt x="7" y="6"/>
                    </a:cubicBezTo>
                    <a:cubicBezTo>
                      <a:pt x="4" y="5"/>
                      <a:pt x="3" y="3"/>
                      <a:pt x="4" y="0"/>
                    </a:cubicBezTo>
                    <a:cubicBezTo>
                      <a:pt x="4" y="2"/>
                      <a:pt x="4" y="6"/>
                      <a:pt x="2" y="9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6" name="Freeform 1732">
                <a:extLst>
                  <a:ext uri="{FF2B5EF4-FFF2-40B4-BE49-F238E27FC236}">
                    <a16:creationId xmlns:a16="http://schemas.microsoft.com/office/drawing/2014/main" id="{D73A4EFD-0F5D-4880-9E7E-0161E3D8B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159"/>
                <a:ext cx="20" cy="15"/>
              </a:xfrm>
              <a:custGeom>
                <a:avLst/>
                <a:gdLst>
                  <a:gd name="T0" fmla="*/ 0 w 8"/>
                  <a:gd name="T1" fmla="*/ 95 h 6"/>
                  <a:gd name="T2" fmla="*/ 63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2" y="5"/>
                      <a:pt x="8" y="3"/>
                      <a:pt x="4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7" name="Freeform 1733">
                <a:extLst>
                  <a:ext uri="{FF2B5EF4-FFF2-40B4-BE49-F238E27FC236}">
                    <a16:creationId xmlns:a16="http://schemas.microsoft.com/office/drawing/2014/main" id="{36E49284-F213-4D69-9E9D-C12BD18D4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121"/>
                <a:ext cx="17" cy="13"/>
              </a:xfrm>
              <a:custGeom>
                <a:avLst/>
                <a:gdLst>
                  <a:gd name="T0" fmla="*/ 0 w 7"/>
                  <a:gd name="T1" fmla="*/ 68 h 5"/>
                  <a:gd name="T2" fmla="*/ 41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4"/>
                    </a:moveTo>
                    <a:cubicBezTo>
                      <a:pt x="3" y="5"/>
                      <a:pt x="7" y="2"/>
                      <a:pt x="3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8" name="Freeform 1734">
                <a:extLst>
                  <a:ext uri="{FF2B5EF4-FFF2-40B4-BE49-F238E27FC236}">
                    <a16:creationId xmlns:a16="http://schemas.microsoft.com/office/drawing/2014/main" id="{1BFEC837-B409-4E4F-ABF5-055D81E4D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3096"/>
                <a:ext cx="18" cy="28"/>
              </a:xfrm>
              <a:custGeom>
                <a:avLst/>
                <a:gdLst>
                  <a:gd name="T0" fmla="*/ 0 w 7"/>
                  <a:gd name="T1" fmla="*/ 181 h 11"/>
                  <a:gd name="T2" fmla="*/ 100 w 7"/>
                  <a:gd name="T3" fmla="*/ 97 h 11"/>
                  <a:gd name="T4" fmla="*/ 67 w 7"/>
                  <a:gd name="T5" fmla="*/ 64 h 11"/>
                  <a:gd name="T6" fmla="*/ 118 w 7"/>
                  <a:gd name="T7" fmla="*/ 0 h 11"/>
                  <a:gd name="T8" fmla="*/ 54 w 7"/>
                  <a:gd name="T9" fmla="*/ 13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3" y="11"/>
                      <a:pt x="6" y="8"/>
                      <a:pt x="6" y="6"/>
                    </a:cubicBezTo>
                    <a:cubicBezTo>
                      <a:pt x="6" y="6"/>
                      <a:pt x="4" y="5"/>
                      <a:pt x="4" y="4"/>
                    </a:cubicBezTo>
                    <a:cubicBezTo>
                      <a:pt x="4" y="3"/>
                      <a:pt x="6" y="0"/>
                      <a:pt x="7" y="0"/>
                    </a:cubicBezTo>
                    <a:cubicBezTo>
                      <a:pt x="6" y="3"/>
                      <a:pt x="6" y="7"/>
                      <a:pt x="3" y="8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9" name="Freeform 1735">
                <a:extLst>
                  <a:ext uri="{FF2B5EF4-FFF2-40B4-BE49-F238E27FC236}">
                    <a16:creationId xmlns:a16="http://schemas.microsoft.com/office/drawing/2014/main" id="{85D5283F-43F0-436A-9505-146018157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076"/>
                <a:ext cx="20" cy="15"/>
              </a:xfrm>
              <a:custGeom>
                <a:avLst/>
                <a:gdLst>
                  <a:gd name="T0" fmla="*/ 63 w 8"/>
                  <a:gd name="T1" fmla="*/ 95 h 6"/>
                  <a:gd name="T2" fmla="*/ 0 w 8"/>
                  <a:gd name="T3" fmla="*/ 83 h 6"/>
                  <a:gd name="T4" fmla="*/ 125 w 8"/>
                  <a:gd name="T5" fmla="*/ 0 h 6"/>
                  <a:gd name="T6" fmla="*/ 95 w 8"/>
                  <a:gd name="T7" fmla="*/ 6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4" y="6"/>
                    </a:moveTo>
                    <a:cubicBezTo>
                      <a:pt x="4" y="6"/>
                      <a:pt x="1" y="5"/>
                      <a:pt x="0" y="5"/>
                    </a:cubicBezTo>
                    <a:cubicBezTo>
                      <a:pt x="3" y="4"/>
                      <a:pt x="8" y="4"/>
                      <a:pt x="8" y="0"/>
                    </a:cubicBezTo>
                    <a:cubicBezTo>
                      <a:pt x="7" y="1"/>
                      <a:pt x="7" y="3"/>
                      <a:pt x="6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0" name="Freeform 1736">
                <a:extLst>
                  <a:ext uri="{FF2B5EF4-FFF2-40B4-BE49-F238E27FC236}">
                    <a16:creationId xmlns:a16="http://schemas.microsoft.com/office/drawing/2014/main" id="{3CA15086-EF5A-44DA-A024-E18D431B0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3051"/>
                <a:ext cx="20" cy="18"/>
              </a:xfrm>
              <a:custGeom>
                <a:avLst/>
                <a:gdLst>
                  <a:gd name="T0" fmla="*/ 33 w 8"/>
                  <a:gd name="T1" fmla="*/ 118 h 7"/>
                  <a:gd name="T2" fmla="*/ 125 w 8"/>
                  <a:gd name="T3" fmla="*/ 100 h 7"/>
                  <a:gd name="T4" fmla="*/ 95 w 8"/>
                  <a:gd name="T5" fmla="*/ 0 h 7"/>
                  <a:gd name="T6" fmla="*/ 0 w 8"/>
                  <a:gd name="T7" fmla="*/ 100 h 7"/>
                  <a:gd name="T8" fmla="*/ 0 w 8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7"/>
                    </a:moveTo>
                    <a:cubicBezTo>
                      <a:pt x="4" y="7"/>
                      <a:pt x="6" y="7"/>
                      <a:pt x="8" y="6"/>
                    </a:cubicBezTo>
                    <a:cubicBezTo>
                      <a:pt x="6" y="4"/>
                      <a:pt x="5" y="3"/>
                      <a:pt x="6" y="0"/>
                    </a:cubicBezTo>
                    <a:cubicBezTo>
                      <a:pt x="4" y="2"/>
                      <a:pt x="2" y="4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1" name="Freeform 1737">
                <a:extLst>
                  <a:ext uri="{FF2B5EF4-FFF2-40B4-BE49-F238E27FC236}">
                    <a16:creationId xmlns:a16="http://schemas.microsoft.com/office/drawing/2014/main" id="{166F28CB-8642-4763-872F-3C2A7BCDA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101"/>
                <a:ext cx="10" cy="5"/>
              </a:xfrm>
              <a:custGeom>
                <a:avLst/>
                <a:gdLst>
                  <a:gd name="T0" fmla="*/ 33 w 4"/>
                  <a:gd name="T1" fmla="*/ 20 h 2"/>
                  <a:gd name="T2" fmla="*/ 63 w 4"/>
                  <a:gd name="T3" fmla="*/ 20 h 2"/>
                  <a:gd name="T4" fmla="*/ 0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2" y="1"/>
                      <a:pt x="3" y="2"/>
                      <a:pt x="4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2" name="Freeform 1738">
                <a:extLst>
                  <a:ext uri="{FF2B5EF4-FFF2-40B4-BE49-F238E27FC236}">
                    <a16:creationId xmlns:a16="http://schemas.microsoft.com/office/drawing/2014/main" id="{F156762C-D9D8-44E6-8A16-93F9DD4B3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144"/>
                <a:ext cx="7" cy="25"/>
              </a:xfrm>
              <a:custGeom>
                <a:avLst/>
                <a:gdLst>
                  <a:gd name="T0" fmla="*/ 12 w 3"/>
                  <a:gd name="T1" fmla="*/ 63 h 10"/>
                  <a:gd name="T2" fmla="*/ 28 w 3"/>
                  <a:gd name="T3" fmla="*/ 63 h 10"/>
                  <a:gd name="T4" fmla="*/ 0 w 3"/>
                  <a:gd name="T5" fmla="*/ 125 h 10"/>
                  <a:gd name="T6" fmla="*/ 37 w 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0">
                    <a:moveTo>
                      <a:pt x="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10"/>
                      <a:pt x="0" y="8"/>
                    </a:cubicBezTo>
                    <a:cubicBezTo>
                      <a:pt x="1" y="6"/>
                      <a:pt x="2" y="0"/>
                      <a:pt x="3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3" name="Freeform 1739">
                <a:extLst>
                  <a:ext uri="{FF2B5EF4-FFF2-40B4-BE49-F238E27FC236}">
                    <a16:creationId xmlns:a16="http://schemas.microsoft.com/office/drawing/2014/main" id="{DBDA65DF-4EA2-470F-96FC-8131EACA3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3116"/>
                <a:ext cx="15" cy="15"/>
              </a:xfrm>
              <a:custGeom>
                <a:avLst/>
                <a:gdLst>
                  <a:gd name="T0" fmla="*/ 50 w 6"/>
                  <a:gd name="T1" fmla="*/ 63 h 6"/>
                  <a:gd name="T2" fmla="*/ 33 w 6"/>
                  <a:gd name="T3" fmla="*/ 83 h 6"/>
                  <a:gd name="T4" fmla="*/ 95 w 6"/>
                  <a:gd name="T5" fmla="*/ 83 h 6"/>
                  <a:gd name="T6" fmla="*/ 33 w 6"/>
                  <a:gd name="T7" fmla="*/ 0 h 6"/>
                  <a:gd name="T8" fmla="*/ 0 w 6"/>
                  <a:gd name="T9" fmla="*/ 8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4"/>
                    </a:moveTo>
                    <a:cubicBezTo>
                      <a:pt x="3" y="5"/>
                      <a:pt x="3" y="5"/>
                      <a:pt x="2" y="5"/>
                    </a:cubicBezTo>
                    <a:cubicBezTo>
                      <a:pt x="3" y="6"/>
                      <a:pt x="5" y="5"/>
                      <a:pt x="6" y="5"/>
                    </a:cubicBezTo>
                    <a:cubicBezTo>
                      <a:pt x="4" y="3"/>
                      <a:pt x="1" y="3"/>
                      <a:pt x="2" y="0"/>
                    </a:cubicBez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4" name="Freeform 1740">
                <a:extLst>
                  <a:ext uri="{FF2B5EF4-FFF2-40B4-BE49-F238E27FC236}">
                    <a16:creationId xmlns:a16="http://schemas.microsoft.com/office/drawing/2014/main" id="{84FCD536-9E53-4956-837D-78E732461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196"/>
                <a:ext cx="35" cy="23"/>
              </a:xfrm>
              <a:custGeom>
                <a:avLst/>
                <a:gdLst>
                  <a:gd name="T0" fmla="*/ 158 w 14"/>
                  <a:gd name="T1" fmla="*/ 118 h 9"/>
                  <a:gd name="T2" fmla="*/ 158 w 14"/>
                  <a:gd name="T3" fmla="*/ 130 h 9"/>
                  <a:gd name="T4" fmla="*/ 220 w 14"/>
                  <a:gd name="T5" fmla="*/ 97 h 9"/>
                  <a:gd name="T6" fmla="*/ 188 w 14"/>
                  <a:gd name="T7" fmla="*/ 0 h 9"/>
                  <a:gd name="T8" fmla="*/ 125 w 14"/>
                  <a:gd name="T9" fmla="*/ 118 h 9"/>
                  <a:gd name="T10" fmla="*/ 0 w 14"/>
                  <a:gd name="T11" fmla="*/ 151 h 9"/>
                  <a:gd name="T12" fmla="*/ 20 w 14"/>
                  <a:gd name="T13" fmla="*/ 151 h 9"/>
                  <a:gd name="T14" fmla="*/ 50 w 14"/>
                  <a:gd name="T15" fmla="*/ 15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9">
                    <a:moveTo>
                      <a:pt x="10" y="7"/>
                    </a:moveTo>
                    <a:cubicBezTo>
                      <a:pt x="10" y="7"/>
                      <a:pt x="9" y="7"/>
                      <a:pt x="10" y="8"/>
                    </a:cubicBezTo>
                    <a:cubicBezTo>
                      <a:pt x="11" y="8"/>
                      <a:pt x="13" y="7"/>
                      <a:pt x="14" y="6"/>
                    </a:cubicBezTo>
                    <a:cubicBezTo>
                      <a:pt x="11" y="5"/>
                      <a:pt x="10" y="3"/>
                      <a:pt x="12" y="0"/>
                    </a:cubicBezTo>
                    <a:cubicBezTo>
                      <a:pt x="11" y="3"/>
                      <a:pt x="10" y="5"/>
                      <a:pt x="8" y="7"/>
                    </a:cubicBezTo>
                    <a:cubicBezTo>
                      <a:pt x="6" y="8"/>
                      <a:pt x="3" y="7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9"/>
                      <a:pt x="3" y="9"/>
                      <a:pt x="3" y="9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5" name="Freeform 1741">
                <a:extLst>
                  <a:ext uri="{FF2B5EF4-FFF2-40B4-BE49-F238E27FC236}">
                    <a16:creationId xmlns:a16="http://schemas.microsoft.com/office/drawing/2014/main" id="{56424558-E908-41F6-AFA2-99A702C67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239"/>
                <a:ext cx="22" cy="25"/>
              </a:xfrm>
              <a:custGeom>
                <a:avLst/>
                <a:gdLst>
                  <a:gd name="T0" fmla="*/ 71 w 9"/>
                  <a:gd name="T1" fmla="*/ 113 h 10"/>
                  <a:gd name="T2" fmla="*/ 71 w 9"/>
                  <a:gd name="T3" fmla="*/ 95 h 10"/>
                  <a:gd name="T4" fmla="*/ 132 w 9"/>
                  <a:gd name="T5" fmla="*/ 63 h 10"/>
                  <a:gd name="T6" fmla="*/ 71 w 9"/>
                  <a:gd name="T7" fmla="*/ 0 h 10"/>
                  <a:gd name="T8" fmla="*/ 0 w 9"/>
                  <a:gd name="T9" fmla="*/ 158 h 10"/>
                  <a:gd name="T10" fmla="*/ 42 w 9"/>
                  <a:gd name="T11" fmla="*/ 15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5" y="7"/>
                    </a:moveTo>
                    <a:cubicBezTo>
                      <a:pt x="5" y="6"/>
                      <a:pt x="4" y="7"/>
                      <a:pt x="5" y="6"/>
                    </a:cubicBezTo>
                    <a:cubicBezTo>
                      <a:pt x="6" y="6"/>
                      <a:pt x="8" y="5"/>
                      <a:pt x="9" y="4"/>
                    </a:cubicBezTo>
                    <a:cubicBezTo>
                      <a:pt x="7" y="3"/>
                      <a:pt x="4" y="2"/>
                      <a:pt x="5" y="0"/>
                    </a:cubicBezTo>
                    <a:cubicBezTo>
                      <a:pt x="7" y="3"/>
                      <a:pt x="2" y="8"/>
                      <a:pt x="0" y="10"/>
                    </a:cubicBezTo>
                    <a:cubicBezTo>
                      <a:pt x="1" y="10"/>
                      <a:pt x="2" y="10"/>
                      <a:pt x="3" y="1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6" name="Freeform 1742">
                <a:extLst>
                  <a:ext uri="{FF2B5EF4-FFF2-40B4-BE49-F238E27FC236}">
                    <a16:creationId xmlns:a16="http://schemas.microsoft.com/office/drawing/2014/main" id="{E0B1B926-A148-4E30-9207-2844C055E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3274"/>
                <a:ext cx="8" cy="10"/>
              </a:xfrm>
              <a:custGeom>
                <a:avLst/>
                <a:gdLst>
                  <a:gd name="T0" fmla="*/ 35 w 3"/>
                  <a:gd name="T1" fmla="*/ 63 h 4"/>
                  <a:gd name="T2" fmla="*/ 21 w 3"/>
                  <a:gd name="T3" fmla="*/ 0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3"/>
                      <a:pt x="2" y="0"/>
                      <a:pt x="1" y="0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7" name="Freeform 1743">
                <a:extLst>
                  <a:ext uri="{FF2B5EF4-FFF2-40B4-BE49-F238E27FC236}">
                    <a16:creationId xmlns:a16="http://schemas.microsoft.com/office/drawing/2014/main" id="{35F35AA5-8632-4734-AEB1-ABB3C886D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269"/>
                <a:ext cx="13" cy="20"/>
              </a:xfrm>
              <a:custGeom>
                <a:avLst/>
                <a:gdLst>
                  <a:gd name="T0" fmla="*/ 21 w 5"/>
                  <a:gd name="T1" fmla="*/ 125 h 8"/>
                  <a:gd name="T2" fmla="*/ 88 w 5"/>
                  <a:gd name="T3" fmla="*/ 83 h 8"/>
                  <a:gd name="T4" fmla="*/ 68 w 5"/>
                  <a:gd name="T5" fmla="*/ 0 h 8"/>
                  <a:gd name="T6" fmla="*/ 21 w 5"/>
                  <a:gd name="T7" fmla="*/ 12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1" y="8"/>
                    </a:moveTo>
                    <a:cubicBezTo>
                      <a:pt x="0" y="7"/>
                      <a:pt x="4" y="7"/>
                      <a:pt x="5" y="5"/>
                    </a:cubicBezTo>
                    <a:cubicBezTo>
                      <a:pt x="5" y="3"/>
                      <a:pt x="2" y="2"/>
                      <a:pt x="4" y="0"/>
                    </a:cubicBezTo>
                    <a:cubicBezTo>
                      <a:pt x="3" y="2"/>
                      <a:pt x="3" y="6"/>
                      <a:pt x="1" y="8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8" name="Freeform 1744">
                <a:extLst>
                  <a:ext uri="{FF2B5EF4-FFF2-40B4-BE49-F238E27FC236}">
                    <a16:creationId xmlns:a16="http://schemas.microsoft.com/office/drawing/2014/main" id="{A0A74134-65D3-4509-8657-627F3356F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3211"/>
                <a:ext cx="30" cy="23"/>
              </a:xfrm>
              <a:custGeom>
                <a:avLst/>
                <a:gdLst>
                  <a:gd name="T0" fmla="*/ 113 w 12"/>
                  <a:gd name="T1" fmla="*/ 97 h 9"/>
                  <a:gd name="T2" fmla="*/ 113 w 12"/>
                  <a:gd name="T3" fmla="*/ 97 h 9"/>
                  <a:gd name="T4" fmla="*/ 188 w 12"/>
                  <a:gd name="T5" fmla="*/ 66 h 9"/>
                  <a:gd name="T6" fmla="*/ 158 w 12"/>
                  <a:gd name="T7" fmla="*/ 0 h 9"/>
                  <a:gd name="T8" fmla="*/ 0 w 12"/>
                  <a:gd name="T9" fmla="*/ 118 h 9"/>
                  <a:gd name="T10" fmla="*/ 63 w 12"/>
                  <a:gd name="T11" fmla="*/ 151 h 9"/>
                  <a:gd name="T12" fmla="*/ 83 w 12"/>
                  <a:gd name="T13" fmla="*/ 9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7" y="6"/>
                    </a:moveTo>
                    <a:cubicBezTo>
                      <a:pt x="7" y="6"/>
                      <a:pt x="6" y="6"/>
                      <a:pt x="7" y="6"/>
                    </a:cubicBezTo>
                    <a:cubicBezTo>
                      <a:pt x="8" y="6"/>
                      <a:pt x="12" y="6"/>
                      <a:pt x="12" y="4"/>
                    </a:cubicBezTo>
                    <a:cubicBezTo>
                      <a:pt x="12" y="3"/>
                      <a:pt x="10" y="1"/>
                      <a:pt x="10" y="0"/>
                    </a:cubicBezTo>
                    <a:cubicBezTo>
                      <a:pt x="8" y="3"/>
                      <a:pt x="3" y="8"/>
                      <a:pt x="0" y="7"/>
                    </a:cubicBezTo>
                    <a:cubicBezTo>
                      <a:pt x="1" y="8"/>
                      <a:pt x="3" y="8"/>
                      <a:pt x="4" y="9"/>
                    </a:cubicBezTo>
                    <a:cubicBezTo>
                      <a:pt x="5" y="8"/>
                      <a:pt x="5" y="6"/>
                      <a:pt x="5" y="6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9" name="Freeform 1745">
                <a:extLst>
                  <a:ext uri="{FF2B5EF4-FFF2-40B4-BE49-F238E27FC236}">
                    <a16:creationId xmlns:a16="http://schemas.microsoft.com/office/drawing/2014/main" id="{47DAC557-2CB1-4384-976C-7A65E4758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3134"/>
                <a:ext cx="25" cy="35"/>
              </a:xfrm>
              <a:custGeom>
                <a:avLst/>
                <a:gdLst>
                  <a:gd name="T0" fmla="*/ 83 w 10"/>
                  <a:gd name="T1" fmla="*/ 95 h 14"/>
                  <a:gd name="T2" fmla="*/ 158 w 10"/>
                  <a:gd name="T3" fmla="*/ 0 h 14"/>
                  <a:gd name="T4" fmla="*/ 83 w 10"/>
                  <a:gd name="T5" fmla="*/ 33 h 14"/>
                  <a:gd name="T6" fmla="*/ 63 w 10"/>
                  <a:gd name="T7" fmla="*/ 125 h 14"/>
                  <a:gd name="T8" fmla="*/ 0 w 10"/>
                  <a:gd name="T9" fmla="*/ 188 h 14"/>
                  <a:gd name="T10" fmla="*/ 83 w 10"/>
                  <a:gd name="T11" fmla="*/ 208 h 14"/>
                  <a:gd name="T12" fmla="*/ 50 w 10"/>
                  <a:gd name="T13" fmla="*/ 17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5" y="6"/>
                    </a:moveTo>
                    <a:cubicBezTo>
                      <a:pt x="7" y="6"/>
                      <a:pt x="9" y="2"/>
                      <a:pt x="10" y="0"/>
                    </a:cubicBezTo>
                    <a:cubicBezTo>
                      <a:pt x="9" y="0"/>
                      <a:pt x="6" y="1"/>
                      <a:pt x="5" y="2"/>
                    </a:cubicBezTo>
                    <a:cubicBezTo>
                      <a:pt x="4" y="4"/>
                      <a:pt x="5" y="6"/>
                      <a:pt x="4" y="8"/>
                    </a:cubicBezTo>
                    <a:cubicBezTo>
                      <a:pt x="3" y="9"/>
                      <a:pt x="0" y="10"/>
                      <a:pt x="0" y="12"/>
                    </a:cubicBezTo>
                    <a:cubicBezTo>
                      <a:pt x="0" y="14"/>
                      <a:pt x="4" y="13"/>
                      <a:pt x="5" y="13"/>
                    </a:cubicBezTo>
                    <a:cubicBezTo>
                      <a:pt x="4" y="12"/>
                      <a:pt x="4" y="11"/>
                      <a:pt x="3" y="11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0" name="Freeform 1746">
                <a:extLst>
                  <a:ext uri="{FF2B5EF4-FFF2-40B4-BE49-F238E27FC236}">
                    <a16:creationId xmlns:a16="http://schemas.microsoft.com/office/drawing/2014/main" id="{D630B13B-B528-417A-8DB6-95D09C767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101"/>
                <a:ext cx="25" cy="18"/>
              </a:xfrm>
              <a:custGeom>
                <a:avLst/>
                <a:gdLst>
                  <a:gd name="T0" fmla="*/ 83 w 10"/>
                  <a:gd name="T1" fmla="*/ 85 h 7"/>
                  <a:gd name="T2" fmla="*/ 95 w 10"/>
                  <a:gd name="T3" fmla="*/ 118 h 7"/>
                  <a:gd name="T4" fmla="*/ 113 w 10"/>
                  <a:gd name="T5" fmla="*/ 0 h 7"/>
                  <a:gd name="T6" fmla="*/ 63 w 10"/>
                  <a:gd name="T7" fmla="*/ 11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5" y="5"/>
                    </a:moveTo>
                    <a:cubicBezTo>
                      <a:pt x="5" y="6"/>
                      <a:pt x="5" y="7"/>
                      <a:pt x="6" y="7"/>
                    </a:cubicBezTo>
                    <a:cubicBezTo>
                      <a:pt x="0" y="5"/>
                      <a:pt x="8" y="2"/>
                      <a:pt x="7" y="0"/>
                    </a:cubicBezTo>
                    <a:cubicBezTo>
                      <a:pt x="10" y="5"/>
                      <a:pt x="3" y="4"/>
                      <a:pt x="4" y="7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1" name="Freeform 1747">
                <a:extLst>
                  <a:ext uri="{FF2B5EF4-FFF2-40B4-BE49-F238E27FC236}">
                    <a16:creationId xmlns:a16="http://schemas.microsoft.com/office/drawing/2014/main" id="{715F6655-F6EA-4F7D-AD50-15FE63A33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201"/>
                <a:ext cx="10" cy="13"/>
              </a:xfrm>
              <a:custGeom>
                <a:avLst/>
                <a:gdLst>
                  <a:gd name="T0" fmla="*/ 0 w 4"/>
                  <a:gd name="T1" fmla="*/ 68 h 5"/>
                  <a:gd name="T2" fmla="*/ 63 w 4"/>
                  <a:gd name="T3" fmla="*/ 68 h 5"/>
                  <a:gd name="T4" fmla="*/ 63 w 4"/>
                  <a:gd name="T5" fmla="*/ 0 h 5"/>
                  <a:gd name="T6" fmla="*/ 0 w 4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5"/>
                      <a:pt x="2" y="5"/>
                      <a:pt x="4" y="4"/>
                    </a:cubicBezTo>
                    <a:cubicBezTo>
                      <a:pt x="1" y="4"/>
                      <a:pt x="3" y="1"/>
                      <a:pt x="4" y="0"/>
                    </a:cubicBezTo>
                    <a:cubicBezTo>
                      <a:pt x="2" y="0"/>
                      <a:pt x="1" y="3"/>
                      <a:pt x="0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2" name="Freeform 1748">
                <a:extLst>
                  <a:ext uri="{FF2B5EF4-FFF2-40B4-BE49-F238E27FC236}">
                    <a16:creationId xmlns:a16="http://schemas.microsoft.com/office/drawing/2014/main" id="{91E0C63B-A277-4DB9-823E-D26A134DB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116"/>
                <a:ext cx="40" cy="90"/>
              </a:xfrm>
              <a:custGeom>
                <a:avLst/>
                <a:gdLst>
                  <a:gd name="T0" fmla="*/ 158 w 16"/>
                  <a:gd name="T1" fmla="*/ 300 h 36"/>
                  <a:gd name="T2" fmla="*/ 238 w 16"/>
                  <a:gd name="T3" fmla="*/ 125 h 36"/>
                  <a:gd name="T4" fmla="*/ 145 w 16"/>
                  <a:gd name="T5" fmla="*/ 175 h 36"/>
                  <a:gd name="T6" fmla="*/ 95 w 16"/>
                  <a:gd name="T7" fmla="*/ 95 h 36"/>
                  <a:gd name="T8" fmla="*/ 83 w 16"/>
                  <a:gd name="T9" fmla="*/ 0 h 36"/>
                  <a:gd name="T10" fmla="*/ 83 w 16"/>
                  <a:gd name="T11" fmla="*/ 83 h 36"/>
                  <a:gd name="T12" fmla="*/ 63 w 16"/>
                  <a:gd name="T13" fmla="*/ 158 h 36"/>
                  <a:gd name="T14" fmla="*/ 83 w 16"/>
                  <a:gd name="T15" fmla="*/ 220 h 36"/>
                  <a:gd name="T16" fmla="*/ 145 w 16"/>
                  <a:gd name="T17" fmla="*/ 220 h 36"/>
                  <a:gd name="T18" fmla="*/ 125 w 16"/>
                  <a:gd name="T19" fmla="*/ 333 h 36"/>
                  <a:gd name="T20" fmla="*/ 145 w 16"/>
                  <a:gd name="T21" fmla="*/ 408 h 36"/>
                  <a:gd name="T22" fmla="*/ 83 w 16"/>
                  <a:gd name="T23" fmla="*/ 458 h 36"/>
                  <a:gd name="T24" fmla="*/ 95 w 16"/>
                  <a:gd name="T25" fmla="*/ 563 h 36"/>
                  <a:gd name="T26" fmla="*/ 125 w 16"/>
                  <a:gd name="T27" fmla="*/ 425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36">
                    <a:moveTo>
                      <a:pt x="10" y="19"/>
                    </a:moveTo>
                    <a:cubicBezTo>
                      <a:pt x="11" y="17"/>
                      <a:pt x="16" y="10"/>
                      <a:pt x="15" y="8"/>
                    </a:cubicBezTo>
                    <a:cubicBezTo>
                      <a:pt x="11" y="7"/>
                      <a:pt x="11" y="11"/>
                      <a:pt x="9" y="11"/>
                    </a:cubicBezTo>
                    <a:cubicBezTo>
                      <a:pt x="6" y="12"/>
                      <a:pt x="6" y="8"/>
                      <a:pt x="6" y="6"/>
                    </a:cubicBezTo>
                    <a:cubicBezTo>
                      <a:pt x="6" y="4"/>
                      <a:pt x="8" y="0"/>
                      <a:pt x="5" y="0"/>
                    </a:cubicBezTo>
                    <a:cubicBezTo>
                      <a:pt x="1" y="0"/>
                      <a:pt x="4" y="4"/>
                      <a:pt x="5" y="5"/>
                    </a:cubicBezTo>
                    <a:cubicBezTo>
                      <a:pt x="3" y="7"/>
                      <a:pt x="4" y="7"/>
                      <a:pt x="4" y="10"/>
                    </a:cubicBezTo>
                    <a:cubicBezTo>
                      <a:pt x="4" y="10"/>
                      <a:pt x="5" y="14"/>
                      <a:pt x="5" y="14"/>
                    </a:cubicBezTo>
                    <a:cubicBezTo>
                      <a:pt x="6" y="15"/>
                      <a:pt x="8" y="13"/>
                      <a:pt x="9" y="14"/>
                    </a:cubicBezTo>
                    <a:cubicBezTo>
                      <a:pt x="10" y="16"/>
                      <a:pt x="9" y="19"/>
                      <a:pt x="8" y="21"/>
                    </a:cubicBezTo>
                    <a:cubicBezTo>
                      <a:pt x="8" y="22"/>
                      <a:pt x="9" y="25"/>
                      <a:pt x="9" y="26"/>
                    </a:cubicBezTo>
                    <a:cubicBezTo>
                      <a:pt x="8" y="28"/>
                      <a:pt x="6" y="28"/>
                      <a:pt x="5" y="29"/>
                    </a:cubicBezTo>
                    <a:cubicBezTo>
                      <a:pt x="1" y="32"/>
                      <a:pt x="0" y="34"/>
                      <a:pt x="6" y="36"/>
                    </a:cubicBezTo>
                    <a:cubicBezTo>
                      <a:pt x="5" y="33"/>
                      <a:pt x="7" y="30"/>
                      <a:pt x="8" y="27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3" name="Freeform 1749">
                <a:extLst>
                  <a:ext uri="{FF2B5EF4-FFF2-40B4-BE49-F238E27FC236}">
                    <a16:creationId xmlns:a16="http://schemas.microsoft.com/office/drawing/2014/main" id="{898FCD4D-D551-4E53-921A-1051E4708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161"/>
                <a:ext cx="50" cy="48"/>
              </a:xfrm>
              <a:custGeom>
                <a:avLst/>
                <a:gdLst>
                  <a:gd name="T0" fmla="*/ 313 w 20"/>
                  <a:gd name="T1" fmla="*/ 192 h 19"/>
                  <a:gd name="T2" fmla="*/ 220 w 20"/>
                  <a:gd name="T3" fmla="*/ 159 h 19"/>
                  <a:gd name="T4" fmla="*/ 250 w 20"/>
                  <a:gd name="T5" fmla="*/ 63 h 19"/>
                  <a:gd name="T6" fmla="*/ 113 w 20"/>
                  <a:gd name="T7" fmla="*/ 114 h 19"/>
                  <a:gd name="T8" fmla="*/ 175 w 20"/>
                  <a:gd name="T9" fmla="*/ 255 h 19"/>
                  <a:gd name="T10" fmla="*/ 83 w 20"/>
                  <a:gd name="T11" fmla="*/ 192 h 19"/>
                  <a:gd name="T12" fmla="*/ 0 w 20"/>
                  <a:gd name="T13" fmla="*/ 222 h 19"/>
                  <a:gd name="T14" fmla="*/ 125 w 20"/>
                  <a:gd name="T15" fmla="*/ 114 h 19"/>
                  <a:gd name="T16" fmla="*/ 188 w 20"/>
                  <a:gd name="T17" fmla="*/ 0 h 19"/>
                  <a:gd name="T18" fmla="*/ 220 w 20"/>
                  <a:gd name="T19" fmla="*/ 63 h 19"/>
                  <a:gd name="T20" fmla="*/ 208 w 20"/>
                  <a:gd name="T21" fmla="*/ 83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19">
                    <a:moveTo>
                      <a:pt x="20" y="12"/>
                    </a:moveTo>
                    <a:cubicBezTo>
                      <a:pt x="19" y="11"/>
                      <a:pt x="15" y="11"/>
                      <a:pt x="14" y="10"/>
                    </a:cubicBezTo>
                    <a:cubicBezTo>
                      <a:pt x="13" y="8"/>
                      <a:pt x="16" y="5"/>
                      <a:pt x="16" y="4"/>
                    </a:cubicBezTo>
                    <a:cubicBezTo>
                      <a:pt x="15" y="4"/>
                      <a:pt x="8" y="6"/>
                      <a:pt x="7" y="7"/>
                    </a:cubicBezTo>
                    <a:cubicBezTo>
                      <a:pt x="5" y="11"/>
                      <a:pt x="12" y="13"/>
                      <a:pt x="11" y="16"/>
                    </a:cubicBezTo>
                    <a:cubicBezTo>
                      <a:pt x="9" y="15"/>
                      <a:pt x="7" y="12"/>
                      <a:pt x="5" y="12"/>
                    </a:cubicBezTo>
                    <a:cubicBezTo>
                      <a:pt x="4" y="13"/>
                      <a:pt x="0" y="19"/>
                      <a:pt x="0" y="14"/>
                    </a:cubicBezTo>
                    <a:cubicBezTo>
                      <a:pt x="1" y="12"/>
                      <a:pt x="6" y="9"/>
                      <a:pt x="8" y="7"/>
                    </a:cubicBezTo>
                    <a:cubicBezTo>
                      <a:pt x="9" y="5"/>
                      <a:pt x="10" y="2"/>
                      <a:pt x="12" y="0"/>
                    </a:cubicBezTo>
                    <a:cubicBezTo>
                      <a:pt x="13" y="1"/>
                      <a:pt x="14" y="3"/>
                      <a:pt x="14" y="4"/>
                    </a:cubicBezTo>
                    <a:cubicBezTo>
                      <a:pt x="14" y="5"/>
                      <a:pt x="14" y="4"/>
                      <a:pt x="13" y="5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4" name="Freeform 1750">
                <a:extLst>
                  <a:ext uri="{FF2B5EF4-FFF2-40B4-BE49-F238E27FC236}">
                    <a16:creationId xmlns:a16="http://schemas.microsoft.com/office/drawing/2014/main" id="{02834572-E77D-4F28-B104-B377CE6BE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219"/>
                <a:ext cx="70" cy="55"/>
              </a:xfrm>
              <a:custGeom>
                <a:avLst/>
                <a:gdLst>
                  <a:gd name="T0" fmla="*/ 145 w 28"/>
                  <a:gd name="T1" fmla="*/ 250 h 22"/>
                  <a:gd name="T2" fmla="*/ 250 w 28"/>
                  <a:gd name="T3" fmla="*/ 125 h 22"/>
                  <a:gd name="T4" fmla="*/ 333 w 28"/>
                  <a:gd name="T5" fmla="*/ 208 h 22"/>
                  <a:gd name="T6" fmla="*/ 408 w 28"/>
                  <a:gd name="T7" fmla="*/ 188 h 22"/>
                  <a:gd name="T8" fmla="*/ 283 w 28"/>
                  <a:gd name="T9" fmla="*/ 125 h 22"/>
                  <a:gd name="T10" fmla="*/ 333 w 28"/>
                  <a:gd name="T11" fmla="*/ 0 h 22"/>
                  <a:gd name="T12" fmla="*/ 188 w 28"/>
                  <a:gd name="T13" fmla="*/ 125 h 22"/>
                  <a:gd name="T14" fmla="*/ 145 w 28"/>
                  <a:gd name="T15" fmla="*/ 20 h 22"/>
                  <a:gd name="T16" fmla="*/ 113 w 28"/>
                  <a:gd name="T17" fmla="*/ 158 h 22"/>
                  <a:gd name="T18" fmla="*/ 33 w 28"/>
                  <a:gd name="T19" fmla="*/ 145 h 22"/>
                  <a:gd name="T20" fmla="*/ 145 w 28"/>
                  <a:gd name="T21" fmla="*/ 175 h 22"/>
                  <a:gd name="T22" fmla="*/ 95 w 28"/>
                  <a:gd name="T23" fmla="*/ 283 h 22"/>
                  <a:gd name="T24" fmla="*/ 0 w 28"/>
                  <a:gd name="T25" fmla="*/ 313 h 22"/>
                  <a:gd name="T26" fmla="*/ 63 w 28"/>
                  <a:gd name="T27" fmla="*/ 345 h 22"/>
                  <a:gd name="T28" fmla="*/ 95 w 28"/>
                  <a:gd name="T29" fmla="*/ 283 h 22"/>
                  <a:gd name="T30" fmla="*/ 113 w 28"/>
                  <a:gd name="T31" fmla="*/ 283 h 2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" h="22">
                    <a:moveTo>
                      <a:pt x="9" y="16"/>
                    </a:moveTo>
                    <a:cubicBezTo>
                      <a:pt x="13" y="19"/>
                      <a:pt x="11" y="7"/>
                      <a:pt x="16" y="8"/>
                    </a:cubicBezTo>
                    <a:cubicBezTo>
                      <a:pt x="18" y="9"/>
                      <a:pt x="18" y="12"/>
                      <a:pt x="21" y="13"/>
                    </a:cubicBezTo>
                    <a:cubicBezTo>
                      <a:pt x="23" y="13"/>
                      <a:pt x="24" y="11"/>
                      <a:pt x="26" y="12"/>
                    </a:cubicBezTo>
                    <a:cubicBezTo>
                      <a:pt x="28" y="8"/>
                      <a:pt x="20" y="9"/>
                      <a:pt x="18" y="8"/>
                    </a:cubicBezTo>
                    <a:cubicBezTo>
                      <a:pt x="14" y="4"/>
                      <a:pt x="18" y="2"/>
                      <a:pt x="21" y="0"/>
                    </a:cubicBezTo>
                    <a:cubicBezTo>
                      <a:pt x="16" y="0"/>
                      <a:pt x="16" y="6"/>
                      <a:pt x="12" y="8"/>
                    </a:cubicBezTo>
                    <a:cubicBezTo>
                      <a:pt x="8" y="10"/>
                      <a:pt x="13" y="3"/>
                      <a:pt x="9" y="1"/>
                    </a:cubicBezTo>
                    <a:cubicBezTo>
                      <a:pt x="15" y="2"/>
                      <a:pt x="8" y="9"/>
                      <a:pt x="7" y="10"/>
                    </a:cubicBezTo>
                    <a:cubicBezTo>
                      <a:pt x="5" y="10"/>
                      <a:pt x="4" y="10"/>
                      <a:pt x="2" y="9"/>
                    </a:cubicBezTo>
                    <a:cubicBezTo>
                      <a:pt x="4" y="9"/>
                      <a:pt x="7" y="10"/>
                      <a:pt x="9" y="11"/>
                    </a:cubicBezTo>
                    <a:cubicBezTo>
                      <a:pt x="7" y="13"/>
                      <a:pt x="7" y="16"/>
                      <a:pt x="6" y="18"/>
                    </a:cubicBezTo>
                    <a:cubicBezTo>
                      <a:pt x="4" y="19"/>
                      <a:pt x="1" y="19"/>
                      <a:pt x="0" y="20"/>
                    </a:cubicBezTo>
                    <a:cubicBezTo>
                      <a:pt x="1" y="22"/>
                      <a:pt x="3" y="22"/>
                      <a:pt x="4" y="22"/>
                    </a:cubicBezTo>
                    <a:cubicBezTo>
                      <a:pt x="5" y="21"/>
                      <a:pt x="5" y="19"/>
                      <a:pt x="6" y="18"/>
                    </a:cubicBezTo>
                    <a:cubicBezTo>
                      <a:pt x="6" y="18"/>
                      <a:pt x="6" y="18"/>
                      <a:pt x="7" y="18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5" name="Freeform 1751">
                <a:extLst>
                  <a:ext uri="{FF2B5EF4-FFF2-40B4-BE49-F238E27FC236}">
                    <a16:creationId xmlns:a16="http://schemas.microsoft.com/office/drawing/2014/main" id="{9DD8FB20-27E8-4668-8089-9461E973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3261"/>
                <a:ext cx="30" cy="30"/>
              </a:xfrm>
              <a:custGeom>
                <a:avLst/>
                <a:gdLst>
                  <a:gd name="T0" fmla="*/ 113 w 12"/>
                  <a:gd name="T1" fmla="*/ 188 h 12"/>
                  <a:gd name="T2" fmla="*/ 125 w 12"/>
                  <a:gd name="T3" fmla="*/ 63 h 12"/>
                  <a:gd name="T4" fmla="*/ 188 w 12"/>
                  <a:gd name="T5" fmla="*/ 33 h 12"/>
                  <a:gd name="T6" fmla="*/ 145 w 12"/>
                  <a:gd name="T7" fmla="*/ 0 h 12"/>
                  <a:gd name="T8" fmla="*/ 95 w 12"/>
                  <a:gd name="T9" fmla="*/ 113 h 12"/>
                  <a:gd name="T10" fmla="*/ 0 w 12"/>
                  <a:gd name="T11" fmla="*/ 63 h 12"/>
                  <a:gd name="T12" fmla="*/ 83 w 12"/>
                  <a:gd name="T13" fmla="*/ 158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7" y="12"/>
                    </a:moveTo>
                    <a:cubicBezTo>
                      <a:pt x="6" y="9"/>
                      <a:pt x="5" y="6"/>
                      <a:pt x="8" y="4"/>
                    </a:cubicBezTo>
                    <a:cubicBezTo>
                      <a:pt x="9" y="3"/>
                      <a:pt x="11" y="3"/>
                      <a:pt x="12" y="2"/>
                    </a:cubicBezTo>
                    <a:cubicBezTo>
                      <a:pt x="12" y="0"/>
                      <a:pt x="11" y="0"/>
                      <a:pt x="9" y="0"/>
                    </a:cubicBezTo>
                    <a:cubicBezTo>
                      <a:pt x="7" y="1"/>
                      <a:pt x="8" y="6"/>
                      <a:pt x="6" y="7"/>
                    </a:cubicBezTo>
                    <a:cubicBezTo>
                      <a:pt x="3" y="8"/>
                      <a:pt x="2" y="5"/>
                      <a:pt x="0" y="4"/>
                    </a:cubicBezTo>
                    <a:cubicBezTo>
                      <a:pt x="1" y="6"/>
                      <a:pt x="5" y="7"/>
                      <a:pt x="5" y="10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6" name="Freeform 1752">
                <a:extLst>
                  <a:ext uri="{FF2B5EF4-FFF2-40B4-BE49-F238E27FC236}">
                    <a16:creationId xmlns:a16="http://schemas.microsoft.com/office/drawing/2014/main" id="{5FF1EBAA-04D1-41E3-9049-8E6AA4F59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3049"/>
                <a:ext cx="60" cy="72"/>
              </a:xfrm>
              <a:custGeom>
                <a:avLst/>
                <a:gdLst>
                  <a:gd name="T0" fmla="*/ 175 w 24"/>
                  <a:gd name="T1" fmla="*/ 412 h 29"/>
                  <a:gd name="T2" fmla="*/ 175 w 24"/>
                  <a:gd name="T3" fmla="*/ 340 h 29"/>
                  <a:gd name="T4" fmla="*/ 220 w 24"/>
                  <a:gd name="T5" fmla="*/ 278 h 29"/>
                  <a:gd name="T6" fmla="*/ 270 w 24"/>
                  <a:gd name="T7" fmla="*/ 216 h 29"/>
                  <a:gd name="T8" fmla="*/ 345 w 24"/>
                  <a:gd name="T9" fmla="*/ 246 h 29"/>
                  <a:gd name="T10" fmla="*/ 313 w 24"/>
                  <a:gd name="T11" fmla="*/ 184 h 29"/>
                  <a:gd name="T12" fmla="*/ 363 w 24"/>
                  <a:gd name="T13" fmla="*/ 137 h 29"/>
                  <a:gd name="T14" fmla="*/ 363 w 24"/>
                  <a:gd name="T15" fmla="*/ 0 h 29"/>
                  <a:gd name="T16" fmla="*/ 238 w 24"/>
                  <a:gd name="T17" fmla="*/ 166 h 29"/>
                  <a:gd name="T18" fmla="*/ 238 w 24"/>
                  <a:gd name="T19" fmla="*/ 137 h 29"/>
                  <a:gd name="T20" fmla="*/ 125 w 24"/>
                  <a:gd name="T21" fmla="*/ 137 h 29"/>
                  <a:gd name="T22" fmla="*/ 175 w 24"/>
                  <a:gd name="T23" fmla="*/ 278 h 29"/>
                  <a:gd name="T24" fmla="*/ 113 w 24"/>
                  <a:gd name="T25" fmla="*/ 340 h 29"/>
                  <a:gd name="T26" fmla="*/ 95 w 24"/>
                  <a:gd name="T27" fmla="*/ 370 h 29"/>
                  <a:gd name="T28" fmla="*/ 33 w 24"/>
                  <a:gd name="T29" fmla="*/ 370 h 29"/>
                  <a:gd name="T30" fmla="*/ 33 w 24"/>
                  <a:gd name="T31" fmla="*/ 340 h 29"/>
                  <a:gd name="T32" fmla="*/ 145 w 24"/>
                  <a:gd name="T33" fmla="*/ 400 h 29"/>
                  <a:gd name="T34" fmla="*/ 145 w 24"/>
                  <a:gd name="T35" fmla="*/ 412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29">
                    <a:moveTo>
                      <a:pt x="11" y="27"/>
                    </a:moveTo>
                    <a:cubicBezTo>
                      <a:pt x="12" y="26"/>
                      <a:pt x="10" y="24"/>
                      <a:pt x="11" y="22"/>
                    </a:cubicBezTo>
                    <a:cubicBezTo>
                      <a:pt x="11" y="20"/>
                      <a:pt x="13" y="19"/>
                      <a:pt x="14" y="18"/>
                    </a:cubicBezTo>
                    <a:cubicBezTo>
                      <a:pt x="15" y="17"/>
                      <a:pt x="16" y="14"/>
                      <a:pt x="17" y="14"/>
                    </a:cubicBezTo>
                    <a:cubicBezTo>
                      <a:pt x="19" y="13"/>
                      <a:pt x="20" y="15"/>
                      <a:pt x="22" y="16"/>
                    </a:cubicBezTo>
                    <a:cubicBezTo>
                      <a:pt x="21" y="15"/>
                      <a:pt x="20" y="13"/>
                      <a:pt x="20" y="12"/>
                    </a:cubicBezTo>
                    <a:cubicBezTo>
                      <a:pt x="20" y="10"/>
                      <a:pt x="22" y="10"/>
                      <a:pt x="23" y="9"/>
                    </a:cubicBezTo>
                    <a:cubicBezTo>
                      <a:pt x="24" y="6"/>
                      <a:pt x="22" y="2"/>
                      <a:pt x="23" y="0"/>
                    </a:cubicBezTo>
                    <a:cubicBezTo>
                      <a:pt x="20" y="3"/>
                      <a:pt x="21" y="12"/>
                      <a:pt x="15" y="11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2" y="10"/>
                      <a:pt x="10" y="13"/>
                      <a:pt x="8" y="9"/>
                    </a:cubicBezTo>
                    <a:cubicBezTo>
                      <a:pt x="12" y="12"/>
                      <a:pt x="16" y="13"/>
                      <a:pt x="11" y="18"/>
                    </a:cubicBezTo>
                    <a:cubicBezTo>
                      <a:pt x="10" y="19"/>
                      <a:pt x="8" y="21"/>
                      <a:pt x="7" y="22"/>
                    </a:cubicBezTo>
                    <a:cubicBezTo>
                      <a:pt x="6" y="23"/>
                      <a:pt x="8" y="23"/>
                      <a:pt x="6" y="24"/>
                    </a:cubicBezTo>
                    <a:cubicBezTo>
                      <a:pt x="5" y="25"/>
                      <a:pt x="3" y="25"/>
                      <a:pt x="2" y="24"/>
                    </a:cubicBezTo>
                    <a:cubicBezTo>
                      <a:pt x="2" y="22"/>
                      <a:pt x="2" y="23"/>
                      <a:pt x="2" y="22"/>
                    </a:cubicBezTo>
                    <a:cubicBezTo>
                      <a:pt x="0" y="24"/>
                      <a:pt x="7" y="29"/>
                      <a:pt x="9" y="26"/>
                    </a:cubicBezTo>
                    <a:cubicBezTo>
                      <a:pt x="9" y="26"/>
                      <a:pt x="9" y="26"/>
                      <a:pt x="9" y="27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7" name="Freeform 1753">
                <a:extLst>
                  <a:ext uri="{FF2B5EF4-FFF2-40B4-BE49-F238E27FC236}">
                    <a16:creationId xmlns:a16="http://schemas.microsoft.com/office/drawing/2014/main" id="{6AF76E6F-D3FF-4BF8-A572-C2DA2971F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3109"/>
                <a:ext cx="40" cy="22"/>
              </a:xfrm>
              <a:custGeom>
                <a:avLst/>
                <a:gdLst>
                  <a:gd name="T0" fmla="*/ 175 w 16"/>
                  <a:gd name="T1" fmla="*/ 120 h 9"/>
                  <a:gd name="T2" fmla="*/ 250 w 16"/>
                  <a:gd name="T3" fmla="*/ 59 h 9"/>
                  <a:gd name="T4" fmla="*/ 220 w 16"/>
                  <a:gd name="T5" fmla="*/ 0 h 9"/>
                  <a:gd name="T6" fmla="*/ 145 w 16"/>
                  <a:gd name="T7" fmla="*/ 103 h 9"/>
                  <a:gd name="T8" fmla="*/ 0 w 16"/>
                  <a:gd name="T9" fmla="*/ 71 h 9"/>
                  <a:gd name="T10" fmla="*/ 83 w 16"/>
                  <a:gd name="T11" fmla="*/ 103 h 9"/>
                  <a:gd name="T12" fmla="*/ 158 w 16"/>
                  <a:gd name="T13" fmla="*/ 132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11" y="8"/>
                    </a:moveTo>
                    <a:cubicBezTo>
                      <a:pt x="13" y="7"/>
                      <a:pt x="15" y="6"/>
                      <a:pt x="16" y="4"/>
                    </a:cubicBezTo>
                    <a:cubicBezTo>
                      <a:pt x="14" y="3"/>
                      <a:pt x="12" y="2"/>
                      <a:pt x="14" y="0"/>
                    </a:cubicBezTo>
                    <a:cubicBezTo>
                      <a:pt x="13" y="3"/>
                      <a:pt x="13" y="6"/>
                      <a:pt x="9" y="7"/>
                    </a:cubicBezTo>
                    <a:cubicBezTo>
                      <a:pt x="6" y="7"/>
                      <a:pt x="3" y="3"/>
                      <a:pt x="0" y="5"/>
                    </a:cubicBezTo>
                    <a:cubicBezTo>
                      <a:pt x="1" y="7"/>
                      <a:pt x="3" y="6"/>
                      <a:pt x="5" y="7"/>
                    </a:cubicBezTo>
                    <a:cubicBezTo>
                      <a:pt x="7" y="7"/>
                      <a:pt x="11" y="8"/>
                      <a:pt x="10" y="9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8" name="Freeform 1754">
                <a:extLst>
                  <a:ext uri="{FF2B5EF4-FFF2-40B4-BE49-F238E27FC236}">
                    <a16:creationId xmlns:a16="http://schemas.microsoft.com/office/drawing/2014/main" id="{AE958583-0BB3-4E82-B22D-D76A709FF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041"/>
                <a:ext cx="32" cy="53"/>
              </a:xfrm>
              <a:custGeom>
                <a:avLst/>
                <a:gdLst>
                  <a:gd name="T0" fmla="*/ 182 w 13"/>
                  <a:gd name="T1" fmla="*/ 96 h 21"/>
                  <a:gd name="T2" fmla="*/ 133 w 13"/>
                  <a:gd name="T3" fmla="*/ 288 h 21"/>
                  <a:gd name="T4" fmla="*/ 74 w 13"/>
                  <a:gd name="T5" fmla="*/ 318 h 21"/>
                  <a:gd name="T6" fmla="*/ 12 w 13"/>
                  <a:gd name="T7" fmla="*/ 338 h 21"/>
                  <a:gd name="T8" fmla="*/ 12 w 13"/>
                  <a:gd name="T9" fmla="*/ 275 h 21"/>
                  <a:gd name="T10" fmla="*/ 62 w 13"/>
                  <a:gd name="T11" fmla="*/ 288 h 21"/>
                  <a:gd name="T12" fmla="*/ 121 w 13"/>
                  <a:gd name="T13" fmla="*/ 275 h 21"/>
                  <a:gd name="T14" fmla="*/ 153 w 13"/>
                  <a:gd name="T15" fmla="*/ 209 h 21"/>
                  <a:gd name="T16" fmla="*/ 162 w 13"/>
                  <a:gd name="T17" fmla="*/ 126 h 21"/>
                  <a:gd name="T18" fmla="*/ 121 w 13"/>
                  <a:gd name="T19" fmla="*/ 63 h 21"/>
                  <a:gd name="T20" fmla="*/ 182 w 13"/>
                  <a:gd name="T21" fmla="*/ 96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21">
                    <a:moveTo>
                      <a:pt x="12" y="6"/>
                    </a:moveTo>
                    <a:cubicBezTo>
                      <a:pt x="12" y="11"/>
                      <a:pt x="13" y="14"/>
                      <a:pt x="9" y="18"/>
                    </a:cubicBezTo>
                    <a:cubicBezTo>
                      <a:pt x="7" y="19"/>
                      <a:pt x="6" y="20"/>
                      <a:pt x="5" y="20"/>
                    </a:cubicBezTo>
                    <a:cubicBezTo>
                      <a:pt x="3" y="20"/>
                      <a:pt x="2" y="19"/>
                      <a:pt x="1" y="21"/>
                    </a:cubicBezTo>
                    <a:cubicBezTo>
                      <a:pt x="1" y="20"/>
                      <a:pt x="0" y="18"/>
                      <a:pt x="1" y="17"/>
                    </a:cubicBezTo>
                    <a:cubicBezTo>
                      <a:pt x="2" y="16"/>
                      <a:pt x="4" y="17"/>
                      <a:pt x="4" y="18"/>
                    </a:cubicBezTo>
                    <a:cubicBezTo>
                      <a:pt x="5" y="16"/>
                      <a:pt x="6" y="17"/>
                      <a:pt x="8" y="17"/>
                    </a:cubicBezTo>
                    <a:cubicBezTo>
                      <a:pt x="10" y="16"/>
                      <a:pt x="10" y="14"/>
                      <a:pt x="10" y="13"/>
                    </a:cubicBezTo>
                    <a:cubicBezTo>
                      <a:pt x="10" y="11"/>
                      <a:pt x="11" y="10"/>
                      <a:pt x="11" y="8"/>
                    </a:cubicBezTo>
                    <a:cubicBezTo>
                      <a:pt x="11" y="6"/>
                      <a:pt x="10" y="4"/>
                      <a:pt x="8" y="4"/>
                    </a:cubicBezTo>
                    <a:cubicBezTo>
                      <a:pt x="10" y="0"/>
                      <a:pt x="12" y="6"/>
                      <a:pt x="12" y="6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9" name="Freeform 1755">
                <a:extLst>
                  <a:ext uri="{FF2B5EF4-FFF2-40B4-BE49-F238E27FC236}">
                    <a16:creationId xmlns:a16="http://schemas.microsoft.com/office/drawing/2014/main" id="{9EF18580-E02E-4DEC-9EA8-28AB3A44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3041"/>
                <a:ext cx="35" cy="70"/>
              </a:xfrm>
              <a:custGeom>
                <a:avLst/>
                <a:gdLst>
                  <a:gd name="T0" fmla="*/ 158 w 14"/>
                  <a:gd name="T1" fmla="*/ 188 h 28"/>
                  <a:gd name="T2" fmla="*/ 113 w 14"/>
                  <a:gd name="T3" fmla="*/ 158 h 28"/>
                  <a:gd name="T4" fmla="*/ 158 w 14"/>
                  <a:gd name="T5" fmla="*/ 63 h 28"/>
                  <a:gd name="T6" fmla="*/ 158 w 14"/>
                  <a:gd name="T7" fmla="*/ 0 h 28"/>
                  <a:gd name="T8" fmla="*/ 125 w 14"/>
                  <a:gd name="T9" fmla="*/ 113 h 28"/>
                  <a:gd name="T10" fmla="*/ 113 w 14"/>
                  <a:gd name="T11" fmla="*/ 208 h 28"/>
                  <a:gd name="T12" fmla="*/ 50 w 14"/>
                  <a:gd name="T13" fmla="*/ 220 h 28"/>
                  <a:gd name="T14" fmla="*/ 113 w 14"/>
                  <a:gd name="T15" fmla="*/ 188 h 28"/>
                  <a:gd name="T16" fmla="*/ 113 w 14"/>
                  <a:gd name="T17" fmla="*/ 283 h 28"/>
                  <a:gd name="T18" fmla="*/ 95 w 14"/>
                  <a:gd name="T19" fmla="*/ 375 h 28"/>
                  <a:gd name="T20" fmla="*/ 0 w 14"/>
                  <a:gd name="T21" fmla="*/ 395 h 28"/>
                  <a:gd name="T22" fmla="*/ 50 w 14"/>
                  <a:gd name="T23" fmla="*/ 438 h 28"/>
                  <a:gd name="T24" fmla="*/ 95 w 14"/>
                  <a:gd name="T25" fmla="*/ 425 h 28"/>
                  <a:gd name="T26" fmla="*/ 95 w 14"/>
                  <a:gd name="T27" fmla="*/ 363 h 28"/>
                  <a:gd name="T28" fmla="*/ 113 w 14"/>
                  <a:gd name="T29" fmla="*/ 333 h 28"/>
                  <a:gd name="T30" fmla="*/ 113 w 14"/>
                  <a:gd name="T31" fmla="*/ 300 h 28"/>
                  <a:gd name="T32" fmla="*/ 188 w 14"/>
                  <a:gd name="T33" fmla="*/ 283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28">
                    <a:moveTo>
                      <a:pt x="10" y="12"/>
                    </a:moveTo>
                    <a:cubicBezTo>
                      <a:pt x="9" y="11"/>
                      <a:pt x="7" y="13"/>
                      <a:pt x="7" y="10"/>
                    </a:cubicBezTo>
                    <a:cubicBezTo>
                      <a:pt x="8" y="8"/>
                      <a:pt x="11" y="7"/>
                      <a:pt x="10" y="4"/>
                    </a:cubicBezTo>
                    <a:cubicBezTo>
                      <a:pt x="13" y="3"/>
                      <a:pt x="14" y="0"/>
                      <a:pt x="10" y="0"/>
                    </a:cubicBezTo>
                    <a:cubicBezTo>
                      <a:pt x="11" y="3"/>
                      <a:pt x="10" y="5"/>
                      <a:pt x="8" y="7"/>
                    </a:cubicBezTo>
                    <a:cubicBezTo>
                      <a:pt x="6" y="9"/>
                      <a:pt x="4" y="10"/>
                      <a:pt x="7" y="13"/>
                    </a:cubicBezTo>
                    <a:cubicBezTo>
                      <a:pt x="6" y="13"/>
                      <a:pt x="4" y="13"/>
                      <a:pt x="3" y="14"/>
                    </a:cubicBezTo>
                    <a:cubicBezTo>
                      <a:pt x="5" y="14"/>
                      <a:pt x="6" y="13"/>
                      <a:pt x="7" y="12"/>
                    </a:cubicBezTo>
                    <a:cubicBezTo>
                      <a:pt x="9" y="13"/>
                      <a:pt x="7" y="17"/>
                      <a:pt x="7" y="18"/>
                    </a:cubicBezTo>
                    <a:cubicBezTo>
                      <a:pt x="5" y="21"/>
                      <a:pt x="3" y="21"/>
                      <a:pt x="6" y="24"/>
                    </a:cubicBezTo>
                    <a:cubicBezTo>
                      <a:pt x="5" y="26"/>
                      <a:pt x="2" y="26"/>
                      <a:pt x="0" y="25"/>
                    </a:cubicBezTo>
                    <a:cubicBezTo>
                      <a:pt x="1" y="26"/>
                      <a:pt x="2" y="27"/>
                      <a:pt x="3" y="28"/>
                    </a:cubicBezTo>
                    <a:cubicBezTo>
                      <a:pt x="4" y="27"/>
                      <a:pt x="6" y="28"/>
                      <a:pt x="6" y="27"/>
                    </a:cubicBezTo>
                    <a:cubicBezTo>
                      <a:pt x="7" y="26"/>
                      <a:pt x="6" y="24"/>
                      <a:pt x="6" y="23"/>
                    </a:cubicBezTo>
                    <a:cubicBezTo>
                      <a:pt x="7" y="22"/>
                      <a:pt x="7" y="21"/>
                      <a:pt x="7" y="21"/>
                    </a:cubicBezTo>
                    <a:cubicBezTo>
                      <a:pt x="7" y="20"/>
                      <a:pt x="6" y="20"/>
                      <a:pt x="7" y="19"/>
                    </a:cubicBezTo>
                    <a:cubicBezTo>
                      <a:pt x="8" y="18"/>
                      <a:pt x="11" y="18"/>
                      <a:pt x="12" y="18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0" name="Freeform 1756">
                <a:extLst>
                  <a:ext uri="{FF2B5EF4-FFF2-40B4-BE49-F238E27FC236}">
                    <a16:creationId xmlns:a16="http://schemas.microsoft.com/office/drawing/2014/main" id="{92B7D412-38F6-43D0-BD35-734ADBC88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3204"/>
                <a:ext cx="18" cy="30"/>
              </a:xfrm>
              <a:custGeom>
                <a:avLst/>
                <a:gdLst>
                  <a:gd name="T0" fmla="*/ 100 w 7"/>
                  <a:gd name="T1" fmla="*/ 175 h 12"/>
                  <a:gd name="T2" fmla="*/ 54 w 7"/>
                  <a:gd name="T3" fmla="*/ 95 h 12"/>
                  <a:gd name="T4" fmla="*/ 118 w 7"/>
                  <a:gd name="T5" fmla="*/ 20 h 12"/>
                  <a:gd name="T6" fmla="*/ 0 w 7"/>
                  <a:gd name="T7" fmla="*/ 33 h 12"/>
                  <a:gd name="T8" fmla="*/ 21 w 7"/>
                  <a:gd name="T9" fmla="*/ 145 h 12"/>
                  <a:gd name="T10" fmla="*/ 85 w 7"/>
                  <a:gd name="T11" fmla="*/ 18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6" y="11"/>
                    </a:moveTo>
                    <a:cubicBezTo>
                      <a:pt x="5" y="10"/>
                      <a:pt x="3" y="8"/>
                      <a:pt x="3" y="6"/>
                    </a:cubicBezTo>
                    <a:cubicBezTo>
                      <a:pt x="3" y="4"/>
                      <a:pt x="6" y="3"/>
                      <a:pt x="7" y="1"/>
                    </a:cubicBezTo>
                    <a:cubicBezTo>
                      <a:pt x="4" y="0"/>
                      <a:pt x="2" y="5"/>
                      <a:pt x="0" y="2"/>
                    </a:cubicBezTo>
                    <a:cubicBezTo>
                      <a:pt x="1" y="5"/>
                      <a:pt x="2" y="5"/>
                      <a:pt x="1" y="9"/>
                    </a:cubicBezTo>
                    <a:cubicBezTo>
                      <a:pt x="1" y="11"/>
                      <a:pt x="1" y="12"/>
                      <a:pt x="5" y="12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1" name="Freeform 1757">
                <a:extLst>
                  <a:ext uri="{FF2B5EF4-FFF2-40B4-BE49-F238E27FC236}">
                    <a16:creationId xmlns:a16="http://schemas.microsoft.com/office/drawing/2014/main" id="{504E5299-A487-49A0-8E27-01843BF15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176"/>
                <a:ext cx="15" cy="15"/>
              </a:xfrm>
              <a:custGeom>
                <a:avLst/>
                <a:gdLst>
                  <a:gd name="T0" fmla="*/ 20 w 6"/>
                  <a:gd name="T1" fmla="*/ 95 h 6"/>
                  <a:gd name="T2" fmla="*/ 95 w 6"/>
                  <a:gd name="T3" fmla="*/ 0 h 6"/>
                  <a:gd name="T4" fmla="*/ 0 w 6"/>
                  <a:gd name="T5" fmla="*/ 20 h 6"/>
                  <a:gd name="T6" fmla="*/ 20 w 6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6"/>
                    </a:moveTo>
                    <a:cubicBezTo>
                      <a:pt x="3" y="5"/>
                      <a:pt x="5" y="2"/>
                      <a:pt x="6" y="0"/>
                    </a:cubicBezTo>
                    <a:cubicBezTo>
                      <a:pt x="4" y="1"/>
                      <a:pt x="2" y="4"/>
                      <a:pt x="0" y="1"/>
                    </a:cubicBezTo>
                    <a:cubicBezTo>
                      <a:pt x="1" y="2"/>
                      <a:pt x="2" y="4"/>
                      <a:pt x="1" y="5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2" name="Freeform 1758">
                <a:extLst>
                  <a:ext uri="{FF2B5EF4-FFF2-40B4-BE49-F238E27FC236}">
                    <a16:creationId xmlns:a16="http://schemas.microsoft.com/office/drawing/2014/main" id="{F6051194-3FCE-4362-9C56-150F147C9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979"/>
                <a:ext cx="25" cy="20"/>
              </a:xfrm>
              <a:custGeom>
                <a:avLst/>
                <a:gdLst>
                  <a:gd name="T0" fmla="*/ 0 w 10"/>
                  <a:gd name="T1" fmla="*/ 95 h 8"/>
                  <a:gd name="T2" fmla="*/ 20 w 10"/>
                  <a:gd name="T3" fmla="*/ 125 h 8"/>
                  <a:gd name="T4" fmla="*/ 158 w 10"/>
                  <a:gd name="T5" fmla="*/ 50 h 8"/>
                  <a:gd name="T6" fmla="*/ 95 w 10"/>
                  <a:gd name="T7" fmla="*/ 0 h 8"/>
                  <a:gd name="T8" fmla="*/ 95 w 10"/>
                  <a:gd name="T9" fmla="*/ 0 h 8"/>
                  <a:gd name="T10" fmla="*/ 33 w 10"/>
                  <a:gd name="T11" fmla="*/ 8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0" y="6"/>
                    </a:moveTo>
                    <a:cubicBezTo>
                      <a:pt x="0" y="7"/>
                      <a:pt x="0" y="7"/>
                      <a:pt x="1" y="8"/>
                    </a:cubicBezTo>
                    <a:cubicBezTo>
                      <a:pt x="4" y="6"/>
                      <a:pt x="7" y="5"/>
                      <a:pt x="10" y="3"/>
                    </a:cubicBezTo>
                    <a:cubicBezTo>
                      <a:pt x="8" y="3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3"/>
                      <a:pt x="6" y="6"/>
                      <a:pt x="2" y="5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3" name="Freeform 1759">
                <a:extLst>
                  <a:ext uri="{FF2B5EF4-FFF2-40B4-BE49-F238E27FC236}">
                    <a16:creationId xmlns:a16="http://schemas.microsoft.com/office/drawing/2014/main" id="{B4537481-909C-401D-A81D-9A7AD7300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924"/>
                <a:ext cx="37" cy="35"/>
              </a:xfrm>
              <a:custGeom>
                <a:avLst/>
                <a:gdLst>
                  <a:gd name="T0" fmla="*/ 42 w 15"/>
                  <a:gd name="T1" fmla="*/ 208 h 14"/>
                  <a:gd name="T2" fmla="*/ 224 w 15"/>
                  <a:gd name="T3" fmla="*/ 125 h 14"/>
                  <a:gd name="T4" fmla="*/ 104 w 15"/>
                  <a:gd name="T5" fmla="*/ 0 h 14"/>
                  <a:gd name="T6" fmla="*/ 153 w 15"/>
                  <a:gd name="T7" fmla="*/ 113 h 14"/>
                  <a:gd name="T8" fmla="*/ 104 w 15"/>
                  <a:gd name="T9" fmla="*/ 113 h 14"/>
                  <a:gd name="T10" fmla="*/ 0 w 15"/>
                  <a:gd name="T11" fmla="*/ 22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3" y="13"/>
                    </a:moveTo>
                    <a:cubicBezTo>
                      <a:pt x="6" y="12"/>
                      <a:pt x="15" y="12"/>
                      <a:pt x="15" y="8"/>
                    </a:cubicBezTo>
                    <a:cubicBezTo>
                      <a:pt x="11" y="7"/>
                      <a:pt x="7" y="5"/>
                      <a:pt x="7" y="0"/>
                    </a:cubicBezTo>
                    <a:cubicBezTo>
                      <a:pt x="8" y="2"/>
                      <a:pt x="9" y="5"/>
                      <a:pt x="10" y="7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12" y="12"/>
                      <a:pt x="3" y="13"/>
                      <a:pt x="0" y="14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4" name="Freeform 1760">
                <a:extLst>
                  <a:ext uri="{FF2B5EF4-FFF2-40B4-BE49-F238E27FC236}">
                    <a16:creationId xmlns:a16="http://schemas.microsoft.com/office/drawing/2014/main" id="{6FF077F8-2042-44D8-9565-EC743A4A5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876"/>
                <a:ext cx="65" cy="58"/>
              </a:xfrm>
              <a:custGeom>
                <a:avLst/>
                <a:gdLst>
                  <a:gd name="T0" fmla="*/ 300 w 26"/>
                  <a:gd name="T1" fmla="*/ 126 h 23"/>
                  <a:gd name="T2" fmla="*/ 238 w 26"/>
                  <a:gd name="T3" fmla="*/ 0 h 23"/>
                  <a:gd name="T4" fmla="*/ 188 w 26"/>
                  <a:gd name="T5" fmla="*/ 222 h 23"/>
                  <a:gd name="T6" fmla="*/ 0 w 26"/>
                  <a:gd name="T7" fmla="*/ 368 h 23"/>
                  <a:gd name="T8" fmla="*/ 188 w 26"/>
                  <a:gd name="T9" fmla="*/ 19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3">
                    <a:moveTo>
                      <a:pt x="19" y="8"/>
                    </a:moveTo>
                    <a:cubicBezTo>
                      <a:pt x="26" y="8"/>
                      <a:pt x="16" y="2"/>
                      <a:pt x="15" y="0"/>
                    </a:cubicBezTo>
                    <a:cubicBezTo>
                      <a:pt x="14" y="5"/>
                      <a:pt x="17" y="10"/>
                      <a:pt x="12" y="14"/>
                    </a:cubicBezTo>
                    <a:cubicBezTo>
                      <a:pt x="9" y="18"/>
                      <a:pt x="3" y="18"/>
                      <a:pt x="0" y="23"/>
                    </a:cubicBezTo>
                    <a:cubicBezTo>
                      <a:pt x="5" y="21"/>
                      <a:pt x="9" y="16"/>
                      <a:pt x="12" y="12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5" name="Freeform 1761">
                <a:extLst>
                  <a:ext uri="{FF2B5EF4-FFF2-40B4-BE49-F238E27FC236}">
                    <a16:creationId xmlns:a16="http://schemas.microsoft.com/office/drawing/2014/main" id="{30ECA8BC-962A-44BA-BCE0-0CFF67661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851"/>
                <a:ext cx="23" cy="30"/>
              </a:xfrm>
              <a:custGeom>
                <a:avLst/>
                <a:gdLst>
                  <a:gd name="T0" fmla="*/ 51 w 9"/>
                  <a:gd name="T1" fmla="*/ 125 h 12"/>
                  <a:gd name="T2" fmla="*/ 151 w 9"/>
                  <a:gd name="T3" fmla="*/ 125 h 12"/>
                  <a:gd name="T4" fmla="*/ 84 w 9"/>
                  <a:gd name="T5" fmla="*/ 0 h 12"/>
                  <a:gd name="T6" fmla="*/ 97 w 9"/>
                  <a:gd name="T7" fmla="*/ 20 h 12"/>
                  <a:gd name="T8" fmla="*/ 0 w 9"/>
                  <a:gd name="T9" fmla="*/ 1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3" y="8"/>
                    </a:moveTo>
                    <a:cubicBezTo>
                      <a:pt x="4" y="10"/>
                      <a:pt x="8" y="10"/>
                      <a:pt x="9" y="8"/>
                    </a:cubicBezTo>
                    <a:cubicBezTo>
                      <a:pt x="9" y="6"/>
                      <a:pt x="5" y="3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5"/>
                      <a:pt x="2" y="8"/>
                      <a:pt x="0" y="12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6" name="Freeform 1762">
                <a:extLst>
                  <a:ext uri="{FF2B5EF4-FFF2-40B4-BE49-F238E27FC236}">
                    <a16:creationId xmlns:a16="http://schemas.microsoft.com/office/drawing/2014/main" id="{B13C236B-D48F-4BDE-A958-837B74710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839"/>
                <a:ext cx="17" cy="17"/>
              </a:xfrm>
              <a:custGeom>
                <a:avLst/>
                <a:gdLst>
                  <a:gd name="T0" fmla="*/ 0 w 7"/>
                  <a:gd name="T1" fmla="*/ 87 h 7"/>
                  <a:gd name="T2" fmla="*/ 87 w 7"/>
                  <a:gd name="T3" fmla="*/ 58 h 7"/>
                  <a:gd name="T4" fmla="*/ 29 w 7"/>
                  <a:gd name="T5" fmla="*/ 0 h 7"/>
                  <a:gd name="T6" fmla="*/ 41 w 7"/>
                  <a:gd name="T7" fmla="*/ 100 h 7"/>
                  <a:gd name="T8" fmla="*/ 12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2" y="7"/>
                      <a:pt x="7" y="7"/>
                      <a:pt x="6" y="4"/>
                    </a:cubicBezTo>
                    <a:cubicBezTo>
                      <a:pt x="6" y="4"/>
                      <a:pt x="3" y="1"/>
                      <a:pt x="2" y="0"/>
                    </a:cubicBezTo>
                    <a:cubicBezTo>
                      <a:pt x="3" y="2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6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7" name="Freeform 1763">
                <a:extLst>
                  <a:ext uri="{FF2B5EF4-FFF2-40B4-BE49-F238E27FC236}">
                    <a16:creationId xmlns:a16="http://schemas.microsoft.com/office/drawing/2014/main" id="{707BDBDB-24E9-42D6-B2A4-8CB57D84C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816"/>
                <a:ext cx="18" cy="18"/>
              </a:xfrm>
              <a:custGeom>
                <a:avLst/>
                <a:gdLst>
                  <a:gd name="T0" fmla="*/ 0 w 7"/>
                  <a:gd name="T1" fmla="*/ 100 h 7"/>
                  <a:gd name="T2" fmla="*/ 118 w 7"/>
                  <a:gd name="T3" fmla="*/ 54 h 7"/>
                  <a:gd name="T4" fmla="*/ 33 w 7"/>
                  <a:gd name="T5" fmla="*/ 0 h 7"/>
                  <a:gd name="T6" fmla="*/ 54 w 7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2" y="7"/>
                      <a:pt x="6" y="5"/>
                      <a:pt x="7" y="3"/>
                    </a:cubicBezTo>
                    <a:cubicBezTo>
                      <a:pt x="6" y="1"/>
                      <a:pt x="4" y="1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8" name="Freeform 1764">
                <a:extLst>
                  <a:ext uri="{FF2B5EF4-FFF2-40B4-BE49-F238E27FC236}">
                    <a16:creationId xmlns:a16="http://schemas.microsoft.com/office/drawing/2014/main" id="{A00CA596-71C4-44B6-B0A2-4D459E820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876"/>
                <a:ext cx="8" cy="10"/>
              </a:xfrm>
              <a:custGeom>
                <a:avLst/>
                <a:gdLst>
                  <a:gd name="T0" fmla="*/ 0 w 3"/>
                  <a:gd name="T1" fmla="*/ 50 h 4"/>
                  <a:gd name="T2" fmla="*/ 35 w 3"/>
                  <a:gd name="T3" fmla="*/ 0 h 4"/>
                  <a:gd name="T4" fmla="*/ 56 w 3"/>
                  <a:gd name="T5" fmla="*/ 63 h 4"/>
                  <a:gd name="T6" fmla="*/ 21 w 3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2"/>
                      <a:pt x="2" y="2"/>
                      <a:pt x="2" y="0"/>
                    </a:cubicBezTo>
                    <a:cubicBezTo>
                      <a:pt x="2" y="1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9" name="Freeform 1765">
                <a:extLst>
                  <a:ext uri="{FF2B5EF4-FFF2-40B4-BE49-F238E27FC236}">
                    <a16:creationId xmlns:a16="http://schemas.microsoft.com/office/drawing/2014/main" id="{E05B4C4E-C834-425B-B50E-38D886AF0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901"/>
                <a:ext cx="30" cy="30"/>
              </a:xfrm>
              <a:custGeom>
                <a:avLst/>
                <a:gdLst>
                  <a:gd name="T0" fmla="*/ 20 w 12"/>
                  <a:gd name="T1" fmla="*/ 188 h 12"/>
                  <a:gd name="T2" fmla="*/ 188 w 12"/>
                  <a:gd name="T3" fmla="*/ 145 h 12"/>
                  <a:gd name="T4" fmla="*/ 158 w 12"/>
                  <a:gd name="T5" fmla="*/ 33 h 12"/>
                  <a:gd name="T6" fmla="*/ 158 w 12"/>
                  <a:gd name="T7" fmla="*/ 125 h 12"/>
                  <a:gd name="T8" fmla="*/ 113 w 12"/>
                  <a:gd name="T9" fmla="*/ 0 h 12"/>
                  <a:gd name="T10" fmla="*/ 0 w 12"/>
                  <a:gd name="T11" fmla="*/ 14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2">
                    <a:moveTo>
                      <a:pt x="1" y="12"/>
                    </a:moveTo>
                    <a:cubicBezTo>
                      <a:pt x="4" y="11"/>
                      <a:pt x="10" y="11"/>
                      <a:pt x="12" y="9"/>
                    </a:cubicBezTo>
                    <a:cubicBezTo>
                      <a:pt x="11" y="7"/>
                      <a:pt x="10" y="5"/>
                      <a:pt x="10" y="2"/>
                    </a:cubicBezTo>
                    <a:cubicBezTo>
                      <a:pt x="10" y="4"/>
                      <a:pt x="10" y="6"/>
                      <a:pt x="10" y="8"/>
                    </a:cubicBezTo>
                    <a:cubicBezTo>
                      <a:pt x="8" y="6"/>
                      <a:pt x="8" y="3"/>
                      <a:pt x="7" y="0"/>
                    </a:cubicBezTo>
                    <a:cubicBezTo>
                      <a:pt x="6" y="4"/>
                      <a:pt x="5" y="9"/>
                      <a:pt x="0" y="9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0" name="Freeform 1766">
                <a:extLst>
                  <a:ext uri="{FF2B5EF4-FFF2-40B4-BE49-F238E27FC236}">
                    <a16:creationId xmlns:a16="http://schemas.microsoft.com/office/drawing/2014/main" id="{8B06C7E8-9ED3-4CB9-A7F4-2AA200939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831"/>
                <a:ext cx="28" cy="25"/>
              </a:xfrm>
              <a:custGeom>
                <a:avLst/>
                <a:gdLst>
                  <a:gd name="T0" fmla="*/ 117 w 11"/>
                  <a:gd name="T1" fmla="*/ 95 h 10"/>
                  <a:gd name="T2" fmla="*/ 97 w 11"/>
                  <a:gd name="T3" fmla="*/ 145 h 10"/>
                  <a:gd name="T4" fmla="*/ 163 w 11"/>
                  <a:gd name="T5" fmla="*/ 0 h 10"/>
                  <a:gd name="T6" fmla="*/ 181 w 11"/>
                  <a:gd name="T7" fmla="*/ 20 h 10"/>
                  <a:gd name="T8" fmla="*/ 0 w 11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cubicBezTo>
                      <a:pt x="7" y="7"/>
                      <a:pt x="6" y="8"/>
                      <a:pt x="6" y="9"/>
                    </a:cubicBezTo>
                    <a:cubicBezTo>
                      <a:pt x="11" y="8"/>
                      <a:pt x="11" y="4"/>
                      <a:pt x="10" y="0"/>
                    </a:cubicBezTo>
                    <a:cubicBezTo>
                      <a:pt x="10" y="0"/>
                      <a:pt x="11" y="0"/>
                      <a:pt x="11" y="1"/>
                    </a:cubicBezTo>
                    <a:cubicBezTo>
                      <a:pt x="8" y="4"/>
                      <a:pt x="2" y="7"/>
                      <a:pt x="0" y="1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1" name="Freeform 1767">
                <a:extLst>
                  <a:ext uri="{FF2B5EF4-FFF2-40B4-BE49-F238E27FC236}">
                    <a16:creationId xmlns:a16="http://schemas.microsoft.com/office/drawing/2014/main" id="{58CDFF6A-1C00-490A-90EA-431DCF009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814"/>
                <a:ext cx="30" cy="30"/>
              </a:xfrm>
              <a:custGeom>
                <a:avLst/>
                <a:gdLst>
                  <a:gd name="T0" fmla="*/ 63 w 12"/>
                  <a:gd name="T1" fmla="*/ 95 h 12"/>
                  <a:gd name="T2" fmla="*/ 83 w 12"/>
                  <a:gd name="T3" fmla="*/ 0 h 12"/>
                  <a:gd name="T4" fmla="*/ 0 w 12"/>
                  <a:gd name="T5" fmla="*/ 188 h 12"/>
                  <a:gd name="T6" fmla="*/ 20 w 12"/>
                  <a:gd name="T7" fmla="*/ 17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4" y="6"/>
                    </a:moveTo>
                    <a:cubicBezTo>
                      <a:pt x="8" y="4"/>
                      <a:pt x="12" y="1"/>
                      <a:pt x="5" y="0"/>
                    </a:cubicBezTo>
                    <a:cubicBezTo>
                      <a:pt x="7" y="0"/>
                      <a:pt x="6" y="12"/>
                      <a:pt x="0" y="12"/>
                    </a:cubicBezTo>
                    <a:cubicBezTo>
                      <a:pt x="0" y="12"/>
                      <a:pt x="1" y="11"/>
                      <a:pt x="1" y="11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2" name="Freeform 1768">
                <a:extLst>
                  <a:ext uri="{FF2B5EF4-FFF2-40B4-BE49-F238E27FC236}">
                    <a16:creationId xmlns:a16="http://schemas.microsoft.com/office/drawing/2014/main" id="{01BF0BD0-691E-4E35-927A-7A43AB3B8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871"/>
                <a:ext cx="15" cy="23"/>
              </a:xfrm>
              <a:custGeom>
                <a:avLst/>
                <a:gdLst>
                  <a:gd name="T0" fmla="*/ 0 w 6"/>
                  <a:gd name="T1" fmla="*/ 151 h 9"/>
                  <a:gd name="T2" fmla="*/ 95 w 6"/>
                  <a:gd name="T3" fmla="*/ 66 h 9"/>
                  <a:gd name="T4" fmla="*/ 63 w 6"/>
                  <a:gd name="T5" fmla="*/ 0 h 9"/>
                  <a:gd name="T6" fmla="*/ 33 w 6"/>
                  <a:gd name="T7" fmla="*/ 6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6"/>
                      <a:pt x="4" y="6"/>
                      <a:pt x="6" y="4"/>
                    </a:cubicBezTo>
                    <a:cubicBezTo>
                      <a:pt x="5" y="2"/>
                      <a:pt x="3" y="2"/>
                      <a:pt x="4" y="0"/>
                    </a:cubicBezTo>
                    <a:cubicBezTo>
                      <a:pt x="6" y="2"/>
                      <a:pt x="5" y="4"/>
                      <a:pt x="2" y="4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3" name="Freeform 1769">
                <a:extLst>
                  <a:ext uri="{FF2B5EF4-FFF2-40B4-BE49-F238E27FC236}">
                    <a16:creationId xmlns:a16="http://schemas.microsoft.com/office/drawing/2014/main" id="{332DDEE3-CF94-4FAE-8EDA-CAF127918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969"/>
                <a:ext cx="15" cy="17"/>
              </a:xfrm>
              <a:custGeom>
                <a:avLst/>
                <a:gdLst>
                  <a:gd name="T0" fmla="*/ 33 w 6"/>
                  <a:gd name="T1" fmla="*/ 100 h 7"/>
                  <a:gd name="T2" fmla="*/ 95 w 6"/>
                  <a:gd name="T3" fmla="*/ 41 h 7"/>
                  <a:gd name="T4" fmla="*/ 20 w 6"/>
                  <a:gd name="T5" fmla="*/ 0 h 7"/>
                  <a:gd name="T6" fmla="*/ 20 w 6"/>
                  <a:gd name="T7" fmla="*/ 100 h 7"/>
                  <a:gd name="T8" fmla="*/ 0 w 6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7"/>
                    </a:moveTo>
                    <a:cubicBezTo>
                      <a:pt x="3" y="5"/>
                      <a:pt x="5" y="4"/>
                      <a:pt x="6" y="3"/>
                    </a:cubicBezTo>
                    <a:cubicBezTo>
                      <a:pt x="4" y="1"/>
                      <a:pt x="1" y="3"/>
                      <a:pt x="1" y="0"/>
                    </a:cubicBezTo>
                    <a:cubicBezTo>
                      <a:pt x="2" y="2"/>
                      <a:pt x="3" y="5"/>
                      <a:pt x="1" y="7"/>
                    </a:cubicBezTo>
                    <a:cubicBezTo>
                      <a:pt x="1" y="7"/>
                      <a:pt x="0" y="6"/>
                      <a:pt x="0" y="6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4" name="Freeform 1770">
                <a:extLst>
                  <a:ext uri="{FF2B5EF4-FFF2-40B4-BE49-F238E27FC236}">
                    <a16:creationId xmlns:a16="http://schemas.microsoft.com/office/drawing/2014/main" id="{90E535D2-3E04-4525-8E46-AC72E45D6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951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63 w 4"/>
                  <a:gd name="T3" fmla="*/ 55 h 5"/>
                  <a:gd name="T4" fmla="*/ 20 w 4"/>
                  <a:gd name="T5" fmla="*/ 0 h 5"/>
                  <a:gd name="T6" fmla="*/ 33 w 4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4" y="3"/>
                      <a:pt x="4" y="3"/>
                    </a:cubicBezTo>
                    <a:cubicBezTo>
                      <a:pt x="3" y="2"/>
                      <a:pt x="2" y="0"/>
                      <a:pt x="1" y="0"/>
                    </a:cubicBezTo>
                    <a:cubicBezTo>
                      <a:pt x="0" y="1"/>
                      <a:pt x="1" y="4"/>
                      <a:pt x="2" y="5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5" name="Freeform 1771">
                <a:extLst>
                  <a:ext uri="{FF2B5EF4-FFF2-40B4-BE49-F238E27FC236}">
                    <a16:creationId xmlns:a16="http://schemas.microsoft.com/office/drawing/2014/main" id="{EA718265-035D-4E52-A874-F59844D40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939"/>
                <a:ext cx="23" cy="35"/>
              </a:xfrm>
              <a:custGeom>
                <a:avLst/>
                <a:gdLst>
                  <a:gd name="T0" fmla="*/ 84 w 9"/>
                  <a:gd name="T1" fmla="*/ 208 h 14"/>
                  <a:gd name="T2" fmla="*/ 33 w 9"/>
                  <a:gd name="T3" fmla="*/ 145 h 14"/>
                  <a:gd name="T4" fmla="*/ 151 w 9"/>
                  <a:gd name="T5" fmla="*/ 0 h 14"/>
                  <a:gd name="T6" fmla="*/ 66 w 9"/>
                  <a:gd name="T7" fmla="*/ 158 h 14"/>
                  <a:gd name="T8" fmla="*/ 66 w 9"/>
                  <a:gd name="T9" fmla="*/ 17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5" y="13"/>
                    </a:moveTo>
                    <a:cubicBezTo>
                      <a:pt x="3" y="12"/>
                      <a:pt x="0" y="14"/>
                      <a:pt x="2" y="9"/>
                    </a:cubicBezTo>
                    <a:cubicBezTo>
                      <a:pt x="3" y="6"/>
                      <a:pt x="6" y="3"/>
                      <a:pt x="9" y="0"/>
                    </a:cubicBezTo>
                    <a:cubicBezTo>
                      <a:pt x="9" y="5"/>
                      <a:pt x="6" y="7"/>
                      <a:pt x="4" y="10"/>
                    </a:cubicBezTo>
                    <a:cubicBezTo>
                      <a:pt x="4" y="11"/>
                      <a:pt x="4" y="11"/>
                      <a:pt x="4" y="11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6" name="Freeform 1772">
                <a:extLst>
                  <a:ext uri="{FF2B5EF4-FFF2-40B4-BE49-F238E27FC236}">
                    <a16:creationId xmlns:a16="http://schemas.microsoft.com/office/drawing/2014/main" id="{E793A90C-0394-4E74-8F10-4B1C064FA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911"/>
                <a:ext cx="17" cy="20"/>
              </a:xfrm>
              <a:custGeom>
                <a:avLst/>
                <a:gdLst>
                  <a:gd name="T0" fmla="*/ 0 w 7"/>
                  <a:gd name="T1" fmla="*/ 125 h 8"/>
                  <a:gd name="T2" fmla="*/ 100 w 7"/>
                  <a:gd name="T3" fmla="*/ 95 h 8"/>
                  <a:gd name="T4" fmla="*/ 70 w 7"/>
                  <a:gd name="T5" fmla="*/ 0 h 8"/>
                  <a:gd name="T6" fmla="*/ 29 w 7"/>
                  <a:gd name="T7" fmla="*/ 1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2" y="7"/>
                      <a:pt x="5" y="8"/>
                      <a:pt x="7" y="6"/>
                    </a:cubicBezTo>
                    <a:cubicBezTo>
                      <a:pt x="5" y="5"/>
                      <a:pt x="4" y="2"/>
                      <a:pt x="5" y="0"/>
                    </a:cubicBezTo>
                    <a:cubicBezTo>
                      <a:pt x="5" y="2"/>
                      <a:pt x="4" y="5"/>
                      <a:pt x="2" y="7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7" name="Freeform 1773">
                <a:extLst>
                  <a:ext uri="{FF2B5EF4-FFF2-40B4-BE49-F238E27FC236}">
                    <a16:creationId xmlns:a16="http://schemas.microsoft.com/office/drawing/2014/main" id="{435B3C45-280C-4C9A-ACC6-634F62E67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899"/>
                <a:ext cx="20" cy="10"/>
              </a:xfrm>
              <a:custGeom>
                <a:avLst/>
                <a:gdLst>
                  <a:gd name="T0" fmla="*/ 0 w 8"/>
                  <a:gd name="T1" fmla="*/ 63 h 4"/>
                  <a:gd name="T2" fmla="*/ 83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3" y="4"/>
                      <a:pt x="8" y="3"/>
                      <a:pt x="5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8" name="Freeform 1774">
                <a:extLst>
                  <a:ext uri="{FF2B5EF4-FFF2-40B4-BE49-F238E27FC236}">
                    <a16:creationId xmlns:a16="http://schemas.microsoft.com/office/drawing/2014/main" id="{659D4990-17E1-4472-AF87-7432C47B0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881"/>
                <a:ext cx="15" cy="13"/>
              </a:xfrm>
              <a:custGeom>
                <a:avLst/>
                <a:gdLst>
                  <a:gd name="T0" fmla="*/ 0 w 6"/>
                  <a:gd name="T1" fmla="*/ 68 h 5"/>
                  <a:gd name="T2" fmla="*/ 50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3" y="5"/>
                      <a:pt x="6" y="2"/>
                      <a:pt x="3" y="0"/>
                    </a:cubicBezTo>
                  </a:path>
                </a:pathLst>
              </a:custGeom>
              <a:solidFill>
                <a:srgbClr val="B38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9" name="Freeform 1775">
                <a:extLst>
                  <a:ext uri="{FF2B5EF4-FFF2-40B4-BE49-F238E27FC236}">
                    <a16:creationId xmlns:a16="http://schemas.microsoft.com/office/drawing/2014/main" id="{5CD308DD-8E75-4188-B029-CC31A493C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871"/>
                <a:ext cx="20" cy="20"/>
              </a:xfrm>
              <a:custGeom>
                <a:avLst/>
                <a:gdLst>
                  <a:gd name="T0" fmla="*/ 0 w 8"/>
                  <a:gd name="T1" fmla="*/ 125 h 8"/>
                  <a:gd name="T2" fmla="*/ 95 w 8"/>
                  <a:gd name="T3" fmla="*/ 83 h 8"/>
                  <a:gd name="T4" fmla="*/ 83 w 8"/>
                  <a:gd name="T5" fmla="*/ 50 h 8"/>
                  <a:gd name="T6" fmla="*/ 125 w 8"/>
                  <a:gd name="T7" fmla="*/ 0 h 8"/>
                  <a:gd name="T8" fmla="*/ 50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3" y="8"/>
                      <a:pt x="6" y="7"/>
                      <a:pt x="6" y="5"/>
                    </a:cubicBezTo>
                    <a:cubicBezTo>
                      <a:pt x="6" y="5"/>
                      <a:pt x="5" y="3"/>
                      <a:pt x="5" y="3"/>
                    </a:cubicBezTo>
                    <a:cubicBezTo>
                      <a:pt x="6" y="1"/>
                      <a:pt x="8" y="0"/>
                      <a:pt x="8" y="0"/>
                    </a:cubicBezTo>
                    <a:cubicBezTo>
                      <a:pt x="7" y="2"/>
                      <a:pt x="6" y="5"/>
                      <a:pt x="3" y="6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0" name="Freeform 1776">
                <a:extLst>
                  <a:ext uri="{FF2B5EF4-FFF2-40B4-BE49-F238E27FC236}">
                    <a16:creationId xmlns:a16="http://schemas.microsoft.com/office/drawing/2014/main" id="{0B6ADD4F-19C0-4DBC-94B1-ED10A3689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846"/>
                <a:ext cx="20" cy="13"/>
              </a:xfrm>
              <a:custGeom>
                <a:avLst/>
                <a:gdLst>
                  <a:gd name="T0" fmla="*/ 50 w 8"/>
                  <a:gd name="T1" fmla="*/ 88 h 5"/>
                  <a:gd name="T2" fmla="*/ 0 w 8"/>
                  <a:gd name="T3" fmla="*/ 55 h 5"/>
                  <a:gd name="T4" fmla="*/ 125 w 8"/>
                  <a:gd name="T5" fmla="*/ 0 h 5"/>
                  <a:gd name="T6" fmla="*/ 83 w 8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3" y="5"/>
                      <a:pt x="1" y="4"/>
                      <a:pt x="0" y="3"/>
                    </a:cubicBezTo>
                    <a:cubicBezTo>
                      <a:pt x="3" y="3"/>
                      <a:pt x="7" y="4"/>
                      <a:pt x="8" y="0"/>
                    </a:cubicBezTo>
                    <a:cubicBezTo>
                      <a:pt x="7" y="1"/>
                      <a:pt x="6" y="2"/>
                      <a:pt x="5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1" name="Freeform 1777">
                <a:extLst>
                  <a:ext uri="{FF2B5EF4-FFF2-40B4-BE49-F238E27FC236}">
                    <a16:creationId xmlns:a16="http://schemas.microsoft.com/office/drawing/2014/main" id="{65AC210C-244F-4825-A444-A0EB4D0FE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819"/>
                <a:ext cx="18" cy="12"/>
              </a:xfrm>
              <a:custGeom>
                <a:avLst/>
                <a:gdLst>
                  <a:gd name="T0" fmla="*/ 33 w 7"/>
                  <a:gd name="T1" fmla="*/ 70 h 5"/>
                  <a:gd name="T2" fmla="*/ 118 w 7"/>
                  <a:gd name="T3" fmla="*/ 70 h 5"/>
                  <a:gd name="T4" fmla="*/ 100 w 7"/>
                  <a:gd name="T5" fmla="*/ 0 h 5"/>
                  <a:gd name="T6" fmla="*/ 0 w 7"/>
                  <a:gd name="T7" fmla="*/ 41 h 5"/>
                  <a:gd name="T8" fmla="*/ 21 w 7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2" y="5"/>
                    </a:moveTo>
                    <a:cubicBezTo>
                      <a:pt x="3" y="5"/>
                      <a:pt x="5" y="5"/>
                      <a:pt x="7" y="5"/>
                    </a:cubicBezTo>
                    <a:cubicBezTo>
                      <a:pt x="6" y="3"/>
                      <a:pt x="5" y="2"/>
                      <a:pt x="6" y="0"/>
                    </a:cubicBezTo>
                    <a:cubicBezTo>
                      <a:pt x="4" y="1"/>
                      <a:pt x="2" y="2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2" name="Freeform 1778">
                <a:extLst>
                  <a:ext uri="{FF2B5EF4-FFF2-40B4-BE49-F238E27FC236}">
                    <a16:creationId xmlns:a16="http://schemas.microsoft.com/office/drawing/2014/main" id="{5D240A98-66DC-412B-9C18-1AA21B5B5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851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56 w 3"/>
                  <a:gd name="T3" fmla="*/ 33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3" y="2"/>
                    </a:cubicBezTo>
                    <a:cubicBezTo>
                      <a:pt x="1" y="2"/>
                      <a:pt x="0" y="2"/>
                      <a:pt x="0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3" name="Freeform 1779">
                <a:extLst>
                  <a:ext uri="{FF2B5EF4-FFF2-40B4-BE49-F238E27FC236}">
                    <a16:creationId xmlns:a16="http://schemas.microsoft.com/office/drawing/2014/main" id="{2E19F2AD-9AE1-4937-978D-814D296F9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889"/>
                <a:ext cx="10" cy="22"/>
              </a:xfrm>
              <a:custGeom>
                <a:avLst/>
                <a:gdLst>
                  <a:gd name="T0" fmla="*/ 33 w 4"/>
                  <a:gd name="T1" fmla="*/ 59 h 9"/>
                  <a:gd name="T2" fmla="*/ 33 w 4"/>
                  <a:gd name="T3" fmla="*/ 42 h 9"/>
                  <a:gd name="T4" fmla="*/ 0 w 4"/>
                  <a:gd name="T5" fmla="*/ 90 h 9"/>
                  <a:gd name="T6" fmla="*/ 63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9">
                    <a:moveTo>
                      <a:pt x="2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9"/>
                      <a:pt x="0" y="6"/>
                    </a:cubicBezTo>
                    <a:cubicBezTo>
                      <a:pt x="1" y="5"/>
                      <a:pt x="3" y="0"/>
                      <a:pt x="4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4" name="Freeform 1780">
                <a:extLst>
                  <a:ext uri="{FF2B5EF4-FFF2-40B4-BE49-F238E27FC236}">
                    <a16:creationId xmlns:a16="http://schemas.microsoft.com/office/drawing/2014/main" id="{FED1CF5C-8929-4A3D-9EB4-9400158EF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869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29 w 5"/>
                  <a:gd name="T3" fmla="*/ 70 h 5"/>
                  <a:gd name="T4" fmla="*/ 70 w 5"/>
                  <a:gd name="T5" fmla="*/ 70 h 5"/>
                  <a:gd name="T6" fmla="*/ 41 w 5"/>
                  <a:gd name="T7" fmla="*/ 0 h 5"/>
                  <a:gd name="T8" fmla="*/ 0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4"/>
                      <a:pt x="2" y="4"/>
                      <a:pt x="2" y="5"/>
                    </a:cubicBezTo>
                    <a:cubicBezTo>
                      <a:pt x="3" y="5"/>
                      <a:pt x="4" y="5"/>
                      <a:pt x="5" y="5"/>
                    </a:cubicBezTo>
                    <a:cubicBezTo>
                      <a:pt x="4" y="3"/>
                      <a:pt x="2" y="3"/>
                      <a:pt x="3" y="0"/>
                    </a:cubicBez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5" name="Freeform 1781">
                <a:extLst>
                  <a:ext uri="{FF2B5EF4-FFF2-40B4-BE49-F238E27FC236}">
                    <a16:creationId xmlns:a16="http://schemas.microsoft.com/office/drawing/2014/main" id="{D29E3FCF-BAC0-4D46-B807-D020DEF73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934"/>
                <a:ext cx="32" cy="15"/>
              </a:xfrm>
              <a:custGeom>
                <a:avLst/>
                <a:gdLst>
                  <a:gd name="T0" fmla="*/ 133 w 13"/>
                  <a:gd name="T1" fmla="*/ 83 h 6"/>
                  <a:gd name="T2" fmla="*/ 121 w 13"/>
                  <a:gd name="T3" fmla="*/ 95 h 6"/>
                  <a:gd name="T4" fmla="*/ 194 w 13"/>
                  <a:gd name="T5" fmla="*/ 83 h 6"/>
                  <a:gd name="T6" fmla="*/ 162 w 13"/>
                  <a:gd name="T7" fmla="*/ 0 h 6"/>
                  <a:gd name="T8" fmla="*/ 103 w 13"/>
                  <a:gd name="T9" fmla="*/ 83 h 6"/>
                  <a:gd name="T10" fmla="*/ 0 w 13"/>
                  <a:gd name="T11" fmla="*/ 83 h 6"/>
                  <a:gd name="T12" fmla="*/ 0 w 13"/>
                  <a:gd name="T13" fmla="*/ 95 h 6"/>
                  <a:gd name="T14" fmla="*/ 42 w 13"/>
                  <a:gd name="T15" fmla="*/ 95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">
                    <a:moveTo>
                      <a:pt x="9" y="5"/>
                    </a:moveTo>
                    <a:cubicBezTo>
                      <a:pt x="9" y="6"/>
                      <a:pt x="8" y="6"/>
                      <a:pt x="8" y="6"/>
                    </a:cubicBezTo>
                    <a:cubicBezTo>
                      <a:pt x="10" y="6"/>
                      <a:pt x="11" y="6"/>
                      <a:pt x="13" y="5"/>
                    </a:cubicBezTo>
                    <a:cubicBezTo>
                      <a:pt x="11" y="4"/>
                      <a:pt x="10" y="3"/>
                      <a:pt x="11" y="0"/>
                    </a:cubicBezTo>
                    <a:cubicBezTo>
                      <a:pt x="10" y="2"/>
                      <a:pt x="10" y="4"/>
                      <a:pt x="7" y="5"/>
                    </a:cubicBezTo>
                    <a:cubicBezTo>
                      <a:pt x="5" y="6"/>
                      <a:pt x="3" y="4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6"/>
                      <a:pt x="3" y="6"/>
                      <a:pt x="3" y="6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6" name="Freeform 1782">
                <a:extLst>
                  <a:ext uri="{FF2B5EF4-FFF2-40B4-BE49-F238E27FC236}">
                    <a16:creationId xmlns:a16="http://schemas.microsoft.com/office/drawing/2014/main" id="{A2C8049A-8645-413C-B6C3-FCCB77D8E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61"/>
                <a:ext cx="23" cy="20"/>
              </a:xfrm>
              <a:custGeom>
                <a:avLst/>
                <a:gdLst>
                  <a:gd name="T0" fmla="*/ 84 w 9"/>
                  <a:gd name="T1" fmla="*/ 95 h 8"/>
                  <a:gd name="T2" fmla="*/ 84 w 9"/>
                  <a:gd name="T3" fmla="*/ 95 h 8"/>
                  <a:gd name="T4" fmla="*/ 151 w 9"/>
                  <a:gd name="T5" fmla="*/ 83 h 8"/>
                  <a:gd name="T6" fmla="*/ 97 w 9"/>
                  <a:gd name="T7" fmla="*/ 0 h 8"/>
                  <a:gd name="T8" fmla="*/ 0 w 9"/>
                  <a:gd name="T9" fmla="*/ 125 h 8"/>
                  <a:gd name="T10" fmla="*/ 51 w 9"/>
                  <a:gd name="T11" fmla="*/ 12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5" y="6"/>
                    </a:moveTo>
                    <a:cubicBezTo>
                      <a:pt x="5" y="6"/>
                      <a:pt x="4" y="6"/>
                      <a:pt x="5" y="6"/>
                    </a:cubicBezTo>
                    <a:cubicBezTo>
                      <a:pt x="6" y="6"/>
                      <a:pt x="7" y="5"/>
                      <a:pt x="9" y="5"/>
                    </a:cubicBezTo>
                    <a:cubicBezTo>
                      <a:pt x="8" y="3"/>
                      <a:pt x="5" y="2"/>
                      <a:pt x="6" y="0"/>
                    </a:cubicBezTo>
                    <a:cubicBezTo>
                      <a:pt x="8" y="3"/>
                      <a:pt x="2" y="7"/>
                      <a:pt x="0" y="8"/>
                    </a:cubicBezTo>
                    <a:cubicBezTo>
                      <a:pt x="1" y="8"/>
                      <a:pt x="2" y="8"/>
                      <a:pt x="3" y="8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7" name="Freeform 1783">
                <a:extLst>
                  <a:ext uri="{FF2B5EF4-FFF2-40B4-BE49-F238E27FC236}">
                    <a16:creationId xmlns:a16="http://schemas.microsoft.com/office/drawing/2014/main" id="{72B0DDE1-9E33-4745-B0D0-EB00F2D77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999"/>
                <a:ext cx="7" cy="10"/>
              </a:xfrm>
              <a:custGeom>
                <a:avLst/>
                <a:gdLst>
                  <a:gd name="T0" fmla="*/ 28 w 3"/>
                  <a:gd name="T1" fmla="*/ 63 h 4"/>
                  <a:gd name="T2" fmla="*/ 12 w 3"/>
                  <a:gd name="T3" fmla="*/ 0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3"/>
                      <a:pt x="3" y="1"/>
                      <a:pt x="1" y="0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8" name="Freeform 1784">
                <a:extLst>
                  <a:ext uri="{FF2B5EF4-FFF2-40B4-BE49-F238E27FC236}">
                    <a16:creationId xmlns:a16="http://schemas.microsoft.com/office/drawing/2014/main" id="{0CDDA868-9234-460F-BDFE-1CF72A978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001"/>
                <a:ext cx="12" cy="15"/>
              </a:xfrm>
              <a:custGeom>
                <a:avLst/>
                <a:gdLst>
                  <a:gd name="T0" fmla="*/ 12 w 5"/>
                  <a:gd name="T1" fmla="*/ 95 h 6"/>
                  <a:gd name="T2" fmla="*/ 58 w 5"/>
                  <a:gd name="T3" fmla="*/ 83 h 6"/>
                  <a:gd name="T4" fmla="*/ 70 w 5"/>
                  <a:gd name="T5" fmla="*/ 0 h 6"/>
                  <a:gd name="T6" fmla="*/ 12 w 5"/>
                  <a:gd name="T7" fmla="*/ 9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0" y="6"/>
                      <a:pt x="4" y="6"/>
                      <a:pt x="4" y="5"/>
                    </a:cubicBezTo>
                    <a:cubicBezTo>
                      <a:pt x="5" y="3"/>
                      <a:pt x="2" y="1"/>
                      <a:pt x="5" y="0"/>
                    </a:cubicBezTo>
                    <a:cubicBezTo>
                      <a:pt x="4" y="2"/>
                      <a:pt x="3" y="5"/>
                      <a:pt x="1" y="6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9" name="Freeform 1785">
                <a:extLst>
                  <a:ext uri="{FF2B5EF4-FFF2-40B4-BE49-F238E27FC236}">
                    <a16:creationId xmlns:a16="http://schemas.microsoft.com/office/drawing/2014/main" id="{2E5319AF-7323-42AA-B0E2-956BAC714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54"/>
                <a:ext cx="28" cy="17"/>
              </a:xfrm>
              <a:custGeom>
                <a:avLst/>
                <a:gdLst>
                  <a:gd name="T0" fmla="*/ 97 w 11"/>
                  <a:gd name="T1" fmla="*/ 70 h 7"/>
                  <a:gd name="T2" fmla="*/ 97 w 11"/>
                  <a:gd name="T3" fmla="*/ 70 h 7"/>
                  <a:gd name="T4" fmla="*/ 181 w 11"/>
                  <a:gd name="T5" fmla="*/ 70 h 7"/>
                  <a:gd name="T6" fmla="*/ 163 w 11"/>
                  <a:gd name="T7" fmla="*/ 0 h 7"/>
                  <a:gd name="T8" fmla="*/ 0 w 11"/>
                  <a:gd name="T9" fmla="*/ 70 h 7"/>
                  <a:gd name="T10" fmla="*/ 64 w 11"/>
                  <a:gd name="T11" fmla="*/ 100 h 7"/>
                  <a:gd name="T12" fmla="*/ 64 w 11"/>
                  <a:gd name="T13" fmla="*/ 7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10" y="6"/>
                      <a:pt x="11" y="5"/>
                    </a:cubicBezTo>
                    <a:cubicBezTo>
                      <a:pt x="11" y="4"/>
                      <a:pt x="10" y="2"/>
                      <a:pt x="10" y="0"/>
                    </a:cubicBezTo>
                    <a:cubicBezTo>
                      <a:pt x="8" y="2"/>
                      <a:pt x="2" y="6"/>
                      <a:pt x="0" y="5"/>
                    </a:cubicBezTo>
                    <a:cubicBezTo>
                      <a:pt x="1" y="6"/>
                      <a:pt x="2" y="6"/>
                      <a:pt x="4" y="7"/>
                    </a:cubicBezTo>
                    <a:cubicBezTo>
                      <a:pt x="4" y="6"/>
                      <a:pt x="4" y="5"/>
                      <a:pt x="4" y="5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0" name="Freeform 1786">
                <a:extLst>
                  <a:ext uri="{FF2B5EF4-FFF2-40B4-BE49-F238E27FC236}">
                    <a16:creationId xmlns:a16="http://schemas.microsoft.com/office/drawing/2014/main" id="{696376E9-8272-4DCC-99CC-FC658CE13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889"/>
                <a:ext cx="27" cy="25"/>
              </a:xfrm>
              <a:custGeom>
                <a:avLst/>
                <a:gdLst>
                  <a:gd name="T0" fmla="*/ 71 w 11"/>
                  <a:gd name="T1" fmla="*/ 63 h 10"/>
                  <a:gd name="T2" fmla="*/ 162 w 11"/>
                  <a:gd name="T3" fmla="*/ 20 h 10"/>
                  <a:gd name="T4" fmla="*/ 91 w 11"/>
                  <a:gd name="T5" fmla="*/ 20 h 10"/>
                  <a:gd name="T6" fmla="*/ 61 w 11"/>
                  <a:gd name="T7" fmla="*/ 83 h 10"/>
                  <a:gd name="T8" fmla="*/ 0 w 11"/>
                  <a:gd name="T9" fmla="*/ 125 h 10"/>
                  <a:gd name="T10" fmla="*/ 61 w 11"/>
                  <a:gd name="T11" fmla="*/ 158 h 10"/>
                  <a:gd name="T12" fmla="*/ 42 w 11"/>
                  <a:gd name="T13" fmla="*/ 125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5" y="4"/>
                    </a:moveTo>
                    <a:cubicBezTo>
                      <a:pt x="7" y="5"/>
                      <a:pt x="9" y="2"/>
                      <a:pt x="11" y="1"/>
                    </a:cubicBezTo>
                    <a:cubicBezTo>
                      <a:pt x="10" y="0"/>
                      <a:pt x="7" y="0"/>
                      <a:pt x="6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7"/>
                      <a:pt x="0" y="7"/>
                      <a:pt x="0" y="8"/>
                    </a:cubicBezTo>
                    <a:cubicBezTo>
                      <a:pt x="0" y="10"/>
                      <a:pt x="3" y="10"/>
                      <a:pt x="4" y="10"/>
                    </a:cubicBezTo>
                    <a:cubicBezTo>
                      <a:pt x="4" y="9"/>
                      <a:pt x="3" y="8"/>
                      <a:pt x="3" y="8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1" name="Freeform 1787">
                <a:extLst>
                  <a:ext uri="{FF2B5EF4-FFF2-40B4-BE49-F238E27FC236}">
                    <a16:creationId xmlns:a16="http://schemas.microsoft.com/office/drawing/2014/main" id="{556A010B-CB75-4521-BFBB-FC4B7B6E6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886"/>
                <a:ext cx="20" cy="23"/>
              </a:xfrm>
              <a:custGeom>
                <a:avLst/>
                <a:gdLst>
                  <a:gd name="T0" fmla="*/ 0 w 8"/>
                  <a:gd name="T1" fmla="*/ 130 h 9"/>
                  <a:gd name="T2" fmla="*/ 63 w 8"/>
                  <a:gd name="T3" fmla="*/ 151 h 9"/>
                  <a:gd name="T4" fmla="*/ 125 w 8"/>
                  <a:gd name="T5" fmla="*/ 0 h 9"/>
                  <a:gd name="T6" fmla="*/ 0 w 8"/>
                  <a:gd name="T7" fmla="*/ 11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1" y="8"/>
                      <a:pt x="2" y="8"/>
                      <a:pt x="4" y="9"/>
                    </a:cubicBezTo>
                    <a:cubicBezTo>
                      <a:pt x="1" y="5"/>
                      <a:pt x="6" y="2"/>
                      <a:pt x="8" y="0"/>
                    </a:cubicBezTo>
                    <a:cubicBezTo>
                      <a:pt x="5" y="1"/>
                      <a:pt x="3" y="5"/>
                      <a:pt x="0" y="7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2" name="Freeform 1788">
                <a:extLst>
                  <a:ext uri="{FF2B5EF4-FFF2-40B4-BE49-F238E27FC236}">
                    <a16:creationId xmlns:a16="http://schemas.microsoft.com/office/drawing/2014/main" id="{C0B4F63B-44F6-4953-A676-167A4D2D5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926"/>
                <a:ext cx="12" cy="10"/>
              </a:xfrm>
              <a:custGeom>
                <a:avLst/>
                <a:gdLst>
                  <a:gd name="T0" fmla="*/ 12 w 5"/>
                  <a:gd name="T1" fmla="*/ 50 h 4"/>
                  <a:gd name="T2" fmla="*/ 58 w 5"/>
                  <a:gd name="T3" fmla="*/ 63 h 4"/>
                  <a:gd name="T4" fmla="*/ 70 w 5"/>
                  <a:gd name="T5" fmla="*/ 0 h 4"/>
                  <a:gd name="T6" fmla="*/ 0 w 5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1" y="4"/>
                      <a:pt x="3" y="4"/>
                      <a:pt x="4" y="4"/>
                    </a:cubicBezTo>
                    <a:cubicBezTo>
                      <a:pt x="2" y="3"/>
                      <a:pt x="4" y="2"/>
                      <a:pt x="5" y="0"/>
                    </a:cubicBezTo>
                    <a:cubicBezTo>
                      <a:pt x="3" y="1"/>
                      <a:pt x="2" y="3"/>
                      <a:pt x="0" y="3"/>
                    </a:cubicBezTo>
                  </a:path>
                </a:pathLst>
              </a:custGeom>
              <a:solidFill>
                <a:srgbClr val="D07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3" name="Freeform 1789">
                <a:extLst>
                  <a:ext uri="{FF2B5EF4-FFF2-40B4-BE49-F238E27FC236}">
                    <a16:creationId xmlns:a16="http://schemas.microsoft.com/office/drawing/2014/main" id="{B1153305-58BF-46EA-AAC8-F103AAD9D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874"/>
                <a:ext cx="45" cy="80"/>
              </a:xfrm>
              <a:custGeom>
                <a:avLst/>
                <a:gdLst>
                  <a:gd name="T0" fmla="*/ 175 w 18"/>
                  <a:gd name="T1" fmla="*/ 283 h 32"/>
                  <a:gd name="T2" fmla="*/ 270 w 18"/>
                  <a:gd name="T3" fmla="*/ 158 h 32"/>
                  <a:gd name="T4" fmla="*/ 175 w 18"/>
                  <a:gd name="T5" fmla="*/ 175 h 32"/>
                  <a:gd name="T6" fmla="*/ 158 w 18"/>
                  <a:gd name="T7" fmla="*/ 95 h 32"/>
                  <a:gd name="T8" fmla="*/ 175 w 18"/>
                  <a:gd name="T9" fmla="*/ 20 h 32"/>
                  <a:gd name="T10" fmla="*/ 158 w 18"/>
                  <a:gd name="T11" fmla="*/ 83 h 32"/>
                  <a:gd name="T12" fmla="*/ 125 w 18"/>
                  <a:gd name="T13" fmla="*/ 145 h 32"/>
                  <a:gd name="T14" fmla="*/ 113 w 18"/>
                  <a:gd name="T15" fmla="*/ 208 h 32"/>
                  <a:gd name="T16" fmla="*/ 175 w 18"/>
                  <a:gd name="T17" fmla="*/ 220 h 32"/>
                  <a:gd name="T18" fmla="*/ 158 w 18"/>
                  <a:gd name="T19" fmla="*/ 300 h 32"/>
                  <a:gd name="T20" fmla="*/ 145 w 18"/>
                  <a:gd name="T21" fmla="*/ 375 h 32"/>
                  <a:gd name="T22" fmla="*/ 83 w 18"/>
                  <a:gd name="T23" fmla="*/ 408 h 32"/>
                  <a:gd name="T24" fmla="*/ 63 w 18"/>
                  <a:gd name="T25" fmla="*/ 500 h 32"/>
                  <a:gd name="T26" fmla="*/ 125 w 18"/>
                  <a:gd name="T27" fmla="*/ 375 h 3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" h="32">
                    <a:moveTo>
                      <a:pt x="11" y="18"/>
                    </a:moveTo>
                    <a:cubicBezTo>
                      <a:pt x="12" y="16"/>
                      <a:pt x="18" y="11"/>
                      <a:pt x="17" y="10"/>
                    </a:cubicBezTo>
                    <a:cubicBezTo>
                      <a:pt x="15" y="8"/>
                      <a:pt x="14" y="11"/>
                      <a:pt x="11" y="11"/>
                    </a:cubicBezTo>
                    <a:cubicBezTo>
                      <a:pt x="9" y="11"/>
                      <a:pt x="10" y="7"/>
                      <a:pt x="10" y="6"/>
                    </a:cubicBezTo>
                    <a:cubicBezTo>
                      <a:pt x="11" y="4"/>
                      <a:pt x="13" y="1"/>
                      <a:pt x="11" y="1"/>
                    </a:cubicBezTo>
                    <a:cubicBezTo>
                      <a:pt x="7" y="0"/>
                      <a:pt x="9" y="4"/>
                      <a:pt x="10" y="5"/>
                    </a:cubicBezTo>
                    <a:cubicBezTo>
                      <a:pt x="8" y="6"/>
                      <a:pt x="8" y="7"/>
                      <a:pt x="8" y="9"/>
                    </a:cubicBezTo>
                    <a:cubicBezTo>
                      <a:pt x="8" y="9"/>
                      <a:pt x="8" y="13"/>
                      <a:pt x="7" y="13"/>
                    </a:cubicBezTo>
                    <a:cubicBezTo>
                      <a:pt x="8" y="14"/>
                      <a:pt x="10" y="12"/>
                      <a:pt x="11" y="14"/>
                    </a:cubicBezTo>
                    <a:cubicBezTo>
                      <a:pt x="12" y="15"/>
                      <a:pt x="10" y="18"/>
                      <a:pt x="10" y="19"/>
                    </a:cubicBezTo>
                    <a:cubicBezTo>
                      <a:pt x="9" y="20"/>
                      <a:pt x="9" y="23"/>
                      <a:pt x="9" y="24"/>
                    </a:cubicBezTo>
                    <a:cubicBezTo>
                      <a:pt x="8" y="25"/>
                      <a:pt x="6" y="25"/>
                      <a:pt x="5" y="26"/>
                    </a:cubicBezTo>
                    <a:cubicBezTo>
                      <a:pt x="1" y="28"/>
                      <a:pt x="0" y="29"/>
                      <a:pt x="4" y="32"/>
                    </a:cubicBezTo>
                    <a:cubicBezTo>
                      <a:pt x="5" y="29"/>
                      <a:pt x="7" y="27"/>
                      <a:pt x="8" y="24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4" name="Freeform 1790">
                <a:extLst>
                  <a:ext uri="{FF2B5EF4-FFF2-40B4-BE49-F238E27FC236}">
                    <a16:creationId xmlns:a16="http://schemas.microsoft.com/office/drawing/2014/main" id="{18C63819-AC79-4555-B653-A8F4CF9AE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906"/>
                <a:ext cx="45" cy="35"/>
              </a:xfrm>
              <a:custGeom>
                <a:avLst/>
                <a:gdLst>
                  <a:gd name="T0" fmla="*/ 283 w 18"/>
                  <a:gd name="T1" fmla="*/ 188 h 14"/>
                  <a:gd name="T2" fmla="*/ 208 w 18"/>
                  <a:gd name="T3" fmla="*/ 145 h 14"/>
                  <a:gd name="T4" fmla="*/ 250 w 18"/>
                  <a:gd name="T5" fmla="*/ 83 h 14"/>
                  <a:gd name="T6" fmla="*/ 125 w 18"/>
                  <a:gd name="T7" fmla="*/ 83 h 14"/>
                  <a:gd name="T8" fmla="*/ 158 w 18"/>
                  <a:gd name="T9" fmla="*/ 208 h 14"/>
                  <a:gd name="T10" fmla="*/ 83 w 18"/>
                  <a:gd name="T11" fmla="*/ 145 h 14"/>
                  <a:gd name="T12" fmla="*/ 20 w 18"/>
                  <a:gd name="T13" fmla="*/ 158 h 14"/>
                  <a:gd name="T14" fmla="*/ 145 w 18"/>
                  <a:gd name="T15" fmla="*/ 83 h 14"/>
                  <a:gd name="T16" fmla="*/ 208 w 18"/>
                  <a:gd name="T17" fmla="*/ 0 h 14"/>
                  <a:gd name="T18" fmla="*/ 220 w 18"/>
                  <a:gd name="T19" fmla="*/ 63 h 14"/>
                  <a:gd name="T20" fmla="*/ 220 w 18"/>
                  <a:gd name="T21" fmla="*/ 63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14">
                    <a:moveTo>
                      <a:pt x="18" y="12"/>
                    </a:moveTo>
                    <a:cubicBezTo>
                      <a:pt x="17" y="11"/>
                      <a:pt x="14" y="10"/>
                      <a:pt x="13" y="9"/>
                    </a:cubicBezTo>
                    <a:cubicBezTo>
                      <a:pt x="13" y="7"/>
                      <a:pt x="15" y="6"/>
                      <a:pt x="16" y="5"/>
                    </a:cubicBezTo>
                    <a:cubicBezTo>
                      <a:pt x="15" y="4"/>
                      <a:pt x="9" y="5"/>
                      <a:pt x="8" y="5"/>
                    </a:cubicBezTo>
                    <a:cubicBezTo>
                      <a:pt x="5" y="8"/>
                      <a:pt x="11" y="12"/>
                      <a:pt x="10" y="13"/>
                    </a:cubicBezTo>
                    <a:cubicBezTo>
                      <a:pt x="9" y="12"/>
                      <a:pt x="7" y="9"/>
                      <a:pt x="5" y="9"/>
                    </a:cubicBezTo>
                    <a:cubicBezTo>
                      <a:pt x="4" y="9"/>
                      <a:pt x="0" y="14"/>
                      <a:pt x="1" y="10"/>
                    </a:cubicBezTo>
                    <a:cubicBezTo>
                      <a:pt x="2" y="8"/>
                      <a:pt x="7" y="7"/>
                      <a:pt x="9" y="5"/>
                    </a:cubicBezTo>
                    <a:cubicBezTo>
                      <a:pt x="10" y="4"/>
                      <a:pt x="11" y="1"/>
                      <a:pt x="13" y="0"/>
                    </a:cubicBezTo>
                    <a:cubicBezTo>
                      <a:pt x="14" y="1"/>
                      <a:pt x="15" y="3"/>
                      <a:pt x="14" y="4"/>
                    </a:cubicBezTo>
                    <a:cubicBezTo>
                      <a:pt x="14" y="5"/>
                      <a:pt x="14" y="4"/>
                      <a:pt x="14" y="4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5" name="Freeform 1791">
                <a:extLst>
                  <a:ext uri="{FF2B5EF4-FFF2-40B4-BE49-F238E27FC236}">
                    <a16:creationId xmlns:a16="http://schemas.microsoft.com/office/drawing/2014/main" id="{11BD5216-1C63-41E2-AFDC-4BA180F10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956"/>
                <a:ext cx="65" cy="43"/>
              </a:xfrm>
              <a:custGeom>
                <a:avLst/>
                <a:gdLst>
                  <a:gd name="T0" fmla="*/ 125 w 26"/>
                  <a:gd name="T1" fmla="*/ 192 h 17"/>
                  <a:gd name="T2" fmla="*/ 250 w 26"/>
                  <a:gd name="T3" fmla="*/ 116 h 17"/>
                  <a:gd name="T4" fmla="*/ 300 w 26"/>
                  <a:gd name="T5" fmla="*/ 192 h 17"/>
                  <a:gd name="T6" fmla="*/ 375 w 26"/>
                  <a:gd name="T7" fmla="*/ 192 h 17"/>
                  <a:gd name="T8" fmla="*/ 283 w 26"/>
                  <a:gd name="T9" fmla="*/ 116 h 17"/>
                  <a:gd name="T10" fmla="*/ 333 w 26"/>
                  <a:gd name="T11" fmla="*/ 20 h 17"/>
                  <a:gd name="T12" fmla="*/ 208 w 26"/>
                  <a:gd name="T13" fmla="*/ 96 h 17"/>
                  <a:gd name="T14" fmla="*/ 175 w 26"/>
                  <a:gd name="T15" fmla="*/ 0 h 17"/>
                  <a:gd name="T16" fmla="*/ 113 w 26"/>
                  <a:gd name="T17" fmla="*/ 116 h 17"/>
                  <a:gd name="T18" fmla="*/ 63 w 26"/>
                  <a:gd name="T19" fmla="*/ 83 h 17"/>
                  <a:gd name="T20" fmla="*/ 145 w 26"/>
                  <a:gd name="T21" fmla="*/ 129 h 17"/>
                  <a:gd name="T22" fmla="*/ 83 w 26"/>
                  <a:gd name="T23" fmla="*/ 210 h 17"/>
                  <a:gd name="T24" fmla="*/ 0 w 26"/>
                  <a:gd name="T25" fmla="*/ 225 h 17"/>
                  <a:gd name="T26" fmla="*/ 50 w 26"/>
                  <a:gd name="T27" fmla="*/ 276 h 17"/>
                  <a:gd name="T28" fmla="*/ 83 w 26"/>
                  <a:gd name="T29" fmla="*/ 210 h 17"/>
                  <a:gd name="T30" fmla="*/ 95 w 26"/>
                  <a:gd name="T31" fmla="*/ 210 h 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" h="17">
                    <a:moveTo>
                      <a:pt x="8" y="12"/>
                    </a:moveTo>
                    <a:cubicBezTo>
                      <a:pt x="12" y="16"/>
                      <a:pt x="11" y="5"/>
                      <a:pt x="16" y="7"/>
                    </a:cubicBezTo>
                    <a:cubicBezTo>
                      <a:pt x="17" y="8"/>
                      <a:pt x="17" y="11"/>
                      <a:pt x="19" y="12"/>
                    </a:cubicBezTo>
                    <a:cubicBezTo>
                      <a:pt x="21" y="12"/>
                      <a:pt x="22" y="11"/>
                      <a:pt x="24" y="12"/>
                    </a:cubicBezTo>
                    <a:cubicBezTo>
                      <a:pt x="26" y="9"/>
                      <a:pt x="19" y="8"/>
                      <a:pt x="18" y="7"/>
                    </a:cubicBezTo>
                    <a:cubicBezTo>
                      <a:pt x="14" y="3"/>
                      <a:pt x="19" y="2"/>
                      <a:pt x="21" y="1"/>
                    </a:cubicBezTo>
                    <a:cubicBezTo>
                      <a:pt x="17" y="0"/>
                      <a:pt x="16" y="5"/>
                      <a:pt x="13" y="6"/>
                    </a:cubicBezTo>
                    <a:cubicBezTo>
                      <a:pt x="9" y="7"/>
                      <a:pt x="14" y="1"/>
                      <a:pt x="11" y="0"/>
                    </a:cubicBezTo>
                    <a:cubicBezTo>
                      <a:pt x="16" y="1"/>
                      <a:pt x="9" y="6"/>
                      <a:pt x="7" y="7"/>
                    </a:cubicBezTo>
                    <a:cubicBezTo>
                      <a:pt x="6" y="7"/>
                      <a:pt x="5" y="6"/>
                      <a:pt x="4" y="5"/>
                    </a:cubicBezTo>
                    <a:cubicBezTo>
                      <a:pt x="5" y="5"/>
                      <a:pt x="7" y="7"/>
                      <a:pt x="9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4" y="14"/>
                      <a:pt x="1" y="14"/>
                      <a:pt x="0" y="14"/>
                    </a:cubicBezTo>
                    <a:cubicBezTo>
                      <a:pt x="0" y="16"/>
                      <a:pt x="2" y="16"/>
                      <a:pt x="3" y="17"/>
                    </a:cubicBezTo>
                    <a:cubicBezTo>
                      <a:pt x="4" y="16"/>
                      <a:pt x="5" y="14"/>
                      <a:pt x="5" y="13"/>
                    </a:cubicBezTo>
                    <a:cubicBezTo>
                      <a:pt x="5" y="13"/>
                      <a:pt x="6" y="13"/>
                      <a:pt x="6" y="13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6" name="Freeform 1792">
                <a:extLst>
                  <a:ext uri="{FF2B5EF4-FFF2-40B4-BE49-F238E27FC236}">
                    <a16:creationId xmlns:a16="http://schemas.microsoft.com/office/drawing/2014/main" id="{E95F172C-A072-4D3B-8A46-0C7526A4F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994"/>
                <a:ext cx="28" cy="25"/>
              </a:xfrm>
              <a:custGeom>
                <a:avLst/>
                <a:gdLst>
                  <a:gd name="T0" fmla="*/ 64 w 11"/>
                  <a:gd name="T1" fmla="*/ 158 h 10"/>
                  <a:gd name="T2" fmla="*/ 117 w 11"/>
                  <a:gd name="T3" fmla="*/ 50 h 10"/>
                  <a:gd name="T4" fmla="*/ 163 w 11"/>
                  <a:gd name="T5" fmla="*/ 33 h 10"/>
                  <a:gd name="T6" fmla="*/ 150 w 11"/>
                  <a:gd name="T7" fmla="*/ 0 h 10"/>
                  <a:gd name="T8" fmla="*/ 84 w 11"/>
                  <a:gd name="T9" fmla="*/ 83 h 10"/>
                  <a:gd name="T10" fmla="*/ 0 w 11"/>
                  <a:gd name="T11" fmla="*/ 20 h 10"/>
                  <a:gd name="T12" fmla="*/ 51 w 11"/>
                  <a:gd name="T13" fmla="*/ 125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4" y="10"/>
                    </a:moveTo>
                    <a:cubicBezTo>
                      <a:pt x="5" y="7"/>
                      <a:pt x="4" y="4"/>
                      <a:pt x="7" y="3"/>
                    </a:cubicBezTo>
                    <a:cubicBezTo>
                      <a:pt x="8" y="2"/>
                      <a:pt x="10" y="3"/>
                      <a:pt x="10" y="2"/>
                    </a:cubicBezTo>
                    <a:cubicBezTo>
                      <a:pt x="11" y="1"/>
                      <a:pt x="10" y="0"/>
                      <a:pt x="9" y="0"/>
                    </a:cubicBezTo>
                    <a:cubicBezTo>
                      <a:pt x="7" y="0"/>
                      <a:pt x="7" y="5"/>
                      <a:pt x="5" y="5"/>
                    </a:cubicBezTo>
                    <a:cubicBezTo>
                      <a:pt x="2" y="6"/>
                      <a:pt x="1" y="3"/>
                      <a:pt x="0" y="1"/>
                    </a:cubicBezTo>
                    <a:cubicBezTo>
                      <a:pt x="1" y="4"/>
                      <a:pt x="4" y="5"/>
                      <a:pt x="3" y="8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7" name="Freeform 1793">
                <a:extLst>
                  <a:ext uri="{FF2B5EF4-FFF2-40B4-BE49-F238E27FC236}">
                    <a16:creationId xmlns:a16="http://schemas.microsoft.com/office/drawing/2014/main" id="{D41D46EB-4946-4D12-A2A5-B1D298956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819"/>
                <a:ext cx="62" cy="55"/>
              </a:xfrm>
              <a:custGeom>
                <a:avLst/>
                <a:gdLst>
                  <a:gd name="T0" fmla="*/ 136 w 25"/>
                  <a:gd name="T1" fmla="*/ 345 h 22"/>
                  <a:gd name="T2" fmla="*/ 154 w 25"/>
                  <a:gd name="T3" fmla="*/ 270 h 22"/>
                  <a:gd name="T4" fmla="*/ 216 w 25"/>
                  <a:gd name="T5" fmla="*/ 220 h 22"/>
                  <a:gd name="T6" fmla="*/ 258 w 25"/>
                  <a:gd name="T7" fmla="*/ 175 h 22"/>
                  <a:gd name="T8" fmla="*/ 320 w 25"/>
                  <a:gd name="T9" fmla="*/ 220 h 22"/>
                  <a:gd name="T10" fmla="*/ 308 w 25"/>
                  <a:gd name="T11" fmla="*/ 158 h 22"/>
                  <a:gd name="T12" fmla="*/ 350 w 25"/>
                  <a:gd name="T13" fmla="*/ 125 h 22"/>
                  <a:gd name="T14" fmla="*/ 382 w 25"/>
                  <a:gd name="T15" fmla="*/ 0 h 22"/>
                  <a:gd name="T16" fmla="*/ 228 w 25"/>
                  <a:gd name="T17" fmla="*/ 145 h 22"/>
                  <a:gd name="T18" fmla="*/ 246 w 25"/>
                  <a:gd name="T19" fmla="*/ 113 h 22"/>
                  <a:gd name="T20" fmla="*/ 154 w 25"/>
                  <a:gd name="T21" fmla="*/ 95 h 22"/>
                  <a:gd name="T22" fmla="*/ 166 w 25"/>
                  <a:gd name="T23" fmla="*/ 220 h 22"/>
                  <a:gd name="T24" fmla="*/ 104 w 25"/>
                  <a:gd name="T25" fmla="*/ 270 h 22"/>
                  <a:gd name="T26" fmla="*/ 74 w 25"/>
                  <a:gd name="T27" fmla="*/ 283 h 22"/>
                  <a:gd name="T28" fmla="*/ 42 w 25"/>
                  <a:gd name="T29" fmla="*/ 270 h 22"/>
                  <a:gd name="T30" fmla="*/ 30 w 25"/>
                  <a:gd name="T31" fmla="*/ 250 h 22"/>
                  <a:gd name="T32" fmla="*/ 124 w 25"/>
                  <a:gd name="T33" fmla="*/ 313 h 22"/>
                  <a:gd name="T34" fmla="*/ 124 w 25"/>
                  <a:gd name="T35" fmla="*/ 333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5" h="22">
                    <a:moveTo>
                      <a:pt x="9" y="22"/>
                    </a:moveTo>
                    <a:cubicBezTo>
                      <a:pt x="10" y="21"/>
                      <a:pt x="9" y="19"/>
                      <a:pt x="10" y="17"/>
                    </a:cubicBezTo>
                    <a:cubicBezTo>
                      <a:pt x="11" y="16"/>
                      <a:pt x="13" y="15"/>
                      <a:pt x="14" y="14"/>
                    </a:cubicBezTo>
                    <a:cubicBezTo>
                      <a:pt x="15" y="13"/>
                      <a:pt x="16" y="12"/>
                      <a:pt x="17" y="11"/>
                    </a:cubicBezTo>
                    <a:cubicBezTo>
                      <a:pt x="19" y="11"/>
                      <a:pt x="19" y="13"/>
                      <a:pt x="21" y="14"/>
                    </a:cubicBezTo>
                    <a:cubicBezTo>
                      <a:pt x="20" y="13"/>
                      <a:pt x="19" y="11"/>
                      <a:pt x="20" y="10"/>
                    </a:cubicBezTo>
                    <a:cubicBezTo>
                      <a:pt x="20" y="9"/>
                      <a:pt x="22" y="9"/>
                      <a:pt x="23" y="8"/>
                    </a:cubicBezTo>
                    <a:cubicBezTo>
                      <a:pt x="24" y="6"/>
                      <a:pt x="24" y="3"/>
                      <a:pt x="25" y="0"/>
                    </a:cubicBezTo>
                    <a:cubicBezTo>
                      <a:pt x="21" y="3"/>
                      <a:pt x="21" y="11"/>
                      <a:pt x="15" y="9"/>
                    </a:cubicBezTo>
                    <a:cubicBezTo>
                      <a:pt x="16" y="8"/>
                      <a:pt x="16" y="7"/>
                      <a:pt x="16" y="7"/>
                    </a:cubicBezTo>
                    <a:cubicBezTo>
                      <a:pt x="14" y="7"/>
                      <a:pt x="11" y="10"/>
                      <a:pt x="10" y="6"/>
                    </a:cubicBezTo>
                    <a:cubicBezTo>
                      <a:pt x="13" y="9"/>
                      <a:pt x="16" y="10"/>
                      <a:pt x="11" y="14"/>
                    </a:cubicBezTo>
                    <a:cubicBezTo>
                      <a:pt x="10" y="15"/>
                      <a:pt x="8" y="16"/>
                      <a:pt x="7" y="17"/>
                    </a:cubicBezTo>
                    <a:cubicBezTo>
                      <a:pt x="6" y="17"/>
                      <a:pt x="7" y="18"/>
                      <a:pt x="5" y="18"/>
                    </a:cubicBezTo>
                    <a:cubicBezTo>
                      <a:pt x="4" y="18"/>
                      <a:pt x="3" y="18"/>
                      <a:pt x="3" y="17"/>
                    </a:cubicBezTo>
                    <a:cubicBezTo>
                      <a:pt x="3" y="16"/>
                      <a:pt x="3" y="16"/>
                      <a:pt x="2" y="16"/>
                    </a:cubicBezTo>
                    <a:cubicBezTo>
                      <a:pt x="0" y="17"/>
                      <a:pt x="6" y="22"/>
                      <a:pt x="8" y="20"/>
                    </a:cubicBezTo>
                    <a:cubicBezTo>
                      <a:pt x="8" y="20"/>
                      <a:pt x="8" y="21"/>
                      <a:pt x="8" y="21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8" name="Freeform 1794">
                <a:extLst>
                  <a:ext uri="{FF2B5EF4-FFF2-40B4-BE49-F238E27FC236}">
                    <a16:creationId xmlns:a16="http://schemas.microsoft.com/office/drawing/2014/main" id="{EE0E76FC-37C9-4987-998D-C9894750C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861"/>
                <a:ext cx="33" cy="18"/>
              </a:xfrm>
              <a:custGeom>
                <a:avLst/>
                <a:gdLst>
                  <a:gd name="T0" fmla="*/ 147 w 13"/>
                  <a:gd name="T1" fmla="*/ 100 h 7"/>
                  <a:gd name="T2" fmla="*/ 213 w 13"/>
                  <a:gd name="T3" fmla="*/ 67 h 7"/>
                  <a:gd name="T4" fmla="*/ 193 w 13"/>
                  <a:gd name="T5" fmla="*/ 0 h 7"/>
                  <a:gd name="T6" fmla="*/ 117 w 13"/>
                  <a:gd name="T7" fmla="*/ 85 h 7"/>
                  <a:gd name="T8" fmla="*/ 0 w 13"/>
                  <a:gd name="T9" fmla="*/ 33 h 7"/>
                  <a:gd name="T10" fmla="*/ 63 w 13"/>
                  <a:gd name="T11" fmla="*/ 67 h 7"/>
                  <a:gd name="T12" fmla="*/ 117 w 13"/>
                  <a:gd name="T13" fmla="*/ 11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9" y="6"/>
                    </a:moveTo>
                    <a:cubicBezTo>
                      <a:pt x="10" y="6"/>
                      <a:pt x="12" y="5"/>
                      <a:pt x="13" y="4"/>
                    </a:cubicBezTo>
                    <a:cubicBezTo>
                      <a:pt x="12" y="3"/>
                      <a:pt x="10" y="1"/>
                      <a:pt x="12" y="0"/>
                    </a:cubicBezTo>
                    <a:cubicBezTo>
                      <a:pt x="11" y="3"/>
                      <a:pt x="11" y="5"/>
                      <a:pt x="7" y="5"/>
                    </a:cubicBezTo>
                    <a:cubicBezTo>
                      <a:pt x="4" y="4"/>
                      <a:pt x="2" y="1"/>
                      <a:pt x="0" y="2"/>
                    </a:cubicBezTo>
                    <a:cubicBezTo>
                      <a:pt x="0" y="4"/>
                      <a:pt x="2" y="4"/>
                      <a:pt x="4" y="4"/>
                    </a:cubicBezTo>
                    <a:cubicBezTo>
                      <a:pt x="5" y="5"/>
                      <a:pt x="8" y="6"/>
                      <a:pt x="7" y="7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9" name="Freeform 1795">
                <a:extLst>
                  <a:ext uri="{FF2B5EF4-FFF2-40B4-BE49-F238E27FC236}">
                    <a16:creationId xmlns:a16="http://schemas.microsoft.com/office/drawing/2014/main" id="{BBE430C6-6171-4C1C-ABE0-2984F2617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864"/>
                <a:ext cx="13" cy="22"/>
              </a:xfrm>
              <a:custGeom>
                <a:avLst/>
                <a:gdLst>
                  <a:gd name="T0" fmla="*/ 21 w 5"/>
                  <a:gd name="T1" fmla="*/ 120 h 9"/>
                  <a:gd name="T2" fmla="*/ 88 w 5"/>
                  <a:gd name="T3" fmla="*/ 59 h 9"/>
                  <a:gd name="T4" fmla="*/ 68 w 5"/>
                  <a:gd name="T5" fmla="*/ 0 h 9"/>
                  <a:gd name="T6" fmla="*/ 0 w 5"/>
                  <a:gd name="T7" fmla="*/ 1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1" y="8"/>
                    </a:moveTo>
                    <a:cubicBezTo>
                      <a:pt x="3" y="9"/>
                      <a:pt x="2" y="3"/>
                      <a:pt x="5" y="4"/>
                    </a:cubicBezTo>
                    <a:cubicBezTo>
                      <a:pt x="4" y="3"/>
                      <a:pt x="3" y="2"/>
                      <a:pt x="4" y="0"/>
                    </a:cubicBezTo>
                    <a:cubicBezTo>
                      <a:pt x="3" y="2"/>
                      <a:pt x="2" y="7"/>
                      <a:pt x="0" y="8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0" name="Freeform 1796">
                <a:extLst>
                  <a:ext uri="{FF2B5EF4-FFF2-40B4-BE49-F238E27FC236}">
                    <a16:creationId xmlns:a16="http://schemas.microsoft.com/office/drawing/2014/main" id="{71335360-6DD8-494D-A245-E0A3E5367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806"/>
                <a:ext cx="40" cy="48"/>
              </a:xfrm>
              <a:custGeom>
                <a:avLst/>
                <a:gdLst>
                  <a:gd name="T0" fmla="*/ 20 w 16"/>
                  <a:gd name="T1" fmla="*/ 255 h 19"/>
                  <a:gd name="T2" fmla="*/ 0 w 16"/>
                  <a:gd name="T3" fmla="*/ 275 h 19"/>
                  <a:gd name="T4" fmla="*/ 50 w 16"/>
                  <a:gd name="T5" fmla="*/ 222 h 19"/>
                  <a:gd name="T6" fmla="*/ 95 w 16"/>
                  <a:gd name="T7" fmla="*/ 306 h 19"/>
                  <a:gd name="T8" fmla="*/ 83 w 16"/>
                  <a:gd name="T9" fmla="*/ 210 h 19"/>
                  <a:gd name="T10" fmla="*/ 188 w 16"/>
                  <a:gd name="T11" fmla="*/ 210 h 19"/>
                  <a:gd name="T12" fmla="*/ 125 w 16"/>
                  <a:gd name="T13" fmla="*/ 114 h 19"/>
                  <a:gd name="T14" fmla="*/ 188 w 16"/>
                  <a:gd name="T15" fmla="*/ 63 h 19"/>
                  <a:gd name="T16" fmla="*/ 250 w 16"/>
                  <a:gd name="T17" fmla="*/ 51 h 19"/>
                  <a:gd name="T18" fmla="*/ 113 w 16"/>
                  <a:gd name="T19" fmla="*/ 114 h 19"/>
                  <a:gd name="T20" fmla="*/ 83 w 16"/>
                  <a:gd name="T21" fmla="*/ 147 h 19"/>
                  <a:gd name="T22" fmla="*/ 83 w 16"/>
                  <a:gd name="T23" fmla="*/ 179 h 19"/>
                  <a:gd name="T24" fmla="*/ 0 w 16"/>
                  <a:gd name="T25" fmla="*/ 255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9">
                    <a:moveTo>
                      <a:pt x="1" y="16"/>
                    </a:moveTo>
                    <a:cubicBezTo>
                      <a:pt x="0" y="16"/>
                      <a:pt x="0" y="17"/>
                      <a:pt x="0" y="17"/>
                    </a:cubicBezTo>
                    <a:cubicBezTo>
                      <a:pt x="1" y="16"/>
                      <a:pt x="2" y="15"/>
                      <a:pt x="3" y="14"/>
                    </a:cubicBezTo>
                    <a:cubicBezTo>
                      <a:pt x="5" y="15"/>
                      <a:pt x="4" y="19"/>
                      <a:pt x="6" y="19"/>
                    </a:cubicBezTo>
                    <a:cubicBezTo>
                      <a:pt x="9" y="18"/>
                      <a:pt x="6" y="14"/>
                      <a:pt x="5" y="13"/>
                    </a:cubicBezTo>
                    <a:cubicBezTo>
                      <a:pt x="7" y="10"/>
                      <a:pt x="10" y="14"/>
                      <a:pt x="12" y="13"/>
                    </a:cubicBezTo>
                    <a:cubicBezTo>
                      <a:pt x="9" y="12"/>
                      <a:pt x="6" y="11"/>
                      <a:pt x="8" y="7"/>
                    </a:cubicBezTo>
                    <a:cubicBezTo>
                      <a:pt x="9" y="7"/>
                      <a:pt x="11" y="5"/>
                      <a:pt x="12" y="4"/>
                    </a:cubicBezTo>
                    <a:cubicBezTo>
                      <a:pt x="13" y="3"/>
                      <a:pt x="15" y="4"/>
                      <a:pt x="16" y="3"/>
                    </a:cubicBezTo>
                    <a:cubicBezTo>
                      <a:pt x="13" y="0"/>
                      <a:pt x="9" y="4"/>
                      <a:pt x="7" y="7"/>
                    </a:cubicBezTo>
                    <a:cubicBezTo>
                      <a:pt x="6" y="7"/>
                      <a:pt x="6" y="8"/>
                      <a:pt x="5" y="9"/>
                    </a:cubicBezTo>
                    <a:cubicBezTo>
                      <a:pt x="5" y="10"/>
                      <a:pt x="5" y="11"/>
                      <a:pt x="5" y="11"/>
                    </a:cubicBezTo>
                    <a:cubicBezTo>
                      <a:pt x="4" y="13"/>
                      <a:pt x="2" y="14"/>
                      <a:pt x="0" y="16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1" name="Freeform 1797">
                <a:extLst>
                  <a:ext uri="{FF2B5EF4-FFF2-40B4-BE49-F238E27FC236}">
                    <a16:creationId xmlns:a16="http://schemas.microsoft.com/office/drawing/2014/main" id="{DE1E05AE-59C4-44A3-A41B-0D74209F5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819"/>
                <a:ext cx="40" cy="57"/>
              </a:xfrm>
              <a:custGeom>
                <a:avLst/>
                <a:gdLst>
                  <a:gd name="T0" fmla="*/ 158 w 16"/>
                  <a:gd name="T1" fmla="*/ 154 h 23"/>
                  <a:gd name="T2" fmla="*/ 145 w 16"/>
                  <a:gd name="T3" fmla="*/ 124 h 23"/>
                  <a:gd name="T4" fmla="*/ 188 w 16"/>
                  <a:gd name="T5" fmla="*/ 42 h 23"/>
                  <a:gd name="T6" fmla="*/ 188 w 16"/>
                  <a:gd name="T7" fmla="*/ 0 h 23"/>
                  <a:gd name="T8" fmla="*/ 145 w 16"/>
                  <a:gd name="T9" fmla="*/ 92 h 23"/>
                  <a:gd name="T10" fmla="*/ 125 w 16"/>
                  <a:gd name="T11" fmla="*/ 154 h 23"/>
                  <a:gd name="T12" fmla="*/ 63 w 16"/>
                  <a:gd name="T13" fmla="*/ 166 h 23"/>
                  <a:gd name="T14" fmla="*/ 125 w 16"/>
                  <a:gd name="T15" fmla="*/ 154 h 23"/>
                  <a:gd name="T16" fmla="*/ 113 w 16"/>
                  <a:gd name="T17" fmla="*/ 228 h 23"/>
                  <a:gd name="T18" fmla="*/ 83 w 16"/>
                  <a:gd name="T19" fmla="*/ 287 h 23"/>
                  <a:gd name="T20" fmla="*/ 0 w 16"/>
                  <a:gd name="T21" fmla="*/ 307 h 23"/>
                  <a:gd name="T22" fmla="*/ 33 w 16"/>
                  <a:gd name="T23" fmla="*/ 349 h 23"/>
                  <a:gd name="T24" fmla="*/ 83 w 16"/>
                  <a:gd name="T25" fmla="*/ 349 h 23"/>
                  <a:gd name="T26" fmla="*/ 95 w 16"/>
                  <a:gd name="T27" fmla="*/ 287 h 23"/>
                  <a:gd name="T28" fmla="*/ 95 w 16"/>
                  <a:gd name="T29" fmla="*/ 258 h 23"/>
                  <a:gd name="T30" fmla="*/ 113 w 16"/>
                  <a:gd name="T31" fmla="*/ 228 h 23"/>
                  <a:gd name="T32" fmla="*/ 175 w 16"/>
                  <a:gd name="T33" fmla="*/ 245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" h="23">
                    <a:moveTo>
                      <a:pt x="10" y="10"/>
                    </a:moveTo>
                    <a:cubicBezTo>
                      <a:pt x="9" y="10"/>
                      <a:pt x="7" y="10"/>
                      <a:pt x="9" y="8"/>
                    </a:cubicBezTo>
                    <a:cubicBezTo>
                      <a:pt x="9" y="6"/>
                      <a:pt x="12" y="6"/>
                      <a:pt x="12" y="3"/>
                    </a:cubicBezTo>
                    <a:cubicBezTo>
                      <a:pt x="14" y="3"/>
                      <a:pt x="16" y="1"/>
                      <a:pt x="12" y="0"/>
                    </a:cubicBezTo>
                    <a:cubicBezTo>
                      <a:pt x="13" y="3"/>
                      <a:pt x="11" y="4"/>
                      <a:pt x="9" y="6"/>
                    </a:cubicBezTo>
                    <a:cubicBezTo>
                      <a:pt x="8" y="7"/>
                      <a:pt x="6" y="8"/>
                      <a:pt x="8" y="10"/>
                    </a:cubicBezTo>
                    <a:cubicBezTo>
                      <a:pt x="7" y="10"/>
                      <a:pt x="5" y="10"/>
                      <a:pt x="4" y="11"/>
                    </a:cubicBezTo>
                    <a:cubicBezTo>
                      <a:pt x="6" y="11"/>
                      <a:pt x="7" y="11"/>
                      <a:pt x="8" y="10"/>
                    </a:cubicBezTo>
                    <a:cubicBezTo>
                      <a:pt x="10" y="11"/>
                      <a:pt x="7" y="14"/>
                      <a:pt x="7" y="15"/>
                    </a:cubicBezTo>
                    <a:cubicBezTo>
                      <a:pt x="5" y="17"/>
                      <a:pt x="3" y="16"/>
                      <a:pt x="5" y="19"/>
                    </a:cubicBezTo>
                    <a:cubicBezTo>
                      <a:pt x="3" y="21"/>
                      <a:pt x="1" y="21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3" y="22"/>
                      <a:pt x="4" y="23"/>
                      <a:pt x="5" y="23"/>
                    </a:cubicBezTo>
                    <a:cubicBezTo>
                      <a:pt x="6" y="22"/>
                      <a:pt x="5" y="19"/>
                      <a:pt x="6" y="19"/>
                    </a:cubicBezTo>
                    <a:cubicBezTo>
                      <a:pt x="6" y="18"/>
                      <a:pt x="6" y="18"/>
                      <a:pt x="6" y="17"/>
                    </a:cubicBezTo>
                    <a:cubicBezTo>
                      <a:pt x="7" y="16"/>
                      <a:pt x="6" y="16"/>
                      <a:pt x="7" y="15"/>
                    </a:cubicBezTo>
                    <a:cubicBezTo>
                      <a:pt x="8" y="15"/>
                      <a:pt x="10" y="16"/>
                      <a:pt x="11" y="16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2" name="Freeform 1798">
                <a:extLst>
                  <a:ext uri="{FF2B5EF4-FFF2-40B4-BE49-F238E27FC236}">
                    <a16:creationId xmlns:a16="http://schemas.microsoft.com/office/drawing/2014/main" id="{9008E671-8A68-4782-9366-A56A8654E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934"/>
                <a:ext cx="20" cy="25"/>
              </a:xfrm>
              <a:custGeom>
                <a:avLst/>
                <a:gdLst>
                  <a:gd name="T0" fmla="*/ 83 w 8"/>
                  <a:gd name="T1" fmla="*/ 158 h 10"/>
                  <a:gd name="T2" fmla="*/ 50 w 8"/>
                  <a:gd name="T3" fmla="*/ 83 h 10"/>
                  <a:gd name="T4" fmla="*/ 125 w 8"/>
                  <a:gd name="T5" fmla="*/ 20 h 10"/>
                  <a:gd name="T6" fmla="*/ 20 w 8"/>
                  <a:gd name="T7" fmla="*/ 20 h 10"/>
                  <a:gd name="T8" fmla="*/ 33 w 8"/>
                  <a:gd name="T9" fmla="*/ 113 h 10"/>
                  <a:gd name="T10" fmla="*/ 63 w 8"/>
                  <a:gd name="T11" fmla="*/ 15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5" y="10"/>
                    </a:moveTo>
                    <a:cubicBezTo>
                      <a:pt x="4" y="9"/>
                      <a:pt x="3" y="7"/>
                      <a:pt x="3" y="5"/>
                    </a:cubicBezTo>
                    <a:cubicBezTo>
                      <a:pt x="4" y="3"/>
                      <a:pt x="6" y="3"/>
                      <a:pt x="8" y="1"/>
                    </a:cubicBezTo>
                    <a:cubicBezTo>
                      <a:pt x="6" y="0"/>
                      <a:pt x="3" y="4"/>
                      <a:pt x="1" y="1"/>
                    </a:cubicBezTo>
                    <a:cubicBezTo>
                      <a:pt x="2" y="4"/>
                      <a:pt x="3" y="4"/>
                      <a:pt x="2" y="7"/>
                    </a:cubicBezTo>
                    <a:cubicBezTo>
                      <a:pt x="1" y="9"/>
                      <a:pt x="0" y="10"/>
                      <a:pt x="4" y="10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3" name="Freeform 1799">
                <a:extLst>
                  <a:ext uri="{FF2B5EF4-FFF2-40B4-BE49-F238E27FC236}">
                    <a16:creationId xmlns:a16="http://schemas.microsoft.com/office/drawing/2014/main" id="{531DC207-4540-40E9-85B4-7D1A40DAC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914"/>
                <a:ext cx="13" cy="12"/>
              </a:xfrm>
              <a:custGeom>
                <a:avLst/>
                <a:gdLst>
                  <a:gd name="T0" fmla="*/ 0 w 5"/>
                  <a:gd name="T1" fmla="*/ 70 h 5"/>
                  <a:gd name="T2" fmla="*/ 88 w 5"/>
                  <a:gd name="T3" fmla="*/ 0 h 5"/>
                  <a:gd name="T4" fmla="*/ 0 w 5"/>
                  <a:gd name="T5" fmla="*/ 0 h 5"/>
                  <a:gd name="T6" fmla="*/ 0 w 5"/>
                  <a:gd name="T7" fmla="*/ 4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4"/>
                      <a:pt x="4" y="2"/>
                      <a:pt x="5" y="0"/>
                    </a:cubicBezTo>
                    <a:cubicBezTo>
                      <a:pt x="3" y="1"/>
                      <a:pt x="1" y="3"/>
                      <a:pt x="0" y="0"/>
                    </a:cubicBezTo>
                    <a:cubicBezTo>
                      <a:pt x="1" y="1"/>
                      <a:pt x="1" y="3"/>
                      <a:pt x="0" y="3"/>
                    </a:cubicBezTo>
                  </a:path>
                </a:pathLst>
              </a:custGeom>
              <a:solidFill>
                <a:srgbClr val="E3B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8443" name="Freeform 1800">
              <a:extLst>
                <a:ext uri="{FF2B5EF4-FFF2-40B4-BE49-F238E27FC236}">
                  <a16:creationId xmlns:a16="http://schemas.microsoft.com/office/drawing/2014/main" id="{CB84EBD5-123B-4916-B8E7-629717E34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2984"/>
              <a:ext cx="15" cy="17"/>
            </a:xfrm>
            <a:custGeom>
              <a:avLst/>
              <a:gdLst>
                <a:gd name="T0" fmla="*/ 33 w 6"/>
                <a:gd name="T1" fmla="*/ 0 h 7"/>
                <a:gd name="T2" fmla="*/ 50 w 6"/>
                <a:gd name="T3" fmla="*/ 100 h 7"/>
                <a:gd name="T4" fmla="*/ 63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2" y="1"/>
                    <a:pt x="0" y="7"/>
                    <a:pt x="3" y="7"/>
                  </a:cubicBezTo>
                  <a:cubicBezTo>
                    <a:pt x="6" y="7"/>
                    <a:pt x="4" y="1"/>
                    <a:pt x="4" y="0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4" name="Freeform 1801">
              <a:extLst>
                <a:ext uri="{FF2B5EF4-FFF2-40B4-BE49-F238E27FC236}">
                  <a16:creationId xmlns:a16="http://schemas.microsoft.com/office/drawing/2014/main" id="{5EEA0007-23B4-4B1F-AED0-25600BBE8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011"/>
              <a:ext cx="20" cy="15"/>
            </a:xfrm>
            <a:custGeom>
              <a:avLst/>
              <a:gdLst>
                <a:gd name="T0" fmla="*/ 63 w 8"/>
                <a:gd name="T1" fmla="*/ 20 h 6"/>
                <a:gd name="T2" fmla="*/ 0 w 8"/>
                <a:gd name="T3" fmla="*/ 83 h 6"/>
                <a:gd name="T4" fmla="*/ 125 w 8"/>
                <a:gd name="T5" fmla="*/ 95 h 6"/>
                <a:gd name="T6" fmla="*/ 95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3" y="1"/>
                    <a:pt x="0" y="4"/>
                    <a:pt x="0" y="5"/>
                  </a:cubicBezTo>
                  <a:cubicBezTo>
                    <a:pt x="2" y="6"/>
                    <a:pt x="5" y="5"/>
                    <a:pt x="8" y="6"/>
                  </a:cubicBezTo>
                  <a:cubicBezTo>
                    <a:pt x="7" y="4"/>
                    <a:pt x="6" y="2"/>
                    <a:pt x="6" y="0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5" name="Freeform 1802">
              <a:extLst>
                <a:ext uri="{FF2B5EF4-FFF2-40B4-BE49-F238E27FC236}">
                  <a16:creationId xmlns:a16="http://schemas.microsoft.com/office/drawing/2014/main" id="{C3C949B8-5916-49E9-892A-A77179E17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996"/>
              <a:ext cx="10" cy="15"/>
            </a:xfrm>
            <a:custGeom>
              <a:avLst/>
              <a:gdLst>
                <a:gd name="T0" fmla="*/ 33 w 4"/>
                <a:gd name="T1" fmla="*/ 0 h 6"/>
                <a:gd name="T2" fmla="*/ 33 w 4"/>
                <a:gd name="T3" fmla="*/ 95 h 6"/>
                <a:gd name="T4" fmla="*/ 63 w 4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1" y="1"/>
                    <a:pt x="0" y="5"/>
                    <a:pt x="2" y="6"/>
                  </a:cubicBezTo>
                  <a:cubicBezTo>
                    <a:pt x="4" y="6"/>
                    <a:pt x="4" y="3"/>
                    <a:pt x="4" y="2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6" name="Freeform 1803">
              <a:extLst>
                <a:ext uri="{FF2B5EF4-FFF2-40B4-BE49-F238E27FC236}">
                  <a16:creationId xmlns:a16="http://schemas.microsoft.com/office/drawing/2014/main" id="{904DDF05-B1A1-4AD6-A370-BC0B01726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3006"/>
              <a:ext cx="17" cy="33"/>
            </a:xfrm>
            <a:custGeom>
              <a:avLst/>
              <a:gdLst>
                <a:gd name="T0" fmla="*/ 12 w 7"/>
                <a:gd name="T1" fmla="*/ 63 h 13"/>
                <a:gd name="T2" fmla="*/ 0 w 7"/>
                <a:gd name="T3" fmla="*/ 147 h 13"/>
                <a:gd name="T4" fmla="*/ 41 w 7"/>
                <a:gd name="T5" fmla="*/ 213 h 13"/>
                <a:gd name="T6" fmla="*/ 100 w 7"/>
                <a:gd name="T7" fmla="*/ 193 h 13"/>
                <a:gd name="T8" fmla="*/ 58 w 7"/>
                <a:gd name="T9" fmla="*/ 147 h 13"/>
                <a:gd name="T10" fmla="*/ 87 w 7"/>
                <a:gd name="T11" fmla="*/ 63 h 13"/>
                <a:gd name="T12" fmla="*/ 41 w 7"/>
                <a:gd name="T13" fmla="*/ 63 h 13"/>
                <a:gd name="T14" fmla="*/ 12 w 7"/>
                <a:gd name="T15" fmla="*/ 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3">
                  <a:moveTo>
                    <a:pt x="1" y="4"/>
                  </a:moveTo>
                  <a:cubicBezTo>
                    <a:pt x="0" y="3"/>
                    <a:pt x="0" y="7"/>
                    <a:pt x="0" y="9"/>
                  </a:cubicBezTo>
                  <a:cubicBezTo>
                    <a:pt x="1" y="10"/>
                    <a:pt x="2" y="12"/>
                    <a:pt x="3" y="13"/>
                  </a:cubicBezTo>
                  <a:cubicBezTo>
                    <a:pt x="4" y="13"/>
                    <a:pt x="6" y="12"/>
                    <a:pt x="7" y="12"/>
                  </a:cubicBezTo>
                  <a:cubicBezTo>
                    <a:pt x="6" y="12"/>
                    <a:pt x="3" y="10"/>
                    <a:pt x="4" y="9"/>
                  </a:cubicBezTo>
                  <a:cubicBezTo>
                    <a:pt x="4" y="7"/>
                    <a:pt x="6" y="6"/>
                    <a:pt x="6" y="4"/>
                  </a:cubicBezTo>
                  <a:cubicBezTo>
                    <a:pt x="5" y="4"/>
                    <a:pt x="4" y="5"/>
                    <a:pt x="3" y="4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7" name="Freeform 1804">
              <a:extLst>
                <a:ext uri="{FF2B5EF4-FFF2-40B4-BE49-F238E27FC236}">
                  <a16:creationId xmlns:a16="http://schemas.microsoft.com/office/drawing/2014/main" id="{E1E8EE33-CE21-4AD8-B074-48B43C6F0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994"/>
              <a:ext cx="13" cy="32"/>
            </a:xfrm>
            <a:custGeom>
              <a:avLst/>
              <a:gdLst>
                <a:gd name="T0" fmla="*/ 34 w 5"/>
                <a:gd name="T1" fmla="*/ 74 h 13"/>
                <a:gd name="T2" fmla="*/ 55 w 5"/>
                <a:gd name="T3" fmla="*/ 133 h 13"/>
                <a:gd name="T4" fmla="*/ 0 w 5"/>
                <a:gd name="T5" fmla="*/ 194 h 13"/>
                <a:gd name="T6" fmla="*/ 88 w 5"/>
                <a:gd name="T7" fmla="*/ 182 h 13"/>
                <a:gd name="T8" fmla="*/ 88 w 5"/>
                <a:gd name="T9" fmla="*/ 0 h 13"/>
                <a:gd name="T10" fmla="*/ 88 w 5"/>
                <a:gd name="T11" fmla="*/ 0 h 13"/>
                <a:gd name="T12" fmla="*/ 68 w 5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3">
                  <a:moveTo>
                    <a:pt x="2" y="5"/>
                  </a:moveTo>
                  <a:cubicBezTo>
                    <a:pt x="2" y="6"/>
                    <a:pt x="3" y="8"/>
                    <a:pt x="3" y="9"/>
                  </a:cubicBezTo>
                  <a:cubicBezTo>
                    <a:pt x="3" y="11"/>
                    <a:pt x="1" y="12"/>
                    <a:pt x="0" y="13"/>
                  </a:cubicBezTo>
                  <a:cubicBezTo>
                    <a:pt x="2" y="13"/>
                    <a:pt x="3" y="12"/>
                    <a:pt x="5" y="12"/>
                  </a:cubicBezTo>
                  <a:cubicBezTo>
                    <a:pt x="1" y="10"/>
                    <a:pt x="4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8" name="Freeform 1805">
              <a:extLst>
                <a:ext uri="{FF2B5EF4-FFF2-40B4-BE49-F238E27FC236}">
                  <a16:creationId xmlns:a16="http://schemas.microsoft.com/office/drawing/2014/main" id="{6006D7AF-1BF2-46CD-94F2-BA82ADB86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009"/>
              <a:ext cx="13" cy="20"/>
            </a:xfrm>
            <a:custGeom>
              <a:avLst/>
              <a:gdLst>
                <a:gd name="T0" fmla="*/ 34 w 5"/>
                <a:gd name="T1" fmla="*/ 20 h 8"/>
                <a:gd name="T2" fmla="*/ 0 w 5"/>
                <a:gd name="T3" fmla="*/ 125 h 8"/>
                <a:gd name="T4" fmla="*/ 88 w 5"/>
                <a:gd name="T5" fmla="*/ 125 h 8"/>
                <a:gd name="T6" fmla="*/ 34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2" y="1"/>
                  </a:moveTo>
                  <a:cubicBezTo>
                    <a:pt x="0" y="0"/>
                    <a:pt x="3" y="7"/>
                    <a:pt x="0" y="8"/>
                  </a:cubicBezTo>
                  <a:cubicBezTo>
                    <a:pt x="2" y="7"/>
                    <a:pt x="3" y="7"/>
                    <a:pt x="5" y="8"/>
                  </a:cubicBezTo>
                  <a:cubicBezTo>
                    <a:pt x="4" y="6"/>
                    <a:pt x="0" y="3"/>
                    <a:pt x="2" y="0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9" name="Freeform 1806">
              <a:extLst>
                <a:ext uri="{FF2B5EF4-FFF2-40B4-BE49-F238E27FC236}">
                  <a16:creationId xmlns:a16="http://schemas.microsoft.com/office/drawing/2014/main" id="{AC3951A5-FCE7-4D09-BAC4-66B64E2A2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989"/>
              <a:ext cx="7" cy="12"/>
            </a:xfrm>
            <a:custGeom>
              <a:avLst/>
              <a:gdLst>
                <a:gd name="T0" fmla="*/ 28 w 3"/>
                <a:gd name="T1" fmla="*/ 12 h 5"/>
                <a:gd name="T2" fmla="*/ 28 w 3"/>
                <a:gd name="T3" fmla="*/ 70 h 5"/>
                <a:gd name="T4" fmla="*/ 2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3" y="4"/>
                    <a:pt x="1" y="2"/>
                    <a:pt x="2" y="0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0" name="Freeform 1807">
              <a:extLst>
                <a:ext uri="{FF2B5EF4-FFF2-40B4-BE49-F238E27FC236}">
                  <a16:creationId xmlns:a16="http://schemas.microsoft.com/office/drawing/2014/main" id="{A2C94FAC-30D1-4342-98FD-8608AD5DA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3034"/>
              <a:ext cx="23" cy="15"/>
            </a:xfrm>
            <a:custGeom>
              <a:avLst/>
              <a:gdLst>
                <a:gd name="T0" fmla="*/ 0 w 9"/>
                <a:gd name="T1" fmla="*/ 0 h 6"/>
                <a:gd name="T2" fmla="*/ 66 w 9"/>
                <a:gd name="T3" fmla="*/ 20 h 6"/>
                <a:gd name="T4" fmla="*/ 118 w 9"/>
                <a:gd name="T5" fmla="*/ 63 h 6"/>
                <a:gd name="T6" fmla="*/ 130 w 9"/>
                <a:gd name="T7" fmla="*/ 83 h 6"/>
                <a:gd name="T8" fmla="*/ 151 w 9"/>
                <a:gd name="T9" fmla="*/ 33 h 6"/>
                <a:gd name="T10" fmla="*/ 97 w 9"/>
                <a:gd name="T11" fmla="*/ 2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6" y="2"/>
                    <a:pt x="7" y="4"/>
                  </a:cubicBezTo>
                  <a:cubicBezTo>
                    <a:pt x="7" y="5"/>
                    <a:pt x="7" y="6"/>
                    <a:pt x="8" y="5"/>
                  </a:cubicBezTo>
                  <a:cubicBezTo>
                    <a:pt x="9" y="5"/>
                    <a:pt x="9" y="3"/>
                    <a:pt x="9" y="2"/>
                  </a:cubicBezTo>
                  <a:cubicBezTo>
                    <a:pt x="8" y="3"/>
                    <a:pt x="6" y="2"/>
                    <a:pt x="6" y="1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Freeform 1808">
              <a:extLst>
                <a:ext uri="{FF2B5EF4-FFF2-40B4-BE49-F238E27FC236}">
                  <a16:creationId xmlns:a16="http://schemas.microsoft.com/office/drawing/2014/main" id="{028113AF-9265-4929-B31B-FC184D231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001"/>
              <a:ext cx="15" cy="38"/>
            </a:xfrm>
            <a:custGeom>
              <a:avLst/>
              <a:gdLst>
                <a:gd name="T0" fmla="*/ 20 w 6"/>
                <a:gd name="T1" fmla="*/ 51 h 15"/>
                <a:gd name="T2" fmla="*/ 33 w 6"/>
                <a:gd name="T3" fmla="*/ 160 h 15"/>
                <a:gd name="T4" fmla="*/ 20 w 6"/>
                <a:gd name="T5" fmla="*/ 243 h 15"/>
                <a:gd name="T6" fmla="*/ 63 w 6"/>
                <a:gd name="T7" fmla="*/ 225 h 15"/>
                <a:gd name="T8" fmla="*/ 95 w 6"/>
                <a:gd name="T9" fmla="*/ 33 h 15"/>
                <a:gd name="T10" fmla="*/ 33 w 6"/>
                <a:gd name="T11" fmla="*/ 3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5">
                  <a:moveTo>
                    <a:pt x="1" y="3"/>
                  </a:moveTo>
                  <a:cubicBezTo>
                    <a:pt x="0" y="5"/>
                    <a:pt x="2" y="8"/>
                    <a:pt x="2" y="10"/>
                  </a:cubicBezTo>
                  <a:cubicBezTo>
                    <a:pt x="2" y="12"/>
                    <a:pt x="0" y="13"/>
                    <a:pt x="1" y="15"/>
                  </a:cubicBezTo>
                  <a:cubicBezTo>
                    <a:pt x="2" y="15"/>
                    <a:pt x="3" y="14"/>
                    <a:pt x="4" y="14"/>
                  </a:cubicBezTo>
                  <a:cubicBezTo>
                    <a:pt x="3" y="12"/>
                    <a:pt x="2" y="0"/>
                    <a:pt x="6" y="2"/>
                  </a:cubicBezTo>
                  <a:cubicBezTo>
                    <a:pt x="5" y="1"/>
                    <a:pt x="3" y="2"/>
                    <a:pt x="2" y="2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Freeform 1809">
              <a:extLst>
                <a:ext uri="{FF2B5EF4-FFF2-40B4-BE49-F238E27FC236}">
                  <a16:creationId xmlns:a16="http://schemas.microsoft.com/office/drawing/2014/main" id="{D8E44FBD-899F-46E7-B299-B27969365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971"/>
              <a:ext cx="25" cy="28"/>
            </a:xfrm>
            <a:custGeom>
              <a:avLst/>
              <a:gdLst>
                <a:gd name="T0" fmla="*/ 0 w 10"/>
                <a:gd name="T1" fmla="*/ 0 h 11"/>
                <a:gd name="T2" fmla="*/ 50 w 10"/>
                <a:gd name="T3" fmla="*/ 150 h 11"/>
                <a:gd name="T4" fmla="*/ 145 w 10"/>
                <a:gd name="T5" fmla="*/ 181 h 11"/>
                <a:gd name="T6" fmla="*/ 158 w 10"/>
                <a:gd name="T7" fmla="*/ 130 h 11"/>
                <a:gd name="T8" fmla="*/ 125 w 10"/>
                <a:gd name="T9" fmla="*/ 0 h 11"/>
                <a:gd name="T10" fmla="*/ 63 w 10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4" y="1"/>
                    <a:pt x="3" y="6"/>
                    <a:pt x="3" y="9"/>
                  </a:cubicBezTo>
                  <a:cubicBezTo>
                    <a:pt x="3" y="3"/>
                    <a:pt x="8" y="11"/>
                    <a:pt x="9" y="11"/>
                  </a:cubicBezTo>
                  <a:cubicBezTo>
                    <a:pt x="10" y="10"/>
                    <a:pt x="10" y="9"/>
                    <a:pt x="10" y="8"/>
                  </a:cubicBezTo>
                  <a:cubicBezTo>
                    <a:pt x="5" y="10"/>
                    <a:pt x="5" y="2"/>
                    <a:pt x="8" y="0"/>
                  </a:cubicBezTo>
                  <a:cubicBezTo>
                    <a:pt x="6" y="2"/>
                    <a:pt x="4" y="3"/>
                    <a:pt x="4" y="0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Freeform 1810">
              <a:extLst>
                <a:ext uri="{FF2B5EF4-FFF2-40B4-BE49-F238E27FC236}">
                  <a16:creationId xmlns:a16="http://schemas.microsoft.com/office/drawing/2014/main" id="{7BB463FC-5DB0-459E-ABFB-8ACC9EAF9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3024"/>
              <a:ext cx="15" cy="22"/>
            </a:xfrm>
            <a:custGeom>
              <a:avLst/>
              <a:gdLst>
                <a:gd name="T0" fmla="*/ 33 w 6"/>
                <a:gd name="T1" fmla="*/ 12 h 9"/>
                <a:gd name="T2" fmla="*/ 0 w 6"/>
                <a:gd name="T3" fmla="*/ 132 h 9"/>
                <a:gd name="T4" fmla="*/ 83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1"/>
                  </a:moveTo>
                  <a:cubicBezTo>
                    <a:pt x="4" y="3"/>
                    <a:pt x="2" y="7"/>
                    <a:pt x="0" y="9"/>
                  </a:cubicBezTo>
                  <a:cubicBezTo>
                    <a:pt x="6" y="9"/>
                    <a:pt x="2" y="2"/>
                    <a:pt x="5" y="0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Freeform 1811">
              <a:extLst>
                <a:ext uri="{FF2B5EF4-FFF2-40B4-BE49-F238E27FC236}">
                  <a16:creationId xmlns:a16="http://schemas.microsoft.com/office/drawing/2014/main" id="{A63B24C1-FF54-41AE-9464-9E678D674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034"/>
              <a:ext cx="10" cy="15"/>
            </a:xfrm>
            <a:custGeom>
              <a:avLst/>
              <a:gdLst>
                <a:gd name="T0" fmla="*/ 33 w 4"/>
                <a:gd name="T1" fmla="*/ 20 h 6"/>
                <a:gd name="T2" fmla="*/ 0 w 4"/>
                <a:gd name="T3" fmla="*/ 0 h 6"/>
                <a:gd name="T4" fmla="*/ 0 w 4"/>
                <a:gd name="T5" fmla="*/ 0 h 6"/>
                <a:gd name="T6" fmla="*/ 33 w 4"/>
                <a:gd name="T7" fmla="*/ 95 h 6"/>
                <a:gd name="T8" fmla="*/ 63 w 4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3" y="3"/>
                    <a:pt x="2" y="6"/>
                  </a:cubicBezTo>
                  <a:cubicBezTo>
                    <a:pt x="3" y="5"/>
                    <a:pt x="3" y="3"/>
                    <a:pt x="4" y="2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Freeform 1812">
              <a:extLst>
                <a:ext uri="{FF2B5EF4-FFF2-40B4-BE49-F238E27FC236}">
                  <a16:creationId xmlns:a16="http://schemas.microsoft.com/office/drawing/2014/main" id="{E2125A3A-A321-4EE9-9A27-6383C5E2C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099"/>
              <a:ext cx="12" cy="22"/>
            </a:xfrm>
            <a:custGeom>
              <a:avLst/>
              <a:gdLst>
                <a:gd name="T0" fmla="*/ 29 w 5"/>
                <a:gd name="T1" fmla="*/ 12 h 9"/>
                <a:gd name="T2" fmla="*/ 0 w 5"/>
                <a:gd name="T3" fmla="*/ 132 h 9"/>
                <a:gd name="T4" fmla="*/ 58 w 5"/>
                <a:gd name="T5" fmla="*/ 59 h 9"/>
                <a:gd name="T6" fmla="*/ 58 w 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2" y="1"/>
                  </a:moveTo>
                  <a:cubicBezTo>
                    <a:pt x="1" y="3"/>
                    <a:pt x="0" y="7"/>
                    <a:pt x="0" y="9"/>
                  </a:cubicBezTo>
                  <a:cubicBezTo>
                    <a:pt x="1" y="7"/>
                    <a:pt x="3" y="5"/>
                    <a:pt x="4" y="4"/>
                  </a:cubicBezTo>
                  <a:cubicBezTo>
                    <a:pt x="5" y="2"/>
                    <a:pt x="4" y="1"/>
                    <a:pt x="4" y="0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Freeform 1813">
              <a:extLst>
                <a:ext uri="{FF2B5EF4-FFF2-40B4-BE49-F238E27FC236}">
                  <a16:creationId xmlns:a16="http://schemas.microsoft.com/office/drawing/2014/main" id="{1A854F1E-877D-4E4F-B78D-7EA8E64BC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3284"/>
              <a:ext cx="35" cy="15"/>
            </a:xfrm>
            <a:custGeom>
              <a:avLst/>
              <a:gdLst>
                <a:gd name="T0" fmla="*/ 125 w 14"/>
                <a:gd name="T1" fmla="*/ 0 h 6"/>
                <a:gd name="T2" fmla="*/ 0 w 14"/>
                <a:gd name="T3" fmla="*/ 33 h 6"/>
                <a:gd name="T4" fmla="*/ 145 w 14"/>
                <a:gd name="T5" fmla="*/ 83 h 6"/>
                <a:gd name="T6" fmla="*/ 208 w 14"/>
                <a:gd name="T7" fmla="*/ 83 h 6"/>
                <a:gd name="T8" fmla="*/ 220 w 14"/>
                <a:gd name="T9" fmla="*/ 0 h 6"/>
                <a:gd name="T10" fmla="*/ 125 w 1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6">
                  <a:moveTo>
                    <a:pt x="8" y="0"/>
                  </a:moveTo>
                  <a:cubicBezTo>
                    <a:pt x="5" y="1"/>
                    <a:pt x="4" y="4"/>
                    <a:pt x="0" y="2"/>
                  </a:cubicBezTo>
                  <a:cubicBezTo>
                    <a:pt x="2" y="4"/>
                    <a:pt x="7" y="4"/>
                    <a:pt x="9" y="5"/>
                  </a:cubicBezTo>
                  <a:cubicBezTo>
                    <a:pt x="11" y="5"/>
                    <a:pt x="12" y="6"/>
                    <a:pt x="13" y="5"/>
                  </a:cubicBezTo>
                  <a:cubicBezTo>
                    <a:pt x="14" y="3"/>
                    <a:pt x="13" y="1"/>
                    <a:pt x="14" y="0"/>
                  </a:cubicBezTo>
                  <a:cubicBezTo>
                    <a:pt x="12" y="1"/>
                    <a:pt x="9" y="4"/>
                    <a:pt x="8" y="0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Freeform 1814">
              <a:extLst>
                <a:ext uri="{FF2B5EF4-FFF2-40B4-BE49-F238E27FC236}">
                  <a16:creationId xmlns:a16="http://schemas.microsoft.com/office/drawing/2014/main" id="{811CF918-42F2-47D6-9841-D0F0A4BC6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289"/>
              <a:ext cx="10" cy="17"/>
            </a:xfrm>
            <a:custGeom>
              <a:avLst/>
              <a:gdLst>
                <a:gd name="T0" fmla="*/ 0 w 4"/>
                <a:gd name="T1" fmla="*/ 12 h 7"/>
                <a:gd name="T2" fmla="*/ 0 w 4"/>
                <a:gd name="T3" fmla="*/ 100 h 7"/>
                <a:gd name="T4" fmla="*/ 63 w 4"/>
                <a:gd name="T5" fmla="*/ 100 h 7"/>
                <a:gd name="T6" fmla="*/ 33 w 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0" y="1"/>
                  </a:moveTo>
                  <a:cubicBezTo>
                    <a:pt x="0" y="3"/>
                    <a:pt x="0" y="5"/>
                    <a:pt x="0" y="7"/>
                  </a:cubicBezTo>
                  <a:cubicBezTo>
                    <a:pt x="1" y="6"/>
                    <a:pt x="3" y="6"/>
                    <a:pt x="4" y="7"/>
                  </a:cubicBezTo>
                  <a:cubicBezTo>
                    <a:pt x="3" y="4"/>
                    <a:pt x="1" y="3"/>
                    <a:pt x="2" y="0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Freeform 1815">
              <a:extLst>
                <a:ext uri="{FF2B5EF4-FFF2-40B4-BE49-F238E27FC236}">
                  <a16:creationId xmlns:a16="http://schemas.microsoft.com/office/drawing/2014/main" id="{9C5C9A69-39E6-4BE5-A74C-8105B6805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3299"/>
              <a:ext cx="15" cy="17"/>
            </a:xfrm>
            <a:custGeom>
              <a:avLst/>
              <a:gdLst>
                <a:gd name="T0" fmla="*/ 0 w 6"/>
                <a:gd name="T1" fmla="*/ 100 h 7"/>
                <a:gd name="T2" fmla="*/ 33 w 6"/>
                <a:gd name="T3" fmla="*/ 0 h 7"/>
                <a:gd name="T4" fmla="*/ 63 w 6"/>
                <a:gd name="T5" fmla="*/ 41 h 7"/>
                <a:gd name="T6" fmla="*/ 95 w 6"/>
                <a:gd name="T7" fmla="*/ 87 h 7"/>
                <a:gd name="T8" fmla="*/ 33 w 6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4"/>
                    <a:pt x="2" y="2"/>
                    <a:pt x="2" y="0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5" y="4"/>
                    <a:pt x="5" y="5"/>
                    <a:pt x="6" y="6"/>
                  </a:cubicBezTo>
                  <a:cubicBezTo>
                    <a:pt x="5" y="6"/>
                    <a:pt x="4" y="6"/>
                    <a:pt x="2" y="7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Freeform 1816">
              <a:extLst>
                <a:ext uri="{FF2B5EF4-FFF2-40B4-BE49-F238E27FC236}">
                  <a16:creationId xmlns:a16="http://schemas.microsoft.com/office/drawing/2014/main" id="{4B3DF21C-EF4E-4696-8687-C48D95BB4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276"/>
              <a:ext cx="20" cy="25"/>
            </a:xfrm>
            <a:custGeom>
              <a:avLst/>
              <a:gdLst>
                <a:gd name="T0" fmla="*/ 0 w 8"/>
                <a:gd name="T1" fmla="*/ 0 h 10"/>
                <a:gd name="T2" fmla="*/ 95 w 8"/>
                <a:gd name="T3" fmla="*/ 158 h 10"/>
                <a:gd name="T4" fmla="*/ 125 w 8"/>
                <a:gd name="T5" fmla="*/ 20 h 10"/>
                <a:gd name="T6" fmla="*/ 63 w 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8" y="0"/>
                    <a:pt x="4" y="6"/>
                    <a:pt x="6" y="10"/>
                  </a:cubicBezTo>
                  <a:cubicBezTo>
                    <a:pt x="8" y="8"/>
                    <a:pt x="5" y="4"/>
                    <a:pt x="8" y="1"/>
                  </a:cubicBezTo>
                  <a:cubicBezTo>
                    <a:pt x="7" y="1"/>
                    <a:pt x="5" y="0"/>
                    <a:pt x="4" y="0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Freeform 1817">
              <a:extLst>
                <a:ext uri="{FF2B5EF4-FFF2-40B4-BE49-F238E27FC236}">
                  <a16:creationId xmlns:a16="http://schemas.microsoft.com/office/drawing/2014/main" id="{67DDFEB7-9D9D-4DCC-BACE-7B1730FD7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3271"/>
              <a:ext cx="10" cy="18"/>
            </a:xfrm>
            <a:custGeom>
              <a:avLst/>
              <a:gdLst>
                <a:gd name="T0" fmla="*/ 33 w 4"/>
                <a:gd name="T1" fmla="*/ 0 h 7"/>
                <a:gd name="T2" fmla="*/ 0 w 4"/>
                <a:gd name="T3" fmla="*/ 118 h 7"/>
                <a:gd name="T4" fmla="*/ 63 w 4"/>
                <a:gd name="T5" fmla="*/ 67 h 7"/>
                <a:gd name="T6" fmla="*/ 50 w 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1" y="7"/>
                    <a:pt x="3" y="5"/>
                    <a:pt x="4" y="4"/>
                  </a:cubicBezTo>
                  <a:cubicBezTo>
                    <a:pt x="3" y="3"/>
                    <a:pt x="2" y="2"/>
                    <a:pt x="3" y="0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Freeform 1818">
              <a:extLst>
                <a:ext uri="{FF2B5EF4-FFF2-40B4-BE49-F238E27FC236}">
                  <a16:creationId xmlns:a16="http://schemas.microsoft.com/office/drawing/2014/main" id="{515EA610-2E62-41B4-B5A5-F5EA4889E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296"/>
              <a:ext cx="45" cy="28"/>
            </a:xfrm>
            <a:custGeom>
              <a:avLst/>
              <a:gdLst>
                <a:gd name="T0" fmla="*/ 20 w 18"/>
                <a:gd name="T1" fmla="*/ 33 h 11"/>
                <a:gd name="T2" fmla="*/ 33 w 18"/>
                <a:gd name="T3" fmla="*/ 150 h 11"/>
                <a:gd name="T4" fmla="*/ 83 w 18"/>
                <a:gd name="T5" fmla="*/ 150 h 11"/>
                <a:gd name="T6" fmla="*/ 283 w 18"/>
                <a:gd name="T7" fmla="*/ 97 h 11"/>
                <a:gd name="T8" fmla="*/ 125 w 18"/>
                <a:gd name="T9" fmla="*/ 84 h 11"/>
                <a:gd name="T10" fmla="*/ 95 w 18"/>
                <a:gd name="T11" fmla="*/ 97 h 11"/>
                <a:gd name="T12" fmla="*/ 50 w 18"/>
                <a:gd name="T13" fmla="*/ 0 h 11"/>
                <a:gd name="T14" fmla="*/ 0 w 18"/>
                <a:gd name="T15" fmla="*/ 51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1">
                  <a:moveTo>
                    <a:pt x="1" y="2"/>
                  </a:moveTo>
                  <a:cubicBezTo>
                    <a:pt x="2" y="4"/>
                    <a:pt x="1" y="7"/>
                    <a:pt x="2" y="9"/>
                  </a:cubicBezTo>
                  <a:cubicBezTo>
                    <a:pt x="3" y="11"/>
                    <a:pt x="4" y="9"/>
                    <a:pt x="5" y="9"/>
                  </a:cubicBezTo>
                  <a:cubicBezTo>
                    <a:pt x="8" y="7"/>
                    <a:pt x="17" y="9"/>
                    <a:pt x="18" y="6"/>
                  </a:cubicBezTo>
                  <a:cubicBezTo>
                    <a:pt x="15" y="7"/>
                    <a:pt x="11" y="7"/>
                    <a:pt x="8" y="5"/>
                  </a:cubicBezTo>
                  <a:cubicBezTo>
                    <a:pt x="8" y="5"/>
                    <a:pt x="7" y="6"/>
                    <a:pt x="6" y="6"/>
                  </a:cubicBezTo>
                  <a:cubicBezTo>
                    <a:pt x="6" y="5"/>
                    <a:pt x="4" y="1"/>
                    <a:pt x="3" y="0"/>
                  </a:cubicBezTo>
                  <a:cubicBezTo>
                    <a:pt x="2" y="0"/>
                    <a:pt x="1" y="2"/>
                    <a:pt x="0" y="3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2" name="Freeform 1819">
              <a:extLst>
                <a:ext uri="{FF2B5EF4-FFF2-40B4-BE49-F238E27FC236}">
                  <a16:creationId xmlns:a16="http://schemas.microsoft.com/office/drawing/2014/main" id="{F73CBBD4-C970-4D75-ACAD-BFF61D81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289"/>
              <a:ext cx="17" cy="20"/>
            </a:xfrm>
            <a:custGeom>
              <a:avLst/>
              <a:gdLst>
                <a:gd name="T0" fmla="*/ 12 w 7"/>
                <a:gd name="T1" fmla="*/ 113 h 8"/>
                <a:gd name="T2" fmla="*/ 0 w 7"/>
                <a:gd name="T3" fmla="*/ 0 h 8"/>
                <a:gd name="T4" fmla="*/ 41 w 7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7"/>
                  </a:moveTo>
                  <a:cubicBezTo>
                    <a:pt x="4" y="6"/>
                    <a:pt x="2" y="1"/>
                    <a:pt x="0" y="0"/>
                  </a:cubicBezTo>
                  <a:cubicBezTo>
                    <a:pt x="2" y="2"/>
                    <a:pt x="7" y="5"/>
                    <a:pt x="3" y="8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Freeform 1820">
              <a:extLst>
                <a:ext uri="{FF2B5EF4-FFF2-40B4-BE49-F238E27FC236}">
                  <a16:creationId xmlns:a16="http://schemas.microsoft.com/office/drawing/2014/main" id="{A6C56530-78E6-4626-B261-4491C5561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3266"/>
              <a:ext cx="23" cy="13"/>
            </a:xfrm>
            <a:custGeom>
              <a:avLst/>
              <a:gdLst>
                <a:gd name="T0" fmla="*/ 20 w 9"/>
                <a:gd name="T1" fmla="*/ 0 h 5"/>
                <a:gd name="T2" fmla="*/ 51 w 9"/>
                <a:gd name="T3" fmla="*/ 88 h 5"/>
                <a:gd name="T4" fmla="*/ 151 w 9"/>
                <a:gd name="T5" fmla="*/ 88 h 5"/>
                <a:gd name="T6" fmla="*/ 66 w 9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1" y="0"/>
                  </a:moveTo>
                  <a:cubicBezTo>
                    <a:pt x="1" y="2"/>
                    <a:pt x="0" y="5"/>
                    <a:pt x="3" y="5"/>
                  </a:cubicBezTo>
                  <a:cubicBezTo>
                    <a:pt x="5" y="5"/>
                    <a:pt x="7" y="2"/>
                    <a:pt x="9" y="5"/>
                  </a:cubicBezTo>
                  <a:cubicBezTo>
                    <a:pt x="7" y="4"/>
                    <a:pt x="6" y="3"/>
                    <a:pt x="4" y="2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1821">
              <a:extLst>
                <a:ext uri="{FF2B5EF4-FFF2-40B4-BE49-F238E27FC236}">
                  <a16:creationId xmlns:a16="http://schemas.microsoft.com/office/drawing/2014/main" id="{8BED7C6A-7475-4DED-A511-C86E2BD20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769"/>
              <a:ext cx="18" cy="27"/>
            </a:xfrm>
            <a:custGeom>
              <a:avLst/>
              <a:gdLst>
                <a:gd name="T0" fmla="*/ 85 w 7"/>
                <a:gd name="T1" fmla="*/ 0 h 11"/>
                <a:gd name="T2" fmla="*/ 54 w 7"/>
                <a:gd name="T3" fmla="*/ 71 h 11"/>
                <a:gd name="T4" fmla="*/ 0 w 7"/>
                <a:gd name="T5" fmla="*/ 162 h 11"/>
                <a:gd name="T6" fmla="*/ 85 w 7"/>
                <a:gd name="T7" fmla="*/ 162 h 11"/>
                <a:gd name="T8" fmla="*/ 100 w 7"/>
                <a:gd name="T9" fmla="*/ 91 h 11"/>
                <a:gd name="T10" fmla="*/ 85 w 7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1">
                  <a:moveTo>
                    <a:pt x="5" y="0"/>
                  </a:moveTo>
                  <a:cubicBezTo>
                    <a:pt x="4" y="1"/>
                    <a:pt x="4" y="4"/>
                    <a:pt x="3" y="5"/>
                  </a:cubicBezTo>
                  <a:cubicBezTo>
                    <a:pt x="2" y="7"/>
                    <a:pt x="1" y="9"/>
                    <a:pt x="0" y="11"/>
                  </a:cubicBezTo>
                  <a:cubicBezTo>
                    <a:pt x="2" y="11"/>
                    <a:pt x="3" y="9"/>
                    <a:pt x="5" y="11"/>
                  </a:cubicBezTo>
                  <a:cubicBezTo>
                    <a:pt x="3" y="8"/>
                    <a:pt x="2" y="6"/>
                    <a:pt x="6" y="6"/>
                  </a:cubicBezTo>
                  <a:cubicBezTo>
                    <a:pt x="7" y="4"/>
                    <a:pt x="4" y="2"/>
                    <a:pt x="5" y="0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1822">
              <a:extLst>
                <a:ext uri="{FF2B5EF4-FFF2-40B4-BE49-F238E27FC236}">
                  <a16:creationId xmlns:a16="http://schemas.microsoft.com/office/drawing/2014/main" id="{D90B99FF-99FE-47F6-9A1F-1CF644649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776"/>
              <a:ext cx="20" cy="35"/>
            </a:xfrm>
            <a:custGeom>
              <a:avLst/>
              <a:gdLst>
                <a:gd name="T0" fmla="*/ 83 w 8"/>
                <a:gd name="T1" fmla="*/ 83 h 14"/>
                <a:gd name="T2" fmla="*/ 95 w 8"/>
                <a:gd name="T3" fmla="*/ 220 h 14"/>
                <a:gd name="T4" fmla="*/ 63 w 8"/>
                <a:gd name="T5" fmla="*/ 95 h 14"/>
                <a:gd name="T6" fmla="*/ 125 w 8"/>
                <a:gd name="T7" fmla="*/ 0 h 14"/>
                <a:gd name="T8" fmla="*/ 113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5" y="5"/>
                  </a:moveTo>
                  <a:cubicBezTo>
                    <a:pt x="0" y="6"/>
                    <a:pt x="5" y="12"/>
                    <a:pt x="6" y="14"/>
                  </a:cubicBezTo>
                  <a:cubicBezTo>
                    <a:pt x="5" y="11"/>
                    <a:pt x="3" y="9"/>
                    <a:pt x="4" y="6"/>
                  </a:cubicBezTo>
                  <a:cubicBezTo>
                    <a:pt x="5" y="4"/>
                    <a:pt x="6" y="2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1823">
              <a:extLst>
                <a:ext uri="{FF2B5EF4-FFF2-40B4-BE49-F238E27FC236}">
                  <a16:creationId xmlns:a16="http://schemas.microsoft.com/office/drawing/2014/main" id="{4C37E953-5660-4735-8CA7-C1CABE707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789"/>
              <a:ext cx="23" cy="22"/>
            </a:xfrm>
            <a:custGeom>
              <a:avLst/>
              <a:gdLst>
                <a:gd name="T0" fmla="*/ 84 w 9"/>
                <a:gd name="T1" fmla="*/ 0 h 9"/>
                <a:gd name="T2" fmla="*/ 0 w 9"/>
                <a:gd name="T3" fmla="*/ 120 h 9"/>
                <a:gd name="T4" fmla="*/ 97 w 9"/>
                <a:gd name="T5" fmla="*/ 90 h 9"/>
                <a:gd name="T6" fmla="*/ 151 w 9"/>
                <a:gd name="T7" fmla="*/ 132 h 9"/>
                <a:gd name="T8" fmla="*/ 84 w 9"/>
                <a:gd name="T9" fmla="*/ 59 h 9"/>
                <a:gd name="T10" fmla="*/ 84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5" y="3"/>
                    <a:pt x="3" y="6"/>
                    <a:pt x="0" y="8"/>
                  </a:cubicBezTo>
                  <a:cubicBezTo>
                    <a:pt x="2" y="8"/>
                    <a:pt x="4" y="6"/>
                    <a:pt x="6" y="6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7" y="8"/>
                    <a:pt x="5" y="7"/>
                    <a:pt x="5" y="4"/>
                  </a:cubicBezTo>
                  <a:cubicBezTo>
                    <a:pt x="6" y="2"/>
                    <a:pt x="7" y="1"/>
                    <a:pt x="5" y="0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1824">
              <a:extLst>
                <a:ext uri="{FF2B5EF4-FFF2-40B4-BE49-F238E27FC236}">
                  <a16:creationId xmlns:a16="http://schemas.microsoft.com/office/drawing/2014/main" id="{3C41065C-B7CA-4999-AE20-A7D875507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734"/>
              <a:ext cx="23" cy="30"/>
            </a:xfrm>
            <a:custGeom>
              <a:avLst/>
              <a:gdLst>
                <a:gd name="T0" fmla="*/ 84 w 9"/>
                <a:gd name="T1" fmla="*/ 50 h 12"/>
                <a:gd name="T2" fmla="*/ 33 w 9"/>
                <a:gd name="T3" fmla="*/ 125 h 12"/>
                <a:gd name="T4" fmla="*/ 0 w 9"/>
                <a:gd name="T5" fmla="*/ 188 h 12"/>
                <a:gd name="T6" fmla="*/ 66 w 9"/>
                <a:gd name="T7" fmla="*/ 188 h 12"/>
                <a:gd name="T8" fmla="*/ 151 w 9"/>
                <a:gd name="T9" fmla="*/ 0 h 12"/>
                <a:gd name="T10" fmla="*/ 66 w 9"/>
                <a:gd name="T11" fmla="*/ 8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2">
                  <a:moveTo>
                    <a:pt x="5" y="3"/>
                  </a:moveTo>
                  <a:cubicBezTo>
                    <a:pt x="4" y="4"/>
                    <a:pt x="3" y="6"/>
                    <a:pt x="2" y="8"/>
                  </a:cubicBezTo>
                  <a:cubicBezTo>
                    <a:pt x="1" y="9"/>
                    <a:pt x="0" y="10"/>
                    <a:pt x="0" y="12"/>
                  </a:cubicBezTo>
                  <a:cubicBezTo>
                    <a:pt x="1" y="12"/>
                    <a:pt x="3" y="10"/>
                    <a:pt x="4" y="12"/>
                  </a:cubicBezTo>
                  <a:cubicBezTo>
                    <a:pt x="2" y="7"/>
                    <a:pt x="7" y="4"/>
                    <a:pt x="9" y="0"/>
                  </a:cubicBezTo>
                  <a:cubicBezTo>
                    <a:pt x="7" y="0"/>
                    <a:pt x="4" y="3"/>
                    <a:pt x="4" y="5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1825">
              <a:extLst>
                <a:ext uri="{FF2B5EF4-FFF2-40B4-BE49-F238E27FC236}">
                  <a16:creationId xmlns:a16="http://schemas.microsoft.com/office/drawing/2014/main" id="{489EF980-41D7-46CA-8274-8B776D801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774"/>
              <a:ext cx="15" cy="40"/>
            </a:xfrm>
            <a:custGeom>
              <a:avLst/>
              <a:gdLst>
                <a:gd name="T0" fmla="*/ 95 w 6"/>
                <a:gd name="T1" fmla="*/ 0 h 16"/>
                <a:gd name="T2" fmla="*/ 50 w 6"/>
                <a:gd name="T3" fmla="*/ 63 h 16"/>
                <a:gd name="T4" fmla="*/ 0 w 6"/>
                <a:gd name="T5" fmla="*/ 145 h 16"/>
                <a:gd name="T6" fmla="*/ 50 w 6"/>
                <a:gd name="T7" fmla="*/ 208 h 16"/>
                <a:gd name="T8" fmla="*/ 63 w 6"/>
                <a:gd name="T9" fmla="*/ 250 h 16"/>
                <a:gd name="T10" fmla="*/ 83 w 6"/>
                <a:gd name="T11" fmla="*/ 208 h 16"/>
                <a:gd name="T12" fmla="*/ 33 w 6"/>
                <a:gd name="T13" fmla="*/ 14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5" y="1"/>
                    <a:pt x="4" y="3"/>
                    <a:pt x="3" y="4"/>
                  </a:cubicBezTo>
                  <a:cubicBezTo>
                    <a:pt x="2" y="6"/>
                    <a:pt x="0" y="7"/>
                    <a:pt x="0" y="9"/>
                  </a:cubicBezTo>
                  <a:cubicBezTo>
                    <a:pt x="0" y="10"/>
                    <a:pt x="2" y="12"/>
                    <a:pt x="3" y="13"/>
                  </a:cubicBezTo>
                  <a:cubicBezTo>
                    <a:pt x="3" y="14"/>
                    <a:pt x="3" y="15"/>
                    <a:pt x="4" y="16"/>
                  </a:cubicBezTo>
                  <a:cubicBezTo>
                    <a:pt x="4" y="15"/>
                    <a:pt x="4" y="14"/>
                    <a:pt x="5" y="13"/>
                  </a:cubicBezTo>
                  <a:cubicBezTo>
                    <a:pt x="4" y="13"/>
                    <a:pt x="2" y="11"/>
                    <a:pt x="2" y="9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1826">
              <a:extLst>
                <a:ext uri="{FF2B5EF4-FFF2-40B4-BE49-F238E27FC236}">
                  <a16:creationId xmlns:a16="http://schemas.microsoft.com/office/drawing/2014/main" id="{B10A9DD3-FAE5-49FD-84CE-BDFAF33FE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779"/>
              <a:ext cx="15" cy="22"/>
            </a:xfrm>
            <a:custGeom>
              <a:avLst/>
              <a:gdLst>
                <a:gd name="T0" fmla="*/ 0 w 6"/>
                <a:gd name="T1" fmla="*/ 12 h 9"/>
                <a:gd name="T2" fmla="*/ 33 w 6"/>
                <a:gd name="T3" fmla="*/ 132 h 9"/>
                <a:gd name="T4" fmla="*/ 95 w 6"/>
                <a:gd name="T5" fmla="*/ 12 h 9"/>
                <a:gd name="T6" fmla="*/ 33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0" y="1"/>
                  </a:moveTo>
                  <a:cubicBezTo>
                    <a:pt x="4" y="1"/>
                    <a:pt x="1" y="7"/>
                    <a:pt x="2" y="9"/>
                  </a:cubicBezTo>
                  <a:cubicBezTo>
                    <a:pt x="3" y="6"/>
                    <a:pt x="1" y="1"/>
                    <a:pt x="6" y="1"/>
                  </a:cubicBezTo>
                  <a:cubicBezTo>
                    <a:pt x="5" y="0"/>
                    <a:pt x="3" y="1"/>
                    <a:pt x="2" y="0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1827">
              <a:extLst>
                <a:ext uri="{FF2B5EF4-FFF2-40B4-BE49-F238E27FC236}">
                  <a16:creationId xmlns:a16="http://schemas.microsoft.com/office/drawing/2014/main" id="{8DE9499C-7A0D-4FAF-BDC1-D4400B1B9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631"/>
              <a:ext cx="60" cy="53"/>
            </a:xfrm>
            <a:custGeom>
              <a:avLst/>
              <a:gdLst>
                <a:gd name="T0" fmla="*/ 283 w 24"/>
                <a:gd name="T1" fmla="*/ 126 h 21"/>
                <a:gd name="T2" fmla="*/ 238 w 24"/>
                <a:gd name="T3" fmla="*/ 0 h 21"/>
                <a:gd name="T4" fmla="*/ 188 w 24"/>
                <a:gd name="T5" fmla="*/ 209 h 21"/>
                <a:gd name="T6" fmla="*/ 0 w 24"/>
                <a:gd name="T7" fmla="*/ 338 h 21"/>
                <a:gd name="T8" fmla="*/ 188 w 24"/>
                <a:gd name="T9" fmla="*/ 17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1">
                  <a:moveTo>
                    <a:pt x="18" y="8"/>
                  </a:moveTo>
                  <a:cubicBezTo>
                    <a:pt x="24" y="8"/>
                    <a:pt x="16" y="1"/>
                    <a:pt x="15" y="0"/>
                  </a:cubicBezTo>
                  <a:cubicBezTo>
                    <a:pt x="14" y="4"/>
                    <a:pt x="16" y="9"/>
                    <a:pt x="12" y="13"/>
                  </a:cubicBezTo>
                  <a:cubicBezTo>
                    <a:pt x="8" y="17"/>
                    <a:pt x="3" y="17"/>
                    <a:pt x="0" y="21"/>
                  </a:cubicBezTo>
                  <a:cubicBezTo>
                    <a:pt x="5" y="20"/>
                    <a:pt x="9" y="14"/>
                    <a:pt x="12" y="11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1828">
              <a:extLst>
                <a:ext uri="{FF2B5EF4-FFF2-40B4-BE49-F238E27FC236}">
                  <a16:creationId xmlns:a16="http://schemas.microsoft.com/office/drawing/2014/main" id="{78E46441-C8AB-4198-9FFB-76B2098DD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609"/>
              <a:ext cx="22" cy="27"/>
            </a:xfrm>
            <a:custGeom>
              <a:avLst/>
              <a:gdLst>
                <a:gd name="T0" fmla="*/ 59 w 9"/>
                <a:gd name="T1" fmla="*/ 103 h 11"/>
                <a:gd name="T2" fmla="*/ 132 w 9"/>
                <a:gd name="T3" fmla="*/ 103 h 11"/>
                <a:gd name="T4" fmla="*/ 90 w 9"/>
                <a:gd name="T5" fmla="*/ 0 h 11"/>
                <a:gd name="T6" fmla="*/ 103 w 9"/>
                <a:gd name="T7" fmla="*/ 0 h 11"/>
                <a:gd name="T8" fmla="*/ 0 w 9"/>
                <a:gd name="T9" fmla="*/ 1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4" y="7"/>
                  </a:moveTo>
                  <a:cubicBezTo>
                    <a:pt x="4" y="9"/>
                    <a:pt x="8" y="9"/>
                    <a:pt x="9" y="7"/>
                  </a:cubicBezTo>
                  <a:cubicBezTo>
                    <a:pt x="9" y="5"/>
                    <a:pt x="5" y="2"/>
                    <a:pt x="6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5" y="4"/>
                    <a:pt x="2" y="7"/>
                    <a:pt x="0" y="11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1829">
              <a:extLst>
                <a:ext uri="{FF2B5EF4-FFF2-40B4-BE49-F238E27FC236}">
                  <a16:creationId xmlns:a16="http://schemas.microsoft.com/office/drawing/2014/main" id="{35008852-7A2B-4640-941C-86FE7A0ED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631"/>
              <a:ext cx="8" cy="10"/>
            </a:xfrm>
            <a:custGeom>
              <a:avLst/>
              <a:gdLst>
                <a:gd name="T0" fmla="*/ 0 w 3"/>
                <a:gd name="T1" fmla="*/ 50 h 4"/>
                <a:gd name="T2" fmla="*/ 35 w 3"/>
                <a:gd name="T3" fmla="*/ 0 h 4"/>
                <a:gd name="T4" fmla="*/ 56 w 3"/>
                <a:gd name="T5" fmla="*/ 63 h 4"/>
                <a:gd name="T6" fmla="*/ 21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1" y="2"/>
                    <a:pt x="2" y="2"/>
                    <a:pt x="2" y="0"/>
                  </a:cubicBezTo>
                  <a:cubicBezTo>
                    <a:pt x="2" y="1"/>
                    <a:pt x="3" y="3"/>
                    <a:pt x="3" y="4"/>
                  </a:cubicBezTo>
                  <a:cubicBezTo>
                    <a:pt x="2" y="3"/>
                    <a:pt x="2" y="3"/>
                    <a:pt x="1" y="2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1830">
              <a:extLst>
                <a:ext uri="{FF2B5EF4-FFF2-40B4-BE49-F238E27FC236}">
                  <a16:creationId xmlns:a16="http://schemas.microsoft.com/office/drawing/2014/main" id="{7E1C0123-864A-496D-9BF1-DE68DBCD6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589"/>
              <a:ext cx="25" cy="22"/>
            </a:xfrm>
            <a:custGeom>
              <a:avLst/>
              <a:gdLst>
                <a:gd name="T0" fmla="*/ 113 w 10"/>
                <a:gd name="T1" fmla="*/ 90 h 9"/>
                <a:gd name="T2" fmla="*/ 83 w 10"/>
                <a:gd name="T3" fmla="*/ 120 h 9"/>
                <a:gd name="T4" fmla="*/ 145 w 10"/>
                <a:gd name="T5" fmla="*/ 0 h 9"/>
                <a:gd name="T6" fmla="*/ 158 w 10"/>
                <a:gd name="T7" fmla="*/ 12 h 9"/>
                <a:gd name="T8" fmla="*/ 0 w 10"/>
                <a:gd name="T9" fmla="*/ 1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7" y="6"/>
                  </a:moveTo>
                  <a:cubicBezTo>
                    <a:pt x="6" y="7"/>
                    <a:pt x="6" y="7"/>
                    <a:pt x="5" y="8"/>
                  </a:cubicBezTo>
                  <a:cubicBezTo>
                    <a:pt x="10" y="8"/>
                    <a:pt x="10" y="3"/>
                    <a:pt x="9" y="0"/>
                  </a:cubicBezTo>
                  <a:cubicBezTo>
                    <a:pt x="9" y="0"/>
                    <a:pt x="10" y="1"/>
                    <a:pt x="10" y="1"/>
                  </a:cubicBezTo>
                  <a:cubicBezTo>
                    <a:pt x="7" y="4"/>
                    <a:pt x="2" y="6"/>
                    <a:pt x="0" y="9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1831">
              <a:extLst>
                <a:ext uri="{FF2B5EF4-FFF2-40B4-BE49-F238E27FC236}">
                  <a16:creationId xmlns:a16="http://schemas.microsoft.com/office/drawing/2014/main" id="{623BCFFF-5028-4FBE-8F6C-201716143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574"/>
              <a:ext cx="27" cy="27"/>
            </a:xfrm>
            <a:custGeom>
              <a:avLst/>
              <a:gdLst>
                <a:gd name="T0" fmla="*/ 61 w 11"/>
                <a:gd name="T1" fmla="*/ 71 h 11"/>
                <a:gd name="T2" fmla="*/ 71 w 11"/>
                <a:gd name="T3" fmla="*/ 0 h 11"/>
                <a:gd name="T4" fmla="*/ 0 w 11"/>
                <a:gd name="T5" fmla="*/ 150 h 11"/>
                <a:gd name="T6" fmla="*/ 12 w 11"/>
                <a:gd name="T7" fmla="*/ 15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4" y="5"/>
                  </a:moveTo>
                  <a:cubicBezTo>
                    <a:pt x="7" y="3"/>
                    <a:pt x="11" y="0"/>
                    <a:pt x="5" y="0"/>
                  </a:cubicBezTo>
                  <a:cubicBezTo>
                    <a:pt x="6" y="0"/>
                    <a:pt x="5" y="11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1832">
              <a:extLst>
                <a:ext uri="{FF2B5EF4-FFF2-40B4-BE49-F238E27FC236}">
                  <a16:creationId xmlns:a16="http://schemas.microsoft.com/office/drawing/2014/main" id="{4FA02A53-5F3F-4472-97A1-1B13F2979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719"/>
              <a:ext cx="15" cy="15"/>
            </a:xfrm>
            <a:custGeom>
              <a:avLst/>
              <a:gdLst>
                <a:gd name="T0" fmla="*/ 33 w 6"/>
                <a:gd name="T1" fmla="*/ 95 h 6"/>
                <a:gd name="T2" fmla="*/ 95 w 6"/>
                <a:gd name="T3" fmla="*/ 33 h 6"/>
                <a:gd name="T4" fmla="*/ 20 w 6"/>
                <a:gd name="T5" fmla="*/ 0 h 6"/>
                <a:gd name="T6" fmla="*/ 33 w 6"/>
                <a:gd name="T7" fmla="*/ 95 h 6"/>
                <a:gd name="T8" fmla="*/ 0 w 6"/>
                <a:gd name="T9" fmla="*/ 8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2" y="6"/>
                  </a:moveTo>
                  <a:cubicBezTo>
                    <a:pt x="4" y="5"/>
                    <a:pt x="5" y="3"/>
                    <a:pt x="6" y="2"/>
                  </a:cubicBezTo>
                  <a:cubicBezTo>
                    <a:pt x="5" y="1"/>
                    <a:pt x="1" y="2"/>
                    <a:pt x="1" y="0"/>
                  </a:cubicBezTo>
                  <a:cubicBezTo>
                    <a:pt x="2" y="2"/>
                    <a:pt x="3" y="4"/>
                    <a:pt x="2" y="6"/>
                  </a:cubicBezTo>
                  <a:cubicBezTo>
                    <a:pt x="1" y="6"/>
                    <a:pt x="1" y="6"/>
                    <a:pt x="0" y="5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1833">
              <a:extLst>
                <a:ext uri="{FF2B5EF4-FFF2-40B4-BE49-F238E27FC236}">
                  <a16:creationId xmlns:a16="http://schemas.microsoft.com/office/drawing/2014/main" id="{D5E2269E-99DB-4902-847E-77A12D06A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699"/>
              <a:ext cx="10" cy="15"/>
            </a:xfrm>
            <a:custGeom>
              <a:avLst/>
              <a:gdLst>
                <a:gd name="T0" fmla="*/ 50 w 4"/>
                <a:gd name="T1" fmla="*/ 83 h 6"/>
                <a:gd name="T2" fmla="*/ 63 w 4"/>
                <a:gd name="T3" fmla="*/ 63 h 6"/>
                <a:gd name="T4" fmla="*/ 20 w 4"/>
                <a:gd name="T5" fmla="*/ 0 h 6"/>
                <a:gd name="T6" fmla="*/ 33 w 4"/>
                <a:gd name="T7" fmla="*/ 9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5"/>
                  </a:moveTo>
                  <a:cubicBezTo>
                    <a:pt x="2" y="5"/>
                    <a:pt x="4" y="4"/>
                    <a:pt x="4" y="4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1834">
              <a:extLst>
                <a:ext uri="{FF2B5EF4-FFF2-40B4-BE49-F238E27FC236}">
                  <a16:creationId xmlns:a16="http://schemas.microsoft.com/office/drawing/2014/main" id="{F4DFDFC2-2BD0-41BF-862B-87B4B1476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696"/>
              <a:ext cx="23" cy="33"/>
            </a:xfrm>
            <a:custGeom>
              <a:avLst/>
              <a:gdLst>
                <a:gd name="T0" fmla="*/ 84 w 9"/>
                <a:gd name="T1" fmla="*/ 193 h 13"/>
                <a:gd name="T2" fmla="*/ 33 w 9"/>
                <a:gd name="T3" fmla="*/ 129 h 13"/>
                <a:gd name="T4" fmla="*/ 130 w 9"/>
                <a:gd name="T5" fmla="*/ 0 h 13"/>
                <a:gd name="T6" fmla="*/ 66 w 9"/>
                <a:gd name="T7" fmla="*/ 160 h 13"/>
                <a:gd name="T8" fmla="*/ 66 w 9"/>
                <a:gd name="T9" fmla="*/ 18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5" y="12"/>
                  </a:moveTo>
                  <a:cubicBezTo>
                    <a:pt x="3" y="12"/>
                    <a:pt x="0" y="13"/>
                    <a:pt x="2" y="8"/>
                  </a:cubicBezTo>
                  <a:cubicBezTo>
                    <a:pt x="3" y="6"/>
                    <a:pt x="7" y="3"/>
                    <a:pt x="8" y="0"/>
                  </a:cubicBezTo>
                  <a:cubicBezTo>
                    <a:pt x="9" y="5"/>
                    <a:pt x="6" y="7"/>
                    <a:pt x="4" y="10"/>
                  </a:cubicBezTo>
                  <a:cubicBezTo>
                    <a:pt x="4" y="10"/>
                    <a:pt x="4" y="11"/>
                    <a:pt x="4" y="11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1835">
              <a:extLst>
                <a:ext uri="{FF2B5EF4-FFF2-40B4-BE49-F238E27FC236}">
                  <a16:creationId xmlns:a16="http://schemas.microsoft.com/office/drawing/2014/main" id="{CA259FAE-0D4D-4A65-BF1A-3682BA8FD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664"/>
              <a:ext cx="15" cy="17"/>
            </a:xfrm>
            <a:custGeom>
              <a:avLst/>
              <a:gdLst>
                <a:gd name="T0" fmla="*/ 0 w 6"/>
                <a:gd name="T1" fmla="*/ 100 h 7"/>
                <a:gd name="T2" fmla="*/ 95 w 6"/>
                <a:gd name="T3" fmla="*/ 87 h 7"/>
                <a:gd name="T4" fmla="*/ 83 w 6"/>
                <a:gd name="T5" fmla="*/ 0 h 7"/>
                <a:gd name="T6" fmla="*/ 33 w 6"/>
                <a:gd name="T7" fmla="*/ 8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6"/>
                    <a:pt x="5" y="7"/>
                    <a:pt x="6" y="6"/>
                  </a:cubicBezTo>
                  <a:cubicBezTo>
                    <a:pt x="4" y="4"/>
                    <a:pt x="4" y="2"/>
                    <a:pt x="5" y="0"/>
                  </a:cubicBezTo>
                  <a:cubicBezTo>
                    <a:pt x="5" y="1"/>
                    <a:pt x="4" y="5"/>
                    <a:pt x="2" y="6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1836">
              <a:extLst>
                <a:ext uri="{FF2B5EF4-FFF2-40B4-BE49-F238E27FC236}">
                  <a16:creationId xmlns:a16="http://schemas.microsoft.com/office/drawing/2014/main" id="{4C23477B-C29F-4320-92C9-5F95D318D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651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63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6" y="3"/>
                    <a:pt x="4" y="0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1837">
              <a:extLst>
                <a:ext uri="{FF2B5EF4-FFF2-40B4-BE49-F238E27FC236}">
                  <a16:creationId xmlns:a16="http://schemas.microsoft.com/office/drawing/2014/main" id="{311DF403-D4E7-4ED2-9EBA-EFE53D9D3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604"/>
              <a:ext cx="18" cy="10"/>
            </a:xfrm>
            <a:custGeom>
              <a:avLst/>
              <a:gdLst>
                <a:gd name="T0" fmla="*/ 54 w 7"/>
                <a:gd name="T1" fmla="*/ 63 h 4"/>
                <a:gd name="T2" fmla="*/ 0 w 7"/>
                <a:gd name="T3" fmla="*/ 33 h 4"/>
                <a:gd name="T4" fmla="*/ 118 w 7"/>
                <a:gd name="T5" fmla="*/ 0 h 4"/>
                <a:gd name="T6" fmla="*/ 85 w 7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3" y="4"/>
                  </a:moveTo>
                  <a:cubicBezTo>
                    <a:pt x="3" y="4"/>
                    <a:pt x="1" y="3"/>
                    <a:pt x="0" y="2"/>
                  </a:cubicBezTo>
                  <a:cubicBezTo>
                    <a:pt x="3" y="2"/>
                    <a:pt x="6" y="3"/>
                    <a:pt x="7" y="0"/>
                  </a:cubicBezTo>
                  <a:cubicBezTo>
                    <a:pt x="7" y="1"/>
                    <a:pt x="6" y="2"/>
                    <a:pt x="5" y="2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1838">
              <a:extLst>
                <a:ext uri="{FF2B5EF4-FFF2-40B4-BE49-F238E27FC236}">
                  <a16:creationId xmlns:a16="http://schemas.microsoft.com/office/drawing/2014/main" id="{001E8E4F-F894-4EEA-8812-61CACCEE5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624"/>
              <a:ext cx="12" cy="12"/>
            </a:xfrm>
            <a:custGeom>
              <a:avLst/>
              <a:gdLst>
                <a:gd name="T0" fmla="*/ 41 w 5"/>
                <a:gd name="T1" fmla="*/ 58 h 5"/>
                <a:gd name="T2" fmla="*/ 29 w 5"/>
                <a:gd name="T3" fmla="*/ 58 h 5"/>
                <a:gd name="T4" fmla="*/ 70 w 5"/>
                <a:gd name="T5" fmla="*/ 70 h 5"/>
                <a:gd name="T6" fmla="*/ 41 w 5"/>
                <a:gd name="T7" fmla="*/ 0 h 5"/>
                <a:gd name="T8" fmla="*/ 0 w 5"/>
                <a:gd name="T9" fmla="*/ 5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3" y="4"/>
                    <a:pt x="2" y="4"/>
                    <a:pt x="2" y="4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4" y="3"/>
                    <a:pt x="2" y="2"/>
                    <a:pt x="3" y="0"/>
                  </a:cubicBezTo>
                  <a:cubicBezTo>
                    <a:pt x="2" y="2"/>
                    <a:pt x="1" y="3"/>
                    <a:pt x="0" y="4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1839">
              <a:extLst>
                <a:ext uri="{FF2B5EF4-FFF2-40B4-BE49-F238E27FC236}">
                  <a16:creationId xmlns:a16="http://schemas.microsoft.com/office/drawing/2014/main" id="{CE9F5D55-93E3-4FF6-A5CC-7B255364D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2686"/>
              <a:ext cx="27" cy="13"/>
            </a:xfrm>
            <a:custGeom>
              <a:avLst/>
              <a:gdLst>
                <a:gd name="T0" fmla="*/ 120 w 11"/>
                <a:gd name="T1" fmla="*/ 68 h 5"/>
                <a:gd name="T2" fmla="*/ 103 w 11"/>
                <a:gd name="T3" fmla="*/ 88 h 5"/>
                <a:gd name="T4" fmla="*/ 162 w 11"/>
                <a:gd name="T5" fmla="*/ 88 h 5"/>
                <a:gd name="T6" fmla="*/ 150 w 11"/>
                <a:gd name="T7" fmla="*/ 0 h 5"/>
                <a:gd name="T8" fmla="*/ 91 w 11"/>
                <a:gd name="T9" fmla="*/ 68 h 5"/>
                <a:gd name="T10" fmla="*/ 0 w 11"/>
                <a:gd name="T11" fmla="*/ 68 h 5"/>
                <a:gd name="T12" fmla="*/ 0 w 11"/>
                <a:gd name="T13" fmla="*/ 88 h 5"/>
                <a:gd name="T14" fmla="*/ 29 w 11"/>
                <a:gd name="T15" fmla="*/ 8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5">
                  <a:moveTo>
                    <a:pt x="8" y="4"/>
                  </a:moveTo>
                  <a:cubicBezTo>
                    <a:pt x="8" y="5"/>
                    <a:pt x="7" y="5"/>
                    <a:pt x="7" y="5"/>
                  </a:cubicBezTo>
                  <a:cubicBezTo>
                    <a:pt x="9" y="5"/>
                    <a:pt x="10" y="5"/>
                    <a:pt x="11" y="5"/>
                  </a:cubicBezTo>
                  <a:cubicBezTo>
                    <a:pt x="9" y="3"/>
                    <a:pt x="9" y="2"/>
                    <a:pt x="10" y="0"/>
                  </a:cubicBezTo>
                  <a:cubicBezTo>
                    <a:pt x="9" y="1"/>
                    <a:pt x="8" y="3"/>
                    <a:pt x="6" y="4"/>
                  </a:cubicBezTo>
                  <a:cubicBezTo>
                    <a:pt x="4" y="5"/>
                    <a:pt x="2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5"/>
                    <a:pt x="2" y="5"/>
                    <a:pt x="2" y="5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1840">
              <a:extLst>
                <a:ext uri="{FF2B5EF4-FFF2-40B4-BE49-F238E27FC236}">
                  <a16:creationId xmlns:a16="http://schemas.microsoft.com/office/drawing/2014/main" id="{87C6EB75-50E7-4F7C-875B-B6007BE3F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711"/>
              <a:ext cx="20" cy="20"/>
            </a:xfrm>
            <a:custGeom>
              <a:avLst/>
              <a:gdLst>
                <a:gd name="T0" fmla="*/ 83 w 8"/>
                <a:gd name="T1" fmla="*/ 83 h 8"/>
                <a:gd name="T2" fmla="*/ 83 w 8"/>
                <a:gd name="T3" fmla="*/ 83 h 8"/>
                <a:gd name="T4" fmla="*/ 125 w 8"/>
                <a:gd name="T5" fmla="*/ 63 h 8"/>
                <a:gd name="T6" fmla="*/ 95 w 8"/>
                <a:gd name="T7" fmla="*/ 0 h 8"/>
                <a:gd name="T8" fmla="*/ 0 w 8"/>
                <a:gd name="T9" fmla="*/ 113 h 8"/>
                <a:gd name="T10" fmla="*/ 33 w 8"/>
                <a:gd name="T11" fmla="*/ 12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5" y="5"/>
                  </a:moveTo>
                  <a:cubicBezTo>
                    <a:pt x="5" y="5"/>
                    <a:pt x="4" y="5"/>
                    <a:pt x="5" y="5"/>
                  </a:cubicBezTo>
                  <a:cubicBezTo>
                    <a:pt x="6" y="5"/>
                    <a:pt x="7" y="5"/>
                    <a:pt x="8" y="4"/>
                  </a:cubicBezTo>
                  <a:cubicBezTo>
                    <a:pt x="7" y="3"/>
                    <a:pt x="5" y="1"/>
                    <a:pt x="6" y="0"/>
                  </a:cubicBezTo>
                  <a:cubicBezTo>
                    <a:pt x="7" y="3"/>
                    <a:pt x="2" y="6"/>
                    <a:pt x="0" y="7"/>
                  </a:cubicBezTo>
                  <a:cubicBezTo>
                    <a:pt x="1" y="7"/>
                    <a:pt x="2" y="8"/>
                    <a:pt x="2" y="8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1841">
              <a:extLst>
                <a:ext uri="{FF2B5EF4-FFF2-40B4-BE49-F238E27FC236}">
                  <a16:creationId xmlns:a16="http://schemas.microsoft.com/office/drawing/2014/main" id="{FF948930-BC65-4063-A7DB-EB915F2A2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644"/>
              <a:ext cx="27" cy="22"/>
            </a:xfrm>
            <a:custGeom>
              <a:avLst/>
              <a:gdLst>
                <a:gd name="T0" fmla="*/ 71 w 11"/>
                <a:gd name="T1" fmla="*/ 59 h 9"/>
                <a:gd name="T2" fmla="*/ 162 w 11"/>
                <a:gd name="T3" fmla="*/ 0 h 9"/>
                <a:gd name="T4" fmla="*/ 91 w 11"/>
                <a:gd name="T5" fmla="*/ 12 h 9"/>
                <a:gd name="T6" fmla="*/ 61 w 11"/>
                <a:gd name="T7" fmla="*/ 71 h 9"/>
                <a:gd name="T8" fmla="*/ 0 w 11"/>
                <a:gd name="T9" fmla="*/ 103 h 9"/>
                <a:gd name="T10" fmla="*/ 61 w 11"/>
                <a:gd name="T11" fmla="*/ 132 h 9"/>
                <a:gd name="T12" fmla="*/ 42 w 11"/>
                <a:gd name="T13" fmla="*/ 10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9">
                  <a:moveTo>
                    <a:pt x="5" y="4"/>
                  </a:moveTo>
                  <a:cubicBezTo>
                    <a:pt x="7" y="4"/>
                    <a:pt x="9" y="1"/>
                    <a:pt x="11" y="0"/>
                  </a:cubicBezTo>
                  <a:cubicBezTo>
                    <a:pt x="9" y="0"/>
                    <a:pt x="7" y="0"/>
                    <a:pt x="6" y="1"/>
                  </a:cubicBezTo>
                  <a:cubicBezTo>
                    <a:pt x="5" y="2"/>
                    <a:pt x="5" y="4"/>
                    <a:pt x="4" y="5"/>
                  </a:cubicBezTo>
                  <a:cubicBezTo>
                    <a:pt x="3" y="6"/>
                    <a:pt x="0" y="6"/>
                    <a:pt x="0" y="7"/>
                  </a:cubicBezTo>
                  <a:cubicBezTo>
                    <a:pt x="0" y="9"/>
                    <a:pt x="3" y="9"/>
                    <a:pt x="4" y="9"/>
                  </a:cubicBezTo>
                  <a:cubicBezTo>
                    <a:pt x="4" y="8"/>
                    <a:pt x="3" y="7"/>
                    <a:pt x="3" y="7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Freeform 1842">
              <a:extLst>
                <a:ext uri="{FF2B5EF4-FFF2-40B4-BE49-F238E27FC236}">
                  <a16:creationId xmlns:a16="http://schemas.microsoft.com/office/drawing/2014/main" id="{8D8A1B2F-4A36-4814-9D73-042B0F608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659"/>
              <a:ext cx="42" cy="32"/>
            </a:xfrm>
            <a:custGeom>
              <a:avLst/>
              <a:gdLst>
                <a:gd name="T0" fmla="*/ 257 w 17"/>
                <a:gd name="T1" fmla="*/ 182 h 13"/>
                <a:gd name="T2" fmla="*/ 183 w 17"/>
                <a:gd name="T3" fmla="*/ 121 h 13"/>
                <a:gd name="T4" fmla="*/ 245 w 17"/>
                <a:gd name="T5" fmla="*/ 62 h 13"/>
                <a:gd name="T6" fmla="*/ 121 w 17"/>
                <a:gd name="T7" fmla="*/ 74 h 13"/>
                <a:gd name="T8" fmla="*/ 133 w 17"/>
                <a:gd name="T9" fmla="*/ 194 h 13"/>
                <a:gd name="T10" fmla="*/ 74 w 17"/>
                <a:gd name="T11" fmla="*/ 133 h 13"/>
                <a:gd name="T12" fmla="*/ 12 w 17"/>
                <a:gd name="T13" fmla="*/ 153 h 13"/>
                <a:gd name="T14" fmla="*/ 121 w 17"/>
                <a:gd name="T15" fmla="*/ 74 h 13"/>
                <a:gd name="T16" fmla="*/ 195 w 17"/>
                <a:gd name="T17" fmla="*/ 0 h 13"/>
                <a:gd name="T18" fmla="*/ 212 w 17"/>
                <a:gd name="T19" fmla="*/ 62 h 13"/>
                <a:gd name="T20" fmla="*/ 195 w 17"/>
                <a:gd name="T21" fmla="*/ 62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13">
                  <a:moveTo>
                    <a:pt x="17" y="12"/>
                  </a:moveTo>
                  <a:cubicBezTo>
                    <a:pt x="16" y="11"/>
                    <a:pt x="13" y="10"/>
                    <a:pt x="12" y="8"/>
                  </a:cubicBezTo>
                  <a:cubicBezTo>
                    <a:pt x="12" y="7"/>
                    <a:pt x="15" y="5"/>
                    <a:pt x="16" y="4"/>
                  </a:cubicBezTo>
                  <a:cubicBezTo>
                    <a:pt x="14" y="4"/>
                    <a:pt x="9" y="4"/>
                    <a:pt x="8" y="5"/>
                  </a:cubicBezTo>
                  <a:cubicBezTo>
                    <a:pt x="5" y="8"/>
                    <a:pt x="10" y="11"/>
                    <a:pt x="9" y="13"/>
                  </a:cubicBezTo>
                  <a:cubicBezTo>
                    <a:pt x="8" y="11"/>
                    <a:pt x="7" y="9"/>
                    <a:pt x="5" y="9"/>
                  </a:cubicBezTo>
                  <a:cubicBezTo>
                    <a:pt x="4" y="9"/>
                    <a:pt x="0" y="13"/>
                    <a:pt x="1" y="10"/>
                  </a:cubicBezTo>
                  <a:cubicBezTo>
                    <a:pt x="2" y="8"/>
                    <a:pt x="6" y="7"/>
                    <a:pt x="8" y="5"/>
                  </a:cubicBezTo>
                  <a:cubicBezTo>
                    <a:pt x="10" y="4"/>
                    <a:pt x="11" y="1"/>
                    <a:pt x="13" y="0"/>
                  </a:cubicBezTo>
                  <a:cubicBezTo>
                    <a:pt x="13" y="1"/>
                    <a:pt x="14" y="3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Freeform 1843">
              <a:extLst>
                <a:ext uri="{FF2B5EF4-FFF2-40B4-BE49-F238E27FC236}">
                  <a16:creationId xmlns:a16="http://schemas.microsoft.com/office/drawing/2014/main" id="{A8F8F61C-DD04-4231-92B3-53176943D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579"/>
              <a:ext cx="58" cy="50"/>
            </a:xfrm>
            <a:custGeom>
              <a:avLst/>
              <a:gdLst>
                <a:gd name="T0" fmla="*/ 126 w 23"/>
                <a:gd name="T1" fmla="*/ 313 h 20"/>
                <a:gd name="T2" fmla="*/ 146 w 23"/>
                <a:gd name="T3" fmla="*/ 250 h 20"/>
                <a:gd name="T4" fmla="*/ 192 w 23"/>
                <a:gd name="T5" fmla="*/ 208 h 20"/>
                <a:gd name="T6" fmla="*/ 242 w 23"/>
                <a:gd name="T7" fmla="*/ 158 h 20"/>
                <a:gd name="T8" fmla="*/ 305 w 23"/>
                <a:gd name="T9" fmla="*/ 188 h 20"/>
                <a:gd name="T10" fmla="*/ 285 w 23"/>
                <a:gd name="T11" fmla="*/ 145 h 20"/>
                <a:gd name="T12" fmla="*/ 338 w 23"/>
                <a:gd name="T13" fmla="*/ 113 h 20"/>
                <a:gd name="T14" fmla="*/ 368 w 23"/>
                <a:gd name="T15" fmla="*/ 0 h 20"/>
                <a:gd name="T16" fmla="*/ 222 w 23"/>
                <a:gd name="T17" fmla="*/ 113 h 20"/>
                <a:gd name="T18" fmla="*/ 242 w 23"/>
                <a:gd name="T19" fmla="*/ 95 h 20"/>
                <a:gd name="T20" fmla="*/ 146 w 23"/>
                <a:gd name="T21" fmla="*/ 63 h 20"/>
                <a:gd name="T22" fmla="*/ 159 w 23"/>
                <a:gd name="T23" fmla="*/ 188 h 20"/>
                <a:gd name="T24" fmla="*/ 96 w 23"/>
                <a:gd name="T25" fmla="*/ 238 h 20"/>
                <a:gd name="T26" fmla="*/ 63 w 23"/>
                <a:gd name="T27" fmla="*/ 250 h 20"/>
                <a:gd name="T28" fmla="*/ 33 w 23"/>
                <a:gd name="T29" fmla="*/ 238 h 20"/>
                <a:gd name="T30" fmla="*/ 33 w 23"/>
                <a:gd name="T31" fmla="*/ 220 h 20"/>
                <a:gd name="T32" fmla="*/ 113 w 23"/>
                <a:gd name="T33" fmla="*/ 283 h 20"/>
                <a:gd name="T34" fmla="*/ 113 w 23"/>
                <a:gd name="T35" fmla="*/ 300 h 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" h="20">
                  <a:moveTo>
                    <a:pt x="8" y="20"/>
                  </a:moveTo>
                  <a:cubicBezTo>
                    <a:pt x="9" y="19"/>
                    <a:pt x="8" y="17"/>
                    <a:pt x="9" y="16"/>
                  </a:cubicBezTo>
                  <a:cubicBezTo>
                    <a:pt x="9" y="14"/>
                    <a:pt x="11" y="14"/>
                    <a:pt x="12" y="13"/>
                  </a:cubicBezTo>
                  <a:cubicBezTo>
                    <a:pt x="13" y="12"/>
                    <a:pt x="14" y="10"/>
                    <a:pt x="15" y="10"/>
                  </a:cubicBezTo>
                  <a:cubicBezTo>
                    <a:pt x="17" y="10"/>
                    <a:pt x="17" y="12"/>
                    <a:pt x="19" y="12"/>
                  </a:cubicBezTo>
                  <a:cubicBezTo>
                    <a:pt x="19" y="11"/>
                    <a:pt x="18" y="10"/>
                    <a:pt x="18" y="9"/>
                  </a:cubicBezTo>
                  <a:cubicBezTo>
                    <a:pt x="19" y="7"/>
                    <a:pt x="20" y="8"/>
                    <a:pt x="21" y="7"/>
                  </a:cubicBezTo>
                  <a:cubicBezTo>
                    <a:pt x="22" y="5"/>
                    <a:pt x="22" y="2"/>
                    <a:pt x="23" y="0"/>
                  </a:cubicBezTo>
                  <a:cubicBezTo>
                    <a:pt x="19" y="2"/>
                    <a:pt x="19" y="9"/>
                    <a:pt x="14" y="7"/>
                  </a:cubicBezTo>
                  <a:cubicBezTo>
                    <a:pt x="14" y="7"/>
                    <a:pt x="14" y="6"/>
                    <a:pt x="15" y="6"/>
                  </a:cubicBezTo>
                  <a:cubicBezTo>
                    <a:pt x="12" y="6"/>
                    <a:pt x="10" y="8"/>
                    <a:pt x="9" y="4"/>
                  </a:cubicBezTo>
                  <a:cubicBezTo>
                    <a:pt x="11" y="8"/>
                    <a:pt x="14" y="9"/>
                    <a:pt x="10" y="12"/>
                  </a:cubicBezTo>
                  <a:cubicBezTo>
                    <a:pt x="8" y="13"/>
                    <a:pt x="7" y="14"/>
                    <a:pt x="6" y="15"/>
                  </a:cubicBezTo>
                  <a:cubicBezTo>
                    <a:pt x="5" y="16"/>
                    <a:pt x="6" y="16"/>
                    <a:pt x="4" y="16"/>
                  </a:cubicBezTo>
                  <a:cubicBezTo>
                    <a:pt x="3" y="16"/>
                    <a:pt x="2" y="16"/>
                    <a:pt x="2" y="15"/>
                  </a:cubicBezTo>
                  <a:cubicBezTo>
                    <a:pt x="2" y="14"/>
                    <a:pt x="2" y="15"/>
                    <a:pt x="2" y="14"/>
                  </a:cubicBezTo>
                  <a:cubicBezTo>
                    <a:pt x="0" y="15"/>
                    <a:pt x="5" y="20"/>
                    <a:pt x="7" y="18"/>
                  </a:cubicBezTo>
                  <a:cubicBezTo>
                    <a:pt x="7" y="18"/>
                    <a:pt x="7" y="19"/>
                    <a:pt x="7" y="19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Freeform 1844">
              <a:extLst>
                <a:ext uri="{FF2B5EF4-FFF2-40B4-BE49-F238E27FC236}">
                  <a16:creationId xmlns:a16="http://schemas.microsoft.com/office/drawing/2014/main" id="{A91F307C-CD78-422F-BF3D-B6F9A0546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581"/>
              <a:ext cx="30" cy="38"/>
            </a:xfrm>
            <a:custGeom>
              <a:avLst/>
              <a:gdLst>
                <a:gd name="T0" fmla="*/ 175 w 12"/>
                <a:gd name="T1" fmla="*/ 84 h 15"/>
                <a:gd name="T2" fmla="*/ 113 w 12"/>
                <a:gd name="T3" fmla="*/ 225 h 15"/>
                <a:gd name="T4" fmla="*/ 50 w 12"/>
                <a:gd name="T5" fmla="*/ 243 h 15"/>
                <a:gd name="T6" fmla="*/ 0 w 12"/>
                <a:gd name="T7" fmla="*/ 243 h 15"/>
                <a:gd name="T8" fmla="*/ 20 w 12"/>
                <a:gd name="T9" fmla="*/ 193 h 15"/>
                <a:gd name="T10" fmla="*/ 50 w 12"/>
                <a:gd name="T11" fmla="*/ 225 h 15"/>
                <a:gd name="T12" fmla="*/ 95 w 12"/>
                <a:gd name="T13" fmla="*/ 213 h 15"/>
                <a:gd name="T14" fmla="*/ 145 w 12"/>
                <a:gd name="T15" fmla="*/ 160 h 15"/>
                <a:gd name="T16" fmla="*/ 158 w 12"/>
                <a:gd name="T17" fmla="*/ 117 h 15"/>
                <a:gd name="T18" fmla="*/ 145 w 12"/>
                <a:gd name="T19" fmla="*/ 51 h 15"/>
                <a:gd name="T20" fmla="*/ 175 w 12"/>
                <a:gd name="T21" fmla="*/ 84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5">
                  <a:moveTo>
                    <a:pt x="11" y="5"/>
                  </a:moveTo>
                  <a:cubicBezTo>
                    <a:pt x="10" y="9"/>
                    <a:pt x="11" y="12"/>
                    <a:pt x="7" y="14"/>
                  </a:cubicBezTo>
                  <a:cubicBezTo>
                    <a:pt x="5" y="15"/>
                    <a:pt x="5" y="15"/>
                    <a:pt x="3" y="15"/>
                  </a:cubicBezTo>
                  <a:cubicBezTo>
                    <a:pt x="2" y="15"/>
                    <a:pt x="1" y="14"/>
                    <a:pt x="0" y="15"/>
                  </a:cubicBezTo>
                  <a:cubicBezTo>
                    <a:pt x="0" y="14"/>
                    <a:pt x="0" y="13"/>
                    <a:pt x="1" y="12"/>
                  </a:cubicBezTo>
                  <a:cubicBezTo>
                    <a:pt x="2" y="12"/>
                    <a:pt x="3" y="13"/>
                    <a:pt x="3" y="14"/>
                  </a:cubicBezTo>
                  <a:cubicBezTo>
                    <a:pt x="4" y="12"/>
                    <a:pt x="4" y="13"/>
                    <a:pt x="6" y="13"/>
                  </a:cubicBezTo>
                  <a:cubicBezTo>
                    <a:pt x="8" y="13"/>
                    <a:pt x="8" y="12"/>
                    <a:pt x="9" y="10"/>
                  </a:cubicBezTo>
                  <a:cubicBezTo>
                    <a:pt x="9" y="9"/>
                    <a:pt x="10" y="9"/>
                    <a:pt x="10" y="7"/>
                  </a:cubicBezTo>
                  <a:cubicBezTo>
                    <a:pt x="10" y="5"/>
                    <a:pt x="10" y="4"/>
                    <a:pt x="9" y="3"/>
                  </a:cubicBezTo>
                  <a:cubicBezTo>
                    <a:pt x="11" y="0"/>
                    <a:pt x="12" y="5"/>
                    <a:pt x="11" y="5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Freeform 1845">
              <a:extLst>
                <a:ext uri="{FF2B5EF4-FFF2-40B4-BE49-F238E27FC236}">
                  <a16:creationId xmlns:a16="http://schemas.microsoft.com/office/drawing/2014/main" id="{0B47C608-F3F2-4521-A7B5-6C55D7A89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2579"/>
              <a:ext cx="37" cy="52"/>
            </a:xfrm>
            <a:custGeom>
              <a:avLst/>
              <a:gdLst>
                <a:gd name="T0" fmla="*/ 153 w 15"/>
                <a:gd name="T1" fmla="*/ 134 h 21"/>
                <a:gd name="T2" fmla="*/ 121 w 15"/>
                <a:gd name="T3" fmla="*/ 104 h 21"/>
                <a:gd name="T4" fmla="*/ 165 w 15"/>
                <a:gd name="T5" fmla="*/ 42 h 21"/>
                <a:gd name="T6" fmla="*/ 183 w 15"/>
                <a:gd name="T7" fmla="*/ 0 h 21"/>
                <a:gd name="T8" fmla="*/ 133 w 15"/>
                <a:gd name="T9" fmla="*/ 74 h 21"/>
                <a:gd name="T10" fmla="*/ 104 w 15"/>
                <a:gd name="T11" fmla="*/ 134 h 21"/>
                <a:gd name="T12" fmla="*/ 62 w 15"/>
                <a:gd name="T13" fmla="*/ 154 h 21"/>
                <a:gd name="T14" fmla="*/ 121 w 15"/>
                <a:gd name="T15" fmla="*/ 124 h 21"/>
                <a:gd name="T16" fmla="*/ 91 w 15"/>
                <a:gd name="T17" fmla="*/ 196 h 21"/>
                <a:gd name="T18" fmla="*/ 74 w 15"/>
                <a:gd name="T19" fmla="*/ 275 h 21"/>
                <a:gd name="T20" fmla="*/ 0 w 15"/>
                <a:gd name="T21" fmla="*/ 275 h 21"/>
                <a:gd name="T22" fmla="*/ 12 w 15"/>
                <a:gd name="T23" fmla="*/ 319 h 21"/>
                <a:gd name="T24" fmla="*/ 62 w 15"/>
                <a:gd name="T25" fmla="*/ 319 h 21"/>
                <a:gd name="T26" fmla="*/ 74 w 15"/>
                <a:gd name="T27" fmla="*/ 258 h 21"/>
                <a:gd name="T28" fmla="*/ 91 w 15"/>
                <a:gd name="T29" fmla="*/ 228 h 21"/>
                <a:gd name="T30" fmla="*/ 91 w 15"/>
                <a:gd name="T31" fmla="*/ 215 h 21"/>
                <a:gd name="T32" fmla="*/ 165 w 15"/>
                <a:gd name="T33" fmla="*/ 215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" h="21">
                  <a:moveTo>
                    <a:pt x="10" y="9"/>
                  </a:moveTo>
                  <a:cubicBezTo>
                    <a:pt x="9" y="8"/>
                    <a:pt x="7" y="9"/>
                    <a:pt x="8" y="7"/>
                  </a:cubicBezTo>
                  <a:cubicBezTo>
                    <a:pt x="9" y="5"/>
                    <a:pt x="12" y="5"/>
                    <a:pt x="11" y="3"/>
                  </a:cubicBezTo>
                  <a:cubicBezTo>
                    <a:pt x="14" y="2"/>
                    <a:pt x="15" y="0"/>
                    <a:pt x="12" y="0"/>
                  </a:cubicBezTo>
                  <a:cubicBezTo>
                    <a:pt x="12" y="2"/>
                    <a:pt x="11" y="4"/>
                    <a:pt x="9" y="5"/>
                  </a:cubicBezTo>
                  <a:cubicBezTo>
                    <a:pt x="7" y="6"/>
                    <a:pt x="6" y="7"/>
                    <a:pt x="7" y="9"/>
                  </a:cubicBezTo>
                  <a:cubicBezTo>
                    <a:pt x="6" y="9"/>
                    <a:pt x="5" y="9"/>
                    <a:pt x="4" y="10"/>
                  </a:cubicBezTo>
                  <a:cubicBezTo>
                    <a:pt x="6" y="10"/>
                    <a:pt x="7" y="9"/>
                    <a:pt x="8" y="8"/>
                  </a:cubicBezTo>
                  <a:cubicBezTo>
                    <a:pt x="9" y="10"/>
                    <a:pt x="7" y="12"/>
                    <a:pt x="6" y="13"/>
                  </a:cubicBezTo>
                  <a:cubicBezTo>
                    <a:pt x="4" y="16"/>
                    <a:pt x="3" y="15"/>
                    <a:pt x="5" y="18"/>
                  </a:cubicBezTo>
                  <a:cubicBezTo>
                    <a:pt x="3" y="19"/>
                    <a:pt x="1" y="19"/>
                    <a:pt x="0" y="18"/>
                  </a:cubicBezTo>
                  <a:cubicBezTo>
                    <a:pt x="0" y="19"/>
                    <a:pt x="1" y="20"/>
                    <a:pt x="1" y="21"/>
                  </a:cubicBezTo>
                  <a:cubicBezTo>
                    <a:pt x="2" y="20"/>
                    <a:pt x="4" y="21"/>
                    <a:pt x="4" y="21"/>
                  </a:cubicBezTo>
                  <a:cubicBezTo>
                    <a:pt x="5" y="20"/>
                    <a:pt x="5" y="18"/>
                    <a:pt x="5" y="17"/>
                  </a:cubicBezTo>
                  <a:cubicBezTo>
                    <a:pt x="5" y="16"/>
                    <a:pt x="6" y="16"/>
                    <a:pt x="6" y="15"/>
                  </a:cubicBezTo>
                  <a:cubicBezTo>
                    <a:pt x="6" y="15"/>
                    <a:pt x="6" y="14"/>
                    <a:pt x="6" y="14"/>
                  </a:cubicBezTo>
                  <a:cubicBezTo>
                    <a:pt x="7" y="13"/>
                    <a:pt x="10" y="14"/>
                    <a:pt x="11" y="14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Freeform 1846">
              <a:extLst>
                <a:ext uri="{FF2B5EF4-FFF2-40B4-BE49-F238E27FC236}">
                  <a16:creationId xmlns:a16="http://schemas.microsoft.com/office/drawing/2014/main" id="{7C52FAF6-D497-4D36-A690-B2ECAB5D8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684"/>
              <a:ext cx="17" cy="25"/>
            </a:xfrm>
            <a:custGeom>
              <a:avLst/>
              <a:gdLst>
                <a:gd name="T0" fmla="*/ 70 w 7"/>
                <a:gd name="T1" fmla="*/ 145 h 10"/>
                <a:gd name="T2" fmla="*/ 41 w 7"/>
                <a:gd name="T3" fmla="*/ 83 h 10"/>
                <a:gd name="T4" fmla="*/ 100 w 7"/>
                <a:gd name="T5" fmla="*/ 33 h 10"/>
                <a:gd name="T6" fmla="*/ 12 w 7"/>
                <a:gd name="T7" fmla="*/ 20 h 10"/>
                <a:gd name="T8" fmla="*/ 12 w 7"/>
                <a:gd name="T9" fmla="*/ 113 h 10"/>
                <a:gd name="T10" fmla="*/ 41 w 7"/>
                <a:gd name="T11" fmla="*/ 15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0">
                  <a:moveTo>
                    <a:pt x="5" y="9"/>
                  </a:moveTo>
                  <a:cubicBezTo>
                    <a:pt x="4" y="9"/>
                    <a:pt x="2" y="7"/>
                    <a:pt x="3" y="5"/>
                  </a:cubicBezTo>
                  <a:cubicBezTo>
                    <a:pt x="3" y="3"/>
                    <a:pt x="6" y="3"/>
                    <a:pt x="7" y="2"/>
                  </a:cubicBezTo>
                  <a:cubicBezTo>
                    <a:pt x="5" y="0"/>
                    <a:pt x="3" y="4"/>
                    <a:pt x="1" y="1"/>
                  </a:cubicBezTo>
                  <a:cubicBezTo>
                    <a:pt x="2" y="4"/>
                    <a:pt x="3" y="4"/>
                    <a:pt x="1" y="7"/>
                  </a:cubicBezTo>
                  <a:cubicBezTo>
                    <a:pt x="0" y="9"/>
                    <a:pt x="0" y="10"/>
                    <a:pt x="3" y="10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Freeform 1847">
              <a:extLst>
                <a:ext uri="{FF2B5EF4-FFF2-40B4-BE49-F238E27FC236}">
                  <a16:creationId xmlns:a16="http://schemas.microsoft.com/office/drawing/2014/main" id="{96378B97-C769-4FAD-A42E-FB061BB2F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666"/>
              <a:ext cx="12" cy="10"/>
            </a:xfrm>
            <a:custGeom>
              <a:avLst/>
              <a:gdLst>
                <a:gd name="T0" fmla="*/ 0 w 5"/>
                <a:gd name="T1" fmla="*/ 63 h 4"/>
                <a:gd name="T2" fmla="*/ 70 w 5"/>
                <a:gd name="T3" fmla="*/ 0 h 4"/>
                <a:gd name="T4" fmla="*/ 0 w 5"/>
                <a:gd name="T5" fmla="*/ 0 h 4"/>
                <a:gd name="T6" fmla="*/ 0 w 5"/>
                <a:gd name="T7" fmla="*/ 5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4" y="1"/>
                    <a:pt x="5" y="0"/>
                  </a:cubicBezTo>
                  <a:cubicBezTo>
                    <a:pt x="3" y="0"/>
                    <a:pt x="1" y="3"/>
                    <a:pt x="0" y="0"/>
                  </a:cubicBez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Freeform 1848">
              <a:extLst>
                <a:ext uri="{FF2B5EF4-FFF2-40B4-BE49-F238E27FC236}">
                  <a16:creationId xmlns:a16="http://schemas.microsoft.com/office/drawing/2014/main" id="{5091160F-E7DF-45AC-B82A-64F5955C3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536"/>
              <a:ext cx="23" cy="15"/>
            </a:xfrm>
            <a:custGeom>
              <a:avLst/>
              <a:gdLst>
                <a:gd name="T0" fmla="*/ 0 w 9"/>
                <a:gd name="T1" fmla="*/ 63 h 6"/>
                <a:gd name="T2" fmla="*/ 0 w 9"/>
                <a:gd name="T3" fmla="*/ 95 h 6"/>
                <a:gd name="T4" fmla="*/ 151 w 9"/>
                <a:gd name="T5" fmla="*/ 63 h 6"/>
                <a:gd name="T6" fmla="*/ 97 w 9"/>
                <a:gd name="T7" fmla="*/ 0 h 6"/>
                <a:gd name="T8" fmla="*/ 97 w 9"/>
                <a:gd name="T9" fmla="*/ 0 h 6"/>
                <a:gd name="T10" fmla="*/ 33 w 9"/>
                <a:gd name="T11" fmla="*/ 63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3" y="5"/>
                    <a:pt x="6" y="4"/>
                    <a:pt x="9" y="4"/>
                  </a:cubicBezTo>
                  <a:cubicBezTo>
                    <a:pt x="7" y="3"/>
                    <a:pt x="6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3"/>
                    <a:pt x="5" y="5"/>
                    <a:pt x="2" y="4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1849">
              <a:extLst>
                <a:ext uri="{FF2B5EF4-FFF2-40B4-BE49-F238E27FC236}">
                  <a16:creationId xmlns:a16="http://schemas.microsoft.com/office/drawing/2014/main" id="{E7A6D719-7164-4E11-B0D5-A5FA56C8B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494"/>
              <a:ext cx="33" cy="27"/>
            </a:xfrm>
            <a:custGeom>
              <a:avLst/>
              <a:gdLst>
                <a:gd name="T0" fmla="*/ 51 w 13"/>
                <a:gd name="T1" fmla="*/ 150 h 11"/>
                <a:gd name="T2" fmla="*/ 213 w 13"/>
                <a:gd name="T3" fmla="*/ 120 h 11"/>
                <a:gd name="T4" fmla="*/ 129 w 13"/>
                <a:gd name="T5" fmla="*/ 0 h 11"/>
                <a:gd name="T6" fmla="*/ 147 w 13"/>
                <a:gd name="T7" fmla="*/ 103 h 11"/>
                <a:gd name="T8" fmla="*/ 117 w 13"/>
                <a:gd name="T9" fmla="*/ 91 h 11"/>
                <a:gd name="T10" fmla="*/ 0 w 13"/>
                <a:gd name="T11" fmla="*/ 162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1">
                  <a:moveTo>
                    <a:pt x="3" y="10"/>
                  </a:moveTo>
                  <a:cubicBezTo>
                    <a:pt x="5" y="9"/>
                    <a:pt x="13" y="11"/>
                    <a:pt x="13" y="8"/>
                  </a:cubicBezTo>
                  <a:cubicBezTo>
                    <a:pt x="10" y="7"/>
                    <a:pt x="7" y="4"/>
                    <a:pt x="8" y="0"/>
                  </a:cubicBezTo>
                  <a:cubicBezTo>
                    <a:pt x="9" y="2"/>
                    <a:pt x="9" y="5"/>
                    <a:pt x="9" y="7"/>
                  </a:cubicBezTo>
                  <a:cubicBezTo>
                    <a:pt x="8" y="7"/>
                    <a:pt x="8" y="7"/>
                    <a:pt x="7" y="6"/>
                  </a:cubicBezTo>
                  <a:cubicBezTo>
                    <a:pt x="10" y="11"/>
                    <a:pt x="3" y="10"/>
                    <a:pt x="0" y="11"/>
                  </a:cubicBezTo>
                </a:path>
              </a:pathLst>
            </a:custGeom>
            <a:solidFill>
              <a:srgbClr val="C48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Freeform 1850">
              <a:extLst>
                <a:ext uri="{FF2B5EF4-FFF2-40B4-BE49-F238E27FC236}">
                  <a16:creationId xmlns:a16="http://schemas.microsoft.com/office/drawing/2014/main" id="{4AC72BA2-3FC1-4254-9F08-729A3652C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446"/>
              <a:ext cx="20" cy="20"/>
            </a:xfrm>
            <a:custGeom>
              <a:avLst/>
              <a:gdLst>
                <a:gd name="T0" fmla="*/ 63 w 8"/>
                <a:gd name="T1" fmla="*/ 95 h 8"/>
                <a:gd name="T2" fmla="*/ 125 w 8"/>
                <a:gd name="T3" fmla="*/ 113 h 8"/>
                <a:gd name="T4" fmla="*/ 95 w 8"/>
                <a:gd name="T5" fmla="*/ 0 h 8"/>
                <a:gd name="T6" fmla="*/ 113 w 8"/>
                <a:gd name="T7" fmla="*/ 20 h 8"/>
                <a:gd name="T8" fmla="*/ 0 w 8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4" y="6"/>
                  </a:moveTo>
                  <a:cubicBezTo>
                    <a:pt x="3" y="8"/>
                    <a:pt x="7" y="8"/>
                    <a:pt x="8" y="7"/>
                  </a:cubicBezTo>
                  <a:cubicBezTo>
                    <a:pt x="8" y="5"/>
                    <a:pt x="5" y="2"/>
                    <a:pt x="6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5" y="3"/>
                    <a:pt x="2" y="6"/>
                    <a:pt x="0" y="8"/>
                  </a:cubicBezTo>
                </a:path>
              </a:pathLst>
            </a:custGeom>
            <a:solidFill>
              <a:srgbClr val="C88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1851">
              <a:extLst>
                <a:ext uri="{FF2B5EF4-FFF2-40B4-BE49-F238E27FC236}">
                  <a16:creationId xmlns:a16="http://schemas.microsoft.com/office/drawing/2014/main" id="{3A52E62B-E5B6-46DA-8374-0D11B87D7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431"/>
              <a:ext cx="15" cy="15"/>
            </a:xfrm>
            <a:custGeom>
              <a:avLst/>
              <a:gdLst>
                <a:gd name="T0" fmla="*/ 0 w 6"/>
                <a:gd name="T1" fmla="*/ 83 h 6"/>
                <a:gd name="T2" fmla="*/ 95 w 6"/>
                <a:gd name="T3" fmla="*/ 63 h 6"/>
                <a:gd name="T4" fmla="*/ 50 w 6"/>
                <a:gd name="T5" fmla="*/ 0 h 6"/>
                <a:gd name="T6" fmla="*/ 33 w 6"/>
                <a:gd name="T7" fmla="*/ 95 h 6"/>
                <a:gd name="T8" fmla="*/ 20 w 6"/>
                <a:gd name="T9" fmla="*/ 8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2" y="5"/>
                    <a:pt x="6" y="6"/>
                    <a:pt x="6" y="4"/>
                  </a:cubicBezTo>
                  <a:cubicBezTo>
                    <a:pt x="6" y="4"/>
                    <a:pt x="4" y="1"/>
                    <a:pt x="3" y="0"/>
                  </a:cubicBezTo>
                  <a:cubicBezTo>
                    <a:pt x="3" y="2"/>
                    <a:pt x="3" y="4"/>
                    <a:pt x="2" y="6"/>
                  </a:cubicBezTo>
                  <a:cubicBezTo>
                    <a:pt x="2" y="6"/>
                    <a:pt x="1" y="5"/>
                    <a:pt x="1" y="5"/>
                  </a:cubicBezTo>
                </a:path>
              </a:pathLst>
            </a:custGeom>
            <a:solidFill>
              <a:srgbClr val="C88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1852">
              <a:extLst>
                <a:ext uri="{FF2B5EF4-FFF2-40B4-BE49-F238E27FC236}">
                  <a16:creationId xmlns:a16="http://schemas.microsoft.com/office/drawing/2014/main" id="{BACD95BB-7334-47E2-BF19-CF0367347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461"/>
              <a:ext cx="5" cy="10"/>
            </a:xfrm>
            <a:custGeom>
              <a:avLst/>
              <a:gdLst>
                <a:gd name="T0" fmla="*/ 0 w 2"/>
                <a:gd name="T1" fmla="*/ 33 h 4"/>
                <a:gd name="T2" fmla="*/ 33 w 2"/>
                <a:gd name="T3" fmla="*/ 0 h 4"/>
                <a:gd name="T4" fmla="*/ 33 w 2"/>
                <a:gd name="T5" fmla="*/ 63 h 4"/>
                <a:gd name="T6" fmla="*/ 20 w 2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1" y="2"/>
                    <a:pt x="2" y="2"/>
                    <a:pt x="2" y="0"/>
                  </a:cubicBezTo>
                  <a:cubicBezTo>
                    <a:pt x="2" y="1"/>
                    <a:pt x="2" y="3"/>
                    <a:pt x="2" y="4"/>
                  </a:cubicBezTo>
                  <a:cubicBezTo>
                    <a:pt x="2" y="3"/>
                    <a:pt x="2" y="3"/>
                    <a:pt x="1" y="2"/>
                  </a:cubicBezTo>
                </a:path>
              </a:pathLst>
            </a:custGeom>
            <a:solidFill>
              <a:srgbClr val="C48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1853">
              <a:extLst>
                <a:ext uri="{FF2B5EF4-FFF2-40B4-BE49-F238E27FC236}">
                  <a16:creationId xmlns:a16="http://schemas.microsoft.com/office/drawing/2014/main" id="{F577E3E8-B26A-40BF-8942-90D0E179B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484"/>
              <a:ext cx="23" cy="22"/>
            </a:xfrm>
            <a:custGeom>
              <a:avLst/>
              <a:gdLst>
                <a:gd name="T0" fmla="*/ 20 w 9"/>
                <a:gd name="T1" fmla="*/ 120 h 9"/>
                <a:gd name="T2" fmla="*/ 151 w 9"/>
                <a:gd name="T3" fmla="*/ 120 h 9"/>
                <a:gd name="T4" fmla="*/ 151 w 9"/>
                <a:gd name="T5" fmla="*/ 29 h 9"/>
                <a:gd name="T6" fmla="*/ 130 w 9"/>
                <a:gd name="T7" fmla="*/ 103 h 9"/>
                <a:gd name="T8" fmla="*/ 118 w 9"/>
                <a:gd name="T9" fmla="*/ 0 h 9"/>
                <a:gd name="T10" fmla="*/ 0 w 9"/>
                <a:gd name="T11" fmla="*/ 9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1" y="8"/>
                  </a:moveTo>
                  <a:cubicBezTo>
                    <a:pt x="3" y="8"/>
                    <a:pt x="7" y="9"/>
                    <a:pt x="9" y="8"/>
                  </a:cubicBezTo>
                  <a:cubicBezTo>
                    <a:pt x="9" y="6"/>
                    <a:pt x="9" y="4"/>
                    <a:pt x="9" y="2"/>
                  </a:cubicBezTo>
                  <a:cubicBezTo>
                    <a:pt x="9" y="4"/>
                    <a:pt x="9" y="5"/>
                    <a:pt x="8" y="7"/>
                  </a:cubicBezTo>
                  <a:cubicBezTo>
                    <a:pt x="7" y="5"/>
                    <a:pt x="7" y="2"/>
                    <a:pt x="7" y="0"/>
                  </a:cubicBezTo>
                  <a:cubicBezTo>
                    <a:pt x="6" y="3"/>
                    <a:pt x="4" y="6"/>
                    <a:pt x="0" y="6"/>
                  </a:cubicBezTo>
                </a:path>
              </a:pathLst>
            </a:custGeom>
            <a:solidFill>
              <a:srgbClr val="C48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Freeform 1854">
              <a:extLst>
                <a:ext uri="{FF2B5EF4-FFF2-40B4-BE49-F238E27FC236}">
                  <a16:creationId xmlns:a16="http://schemas.microsoft.com/office/drawing/2014/main" id="{9EA1771F-1A8A-4095-BC7F-92FC1D771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434"/>
              <a:ext cx="25" cy="15"/>
            </a:xfrm>
            <a:custGeom>
              <a:avLst/>
              <a:gdLst>
                <a:gd name="T0" fmla="*/ 95 w 10"/>
                <a:gd name="T1" fmla="*/ 63 h 6"/>
                <a:gd name="T2" fmla="*/ 83 w 10"/>
                <a:gd name="T3" fmla="*/ 95 h 6"/>
                <a:gd name="T4" fmla="*/ 145 w 10"/>
                <a:gd name="T5" fmla="*/ 0 h 6"/>
                <a:gd name="T6" fmla="*/ 158 w 10"/>
                <a:gd name="T7" fmla="*/ 0 h 6"/>
                <a:gd name="T8" fmla="*/ 0 w 10"/>
                <a:gd name="T9" fmla="*/ 8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6" y="4"/>
                  </a:moveTo>
                  <a:cubicBezTo>
                    <a:pt x="6" y="5"/>
                    <a:pt x="5" y="5"/>
                    <a:pt x="5" y="6"/>
                  </a:cubicBezTo>
                  <a:cubicBezTo>
                    <a:pt x="9" y="6"/>
                    <a:pt x="9" y="3"/>
                    <a:pt x="9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7" y="3"/>
                    <a:pt x="2" y="3"/>
                    <a:pt x="0" y="5"/>
                  </a:cubicBezTo>
                </a:path>
              </a:pathLst>
            </a:custGeom>
            <a:solidFill>
              <a:srgbClr val="C88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Freeform 1855">
              <a:extLst>
                <a:ext uri="{FF2B5EF4-FFF2-40B4-BE49-F238E27FC236}">
                  <a16:creationId xmlns:a16="http://schemas.microsoft.com/office/drawing/2014/main" id="{D42B7836-C35D-4556-8C8B-95474FE90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421"/>
              <a:ext cx="30" cy="25"/>
            </a:xfrm>
            <a:custGeom>
              <a:avLst/>
              <a:gdLst>
                <a:gd name="T0" fmla="*/ 83 w 12"/>
                <a:gd name="T1" fmla="*/ 83 h 10"/>
                <a:gd name="T2" fmla="*/ 113 w 12"/>
                <a:gd name="T3" fmla="*/ 0 h 10"/>
                <a:gd name="T4" fmla="*/ 0 w 12"/>
                <a:gd name="T5" fmla="*/ 125 h 10"/>
                <a:gd name="T6" fmla="*/ 20 w 12"/>
                <a:gd name="T7" fmla="*/ 12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5" y="5"/>
                  </a:moveTo>
                  <a:cubicBezTo>
                    <a:pt x="8" y="3"/>
                    <a:pt x="12" y="2"/>
                    <a:pt x="7" y="0"/>
                  </a:cubicBezTo>
                  <a:cubicBezTo>
                    <a:pt x="8" y="0"/>
                    <a:pt x="5" y="10"/>
                    <a:pt x="0" y="8"/>
                  </a:cubicBezTo>
                  <a:cubicBezTo>
                    <a:pt x="0" y="8"/>
                    <a:pt x="2" y="8"/>
                    <a:pt x="1" y="8"/>
                  </a:cubicBezTo>
                </a:path>
              </a:pathLst>
            </a:custGeom>
            <a:solidFill>
              <a:srgbClr val="C88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Freeform 1856">
              <a:extLst>
                <a:ext uri="{FF2B5EF4-FFF2-40B4-BE49-F238E27FC236}">
                  <a16:creationId xmlns:a16="http://schemas.microsoft.com/office/drawing/2014/main" id="{7C47AE79-5150-4005-9AA9-D4C63BA9B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471"/>
              <a:ext cx="13" cy="10"/>
            </a:xfrm>
            <a:custGeom>
              <a:avLst/>
              <a:gdLst>
                <a:gd name="T0" fmla="*/ 0 w 5"/>
                <a:gd name="T1" fmla="*/ 33 h 4"/>
                <a:gd name="T2" fmla="*/ 34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4"/>
                    <a:pt x="5" y="2"/>
                    <a:pt x="2" y="0"/>
                  </a:cubicBezTo>
                </a:path>
              </a:pathLst>
            </a:custGeom>
            <a:solidFill>
              <a:srgbClr val="C48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Freeform 1857">
              <a:extLst>
                <a:ext uri="{FF2B5EF4-FFF2-40B4-BE49-F238E27FC236}">
                  <a16:creationId xmlns:a16="http://schemas.microsoft.com/office/drawing/2014/main" id="{285ABAE3-211D-44E5-B787-94591BAF5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469"/>
              <a:ext cx="20" cy="15"/>
            </a:xfrm>
            <a:custGeom>
              <a:avLst/>
              <a:gdLst>
                <a:gd name="T0" fmla="*/ 0 w 8"/>
                <a:gd name="T1" fmla="*/ 83 h 6"/>
                <a:gd name="T2" fmla="*/ 83 w 8"/>
                <a:gd name="T3" fmla="*/ 50 h 6"/>
                <a:gd name="T4" fmla="*/ 83 w 8"/>
                <a:gd name="T5" fmla="*/ 33 h 6"/>
                <a:gd name="T6" fmla="*/ 125 w 8"/>
                <a:gd name="T7" fmla="*/ 0 h 6"/>
                <a:gd name="T8" fmla="*/ 50 w 8"/>
                <a:gd name="T9" fmla="*/ 5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2" y="6"/>
                    <a:pt x="5" y="5"/>
                    <a:pt x="5" y="3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6" y="1"/>
                    <a:pt x="8" y="0"/>
                    <a:pt x="8" y="0"/>
                  </a:cubicBezTo>
                  <a:cubicBezTo>
                    <a:pt x="6" y="1"/>
                    <a:pt x="5" y="3"/>
                    <a:pt x="3" y="3"/>
                  </a:cubicBezTo>
                </a:path>
              </a:pathLst>
            </a:custGeom>
            <a:solidFill>
              <a:srgbClr val="D28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Freeform 1858">
              <a:extLst>
                <a:ext uri="{FF2B5EF4-FFF2-40B4-BE49-F238E27FC236}">
                  <a16:creationId xmlns:a16="http://schemas.microsoft.com/office/drawing/2014/main" id="{B370FF89-BD30-489B-9953-EE0C38626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446"/>
              <a:ext cx="17" cy="8"/>
            </a:xfrm>
            <a:custGeom>
              <a:avLst/>
              <a:gdLst>
                <a:gd name="T0" fmla="*/ 29 w 7"/>
                <a:gd name="T1" fmla="*/ 56 h 3"/>
                <a:gd name="T2" fmla="*/ 0 w 7"/>
                <a:gd name="T3" fmla="*/ 21 h 3"/>
                <a:gd name="T4" fmla="*/ 100 w 7"/>
                <a:gd name="T5" fmla="*/ 0 h 3"/>
                <a:gd name="T6" fmla="*/ 58 w 7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2" y="3"/>
                  </a:moveTo>
                  <a:cubicBezTo>
                    <a:pt x="2" y="3"/>
                    <a:pt x="1" y="2"/>
                    <a:pt x="0" y="1"/>
                  </a:cubicBezTo>
                  <a:cubicBezTo>
                    <a:pt x="3" y="2"/>
                    <a:pt x="5" y="3"/>
                    <a:pt x="7" y="0"/>
                  </a:cubicBezTo>
                  <a:cubicBezTo>
                    <a:pt x="6" y="1"/>
                    <a:pt x="5" y="2"/>
                    <a:pt x="4" y="2"/>
                  </a:cubicBezTo>
                </a:path>
              </a:pathLst>
            </a:custGeom>
            <a:solidFill>
              <a:srgbClr val="D28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1859">
              <a:extLst>
                <a:ext uri="{FF2B5EF4-FFF2-40B4-BE49-F238E27FC236}">
                  <a16:creationId xmlns:a16="http://schemas.microsoft.com/office/drawing/2014/main" id="{6B1C9FFF-A40E-4CA0-A785-4FEE30FAB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549"/>
              <a:ext cx="2" cy="7"/>
            </a:xfrm>
            <a:custGeom>
              <a:avLst/>
              <a:gdLst>
                <a:gd name="T0" fmla="*/ 0 w 1"/>
                <a:gd name="T1" fmla="*/ 37 h 3"/>
                <a:gd name="T2" fmla="*/ 8 w 1"/>
                <a:gd name="T3" fmla="*/ 0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3"/>
                    <a:pt x="1" y="1"/>
                    <a:pt x="1" y="0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1860">
              <a:extLst>
                <a:ext uri="{FF2B5EF4-FFF2-40B4-BE49-F238E27FC236}">
                  <a16:creationId xmlns:a16="http://schemas.microsoft.com/office/drawing/2014/main" id="{A4EDD2BD-04F3-4825-BD18-00393993A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559"/>
              <a:ext cx="12" cy="10"/>
            </a:xfrm>
            <a:custGeom>
              <a:avLst/>
              <a:gdLst>
                <a:gd name="T0" fmla="*/ 12 w 5"/>
                <a:gd name="T1" fmla="*/ 63 h 4"/>
                <a:gd name="T2" fmla="*/ 58 w 5"/>
                <a:gd name="T3" fmla="*/ 50 h 4"/>
                <a:gd name="T4" fmla="*/ 70 w 5"/>
                <a:gd name="T5" fmla="*/ 0 h 4"/>
                <a:gd name="T6" fmla="*/ 12 w 5"/>
                <a:gd name="T7" fmla="*/ 6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0" y="3"/>
                    <a:pt x="3" y="4"/>
                    <a:pt x="4" y="3"/>
                  </a:cubicBezTo>
                  <a:cubicBezTo>
                    <a:pt x="5" y="2"/>
                    <a:pt x="3" y="0"/>
                    <a:pt x="5" y="0"/>
                  </a:cubicBezTo>
                  <a:cubicBezTo>
                    <a:pt x="4" y="1"/>
                    <a:pt x="2" y="3"/>
                    <a:pt x="1" y="4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Freeform 1861">
              <a:extLst>
                <a:ext uri="{FF2B5EF4-FFF2-40B4-BE49-F238E27FC236}">
                  <a16:creationId xmlns:a16="http://schemas.microsoft.com/office/drawing/2014/main" id="{B651470F-BC77-426F-AA02-2471A59B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524"/>
              <a:ext cx="25" cy="12"/>
            </a:xfrm>
            <a:custGeom>
              <a:avLst/>
              <a:gdLst>
                <a:gd name="T0" fmla="*/ 83 w 10"/>
                <a:gd name="T1" fmla="*/ 41 h 5"/>
                <a:gd name="T2" fmla="*/ 83 w 10"/>
                <a:gd name="T3" fmla="*/ 41 h 5"/>
                <a:gd name="T4" fmla="*/ 145 w 10"/>
                <a:gd name="T5" fmla="*/ 58 h 5"/>
                <a:gd name="T6" fmla="*/ 145 w 10"/>
                <a:gd name="T7" fmla="*/ 0 h 5"/>
                <a:gd name="T8" fmla="*/ 0 w 10"/>
                <a:gd name="T9" fmla="*/ 29 h 5"/>
                <a:gd name="T10" fmla="*/ 50 w 10"/>
                <a:gd name="T11" fmla="*/ 58 h 5"/>
                <a:gd name="T12" fmla="*/ 63 w 10"/>
                <a:gd name="T13" fmla="*/ 41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5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6" y="4"/>
                    <a:pt x="8" y="5"/>
                    <a:pt x="9" y="4"/>
                  </a:cubicBezTo>
                  <a:cubicBezTo>
                    <a:pt x="10" y="3"/>
                    <a:pt x="9" y="1"/>
                    <a:pt x="9" y="0"/>
                  </a:cubicBezTo>
                  <a:cubicBezTo>
                    <a:pt x="7" y="1"/>
                    <a:pt x="2" y="3"/>
                    <a:pt x="0" y="2"/>
                  </a:cubicBezTo>
                  <a:cubicBezTo>
                    <a:pt x="0" y="3"/>
                    <a:pt x="2" y="3"/>
                    <a:pt x="3" y="4"/>
                  </a:cubicBezTo>
                  <a:cubicBezTo>
                    <a:pt x="3" y="4"/>
                    <a:pt x="4" y="3"/>
                    <a:pt x="4" y="3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5" name="Freeform 1862">
              <a:extLst>
                <a:ext uri="{FF2B5EF4-FFF2-40B4-BE49-F238E27FC236}">
                  <a16:creationId xmlns:a16="http://schemas.microsoft.com/office/drawing/2014/main" id="{357F0288-5F27-4DF4-ACEF-DBE52DA44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471"/>
              <a:ext cx="25" cy="20"/>
            </a:xfrm>
            <a:custGeom>
              <a:avLst/>
              <a:gdLst>
                <a:gd name="T0" fmla="*/ 83 w 10"/>
                <a:gd name="T1" fmla="*/ 50 h 8"/>
                <a:gd name="T2" fmla="*/ 158 w 10"/>
                <a:gd name="T3" fmla="*/ 20 h 8"/>
                <a:gd name="T4" fmla="*/ 95 w 10"/>
                <a:gd name="T5" fmla="*/ 20 h 8"/>
                <a:gd name="T6" fmla="*/ 63 w 10"/>
                <a:gd name="T7" fmla="*/ 63 h 8"/>
                <a:gd name="T8" fmla="*/ 0 w 10"/>
                <a:gd name="T9" fmla="*/ 95 h 8"/>
                <a:gd name="T10" fmla="*/ 50 w 10"/>
                <a:gd name="T11" fmla="*/ 125 h 8"/>
                <a:gd name="T12" fmla="*/ 33 w 10"/>
                <a:gd name="T13" fmla="*/ 95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8">
                  <a:moveTo>
                    <a:pt x="5" y="3"/>
                  </a:moveTo>
                  <a:cubicBezTo>
                    <a:pt x="6" y="4"/>
                    <a:pt x="9" y="2"/>
                    <a:pt x="10" y="1"/>
                  </a:cubicBezTo>
                  <a:cubicBezTo>
                    <a:pt x="9" y="1"/>
                    <a:pt x="7" y="0"/>
                    <a:pt x="6" y="1"/>
                  </a:cubicBezTo>
                  <a:cubicBezTo>
                    <a:pt x="5" y="2"/>
                    <a:pt x="5" y="3"/>
                    <a:pt x="4" y="4"/>
                  </a:cubicBezTo>
                  <a:cubicBezTo>
                    <a:pt x="3" y="5"/>
                    <a:pt x="1" y="4"/>
                    <a:pt x="0" y="6"/>
                  </a:cubicBezTo>
                  <a:cubicBezTo>
                    <a:pt x="0" y="7"/>
                    <a:pt x="2" y="8"/>
                    <a:pt x="3" y="8"/>
                  </a:cubicBezTo>
                  <a:cubicBezTo>
                    <a:pt x="3" y="7"/>
                    <a:pt x="3" y="6"/>
                    <a:pt x="2" y="6"/>
                  </a:cubicBezTo>
                </a:path>
              </a:pathLst>
            </a:custGeom>
            <a:solidFill>
              <a:srgbClr val="D28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6" name="Freeform 1863">
              <a:extLst>
                <a:ext uri="{FF2B5EF4-FFF2-40B4-BE49-F238E27FC236}">
                  <a16:creationId xmlns:a16="http://schemas.microsoft.com/office/drawing/2014/main" id="{CF6D6F9C-42F8-4048-A29E-D8A996298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461"/>
              <a:ext cx="42" cy="63"/>
            </a:xfrm>
            <a:custGeom>
              <a:avLst/>
              <a:gdLst>
                <a:gd name="T0" fmla="*/ 153 w 17"/>
                <a:gd name="T1" fmla="*/ 242 h 25"/>
                <a:gd name="T2" fmla="*/ 257 w 17"/>
                <a:gd name="T3" fmla="*/ 159 h 25"/>
                <a:gd name="T4" fmla="*/ 183 w 17"/>
                <a:gd name="T5" fmla="*/ 159 h 25"/>
                <a:gd name="T6" fmla="*/ 183 w 17"/>
                <a:gd name="T7" fmla="*/ 96 h 25"/>
                <a:gd name="T8" fmla="*/ 195 w 17"/>
                <a:gd name="T9" fmla="*/ 33 h 25"/>
                <a:gd name="T10" fmla="*/ 183 w 17"/>
                <a:gd name="T11" fmla="*/ 83 h 25"/>
                <a:gd name="T12" fmla="*/ 153 w 17"/>
                <a:gd name="T13" fmla="*/ 126 h 25"/>
                <a:gd name="T14" fmla="*/ 133 w 17"/>
                <a:gd name="T15" fmla="*/ 179 h 25"/>
                <a:gd name="T16" fmla="*/ 166 w 17"/>
                <a:gd name="T17" fmla="*/ 192 h 25"/>
                <a:gd name="T18" fmla="*/ 133 w 17"/>
                <a:gd name="T19" fmla="*/ 255 h 25"/>
                <a:gd name="T20" fmla="*/ 121 w 17"/>
                <a:gd name="T21" fmla="*/ 318 h 25"/>
                <a:gd name="T22" fmla="*/ 62 w 17"/>
                <a:gd name="T23" fmla="*/ 338 h 25"/>
                <a:gd name="T24" fmla="*/ 42 w 17"/>
                <a:gd name="T25" fmla="*/ 401 h 25"/>
                <a:gd name="T26" fmla="*/ 104 w 17"/>
                <a:gd name="T27" fmla="*/ 318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" h="25">
                  <a:moveTo>
                    <a:pt x="10" y="15"/>
                  </a:moveTo>
                  <a:cubicBezTo>
                    <a:pt x="12" y="14"/>
                    <a:pt x="17" y="11"/>
                    <a:pt x="17" y="10"/>
                  </a:cubicBezTo>
                  <a:cubicBezTo>
                    <a:pt x="15" y="8"/>
                    <a:pt x="14" y="11"/>
                    <a:pt x="12" y="10"/>
                  </a:cubicBezTo>
                  <a:cubicBezTo>
                    <a:pt x="10" y="9"/>
                    <a:pt x="11" y="7"/>
                    <a:pt x="12" y="6"/>
                  </a:cubicBezTo>
                  <a:cubicBezTo>
                    <a:pt x="13" y="4"/>
                    <a:pt x="15" y="3"/>
                    <a:pt x="13" y="2"/>
                  </a:cubicBezTo>
                  <a:cubicBezTo>
                    <a:pt x="11" y="0"/>
                    <a:pt x="11" y="4"/>
                    <a:pt x="12" y="5"/>
                  </a:cubicBezTo>
                  <a:cubicBezTo>
                    <a:pt x="10" y="5"/>
                    <a:pt x="10" y="6"/>
                    <a:pt x="10" y="8"/>
                  </a:cubicBezTo>
                  <a:cubicBezTo>
                    <a:pt x="10" y="8"/>
                    <a:pt x="9" y="11"/>
                    <a:pt x="9" y="11"/>
                  </a:cubicBezTo>
                  <a:cubicBezTo>
                    <a:pt x="9" y="12"/>
                    <a:pt x="11" y="11"/>
                    <a:pt x="11" y="12"/>
                  </a:cubicBezTo>
                  <a:cubicBezTo>
                    <a:pt x="11" y="13"/>
                    <a:pt x="10" y="15"/>
                    <a:pt x="9" y="16"/>
                  </a:cubicBezTo>
                  <a:cubicBezTo>
                    <a:pt x="8" y="17"/>
                    <a:pt x="8" y="19"/>
                    <a:pt x="8" y="20"/>
                  </a:cubicBezTo>
                  <a:cubicBezTo>
                    <a:pt x="7" y="20"/>
                    <a:pt x="5" y="20"/>
                    <a:pt x="4" y="21"/>
                  </a:cubicBezTo>
                  <a:cubicBezTo>
                    <a:pt x="0" y="21"/>
                    <a:pt x="0" y="22"/>
                    <a:pt x="3" y="25"/>
                  </a:cubicBezTo>
                  <a:cubicBezTo>
                    <a:pt x="3" y="23"/>
                    <a:pt x="5" y="22"/>
                    <a:pt x="7" y="20"/>
                  </a:cubicBezTo>
                </a:path>
              </a:pathLst>
            </a:custGeom>
            <a:solidFill>
              <a:srgbClr val="DFA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7" name="Freeform 1864">
              <a:extLst>
                <a:ext uri="{FF2B5EF4-FFF2-40B4-BE49-F238E27FC236}">
                  <a16:creationId xmlns:a16="http://schemas.microsoft.com/office/drawing/2014/main" id="{0A30ACE9-27E2-42DA-A23B-07F75BE1C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481"/>
              <a:ext cx="37" cy="28"/>
            </a:xfrm>
            <a:custGeom>
              <a:avLst/>
              <a:gdLst>
                <a:gd name="T0" fmla="*/ 224 w 15"/>
                <a:gd name="T1" fmla="*/ 181 h 11"/>
                <a:gd name="T2" fmla="*/ 165 w 15"/>
                <a:gd name="T3" fmla="*/ 117 h 11"/>
                <a:gd name="T4" fmla="*/ 224 w 15"/>
                <a:gd name="T5" fmla="*/ 84 h 11"/>
                <a:gd name="T6" fmla="*/ 121 w 15"/>
                <a:gd name="T7" fmla="*/ 64 h 11"/>
                <a:gd name="T8" fmla="*/ 121 w 15"/>
                <a:gd name="T9" fmla="*/ 163 h 11"/>
                <a:gd name="T10" fmla="*/ 74 w 15"/>
                <a:gd name="T11" fmla="*/ 97 h 11"/>
                <a:gd name="T12" fmla="*/ 12 w 15"/>
                <a:gd name="T13" fmla="*/ 97 h 11"/>
                <a:gd name="T14" fmla="*/ 121 w 15"/>
                <a:gd name="T15" fmla="*/ 64 h 11"/>
                <a:gd name="T16" fmla="*/ 195 w 15"/>
                <a:gd name="T17" fmla="*/ 0 h 11"/>
                <a:gd name="T18" fmla="*/ 195 w 15"/>
                <a:gd name="T19" fmla="*/ 64 h 11"/>
                <a:gd name="T20" fmla="*/ 195 w 15"/>
                <a:gd name="T21" fmla="*/ 64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1">
                  <a:moveTo>
                    <a:pt x="15" y="11"/>
                  </a:moveTo>
                  <a:cubicBezTo>
                    <a:pt x="14" y="10"/>
                    <a:pt x="12" y="9"/>
                    <a:pt x="11" y="7"/>
                  </a:cubicBezTo>
                  <a:cubicBezTo>
                    <a:pt x="11" y="6"/>
                    <a:pt x="14" y="5"/>
                    <a:pt x="15" y="5"/>
                  </a:cubicBezTo>
                  <a:cubicBezTo>
                    <a:pt x="14" y="4"/>
                    <a:pt x="9" y="3"/>
                    <a:pt x="8" y="4"/>
                  </a:cubicBezTo>
                  <a:cubicBezTo>
                    <a:pt x="5" y="5"/>
                    <a:pt x="9" y="9"/>
                    <a:pt x="8" y="10"/>
                  </a:cubicBezTo>
                  <a:cubicBezTo>
                    <a:pt x="7" y="9"/>
                    <a:pt x="7" y="7"/>
                    <a:pt x="5" y="6"/>
                  </a:cubicBezTo>
                  <a:cubicBezTo>
                    <a:pt x="4" y="6"/>
                    <a:pt x="0" y="9"/>
                    <a:pt x="1" y="6"/>
                  </a:cubicBezTo>
                  <a:cubicBezTo>
                    <a:pt x="2" y="5"/>
                    <a:pt x="7" y="5"/>
                    <a:pt x="8" y="4"/>
                  </a:cubicBezTo>
                  <a:cubicBezTo>
                    <a:pt x="10" y="3"/>
                    <a:pt x="11" y="1"/>
                    <a:pt x="13" y="0"/>
                  </a:cubicBezTo>
                  <a:cubicBezTo>
                    <a:pt x="14" y="1"/>
                    <a:pt x="14" y="3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</a:path>
              </a:pathLst>
            </a:custGeom>
            <a:solidFill>
              <a:srgbClr val="DFA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8" name="Freeform 1865">
              <a:extLst>
                <a:ext uri="{FF2B5EF4-FFF2-40B4-BE49-F238E27FC236}">
                  <a16:creationId xmlns:a16="http://schemas.microsoft.com/office/drawing/2014/main" id="{21A0FFB6-014F-41E8-A14A-24F24DDD7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516"/>
              <a:ext cx="45" cy="33"/>
            </a:xfrm>
            <a:custGeom>
              <a:avLst/>
              <a:gdLst>
                <a:gd name="T0" fmla="*/ 50 w 18"/>
                <a:gd name="T1" fmla="*/ 160 h 13"/>
                <a:gd name="T2" fmla="*/ 158 w 18"/>
                <a:gd name="T3" fmla="*/ 117 h 13"/>
                <a:gd name="T4" fmla="*/ 188 w 18"/>
                <a:gd name="T5" fmla="*/ 180 h 13"/>
                <a:gd name="T6" fmla="*/ 238 w 18"/>
                <a:gd name="T7" fmla="*/ 193 h 13"/>
                <a:gd name="T8" fmla="*/ 188 w 18"/>
                <a:gd name="T9" fmla="*/ 117 h 13"/>
                <a:gd name="T10" fmla="*/ 250 w 18"/>
                <a:gd name="T11" fmla="*/ 51 h 13"/>
                <a:gd name="T12" fmla="*/ 113 w 18"/>
                <a:gd name="T13" fmla="*/ 96 h 13"/>
                <a:gd name="T14" fmla="*/ 125 w 18"/>
                <a:gd name="T15" fmla="*/ 0 h 13"/>
                <a:gd name="T16" fmla="*/ 50 w 18"/>
                <a:gd name="T17" fmla="*/ 96 h 13"/>
                <a:gd name="T18" fmla="*/ 20 w 18"/>
                <a:gd name="T19" fmla="*/ 51 h 13"/>
                <a:gd name="T20" fmla="*/ 63 w 18"/>
                <a:gd name="T21" fmla="*/ 117 h 13"/>
                <a:gd name="T22" fmla="*/ 0 w 18"/>
                <a:gd name="T23" fmla="*/ 16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13">
                  <a:moveTo>
                    <a:pt x="3" y="10"/>
                  </a:moveTo>
                  <a:cubicBezTo>
                    <a:pt x="5" y="13"/>
                    <a:pt x="7" y="5"/>
                    <a:pt x="10" y="7"/>
                  </a:cubicBezTo>
                  <a:cubicBezTo>
                    <a:pt x="11" y="8"/>
                    <a:pt x="10" y="10"/>
                    <a:pt x="12" y="11"/>
                  </a:cubicBezTo>
                  <a:cubicBezTo>
                    <a:pt x="13" y="12"/>
                    <a:pt x="15" y="11"/>
                    <a:pt x="15" y="12"/>
                  </a:cubicBezTo>
                  <a:cubicBezTo>
                    <a:pt x="18" y="11"/>
                    <a:pt x="12" y="8"/>
                    <a:pt x="12" y="7"/>
                  </a:cubicBezTo>
                  <a:cubicBezTo>
                    <a:pt x="10" y="3"/>
                    <a:pt x="13" y="4"/>
                    <a:pt x="16" y="3"/>
                  </a:cubicBezTo>
                  <a:cubicBezTo>
                    <a:pt x="12" y="1"/>
                    <a:pt x="10" y="5"/>
                    <a:pt x="7" y="6"/>
                  </a:cubicBezTo>
                  <a:cubicBezTo>
                    <a:pt x="4" y="6"/>
                    <a:pt x="10" y="2"/>
                    <a:pt x="8" y="0"/>
                  </a:cubicBezTo>
                  <a:cubicBezTo>
                    <a:pt x="11" y="2"/>
                    <a:pt x="4" y="5"/>
                    <a:pt x="3" y="6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2" y="4"/>
                    <a:pt x="3" y="5"/>
                    <a:pt x="4" y="7"/>
                  </a:cubicBezTo>
                  <a:cubicBezTo>
                    <a:pt x="3" y="8"/>
                    <a:pt x="2" y="9"/>
                    <a:pt x="0" y="10"/>
                  </a:cubicBezTo>
                </a:path>
              </a:pathLst>
            </a:custGeom>
            <a:solidFill>
              <a:srgbClr val="DFA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9" name="Freeform 1866">
              <a:extLst>
                <a:ext uri="{FF2B5EF4-FFF2-40B4-BE49-F238E27FC236}">
                  <a16:creationId xmlns:a16="http://schemas.microsoft.com/office/drawing/2014/main" id="{5B167C20-882D-4178-8200-2ABB73E39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549"/>
              <a:ext cx="22" cy="20"/>
            </a:xfrm>
            <a:custGeom>
              <a:avLst/>
              <a:gdLst>
                <a:gd name="T0" fmla="*/ 29 w 9"/>
                <a:gd name="T1" fmla="*/ 125 h 8"/>
                <a:gd name="T2" fmla="*/ 90 w 9"/>
                <a:gd name="T3" fmla="*/ 50 h 8"/>
                <a:gd name="T4" fmla="*/ 120 w 9"/>
                <a:gd name="T5" fmla="*/ 50 h 8"/>
                <a:gd name="T6" fmla="*/ 103 w 9"/>
                <a:gd name="T7" fmla="*/ 20 h 8"/>
                <a:gd name="T8" fmla="*/ 42 w 9"/>
                <a:gd name="T9" fmla="*/ 63 h 8"/>
                <a:gd name="T10" fmla="*/ 0 w 9"/>
                <a:gd name="T11" fmla="*/ 0 h 8"/>
                <a:gd name="T12" fmla="*/ 12 w 9"/>
                <a:gd name="T13" fmla="*/ 95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8">
                  <a:moveTo>
                    <a:pt x="2" y="8"/>
                  </a:moveTo>
                  <a:cubicBezTo>
                    <a:pt x="3" y="6"/>
                    <a:pt x="3" y="3"/>
                    <a:pt x="6" y="3"/>
                  </a:cubicBezTo>
                  <a:cubicBezTo>
                    <a:pt x="6" y="2"/>
                    <a:pt x="8" y="3"/>
                    <a:pt x="8" y="3"/>
                  </a:cubicBezTo>
                  <a:cubicBezTo>
                    <a:pt x="9" y="2"/>
                    <a:pt x="8" y="1"/>
                    <a:pt x="7" y="1"/>
                  </a:cubicBezTo>
                  <a:cubicBezTo>
                    <a:pt x="5" y="0"/>
                    <a:pt x="5" y="4"/>
                    <a:pt x="3" y="4"/>
                  </a:cubicBezTo>
                  <a:cubicBezTo>
                    <a:pt x="1" y="4"/>
                    <a:pt x="1" y="1"/>
                    <a:pt x="0" y="0"/>
                  </a:cubicBezTo>
                  <a:cubicBezTo>
                    <a:pt x="0" y="2"/>
                    <a:pt x="2" y="4"/>
                    <a:pt x="1" y="6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0" name="Freeform 1867">
              <a:extLst>
                <a:ext uri="{FF2B5EF4-FFF2-40B4-BE49-F238E27FC236}">
                  <a16:creationId xmlns:a16="http://schemas.microsoft.com/office/drawing/2014/main" id="{3C29CD6A-12B9-4D58-9D06-594CBA5B8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429"/>
              <a:ext cx="40" cy="42"/>
            </a:xfrm>
            <a:custGeom>
              <a:avLst/>
              <a:gdLst>
                <a:gd name="T0" fmla="*/ 158 w 16"/>
                <a:gd name="T1" fmla="*/ 104 h 17"/>
                <a:gd name="T2" fmla="*/ 145 w 16"/>
                <a:gd name="T3" fmla="*/ 74 h 17"/>
                <a:gd name="T4" fmla="*/ 208 w 16"/>
                <a:gd name="T5" fmla="*/ 30 h 17"/>
                <a:gd name="T6" fmla="*/ 208 w 16"/>
                <a:gd name="T7" fmla="*/ 0 h 17"/>
                <a:gd name="T8" fmla="*/ 158 w 16"/>
                <a:gd name="T9" fmla="*/ 62 h 17"/>
                <a:gd name="T10" fmla="*/ 125 w 16"/>
                <a:gd name="T11" fmla="*/ 104 h 17"/>
                <a:gd name="T12" fmla="*/ 83 w 16"/>
                <a:gd name="T13" fmla="*/ 104 h 17"/>
                <a:gd name="T14" fmla="*/ 125 w 16"/>
                <a:gd name="T15" fmla="*/ 91 h 17"/>
                <a:gd name="T16" fmla="*/ 95 w 16"/>
                <a:gd name="T17" fmla="*/ 153 h 17"/>
                <a:gd name="T18" fmla="*/ 63 w 16"/>
                <a:gd name="T19" fmla="*/ 212 h 17"/>
                <a:gd name="T20" fmla="*/ 0 w 16"/>
                <a:gd name="T21" fmla="*/ 195 h 17"/>
                <a:gd name="T22" fmla="*/ 20 w 16"/>
                <a:gd name="T23" fmla="*/ 245 h 17"/>
                <a:gd name="T24" fmla="*/ 50 w 16"/>
                <a:gd name="T25" fmla="*/ 245 h 17"/>
                <a:gd name="T26" fmla="*/ 83 w 16"/>
                <a:gd name="T27" fmla="*/ 195 h 17"/>
                <a:gd name="T28" fmla="*/ 95 w 16"/>
                <a:gd name="T29" fmla="*/ 183 h 17"/>
                <a:gd name="T30" fmla="*/ 95 w 16"/>
                <a:gd name="T31" fmla="*/ 166 h 17"/>
                <a:gd name="T32" fmla="*/ 158 w 16"/>
                <a:gd name="T33" fmla="*/ 183 h 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" h="17">
                  <a:moveTo>
                    <a:pt x="10" y="7"/>
                  </a:moveTo>
                  <a:cubicBezTo>
                    <a:pt x="9" y="7"/>
                    <a:pt x="8" y="7"/>
                    <a:pt x="9" y="5"/>
                  </a:cubicBezTo>
                  <a:cubicBezTo>
                    <a:pt x="10" y="4"/>
                    <a:pt x="12" y="4"/>
                    <a:pt x="13" y="2"/>
                  </a:cubicBezTo>
                  <a:cubicBezTo>
                    <a:pt x="15" y="2"/>
                    <a:pt x="16" y="1"/>
                    <a:pt x="13" y="0"/>
                  </a:cubicBezTo>
                  <a:cubicBezTo>
                    <a:pt x="13" y="2"/>
                    <a:pt x="12" y="3"/>
                    <a:pt x="10" y="4"/>
                  </a:cubicBezTo>
                  <a:cubicBezTo>
                    <a:pt x="8" y="4"/>
                    <a:pt x="7" y="4"/>
                    <a:pt x="8" y="7"/>
                  </a:cubicBezTo>
                  <a:cubicBezTo>
                    <a:pt x="7" y="7"/>
                    <a:pt x="6" y="7"/>
                    <a:pt x="5" y="7"/>
                  </a:cubicBezTo>
                  <a:cubicBezTo>
                    <a:pt x="6" y="7"/>
                    <a:pt x="7" y="7"/>
                    <a:pt x="8" y="6"/>
                  </a:cubicBezTo>
                  <a:cubicBezTo>
                    <a:pt x="9" y="8"/>
                    <a:pt x="7" y="10"/>
                    <a:pt x="6" y="10"/>
                  </a:cubicBezTo>
                  <a:cubicBezTo>
                    <a:pt x="4" y="12"/>
                    <a:pt x="3" y="11"/>
                    <a:pt x="4" y="14"/>
                  </a:cubicBezTo>
                  <a:cubicBezTo>
                    <a:pt x="2" y="15"/>
                    <a:pt x="1" y="14"/>
                    <a:pt x="0" y="13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2" y="15"/>
                    <a:pt x="3" y="17"/>
                    <a:pt x="3" y="16"/>
                  </a:cubicBezTo>
                  <a:cubicBezTo>
                    <a:pt x="4" y="16"/>
                    <a:pt x="4" y="14"/>
                    <a:pt x="5" y="13"/>
                  </a:cubicBezTo>
                  <a:cubicBezTo>
                    <a:pt x="5" y="13"/>
                    <a:pt x="5" y="13"/>
                    <a:pt x="6" y="12"/>
                  </a:cubicBezTo>
                  <a:cubicBezTo>
                    <a:pt x="6" y="12"/>
                    <a:pt x="5" y="11"/>
                    <a:pt x="6" y="11"/>
                  </a:cubicBezTo>
                  <a:cubicBezTo>
                    <a:pt x="7" y="10"/>
                    <a:pt x="9" y="12"/>
                    <a:pt x="10" y="12"/>
                  </a:cubicBezTo>
                </a:path>
              </a:pathLst>
            </a:custGeom>
            <a:solidFill>
              <a:srgbClr val="DDA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1" name="Freeform 1868">
              <a:extLst>
                <a:ext uri="{FF2B5EF4-FFF2-40B4-BE49-F238E27FC236}">
                  <a16:creationId xmlns:a16="http://schemas.microsoft.com/office/drawing/2014/main" id="{91757C35-7F47-43D8-ADB0-A33915942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491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21 h 3"/>
                <a:gd name="T4" fmla="*/ 68 w 5"/>
                <a:gd name="T5" fmla="*/ 0 h 3"/>
                <a:gd name="T6" fmla="*/ 34 w 5"/>
                <a:gd name="T7" fmla="*/ 21 h 3"/>
                <a:gd name="T8" fmla="*/ 21 w 5"/>
                <a:gd name="T9" fmla="*/ 0 h 3"/>
                <a:gd name="T10" fmla="*/ 0 w 5"/>
                <a:gd name="T11" fmla="*/ 56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1"/>
                    <a:pt x="3" y="1"/>
                    <a:pt x="5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1"/>
                    <a:pt x="1" y="3"/>
                    <a:pt x="0" y="3"/>
                  </a:cubicBezTo>
                </a:path>
              </a:pathLst>
            </a:custGeom>
            <a:solidFill>
              <a:srgbClr val="EFC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2" name="Freeform 1869">
              <a:extLst>
                <a:ext uri="{FF2B5EF4-FFF2-40B4-BE49-F238E27FC236}">
                  <a16:creationId xmlns:a16="http://schemas.microsoft.com/office/drawing/2014/main" id="{3D6793C6-EC12-4231-A152-3516ADAD3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551"/>
              <a:ext cx="15" cy="30"/>
            </a:xfrm>
            <a:custGeom>
              <a:avLst/>
              <a:gdLst>
                <a:gd name="T0" fmla="*/ 20 w 6"/>
                <a:gd name="T1" fmla="*/ 63 h 12"/>
                <a:gd name="T2" fmla="*/ 0 w 6"/>
                <a:gd name="T3" fmla="*/ 125 h 12"/>
                <a:gd name="T4" fmla="*/ 20 w 6"/>
                <a:gd name="T5" fmla="*/ 188 h 12"/>
                <a:gd name="T6" fmla="*/ 63 w 6"/>
                <a:gd name="T7" fmla="*/ 188 h 12"/>
                <a:gd name="T8" fmla="*/ 33 w 6"/>
                <a:gd name="T9" fmla="*/ 125 h 12"/>
                <a:gd name="T10" fmla="*/ 95 w 6"/>
                <a:gd name="T11" fmla="*/ 83 h 12"/>
                <a:gd name="T12" fmla="*/ 50 w 6"/>
                <a:gd name="T13" fmla="*/ 63 h 12"/>
                <a:gd name="T14" fmla="*/ 33 w 6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12">
                  <a:moveTo>
                    <a:pt x="1" y="4"/>
                  </a:moveTo>
                  <a:cubicBezTo>
                    <a:pt x="1" y="3"/>
                    <a:pt x="0" y="6"/>
                    <a:pt x="0" y="8"/>
                  </a:cubicBezTo>
                  <a:cubicBezTo>
                    <a:pt x="0" y="9"/>
                    <a:pt x="1" y="11"/>
                    <a:pt x="1" y="12"/>
                  </a:cubicBezTo>
                  <a:cubicBezTo>
                    <a:pt x="3" y="11"/>
                    <a:pt x="4" y="11"/>
                    <a:pt x="4" y="12"/>
                  </a:cubicBezTo>
                  <a:cubicBezTo>
                    <a:pt x="4" y="11"/>
                    <a:pt x="2" y="9"/>
                    <a:pt x="2" y="8"/>
                  </a:cubicBezTo>
                  <a:cubicBezTo>
                    <a:pt x="3" y="7"/>
                    <a:pt x="5" y="6"/>
                    <a:pt x="6" y="5"/>
                  </a:cubicBezTo>
                  <a:cubicBezTo>
                    <a:pt x="5" y="5"/>
                    <a:pt x="4" y="5"/>
                    <a:pt x="3" y="4"/>
                  </a:cubicBezTo>
                  <a:cubicBezTo>
                    <a:pt x="2" y="3"/>
                    <a:pt x="2" y="1"/>
                    <a:pt x="2" y="0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3" name="Freeform 1870">
              <a:extLst>
                <a:ext uri="{FF2B5EF4-FFF2-40B4-BE49-F238E27FC236}">
                  <a16:creationId xmlns:a16="http://schemas.microsoft.com/office/drawing/2014/main" id="{CF1C6BD5-8095-4D57-A922-E5D5626F1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571"/>
              <a:ext cx="13" cy="20"/>
            </a:xfrm>
            <a:custGeom>
              <a:avLst/>
              <a:gdLst>
                <a:gd name="T0" fmla="*/ 55 w 5"/>
                <a:gd name="T1" fmla="*/ 20 h 8"/>
                <a:gd name="T2" fmla="*/ 0 w 5"/>
                <a:gd name="T3" fmla="*/ 95 h 8"/>
                <a:gd name="T4" fmla="*/ 88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3" y="1"/>
                  </a:moveTo>
                  <a:cubicBezTo>
                    <a:pt x="4" y="3"/>
                    <a:pt x="2" y="5"/>
                    <a:pt x="0" y="6"/>
                  </a:cubicBezTo>
                  <a:cubicBezTo>
                    <a:pt x="5" y="8"/>
                    <a:pt x="3" y="1"/>
                    <a:pt x="5" y="0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4" name="Freeform 1871">
              <a:extLst>
                <a:ext uri="{FF2B5EF4-FFF2-40B4-BE49-F238E27FC236}">
                  <a16:creationId xmlns:a16="http://schemas.microsoft.com/office/drawing/2014/main" id="{159B3878-EDD7-47D3-881C-5C8018C71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574"/>
              <a:ext cx="10" cy="12"/>
            </a:xfrm>
            <a:custGeom>
              <a:avLst/>
              <a:gdLst>
                <a:gd name="T0" fmla="*/ 33 w 4"/>
                <a:gd name="T1" fmla="*/ 12 h 5"/>
                <a:gd name="T2" fmla="*/ 20 w 4"/>
                <a:gd name="T3" fmla="*/ 0 h 5"/>
                <a:gd name="T4" fmla="*/ 0 w 4"/>
                <a:gd name="T5" fmla="*/ 0 h 5"/>
                <a:gd name="T6" fmla="*/ 20 w 4"/>
                <a:gd name="T7" fmla="*/ 70 h 5"/>
                <a:gd name="T8" fmla="*/ 63 w 4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2" y="3"/>
                    <a:pt x="1" y="5"/>
                  </a:cubicBezTo>
                  <a:cubicBezTo>
                    <a:pt x="2" y="4"/>
                    <a:pt x="2" y="3"/>
                    <a:pt x="4" y="2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5" name="Freeform 1872">
              <a:extLst>
                <a:ext uri="{FF2B5EF4-FFF2-40B4-BE49-F238E27FC236}">
                  <a16:creationId xmlns:a16="http://schemas.microsoft.com/office/drawing/2014/main" id="{B73F7108-6978-495D-B047-FF029D3BC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746"/>
              <a:ext cx="30" cy="15"/>
            </a:xfrm>
            <a:custGeom>
              <a:avLst/>
              <a:gdLst>
                <a:gd name="T0" fmla="*/ 113 w 12"/>
                <a:gd name="T1" fmla="*/ 0 h 6"/>
                <a:gd name="T2" fmla="*/ 0 w 12"/>
                <a:gd name="T3" fmla="*/ 0 h 6"/>
                <a:gd name="T4" fmla="*/ 113 w 12"/>
                <a:gd name="T5" fmla="*/ 63 h 6"/>
                <a:gd name="T6" fmla="*/ 158 w 12"/>
                <a:gd name="T7" fmla="*/ 83 h 6"/>
                <a:gd name="T8" fmla="*/ 188 w 12"/>
                <a:gd name="T9" fmla="*/ 20 h 6"/>
                <a:gd name="T10" fmla="*/ 113 w 1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6">
                  <a:moveTo>
                    <a:pt x="7" y="0"/>
                  </a:moveTo>
                  <a:cubicBezTo>
                    <a:pt x="5" y="1"/>
                    <a:pt x="3" y="2"/>
                    <a:pt x="0" y="0"/>
                  </a:cubicBezTo>
                  <a:cubicBezTo>
                    <a:pt x="2" y="2"/>
                    <a:pt x="5" y="3"/>
                    <a:pt x="7" y="4"/>
                  </a:cubicBezTo>
                  <a:cubicBezTo>
                    <a:pt x="9" y="5"/>
                    <a:pt x="9" y="6"/>
                    <a:pt x="10" y="5"/>
                  </a:cubicBezTo>
                  <a:cubicBezTo>
                    <a:pt x="11" y="4"/>
                    <a:pt x="11" y="2"/>
                    <a:pt x="12" y="1"/>
                  </a:cubicBezTo>
                  <a:cubicBezTo>
                    <a:pt x="10" y="2"/>
                    <a:pt x="7" y="3"/>
                    <a:pt x="7" y="0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6" name="Freeform 1873">
              <a:extLst>
                <a:ext uri="{FF2B5EF4-FFF2-40B4-BE49-F238E27FC236}">
                  <a16:creationId xmlns:a16="http://schemas.microsoft.com/office/drawing/2014/main" id="{4B3E163B-85BF-4FDA-B833-7A99B9C7D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749"/>
              <a:ext cx="12" cy="25"/>
            </a:xfrm>
            <a:custGeom>
              <a:avLst/>
              <a:gdLst>
                <a:gd name="T0" fmla="*/ 58 w 5"/>
                <a:gd name="T1" fmla="*/ 20 h 10"/>
                <a:gd name="T2" fmla="*/ 29 w 5"/>
                <a:gd name="T3" fmla="*/ 63 h 10"/>
                <a:gd name="T4" fmla="*/ 0 w 5"/>
                <a:gd name="T5" fmla="*/ 158 h 10"/>
                <a:gd name="T6" fmla="*/ 70 w 5"/>
                <a:gd name="T7" fmla="*/ 158 h 10"/>
                <a:gd name="T8" fmla="*/ 29 w 5"/>
                <a:gd name="T9" fmla="*/ 125 h 10"/>
                <a:gd name="T10" fmla="*/ 58 w 5"/>
                <a:gd name="T11" fmla="*/ 33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0">
                  <a:moveTo>
                    <a:pt x="4" y="1"/>
                  </a:moveTo>
                  <a:cubicBezTo>
                    <a:pt x="3" y="0"/>
                    <a:pt x="2" y="3"/>
                    <a:pt x="2" y="4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2" y="10"/>
                    <a:pt x="2" y="8"/>
                    <a:pt x="5" y="10"/>
                  </a:cubicBezTo>
                  <a:cubicBezTo>
                    <a:pt x="4" y="9"/>
                    <a:pt x="3" y="8"/>
                    <a:pt x="2" y="8"/>
                  </a:cubicBezTo>
                  <a:cubicBezTo>
                    <a:pt x="4" y="6"/>
                    <a:pt x="2" y="3"/>
                    <a:pt x="4" y="2"/>
                  </a:cubicBezTo>
                </a:path>
              </a:pathLst>
            </a:custGeom>
            <a:solidFill>
              <a:srgbClr val="B38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7" name="Freeform 1874">
              <a:extLst>
                <a:ext uri="{FF2B5EF4-FFF2-40B4-BE49-F238E27FC236}">
                  <a16:creationId xmlns:a16="http://schemas.microsoft.com/office/drawing/2014/main" id="{C6222C5C-6076-4A0C-A6B9-1D74A9E00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741"/>
              <a:ext cx="17" cy="25"/>
            </a:xfrm>
            <a:custGeom>
              <a:avLst/>
              <a:gdLst>
                <a:gd name="T0" fmla="*/ 0 w 7"/>
                <a:gd name="T1" fmla="*/ 0 h 10"/>
                <a:gd name="T2" fmla="*/ 41 w 7"/>
                <a:gd name="T3" fmla="*/ 158 h 10"/>
                <a:gd name="T4" fmla="*/ 87 w 7"/>
                <a:gd name="T5" fmla="*/ 50 h 10"/>
                <a:gd name="T6" fmla="*/ 41 w 7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7" y="2"/>
                    <a:pt x="3" y="6"/>
                    <a:pt x="3" y="10"/>
                  </a:cubicBezTo>
                  <a:cubicBezTo>
                    <a:pt x="5" y="8"/>
                    <a:pt x="3" y="4"/>
                    <a:pt x="6" y="3"/>
                  </a:cubicBezTo>
                  <a:cubicBezTo>
                    <a:pt x="5" y="2"/>
                    <a:pt x="4" y="1"/>
                    <a:pt x="3" y="1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8" name="Freeform 1875">
              <a:extLst>
                <a:ext uri="{FF2B5EF4-FFF2-40B4-BE49-F238E27FC236}">
                  <a16:creationId xmlns:a16="http://schemas.microsoft.com/office/drawing/2014/main" id="{D848655B-CB09-4F0C-9CC0-52A5B66C9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734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0 w 4"/>
                <a:gd name="T3" fmla="*/ 63 h 4"/>
                <a:gd name="T4" fmla="*/ 63 w 4"/>
                <a:gd name="T5" fmla="*/ 50 h 4"/>
                <a:gd name="T6" fmla="*/ 5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  <a:cubicBezTo>
                    <a:pt x="1" y="4"/>
                    <a:pt x="3" y="3"/>
                    <a:pt x="4" y="3"/>
                  </a:cubicBezTo>
                  <a:cubicBezTo>
                    <a:pt x="4" y="2"/>
                    <a:pt x="3" y="1"/>
                    <a:pt x="3" y="0"/>
                  </a:cubicBezTo>
                </a:path>
              </a:pathLst>
            </a:custGeom>
            <a:solidFill>
              <a:srgbClr val="D0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9" name="Freeform 1876">
              <a:extLst>
                <a:ext uri="{FF2B5EF4-FFF2-40B4-BE49-F238E27FC236}">
                  <a16:creationId xmlns:a16="http://schemas.microsoft.com/office/drawing/2014/main" id="{FDF07DA4-AE7C-4EF8-B6D7-1880C00C6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754"/>
              <a:ext cx="35" cy="25"/>
            </a:xfrm>
            <a:custGeom>
              <a:avLst/>
              <a:gdLst>
                <a:gd name="T0" fmla="*/ 20 w 14"/>
                <a:gd name="T1" fmla="*/ 33 h 10"/>
                <a:gd name="T2" fmla="*/ 0 w 14"/>
                <a:gd name="T3" fmla="*/ 113 h 10"/>
                <a:gd name="T4" fmla="*/ 50 w 14"/>
                <a:gd name="T5" fmla="*/ 125 h 10"/>
                <a:gd name="T6" fmla="*/ 220 w 14"/>
                <a:gd name="T7" fmla="*/ 113 h 10"/>
                <a:gd name="T8" fmla="*/ 113 w 14"/>
                <a:gd name="T9" fmla="*/ 83 h 10"/>
                <a:gd name="T10" fmla="*/ 63 w 14"/>
                <a:gd name="T11" fmla="*/ 95 h 10"/>
                <a:gd name="T12" fmla="*/ 50 w 14"/>
                <a:gd name="T13" fmla="*/ 0 h 10"/>
                <a:gd name="T14" fmla="*/ 0 w 14"/>
                <a:gd name="T15" fmla="*/ 33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0">
                  <a:moveTo>
                    <a:pt x="1" y="2"/>
                  </a:moveTo>
                  <a:cubicBezTo>
                    <a:pt x="2" y="3"/>
                    <a:pt x="0" y="6"/>
                    <a:pt x="0" y="7"/>
                  </a:cubicBezTo>
                  <a:cubicBezTo>
                    <a:pt x="1" y="9"/>
                    <a:pt x="2" y="8"/>
                    <a:pt x="3" y="8"/>
                  </a:cubicBezTo>
                  <a:cubicBezTo>
                    <a:pt x="6" y="7"/>
                    <a:pt x="13" y="10"/>
                    <a:pt x="14" y="7"/>
                  </a:cubicBezTo>
                  <a:cubicBezTo>
                    <a:pt x="12" y="8"/>
                    <a:pt x="8" y="7"/>
                    <a:pt x="7" y="5"/>
                  </a:cubicBezTo>
                  <a:cubicBezTo>
                    <a:pt x="6" y="5"/>
                    <a:pt x="5" y="6"/>
                    <a:pt x="4" y="6"/>
                  </a:cubicBezTo>
                  <a:cubicBezTo>
                    <a:pt x="4" y="5"/>
                    <a:pt x="4" y="1"/>
                    <a:pt x="3" y="0"/>
                  </a:cubicBezTo>
                  <a:cubicBezTo>
                    <a:pt x="2" y="0"/>
                    <a:pt x="1" y="2"/>
                    <a:pt x="0" y="2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0" name="Freeform 1877">
              <a:extLst>
                <a:ext uri="{FF2B5EF4-FFF2-40B4-BE49-F238E27FC236}">
                  <a16:creationId xmlns:a16="http://schemas.microsoft.com/office/drawing/2014/main" id="{B415635E-4B2E-49BE-97F0-8003A29E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729"/>
              <a:ext cx="15" cy="15"/>
            </a:xfrm>
            <a:custGeom>
              <a:avLst/>
              <a:gdLst>
                <a:gd name="T0" fmla="*/ 20 w 6"/>
                <a:gd name="T1" fmla="*/ 0 h 6"/>
                <a:gd name="T2" fmla="*/ 33 w 6"/>
                <a:gd name="T3" fmla="*/ 83 h 6"/>
                <a:gd name="T4" fmla="*/ 95 w 6"/>
                <a:gd name="T5" fmla="*/ 95 h 6"/>
                <a:gd name="T6" fmla="*/ 50 w 6"/>
                <a:gd name="T7" fmla="*/ 5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4" y="6"/>
                    <a:pt x="5" y="4"/>
                    <a:pt x="6" y="6"/>
                  </a:cubicBezTo>
                  <a:cubicBezTo>
                    <a:pt x="5" y="5"/>
                    <a:pt x="5" y="4"/>
                    <a:pt x="3" y="3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1" name="Freeform 1878">
              <a:extLst>
                <a:ext uri="{FF2B5EF4-FFF2-40B4-BE49-F238E27FC236}">
                  <a16:creationId xmlns:a16="http://schemas.microsoft.com/office/drawing/2014/main" id="{0B840285-B5B4-41B9-920A-74F7EC51C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374"/>
              <a:ext cx="20" cy="20"/>
            </a:xfrm>
            <a:custGeom>
              <a:avLst/>
              <a:gdLst>
                <a:gd name="T0" fmla="*/ 63 w 8"/>
                <a:gd name="T1" fmla="*/ 95 h 8"/>
                <a:gd name="T2" fmla="*/ 125 w 8"/>
                <a:gd name="T3" fmla="*/ 95 h 8"/>
                <a:gd name="T4" fmla="*/ 113 w 8"/>
                <a:gd name="T5" fmla="*/ 0 h 8"/>
                <a:gd name="T6" fmla="*/ 113 w 8"/>
                <a:gd name="T7" fmla="*/ 20 h 8"/>
                <a:gd name="T8" fmla="*/ 0 w 8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4" y="6"/>
                  </a:moveTo>
                  <a:cubicBezTo>
                    <a:pt x="4" y="7"/>
                    <a:pt x="7" y="8"/>
                    <a:pt x="8" y="6"/>
                  </a:cubicBezTo>
                  <a:cubicBezTo>
                    <a:pt x="8" y="5"/>
                    <a:pt x="6" y="2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3"/>
                    <a:pt x="3" y="6"/>
                    <a:pt x="0" y="8"/>
                  </a:cubicBezTo>
                </a:path>
              </a:pathLst>
            </a:custGeom>
            <a:solidFill>
              <a:srgbClr val="D08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2" name="Freeform 1879">
              <a:extLst>
                <a:ext uri="{FF2B5EF4-FFF2-40B4-BE49-F238E27FC236}">
                  <a16:creationId xmlns:a16="http://schemas.microsoft.com/office/drawing/2014/main" id="{DF96C7C5-88AB-4A48-A77F-E40927101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389"/>
              <a:ext cx="5" cy="7"/>
            </a:xfrm>
            <a:custGeom>
              <a:avLst/>
              <a:gdLst>
                <a:gd name="T0" fmla="*/ 0 w 2"/>
                <a:gd name="T1" fmla="*/ 28 h 3"/>
                <a:gd name="T2" fmla="*/ 33 w 2"/>
                <a:gd name="T3" fmla="*/ 0 h 3"/>
                <a:gd name="T4" fmla="*/ 33 w 2"/>
                <a:gd name="T5" fmla="*/ 37 h 3"/>
                <a:gd name="T6" fmla="*/ 20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2" y="1"/>
                    <a:pt x="2" y="3"/>
                    <a:pt x="2" y="3"/>
                  </a:cubicBezTo>
                  <a:cubicBezTo>
                    <a:pt x="2" y="3"/>
                    <a:pt x="2" y="2"/>
                    <a:pt x="1" y="2"/>
                  </a:cubicBezTo>
                </a:path>
              </a:pathLst>
            </a:custGeom>
            <a:solidFill>
              <a:srgbClr val="D08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3" name="Freeform 1880">
              <a:extLst>
                <a:ext uri="{FF2B5EF4-FFF2-40B4-BE49-F238E27FC236}">
                  <a16:creationId xmlns:a16="http://schemas.microsoft.com/office/drawing/2014/main" id="{D8F98CDB-375A-4758-8B1F-A8658B95B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409"/>
              <a:ext cx="23" cy="20"/>
            </a:xfrm>
            <a:custGeom>
              <a:avLst/>
              <a:gdLst>
                <a:gd name="T0" fmla="*/ 20 w 9"/>
                <a:gd name="T1" fmla="*/ 113 h 8"/>
                <a:gd name="T2" fmla="*/ 151 w 9"/>
                <a:gd name="T3" fmla="*/ 113 h 8"/>
                <a:gd name="T4" fmla="*/ 151 w 9"/>
                <a:gd name="T5" fmla="*/ 33 h 8"/>
                <a:gd name="T6" fmla="*/ 130 w 9"/>
                <a:gd name="T7" fmla="*/ 95 h 8"/>
                <a:gd name="T8" fmla="*/ 118 w 9"/>
                <a:gd name="T9" fmla="*/ 0 h 8"/>
                <a:gd name="T10" fmla="*/ 0 w 9"/>
                <a:gd name="T11" fmla="*/ 8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">
                  <a:moveTo>
                    <a:pt x="1" y="7"/>
                  </a:moveTo>
                  <a:cubicBezTo>
                    <a:pt x="3" y="8"/>
                    <a:pt x="7" y="8"/>
                    <a:pt x="9" y="7"/>
                  </a:cubicBezTo>
                  <a:cubicBezTo>
                    <a:pt x="9" y="5"/>
                    <a:pt x="9" y="4"/>
                    <a:pt x="9" y="2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6" y="3"/>
                    <a:pt x="4" y="6"/>
                    <a:pt x="0" y="5"/>
                  </a:cubicBezTo>
                </a:path>
              </a:pathLst>
            </a:custGeom>
            <a:solidFill>
              <a:srgbClr val="C48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4" name="Freeform 1881">
              <a:extLst>
                <a:ext uri="{FF2B5EF4-FFF2-40B4-BE49-F238E27FC236}">
                  <a16:creationId xmlns:a16="http://schemas.microsoft.com/office/drawing/2014/main" id="{B527C712-B836-49C7-AEF3-607F92B8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369"/>
              <a:ext cx="22" cy="15"/>
            </a:xfrm>
            <a:custGeom>
              <a:avLst/>
              <a:gdLst>
                <a:gd name="T0" fmla="*/ 90 w 9"/>
                <a:gd name="T1" fmla="*/ 63 h 6"/>
                <a:gd name="T2" fmla="*/ 59 w 9"/>
                <a:gd name="T3" fmla="*/ 95 h 6"/>
                <a:gd name="T4" fmla="*/ 132 w 9"/>
                <a:gd name="T5" fmla="*/ 0 h 6"/>
                <a:gd name="T6" fmla="*/ 132 w 9"/>
                <a:gd name="T7" fmla="*/ 20 h 6"/>
                <a:gd name="T8" fmla="*/ 0 w 9"/>
                <a:gd name="T9" fmla="*/ 9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6" y="4"/>
                  </a:moveTo>
                  <a:cubicBezTo>
                    <a:pt x="5" y="5"/>
                    <a:pt x="5" y="5"/>
                    <a:pt x="4" y="6"/>
                  </a:cubicBezTo>
                  <a:cubicBezTo>
                    <a:pt x="8" y="6"/>
                    <a:pt x="9" y="3"/>
                    <a:pt x="9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7" y="3"/>
                    <a:pt x="2" y="4"/>
                    <a:pt x="0" y="6"/>
                  </a:cubicBezTo>
                </a:path>
              </a:pathLst>
            </a:custGeom>
            <a:solidFill>
              <a:srgbClr val="D08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5" name="Freeform 1882">
              <a:extLst>
                <a:ext uri="{FF2B5EF4-FFF2-40B4-BE49-F238E27FC236}">
                  <a16:creationId xmlns:a16="http://schemas.microsoft.com/office/drawing/2014/main" id="{D544147E-A195-4F1B-979F-23F571930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351"/>
              <a:ext cx="27" cy="23"/>
            </a:xfrm>
            <a:custGeom>
              <a:avLst/>
              <a:gdLst>
                <a:gd name="T0" fmla="*/ 61 w 11"/>
                <a:gd name="T1" fmla="*/ 66 h 9"/>
                <a:gd name="T2" fmla="*/ 91 w 11"/>
                <a:gd name="T3" fmla="*/ 0 h 9"/>
                <a:gd name="T4" fmla="*/ 0 w 11"/>
                <a:gd name="T5" fmla="*/ 130 h 9"/>
                <a:gd name="T6" fmla="*/ 12 w 11"/>
                <a:gd name="T7" fmla="*/ 13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4" y="4"/>
                  </a:moveTo>
                  <a:cubicBezTo>
                    <a:pt x="7" y="3"/>
                    <a:pt x="11" y="2"/>
                    <a:pt x="6" y="0"/>
                  </a:cubicBezTo>
                  <a:cubicBezTo>
                    <a:pt x="7" y="1"/>
                    <a:pt x="4" y="9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</a:path>
              </a:pathLst>
            </a:custGeom>
            <a:solidFill>
              <a:srgbClr val="D08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6" name="Freeform 1883">
              <a:extLst>
                <a:ext uri="{FF2B5EF4-FFF2-40B4-BE49-F238E27FC236}">
                  <a16:creationId xmlns:a16="http://schemas.microsoft.com/office/drawing/2014/main" id="{25B566CB-29EE-4344-9268-E82676576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399"/>
              <a:ext cx="12" cy="7"/>
            </a:xfrm>
            <a:custGeom>
              <a:avLst/>
              <a:gdLst>
                <a:gd name="T0" fmla="*/ 0 w 5"/>
                <a:gd name="T1" fmla="*/ 28 h 3"/>
                <a:gd name="T2" fmla="*/ 41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5" y="2"/>
                    <a:pt x="3" y="0"/>
                  </a:cubicBezTo>
                </a:path>
              </a:pathLst>
            </a:custGeom>
            <a:solidFill>
              <a:srgbClr val="D08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7" name="Freeform 1884">
              <a:extLst>
                <a:ext uri="{FF2B5EF4-FFF2-40B4-BE49-F238E27FC236}">
                  <a16:creationId xmlns:a16="http://schemas.microsoft.com/office/drawing/2014/main" id="{A516331A-A7AA-49C9-9005-EB924D5AE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394"/>
              <a:ext cx="18" cy="15"/>
            </a:xfrm>
            <a:custGeom>
              <a:avLst/>
              <a:gdLst>
                <a:gd name="T0" fmla="*/ 0 w 7"/>
                <a:gd name="T1" fmla="*/ 83 h 6"/>
                <a:gd name="T2" fmla="*/ 85 w 7"/>
                <a:gd name="T3" fmla="*/ 63 h 6"/>
                <a:gd name="T4" fmla="*/ 85 w 7"/>
                <a:gd name="T5" fmla="*/ 33 h 6"/>
                <a:gd name="T6" fmla="*/ 118 w 7"/>
                <a:gd name="T7" fmla="*/ 0 h 6"/>
                <a:gd name="T8" fmla="*/ 54 w 7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2" y="6"/>
                    <a:pt x="4" y="5"/>
                    <a:pt x="5" y="4"/>
                  </a:cubicBezTo>
                  <a:cubicBezTo>
                    <a:pt x="5" y="4"/>
                    <a:pt x="5" y="2"/>
                    <a:pt x="5" y="2"/>
                  </a:cubicBezTo>
                  <a:cubicBezTo>
                    <a:pt x="5" y="1"/>
                    <a:pt x="7" y="0"/>
                    <a:pt x="7" y="0"/>
                  </a:cubicBezTo>
                  <a:cubicBezTo>
                    <a:pt x="6" y="1"/>
                    <a:pt x="5" y="4"/>
                    <a:pt x="3" y="4"/>
                  </a:cubicBezTo>
                </a:path>
              </a:pathLst>
            </a:custGeom>
            <a:solidFill>
              <a:srgbClr val="D28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8" name="Freeform 1885">
              <a:extLst>
                <a:ext uri="{FF2B5EF4-FFF2-40B4-BE49-F238E27FC236}">
                  <a16:creationId xmlns:a16="http://schemas.microsoft.com/office/drawing/2014/main" id="{FAB581C4-DE5A-49DE-8559-0D2496A34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376"/>
              <a:ext cx="15" cy="5"/>
            </a:xfrm>
            <a:custGeom>
              <a:avLst/>
              <a:gdLst>
                <a:gd name="T0" fmla="*/ 33 w 6"/>
                <a:gd name="T1" fmla="*/ 33 h 2"/>
                <a:gd name="T2" fmla="*/ 0 w 6"/>
                <a:gd name="T3" fmla="*/ 0 h 2"/>
                <a:gd name="T4" fmla="*/ 95 w 6"/>
                <a:gd name="T5" fmla="*/ 0 h 2"/>
                <a:gd name="T6" fmla="*/ 63 w 6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2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2" y="1"/>
                    <a:pt x="5" y="2"/>
                    <a:pt x="6" y="0"/>
                  </a:cubicBezTo>
                  <a:cubicBezTo>
                    <a:pt x="6" y="0"/>
                    <a:pt x="5" y="1"/>
                    <a:pt x="4" y="1"/>
                  </a:cubicBezTo>
                </a:path>
              </a:pathLst>
            </a:custGeom>
            <a:solidFill>
              <a:srgbClr val="D28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9" name="Freeform 1886">
              <a:extLst>
                <a:ext uri="{FF2B5EF4-FFF2-40B4-BE49-F238E27FC236}">
                  <a16:creationId xmlns:a16="http://schemas.microsoft.com/office/drawing/2014/main" id="{A50B4413-3D88-4A84-AF72-8C8789FF5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399"/>
              <a:ext cx="25" cy="15"/>
            </a:xfrm>
            <a:custGeom>
              <a:avLst/>
              <a:gdLst>
                <a:gd name="T0" fmla="*/ 83 w 10"/>
                <a:gd name="T1" fmla="*/ 33 h 6"/>
                <a:gd name="T2" fmla="*/ 158 w 10"/>
                <a:gd name="T3" fmla="*/ 20 h 6"/>
                <a:gd name="T4" fmla="*/ 95 w 10"/>
                <a:gd name="T5" fmla="*/ 0 h 6"/>
                <a:gd name="T6" fmla="*/ 63 w 10"/>
                <a:gd name="T7" fmla="*/ 50 h 6"/>
                <a:gd name="T8" fmla="*/ 20 w 10"/>
                <a:gd name="T9" fmla="*/ 83 h 6"/>
                <a:gd name="T10" fmla="*/ 63 w 10"/>
                <a:gd name="T11" fmla="*/ 95 h 6"/>
                <a:gd name="T12" fmla="*/ 50 w 10"/>
                <a:gd name="T13" fmla="*/ 8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6">
                  <a:moveTo>
                    <a:pt x="5" y="2"/>
                  </a:moveTo>
                  <a:cubicBezTo>
                    <a:pt x="7" y="3"/>
                    <a:pt x="9" y="1"/>
                    <a:pt x="10" y="1"/>
                  </a:cubicBezTo>
                  <a:cubicBezTo>
                    <a:pt x="9" y="0"/>
                    <a:pt x="7" y="0"/>
                    <a:pt x="6" y="0"/>
                  </a:cubicBezTo>
                  <a:cubicBezTo>
                    <a:pt x="5" y="1"/>
                    <a:pt x="5" y="3"/>
                    <a:pt x="4" y="3"/>
                  </a:cubicBezTo>
                  <a:cubicBezTo>
                    <a:pt x="4" y="4"/>
                    <a:pt x="1" y="4"/>
                    <a:pt x="1" y="5"/>
                  </a:cubicBezTo>
                  <a:cubicBezTo>
                    <a:pt x="0" y="6"/>
                    <a:pt x="3" y="6"/>
                    <a:pt x="4" y="6"/>
                  </a:cubicBezTo>
                  <a:cubicBezTo>
                    <a:pt x="3" y="6"/>
                    <a:pt x="3" y="5"/>
                    <a:pt x="3" y="5"/>
                  </a:cubicBezTo>
                </a:path>
              </a:pathLst>
            </a:custGeom>
            <a:solidFill>
              <a:srgbClr val="D28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0" name="Freeform 1887">
              <a:extLst>
                <a:ext uri="{FF2B5EF4-FFF2-40B4-BE49-F238E27FC236}">
                  <a16:creationId xmlns:a16="http://schemas.microsoft.com/office/drawing/2014/main" id="{77A855BE-B4FE-4552-8232-CF06BD293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389"/>
              <a:ext cx="40" cy="57"/>
            </a:xfrm>
            <a:custGeom>
              <a:avLst/>
              <a:gdLst>
                <a:gd name="T0" fmla="*/ 158 w 16"/>
                <a:gd name="T1" fmla="*/ 216 h 23"/>
                <a:gd name="T2" fmla="*/ 250 w 16"/>
                <a:gd name="T3" fmla="*/ 136 h 23"/>
                <a:gd name="T4" fmla="*/ 175 w 16"/>
                <a:gd name="T5" fmla="*/ 136 h 23"/>
                <a:gd name="T6" fmla="*/ 175 w 16"/>
                <a:gd name="T7" fmla="*/ 74 h 23"/>
                <a:gd name="T8" fmla="*/ 188 w 16"/>
                <a:gd name="T9" fmla="*/ 12 h 23"/>
                <a:gd name="T10" fmla="*/ 175 w 16"/>
                <a:gd name="T11" fmla="*/ 62 h 23"/>
                <a:gd name="T12" fmla="*/ 145 w 16"/>
                <a:gd name="T13" fmla="*/ 104 h 23"/>
                <a:gd name="T14" fmla="*/ 125 w 16"/>
                <a:gd name="T15" fmla="*/ 136 h 23"/>
                <a:gd name="T16" fmla="*/ 175 w 16"/>
                <a:gd name="T17" fmla="*/ 166 h 23"/>
                <a:gd name="T18" fmla="*/ 145 w 16"/>
                <a:gd name="T19" fmla="*/ 216 h 23"/>
                <a:gd name="T20" fmla="*/ 113 w 16"/>
                <a:gd name="T21" fmla="*/ 278 h 23"/>
                <a:gd name="T22" fmla="*/ 63 w 16"/>
                <a:gd name="T23" fmla="*/ 287 h 23"/>
                <a:gd name="T24" fmla="*/ 50 w 16"/>
                <a:gd name="T25" fmla="*/ 349 h 23"/>
                <a:gd name="T26" fmla="*/ 113 w 16"/>
                <a:gd name="T27" fmla="*/ 278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" h="23">
                  <a:moveTo>
                    <a:pt x="10" y="14"/>
                  </a:moveTo>
                  <a:cubicBezTo>
                    <a:pt x="11" y="13"/>
                    <a:pt x="16" y="10"/>
                    <a:pt x="16" y="9"/>
                  </a:cubicBezTo>
                  <a:cubicBezTo>
                    <a:pt x="14" y="7"/>
                    <a:pt x="13" y="10"/>
                    <a:pt x="11" y="9"/>
                  </a:cubicBezTo>
                  <a:cubicBezTo>
                    <a:pt x="10" y="8"/>
                    <a:pt x="11" y="6"/>
                    <a:pt x="11" y="5"/>
                  </a:cubicBezTo>
                  <a:cubicBezTo>
                    <a:pt x="12" y="4"/>
                    <a:pt x="14" y="2"/>
                    <a:pt x="12" y="1"/>
                  </a:cubicBezTo>
                  <a:cubicBezTo>
                    <a:pt x="10" y="0"/>
                    <a:pt x="10" y="3"/>
                    <a:pt x="11" y="4"/>
                  </a:cubicBezTo>
                  <a:cubicBezTo>
                    <a:pt x="10" y="5"/>
                    <a:pt x="10" y="6"/>
                    <a:pt x="9" y="7"/>
                  </a:cubicBezTo>
                  <a:cubicBezTo>
                    <a:pt x="9" y="7"/>
                    <a:pt x="8" y="10"/>
                    <a:pt x="8" y="9"/>
                  </a:cubicBezTo>
                  <a:cubicBezTo>
                    <a:pt x="9" y="11"/>
                    <a:pt x="10" y="9"/>
                    <a:pt x="11" y="11"/>
                  </a:cubicBezTo>
                  <a:cubicBezTo>
                    <a:pt x="11" y="12"/>
                    <a:pt x="9" y="14"/>
                    <a:pt x="9" y="14"/>
                  </a:cubicBezTo>
                  <a:cubicBezTo>
                    <a:pt x="8" y="15"/>
                    <a:pt x="8" y="17"/>
                    <a:pt x="7" y="18"/>
                  </a:cubicBezTo>
                  <a:cubicBezTo>
                    <a:pt x="7" y="19"/>
                    <a:pt x="5" y="18"/>
                    <a:pt x="4" y="19"/>
                  </a:cubicBezTo>
                  <a:cubicBezTo>
                    <a:pt x="1" y="19"/>
                    <a:pt x="0" y="20"/>
                    <a:pt x="3" y="23"/>
                  </a:cubicBezTo>
                  <a:cubicBezTo>
                    <a:pt x="4" y="21"/>
                    <a:pt x="5" y="20"/>
                    <a:pt x="7" y="18"/>
                  </a:cubicBezTo>
                </a:path>
              </a:pathLst>
            </a:custGeom>
            <a:solidFill>
              <a:srgbClr val="DB9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1" name="Freeform 1888">
              <a:extLst>
                <a:ext uri="{FF2B5EF4-FFF2-40B4-BE49-F238E27FC236}">
                  <a16:creationId xmlns:a16="http://schemas.microsoft.com/office/drawing/2014/main" id="{89B2B081-7D85-4BD4-907B-37B9F33F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359"/>
              <a:ext cx="38" cy="37"/>
            </a:xfrm>
            <a:custGeom>
              <a:avLst/>
              <a:gdLst>
                <a:gd name="T0" fmla="*/ 147 w 15"/>
                <a:gd name="T1" fmla="*/ 104 h 15"/>
                <a:gd name="T2" fmla="*/ 129 w 15"/>
                <a:gd name="T3" fmla="*/ 74 h 15"/>
                <a:gd name="T4" fmla="*/ 180 w 15"/>
                <a:gd name="T5" fmla="*/ 30 h 15"/>
                <a:gd name="T6" fmla="*/ 193 w 15"/>
                <a:gd name="T7" fmla="*/ 0 h 15"/>
                <a:gd name="T8" fmla="*/ 147 w 15"/>
                <a:gd name="T9" fmla="*/ 42 h 15"/>
                <a:gd name="T10" fmla="*/ 117 w 15"/>
                <a:gd name="T11" fmla="*/ 91 h 15"/>
                <a:gd name="T12" fmla="*/ 84 w 15"/>
                <a:gd name="T13" fmla="*/ 91 h 15"/>
                <a:gd name="T14" fmla="*/ 129 w 15"/>
                <a:gd name="T15" fmla="*/ 91 h 15"/>
                <a:gd name="T16" fmla="*/ 96 w 15"/>
                <a:gd name="T17" fmla="*/ 133 h 15"/>
                <a:gd name="T18" fmla="*/ 63 w 15"/>
                <a:gd name="T19" fmla="*/ 183 h 15"/>
                <a:gd name="T20" fmla="*/ 0 w 15"/>
                <a:gd name="T21" fmla="*/ 183 h 15"/>
                <a:gd name="T22" fmla="*/ 20 w 15"/>
                <a:gd name="T23" fmla="*/ 212 h 15"/>
                <a:gd name="T24" fmla="*/ 51 w 15"/>
                <a:gd name="T25" fmla="*/ 224 h 15"/>
                <a:gd name="T26" fmla="*/ 63 w 15"/>
                <a:gd name="T27" fmla="*/ 183 h 15"/>
                <a:gd name="T28" fmla="*/ 84 w 15"/>
                <a:gd name="T29" fmla="*/ 165 h 15"/>
                <a:gd name="T30" fmla="*/ 96 w 15"/>
                <a:gd name="T31" fmla="*/ 153 h 15"/>
                <a:gd name="T32" fmla="*/ 147 w 15"/>
                <a:gd name="T33" fmla="*/ 165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" h="15">
                  <a:moveTo>
                    <a:pt x="9" y="7"/>
                  </a:moveTo>
                  <a:cubicBezTo>
                    <a:pt x="9" y="6"/>
                    <a:pt x="7" y="6"/>
                    <a:pt x="8" y="5"/>
                  </a:cubicBezTo>
                  <a:cubicBezTo>
                    <a:pt x="9" y="4"/>
                    <a:pt x="11" y="4"/>
                    <a:pt x="11" y="2"/>
                  </a:cubicBezTo>
                  <a:cubicBezTo>
                    <a:pt x="13" y="2"/>
                    <a:pt x="15" y="1"/>
                    <a:pt x="12" y="0"/>
                  </a:cubicBezTo>
                  <a:cubicBezTo>
                    <a:pt x="12" y="1"/>
                    <a:pt x="11" y="2"/>
                    <a:pt x="9" y="3"/>
                  </a:cubicBezTo>
                  <a:cubicBezTo>
                    <a:pt x="8" y="4"/>
                    <a:pt x="6" y="4"/>
                    <a:pt x="7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6" y="7"/>
                    <a:pt x="7" y="6"/>
                    <a:pt x="8" y="6"/>
                  </a:cubicBezTo>
                  <a:cubicBezTo>
                    <a:pt x="8" y="7"/>
                    <a:pt x="6" y="9"/>
                    <a:pt x="6" y="9"/>
                  </a:cubicBezTo>
                  <a:cubicBezTo>
                    <a:pt x="4" y="11"/>
                    <a:pt x="3" y="10"/>
                    <a:pt x="4" y="12"/>
                  </a:cubicBezTo>
                  <a:cubicBezTo>
                    <a:pt x="2" y="13"/>
                    <a:pt x="1" y="13"/>
                    <a:pt x="0" y="12"/>
                  </a:cubicBezTo>
                  <a:cubicBezTo>
                    <a:pt x="0" y="13"/>
                    <a:pt x="0" y="14"/>
                    <a:pt x="1" y="14"/>
                  </a:cubicBezTo>
                  <a:cubicBezTo>
                    <a:pt x="2" y="14"/>
                    <a:pt x="2" y="15"/>
                    <a:pt x="3" y="15"/>
                  </a:cubicBezTo>
                  <a:cubicBezTo>
                    <a:pt x="4" y="14"/>
                    <a:pt x="4" y="13"/>
                    <a:pt x="4" y="12"/>
                  </a:cubicBezTo>
                  <a:cubicBezTo>
                    <a:pt x="4" y="12"/>
                    <a:pt x="5" y="11"/>
                    <a:pt x="5" y="11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6" y="9"/>
                    <a:pt x="8" y="11"/>
                    <a:pt x="9" y="11"/>
                  </a:cubicBezTo>
                </a:path>
              </a:pathLst>
            </a:custGeom>
            <a:solidFill>
              <a:srgbClr val="DB9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2" name="Freeform 1889">
              <a:extLst>
                <a:ext uri="{FF2B5EF4-FFF2-40B4-BE49-F238E27FC236}">
                  <a16:creationId xmlns:a16="http://schemas.microsoft.com/office/drawing/2014/main" id="{EC2DE546-BF22-4EE2-9133-73C8A418F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424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33 h 2"/>
                <a:gd name="T4" fmla="*/ 50 w 4"/>
                <a:gd name="T5" fmla="*/ 0 h 2"/>
                <a:gd name="T6" fmla="*/ 0 w 4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2" y="2"/>
                    <a:pt x="4" y="2"/>
                  </a:cubicBezTo>
                  <a:cubicBezTo>
                    <a:pt x="3" y="1"/>
                    <a:pt x="2" y="1"/>
                    <a:pt x="3" y="0"/>
                  </a:cubicBezTo>
                  <a:cubicBezTo>
                    <a:pt x="3" y="1"/>
                    <a:pt x="1" y="2"/>
                    <a:pt x="0" y="2"/>
                  </a:cubicBezTo>
                </a:path>
              </a:pathLst>
            </a:custGeom>
            <a:solidFill>
              <a:srgbClr val="EFC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3" name="Freeform 1890">
              <a:extLst>
                <a:ext uri="{FF2B5EF4-FFF2-40B4-BE49-F238E27FC236}">
                  <a16:creationId xmlns:a16="http://schemas.microsoft.com/office/drawing/2014/main" id="{DF4DD615-385A-4C95-BD1E-B094B7F06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941"/>
              <a:ext cx="20" cy="30"/>
            </a:xfrm>
            <a:custGeom>
              <a:avLst/>
              <a:gdLst>
                <a:gd name="T0" fmla="*/ 113 w 8"/>
                <a:gd name="T1" fmla="*/ 50 h 12"/>
                <a:gd name="T2" fmla="*/ 63 w 8"/>
                <a:gd name="T3" fmla="*/ 145 h 12"/>
                <a:gd name="T4" fmla="*/ 0 w 8"/>
                <a:gd name="T5" fmla="*/ 188 h 12"/>
                <a:gd name="T6" fmla="*/ 95 w 8"/>
                <a:gd name="T7" fmla="*/ 0 h 12"/>
                <a:gd name="T8" fmla="*/ 125 w 8"/>
                <a:gd name="T9" fmla="*/ 2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7" y="3"/>
                  </a:moveTo>
                  <a:cubicBezTo>
                    <a:pt x="5" y="4"/>
                    <a:pt x="4" y="6"/>
                    <a:pt x="4" y="9"/>
                  </a:cubicBezTo>
                  <a:cubicBezTo>
                    <a:pt x="3" y="12"/>
                    <a:pt x="3" y="11"/>
                    <a:pt x="0" y="12"/>
                  </a:cubicBezTo>
                  <a:cubicBezTo>
                    <a:pt x="3" y="9"/>
                    <a:pt x="3" y="4"/>
                    <a:pt x="6" y="0"/>
                  </a:cubicBezTo>
                  <a:cubicBezTo>
                    <a:pt x="7" y="2"/>
                    <a:pt x="7" y="2"/>
                    <a:pt x="8" y="1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4" name="Freeform 1891">
              <a:extLst>
                <a:ext uri="{FF2B5EF4-FFF2-40B4-BE49-F238E27FC236}">
                  <a16:creationId xmlns:a16="http://schemas.microsoft.com/office/drawing/2014/main" id="{F6A9BFE7-69D3-4B63-8647-154452B38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999"/>
              <a:ext cx="28" cy="47"/>
            </a:xfrm>
            <a:custGeom>
              <a:avLst/>
              <a:gdLst>
                <a:gd name="T0" fmla="*/ 150 w 11"/>
                <a:gd name="T1" fmla="*/ 12 h 19"/>
                <a:gd name="T2" fmla="*/ 84 w 11"/>
                <a:gd name="T3" fmla="*/ 134 h 19"/>
                <a:gd name="T4" fmla="*/ 33 w 11"/>
                <a:gd name="T5" fmla="*/ 287 h 19"/>
                <a:gd name="T6" fmla="*/ 117 w 11"/>
                <a:gd name="T7" fmla="*/ 183 h 19"/>
                <a:gd name="T8" fmla="*/ 163 w 11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9">
                  <a:moveTo>
                    <a:pt x="9" y="1"/>
                  </a:moveTo>
                  <a:cubicBezTo>
                    <a:pt x="7" y="3"/>
                    <a:pt x="7" y="6"/>
                    <a:pt x="5" y="9"/>
                  </a:cubicBezTo>
                  <a:cubicBezTo>
                    <a:pt x="3" y="11"/>
                    <a:pt x="0" y="16"/>
                    <a:pt x="2" y="19"/>
                  </a:cubicBezTo>
                  <a:cubicBezTo>
                    <a:pt x="4" y="18"/>
                    <a:pt x="4" y="10"/>
                    <a:pt x="7" y="12"/>
                  </a:cubicBezTo>
                  <a:cubicBezTo>
                    <a:pt x="2" y="10"/>
                    <a:pt x="11" y="4"/>
                    <a:pt x="10" y="0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" name="Freeform 1892">
              <a:extLst>
                <a:ext uri="{FF2B5EF4-FFF2-40B4-BE49-F238E27FC236}">
                  <a16:creationId xmlns:a16="http://schemas.microsoft.com/office/drawing/2014/main" id="{DE5BBEDC-3533-41EC-927B-2DEC32F9E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069"/>
              <a:ext cx="10" cy="25"/>
            </a:xfrm>
            <a:custGeom>
              <a:avLst/>
              <a:gdLst>
                <a:gd name="T0" fmla="*/ 63 w 4"/>
                <a:gd name="T1" fmla="*/ 0 h 10"/>
                <a:gd name="T2" fmla="*/ 63 w 4"/>
                <a:gd name="T3" fmla="*/ 158 h 10"/>
                <a:gd name="T4" fmla="*/ 0 w 4"/>
                <a:gd name="T5" fmla="*/ 158 h 10"/>
                <a:gd name="T6" fmla="*/ 63 w 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2" y="1"/>
                    <a:pt x="3" y="8"/>
                    <a:pt x="4" y="10"/>
                  </a:cubicBezTo>
                  <a:cubicBezTo>
                    <a:pt x="3" y="9"/>
                    <a:pt x="1" y="7"/>
                    <a:pt x="0" y="10"/>
                  </a:cubicBezTo>
                  <a:cubicBezTo>
                    <a:pt x="2" y="7"/>
                    <a:pt x="3" y="3"/>
                    <a:pt x="4" y="0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" name="Freeform 1893">
              <a:extLst>
                <a:ext uri="{FF2B5EF4-FFF2-40B4-BE49-F238E27FC236}">
                  <a16:creationId xmlns:a16="http://schemas.microsoft.com/office/drawing/2014/main" id="{6A8174FB-E3D5-4D68-B70A-CBD4A6D83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786"/>
              <a:ext cx="12" cy="18"/>
            </a:xfrm>
            <a:custGeom>
              <a:avLst/>
              <a:gdLst>
                <a:gd name="T0" fmla="*/ 0 w 5"/>
                <a:gd name="T1" fmla="*/ 118 h 7"/>
                <a:gd name="T2" fmla="*/ 58 w 5"/>
                <a:gd name="T3" fmla="*/ 118 h 7"/>
                <a:gd name="T4" fmla="*/ 70 w 5"/>
                <a:gd name="T5" fmla="*/ 0 h 7"/>
                <a:gd name="T6" fmla="*/ 0 w 5"/>
                <a:gd name="T7" fmla="*/ 11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1" y="5"/>
                    <a:pt x="3" y="6"/>
                    <a:pt x="4" y="7"/>
                  </a:cubicBezTo>
                  <a:cubicBezTo>
                    <a:pt x="4" y="5"/>
                    <a:pt x="3" y="1"/>
                    <a:pt x="5" y="0"/>
                  </a:cubicBezTo>
                  <a:cubicBezTo>
                    <a:pt x="3" y="2"/>
                    <a:pt x="1" y="4"/>
                    <a:pt x="0" y="7"/>
                  </a:cubicBezTo>
                </a:path>
              </a:pathLst>
            </a:custGeom>
            <a:solidFill>
              <a:srgbClr val="FA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" name="Freeform 1894">
              <a:extLst>
                <a:ext uri="{FF2B5EF4-FFF2-40B4-BE49-F238E27FC236}">
                  <a16:creationId xmlns:a16="http://schemas.microsoft.com/office/drawing/2014/main" id="{5BC73A5A-A473-4892-9C18-C4626A25F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686"/>
              <a:ext cx="28" cy="45"/>
            </a:xfrm>
            <a:custGeom>
              <a:avLst/>
              <a:gdLst>
                <a:gd name="T0" fmla="*/ 84 w 11"/>
                <a:gd name="T1" fmla="*/ 113 h 18"/>
                <a:gd name="T2" fmla="*/ 0 w 11"/>
                <a:gd name="T3" fmla="*/ 283 h 18"/>
                <a:gd name="T4" fmla="*/ 97 w 11"/>
                <a:gd name="T5" fmla="*/ 175 h 18"/>
                <a:gd name="T6" fmla="*/ 181 w 11"/>
                <a:gd name="T7" fmla="*/ 50 h 18"/>
                <a:gd name="T8" fmla="*/ 130 w 11"/>
                <a:gd name="T9" fmla="*/ 0 h 18"/>
                <a:gd name="T10" fmla="*/ 117 w 11"/>
                <a:gd name="T11" fmla="*/ 11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8">
                  <a:moveTo>
                    <a:pt x="5" y="7"/>
                  </a:moveTo>
                  <a:cubicBezTo>
                    <a:pt x="7" y="11"/>
                    <a:pt x="0" y="15"/>
                    <a:pt x="0" y="18"/>
                  </a:cubicBezTo>
                  <a:cubicBezTo>
                    <a:pt x="2" y="18"/>
                    <a:pt x="4" y="13"/>
                    <a:pt x="6" y="11"/>
                  </a:cubicBezTo>
                  <a:cubicBezTo>
                    <a:pt x="8" y="8"/>
                    <a:pt x="10" y="6"/>
                    <a:pt x="11" y="3"/>
                  </a:cubicBezTo>
                  <a:cubicBezTo>
                    <a:pt x="9" y="4"/>
                    <a:pt x="8" y="1"/>
                    <a:pt x="8" y="0"/>
                  </a:cubicBezTo>
                  <a:cubicBezTo>
                    <a:pt x="8" y="4"/>
                    <a:pt x="9" y="3"/>
                    <a:pt x="7" y="7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" name="Freeform 1895">
              <a:extLst>
                <a:ext uri="{FF2B5EF4-FFF2-40B4-BE49-F238E27FC236}">
                  <a16:creationId xmlns:a16="http://schemas.microsoft.com/office/drawing/2014/main" id="{6F0426F9-AC76-4A8D-8449-035F8B284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634"/>
              <a:ext cx="30" cy="32"/>
            </a:xfrm>
            <a:custGeom>
              <a:avLst/>
              <a:gdLst>
                <a:gd name="T0" fmla="*/ 0 w 12"/>
                <a:gd name="T1" fmla="*/ 162 h 13"/>
                <a:gd name="T2" fmla="*/ 188 w 12"/>
                <a:gd name="T3" fmla="*/ 30 h 13"/>
                <a:gd name="T4" fmla="*/ 95 w 12"/>
                <a:gd name="T5" fmla="*/ 0 h 13"/>
                <a:gd name="T6" fmla="*/ 125 w 12"/>
                <a:gd name="T7" fmla="*/ 6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0" y="11"/>
                  </a:moveTo>
                  <a:cubicBezTo>
                    <a:pt x="5" y="13"/>
                    <a:pt x="9" y="3"/>
                    <a:pt x="12" y="2"/>
                  </a:cubicBezTo>
                  <a:cubicBezTo>
                    <a:pt x="10" y="2"/>
                    <a:pt x="8" y="1"/>
                    <a:pt x="6" y="0"/>
                  </a:cubicBezTo>
                  <a:cubicBezTo>
                    <a:pt x="7" y="1"/>
                    <a:pt x="10" y="3"/>
                    <a:pt x="8" y="4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" name="Freeform 1896">
              <a:extLst>
                <a:ext uri="{FF2B5EF4-FFF2-40B4-BE49-F238E27FC236}">
                  <a16:creationId xmlns:a16="http://schemas.microsoft.com/office/drawing/2014/main" id="{0E0829B8-0BE4-4FD9-BB2E-BFE5B858E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544"/>
              <a:ext cx="30" cy="25"/>
            </a:xfrm>
            <a:custGeom>
              <a:avLst/>
              <a:gdLst>
                <a:gd name="T0" fmla="*/ 0 w 12"/>
                <a:gd name="T1" fmla="*/ 145 h 10"/>
                <a:gd name="T2" fmla="*/ 63 w 12"/>
                <a:gd name="T3" fmla="*/ 158 h 10"/>
                <a:gd name="T4" fmla="*/ 188 w 12"/>
                <a:gd name="T5" fmla="*/ 0 h 10"/>
                <a:gd name="T6" fmla="*/ 20 w 12"/>
                <a:gd name="T7" fmla="*/ 1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9"/>
                  </a:moveTo>
                  <a:cubicBezTo>
                    <a:pt x="2" y="8"/>
                    <a:pt x="3" y="9"/>
                    <a:pt x="4" y="10"/>
                  </a:cubicBezTo>
                  <a:cubicBezTo>
                    <a:pt x="4" y="5"/>
                    <a:pt x="6" y="2"/>
                    <a:pt x="12" y="0"/>
                  </a:cubicBezTo>
                  <a:cubicBezTo>
                    <a:pt x="9" y="1"/>
                    <a:pt x="2" y="4"/>
                    <a:pt x="1" y="7"/>
                  </a:cubicBezTo>
                </a:path>
              </a:pathLst>
            </a:custGeom>
            <a:solidFill>
              <a:srgbClr val="E3B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" name="Freeform 1897">
              <a:extLst>
                <a:ext uri="{FF2B5EF4-FFF2-40B4-BE49-F238E27FC236}">
                  <a16:creationId xmlns:a16="http://schemas.microsoft.com/office/drawing/2014/main" id="{2FF664D1-88F9-4166-BB30-05D4231BF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449"/>
              <a:ext cx="25" cy="27"/>
            </a:xfrm>
            <a:custGeom>
              <a:avLst/>
              <a:gdLst>
                <a:gd name="T0" fmla="*/ 63 w 10"/>
                <a:gd name="T1" fmla="*/ 42 h 11"/>
                <a:gd name="T2" fmla="*/ 0 w 10"/>
                <a:gd name="T3" fmla="*/ 150 h 11"/>
                <a:gd name="T4" fmla="*/ 83 w 10"/>
                <a:gd name="T5" fmla="*/ 61 h 11"/>
                <a:gd name="T6" fmla="*/ 158 w 10"/>
                <a:gd name="T7" fmla="*/ 12 h 11"/>
                <a:gd name="T8" fmla="*/ 95 w 10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4" y="3"/>
                  </a:moveTo>
                  <a:cubicBezTo>
                    <a:pt x="4" y="6"/>
                    <a:pt x="2" y="8"/>
                    <a:pt x="0" y="10"/>
                  </a:cubicBezTo>
                  <a:cubicBezTo>
                    <a:pt x="3" y="11"/>
                    <a:pt x="4" y="6"/>
                    <a:pt x="5" y="4"/>
                  </a:cubicBezTo>
                  <a:cubicBezTo>
                    <a:pt x="7" y="2"/>
                    <a:pt x="8" y="2"/>
                    <a:pt x="10" y="1"/>
                  </a:cubicBezTo>
                  <a:cubicBezTo>
                    <a:pt x="9" y="0"/>
                    <a:pt x="7" y="0"/>
                    <a:pt x="6" y="0"/>
                  </a:cubicBezTo>
                </a:path>
              </a:pathLst>
            </a:custGeom>
            <a:solidFill>
              <a:srgbClr val="C88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" name="Freeform 1898">
              <a:extLst>
                <a:ext uri="{FF2B5EF4-FFF2-40B4-BE49-F238E27FC236}">
                  <a16:creationId xmlns:a16="http://schemas.microsoft.com/office/drawing/2014/main" id="{8FA936D4-5434-4A5B-B37F-4D6FA3EF3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204"/>
              <a:ext cx="1381" cy="2587"/>
            </a:xfrm>
            <a:custGeom>
              <a:avLst/>
              <a:gdLst>
                <a:gd name="T0" fmla="*/ 8549 w 552"/>
                <a:gd name="T1" fmla="*/ 12 h 1035"/>
                <a:gd name="T2" fmla="*/ 8531 w 552"/>
                <a:gd name="T3" fmla="*/ 0 h 1035"/>
                <a:gd name="T4" fmla="*/ 7798 w 552"/>
                <a:gd name="T5" fmla="*/ 3374 h 1035"/>
                <a:gd name="T6" fmla="*/ 7030 w 552"/>
                <a:gd name="T7" fmla="*/ 4637 h 1035"/>
                <a:gd name="T8" fmla="*/ 6059 w 552"/>
                <a:gd name="T9" fmla="*/ 6124 h 1035"/>
                <a:gd name="T10" fmla="*/ 5234 w 552"/>
                <a:gd name="T11" fmla="*/ 6934 h 1035"/>
                <a:gd name="T12" fmla="*/ 4388 w 552"/>
                <a:gd name="T13" fmla="*/ 7853 h 1035"/>
                <a:gd name="T14" fmla="*/ 3067 w 552"/>
                <a:gd name="T15" fmla="*/ 9008 h 1035"/>
                <a:gd name="T16" fmla="*/ 2129 w 552"/>
                <a:gd name="T17" fmla="*/ 10121 h 1035"/>
                <a:gd name="T18" fmla="*/ 1251 w 552"/>
                <a:gd name="T19" fmla="*/ 11465 h 1035"/>
                <a:gd name="T20" fmla="*/ 658 w 552"/>
                <a:gd name="T21" fmla="*/ 13132 h 1035"/>
                <a:gd name="T22" fmla="*/ 0 w 552"/>
                <a:gd name="T23" fmla="*/ 16149 h 1035"/>
                <a:gd name="T24" fmla="*/ 0 w 552"/>
                <a:gd name="T25" fmla="*/ 16162 h 1035"/>
                <a:gd name="T26" fmla="*/ 1346 w 552"/>
                <a:gd name="T27" fmla="*/ 14057 h 1035"/>
                <a:gd name="T28" fmla="*/ 2084 w 552"/>
                <a:gd name="T29" fmla="*/ 12070 h 1035"/>
                <a:gd name="T30" fmla="*/ 2817 w 552"/>
                <a:gd name="T31" fmla="*/ 10620 h 1035"/>
                <a:gd name="T32" fmla="*/ 3943 w 552"/>
                <a:gd name="T33" fmla="*/ 9371 h 1035"/>
                <a:gd name="T34" fmla="*/ 5169 w 552"/>
                <a:gd name="T35" fmla="*/ 7946 h 1035"/>
                <a:gd name="T36" fmla="*/ 6139 w 552"/>
                <a:gd name="T37" fmla="*/ 6884 h 1035"/>
                <a:gd name="T38" fmla="*/ 7030 w 552"/>
                <a:gd name="T39" fmla="*/ 5449 h 1035"/>
                <a:gd name="T40" fmla="*/ 7736 w 552"/>
                <a:gd name="T41" fmla="*/ 4279 h 1035"/>
                <a:gd name="T42" fmla="*/ 8549 w 552"/>
                <a:gd name="T43" fmla="*/ 12 h 103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52" h="1035">
                  <a:moveTo>
                    <a:pt x="546" y="1"/>
                  </a:moveTo>
                  <a:cubicBezTo>
                    <a:pt x="545" y="0"/>
                    <a:pt x="545" y="0"/>
                    <a:pt x="545" y="0"/>
                  </a:cubicBezTo>
                  <a:cubicBezTo>
                    <a:pt x="545" y="63"/>
                    <a:pt x="534" y="139"/>
                    <a:pt x="498" y="216"/>
                  </a:cubicBezTo>
                  <a:cubicBezTo>
                    <a:pt x="485" y="246"/>
                    <a:pt x="465" y="271"/>
                    <a:pt x="449" y="297"/>
                  </a:cubicBezTo>
                  <a:cubicBezTo>
                    <a:pt x="428" y="331"/>
                    <a:pt x="410" y="364"/>
                    <a:pt x="387" y="392"/>
                  </a:cubicBezTo>
                  <a:cubicBezTo>
                    <a:pt x="370" y="411"/>
                    <a:pt x="351" y="427"/>
                    <a:pt x="334" y="444"/>
                  </a:cubicBezTo>
                  <a:cubicBezTo>
                    <a:pt x="314" y="464"/>
                    <a:pt x="298" y="486"/>
                    <a:pt x="280" y="503"/>
                  </a:cubicBezTo>
                  <a:cubicBezTo>
                    <a:pt x="249" y="532"/>
                    <a:pt x="220" y="553"/>
                    <a:pt x="196" y="577"/>
                  </a:cubicBezTo>
                  <a:cubicBezTo>
                    <a:pt x="174" y="599"/>
                    <a:pt x="154" y="626"/>
                    <a:pt x="136" y="648"/>
                  </a:cubicBezTo>
                  <a:cubicBezTo>
                    <a:pt x="114" y="676"/>
                    <a:pt x="95" y="704"/>
                    <a:pt x="80" y="734"/>
                  </a:cubicBezTo>
                  <a:cubicBezTo>
                    <a:pt x="64" y="768"/>
                    <a:pt x="54" y="809"/>
                    <a:pt x="42" y="841"/>
                  </a:cubicBezTo>
                  <a:cubicBezTo>
                    <a:pt x="47" y="862"/>
                    <a:pt x="68" y="972"/>
                    <a:pt x="0" y="1034"/>
                  </a:cubicBezTo>
                  <a:cubicBezTo>
                    <a:pt x="0" y="1035"/>
                    <a:pt x="0" y="1035"/>
                    <a:pt x="0" y="1035"/>
                  </a:cubicBezTo>
                  <a:cubicBezTo>
                    <a:pt x="37" y="1006"/>
                    <a:pt x="72" y="933"/>
                    <a:pt x="86" y="900"/>
                  </a:cubicBezTo>
                  <a:cubicBezTo>
                    <a:pt x="100" y="865"/>
                    <a:pt x="108" y="828"/>
                    <a:pt x="133" y="773"/>
                  </a:cubicBezTo>
                  <a:cubicBezTo>
                    <a:pt x="146" y="743"/>
                    <a:pt x="164" y="704"/>
                    <a:pt x="180" y="680"/>
                  </a:cubicBezTo>
                  <a:cubicBezTo>
                    <a:pt x="202" y="647"/>
                    <a:pt x="225" y="630"/>
                    <a:pt x="252" y="600"/>
                  </a:cubicBezTo>
                  <a:cubicBezTo>
                    <a:pt x="276" y="573"/>
                    <a:pt x="303" y="539"/>
                    <a:pt x="330" y="509"/>
                  </a:cubicBezTo>
                  <a:cubicBezTo>
                    <a:pt x="351" y="485"/>
                    <a:pt x="372" y="467"/>
                    <a:pt x="392" y="441"/>
                  </a:cubicBezTo>
                  <a:cubicBezTo>
                    <a:pt x="412" y="415"/>
                    <a:pt x="431" y="379"/>
                    <a:pt x="449" y="349"/>
                  </a:cubicBezTo>
                  <a:cubicBezTo>
                    <a:pt x="465" y="323"/>
                    <a:pt x="481" y="303"/>
                    <a:pt x="494" y="274"/>
                  </a:cubicBezTo>
                  <a:cubicBezTo>
                    <a:pt x="530" y="194"/>
                    <a:pt x="552" y="104"/>
                    <a:pt x="546" y="1"/>
                  </a:cubicBezTo>
                  <a:close/>
                </a:path>
              </a:pathLst>
            </a:custGeom>
            <a:noFill/>
            <a:ln w="7938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2" name="Freeform 1899">
              <a:extLst>
                <a:ext uri="{FF2B5EF4-FFF2-40B4-BE49-F238E27FC236}">
                  <a16:creationId xmlns:a16="http://schemas.microsoft.com/office/drawing/2014/main" id="{64D5B363-9E8C-4CA1-ADE9-778439B51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826"/>
              <a:ext cx="2140" cy="2900"/>
            </a:xfrm>
            <a:custGeom>
              <a:avLst/>
              <a:gdLst>
                <a:gd name="T0" fmla="*/ 11895 w 856"/>
                <a:gd name="T1" fmla="*/ 1313 h 1160"/>
                <a:gd name="T2" fmla="*/ 10938 w 856"/>
                <a:gd name="T3" fmla="*/ 4020 h 1160"/>
                <a:gd name="T4" fmla="*/ 8625 w 856"/>
                <a:gd name="T5" fmla="*/ 6908 h 1160"/>
                <a:gd name="T6" fmla="*/ 5675 w 856"/>
                <a:gd name="T7" fmla="*/ 9408 h 1160"/>
                <a:gd name="T8" fmla="*/ 3283 w 856"/>
                <a:gd name="T9" fmla="*/ 11345 h 1160"/>
                <a:gd name="T10" fmla="*/ 1283 w 856"/>
                <a:gd name="T11" fmla="*/ 13770 h 1160"/>
                <a:gd name="T12" fmla="*/ 988 w 856"/>
                <a:gd name="T13" fmla="*/ 14158 h 1160"/>
                <a:gd name="T14" fmla="*/ 708 w 856"/>
                <a:gd name="T15" fmla="*/ 14563 h 1160"/>
                <a:gd name="T16" fmla="*/ 438 w 856"/>
                <a:gd name="T17" fmla="*/ 15050 h 1160"/>
                <a:gd name="T18" fmla="*/ 238 w 856"/>
                <a:gd name="T19" fmla="*/ 15500 h 1160"/>
                <a:gd name="T20" fmla="*/ 95 w 856"/>
                <a:gd name="T21" fmla="*/ 15908 h 1160"/>
                <a:gd name="T22" fmla="*/ 0 w 856"/>
                <a:gd name="T23" fmla="*/ 16250 h 1160"/>
                <a:gd name="T24" fmla="*/ 113 w 856"/>
                <a:gd name="T25" fmla="*/ 16563 h 1160"/>
                <a:gd name="T26" fmla="*/ 250 w 856"/>
                <a:gd name="T27" fmla="*/ 16845 h 1160"/>
                <a:gd name="T28" fmla="*/ 425 w 856"/>
                <a:gd name="T29" fmla="*/ 17125 h 1160"/>
                <a:gd name="T30" fmla="*/ 595 w 856"/>
                <a:gd name="T31" fmla="*/ 17345 h 1160"/>
                <a:gd name="T32" fmla="*/ 800 w 856"/>
                <a:gd name="T33" fmla="*/ 17550 h 1160"/>
                <a:gd name="T34" fmla="*/ 1020 w 856"/>
                <a:gd name="T35" fmla="*/ 17720 h 1160"/>
                <a:gd name="T36" fmla="*/ 1270 w 856"/>
                <a:gd name="T37" fmla="*/ 17863 h 1160"/>
                <a:gd name="T38" fmla="*/ 1563 w 856"/>
                <a:gd name="T39" fmla="*/ 17988 h 1160"/>
                <a:gd name="T40" fmla="*/ 1895 w 856"/>
                <a:gd name="T41" fmla="*/ 18083 h 1160"/>
                <a:gd name="T42" fmla="*/ 2313 w 856"/>
                <a:gd name="T43" fmla="*/ 18125 h 1160"/>
                <a:gd name="T44" fmla="*/ 2675 w 856"/>
                <a:gd name="T45" fmla="*/ 18095 h 1160"/>
                <a:gd name="T46" fmla="*/ 3020 w 856"/>
                <a:gd name="T47" fmla="*/ 18020 h 1160"/>
                <a:gd name="T48" fmla="*/ 3395 w 856"/>
                <a:gd name="T49" fmla="*/ 17863 h 1160"/>
                <a:gd name="T50" fmla="*/ 3720 w 856"/>
                <a:gd name="T51" fmla="*/ 17645 h 1160"/>
                <a:gd name="T52" fmla="*/ 3938 w 856"/>
                <a:gd name="T53" fmla="*/ 17363 h 1160"/>
                <a:gd name="T54" fmla="*/ 4050 w 856"/>
                <a:gd name="T55" fmla="*/ 17145 h 1160"/>
                <a:gd name="T56" fmla="*/ 4083 w 856"/>
                <a:gd name="T57" fmla="*/ 16813 h 1160"/>
                <a:gd name="T58" fmla="*/ 4063 w 856"/>
                <a:gd name="T59" fmla="*/ 16425 h 1160"/>
                <a:gd name="T60" fmla="*/ 4020 w 856"/>
                <a:gd name="T61" fmla="*/ 16095 h 1160"/>
                <a:gd name="T62" fmla="*/ 3938 w 856"/>
                <a:gd name="T63" fmla="*/ 15800 h 1160"/>
                <a:gd name="T64" fmla="*/ 3970 w 856"/>
                <a:gd name="T65" fmla="*/ 15520 h 1160"/>
                <a:gd name="T66" fmla="*/ 4125 w 856"/>
                <a:gd name="T67" fmla="*/ 15063 h 1160"/>
                <a:gd name="T68" fmla="*/ 4300 w 856"/>
                <a:gd name="T69" fmla="*/ 14595 h 1160"/>
                <a:gd name="T70" fmla="*/ 4520 w 856"/>
                <a:gd name="T71" fmla="*/ 14145 h 1160"/>
                <a:gd name="T72" fmla="*/ 4688 w 856"/>
                <a:gd name="T73" fmla="*/ 13770 h 1160"/>
                <a:gd name="T74" fmla="*/ 5500 w 856"/>
                <a:gd name="T75" fmla="*/ 12658 h 1160"/>
                <a:gd name="T76" fmla="*/ 7800 w 856"/>
                <a:gd name="T77" fmla="*/ 10458 h 1160"/>
                <a:gd name="T78" fmla="*/ 10250 w 856"/>
                <a:gd name="T79" fmla="*/ 8313 h 1160"/>
                <a:gd name="T80" fmla="*/ 12000 w 856"/>
                <a:gd name="T81" fmla="*/ 5738 h 11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56" h="1160">
                  <a:moveTo>
                    <a:pt x="763" y="3"/>
                  </a:moveTo>
                  <a:cubicBezTo>
                    <a:pt x="766" y="29"/>
                    <a:pt x="764" y="57"/>
                    <a:pt x="761" y="84"/>
                  </a:cubicBezTo>
                  <a:cubicBezTo>
                    <a:pt x="758" y="115"/>
                    <a:pt x="742" y="148"/>
                    <a:pt x="729" y="185"/>
                  </a:cubicBezTo>
                  <a:cubicBezTo>
                    <a:pt x="719" y="211"/>
                    <a:pt x="716" y="226"/>
                    <a:pt x="700" y="257"/>
                  </a:cubicBezTo>
                  <a:cubicBezTo>
                    <a:pt x="686" y="284"/>
                    <a:pt x="656" y="312"/>
                    <a:pt x="635" y="340"/>
                  </a:cubicBezTo>
                  <a:cubicBezTo>
                    <a:pt x="607" y="378"/>
                    <a:pt x="586" y="406"/>
                    <a:pt x="552" y="442"/>
                  </a:cubicBezTo>
                  <a:cubicBezTo>
                    <a:pt x="513" y="481"/>
                    <a:pt x="493" y="498"/>
                    <a:pt x="456" y="530"/>
                  </a:cubicBezTo>
                  <a:cubicBezTo>
                    <a:pt x="422" y="556"/>
                    <a:pt x="388" y="584"/>
                    <a:pt x="363" y="602"/>
                  </a:cubicBezTo>
                  <a:cubicBezTo>
                    <a:pt x="349" y="612"/>
                    <a:pt x="335" y="622"/>
                    <a:pt x="322" y="632"/>
                  </a:cubicBezTo>
                  <a:cubicBezTo>
                    <a:pt x="281" y="663"/>
                    <a:pt x="246" y="690"/>
                    <a:pt x="210" y="726"/>
                  </a:cubicBezTo>
                  <a:cubicBezTo>
                    <a:pt x="178" y="757"/>
                    <a:pt x="153" y="795"/>
                    <a:pt x="126" y="827"/>
                  </a:cubicBezTo>
                  <a:cubicBezTo>
                    <a:pt x="111" y="845"/>
                    <a:pt x="96" y="863"/>
                    <a:pt x="82" y="881"/>
                  </a:cubicBezTo>
                  <a:cubicBezTo>
                    <a:pt x="78" y="886"/>
                    <a:pt x="76" y="890"/>
                    <a:pt x="72" y="895"/>
                  </a:cubicBezTo>
                  <a:cubicBezTo>
                    <a:pt x="69" y="898"/>
                    <a:pt x="66" y="902"/>
                    <a:pt x="63" y="906"/>
                  </a:cubicBezTo>
                  <a:cubicBezTo>
                    <a:pt x="60" y="910"/>
                    <a:pt x="58" y="914"/>
                    <a:pt x="55" y="918"/>
                  </a:cubicBezTo>
                  <a:cubicBezTo>
                    <a:pt x="52" y="923"/>
                    <a:pt x="48" y="928"/>
                    <a:pt x="45" y="932"/>
                  </a:cubicBezTo>
                  <a:cubicBezTo>
                    <a:pt x="41" y="939"/>
                    <a:pt x="40" y="943"/>
                    <a:pt x="36" y="949"/>
                  </a:cubicBezTo>
                  <a:cubicBezTo>
                    <a:pt x="34" y="954"/>
                    <a:pt x="30" y="959"/>
                    <a:pt x="28" y="963"/>
                  </a:cubicBezTo>
                  <a:cubicBezTo>
                    <a:pt x="26" y="968"/>
                    <a:pt x="25" y="974"/>
                    <a:pt x="22" y="979"/>
                  </a:cubicBezTo>
                  <a:cubicBezTo>
                    <a:pt x="20" y="984"/>
                    <a:pt x="17" y="987"/>
                    <a:pt x="15" y="992"/>
                  </a:cubicBezTo>
                  <a:cubicBezTo>
                    <a:pt x="13" y="998"/>
                    <a:pt x="13" y="1003"/>
                    <a:pt x="11" y="1008"/>
                  </a:cubicBezTo>
                  <a:cubicBezTo>
                    <a:pt x="10" y="1012"/>
                    <a:pt x="7" y="1015"/>
                    <a:pt x="6" y="1018"/>
                  </a:cubicBezTo>
                  <a:cubicBezTo>
                    <a:pt x="5" y="1023"/>
                    <a:pt x="5" y="1027"/>
                    <a:pt x="4" y="1031"/>
                  </a:cubicBezTo>
                  <a:cubicBezTo>
                    <a:pt x="3" y="1034"/>
                    <a:pt x="1" y="1037"/>
                    <a:pt x="0" y="1040"/>
                  </a:cubicBezTo>
                  <a:cubicBezTo>
                    <a:pt x="1" y="1042"/>
                    <a:pt x="2" y="1045"/>
                    <a:pt x="3" y="1047"/>
                  </a:cubicBezTo>
                  <a:cubicBezTo>
                    <a:pt x="4" y="1052"/>
                    <a:pt x="5" y="1056"/>
                    <a:pt x="7" y="1060"/>
                  </a:cubicBezTo>
                  <a:cubicBezTo>
                    <a:pt x="8" y="1063"/>
                    <a:pt x="10" y="1065"/>
                    <a:pt x="12" y="1068"/>
                  </a:cubicBezTo>
                  <a:cubicBezTo>
                    <a:pt x="13" y="1071"/>
                    <a:pt x="14" y="1075"/>
                    <a:pt x="16" y="1078"/>
                  </a:cubicBezTo>
                  <a:cubicBezTo>
                    <a:pt x="17" y="1081"/>
                    <a:pt x="19" y="1083"/>
                    <a:pt x="21" y="1086"/>
                  </a:cubicBezTo>
                  <a:cubicBezTo>
                    <a:pt x="23" y="1089"/>
                    <a:pt x="25" y="1093"/>
                    <a:pt x="27" y="1096"/>
                  </a:cubicBezTo>
                  <a:cubicBezTo>
                    <a:pt x="29" y="1099"/>
                    <a:pt x="31" y="1100"/>
                    <a:pt x="32" y="1102"/>
                  </a:cubicBezTo>
                  <a:cubicBezTo>
                    <a:pt x="34" y="1105"/>
                    <a:pt x="36" y="1107"/>
                    <a:pt x="38" y="1110"/>
                  </a:cubicBezTo>
                  <a:cubicBezTo>
                    <a:pt x="40" y="1112"/>
                    <a:pt x="43" y="1113"/>
                    <a:pt x="45" y="1115"/>
                  </a:cubicBezTo>
                  <a:cubicBezTo>
                    <a:pt x="47" y="1117"/>
                    <a:pt x="49" y="1121"/>
                    <a:pt x="51" y="1123"/>
                  </a:cubicBezTo>
                  <a:cubicBezTo>
                    <a:pt x="53" y="1125"/>
                    <a:pt x="55" y="1125"/>
                    <a:pt x="58" y="1127"/>
                  </a:cubicBezTo>
                  <a:cubicBezTo>
                    <a:pt x="60" y="1129"/>
                    <a:pt x="62" y="1132"/>
                    <a:pt x="65" y="1134"/>
                  </a:cubicBezTo>
                  <a:cubicBezTo>
                    <a:pt x="67" y="1135"/>
                    <a:pt x="70" y="1135"/>
                    <a:pt x="73" y="1137"/>
                  </a:cubicBezTo>
                  <a:cubicBezTo>
                    <a:pt x="76" y="1139"/>
                    <a:pt x="78" y="1142"/>
                    <a:pt x="81" y="1143"/>
                  </a:cubicBezTo>
                  <a:cubicBezTo>
                    <a:pt x="84" y="1145"/>
                    <a:pt x="87" y="1145"/>
                    <a:pt x="90" y="1146"/>
                  </a:cubicBezTo>
                  <a:cubicBezTo>
                    <a:pt x="93" y="1148"/>
                    <a:pt x="96" y="1150"/>
                    <a:pt x="100" y="1151"/>
                  </a:cubicBezTo>
                  <a:cubicBezTo>
                    <a:pt x="103" y="1152"/>
                    <a:pt x="106" y="1153"/>
                    <a:pt x="109" y="1153"/>
                  </a:cubicBezTo>
                  <a:cubicBezTo>
                    <a:pt x="114" y="1155"/>
                    <a:pt x="117" y="1156"/>
                    <a:pt x="121" y="1157"/>
                  </a:cubicBezTo>
                  <a:cubicBezTo>
                    <a:pt x="125" y="1158"/>
                    <a:pt x="130" y="1157"/>
                    <a:pt x="134" y="1158"/>
                  </a:cubicBezTo>
                  <a:cubicBezTo>
                    <a:pt x="139" y="1158"/>
                    <a:pt x="143" y="1160"/>
                    <a:pt x="148" y="1160"/>
                  </a:cubicBezTo>
                  <a:cubicBezTo>
                    <a:pt x="152" y="1160"/>
                    <a:pt x="156" y="1159"/>
                    <a:pt x="160" y="1158"/>
                  </a:cubicBezTo>
                  <a:cubicBezTo>
                    <a:pt x="164" y="1158"/>
                    <a:pt x="167" y="1159"/>
                    <a:pt x="171" y="1158"/>
                  </a:cubicBezTo>
                  <a:cubicBezTo>
                    <a:pt x="174" y="1158"/>
                    <a:pt x="177" y="1156"/>
                    <a:pt x="180" y="1155"/>
                  </a:cubicBezTo>
                  <a:cubicBezTo>
                    <a:pt x="185" y="1154"/>
                    <a:pt x="189" y="1154"/>
                    <a:pt x="193" y="1153"/>
                  </a:cubicBezTo>
                  <a:cubicBezTo>
                    <a:pt x="197" y="1151"/>
                    <a:pt x="201" y="1149"/>
                    <a:pt x="205" y="1147"/>
                  </a:cubicBezTo>
                  <a:cubicBezTo>
                    <a:pt x="210" y="1145"/>
                    <a:pt x="213" y="1145"/>
                    <a:pt x="217" y="1143"/>
                  </a:cubicBezTo>
                  <a:cubicBezTo>
                    <a:pt x="221" y="1141"/>
                    <a:pt x="225" y="1137"/>
                    <a:pt x="228" y="1135"/>
                  </a:cubicBezTo>
                  <a:cubicBezTo>
                    <a:pt x="231" y="1133"/>
                    <a:pt x="235" y="1131"/>
                    <a:pt x="238" y="1129"/>
                  </a:cubicBezTo>
                  <a:cubicBezTo>
                    <a:pt x="241" y="1125"/>
                    <a:pt x="243" y="1121"/>
                    <a:pt x="246" y="1118"/>
                  </a:cubicBezTo>
                  <a:cubicBezTo>
                    <a:pt x="248" y="1115"/>
                    <a:pt x="251" y="1113"/>
                    <a:pt x="252" y="1111"/>
                  </a:cubicBezTo>
                  <a:cubicBezTo>
                    <a:pt x="254" y="1108"/>
                    <a:pt x="254" y="1105"/>
                    <a:pt x="255" y="1102"/>
                  </a:cubicBezTo>
                  <a:cubicBezTo>
                    <a:pt x="256" y="1100"/>
                    <a:pt x="258" y="1099"/>
                    <a:pt x="259" y="1097"/>
                  </a:cubicBezTo>
                  <a:cubicBezTo>
                    <a:pt x="260" y="1093"/>
                    <a:pt x="261" y="1090"/>
                    <a:pt x="261" y="1086"/>
                  </a:cubicBezTo>
                  <a:cubicBezTo>
                    <a:pt x="262" y="1083"/>
                    <a:pt x="261" y="1079"/>
                    <a:pt x="261" y="1076"/>
                  </a:cubicBezTo>
                  <a:cubicBezTo>
                    <a:pt x="262" y="1071"/>
                    <a:pt x="263" y="1067"/>
                    <a:pt x="263" y="1062"/>
                  </a:cubicBezTo>
                  <a:cubicBezTo>
                    <a:pt x="263" y="1059"/>
                    <a:pt x="261" y="1055"/>
                    <a:pt x="260" y="1051"/>
                  </a:cubicBezTo>
                  <a:cubicBezTo>
                    <a:pt x="260" y="1046"/>
                    <a:pt x="261" y="1041"/>
                    <a:pt x="260" y="1037"/>
                  </a:cubicBezTo>
                  <a:cubicBezTo>
                    <a:pt x="260" y="1034"/>
                    <a:pt x="258" y="1033"/>
                    <a:pt x="257" y="1030"/>
                  </a:cubicBezTo>
                  <a:cubicBezTo>
                    <a:pt x="256" y="1026"/>
                    <a:pt x="256" y="1022"/>
                    <a:pt x="255" y="1019"/>
                  </a:cubicBezTo>
                  <a:cubicBezTo>
                    <a:pt x="255" y="1016"/>
                    <a:pt x="253" y="1014"/>
                    <a:pt x="252" y="1011"/>
                  </a:cubicBezTo>
                  <a:cubicBezTo>
                    <a:pt x="251" y="1009"/>
                    <a:pt x="251" y="1006"/>
                    <a:pt x="250" y="1003"/>
                  </a:cubicBezTo>
                  <a:cubicBezTo>
                    <a:pt x="251" y="1000"/>
                    <a:pt x="252" y="996"/>
                    <a:pt x="254" y="993"/>
                  </a:cubicBezTo>
                  <a:cubicBezTo>
                    <a:pt x="256" y="988"/>
                    <a:pt x="257" y="983"/>
                    <a:pt x="260" y="978"/>
                  </a:cubicBezTo>
                  <a:cubicBezTo>
                    <a:pt x="261" y="973"/>
                    <a:pt x="262" y="968"/>
                    <a:pt x="264" y="964"/>
                  </a:cubicBezTo>
                  <a:cubicBezTo>
                    <a:pt x="266" y="959"/>
                    <a:pt x="268" y="955"/>
                    <a:pt x="270" y="950"/>
                  </a:cubicBezTo>
                  <a:cubicBezTo>
                    <a:pt x="272" y="945"/>
                    <a:pt x="273" y="939"/>
                    <a:pt x="275" y="934"/>
                  </a:cubicBezTo>
                  <a:cubicBezTo>
                    <a:pt x="277" y="928"/>
                    <a:pt x="280" y="924"/>
                    <a:pt x="283" y="918"/>
                  </a:cubicBezTo>
                  <a:cubicBezTo>
                    <a:pt x="285" y="913"/>
                    <a:pt x="287" y="909"/>
                    <a:pt x="289" y="905"/>
                  </a:cubicBezTo>
                  <a:cubicBezTo>
                    <a:pt x="290" y="902"/>
                    <a:pt x="292" y="898"/>
                    <a:pt x="294" y="895"/>
                  </a:cubicBezTo>
                  <a:cubicBezTo>
                    <a:pt x="296" y="891"/>
                    <a:pt x="298" y="885"/>
                    <a:pt x="300" y="881"/>
                  </a:cubicBezTo>
                  <a:cubicBezTo>
                    <a:pt x="303" y="877"/>
                    <a:pt x="306" y="873"/>
                    <a:pt x="309" y="869"/>
                  </a:cubicBezTo>
                  <a:cubicBezTo>
                    <a:pt x="321" y="848"/>
                    <a:pt x="336" y="829"/>
                    <a:pt x="352" y="810"/>
                  </a:cubicBezTo>
                  <a:cubicBezTo>
                    <a:pt x="370" y="788"/>
                    <a:pt x="391" y="762"/>
                    <a:pt x="413" y="740"/>
                  </a:cubicBezTo>
                  <a:cubicBezTo>
                    <a:pt x="438" y="717"/>
                    <a:pt x="467" y="697"/>
                    <a:pt x="499" y="669"/>
                  </a:cubicBezTo>
                  <a:cubicBezTo>
                    <a:pt x="518" y="652"/>
                    <a:pt x="579" y="605"/>
                    <a:pt x="598" y="585"/>
                  </a:cubicBezTo>
                  <a:cubicBezTo>
                    <a:pt x="616" y="568"/>
                    <a:pt x="639" y="552"/>
                    <a:pt x="656" y="532"/>
                  </a:cubicBezTo>
                  <a:cubicBezTo>
                    <a:pt x="680" y="505"/>
                    <a:pt x="693" y="480"/>
                    <a:pt x="714" y="447"/>
                  </a:cubicBezTo>
                  <a:cubicBezTo>
                    <a:pt x="731" y="422"/>
                    <a:pt x="754" y="397"/>
                    <a:pt x="768" y="367"/>
                  </a:cubicBezTo>
                  <a:cubicBezTo>
                    <a:pt x="856" y="187"/>
                    <a:pt x="808" y="11"/>
                    <a:pt x="805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3" name="Freeform 1900">
              <a:extLst>
                <a:ext uri="{FF2B5EF4-FFF2-40B4-BE49-F238E27FC236}">
                  <a16:creationId xmlns:a16="http://schemas.microsoft.com/office/drawing/2014/main" id="{D7D51A66-8012-4834-8472-7BD69C23A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824"/>
              <a:ext cx="2293" cy="3082"/>
            </a:xfrm>
            <a:custGeom>
              <a:avLst/>
              <a:gdLst>
                <a:gd name="T0" fmla="*/ 13088 w 917"/>
                <a:gd name="T1" fmla="*/ 62 h 1233"/>
                <a:gd name="T2" fmla="*/ 12993 w 917"/>
                <a:gd name="T3" fmla="*/ 1292 h 1233"/>
                <a:gd name="T4" fmla="*/ 12400 w 917"/>
                <a:gd name="T5" fmla="*/ 2855 h 1233"/>
                <a:gd name="T6" fmla="*/ 11805 w 917"/>
                <a:gd name="T7" fmla="*/ 4104 h 1233"/>
                <a:gd name="T8" fmla="*/ 10785 w 917"/>
                <a:gd name="T9" fmla="*/ 5279 h 1233"/>
                <a:gd name="T10" fmla="*/ 9222 w 917"/>
                <a:gd name="T11" fmla="*/ 6916 h 1233"/>
                <a:gd name="T12" fmla="*/ 7334 w 917"/>
                <a:gd name="T13" fmla="*/ 8354 h 1233"/>
                <a:gd name="T14" fmla="*/ 5866 w 917"/>
                <a:gd name="T15" fmla="*/ 9466 h 1233"/>
                <a:gd name="T16" fmla="*/ 5221 w 917"/>
                <a:gd name="T17" fmla="*/ 9933 h 1233"/>
                <a:gd name="T18" fmla="*/ 3396 w 917"/>
                <a:gd name="T19" fmla="*/ 11433 h 1233"/>
                <a:gd name="T20" fmla="*/ 2020 w 917"/>
                <a:gd name="T21" fmla="*/ 13028 h 1233"/>
                <a:gd name="T22" fmla="*/ 813 w 917"/>
                <a:gd name="T23" fmla="*/ 14540 h 1233"/>
                <a:gd name="T24" fmla="*/ 0 w 917"/>
                <a:gd name="T25" fmla="*/ 16445 h 1233"/>
                <a:gd name="T26" fmla="*/ 1083 w 917"/>
                <a:gd name="T27" fmla="*/ 18245 h 1233"/>
                <a:gd name="T28" fmla="*/ 2833 w 917"/>
                <a:gd name="T29" fmla="*/ 19099 h 1233"/>
                <a:gd name="T30" fmla="*/ 4426 w 917"/>
                <a:gd name="T31" fmla="*/ 19132 h 1233"/>
                <a:gd name="T32" fmla="*/ 5709 w 917"/>
                <a:gd name="T33" fmla="*/ 18524 h 1233"/>
                <a:gd name="T34" fmla="*/ 5709 w 917"/>
                <a:gd name="T35" fmla="*/ 18524 h 1233"/>
                <a:gd name="T36" fmla="*/ 5709 w 917"/>
                <a:gd name="T37" fmla="*/ 18537 h 1233"/>
                <a:gd name="T38" fmla="*/ 7054 w 917"/>
                <a:gd name="T39" fmla="*/ 16432 h 1233"/>
                <a:gd name="T40" fmla="*/ 7784 w 917"/>
                <a:gd name="T41" fmla="*/ 14445 h 1233"/>
                <a:gd name="T42" fmla="*/ 8522 w 917"/>
                <a:gd name="T43" fmla="*/ 12995 h 1233"/>
                <a:gd name="T44" fmla="*/ 9647 w 917"/>
                <a:gd name="T45" fmla="*/ 11746 h 1233"/>
                <a:gd name="T46" fmla="*/ 10867 w 917"/>
                <a:gd name="T47" fmla="*/ 10321 h 1233"/>
                <a:gd name="T48" fmla="*/ 11838 w 917"/>
                <a:gd name="T49" fmla="*/ 9258 h 1233"/>
                <a:gd name="T50" fmla="*/ 12725 w 917"/>
                <a:gd name="T51" fmla="*/ 7821 h 1233"/>
                <a:gd name="T52" fmla="*/ 13430 w 917"/>
                <a:gd name="T53" fmla="*/ 6654 h 1233"/>
                <a:gd name="T54" fmla="*/ 14243 w 917"/>
                <a:gd name="T55" fmla="*/ 2387 h 1233"/>
                <a:gd name="T56" fmla="*/ 14226 w 917"/>
                <a:gd name="T57" fmla="*/ 2375 h 1233"/>
                <a:gd name="T58" fmla="*/ 14226 w 917"/>
                <a:gd name="T59" fmla="*/ 2375 h 1233"/>
                <a:gd name="T60" fmla="*/ 13931 w 917"/>
                <a:gd name="T61" fmla="*/ 0 h 123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17" h="1233">
                  <a:moveTo>
                    <a:pt x="837" y="4"/>
                  </a:moveTo>
                  <a:cubicBezTo>
                    <a:pt x="838" y="30"/>
                    <a:pt x="836" y="56"/>
                    <a:pt x="831" y="83"/>
                  </a:cubicBezTo>
                  <a:cubicBezTo>
                    <a:pt x="826" y="114"/>
                    <a:pt x="809" y="147"/>
                    <a:pt x="793" y="183"/>
                  </a:cubicBezTo>
                  <a:cubicBezTo>
                    <a:pt x="781" y="208"/>
                    <a:pt x="774" y="234"/>
                    <a:pt x="755" y="263"/>
                  </a:cubicBezTo>
                  <a:cubicBezTo>
                    <a:pt x="738" y="290"/>
                    <a:pt x="713" y="312"/>
                    <a:pt x="690" y="338"/>
                  </a:cubicBezTo>
                  <a:cubicBezTo>
                    <a:pt x="658" y="373"/>
                    <a:pt x="627" y="411"/>
                    <a:pt x="590" y="443"/>
                  </a:cubicBezTo>
                  <a:cubicBezTo>
                    <a:pt x="548" y="479"/>
                    <a:pt x="508" y="506"/>
                    <a:pt x="469" y="535"/>
                  </a:cubicBezTo>
                  <a:cubicBezTo>
                    <a:pt x="434" y="560"/>
                    <a:pt x="400" y="589"/>
                    <a:pt x="375" y="606"/>
                  </a:cubicBezTo>
                  <a:cubicBezTo>
                    <a:pt x="361" y="616"/>
                    <a:pt x="348" y="626"/>
                    <a:pt x="334" y="636"/>
                  </a:cubicBezTo>
                  <a:cubicBezTo>
                    <a:pt x="293" y="668"/>
                    <a:pt x="254" y="696"/>
                    <a:pt x="217" y="732"/>
                  </a:cubicBezTo>
                  <a:cubicBezTo>
                    <a:pt x="185" y="763"/>
                    <a:pt x="156" y="801"/>
                    <a:pt x="129" y="834"/>
                  </a:cubicBezTo>
                  <a:cubicBezTo>
                    <a:pt x="100" y="868"/>
                    <a:pt x="72" y="899"/>
                    <a:pt x="52" y="931"/>
                  </a:cubicBezTo>
                  <a:cubicBezTo>
                    <a:pt x="24" y="977"/>
                    <a:pt x="9" y="1023"/>
                    <a:pt x="0" y="1053"/>
                  </a:cubicBezTo>
                  <a:cubicBezTo>
                    <a:pt x="9" y="1083"/>
                    <a:pt x="30" y="1131"/>
                    <a:pt x="69" y="1168"/>
                  </a:cubicBezTo>
                  <a:cubicBezTo>
                    <a:pt x="98" y="1194"/>
                    <a:pt x="138" y="1213"/>
                    <a:pt x="181" y="1223"/>
                  </a:cubicBezTo>
                  <a:cubicBezTo>
                    <a:pt x="212" y="1231"/>
                    <a:pt x="246" y="1233"/>
                    <a:pt x="283" y="1225"/>
                  </a:cubicBezTo>
                  <a:cubicBezTo>
                    <a:pt x="319" y="1218"/>
                    <a:pt x="346" y="1204"/>
                    <a:pt x="365" y="1186"/>
                  </a:cubicBezTo>
                  <a:cubicBezTo>
                    <a:pt x="365" y="1186"/>
                    <a:pt x="365" y="1186"/>
                    <a:pt x="365" y="1186"/>
                  </a:cubicBezTo>
                  <a:cubicBezTo>
                    <a:pt x="365" y="1187"/>
                    <a:pt x="365" y="1187"/>
                    <a:pt x="365" y="1187"/>
                  </a:cubicBezTo>
                  <a:cubicBezTo>
                    <a:pt x="402" y="1158"/>
                    <a:pt x="437" y="1085"/>
                    <a:pt x="451" y="1052"/>
                  </a:cubicBezTo>
                  <a:cubicBezTo>
                    <a:pt x="465" y="1017"/>
                    <a:pt x="473" y="980"/>
                    <a:pt x="498" y="925"/>
                  </a:cubicBezTo>
                  <a:cubicBezTo>
                    <a:pt x="511" y="895"/>
                    <a:pt x="529" y="856"/>
                    <a:pt x="545" y="832"/>
                  </a:cubicBezTo>
                  <a:cubicBezTo>
                    <a:pt x="567" y="799"/>
                    <a:pt x="590" y="782"/>
                    <a:pt x="617" y="752"/>
                  </a:cubicBezTo>
                  <a:cubicBezTo>
                    <a:pt x="641" y="725"/>
                    <a:pt x="668" y="691"/>
                    <a:pt x="695" y="661"/>
                  </a:cubicBezTo>
                  <a:cubicBezTo>
                    <a:pt x="716" y="637"/>
                    <a:pt x="737" y="619"/>
                    <a:pt x="757" y="593"/>
                  </a:cubicBezTo>
                  <a:cubicBezTo>
                    <a:pt x="777" y="567"/>
                    <a:pt x="796" y="531"/>
                    <a:pt x="814" y="501"/>
                  </a:cubicBezTo>
                  <a:cubicBezTo>
                    <a:pt x="830" y="475"/>
                    <a:pt x="846" y="455"/>
                    <a:pt x="859" y="426"/>
                  </a:cubicBezTo>
                  <a:cubicBezTo>
                    <a:pt x="895" y="346"/>
                    <a:pt x="917" y="256"/>
                    <a:pt x="911" y="153"/>
                  </a:cubicBezTo>
                  <a:cubicBezTo>
                    <a:pt x="910" y="152"/>
                    <a:pt x="910" y="152"/>
                    <a:pt x="910" y="152"/>
                  </a:cubicBezTo>
                  <a:cubicBezTo>
                    <a:pt x="910" y="152"/>
                    <a:pt x="910" y="152"/>
                    <a:pt x="910" y="152"/>
                  </a:cubicBezTo>
                  <a:cubicBezTo>
                    <a:pt x="911" y="62"/>
                    <a:pt x="891" y="0"/>
                    <a:pt x="891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20B0D7E4-39C5-461F-8B86-98CD07B4BE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Arteries (5)</a:t>
            </a:r>
          </a:p>
        </p:txBody>
      </p:sp>
      <p:grpSp>
        <p:nvGrpSpPr>
          <p:cNvPr id="19458" name="Artery-Cross-Section-Diagram">
            <a:extLst>
              <a:ext uri="{FF2B5EF4-FFF2-40B4-BE49-F238E27FC236}">
                <a16:creationId xmlns:a16="http://schemas.microsoft.com/office/drawing/2014/main" id="{C1E220D5-D386-4089-A9FD-74FF8AA31FB1}"/>
              </a:ext>
            </a:extLst>
          </p:cNvPr>
          <p:cNvGrpSpPr>
            <a:grpSpLocks/>
          </p:cNvGrpSpPr>
          <p:nvPr/>
        </p:nvGrpSpPr>
        <p:grpSpPr bwMode="auto">
          <a:xfrm>
            <a:off x="5753100" y="1146175"/>
            <a:ext cx="3992563" cy="5189538"/>
            <a:chOff x="2664" y="722"/>
            <a:chExt cx="2515" cy="3269"/>
          </a:xfrm>
        </p:grpSpPr>
        <p:sp>
          <p:nvSpPr>
            <p:cNvPr id="51923" name="Freeform 4">
              <a:extLst>
                <a:ext uri="{FF2B5EF4-FFF2-40B4-BE49-F238E27FC236}">
                  <a16:creationId xmlns:a16="http://schemas.microsoft.com/office/drawing/2014/main" id="{E0812C6F-CB40-42AA-BD02-564D52926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501"/>
              <a:ext cx="929" cy="570"/>
            </a:xfrm>
            <a:custGeom>
              <a:avLst/>
              <a:gdLst>
                <a:gd name="T0" fmla="*/ 1993 w 453"/>
                <a:gd name="T1" fmla="*/ 0 h 261"/>
                <a:gd name="T2" fmla="*/ 812 w 453"/>
                <a:gd name="T3" fmla="*/ 476 h 261"/>
                <a:gd name="T4" fmla="*/ 0 w 453"/>
                <a:gd name="T5" fmla="*/ 2719 h 261"/>
                <a:gd name="T6" fmla="*/ 304 w 453"/>
                <a:gd name="T7" fmla="*/ 2719 h 261"/>
                <a:gd name="T8" fmla="*/ 328 w 453"/>
                <a:gd name="T9" fmla="*/ 2385 h 261"/>
                <a:gd name="T10" fmla="*/ 1009 w 453"/>
                <a:gd name="T11" fmla="*/ 740 h 261"/>
                <a:gd name="T12" fmla="*/ 1993 w 453"/>
                <a:gd name="T13" fmla="*/ 343 h 261"/>
                <a:gd name="T14" fmla="*/ 3267 w 453"/>
                <a:gd name="T15" fmla="*/ 1197 h 261"/>
                <a:gd name="T16" fmla="*/ 3605 w 453"/>
                <a:gd name="T17" fmla="*/ 2385 h 261"/>
                <a:gd name="T18" fmla="*/ 3613 w 453"/>
                <a:gd name="T19" fmla="*/ 2719 h 261"/>
                <a:gd name="T20" fmla="*/ 3907 w 453"/>
                <a:gd name="T21" fmla="*/ 2719 h 261"/>
                <a:gd name="T22" fmla="*/ 3538 w 453"/>
                <a:gd name="T23" fmla="*/ 1031 h 261"/>
                <a:gd name="T24" fmla="*/ 1993 w 453"/>
                <a:gd name="T25" fmla="*/ 0 h 2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3" h="261">
                  <a:moveTo>
                    <a:pt x="231" y="0"/>
                  </a:moveTo>
                  <a:cubicBezTo>
                    <a:pt x="184" y="0"/>
                    <a:pt x="135" y="12"/>
                    <a:pt x="94" y="46"/>
                  </a:cubicBezTo>
                  <a:cubicBezTo>
                    <a:pt x="34" y="96"/>
                    <a:pt x="0" y="184"/>
                    <a:pt x="0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5" y="254"/>
                    <a:pt x="36" y="241"/>
                    <a:pt x="38" y="229"/>
                  </a:cubicBezTo>
                  <a:cubicBezTo>
                    <a:pt x="45" y="166"/>
                    <a:pt x="75" y="105"/>
                    <a:pt x="117" y="71"/>
                  </a:cubicBezTo>
                  <a:cubicBezTo>
                    <a:pt x="148" y="46"/>
                    <a:pt x="186" y="33"/>
                    <a:pt x="231" y="33"/>
                  </a:cubicBezTo>
                  <a:cubicBezTo>
                    <a:pt x="292" y="34"/>
                    <a:pt x="344" y="63"/>
                    <a:pt x="379" y="115"/>
                  </a:cubicBezTo>
                  <a:cubicBezTo>
                    <a:pt x="401" y="148"/>
                    <a:pt x="414" y="191"/>
                    <a:pt x="418" y="229"/>
                  </a:cubicBezTo>
                  <a:cubicBezTo>
                    <a:pt x="419" y="238"/>
                    <a:pt x="419" y="253"/>
                    <a:pt x="419" y="261"/>
                  </a:cubicBezTo>
                  <a:cubicBezTo>
                    <a:pt x="453" y="261"/>
                    <a:pt x="453" y="261"/>
                    <a:pt x="453" y="261"/>
                  </a:cubicBezTo>
                  <a:cubicBezTo>
                    <a:pt x="453" y="209"/>
                    <a:pt x="440" y="144"/>
                    <a:pt x="410" y="99"/>
                  </a:cubicBezTo>
                  <a:cubicBezTo>
                    <a:pt x="366" y="33"/>
                    <a:pt x="300" y="1"/>
                    <a:pt x="231" y="0"/>
                  </a:cubicBezTo>
                  <a:close/>
                </a:path>
              </a:pathLst>
            </a:custGeom>
            <a:solidFill>
              <a:srgbClr val="F9C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24" name="Freeform 5">
              <a:extLst>
                <a:ext uri="{FF2B5EF4-FFF2-40B4-BE49-F238E27FC236}">
                  <a16:creationId xmlns:a16="http://schemas.microsoft.com/office/drawing/2014/main" id="{FF01C820-6E84-4E05-9EF7-A4F700AD6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259"/>
              <a:ext cx="1111" cy="658"/>
            </a:xfrm>
            <a:custGeom>
              <a:avLst/>
              <a:gdLst>
                <a:gd name="T0" fmla="*/ 4178 w 542"/>
                <a:gd name="T1" fmla="*/ 0 h 301"/>
                <a:gd name="T2" fmla="*/ 4159 w 542"/>
                <a:gd name="T3" fmla="*/ 315 h 301"/>
                <a:gd name="T4" fmla="*/ 3479 w 542"/>
                <a:gd name="T5" fmla="*/ 2112 h 301"/>
                <a:gd name="T6" fmla="*/ 2290 w 542"/>
                <a:gd name="T7" fmla="*/ 2538 h 301"/>
                <a:gd name="T8" fmla="*/ 888 w 542"/>
                <a:gd name="T9" fmla="*/ 1620 h 301"/>
                <a:gd name="T10" fmla="*/ 467 w 542"/>
                <a:gd name="T11" fmla="*/ 0 h 301"/>
                <a:gd name="T12" fmla="*/ 8 w 542"/>
                <a:gd name="T13" fmla="*/ 0 h 301"/>
                <a:gd name="T14" fmla="*/ 25 w 542"/>
                <a:gd name="T15" fmla="*/ 334 h 301"/>
                <a:gd name="T16" fmla="*/ 484 w 542"/>
                <a:gd name="T17" fmla="*/ 1930 h 301"/>
                <a:gd name="T18" fmla="*/ 2240 w 542"/>
                <a:gd name="T19" fmla="*/ 3135 h 301"/>
                <a:gd name="T20" fmla="*/ 3782 w 542"/>
                <a:gd name="T21" fmla="*/ 2562 h 301"/>
                <a:gd name="T22" fmla="*/ 4651 w 542"/>
                <a:gd name="T23" fmla="*/ 378 h 301"/>
                <a:gd name="T24" fmla="*/ 4651 w 542"/>
                <a:gd name="T25" fmla="*/ 0 h 301"/>
                <a:gd name="T26" fmla="*/ 4178 w 542"/>
                <a:gd name="T27" fmla="*/ 0 h 3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2" h="301">
                  <a:moveTo>
                    <a:pt x="485" y="0"/>
                  </a:moveTo>
                  <a:cubicBezTo>
                    <a:pt x="485" y="0"/>
                    <a:pt x="486" y="9"/>
                    <a:pt x="483" y="30"/>
                  </a:cubicBezTo>
                  <a:cubicBezTo>
                    <a:pt x="477" y="103"/>
                    <a:pt x="449" y="165"/>
                    <a:pt x="404" y="202"/>
                  </a:cubicBezTo>
                  <a:cubicBezTo>
                    <a:pt x="369" y="231"/>
                    <a:pt x="311" y="244"/>
                    <a:pt x="266" y="243"/>
                  </a:cubicBezTo>
                  <a:cubicBezTo>
                    <a:pt x="201" y="243"/>
                    <a:pt x="141" y="213"/>
                    <a:pt x="103" y="155"/>
                  </a:cubicBezTo>
                  <a:cubicBezTo>
                    <a:pt x="46" y="65"/>
                    <a:pt x="54" y="0"/>
                    <a:pt x="5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1"/>
                    <a:pt x="3" y="32"/>
                  </a:cubicBezTo>
                  <a:cubicBezTo>
                    <a:pt x="5" y="76"/>
                    <a:pt x="25" y="138"/>
                    <a:pt x="56" y="185"/>
                  </a:cubicBezTo>
                  <a:cubicBezTo>
                    <a:pt x="105" y="259"/>
                    <a:pt x="177" y="300"/>
                    <a:pt x="260" y="300"/>
                  </a:cubicBezTo>
                  <a:cubicBezTo>
                    <a:pt x="315" y="301"/>
                    <a:pt x="392" y="284"/>
                    <a:pt x="439" y="245"/>
                  </a:cubicBezTo>
                  <a:cubicBezTo>
                    <a:pt x="496" y="198"/>
                    <a:pt x="532" y="123"/>
                    <a:pt x="540" y="36"/>
                  </a:cubicBezTo>
                  <a:cubicBezTo>
                    <a:pt x="542" y="14"/>
                    <a:pt x="540" y="0"/>
                    <a:pt x="540" y="0"/>
                  </a:cubicBezTo>
                  <a:lnTo>
                    <a:pt x="485" y="0"/>
                  </a:lnTo>
                  <a:close/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25" name="Freeform 6">
              <a:extLst>
                <a:ext uri="{FF2B5EF4-FFF2-40B4-BE49-F238E27FC236}">
                  <a16:creationId xmlns:a16="http://schemas.microsoft.com/office/drawing/2014/main" id="{B6B032FE-449A-4B17-9859-6CC3F3ABB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071"/>
              <a:ext cx="623" cy="1188"/>
            </a:xfrm>
            <a:custGeom>
              <a:avLst/>
              <a:gdLst>
                <a:gd name="T0" fmla="*/ 0 w 304"/>
                <a:gd name="T1" fmla="*/ 0 h 543"/>
                <a:gd name="T2" fmla="*/ 215 w 304"/>
                <a:gd name="T3" fmla="*/ 521 h 543"/>
                <a:gd name="T4" fmla="*/ 369 w 304"/>
                <a:gd name="T5" fmla="*/ 1100 h 543"/>
                <a:gd name="T6" fmla="*/ 648 w 304"/>
                <a:gd name="T7" fmla="*/ 1604 h 543"/>
                <a:gd name="T8" fmla="*/ 853 w 304"/>
                <a:gd name="T9" fmla="*/ 2212 h 543"/>
                <a:gd name="T10" fmla="*/ 1057 w 304"/>
                <a:gd name="T11" fmla="*/ 2555 h 543"/>
                <a:gd name="T12" fmla="*/ 1213 w 304"/>
                <a:gd name="T13" fmla="*/ 3015 h 543"/>
                <a:gd name="T14" fmla="*/ 1412 w 304"/>
                <a:gd name="T15" fmla="*/ 3369 h 543"/>
                <a:gd name="T16" fmla="*/ 1642 w 304"/>
                <a:gd name="T17" fmla="*/ 3824 h 543"/>
                <a:gd name="T18" fmla="*/ 1928 w 304"/>
                <a:gd name="T19" fmla="*/ 4524 h 543"/>
                <a:gd name="T20" fmla="*/ 2230 w 304"/>
                <a:gd name="T21" fmla="*/ 5069 h 543"/>
                <a:gd name="T22" fmla="*/ 2437 w 304"/>
                <a:gd name="T23" fmla="*/ 5686 h 543"/>
                <a:gd name="T24" fmla="*/ 2617 w 304"/>
                <a:gd name="T25" fmla="*/ 5686 h 543"/>
                <a:gd name="T26" fmla="*/ 105 w 304"/>
                <a:gd name="T27" fmla="*/ 0 h 543"/>
                <a:gd name="T28" fmla="*/ 0 w 304"/>
                <a:gd name="T29" fmla="*/ 0 h 5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543">
                  <a:moveTo>
                    <a:pt x="0" y="0"/>
                  </a:moveTo>
                  <a:cubicBezTo>
                    <a:pt x="5" y="17"/>
                    <a:pt x="17" y="31"/>
                    <a:pt x="25" y="50"/>
                  </a:cubicBezTo>
                  <a:cubicBezTo>
                    <a:pt x="32" y="66"/>
                    <a:pt x="35" y="88"/>
                    <a:pt x="43" y="105"/>
                  </a:cubicBezTo>
                  <a:cubicBezTo>
                    <a:pt x="52" y="123"/>
                    <a:pt x="65" y="133"/>
                    <a:pt x="75" y="153"/>
                  </a:cubicBezTo>
                  <a:cubicBezTo>
                    <a:pt x="84" y="171"/>
                    <a:pt x="89" y="193"/>
                    <a:pt x="99" y="211"/>
                  </a:cubicBezTo>
                  <a:cubicBezTo>
                    <a:pt x="105" y="223"/>
                    <a:pt x="116" y="232"/>
                    <a:pt x="123" y="244"/>
                  </a:cubicBezTo>
                  <a:cubicBezTo>
                    <a:pt x="130" y="258"/>
                    <a:pt x="133" y="274"/>
                    <a:pt x="141" y="288"/>
                  </a:cubicBezTo>
                  <a:cubicBezTo>
                    <a:pt x="148" y="301"/>
                    <a:pt x="156" y="307"/>
                    <a:pt x="164" y="322"/>
                  </a:cubicBezTo>
                  <a:cubicBezTo>
                    <a:pt x="171" y="335"/>
                    <a:pt x="185" y="352"/>
                    <a:pt x="191" y="365"/>
                  </a:cubicBezTo>
                  <a:cubicBezTo>
                    <a:pt x="205" y="390"/>
                    <a:pt x="211" y="409"/>
                    <a:pt x="224" y="432"/>
                  </a:cubicBezTo>
                  <a:cubicBezTo>
                    <a:pt x="234" y="450"/>
                    <a:pt x="250" y="466"/>
                    <a:pt x="259" y="484"/>
                  </a:cubicBezTo>
                  <a:cubicBezTo>
                    <a:pt x="270" y="503"/>
                    <a:pt x="274" y="525"/>
                    <a:pt x="283" y="543"/>
                  </a:cubicBezTo>
                  <a:cubicBezTo>
                    <a:pt x="304" y="543"/>
                    <a:pt x="304" y="543"/>
                    <a:pt x="304" y="543"/>
                  </a:cubicBezTo>
                  <a:cubicBezTo>
                    <a:pt x="225" y="394"/>
                    <a:pt x="67" y="135"/>
                    <a:pt x="1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26" name="Freeform 7">
              <a:extLst>
                <a:ext uri="{FF2B5EF4-FFF2-40B4-BE49-F238E27FC236}">
                  <a16:creationId xmlns:a16="http://schemas.microsoft.com/office/drawing/2014/main" id="{0A1A8408-5D31-40D3-A339-F5E726758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071"/>
              <a:ext cx="347" cy="1188"/>
            </a:xfrm>
            <a:custGeom>
              <a:avLst/>
              <a:gdLst>
                <a:gd name="T0" fmla="*/ 1333 w 169"/>
                <a:gd name="T1" fmla="*/ 5686 h 543"/>
                <a:gd name="T2" fmla="*/ 0 w 169"/>
                <a:gd name="T3" fmla="*/ 0 h 543"/>
                <a:gd name="T4" fmla="*/ 105 w 169"/>
                <a:gd name="T5" fmla="*/ 0 h 543"/>
                <a:gd name="T6" fmla="*/ 181 w 169"/>
                <a:gd name="T7" fmla="*/ 484 h 543"/>
                <a:gd name="T8" fmla="*/ 345 w 169"/>
                <a:gd name="T9" fmla="*/ 1225 h 543"/>
                <a:gd name="T10" fmla="*/ 468 w 169"/>
                <a:gd name="T11" fmla="*/ 1748 h 543"/>
                <a:gd name="T12" fmla="*/ 581 w 169"/>
                <a:gd name="T13" fmla="*/ 2461 h 543"/>
                <a:gd name="T14" fmla="*/ 717 w 169"/>
                <a:gd name="T15" fmla="*/ 2986 h 543"/>
                <a:gd name="T16" fmla="*/ 873 w 169"/>
                <a:gd name="T17" fmla="*/ 3704 h 543"/>
                <a:gd name="T18" fmla="*/ 1101 w 169"/>
                <a:gd name="T19" fmla="*/ 4380 h 543"/>
                <a:gd name="T20" fmla="*/ 1222 w 169"/>
                <a:gd name="T21" fmla="*/ 4953 h 543"/>
                <a:gd name="T22" fmla="*/ 1462 w 169"/>
                <a:gd name="T23" fmla="*/ 5686 h 543"/>
                <a:gd name="T24" fmla="*/ 1333 w 169"/>
                <a:gd name="T25" fmla="*/ 5686 h 5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543">
                  <a:moveTo>
                    <a:pt x="154" y="543"/>
                  </a:moveTo>
                  <a:cubicBezTo>
                    <a:pt x="76" y="349"/>
                    <a:pt x="20" y="106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4" y="11"/>
                    <a:pt x="16" y="29"/>
                    <a:pt x="21" y="46"/>
                  </a:cubicBezTo>
                  <a:cubicBezTo>
                    <a:pt x="27" y="65"/>
                    <a:pt x="32" y="91"/>
                    <a:pt x="40" y="117"/>
                  </a:cubicBezTo>
                  <a:cubicBezTo>
                    <a:pt x="46" y="135"/>
                    <a:pt x="47" y="147"/>
                    <a:pt x="54" y="167"/>
                  </a:cubicBezTo>
                  <a:cubicBezTo>
                    <a:pt x="60" y="186"/>
                    <a:pt x="61" y="216"/>
                    <a:pt x="67" y="235"/>
                  </a:cubicBezTo>
                  <a:cubicBezTo>
                    <a:pt x="73" y="251"/>
                    <a:pt x="77" y="269"/>
                    <a:pt x="83" y="285"/>
                  </a:cubicBezTo>
                  <a:cubicBezTo>
                    <a:pt x="93" y="313"/>
                    <a:pt x="91" y="325"/>
                    <a:pt x="101" y="354"/>
                  </a:cubicBezTo>
                  <a:cubicBezTo>
                    <a:pt x="109" y="376"/>
                    <a:pt x="120" y="399"/>
                    <a:pt x="127" y="418"/>
                  </a:cubicBezTo>
                  <a:cubicBezTo>
                    <a:pt x="133" y="436"/>
                    <a:pt x="135" y="457"/>
                    <a:pt x="141" y="473"/>
                  </a:cubicBezTo>
                  <a:cubicBezTo>
                    <a:pt x="158" y="520"/>
                    <a:pt x="169" y="543"/>
                    <a:pt x="169" y="543"/>
                  </a:cubicBezTo>
                  <a:lnTo>
                    <a:pt x="154" y="543"/>
                  </a:ln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27" name="Freeform 8">
              <a:extLst>
                <a:ext uri="{FF2B5EF4-FFF2-40B4-BE49-F238E27FC236}">
                  <a16:creationId xmlns:a16="http://schemas.microsoft.com/office/drawing/2014/main" id="{D1F2854D-E342-4D9E-8E83-015DAAF67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071"/>
              <a:ext cx="711" cy="1188"/>
            </a:xfrm>
            <a:custGeom>
              <a:avLst/>
              <a:gdLst>
                <a:gd name="T0" fmla="*/ 0 w 347"/>
                <a:gd name="T1" fmla="*/ 0 h 543"/>
                <a:gd name="T2" fmla="*/ 2510 w 347"/>
                <a:gd name="T3" fmla="*/ 5686 h 543"/>
                <a:gd name="T4" fmla="*/ 2985 w 347"/>
                <a:gd name="T5" fmla="*/ 5686 h 543"/>
                <a:gd name="T6" fmla="*/ 395 w 347"/>
                <a:gd name="T7" fmla="*/ 0 h 543"/>
                <a:gd name="T8" fmla="*/ 0 w 347"/>
                <a:gd name="T9" fmla="*/ 0 h 5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7" h="543">
                  <a:moveTo>
                    <a:pt x="0" y="0"/>
                  </a:moveTo>
                  <a:cubicBezTo>
                    <a:pt x="55" y="135"/>
                    <a:pt x="213" y="394"/>
                    <a:pt x="292" y="543"/>
                  </a:cubicBezTo>
                  <a:cubicBezTo>
                    <a:pt x="347" y="543"/>
                    <a:pt x="347" y="543"/>
                    <a:pt x="347" y="543"/>
                  </a:cubicBezTo>
                  <a:cubicBezTo>
                    <a:pt x="259" y="400"/>
                    <a:pt x="87" y="121"/>
                    <a:pt x="4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28" name="Freeform 9">
              <a:extLst>
                <a:ext uri="{FF2B5EF4-FFF2-40B4-BE49-F238E27FC236}">
                  <a16:creationId xmlns:a16="http://schemas.microsoft.com/office/drawing/2014/main" id="{80FB6CC0-32BD-4EDB-A46E-81EEC502A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071"/>
              <a:ext cx="408" cy="1188"/>
            </a:xfrm>
            <a:custGeom>
              <a:avLst/>
              <a:gdLst>
                <a:gd name="T0" fmla="*/ 1257 w 199"/>
                <a:gd name="T1" fmla="*/ 5686 h 543"/>
                <a:gd name="T2" fmla="*/ 0 w 199"/>
                <a:gd name="T3" fmla="*/ 0 h 543"/>
                <a:gd name="T4" fmla="*/ 387 w 199"/>
                <a:gd name="T5" fmla="*/ 0 h 543"/>
                <a:gd name="T6" fmla="*/ 1716 w 199"/>
                <a:gd name="T7" fmla="*/ 5686 h 543"/>
                <a:gd name="T8" fmla="*/ 1257 w 199"/>
                <a:gd name="T9" fmla="*/ 5686 h 5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543">
                  <a:moveTo>
                    <a:pt x="146" y="543"/>
                  </a:moveTo>
                  <a:cubicBezTo>
                    <a:pt x="64" y="364"/>
                    <a:pt x="22" y="103"/>
                    <a:pt x="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65" y="106"/>
                    <a:pt x="121" y="349"/>
                    <a:pt x="199" y="543"/>
                  </a:cubicBezTo>
                  <a:lnTo>
                    <a:pt x="146" y="543"/>
                  </a:lnTo>
                  <a:close/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29" name="Freeform 10">
              <a:extLst>
                <a:ext uri="{FF2B5EF4-FFF2-40B4-BE49-F238E27FC236}">
                  <a16:creationId xmlns:a16="http://schemas.microsoft.com/office/drawing/2014/main" id="{E53BEB0E-3786-4C31-B29A-9F1A0673E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673"/>
              <a:ext cx="601" cy="398"/>
            </a:xfrm>
            <a:custGeom>
              <a:avLst/>
              <a:gdLst>
                <a:gd name="T0" fmla="*/ 2529 w 293"/>
                <a:gd name="T1" fmla="*/ 1903 h 182"/>
                <a:gd name="T2" fmla="*/ 2521 w 293"/>
                <a:gd name="T3" fmla="*/ 1631 h 182"/>
                <a:gd name="T4" fmla="*/ 2521 w 293"/>
                <a:gd name="T5" fmla="*/ 1612 h 182"/>
                <a:gd name="T6" fmla="*/ 2250 w 293"/>
                <a:gd name="T7" fmla="*/ 649 h 182"/>
                <a:gd name="T8" fmla="*/ 1296 w 293"/>
                <a:gd name="T9" fmla="*/ 0 h 182"/>
                <a:gd name="T10" fmla="*/ 568 w 293"/>
                <a:gd name="T11" fmla="*/ 282 h 182"/>
                <a:gd name="T12" fmla="*/ 88 w 293"/>
                <a:gd name="T13" fmla="*/ 1253 h 182"/>
                <a:gd name="T14" fmla="*/ 0 w 293"/>
                <a:gd name="T15" fmla="*/ 1903 h 182"/>
                <a:gd name="T16" fmla="*/ 105 w 293"/>
                <a:gd name="T17" fmla="*/ 1903 h 182"/>
                <a:gd name="T18" fmla="*/ 156 w 293"/>
                <a:gd name="T19" fmla="*/ 1253 h 182"/>
                <a:gd name="T20" fmla="*/ 336 w 293"/>
                <a:gd name="T21" fmla="*/ 846 h 182"/>
                <a:gd name="T22" fmla="*/ 640 w 293"/>
                <a:gd name="T23" fmla="*/ 378 h 182"/>
                <a:gd name="T24" fmla="*/ 1036 w 293"/>
                <a:gd name="T25" fmla="*/ 186 h 182"/>
                <a:gd name="T26" fmla="*/ 1296 w 293"/>
                <a:gd name="T27" fmla="*/ 105 h 182"/>
                <a:gd name="T28" fmla="*/ 1717 w 293"/>
                <a:gd name="T29" fmla="*/ 262 h 182"/>
                <a:gd name="T30" fmla="*/ 2166 w 293"/>
                <a:gd name="T31" fmla="*/ 660 h 182"/>
                <a:gd name="T32" fmla="*/ 2289 w 293"/>
                <a:gd name="T33" fmla="*/ 1076 h 182"/>
                <a:gd name="T34" fmla="*/ 2406 w 293"/>
                <a:gd name="T35" fmla="*/ 1435 h 182"/>
                <a:gd name="T36" fmla="*/ 2422 w 293"/>
                <a:gd name="T37" fmla="*/ 1903 h 182"/>
                <a:gd name="T38" fmla="*/ 2529 w 293"/>
                <a:gd name="T39" fmla="*/ 1903 h 18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3" h="182">
                  <a:moveTo>
                    <a:pt x="293" y="182"/>
                  </a:moveTo>
                  <a:cubicBezTo>
                    <a:pt x="293" y="165"/>
                    <a:pt x="292" y="158"/>
                    <a:pt x="292" y="156"/>
                  </a:cubicBezTo>
                  <a:cubicBezTo>
                    <a:pt x="292" y="155"/>
                    <a:pt x="292" y="154"/>
                    <a:pt x="292" y="154"/>
                  </a:cubicBezTo>
                  <a:cubicBezTo>
                    <a:pt x="289" y="122"/>
                    <a:pt x="277" y="86"/>
                    <a:pt x="261" y="62"/>
                  </a:cubicBezTo>
                  <a:cubicBezTo>
                    <a:pt x="234" y="22"/>
                    <a:pt x="196" y="1"/>
                    <a:pt x="150" y="0"/>
                  </a:cubicBezTo>
                  <a:cubicBezTo>
                    <a:pt x="116" y="0"/>
                    <a:pt x="89" y="9"/>
                    <a:pt x="66" y="27"/>
                  </a:cubicBezTo>
                  <a:cubicBezTo>
                    <a:pt x="41" y="48"/>
                    <a:pt x="21" y="82"/>
                    <a:pt x="10" y="120"/>
                  </a:cubicBezTo>
                  <a:cubicBezTo>
                    <a:pt x="5" y="138"/>
                    <a:pt x="0" y="172"/>
                    <a:pt x="0" y="182"/>
                  </a:cubicBezTo>
                  <a:cubicBezTo>
                    <a:pt x="12" y="182"/>
                    <a:pt x="12" y="182"/>
                    <a:pt x="12" y="182"/>
                  </a:cubicBezTo>
                  <a:cubicBezTo>
                    <a:pt x="13" y="163"/>
                    <a:pt x="14" y="135"/>
                    <a:pt x="18" y="120"/>
                  </a:cubicBezTo>
                  <a:cubicBezTo>
                    <a:pt x="22" y="107"/>
                    <a:pt x="33" y="93"/>
                    <a:pt x="39" y="81"/>
                  </a:cubicBezTo>
                  <a:cubicBezTo>
                    <a:pt x="49" y="63"/>
                    <a:pt x="61" y="47"/>
                    <a:pt x="74" y="36"/>
                  </a:cubicBezTo>
                  <a:cubicBezTo>
                    <a:pt x="87" y="25"/>
                    <a:pt x="102" y="21"/>
                    <a:pt x="120" y="18"/>
                  </a:cubicBezTo>
                  <a:cubicBezTo>
                    <a:pt x="129" y="16"/>
                    <a:pt x="140" y="10"/>
                    <a:pt x="150" y="10"/>
                  </a:cubicBezTo>
                  <a:cubicBezTo>
                    <a:pt x="165" y="10"/>
                    <a:pt x="186" y="20"/>
                    <a:pt x="199" y="25"/>
                  </a:cubicBezTo>
                  <a:cubicBezTo>
                    <a:pt x="221" y="34"/>
                    <a:pt x="236" y="41"/>
                    <a:pt x="251" y="63"/>
                  </a:cubicBezTo>
                  <a:cubicBezTo>
                    <a:pt x="257" y="72"/>
                    <a:pt x="261" y="91"/>
                    <a:pt x="265" y="103"/>
                  </a:cubicBezTo>
                  <a:cubicBezTo>
                    <a:pt x="269" y="114"/>
                    <a:pt x="276" y="125"/>
                    <a:pt x="279" y="137"/>
                  </a:cubicBezTo>
                  <a:cubicBezTo>
                    <a:pt x="282" y="152"/>
                    <a:pt x="280" y="171"/>
                    <a:pt x="281" y="182"/>
                  </a:cubicBezTo>
                  <a:lnTo>
                    <a:pt x="293" y="182"/>
                  </a:lnTo>
                  <a:close/>
                </a:path>
              </a:pathLst>
            </a:custGeom>
            <a:solidFill>
              <a:srgbClr val="A14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30" name="Freeform 11">
              <a:extLst>
                <a:ext uri="{FF2B5EF4-FFF2-40B4-BE49-F238E27FC236}">
                  <a16:creationId xmlns:a16="http://schemas.microsoft.com/office/drawing/2014/main" id="{7CB383BE-ECFE-421D-A270-E7AEAA351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573"/>
              <a:ext cx="787" cy="498"/>
            </a:xfrm>
            <a:custGeom>
              <a:avLst/>
              <a:gdLst>
                <a:gd name="T0" fmla="*/ 3298 w 384"/>
                <a:gd name="T1" fmla="*/ 2042 h 228"/>
                <a:gd name="T2" fmla="*/ 2961 w 384"/>
                <a:gd name="T3" fmla="*/ 854 h 228"/>
                <a:gd name="T4" fmla="*/ 1689 w 384"/>
                <a:gd name="T5" fmla="*/ 0 h 228"/>
                <a:gd name="T6" fmla="*/ 705 w 384"/>
                <a:gd name="T7" fmla="*/ 395 h 228"/>
                <a:gd name="T8" fmla="*/ 25 w 384"/>
                <a:gd name="T9" fmla="*/ 2042 h 228"/>
                <a:gd name="T10" fmla="*/ 0 w 384"/>
                <a:gd name="T11" fmla="*/ 2376 h 228"/>
                <a:gd name="T12" fmla="*/ 387 w 384"/>
                <a:gd name="T13" fmla="*/ 2376 h 228"/>
                <a:gd name="T14" fmla="*/ 475 w 384"/>
                <a:gd name="T15" fmla="*/ 1732 h 228"/>
                <a:gd name="T16" fmla="*/ 953 w 384"/>
                <a:gd name="T17" fmla="*/ 758 h 228"/>
                <a:gd name="T18" fmla="*/ 1681 w 384"/>
                <a:gd name="T19" fmla="*/ 476 h 228"/>
                <a:gd name="T20" fmla="*/ 2634 w 384"/>
                <a:gd name="T21" fmla="*/ 1125 h 228"/>
                <a:gd name="T22" fmla="*/ 2902 w 384"/>
                <a:gd name="T23" fmla="*/ 2086 h 228"/>
                <a:gd name="T24" fmla="*/ 2902 w 384"/>
                <a:gd name="T25" fmla="*/ 2103 h 228"/>
                <a:gd name="T26" fmla="*/ 2910 w 384"/>
                <a:gd name="T27" fmla="*/ 2376 h 228"/>
                <a:gd name="T28" fmla="*/ 3306 w 384"/>
                <a:gd name="T29" fmla="*/ 2376 h 228"/>
                <a:gd name="T30" fmla="*/ 3298 w 384"/>
                <a:gd name="T31" fmla="*/ 2042 h 2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4" h="228">
                  <a:moveTo>
                    <a:pt x="383" y="196"/>
                  </a:moveTo>
                  <a:cubicBezTo>
                    <a:pt x="379" y="158"/>
                    <a:pt x="366" y="115"/>
                    <a:pt x="344" y="82"/>
                  </a:cubicBezTo>
                  <a:cubicBezTo>
                    <a:pt x="309" y="30"/>
                    <a:pt x="257" y="1"/>
                    <a:pt x="196" y="0"/>
                  </a:cubicBezTo>
                  <a:cubicBezTo>
                    <a:pt x="151" y="0"/>
                    <a:pt x="113" y="13"/>
                    <a:pt x="82" y="38"/>
                  </a:cubicBezTo>
                  <a:cubicBezTo>
                    <a:pt x="40" y="72"/>
                    <a:pt x="10" y="133"/>
                    <a:pt x="3" y="196"/>
                  </a:cubicBezTo>
                  <a:cubicBezTo>
                    <a:pt x="1" y="208"/>
                    <a:pt x="0" y="221"/>
                    <a:pt x="0" y="228"/>
                  </a:cubicBezTo>
                  <a:cubicBezTo>
                    <a:pt x="45" y="228"/>
                    <a:pt x="45" y="228"/>
                    <a:pt x="45" y="228"/>
                  </a:cubicBezTo>
                  <a:cubicBezTo>
                    <a:pt x="45" y="218"/>
                    <a:pt x="50" y="184"/>
                    <a:pt x="55" y="166"/>
                  </a:cubicBezTo>
                  <a:cubicBezTo>
                    <a:pt x="66" y="128"/>
                    <a:pt x="86" y="94"/>
                    <a:pt x="111" y="73"/>
                  </a:cubicBezTo>
                  <a:cubicBezTo>
                    <a:pt x="134" y="55"/>
                    <a:pt x="161" y="46"/>
                    <a:pt x="195" y="46"/>
                  </a:cubicBezTo>
                  <a:cubicBezTo>
                    <a:pt x="241" y="47"/>
                    <a:pt x="279" y="68"/>
                    <a:pt x="306" y="108"/>
                  </a:cubicBezTo>
                  <a:cubicBezTo>
                    <a:pt x="322" y="132"/>
                    <a:pt x="334" y="168"/>
                    <a:pt x="337" y="200"/>
                  </a:cubicBezTo>
                  <a:cubicBezTo>
                    <a:pt x="337" y="200"/>
                    <a:pt x="337" y="201"/>
                    <a:pt x="337" y="202"/>
                  </a:cubicBezTo>
                  <a:cubicBezTo>
                    <a:pt x="337" y="204"/>
                    <a:pt x="338" y="211"/>
                    <a:pt x="338" y="228"/>
                  </a:cubicBezTo>
                  <a:cubicBezTo>
                    <a:pt x="384" y="228"/>
                    <a:pt x="384" y="228"/>
                    <a:pt x="384" y="228"/>
                  </a:cubicBezTo>
                  <a:cubicBezTo>
                    <a:pt x="384" y="220"/>
                    <a:pt x="384" y="205"/>
                    <a:pt x="383" y="196"/>
                  </a:cubicBezTo>
                  <a:close/>
                </a:path>
              </a:pathLst>
            </a:custGeom>
            <a:solidFill>
              <a:srgbClr val="F5B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31" name="Freeform 12">
              <a:extLst>
                <a:ext uri="{FF2B5EF4-FFF2-40B4-BE49-F238E27FC236}">
                  <a16:creationId xmlns:a16="http://schemas.microsoft.com/office/drawing/2014/main" id="{79B8E240-0E75-4BC5-94F4-31AA6BD33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259"/>
              <a:ext cx="1263" cy="732"/>
            </a:xfrm>
            <a:custGeom>
              <a:avLst/>
              <a:gdLst>
                <a:gd name="T0" fmla="*/ 0 w 616"/>
                <a:gd name="T1" fmla="*/ 0 h 335"/>
                <a:gd name="T2" fmla="*/ 576 w 616"/>
                <a:gd name="T3" fmla="*/ 2130 h 335"/>
                <a:gd name="T4" fmla="*/ 2569 w 616"/>
                <a:gd name="T5" fmla="*/ 3485 h 335"/>
                <a:gd name="T6" fmla="*/ 4310 w 616"/>
                <a:gd name="T7" fmla="*/ 2836 h 335"/>
                <a:gd name="T8" fmla="*/ 5310 w 616"/>
                <a:gd name="T9" fmla="*/ 0 h 335"/>
                <a:gd name="T10" fmla="*/ 4990 w 616"/>
                <a:gd name="T11" fmla="*/ 0 h 335"/>
                <a:gd name="T12" fmla="*/ 4990 w 616"/>
                <a:gd name="T13" fmla="*/ 378 h 335"/>
                <a:gd name="T14" fmla="*/ 4119 w 616"/>
                <a:gd name="T15" fmla="*/ 2554 h 335"/>
                <a:gd name="T16" fmla="*/ 2577 w 616"/>
                <a:gd name="T17" fmla="*/ 3131 h 335"/>
                <a:gd name="T18" fmla="*/ 820 w 616"/>
                <a:gd name="T19" fmla="*/ 1929 h 335"/>
                <a:gd name="T20" fmla="*/ 361 w 616"/>
                <a:gd name="T21" fmla="*/ 334 h 335"/>
                <a:gd name="T22" fmla="*/ 344 w 616"/>
                <a:gd name="T23" fmla="*/ 0 h 335"/>
                <a:gd name="T24" fmla="*/ 0 w 616"/>
                <a:gd name="T25" fmla="*/ 0 h 3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6" h="335">
                  <a:moveTo>
                    <a:pt x="0" y="0"/>
                  </a:moveTo>
                  <a:cubicBezTo>
                    <a:pt x="0" y="69"/>
                    <a:pt x="27" y="144"/>
                    <a:pt x="67" y="204"/>
                  </a:cubicBezTo>
                  <a:cubicBezTo>
                    <a:pt x="124" y="291"/>
                    <a:pt x="209" y="333"/>
                    <a:pt x="298" y="334"/>
                  </a:cubicBezTo>
                  <a:cubicBezTo>
                    <a:pt x="360" y="335"/>
                    <a:pt x="446" y="316"/>
                    <a:pt x="500" y="272"/>
                  </a:cubicBezTo>
                  <a:cubicBezTo>
                    <a:pt x="578" y="207"/>
                    <a:pt x="615" y="101"/>
                    <a:pt x="616" y="0"/>
                  </a:cubicBezTo>
                  <a:cubicBezTo>
                    <a:pt x="579" y="0"/>
                    <a:pt x="579" y="0"/>
                    <a:pt x="579" y="0"/>
                  </a:cubicBezTo>
                  <a:cubicBezTo>
                    <a:pt x="579" y="0"/>
                    <a:pt x="581" y="14"/>
                    <a:pt x="579" y="36"/>
                  </a:cubicBezTo>
                  <a:cubicBezTo>
                    <a:pt x="571" y="123"/>
                    <a:pt x="535" y="198"/>
                    <a:pt x="478" y="245"/>
                  </a:cubicBezTo>
                  <a:cubicBezTo>
                    <a:pt x="431" y="284"/>
                    <a:pt x="354" y="301"/>
                    <a:pt x="299" y="300"/>
                  </a:cubicBezTo>
                  <a:cubicBezTo>
                    <a:pt x="216" y="300"/>
                    <a:pt x="144" y="259"/>
                    <a:pt x="95" y="185"/>
                  </a:cubicBezTo>
                  <a:cubicBezTo>
                    <a:pt x="64" y="138"/>
                    <a:pt x="44" y="76"/>
                    <a:pt x="42" y="32"/>
                  </a:cubicBezTo>
                  <a:cubicBezTo>
                    <a:pt x="39" y="11"/>
                    <a:pt x="40" y="0"/>
                    <a:pt x="4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5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32" name="Freeform 13">
              <a:extLst>
                <a:ext uri="{FF2B5EF4-FFF2-40B4-BE49-F238E27FC236}">
                  <a16:creationId xmlns:a16="http://schemas.microsoft.com/office/drawing/2014/main" id="{68B3DB98-B7C1-4124-8D6B-4868D5568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722"/>
              <a:ext cx="1828" cy="2939"/>
            </a:xfrm>
            <a:custGeom>
              <a:avLst/>
              <a:gdLst>
                <a:gd name="T0" fmla="*/ 5338 w 892"/>
                <a:gd name="T1" fmla="*/ 12873 h 1344"/>
                <a:gd name="T2" fmla="*/ 5330 w 892"/>
                <a:gd name="T3" fmla="*/ 12854 h 1344"/>
                <a:gd name="T4" fmla="*/ 5308 w 892"/>
                <a:gd name="T5" fmla="*/ 12768 h 1344"/>
                <a:gd name="T6" fmla="*/ 5300 w 892"/>
                <a:gd name="T7" fmla="*/ 12716 h 1344"/>
                <a:gd name="T8" fmla="*/ 5291 w 892"/>
                <a:gd name="T9" fmla="*/ 12644 h 1344"/>
                <a:gd name="T10" fmla="*/ 5283 w 892"/>
                <a:gd name="T11" fmla="*/ 12580 h 1344"/>
                <a:gd name="T12" fmla="*/ 5275 w 892"/>
                <a:gd name="T13" fmla="*/ 12519 h 1344"/>
                <a:gd name="T14" fmla="*/ 5275 w 892"/>
                <a:gd name="T15" fmla="*/ 12443 h 1344"/>
                <a:gd name="T16" fmla="*/ 5267 w 892"/>
                <a:gd name="T17" fmla="*/ 12381 h 1344"/>
                <a:gd name="T18" fmla="*/ 5259 w 892"/>
                <a:gd name="T19" fmla="*/ 12298 h 1344"/>
                <a:gd name="T20" fmla="*/ 5259 w 892"/>
                <a:gd name="T21" fmla="*/ 12257 h 1344"/>
                <a:gd name="T22" fmla="*/ 5259 w 892"/>
                <a:gd name="T23" fmla="*/ 12132 h 1344"/>
                <a:gd name="T24" fmla="*/ 4045 w 892"/>
                <a:gd name="T25" fmla="*/ 6451 h 1344"/>
                <a:gd name="T26" fmla="*/ 4855 w 892"/>
                <a:gd name="T27" fmla="*/ 4203 h 1344"/>
                <a:gd name="T28" fmla="*/ 6035 w 892"/>
                <a:gd name="T29" fmla="*/ 3720 h 1344"/>
                <a:gd name="T30" fmla="*/ 7572 w 892"/>
                <a:gd name="T31" fmla="*/ 4758 h 1344"/>
                <a:gd name="T32" fmla="*/ 7677 w 892"/>
                <a:gd name="T33" fmla="*/ 4977 h 1344"/>
                <a:gd name="T34" fmla="*/ 2369 w 892"/>
                <a:gd name="T35" fmla="*/ 1631 h 1344"/>
                <a:gd name="T36" fmla="*/ 1328 w 892"/>
                <a:gd name="T37" fmla="*/ 210 h 1344"/>
                <a:gd name="T38" fmla="*/ 1289 w 892"/>
                <a:gd name="T39" fmla="*/ 0 h 1344"/>
                <a:gd name="T40" fmla="*/ 1049 w 892"/>
                <a:gd name="T41" fmla="*/ 2290 h 1344"/>
                <a:gd name="T42" fmla="*/ 2510 w 892"/>
                <a:gd name="T43" fmla="*/ 2926 h 1344"/>
                <a:gd name="T44" fmla="*/ 3787 w 892"/>
                <a:gd name="T45" fmla="*/ 4625 h 1344"/>
                <a:gd name="T46" fmla="*/ 3890 w 892"/>
                <a:gd name="T47" fmla="*/ 6641 h 1344"/>
                <a:gd name="T48" fmla="*/ 5724 w 892"/>
                <a:gd name="T49" fmla="*/ 14054 h 1344"/>
                <a:gd name="T50" fmla="*/ 5338 w 892"/>
                <a:gd name="T51" fmla="*/ 12873 h 13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92" h="1344">
                  <a:moveTo>
                    <a:pt x="620" y="1231"/>
                  </a:moveTo>
                  <a:cubicBezTo>
                    <a:pt x="620" y="1231"/>
                    <a:pt x="619" y="1230"/>
                    <a:pt x="619" y="1229"/>
                  </a:cubicBezTo>
                  <a:cubicBezTo>
                    <a:pt x="619" y="1226"/>
                    <a:pt x="618" y="1224"/>
                    <a:pt x="617" y="1221"/>
                  </a:cubicBezTo>
                  <a:cubicBezTo>
                    <a:pt x="617" y="1219"/>
                    <a:pt x="617" y="1218"/>
                    <a:pt x="616" y="1216"/>
                  </a:cubicBezTo>
                  <a:cubicBezTo>
                    <a:pt x="616" y="1214"/>
                    <a:pt x="616" y="1211"/>
                    <a:pt x="615" y="1209"/>
                  </a:cubicBezTo>
                  <a:cubicBezTo>
                    <a:pt x="615" y="1207"/>
                    <a:pt x="615" y="1205"/>
                    <a:pt x="614" y="1203"/>
                  </a:cubicBezTo>
                  <a:cubicBezTo>
                    <a:pt x="614" y="1201"/>
                    <a:pt x="614" y="1199"/>
                    <a:pt x="613" y="1197"/>
                  </a:cubicBezTo>
                  <a:cubicBezTo>
                    <a:pt x="613" y="1194"/>
                    <a:pt x="613" y="1192"/>
                    <a:pt x="613" y="1190"/>
                  </a:cubicBezTo>
                  <a:cubicBezTo>
                    <a:pt x="612" y="1188"/>
                    <a:pt x="612" y="1186"/>
                    <a:pt x="612" y="1184"/>
                  </a:cubicBezTo>
                  <a:cubicBezTo>
                    <a:pt x="612" y="1182"/>
                    <a:pt x="612" y="1179"/>
                    <a:pt x="611" y="1176"/>
                  </a:cubicBezTo>
                  <a:cubicBezTo>
                    <a:pt x="611" y="1175"/>
                    <a:pt x="611" y="1174"/>
                    <a:pt x="611" y="1172"/>
                  </a:cubicBezTo>
                  <a:cubicBezTo>
                    <a:pt x="611" y="1168"/>
                    <a:pt x="611" y="1164"/>
                    <a:pt x="611" y="1160"/>
                  </a:cubicBezTo>
                  <a:cubicBezTo>
                    <a:pt x="528" y="971"/>
                    <a:pt x="498" y="722"/>
                    <a:pt x="470" y="617"/>
                  </a:cubicBezTo>
                  <a:cubicBezTo>
                    <a:pt x="470" y="540"/>
                    <a:pt x="504" y="452"/>
                    <a:pt x="564" y="402"/>
                  </a:cubicBezTo>
                  <a:cubicBezTo>
                    <a:pt x="605" y="368"/>
                    <a:pt x="654" y="356"/>
                    <a:pt x="701" y="356"/>
                  </a:cubicBezTo>
                  <a:cubicBezTo>
                    <a:pt x="770" y="357"/>
                    <a:pt x="836" y="389"/>
                    <a:pt x="880" y="455"/>
                  </a:cubicBezTo>
                  <a:cubicBezTo>
                    <a:pt x="884" y="462"/>
                    <a:pt x="889" y="469"/>
                    <a:pt x="892" y="476"/>
                  </a:cubicBezTo>
                  <a:cubicBezTo>
                    <a:pt x="776" y="198"/>
                    <a:pt x="514" y="173"/>
                    <a:pt x="275" y="156"/>
                  </a:cubicBezTo>
                  <a:cubicBezTo>
                    <a:pt x="44" y="139"/>
                    <a:pt x="64" y="40"/>
                    <a:pt x="154" y="2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0" y="40"/>
                    <a:pt x="10" y="151"/>
                    <a:pt x="122" y="219"/>
                  </a:cubicBezTo>
                  <a:cubicBezTo>
                    <a:pt x="174" y="251"/>
                    <a:pt x="236" y="265"/>
                    <a:pt x="292" y="280"/>
                  </a:cubicBezTo>
                  <a:cubicBezTo>
                    <a:pt x="387" y="305"/>
                    <a:pt x="449" y="326"/>
                    <a:pt x="440" y="442"/>
                  </a:cubicBezTo>
                  <a:cubicBezTo>
                    <a:pt x="434" y="523"/>
                    <a:pt x="439" y="571"/>
                    <a:pt x="452" y="635"/>
                  </a:cubicBezTo>
                  <a:cubicBezTo>
                    <a:pt x="465" y="708"/>
                    <a:pt x="596" y="1262"/>
                    <a:pt x="665" y="1344"/>
                  </a:cubicBezTo>
                  <a:cubicBezTo>
                    <a:pt x="645" y="1309"/>
                    <a:pt x="629" y="1270"/>
                    <a:pt x="620" y="1231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33" name="Freeform 14">
              <a:extLst>
                <a:ext uri="{FF2B5EF4-FFF2-40B4-BE49-F238E27FC236}">
                  <a16:creationId xmlns:a16="http://schemas.microsoft.com/office/drawing/2014/main" id="{A1E52AD8-6A55-4C93-9FA7-FA2DECD40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071"/>
              <a:ext cx="693" cy="1188"/>
            </a:xfrm>
            <a:custGeom>
              <a:avLst/>
              <a:gdLst>
                <a:gd name="T0" fmla="*/ 2913 w 338"/>
                <a:gd name="T1" fmla="*/ 5686 h 543"/>
                <a:gd name="T2" fmla="*/ 295 w 338"/>
                <a:gd name="T3" fmla="*/ 0 h 543"/>
                <a:gd name="T4" fmla="*/ 0 w 338"/>
                <a:gd name="T5" fmla="*/ 0 h 543"/>
                <a:gd name="T6" fmla="*/ 2594 w 338"/>
                <a:gd name="T7" fmla="*/ 5686 h 543"/>
                <a:gd name="T8" fmla="*/ 2913 w 338"/>
                <a:gd name="T9" fmla="*/ 5686 h 5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8" h="543">
                  <a:moveTo>
                    <a:pt x="338" y="543"/>
                  </a:moveTo>
                  <a:cubicBezTo>
                    <a:pt x="234" y="366"/>
                    <a:pt x="79" y="119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1" y="121"/>
                    <a:pt x="213" y="400"/>
                    <a:pt x="301" y="543"/>
                  </a:cubicBezTo>
                  <a:lnTo>
                    <a:pt x="338" y="543"/>
                  </a:ln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34" name="Freeform 15">
              <a:extLst>
                <a:ext uri="{FF2B5EF4-FFF2-40B4-BE49-F238E27FC236}">
                  <a16:creationId xmlns:a16="http://schemas.microsoft.com/office/drawing/2014/main" id="{2731317A-BF6B-437B-81D1-D34A8F06D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071"/>
              <a:ext cx="371" cy="1188"/>
            </a:xfrm>
            <a:custGeom>
              <a:avLst/>
              <a:gdLst>
                <a:gd name="T0" fmla="*/ 0 w 181"/>
                <a:gd name="T1" fmla="*/ 0 h 543"/>
                <a:gd name="T2" fmla="*/ 1213 w 181"/>
                <a:gd name="T3" fmla="*/ 5686 h 543"/>
                <a:gd name="T4" fmla="*/ 1558 w 181"/>
                <a:gd name="T5" fmla="*/ 5686 h 543"/>
                <a:gd name="T6" fmla="*/ 303 w 181"/>
                <a:gd name="T7" fmla="*/ 0 h 543"/>
                <a:gd name="T8" fmla="*/ 0 w 181"/>
                <a:gd name="T9" fmla="*/ 0 h 5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543">
                  <a:moveTo>
                    <a:pt x="0" y="0"/>
                  </a:moveTo>
                  <a:cubicBezTo>
                    <a:pt x="28" y="105"/>
                    <a:pt x="58" y="354"/>
                    <a:pt x="141" y="543"/>
                  </a:cubicBezTo>
                  <a:cubicBezTo>
                    <a:pt x="181" y="543"/>
                    <a:pt x="181" y="543"/>
                    <a:pt x="181" y="543"/>
                  </a:cubicBezTo>
                  <a:cubicBezTo>
                    <a:pt x="99" y="364"/>
                    <a:pt x="57" y="103"/>
                    <a:pt x="3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35" name="Freeform 16">
              <a:extLst>
                <a:ext uri="{FF2B5EF4-FFF2-40B4-BE49-F238E27FC236}">
                  <a16:creationId xmlns:a16="http://schemas.microsoft.com/office/drawing/2014/main" id="{E0B013E9-989A-4A42-87A1-11B43BD01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3241"/>
              <a:ext cx="820" cy="527"/>
            </a:xfrm>
            <a:custGeom>
              <a:avLst/>
              <a:gdLst>
                <a:gd name="T0" fmla="*/ 96 w 400"/>
                <a:gd name="T1" fmla="*/ 468 h 241"/>
                <a:gd name="T2" fmla="*/ 180 w 400"/>
                <a:gd name="T3" fmla="*/ 1181 h 241"/>
                <a:gd name="T4" fmla="*/ 428 w 400"/>
                <a:gd name="T5" fmla="*/ 1588 h 241"/>
                <a:gd name="T6" fmla="*/ 621 w 400"/>
                <a:gd name="T7" fmla="*/ 1983 h 241"/>
                <a:gd name="T8" fmla="*/ 732 w 400"/>
                <a:gd name="T9" fmla="*/ 2104 h 241"/>
                <a:gd name="T10" fmla="*/ 920 w 400"/>
                <a:gd name="T11" fmla="*/ 2176 h 241"/>
                <a:gd name="T12" fmla="*/ 1076 w 400"/>
                <a:gd name="T13" fmla="*/ 2289 h 241"/>
                <a:gd name="T14" fmla="*/ 1345 w 400"/>
                <a:gd name="T15" fmla="*/ 2397 h 241"/>
                <a:gd name="T16" fmla="*/ 1706 w 400"/>
                <a:gd name="T17" fmla="*/ 2519 h 241"/>
                <a:gd name="T18" fmla="*/ 2001 w 400"/>
                <a:gd name="T19" fmla="*/ 2478 h 241"/>
                <a:gd name="T20" fmla="*/ 2306 w 400"/>
                <a:gd name="T21" fmla="*/ 2438 h 241"/>
                <a:gd name="T22" fmla="*/ 2593 w 400"/>
                <a:gd name="T23" fmla="*/ 2228 h 241"/>
                <a:gd name="T24" fmla="*/ 2815 w 400"/>
                <a:gd name="T25" fmla="*/ 2071 h 241"/>
                <a:gd name="T26" fmla="*/ 3026 w 400"/>
                <a:gd name="T27" fmla="*/ 1769 h 241"/>
                <a:gd name="T28" fmla="*/ 3231 w 400"/>
                <a:gd name="T29" fmla="*/ 1454 h 241"/>
                <a:gd name="T30" fmla="*/ 3298 w 400"/>
                <a:gd name="T31" fmla="*/ 1277 h 241"/>
                <a:gd name="T32" fmla="*/ 3333 w 400"/>
                <a:gd name="T33" fmla="*/ 1067 h 241"/>
                <a:gd name="T34" fmla="*/ 3413 w 400"/>
                <a:gd name="T35" fmla="*/ 838 h 241"/>
                <a:gd name="T36" fmla="*/ 3403 w 400"/>
                <a:gd name="T37" fmla="*/ 81 h 241"/>
                <a:gd name="T38" fmla="*/ 3403 w 400"/>
                <a:gd name="T39" fmla="*/ 81 h 241"/>
                <a:gd name="T40" fmla="*/ 3005 w 400"/>
                <a:gd name="T41" fmla="*/ 105 h 241"/>
                <a:gd name="T42" fmla="*/ 2290 w 400"/>
                <a:gd name="T43" fmla="*/ 52 h 241"/>
                <a:gd name="T44" fmla="*/ 1121 w 400"/>
                <a:gd name="T45" fmla="*/ 9 h 241"/>
                <a:gd name="T46" fmla="*/ 0 w 400"/>
                <a:gd name="T47" fmla="*/ 81 h 241"/>
                <a:gd name="T48" fmla="*/ 0 w 400"/>
                <a:gd name="T49" fmla="*/ 81 h 241"/>
                <a:gd name="T50" fmla="*/ 96 w 400"/>
                <a:gd name="T51" fmla="*/ 468 h 2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00" h="241">
                  <a:moveTo>
                    <a:pt x="11" y="45"/>
                  </a:moveTo>
                  <a:cubicBezTo>
                    <a:pt x="13" y="62"/>
                    <a:pt x="10" y="89"/>
                    <a:pt x="21" y="113"/>
                  </a:cubicBezTo>
                  <a:cubicBezTo>
                    <a:pt x="27" y="127"/>
                    <a:pt x="40" y="136"/>
                    <a:pt x="50" y="152"/>
                  </a:cubicBezTo>
                  <a:cubicBezTo>
                    <a:pt x="57" y="163"/>
                    <a:pt x="63" y="181"/>
                    <a:pt x="72" y="190"/>
                  </a:cubicBezTo>
                  <a:cubicBezTo>
                    <a:pt x="76" y="194"/>
                    <a:pt x="81" y="197"/>
                    <a:pt x="85" y="201"/>
                  </a:cubicBezTo>
                  <a:cubicBezTo>
                    <a:pt x="92" y="205"/>
                    <a:pt x="100" y="205"/>
                    <a:pt x="107" y="208"/>
                  </a:cubicBezTo>
                  <a:cubicBezTo>
                    <a:pt x="113" y="211"/>
                    <a:pt x="118" y="216"/>
                    <a:pt x="125" y="219"/>
                  </a:cubicBezTo>
                  <a:cubicBezTo>
                    <a:pt x="134" y="223"/>
                    <a:pt x="145" y="225"/>
                    <a:pt x="156" y="229"/>
                  </a:cubicBezTo>
                  <a:cubicBezTo>
                    <a:pt x="170" y="234"/>
                    <a:pt x="184" y="241"/>
                    <a:pt x="198" y="241"/>
                  </a:cubicBezTo>
                  <a:cubicBezTo>
                    <a:pt x="209" y="241"/>
                    <a:pt x="220" y="238"/>
                    <a:pt x="232" y="237"/>
                  </a:cubicBezTo>
                  <a:cubicBezTo>
                    <a:pt x="244" y="236"/>
                    <a:pt x="256" y="237"/>
                    <a:pt x="268" y="233"/>
                  </a:cubicBezTo>
                  <a:cubicBezTo>
                    <a:pt x="280" y="230"/>
                    <a:pt x="289" y="221"/>
                    <a:pt x="301" y="213"/>
                  </a:cubicBezTo>
                  <a:cubicBezTo>
                    <a:pt x="309" y="207"/>
                    <a:pt x="320" y="204"/>
                    <a:pt x="327" y="198"/>
                  </a:cubicBezTo>
                  <a:cubicBezTo>
                    <a:pt x="335" y="191"/>
                    <a:pt x="342" y="180"/>
                    <a:pt x="351" y="169"/>
                  </a:cubicBezTo>
                  <a:cubicBezTo>
                    <a:pt x="359" y="159"/>
                    <a:pt x="369" y="150"/>
                    <a:pt x="375" y="139"/>
                  </a:cubicBezTo>
                  <a:cubicBezTo>
                    <a:pt x="377" y="134"/>
                    <a:pt x="380" y="128"/>
                    <a:pt x="383" y="122"/>
                  </a:cubicBezTo>
                  <a:cubicBezTo>
                    <a:pt x="385" y="116"/>
                    <a:pt x="385" y="109"/>
                    <a:pt x="387" y="102"/>
                  </a:cubicBezTo>
                  <a:cubicBezTo>
                    <a:pt x="389" y="95"/>
                    <a:pt x="394" y="88"/>
                    <a:pt x="396" y="80"/>
                  </a:cubicBezTo>
                  <a:cubicBezTo>
                    <a:pt x="400" y="65"/>
                    <a:pt x="396" y="32"/>
                    <a:pt x="395" y="8"/>
                  </a:cubicBezTo>
                  <a:cubicBezTo>
                    <a:pt x="395" y="8"/>
                    <a:pt x="395" y="8"/>
                    <a:pt x="395" y="8"/>
                  </a:cubicBezTo>
                  <a:cubicBezTo>
                    <a:pt x="384" y="8"/>
                    <a:pt x="364" y="13"/>
                    <a:pt x="349" y="10"/>
                  </a:cubicBezTo>
                  <a:cubicBezTo>
                    <a:pt x="319" y="5"/>
                    <a:pt x="298" y="3"/>
                    <a:pt x="266" y="5"/>
                  </a:cubicBezTo>
                  <a:cubicBezTo>
                    <a:pt x="218" y="9"/>
                    <a:pt x="178" y="0"/>
                    <a:pt x="130" y="1"/>
                  </a:cubicBezTo>
                  <a:cubicBezTo>
                    <a:pt x="93" y="1"/>
                    <a:pt x="38" y="22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7" y="22"/>
                    <a:pt x="11" y="4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36" name="Freeform 17">
              <a:extLst>
                <a:ext uri="{FF2B5EF4-FFF2-40B4-BE49-F238E27FC236}">
                  <a16:creationId xmlns:a16="http://schemas.microsoft.com/office/drawing/2014/main" id="{51A1CD43-583B-4CFA-8590-EF674E918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3241"/>
              <a:ext cx="820" cy="527"/>
            </a:xfrm>
            <a:custGeom>
              <a:avLst/>
              <a:gdLst>
                <a:gd name="T0" fmla="*/ 96 w 400"/>
                <a:gd name="T1" fmla="*/ 468 h 241"/>
                <a:gd name="T2" fmla="*/ 180 w 400"/>
                <a:gd name="T3" fmla="*/ 1181 h 241"/>
                <a:gd name="T4" fmla="*/ 428 w 400"/>
                <a:gd name="T5" fmla="*/ 1588 h 241"/>
                <a:gd name="T6" fmla="*/ 621 w 400"/>
                <a:gd name="T7" fmla="*/ 1983 h 241"/>
                <a:gd name="T8" fmla="*/ 732 w 400"/>
                <a:gd name="T9" fmla="*/ 2104 h 241"/>
                <a:gd name="T10" fmla="*/ 920 w 400"/>
                <a:gd name="T11" fmla="*/ 2176 h 241"/>
                <a:gd name="T12" fmla="*/ 1076 w 400"/>
                <a:gd name="T13" fmla="*/ 2289 h 241"/>
                <a:gd name="T14" fmla="*/ 1345 w 400"/>
                <a:gd name="T15" fmla="*/ 2397 h 241"/>
                <a:gd name="T16" fmla="*/ 1706 w 400"/>
                <a:gd name="T17" fmla="*/ 2519 h 241"/>
                <a:gd name="T18" fmla="*/ 2001 w 400"/>
                <a:gd name="T19" fmla="*/ 2478 h 241"/>
                <a:gd name="T20" fmla="*/ 2306 w 400"/>
                <a:gd name="T21" fmla="*/ 2438 h 241"/>
                <a:gd name="T22" fmla="*/ 2593 w 400"/>
                <a:gd name="T23" fmla="*/ 2228 h 241"/>
                <a:gd name="T24" fmla="*/ 2815 w 400"/>
                <a:gd name="T25" fmla="*/ 2071 h 241"/>
                <a:gd name="T26" fmla="*/ 3026 w 400"/>
                <a:gd name="T27" fmla="*/ 1769 h 241"/>
                <a:gd name="T28" fmla="*/ 3231 w 400"/>
                <a:gd name="T29" fmla="*/ 1454 h 241"/>
                <a:gd name="T30" fmla="*/ 3298 w 400"/>
                <a:gd name="T31" fmla="*/ 1277 h 241"/>
                <a:gd name="T32" fmla="*/ 3333 w 400"/>
                <a:gd name="T33" fmla="*/ 1067 h 241"/>
                <a:gd name="T34" fmla="*/ 3413 w 400"/>
                <a:gd name="T35" fmla="*/ 838 h 241"/>
                <a:gd name="T36" fmla="*/ 3403 w 400"/>
                <a:gd name="T37" fmla="*/ 81 h 241"/>
                <a:gd name="T38" fmla="*/ 3403 w 400"/>
                <a:gd name="T39" fmla="*/ 81 h 241"/>
                <a:gd name="T40" fmla="*/ 3005 w 400"/>
                <a:gd name="T41" fmla="*/ 105 h 241"/>
                <a:gd name="T42" fmla="*/ 2290 w 400"/>
                <a:gd name="T43" fmla="*/ 52 h 241"/>
                <a:gd name="T44" fmla="*/ 1121 w 400"/>
                <a:gd name="T45" fmla="*/ 9 h 241"/>
                <a:gd name="T46" fmla="*/ 0 w 400"/>
                <a:gd name="T47" fmla="*/ 81 h 241"/>
                <a:gd name="T48" fmla="*/ 0 w 400"/>
                <a:gd name="T49" fmla="*/ 81 h 241"/>
                <a:gd name="T50" fmla="*/ 96 w 400"/>
                <a:gd name="T51" fmla="*/ 468 h 2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00" h="241">
                  <a:moveTo>
                    <a:pt x="11" y="45"/>
                  </a:moveTo>
                  <a:cubicBezTo>
                    <a:pt x="13" y="62"/>
                    <a:pt x="10" y="89"/>
                    <a:pt x="21" y="113"/>
                  </a:cubicBezTo>
                  <a:cubicBezTo>
                    <a:pt x="27" y="127"/>
                    <a:pt x="40" y="136"/>
                    <a:pt x="50" y="152"/>
                  </a:cubicBezTo>
                  <a:cubicBezTo>
                    <a:pt x="57" y="163"/>
                    <a:pt x="63" y="181"/>
                    <a:pt x="72" y="190"/>
                  </a:cubicBezTo>
                  <a:cubicBezTo>
                    <a:pt x="76" y="194"/>
                    <a:pt x="81" y="197"/>
                    <a:pt x="85" y="201"/>
                  </a:cubicBezTo>
                  <a:cubicBezTo>
                    <a:pt x="92" y="205"/>
                    <a:pt x="100" y="205"/>
                    <a:pt x="107" y="208"/>
                  </a:cubicBezTo>
                  <a:cubicBezTo>
                    <a:pt x="113" y="211"/>
                    <a:pt x="118" y="216"/>
                    <a:pt x="125" y="219"/>
                  </a:cubicBezTo>
                  <a:cubicBezTo>
                    <a:pt x="134" y="223"/>
                    <a:pt x="145" y="225"/>
                    <a:pt x="156" y="229"/>
                  </a:cubicBezTo>
                  <a:cubicBezTo>
                    <a:pt x="170" y="234"/>
                    <a:pt x="184" y="241"/>
                    <a:pt x="198" y="241"/>
                  </a:cubicBezTo>
                  <a:cubicBezTo>
                    <a:pt x="209" y="241"/>
                    <a:pt x="220" y="238"/>
                    <a:pt x="232" y="237"/>
                  </a:cubicBezTo>
                  <a:cubicBezTo>
                    <a:pt x="244" y="236"/>
                    <a:pt x="256" y="237"/>
                    <a:pt x="268" y="233"/>
                  </a:cubicBezTo>
                  <a:cubicBezTo>
                    <a:pt x="280" y="230"/>
                    <a:pt x="289" y="221"/>
                    <a:pt x="301" y="213"/>
                  </a:cubicBezTo>
                  <a:cubicBezTo>
                    <a:pt x="309" y="207"/>
                    <a:pt x="320" y="204"/>
                    <a:pt x="327" y="198"/>
                  </a:cubicBezTo>
                  <a:cubicBezTo>
                    <a:pt x="335" y="191"/>
                    <a:pt x="342" y="180"/>
                    <a:pt x="351" y="169"/>
                  </a:cubicBezTo>
                  <a:cubicBezTo>
                    <a:pt x="359" y="159"/>
                    <a:pt x="369" y="150"/>
                    <a:pt x="375" y="139"/>
                  </a:cubicBezTo>
                  <a:cubicBezTo>
                    <a:pt x="377" y="134"/>
                    <a:pt x="380" y="128"/>
                    <a:pt x="383" y="122"/>
                  </a:cubicBezTo>
                  <a:cubicBezTo>
                    <a:pt x="385" y="116"/>
                    <a:pt x="385" y="109"/>
                    <a:pt x="387" y="102"/>
                  </a:cubicBezTo>
                  <a:cubicBezTo>
                    <a:pt x="389" y="95"/>
                    <a:pt x="394" y="88"/>
                    <a:pt x="396" y="80"/>
                  </a:cubicBezTo>
                  <a:cubicBezTo>
                    <a:pt x="400" y="65"/>
                    <a:pt x="396" y="32"/>
                    <a:pt x="395" y="8"/>
                  </a:cubicBezTo>
                  <a:cubicBezTo>
                    <a:pt x="395" y="8"/>
                    <a:pt x="395" y="8"/>
                    <a:pt x="395" y="8"/>
                  </a:cubicBezTo>
                  <a:cubicBezTo>
                    <a:pt x="384" y="8"/>
                    <a:pt x="364" y="13"/>
                    <a:pt x="349" y="10"/>
                  </a:cubicBezTo>
                  <a:cubicBezTo>
                    <a:pt x="319" y="5"/>
                    <a:pt x="298" y="3"/>
                    <a:pt x="266" y="5"/>
                  </a:cubicBezTo>
                  <a:cubicBezTo>
                    <a:pt x="218" y="9"/>
                    <a:pt x="178" y="0"/>
                    <a:pt x="130" y="1"/>
                  </a:cubicBezTo>
                  <a:cubicBezTo>
                    <a:pt x="93" y="1"/>
                    <a:pt x="38" y="22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7" y="22"/>
                    <a:pt x="11" y="4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37" name="Freeform 18">
              <a:extLst>
                <a:ext uri="{FF2B5EF4-FFF2-40B4-BE49-F238E27FC236}">
                  <a16:creationId xmlns:a16="http://schemas.microsoft.com/office/drawing/2014/main" id="{656B854C-E48F-4EA2-BAF0-D5470BE9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283"/>
              <a:ext cx="449" cy="467"/>
            </a:xfrm>
            <a:custGeom>
              <a:avLst/>
              <a:gdLst>
                <a:gd name="T0" fmla="*/ 705 w 219"/>
                <a:gd name="T1" fmla="*/ 33 h 214"/>
                <a:gd name="T2" fmla="*/ 1156 w 219"/>
                <a:gd name="T3" fmla="*/ 52 h 214"/>
                <a:gd name="T4" fmla="*/ 1577 w 219"/>
                <a:gd name="T5" fmla="*/ 96 h 214"/>
                <a:gd name="T6" fmla="*/ 1509 w 219"/>
                <a:gd name="T7" fmla="*/ 1115 h 214"/>
                <a:gd name="T8" fmla="*/ 912 w 219"/>
                <a:gd name="T9" fmla="*/ 1986 h 214"/>
                <a:gd name="T10" fmla="*/ 517 w 219"/>
                <a:gd name="T11" fmla="*/ 2163 h 214"/>
                <a:gd name="T12" fmla="*/ 0 w 219"/>
                <a:gd name="T13" fmla="*/ 2191 h 214"/>
                <a:gd name="T14" fmla="*/ 1173 w 219"/>
                <a:gd name="T15" fmla="*/ 1176 h 214"/>
                <a:gd name="T16" fmla="*/ 929 w 219"/>
                <a:gd name="T17" fmla="*/ 72 h 2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9" h="214">
                  <a:moveTo>
                    <a:pt x="82" y="3"/>
                  </a:moveTo>
                  <a:cubicBezTo>
                    <a:pt x="102" y="0"/>
                    <a:pt x="115" y="1"/>
                    <a:pt x="134" y="5"/>
                  </a:cubicBezTo>
                  <a:cubicBezTo>
                    <a:pt x="149" y="9"/>
                    <a:pt x="170" y="5"/>
                    <a:pt x="183" y="9"/>
                  </a:cubicBezTo>
                  <a:cubicBezTo>
                    <a:pt x="219" y="21"/>
                    <a:pt x="182" y="84"/>
                    <a:pt x="175" y="107"/>
                  </a:cubicBezTo>
                  <a:cubicBezTo>
                    <a:pt x="163" y="144"/>
                    <a:pt x="138" y="170"/>
                    <a:pt x="106" y="191"/>
                  </a:cubicBezTo>
                  <a:cubicBezTo>
                    <a:pt x="91" y="201"/>
                    <a:pt x="78" y="203"/>
                    <a:pt x="60" y="208"/>
                  </a:cubicBezTo>
                  <a:cubicBezTo>
                    <a:pt x="39" y="214"/>
                    <a:pt x="23" y="211"/>
                    <a:pt x="0" y="211"/>
                  </a:cubicBezTo>
                  <a:cubicBezTo>
                    <a:pt x="62" y="198"/>
                    <a:pt x="106" y="167"/>
                    <a:pt x="136" y="113"/>
                  </a:cubicBezTo>
                  <a:cubicBezTo>
                    <a:pt x="160" y="70"/>
                    <a:pt x="162" y="23"/>
                    <a:pt x="108" y="7"/>
                  </a:cubicBezTo>
                </a:path>
              </a:pathLst>
            </a:custGeom>
            <a:solidFill>
              <a:srgbClr val="B50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38" name="Freeform 19">
              <a:extLst>
                <a:ext uri="{FF2B5EF4-FFF2-40B4-BE49-F238E27FC236}">
                  <a16:creationId xmlns:a16="http://schemas.microsoft.com/office/drawing/2014/main" id="{E4A294AE-04DD-4D52-9D9B-94C2CC942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3259"/>
              <a:ext cx="901" cy="533"/>
            </a:xfrm>
            <a:custGeom>
              <a:avLst/>
              <a:gdLst>
                <a:gd name="T0" fmla="*/ 3770 w 440"/>
                <a:gd name="T1" fmla="*/ 0 h 244"/>
                <a:gd name="T2" fmla="*/ 3590 w 440"/>
                <a:gd name="T3" fmla="*/ 0 h 244"/>
                <a:gd name="T4" fmla="*/ 3590 w 440"/>
                <a:gd name="T5" fmla="*/ 61 h 244"/>
                <a:gd name="T6" fmla="*/ 3590 w 440"/>
                <a:gd name="T7" fmla="*/ 72 h 244"/>
                <a:gd name="T8" fmla="*/ 3598 w 440"/>
                <a:gd name="T9" fmla="*/ 125 h 244"/>
                <a:gd name="T10" fmla="*/ 3598 w 440"/>
                <a:gd name="T11" fmla="*/ 133 h 244"/>
                <a:gd name="T12" fmla="*/ 3598 w 440"/>
                <a:gd name="T13" fmla="*/ 218 h 244"/>
                <a:gd name="T14" fmla="*/ 3598 w 440"/>
                <a:gd name="T15" fmla="*/ 262 h 244"/>
                <a:gd name="T16" fmla="*/ 3606 w 440"/>
                <a:gd name="T17" fmla="*/ 291 h 244"/>
                <a:gd name="T18" fmla="*/ 3606 w 440"/>
                <a:gd name="T19" fmla="*/ 334 h 244"/>
                <a:gd name="T20" fmla="*/ 3606 w 440"/>
                <a:gd name="T21" fmla="*/ 354 h 244"/>
                <a:gd name="T22" fmla="*/ 3606 w 440"/>
                <a:gd name="T23" fmla="*/ 415 h 244"/>
                <a:gd name="T24" fmla="*/ 3606 w 440"/>
                <a:gd name="T25" fmla="*/ 439 h 244"/>
                <a:gd name="T26" fmla="*/ 3606 w 440"/>
                <a:gd name="T27" fmla="*/ 476 h 244"/>
                <a:gd name="T28" fmla="*/ 3606 w 440"/>
                <a:gd name="T29" fmla="*/ 500 h 244"/>
                <a:gd name="T30" fmla="*/ 3614 w 440"/>
                <a:gd name="T31" fmla="*/ 553 h 244"/>
                <a:gd name="T32" fmla="*/ 3614 w 440"/>
                <a:gd name="T33" fmla="*/ 564 h 244"/>
                <a:gd name="T34" fmla="*/ 3606 w 440"/>
                <a:gd name="T35" fmla="*/ 721 h 244"/>
                <a:gd name="T36" fmla="*/ 3598 w 440"/>
                <a:gd name="T37" fmla="*/ 749 h 244"/>
                <a:gd name="T38" fmla="*/ 3522 w 440"/>
                <a:gd name="T39" fmla="*/ 979 h 244"/>
                <a:gd name="T40" fmla="*/ 3485 w 440"/>
                <a:gd name="T41" fmla="*/ 1188 h 244"/>
                <a:gd name="T42" fmla="*/ 3467 w 440"/>
                <a:gd name="T43" fmla="*/ 1232 h 244"/>
                <a:gd name="T44" fmla="*/ 3459 w 440"/>
                <a:gd name="T45" fmla="*/ 1260 h 244"/>
                <a:gd name="T46" fmla="*/ 3459 w 440"/>
                <a:gd name="T47" fmla="*/ 1260 h 244"/>
                <a:gd name="T48" fmla="*/ 3442 w 440"/>
                <a:gd name="T49" fmla="*/ 1284 h 244"/>
                <a:gd name="T50" fmla="*/ 3442 w 440"/>
                <a:gd name="T51" fmla="*/ 1284 h 244"/>
                <a:gd name="T52" fmla="*/ 3418 w 440"/>
                <a:gd name="T53" fmla="*/ 1365 h 244"/>
                <a:gd name="T54" fmla="*/ 3213 w 440"/>
                <a:gd name="T55" fmla="*/ 1680 h 244"/>
                <a:gd name="T56" fmla="*/ 3006 w 440"/>
                <a:gd name="T57" fmla="*/ 1981 h 244"/>
                <a:gd name="T58" fmla="*/ 2781 w 440"/>
                <a:gd name="T59" fmla="*/ 2139 h 244"/>
                <a:gd name="T60" fmla="*/ 2498 w 440"/>
                <a:gd name="T61" fmla="*/ 2344 h 244"/>
                <a:gd name="T62" fmla="*/ 2189 w 440"/>
                <a:gd name="T63" fmla="*/ 2385 h 244"/>
                <a:gd name="T64" fmla="*/ 1900 w 440"/>
                <a:gd name="T65" fmla="*/ 2429 h 244"/>
                <a:gd name="T66" fmla="*/ 1853 w 440"/>
                <a:gd name="T67" fmla="*/ 2420 h 244"/>
                <a:gd name="T68" fmla="*/ 1853 w 440"/>
                <a:gd name="T69" fmla="*/ 2420 h 244"/>
                <a:gd name="T70" fmla="*/ 1728 w 440"/>
                <a:gd name="T71" fmla="*/ 2385 h 244"/>
                <a:gd name="T72" fmla="*/ 1728 w 440"/>
                <a:gd name="T73" fmla="*/ 2385 h 244"/>
                <a:gd name="T74" fmla="*/ 1581 w 440"/>
                <a:gd name="T75" fmla="*/ 2324 h 244"/>
                <a:gd name="T76" fmla="*/ 1540 w 440"/>
                <a:gd name="T77" fmla="*/ 2305 h 244"/>
                <a:gd name="T78" fmla="*/ 1270 w 440"/>
                <a:gd name="T79" fmla="*/ 2200 h 244"/>
                <a:gd name="T80" fmla="*/ 1116 w 440"/>
                <a:gd name="T81" fmla="*/ 2086 h 244"/>
                <a:gd name="T82" fmla="*/ 928 w 440"/>
                <a:gd name="T83" fmla="*/ 2014 h 244"/>
                <a:gd name="T84" fmla="*/ 817 w 440"/>
                <a:gd name="T85" fmla="*/ 1898 h 244"/>
                <a:gd name="T86" fmla="*/ 625 w 440"/>
                <a:gd name="T87" fmla="*/ 1503 h 244"/>
                <a:gd name="T88" fmla="*/ 377 w 440"/>
                <a:gd name="T89" fmla="*/ 1092 h 244"/>
                <a:gd name="T90" fmla="*/ 293 w 440"/>
                <a:gd name="T91" fmla="*/ 387 h 244"/>
                <a:gd name="T92" fmla="*/ 197 w 440"/>
                <a:gd name="T93" fmla="*/ 0 h 244"/>
                <a:gd name="T94" fmla="*/ 197 w 440"/>
                <a:gd name="T95" fmla="*/ 0 h 244"/>
                <a:gd name="T96" fmla="*/ 197 w 440"/>
                <a:gd name="T97" fmla="*/ 0 h 244"/>
                <a:gd name="T98" fmla="*/ 68 w 440"/>
                <a:gd name="T99" fmla="*/ 0 h 244"/>
                <a:gd name="T100" fmla="*/ 491 w 440"/>
                <a:gd name="T101" fmla="*/ 1619 h 244"/>
                <a:gd name="T102" fmla="*/ 1892 w 440"/>
                <a:gd name="T103" fmla="*/ 2534 h 244"/>
                <a:gd name="T104" fmla="*/ 3074 w 440"/>
                <a:gd name="T105" fmla="*/ 2104 h 244"/>
                <a:gd name="T106" fmla="*/ 3753 w 440"/>
                <a:gd name="T107" fmla="*/ 315 h 244"/>
                <a:gd name="T108" fmla="*/ 3770 w 440"/>
                <a:gd name="T109" fmla="*/ 0 h 24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40" h="244">
                  <a:moveTo>
                    <a:pt x="439" y="0"/>
                  </a:moveTo>
                  <a:cubicBezTo>
                    <a:pt x="418" y="0"/>
                    <a:pt x="418" y="0"/>
                    <a:pt x="418" y="0"/>
                  </a:cubicBezTo>
                  <a:cubicBezTo>
                    <a:pt x="418" y="2"/>
                    <a:pt x="418" y="4"/>
                    <a:pt x="418" y="6"/>
                  </a:cubicBezTo>
                  <a:cubicBezTo>
                    <a:pt x="418" y="6"/>
                    <a:pt x="418" y="7"/>
                    <a:pt x="418" y="7"/>
                  </a:cubicBezTo>
                  <a:cubicBezTo>
                    <a:pt x="418" y="9"/>
                    <a:pt x="418" y="11"/>
                    <a:pt x="419" y="12"/>
                  </a:cubicBezTo>
                  <a:cubicBezTo>
                    <a:pt x="419" y="13"/>
                    <a:pt x="419" y="13"/>
                    <a:pt x="419" y="13"/>
                  </a:cubicBezTo>
                  <a:cubicBezTo>
                    <a:pt x="419" y="16"/>
                    <a:pt x="419" y="18"/>
                    <a:pt x="419" y="21"/>
                  </a:cubicBezTo>
                  <a:cubicBezTo>
                    <a:pt x="419" y="22"/>
                    <a:pt x="419" y="24"/>
                    <a:pt x="419" y="25"/>
                  </a:cubicBezTo>
                  <a:cubicBezTo>
                    <a:pt x="419" y="26"/>
                    <a:pt x="419" y="27"/>
                    <a:pt x="420" y="28"/>
                  </a:cubicBezTo>
                  <a:cubicBezTo>
                    <a:pt x="420" y="29"/>
                    <a:pt x="420" y="31"/>
                    <a:pt x="420" y="32"/>
                  </a:cubicBezTo>
                  <a:cubicBezTo>
                    <a:pt x="420" y="33"/>
                    <a:pt x="420" y="34"/>
                    <a:pt x="420" y="34"/>
                  </a:cubicBezTo>
                  <a:cubicBezTo>
                    <a:pt x="420" y="36"/>
                    <a:pt x="420" y="38"/>
                    <a:pt x="420" y="40"/>
                  </a:cubicBezTo>
                  <a:cubicBezTo>
                    <a:pt x="420" y="41"/>
                    <a:pt x="420" y="41"/>
                    <a:pt x="420" y="42"/>
                  </a:cubicBezTo>
                  <a:cubicBezTo>
                    <a:pt x="420" y="43"/>
                    <a:pt x="420" y="45"/>
                    <a:pt x="420" y="46"/>
                  </a:cubicBezTo>
                  <a:cubicBezTo>
                    <a:pt x="420" y="47"/>
                    <a:pt x="420" y="47"/>
                    <a:pt x="420" y="48"/>
                  </a:cubicBezTo>
                  <a:cubicBezTo>
                    <a:pt x="421" y="50"/>
                    <a:pt x="421" y="52"/>
                    <a:pt x="421" y="53"/>
                  </a:cubicBezTo>
                  <a:cubicBezTo>
                    <a:pt x="421" y="53"/>
                    <a:pt x="421" y="54"/>
                    <a:pt x="421" y="54"/>
                  </a:cubicBezTo>
                  <a:cubicBezTo>
                    <a:pt x="421" y="60"/>
                    <a:pt x="420" y="65"/>
                    <a:pt x="420" y="69"/>
                  </a:cubicBezTo>
                  <a:cubicBezTo>
                    <a:pt x="419" y="70"/>
                    <a:pt x="419" y="71"/>
                    <a:pt x="419" y="72"/>
                  </a:cubicBezTo>
                  <a:cubicBezTo>
                    <a:pt x="417" y="80"/>
                    <a:pt x="412" y="87"/>
                    <a:pt x="410" y="94"/>
                  </a:cubicBezTo>
                  <a:cubicBezTo>
                    <a:pt x="408" y="101"/>
                    <a:pt x="408" y="108"/>
                    <a:pt x="406" y="114"/>
                  </a:cubicBezTo>
                  <a:cubicBezTo>
                    <a:pt x="405" y="115"/>
                    <a:pt x="404" y="117"/>
                    <a:pt x="404" y="118"/>
                  </a:cubicBezTo>
                  <a:cubicBezTo>
                    <a:pt x="403" y="119"/>
                    <a:pt x="403" y="120"/>
                    <a:pt x="403" y="121"/>
                  </a:cubicBezTo>
                  <a:cubicBezTo>
                    <a:pt x="403" y="121"/>
                    <a:pt x="403" y="121"/>
                    <a:pt x="403" y="121"/>
                  </a:cubicBezTo>
                  <a:cubicBezTo>
                    <a:pt x="402" y="122"/>
                    <a:pt x="402" y="123"/>
                    <a:pt x="401" y="123"/>
                  </a:cubicBezTo>
                  <a:cubicBezTo>
                    <a:pt x="401" y="123"/>
                    <a:pt x="401" y="123"/>
                    <a:pt x="401" y="123"/>
                  </a:cubicBezTo>
                  <a:cubicBezTo>
                    <a:pt x="400" y="126"/>
                    <a:pt x="399" y="129"/>
                    <a:pt x="398" y="131"/>
                  </a:cubicBezTo>
                  <a:cubicBezTo>
                    <a:pt x="392" y="142"/>
                    <a:pt x="382" y="151"/>
                    <a:pt x="374" y="161"/>
                  </a:cubicBezTo>
                  <a:cubicBezTo>
                    <a:pt x="365" y="172"/>
                    <a:pt x="358" y="183"/>
                    <a:pt x="350" y="190"/>
                  </a:cubicBezTo>
                  <a:cubicBezTo>
                    <a:pt x="343" y="196"/>
                    <a:pt x="332" y="199"/>
                    <a:pt x="324" y="205"/>
                  </a:cubicBezTo>
                  <a:cubicBezTo>
                    <a:pt x="312" y="213"/>
                    <a:pt x="303" y="222"/>
                    <a:pt x="291" y="225"/>
                  </a:cubicBezTo>
                  <a:cubicBezTo>
                    <a:pt x="279" y="229"/>
                    <a:pt x="267" y="228"/>
                    <a:pt x="255" y="229"/>
                  </a:cubicBezTo>
                  <a:cubicBezTo>
                    <a:pt x="243" y="230"/>
                    <a:pt x="232" y="233"/>
                    <a:pt x="221" y="233"/>
                  </a:cubicBezTo>
                  <a:cubicBezTo>
                    <a:pt x="219" y="233"/>
                    <a:pt x="217" y="233"/>
                    <a:pt x="216" y="232"/>
                  </a:cubicBezTo>
                  <a:cubicBezTo>
                    <a:pt x="216" y="232"/>
                    <a:pt x="216" y="232"/>
                    <a:pt x="216" y="232"/>
                  </a:cubicBezTo>
                  <a:cubicBezTo>
                    <a:pt x="210" y="232"/>
                    <a:pt x="205" y="231"/>
                    <a:pt x="201" y="229"/>
                  </a:cubicBezTo>
                  <a:cubicBezTo>
                    <a:pt x="201" y="229"/>
                    <a:pt x="201" y="229"/>
                    <a:pt x="201" y="229"/>
                  </a:cubicBezTo>
                  <a:cubicBezTo>
                    <a:pt x="195" y="227"/>
                    <a:pt x="190" y="225"/>
                    <a:pt x="184" y="223"/>
                  </a:cubicBezTo>
                  <a:cubicBezTo>
                    <a:pt x="183" y="222"/>
                    <a:pt x="181" y="222"/>
                    <a:pt x="179" y="221"/>
                  </a:cubicBezTo>
                  <a:cubicBezTo>
                    <a:pt x="168" y="217"/>
                    <a:pt x="157" y="215"/>
                    <a:pt x="148" y="211"/>
                  </a:cubicBezTo>
                  <a:cubicBezTo>
                    <a:pt x="141" y="208"/>
                    <a:pt x="136" y="203"/>
                    <a:pt x="130" y="200"/>
                  </a:cubicBezTo>
                  <a:cubicBezTo>
                    <a:pt x="123" y="197"/>
                    <a:pt x="115" y="197"/>
                    <a:pt x="108" y="193"/>
                  </a:cubicBezTo>
                  <a:cubicBezTo>
                    <a:pt x="104" y="189"/>
                    <a:pt x="99" y="186"/>
                    <a:pt x="95" y="182"/>
                  </a:cubicBezTo>
                  <a:cubicBezTo>
                    <a:pt x="86" y="173"/>
                    <a:pt x="80" y="155"/>
                    <a:pt x="73" y="144"/>
                  </a:cubicBezTo>
                  <a:cubicBezTo>
                    <a:pt x="63" y="128"/>
                    <a:pt x="50" y="119"/>
                    <a:pt x="44" y="105"/>
                  </a:cubicBezTo>
                  <a:cubicBezTo>
                    <a:pt x="33" y="81"/>
                    <a:pt x="36" y="54"/>
                    <a:pt x="34" y="37"/>
                  </a:cubicBezTo>
                  <a:cubicBezTo>
                    <a:pt x="30" y="14"/>
                    <a:pt x="23" y="1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0" y="65"/>
                    <a:pt x="57" y="155"/>
                  </a:cubicBezTo>
                  <a:cubicBezTo>
                    <a:pt x="95" y="213"/>
                    <a:pt x="155" y="243"/>
                    <a:pt x="220" y="243"/>
                  </a:cubicBezTo>
                  <a:cubicBezTo>
                    <a:pt x="265" y="244"/>
                    <a:pt x="323" y="231"/>
                    <a:pt x="358" y="202"/>
                  </a:cubicBezTo>
                  <a:cubicBezTo>
                    <a:pt x="403" y="165"/>
                    <a:pt x="431" y="103"/>
                    <a:pt x="437" y="30"/>
                  </a:cubicBezTo>
                  <a:cubicBezTo>
                    <a:pt x="440" y="9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99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39" name="Freeform 20">
              <a:extLst>
                <a:ext uri="{FF2B5EF4-FFF2-40B4-BE49-F238E27FC236}">
                  <a16:creationId xmlns:a16="http://schemas.microsoft.com/office/drawing/2014/main" id="{32400CCB-F7C6-4F2E-9F25-34F573D28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695"/>
              <a:ext cx="1131" cy="1594"/>
            </a:xfrm>
            <a:custGeom>
              <a:avLst/>
              <a:gdLst>
                <a:gd name="T0" fmla="*/ 1352 w 552"/>
                <a:gd name="T1" fmla="*/ 7474 h 729"/>
                <a:gd name="T2" fmla="*/ 1352 w 552"/>
                <a:gd name="T3" fmla="*/ 7474 h 729"/>
                <a:gd name="T4" fmla="*/ 2469 w 552"/>
                <a:gd name="T5" fmla="*/ 7401 h 729"/>
                <a:gd name="T6" fmla="*/ 3639 w 552"/>
                <a:gd name="T7" fmla="*/ 7443 h 729"/>
                <a:gd name="T8" fmla="*/ 4354 w 552"/>
                <a:gd name="T9" fmla="*/ 7498 h 729"/>
                <a:gd name="T10" fmla="*/ 4747 w 552"/>
                <a:gd name="T11" fmla="*/ 7474 h 729"/>
                <a:gd name="T12" fmla="*/ 4747 w 552"/>
                <a:gd name="T13" fmla="*/ 7474 h 729"/>
                <a:gd name="T14" fmla="*/ 4747 w 552"/>
                <a:gd name="T15" fmla="*/ 7526 h 729"/>
                <a:gd name="T16" fmla="*/ 4747 w 552"/>
                <a:gd name="T17" fmla="*/ 7474 h 729"/>
                <a:gd name="T18" fmla="*/ 4747 w 552"/>
                <a:gd name="T19" fmla="*/ 7474 h 729"/>
                <a:gd name="T20" fmla="*/ 4542 w 552"/>
                <a:gd name="T21" fmla="*/ 6857 h 729"/>
                <a:gd name="T22" fmla="*/ 4239 w 552"/>
                <a:gd name="T23" fmla="*/ 6315 h 729"/>
                <a:gd name="T24" fmla="*/ 3959 w 552"/>
                <a:gd name="T25" fmla="*/ 5613 h 729"/>
                <a:gd name="T26" fmla="*/ 3723 w 552"/>
                <a:gd name="T27" fmla="*/ 5162 h 729"/>
                <a:gd name="T28" fmla="*/ 3526 w 552"/>
                <a:gd name="T29" fmla="*/ 4810 h 729"/>
                <a:gd name="T30" fmla="*/ 3370 w 552"/>
                <a:gd name="T31" fmla="*/ 4351 h 729"/>
                <a:gd name="T32" fmla="*/ 3166 w 552"/>
                <a:gd name="T33" fmla="*/ 4001 h 729"/>
                <a:gd name="T34" fmla="*/ 2959 w 552"/>
                <a:gd name="T35" fmla="*/ 3400 h 729"/>
                <a:gd name="T36" fmla="*/ 2682 w 552"/>
                <a:gd name="T37" fmla="*/ 2897 h 729"/>
                <a:gd name="T38" fmla="*/ 2526 w 552"/>
                <a:gd name="T39" fmla="*/ 2318 h 729"/>
                <a:gd name="T40" fmla="*/ 2313 w 552"/>
                <a:gd name="T41" fmla="*/ 1797 h 729"/>
                <a:gd name="T42" fmla="*/ 2297 w 552"/>
                <a:gd name="T43" fmla="*/ 1329 h 729"/>
                <a:gd name="T44" fmla="*/ 2174 w 552"/>
                <a:gd name="T45" fmla="*/ 971 h 729"/>
                <a:gd name="T46" fmla="*/ 2057 w 552"/>
                <a:gd name="T47" fmla="*/ 555 h 729"/>
                <a:gd name="T48" fmla="*/ 1608 w 552"/>
                <a:gd name="T49" fmla="*/ 157 h 729"/>
                <a:gd name="T50" fmla="*/ 1188 w 552"/>
                <a:gd name="T51" fmla="*/ 0 h 729"/>
                <a:gd name="T52" fmla="*/ 928 w 552"/>
                <a:gd name="T53" fmla="*/ 81 h 729"/>
                <a:gd name="T54" fmla="*/ 533 w 552"/>
                <a:gd name="T55" fmla="*/ 273 h 729"/>
                <a:gd name="T56" fmla="*/ 232 w 552"/>
                <a:gd name="T57" fmla="*/ 741 h 729"/>
                <a:gd name="T58" fmla="*/ 51 w 552"/>
                <a:gd name="T59" fmla="*/ 1152 h 729"/>
                <a:gd name="T60" fmla="*/ 0 w 552"/>
                <a:gd name="T61" fmla="*/ 1797 h 729"/>
                <a:gd name="T62" fmla="*/ 76 w 552"/>
                <a:gd name="T63" fmla="*/ 2281 h 729"/>
                <a:gd name="T64" fmla="*/ 240 w 552"/>
                <a:gd name="T65" fmla="*/ 3022 h 729"/>
                <a:gd name="T66" fmla="*/ 361 w 552"/>
                <a:gd name="T67" fmla="*/ 3542 h 729"/>
                <a:gd name="T68" fmla="*/ 475 w 552"/>
                <a:gd name="T69" fmla="*/ 4255 h 729"/>
                <a:gd name="T70" fmla="*/ 609 w 552"/>
                <a:gd name="T71" fmla="*/ 4775 h 729"/>
                <a:gd name="T72" fmla="*/ 764 w 552"/>
                <a:gd name="T73" fmla="*/ 5499 h 729"/>
                <a:gd name="T74" fmla="*/ 992 w 552"/>
                <a:gd name="T75" fmla="*/ 6168 h 729"/>
                <a:gd name="T76" fmla="*/ 1108 w 552"/>
                <a:gd name="T77" fmla="*/ 6741 h 729"/>
                <a:gd name="T78" fmla="*/ 1352 w 552"/>
                <a:gd name="T79" fmla="*/ 7474 h 729"/>
                <a:gd name="T80" fmla="*/ 1352 w 552"/>
                <a:gd name="T81" fmla="*/ 7474 h 7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52" h="729">
                  <a:moveTo>
                    <a:pt x="157" y="715"/>
                  </a:moveTo>
                  <a:cubicBezTo>
                    <a:pt x="157" y="715"/>
                    <a:pt x="157" y="715"/>
                    <a:pt x="157" y="715"/>
                  </a:cubicBezTo>
                  <a:cubicBezTo>
                    <a:pt x="195" y="729"/>
                    <a:pt x="250" y="708"/>
                    <a:pt x="287" y="708"/>
                  </a:cubicBezTo>
                  <a:cubicBezTo>
                    <a:pt x="335" y="707"/>
                    <a:pt x="375" y="716"/>
                    <a:pt x="423" y="712"/>
                  </a:cubicBezTo>
                  <a:cubicBezTo>
                    <a:pt x="455" y="710"/>
                    <a:pt x="476" y="712"/>
                    <a:pt x="506" y="717"/>
                  </a:cubicBezTo>
                  <a:cubicBezTo>
                    <a:pt x="521" y="720"/>
                    <a:pt x="541" y="715"/>
                    <a:pt x="552" y="715"/>
                  </a:cubicBezTo>
                  <a:cubicBezTo>
                    <a:pt x="552" y="715"/>
                    <a:pt x="552" y="715"/>
                    <a:pt x="552" y="715"/>
                  </a:cubicBezTo>
                  <a:cubicBezTo>
                    <a:pt x="552" y="717"/>
                    <a:pt x="552" y="718"/>
                    <a:pt x="552" y="720"/>
                  </a:cubicBezTo>
                  <a:cubicBezTo>
                    <a:pt x="552" y="718"/>
                    <a:pt x="552" y="717"/>
                    <a:pt x="552" y="715"/>
                  </a:cubicBezTo>
                  <a:cubicBezTo>
                    <a:pt x="552" y="715"/>
                    <a:pt x="552" y="715"/>
                    <a:pt x="552" y="715"/>
                  </a:cubicBezTo>
                  <a:cubicBezTo>
                    <a:pt x="543" y="697"/>
                    <a:pt x="539" y="675"/>
                    <a:pt x="528" y="656"/>
                  </a:cubicBezTo>
                  <a:cubicBezTo>
                    <a:pt x="519" y="638"/>
                    <a:pt x="503" y="622"/>
                    <a:pt x="493" y="604"/>
                  </a:cubicBezTo>
                  <a:cubicBezTo>
                    <a:pt x="480" y="581"/>
                    <a:pt x="474" y="562"/>
                    <a:pt x="460" y="537"/>
                  </a:cubicBezTo>
                  <a:cubicBezTo>
                    <a:pt x="454" y="524"/>
                    <a:pt x="440" y="507"/>
                    <a:pt x="433" y="494"/>
                  </a:cubicBezTo>
                  <a:cubicBezTo>
                    <a:pt x="425" y="479"/>
                    <a:pt x="417" y="473"/>
                    <a:pt x="410" y="460"/>
                  </a:cubicBezTo>
                  <a:cubicBezTo>
                    <a:pt x="402" y="446"/>
                    <a:pt x="399" y="430"/>
                    <a:pt x="392" y="416"/>
                  </a:cubicBezTo>
                  <a:cubicBezTo>
                    <a:pt x="385" y="404"/>
                    <a:pt x="374" y="395"/>
                    <a:pt x="368" y="383"/>
                  </a:cubicBezTo>
                  <a:cubicBezTo>
                    <a:pt x="358" y="365"/>
                    <a:pt x="353" y="343"/>
                    <a:pt x="344" y="325"/>
                  </a:cubicBezTo>
                  <a:cubicBezTo>
                    <a:pt x="334" y="305"/>
                    <a:pt x="321" y="295"/>
                    <a:pt x="312" y="277"/>
                  </a:cubicBezTo>
                  <a:cubicBezTo>
                    <a:pt x="304" y="260"/>
                    <a:pt x="301" y="238"/>
                    <a:pt x="294" y="222"/>
                  </a:cubicBezTo>
                  <a:cubicBezTo>
                    <a:pt x="286" y="203"/>
                    <a:pt x="274" y="189"/>
                    <a:pt x="269" y="172"/>
                  </a:cubicBezTo>
                  <a:cubicBezTo>
                    <a:pt x="268" y="161"/>
                    <a:pt x="270" y="142"/>
                    <a:pt x="267" y="127"/>
                  </a:cubicBezTo>
                  <a:cubicBezTo>
                    <a:pt x="264" y="115"/>
                    <a:pt x="257" y="104"/>
                    <a:pt x="253" y="93"/>
                  </a:cubicBezTo>
                  <a:cubicBezTo>
                    <a:pt x="249" y="81"/>
                    <a:pt x="245" y="62"/>
                    <a:pt x="239" y="53"/>
                  </a:cubicBezTo>
                  <a:cubicBezTo>
                    <a:pt x="224" y="31"/>
                    <a:pt x="209" y="24"/>
                    <a:pt x="187" y="15"/>
                  </a:cubicBezTo>
                  <a:cubicBezTo>
                    <a:pt x="174" y="10"/>
                    <a:pt x="153" y="0"/>
                    <a:pt x="138" y="0"/>
                  </a:cubicBezTo>
                  <a:cubicBezTo>
                    <a:pt x="128" y="0"/>
                    <a:pt x="117" y="6"/>
                    <a:pt x="108" y="8"/>
                  </a:cubicBezTo>
                  <a:cubicBezTo>
                    <a:pt x="90" y="11"/>
                    <a:pt x="75" y="15"/>
                    <a:pt x="62" y="26"/>
                  </a:cubicBezTo>
                  <a:cubicBezTo>
                    <a:pt x="49" y="37"/>
                    <a:pt x="37" y="53"/>
                    <a:pt x="27" y="71"/>
                  </a:cubicBezTo>
                  <a:cubicBezTo>
                    <a:pt x="21" y="83"/>
                    <a:pt x="10" y="97"/>
                    <a:pt x="6" y="110"/>
                  </a:cubicBezTo>
                  <a:cubicBezTo>
                    <a:pt x="2" y="125"/>
                    <a:pt x="1" y="153"/>
                    <a:pt x="0" y="172"/>
                  </a:cubicBezTo>
                  <a:cubicBezTo>
                    <a:pt x="2" y="183"/>
                    <a:pt x="4" y="201"/>
                    <a:pt x="9" y="218"/>
                  </a:cubicBezTo>
                  <a:cubicBezTo>
                    <a:pt x="15" y="237"/>
                    <a:pt x="20" y="263"/>
                    <a:pt x="28" y="289"/>
                  </a:cubicBezTo>
                  <a:cubicBezTo>
                    <a:pt x="34" y="307"/>
                    <a:pt x="35" y="319"/>
                    <a:pt x="42" y="339"/>
                  </a:cubicBezTo>
                  <a:cubicBezTo>
                    <a:pt x="48" y="358"/>
                    <a:pt x="49" y="388"/>
                    <a:pt x="55" y="407"/>
                  </a:cubicBezTo>
                  <a:cubicBezTo>
                    <a:pt x="61" y="423"/>
                    <a:pt x="65" y="441"/>
                    <a:pt x="71" y="457"/>
                  </a:cubicBezTo>
                  <a:cubicBezTo>
                    <a:pt x="81" y="485"/>
                    <a:pt x="79" y="497"/>
                    <a:pt x="89" y="526"/>
                  </a:cubicBezTo>
                  <a:cubicBezTo>
                    <a:pt x="97" y="548"/>
                    <a:pt x="108" y="571"/>
                    <a:pt x="115" y="590"/>
                  </a:cubicBezTo>
                  <a:cubicBezTo>
                    <a:pt x="121" y="608"/>
                    <a:pt x="123" y="629"/>
                    <a:pt x="129" y="645"/>
                  </a:cubicBezTo>
                  <a:cubicBezTo>
                    <a:pt x="146" y="692"/>
                    <a:pt x="157" y="715"/>
                    <a:pt x="157" y="715"/>
                  </a:cubicBezTo>
                  <a:cubicBezTo>
                    <a:pt x="157" y="715"/>
                    <a:pt x="157" y="715"/>
                    <a:pt x="157" y="71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40" name="Freeform 21">
              <a:extLst>
                <a:ext uri="{FF2B5EF4-FFF2-40B4-BE49-F238E27FC236}">
                  <a16:creationId xmlns:a16="http://schemas.microsoft.com/office/drawing/2014/main" id="{91401D70-3216-4179-987C-10921F8EA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695"/>
              <a:ext cx="553" cy="376"/>
            </a:xfrm>
            <a:custGeom>
              <a:avLst/>
              <a:gdLst>
                <a:gd name="T0" fmla="*/ 1942 w 270"/>
                <a:gd name="T1" fmla="*/ 1777 h 172"/>
                <a:gd name="T2" fmla="*/ 2245 w 270"/>
                <a:gd name="T3" fmla="*/ 1777 h 172"/>
                <a:gd name="T4" fmla="*/ 2312 w 270"/>
                <a:gd name="T5" fmla="*/ 1788 h 172"/>
                <a:gd name="T6" fmla="*/ 2294 w 270"/>
                <a:gd name="T7" fmla="*/ 1329 h 172"/>
                <a:gd name="T8" fmla="*/ 2173 w 270"/>
                <a:gd name="T9" fmla="*/ 971 h 172"/>
                <a:gd name="T10" fmla="*/ 2056 w 270"/>
                <a:gd name="T11" fmla="*/ 555 h 172"/>
                <a:gd name="T12" fmla="*/ 1606 w 270"/>
                <a:gd name="T13" fmla="*/ 157 h 172"/>
                <a:gd name="T14" fmla="*/ 1188 w 270"/>
                <a:gd name="T15" fmla="*/ 0 h 172"/>
                <a:gd name="T16" fmla="*/ 928 w 270"/>
                <a:gd name="T17" fmla="*/ 81 h 172"/>
                <a:gd name="T18" fmla="*/ 533 w 270"/>
                <a:gd name="T19" fmla="*/ 273 h 172"/>
                <a:gd name="T20" fmla="*/ 231 w 270"/>
                <a:gd name="T21" fmla="*/ 741 h 172"/>
                <a:gd name="T22" fmla="*/ 51 w 270"/>
                <a:gd name="T23" fmla="*/ 1148 h 172"/>
                <a:gd name="T24" fmla="*/ 0 w 270"/>
                <a:gd name="T25" fmla="*/ 1764 h 172"/>
                <a:gd name="T26" fmla="*/ 428 w 270"/>
                <a:gd name="T27" fmla="*/ 1744 h 172"/>
                <a:gd name="T28" fmla="*/ 969 w 270"/>
                <a:gd name="T29" fmla="*/ 1692 h 172"/>
                <a:gd name="T30" fmla="*/ 1501 w 270"/>
                <a:gd name="T31" fmla="*/ 1725 h 172"/>
                <a:gd name="T32" fmla="*/ 1942 w 270"/>
                <a:gd name="T33" fmla="*/ 1777 h 1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0" h="172">
                  <a:moveTo>
                    <a:pt x="226" y="170"/>
                  </a:moveTo>
                  <a:cubicBezTo>
                    <a:pt x="238" y="169"/>
                    <a:pt x="249" y="170"/>
                    <a:pt x="261" y="170"/>
                  </a:cubicBezTo>
                  <a:cubicBezTo>
                    <a:pt x="263" y="170"/>
                    <a:pt x="266" y="170"/>
                    <a:pt x="269" y="171"/>
                  </a:cubicBezTo>
                  <a:cubicBezTo>
                    <a:pt x="268" y="159"/>
                    <a:pt x="270" y="141"/>
                    <a:pt x="267" y="127"/>
                  </a:cubicBezTo>
                  <a:cubicBezTo>
                    <a:pt x="264" y="115"/>
                    <a:pt x="257" y="104"/>
                    <a:pt x="253" y="93"/>
                  </a:cubicBezTo>
                  <a:cubicBezTo>
                    <a:pt x="249" y="81"/>
                    <a:pt x="245" y="62"/>
                    <a:pt x="239" y="53"/>
                  </a:cubicBezTo>
                  <a:cubicBezTo>
                    <a:pt x="224" y="31"/>
                    <a:pt x="209" y="24"/>
                    <a:pt x="187" y="15"/>
                  </a:cubicBezTo>
                  <a:cubicBezTo>
                    <a:pt x="174" y="10"/>
                    <a:pt x="153" y="0"/>
                    <a:pt x="138" y="0"/>
                  </a:cubicBezTo>
                  <a:cubicBezTo>
                    <a:pt x="128" y="0"/>
                    <a:pt x="117" y="6"/>
                    <a:pt x="108" y="8"/>
                  </a:cubicBezTo>
                  <a:cubicBezTo>
                    <a:pt x="90" y="11"/>
                    <a:pt x="75" y="15"/>
                    <a:pt x="62" y="26"/>
                  </a:cubicBezTo>
                  <a:cubicBezTo>
                    <a:pt x="49" y="37"/>
                    <a:pt x="37" y="53"/>
                    <a:pt x="27" y="71"/>
                  </a:cubicBezTo>
                  <a:cubicBezTo>
                    <a:pt x="21" y="83"/>
                    <a:pt x="10" y="97"/>
                    <a:pt x="6" y="110"/>
                  </a:cubicBezTo>
                  <a:cubicBezTo>
                    <a:pt x="3" y="124"/>
                    <a:pt x="2" y="150"/>
                    <a:pt x="0" y="169"/>
                  </a:cubicBezTo>
                  <a:cubicBezTo>
                    <a:pt x="15" y="168"/>
                    <a:pt x="34" y="167"/>
                    <a:pt x="50" y="167"/>
                  </a:cubicBezTo>
                  <a:cubicBezTo>
                    <a:pt x="73" y="168"/>
                    <a:pt x="89" y="156"/>
                    <a:pt x="113" y="162"/>
                  </a:cubicBezTo>
                  <a:cubicBezTo>
                    <a:pt x="135" y="168"/>
                    <a:pt x="152" y="165"/>
                    <a:pt x="175" y="165"/>
                  </a:cubicBezTo>
                  <a:cubicBezTo>
                    <a:pt x="192" y="165"/>
                    <a:pt x="208" y="172"/>
                    <a:pt x="226" y="17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41" name="Freeform 22">
              <a:extLst>
                <a:ext uri="{FF2B5EF4-FFF2-40B4-BE49-F238E27FC236}">
                  <a16:creationId xmlns:a16="http://schemas.microsoft.com/office/drawing/2014/main" id="{0AD19F62-2235-4329-B077-6A4878109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762"/>
              <a:ext cx="1615" cy="774"/>
            </a:xfrm>
            <a:custGeom>
              <a:avLst/>
              <a:gdLst>
                <a:gd name="T0" fmla="*/ 1000 w 788"/>
                <a:gd name="T1" fmla="*/ 0 h 354"/>
                <a:gd name="T2" fmla="*/ 2084 w 788"/>
                <a:gd name="T3" fmla="*/ 1506 h 354"/>
                <a:gd name="T4" fmla="*/ 6751 w 788"/>
                <a:gd name="T5" fmla="*/ 3595 h 354"/>
                <a:gd name="T6" fmla="*/ 6708 w 788"/>
                <a:gd name="T7" fmla="*/ 3658 h 354"/>
                <a:gd name="T8" fmla="*/ 5380 w 788"/>
                <a:gd name="T9" fmla="*/ 3400 h 354"/>
                <a:gd name="T10" fmla="*/ 3962 w 788"/>
                <a:gd name="T11" fmla="*/ 2036 h 354"/>
                <a:gd name="T12" fmla="*/ 1068 w 788"/>
                <a:gd name="T13" fmla="*/ 1463 h 354"/>
                <a:gd name="T14" fmla="*/ 1000 w 788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8" h="354">
                  <a:moveTo>
                    <a:pt x="116" y="0"/>
                  </a:moveTo>
                  <a:cubicBezTo>
                    <a:pt x="28" y="25"/>
                    <a:pt x="10" y="127"/>
                    <a:pt x="242" y="144"/>
                  </a:cubicBezTo>
                  <a:cubicBezTo>
                    <a:pt x="438" y="158"/>
                    <a:pt x="661" y="182"/>
                    <a:pt x="784" y="344"/>
                  </a:cubicBezTo>
                  <a:cubicBezTo>
                    <a:pt x="788" y="349"/>
                    <a:pt x="787" y="354"/>
                    <a:pt x="779" y="350"/>
                  </a:cubicBezTo>
                  <a:cubicBezTo>
                    <a:pt x="749" y="335"/>
                    <a:pt x="687" y="313"/>
                    <a:pt x="625" y="325"/>
                  </a:cubicBezTo>
                  <a:cubicBezTo>
                    <a:pt x="616" y="326"/>
                    <a:pt x="648" y="249"/>
                    <a:pt x="460" y="195"/>
                  </a:cubicBezTo>
                  <a:cubicBezTo>
                    <a:pt x="341" y="166"/>
                    <a:pt x="206" y="169"/>
                    <a:pt x="124" y="140"/>
                  </a:cubicBezTo>
                  <a:cubicBezTo>
                    <a:pt x="38" y="110"/>
                    <a:pt x="0" y="36"/>
                    <a:pt x="116" y="0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42" name="Freeform 23">
              <a:extLst>
                <a:ext uri="{FF2B5EF4-FFF2-40B4-BE49-F238E27FC236}">
                  <a16:creationId xmlns:a16="http://schemas.microsoft.com/office/drawing/2014/main" id="{D754D84E-40D9-477E-BBF2-94774CFEC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076"/>
              <a:ext cx="1119" cy="460"/>
            </a:xfrm>
            <a:custGeom>
              <a:avLst/>
              <a:gdLst>
                <a:gd name="T0" fmla="*/ 4070 w 546"/>
                <a:gd name="T1" fmla="*/ 1914 h 210"/>
                <a:gd name="T2" fmla="*/ 4037 w 546"/>
                <a:gd name="T3" fmla="*/ 1923 h 210"/>
                <a:gd name="T4" fmla="*/ 4624 w 546"/>
                <a:gd name="T5" fmla="*/ 2164 h 210"/>
                <a:gd name="T6" fmla="*/ 4667 w 546"/>
                <a:gd name="T7" fmla="*/ 2101 h 210"/>
                <a:gd name="T8" fmla="*/ 0 w 546"/>
                <a:gd name="T9" fmla="*/ 0 h 210"/>
                <a:gd name="T10" fmla="*/ 3503 w 546"/>
                <a:gd name="T11" fmla="*/ 1016 h 210"/>
                <a:gd name="T12" fmla="*/ 4070 w 546"/>
                <a:gd name="T13" fmla="*/ 1914 h 2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6" h="210">
                  <a:moveTo>
                    <a:pt x="473" y="182"/>
                  </a:moveTo>
                  <a:cubicBezTo>
                    <a:pt x="472" y="182"/>
                    <a:pt x="470" y="182"/>
                    <a:pt x="469" y="183"/>
                  </a:cubicBezTo>
                  <a:cubicBezTo>
                    <a:pt x="498" y="188"/>
                    <a:pt x="522" y="198"/>
                    <a:pt x="537" y="206"/>
                  </a:cubicBezTo>
                  <a:cubicBezTo>
                    <a:pt x="545" y="210"/>
                    <a:pt x="546" y="205"/>
                    <a:pt x="542" y="200"/>
                  </a:cubicBezTo>
                  <a:cubicBezTo>
                    <a:pt x="419" y="38"/>
                    <a:pt x="196" y="14"/>
                    <a:pt x="0" y="0"/>
                  </a:cubicBezTo>
                  <a:cubicBezTo>
                    <a:pt x="105" y="10"/>
                    <a:pt x="317" y="33"/>
                    <a:pt x="407" y="97"/>
                  </a:cubicBezTo>
                  <a:cubicBezTo>
                    <a:pt x="496" y="161"/>
                    <a:pt x="491" y="180"/>
                    <a:pt x="473" y="182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43" name="Freeform 24">
              <a:extLst>
                <a:ext uri="{FF2B5EF4-FFF2-40B4-BE49-F238E27FC236}">
                  <a16:creationId xmlns:a16="http://schemas.microsoft.com/office/drawing/2014/main" id="{A208C12C-B8F3-42AB-BB94-5CA541293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199"/>
              <a:ext cx="697" cy="907"/>
            </a:xfrm>
            <a:custGeom>
              <a:avLst/>
              <a:gdLst>
                <a:gd name="T0" fmla="*/ 2815 w 340"/>
                <a:gd name="T1" fmla="*/ 4332 h 415"/>
                <a:gd name="T2" fmla="*/ 2731 w 340"/>
                <a:gd name="T3" fmla="*/ 2288 h 415"/>
                <a:gd name="T4" fmla="*/ 1453 w 340"/>
                <a:gd name="T5" fmla="*/ 597 h 415"/>
                <a:gd name="T6" fmla="*/ 0 w 340"/>
                <a:gd name="T7" fmla="*/ 0 h 415"/>
                <a:gd name="T8" fmla="*/ 1585 w 340"/>
                <a:gd name="T9" fmla="*/ 531 h 415"/>
                <a:gd name="T10" fmla="*/ 2862 w 340"/>
                <a:gd name="T11" fmla="*/ 1930 h 415"/>
                <a:gd name="T12" fmla="*/ 2815 w 340"/>
                <a:gd name="T13" fmla="*/ 4332 h 4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0" h="415">
                  <a:moveTo>
                    <a:pt x="327" y="415"/>
                  </a:moveTo>
                  <a:cubicBezTo>
                    <a:pt x="315" y="351"/>
                    <a:pt x="310" y="300"/>
                    <a:pt x="317" y="219"/>
                  </a:cubicBezTo>
                  <a:cubicBezTo>
                    <a:pt x="326" y="103"/>
                    <a:pt x="264" y="82"/>
                    <a:pt x="169" y="57"/>
                  </a:cubicBezTo>
                  <a:cubicBezTo>
                    <a:pt x="113" y="42"/>
                    <a:pt x="52" y="32"/>
                    <a:pt x="0" y="0"/>
                  </a:cubicBezTo>
                  <a:cubicBezTo>
                    <a:pt x="28" y="14"/>
                    <a:pt x="132" y="43"/>
                    <a:pt x="184" y="51"/>
                  </a:cubicBezTo>
                  <a:cubicBezTo>
                    <a:pt x="237" y="58"/>
                    <a:pt x="340" y="96"/>
                    <a:pt x="332" y="185"/>
                  </a:cubicBezTo>
                  <a:cubicBezTo>
                    <a:pt x="324" y="274"/>
                    <a:pt x="310" y="327"/>
                    <a:pt x="327" y="415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44" name="Freeform 25">
              <a:extLst>
                <a:ext uri="{FF2B5EF4-FFF2-40B4-BE49-F238E27FC236}">
                  <a16:creationId xmlns:a16="http://schemas.microsoft.com/office/drawing/2014/main" id="{C48F179C-493D-4D09-919D-D19C15DEE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149"/>
              <a:ext cx="758" cy="642"/>
            </a:xfrm>
            <a:custGeom>
              <a:avLst/>
              <a:gdLst>
                <a:gd name="T0" fmla="*/ 2002 w 370"/>
                <a:gd name="T1" fmla="*/ 1205 h 294"/>
                <a:gd name="T2" fmla="*/ 1780 w 370"/>
                <a:gd name="T3" fmla="*/ 3062 h 294"/>
                <a:gd name="T4" fmla="*/ 2682 w 370"/>
                <a:gd name="T5" fmla="*/ 1780 h 294"/>
                <a:gd name="T6" fmla="*/ 3050 w 370"/>
                <a:gd name="T7" fmla="*/ 1574 h 294"/>
                <a:gd name="T8" fmla="*/ 2589 w 370"/>
                <a:gd name="T9" fmla="*/ 721 h 294"/>
                <a:gd name="T10" fmla="*/ 0 w 370"/>
                <a:gd name="T11" fmla="*/ 0 h 294"/>
                <a:gd name="T12" fmla="*/ 2002 w 370"/>
                <a:gd name="T13" fmla="*/ 1205 h 2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0" h="294">
                  <a:moveTo>
                    <a:pt x="233" y="116"/>
                  </a:moveTo>
                  <a:cubicBezTo>
                    <a:pt x="251" y="161"/>
                    <a:pt x="230" y="215"/>
                    <a:pt x="207" y="294"/>
                  </a:cubicBezTo>
                  <a:cubicBezTo>
                    <a:pt x="236" y="211"/>
                    <a:pt x="294" y="182"/>
                    <a:pt x="312" y="171"/>
                  </a:cubicBezTo>
                  <a:cubicBezTo>
                    <a:pt x="318" y="167"/>
                    <a:pt x="345" y="155"/>
                    <a:pt x="355" y="151"/>
                  </a:cubicBezTo>
                  <a:cubicBezTo>
                    <a:pt x="370" y="146"/>
                    <a:pt x="345" y="99"/>
                    <a:pt x="301" y="69"/>
                  </a:cubicBezTo>
                  <a:cubicBezTo>
                    <a:pt x="232" y="16"/>
                    <a:pt x="80" y="11"/>
                    <a:pt x="0" y="0"/>
                  </a:cubicBezTo>
                  <a:cubicBezTo>
                    <a:pt x="108" y="22"/>
                    <a:pt x="202" y="55"/>
                    <a:pt x="233" y="116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45" name="Freeform 26">
              <a:extLst>
                <a:ext uri="{FF2B5EF4-FFF2-40B4-BE49-F238E27FC236}">
                  <a16:creationId xmlns:a16="http://schemas.microsoft.com/office/drawing/2014/main" id="{33708FE4-2237-469F-8702-7AB347209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199"/>
              <a:ext cx="359" cy="374"/>
            </a:xfrm>
            <a:custGeom>
              <a:avLst/>
              <a:gdLst>
                <a:gd name="T0" fmla="*/ 0 w 175"/>
                <a:gd name="T1" fmla="*/ 0 h 171"/>
                <a:gd name="T2" fmla="*/ 1436 w 175"/>
                <a:gd name="T3" fmla="*/ 1454 h 171"/>
                <a:gd name="T4" fmla="*/ 1069 w 175"/>
                <a:gd name="T5" fmla="*/ 1789 h 171"/>
                <a:gd name="T6" fmla="*/ 0 w 175"/>
                <a:gd name="T7" fmla="*/ 0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71">
                  <a:moveTo>
                    <a:pt x="0" y="0"/>
                  </a:moveTo>
                  <a:cubicBezTo>
                    <a:pt x="52" y="10"/>
                    <a:pt x="175" y="44"/>
                    <a:pt x="166" y="139"/>
                  </a:cubicBezTo>
                  <a:cubicBezTo>
                    <a:pt x="165" y="146"/>
                    <a:pt x="139" y="155"/>
                    <a:pt x="124" y="171"/>
                  </a:cubicBezTo>
                  <a:cubicBezTo>
                    <a:pt x="135" y="139"/>
                    <a:pt x="150" y="47"/>
                    <a:pt x="0" y="0"/>
                  </a:cubicBezTo>
                  <a:close/>
                </a:path>
              </a:pathLst>
            </a:custGeom>
            <a:solidFill>
              <a:srgbClr val="FDE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46" name="Freeform 27">
              <a:extLst>
                <a:ext uri="{FF2B5EF4-FFF2-40B4-BE49-F238E27FC236}">
                  <a16:creationId xmlns:a16="http://schemas.microsoft.com/office/drawing/2014/main" id="{62699FBB-BD65-4478-B408-25B1FA6CB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836"/>
              <a:ext cx="143" cy="321"/>
            </a:xfrm>
            <a:custGeom>
              <a:avLst/>
              <a:gdLst>
                <a:gd name="T0" fmla="*/ 597 w 70"/>
                <a:gd name="T1" fmla="*/ 1531 h 147"/>
                <a:gd name="T2" fmla="*/ 264 w 70"/>
                <a:gd name="T3" fmla="*/ 0 h 147"/>
                <a:gd name="T4" fmla="*/ 597 w 70"/>
                <a:gd name="T5" fmla="*/ 1531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47">
                  <a:moveTo>
                    <a:pt x="70" y="147"/>
                  </a:moveTo>
                  <a:cubicBezTo>
                    <a:pt x="0" y="89"/>
                    <a:pt x="4" y="32"/>
                    <a:pt x="31" y="0"/>
                  </a:cubicBezTo>
                  <a:cubicBezTo>
                    <a:pt x="15" y="24"/>
                    <a:pt x="17" y="90"/>
                    <a:pt x="70" y="147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47" name="Freeform 28">
              <a:extLst>
                <a:ext uri="{FF2B5EF4-FFF2-40B4-BE49-F238E27FC236}">
                  <a16:creationId xmlns:a16="http://schemas.microsoft.com/office/drawing/2014/main" id="{A6C67E4E-B31C-462B-B7E5-EF85B4461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888"/>
              <a:ext cx="31" cy="136"/>
            </a:xfrm>
            <a:custGeom>
              <a:avLst/>
              <a:gdLst>
                <a:gd name="T0" fmla="*/ 60 w 15"/>
                <a:gd name="T1" fmla="*/ 140 h 62"/>
                <a:gd name="T2" fmla="*/ 132 w 15"/>
                <a:gd name="T3" fmla="*/ 654 h 62"/>
                <a:gd name="T4" fmla="*/ 99 w 15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2">
                  <a:moveTo>
                    <a:pt x="7" y="13"/>
                  </a:moveTo>
                  <a:cubicBezTo>
                    <a:pt x="0" y="27"/>
                    <a:pt x="7" y="51"/>
                    <a:pt x="15" y="62"/>
                  </a:cubicBezTo>
                  <a:cubicBezTo>
                    <a:pt x="11" y="42"/>
                    <a:pt x="11" y="21"/>
                    <a:pt x="11" y="0"/>
                  </a:cubicBezTo>
                </a:path>
              </a:pathLst>
            </a:custGeom>
            <a:solidFill>
              <a:srgbClr val="FD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48" name="Freeform 29">
              <a:extLst>
                <a:ext uri="{FF2B5EF4-FFF2-40B4-BE49-F238E27FC236}">
                  <a16:creationId xmlns:a16="http://schemas.microsoft.com/office/drawing/2014/main" id="{D29D59A5-19BC-4E28-B826-AE6E6FF2B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374"/>
              <a:ext cx="31" cy="133"/>
            </a:xfrm>
            <a:custGeom>
              <a:avLst/>
              <a:gdLst>
                <a:gd name="T0" fmla="*/ 0 w 15"/>
                <a:gd name="T1" fmla="*/ 33 h 61"/>
                <a:gd name="T2" fmla="*/ 81 w 15"/>
                <a:gd name="T3" fmla="*/ 632 h 61"/>
                <a:gd name="T4" fmla="*/ 81 w 15"/>
                <a:gd name="T5" fmla="*/ 438 h 61"/>
                <a:gd name="T6" fmla="*/ 0 w 15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1">
                  <a:moveTo>
                    <a:pt x="0" y="3"/>
                  </a:moveTo>
                  <a:cubicBezTo>
                    <a:pt x="15" y="16"/>
                    <a:pt x="14" y="44"/>
                    <a:pt x="9" y="61"/>
                  </a:cubicBezTo>
                  <a:cubicBezTo>
                    <a:pt x="2" y="60"/>
                    <a:pt x="9" y="48"/>
                    <a:pt x="9" y="42"/>
                  </a:cubicBezTo>
                  <a:cubicBezTo>
                    <a:pt x="9" y="28"/>
                    <a:pt x="0" y="1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49" name="Freeform 30">
              <a:extLst>
                <a:ext uri="{FF2B5EF4-FFF2-40B4-BE49-F238E27FC236}">
                  <a16:creationId xmlns:a16="http://schemas.microsoft.com/office/drawing/2014/main" id="{2618D8FF-6032-44D6-B05C-76B534343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339"/>
              <a:ext cx="22" cy="28"/>
            </a:xfrm>
            <a:custGeom>
              <a:avLst/>
              <a:gdLst>
                <a:gd name="T0" fmla="*/ 16 w 11"/>
                <a:gd name="T1" fmla="*/ 88 h 13"/>
                <a:gd name="T2" fmla="*/ 0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2" y="9"/>
                  </a:moveTo>
                  <a:cubicBezTo>
                    <a:pt x="11" y="13"/>
                    <a:pt x="8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50" name="Freeform 31">
              <a:extLst>
                <a:ext uri="{FF2B5EF4-FFF2-40B4-BE49-F238E27FC236}">
                  <a16:creationId xmlns:a16="http://schemas.microsoft.com/office/drawing/2014/main" id="{811660E5-FB60-43E0-828A-4A2797219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706"/>
              <a:ext cx="341" cy="352"/>
            </a:xfrm>
            <a:custGeom>
              <a:avLst/>
              <a:gdLst>
                <a:gd name="T0" fmla="*/ 1152 w 166"/>
                <a:gd name="T1" fmla="*/ 9 h 161"/>
                <a:gd name="T2" fmla="*/ 676 w 166"/>
                <a:gd name="T3" fmla="*/ 177 h 161"/>
                <a:gd name="T4" fmla="*/ 355 w 166"/>
                <a:gd name="T5" fmla="*/ 512 h 161"/>
                <a:gd name="T6" fmla="*/ 113 w 166"/>
                <a:gd name="T7" fmla="*/ 984 h 161"/>
                <a:gd name="T8" fmla="*/ 16 w 166"/>
                <a:gd name="T9" fmla="*/ 1277 h 161"/>
                <a:gd name="T10" fmla="*/ 0 w 166"/>
                <a:gd name="T11" fmla="*/ 1611 h 161"/>
                <a:gd name="T12" fmla="*/ 156 w 166"/>
                <a:gd name="T13" fmla="*/ 1640 h 161"/>
                <a:gd name="T14" fmla="*/ 329 w 166"/>
                <a:gd name="T15" fmla="*/ 1640 h 161"/>
                <a:gd name="T16" fmla="*/ 329 w 166"/>
                <a:gd name="T17" fmla="*/ 1524 h 161"/>
                <a:gd name="T18" fmla="*/ 329 w 166"/>
                <a:gd name="T19" fmla="*/ 1189 h 161"/>
                <a:gd name="T20" fmla="*/ 485 w 166"/>
                <a:gd name="T21" fmla="*/ 649 h 161"/>
                <a:gd name="T22" fmla="*/ 624 w 166"/>
                <a:gd name="T23" fmla="*/ 492 h 161"/>
                <a:gd name="T24" fmla="*/ 764 w 166"/>
                <a:gd name="T25" fmla="*/ 315 h 161"/>
                <a:gd name="T26" fmla="*/ 1093 w 166"/>
                <a:gd name="T27" fmla="*/ 149 h 161"/>
                <a:gd name="T28" fmla="*/ 1325 w 166"/>
                <a:gd name="T29" fmla="*/ 125 h 161"/>
                <a:gd name="T30" fmla="*/ 1438 w 166"/>
                <a:gd name="T31" fmla="*/ 149 h 161"/>
                <a:gd name="T32" fmla="*/ 1233 w 166"/>
                <a:gd name="T33" fmla="*/ 0 h 1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6" h="161">
                  <a:moveTo>
                    <a:pt x="133" y="1"/>
                  </a:moveTo>
                  <a:cubicBezTo>
                    <a:pt x="116" y="8"/>
                    <a:pt x="96" y="9"/>
                    <a:pt x="78" y="17"/>
                  </a:cubicBezTo>
                  <a:cubicBezTo>
                    <a:pt x="62" y="25"/>
                    <a:pt x="52" y="35"/>
                    <a:pt x="41" y="49"/>
                  </a:cubicBezTo>
                  <a:cubicBezTo>
                    <a:pt x="29" y="63"/>
                    <a:pt x="23" y="79"/>
                    <a:pt x="13" y="94"/>
                  </a:cubicBezTo>
                  <a:cubicBezTo>
                    <a:pt x="7" y="103"/>
                    <a:pt x="3" y="111"/>
                    <a:pt x="2" y="122"/>
                  </a:cubicBezTo>
                  <a:cubicBezTo>
                    <a:pt x="1" y="133"/>
                    <a:pt x="2" y="143"/>
                    <a:pt x="0" y="154"/>
                  </a:cubicBezTo>
                  <a:cubicBezTo>
                    <a:pt x="5" y="159"/>
                    <a:pt x="11" y="157"/>
                    <a:pt x="18" y="157"/>
                  </a:cubicBezTo>
                  <a:cubicBezTo>
                    <a:pt x="22" y="157"/>
                    <a:pt x="35" y="161"/>
                    <a:pt x="38" y="157"/>
                  </a:cubicBezTo>
                  <a:cubicBezTo>
                    <a:pt x="41" y="155"/>
                    <a:pt x="38" y="149"/>
                    <a:pt x="38" y="146"/>
                  </a:cubicBezTo>
                  <a:cubicBezTo>
                    <a:pt x="37" y="136"/>
                    <a:pt x="37" y="125"/>
                    <a:pt x="38" y="114"/>
                  </a:cubicBezTo>
                  <a:cubicBezTo>
                    <a:pt x="39" y="96"/>
                    <a:pt x="43" y="76"/>
                    <a:pt x="56" y="62"/>
                  </a:cubicBezTo>
                  <a:cubicBezTo>
                    <a:pt x="62" y="57"/>
                    <a:pt x="68" y="53"/>
                    <a:pt x="72" y="47"/>
                  </a:cubicBezTo>
                  <a:cubicBezTo>
                    <a:pt x="77" y="41"/>
                    <a:pt x="82" y="34"/>
                    <a:pt x="88" y="30"/>
                  </a:cubicBezTo>
                  <a:cubicBezTo>
                    <a:pt x="99" y="22"/>
                    <a:pt x="114" y="22"/>
                    <a:pt x="126" y="14"/>
                  </a:cubicBezTo>
                  <a:cubicBezTo>
                    <a:pt x="136" y="8"/>
                    <a:pt x="143" y="10"/>
                    <a:pt x="153" y="12"/>
                  </a:cubicBezTo>
                  <a:cubicBezTo>
                    <a:pt x="158" y="12"/>
                    <a:pt x="162" y="11"/>
                    <a:pt x="166" y="14"/>
                  </a:cubicBezTo>
                  <a:cubicBezTo>
                    <a:pt x="166" y="8"/>
                    <a:pt x="147" y="0"/>
                    <a:pt x="142" y="0"/>
                  </a:cubicBezTo>
                </a:path>
              </a:pathLst>
            </a:custGeom>
            <a:solidFill>
              <a:srgbClr val="B50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51" name="Freeform 32">
              <a:extLst>
                <a:ext uri="{FF2B5EF4-FFF2-40B4-BE49-F238E27FC236}">
                  <a16:creationId xmlns:a16="http://schemas.microsoft.com/office/drawing/2014/main" id="{FFE967C3-620E-406B-97EA-B6B47E299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263"/>
              <a:ext cx="84" cy="41"/>
            </a:xfrm>
            <a:custGeom>
              <a:avLst/>
              <a:gdLst>
                <a:gd name="T0" fmla="*/ 0 w 41"/>
                <a:gd name="T1" fmla="*/ 88 h 19"/>
                <a:gd name="T2" fmla="*/ 352 w 41"/>
                <a:gd name="T3" fmla="*/ 28 h 19"/>
                <a:gd name="T4" fmla="*/ 285 w 41"/>
                <a:gd name="T5" fmla="*/ 101 h 19"/>
                <a:gd name="T6" fmla="*/ 256 w 41"/>
                <a:gd name="T7" fmla="*/ 190 h 19"/>
                <a:gd name="T8" fmla="*/ 213 w 41"/>
                <a:gd name="T9" fmla="*/ 149 h 19"/>
                <a:gd name="T10" fmla="*/ 139 w 41"/>
                <a:gd name="T11" fmla="*/ 149 h 19"/>
                <a:gd name="T12" fmla="*/ 0 w 41"/>
                <a:gd name="T13" fmla="*/ 1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9">
                  <a:moveTo>
                    <a:pt x="0" y="9"/>
                  </a:moveTo>
                  <a:cubicBezTo>
                    <a:pt x="14" y="14"/>
                    <a:pt x="28" y="0"/>
                    <a:pt x="41" y="3"/>
                  </a:cubicBezTo>
                  <a:cubicBezTo>
                    <a:pt x="39" y="5"/>
                    <a:pt x="34" y="7"/>
                    <a:pt x="33" y="10"/>
                  </a:cubicBezTo>
                  <a:cubicBezTo>
                    <a:pt x="31" y="13"/>
                    <a:pt x="32" y="16"/>
                    <a:pt x="30" y="19"/>
                  </a:cubicBezTo>
                  <a:cubicBezTo>
                    <a:pt x="28" y="18"/>
                    <a:pt x="27" y="16"/>
                    <a:pt x="25" y="15"/>
                  </a:cubicBezTo>
                  <a:cubicBezTo>
                    <a:pt x="22" y="13"/>
                    <a:pt x="19" y="15"/>
                    <a:pt x="16" y="15"/>
                  </a:cubicBezTo>
                  <a:cubicBezTo>
                    <a:pt x="10" y="15"/>
                    <a:pt x="6" y="13"/>
                    <a:pt x="0" y="1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52" name="Freeform 33">
              <a:extLst>
                <a:ext uri="{FF2B5EF4-FFF2-40B4-BE49-F238E27FC236}">
                  <a16:creationId xmlns:a16="http://schemas.microsoft.com/office/drawing/2014/main" id="{148ACBF0-F58D-4957-9144-7B98F6CED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293"/>
              <a:ext cx="29" cy="25"/>
            </a:xfrm>
            <a:custGeom>
              <a:avLst/>
              <a:gdLst>
                <a:gd name="T0" fmla="*/ 73 w 14"/>
                <a:gd name="T1" fmla="*/ 0 h 11"/>
                <a:gd name="T2" fmla="*/ 8 w 14"/>
                <a:gd name="T3" fmla="*/ 130 h 11"/>
                <a:gd name="T4" fmla="*/ 35 w 14"/>
                <a:gd name="T5" fmla="*/ 57 h 11"/>
                <a:gd name="T6" fmla="*/ 124 w 14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8" y="0"/>
                  </a:moveTo>
                  <a:cubicBezTo>
                    <a:pt x="3" y="1"/>
                    <a:pt x="0" y="7"/>
                    <a:pt x="1" y="11"/>
                  </a:cubicBezTo>
                  <a:cubicBezTo>
                    <a:pt x="3" y="10"/>
                    <a:pt x="2" y="6"/>
                    <a:pt x="4" y="5"/>
                  </a:cubicBezTo>
                  <a:cubicBezTo>
                    <a:pt x="6" y="3"/>
                    <a:pt x="11" y="3"/>
                    <a:pt x="14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53" name="Freeform 34">
              <a:extLst>
                <a:ext uri="{FF2B5EF4-FFF2-40B4-BE49-F238E27FC236}">
                  <a16:creationId xmlns:a16="http://schemas.microsoft.com/office/drawing/2014/main" id="{A50C0ADC-F5EE-4060-AFE3-1A582CA08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3337"/>
              <a:ext cx="96" cy="44"/>
            </a:xfrm>
            <a:custGeom>
              <a:avLst/>
              <a:gdLst>
                <a:gd name="T0" fmla="*/ 0 w 47"/>
                <a:gd name="T1" fmla="*/ 125 h 20"/>
                <a:gd name="T2" fmla="*/ 112 w 47"/>
                <a:gd name="T3" fmla="*/ 141 h 20"/>
                <a:gd name="T4" fmla="*/ 155 w 47"/>
                <a:gd name="T5" fmla="*/ 169 h 20"/>
                <a:gd name="T6" fmla="*/ 272 w 47"/>
                <a:gd name="T7" fmla="*/ 213 h 20"/>
                <a:gd name="T8" fmla="*/ 400 w 47"/>
                <a:gd name="T9" fmla="*/ 141 h 20"/>
                <a:gd name="T10" fmla="*/ 333 w 47"/>
                <a:gd name="T11" fmla="*/ 106 h 20"/>
                <a:gd name="T12" fmla="*/ 255 w 47"/>
                <a:gd name="T13" fmla="*/ 33 h 20"/>
                <a:gd name="T14" fmla="*/ 221 w 47"/>
                <a:gd name="T15" fmla="*/ 20 h 20"/>
                <a:gd name="T16" fmla="*/ 163 w 47"/>
                <a:gd name="T17" fmla="*/ 88 h 20"/>
                <a:gd name="T18" fmla="*/ 76 w 47"/>
                <a:gd name="T19" fmla="*/ 88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20">
                  <a:moveTo>
                    <a:pt x="0" y="12"/>
                  </a:moveTo>
                  <a:cubicBezTo>
                    <a:pt x="4" y="13"/>
                    <a:pt x="9" y="11"/>
                    <a:pt x="13" y="13"/>
                  </a:cubicBezTo>
                  <a:cubicBezTo>
                    <a:pt x="15" y="14"/>
                    <a:pt x="15" y="16"/>
                    <a:pt x="18" y="16"/>
                  </a:cubicBezTo>
                  <a:cubicBezTo>
                    <a:pt x="24" y="17"/>
                    <a:pt x="28" y="14"/>
                    <a:pt x="32" y="20"/>
                  </a:cubicBezTo>
                  <a:cubicBezTo>
                    <a:pt x="37" y="18"/>
                    <a:pt x="40" y="11"/>
                    <a:pt x="47" y="13"/>
                  </a:cubicBezTo>
                  <a:cubicBezTo>
                    <a:pt x="46" y="9"/>
                    <a:pt x="42" y="10"/>
                    <a:pt x="39" y="10"/>
                  </a:cubicBezTo>
                  <a:cubicBezTo>
                    <a:pt x="32" y="9"/>
                    <a:pt x="34" y="7"/>
                    <a:pt x="30" y="3"/>
                  </a:cubicBezTo>
                  <a:cubicBezTo>
                    <a:pt x="28" y="0"/>
                    <a:pt x="30" y="0"/>
                    <a:pt x="26" y="2"/>
                  </a:cubicBezTo>
                  <a:cubicBezTo>
                    <a:pt x="23" y="4"/>
                    <a:pt x="23" y="7"/>
                    <a:pt x="19" y="8"/>
                  </a:cubicBezTo>
                  <a:cubicBezTo>
                    <a:pt x="16" y="9"/>
                    <a:pt x="13" y="8"/>
                    <a:pt x="9" y="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54" name="Freeform 35">
              <a:extLst>
                <a:ext uri="{FF2B5EF4-FFF2-40B4-BE49-F238E27FC236}">
                  <a16:creationId xmlns:a16="http://schemas.microsoft.com/office/drawing/2014/main" id="{9753782A-864B-402C-8AE0-963FC77DD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333"/>
              <a:ext cx="47" cy="68"/>
            </a:xfrm>
            <a:custGeom>
              <a:avLst/>
              <a:gdLst>
                <a:gd name="T0" fmla="*/ 0 w 23"/>
                <a:gd name="T1" fmla="*/ 125 h 31"/>
                <a:gd name="T2" fmla="*/ 147 w 23"/>
                <a:gd name="T3" fmla="*/ 33 h 31"/>
                <a:gd name="T4" fmla="*/ 155 w 23"/>
                <a:gd name="T5" fmla="*/ 116 h 31"/>
                <a:gd name="T6" fmla="*/ 196 w 23"/>
                <a:gd name="T7" fmla="*/ 202 h 31"/>
                <a:gd name="T8" fmla="*/ 84 w 23"/>
                <a:gd name="T9" fmla="*/ 222 h 31"/>
                <a:gd name="T10" fmla="*/ 59 w 23"/>
                <a:gd name="T11" fmla="*/ 327 h 31"/>
                <a:gd name="T12" fmla="*/ 16 w 23"/>
                <a:gd name="T13" fmla="*/ 17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1">
                  <a:moveTo>
                    <a:pt x="0" y="12"/>
                  </a:moveTo>
                  <a:cubicBezTo>
                    <a:pt x="5" y="17"/>
                    <a:pt x="11" y="0"/>
                    <a:pt x="17" y="3"/>
                  </a:cubicBezTo>
                  <a:cubicBezTo>
                    <a:pt x="20" y="4"/>
                    <a:pt x="17" y="9"/>
                    <a:pt x="18" y="11"/>
                  </a:cubicBezTo>
                  <a:cubicBezTo>
                    <a:pt x="19" y="15"/>
                    <a:pt x="23" y="16"/>
                    <a:pt x="23" y="19"/>
                  </a:cubicBezTo>
                  <a:cubicBezTo>
                    <a:pt x="20" y="20"/>
                    <a:pt x="13" y="18"/>
                    <a:pt x="10" y="21"/>
                  </a:cubicBezTo>
                  <a:cubicBezTo>
                    <a:pt x="7" y="24"/>
                    <a:pt x="11" y="29"/>
                    <a:pt x="7" y="31"/>
                  </a:cubicBezTo>
                  <a:cubicBezTo>
                    <a:pt x="5" y="28"/>
                    <a:pt x="8" y="14"/>
                    <a:pt x="2" y="1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55" name="Freeform 36">
              <a:extLst>
                <a:ext uri="{FF2B5EF4-FFF2-40B4-BE49-F238E27FC236}">
                  <a16:creationId xmlns:a16="http://schemas.microsoft.com/office/drawing/2014/main" id="{FD8F9D0D-C3CD-4270-B49D-6D3DC5B9F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3302"/>
              <a:ext cx="78" cy="66"/>
            </a:xfrm>
            <a:custGeom>
              <a:avLst/>
              <a:gdLst>
                <a:gd name="T0" fmla="*/ 96 w 38"/>
                <a:gd name="T1" fmla="*/ 33 h 30"/>
                <a:gd name="T2" fmla="*/ 25 w 38"/>
                <a:gd name="T3" fmla="*/ 73 h 30"/>
                <a:gd name="T4" fmla="*/ 33 w 38"/>
                <a:gd name="T5" fmla="*/ 150 h 30"/>
                <a:gd name="T6" fmla="*/ 16 w 38"/>
                <a:gd name="T7" fmla="*/ 310 h 30"/>
                <a:gd name="T8" fmla="*/ 105 w 38"/>
                <a:gd name="T9" fmla="*/ 266 h 30"/>
                <a:gd name="T10" fmla="*/ 181 w 38"/>
                <a:gd name="T11" fmla="*/ 266 h 30"/>
                <a:gd name="T12" fmla="*/ 328 w 38"/>
                <a:gd name="T13" fmla="*/ 222 h 30"/>
                <a:gd name="T14" fmla="*/ 131 w 38"/>
                <a:gd name="T15" fmla="*/ 150 h 30"/>
                <a:gd name="T16" fmla="*/ 252 w 38"/>
                <a:gd name="T17" fmla="*/ 44 h 30"/>
                <a:gd name="T18" fmla="*/ 105 w 38"/>
                <a:gd name="T19" fmla="*/ 44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30">
                  <a:moveTo>
                    <a:pt x="11" y="3"/>
                  </a:moveTo>
                  <a:cubicBezTo>
                    <a:pt x="9" y="3"/>
                    <a:pt x="4" y="5"/>
                    <a:pt x="3" y="7"/>
                  </a:cubicBezTo>
                  <a:cubicBezTo>
                    <a:pt x="1" y="10"/>
                    <a:pt x="4" y="11"/>
                    <a:pt x="4" y="14"/>
                  </a:cubicBezTo>
                  <a:cubicBezTo>
                    <a:pt x="6" y="20"/>
                    <a:pt x="0" y="25"/>
                    <a:pt x="2" y="29"/>
                  </a:cubicBezTo>
                  <a:cubicBezTo>
                    <a:pt x="6" y="30"/>
                    <a:pt x="8" y="27"/>
                    <a:pt x="12" y="25"/>
                  </a:cubicBezTo>
                  <a:cubicBezTo>
                    <a:pt x="16" y="24"/>
                    <a:pt x="16" y="24"/>
                    <a:pt x="21" y="25"/>
                  </a:cubicBezTo>
                  <a:cubicBezTo>
                    <a:pt x="26" y="27"/>
                    <a:pt x="37" y="30"/>
                    <a:pt x="38" y="21"/>
                  </a:cubicBezTo>
                  <a:cubicBezTo>
                    <a:pt x="31" y="21"/>
                    <a:pt x="19" y="22"/>
                    <a:pt x="15" y="14"/>
                  </a:cubicBezTo>
                  <a:cubicBezTo>
                    <a:pt x="12" y="6"/>
                    <a:pt x="24" y="6"/>
                    <a:pt x="29" y="4"/>
                  </a:cubicBezTo>
                  <a:cubicBezTo>
                    <a:pt x="25" y="0"/>
                    <a:pt x="17" y="2"/>
                    <a:pt x="12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56" name="Freeform 37">
              <a:extLst>
                <a:ext uri="{FF2B5EF4-FFF2-40B4-BE49-F238E27FC236}">
                  <a16:creationId xmlns:a16="http://schemas.microsoft.com/office/drawing/2014/main" id="{88607845-B139-4B71-B2B8-507D7506F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3418"/>
              <a:ext cx="134" cy="61"/>
            </a:xfrm>
            <a:custGeom>
              <a:avLst/>
              <a:gdLst>
                <a:gd name="T0" fmla="*/ 221 w 65"/>
                <a:gd name="T1" fmla="*/ 0 h 28"/>
                <a:gd name="T2" fmla="*/ 115 w 65"/>
                <a:gd name="T3" fmla="*/ 176 h 28"/>
                <a:gd name="T4" fmla="*/ 52 w 65"/>
                <a:gd name="T5" fmla="*/ 194 h 28"/>
                <a:gd name="T6" fmla="*/ 0 w 65"/>
                <a:gd name="T7" fmla="*/ 281 h 28"/>
                <a:gd name="T8" fmla="*/ 124 w 65"/>
                <a:gd name="T9" fmla="*/ 209 h 28"/>
                <a:gd name="T10" fmla="*/ 247 w 65"/>
                <a:gd name="T11" fmla="*/ 142 h 28"/>
                <a:gd name="T12" fmla="*/ 377 w 65"/>
                <a:gd name="T13" fmla="*/ 257 h 28"/>
                <a:gd name="T14" fmla="*/ 489 w 65"/>
                <a:gd name="T15" fmla="*/ 185 h 28"/>
                <a:gd name="T16" fmla="*/ 561 w 65"/>
                <a:gd name="T17" fmla="*/ 96 h 28"/>
                <a:gd name="T18" fmla="*/ 464 w 65"/>
                <a:gd name="T19" fmla="*/ 133 h 28"/>
                <a:gd name="T20" fmla="*/ 247 w 65"/>
                <a:gd name="T21" fmla="*/ 52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28">
                  <a:moveTo>
                    <a:pt x="25" y="0"/>
                  </a:moveTo>
                  <a:cubicBezTo>
                    <a:pt x="22" y="8"/>
                    <a:pt x="22" y="16"/>
                    <a:pt x="13" y="17"/>
                  </a:cubicBezTo>
                  <a:cubicBezTo>
                    <a:pt x="9" y="17"/>
                    <a:pt x="10" y="16"/>
                    <a:pt x="6" y="19"/>
                  </a:cubicBezTo>
                  <a:cubicBezTo>
                    <a:pt x="3" y="21"/>
                    <a:pt x="2" y="24"/>
                    <a:pt x="0" y="27"/>
                  </a:cubicBezTo>
                  <a:cubicBezTo>
                    <a:pt x="4" y="28"/>
                    <a:pt x="11" y="21"/>
                    <a:pt x="14" y="20"/>
                  </a:cubicBezTo>
                  <a:cubicBezTo>
                    <a:pt x="18" y="18"/>
                    <a:pt x="24" y="15"/>
                    <a:pt x="28" y="14"/>
                  </a:cubicBezTo>
                  <a:cubicBezTo>
                    <a:pt x="37" y="13"/>
                    <a:pt x="40" y="19"/>
                    <a:pt x="43" y="25"/>
                  </a:cubicBezTo>
                  <a:cubicBezTo>
                    <a:pt x="50" y="22"/>
                    <a:pt x="48" y="17"/>
                    <a:pt x="56" y="18"/>
                  </a:cubicBezTo>
                  <a:cubicBezTo>
                    <a:pt x="63" y="18"/>
                    <a:pt x="65" y="18"/>
                    <a:pt x="64" y="9"/>
                  </a:cubicBezTo>
                  <a:cubicBezTo>
                    <a:pt x="59" y="13"/>
                    <a:pt x="60" y="15"/>
                    <a:pt x="53" y="13"/>
                  </a:cubicBezTo>
                  <a:cubicBezTo>
                    <a:pt x="45" y="12"/>
                    <a:pt x="34" y="11"/>
                    <a:pt x="28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57" name="Freeform 38">
              <a:extLst>
                <a:ext uri="{FF2B5EF4-FFF2-40B4-BE49-F238E27FC236}">
                  <a16:creationId xmlns:a16="http://schemas.microsoft.com/office/drawing/2014/main" id="{613A808C-F63F-419F-A166-1F3B929D4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3532"/>
              <a:ext cx="109" cy="87"/>
            </a:xfrm>
            <a:custGeom>
              <a:avLst/>
              <a:gdLst>
                <a:gd name="T0" fmla="*/ 25 w 53"/>
                <a:gd name="T1" fmla="*/ 104 h 40"/>
                <a:gd name="T2" fmla="*/ 0 w 53"/>
                <a:gd name="T3" fmla="*/ 254 h 40"/>
                <a:gd name="T4" fmla="*/ 115 w 53"/>
                <a:gd name="T5" fmla="*/ 237 h 40"/>
                <a:gd name="T6" fmla="*/ 148 w 53"/>
                <a:gd name="T7" fmla="*/ 217 h 40"/>
                <a:gd name="T8" fmla="*/ 208 w 53"/>
                <a:gd name="T9" fmla="*/ 270 h 40"/>
                <a:gd name="T10" fmla="*/ 321 w 53"/>
                <a:gd name="T11" fmla="*/ 289 h 40"/>
                <a:gd name="T12" fmla="*/ 380 w 53"/>
                <a:gd name="T13" fmla="*/ 411 h 40"/>
                <a:gd name="T14" fmla="*/ 461 w 53"/>
                <a:gd name="T15" fmla="*/ 185 h 40"/>
                <a:gd name="T16" fmla="*/ 401 w 53"/>
                <a:gd name="T17" fmla="*/ 270 h 40"/>
                <a:gd name="T18" fmla="*/ 288 w 53"/>
                <a:gd name="T19" fmla="*/ 209 h 40"/>
                <a:gd name="T20" fmla="*/ 199 w 53"/>
                <a:gd name="T21" fmla="*/ 20 h 40"/>
                <a:gd name="T22" fmla="*/ 60 w 53"/>
                <a:gd name="T23" fmla="*/ 72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40">
                  <a:moveTo>
                    <a:pt x="3" y="10"/>
                  </a:moveTo>
                  <a:cubicBezTo>
                    <a:pt x="4" y="15"/>
                    <a:pt x="6" y="23"/>
                    <a:pt x="0" y="25"/>
                  </a:cubicBezTo>
                  <a:cubicBezTo>
                    <a:pt x="5" y="28"/>
                    <a:pt x="8" y="25"/>
                    <a:pt x="13" y="23"/>
                  </a:cubicBezTo>
                  <a:cubicBezTo>
                    <a:pt x="15" y="22"/>
                    <a:pt x="15" y="21"/>
                    <a:pt x="17" y="21"/>
                  </a:cubicBezTo>
                  <a:cubicBezTo>
                    <a:pt x="19" y="21"/>
                    <a:pt x="22" y="25"/>
                    <a:pt x="24" y="26"/>
                  </a:cubicBezTo>
                  <a:cubicBezTo>
                    <a:pt x="29" y="28"/>
                    <a:pt x="33" y="25"/>
                    <a:pt x="37" y="28"/>
                  </a:cubicBezTo>
                  <a:cubicBezTo>
                    <a:pt x="41" y="31"/>
                    <a:pt x="42" y="36"/>
                    <a:pt x="44" y="40"/>
                  </a:cubicBezTo>
                  <a:cubicBezTo>
                    <a:pt x="50" y="35"/>
                    <a:pt x="50" y="25"/>
                    <a:pt x="53" y="18"/>
                  </a:cubicBezTo>
                  <a:cubicBezTo>
                    <a:pt x="51" y="20"/>
                    <a:pt x="50" y="25"/>
                    <a:pt x="46" y="26"/>
                  </a:cubicBezTo>
                  <a:cubicBezTo>
                    <a:pt x="41" y="27"/>
                    <a:pt x="37" y="21"/>
                    <a:pt x="33" y="20"/>
                  </a:cubicBezTo>
                  <a:cubicBezTo>
                    <a:pt x="23" y="15"/>
                    <a:pt x="18" y="13"/>
                    <a:pt x="23" y="2"/>
                  </a:cubicBezTo>
                  <a:cubicBezTo>
                    <a:pt x="19" y="0"/>
                    <a:pt x="12" y="5"/>
                    <a:pt x="7" y="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58" name="Freeform 39">
              <a:extLst>
                <a:ext uri="{FF2B5EF4-FFF2-40B4-BE49-F238E27FC236}">
                  <a16:creationId xmlns:a16="http://schemas.microsoft.com/office/drawing/2014/main" id="{E06C6545-9AF5-4CD6-8410-7FCE752FD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3412"/>
              <a:ext cx="74" cy="52"/>
            </a:xfrm>
            <a:custGeom>
              <a:avLst/>
              <a:gdLst>
                <a:gd name="T0" fmla="*/ 0 w 36"/>
                <a:gd name="T1" fmla="*/ 9 h 24"/>
                <a:gd name="T2" fmla="*/ 68 w 36"/>
                <a:gd name="T3" fmla="*/ 141 h 24"/>
                <a:gd name="T4" fmla="*/ 181 w 36"/>
                <a:gd name="T5" fmla="*/ 141 h 24"/>
                <a:gd name="T6" fmla="*/ 271 w 36"/>
                <a:gd name="T7" fmla="*/ 245 h 24"/>
                <a:gd name="T8" fmla="*/ 312 w 36"/>
                <a:gd name="T9" fmla="*/ 121 h 24"/>
                <a:gd name="T10" fmla="*/ 261 w 36"/>
                <a:gd name="T11" fmla="*/ 80 h 24"/>
                <a:gd name="T12" fmla="*/ 245 w 36"/>
                <a:gd name="T13" fmla="*/ 20 h 24"/>
                <a:gd name="T14" fmla="*/ 123 w 36"/>
                <a:gd name="T15" fmla="*/ 2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4">
                  <a:moveTo>
                    <a:pt x="0" y="1"/>
                  </a:moveTo>
                  <a:cubicBezTo>
                    <a:pt x="5" y="5"/>
                    <a:pt x="13" y="5"/>
                    <a:pt x="8" y="14"/>
                  </a:cubicBezTo>
                  <a:cubicBezTo>
                    <a:pt x="11" y="16"/>
                    <a:pt x="17" y="13"/>
                    <a:pt x="21" y="14"/>
                  </a:cubicBezTo>
                  <a:cubicBezTo>
                    <a:pt x="27" y="16"/>
                    <a:pt x="28" y="19"/>
                    <a:pt x="31" y="24"/>
                  </a:cubicBezTo>
                  <a:cubicBezTo>
                    <a:pt x="31" y="19"/>
                    <a:pt x="32" y="15"/>
                    <a:pt x="36" y="12"/>
                  </a:cubicBezTo>
                  <a:cubicBezTo>
                    <a:pt x="33" y="11"/>
                    <a:pt x="32" y="10"/>
                    <a:pt x="30" y="8"/>
                  </a:cubicBezTo>
                  <a:cubicBezTo>
                    <a:pt x="30" y="7"/>
                    <a:pt x="28" y="2"/>
                    <a:pt x="28" y="2"/>
                  </a:cubicBezTo>
                  <a:cubicBezTo>
                    <a:pt x="25" y="0"/>
                    <a:pt x="18" y="2"/>
                    <a:pt x="14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59" name="Freeform 40">
              <a:extLst>
                <a:ext uri="{FF2B5EF4-FFF2-40B4-BE49-F238E27FC236}">
                  <a16:creationId xmlns:a16="http://schemas.microsoft.com/office/drawing/2014/main" id="{CDE4BF34-9EC1-4C74-9B7F-A70992659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3436"/>
              <a:ext cx="31" cy="28"/>
            </a:xfrm>
            <a:custGeom>
              <a:avLst/>
              <a:gdLst>
                <a:gd name="T0" fmla="*/ 8 w 15"/>
                <a:gd name="T1" fmla="*/ 0 h 13"/>
                <a:gd name="T2" fmla="*/ 0 w 15"/>
                <a:gd name="T3" fmla="*/ 101 h 13"/>
                <a:gd name="T4" fmla="*/ 60 w 15"/>
                <a:gd name="T5" fmla="*/ 80 h 13"/>
                <a:gd name="T6" fmla="*/ 132 w 15"/>
                <a:gd name="T7" fmla="*/ 129 h 13"/>
                <a:gd name="T8" fmla="*/ 132 w 15"/>
                <a:gd name="T9" fmla="*/ 2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1" y="4"/>
                    <a:pt x="0" y="6"/>
                    <a:pt x="0" y="10"/>
                  </a:cubicBezTo>
                  <a:cubicBezTo>
                    <a:pt x="3" y="10"/>
                    <a:pt x="4" y="7"/>
                    <a:pt x="7" y="8"/>
                  </a:cubicBezTo>
                  <a:cubicBezTo>
                    <a:pt x="10" y="8"/>
                    <a:pt x="12" y="12"/>
                    <a:pt x="15" y="13"/>
                  </a:cubicBezTo>
                  <a:cubicBezTo>
                    <a:pt x="14" y="11"/>
                    <a:pt x="10" y="2"/>
                    <a:pt x="15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60" name="Freeform 41">
              <a:extLst>
                <a:ext uri="{FF2B5EF4-FFF2-40B4-BE49-F238E27FC236}">
                  <a16:creationId xmlns:a16="http://schemas.microsoft.com/office/drawing/2014/main" id="{882157D9-ED35-49AF-A051-735157186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3479"/>
              <a:ext cx="72" cy="53"/>
            </a:xfrm>
            <a:custGeom>
              <a:avLst/>
              <a:gdLst>
                <a:gd name="T0" fmla="*/ 191 w 35"/>
                <a:gd name="T1" fmla="*/ 44 h 24"/>
                <a:gd name="T2" fmla="*/ 115 w 35"/>
                <a:gd name="T3" fmla="*/ 186 h 24"/>
                <a:gd name="T4" fmla="*/ 80 w 35"/>
                <a:gd name="T5" fmla="*/ 205 h 24"/>
                <a:gd name="T6" fmla="*/ 33 w 35"/>
                <a:gd name="T7" fmla="*/ 186 h 24"/>
                <a:gd name="T8" fmla="*/ 25 w 35"/>
                <a:gd name="T9" fmla="*/ 258 h 24"/>
                <a:gd name="T10" fmla="*/ 216 w 35"/>
                <a:gd name="T11" fmla="*/ 150 h 24"/>
                <a:gd name="T12" fmla="*/ 288 w 35"/>
                <a:gd name="T13" fmla="*/ 133 h 24"/>
                <a:gd name="T14" fmla="*/ 304 w 35"/>
                <a:gd name="T15" fmla="*/ 9 h 24"/>
                <a:gd name="T16" fmla="*/ 224 w 35"/>
                <a:gd name="T17" fmla="*/ 9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4">
                  <a:moveTo>
                    <a:pt x="22" y="4"/>
                  </a:moveTo>
                  <a:cubicBezTo>
                    <a:pt x="24" y="12"/>
                    <a:pt x="20" y="13"/>
                    <a:pt x="13" y="17"/>
                  </a:cubicBezTo>
                  <a:cubicBezTo>
                    <a:pt x="11" y="17"/>
                    <a:pt x="10" y="19"/>
                    <a:pt x="9" y="19"/>
                  </a:cubicBezTo>
                  <a:cubicBezTo>
                    <a:pt x="7" y="19"/>
                    <a:pt x="5" y="17"/>
                    <a:pt x="4" y="17"/>
                  </a:cubicBezTo>
                  <a:cubicBezTo>
                    <a:pt x="1" y="19"/>
                    <a:pt x="0" y="22"/>
                    <a:pt x="3" y="24"/>
                  </a:cubicBezTo>
                  <a:cubicBezTo>
                    <a:pt x="5" y="18"/>
                    <a:pt x="19" y="13"/>
                    <a:pt x="25" y="14"/>
                  </a:cubicBezTo>
                  <a:cubicBezTo>
                    <a:pt x="29" y="14"/>
                    <a:pt x="31" y="17"/>
                    <a:pt x="33" y="12"/>
                  </a:cubicBezTo>
                  <a:cubicBezTo>
                    <a:pt x="34" y="7"/>
                    <a:pt x="29" y="4"/>
                    <a:pt x="35" y="1"/>
                  </a:cubicBezTo>
                  <a:cubicBezTo>
                    <a:pt x="32" y="0"/>
                    <a:pt x="29" y="0"/>
                    <a:pt x="26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61" name="Freeform 42">
              <a:extLst>
                <a:ext uri="{FF2B5EF4-FFF2-40B4-BE49-F238E27FC236}">
                  <a16:creationId xmlns:a16="http://schemas.microsoft.com/office/drawing/2014/main" id="{59077F53-7105-434F-BC84-A06B07E1C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3412"/>
              <a:ext cx="39" cy="26"/>
            </a:xfrm>
            <a:custGeom>
              <a:avLst/>
              <a:gdLst>
                <a:gd name="T0" fmla="*/ 0 w 19"/>
                <a:gd name="T1" fmla="*/ 33 h 12"/>
                <a:gd name="T2" fmla="*/ 0 w 19"/>
                <a:gd name="T3" fmla="*/ 52 h 12"/>
                <a:gd name="T4" fmla="*/ 113 w 19"/>
                <a:gd name="T5" fmla="*/ 121 h 12"/>
                <a:gd name="T6" fmla="*/ 164 w 19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0" y="3"/>
                  </a:moveTo>
                  <a:cubicBezTo>
                    <a:pt x="0" y="4"/>
                    <a:pt x="0" y="4"/>
                    <a:pt x="0" y="5"/>
                  </a:cubicBezTo>
                  <a:cubicBezTo>
                    <a:pt x="5" y="7"/>
                    <a:pt x="15" y="0"/>
                    <a:pt x="13" y="12"/>
                  </a:cubicBezTo>
                  <a:cubicBezTo>
                    <a:pt x="15" y="10"/>
                    <a:pt x="19" y="4"/>
                    <a:pt x="19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62" name="Freeform 43">
              <a:extLst>
                <a:ext uri="{FF2B5EF4-FFF2-40B4-BE49-F238E27FC236}">
                  <a16:creationId xmlns:a16="http://schemas.microsoft.com/office/drawing/2014/main" id="{0BF2E92E-2A62-4F3B-B6D8-C1EE96FB9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3291"/>
              <a:ext cx="33" cy="18"/>
            </a:xfrm>
            <a:custGeom>
              <a:avLst/>
              <a:gdLst>
                <a:gd name="T0" fmla="*/ 0 w 16"/>
                <a:gd name="T1" fmla="*/ 72 h 8"/>
                <a:gd name="T2" fmla="*/ 89 w 16"/>
                <a:gd name="T3" fmla="*/ 36 h 8"/>
                <a:gd name="T4" fmla="*/ 140 w 16"/>
                <a:gd name="T5" fmla="*/ 72 h 8"/>
                <a:gd name="T6" fmla="*/ 60 w 16"/>
                <a:gd name="T7" fmla="*/ 2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0" y="6"/>
                  </a:moveTo>
                  <a:cubicBezTo>
                    <a:pt x="5" y="8"/>
                    <a:pt x="6" y="3"/>
                    <a:pt x="10" y="3"/>
                  </a:cubicBezTo>
                  <a:cubicBezTo>
                    <a:pt x="12" y="3"/>
                    <a:pt x="15" y="5"/>
                    <a:pt x="16" y="6"/>
                  </a:cubicBezTo>
                  <a:cubicBezTo>
                    <a:pt x="14" y="1"/>
                    <a:pt x="12" y="0"/>
                    <a:pt x="7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63" name="Freeform 44">
              <a:extLst>
                <a:ext uri="{FF2B5EF4-FFF2-40B4-BE49-F238E27FC236}">
                  <a16:creationId xmlns:a16="http://schemas.microsoft.com/office/drawing/2014/main" id="{FE253668-1B41-4E22-B1FC-BBF66BA6C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374"/>
              <a:ext cx="74" cy="29"/>
            </a:xfrm>
            <a:custGeom>
              <a:avLst/>
              <a:gdLst>
                <a:gd name="T0" fmla="*/ 0 w 36"/>
                <a:gd name="T1" fmla="*/ 109 h 13"/>
                <a:gd name="T2" fmla="*/ 97 w 36"/>
                <a:gd name="T3" fmla="*/ 109 h 13"/>
                <a:gd name="T4" fmla="*/ 164 w 36"/>
                <a:gd name="T5" fmla="*/ 145 h 13"/>
                <a:gd name="T6" fmla="*/ 232 w 36"/>
                <a:gd name="T7" fmla="*/ 45 h 13"/>
                <a:gd name="T8" fmla="*/ 296 w 36"/>
                <a:gd name="T9" fmla="*/ 45 h 13"/>
                <a:gd name="T10" fmla="*/ 271 w 36"/>
                <a:gd name="T11" fmla="*/ 0 h 13"/>
                <a:gd name="T12" fmla="*/ 224 w 36"/>
                <a:gd name="T13" fmla="*/ 36 h 13"/>
                <a:gd name="T14" fmla="*/ 164 w 36"/>
                <a:gd name="T15" fmla="*/ 9 h 13"/>
                <a:gd name="T16" fmla="*/ 51 w 36"/>
                <a:gd name="T17" fmla="*/ 10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3">
                  <a:moveTo>
                    <a:pt x="0" y="10"/>
                  </a:moveTo>
                  <a:cubicBezTo>
                    <a:pt x="3" y="11"/>
                    <a:pt x="7" y="10"/>
                    <a:pt x="11" y="10"/>
                  </a:cubicBezTo>
                  <a:cubicBezTo>
                    <a:pt x="14" y="11"/>
                    <a:pt x="16" y="13"/>
                    <a:pt x="19" y="13"/>
                  </a:cubicBezTo>
                  <a:cubicBezTo>
                    <a:pt x="21" y="8"/>
                    <a:pt x="21" y="5"/>
                    <a:pt x="27" y="4"/>
                  </a:cubicBezTo>
                  <a:cubicBezTo>
                    <a:pt x="29" y="3"/>
                    <a:pt x="33" y="7"/>
                    <a:pt x="34" y="4"/>
                  </a:cubicBezTo>
                  <a:cubicBezTo>
                    <a:pt x="36" y="1"/>
                    <a:pt x="32" y="0"/>
                    <a:pt x="31" y="0"/>
                  </a:cubicBezTo>
                  <a:cubicBezTo>
                    <a:pt x="29" y="0"/>
                    <a:pt x="27" y="2"/>
                    <a:pt x="26" y="3"/>
                  </a:cubicBezTo>
                  <a:cubicBezTo>
                    <a:pt x="23" y="3"/>
                    <a:pt x="21" y="0"/>
                    <a:pt x="19" y="1"/>
                  </a:cubicBezTo>
                  <a:cubicBezTo>
                    <a:pt x="16" y="1"/>
                    <a:pt x="11" y="7"/>
                    <a:pt x="6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64" name="Freeform 45">
              <a:extLst>
                <a:ext uri="{FF2B5EF4-FFF2-40B4-BE49-F238E27FC236}">
                  <a16:creationId xmlns:a16="http://schemas.microsoft.com/office/drawing/2014/main" id="{D98E8094-BA12-4785-8A63-BF69E3C5C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554"/>
              <a:ext cx="36" cy="26"/>
            </a:xfrm>
            <a:custGeom>
              <a:avLst/>
              <a:gdLst>
                <a:gd name="T0" fmla="*/ 0 w 18"/>
                <a:gd name="T1" fmla="*/ 52 h 12"/>
                <a:gd name="T2" fmla="*/ 48 w 18"/>
                <a:gd name="T3" fmla="*/ 9 h 12"/>
                <a:gd name="T4" fmla="*/ 128 w 18"/>
                <a:gd name="T5" fmla="*/ 0 h 12"/>
                <a:gd name="T6" fmla="*/ 144 w 18"/>
                <a:gd name="T7" fmla="*/ 121 h 12"/>
                <a:gd name="T8" fmla="*/ 24 w 18"/>
                <a:gd name="T9" fmla="*/ 9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0" y="5"/>
                  </a:moveTo>
                  <a:cubicBezTo>
                    <a:pt x="2" y="5"/>
                    <a:pt x="4" y="3"/>
                    <a:pt x="6" y="1"/>
                  </a:cubicBezTo>
                  <a:cubicBezTo>
                    <a:pt x="9" y="3"/>
                    <a:pt x="15" y="7"/>
                    <a:pt x="16" y="0"/>
                  </a:cubicBezTo>
                  <a:cubicBezTo>
                    <a:pt x="16" y="4"/>
                    <a:pt x="17" y="8"/>
                    <a:pt x="18" y="12"/>
                  </a:cubicBezTo>
                  <a:cubicBezTo>
                    <a:pt x="13" y="11"/>
                    <a:pt x="7" y="12"/>
                    <a:pt x="3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65" name="Freeform 46">
              <a:extLst>
                <a:ext uri="{FF2B5EF4-FFF2-40B4-BE49-F238E27FC236}">
                  <a16:creationId xmlns:a16="http://schemas.microsoft.com/office/drawing/2014/main" id="{E1D9226E-87F5-4AA9-AE54-6D27E523A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80"/>
              <a:ext cx="64" cy="66"/>
            </a:xfrm>
            <a:custGeom>
              <a:avLst/>
              <a:gdLst>
                <a:gd name="T0" fmla="*/ 0 w 31"/>
                <a:gd name="T1" fmla="*/ 178 h 30"/>
                <a:gd name="T2" fmla="*/ 35 w 31"/>
                <a:gd name="T3" fmla="*/ 64 h 30"/>
                <a:gd name="T4" fmla="*/ 116 w 31"/>
                <a:gd name="T5" fmla="*/ 44 h 30"/>
                <a:gd name="T6" fmla="*/ 256 w 31"/>
                <a:gd name="T7" fmla="*/ 53 h 30"/>
                <a:gd name="T8" fmla="*/ 239 w 31"/>
                <a:gd name="T9" fmla="*/ 141 h 30"/>
                <a:gd name="T10" fmla="*/ 239 w 31"/>
                <a:gd name="T11" fmla="*/ 319 h 30"/>
                <a:gd name="T12" fmla="*/ 167 w 31"/>
                <a:gd name="T13" fmla="*/ 125 h 30"/>
                <a:gd name="T14" fmla="*/ 97 w 31"/>
                <a:gd name="T15" fmla="*/ 141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0">
                  <a:moveTo>
                    <a:pt x="0" y="17"/>
                  </a:moveTo>
                  <a:cubicBezTo>
                    <a:pt x="3" y="14"/>
                    <a:pt x="3" y="10"/>
                    <a:pt x="4" y="6"/>
                  </a:cubicBezTo>
                  <a:cubicBezTo>
                    <a:pt x="8" y="8"/>
                    <a:pt x="10" y="5"/>
                    <a:pt x="13" y="4"/>
                  </a:cubicBezTo>
                  <a:cubicBezTo>
                    <a:pt x="19" y="10"/>
                    <a:pt x="25" y="0"/>
                    <a:pt x="29" y="5"/>
                  </a:cubicBezTo>
                  <a:cubicBezTo>
                    <a:pt x="31" y="9"/>
                    <a:pt x="28" y="10"/>
                    <a:pt x="27" y="13"/>
                  </a:cubicBezTo>
                  <a:cubicBezTo>
                    <a:pt x="26" y="18"/>
                    <a:pt x="29" y="24"/>
                    <a:pt x="27" y="30"/>
                  </a:cubicBezTo>
                  <a:cubicBezTo>
                    <a:pt x="26" y="25"/>
                    <a:pt x="23" y="15"/>
                    <a:pt x="19" y="12"/>
                  </a:cubicBezTo>
                  <a:cubicBezTo>
                    <a:pt x="15" y="10"/>
                    <a:pt x="16" y="12"/>
                    <a:pt x="11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66" name="Freeform 47">
              <a:extLst>
                <a:ext uri="{FF2B5EF4-FFF2-40B4-BE49-F238E27FC236}">
                  <a16:creationId xmlns:a16="http://schemas.microsoft.com/office/drawing/2014/main" id="{90BBFA50-46D0-413F-A402-3C823181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646"/>
              <a:ext cx="74" cy="45"/>
            </a:xfrm>
            <a:custGeom>
              <a:avLst/>
              <a:gdLst>
                <a:gd name="T0" fmla="*/ 0 w 36"/>
                <a:gd name="T1" fmla="*/ 41 h 21"/>
                <a:gd name="T2" fmla="*/ 97 w 36"/>
                <a:gd name="T3" fmla="*/ 9 h 21"/>
                <a:gd name="T4" fmla="*/ 173 w 36"/>
                <a:gd name="T5" fmla="*/ 60 h 21"/>
                <a:gd name="T6" fmla="*/ 271 w 36"/>
                <a:gd name="T7" fmla="*/ 96 h 21"/>
                <a:gd name="T8" fmla="*/ 304 w 36"/>
                <a:gd name="T9" fmla="*/ 206 h 21"/>
                <a:gd name="T10" fmla="*/ 208 w 36"/>
                <a:gd name="T11" fmla="*/ 96 h 21"/>
                <a:gd name="T12" fmla="*/ 97 w 36"/>
                <a:gd name="T13" fmla="*/ 88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1">
                  <a:moveTo>
                    <a:pt x="0" y="4"/>
                  </a:moveTo>
                  <a:cubicBezTo>
                    <a:pt x="4" y="9"/>
                    <a:pt x="7" y="2"/>
                    <a:pt x="11" y="1"/>
                  </a:cubicBezTo>
                  <a:cubicBezTo>
                    <a:pt x="15" y="0"/>
                    <a:pt x="18" y="4"/>
                    <a:pt x="20" y="6"/>
                  </a:cubicBezTo>
                  <a:cubicBezTo>
                    <a:pt x="23" y="9"/>
                    <a:pt x="29" y="8"/>
                    <a:pt x="31" y="10"/>
                  </a:cubicBezTo>
                  <a:cubicBezTo>
                    <a:pt x="34" y="12"/>
                    <a:pt x="36" y="18"/>
                    <a:pt x="35" y="21"/>
                  </a:cubicBezTo>
                  <a:cubicBezTo>
                    <a:pt x="30" y="20"/>
                    <a:pt x="29" y="13"/>
                    <a:pt x="24" y="10"/>
                  </a:cubicBezTo>
                  <a:cubicBezTo>
                    <a:pt x="20" y="7"/>
                    <a:pt x="15" y="14"/>
                    <a:pt x="11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67" name="Freeform 48">
              <a:extLst>
                <a:ext uri="{FF2B5EF4-FFF2-40B4-BE49-F238E27FC236}">
                  <a16:creationId xmlns:a16="http://schemas.microsoft.com/office/drawing/2014/main" id="{3A677907-382A-4DF1-9ABB-7D6CADB21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3508"/>
              <a:ext cx="123" cy="54"/>
            </a:xfrm>
            <a:custGeom>
              <a:avLst/>
              <a:gdLst>
                <a:gd name="T0" fmla="*/ 139 w 60"/>
                <a:gd name="T1" fmla="*/ 52 h 25"/>
                <a:gd name="T2" fmla="*/ 269 w 60"/>
                <a:gd name="T3" fmla="*/ 52 h 25"/>
                <a:gd name="T4" fmla="*/ 387 w 60"/>
                <a:gd name="T5" fmla="*/ 9 h 25"/>
                <a:gd name="T6" fmla="*/ 387 w 60"/>
                <a:gd name="T7" fmla="*/ 69 h 25"/>
                <a:gd name="T8" fmla="*/ 404 w 60"/>
                <a:gd name="T9" fmla="*/ 140 h 25"/>
                <a:gd name="T10" fmla="*/ 517 w 60"/>
                <a:gd name="T11" fmla="*/ 173 h 25"/>
                <a:gd name="T12" fmla="*/ 361 w 60"/>
                <a:gd name="T13" fmla="*/ 130 h 25"/>
                <a:gd name="T14" fmla="*/ 320 w 60"/>
                <a:gd name="T15" fmla="*/ 80 h 25"/>
                <a:gd name="T16" fmla="*/ 248 w 60"/>
                <a:gd name="T17" fmla="*/ 121 h 25"/>
                <a:gd name="T18" fmla="*/ 164 w 60"/>
                <a:gd name="T19" fmla="*/ 130 h 25"/>
                <a:gd name="T20" fmla="*/ 113 w 60"/>
                <a:gd name="T21" fmla="*/ 89 h 25"/>
                <a:gd name="T22" fmla="*/ 43 w 60"/>
                <a:gd name="T23" fmla="*/ 104 h 25"/>
                <a:gd name="T24" fmla="*/ 25 w 60"/>
                <a:gd name="T25" fmla="*/ 9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25">
                  <a:moveTo>
                    <a:pt x="16" y="5"/>
                  </a:moveTo>
                  <a:cubicBezTo>
                    <a:pt x="19" y="10"/>
                    <a:pt x="27" y="7"/>
                    <a:pt x="31" y="5"/>
                  </a:cubicBezTo>
                  <a:cubicBezTo>
                    <a:pt x="33" y="5"/>
                    <a:pt x="43" y="0"/>
                    <a:pt x="45" y="1"/>
                  </a:cubicBezTo>
                  <a:cubicBezTo>
                    <a:pt x="48" y="3"/>
                    <a:pt x="45" y="5"/>
                    <a:pt x="45" y="7"/>
                  </a:cubicBezTo>
                  <a:cubicBezTo>
                    <a:pt x="45" y="10"/>
                    <a:pt x="46" y="11"/>
                    <a:pt x="47" y="14"/>
                  </a:cubicBezTo>
                  <a:cubicBezTo>
                    <a:pt x="52" y="21"/>
                    <a:pt x="53" y="20"/>
                    <a:pt x="60" y="17"/>
                  </a:cubicBezTo>
                  <a:cubicBezTo>
                    <a:pt x="59" y="25"/>
                    <a:pt x="44" y="16"/>
                    <a:pt x="42" y="13"/>
                  </a:cubicBezTo>
                  <a:cubicBezTo>
                    <a:pt x="40" y="11"/>
                    <a:pt x="41" y="9"/>
                    <a:pt x="37" y="8"/>
                  </a:cubicBezTo>
                  <a:cubicBezTo>
                    <a:pt x="34" y="8"/>
                    <a:pt x="31" y="11"/>
                    <a:pt x="29" y="12"/>
                  </a:cubicBezTo>
                  <a:cubicBezTo>
                    <a:pt x="26" y="13"/>
                    <a:pt x="22" y="14"/>
                    <a:pt x="19" y="13"/>
                  </a:cubicBezTo>
                  <a:cubicBezTo>
                    <a:pt x="16" y="12"/>
                    <a:pt x="18" y="9"/>
                    <a:pt x="13" y="9"/>
                  </a:cubicBezTo>
                  <a:cubicBezTo>
                    <a:pt x="10" y="9"/>
                    <a:pt x="8" y="11"/>
                    <a:pt x="5" y="10"/>
                  </a:cubicBezTo>
                  <a:cubicBezTo>
                    <a:pt x="1" y="8"/>
                    <a:pt x="0" y="4"/>
                    <a:pt x="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68" name="Freeform 49">
              <a:extLst>
                <a:ext uri="{FF2B5EF4-FFF2-40B4-BE49-F238E27FC236}">
                  <a16:creationId xmlns:a16="http://schemas.microsoft.com/office/drawing/2014/main" id="{0CF33F18-BAAD-4CB7-AABE-FC544F34F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903"/>
              <a:ext cx="37" cy="28"/>
            </a:xfrm>
            <a:custGeom>
              <a:avLst/>
              <a:gdLst>
                <a:gd name="T0" fmla="*/ 0 w 18"/>
                <a:gd name="T1" fmla="*/ 80 h 13"/>
                <a:gd name="T2" fmla="*/ 8 w 18"/>
                <a:gd name="T3" fmla="*/ 112 h 13"/>
                <a:gd name="T4" fmla="*/ 60 w 18"/>
                <a:gd name="T5" fmla="*/ 88 h 13"/>
                <a:gd name="T6" fmla="*/ 88 w 18"/>
                <a:gd name="T7" fmla="*/ 129 h 13"/>
                <a:gd name="T8" fmla="*/ 156 w 18"/>
                <a:gd name="T9" fmla="*/ 88 h 13"/>
                <a:gd name="T10" fmla="*/ 60 w 18"/>
                <a:gd name="T11" fmla="*/ 52 h 13"/>
                <a:gd name="T12" fmla="*/ 43 w 18"/>
                <a:gd name="T13" fmla="*/ 0 h 13"/>
                <a:gd name="T14" fmla="*/ 0 w 18"/>
                <a:gd name="T15" fmla="*/ 28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3">
                  <a:moveTo>
                    <a:pt x="0" y="8"/>
                  </a:moveTo>
                  <a:cubicBezTo>
                    <a:pt x="0" y="9"/>
                    <a:pt x="1" y="10"/>
                    <a:pt x="1" y="11"/>
                  </a:cubicBezTo>
                  <a:cubicBezTo>
                    <a:pt x="3" y="10"/>
                    <a:pt x="5" y="9"/>
                    <a:pt x="7" y="9"/>
                  </a:cubicBezTo>
                  <a:cubicBezTo>
                    <a:pt x="8" y="10"/>
                    <a:pt x="9" y="12"/>
                    <a:pt x="10" y="13"/>
                  </a:cubicBezTo>
                  <a:cubicBezTo>
                    <a:pt x="14" y="13"/>
                    <a:pt x="15" y="9"/>
                    <a:pt x="18" y="9"/>
                  </a:cubicBezTo>
                  <a:cubicBezTo>
                    <a:pt x="13" y="9"/>
                    <a:pt x="9" y="10"/>
                    <a:pt x="7" y="5"/>
                  </a:cubicBezTo>
                  <a:cubicBezTo>
                    <a:pt x="6" y="3"/>
                    <a:pt x="9" y="0"/>
                    <a:pt x="5" y="0"/>
                  </a:cubicBezTo>
                  <a:cubicBezTo>
                    <a:pt x="4" y="0"/>
                    <a:pt x="1" y="2"/>
                    <a:pt x="0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69" name="Freeform 50">
              <a:extLst>
                <a:ext uri="{FF2B5EF4-FFF2-40B4-BE49-F238E27FC236}">
                  <a16:creationId xmlns:a16="http://schemas.microsoft.com/office/drawing/2014/main" id="{FC6D8066-772C-4BD0-9C80-ADA60D4BE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848"/>
              <a:ext cx="53" cy="33"/>
            </a:xfrm>
            <a:custGeom>
              <a:avLst/>
              <a:gdLst>
                <a:gd name="T0" fmla="*/ 0 w 26"/>
                <a:gd name="T1" fmla="*/ 117 h 15"/>
                <a:gd name="T2" fmla="*/ 41 w 26"/>
                <a:gd name="T3" fmla="*/ 161 h 15"/>
                <a:gd name="T4" fmla="*/ 75 w 26"/>
                <a:gd name="T5" fmla="*/ 117 h 15"/>
                <a:gd name="T6" fmla="*/ 220 w 26"/>
                <a:gd name="T7" fmla="*/ 88 h 15"/>
                <a:gd name="T8" fmla="*/ 120 w 26"/>
                <a:gd name="T9" fmla="*/ 53 h 15"/>
                <a:gd name="T10" fmla="*/ 24 w 26"/>
                <a:gd name="T11" fmla="*/ 11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5">
                  <a:moveTo>
                    <a:pt x="0" y="11"/>
                  </a:moveTo>
                  <a:cubicBezTo>
                    <a:pt x="2" y="11"/>
                    <a:pt x="2" y="15"/>
                    <a:pt x="5" y="15"/>
                  </a:cubicBezTo>
                  <a:cubicBezTo>
                    <a:pt x="7" y="15"/>
                    <a:pt x="7" y="12"/>
                    <a:pt x="9" y="11"/>
                  </a:cubicBezTo>
                  <a:cubicBezTo>
                    <a:pt x="14" y="9"/>
                    <a:pt x="20" y="9"/>
                    <a:pt x="26" y="8"/>
                  </a:cubicBezTo>
                  <a:cubicBezTo>
                    <a:pt x="23" y="0"/>
                    <a:pt x="16" y="12"/>
                    <a:pt x="14" y="5"/>
                  </a:cubicBezTo>
                  <a:cubicBezTo>
                    <a:pt x="14" y="9"/>
                    <a:pt x="7" y="11"/>
                    <a:pt x="3" y="1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70" name="Freeform 51">
              <a:extLst>
                <a:ext uri="{FF2B5EF4-FFF2-40B4-BE49-F238E27FC236}">
                  <a16:creationId xmlns:a16="http://schemas.microsoft.com/office/drawing/2014/main" id="{77165E43-D16A-47C5-ACF6-332AD3E60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752"/>
              <a:ext cx="57" cy="24"/>
            </a:xfrm>
            <a:custGeom>
              <a:avLst/>
              <a:gdLst>
                <a:gd name="T0" fmla="*/ 0 w 28"/>
                <a:gd name="T1" fmla="*/ 113 h 11"/>
                <a:gd name="T2" fmla="*/ 120 w 28"/>
                <a:gd name="T3" fmla="*/ 0 h 11"/>
                <a:gd name="T4" fmla="*/ 236 w 28"/>
                <a:gd name="T5" fmla="*/ 44 h 11"/>
                <a:gd name="T6" fmla="*/ 83 w 28"/>
                <a:gd name="T7" fmla="*/ 105 h 11"/>
                <a:gd name="T8" fmla="*/ 41 w 28"/>
                <a:gd name="T9" fmla="*/ 11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1">
                  <a:moveTo>
                    <a:pt x="0" y="11"/>
                  </a:moveTo>
                  <a:cubicBezTo>
                    <a:pt x="5" y="9"/>
                    <a:pt x="12" y="5"/>
                    <a:pt x="14" y="0"/>
                  </a:cubicBezTo>
                  <a:cubicBezTo>
                    <a:pt x="18" y="7"/>
                    <a:pt x="21" y="2"/>
                    <a:pt x="28" y="4"/>
                  </a:cubicBezTo>
                  <a:cubicBezTo>
                    <a:pt x="26" y="11"/>
                    <a:pt x="13" y="2"/>
                    <a:pt x="10" y="10"/>
                  </a:cubicBezTo>
                  <a:cubicBezTo>
                    <a:pt x="8" y="9"/>
                    <a:pt x="7" y="10"/>
                    <a:pt x="5" y="1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71" name="Freeform 52">
              <a:extLst>
                <a:ext uri="{FF2B5EF4-FFF2-40B4-BE49-F238E27FC236}">
                  <a16:creationId xmlns:a16="http://schemas.microsoft.com/office/drawing/2014/main" id="{F79C47E4-7E8A-4102-A855-1DE2D8178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805"/>
              <a:ext cx="57" cy="32"/>
            </a:xfrm>
            <a:custGeom>
              <a:avLst/>
              <a:gdLst>
                <a:gd name="T0" fmla="*/ 120 w 28"/>
                <a:gd name="T1" fmla="*/ 0 h 15"/>
                <a:gd name="T2" fmla="*/ 0 w 28"/>
                <a:gd name="T3" fmla="*/ 96 h 15"/>
                <a:gd name="T4" fmla="*/ 153 w 28"/>
                <a:gd name="T5" fmla="*/ 117 h 15"/>
                <a:gd name="T6" fmla="*/ 236 w 28"/>
                <a:gd name="T7" fmla="*/ 41 h 15"/>
                <a:gd name="T8" fmla="*/ 161 w 28"/>
                <a:gd name="T9" fmla="*/ 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14" y="0"/>
                  </a:moveTo>
                  <a:cubicBezTo>
                    <a:pt x="18" y="15"/>
                    <a:pt x="2" y="0"/>
                    <a:pt x="0" y="10"/>
                  </a:cubicBezTo>
                  <a:cubicBezTo>
                    <a:pt x="5" y="8"/>
                    <a:pt x="14" y="6"/>
                    <a:pt x="18" y="12"/>
                  </a:cubicBezTo>
                  <a:cubicBezTo>
                    <a:pt x="22" y="11"/>
                    <a:pt x="21" y="5"/>
                    <a:pt x="28" y="4"/>
                  </a:cubicBezTo>
                  <a:cubicBezTo>
                    <a:pt x="24" y="5"/>
                    <a:pt x="19" y="4"/>
                    <a:pt x="19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72" name="Freeform 53">
              <a:extLst>
                <a:ext uri="{FF2B5EF4-FFF2-40B4-BE49-F238E27FC236}">
                  <a16:creationId xmlns:a16="http://schemas.microsoft.com/office/drawing/2014/main" id="{54CFB9C8-8799-4CB2-A608-A907B8F07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1864"/>
              <a:ext cx="58" cy="48"/>
            </a:xfrm>
            <a:custGeom>
              <a:avLst/>
              <a:gdLst>
                <a:gd name="T0" fmla="*/ 25 w 28"/>
                <a:gd name="T1" fmla="*/ 33 h 22"/>
                <a:gd name="T2" fmla="*/ 108 w 28"/>
                <a:gd name="T3" fmla="*/ 0 h 22"/>
                <a:gd name="T4" fmla="*/ 176 w 28"/>
                <a:gd name="T5" fmla="*/ 44 h 22"/>
                <a:gd name="T6" fmla="*/ 249 w 28"/>
                <a:gd name="T7" fmla="*/ 52 h 22"/>
                <a:gd name="T8" fmla="*/ 176 w 28"/>
                <a:gd name="T9" fmla="*/ 157 h 22"/>
                <a:gd name="T10" fmla="*/ 99 w 28"/>
                <a:gd name="T11" fmla="*/ 61 h 22"/>
                <a:gd name="T12" fmla="*/ 73 w 28"/>
                <a:gd name="T13" fmla="*/ 157 h 22"/>
                <a:gd name="T14" fmla="*/ 0 w 28"/>
                <a:gd name="T15" fmla="*/ 185 h 22"/>
                <a:gd name="T16" fmla="*/ 81 w 28"/>
                <a:gd name="T17" fmla="*/ 44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2">
                  <a:moveTo>
                    <a:pt x="3" y="3"/>
                  </a:moveTo>
                  <a:cubicBezTo>
                    <a:pt x="6" y="5"/>
                    <a:pt x="10" y="3"/>
                    <a:pt x="12" y="0"/>
                  </a:cubicBezTo>
                  <a:cubicBezTo>
                    <a:pt x="15" y="2"/>
                    <a:pt x="17" y="4"/>
                    <a:pt x="20" y="4"/>
                  </a:cubicBezTo>
                  <a:cubicBezTo>
                    <a:pt x="23" y="5"/>
                    <a:pt x="25" y="1"/>
                    <a:pt x="28" y="5"/>
                  </a:cubicBezTo>
                  <a:cubicBezTo>
                    <a:pt x="19" y="4"/>
                    <a:pt x="20" y="8"/>
                    <a:pt x="20" y="15"/>
                  </a:cubicBezTo>
                  <a:cubicBezTo>
                    <a:pt x="18" y="12"/>
                    <a:pt x="15" y="5"/>
                    <a:pt x="11" y="6"/>
                  </a:cubicBezTo>
                  <a:cubicBezTo>
                    <a:pt x="13" y="12"/>
                    <a:pt x="12" y="11"/>
                    <a:pt x="8" y="15"/>
                  </a:cubicBezTo>
                  <a:cubicBezTo>
                    <a:pt x="5" y="18"/>
                    <a:pt x="4" y="22"/>
                    <a:pt x="0" y="18"/>
                  </a:cubicBezTo>
                  <a:cubicBezTo>
                    <a:pt x="2" y="16"/>
                    <a:pt x="18" y="8"/>
                    <a:pt x="9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73" name="Freeform 54">
              <a:extLst>
                <a:ext uri="{FF2B5EF4-FFF2-40B4-BE49-F238E27FC236}">
                  <a16:creationId xmlns:a16="http://schemas.microsoft.com/office/drawing/2014/main" id="{1573A2FB-60C1-4E23-A73F-3733CB69B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899"/>
              <a:ext cx="59" cy="45"/>
            </a:xfrm>
            <a:custGeom>
              <a:avLst/>
              <a:gdLst>
                <a:gd name="T0" fmla="*/ 0 w 29"/>
                <a:gd name="T1" fmla="*/ 109 h 21"/>
                <a:gd name="T2" fmla="*/ 136 w 29"/>
                <a:gd name="T3" fmla="*/ 88 h 21"/>
                <a:gd name="T4" fmla="*/ 169 w 29"/>
                <a:gd name="T5" fmla="*/ 51 h 21"/>
                <a:gd name="T6" fmla="*/ 203 w 29"/>
                <a:gd name="T7" fmla="*/ 19 h 21"/>
                <a:gd name="T8" fmla="*/ 153 w 29"/>
                <a:gd name="T9" fmla="*/ 96 h 21"/>
                <a:gd name="T10" fmla="*/ 108 w 29"/>
                <a:gd name="T11" fmla="*/ 206 h 21"/>
                <a:gd name="T12" fmla="*/ 92 w 29"/>
                <a:gd name="T13" fmla="*/ 13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1">
                  <a:moveTo>
                    <a:pt x="0" y="11"/>
                  </a:moveTo>
                  <a:cubicBezTo>
                    <a:pt x="2" y="14"/>
                    <a:pt x="13" y="11"/>
                    <a:pt x="16" y="9"/>
                  </a:cubicBezTo>
                  <a:cubicBezTo>
                    <a:pt x="19" y="8"/>
                    <a:pt x="19" y="6"/>
                    <a:pt x="20" y="5"/>
                  </a:cubicBezTo>
                  <a:cubicBezTo>
                    <a:pt x="20" y="5"/>
                    <a:pt x="21" y="0"/>
                    <a:pt x="24" y="2"/>
                  </a:cubicBezTo>
                  <a:cubicBezTo>
                    <a:pt x="29" y="6"/>
                    <a:pt x="19" y="9"/>
                    <a:pt x="18" y="10"/>
                  </a:cubicBezTo>
                  <a:cubicBezTo>
                    <a:pt x="13" y="13"/>
                    <a:pt x="16" y="17"/>
                    <a:pt x="13" y="21"/>
                  </a:cubicBezTo>
                  <a:cubicBezTo>
                    <a:pt x="12" y="19"/>
                    <a:pt x="12" y="16"/>
                    <a:pt x="11" y="1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74" name="Freeform 55">
              <a:extLst>
                <a:ext uri="{FF2B5EF4-FFF2-40B4-BE49-F238E27FC236}">
                  <a16:creationId xmlns:a16="http://schemas.microsoft.com/office/drawing/2014/main" id="{462A795C-17B5-4B50-AC1E-337ED9C6D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918"/>
              <a:ext cx="52" cy="42"/>
            </a:xfrm>
            <a:custGeom>
              <a:avLst/>
              <a:gdLst>
                <a:gd name="T0" fmla="*/ 133 w 25"/>
                <a:gd name="T1" fmla="*/ 9 h 19"/>
                <a:gd name="T2" fmla="*/ 64 w 25"/>
                <a:gd name="T3" fmla="*/ 97 h 19"/>
                <a:gd name="T4" fmla="*/ 64 w 25"/>
                <a:gd name="T5" fmla="*/ 161 h 19"/>
                <a:gd name="T6" fmla="*/ 0 w 25"/>
                <a:gd name="T7" fmla="*/ 206 h 19"/>
                <a:gd name="T8" fmla="*/ 108 w 25"/>
                <a:gd name="T9" fmla="*/ 195 h 19"/>
                <a:gd name="T10" fmla="*/ 225 w 25"/>
                <a:gd name="T11" fmla="*/ 44 h 19"/>
                <a:gd name="T12" fmla="*/ 160 w 25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9">
                  <a:moveTo>
                    <a:pt x="15" y="1"/>
                  </a:moveTo>
                  <a:cubicBezTo>
                    <a:pt x="12" y="3"/>
                    <a:pt x="9" y="6"/>
                    <a:pt x="7" y="9"/>
                  </a:cubicBezTo>
                  <a:cubicBezTo>
                    <a:pt x="6" y="11"/>
                    <a:pt x="8" y="13"/>
                    <a:pt x="7" y="15"/>
                  </a:cubicBezTo>
                  <a:cubicBezTo>
                    <a:pt x="5" y="17"/>
                    <a:pt x="3" y="18"/>
                    <a:pt x="0" y="19"/>
                  </a:cubicBezTo>
                  <a:cubicBezTo>
                    <a:pt x="4" y="17"/>
                    <a:pt x="8" y="15"/>
                    <a:pt x="12" y="18"/>
                  </a:cubicBezTo>
                  <a:cubicBezTo>
                    <a:pt x="10" y="8"/>
                    <a:pt x="16" y="4"/>
                    <a:pt x="25" y="4"/>
                  </a:cubicBezTo>
                  <a:cubicBezTo>
                    <a:pt x="24" y="2"/>
                    <a:pt x="20" y="2"/>
                    <a:pt x="18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75" name="Freeform 56">
              <a:extLst>
                <a:ext uri="{FF2B5EF4-FFF2-40B4-BE49-F238E27FC236}">
                  <a16:creationId xmlns:a16="http://schemas.microsoft.com/office/drawing/2014/main" id="{B4ABC42F-5A60-4D82-A7FE-E1C77C058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822"/>
              <a:ext cx="31" cy="31"/>
            </a:xfrm>
            <a:custGeom>
              <a:avLst/>
              <a:gdLst>
                <a:gd name="T0" fmla="*/ 60 w 15"/>
                <a:gd name="T1" fmla="*/ 9 h 14"/>
                <a:gd name="T2" fmla="*/ 0 w 15"/>
                <a:gd name="T3" fmla="*/ 117 h 14"/>
                <a:gd name="T4" fmla="*/ 52 w 15"/>
                <a:gd name="T5" fmla="*/ 97 h 14"/>
                <a:gd name="T6" fmla="*/ 132 w 15"/>
                <a:gd name="T7" fmla="*/ 64 h 14"/>
                <a:gd name="T8" fmla="*/ 99 w 15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7" y="1"/>
                  </a:moveTo>
                  <a:cubicBezTo>
                    <a:pt x="7" y="5"/>
                    <a:pt x="4" y="10"/>
                    <a:pt x="0" y="11"/>
                  </a:cubicBezTo>
                  <a:cubicBezTo>
                    <a:pt x="3" y="14"/>
                    <a:pt x="4" y="11"/>
                    <a:pt x="6" y="9"/>
                  </a:cubicBezTo>
                  <a:cubicBezTo>
                    <a:pt x="11" y="6"/>
                    <a:pt x="10" y="6"/>
                    <a:pt x="15" y="6"/>
                  </a:cubicBezTo>
                  <a:cubicBezTo>
                    <a:pt x="15" y="4"/>
                    <a:pt x="14" y="0"/>
                    <a:pt x="11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76" name="Freeform 57">
              <a:extLst>
                <a:ext uri="{FF2B5EF4-FFF2-40B4-BE49-F238E27FC236}">
                  <a16:creationId xmlns:a16="http://schemas.microsoft.com/office/drawing/2014/main" id="{DFD9AC9A-7DA0-4969-B0C6-AEF651EAB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794"/>
              <a:ext cx="34" cy="21"/>
            </a:xfrm>
            <a:custGeom>
              <a:avLst/>
              <a:gdLst>
                <a:gd name="T0" fmla="*/ 0 w 17"/>
                <a:gd name="T1" fmla="*/ 0 h 10"/>
                <a:gd name="T2" fmla="*/ 8 w 17"/>
                <a:gd name="T3" fmla="*/ 92 h 10"/>
                <a:gd name="T4" fmla="*/ 136 w 17"/>
                <a:gd name="T5" fmla="*/ 67 h 10"/>
                <a:gd name="T6" fmla="*/ 32 w 17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0" y="4"/>
                    <a:pt x="4" y="6"/>
                    <a:pt x="1" y="10"/>
                  </a:cubicBezTo>
                  <a:cubicBezTo>
                    <a:pt x="6" y="4"/>
                    <a:pt x="10" y="7"/>
                    <a:pt x="17" y="7"/>
                  </a:cubicBezTo>
                  <a:cubicBezTo>
                    <a:pt x="15" y="2"/>
                    <a:pt x="7" y="5"/>
                    <a:pt x="4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77" name="Freeform 58">
              <a:extLst>
                <a:ext uri="{FF2B5EF4-FFF2-40B4-BE49-F238E27FC236}">
                  <a16:creationId xmlns:a16="http://schemas.microsoft.com/office/drawing/2014/main" id="{1AB33439-7307-42D9-B3D0-76863D68A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912"/>
              <a:ext cx="49" cy="30"/>
            </a:xfrm>
            <a:custGeom>
              <a:avLst/>
              <a:gdLst>
                <a:gd name="T0" fmla="*/ 0 w 24"/>
                <a:gd name="T1" fmla="*/ 41 h 14"/>
                <a:gd name="T2" fmla="*/ 92 w 24"/>
                <a:gd name="T3" fmla="*/ 120 h 14"/>
                <a:gd name="T4" fmla="*/ 204 w 24"/>
                <a:gd name="T5" fmla="*/ 137 h 14"/>
                <a:gd name="T6" fmla="*/ 25 w 24"/>
                <a:gd name="T7" fmla="*/ 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4">
                  <a:moveTo>
                    <a:pt x="0" y="4"/>
                  </a:moveTo>
                  <a:cubicBezTo>
                    <a:pt x="5" y="7"/>
                    <a:pt x="10" y="4"/>
                    <a:pt x="11" y="12"/>
                  </a:cubicBezTo>
                  <a:cubicBezTo>
                    <a:pt x="15" y="10"/>
                    <a:pt x="21" y="11"/>
                    <a:pt x="24" y="14"/>
                  </a:cubicBezTo>
                  <a:cubicBezTo>
                    <a:pt x="19" y="6"/>
                    <a:pt x="13" y="0"/>
                    <a:pt x="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78" name="Freeform 59">
              <a:extLst>
                <a:ext uri="{FF2B5EF4-FFF2-40B4-BE49-F238E27FC236}">
                  <a16:creationId xmlns:a16="http://schemas.microsoft.com/office/drawing/2014/main" id="{B3F122A2-A84C-4F7F-B8B9-859A0FD11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973"/>
              <a:ext cx="51" cy="24"/>
            </a:xfrm>
            <a:custGeom>
              <a:avLst/>
              <a:gdLst>
                <a:gd name="T0" fmla="*/ 0 w 25"/>
                <a:gd name="T1" fmla="*/ 20 h 11"/>
                <a:gd name="T2" fmla="*/ 75 w 25"/>
                <a:gd name="T3" fmla="*/ 113 h 11"/>
                <a:gd name="T4" fmla="*/ 212 w 25"/>
                <a:gd name="T5" fmla="*/ 52 h 11"/>
                <a:gd name="T6" fmla="*/ 196 w 25"/>
                <a:gd name="T7" fmla="*/ 0 h 11"/>
                <a:gd name="T8" fmla="*/ 41 w 25"/>
                <a:gd name="T9" fmla="*/ 2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0" y="2"/>
                  </a:moveTo>
                  <a:cubicBezTo>
                    <a:pt x="4" y="3"/>
                    <a:pt x="8" y="7"/>
                    <a:pt x="9" y="11"/>
                  </a:cubicBezTo>
                  <a:cubicBezTo>
                    <a:pt x="12" y="3"/>
                    <a:pt x="17" y="5"/>
                    <a:pt x="25" y="5"/>
                  </a:cubicBezTo>
                  <a:cubicBezTo>
                    <a:pt x="24" y="3"/>
                    <a:pt x="23" y="2"/>
                    <a:pt x="23" y="0"/>
                  </a:cubicBezTo>
                  <a:cubicBezTo>
                    <a:pt x="19" y="3"/>
                    <a:pt x="9" y="4"/>
                    <a:pt x="5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79" name="Freeform 60">
              <a:extLst>
                <a:ext uri="{FF2B5EF4-FFF2-40B4-BE49-F238E27FC236}">
                  <a16:creationId xmlns:a16="http://schemas.microsoft.com/office/drawing/2014/main" id="{785A001A-43A8-45DC-8417-404625449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951"/>
              <a:ext cx="58" cy="37"/>
            </a:xfrm>
            <a:custGeom>
              <a:avLst/>
              <a:gdLst>
                <a:gd name="T0" fmla="*/ 0 w 28"/>
                <a:gd name="T1" fmla="*/ 0 h 17"/>
                <a:gd name="T2" fmla="*/ 73 w 28"/>
                <a:gd name="T3" fmla="*/ 141 h 17"/>
                <a:gd name="T4" fmla="*/ 197 w 28"/>
                <a:gd name="T5" fmla="*/ 176 h 17"/>
                <a:gd name="T6" fmla="*/ 249 w 28"/>
                <a:gd name="T7" fmla="*/ 104 h 17"/>
                <a:gd name="T8" fmla="*/ 160 w 28"/>
                <a:gd name="T9" fmla="*/ 72 h 17"/>
                <a:gd name="T10" fmla="*/ 64 w 28"/>
                <a:gd name="T11" fmla="*/ 5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7">
                  <a:moveTo>
                    <a:pt x="0" y="0"/>
                  </a:moveTo>
                  <a:cubicBezTo>
                    <a:pt x="1" y="6"/>
                    <a:pt x="10" y="7"/>
                    <a:pt x="8" y="14"/>
                  </a:cubicBezTo>
                  <a:cubicBezTo>
                    <a:pt x="12" y="9"/>
                    <a:pt x="19" y="13"/>
                    <a:pt x="22" y="17"/>
                  </a:cubicBezTo>
                  <a:cubicBezTo>
                    <a:pt x="23" y="13"/>
                    <a:pt x="24" y="11"/>
                    <a:pt x="28" y="10"/>
                  </a:cubicBezTo>
                  <a:cubicBezTo>
                    <a:pt x="24" y="10"/>
                    <a:pt x="22" y="7"/>
                    <a:pt x="18" y="7"/>
                  </a:cubicBezTo>
                  <a:cubicBezTo>
                    <a:pt x="13" y="8"/>
                    <a:pt x="10" y="11"/>
                    <a:pt x="7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80" name="Freeform 61">
              <a:extLst>
                <a:ext uri="{FF2B5EF4-FFF2-40B4-BE49-F238E27FC236}">
                  <a16:creationId xmlns:a16="http://schemas.microsoft.com/office/drawing/2014/main" id="{98246B0C-B620-4305-9558-AE5135E7E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997"/>
              <a:ext cx="29" cy="15"/>
            </a:xfrm>
            <a:custGeom>
              <a:avLst/>
              <a:gdLst>
                <a:gd name="T0" fmla="*/ 0 w 14"/>
                <a:gd name="T1" fmla="*/ 0 h 7"/>
                <a:gd name="T2" fmla="*/ 8 w 14"/>
                <a:gd name="T3" fmla="*/ 51 h 7"/>
                <a:gd name="T4" fmla="*/ 124 w 14"/>
                <a:gd name="T5" fmla="*/ 69 h 7"/>
                <a:gd name="T6" fmla="*/ 116 w 14"/>
                <a:gd name="T7" fmla="*/ 28 h 7"/>
                <a:gd name="T8" fmla="*/ 91 w 14"/>
                <a:gd name="T9" fmla="*/ 1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5" y="0"/>
                    <a:pt x="10" y="5"/>
                    <a:pt x="14" y="7"/>
                  </a:cubicBezTo>
                  <a:cubicBezTo>
                    <a:pt x="14" y="6"/>
                    <a:pt x="14" y="4"/>
                    <a:pt x="13" y="3"/>
                  </a:cubicBezTo>
                  <a:cubicBezTo>
                    <a:pt x="12" y="2"/>
                    <a:pt x="11" y="2"/>
                    <a:pt x="1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81" name="Freeform 62">
              <a:extLst>
                <a:ext uri="{FF2B5EF4-FFF2-40B4-BE49-F238E27FC236}">
                  <a16:creationId xmlns:a16="http://schemas.microsoft.com/office/drawing/2014/main" id="{D1827EEA-42D6-4DEC-9343-E7A44FCDA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870"/>
              <a:ext cx="14" cy="11"/>
            </a:xfrm>
            <a:custGeom>
              <a:avLst/>
              <a:gdLst>
                <a:gd name="T0" fmla="*/ 0 w 7"/>
                <a:gd name="T1" fmla="*/ 33 h 5"/>
                <a:gd name="T2" fmla="*/ 16 w 7"/>
                <a:gd name="T3" fmla="*/ 33 h 5"/>
                <a:gd name="T4" fmla="*/ 24 w 7"/>
                <a:gd name="T5" fmla="*/ 53 h 5"/>
                <a:gd name="T6" fmla="*/ 56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0" y="3"/>
                  </a:moveTo>
                  <a:cubicBezTo>
                    <a:pt x="1" y="3"/>
                    <a:pt x="2" y="3"/>
                    <a:pt x="2" y="3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5" y="4"/>
                    <a:pt x="6" y="1"/>
                    <a:pt x="7" y="0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82" name="Freeform 63">
              <a:extLst>
                <a:ext uri="{FF2B5EF4-FFF2-40B4-BE49-F238E27FC236}">
                  <a16:creationId xmlns:a16="http://schemas.microsoft.com/office/drawing/2014/main" id="{4173C23B-C669-4AA1-84F7-8E5DC9C1E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918"/>
              <a:ext cx="13" cy="13"/>
            </a:xfrm>
            <a:custGeom>
              <a:avLst/>
              <a:gdLst>
                <a:gd name="T0" fmla="*/ 0 w 6"/>
                <a:gd name="T1" fmla="*/ 20 h 6"/>
                <a:gd name="T2" fmla="*/ 9 w 6"/>
                <a:gd name="T3" fmla="*/ 61 h 6"/>
                <a:gd name="T4" fmla="*/ 61 w 6"/>
                <a:gd name="T5" fmla="*/ 9 h 6"/>
                <a:gd name="T6" fmla="*/ 43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3" y="5"/>
                    <a:pt x="5" y="3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83" name="Freeform 64">
              <a:extLst>
                <a:ext uri="{FF2B5EF4-FFF2-40B4-BE49-F238E27FC236}">
                  <a16:creationId xmlns:a16="http://schemas.microsoft.com/office/drawing/2014/main" id="{ADBFADF3-1D66-41EC-87F7-4204A0714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971"/>
              <a:ext cx="16" cy="15"/>
            </a:xfrm>
            <a:custGeom>
              <a:avLst/>
              <a:gdLst>
                <a:gd name="T0" fmla="*/ 0 w 8"/>
                <a:gd name="T1" fmla="*/ 0 h 7"/>
                <a:gd name="T2" fmla="*/ 64 w 8"/>
                <a:gd name="T3" fmla="*/ 1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7"/>
                    <a:pt x="5" y="1"/>
                    <a:pt x="8" y="2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84" name="Freeform 65">
              <a:extLst>
                <a:ext uri="{FF2B5EF4-FFF2-40B4-BE49-F238E27FC236}">
                  <a16:creationId xmlns:a16="http://schemas.microsoft.com/office/drawing/2014/main" id="{F8E4BADA-739B-4CA9-B0E6-EC5176A94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979"/>
              <a:ext cx="17" cy="9"/>
            </a:xfrm>
            <a:custGeom>
              <a:avLst/>
              <a:gdLst>
                <a:gd name="T0" fmla="*/ 9 w 8"/>
                <a:gd name="T1" fmla="*/ 0 h 4"/>
                <a:gd name="T2" fmla="*/ 9 w 8"/>
                <a:gd name="T3" fmla="*/ 45 h 4"/>
                <a:gd name="T4" fmla="*/ 77 w 8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2"/>
                    <a:pt x="6" y="0"/>
                    <a:pt x="8" y="1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85" name="Freeform 66">
              <a:extLst>
                <a:ext uri="{FF2B5EF4-FFF2-40B4-BE49-F238E27FC236}">
                  <a16:creationId xmlns:a16="http://schemas.microsoft.com/office/drawing/2014/main" id="{6CD73050-8FD0-48A4-B5F7-FB8097D56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920"/>
              <a:ext cx="10" cy="16"/>
            </a:xfrm>
            <a:custGeom>
              <a:avLst/>
              <a:gdLst>
                <a:gd name="T0" fmla="*/ 40 w 5"/>
                <a:gd name="T1" fmla="*/ 0 h 7"/>
                <a:gd name="T2" fmla="*/ 8 w 5"/>
                <a:gd name="T3" fmla="*/ 85 h 7"/>
                <a:gd name="T4" fmla="*/ 40 w 5"/>
                <a:gd name="T5" fmla="*/ 5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2"/>
                    <a:pt x="0" y="5"/>
                    <a:pt x="1" y="7"/>
                  </a:cubicBezTo>
                  <a:cubicBezTo>
                    <a:pt x="2" y="6"/>
                    <a:pt x="4" y="6"/>
                    <a:pt x="5" y="5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86" name="Freeform 67">
              <a:extLst>
                <a:ext uri="{FF2B5EF4-FFF2-40B4-BE49-F238E27FC236}">
                  <a16:creationId xmlns:a16="http://schemas.microsoft.com/office/drawing/2014/main" id="{F7C4F21E-9139-485A-8EE3-E8A14A598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418"/>
              <a:ext cx="26" cy="22"/>
            </a:xfrm>
            <a:custGeom>
              <a:avLst/>
              <a:gdLst>
                <a:gd name="T0" fmla="*/ 0 w 13"/>
                <a:gd name="T1" fmla="*/ 20 h 10"/>
                <a:gd name="T2" fmla="*/ 8 w 13"/>
                <a:gd name="T3" fmla="*/ 106 h 10"/>
                <a:gd name="T4" fmla="*/ 104 w 13"/>
                <a:gd name="T5" fmla="*/ 88 h 10"/>
                <a:gd name="T6" fmla="*/ 24 w 13"/>
                <a:gd name="T7" fmla="*/ 4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2"/>
                  </a:moveTo>
                  <a:cubicBezTo>
                    <a:pt x="0" y="5"/>
                    <a:pt x="0" y="8"/>
                    <a:pt x="1" y="10"/>
                  </a:cubicBezTo>
                  <a:cubicBezTo>
                    <a:pt x="6" y="7"/>
                    <a:pt x="7" y="6"/>
                    <a:pt x="13" y="8"/>
                  </a:cubicBezTo>
                  <a:cubicBezTo>
                    <a:pt x="10" y="5"/>
                    <a:pt x="8" y="0"/>
                    <a:pt x="3" y="4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87" name="Freeform 68">
              <a:extLst>
                <a:ext uri="{FF2B5EF4-FFF2-40B4-BE49-F238E27FC236}">
                  <a16:creationId xmlns:a16="http://schemas.microsoft.com/office/drawing/2014/main" id="{E65A9A08-351C-4A2F-9192-92F071A1D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3320"/>
              <a:ext cx="16" cy="35"/>
            </a:xfrm>
            <a:custGeom>
              <a:avLst/>
              <a:gdLst>
                <a:gd name="T0" fmla="*/ 24 w 8"/>
                <a:gd name="T1" fmla="*/ 44 h 16"/>
                <a:gd name="T2" fmla="*/ 0 w 8"/>
                <a:gd name="T3" fmla="*/ 168 h 16"/>
                <a:gd name="T4" fmla="*/ 64 w 8"/>
                <a:gd name="T5" fmla="*/ 116 h 16"/>
                <a:gd name="T6" fmla="*/ 56 w 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6">
                  <a:moveTo>
                    <a:pt x="3" y="4"/>
                  </a:moveTo>
                  <a:cubicBezTo>
                    <a:pt x="2" y="8"/>
                    <a:pt x="2" y="12"/>
                    <a:pt x="0" y="16"/>
                  </a:cubicBezTo>
                  <a:cubicBezTo>
                    <a:pt x="3" y="14"/>
                    <a:pt x="6" y="12"/>
                    <a:pt x="8" y="11"/>
                  </a:cubicBezTo>
                  <a:cubicBezTo>
                    <a:pt x="0" y="7"/>
                    <a:pt x="8" y="4"/>
                    <a:pt x="7" y="0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88" name="Freeform 69">
              <a:extLst>
                <a:ext uri="{FF2B5EF4-FFF2-40B4-BE49-F238E27FC236}">
                  <a16:creationId xmlns:a16="http://schemas.microsoft.com/office/drawing/2014/main" id="{C35C6088-0B90-4155-9875-06DB6AED3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545"/>
              <a:ext cx="34" cy="37"/>
            </a:xfrm>
            <a:custGeom>
              <a:avLst/>
              <a:gdLst>
                <a:gd name="T0" fmla="*/ 56 w 17"/>
                <a:gd name="T1" fmla="*/ 9 h 17"/>
                <a:gd name="T2" fmla="*/ 8 w 17"/>
                <a:gd name="T3" fmla="*/ 81 h 17"/>
                <a:gd name="T4" fmla="*/ 48 w 17"/>
                <a:gd name="T5" fmla="*/ 96 h 17"/>
                <a:gd name="T6" fmla="*/ 136 w 17"/>
                <a:gd name="T7" fmla="*/ 141 h 17"/>
                <a:gd name="T8" fmla="*/ 72 w 1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7" y="1"/>
                  </a:moveTo>
                  <a:cubicBezTo>
                    <a:pt x="5" y="2"/>
                    <a:pt x="0" y="5"/>
                    <a:pt x="1" y="8"/>
                  </a:cubicBezTo>
                  <a:cubicBezTo>
                    <a:pt x="2" y="12"/>
                    <a:pt x="4" y="8"/>
                    <a:pt x="6" y="9"/>
                  </a:cubicBezTo>
                  <a:cubicBezTo>
                    <a:pt x="10" y="11"/>
                    <a:pt x="12" y="17"/>
                    <a:pt x="17" y="14"/>
                  </a:cubicBezTo>
                  <a:cubicBezTo>
                    <a:pt x="12" y="14"/>
                    <a:pt x="4" y="5"/>
                    <a:pt x="9" y="0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89" name="Freeform 70">
              <a:extLst>
                <a:ext uri="{FF2B5EF4-FFF2-40B4-BE49-F238E27FC236}">
                  <a16:creationId xmlns:a16="http://schemas.microsoft.com/office/drawing/2014/main" id="{3DFDEE28-D952-4CBF-80FA-CFCD784CF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3499"/>
              <a:ext cx="38" cy="39"/>
            </a:xfrm>
            <a:custGeom>
              <a:avLst/>
              <a:gdLst>
                <a:gd name="T0" fmla="*/ 0 w 19"/>
                <a:gd name="T1" fmla="*/ 113 h 18"/>
                <a:gd name="T2" fmla="*/ 128 w 19"/>
                <a:gd name="T3" fmla="*/ 156 h 18"/>
                <a:gd name="T4" fmla="*/ 96 w 19"/>
                <a:gd name="T5" fmla="*/ 1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11"/>
                  </a:moveTo>
                  <a:cubicBezTo>
                    <a:pt x="3" y="18"/>
                    <a:pt x="19" y="0"/>
                    <a:pt x="16" y="15"/>
                  </a:cubicBezTo>
                  <a:cubicBezTo>
                    <a:pt x="15" y="15"/>
                    <a:pt x="13" y="14"/>
                    <a:pt x="12" y="12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0" name="Freeform 71">
              <a:extLst>
                <a:ext uri="{FF2B5EF4-FFF2-40B4-BE49-F238E27FC236}">
                  <a16:creationId xmlns:a16="http://schemas.microsoft.com/office/drawing/2014/main" id="{F04565BB-EA4B-4BC7-ACD2-7E8115B54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438"/>
              <a:ext cx="37" cy="17"/>
            </a:xfrm>
            <a:custGeom>
              <a:avLst/>
              <a:gdLst>
                <a:gd name="T0" fmla="*/ 16 w 18"/>
                <a:gd name="T1" fmla="*/ 0 h 8"/>
                <a:gd name="T2" fmla="*/ 0 w 18"/>
                <a:gd name="T3" fmla="*/ 60 h 8"/>
                <a:gd name="T4" fmla="*/ 80 w 18"/>
                <a:gd name="T5" fmla="*/ 28 h 8"/>
                <a:gd name="T6" fmla="*/ 156 w 18"/>
                <a:gd name="T7" fmla="*/ 77 h 8"/>
                <a:gd name="T8" fmla="*/ 51 w 1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8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3" y="5"/>
                    <a:pt x="5" y="3"/>
                    <a:pt x="9" y="3"/>
                  </a:cubicBezTo>
                  <a:cubicBezTo>
                    <a:pt x="12" y="4"/>
                    <a:pt x="15" y="8"/>
                    <a:pt x="18" y="8"/>
                  </a:cubicBezTo>
                  <a:cubicBezTo>
                    <a:pt x="15" y="2"/>
                    <a:pt x="10" y="3"/>
                    <a:pt x="6" y="0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1" name="Freeform 72">
              <a:extLst>
                <a:ext uri="{FF2B5EF4-FFF2-40B4-BE49-F238E27FC236}">
                  <a16:creationId xmlns:a16="http://schemas.microsoft.com/office/drawing/2014/main" id="{8872BCDD-43AF-4B04-B0C2-853933D47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3276"/>
              <a:ext cx="35" cy="17"/>
            </a:xfrm>
            <a:custGeom>
              <a:avLst/>
              <a:gdLst>
                <a:gd name="T0" fmla="*/ 0 w 17"/>
                <a:gd name="T1" fmla="*/ 60 h 8"/>
                <a:gd name="T2" fmla="*/ 148 w 17"/>
                <a:gd name="T3" fmla="*/ 0 h 8"/>
                <a:gd name="T4" fmla="*/ 89 w 17"/>
                <a:gd name="T5" fmla="*/ 77 h 8"/>
                <a:gd name="T6" fmla="*/ 60 w 17"/>
                <a:gd name="T7" fmla="*/ 4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8">
                  <a:moveTo>
                    <a:pt x="0" y="6"/>
                  </a:moveTo>
                  <a:cubicBezTo>
                    <a:pt x="6" y="6"/>
                    <a:pt x="10" y="0"/>
                    <a:pt x="17" y="0"/>
                  </a:cubicBezTo>
                  <a:cubicBezTo>
                    <a:pt x="14" y="2"/>
                    <a:pt x="10" y="4"/>
                    <a:pt x="10" y="8"/>
                  </a:cubicBezTo>
                  <a:cubicBezTo>
                    <a:pt x="10" y="6"/>
                    <a:pt x="8" y="6"/>
                    <a:pt x="7" y="4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2" name="Freeform 73">
              <a:extLst>
                <a:ext uri="{FF2B5EF4-FFF2-40B4-BE49-F238E27FC236}">
                  <a16:creationId xmlns:a16="http://schemas.microsoft.com/office/drawing/2014/main" id="{5414C34C-3B2D-4588-B172-6F7C89D3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486"/>
              <a:ext cx="15" cy="20"/>
            </a:xfrm>
            <a:custGeom>
              <a:avLst/>
              <a:gdLst>
                <a:gd name="T0" fmla="*/ 28 w 7"/>
                <a:gd name="T1" fmla="*/ 36 h 9"/>
                <a:gd name="T2" fmla="*/ 0 w 7"/>
                <a:gd name="T3" fmla="*/ 98 h 9"/>
                <a:gd name="T4" fmla="*/ 69 w 7"/>
                <a:gd name="T5" fmla="*/ 80 h 9"/>
                <a:gd name="T6" fmla="*/ 60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3"/>
                  </a:moveTo>
                  <a:cubicBezTo>
                    <a:pt x="2" y="5"/>
                    <a:pt x="1" y="7"/>
                    <a:pt x="0" y="9"/>
                  </a:cubicBezTo>
                  <a:cubicBezTo>
                    <a:pt x="3" y="9"/>
                    <a:pt x="5" y="8"/>
                    <a:pt x="7" y="7"/>
                  </a:cubicBezTo>
                  <a:cubicBezTo>
                    <a:pt x="6" y="4"/>
                    <a:pt x="3" y="1"/>
                    <a:pt x="6" y="0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3" name="Freeform 74">
              <a:extLst>
                <a:ext uri="{FF2B5EF4-FFF2-40B4-BE49-F238E27FC236}">
                  <a16:creationId xmlns:a16="http://schemas.microsoft.com/office/drawing/2014/main" id="{B1F00965-41F9-4794-809D-C8A244D33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597"/>
              <a:ext cx="32" cy="22"/>
            </a:xfrm>
            <a:custGeom>
              <a:avLst/>
              <a:gdLst>
                <a:gd name="T0" fmla="*/ 0 w 16"/>
                <a:gd name="T1" fmla="*/ 44 h 10"/>
                <a:gd name="T2" fmla="*/ 120 w 16"/>
                <a:gd name="T3" fmla="*/ 0 h 10"/>
                <a:gd name="T4" fmla="*/ 128 w 16"/>
                <a:gd name="T5" fmla="*/ 106 h 10"/>
                <a:gd name="T6" fmla="*/ 72 w 16"/>
                <a:gd name="T7" fmla="*/ 9 h 10"/>
                <a:gd name="T8" fmla="*/ 64 w 16"/>
                <a:gd name="T9" fmla="*/ 3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0" y="4"/>
                  </a:moveTo>
                  <a:cubicBezTo>
                    <a:pt x="4" y="0"/>
                    <a:pt x="10" y="0"/>
                    <a:pt x="15" y="0"/>
                  </a:cubicBezTo>
                  <a:cubicBezTo>
                    <a:pt x="16" y="4"/>
                    <a:pt x="15" y="7"/>
                    <a:pt x="16" y="10"/>
                  </a:cubicBezTo>
                  <a:cubicBezTo>
                    <a:pt x="15" y="6"/>
                    <a:pt x="13" y="3"/>
                    <a:pt x="9" y="1"/>
                  </a:cubicBezTo>
                  <a:cubicBezTo>
                    <a:pt x="8" y="2"/>
                    <a:pt x="8" y="2"/>
                    <a:pt x="8" y="3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4" name="Freeform 75">
              <a:extLst>
                <a:ext uri="{FF2B5EF4-FFF2-40B4-BE49-F238E27FC236}">
                  <a16:creationId xmlns:a16="http://schemas.microsoft.com/office/drawing/2014/main" id="{1573EA8C-84A5-46F6-9A7F-69C7D239C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025"/>
              <a:ext cx="70" cy="46"/>
            </a:xfrm>
            <a:custGeom>
              <a:avLst/>
              <a:gdLst>
                <a:gd name="T0" fmla="*/ 255 w 34"/>
                <a:gd name="T1" fmla="*/ 61 h 21"/>
                <a:gd name="T2" fmla="*/ 132 w 3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1">
                  <a:moveTo>
                    <a:pt x="29" y="6"/>
                  </a:moveTo>
                  <a:cubicBezTo>
                    <a:pt x="34" y="21"/>
                    <a:pt x="0" y="11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5" name="Freeform 76">
              <a:extLst>
                <a:ext uri="{FF2B5EF4-FFF2-40B4-BE49-F238E27FC236}">
                  <a16:creationId xmlns:a16="http://schemas.microsoft.com/office/drawing/2014/main" id="{3E4ACF7C-BEF5-4E50-9F3D-708A36CA2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913"/>
              <a:ext cx="62" cy="55"/>
            </a:xfrm>
            <a:custGeom>
              <a:avLst/>
              <a:gdLst>
                <a:gd name="T0" fmla="*/ 157 w 30"/>
                <a:gd name="T1" fmla="*/ 20 h 25"/>
                <a:gd name="T2" fmla="*/ 72 w 30"/>
                <a:gd name="T3" fmla="*/ 9 h 25"/>
                <a:gd name="T4" fmla="*/ 17 w 30"/>
                <a:gd name="T5" fmla="*/ 88 h 25"/>
                <a:gd name="T6" fmla="*/ 141 w 30"/>
                <a:gd name="T7" fmla="*/ 257 h 25"/>
                <a:gd name="T8" fmla="*/ 256 w 30"/>
                <a:gd name="T9" fmla="*/ 125 h 25"/>
                <a:gd name="T10" fmla="*/ 157 w 30"/>
                <a:gd name="T11" fmla="*/ 2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5">
                  <a:moveTo>
                    <a:pt x="18" y="2"/>
                  </a:moveTo>
                  <a:cubicBezTo>
                    <a:pt x="14" y="1"/>
                    <a:pt x="11" y="0"/>
                    <a:pt x="8" y="1"/>
                  </a:cubicBezTo>
                  <a:cubicBezTo>
                    <a:pt x="5" y="3"/>
                    <a:pt x="3" y="5"/>
                    <a:pt x="2" y="8"/>
                  </a:cubicBezTo>
                  <a:cubicBezTo>
                    <a:pt x="0" y="15"/>
                    <a:pt x="7" y="23"/>
                    <a:pt x="16" y="24"/>
                  </a:cubicBezTo>
                  <a:cubicBezTo>
                    <a:pt x="25" y="25"/>
                    <a:pt x="30" y="17"/>
                    <a:pt x="29" y="12"/>
                  </a:cubicBezTo>
                  <a:cubicBezTo>
                    <a:pt x="27" y="7"/>
                    <a:pt x="25" y="5"/>
                    <a:pt x="18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96" name="Freeform 77">
              <a:extLst>
                <a:ext uri="{FF2B5EF4-FFF2-40B4-BE49-F238E27FC236}">
                  <a16:creationId xmlns:a16="http://schemas.microsoft.com/office/drawing/2014/main" id="{F7753C89-4B7C-4BAE-B925-E40395080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926"/>
              <a:ext cx="35" cy="29"/>
            </a:xfrm>
            <a:custGeom>
              <a:avLst/>
              <a:gdLst>
                <a:gd name="T0" fmla="*/ 132 w 17"/>
                <a:gd name="T1" fmla="*/ 45 h 13"/>
                <a:gd name="T2" fmla="*/ 132 w 17"/>
                <a:gd name="T3" fmla="*/ 109 h 13"/>
                <a:gd name="T4" fmla="*/ 51 w 17"/>
                <a:gd name="T5" fmla="*/ 109 h 13"/>
                <a:gd name="T6" fmla="*/ 8 w 17"/>
                <a:gd name="T7" fmla="*/ 56 h 13"/>
                <a:gd name="T8" fmla="*/ 25 w 17"/>
                <a:gd name="T9" fmla="*/ 0 h 13"/>
                <a:gd name="T10" fmla="*/ 25 w 17"/>
                <a:gd name="T11" fmla="*/ 0 h 13"/>
                <a:gd name="T12" fmla="*/ 0 w 17"/>
                <a:gd name="T13" fmla="*/ 56 h 13"/>
                <a:gd name="T14" fmla="*/ 43 w 17"/>
                <a:gd name="T15" fmla="*/ 125 h 13"/>
                <a:gd name="T16" fmla="*/ 132 w 17"/>
                <a:gd name="T17" fmla="*/ 109 h 13"/>
                <a:gd name="T18" fmla="*/ 132 w 17"/>
                <a:gd name="T19" fmla="*/ 4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3">
                  <a:moveTo>
                    <a:pt x="15" y="4"/>
                  </a:moveTo>
                  <a:cubicBezTo>
                    <a:pt x="16" y="6"/>
                    <a:pt x="16" y="8"/>
                    <a:pt x="15" y="10"/>
                  </a:cubicBezTo>
                  <a:cubicBezTo>
                    <a:pt x="14" y="12"/>
                    <a:pt x="10" y="13"/>
                    <a:pt x="6" y="10"/>
                  </a:cubicBezTo>
                  <a:cubicBezTo>
                    <a:pt x="2" y="8"/>
                    <a:pt x="1" y="6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6"/>
                    <a:pt x="1" y="9"/>
                    <a:pt x="5" y="11"/>
                  </a:cubicBezTo>
                  <a:cubicBezTo>
                    <a:pt x="10" y="13"/>
                    <a:pt x="14" y="12"/>
                    <a:pt x="15" y="10"/>
                  </a:cubicBezTo>
                  <a:cubicBezTo>
                    <a:pt x="17" y="8"/>
                    <a:pt x="16" y="6"/>
                    <a:pt x="15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7" name="Freeform 78">
              <a:extLst>
                <a:ext uri="{FF2B5EF4-FFF2-40B4-BE49-F238E27FC236}">
                  <a16:creationId xmlns:a16="http://schemas.microsoft.com/office/drawing/2014/main" id="{3F20A6CB-AEA8-46A3-82C5-7FB316C2F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589"/>
              <a:ext cx="45" cy="51"/>
            </a:xfrm>
            <a:custGeom>
              <a:avLst/>
              <a:gdLst>
                <a:gd name="T0" fmla="*/ 147 w 22"/>
                <a:gd name="T1" fmla="*/ 53 h 23"/>
                <a:gd name="T2" fmla="*/ 96 w 22"/>
                <a:gd name="T3" fmla="*/ 0 h 23"/>
                <a:gd name="T4" fmla="*/ 33 w 22"/>
                <a:gd name="T5" fmla="*/ 35 h 23"/>
                <a:gd name="T6" fmla="*/ 68 w 22"/>
                <a:gd name="T7" fmla="*/ 206 h 23"/>
                <a:gd name="T8" fmla="*/ 188 w 22"/>
                <a:gd name="T9" fmla="*/ 162 h 23"/>
                <a:gd name="T10" fmla="*/ 147 w 22"/>
                <a:gd name="T11" fmla="*/ 5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6"/>
                    <a:pt x="8" y="19"/>
                  </a:cubicBezTo>
                  <a:cubicBezTo>
                    <a:pt x="14" y="23"/>
                    <a:pt x="21" y="20"/>
                    <a:pt x="22" y="15"/>
                  </a:cubicBezTo>
                  <a:cubicBezTo>
                    <a:pt x="22" y="11"/>
                    <a:pt x="21" y="9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98" name="Freeform 79">
              <a:extLst>
                <a:ext uri="{FF2B5EF4-FFF2-40B4-BE49-F238E27FC236}">
                  <a16:creationId xmlns:a16="http://schemas.microsoft.com/office/drawing/2014/main" id="{589660F7-EE03-4468-A343-00E1E2F3A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600"/>
              <a:ext cx="24" cy="24"/>
            </a:xfrm>
            <a:custGeom>
              <a:avLst/>
              <a:gdLst>
                <a:gd name="T0" fmla="*/ 88 w 12"/>
                <a:gd name="T1" fmla="*/ 61 h 11"/>
                <a:gd name="T2" fmla="*/ 72 w 12"/>
                <a:gd name="T3" fmla="*/ 113 h 11"/>
                <a:gd name="T4" fmla="*/ 16 w 12"/>
                <a:gd name="T5" fmla="*/ 81 h 11"/>
                <a:gd name="T6" fmla="*/ 8 w 12"/>
                <a:gd name="T7" fmla="*/ 20 h 11"/>
                <a:gd name="T8" fmla="*/ 32 w 12"/>
                <a:gd name="T9" fmla="*/ 0 h 11"/>
                <a:gd name="T10" fmla="*/ 32 w 12"/>
                <a:gd name="T11" fmla="*/ 0 h 11"/>
                <a:gd name="T12" fmla="*/ 8 w 12"/>
                <a:gd name="T13" fmla="*/ 20 h 11"/>
                <a:gd name="T14" fmla="*/ 16 w 12"/>
                <a:gd name="T15" fmla="*/ 81 h 11"/>
                <a:gd name="T16" fmla="*/ 72 w 12"/>
                <a:gd name="T17" fmla="*/ 113 h 11"/>
                <a:gd name="T18" fmla="*/ 88 w 12"/>
                <a:gd name="T19" fmla="*/ 6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2" y="8"/>
                    <a:pt x="11" y="10"/>
                    <a:pt x="9" y="11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1"/>
                    <a:pt x="9" y="11"/>
                  </a:cubicBezTo>
                  <a:cubicBezTo>
                    <a:pt x="11" y="10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99" name="Freeform 80">
              <a:extLst>
                <a:ext uri="{FF2B5EF4-FFF2-40B4-BE49-F238E27FC236}">
                  <a16:creationId xmlns:a16="http://schemas.microsoft.com/office/drawing/2014/main" id="{D034E81E-CB8A-4E05-A7D1-727054BC2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3116"/>
              <a:ext cx="41" cy="53"/>
            </a:xfrm>
            <a:custGeom>
              <a:avLst/>
              <a:gdLst>
                <a:gd name="T0" fmla="*/ 156 w 20"/>
                <a:gd name="T1" fmla="*/ 161 h 24"/>
                <a:gd name="T2" fmla="*/ 164 w 20"/>
                <a:gd name="T3" fmla="*/ 73 h 24"/>
                <a:gd name="T4" fmla="*/ 121 w 20"/>
                <a:gd name="T5" fmla="*/ 20 h 24"/>
                <a:gd name="T6" fmla="*/ 8 w 20"/>
                <a:gd name="T7" fmla="*/ 133 h 24"/>
                <a:gd name="T8" fmla="*/ 88 w 20"/>
                <a:gd name="T9" fmla="*/ 250 h 24"/>
                <a:gd name="T10" fmla="*/ 156 w 20"/>
                <a:gd name="T11" fmla="*/ 16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8" y="15"/>
                  </a:moveTo>
                  <a:cubicBezTo>
                    <a:pt x="19" y="12"/>
                    <a:pt x="20" y="9"/>
                    <a:pt x="19" y="7"/>
                  </a:cubicBezTo>
                  <a:cubicBezTo>
                    <a:pt x="18" y="4"/>
                    <a:pt x="16" y="2"/>
                    <a:pt x="14" y="2"/>
                  </a:cubicBezTo>
                  <a:cubicBezTo>
                    <a:pt x="8" y="0"/>
                    <a:pt x="1" y="5"/>
                    <a:pt x="1" y="12"/>
                  </a:cubicBezTo>
                  <a:cubicBezTo>
                    <a:pt x="0" y="19"/>
                    <a:pt x="6" y="24"/>
                    <a:pt x="10" y="23"/>
                  </a:cubicBezTo>
                  <a:cubicBezTo>
                    <a:pt x="14" y="22"/>
                    <a:pt x="15" y="20"/>
                    <a:pt x="18" y="1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00" name="Freeform 81">
              <a:extLst>
                <a:ext uri="{FF2B5EF4-FFF2-40B4-BE49-F238E27FC236}">
                  <a16:creationId xmlns:a16="http://schemas.microsoft.com/office/drawing/2014/main" id="{F54222F9-DC10-4CCD-B917-2DDCB3CB6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3130"/>
              <a:ext cx="20" cy="28"/>
            </a:xfrm>
            <a:custGeom>
              <a:avLst/>
              <a:gdLst>
                <a:gd name="T0" fmla="*/ 56 w 10"/>
                <a:gd name="T1" fmla="*/ 112 h 13"/>
                <a:gd name="T2" fmla="*/ 16 w 10"/>
                <a:gd name="T3" fmla="*/ 112 h 13"/>
                <a:gd name="T4" fmla="*/ 16 w 10"/>
                <a:gd name="T5" fmla="*/ 41 h 13"/>
                <a:gd name="T6" fmla="*/ 48 w 10"/>
                <a:gd name="T7" fmla="*/ 0 h 13"/>
                <a:gd name="T8" fmla="*/ 80 w 10"/>
                <a:gd name="T9" fmla="*/ 19 h 13"/>
                <a:gd name="T10" fmla="*/ 80 w 10"/>
                <a:gd name="T11" fmla="*/ 19 h 13"/>
                <a:gd name="T12" fmla="*/ 48 w 10"/>
                <a:gd name="T13" fmla="*/ 0 h 13"/>
                <a:gd name="T14" fmla="*/ 16 w 10"/>
                <a:gd name="T15" fmla="*/ 41 h 13"/>
                <a:gd name="T16" fmla="*/ 16 w 10"/>
                <a:gd name="T17" fmla="*/ 121 h 13"/>
                <a:gd name="T18" fmla="*/ 56 w 10"/>
                <a:gd name="T19" fmla="*/ 112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7" y="11"/>
                  </a:moveTo>
                  <a:cubicBezTo>
                    <a:pt x="5" y="13"/>
                    <a:pt x="3" y="12"/>
                    <a:pt x="2" y="11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0"/>
                    <a:pt x="3" y="1"/>
                    <a:pt x="2" y="4"/>
                  </a:cubicBezTo>
                  <a:cubicBezTo>
                    <a:pt x="0" y="7"/>
                    <a:pt x="1" y="10"/>
                    <a:pt x="2" y="12"/>
                  </a:cubicBezTo>
                  <a:cubicBezTo>
                    <a:pt x="3" y="13"/>
                    <a:pt x="5" y="13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01" name="Freeform 82">
              <a:extLst>
                <a:ext uri="{FF2B5EF4-FFF2-40B4-BE49-F238E27FC236}">
                  <a16:creationId xmlns:a16="http://schemas.microsoft.com/office/drawing/2014/main" id="{A631818F-C78D-41F6-89D9-0D177B65A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913"/>
              <a:ext cx="41" cy="53"/>
            </a:xfrm>
            <a:custGeom>
              <a:avLst/>
              <a:gdLst>
                <a:gd name="T0" fmla="*/ 156 w 20"/>
                <a:gd name="T1" fmla="*/ 161 h 24"/>
                <a:gd name="T2" fmla="*/ 164 w 20"/>
                <a:gd name="T3" fmla="*/ 73 h 24"/>
                <a:gd name="T4" fmla="*/ 121 w 20"/>
                <a:gd name="T5" fmla="*/ 20 h 24"/>
                <a:gd name="T6" fmla="*/ 8 w 20"/>
                <a:gd name="T7" fmla="*/ 141 h 24"/>
                <a:gd name="T8" fmla="*/ 88 w 20"/>
                <a:gd name="T9" fmla="*/ 250 h 24"/>
                <a:gd name="T10" fmla="*/ 156 w 20"/>
                <a:gd name="T11" fmla="*/ 16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8" y="15"/>
                  </a:moveTo>
                  <a:cubicBezTo>
                    <a:pt x="19" y="12"/>
                    <a:pt x="20" y="10"/>
                    <a:pt x="19" y="7"/>
                  </a:cubicBezTo>
                  <a:cubicBezTo>
                    <a:pt x="18" y="5"/>
                    <a:pt x="16" y="3"/>
                    <a:pt x="14" y="2"/>
                  </a:cubicBezTo>
                  <a:cubicBezTo>
                    <a:pt x="8" y="0"/>
                    <a:pt x="1" y="6"/>
                    <a:pt x="1" y="13"/>
                  </a:cubicBezTo>
                  <a:cubicBezTo>
                    <a:pt x="0" y="20"/>
                    <a:pt x="6" y="24"/>
                    <a:pt x="10" y="23"/>
                  </a:cubicBezTo>
                  <a:cubicBezTo>
                    <a:pt x="14" y="22"/>
                    <a:pt x="15" y="20"/>
                    <a:pt x="18" y="1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02" name="Freeform 83">
              <a:extLst>
                <a:ext uri="{FF2B5EF4-FFF2-40B4-BE49-F238E27FC236}">
                  <a16:creationId xmlns:a16="http://schemas.microsoft.com/office/drawing/2014/main" id="{479610D5-1021-4563-9CFA-6E876EE48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926"/>
              <a:ext cx="20" cy="29"/>
            </a:xfrm>
            <a:custGeom>
              <a:avLst/>
              <a:gdLst>
                <a:gd name="T0" fmla="*/ 56 w 10"/>
                <a:gd name="T1" fmla="*/ 134 h 13"/>
                <a:gd name="T2" fmla="*/ 16 w 10"/>
                <a:gd name="T3" fmla="*/ 134 h 13"/>
                <a:gd name="T4" fmla="*/ 16 w 10"/>
                <a:gd name="T5" fmla="*/ 45 h 13"/>
                <a:gd name="T6" fmla="*/ 48 w 10"/>
                <a:gd name="T7" fmla="*/ 9 h 13"/>
                <a:gd name="T8" fmla="*/ 80 w 10"/>
                <a:gd name="T9" fmla="*/ 20 h 13"/>
                <a:gd name="T10" fmla="*/ 80 w 10"/>
                <a:gd name="T11" fmla="*/ 20 h 13"/>
                <a:gd name="T12" fmla="*/ 48 w 10"/>
                <a:gd name="T13" fmla="*/ 0 h 13"/>
                <a:gd name="T14" fmla="*/ 16 w 10"/>
                <a:gd name="T15" fmla="*/ 45 h 13"/>
                <a:gd name="T16" fmla="*/ 16 w 10"/>
                <a:gd name="T17" fmla="*/ 134 h 13"/>
                <a:gd name="T18" fmla="*/ 56 w 10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7" y="12"/>
                  </a:moveTo>
                  <a:cubicBezTo>
                    <a:pt x="5" y="13"/>
                    <a:pt x="3" y="13"/>
                    <a:pt x="2" y="12"/>
                  </a:cubicBezTo>
                  <a:cubicBezTo>
                    <a:pt x="1" y="10"/>
                    <a:pt x="0" y="8"/>
                    <a:pt x="2" y="4"/>
                  </a:cubicBezTo>
                  <a:cubicBezTo>
                    <a:pt x="3" y="1"/>
                    <a:pt x="5" y="1"/>
                    <a:pt x="6" y="1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0"/>
                    <a:pt x="3" y="1"/>
                    <a:pt x="2" y="4"/>
                  </a:cubicBezTo>
                  <a:cubicBezTo>
                    <a:pt x="0" y="8"/>
                    <a:pt x="1" y="11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03" name="Freeform 84">
              <a:extLst>
                <a:ext uri="{FF2B5EF4-FFF2-40B4-BE49-F238E27FC236}">
                  <a16:creationId xmlns:a16="http://schemas.microsoft.com/office/drawing/2014/main" id="{78EF1B6A-D221-466E-B026-28375FD6E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854"/>
              <a:ext cx="41" cy="52"/>
            </a:xfrm>
            <a:custGeom>
              <a:avLst/>
              <a:gdLst>
                <a:gd name="T0" fmla="*/ 156 w 20"/>
                <a:gd name="T1" fmla="*/ 156 h 24"/>
                <a:gd name="T2" fmla="*/ 164 w 20"/>
                <a:gd name="T3" fmla="*/ 72 h 24"/>
                <a:gd name="T4" fmla="*/ 121 w 20"/>
                <a:gd name="T5" fmla="*/ 20 h 24"/>
                <a:gd name="T6" fmla="*/ 8 w 20"/>
                <a:gd name="T7" fmla="*/ 121 h 24"/>
                <a:gd name="T8" fmla="*/ 88 w 20"/>
                <a:gd name="T9" fmla="*/ 234 h 24"/>
                <a:gd name="T10" fmla="*/ 156 w 20"/>
                <a:gd name="T11" fmla="*/ 1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8" y="15"/>
                  </a:moveTo>
                  <a:cubicBezTo>
                    <a:pt x="19" y="12"/>
                    <a:pt x="20" y="9"/>
                    <a:pt x="19" y="7"/>
                  </a:cubicBezTo>
                  <a:cubicBezTo>
                    <a:pt x="18" y="4"/>
                    <a:pt x="16" y="2"/>
                    <a:pt x="14" y="2"/>
                  </a:cubicBezTo>
                  <a:cubicBezTo>
                    <a:pt x="8" y="0"/>
                    <a:pt x="1" y="5"/>
                    <a:pt x="1" y="12"/>
                  </a:cubicBezTo>
                  <a:cubicBezTo>
                    <a:pt x="0" y="19"/>
                    <a:pt x="6" y="24"/>
                    <a:pt x="10" y="23"/>
                  </a:cubicBezTo>
                  <a:cubicBezTo>
                    <a:pt x="14" y="22"/>
                    <a:pt x="15" y="20"/>
                    <a:pt x="18" y="1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04" name="Freeform 85">
              <a:extLst>
                <a:ext uri="{FF2B5EF4-FFF2-40B4-BE49-F238E27FC236}">
                  <a16:creationId xmlns:a16="http://schemas.microsoft.com/office/drawing/2014/main" id="{5A215782-BAD0-4A91-A8B2-D5EBD4CB4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867"/>
              <a:ext cx="20" cy="29"/>
            </a:xfrm>
            <a:custGeom>
              <a:avLst/>
              <a:gdLst>
                <a:gd name="T0" fmla="*/ 56 w 10"/>
                <a:gd name="T1" fmla="*/ 125 h 13"/>
                <a:gd name="T2" fmla="*/ 16 w 10"/>
                <a:gd name="T3" fmla="*/ 125 h 13"/>
                <a:gd name="T4" fmla="*/ 16 w 10"/>
                <a:gd name="T5" fmla="*/ 45 h 13"/>
                <a:gd name="T6" fmla="*/ 48 w 10"/>
                <a:gd name="T7" fmla="*/ 0 h 13"/>
                <a:gd name="T8" fmla="*/ 80 w 10"/>
                <a:gd name="T9" fmla="*/ 20 h 13"/>
                <a:gd name="T10" fmla="*/ 80 w 10"/>
                <a:gd name="T11" fmla="*/ 20 h 13"/>
                <a:gd name="T12" fmla="*/ 48 w 10"/>
                <a:gd name="T13" fmla="*/ 0 h 13"/>
                <a:gd name="T14" fmla="*/ 16 w 10"/>
                <a:gd name="T15" fmla="*/ 45 h 13"/>
                <a:gd name="T16" fmla="*/ 16 w 10"/>
                <a:gd name="T17" fmla="*/ 134 h 13"/>
                <a:gd name="T18" fmla="*/ 56 w 10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7" y="11"/>
                  </a:moveTo>
                  <a:cubicBezTo>
                    <a:pt x="5" y="13"/>
                    <a:pt x="3" y="12"/>
                    <a:pt x="2" y="11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0"/>
                    <a:pt x="3" y="1"/>
                    <a:pt x="2" y="4"/>
                  </a:cubicBezTo>
                  <a:cubicBezTo>
                    <a:pt x="0" y="7"/>
                    <a:pt x="1" y="10"/>
                    <a:pt x="2" y="12"/>
                  </a:cubicBezTo>
                  <a:cubicBezTo>
                    <a:pt x="3" y="13"/>
                    <a:pt x="5" y="13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05" name="Freeform 86">
              <a:extLst>
                <a:ext uri="{FF2B5EF4-FFF2-40B4-BE49-F238E27FC236}">
                  <a16:creationId xmlns:a16="http://schemas.microsoft.com/office/drawing/2014/main" id="{9C1F20AC-E7AE-44B2-9EDC-28AEFB8D0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791"/>
              <a:ext cx="41" cy="52"/>
            </a:xfrm>
            <a:custGeom>
              <a:avLst/>
              <a:gdLst>
                <a:gd name="T0" fmla="*/ 156 w 20"/>
                <a:gd name="T1" fmla="*/ 141 h 24"/>
                <a:gd name="T2" fmla="*/ 156 w 20"/>
                <a:gd name="T3" fmla="*/ 61 h 24"/>
                <a:gd name="T4" fmla="*/ 113 w 20"/>
                <a:gd name="T5" fmla="*/ 9 h 24"/>
                <a:gd name="T6" fmla="*/ 0 w 20"/>
                <a:gd name="T7" fmla="*/ 121 h 24"/>
                <a:gd name="T8" fmla="*/ 88 w 20"/>
                <a:gd name="T9" fmla="*/ 234 h 24"/>
                <a:gd name="T10" fmla="*/ 156 w 20"/>
                <a:gd name="T11" fmla="*/ 14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8" y="14"/>
                  </a:moveTo>
                  <a:cubicBezTo>
                    <a:pt x="19" y="11"/>
                    <a:pt x="20" y="9"/>
                    <a:pt x="18" y="6"/>
                  </a:cubicBezTo>
                  <a:cubicBezTo>
                    <a:pt x="17" y="4"/>
                    <a:pt x="16" y="2"/>
                    <a:pt x="13" y="1"/>
                  </a:cubicBezTo>
                  <a:cubicBezTo>
                    <a:pt x="8" y="0"/>
                    <a:pt x="1" y="5"/>
                    <a:pt x="0" y="12"/>
                  </a:cubicBezTo>
                  <a:cubicBezTo>
                    <a:pt x="0" y="19"/>
                    <a:pt x="5" y="24"/>
                    <a:pt x="10" y="23"/>
                  </a:cubicBezTo>
                  <a:cubicBezTo>
                    <a:pt x="14" y="21"/>
                    <a:pt x="15" y="20"/>
                    <a:pt x="18" y="1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06" name="Freeform 87">
              <a:extLst>
                <a:ext uri="{FF2B5EF4-FFF2-40B4-BE49-F238E27FC236}">
                  <a16:creationId xmlns:a16="http://schemas.microsoft.com/office/drawing/2014/main" id="{D8C1C99F-823F-4157-B963-B31EF0D5D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804"/>
              <a:ext cx="19" cy="26"/>
            </a:xfrm>
            <a:custGeom>
              <a:avLst/>
              <a:gdLst>
                <a:gd name="T0" fmla="*/ 57 w 9"/>
                <a:gd name="T1" fmla="*/ 113 h 12"/>
                <a:gd name="T2" fmla="*/ 17 w 9"/>
                <a:gd name="T3" fmla="*/ 113 h 12"/>
                <a:gd name="T4" fmla="*/ 8 w 9"/>
                <a:gd name="T5" fmla="*/ 43 h 12"/>
                <a:gd name="T6" fmla="*/ 57 w 9"/>
                <a:gd name="T7" fmla="*/ 0 h 12"/>
                <a:gd name="T8" fmla="*/ 84 w 9"/>
                <a:gd name="T9" fmla="*/ 9 h 12"/>
                <a:gd name="T10" fmla="*/ 84 w 9"/>
                <a:gd name="T11" fmla="*/ 9 h 12"/>
                <a:gd name="T12" fmla="*/ 57 w 9"/>
                <a:gd name="T13" fmla="*/ 0 h 12"/>
                <a:gd name="T14" fmla="*/ 8 w 9"/>
                <a:gd name="T15" fmla="*/ 33 h 12"/>
                <a:gd name="T16" fmla="*/ 17 w 9"/>
                <a:gd name="T17" fmla="*/ 113 h 12"/>
                <a:gd name="T18" fmla="*/ 57 w 9"/>
                <a:gd name="T19" fmla="*/ 11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2">
                  <a:moveTo>
                    <a:pt x="6" y="11"/>
                  </a:moveTo>
                  <a:cubicBezTo>
                    <a:pt x="5" y="12"/>
                    <a:pt x="3" y="12"/>
                    <a:pt x="2" y="11"/>
                  </a:cubicBezTo>
                  <a:cubicBezTo>
                    <a:pt x="0" y="10"/>
                    <a:pt x="0" y="7"/>
                    <a:pt x="1" y="4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8" y="0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0"/>
                    <a:pt x="3" y="0"/>
                    <a:pt x="1" y="3"/>
                  </a:cubicBezTo>
                  <a:cubicBezTo>
                    <a:pt x="0" y="7"/>
                    <a:pt x="0" y="10"/>
                    <a:pt x="2" y="11"/>
                  </a:cubicBezTo>
                  <a:cubicBezTo>
                    <a:pt x="3" y="12"/>
                    <a:pt x="5" y="12"/>
                    <a:pt x="6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07" name="Freeform 88">
              <a:extLst>
                <a:ext uri="{FF2B5EF4-FFF2-40B4-BE49-F238E27FC236}">
                  <a16:creationId xmlns:a16="http://schemas.microsoft.com/office/drawing/2014/main" id="{E7C99E3C-A8B8-4FE4-A40B-10E6497A2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3204"/>
              <a:ext cx="45" cy="52"/>
            </a:xfrm>
            <a:custGeom>
              <a:avLst/>
              <a:gdLst>
                <a:gd name="T0" fmla="*/ 172 w 22"/>
                <a:gd name="T1" fmla="*/ 80 h 24"/>
                <a:gd name="T2" fmla="*/ 129 w 22"/>
                <a:gd name="T3" fmla="*/ 9 h 24"/>
                <a:gd name="T4" fmla="*/ 68 w 22"/>
                <a:gd name="T5" fmla="*/ 9 h 24"/>
                <a:gd name="T6" fmla="*/ 41 w 22"/>
                <a:gd name="T7" fmla="*/ 184 h 24"/>
                <a:gd name="T8" fmla="*/ 172 w 22"/>
                <a:gd name="T9" fmla="*/ 202 h 24"/>
                <a:gd name="T10" fmla="*/ 172 w 22"/>
                <a:gd name="T11" fmla="*/ 8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4">
                  <a:moveTo>
                    <a:pt x="20" y="8"/>
                  </a:moveTo>
                  <a:cubicBezTo>
                    <a:pt x="19" y="5"/>
                    <a:pt x="18" y="3"/>
                    <a:pt x="15" y="1"/>
                  </a:cubicBezTo>
                  <a:cubicBezTo>
                    <a:pt x="13" y="0"/>
                    <a:pt x="10" y="0"/>
                    <a:pt x="8" y="1"/>
                  </a:cubicBezTo>
                  <a:cubicBezTo>
                    <a:pt x="2" y="4"/>
                    <a:pt x="0" y="12"/>
                    <a:pt x="5" y="18"/>
                  </a:cubicBezTo>
                  <a:cubicBezTo>
                    <a:pt x="10" y="24"/>
                    <a:pt x="17" y="24"/>
                    <a:pt x="20" y="20"/>
                  </a:cubicBezTo>
                  <a:cubicBezTo>
                    <a:pt x="22" y="17"/>
                    <a:pt x="22" y="14"/>
                    <a:pt x="20" y="8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08" name="Freeform 89">
              <a:extLst>
                <a:ext uri="{FF2B5EF4-FFF2-40B4-BE49-F238E27FC236}">
                  <a16:creationId xmlns:a16="http://schemas.microsoft.com/office/drawing/2014/main" id="{C0406801-1D47-4453-AEBA-6D1E8151E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3215"/>
              <a:ext cx="21" cy="28"/>
            </a:xfrm>
            <a:custGeom>
              <a:avLst/>
              <a:gdLst>
                <a:gd name="T0" fmla="*/ 92 w 10"/>
                <a:gd name="T1" fmla="*/ 101 h 13"/>
                <a:gd name="T2" fmla="*/ 67 w 10"/>
                <a:gd name="T3" fmla="*/ 129 h 13"/>
                <a:gd name="T4" fmla="*/ 8 w 10"/>
                <a:gd name="T5" fmla="*/ 69 h 13"/>
                <a:gd name="T6" fmla="*/ 17 w 10"/>
                <a:gd name="T7" fmla="*/ 9 h 13"/>
                <a:gd name="T8" fmla="*/ 57 w 10"/>
                <a:gd name="T9" fmla="*/ 0 h 13"/>
                <a:gd name="T10" fmla="*/ 57 w 10"/>
                <a:gd name="T11" fmla="*/ 0 h 13"/>
                <a:gd name="T12" fmla="*/ 17 w 10"/>
                <a:gd name="T13" fmla="*/ 9 h 13"/>
                <a:gd name="T14" fmla="*/ 8 w 10"/>
                <a:gd name="T15" fmla="*/ 69 h 13"/>
                <a:gd name="T16" fmla="*/ 67 w 10"/>
                <a:gd name="T17" fmla="*/ 129 h 13"/>
                <a:gd name="T18" fmla="*/ 92 w 10"/>
                <a:gd name="T19" fmla="*/ 10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10"/>
                  </a:moveTo>
                  <a:cubicBezTo>
                    <a:pt x="10" y="12"/>
                    <a:pt x="8" y="13"/>
                    <a:pt x="7" y="13"/>
                  </a:cubicBezTo>
                  <a:cubicBezTo>
                    <a:pt x="5" y="13"/>
                    <a:pt x="2" y="11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2" y="11"/>
                    <a:pt x="5" y="13"/>
                    <a:pt x="7" y="13"/>
                  </a:cubicBezTo>
                  <a:cubicBezTo>
                    <a:pt x="9" y="13"/>
                    <a:pt x="10" y="12"/>
                    <a:pt x="10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09" name="Freeform 90">
              <a:extLst>
                <a:ext uri="{FF2B5EF4-FFF2-40B4-BE49-F238E27FC236}">
                  <a16:creationId xmlns:a16="http://schemas.microsoft.com/office/drawing/2014/main" id="{174B3051-974D-4D85-A4B0-4092F37A0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812"/>
              <a:ext cx="47" cy="79"/>
            </a:xfrm>
            <a:custGeom>
              <a:avLst/>
              <a:gdLst>
                <a:gd name="T0" fmla="*/ 196 w 23"/>
                <a:gd name="T1" fmla="*/ 149 h 36"/>
                <a:gd name="T2" fmla="*/ 163 w 23"/>
                <a:gd name="T3" fmla="*/ 64 h 36"/>
                <a:gd name="T4" fmla="*/ 16 w 23"/>
                <a:gd name="T5" fmla="*/ 158 h 36"/>
                <a:gd name="T6" fmla="*/ 67 w 23"/>
                <a:gd name="T7" fmla="*/ 362 h 36"/>
                <a:gd name="T8" fmla="*/ 155 w 23"/>
                <a:gd name="T9" fmla="*/ 327 h 36"/>
                <a:gd name="T10" fmla="*/ 180 w 23"/>
                <a:gd name="T11" fmla="*/ 222 h 36"/>
                <a:gd name="T12" fmla="*/ 196 w 23"/>
                <a:gd name="T13" fmla="*/ 14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6">
                  <a:moveTo>
                    <a:pt x="23" y="14"/>
                  </a:moveTo>
                  <a:cubicBezTo>
                    <a:pt x="22" y="10"/>
                    <a:pt x="21" y="8"/>
                    <a:pt x="19" y="6"/>
                  </a:cubicBezTo>
                  <a:cubicBezTo>
                    <a:pt x="12" y="0"/>
                    <a:pt x="4" y="6"/>
                    <a:pt x="2" y="15"/>
                  </a:cubicBezTo>
                  <a:cubicBezTo>
                    <a:pt x="0" y="24"/>
                    <a:pt x="4" y="32"/>
                    <a:pt x="8" y="34"/>
                  </a:cubicBezTo>
                  <a:cubicBezTo>
                    <a:pt x="12" y="36"/>
                    <a:pt x="16" y="34"/>
                    <a:pt x="18" y="31"/>
                  </a:cubicBezTo>
                  <a:cubicBezTo>
                    <a:pt x="21" y="28"/>
                    <a:pt x="21" y="23"/>
                    <a:pt x="21" y="21"/>
                  </a:cubicBezTo>
                  <a:cubicBezTo>
                    <a:pt x="22" y="19"/>
                    <a:pt x="23" y="16"/>
                    <a:pt x="23" y="1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10" name="Freeform 91">
              <a:extLst>
                <a:ext uri="{FF2B5EF4-FFF2-40B4-BE49-F238E27FC236}">
                  <a16:creationId xmlns:a16="http://schemas.microsoft.com/office/drawing/2014/main" id="{F8E75DF5-1612-45A6-82D4-D3A53EF26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837"/>
              <a:ext cx="19" cy="37"/>
            </a:xfrm>
            <a:custGeom>
              <a:avLst/>
              <a:gdLst>
                <a:gd name="T0" fmla="*/ 57 w 9"/>
                <a:gd name="T1" fmla="*/ 0 h 17"/>
                <a:gd name="T2" fmla="*/ 17 w 9"/>
                <a:gd name="T3" fmla="*/ 44 h 17"/>
                <a:gd name="T4" fmla="*/ 8 w 9"/>
                <a:gd name="T5" fmla="*/ 157 h 17"/>
                <a:gd name="T6" fmla="*/ 36 w 9"/>
                <a:gd name="T7" fmla="*/ 176 h 17"/>
                <a:gd name="T8" fmla="*/ 36 w 9"/>
                <a:gd name="T9" fmla="*/ 176 h 17"/>
                <a:gd name="T10" fmla="*/ 8 w 9"/>
                <a:gd name="T11" fmla="*/ 157 h 17"/>
                <a:gd name="T12" fmla="*/ 17 w 9"/>
                <a:gd name="T13" fmla="*/ 44 h 17"/>
                <a:gd name="T14" fmla="*/ 57 w 9"/>
                <a:gd name="T15" fmla="*/ 0 h 17"/>
                <a:gd name="T16" fmla="*/ 84 w 9"/>
                <a:gd name="T17" fmla="*/ 20 h 17"/>
                <a:gd name="T18" fmla="*/ 84 w 9"/>
                <a:gd name="T19" fmla="*/ 20 h 17"/>
                <a:gd name="T20" fmla="*/ 57 w 9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7">
                  <a:moveTo>
                    <a:pt x="6" y="0"/>
                  </a:moveTo>
                  <a:cubicBezTo>
                    <a:pt x="5" y="0"/>
                    <a:pt x="3" y="2"/>
                    <a:pt x="2" y="4"/>
                  </a:cubicBezTo>
                  <a:cubicBezTo>
                    <a:pt x="0" y="8"/>
                    <a:pt x="0" y="12"/>
                    <a:pt x="1" y="15"/>
                  </a:cubicBezTo>
                  <a:cubicBezTo>
                    <a:pt x="2" y="16"/>
                    <a:pt x="3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7"/>
                    <a:pt x="2" y="16"/>
                    <a:pt x="1" y="15"/>
                  </a:cubicBezTo>
                  <a:cubicBezTo>
                    <a:pt x="0" y="12"/>
                    <a:pt x="0" y="8"/>
                    <a:pt x="2" y="4"/>
                  </a:cubicBezTo>
                  <a:cubicBezTo>
                    <a:pt x="3" y="2"/>
                    <a:pt x="5" y="0"/>
                    <a:pt x="6" y="0"/>
                  </a:cubicBezTo>
                  <a:cubicBezTo>
                    <a:pt x="7" y="0"/>
                    <a:pt x="8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1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11" name="Freeform 92">
              <a:extLst>
                <a:ext uri="{FF2B5EF4-FFF2-40B4-BE49-F238E27FC236}">
                  <a16:creationId xmlns:a16="http://schemas.microsoft.com/office/drawing/2014/main" id="{322DADAD-1614-4D2A-9876-FAC87FEF8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802"/>
              <a:ext cx="59" cy="61"/>
            </a:xfrm>
            <a:custGeom>
              <a:avLst/>
              <a:gdLst>
                <a:gd name="T0" fmla="*/ 144 w 29"/>
                <a:gd name="T1" fmla="*/ 20 h 28"/>
                <a:gd name="T2" fmla="*/ 75 w 29"/>
                <a:gd name="T3" fmla="*/ 0 h 28"/>
                <a:gd name="T4" fmla="*/ 49 w 29"/>
                <a:gd name="T5" fmla="*/ 185 h 28"/>
                <a:gd name="T6" fmla="*/ 203 w 29"/>
                <a:gd name="T7" fmla="*/ 270 h 28"/>
                <a:gd name="T8" fmla="*/ 228 w 29"/>
                <a:gd name="T9" fmla="*/ 166 h 28"/>
                <a:gd name="T10" fmla="*/ 187 w 29"/>
                <a:gd name="T11" fmla="*/ 81 h 28"/>
                <a:gd name="T12" fmla="*/ 144 w 29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17" y="2"/>
                  </a:moveTo>
                  <a:cubicBezTo>
                    <a:pt x="14" y="0"/>
                    <a:pt x="11" y="0"/>
                    <a:pt x="9" y="0"/>
                  </a:cubicBezTo>
                  <a:cubicBezTo>
                    <a:pt x="0" y="1"/>
                    <a:pt x="0" y="11"/>
                    <a:pt x="6" y="18"/>
                  </a:cubicBezTo>
                  <a:cubicBezTo>
                    <a:pt x="11" y="26"/>
                    <a:pt x="20" y="28"/>
                    <a:pt x="24" y="26"/>
                  </a:cubicBezTo>
                  <a:cubicBezTo>
                    <a:pt x="28" y="24"/>
                    <a:pt x="29" y="20"/>
                    <a:pt x="27" y="16"/>
                  </a:cubicBezTo>
                  <a:cubicBezTo>
                    <a:pt x="26" y="13"/>
                    <a:pt x="23" y="10"/>
                    <a:pt x="22" y="8"/>
                  </a:cubicBezTo>
                  <a:cubicBezTo>
                    <a:pt x="20" y="6"/>
                    <a:pt x="18" y="3"/>
                    <a:pt x="17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12" name="Freeform 93">
              <a:extLst>
                <a:ext uri="{FF2B5EF4-FFF2-40B4-BE49-F238E27FC236}">
                  <a16:creationId xmlns:a16="http://schemas.microsoft.com/office/drawing/2014/main" id="{A87B6662-8359-4B2D-AC72-8B9A28842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817"/>
              <a:ext cx="27" cy="30"/>
            </a:xfrm>
            <a:custGeom>
              <a:avLst/>
              <a:gdLst>
                <a:gd name="T0" fmla="*/ 8 w 13"/>
                <a:gd name="T1" fmla="*/ 9 h 14"/>
                <a:gd name="T2" fmla="*/ 17 w 13"/>
                <a:gd name="T3" fmla="*/ 60 h 14"/>
                <a:gd name="T4" fmla="*/ 91 w 13"/>
                <a:gd name="T5" fmla="*/ 137 h 14"/>
                <a:gd name="T6" fmla="*/ 116 w 13"/>
                <a:gd name="T7" fmla="*/ 129 h 14"/>
                <a:gd name="T8" fmla="*/ 116 w 13"/>
                <a:gd name="T9" fmla="*/ 129 h 14"/>
                <a:gd name="T10" fmla="*/ 91 w 13"/>
                <a:gd name="T11" fmla="*/ 129 h 14"/>
                <a:gd name="T12" fmla="*/ 17 w 13"/>
                <a:gd name="T13" fmla="*/ 60 h 14"/>
                <a:gd name="T14" fmla="*/ 8 w 13"/>
                <a:gd name="T15" fmla="*/ 9 h 14"/>
                <a:gd name="T16" fmla="*/ 35 w 13"/>
                <a:gd name="T17" fmla="*/ 0 h 14"/>
                <a:gd name="T18" fmla="*/ 35 w 13"/>
                <a:gd name="T19" fmla="*/ 0 h 14"/>
                <a:gd name="T20" fmla="*/ 8 w 13"/>
                <a:gd name="T21" fmla="*/ 9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4">
                  <a:moveTo>
                    <a:pt x="1" y="1"/>
                  </a:moveTo>
                  <a:cubicBezTo>
                    <a:pt x="0" y="2"/>
                    <a:pt x="1" y="4"/>
                    <a:pt x="2" y="6"/>
                  </a:cubicBezTo>
                  <a:cubicBezTo>
                    <a:pt x="4" y="10"/>
                    <a:pt x="7" y="13"/>
                    <a:pt x="10" y="14"/>
                  </a:cubicBezTo>
                  <a:cubicBezTo>
                    <a:pt x="11" y="14"/>
                    <a:pt x="12" y="14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4"/>
                    <a:pt x="11" y="14"/>
                    <a:pt x="10" y="13"/>
                  </a:cubicBezTo>
                  <a:cubicBezTo>
                    <a:pt x="7" y="13"/>
                    <a:pt x="4" y="10"/>
                    <a:pt x="2" y="6"/>
                  </a:cubicBezTo>
                  <a:cubicBezTo>
                    <a:pt x="1" y="4"/>
                    <a:pt x="1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13" name="Freeform 94">
              <a:extLst>
                <a:ext uri="{FF2B5EF4-FFF2-40B4-BE49-F238E27FC236}">
                  <a16:creationId xmlns:a16="http://schemas.microsoft.com/office/drawing/2014/main" id="{2BE8C339-7239-4191-A774-2C29F6FC4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3033"/>
              <a:ext cx="55" cy="57"/>
            </a:xfrm>
            <a:custGeom>
              <a:avLst/>
              <a:gdLst>
                <a:gd name="T0" fmla="*/ 220 w 27"/>
                <a:gd name="T1" fmla="*/ 140 h 26"/>
                <a:gd name="T2" fmla="*/ 220 w 27"/>
                <a:gd name="T3" fmla="*/ 72 h 26"/>
                <a:gd name="T4" fmla="*/ 67 w 27"/>
                <a:gd name="T5" fmla="*/ 86 h 26"/>
                <a:gd name="T6" fmla="*/ 24 w 27"/>
                <a:gd name="T7" fmla="*/ 254 h 26"/>
                <a:gd name="T8" fmla="*/ 108 w 27"/>
                <a:gd name="T9" fmla="*/ 254 h 26"/>
                <a:gd name="T10" fmla="*/ 179 w 27"/>
                <a:gd name="T11" fmla="*/ 189 h 26"/>
                <a:gd name="T12" fmla="*/ 220 w 27"/>
                <a:gd name="T13" fmla="*/ 14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26" y="13"/>
                  </a:moveTo>
                  <a:cubicBezTo>
                    <a:pt x="27" y="11"/>
                    <a:pt x="27" y="8"/>
                    <a:pt x="26" y="7"/>
                  </a:cubicBezTo>
                  <a:cubicBezTo>
                    <a:pt x="24" y="0"/>
                    <a:pt x="14" y="2"/>
                    <a:pt x="8" y="8"/>
                  </a:cubicBezTo>
                  <a:cubicBezTo>
                    <a:pt x="1" y="14"/>
                    <a:pt x="0" y="21"/>
                    <a:pt x="3" y="24"/>
                  </a:cubicBezTo>
                  <a:cubicBezTo>
                    <a:pt x="6" y="26"/>
                    <a:pt x="10" y="26"/>
                    <a:pt x="13" y="24"/>
                  </a:cubicBezTo>
                  <a:cubicBezTo>
                    <a:pt x="17" y="23"/>
                    <a:pt x="19" y="20"/>
                    <a:pt x="21" y="18"/>
                  </a:cubicBezTo>
                  <a:cubicBezTo>
                    <a:pt x="22" y="16"/>
                    <a:pt x="25" y="15"/>
                    <a:pt x="26" y="1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14" name="Freeform 95">
              <a:extLst>
                <a:ext uri="{FF2B5EF4-FFF2-40B4-BE49-F238E27FC236}">
                  <a16:creationId xmlns:a16="http://schemas.microsoft.com/office/drawing/2014/main" id="{65C0BAB4-FAD3-4491-AA63-2F8A1DEE7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3051"/>
              <a:ext cx="27" cy="26"/>
            </a:xfrm>
            <a:custGeom>
              <a:avLst/>
              <a:gdLst>
                <a:gd name="T0" fmla="*/ 108 w 13"/>
                <a:gd name="T1" fmla="*/ 9 h 12"/>
                <a:gd name="T2" fmla="*/ 52 w 13"/>
                <a:gd name="T3" fmla="*/ 20 h 12"/>
                <a:gd name="T4" fmla="*/ 0 w 13"/>
                <a:gd name="T5" fmla="*/ 104 h 12"/>
                <a:gd name="T6" fmla="*/ 17 w 13"/>
                <a:gd name="T7" fmla="*/ 121 h 12"/>
                <a:gd name="T8" fmla="*/ 17 w 13"/>
                <a:gd name="T9" fmla="*/ 121 h 12"/>
                <a:gd name="T10" fmla="*/ 8 w 13"/>
                <a:gd name="T11" fmla="*/ 104 h 12"/>
                <a:gd name="T12" fmla="*/ 52 w 13"/>
                <a:gd name="T13" fmla="*/ 20 h 12"/>
                <a:gd name="T14" fmla="*/ 108 w 13"/>
                <a:gd name="T15" fmla="*/ 9 h 12"/>
                <a:gd name="T16" fmla="*/ 116 w 13"/>
                <a:gd name="T17" fmla="*/ 33 h 12"/>
                <a:gd name="T18" fmla="*/ 116 w 13"/>
                <a:gd name="T19" fmla="*/ 33 h 12"/>
                <a:gd name="T20" fmla="*/ 108 w 13"/>
                <a:gd name="T21" fmla="*/ 9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2">
                  <a:moveTo>
                    <a:pt x="12" y="1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3" y="4"/>
                    <a:pt x="1" y="7"/>
                    <a:pt x="0" y="10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1"/>
                    <a:pt x="1" y="10"/>
                  </a:cubicBezTo>
                  <a:cubicBezTo>
                    <a:pt x="1" y="7"/>
                    <a:pt x="3" y="5"/>
                    <a:pt x="6" y="2"/>
                  </a:cubicBezTo>
                  <a:cubicBezTo>
                    <a:pt x="9" y="1"/>
                    <a:pt x="11" y="0"/>
                    <a:pt x="12" y="1"/>
                  </a:cubicBezTo>
                  <a:cubicBezTo>
                    <a:pt x="13" y="1"/>
                    <a:pt x="13" y="2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2"/>
                    <a:pt x="13" y="1"/>
                    <a:pt x="1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15" name="Freeform 96">
              <a:extLst>
                <a:ext uri="{FF2B5EF4-FFF2-40B4-BE49-F238E27FC236}">
                  <a16:creationId xmlns:a16="http://schemas.microsoft.com/office/drawing/2014/main" id="{D1260C56-37B2-4B46-A03B-E7E5B9CEC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896"/>
              <a:ext cx="41" cy="65"/>
            </a:xfrm>
            <a:custGeom>
              <a:avLst/>
              <a:gdLst>
                <a:gd name="T0" fmla="*/ 156 w 20"/>
                <a:gd name="T1" fmla="*/ 80 h 30"/>
                <a:gd name="T2" fmla="*/ 113 w 20"/>
                <a:gd name="T3" fmla="*/ 33 h 30"/>
                <a:gd name="T4" fmla="*/ 8 w 20"/>
                <a:gd name="T5" fmla="*/ 156 h 30"/>
                <a:gd name="T6" fmla="*/ 96 w 20"/>
                <a:gd name="T7" fmla="*/ 306 h 30"/>
                <a:gd name="T8" fmla="*/ 164 w 20"/>
                <a:gd name="T9" fmla="*/ 245 h 30"/>
                <a:gd name="T10" fmla="*/ 164 w 20"/>
                <a:gd name="T11" fmla="*/ 156 h 30"/>
                <a:gd name="T12" fmla="*/ 156 w 20"/>
                <a:gd name="T13" fmla="*/ 8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0">
                  <a:moveTo>
                    <a:pt x="18" y="8"/>
                  </a:moveTo>
                  <a:cubicBezTo>
                    <a:pt x="17" y="5"/>
                    <a:pt x="15" y="4"/>
                    <a:pt x="13" y="3"/>
                  </a:cubicBezTo>
                  <a:cubicBezTo>
                    <a:pt x="5" y="0"/>
                    <a:pt x="0" y="7"/>
                    <a:pt x="1" y="15"/>
                  </a:cubicBezTo>
                  <a:cubicBezTo>
                    <a:pt x="1" y="24"/>
                    <a:pt x="7" y="30"/>
                    <a:pt x="11" y="30"/>
                  </a:cubicBezTo>
                  <a:cubicBezTo>
                    <a:pt x="16" y="30"/>
                    <a:pt x="18" y="28"/>
                    <a:pt x="19" y="24"/>
                  </a:cubicBezTo>
                  <a:cubicBezTo>
                    <a:pt x="20" y="21"/>
                    <a:pt x="19" y="17"/>
                    <a:pt x="19" y="15"/>
                  </a:cubicBezTo>
                  <a:cubicBezTo>
                    <a:pt x="19" y="12"/>
                    <a:pt x="19" y="10"/>
                    <a:pt x="18" y="8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16" name="Freeform 97">
              <a:extLst>
                <a:ext uri="{FF2B5EF4-FFF2-40B4-BE49-F238E27FC236}">
                  <a16:creationId xmlns:a16="http://schemas.microsoft.com/office/drawing/2014/main" id="{94AA077B-BA17-4D7A-B5BD-C9F6814D0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913"/>
              <a:ext cx="13" cy="35"/>
            </a:xfrm>
            <a:custGeom>
              <a:avLst/>
              <a:gdLst>
                <a:gd name="T0" fmla="*/ 33 w 6"/>
                <a:gd name="T1" fmla="*/ 9 h 16"/>
                <a:gd name="T2" fmla="*/ 0 w 6"/>
                <a:gd name="T3" fmla="*/ 61 h 16"/>
                <a:gd name="T4" fmla="*/ 33 w 6"/>
                <a:gd name="T5" fmla="*/ 158 h 16"/>
                <a:gd name="T6" fmla="*/ 61 w 6"/>
                <a:gd name="T7" fmla="*/ 168 h 16"/>
                <a:gd name="T8" fmla="*/ 61 w 6"/>
                <a:gd name="T9" fmla="*/ 168 h 16"/>
                <a:gd name="T10" fmla="*/ 33 w 6"/>
                <a:gd name="T11" fmla="*/ 149 h 16"/>
                <a:gd name="T12" fmla="*/ 9 w 6"/>
                <a:gd name="T13" fmla="*/ 61 h 16"/>
                <a:gd name="T14" fmla="*/ 33 w 6"/>
                <a:gd name="T15" fmla="*/ 9 h 16"/>
                <a:gd name="T16" fmla="*/ 61 w 6"/>
                <a:gd name="T17" fmla="*/ 9 h 16"/>
                <a:gd name="T18" fmla="*/ 61 w 6"/>
                <a:gd name="T19" fmla="*/ 9 h 16"/>
                <a:gd name="T20" fmla="*/ 33 w 6"/>
                <a:gd name="T21" fmla="*/ 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6">
                  <a:moveTo>
                    <a:pt x="3" y="1"/>
                  </a:moveTo>
                  <a:cubicBezTo>
                    <a:pt x="2" y="1"/>
                    <a:pt x="1" y="3"/>
                    <a:pt x="0" y="6"/>
                  </a:cubicBezTo>
                  <a:cubicBezTo>
                    <a:pt x="0" y="9"/>
                    <a:pt x="1" y="13"/>
                    <a:pt x="3" y="15"/>
                  </a:cubicBezTo>
                  <a:cubicBezTo>
                    <a:pt x="4" y="16"/>
                    <a:pt x="5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6"/>
                    <a:pt x="4" y="15"/>
                    <a:pt x="3" y="14"/>
                  </a:cubicBezTo>
                  <a:cubicBezTo>
                    <a:pt x="1" y="13"/>
                    <a:pt x="0" y="9"/>
                    <a:pt x="1" y="6"/>
                  </a:cubicBezTo>
                  <a:cubicBezTo>
                    <a:pt x="1" y="3"/>
                    <a:pt x="2" y="1"/>
                    <a:pt x="3" y="1"/>
                  </a:cubicBezTo>
                  <a:cubicBezTo>
                    <a:pt x="4" y="1"/>
                    <a:pt x="5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17" name="Freeform 98">
              <a:extLst>
                <a:ext uri="{FF2B5EF4-FFF2-40B4-BE49-F238E27FC236}">
                  <a16:creationId xmlns:a16="http://schemas.microsoft.com/office/drawing/2014/main" id="{C8BA8BFD-E865-4BC6-8DE7-0C4EDED90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872"/>
              <a:ext cx="47" cy="69"/>
            </a:xfrm>
            <a:custGeom>
              <a:avLst/>
              <a:gdLst>
                <a:gd name="T0" fmla="*/ 129 w 23"/>
                <a:gd name="T1" fmla="*/ 28 h 32"/>
                <a:gd name="T2" fmla="*/ 25 w 23"/>
                <a:gd name="T3" fmla="*/ 69 h 32"/>
                <a:gd name="T4" fmla="*/ 16 w 23"/>
                <a:gd name="T5" fmla="*/ 242 h 32"/>
                <a:gd name="T6" fmla="*/ 112 w 23"/>
                <a:gd name="T7" fmla="*/ 311 h 32"/>
                <a:gd name="T8" fmla="*/ 129 w 23"/>
                <a:gd name="T9" fmla="*/ 2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15" y="3"/>
                  </a:moveTo>
                  <a:cubicBezTo>
                    <a:pt x="10" y="0"/>
                    <a:pt x="6" y="2"/>
                    <a:pt x="3" y="7"/>
                  </a:cubicBezTo>
                  <a:cubicBezTo>
                    <a:pt x="0" y="11"/>
                    <a:pt x="0" y="19"/>
                    <a:pt x="2" y="24"/>
                  </a:cubicBezTo>
                  <a:cubicBezTo>
                    <a:pt x="5" y="31"/>
                    <a:pt x="9" y="32"/>
                    <a:pt x="13" y="31"/>
                  </a:cubicBezTo>
                  <a:cubicBezTo>
                    <a:pt x="22" y="29"/>
                    <a:pt x="23" y="9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18" name="Freeform 99">
              <a:extLst>
                <a:ext uri="{FF2B5EF4-FFF2-40B4-BE49-F238E27FC236}">
                  <a16:creationId xmlns:a16="http://schemas.microsoft.com/office/drawing/2014/main" id="{0E73277E-DAD8-43A7-B045-08071BA35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885"/>
              <a:ext cx="16" cy="41"/>
            </a:xfrm>
            <a:custGeom>
              <a:avLst/>
              <a:gdLst>
                <a:gd name="T0" fmla="*/ 40 w 8"/>
                <a:gd name="T1" fmla="*/ 9 h 19"/>
                <a:gd name="T2" fmla="*/ 8 w 8"/>
                <a:gd name="T3" fmla="*/ 69 h 19"/>
                <a:gd name="T4" fmla="*/ 24 w 8"/>
                <a:gd name="T5" fmla="*/ 181 h 19"/>
                <a:gd name="T6" fmla="*/ 48 w 8"/>
                <a:gd name="T7" fmla="*/ 190 h 19"/>
                <a:gd name="T8" fmla="*/ 48 w 8"/>
                <a:gd name="T9" fmla="*/ 190 h 19"/>
                <a:gd name="T10" fmla="*/ 24 w 8"/>
                <a:gd name="T11" fmla="*/ 173 h 19"/>
                <a:gd name="T12" fmla="*/ 8 w 8"/>
                <a:gd name="T13" fmla="*/ 69 h 19"/>
                <a:gd name="T14" fmla="*/ 40 w 8"/>
                <a:gd name="T15" fmla="*/ 9 h 19"/>
                <a:gd name="T16" fmla="*/ 64 w 8"/>
                <a:gd name="T17" fmla="*/ 19 h 19"/>
                <a:gd name="T18" fmla="*/ 64 w 8"/>
                <a:gd name="T19" fmla="*/ 19 h 19"/>
                <a:gd name="T20" fmla="*/ 40 w 8"/>
                <a:gd name="T21" fmla="*/ 9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9">
                  <a:moveTo>
                    <a:pt x="5" y="1"/>
                  </a:moveTo>
                  <a:cubicBezTo>
                    <a:pt x="3" y="1"/>
                    <a:pt x="1" y="4"/>
                    <a:pt x="1" y="7"/>
                  </a:cubicBezTo>
                  <a:cubicBezTo>
                    <a:pt x="0" y="10"/>
                    <a:pt x="0" y="15"/>
                    <a:pt x="3" y="18"/>
                  </a:cubicBezTo>
                  <a:cubicBezTo>
                    <a:pt x="4" y="19"/>
                    <a:pt x="5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9"/>
                    <a:pt x="4" y="19"/>
                    <a:pt x="3" y="17"/>
                  </a:cubicBezTo>
                  <a:cubicBezTo>
                    <a:pt x="1" y="15"/>
                    <a:pt x="0" y="10"/>
                    <a:pt x="1" y="7"/>
                  </a:cubicBezTo>
                  <a:cubicBezTo>
                    <a:pt x="2" y="4"/>
                    <a:pt x="3" y="1"/>
                    <a:pt x="5" y="1"/>
                  </a:cubicBezTo>
                  <a:cubicBezTo>
                    <a:pt x="6" y="1"/>
                    <a:pt x="7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1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19" name="Freeform 100">
              <a:extLst>
                <a:ext uri="{FF2B5EF4-FFF2-40B4-BE49-F238E27FC236}">
                  <a16:creationId xmlns:a16="http://schemas.microsoft.com/office/drawing/2014/main" id="{E6EF912D-F2CC-4E92-9BBE-6F2FB61FE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941"/>
              <a:ext cx="48" cy="70"/>
            </a:xfrm>
            <a:custGeom>
              <a:avLst/>
              <a:gdLst>
                <a:gd name="T0" fmla="*/ 73 w 23"/>
                <a:gd name="T1" fmla="*/ 33 h 32"/>
                <a:gd name="T2" fmla="*/ 0 w 23"/>
                <a:gd name="T3" fmla="*/ 72 h 32"/>
                <a:gd name="T4" fmla="*/ 56 w 23"/>
                <a:gd name="T5" fmla="*/ 263 h 32"/>
                <a:gd name="T6" fmla="*/ 152 w 23"/>
                <a:gd name="T7" fmla="*/ 326 h 32"/>
                <a:gd name="T8" fmla="*/ 73 w 23"/>
                <a:gd name="T9" fmla="*/ 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8" y="3"/>
                  </a:moveTo>
                  <a:cubicBezTo>
                    <a:pt x="4" y="0"/>
                    <a:pt x="1" y="2"/>
                    <a:pt x="0" y="7"/>
                  </a:cubicBezTo>
                  <a:cubicBezTo>
                    <a:pt x="0" y="12"/>
                    <a:pt x="3" y="19"/>
                    <a:pt x="6" y="25"/>
                  </a:cubicBezTo>
                  <a:cubicBezTo>
                    <a:pt x="11" y="31"/>
                    <a:pt x="14" y="32"/>
                    <a:pt x="17" y="31"/>
                  </a:cubicBezTo>
                  <a:cubicBezTo>
                    <a:pt x="23" y="28"/>
                    <a:pt x="17" y="8"/>
                    <a:pt x="8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20" name="Freeform 101">
              <a:extLst>
                <a:ext uri="{FF2B5EF4-FFF2-40B4-BE49-F238E27FC236}">
                  <a16:creationId xmlns:a16="http://schemas.microsoft.com/office/drawing/2014/main" id="{B785C8FF-1129-4F88-9112-5E019A4E9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955"/>
              <a:ext cx="18" cy="41"/>
            </a:xfrm>
            <a:custGeom>
              <a:avLst/>
              <a:gdLst>
                <a:gd name="T0" fmla="*/ 8 w 9"/>
                <a:gd name="T1" fmla="*/ 9 h 19"/>
                <a:gd name="T2" fmla="*/ 0 w 9"/>
                <a:gd name="T3" fmla="*/ 69 h 19"/>
                <a:gd name="T4" fmla="*/ 48 w 9"/>
                <a:gd name="T5" fmla="*/ 181 h 19"/>
                <a:gd name="T6" fmla="*/ 72 w 9"/>
                <a:gd name="T7" fmla="*/ 190 h 19"/>
                <a:gd name="T8" fmla="*/ 72 w 9"/>
                <a:gd name="T9" fmla="*/ 190 h 19"/>
                <a:gd name="T10" fmla="*/ 48 w 9"/>
                <a:gd name="T11" fmla="*/ 181 h 19"/>
                <a:gd name="T12" fmla="*/ 8 w 9"/>
                <a:gd name="T13" fmla="*/ 69 h 19"/>
                <a:gd name="T14" fmla="*/ 16 w 9"/>
                <a:gd name="T15" fmla="*/ 9 h 19"/>
                <a:gd name="T16" fmla="*/ 40 w 9"/>
                <a:gd name="T17" fmla="*/ 19 h 19"/>
                <a:gd name="T18" fmla="*/ 40 w 9"/>
                <a:gd name="T19" fmla="*/ 19 h 19"/>
                <a:gd name="T20" fmla="*/ 8 w 9"/>
                <a:gd name="T21" fmla="*/ 9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9">
                  <a:moveTo>
                    <a:pt x="1" y="1"/>
                  </a:moveTo>
                  <a:cubicBezTo>
                    <a:pt x="0" y="1"/>
                    <a:pt x="0" y="4"/>
                    <a:pt x="0" y="7"/>
                  </a:cubicBezTo>
                  <a:cubicBezTo>
                    <a:pt x="1" y="10"/>
                    <a:pt x="3" y="15"/>
                    <a:pt x="6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8" y="19"/>
                    <a:pt x="7" y="19"/>
                    <a:pt x="6" y="18"/>
                  </a:cubicBezTo>
                  <a:cubicBezTo>
                    <a:pt x="3" y="15"/>
                    <a:pt x="1" y="10"/>
                    <a:pt x="1" y="7"/>
                  </a:cubicBezTo>
                  <a:cubicBezTo>
                    <a:pt x="0" y="4"/>
                    <a:pt x="0" y="1"/>
                    <a:pt x="2" y="1"/>
                  </a:cubicBezTo>
                  <a:cubicBezTo>
                    <a:pt x="2" y="0"/>
                    <a:pt x="3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21" name="Freeform 102">
              <a:extLst>
                <a:ext uri="{FF2B5EF4-FFF2-40B4-BE49-F238E27FC236}">
                  <a16:creationId xmlns:a16="http://schemas.microsoft.com/office/drawing/2014/main" id="{8424ED5E-DA4C-445C-BB7C-3CAA5860A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009"/>
              <a:ext cx="58" cy="64"/>
            </a:xfrm>
            <a:custGeom>
              <a:avLst/>
              <a:gdLst>
                <a:gd name="T0" fmla="*/ 249 w 28"/>
                <a:gd name="T1" fmla="*/ 88 h 29"/>
                <a:gd name="T2" fmla="*/ 151 w 28"/>
                <a:gd name="T3" fmla="*/ 9 h 29"/>
                <a:gd name="T4" fmla="*/ 25 w 28"/>
                <a:gd name="T5" fmla="*/ 126 h 29"/>
                <a:gd name="T6" fmla="*/ 44 w 28"/>
                <a:gd name="T7" fmla="*/ 258 h 29"/>
                <a:gd name="T8" fmla="*/ 249 w 28"/>
                <a:gd name="T9" fmla="*/ 8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28" y="8"/>
                  </a:moveTo>
                  <a:cubicBezTo>
                    <a:pt x="27" y="2"/>
                    <a:pt x="23" y="0"/>
                    <a:pt x="17" y="1"/>
                  </a:cubicBezTo>
                  <a:cubicBezTo>
                    <a:pt x="12" y="1"/>
                    <a:pt x="6" y="6"/>
                    <a:pt x="3" y="12"/>
                  </a:cubicBezTo>
                  <a:cubicBezTo>
                    <a:pt x="0" y="18"/>
                    <a:pt x="2" y="22"/>
                    <a:pt x="5" y="24"/>
                  </a:cubicBezTo>
                  <a:cubicBezTo>
                    <a:pt x="12" y="29"/>
                    <a:pt x="28" y="18"/>
                    <a:pt x="28" y="8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22" name="Freeform 103">
              <a:extLst>
                <a:ext uri="{FF2B5EF4-FFF2-40B4-BE49-F238E27FC236}">
                  <a16:creationId xmlns:a16="http://schemas.microsoft.com/office/drawing/2014/main" id="{50C6119C-58DA-4430-B4A8-13F4D87F8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022"/>
              <a:ext cx="30" cy="31"/>
            </a:xfrm>
            <a:custGeom>
              <a:avLst/>
              <a:gdLst>
                <a:gd name="T0" fmla="*/ 112 w 15"/>
                <a:gd name="T1" fmla="*/ 9 h 14"/>
                <a:gd name="T2" fmla="*/ 56 w 15"/>
                <a:gd name="T3" fmla="*/ 9 h 14"/>
                <a:gd name="T4" fmla="*/ 0 w 15"/>
                <a:gd name="T5" fmla="*/ 109 h 14"/>
                <a:gd name="T6" fmla="*/ 8 w 15"/>
                <a:gd name="T7" fmla="*/ 153 h 14"/>
                <a:gd name="T8" fmla="*/ 8 w 15"/>
                <a:gd name="T9" fmla="*/ 153 h 14"/>
                <a:gd name="T10" fmla="*/ 0 w 15"/>
                <a:gd name="T11" fmla="*/ 109 h 14"/>
                <a:gd name="T12" fmla="*/ 56 w 15"/>
                <a:gd name="T13" fmla="*/ 20 h 14"/>
                <a:gd name="T14" fmla="*/ 112 w 15"/>
                <a:gd name="T15" fmla="*/ 9 h 14"/>
                <a:gd name="T16" fmla="*/ 120 w 15"/>
                <a:gd name="T17" fmla="*/ 44 h 14"/>
                <a:gd name="T18" fmla="*/ 120 w 15"/>
                <a:gd name="T19" fmla="*/ 44 h 14"/>
                <a:gd name="T20" fmla="*/ 112 w 15"/>
                <a:gd name="T21" fmla="*/ 9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4">
                  <a:moveTo>
                    <a:pt x="14" y="1"/>
                  </a:moveTo>
                  <a:cubicBezTo>
                    <a:pt x="13" y="0"/>
                    <a:pt x="10" y="0"/>
                    <a:pt x="7" y="1"/>
                  </a:cubicBezTo>
                  <a:cubicBezTo>
                    <a:pt x="4" y="3"/>
                    <a:pt x="0" y="7"/>
                    <a:pt x="0" y="10"/>
                  </a:cubicBezTo>
                  <a:cubicBezTo>
                    <a:pt x="0" y="11"/>
                    <a:pt x="0" y="13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3"/>
                    <a:pt x="0" y="11"/>
                    <a:pt x="0" y="10"/>
                  </a:cubicBezTo>
                  <a:cubicBezTo>
                    <a:pt x="1" y="7"/>
                    <a:pt x="4" y="3"/>
                    <a:pt x="7" y="2"/>
                  </a:cubicBezTo>
                  <a:cubicBezTo>
                    <a:pt x="10" y="0"/>
                    <a:pt x="13" y="0"/>
                    <a:pt x="14" y="1"/>
                  </a:cubicBezTo>
                  <a:cubicBezTo>
                    <a:pt x="15" y="2"/>
                    <a:pt x="15" y="3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5" y="1"/>
                    <a:pt x="14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23" name="Freeform 104">
              <a:extLst>
                <a:ext uri="{FF2B5EF4-FFF2-40B4-BE49-F238E27FC236}">
                  <a16:creationId xmlns:a16="http://schemas.microsoft.com/office/drawing/2014/main" id="{00EE1482-E952-4E4D-A772-CCD2812CB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944"/>
              <a:ext cx="55" cy="65"/>
            </a:xfrm>
            <a:custGeom>
              <a:avLst/>
              <a:gdLst>
                <a:gd name="T0" fmla="*/ 84 w 27"/>
                <a:gd name="T1" fmla="*/ 0 h 30"/>
                <a:gd name="T2" fmla="*/ 0 w 27"/>
                <a:gd name="T3" fmla="*/ 93 h 30"/>
                <a:gd name="T4" fmla="*/ 59 w 27"/>
                <a:gd name="T5" fmla="*/ 253 h 30"/>
                <a:gd name="T6" fmla="*/ 171 w 27"/>
                <a:gd name="T7" fmla="*/ 273 h 30"/>
                <a:gd name="T8" fmla="*/ 84 w 2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10" y="0"/>
                  </a:moveTo>
                  <a:cubicBezTo>
                    <a:pt x="5" y="0"/>
                    <a:pt x="1" y="3"/>
                    <a:pt x="0" y="9"/>
                  </a:cubicBezTo>
                  <a:cubicBezTo>
                    <a:pt x="0" y="14"/>
                    <a:pt x="3" y="21"/>
                    <a:pt x="7" y="25"/>
                  </a:cubicBezTo>
                  <a:cubicBezTo>
                    <a:pt x="13" y="30"/>
                    <a:pt x="17" y="29"/>
                    <a:pt x="20" y="27"/>
                  </a:cubicBezTo>
                  <a:cubicBezTo>
                    <a:pt x="27" y="21"/>
                    <a:pt x="20" y="2"/>
                    <a:pt x="10" y="0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24" name="Freeform 105">
              <a:extLst>
                <a:ext uri="{FF2B5EF4-FFF2-40B4-BE49-F238E27FC236}">
                  <a16:creationId xmlns:a16="http://schemas.microsoft.com/office/drawing/2014/main" id="{B3A486F9-D855-48D2-A6BF-BF36DDD2E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955"/>
              <a:ext cx="23" cy="37"/>
            </a:xfrm>
            <a:custGeom>
              <a:avLst/>
              <a:gdLst>
                <a:gd name="T0" fmla="*/ 17 w 11"/>
                <a:gd name="T1" fmla="*/ 9 h 17"/>
                <a:gd name="T2" fmla="*/ 0 w 11"/>
                <a:gd name="T3" fmla="*/ 81 h 17"/>
                <a:gd name="T4" fmla="*/ 65 w 11"/>
                <a:gd name="T5" fmla="*/ 176 h 17"/>
                <a:gd name="T6" fmla="*/ 100 w 11"/>
                <a:gd name="T7" fmla="*/ 176 h 17"/>
                <a:gd name="T8" fmla="*/ 100 w 11"/>
                <a:gd name="T9" fmla="*/ 176 h 17"/>
                <a:gd name="T10" fmla="*/ 65 w 11"/>
                <a:gd name="T11" fmla="*/ 176 h 17"/>
                <a:gd name="T12" fmla="*/ 8 w 11"/>
                <a:gd name="T13" fmla="*/ 81 h 17"/>
                <a:gd name="T14" fmla="*/ 17 w 11"/>
                <a:gd name="T15" fmla="*/ 9 h 17"/>
                <a:gd name="T16" fmla="*/ 44 w 11"/>
                <a:gd name="T17" fmla="*/ 0 h 17"/>
                <a:gd name="T18" fmla="*/ 44 w 11"/>
                <a:gd name="T19" fmla="*/ 0 h 17"/>
                <a:gd name="T20" fmla="*/ 17 w 11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7">
                  <a:moveTo>
                    <a:pt x="2" y="1"/>
                  </a:moveTo>
                  <a:cubicBezTo>
                    <a:pt x="0" y="2"/>
                    <a:pt x="0" y="4"/>
                    <a:pt x="0" y="8"/>
                  </a:cubicBezTo>
                  <a:cubicBezTo>
                    <a:pt x="1" y="11"/>
                    <a:pt x="4" y="15"/>
                    <a:pt x="7" y="17"/>
                  </a:cubicBezTo>
                  <a:cubicBezTo>
                    <a:pt x="8" y="17"/>
                    <a:pt x="9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9" y="17"/>
                    <a:pt x="8" y="17"/>
                    <a:pt x="7" y="17"/>
                  </a:cubicBezTo>
                  <a:cubicBezTo>
                    <a:pt x="4" y="15"/>
                    <a:pt x="1" y="11"/>
                    <a:pt x="1" y="8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25" name="Freeform 106">
              <a:extLst>
                <a:ext uri="{FF2B5EF4-FFF2-40B4-BE49-F238E27FC236}">
                  <a16:creationId xmlns:a16="http://schemas.microsoft.com/office/drawing/2014/main" id="{267FC544-BA91-494F-A49B-4CB0935D7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565"/>
              <a:ext cx="51" cy="70"/>
            </a:xfrm>
            <a:custGeom>
              <a:avLst/>
              <a:gdLst>
                <a:gd name="T0" fmla="*/ 100 w 25"/>
                <a:gd name="T1" fmla="*/ 20 h 32"/>
                <a:gd name="T2" fmla="*/ 8 w 25"/>
                <a:gd name="T3" fmla="*/ 96 h 32"/>
                <a:gd name="T4" fmla="*/ 41 w 25"/>
                <a:gd name="T5" fmla="*/ 273 h 32"/>
                <a:gd name="T6" fmla="*/ 145 w 25"/>
                <a:gd name="T7" fmla="*/ 315 h 32"/>
                <a:gd name="T8" fmla="*/ 100 w 25"/>
                <a:gd name="T9" fmla="*/ 2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12" y="2"/>
                  </a:moveTo>
                  <a:cubicBezTo>
                    <a:pt x="7" y="0"/>
                    <a:pt x="3" y="4"/>
                    <a:pt x="1" y="9"/>
                  </a:cubicBezTo>
                  <a:cubicBezTo>
                    <a:pt x="0" y="14"/>
                    <a:pt x="2" y="21"/>
                    <a:pt x="5" y="26"/>
                  </a:cubicBezTo>
                  <a:cubicBezTo>
                    <a:pt x="10" y="32"/>
                    <a:pt x="14" y="31"/>
                    <a:pt x="17" y="30"/>
                  </a:cubicBezTo>
                  <a:cubicBezTo>
                    <a:pt x="25" y="25"/>
                    <a:pt x="22" y="6"/>
                    <a:pt x="12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26" name="Freeform 107">
              <a:extLst>
                <a:ext uri="{FF2B5EF4-FFF2-40B4-BE49-F238E27FC236}">
                  <a16:creationId xmlns:a16="http://schemas.microsoft.com/office/drawing/2014/main" id="{B853FC05-A53B-490E-9952-B0F921D28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579"/>
              <a:ext cx="18" cy="41"/>
            </a:xfrm>
            <a:custGeom>
              <a:avLst/>
              <a:gdLst>
                <a:gd name="T0" fmla="*/ 24 w 9"/>
                <a:gd name="T1" fmla="*/ 9 h 19"/>
                <a:gd name="T2" fmla="*/ 8 w 9"/>
                <a:gd name="T3" fmla="*/ 80 h 19"/>
                <a:gd name="T4" fmla="*/ 40 w 9"/>
                <a:gd name="T5" fmla="*/ 181 h 19"/>
                <a:gd name="T6" fmla="*/ 72 w 9"/>
                <a:gd name="T7" fmla="*/ 181 h 19"/>
                <a:gd name="T8" fmla="*/ 72 w 9"/>
                <a:gd name="T9" fmla="*/ 181 h 19"/>
                <a:gd name="T10" fmla="*/ 40 w 9"/>
                <a:gd name="T11" fmla="*/ 181 h 19"/>
                <a:gd name="T12" fmla="*/ 8 w 9"/>
                <a:gd name="T13" fmla="*/ 80 h 19"/>
                <a:gd name="T14" fmla="*/ 24 w 9"/>
                <a:gd name="T15" fmla="*/ 9 h 19"/>
                <a:gd name="T16" fmla="*/ 56 w 9"/>
                <a:gd name="T17" fmla="*/ 9 h 19"/>
                <a:gd name="T18" fmla="*/ 56 w 9"/>
                <a:gd name="T19" fmla="*/ 9 h 19"/>
                <a:gd name="T20" fmla="*/ 24 w 9"/>
                <a:gd name="T21" fmla="*/ 9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9">
                  <a:moveTo>
                    <a:pt x="3" y="1"/>
                  </a:moveTo>
                  <a:cubicBezTo>
                    <a:pt x="1" y="2"/>
                    <a:pt x="0" y="4"/>
                    <a:pt x="1" y="8"/>
                  </a:cubicBezTo>
                  <a:cubicBezTo>
                    <a:pt x="1" y="11"/>
                    <a:pt x="2" y="16"/>
                    <a:pt x="5" y="18"/>
                  </a:cubicBezTo>
                  <a:cubicBezTo>
                    <a:pt x="7" y="19"/>
                    <a:pt x="8" y="19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8" y="19"/>
                    <a:pt x="7" y="18"/>
                    <a:pt x="5" y="18"/>
                  </a:cubicBezTo>
                  <a:cubicBezTo>
                    <a:pt x="3" y="16"/>
                    <a:pt x="1" y="11"/>
                    <a:pt x="1" y="8"/>
                  </a:cubicBezTo>
                  <a:cubicBezTo>
                    <a:pt x="1" y="5"/>
                    <a:pt x="2" y="2"/>
                    <a:pt x="3" y="1"/>
                  </a:cubicBezTo>
                  <a:cubicBezTo>
                    <a:pt x="4" y="0"/>
                    <a:pt x="5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27" name="Freeform 108">
              <a:extLst>
                <a:ext uri="{FF2B5EF4-FFF2-40B4-BE49-F238E27FC236}">
                  <a16:creationId xmlns:a16="http://schemas.microsoft.com/office/drawing/2014/main" id="{F2438B61-5BF8-4372-9FB3-1C467EF8D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587"/>
              <a:ext cx="45" cy="61"/>
            </a:xfrm>
            <a:custGeom>
              <a:avLst/>
              <a:gdLst>
                <a:gd name="T0" fmla="*/ 96 w 22"/>
                <a:gd name="T1" fmla="*/ 9 h 28"/>
                <a:gd name="T2" fmla="*/ 8 w 22"/>
                <a:gd name="T3" fmla="*/ 72 h 28"/>
                <a:gd name="T4" fmla="*/ 41 w 22"/>
                <a:gd name="T5" fmla="*/ 237 h 28"/>
                <a:gd name="T6" fmla="*/ 129 w 22"/>
                <a:gd name="T7" fmla="*/ 270 h 28"/>
                <a:gd name="T8" fmla="*/ 96 w 22"/>
                <a:gd name="T9" fmla="*/ 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11" y="1"/>
                  </a:moveTo>
                  <a:cubicBezTo>
                    <a:pt x="6" y="0"/>
                    <a:pt x="3" y="3"/>
                    <a:pt x="1" y="7"/>
                  </a:cubicBezTo>
                  <a:cubicBezTo>
                    <a:pt x="0" y="12"/>
                    <a:pt x="1" y="18"/>
                    <a:pt x="5" y="23"/>
                  </a:cubicBezTo>
                  <a:cubicBezTo>
                    <a:pt x="8" y="28"/>
                    <a:pt x="12" y="27"/>
                    <a:pt x="15" y="26"/>
                  </a:cubicBezTo>
                  <a:cubicBezTo>
                    <a:pt x="22" y="22"/>
                    <a:pt x="19" y="5"/>
                    <a:pt x="11" y="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28" name="Freeform 109">
              <a:extLst>
                <a:ext uri="{FF2B5EF4-FFF2-40B4-BE49-F238E27FC236}">
                  <a16:creationId xmlns:a16="http://schemas.microsoft.com/office/drawing/2014/main" id="{C24E8582-8019-4E9F-9127-E49A8BEC2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598"/>
              <a:ext cx="14" cy="35"/>
            </a:xfrm>
            <a:custGeom>
              <a:avLst/>
              <a:gdLst>
                <a:gd name="T0" fmla="*/ 16 w 7"/>
                <a:gd name="T1" fmla="*/ 9 h 16"/>
                <a:gd name="T2" fmla="*/ 0 w 7"/>
                <a:gd name="T3" fmla="*/ 72 h 16"/>
                <a:gd name="T4" fmla="*/ 32 w 7"/>
                <a:gd name="T5" fmla="*/ 168 h 16"/>
                <a:gd name="T6" fmla="*/ 56 w 7"/>
                <a:gd name="T7" fmla="*/ 168 h 16"/>
                <a:gd name="T8" fmla="*/ 56 w 7"/>
                <a:gd name="T9" fmla="*/ 168 h 16"/>
                <a:gd name="T10" fmla="*/ 32 w 7"/>
                <a:gd name="T11" fmla="*/ 158 h 16"/>
                <a:gd name="T12" fmla="*/ 0 w 7"/>
                <a:gd name="T13" fmla="*/ 72 h 16"/>
                <a:gd name="T14" fmla="*/ 16 w 7"/>
                <a:gd name="T15" fmla="*/ 9 h 16"/>
                <a:gd name="T16" fmla="*/ 40 w 7"/>
                <a:gd name="T17" fmla="*/ 9 h 16"/>
                <a:gd name="T18" fmla="*/ 40 w 7"/>
                <a:gd name="T19" fmla="*/ 9 h 16"/>
                <a:gd name="T20" fmla="*/ 16 w 7"/>
                <a:gd name="T21" fmla="*/ 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6">
                  <a:moveTo>
                    <a:pt x="2" y="1"/>
                  </a:moveTo>
                  <a:cubicBezTo>
                    <a:pt x="1" y="1"/>
                    <a:pt x="0" y="4"/>
                    <a:pt x="0" y="7"/>
                  </a:cubicBezTo>
                  <a:cubicBezTo>
                    <a:pt x="0" y="10"/>
                    <a:pt x="1" y="14"/>
                    <a:pt x="4" y="16"/>
                  </a:cubicBezTo>
                  <a:cubicBezTo>
                    <a:pt x="5" y="16"/>
                    <a:pt x="6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6"/>
                    <a:pt x="5" y="16"/>
                    <a:pt x="4" y="15"/>
                  </a:cubicBezTo>
                  <a:cubicBezTo>
                    <a:pt x="2" y="14"/>
                    <a:pt x="0" y="10"/>
                    <a:pt x="0" y="7"/>
                  </a:cubicBezTo>
                  <a:cubicBezTo>
                    <a:pt x="0" y="4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29" name="Freeform 110">
              <a:extLst>
                <a:ext uri="{FF2B5EF4-FFF2-40B4-BE49-F238E27FC236}">
                  <a16:creationId xmlns:a16="http://schemas.microsoft.com/office/drawing/2014/main" id="{0CE8106D-879C-4F06-963E-5613D2205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710"/>
              <a:ext cx="62" cy="48"/>
            </a:xfrm>
            <a:custGeom>
              <a:avLst/>
              <a:gdLst>
                <a:gd name="T0" fmla="*/ 43 w 30"/>
                <a:gd name="T1" fmla="*/ 33 h 22"/>
                <a:gd name="T2" fmla="*/ 8 w 30"/>
                <a:gd name="T3" fmla="*/ 133 h 22"/>
                <a:gd name="T4" fmla="*/ 149 w 30"/>
                <a:gd name="T5" fmla="*/ 209 h 22"/>
                <a:gd name="T6" fmla="*/ 265 w 30"/>
                <a:gd name="T7" fmla="*/ 81 h 22"/>
                <a:gd name="T8" fmla="*/ 221 w 30"/>
                <a:gd name="T9" fmla="*/ 9 h 22"/>
                <a:gd name="T10" fmla="*/ 132 w 30"/>
                <a:gd name="T11" fmla="*/ 20 h 22"/>
                <a:gd name="T12" fmla="*/ 43 w 30"/>
                <a:gd name="T13" fmla="*/ 3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2">
                  <a:moveTo>
                    <a:pt x="5" y="3"/>
                  </a:moveTo>
                  <a:cubicBezTo>
                    <a:pt x="2" y="5"/>
                    <a:pt x="0" y="8"/>
                    <a:pt x="1" y="13"/>
                  </a:cubicBezTo>
                  <a:cubicBezTo>
                    <a:pt x="2" y="20"/>
                    <a:pt x="8" y="22"/>
                    <a:pt x="17" y="20"/>
                  </a:cubicBezTo>
                  <a:cubicBezTo>
                    <a:pt x="25" y="18"/>
                    <a:pt x="29" y="15"/>
                    <a:pt x="30" y="8"/>
                  </a:cubicBezTo>
                  <a:cubicBezTo>
                    <a:pt x="30" y="4"/>
                    <a:pt x="29" y="2"/>
                    <a:pt x="25" y="1"/>
                  </a:cubicBezTo>
                  <a:cubicBezTo>
                    <a:pt x="22" y="0"/>
                    <a:pt x="20" y="1"/>
                    <a:pt x="15" y="2"/>
                  </a:cubicBezTo>
                  <a:cubicBezTo>
                    <a:pt x="13" y="2"/>
                    <a:pt x="9" y="1"/>
                    <a:pt x="5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30" name="Freeform 111">
              <a:extLst>
                <a:ext uri="{FF2B5EF4-FFF2-40B4-BE49-F238E27FC236}">
                  <a16:creationId xmlns:a16="http://schemas.microsoft.com/office/drawing/2014/main" id="{E6AE1893-E71F-40FA-8A9F-599A1B364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723"/>
              <a:ext cx="39" cy="17"/>
            </a:xfrm>
            <a:custGeom>
              <a:avLst/>
              <a:gdLst>
                <a:gd name="T0" fmla="*/ 156 w 19"/>
                <a:gd name="T1" fmla="*/ 0 h 8"/>
                <a:gd name="T2" fmla="*/ 156 w 19"/>
                <a:gd name="T3" fmla="*/ 9 h 8"/>
                <a:gd name="T4" fmla="*/ 76 w 19"/>
                <a:gd name="T5" fmla="*/ 68 h 8"/>
                <a:gd name="T6" fmla="*/ 8 w 19"/>
                <a:gd name="T7" fmla="*/ 49 h 8"/>
                <a:gd name="T8" fmla="*/ 16 w 19"/>
                <a:gd name="T9" fmla="*/ 9 h 8"/>
                <a:gd name="T10" fmla="*/ 16 w 19"/>
                <a:gd name="T11" fmla="*/ 9 h 8"/>
                <a:gd name="T12" fmla="*/ 8 w 19"/>
                <a:gd name="T13" fmla="*/ 49 h 8"/>
                <a:gd name="T14" fmla="*/ 76 w 19"/>
                <a:gd name="T15" fmla="*/ 68 h 8"/>
                <a:gd name="T16" fmla="*/ 164 w 19"/>
                <a:gd name="T17" fmla="*/ 9 h 8"/>
                <a:gd name="T18" fmla="*/ 156 w 19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8">
                  <a:moveTo>
                    <a:pt x="18" y="0"/>
                  </a:moveTo>
                  <a:cubicBezTo>
                    <a:pt x="18" y="0"/>
                    <a:pt x="18" y="1"/>
                    <a:pt x="18" y="1"/>
                  </a:cubicBezTo>
                  <a:cubicBezTo>
                    <a:pt x="18" y="3"/>
                    <a:pt x="15" y="5"/>
                    <a:pt x="9" y="7"/>
                  </a:cubicBezTo>
                  <a:cubicBezTo>
                    <a:pt x="4" y="8"/>
                    <a:pt x="1" y="6"/>
                    <a:pt x="1" y="5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1" y="7"/>
                    <a:pt x="4" y="8"/>
                    <a:pt x="9" y="7"/>
                  </a:cubicBezTo>
                  <a:cubicBezTo>
                    <a:pt x="15" y="6"/>
                    <a:pt x="18" y="3"/>
                    <a:pt x="19" y="1"/>
                  </a:cubicBezTo>
                  <a:cubicBezTo>
                    <a:pt x="19" y="1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31" name="Freeform 112">
              <a:extLst>
                <a:ext uri="{FF2B5EF4-FFF2-40B4-BE49-F238E27FC236}">
                  <a16:creationId xmlns:a16="http://schemas.microsoft.com/office/drawing/2014/main" id="{E502A9AC-19FC-468C-A488-25F02F852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906"/>
              <a:ext cx="50" cy="73"/>
            </a:xfrm>
            <a:custGeom>
              <a:avLst/>
              <a:gdLst>
                <a:gd name="T0" fmla="*/ 144 w 24"/>
                <a:gd name="T1" fmla="*/ 44 h 33"/>
                <a:gd name="T2" fmla="*/ 44 w 24"/>
                <a:gd name="T3" fmla="*/ 20 h 33"/>
                <a:gd name="T4" fmla="*/ 44 w 24"/>
                <a:gd name="T5" fmla="*/ 226 h 33"/>
                <a:gd name="T6" fmla="*/ 173 w 24"/>
                <a:gd name="T7" fmla="*/ 347 h 33"/>
                <a:gd name="T8" fmla="*/ 217 w 24"/>
                <a:gd name="T9" fmla="*/ 270 h 33"/>
                <a:gd name="T10" fmla="*/ 183 w 24"/>
                <a:gd name="T11" fmla="*/ 161 h 33"/>
                <a:gd name="T12" fmla="*/ 144 w 24"/>
                <a:gd name="T13" fmla="*/ 44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16" y="4"/>
                  </a:moveTo>
                  <a:cubicBezTo>
                    <a:pt x="13" y="1"/>
                    <a:pt x="9" y="0"/>
                    <a:pt x="5" y="2"/>
                  </a:cubicBezTo>
                  <a:cubicBezTo>
                    <a:pt x="0" y="6"/>
                    <a:pt x="0" y="13"/>
                    <a:pt x="5" y="21"/>
                  </a:cubicBezTo>
                  <a:cubicBezTo>
                    <a:pt x="9" y="29"/>
                    <a:pt x="13" y="33"/>
                    <a:pt x="19" y="32"/>
                  </a:cubicBezTo>
                  <a:cubicBezTo>
                    <a:pt x="23" y="31"/>
                    <a:pt x="24" y="28"/>
                    <a:pt x="24" y="25"/>
                  </a:cubicBezTo>
                  <a:cubicBezTo>
                    <a:pt x="24" y="21"/>
                    <a:pt x="22" y="19"/>
                    <a:pt x="20" y="15"/>
                  </a:cubicBezTo>
                  <a:cubicBezTo>
                    <a:pt x="19" y="12"/>
                    <a:pt x="19" y="8"/>
                    <a:pt x="16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32" name="Freeform 113">
              <a:extLst>
                <a:ext uri="{FF2B5EF4-FFF2-40B4-BE49-F238E27FC236}">
                  <a16:creationId xmlns:a16="http://schemas.microsoft.com/office/drawing/2014/main" id="{90C4502B-6196-4485-AD90-EFC99C076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920"/>
              <a:ext cx="24" cy="41"/>
            </a:xfrm>
            <a:custGeom>
              <a:avLst/>
              <a:gdLst>
                <a:gd name="T0" fmla="*/ 96 w 12"/>
                <a:gd name="T1" fmla="*/ 173 h 19"/>
                <a:gd name="T2" fmla="*/ 88 w 12"/>
                <a:gd name="T3" fmla="*/ 181 h 19"/>
                <a:gd name="T4" fmla="*/ 24 w 12"/>
                <a:gd name="T5" fmla="*/ 101 h 19"/>
                <a:gd name="T6" fmla="*/ 16 w 12"/>
                <a:gd name="T7" fmla="*/ 9 h 19"/>
                <a:gd name="T8" fmla="*/ 48 w 12"/>
                <a:gd name="T9" fmla="*/ 19 h 19"/>
                <a:gd name="T10" fmla="*/ 48 w 12"/>
                <a:gd name="T11" fmla="*/ 19 h 19"/>
                <a:gd name="T12" fmla="*/ 16 w 12"/>
                <a:gd name="T13" fmla="*/ 9 h 19"/>
                <a:gd name="T14" fmla="*/ 24 w 12"/>
                <a:gd name="T15" fmla="*/ 101 h 19"/>
                <a:gd name="T16" fmla="*/ 88 w 12"/>
                <a:gd name="T17" fmla="*/ 190 h 19"/>
                <a:gd name="T18" fmla="*/ 96 w 12"/>
                <a:gd name="T19" fmla="*/ 173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9">
                  <a:moveTo>
                    <a:pt x="12" y="17"/>
                  </a:moveTo>
                  <a:cubicBezTo>
                    <a:pt x="12" y="18"/>
                    <a:pt x="11" y="18"/>
                    <a:pt x="11" y="18"/>
                  </a:cubicBezTo>
                  <a:cubicBezTo>
                    <a:pt x="10" y="19"/>
                    <a:pt x="6" y="17"/>
                    <a:pt x="3" y="10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0"/>
                    <a:pt x="4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0" y="2"/>
                    <a:pt x="0" y="5"/>
                    <a:pt x="3" y="10"/>
                  </a:cubicBezTo>
                  <a:cubicBezTo>
                    <a:pt x="6" y="16"/>
                    <a:pt x="9" y="19"/>
                    <a:pt x="11" y="19"/>
                  </a:cubicBezTo>
                  <a:cubicBezTo>
                    <a:pt x="11" y="19"/>
                    <a:pt x="12" y="18"/>
                    <a:pt x="12" y="1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33" name="Freeform 114">
              <a:extLst>
                <a:ext uri="{FF2B5EF4-FFF2-40B4-BE49-F238E27FC236}">
                  <a16:creationId xmlns:a16="http://schemas.microsoft.com/office/drawing/2014/main" id="{A97F995D-B639-4B6D-A1CF-C19F39611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712"/>
              <a:ext cx="63" cy="65"/>
            </a:xfrm>
            <a:custGeom>
              <a:avLst/>
              <a:gdLst>
                <a:gd name="T0" fmla="*/ 124 w 31"/>
                <a:gd name="T1" fmla="*/ 20 h 30"/>
                <a:gd name="T2" fmla="*/ 33 w 31"/>
                <a:gd name="T3" fmla="*/ 43 h 30"/>
                <a:gd name="T4" fmla="*/ 83 w 31"/>
                <a:gd name="T5" fmla="*/ 217 h 30"/>
                <a:gd name="T6" fmla="*/ 236 w 31"/>
                <a:gd name="T7" fmla="*/ 262 h 30"/>
                <a:gd name="T8" fmla="*/ 252 w 31"/>
                <a:gd name="T9" fmla="*/ 184 h 30"/>
                <a:gd name="T10" fmla="*/ 195 w 31"/>
                <a:gd name="T11" fmla="*/ 104 h 30"/>
                <a:gd name="T12" fmla="*/ 124 w 31"/>
                <a:gd name="T13" fmla="*/ 2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15" y="2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8"/>
                    <a:pt x="3" y="15"/>
                    <a:pt x="10" y="21"/>
                  </a:cubicBezTo>
                  <a:cubicBezTo>
                    <a:pt x="17" y="27"/>
                    <a:pt x="22" y="30"/>
                    <a:pt x="28" y="26"/>
                  </a:cubicBezTo>
                  <a:cubicBezTo>
                    <a:pt x="30" y="25"/>
                    <a:pt x="31" y="22"/>
                    <a:pt x="30" y="18"/>
                  </a:cubicBezTo>
                  <a:cubicBezTo>
                    <a:pt x="28" y="15"/>
                    <a:pt x="26" y="14"/>
                    <a:pt x="23" y="10"/>
                  </a:cubicBezTo>
                  <a:cubicBezTo>
                    <a:pt x="21" y="8"/>
                    <a:pt x="19" y="4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34" name="Freeform 115">
              <a:extLst>
                <a:ext uri="{FF2B5EF4-FFF2-40B4-BE49-F238E27FC236}">
                  <a16:creationId xmlns:a16="http://schemas.microsoft.com/office/drawing/2014/main" id="{174D957D-A1B1-4FAB-BCA3-93DE0288C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723"/>
              <a:ext cx="31" cy="35"/>
            </a:xfrm>
            <a:custGeom>
              <a:avLst/>
              <a:gdLst>
                <a:gd name="T0" fmla="*/ 132 w 15"/>
                <a:gd name="T1" fmla="*/ 149 h 16"/>
                <a:gd name="T2" fmla="*/ 132 w 15"/>
                <a:gd name="T3" fmla="*/ 158 h 16"/>
                <a:gd name="T4" fmla="*/ 35 w 15"/>
                <a:gd name="T5" fmla="*/ 105 h 16"/>
                <a:gd name="T6" fmla="*/ 8 w 15"/>
                <a:gd name="T7" fmla="*/ 20 h 16"/>
                <a:gd name="T8" fmla="*/ 35 w 15"/>
                <a:gd name="T9" fmla="*/ 9 h 16"/>
                <a:gd name="T10" fmla="*/ 35 w 15"/>
                <a:gd name="T11" fmla="*/ 9 h 16"/>
                <a:gd name="T12" fmla="*/ 0 w 15"/>
                <a:gd name="T13" fmla="*/ 20 h 16"/>
                <a:gd name="T14" fmla="*/ 35 w 15"/>
                <a:gd name="T15" fmla="*/ 105 h 16"/>
                <a:gd name="T16" fmla="*/ 132 w 15"/>
                <a:gd name="T17" fmla="*/ 158 h 16"/>
                <a:gd name="T18" fmla="*/ 132 w 15"/>
                <a:gd name="T19" fmla="*/ 149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5" y="14"/>
                  </a:moveTo>
                  <a:cubicBezTo>
                    <a:pt x="15" y="14"/>
                    <a:pt x="15" y="15"/>
                    <a:pt x="15" y="15"/>
                  </a:cubicBezTo>
                  <a:cubicBezTo>
                    <a:pt x="14" y="16"/>
                    <a:pt x="10" y="15"/>
                    <a:pt x="4" y="10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0" y="3"/>
                    <a:pt x="0" y="6"/>
                    <a:pt x="4" y="10"/>
                  </a:cubicBezTo>
                  <a:cubicBezTo>
                    <a:pt x="10" y="15"/>
                    <a:pt x="13" y="16"/>
                    <a:pt x="15" y="15"/>
                  </a:cubicBezTo>
                  <a:cubicBezTo>
                    <a:pt x="15" y="15"/>
                    <a:pt x="15" y="15"/>
                    <a:pt x="15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35" name="Freeform 116">
              <a:extLst>
                <a:ext uri="{FF2B5EF4-FFF2-40B4-BE49-F238E27FC236}">
                  <a16:creationId xmlns:a16="http://schemas.microsoft.com/office/drawing/2014/main" id="{4C1B4808-4D7F-45E3-A307-655ACEC36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902"/>
              <a:ext cx="59" cy="66"/>
            </a:xfrm>
            <a:custGeom>
              <a:avLst/>
              <a:gdLst>
                <a:gd name="T0" fmla="*/ 144 w 29"/>
                <a:gd name="T1" fmla="*/ 319 h 30"/>
                <a:gd name="T2" fmla="*/ 220 w 29"/>
                <a:gd name="T3" fmla="*/ 141 h 30"/>
                <a:gd name="T4" fmla="*/ 67 w 29"/>
                <a:gd name="T5" fmla="*/ 53 h 30"/>
                <a:gd name="T6" fmla="*/ 144 w 29"/>
                <a:gd name="T7" fmla="*/ 31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17" y="30"/>
                  </a:moveTo>
                  <a:cubicBezTo>
                    <a:pt x="25" y="30"/>
                    <a:pt x="29" y="22"/>
                    <a:pt x="26" y="13"/>
                  </a:cubicBezTo>
                  <a:cubicBezTo>
                    <a:pt x="23" y="4"/>
                    <a:pt x="16" y="0"/>
                    <a:pt x="8" y="5"/>
                  </a:cubicBezTo>
                  <a:cubicBezTo>
                    <a:pt x="0" y="9"/>
                    <a:pt x="3" y="30"/>
                    <a:pt x="17" y="30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36" name="Freeform 117">
              <a:extLst>
                <a:ext uri="{FF2B5EF4-FFF2-40B4-BE49-F238E27FC236}">
                  <a16:creationId xmlns:a16="http://schemas.microsoft.com/office/drawing/2014/main" id="{FC14E6D6-307A-45A0-8CD0-D6E036558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922"/>
              <a:ext cx="33" cy="33"/>
            </a:xfrm>
            <a:custGeom>
              <a:avLst/>
              <a:gdLst>
                <a:gd name="T0" fmla="*/ 132 w 16"/>
                <a:gd name="T1" fmla="*/ 44 h 15"/>
                <a:gd name="T2" fmla="*/ 124 w 16"/>
                <a:gd name="T3" fmla="*/ 117 h 15"/>
                <a:gd name="T4" fmla="*/ 60 w 16"/>
                <a:gd name="T5" fmla="*/ 150 h 15"/>
                <a:gd name="T6" fmla="*/ 17 w 16"/>
                <a:gd name="T7" fmla="*/ 88 h 15"/>
                <a:gd name="T8" fmla="*/ 25 w 16"/>
                <a:gd name="T9" fmla="*/ 0 h 15"/>
                <a:gd name="T10" fmla="*/ 25 w 16"/>
                <a:gd name="T11" fmla="*/ 0 h 15"/>
                <a:gd name="T12" fmla="*/ 8 w 16"/>
                <a:gd name="T13" fmla="*/ 88 h 15"/>
                <a:gd name="T14" fmla="*/ 60 w 16"/>
                <a:gd name="T15" fmla="*/ 150 h 15"/>
                <a:gd name="T16" fmla="*/ 124 w 16"/>
                <a:gd name="T17" fmla="*/ 117 h 15"/>
                <a:gd name="T18" fmla="*/ 132 w 16"/>
                <a:gd name="T19" fmla="*/ 44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5">
                  <a:moveTo>
                    <a:pt x="15" y="4"/>
                  </a:moveTo>
                  <a:cubicBezTo>
                    <a:pt x="16" y="6"/>
                    <a:pt x="16" y="9"/>
                    <a:pt x="14" y="11"/>
                  </a:cubicBezTo>
                  <a:cubicBezTo>
                    <a:pt x="12" y="13"/>
                    <a:pt x="10" y="15"/>
                    <a:pt x="7" y="14"/>
                  </a:cubicBezTo>
                  <a:cubicBezTo>
                    <a:pt x="5" y="14"/>
                    <a:pt x="3" y="11"/>
                    <a:pt x="2" y="8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1" y="8"/>
                  </a:cubicBezTo>
                  <a:cubicBezTo>
                    <a:pt x="2" y="12"/>
                    <a:pt x="5" y="14"/>
                    <a:pt x="7" y="14"/>
                  </a:cubicBezTo>
                  <a:cubicBezTo>
                    <a:pt x="10" y="15"/>
                    <a:pt x="13" y="14"/>
                    <a:pt x="14" y="11"/>
                  </a:cubicBezTo>
                  <a:cubicBezTo>
                    <a:pt x="16" y="9"/>
                    <a:pt x="16" y="6"/>
                    <a:pt x="15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37" name="Freeform 118">
              <a:extLst>
                <a:ext uri="{FF2B5EF4-FFF2-40B4-BE49-F238E27FC236}">
                  <a16:creationId xmlns:a16="http://schemas.microsoft.com/office/drawing/2014/main" id="{13A4C63B-AA06-46D1-A7EB-A664B6024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635"/>
              <a:ext cx="52" cy="55"/>
            </a:xfrm>
            <a:custGeom>
              <a:avLst/>
              <a:gdLst>
                <a:gd name="T0" fmla="*/ 125 w 25"/>
                <a:gd name="T1" fmla="*/ 266 h 25"/>
                <a:gd name="T2" fmla="*/ 200 w 25"/>
                <a:gd name="T3" fmla="*/ 117 h 25"/>
                <a:gd name="T4" fmla="*/ 52 w 25"/>
                <a:gd name="T5" fmla="*/ 44 h 25"/>
                <a:gd name="T6" fmla="*/ 125 w 25"/>
                <a:gd name="T7" fmla="*/ 26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14" y="25"/>
                  </a:moveTo>
                  <a:cubicBezTo>
                    <a:pt x="21" y="25"/>
                    <a:pt x="25" y="18"/>
                    <a:pt x="22" y="11"/>
                  </a:cubicBezTo>
                  <a:cubicBezTo>
                    <a:pt x="19" y="4"/>
                    <a:pt x="13" y="0"/>
                    <a:pt x="6" y="4"/>
                  </a:cubicBezTo>
                  <a:cubicBezTo>
                    <a:pt x="0" y="8"/>
                    <a:pt x="2" y="25"/>
                    <a:pt x="14" y="2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38" name="Freeform 119">
              <a:extLst>
                <a:ext uri="{FF2B5EF4-FFF2-40B4-BE49-F238E27FC236}">
                  <a16:creationId xmlns:a16="http://schemas.microsoft.com/office/drawing/2014/main" id="{64F07242-FB5A-4275-B1B6-FE9F0F316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651"/>
              <a:ext cx="26" cy="28"/>
            </a:xfrm>
            <a:custGeom>
              <a:avLst/>
              <a:gdLst>
                <a:gd name="T0" fmla="*/ 96 w 13"/>
                <a:gd name="T1" fmla="*/ 41 h 13"/>
                <a:gd name="T2" fmla="*/ 96 w 13"/>
                <a:gd name="T3" fmla="*/ 101 h 13"/>
                <a:gd name="T4" fmla="*/ 48 w 13"/>
                <a:gd name="T5" fmla="*/ 121 h 13"/>
                <a:gd name="T6" fmla="*/ 8 w 13"/>
                <a:gd name="T7" fmla="*/ 69 h 13"/>
                <a:gd name="T8" fmla="*/ 16 w 13"/>
                <a:gd name="T9" fmla="*/ 0 h 13"/>
                <a:gd name="T10" fmla="*/ 16 w 13"/>
                <a:gd name="T11" fmla="*/ 0 h 13"/>
                <a:gd name="T12" fmla="*/ 8 w 13"/>
                <a:gd name="T13" fmla="*/ 80 h 13"/>
                <a:gd name="T14" fmla="*/ 48 w 13"/>
                <a:gd name="T15" fmla="*/ 121 h 13"/>
                <a:gd name="T16" fmla="*/ 96 w 13"/>
                <a:gd name="T17" fmla="*/ 101 h 13"/>
                <a:gd name="T18" fmla="*/ 96 w 13"/>
                <a:gd name="T19" fmla="*/ 4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3">
                  <a:moveTo>
                    <a:pt x="12" y="4"/>
                  </a:moveTo>
                  <a:cubicBezTo>
                    <a:pt x="13" y="6"/>
                    <a:pt x="13" y="8"/>
                    <a:pt x="12" y="10"/>
                  </a:cubicBezTo>
                  <a:cubicBezTo>
                    <a:pt x="10" y="12"/>
                    <a:pt x="8" y="13"/>
                    <a:pt x="6" y="12"/>
                  </a:cubicBezTo>
                  <a:cubicBezTo>
                    <a:pt x="4" y="12"/>
                    <a:pt x="2" y="10"/>
                    <a:pt x="1" y="7"/>
                  </a:cubicBezTo>
                  <a:cubicBezTo>
                    <a:pt x="0" y="5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5"/>
                    <a:pt x="1" y="8"/>
                  </a:cubicBezTo>
                  <a:cubicBezTo>
                    <a:pt x="2" y="10"/>
                    <a:pt x="4" y="12"/>
                    <a:pt x="6" y="12"/>
                  </a:cubicBezTo>
                  <a:cubicBezTo>
                    <a:pt x="8" y="13"/>
                    <a:pt x="10" y="12"/>
                    <a:pt x="12" y="10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39" name="Freeform 120">
              <a:extLst>
                <a:ext uri="{FF2B5EF4-FFF2-40B4-BE49-F238E27FC236}">
                  <a16:creationId xmlns:a16="http://schemas.microsoft.com/office/drawing/2014/main" id="{4F8C32BA-A01B-40CF-A5EF-75989B28E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134"/>
              <a:ext cx="43" cy="50"/>
            </a:xfrm>
            <a:custGeom>
              <a:avLst/>
              <a:gdLst>
                <a:gd name="T0" fmla="*/ 147 w 21"/>
                <a:gd name="T1" fmla="*/ 52 h 23"/>
                <a:gd name="T2" fmla="*/ 96 w 21"/>
                <a:gd name="T3" fmla="*/ 9 h 23"/>
                <a:gd name="T4" fmla="*/ 33 w 21"/>
                <a:gd name="T5" fmla="*/ 20 h 23"/>
                <a:gd name="T6" fmla="*/ 59 w 21"/>
                <a:gd name="T7" fmla="*/ 193 h 23"/>
                <a:gd name="T8" fmla="*/ 172 w 21"/>
                <a:gd name="T9" fmla="*/ 165 h 23"/>
                <a:gd name="T10" fmla="*/ 147 w 21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5" y="3"/>
                    <a:pt x="14" y="1"/>
                    <a:pt x="11" y="1"/>
                  </a:cubicBezTo>
                  <a:cubicBezTo>
                    <a:pt x="9" y="0"/>
                    <a:pt x="6" y="1"/>
                    <a:pt x="4" y="2"/>
                  </a:cubicBezTo>
                  <a:cubicBezTo>
                    <a:pt x="0" y="6"/>
                    <a:pt x="1" y="15"/>
                    <a:pt x="7" y="19"/>
                  </a:cubicBezTo>
                  <a:cubicBezTo>
                    <a:pt x="12" y="23"/>
                    <a:pt x="19" y="21"/>
                    <a:pt x="20" y="16"/>
                  </a:cubicBezTo>
                  <a:cubicBezTo>
                    <a:pt x="21" y="12"/>
                    <a:pt x="21" y="10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40" name="Freeform 121">
              <a:extLst>
                <a:ext uri="{FF2B5EF4-FFF2-40B4-BE49-F238E27FC236}">
                  <a16:creationId xmlns:a16="http://schemas.microsoft.com/office/drawing/2014/main" id="{6CB34CB1-0919-4546-8EE6-4D161708F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3145"/>
              <a:ext cx="22" cy="26"/>
            </a:xfrm>
            <a:custGeom>
              <a:avLst/>
              <a:gdLst>
                <a:gd name="T0" fmla="*/ 80 w 11"/>
                <a:gd name="T1" fmla="*/ 72 h 12"/>
                <a:gd name="T2" fmla="*/ 64 w 11"/>
                <a:gd name="T3" fmla="*/ 113 h 12"/>
                <a:gd name="T4" fmla="*/ 16 w 11"/>
                <a:gd name="T5" fmla="*/ 72 h 12"/>
                <a:gd name="T6" fmla="*/ 8 w 11"/>
                <a:gd name="T7" fmla="*/ 20 h 12"/>
                <a:gd name="T8" fmla="*/ 32 w 11"/>
                <a:gd name="T9" fmla="*/ 0 h 12"/>
                <a:gd name="T10" fmla="*/ 32 w 11"/>
                <a:gd name="T11" fmla="*/ 0 h 12"/>
                <a:gd name="T12" fmla="*/ 8 w 11"/>
                <a:gd name="T13" fmla="*/ 9 h 12"/>
                <a:gd name="T14" fmla="*/ 8 w 11"/>
                <a:gd name="T15" fmla="*/ 72 h 12"/>
                <a:gd name="T16" fmla="*/ 64 w 11"/>
                <a:gd name="T17" fmla="*/ 113 h 12"/>
                <a:gd name="T18" fmla="*/ 80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0" y="7"/>
                  </a:moveTo>
                  <a:cubicBezTo>
                    <a:pt x="11" y="9"/>
                    <a:pt x="10" y="11"/>
                    <a:pt x="8" y="11"/>
                  </a:cubicBezTo>
                  <a:cubicBezTo>
                    <a:pt x="6" y="12"/>
                    <a:pt x="3" y="11"/>
                    <a:pt x="2" y="7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3"/>
                    <a:pt x="0" y="4"/>
                    <a:pt x="1" y="7"/>
                  </a:cubicBezTo>
                  <a:cubicBezTo>
                    <a:pt x="3" y="11"/>
                    <a:pt x="6" y="12"/>
                    <a:pt x="8" y="11"/>
                  </a:cubicBezTo>
                  <a:cubicBezTo>
                    <a:pt x="10" y="11"/>
                    <a:pt x="11" y="9"/>
                    <a:pt x="10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41" name="Freeform 122">
              <a:extLst>
                <a:ext uri="{FF2B5EF4-FFF2-40B4-BE49-F238E27FC236}">
                  <a16:creationId xmlns:a16="http://schemas.microsoft.com/office/drawing/2014/main" id="{43F3A8F0-0FE0-49A1-A7B3-613A6ADB3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662"/>
              <a:ext cx="41" cy="72"/>
            </a:xfrm>
            <a:custGeom>
              <a:avLst/>
              <a:gdLst>
                <a:gd name="T0" fmla="*/ 88 w 20"/>
                <a:gd name="T1" fmla="*/ 33 h 33"/>
                <a:gd name="T2" fmla="*/ 16 w 20"/>
                <a:gd name="T3" fmla="*/ 61 h 33"/>
                <a:gd name="T4" fmla="*/ 33 w 20"/>
                <a:gd name="T5" fmla="*/ 262 h 33"/>
                <a:gd name="T6" fmla="*/ 121 w 20"/>
                <a:gd name="T7" fmla="*/ 334 h 33"/>
                <a:gd name="T8" fmla="*/ 88 w 20"/>
                <a:gd name="T9" fmla="*/ 3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0" y="3"/>
                  </a:moveTo>
                  <a:cubicBezTo>
                    <a:pt x="6" y="0"/>
                    <a:pt x="3" y="2"/>
                    <a:pt x="2" y="6"/>
                  </a:cubicBezTo>
                  <a:cubicBezTo>
                    <a:pt x="0" y="11"/>
                    <a:pt x="2" y="19"/>
                    <a:pt x="4" y="25"/>
                  </a:cubicBezTo>
                  <a:cubicBezTo>
                    <a:pt x="8" y="32"/>
                    <a:pt x="11" y="33"/>
                    <a:pt x="14" y="32"/>
                  </a:cubicBezTo>
                  <a:cubicBezTo>
                    <a:pt x="20" y="30"/>
                    <a:pt x="18" y="10"/>
                    <a:pt x="10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42" name="Freeform 123">
              <a:extLst>
                <a:ext uri="{FF2B5EF4-FFF2-40B4-BE49-F238E27FC236}">
                  <a16:creationId xmlns:a16="http://schemas.microsoft.com/office/drawing/2014/main" id="{068544D3-B233-4DD7-9C21-597F5896D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675"/>
              <a:ext cx="13" cy="43"/>
            </a:xfrm>
            <a:custGeom>
              <a:avLst/>
              <a:gdLst>
                <a:gd name="T0" fmla="*/ 20 w 6"/>
                <a:gd name="T1" fmla="*/ 9 h 20"/>
                <a:gd name="T2" fmla="*/ 0 w 6"/>
                <a:gd name="T3" fmla="*/ 69 h 20"/>
                <a:gd name="T4" fmla="*/ 33 w 6"/>
                <a:gd name="T5" fmla="*/ 181 h 20"/>
                <a:gd name="T6" fmla="*/ 61 w 6"/>
                <a:gd name="T7" fmla="*/ 198 h 20"/>
                <a:gd name="T8" fmla="*/ 61 w 6"/>
                <a:gd name="T9" fmla="*/ 198 h 20"/>
                <a:gd name="T10" fmla="*/ 33 w 6"/>
                <a:gd name="T11" fmla="*/ 181 h 20"/>
                <a:gd name="T12" fmla="*/ 0 w 6"/>
                <a:gd name="T13" fmla="*/ 69 h 20"/>
                <a:gd name="T14" fmla="*/ 20 w 6"/>
                <a:gd name="T15" fmla="*/ 9 h 20"/>
                <a:gd name="T16" fmla="*/ 52 w 6"/>
                <a:gd name="T17" fmla="*/ 19 h 20"/>
                <a:gd name="T18" fmla="*/ 52 w 6"/>
                <a:gd name="T19" fmla="*/ 19 h 20"/>
                <a:gd name="T20" fmla="*/ 20 w 6"/>
                <a:gd name="T21" fmla="*/ 9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20">
                  <a:moveTo>
                    <a:pt x="2" y="1"/>
                  </a:moveTo>
                  <a:cubicBezTo>
                    <a:pt x="0" y="1"/>
                    <a:pt x="0" y="3"/>
                    <a:pt x="0" y="7"/>
                  </a:cubicBezTo>
                  <a:cubicBezTo>
                    <a:pt x="0" y="10"/>
                    <a:pt x="1" y="15"/>
                    <a:pt x="3" y="18"/>
                  </a:cubicBezTo>
                  <a:cubicBezTo>
                    <a:pt x="4" y="20"/>
                    <a:pt x="5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20"/>
                    <a:pt x="4" y="19"/>
                    <a:pt x="3" y="18"/>
                  </a:cubicBezTo>
                  <a:cubicBezTo>
                    <a:pt x="1" y="15"/>
                    <a:pt x="0" y="10"/>
                    <a:pt x="0" y="7"/>
                  </a:cubicBezTo>
                  <a:cubicBezTo>
                    <a:pt x="0" y="4"/>
                    <a:pt x="0" y="1"/>
                    <a:pt x="2" y="1"/>
                  </a:cubicBezTo>
                  <a:cubicBezTo>
                    <a:pt x="3" y="1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43" name="Freeform 124">
              <a:extLst>
                <a:ext uri="{FF2B5EF4-FFF2-40B4-BE49-F238E27FC236}">
                  <a16:creationId xmlns:a16="http://schemas.microsoft.com/office/drawing/2014/main" id="{9456A832-175E-4556-B554-57A391202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640"/>
              <a:ext cx="47" cy="48"/>
            </a:xfrm>
            <a:custGeom>
              <a:avLst/>
              <a:gdLst>
                <a:gd name="T0" fmla="*/ 137 w 23"/>
                <a:gd name="T1" fmla="*/ 33 h 22"/>
                <a:gd name="T2" fmla="*/ 76 w 23"/>
                <a:gd name="T3" fmla="*/ 9 h 22"/>
                <a:gd name="T4" fmla="*/ 25 w 23"/>
                <a:gd name="T5" fmla="*/ 52 h 22"/>
                <a:gd name="T6" fmla="*/ 92 w 23"/>
                <a:gd name="T7" fmla="*/ 194 h 22"/>
                <a:gd name="T8" fmla="*/ 196 w 23"/>
                <a:gd name="T9" fmla="*/ 133 h 22"/>
                <a:gd name="T10" fmla="*/ 137 w 23"/>
                <a:gd name="T11" fmla="*/ 33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6" y="3"/>
                  </a:moveTo>
                  <a:cubicBezTo>
                    <a:pt x="14" y="1"/>
                    <a:pt x="12" y="0"/>
                    <a:pt x="9" y="1"/>
                  </a:cubicBezTo>
                  <a:cubicBezTo>
                    <a:pt x="7" y="1"/>
                    <a:pt x="4" y="2"/>
                    <a:pt x="3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2"/>
                    <a:pt x="23" y="17"/>
                    <a:pt x="23" y="13"/>
                  </a:cubicBezTo>
                  <a:cubicBezTo>
                    <a:pt x="23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44" name="Freeform 125">
              <a:extLst>
                <a:ext uri="{FF2B5EF4-FFF2-40B4-BE49-F238E27FC236}">
                  <a16:creationId xmlns:a16="http://schemas.microsoft.com/office/drawing/2014/main" id="{B3579992-62B0-4ABC-8018-2DDB04E5C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651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92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3 h 11"/>
                <a:gd name="T14" fmla="*/ 27 w 12"/>
                <a:gd name="T15" fmla="*/ 81 h 11"/>
                <a:gd name="T16" fmla="*/ 92 w 12"/>
                <a:gd name="T17" fmla="*/ 96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9"/>
                  </a:cubicBezTo>
                  <a:cubicBezTo>
                    <a:pt x="11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45" name="Freeform 126">
              <a:extLst>
                <a:ext uri="{FF2B5EF4-FFF2-40B4-BE49-F238E27FC236}">
                  <a16:creationId xmlns:a16="http://schemas.microsoft.com/office/drawing/2014/main" id="{94B6C115-54D5-476A-961D-54A3219AE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683"/>
              <a:ext cx="45" cy="53"/>
            </a:xfrm>
            <a:custGeom>
              <a:avLst/>
              <a:gdLst>
                <a:gd name="T0" fmla="*/ 164 w 22"/>
                <a:gd name="T1" fmla="*/ 73 h 24"/>
                <a:gd name="T2" fmla="*/ 113 w 22"/>
                <a:gd name="T3" fmla="*/ 9 h 24"/>
                <a:gd name="T4" fmla="*/ 51 w 22"/>
                <a:gd name="T5" fmla="*/ 9 h 24"/>
                <a:gd name="T6" fmla="*/ 41 w 22"/>
                <a:gd name="T7" fmla="*/ 205 h 24"/>
                <a:gd name="T8" fmla="*/ 172 w 22"/>
                <a:gd name="T9" fmla="*/ 205 h 24"/>
                <a:gd name="T10" fmla="*/ 164 w 22"/>
                <a:gd name="T11" fmla="*/ 7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4">
                  <a:moveTo>
                    <a:pt x="19" y="7"/>
                  </a:moveTo>
                  <a:cubicBezTo>
                    <a:pt x="18" y="4"/>
                    <a:pt x="16" y="2"/>
                    <a:pt x="13" y="1"/>
                  </a:cubicBezTo>
                  <a:cubicBezTo>
                    <a:pt x="11" y="0"/>
                    <a:pt x="8" y="0"/>
                    <a:pt x="6" y="1"/>
                  </a:cubicBezTo>
                  <a:cubicBezTo>
                    <a:pt x="0" y="4"/>
                    <a:pt x="0" y="13"/>
                    <a:pt x="5" y="19"/>
                  </a:cubicBezTo>
                  <a:cubicBezTo>
                    <a:pt x="10" y="24"/>
                    <a:pt x="18" y="23"/>
                    <a:pt x="20" y="19"/>
                  </a:cubicBezTo>
                  <a:cubicBezTo>
                    <a:pt x="22" y="15"/>
                    <a:pt x="22" y="13"/>
                    <a:pt x="19" y="7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46" name="Freeform 127">
              <a:extLst>
                <a:ext uri="{FF2B5EF4-FFF2-40B4-BE49-F238E27FC236}">
                  <a16:creationId xmlns:a16="http://schemas.microsoft.com/office/drawing/2014/main" id="{B9B96BA3-444B-4BD9-9702-911D55406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692"/>
              <a:ext cx="22" cy="31"/>
            </a:xfrm>
            <a:custGeom>
              <a:avLst/>
              <a:gdLst>
                <a:gd name="T0" fmla="*/ 88 w 11"/>
                <a:gd name="T1" fmla="*/ 109 h 14"/>
                <a:gd name="T2" fmla="*/ 64 w 11"/>
                <a:gd name="T3" fmla="*/ 142 h 14"/>
                <a:gd name="T4" fmla="*/ 8 w 11"/>
                <a:gd name="T5" fmla="*/ 89 h 14"/>
                <a:gd name="T6" fmla="*/ 16 w 11"/>
                <a:gd name="T7" fmla="*/ 20 h 14"/>
                <a:gd name="T8" fmla="*/ 40 w 11"/>
                <a:gd name="T9" fmla="*/ 9 h 14"/>
                <a:gd name="T10" fmla="*/ 40 w 11"/>
                <a:gd name="T11" fmla="*/ 9 h 14"/>
                <a:gd name="T12" fmla="*/ 16 w 11"/>
                <a:gd name="T13" fmla="*/ 20 h 14"/>
                <a:gd name="T14" fmla="*/ 8 w 11"/>
                <a:gd name="T15" fmla="*/ 89 h 14"/>
                <a:gd name="T16" fmla="*/ 64 w 11"/>
                <a:gd name="T17" fmla="*/ 142 h 14"/>
                <a:gd name="T18" fmla="*/ 88 w 11"/>
                <a:gd name="T19" fmla="*/ 109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4">
                  <a:moveTo>
                    <a:pt x="11" y="10"/>
                  </a:moveTo>
                  <a:cubicBezTo>
                    <a:pt x="11" y="12"/>
                    <a:pt x="9" y="13"/>
                    <a:pt x="8" y="13"/>
                  </a:cubicBezTo>
                  <a:cubicBezTo>
                    <a:pt x="6" y="13"/>
                    <a:pt x="3" y="12"/>
                    <a:pt x="1" y="8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1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0" y="5"/>
                    <a:pt x="1" y="8"/>
                  </a:cubicBezTo>
                  <a:cubicBezTo>
                    <a:pt x="3" y="12"/>
                    <a:pt x="6" y="14"/>
                    <a:pt x="8" y="13"/>
                  </a:cubicBezTo>
                  <a:cubicBezTo>
                    <a:pt x="9" y="13"/>
                    <a:pt x="11" y="12"/>
                    <a:pt x="11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47" name="Freeform 128">
              <a:extLst>
                <a:ext uri="{FF2B5EF4-FFF2-40B4-BE49-F238E27FC236}">
                  <a16:creationId xmlns:a16="http://schemas.microsoft.com/office/drawing/2014/main" id="{FC4A2D8A-B15E-481C-B914-648EE01C7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762"/>
              <a:ext cx="57" cy="61"/>
            </a:xfrm>
            <a:custGeom>
              <a:avLst/>
              <a:gdLst>
                <a:gd name="T0" fmla="*/ 136 w 28"/>
                <a:gd name="T1" fmla="*/ 20 h 28"/>
                <a:gd name="T2" fmla="*/ 75 w 28"/>
                <a:gd name="T3" fmla="*/ 0 h 28"/>
                <a:gd name="T4" fmla="*/ 49 w 28"/>
                <a:gd name="T5" fmla="*/ 185 h 28"/>
                <a:gd name="T6" fmla="*/ 204 w 28"/>
                <a:gd name="T7" fmla="*/ 270 h 28"/>
                <a:gd name="T8" fmla="*/ 228 w 28"/>
                <a:gd name="T9" fmla="*/ 166 h 28"/>
                <a:gd name="T10" fmla="*/ 179 w 28"/>
                <a:gd name="T11" fmla="*/ 81 h 28"/>
                <a:gd name="T12" fmla="*/ 136 w 28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16" y="2"/>
                  </a:moveTo>
                  <a:cubicBezTo>
                    <a:pt x="14" y="1"/>
                    <a:pt x="11" y="0"/>
                    <a:pt x="9" y="0"/>
                  </a:cubicBezTo>
                  <a:cubicBezTo>
                    <a:pt x="0" y="2"/>
                    <a:pt x="0" y="11"/>
                    <a:pt x="6" y="18"/>
                  </a:cubicBezTo>
                  <a:cubicBezTo>
                    <a:pt x="11" y="26"/>
                    <a:pt x="20" y="28"/>
                    <a:pt x="24" y="26"/>
                  </a:cubicBezTo>
                  <a:cubicBezTo>
                    <a:pt x="27" y="24"/>
                    <a:pt x="28" y="20"/>
                    <a:pt x="27" y="16"/>
                  </a:cubicBezTo>
                  <a:cubicBezTo>
                    <a:pt x="26" y="13"/>
                    <a:pt x="23" y="10"/>
                    <a:pt x="21" y="8"/>
                  </a:cubicBezTo>
                  <a:cubicBezTo>
                    <a:pt x="20" y="6"/>
                    <a:pt x="18" y="3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48" name="Freeform 129">
              <a:extLst>
                <a:ext uri="{FF2B5EF4-FFF2-40B4-BE49-F238E27FC236}">
                  <a16:creationId xmlns:a16="http://schemas.microsoft.com/office/drawing/2014/main" id="{A87F0C0B-C3E8-4E4A-9E9F-A5DAF9277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777"/>
              <a:ext cx="27" cy="31"/>
            </a:xfrm>
            <a:custGeom>
              <a:avLst/>
              <a:gdLst>
                <a:gd name="T0" fmla="*/ 8 w 13"/>
                <a:gd name="T1" fmla="*/ 9 h 14"/>
                <a:gd name="T2" fmla="*/ 17 w 13"/>
                <a:gd name="T3" fmla="*/ 78 h 14"/>
                <a:gd name="T4" fmla="*/ 81 w 13"/>
                <a:gd name="T5" fmla="*/ 153 h 14"/>
                <a:gd name="T6" fmla="*/ 116 w 13"/>
                <a:gd name="T7" fmla="*/ 142 h 14"/>
                <a:gd name="T8" fmla="*/ 116 w 13"/>
                <a:gd name="T9" fmla="*/ 142 h 14"/>
                <a:gd name="T10" fmla="*/ 81 w 13"/>
                <a:gd name="T11" fmla="*/ 153 h 14"/>
                <a:gd name="T12" fmla="*/ 17 w 13"/>
                <a:gd name="T13" fmla="*/ 78 h 14"/>
                <a:gd name="T14" fmla="*/ 8 w 13"/>
                <a:gd name="T15" fmla="*/ 9 h 14"/>
                <a:gd name="T16" fmla="*/ 35 w 13"/>
                <a:gd name="T17" fmla="*/ 0 h 14"/>
                <a:gd name="T18" fmla="*/ 35 w 13"/>
                <a:gd name="T19" fmla="*/ 0 h 14"/>
                <a:gd name="T20" fmla="*/ 8 w 13"/>
                <a:gd name="T21" fmla="*/ 9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4">
                  <a:moveTo>
                    <a:pt x="1" y="1"/>
                  </a:moveTo>
                  <a:cubicBezTo>
                    <a:pt x="0" y="2"/>
                    <a:pt x="0" y="4"/>
                    <a:pt x="2" y="7"/>
                  </a:cubicBezTo>
                  <a:cubicBezTo>
                    <a:pt x="4" y="10"/>
                    <a:pt x="7" y="13"/>
                    <a:pt x="9" y="14"/>
                  </a:cubicBezTo>
                  <a:cubicBezTo>
                    <a:pt x="11" y="14"/>
                    <a:pt x="12" y="14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4"/>
                    <a:pt x="11" y="14"/>
                    <a:pt x="9" y="14"/>
                  </a:cubicBezTo>
                  <a:cubicBezTo>
                    <a:pt x="7" y="13"/>
                    <a:pt x="4" y="10"/>
                    <a:pt x="2" y="7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49" name="Freeform 130">
              <a:extLst>
                <a:ext uri="{FF2B5EF4-FFF2-40B4-BE49-F238E27FC236}">
                  <a16:creationId xmlns:a16="http://schemas.microsoft.com/office/drawing/2014/main" id="{0E503D29-FD2F-47D1-B88C-8B6658ABC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708"/>
              <a:ext cx="57" cy="63"/>
            </a:xfrm>
            <a:custGeom>
              <a:avLst/>
              <a:gdLst>
                <a:gd name="T0" fmla="*/ 145 w 28"/>
                <a:gd name="T1" fmla="*/ 20 h 29"/>
                <a:gd name="T2" fmla="*/ 41 w 28"/>
                <a:gd name="T3" fmla="*/ 33 h 29"/>
                <a:gd name="T4" fmla="*/ 49 w 28"/>
                <a:gd name="T5" fmla="*/ 202 h 29"/>
                <a:gd name="T6" fmla="*/ 195 w 28"/>
                <a:gd name="T7" fmla="*/ 278 h 29"/>
                <a:gd name="T8" fmla="*/ 236 w 28"/>
                <a:gd name="T9" fmla="*/ 193 h 29"/>
                <a:gd name="T10" fmla="*/ 187 w 28"/>
                <a:gd name="T11" fmla="*/ 113 h 29"/>
                <a:gd name="T12" fmla="*/ 145 w 28"/>
                <a:gd name="T13" fmla="*/ 2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7" y="2"/>
                  </a:moveTo>
                  <a:cubicBezTo>
                    <a:pt x="14" y="0"/>
                    <a:pt x="10" y="0"/>
                    <a:pt x="5" y="3"/>
                  </a:cubicBezTo>
                  <a:cubicBezTo>
                    <a:pt x="0" y="7"/>
                    <a:pt x="1" y="14"/>
                    <a:pt x="6" y="20"/>
                  </a:cubicBezTo>
                  <a:cubicBezTo>
                    <a:pt x="12" y="27"/>
                    <a:pt x="16" y="29"/>
                    <a:pt x="23" y="27"/>
                  </a:cubicBezTo>
                  <a:cubicBezTo>
                    <a:pt x="26" y="26"/>
                    <a:pt x="28" y="23"/>
                    <a:pt x="28" y="19"/>
                  </a:cubicBezTo>
                  <a:cubicBezTo>
                    <a:pt x="27" y="16"/>
                    <a:pt x="25" y="14"/>
                    <a:pt x="22" y="11"/>
                  </a:cubicBezTo>
                  <a:cubicBezTo>
                    <a:pt x="21" y="9"/>
                    <a:pt x="20" y="4"/>
                    <a:pt x="17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50" name="Freeform 131">
              <a:extLst>
                <a:ext uri="{FF2B5EF4-FFF2-40B4-BE49-F238E27FC236}">
                  <a16:creationId xmlns:a16="http://schemas.microsoft.com/office/drawing/2014/main" id="{883E0508-B7DB-4CC3-93E0-2C965B6E7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718"/>
              <a:ext cx="29" cy="35"/>
            </a:xfrm>
            <a:custGeom>
              <a:avLst/>
              <a:gdLst>
                <a:gd name="T0" fmla="*/ 124 w 14"/>
                <a:gd name="T1" fmla="*/ 149 h 16"/>
                <a:gd name="T2" fmla="*/ 116 w 14"/>
                <a:gd name="T3" fmla="*/ 158 h 16"/>
                <a:gd name="T4" fmla="*/ 35 w 14"/>
                <a:gd name="T5" fmla="*/ 96 h 16"/>
                <a:gd name="T6" fmla="*/ 17 w 14"/>
                <a:gd name="T7" fmla="*/ 9 h 16"/>
                <a:gd name="T8" fmla="*/ 52 w 14"/>
                <a:gd name="T9" fmla="*/ 9 h 16"/>
                <a:gd name="T10" fmla="*/ 52 w 14"/>
                <a:gd name="T11" fmla="*/ 9 h 16"/>
                <a:gd name="T12" fmla="*/ 17 w 14"/>
                <a:gd name="T13" fmla="*/ 9 h 16"/>
                <a:gd name="T14" fmla="*/ 25 w 14"/>
                <a:gd name="T15" fmla="*/ 96 h 16"/>
                <a:gd name="T16" fmla="*/ 116 w 14"/>
                <a:gd name="T17" fmla="*/ 168 h 16"/>
                <a:gd name="T18" fmla="*/ 124 w 14"/>
                <a:gd name="T19" fmla="*/ 149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6">
                  <a:moveTo>
                    <a:pt x="14" y="14"/>
                  </a:moveTo>
                  <a:cubicBezTo>
                    <a:pt x="14" y="15"/>
                    <a:pt x="13" y="15"/>
                    <a:pt x="13" y="15"/>
                  </a:cubicBezTo>
                  <a:cubicBezTo>
                    <a:pt x="11" y="16"/>
                    <a:pt x="8" y="15"/>
                    <a:pt x="4" y="9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0" y="2"/>
                    <a:pt x="0" y="5"/>
                    <a:pt x="3" y="9"/>
                  </a:cubicBezTo>
                  <a:cubicBezTo>
                    <a:pt x="7" y="14"/>
                    <a:pt x="11" y="16"/>
                    <a:pt x="13" y="16"/>
                  </a:cubicBezTo>
                  <a:cubicBezTo>
                    <a:pt x="13" y="15"/>
                    <a:pt x="14" y="15"/>
                    <a:pt x="14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51" name="Freeform 132">
              <a:extLst>
                <a:ext uri="{FF2B5EF4-FFF2-40B4-BE49-F238E27FC236}">
                  <a16:creationId xmlns:a16="http://schemas.microsoft.com/office/drawing/2014/main" id="{EAAE0122-218A-4E4D-99C2-8EA369820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657"/>
              <a:ext cx="45" cy="48"/>
            </a:xfrm>
            <a:custGeom>
              <a:avLst/>
              <a:gdLst>
                <a:gd name="T0" fmla="*/ 147 w 22"/>
                <a:gd name="T1" fmla="*/ 44 h 22"/>
                <a:gd name="T2" fmla="*/ 84 w 22"/>
                <a:gd name="T3" fmla="*/ 0 h 22"/>
                <a:gd name="T4" fmla="*/ 33 w 22"/>
                <a:gd name="T5" fmla="*/ 33 h 22"/>
                <a:gd name="T6" fmla="*/ 68 w 22"/>
                <a:gd name="T7" fmla="*/ 194 h 22"/>
                <a:gd name="T8" fmla="*/ 188 w 22"/>
                <a:gd name="T9" fmla="*/ 157 h 22"/>
                <a:gd name="T10" fmla="*/ 14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52" name="Freeform 133">
              <a:extLst>
                <a:ext uri="{FF2B5EF4-FFF2-40B4-BE49-F238E27FC236}">
                  <a16:creationId xmlns:a16="http://schemas.microsoft.com/office/drawing/2014/main" id="{234630E9-BEB8-4E47-A4AE-8D493D23B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666"/>
              <a:ext cx="23" cy="26"/>
            </a:xfrm>
            <a:custGeom>
              <a:avLst/>
              <a:gdLst>
                <a:gd name="T0" fmla="*/ 100 w 11"/>
                <a:gd name="T1" fmla="*/ 72 h 12"/>
                <a:gd name="T2" fmla="*/ 84 w 11"/>
                <a:gd name="T3" fmla="*/ 113 h 12"/>
                <a:gd name="T4" fmla="*/ 17 w 11"/>
                <a:gd name="T5" fmla="*/ 80 h 12"/>
                <a:gd name="T6" fmla="*/ 8 w 11"/>
                <a:gd name="T7" fmla="*/ 20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20 h 12"/>
                <a:gd name="T14" fmla="*/ 17 w 11"/>
                <a:gd name="T15" fmla="*/ 80 h 12"/>
                <a:gd name="T16" fmla="*/ 84 w 11"/>
                <a:gd name="T17" fmla="*/ 113 h 12"/>
                <a:gd name="T18" fmla="*/ 100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5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53" name="Freeform 134">
              <a:extLst>
                <a:ext uri="{FF2B5EF4-FFF2-40B4-BE49-F238E27FC236}">
                  <a16:creationId xmlns:a16="http://schemas.microsoft.com/office/drawing/2014/main" id="{5F4B0551-41F9-4FE9-BD0E-A0B97918F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3145"/>
              <a:ext cx="35" cy="72"/>
            </a:xfrm>
            <a:custGeom>
              <a:avLst/>
              <a:gdLst>
                <a:gd name="T0" fmla="*/ 97 w 17"/>
                <a:gd name="T1" fmla="*/ 33 h 33"/>
                <a:gd name="T2" fmla="*/ 8 w 17"/>
                <a:gd name="T3" fmla="*/ 61 h 33"/>
                <a:gd name="T4" fmla="*/ 16 w 17"/>
                <a:gd name="T5" fmla="*/ 247 h 33"/>
                <a:gd name="T6" fmla="*/ 97 w 17"/>
                <a:gd name="T7" fmla="*/ 343 h 33"/>
                <a:gd name="T8" fmla="*/ 97 w 17"/>
                <a:gd name="T9" fmla="*/ 3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3">
                  <a:moveTo>
                    <a:pt x="11" y="3"/>
                  </a:moveTo>
                  <a:cubicBezTo>
                    <a:pt x="7" y="0"/>
                    <a:pt x="3" y="1"/>
                    <a:pt x="1" y="6"/>
                  </a:cubicBezTo>
                  <a:cubicBezTo>
                    <a:pt x="0" y="10"/>
                    <a:pt x="0" y="18"/>
                    <a:pt x="2" y="24"/>
                  </a:cubicBezTo>
                  <a:cubicBezTo>
                    <a:pt x="5" y="32"/>
                    <a:pt x="8" y="33"/>
                    <a:pt x="11" y="33"/>
                  </a:cubicBezTo>
                  <a:cubicBezTo>
                    <a:pt x="17" y="32"/>
                    <a:pt x="17" y="11"/>
                    <a:pt x="11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54" name="Freeform 135">
              <a:extLst>
                <a:ext uri="{FF2B5EF4-FFF2-40B4-BE49-F238E27FC236}">
                  <a16:creationId xmlns:a16="http://schemas.microsoft.com/office/drawing/2014/main" id="{D3B961A4-4176-450A-B098-8290485A4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160"/>
              <a:ext cx="12" cy="42"/>
            </a:xfrm>
            <a:custGeom>
              <a:avLst/>
              <a:gdLst>
                <a:gd name="T0" fmla="*/ 24 w 6"/>
                <a:gd name="T1" fmla="*/ 0 h 19"/>
                <a:gd name="T2" fmla="*/ 8 w 6"/>
                <a:gd name="T3" fmla="*/ 64 h 19"/>
                <a:gd name="T4" fmla="*/ 24 w 6"/>
                <a:gd name="T5" fmla="*/ 186 h 19"/>
                <a:gd name="T6" fmla="*/ 48 w 6"/>
                <a:gd name="T7" fmla="*/ 206 h 19"/>
                <a:gd name="T8" fmla="*/ 48 w 6"/>
                <a:gd name="T9" fmla="*/ 206 h 19"/>
                <a:gd name="T10" fmla="*/ 24 w 6"/>
                <a:gd name="T11" fmla="*/ 186 h 19"/>
                <a:gd name="T12" fmla="*/ 8 w 6"/>
                <a:gd name="T13" fmla="*/ 64 h 19"/>
                <a:gd name="T14" fmla="*/ 32 w 6"/>
                <a:gd name="T15" fmla="*/ 0 h 19"/>
                <a:gd name="T16" fmla="*/ 48 w 6"/>
                <a:gd name="T17" fmla="*/ 20 h 19"/>
                <a:gd name="T18" fmla="*/ 48 w 6"/>
                <a:gd name="T19" fmla="*/ 20 h 19"/>
                <a:gd name="T20" fmla="*/ 24 w 6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2" y="0"/>
                    <a:pt x="1" y="2"/>
                    <a:pt x="1" y="6"/>
                  </a:cubicBezTo>
                  <a:cubicBezTo>
                    <a:pt x="0" y="9"/>
                    <a:pt x="1" y="14"/>
                    <a:pt x="3" y="17"/>
                  </a:cubicBezTo>
                  <a:cubicBezTo>
                    <a:pt x="4" y="19"/>
                    <a:pt x="5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9"/>
                    <a:pt x="4" y="19"/>
                    <a:pt x="3" y="17"/>
                  </a:cubicBezTo>
                  <a:cubicBezTo>
                    <a:pt x="1" y="14"/>
                    <a:pt x="1" y="9"/>
                    <a:pt x="1" y="6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0"/>
                    <a:pt x="5" y="0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55" name="Freeform 136">
              <a:extLst>
                <a:ext uri="{FF2B5EF4-FFF2-40B4-BE49-F238E27FC236}">
                  <a16:creationId xmlns:a16="http://schemas.microsoft.com/office/drawing/2014/main" id="{765D2298-70ED-4868-A1EA-C355989D0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175"/>
              <a:ext cx="46" cy="49"/>
            </a:xfrm>
            <a:custGeom>
              <a:avLst/>
              <a:gdLst>
                <a:gd name="T0" fmla="*/ 157 w 22"/>
                <a:gd name="T1" fmla="*/ 45 h 22"/>
                <a:gd name="T2" fmla="*/ 92 w 22"/>
                <a:gd name="T3" fmla="*/ 9 h 22"/>
                <a:gd name="T4" fmla="*/ 27 w 22"/>
                <a:gd name="T5" fmla="*/ 45 h 22"/>
                <a:gd name="T6" fmla="*/ 84 w 22"/>
                <a:gd name="T7" fmla="*/ 209 h 22"/>
                <a:gd name="T8" fmla="*/ 201 w 22"/>
                <a:gd name="T9" fmla="*/ 154 h 22"/>
                <a:gd name="T10" fmla="*/ 157 w 22"/>
                <a:gd name="T11" fmla="*/ 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4" y="2"/>
                    <a:pt x="12" y="0"/>
                    <a:pt x="10" y="1"/>
                  </a:cubicBezTo>
                  <a:cubicBezTo>
                    <a:pt x="7" y="1"/>
                    <a:pt x="5" y="2"/>
                    <a:pt x="3" y="4"/>
                  </a:cubicBezTo>
                  <a:cubicBezTo>
                    <a:pt x="0" y="9"/>
                    <a:pt x="3" y="17"/>
                    <a:pt x="9" y="19"/>
                  </a:cubicBezTo>
                  <a:cubicBezTo>
                    <a:pt x="16" y="22"/>
                    <a:pt x="22" y="18"/>
                    <a:pt x="22" y="14"/>
                  </a:cubicBezTo>
                  <a:cubicBezTo>
                    <a:pt x="22" y="10"/>
                    <a:pt x="21" y="8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56" name="Freeform 137">
              <a:extLst>
                <a:ext uri="{FF2B5EF4-FFF2-40B4-BE49-F238E27FC236}">
                  <a16:creationId xmlns:a16="http://schemas.microsoft.com/office/drawing/2014/main" id="{26197E73-900A-4B4F-8651-D7F62367E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3186"/>
              <a:ext cx="24" cy="24"/>
            </a:xfrm>
            <a:custGeom>
              <a:avLst/>
              <a:gdLst>
                <a:gd name="T0" fmla="*/ 88 w 12"/>
                <a:gd name="T1" fmla="*/ 61 h 11"/>
                <a:gd name="T2" fmla="*/ 80 w 12"/>
                <a:gd name="T3" fmla="*/ 105 h 11"/>
                <a:gd name="T4" fmla="*/ 24 w 12"/>
                <a:gd name="T5" fmla="*/ 81 h 11"/>
                <a:gd name="T6" fmla="*/ 8 w 12"/>
                <a:gd name="T7" fmla="*/ 20 h 11"/>
                <a:gd name="T8" fmla="*/ 24 w 12"/>
                <a:gd name="T9" fmla="*/ 0 h 11"/>
                <a:gd name="T10" fmla="*/ 24 w 12"/>
                <a:gd name="T11" fmla="*/ 0 h 11"/>
                <a:gd name="T12" fmla="*/ 8 w 12"/>
                <a:gd name="T13" fmla="*/ 20 h 11"/>
                <a:gd name="T14" fmla="*/ 24 w 12"/>
                <a:gd name="T15" fmla="*/ 81 h 11"/>
                <a:gd name="T16" fmla="*/ 80 w 12"/>
                <a:gd name="T17" fmla="*/ 105 h 11"/>
                <a:gd name="T18" fmla="*/ 88 w 12"/>
                <a:gd name="T19" fmla="*/ 6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2" y="8"/>
                    <a:pt x="11" y="9"/>
                    <a:pt x="10" y="10"/>
                  </a:cubicBezTo>
                  <a:cubicBezTo>
                    <a:pt x="8" y="11"/>
                    <a:pt x="5" y="11"/>
                    <a:pt x="3" y="8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5" y="11"/>
                    <a:pt x="8" y="11"/>
                    <a:pt x="10" y="10"/>
                  </a:cubicBezTo>
                  <a:cubicBezTo>
                    <a:pt x="12" y="9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57" name="Freeform 138">
              <a:extLst>
                <a:ext uri="{FF2B5EF4-FFF2-40B4-BE49-F238E27FC236}">
                  <a16:creationId xmlns:a16="http://schemas.microsoft.com/office/drawing/2014/main" id="{90F80D2F-7C81-4EC3-9AF1-712051FB4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3202"/>
              <a:ext cx="44" cy="50"/>
            </a:xfrm>
            <a:custGeom>
              <a:avLst/>
              <a:gdLst>
                <a:gd name="T0" fmla="*/ 157 w 21"/>
                <a:gd name="T1" fmla="*/ 61 h 23"/>
                <a:gd name="T2" fmla="*/ 101 w 21"/>
                <a:gd name="T3" fmla="*/ 9 h 23"/>
                <a:gd name="T4" fmla="*/ 36 w 21"/>
                <a:gd name="T5" fmla="*/ 33 h 23"/>
                <a:gd name="T6" fmla="*/ 65 w 21"/>
                <a:gd name="T7" fmla="*/ 193 h 23"/>
                <a:gd name="T8" fmla="*/ 184 w 21"/>
                <a:gd name="T9" fmla="*/ 174 h 23"/>
                <a:gd name="T10" fmla="*/ 157 w 21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5" y="3"/>
                    <a:pt x="14" y="1"/>
                    <a:pt x="11" y="1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6"/>
                    <a:pt x="1" y="15"/>
                    <a:pt x="7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1" y="13"/>
                    <a:pt x="21" y="11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58" name="Freeform 139">
              <a:extLst>
                <a:ext uri="{FF2B5EF4-FFF2-40B4-BE49-F238E27FC236}">
                  <a16:creationId xmlns:a16="http://schemas.microsoft.com/office/drawing/2014/main" id="{2831825A-CD85-4412-8D70-60DD2CA78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213"/>
              <a:ext cx="22" cy="26"/>
            </a:xfrm>
            <a:custGeom>
              <a:avLst/>
              <a:gdLst>
                <a:gd name="T0" fmla="*/ 80 w 11"/>
                <a:gd name="T1" fmla="*/ 72 h 12"/>
                <a:gd name="T2" fmla="*/ 64 w 11"/>
                <a:gd name="T3" fmla="*/ 113 h 12"/>
                <a:gd name="T4" fmla="*/ 16 w 11"/>
                <a:gd name="T5" fmla="*/ 80 h 12"/>
                <a:gd name="T6" fmla="*/ 8 w 11"/>
                <a:gd name="T7" fmla="*/ 20 h 12"/>
                <a:gd name="T8" fmla="*/ 32 w 11"/>
                <a:gd name="T9" fmla="*/ 0 h 12"/>
                <a:gd name="T10" fmla="*/ 32 w 11"/>
                <a:gd name="T11" fmla="*/ 0 h 12"/>
                <a:gd name="T12" fmla="*/ 8 w 11"/>
                <a:gd name="T13" fmla="*/ 20 h 12"/>
                <a:gd name="T14" fmla="*/ 8 w 11"/>
                <a:gd name="T15" fmla="*/ 80 h 12"/>
                <a:gd name="T16" fmla="*/ 64 w 11"/>
                <a:gd name="T17" fmla="*/ 113 h 12"/>
                <a:gd name="T18" fmla="*/ 80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0" y="7"/>
                  </a:moveTo>
                  <a:cubicBezTo>
                    <a:pt x="11" y="9"/>
                    <a:pt x="10" y="11"/>
                    <a:pt x="8" y="11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1"/>
                  </a:cubicBezTo>
                  <a:cubicBezTo>
                    <a:pt x="10" y="11"/>
                    <a:pt x="11" y="9"/>
                    <a:pt x="10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59" name="Freeform 140">
              <a:extLst>
                <a:ext uri="{FF2B5EF4-FFF2-40B4-BE49-F238E27FC236}">
                  <a16:creationId xmlns:a16="http://schemas.microsoft.com/office/drawing/2014/main" id="{897DE676-DFFC-4932-B2B9-9CB72FEF2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3062"/>
              <a:ext cx="45" cy="50"/>
            </a:xfrm>
            <a:custGeom>
              <a:avLst/>
              <a:gdLst>
                <a:gd name="T0" fmla="*/ 155 w 22"/>
                <a:gd name="T1" fmla="*/ 174 h 23"/>
                <a:gd name="T2" fmla="*/ 180 w 22"/>
                <a:gd name="T3" fmla="*/ 93 h 23"/>
                <a:gd name="T4" fmla="*/ 147 w 22"/>
                <a:gd name="T5" fmla="*/ 33 h 23"/>
                <a:gd name="T6" fmla="*/ 16 w 22"/>
                <a:gd name="T7" fmla="*/ 113 h 23"/>
                <a:gd name="T8" fmla="*/ 76 w 22"/>
                <a:gd name="T9" fmla="*/ 237 h 23"/>
                <a:gd name="T10" fmla="*/ 155 w 22"/>
                <a:gd name="T11" fmla="*/ 17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17"/>
                  </a:moveTo>
                  <a:cubicBezTo>
                    <a:pt x="20" y="14"/>
                    <a:pt x="22" y="12"/>
                    <a:pt x="21" y="9"/>
                  </a:cubicBezTo>
                  <a:cubicBezTo>
                    <a:pt x="21" y="7"/>
                    <a:pt x="20" y="4"/>
                    <a:pt x="17" y="3"/>
                  </a:cubicBezTo>
                  <a:cubicBezTo>
                    <a:pt x="12" y="0"/>
                    <a:pt x="5" y="4"/>
                    <a:pt x="2" y="11"/>
                  </a:cubicBezTo>
                  <a:cubicBezTo>
                    <a:pt x="0" y="17"/>
                    <a:pt x="4" y="23"/>
                    <a:pt x="9" y="23"/>
                  </a:cubicBezTo>
                  <a:cubicBezTo>
                    <a:pt x="13" y="23"/>
                    <a:pt x="15" y="21"/>
                    <a:pt x="18" y="17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60" name="Freeform 141">
              <a:extLst>
                <a:ext uri="{FF2B5EF4-FFF2-40B4-BE49-F238E27FC236}">
                  <a16:creationId xmlns:a16="http://schemas.microsoft.com/office/drawing/2014/main" id="{3D2EC1DD-2CDA-47F1-8153-33C9346D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3077"/>
              <a:ext cx="23" cy="26"/>
            </a:xfrm>
            <a:custGeom>
              <a:avLst/>
              <a:gdLst>
                <a:gd name="T0" fmla="*/ 56 w 11"/>
                <a:gd name="T1" fmla="*/ 113 h 12"/>
                <a:gd name="T2" fmla="*/ 8 w 11"/>
                <a:gd name="T3" fmla="*/ 104 h 12"/>
                <a:gd name="T4" fmla="*/ 27 w 11"/>
                <a:gd name="T5" fmla="*/ 33 h 12"/>
                <a:gd name="T6" fmla="*/ 75 w 11"/>
                <a:gd name="T7" fmla="*/ 0 h 12"/>
                <a:gd name="T8" fmla="*/ 100 w 11"/>
                <a:gd name="T9" fmla="*/ 20 h 12"/>
                <a:gd name="T10" fmla="*/ 100 w 11"/>
                <a:gd name="T11" fmla="*/ 20 h 12"/>
                <a:gd name="T12" fmla="*/ 75 w 11"/>
                <a:gd name="T13" fmla="*/ 0 h 12"/>
                <a:gd name="T14" fmla="*/ 27 w 11"/>
                <a:gd name="T15" fmla="*/ 20 h 12"/>
                <a:gd name="T16" fmla="*/ 8 w 11"/>
                <a:gd name="T17" fmla="*/ 104 h 12"/>
                <a:gd name="T18" fmla="*/ 56 w 11"/>
                <a:gd name="T19" fmla="*/ 11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6" y="11"/>
                  </a:moveTo>
                  <a:cubicBezTo>
                    <a:pt x="4" y="12"/>
                    <a:pt x="2" y="11"/>
                    <a:pt x="1" y="10"/>
                  </a:cubicBezTo>
                  <a:cubicBezTo>
                    <a:pt x="0" y="8"/>
                    <a:pt x="0" y="5"/>
                    <a:pt x="3" y="3"/>
                  </a:cubicBezTo>
                  <a:cubicBezTo>
                    <a:pt x="5" y="0"/>
                    <a:pt x="7" y="0"/>
                    <a:pt x="8" y="0"/>
                  </a:cubicBezTo>
                  <a:cubicBezTo>
                    <a:pt x="10" y="0"/>
                    <a:pt x="11" y="1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7" y="0"/>
                    <a:pt x="5" y="0"/>
                    <a:pt x="3" y="2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2" y="11"/>
                    <a:pt x="4" y="12"/>
                    <a:pt x="6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1" name="Freeform 142">
              <a:extLst>
                <a:ext uri="{FF2B5EF4-FFF2-40B4-BE49-F238E27FC236}">
                  <a16:creationId xmlns:a16="http://schemas.microsoft.com/office/drawing/2014/main" id="{C4CD770C-F951-43D5-BCC8-DCAA8C304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992"/>
              <a:ext cx="39" cy="52"/>
            </a:xfrm>
            <a:custGeom>
              <a:avLst/>
              <a:gdLst>
                <a:gd name="T0" fmla="*/ 148 w 19"/>
                <a:gd name="T1" fmla="*/ 156 h 24"/>
                <a:gd name="T2" fmla="*/ 156 w 19"/>
                <a:gd name="T3" fmla="*/ 72 h 24"/>
                <a:gd name="T4" fmla="*/ 113 w 19"/>
                <a:gd name="T5" fmla="*/ 20 h 24"/>
                <a:gd name="T6" fmla="*/ 0 w 19"/>
                <a:gd name="T7" fmla="*/ 132 h 24"/>
                <a:gd name="T8" fmla="*/ 76 w 19"/>
                <a:gd name="T9" fmla="*/ 234 h 24"/>
                <a:gd name="T10" fmla="*/ 148 w 19"/>
                <a:gd name="T11" fmla="*/ 1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7" y="15"/>
                  </a:moveTo>
                  <a:cubicBezTo>
                    <a:pt x="18" y="12"/>
                    <a:pt x="19" y="10"/>
                    <a:pt x="18" y="7"/>
                  </a:cubicBezTo>
                  <a:cubicBezTo>
                    <a:pt x="17" y="5"/>
                    <a:pt x="16" y="3"/>
                    <a:pt x="13" y="2"/>
                  </a:cubicBezTo>
                  <a:cubicBezTo>
                    <a:pt x="7" y="0"/>
                    <a:pt x="1" y="6"/>
                    <a:pt x="0" y="13"/>
                  </a:cubicBezTo>
                  <a:cubicBezTo>
                    <a:pt x="0" y="20"/>
                    <a:pt x="5" y="24"/>
                    <a:pt x="9" y="23"/>
                  </a:cubicBezTo>
                  <a:cubicBezTo>
                    <a:pt x="13" y="22"/>
                    <a:pt x="15" y="20"/>
                    <a:pt x="17" y="1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62" name="Freeform 143">
              <a:extLst>
                <a:ext uri="{FF2B5EF4-FFF2-40B4-BE49-F238E27FC236}">
                  <a16:creationId xmlns:a16="http://schemas.microsoft.com/office/drawing/2014/main" id="{E394F537-A553-46F8-9786-07DB5CD91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005"/>
              <a:ext cx="21" cy="28"/>
            </a:xfrm>
            <a:custGeom>
              <a:avLst/>
              <a:gdLst>
                <a:gd name="T0" fmla="*/ 67 w 10"/>
                <a:gd name="T1" fmla="*/ 121 h 13"/>
                <a:gd name="T2" fmla="*/ 27 w 10"/>
                <a:gd name="T3" fmla="*/ 121 h 13"/>
                <a:gd name="T4" fmla="*/ 17 w 10"/>
                <a:gd name="T5" fmla="*/ 41 h 13"/>
                <a:gd name="T6" fmla="*/ 67 w 10"/>
                <a:gd name="T7" fmla="*/ 9 h 13"/>
                <a:gd name="T8" fmla="*/ 92 w 10"/>
                <a:gd name="T9" fmla="*/ 19 h 13"/>
                <a:gd name="T10" fmla="*/ 92 w 10"/>
                <a:gd name="T11" fmla="*/ 19 h 13"/>
                <a:gd name="T12" fmla="*/ 67 w 10"/>
                <a:gd name="T13" fmla="*/ 0 h 13"/>
                <a:gd name="T14" fmla="*/ 17 w 10"/>
                <a:gd name="T15" fmla="*/ 41 h 13"/>
                <a:gd name="T16" fmla="*/ 17 w 10"/>
                <a:gd name="T17" fmla="*/ 121 h 13"/>
                <a:gd name="T18" fmla="*/ 67 w 10"/>
                <a:gd name="T19" fmla="*/ 12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7" y="12"/>
                  </a:moveTo>
                  <a:cubicBezTo>
                    <a:pt x="5" y="13"/>
                    <a:pt x="4" y="13"/>
                    <a:pt x="3" y="12"/>
                  </a:cubicBezTo>
                  <a:cubicBezTo>
                    <a:pt x="1" y="10"/>
                    <a:pt x="0" y="8"/>
                    <a:pt x="2" y="4"/>
                  </a:cubicBezTo>
                  <a:cubicBezTo>
                    <a:pt x="4" y="1"/>
                    <a:pt x="6" y="1"/>
                    <a:pt x="7" y="1"/>
                  </a:cubicBezTo>
                  <a:cubicBezTo>
                    <a:pt x="8" y="0"/>
                    <a:pt x="10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8" y="0"/>
                    <a:pt x="7" y="0"/>
                  </a:cubicBezTo>
                  <a:cubicBezTo>
                    <a:pt x="6" y="0"/>
                    <a:pt x="4" y="1"/>
                    <a:pt x="2" y="4"/>
                  </a:cubicBezTo>
                  <a:cubicBezTo>
                    <a:pt x="0" y="8"/>
                    <a:pt x="1" y="11"/>
                    <a:pt x="2" y="12"/>
                  </a:cubicBezTo>
                  <a:cubicBezTo>
                    <a:pt x="4" y="13"/>
                    <a:pt x="5" y="13"/>
                    <a:pt x="7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3" name="Freeform 144">
              <a:extLst>
                <a:ext uri="{FF2B5EF4-FFF2-40B4-BE49-F238E27FC236}">
                  <a16:creationId xmlns:a16="http://schemas.microsoft.com/office/drawing/2014/main" id="{336D7E4D-183B-4191-8B1F-F017D19DB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3134"/>
              <a:ext cx="53" cy="68"/>
            </a:xfrm>
            <a:custGeom>
              <a:avLst/>
              <a:gdLst>
                <a:gd name="T0" fmla="*/ 212 w 26"/>
                <a:gd name="T1" fmla="*/ 169 h 31"/>
                <a:gd name="T2" fmla="*/ 212 w 26"/>
                <a:gd name="T3" fmla="*/ 86 h 31"/>
                <a:gd name="T4" fmla="*/ 49 w 26"/>
                <a:gd name="T5" fmla="*/ 97 h 31"/>
                <a:gd name="T6" fmla="*/ 24 w 26"/>
                <a:gd name="T7" fmla="*/ 294 h 31"/>
                <a:gd name="T8" fmla="*/ 112 w 26"/>
                <a:gd name="T9" fmla="*/ 307 h 31"/>
                <a:gd name="T10" fmla="*/ 171 w 26"/>
                <a:gd name="T11" fmla="*/ 230 h 31"/>
                <a:gd name="T12" fmla="*/ 212 w 26"/>
                <a:gd name="T13" fmla="*/ 16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25" y="16"/>
                  </a:moveTo>
                  <a:cubicBezTo>
                    <a:pt x="26" y="13"/>
                    <a:pt x="26" y="10"/>
                    <a:pt x="25" y="8"/>
                  </a:cubicBezTo>
                  <a:cubicBezTo>
                    <a:pt x="22" y="0"/>
                    <a:pt x="12" y="2"/>
                    <a:pt x="6" y="9"/>
                  </a:cubicBezTo>
                  <a:cubicBezTo>
                    <a:pt x="0" y="15"/>
                    <a:pt x="0" y="25"/>
                    <a:pt x="3" y="28"/>
                  </a:cubicBezTo>
                  <a:cubicBezTo>
                    <a:pt x="6" y="31"/>
                    <a:pt x="9" y="31"/>
                    <a:pt x="13" y="29"/>
                  </a:cubicBezTo>
                  <a:cubicBezTo>
                    <a:pt x="16" y="27"/>
                    <a:pt x="18" y="24"/>
                    <a:pt x="20" y="22"/>
                  </a:cubicBezTo>
                  <a:cubicBezTo>
                    <a:pt x="21" y="20"/>
                    <a:pt x="24" y="18"/>
                    <a:pt x="25" y="1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64" name="Freeform 145">
              <a:extLst>
                <a:ext uri="{FF2B5EF4-FFF2-40B4-BE49-F238E27FC236}">
                  <a16:creationId xmlns:a16="http://schemas.microsoft.com/office/drawing/2014/main" id="{CE07F492-1B8B-4114-B98D-3F72B1F8B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3154"/>
              <a:ext cx="27" cy="32"/>
            </a:xfrm>
            <a:custGeom>
              <a:avLst/>
              <a:gdLst>
                <a:gd name="T0" fmla="*/ 108 w 13"/>
                <a:gd name="T1" fmla="*/ 9 h 15"/>
                <a:gd name="T2" fmla="*/ 52 w 13"/>
                <a:gd name="T3" fmla="*/ 28 h 15"/>
                <a:gd name="T4" fmla="*/ 8 w 13"/>
                <a:gd name="T5" fmla="*/ 105 h 15"/>
                <a:gd name="T6" fmla="*/ 17 w 13"/>
                <a:gd name="T7" fmla="*/ 145 h 15"/>
                <a:gd name="T8" fmla="*/ 17 w 13"/>
                <a:gd name="T9" fmla="*/ 145 h 15"/>
                <a:gd name="T10" fmla="*/ 8 w 13"/>
                <a:gd name="T11" fmla="*/ 105 h 15"/>
                <a:gd name="T12" fmla="*/ 52 w 13"/>
                <a:gd name="T13" fmla="*/ 28 h 15"/>
                <a:gd name="T14" fmla="*/ 108 w 13"/>
                <a:gd name="T15" fmla="*/ 9 h 15"/>
                <a:gd name="T16" fmla="*/ 116 w 13"/>
                <a:gd name="T17" fmla="*/ 28 h 15"/>
                <a:gd name="T18" fmla="*/ 116 w 13"/>
                <a:gd name="T19" fmla="*/ 28 h 15"/>
                <a:gd name="T20" fmla="*/ 108 w 13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5">
                  <a:moveTo>
                    <a:pt x="12" y="1"/>
                  </a:moveTo>
                  <a:cubicBezTo>
                    <a:pt x="10" y="0"/>
                    <a:pt x="8" y="1"/>
                    <a:pt x="6" y="3"/>
                  </a:cubicBezTo>
                  <a:cubicBezTo>
                    <a:pt x="3" y="5"/>
                    <a:pt x="1" y="9"/>
                    <a:pt x="1" y="11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4"/>
                    <a:pt x="1" y="13"/>
                    <a:pt x="1" y="11"/>
                  </a:cubicBezTo>
                  <a:cubicBezTo>
                    <a:pt x="1" y="9"/>
                    <a:pt x="3" y="5"/>
                    <a:pt x="6" y="3"/>
                  </a:cubicBezTo>
                  <a:cubicBezTo>
                    <a:pt x="8" y="1"/>
                    <a:pt x="10" y="0"/>
                    <a:pt x="12" y="1"/>
                  </a:cubicBezTo>
                  <a:cubicBezTo>
                    <a:pt x="12" y="1"/>
                    <a:pt x="13" y="2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2"/>
                    <a:pt x="13" y="1"/>
                    <a:pt x="1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5" name="Freeform 146">
              <a:extLst>
                <a:ext uri="{FF2B5EF4-FFF2-40B4-BE49-F238E27FC236}">
                  <a16:creationId xmlns:a16="http://schemas.microsoft.com/office/drawing/2014/main" id="{470F92AE-002C-4BF2-ACCB-8A41553B8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834"/>
              <a:ext cx="45" cy="70"/>
            </a:xfrm>
            <a:custGeom>
              <a:avLst/>
              <a:gdLst>
                <a:gd name="T0" fmla="*/ 68 w 22"/>
                <a:gd name="T1" fmla="*/ 33 h 32"/>
                <a:gd name="T2" fmla="*/ 0 w 22"/>
                <a:gd name="T3" fmla="*/ 85 h 32"/>
                <a:gd name="T4" fmla="*/ 51 w 22"/>
                <a:gd name="T5" fmla="*/ 263 h 32"/>
                <a:gd name="T6" fmla="*/ 147 w 22"/>
                <a:gd name="T7" fmla="*/ 326 h 32"/>
                <a:gd name="T8" fmla="*/ 68 w 22"/>
                <a:gd name="T9" fmla="*/ 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8" y="3"/>
                  </a:moveTo>
                  <a:cubicBezTo>
                    <a:pt x="4" y="0"/>
                    <a:pt x="1" y="3"/>
                    <a:pt x="0" y="8"/>
                  </a:cubicBezTo>
                  <a:cubicBezTo>
                    <a:pt x="0" y="12"/>
                    <a:pt x="3" y="20"/>
                    <a:pt x="6" y="25"/>
                  </a:cubicBezTo>
                  <a:cubicBezTo>
                    <a:pt x="11" y="32"/>
                    <a:pt x="14" y="32"/>
                    <a:pt x="17" y="31"/>
                  </a:cubicBezTo>
                  <a:cubicBezTo>
                    <a:pt x="22" y="28"/>
                    <a:pt x="17" y="8"/>
                    <a:pt x="8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66" name="Freeform 147">
              <a:extLst>
                <a:ext uri="{FF2B5EF4-FFF2-40B4-BE49-F238E27FC236}">
                  <a16:creationId xmlns:a16="http://schemas.microsoft.com/office/drawing/2014/main" id="{3E03EBC2-4CDC-4FDA-88D5-08CEF0E97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847"/>
              <a:ext cx="19" cy="42"/>
            </a:xfrm>
            <a:custGeom>
              <a:avLst/>
              <a:gdLst>
                <a:gd name="T0" fmla="*/ 8 w 9"/>
                <a:gd name="T1" fmla="*/ 9 h 19"/>
                <a:gd name="T2" fmla="*/ 0 w 9"/>
                <a:gd name="T3" fmla="*/ 73 h 19"/>
                <a:gd name="T4" fmla="*/ 57 w 9"/>
                <a:gd name="T5" fmla="*/ 195 h 19"/>
                <a:gd name="T6" fmla="*/ 84 w 9"/>
                <a:gd name="T7" fmla="*/ 206 h 19"/>
                <a:gd name="T8" fmla="*/ 84 w 9"/>
                <a:gd name="T9" fmla="*/ 206 h 19"/>
                <a:gd name="T10" fmla="*/ 57 w 9"/>
                <a:gd name="T11" fmla="*/ 195 h 19"/>
                <a:gd name="T12" fmla="*/ 8 w 9"/>
                <a:gd name="T13" fmla="*/ 73 h 19"/>
                <a:gd name="T14" fmla="*/ 8 w 9"/>
                <a:gd name="T15" fmla="*/ 9 h 19"/>
                <a:gd name="T16" fmla="*/ 36 w 9"/>
                <a:gd name="T17" fmla="*/ 20 h 19"/>
                <a:gd name="T18" fmla="*/ 36 w 9"/>
                <a:gd name="T19" fmla="*/ 20 h 19"/>
                <a:gd name="T20" fmla="*/ 8 w 9"/>
                <a:gd name="T21" fmla="*/ 9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9">
                  <a:moveTo>
                    <a:pt x="1" y="1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1" y="11"/>
                    <a:pt x="3" y="16"/>
                    <a:pt x="6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8" y="19"/>
                    <a:pt x="7" y="19"/>
                    <a:pt x="6" y="18"/>
                  </a:cubicBezTo>
                  <a:cubicBezTo>
                    <a:pt x="3" y="15"/>
                    <a:pt x="1" y="11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7" name="Freeform 148">
              <a:extLst>
                <a:ext uri="{FF2B5EF4-FFF2-40B4-BE49-F238E27FC236}">
                  <a16:creationId xmlns:a16="http://schemas.microsoft.com/office/drawing/2014/main" id="{D61B22EF-CF7F-4F90-8A5B-0C13620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3016"/>
              <a:ext cx="45" cy="50"/>
            </a:xfrm>
            <a:custGeom>
              <a:avLst/>
              <a:gdLst>
                <a:gd name="T0" fmla="*/ 164 w 22"/>
                <a:gd name="T1" fmla="*/ 165 h 23"/>
                <a:gd name="T2" fmla="*/ 180 w 22"/>
                <a:gd name="T3" fmla="*/ 93 h 23"/>
                <a:gd name="T4" fmla="*/ 147 w 22"/>
                <a:gd name="T5" fmla="*/ 33 h 23"/>
                <a:gd name="T6" fmla="*/ 25 w 22"/>
                <a:gd name="T7" fmla="*/ 104 h 23"/>
                <a:gd name="T8" fmla="*/ 76 w 22"/>
                <a:gd name="T9" fmla="*/ 237 h 23"/>
                <a:gd name="T10" fmla="*/ 164 w 22"/>
                <a:gd name="T11" fmla="*/ 16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9" y="16"/>
                  </a:moveTo>
                  <a:cubicBezTo>
                    <a:pt x="20" y="14"/>
                    <a:pt x="22" y="12"/>
                    <a:pt x="21" y="9"/>
                  </a:cubicBezTo>
                  <a:cubicBezTo>
                    <a:pt x="21" y="7"/>
                    <a:pt x="20" y="4"/>
                    <a:pt x="17" y="3"/>
                  </a:cubicBezTo>
                  <a:cubicBezTo>
                    <a:pt x="12" y="0"/>
                    <a:pt x="5" y="4"/>
                    <a:pt x="3" y="10"/>
                  </a:cubicBezTo>
                  <a:cubicBezTo>
                    <a:pt x="0" y="17"/>
                    <a:pt x="5" y="23"/>
                    <a:pt x="9" y="23"/>
                  </a:cubicBezTo>
                  <a:cubicBezTo>
                    <a:pt x="13" y="23"/>
                    <a:pt x="15" y="21"/>
                    <a:pt x="19" y="1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68" name="Freeform 149">
              <a:extLst>
                <a:ext uri="{FF2B5EF4-FFF2-40B4-BE49-F238E27FC236}">
                  <a16:creationId xmlns:a16="http://schemas.microsoft.com/office/drawing/2014/main" id="{FE4A28AE-4111-4314-BC4B-3459A7C48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3029"/>
              <a:ext cx="22" cy="28"/>
            </a:xfrm>
            <a:custGeom>
              <a:avLst/>
              <a:gdLst>
                <a:gd name="T0" fmla="*/ 48 w 11"/>
                <a:gd name="T1" fmla="*/ 121 h 13"/>
                <a:gd name="T2" fmla="*/ 16 w 11"/>
                <a:gd name="T3" fmla="*/ 112 h 13"/>
                <a:gd name="T4" fmla="*/ 24 w 11"/>
                <a:gd name="T5" fmla="*/ 28 h 13"/>
                <a:gd name="T6" fmla="*/ 64 w 11"/>
                <a:gd name="T7" fmla="*/ 9 h 13"/>
                <a:gd name="T8" fmla="*/ 88 w 11"/>
                <a:gd name="T9" fmla="*/ 28 h 13"/>
                <a:gd name="T10" fmla="*/ 88 w 11"/>
                <a:gd name="T11" fmla="*/ 28 h 13"/>
                <a:gd name="T12" fmla="*/ 64 w 11"/>
                <a:gd name="T13" fmla="*/ 9 h 13"/>
                <a:gd name="T14" fmla="*/ 24 w 11"/>
                <a:gd name="T15" fmla="*/ 28 h 13"/>
                <a:gd name="T16" fmla="*/ 8 w 11"/>
                <a:gd name="T17" fmla="*/ 112 h 13"/>
                <a:gd name="T18" fmla="*/ 48 w 11"/>
                <a:gd name="T19" fmla="*/ 12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6" y="12"/>
                  </a:moveTo>
                  <a:cubicBezTo>
                    <a:pt x="4" y="12"/>
                    <a:pt x="3" y="12"/>
                    <a:pt x="2" y="11"/>
                  </a:cubicBezTo>
                  <a:cubicBezTo>
                    <a:pt x="1" y="9"/>
                    <a:pt x="0" y="6"/>
                    <a:pt x="3" y="3"/>
                  </a:cubicBezTo>
                  <a:cubicBezTo>
                    <a:pt x="5" y="1"/>
                    <a:pt x="7" y="1"/>
                    <a:pt x="8" y="1"/>
                  </a:cubicBezTo>
                  <a:cubicBezTo>
                    <a:pt x="10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8" y="1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0" y="6"/>
                    <a:pt x="0" y="9"/>
                    <a:pt x="1" y="11"/>
                  </a:cubicBezTo>
                  <a:cubicBezTo>
                    <a:pt x="2" y="12"/>
                    <a:pt x="4" y="13"/>
                    <a:pt x="6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9" name="Freeform 150">
              <a:extLst>
                <a:ext uri="{FF2B5EF4-FFF2-40B4-BE49-F238E27FC236}">
                  <a16:creationId xmlns:a16="http://schemas.microsoft.com/office/drawing/2014/main" id="{23065D16-9CF0-44E0-98A5-130EB681D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3075"/>
              <a:ext cx="43" cy="50"/>
            </a:xfrm>
            <a:custGeom>
              <a:avLst/>
              <a:gdLst>
                <a:gd name="T0" fmla="*/ 156 w 21"/>
                <a:gd name="T1" fmla="*/ 174 h 23"/>
                <a:gd name="T2" fmla="*/ 180 w 21"/>
                <a:gd name="T3" fmla="*/ 93 h 23"/>
                <a:gd name="T4" fmla="*/ 147 w 21"/>
                <a:gd name="T5" fmla="*/ 33 h 23"/>
                <a:gd name="T6" fmla="*/ 16 w 21"/>
                <a:gd name="T7" fmla="*/ 113 h 23"/>
                <a:gd name="T8" fmla="*/ 68 w 21"/>
                <a:gd name="T9" fmla="*/ 237 h 23"/>
                <a:gd name="T10" fmla="*/ 156 w 21"/>
                <a:gd name="T11" fmla="*/ 17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17"/>
                  </a:moveTo>
                  <a:cubicBezTo>
                    <a:pt x="20" y="14"/>
                    <a:pt x="21" y="12"/>
                    <a:pt x="21" y="9"/>
                  </a:cubicBezTo>
                  <a:cubicBezTo>
                    <a:pt x="20" y="7"/>
                    <a:pt x="19" y="5"/>
                    <a:pt x="17" y="3"/>
                  </a:cubicBezTo>
                  <a:cubicBezTo>
                    <a:pt x="12" y="0"/>
                    <a:pt x="4" y="4"/>
                    <a:pt x="2" y="11"/>
                  </a:cubicBezTo>
                  <a:cubicBezTo>
                    <a:pt x="0" y="18"/>
                    <a:pt x="4" y="23"/>
                    <a:pt x="8" y="23"/>
                  </a:cubicBezTo>
                  <a:cubicBezTo>
                    <a:pt x="13" y="23"/>
                    <a:pt x="14" y="22"/>
                    <a:pt x="18" y="17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70" name="Freeform 151">
              <a:extLst>
                <a:ext uri="{FF2B5EF4-FFF2-40B4-BE49-F238E27FC236}">
                  <a16:creationId xmlns:a16="http://schemas.microsoft.com/office/drawing/2014/main" id="{A7C2B7C2-10C6-4A2F-8561-BBB46B846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090"/>
              <a:ext cx="21" cy="26"/>
            </a:xfrm>
            <a:custGeom>
              <a:avLst/>
              <a:gdLst>
                <a:gd name="T0" fmla="*/ 48 w 10"/>
                <a:gd name="T1" fmla="*/ 113 h 12"/>
                <a:gd name="T2" fmla="*/ 8 w 10"/>
                <a:gd name="T3" fmla="*/ 104 h 12"/>
                <a:gd name="T4" fmla="*/ 17 w 10"/>
                <a:gd name="T5" fmla="*/ 33 h 12"/>
                <a:gd name="T6" fmla="*/ 76 w 10"/>
                <a:gd name="T7" fmla="*/ 0 h 12"/>
                <a:gd name="T8" fmla="*/ 92 w 10"/>
                <a:gd name="T9" fmla="*/ 33 h 12"/>
                <a:gd name="T10" fmla="*/ 92 w 10"/>
                <a:gd name="T11" fmla="*/ 33 h 12"/>
                <a:gd name="T12" fmla="*/ 76 w 10"/>
                <a:gd name="T13" fmla="*/ 0 h 12"/>
                <a:gd name="T14" fmla="*/ 17 w 10"/>
                <a:gd name="T15" fmla="*/ 33 h 12"/>
                <a:gd name="T16" fmla="*/ 8 w 10"/>
                <a:gd name="T17" fmla="*/ 104 h 12"/>
                <a:gd name="T18" fmla="*/ 48 w 10"/>
                <a:gd name="T19" fmla="*/ 11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5" y="11"/>
                  </a:moveTo>
                  <a:cubicBezTo>
                    <a:pt x="3" y="12"/>
                    <a:pt x="2" y="12"/>
                    <a:pt x="1" y="10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9" y="1"/>
                    <a:pt x="10" y="2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9" y="0"/>
                    <a:pt x="8" y="0"/>
                  </a:cubicBezTo>
                  <a:cubicBezTo>
                    <a:pt x="6" y="0"/>
                    <a:pt x="4" y="0"/>
                    <a:pt x="2" y="3"/>
                  </a:cubicBezTo>
                  <a:cubicBezTo>
                    <a:pt x="0" y="6"/>
                    <a:pt x="0" y="9"/>
                    <a:pt x="1" y="10"/>
                  </a:cubicBezTo>
                  <a:cubicBezTo>
                    <a:pt x="2" y="12"/>
                    <a:pt x="3" y="12"/>
                    <a:pt x="5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71" name="Freeform 152">
              <a:extLst>
                <a:ext uri="{FF2B5EF4-FFF2-40B4-BE49-F238E27FC236}">
                  <a16:creationId xmlns:a16="http://schemas.microsoft.com/office/drawing/2014/main" id="{50E30712-6270-478F-A7B7-D853E9E6F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655"/>
              <a:ext cx="45" cy="53"/>
            </a:xfrm>
            <a:custGeom>
              <a:avLst/>
              <a:gdLst>
                <a:gd name="T0" fmla="*/ 164 w 22"/>
                <a:gd name="T1" fmla="*/ 73 h 24"/>
                <a:gd name="T2" fmla="*/ 113 w 22"/>
                <a:gd name="T3" fmla="*/ 9 h 24"/>
                <a:gd name="T4" fmla="*/ 51 w 22"/>
                <a:gd name="T5" fmla="*/ 9 h 24"/>
                <a:gd name="T6" fmla="*/ 41 w 22"/>
                <a:gd name="T7" fmla="*/ 205 h 24"/>
                <a:gd name="T8" fmla="*/ 172 w 22"/>
                <a:gd name="T9" fmla="*/ 205 h 24"/>
                <a:gd name="T10" fmla="*/ 164 w 22"/>
                <a:gd name="T11" fmla="*/ 7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4">
                  <a:moveTo>
                    <a:pt x="19" y="7"/>
                  </a:moveTo>
                  <a:cubicBezTo>
                    <a:pt x="18" y="4"/>
                    <a:pt x="16" y="2"/>
                    <a:pt x="13" y="1"/>
                  </a:cubicBezTo>
                  <a:cubicBezTo>
                    <a:pt x="11" y="0"/>
                    <a:pt x="8" y="0"/>
                    <a:pt x="6" y="1"/>
                  </a:cubicBezTo>
                  <a:cubicBezTo>
                    <a:pt x="0" y="4"/>
                    <a:pt x="0" y="13"/>
                    <a:pt x="5" y="19"/>
                  </a:cubicBezTo>
                  <a:cubicBezTo>
                    <a:pt x="10" y="24"/>
                    <a:pt x="18" y="23"/>
                    <a:pt x="20" y="19"/>
                  </a:cubicBezTo>
                  <a:cubicBezTo>
                    <a:pt x="22" y="15"/>
                    <a:pt x="22" y="13"/>
                    <a:pt x="19" y="7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72" name="Freeform 153">
              <a:extLst>
                <a:ext uri="{FF2B5EF4-FFF2-40B4-BE49-F238E27FC236}">
                  <a16:creationId xmlns:a16="http://schemas.microsoft.com/office/drawing/2014/main" id="{0156C0EB-0E5D-4590-B993-E96EE6C7F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666"/>
              <a:ext cx="23" cy="28"/>
            </a:xfrm>
            <a:custGeom>
              <a:avLst/>
              <a:gdLst>
                <a:gd name="T0" fmla="*/ 100 w 11"/>
                <a:gd name="T1" fmla="*/ 88 h 13"/>
                <a:gd name="T2" fmla="*/ 75 w 11"/>
                <a:gd name="T3" fmla="*/ 121 h 13"/>
                <a:gd name="T4" fmla="*/ 8 w 11"/>
                <a:gd name="T5" fmla="*/ 69 h 13"/>
                <a:gd name="T6" fmla="*/ 17 w 11"/>
                <a:gd name="T7" fmla="*/ 9 h 13"/>
                <a:gd name="T8" fmla="*/ 44 w 11"/>
                <a:gd name="T9" fmla="*/ 0 h 13"/>
                <a:gd name="T10" fmla="*/ 44 w 11"/>
                <a:gd name="T11" fmla="*/ 0 h 13"/>
                <a:gd name="T12" fmla="*/ 17 w 11"/>
                <a:gd name="T13" fmla="*/ 9 h 13"/>
                <a:gd name="T14" fmla="*/ 8 w 11"/>
                <a:gd name="T15" fmla="*/ 69 h 13"/>
                <a:gd name="T16" fmla="*/ 75 w 11"/>
                <a:gd name="T17" fmla="*/ 129 h 13"/>
                <a:gd name="T18" fmla="*/ 100 w 11"/>
                <a:gd name="T19" fmla="*/ 8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9"/>
                  </a:moveTo>
                  <a:cubicBezTo>
                    <a:pt x="11" y="11"/>
                    <a:pt x="9" y="12"/>
                    <a:pt x="8" y="12"/>
                  </a:cubicBezTo>
                  <a:cubicBezTo>
                    <a:pt x="6" y="13"/>
                    <a:pt x="3" y="11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3" y="11"/>
                    <a:pt x="5" y="13"/>
                    <a:pt x="8" y="13"/>
                  </a:cubicBezTo>
                  <a:cubicBezTo>
                    <a:pt x="9" y="12"/>
                    <a:pt x="11" y="11"/>
                    <a:pt x="11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73" name="Freeform 154">
              <a:extLst>
                <a:ext uri="{FF2B5EF4-FFF2-40B4-BE49-F238E27FC236}">
                  <a16:creationId xmlns:a16="http://schemas.microsoft.com/office/drawing/2014/main" id="{76977283-23F4-40DE-B356-E38BB7E2D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721"/>
              <a:ext cx="57" cy="63"/>
            </a:xfrm>
            <a:custGeom>
              <a:avLst/>
              <a:gdLst>
                <a:gd name="T0" fmla="*/ 136 w 28"/>
                <a:gd name="T1" fmla="*/ 33 h 29"/>
                <a:gd name="T2" fmla="*/ 75 w 28"/>
                <a:gd name="T3" fmla="*/ 9 h 29"/>
                <a:gd name="T4" fmla="*/ 49 w 28"/>
                <a:gd name="T5" fmla="*/ 193 h 29"/>
                <a:gd name="T6" fmla="*/ 204 w 28"/>
                <a:gd name="T7" fmla="*/ 278 h 29"/>
                <a:gd name="T8" fmla="*/ 228 w 28"/>
                <a:gd name="T9" fmla="*/ 174 h 29"/>
                <a:gd name="T10" fmla="*/ 179 w 28"/>
                <a:gd name="T11" fmla="*/ 93 h 29"/>
                <a:gd name="T12" fmla="*/ 136 w 28"/>
                <a:gd name="T13" fmla="*/ 3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6" y="3"/>
                  </a:moveTo>
                  <a:cubicBezTo>
                    <a:pt x="14" y="1"/>
                    <a:pt x="11" y="0"/>
                    <a:pt x="9" y="1"/>
                  </a:cubicBezTo>
                  <a:cubicBezTo>
                    <a:pt x="0" y="2"/>
                    <a:pt x="0" y="12"/>
                    <a:pt x="6" y="19"/>
                  </a:cubicBezTo>
                  <a:cubicBezTo>
                    <a:pt x="11" y="26"/>
                    <a:pt x="20" y="29"/>
                    <a:pt x="24" y="27"/>
                  </a:cubicBezTo>
                  <a:cubicBezTo>
                    <a:pt x="27" y="24"/>
                    <a:pt x="28" y="21"/>
                    <a:pt x="27" y="17"/>
                  </a:cubicBezTo>
                  <a:cubicBezTo>
                    <a:pt x="26" y="13"/>
                    <a:pt x="23" y="10"/>
                    <a:pt x="21" y="9"/>
                  </a:cubicBezTo>
                  <a:cubicBezTo>
                    <a:pt x="20" y="7"/>
                    <a:pt x="18" y="4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74" name="Freeform 155">
              <a:extLst>
                <a:ext uri="{FF2B5EF4-FFF2-40B4-BE49-F238E27FC236}">
                  <a16:creationId xmlns:a16="http://schemas.microsoft.com/office/drawing/2014/main" id="{3B73D95D-C0EA-4032-9082-EF247EE85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736"/>
              <a:ext cx="27" cy="33"/>
            </a:xfrm>
            <a:custGeom>
              <a:avLst/>
              <a:gdLst>
                <a:gd name="T0" fmla="*/ 8 w 13"/>
                <a:gd name="T1" fmla="*/ 9 h 15"/>
                <a:gd name="T2" fmla="*/ 17 w 13"/>
                <a:gd name="T3" fmla="*/ 73 h 15"/>
                <a:gd name="T4" fmla="*/ 81 w 13"/>
                <a:gd name="T5" fmla="*/ 150 h 15"/>
                <a:gd name="T6" fmla="*/ 116 w 13"/>
                <a:gd name="T7" fmla="*/ 150 h 15"/>
                <a:gd name="T8" fmla="*/ 116 w 13"/>
                <a:gd name="T9" fmla="*/ 150 h 15"/>
                <a:gd name="T10" fmla="*/ 81 w 13"/>
                <a:gd name="T11" fmla="*/ 150 h 15"/>
                <a:gd name="T12" fmla="*/ 17 w 13"/>
                <a:gd name="T13" fmla="*/ 73 h 15"/>
                <a:gd name="T14" fmla="*/ 8 w 13"/>
                <a:gd name="T15" fmla="*/ 9 h 15"/>
                <a:gd name="T16" fmla="*/ 35 w 13"/>
                <a:gd name="T17" fmla="*/ 9 h 15"/>
                <a:gd name="T18" fmla="*/ 35 w 13"/>
                <a:gd name="T19" fmla="*/ 9 h 15"/>
                <a:gd name="T20" fmla="*/ 8 w 13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5">
                  <a:moveTo>
                    <a:pt x="1" y="1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4" y="11"/>
                    <a:pt x="7" y="14"/>
                    <a:pt x="9" y="14"/>
                  </a:cubicBezTo>
                  <a:cubicBezTo>
                    <a:pt x="11" y="15"/>
                    <a:pt x="12" y="15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5"/>
                    <a:pt x="11" y="15"/>
                    <a:pt x="9" y="14"/>
                  </a:cubicBezTo>
                  <a:cubicBezTo>
                    <a:pt x="7" y="13"/>
                    <a:pt x="4" y="11"/>
                    <a:pt x="2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75" name="Freeform 156">
              <a:extLst>
                <a:ext uri="{FF2B5EF4-FFF2-40B4-BE49-F238E27FC236}">
                  <a16:creationId xmlns:a16="http://schemas.microsoft.com/office/drawing/2014/main" id="{C50EE756-704D-4176-ACB1-F4A34B4BF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2557"/>
              <a:ext cx="59" cy="59"/>
            </a:xfrm>
            <a:custGeom>
              <a:avLst/>
              <a:gdLst>
                <a:gd name="T0" fmla="*/ 67 w 29"/>
                <a:gd name="T1" fmla="*/ 9 h 27"/>
                <a:gd name="T2" fmla="*/ 16 w 29"/>
                <a:gd name="T3" fmla="*/ 81 h 27"/>
                <a:gd name="T4" fmla="*/ 108 w 29"/>
                <a:gd name="T5" fmla="*/ 238 h 27"/>
                <a:gd name="T6" fmla="*/ 212 w 29"/>
                <a:gd name="T7" fmla="*/ 249 h 27"/>
                <a:gd name="T8" fmla="*/ 67 w 29"/>
                <a:gd name="T9" fmla="*/ 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7">
                  <a:moveTo>
                    <a:pt x="8" y="1"/>
                  </a:moveTo>
                  <a:cubicBezTo>
                    <a:pt x="2" y="0"/>
                    <a:pt x="0" y="3"/>
                    <a:pt x="2" y="8"/>
                  </a:cubicBezTo>
                  <a:cubicBezTo>
                    <a:pt x="3" y="13"/>
                    <a:pt x="8" y="19"/>
                    <a:pt x="13" y="23"/>
                  </a:cubicBezTo>
                  <a:cubicBezTo>
                    <a:pt x="19" y="27"/>
                    <a:pt x="23" y="26"/>
                    <a:pt x="25" y="24"/>
                  </a:cubicBezTo>
                  <a:cubicBezTo>
                    <a:pt x="29" y="20"/>
                    <a:pt x="17" y="3"/>
                    <a:pt x="8" y="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76" name="Freeform 157">
              <a:extLst>
                <a:ext uri="{FF2B5EF4-FFF2-40B4-BE49-F238E27FC236}">
                  <a16:creationId xmlns:a16="http://schemas.microsoft.com/office/drawing/2014/main" id="{B7462117-B061-41EC-B0E6-B6A1AE058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2568"/>
              <a:ext cx="29" cy="35"/>
            </a:xfrm>
            <a:custGeom>
              <a:avLst/>
              <a:gdLst>
                <a:gd name="T0" fmla="*/ 8 w 14"/>
                <a:gd name="T1" fmla="*/ 0 h 16"/>
                <a:gd name="T2" fmla="*/ 17 w 14"/>
                <a:gd name="T3" fmla="*/ 72 h 16"/>
                <a:gd name="T4" fmla="*/ 99 w 14"/>
                <a:gd name="T5" fmla="*/ 158 h 16"/>
                <a:gd name="T6" fmla="*/ 124 w 14"/>
                <a:gd name="T7" fmla="*/ 158 h 16"/>
                <a:gd name="T8" fmla="*/ 124 w 14"/>
                <a:gd name="T9" fmla="*/ 158 h 16"/>
                <a:gd name="T10" fmla="*/ 99 w 14"/>
                <a:gd name="T11" fmla="*/ 158 h 16"/>
                <a:gd name="T12" fmla="*/ 17 w 14"/>
                <a:gd name="T13" fmla="*/ 72 h 16"/>
                <a:gd name="T14" fmla="*/ 8 w 14"/>
                <a:gd name="T15" fmla="*/ 0 h 16"/>
                <a:gd name="T16" fmla="*/ 35 w 14"/>
                <a:gd name="T17" fmla="*/ 0 h 16"/>
                <a:gd name="T18" fmla="*/ 35 w 14"/>
                <a:gd name="T19" fmla="*/ 0 h 16"/>
                <a:gd name="T20" fmla="*/ 8 w 14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6">
                  <a:moveTo>
                    <a:pt x="1" y="0"/>
                  </a:moveTo>
                  <a:cubicBezTo>
                    <a:pt x="0" y="1"/>
                    <a:pt x="1" y="4"/>
                    <a:pt x="2" y="7"/>
                  </a:cubicBezTo>
                  <a:cubicBezTo>
                    <a:pt x="4" y="10"/>
                    <a:pt x="8" y="14"/>
                    <a:pt x="11" y="15"/>
                  </a:cubicBezTo>
                  <a:cubicBezTo>
                    <a:pt x="12" y="16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2" y="15"/>
                    <a:pt x="11" y="15"/>
                  </a:cubicBezTo>
                  <a:cubicBezTo>
                    <a:pt x="8" y="13"/>
                    <a:pt x="4" y="10"/>
                    <a:pt x="2" y="7"/>
                  </a:cubicBezTo>
                  <a:cubicBezTo>
                    <a:pt x="1" y="4"/>
                    <a:pt x="0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77" name="Freeform 158">
              <a:extLst>
                <a:ext uri="{FF2B5EF4-FFF2-40B4-BE49-F238E27FC236}">
                  <a16:creationId xmlns:a16="http://schemas.microsoft.com/office/drawing/2014/main" id="{675D7F44-3C40-4DB1-9281-FDC5446B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683"/>
              <a:ext cx="45" cy="49"/>
            </a:xfrm>
            <a:custGeom>
              <a:avLst/>
              <a:gdLst>
                <a:gd name="T0" fmla="*/ 147 w 22"/>
                <a:gd name="T1" fmla="*/ 45 h 22"/>
                <a:gd name="T2" fmla="*/ 84 w 22"/>
                <a:gd name="T3" fmla="*/ 0 h 22"/>
                <a:gd name="T4" fmla="*/ 33 w 22"/>
                <a:gd name="T5" fmla="*/ 20 h 22"/>
                <a:gd name="T6" fmla="*/ 68 w 22"/>
                <a:gd name="T7" fmla="*/ 198 h 22"/>
                <a:gd name="T8" fmla="*/ 188 w 22"/>
                <a:gd name="T9" fmla="*/ 154 h 22"/>
                <a:gd name="T10" fmla="*/ 147 w 22"/>
                <a:gd name="T11" fmla="*/ 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4"/>
                  </a:cubicBezTo>
                  <a:cubicBezTo>
                    <a:pt x="22" y="10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78" name="Freeform 159">
              <a:extLst>
                <a:ext uri="{FF2B5EF4-FFF2-40B4-BE49-F238E27FC236}">
                  <a16:creationId xmlns:a16="http://schemas.microsoft.com/office/drawing/2014/main" id="{0222EAA0-C1EA-4FA5-8379-1B0F9C8B6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692"/>
              <a:ext cx="25" cy="26"/>
            </a:xfrm>
            <a:custGeom>
              <a:avLst/>
              <a:gdLst>
                <a:gd name="T0" fmla="*/ 100 w 12"/>
                <a:gd name="T1" fmla="*/ 72 h 12"/>
                <a:gd name="T2" fmla="*/ 83 w 12"/>
                <a:gd name="T3" fmla="*/ 113 h 12"/>
                <a:gd name="T4" fmla="*/ 17 w 12"/>
                <a:gd name="T5" fmla="*/ 80 h 12"/>
                <a:gd name="T6" fmla="*/ 8 w 12"/>
                <a:gd name="T7" fmla="*/ 20 h 12"/>
                <a:gd name="T8" fmla="*/ 35 w 12"/>
                <a:gd name="T9" fmla="*/ 0 h 12"/>
                <a:gd name="T10" fmla="*/ 35 w 12"/>
                <a:gd name="T11" fmla="*/ 0 h 12"/>
                <a:gd name="T12" fmla="*/ 8 w 12"/>
                <a:gd name="T13" fmla="*/ 20 h 12"/>
                <a:gd name="T14" fmla="*/ 17 w 12"/>
                <a:gd name="T15" fmla="*/ 80 h 12"/>
                <a:gd name="T16" fmla="*/ 83 w 12"/>
                <a:gd name="T17" fmla="*/ 113 h 12"/>
                <a:gd name="T18" fmla="*/ 100 w 12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0"/>
                    <a:pt x="9" y="11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0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79" name="Freeform 160">
              <a:extLst>
                <a:ext uri="{FF2B5EF4-FFF2-40B4-BE49-F238E27FC236}">
                  <a16:creationId xmlns:a16="http://schemas.microsoft.com/office/drawing/2014/main" id="{836822E6-C992-4BF0-AB74-58E306672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762"/>
              <a:ext cx="47" cy="50"/>
            </a:xfrm>
            <a:custGeom>
              <a:avLst/>
              <a:gdLst>
                <a:gd name="T0" fmla="*/ 155 w 23"/>
                <a:gd name="T1" fmla="*/ 43 h 23"/>
                <a:gd name="T2" fmla="*/ 92 w 23"/>
                <a:gd name="T3" fmla="*/ 0 h 23"/>
                <a:gd name="T4" fmla="*/ 33 w 23"/>
                <a:gd name="T5" fmla="*/ 33 h 23"/>
                <a:gd name="T6" fmla="*/ 67 w 23"/>
                <a:gd name="T7" fmla="*/ 193 h 23"/>
                <a:gd name="T8" fmla="*/ 188 w 23"/>
                <a:gd name="T9" fmla="*/ 157 h 23"/>
                <a:gd name="T10" fmla="*/ 155 w 23"/>
                <a:gd name="T11" fmla="*/ 4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3"/>
                    <a:pt x="21" y="19"/>
                    <a:pt x="22" y="15"/>
                  </a:cubicBezTo>
                  <a:cubicBezTo>
                    <a:pt x="23" y="11"/>
                    <a:pt x="21" y="9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80" name="Freeform 161">
              <a:extLst>
                <a:ext uri="{FF2B5EF4-FFF2-40B4-BE49-F238E27FC236}">
                  <a16:creationId xmlns:a16="http://schemas.microsoft.com/office/drawing/2014/main" id="{6C60719A-CFC9-432C-BFE7-67DE27846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771"/>
              <a:ext cx="25" cy="26"/>
            </a:xfrm>
            <a:custGeom>
              <a:avLst/>
              <a:gdLst>
                <a:gd name="T0" fmla="*/ 108 w 12"/>
                <a:gd name="T1" fmla="*/ 72 h 12"/>
                <a:gd name="T2" fmla="*/ 92 w 12"/>
                <a:gd name="T3" fmla="*/ 113 h 12"/>
                <a:gd name="T4" fmla="*/ 27 w 12"/>
                <a:gd name="T5" fmla="*/ 93 h 12"/>
                <a:gd name="T6" fmla="*/ 8 w 12"/>
                <a:gd name="T7" fmla="*/ 33 h 12"/>
                <a:gd name="T8" fmla="*/ 35 w 12"/>
                <a:gd name="T9" fmla="*/ 0 h 12"/>
                <a:gd name="T10" fmla="*/ 35 w 12"/>
                <a:gd name="T11" fmla="*/ 0 h 12"/>
                <a:gd name="T12" fmla="*/ 8 w 12"/>
                <a:gd name="T13" fmla="*/ 33 h 12"/>
                <a:gd name="T14" fmla="*/ 27 w 12"/>
                <a:gd name="T15" fmla="*/ 93 h 12"/>
                <a:gd name="T16" fmla="*/ 92 w 12"/>
                <a:gd name="T17" fmla="*/ 121 h 12"/>
                <a:gd name="T18" fmla="*/ 108 w 12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2" y="7"/>
                  </a:moveTo>
                  <a:cubicBezTo>
                    <a:pt x="12" y="9"/>
                    <a:pt x="11" y="11"/>
                    <a:pt x="10" y="11"/>
                  </a:cubicBezTo>
                  <a:cubicBezTo>
                    <a:pt x="8" y="12"/>
                    <a:pt x="5" y="12"/>
                    <a:pt x="3" y="9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5" y="12"/>
                    <a:pt x="8" y="12"/>
                    <a:pt x="10" y="12"/>
                  </a:cubicBezTo>
                  <a:cubicBezTo>
                    <a:pt x="11" y="11"/>
                    <a:pt x="12" y="9"/>
                    <a:pt x="12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1" name="Freeform 162">
              <a:extLst>
                <a:ext uri="{FF2B5EF4-FFF2-40B4-BE49-F238E27FC236}">
                  <a16:creationId xmlns:a16="http://schemas.microsoft.com/office/drawing/2014/main" id="{225393D5-A29D-45C0-BF1E-6DED3D493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620"/>
              <a:ext cx="48" cy="48"/>
            </a:xfrm>
            <a:custGeom>
              <a:avLst/>
              <a:gdLst>
                <a:gd name="T0" fmla="*/ 165 w 23"/>
                <a:gd name="T1" fmla="*/ 44 h 22"/>
                <a:gd name="T2" fmla="*/ 100 w 23"/>
                <a:gd name="T3" fmla="*/ 0 h 22"/>
                <a:gd name="T4" fmla="*/ 35 w 23"/>
                <a:gd name="T5" fmla="*/ 20 h 22"/>
                <a:gd name="T6" fmla="*/ 83 w 23"/>
                <a:gd name="T7" fmla="*/ 185 h 22"/>
                <a:gd name="T8" fmla="*/ 200 w 23"/>
                <a:gd name="T9" fmla="*/ 148 h 22"/>
                <a:gd name="T10" fmla="*/ 165 w 23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7"/>
                    <a:pt x="2" y="15"/>
                    <a:pt x="9" y="18"/>
                  </a:cubicBezTo>
                  <a:cubicBezTo>
                    <a:pt x="15" y="22"/>
                    <a:pt x="21" y="19"/>
                    <a:pt x="22" y="14"/>
                  </a:cubicBezTo>
                  <a:cubicBezTo>
                    <a:pt x="23" y="10"/>
                    <a:pt x="22" y="9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82" name="Freeform 163">
              <a:extLst>
                <a:ext uri="{FF2B5EF4-FFF2-40B4-BE49-F238E27FC236}">
                  <a16:creationId xmlns:a16="http://schemas.microsoft.com/office/drawing/2014/main" id="{8BD13FC1-C426-4E8D-AF1B-FC1975717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629"/>
              <a:ext cx="22" cy="26"/>
            </a:xfrm>
            <a:custGeom>
              <a:avLst/>
              <a:gdLst>
                <a:gd name="T0" fmla="*/ 88 w 11"/>
                <a:gd name="T1" fmla="*/ 72 h 12"/>
                <a:gd name="T2" fmla="*/ 72 w 11"/>
                <a:gd name="T3" fmla="*/ 113 h 12"/>
                <a:gd name="T4" fmla="*/ 16 w 11"/>
                <a:gd name="T5" fmla="*/ 80 h 12"/>
                <a:gd name="T6" fmla="*/ 0 w 11"/>
                <a:gd name="T7" fmla="*/ 20 h 12"/>
                <a:gd name="T8" fmla="*/ 24 w 11"/>
                <a:gd name="T9" fmla="*/ 0 h 12"/>
                <a:gd name="T10" fmla="*/ 24 w 11"/>
                <a:gd name="T11" fmla="*/ 0 h 12"/>
                <a:gd name="T12" fmla="*/ 0 w 11"/>
                <a:gd name="T13" fmla="*/ 20 h 12"/>
                <a:gd name="T14" fmla="*/ 16 w 11"/>
                <a:gd name="T15" fmla="*/ 80 h 12"/>
                <a:gd name="T16" fmla="*/ 72 w 11"/>
                <a:gd name="T17" fmla="*/ 113 h 12"/>
                <a:gd name="T18" fmla="*/ 88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0"/>
                    <a:pt x="9" y="11"/>
                  </a:cubicBezTo>
                  <a:cubicBezTo>
                    <a:pt x="7" y="11"/>
                    <a:pt x="4" y="11"/>
                    <a:pt x="2" y="8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0" y="10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3" name="Freeform 164">
              <a:extLst>
                <a:ext uri="{FF2B5EF4-FFF2-40B4-BE49-F238E27FC236}">
                  <a16:creationId xmlns:a16="http://schemas.microsoft.com/office/drawing/2014/main" id="{5BF3D073-3C54-4C7D-8B54-570E0606D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3189"/>
              <a:ext cx="57" cy="54"/>
            </a:xfrm>
            <a:custGeom>
              <a:avLst/>
              <a:gdLst>
                <a:gd name="T0" fmla="*/ 128 w 28"/>
                <a:gd name="T1" fmla="*/ 9 h 25"/>
                <a:gd name="T2" fmla="*/ 67 w 28"/>
                <a:gd name="T3" fmla="*/ 0 h 25"/>
                <a:gd name="T4" fmla="*/ 49 w 28"/>
                <a:gd name="T5" fmla="*/ 181 h 25"/>
                <a:gd name="T6" fmla="*/ 204 w 28"/>
                <a:gd name="T7" fmla="*/ 233 h 25"/>
                <a:gd name="T8" fmla="*/ 220 w 28"/>
                <a:gd name="T9" fmla="*/ 130 h 25"/>
                <a:gd name="T10" fmla="*/ 179 w 28"/>
                <a:gd name="T11" fmla="*/ 60 h 25"/>
                <a:gd name="T12" fmla="*/ 128 w 28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5">
                  <a:moveTo>
                    <a:pt x="15" y="1"/>
                  </a:moveTo>
                  <a:cubicBezTo>
                    <a:pt x="13" y="0"/>
                    <a:pt x="10" y="0"/>
                    <a:pt x="8" y="0"/>
                  </a:cubicBezTo>
                  <a:cubicBezTo>
                    <a:pt x="0" y="3"/>
                    <a:pt x="1" y="12"/>
                    <a:pt x="6" y="18"/>
                  </a:cubicBezTo>
                  <a:cubicBezTo>
                    <a:pt x="12" y="24"/>
                    <a:pt x="20" y="25"/>
                    <a:pt x="24" y="23"/>
                  </a:cubicBezTo>
                  <a:cubicBezTo>
                    <a:pt x="27" y="20"/>
                    <a:pt x="28" y="17"/>
                    <a:pt x="26" y="13"/>
                  </a:cubicBezTo>
                  <a:cubicBezTo>
                    <a:pt x="25" y="10"/>
                    <a:pt x="22" y="7"/>
                    <a:pt x="21" y="6"/>
                  </a:cubicBezTo>
                  <a:cubicBezTo>
                    <a:pt x="19" y="4"/>
                    <a:pt x="17" y="2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84" name="Freeform 165">
              <a:extLst>
                <a:ext uri="{FF2B5EF4-FFF2-40B4-BE49-F238E27FC236}">
                  <a16:creationId xmlns:a16="http://schemas.microsoft.com/office/drawing/2014/main" id="{6C2024DD-49E9-49F9-9F09-63D120927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3202"/>
              <a:ext cx="27" cy="28"/>
            </a:xfrm>
            <a:custGeom>
              <a:avLst/>
              <a:gdLst>
                <a:gd name="T0" fmla="*/ 8 w 13"/>
                <a:gd name="T1" fmla="*/ 9 h 13"/>
                <a:gd name="T2" fmla="*/ 17 w 13"/>
                <a:gd name="T3" fmla="*/ 69 h 13"/>
                <a:gd name="T4" fmla="*/ 91 w 13"/>
                <a:gd name="T5" fmla="*/ 121 h 13"/>
                <a:gd name="T6" fmla="*/ 116 w 13"/>
                <a:gd name="T7" fmla="*/ 112 h 13"/>
                <a:gd name="T8" fmla="*/ 116 w 13"/>
                <a:gd name="T9" fmla="*/ 112 h 13"/>
                <a:gd name="T10" fmla="*/ 91 w 13"/>
                <a:gd name="T11" fmla="*/ 121 h 13"/>
                <a:gd name="T12" fmla="*/ 17 w 13"/>
                <a:gd name="T13" fmla="*/ 69 h 13"/>
                <a:gd name="T14" fmla="*/ 8 w 13"/>
                <a:gd name="T15" fmla="*/ 9 h 13"/>
                <a:gd name="T16" fmla="*/ 35 w 13"/>
                <a:gd name="T17" fmla="*/ 0 h 13"/>
                <a:gd name="T18" fmla="*/ 35 w 13"/>
                <a:gd name="T19" fmla="*/ 0 h 13"/>
                <a:gd name="T20" fmla="*/ 8 w 13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1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10"/>
                    <a:pt x="7" y="12"/>
                    <a:pt x="10" y="12"/>
                  </a:cubicBezTo>
                  <a:cubicBezTo>
                    <a:pt x="11" y="13"/>
                    <a:pt x="12" y="12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2"/>
                    <a:pt x="11" y="12"/>
                    <a:pt x="10" y="12"/>
                  </a:cubicBezTo>
                  <a:cubicBezTo>
                    <a:pt x="7" y="12"/>
                    <a:pt x="4" y="10"/>
                    <a:pt x="2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5" name="Freeform 166">
              <a:extLst>
                <a:ext uri="{FF2B5EF4-FFF2-40B4-BE49-F238E27FC236}">
                  <a16:creationId xmlns:a16="http://schemas.microsoft.com/office/drawing/2014/main" id="{88B002E0-E4B9-4874-90EE-096A7B86B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3197"/>
              <a:ext cx="59" cy="68"/>
            </a:xfrm>
            <a:custGeom>
              <a:avLst/>
              <a:gdLst>
                <a:gd name="T0" fmla="*/ 136 w 29"/>
                <a:gd name="T1" fmla="*/ 33 h 31"/>
                <a:gd name="T2" fmla="*/ 41 w 29"/>
                <a:gd name="T3" fmla="*/ 33 h 31"/>
                <a:gd name="T4" fmla="*/ 75 w 29"/>
                <a:gd name="T5" fmla="*/ 222 h 31"/>
                <a:gd name="T6" fmla="*/ 212 w 29"/>
                <a:gd name="T7" fmla="*/ 294 h 31"/>
                <a:gd name="T8" fmla="*/ 236 w 29"/>
                <a:gd name="T9" fmla="*/ 213 h 31"/>
                <a:gd name="T10" fmla="*/ 187 w 29"/>
                <a:gd name="T11" fmla="*/ 116 h 31"/>
                <a:gd name="T12" fmla="*/ 136 w 29"/>
                <a:gd name="T13" fmla="*/ 3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6" y="3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7"/>
                    <a:pt x="2" y="14"/>
                    <a:pt x="9" y="21"/>
                  </a:cubicBezTo>
                  <a:cubicBezTo>
                    <a:pt x="15" y="28"/>
                    <a:pt x="19" y="31"/>
                    <a:pt x="25" y="28"/>
                  </a:cubicBezTo>
                  <a:cubicBezTo>
                    <a:pt x="28" y="27"/>
                    <a:pt x="29" y="24"/>
                    <a:pt x="28" y="20"/>
                  </a:cubicBezTo>
                  <a:cubicBezTo>
                    <a:pt x="27" y="17"/>
                    <a:pt x="25" y="15"/>
                    <a:pt x="22" y="11"/>
                  </a:cubicBezTo>
                  <a:cubicBezTo>
                    <a:pt x="20" y="9"/>
                    <a:pt x="19" y="5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86" name="Freeform 167">
              <a:extLst>
                <a:ext uri="{FF2B5EF4-FFF2-40B4-BE49-F238E27FC236}">
                  <a16:creationId xmlns:a16="http://schemas.microsoft.com/office/drawing/2014/main" id="{3517BC27-2EB3-407D-B298-C312181D6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3208"/>
              <a:ext cx="31" cy="37"/>
            </a:xfrm>
            <a:custGeom>
              <a:avLst/>
              <a:gdLst>
                <a:gd name="T0" fmla="*/ 132 w 15"/>
                <a:gd name="T1" fmla="*/ 157 h 17"/>
                <a:gd name="T2" fmla="*/ 124 w 15"/>
                <a:gd name="T3" fmla="*/ 165 h 17"/>
                <a:gd name="T4" fmla="*/ 35 w 15"/>
                <a:gd name="T5" fmla="*/ 104 h 17"/>
                <a:gd name="T6" fmla="*/ 17 w 15"/>
                <a:gd name="T7" fmla="*/ 20 h 17"/>
                <a:gd name="T8" fmla="*/ 43 w 15"/>
                <a:gd name="T9" fmla="*/ 9 h 17"/>
                <a:gd name="T10" fmla="*/ 43 w 15"/>
                <a:gd name="T11" fmla="*/ 9 h 17"/>
                <a:gd name="T12" fmla="*/ 8 w 15"/>
                <a:gd name="T13" fmla="*/ 20 h 17"/>
                <a:gd name="T14" fmla="*/ 35 w 15"/>
                <a:gd name="T15" fmla="*/ 104 h 17"/>
                <a:gd name="T16" fmla="*/ 124 w 15"/>
                <a:gd name="T17" fmla="*/ 176 h 17"/>
                <a:gd name="T18" fmla="*/ 132 w 15"/>
                <a:gd name="T19" fmla="*/ 1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7">
                  <a:moveTo>
                    <a:pt x="15" y="15"/>
                  </a:moveTo>
                  <a:cubicBezTo>
                    <a:pt x="15" y="16"/>
                    <a:pt x="15" y="16"/>
                    <a:pt x="14" y="16"/>
                  </a:cubicBezTo>
                  <a:cubicBezTo>
                    <a:pt x="13" y="17"/>
                    <a:pt x="9" y="16"/>
                    <a:pt x="4" y="10"/>
                  </a:cubicBezTo>
                  <a:cubicBezTo>
                    <a:pt x="1" y="6"/>
                    <a:pt x="1" y="3"/>
                    <a:pt x="2" y="2"/>
                  </a:cubicBezTo>
                  <a:cubicBezTo>
                    <a:pt x="2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0" y="3"/>
                    <a:pt x="1" y="6"/>
                    <a:pt x="4" y="10"/>
                  </a:cubicBezTo>
                  <a:cubicBezTo>
                    <a:pt x="9" y="16"/>
                    <a:pt x="13" y="17"/>
                    <a:pt x="14" y="17"/>
                  </a:cubicBezTo>
                  <a:cubicBezTo>
                    <a:pt x="15" y="16"/>
                    <a:pt x="15" y="16"/>
                    <a:pt x="15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7" name="Freeform 168">
              <a:extLst>
                <a:ext uri="{FF2B5EF4-FFF2-40B4-BE49-F238E27FC236}">
                  <a16:creationId xmlns:a16="http://schemas.microsoft.com/office/drawing/2014/main" id="{39A8DC5E-9353-44A1-970C-AB1DDF2BE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140"/>
              <a:ext cx="45" cy="51"/>
            </a:xfrm>
            <a:custGeom>
              <a:avLst/>
              <a:gdLst>
                <a:gd name="T0" fmla="*/ 155 w 22"/>
                <a:gd name="T1" fmla="*/ 53 h 23"/>
                <a:gd name="T2" fmla="*/ 104 w 22"/>
                <a:gd name="T3" fmla="*/ 0 h 23"/>
                <a:gd name="T4" fmla="*/ 41 w 22"/>
                <a:gd name="T5" fmla="*/ 20 h 23"/>
                <a:gd name="T6" fmla="*/ 59 w 22"/>
                <a:gd name="T7" fmla="*/ 206 h 23"/>
                <a:gd name="T8" fmla="*/ 180 w 22"/>
                <a:gd name="T9" fmla="*/ 173 h 23"/>
                <a:gd name="T10" fmla="*/ 155 w 22"/>
                <a:gd name="T11" fmla="*/ 5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2" y="14"/>
                    <a:pt x="7" y="19"/>
                  </a:cubicBezTo>
                  <a:cubicBezTo>
                    <a:pt x="13" y="23"/>
                    <a:pt x="20" y="20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88" name="Freeform 169">
              <a:extLst>
                <a:ext uri="{FF2B5EF4-FFF2-40B4-BE49-F238E27FC236}">
                  <a16:creationId xmlns:a16="http://schemas.microsoft.com/office/drawing/2014/main" id="{9FFFDC96-447E-4753-BE95-FC84F521F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149"/>
              <a:ext cx="23" cy="26"/>
            </a:xfrm>
            <a:custGeom>
              <a:avLst/>
              <a:gdLst>
                <a:gd name="T0" fmla="*/ 100 w 11"/>
                <a:gd name="T1" fmla="*/ 80 h 12"/>
                <a:gd name="T2" fmla="*/ 84 w 11"/>
                <a:gd name="T3" fmla="*/ 121 h 12"/>
                <a:gd name="T4" fmla="*/ 17 w 11"/>
                <a:gd name="T5" fmla="*/ 80 h 12"/>
                <a:gd name="T6" fmla="*/ 17 w 11"/>
                <a:gd name="T7" fmla="*/ 20 h 12"/>
                <a:gd name="T8" fmla="*/ 44 w 11"/>
                <a:gd name="T9" fmla="*/ 0 h 12"/>
                <a:gd name="T10" fmla="*/ 44 w 11"/>
                <a:gd name="T11" fmla="*/ 0 h 12"/>
                <a:gd name="T12" fmla="*/ 8 w 11"/>
                <a:gd name="T13" fmla="*/ 20 h 12"/>
                <a:gd name="T14" fmla="*/ 17 w 11"/>
                <a:gd name="T15" fmla="*/ 80 h 12"/>
                <a:gd name="T16" fmla="*/ 84 w 11"/>
                <a:gd name="T17" fmla="*/ 121 h 12"/>
                <a:gd name="T18" fmla="*/ 100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1" y="3"/>
                    <a:pt x="2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1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9" name="Freeform 170">
              <a:extLst>
                <a:ext uri="{FF2B5EF4-FFF2-40B4-BE49-F238E27FC236}">
                  <a16:creationId xmlns:a16="http://schemas.microsoft.com/office/drawing/2014/main" id="{FFFE2A2B-E3AF-4E7F-8CC9-A454BD7F4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3171"/>
              <a:ext cx="43" cy="48"/>
            </a:xfrm>
            <a:custGeom>
              <a:avLst/>
              <a:gdLst>
                <a:gd name="T0" fmla="*/ 147 w 21"/>
                <a:gd name="T1" fmla="*/ 52 h 22"/>
                <a:gd name="T2" fmla="*/ 96 w 21"/>
                <a:gd name="T3" fmla="*/ 0 h 22"/>
                <a:gd name="T4" fmla="*/ 33 w 21"/>
                <a:gd name="T5" fmla="*/ 20 h 22"/>
                <a:gd name="T6" fmla="*/ 59 w 21"/>
                <a:gd name="T7" fmla="*/ 185 h 22"/>
                <a:gd name="T8" fmla="*/ 172 w 21"/>
                <a:gd name="T9" fmla="*/ 166 h 22"/>
                <a:gd name="T10" fmla="*/ 147 w 21"/>
                <a:gd name="T11" fmla="*/ 5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17" y="5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1" y="14"/>
                    <a:pt x="7" y="18"/>
                  </a:cubicBezTo>
                  <a:cubicBezTo>
                    <a:pt x="12" y="22"/>
                    <a:pt x="19" y="20"/>
                    <a:pt x="20" y="16"/>
                  </a:cubicBezTo>
                  <a:cubicBezTo>
                    <a:pt x="21" y="12"/>
                    <a:pt x="21" y="10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90" name="Freeform 171">
              <a:extLst>
                <a:ext uri="{FF2B5EF4-FFF2-40B4-BE49-F238E27FC236}">
                  <a16:creationId xmlns:a16="http://schemas.microsoft.com/office/drawing/2014/main" id="{AF671744-617F-4691-8EC3-2F686861E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3180"/>
              <a:ext cx="23" cy="26"/>
            </a:xfrm>
            <a:custGeom>
              <a:avLst/>
              <a:gdLst>
                <a:gd name="T0" fmla="*/ 92 w 11"/>
                <a:gd name="T1" fmla="*/ 72 h 12"/>
                <a:gd name="T2" fmla="*/ 75 w 11"/>
                <a:gd name="T3" fmla="*/ 113 h 12"/>
                <a:gd name="T4" fmla="*/ 17 w 11"/>
                <a:gd name="T5" fmla="*/ 80 h 12"/>
                <a:gd name="T6" fmla="*/ 8 w 11"/>
                <a:gd name="T7" fmla="*/ 20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20 h 12"/>
                <a:gd name="T14" fmla="*/ 8 w 11"/>
                <a:gd name="T15" fmla="*/ 80 h 12"/>
                <a:gd name="T16" fmla="*/ 75 w 11"/>
                <a:gd name="T17" fmla="*/ 113 h 12"/>
                <a:gd name="T18" fmla="*/ 92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0" y="7"/>
                  </a:moveTo>
                  <a:cubicBezTo>
                    <a:pt x="11" y="9"/>
                    <a:pt x="10" y="11"/>
                    <a:pt x="8" y="11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1"/>
                  </a:cubicBezTo>
                  <a:cubicBezTo>
                    <a:pt x="10" y="11"/>
                    <a:pt x="11" y="9"/>
                    <a:pt x="10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91" name="Freeform 172">
              <a:extLst>
                <a:ext uri="{FF2B5EF4-FFF2-40B4-BE49-F238E27FC236}">
                  <a16:creationId xmlns:a16="http://schemas.microsoft.com/office/drawing/2014/main" id="{641F212E-3EE2-42CC-90EA-E15FD4F95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3025"/>
              <a:ext cx="45" cy="48"/>
            </a:xfrm>
            <a:custGeom>
              <a:avLst/>
              <a:gdLst>
                <a:gd name="T0" fmla="*/ 155 w 22"/>
                <a:gd name="T1" fmla="*/ 52 h 22"/>
                <a:gd name="T2" fmla="*/ 104 w 22"/>
                <a:gd name="T3" fmla="*/ 0 h 22"/>
                <a:gd name="T4" fmla="*/ 41 w 22"/>
                <a:gd name="T5" fmla="*/ 20 h 22"/>
                <a:gd name="T6" fmla="*/ 59 w 22"/>
                <a:gd name="T7" fmla="*/ 185 h 22"/>
                <a:gd name="T8" fmla="*/ 180 w 22"/>
                <a:gd name="T9" fmla="*/ 166 h 22"/>
                <a:gd name="T10" fmla="*/ 155 w 22"/>
                <a:gd name="T11" fmla="*/ 5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5"/>
                  </a:moveTo>
                  <a:cubicBezTo>
                    <a:pt x="16" y="2"/>
                    <a:pt x="14" y="0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2" y="14"/>
                    <a:pt x="7" y="18"/>
                  </a:cubicBezTo>
                  <a:cubicBezTo>
                    <a:pt x="13" y="22"/>
                    <a:pt x="20" y="20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92" name="Freeform 173">
              <a:extLst>
                <a:ext uri="{FF2B5EF4-FFF2-40B4-BE49-F238E27FC236}">
                  <a16:creationId xmlns:a16="http://schemas.microsoft.com/office/drawing/2014/main" id="{D71DA673-61E3-462A-9DD4-B4CCC1633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033"/>
              <a:ext cx="22" cy="27"/>
            </a:xfrm>
            <a:custGeom>
              <a:avLst/>
              <a:gdLst>
                <a:gd name="T0" fmla="*/ 88 w 11"/>
                <a:gd name="T1" fmla="*/ 81 h 12"/>
                <a:gd name="T2" fmla="*/ 72 w 11"/>
                <a:gd name="T3" fmla="*/ 126 h 12"/>
                <a:gd name="T4" fmla="*/ 16 w 11"/>
                <a:gd name="T5" fmla="*/ 92 h 12"/>
                <a:gd name="T6" fmla="*/ 8 w 11"/>
                <a:gd name="T7" fmla="*/ 25 h 12"/>
                <a:gd name="T8" fmla="*/ 40 w 11"/>
                <a:gd name="T9" fmla="*/ 0 h 12"/>
                <a:gd name="T10" fmla="*/ 40 w 11"/>
                <a:gd name="T11" fmla="*/ 0 h 12"/>
                <a:gd name="T12" fmla="*/ 8 w 11"/>
                <a:gd name="T13" fmla="*/ 25 h 12"/>
                <a:gd name="T14" fmla="*/ 16 w 11"/>
                <a:gd name="T15" fmla="*/ 92 h 12"/>
                <a:gd name="T16" fmla="*/ 72 w 11"/>
                <a:gd name="T17" fmla="*/ 126 h 12"/>
                <a:gd name="T18" fmla="*/ 88 w 11"/>
                <a:gd name="T19" fmla="*/ 8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1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0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93" name="Freeform 174">
              <a:extLst>
                <a:ext uri="{FF2B5EF4-FFF2-40B4-BE49-F238E27FC236}">
                  <a16:creationId xmlns:a16="http://schemas.microsoft.com/office/drawing/2014/main" id="{8A33B1D6-BB5C-4677-80E0-27F72B00C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3134"/>
              <a:ext cx="45" cy="50"/>
            </a:xfrm>
            <a:custGeom>
              <a:avLst/>
              <a:gdLst>
                <a:gd name="T0" fmla="*/ 155 w 22"/>
                <a:gd name="T1" fmla="*/ 52 h 23"/>
                <a:gd name="T2" fmla="*/ 96 w 22"/>
                <a:gd name="T3" fmla="*/ 0 h 23"/>
                <a:gd name="T4" fmla="*/ 33 w 22"/>
                <a:gd name="T5" fmla="*/ 20 h 23"/>
                <a:gd name="T6" fmla="*/ 59 w 22"/>
                <a:gd name="T7" fmla="*/ 193 h 23"/>
                <a:gd name="T8" fmla="*/ 180 w 22"/>
                <a:gd name="T9" fmla="*/ 165 h 23"/>
                <a:gd name="T10" fmla="*/ 155 w 22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1" y="15"/>
                    <a:pt x="7" y="19"/>
                  </a:cubicBezTo>
                  <a:cubicBezTo>
                    <a:pt x="13" y="23"/>
                    <a:pt x="19" y="21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94" name="Freeform 175">
              <a:extLst>
                <a:ext uri="{FF2B5EF4-FFF2-40B4-BE49-F238E27FC236}">
                  <a16:creationId xmlns:a16="http://schemas.microsoft.com/office/drawing/2014/main" id="{2B7912F1-F925-4E38-B0EC-9D321F161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3143"/>
              <a:ext cx="22" cy="28"/>
            </a:xfrm>
            <a:custGeom>
              <a:avLst/>
              <a:gdLst>
                <a:gd name="T0" fmla="*/ 88 w 11"/>
                <a:gd name="T1" fmla="*/ 80 h 13"/>
                <a:gd name="T2" fmla="*/ 64 w 11"/>
                <a:gd name="T3" fmla="*/ 121 h 13"/>
                <a:gd name="T4" fmla="*/ 16 w 11"/>
                <a:gd name="T5" fmla="*/ 80 h 13"/>
                <a:gd name="T6" fmla="*/ 8 w 11"/>
                <a:gd name="T7" fmla="*/ 19 h 13"/>
                <a:gd name="T8" fmla="*/ 32 w 11"/>
                <a:gd name="T9" fmla="*/ 0 h 13"/>
                <a:gd name="T10" fmla="*/ 32 w 11"/>
                <a:gd name="T11" fmla="*/ 0 h 13"/>
                <a:gd name="T12" fmla="*/ 8 w 11"/>
                <a:gd name="T13" fmla="*/ 19 h 13"/>
                <a:gd name="T14" fmla="*/ 16 w 11"/>
                <a:gd name="T15" fmla="*/ 80 h 13"/>
                <a:gd name="T16" fmla="*/ 72 w 11"/>
                <a:gd name="T17" fmla="*/ 121 h 13"/>
                <a:gd name="T18" fmla="*/ 88 w 11"/>
                <a:gd name="T19" fmla="*/ 8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7" y="12"/>
                    <a:pt x="4" y="12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2"/>
                    <a:pt x="7" y="13"/>
                    <a:pt x="9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95" name="Freeform 176">
              <a:extLst>
                <a:ext uri="{FF2B5EF4-FFF2-40B4-BE49-F238E27FC236}">
                  <a16:creationId xmlns:a16="http://schemas.microsoft.com/office/drawing/2014/main" id="{010A4A37-8DA7-49B9-A613-43D6C4310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852"/>
              <a:ext cx="45" cy="48"/>
            </a:xfrm>
            <a:custGeom>
              <a:avLst/>
              <a:gdLst>
                <a:gd name="T0" fmla="*/ 147 w 22"/>
                <a:gd name="T1" fmla="*/ 44 h 22"/>
                <a:gd name="T2" fmla="*/ 84 w 22"/>
                <a:gd name="T3" fmla="*/ 0 h 22"/>
                <a:gd name="T4" fmla="*/ 33 w 22"/>
                <a:gd name="T5" fmla="*/ 20 h 22"/>
                <a:gd name="T6" fmla="*/ 68 w 22"/>
                <a:gd name="T7" fmla="*/ 185 h 22"/>
                <a:gd name="T8" fmla="*/ 180 w 22"/>
                <a:gd name="T9" fmla="*/ 157 h 22"/>
                <a:gd name="T10" fmla="*/ 14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0" y="19"/>
                    <a:pt x="21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96" name="Freeform 177">
              <a:extLst>
                <a:ext uri="{FF2B5EF4-FFF2-40B4-BE49-F238E27FC236}">
                  <a16:creationId xmlns:a16="http://schemas.microsoft.com/office/drawing/2014/main" id="{435BD635-7CF6-41E3-9EC4-E2276AB11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861"/>
              <a:ext cx="22" cy="26"/>
            </a:xfrm>
            <a:custGeom>
              <a:avLst/>
              <a:gdLst>
                <a:gd name="T0" fmla="*/ 88 w 11"/>
                <a:gd name="T1" fmla="*/ 72 h 12"/>
                <a:gd name="T2" fmla="*/ 72 w 11"/>
                <a:gd name="T3" fmla="*/ 113 h 12"/>
                <a:gd name="T4" fmla="*/ 16 w 11"/>
                <a:gd name="T5" fmla="*/ 80 h 12"/>
                <a:gd name="T6" fmla="*/ 8 w 11"/>
                <a:gd name="T7" fmla="*/ 20 h 12"/>
                <a:gd name="T8" fmla="*/ 32 w 11"/>
                <a:gd name="T9" fmla="*/ 0 h 12"/>
                <a:gd name="T10" fmla="*/ 32 w 11"/>
                <a:gd name="T11" fmla="*/ 0 h 12"/>
                <a:gd name="T12" fmla="*/ 8 w 11"/>
                <a:gd name="T13" fmla="*/ 20 h 12"/>
                <a:gd name="T14" fmla="*/ 16 w 11"/>
                <a:gd name="T15" fmla="*/ 80 h 12"/>
                <a:gd name="T16" fmla="*/ 72 w 11"/>
                <a:gd name="T17" fmla="*/ 113 h 12"/>
                <a:gd name="T18" fmla="*/ 88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1" y="10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97" name="Freeform 178">
              <a:extLst>
                <a:ext uri="{FF2B5EF4-FFF2-40B4-BE49-F238E27FC236}">
                  <a16:creationId xmlns:a16="http://schemas.microsoft.com/office/drawing/2014/main" id="{1D6344F2-2AE5-4441-B1B3-EDF1B3AD7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819"/>
              <a:ext cx="60" cy="61"/>
            </a:xfrm>
            <a:custGeom>
              <a:avLst/>
              <a:gdLst>
                <a:gd name="T0" fmla="*/ 168 w 29"/>
                <a:gd name="T1" fmla="*/ 246 h 28"/>
                <a:gd name="T2" fmla="*/ 213 w 29"/>
                <a:gd name="T3" fmla="*/ 81 h 28"/>
                <a:gd name="T4" fmla="*/ 52 w 29"/>
                <a:gd name="T5" fmla="*/ 52 h 28"/>
                <a:gd name="T6" fmla="*/ 168 w 29"/>
                <a:gd name="T7" fmla="*/ 24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8">
                  <a:moveTo>
                    <a:pt x="19" y="24"/>
                  </a:moveTo>
                  <a:cubicBezTo>
                    <a:pt x="26" y="23"/>
                    <a:pt x="29" y="15"/>
                    <a:pt x="24" y="8"/>
                  </a:cubicBezTo>
                  <a:cubicBezTo>
                    <a:pt x="19" y="1"/>
                    <a:pt x="12" y="0"/>
                    <a:pt x="6" y="5"/>
                  </a:cubicBezTo>
                  <a:cubicBezTo>
                    <a:pt x="0" y="11"/>
                    <a:pt x="8" y="28"/>
                    <a:pt x="19" y="2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98" name="Freeform 179">
              <a:extLst>
                <a:ext uri="{FF2B5EF4-FFF2-40B4-BE49-F238E27FC236}">
                  <a16:creationId xmlns:a16="http://schemas.microsoft.com/office/drawing/2014/main" id="{304FD1B0-128D-4B34-BAE3-F6BAFBF0F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839"/>
              <a:ext cx="30" cy="24"/>
            </a:xfrm>
            <a:custGeom>
              <a:avLst/>
              <a:gdLst>
                <a:gd name="T0" fmla="*/ 104 w 15"/>
                <a:gd name="T1" fmla="*/ 0 h 11"/>
                <a:gd name="T2" fmla="*/ 112 w 15"/>
                <a:gd name="T3" fmla="*/ 61 h 11"/>
                <a:gd name="T4" fmla="*/ 72 w 15"/>
                <a:gd name="T5" fmla="*/ 113 h 11"/>
                <a:gd name="T6" fmla="*/ 24 w 15"/>
                <a:gd name="T7" fmla="*/ 72 h 11"/>
                <a:gd name="T8" fmla="*/ 8 w 15"/>
                <a:gd name="T9" fmla="*/ 0 h 11"/>
                <a:gd name="T10" fmla="*/ 8 w 15"/>
                <a:gd name="T11" fmla="*/ 0 h 11"/>
                <a:gd name="T12" fmla="*/ 16 w 15"/>
                <a:gd name="T13" fmla="*/ 72 h 11"/>
                <a:gd name="T14" fmla="*/ 72 w 15"/>
                <a:gd name="T15" fmla="*/ 113 h 11"/>
                <a:gd name="T16" fmla="*/ 112 w 15"/>
                <a:gd name="T17" fmla="*/ 61 h 11"/>
                <a:gd name="T18" fmla="*/ 104 w 15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1">
                  <a:moveTo>
                    <a:pt x="13" y="0"/>
                  </a:moveTo>
                  <a:cubicBezTo>
                    <a:pt x="14" y="2"/>
                    <a:pt x="15" y="4"/>
                    <a:pt x="14" y="6"/>
                  </a:cubicBezTo>
                  <a:cubicBezTo>
                    <a:pt x="13" y="9"/>
                    <a:pt x="11" y="10"/>
                    <a:pt x="9" y="11"/>
                  </a:cubicBezTo>
                  <a:cubicBezTo>
                    <a:pt x="7" y="11"/>
                    <a:pt x="4" y="9"/>
                    <a:pt x="3" y="7"/>
                  </a:cubicBezTo>
                  <a:cubicBezTo>
                    <a:pt x="1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1" y="5"/>
                    <a:pt x="2" y="7"/>
                  </a:cubicBezTo>
                  <a:cubicBezTo>
                    <a:pt x="4" y="9"/>
                    <a:pt x="7" y="11"/>
                    <a:pt x="9" y="11"/>
                  </a:cubicBezTo>
                  <a:cubicBezTo>
                    <a:pt x="11" y="11"/>
                    <a:pt x="13" y="9"/>
                    <a:pt x="14" y="6"/>
                  </a:cubicBezTo>
                  <a:cubicBezTo>
                    <a:pt x="15" y="4"/>
                    <a:pt x="14" y="2"/>
                    <a:pt x="1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99" name="Freeform 180">
              <a:extLst>
                <a:ext uri="{FF2B5EF4-FFF2-40B4-BE49-F238E27FC236}">
                  <a16:creationId xmlns:a16="http://schemas.microsoft.com/office/drawing/2014/main" id="{54D737E4-A81D-411C-80CC-FA0C4D152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108"/>
              <a:ext cx="33" cy="43"/>
            </a:xfrm>
            <a:custGeom>
              <a:avLst/>
              <a:gdLst>
                <a:gd name="T0" fmla="*/ 132 w 16"/>
                <a:gd name="T1" fmla="*/ 112 h 20"/>
                <a:gd name="T2" fmla="*/ 132 w 16"/>
                <a:gd name="T3" fmla="*/ 157 h 20"/>
                <a:gd name="T4" fmla="*/ 124 w 16"/>
                <a:gd name="T5" fmla="*/ 181 h 20"/>
                <a:gd name="T6" fmla="*/ 116 w 16"/>
                <a:gd name="T7" fmla="*/ 172 h 20"/>
                <a:gd name="T8" fmla="*/ 80 w 16"/>
                <a:gd name="T9" fmla="*/ 181 h 20"/>
                <a:gd name="T10" fmla="*/ 72 w 16"/>
                <a:gd name="T11" fmla="*/ 157 h 20"/>
                <a:gd name="T12" fmla="*/ 52 w 16"/>
                <a:gd name="T13" fmla="*/ 172 h 20"/>
                <a:gd name="T14" fmla="*/ 43 w 16"/>
                <a:gd name="T15" fmla="*/ 140 h 20"/>
                <a:gd name="T16" fmla="*/ 25 w 16"/>
                <a:gd name="T17" fmla="*/ 120 h 20"/>
                <a:gd name="T18" fmla="*/ 8 w 16"/>
                <a:gd name="T19" fmla="*/ 80 h 20"/>
                <a:gd name="T20" fmla="*/ 17 w 16"/>
                <a:gd name="T21" fmla="*/ 60 h 20"/>
                <a:gd name="T22" fmla="*/ 35 w 16"/>
                <a:gd name="T23" fmla="*/ 41 h 20"/>
                <a:gd name="T24" fmla="*/ 72 w 16"/>
                <a:gd name="T25" fmla="*/ 9 h 20"/>
                <a:gd name="T26" fmla="*/ 116 w 16"/>
                <a:gd name="T27" fmla="*/ 41 h 20"/>
                <a:gd name="T28" fmla="*/ 132 w 16"/>
                <a:gd name="T29" fmla="*/ 112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1"/>
                  </a:moveTo>
                  <a:cubicBezTo>
                    <a:pt x="16" y="12"/>
                    <a:pt x="15" y="15"/>
                    <a:pt x="15" y="16"/>
                  </a:cubicBezTo>
                  <a:cubicBezTo>
                    <a:pt x="15" y="17"/>
                    <a:pt x="14" y="17"/>
                    <a:pt x="14" y="18"/>
                  </a:cubicBezTo>
                  <a:cubicBezTo>
                    <a:pt x="14" y="18"/>
                    <a:pt x="14" y="17"/>
                    <a:pt x="13" y="17"/>
                  </a:cubicBezTo>
                  <a:cubicBezTo>
                    <a:pt x="12" y="18"/>
                    <a:pt x="11" y="20"/>
                    <a:pt x="9" y="18"/>
                  </a:cubicBezTo>
                  <a:cubicBezTo>
                    <a:pt x="9" y="17"/>
                    <a:pt x="9" y="16"/>
                    <a:pt x="8" y="16"/>
                  </a:cubicBezTo>
                  <a:cubicBezTo>
                    <a:pt x="7" y="15"/>
                    <a:pt x="7" y="17"/>
                    <a:pt x="6" y="17"/>
                  </a:cubicBezTo>
                  <a:cubicBezTo>
                    <a:pt x="5" y="17"/>
                    <a:pt x="5" y="16"/>
                    <a:pt x="5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9"/>
                    <a:pt x="1" y="8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3" y="5"/>
                    <a:pt x="3" y="5"/>
                    <a:pt x="4" y="4"/>
                  </a:cubicBezTo>
                  <a:cubicBezTo>
                    <a:pt x="5" y="2"/>
                    <a:pt x="6" y="0"/>
                    <a:pt x="8" y="1"/>
                  </a:cubicBezTo>
                  <a:cubicBezTo>
                    <a:pt x="9" y="1"/>
                    <a:pt x="12" y="2"/>
                    <a:pt x="13" y="4"/>
                  </a:cubicBezTo>
                  <a:cubicBezTo>
                    <a:pt x="14" y="6"/>
                    <a:pt x="14" y="9"/>
                    <a:pt x="15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0" name="Freeform 181">
              <a:extLst>
                <a:ext uri="{FF2B5EF4-FFF2-40B4-BE49-F238E27FC236}">
                  <a16:creationId xmlns:a16="http://schemas.microsoft.com/office/drawing/2014/main" id="{6D3A0612-FB38-4DE6-9AAD-555261B4B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3121"/>
              <a:ext cx="6" cy="15"/>
            </a:xfrm>
            <a:custGeom>
              <a:avLst/>
              <a:gdLst>
                <a:gd name="T0" fmla="*/ 16 w 3"/>
                <a:gd name="T1" fmla="*/ 0 h 7"/>
                <a:gd name="T2" fmla="*/ 0 w 3"/>
                <a:gd name="T3" fmla="*/ 9 h 7"/>
                <a:gd name="T4" fmla="*/ 0 w 3"/>
                <a:gd name="T5" fmla="*/ 28 h 7"/>
                <a:gd name="T6" fmla="*/ 24 w 3"/>
                <a:gd name="T7" fmla="*/ 69 h 7"/>
                <a:gd name="T8" fmla="*/ 16 w 3"/>
                <a:gd name="T9" fmla="*/ 51 h 7"/>
                <a:gd name="T10" fmla="*/ 16 w 3"/>
                <a:gd name="T11" fmla="*/ 28 h 7"/>
                <a:gd name="T12" fmla="*/ 8 w 3"/>
                <a:gd name="T13" fmla="*/ 19 h 7"/>
                <a:gd name="T14" fmla="*/ 16 w 3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3" y="6"/>
                    <a:pt x="3" y="6"/>
                    <a:pt x="2" y="5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1" name="Freeform 182">
              <a:extLst>
                <a:ext uri="{FF2B5EF4-FFF2-40B4-BE49-F238E27FC236}">
                  <a16:creationId xmlns:a16="http://schemas.microsoft.com/office/drawing/2014/main" id="{A87561ED-A1D2-4293-8C42-030B7FBF4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3136"/>
              <a:ext cx="6" cy="7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37 h 3"/>
                <a:gd name="T4" fmla="*/ 16 w 3"/>
                <a:gd name="T5" fmla="*/ 28 h 3"/>
                <a:gd name="T6" fmla="*/ 24 w 3"/>
                <a:gd name="T7" fmla="*/ 28 h 3"/>
                <a:gd name="T8" fmla="*/ 8 w 3"/>
                <a:gd name="T9" fmla="*/ 28 h 3"/>
                <a:gd name="T10" fmla="*/ 0 w 3"/>
                <a:gd name="T11" fmla="*/ 12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2" name="Freeform 183">
              <a:extLst>
                <a:ext uri="{FF2B5EF4-FFF2-40B4-BE49-F238E27FC236}">
                  <a16:creationId xmlns:a16="http://schemas.microsoft.com/office/drawing/2014/main" id="{5AFA3174-67BF-40F5-BE1F-DB0283D03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3140"/>
              <a:ext cx="9" cy="9"/>
            </a:xfrm>
            <a:custGeom>
              <a:avLst/>
              <a:gdLst>
                <a:gd name="T0" fmla="*/ 25 w 4"/>
                <a:gd name="T1" fmla="*/ 0 h 4"/>
                <a:gd name="T2" fmla="*/ 0 w 4"/>
                <a:gd name="T3" fmla="*/ 11 h 4"/>
                <a:gd name="T4" fmla="*/ 25 w 4"/>
                <a:gd name="T5" fmla="*/ 36 h 4"/>
                <a:gd name="T6" fmla="*/ 45 w 4"/>
                <a:gd name="T7" fmla="*/ 25 h 4"/>
                <a:gd name="T8" fmla="*/ 36 w 4"/>
                <a:gd name="T9" fmla="*/ 25 h 4"/>
                <a:gd name="T10" fmla="*/ 25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2"/>
                    <a:pt x="3" y="3"/>
                    <a:pt x="3" y="2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3" name="Freeform 184">
              <a:extLst>
                <a:ext uri="{FF2B5EF4-FFF2-40B4-BE49-F238E27FC236}">
                  <a16:creationId xmlns:a16="http://schemas.microsoft.com/office/drawing/2014/main" id="{D11757BF-1080-4654-B531-515B8C276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136"/>
              <a:ext cx="6" cy="11"/>
            </a:xfrm>
            <a:custGeom>
              <a:avLst/>
              <a:gdLst>
                <a:gd name="T0" fmla="*/ 24 w 3"/>
                <a:gd name="T1" fmla="*/ 9 h 5"/>
                <a:gd name="T2" fmla="*/ 16 w 3"/>
                <a:gd name="T3" fmla="*/ 44 h 5"/>
                <a:gd name="T4" fmla="*/ 8 w 3"/>
                <a:gd name="T5" fmla="*/ 44 h 5"/>
                <a:gd name="T6" fmla="*/ 0 w 3"/>
                <a:gd name="T7" fmla="*/ 53 h 5"/>
                <a:gd name="T8" fmla="*/ 16 w 3"/>
                <a:gd name="T9" fmla="*/ 33 h 5"/>
                <a:gd name="T10" fmla="*/ 24 w 3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3" y="2"/>
                    <a:pt x="3" y="3"/>
                    <a:pt x="2" y="4"/>
                  </a:cubicBezTo>
                  <a:cubicBezTo>
                    <a:pt x="2" y="4"/>
                    <a:pt x="2" y="4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4"/>
                    <a:pt x="1" y="3"/>
                    <a:pt x="2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4" name="Freeform 185">
              <a:extLst>
                <a:ext uri="{FF2B5EF4-FFF2-40B4-BE49-F238E27FC236}">
                  <a16:creationId xmlns:a16="http://schemas.microsoft.com/office/drawing/2014/main" id="{60881FB6-67F0-49D4-BD4F-883C19D0A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3116"/>
              <a:ext cx="5" cy="16"/>
            </a:xfrm>
            <a:custGeom>
              <a:avLst/>
              <a:gdLst>
                <a:gd name="T0" fmla="*/ 20 w 2"/>
                <a:gd name="T1" fmla="*/ 11 h 7"/>
                <a:gd name="T2" fmla="*/ 20 w 2"/>
                <a:gd name="T3" fmla="*/ 48 h 7"/>
                <a:gd name="T4" fmla="*/ 33 w 2"/>
                <a:gd name="T5" fmla="*/ 85 h 7"/>
                <a:gd name="T6" fmla="*/ 33 w 2"/>
                <a:gd name="T7" fmla="*/ 37 h 7"/>
                <a:gd name="T8" fmla="*/ 33 w 2"/>
                <a:gd name="T9" fmla="*/ 11 h 7"/>
                <a:gd name="T10" fmla="*/ 20 w 2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7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1" y="5"/>
                    <a:pt x="2" y="6"/>
                    <a:pt x="2" y="7"/>
                  </a:cubicBezTo>
                  <a:cubicBezTo>
                    <a:pt x="1" y="6"/>
                    <a:pt x="2" y="5"/>
                    <a:pt x="2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5" name="Freeform 186">
              <a:extLst>
                <a:ext uri="{FF2B5EF4-FFF2-40B4-BE49-F238E27FC236}">
                  <a16:creationId xmlns:a16="http://schemas.microsoft.com/office/drawing/2014/main" id="{C77840A0-A700-43B4-9451-924A653F4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3125"/>
              <a:ext cx="6" cy="9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25 h 4"/>
                <a:gd name="T4" fmla="*/ 8 w 3"/>
                <a:gd name="T5" fmla="*/ 36 h 4"/>
                <a:gd name="T6" fmla="*/ 24 w 3"/>
                <a:gd name="T7" fmla="*/ 45 h 4"/>
                <a:gd name="T8" fmla="*/ 16 w 3"/>
                <a:gd name="T9" fmla="*/ 36 h 4"/>
                <a:gd name="T10" fmla="*/ 0 w 3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1" y="3"/>
                    <a:pt x="2" y="4"/>
                    <a:pt x="3" y="4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6" name="Freeform 187">
              <a:extLst>
                <a:ext uri="{FF2B5EF4-FFF2-40B4-BE49-F238E27FC236}">
                  <a16:creationId xmlns:a16="http://schemas.microsoft.com/office/drawing/2014/main" id="{D7740AC8-F817-48B6-8B57-048A0CF40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3140"/>
              <a:ext cx="7" cy="5"/>
            </a:xfrm>
            <a:custGeom>
              <a:avLst/>
              <a:gdLst>
                <a:gd name="T0" fmla="*/ 28 w 3"/>
                <a:gd name="T1" fmla="*/ 20 h 2"/>
                <a:gd name="T2" fmla="*/ 0 w 3"/>
                <a:gd name="T3" fmla="*/ 20 h 2"/>
                <a:gd name="T4" fmla="*/ 28 w 3"/>
                <a:gd name="T5" fmla="*/ 33 h 2"/>
                <a:gd name="T6" fmla="*/ 28 w 3"/>
                <a:gd name="T7" fmla="*/ 20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2" y="1"/>
                    <a:pt x="1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3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7" name="Freeform 188">
              <a:extLst>
                <a:ext uri="{FF2B5EF4-FFF2-40B4-BE49-F238E27FC236}">
                  <a16:creationId xmlns:a16="http://schemas.microsoft.com/office/drawing/2014/main" id="{52E37053-5849-485E-A495-0C4BEC958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3110"/>
              <a:ext cx="12" cy="6"/>
            </a:xfrm>
            <a:custGeom>
              <a:avLst/>
              <a:gdLst>
                <a:gd name="T0" fmla="*/ 48 w 6"/>
                <a:gd name="T1" fmla="*/ 8 h 3"/>
                <a:gd name="T2" fmla="*/ 24 w 6"/>
                <a:gd name="T3" fmla="*/ 8 h 3"/>
                <a:gd name="T4" fmla="*/ 0 w 6"/>
                <a:gd name="T5" fmla="*/ 24 h 3"/>
                <a:gd name="T6" fmla="*/ 24 w 6"/>
                <a:gd name="T7" fmla="*/ 8 h 3"/>
                <a:gd name="T8" fmla="*/ 48 w 6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5" y="1"/>
                    <a:pt x="4" y="0"/>
                    <a:pt x="3" y="1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4" y="1"/>
                    <a:pt x="5" y="1"/>
                    <a:pt x="6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8" name="Freeform 189">
              <a:extLst>
                <a:ext uri="{FF2B5EF4-FFF2-40B4-BE49-F238E27FC236}">
                  <a16:creationId xmlns:a16="http://schemas.microsoft.com/office/drawing/2014/main" id="{15E0B63B-C013-44B4-9F5E-D36E209BE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3119"/>
              <a:ext cx="5" cy="13"/>
            </a:xfrm>
            <a:custGeom>
              <a:avLst/>
              <a:gdLst>
                <a:gd name="T0" fmla="*/ 20 w 2"/>
                <a:gd name="T1" fmla="*/ 0 h 6"/>
                <a:gd name="T2" fmla="*/ 20 w 2"/>
                <a:gd name="T3" fmla="*/ 33 h 6"/>
                <a:gd name="T4" fmla="*/ 33 w 2"/>
                <a:gd name="T5" fmla="*/ 61 h 6"/>
                <a:gd name="T6" fmla="*/ 0 w 2"/>
                <a:gd name="T7" fmla="*/ 33 h 6"/>
                <a:gd name="T8" fmla="*/ 20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4"/>
                    <a:pt x="2" y="5"/>
                    <a:pt x="2" y="6"/>
                  </a:cubicBezTo>
                  <a:cubicBezTo>
                    <a:pt x="2" y="5"/>
                    <a:pt x="0" y="5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09" name="Freeform 190">
              <a:extLst>
                <a:ext uri="{FF2B5EF4-FFF2-40B4-BE49-F238E27FC236}">
                  <a16:creationId xmlns:a16="http://schemas.microsoft.com/office/drawing/2014/main" id="{0BDA9956-F4C6-4864-99F3-95C5AECC8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108"/>
              <a:ext cx="33" cy="43"/>
            </a:xfrm>
            <a:custGeom>
              <a:avLst/>
              <a:gdLst>
                <a:gd name="T0" fmla="*/ 132 w 16"/>
                <a:gd name="T1" fmla="*/ 112 h 20"/>
                <a:gd name="T2" fmla="*/ 132 w 16"/>
                <a:gd name="T3" fmla="*/ 157 h 20"/>
                <a:gd name="T4" fmla="*/ 124 w 16"/>
                <a:gd name="T5" fmla="*/ 181 h 20"/>
                <a:gd name="T6" fmla="*/ 116 w 16"/>
                <a:gd name="T7" fmla="*/ 172 h 20"/>
                <a:gd name="T8" fmla="*/ 80 w 16"/>
                <a:gd name="T9" fmla="*/ 181 h 20"/>
                <a:gd name="T10" fmla="*/ 72 w 16"/>
                <a:gd name="T11" fmla="*/ 157 h 20"/>
                <a:gd name="T12" fmla="*/ 52 w 16"/>
                <a:gd name="T13" fmla="*/ 172 h 20"/>
                <a:gd name="T14" fmla="*/ 43 w 16"/>
                <a:gd name="T15" fmla="*/ 140 h 20"/>
                <a:gd name="T16" fmla="*/ 25 w 16"/>
                <a:gd name="T17" fmla="*/ 120 h 20"/>
                <a:gd name="T18" fmla="*/ 8 w 16"/>
                <a:gd name="T19" fmla="*/ 80 h 20"/>
                <a:gd name="T20" fmla="*/ 17 w 16"/>
                <a:gd name="T21" fmla="*/ 60 h 20"/>
                <a:gd name="T22" fmla="*/ 35 w 16"/>
                <a:gd name="T23" fmla="*/ 41 h 20"/>
                <a:gd name="T24" fmla="*/ 72 w 16"/>
                <a:gd name="T25" fmla="*/ 9 h 20"/>
                <a:gd name="T26" fmla="*/ 116 w 16"/>
                <a:gd name="T27" fmla="*/ 41 h 20"/>
                <a:gd name="T28" fmla="*/ 132 w 16"/>
                <a:gd name="T29" fmla="*/ 112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1"/>
                  </a:moveTo>
                  <a:cubicBezTo>
                    <a:pt x="16" y="12"/>
                    <a:pt x="15" y="15"/>
                    <a:pt x="15" y="16"/>
                  </a:cubicBezTo>
                  <a:cubicBezTo>
                    <a:pt x="15" y="17"/>
                    <a:pt x="14" y="17"/>
                    <a:pt x="14" y="18"/>
                  </a:cubicBezTo>
                  <a:cubicBezTo>
                    <a:pt x="14" y="18"/>
                    <a:pt x="14" y="17"/>
                    <a:pt x="13" y="17"/>
                  </a:cubicBezTo>
                  <a:cubicBezTo>
                    <a:pt x="12" y="18"/>
                    <a:pt x="11" y="20"/>
                    <a:pt x="9" y="18"/>
                  </a:cubicBezTo>
                  <a:cubicBezTo>
                    <a:pt x="9" y="17"/>
                    <a:pt x="9" y="16"/>
                    <a:pt x="8" y="16"/>
                  </a:cubicBezTo>
                  <a:cubicBezTo>
                    <a:pt x="7" y="15"/>
                    <a:pt x="7" y="17"/>
                    <a:pt x="6" y="17"/>
                  </a:cubicBezTo>
                  <a:cubicBezTo>
                    <a:pt x="5" y="17"/>
                    <a:pt x="5" y="16"/>
                    <a:pt x="5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9"/>
                    <a:pt x="1" y="8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3" y="5"/>
                    <a:pt x="3" y="5"/>
                    <a:pt x="4" y="4"/>
                  </a:cubicBezTo>
                  <a:cubicBezTo>
                    <a:pt x="5" y="2"/>
                    <a:pt x="6" y="0"/>
                    <a:pt x="8" y="1"/>
                  </a:cubicBezTo>
                  <a:cubicBezTo>
                    <a:pt x="9" y="1"/>
                    <a:pt x="12" y="2"/>
                    <a:pt x="13" y="4"/>
                  </a:cubicBezTo>
                  <a:cubicBezTo>
                    <a:pt x="14" y="6"/>
                    <a:pt x="14" y="9"/>
                    <a:pt x="15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10" name="Freeform 191">
              <a:extLst>
                <a:ext uri="{FF2B5EF4-FFF2-40B4-BE49-F238E27FC236}">
                  <a16:creationId xmlns:a16="http://schemas.microsoft.com/office/drawing/2014/main" id="{29C9A03A-FE05-47FB-9B88-A67B57F64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3138"/>
              <a:ext cx="9" cy="5"/>
            </a:xfrm>
            <a:custGeom>
              <a:avLst/>
              <a:gdLst>
                <a:gd name="T0" fmla="*/ 45 w 4"/>
                <a:gd name="T1" fmla="*/ 20 h 2"/>
                <a:gd name="T2" fmla="*/ 0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11" name="Freeform 192">
              <a:extLst>
                <a:ext uri="{FF2B5EF4-FFF2-40B4-BE49-F238E27FC236}">
                  <a16:creationId xmlns:a16="http://schemas.microsoft.com/office/drawing/2014/main" id="{FCE0A7FC-1929-42BF-A14A-A30BD2A53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3114"/>
              <a:ext cx="7" cy="18"/>
            </a:xfrm>
            <a:custGeom>
              <a:avLst/>
              <a:gdLst>
                <a:gd name="T0" fmla="*/ 37 w 3"/>
                <a:gd name="T1" fmla="*/ 92 h 8"/>
                <a:gd name="T2" fmla="*/ 12 w 3"/>
                <a:gd name="T3" fmla="*/ 45 h 8"/>
                <a:gd name="T4" fmla="*/ 12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2" y="7"/>
                    <a:pt x="1" y="6"/>
                    <a:pt x="1" y="4"/>
                  </a:cubicBezTo>
                  <a:cubicBezTo>
                    <a:pt x="0" y="3"/>
                    <a:pt x="2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12" name="Freeform 193">
              <a:extLst>
                <a:ext uri="{FF2B5EF4-FFF2-40B4-BE49-F238E27FC236}">
                  <a16:creationId xmlns:a16="http://schemas.microsoft.com/office/drawing/2014/main" id="{679C6049-8BB7-4746-99EB-009BE2301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3132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13" name="Freeform 194">
              <a:extLst>
                <a:ext uri="{FF2B5EF4-FFF2-40B4-BE49-F238E27FC236}">
                  <a16:creationId xmlns:a16="http://schemas.microsoft.com/office/drawing/2014/main" id="{044C2876-DEE9-4752-92DB-A5EBAEA9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952"/>
              <a:ext cx="30" cy="44"/>
            </a:xfrm>
            <a:custGeom>
              <a:avLst/>
              <a:gdLst>
                <a:gd name="T0" fmla="*/ 120 w 15"/>
                <a:gd name="T1" fmla="*/ 125 h 20"/>
                <a:gd name="T2" fmla="*/ 104 w 15"/>
                <a:gd name="T3" fmla="*/ 178 h 20"/>
                <a:gd name="T4" fmla="*/ 96 w 15"/>
                <a:gd name="T5" fmla="*/ 194 h 20"/>
                <a:gd name="T6" fmla="*/ 88 w 15"/>
                <a:gd name="T7" fmla="*/ 194 h 20"/>
                <a:gd name="T8" fmla="*/ 56 w 15"/>
                <a:gd name="T9" fmla="*/ 178 h 20"/>
                <a:gd name="T10" fmla="*/ 48 w 15"/>
                <a:gd name="T11" fmla="*/ 161 h 20"/>
                <a:gd name="T12" fmla="*/ 32 w 15"/>
                <a:gd name="T13" fmla="*/ 161 h 20"/>
                <a:gd name="T14" fmla="*/ 24 w 15"/>
                <a:gd name="T15" fmla="*/ 141 h 20"/>
                <a:gd name="T16" fmla="*/ 24 w 15"/>
                <a:gd name="T17" fmla="*/ 106 h 20"/>
                <a:gd name="T18" fmla="*/ 8 w 15"/>
                <a:gd name="T19" fmla="*/ 53 h 20"/>
                <a:gd name="T20" fmla="*/ 24 w 15"/>
                <a:gd name="T21" fmla="*/ 44 h 20"/>
                <a:gd name="T22" fmla="*/ 40 w 15"/>
                <a:gd name="T23" fmla="*/ 20 h 20"/>
                <a:gd name="T24" fmla="*/ 80 w 15"/>
                <a:gd name="T25" fmla="*/ 0 h 20"/>
                <a:gd name="T26" fmla="*/ 112 w 15"/>
                <a:gd name="T27" fmla="*/ 44 h 20"/>
                <a:gd name="T28" fmla="*/ 120 w 15"/>
                <a:gd name="T29" fmla="*/ 125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20">
                  <a:moveTo>
                    <a:pt x="15" y="12"/>
                  </a:moveTo>
                  <a:cubicBezTo>
                    <a:pt x="15" y="13"/>
                    <a:pt x="14" y="16"/>
                    <a:pt x="13" y="17"/>
                  </a:cubicBezTo>
                  <a:cubicBezTo>
                    <a:pt x="13" y="17"/>
                    <a:pt x="12" y="18"/>
                    <a:pt x="12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8" y="20"/>
                    <a:pt x="7" y="17"/>
                  </a:cubicBezTo>
                  <a:cubicBezTo>
                    <a:pt x="7" y="16"/>
                    <a:pt x="7" y="15"/>
                    <a:pt x="6" y="15"/>
                  </a:cubicBezTo>
                  <a:cubicBezTo>
                    <a:pt x="5" y="14"/>
                    <a:pt x="5" y="15"/>
                    <a:pt x="4" y="15"/>
                  </a:cubicBezTo>
                  <a:cubicBezTo>
                    <a:pt x="3" y="15"/>
                    <a:pt x="3" y="14"/>
                    <a:pt x="3" y="13"/>
                  </a:cubicBezTo>
                  <a:cubicBezTo>
                    <a:pt x="3" y="11"/>
                    <a:pt x="3" y="11"/>
                    <a:pt x="3" y="10"/>
                  </a:cubicBezTo>
                  <a:cubicBezTo>
                    <a:pt x="2" y="9"/>
                    <a:pt x="0" y="7"/>
                    <a:pt x="1" y="5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4" y="3"/>
                    <a:pt x="4" y="4"/>
                    <a:pt x="5" y="2"/>
                  </a:cubicBezTo>
                  <a:cubicBezTo>
                    <a:pt x="6" y="1"/>
                    <a:pt x="8" y="0"/>
                    <a:pt x="10" y="0"/>
                  </a:cubicBezTo>
                  <a:cubicBezTo>
                    <a:pt x="11" y="1"/>
                    <a:pt x="13" y="2"/>
                    <a:pt x="14" y="4"/>
                  </a:cubicBezTo>
                  <a:cubicBezTo>
                    <a:pt x="14" y="6"/>
                    <a:pt x="14" y="10"/>
                    <a:pt x="15" y="12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14" name="Freeform 195">
              <a:extLst>
                <a:ext uri="{FF2B5EF4-FFF2-40B4-BE49-F238E27FC236}">
                  <a16:creationId xmlns:a16="http://schemas.microsoft.com/office/drawing/2014/main" id="{BC7AFB8C-DC92-4E7C-A8A4-015F7719B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961"/>
              <a:ext cx="6" cy="15"/>
            </a:xfrm>
            <a:custGeom>
              <a:avLst/>
              <a:gdLst>
                <a:gd name="T0" fmla="*/ 24 w 3"/>
                <a:gd name="T1" fmla="*/ 0 h 7"/>
                <a:gd name="T2" fmla="*/ 8 w 3"/>
                <a:gd name="T3" fmla="*/ 9 h 7"/>
                <a:gd name="T4" fmla="*/ 0 w 3"/>
                <a:gd name="T5" fmla="*/ 28 h 7"/>
                <a:gd name="T6" fmla="*/ 16 w 3"/>
                <a:gd name="T7" fmla="*/ 69 h 7"/>
                <a:gd name="T8" fmla="*/ 16 w 3"/>
                <a:gd name="T9" fmla="*/ 51 h 7"/>
                <a:gd name="T10" fmla="*/ 16 w 3"/>
                <a:gd name="T11" fmla="*/ 28 h 7"/>
                <a:gd name="T12" fmla="*/ 16 w 3"/>
                <a:gd name="T13" fmla="*/ 19 h 7"/>
                <a:gd name="T14" fmla="*/ 24 w 3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1" y="6"/>
                    <a:pt x="2" y="7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1"/>
                    <a:pt x="2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15" name="Freeform 196">
              <a:extLst>
                <a:ext uri="{FF2B5EF4-FFF2-40B4-BE49-F238E27FC236}">
                  <a16:creationId xmlns:a16="http://schemas.microsoft.com/office/drawing/2014/main" id="{EE376AD5-0961-4075-AFB8-0AC28935F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979"/>
              <a:ext cx="8" cy="6"/>
            </a:xfrm>
            <a:custGeom>
              <a:avLst/>
              <a:gdLst>
                <a:gd name="T0" fmla="*/ 8 w 4"/>
                <a:gd name="T1" fmla="*/ 0 h 3"/>
                <a:gd name="T2" fmla="*/ 8 w 4"/>
                <a:gd name="T3" fmla="*/ 24 h 3"/>
                <a:gd name="T4" fmla="*/ 16 w 4"/>
                <a:gd name="T5" fmla="*/ 16 h 3"/>
                <a:gd name="T6" fmla="*/ 32 w 4"/>
                <a:gd name="T7" fmla="*/ 16 h 3"/>
                <a:gd name="T8" fmla="*/ 16 w 4"/>
                <a:gd name="T9" fmla="*/ 16 h 3"/>
                <a:gd name="T10" fmla="*/ 8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16" name="Freeform 197">
              <a:extLst>
                <a:ext uri="{FF2B5EF4-FFF2-40B4-BE49-F238E27FC236}">
                  <a16:creationId xmlns:a16="http://schemas.microsoft.com/office/drawing/2014/main" id="{DC8068F3-30A0-4734-9E57-C6A4CA9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983"/>
              <a:ext cx="6" cy="9"/>
            </a:xfrm>
            <a:custGeom>
              <a:avLst/>
              <a:gdLst>
                <a:gd name="T0" fmla="*/ 8 w 3"/>
                <a:gd name="T1" fmla="*/ 11 h 4"/>
                <a:gd name="T2" fmla="*/ 0 w 3"/>
                <a:gd name="T3" fmla="*/ 11 h 4"/>
                <a:gd name="T4" fmla="*/ 8 w 3"/>
                <a:gd name="T5" fmla="*/ 36 h 4"/>
                <a:gd name="T6" fmla="*/ 24 w 3"/>
                <a:gd name="T7" fmla="*/ 36 h 4"/>
                <a:gd name="T8" fmla="*/ 16 w 3"/>
                <a:gd name="T9" fmla="*/ 36 h 4"/>
                <a:gd name="T10" fmla="*/ 8 w 3"/>
                <a:gd name="T11" fmla="*/ 1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1"/>
                    <a:pt x="0" y="3"/>
                    <a:pt x="1" y="3"/>
                  </a:cubicBezTo>
                  <a:cubicBezTo>
                    <a:pt x="1" y="4"/>
                    <a:pt x="3" y="4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2"/>
                    <a:pt x="2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17" name="Freeform 198">
              <a:extLst>
                <a:ext uri="{FF2B5EF4-FFF2-40B4-BE49-F238E27FC236}">
                  <a16:creationId xmlns:a16="http://schemas.microsoft.com/office/drawing/2014/main" id="{15619167-65F3-44E5-A68B-1C5BAC940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983"/>
              <a:ext cx="10" cy="9"/>
            </a:xfrm>
            <a:custGeom>
              <a:avLst/>
              <a:gdLst>
                <a:gd name="T0" fmla="*/ 40 w 5"/>
                <a:gd name="T1" fmla="*/ 11 h 4"/>
                <a:gd name="T2" fmla="*/ 24 w 5"/>
                <a:gd name="T3" fmla="*/ 36 h 4"/>
                <a:gd name="T4" fmla="*/ 16 w 5"/>
                <a:gd name="T5" fmla="*/ 36 h 4"/>
                <a:gd name="T6" fmla="*/ 0 w 5"/>
                <a:gd name="T7" fmla="*/ 45 h 4"/>
                <a:gd name="T8" fmla="*/ 24 w 5"/>
                <a:gd name="T9" fmla="*/ 25 h 4"/>
                <a:gd name="T10" fmla="*/ 40 w 5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1"/>
                    <a:pt x="4" y="3"/>
                    <a:pt x="3" y="3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1" y="3"/>
                    <a:pt x="1" y="4"/>
                    <a:pt x="0" y="4"/>
                  </a:cubicBezTo>
                  <a:cubicBezTo>
                    <a:pt x="1" y="3"/>
                    <a:pt x="3" y="3"/>
                    <a:pt x="3" y="2"/>
                  </a:cubicBezTo>
                  <a:cubicBezTo>
                    <a:pt x="4" y="2"/>
                    <a:pt x="5" y="1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18" name="Freeform 199">
              <a:extLst>
                <a:ext uri="{FF2B5EF4-FFF2-40B4-BE49-F238E27FC236}">
                  <a16:creationId xmlns:a16="http://schemas.microsoft.com/office/drawing/2014/main" id="{BC502CAC-BDC3-4E11-8118-1C9604A69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961"/>
              <a:ext cx="2" cy="15"/>
            </a:xfrm>
            <a:custGeom>
              <a:avLst/>
              <a:gdLst>
                <a:gd name="T0" fmla="*/ 8 w 1"/>
                <a:gd name="T1" fmla="*/ 9 h 7"/>
                <a:gd name="T2" fmla="*/ 0 w 1"/>
                <a:gd name="T3" fmla="*/ 41 h 7"/>
                <a:gd name="T4" fmla="*/ 8 w 1"/>
                <a:gd name="T5" fmla="*/ 69 h 7"/>
                <a:gd name="T6" fmla="*/ 8 w 1"/>
                <a:gd name="T7" fmla="*/ 28 h 7"/>
                <a:gd name="T8" fmla="*/ 8 w 1"/>
                <a:gd name="T9" fmla="*/ 9 h 7"/>
                <a:gd name="T10" fmla="*/ 8 w 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7">
                  <a:moveTo>
                    <a:pt x="1" y="1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0" y="6"/>
                    <a:pt x="1" y="5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19" name="Freeform 200">
              <a:extLst>
                <a:ext uri="{FF2B5EF4-FFF2-40B4-BE49-F238E27FC236}">
                  <a16:creationId xmlns:a16="http://schemas.microsoft.com/office/drawing/2014/main" id="{0676F61A-5F57-4ACF-9E3A-B3829824E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966"/>
              <a:ext cx="4" cy="8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8 h 4"/>
                <a:gd name="T4" fmla="*/ 8 w 2"/>
                <a:gd name="T5" fmla="*/ 16 h 4"/>
                <a:gd name="T6" fmla="*/ 16 w 2"/>
                <a:gd name="T7" fmla="*/ 32 h 4"/>
                <a:gd name="T8" fmla="*/ 16 w 2"/>
                <a:gd name="T9" fmla="*/ 24 h 4"/>
                <a:gd name="T10" fmla="*/ 8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0" name="Freeform 201">
              <a:extLst>
                <a:ext uri="{FF2B5EF4-FFF2-40B4-BE49-F238E27FC236}">
                  <a16:creationId xmlns:a16="http://schemas.microsoft.com/office/drawing/2014/main" id="{C31B61B0-8A3C-40B9-8C08-D73CE86C5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983"/>
              <a:ext cx="4" cy="7"/>
            </a:xfrm>
            <a:custGeom>
              <a:avLst/>
              <a:gdLst>
                <a:gd name="T0" fmla="*/ 8 w 2"/>
                <a:gd name="T1" fmla="*/ 12 h 3"/>
                <a:gd name="T2" fmla="*/ 0 w 2"/>
                <a:gd name="T3" fmla="*/ 12 h 3"/>
                <a:gd name="T4" fmla="*/ 8 w 2"/>
                <a:gd name="T5" fmla="*/ 37 h 3"/>
                <a:gd name="T6" fmla="*/ 8 w 2"/>
                <a:gd name="T7" fmla="*/ 28 h 3"/>
                <a:gd name="T8" fmla="*/ 8 w 2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1"/>
                    <a:pt x="2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1" name="Freeform 202">
              <a:extLst>
                <a:ext uri="{FF2B5EF4-FFF2-40B4-BE49-F238E27FC236}">
                  <a16:creationId xmlns:a16="http://schemas.microsoft.com/office/drawing/2014/main" id="{0259C50B-5180-4A21-99AD-439D3AFEA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955"/>
              <a:ext cx="10" cy="4"/>
            </a:xfrm>
            <a:custGeom>
              <a:avLst/>
              <a:gdLst>
                <a:gd name="T0" fmla="*/ 40 w 5"/>
                <a:gd name="T1" fmla="*/ 8 h 2"/>
                <a:gd name="T2" fmla="*/ 16 w 5"/>
                <a:gd name="T3" fmla="*/ 0 h 2"/>
                <a:gd name="T4" fmla="*/ 0 w 5"/>
                <a:gd name="T5" fmla="*/ 16 h 2"/>
                <a:gd name="T6" fmla="*/ 24 w 5"/>
                <a:gd name="T7" fmla="*/ 0 h 2"/>
                <a:gd name="T8" fmla="*/ 40 w 5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4" y="0"/>
                    <a:pt x="4" y="0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1" y="1"/>
                    <a:pt x="1" y="0"/>
                    <a:pt x="3" y="0"/>
                  </a:cubicBezTo>
                  <a:cubicBezTo>
                    <a:pt x="4" y="0"/>
                    <a:pt x="4" y="0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2" name="Freeform 203">
              <a:extLst>
                <a:ext uri="{FF2B5EF4-FFF2-40B4-BE49-F238E27FC236}">
                  <a16:creationId xmlns:a16="http://schemas.microsoft.com/office/drawing/2014/main" id="{E5725AC3-DD3D-4DD1-BD68-EAD2DFEF9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963"/>
              <a:ext cx="4" cy="13"/>
            </a:xfrm>
            <a:custGeom>
              <a:avLst/>
              <a:gdLst>
                <a:gd name="T0" fmla="*/ 16 w 2"/>
                <a:gd name="T1" fmla="*/ 0 h 6"/>
                <a:gd name="T2" fmla="*/ 8 w 2"/>
                <a:gd name="T3" fmla="*/ 20 h 6"/>
                <a:gd name="T4" fmla="*/ 16 w 2"/>
                <a:gd name="T5" fmla="*/ 61 h 6"/>
                <a:gd name="T6" fmla="*/ 0 w 2"/>
                <a:gd name="T7" fmla="*/ 33 h 6"/>
                <a:gd name="T8" fmla="*/ 16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1" y="4"/>
                    <a:pt x="1" y="5"/>
                    <a:pt x="2" y="6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3" name="Freeform 204">
              <a:extLst>
                <a:ext uri="{FF2B5EF4-FFF2-40B4-BE49-F238E27FC236}">
                  <a16:creationId xmlns:a16="http://schemas.microsoft.com/office/drawing/2014/main" id="{FD1EACD4-9836-4059-83E8-D8D48294E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952"/>
              <a:ext cx="30" cy="44"/>
            </a:xfrm>
            <a:custGeom>
              <a:avLst/>
              <a:gdLst>
                <a:gd name="T0" fmla="*/ 120 w 15"/>
                <a:gd name="T1" fmla="*/ 125 h 20"/>
                <a:gd name="T2" fmla="*/ 104 w 15"/>
                <a:gd name="T3" fmla="*/ 178 h 20"/>
                <a:gd name="T4" fmla="*/ 96 w 15"/>
                <a:gd name="T5" fmla="*/ 194 h 20"/>
                <a:gd name="T6" fmla="*/ 88 w 15"/>
                <a:gd name="T7" fmla="*/ 194 h 20"/>
                <a:gd name="T8" fmla="*/ 56 w 15"/>
                <a:gd name="T9" fmla="*/ 178 h 20"/>
                <a:gd name="T10" fmla="*/ 48 w 15"/>
                <a:gd name="T11" fmla="*/ 161 h 20"/>
                <a:gd name="T12" fmla="*/ 32 w 15"/>
                <a:gd name="T13" fmla="*/ 161 h 20"/>
                <a:gd name="T14" fmla="*/ 24 w 15"/>
                <a:gd name="T15" fmla="*/ 141 h 20"/>
                <a:gd name="T16" fmla="*/ 24 w 15"/>
                <a:gd name="T17" fmla="*/ 106 h 20"/>
                <a:gd name="T18" fmla="*/ 8 w 15"/>
                <a:gd name="T19" fmla="*/ 53 h 20"/>
                <a:gd name="T20" fmla="*/ 24 w 15"/>
                <a:gd name="T21" fmla="*/ 44 h 20"/>
                <a:gd name="T22" fmla="*/ 40 w 15"/>
                <a:gd name="T23" fmla="*/ 20 h 20"/>
                <a:gd name="T24" fmla="*/ 80 w 15"/>
                <a:gd name="T25" fmla="*/ 0 h 20"/>
                <a:gd name="T26" fmla="*/ 112 w 15"/>
                <a:gd name="T27" fmla="*/ 44 h 20"/>
                <a:gd name="T28" fmla="*/ 120 w 15"/>
                <a:gd name="T29" fmla="*/ 125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20">
                  <a:moveTo>
                    <a:pt x="15" y="12"/>
                  </a:moveTo>
                  <a:cubicBezTo>
                    <a:pt x="15" y="13"/>
                    <a:pt x="14" y="16"/>
                    <a:pt x="13" y="17"/>
                  </a:cubicBezTo>
                  <a:cubicBezTo>
                    <a:pt x="13" y="17"/>
                    <a:pt x="12" y="18"/>
                    <a:pt x="12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8" y="20"/>
                    <a:pt x="7" y="17"/>
                  </a:cubicBezTo>
                  <a:cubicBezTo>
                    <a:pt x="7" y="16"/>
                    <a:pt x="7" y="15"/>
                    <a:pt x="6" y="15"/>
                  </a:cubicBezTo>
                  <a:cubicBezTo>
                    <a:pt x="5" y="14"/>
                    <a:pt x="5" y="15"/>
                    <a:pt x="4" y="15"/>
                  </a:cubicBezTo>
                  <a:cubicBezTo>
                    <a:pt x="3" y="15"/>
                    <a:pt x="3" y="14"/>
                    <a:pt x="3" y="13"/>
                  </a:cubicBezTo>
                  <a:cubicBezTo>
                    <a:pt x="3" y="11"/>
                    <a:pt x="3" y="11"/>
                    <a:pt x="3" y="10"/>
                  </a:cubicBezTo>
                  <a:cubicBezTo>
                    <a:pt x="2" y="9"/>
                    <a:pt x="0" y="7"/>
                    <a:pt x="1" y="5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4" y="3"/>
                    <a:pt x="4" y="4"/>
                    <a:pt x="5" y="2"/>
                  </a:cubicBezTo>
                  <a:cubicBezTo>
                    <a:pt x="6" y="1"/>
                    <a:pt x="8" y="0"/>
                    <a:pt x="10" y="0"/>
                  </a:cubicBezTo>
                  <a:cubicBezTo>
                    <a:pt x="11" y="1"/>
                    <a:pt x="13" y="2"/>
                    <a:pt x="14" y="4"/>
                  </a:cubicBezTo>
                  <a:cubicBezTo>
                    <a:pt x="14" y="6"/>
                    <a:pt x="14" y="10"/>
                    <a:pt x="15" y="1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4" name="Freeform 205">
              <a:extLst>
                <a:ext uri="{FF2B5EF4-FFF2-40B4-BE49-F238E27FC236}">
                  <a16:creationId xmlns:a16="http://schemas.microsoft.com/office/drawing/2014/main" id="{8F232606-2C43-478A-88BC-8B2308CC8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983"/>
              <a:ext cx="6" cy="2"/>
            </a:xfrm>
            <a:custGeom>
              <a:avLst/>
              <a:gdLst>
                <a:gd name="T0" fmla="*/ 24 w 3"/>
                <a:gd name="T1" fmla="*/ 8 h 1"/>
                <a:gd name="T2" fmla="*/ 0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5" name="Freeform 206">
              <a:extLst>
                <a:ext uri="{FF2B5EF4-FFF2-40B4-BE49-F238E27FC236}">
                  <a16:creationId xmlns:a16="http://schemas.microsoft.com/office/drawing/2014/main" id="{96BBDAC3-06B3-4E5F-A8F9-A86DF7BA8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959"/>
              <a:ext cx="2" cy="20"/>
            </a:xfrm>
            <a:custGeom>
              <a:avLst/>
              <a:gdLst>
                <a:gd name="T0" fmla="*/ 8 w 1"/>
                <a:gd name="T1" fmla="*/ 98 h 9"/>
                <a:gd name="T2" fmla="*/ 0 w 1"/>
                <a:gd name="T3" fmla="*/ 44 h 9"/>
                <a:gd name="T4" fmla="*/ 8 w 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">
                  <a:moveTo>
                    <a:pt x="1" y="9"/>
                  </a:moveTo>
                  <a:cubicBezTo>
                    <a:pt x="0" y="7"/>
                    <a:pt x="0" y="6"/>
                    <a:pt x="0" y="4"/>
                  </a:cubicBezTo>
                  <a:cubicBezTo>
                    <a:pt x="0" y="3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6" name="Freeform 207">
              <a:extLst>
                <a:ext uri="{FF2B5EF4-FFF2-40B4-BE49-F238E27FC236}">
                  <a16:creationId xmlns:a16="http://schemas.microsoft.com/office/drawing/2014/main" id="{D943C888-49B7-4E4B-B748-F5EF0D84C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972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7" name="Freeform 208">
              <a:extLst>
                <a:ext uri="{FF2B5EF4-FFF2-40B4-BE49-F238E27FC236}">
                  <a16:creationId xmlns:a16="http://schemas.microsoft.com/office/drawing/2014/main" id="{2CBE4BE3-B1D4-4B80-AABC-7BFD5ECE3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872"/>
              <a:ext cx="32" cy="52"/>
            </a:xfrm>
            <a:custGeom>
              <a:avLst/>
              <a:gdLst>
                <a:gd name="T0" fmla="*/ 96 w 16"/>
                <a:gd name="T1" fmla="*/ 193 h 24"/>
                <a:gd name="T2" fmla="*/ 104 w 16"/>
                <a:gd name="T3" fmla="*/ 234 h 24"/>
                <a:gd name="T4" fmla="*/ 88 w 16"/>
                <a:gd name="T5" fmla="*/ 245 h 24"/>
                <a:gd name="T6" fmla="*/ 80 w 16"/>
                <a:gd name="T7" fmla="*/ 225 h 24"/>
                <a:gd name="T8" fmla="*/ 56 w 16"/>
                <a:gd name="T9" fmla="*/ 234 h 24"/>
                <a:gd name="T10" fmla="*/ 32 w 16"/>
                <a:gd name="T11" fmla="*/ 217 h 24"/>
                <a:gd name="T12" fmla="*/ 24 w 16"/>
                <a:gd name="T13" fmla="*/ 173 h 24"/>
                <a:gd name="T14" fmla="*/ 8 w 16"/>
                <a:gd name="T15" fmla="*/ 156 h 24"/>
                <a:gd name="T16" fmla="*/ 0 w 16"/>
                <a:gd name="T17" fmla="*/ 121 h 24"/>
                <a:gd name="T18" fmla="*/ 16 w 16"/>
                <a:gd name="T19" fmla="*/ 93 h 24"/>
                <a:gd name="T20" fmla="*/ 0 w 16"/>
                <a:gd name="T21" fmla="*/ 52 h 24"/>
                <a:gd name="T22" fmla="*/ 48 w 16"/>
                <a:gd name="T23" fmla="*/ 9 h 24"/>
                <a:gd name="T24" fmla="*/ 72 w 16"/>
                <a:gd name="T25" fmla="*/ 0 h 24"/>
                <a:gd name="T26" fmla="*/ 96 w 16"/>
                <a:gd name="T27" fmla="*/ 20 h 24"/>
                <a:gd name="T28" fmla="*/ 120 w 16"/>
                <a:gd name="T29" fmla="*/ 9 h 24"/>
                <a:gd name="T30" fmla="*/ 120 w 16"/>
                <a:gd name="T31" fmla="*/ 43 h 24"/>
                <a:gd name="T32" fmla="*/ 104 w 16"/>
                <a:gd name="T33" fmla="*/ 43 h 24"/>
                <a:gd name="T34" fmla="*/ 112 w 16"/>
                <a:gd name="T35" fmla="*/ 72 h 24"/>
                <a:gd name="T36" fmla="*/ 96 w 16"/>
                <a:gd name="T37" fmla="*/ 93 h 24"/>
                <a:gd name="T38" fmla="*/ 96 w 16"/>
                <a:gd name="T39" fmla="*/ 121 h 24"/>
                <a:gd name="T40" fmla="*/ 88 w 16"/>
                <a:gd name="T41" fmla="*/ 156 h 24"/>
                <a:gd name="T42" fmla="*/ 96 w 16"/>
                <a:gd name="T43" fmla="*/ 193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" h="24">
                  <a:moveTo>
                    <a:pt x="12" y="19"/>
                  </a:moveTo>
                  <a:cubicBezTo>
                    <a:pt x="12" y="21"/>
                    <a:pt x="16" y="21"/>
                    <a:pt x="13" y="23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4"/>
                    <a:pt x="10" y="22"/>
                    <a:pt x="10" y="22"/>
                  </a:cubicBezTo>
                  <a:cubicBezTo>
                    <a:pt x="8" y="22"/>
                    <a:pt x="8" y="23"/>
                    <a:pt x="7" y="23"/>
                  </a:cubicBezTo>
                  <a:cubicBezTo>
                    <a:pt x="6" y="23"/>
                    <a:pt x="6" y="21"/>
                    <a:pt x="4" y="21"/>
                  </a:cubicBezTo>
                  <a:cubicBezTo>
                    <a:pt x="3" y="20"/>
                    <a:pt x="3" y="18"/>
                    <a:pt x="3" y="17"/>
                  </a:cubicBezTo>
                  <a:cubicBezTo>
                    <a:pt x="3" y="15"/>
                    <a:pt x="2" y="15"/>
                    <a:pt x="1" y="15"/>
                  </a:cubicBezTo>
                  <a:cubicBezTo>
                    <a:pt x="1" y="14"/>
                    <a:pt x="0" y="13"/>
                    <a:pt x="0" y="12"/>
                  </a:cubicBezTo>
                  <a:cubicBezTo>
                    <a:pt x="0" y="10"/>
                    <a:pt x="2" y="10"/>
                    <a:pt x="2" y="9"/>
                  </a:cubicBezTo>
                  <a:cubicBezTo>
                    <a:pt x="2" y="7"/>
                    <a:pt x="0" y="7"/>
                    <a:pt x="0" y="5"/>
                  </a:cubicBezTo>
                  <a:cubicBezTo>
                    <a:pt x="0" y="3"/>
                    <a:pt x="3" y="2"/>
                    <a:pt x="6" y="1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10" y="0"/>
                    <a:pt x="11" y="1"/>
                    <a:pt x="12" y="2"/>
                  </a:cubicBezTo>
                  <a:cubicBezTo>
                    <a:pt x="13" y="2"/>
                    <a:pt x="13" y="1"/>
                    <a:pt x="15" y="1"/>
                  </a:cubicBezTo>
                  <a:cubicBezTo>
                    <a:pt x="16" y="1"/>
                    <a:pt x="16" y="3"/>
                    <a:pt x="15" y="4"/>
                  </a:cubicBezTo>
                  <a:cubicBezTo>
                    <a:pt x="15" y="4"/>
                    <a:pt x="13" y="4"/>
                    <a:pt x="13" y="4"/>
                  </a:cubicBezTo>
                  <a:cubicBezTo>
                    <a:pt x="13" y="5"/>
                    <a:pt x="14" y="6"/>
                    <a:pt x="14" y="7"/>
                  </a:cubicBezTo>
                  <a:cubicBezTo>
                    <a:pt x="14" y="8"/>
                    <a:pt x="13" y="8"/>
                    <a:pt x="12" y="9"/>
                  </a:cubicBezTo>
                  <a:cubicBezTo>
                    <a:pt x="11" y="10"/>
                    <a:pt x="12" y="10"/>
                    <a:pt x="12" y="12"/>
                  </a:cubicBezTo>
                  <a:cubicBezTo>
                    <a:pt x="13" y="13"/>
                    <a:pt x="12" y="14"/>
                    <a:pt x="11" y="15"/>
                  </a:cubicBezTo>
                  <a:cubicBezTo>
                    <a:pt x="9" y="17"/>
                    <a:pt x="12" y="17"/>
                    <a:pt x="12" y="19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8" name="Freeform 209">
              <a:extLst>
                <a:ext uri="{FF2B5EF4-FFF2-40B4-BE49-F238E27FC236}">
                  <a16:creationId xmlns:a16="http://schemas.microsoft.com/office/drawing/2014/main" id="{070CB8A1-FFE4-4B6F-BF24-A7779C90B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874"/>
              <a:ext cx="10" cy="15"/>
            </a:xfrm>
            <a:custGeom>
              <a:avLst/>
              <a:gdLst>
                <a:gd name="T0" fmla="*/ 32 w 5"/>
                <a:gd name="T1" fmla="*/ 9 h 7"/>
                <a:gd name="T2" fmla="*/ 0 w 5"/>
                <a:gd name="T3" fmla="*/ 41 h 7"/>
                <a:gd name="T4" fmla="*/ 8 w 5"/>
                <a:gd name="T5" fmla="*/ 69 h 7"/>
                <a:gd name="T6" fmla="*/ 16 w 5"/>
                <a:gd name="T7" fmla="*/ 60 h 7"/>
                <a:gd name="T8" fmla="*/ 8 w 5"/>
                <a:gd name="T9" fmla="*/ 41 h 7"/>
                <a:gd name="T10" fmla="*/ 32 w 5"/>
                <a:gd name="T11" fmla="*/ 19 h 7"/>
                <a:gd name="T12" fmla="*/ 40 w 5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7">
                  <a:moveTo>
                    <a:pt x="4" y="1"/>
                  </a:moveTo>
                  <a:cubicBezTo>
                    <a:pt x="3" y="1"/>
                    <a:pt x="1" y="2"/>
                    <a:pt x="0" y="4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1" y="7"/>
                    <a:pt x="2" y="6"/>
                    <a:pt x="2" y="6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1" y="3"/>
                    <a:pt x="3" y="3"/>
                    <a:pt x="4" y="2"/>
                  </a:cubicBezTo>
                  <a:cubicBezTo>
                    <a:pt x="4" y="2"/>
                    <a:pt x="4" y="0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29" name="Freeform 210">
              <a:extLst>
                <a:ext uri="{FF2B5EF4-FFF2-40B4-BE49-F238E27FC236}">
                  <a16:creationId xmlns:a16="http://schemas.microsoft.com/office/drawing/2014/main" id="{CFA7823D-90F9-41F3-A048-731EB1BA4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893"/>
              <a:ext cx="6" cy="16"/>
            </a:xfrm>
            <a:custGeom>
              <a:avLst/>
              <a:gdLst>
                <a:gd name="T0" fmla="*/ 8 w 3"/>
                <a:gd name="T1" fmla="*/ 0 h 7"/>
                <a:gd name="T2" fmla="*/ 8 w 3"/>
                <a:gd name="T3" fmla="*/ 48 h 7"/>
                <a:gd name="T4" fmla="*/ 24 w 3"/>
                <a:gd name="T5" fmla="*/ 85 h 7"/>
                <a:gd name="T6" fmla="*/ 24 w 3"/>
                <a:gd name="T7" fmla="*/ 48 h 7"/>
                <a:gd name="T8" fmla="*/ 8 w 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5"/>
                    <a:pt x="3" y="6"/>
                    <a:pt x="3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2" y="3"/>
                    <a:pt x="0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0" name="Freeform 211">
              <a:extLst>
                <a:ext uri="{FF2B5EF4-FFF2-40B4-BE49-F238E27FC236}">
                  <a16:creationId xmlns:a16="http://schemas.microsoft.com/office/drawing/2014/main" id="{BF2C3859-D310-4B3B-81E8-8A131C316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891"/>
              <a:ext cx="6" cy="11"/>
            </a:xfrm>
            <a:custGeom>
              <a:avLst/>
              <a:gdLst>
                <a:gd name="T0" fmla="*/ 16 w 3"/>
                <a:gd name="T1" fmla="*/ 9 h 5"/>
                <a:gd name="T2" fmla="*/ 16 w 3"/>
                <a:gd name="T3" fmla="*/ 20 h 5"/>
                <a:gd name="T4" fmla="*/ 8 w 3"/>
                <a:gd name="T5" fmla="*/ 33 h 5"/>
                <a:gd name="T6" fmla="*/ 24 w 3"/>
                <a:gd name="T7" fmla="*/ 53 h 5"/>
                <a:gd name="T8" fmla="*/ 8 w 3"/>
                <a:gd name="T9" fmla="*/ 20 h 5"/>
                <a:gd name="T10" fmla="*/ 16 w 3"/>
                <a:gd name="T11" fmla="*/ 0 h 5"/>
                <a:gd name="T12" fmla="*/ 24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2" y="4"/>
                    <a:pt x="2" y="4"/>
                    <a:pt x="3" y="5"/>
                  </a:cubicBezTo>
                  <a:cubicBezTo>
                    <a:pt x="1" y="4"/>
                    <a:pt x="0" y="4"/>
                    <a:pt x="1" y="2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1" name="Freeform 212">
              <a:extLst>
                <a:ext uri="{FF2B5EF4-FFF2-40B4-BE49-F238E27FC236}">
                  <a16:creationId xmlns:a16="http://schemas.microsoft.com/office/drawing/2014/main" id="{2F1CAE59-74C6-4287-9F2F-1EF3E75D9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911"/>
              <a:ext cx="10" cy="11"/>
            </a:xfrm>
            <a:custGeom>
              <a:avLst/>
              <a:gdLst>
                <a:gd name="T0" fmla="*/ 0 w 5"/>
                <a:gd name="T1" fmla="*/ 0 h 5"/>
                <a:gd name="T2" fmla="*/ 8 w 5"/>
                <a:gd name="T3" fmla="*/ 20 h 5"/>
                <a:gd name="T4" fmla="*/ 16 w 5"/>
                <a:gd name="T5" fmla="*/ 33 h 5"/>
                <a:gd name="T6" fmla="*/ 16 w 5"/>
                <a:gd name="T7" fmla="*/ 44 h 5"/>
                <a:gd name="T8" fmla="*/ 40 w 5"/>
                <a:gd name="T9" fmla="*/ 44 h 5"/>
                <a:gd name="T10" fmla="*/ 32 w 5"/>
                <a:gd name="T11" fmla="*/ 33 h 5"/>
                <a:gd name="T12" fmla="*/ 24 w 5"/>
                <a:gd name="T13" fmla="*/ 20 h 5"/>
                <a:gd name="T14" fmla="*/ 8 w 5"/>
                <a:gd name="T15" fmla="*/ 9 h 5"/>
                <a:gd name="T16" fmla="*/ 0 w 5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3" y="5"/>
                    <a:pt x="4" y="4"/>
                    <a:pt x="5" y="4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2" name="Freeform 213">
              <a:extLst>
                <a:ext uri="{FF2B5EF4-FFF2-40B4-BE49-F238E27FC236}">
                  <a16:creationId xmlns:a16="http://schemas.microsoft.com/office/drawing/2014/main" id="{9BAD1373-44DC-4939-8318-B4BCA726B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917"/>
              <a:ext cx="10" cy="7"/>
            </a:xfrm>
            <a:custGeom>
              <a:avLst/>
              <a:gdLst>
                <a:gd name="T0" fmla="*/ 40 w 5"/>
                <a:gd name="T1" fmla="*/ 12 h 3"/>
                <a:gd name="T2" fmla="*/ 16 w 5"/>
                <a:gd name="T3" fmla="*/ 28 h 3"/>
                <a:gd name="T4" fmla="*/ 0 w 5"/>
                <a:gd name="T5" fmla="*/ 0 h 3"/>
                <a:gd name="T6" fmla="*/ 24 w 5"/>
                <a:gd name="T7" fmla="*/ 12 h 3"/>
                <a:gd name="T8" fmla="*/ 40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2"/>
                    <a:pt x="3" y="3"/>
                    <a:pt x="2" y="2"/>
                  </a:cubicBezTo>
                  <a:cubicBezTo>
                    <a:pt x="1" y="2"/>
                    <a:pt x="1" y="0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5" y="1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3" name="Freeform 214">
              <a:extLst>
                <a:ext uri="{FF2B5EF4-FFF2-40B4-BE49-F238E27FC236}">
                  <a16:creationId xmlns:a16="http://schemas.microsoft.com/office/drawing/2014/main" id="{01399E91-3A49-41F5-AF54-05EE203F1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896"/>
              <a:ext cx="2" cy="4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8 h 2"/>
                <a:gd name="T4" fmla="*/ 0 w 1"/>
                <a:gd name="T5" fmla="*/ 16 h 2"/>
                <a:gd name="T6" fmla="*/ 0 w 1"/>
                <a:gd name="T7" fmla="*/ 8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4" name="Freeform 215">
              <a:extLst>
                <a:ext uri="{FF2B5EF4-FFF2-40B4-BE49-F238E27FC236}">
                  <a16:creationId xmlns:a16="http://schemas.microsoft.com/office/drawing/2014/main" id="{0D96B49A-F539-41FA-ACCC-A9F99ABE4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876"/>
              <a:ext cx="6" cy="4"/>
            </a:xfrm>
            <a:custGeom>
              <a:avLst/>
              <a:gdLst>
                <a:gd name="T0" fmla="*/ 16 w 3"/>
                <a:gd name="T1" fmla="*/ 0 h 2"/>
                <a:gd name="T2" fmla="*/ 0 w 3"/>
                <a:gd name="T3" fmla="*/ 16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0" y="2"/>
                    <a:pt x="0" y="2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5" name="Freeform 216">
              <a:extLst>
                <a:ext uri="{FF2B5EF4-FFF2-40B4-BE49-F238E27FC236}">
                  <a16:creationId xmlns:a16="http://schemas.microsoft.com/office/drawing/2014/main" id="{3F6F4910-A862-44BE-9FAA-E1CC00C64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878"/>
              <a:ext cx="4" cy="11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33 h 5"/>
                <a:gd name="T4" fmla="*/ 8 w 2"/>
                <a:gd name="T5" fmla="*/ 53 h 5"/>
                <a:gd name="T6" fmla="*/ 8 w 2"/>
                <a:gd name="T7" fmla="*/ 33 h 5"/>
                <a:gd name="T8" fmla="*/ 8 w 2"/>
                <a:gd name="T9" fmla="*/ 20 h 5"/>
                <a:gd name="T10" fmla="*/ 8 w 2"/>
                <a:gd name="T11" fmla="*/ 9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1" y="4"/>
                    <a:pt x="2" y="4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6" name="Freeform 217">
              <a:extLst>
                <a:ext uri="{FF2B5EF4-FFF2-40B4-BE49-F238E27FC236}">
                  <a16:creationId xmlns:a16="http://schemas.microsoft.com/office/drawing/2014/main" id="{A02DCBFB-8CA1-432E-ACE6-AA5E1D0FF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915"/>
              <a:ext cx="10" cy="7"/>
            </a:xfrm>
            <a:custGeom>
              <a:avLst/>
              <a:gdLst>
                <a:gd name="T0" fmla="*/ 0 w 5"/>
                <a:gd name="T1" fmla="*/ 0 h 3"/>
                <a:gd name="T2" fmla="*/ 24 w 5"/>
                <a:gd name="T3" fmla="*/ 28 h 3"/>
                <a:gd name="T4" fmla="*/ 40 w 5"/>
                <a:gd name="T5" fmla="*/ 28 h 3"/>
                <a:gd name="T6" fmla="*/ 24 w 5"/>
                <a:gd name="T7" fmla="*/ 28 h 3"/>
                <a:gd name="T8" fmla="*/ 16 w 5"/>
                <a:gd name="T9" fmla="*/ 12 h 3"/>
                <a:gd name="T10" fmla="*/ 8 w 5"/>
                <a:gd name="T11" fmla="*/ 0 h 3"/>
                <a:gd name="T12" fmla="*/ 8 w 5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0"/>
                    <a:pt x="2" y="2"/>
                    <a:pt x="3" y="2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5" y="1"/>
                    <a:pt x="4" y="2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7" name="Freeform 218">
              <a:extLst>
                <a:ext uri="{FF2B5EF4-FFF2-40B4-BE49-F238E27FC236}">
                  <a16:creationId xmlns:a16="http://schemas.microsoft.com/office/drawing/2014/main" id="{05ADD7F4-5B47-43A5-97B5-9A0238FD6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920"/>
              <a:ext cx="6" cy="2"/>
            </a:xfrm>
            <a:custGeom>
              <a:avLst/>
              <a:gdLst>
                <a:gd name="T0" fmla="*/ 24 w 3"/>
                <a:gd name="T1" fmla="*/ 8 h 1"/>
                <a:gd name="T2" fmla="*/ 16 w 3"/>
                <a:gd name="T3" fmla="*/ 8 h 1"/>
                <a:gd name="T4" fmla="*/ 0 w 3"/>
                <a:gd name="T5" fmla="*/ 8 h 1"/>
                <a:gd name="T6" fmla="*/ 24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8" name="Freeform 219">
              <a:extLst>
                <a:ext uri="{FF2B5EF4-FFF2-40B4-BE49-F238E27FC236}">
                  <a16:creationId xmlns:a16="http://schemas.microsoft.com/office/drawing/2014/main" id="{F774EE88-551E-40EA-82B2-E8D9C564F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900"/>
              <a:ext cx="6" cy="9"/>
            </a:xfrm>
            <a:custGeom>
              <a:avLst/>
              <a:gdLst>
                <a:gd name="T0" fmla="*/ 0 w 3"/>
                <a:gd name="T1" fmla="*/ 11 h 4"/>
                <a:gd name="T2" fmla="*/ 24 w 3"/>
                <a:gd name="T3" fmla="*/ 45 h 4"/>
                <a:gd name="T4" fmla="*/ 16 w 3"/>
                <a:gd name="T5" fmla="*/ 25 h 4"/>
                <a:gd name="T6" fmla="*/ 8 w 3"/>
                <a:gd name="T7" fmla="*/ 11 h 4"/>
                <a:gd name="T8" fmla="*/ 0 w 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2"/>
                    <a:pt x="2" y="2"/>
                    <a:pt x="3" y="4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39" name="Freeform 220">
              <a:extLst>
                <a:ext uri="{FF2B5EF4-FFF2-40B4-BE49-F238E27FC236}">
                  <a16:creationId xmlns:a16="http://schemas.microsoft.com/office/drawing/2014/main" id="{DB30FC51-F5C6-4DF8-B344-666594056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904"/>
              <a:ext cx="8" cy="11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33 h 5"/>
                <a:gd name="T4" fmla="*/ 32 w 4"/>
                <a:gd name="T5" fmla="*/ 53 h 5"/>
                <a:gd name="T6" fmla="*/ 8 w 4"/>
                <a:gd name="T7" fmla="*/ 33 h 5"/>
                <a:gd name="T8" fmla="*/ 0 w 4"/>
                <a:gd name="T9" fmla="*/ 9 h 5"/>
                <a:gd name="T10" fmla="*/ 8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2" y="2"/>
                    <a:pt x="2" y="3"/>
                  </a:cubicBezTo>
                  <a:cubicBezTo>
                    <a:pt x="3" y="4"/>
                    <a:pt x="3" y="5"/>
                    <a:pt x="4" y="5"/>
                  </a:cubicBezTo>
                  <a:cubicBezTo>
                    <a:pt x="2" y="5"/>
                    <a:pt x="2" y="4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0" name="Freeform 221">
              <a:extLst>
                <a:ext uri="{FF2B5EF4-FFF2-40B4-BE49-F238E27FC236}">
                  <a16:creationId xmlns:a16="http://schemas.microsoft.com/office/drawing/2014/main" id="{7D4CB6F9-570D-465F-88D3-AA0CDB171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2880"/>
              <a:ext cx="4" cy="9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45 h 4"/>
                <a:gd name="T4" fmla="*/ 8 w 2"/>
                <a:gd name="T5" fmla="*/ 36 h 4"/>
                <a:gd name="T6" fmla="*/ 0 w 2"/>
                <a:gd name="T7" fmla="*/ 25 h 4"/>
                <a:gd name="T8" fmla="*/ 0 w 2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2" y="3"/>
                    <a:pt x="0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1" name="Freeform 222">
              <a:extLst>
                <a:ext uri="{FF2B5EF4-FFF2-40B4-BE49-F238E27FC236}">
                  <a16:creationId xmlns:a16="http://schemas.microsoft.com/office/drawing/2014/main" id="{8DBA4977-8FDE-40D5-B529-0C94CAC5D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872"/>
              <a:ext cx="8" cy="4"/>
            </a:xfrm>
            <a:custGeom>
              <a:avLst/>
              <a:gdLst>
                <a:gd name="T0" fmla="*/ 32 w 4"/>
                <a:gd name="T1" fmla="*/ 16 h 2"/>
                <a:gd name="T2" fmla="*/ 0 w 4"/>
                <a:gd name="T3" fmla="*/ 16 h 2"/>
                <a:gd name="T4" fmla="*/ 16 w 4"/>
                <a:gd name="T5" fmla="*/ 8 h 2"/>
                <a:gd name="T6" fmla="*/ 32 w 4"/>
                <a:gd name="T7" fmla="*/ 16 h 2"/>
                <a:gd name="T8" fmla="*/ 32 w 4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0"/>
                    <a:pt x="0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2" name="Freeform 223">
              <a:extLst>
                <a:ext uri="{FF2B5EF4-FFF2-40B4-BE49-F238E27FC236}">
                  <a16:creationId xmlns:a16="http://schemas.microsoft.com/office/drawing/2014/main" id="{20173D2B-F79D-4558-A954-D0B5CB5BB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872"/>
              <a:ext cx="32" cy="52"/>
            </a:xfrm>
            <a:custGeom>
              <a:avLst/>
              <a:gdLst>
                <a:gd name="T0" fmla="*/ 96 w 16"/>
                <a:gd name="T1" fmla="*/ 193 h 24"/>
                <a:gd name="T2" fmla="*/ 104 w 16"/>
                <a:gd name="T3" fmla="*/ 234 h 24"/>
                <a:gd name="T4" fmla="*/ 88 w 16"/>
                <a:gd name="T5" fmla="*/ 245 h 24"/>
                <a:gd name="T6" fmla="*/ 80 w 16"/>
                <a:gd name="T7" fmla="*/ 225 h 24"/>
                <a:gd name="T8" fmla="*/ 56 w 16"/>
                <a:gd name="T9" fmla="*/ 234 h 24"/>
                <a:gd name="T10" fmla="*/ 32 w 16"/>
                <a:gd name="T11" fmla="*/ 217 h 24"/>
                <a:gd name="T12" fmla="*/ 24 w 16"/>
                <a:gd name="T13" fmla="*/ 173 h 24"/>
                <a:gd name="T14" fmla="*/ 8 w 16"/>
                <a:gd name="T15" fmla="*/ 156 h 24"/>
                <a:gd name="T16" fmla="*/ 0 w 16"/>
                <a:gd name="T17" fmla="*/ 121 h 24"/>
                <a:gd name="T18" fmla="*/ 16 w 16"/>
                <a:gd name="T19" fmla="*/ 93 h 24"/>
                <a:gd name="T20" fmla="*/ 0 w 16"/>
                <a:gd name="T21" fmla="*/ 52 h 24"/>
                <a:gd name="T22" fmla="*/ 48 w 16"/>
                <a:gd name="T23" fmla="*/ 9 h 24"/>
                <a:gd name="T24" fmla="*/ 72 w 16"/>
                <a:gd name="T25" fmla="*/ 0 h 24"/>
                <a:gd name="T26" fmla="*/ 96 w 16"/>
                <a:gd name="T27" fmla="*/ 20 h 24"/>
                <a:gd name="T28" fmla="*/ 120 w 16"/>
                <a:gd name="T29" fmla="*/ 9 h 24"/>
                <a:gd name="T30" fmla="*/ 120 w 16"/>
                <a:gd name="T31" fmla="*/ 43 h 24"/>
                <a:gd name="T32" fmla="*/ 104 w 16"/>
                <a:gd name="T33" fmla="*/ 43 h 24"/>
                <a:gd name="T34" fmla="*/ 112 w 16"/>
                <a:gd name="T35" fmla="*/ 72 h 24"/>
                <a:gd name="T36" fmla="*/ 96 w 16"/>
                <a:gd name="T37" fmla="*/ 93 h 24"/>
                <a:gd name="T38" fmla="*/ 96 w 16"/>
                <a:gd name="T39" fmla="*/ 121 h 24"/>
                <a:gd name="T40" fmla="*/ 88 w 16"/>
                <a:gd name="T41" fmla="*/ 156 h 24"/>
                <a:gd name="T42" fmla="*/ 96 w 16"/>
                <a:gd name="T43" fmla="*/ 193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" h="24">
                  <a:moveTo>
                    <a:pt x="12" y="19"/>
                  </a:moveTo>
                  <a:cubicBezTo>
                    <a:pt x="12" y="21"/>
                    <a:pt x="16" y="21"/>
                    <a:pt x="13" y="23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4"/>
                    <a:pt x="10" y="22"/>
                    <a:pt x="10" y="22"/>
                  </a:cubicBezTo>
                  <a:cubicBezTo>
                    <a:pt x="8" y="22"/>
                    <a:pt x="8" y="23"/>
                    <a:pt x="7" y="23"/>
                  </a:cubicBezTo>
                  <a:cubicBezTo>
                    <a:pt x="6" y="23"/>
                    <a:pt x="6" y="21"/>
                    <a:pt x="4" y="21"/>
                  </a:cubicBezTo>
                  <a:cubicBezTo>
                    <a:pt x="3" y="20"/>
                    <a:pt x="3" y="18"/>
                    <a:pt x="3" y="17"/>
                  </a:cubicBezTo>
                  <a:cubicBezTo>
                    <a:pt x="3" y="15"/>
                    <a:pt x="2" y="15"/>
                    <a:pt x="1" y="15"/>
                  </a:cubicBezTo>
                  <a:cubicBezTo>
                    <a:pt x="1" y="14"/>
                    <a:pt x="0" y="13"/>
                    <a:pt x="0" y="12"/>
                  </a:cubicBezTo>
                  <a:cubicBezTo>
                    <a:pt x="0" y="10"/>
                    <a:pt x="2" y="10"/>
                    <a:pt x="2" y="9"/>
                  </a:cubicBezTo>
                  <a:cubicBezTo>
                    <a:pt x="2" y="7"/>
                    <a:pt x="0" y="7"/>
                    <a:pt x="0" y="5"/>
                  </a:cubicBezTo>
                  <a:cubicBezTo>
                    <a:pt x="0" y="3"/>
                    <a:pt x="3" y="2"/>
                    <a:pt x="6" y="1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10" y="0"/>
                    <a:pt x="11" y="1"/>
                    <a:pt x="12" y="2"/>
                  </a:cubicBezTo>
                  <a:cubicBezTo>
                    <a:pt x="13" y="2"/>
                    <a:pt x="13" y="1"/>
                    <a:pt x="15" y="1"/>
                  </a:cubicBezTo>
                  <a:cubicBezTo>
                    <a:pt x="16" y="1"/>
                    <a:pt x="16" y="3"/>
                    <a:pt x="15" y="4"/>
                  </a:cubicBezTo>
                  <a:cubicBezTo>
                    <a:pt x="15" y="4"/>
                    <a:pt x="13" y="4"/>
                    <a:pt x="13" y="4"/>
                  </a:cubicBezTo>
                  <a:cubicBezTo>
                    <a:pt x="13" y="5"/>
                    <a:pt x="14" y="6"/>
                    <a:pt x="14" y="7"/>
                  </a:cubicBezTo>
                  <a:cubicBezTo>
                    <a:pt x="14" y="8"/>
                    <a:pt x="13" y="8"/>
                    <a:pt x="12" y="9"/>
                  </a:cubicBezTo>
                  <a:cubicBezTo>
                    <a:pt x="11" y="10"/>
                    <a:pt x="12" y="10"/>
                    <a:pt x="12" y="12"/>
                  </a:cubicBezTo>
                  <a:cubicBezTo>
                    <a:pt x="13" y="13"/>
                    <a:pt x="12" y="14"/>
                    <a:pt x="11" y="15"/>
                  </a:cubicBezTo>
                  <a:cubicBezTo>
                    <a:pt x="9" y="17"/>
                    <a:pt x="12" y="17"/>
                    <a:pt x="12" y="1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3" name="Freeform 224">
              <a:extLst>
                <a:ext uri="{FF2B5EF4-FFF2-40B4-BE49-F238E27FC236}">
                  <a16:creationId xmlns:a16="http://schemas.microsoft.com/office/drawing/2014/main" id="{CBA868D4-F7C6-497C-AB19-39F32697A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885"/>
              <a:ext cx="4" cy="8"/>
            </a:xfrm>
            <a:custGeom>
              <a:avLst/>
              <a:gdLst>
                <a:gd name="T0" fmla="*/ 0 w 2"/>
                <a:gd name="T1" fmla="*/ 32 h 4"/>
                <a:gd name="T2" fmla="*/ 16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4" name="Freeform 225">
              <a:extLst>
                <a:ext uri="{FF2B5EF4-FFF2-40B4-BE49-F238E27FC236}">
                  <a16:creationId xmlns:a16="http://schemas.microsoft.com/office/drawing/2014/main" id="{1FA37369-5D75-4025-958A-594A8CDC1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893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5" name="Freeform 226">
              <a:extLst>
                <a:ext uri="{FF2B5EF4-FFF2-40B4-BE49-F238E27FC236}">
                  <a16:creationId xmlns:a16="http://schemas.microsoft.com/office/drawing/2014/main" id="{3255C542-CF76-41CB-BAEA-E10959C2B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889"/>
              <a:ext cx="4" cy="13"/>
            </a:xfrm>
            <a:custGeom>
              <a:avLst/>
              <a:gdLst>
                <a:gd name="T0" fmla="*/ 16 w 2"/>
                <a:gd name="T1" fmla="*/ 61 h 6"/>
                <a:gd name="T2" fmla="*/ 8 w 2"/>
                <a:gd name="T3" fmla="*/ 33 h 6"/>
                <a:gd name="T4" fmla="*/ 16 w 2"/>
                <a:gd name="T5" fmla="*/ 9 h 6"/>
                <a:gd name="T6" fmla="*/ 16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5"/>
                    <a:pt x="0" y="4"/>
                    <a:pt x="1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6" name="Freeform 227">
              <a:extLst>
                <a:ext uri="{FF2B5EF4-FFF2-40B4-BE49-F238E27FC236}">
                  <a16:creationId xmlns:a16="http://schemas.microsoft.com/office/drawing/2014/main" id="{5DA2F20F-156A-4B85-A773-A5516816A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917"/>
              <a:ext cx="4" cy="3"/>
            </a:xfrm>
            <a:custGeom>
              <a:avLst/>
              <a:gdLst>
                <a:gd name="T0" fmla="*/ 16 w 2"/>
                <a:gd name="T1" fmla="*/ 27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7" name="Freeform 228">
              <a:extLst>
                <a:ext uri="{FF2B5EF4-FFF2-40B4-BE49-F238E27FC236}">
                  <a16:creationId xmlns:a16="http://schemas.microsoft.com/office/drawing/2014/main" id="{64F2D4E6-3A41-4A3A-A7F5-BE21E727F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771"/>
              <a:ext cx="49" cy="61"/>
            </a:xfrm>
            <a:custGeom>
              <a:avLst/>
              <a:gdLst>
                <a:gd name="T0" fmla="*/ 145 w 24"/>
                <a:gd name="T1" fmla="*/ 44 h 28"/>
                <a:gd name="T2" fmla="*/ 92 w 24"/>
                <a:gd name="T3" fmla="*/ 0 h 28"/>
                <a:gd name="T4" fmla="*/ 25 w 24"/>
                <a:gd name="T5" fmla="*/ 166 h 28"/>
                <a:gd name="T6" fmla="*/ 155 w 24"/>
                <a:gd name="T7" fmla="*/ 270 h 28"/>
                <a:gd name="T8" fmla="*/ 204 w 24"/>
                <a:gd name="T9" fmla="*/ 185 h 28"/>
                <a:gd name="T10" fmla="*/ 180 w 24"/>
                <a:gd name="T11" fmla="*/ 105 h 28"/>
                <a:gd name="T12" fmla="*/ 145 w 24"/>
                <a:gd name="T13" fmla="*/ 4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7" y="24"/>
                    <a:pt x="14" y="28"/>
                    <a:pt x="18" y="26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5"/>
                    <a:pt x="22" y="12"/>
                    <a:pt x="21" y="10"/>
                  </a:cubicBezTo>
                  <a:cubicBezTo>
                    <a:pt x="20" y="8"/>
                    <a:pt x="19" y="5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48" name="Freeform 229">
              <a:extLst>
                <a:ext uri="{FF2B5EF4-FFF2-40B4-BE49-F238E27FC236}">
                  <a16:creationId xmlns:a16="http://schemas.microsoft.com/office/drawing/2014/main" id="{5D2D138B-F69E-4B61-A8DA-7AB63712D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786"/>
              <a:ext cx="19" cy="31"/>
            </a:xfrm>
            <a:custGeom>
              <a:avLst/>
              <a:gdLst>
                <a:gd name="T0" fmla="*/ 8 w 9"/>
                <a:gd name="T1" fmla="*/ 0 h 14"/>
                <a:gd name="T2" fmla="*/ 0 w 9"/>
                <a:gd name="T3" fmla="*/ 64 h 14"/>
                <a:gd name="T4" fmla="*/ 57 w 9"/>
                <a:gd name="T5" fmla="*/ 142 h 14"/>
                <a:gd name="T6" fmla="*/ 84 w 9"/>
                <a:gd name="T7" fmla="*/ 153 h 14"/>
                <a:gd name="T8" fmla="*/ 84 w 9"/>
                <a:gd name="T9" fmla="*/ 153 h 14"/>
                <a:gd name="T10" fmla="*/ 57 w 9"/>
                <a:gd name="T11" fmla="*/ 142 h 14"/>
                <a:gd name="T12" fmla="*/ 8 w 9"/>
                <a:gd name="T13" fmla="*/ 64 h 14"/>
                <a:gd name="T14" fmla="*/ 8 w 9"/>
                <a:gd name="T15" fmla="*/ 0 h 14"/>
                <a:gd name="T16" fmla="*/ 36 w 9"/>
                <a:gd name="T17" fmla="*/ 0 h 14"/>
                <a:gd name="T18" fmla="*/ 36 w 9"/>
                <a:gd name="T19" fmla="*/ 0 h 14"/>
                <a:gd name="T20" fmla="*/ 8 w 9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1" y="9"/>
                    <a:pt x="4" y="12"/>
                    <a:pt x="6" y="13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4"/>
                    <a:pt x="7" y="14"/>
                    <a:pt x="6" y="13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49" name="Freeform 230">
              <a:extLst>
                <a:ext uri="{FF2B5EF4-FFF2-40B4-BE49-F238E27FC236}">
                  <a16:creationId xmlns:a16="http://schemas.microsoft.com/office/drawing/2014/main" id="{3883082D-221C-4B28-9784-5C32820E8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837"/>
              <a:ext cx="64" cy="65"/>
            </a:xfrm>
            <a:custGeom>
              <a:avLst/>
              <a:gdLst>
                <a:gd name="T0" fmla="*/ 132 w 31"/>
                <a:gd name="T1" fmla="*/ 20 h 30"/>
                <a:gd name="T2" fmla="*/ 35 w 31"/>
                <a:gd name="T3" fmla="*/ 43 h 30"/>
                <a:gd name="T4" fmla="*/ 89 w 31"/>
                <a:gd name="T5" fmla="*/ 225 h 30"/>
                <a:gd name="T6" fmla="*/ 239 w 31"/>
                <a:gd name="T7" fmla="*/ 273 h 30"/>
                <a:gd name="T8" fmla="*/ 256 w 31"/>
                <a:gd name="T9" fmla="*/ 193 h 30"/>
                <a:gd name="T10" fmla="*/ 192 w 31"/>
                <a:gd name="T11" fmla="*/ 113 h 30"/>
                <a:gd name="T12" fmla="*/ 132 w 31"/>
                <a:gd name="T13" fmla="*/ 2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15" y="2"/>
                  </a:moveTo>
                  <a:cubicBezTo>
                    <a:pt x="11" y="0"/>
                    <a:pt x="7" y="1"/>
                    <a:pt x="4" y="4"/>
                  </a:cubicBezTo>
                  <a:cubicBezTo>
                    <a:pt x="0" y="9"/>
                    <a:pt x="3" y="16"/>
                    <a:pt x="10" y="22"/>
                  </a:cubicBezTo>
                  <a:cubicBezTo>
                    <a:pt x="17" y="28"/>
                    <a:pt x="22" y="30"/>
                    <a:pt x="27" y="27"/>
                  </a:cubicBezTo>
                  <a:cubicBezTo>
                    <a:pt x="30" y="25"/>
                    <a:pt x="31" y="22"/>
                    <a:pt x="29" y="19"/>
                  </a:cubicBezTo>
                  <a:cubicBezTo>
                    <a:pt x="28" y="15"/>
                    <a:pt x="26" y="14"/>
                    <a:pt x="22" y="11"/>
                  </a:cubicBezTo>
                  <a:cubicBezTo>
                    <a:pt x="20" y="9"/>
                    <a:pt x="18" y="4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50" name="Freeform 231">
              <a:extLst>
                <a:ext uri="{FF2B5EF4-FFF2-40B4-BE49-F238E27FC236}">
                  <a16:creationId xmlns:a16="http://schemas.microsoft.com/office/drawing/2014/main" id="{5EBCB36C-9D19-422E-B2CB-7B7D551AB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850"/>
              <a:ext cx="32" cy="35"/>
            </a:xfrm>
            <a:custGeom>
              <a:avLst/>
              <a:gdLst>
                <a:gd name="T0" fmla="*/ 128 w 16"/>
                <a:gd name="T1" fmla="*/ 133 h 16"/>
                <a:gd name="T2" fmla="*/ 120 w 16"/>
                <a:gd name="T3" fmla="*/ 158 h 16"/>
                <a:gd name="T4" fmla="*/ 40 w 16"/>
                <a:gd name="T5" fmla="*/ 96 h 16"/>
                <a:gd name="T6" fmla="*/ 8 w 16"/>
                <a:gd name="T7" fmla="*/ 9 h 16"/>
                <a:gd name="T8" fmla="*/ 40 w 16"/>
                <a:gd name="T9" fmla="*/ 0 h 16"/>
                <a:gd name="T10" fmla="*/ 40 w 16"/>
                <a:gd name="T11" fmla="*/ 0 h 16"/>
                <a:gd name="T12" fmla="*/ 8 w 16"/>
                <a:gd name="T13" fmla="*/ 9 h 16"/>
                <a:gd name="T14" fmla="*/ 40 w 16"/>
                <a:gd name="T15" fmla="*/ 96 h 16"/>
                <a:gd name="T16" fmla="*/ 128 w 16"/>
                <a:gd name="T17" fmla="*/ 158 h 16"/>
                <a:gd name="T18" fmla="*/ 128 w 16"/>
                <a:gd name="T19" fmla="*/ 13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6">
                  <a:moveTo>
                    <a:pt x="16" y="13"/>
                  </a:moveTo>
                  <a:cubicBezTo>
                    <a:pt x="16" y="14"/>
                    <a:pt x="16" y="14"/>
                    <a:pt x="15" y="15"/>
                  </a:cubicBezTo>
                  <a:cubicBezTo>
                    <a:pt x="14" y="15"/>
                    <a:pt x="11" y="14"/>
                    <a:pt x="5" y="9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1" y="5"/>
                    <a:pt x="5" y="9"/>
                  </a:cubicBezTo>
                  <a:cubicBezTo>
                    <a:pt x="10" y="14"/>
                    <a:pt x="14" y="16"/>
                    <a:pt x="16" y="15"/>
                  </a:cubicBezTo>
                  <a:cubicBezTo>
                    <a:pt x="16" y="14"/>
                    <a:pt x="16" y="14"/>
                    <a:pt x="16" y="1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51" name="Freeform 232">
              <a:extLst>
                <a:ext uri="{FF2B5EF4-FFF2-40B4-BE49-F238E27FC236}">
                  <a16:creationId xmlns:a16="http://schemas.microsoft.com/office/drawing/2014/main" id="{0EE1ECA1-D0D0-45B8-9316-09DE7BFF8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887"/>
              <a:ext cx="53" cy="46"/>
            </a:xfrm>
            <a:custGeom>
              <a:avLst/>
              <a:gdLst>
                <a:gd name="T0" fmla="*/ 137 w 26"/>
                <a:gd name="T1" fmla="*/ 20 h 21"/>
                <a:gd name="T2" fmla="*/ 59 w 26"/>
                <a:gd name="T3" fmla="*/ 9 h 21"/>
                <a:gd name="T4" fmla="*/ 16 w 26"/>
                <a:gd name="T5" fmla="*/ 72 h 21"/>
                <a:gd name="T6" fmla="*/ 120 w 26"/>
                <a:gd name="T7" fmla="*/ 210 h 21"/>
                <a:gd name="T8" fmla="*/ 212 w 26"/>
                <a:gd name="T9" fmla="*/ 105 h 21"/>
                <a:gd name="T10" fmla="*/ 137 w 26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1">
                  <a:moveTo>
                    <a:pt x="16" y="2"/>
                  </a:moveTo>
                  <a:cubicBezTo>
                    <a:pt x="13" y="1"/>
                    <a:pt x="10" y="0"/>
                    <a:pt x="7" y="1"/>
                  </a:cubicBezTo>
                  <a:cubicBezTo>
                    <a:pt x="5" y="2"/>
                    <a:pt x="3" y="4"/>
                    <a:pt x="2" y="7"/>
                  </a:cubicBezTo>
                  <a:cubicBezTo>
                    <a:pt x="0" y="13"/>
                    <a:pt x="6" y="20"/>
                    <a:pt x="14" y="20"/>
                  </a:cubicBezTo>
                  <a:cubicBezTo>
                    <a:pt x="22" y="21"/>
                    <a:pt x="26" y="15"/>
                    <a:pt x="25" y="10"/>
                  </a:cubicBezTo>
                  <a:cubicBezTo>
                    <a:pt x="24" y="6"/>
                    <a:pt x="22" y="5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52" name="Freeform 233">
              <a:extLst>
                <a:ext uri="{FF2B5EF4-FFF2-40B4-BE49-F238E27FC236}">
                  <a16:creationId xmlns:a16="http://schemas.microsoft.com/office/drawing/2014/main" id="{3FDE0134-211E-480C-A237-1600079D9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900"/>
              <a:ext cx="27" cy="22"/>
            </a:xfrm>
            <a:custGeom>
              <a:avLst/>
              <a:gdLst>
                <a:gd name="T0" fmla="*/ 108 w 13"/>
                <a:gd name="T1" fmla="*/ 33 h 10"/>
                <a:gd name="T2" fmla="*/ 108 w 13"/>
                <a:gd name="T3" fmla="*/ 73 h 10"/>
                <a:gd name="T4" fmla="*/ 35 w 13"/>
                <a:gd name="T5" fmla="*/ 88 h 10"/>
                <a:gd name="T6" fmla="*/ 0 w 13"/>
                <a:gd name="T7" fmla="*/ 33 h 10"/>
                <a:gd name="T8" fmla="*/ 17 w 13"/>
                <a:gd name="T9" fmla="*/ 0 h 10"/>
                <a:gd name="T10" fmla="*/ 17 w 13"/>
                <a:gd name="T11" fmla="*/ 0 h 10"/>
                <a:gd name="T12" fmla="*/ 0 w 13"/>
                <a:gd name="T13" fmla="*/ 33 h 10"/>
                <a:gd name="T14" fmla="*/ 35 w 13"/>
                <a:gd name="T15" fmla="*/ 88 h 10"/>
                <a:gd name="T16" fmla="*/ 108 w 13"/>
                <a:gd name="T17" fmla="*/ 88 h 10"/>
                <a:gd name="T18" fmla="*/ 108 w 13"/>
                <a:gd name="T19" fmla="*/ 3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3"/>
                  </a:moveTo>
                  <a:cubicBezTo>
                    <a:pt x="13" y="4"/>
                    <a:pt x="13" y="6"/>
                    <a:pt x="12" y="7"/>
                  </a:cubicBezTo>
                  <a:cubicBezTo>
                    <a:pt x="11" y="9"/>
                    <a:pt x="8" y="10"/>
                    <a:pt x="4" y="8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1" y="7"/>
                    <a:pt x="4" y="8"/>
                  </a:cubicBezTo>
                  <a:cubicBezTo>
                    <a:pt x="8" y="10"/>
                    <a:pt x="11" y="9"/>
                    <a:pt x="12" y="8"/>
                  </a:cubicBezTo>
                  <a:cubicBezTo>
                    <a:pt x="13" y="6"/>
                    <a:pt x="13" y="4"/>
                    <a:pt x="12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53" name="Freeform 234">
              <a:extLst>
                <a:ext uri="{FF2B5EF4-FFF2-40B4-BE49-F238E27FC236}">
                  <a16:creationId xmlns:a16="http://schemas.microsoft.com/office/drawing/2014/main" id="{38B99D2A-B298-4B34-B819-C479CAE18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872"/>
              <a:ext cx="51" cy="54"/>
            </a:xfrm>
            <a:custGeom>
              <a:avLst/>
              <a:gdLst>
                <a:gd name="T0" fmla="*/ 120 w 25"/>
                <a:gd name="T1" fmla="*/ 253 h 25"/>
                <a:gd name="T2" fmla="*/ 188 w 25"/>
                <a:gd name="T3" fmla="*/ 112 h 25"/>
                <a:gd name="T4" fmla="*/ 59 w 25"/>
                <a:gd name="T5" fmla="*/ 41 h 25"/>
                <a:gd name="T6" fmla="*/ 120 w 25"/>
                <a:gd name="T7" fmla="*/ 25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14" y="25"/>
                  </a:moveTo>
                  <a:cubicBezTo>
                    <a:pt x="21" y="25"/>
                    <a:pt x="25" y="18"/>
                    <a:pt x="22" y="11"/>
                  </a:cubicBezTo>
                  <a:cubicBezTo>
                    <a:pt x="20" y="4"/>
                    <a:pt x="13" y="0"/>
                    <a:pt x="7" y="4"/>
                  </a:cubicBezTo>
                  <a:cubicBezTo>
                    <a:pt x="0" y="7"/>
                    <a:pt x="2" y="25"/>
                    <a:pt x="14" y="2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54" name="Freeform 235">
              <a:extLst>
                <a:ext uri="{FF2B5EF4-FFF2-40B4-BE49-F238E27FC236}">
                  <a16:creationId xmlns:a16="http://schemas.microsoft.com/office/drawing/2014/main" id="{14B8E0E8-B548-46F3-81C7-016DC3366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887"/>
              <a:ext cx="27" cy="28"/>
            </a:xfrm>
            <a:custGeom>
              <a:avLst/>
              <a:gdLst>
                <a:gd name="T0" fmla="*/ 108 w 13"/>
                <a:gd name="T1" fmla="*/ 41 h 13"/>
                <a:gd name="T2" fmla="*/ 108 w 13"/>
                <a:gd name="T3" fmla="*/ 101 h 13"/>
                <a:gd name="T4" fmla="*/ 52 w 13"/>
                <a:gd name="T5" fmla="*/ 121 h 13"/>
                <a:gd name="T6" fmla="*/ 8 w 13"/>
                <a:gd name="T7" fmla="*/ 69 h 13"/>
                <a:gd name="T8" fmla="*/ 17 w 13"/>
                <a:gd name="T9" fmla="*/ 0 h 13"/>
                <a:gd name="T10" fmla="*/ 17 w 13"/>
                <a:gd name="T11" fmla="*/ 0 h 13"/>
                <a:gd name="T12" fmla="*/ 8 w 13"/>
                <a:gd name="T13" fmla="*/ 69 h 13"/>
                <a:gd name="T14" fmla="*/ 52 w 13"/>
                <a:gd name="T15" fmla="*/ 121 h 13"/>
                <a:gd name="T16" fmla="*/ 108 w 13"/>
                <a:gd name="T17" fmla="*/ 101 h 13"/>
                <a:gd name="T18" fmla="*/ 108 w 13"/>
                <a:gd name="T19" fmla="*/ 4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3">
                  <a:moveTo>
                    <a:pt x="12" y="4"/>
                  </a:moveTo>
                  <a:cubicBezTo>
                    <a:pt x="13" y="6"/>
                    <a:pt x="13" y="8"/>
                    <a:pt x="12" y="10"/>
                  </a:cubicBezTo>
                  <a:cubicBezTo>
                    <a:pt x="10" y="12"/>
                    <a:pt x="8" y="13"/>
                    <a:pt x="6" y="12"/>
                  </a:cubicBezTo>
                  <a:cubicBezTo>
                    <a:pt x="4" y="12"/>
                    <a:pt x="2" y="10"/>
                    <a:pt x="1" y="7"/>
                  </a:cubicBezTo>
                  <a:cubicBezTo>
                    <a:pt x="0" y="5"/>
                    <a:pt x="1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5"/>
                    <a:pt x="1" y="7"/>
                  </a:cubicBezTo>
                  <a:cubicBezTo>
                    <a:pt x="2" y="10"/>
                    <a:pt x="4" y="12"/>
                    <a:pt x="6" y="12"/>
                  </a:cubicBezTo>
                  <a:cubicBezTo>
                    <a:pt x="8" y="13"/>
                    <a:pt x="10" y="12"/>
                    <a:pt x="12" y="10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55" name="Freeform 236">
              <a:extLst>
                <a:ext uri="{FF2B5EF4-FFF2-40B4-BE49-F238E27FC236}">
                  <a16:creationId xmlns:a16="http://schemas.microsoft.com/office/drawing/2014/main" id="{6D3A9039-BFFB-4205-AEB2-99F444A35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767"/>
              <a:ext cx="64" cy="65"/>
            </a:xfrm>
            <a:custGeom>
              <a:avLst/>
              <a:gdLst>
                <a:gd name="T0" fmla="*/ 132 w 31"/>
                <a:gd name="T1" fmla="*/ 20 h 30"/>
                <a:gd name="T2" fmla="*/ 35 w 31"/>
                <a:gd name="T3" fmla="*/ 43 h 30"/>
                <a:gd name="T4" fmla="*/ 89 w 31"/>
                <a:gd name="T5" fmla="*/ 217 h 30"/>
                <a:gd name="T6" fmla="*/ 248 w 31"/>
                <a:gd name="T7" fmla="*/ 262 h 30"/>
                <a:gd name="T8" fmla="*/ 264 w 31"/>
                <a:gd name="T9" fmla="*/ 184 h 30"/>
                <a:gd name="T10" fmla="*/ 200 w 31"/>
                <a:gd name="T11" fmla="*/ 104 h 30"/>
                <a:gd name="T12" fmla="*/ 132 w 31"/>
                <a:gd name="T13" fmla="*/ 2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15" y="2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8"/>
                    <a:pt x="3" y="15"/>
                    <a:pt x="10" y="21"/>
                  </a:cubicBezTo>
                  <a:cubicBezTo>
                    <a:pt x="18" y="28"/>
                    <a:pt x="22" y="30"/>
                    <a:pt x="28" y="26"/>
                  </a:cubicBezTo>
                  <a:cubicBezTo>
                    <a:pt x="31" y="25"/>
                    <a:pt x="31" y="22"/>
                    <a:pt x="30" y="18"/>
                  </a:cubicBezTo>
                  <a:cubicBezTo>
                    <a:pt x="28" y="15"/>
                    <a:pt x="26" y="14"/>
                    <a:pt x="23" y="10"/>
                  </a:cubicBezTo>
                  <a:cubicBezTo>
                    <a:pt x="21" y="8"/>
                    <a:pt x="19" y="4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56" name="Freeform 237">
              <a:extLst>
                <a:ext uri="{FF2B5EF4-FFF2-40B4-BE49-F238E27FC236}">
                  <a16:creationId xmlns:a16="http://schemas.microsoft.com/office/drawing/2014/main" id="{626468A6-D4B7-4CEF-B31E-DE369CD50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777"/>
              <a:ext cx="33" cy="35"/>
            </a:xfrm>
            <a:custGeom>
              <a:avLst/>
              <a:gdLst>
                <a:gd name="T0" fmla="*/ 132 w 16"/>
                <a:gd name="T1" fmla="*/ 149 h 16"/>
                <a:gd name="T2" fmla="*/ 132 w 16"/>
                <a:gd name="T3" fmla="*/ 158 h 16"/>
                <a:gd name="T4" fmla="*/ 43 w 16"/>
                <a:gd name="T5" fmla="*/ 105 h 16"/>
                <a:gd name="T6" fmla="*/ 8 w 16"/>
                <a:gd name="T7" fmla="*/ 20 h 16"/>
                <a:gd name="T8" fmla="*/ 43 w 16"/>
                <a:gd name="T9" fmla="*/ 9 h 16"/>
                <a:gd name="T10" fmla="*/ 43 w 16"/>
                <a:gd name="T11" fmla="*/ 9 h 16"/>
                <a:gd name="T12" fmla="*/ 8 w 16"/>
                <a:gd name="T13" fmla="*/ 20 h 16"/>
                <a:gd name="T14" fmla="*/ 35 w 16"/>
                <a:gd name="T15" fmla="*/ 105 h 16"/>
                <a:gd name="T16" fmla="*/ 132 w 16"/>
                <a:gd name="T17" fmla="*/ 158 h 16"/>
                <a:gd name="T18" fmla="*/ 132 w 16"/>
                <a:gd name="T19" fmla="*/ 149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6">
                  <a:moveTo>
                    <a:pt x="15" y="14"/>
                  </a:moveTo>
                  <a:cubicBezTo>
                    <a:pt x="15" y="14"/>
                    <a:pt x="15" y="15"/>
                    <a:pt x="15" y="15"/>
                  </a:cubicBezTo>
                  <a:cubicBezTo>
                    <a:pt x="14" y="16"/>
                    <a:pt x="10" y="15"/>
                    <a:pt x="5" y="10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1" y="1"/>
                    <a:pt x="3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6"/>
                    <a:pt x="4" y="10"/>
                  </a:cubicBezTo>
                  <a:cubicBezTo>
                    <a:pt x="10" y="15"/>
                    <a:pt x="14" y="16"/>
                    <a:pt x="15" y="15"/>
                  </a:cubicBezTo>
                  <a:cubicBezTo>
                    <a:pt x="15" y="15"/>
                    <a:pt x="16" y="15"/>
                    <a:pt x="15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57" name="Freeform 238">
              <a:extLst>
                <a:ext uri="{FF2B5EF4-FFF2-40B4-BE49-F238E27FC236}">
                  <a16:creationId xmlns:a16="http://schemas.microsoft.com/office/drawing/2014/main" id="{55BE575E-9C0E-4A45-88F6-D5A980FB8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852"/>
              <a:ext cx="55" cy="61"/>
            </a:xfrm>
            <a:custGeom>
              <a:avLst/>
              <a:gdLst>
                <a:gd name="T0" fmla="*/ 161 w 27"/>
                <a:gd name="T1" fmla="*/ 44 h 28"/>
                <a:gd name="T2" fmla="*/ 187 w 27"/>
                <a:gd name="T3" fmla="*/ 209 h 28"/>
                <a:gd name="T4" fmla="*/ 41 w 27"/>
                <a:gd name="T5" fmla="*/ 229 h 28"/>
                <a:gd name="T6" fmla="*/ 161 w 27"/>
                <a:gd name="T7" fmla="*/ 4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8">
                  <a:moveTo>
                    <a:pt x="19" y="4"/>
                  </a:moveTo>
                  <a:cubicBezTo>
                    <a:pt x="26" y="6"/>
                    <a:pt x="27" y="13"/>
                    <a:pt x="22" y="20"/>
                  </a:cubicBezTo>
                  <a:cubicBezTo>
                    <a:pt x="17" y="26"/>
                    <a:pt x="10" y="28"/>
                    <a:pt x="5" y="22"/>
                  </a:cubicBezTo>
                  <a:cubicBezTo>
                    <a:pt x="0" y="17"/>
                    <a:pt x="9" y="0"/>
                    <a:pt x="19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58" name="Freeform 239">
              <a:extLst>
                <a:ext uri="{FF2B5EF4-FFF2-40B4-BE49-F238E27FC236}">
                  <a16:creationId xmlns:a16="http://schemas.microsoft.com/office/drawing/2014/main" id="{E7834A95-8D1C-4C73-9CA5-F59945EC2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869"/>
              <a:ext cx="29" cy="24"/>
            </a:xfrm>
            <a:custGeom>
              <a:avLst/>
              <a:gdLst>
                <a:gd name="T0" fmla="*/ 108 w 14"/>
                <a:gd name="T1" fmla="*/ 113 h 11"/>
                <a:gd name="T2" fmla="*/ 116 w 14"/>
                <a:gd name="T3" fmla="*/ 52 h 11"/>
                <a:gd name="T4" fmla="*/ 81 w 14"/>
                <a:gd name="T5" fmla="*/ 9 h 11"/>
                <a:gd name="T6" fmla="*/ 17 w 14"/>
                <a:gd name="T7" fmla="*/ 44 h 11"/>
                <a:gd name="T8" fmla="*/ 8 w 14"/>
                <a:gd name="T9" fmla="*/ 113 h 11"/>
                <a:gd name="T10" fmla="*/ 8 w 14"/>
                <a:gd name="T11" fmla="*/ 113 h 11"/>
                <a:gd name="T12" fmla="*/ 17 w 14"/>
                <a:gd name="T13" fmla="*/ 44 h 11"/>
                <a:gd name="T14" fmla="*/ 81 w 14"/>
                <a:gd name="T15" fmla="*/ 0 h 11"/>
                <a:gd name="T16" fmla="*/ 116 w 14"/>
                <a:gd name="T17" fmla="*/ 52 h 11"/>
                <a:gd name="T18" fmla="*/ 108 w 14"/>
                <a:gd name="T19" fmla="*/ 11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1">
                  <a:moveTo>
                    <a:pt x="12" y="11"/>
                  </a:moveTo>
                  <a:cubicBezTo>
                    <a:pt x="13" y="9"/>
                    <a:pt x="14" y="7"/>
                    <a:pt x="13" y="5"/>
                  </a:cubicBezTo>
                  <a:cubicBezTo>
                    <a:pt x="13" y="3"/>
                    <a:pt x="11" y="1"/>
                    <a:pt x="9" y="1"/>
                  </a:cubicBezTo>
                  <a:cubicBezTo>
                    <a:pt x="7" y="0"/>
                    <a:pt x="4" y="2"/>
                    <a:pt x="2" y="4"/>
                  </a:cubicBezTo>
                  <a:cubicBezTo>
                    <a:pt x="1" y="6"/>
                    <a:pt x="0" y="9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9"/>
                    <a:pt x="0" y="6"/>
                    <a:pt x="2" y="4"/>
                  </a:cubicBezTo>
                  <a:cubicBezTo>
                    <a:pt x="4" y="2"/>
                    <a:pt x="7" y="0"/>
                    <a:pt x="9" y="0"/>
                  </a:cubicBezTo>
                  <a:cubicBezTo>
                    <a:pt x="11" y="1"/>
                    <a:pt x="13" y="2"/>
                    <a:pt x="13" y="5"/>
                  </a:cubicBezTo>
                  <a:cubicBezTo>
                    <a:pt x="14" y="7"/>
                    <a:pt x="13" y="9"/>
                    <a:pt x="12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59" name="Freeform 240">
              <a:extLst>
                <a:ext uri="{FF2B5EF4-FFF2-40B4-BE49-F238E27FC236}">
                  <a16:creationId xmlns:a16="http://schemas.microsoft.com/office/drawing/2014/main" id="{C8EE4E41-97AC-4039-A480-6EEBDBC67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970"/>
              <a:ext cx="50" cy="70"/>
            </a:xfrm>
            <a:custGeom>
              <a:avLst/>
              <a:gdLst>
                <a:gd name="T0" fmla="*/ 144 w 24"/>
                <a:gd name="T1" fmla="*/ 44 h 32"/>
                <a:gd name="T2" fmla="*/ 44 w 24"/>
                <a:gd name="T3" fmla="*/ 20 h 32"/>
                <a:gd name="T4" fmla="*/ 44 w 24"/>
                <a:gd name="T5" fmla="*/ 221 h 32"/>
                <a:gd name="T6" fmla="*/ 173 w 24"/>
                <a:gd name="T7" fmla="*/ 326 h 32"/>
                <a:gd name="T8" fmla="*/ 217 w 24"/>
                <a:gd name="T9" fmla="*/ 254 h 32"/>
                <a:gd name="T10" fmla="*/ 183 w 24"/>
                <a:gd name="T11" fmla="*/ 149 h 32"/>
                <a:gd name="T12" fmla="*/ 144 w 24"/>
                <a:gd name="T13" fmla="*/ 4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2">
                  <a:moveTo>
                    <a:pt x="16" y="4"/>
                  </a:moveTo>
                  <a:cubicBezTo>
                    <a:pt x="13" y="1"/>
                    <a:pt x="9" y="0"/>
                    <a:pt x="5" y="2"/>
                  </a:cubicBezTo>
                  <a:cubicBezTo>
                    <a:pt x="0" y="5"/>
                    <a:pt x="0" y="12"/>
                    <a:pt x="5" y="21"/>
                  </a:cubicBezTo>
                  <a:cubicBezTo>
                    <a:pt x="9" y="29"/>
                    <a:pt x="13" y="32"/>
                    <a:pt x="19" y="31"/>
                  </a:cubicBezTo>
                  <a:cubicBezTo>
                    <a:pt x="22" y="31"/>
                    <a:pt x="24" y="28"/>
                    <a:pt x="24" y="24"/>
                  </a:cubicBezTo>
                  <a:cubicBezTo>
                    <a:pt x="24" y="20"/>
                    <a:pt x="22" y="18"/>
                    <a:pt x="20" y="14"/>
                  </a:cubicBezTo>
                  <a:cubicBezTo>
                    <a:pt x="19" y="12"/>
                    <a:pt x="18" y="7"/>
                    <a:pt x="16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60" name="Freeform 241">
              <a:extLst>
                <a:ext uri="{FF2B5EF4-FFF2-40B4-BE49-F238E27FC236}">
                  <a16:creationId xmlns:a16="http://schemas.microsoft.com/office/drawing/2014/main" id="{8E097975-5B76-452F-A0B4-6038911F8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983"/>
              <a:ext cx="24" cy="39"/>
            </a:xfrm>
            <a:custGeom>
              <a:avLst/>
              <a:gdLst>
                <a:gd name="T0" fmla="*/ 96 w 12"/>
                <a:gd name="T1" fmla="*/ 173 h 18"/>
                <a:gd name="T2" fmla="*/ 88 w 12"/>
                <a:gd name="T3" fmla="*/ 184 h 18"/>
                <a:gd name="T4" fmla="*/ 24 w 12"/>
                <a:gd name="T5" fmla="*/ 93 h 18"/>
                <a:gd name="T6" fmla="*/ 16 w 12"/>
                <a:gd name="T7" fmla="*/ 9 h 18"/>
                <a:gd name="T8" fmla="*/ 48 w 12"/>
                <a:gd name="T9" fmla="*/ 9 h 18"/>
                <a:gd name="T10" fmla="*/ 48 w 12"/>
                <a:gd name="T11" fmla="*/ 9 h 18"/>
                <a:gd name="T12" fmla="*/ 16 w 12"/>
                <a:gd name="T13" fmla="*/ 0 h 18"/>
                <a:gd name="T14" fmla="*/ 24 w 12"/>
                <a:gd name="T15" fmla="*/ 104 h 18"/>
                <a:gd name="T16" fmla="*/ 88 w 12"/>
                <a:gd name="T17" fmla="*/ 184 h 18"/>
                <a:gd name="T18" fmla="*/ 96 w 12"/>
                <a:gd name="T19" fmla="*/ 173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8">
                  <a:moveTo>
                    <a:pt x="12" y="17"/>
                  </a:moveTo>
                  <a:cubicBezTo>
                    <a:pt x="11" y="17"/>
                    <a:pt x="11" y="18"/>
                    <a:pt x="11" y="18"/>
                  </a:cubicBezTo>
                  <a:cubicBezTo>
                    <a:pt x="9" y="18"/>
                    <a:pt x="6" y="16"/>
                    <a:pt x="3" y="9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2"/>
                    <a:pt x="0" y="4"/>
                    <a:pt x="3" y="10"/>
                  </a:cubicBezTo>
                  <a:cubicBezTo>
                    <a:pt x="6" y="16"/>
                    <a:pt x="9" y="18"/>
                    <a:pt x="11" y="18"/>
                  </a:cubicBezTo>
                  <a:cubicBezTo>
                    <a:pt x="11" y="18"/>
                    <a:pt x="11" y="18"/>
                    <a:pt x="12" y="1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61" name="Freeform 242">
              <a:extLst>
                <a:ext uri="{FF2B5EF4-FFF2-40B4-BE49-F238E27FC236}">
                  <a16:creationId xmlns:a16="http://schemas.microsoft.com/office/drawing/2014/main" id="{6CB2B76D-DF8A-4E58-9577-8916CB9A5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896"/>
              <a:ext cx="43" cy="50"/>
            </a:xfrm>
            <a:custGeom>
              <a:avLst/>
              <a:gdLst>
                <a:gd name="T0" fmla="*/ 156 w 21"/>
                <a:gd name="T1" fmla="*/ 165 h 23"/>
                <a:gd name="T2" fmla="*/ 180 w 21"/>
                <a:gd name="T3" fmla="*/ 93 h 23"/>
                <a:gd name="T4" fmla="*/ 147 w 21"/>
                <a:gd name="T5" fmla="*/ 33 h 23"/>
                <a:gd name="T6" fmla="*/ 16 w 21"/>
                <a:gd name="T7" fmla="*/ 104 h 23"/>
                <a:gd name="T8" fmla="*/ 76 w 21"/>
                <a:gd name="T9" fmla="*/ 237 h 23"/>
                <a:gd name="T10" fmla="*/ 156 w 21"/>
                <a:gd name="T11" fmla="*/ 16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16"/>
                  </a:moveTo>
                  <a:cubicBezTo>
                    <a:pt x="20" y="14"/>
                    <a:pt x="21" y="12"/>
                    <a:pt x="21" y="9"/>
                  </a:cubicBezTo>
                  <a:cubicBezTo>
                    <a:pt x="20" y="6"/>
                    <a:pt x="19" y="4"/>
                    <a:pt x="17" y="3"/>
                  </a:cubicBezTo>
                  <a:cubicBezTo>
                    <a:pt x="12" y="0"/>
                    <a:pt x="4" y="3"/>
                    <a:pt x="2" y="10"/>
                  </a:cubicBezTo>
                  <a:cubicBezTo>
                    <a:pt x="0" y="17"/>
                    <a:pt x="4" y="23"/>
                    <a:pt x="9" y="23"/>
                  </a:cubicBezTo>
                  <a:cubicBezTo>
                    <a:pt x="13" y="22"/>
                    <a:pt x="14" y="21"/>
                    <a:pt x="18" y="1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62" name="Freeform 243">
              <a:extLst>
                <a:ext uri="{FF2B5EF4-FFF2-40B4-BE49-F238E27FC236}">
                  <a16:creationId xmlns:a16="http://schemas.microsoft.com/office/drawing/2014/main" id="{6E7047EC-C53F-4A84-AE16-3A2E53B15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09"/>
              <a:ext cx="23" cy="26"/>
            </a:xfrm>
            <a:custGeom>
              <a:avLst/>
              <a:gdLst>
                <a:gd name="T0" fmla="*/ 56 w 11"/>
                <a:gd name="T1" fmla="*/ 121 h 12"/>
                <a:gd name="T2" fmla="*/ 8 w 11"/>
                <a:gd name="T3" fmla="*/ 113 h 12"/>
                <a:gd name="T4" fmla="*/ 27 w 11"/>
                <a:gd name="T5" fmla="*/ 33 h 12"/>
                <a:gd name="T6" fmla="*/ 75 w 11"/>
                <a:gd name="T7" fmla="*/ 9 h 12"/>
                <a:gd name="T8" fmla="*/ 100 w 11"/>
                <a:gd name="T9" fmla="*/ 33 h 12"/>
                <a:gd name="T10" fmla="*/ 100 w 11"/>
                <a:gd name="T11" fmla="*/ 33 h 12"/>
                <a:gd name="T12" fmla="*/ 75 w 11"/>
                <a:gd name="T13" fmla="*/ 0 h 12"/>
                <a:gd name="T14" fmla="*/ 17 w 11"/>
                <a:gd name="T15" fmla="*/ 33 h 12"/>
                <a:gd name="T16" fmla="*/ 8 w 11"/>
                <a:gd name="T17" fmla="*/ 113 h 12"/>
                <a:gd name="T18" fmla="*/ 56 w 11"/>
                <a:gd name="T19" fmla="*/ 12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6" y="12"/>
                  </a:moveTo>
                  <a:cubicBezTo>
                    <a:pt x="4" y="12"/>
                    <a:pt x="2" y="12"/>
                    <a:pt x="1" y="11"/>
                  </a:cubicBezTo>
                  <a:cubicBezTo>
                    <a:pt x="0" y="9"/>
                    <a:pt x="0" y="6"/>
                    <a:pt x="3" y="3"/>
                  </a:cubicBezTo>
                  <a:cubicBezTo>
                    <a:pt x="5" y="1"/>
                    <a:pt x="7" y="0"/>
                    <a:pt x="8" y="1"/>
                  </a:cubicBezTo>
                  <a:cubicBezTo>
                    <a:pt x="9" y="1"/>
                    <a:pt x="10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2"/>
                    <a:pt x="9" y="1"/>
                    <a:pt x="8" y="0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6"/>
                    <a:pt x="0" y="9"/>
                    <a:pt x="1" y="11"/>
                  </a:cubicBezTo>
                  <a:cubicBezTo>
                    <a:pt x="2" y="12"/>
                    <a:pt x="4" y="12"/>
                    <a:pt x="6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63" name="Freeform 244">
              <a:extLst>
                <a:ext uri="{FF2B5EF4-FFF2-40B4-BE49-F238E27FC236}">
                  <a16:creationId xmlns:a16="http://schemas.microsoft.com/office/drawing/2014/main" id="{AD5D4E4D-AA58-45F2-B87D-9F5C723B7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3055"/>
              <a:ext cx="49" cy="66"/>
            </a:xfrm>
            <a:custGeom>
              <a:avLst/>
              <a:gdLst>
                <a:gd name="T0" fmla="*/ 196 w 24"/>
                <a:gd name="T1" fmla="*/ 161 h 30"/>
                <a:gd name="T2" fmla="*/ 188 w 24"/>
                <a:gd name="T3" fmla="*/ 53 h 30"/>
                <a:gd name="T4" fmla="*/ 120 w 24"/>
                <a:gd name="T5" fmla="*/ 0 h 30"/>
                <a:gd name="T6" fmla="*/ 8 w 24"/>
                <a:gd name="T7" fmla="*/ 178 h 30"/>
                <a:gd name="T8" fmla="*/ 137 w 24"/>
                <a:gd name="T9" fmla="*/ 299 h 30"/>
                <a:gd name="T10" fmla="*/ 196 w 24"/>
                <a:gd name="T11" fmla="*/ 16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0">
                  <a:moveTo>
                    <a:pt x="23" y="15"/>
                  </a:moveTo>
                  <a:cubicBezTo>
                    <a:pt x="24" y="11"/>
                    <a:pt x="24" y="8"/>
                    <a:pt x="22" y="5"/>
                  </a:cubicBezTo>
                  <a:cubicBezTo>
                    <a:pt x="20" y="3"/>
                    <a:pt x="17" y="0"/>
                    <a:pt x="14" y="0"/>
                  </a:cubicBezTo>
                  <a:cubicBezTo>
                    <a:pt x="6" y="0"/>
                    <a:pt x="0" y="8"/>
                    <a:pt x="1" y="17"/>
                  </a:cubicBezTo>
                  <a:cubicBezTo>
                    <a:pt x="2" y="27"/>
                    <a:pt x="11" y="30"/>
                    <a:pt x="16" y="28"/>
                  </a:cubicBezTo>
                  <a:cubicBezTo>
                    <a:pt x="20" y="25"/>
                    <a:pt x="21" y="23"/>
                    <a:pt x="23" y="1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64" name="Freeform 245">
              <a:extLst>
                <a:ext uri="{FF2B5EF4-FFF2-40B4-BE49-F238E27FC236}">
                  <a16:creationId xmlns:a16="http://schemas.microsoft.com/office/drawing/2014/main" id="{043AF083-13F6-4F25-AC6C-B19D8D07E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3068"/>
              <a:ext cx="22" cy="37"/>
            </a:xfrm>
            <a:custGeom>
              <a:avLst/>
              <a:gdLst>
                <a:gd name="T0" fmla="*/ 80 w 11"/>
                <a:gd name="T1" fmla="*/ 141 h 17"/>
                <a:gd name="T2" fmla="*/ 40 w 11"/>
                <a:gd name="T3" fmla="*/ 165 h 17"/>
                <a:gd name="T4" fmla="*/ 16 w 11"/>
                <a:gd name="T5" fmla="*/ 72 h 17"/>
                <a:gd name="T6" fmla="*/ 56 w 11"/>
                <a:gd name="T7" fmla="*/ 9 h 17"/>
                <a:gd name="T8" fmla="*/ 88 w 11"/>
                <a:gd name="T9" fmla="*/ 20 h 17"/>
                <a:gd name="T10" fmla="*/ 88 w 11"/>
                <a:gd name="T11" fmla="*/ 20 h 17"/>
                <a:gd name="T12" fmla="*/ 48 w 11"/>
                <a:gd name="T13" fmla="*/ 0 h 17"/>
                <a:gd name="T14" fmla="*/ 16 w 11"/>
                <a:gd name="T15" fmla="*/ 72 h 17"/>
                <a:gd name="T16" fmla="*/ 32 w 11"/>
                <a:gd name="T17" fmla="*/ 165 h 17"/>
                <a:gd name="T18" fmla="*/ 80 w 11"/>
                <a:gd name="T19" fmla="*/ 14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7">
                  <a:moveTo>
                    <a:pt x="10" y="14"/>
                  </a:moveTo>
                  <a:cubicBezTo>
                    <a:pt x="8" y="16"/>
                    <a:pt x="6" y="17"/>
                    <a:pt x="5" y="16"/>
                  </a:cubicBezTo>
                  <a:cubicBezTo>
                    <a:pt x="2" y="15"/>
                    <a:pt x="1" y="11"/>
                    <a:pt x="2" y="7"/>
                  </a:cubicBezTo>
                  <a:cubicBezTo>
                    <a:pt x="3" y="2"/>
                    <a:pt x="5" y="1"/>
                    <a:pt x="7" y="1"/>
                  </a:cubicBezTo>
                  <a:cubicBezTo>
                    <a:pt x="8" y="0"/>
                    <a:pt x="10" y="1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1"/>
                    <a:pt x="3" y="2"/>
                    <a:pt x="2" y="7"/>
                  </a:cubicBezTo>
                  <a:cubicBezTo>
                    <a:pt x="0" y="11"/>
                    <a:pt x="2" y="15"/>
                    <a:pt x="4" y="16"/>
                  </a:cubicBezTo>
                  <a:cubicBezTo>
                    <a:pt x="6" y="17"/>
                    <a:pt x="8" y="16"/>
                    <a:pt x="10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65" name="Freeform 246">
              <a:extLst>
                <a:ext uri="{FF2B5EF4-FFF2-40B4-BE49-F238E27FC236}">
                  <a16:creationId xmlns:a16="http://schemas.microsoft.com/office/drawing/2014/main" id="{5855FF58-AA66-496C-871C-2E290D7AE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3197"/>
              <a:ext cx="45" cy="48"/>
            </a:xfrm>
            <a:custGeom>
              <a:avLst/>
              <a:gdLst>
                <a:gd name="T0" fmla="*/ 155 w 22"/>
                <a:gd name="T1" fmla="*/ 52 h 22"/>
                <a:gd name="T2" fmla="*/ 96 w 22"/>
                <a:gd name="T3" fmla="*/ 0 h 22"/>
                <a:gd name="T4" fmla="*/ 41 w 22"/>
                <a:gd name="T5" fmla="*/ 20 h 22"/>
                <a:gd name="T6" fmla="*/ 59 w 22"/>
                <a:gd name="T7" fmla="*/ 185 h 22"/>
                <a:gd name="T8" fmla="*/ 180 w 22"/>
                <a:gd name="T9" fmla="*/ 166 h 22"/>
                <a:gd name="T10" fmla="*/ 155 w 22"/>
                <a:gd name="T11" fmla="*/ 5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5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7" y="18"/>
                  </a:cubicBezTo>
                  <a:cubicBezTo>
                    <a:pt x="13" y="22"/>
                    <a:pt x="19" y="20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66" name="Freeform 247">
              <a:extLst>
                <a:ext uri="{FF2B5EF4-FFF2-40B4-BE49-F238E27FC236}">
                  <a16:creationId xmlns:a16="http://schemas.microsoft.com/office/drawing/2014/main" id="{3697C81A-B155-4D2F-BA01-ED4DD18EF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206"/>
              <a:ext cx="23" cy="26"/>
            </a:xfrm>
            <a:custGeom>
              <a:avLst/>
              <a:gdLst>
                <a:gd name="T0" fmla="*/ 100 w 11"/>
                <a:gd name="T1" fmla="*/ 80 h 12"/>
                <a:gd name="T2" fmla="*/ 84 w 11"/>
                <a:gd name="T3" fmla="*/ 113 h 12"/>
                <a:gd name="T4" fmla="*/ 17 w 11"/>
                <a:gd name="T5" fmla="*/ 80 h 12"/>
                <a:gd name="T6" fmla="*/ 8 w 11"/>
                <a:gd name="T7" fmla="*/ 20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20 h 12"/>
                <a:gd name="T14" fmla="*/ 17 w 11"/>
                <a:gd name="T15" fmla="*/ 80 h 12"/>
                <a:gd name="T16" fmla="*/ 84 w 11"/>
                <a:gd name="T17" fmla="*/ 121 h 12"/>
                <a:gd name="T18" fmla="*/ 100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9"/>
                    <a:pt x="10" y="11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2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67" name="Freeform 248">
              <a:extLst>
                <a:ext uri="{FF2B5EF4-FFF2-40B4-BE49-F238E27FC236}">
                  <a16:creationId xmlns:a16="http://schemas.microsoft.com/office/drawing/2014/main" id="{512135DF-D07E-4582-8FD0-926A71C55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3145"/>
              <a:ext cx="49" cy="68"/>
            </a:xfrm>
            <a:custGeom>
              <a:avLst/>
              <a:gdLst>
                <a:gd name="T0" fmla="*/ 196 w 24"/>
                <a:gd name="T1" fmla="*/ 158 h 31"/>
                <a:gd name="T2" fmla="*/ 188 w 24"/>
                <a:gd name="T3" fmla="*/ 53 h 31"/>
                <a:gd name="T4" fmla="*/ 120 w 24"/>
                <a:gd name="T5" fmla="*/ 9 h 31"/>
                <a:gd name="T6" fmla="*/ 8 w 24"/>
                <a:gd name="T7" fmla="*/ 189 h 31"/>
                <a:gd name="T8" fmla="*/ 137 w 24"/>
                <a:gd name="T9" fmla="*/ 294 h 31"/>
                <a:gd name="T10" fmla="*/ 196 w 24"/>
                <a:gd name="T11" fmla="*/ 158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cubicBezTo>
                    <a:pt x="24" y="12"/>
                    <a:pt x="24" y="8"/>
                    <a:pt x="22" y="5"/>
                  </a:cubicBezTo>
                  <a:cubicBezTo>
                    <a:pt x="20" y="3"/>
                    <a:pt x="17" y="1"/>
                    <a:pt x="14" y="1"/>
                  </a:cubicBezTo>
                  <a:cubicBezTo>
                    <a:pt x="6" y="0"/>
                    <a:pt x="0" y="9"/>
                    <a:pt x="1" y="18"/>
                  </a:cubicBezTo>
                  <a:cubicBezTo>
                    <a:pt x="2" y="27"/>
                    <a:pt x="11" y="31"/>
                    <a:pt x="16" y="28"/>
                  </a:cubicBezTo>
                  <a:cubicBezTo>
                    <a:pt x="20" y="26"/>
                    <a:pt x="21" y="23"/>
                    <a:pt x="23" y="1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68" name="Freeform 249">
              <a:extLst>
                <a:ext uri="{FF2B5EF4-FFF2-40B4-BE49-F238E27FC236}">
                  <a16:creationId xmlns:a16="http://schemas.microsoft.com/office/drawing/2014/main" id="{A6426E75-0486-47A7-A4F9-36CD43375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158"/>
              <a:ext cx="23" cy="37"/>
            </a:xfrm>
            <a:custGeom>
              <a:avLst/>
              <a:gdLst>
                <a:gd name="T0" fmla="*/ 92 w 11"/>
                <a:gd name="T1" fmla="*/ 157 h 17"/>
                <a:gd name="T2" fmla="*/ 36 w 11"/>
                <a:gd name="T3" fmla="*/ 165 h 17"/>
                <a:gd name="T4" fmla="*/ 17 w 11"/>
                <a:gd name="T5" fmla="*/ 72 h 17"/>
                <a:gd name="T6" fmla="*/ 56 w 11"/>
                <a:gd name="T7" fmla="*/ 9 h 17"/>
                <a:gd name="T8" fmla="*/ 100 w 11"/>
                <a:gd name="T9" fmla="*/ 20 h 17"/>
                <a:gd name="T10" fmla="*/ 100 w 11"/>
                <a:gd name="T11" fmla="*/ 20 h 17"/>
                <a:gd name="T12" fmla="*/ 56 w 11"/>
                <a:gd name="T13" fmla="*/ 9 h 17"/>
                <a:gd name="T14" fmla="*/ 17 w 11"/>
                <a:gd name="T15" fmla="*/ 72 h 17"/>
                <a:gd name="T16" fmla="*/ 36 w 11"/>
                <a:gd name="T17" fmla="*/ 165 h 17"/>
                <a:gd name="T18" fmla="*/ 92 w 11"/>
                <a:gd name="T19" fmla="*/ 1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7">
                  <a:moveTo>
                    <a:pt x="10" y="15"/>
                  </a:moveTo>
                  <a:cubicBezTo>
                    <a:pt x="8" y="17"/>
                    <a:pt x="6" y="17"/>
                    <a:pt x="4" y="16"/>
                  </a:cubicBezTo>
                  <a:cubicBezTo>
                    <a:pt x="2" y="15"/>
                    <a:pt x="1" y="12"/>
                    <a:pt x="2" y="7"/>
                  </a:cubicBezTo>
                  <a:cubicBezTo>
                    <a:pt x="3" y="3"/>
                    <a:pt x="5" y="1"/>
                    <a:pt x="6" y="1"/>
                  </a:cubicBezTo>
                  <a:cubicBezTo>
                    <a:pt x="8" y="0"/>
                    <a:pt x="10" y="1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8" y="0"/>
                    <a:pt x="6" y="1"/>
                  </a:cubicBezTo>
                  <a:cubicBezTo>
                    <a:pt x="5" y="1"/>
                    <a:pt x="3" y="3"/>
                    <a:pt x="2" y="7"/>
                  </a:cubicBezTo>
                  <a:cubicBezTo>
                    <a:pt x="0" y="12"/>
                    <a:pt x="2" y="15"/>
                    <a:pt x="4" y="16"/>
                  </a:cubicBezTo>
                  <a:cubicBezTo>
                    <a:pt x="6" y="17"/>
                    <a:pt x="8" y="17"/>
                    <a:pt x="10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69" name="Freeform 250">
              <a:extLst>
                <a:ext uri="{FF2B5EF4-FFF2-40B4-BE49-F238E27FC236}">
                  <a16:creationId xmlns:a16="http://schemas.microsoft.com/office/drawing/2014/main" id="{B295F8E3-9D09-4FE1-94D3-0ED84A25E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3042"/>
              <a:ext cx="45" cy="50"/>
            </a:xfrm>
            <a:custGeom>
              <a:avLst/>
              <a:gdLst>
                <a:gd name="T0" fmla="*/ 155 w 22"/>
                <a:gd name="T1" fmla="*/ 52 h 23"/>
                <a:gd name="T2" fmla="*/ 96 w 22"/>
                <a:gd name="T3" fmla="*/ 0 h 23"/>
                <a:gd name="T4" fmla="*/ 33 w 22"/>
                <a:gd name="T5" fmla="*/ 20 h 23"/>
                <a:gd name="T6" fmla="*/ 59 w 22"/>
                <a:gd name="T7" fmla="*/ 185 h 23"/>
                <a:gd name="T8" fmla="*/ 180 w 22"/>
                <a:gd name="T9" fmla="*/ 165 h 23"/>
                <a:gd name="T10" fmla="*/ 155 w 22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1" y="14"/>
                    <a:pt x="7" y="18"/>
                  </a:cubicBezTo>
                  <a:cubicBezTo>
                    <a:pt x="13" y="23"/>
                    <a:pt x="19" y="20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70" name="Freeform 251">
              <a:extLst>
                <a:ext uri="{FF2B5EF4-FFF2-40B4-BE49-F238E27FC236}">
                  <a16:creationId xmlns:a16="http://schemas.microsoft.com/office/drawing/2014/main" id="{AF770EB8-5DCE-47B9-A4DD-56063FEFC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3051"/>
              <a:ext cx="23" cy="26"/>
            </a:xfrm>
            <a:custGeom>
              <a:avLst/>
              <a:gdLst>
                <a:gd name="T0" fmla="*/ 100 w 11"/>
                <a:gd name="T1" fmla="*/ 80 h 12"/>
                <a:gd name="T2" fmla="*/ 84 w 11"/>
                <a:gd name="T3" fmla="*/ 121 h 12"/>
                <a:gd name="T4" fmla="*/ 17 w 11"/>
                <a:gd name="T5" fmla="*/ 80 h 12"/>
                <a:gd name="T6" fmla="*/ 8 w 11"/>
                <a:gd name="T7" fmla="*/ 20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20 h 12"/>
                <a:gd name="T14" fmla="*/ 17 w 11"/>
                <a:gd name="T15" fmla="*/ 80 h 12"/>
                <a:gd name="T16" fmla="*/ 84 w 11"/>
                <a:gd name="T17" fmla="*/ 121 h 12"/>
                <a:gd name="T18" fmla="*/ 100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71" name="Freeform 252">
              <a:extLst>
                <a:ext uri="{FF2B5EF4-FFF2-40B4-BE49-F238E27FC236}">
                  <a16:creationId xmlns:a16="http://schemas.microsoft.com/office/drawing/2014/main" id="{6E23CF50-ECDF-43BD-985E-82103F26D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721"/>
              <a:ext cx="45" cy="48"/>
            </a:xfrm>
            <a:custGeom>
              <a:avLst/>
              <a:gdLst>
                <a:gd name="T0" fmla="*/ 147 w 22"/>
                <a:gd name="T1" fmla="*/ 44 h 22"/>
                <a:gd name="T2" fmla="*/ 84 w 22"/>
                <a:gd name="T3" fmla="*/ 0 h 22"/>
                <a:gd name="T4" fmla="*/ 33 w 22"/>
                <a:gd name="T5" fmla="*/ 33 h 22"/>
                <a:gd name="T6" fmla="*/ 68 w 22"/>
                <a:gd name="T7" fmla="*/ 194 h 22"/>
                <a:gd name="T8" fmla="*/ 180 w 22"/>
                <a:gd name="T9" fmla="*/ 157 h 22"/>
                <a:gd name="T10" fmla="*/ 14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0" y="19"/>
                    <a:pt x="21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72" name="Freeform 253">
              <a:extLst>
                <a:ext uri="{FF2B5EF4-FFF2-40B4-BE49-F238E27FC236}">
                  <a16:creationId xmlns:a16="http://schemas.microsoft.com/office/drawing/2014/main" id="{42AABEDD-8D3C-4D26-8FFE-769A585A5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729"/>
              <a:ext cx="22" cy="27"/>
            </a:xfrm>
            <a:custGeom>
              <a:avLst/>
              <a:gdLst>
                <a:gd name="T0" fmla="*/ 88 w 11"/>
                <a:gd name="T1" fmla="*/ 81 h 12"/>
                <a:gd name="T2" fmla="*/ 72 w 11"/>
                <a:gd name="T3" fmla="*/ 126 h 12"/>
                <a:gd name="T4" fmla="*/ 16 w 11"/>
                <a:gd name="T5" fmla="*/ 92 h 12"/>
                <a:gd name="T6" fmla="*/ 8 w 11"/>
                <a:gd name="T7" fmla="*/ 25 h 12"/>
                <a:gd name="T8" fmla="*/ 32 w 11"/>
                <a:gd name="T9" fmla="*/ 0 h 12"/>
                <a:gd name="T10" fmla="*/ 32 w 11"/>
                <a:gd name="T11" fmla="*/ 0 h 12"/>
                <a:gd name="T12" fmla="*/ 8 w 11"/>
                <a:gd name="T13" fmla="*/ 25 h 12"/>
                <a:gd name="T14" fmla="*/ 16 w 11"/>
                <a:gd name="T15" fmla="*/ 92 h 12"/>
                <a:gd name="T16" fmla="*/ 72 w 11"/>
                <a:gd name="T17" fmla="*/ 126 h 12"/>
                <a:gd name="T18" fmla="*/ 88 w 11"/>
                <a:gd name="T19" fmla="*/ 8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7" y="12"/>
                    <a:pt x="5" y="11"/>
                    <a:pt x="2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73" name="Freeform 254">
              <a:extLst>
                <a:ext uri="{FF2B5EF4-FFF2-40B4-BE49-F238E27FC236}">
                  <a16:creationId xmlns:a16="http://schemas.microsoft.com/office/drawing/2014/main" id="{EAE460B2-1167-419F-B5D4-D8B76E911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513"/>
              <a:ext cx="64" cy="55"/>
            </a:xfrm>
            <a:custGeom>
              <a:avLst/>
              <a:gdLst>
                <a:gd name="T0" fmla="*/ 157 w 31"/>
                <a:gd name="T1" fmla="*/ 33 h 25"/>
                <a:gd name="T2" fmla="*/ 72 w 31"/>
                <a:gd name="T3" fmla="*/ 20 h 25"/>
                <a:gd name="T4" fmla="*/ 17 w 31"/>
                <a:gd name="T5" fmla="*/ 97 h 25"/>
                <a:gd name="T6" fmla="*/ 140 w 31"/>
                <a:gd name="T7" fmla="*/ 266 h 25"/>
                <a:gd name="T8" fmla="*/ 264 w 31"/>
                <a:gd name="T9" fmla="*/ 141 h 25"/>
                <a:gd name="T10" fmla="*/ 157 w 31"/>
                <a:gd name="T11" fmla="*/ 33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8" y="3"/>
                  </a:moveTo>
                  <a:cubicBezTo>
                    <a:pt x="15" y="1"/>
                    <a:pt x="12" y="0"/>
                    <a:pt x="8" y="2"/>
                  </a:cubicBezTo>
                  <a:cubicBezTo>
                    <a:pt x="6" y="3"/>
                    <a:pt x="3" y="5"/>
                    <a:pt x="2" y="9"/>
                  </a:cubicBezTo>
                  <a:cubicBezTo>
                    <a:pt x="0" y="16"/>
                    <a:pt x="7" y="24"/>
                    <a:pt x="16" y="25"/>
                  </a:cubicBezTo>
                  <a:cubicBezTo>
                    <a:pt x="25" y="25"/>
                    <a:pt x="31" y="18"/>
                    <a:pt x="30" y="13"/>
                  </a:cubicBezTo>
                  <a:cubicBezTo>
                    <a:pt x="28" y="7"/>
                    <a:pt x="26" y="6"/>
                    <a:pt x="18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74" name="Freeform 255">
              <a:extLst>
                <a:ext uri="{FF2B5EF4-FFF2-40B4-BE49-F238E27FC236}">
                  <a16:creationId xmlns:a16="http://schemas.microsoft.com/office/drawing/2014/main" id="{71651D45-312A-4024-86B1-DF5EA4640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528"/>
              <a:ext cx="32" cy="26"/>
            </a:xfrm>
            <a:custGeom>
              <a:avLst/>
              <a:gdLst>
                <a:gd name="T0" fmla="*/ 112 w 16"/>
                <a:gd name="T1" fmla="*/ 43 h 12"/>
                <a:gd name="T2" fmla="*/ 120 w 16"/>
                <a:gd name="T3" fmla="*/ 93 h 12"/>
                <a:gd name="T4" fmla="*/ 40 w 16"/>
                <a:gd name="T5" fmla="*/ 104 h 12"/>
                <a:gd name="T6" fmla="*/ 0 w 16"/>
                <a:gd name="T7" fmla="*/ 43 h 12"/>
                <a:gd name="T8" fmla="*/ 16 w 16"/>
                <a:gd name="T9" fmla="*/ 0 h 12"/>
                <a:gd name="T10" fmla="*/ 16 w 16"/>
                <a:gd name="T11" fmla="*/ 0 h 12"/>
                <a:gd name="T12" fmla="*/ 0 w 16"/>
                <a:gd name="T13" fmla="*/ 43 h 12"/>
                <a:gd name="T14" fmla="*/ 40 w 16"/>
                <a:gd name="T15" fmla="*/ 104 h 12"/>
                <a:gd name="T16" fmla="*/ 120 w 16"/>
                <a:gd name="T17" fmla="*/ 104 h 12"/>
                <a:gd name="T18" fmla="*/ 112 w 16"/>
                <a:gd name="T19" fmla="*/ 4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2">
                  <a:moveTo>
                    <a:pt x="14" y="4"/>
                  </a:moveTo>
                  <a:cubicBezTo>
                    <a:pt x="16" y="6"/>
                    <a:pt x="16" y="8"/>
                    <a:pt x="15" y="9"/>
                  </a:cubicBezTo>
                  <a:cubicBezTo>
                    <a:pt x="13" y="11"/>
                    <a:pt x="9" y="12"/>
                    <a:pt x="5" y="10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9" y="12"/>
                    <a:pt x="13" y="11"/>
                    <a:pt x="15" y="10"/>
                  </a:cubicBezTo>
                  <a:cubicBezTo>
                    <a:pt x="16" y="8"/>
                    <a:pt x="16" y="6"/>
                    <a:pt x="14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75" name="Freeform 256">
              <a:extLst>
                <a:ext uri="{FF2B5EF4-FFF2-40B4-BE49-F238E27FC236}">
                  <a16:creationId xmlns:a16="http://schemas.microsoft.com/office/drawing/2014/main" id="{0BF5D3FC-2C47-4F6B-B7B6-27B59F07D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605"/>
              <a:ext cx="63" cy="54"/>
            </a:xfrm>
            <a:custGeom>
              <a:avLst/>
              <a:gdLst>
                <a:gd name="T0" fmla="*/ 152 w 31"/>
                <a:gd name="T1" fmla="*/ 28 h 25"/>
                <a:gd name="T2" fmla="*/ 67 w 31"/>
                <a:gd name="T3" fmla="*/ 19 h 25"/>
                <a:gd name="T4" fmla="*/ 16 w 31"/>
                <a:gd name="T5" fmla="*/ 89 h 25"/>
                <a:gd name="T6" fmla="*/ 136 w 31"/>
                <a:gd name="T7" fmla="*/ 253 h 25"/>
                <a:gd name="T8" fmla="*/ 244 w 31"/>
                <a:gd name="T9" fmla="*/ 121 h 25"/>
                <a:gd name="T10" fmla="*/ 152 w 31"/>
                <a:gd name="T11" fmla="*/ 2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8" y="3"/>
                  </a:moveTo>
                  <a:cubicBezTo>
                    <a:pt x="15" y="1"/>
                    <a:pt x="11" y="0"/>
                    <a:pt x="8" y="2"/>
                  </a:cubicBezTo>
                  <a:cubicBezTo>
                    <a:pt x="5" y="3"/>
                    <a:pt x="3" y="5"/>
                    <a:pt x="2" y="9"/>
                  </a:cubicBezTo>
                  <a:cubicBezTo>
                    <a:pt x="0" y="16"/>
                    <a:pt x="7" y="24"/>
                    <a:pt x="16" y="25"/>
                  </a:cubicBezTo>
                  <a:cubicBezTo>
                    <a:pt x="25" y="25"/>
                    <a:pt x="31" y="18"/>
                    <a:pt x="29" y="12"/>
                  </a:cubicBezTo>
                  <a:cubicBezTo>
                    <a:pt x="28" y="7"/>
                    <a:pt x="25" y="6"/>
                    <a:pt x="18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76" name="Freeform 257">
              <a:extLst>
                <a:ext uri="{FF2B5EF4-FFF2-40B4-BE49-F238E27FC236}">
                  <a16:creationId xmlns:a16="http://schemas.microsoft.com/office/drawing/2014/main" id="{E41EB09C-DD6C-4A92-BE66-408F0C112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620"/>
              <a:ext cx="35" cy="26"/>
            </a:xfrm>
            <a:custGeom>
              <a:avLst/>
              <a:gdLst>
                <a:gd name="T0" fmla="*/ 132 w 17"/>
                <a:gd name="T1" fmla="*/ 43 h 12"/>
                <a:gd name="T2" fmla="*/ 132 w 17"/>
                <a:gd name="T3" fmla="*/ 93 h 12"/>
                <a:gd name="T4" fmla="*/ 51 w 17"/>
                <a:gd name="T5" fmla="*/ 104 h 12"/>
                <a:gd name="T6" fmla="*/ 8 w 17"/>
                <a:gd name="T7" fmla="*/ 43 h 12"/>
                <a:gd name="T8" fmla="*/ 25 w 17"/>
                <a:gd name="T9" fmla="*/ 0 h 12"/>
                <a:gd name="T10" fmla="*/ 25 w 17"/>
                <a:gd name="T11" fmla="*/ 0 h 12"/>
                <a:gd name="T12" fmla="*/ 8 w 17"/>
                <a:gd name="T13" fmla="*/ 43 h 12"/>
                <a:gd name="T14" fmla="*/ 51 w 17"/>
                <a:gd name="T15" fmla="*/ 104 h 12"/>
                <a:gd name="T16" fmla="*/ 132 w 17"/>
                <a:gd name="T17" fmla="*/ 93 h 12"/>
                <a:gd name="T18" fmla="*/ 132 w 17"/>
                <a:gd name="T19" fmla="*/ 4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2">
                  <a:moveTo>
                    <a:pt x="15" y="4"/>
                  </a:moveTo>
                  <a:cubicBezTo>
                    <a:pt x="17" y="6"/>
                    <a:pt x="17" y="8"/>
                    <a:pt x="15" y="9"/>
                  </a:cubicBezTo>
                  <a:cubicBezTo>
                    <a:pt x="14" y="11"/>
                    <a:pt x="10" y="12"/>
                    <a:pt x="6" y="10"/>
                  </a:cubicBezTo>
                  <a:cubicBezTo>
                    <a:pt x="2" y="8"/>
                    <a:pt x="1" y="6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2"/>
                    <a:pt x="1" y="4"/>
                  </a:cubicBezTo>
                  <a:cubicBezTo>
                    <a:pt x="1" y="6"/>
                    <a:pt x="2" y="8"/>
                    <a:pt x="6" y="10"/>
                  </a:cubicBezTo>
                  <a:cubicBezTo>
                    <a:pt x="10" y="12"/>
                    <a:pt x="14" y="11"/>
                    <a:pt x="15" y="9"/>
                  </a:cubicBezTo>
                  <a:cubicBezTo>
                    <a:pt x="17" y="8"/>
                    <a:pt x="17" y="6"/>
                    <a:pt x="15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77" name="Freeform 258">
              <a:extLst>
                <a:ext uri="{FF2B5EF4-FFF2-40B4-BE49-F238E27FC236}">
                  <a16:creationId xmlns:a16="http://schemas.microsoft.com/office/drawing/2014/main" id="{4DA126DC-9712-4BDA-874C-A050C6ED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629"/>
              <a:ext cx="46" cy="50"/>
            </a:xfrm>
            <a:custGeom>
              <a:avLst/>
              <a:gdLst>
                <a:gd name="T0" fmla="*/ 157 w 22"/>
                <a:gd name="T1" fmla="*/ 52 h 23"/>
                <a:gd name="T2" fmla="*/ 100 w 22"/>
                <a:gd name="T3" fmla="*/ 0 h 23"/>
                <a:gd name="T4" fmla="*/ 36 w 22"/>
                <a:gd name="T5" fmla="*/ 33 h 23"/>
                <a:gd name="T6" fmla="*/ 75 w 22"/>
                <a:gd name="T7" fmla="*/ 193 h 23"/>
                <a:gd name="T8" fmla="*/ 201 w 22"/>
                <a:gd name="T9" fmla="*/ 157 h 23"/>
                <a:gd name="T10" fmla="*/ 157 w 22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3"/>
                    <a:pt x="21" y="19"/>
                    <a:pt x="22" y="15"/>
                  </a:cubicBezTo>
                  <a:cubicBezTo>
                    <a:pt x="22" y="11"/>
                    <a:pt x="21" y="9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78" name="Freeform 259">
              <a:extLst>
                <a:ext uri="{FF2B5EF4-FFF2-40B4-BE49-F238E27FC236}">
                  <a16:creationId xmlns:a16="http://schemas.microsoft.com/office/drawing/2014/main" id="{84F2B59D-493C-4035-B192-C0203AEF5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638"/>
              <a:ext cx="24" cy="26"/>
            </a:xfrm>
            <a:custGeom>
              <a:avLst/>
              <a:gdLst>
                <a:gd name="T0" fmla="*/ 88 w 12"/>
                <a:gd name="T1" fmla="*/ 72 h 12"/>
                <a:gd name="T2" fmla="*/ 72 w 12"/>
                <a:gd name="T3" fmla="*/ 113 h 12"/>
                <a:gd name="T4" fmla="*/ 24 w 12"/>
                <a:gd name="T5" fmla="*/ 93 h 12"/>
                <a:gd name="T6" fmla="*/ 8 w 12"/>
                <a:gd name="T7" fmla="*/ 33 h 12"/>
                <a:gd name="T8" fmla="*/ 32 w 12"/>
                <a:gd name="T9" fmla="*/ 0 h 12"/>
                <a:gd name="T10" fmla="*/ 32 w 12"/>
                <a:gd name="T11" fmla="*/ 0 h 12"/>
                <a:gd name="T12" fmla="*/ 8 w 12"/>
                <a:gd name="T13" fmla="*/ 33 h 12"/>
                <a:gd name="T14" fmla="*/ 16 w 12"/>
                <a:gd name="T15" fmla="*/ 93 h 12"/>
                <a:gd name="T16" fmla="*/ 72 w 12"/>
                <a:gd name="T17" fmla="*/ 121 h 12"/>
                <a:gd name="T18" fmla="*/ 88 w 12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9" y="11"/>
                  </a:cubicBezTo>
                  <a:cubicBezTo>
                    <a:pt x="8" y="12"/>
                    <a:pt x="5" y="12"/>
                    <a:pt x="3" y="9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5" y="12"/>
                    <a:pt x="8" y="12"/>
                    <a:pt x="9" y="12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79" name="Freeform 260">
              <a:extLst>
                <a:ext uri="{FF2B5EF4-FFF2-40B4-BE49-F238E27FC236}">
                  <a16:creationId xmlns:a16="http://schemas.microsoft.com/office/drawing/2014/main" id="{32A45F2B-EF07-4B71-93CC-6729F9D38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587"/>
              <a:ext cx="63" cy="55"/>
            </a:xfrm>
            <a:custGeom>
              <a:avLst/>
              <a:gdLst>
                <a:gd name="T0" fmla="*/ 152 w 31"/>
                <a:gd name="T1" fmla="*/ 33 h 25"/>
                <a:gd name="T2" fmla="*/ 67 w 31"/>
                <a:gd name="T3" fmla="*/ 20 h 25"/>
                <a:gd name="T4" fmla="*/ 16 w 31"/>
                <a:gd name="T5" fmla="*/ 97 h 25"/>
                <a:gd name="T6" fmla="*/ 136 w 31"/>
                <a:gd name="T7" fmla="*/ 266 h 25"/>
                <a:gd name="T8" fmla="*/ 252 w 31"/>
                <a:gd name="T9" fmla="*/ 125 h 25"/>
                <a:gd name="T10" fmla="*/ 152 w 31"/>
                <a:gd name="T11" fmla="*/ 33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8" y="3"/>
                  </a:moveTo>
                  <a:cubicBezTo>
                    <a:pt x="15" y="1"/>
                    <a:pt x="12" y="0"/>
                    <a:pt x="8" y="2"/>
                  </a:cubicBezTo>
                  <a:cubicBezTo>
                    <a:pt x="6" y="3"/>
                    <a:pt x="3" y="5"/>
                    <a:pt x="2" y="9"/>
                  </a:cubicBezTo>
                  <a:cubicBezTo>
                    <a:pt x="0" y="16"/>
                    <a:pt x="7" y="24"/>
                    <a:pt x="16" y="25"/>
                  </a:cubicBezTo>
                  <a:cubicBezTo>
                    <a:pt x="25" y="25"/>
                    <a:pt x="31" y="18"/>
                    <a:pt x="30" y="12"/>
                  </a:cubicBezTo>
                  <a:cubicBezTo>
                    <a:pt x="28" y="7"/>
                    <a:pt x="26" y="6"/>
                    <a:pt x="18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80" name="Freeform 261">
              <a:extLst>
                <a:ext uri="{FF2B5EF4-FFF2-40B4-BE49-F238E27FC236}">
                  <a16:creationId xmlns:a16="http://schemas.microsoft.com/office/drawing/2014/main" id="{56307ACF-F2C0-4ABA-9593-1B539DB67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603"/>
              <a:ext cx="33" cy="26"/>
            </a:xfrm>
            <a:custGeom>
              <a:avLst/>
              <a:gdLst>
                <a:gd name="T0" fmla="*/ 124 w 16"/>
                <a:gd name="T1" fmla="*/ 43 h 12"/>
                <a:gd name="T2" fmla="*/ 132 w 16"/>
                <a:gd name="T3" fmla="*/ 93 h 12"/>
                <a:gd name="T4" fmla="*/ 43 w 16"/>
                <a:gd name="T5" fmla="*/ 104 h 12"/>
                <a:gd name="T6" fmla="*/ 0 w 16"/>
                <a:gd name="T7" fmla="*/ 43 h 12"/>
                <a:gd name="T8" fmla="*/ 17 w 16"/>
                <a:gd name="T9" fmla="*/ 0 h 12"/>
                <a:gd name="T10" fmla="*/ 17 w 16"/>
                <a:gd name="T11" fmla="*/ 0 h 12"/>
                <a:gd name="T12" fmla="*/ 0 w 16"/>
                <a:gd name="T13" fmla="*/ 43 h 12"/>
                <a:gd name="T14" fmla="*/ 43 w 16"/>
                <a:gd name="T15" fmla="*/ 104 h 12"/>
                <a:gd name="T16" fmla="*/ 132 w 16"/>
                <a:gd name="T17" fmla="*/ 104 h 12"/>
                <a:gd name="T18" fmla="*/ 124 w 16"/>
                <a:gd name="T19" fmla="*/ 4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2">
                  <a:moveTo>
                    <a:pt x="14" y="4"/>
                  </a:moveTo>
                  <a:cubicBezTo>
                    <a:pt x="16" y="6"/>
                    <a:pt x="16" y="8"/>
                    <a:pt x="15" y="9"/>
                  </a:cubicBezTo>
                  <a:cubicBezTo>
                    <a:pt x="13" y="11"/>
                    <a:pt x="9" y="12"/>
                    <a:pt x="5" y="10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9" y="12"/>
                    <a:pt x="13" y="11"/>
                    <a:pt x="15" y="10"/>
                  </a:cubicBezTo>
                  <a:cubicBezTo>
                    <a:pt x="16" y="8"/>
                    <a:pt x="16" y="6"/>
                    <a:pt x="14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81" name="Freeform 262">
              <a:extLst>
                <a:ext uri="{FF2B5EF4-FFF2-40B4-BE49-F238E27FC236}">
                  <a16:creationId xmlns:a16="http://schemas.microsoft.com/office/drawing/2014/main" id="{5930A0EE-A3D7-4157-A2BD-CB1D506E2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642"/>
              <a:ext cx="46" cy="48"/>
            </a:xfrm>
            <a:custGeom>
              <a:avLst/>
              <a:gdLst>
                <a:gd name="T0" fmla="*/ 157 w 22"/>
                <a:gd name="T1" fmla="*/ 44 h 22"/>
                <a:gd name="T2" fmla="*/ 92 w 22"/>
                <a:gd name="T3" fmla="*/ 0 h 22"/>
                <a:gd name="T4" fmla="*/ 36 w 22"/>
                <a:gd name="T5" fmla="*/ 20 h 22"/>
                <a:gd name="T6" fmla="*/ 75 w 22"/>
                <a:gd name="T7" fmla="*/ 185 h 22"/>
                <a:gd name="T8" fmla="*/ 201 w 22"/>
                <a:gd name="T9" fmla="*/ 148 h 22"/>
                <a:gd name="T10" fmla="*/ 15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8" y="0"/>
                    <a:pt x="5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4"/>
                  </a:cubicBezTo>
                  <a:cubicBezTo>
                    <a:pt x="22" y="10"/>
                    <a:pt x="21" y="8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82" name="Freeform 263">
              <a:extLst>
                <a:ext uri="{FF2B5EF4-FFF2-40B4-BE49-F238E27FC236}">
                  <a16:creationId xmlns:a16="http://schemas.microsoft.com/office/drawing/2014/main" id="{10D178DC-FDFC-42A4-838E-2FE4AB2A4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651"/>
              <a:ext cx="22" cy="26"/>
            </a:xfrm>
            <a:custGeom>
              <a:avLst/>
              <a:gdLst>
                <a:gd name="T0" fmla="*/ 88 w 11"/>
                <a:gd name="T1" fmla="*/ 72 h 12"/>
                <a:gd name="T2" fmla="*/ 72 w 11"/>
                <a:gd name="T3" fmla="*/ 113 h 12"/>
                <a:gd name="T4" fmla="*/ 16 w 11"/>
                <a:gd name="T5" fmla="*/ 80 h 12"/>
                <a:gd name="T6" fmla="*/ 8 w 11"/>
                <a:gd name="T7" fmla="*/ 20 h 12"/>
                <a:gd name="T8" fmla="*/ 32 w 11"/>
                <a:gd name="T9" fmla="*/ 0 h 12"/>
                <a:gd name="T10" fmla="*/ 32 w 11"/>
                <a:gd name="T11" fmla="*/ 0 h 12"/>
                <a:gd name="T12" fmla="*/ 8 w 11"/>
                <a:gd name="T13" fmla="*/ 20 h 12"/>
                <a:gd name="T14" fmla="*/ 16 w 11"/>
                <a:gd name="T15" fmla="*/ 80 h 12"/>
                <a:gd name="T16" fmla="*/ 72 w 11"/>
                <a:gd name="T17" fmla="*/ 113 h 12"/>
                <a:gd name="T18" fmla="*/ 88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0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83" name="Freeform 264">
              <a:extLst>
                <a:ext uri="{FF2B5EF4-FFF2-40B4-BE49-F238E27FC236}">
                  <a16:creationId xmlns:a16="http://schemas.microsoft.com/office/drawing/2014/main" id="{C04D3C2D-A795-485C-80B8-674704099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644"/>
              <a:ext cx="53" cy="61"/>
            </a:xfrm>
            <a:custGeom>
              <a:avLst/>
              <a:gdLst>
                <a:gd name="T0" fmla="*/ 188 w 26"/>
                <a:gd name="T1" fmla="*/ 61 h 28"/>
                <a:gd name="T2" fmla="*/ 128 w 26"/>
                <a:gd name="T3" fmla="*/ 0 h 28"/>
                <a:gd name="T4" fmla="*/ 49 w 26"/>
                <a:gd name="T5" fmla="*/ 20 h 28"/>
                <a:gd name="T6" fmla="*/ 59 w 26"/>
                <a:gd name="T7" fmla="*/ 229 h 28"/>
                <a:gd name="T8" fmla="*/ 212 w 26"/>
                <a:gd name="T9" fmla="*/ 209 h 28"/>
                <a:gd name="T10" fmla="*/ 188 w 26"/>
                <a:gd name="T11" fmla="*/ 6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">
                  <a:moveTo>
                    <a:pt x="22" y="6"/>
                  </a:moveTo>
                  <a:cubicBezTo>
                    <a:pt x="20" y="3"/>
                    <a:pt x="18" y="0"/>
                    <a:pt x="15" y="0"/>
                  </a:cubicBezTo>
                  <a:cubicBezTo>
                    <a:pt x="12" y="0"/>
                    <a:pt x="8" y="0"/>
                    <a:pt x="6" y="2"/>
                  </a:cubicBezTo>
                  <a:cubicBezTo>
                    <a:pt x="0" y="7"/>
                    <a:pt x="0" y="17"/>
                    <a:pt x="7" y="22"/>
                  </a:cubicBezTo>
                  <a:cubicBezTo>
                    <a:pt x="14" y="28"/>
                    <a:pt x="22" y="25"/>
                    <a:pt x="25" y="20"/>
                  </a:cubicBezTo>
                  <a:cubicBezTo>
                    <a:pt x="26" y="15"/>
                    <a:pt x="26" y="13"/>
                    <a:pt x="22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84" name="Freeform 265">
              <a:extLst>
                <a:ext uri="{FF2B5EF4-FFF2-40B4-BE49-F238E27FC236}">
                  <a16:creationId xmlns:a16="http://schemas.microsoft.com/office/drawing/2014/main" id="{2A8531ED-E364-4BA3-98C0-928F3F23F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655"/>
              <a:ext cx="27" cy="33"/>
            </a:xfrm>
            <a:custGeom>
              <a:avLst/>
              <a:gdLst>
                <a:gd name="T0" fmla="*/ 116 w 13"/>
                <a:gd name="T1" fmla="*/ 97 h 15"/>
                <a:gd name="T2" fmla="*/ 91 w 13"/>
                <a:gd name="T3" fmla="*/ 150 h 15"/>
                <a:gd name="T4" fmla="*/ 17 w 13"/>
                <a:gd name="T5" fmla="*/ 97 h 15"/>
                <a:gd name="T6" fmla="*/ 17 w 13"/>
                <a:gd name="T7" fmla="*/ 20 h 15"/>
                <a:gd name="T8" fmla="*/ 52 w 13"/>
                <a:gd name="T9" fmla="*/ 0 h 15"/>
                <a:gd name="T10" fmla="*/ 52 w 13"/>
                <a:gd name="T11" fmla="*/ 0 h 15"/>
                <a:gd name="T12" fmla="*/ 17 w 13"/>
                <a:gd name="T13" fmla="*/ 20 h 15"/>
                <a:gd name="T14" fmla="*/ 17 w 13"/>
                <a:gd name="T15" fmla="*/ 106 h 15"/>
                <a:gd name="T16" fmla="*/ 91 w 13"/>
                <a:gd name="T17" fmla="*/ 150 h 15"/>
                <a:gd name="T18" fmla="*/ 116 w 13"/>
                <a:gd name="T19" fmla="*/ 9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5">
                  <a:moveTo>
                    <a:pt x="13" y="9"/>
                  </a:moveTo>
                  <a:cubicBezTo>
                    <a:pt x="13" y="12"/>
                    <a:pt x="12" y="14"/>
                    <a:pt x="10" y="14"/>
                  </a:cubicBezTo>
                  <a:cubicBezTo>
                    <a:pt x="8" y="15"/>
                    <a:pt x="4" y="14"/>
                    <a:pt x="2" y="9"/>
                  </a:cubicBezTo>
                  <a:cubicBezTo>
                    <a:pt x="0" y="6"/>
                    <a:pt x="1" y="4"/>
                    <a:pt x="2" y="2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3" y="0"/>
                    <a:pt x="2" y="2"/>
                  </a:cubicBezTo>
                  <a:cubicBezTo>
                    <a:pt x="1" y="3"/>
                    <a:pt x="0" y="6"/>
                    <a:pt x="2" y="10"/>
                  </a:cubicBezTo>
                  <a:cubicBezTo>
                    <a:pt x="4" y="14"/>
                    <a:pt x="8" y="15"/>
                    <a:pt x="10" y="14"/>
                  </a:cubicBezTo>
                  <a:cubicBezTo>
                    <a:pt x="12" y="14"/>
                    <a:pt x="13" y="12"/>
                    <a:pt x="13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85" name="Freeform 266">
              <a:extLst>
                <a:ext uri="{FF2B5EF4-FFF2-40B4-BE49-F238E27FC236}">
                  <a16:creationId xmlns:a16="http://schemas.microsoft.com/office/drawing/2014/main" id="{722941E8-BD86-4A4B-A45E-77369E04C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042"/>
              <a:ext cx="48" cy="63"/>
            </a:xfrm>
            <a:custGeom>
              <a:avLst/>
              <a:gdLst>
                <a:gd name="T0" fmla="*/ 152 w 23"/>
                <a:gd name="T1" fmla="*/ 52 h 29"/>
                <a:gd name="T2" fmla="*/ 100 w 23"/>
                <a:gd name="T3" fmla="*/ 9 h 29"/>
                <a:gd name="T4" fmla="*/ 17 w 23"/>
                <a:gd name="T5" fmla="*/ 165 h 29"/>
                <a:gd name="T6" fmla="*/ 144 w 23"/>
                <a:gd name="T7" fmla="*/ 289 h 29"/>
                <a:gd name="T8" fmla="*/ 209 w 23"/>
                <a:gd name="T9" fmla="*/ 202 h 29"/>
                <a:gd name="T10" fmla="*/ 184 w 23"/>
                <a:gd name="T11" fmla="*/ 113 h 29"/>
                <a:gd name="T12" fmla="*/ 152 w 23"/>
                <a:gd name="T13" fmla="*/ 5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7" y="5"/>
                  </a:moveTo>
                  <a:cubicBezTo>
                    <a:pt x="16" y="3"/>
                    <a:pt x="14" y="1"/>
                    <a:pt x="11" y="1"/>
                  </a:cubicBezTo>
                  <a:cubicBezTo>
                    <a:pt x="3" y="0"/>
                    <a:pt x="0" y="8"/>
                    <a:pt x="2" y="16"/>
                  </a:cubicBezTo>
                  <a:cubicBezTo>
                    <a:pt x="5" y="24"/>
                    <a:pt x="12" y="29"/>
                    <a:pt x="16" y="28"/>
                  </a:cubicBezTo>
                  <a:cubicBezTo>
                    <a:pt x="20" y="27"/>
                    <a:pt x="22" y="24"/>
                    <a:pt x="23" y="20"/>
                  </a:cubicBezTo>
                  <a:cubicBezTo>
                    <a:pt x="23" y="17"/>
                    <a:pt x="21" y="13"/>
                    <a:pt x="20" y="11"/>
                  </a:cubicBezTo>
                  <a:cubicBezTo>
                    <a:pt x="19" y="9"/>
                    <a:pt x="19" y="6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86" name="Freeform 267">
              <a:extLst>
                <a:ext uri="{FF2B5EF4-FFF2-40B4-BE49-F238E27FC236}">
                  <a16:creationId xmlns:a16="http://schemas.microsoft.com/office/drawing/2014/main" id="{5587552C-29C7-47FE-BD19-754206CD2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3057"/>
              <a:ext cx="18" cy="33"/>
            </a:xfrm>
            <a:custGeom>
              <a:avLst/>
              <a:gdLst>
                <a:gd name="T0" fmla="*/ 16 w 9"/>
                <a:gd name="T1" fmla="*/ 9 h 15"/>
                <a:gd name="T2" fmla="*/ 8 w 9"/>
                <a:gd name="T3" fmla="*/ 64 h 15"/>
                <a:gd name="T4" fmla="*/ 40 w 9"/>
                <a:gd name="T5" fmla="*/ 150 h 15"/>
                <a:gd name="T6" fmla="*/ 72 w 9"/>
                <a:gd name="T7" fmla="*/ 161 h 15"/>
                <a:gd name="T8" fmla="*/ 72 w 9"/>
                <a:gd name="T9" fmla="*/ 161 h 15"/>
                <a:gd name="T10" fmla="*/ 40 w 9"/>
                <a:gd name="T11" fmla="*/ 150 h 15"/>
                <a:gd name="T12" fmla="*/ 8 w 9"/>
                <a:gd name="T13" fmla="*/ 64 h 15"/>
                <a:gd name="T14" fmla="*/ 16 w 9"/>
                <a:gd name="T15" fmla="*/ 9 h 15"/>
                <a:gd name="T16" fmla="*/ 40 w 9"/>
                <a:gd name="T17" fmla="*/ 9 h 15"/>
                <a:gd name="T18" fmla="*/ 40 w 9"/>
                <a:gd name="T19" fmla="*/ 9 h 15"/>
                <a:gd name="T20" fmla="*/ 16 w 9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2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" y="10"/>
                    <a:pt x="3" y="13"/>
                    <a:pt x="5" y="14"/>
                  </a:cubicBezTo>
                  <a:cubicBezTo>
                    <a:pt x="6" y="15"/>
                    <a:pt x="7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7" y="15"/>
                    <a:pt x="6" y="15"/>
                    <a:pt x="5" y="14"/>
                  </a:cubicBezTo>
                  <a:cubicBezTo>
                    <a:pt x="3" y="13"/>
                    <a:pt x="1" y="10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87" name="Freeform 268">
              <a:extLst>
                <a:ext uri="{FF2B5EF4-FFF2-40B4-BE49-F238E27FC236}">
                  <a16:creationId xmlns:a16="http://schemas.microsoft.com/office/drawing/2014/main" id="{8265363F-E7CC-413B-AE83-9402819DC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3081"/>
              <a:ext cx="56" cy="64"/>
            </a:xfrm>
            <a:custGeom>
              <a:avLst/>
              <a:gdLst>
                <a:gd name="T0" fmla="*/ 151 w 27"/>
                <a:gd name="T1" fmla="*/ 33 h 29"/>
                <a:gd name="T2" fmla="*/ 91 w 27"/>
                <a:gd name="T3" fmla="*/ 0 h 29"/>
                <a:gd name="T4" fmla="*/ 44 w 27"/>
                <a:gd name="T5" fmla="*/ 194 h 29"/>
                <a:gd name="T6" fmla="*/ 197 w 27"/>
                <a:gd name="T7" fmla="*/ 291 h 29"/>
                <a:gd name="T8" fmla="*/ 241 w 27"/>
                <a:gd name="T9" fmla="*/ 194 h 29"/>
                <a:gd name="T10" fmla="*/ 197 w 27"/>
                <a:gd name="T11" fmla="*/ 97 h 29"/>
                <a:gd name="T12" fmla="*/ 151 w 27"/>
                <a:gd name="T13" fmla="*/ 3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9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1" y="0"/>
                    <a:pt x="0" y="10"/>
                    <a:pt x="5" y="18"/>
                  </a:cubicBezTo>
                  <a:cubicBezTo>
                    <a:pt x="10" y="26"/>
                    <a:pt x="18" y="29"/>
                    <a:pt x="22" y="27"/>
                  </a:cubicBezTo>
                  <a:cubicBezTo>
                    <a:pt x="26" y="25"/>
                    <a:pt x="27" y="22"/>
                    <a:pt x="27" y="18"/>
                  </a:cubicBezTo>
                  <a:cubicBezTo>
                    <a:pt x="26" y="14"/>
                    <a:pt x="23" y="11"/>
                    <a:pt x="22" y="9"/>
                  </a:cubicBezTo>
                  <a:cubicBezTo>
                    <a:pt x="20" y="7"/>
                    <a:pt x="19" y="4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88" name="Freeform 269">
              <a:extLst>
                <a:ext uri="{FF2B5EF4-FFF2-40B4-BE49-F238E27FC236}">
                  <a16:creationId xmlns:a16="http://schemas.microsoft.com/office/drawing/2014/main" id="{CF2A9C4D-2DE3-46C9-9EF2-2F944C603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095"/>
              <a:ext cx="22" cy="35"/>
            </a:xfrm>
            <a:custGeom>
              <a:avLst/>
              <a:gdLst>
                <a:gd name="T0" fmla="*/ 8 w 11"/>
                <a:gd name="T1" fmla="*/ 9 h 16"/>
                <a:gd name="T2" fmla="*/ 8 w 11"/>
                <a:gd name="T3" fmla="*/ 72 h 16"/>
                <a:gd name="T4" fmla="*/ 56 w 11"/>
                <a:gd name="T5" fmla="*/ 158 h 16"/>
                <a:gd name="T6" fmla="*/ 88 w 11"/>
                <a:gd name="T7" fmla="*/ 158 h 16"/>
                <a:gd name="T8" fmla="*/ 88 w 11"/>
                <a:gd name="T9" fmla="*/ 158 h 16"/>
                <a:gd name="T10" fmla="*/ 56 w 11"/>
                <a:gd name="T11" fmla="*/ 158 h 16"/>
                <a:gd name="T12" fmla="*/ 8 w 11"/>
                <a:gd name="T13" fmla="*/ 72 h 16"/>
                <a:gd name="T14" fmla="*/ 8 w 11"/>
                <a:gd name="T15" fmla="*/ 9 h 16"/>
                <a:gd name="T16" fmla="*/ 32 w 11"/>
                <a:gd name="T17" fmla="*/ 9 h 16"/>
                <a:gd name="T18" fmla="*/ 32 w 11"/>
                <a:gd name="T19" fmla="*/ 9 h 16"/>
                <a:gd name="T20" fmla="*/ 8 w 11"/>
                <a:gd name="T21" fmla="*/ 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6">
                  <a:moveTo>
                    <a:pt x="1" y="1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2" y="11"/>
                    <a:pt x="5" y="14"/>
                    <a:pt x="7" y="15"/>
                  </a:cubicBezTo>
                  <a:cubicBezTo>
                    <a:pt x="9" y="16"/>
                    <a:pt x="10" y="16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9" y="15"/>
                    <a:pt x="7" y="15"/>
                  </a:cubicBezTo>
                  <a:cubicBezTo>
                    <a:pt x="5" y="14"/>
                    <a:pt x="2" y="11"/>
                    <a:pt x="1" y="7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89" name="Freeform 270">
              <a:extLst>
                <a:ext uri="{FF2B5EF4-FFF2-40B4-BE49-F238E27FC236}">
                  <a16:creationId xmlns:a16="http://schemas.microsoft.com/office/drawing/2014/main" id="{E8493243-8D77-4399-ACDC-8EB7E619B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893"/>
              <a:ext cx="55" cy="57"/>
            </a:xfrm>
            <a:custGeom>
              <a:avLst/>
              <a:gdLst>
                <a:gd name="T0" fmla="*/ 212 w 27"/>
                <a:gd name="T1" fmla="*/ 169 h 26"/>
                <a:gd name="T2" fmla="*/ 220 w 27"/>
                <a:gd name="T3" fmla="*/ 86 h 26"/>
                <a:gd name="T4" fmla="*/ 75 w 27"/>
                <a:gd name="T5" fmla="*/ 53 h 26"/>
                <a:gd name="T6" fmla="*/ 24 w 27"/>
                <a:gd name="T7" fmla="*/ 221 h 26"/>
                <a:gd name="T8" fmla="*/ 100 w 27"/>
                <a:gd name="T9" fmla="*/ 265 h 26"/>
                <a:gd name="T10" fmla="*/ 161 w 27"/>
                <a:gd name="T11" fmla="*/ 210 h 26"/>
                <a:gd name="T12" fmla="*/ 212 w 27"/>
                <a:gd name="T13" fmla="*/ 16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25" y="16"/>
                  </a:moveTo>
                  <a:cubicBezTo>
                    <a:pt x="26" y="13"/>
                    <a:pt x="27" y="11"/>
                    <a:pt x="26" y="8"/>
                  </a:cubicBezTo>
                  <a:cubicBezTo>
                    <a:pt x="25" y="0"/>
                    <a:pt x="16" y="0"/>
                    <a:pt x="9" y="5"/>
                  </a:cubicBezTo>
                  <a:cubicBezTo>
                    <a:pt x="2" y="9"/>
                    <a:pt x="0" y="18"/>
                    <a:pt x="3" y="21"/>
                  </a:cubicBezTo>
                  <a:cubicBezTo>
                    <a:pt x="5" y="25"/>
                    <a:pt x="8" y="26"/>
                    <a:pt x="12" y="25"/>
                  </a:cubicBezTo>
                  <a:cubicBezTo>
                    <a:pt x="15" y="24"/>
                    <a:pt x="18" y="21"/>
                    <a:pt x="19" y="20"/>
                  </a:cubicBezTo>
                  <a:cubicBezTo>
                    <a:pt x="21" y="19"/>
                    <a:pt x="24" y="17"/>
                    <a:pt x="25" y="1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90" name="Freeform 271">
              <a:extLst>
                <a:ext uri="{FF2B5EF4-FFF2-40B4-BE49-F238E27FC236}">
                  <a16:creationId xmlns:a16="http://schemas.microsoft.com/office/drawing/2014/main" id="{F36A0AE9-E794-45CC-BB7C-6BE0DD4B7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911"/>
              <a:ext cx="27" cy="24"/>
            </a:xfrm>
            <a:custGeom>
              <a:avLst/>
              <a:gdLst>
                <a:gd name="T0" fmla="*/ 108 w 13"/>
                <a:gd name="T1" fmla="*/ 0 h 11"/>
                <a:gd name="T2" fmla="*/ 64 w 13"/>
                <a:gd name="T3" fmla="*/ 9 h 11"/>
                <a:gd name="T4" fmla="*/ 0 w 13"/>
                <a:gd name="T5" fmla="*/ 81 h 11"/>
                <a:gd name="T6" fmla="*/ 8 w 13"/>
                <a:gd name="T7" fmla="*/ 113 h 11"/>
                <a:gd name="T8" fmla="*/ 8 w 13"/>
                <a:gd name="T9" fmla="*/ 113 h 11"/>
                <a:gd name="T10" fmla="*/ 8 w 13"/>
                <a:gd name="T11" fmla="*/ 81 h 11"/>
                <a:gd name="T12" fmla="*/ 64 w 13"/>
                <a:gd name="T13" fmla="*/ 9 h 11"/>
                <a:gd name="T14" fmla="*/ 108 w 13"/>
                <a:gd name="T15" fmla="*/ 9 h 11"/>
                <a:gd name="T16" fmla="*/ 116 w 13"/>
                <a:gd name="T17" fmla="*/ 33 h 11"/>
                <a:gd name="T18" fmla="*/ 116 w 13"/>
                <a:gd name="T19" fmla="*/ 33 h 11"/>
                <a:gd name="T20" fmla="*/ 108 w 13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1">
                  <a:moveTo>
                    <a:pt x="12" y="0"/>
                  </a:moveTo>
                  <a:cubicBezTo>
                    <a:pt x="11" y="0"/>
                    <a:pt x="9" y="0"/>
                    <a:pt x="7" y="1"/>
                  </a:cubicBezTo>
                  <a:cubicBezTo>
                    <a:pt x="4" y="2"/>
                    <a:pt x="1" y="5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1" y="5"/>
                    <a:pt x="4" y="3"/>
                    <a:pt x="7" y="1"/>
                  </a:cubicBezTo>
                  <a:cubicBezTo>
                    <a:pt x="9" y="0"/>
                    <a:pt x="11" y="0"/>
                    <a:pt x="12" y="1"/>
                  </a:cubicBezTo>
                  <a:cubicBezTo>
                    <a:pt x="13" y="1"/>
                    <a:pt x="13" y="2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2"/>
                    <a:pt x="13" y="1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91" name="Freeform 272">
              <a:extLst>
                <a:ext uri="{FF2B5EF4-FFF2-40B4-BE49-F238E27FC236}">
                  <a16:creationId xmlns:a16="http://schemas.microsoft.com/office/drawing/2014/main" id="{C51A68C3-9958-4CFD-82A5-014617265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828"/>
              <a:ext cx="49" cy="70"/>
            </a:xfrm>
            <a:custGeom>
              <a:avLst/>
              <a:gdLst>
                <a:gd name="T0" fmla="*/ 204 w 24"/>
                <a:gd name="T1" fmla="*/ 72 h 32"/>
                <a:gd name="T2" fmla="*/ 129 w 24"/>
                <a:gd name="T3" fmla="*/ 20 h 32"/>
                <a:gd name="T4" fmla="*/ 25 w 24"/>
                <a:gd name="T5" fmla="*/ 177 h 32"/>
                <a:gd name="T6" fmla="*/ 33 w 24"/>
                <a:gd name="T7" fmla="*/ 302 h 32"/>
                <a:gd name="T8" fmla="*/ 204 w 24"/>
                <a:gd name="T9" fmla="*/ 7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">
                  <a:moveTo>
                    <a:pt x="24" y="7"/>
                  </a:moveTo>
                  <a:cubicBezTo>
                    <a:pt x="23" y="1"/>
                    <a:pt x="20" y="0"/>
                    <a:pt x="15" y="2"/>
                  </a:cubicBezTo>
                  <a:cubicBezTo>
                    <a:pt x="11" y="4"/>
                    <a:pt x="6" y="11"/>
                    <a:pt x="3" y="17"/>
                  </a:cubicBezTo>
                  <a:cubicBezTo>
                    <a:pt x="0" y="24"/>
                    <a:pt x="2" y="27"/>
                    <a:pt x="4" y="29"/>
                  </a:cubicBezTo>
                  <a:cubicBezTo>
                    <a:pt x="10" y="32"/>
                    <a:pt x="23" y="17"/>
                    <a:pt x="24" y="7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92" name="Freeform 273">
              <a:extLst>
                <a:ext uri="{FF2B5EF4-FFF2-40B4-BE49-F238E27FC236}">
                  <a16:creationId xmlns:a16="http://schemas.microsoft.com/office/drawing/2014/main" id="{7A361657-9FC6-4073-AB88-00D41B7F5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841"/>
              <a:ext cx="27" cy="37"/>
            </a:xfrm>
            <a:custGeom>
              <a:avLst/>
              <a:gdLst>
                <a:gd name="T0" fmla="*/ 108 w 13"/>
                <a:gd name="T1" fmla="*/ 9 h 17"/>
                <a:gd name="T2" fmla="*/ 52 w 13"/>
                <a:gd name="T3" fmla="*/ 44 h 17"/>
                <a:gd name="T4" fmla="*/ 0 w 13"/>
                <a:gd name="T5" fmla="*/ 141 h 17"/>
                <a:gd name="T6" fmla="*/ 8 w 13"/>
                <a:gd name="T7" fmla="*/ 176 h 17"/>
                <a:gd name="T8" fmla="*/ 8 w 13"/>
                <a:gd name="T9" fmla="*/ 176 h 17"/>
                <a:gd name="T10" fmla="*/ 0 w 13"/>
                <a:gd name="T11" fmla="*/ 141 h 17"/>
                <a:gd name="T12" fmla="*/ 52 w 13"/>
                <a:gd name="T13" fmla="*/ 44 h 17"/>
                <a:gd name="T14" fmla="*/ 108 w 13"/>
                <a:gd name="T15" fmla="*/ 9 h 17"/>
                <a:gd name="T16" fmla="*/ 116 w 13"/>
                <a:gd name="T17" fmla="*/ 44 h 17"/>
                <a:gd name="T18" fmla="*/ 116 w 13"/>
                <a:gd name="T19" fmla="*/ 44 h 17"/>
                <a:gd name="T20" fmla="*/ 108 w 13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7">
                  <a:moveTo>
                    <a:pt x="12" y="1"/>
                  </a:moveTo>
                  <a:cubicBezTo>
                    <a:pt x="11" y="0"/>
                    <a:pt x="9" y="1"/>
                    <a:pt x="6" y="4"/>
                  </a:cubicBezTo>
                  <a:cubicBezTo>
                    <a:pt x="4" y="6"/>
                    <a:pt x="1" y="10"/>
                    <a:pt x="0" y="14"/>
                  </a:cubicBezTo>
                  <a:cubicBezTo>
                    <a:pt x="0" y="15"/>
                    <a:pt x="0" y="16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6"/>
                    <a:pt x="0" y="15"/>
                    <a:pt x="0" y="14"/>
                  </a:cubicBezTo>
                  <a:cubicBezTo>
                    <a:pt x="1" y="10"/>
                    <a:pt x="4" y="6"/>
                    <a:pt x="6" y="4"/>
                  </a:cubicBezTo>
                  <a:cubicBezTo>
                    <a:pt x="9" y="2"/>
                    <a:pt x="11" y="1"/>
                    <a:pt x="12" y="1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3" y="2"/>
                    <a:pt x="1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93" name="Freeform 274">
              <a:extLst>
                <a:ext uri="{FF2B5EF4-FFF2-40B4-BE49-F238E27FC236}">
                  <a16:creationId xmlns:a16="http://schemas.microsoft.com/office/drawing/2014/main" id="{B6416C32-B146-4E53-BDAF-C74A0E550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812"/>
              <a:ext cx="55" cy="73"/>
            </a:xfrm>
            <a:custGeom>
              <a:avLst/>
              <a:gdLst>
                <a:gd name="T0" fmla="*/ 220 w 27"/>
                <a:gd name="T1" fmla="*/ 142 h 33"/>
                <a:gd name="T2" fmla="*/ 187 w 27"/>
                <a:gd name="T3" fmla="*/ 33 h 33"/>
                <a:gd name="T4" fmla="*/ 49 w 27"/>
                <a:gd name="T5" fmla="*/ 142 h 33"/>
                <a:gd name="T6" fmla="*/ 41 w 27"/>
                <a:gd name="T7" fmla="*/ 338 h 33"/>
                <a:gd name="T8" fmla="*/ 108 w 27"/>
                <a:gd name="T9" fmla="*/ 338 h 33"/>
                <a:gd name="T10" fmla="*/ 171 w 27"/>
                <a:gd name="T11" fmla="*/ 239 h 33"/>
                <a:gd name="T12" fmla="*/ 220 w 27"/>
                <a:gd name="T13" fmla="*/ 14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3">
                  <a:moveTo>
                    <a:pt x="26" y="13"/>
                  </a:moveTo>
                  <a:cubicBezTo>
                    <a:pt x="27" y="9"/>
                    <a:pt x="26" y="6"/>
                    <a:pt x="22" y="3"/>
                  </a:cubicBezTo>
                  <a:cubicBezTo>
                    <a:pt x="17" y="0"/>
                    <a:pt x="11" y="4"/>
                    <a:pt x="6" y="13"/>
                  </a:cubicBezTo>
                  <a:cubicBezTo>
                    <a:pt x="2" y="21"/>
                    <a:pt x="0" y="26"/>
                    <a:pt x="5" y="31"/>
                  </a:cubicBezTo>
                  <a:cubicBezTo>
                    <a:pt x="7" y="33"/>
                    <a:pt x="10" y="33"/>
                    <a:pt x="13" y="31"/>
                  </a:cubicBezTo>
                  <a:cubicBezTo>
                    <a:pt x="16" y="29"/>
                    <a:pt x="17" y="26"/>
                    <a:pt x="20" y="22"/>
                  </a:cubicBezTo>
                  <a:cubicBezTo>
                    <a:pt x="21" y="20"/>
                    <a:pt x="25" y="17"/>
                    <a:pt x="26" y="1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94" name="Freeform 275">
              <a:extLst>
                <a:ext uri="{FF2B5EF4-FFF2-40B4-BE49-F238E27FC236}">
                  <a16:creationId xmlns:a16="http://schemas.microsoft.com/office/drawing/2014/main" id="{8262107A-80C9-4633-99CA-A1D739E3D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830"/>
              <a:ext cx="27" cy="39"/>
            </a:xfrm>
            <a:custGeom>
              <a:avLst/>
              <a:gdLst>
                <a:gd name="T0" fmla="*/ 17 w 13"/>
                <a:gd name="T1" fmla="*/ 184 h 18"/>
                <a:gd name="T2" fmla="*/ 8 w 13"/>
                <a:gd name="T3" fmla="*/ 184 h 18"/>
                <a:gd name="T4" fmla="*/ 35 w 13"/>
                <a:gd name="T5" fmla="*/ 61 h 18"/>
                <a:gd name="T6" fmla="*/ 100 w 13"/>
                <a:gd name="T7" fmla="*/ 9 h 18"/>
                <a:gd name="T8" fmla="*/ 116 w 13"/>
                <a:gd name="T9" fmla="*/ 52 h 18"/>
                <a:gd name="T10" fmla="*/ 116 w 13"/>
                <a:gd name="T11" fmla="*/ 52 h 18"/>
                <a:gd name="T12" fmla="*/ 100 w 13"/>
                <a:gd name="T13" fmla="*/ 9 h 18"/>
                <a:gd name="T14" fmla="*/ 35 w 13"/>
                <a:gd name="T15" fmla="*/ 61 h 18"/>
                <a:gd name="T16" fmla="*/ 8 w 13"/>
                <a:gd name="T17" fmla="*/ 184 h 18"/>
                <a:gd name="T18" fmla="*/ 17 w 13"/>
                <a:gd name="T19" fmla="*/ 184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8">
                  <a:moveTo>
                    <a:pt x="2" y="18"/>
                  </a:moveTo>
                  <a:cubicBezTo>
                    <a:pt x="2" y="18"/>
                    <a:pt x="1" y="18"/>
                    <a:pt x="1" y="18"/>
                  </a:cubicBezTo>
                  <a:cubicBezTo>
                    <a:pt x="0" y="17"/>
                    <a:pt x="0" y="13"/>
                    <a:pt x="4" y="6"/>
                  </a:cubicBezTo>
                  <a:cubicBezTo>
                    <a:pt x="7" y="2"/>
                    <a:pt x="10" y="0"/>
                    <a:pt x="11" y="1"/>
                  </a:cubicBezTo>
                  <a:cubicBezTo>
                    <a:pt x="12" y="1"/>
                    <a:pt x="13" y="3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3"/>
                    <a:pt x="12" y="1"/>
                    <a:pt x="11" y="1"/>
                  </a:cubicBezTo>
                  <a:cubicBezTo>
                    <a:pt x="10" y="0"/>
                    <a:pt x="7" y="1"/>
                    <a:pt x="4" y="6"/>
                  </a:cubicBezTo>
                  <a:cubicBezTo>
                    <a:pt x="0" y="12"/>
                    <a:pt x="0" y="16"/>
                    <a:pt x="1" y="18"/>
                  </a:cubicBezTo>
                  <a:cubicBezTo>
                    <a:pt x="1" y="18"/>
                    <a:pt x="2" y="18"/>
                    <a:pt x="2" y="1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95" name="Freeform 276">
              <a:extLst>
                <a:ext uri="{FF2B5EF4-FFF2-40B4-BE49-F238E27FC236}">
                  <a16:creationId xmlns:a16="http://schemas.microsoft.com/office/drawing/2014/main" id="{EC77FFA5-07C6-4DFE-88CC-76EA2C6C3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57"/>
              <a:ext cx="48" cy="68"/>
            </a:xfrm>
            <a:custGeom>
              <a:avLst/>
              <a:gdLst>
                <a:gd name="T0" fmla="*/ 209 w 23"/>
                <a:gd name="T1" fmla="*/ 64 h 31"/>
                <a:gd name="T2" fmla="*/ 136 w 23"/>
                <a:gd name="T3" fmla="*/ 20 h 31"/>
                <a:gd name="T4" fmla="*/ 27 w 23"/>
                <a:gd name="T5" fmla="*/ 169 h 31"/>
                <a:gd name="T6" fmla="*/ 35 w 23"/>
                <a:gd name="T7" fmla="*/ 294 h 31"/>
                <a:gd name="T8" fmla="*/ 209 w 23"/>
                <a:gd name="T9" fmla="*/ 6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1">
                  <a:moveTo>
                    <a:pt x="23" y="6"/>
                  </a:moveTo>
                  <a:cubicBezTo>
                    <a:pt x="23" y="1"/>
                    <a:pt x="19" y="0"/>
                    <a:pt x="15" y="2"/>
                  </a:cubicBezTo>
                  <a:cubicBezTo>
                    <a:pt x="10" y="4"/>
                    <a:pt x="6" y="10"/>
                    <a:pt x="3" y="16"/>
                  </a:cubicBezTo>
                  <a:cubicBezTo>
                    <a:pt x="0" y="23"/>
                    <a:pt x="1" y="27"/>
                    <a:pt x="4" y="28"/>
                  </a:cubicBezTo>
                  <a:cubicBezTo>
                    <a:pt x="9" y="31"/>
                    <a:pt x="23" y="16"/>
                    <a:pt x="23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96" name="Freeform 277">
              <a:extLst>
                <a:ext uri="{FF2B5EF4-FFF2-40B4-BE49-F238E27FC236}">
                  <a16:creationId xmlns:a16="http://schemas.microsoft.com/office/drawing/2014/main" id="{178BB779-D200-4D1D-9AF6-E8B71E505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970"/>
              <a:ext cx="26" cy="37"/>
            </a:xfrm>
            <a:custGeom>
              <a:avLst/>
              <a:gdLst>
                <a:gd name="T0" fmla="*/ 104 w 13"/>
                <a:gd name="T1" fmla="*/ 9 h 17"/>
                <a:gd name="T2" fmla="*/ 56 w 13"/>
                <a:gd name="T3" fmla="*/ 33 h 17"/>
                <a:gd name="T4" fmla="*/ 0 w 13"/>
                <a:gd name="T5" fmla="*/ 133 h 17"/>
                <a:gd name="T6" fmla="*/ 8 w 13"/>
                <a:gd name="T7" fmla="*/ 176 h 17"/>
                <a:gd name="T8" fmla="*/ 8 w 13"/>
                <a:gd name="T9" fmla="*/ 176 h 17"/>
                <a:gd name="T10" fmla="*/ 0 w 13"/>
                <a:gd name="T11" fmla="*/ 133 h 17"/>
                <a:gd name="T12" fmla="*/ 56 w 13"/>
                <a:gd name="T13" fmla="*/ 33 h 17"/>
                <a:gd name="T14" fmla="*/ 96 w 13"/>
                <a:gd name="T15" fmla="*/ 9 h 17"/>
                <a:gd name="T16" fmla="*/ 104 w 13"/>
                <a:gd name="T17" fmla="*/ 44 h 17"/>
                <a:gd name="T18" fmla="*/ 104 w 13"/>
                <a:gd name="T19" fmla="*/ 44 h 17"/>
                <a:gd name="T20" fmla="*/ 104 w 13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7">
                  <a:moveTo>
                    <a:pt x="13" y="1"/>
                  </a:moveTo>
                  <a:cubicBezTo>
                    <a:pt x="11" y="0"/>
                    <a:pt x="9" y="1"/>
                    <a:pt x="7" y="3"/>
                  </a:cubicBezTo>
                  <a:cubicBezTo>
                    <a:pt x="4" y="5"/>
                    <a:pt x="1" y="10"/>
                    <a:pt x="0" y="13"/>
                  </a:cubicBezTo>
                  <a:cubicBezTo>
                    <a:pt x="0" y="15"/>
                    <a:pt x="0" y="16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6"/>
                    <a:pt x="0" y="15"/>
                    <a:pt x="0" y="13"/>
                  </a:cubicBezTo>
                  <a:cubicBezTo>
                    <a:pt x="1" y="10"/>
                    <a:pt x="4" y="6"/>
                    <a:pt x="7" y="3"/>
                  </a:cubicBezTo>
                  <a:cubicBezTo>
                    <a:pt x="9" y="1"/>
                    <a:pt x="11" y="0"/>
                    <a:pt x="12" y="1"/>
                  </a:cubicBezTo>
                  <a:cubicBezTo>
                    <a:pt x="13" y="1"/>
                    <a:pt x="13" y="2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2"/>
                    <a:pt x="13" y="1"/>
                    <a:pt x="1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97" name="Freeform 278">
              <a:extLst>
                <a:ext uri="{FF2B5EF4-FFF2-40B4-BE49-F238E27FC236}">
                  <a16:creationId xmlns:a16="http://schemas.microsoft.com/office/drawing/2014/main" id="{30D4A61D-D079-4943-AE20-7E38CFC19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793"/>
              <a:ext cx="43" cy="50"/>
            </a:xfrm>
            <a:custGeom>
              <a:avLst/>
              <a:gdLst>
                <a:gd name="T0" fmla="*/ 156 w 21"/>
                <a:gd name="T1" fmla="*/ 174 h 23"/>
                <a:gd name="T2" fmla="*/ 180 w 21"/>
                <a:gd name="T3" fmla="*/ 93 h 23"/>
                <a:gd name="T4" fmla="*/ 147 w 21"/>
                <a:gd name="T5" fmla="*/ 33 h 23"/>
                <a:gd name="T6" fmla="*/ 16 w 21"/>
                <a:gd name="T7" fmla="*/ 113 h 23"/>
                <a:gd name="T8" fmla="*/ 76 w 21"/>
                <a:gd name="T9" fmla="*/ 237 h 23"/>
                <a:gd name="T10" fmla="*/ 156 w 21"/>
                <a:gd name="T11" fmla="*/ 17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17"/>
                  </a:moveTo>
                  <a:cubicBezTo>
                    <a:pt x="20" y="14"/>
                    <a:pt x="21" y="12"/>
                    <a:pt x="21" y="9"/>
                  </a:cubicBezTo>
                  <a:cubicBezTo>
                    <a:pt x="20" y="7"/>
                    <a:pt x="19" y="4"/>
                    <a:pt x="17" y="3"/>
                  </a:cubicBezTo>
                  <a:cubicBezTo>
                    <a:pt x="12" y="0"/>
                    <a:pt x="4" y="4"/>
                    <a:pt x="2" y="11"/>
                  </a:cubicBezTo>
                  <a:cubicBezTo>
                    <a:pt x="0" y="17"/>
                    <a:pt x="4" y="23"/>
                    <a:pt x="9" y="23"/>
                  </a:cubicBezTo>
                  <a:cubicBezTo>
                    <a:pt x="13" y="23"/>
                    <a:pt x="14" y="21"/>
                    <a:pt x="18" y="17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98" name="Freeform 279">
              <a:extLst>
                <a:ext uri="{FF2B5EF4-FFF2-40B4-BE49-F238E27FC236}">
                  <a16:creationId xmlns:a16="http://schemas.microsoft.com/office/drawing/2014/main" id="{36917883-DBCA-4BE0-8F4C-0AD7A13DC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808"/>
              <a:ext cx="22" cy="26"/>
            </a:xfrm>
            <a:custGeom>
              <a:avLst/>
              <a:gdLst>
                <a:gd name="T0" fmla="*/ 48 w 11"/>
                <a:gd name="T1" fmla="*/ 113 h 12"/>
                <a:gd name="T2" fmla="*/ 8 w 11"/>
                <a:gd name="T3" fmla="*/ 104 h 12"/>
                <a:gd name="T4" fmla="*/ 24 w 11"/>
                <a:gd name="T5" fmla="*/ 33 h 12"/>
                <a:gd name="T6" fmla="*/ 64 w 11"/>
                <a:gd name="T7" fmla="*/ 0 h 12"/>
                <a:gd name="T8" fmla="*/ 88 w 11"/>
                <a:gd name="T9" fmla="*/ 20 h 12"/>
                <a:gd name="T10" fmla="*/ 88 w 11"/>
                <a:gd name="T11" fmla="*/ 20 h 12"/>
                <a:gd name="T12" fmla="*/ 64 w 11"/>
                <a:gd name="T13" fmla="*/ 0 h 12"/>
                <a:gd name="T14" fmla="*/ 16 w 11"/>
                <a:gd name="T15" fmla="*/ 33 h 12"/>
                <a:gd name="T16" fmla="*/ 8 w 11"/>
                <a:gd name="T17" fmla="*/ 104 h 12"/>
                <a:gd name="T18" fmla="*/ 48 w 11"/>
                <a:gd name="T19" fmla="*/ 11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6" y="11"/>
                  </a:moveTo>
                  <a:cubicBezTo>
                    <a:pt x="4" y="12"/>
                    <a:pt x="2" y="11"/>
                    <a:pt x="1" y="10"/>
                  </a:cubicBezTo>
                  <a:cubicBezTo>
                    <a:pt x="0" y="8"/>
                    <a:pt x="0" y="5"/>
                    <a:pt x="3" y="3"/>
                  </a:cubicBezTo>
                  <a:cubicBezTo>
                    <a:pt x="5" y="0"/>
                    <a:pt x="7" y="0"/>
                    <a:pt x="8" y="0"/>
                  </a:cubicBezTo>
                  <a:cubicBezTo>
                    <a:pt x="9" y="0"/>
                    <a:pt x="10" y="1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7" y="0"/>
                    <a:pt x="5" y="0"/>
                    <a:pt x="2" y="3"/>
                  </a:cubicBezTo>
                  <a:cubicBezTo>
                    <a:pt x="0" y="5"/>
                    <a:pt x="0" y="9"/>
                    <a:pt x="1" y="10"/>
                  </a:cubicBezTo>
                  <a:cubicBezTo>
                    <a:pt x="2" y="11"/>
                    <a:pt x="4" y="12"/>
                    <a:pt x="6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99" name="Freeform 280">
              <a:extLst>
                <a:ext uri="{FF2B5EF4-FFF2-40B4-BE49-F238E27FC236}">
                  <a16:creationId xmlns:a16="http://schemas.microsoft.com/office/drawing/2014/main" id="{292656BD-0C1C-41D2-B87E-9A4617220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876"/>
              <a:ext cx="58" cy="55"/>
            </a:xfrm>
            <a:custGeom>
              <a:avLst/>
              <a:gdLst>
                <a:gd name="T0" fmla="*/ 224 w 28"/>
                <a:gd name="T1" fmla="*/ 150 h 25"/>
                <a:gd name="T2" fmla="*/ 124 w 28"/>
                <a:gd name="T3" fmla="*/ 0 h 25"/>
                <a:gd name="T4" fmla="*/ 8 w 28"/>
                <a:gd name="T5" fmla="*/ 141 h 25"/>
                <a:gd name="T6" fmla="*/ 224 w 28"/>
                <a:gd name="T7" fmla="*/ 15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5">
                  <a:moveTo>
                    <a:pt x="25" y="14"/>
                  </a:moveTo>
                  <a:cubicBezTo>
                    <a:pt x="28" y="7"/>
                    <a:pt x="23" y="1"/>
                    <a:pt x="14" y="0"/>
                  </a:cubicBezTo>
                  <a:cubicBezTo>
                    <a:pt x="6" y="0"/>
                    <a:pt x="0" y="5"/>
                    <a:pt x="1" y="13"/>
                  </a:cubicBezTo>
                  <a:cubicBezTo>
                    <a:pt x="2" y="21"/>
                    <a:pt x="21" y="25"/>
                    <a:pt x="25" y="1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00" name="Freeform 281">
              <a:extLst>
                <a:ext uri="{FF2B5EF4-FFF2-40B4-BE49-F238E27FC236}">
                  <a16:creationId xmlns:a16="http://schemas.microsoft.com/office/drawing/2014/main" id="{E718C986-3506-4DEF-8D27-EBE499B78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885"/>
              <a:ext cx="28" cy="28"/>
            </a:xfrm>
            <a:custGeom>
              <a:avLst/>
              <a:gdLst>
                <a:gd name="T0" fmla="*/ 56 w 14"/>
                <a:gd name="T1" fmla="*/ 0 h 13"/>
                <a:gd name="T2" fmla="*/ 96 w 14"/>
                <a:gd name="T3" fmla="*/ 28 h 13"/>
                <a:gd name="T4" fmla="*/ 104 w 14"/>
                <a:gd name="T5" fmla="*/ 101 h 13"/>
                <a:gd name="T6" fmla="*/ 48 w 14"/>
                <a:gd name="T7" fmla="*/ 121 h 13"/>
                <a:gd name="T8" fmla="*/ 0 w 14"/>
                <a:gd name="T9" fmla="*/ 88 h 13"/>
                <a:gd name="T10" fmla="*/ 0 w 14"/>
                <a:gd name="T11" fmla="*/ 88 h 13"/>
                <a:gd name="T12" fmla="*/ 48 w 14"/>
                <a:gd name="T13" fmla="*/ 129 h 13"/>
                <a:gd name="T14" fmla="*/ 104 w 14"/>
                <a:gd name="T15" fmla="*/ 101 h 13"/>
                <a:gd name="T16" fmla="*/ 96 w 14"/>
                <a:gd name="T17" fmla="*/ 28 h 13"/>
                <a:gd name="T18" fmla="*/ 56 w 14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9" y="0"/>
                    <a:pt x="11" y="1"/>
                    <a:pt x="12" y="3"/>
                  </a:cubicBezTo>
                  <a:cubicBezTo>
                    <a:pt x="14" y="5"/>
                    <a:pt x="14" y="8"/>
                    <a:pt x="13" y="10"/>
                  </a:cubicBezTo>
                  <a:cubicBezTo>
                    <a:pt x="11" y="11"/>
                    <a:pt x="9" y="12"/>
                    <a:pt x="6" y="12"/>
                  </a:cubicBezTo>
                  <a:cubicBezTo>
                    <a:pt x="3" y="12"/>
                    <a:pt x="1" y="11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1"/>
                    <a:pt x="3" y="12"/>
                    <a:pt x="6" y="13"/>
                  </a:cubicBezTo>
                  <a:cubicBezTo>
                    <a:pt x="9" y="13"/>
                    <a:pt x="12" y="12"/>
                    <a:pt x="13" y="10"/>
                  </a:cubicBezTo>
                  <a:cubicBezTo>
                    <a:pt x="14" y="8"/>
                    <a:pt x="14" y="5"/>
                    <a:pt x="12" y="3"/>
                  </a:cubicBezTo>
                  <a:cubicBezTo>
                    <a:pt x="11" y="1"/>
                    <a:pt x="9" y="0"/>
                    <a:pt x="7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01" name="Freeform 282">
              <a:extLst>
                <a:ext uri="{FF2B5EF4-FFF2-40B4-BE49-F238E27FC236}">
                  <a16:creationId xmlns:a16="http://schemas.microsoft.com/office/drawing/2014/main" id="{B4035A98-8EA8-4EFF-9EBC-C21034334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885"/>
              <a:ext cx="63" cy="61"/>
            </a:xfrm>
            <a:custGeom>
              <a:avLst/>
              <a:gdLst>
                <a:gd name="T0" fmla="*/ 49 w 31"/>
                <a:gd name="T1" fmla="*/ 33 h 28"/>
                <a:gd name="T2" fmla="*/ 16 w 31"/>
                <a:gd name="T3" fmla="*/ 157 h 28"/>
                <a:gd name="T4" fmla="*/ 136 w 31"/>
                <a:gd name="T5" fmla="*/ 270 h 28"/>
                <a:gd name="T6" fmla="*/ 228 w 31"/>
                <a:gd name="T7" fmla="*/ 218 h 28"/>
                <a:gd name="T8" fmla="*/ 49 w 31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6" y="3"/>
                  </a:moveTo>
                  <a:cubicBezTo>
                    <a:pt x="1" y="5"/>
                    <a:pt x="0" y="10"/>
                    <a:pt x="2" y="15"/>
                  </a:cubicBezTo>
                  <a:cubicBezTo>
                    <a:pt x="4" y="20"/>
                    <a:pt x="10" y="24"/>
                    <a:pt x="16" y="26"/>
                  </a:cubicBezTo>
                  <a:cubicBezTo>
                    <a:pt x="22" y="28"/>
                    <a:pt x="26" y="25"/>
                    <a:pt x="27" y="21"/>
                  </a:cubicBezTo>
                  <a:cubicBezTo>
                    <a:pt x="31" y="13"/>
                    <a:pt x="16" y="0"/>
                    <a:pt x="6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02" name="Freeform 283">
              <a:extLst>
                <a:ext uri="{FF2B5EF4-FFF2-40B4-BE49-F238E27FC236}">
                  <a16:creationId xmlns:a16="http://schemas.microsoft.com/office/drawing/2014/main" id="{4D7758C8-D6E0-4F85-9C2C-0952CBB7B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900"/>
              <a:ext cx="33" cy="31"/>
            </a:xfrm>
            <a:custGeom>
              <a:avLst/>
              <a:gdLst>
                <a:gd name="T0" fmla="*/ 8 w 16"/>
                <a:gd name="T1" fmla="*/ 20 h 14"/>
                <a:gd name="T2" fmla="*/ 25 w 16"/>
                <a:gd name="T3" fmla="*/ 97 h 14"/>
                <a:gd name="T4" fmla="*/ 116 w 16"/>
                <a:gd name="T5" fmla="*/ 153 h 14"/>
                <a:gd name="T6" fmla="*/ 140 w 16"/>
                <a:gd name="T7" fmla="*/ 133 h 14"/>
                <a:gd name="T8" fmla="*/ 140 w 16"/>
                <a:gd name="T9" fmla="*/ 133 h 14"/>
                <a:gd name="T10" fmla="*/ 116 w 16"/>
                <a:gd name="T11" fmla="*/ 142 h 14"/>
                <a:gd name="T12" fmla="*/ 25 w 16"/>
                <a:gd name="T13" fmla="*/ 89 h 14"/>
                <a:gd name="T14" fmla="*/ 8 w 16"/>
                <a:gd name="T15" fmla="*/ 20 h 14"/>
                <a:gd name="T16" fmla="*/ 35 w 16"/>
                <a:gd name="T17" fmla="*/ 0 h 14"/>
                <a:gd name="T18" fmla="*/ 35 w 16"/>
                <a:gd name="T19" fmla="*/ 0 h 14"/>
                <a:gd name="T20" fmla="*/ 8 w 16"/>
                <a:gd name="T21" fmla="*/ 2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4">
                  <a:moveTo>
                    <a:pt x="1" y="2"/>
                  </a:moveTo>
                  <a:cubicBezTo>
                    <a:pt x="0" y="3"/>
                    <a:pt x="1" y="6"/>
                    <a:pt x="3" y="9"/>
                  </a:cubicBezTo>
                  <a:cubicBezTo>
                    <a:pt x="5" y="11"/>
                    <a:pt x="9" y="14"/>
                    <a:pt x="13" y="14"/>
                  </a:cubicBezTo>
                  <a:cubicBezTo>
                    <a:pt x="14" y="13"/>
                    <a:pt x="15" y="13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3"/>
                    <a:pt x="14" y="13"/>
                    <a:pt x="13" y="13"/>
                  </a:cubicBezTo>
                  <a:cubicBezTo>
                    <a:pt x="9" y="14"/>
                    <a:pt x="5" y="11"/>
                    <a:pt x="3" y="8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03" name="Freeform 284">
              <a:extLst>
                <a:ext uri="{FF2B5EF4-FFF2-40B4-BE49-F238E27FC236}">
                  <a16:creationId xmlns:a16="http://schemas.microsoft.com/office/drawing/2014/main" id="{78F47DF8-81F6-4D6A-ABA3-871E64C86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053"/>
              <a:ext cx="43" cy="50"/>
            </a:xfrm>
            <a:custGeom>
              <a:avLst/>
              <a:gdLst>
                <a:gd name="T0" fmla="*/ 164 w 21"/>
                <a:gd name="T1" fmla="*/ 72 h 23"/>
                <a:gd name="T2" fmla="*/ 121 w 21"/>
                <a:gd name="T3" fmla="*/ 9 h 23"/>
                <a:gd name="T4" fmla="*/ 51 w 21"/>
                <a:gd name="T5" fmla="*/ 9 h 23"/>
                <a:gd name="T6" fmla="*/ 41 w 21"/>
                <a:gd name="T7" fmla="*/ 185 h 23"/>
                <a:gd name="T8" fmla="*/ 164 w 21"/>
                <a:gd name="T9" fmla="*/ 193 h 23"/>
                <a:gd name="T10" fmla="*/ 164 w 21"/>
                <a:gd name="T11" fmla="*/ 7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9" y="7"/>
                  </a:moveTo>
                  <a:cubicBezTo>
                    <a:pt x="17" y="4"/>
                    <a:pt x="16" y="2"/>
                    <a:pt x="14" y="1"/>
                  </a:cubicBezTo>
                  <a:cubicBezTo>
                    <a:pt x="11" y="0"/>
                    <a:pt x="9" y="0"/>
                    <a:pt x="6" y="1"/>
                  </a:cubicBezTo>
                  <a:cubicBezTo>
                    <a:pt x="1" y="4"/>
                    <a:pt x="0" y="12"/>
                    <a:pt x="5" y="18"/>
                  </a:cubicBezTo>
                  <a:cubicBezTo>
                    <a:pt x="10" y="23"/>
                    <a:pt x="17" y="22"/>
                    <a:pt x="19" y="19"/>
                  </a:cubicBezTo>
                  <a:cubicBezTo>
                    <a:pt x="21" y="15"/>
                    <a:pt x="21" y="13"/>
                    <a:pt x="19" y="7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04" name="Freeform 285">
              <a:extLst>
                <a:ext uri="{FF2B5EF4-FFF2-40B4-BE49-F238E27FC236}">
                  <a16:creationId xmlns:a16="http://schemas.microsoft.com/office/drawing/2014/main" id="{6E3CFBED-1CFF-4FB7-99CB-056AE46B9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3062"/>
              <a:ext cx="21" cy="28"/>
            </a:xfrm>
            <a:custGeom>
              <a:avLst/>
              <a:gdLst>
                <a:gd name="T0" fmla="*/ 92 w 10"/>
                <a:gd name="T1" fmla="*/ 101 h 13"/>
                <a:gd name="T2" fmla="*/ 67 w 10"/>
                <a:gd name="T3" fmla="*/ 129 h 13"/>
                <a:gd name="T4" fmla="*/ 17 w 10"/>
                <a:gd name="T5" fmla="*/ 80 h 13"/>
                <a:gd name="T6" fmla="*/ 17 w 10"/>
                <a:gd name="T7" fmla="*/ 19 h 13"/>
                <a:gd name="T8" fmla="*/ 57 w 10"/>
                <a:gd name="T9" fmla="*/ 9 h 13"/>
                <a:gd name="T10" fmla="*/ 57 w 10"/>
                <a:gd name="T11" fmla="*/ 9 h 13"/>
                <a:gd name="T12" fmla="*/ 17 w 10"/>
                <a:gd name="T13" fmla="*/ 19 h 13"/>
                <a:gd name="T14" fmla="*/ 8 w 10"/>
                <a:gd name="T15" fmla="*/ 80 h 13"/>
                <a:gd name="T16" fmla="*/ 67 w 10"/>
                <a:gd name="T17" fmla="*/ 129 h 13"/>
                <a:gd name="T18" fmla="*/ 92 w 10"/>
                <a:gd name="T19" fmla="*/ 10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10"/>
                  </a:moveTo>
                  <a:cubicBezTo>
                    <a:pt x="10" y="11"/>
                    <a:pt x="9" y="13"/>
                    <a:pt x="7" y="13"/>
                  </a:cubicBezTo>
                  <a:cubicBezTo>
                    <a:pt x="5" y="13"/>
                    <a:pt x="3" y="11"/>
                    <a:pt x="2" y="8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1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3"/>
                    <a:pt x="0" y="4"/>
                    <a:pt x="1" y="8"/>
                  </a:cubicBezTo>
                  <a:cubicBezTo>
                    <a:pt x="3" y="11"/>
                    <a:pt x="5" y="13"/>
                    <a:pt x="7" y="13"/>
                  </a:cubicBezTo>
                  <a:cubicBezTo>
                    <a:pt x="9" y="13"/>
                    <a:pt x="10" y="12"/>
                    <a:pt x="10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05" name="Freeform 286">
              <a:extLst>
                <a:ext uri="{FF2B5EF4-FFF2-40B4-BE49-F238E27FC236}">
                  <a16:creationId xmlns:a16="http://schemas.microsoft.com/office/drawing/2014/main" id="{E431A86D-750D-479A-832A-B530EC3FC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847"/>
              <a:ext cx="47" cy="70"/>
            </a:xfrm>
            <a:custGeom>
              <a:avLst/>
              <a:gdLst>
                <a:gd name="T0" fmla="*/ 196 w 23"/>
                <a:gd name="T1" fmla="*/ 72 h 32"/>
                <a:gd name="T2" fmla="*/ 129 w 23"/>
                <a:gd name="T3" fmla="*/ 33 h 32"/>
                <a:gd name="T4" fmla="*/ 25 w 23"/>
                <a:gd name="T5" fmla="*/ 177 h 32"/>
                <a:gd name="T6" fmla="*/ 33 w 23"/>
                <a:gd name="T7" fmla="*/ 302 h 32"/>
                <a:gd name="T8" fmla="*/ 196 w 23"/>
                <a:gd name="T9" fmla="*/ 7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23" y="7"/>
                  </a:moveTo>
                  <a:cubicBezTo>
                    <a:pt x="23" y="2"/>
                    <a:pt x="20" y="0"/>
                    <a:pt x="15" y="3"/>
                  </a:cubicBezTo>
                  <a:cubicBezTo>
                    <a:pt x="11" y="5"/>
                    <a:pt x="6" y="11"/>
                    <a:pt x="3" y="17"/>
                  </a:cubicBezTo>
                  <a:cubicBezTo>
                    <a:pt x="0" y="24"/>
                    <a:pt x="2" y="27"/>
                    <a:pt x="4" y="29"/>
                  </a:cubicBezTo>
                  <a:cubicBezTo>
                    <a:pt x="9" y="32"/>
                    <a:pt x="23" y="17"/>
                    <a:pt x="23" y="7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06" name="Freeform 287">
              <a:extLst>
                <a:ext uri="{FF2B5EF4-FFF2-40B4-BE49-F238E27FC236}">
                  <a16:creationId xmlns:a16="http://schemas.microsoft.com/office/drawing/2014/main" id="{B87990F6-C349-4B00-8C60-5AE26CD51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863"/>
              <a:ext cx="29" cy="35"/>
            </a:xfrm>
            <a:custGeom>
              <a:avLst/>
              <a:gdLst>
                <a:gd name="T0" fmla="*/ 116 w 14"/>
                <a:gd name="T1" fmla="*/ 0 h 16"/>
                <a:gd name="T2" fmla="*/ 64 w 14"/>
                <a:gd name="T3" fmla="*/ 33 h 16"/>
                <a:gd name="T4" fmla="*/ 8 w 14"/>
                <a:gd name="T5" fmla="*/ 133 h 16"/>
                <a:gd name="T6" fmla="*/ 8 w 14"/>
                <a:gd name="T7" fmla="*/ 168 h 16"/>
                <a:gd name="T8" fmla="*/ 8 w 14"/>
                <a:gd name="T9" fmla="*/ 168 h 16"/>
                <a:gd name="T10" fmla="*/ 8 w 14"/>
                <a:gd name="T11" fmla="*/ 133 h 16"/>
                <a:gd name="T12" fmla="*/ 64 w 14"/>
                <a:gd name="T13" fmla="*/ 33 h 16"/>
                <a:gd name="T14" fmla="*/ 116 w 14"/>
                <a:gd name="T15" fmla="*/ 9 h 16"/>
                <a:gd name="T16" fmla="*/ 124 w 14"/>
                <a:gd name="T17" fmla="*/ 44 h 16"/>
                <a:gd name="T18" fmla="*/ 124 w 14"/>
                <a:gd name="T19" fmla="*/ 44 h 16"/>
                <a:gd name="T20" fmla="*/ 116 w 14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6">
                  <a:moveTo>
                    <a:pt x="13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4" y="5"/>
                    <a:pt x="1" y="10"/>
                    <a:pt x="1" y="13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5"/>
                    <a:pt x="1" y="13"/>
                  </a:cubicBezTo>
                  <a:cubicBezTo>
                    <a:pt x="2" y="10"/>
                    <a:pt x="5" y="5"/>
                    <a:pt x="7" y="3"/>
                  </a:cubicBezTo>
                  <a:cubicBezTo>
                    <a:pt x="10" y="1"/>
                    <a:pt x="12" y="0"/>
                    <a:pt x="13" y="1"/>
                  </a:cubicBezTo>
                  <a:cubicBezTo>
                    <a:pt x="14" y="1"/>
                    <a:pt x="14" y="2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2"/>
                    <a:pt x="14" y="1"/>
                    <a:pt x="1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07" name="Freeform 288">
              <a:extLst>
                <a:ext uri="{FF2B5EF4-FFF2-40B4-BE49-F238E27FC236}">
                  <a16:creationId xmlns:a16="http://schemas.microsoft.com/office/drawing/2014/main" id="{5A98F703-B358-41DF-BC90-AF3B5C4A4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928"/>
              <a:ext cx="47" cy="68"/>
            </a:xfrm>
            <a:custGeom>
              <a:avLst/>
              <a:gdLst>
                <a:gd name="T0" fmla="*/ 196 w 23"/>
                <a:gd name="T1" fmla="*/ 64 h 31"/>
                <a:gd name="T2" fmla="*/ 129 w 23"/>
                <a:gd name="T3" fmla="*/ 20 h 31"/>
                <a:gd name="T4" fmla="*/ 25 w 23"/>
                <a:gd name="T5" fmla="*/ 169 h 31"/>
                <a:gd name="T6" fmla="*/ 33 w 23"/>
                <a:gd name="T7" fmla="*/ 294 h 31"/>
                <a:gd name="T8" fmla="*/ 196 w 23"/>
                <a:gd name="T9" fmla="*/ 6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1">
                  <a:moveTo>
                    <a:pt x="23" y="6"/>
                  </a:moveTo>
                  <a:cubicBezTo>
                    <a:pt x="23" y="1"/>
                    <a:pt x="20" y="0"/>
                    <a:pt x="15" y="2"/>
                  </a:cubicBezTo>
                  <a:cubicBezTo>
                    <a:pt x="11" y="4"/>
                    <a:pt x="6" y="10"/>
                    <a:pt x="3" y="16"/>
                  </a:cubicBezTo>
                  <a:cubicBezTo>
                    <a:pt x="0" y="23"/>
                    <a:pt x="2" y="26"/>
                    <a:pt x="4" y="28"/>
                  </a:cubicBezTo>
                  <a:cubicBezTo>
                    <a:pt x="9" y="31"/>
                    <a:pt x="23" y="16"/>
                    <a:pt x="23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08" name="Freeform 289">
              <a:extLst>
                <a:ext uri="{FF2B5EF4-FFF2-40B4-BE49-F238E27FC236}">
                  <a16:creationId xmlns:a16="http://schemas.microsoft.com/office/drawing/2014/main" id="{C10DA442-9E99-4E59-87BB-37A7B3149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941"/>
              <a:ext cx="29" cy="38"/>
            </a:xfrm>
            <a:custGeom>
              <a:avLst/>
              <a:gdLst>
                <a:gd name="T0" fmla="*/ 116 w 14"/>
                <a:gd name="T1" fmla="*/ 9 h 17"/>
                <a:gd name="T2" fmla="*/ 64 w 14"/>
                <a:gd name="T3" fmla="*/ 36 h 17"/>
                <a:gd name="T4" fmla="*/ 8 w 14"/>
                <a:gd name="T5" fmla="*/ 145 h 17"/>
                <a:gd name="T6" fmla="*/ 8 w 14"/>
                <a:gd name="T7" fmla="*/ 190 h 17"/>
                <a:gd name="T8" fmla="*/ 8 w 14"/>
                <a:gd name="T9" fmla="*/ 190 h 17"/>
                <a:gd name="T10" fmla="*/ 8 w 14"/>
                <a:gd name="T11" fmla="*/ 145 h 17"/>
                <a:gd name="T12" fmla="*/ 64 w 14"/>
                <a:gd name="T13" fmla="*/ 36 h 17"/>
                <a:gd name="T14" fmla="*/ 116 w 14"/>
                <a:gd name="T15" fmla="*/ 9 h 17"/>
                <a:gd name="T16" fmla="*/ 124 w 14"/>
                <a:gd name="T17" fmla="*/ 45 h 17"/>
                <a:gd name="T18" fmla="*/ 124 w 14"/>
                <a:gd name="T19" fmla="*/ 45 h 17"/>
                <a:gd name="T20" fmla="*/ 116 w 14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7">
                  <a:moveTo>
                    <a:pt x="13" y="1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4" y="5"/>
                    <a:pt x="1" y="10"/>
                    <a:pt x="1" y="13"/>
                  </a:cubicBezTo>
                  <a:cubicBezTo>
                    <a:pt x="0" y="15"/>
                    <a:pt x="1" y="16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6"/>
                    <a:pt x="1" y="15"/>
                    <a:pt x="1" y="13"/>
                  </a:cubicBezTo>
                  <a:cubicBezTo>
                    <a:pt x="1" y="10"/>
                    <a:pt x="5" y="5"/>
                    <a:pt x="7" y="3"/>
                  </a:cubicBezTo>
                  <a:cubicBezTo>
                    <a:pt x="9" y="1"/>
                    <a:pt x="12" y="0"/>
                    <a:pt x="13" y="1"/>
                  </a:cubicBezTo>
                  <a:cubicBezTo>
                    <a:pt x="14" y="1"/>
                    <a:pt x="14" y="2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2"/>
                    <a:pt x="14" y="1"/>
                    <a:pt x="1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09" name="Freeform 290">
              <a:extLst>
                <a:ext uri="{FF2B5EF4-FFF2-40B4-BE49-F238E27FC236}">
                  <a16:creationId xmlns:a16="http://schemas.microsoft.com/office/drawing/2014/main" id="{7B6DD76C-AE27-4AAE-A9EC-8EADB1A5B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963"/>
              <a:ext cx="53" cy="72"/>
            </a:xfrm>
            <a:custGeom>
              <a:avLst/>
              <a:gdLst>
                <a:gd name="T0" fmla="*/ 212 w 26"/>
                <a:gd name="T1" fmla="*/ 133 h 33"/>
                <a:gd name="T2" fmla="*/ 179 w 26"/>
                <a:gd name="T3" fmla="*/ 33 h 33"/>
                <a:gd name="T4" fmla="*/ 41 w 26"/>
                <a:gd name="T5" fmla="*/ 124 h 33"/>
                <a:gd name="T6" fmla="*/ 33 w 26"/>
                <a:gd name="T7" fmla="*/ 310 h 33"/>
                <a:gd name="T8" fmla="*/ 100 w 26"/>
                <a:gd name="T9" fmla="*/ 310 h 33"/>
                <a:gd name="T10" fmla="*/ 163 w 26"/>
                <a:gd name="T11" fmla="*/ 229 h 33"/>
                <a:gd name="T12" fmla="*/ 212 w 26"/>
                <a:gd name="T13" fmla="*/ 13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5" y="13"/>
                  </a:moveTo>
                  <a:cubicBezTo>
                    <a:pt x="26" y="9"/>
                    <a:pt x="25" y="5"/>
                    <a:pt x="21" y="3"/>
                  </a:cubicBezTo>
                  <a:cubicBezTo>
                    <a:pt x="16" y="0"/>
                    <a:pt x="10" y="4"/>
                    <a:pt x="5" y="12"/>
                  </a:cubicBezTo>
                  <a:cubicBezTo>
                    <a:pt x="1" y="20"/>
                    <a:pt x="0" y="25"/>
                    <a:pt x="4" y="30"/>
                  </a:cubicBezTo>
                  <a:cubicBezTo>
                    <a:pt x="6" y="32"/>
                    <a:pt x="9" y="33"/>
                    <a:pt x="12" y="30"/>
                  </a:cubicBezTo>
                  <a:cubicBezTo>
                    <a:pt x="15" y="28"/>
                    <a:pt x="16" y="26"/>
                    <a:pt x="19" y="22"/>
                  </a:cubicBezTo>
                  <a:cubicBezTo>
                    <a:pt x="20" y="19"/>
                    <a:pt x="24" y="17"/>
                    <a:pt x="25" y="1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10" name="Freeform 291">
              <a:extLst>
                <a:ext uri="{FF2B5EF4-FFF2-40B4-BE49-F238E27FC236}">
                  <a16:creationId xmlns:a16="http://schemas.microsoft.com/office/drawing/2014/main" id="{13A5A87B-D5B8-46A7-A815-BAB693EB2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981"/>
              <a:ext cx="27" cy="37"/>
            </a:xfrm>
            <a:custGeom>
              <a:avLst/>
              <a:gdLst>
                <a:gd name="T0" fmla="*/ 17 w 13"/>
                <a:gd name="T1" fmla="*/ 176 h 17"/>
                <a:gd name="T2" fmla="*/ 8 w 13"/>
                <a:gd name="T3" fmla="*/ 176 h 17"/>
                <a:gd name="T4" fmla="*/ 35 w 13"/>
                <a:gd name="T5" fmla="*/ 61 h 17"/>
                <a:gd name="T6" fmla="*/ 100 w 13"/>
                <a:gd name="T7" fmla="*/ 0 h 17"/>
                <a:gd name="T8" fmla="*/ 116 w 13"/>
                <a:gd name="T9" fmla="*/ 44 h 17"/>
                <a:gd name="T10" fmla="*/ 116 w 13"/>
                <a:gd name="T11" fmla="*/ 44 h 17"/>
                <a:gd name="T12" fmla="*/ 100 w 13"/>
                <a:gd name="T13" fmla="*/ 0 h 17"/>
                <a:gd name="T14" fmla="*/ 35 w 13"/>
                <a:gd name="T15" fmla="*/ 61 h 17"/>
                <a:gd name="T16" fmla="*/ 8 w 13"/>
                <a:gd name="T17" fmla="*/ 176 h 17"/>
                <a:gd name="T18" fmla="*/ 17 w 13"/>
                <a:gd name="T19" fmla="*/ 176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7">
                  <a:moveTo>
                    <a:pt x="2" y="17"/>
                  </a:moveTo>
                  <a:cubicBezTo>
                    <a:pt x="2" y="17"/>
                    <a:pt x="1" y="17"/>
                    <a:pt x="1" y="17"/>
                  </a:cubicBezTo>
                  <a:cubicBezTo>
                    <a:pt x="0" y="16"/>
                    <a:pt x="0" y="12"/>
                    <a:pt x="4" y="6"/>
                  </a:cubicBezTo>
                  <a:cubicBezTo>
                    <a:pt x="7" y="1"/>
                    <a:pt x="10" y="0"/>
                    <a:pt x="11" y="0"/>
                  </a:cubicBezTo>
                  <a:cubicBezTo>
                    <a:pt x="12" y="1"/>
                    <a:pt x="13" y="2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2"/>
                    <a:pt x="13" y="1"/>
                    <a:pt x="11" y="0"/>
                  </a:cubicBezTo>
                  <a:cubicBezTo>
                    <a:pt x="10" y="0"/>
                    <a:pt x="7" y="1"/>
                    <a:pt x="4" y="6"/>
                  </a:cubicBezTo>
                  <a:cubicBezTo>
                    <a:pt x="0" y="12"/>
                    <a:pt x="0" y="16"/>
                    <a:pt x="1" y="17"/>
                  </a:cubicBezTo>
                  <a:cubicBezTo>
                    <a:pt x="1" y="17"/>
                    <a:pt x="2" y="17"/>
                    <a:pt x="2" y="1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11" name="Freeform 292">
              <a:extLst>
                <a:ext uri="{FF2B5EF4-FFF2-40B4-BE49-F238E27FC236}">
                  <a16:creationId xmlns:a16="http://schemas.microsoft.com/office/drawing/2014/main" id="{64CC4336-9D2C-451E-8ACA-B2A7F8977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961"/>
              <a:ext cx="71" cy="46"/>
            </a:xfrm>
            <a:custGeom>
              <a:avLst/>
              <a:gdLst>
                <a:gd name="T0" fmla="*/ 201 w 35"/>
                <a:gd name="T1" fmla="*/ 210 h 21"/>
                <a:gd name="T2" fmla="*/ 252 w 35"/>
                <a:gd name="T3" fmla="*/ 158 h 21"/>
                <a:gd name="T4" fmla="*/ 152 w 35"/>
                <a:gd name="T5" fmla="*/ 0 h 21"/>
                <a:gd name="T6" fmla="*/ 8 w 35"/>
                <a:gd name="T7" fmla="*/ 105 h 21"/>
                <a:gd name="T8" fmla="*/ 49 w 35"/>
                <a:gd name="T9" fmla="*/ 210 h 21"/>
                <a:gd name="T10" fmla="*/ 132 w 35"/>
                <a:gd name="T11" fmla="*/ 221 h 21"/>
                <a:gd name="T12" fmla="*/ 201 w 35"/>
                <a:gd name="T13" fmla="*/ 21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1">
                  <a:moveTo>
                    <a:pt x="24" y="20"/>
                  </a:moveTo>
                  <a:cubicBezTo>
                    <a:pt x="27" y="19"/>
                    <a:pt x="29" y="18"/>
                    <a:pt x="30" y="15"/>
                  </a:cubicBezTo>
                  <a:cubicBezTo>
                    <a:pt x="35" y="7"/>
                    <a:pt x="27" y="1"/>
                    <a:pt x="18" y="0"/>
                  </a:cubicBezTo>
                  <a:cubicBezTo>
                    <a:pt x="9" y="0"/>
                    <a:pt x="1" y="5"/>
                    <a:pt x="1" y="10"/>
                  </a:cubicBezTo>
                  <a:cubicBezTo>
                    <a:pt x="0" y="15"/>
                    <a:pt x="2" y="18"/>
                    <a:pt x="6" y="20"/>
                  </a:cubicBezTo>
                  <a:cubicBezTo>
                    <a:pt x="9" y="21"/>
                    <a:pt x="14" y="21"/>
                    <a:pt x="16" y="21"/>
                  </a:cubicBezTo>
                  <a:cubicBezTo>
                    <a:pt x="19" y="20"/>
                    <a:pt x="22" y="21"/>
                    <a:pt x="24" y="20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12" name="Freeform 293">
              <a:extLst>
                <a:ext uri="{FF2B5EF4-FFF2-40B4-BE49-F238E27FC236}">
                  <a16:creationId xmlns:a16="http://schemas.microsoft.com/office/drawing/2014/main" id="{3D3A6113-7E7B-44F0-9321-BDCC4FDE5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974"/>
              <a:ext cx="35" cy="16"/>
            </a:xfrm>
            <a:custGeom>
              <a:avLst/>
              <a:gdLst>
                <a:gd name="T0" fmla="*/ 148 w 17"/>
                <a:gd name="T1" fmla="*/ 57 h 7"/>
                <a:gd name="T2" fmla="*/ 105 w 17"/>
                <a:gd name="T3" fmla="*/ 11 h 7"/>
                <a:gd name="T4" fmla="*/ 16 w 17"/>
                <a:gd name="T5" fmla="*/ 25 h 7"/>
                <a:gd name="T6" fmla="*/ 0 w 17"/>
                <a:gd name="T7" fmla="*/ 73 h 7"/>
                <a:gd name="T8" fmla="*/ 0 w 17"/>
                <a:gd name="T9" fmla="*/ 73 h 7"/>
                <a:gd name="T10" fmla="*/ 16 w 17"/>
                <a:gd name="T11" fmla="*/ 37 h 7"/>
                <a:gd name="T12" fmla="*/ 105 w 17"/>
                <a:gd name="T13" fmla="*/ 11 h 7"/>
                <a:gd name="T14" fmla="*/ 148 w 17"/>
                <a:gd name="T15" fmla="*/ 57 h 7"/>
                <a:gd name="T16" fmla="*/ 140 w 17"/>
                <a:gd name="T17" fmla="*/ 85 h 7"/>
                <a:gd name="T18" fmla="*/ 140 w 17"/>
                <a:gd name="T19" fmla="*/ 85 h 7"/>
                <a:gd name="T20" fmla="*/ 148 w 17"/>
                <a:gd name="T21" fmla="*/ 57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7">
                  <a:moveTo>
                    <a:pt x="17" y="5"/>
                  </a:moveTo>
                  <a:cubicBezTo>
                    <a:pt x="17" y="3"/>
                    <a:pt x="15" y="2"/>
                    <a:pt x="12" y="1"/>
                  </a:cubicBezTo>
                  <a:cubicBezTo>
                    <a:pt x="8" y="0"/>
                    <a:pt x="4" y="1"/>
                    <a:pt x="2" y="2"/>
                  </a:cubicBezTo>
                  <a:cubicBezTo>
                    <a:pt x="1" y="3"/>
                    <a:pt x="0" y="4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1" y="3"/>
                    <a:pt x="2" y="3"/>
                  </a:cubicBezTo>
                  <a:cubicBezTo>
                    <a:pt x="4" y="1"/>
                    <a:pt x="8" y="0"/>
                    <a:pt x="12" y="1"/>
                  </a:cubicBezTo>
                  <a:cubicBezTo>
                    <a:pt x="15" y="2"/>
                    <a:pt x="17" y="3"/>
                    <a:pt x="17" y="5"/>
                  </a:cubicBezTo>
                  <a:cubicBezTo>
                    <a:pt x="17" y="6"/>
                    <a:pt x="17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7"/>
                    <a:pt x="17" y="6"/>
                    <a:pt x="17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13" name="Freeform 294">
              <a:extLst>
                <a:ext uri="{FF2B5EF4-FFF2-40B4-BE49-F238E27FC236}">
                  <a16:creationId xmlns:a16="http://schemas.microsoft.com/office/drawing/2014/main" id="{9F67774C-6736-4DC5-9483-15F480B27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845"/>
              <a:ext cx="56" cy="72"/>
            </a:xfrm>
            <a:custGeom>
              <a:avLst/>
              <a:gdLst>
                <a:gd name="T0" fmla="*/ 232 w 27"/>
                <a:gd name="T1" fmla="*/ 133 h 33"/>
                <a:gd name="T2" fmla="*/ 197 w 27"/>
                <a:gd name="T3" fmla="*/ 33 h 33"/>
                <a:gd name="T4" fmla="*/ 52 w 27"/>
                <a:gd name="T5" fmla="*/ 124 h 33"/>
                <a:gd name="T6" fmla="*/ 35 w 27"/>
                <a:gd name="T7" fmla="*/ 310 h 33"/>
                <a:gd name="T8" fmla="*/ 116 w 27"/>
                <a:gd name="T9" fmla="*/ 323 h 33"/>
                <a:gd name="T10" fmla="*/ 168 w 27"/>
                <a:gd name="T11" fmla="*/ 229 h 33"/>
                <a:gd name="T12" fmla="*/ 232 w 27"/>
                <a:gd name="T13" fmla="*/ 13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3">
                  <a:moveTo>
                    <a:pt x="26" y="13"/>
                  </a:moveTo>
                  <a:cubicBezTo>
                    <a:pt x="27" y="9"/>
                    <a:pt x="26" y="5"/>
                    <a:pt x="22" y="3"/>
                  </a:cubicBezTo>
                  <a:cubicBezTo>
                    <a:pt x="16" y="0"/>
                    <a:pt x="10" y="4"/>
                    <a:pt x="6" y="12"/>
                  </a:cubicBezTo>
                  <a:cubicBezTo>
                    <a:pt x="1" y="21"/>
                    <a:pt x="0" y="25"/>
                    <a:pt x="4" y="30"/>
                  </a:cubicBezTo>
                  <a:cubicBezTo>
                    <a:pt x="6" y="33"/>
                    <a:pt x="10" y="33"/>
                    <a:pt x="13" y="31"/>
                  </a:cubicBezTo>
                  <a:cubicBezTo>
                    <a:pt x="16" y="29"/>
                    <a:pt x="17" y="26"/>
                    <a:pt x="19" y="22"/>
                  </a:cubicBezTo>
                  <a:cubicBezTo>
                    <a:pt x="21" y="20"/>
                    <a:pt x="24" y="17"/>
                    <a:pt x="26" y="1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14" name="Freeform 295">
              <a:extLst>
                <a:ext uri="{FF2B5EF4-FFF2-40B4-BE49-F238E27FC236}">
                  <a16:creationId xmlns:a16="http://schemas.microsoft.com/office/drawing/2014/main" id="{4C650A7E-7EE4-4B6B-A0D0-E9EC7EB5F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863"/>
              <a:ext cx="28" cy="39"/>
            </a:xfrm>
            <a:custGeom>
              <a:avLst/>
              <a:gdLst>
                <a:gd name="T0" fmla="*/ 24 w 14"/>
                <a:gd name="T1" fmla="*/ 184 h 18"/>
                <a:gd name="T2" fmla="*/ 16 w 14"/>
                <a:gd name="T3" fmla="*/ 173 h 18"/>
                <a:gd name="T4" fmla="*/ 40 w 14"/>
                <a:gd name="T5" fmla="*/ 61 h 18"/>
                <a:gd name="T6" fmla="*/ 96 w 14"/>
                <a:gd name="T7" fmla="*/ 9 h 18"/>
                <a:gd name="T8" fmla="*/ 104 w 14"/>
                <a:gd name="T9" fmla="*/ 43 h 18"/>
                <a:gd name="T10" fmla="*/ 104 w 14"/>
                <a:gd name="T11" fmla="*/ 43 h 18"/>
                <a:gd name="T12" fmla="*/ 96 w 14"/>
                <a:gd name="T13" fmla="*/ 9 h 18"/>
                <a:gd name="T14" fmla="*/ 40 w 14"/>
                <a:gd name="T15" fmla="*/ 61 h 18"/>
                <a:gd name="T16" fmla="*/ 8 w 14"/>
                <a:gd name="T17" fmla="*/ 173 h 18"/>
                <a:gd name="T18" fmla="*/ 24 w 14"/>
                <a:gd name="T19" fmla="*/ 184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8">
                  <a:moveTo>
                    <a:pt x="3" y="18"/>
                  </a:moveTo>
                  <a:cubicBezTo>
                    <a:pt x="3" y="18"/>
                    <a:pt x="2" y="18"/>
                    <a:pt x="2" y="17"/>
                  </a:cubicBezTo>
                  <a:cubicBezTo>
                    <a:pt x="1" y="16"/>
                    <a:pt x="1" y="13"/>
                    <a:pt x="5" y="6"/>
                  </a:cubicBezTo>
                  <a:cubicBezTo>
                    <a:pt x="8" y="1"/>
                    <a:pt x="10" y="0"/>
                    <a:pt x="12" y="1"/>
                  </a:cubicBezTo>
                  <a:cubicBezTo>
                    <a:pt x="13" y="1"/>
                    <a:pt x="14" y="3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4" y="2"/>
                    <a:pt x="13" y="1"/>
                    <a:pt x="12" y="1"/>
                  </a:cubicBezTo>
                  <a:cubicBezTo>
                    <a:pt x="10" y="0"/>
                    <a:pt x="8" y="1"/>
                    <a:pt x="5" y="6"/>
                  </a:cubicBezTo>
                  <a:cubicBezTo>
                    <a:pt x="1" y="12"/>
                    <a:pt x="0" y="16"/>
                    <a:pt x="1" y="17"/>
                  </a:cubicBezTo>
                  <a:cubicBezTo>
                    <a:pt x="2" y="18"/>
                    <a:pt x="2" y="18"/>
                    <a:pt x="3" y="1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15" name="Freeform 296">
              <a:extLst>
                <a:ext uri="{FF2B5EF4-FFF2-40B4-BE49-F238E27FC236}">
                  <a16:creationId xmlns:a16="http://schemas.microsoft.com/office/drawing/2014/main" id="{E80FCD3D-8612-4094-8FA0-55354FFB4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968"/>
              <a:ext cx="60" cy="63"/>
            </a:xfrm>
            <a:custGeom>
              <a:avLst/>
              <a:gdLst>
                <a:gd name="T0" fmla="*/ 52 w 29"/>
                <a:gd name="T1" fmla="*/ 226 h 29"/>
                <a:gd name="T2" fmla="*/ 205 w 29"/>
                <a:gd name="T3" fmla="*/ 237 h 29"/>
                <a:gd name="T4" fmla="*/ 197 w 29"/>
                <a:gd name="T5" fmla="*/ 52 h 29"/>
                <a:gd name="T6" fmla="*/ 52 w 29"/>
                <a:gd name="T7" fmla="*/ 22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6" y="22"/>
                  </a:moveTo>
                  <a:cubicBezTo>
                    <a:pt x="10" y="28"/>
                    <a:pt x="18" y="29"/>
                    <a:pt x="23" y="23"/>
                  </a:cubicBezTo>
                  <a:cubicBezTo>
                    <a:pt x="29" y="17"/>
                    <a:pt x="29" y="9"/>
                    <a:pt x="22" y="5"/>
                  </a:cubicBezTo>
                  <a:cubicBezTo>
                    <a:pt x="15" y="0"/>
                    <a:pt x="0" y="11"/>
                    <a:pt x="6" y="2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16" name="Freeform 297">
              <a:extLst>
                <a:ext uri="{FF2B5EF4-FFF2-40B4-BE49-F238E27FC236}">
                  <a16:creationId xmlns:a16="http://schemas.microsoft.com/office/drawing/2014/main" id="{6C717ECE-DA59-4CF1-9A21-70942A9B1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983"/>
              <a:ext cx="23" cy="33"/>
            </a:xfrm>
            <a:custGeom>
              <a:avLst/>
              <a:gdLst>
                <a:gd name="T0" fmla="*/ 100 w 11"/>
                <a:gd name="T1" fmla="*/ 125 h 15"/>
                <a:gd name="T2" fmla="*/ 56 w 11"/>
                <a:gd name="T3" fmla="*/ 150 h 15"/>
                <a:gd name="T4" fmla="*/ 0 w 11"/>
                <a:gd name="T5" fmla="*/ 106 h 15"/>
                <a:gd name="T6" fmla="*/ 27 w 11"/>
                <a:gd name="T7" fmla="*/ 33 h 15"/>
                <a:gd name="T8" fmla="*/ 92 w 11"/>
                <a:gd name="T9" fmla="*/ 9 h 15"/>
                <a:gd name="T10" fmla="*/ 92 w 11"/>
                <a:gd name="T11" fmla="*/ 9 h 15"/>
                <a:gd name="T12" fmla="*/ 17 w 11"/>
                <a:gd name="T13" fmla="*/ 33 h 15"/>
                <a:gd name="T14" fmla="*/ 0 w 11"/>
                <a:gd name="T15" fmla="*/ 106 h 15"/>
                <a:gd name="T16" fmla="*/ 56 w 11"/>
                <a:gd name="T17" fmla="*/ 161 h 15"/>
                <a:gd name="T18" fmla="*/ 100 w 11"/>
                <a:gd name="T19" fmla="*/ 12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5">
                  <a:moveTo>
                    <a:pt x="11" y="12"/>
                  </a:moveTo>
                  <a:cubicBezTo>
                    <a:pt x="10" y="14"/>
                    <a:pt x="8" y="15"/>
                    <a:pt x="6" y="14"/>
                  </a:cubicBezTo>
                  <a:cubicBezTo>
                    <a:pt x="3" y="14"/>
                    <a:pt x="1" y="12"/>
                    <a:pt x="0" y="10"/>
                  </a:cubicBezTo>
                  <a:cubicBezTo>
                    <a:pt x="0" y="8"/>
                    <a:pt x="1" y="5"/>
                    <a:pt x="3" y="3"/>
                  </a:cubicBezTo>
                  <a:cubicBezTo>
                    <a:pt x="5" y="1"/>
                    <a:pt x="7" y="0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7" y="0"/>
                    <a:pt x="4" y="1"/>
                    <a:pt x="2" y="3"/>
                  </a:cubicBezTo>
                  <a:cubicBezTo>
                    <a:pt x="0" y="5"/>
                    <a:pt x="0" y="8"/>
                    <a:pt x="0" y="10"/>
                  </a:cubicBezTo>
                  <a:cubicBezTo>
                    <a:pt x="1" y="13"/>
                    <a:pt x="3" y="14"/>
                    <a:pt x="6" y="15"/>
                  </a:cubicBezTo>
                  <a:cubicBezTo>
                    <a:pt x="8" y="15"/>
                    <a:pt x="10" y="14"/>
                    <a:pt x="11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17" name="Freeform 298">
              <a:extLst>
                <a:ext uri="{FF2B5EF4-FFF2-40B4-BE49-F238E27FC236}">
                  <a16:creationId xmlns:a16="http://schemas.microsoft.com/office/drawing/2014/main" id="{F03070FC-A541-46AD-ABA5-9A306746B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806"/>
              <a:ext cx="70" cy="46"/>
            </a:xfrm>
            <a:custGeom>
              <a:avLst/>
              <a:gdLst>
                <a:gd name="T0" fmla="*/ 200 w 34"/>
                <a:gd name="T1" fmla="*/ 210 h 21"/>
                <a:gd name="T2" fmla="*/ 264 w 34"/>
                <a:gd name="T3" fmla="*/ 158 h 21"/>
                <a:gd name="T4" fmla="*/ 156 w 34"/>
                <a:gd name="T5" fmla="*/ 0 h 21"/>
                <a:gd name="T6" fmla="*/ 0 w 34"/>
                <a:gd name="T7" fmla="*/ 105 h 21"/>
                <a:gd name="T8" fmla="*/ 51 w 34"/>
                <a:gd name="T9" fmla="*/ 210 h 21"/>
                <a:gd name="T10" fmla="*/ 140 w 34"/>
                <a:gd name="T11" fmla="*/ 221 h 21"/>
                <a:gd name="T12" fmla="*/ 200 w 34"/>
                <a:gd name="T13" fmla="*/ 21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23" y="20"/>
                  </a:moveTo>
                  <a:cubicBezTo>
                    <a:pt x="26" y="19"/>
                    <a:pt x="29" y="18"/>
                    <a:pt x="30" y="15"/>
                  </a:cubicBezTo>
                  <a:cubicBezTo>
                    <a:pt x="34" y="7"/>
                    <a:pt x="27" y="1"/>
                    <a:pt x="18" y="0"/>
                  </a:cubicBezTo>
                  <a:cubicBezTo>
                    <a:pt x="9" y="0"/>
                    <a:pt x="1" y="5"/>
                    <a:pt x="0" y="10"/>
                  </a:cubicBezTo>
                  <a:cubicBezTo>
                    <a:pt x="0" y="15"/>
                    <a:pt x="2" y="18"/>
                    <a:pt x="6" y="20"/>
                  </a:cubicBezTo>
                  <a:cubicBezTo>
                    <a:pt x="9" y="21"/>
                    <a:pt x="13" y="21"/>
                    <a:pt x="16" y="21"/>
                  </a:cubicBezTo>
                  <a:cubicBezTo>
                    <a:pt x="18" y="21"/>
                    <a:pt x="21" y="21"/>
                    <a:pt x="23" y="20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18" name="Freeform 299">
              <a:extLst>
                <a:ext uri="{FF2B5EF4-FFF2-40B4-BE49-F238E27FC236}">
                  <a16:creationId xmlns:a16="http://schemas.microsoft.com/office/drawing/2014/main" id="{D103B541-F1B9-4D05-9391-ED23DAA74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819"/>
              <a:ext cx="35" cy="15"/>
            </a:xfrm>
            <a:custGeom>
              <a:avLst/>
              <a:gdLst>
                <a:gd name="T0" fmla="*/ 148 w 17"/>
                <a:gd name="T1" fmla="*/ 51 h 7"/>
                <a:gd name="T2" fmla="*/ 105 w 17"/>
                <a:gd name="T3" fmla="*/ 9 h 7"/>
                <a:gd name="T4" fmla="*/ 16 w 17"/>
                <a:gd name="T5" fmla="*/ 19 h 7"/>
                <a:gd name="T6" fmla="*/ 0 w 17"/>
                <a:gd name="T7" fmla="*/ 60 h 7"/>
                <a:gd name="T8" fmla="*/ 0 w 17"/>
                <a:gd name="T9" fmla="*/ 60 h 7"/>
                <a:gd name="T10" fmla="*/ 16 w 17"/>
                <a:gd name="T11" fmla="*/ 28 h 7"/>
                <a:gd name="T12" fmla="*/ 105 w 17"/>
                <a:gd name="T13" fmla="*/ 9 h 7"/>
                <a:gd name="T14" fmla="*/ 148 w 17"/>
                <a:gd name="T15" fmla="*/ 51 h 7"/>
                <a:gd name="T16" fmla="*/ 140 w 17"/>
                <a:gd name="T17" fmla="*/ 69 h 7"/>
                <a:gd name="T18" fmla="*/ 140 w 17"/>
                <a:gd name="T19" fmla="*/ 69 h 7"/>
                <a:gd name="T20" fmla="*/ 148 w 17"/>
                <a:gd name="T21" fmla="*/ 51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7">
                  <a:moveTo>
                    <a:pt x="17" y="5"/>
                  </a:moveTo>
                  <a:cubicBezTo>
                    <a:pt x="17" y="3"/>
                    <a:pt x="15" y="2"/>
                    <a:pt x="12" y="1"/>
                  </a:cubicBezTo>
                  <a:cubicBezTo>
                    <a:pt x="8" y="0"/>
                    <a:pt x="4" y="1"/>
                    <a:pt x="2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1" y="3"/>
                    <a:pt x="2" y="3"/>
                  </a:cubicBezTo>
                  <a:cubicBezTo>
                    <a:pt x="4" y="1"/>
                    <a:pt x="8" y="0"/>
                    <a:pt x="12" y="1"/>
                  </a:cubicBezTo>
                  <a:cubicBezTo>
                    <a:pt x="15" y="2"/>
                    <a:pt x="16" y="3"/>
                    <a:pt x="17" y="5"/>
                  </a:cubicBezTo>
                  <a:cubicBezTo>
                    <a:pt x="17" y="6"/>
                    <a:pt x="17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7"/>
                    <a:pt x="17" y="6"/>
                    <a:pt x="17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19" name="Freeform 300">
              <a:extLst>
                <a:ext uri="{FF2B5EF4-FFF2-40B4-BE49-F238E27FC236}">
                  <a16:creationId xmlns:a16="http://schemas.microsoft.com/office/drawing/2014/main" id="{9D43005F-DC5C-4B65-9B57-1F1846991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872"/>
              <a:ext cx="43" cy="50"/>
            </a:xfrm>
            <a:custGeom>
              <a:avLst/>
              <a:gdLst>
                <a:gd name="T0" fmla="*/ 156 w 21"/>
                <a:gd name="T1" fmla="*/ 174 h 23"/>
                <a:gd name="T2" fmla="*/ 180 w 21"/>
                <a:gd name="T3" fmla="*/ 93 h 23"/>
                <a:gd name="T4" fmla="*/ 147 w 21"/>
                <a:gd name="T5" fmla="*/ 33 h 23"/>
                <a:gd name="T6" fmla="*/ 16 w 21"/>
                <a:gd name="T7" fmla="*/ 113 h 23"/>
                <a:gd name="T8" fmla="*/ 76 w 21"/>
                <a:gd name="T9" fmla="*/ 237 h 23"/>
                <a:gd name="T10" fmla="*/ 156 w 21"/>
                <a:gd name="T11" fmla="*/ 17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17"/>
                  </a:moveTo>
                  <a:cubicBezTo>
                    <a:pt x="20" y="14"/>
                    <a:pt x="21" y="12"/>
                    <a:pt x="21" y="9"/>
                  </a:cubicBezTo>
                  <a:cubicBezTo>
                    <a:pt x="20" y="7"/>
                    <a:pt x="19" y="4"/>
                    <a:pt x="17" y="3"/>
                  </a:cubicBezTo>
                  <a:cubicBezTo>
                    <a:pt x="12" y="0"/>
                    <a:pt x="4" y="4"/>
                    <a:pt x="2" y="11"/>
                  </a:cubicBezTo>
                  <a:cubicBezTo>
                    <a:pt x="0" y="17"/>
                    <a:pt x="4" y="23"/>
                    <a:pt x="9" y="23"/>
                  </a:cubicBezTo>
                  <a:cubicBezTo>
                    <a:pt x="13" y="23"/>
                    <a:pt x="14" y="21"/>
                    <a:pt x="18" y="17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20" name="Freeform 301">
              <a:extLst>
                <a:ext uri="{FF2B5EF4-FFF2-40B4-BE49-F238E27FC236}">
                  <a16:creationId xmlns:a16="http://schemas.microsoft.com/office/drawing/2014/main" id="{268276F2-1997-44D6-B540-A21BCCB8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887"/>
              <a:ext cx="23" cy="26"/>
            </a:xfrm>
            <a:custGeom>
              <a:avLst/>
              <a:gdLst>
                <a:gd name="T0" fmla="*/ 44 w 11"/>
                <a:gd name="T1" fmla="*/ 113 h 12"/>
                <a:gd name="T2" fmla="*/ 8 w 11"/>
                <a:gd name="T3" fmla="*/ 104 h 12"/>
                <a:gd name="T4" fmla="*/ 17 w 11"/>
                <a:gd name="T5" fmla="*/ 33 h 12"/>
                <a:gd name="T6" fmla="*/ 75 w 11"/>
                <a:gd name="T7" fmla="*/ 0 h 12"/>
                <a:gd name="T8" fmla="*/ 100 w 11"/>
                <a:gd name="T9" fmla="*/ 20 h 12"/>
                <a:gd name="T10" fmla="*/ 100 w 11"/>
                <a:gd name="T11" fmla="*/ 20 h 12"/>
                <a:gd name="T12" fmla="*/ 75 w 11"/>
                <a:gd name="T13" fmla="*/ 0 h 12"/>
                <a:gd name="T14" fmla="*/ 17 w 11"/>
                <a:gd name="T15" fmla="*/ 20 h 12"/>
                <a:gd name="T16" fmla="*/ 8 w 11"/>
                <a:gd name="T17" fmla="*/ 104 h 12"/>
                <a:gd name="T18" fmla="*/ 44 w 11"/>
                <a:gd name="T19" fmla="*/ 11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5" y="11"/>
                  </a:moveTo>
                  <a:cubicBezTo>
                    <a:pt x="4" y="12"/>
                    <a:pt x="2" y="11"/>
                    <a:pt x="1" y="10"/>
                  </a:cubicBezTo>
                  <a:cubicBezTo>
                    <a:pt x="0" y="8"/>
                    <a:pt x="0" y="5"/>
                    <a:pt x="2" y="3"/>
                  </a:cubicBezTo>
                  <a:cubicBezTo>
                    <a:pt x="5" y="0"/>
                    <a:pt x="7" y="0"/>
                    <a:pt x="8" y="0"/>
                  </a:cubicBezTo>
                  <a:cubicBezTo>
                    <a:pt x="9" y="0"/>
                    <a:pt x="10" y="1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7" y="0"/>
                    <a:pt x="5" y="0"/>
                    <a:pt x="2" y="2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2" y="11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21" name="Freeform 302">
              <a:extLst>
                <a:ext uri="{FF2B5EF4-FFF2-40B4-BE49-F238E27FC236}">
                  <a16:creationId xmlns:a16="http://schemas.microsoft.com/office/drawing/2014/main" id="{5C1E4088-9F62-49E6-8E78-398AD1812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011"/>
              <a:ext cx="53" cy="73"/>
            </a:xfrm>
            <a:custGeom>
              <a:avLst/>
              <a:gdLst>
                <a:gd name="T0" fmla="*/ 212 w 26"/>
                <a:gd name="T1" fmla="*/ 170 h 33"/>
                <a:gd name="T2" fmla="*/ 204 w 26"/>
                <a:gd name="T3" fmla="*/ 88 h 33"/>
                <a:gd name="T4" fmla="*/ 41 w 26"/>
                <a:gd name="T5" fmla="*/ 108 h 33"/>
                <a:gd name="T6" fmla="*/ 33 w 26"/>
                <a:gd name="T7" fmla="*/ 323 h 33"/>
                <a:gd name="T8" fmla="*/ 128 w 26"/>
                <a:gd name="T9" fmla="*/ 323 h 33"/>
                <a:gd name="T10" fmla="*/ 179 w 26"/>
                <a:gd name="T11" fmla="*/ 239 h 33"/>
                <a:gd name="T12" fmla="*/ 212 w 26"/>
                <a:gd name="T13" fmla="*/ 17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5" y="16"/>
                  </a:moveTo>
                  <a:cubicBezTo>
                    <a:pt x="26" y="13"/>
                    <a:pt x="26" y="10"/>
                    <a:pt x="24" y="8"/>
                  </a:cubicBezTo>
                  <a:cubicBezTo>
                    <a:pt x="20" y="0"/>
                    <a:pt x="10" y="2"/>
                    <a:pt x="5" y="10"/>
                  </a:cubicBezTo>
                  <a:cubicBezTo>
                    <a:pt x="0" y="18"/>
                    <a:pt x="1" y="27"/>
                    <a:pt x="4" y="30"/>
                  </a:cubicBezTo>
                  <a:cubicBezTo>
                    <a:pt x="8" y="33"/>
                    <a:pt x="12" y="33"/>
                    <a:pt x="15" y="30"/>
                  </a:cubicBezTo>
                  <a:cubicBezTo>
                    <a:pt x="18" y="28"/>
                    <a:pt x="20" y="24"/>
                    <a:pt x="21" y="22"/>
                  </a:cubicBezTo>
                  <a:cubicBezTo>
                    <a:pt x="23" y="20"/>
                    <a:pt x="25" y="18"/>
                    <a:pt x="25" y="1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22" name="Freeform 303">
              <a:extLst>
                <a:ext uri="{FF2B5EF4-FFF2-40B4-BE49-F238E27FC236}">
                  <a16:creationId xmlns:a16="http://schemas.microsoft.com/office/drawing/2014/main" id="{A52CBA59-6D4E-4EC7-8B11-9B1F47685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033"/>
              <a:ext cx="25" cy="33"/>
            </a:xfrm>
            <a:custGeom>
              <a:avLst/>
              <a:gdLst>
                <a:gd name="T0" fmla="*/ 92 w 12"/>
                <a:gd name="T1" fmla="*/ 0 h 15"/>
                <a:gd name="T2" fmla="*/ 35 w 12"/>
                <a:gd name="T3" fmla="*/ 33 h 15"/>
                <a:gd name="T4" fmla="*/ 0 w 12"/>
                <a:gd name="T5" fmla="*/ 125 h 15"/>
                <a:gd name="T6" fmla="*/ 17 w 12"/>
                <a:gd name="T7" fmla="*/ 161 h 15"/>
                <a:gd name="T8" fmla="*/ 17 w 12"/>
                <a:gd name="T9" fmla="*/ 161 h 15"/>
                <a:gd name="T10" fmla="*/ 0 w 12"/>
                <a:gd name="T11" fmla="*/ 125 h 15"/>
                <a:gd name="T12" fmla="*/ 44 w 12"/>
                <a:gd name="T13" fmla="*/ 33 h 15"/>
                <a:gd name="T14" fmla="*/ 92 w 12"/>
                <a:gd name="T15" fmla="*/ 0 h 15"/>
                <a:gd name="T16" fmla="*/ 108 w 12"/>
                <a:gd name="T17" fmla="*/ 33 h 15"/>
                <a:gd name="T18" fmla="*/ 108 w 12"/>
                <a:gd name="T19" fmla="*/ 33 h 15"/>
                <a:gd name="T20" fmla="*/ 92 w 12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5">
                  <a:moveTo>
                    <a:pt x="10" y="0"/>
                  </a:moveTo>
                  <a:cubicBezTo>
                    <a:pt x="8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1" y="14"/>
                    <a:pt x="0" y="12"/>
                  </a:cubicBezTo>
                  <a:cubicBezTo>
                    <a:pt x="0" y="9"/>
                    <a:pt x="2" y="6"/>
                    <a:pt x="5" y="3"/>
                  </a:cubicBezTo>
                  <a:cubicBezTo>
                    <a:pt x="6" y="1"/>
                    <a:pt x="8" y="0"/>
                    <a:pt x="10" y="0"/>
                  </a:cubicBezTo>
                  <a:cubicBezTo>
                    <a:pt x="11" y="1"/>
                    <a:pt x="12" y="2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1"/>
                    <a:pt x="10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23" name="Freeform 304">
              <a:extLst>
                <a:ext uri="{FF2B5EF4-FFF2-40B4-BE49-F238E27FC236}">
                  <a16:creationId xmlns:a16="http://schemas.microsoft.com/office/drawing/2014/main" id="{05FAD357-0158-41E6-BD91-04810BE90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983"/>
              <a:ext cx="45" cy="48"/>
            </a:xfrm>
            <a:custGeom>
              <a:avLst/>
              <a:gdLst>
                <a:gd name="T0" fmla="*/ 147 w 22"/>
                <a:gd name="T1" fmla="*/ 44 h 22"/>
                <a:gd name="T2" fmla="*/ 84 w 22"/>
                <a:gd name="T3" fmla="*/ 9 h 22"/>
                <a:gd name="T4" fmla="*/ 25 w 22"/>
                <a:gd name="T5" fmla="*/ 44 h 22"/>
                <a:gd name="T6" fmla="*/ 76 w 22"/>
                <a:gd name="T7" fmla="*/ 194 h 22"/>
                <a:gd name="T8" fmla="*/ 188 w 22"/>
                <a:gd name="T9" fmla="*/ 148 h 22"/>
                <a:gd name="T10" fmla="*/ 14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2" y="0"/>
                    <a:pt x="10" y="1"/>
                  </a:cubicBezTo>
                  <a:cubicBezTo>
                    <a:pt x="7" y="1"/>
                    <a:pt x="5" y="2"/>
                    <a:pt x="3" y="4"/>
                  </a:cubicBezTo>
                  <a:cubicBezTo>
                    <a:pt x="0" y="9"/>
                    <a:pt x="3" y="17"/>
                    <a:pt x="9" y="19"/>
                  </a:cubicBezTo>
                  <a:cubicBezTo>
                    <a:pt x="16" y="22"/>
                    <a:pt x="22" y="18"/>
                    <a:pt x="22" y="14"/>
                  </a:cubicBezTo>
                  <a:cubicBezTo>
                    <a:pt x="22" y="10"/>
                    <a:pt x="21" y="8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24" name="Freeform 305">
              <a:extLst>
                <a:ext uri="{FF2B5EF4-FFF2-40B4-BE49-F238E27FC236}">
                  <a16:creationId xmlns:a16="http://schemas.microsoft.com/office/drawing/2014/main" id="{6A6E9D0B-18A2-49DA-A556-EDFE9FAB6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994"/>
              <a:ext cx="25" cy="24"/>
            </a:xfrm>
            <a:custGeom>
              <a:avLst/>
              <a:gdLst>
                <a:gd name="T0" fmla="*/ 108 w 12"/>
                <a:gd name="T1" fmla="*/ 61 h 11"/>
                <a:gd name="T2" fmla="*/ 92 w 12"/>
                <a:gd name="T3" fmla="*/ 105 h 11"/>
                <a:gd name="T4" fmla="*/ 27 w 12"/>
                <a:gd name="T5" fmla="*/ 81 h 11"/>
                <a:gd name="T6" fmla="*/ 8 w 12"/>
                <a:gd name="T7" fmla="*/ 20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20 h 11"/>
                <a:gd name="T14" fmla="*/ 27 w 12"/>
                <a:gd name="T15" fmla="*/ 81 h 11"/>
                <a:gd name="T16" fmla="*/ 92 w 12"/>
                <a:gd name="T17" fmla="*/ 105 h 11"/>
                <a:gd name="T18" fmla="*/ 108 w 12"/>
                <a:gd name="T19" fmla="*/ 6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8"/>
                    <a:pt x="12" y="9"/>
                    <a:pt x="10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1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9"/>
                    <a:pt x="12" y="8"/>
                    <a:pt x="12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25" name="Freeform 306">
              <a:extLst>
                <a:ext uri="{FF2B5EF4-FFF2-40B4-BE49-F238E27FC236}">
                  <a16:creationId xmlns:a16="http://schemas.microsoft.com/office/drawing/2014/main" id="{E7C74397-5081-42A3-B99B-8453F679E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931"/>
              <a:ext cx="55" cy="63"/>
            </a:xfrm>
            <a:custGeom>
              <a:avLst/>
              <a:gdLst>
                <a:gd name="T0" fmla="*/ 59 w 27"/>
                <a:gd name="T1" fmla="*/ 20 h 29"/>
                <a:gd name="T2" fmla="*/ 8 w 27"/>
                <a:gd name="T3" fmla="*/ 80 h 29"/>
                <a:gd name="T4" fmla="*/ 92 w 27"/>
                <a:gd name="T5" fmla="*/ 245 h 29"/>
                <a:gd name="T6" fmla="*/ 187 w 27"/>
                <a:gd name="T7" fmla="*/ 278 h 29"/>
                <a:gd name="T8" fmla="*/ 59 w 27"/>
                <a:gd name="T9" fmla="*/ 2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9">
                  <a:moveTo>
                    <a:pt x="7" y="2"/>
                  </a:moveTo>
                  <a:cubicBezTo>
                    <a:pt x="2" y="0"/>
                    <a:pt x="0" y="3"/>
                    <a:pt x="1" y="8"/>
                  </a:cubicBezTo>
                  <a:cubicBezTo>
                    <a:pt x="1" y="13"/>
                    <a:pt x="6" y="19"/>
                    <a:pt x="11" y="24"/>
                  </a:cubicBezTo>
                  <a:cubicBezTo>
                    <a:pt x="16" y="29"/>
                    <a:pt x="20" y="29"/>
                    <a:pt x="22" y="27"/>
                  </a:cubicBezTo>
                  <a:cubicBezTo>
                    <a:pt x="27" y="23"/>
                    <a:pt x="17" y="5"/>
                    <a:pt x="7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26" name="Freeform 307">
              <a:extLst>
                <a:ext uri="{FF2B5EF4-FFF2-40B4-BE49-F238E27FC236}">
                  <a16:creationId xmlns:a16="http://schemas.microsoft.com/office/drawing/2014/main" id="{9EC6833D-83D6-4633-AE39-EAD1A5473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941"/>
              <a:ext cx="27" cy="38"/>
            </a:xfrm>
            <a:custGeom>
              <a:avLst/>
              <a:gdLst>
                <a:gd name="T0" fmla="*/ 8 w 13"/>
                <a:gd name="T1" fmla="*/ 9 h 17"/>
                <a:gd name="T2" fmla="*/ 17 w 13"/>
                <a:gd name="T3" fmla="*/ 80 h 17"/>
                <a:gd name="T4" fmla="*/ 91 w 13"/>
                <a:gd name="T5" fmla="*/ 190 h 17"/>
                <a:gd name="T6" fmla="*/ 116 w 13"/>
                <a:gd name="T7" fmla="*/ 190 h 17"/>
                <a:gd name="T8" fmla="*/ 116 w 13"/>
                <a:gd name="T9" fmla="*/ 190 h 17"/>
                <a:gd name="T10" fmla="*/ 91 w 13"/>
                <a:gd name="T11" fmla="*/ 179 h 17"/>
                <a:gd name="T12" fmla="*/ 17 w 13"/>
                <a:gd name="T13" fmla="*/ 80 h 17"/>
                <a:gd name="T14" fmla="*/ 17 w 13"/>
                <a:gd name="T15" fmla="*/ 9 h 17"/>
                <a:gd name="T16" fmla="*/ 44 w 13"/>
                <a:gd name="T17" fmla="*/ 9 h 17"/>
                <a:gd name="T18" fmla="*/ 44 w 13"/>
                <a:gd name="T19" fmla="*/ 9 h 17"/>
                <a:gd name="T20" fmla="*/ 8 w 13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7">
                  <a:moveTo>
                    <a:pt x="1" y="1"/>
                  </a:moveTo>
                  <a:cubicBezTo>
                    <a:pt x="0" y="2"/>
                    <a:pt x="1" y="4"/>
                    <a:pt x="2" y="7"/>
                  </a:cubicBezTo>
                  <a:cubicBezTo>
                    <a:pt x="3" y="11"/>
                    <a:pt x="7" y="15"/>
                    <a:pt x="10" y="17"/>
                  </a:cubicBezTo>
                  <a:cubicBezTo>
                    <a:pt x="11" y="17"/>
                    <a:pt x="12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1" y="17"/>
                    <a:pt x="10" y="16"/>
                  </a:cubicBezTo>
                  <a:cubicBezTo>
                    <a:pt x="7" y="15"/>
                    <a:pt x="3" y="11"/>
                    <a:pt x="2" y="7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2" y="1"/>
                    <a:pt x="3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27" name="Freeform 308">
              <a:extLst>
                <a:ext uri="{FF2B5EF4-FFF2-40B4-BE49-F238E27FC236}">
                  <a16:creationId xmlns:a16="http://schemas.microsoft.com/office/drawing/2014/main" id="{BB1B622C-7DC1-4566-A181-5A75120ED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3097"/>
              <a:ext cx="71" cy="48"/>
            </a:xfrm>
            <a:custGeom>
              <a:avLst/>
              <a:gdLst>
                <a:gd name="T0" fmla="*/ 201 w 35"/>
                <a:gd name="T1" fmla="*/ 218 h 22"/>
                <a:gd name="T2" fmla="*/ 252 w 35"/>
                <a:gd name="T3" fmla="*/ 166 h 22"/>
                <a:gd name="T4" fmla="*/ 152 w 35"/>
                <a:gd name="T5" fmla="*/ 9 h 22"/>
                <a:gd name="T6" fmla="*/ 8 w 35"/>
                <a:gd name="T7" fmla="*/ 113 h 22"/>
                <a:gd name="T8" fmla="*/ 49 w 35"/>
                <a:gd name="T9" fmla="*/ 209 h 22"/>
                <a:gd name="T10" fmla="*/ 132 w 35"/>
                <a:gd name="T11" fmla="*/ 218 h 22"/>
                <a:gd name="T12" fmla="*/ 201 w 35"/>
                <a:gd name="T13" fmla="*/ 218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2">
                  <a:moveTo>
                    <a:pt x="24" y="21"/>
                  </a:moveTo>
                  <a:cubicBezTo>
                    <a:pt x="27" y="20"/>
                    <a:pt x="29" y="18"/>
                    <a:pt x="30" y="16"/>
                  </a:cubicBezTo>
                  <a:cubicBezTo>
                    <a:pt x="35" y="8"/>
                    <a:pt x="28" y="1"/>
                    <a:pt x="18" y="1"/>
                  </a:cubicBezTo>
                  <a:cubicBezTo>
                    <a:pt x="9" y="0"/>
                    <a:pt x="2" y="6"/>
                    <a:pt x="1" y="11"/>
                  </a:cubicBezTo>
                  <a:cubicBezTo>
                    <a:pt x="0" y="15"/>
                    <a:pt x="2" y="18"/>
                    <a:pt x="6" y="20"/>
                  </a:cubicBezTo>
                  <a:cubicBezTo>
                    <a:pt x="10" y="22"/>
                    <a:pt x="14" y="21"/>
                    <a:pt x="16" y="21"/>
                  </a:cubicBezTo>
                  <a:cubicBezTo>
                    <a:pt x="19" y="21"/>
                    <a:pt x="22" y="22"/>
                    <a:pt x="24" y="2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28" name="Freeform 309">
              <a:extLst>
                <a:ext uri="{FF2B5EF4-FFF2-40B4-BE49-F238E27FC236}">
                  <a16:creationId xmlns:a16="http://schemas.microsoft.com/office/drawing/2014/main" id="{371F25D6-1D95-47D2-BEEE-DBD7930DC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3112"/>
              <a:ext cx="37" cy="15"/>
            </a:xfrm>
            <a:custGeom>
              <a:avLst/>
              <a:gdLst>
                <a:gd name="T0" fmla="*/ 148 w 18"/>
                <a:gd name="T1" fmla="*/ 41 h 7"/>
                <a:gd name="T2" fmla="*/ 105 w 18"/>
                <a:gd name="T3" fmla="*/ 9 h 7"/>
                <a:gd name="T4" fmla="*/ 16 w 18"/>
                <a:gd name="T5" fmla="*/ 19 h 7"/>
                <a:gd name="T6" fmla="*/ 0 w 18"/>
                <a:gd name="T7" fmla="*/ 51 h 7"/>
                <a:gd name="T8" fmla="*/ 0 w 18"/>
                <a:gd name="T9" fmla="*/ 51 h 7"/>
                <a:gd name="T10" fmla="*/ 16 w 18"/>
                <a:gd name="T11" fmla="*/ 19 h 7"/>
                <a:gd name="T12" fmla="*/ 105 w 18"/>
                <a:gd name="T13" fmla="*/ 9 h 7"/>
                <a:gd name="T14" fmla="*/ 148 w 18"/>
                <a:gd name="T15" fmla="*/ 41 h 7"/>
                <a:gd name="T16" fmla="*/ 140 w 18"/>
                <a:gd name="T17" fmla="*/ 69 h 7"/>
                <a:gd name="T18" fmla="*/ 140 w 18"/>
                <a:gd name="T19" fmla="*/ 69 h 7"/>
                <a:gd name="T20" fmla="*/ 148 w 18"/>
                <a:gd name="T21" fmla="*/ 41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7">
                  <a:moveTo>
                    <a:pt x="17" y="4"/>
                  </a:moveTo>
                  <a:cubicBezTo>
                    <a:pt x="17" y="2"/>
                    <a:pt x="15" y="1"/>
                    <a:pt x="12" y="1"/>
                  </a:cubicBezTo>
                  <a:cubicBezTo>
                    <a:pt x="9" y="0"/>
                    <a:pt x="4" y="0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4" y="1"/>
                    <a:pt x="9" y="0"/>
                    <a:pt x="12" y="1"/>
                  </a:cubicBezTo>
                  <a:cubicBezTo>
                    <a:pt x="15" y="1"/>
                    <a:pt x="17" y="3"/>
                    <a:pt x="17" y="4"/>
                  </a:cubicBezTo>
                  <a:cubicBezTo>
                    <a:pt x="17" y="5"/>
                    <a:pt x="17" y="6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6"/>
                    <a:pt x="18" y="5"/>
                    <a:pt x="17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29" name="Freeform 310">
              <a:extLst>
                <a:ext uri="{FF2B5EF4-FFF2-40B4-BE49-F238E27FC236}">
                  <a16:creationId xmlns:a16="http://schemas.microsoft.com/office/drawing/2014/main" id="{9169BD60-AE5E-4E11-9E08-ABCF1EF64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3027"/>
              <a:ext cx="54" cy="72"/>
            </a:xfrm>
            <a:custGeom>
              <a:avLst/>
              <a:gdLst>
                <a:gd name="T0" fmla="*/ 224 w 26"/>
                <a:gd name="T1" fmla="*/ 166 h 33"/>
                <a:gd name="T2" fmla="*/ 216 w 26"/>
                <a:gd name="T3" fmla="*/ 81 h 33"/>
                <a:gd name="T4" fmla="*/ 44 w 26"/>
                <a:gd name="T5" fmla="*/ 105 h 33"/>
                <a:gd name="T6" fmla="*/ 35 w 26"/>
                <a:gd name="T7" fmla="*/ 310 h 33"/>
                <a:gd name="T8" fmla="*/ 133 w 26"/>
                <a:gd name="T9" fmla="*/ 323 h 33"/>
                <a:gd name="T10" fmla="*/ 189 w 26"/>
                <a:gd name="T11" fmla="*/ 229 h 33"/>
                <a:gd name="T12" fmla="*/ 224 w 26"/>
                <a:gd name="T13" fmla="*/ 16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3">
                  <a:moveTo>
                    <a:pt x="25" y="16"/>
                  </a:moveTo>
                  <a:cubicBezTo>
                    <a:pt x="26" y="13"/>
                    <a:pt x="25" y="10"/>
                    <a:pt x="24" y="8"/>
                  </a:cubicBezTo>
                  <a:cubicBezTo>
                    <a:pt x="19" y="0"/>
                    <a:pt x="10" y="3"/>
                    <a:pt x="5" y="10"/>
                  </a:cubicBezTo>
                  <a:cubicBezTo>
                    <a:pt x="0" y="18"/>
                    <a:pt x="1" y="27"/>
                    <a:pt x="4" y="30"/>
                  </a:cubicBezTo>
                  <a:cubicBezTo>
                    <a:pt x="8" y="33"/>
                    <a:pt x="12" y="33"/>
                    <a:pt x="15" y="31"/>
                  </a:cubicBezTo>
                  <a:cubicBezTo>
                    <a:pt x="18" y="28"/>
                    <a:pt x="20" y="24"/>
                    <a:pt x="21" y="22"/>
                  </a:cubicBezTo>
                  <a:cubicBezTo>
                    <a:pt x="22" y="20"/>
                    <a:pt x="24" y="18"/>
                    <a:pt x="25" y="1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30" name="Freeform 311">
              <a:extLst>
                <a:ext uri="{FF2B5EF4-FFF2-40B4-BE49-F238E27FC236}">
                  <a16:creationId xmlns:a16="http://schemas.microsoft.com/office/drawing/2014/main" id="{1C6ABF13-FCA0-4192-8493-2005AD0EA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049"/>
              <a:ext cx="24" cy="35"/>
            </a:xfrm>
            <a:custGeom>
              <a:avLst/>
              <a:gdLst>
                <a:gd name="T0" fmla="*/ 80 w 12"/>
                <a:gd name="T1" fmla="*/ 0 h 16"/>
                <a:gd name="T2" fmla="*/ 32 w 12"/>
                <a:gd name="T3" fmla="*/ 33 h 16"/>
                <a:gd name="T4" fmla="*/ 0 w 12"/>
                <a:gd name="T5" fmla="*/ 125 h 16"/>
                <a:gd name="T6" fmla="*/ 16 w 12"/>
                <a:gd name="T7" fmla="*/ 168 h 16"/>
                <a:gd name="T8" fmla="*/ 16 w 12"/>
                <a:gd name="T9" fmla="*/ 168 h 16"/>
                <a:gd name="T10" fmla="*/ 0 w 12"/>
                <a:gd name="T11" fmla="*/ 125 h 16"/>
                <a:gd name="T12" fmla="*/ 32 w 12"/>
                <a:gd name="T13" fmla="*/ 33 h 16"/>
                <a:gd name="T14" fmla="*/ 80 w 12"/>
                <a:gd name="T15" fmla="*/ 9 h 16"/>
                <a:gd name="T16" fmla="*/ 96 w 12"/>
                <a:gd name="T17" fmla="*/ 33 h 16"/>
                <a:gd name="T18" fmla="*/ 96 w 12"/>
                <a:gd name="T19" fmla="*/ 33 h 16"/>
                <a:gd name="T20" fmla="*/ 80 w 12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6">
                  <a:moveTo>
                    <a:pt x="10" y="0"/>
                  </a:moveTo>
                  <a:cubicBezTo>
                    <a:pt x="8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4"/>
                    <a:pt x="1" y="15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0" y="10"/>
                    <a:pt x="2" y="6"/>
                    <a:pt x="4" y="3"/>
                  </a:cubicBezTo>
                  <a:cubicBezTo>
                    <a:pt x="6" y="1"/>
                    <a:pt x="8" y="0"/>
                    <a:pt x="10" y="1"/>
                  </a:cubicBezTo>
                  <a:cubicBezTo>
                    <a:pt x="11" y="1"/>
                    <a:pt x="11" y="2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2"/>
                    <a:pt x="11" y="1"/>
                    <a:pt x="10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1" name="Freeform 312">
              <a:extLst>
                <a:ext uri="{FF2B5EF4-FFF2-40B4-BE49-F238E27FC236}">
                  <a16:creationId xmlns:a16="http://schemas.microsoft.com/office/drawing/2014/main" id="{571C4C1A-17A1-4775-BEC9-BE070F3AF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681"/>
              <a:ext cx="50" cy="59"/>
            </a:xfrm>
            <a:custGeom>
              <a:avLst/>
              <a:gdLst>
                <a:gd name="T0" fmla="*/ 152 w 24"/>
                <a:gd name="T1" fmla="*/ 33 h 27"/>
                <a:gd name="T2" fmla="*/ 100 w 24"/>
                <a:gd name="T3" fmla="*/ 0 h 27"/>
                <a:gd name="T4" fmla="*/ 27 w 24"/>
                <a:gd name="T5" fmla="*/ 166 h 27"/>
                <a:gd name="T6" fmla="*/ 165 w 24"/>
                <a:gd name="T7" fmla="*/ 273 h 27"/>
                <a:gd name="T8" fmla="*/ 217 w 24"/>
                <a:gd name="T9" fmla="*/ 186 h 27"/>
                <a:gd name="T10" fmla="*/ 183 w 24"/>
                <a:gd name="T11" fmla="*/ 96 h 27"/>
                <a:gd name="T12" fmla="*/ 152 w 24"/>
                <a:gd name="T13" fmla="*/ 3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7" y="23"/>
                    <a:pt x="14" y="27"/>
                    <a:pt x="18" y="26"/>
                  </a:cubicBezTo>
                  <a:cubicBezTo>
                    <a:pt x="22" y="24"/>
                    <a:pt x="24" y="21"/>
                    <a:pt x="24" y="18"/>
                  </a:cubicBezTo>
                  <a:cubicBezTo>
                    <a:pt x="24" y="14"/>
                    <a:pt x="21" y="11"/>
                    <a:pt x="20" y="9"/>
                  </a:cubicBezTo>
                  <a:cubicBezTo>
                    <a:pt x="19" y="7"/>
                    <a:pt x="19" y="4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32" name="Freeform 313">
              <a:extLst>
                <a:ext uri="{FF2B5EF4-FFF2-40B4-BE49-F238E27FC236}">
                  <a16:creationId xmlns:a16="http://schemas.microsoft.com/office/drawing/2014/main" id="{6B79299B-2E1B-49E2-AA21-E441A1BC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694"/>
              <a:ext cx="18" cy="31"/>
            </a:xfrm>
            <a:custGeom>
              <a:avLst/>
              <a:gdLst>
                <a:gd name="T0" fmla="*/ 8 w 9"/>
                <a:gd name="T1" fmla="*/ 9 h 14"/>
                <a:gd name="T2" fmla="*/ 0 w 9"/>
                <a:gd name="T3" fmla="*/ 64 h 14"/>
                <a:gd name="T4" fmla="*/ 48 w 9"/>
                <a:gd name="T5" fmla="*/ 153 h 14"/>
                <a:gd name="T6" fmla="*/ 72 w 9"/>
                <a:gd name="T7" fmla="*/ 153 h 14"/>
                <a:gd name="T8" fmla="*/ 72 w 9"/>
                <a:gd name="T9" fmla="*/ 153 h 14"/>
                <a:gd name="T10" fmla="*/ 48 w 9"/>
                <a:gd name="T11" fmla="*/ 153 h 14"/>
                <a:gd name="T12" fmla="*/ 0 w 9"/>
                <a:gd name="T13" fmla="*/ 64 h 14"/>
                <a:gd name="T14" fmla="*/ 8 w 9"/>
                <a:gd name="T15" fmla="*/ 9 h 14"/>
                <a:gd name="T16" fmla="*/ 32 w 9"/>
                <a:gd name="T17" fmla="*/ 9 h 14"/>
                <a:gd name="T18" fmla="*/ 32 w 9"/>
                <a:gd name="T19" fmla="*/ 9 h 14"/>
                <a:gd name="T20" fmla="*/ 8 w 9"/>
                <a:gd name="T21" fmla="*/ 9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4">
                  <a:moveTo>
                    <a:pt x="1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10"/>
                    <a:pt x="3" y="13"/>
                    <a:pt x="6" y="14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4"/>
                    <a:pt x="7" y="14"/>
                    <a:pt x="6" y="14"/>
                  </a:cubicBezTo>
                  <a:cubicBezTo>
                    <a:pt x="4" y="13"/>
                    <a:pt x="1" y="10"/>
                    <a:pt x="0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3" name="Freeform 314">
              <a:extLst>
                <a:ext uri="{FF2B5EF4-FFF2-40B4-BE49-F238E27FC236}">
                  <a16:creationId xmlns:a16="http://schemas.microsoft.com/office/drawing/2014/main" id="{3E692A37-4C43-4D4A-AFAE-ECAEF7554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786"/>
              <a:ext cx="61" cy="66"/>
            </a:xfrm>
            <a:custGeom>
              <a:avLst/>
              <a:gdLst>
                <a:gd name="T0" fmla="*/ 144 w 30"/>
                <a:gd name="T1" fmla="*/ 310 h 30"/>
                <a:gd name="T2" fmla="*/ 228 w 30"/>
                <a:gd name="T3" fmla="*/ 141 h 30"/>
                <a:gd name="T4" fmla="*/ 67 w 30"/>
                <a:gd name="T5" fmla="*/ 53 h 30"/>
                <a:gd name="T6" fmla="*/ 144 w 30"/>
                <a:gd name="T7" fmla="*/ 31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0">
                  <a:moveTo>
                    <a:pt x="17" y="29"/>
                  </a:moveTo>
                  <a:cubicBezTo>
                    <a:pt x="25" y="30"/>
                    <a:pt x="30" y="22"/>
                    <a:pt x="27" y="13"/>
                  </a:cubicBezTo>
                  <a:cubicBezTo>
                    <a:pt x="24" y="4"/>
                    <a:pt x="16" y="0"/>
                    <a:pt x="8" y="5"/>
                  </a:cubicBezTo>
                  <a:cubicBezTo>
                    <a:pt x="0" y="9"/>
                    <a:pt x="3" y="30"/>
                    <a:pt x="17" y="29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34" name="Freeform 315">
              <a:extLst>
                <a:ext uri="{FF2B5EF4-FFF2-40B4-BE49-F238E27FC236}">
                  <a16:creationId xmlns:a16="http://schemas.microsoft.com/office/drawing/2014/main" id="{7E331A8B-8DCA-444A-86C1-866F8CB5C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806"/>
              <a:ext cx="33" cy="33"/>
            </a:xfrm>
            <a:custGeom>
              <a:avLst/>
              <a:gdLst>
                <a:gd name="T0" fmla="*/ 124 w 16"/>
                <a:gd name="T1" fmla="*/ 44 h 15"/>
                <a:gd name="T2" fmla="*/ 124 w 16"/>
                <a:gd name="T3" fmla="*/ 117 h 15"/>
                <a:gd name="T4" fmla="*/ 60 w 16"/>
                <a:gd name="T5" fmla="*/ 150 h 15"/>
                <a:gd name="T6" fmla="*/ 8 w 16"/>
                <a:gd name="T7" fmla="*/ 88 h 15"/>
                <a:gd name="T8" fmla="*/ 17 w 16"/>
                <a:gd name="T9" fmla="*/ 0 h 15"/>
                <a:gd name="T10" fmla="*/ 17 w 16"/>
                <a:gd name="T11" fmla="*/ 0 h 15"/>
                <a:gd name="T12" fmla="*/ 8 w 16"/>
                <a:gd name="T13" fmla="*/ 88 h 15"/>
                <a:gd name="T14" fmla="*/ 60 w 16"/>
                <a:gd name="T15" fmla="*/ 150 h 15"/>
                <a:gd name="T16" fmla="*/ 124 w 16"/>
                <a:gd name="T17" fmla="*/ 117 h 15"/>
                <a:gd name="T18" fmla="*/ 124 w 16"/>
                <a:gd name="T19" fmla="*/ 44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5">
                  <a:moveTo>
                    <a:pt x="14" y="4"/>
                  </a:moveTo>
                  <a:cubicBezTo>
                    <a:pt x="16" y="6"/>
                    <a:pt x="15" y="9"/>
                    <a:pt x="14" y="11"/>
                  </a:cubicBezTo>
                  <a:cubicBezTo>
                    <a:pt x="12" y="13"/>
                    <a:pt x="9" y="15"/>
                    <a:pt x="7" y="14"/>
                  </a:cubicBezTo>
                  <a:cubicBezTo>
                    <a:pt x="4" y="14"/>
                    <a:pt x="2" y="11"/>
                    <a:pt x="1" y="8"/>
                  </a:cubicBezTo>
                  <a:cubicBezTo>
                    <a:pt x="0" y="5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5"/>
                    <a:pt x="1" y="8"/>
                  </a:cubicBezTo>
                  <a:cubicBezTo>
                    <a:pt x="2" y="11"/>
                    <a:pt x="4" y="14"/>
                    <a:pt x="7" y="14"/>
                  </a:cubicBezTo>
                  <a:cubicBezTo>
                    <a:pt x="9" y="15"/>
                    <a:pt x="12" y="13"/>
                    <a:pt x="14" y="11"/>
                  </a:cubicBezTo>
                  <a:cubicBezTo>
                    <a:pt x="16" y="9"/>
                    <a:pt x="16" y="6"/>
                    <a:pt x="14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5" name="Freeform 316">
              <a:extLst>
                <a:ext uri="{FF2B5EF4-FFF2-40B4-BE49-F238E27FC236}">
                  <a16:creationId xmlns:a16="http://schemas.microsoft.com/office/drawing/2014/main" id="{AD57415E-6B16-4B92-B516-EFE566AFC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880"/>
              <a:ext cx="58" cy="61"/>
            </a:xfrm>
            <a:custGeom>
              <a:avLst/>
              <a:gdLst>
                <a:gd name="T0" fmla="*/ 52 w 28"/>
                <a:gd name="T1" fmla="*/ 61 h 28"/>
                <a:gd name="T2" fmla="*/ 197 w 28"/>
                <a:gd name="T3" fmla="*/ 72 h 28"/>
                <a:gd name="T4" fmla="*/ 189 w 28"/>
                <a:gd name="T5" fmla="*/ 246 h 28"/>
                <a:gd name="T6" fmla="*/ 52 w 28"/>
                <a:gd name="T7" fmla="*/ 6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6" y="6"/>
                  </a:moveTo>
                  <a:cubicBezTo>
                    <a:pt x="9" y="0"/>
                    <a:pt x="17" y="0"/>
                    <a:pt x="22" y="7"/>
                  </a:cubicBezTo>
                  <a:cubicBezTo>
                    <a:pt x="28" y="13"/>
                    <a:pt x="28" y="20"/>
                    <a:pt x="21" y="24"/>
                  </a:cubicBezTo>
                  <a:cubicBezTo>
                    <a:pt x="15" y="28"/>
                    <a:pt x="0" y="16"/>
                    <a:pt x="6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36" name="Freeform 317">
              <a:extLst>
                <a:ext uri="{FF2B5EF4-FFF2-40B4-BE49-F238E27FC236}">
                  <a16:creationId xmlns:a16="http://schemas.microsoft.com/office/drawing/2014/main" id="{E7654027-DBEE-405D-A09D-EBDED3B93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896"/>
              <a:ext cx="24" cy="30"/>
            </a:xfrm>
            <a:custGeom>
              <a:avLst/>
              <a:gdLst>
                <a:gd name="T0" fmla="*/ 96 w 12"/>
                <a:gd name="T1" fmla="*/ 28 h 14"/>
                <a:gd name="T2" fmla="*/ 48 w 12"/>
                <a:gd name="T3" fmla="*/ 0 h 14"/>
                <a:gd name="T4" fmla="*/ 8 w 12"/>
                <a:gd name="T5" fmla="*/ 41 h 14"/>
                <a:gd name="T6" fmla="*/ 24 w 12"/>
                <a:gd name="T7" fmla="*/ 109 h 14"/>
                <a:gd name="T8" fmla="*/ 80 w 12"/>
                <a:gd name="T9" fmla="*/ 137 h 14"/>
                <a:gd name="T10" fmla="*/ 80 w 12"/>
                <a:gd name="T11" fmla="*/ 137 h 14"/>
                <a:gd name="T12" fmla="*/ 24 w 12"/>
                <a:gd name="T13" fmla="*/ 109 h 14"/>
                <a:gd name="T14" fmla="*/ 8 w 12"/>
                <a:gd name="T15" fmla="*/ 41 h 14"/>
                <a:gd name="T16" fmla="*/ 48 w 12"/>
                <a:gd name="T17" fmla="*/ 0 h 14"/>
                <a:gd name="T18" fmla="*/ 96 w 12"/>
                <a:gd name="T19" fmla="*/ 28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4">
                  <a:moveTo>
                    <a:pt x="12" y="3"/>
                  </a:moveTo>
                  <a:cubicBezTo>
                    <a:pt x="11" y="1"/>
                    <a:pt x="8" y="0"/>
                    <a:pt x="6" y="0"/>
                  </a:cubicBezTo>
                  <a:cubicBezTo>
                    <a:pt x="4" y="0"/>
                    <a:pt x="2" y="2"/>
                    <a:pt x="1" y="4"/>
                  </a:cubicBezTo>
                  <a:cubicBezTo>
                    <a:pt x="0" y="6"/>
                    <a:pt x="1" y="9"/>
                    <a:pt x="3" y="11"/>
                  </a:cubicBezTo>
                  <a:cubicBezTo>
                    <a:pt x="5" y="13"/>
                    <a:pt x="7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7" y="14"/>
                    <a:pt x="5" y="13"/>
                    <a:pt x="3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1" y="2"/>
                    <a:pt x="4" y="0"/>
                    <a:pt x="6" y="0"/>
                  </a:cubicBezTo>
                  <a:cubicBezTo>
                    <a:pt x="8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7" name="Freeform 318">
              <a:extLst>
                <a:ext uri="{FF2B5EF4-FFF2-40B4-BE49-F238E27FC236}">
                  <a16:creationId xmlns:a16="http://schemas.microsoft.com/office/drawing/2014/main" id="{2A836ADF-931E-4280-BA28-F802C6DFE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841"/>
              <a:ext cx="49" cy="61"/>
            </a:xfrm>
            <a:custGeom>
              <a:avLst/>
              <a:gdLst>
                <a:gd name="T0" fmla="*/ 145 w 24"/>
                <a:gd name="T1" fmla="*/ 44 h 28"/>
                <a:gd name="T2" fmla="*/ 84 w 24"/>
                <a:gd name="T3" fmla="*/ 0 h 28"/>
                <a:gd name="T4" fmla="*/ 25 w 24"/>
                <a:gd name="T5" fmla="*/ 166 h 28"/>
                <a:gd name="T6" fmla="*/ 155 w 24"/>
                <a:gd name="T7" fmla="*/ 270 h 28"/>
                <a:gd name="T8" fmla="*/ 204 w 24"/>
                <a:gd name="T9" fmla="*/ 185 h 28"/>
                <a:gd name="T10" fmla="*/ 172 w 24"/>
                <a:gd name="T11" fmla="*/ 105 h 28"/>
                <a:gd name="T12" fmla="*/ 145 w 24"/>
                <a:gd name="T13" fmla="*/ 4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1"/>
                    <a:pt x="10" y="0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6" y="24"/>
                    <a:pt x="14" y="28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5"/>
                    <a:pt x="21" y="12"/>
                    <a:pt x="20" y="10"/>
                  </a:cubicBezTo>
                  <a:cubicBezTo>
                    <a:pt x="19" y="8"/>
                    <a:pt x="18" y="5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38" name="Freeform 319">
              <a:extLst>
                <a:ext uri="{FF2B5EF4-FFF2-40B4-BE49-F238E27FC236}">
                  <a16:creationId xmlns:a16="http://schemas.microsoft.com/office/drawing/2014/main" id="{CD5C5E63-BC0C-48D0-93E6-D566BEB70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856"/>
              <a:ext cx="20" cy="31"/>
            </a:xfrm>
            <a:custGeom>
              <a:avLst/>
              <a:gdLst>
                <a:gd name="T0" fmla="*/ 16 w 10"/>
                <a:gd name="T1" fmla="*/ 0 h 14"/>
                <a:gd name="T2" fmla="*/ 8 w 10"/>
                <a:gd name="T3" fmla="*/ 64 h 14"/>
                <a:gd name="T4" fmla="*/ 48 w 10"/>
                <a:gd name="T5" fmla="*/ 153 h 14"/>
                <a:gd name="T6" fmla="*/ 80 w 10"/>
                <a:gd name="T7" fmla="*/ 153 h 14"/>
                <a:gd name="T8" fmla="*/ 80 w 10"/>
                <a:gd name="T9" fmla="*/ 153 h 14"/>
                <a:gd name="T10" fmla="*/ 56 w 10"/>
                <a:gd name="T11" fmla="*/ 142 h 14"/>
                <a:gd name="T12" fmla="*/ 8 w 10"/>
                <a:gd name="T13" fmla="*/ 64 h 14"/>
                <a:gd name="T14" fmla="*/ 16 w 10"/>
                <a:gd name="T15" fmla="*/ 0 h 14"/>
                <a:gd name="T16" fmla="*/ 40 w 10"/>
                <a:gd name="T17" fmla="*/ 0 h 14"/>
                <a:gd name="T18" fmla="*/ 40 w 10"/>
                <a:gd name="T19" fmla="*/ 0 h 14"/>
                <a:gd name="T20" fmla="*/ 16 w 10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4">
                  <a:moveTo>
                    <a:pt x="2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2" y="9"/>
                    <a:pt x="4" y="12"/>
                    <a:pt x="6" y="14"/>
                  </a:cubicBezTo>
                  <a:cubicBezTo>
                    <a:pt x="8" y="14"/>
                    <a:pt x="9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8" y="14"/>
                    <a:pt x="7" y="13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9" name="Freeform 320">
              <a:extLst>
                <a:ext uri="{FF2B5EF4-FFF2-40B4-BE49-F238E27FC236}">
                  <a16:creationId xmlns:a16="http://schemas.microsoft.com/office/drawing/2014/main" id="{A9F7EBCC-24EF-4234-9686-DA7D1210F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948"/>
              <a:ext cx="49" cy="79"/>
            </a:xfrm>
            <a:custGeom>
              <a:avLst/>
              <a:gdLst>
                <a:gd name="T0" fmla="*/ 204 w 24"/>
                <a:gd name="T1" fmla="*/ 140 h 36"/>
                <a:gd name="T2" fmla="*/ 172 w 24"/>
                <a:gd name="T3" fmla="*/ 64 h 36"/>
                <a:gd name="T4" fmla="*/ 25 w 24"/>
                <a:gd name="T5" fmla="*/ 158 h 36"/>
                <a:gd name="T6" fmla="*/ 76 w 24"/>
                <a:gd name="T7" fmla="*/ 362 h 36"/>
                <a:gd name="T8" fmla="*/ 163 w 24"/>
                <a:gd name="T9" fmla="*/ 327 h 36"/>
                <a:gd name="T10" fmla="*/ 188 w 24"/>
                <a:gd name="T11" fmla="*/ 222 h 36"/>
                <a:gd name="T12" fmla="*/ 204 w 24"/>
                <a:gd name="T13" fmla="*/ 14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6">
                  <a:moveTo>
                    <a:pt x="24" y="13"/>
                  </a:moveTo>
                  <a:cubicBezTo>
                    <a:pt x="23" y="10"/>
                    <a:pt x="22" y="8"/>
                    <a:pt x="20" y="6"/>
                  </a:cubicBezTo>
                  <a:cubicBezTo>
                    <a:pt x="13" y="0"/>
                    <a:pt x="5" y="6"/>
                    <a:pt x="3" y="15"/>
                  </a:cubicBezTo>
                  <a:cubicBezTo>
                    <a:pt x="0" y="24"/>
                    <a:pt x="4" y="32"/>
                    <a:pt x="9" y="34"/>
                  </a:cubicBezTo>
                  <a:cubicBezTo>
                    <a:pt x="13" y="36"/>
                    <a:pt x="17" y="34"/>
                    <a:pt x="19" y="31"/>
                  </a:cubicBezTo>
                  <a:cubicBezTo>
                    <a:pt x="21" y="28"/>
                    <a:pt x="22" y="23"/>
                    <a:pt x="22" y="21"/>
                  </a:cubicBezTo>
                  <a:cubicBezTo>
                    <a:pt x="23" y="18"/>
                    <a:pt x="24" y="16"/>
                    <a:pt x="24" y="1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40" name="Freeform 321">
              <a:extLst>
                <a:ext uri="{FF2B5EF4-FFF2-40B4-BE49-F238E27FC236}">
                  <a16:creationId xmlns:a16="http://schemas.microsoft.com/office/drawing/2014/main" id="{10EBA3F8-68EF-4C7B-AB5B-1DE770E53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972"/>
              <a:ext cx="19" cy="37"/>
            </a:xfrm>
            <a:custGeom>
              <a:avLst/>
              <a:gdLst>
                <a:gd name="T0" fmla="*/ 57 w 9"/>
                <a:gd name="T1" fmla="*/ 0 h 17"/>
                <a:gd name="T2" fmla="*/ 17 w 9"/>
                <a:gd name="T3" fmla="*/ 44 h 17"/>
                <a:gd name="T4" fmla="*/ 8 w 9"/>
                <a:gd name="T5" fmla="*/ 157 h 17"/>
                <a:gd name="T6" fmla="*/ 36 w 9"/>
                <a:gd name="T7" fmla="*/ 176 h 17"/>
                <a:gd name="T8" fmla="*/ 36 w 9"/>
                <a:gd name="T9" fmla="*/ 176 h 17"/>
                <a:gd name="T10" fmla="*/ 8 w 9"/>
                <a:gd name="T11" fmla="*/ 141 h 17"/>
                <a:gd name="T12" fmla="*/ 17 w 9"/>
                <a:gd name="T13" fmla="*/ 44 h 17"/>
                <a:gd name="T14" fmla="*/ 57 w 9"/>
                <a:gd name="T15" fmla="*/ 0 h 17"/>
                <a:gd name="T16" fmla="*/ 84 w 9"/>
                <a:gd name="T17" fmla="*/ 20 h 17"/>
                <a:gd name="T18" fmla="*/ 84 w 9"/>
                <a:gd name="T19" fmla="*/ 20 h 17"/>
                <a:gd name="T20" fmla="*/ 57 w 9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7">
                  <a:moveTo>
                    <a:pt x="6" y="0"/>
                  </a:moveTo>
                  <a:cubicBezTo>
                    <a:pt x="4" y="0"/>
                    <a:pt x="3" y="2"/>
                    <a:pt x="2" y="4"/>
                  </a:cubicBezTo>
                  <a:cubicBezTo>
                    <a:pt x="0" y="8"/>
                    <a:pt x="0" y="12"/>
                    <a:pt x="1" y="15"/>
                  </a:cubicBezTo>
                  <a:cubicBezTo>
                    <a:pt x="1" y="16"/>
                    <a:pt x="2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2"/>
                    <a:pt x="0" y="8"/>
                    <a:pt x="2" y="4"/>
                  </a:cubicBezTo>
                  <a:cubicBezTo>
                    <a:pt x="3" y="2"/>
                    <a:pt x="5" y="0"/>
                    <a:pt x="6" y="0"/>
                  </a:cubicBezTo>
                  <a:cubicBezTo>
                    <a:pt x="7" y="0"/>
                    <a:pt x="8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1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1" name="Freeform 322">
              <a:extLst>
                <a:ext uri="{FF2B5EF4-FFF2-40B4-BE49-F238E27FC236}">
                  <a16:creationId xmlns:a16="http://schemas.microsoft.com/office/drawing/2014/main" id="{717882BD-4BF9-4787-A14C-D2926B344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970"/>
              <a:ext cx="57" cy="63"/>
            </a:xfrm>
            <a:custGeom>
              <a:avLst/>
              <a:gdLst>
                <a:gd name="T0" fmla="*/ 161 w 28"/>
                <a:gd name="T1" fmla="*/ 254 h 29"/>
                <a:gd name="T2" fmla="*/ 195 w 28"/>
                <a:gd name="T3" fmla="*/ 80 h 29"/>
                <a:gd name="T4" fmla="*/ 41 w 28"/>
                <a:gd name="T5" fmla="*/ 61 h 29"/>
                <a:gd name="T6" fmla="*/ 161 w 28"/>
                <a:gd name="T7" fmla="*/ 25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9">
                  <a:moveTo>
                    <a:pt x="19" y="25"/>
                  </a:moveTo>
                  <a:cubicBezTo>
                    <a:pt x="26" y="23"/>
                    <a:pt x="28" y="15"/>
                    <a:pt x="23" y="8"/>
                  </a:cubicBezTo>
                  <a:cubicBezTo>
                    <a:pt x="19" y="1"/>
                    <a:pt x="11" y="0"/>
                    <a:pt x="5" y="6"/>
                  </a:cubicBezTo>
                  <a:cubicBezTo>
                    <a:pt x="0" y="11"/>
                    <a:pt x="7" y="29"/>
                    <a:pt x="19" y="2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42" name="Freeform 323">
              <a:extLst>
                <a:ext uri="{FF2B5EF4-FFF2-40B4-BE49-F238E27FC236}">
                  <a16:creationId xmlns:a16="http://schemas.microsoft.com/office/drawing/2014/main" id="{6093E440-6059-4CCC-ACAA-B7B9DF367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990"/>
              <a:ext cx="31" cy="24"/>
            </a:xfrm>
            <a:custGeom>
              <a:avLst/>
              <a:gdLst>
                <a:gd name="T0" fmla="*/ 107 w 15"/>
                <a:gd name="T1" fmla="*/ 0 h 11"/>
                <a:gd name="T2" fmla="*/ 124 w 15"/>
                <a:gd name="T3" fmla="*/ 61 h 11"/>
                <a:gd name="T4" fmla="*/ 72 w 15"/>
                <a:gd name="T5" fmla="*/ 113 h 11"/>
                <a:gd name="T6" fmla="*/ 17 w 15"/>
                <a:gd name="T7" fmla="*/ 72 h 11"/>
                <a:gd name="T8" fmla="*/ 8 w 15"/>
                <a:gd name="T9" fmla="*/ 0 h 11"/>
                <a:gd name="T10" fmla="*/ 8 w 15"/>
                <a:gd name="T11" fmla="*/ 0 h 11"/>
                <a:gd name="T12" fmla="*/ 17 w 15"/>
                <a:gd name="T13" fmla="*/ 72 h 11"/>
                <a:gd name="T14" fmla="*/ 72 w 15"/>
                <a:gd name="T15" fmla="*/ 113 h 11"/>
                <a:gd name="T16" fmla="*/ 124 w 15"/>
                <a:gd name="T17" fmla="*/ 61 h 11"/>
                <a:gd name="T18" fmla="*/ 107 w 15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1">
                  <a:moveTo>
                    <a:pt x="12" y="0"/>
                  </a:moveTo>
                  <a:cubicBezTo>
                    <a:pt x="14" y="2"/>
                    <a:pt x="14" y="4"/>
                    <a:pt x="14" y="6"/>
                  </a:cubicBezTo>
                  <a:cubicBezTo>
                    <a:pt x="13" y="9"/>
                    <a:pt x="11" y="11"/>
                    <a:pt x="8" y="11"/>
                  </a:cubicBezTo>
                  <a:cubicBezTo>
                    <a:pt x="6" y="11"/>
                    <a:pt x="4" y="9"/>
                    <a:pt x="2" y="7"/>
                  </a:cubicBezTo>
                  <a:cubicBezTo>
                    <a:pt x="0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4" y="10"/>
                    <a:pt x="6" y="11"/>
                    <a:pt x="8" y="11"/>
                  </a:cubicBezTo>
                  <a:cubicBezTo>
                    <a:pt x="11" y="11"/>
                    <a:pt x="13" y="9"/>
                    <a:pt x="14" y="6"/>
                  </a:cubicBezTo>
                  <a:cubicBezTo>
                    <a:pt x="15" y="4"/>
                    <a:pt x="14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3" name="Freeform 324">
              <a:extLst>
                <a:ext uri="{FF2B5EF4-FFF2-40B4-BE49-F238E27FC236}">
                  <a16:creationId xmlns:a16="http://schemas.microsoft.com/office/drawing/2014/main" id="{DB7CF5C6-44CB-43C1-AFF4-E71095B43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882"/>
              <a:ext cx="57" cy="59"/>
            </a:xfrm>
            <a:custGeom>
              <a:avLst/>
              <a:gdLst>
                <a:gd name="T0" fmla="*/ 169 w 28"/>
                <a:gd name="T1" fmla="*/ 44 h 27"/>
                <a:gd name="T2" fmla="*/ 92 w 28"/>
                <a:gd name="T3" fmla="*/ 9 h 27"/>
                <a:gd name="T4" fmla="*/ 33 w 28"/>
                <a:gd name="T5" fmla="*/ 72 h 27"/>
                <a:gd name="T6" fmla="*/ 108 w 28"/>
                <a:gd name="T7" fmla="*/ 262 h 27"/>
                <a:gd name="T8" fmla="*/ 236 w 28"/>
                <a:gd name="T9" fmla="*/ 157 h 27"/>
                <a:gd name="T10" fmla="*/ 169 w 28"/>
                <a:gd name="T11" fmla="*/ 4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0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4" y="7"/>
                  </a:cubicBezTo>
                  <a:cubicBezTo>
                    <a:pt x="0" y="14"/>
                    <a:pt x="5" y="23"/>
                    <a:pt x="13" y="25"/>
                  </a:cubicBezTo>
                  <a:cubicBezTo>
                    <a:pt x="22" y="27"/>
                    <a:pt x="28" y="21"/>
                    <a:pt x="28" y="15"/>
                  </a:cubicBezTo>
                  <a:cubicBezTo>
                    <a:pt x="28" y="10"/>
                    <a:pt x="26" y="8"/>
                    <a:pt x="20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44" name="Freeform 325">
              <a:extLst>
                <a:ext uri="{FF2B5EF4-FFF2-40B4-BE49-F238E27FC236}">
                  <a16:creationId xmlns:a16="http://schemas.microsoft.com/office/drawing/2014/main" id="{37C0E199-0C52-4FD4-AA55-0087710B9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898"/>
              <a:ext cx="31" cy="28"/>
            </a:xfrm>
            <a:custGeom>
              <a:avLst/>
              <a:gdLst>
                <a:gd name="T0" fmla="*/ 124 w 15"/>
                <a:gd name="T1" fmla="*/ 52 h 13"/>
                <a:gd name="T2" fmla="*/ 116 w 15"/>
                <a:gd name="T3" fmla="*/ 112 h 13"/>
                <a:gd name="T4" fmla="*/ 35 w 15"/>
                <a:gd name="T5" fmla="*/ 101 h 13"/>
                <a:gd name="T6" fmla="*/ 0 w 15"/>
                <a:gd name="T7" fmla="*/ 28 h 13"/>
                <a:gd name="T8" fmla="*/ 25 w 15"/>
                <a:gd name="T9" fmla="*/ 0 h 13"/>
                <a:gd name="T10" fmla="*/ 25 w 15"/>
                <a:gd name="T11" fmla="*/ 0 h 13"/>
                <a:gd name="T12" fmla="*/ 0 w 15"/>
                <a:gd name="T13" fmla="*/ 28 h 13"/>
                <a:gd name="T14" fmla="*/ 35 w 15"/>
                <a:gd name="T15" fmla="*/ 101 h 13"/>
                <a:gd name="T16" fmla="*/ 116 w 15"/>
                <a:gd name="T17" fmla="*/ 112 h 13"/>
                <a:gd name="T18" fmla="*/ 124 w 15"/>
                <a:gd name="T19" fmla="*/ 52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3">
                  <a:moveTo>
                    <a:pt x="14" y="5"/>
                  </a:moveTo>
                  <a:cubicBezTo>
                    <a:pt x="15" y="7"/>
                    <a:pt x="14" y="10"/>
                    <a:pt x="13" y="11"/>
                  </a:cubicBezTo>
                  <a:cubicBezTo>
                    <a:pt x="11" y="12"/>
                    <a:pt x="7" y="13"/>
                    <a:pt x="4" y="10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5"/>
                    <a:pt x="0" y="7"/>
                    <a:pt x="4" y="10"/>
                  </a:cubicBezTo>
                  <a:cubicBezTo>
                    <a:pt x="7" y="13"/>
                    <a:pt x="11" y="13"/>
                    <a:pt x="13" y="11"/>
                  </a:cubicBezTo>
                  <a:cubicBezTo>
                    <a:pt x="14" y="10"/>
                    <a:pt x="15" y="8"/>
                    <a:pt x="14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5" name="Freeform 326">
              <a:extLst>
                <a:ext uri="{FF2B5EF4-FFF2-40B4-BE49-F238E27FC236}">
                  <a16:creationId xmlns:a16="http://schemas.microsoft.com/office/drawing/2014/main" id="{FF12323C-C536-4C46-9BBC-2B1586C97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922"/>
              <a:ext cx="49" cy="61"/>
            </a:xfrm>
            <a:custGeom>
              <a:avLst/>
              <a:gdLst>
                <a:gd name="T0" fmla="*/ 145 w 24"/>
                <a:gd name="T1" fmla="*/ 44 h 28"/>
                <a:gd name="T2" fmla="*/ 92 w 24"/>
                <a:gd name="T3" fmla="*/ 9 h 28"/>
                <a:gd name="T4" fmla="*/ 25 w 24"/>
                <a:gd name="T5" fmla="*/ 166 h 28"/>
                <a:gd name="T6" fmla="*/ 155 w 24"/>
                <a:gd name="T7" fmla="*/ 281 h 28"/>
                <a:gd name="T8" fmla="*/ 204 w 24"/>
                <a:gd name="T9" fmla="*/ 194 h 28"/>
                <a:gd name="T10" fmla="*/ 172 w 24"/>
                <a:gd name="T11" fmla="*/ 105 h 28"/>
                <a:gd name="T12" fmla="*/ 145 w 24"/>
                <a:gd name="T13" fmla="*/ 4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1"/>
                    <a:pt x="11" y="1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6" y="24"/>
                    <a:pt x="14" y="28"/>
                    <a:pt x="18" y="27"/>
                  </a:cubicBezTo>
                  <a:cubicBezTo>
                    <a:pt x="22" y="25"/>
                    <a:pt x="24" y="22"/>
                    <a:pt x="24" y="19"/>
                  </a:cubicBezTo>
                  <a:cubicBezTo>
                    <a:pt x="23" y="15"/>
                    <a:pt x="21" y="12"/>
                    <a:pt x="20" y="10"/>
                  </a:cubicBezTo>
                  <a:cubicBezTo>
                    <a:pt x="19" y="8"/>
                    <a:pt x="18" y="5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46" name="Freeform 327">
              <a:extLst>
                <a:ext uri="{FF2B5EF4-FFF2-40B4-BE49-F238E27FC236}">
                  <a16:creationId xmlns:a16="http://schemas.microsoft.com/office/drawing/2014/main" id="{DC8A8598-EE9B-4C81-997B-995B4F02C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937"/>
              <a:ext cx="21" cy="31"/>
            </a:xfrm>
            <a:custGeom>
              <a:avLst/>
              <a:gdLst>
                <a:gd name="T0" fmla="*/ 17 w 10"/>
                <a:gd name="T1" fmla="*/ 0 h 14"/>
                <a:gd name="T2" fmla="*/ 8 w 10"/>
                <a:gd name="T3" fmla="*/ 64 h 14"/>
                <a:gd name="T4" fmla="*/ 57 w 10"/>
                <a:gd name="T5" fmla="*/ 153 h 14"/>
                <a:gd name="T6" fmla="*/ 92 w 10"/>
                <a:gd name="T7" fmla="*/ 153 h 14"/>
                <a:gd name="T8" fmla="*/ 92 w 10"/>
                <a:gd name="T9" fmla="*/ 153 h 14"/>
                <a:gd name="T10" fmla="*/ 57 w 10"/>
                <a:gd name="T11" fmla="*/ 153 h 14"/>
                <a:gd name="T12" fmla="*/ 8 w 10"/>
                <a:gd name="T13" fmla="*/ 64 h 14"/>
                <a:gd name="T14" fmla="*/ 17 w 10"/>
                <a:gd name="T15" fmla="*/ 9 h 14"/>
                <a:gd name="T16" fmla="*/ 48 w 10"/>
                <a:gd name="T17" fmla="*/ 0 h 14"/>
                <a:gd name="T18" fmla="*/ 48 w 10"/>
                <a:gd name="T19" fmla="*/ 0 h 14"/>
                <a:gd name="T20" fmla="*/ 17 w 10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4">
                  <a:moveTo>
                    <a:pt x="2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2" y="9"/>
                    <a:pt x="4" y="13"/>
                    <a:pt x="6" y="14"/>
                  </a:cubicBezTo>
                  <a:cubicBezTo>
                    <a:pt x="7" y="14"/>
                    <a:pt x="9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8" y="14"/>
                    <a:pt x="6" y="14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1" y="3"/>
                    <a:pt x="1" y="1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7" name="Freeform 328">
              <a:extLst>
                <a:ext uri="{FF2B5EF4-FFF2-40B4-BE49-F238E27FC236}">
                  <a16:creationId xmlns:a16="http://schemas.microsoft.com/office/drawing/2014/main" id="{4E9DA934-2C72-4398-AA3E-F7E1D18DC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2708"/>
              <a:ext cx="61" cy="54"/>
            </a:xfrm>
            <a:custGeom>
              <a:avLst/>
              <a:gdLst>
                <a:gd name="T0" fmla="*/ 153 w 30"/>
                <a:gd name="T1" fmla="*/ 19 h 25"/>
                <a:gd name="T2" fmla="*/ 67 w 30"/>
                <a:gd name="T3" fmla="*/ 9 h 25"/>
                <a:gd name="T4" fmla="*/ 16 w 30"/>
                <a:gd name="T5" fmla="*/ 80 h 25"/>
                <a:gd name="T6" fmla="*/ 136 w 30"/>
                <a:gd name="T7" fmla="*/ 242 h 25"/>
                <a:gd name="T8" fmla="*/ 244 w 30"/>
                <a:gd name="T9" fmla="*/ 121 h 25"/>
                <a:gd name="T10" fmla="*/ 153 w 30"/>
                <a:gd name="T11" fmla="*/ 1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5">
                  <a:moveTo>
                    <a:pt x="18" y="2"/>
                  </a:moveTo>
                  <a:cubicBezTo>
                    <a:pt x="14" y="1"/>
                    <a:pt x="11" y="0"/>
                    <a:pt x="8" y="1"/>
                  </a:cubicBezTo>
                  <a:cubicBezTo>
                    <a:pt x="5" y="3"/>
                    <a:pt x="2" y="5"/>
                    <a:pt x="2" y="8"/>
                  </a:cubicBezTo>
                  <a:cubicBezTo>
                    <a:pt x="0" y="15"/>
                    <a:pt x="7" y="23"/>
                    <a:pt x="16" y="24"/>
                  </a:cubicBezTo>
                  <a:cubicBezTo>
                    <a:pt x="25" y="25"/>
                    <a:pt x="30" y="17"/>
                    <a:pt x="29" y="12"/>
                  </a:cubicBezTo>
                  <a:cubicBezTo>
                    <a:pt x="27" y="7"/>
                    <a:pt x="25" y="5"/>
                    <a:pt x="18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48" name="Freeform 329">
              <a:extLst>
                <a:ext uri="{FF2B5EF4-FFF2-40B4-BE49-F238E27FC236}">
                  <a16:creationId xmlns:a16="http://schemas.microsoft.com/office/drawing/2014/main" id="{5C9308ED-0F39-4EA9-86EE-2EDB455DD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721"/>
              <a:ext cx="33" cy="28"/>
            </a:xfrm>
            <a:custGeom>
              <a:avLst/>
              <a:gdLst>
                <a:gd name="T0" fmla="*/ 132 w 16"/>
                <a:gd name="T1" fmla="*/ 41 h 13"/>
                <a:gd name="T2" fmla="*/ 132 w 16"/>
                <a:gd name="T3" fmla="*/ 101 h 13"/>
                <a:gd name="T4" fmla="*/ 43 w 16"/>
                <a:gd name="T5" fmla="*/ 101 h 13"/>
                <a:gd name="T6" fmla="*/ 0 w 16"/>
                <a:gd name="T7" fmla="*/ 52 h 13"/>
                <a:gd name="T8" fmla="*/ 17 w 16"/>
                <a:gd name="T9" fmla="*/ 0 h 13"/>
                <a:gd name="T10" fmla="*/ 17 w 16"/>
                <a:gd name="T11" fmla="*/ 0 h 13"/>
                <a:gd name="T12" fmla="*/ 0 w 16"/>
                <a:gd name="T13" fmla="*/ 52 h 13"/>
                <a:gd name="T14" fmla="*/ 43 w 16"/>
                <a:gd name="T15" fmla="*/ 112 h 13"/>
                <a:gd name="T16" fmla="*/ 132 w 16"/>
                <a:gd name="T17" fmla="*/ 101 h 13"/>
                <a:gd name="T18" fmla="*/ 132 w 16"/>
                <a:gd name="T19" fmla="*/ 4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5" y="4"/>
                  </a:moveTo>
                  <a:cubicBezTo>
                    <a:pt x="16" y="6"/>
                    <a:pt x="16" y="8"/>
                    <a:pt x="15" y="10"/>
                  </a:cubicBezTo>
                  <a:cubicBezTo>
                    <a:pt x="13" y="12"/>
                    <a:pt x="10" y="13"/>
                    <a:pt x="5" y="10"/>
                  </a:cubicBezTo>
                  <a:cubicBezTo>
                    <a:pt x="1" y="8"/>
                    <a:pt x="1" y="6"/>
                    <a:pt x="0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6"/>
                    <a:pt x="1" y="9"/>
                    <a:pt x="5" y="11"/>
                  </a:cubicBezTo>
                  <a:cubicBezTo>
                    <a:pt x="10" y="13"/>
                    <a:pt x="13" y="12"/>
                    <a:pt x="15" y="10"/>
                  </a:cubicBezTo>
                  <a:cubicBezTo>
                    <a:pt x="16" y="8"/>
                    <a:pt x="16" y="6"/>
                    <a:pt x="15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9" name="Freeform 330">
              <a:extLst>
                <a:ext uri="{FF2B5EF4-FFF2-40B4-BE49-F238E27FC236}">
                  <a16:creationId xmlns:a16="http://schemas.microsoft.com/office/drawing/2014/main" id="{CA6FCB26-3A63-4C07-B97C-57CC9AD0A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734"/>
              <a:ext cx="64" cy="54"/>
            </a:xfrm>
            <a:custGeom>
              <a:avLst/>
              <a:gdLst>
                <a:gd name="T0" fmla="*/ 157 w 31"/>
                <a:gd name="T1" fmla="*/ 28 h 25"/>
                <a:gd name="T2" fmla="*/ 72 w 31"/>
                <a:gd name="T3" fmla="*/ 19 h 25"/>
                <a:gd name="T4" fmla="*/ 17 w 31"/>
                <a:gd name="T5" fmla="*/ 89 h 25"/>
                <a:gd name="T6" fmla="*/ 140 w 31"/>
                <a:gd name="T7" fmla="*/ 253 h 25"/>
                <a:gd name="T8" fmla="*/ 256 w 31"/>
                <a:gd name="T9" fmla="*/ 121 h 25"/>
                <a:gd name="T10" fmla="*/ 157 w 31"/>
                <a:gd name="T11" fmla="*/ 2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8" y="3"/>
                  </a:moveTo>
                  <a:cubicBezTo>
                    <a:pt x="15" y="1"/>
                    <a:pt x="11" y="0"/>
                    <a:pt x="8" y="2"/>
                  </a:cubicBezTo>
                  <a:cubicBezTo>
                    <a:pt x="5" y="3"/>
                    <a:pt x="3" y="5"/>
                    <a:pt x="2" y="9"/>
                  </a:cubicBezTo>
                  <a:cubicBezTo>
                    <a:pt x="0" y="16"/>
                    <a:pt x="7" y="24"/>
                    <a:pt x="16" y="25"/>
                  </a:cubicBezTo>
                  <a:cubicBezTo>
                    <a:pt x="25" y="25"/>
                    <a:pt x="31" y="18"/>
                    <a:pt x="29" y="12"/>
                  </a:cubicBezTo>
                  <a:cubicBezTo>
                    <a:pt x="28" y="7"/>
                    <a:pt x="25" y="6"/>
                    <a:pt x="18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50" name="Freeform 331">
              <a:extLst>
                <a:ext uri="{FF2B5EF4-FFF2-40B4-BE49-F238E27FC236}">
                  <a16:creationId xmlns:a16="http://schemas.microsoft.com/office/drawing/2014/main" id="{DDD5223B-0876-4061-B28B-B8E6543BB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749"/>
              <a:ext cx="34" cy="26"/>
            </a:xfrm>
            <a:custGeom>
              <a:avLst/>
              <a:gdLst>
                <a:gd name="T0" fmla="*/ 120 w 17"/>
                <a:gd name="T1" fmla="*/ 43 h 12"/>
                <a:gd name="T2" fmla="*/ 120 w 17"/>
                <a:gd name="T3" fmla="*/ 93 h 12"/>
                <a:gd name="T4" fmla="*/ 48 w 17"/>
                <a:gd name="T5" fmla="*/ 104 h 12"/>
                <a:gd name="T6" fmla="*/ 8 w 17"/>
                <a:gd name="T7" fmla="*/ 43 h 12"/>
                <a:gd name="T8" fmla="*/ 24 w 17"/>
                <a:gd name="T9" fmla="*/ 0 h 12"/>
                <a:gd name="T10" fmla="*/ 24 w 17"/>
                <a:gd name="T11" fmla="*/ 0 h 12"/>
                <a:gd name="T12" fmla="*/ 8 w 17"/>
                <a:gd name="T13" fmla="*/ 43 h 12"/>
                <a:gd name="T14" fmla="*/ 48 w 17"/>
                <a:gd name="T15" fmla="*/ 104 h 12"/>
                <a:gd name="T16" fmla="*/ 120 w 17"/>
                <a:gd name="T17" fmla="*/ 104 h 12"/>
                <a:gd name="T18" fmla="*/ 120 w 17"/>
                <a:gd name="T19" fmla="*/ 4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2">
                  <a:moveTo>
                    <a:pt x="15" y="4"/>
                  </a:moveTo>
                  <a:cubicBezTo>
                    <a:pt x="17" y="6"/>
                    <a:pt x="17" y="8"/>
                    <a:pt x="15" y="9"/>
                  </a:cubicBezTo>
                  <a:cubicBezTo>
                    <a:pt x="14" y="11"/>
                    <a:pt x="10" y="12"/>
                    <a:pt x="6" y="10"/>
                  </a:cubicBezTo>
                  <a:cubicBezTo>
                    <a:pt x="2" y="8"/>
                    <a:pt x="1" y="6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2"/>
                    <a:pt x="1" y="4"/>
                  </a:cubicBezTo>
                  <a:cubicBezTo>
                    <a:pt x="1" y="6"/>
                    <a:pt x="2" y="8"/>
                    <a:pt x="6" y="10"/>
                  </a:cubicBezTo>
                  <a:cubicBezTo>
                    <a:pt x="10" y="12"/>
                    <a:pt x="14" y="11"/>
                    <a:pt x="15" y="10"/>
                  </a:cubicBezTo>
                  <a:cubicBezTo>
                    <a:pt x="17" y="8"/>
                    <a:pt x="17" y="6"/>
                    <a:pt x="15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1" name="Freeform 332">
              <a:extLst>
                <a:ext uri="{FF2B5EF4-FFF2-40B4-BE49-F238E27FC236}">
                  <a16:creationId xmlns:a16="http://schemas.microsoft.com/office/drawing/2014/main" id="{9584B81E-7E19-4E79-9006-649E7E143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568"/>
              <a:ext cx="64" cy="54"/>
            </a:xfrm>
            <a:custGeom>
              <a:avLst/>
              <a:gdLst>
                <a:gd name="T0" fmla="*/ 167 w 31"/>
                <a:gd name="T1" fmla="*/ 19 h 25"/>
                <a:gd name="T2" fmla="*/ 72 w 31"/>
                <a:gd name="T3" fmla="*/ 9 h 25"/>
                <a:gd name="T4" fmla="*/ 17 w 31"/>
                <a:gd name="T5" fmla="*/ 80 h 25"/>
                <a:gd name="T6" fmla="*/ 140 w 31"/>
                <a:gd name="T7" fmla="*/ 242 h 25"/>
                <a:gd name="T8" fmla="*/ 264 w 31"/>
                <a:gd name="T9" fmla="*/ 121 h 25"/>
                <a:gd name="T10" fmla="*/ 167 w 31"/>
                <a:gd name="T11" fmla="*/ 1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5">
                  <a:moveTo>
                    <a:pt x="19" y="2"/>
                  </a:moveTo>
                  <a:cubicBezTo>
                    <a:pt x="15" y="1"/>
                    <a:pt x="12" y="0"/>
                    <a:pt x="8" y="1"/>
                  </a:cubicBezTo>
                  <a:cubicBezTo>
                    <a:pt x="6" y="3"/>
                    <a:pt x="3" y="5"/>
                    <a:pt x="2" y="8"/>
                  </a:cubicBezTo>
                  <a:cubicBezTo>
                    <a:pt x="0" y="15"/>
                    <a:pt x="7" y="23"/>
                    <a:pt x="16" y="24"/>
                  </a:cubicBezTo>
                  <a:cubicBezTo>
                    <a:pt x="26" y="25"/>
                    <a:pt x="31" y="17"/>
                    <a:pt x="30" y="12"/>
                  </a:cubicBezTo>
                  <a:cubicBezTo>
                    <a:pt x="28" y="7"/>
                    <a:pt x="26" y="5"/>
                    <a:pt x="19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52" name="Freeform 333">
              <a:extLst>
                <a:ext uri="{FF2B5EF4-FFF2-40B4-BE49-F238E27FC236}">
                  <a16:creationId xmlns:a16="http://schemas.microsoft.com/office/drawing/2014/main" id="{FB0CF132-9D9C-4EE8-B02A-414CC28B0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581"/>
              <a:ext cx="33" cy="28"/>
            </a:xfrm>
            <a:custGeom>
              <a:avLst/>
              <a:gdLst>
                <a:gd name="T0" fmla="*/ 124 w 16"/>
                <a:gd name="T1" fmla="*/ 41 h 13"/>
                <a:gd name="T2" fmla="*/ 132 w 16"/>
                <a:gd name="T3" fmla="*/ 101 h 13"/>
                <a:gd name="T4" fmla="*/ 43 w 16"/>
                <a:gd name="T5" fmla="*/ 101 h 13"/>
                <a:gd name="T6" fmla="*/ 0 w 16"/>
                <a:gd name="T7" fmla="*/ 52 h 13"/>
                <a:gd name="T8" fmla="*/ 17 w 16"/>
                <a:gd name="T9" fmla="*/ 0 h 13"/>
                <a:gd name="T10" fmla="*/ 17 w 16"/>
                <a:gd name="T11" fmla="*/ 0 h 13"/>
                <a:gd name="T12" fmla="*/ 0 w 16"/>
                <a:gd name="T13" fmla="*/ 52 h 13"/>
                <a:gd name="T14" fmla="*/ 43 w 16"/>
                <a:gd name="T15" fmla="*/ 112 h 13"/>
                <a:gd name="T16" fmla="*/ 132 w 16"/>
                <a:gd name="T17" fmla="*/ 101 h 13"/>
                <a:gd name="T18" fmla="*/ 124 w 16"/>
                <a:gd name="T19" fmla="*/ 4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4" y="4"/>
                  </a:moveTo>
                  <a:cubicBezTo>
                    <a:pt x="16" y="6"/>
                    <a:pt x="16" y="8"/>
                    <a:pt x="15" y="10"/>
                  </a:cubicBezTo>
                  <a:cubicBezTo>
                    <a:pt x="13" y="12"/>
                    <a:pt x="9" y="13"/>
                    <a:pt x="5" y="10"/>
                  </a:cubicBezTo>
                  <a:cubicBezTo>
                    <a:pt x="1" y="8"/>
                    <a:pt x="0" y="6"/>
                    <a:pt x="0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6"/>
                    <a:pt x="1" y="9"/>
                    <a:pt x="5" y="11"/>
                  </a:cubicBezTo>
                  <a:cubicBezTo>
                    <a:pt x="9" y="13"/>
                    <a:pt x="13" y="12"/>
                    <a:pt x="15" y="10"/>
                  </a:cubicBezTo>
                  <a:cubicBezTo>
                    <a:pt x="16" y="8"/>
                    <a:pt x="16" y="6"/>
                    <a:pt x="14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3" name="Freeform 334">
              <a:extLst>
                <a:ext uri="{FF2B5EF4-FFF2-40B4-BE49-F238E27FC236}">
                  <a16:creationId xmlns:a16="http://schemas.microsoft.com/office/drawing/2014/main" id="{605F5BF8-B645-4AC7-8AE1-6F21F418A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607"/>
              <a:ext cx="49" cy="79"/>
            </a:xfrm>
            <a:custGeom>
              <a:avLst/>
              <a:gdLst>
                <a:gd name="T0" fmla="*/ 204 w 24"/>
                <a:gd name="T1" fmla="*/ 149 h 36"/>
                <a:gd name="T2" fmla="*/ 172 w 24"/>
                <a:gd name="T3" fmla="*/ 64 h 36"/>
                <a:gd name="T4" fmla="*/ 25 w 24"/>
                <a:gd name="T5" fmla="*/ 158 h 36"/>
                <a:gd name="T6" fmla="*/ 76 w 24"/>
                <a:gd name="T7" fmla="*/ 362 h 36"/>
                <a:gd name="T8" fmla="*/ 163 w 24"/>
                <a:gd name="T9" fmla="*/ 327 h 36"/>
                <a:gd name="T10" fmla="*/ 188 w 24"/>
                <a:gd name="T11" fmla="*/ 222 h 36"/>
                <a:gd name="T12" fmla="*/ 204 w 24"/>
                <a:gd name="T13" fmla="*/ 14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6">
                  <a:moveTo>
                    <a:pt x="24" y="14"/>
                  </a:moveTo>
                  <a:cubicBezTo>
                    <a:pt x="23" y="10"/>
                    <a:pt x="22" y="8"/>
                    <a:pt x="20" y="6"/>
                  </a:cubicBezTo>
                  <a:cubicBezTo>
                    <a:pt x="13" y="0"/>
                    <a:pt x="5" y="6"/>
                    <a:pt x="3" y="15"/>
                  </a:cubicBezTo>
                  <a:cubicBezTo>
                    <a:pt x="0" y="24"/>
                    <a:pt x="4" y="32"/>
                    <a:pt x="9" y="34"/>
                  </a:cubicBezTo>
                  <a:cubicBezTo>
                    <a:pt x="13" y="36"/>
                    <a:pt x="17" y="34"/>
                    <a:pt x="19" y="31"/>
                  </a:cubicBezTo>
                  <a:cubicBezTo>
                    <a:pt x="21" y="28"/>
                    <a:pt x="22" y="23"/>
                    <a:pt x="22" y="21"/>
                  </a:cubicBezTo>
                  <a:cubicBezTo>
                    <a:pt x="23" y="19"/>
                    <a:pt x="24" y="16"/>
                    <a:pt x="24" y="1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54" name="Freeform 335">
              <a:extLst>
                <a:ext uri="{FF2B5EF4-FFF2-40B4-BE49-F238E27FC236}">
                  <a16:creationId xmlns:a16="http://schemas.microsoft.com/office/drawing/2014/main" id="{4D51DBCE-9A54-4540-B8A7-4C4C92DD9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631"/>
              <a:ext cx="18" cy="37"/>
            </a:xfrm>
            <a:custGeom>
              <a:avLst/>
              <a:gdLst>
                <a:gd name="T0" fmla="*/ 48 w 9"/>
                <a:gd name="T1" fmla="*/ 0 h 17"/>
                <a:gd name="T2" fmla="*/ 16 w 9"/>
                <a:gd name="T3" fmla="*/ 44 h 17"/>
                <a:gd name="T4" fmla="*/ 8 w 9"/>
                <a:gd name="T5" fmla="*/ 157 h 17"/>
                <a:gd name="T6" fmla="*/ 32 w 9"/>
                <a:gd name="T7" fmla="*/ 176 h 17"/>
                <a:gd name="T8" fmla="*/ 32 w 9"/>
                <a:gd name="T9" fmla="*/ 176 h 17"/>
                <a:gd name="T10" fmla="*/ 8 w 9"/>
                <a:gd name="T11" fmla="*/ 157 h 17"/>
                <a:gd name="T12" fmla="*/ 16 w 9"/>
                <a:gd name="T13" fmla="*/ 44 h 17"/>
                <a:gd name="T14" fmla="*/ 48 w 9"/>
                <a:gd name="T15" fmla="*/ 0 h 17"/>
                <a:gd name="T16" fmla="*/ 72 w 9"/>
                <a:gd name="T17" fmla="*/ 20 h 17"/>
                <a:gd name="T18" fmla="*/ 72 w 9"/>
                <a:gd name="T19" fmla="*/ 20 h 17"/>
                <a:gd name="T20" fmla="*/ 48 w 9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7">
                  <a:moveTo>
                    <a:pt x="6" y="0"/>
                  </a:moveTo>
                  <a:cubicBezTo>
                    <a:pt x="4" y="0"/>
                    <a:pt x="3" y="2"/>
                    <a:pt x="2" y="4"/>
                  </a:cubicBezTo>
                  <a:cubicBezTo>
                    <a:pt x="0" y="8"/>
                    <a:pt x="0" y="12"/>
                    <a:pt x="1" y="15"/>
                  </a:cubicBezTo>
                  <a:cubicBezTo>
                    <a:pt x="1" y="16"/>
                    <a:pt x="2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7"/>
                    <a:pt x="2" y="16"/>
                    <a:pt x="1" y="15"/>
                  </a:cubicBezTo>
                  <a:cubicBezTo>
                    <a:pt x="0" y="12"/>
                    <a:pt x="0" y="8"/>
                    <a:pt x="2" y="4"/>
                  </a:cubicBezTo>
                  <a:cubicBezTo>
                    <a:pt x="3" y="2"/>
                    <a:pt x="5" y="0"/>
                    <a:pt x="6" y="0"/>
                  </a:cubicBezTo>
                  <a:cubicBezTo>
                    <a:pt x="7" y="0"/>
                    <a:pt x="8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1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5" name="Freeform 336">
              <a:extLst>
                <a:ext uri="{FF2B5EF4-FFF2-40B4-BE49-F238E27FC236}">
                  <a16:creationId xmlns:a16="http://schemas.microsoft.com/office/drawing/2014/main" id="{247A56C6-05B9-445F-9889-8A1BDFB36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596"/>
              <a:ext cx="58" cy="61"/>
            </a:xfrm>
            <a:custGeom>
              <a:avLst/>
              <a:gdLst>
                <a:gd name="T0" fmla="*/ 141 w 28"/>
                <a:gd name="T1" fmla="*/ 20 h 28"/>
                <a:gd name="T2" fmla="*/ 81 w 28"/>
                <a:gd name="T3" fmla="*/ 0 h 28"/>
                <a:gd name="T4" fmla="*/ 52 w 28"/>
                <a:gd name="T5" fmla="*/ 185 h 28"/>
                <a:gd name="T6" fmla="*/ 215 w 28"/>
                <a:gd name="T7" fmla="*/ 270 h 28"/>
                <a:gd name="T8" fmla="*/ 240 w 28"/>
                <a:gd name="T9" fmla="*/ 166 h 28"/>
                <a:gd name="T10" fmla="*/ 189 w 28"/>
                <a:gd name="T11" fmla="*/ 81 h 28"/>
                <a:gd name="T12" fmla="*/ 141 w 28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16" y="2"/>
                  </a:moveTo>
                  <a:cubicBezTo>
                    <a:pt x="14" y="0"/>
                    <a:pt x="11" y="0"/>
                    <a:pt x="9" y="0"/>
                  </a:cubicBezTo>
                  <a:cubicBezTo>
                    <a:pt x="0" y="1"/>
                    <a:pt x="0" y="11"/>
                    <a:pt x="6" y="18"/>
                  </a:cubicBezTo>
                  <a:cubicBezTo>
                    <a:pt x="11" y="26"/>
                    <a:pt x="20" y="28"/>
                    <a:pt x="24" y="26"/>
                  </a:cubicBezTo>
                  <a:cubicBezTo>
                    <a:pt x="28" y="24"/>
                    <a:pt x="28" y="20"/>
                    <a:pt x="27" y="16"/>
                  </a:cubicBezTo>
                  <a:cubicBezTo>
                    <a:pt x="26" y="13"/>
                    <a:pt x="23" y="10"/>
                    <a:pt x="21" y="8"/>
                  </a:cubicBezTo>
                  <a:cubicBezTo>
                    <a:pt x="20" y="6"/>
                    <a:pt x="18" y="3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56" name="Freeform 337">
              <a:extLst>
                <a:ext uri="{FF2B5EF4-FFF2-40B4-BE49-F238E27FC236}">
                  <a16:creationId xmlns:a16="http://schemas.microsoft.com/office/drawing/2014/main" id="{8361E345-1199-4BF1-819C-6FB060F80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2611"/>
              <a:ext cx="26" cy="31"/>
            </a:xfrm>
            <a:custGeom>
              <a:avLst/>
              <a:gdLst>
                <a:gd name="T0" fmla="*/ 8 w 13"/>
                <a:gd name="T1" fmla="*/ 9 h 14"/>
                <a:gd name="T2" fmla="*/ 16 w 13"/>
                <a:gd name="T3" fmla="*/ 64 h 14"/>
                <a:gd name="T4" fmla="*/ 72 w 13"/>
                <a:gd name="T5" fmla="*/ 153 h 14"/>
                <a:gd name="T6" fmla="*/ 104 w 13"/>
                <a:gd name="T7" fmla="*/ 142 h 14"/>
                <a:gd name="T8" fmla="*/ 104 w 13"/>
                <a:gd name="T9" fmla="*/ 142 h 14"/>
                <a:gd name="T10" fmla="*/ 72 w 13"/>
                <a:gd name="T11" fmla="*/ 142 h 14"/>
                <a:gd name="T12" fmla="*/ 16 w 13"/>
                <a:gd name="T13" fmla="*/ 64 h 14"/>
                <a:gd name="T14" fmla="*/ 8 w 13"/>
                <a:gd name="T15" fmla="*/ 9 h 14"/>
                <a:gd name="T16" fmla="*/ 32 w 13"/>
                <a:gd name="T17" fmla="*/ 0 h 14"/>
                <a:gd name="T18" fmla="*/ 32 w 13"/>
                <a:gd name="T19" fmla="*/ 0 h 14"/>
                <a:gd name="T20" fmla="*/ 8 w 13"/>
                <a:gd name="T21" fmla="*/ 9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4">
                  <a:moveTo>
                    <a:pt x="1" y="1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4" y="10"/>
                    <a:pt x="7" y="13"/>
                    <a:pt x="9" y="14"/>
                  </a:cubicBezTo>
                  <a:cubicBezTo>
                    <a:pt x="11" y="14"/>
                    <a:pt x="12" y="14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4"/>
                    <a:pt x="11" y="14"/>
                    <a:pt x="9" y="13"/>
                  </a:cubicBezTo>
                  <a:cubicBezTo>
                    <a:pt x="7" y="13"/>
                    <a:pt x="4" y="10"/>
                    <a:pt x="2" y="6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7" name="Freeform 338">
              <a:extLst>
                <a:ext uri="{FF2B5EF4-FFF2-40B4-BE49-F238E27FC236}">
                  <a16:creationId xmlns:a16="http://schemas.microsoft.com/office/drawing/2014/main" id="{E97546AD-8B74-49E6-81A2-64969DB1D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103"/>
              <a:ext cx="56" cy="68"/>
            </a:xfrm>
            <a:custGeom>
              <a:avLst/>
              <a:gdLst>
                <a:gd name="T0" fmla="*/ 91 w 27"/>
                <a:gd name="T1" fmla="*/ 9 h 31"/>
                <a:gd name="T2" fmla="*/ 8 w 27"/>
                <a:gd name="T3" fmla="*/ 105 h 31"/>
                <a:gd name="T4" fmla="*/ 64 w 27"/>
                <a:gd name="T5" fmla="*/ 274 h 31"/>
                <a:gd name="T6" fmla="*/ 176 w 27"/>
                <a:gd name="T7" fmla="*/ 283 h 31"/>
                <a:gd name="T8" fmla="*/ 91 w 27"/>
                <a:gd name="T9" fmla="*/ 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10" y="1"/>
                  </a:moveTo>
                  <a:cubicBezTo>
                    <a:pt x="5" y="0"/>
                    <a:pt x="1" y="4"/>
                    <a:pt x="1" y="10"/>
                  </a:cubicBezTo>
                  <a:cubicBezTo>
                    <a:pt x="0" y="15"/>
                    <a:pt x="3" y="22"/>
                    <a:pt x="7" y="26"/>
                  </a:cubicBezTo>
                  <a:cubicBezTo>
                    <a:pt x="13" y="31"/>
                    <a:pt x="17" y="30"/>
                    <a:pt x="20" y="27"/>
                  </a:cubicBezTo>
                  <a:cubicBezTo>
                    <a:pt x="27" y="22"/>
                    <a:pt x="20" y="3"/>
                    <a:pt x="10" y="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58" name="Freeform 339">
              <a:extLst>
                <a:ext uri="{FF2B5EF4-FFF2-40B4-BE49-F238E27FC236}">
                  <a16:creationId xmlns:a16="http://schemas.microsoft.com/office/drawing/2014/main" id="{7E1E7700-F255-480A-93CC-FE811BB66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116"/>
              <a:ext cx="22" cy="38"/>
            </a:xfrm>
            <a:custGeom>
              <a:avLst/>
              <a:gdLst>
                <a:gd name="T0" fmla="*/ 16 w 11"/>
                <a:gd name="T1" fmla="*/ 0 h 17"/>
                <a:gd name="T2" fmla="*/ 8 w 11"/>
                <a:gd name="T3" fmla="*/ 80 h 17"/>
                <a:gd name="T4" fmla="*/ 56 w 11"/>
                <a:gd name="T5" fmla="*/ 190 h 17"/>
                <a:gd name="T6" fmla="*/ 88 w 11"/>
                <a:gd name="T7" fmla="*/ 179 h 17"/>
                <a:gd name="T8" fmla="*/ 88 w 11"/>
                <a:gd name="T9" fmla="*/ 179 h 17"/>
                <a:gd name="T10" fmla="*/ 56 w 11"/>
                <a:gd name="T11" fmla="*/ 179 h 17"/>
                <a:gd name="T12" fmla="*/ 8 w 11"/>
                <a:gd name="T13" fmla="*/ 80 h 17"/>
                <a:gd name="T14" fmla="*/ 16 w 11"/>
                <a:gd name="T15" fmla="*/ 0 h 17"/>
                <a:gd name="T16" fmla="*/ 48 w 11"/>
                <a:gd name="T17" fmla="*/ 0 h 17"/>
                <a:gd name="T18" fmla="*/ 48 w 11"/>
                <a:gd name="T19" fmla="*/ 0 h 17"/>
                <a:gd name="T20" fmla="*/ 16 w 11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7">
                  <a:moveTo>
                    <a:pt x="2" y="0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1" y="11"/>
                    <a:pt x="4" y="15"/>
                    <a:pt x="7" y="17"/>
                  </a:cubicBezTo>
                  <a:cubicBezTo>
                    <a:pt x="8" y="17"/>
                    <a:pt x="10" y="17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7"/>
                    <a:pt x="8" y="17"/>
                    <a:pt x="7" y="16"/>
                  </a:cubicBezTo>
                  <a:cubicBezTo>
                    <a:pt x="4" y="15"/>
                    <a:pt x="1" y="11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9" name="Freeform 340">
              <a:extLst>
                <a:ext uri="{FF2B5EF4-FFF2-40B4-BE49-F238E27FC236}">
                  <a16:creationId xmlns:a16="http://schemas.microsoft.com/office/drawing/2014/main" id="{13B6508E-0F93-4968-99F1-E265A0530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791"/>
              <a:ext cx="57" cy="61"/>
            </a:xfrm>
            <a:custGeom>
              <a:avLst/>
              <a:gdLst>
                <a:gd name="T0" fmla="*/ 49 w 28"/>
                <a:gd name="T1" fmla="*/ 61 h 28"/>
                <a:gd name="T2" fmla="*/ 195 w 28"/>
                <a:gd name="T3" fmla="*/ 72 h 28"/>
                <a:gd name="T4" fmla="*/ 179 w 28"/>
                <a:gd name="T5" fmla="*/ 246 h 28"/>
                <a:gd name="T6" fmla="*/ 49 w 28"/>
                <a:gd name="T7" fmla="*/ 6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6" y="6"/>
                  </a:moveTo>
                  <a:cubicBezTo>
                    <a:pt x="10" y="0"/>
                    <a:pt x="17" y="0"/>
                    <a:pt x="23" y="7"/>
                  </a:cubicBezTo>
                  <a:cubicBezTo>
                    <a:pt x="28" y="13"/>
                    <a:pt x="28" y="20"/>
                    <a:pt x="21" y="24"/>
                  </a:cubicBezTo>
                  <a:cubicBezTo>
                    <a:pt x="15" y="28"/>
                    <a:pt x="0" y="16"/>
                    <a:pt x="6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60" name="Freeform 341">
              <a:extLst>
                <a:ext uri="{FF2B5EF4-FFF2-40B4-BE49-F238E27FC236}">
                  <a16:creationId xmlns:a16="http://schemas.microsoft.com/office/drawing/2014/main" id="{3844F9C3-71E6-4470-A73F-A87409E22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806"/>
              <a:ext cx="25" cy="31"/>
            </a:xfrm>
            <a:custGeom>
              <a:avLst/>
              <a:gdLst>
                <a:gd name="T0" fmla="*/ 108 w 12"/>
                <a:gd name="T1" fmla="*/ 35 h 14"/>
                <a:gd name="T2" fmla="*/ 56 w 12"/>
                <a:gd name="T3" fmla="*/ 0 h 14"/>
                <a:gd name="T4" fmla="*/ 8 w 12"/>
                <a:gd name="T5" fmla="*/ 44 h 14"/>
                <a:gd name="T6" fmla="*/ 27 w 12"/>
                <a:gd name="T7" fmla="*/ 117 h 14"/>
                <a:gd name="T8" fmla="*/ 92 w 12"/>
                <a:gd name="T9" fmla="*/ 153 h 14"/>
                <a:gd name="T10" fmla="*/ 92 w 12"/>
                <a:gd name="T11" fmla="*/ 153 h 14"/>
                <a:gd name="T12" fmla="*/ 27 w 12"/>
                <a:gd name="T13" fmla="*/ 117 h 14"/>
                <a:gd name="T14" fmla="*/ 8 w 12"/>
                <a:gd name="T15" fmla="*/ 44 h 14"/>
                <a:gd name="T16" fmla="*/ 56 w 12"/>
                <a:gd name="T17" fmla="*/ 0 h 14"/>
                <a:gd name="T18" fmla="*/ 108 w 12"/>
                <a:gd name="T19" fmla="*/ 3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4">
                  <a:moveTo>
                    <a:pt x="12" y="3"/>
                  </a:moveTo>
                  <a:cubicBezTo>
                    <a:pt x="11" y="1"/>
                    <a:pt x="9" y="0"/>
                    <a:pt x="6" y="0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6"/>
                    <a:pt x="1" y="9"/>
                    <a:pt x="3" y="11"/>
                  </a:cubicBezTo>
                  <a:cubicBezTo>
                    <a:pt x="5" y="13"/>
                    <a:pt x="8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8" y="14"/>
                    <a:pt x="5" y="13"/>
                    <a:pt x="3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2" y="2"/>
                    <a:pt x="4" y="0"/>
                    <a:pt x="6" y="0"/>
                  </a:cubicBezTo>
                  <a:cubicBezTo>
                    <a:pt x="9" y="0"/>
                    <a:pt x="11" y="1"/>
                    <a:pt x="12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1" name="Freeform 342">
              <a:extLst>
                <a:ext uri="{FF2B5EF4-FFF2-40B4-BE49-F238E27FC236}">
                  <a16:creationId xmlns:a16="http://schemas.microsoft.com/office/drawing/2014/main" id="{15FA9770-2CA0-41AE-B0C7-A5C33BF55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922"/>
              <a:ext cx="48" cy="48"/>
            </a:xfrm>
            <a:custGeom>
              <a:avLst/>
              <a:gdLst>
                <a:gd name="T0" fmla="*/ 165 w 23"/>
                <a:gd name="T1" fmla="*/ 44 h 22"/>
                <a:gd name="T2" fmla="*/ 100 w 23"/>
                <a:gd name="T3" fmla="*/ 0 h 22"/>
                <a:gd name="T4" fmla="*/ 35 w 23"/>
                <a:gd name="T5" fmla="*/ 33 h 22"/>
                <a:gd name="T6" fmla="*/ 83 w 23"/>
                <a:gd name="T7" fmla="*/ 194 h 22"/>
                <a:gd name="T8" fmla="*/ 200 w 23"/>
                <a:gd name="T9" fmla="*/ 157 h 22"/>
                <a:gd name="T10" fmla="*/ 165 w 23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7"/>
                    <a:pt x="2" y="15"/>
                    <a:pt x="9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3" y="11"/>
                    <a:pt x="22" y="9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62" name="Freeform 343">
              <a:extLst>
                <a:ext uri="{FF2B5EF4-FFF2-40B4-BE49-F238E27FC236}">
                  <a16:creationId xmlns:a16="http://schemas.microsoft.com/office/drawing/2014/main" id="{AB9F6302-2860-4CF1-BE0B-41FD3B082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931"/>
              <a:ext cx="22" cy="26"/>
            </a:xfrm>
            <a:custGeom>
              <a:avLst/>
              <a:gdLst>
                <a:gd name="T0" fmla="*/ 88 w 11"/>
                <a:gd name="T1" fmla="*/ 72 h 12"/>
                <a:gd name="T2" fmla="*/ 72 w 11"/>
                <a:gd name="T3" fmla="*/ 113 h 12"/>
                <a:gd name="T4" fmla="*/ 16 w 11"/>
                <a:gd name="T5" fmla="*/ 80 h 12"/>
                <a:gd name="T6" fmla="*/ 0 w 11"/>
                <a:gd name="T7" fmla="*/ 33 h 12"/>
                <a:gd name="T8" fmla="*/ 24 w 11"/>
                <a:gd name="T9" fmla="*/ 0 h 12"/>
                <a:gd name="T10" fmla="*/ 24 w 11"/>
                <a:gd name="T11" fmla="*/ 0 h 12"/>
                <a:gd name="T12" fmla="*/ 0 w 11"/>
                <a:gd name="T13" fmla="*/ 20 h 12"/>
                <a:gd name="T14" fmla="*/ 16 w 11"/>
                <a:gd name="T15" fmla="*/ 80 h 12"/>
                <a:gd name="T16" fmla="*/ 72 w 11"/>
                <a:gd name="T17" fmla="*/ 113 h 12"/>
                <a:gd name="T18" fmla="*/ 88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1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4" y="12"/>
                    <a:pt x="7" y="12"/>
                    <a:pt x="9" y="11"/>
                  </a:cubicBezTo>
                  <a:cubicBezTo>
                    <a:pt x="10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3" name="Freeform 344">
              <a:extLst>
                <a:ext uri="{FF2B5EF4-FFF2-40B4-BE49-F238E27FC236}">
                  <a16:creationId xmlns:a16="http://schemas.microsoft.com/office/drawing/2014/main" id="{DBFAD655-71AF-4C8B-A850-358EC0D70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3007"/>
              <a:ext cx="47" cy="48"/>
            </a:xfrm>
            <a:custGeom>
              <a:avLst/>
              <a:gdLst>
                <a:gd name="T0" fmla="*/ 155 w 23"/>
                <a:gd name="T1" fmla="*/ 44 h 22"/>
                <a:gd name="T2" fmla="*/ 92 w 23"/>
                <a:gd name="T3" fmla="*/ 0 h 22"/>
                <a:gd name="T4" fmla="*/ 33 w 23"/>
                <a:gd name="T5" fmla="*/ 33 h 22"/>
                <a:gd name="T6" fmla="*/ 76 w 23"/>
                <a:gd name="T7" fmla="*/ 194 h 22"/>
                <a:gd name="T8" fmla="*/ 188 w 23"/>
                <a:gd name="T9" fmla="*/ 157 h 22"/>
                <a:gd name="T10" fmla="*/ 155 w 23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0" y="7"/>
                    <a:pt x="2" y="15"/>
                    <a:pt x="9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3" y="11"/>
                    <a:pt x="22" y="9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64" name="Freeform 345">
              <a:extLst>
                <a:ext uri="{FF2B5EF4-FFF2-40B4-BE49-F238E27FC236}">
                  <a16:creationId xmlns:a16="http://schemas.microsoft.com/office/drawing/2014/main" id="{7891CF54-B490-403B-B2CA-7DCA09910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3016"/>
              <a:ext cx="22" cy="26"/>
            </a:xfrm>
            <a:custGeom>
              <a:avLst/>
              <a:gdLst>
                <a:gd name="T0" fmla="*/ 88 w 11"/>
                <a:gd name="T1" fmla="*/ 72 h 12"/>
                <a:gd name="T2" fmla="*/ 72 w 11"/>
                <a:gd name="T3" fmla="*/ 113 h 12"/>
                <a:gd name="T4" fmla="*/ 16 w 11"/>
                <a:gd name="T5" fmla="*/ 80 h 12"/>
                <a:gd name="T6" fmla="*/ 0 w 11"/>
                <a:gd name="T7" fmla="*/ 20 h 12"/>
                <a:gd name="T8" fmla="*/ 24 w 11"/>
                <a:gd name="T9" fmla="*/ 0 h 12"/>
                <a:gd name="T10" fmla="*/ 24 w 11"/>
                <a:gd name="T11" fmla="*/ 0 h 12"/>
                <a:gd name="T12" fmla="*/ 0 w 11"/>
                <a:gd name="T13" fmla="*/ 20 h 12"/>
                <a:gd name="T14" fmla="*/ 16 w 11"/>
                <a:gd name="T15" fmla="*/ 80 h 12"/>
                <a:gd name="T16" fmla="*/ 72 w 11"/>
                <a:gd name="T17" fmla="*/ 113 h 12"/>
                <a:gd name="T18" fmla="*/ 88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0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0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5" name="Freeform 346">
              <a:extLst>
                <a:ext uri="{FF2B5EF4-FFF2-40B4-BE49-F238E27FC236}">
                  <a16:creationId xmlns:a16="http://schemas.microsoft.com/office/drawing/2014/main" id="{761506D5-F8B7-4448-9703-106DBCD9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751"/>
              <a:ext cx="49" cy="61"/>
            </a:xfrm>
            <a:custGeom>
              <a:avLst/>
              <a:gdLst>
                <a:gd name="T0" fmla="*/ 145 w 24"/>
                <a:gd name="T1" fmla="*/ 44 h 28"/>
                <a:gd name="T2" fmla="*/ 92 w 24"/>
                <a:gd name="T3" fmla="*/ 9 h 28"/>
                <a:gd name="T4" fmla="*/ 25 w 24"/>
                <a:gd name="T5" fmla="*/ 176 h 28"/>
                <a:gd name="T6" fmla="*/ 155 w 24"/>
                <a:gd name="T7" fmla="*/ 281 h 28"/>
                <a:gd name="T8" fmla="*/ 204 w 24"/>
                <a:gd name="T9" fmla="*/ 185 h 28"/>
                <a:gd name="T10" fmla="*/ 180 w 24"/>
                <a:gd name="T11" fmla="*/ 105 h 28"/>
                <a:gd name="T12" fmla="*/ 145 w 24"/>
                <a:gd name="T13" fmla="*/ 4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1"/>
                    <a:pt x="11" y="1"/>
                  </a:cubicBezTo>
                  <a:cubicBezTo>
                    <a:pt x="2" y="0"/>
                    <a:pt x="0" y="9"/>
                    <a:pt x="3" y="17"/>
                  </a:cubicBezTo>
                  <a:cubicBezTo>
                    <a:pt x="7" y="24"/>
                    <a:pt x="14" y="28"/>
                    <a:pt x="18" y="27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5"/>
                    <a:pt x="22" y="12"/>
                    <a:pt x="21" y="10"/>
                  </a:cubicBezTo>
                  <a:cubicBezTo>
                    <a:pt x="19" y="8"/>
                    <a:pt x="19" y="5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66" name="Freeform 347">
              <a:extLst>
                <a:ext uri="{FF2B5EF4-FFF2-40B4-BE49-F238E27FC236}">
                  <a16:creationId xmlns:a16="http://schemas.microsoft.com/office/drawing/2014/main" id="{53E1A8C5-6F2D-4508-A49B-84320DF32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767"/>
              <a:ext cx="19" cy="30"/>
            </a:xfrm>
            <a:custGeom>
              <a:avLst/>
              <a:gdLst>
                <a:gd name="T0" fmla="*/ 8 w 9"/>
                <a:gd name="T1" fmla="*/ 0 h 14"/>
                <a:gd name="T2" fmla="*/ 0 w 9"/>
                <a:gd name="T3" fmla="*/ 60 h 14"/>
                <a:gd name="T4" fmla="*/ 57 w 9"/>
                <a:gd name="T5" fmla="*/ 137 h 14"/>
                <a:gd name="T6" fmla="*/ 84 w 9"/>
                <a:gd name="T7" fmla="*/ 137 h 14"/>
                <a:gd name="T8" fmla="*/ 84 w 9"/>
                <a:gd name="T9" fmla="*/ 137 h 14"/>
                <a:gd name="T10" fmla="*/ 57 w 9"/>
                <a:gd name="T11" fmla="*/ 137 h 14"/>
                <a:gd name="T12" fmla="*/ 8 w 9"/>
                <a:gd name="T13" fmla="*/ 60 h 14"/>
                <a:gd name="T14" fmla="*/ 8 w 9"/>
                <a:gd name="T15" fmla="*/ 9 h 14"/>
                <a:gd name="T16" fmla="*/ 36 w 9"/>
                <a:gd name="T17" fmla="*/ 0 h 14"/>
                <a:gd name="T18" fmla="*/ 36 w 9"/>
                <a:gd name="T19" fmla="*/ 0 h 14"/>
                <a:gd name="T20" fmla="*/ 8 w 9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1" y="9"/>
                    <a:pt x="3" y="13"/>
                    <a:pt x="6" y="14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4"/>
                    <a:pt x="7" y="14"/>
                    <a:pt x="6" y="14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7" name="Freeform 348">
              <a:extLst>
                <a:ext uri="{FF2B5EF4-FFF2-40B4-BE49-F238E27FC236}">
                  <a16:creationId xmlns:a16="http://schemas.microsoft.com/office/drawing/2014/main" id="{DE6ACA68-22F5-424C-8C8A-CFA7D7CEA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723"/>
              <a:ext cx="45" cy="48"/>
            </a:xfrm>
            <a:custGeom>
              <a:avLst/>
              <a:gdLst>
                <a:gd name="T0" fmla="*/ 147 w 22"/>
                <a:gd name="T1" fmla="*/ 44 h 22"/>
                <a:gd name="T2" fmla="*/ 96 w 22"/>
                <a:gd name="T3" fmla="*/ 0 h 22"/>
                <a:gd name="T4" fmla="*/ 33 w 22"/>
                <a:gd name="T5" fmla="*/ 33 h 22"/>
                <a:gd name="T6" fmla="*/ 68 w 22"/>
                <a:gd name="T7" fmla="*/ 194 h 22"/>
                <a:gd name="T8" fmla="*/ 188 w 22"/>
                <a:gd name="T9" fmla="*/ 157 h 22"/>
                <a:gd name="T10" fmla="*/ 14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68" name="Freeform 349">
              <a:extLst>
                <a:ext uri="{FF2B5EF4-FFF2-40B4-BE49-F238E27FC236}">
                  <a16:creationId xmlns:a16="http://schemas.microsoft.com/office/drawing/2014/main" id="{6CD80660-13C9-4B28-B990-C5D6AFE91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732"/>
              <a:ext cx="25" cy="26"/>
            </a:xfrm>
            <a:custGeom>
              <a:avLst/>
              <a:gdLst>
                <a:gd name="T0" fmla="*/ 100 w 12"/>
                <a:gd name="T1" fmla="*/ 72 h 12"/>
                <a:gd name="T2" fmla="*/ 83 w 12"/>
                <a:gd name="T3" fmla="*/ 113 h 12"/>
                <a:gd name="T4" fmla="*/ 27 w 12"/>
                <a:gd name="T5" fmla="*/ 80 h 12"/>
                <a:gd name="T6" fmla="*/ 8 w 12"/>
                <a:gd name="T7" fmla="*/ 20 h 12"/>
                <a:gd name="T8" fmla="*/ 35 w 12"/>
                <a:gd name="T9" fmla="*/ 0 h 12"/>
                <a:gd name="T10" fmla="*/ 35 w 12"/>
                <a:gd name="T11" fmla="*/ 0 h 12"/>
                <a:gd name="T12" fmla="*/ 8 w 12"/>
                <a:gd name="T13" fmla="*/ 20 h 12"/>
                <a:gd name="T14" fmla="*/ 17 w 12"/>
                <a:gd name="T15" fmla="*/ 80 h 12"/>
                <a:gd name="T16" fmla="*/ 92 w 12"/>
                <a:gd name="T17" fmla="*/ 113 h 12"/>
                <a:gd name="T18" fmla="*/ 100 w 12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0"/>
                    <a:pt x="9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0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9" name="Freeform 350">
              <a:extLst>
                <a:ext uri="{FF2B5EF4-FFF2-40B4-BE49-F238E27FC236}">
                  <a16:creationId xmlns:a16="http://schemas.microsoft.com/office/drawing/2014/main" id="{F73A4D26-D970-4F2C-A931-07719DB50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738"/>
              <a:ext cx="62" cy="50"/>
            </a:xfrm>
            <a:custGeom>
              <a:avLst/>
              <a:gdLst>
                <a:gd name="T0" fmla="*/ 43 w 30"/>
                <a:gd name="T1" fmla="*/ 43 h 23"/>
                <a:gd name="T2" fmla="*/ 8 w 30"/>
                <a:gd name="T3" fmla="*/ 141 h 23"/>
                <a:gd name="T4" fmla="*/ 149 w 30"/>
                <a:gd name="T5" fmla="*/ 217 h 23"/>
                <a:gd name="T6" fmla="*/ 265 w 30"/>
                <a:gd name="T7" fmla="*/ 93 h 23"/>
                <a:gd name="T8" fmla="*/ 221 w 30"/>
                <a:gd name="T9" fmla="*/ 20 h 23"/>
                <a:gd name="T10" fmla="*/ 132 w 30"/>
                <a:gd name="T11" fmla="*/ 33 h 23"/>
                <a:gd name="T12" fmla="*/ 43 w 30"/>
                <a:gd name="T13" fmla="*/ 4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3">
                  <a:moveTo>
                    <a:pt x="5" y="4"/>
                  </a:moveTo>
                  <a:cubicBezTo>
                    <a:pt x="2" y="6"/>
                    <a:pt x="0" y="9"/>
                    <a:pt x="1" y="14"/>
                  </a:cubicBezTo>
                  <a:cubicBezTo>
                    <a:pt x="2" y="21"/>
                    <a:pt x="8" y="23"/>
                    <a:pt x="17" y="21"/>
                  </a:cubicBezTo>
                  <a:cubicBezTo>
                    <a:pt x="25" y="19"/>
                    <a:pt x="29" y="16"/>
                    <a:pt x="30" y="9"/>
                  </a:cubicBezTo>
                  <a:cubicBezTo>
                    <a:pt x="30" y="5"/>
                    <a:pt x="29" y="3"/>
                    <a:pt x="25" y="2"/>
                  </a:cubicBezTo>
                  <a:cubicBezTo>
                    <a:pt x="22" y="0"/>
                    <a:pt x="20" y="2"/>
                    <a:pt x="15" y="3"/>
                  </a:cubicBezTo>
                  <a:cubicBezTo>
                    <a:pt x="13" y="3"/>
                    <a:pt x="9" y="2"/>
                    <a:pt x="5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70" name="Freeform 351">
              <a:extLst>
                <a:ext uri="{FF2B5EF4-FFF2-40B4-BE49-F238E27FC236}">
                  <a16:creationId xmlns:a16="http://schemas.microsoft.com/office/drawing/2014/main" id="{5DC83776-7331-42A1-B9D7-90BA05650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753"/>
              <a:ext cx="39" cy="18"/>
            </a:xfrm>
            <a:custGeom>
              <a:avLst/>
              <a:gdLst>
                <a:gd name="T0" fmla="*/ 156 w 19"/>
                <a:gd name="T1" fmla="*/ 0 h 8"/>
                <a:gd name="T2" fmla="*/ 156 w 19"/>
                <a:gd name="T3" fmla="*/ 11 h 8"/>
                <a:gd name="T4" fmla="*/ 76 w 19"/>
                <a:gd name="T5" fmla="*/ 81 h 8"/>
                <a:gd name="T6" fmla="*/ 8 w 19"/>
                <a:gd name="T7" fmla="*/ 56 h 8"/>
                <a:gd name="T8" fmla="*/ 16 w 19"/>
                <a:gd name="T9" fmla="*/ 11 h 8"/>
                <a:gd name="T10" fmla="*/ 16 w 19"/>
                <a:gd name="T11" fmla="*/ 11 h 8"/>
                <a:gd name="T12" fmla="*/ 8 w 19"/>
                <a:gd name="T13" fmla="*/ 56 h 8"/>
                <a:gd name="T14" fmla="*/ 76 w 19"/>
                <a:gd name="T15" fmla="*/ 81 h 8"/>
                <a:gd name="T16" fmla="*/ 156 w 19"/>
                <a:gd name="T17" fmla="*/ 11 h 8"/>
                <a:gd name="T18" fmla="*/ 156 w 19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8">
                  <a:moveTo>
                    <a:pt x="18" y="0"/>
                  </a:moveTo>
                  <a:cubicBezTo>
                    <a:pt x="18" y="0"/>
                    <a:pt x="18" y="1"/>
                    <a:pt x="18" y="1"/>
                  </a:cubicBezTo>
                  <a:cubicBezTo>
                    <a:pt x="18" y="3"/>
                    <a:pt x="15" y="5"/>
                    <a:pt x="9" y="7"/>
                  </a:cubicBezTo>
                  <a:cubicBezTo>
                    <a:pt x="4" y="8"/>
                    <a:pt x="1" y="6"/>
                    <a:pt x="1" y="5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1" y="7"/>
                    <a:pt x="4" y="8"/>
                    <a:pt x="9" y="7"/>
                  </a:cubicBezTo>
                  <a:cubicBezTo>
                    <a:pt x="15" y="6"/>
                    <a:pt x="18" y="3"/>
                    <a:pt x="18" y="1"/>
                  </a:cubicBezTo>
                  <a:cubicBezTo>
                    <a:pt x="19" y="1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1" name="Freeform 352">
              <a:extLst>
                <a:ext uri="{FF2B5EF4-FFF2-40B4-BE49-F238E27FC236}">
                  <a16:creationId xmlns:a16="http://schemas.microsoft.com/office/drawing/2014/main" id="{E9DE0F88-CF18-463D-9D86-4DB1A3D64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802"/>
              <a:ext cx="49" cy="59"/>
            </a:xfrm>
            <a:custGeom>
              <a:avLst/>
              <a:gdLst>
                <a:gd name="T0" fmla="*/ 155 w 24"/>
                <a:gd name="T1" fmla="*/ 33 h 27"/>
                <a:gd name="T2" fmla="*/ 92 w 24"/>
                <a:gd name="T3" fmla="*/ 0 h 27"/>
                <a:gd name="T4" fmla="*/ 33 w 24"/>
                <a:gd name="T5" fmla="*/ 166 h 27"/>
                <a:gd name="T6" fmla="*/ 163 w 24"/>
                <a:gd name="T7" fmla="*/ 273 h 27"/>
                <a:gd name="T8" fmla="*/ 204 w 24"/>
                <a:gd name="T9" fmla="*/ 186 h 27"/>
                <a:gd name="T10" fmla="*/ 180 w 24"/>
                <a:gd name="T11" fmla="*/ 96 h 27"/>
                <a:gd name="T12" fmla="*/ 155 w 24"/>
                <a:gd name="T13" fmla="*/ 3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3" y="0"/>
                    <a:pt x="0" y="8"/>
                    <a:pt x="4" y="16"/>
                  </a:cubicBezTo>
                  <a:cubicBezTo>
                    <a:pt x="7" y="23"/>
                    <a:pt x="15" y="27"/>
                    <a:pt x="19" y="26"/>
                  </a:cubicBezTo>
                  <a:cubicBezTo>
                    <a:pt x="23" y="24"/>
                    <a:pt x="24" y="22"/>
                    <a:pt x="24" y="18"/>
                  </a:cubicBezTo>
                  <a:cubicBezTo>
                    <a:pt x="24" y="14"/>
                    <a:pt x="22" y="11"/>
                    <a:pt x="21" y="9"/>
                  </a:cubicBezTo>
                  <a:cubicBezTo>
                    <a:pt x="20" y="7"/>
                    <a:pt x="19" y="4"/>
                    <a:pt x="18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72" name="Freeform 353">
              <a:extLst>
                <a:ext uri="{FF2B5EF4-FFF2-40B4-BE49-F238E27FC236}">
                  <a16:creationId xmlns:a16="http://schemas.microsoft.com/office/drawing/2014/main" id="{ECA1FA1F-ED92-4867-BB82-017B365D5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815"/>
              <a:ext cx="18" cy="32"/>
            </a:xfrm>
            <a:custGeom>
              <a:avLst/>
              <a:gdLst>
                <a:gd name="T0" fmla="*/ 8 w 9"/>
                <a:gd name="T1" fmla="*/ 9 h 15"/>
                <a:gd name="T2" fmla="*/ 8 w 9"/>
                <a:gd name="T3" fmla="*/ 60 h 15"/>
                <a:gd name="T4" fmla="*/ 48 w 9"/>
                <a:gd name="T5" fmla="*/ 137 h 15"/>
                <a:gd name="T6" fmla="*/ 72 w 9"/>
                <a:gd name="T7" fmla="*/ 137 h 15"/>
                <a:gd name="T8" fmla="*/ 72 w 9"/>
                <a:gd name="T9" fmla="*/ 137 h 15"/>
                <a:gd name="T10" fmla="*/ 48 w 9"/>
                <a:gd name="T11" fmla="*/ 137 h 15"/>
                <a:gd name="T12" fmla="*/ 8 w 9"/>
                <a:gd name="T13" fmla="*/ 60 h 15"/>
                <a:gd name="T14" fmla="*/ 16 w 9"/>
                <a:gd name="T15" fmla="*/ 9 h 15"/>
                <a:gd name="T16" fmla="*/ 32 w 9"/>
                <a:gd name="T17" fmla="*/ 9 h 15"/>
                <a:gd name="T18" fmla="*/ 32 w 9"/>
                <a:gd name="T19" fmla="*/ 9 h 15"/>
                <a:gd name="T20" fmla="*/ 8 w 9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4"/>
                    <a:pt x="7" y="14"/>
                    <a:pt x="6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3" name="Freeform 354">
              <a:extLst>
                <a:ext uri="{FF2B5EF4-FFF2-40B4-BE49-F238E27FC236}">
                  <a16:creationId xmlns:a16="http://schemas.microsoft.com/office/drawing/2014/main" id="{8294D83E-3032-4D3C-A887-C63276124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826"/>
              <a:ext cx="64" cy="65"/>
            </a:xfrm>
            <a:custGeom>
              <a:avLst/>
              <a:gdLst>
                <a:gd name="T0" fmla="*/ 132 w 31"/>
                <a:gd name="T1" fmla="*/ 20 h 30"/>
                <a:gd name="T2" fmla="*/ 35 w 31"/>
                <a:gd name="T3" fmla="*/ 43 h 30"/>
                <a:gd name="T4" fmla="*/ 89 w 31"/>
                <a:gd name="T5" fmla="*/ 225 h 30"/>
                <a:gd name="T6" fmla="*/ 248 w 31"/>
                <a:gd name="T7" fmla="*/ 262 h 30"/>
                <a:gd name="T8" fmla="*/ 264 w 31"/>
                <a:gd name="T9" fmla="*/ 193 h 30"/>
                <a:gd name="T10" fmla="*/ 200 w 31"/>
                <a:gd name="T11" fmla="*/ 104 h 30"/>
                <a:gd name="T12" fmla="*/ 132 w 31"/>
                <a:gd name="T13" fmla="*/ 2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15" y="2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9"/>
                    <a:pt x="3" y="15"/>
                    <a:pt x="10" y="22"/>
                  </a:cubicBezTo>
                  <a:cubicBezTo>
                    <a:pt x="17" y="28"/>
                    <a:pt x="22" y="30"/>
                    <a:pt x="28" y="26"/>
                  </a:cubicBezTo>
                  <a:cubicBezTo>
                    <a:pt x="30" y="25"/>
                    <a:pt x="31" y="22"/>
                    <a:pt x="30" y="19"/>
                  </a:cubicBezTo>
                  <a:cubicBezTo>
                    <a:pt x="28" y="15"/>
                    <a:pt x="26" y="14"/>
                    <a:pt x="23" y="10"/>
                  </a:cubicBezTo>
                  <a:cubicBezTo>
                    <a:pt x="21" y="8"/>
                    <a:pt x="19" y="4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74" name="Freeform 355">
              <a:extLst>
                <a:ext uri="{FF2B5EF4-FFF2-40B4-BE49-F238E27FC236}">
                  <a16:creationId xmlns:a16="http://schemas.microsoft.com/office/drawing/2014/main" id="{0A5B045E-06A6-4A31-86CC-B82274976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2839"/>
              <a:ext cx="31" cy="33"/>
            </a:xfrm>
            <a:custGeom>
              <a:avLst/>
              <a:gdLst>
                <a:gd name="T0" fmla="*/ 132 w 15"/>
                <a:gd name="T1" fmla="*/ 141 h 15"/>
                <a:gd name="T2" fmla="*/ 132 w 15"/>
                <a:gd name="T3" fmla="*/ 150 h 15"/>
                <a:gd name="T4" fmla="*/ 35 w 15"/>
                <a:gd name="T5" fmla="*/ 97 h 15"/>
                <a:gd name="T6" fmla="*/ 8 w 15"/>
                <a:gd name="T7" fmla="*/ 9 h 15"/>
                <a:gd name="T8" fmla="*/ 35 w 15"/>
                <a:gd name="T9" fmla="*/ 0 h 15"/>
                <a:gd name="T10" fmla="*/ 35 w 15"/>
                <a:gd name="T11" fmla="*/ 0 h 15"/>
                <a:gd name="T12" fmla="*/ 0 w 15"/>
                <a:gd name="T13" fmla="*/ 9 h 15"/>
                <a:gd name="T14" fmla="*/ 35 w 15"/>
                <a:gd name="T15" fmla="*/ 97 h 15"/>
                <a:gd name="T16" fmla="*/ 132 w 15"/>
                <a:gd name="T17" fmla="*/ 161 h 15"/>
                <a:gd name="T18" fmla="*/ 132 w 15"/>
                <a:gd name="T19" fmla="*/ 141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5">
                  <a:moveTo>
                    <a:pt x="15" y="13"/>
                  </a:moveTo>
                  <a:cubicBezTo>
                    <a:pt x="15" y="14"/>
                    <a:pt x="15" y="14"/>
                    <a:pt x="15" y="14"/>
                  </a:cubicBezTo>
                  <a:cubicBezTo>
                    <a:pt x="14" y="15"/>
                    <a:pt x="10" y="14"/>
                    <a:pt x="4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2"/>
                    <a:pt x="0" y="5"/>
                    <a:pt x="4" y="9"/>
                  </a:cubicBezTo>
                  <a:cubicBezTo>
                    <a:pt x="10" y="14"/>
                    <a:pt x="13" y="15"/>
                    <a:pt x="15" y="15"/>
                  </a:cubicBezTo>
                  <a:cubicBezTo>
                    <a:pt x="15" y="14"/>
                    <a:pt x="15" y="14"/>
                    <a:pt x="15" y="1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5" name="Freeform 356">
              <a:extLst>
                <a:ext uri="{FF2B5EF4-FFF2-40B4-BE49-F238E27FC236}">
                  <a16:creationId xmlns:a16="http://schemas.microsoft.com/office/drawing/2014/main" id="{D8A2628C-678F-4B84-9066-ACA47EE8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767"/>
              <a:ext cx="63" cy="48"/>
            </a:xfrm>
            <a:custGeom>
              <a:avLst/>
              <a:gdLst>
                <a:gd name="T0" fmla="*/ 49 w 31"/>
                <a:gd name="T1" fmla="*/ 33 h 22"/>
                <a:gd name="T2" fmla="*/ 8 w 31"/>
                <a:gd name="T3" fmla="*/ 133 h 22"/>
                <a:gd name="T4" fmla="*/ 144 w 31"/>
                <a:gd name="T5" fmla="*/ 209 h 22"/>
                <a:gd name="T6" fmla="*/ 252 w 31"/>
                <a:gd name="T7" fmla="*/ 81 h 22"/>
                <a:gd name="T8" fmla="*/ 219 w 31"/>
                <a:gd name="T9" fmla="*/ 9 h 22"/>
                <a:gd name="T10" fmla="*/ 136 w 31"/>
                <a:gd name="T11" fmla="*/ 20 h 22"/>
                <a:gd name="T12" fmla="*/ 49 w 31"/>
                <a:gd name="T13" fmla="*/ 3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2">
                  <a:moveTo>
                    <a:pt x="6" y="3"/>
                  </a:moveTo>
                  <a:cubicBezTo>
                    <a:pt x="2" y="5"/>
                    <a:pt x="0" y="8"/>
                    <a:pt x="1" y="13"/>
                  </a:cubicBezTo>
                  <a:cubicBezTo>
                    <a:pt x="2" y="20"/>
                    <a:pt x="9" y="22"/>
                    <a:pt x="17" y="20"/>
                  </a:cubicBezTo>
                  <a:cubicBezTo>
                    <a:pt x="25" y="18"/>
                    <a:pt x="29" y="15"/>
                    <a:pt x="30" y="8"/>
                  </a:cubicBezTo>
                  <a:cubicBezTo>
                    <a:pt x="31" y="4"/>
                    <a:pt x="29" y="2"/>
                    <a:pt x="26" y="1"/>
                  </a:cubicBezTo>
                  <a:cubicBezTo>
                    <a:pt x="22" y="0"/>
                    <a:pt x="20" y="1"/>
                    <a:pt x="16" y="2"/>
                  </a:cubicBezTo>
                  <a:cubicBezTo>
                    <a:pt x="13" y="2"/>
                    <a:pt x="9" y="1"/>
                    <a:pt x="6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76" name="Freeform 357">
              <a:extLst>
                <a:ext uri="{FF2B5EF4-FFF2-40B4-BE49-F238E27FC236}">
                  <a16:creationId xmlns:a16="http://schemas.microsoft.com/office/drawing/2014/main" id="{EB9DA31B-BC5C-4986-AA2E-5EDD6E93F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780"/>
              <a:ext cx="39" cy="17"/>
            </a:xfrm>
            <a:custGeom>
              <a:avLst/>
              <a:gdLst>
                <a:gd name="T0" fmla="*/ 156 w 19"/>
                <a:gd name="T1" fmla="*/ 0 h 8"/>
                <a:gd name="T2" fmla="*/ 164 w 19"/>
                <a:gd name="T3" fmla="*/ 9 h 8"/>
                <a:gd name="T4" fmla="*/ 76 w 19"/>
                <a:gd name="T5" fmla="*/ 68 h 8"/>
                <a:gd name="T6" fmla="*/ 8 w 19"/>
                <a:gd name="T7" fmla="*/ 49 h 8"/>
                <a:gd name="T8" fmla="*/ 25 w 19"/>
                <a:gd name="T9" fmla="*/ 9 h 8"/>
                <a:gd name="T10" fmla="*/ 25 w 19"/>
                <a:gd name="T11" fmla="*/ 9 h 8"/>
                <a:gd name="T12" fmla="*/ 8 w 19"/>
                <a:gd name="T13" fmla="*/ 49 h 8"/>
                <a:gd name="T14" fmla="*/ 76 w 19"/>
                <a:gd name="T15" fmla="*/ 68 h 8"/>
                <a:gd name="T16" fmla="*/ 164 w 19"/>
                <a:gd name="T17" fmla="*/ 9 h 8"/>
                <a:gd name="T18" fmla="*/ 156 w 19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8">
                  <a:moveTo>
                    <a:pt x="18" y="0"/>
                  </a:moveTo>
                  <a:cubicBezTo>
                    <a:pt x="18" y="0"/>
                    <a:pt x="19" y="1"/>
                    <a:pt x="19" y="1"/>
                  </a:cubicBezTo>
                  <a:cubicBezTo>
                    <a:pt x="18" y="3"/>
                    <a:pt x="16" y="5"/>
                    <a:pt x="9" y="7"/>
                  </a:cubicBezTo>
                  <a:cubicBezTo>
                    <a:pt x="4" y="8"/>
                    <a:pt x="2" y="6"/>
                    <a:pt x="1" y="5"/>
                  </a:cubicBezTo>
                  <a:cubicBezTo>
                    <a:pt x="1" y="4"/>
                    <a:pt x="1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1" y="7"/>
                    <a:pt x="4" y="8"/>
                    <a:pt x="9" y="7"/>
                  </a:cubicBezTo>
                  <a:cubicBezTo>
                    <a:pt x="15" y="6"/>
                    <a:pt x="19" y="3"/>
                    <a:pt x="19" y="1"/>
                  </a:cubicBezTo>
                  <a:cubicBezTo>
                    <a:pt x="19" y="1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7" name="Freeform 358">
              <a:extLst>
                <a:ext uri="{FF2B5EF4-FFF2-40B4-BE49-F238E27FC236}">
                  <a16:creationId xmlns:a16="http://schemas.microsoft.com/office/drawing/2014/main" id="{BFB0C52B-79FF-4381-B098-3C04E3BE8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480"/>
              <a:ext cx="49" cy="66"/>
            </a:xfrm>
            <a:custGeom>
              <a:avLst/>
              <a:gdLst>
                <a:gd name="T0" fmla="*/ 163 w 24"/>
                <a:gd name="T1" fmla="*/ 53 h 30"/>
                <a:gd name="T2" fmla="*/ 67 w 24"/>
                <a:gd name="T3" fmla="*/ 9 h 30"/>
                <a:gd name="T4" fmla="*/ 25 w 24"/>
                <a:gd name="T5" fmla="*/ 194 h 30"/>
                <a:gd name="T6" fmla="*/ 145 w 24"/>
                <a:gd name="T7" fmla="*/ 319 h 30"/>
                <a:gd name="T8" fmla="*/ 196 w 24"/>
                <a:gd name="T9" fmla="*/ 257 h 30"/>
                <a:gd name="T10" fmla="*/ 180 w 24"/>
                <a:gd name="T11" fmla="*/ 150 h 30"/>
                <a:gd name="T12" fmla="*/ 163 w 24"/>
                <a:gd name="T13" fmla="*/ 5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0">
                  <a:moveTo>
                    <a:pt x="19" y="5"/>
                  </a:moveTo>
                  <a:cubicBezTo>
                    <a:pt x="17" y="1"/>
                    <a:pt x="13" y="0"/>
                    <a:pt x="8" y="1"/>
                  </a:cubicBezTo>
                  <a:cubicBezTo>
                    <a:pt x="1" y="3"/>
                    <a:pt x="0" y="10"/>
                    <a:pt x="3" y="18"/>
                  </a:cubicBezTo>
                  <a:cubicBezTo>
                    <a:pt x="6" y="26"/>
                    <a:pt x="9" y="30"/>
                    <a:pt x="17" y="30"/>
                  </a:cubicBezTo>
                  <a:cubicBezTo>
                    <a:pt x="20" y="30"/>
                    <a:pt x="23" y="28"/>
                    <a:pt x="23" y="24"/>
                  </a:cubicBezTo>
                  <a:cubicBezTo>
                    <a:pt x="24" y="21"/>
                    <a:pt x="23" y="19"/>
                    <a:pt x="21" y="14"/>
                  </a:cubicBezTo>
                  <a:cubicBezTo>
                    <a:pt x="21" y="12"/>
                    <a:pt x="21" y="8"/>
                    <a:pt x="19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78" name="Freeform 359">
              <a:extLst>
                <a:ext uri="{FF2B5EF4-FFF2-40B4-BE49-F238E27FC236}">
                  <a16:creationId xmlns:a16="http://schemas.microsoft.com/office/drawing/2014/main" id="{6256BF35-5F56-4040-B05F-97FFF45D6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491"/>
              <a:ext cx="20" cy="39"/>
            </a:xfrm>
            <a:custGeom>
              <a:avLst/>
              <a:gdLst>
                <a:gd name="T0" fmla="*/ 80 w 10"/>
                <a:gd name="T1" fmla="*/ 173 h 18"/>
                <a:gd name="T2" fmla="*/ 72 w 10"/>
                <a:gd name="T3" fmla="*/ 184 h 18"/>
                <a:gd name="T4" fmla="*/ 16 w 10"/>
                <a:gd name="T5" fmla="*/ 93 h 18"/>
                <a:gd name="T6" fmla="*/ 24 w 10"/>
                <a:gd name="T7" fmla="*/ 9 h 18"/>
                <a:gd name="T8" fmla="*/ 56 w 10"/>
                <a:gd name="T9" fmla="*/ 20 h 18"/>
                <a:gd name="T10" fmla="*/ 56 w 10"/>
                <a:gd name="T11" fmla="*/ 20 h 18"/>
                <a:gd name="T12" fmla="*/ 24 w 10"/>
                <a:gd name="T13" fmla="*/ 9 h 18"/>
                <a:gd name="T14" fmla="*/ 16 w 10"/>
                <a:gd name="T15" fmla="*/ 93 h 18"/>
                <a:gd name="T16" fmla="*/ 72 w 10"/>
                <a:gd name="T17" fmla="*/ 184 h 18"/>
                <a:gd name="T18" fmla="*/ 80 w 10"/>
                <a:gd name="T19" fmla="*/ 173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8">
                  <a:moveTo>
                    <a:pt x="10" y="17"/>
                  </a:moveTo>
                  <a:cubicBezTo>
                    <a:pt x="10" y="18"/>
                    <a:pt x="9" y="18"/>
                    <a:pt x="9" y="18"/>
                  </a:cubicBezTo>
                  <a:cubicBezTo>
                    <a:pt x="7" y="18"/>
                    <a:pt x="4" y="16"/>
                    <a:pt x="2" y="9"/>
                  </a:cubicBezTo>
                  <a:cubicBezTo>
                    <a:pt x="0" y="4"/>
                    <a:pt x="2" y="2"/>
                    <a:pt x="3" y="1"/>
                  </a:cubicBezTo>
                  <a:cubicBezTo>
                    <a:pt x="4" y="0"/>
                    <a:pt x="6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1" y="2"/>
                    <a:pt x="0" y="4"/>
                    <a:pt x="2" y="9"/>
                  </a:cubicBezTo>
                  <a:cubicBezTo>
                    <a:pt x="4" y="15"/>
                    <a:pt x="7" y="18"/>
                    <a:pt x="9" y="18"/>
                  </a:cubicBezTo>
                  <a:cubicBezTo>
                    <a:pt x="9" y="18"/>
                    <a:pt x="10" y="18"/>
                    <a:pt x="10" y="1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9" name="Freeform 360">
              <a:extLst>
                <a:ext uri="{FF2B5EF4-FFF2-40B4-BE49-F238E27FC236}">
                  <a16:creationId xmlns:a16="http://schemas.microsoft.com/office/drawing/2014/main" id="{AEC676FB-4F1D-4118-A28D-DBA900E56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3186"/>
              <a:ext cx="64" cy="48"/>
            </a:xfrm>
            <a:custGeom>
              <a:avLst/>
              <a:gdLst>
                <a:gd name="T0" fmla="*/ 52 w 31"/>
                <a:gd name="T1" fmla="*/ 20 h 22"/>
                <a:gd name="T2" fmla="*/ 0 w 31"/>
                <a:gd name="T3" fmla="*/ 124 h 22"/>
                <a:gd name="T4" fmla="*/ 132 w 31"/>
                <a:gd name="T5" fmla="*/ 209 h 22"/>
                <a:gd name="T6" fmla="*/ 264 w 31"/>
                <a:gd name="T7" fmla="*/ 105 h 22"/>
                <a:gd name="T8" fmla="*/ 229 w 31"/>
                <a:gd name="T9" fmla="*/ 20 h 22"/>
                <a:gd name="T10" fmla="*/ 140 w 31"/>
                <a:gd name="T11" fmla="*/ 20 h 22"/>
                <a:gd name="T12" fmla="*/ 52 w 31"/>
                <a:gd name="T13" fmla="*/ 2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2">
                  <a:moveTo>
                    <a:pt x="6" y="2"/>
                  </a:moveTo>
                  <a:cubicBezTo>
                    <a:pt x="2" y="3"/>
                    <a:pt x="0" y="7"/>
                    <a:pt x="0" y="12"/>
                  </a:cubicBezTo>
                  <a:cubicBezTo>
                    <a:pt x="1" y="19"/>
                    <a:pt x="7" y="22"/>
                    <a:pt x="15" y="20"/>
                  </a:cubicBezTo>
                  <a:cubicBezTo>
                    <a:pt x="24" y="19"/>
                    <a:pt x="28" y="17"/>
                    <a:pt x="30" y="10"/>
                  </a:cubicBezTo>
                  <a:cubicBezTo>
                    <a:pt x="31" y="6"/>
                    <a:pt x="29" y="3"/>
                    <a:pt x="26" y="2"/>
                  </a:cubicBezTo>
                  <a:cubicBezTo>
                    <a:pt x="23" y="0"/>
                    <a:pt x="20" y="2"/>
                    <a:pt x="16" y="2"/>
                  </a:cubicBezTo>
                  <a:cubicBezTo>
                    <a:pt x="14" y="2"/>
                    <a:pt x="10" y="0"/>
                    <a:pt x="6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80" name="Freeform 361">
              <a:extLst>
                <a:ext uri="{FF2B5EF4-FFF2-40B4-BE49-F238E27FC236}">
                  <a16:creationId xmlns:a16="http://schemas.microsoft.com/office/drawing/2014/main" id="{E9A5F37E-EE35-4CEB-B94F-B3963EFEE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199"/>
              <a:ext cx="39" cy="16"/>
            </a:xfrm>
            <a:custGeom>
              <a:avLst/>
              <a:gdLst>
                <a:gd name="T0" fmla="*/ 156 w 19"/>
                <a:gd name="T1" fmla="*/ 11 h 7"/>
                <a:gd name="T2" fmla="*/ 156 w 19"/>
                <a:gd name="T3" fmla="*/ 25 h 7"/>
                <a:gd name="T4" fmla="*/ 68 w 19"/>
                <a:gd name="T5" fmla="*/ 85 h 7"/>
                <a:gd name="T6" fmla="*/ 8 w 19"/>
                <a:gd name="T7" fmla="*/ 48 h 7"/>
                <a:gd name="T8" fmla="*/ 25 w 19"/>
                <a:gd name="T9" fmla="*/ 0 h 7"/>
                <a:gd name="T10" fmla="*/ 25 w 19"/>
                <a:gd name="T11" fmla="*/ 0 h 7"/>
                <a:gd name="T12" fmla="*/ 0 w 19"/>
                <a:gd name="T13" fmla="*/ 48 h 7"/>
                <a:gd name="T14" fmla="*/ 68 w 19"/>
                <a:gd name="T15" fmla="*/ 85 h 7"/>
                <a:gd name="T16" fmla="*/ 164 w 19"/>
                <a:gd name="T17" fmla="*/ 25 h 7"/>
                <a:gd name="T18" fmla="*/ 156 w 19"/>
                <a:gd name="T19" fmla="*/ 11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7">
                  <a:moveTo>
                    <a:pt x="18" y="1"/>
                  </a:moveTo>
                  <a:cubicBezTo>
                    <a:pt x="18" y="1"/>
                    <a:pt x="18" y="2"/>
                    <a:pt x="18" y="2"/>
                  </a:cubicBezTo>
                  <a:cubicBezTo>
                    <a:pt x="18" y="4"/>
                    <a:pt x="15" y="6"/>
                    <a:pt x="8" y="7"/>
                  </a:cubicBezTo>
                  <a:cubicBezTo>
                    <a:pt x="3" y="7"/>
                    <a:pt x="1" y="5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3" y="7"/>
                    <a:pt x="8" y="7"/>
                  </a:cubicBezTo>
                  <a:cubicBezTo>
                    <a:pt x="15" y="6"/>
                    <a:pt x="18" y="4"/>
                    <a:pt x="19" y="2"/>
                  </a:cubicBezTo>
                  <a:cubicBezTo>
                    <a:pt x="19" y="2"/>
                    <a:pt x="18" y="1"/>
                    <a:pt x="18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1" name="Freeform 362">
              <a:extLst>
                <a:ext uri="{FF2B5EF4-FFF2-40B4-BE49-F238E27FC236}">
                  <a16:creationId xmlns:a16="http://schemas.microsoft.com/office/drawing/2014/main" id="{1DAE9A46-D857-4CEC-A286-BA6AFB74B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173"/>
              <a:ext cx="36" cy="72"/>
            </a:xfrm>
            <a:custGeom>
              <a:avLst/>
              <a:gdLst>
                <a:gd name="T0" fmla="*/ 88 w 18"/>
                <a:gd name="T1" fmla="*/ 44 h 33"/>
                <a:gd name="T2" fmla="*/ 16 w 18"/>
                <a:gd name="T3" fmla="*/ 61 h 33"/>
                <a:gd name="T4" fmla="*/ 24 w 18"/>
                <a:gd name="T5" fmla="*/ 262 h 33"/>
                <a:gd name="T6" fmla="*/ 88 w 18"/>
                <a:gd name="T7" fmla="*/ 343 h 33"/>
                <a:gd name="T8" fmla="*/ 88 w 18"/>
                <a:gd name="T9" fmla="*/ 4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3">
                  <a:moveTo>
                    <a:pt x="11" y="4"/>
                  </a:moveTo>
                  <a:cubicBezTo>
                    <a:pt x="7" y="0"/>
                    <a:pt x="4" y="1"/>
                    <a:pt x="2" y="6"/>
                  </a:cubicBezTo>
                  <a:cubicBezTo>
                    <a:pt x="0" y="11"/>
                    <a:pt x="1" y="18"/>
                    <a:pt x="3" y="25"/>
                  </a:cubicBezTo>
                  <a:cubicBezTo>
                    <a:pt x="5" y="32"/>
                    <a:pt x="9" y="33"/>
                    <a:pt x="11" y="33"/>
                  </a:cubicBezTo>
                  <a:cubicBezTo>
                    <a:pt x="18" y="32"/>
                    <a:pt x="18" y="11"/>
                    <a:pt x="11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82" name="Freeform 363">
              <a:extLst>
                <a:ext uri="{FF2B5EF4-FFF2-40B4-BE49-F238E27FC236}">
                  <a16:creationId xmlns:a16="http://schemas.microsoft.com/office/drawing/2014/main" id="{522445F3-E338-47AE-8158-C04F86657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189"/>
              <a:ext cx="12" cy="43"/>
            </a:xfrm>
            <a:custGeom>
              <a:avLst/>
              <a:gdLst>
                <a:gd name="T0" fmla="*/ 24 w 6"/>
                <a:gd name="T1" fmla="*/ 0 h 20"/>
                <a:gd name="T2" fmla="*/ 0 w 6"/>
                <a:gd name="T3" fmla="*/ 60 h 20"/>
                <a:gd name="T4" fmla="*/ 24 w 6"/>
                <a:gd name="T5" fmla="*/ 181 h 20"/>
                <a:gd name="T6" fmla="*/ 40 w 6"/>
                <a:gd name="T7" fmla="*/ 198 h 20"/>
                <a:gd name="T8" fmla="*/ 40 w 6"/>
                <a:gd name="T9" fmla="*/ 198 h 20"/>
                <a:gd name="T10" fmla="*/ 24 w 6"/>
                <a:gd name="T11" fmla="*/ 181 h 20"/>
                <a:gd name="T12" fmla="*/ 0 w 6"/>
                <a:gd name="T13" fmla="*/ 60 h 20"/>
                <a:gd name="T14" fmla="*/ 24 w 6"/>
                <a:gd name="T15" fmla="*/ 0 h 20"/>
                <a:gd name="T16" fmla="*/ 48 w 6"/>
                <a:gd name="T17" fmla="*/ 19 h 20"/>
                <a:gd name="T18" fmla="*/ 48 w 6"/>
                <a:gd name="T19" fmla="*/ 19 h 20"/>
                <a:gd name="T20" fmla="*/ 24 w 6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20">
                  <a:moveTo>
                    <a:pt x="3" y="0"/>
                  </a:moveTo>
                  <a:cubicBezTo>
                    <a:pt x="2" y="0"/>
                    <a:pt x="1" y="3"/>
                    <a:pt x="0" y="6"/>
                  </a:cubicBezTo>
                  <a:cubicBezTo>
                    <a:pt x="0" y="9"/>
                    <a:pt x="1" y="15"/>
                    <a:pt x="3" y="18"/>
                  </a:cubicBezTo>
                  <a:cubicBezTo>
                    <a:pt x="3" y="19"/>
                    <a:pt x="4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19"/>
                    <a:pt x="3" y="18"/>
                  </a:cubicBezTo>
                  <a:cubicBezTo>
                    <a:pt x="1" y="15"/>
                    <a:pt x="0" y="9"/>
                    <a:pt x="0" y="6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3" name="Freeform 364">
              <a:extLst>
                <a:ext uri="{FF2B5EF4-FFF2-40B4-BE49-F238E27FC236}">
                  <a16:creationId xmlns:a16="http://schemas.microsoft.com/office/drawing/2014/main" id="{803B33B6-1C9B-4B74-B1CA-24A15606C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204"/>
              <a:ext cx="48" cy="48"/>
            </a:xfrm>
            <a:custGeom>
              <a:avLst/>
              <a:gdLst>
                <a:gd name="T0" fmla="*/ 152 w 23"/>
                <a:gd name="T1" fmla="*/ 33 h 22"/>
                <a:gd name="T2" fmla="*/ 92 w 23"/>
                <a:gd name="T3" fmla="*/ 0 h 22"/>
                <a:gd name="T4" fmla="*/ 35 w 23"/>
                <a:gd name="T5" fmla="*/ 33 h 22"/>
                <a:gd name="T6" fmla="*/ 92 w 23"/>
                <a:gd name="T7" fmla="*/ 194 h 22"/>
                <a:gd name="T8" fmla="*/ 209 w 23"/>
                <a:gd name="T9" fmla="*/ 148 h 22"/>
                <a:gd name="T10" fmla="*/ 152 w 23"/>
                <a:gd name="T11" fmla="*/ 33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8"/>
                    <a:pt x="3" y="16"/>
                    <a:pt x="10" y="19"/>
                  </a:cubicBezTo>
                  <a:cubicBezTo>
                    <a:pt x="16" y="22"/>
                    <a:pt x="22" y="18"/>
                    <a:pt x="23" y="14"/>
                  </a:cubicBezTo>
                  <a:cubicBezTo>
                    <a:pt x="23" y="9"/>
                    <a:pt x="22" y="8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84" name="Freeform 365">
              <a:extLst>
                <a:ext uri="{FF2B5EF4-FFF2-40B4-BE49-F238E27FC236}">
                  <a16:creationId xmlns:a16="http://schemas.microsoft.com/office/drawing/2014/main" id="{0789EA24-E232-45EF-9F5B-8FD625679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3213"/>
              <a:ext cx="24" cy="26"/>
            </a:xfrm>
            <a:custGeom>
              <a:avLst/>
              <a:gdLst>
                <a:gd name="T0" fmla="*/ 88 w 12"/>
                <a:gd name="T1" fmla="*/ 61 h 12"/>
                <a:gd name="T2" fmla="*/ 80 w 12"/>
                <a:gd name="T3" fmla="*/ 104 h 12"/>
                <a:gd name="T4" fmla="*/ 16 w 12"/>
                <a:gd name="T5" fmla="*/ 80 h 12"/>
                <a:gd name="T6" fmla="*/ 0 w 12"/>
                <a:gd name="T7" fmla="*/ 33 h 12"/>
                <a:gd name="T8" fmla="*/ 24 w 12"/>
                <a:gd name="T9" fmla="*/ 0 h 12"/>
                <a:gd name="T10" fmla="*/ 24 w 12"/>
                <a:gd name="T11" fmla="*/ 0 h 12"/>
                <a:gd name="T12" fmla="*/ 0 w 12"/>
                <a:gd name="T13" fmla="*/ 33 h 12"/>
                <a:gd name="T14" fmla="*/ 16 w 12"/>
                <a:gd name="T15" fmla="*/ 93 h 12"/>
                <a:gd name="T16" fmla="*/ 80 w 12"/>
                <a:gd name="T17" fmla="*/ 113 h 12"/>
                <a:gd name="T18" fmla="*/ 88 w 12"/>
                <a:gd name="T19" fmla="*/ 6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6"/>
                  </a:moveTo>
                  <a:cubicBezTo>
                    <a:pt x="12" y="8"/>
                    <a:pt x="11" y="10"/>
                    <a:pt x="10" y="10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0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0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5" name="Freeform 366">
              <a:extLst>
                <a:ext uri="{FF2B5EF4-FFF2-40B4-BE49-F238E27FC236}">
                  <a16:creationId xmlns:a16="http://schemas.microsoft.com/office/drawing/2014/main" id="{04F27B53-A85A-47CA-AE7D-AED40D617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681"/>
              <a:ext cx="53" cy="46"/>
            </a:xfrm>
            <a:custGeom>
              <a:avLst/>
              <a:gdLst>
                <a:gd name="T0" fmla="*/ 137 w 26"/>
                <a:gd name="T1" fmla="*/ 20 h 21"/>
                <a:gd name="T2" fmla="*/ 59 w 26"/>
                <a:gd name="T3" fmla="*/ 9 h 21"/>
                <a:gd name="T4" fmla="*/ 16 w 26"/>
                <a:gd name="T5" fmla="*/ 72 h 21"/>
                <a:gd name="T6" fmla="*/ 120 w 26"/>
                <a:gd name="T7" fmla="*/ 210 h 21"/>
                <a:gd name="T8" fmla="*/ 212 w 26"/>
                <a:gd name="T9" fmla="*/ 105 h 21"/>
                <a:gd name="T10" fmla="*/ 137 w 26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1">
                  <a:moveTo>
                    <a:pt x="16" y="2"/>
                  </a:moveTo>
                  <a:cubicBezTo>
                    <a:pt x="13" y="1"/>
                    <a:pt x="10" y="0"/>
                    <a:pt x="7" y="1"/>
                  </a:cubicBezTo>
                  <a:cubicBezTo>
                    <a:pt x="5" y="2"/>
                    <a:pt x="3" y="4"/>
                    <a:pt x="2" y="7"/>
                  </a:cubicBezTo>
                  <a:cubicBezTo>
                    <a:pt x="0" y="13"/>
                    <a:pt x="6" y="20"/>
                    <a:pt x="14" y="20"/>
                  </a:cubicBezTo>
                  <a:cubicBezTo>
                    <a:pt x="21" y="21"/>
                    <a:pt x="26" y="15"/>
                    <a:pt x="25" y="10"/>
                  </a:cubicBezTo>
                  <a:cubicBezTo>
                    <a:pt x="24" y="6"/>
                    <a:pt x="22" y="5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86" name="Freeform 367">
              <a:extLst>
                <a:ext uri="{FF2B5EF4-FFF2-40B4-BE49-F238E27FC236}">
                  <a16:creationId xmlns:a16="http://schemas.microsoft.com/office/drawing/2014/main" id="{677449A4-6F9E-48B1-A798-44458930F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694"/>
              <a:ext cx="27" cy="22"/>
            </a:xfrm>
            <a:custGeom>
              <a:avLst/>
              <a:gdLst>
                <a:gd name="T0" fmla="*/ 108 w 13"/>
                <a:gd name="T1" fmla="*/ 33 h 10"/>
                <a:gd name="T2" fmla="*/ 108 w 13"/>
                <a:gd name="T3" fmla="*/ 73 h 10"/>
                <a:gd name="T4" fmla="*/ 35 w 13"/>
                <a:gd name="T5" fmla="*/ 88 h 10"/>
                <a:gd name="T6" fmla="*/ 0 w 13"/>
                <a:gd name="T7" fmla="*/ 33 h 10"/>
                <a:gd name="T8" fmla="*/ 8 w 13"/>
                <a:gd name="T9" fmla="*/ 0 h 10"/>
                <a:gd name="T10" fmla="*/ 8 w 13"/>
                <a:gd name="T11" fmla="*/ 0 h 10"/>
                <a:gd name="T12" fmla="*/ 0 w 13"/>
                <a:gd name="T13" fmla="*/ 33 h 10"/>
                <a:gd name="T14" fmla="*/ 35 w 13"/>
                <a:gd name="T15" fmla="*/ 88 h 10"/>
                <a:gd name="T16" fmla="*/ 108 w 13"/>
                <a:gd name="T17" fmla="*/ 88 h 10"/>
                <a:gd name="T18" fmla="*/ 108 w 13"/>
                <a:gd name="T19" fmla="*/ 3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3"/>
                  </a:moveTo>
                  <a:cubicBezTo>
                    <a:pt x="13" y="4"/>
                    <a:pt x="13" y="6"/>
                    <a:pt x="12" y="7"/>
                  </a:cubicBezTo>
                  <a:cubicBezTo>
                    <a:pt x="11" y="9"/>
                    <a:pt x="8" y="10"/>
                    <a:pt x="4" y="8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2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1" y="7"/>
                    <a:pt x="4" y="8"/>
                  </a:cubicBezTo>
                  <a:cubicBezTo>
                    <a:pt x="8" y="10"/>
                    <a:pt x="11" y="9"/>
                    <a:pt x="12" y="8"/>
                  </a:cubicBezTo>
                  <a:cubicBezTo>
                    <a:pt x="13" y="6"/>
                    <a:pt x="13" y="4"/>
                    <a:pt x="12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7" name="Freeform 368">
              <a:extLst>
                <a:ext uri="{FF2B5EF4-FFF2-40B4-BE49-F238E27FC236}">
                  <a16:creationId xmlns:a16="http://schemas.microsoft.com/office/drawing/2014/main" id="{B32B0B9F-6F32-4CC7-B88B-97573AAB9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832"/>
              <a:ext cx="57" cy="64"/>
            </a:xfrm>
            <a:custGeom>
              <a:avLst/>
              <a:gdLst>
                <a:gd name="T0" fmla="*/ 161 w 28"/>
                <a:gd name="T1" fmla="*/ 267 h 29"/>
                <a:gd name="T2" fmla="*/ 204 w 28"/>
                <a:gd name="T3" fmla="*/ 97 h 29"/>
                <a:gd name="T4" fmla="*/ 49 w 28"/>
                <a:gd name="T5" fmla="*/ 64 h 29"/>
                <a:gd name="T6" fmla="*/ 161 w 28"/>
                <a:gd name="T7" fmla="*/ 26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9">
                  <a:moveTo>
                    <a:pt x="19" y="25"/>
                  </a:moveTo>
                  <a:cubicBezTo>
                    <a:pt x="26" y="23"/>
                    <a:pt x="28" y="15"/>
                    <a:pt x="24" y="9"/>
                  </a:cubicBezTo>
                  <a:cubicBezTo>
                    <a:pt x="19" y="2"/>
                    <a:pt x="12" y="0"/>
                    <a:pt x="6" y="6"/>
                  </a:cubicBezTo>
                  <a:cubicBezTo>
                    <a:pt x="0" y="12"/>
                    <a:pt x="8" y="29"/>
                    <a:pt x="19" y="2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88" name="Freeform 369">
              <a:extLst>
                <a:ext uri="{FF2B5EF4-FFF2-40B4-BE49-F238E27FC236}">
                  <a16:creationId xmlns:a16="http://schemas.microsoft.com/office/drawing/2014/main" id="{22E0C1A7-1120-4CD1-864E-0DB58E955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852"/>
              <a:ext cx="31" cy="24"/>
            </a:xfrm>
            <a:custGeom>
              <a:avLst/>
              <a:gdLst>
                <a:gd name="T0" fmla="*/ 116 w 15"/>
                <a:gd name="T1" fmla="*/ 9 h 11"/>
                <a:gd name="T2" fmla="*/ 124 w 15"/>
                <a:gd name="T3" fmla="*/ 72 h 11"/>
                <a:gd name="T4" fmla="*/ 81 w 15"/>
                <a:gd name="T5" fmla="*/ 113 h 11"/>
                <a:gd name="T6" fmla="*/ 17 w 15"/>
                <a:gd name="T7" fmla="*/ 81 h 11"/>
                <a:gd name="T8" fmla="*/ 8 w 15"/>
                <a:gd name="T9" fmla="*/ 0 h 11"/>
                <a:gd name="T10" fmla="*/ 8 w 15"/>
                <a:gd name="T11" fmla="*/ 0 h 11"/>
                <a:gd name="T12" fmla="*/ 17 w 15"/>
                <a:gd name="T13" fmla="*/ 81 h 11"/>
                <a:gd name="T14" fmla="*/ 81 w 15"/>
                <a:gd name="T15" fmla="*/ 113 h 11"/>
                <a:gd name="T16" fmla="*/ 124 w 15"/>
                <a:gd name="T17" fmla="*/ 72 h 11"/>
                <a:gd name="T18" fmla="*/ 116 w 15"/>
                <a:gd name="T19" fmla="*/ 9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1">
                  <a:moveTo>
                    <a:pt x="13" y="1"/>
                  </a:moveTo>
                  <a:cubicBezTo>
                    <a:pt x="14" y="2"/>
                    <a:pt x="15" y="4"/>
                    <a:pt x="14" y="7"/>
                  </a:cubicBezTo>
                  <a:cubicBezTo>
                    <a:pt x="13" y="9"/>
                    <a:pt x="11" y="11"/>
                    <a:pt x="9" y="11"/>
                  </a:cubicBezTo>
                  <a:cubicBezTo>
                    <a:pt x="7" y="11"/>
                    <a:pt x="4" y="10"/>
                    <a:pt x="2" y="8"/>
                  </a:cubicBezTo>
                  <a:cubicBezTo>
                    <a:pt x="1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1" y="5"/>
                    <a:pt x="2" y="8"/>
                  </a:cubicBezTo>
                  <a:cubicBezTo>
                    <a:pt x="4" y="10"/>
                    <a:pt x="7" y="11"/>
                    <a:pt x="9" y="11"/>
                  </a:cubicBezTo>
                  <a:cubicBezTo>
                    <a:pt x="11" y="11"/>
                    <a:pt x="13" y="9"/>
                    <a:pt x="14" y="7"/>
                  </a:cubicBezTo>
                  <a:cubicBezTo>
                    <a:pt x="15" y="4"/>
                    <a:pt x="14" y="2"/>
                    <a:pt x="1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9" name="Freeform 370">
              <a:extLst>
                <a:ext uri="{FF2B5EF4-FFF2-40B4-BE49-F238E27FC236}">
                  <a16:creationId xmlns:a16="http://schemas.microsoft.com/office/drawing/2014/main" id="{EB61CF62-3517-4A99-A4BE-8071E194F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504"/>
              <a:ext cx="47" cy="50"/>
            </a:xfrm>
            <a:custGeom>
              <a:avLst/>
              <a:gdLst>
                <a:gd name="T0" fmla="*/ 155 w 23"/>
                <a:gd name="T1" fmla="*/ 52 h 23"/>
                <a:gd name="T2" fmla="*/ 92 w 23"/>
                <a:gd name="T3" fmla="*/ 0 h 23"/>
                <a:gd name="T4" fmla="*/ 33 w 23"/>
                <a:gd name="T5" fmla="*/ 33 h 23"/>
                <a:gd name="T6" fmla="*/ 76 w 23"/>
                <a:gd name="T7" fmla="*/ 193 h 23"/>
                <a:gd name="T8" fmla="*/ 188 w 23"/>
                <a:gd name="T9" fmla="*/ 157 h 23"/>
                <a:gd name="T10" fmla="*/ 155 w 23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3">
                  <a:moveTo>
                    <a:pt x="18" y="5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9" y="19"/>
                  </a:cubicBezTo>
                  <a:cubicBezTo>
                    <a:pt x="15" y="23"/>
                    <a:pt x="21" y="20"/>
                    <a:pt x="22" y="15"/>
                  </a:cubicBezTo>
                  <a:cubicBezTo>
                    <a:pt x="23" y="11"/>
                    <a:pt x="22" y="9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90" name="Freeform 371">
              <a:extLst>
                <a:ext uri="{FF2B5EF4-FFF2-40B4-BE49-F238E27FC236}">
                  <a16:creationId xmlns:a16="http://schemas.microsoft.com/office/drawing/2014/main" id="{54A64103-DD85-4C27-AC96-489252553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2515"/>
              <a:ext cx="22" cy="24"/>
            </a:xfrm>
            <a:custGeom>
              <a:avLst/>
              <a:gdLst>
                <a:gd name="T0" fmla="*/ 88 w 11"/>
                <a:gd name="T1" fmla="*/ 61 h 11"/>
                <a:gd name="T2" fmla="*/ 72 w 11"/>
                <a:gd name="T3" fmla="*/ 105 h 11"/>
                <a:gd name="T4" fmla="*/ 16 w 11"/>
                <a:gd name="T5" fmla="*/ 81 h 11"/>
                <a:gd name="T6" fmla="*/ 0 w 11"/>
                <a:gd name="T7" fmla="*/ 20 h 11"/>
                <a:gd name="T8" fmla="*/ 24 w 11"/>
                <a:gd name="T9" fmla="*/ 0 h 11"/>
                <a:gd name="T10" fmla="*/ 24 w 11"/>
                <a:gd name="T11" fmla="*/ 0 h 11"/>
                <a:gd name="T12" fmla="*/ 0 w 11"/>
                <a:gd name="T13" fmla="*/ 20 h 11"/>
                <a:gd name="T14" fmla="*/ 16 w 11"/>
                <a:gd name="T15" fmla="*/ 81 h 11"/>
                <a:gd name="T16" fmla="*/ 72 w 11"/>
                <a:gd name="T17" fmla="*/ 113 h 11"/>
                <a:gd name="T18" fmla="*/ 88 w 11"/>
                <a:gd name="T19" fmla="*/ 6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10" y="10"/>
                    <a:pt x="9" y="10"/>
                  </a:cubicBezTo>
                  <a:cubicBezTo>
                    <a:pt x="7" y="11"/>
                    <a:pt x="4" y="11"/>
                    <a:pt x="2" y="8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1"/>
                    <a:pt x="9" y="11"/>
                  </a:cubicBezTo>
                  <a:cubicBezTo>
                    <a:pt x="10" y="10"/>
                    <a:pt x="11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1" name="Freeform 372">
              <a:extLst>
                <a:ext uri="{FF2B5EF4-FFF2-40B4-BE49-F238E27FC236}">
                  <a16:creationId xmlns:a16="http://schemas.microsoft.com/office/drawing/2014/main" id="{B0F945BF-5545-401E-91BC-3D39A6489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360"/>
              <a:ext cx="49" cy="76"/>
            </a:xfrm>
            <a:custGeom>
              <a:avLst/>
              <a:gdLst>
                <a:gd name="T0" fmla="*/ 196 w 24"/>
                <a:gd name="T1" fmla="*/ 132 h 35"/>
                <a:gd name="T2" fmla="*/ 172 w 24"/>
                <a:gd name="T3" fmla="*/ 61 h 35"/>
                <a:gd name="T4" fmla="*/ 25 w 24"/>
                <a:gd name="T5" fmla="*/ 141 h 35"/>
                <a:gd name="T6" fmla="*/ 76 w 24"/>
                <a:gd name="T7" fmla="*/ 339 h 35"/>
                <a:gd name="T8" fmla="*/ 163 w 24"/>
                <a:gd name="T9" fmla="*/ 306 h 35"/>
                <a:gd name="T10" fmla="*/ 188 w 24"/>
                <a:gd name="T11" fmla="*/ 202 h 35"/>
                <a:gd name="T12" fmla="*/ 196 w 24"/>
                <a:gd name="T13" fmla="*/ 132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3" y="13"/>
                  </a:moveTo>
                  <a:cubicBezTo>
                    <a:pt x="23" y="10"/>
                    <a:pt x="22" y="7"/>
                    <a:pt x="20" y="6"/>
                  </a:cubicBezTo>
                  <a:cubicBezTo>
                    <a:pt x="13" y="0"/>
                    <a:pt x="5" y="5"/>
                    <a:pt x="3" y="14"/>
                  </a:cubicBezTo>
                  <a:cubicBezTo>
                    <a:pt x="0" y="23"/>
                    <a:pt x="4" y="32"/>
                    <a:pt x="9" y="33"/>
                  </a:cubicBezTo>
                  <a:cubicBezTo>
                    <a:pt x="13" y="35"/>
                    <a:pt x="17" y="34"/>
                    <a:pt x="19" y="30"/>
                  </a:cubicBezTo>
                  <a:cubicBezTo>
                    <a:pt x="21" y="27"/>
                    <a:pt x="22" y="23"/>
                    <a:pt x="22" y="20"/>
                  </a:cubicBezTo>
                  <a:cubicBezTo>
                    <a:pt x="23" y="18"/>
                    <a:pt x="24" y="15"/>
                    <a:pt x="23" y="1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92" name="Freeform 373">
              <a:extLst>
                <a:ext uri="{FF2B5EF4-FFF2-40B4-BE49-F238E27FC236}">
                  <a16:creationId xmlns:a16="http://schemas.microsoft.com/office/drawing/2014/main" id="{C1020C1B-71A8-443B-9A17-E4A68667A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384"/>
              <a:ext cx="16" cy="37"/>
            </a:xfrm>
            <a:custGeom>
              <a:avLst/>
              <a:gdLst>
                <a:gd name="T0" fmla="*/ 48 w 8"/>
                <a:gd name="T1" fmla="*/ 0 h 17"/>
                <a:gd name="T2" fmla="*/ 8 w 8"/>
                <a:gd name="T3" fmla="*/ 44 h 17"/>
                <a:gd name="T4" fmla="*/ 8 w 8"/>
                <a:gd name="T5" fmla="*/ 141 h 17"/>
                <a:gd name="T6" fmla="*/ 32 w 8"/>
                <a:gd name="T7" fmla="*/ 176 h 17"/>
                <a:gd name="T8" fmla="*/ 32 w 8"/>
                <a:gd name="T9" fmla="*/ 176 h 17"/>
                <a:gd name="T10" fmla="*/ 8 w 8"/>
                <a:gd name="T11" fmla="*/ 141 h 17"/>
                <a:gd name="T12" fmla="*/ 16 w 8"/>
                <a:gd name="T13" fmla="*/ 44 h 17"/>
                <a:gd name="T14" fmla="*/ 48 w 8"/>
                <a:gd name="T15" fmla="*/ 0 h 17"/>
                <a:gd name="T16" fmla="*/ 64 w 8"/>
                <a:gd name="T17" fmla="*/ 9 h 17"/>
                <a:gd name="T18" fmla="*/ 64 w 8"/>
                <a:gd name="T19" fmla="*/ 9 h 17"/>
                <a:gd name="T20" fmla="*/ 48 w 8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7">
                  <a:moveTo>
                    <a:pt x="6" y="0"/>
                  </a:moveTo>
                  <a:cubicBezTo>
                    <a:pt x="4" y="0"/>
                    <a:pt x="3" y="1"/>
                    <a:pt x="1" y="4"/>
                  </a:cubicBezTo>
                  <a:cubicBezTo>
                    <a:pt x="0" y="7"/>
                    <a:pt x="0" y="12"/>
                    <a:pt x="1" y="14"/>
                  </a:cubicBezTo>
                  <a:cubicBezTo>
                    <a:pt x="1" y="15"/>
                    <a:pt x="2" y="16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6"/>
                    <a:pt x="1" y="15"/>
                    <a:pt x="1" y="14"/>
                  </a:cubicBezTo>
                  <a:cubicBezTo>
                    <a:pt x="0" y="11"/>
                    <a:pt x="0" y="7"/>
                    <a:pt x="2" y="4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7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7" y="0"/>
                    <a:pt x="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3" name="Freeform 374">
              <a:extLst>
                <a:ext uri="{FF2B5EF4-FFF2-40B4-BE49-F238E27FC236}">
                  <a16:creationId xmlns:a16="http://schemas.microsoft.com/office/drawing/2014/main" id="{EB440718-F16A-47A7-98C8-B37102273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450"/>
              <a:ext cx="61" cy="65"/>
            </a:xfrm>
            <a:custGeom>
              <a:avLst/>
              <a:gdLst>
                <a:gd name="T0" fmla="*/ 144 w 30"/>
                <a:gd name="T1" fmla="*/ 297 h 30"/>
                <a:gd name="T2" fmla="*/ 228 w 30"/>
                <a:gd name="T3" fmla="*/ 132 h 30"/>
                <a:gd name="T4" fmla="*/ 75 w 30"/>
                <a:gd name="T5" fmla="*/ 43 h 30"/>
                <a:gd name="T6" fmla="*/ 144 w 30"/>
                <a:gd name="T7" fmla="*/ 297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0">
                  <a:moveTo>
                    <a:pt x="17" y="29"/>
                  </a:moveTo>
                  <a:cubicBezTo>
                    <a:pt x="25" y="29"/>
                    <a:pt x="30" y="22"/>
                    <a:pt x="27" y="13"/>
                  </a:cubicBezTo>
                  <a:cubicBezTo>
                    <a:pt x="24" y="4"/>
                    <a:pt x="17" y="0"/>
                    <a:pt x="9" y="4"/>
                  </a:cubicBezTo>
                  <a:cubicBezTo>
                    <a:pt x="0" y="9"/>
                    <a:pt x="3" y="30"/>
                    <a:pt x="17" y="29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94" name="Freeform 375">
              <a:extLst>
                <a:ext uri="{FF2B5EF4-FFF2-40B4-BE49-F238E27FC236}">
                  <a16:creationId xmlns:a16="http://schemas.microsoft.com/office/drawing/2014/main" id="{64F33189-55FA-418D-893A-3A90F0ECF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467"/>
              <a:ext cx="33" cy="33"/>
            </a:xfrm>
            <a:custGeom>
              <a:avLst/>
              <a:gdLst>
                <a:gd name="T0" fmla="*/ 132 w 16"/>
                <a:gd name="T1" fmla="*/ 53 h 15"/>
                <a:gd name="T2" fmla="*/ 124 w 16"/>
                <a:gd name="T3" fmla="*/ 117 h 15"/>
                <a:gd name="T4" fmla="*/ 60 w 16"/>
                <a:gd name="T5" fmla="*/ 161 h 15"/>
                <a:gd name="T6" fmla="*/ 8 w 16"/>
                <a:gd name="T7" fmla="*/ 97 h 15"/>
                <a:gd name="T8" fmla="*/ 17 w 16"/>
                <a:gd name="T9" fmla="*/ 0 h 15"/>
                <a:gd name="T10" fmla="*/ 17 w 16"/>
                <a:gd name="T11" fmla="*/ 0 h 15"/>
                <a:gd name="T12" fmla="*/ 8 w 16"/>
                <a:gd name="T13" fmla="*/ 97 h 15"/>
                <a:gd name="T14" fmla="*/ 60 w 16"/>
                <a:gd name="T15" fmla="*/ 161 h 15"/>
                <a:gd name="T16" fmla="*/ 124 w 16"/>
                <a:gd name="T17" fmla="*/ 125 h 15"/>
                <a:gd name="T18" fmla="*/ 132 w 16"/>
                <a:gd name="T19" fmla="*/ 53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5">
                  <a:moveTo>
                    <a:pt x="15" y="5"/>
                  </a:moveTo>
                  <a:cubicBezTo>
                    <a:pt x="16" y="7"/>
                    <a:pt x="15" y="9"/>
                    <a:pt x="14" y="11"/>
                  </a:cubicBezTo>
                  <a:cubicBezTo>
                    <a:pt x="12" y="14"/>
                    <a:pt x="9" y="15"/>
                    <a:pt x="7" y="15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6"/>
                    <a:pt x="1" y="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3"/>
                    <a:pt x="0" y="6"/>
                    <a:pt x="1" y="9"/>
                  </a:cubicBezTo>
                  <a:cubicBezTo>
                    <a:pt x="2" y="12"/>
                    <a:pt x="4" y="14"/>
                    <a:pt x="7" y="15"/>
                  </a:cubicBezTo>
                  <a:cubicBezTo>
                    <a:pt x="9" y="15"/>
                    <a:pt x="12" y="14"/>
                    <a:pt x="14" y="12"/>
                  </a:cubicBezTo>
                  <a:cubicBezTo>
                    <a:pt x="16" y="9"/>
                    <a:pt x="16" y="7"/>
                    <a:pt x="15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5" name="Freeform 376">
              <a:extLst>
                <a:ext uri="{FF2B5EF4-FFF2-40B4-BE49-F238E27FC236}">
                  <a16:creationId xmlns:a16="http://schemas.microsoft.com/office/drawing/2014/main" id="{5FA434BB-694B-4651-8370-D1B74F87E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544"/>
              <a:ext cx="57" cy="61"/>
            </a:xfrm>
            <a:custGeom>
              <a:avLst/>
              <a:gdLst>
                <a:gd name="T0" fmla="*/ 49 w 28"/>
                <a:gd name="T1" fmla="*/ 61 h 28"/>
                <a:gd name="T2" fmla="*/ 187 w 28"/>
                <a:gd name="T3" fmla="*/ 61 h 28"/>
                <a:gd name="T4" fmla="*/ 179 w 28"/>
                <a:gd name="T5" fmla="*/ 246 h 28"/>
                <a:gd name="T6" fmla="*/ 49 w 28"/>
                <a:gd name="T7" fmla="*/ 6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6" y="6"/>
                  </a:moveTo>
                  <a:cubicBezTo>
                    <a:pt x="9" y="0"/>
                    <a:pt x="17" y="0"/>
                    <a:pt x="22" y="6"/>
                  </a:cubicBezTo>
                  <a:cubicBezTo>
                    <a:pt x="28" y="12"/>
                    <a:pt x="28" y="20"/>
                    <a:pt x="21" y="24"/>
                  </a:cubicBezTo>
                  <a:cubicBezTo>
                    <a:pt x="15" y="28"/>
                    <a:pt x="0" y="16"/>
                    <a:pt x="6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96" name="Freeform 377">
              <a:extLst>
                <a:ext uri="{FF2B5EF4-FFF2-40B4-BE49-F238E27FC236}">
                  <a16:creationId xmlns:a16="http://schemas.microsoft.com/office/drawing/2014/main" id="{87EF0ECC-8A4A-45DA-8882-16BA86DF4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559"/>
              <a:ext cx="25" cy="30"/>
            </a:xfrm>
            <a:custGeom>
              <a:avLst/>
              <a:gdLst>
                <a:gd name="T0" fmla="*/ 108 w 12"/>
                <a:gd name="T1" fmla="*/ 19 h 14"/>
                <a:gd name="T2" fmla="*/ 56 w 12"/>
                <a:gd name="T3" fmla="*/ 0 h 14"/>
                <a:gd name="T4" fmla="*/ 8 w 12"/>
                <a:gd name="T5" fmla="*/ 28 h 14"/>
                <a:gd name="T6" fmla="*/ 27 w 12"/>
                <a:gd name="T7" fmla="*/ 96 h 14"/>
                <a:gd name="T8" fmla="*/ 92 w 12"/>
                <a:gd name="T9" fmla="*/ 129 h 14"/>
                <a:gd name="T10" fmla="*/ 92 w 12"/>
                <a:gd name="T11" fmla="*/ 129 h 14"/>
                <a:gd name="T12" fmla="*/ 27 w 12"/>
                <a:gd name="T13" fmla="*/ 96 h 14"/>
                <a:gd name="T14" fmla="*/ 8 w 12"/>
                <a:gd name="T15" fmla="*/ 28 h 14"/>
                <a:gd name="T16" fmla="*/ 56 w 12"/>
                <a:gd name="T17" fmla="*/ 0 h 14"/>
                <a:gd name="T18" fmla="*/ 108 w 12"/>
                <a:gd name="T19" fmla="*/ 19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4">
                  <a:moveTo>
                    <a:pt x="12" y="2"/>
                  </a:moveTo>
                  <a:cubicBezTo>
                    <a:pt x="11" y="1"/>
                    <a:pt x="9" y="0"/>
                    <a:pt x="6" y="0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1" y="8"/>
                    <a:pt x="3" y="10"/>
                  </a:cubicBezTo>
                  <a:cubicBezTo>
                    <a:pt x="5" y="12"/>
                    <a:pt x="7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7" y="14"/>
                    <a:pt x="5" y="13"/>
                    <a:pt x="3" y="10"/>
                  </a:cubicBezTo>
                  <a:cubicBezTo>
                    <a:pt x="1" y="8"/>
                    <a:pt x="0" y="5"/>
                    <a:pt x="1" y="3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9" y="0"/>
                    <a:pt x="11" y="1"/>
                    <a:pt x="12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7" name="Freeform 378">
              <a:extLst>
                <a:ext uri="{FF2B5EF4-FFF2-40B4-BE49-F238E27FC236}">
                  <a16:creationId xmlns:a16="http://schemas.microsoft.com/office/drawing/2014/main" id="{9937D679-7D60-49F2-A9C4-1F26C2252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484"/>
              <a:ext cx="49" cy="62"/>
            </a:xfrm>
            <a:custGeom>
              <a:avLst/>
              <a:gdLst>
                <a:gd name="T0" fmla="*/ 145 w 24"/>
                <a:gd name="T1" fmla="*/ 35 h 28"/>
                <a:gd name="T2" fmla="*/ 84 w 24"/>
                <a:gd name="T3" fmla="*/ 0 h 28"/>
                <a:gd name="T4" fmla="*/ 25 w 24"/>
                <a:gd name="T5" fmla="*/ 173 h 28"/>
                <a:gd name="T6" fmla="*/ 155 w 24"/>
                <a:gd name="T7" fmla="*/ 283 h 28"/>
                <a:gd name="T8" fmla="*/ 204 w 24"/>
                <a:gd name="T9" fmla="*/ 197 h 28"/>
                <a:gd name="T10" fmla="*/ 172 w 24"/>
                <a:gd name="T11" fmla="*/ 109 h 28"/>
                <a:gd name="T12" fmla="*/ 145 w 24"/>
                <a:gd name="T13" fmla="*/ 3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3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6" y="24"/>
                    <a:pt x="14" y="28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3" y="15"/>
                    <a:pt x="21" y="11"/>
                    <a:pt x="20" y="10"/>
                  </a:cubicBezTo>
                  <a:cubicBezTo>
                    <a:pt x="19" y="7"/>
                    <a:pt x="18" y="5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98" name="Freeform 379">
              <a:extLst>
                <a:ext uri="{FF2B5EF4-FFF2-40B4-BE49-F238E27FC236}">
                  <a16:creationId xmlns:a16="http://schemas.microsoft.com/office/drawing/2014/main" id="{54C1B31C-A1F6-41D8-975B-3143AE5BE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500"/>
              <a:ext cx="21" cy="30"/>
            </a:xfrm>
            <a:custGeom>
              <a:avLst/>
              <a:gdLst>
                <a:gd name="T0" fmla="*/ 17 w 10"/>
                <a:gd name="T1" fmla="*/ 0 h 14"/>
                <a:gd name="T2" fmla="*/ 8 w 10"/>
                <a:gd name="T3" fmla="*/ 60 h 14"/>
                <a:gd name="T4" fmla="*/ 57 w 10"/>
                <a:gd name="T5" fmla="*/ 129 h 14"/>
                <a:gd name="T6" fmla="*/ 92 w 10"/>
                <a:gd name="T7" fmla="*/ 129 h 14"/>
                <a:gd name="T8" fmla="*/ 92 w 10"/>
                <a:gd name="T9" fmla="*/ 129 h 14"/>
                <a:gd name="T10" fmla="*/ 57 w 10"/>
                <a:gd name="T11" fmla="*/ 129 h 14"/>
                <a:gd name="T12" fmla="*/ 8 w 10"/>
                <a:gd name="T13" fmla="*/ 60 h 14"/>
                <a:gd name="T14" fmla="*/ 17 w 10"/>
                <a:gd name="T15" fmla="*/ 0 h 14"/>
                <a:gd name="T16" fmla="*/ 48 w 10"/>
                <a:gd name="T17" fmla="*/ 0 h 14"/>
                <a:gd name="T18" fmla="*/ 48 w 10"/>
                <a:gd name="T19" fmla="*/ 0 h 14"/>
                <a:gd name="T20" fmla="*/ 17 w 10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4">
                  <a:moveTo>
                    <a:pt x="2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2" y="9"/>
                    <a:pt x="4" y="12"/>
                    <a:pt x="6" y="13"/>
                  </a:cubicBezTo>
                  <a:cubicBezTo>
                    <a:pt x="7" y="14"/>
                    <a:pt x="9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4"/>
                    <a:pt x="8" y="14"/>
                    <a:pt x="6" y="13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9" name="Freeform 380">
              <a:extLst>
                <a:ext uri="{FF2B5EF4-FFF2-40B4-BE49-F238E27FC236}">
                  <a16:creationId xmlns:a16="http://schemas.microsoft.com/office/drawing/2014/main" id="{F3171C51-7E15-4CDD-BED9-B0F8FD47B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638"/>
              <a:ext cx="49" cy="59"/>
            </a:xfrm>
            <a:custGeom>
              <a:avLst/>
              <a:gdLst>
                <a:gd name="T0" fmla="*/ 145 w 24"/>
                <a:gd name="T1" fmla="*/ 33 h 27"/>
                <a:gd name="T2" fmla="*/ 92 w 24"/>
                <a:gd name="T3" fmla="*/ 0 h 27"/>
                <a:gd name="T4" fmla="*/ 25 w 24"/>
                <a:gd name="T5" fmla="*/ 166 h 27"/>
                <a:gd name="T6" fmla="*/ 155 w 24"/>
                <a:gd name="T7" fmla="*/ 273 h 27"/>
                <a:gd name="T8" fmla="*/ 204 w 24"/>
                <a:gd name="T9" fmla="*/ 186 h 27"/>
                <a:gd name="T10" fmla="*/ 180 w 24"/>
                <a:gd name="T11" fmla="*/ 96 h 27"/>
                <a:gd name="T12" fmla="*/ 145 w 24"/>
                <a:gd name="T13" fmla="*/ 3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7" y="24"/>
                    <a:pt x="14" y="27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4"/>
                    <a:pt x="22" y="11"/>
                    <a:pt x="21" y="9"/>
                  </a:cubicBezTo>
                  <a:cubicBezTo>
                    <a:pt x="19" y="7"/>
                    <a:pt x="19" y="4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00" name="Freeform 381">
              <a:extLst>
                <a:ext uri="{FF2B5EF4-FFF2-40B4-BE49-F238E27FC236}">
                  <a16:creationId xmlns:a16="http://schemas.microsoft.com/office/drawing/2014/main" id="{5144DAD0-8850-4E51-AD72-E1623A9DB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651"/>
              <a:ext cx="19" cy="32"/>
            </a:xfrm>
            <a:custGeom>
              <a:avLst/>
              <a:gdLst>
                <a:gd name="T0" fmla="*/ 8 w 9"/>
                <a:gd name="T1" fmla="*/ 9 h 15"/>
                <a:gd name="T2" fmla="*/ 0 w 9"/>
                <a:gd name="T3" fmla="*/ 60 h 15"/>
                <a:gd name="T4" fmla="*/ 57 w 9"/>
                <a:gd name="T5" fmla="*/ 137 h 15"/>
                <a:gd name="T6" fmla="*/ 84 w 9"/>
                <a:gd name="T7" fmla="*/ 137 h 15"/>
                <a:gd name="T8" fmla="*/ 84 w 9"/>
                <a:gd name="T9" fmla="*/ 137 h 15"/>
                <a:gd name="T10" fmla="*/ 57 w 9"/>
                <a:gd name="T11" fmla="*/ 137 h 15"/>
                <a:gd name="T12" fmla="*/ 8 w 9"/>
                <a:gd name="T13" fmla="*/ 60 h 15"/>
                <a:gd name="T14" fmla="*/ 8 w 9"/>
                <a:gd name="T15" fmla="*/ 9 h 15"/>
                <a:gd name="T16" fmla="*/ 36 w 9"/>
                <a:gd name="T17" fmla="*/ 9 h 15"/>
                <a:gd name="T18" fmla="*/ 36 w 9"/>
                <a:gd name="T19" fmla="*/ 9 h 15"/>
                <a:gd name="T20" fmla="*/ 8 w 9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1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10"/>
                    <a:pt x="3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5"/>
                    <a:pt x="7" y="14"/>
                    <a:pt x="6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1" name="Freeform 382">
              <a:extLst>
                <a:ext uri="{FF2B5EF4-FFF2-40B4-BE49-F238E27FC236}">
                  <a16:creationId xmlns:a16="http://schemas.microsoft.com/office/drawing/2014/main" id="{F7D6B5F4-849E-49B9-818F-EC6895BD2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548"/>
              <a:ext cx="50" cy="61"/>
            </a:xfrm>
            <a:custGeom>
              <a:avLst/>
              <a:gdLst>
                <a:gd name="T0" fmla="*/ 152 w 24"/>
                <a:gd name="T1" fmla="*/ 44 h 28"/>
                <a:gd name="T2" fmla="*/ 100 w 24"/>
                <a:gd name="T3" fmla="*/ 0 h 28"/>
                <a:gd name="T4" fmla="*/ 27 w 24"/>
                <a:gd name="T5" fmla="*/ 166 h 28"/>
                <a:gd name="T6" fmla="*/ 165 w 24"/>
                <a:gd name="T7" fmla="*/ 270 h 28"/>
                <a:gd name="T8" fmla="*/ 217 w 24"/>
                <a:gd name="T9" fmla="*/ 185 h 28"/>
                <a:gd name="T10" fmla="*/ 192 w 24"/>
                <a:gd name="T11" fmla="*/ 105 h 28"/>
                <a:gd name="T12" fmla="*/ 152 w 24"/>
                <a:gd name="T13" fmla="*/ 4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2" y="0"/>
                    <a:pt x="0" y="9"/>
                    <a:pt x="3" y="16"/>
                  </a:cubicBezTo>
                  <a:cubicBezTo>
                    <a:pt x="7" y="24"/>
                    <a:pt x="14" y="28"/>
                    <a:pt x="18" y="26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5"/>
                    <a:pt x="22" y="12"/>
                    <a:pt x="21" y="10"/>
                  </a:cubicBezTo>
                  <a:cubicBezTo>
                    <a:pt x="19" y="8"/>
                    <a:pt x="19" y="5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02" name="Freeform 383">
              <a:extLst>
                <a:ext uri="{FF2B5EF4-FFF2-40B4-BE49-F238E27FC236}">
                  <a16:creationId xmlns:a16="http://schemas.microsoft.com/office/drawing/2014/main" id="{187EB38E-2220-4CC2-B4A1-DC98DD419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563"/>
              <a:ext cx="18" cy="31"/>
            </a:xfrm>
            <a:custGeom>
              <a:avLst/>
              <a:gdLst>
                <a:gd name="T0" fmla="*/ 8 w 9"/>
                <a:gd name="T1" fmla="*/ 0 h 14"/>
                <a:gd name="T2" fmla="*/ 0 w 9"/>
                <a:gd name="T3" fmla="*/ 64 h 14"/>
                <a:gd name="T4" fmla="*/ 48 w 9"/>
                <a:gd name="T5" fmla="*/ 142 h 14"/>
                <a:gd name="T6" fmla="*/ 72 w 9"/>
                <a:gd name="T7" fmla="*/ 153 h 14"/>
                <a:gd name="T8" fmla="*/ 72 w 9"/>
                <a:gd name="T9" fmla="*/ 153 h 14"/>
                <a:gd name="T10" fmla="*/ 48 w 9"/>
                <a:gd name="T11" fmla="*/ 142 h 14"/>
                <a:gd name="T12" fmla="*/ 8 w 9"/>
                <a:gd name="T13" fmla="*/ 64 h 14"/>
                <a:gd name="T14" fmla="*/ 8 w 9"/>
                <a:gd name="T15" fmla="*/ 0 h 14"/>
                <a:gd name="T16" fmla="*/ 32 w 9"/>
                <a:gd name="T17" fmla="*/ 0 h 14"/>
                <a:gd name="T18" fmla="*/ 32 w 9"/>
                <a:gd name="T19" fmla="*/ 0 h 14"/>
                <a:gd name="T20" fmla="*/ 8 w 9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1" y="9"/>
                    <a:pt x="4" y="12"/>
                    <a:pt x="6" y="13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4"/>
                    <a:pt x="7" y="14"/>
                    <a:pt x="6" y="13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3" name="Freeform 384">
              <a:extLst>
                <a:ext uri="{FF2B5EF4-FFF2-40B4-BE49-F238E27FC236}">
                  <a16:creationId xmlns:a16="http://schemas.microsoft.com/office/drawing/2014/main" id="{9665736A-A0D5-45F2-8832-31660A43C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439"/>
              <a:ext cx="49" cy="59"/>
            </a:xfrm>
            <a:custGeom>
              <a:avLst/>
              <a:gdLst>
                <a:gd name="T0" fmla="*/ 155 w 24"/>
                <a:gd name="T1" fmla="*/ 33 h 27"/>
                <a:gd name="T2" fmla="*/ 92 w 24"/>
                <a:gd name="T3" fmla="*/ 0 h 27"/>
                <a:gd name="T4" fmla="*/ 33 w 24"/>
                <a:gd name="T5" fmla="*/ 166 h 27"/>
                <a:gd name="T6" fmla="*/ 163 w 24"/>
                <a:gd name="T7" fmla="*/ 273 h 27"/>
                <a:gd name="T8" fmla="*/ 204 w 24"/>
                <a:gd name="T9" fmla="*/ 186 h 27"/>
                <a:gd name="T10" fmla="*/ 180 w 24"/>
                <a:gd name="T11" fmla="*/ 96 h 27"/>
                <a:gd name="T12" fmla="*/ 155 w 24"/>
                <a:gd name="T13" fmla="*/ 3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3" y="0"/>
                    <a:pt x="0" y="8"/>
                    <a:pt x="4" y="16"/>
                  </a:cubicBezTo>
                  <a:cubicBezTo>
                    <a:pt x="7" y="23"/>
                    <a:pt x="15" y="27"/>
                    <a:pt x="19" y="26"/>
                  </a:cubicBezTo>
                  <a:cubicBezTo>
                    <a:pt x="23" y="24"/>
                    <a:pt x="24" y="21"/>
                    <a:pt x="24" y="18"/>
                  </a:cubicBezTo>
                  <a:cubicBezTo>
                    <a:pt x="24" y="14"/>
                    <a:pt x="22" y="11"/>
                    <a:pt x="21" y="9"/>
                  </a:cubicBezTo>
                  <a:cubicBezTo>
                    <a:pt x="20" y="7"/>
                    <a:pt x="19" y="4"/>
                    <a:pt x="18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04" name="Freeform 385">
              <a:extLst>
                <a:ext uri="{FF2B5EF4-FFF2-40B4-BE49-F238E27FC236}">
                  <a16:creationId xmlns:a16="http://schemas.microsoft.com/office/drawing/2014/main" id="{043251C7-08A0-4782-8344-DCA7873BC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452"/>
              <a:ext cx="18" cy="30"/>
            </a:xfrm>
            <a:custGeom>
              <a:avLst/>
              <a:gdLst>
                <a:gd name="T0" fmla="*/ 16 w 9"/>
                <a:gd name="T1" fmla="*/ 9 h 14"/>
                <a:gd name="T2" fmla="*/ 8 w 9"/>
                <a:gd name="T3" fmla="*/ 60 h 14"/>
                <a:gd name="T4" fmla="*/ 48 w 9"/>
                <a:gd name="T5" fmla="*/ 137 h 14"/>
                <a:gd name="T6" fmla="*/ 72 w 9"/>
                <a:gd name="T7" fmla="*/ 137 h 14"/>
                <a:gd name="T8" fmla="*/ 72 w 9"/>
                <a:gd name="T9" fmla="*/ 137 h 14"/>
                <a:gd name="T10" fmla="*/ 48 w 9"/>
                <a:gd name="T11" fmla="*/ 137 h 14"/>
                <a:gd name="T12" fmla="*/ 8 w 9"/>
                <a:gd name="T13" fmla="*/ 60 h 14"/>
                <a:gd name="T14" fmla="*/ 16 w 9"/>
                <a:gd name="T15" fmla="*/ 9 h 14"/>
                <a:gd name="T16" fmla="*/ 32 w 9"/>
                <a:gd name="T17" fmla="*/ 9 h 14"/>
                <a:gd name="T18" fmla="*/ 32 w 9"/>
                <a:gd name="T19" fmla="*/ 9 h 14"/>
                <a:gd name="T20" fmla="*/ 16 w 9"/>
                <a:gd name="T21" fmla="*/ 9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4">
                  <a:moveTo>
                    <a:pt x="2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4"/>
                    <a:pt x="7" y="14"/>
                    <a:pt x="6" y="14"/>
                  </a:cubicBezTo>
                  <a:cubicBezTo>
                    <a:pt x="4" y="13"/>
                    <a:pt x="2" y="9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5" name="Freeform 386">
              <a:extLst>
                <a:ext uri="{FF2B5EF4-FFF2-40B4-BE49-F238E27FC236}">
                  <a16:creationId xmlns:a16="http://schemas.microsoft.com/office/drawing/2014/main" id="{1F10249A-4B65-4321-9080-68BD3070D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734"/>
              <a:ext cx="49" cy="59"/>
            </a:xfrm>
            <a:custGeom>
              <a:avLst/>
              <a:gdLst>
                <a:gd name="T0" fmla="*/ 155 w 24"/>
                <a:gd name="T1" fmla="*/ 33 h 27"/>
                <a:gd name="T2" fmla="*/ 92 w 24"/>
                <a:gd name="T3" fmla="*/ 0 h 27"/>
                <a:gd name="T4" fmla="*/ 33 w 24"/>
                <a:gd name="T5" fmla="*/ 166 h 27"/>
                <a:gd name="T6" fmla="*/ 163 w 24"/>
                <a:gd name="T7" fmla="*/ 273 h 27"/>
                <a:gd name="T8" fmla="*/ 204 w 24"/>
                <a:gd name="T9" fmla="*/ 186 h 27"/>
                <a:gd name="T10" fmla="*/ 180 w 24"/>
                <a:gd name="T11" fmla="*/ 96 h 27"/>
                <a:gd name="T12" fmla="*/ 155 w 24"/>
                <a:gd name="T13" fmla="*/ 3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3" y="0"/>
                    <a:pt x="0" y="8"/>
                    <a:pt x="4" y="16"/>
                  </a:cubicBezTo>
                  <a:cubicBezTo>
                    <a:pt x="7" y="24"/>
                    <a:pt x="15" y="27"/>
                    <a:pt x="19" y="26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4"/>
                    <a:pt x="22" y="11"/>
                    <a:pt x="21" y="9"/>
                  </a:cubicBezTo>
                  <a:cubicBezTo>
                    <a:pt x="20" y="7"/>
                    <a:pt x="19" y="4"/>
                    <a:pt x="18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06" name="Freeform 387">
              <a:extLst>
                <a:ext uri="{FF2B5EF4-FFF2-40B4-BE49-F238E27FC236}">
                  <a16:creationId xmlns:a16="http://schemas.microsoft.com/office/drawing/2014/main" id="{C67ACED2-B0E4-4D0F-9950-4BA2B47B2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2747"/>
              <a:ext cx="18" cy="33"/>
            </a:xfrm>
            <a:custGeom>
              <a:avLst/>
              <a:gdLst>
                <a:gd name="T0" fmla="*/ 16 w 9"/>
                <a:gd name="T1" fmla="*/ 9 h 15"/>
                <a:gd name="T2" fmla="*/ 8 w 9"/>
                <a:gd name="T3" fmla="*/ 64 h 15"/>
                <a:gd name="T4" fmla="*/ 48 w 9"/>
                <a:gd name="T5" fmla="*/ 150 h 15"/>
                <a:gd name="T6" fmla="*/ 72 w 9"/>
                <a:gd name="T7" fmla="*/ 150 h 15"/>
                <a:gd name="T8" fmla="*/ 72 w 9"/>
                <a:gd name="T9" fmla="*/ 150 h 15"/>
                <a:gd name="T10" fmla="*/ 48 w 9"/>
                <a:gd name="T11" fmla="*/ 150 h 15"/>
                <a:gd name="T12" fmla="*/ 8 w 9"/>
                <a:gd name="T13" fmla="*/ 64 h 15"/>
                <a:gd name="T14" fmla="*/ 16 w 9"/>
                <a:gd name="T15" fmla="*/ 9 h 15"/>
                <a:gd name="T16" fmla="*/ 32 w 9"/>
                <a:gd name="T17" fmla="*/ 9 h 15"/>
                <a:gd name="T18" fmla="*/ 32 w 9"/>
                <a:gd name="T19" fmla="*/ 9 h 15"/>
                <a:gd name="T20" fmla="*/ 16 w 9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2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5"/>
                    <a:pt x="7" y="14"/>
                    <a:pt x="6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7" name="Freeform 388">
              <a:extLst>
                <a:ext uri="{FF2B5EF4-FFF2-40B4-BE49-F238E27FC236}">
                  <a16:creationId xmlns:a16="http://schemas.microsoft.com/office/drawing/2014/main" id="{9B740FFE-BA79-4565-BF21-EC20EB980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498"/>
              <a:ext cx="41" cy="52"/>
            </a:xfrm>
            <a:custGeom>
              <a:avLst/>
              <a:gdLst>
                <a:gd name="T0" fmla="*/ 139 w 20"/>
                <a:gd name="T1" fmla="*/ 184 h 24"/>
                <a:gd name="T2" fmla="*/ 164 w 20"/>
                <a:gd name="T3" fmla="*/ 225 h 24"/>
                <a:gd name="T4" fmla="*/ 148 w 20"/>
                <a:gd name="T5" fmla="*/ 234 h 24"/>
                <a:gd name="T6" fmla="*/ 131 w 20"/>
                <a:gd name="T7" fmla="*/ 225 h 24"/>
                <a:gd name="T8" fmla="*/ 113 w 20"/>
                <a:gd name="T9" fmla="*/ 245 h 24"/>
                <a:gd name="T10" fmla="*/ 88 w 20"/>
                <a:gd name="T11" fmla="*/ 234 h 24"/>
                <a:gd name="T12" fmla="*/ 59 w 20"/>
                <a:gd name="T13" fmla="*/ 193 h 24"/>
                <a:gd name="T14" fmla="*/ 43 w 20"/>
                <a:gd name="T15" fmla="*/ 184 h 24"/>
                <a:gd name="T16" fmla="*/ 25 w 20"/>
                <a:gd name="T17" fmla="*/ 156 h 24"/>
                <a:gd name="T18" fmla="*/ 25 w 20"/>
                <a:gd name="T19" fmla="*/ 121 h 24"/>
                <a:gd name="T20" fmla="*/ 8 w 20"/>
                <a:gd name="T21" fmla="*/ 93 h 24"/>
                <a:gd name="T22" fmla="*/ 33 w 20"/>
                <a:gd name="T23" fmla="*/ 43 h 24"/>
                <a:gd name="T24" fmla="*/ 59 w 20"/>
                <a:gd name="T25" fmla="*/ 9 h 24"/>
                <a:gd name="T26" fmla="*/ 88 w 20"/>
                <a:gd name="T27" fmla="*/ 20 h 24"/>
                <a:gd name="T28" fmla="*/ 113 w 20"/>
                <a:gd name="T29" fmla="*/ 9 h 24"/>
                <a:gd name="T30" fmla="*/ 121 w 20"/>
                <a:gd name="T31" fmla="*/ 33 h 24"/>
                <a:gd name="T32" fmla="*/ 105 w 20"/>
                <a:gd name="T33" fmla="*/ 43 h 24"/>
                <a:gd name="T34" fmla="*/ 121 w 20"/>
                <a:gd name="T35" fmla="*/ 61 h 24"/>
                <a:gd name="T36" fmla="*/ 113 w 20"/>
                <a:gd name="T37" fmla="*/ 93 h 24"/>
                <a:gd name="T38" fmla="*/ 121 w 20"/>
                <a:gd name="T39" fmla="*/ 113 h 24"/>
                <a:gd name="T40" fmla="*/ 121 w 20"/>
                <a:gd name="T41" fmla="*/ 141 h 24"/>
                <a:gd name="T42" fmla="*/ 139 w 20"/>
                <a:gd name="T43" fmla="*/ 184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4">
                  <a:moveTo>
                    <a:pt x="16" y="18"/>
                  </a:moveTo>
                  <a:cubicBezTo>
                    <a:pt x="17" y="20"/>
                    <a:pt x="20" y="19"/>
                    <a:pt x="19" y="22"/>
                  </a:cubicBezTo>
                  <a:cubicBezTo>
                    <a:pt x="18" y="22"/>
                    <a:pt x="18" y="23"/>
                    <a:pt x="17" y="23"/>
                  </a:cubicBezTo>
                  <a:cubicBezTo>
                    <a:pt x="16" y="23"/>
                    <a:pt x="16" y="22"/>
                    <a:pt x="15" y="22"/>
                  </a:cubicBezTo>
                  <a:cubicBezTo>
                    <a:pt x="14" y="22"/>
                    <a:pt x="14" y="24"/>
                    <a:pt x="13" y="24"/>
                  </a:cubicBezTo>
                  <a:cubicBezTo>
                    <a:pt x="11" y="24"/>
                    <a:pt x="11" y="23"/>
                    <a:pt x="10" y="23"/>
                  </a:cubicBezTo>
                  <a:cubicBezTo>
                    <a:pt x="9" y="23"/>
                    <a:pt x="8" y="20"/>
                    <a:pt x="7" y="19"/>
                  </a:cubicBezTo>
                  <a:cubicBezTo>
                    <a:pt x="7" y="18"/>
                    <a:pt x="6" y="18"/>
                    <a:pt x="5" y="18"/>
                  </a:cubicBezTo>
                  <a:cubicBezTo>
                    <a:pt x="4" y="17"/>
                    <a:pt x="3" y="16"/>
                    <a:pt x="3" y="15"/>
                  </a:cubicBezTo>
                  <a:cubicBezTo>
                    <a:pt x="2" y="14"/>
                    <a:pt x="3" y="13"/>
                    <a:pt x="3" y="12"/>
                  </a:cubicBezTo>
                  <a:cubicBezTo>
                    <a:pt x="3" y="11"/>
                    <a:pt x="1" y="11"/>
                    <a:pt x="1" y="9"/>
                  </a:cubicBezTo>
                  <a:cubicBezTo>
                    <a:pt x="0" y="7"/>
                    <a:pt x="2" y="5"/>
                    <a:pt x="4" y="4"/>
                  </a:cubicBezTo>
                  <a:cubicBezTo>
                    <a:pt x="5" y="3"/>
                    <a:pt x="6" y="2"/>
                    <a:pt x="7" y="1"/>
                  </a:cubicBezTo>
                  <a:cubicBezTo>
                    <a:pt x="8" y="1"/>
                    <a:pt x="9" y="2"/>
                    <a:pt x="10" y="2"/>
                  </a:cubicBezTo>
                  <a:cubicBezTo>
                    <a:pt x="12" y="2"/>
                    <a:pt x="11" y="1"/>
                    <a:pt x="13" y="1"/>
                  </a:cubicBezTo>
                  <a:cubicBezTo>
                    <a:pt x="14" y="0"/>
                    <a:pt x="15" y="1"/>
                    <a:pt x="14" y="3"/>
                  </a:cubicBezTo>
                  <a:cubicBezTo>
                    <a:pt x="14" y="3"/>
                    <a:pt x="12" y="3"/>
                    <a:pt x="12" y="4"/>
                  </a:cubicBezTo>
                  <a:cubicBezTo>
                    <a:pt x="12" y="5"/>
                    <a:pt x="14" y="6"/>
                    <a:pt x="14" y="6"/>
                  </a:cubicBezTo>
                  <a:cubicBezTo>
                    <a:pt x="15" y="8"/>
                    <a:pt x="14" y="8"/>
                    <a:pt x="13" y="9"/>
                  </a:cubicBezTo>
                  <a:cubicBezTo>
                    <a:pt x="12" y="10"/>
                    <a:pt x="14" y="10"/>
                    <a:pt x="14" y="11"/>
                  </a:cubicBezTo>
                  <a:cubicBezTo>
                    <a:pt x="15" y="12"/>
                    <a:pt x="15" y="13"/>
                    <a:pt x="14" y="14"/>
                  </a:cubicBezTo>
                  <a:cubicBezTo>
                    <a:pt x="13" y="17"/>
                    <a:pt x="16" y="16"/>
                    <a:pt x="16" y="1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8" name="Freeform 389">
              <a:extLst>
                <a:ext uri="{FF2B5EF4-FFF2-40B4-BE49-F238E27FC236}">
                  <a16:creationId xmlns:a16="http://schemas.microsoft.com/office/drawing/2014/main" id="{97369B49-5579-4557-B6C7-D604E2BC6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504"/>
              <a:ext cx="9" cy="20"/>
            </a:xfrm>
            <a:custGeom>
              <a:avLst/>
              <a:gdLst>
                <a:gd name="T0" fmla="*/ 36 w 4"/>
                <a:gd name="T1" fmla="*/ 9 h 9"/>
                <a:gd name="T2" fmla="*/ 0 w 4"/>
                <a:gd name="T3" fmla="*/ 53 h 9"/>
                <a:gd name="T4" fmla="*/ 25 w 4"/>
                <a:gd name="T5" fmla="*/ 98 h 9"/>
                <a:gd name="T6" fmla="*/ 25 w 4"/>
                <a:gd name="T7" fmla="*/ 80 h 9"/>
                <a:gd name="T8" fmla="*/ 25 w 4"/>
                <a:gd name="T9" fmla="*/ 64 h 9"/>
                <a:gd name="T10" fmla="*/ 36 w 4"/>
                <a:gd name="T11" fmla="*/ 36 h 9"/>
                <a:gd name="T12" fmla="*/ 45 w 4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9">
                  <a:moveTo>
                    <a:pt x="3" y="1"/>
                  </a:moveTo>
                  <a:cubicBezTo>
                    <a:pt x="2" y="2"/>
                    <a:pt x="0" y="4"/>
                    <a:pt x="0" y="5"/>
                  </a:cubicBezTo>
                  <a:cubicBezTo>
                    <a:pt x="0" y="7"/>
                    <a:pt x="2" y="8"/>
                    <a:pt x="2" y="9"/>
                  </a:cubicBezTo>
                  <a:cubicBezTo>
                    <a:pt x="2" y="8"/>
                    <a:pt x="3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4"/>
                    <a:pt x="3" y="4"/>
                    <a:pt x="3" y="3"/>
                  </a:cubicBezTo>
                  <a:cubicBezTo>
                    <a:pt x="4" y="2"/>
                    <a:pt x="3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9" name="Freeform 390">
              <a:extLst>
                <a:ext uri="{FF2B5EF4-FFF2-40B4-BE49-F238E27FC236}">
                  <a16:creationId xmlns:a16="http://schemas.microsoft.com/office/drawing/2014/main" id="{A724D5E4-6FD8-4EF3-8A52-ED198091C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526"/>
              <a:ext cx="10" cy="13"/>
            </a:xfrm>
            <a:custGeom>
              <a:avLst/>
              <a:gdLst>
                <a:gd name="T0" fmla="*/ 8 w 5"/>
                <a:gd name="T1" fmla="*/ 0 h 6"/>
                <a:gd name="T2" fmla="*/ 16 w 5"/>
                <a:gd name="T3" fmla="*/ 43 h 6"/>
                <a:gd name="T4" fmla="*/ 40 w 5"/>
                <a:gd name="T5" fmla="*/ 61 h 6"/>
                <a:gd name="T6" fmla="*/ 32 w 5"/>
                <a:gd name="T7" fmla="*/ 43 h 6"/>
                <a:gd name="T8" fmla="*/ 8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1"/>
                    <a:pt x="1" y="4"/>
                    <a:pt x="2" y="4"/>
                  </a:cubicBezTo>
                  <a:cubicBezTo>
                    <a:pt x="3" y="5"/>
                    <a:pt x="4" y="5"/>
                    <a:pt x="5" y="6"/>
                  </a:cubicBezTo>
                  <a:cubicBezTo>
                    <a:pt x="5" y="5"/>
                    <a:pt x="5" y="4"/>
                    <a:pt x="4" y="4"/>
                  </a:cubicBezTo>
                  <a:cubicBezTo>
                    <a:pt x="3" y="3"/>
                    <a:pt x="0" y="2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0" name="Freeform 391">
              <a:extLst>
                <a:ext uri="{FF2B5EF4-FFF2-40B4-BE49-F238E27FC236}">
                  <a16:creationId xmlns:a16="http://schemas.microsoft.com/office/drawing/2014/main" id="{50A08DA6-F9B0-4ABE-8A66-04CC299DA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522"/>
              <a:ext cx="6" cy="11"/>
            </a:xfrm>
            <a:custGeom>
              <a:avLst/>
              <a:gdLst>
                <a:gd name="T0" fmla="*/ 8 w 3"/>
                <a:gd name="T1" fmla="*/ 9 h 5"/>
                <a:gd name="T2" fmla="*/ 8 w 3"/>
                <a:gd name="T3" fmla="*/ 20 h 5"/>
                <a:gd name="T4" fmla="*/ 8 w 3"/>
                <a:gd name="T5" fmla="*/ 33 h 5"/>
                <a:gd name="T6" fmla="*/ 24 w 3"/>
                <a:gd name="T7" fmla="*/ 53 h 5"/>
                <a:gd name="T8" fmla="*/ 0 w 3"/>
                <a:gd name="T9" fmla="*/ 20 h 5"/>
                <a:gd name="T10" fmla="*/ 0 w 3"/>
                <a:gd name="T11" fmla="*/ 9 h 5"/>
                <a:gd name="T12" fmla="*/ 8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1" name="Freeform 392">
              <a:extLst>
                <a:ext uri="{FF2B5EF4-FFF2-40B4-BE49-F238E27FC236}">
                  <a16:creationId xmlns:a16="http://schemas.microsoft.com/office/drawing/2014/main" id="{5A1188CF-E7AC-44F8-8FD2-C563352AF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541"/>
              <a:ext cx="14" cy="9"/>
            </a:xfrm>
            <a:custGeom>
              <a:avLst/>
              <a:gdLst>
                <a:gd name="T0" fmla="*/ 0 w 7"/>
                <a:gd name="T1" fmla="*/ 0 h 4"/>
                <a:gd name="T2" fmla="*/ 16 w 7"/>
                <a:gd name="T3" fmla="*/ 25 h 4"/>
                <a:gd name="T4" fmla="*/ 24 w 7"/>
                <a:gd name="T5" fmla="*/ 25 h 4"/>
                <a:gd name="T6" fmla="*/ 32 w 7"/>
                <a:gd name="T7" fmla="*/ 36 h 4"/>
                <a:gd name="T8" fmla="*/ 56 w 7"/>
                <a:gd name="T9" fmla="*/ 25 h 4"/>
                <a:gd name="T10" fmla="*/ 48 w 7"/>
                <a:gd name="T11" fmla="*/ 25 h 4"/>
                <a:gd name="T12" fmla="*/ 32 w 7"/>
                <a:gd name="T13" fmla="*/ 11 h 4"/>
                <a:gd name="T14" fmla="*/ 16 w 7"/>
                <a:gd name="T15" fmla="*/ 11 h 4"/>
                <a:gd name="T16" fmla="*/ 0 w 7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5" y="4"/>
                    <a:pt x="5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4" y="2"/>
                    <a:pt x="4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2" name="Freeform 393">
              <a:extLst>
                <a:ext uri="{FF2B5EF4-FFF2-40B4-BE49-F238E27FC236}">
                  <a16:creationId xmlns:a16="http://schemas.microsoft.com/office/drawing/2014/main" id="{C131AB97-D70F-4BD6-923E-F475080BF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541"/>
              <a:ext cx="10" cy="7"/>
            </a:xfrm>
            <a:custGeom>
              <a:avLst/>
              <a:gdLst>
                <a:gd name="T0" fmla="*/ 40 w 5"/>
                <a:gd name="T1" fmla="*/ 12 h 3"/>
                <a:gd name="T2" fmla="*/ 24 w 5"/>
                <a:gd name="T3" fmla="*/ 37 h 3"/>
                <a:gd name="T4" fmla="*/ 0 w 5"/>
                <a:gd name="T5" fmla="*/ 12 h 3"/>
                <a:gd name="T6" fmla="*/ 24 w 5"/>
                <a:gd name="T7" fmla="*/ 12 h 3"/>
                <a:gd name="T8" fmla="*/ 40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1"/>
                    <a:pt x="4" y="3"/>
                    <a:pt x="3" y="3"/>
                  </a:cubicBezTo>
                  <a:cubicBezTo>
                    <a:pt x="2" y="3"/>
                    <a:pt x="1" y="1"/>
                    <a:pt x="0" y="1"/>
                  </a:cubicBezTo>
                  <a:cubicBezTo>
                    <a:pt x="1" y="2"/>
                    <a:pt x="3" y="2"/>
                    <a:pt x="3" y="1"/>
                  </a:cubicBezTo>
                  <a:cubicBezTo>
                    <a:pt x="4" y="1"/>
                    <a:pt x="5" y="0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3" name="Freeform 394">
              <a:extLst>
                <a:ext uri="{FF2B5EF4-FFF2-40B4-BE49-F238E27FC236}">
                  <a16:creationId xmlns:a16="http://schemas.microsoft.com/office/drawing/2014/main" id="{FCAE4DB7-751E-4BDF-9400-8751D8D7E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522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8 w 1"/>
                <a:gd name="T5" fmla="*/ 16 h 2"/>
                <a:gd name="T6" fmla="*/ 0 w 1"/>
                <a:gd name="T7" fmla="*/ 8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4" name="Freeform 395">
              <a:extLst>
                <a:ext uri="{FF2B5EF4-FFF2-40B4-BE49-F238E27FC236}">
                  <a16:creationId xmlns:a16="http://schemas.microsoft.com/office/drawing/2014/main" id="{ED183360-9022-43AF-B3B2-D85386186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500"/>
              <a:ext cx="6" cy="4"/>
            </a:xfrm>
            <a:custGeom>
              <a:avLst/>
              <a:gdLst>
                <a:gd name="T0" fmla="*/ 16 w 3"/>
                <a:gd name="T1" fmla="*/ 0 h 2"/>
                <a:gd name="T2" fmla="*/ 0 w 3"/>
                <a:gd name="T3" fmla="*/ 16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0" y="2"/>
                    <a:pt x="0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5" name="Freeform 396">
              <a:extLst>
                <a:ext uri="{FF2B5EF4-FFF2-40B4-BE49-F238E27FC236}">
                  <a16:creationId xmlns:a16="http://schemas.microsoft.com/office/drawing/2014/main" id="{AF1C5CC4-1FF5-45E7-9D59-D6BEF0C5D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513"/>
              <a:ext cx="5" cy="9"/>
            </a:xfrm>
            <a:custGeom>
              <a:avLst/>
              <a:gdLst>
                <a:gd name="T0" fmla="*/ 20 w 2"/>
                <a:gd name="T1" fmla="*/ 0 h 4"/>
                <a:gd name="T2" fmla="*/ 20 w 2"/>
                <a:gd name="T3" fmla="*/ 25 h 4"/>
                <a:gd name="T4" fmla="*/ 33 w 2"/>
                <a:gd name="T5" fmla="*/ 45 h 4"/>
                <a:gd name="T6" fmla="*/ 33 w 2"/>
                <a:gd name="T7" fmla="*/ 25 h 4"/>
                <a:gd name="T8" fmla="*/ 20 w 2"/>
                <a:gd name="T9" fmla="*/ 25 h 4"/>
                <a:gd name="T10" fmla="*/ 20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6" name="Freeform 397">
              <a:extLst>
                <a:ext uri="{FF2B5EF4-FFF2-40B4-BE49-F238E27FC236}">
                  <a16:creationId xmlns:a16="http://schemas.microsoft.com/office/drawing/2014/main" id="{833C3E4D-7B89-4C59-AE04-3DDCBFCE2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544"/>
              <a:ext cx="12" cy="4"/>
            </a:xfrm>
            <a:custGeom>
              <a:avLst/>
              <a:gdLst>
                <a:gd name="T0" fmla="*/ 0 w 6"/>
                <a:gd name="T1" fmla="*/ 8 h 2"/>
                <a:gd name="T2" fmla="*/ 24 w 6"/>
                <a:gd name="T3" fmla="*/ 16 h 2"/>
                <a:gd name="T4" fmla="*/ 48 w 6"/>
                <a:gd name="T5" fmla="*/ 8 h 2"/>
                <a:gd name="T6" fmla="*/ 32 w 6"/>
                <a:gd name="T7" fmla="*/ 8 h 2"/>
                <a:gd name="T8" fmla="*/ 24 w 6"/>
                <a:gd name="T9" fmla="*/ 8 h 2"/>
                <a:gd name="T10" fmla="*/ 16 w 6"/>
                <a:gd name="T11" fmla="*/ 8 h 2"/>
                <a:gd name="T12" fmla="*/ 8 w 6"/>
                <a:gd name="T13" fmla="*/ 8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1"/>
                    <a:pt x="2" y="2"/>
                    <a:pt x="3" y="2"/>
                  </a:cubicBezTo>
                  <a:cubicBezTo>
                    <a:pt x="4" y="2"/>
                    <a:pt x="5" y="1"/>
                    <a:pt x="6" y="1"/>
                  </a:cubicBezTo>
                  <a:cubicBezTo>
                    <a:pt x="5" y="0"/>
                    <a:pt x="4" y="1"/>
                    <a:pt x="4" y="1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7" name="Freeform 398">
              <a:extLst>
                <a:ext uri="{FF2B5EF4-FFF2-40B4-BE49-F238E27FC236}">
                  <a16:creationId xmlns:a16="http://schemas.microsoft.com/office/drawing/2014/main" id="{26262673-2E63-43D9-807A-C989BBD34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544"/>
              <a:ext cx="4" cy="4"/>
            </a:xfrm>
            <a:custGeom>
              <a:avLst/>
              <a:gdLst>
                <a:gd name="T0" fmla="*/ 16 w 2"/>
                <a:gd name="T1" fmla="*/ 0 h 2"/>
                <a:gd name="T2" fmla="*/ 16 w 2"/>
                <a:gd name="T3" fmla="*/ 8 h 2"/>
                <a:gd name="T4" fmla="*/ 0 w 2"/>
                <a:gd name="T5" fmla="*/ 8 h 2"/>
                <a:gd name="T6" fmla="*/ 16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8" name="Freeform 399">
              <a:extLst>
                <a:ext uri="{FF2B5EF4-FFF2-40B4-BE49-F238E27FC236}">
                  <a16:creationId xmlns:a16="http://schemas.microsoft.com/office/drawing/2014/main" id="{7BF23A42-73C1-4EC6-B849-0C89F1C8A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533"/>
              <a:ext cx="8" cy="6"/>
            </a:xfrm>
            <a:custGeom>
              <a:avLst/>
              <a:gdLst>
                <a:gd name="T0" fmla="*/ 0 w 4"/>
                <a:gd name="T1" fmla="*/ 8 h 3"/>
                <a:gd name="T2" fmla="*/ 32 w 4"/>
                <a:gd name="T3" fmla="*/ 24 h 3"/>
                <a:gd name="T4" fmla="*/ 16 w 4"/>
                <a:gd name="T5" fmla="*/ 8 h 3"/>
                <a:gd name="T6" fmla="*/ 8 w 4"/>
                <a:gd name="T7" fmla="*/ 8 h 3"/>
                <a:gd name="T8" fmla="*/ 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2" y="2"/>
                    <a:pt x="3" y="2"/>
                    <a:pt x="4" y="3"/>
                  </a:cubicBezTo>
                  <a:cubicBezTo>
                    <a:pt x="4" y="2"/>
                    <a:pt x="3" y="2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9" name="Freeform 400">
              <a:extLst>
                <a:ext uri="{FF2B5EF4-FFF2-40B4-BE49-F238E27FC236}">
                  <a16:creationId xmlns:a16="http://schemas.microsoft.com/office/drawing/2014/main" id="{41A6ECF9-7D43-4DDD-8BEA-B7A87F4C5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530"/>
              <a:ext cx="8" cy="11"/>
            </a:xfrm>
            <a:custGeom>
              <a:avLst/>
              <a:gdLst>
                <a:gd name="T0" fmla="*/ 0 w 4"/>
                <a:gd name="T1" fmla="*/ 0 h 5"/>
                <a:gd name="T2" fmla="*/ 16 w 4"/>
                <a:gd name="T3" fmla="*/ 33 h 5"/>
                <a:gd name="T4" fmla="*/ 32 w 4"/>
                <a:gd name="T5" fmla="*/ 53 h 5"/>
                <a:gd name="T6" fmla="*/ 8 w 4"/>
                <a:gd name="T7" fmla="*/ 33 h 5"/>
                <a:gd name="T8" fmla="*/ 0 w 4"/>
                <a:gd name="T9" fmla="*/ 20 h 5"/>
                <a:gd name="T10" fmla="*/ 0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3"/>
                    <a:pt x="3" y="5"/>
                    <a:pt x="4" y="5"/>
                  </a:cubicBezTo>
                  <a:cubicBezTo>
                    <a:pt x="3" y="5"/>
                    <a:pt x="2" y="4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0" name="Freeform 401">
              <a:extLst>
                <a:ext uri="{FF2B5EF4-FFF2-40B4-BE49-F238E27FC236}">
                  <a16:creationId xmlns:a16="http://schemas.microsoft.com/office/drawing/2014/main" id="{B2E3E6B3-AD3F-4C3E-B165-82E7083E1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506"/>
              <a:ext cx="8" cy="9"/>
            </a:xfrm>
            <a:custGeom>
              <a:avLst/>
              <a:gdLst>
                <a:gd name="T0" fmla="*/ 0 w 4"/>
                <a:gd name="T1" fmla="*/ 0 h 4"/>
                <a:gd name="T2" fmla="*/ 16 w 4"/>
                <a:gd name="T3" fmla="*/ 45 h 4"/>
                <a:gd name="T4" fmla="*/ 16 w 4"/>
                <a:gd name="T5" fmla="*/ 36 h 4"/>
                <a:gd name="T6" fmla="*/ 8 w 4"/>
                <a:gd name="T7" fmla="*/ 25 h 4"/>
                <a:gd name="T8" fmla="*/ 8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4" y="2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1" name="Freeform 402">
              <a:extLst>
                <a:ext uri="{FF2B5EF4-FFF2-40B4-BE49-F238E27FC236}">
                  <a16:creationId xmlns:a16="http://schemas.microsoft.com/office/drawing/2014/main" id="{059D00F1-B35F-441A-BE64-6C840EDD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500"/>
              <a:ext cx="8" cy="4"/>
            </a:xfrm>
            <a:custGeom>
              <a:avLst/>
              <a:gdLst>
                <a:gd name="T0" fmla="*/ 32 w 4"/>
                <a:gd name="T1" fmla="*/ 16 h 2"/>
                <a:gd name="T2" fmla="*/ 0 w 4"/>
                <a:gd name="T3" fmla="*/ 16 h 2"/>
                <a:gd name="T4" fmla="*/ 16 w 4"/>
                <a:gd name="T5" fmla="*/ 8 h 2"/>
                <a:gd name="T6" fmla="*/ 32 w 4"/>
                <a:gd name="T7" fmla="*/ 16 h 2"/>
                <a:gd name="T8" fmla="*/ 32 w 4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1"/>
                    <a:pt x="1" y="0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2" name="Freeform 403">
              <a:extLst>
                <a:ext uri="{FF2B5EF4-FFF2-40B4-BE49-F238E27FC236}">
                  <a16:creationId xmlns:a16="http://schemas.microsoft.com/office/drawing/2014/main" id="{44E6B5C7-27AA-4F2B-AEDD-BB45F51CB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498"/>
              <a:ext cx="41" cy="52"/>
            </a:xfrm>
            <a:custGeom>
              <a:avLst/>
              <a:gdLst>
                <a:gd name="T0" fmla="*/ 139 w 20"/>
                <a:gd name="T1" fmla="*/ 184 h 24"/>
                <a:gd name="T2" fmla="*/ 164 w 20"/>
                <a:gd name="T3" fmla="*/ 225 h 24"/>
                <a:gd name="T4" fmla="*/ 148 w 20"/>
                <a:gd name="T5" fmla="*/ 234 h 24"/>
                <a:gd name="T6" fmla="*/ 131 w 20"/>
                <a:gd name="T7" fmla="*/ 225 h 24"/>
                <a:gd name="T8" fmla="*/ 113 w 20"/>
                <a:gd name="T9" fmla="*/ 245 h 24"/>
                <a:gd name="T10" fmla="*/ 88 w 20"/>
                <a:gd name="T11" fmla="*/ 234 h 24"/>
                <a:gd name="T12" fmla="*/ 59 w 20"/>
                <a:gd name="T13" fmla="*/ 193 h 24"/>
                <a:gd name="T14" fmla="*/ 43 w 20"/>
                <a:gd name="T15" fmla="*/ 184 h 24"/>
                <a:gd name="T16" fmla="*/ 25 w 20"/>
                <a:gd name="T17" fmla="*/ 156 h 24"/>
                <a:gd name="T18" fmla="*/ 25 w 20"/>
                <a:gd name="T19" fmla="*/ 121 h 24"/>
                <a:gd name="T20" fmla="*/ 8 w 20"/>
                <a:gd name="T21" fmla="*/ 93 h 24"/>
                <a:gd name="T22" fmla="*/ 33 w 20"/>
                <a:gd name="T23" fmla="*/ 43 h 24"/>
                <a:gd name="T24" fmla="*/ 59 w 20"/>
                <a:gd name="T25" fmla="*/ 9 h 24"/>
                <a:gd name="T26" fmla="*/ 88 w 20"/>
                <a:gd name="T27" fmla="*/ 20 h 24"/>
                <a:gd name="T28" fmla="*/ 113 w 20"/>
                <a:gd name="T29" fmla="*/ 9 h 24"/>
                <a:gd name="T30" fmla="*/ 121 w 20"/>
                <a:gd name="T31" fmla="*/ 33 h 24"/>
                <a:gd name="T32" fmla="*/ 105 w 20"/>
                <a:gd name="T33" fmla="*/ 43 h 24"/>
                <a:gd name="T34" fmla="*/ 121 w 20"/>
                <a:gd name="T35" fmla="*/ 61 h 24"/>
                <a:gd name="T36" fmla="*/ 113 w 20"/>
                <a:gd name="T37" fmla="*/ 93 h 24"/>
                <a:gd name="T38" fmla="*/ 121 w 20"/>
                <a:gd name="T39" fmla="*/ 113 h 24"/>
                <a:gd name="T40" fmla="*/ 121 w 20"/>
                <a:gd name="T41" fmla="*/ 141 h 24"/>
                <a:gd name="T42" fmla="*/ 139 w 20"/>
                <a:gd name="T43" fmla="*/ 184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4">
                  <a:moveTo>
                    <a:pt x="16" y="18"/>
                  </a:moveTo>
                  <a:cubicBezTo>
                    <a:pt x="17" y="20"/>
                    <a:pt x="20" y="19"/>
                    <a:pt x="19" y="22"/>
                  </a:cubicBezTo>
                  <a:cubicBezTo>
                    <a:pt x="18" y="22"/>
                    <a:pt x="18" y="23"/>
                    <a:pt x="17" y="23"/>
                  </a:cubicBezTo>
                  <a:cubicBezTo>
                    <a:pt x="16" y="23"/>
                    <a:pt x="16" y="22"/>
                    <a:pt x="15" y="22"/>
                  </a:cubicBezTo>
                  <a:cubicBezTo>
                    <a:pt x="14" y="22"/>
                    <a:pt x="14" y="24"/>
                    <a:pt x="13" y="24"/>
                  </a:cubicBezTo>
                  <a:cubicBezTo>
                    <a:pt x="11" y="24"/>
                    <a:pt x="11" y="23"/>
                    <a:pt x="10" y="23"/>
                  </a:cubicBezTo>
                  <a:cubicBezTo>
                    <a:pt x="9" y="23"/>
                    <a:pt x="8" y="20"/>
                    <a:pt x="7" y="19"/>
                  </a:cubicBezTo>
                  <a:cubicBezTo>
                    <a:pt x="7" y="18"/>
                    <a:pt x="6" y="18"/>
                    <a:pt x="5" y="18"/>
                  </a:cubicBezTo>
                  <a:cubicBezTo>
                    <a:pt x="4" y="17"/>
                    <a:pt x="3" y="16"/>
                    <a:pt x="3" y="15"/>
                  </a:cubicBezTo>
                  <a:cubicBezTo>
                    <a:pt x="2" y="14"/>
                    <a:pt x="3" y="13"/>
                    <a:pt x="3" y="12"/>
                  </a:cubicBezTo>
                  <a:cubicBezTo>
                    <a:pt x="3" y="11"/>
                    <a:pt x="1" y="11"/>
                    <a:pt x="1" y="9"/>
                  </a:cubicBezTo>
                  <a:cubicBezTo>
                    <a:pt x="0" y="7"/>
                    <a:pt x="2" y="5"/>
                    <a:pt x="4" y="4"/>
                  </a:cubicBezTo>
                  <a:cubicBezTo>
                    <a:pt x="5" y="3"/>
                    <a:pt x="6" y="2"/>
                    <a:pt x="7" y="1"/>
                  </a:cubicBezTo>
                  <a:cubicBezTo>
                    <a:pt x="8" y="1"/>
                    <a:pt x="9" y="2"/>
                    <a:pt x="10" y="2"/>
                  </a:cubicBezTo>
                  <a:cubicBezTo>
                    <a:pt x="12" y="2"/>
                    <a:pt x="11" y="1"/>
                    <a:pt x="13" y="1"/>
                  </a:cubicBezTo>
                  <a:cubicBezTo>
                    <a:pt x="14" y="0"/>
                    <a:pt x="15" y="1"/>
                    <a:pt x="14" y="3"/>
                  </a:cubicBezTo>
                  <a:cubicBezTo>
                    <a:pt x="14" y="3"/>
                    <a:pt x="12" y="3"/>
                    <a:pt x="12" y="4"/>
                  </a:cubicBezTo>
                  <a:cubicBezTo>
                    <a:pt x="12" y="5"/>
                    <a:pt x="14" y="6"/>
                    <a:pt x="14" y="6"/>
                  </a:cubicBezTo>
                  <a:cubicBezTo>
                    <a:pt x="15" y="8"/>
                    <a:pt x="14" y="8"/>
                    <a:pt x="13" y="9"/>
                  </a:cubicBezTo>
                  <a:cubicBezTo>
                    <a:pt x="12" y="10"/>
                    <a:pt x="14" y="10"/>
                    <a:pt x="14" y="11"/>
                  </a:cubicBezTo>
                  <a:cubicBezTo>
                    <a:pt x="15" y="12"/>
                    <a:pt x="15" y="13"/>
                    <a:pt x="14" y="14"/>
                  </a:cubicBezTo>
                  <a:cubicBezTo>
                    <a:pt x="13" y="17"/>
                    <a:pt x="16" y="16"/>
                    <a:pt x="16" y="1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3" name="Freeform 404">
              <a:extLst>
                <a:ext uri="{FF2B5EF4-FFF2-40B4-BE49-F238E27FC236}">
                  <a16:creationId xmlns:a16="http://schemas.microsoft.com/office/drawing/2014/main" id="{C5409720-E1B6-4779-A742-4BD037331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517"/>
              <a:ext cx="2" cy="9"/>
            </a:xfrm>
            <a:custGeom>
              <a:avLst/>
              <a:gdLst>
                <a:gd name="T0" fmla="*/ 0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4" name="Freeform 405">
              <a:extLst>
                <a:ext uri="{FF2B5EF4-FFF2-40B4-BE49-F238E27FC236}">
                  <a16:creationId xmlns:a16="http://schemas.microsoft.com/office/drawing/2014/main" id="{60DCBC53-BEE2-4F39-8843-15AB23F4D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519"/>
              <a:ext cx="2" cy="5"/>
            </a:xfrm>
            <a:custGeom>
              <a:avLst/>
              <a:gdLst>
                <a:gd name="T0" fmla="*/ 8 w 1"/>
                <a:gd name="T1" fmla="*/ 33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5" name="Freeform 406">
              <a:extLst>
                <a:ext uri="{FF2B5EF4-FFF2-40B4-BE49-F238E27FC236}">
                  <a16:creationId xmlns:a16="http://schemas.microsoft.com/office/drawing/2014/main" id="{0B9531C9-AABA-4671-B22D-565B2CAF2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519"/>
              <a:ext cx="4" cy="14"/>
            </a:xfrm>
            <a:custGeom>
              <a:avLst/>
              <a:gdLst>
                <a:gd name="T0" fmla="*/ 16 w 2"/>
                <a:gd name="T1" fmla="*/ 77 h 6"/>
                <a:gd name="T2" fmla="*/ 0 w 2"/>
                <a:gd name="T3" fmla="*/ 37 h 6"/>
                <a:gd name="T4" fmla="*/ 0 w 2"/>
                <a:gd name="T5" fmla="*/ 12 h 6"/>
                <a:gd name="T6" fmla="*/ 0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5"/>
                    <a:pt x="0" y="5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6" name="Freeform 407">
              <a:extLst>
                <a:ext uri="{FF2B5EF4-FFF2-40B4-BE49-F238E27FC236}">
                  <a16:creationId xmlns:a16="http://schemas.microsoft.com/office/drawing/2014/main" id="{5FC40FF3-58BB-4124-8464-B63118D01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546"/>
              <a:ext cx="4" cy="1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7" name="Freeform 408">
              <a:extLst>
                <a:ext uri="{FF2B5EF4-FFF2-40B4-BE49-F238E27FC236}">
                  <a16:creationId xmlns:a16="http://schemas.microsoft.com/office/drawing/2014/main" id="{A7B062AA-D5BF-4721-AAE4-341D17833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412"/>
              <a:ext cx="51" cy="57"/>
            </a:xfrm>
            <a:custGeom>
              <a:avLst/>
              <a:gdLst>
                <a:gd name="T0" fmla="*/ 120 w 25"/>
                <a:gd name="T1" fmla="*/ 265 h 26"/>
                <a:gd name="T2" fmla="*/ 188 w 25"/>
                <a:gd name="T3" fmla="*/ 116 h 26"/>
                <a:gd name="T4" fmla="*/ 59 w 25"/>
                <a:gd name="T5" fmla="*/ 44 h 26"/>
                <a:gd name="T6" fmla="*/ 120 w 25"/>
                <a:gd name="T7" fmla="*/ 26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14" y="25"/>
                  </a:moveTo>
                  <a:cubicBezTo>
                    <a:pt x="21" y="25"/>
                    <a:pt x="25" y="19"/>
                    <a:pt x="22" y="11"/>
                  </a:cubicBezTo>
                  <a:cubicBezTo>
                    <a:pt x="20" y="4"/>
                    <a:pt x="14" y="0"/>
                    <a:pt x="7" y="4"/>
                  </a:cubicBezTo>
                  <a:cubicBezTo>
                    <a:pt x="0" y="8"/>
                    <a:pt x="3" y="26"/>
                    <a:pt x="14" y="2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28" name="Freeform 409">
              <a:extLst>
                <a:ext uri="{FF2B5EF4-FFF2-40B4-BE49-F238E27FC236}">
                  <a16:creationId xmlns:a16="http://schemas.microsoft.com/office/drawing/2014/main" id="{1DD788F3-CFA4-408F-875B-A7519DEA8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430"/>
              <a:ext cx="28" cy="26"/>
            </a:xfrm>
            <a:custGeom>
              <a:avLst/>
              <a:gdLst>
                <a:gd name="T0" fmla="*/ 104 w 14"/>
                <a:gd name="T1" fmla="*/ 33 h 12"/>
                <a:gd name="T2" fmla="*/ 96 w 14"/>
                <a:gd name="T3" fmla="*/ 93 h 12"/>
                <a:gd name="T4" fmla="*/ 48 w 14"/>
                <a:gd name="T5" fmla="*/ 121 h 12"/>
                <a:gd name="T6" fmla="*/ 8 w 14"/>
                <a:gd name="T7" fmla="*/ 72 h 12"/>
                <a:gd name="T8" fmla="*/ 16 w 14"/>
                <a:gd name="T9" fmla="*/ 0 h 12"/>
                <a:gd name="T10" fmla="*/ 16 w 14"/>
                <a:gd name="T11" fmla="*/ 0 h 12"/>
                <a:gd name="T12" fmla="*/ 8 w 14"/>
                <a:gd name="T13" fmla="*/ 72 h 12"/>
                <a:gd name="T14" fmla="*/ 48 w 14"/>
                <a:gd name="T15" fmla="*/ 121 h 12"/>
                <a:gd name="T16" fmla="*/ 96 w 14"/>
                <a:gd name="T17" fmla="*/ 93 h 12"/>
                <a:gd name="T18" fmla="*/ 104 w 14"/>
                <a:gd name="T19" fmla="*/ 3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2">
                  <a:moveTo>
                    <a:pt x="13" y="3"/>
                  </a:moveTo>
                  <a:cubicBezTo>
                    <a:pt x="14" y="5"/>
                    <a:pt x="13" y="7"/>
                    <a:pt x="12" y="9"/>
                  </a:cubicBezTo>
                  <a:cubicBezTo>
                    <a:pt x="11" y="11"/>
                    <a:pt x="8" y="12"/>
                    <a:pt x="6" y="12"/>
                  </a:cubicBezTo>
                  <a:cubicBezTo>
                    <a:pt x="4" y="11"/>
                    <a:pt x="2" y="9"/>
                    <a:pt x="1" y="7"/>
                  </a:cubicBezTo>
                  <a:cubicBezTo>
                    <a:pt x="1" y="4"/>
                    <a:pt x="1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2" y="9"/>
                    <a:pt x="4" y="11"/>
                    <a:pt x="6" y="12"/>
                  </a:cubicBezTo>
                  <a:cubicBezTo>
                    <a:pt x="8" y="12"/>
                    <a:pt x="11" y="11"/>
                    <a:pt x="12" y="9"/>
                  </a:cubicBezTo>
                  <a:cubicBezTo>
                    <a:pt x="14" y="7"/>
                    <a:pt x="14" y="5"/>
                    <a:pt x="13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9" name="Freeform 410">
              <a:extLst>
                <a:ext uri="{FF2B5EF4-FFF2-40B4-BE49-F238E27FC236}">
                  <a16:creationId xmlns:a16="http://schemas.microsoft.com/office/drawing/2014/main" id="{0C8B4323-7B00-402D-83AD-AD1C72428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644"/>
              <a:ext cx="45" cy="77"/>
            </a:xfrm>
            <a:custGeom>
              <a:avLst/>
              <a:gdLst>
                <a:gd name="T0" fmla="*/ 188 w 22"/>
                <a:gd name="T1" fmla="*/ 125 h 35"/>
                <a:gd name="T2" fmla="*/ 155 w 22"/>
                <a:gd name="T3" fmla="*/ 53 h 35"/>
                <a:gd name="T4" fmla="*/ 8 w 22"/>
                <a:gd name="T5" fmla="*/ 169 h 35"/>
                <a:gd name="T6" fmla="*/ 76 w 22"/>
                <a:gd name="T7" fmla="*/ 363 h 35"/>
                <a:gd name="T8" fmla="*/ 164 w 22"/>
                <a:gd name="T9" fmla="*/ 319 h 35"/>
                <a:gd name="T10" fmla="*/ 180 w 22"/>
                <a:gd name="T11" fmla="*/ 213 h 35"/>
                <a:gd name="T12" fmla="*/ 188 w 22"/>
                <a:gd name="T13" fmla="*/ 12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5">
                  <a:moveTo>
                    <a:pt x="22" y="12"/>
                  </a:moveTo>
                  <a:cubicBezTo>
                    <a:pt x="21" y="9"/>
                    <a:pt x="20" y="7"/>
                    <a:pt x="18" y="5"/>
                  </a:cubicBezTo>
                  <a:cubicBezTo>
                    <a:pt x="10" y="0"/>
                    <a:pt x="3" y="7"/>
                    <a:pt x="1" y="16"/>
                  </a:cubicBezTo>
                  <a:cubicBezTo>
                    <a:pt x="0" y="25"/>
                    <a:pt x="5" y="33"/>
                    <a:pt x="9" y="34"/>
                  </a:cubicBezTo>
                  <a:cubicBezTo>
                    <a:pt x="14" y="35"/>
                    <a:pt x="17" y="34"/>
                    <a:pt x="19" y="30"/>
                  </a:cubicBezTo>
                  <a:cubicBezTo>
                    <a:pt x="21" y="27"/>
                    <a:pt x="21" y="22"/>
                    <a:pt x="21" y="20"/>
                  </a:cubicBezTo>
                  <a:cubicBezTo>
                    <a:pt x="21" y="17"/>
                    <a:pt x="22" y="14"/>
                    <a:pt x="22" y="1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30" name="Freeform 411">
              <a:extLst>
                <a:ext uri="{FF2B5EF4-FFF2-40B4-BE49-F238E27FC236}">
                  <a16:creationId xmlns:a16="http://schemas.microsoft.com/office/drawing/2014/main" id="{DC513794-5BF8-4ADB-A1A1-BB3BC59D9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668"/>
              <a:ext cx="17" cy="37"/>
            </a:xfrm>
            <a:custGeom>
              <a:avLst/>
              <a:gdLst>
                <a:gd name="T0" fmla="*/ 49 w 8"/>
                <a:gd name="T1" fmla="*/ 0 h 17"/>
                <a:gd name="T2" fmla="*/ 9 w 8"/>
                <a:gd name="T3" fmla="*/ 44 h 17"/>
                <a:gd name="T4" fmla="*/ 9 w 8"/>
                <a:gd name="T5" fmla="*/ 157 h 17"/>
                <a:gd name="T6" fmla="*/ 40 w 8"/>
                <a:gd name="T7" fmla="*/ 176 h 17"/>
                <a:gd name="T8" fmla="*/ 40 w 8"/>
                <a:gd name="T9" fmla="*/ 176 h 17"/>
                <a:gd name="T10" fmla="*/ 19 w 8"/>
                <a:gd name="T11" fmla="*/ 157 h 17"/>
                <a:gd name="T12" fmla="*/ 9 w 8"/>
                <a:gd name="T13" fmla="*/ 44 h 17"/>
                <a:gd name="T14" fmla="*/ 49 w 8"/>
                <a:gd name="T15" fmla="*/ 0 h 17"/>
                <a:gd name="T16" fmla="*/ 77 w 8"/>
                <a:gd name="T17" fmla="*/ 9 h 17"/>
                <a:gd name="T18" fmla="*/ 77 w 8"/>
                <a:gd name="T19" fmla="*/ 9 h 17"/>
                <a:gd name="T20" fmla="*/ 49 w 8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7">
                  <a:moveTo>
                    <a:pt x="5" y="0"/>
                  </a:moveTo>
                  <a:cubicBezTo>
                    <a:pt x="3" y="0"/>
                    <a:pt x="2" y="2"/>
                    <a:pt x="1" y="4"/>
                  </a:cubicBezTo>
                  <a:cubicBezTo>
                    <a:pt x="0" y="8"/>
                    <a:pt x="0" y="12"/>
                    <a:pt x="1" y="15"/>
                  </a:cubicBezTo>
                  <a:cubicBezTo>
                    <a:pt x="2" y="16"/>
                    <a:pt x="3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7"/>
                    <a:pt x="2" y="16"/>
                    <a:pt x="2" y="15"/>
                  </a:cubicBezTo>
                  <a:cubicBezTo>
                    <a:pt x="0" y="12"/>
                    <a:pt x="0" y="8"/>
                    <a:pt x="1" y="4"/>
                  </a:cubicBezTo>
                  <a:cubicBezTo>
                    <a:pt x="2" y="2"/>
                    <a:pt x="4" y="0"/>
                    <a:pt x="5" y="0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1" name="Freeform 412">
              <a:extLst>
                <a:ext uri="{FF2B5EF4-FFF2-40B4-BE49-F238E27FC236}">
                  <a16:creationId xmlns:a16="http://schemas.microsoft.com/office/drawing/2014/main" id="{DD081807-E7B5-4726-9CF4-6BB5EA3E6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690"/>
              <a:ext cx="47" cy="68"/>
            </a:xfrm>
            <a:custGeom>
              <a:avLst/>
              <a:gdLst>
                <a:gd name="T0" fmla="*/ 163 w 23"/>
                <a:gd name="T1" fmla="*/ 64 h 31"/>
                <a:gd name="T2" fmla="*/ 67 w 23"/>
                <a:gd name="T3" fmla="*/ 9 h 31"/>
                <a:gd name="T4" fmla="*/ 16 w 23"/>
                <a:gd name="T5" fmla="*/ 189 h 31"/>
                <a:gd name="T6" fmla="*/ 129 w 23"/>
                <a:gd name="T7" fmla="*/ 327 h 31"/>
                <a:gd name="T8" fmla="*/ 188 w 23"/>
                <a:gd name="T9" fmla="*/ 274 h 31"/>
                <a:gd name="T10" fmla="*/ 180 w 23"/>
                <a:gd name="T11" fmla="*/ 169 h 31"/>
                <a:gd name="T12" fmla="*/ 163 w 23"/>
                <a:gd name="T13" fmla="*/ 6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1">
                  <a:moveTo>
                    <a:pt x="19" y="6"/>
                  </a:moveTo>
                  <a:cubicBezTo>
                    <a:pt x="17" y="2"/>
                    <a:pt x="14" y="0"/>
                    <a:pt x="8" y="1"/>
                  </a:cubicBezTo>
                  <a:cubicBezTo>
                    <a:pt x="2" y="3"/>
                    <a:pt x="0" y="9"/>
                    <a:pt x="2" y="18"/>
                  </a:cubicBezTo>
                  <a:cubicBezTo>
                    <a:pt x="5" y="26"/>
                    <a:pt x="7" y="30"/>
                    <a:pt x="15" y="31"/>
                  </a:cubicBezTo>
                  <a:cubicBezTo>
                    <a:pt x="18" y="31"/>
                    <a:pt x="21" y="29"/>
                    <a:pt x="22" y="26"/>
                  </a:cubicBezTo>
                  <a:cubicBezTo>
                    <a:pt x="23" y="22"/>
                    <a:pt x="21" y="20"/>
                    <a:pt x="21" y="16"/>
                  </a:cubicBezTo>
                  <a:cubicBezTo>
                    <a:pt x="20" y="13"/>
                    <a:pt x="21" y="9"/>
                    <a:pt x="19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32" name="Freeform 413">
              <a:extLst>
                <a:ext uri="{FF2B5EF4-FFF2-40B4-BE49-F238E27FC236}">
                  <a16:creationId xmlns:a16="http://schemas.microsoft.com/office/drawing/2014/main" id="{7249C2F1-4C8D-461E-8E31-6561AB6A3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703"/>
              <a:ext cx="16" cy="40"/>
            </a:xfrm>
            <a:custGeom>
              <a:avLst/>
              <a:gdLst>
                <a:gd name="T0" fmla="*/ 64 w 8"/>
                <a:gd name="T1" fmla="*/ 187 h 18"/>
                <a:gd name="T2" fmla="*/ 56 w 8"/>
                <a:gd name="T3" fmla="*/ 198 h 18"/>
                <a:gd name="T4" fmla="*/ 8 w 8"/>
                <a:gd name="T5" fmla="*/ 89 h 18"/>
                <a:gd name="T6" fmla="*/ 24 w 8"/>
                <a:gd name="T7" fmla="*/ 9 h 18"/>
                <a:gd name="T8" fmla="*/ 56 w 8"/>
                <a:gd name="T9" fmla="*/ 20 h 18"/>
                <a:gd name="T10" fmla="*/ 56 w 8"/>
                <a:gd name="T11" fmla="*/ 20 h 18"/>
                <a:gd name="T12" fmla="*/ 24 w 8"/>
                <a:gd name="T13" fmla="*/ 0 h 18"/>
                <a:gd name="T14" fmla="*/ 8 w 8"/>
                <a:gd name="T15" fmla="*/ 89 h 18"/>
                <a:gd name="T16" fmla="*/ 56 w 8"/>
                <a:gd name="T17" fmla="*/ 198 h 18"/>
                <a:gd name="T18" fmla="*/ 64 w 8"/>
                <a:gd name="T19" fmla="*/ 187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8">
                  <a:moveTo>
                    <a:pt x="8" y="17"/>
                  </a:moveTo>
                  <a:cubicBezTo>
                    <a:pt x="8" y="18"/>
                    <a:pt x="8" y="18"/>
                    <a:pt x="7" y="18"/>
                  </a:cubicBezTo>
                  <a:cubicBezTo>
                    <a:pt x="6" y="18"/>
                    <a:pt x="3" y="15"/>
                    <a:pt x="1" y="8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3"/>
                    <a:pt x="1" y="8"/>
                  </a:cubicBezTo>
                  <a:cubicBezTo>
                    <a:pt x="3" y="15"/>
                    <a:pt x="5" y="18"/>
                    <a:pt x="7" y="18"/>
                  </a:cubicBezTo>
                  <a:cubicBezTo>
                    <a:pt x="8" y="18"/>
                    <a:pt x="8" y="18"/>
                    <a:pt x="8" y="1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3" name="Freeform 414">
              <a:extLst>
                <a:ext uri="{FF2B5EF4-FFF2-40B4-BE49-F238E27FC236}">
                  <a16:creationId xmlns:a16="http://schemas.microsoft.com/office/drawing/2014/main" id="{021FAD37-7711-4095-A894-7A62C91E4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858"/>
              <a:ext cx="51" cy="73"/>
            </a:xfrm>
            <a:custGeom>
              <a:avLst/>
              <a:gdLst>
                <a:gd name="T0" fmla="*/ 137 w 25"/>
                <a:gd name="T1" fmla="*/ 44 h 33"/>
                <a:gd name="T2" fmla="*/ 49 w 25"/>
                <a:gd name="T3" fmla="*/ 20 h 33"/>
                <a:gd name="T4" fmla="*/ 41 w 25"/>
                <a:gd name="T5" fmla="*/ 226 h 33"/>
                <a:gd name="T6" fmla="*/ 171 w 25"/>
                <a:gd name="T7" fmla="*/ 338 h 33"/>
                <a:gd name="T8" fmla="*/ 212 w 25"/>
                <a:gd name="T9" fmla="*/ 270 h 33"/>
                <a:gd name="T10" fmla="*/ 180 w 25"/>
                <a:gd name="T11" fmla="*/ 153 h 33"/>
                <a:gd name="T12" fmla="*/ 137 w 25"/>
                <a:gd name="T13" fmla="*/ 44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3">
                  <a:moveTo>
                    <a:pt x="16" y="4"/>
                  </a:moveTo>
                  <a:cubicBezTo>
                    <a:pt x="14" y="1"/>
                    <a:pt x="10" y="0"/>
                    <a:pt x="6" y="2"/>
                  </a:cubicBezTo>
                  <a:cubicBezTo>
                    <a:pt x="0" y="5"/>
                    <a:pt x="1" y="13"/>
                    <a:pt x="5" y="21"/>
                  </a:cubicBezTo>
                  <a:cubicBezTo>
                    <a:pt x="10" y="29"/>
                    <a:pt x="14" y="33"/>
                    <a:pt x="20" y="31"/>
                  </a:cubicBezTo>
                  <a:cubicBezTo>
                    <a:pt x="23" y="31"/>
                    <a:pt x="25" y="28"/>
                    <a:pt x="25" y="25"/>
                  </a:cubicBezTo>
                  <a:cubicBezTo>
                    <a:pt x="24" y="21"/>
                    <a:pt x="23" y="19"/>
                    <a:pt x="21" y="14"/>
                  </a:cubicBezTo>
                  <a:cubicBezTo>
                    <a:pt x="20" y="12"/>
                    <a:pt x="19" y="7"/>
                    <a:pt x="16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34" name="Freeform 415">
              <a:extLst>
                <a:ext uri="{FF2B5EF4-FFF2-40B4-BE49-F238E27FC236}">
                  <a16:creationId xmlns:a16="http://schemas.microsoft.com/office/drawing/2014/main" id="{1517E57B-A58B-47CE-AFEB-018A34CE1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2872"/>
              <a:ext cx="23" cy="41"/>
            </a:xfrm>
            <a:custGeom>
              <a:avLst/>
              <a:gdLst>
                <a:gd name="T0" fmla="*/ 100 w 11"/>
                <a:gd name="T1" fmla="*/ 173 h 19"/>
                <a:gd name="T2" fmla="*/ 92 w 11"/>
                <a:gd name="T3" fmla="*/ 181 h 19"/>
                <a:gd name="T4" fmla="*/ 17 w 11"/>
                <a:gd name="T5" fmla="*/ 101 h 19"/>
                <a:gd name="T6" fmla="*/ 17 w 11"/>
                <a:gd name="T7" fmla="*/ 9 h 19"/>
                <a:gd name="T8" fmla="*/ 44 w 11"/>
                <a:gd name="T9" fmla="*/ 19 h 19"/>
                <a:gd name="T10" fmla="*/ 44 w 11"/>
                <a:gd name="T11" fmla="*/ 19 h 19"/>
                <a:gd name="T12" fmla="*/ 8 w 11"/>
                <a:gd name="T13" fmla="*/ 9 h 19"/>
                <a:gd name="T14" fmla="*/ 17 w 11"/>
                <a:gd name="T15" fmla="*/ 101 h 19"/>
                <a:gd name="T16" fmla="*/ 92 w 11"/>
                <a:gd name="T17" fmla="*/ 190 h 19"/>
                <a:gd name="T18" fmla="*/ 100 w 11"/>
                <a:gd name="T19" fmla="*/ 173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9">
                  <a:moveTo>
                    <a:pt x="11" y="17"/>
                  </a:moveTo>
                  <a:cubicBezTo>
                    <a:pt x="11" y="18"/>
                    <a:pt x="11" y="18"/>
                    <a:pt x="10" y="18"/>
                  </a:cubicBezTo>
                  <a:cubicBezTo>
                    <a:pt x="9" y="19"/>
                    <a:pt x="6" y="16"/>
                    <a:pt x="2" y="10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5"/>
                    <a:pt x="2" y="10"/>
                  </a:cubicBezTo>
                  <a:cubicBezTo>
                    <a:pt x="6" y="16"/>
                    <a:pt x="9" y="19"/>
                    <a:pt x="10" y="19"/>
                  </a:cubicBezTo>
                  <a:cubicBezTo>
                    <a:pt x="11" y="18"/>
                    <a:pt x="11" y="18"/>
                    <a:pt x="11" y="1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5" name="Freeform 416">
              <a:extLst>
                <a:ext uri="{FF2B5EF4-FFF2-40B4-BE49-F238E27FC236}">
                  <a16:creationId xmlns:a16="http://schemas.microsoft.com/office/drawing/2014/main" id="{B5418474-B151-44EE-A731-F2FF7F45C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979"/>
              <a:ext cx="45" cy="50"/>
            </a:xfrm>
            <a:custGeom>
              <a:avLst/>
              <a:gdLst>
                <a:gd name="T0" fmla="*/ 164 w 22"/>
                <a:gd name="T1" fmla="*/ 165 h 23"/>
                <a:gd name="T2" fmla="*/ 180 w 22"/>
                <a:gd name="T3" fmla="*/ 93 h 23"/>
                <a:gd name="T4" fmla="*/ 155 w 22"/>
                <a:gd name="T5" fmla="*/ 33 h 23"/>
                <a:gd name="T6" fmla="*/ 25 w 22"/>
                <a:gd name="T7" fmla="*/ 104 h 23"/>
                <a:gd name="T8" fmla="*/ 76 w 22"/>
                <a:gd name="T9" fmla="*/ 237 h 23"/>
                <a:gd name="T10" fmla="*/ 164 w 22"/>
                <a:gd name="T11" fmla="*/ 16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9" y="16"/>
                  </a:moveTo>
                  <a:cubicBezTo>
                    <a:pt x="21" y="14"/>
                    <a:pt x="22" y="12"/>
                    <a:pt x="21" y="9"/>
                  </a:cubicBezTo>
                  <a:cubicBezTo>
                    <a:pt x="21" y="6"/>
                    <a:pt x="20" y="4"/>
                    <a:pt x="18" y="3"/>
                  </a:cubicBezTo>
                  <a:cubicBezTo>
                    <a:pt x="12" y="0"/>
                    <a:pt x="5" y="4"/>
                    <a:pt x="3" y="10"/>
                  </a:cubicBezTo>
                  <a:cubicBezTo>
                    <a:pt x="0" y="17"/>
                    <a:pt x="5" y="23"/>
                    <a:pt x="9" y="23"/>
                  </a:cubicBezTo>
                  <a:cubicBezTo>
                    <a:pt x="13" y="22"/>
                    <a:pt x="15" y="21"/>
                    <a:pt x="19" y="1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36" name="Freeform 417">
              <a:extLst>
                <a:ext uri="{FF2B5EF4-FFF2-40B4-BE49-F238E27FC236}">
                  <a16:creationId xmlns:a16="http://schemas.microsoft.com/office/drawing/2014/main" id="{144A590E-1D72-4562-9FB3-2425C3CA7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992"/>
              <a:ext cx="23" cy="26"/>
            </a:xfrm>
            <a:custGeom>
              <a:avLst/>
              <a:gdLst>
                <a:gd name="T0" fmla="*/ 56 w 11"/>
                <a:gd name="T1" fmla="*/ 121 h 12"/>
                <a:gd name="T2" fmla="*/ 17 w 11"/>
                <a:gd name="T3" fmla="*/ 113 h 12"/>
                <a:gd name="T4" fmla="*/ 27 w 11"/>
                <a:gd name="T5" fmla="*/ 33 h 12"/>
                <a:gd name="T6" fmla="*/ 75 w 11"/>
                <a:gd name="T7" fmla="*/ 9 h 12"/>
                <a:gd name="T8" fmla="*/ 100 w 11"/>
                <a:gd name="T9" fmla="*/ 33 h 12"/>
                <a:gd name="T10" fmla="*/ 100 w 11"/>
                <a:gd name="T11" fmla="*/ 33 h 12"/>
                <a:gd name="T12" fmla="*/ 75 w 11"/>
                <a:gd name="T13" fmla="*/ 9 h 12"/>
                <a:gd name="T14" fmla="*/ 27 w 11"/>
                <a:gd name="T15" fmla="*/ 33 h 12"/>
                <a:gd name="T16" fmla="*/ 17 w 11"/>
                <a:gd name="T17" fmla="*/ 113 h 12"/>
                <a:gd name="T18" fmla="*/ 56 w 11"/>
                <a:gd name="T19" fmla="*/ 12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6" y="12"/>
                  </a:moveTo>
                  <a:cubicBezTo>
                    <a:pt x="4" y="12"/>
                    <a:pt x="3" y="12"/>
                    <a:pt x="2" y="11"/>
                  </a:cubicBezTo>
                  <a:cubicBezTo>
                    <a:pt x="1" y="9"/>
                    <a:pt x="1" y="6"/>
                    <a:pt x="3" y="3"/>
                  </a:cubicBezTo>
                  <a:cubicBezTo>
                    <a:pt x="5" y="1"/>
                    <a:pt x="7" y="0"/>
                    <a:pt x="8" y="1"/>
                  </a:cubicBezTo>
                  <a:cubicBezTo>
                    <a:pt x="10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8" y="1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0" y="6"/>
                    <a:pt x="0" y="9"/>
                    <a:pt x="2" y="11"/>
                  </a:cubicBezTo>
                  <a:cubicBezTo>
                    <a:pt x="3" y="12"/>
                    <a:pt x="4" y="12"/>
                    <a:pt x="6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7" name="Freeform 418">
              <a:extLst>
                <a:ext uri="{FF2B5EF4-FFF2-40B4-BE49-F238E27FC236}">
                  <a16:creationId xmlns:a16="http://schemas.microsoft.com/office/drawing/2014/main" id="{FE50D1E0-9BF8-4C75-AB1D-F0230E321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784"/>
              <a:ext cx="45" cy="48"/>
            </a:xfrm>
            <a:custGeom>
              <a:avLst/>
              <a:gdLst>
                <a:gd name="T0" fmla="*/ 147 w 22"/>
                <a:gd name="T1" fmla="*/ 44 h 22"/>
                <a:gd name="T2" fmla="*/ 84 w 22"/>
                <a:gd name="T3" fmla="*/ 0 h 22"/>
                <a:gd name="T4" fmla="*/ 33 w 22"/>
                <a:gd name="T5" fmla="*/ 33 h 22"/>
                <a:gd name="T6" fmla="*/ 68 w 22"/>
                <a:gd name="T7" fmla="*/ 194 h 22"/>
                <a:gd name="T8" fmla="*/ 188 w 22"/>
                <a:gd name="T9" fmla="*/ 157 h 22"/>
                <a:gd name="T10" fmla="*/ 14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38" name="Freeform 419">
              <a:extLst>
                <a:ext uri="{FF2B5EF4-FFF2-40B4-BE49-F238E27FC236}">
                  <a16:creationId xmlns:a16="http://schemas.microsoft.com/office/drawing/2014/main" id="{AD3C3C23-8B26-4FFF-AA09-B76733974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793"/>
              <a:ext cx="23" cy="26"/>
            </a:xfrm>
            <a:custGeom>
              <a:avLst/>
              <a:gdLst>
                <a:gd name="T0" fmla="*/ 100 w 11"/>
                <a:gd name="T1" fmla="*/ 72 h 12"/>
                <a:gd name="T2" fmla="*/ 84 w 11"/>
                <a:gd name="T3" fmla="*/ 113 h 12"/>
                <a:gd name="T4" fmla="*/ 17 w 11"/>
                <a:gd name="T5" fmla="*/ 80 h 12"/>
                <a:gd name="T6" fmla="*/ 8 w 11"/>
                <a:gd name="T7" fmla="*/ 33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33 h 12"/>
                <a:gd name="T14" fmla="*/ 17 w 11"/>
                <a:gd name="T15" fmla="*/ 80 h 12"/>
                <a:gd name="T16" fmla="*/ 84 w 11"/>
                <a:gd name="T17" fmla="*/ 113 h 12"/>
                <a:gd name="T18" fmla="*/ 100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1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2"/>
                    <a:pt x="8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9" name="Freeform 420">
              <a:extLst>
                <a:ext uri="{FF2B5EF4-FFF2-40B4-BE49-F238E27FC236}">
                  <a16:creationId xmlns:a16="http://schemas.microsoft.com/office/drawing/2014/main" id="{6BB01BD9-FE8B-45F1-B33A-1E84D79BC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574"/>
              <a:ext cx="41" cy="50"/>
            </a:xfrm>
            <a:custGeom>
              <a:avLst/>
              <a:gdLst>
                <a:gd name="T0" fmla="*/ 156 w 20"/>
                <a:gd name="T1" fmla="*/ 80 h 23"/>
                <a:gd name="T2" fmla="*/ 121 w 20"/>
                <a:gd name="T3" fmla="*/ 9 h 23"/>
                <a:gd name="T4" fmla="*/ 59 w 20"/>
                <a:gd name="T5" fmla="*/ 9 h 23"/>
                <a:gd name="T6" fmla="*/ 33 w 20"/>
                <a:gd name="T7" fmla="*/ 174 h 23"/>
                <a:gd name="T8" fmla="*/ 156 w 20"/>
                <a:gd name="T9" fmla="*/ 193 h 23"/>
                <a:gd name="T10" fmla="*/ 156 w 20"/>
                <a:gd name="T11" fmla="*/ 8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3">
                  <a:moveTo>
                    <a:pt x="18" y="8"/>
                  </a:moveTo>
                  <a:cubicBezTo>
                    <a:pt x="17" y="5"/>
                    <a:pt x="17" y="2"/>
                    <a:pt x="14" y="1"/>
                  </a:cubicBezTo>
                  <a:cubicBezTo>
                    <a:pt x="12" y="0"/>
                    <a:pt x="9" y="0"/>
                    <a:pt x="7" y="1"/>
                  </a:cubicBezTo>
                  <a:cubicBezTo>
                    <a:pt x="1" y="3"/>
                    <a:pt x="0" y="11"/>
                    <a:pt x="4" y="17"/>
                  </a:cubicBezTo>
                  <a:cubicBezTo>
                    <a:pt x="8" y="23"/>
                    <a:pt x="15" y="23"/>
                    <a:pt x="18" y="19"/>
                  </a:cubicBezTo>
                  <a:cubicBezTo>
                    <a:pt x="20" y="16"/>
                    <a:pt x="20" y="14"/>
                    <a:pt x="18" y="8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40" name="Freeform 421">
              <a:extLst>
                <a:ext uri="{FF2B5EF4-FFF2-40B4-BE49-F238E27FC236}">
                  <a16:creationId xmlns:a16="http://schemas.microsoft.com/office/drawing/2014/main" id="{3E5FF1C1-78BF-4DE1-A113-71590019C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583"/>
              <a:ext cx="21" cy="28"/>
            </a:xfrm>
            <a:custGeom>
              <a:avLst/>
              <a:gdLst>
                <a:gd name="T0" fmla="*/ 92 w 10"/>
                <a:gd name="T1" fmla="*/ 101 h 13"/>
                <a:gd name="T2" fmla="*/ 57 w 10"/>
                <a:gd name="T3" fmla="*/ 129 h 13"/>
                <a:gd name="T4" fmla="*/ 8 w 10"/>
                <a:gd name="T5" fmla="*/ 69 h 13"/>
                <a:gd name="T6" fmla="*/ 17 w 10"/>
                <a:gd name="T7" fmla="*/ 9 h 13"/>
                <a:gd name="T8" fmla="*/ 57 w 10"/>
                <a:gd name="T9" fmla="*/ 9 h 13"/>
                <a:gd name="T10" fmla="*/ 57 w 10"/>
                <a:gd name="T11" fmla="*/ 9 h 13"/>
                <a:gd name="T12" fmla="*/ 17 w 10"/>
                <a:gd name="T13" fmla="*/ 9 h 13"/>
                <a:gd name="T14" fmla="*/ 8 w 10"/>
                <a:gd name="T15" fmla="*/ 69 h 13"/>
                <a:gd name="T16" fmla="*/ 57 w 10"/>
                <a:gd name="T17" fmla="*/ 129 h 13"/>
                <a:gd name="T18" fmla="*/ 92 w 10"/>
                <a:gd name="T19" fmla="*/ 10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10"/>
                  </a:moveTo>
                  <a:cubicBezTo>
                    <a:pt x="9" y="12"/>
                    <a:pt x="8" y="13"/>
                    <a:pt x="6" y="13"/>
                  </a:cubicBezTo>
                  <a:cubicBezTo>
                    <a:pt x="4" y="13"/>
                    <a:pt x="2" y="11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2" y="11"/>
                    <a:pt x="4" y="13"/>
                    <a:pt x="6" y="13"/>
                  </a:cubicBezTo>
                  <a:cubicBezTo>
                    <a:pt x="8" y="13"/>
                    <a:pt x="9" y="12"/>
                    <a:pt x="10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1" name="Freeform 422">
              <a:extLst>
                <a:ext uri="{FF2B5EF4-FFF2-40B4-BE49-F238E27FC236}">
                  <a16:creationId xmlns:a16="http://schemas.microsoft.com/office/drawing/2014/main" id="{DBF1556A-E483-45D2-8D12-03C4D4436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854"/>
              <a:ext cx="45" cy="48"/>
            </a:xfrm>
            <a:custGeom>
              <a:avLst/>
              <a:gdLst>
                <a:gd name="T0" fmla="*/ 147 w 22"/>
                <a:gd name="T1" fmla="*/ 44 h 22"/>
                <a:gd name="T2" fmla="*/ 96 w 22"/>
                <a:gd name="T3" fmla="*/ 0 h 22"/>
                <a:gd name="T4" fmla="*/ 33 w 22"/>
                <a:gd name="T5" fmla="*/ 20 h 22"/>
                <a:gd name="T6" fmla="*/ 68 w 22"/>
                <a:gd name="T7" fmla="*/ 185 h 22"/>
                <a:gd name="T8" fmla="*/ 188 w 22"/>
                <a:gd name="T9" fmla="*/ 157 h 22"/>
                <a:gd name="T10" fmla="*/ 14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0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42" name="Freeform 423">
              <a:extLst>
                <a:ext uri="{FF2B5EF4-FFF2-40B4-BE49-F238E27FC236}">
                  <a16:creationId xmlns:a16="http://schemas.microsoft.com/office/drawing/2014/main" id="{695784ED-9BE8-4C54-AC93-F10AEF65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863"/>
              <a:ext cx="25" cy="26"/>
            </a:xfrm>
            <a:custGeom>
              <a:avLst/>
              <a:gdLst>
                <a:gd name="T0" fmla="*/ 100 w 12"/>
                <a:gd name="T1" fmla="*/ 72 h 12"/>
                <a:gd name="T2" fmla="*/ 83 w 12"/>
                <a:gd name="T3" fmla="*/ 113 h 12"/>
                <a:gd name="T4" fmla="*/ 17 w 12"/>
                <a:gd name="T5" fmla="*/ 80 h 12"/>
                <a:gd name="T6" fmla="*/ 8 w 12"/>
                <a:gd name="T7" fmla="*/ 20 h 12"/>
                <a:gd name="T8" fmla="*/ 35 w 12"/>
                <a:gd name="T9" fmla="*/ 0 h 12"/>
                <a:gd name="T10" fmla="*/ 35 w 12"/>
                <a:gd name="T11" fmla="*/ 0 h 12"/>
                <a:gd name="T12" fmla="*/ 8 w 12"/>
                <a:gd name="T13" fmla="*/ 20 h 12"/>
                <a:gd name="T14" fmla="*/ 17 w 12"/>
                <a:gd name="T15" fmla="*/ 80 h 12"/>
                <a:gd name="T16" fmla="*/ 83 w 12"/>
                <a:gd name="T17" fmla="*/ 113 h 12"/>
                <a:gd name="T18" fmla="*/ 100 w 12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0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0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3" name="Freeform 424">
              <a:extLst>
                <a:ext uri="{FF2B5EF4-FFF2-40B4-BE49-F238E27FC236}">
                  <a16:creationId xmlns:a16="http://schemas.microsoft.com/office/drawing/2014/main" id="{44CF2E08-C58B-4BDD-BD7D-D9A669CF5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821"/>
              <a:ext cx="45" cy="48"/>
            </a:xfrm>
            <a:custGeom>
              <a:avLst/>
              <a:gdLst>
                <a:gd name="T0" fmla="*/ 147 w 22"/>
                <a:gd name="T1" fmla="*/ 44 h 22"/>
                <a:gd name="T2" fmla="*/ 96 w 22"/>
                <a:gd name="T3" fmla="*/ 0 h 22"/>
                <a:gd name="T4" fmla="*/ 33 w 22"/>
                <a:gd name="T5" fmla="*/ 33 h 22"/>
                <a:gd name="T6" fmla="*/ 68 w 22"/>
                <a:gd name="T7" fmla="*/ 194 h 22"/>
                <a:gd name="T8" fmla="*/ 188 w 22"/>
                <a:gd name="T9" fmla="*/ 157 h 22"/>
                <a:gd name="T10" fmla="*/ 14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44" name="Freeform 425">
              <a:extLst>
                <a:ext uri="{FF2B5EF4-FFF2-40B4-BE49-F238E27FC236}">
                  <a16:creationId xmlns:a16="http://schemas.microsoft.com/office/drawing/2014/main" id="{7BC3813C-2A48-4470-8D8C-19E6DC182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830"/>
              <a:ext cx="24" cy="26"/>
            </a:xfrm>
            <a:custGeom>
              <a:avLst/>
              <a:gdLst>
                <a:gd name="T0" fmla="*/ 88 w 12"/>
                <a:gd name="T1" fmla="*/ 72 h 12"/>
                <a:gd name="T2" fmla="*/ 72 w 12"/>
                <a:gd name="T3" fmla="*/ 113 h 12"/>
                <a:gd name="T4" fmla="*/ 24 w 12"/>
                <a:gd name="T5" fmla="*/ 80 h 12"/>
                <a:gd name="T6" fmla="*/ 8 w 12"/>
                <a:gd name="T7" fmla="*/ 20 h 12"/>
                <a:gd name="T8" fmla="*/ 32 w 12"/>
                <a:gd name="T9" fmla="*/ 0 h 12"/>
                <a:gd name="T10" fmla="*/ 32 w 12"/>
                <a:gd name="T11" fmla="*/ 0 h 12"/>
                <a:gd name="T12" fmla="*/ 8 w 12"/>
                <a:gd name="T13" fmla="*/ 20 h 12"/>
                <a:gd name="T14" fmla="*/ 16 w 12"/>
                <a:gd name="T15" fmla="*/ 80 h 12"/>
                <a:gd name="T16" fmla="*/ 80 w 12"/>
                <a:gd name="T17" fmla="*/ 113 h 12"/>
                <a:gd name="T18" fmla="*/ 88 w 12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0"/>
                    <a:pt x="9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0" y="5"/>
                    <a:pt x="1" y="4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4"/>
                    <a:pt x="0" y="5"/>
                    <a:pt x="2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5" name="Freeform 426">
              <a:extLst>
                <a:ext uri="{FF2B5EF4-FFF2-40B4-BE49-F238E27FC236}">
                  <a16:creationId xmlns:a16="http://schemas.microsoft.com/office/drawing/2014/main" id="{ECDA241B-CDAF-4BE5-9D72-9A5110FF6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758"/>
              <a:ext cx="45" cy="48"/>
            </a:xfrm>
            <a:custGeom>
              <a:avLst/>
              <a:gdLst>
                <a:gd name="T0" fmla="*/ 147 w 22"/>
                <a:gd name="T1" fmla="*/ 44 h 22"/>
                <a:gd name="T2" fmla="*/ 84 w 22"/>
                <a:gd name="T3" fmla="*/ 0 h 22"/>
                <a:gd name="T4" fmla="*/ 33 w 22"/>
                <a:gd name="T5" fmla="*/ 33 h 22"/>
                <a:gd name="T6" fmla="*/ 68 w 22"/>
                <a:gd name="T7" fmla="*/ 194 h 22"/>
                <a:gd name="T8" fmla="*/ 180 w 22"/>
                <a:gd name="T9" fmla="*/ 157 h 22"/>
                <a:gd name="T10" fmla="*/ 14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0" y="19"/>
                    <a:pt x="21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46" name="Freeform 427">
              <a:extLst>
                <a:ext uri="{FF2B5EF4-FFF2-40B4-BE49-F238E27FC236}">
                  <a16:creationId xmlns:a16="http://schemas.microsoft.com/office/drawing/2014/main" id="{BC5EC821-C0DA-4D71-B1AE-CB9EA5584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767"/>
              <a:ext cx="23" cy="26"/>
            </a:xfrm>
            <a:custGeom>
              <a:avLst/>
              <a:gdLst>
                <a:gd name="T0" fmla="*/ 100 w 11"/>
                <a:gd name="T1" fmla="*/ 72 h 12"/>
                <a:gd name="T2" fmla="*/ 84 w 11"/>
                <a:gd name="T3" fmla="*/ 113 h 12"/>
                <a:gd name="T4" fmla="*/ 17 w 11"/>
                <a:gd name="T5" fmla="*/ 80 h 12"/>
                <a:gd name="T6" fmla="*/ 8 w 11"/>
                <a:gd name="T7" fmla="*/ 20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20 h 12"/>
                <a:gd name="T14" fmla="*/ 17 w 11"/>
                <a:gd name="T15" fmla="*/ 80 h 12"/>
                <a:gd name="T16" fmla="*/ 84 w 11"/>
                <a:gd name="T17" fmla="*/ 113 h 12"/>
                <a:gd name="T18" fmla="*/ 100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7" y="12"/>
                    <a:pt x="5" y="11"/>
                    <a:pt x="2" y="8"/>
                  </a:cubicBezTo>
                  <a:cubicBezTo>
                    <a:pt x="0" y="5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7" name="Freeform 428">
              <a:extLst>
                <a:ext uri="{FF2B5EF4-FFF2-40B4-BE49-F238E27FC236}">
                  <a16:creationId xmlns:a16="http://schemas.microsoft.com/office/drawing/2014/main" id="{FE1ADC39-29CF-4873-9135-54BE05283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797"/>
              <a:ext cx="43" cy="50"/>
            </a:xfrm>
            <a:custGeom>
              <a:avLst/>
              <a:gdLst>
                <a:gd name="T0" fmla="*/ 164 w 21"/>
                <a:gd name="T1" fmla="*/ 80 h 23"/>
                <a:gd name="T2" fmla="*/ 121 w 21"/>
                <a:gd name="T3" fmla="*/ 20 h 23"/>
                <a:gd name="T4" fmla="*/ 59 w 21"/>
                <a:gd name="T5" fmla="*/ 9 h 23"/>
                <a:gd name="T6" fmla="*/ 41 w 21"/>
                <a:gd name="T7" fmla="*/ 185 h 23"/>
                <a:gd name="T8" fmla="*/ 164 w 21"/>
                <a:gd name="T9" fmla="*/ 202 h 23"/>
                <a:gd name="T10" fmla="*/ 164 w 21"/>
                <a:gd name="T11" fmla="*/ 8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9" y="8"/>
                  </a:moveTo>
                  <a:cubicBezTo>
                    <a:pt x="18" y="5"/>
                    <a:pt x="17" y="3"/>
                    <a:pt x="14" y="2"/>
                  </a:cubicBezTo>
                  <a:cubicBezTo>
                    <a:pt x="12" y="1"/>
                    <a:pt x="10" y="0"/>
                    <a:pt x="7" y="1"/>
                  </a:cubicBezTo>
                  <a:cubicBezTo>
                    <a:pt x="2" y="3"/>
                    <a:pt x="0" y="12"/>
                    <a:pt x="5" y="18"/>
                  </a:cubicBezTo>
                  <a:cubicBezTo>
                    <a:pt x="9" y="23"/>
                    <a:pt x="16" y="23"/>
                    <a:pt x="19" y="20"/>
                  </a:cubicBezTo>
                  <a:cubicBezTo>
                    <a:pt x="21" y="16"/>
                    <a:pt x="21" y="14"/>
                    <a:pt x="19" y="8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48" name="Freeform 429">
              <a:extLst>
                <a:ext uri="{FF2B5EF4-FFF2-40B4-BE49-F238E27FC236}">
                  <a16:creationId xmlns:a16="http://schemas.microsoft.com/office/drawing/2014/main" id="{17CD6554-5699-40C1-BA11-CF1AF5756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808"/>
              <a:ext cx="18" cy="26"/>
            </a:xfrm>
            <a:custGeom>
              <a:avLst/>
              <a:gdLst>
                <a:gd name="T0" fmla="*/ 72 w 9"/>
                <a:gd name="T1" fmla="*/ 93 h 12"/>
                <a:gd name="T2" fmla="*/ 48 w 9"/>
                <a:gd name="T3" fmla="*/ 121 h 12"/>
                <a:gd name="T4" fmla="*/ 8 w 9"/>
                <a:gd name="T5" fmla="*/ 72 h 12"/>
                <a:gd name="T6" fmla="*/ 16 w 9"/>
                <a:gd name="T7" fmla="*/ 9 h 12"/>
                <a:gd name="T8" fmla="*/ 40 w 9"/>
                <a:gd name="T9" fmla="*/ 0 h 12"/>
                <a:gd name="T10" fmla="*/ 40 w 9"/>
                <a:gd name="T11" fmla="*/ 0 h 12"/>
                <a:gd name="T12" fmla="*/ 16 w 9"/>
                <a:gd name="T13" fmla="*/ 9 h 12"/>
                <a:gd name="T14" fmla="*/ 0 w 9"/>
                <a:gd name="T15" fmla="*/ 72 h 12"/>
                <a:gd name="T16" fmla="*/ 48 w 9"/>
                <a:gd name="T17" fmla="*/ 121 h 12"/>
                <a:gd name="T18" fmla="*/ 72 w 9"/>
                <a:gd name="T19" fmla="*/ 9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2">
                  <a:moveTo>
                    <a:pt x="9" y="9"/>
                  </a:moveTo>
                  <a:cubicBezTo>
                    <a:pt x="9" y="11"/>
                    <a:pt x="7" y="12"/>
                    <a:pt x="6" y="12"/>
                  </a:cubicBezTo>
                  <a:cubicBezTo>
                    <a:pt x="4" y="12"/>
                    <a:pt x="1" y="10"/>
                    <a:pt x="1" y="7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3"/>
                    <a:pt x="0" y="7"/>
                  </a:cubicBezTo>
                  <a:cubicBezTo>
                    <a:pt x="1" y="11"/>
                    <a:pt x="4" y="12"/>
                    <a:pt x="6" y="12"/>
                  </a:cubicBezTo>
                  <a:cubicBezTo>
                    <a:pt x="7" y="12"/>
                    <a:pt x="9" y="11"/>
                    <a:pt x="9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9" name="Freeform 430">
              <a:extLst>
                <a:ext uri="{FF2B5EF4-FFF2-40B4-BE49-F238E27FC236}">
                  <a16:creationId xmlns:a16="http://schemas.microsoft.com/office/drawing/2014/main" id="{91ACAF4B-525E-43F8-A7D5-CF5DAEF99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959"/>
              <a:ext cx="59" cy="61"/>
            </a:xfrm>
            <a:custGeom>
              <a:avLst/>
              <a:gdLst>
                <a:gd name="T0" fmla="*/ 57 w 29"/>
                <a:gd name="T1" fmla="*/ 218 h 28"/>
                <a:gd name="T2" fmla="*/ 203 w 29"/>
                <a:gd name="T3" fmla="*/ 229 h 28"/>
                <a:gd name="T4" fmla="*/ 187 w 29"/>
                <a:gd name="T5" fmla="*/ 44 h 28"/>
                <a:gd name="T6" fmla="*/ 57 w 29"/>
                <a:gd name="T7" fmla="*/ 21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8">
                  <a:moveTo>
                    <a:pt x="7" y="21"/>
                  </a:moveTo>
                  <a:cubicBezTo>
                    <a:pt x="10" y="28"/>
                    <a:pt x="18" y="28"/>
                    <a:pt x="24" y="22"/>
                  </a:cubicBezTo>
                  <a:cubicBezTo>
                    <a:pt x="29" y="16"/>
                    <a:pt x="29" y="9"/>
                    <a:pt x="22" y="4"/>
                  </a:cubicBezTo>
                  <a:cubicBezTo>
                    <a:pt x="16" y="0"/>
                    <a:pt x="0" y="11"/>
                    <a:pt x="7" y="2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50" name="Freeform 431">
              <a:extLst>
                <a:ext uri="{FF2B5EF4-FFF2-40B4-BE49-F238E27FC236}">
                  <a16:creationId xmlns:a16="http://schemas.microsoft.com/office/drawing/2014/main" id="{85F40828-BC4A-4AF0-9518-CFF064D07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974"/>
              <a:ext cx="25" cy="33"/>
            </a:xfrm>
            <a:custGeom>
              <a:avLst/>
              <a:gdLst>
                <a:gd name="T0" fmla="*/ 108 w 12"/>
                <a:gd name="T1" fmla="*/ 125 h 15"/>
                <a:gd name="T2" fmla="*/ 56 w 12"/>
                <a:gd name="T3" fmla="*/ 150 h 15"/>
                <a:gd name="T4" fmla="*/ 8 w 12"/>
                <a:gd name="T5" fmla="*/ 106 h 15"/>
                <a:gd name="T6" fmla="*/ 27 w 12"/>
                <a:gd name="T7" fmla="*/ 33 h 15"/>
                <a:gd name="T8" fmla="*/ 92 w 12"/>
                <a:gd name="T9" fmla="*/ 9 h 15"/>
                <a:gd name="T10" fmla="*/ 92 w 12"/>
                <a:gd name="T11" fmla="*/ 9 h 15"/>
                <a:gd name="T12" fmla="*/ 27 w 12"/>
                <a:gd name="T13" fmla="*/ 33 h 15"/>
                <a:gd name="T14" fmla="*/ 8 w 12"/>
                <a:gd name="T15" fmla="*/ 106 h 15"/>
                <a:gd name="T16" fmla="*/ 56 w 12"/>
                <a:gd name="T17" fmla="*/ 150 h 15"/>
                <a:gd name="T18" fmla="*/ 108 w 12"/>
                <a:gd name="T19" fmla="*/ 12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5">
                  <a:moveTo>
                    <a:pt x="12" y="12"/>
                  </a:moveTo>
                  <a:cubicBezTo>
                    <a:pt x="11" y="14"/>
                    <a:pt x="8" y="14"/>
                    <a:pt x="6" y="14"/>
                  </a:cubicBezTo>
                  <a:cubicBezTo>
                    <a:pt x="3" y="14"/>
                    <a:pt x="1" y="12"/>
                    <a:pt x="1" y="10"/>
                  </a:cubicBezTo>
                  <a:cubicBezTo>
                    <a:pt x="0" y="8"/>
                    <a:pt x="1" y="5"/>
                    <a:pt x="3" y="3"/>
                  </a:cubicBezTo>
                  <a:cubicBezTo>
                    <a:pt x="5" y="1"/>
                    <a:pt x="7" y="0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2"/>
                    <a:pt x="3" y="14"/>
                    <a:pt x="6" y="14"/>
                  </a:cubicBezTo>
                  <a:cubicBezTo>
                    <a:pt x="9" y="15"/>
                    <a:pt x="11" y="14"/>
                    <a:pt x="12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1" name="Freeform 432">
              <a:extLst>
                <a:ext uri="{FF2B5EF4-FFF2-40B4-BE49-F238E27FC236}">
                  <a16:creationId xmlns:a16="http://schemas.microsoft.com/office/drawing/2014/main" id="{83501818-8746-473F-91B4-5D87ECC9D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213"/>
              <a:ext cx="47" cy="73"/>
            </a:xfrm>
            <a:custGeom>
              <a:avLst/>
              <a:gdLst>
                <a:gd name="T0" fmla="*/ 137 w 23"/>
                <a:gd name="T1" fmla="*/ 53 h 33"/>
                <a:gd name="T2" fmla="*/ 51 w 23"/>
                <a:gd name="T3" fmla="*/ 20 h 33"/>
                <a:gd name="T4" fmla="*/ 33 w 23"/>
                <a:gd name="T5" fmla="*/ 226 h 33"/>
                <a:gd name="T6" fmla="*/ 155 w 23"/>
                <a:gd name="T7" fmla="*/ 347 h 33"/>
                <a:gd name="T8" fmla="*/ 196 w 23"/>
                <a:gd name="T9" fmla="*/ 283 h 33"/>
                <a:gd name="T10" fmla="*/ 172 w 23"/>
                <a:gd name="T11" fmla="*/ 161 h 33"/>
                <a:gd name="T12" fmla="*/ 137 w 23"/>
                <a:gd name="T13" fmla="*/ 5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16" y="5"/>
                  </a:moveTo>
                  <a:cubicBezTo>
                    <a:pt x="14" y="2"/>
                    <a:pt x="10" y="0"/>
                    <a:pt x="6" y="2"/>
                  </a:cubicBezTo>
                  <a:cubicBezTo>
                    <a:pt x="0" y="5"/>
                    <a:pt x="0" y="12"/>
                    <a:pt x="4" y="21"/>
                  </a:cubicBezTo>
                  <a:cubicBezTo>
                    <a:pt x="8" y="29"/>
                    <a:pt x="11" y="33"/>
                    <a:pt x="18" y="32"/>
                  </a:cubicBezTo>
                  <a:cubicBezTo>
                    <a:pt x="21" y="32"/>
                    <a:pt x="23" y="30"/>
                    <a:pt x="23" y="26"/>
                  </a:cubicBezTo>
                  <a:cubicBezTo>
                    <a:pt x="23" y="22"/>
                    <a:pt x="21" y="20"/>
                    <a:pt x="20" y="15"/>
                  </a:cubicBezTo>
                  <a:cubicBezTo>
                    <a:pt x="19" y="13"/>
                    <a:pt x="19" y="8"/>
                    <a:pt x="16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52" name="Freeform 433">
              <a:extLst>
                <a:ext uri="{FF2B5EF4-FFF2-40B4-BE49-F238E27FC236}">
                  <a16:creationId xmlns:a16="http://schemas.microsoft.com/office/drawing/2014/main" id="{17F212EE-BBB4-4B53-9064-A7742B7C8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226"/>
              <a:ext cx="23" cy="42"/>
            </a:xfrm>
            <a:custGeom>
              <a:avLst/>
              <a:gdLst>
                <a:gd name="T0" fmla="*/ 100 w 11"/>
                <a:gd name="T1" fmla="*/ 195 h 19"/>
                <a:gd name="T2" fmla="*/ 92 w 11"/>
                <a:gd name="T3" fmla="*/ 206 h 19"/>
                <a:gd name="T4" fmla="*/ 27 w 11"/>
                <a:gd name="T5" fmla="*/ 108 h 19"/>
                <a:gd name="T6" fmla="*/ 17 w 11"/>
                <a:gd name="T7" fmla="*/ 9 h 19"/>
                <a:gd name="T8" fmla="*/ 56 w 11"/>
                <a:gd name="T9" fmla="*/ 20 h 19"/>
                <a:gd name="T10" fmla="*/ 56 w 11"/>
                <a:gd name="T11" fmla="*/ 20 h 19"/>
                <a:gd name="T12" fmla="*/ 17 w 11"/>
                <a:gd name="T13" fmla="*/ 9 h 19"/>
                <a:gd name="T14" fmla="*/ 17 w 11"/>
                <a:gd name="T15" fmla="*/ 108 h 19"/>
                <a:gd name="T16" fmla="*/ 92 w 11"/>
                <a:gd name="T17" fmla="*/ 206 h 19"/>
                <a:gd name="T18" fmla="*/ 100 w 11"/>
                <a:gd name="T19" fmla="*/ 19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9">
                  <a:moveTo>
                    <a:pt x="11" y="18"/>
                  </a:moveTo>
                  <a:cubicBezTo>
                    <a:pt x="11" y="19"/>
                    <a:pt x="10" y="19"/>
                    <a:pt x="10" y="19"/>
                  </a:cubicBezTo>
                  <a:cubicBezTo>
                    <a:pt x="9" y="19"/>
                    <a:pt x="6" y="17"/>
                    <a:pt x="3" y="10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0"/>
                    <a:pt x="5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1" y="2"/>
                    <a:pt x="0" y="5"/>
                    <a:pt x="2" y="10"/>
                  </a:cubicBezTo>
                  <a:cubicBezTo>
                    <a:pt x="5" y="17"/>
                    <a:pt x="8" y="19"/>
                    <a:pt x="10" y="19"/>
                  </a:cubicBezTo>
                  <a:cubicBezTo>
                    <a:pt x="10" y="19"/>
                    <a:pt x="11" y="19"/>
                    <a:pt x="11" y="1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3" name="Freeform 434">
              <a:extLst>
                <a:ext uri="{FF2B5EF4-FFF2-40B4-BE49-F238E27FC236}">
                  <a16:creationId xmlns:a16="http://schemas.microsoft.com/office/drawing/2014/main" id="{B90B0013-FE2A-49FE-AB04-FD46DD63A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624"/>
              <a:ext cx="41" cy="73"/>
            </a:xfrm>
            <a:custGeom>
              <a:avLst/>
              <a:gdLst>
                <a:gd name="T0" fmla="*/ 96 w 20"/>
                <a:gd name="T1" fmla="*/ 44 h 33"/>
                <a:gd name="T2" fmla="*/ 16 w 20"/>
                <a:gd name="T3" fmla="*/ 73 h 33"/>
                <a:gd name="T4" fmla="*/ 43 w 20"/>
                <a:gd name="T5" fmla="*/ 270 h 33"/>
                <a:gd name="T6" fmla="*/ 121 w 20"/>
                <a:gd name="T7" fmla="*/ 356 h 33"/>
                <a:gd name="T8" fmla="*/ 96 w 20"/>
                <a:gd name="T9" fmla="*/ 4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1" y="4"/>
                  </a:moveTo>
                  <a:cubicBezTo>
                    <a:pt x="6" y="0"/>
                    <a:pt x="3" y="2"/>
                    <a:pt x="2" y="7"/>
                  </a:cubicBezTo>
                  <a:cubicBezTo>
                    <a:pt x="0" y="12"/>
                    <a:pt x="2" y="19"/>
                    <a:pt x="5" y="25"/>
                  </a:cubicBezTo>
                  <a:cubicBezTo>
                    <a:pt x="8" y="32"/>
                    <a:pt x="11" y="33"/>
                    <a:pt x="14" y="33"/>
                  </a:cubicBezTo>
                  <a:cubicBezTo>
                    <a:pt x="20" y="31"/>
                    <a:pt x="18" y="10"/>
                    <a:pt x="11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54" name="Freeform 435">
              <a:extLst>
                <a:ext uri="{FF2B5EF4-FFF2-40B4-BE49-F238E27FC236}">
                  <a16:creationId xmlns:a16="http://schemas.microsoft.com/office/drawing/2014/main" id="{DF5F4DD8-F493-4F54-A588-4197E33DC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640"/>
              <a:ext cx="13" cy="43"/>
            </a:xfrm>
            <a:custGeom>
              <a:avLst/>
              <a:gdLst>
                <a:gd name="T0" fmla="*/ 20 w 6"/>
                <a:gd name="T1" fmla="*/ 0 h 20"/>
                <a:gd name="T2" fmla="*/ 0 w 6"/>
                <a:gd name="T3" fmla="*/ 60 h 20"/>
                <a:gd name="T4" fmla="*/ 33 w 6"/>
                <a:gd name="T5" fmla="*/ 181 h 20"/>
                <a:gd name="T6" fmla="*/ 61 w 6"/>
                <a:gd name="T7" fmla="*/ 198 h 20"/>
                <a:gd name="T8" fmla="*/ 61 w 6"/>
                <a:gd name="T9" fmla="*/ 198 h 20"/>
                <a:gd name="T10" fmla="*/ 33 w 6"/>
                <a:gd name="T11" fmla="*/ 181 h 20"/>
                <a:gd name="T12" fmla="*/ 0 w 6"/>
                <a:gd name="T13" fmla="*/ 60 h 20"/>
                <a:gd name="T14" fmla="*/ 20 w 6"/>
                <a:gd name="T15" fmla="*/ 9 h 20"/>
                <a:gd name="T16" fmla="*/ 52 w 6"/>
                <a:gd name="T17" fmla="*/ 19 h 20"/>
                <a:gd name="T18" fmla="*/ 52 w 6"/>
                <a:gd name="T19" fmla="*/ 19 h 20"/>
                <a:gd name="T20" fmla="*/ 20 w 6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20">
                  <a:moveTo>
                    <a:pt x="2" y="0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0" y="10"/>
                    <a:pt x="1" y="15"/>
                    <a:pt x="3" y="18"/>
                  </a:cubicBezTo>
                  <a:cubicBezTo>
                    <a:pt x="4" y="19"/>
                    <a:pt x="5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20"/>
                    <a:pt x="4" y="19"/>
                    <a:pt x="3" y="18"/>
                  </a:cubicBezTo>
                  <a:cubicBezTo>
                    <a:pt x="1" y="15"/>
                    <a:pt x="0" y="10"/>
                    <a:pt x="0" y="6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5" name="Freeform 436">
              <a:extLst>
                <a:ext uri="{FF2B5EF4-FFF2-40B4-BE49-F238E27FC236}">
                  <a16:creationId xmlns:a16="http://schemas.microsoft.com/office/drawing/2014/main" id="{3A5D28B9-8C06-448C-AD43-98D86FAF0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675"/>
              <a:ext cx="45" cy="48"/>
            </a:xfrm>
            <a:custGeom>
              <a:avLst/>
              <a:gdLst>
                <a:gd name="T0" fmla="*/ 147 w 22"/>
                <a:gd name="T1" fmla="*/ 44 h 22"/>
                <a:gd name="T2" fmla="*/ 96 w 22"/>
                <a:gd name="T3" fmla="*/ 0 h 22"/>
                <a:gd name="T4" fmla="*/ 33 w 22"/>
                <a:gd name="T5" fmla="*/ 33 h 22"/>
                <a:gd name="T6" fmla="*/ 68 w 22"/>
                <a:gd name="T7" fmla="*/ 194 h 22"/>
                <a:gd name="T8" fmla="*/ 188 w 22"/>
                <a:gd name="T9" fmla="*/ 157 h 22"/>
                <a:gd name="T10" fmla="*/ 14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56" name="Freeform 437">
              <a:extLst>
                <a:ext uri="{FF2B5EF4-FFF2-40B4-BE49-F238E27FC236}">
                  <a16:creationId xmlns:a16="http://schemas.microsoft.com/office/drawing/2014/main" id="{EB490A00-1434-4031-AB7D-14C08FE32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683"/>
              <a:ext cx="24" cy="27"/>
            </a:xfrm>
            <a:custGeom>
              <a:avLst/>
              <a:gdLst>
                <a:gd name="T0" fmla="*/ 88 w 12"/>
                <a:gd name="T1" fmla="*/ 81 h 12"/>
                <a:gd name="T2" fmla="*/ 80 w 12"/>
                <a:gd name="T3" fmla="*/ 126 h 12"/>
                <a:gd name="T4" fmla="*/ 24 w 12"/>
                <a:gd name="T5" fmla="*/ 92 h 12"/>
                <a:gd name="T6" fmla="*/ 8 w 12"/>
                <a:gd name="T7" fmla="*/ 36 h 12"/>
                <a:gd name="T8" fmla="*/ 32 w 12"/>
                <a:gd name="T9" fmla="*/ 0 h 12"/>
                <a:gd name="T10" fmla="*/ 32 w 12"/>
                <a:gd name="T11" fmla="*/ 0 h 12"/>
                <a:gd name="T12" fmla="*/ 8 w 12"/>
                <a:gd name="T13" fmla="*/ 36 h 12"/>
                <a:gd name="T14" fmla="*/ 16 w 12"/>
                <a:gd name="T15" fmla="*/ 92 h 12"/>
                <a:gd name="T16" fmla="*/ 80 w 12"/>
                <a:gd name="T17" fmla="*/ 126 h 12"/>
                <a:gd name="T18" fmla="*/ 88 w 12"/>
                <a:gd name="T19" fmla="*/ 8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10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1" y="4"/>
                    <a:pt x="0" y="6"/>
                    <a:pt x="2" y="8"/>
                  </a:cubicBezTo>
                  <a:cubicBezTo>
                    <a:pt x="5" y="12"/>
                    <a:pt x="8" y="12"/>
                    <a:pt x="10" y="11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7" name="Freeform 438">
              <a:extLst>
                <a:ext uri="{FF2B5EF4-FFF2-40B4-BE49-F238E27FC236}">
                  <a16:creationId xmlns:a16="http://schemas.microsoft.com/office/drawing/2014/main" id="{F4E9C98E-5B93-40A3-826F-D692234BF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648"/>
              <a:ext cx="45" cy="49"/>
            </a:xfrm>
            <a:custGeom>
              <a:avLst/>
              <a:gdLst>
                <a:gd name="T0" fmla="*/ 155 w 22"/>
                <a:gd name="T1" fmla="*/ 45 h 22"/>
                <a:gd name="T2" fmla="*/ 96 w 22"/>
                <a:gd name="T3" fmla="*/ 0 h 22"/>
                <a:gd name="T4" fmla="*/ 33 w 22"/>
                <a:gd name="T5" fmla="*/ 36 h 22"/>
                <a:gd name="T6" fmla="*/ 68 w 22"/>
                <a:gd name="T7" fmla="*/ 209 h 22"/>
                <a:gd name="T8" fmla="*/ 188 w 22"/>
                <a:gd name="T9" fmla="*/ 165 h 22"/>
                <a:gd name="T10" fmla="*/ 155 w 22"/>
                <a:gd name="T11" fmla="*/ 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8" y="4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2"/>
                    <a:pt x="21" y="19"/>
                    <a:pt x="22" y="15"/>
                  </a:cubicBezTo>
                  <a:cubicBezTo>
                    <a:pt x="22" y="11"/>
                    <a:pt x="21" y="9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58" name="Freeform 439">
              <a:extLst>
                <a:ext uri="{FF2B5EF4-FFF2-40B4-BE49-F238E27FC236}">
                  <a16:creationId xmlns:a16="http://schemas.microsoft.com/office/drawing/2014/main" id="{7FB97D75-FD85-4C6E-8891-647EF7DCB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657"/>
              <a:ext cx="25" cy="26"/>
            </a:xfrm>
            <a:custGeom>
              <a:avLst/>
              <a:gdLst>
                <a:gd name="T0" fmla="*/ 100 w 12"/>
                <a:gd name="T1" fmla="*/ 72 h 12"/>
                <a:gd name="T2" fmla="*/ 92 w 12"/>
                <a:gd name="T3" fmla="*/ 113 h 12"/>
                <a:gd name="T4" fmla="*/ 27 w 12"/>
                <a:gd name="T5" fmla="*/ 80 h 12"/>
                <a:gd name="T6" fmla="*/ 8 w 12"/>
                <a:gd name="T7" fmla="*/ 33 h 12"/>
                <a:gd name="T8" fmla="*/ 35 w 12"/>
                <a:gd name="T9" fmla="*/ 0 h 12"/>
                <a:gd name="T10" fmla="*/ 35 w 12"/>
                <a:gd name="T11" fmla="*/ 0 h 12"/>
                <a:gd name="T12" fmla="*/ 8 w 12"/>
                <a:gd name="T13" fmla="*/ 33 h 12"/>
                <a:gd name="T14" fmla="*/ 27 w 12"/>
                <a:gd name="T15" fmla="*/ 93 h 12"/>
                <a:gd name="T16" fmla="*/ 92 w 12"/>
                <a:gd name="T17" fmla="*/ 113 h 12"/>
                <a:gd name="T18" fmla="*/ 100 w 12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10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5" y="12"/>
                    <a:pt x="8" y="12"/>
                    <a:pt x="10" y="11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9" name="Freeform 440">
              <a:extLst>
                <a:ext uri="{FF2B5EF4-FFF2-40B4-BE49-F238E27FC236}">
                  <a16:creationId xmlns:a16="http://schemas.microsoft.com/office/drawing/2014/main" id="{29014501-59B7-407A-A8B4-7A0DDEBA0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880"/>
              <a:ext cx="46" cy="48"/>
            </a:xfrm>
            <a:custGeom>
              <a:avLst/>
              <a:gdLst>
                <a:gd name="T0" fmla="*/ 157 w 22"/>
                <a:gd name="T1" fmla="*/ 44 h 22"/>
                <a:gd name="T2" fmla="*/ 100 w 22"/>
                <a:gd name="T3" fmla="*/ 0 h 22"/>
                <a:gd name="T4" fmla="*/ 36 w 22"/>
                <a:gd name="T5" fmla="*/ 20 h 22"/>
                <a:gd name="T6" fmla="*/ 75 w 22"/>
                <a:gd name="T7" fmla="*/ 185 h 22"/>
                <a:gd name="T8" fmla="*/ 201 w 22"/>
                <a:gd name="T9" fmla="*/ 157 h 22"/>
                <a:gd name="T10" fmla="*/ 15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8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0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60" name="Freeform 441">
              <a:extLst>
                <a:ext uri="{FF2B5EF4-FFF2-40B4-BE49-F238E27FC236}">
                  <a16:creationId xmlns:a16="http://schemas.microsoft.com/office/drawing/2014/main" id="{410F3D0E-8839-4971-B323-F19699C13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889"/>
              <a:ext cx="24" cy="26"/>
            </a:xfrm>
            <a:custGeom>
              <a:avLst/>
              <a:gdLst>
                <a:gd name="T0" fmla="*/ 88 w 12"/>
                <a:gd name="T1" fmla="*/ 72 h 12"/>
                <a:gd name="T2" fmla="*/ 72 w 12"/>
                <a:gd name="T3" fmla="*/ 113 h 12"/>
                <a:gd name="T4" fmla="*/ 24 w 12"/>
                <a:gd name="T5" fmla="*/ 80 h 12"/>
                <a:gd name="T6" fmla="*/ 8 w 12"/>
                <a:gd name="T7" fmla="*/ 20 h 12"/>
                <a:gd name="T8" fmla="*/ 32 w 12"/>
                <a:gd name="T9" fmla="*/ 0 h 12"/>
                <a:gd name="T10" fmla="*/ 32 w 12"/>
                <a:gd name="T11" fmla="*/ 0 h 12"/>
                <a:gd name="T12" fmla="*/ 8 w 12"/>
                <a:gd name="T13" fmla="*/ 20 h 12"/>
                <a:gd name="T14" fmla="*/ 16 w 12"/>
                <a:gd name="T15" fmla="*/ 80 h 12"/>
                <a:gd name="T16" fmla="*/ 80 w 12"/>
                <a:gd name="T17" fmla="*/ 113 h 12"/>
                <a:gd name="T18" fmla="*/ 88 w 12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0"/>
                    <a:pt x="9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0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1" name="Freeform 442">
              <a:extLst>
                <a:ext uri="{FF2B5EF4-FFF2-40B4-BE49-F238E27FC236}">
                  <a16:creationId xmlns:a16="http://schemas.microsoft.com/office/drawing/2014/main" id="{14FFA305-732E-4ABD-86D2-4E731787B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804"/>
              <a:ext cx="46" cy="50"/>
            </a:xfrm>
            <a:custGeom>
              <a:avLst/>
              <a:gdLst>
                <a:gd name="T0" fmla="*/ 157 w 22"/>
                <a:gd name="T1" fmla="*/ 52 h 23"/>
                <a:gd name="T2" fmla="*/ 92 w 22"/>
                <a:gd name="T3" fmla="*/ 0 h 23"/>
                <a:gd name="T4" fmla="*/ 36 w 22"/>
                <a:gd name="T5" fmla="*/ 33 h 23"/>
                <a:gd name="T6" fmla="*/ 75 w 22"/>
                <a:gd name="T7" fmla="*/ 193 h 23"/>
                <a:gd name="T8" fmla="*/ 201 w 22"/>
                <a:gd name="T9" fmla="*/ 157 h 23"/>
                <a:gd name="T10" fmla="*/ 157 w 22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3"/>
                    <a:pt x="20" y="20"/>
                    <a:pt x="22" y="15"/>
                  </a:cubicBezTo>
                  <a:cubicBezTo>
                    <a:pt x="22" y="11"/>
                    <a:pt x="21" y="9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62" name="Freeform 443">
              <a:extLst>
                <a:ext uri="{FF2B5EF4-FFF2-40B4-BE49-F238E27FC236}">
                  <a16:creationId xmlns:a16="http://schemas.microsoft.com/office/drawing/2014/main" id="{BE7AFA4E-AE46-42BC-8B2B-10185FEA5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815"/>
              <a:ext cx="22" cy="24"/>
            </a:xfrm>
            <a:custGeom>
              <a:avLst/>
              <a:gdLst>
                <a:gd name="T0" fmla="*/ 88 w 11"/>
                <a:gd name="T1" fmla="*/ 61 h 11"/>
                <a:gd name="T2" fmla="*/ 72 w 11"/>
                <a:gd name="T3" fmla="*/ 105 h 11"/>
                <a:gd name="T4" fmla="*/ 16 w 11"/>
                <a:gd name="T5" fmla="*/ 81 h 11"/>
                <a:gd name="T6" fmla="*/ 8 w 11"/>
                <a:gd name="T7" fmla="*/ 20 h 11"/>
                <a:gd name="T8" fmla="*/ 32 w 11"/>
                <a:gd name="T9" fmla="*/ 0 h 11"/>
                <a:gd name="T10" fmla="*/ 32 w 11"/>
                <a:gd name="T11" fmla="*/ 0 h 11"/>
                <a:gd name="T12" fmla="*/ 8 w 11"/>
                <a:gd name="T13" fmla="*/ 20 h 11"/>
                <a:gd name="T14" fmla="*/ 16 w 11"/>
                <a:gd name="T15" fmla="*/ 81 h 11"/>
                <a:gd name="T16" fmla="*/ 72 w 11"/>
                <a:gd name="T17" fmla="*/ 113 h 11"/>
                <a:gd name="T18" fmla="*/ 88 w 11"/>
                <a:gd name="T19" fmla="*/ 6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11" y="10"/>
                    <a:pt x="9" y="10"/>
                  </a:cubicBezTo>
                  <a:cubicBezTo>
                    <a:pt x="7" y="11"/>
                    <a:pt x="5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1"/>
                    <a:pt x="9" y="11"/>
                  </a:cubicBezTo>
                  <a:cubicBezTo>
                    <a:pt x="11" y="10"/>
                    <a:pt x="11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3" name="Freeform 444">
              <a:extLst>
                <a:ext uri="{FF2B5EF4-FFF2-40B4-BE49-F238E27FC236}">
                  <a16:creationId xmlns:a16="http://schemas.microsoft.com/office/drawing/2014/main" id="{95B0E24D-69C1-4651-8F86-7EB805B14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723"/>
              <a:ext cx="49" cy="41"/>
            </a:xfrm>
            <a:custGeom>
              <a:avLst/>
              <a:gdLst>
                <a:gd name="T0" fmla="*/ 84 w 24"/>
                <a:gd name="T1" fmla="*/ 0 h 19"/>
                <a:gd name="T2" fmla="*/ 16 w 24"/>
                <a:gd name="T3" fmla="*/ 28 h 19"/>
                <a:gd name="T4" fmla="*/ 0 w 24"/>
                <a:gd name="T5" fmla="*/ 101 h 19"/>
                <a:gd name="T6" fmla="*/ 137 w 24"/>
                <a:gd name="T7" fmla="*/ 164 h 19"/>
                <a:gd name="T8" fmla="*/ 180 w 24"/>
                <a:gd name="T9" fmla="*/ 28 h 19"/>
                <a:gd name="T10" fmla="*/ 84 w 24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9">
                  <a:moveTo>
                    <a:pt x="10" y="0"/>
                  </a:moveTo>
                  <a:cubicBezTo>
                    <a:pt x="7" y="1"/>
                    <a:pt x="4" y="1"/>
                    <a:pt x="2" y="3"/>
                  </a:cubicBezTo>
                  <a:cubicBezTo>
                    <a:pt x="1" y="5"/>
                    <a:pt x="0" y="7"/>
                    <a:pt x="0" y="10"/>
                  </a:cubicBezTo>
                  <a:cubicBezTo>
                    <a:pt x="1" y="16"/>
                    <a:pt x="9" y="19"/>
                    <a:pt x="16" y="16"/>
                  </a:cubicBezTo>
                  <a:cubicBezTo>
                    <a:pt x="22" y="14"/>
                    <a:pt x="24" y="7"/>
                    <a:pt x="21" y="3"/>
                  </a:cubicBezTo>
                  <a:cubicBezTo>
                    <a:pt x="18" y="0"/>
                    <a:pt x="16" y="0"/>
                    <a:pt x="10" y="0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64" name="Freeform 445">
              <a:extLst>
                <a:ext uri="{FF2B5EF4-FFF2-40B4-BE49-F238E27FC236}">
                  <a16:creationId xmlns:a16="http://schemas.microsoft.com/office/drawing/2014/main" id="{B4A01673-6036-44F9-9161-A3618E606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734"/>
              <a:ext cx="28" cy="15"/>
            </a:xfrm>
            <a:custGeom>
              <a:avLst/>
              <a:gdLst>
                <a:gd name="T0" fmla="*/ 88 w 14"/>
                <a:gd name="T1" fmla="*/ 0 h 7"/>
                <a:gd name="T2" fmla="*/ 104 w 14"/>
                <a:gd name="T3" fmla="*/ 28 h 7"/>
                <a:gd name="T4" fmla="*/ 56 w 14"/>
                <a:gd name="T5" fmla="*/ 69 h 7"/>
                <a:gd name="T6" fmla="*/ 8 w 14"/>
                <a:gd name="T7" fmla="*/ 51 h 7"/>
                <a:gd name="T8" fmla="*/ 8 w 14"/>
                <a:gd name="T9" fmla="*/ 9 h 7"/>
                <a:gd name="T10" fmla="*/ 8 w 14"/>
                <a:gd name="T11" fmla="*/ 9 h 7"/>
                <a:gd name="T12" fmla="*/ 8 w 14"/>
                <a:gd name="T13" fmla="*/ 51 h 7"/>
                <a:gd name="T14" fmla="*/ 56 w 14"/>
                <a:gd name="T15" fmla="*/ 69 h 7"/>
                <a:gd name="T16" fmla="*/ 104 w 14"/>
                <a:gd name="T17" fmla="*/ 41 h 7"/>
                <a:gd name="T18" fmla="*/ 88 w 14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7">
                  <a:moveTo>
                    <a:pt x="11" y="0"/>
                  </a:moveTo>
                  <a:cubicBezTo>
                    <a:pt x="13" y="0"/>
                    <a:pt x="14" y="2"/>
                    <a:pt x="13" y="3"/>
                  </a:cubicBezTo>
                  <a:cubicBezTo>
                    <a:pt x="13" y="5"/>
                    <a:pt x="11" y="7"/>
                    <a:pt x="7" y="7"/>
                  </a:cubicBezTo>
                  <a:cubicBezTo>
                    <a:pt x="3" y="7"/>
                    <a:pt x="2" y="6"/>
                    <a:pt x="1" y="5"/>
                  </a:cubicBezTo>
                  <a:cubicBezTo>
                    <a:pt x="1" y="4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2" y="6"/>
                    <a:pt x="3" y="7"/>
                    <a:pt x="7" y="7"/>
                  </a:cubicBezTo>
                  <a:cubicBezTo>
                    <a:pt x="11" y="7"/>
                    <a:pt x="13" y="5"/>
                    <a:pt x="13" y="4"/>
                  </a:cubicBezTo>
                  <a:cubicBezTo>
                    <a:pt x="14" y="2"/>
                    <a:pt x="13" y="0"/>
                    <a:pt x="1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5" name="Freeform 446">
              <a:extLst>
                <a:ext uri="{FF2B5EF4-FFF2-40B4-BE49-F238E27FC236}">
                  <a16:creationId xmlns:a16="http://schemas.microsoft.com/office/drawing/2014/main" id="{6865F3B9-BE00-4D11-A1C1-2ACF8FB58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3009"/>
              <a:ext cx="41" cy="51"/>
            </a:xfrm>
            <a:custGeom>
              <a:avLst/>
              <a:gdLst>
                <a:gd name="T0" fmla="*/ 156 w 20"/>
                <a:gd name="T1" fmla="*/ 78 h 23"/>
                <a:gd name="T2" fmla="*/ 113 w 20"/>
                <a:gd name="T3" fmla="*/ 9 h 23"/>
                <a:gd name="T4" fmla="*/ 51 w 20"/>
                <a:gd name="T5" fmla="*/ 9 h 23"/>
                <a:gd name="T6" fmla="*/ 43 w 20"/>
                <a:gd name="T7" fmla="*/ 197 h 23"/>
                <a:gd name="T8" fmla="*/ 164 w 20"/>
                <a:gd name="T9" fmla="*/ 206 h 23"/>
                <a:gd name="T10" fmla="*/ 156 w 20"/>
                <a:gd name="T11" fmla="*/ 7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3">
                  <a:moveTo>
                    <a:pt x="18" y="7"/>
                  </a:moveTo>
                  <a:cubicBezTo>
                    <a:pt x="17" y="5"/>
                    <a:pt x="16" y="2"/>
                    <a:pt x="13" y="1"/>
                  </a:cubicBezTo>
                  <a:cubicBezTo>
                    <a:pt x="11" y="0"/>
                    <a:pt x="8" y="0"/>
                    <a:pt x="6" y="1"/>
                  </a:cubicBezTo>
                  <a:cubicBezTo>
                    <a:pt x="1" y="4"/>
                    <a:pt x="0" y="13"/>
                    <a:pt x="5" y="18"/>
                  </a:cubicBezTo>
                  <a:cubicBezTo>
                    <a:pt x="9" y="23"/>
                    <a:pt x="16" y="23"/>
                    <a:pt x="19" y="19"/>
                  </a:cubicBezTo>
                  <a:cubicBezTo>
                    <a:pt x="20" y="15"/>
                    <a:pt x="20" y="13"/>
                    <a:pt x="18" y="7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66" name="Freeform 447">
              <a:extLst>
                <a:ext uri="{FF2B5EF4-FFF2-40B4-BE49-F238E27FC236}">
                  <a16:creationId xmlns:a16="http://schemas.microsoft.com/office/drawing/2014/main" id="{23600ABE-9195-4668-9450-2FFFC5DB7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020"/>
              <a:ext cx="21" cy="26"/>
            </a:xfrm>
            <a:custGeom>
              <a:avLst/>
              <a:gdLst>
                <a:gd name="T0" fmla="*/ 92 w 10"/>
                <a:gd name="T1" fmla="*/ 93 h 12"/>
                <a:gd name="T2" fmla="*/ 67 w 10"/>
                <a:gd name="T3" fmla="*/ 121 h 12"/>
                <a:gd name="T4" fmla="*/ 8 w 10"/>
                <a:gd name="T5" fmla="*/ 72 h 12"/>
                <a:gd name="T6" fmla="*/ 17 w 10"/>
                <a:gd name="T7" fmla="*/ 9 h 12"/>
                <a:gd name="T8" fmla="*/ 48 w 10"/>
                <a:gd name="T9" fmla="*/ 0 h 12"/>
                <a:gd name="T10" fmla="*/ 48 w 10"/>
                <a:gd name="T11" fmla="*/ 0 h 12"/>
                <a:gd name="T12" fmla="*/ 8 w 10"/>
                <a:gd name="T13" fmla="*/ 9 h 12"/>
                <a:gd name="T14" fmla="*/ 8 w 10"/>
                <a:gd name="T15" fmla="*/ 72 h 12"/>
                <a:gd name="T16" fmla="*/ 67 w 10"/>
                <a:gd name="T17" fmla="*/ 121 h 12"/>
                <a:gd name="T18" fmla="*/ 92 w 10"/>
                <a:gd name="T19" fmla="*/ 9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9"/>
                  </a:moveTo>
                  <a:cubicBezTo>
                    <a:pt x="9" y="11"/>
                    <a:pt x="8" y="12"/>
                    <a:pt x="7" y="12"/>
                  </a:cubicBezTo>
                  <a:cubicBezTo>
                    <a:pt x="5" y="12"/>
                    <a:pt x="2" y="11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1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2" y="11"/>
                    <a:pt x="5" y="12"/>
                    <a:pt x="7" y="12"/>
                  </a:cubicBezTo>
                  <a:cubicBezTo>
                    <a:pt x="8" y="12"/>
                    <a:pt x="9" y="11"/>
                    <a:pt x="10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7" name="Freeform 448">
              <a:extLst>
                <a:ext uri="{FF2B5EF4-FFF2-40B4-BE49-F238E27FC236}">
                  <a16:creationId xmlns:a16="http://schemas.microsoft.com/office/drawing/2014/main" id="{795F769C-72A7-4509-99E1-CCA63B5E3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708"/>
              <a:ext cx="45" cy="48"/>
            </a:xfrm>
            <a:custGeom>
              <a:avLst/>
              <a:gdLst>
                <a:gd name="T0" fmla="*/ 147 w 22"/>
                <a:gd name="T1" fmla="*/ 44 h 22"/>
                <a:gd name="T2" fmla="*/ 84 w 22"/>
                <a:gd name="T3" fmla="*/ 0 h 22"/>
                <a:gd name="T4" fmla="*/ 33 w 22"/>
                <a:gd name="T5" fmla="*/ 20 h 22"/>
                <a:gd name="T6" fmla="*/ 68 w 22"/>
                <a:gd name="T7" fmla="*/ 194 h 22"/>
                <a:gd name="T8" fmla="*/ 188 w 22"/>
                <a:gd name="T9" fmla="*/ 157 h 22"/>
                <a:gd name="T10" fmla="*/ 14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0"/>
                    <a:pt x="4" y="2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68" name="Freeform 449">
              <a:extLst>
                <a:ext uri="{FF2B5EF4-FFF2-40B4-BE49-F238E27FC236}">
                  <a16:creationId xmlns:a16="http://schemas.microsoft.com/office/drawing/2014/main" id="{7314130E-2867-4B7E-8ABB-48B2A6EA8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716"/>
              <a:ext cx="23" cy="27"/>
            </a:xfrm>
            <a:custGeom>
              <a:avLst/>
              <a:gdLst>
                <a:gd name="T0" fmla="*/ 100 w 11"/>
                <a:gd name="T1" fmla="*/ 81 h 12"/>
                <a:gd name="T2" fmla="*/ 84 w 11"/>
                <a:gd name="T3" fmla="*/ 126 h 12"/>
                <a:gd name="T4" fmla="*/ 17 w 11"/>
                <a:gd name="T5" fmla="*/ 92 h 12"/>
                <a:gd name="T6" fmla="*/ 8 w 11"/>
                <a:gd name="T7" fmla="*/ 25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25 h 12"/>
                <a:gd name="T14" fmla="*/ 17 w 11"/>
                <a:gd name="T15" fmla="*/ 92 h 12"/>
                <a:gd name="T16" fmla="*/ 84 w 11"/>
                <a:gd name="T17" fmla="*/ 126 h 12"/>
                <a:gd name="T18" fmla="*/ 100 w 11"/>
                <a:gd name="T19" fmla="*/ 8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0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9" name="Freeform 450">
              <a:extLst>
                <a:ext uri="{FF2B5EF4-FFF2-40B4-BE49-F238E27FC236}">
                  <a16:creationId xmlns:a16="http://schemas.microsoft.com/office/drawing/2014/main" id="{62D5E108-FDED-48FB-815B-2F90D924D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275"/>
              <a:ext cx="45" cy="48"/>
            </a:xfrm>
            <a:custGeom>
              <a:avLst/>
              <a:gdLst>
                <a:gd name="T0" fmla="*/ 147 w 22"/>
                <a:gd name="T1" fmla="*/ 44 h 22"/>
                <a:gd name="T2" fmla="*/ 96 w 22"/>
                <a:gd name="T3" fmla="*/ 0 h 22"/>
                <a:gd name="T4" fmla="*/ 33 w 22"/>
                <a:gd name="T5" fmla="*/ 20 h 22"/>
                <a:gd name="T6" fmla="*/ 68 w 22"/>
                <a:gd name="T7" fmla="*/ 194 h 22"/>
                <a:gd name="T8" fmla="*/ 188 w 22"/>
                <a:gd name="T9" fmla="*/ 157 h 22"/>
                <a:gd name="T10" fmla="*/ 14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70" name="Freeform 451">
              <a:extLst>
                <a:ext uri="{FF2B5EF4-FFF2-40B4-BE49-F238E27FC236}">
                  <a16:creationId xmlns:a16="http://schemas.microsoft.com/office/drawing/2014/main" id="{3D547E28-B8B1-41D9-8583-095459602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283"/>
              <a:ext cx="25" cy="27"/>
            </a:xfrm>
            <a:custGeom>
              <a:avLst/>
              <a:gdLst>
                <a:gd name="T0" fmla="*/ 100 w 12"/>
                <a:gd name="T1" fmla="*/ 81 h 12"/>
                <a:gd name="T2" fmla="*/ 83 w 12"/>
                <a:gd name="T3" fmla="*/ 126 h 12"/>
                <a:gd name="T4" fmla="*/ 27 w 12"/>
                <a:gd name="T5" fmla="*/ 92 h 12"/>
                <a:gd name="T6" fmla="*/ 8 w 12"/>
                <a:gd name="T7" fmla="*/ 25 h 12"/>
                <a:gd name="T8" fmla="*/ 35 w 12"/>
                <a:gd name="T9" fmla="*/ 0 h 12"/>
                <a:gd name="T10" fmla="*/ 35 w 12"/>
                <a:gd name="T11" fmla="*/ 0 h 12"/>
                <a:gd name="T12" fmla="*/ 8 w 12"/>
                <a:gd name="T13" fmla="*/ 25 h 12"/>
                <a:gd name="T14" fmla="*/ 17 w 12"/>
                <a:gd name="T15" fmla="*/ 92 h 12"/>
                <a:gd name="T16" fmla="*/ 83 w 12"/>
                <a:gd name="T17" fmla="*/ 126 h 12"/>
                <a:gd name="T18" fmla="*/ 100 w 12"/>
                <a:gd name="T19" fmla="*/ 8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0"/>
                    <a:pt x="9" y="11"/>
                  </a:cubicBezTo>
                  <a:cubicBezTo>
                    <a:pt x="8" y="12"/>
                    <a:pt x="5" y="11"/>
                    <a:pt x="3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0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1" name="Freeform 452">
              <a:extLst>
                <a:ext uri="{FF2B5EF4-FFF2-40B4-BE49-F238E27FC236}">
                  <a16:creationId xmlns:a16="http://schemas.microsoft.com/office/drawing/2014/main" id="{FA347139-B36B-4E7A-A21B-90D427802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935"/>
              <a:ext cx="49" cy="57"/>
            </a:xfrm>
            <a:custGeom>
              <a:avLst/>
              <a:gdLst>
                <a:gd name="T0" fmla="*/ 104 w 24"/>
                <a:gd name="T1" fmla="*/ 265 h 26"/>
                <a:gd name="T2" fmla="*/ 188 w 24"/>
                <a:gd name="T3" fmla="*/ 125 h 26"/>
                <a:gd name="T4" fmla="*/ 59 w 24"/>
                <a:gd name="T5" fmla="*/ 33 h 26"/>
                <a:gd name="T6" fmla="*/ 104 w 24"/>
                <a:gd name="T7" fmla="*/ 26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12" y="25"/>
                  </a:moveTo>
                  <a:cubicBezTo>
                    <a:pt x="19" y="26"/>
                    <a:pt x="24" y="20"/>
                    <a:pt x="22" y="12"/>
                  </a:cubicBezTo>
                  <a:cubicBezTo>
                    <a:pt x="20" y="5"/>
                    <a:pt x="14" y="0"/>
                    <a:pt x="7" y="3"/>
                  </a:cubicBezTo>
                  <a:cubicBezTo>
                    <a:pt x="0" y="6"/>
                    <a:pt x="1" y="24"/>
                    <a:pt x="12" y="2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72" name="Freeform 453">
              <a:extLst>
                <a:ext uri="{FF2B5EF4-FFF2-40B4-BE49-F238E27FC236}">
                  <a16:creationId xmlns:a16="http://schemas.microsoft.com/office/drawing/2014/main" id="{94CEF484-5DE3-4856-9442-6A5D70321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950"/>
              <a:ext cx="27" cy="29"/>
            </a:xfrm>
            <a:custGeom>
              <a:avLst/>
              <a:gdLst>
                <a:gd name="T0" fmla="*/ 108 w 13"/>
                <a:gd name="T1" fmla="*/ 56 h 13"/>
                <a:gd name="T2" fmla="*/ 100 w 13"/>
                <a:gd name="T3" fmla="*/ 109 h 13"/>
                <a:gd name="T4" fmla="*/ 44 w 13"/>
                <a:gd name="T5" fmla="*/ 134 h 13"/>
                <a:gd name="T6" fmla="*/ 8 w 13"/>
                <a:gd name="T7" fmla="*/ 80 h 13"/>
                <a:gd name="T8" fmla="*/ 17 w 13"/>
                <a:gd name="T9" fmla="*/ 0 h 13"/>
                <a:gd name="T10" fmla="*/ 17 w 13"/>
                <a:gd name="T11" fmla="*/ 0 h 13"/>
                <a:gd name="T12" fmla="*/ 8 w 13"/>
                <a:gd name="T13" fmla="*/ 80 h 13"/>
                <a:gd name="T14" fmla="*/ 44 w 13"/>
                <a:gd name="T15" fmla="*/ 134 h 13"/>
                <a:gd name="T16" fmla="*/ 100 w 13"/>
                <a:gd name="T17" fmla="*/ 109 h 13"/>
                <a:gd name="T18" fmla="*/ 108 w 13"/>
                <a:gd name="T19" fmla="*/ 56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3">
                  <a:moveTo>
                    <a:pt x="12" y="5"/>
                  </a:moveTo>
                  <a:cubicBezTo>
                    <a:pt x="13" y="6"/>
                    <a:pt x="13" y="9"/>
                    <a:pt x="11" y="10"/>
                  </a:cubicBezTo>
                  <a:cubicBezTo>
                    <a:pt x="9" y="12"/>
                    <a:pt x="7" y="13"/>
                    <a:pt x="5" y="12"/>
                  </a:cubicBezTo>
                  <a:cubicBezTo>
                    <a:pt x="3" y="12"/>
                    <a:pt x="1" y="10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1" y="10"/>
                    <a:pt x="3" y="12"/>
                    <a:pt x="5" y="12"/>
                  </a:cubicBezTo>
                  <a:cubicBezTo>
                    <a:pt x="7" y="13"/>
                    <a:pt x="9" y="12"/>
                    <a:pt x="11" y="10"/>
                  </a:cubicBezTo>
                  <a:cubicBezTo>
                    <a:pt x="13" y="9"/>
                    <a:pt x="13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3" name="Freeform 454">
              <a:extLst>
                <a:ext uri="{FF2B5EF4-FFF2-40B4-BE49-F238E27FC236}">
                  <a16:creationId xmlns:a16="http://schemas.microsoft.com/office/drawing/2014/main" id="{3D1C4EE8-BF5A-4FF1-9D4E-2F80FF689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603"/>
              <a:ext cx="47" cy="80"/>
            </a:xfrm>
            <a:custGeom>
              <a:avLst/>
              <a:gdLst>
                <a:gd name="T0" fmla="*/ 104 w 23"/>
                <a:gd name="T1" fmla="*/ 28 h 37"/>
                <a:gd name="T2" fmla="*/ 16 w 23"/>
                <a:gd name="T3" fmla="*/ 80 h 37"/>
                <a:gd name="T4" fmla="*/ 41 w 23"/>
                <a:gd name="T5" fmla="*/ 294 h 37"/>
                <a:gd name="T6" fmla="*/ 137 w 23"/>
                <a:gd name="T7" fmla="*/ 365 h 37"/>
                <a:gd name="T8" fmla="*/ 104 w 23"/>
                <a:gd name="T9" fmla="*/ 2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7">
                  <a:moveTo>
                    <a:pt x="12" y="3"/>
                  </a:moveTo>
                  <a:cubicBezTo>
                    <a:pt x="7" y="0"/>
                    <a:pt x="3" y="2"/>
                    <a:pt x="2" y="8"/>
                  </a:cubicBezTo>
                  <a:cubicBezTo>
                    <a:pt x="0" y="14"/>
                    <a:pt x="2" y="23"/>
                    <a:pt x="5" y="29"/>
                  </a:cubicBezTo>
                  <a:cubicBezTo>
                    <a:pt x="9" y="37"/>
                    <a:pt x="13" y="37"/>
                    <a:pt x="16" y="36"/>
                  </a:cubicBezTo>
                  <a:cubicBezTo>
                    <a:pt x="23" y="32"/>
                    <a:pt x="21" y="9"/>
                    <a:pt x="12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74" name="Freeform 455">
              <a:extLst>
                <a:ext uri="{FF2B5EF4-FFF2-40B4-BE49-F238E27FC236}">
                  <a16:creationId xmlns:a16="http://schemas.microsoft.com/office/drawing/2014/main" id="{22F39395-F6B2-4FBC-B847-C7075CD35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618"/>
              <a:ext cx="16" cy="48"/>
            </a:xfrm>
            <a:custGeom>
              <a:avLst/>
              <a:gdLst>
                <a:gd name="T0" fmla="*/ 24 w 8"/>
                <a:gd name="T1" fmla="*/ 0 h 22"/>
                <a:gd name="T2" fmla="*/ 0 w 8"/>
                <a:gd name="T3" fmla="*/ 81 h 22"/>
                <a:gd name="T4" fmla="*/ 32 w 8"/>
                <a:gd name="T5" fmla="*/ 218 h 22"/>
                <a:gd name="T6" fmla="*/ 64 w 8"/>
                <a:gd name="T7" fmla="*/ 229 h 22"/>
                <a:gd name="T8" fmla="*/ 64 w 8"/>
                <a:gd name="T9" fmla="*/ 229 h 22"/>
                <a:gd name="T10" fmla="*/ 40 w 8"/>
                <a:gd name="T11" fmla="*/ 209 h 22"/>
                <a:gd name="T12" fmla="*/ 8 w 8"/>
                <a:gd name="T13" fmla="*/ 81 h 22"/>
                <a:gd name="T14" fmla="*/ 24 w 8"/>
                <a:gd name="T15" fmla="*/ 9 h 22"/>
                <a:gd name="T16" fmla="*/ 48 w 8"/>
                <a:gd name="T17" fmla="*/ 20 h 22"/>
                <a:gd name="T18" fmla="*/ 48 w 8"/>
                <a:gd name="T19" fmla="*/ 20 h 22"/>
                <a:gd name="T20" fmla="*/ 24 w 8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22">
                  <a:moveTo>
                    <a:pt x="3" y="0"/>
                  </a:moveTo>
                  <a:cubicBezTo>
                    <a:pt x="1" y="1"/>
                    <a:pt x="0" y="4"/>
                    <a:pt x="0" y="8"/>
                  </a:cubicBezTo>
                  <a:cubicBezTo>
                    <a:pt x="0" y="12"/>
                    <a:pt x="2" y="18"/>
                    <a:pt x="4" y="21"/>
                  </a:cubicBezTo>
                  <a:cubicBezTo>
                    <a:pt x="6" y="22"/>
                    <a:pt x="7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7" y="22"/>
                    <a:pt x="6" y="22"/>
                    <a:pt x="5" y="20"/>
                  </a:cubicBezTo>
                  <a:cubicBezTo>
                    <a:pt x="2" y="18"/>
                    <a:pt x="1" y="12"/>
                    <a:pt x="1" y="8"/>
                  </a:cubicBezTo>
                  <a:cubicBezTo>
                    <a:pt x="1" y="4"/>
                    <a:pt x="1" y="1"/>
                    <a:pt x="3" y="1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5" name="Freeform 456">
              <a:extLst>
                <a:ext uri="{FF2B5EF4-FFF2-40B4-BE49-F238E27FC236}">
                  <a16:creationId xmlns:a16="http://schemas.microsoft.com/office/drawing/2014/main" id="{89B329A7-E519-40F0-AE1B-4EB850F5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856"/>
              <a:ext cx="61" cy="64"/>
            </a:xfrm>
            <a:custGeom>
              <a:avLst/>
              <a:gdLst>
                <a:gd name="T0" fmla="*/ 116 w 30"/>
                <a:gd name="T1" fmla="*/ 20 h 29"/>
                <a:gd name="T2" fmla="*/ 33 w 30"/>
                <a:gd name="T3" fmla="*/ 33 h 29"/>
                <a:gd name="T4" fmla="*/ 75 w 30"/>
                <a:gd name="T5" fmla="*/ 225 h 29"/>
                <a:gd name="T6" fmla="*/ 228 w 30"/>
                <a:gd name="T7" fmla="*/ 278 h 29"/>
                <a:gd name="T8" fmla="*/ 244 w 30"/>
                <a:gd name="T9" fmla="*/ 194 h 29"/>
                <a:gd name="T10" fmla="*/ 187 w 30"/>
                <a:gd name="T11" fmla="*/ 108 h 29"/>
                <a:gd name="T12" fmla="*/ 116 w 30"/>
                <a:gd name="T13" fmla="*/ 2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9">
                  <a:moveTo>
                    <a:pt x="14" y="2"/>
                  </a:moveTo>
                  <a:cubicBezTo>
                    <a:pt x="11" y="0"/>
                    <a:pt x="7" y="0"/>
                    <a:pt x="4" y="3"/>
                  </a:cubicBezTo>
                  <a:cubicBezTo>
                    <a:pt x="0" y="8"/>
                    <a:pt x="2" y="15"/>
                    <a:pt x="9" y="21"/>
                  </a:cubicBezTo>
                  <a:cubicBezTo>
                    <a:pt x="17" y="27"/>
                    <a:pt x="21" y="29"/>
                    <a:pt x="27" y="26"/>
                  </a:cubicBezTo>
                  <a:cubicBezTo>
                    <a:pt x="30" y="24"/>
                    <a:pt x="30" y="21"/>
                    <a:pt x="29" y="18"/>
                  </a:cubicBezTo>
                  <a:cubicBezTo>
                    <a:pt x="27" y="14"/>
                    <a:pt x="25" y="13"/>
                    <a:pt x="22" y="10"/>
                  </a:cubicBezTo>
                  <a:cubicBezTo>
                    <a:pt x="20" y="8"/>
                    <a:pt x="18" y="4"/>
                    <a:pt x="14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76" name="Freeform 457">
              <a:extLst>
                <a:ext uri="{FF2B5EF4-FFF2-40B4-BE49-F238E27FC236}">
                  <a16:creationId xmlns:a16="http://schemas.microsoft.com/office/drawing/2014/main" id="{B7411D60-E3A0-4A0E-8736-A2A854330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867"/>
              <a:ext cx="33" cy="35"/>
            </a:xfrm>
            <a:custGeom>
              <a:avLst/>
              <a:gdLst>
                <a:gd name="T0" fmla="*/ 132 w 16"/>
                <a:gd name="T1" fmla="*/ 149 h 16"/>
                <a:gd name="T2" fmla="*/ 132 w 16"/>
                <a:gd name="T3" fmla="*/ 158 h 16"/>
                <a:gd name="T4" fmla="*/ 43 w 16"/>
                <a:gd name="T5" fmla="*/ 96 h 16"/>
                <a:gd name="T6" fmla="*/ 8 w 16"/>
                <a:gd name="T7" fmla="*/ 9 h 16"/>
                <a:gd name="T8" fmla="*/ 43 w 16"/>
                <a:gd name="T9" fmla="*/ 9 h 16"/>
                <a:gd name="T10" fmla="*/ 43 w 16"/>
                <a:gd name="T11" fmla="*/ 9 h 16"/>
                <a:gd name="T12" fmla="*/ 8 w 16"/>
                <a:gd name="T13" fmla="*/ 9 h 16"/>
                <a:gd name="T14" fmla="*/ 35 w 16"/>
                <a:gd name="T15" fmla="*/ 105 h 16"/>
                <a:gd name="T16" fmla="*/ 132 w 16"/>
                <a:gd name="T17" fmla="*/ 158 h 16"/>
                <a:gd name="T18" fmla="*/ 132 w 16"/>
                <a:gd name="T19" fmla="*/ 149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6">
                  <a:moveTo>
                    <a:pt x="15" y="14"/>
                  </a:moveTo>
                  <a:cubicBezTo>
                    <a:pt x="16" y="14"/>
                    <a:pt x="15" y="15"/>
                    <a:pt x="15" y="15"/>
                  </a:cubicBezTo>
                  <a:cubicBezTo>
                    <a:pt x="14" y="15"/>
                    <a:pt x="10" y="15"/>
                    <a:pt x="5" y="9"/>
                  </a:cubicBezTo>
                  <a:cubicBezTo>
                    <a:pt x="1" y="6"/>
                    <a:pt x="0" y="3"/>
                    <a:pt x="1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3"/>
                    <a:pt x="0" y="6"/>
                    <a:pt x="4" y="10"/>
                  </a:cubicBezTo>
                  <a:cubicBezTo>
                    <a:pt x="10" y="14"/>
                    <a:pt x="14" y="16"/>
                    <a:pt x="15" y="15"/>
                  </a:cubicBezTo>
                  <a:cubicBezTo>
                    <a:pt x="16" y="15"/>
                    <a:pt x="16" y="14"/>
                    <a:pt x="15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7" name="Freeform 458">
              <a:extLst>
                <a:ext uri="{FF2B5EF4-FFF2-40B4-BE49-F238E27FC236}">
                  <a16:creationId xmlns:a16="http://schemas.microsoft.com/office/drawing/2014/main" id="{44426F58-E7CF-4488-8966-13BA1A99D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613"/>
              <a:ext cx="57" cy="57"/>
            </a:xfrm>
            <a:custGeom>
              <a:avLst/>
              <a:gdLst>
                <a:gd name="T0" fmla="*/ 169 w 28"/>
                <a:gd name="T1" fmla="*/ 33 h 26"/>
                <a:gd name="T2" fmla="*/ 83 w 28"/>
                <a:gd name="T3" fmla="*/ 9 h 26"/>
                <a:gd name="T4" fmla="*/ 24 w 28"/>
                <a:gd name="T5" fmla="*/ 64 h 26"/>
                <a:gd name="T6" fmla="*/ 108 w 28"/>
                <a:gd name="T7" fmla="*/ 254 h 26"/>
                <a:gd name="T8" fmla="*/ 236 w 28"/>
                <a:gd name="T9" fmla="*/ 158 h 26"/>
                <a:gd name="T10" fmla="*/ 169 w 28"/>
                <a:gd name="T11" fmla="*/ 33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6">
                  <a:moveTo>
                    <a:pt x="20" y="3"/>
                  </a:moveTo>
                  <a:cubicBezTo>
                    <a:pt x="16" y="1"/>
                    <a:pt x="14" y="0"/>
                    <a:pt x="10" y="1"/>
                  </a:cubicBezTo>
                  <a:cubicBezTo>
                    <a:pt x="7" y="2"/>
                    <a:pt x="5" y="3"/>
                    <a:pt x="3" y="6"/>
                  </a:cubicBezTo>
                  <a:cubicBezTo>
                    <a:pt x="0" y="13"/>
                    <a:pt x="4" y="22"/>
                    <a:pt x="13" y="24"/>
                  </a:cubicBezTo>
                  <a:cubicBezTo>
                    <a:pt x="21" y="26"/>
                    <a:pt x="28" y="20"/>
                    <a:pt x="28" y="15"/>
                  </a:cubicBezTo>
                  <a:cubicBezTo>
                    <a:pt x="27" y="10"/>
                    <a:pt x="25" y="8"/>
                    <a:pt x="20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78" name="Freeform 459">
              <a:extLst>
                <a:ext uri="{FF2B5EF4-FFF2-40B4-BE49-F238E27FC236}">
                  <a16:creationId xmlns:a16="http://schemas.microsoft.com/office/drawing/2014/main" id="{AD1C4811-DD7F-4043-85DE-FC48CD306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627"/>
              <a:ext cx="31" cy="28"/>
            </a:xfrm>
            <a:custGeom>
              <a:avLst/>
              <a:gdLst>
                <a:gd name="T0" fmla="*/ 124 w 15"/>
                <a:gd name="T1" fmla="*/ 60 h 13"/>
                <a:gd name="T2" fmla="*/ 116 w 15"/>
                <a:gd name="T3" fmla="*/ 112 h 13"/>
                <a:gd name="T4" fmla="*/ 35 w 15"/>
                <a:gd name="T5" fmla="*/ 101 h 13"/>
                <a:gd name="T6" fmla="*/ 8 w 15"/>
                <a:gd name="T7" fmla="*/ 41 h 13"/>
                <a:gd name="T8" fmla="*/ 35 w 15"/>
                <a:gd name="T9" fmla="*/ 0 h 13"/>
                <a:gd name="T10" fmla="*/ 35 w 15"/>
                <a:gd name="T11" fmla="*/ 0 h 13"/>
                <a:gd name="T12" fmla="*/ 8 w 15"/>
                <a:gd name="T13" fmla="*/ 41 h 13"/>
                <a:gd name="T14" fmla="*/ 35 w 15"/>
                <a:gd name="T15" fmla="*/ 101 h 13"/>
                <a:gd name="T16" fmla="*/ 116 w 15"/>
                <a:gd name="T17" fmla="*/ 112 h 13"/>
                <a:gd name="T18" fmla="*/ 124 w 15"/>
                <a:gd name="T19" fmla="*/ 6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3">
                  <a:moveTo>
                    <a:pt x="14" y="6"/>
                  </a:moveTo>
                  <a:cubicBezTo>
                    <a:pt x="15" y="8"/>
                    <a:pt x="15" y="10"/>
                    <a:pt x="13" y="11"/>
                  </a:cubicBezTo>
                  <a:cubicBezTo>
                    <a:pt x="11" y="13"/>
                    <a:pt x="8" y="13"/>
                    <a:pt x="4" y="10"/>
                  </a:cubicBezTo>
                  <a:cubicBezTo>
                    <a:pt x="1" y="8"/>
                    <a:pt x="1" y="5"/>
                    <a:pt x="1" y="4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1" y="2"/>
                    <a:pt x="1" y="4"/>
                  </a:cubicBezTo>
                  <a:cubicBezTo>
                    <a:pt x="0" y="5"/>
                    <a:pt x="1" y="8"/>
                    <a:pt x="4" y="10"/>
                  </a:cubicBezTo>
                  <a:cubicBezTo>
                    <a:pt x="8" y="13"/>
                    <a:pt x="11" y="13"/>
                    <a:pt x="13" y="11"/>
                  </a:cubicBezTo>
                  <a:cubicBezTo>
                    <a:pt x="15" y="10"/>
                    <a:pt x="15" y="8"/>
                    <a:pt x="1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9" name="Freeform 460">
              <a:extLst>
                <a:ext uri="{FF2B5EF4-FFF2-40B4-BE49-F238E27FC236}">
                  <a16:creationId xmlns:a16="http://schemas.microsoft.com/office/drawing/2014/main" id="{D6D57C17-84C4-4907-A925-F54AE2D4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2498"/>
              <a:ext cx="57" cy="59"/>
            </a:xfrm>
            <a:custGeom>
              <a:avLst/>
              <a:gdLst>
                <a:gd name="T0" fmla="*/ 169 w 28"/>
                <a:gd name="T1" fmla="*/ 44 h 27"/>
                <a:gd name="T2" fmla="*/ 83 w 28"/>
                <a:gd name="T3" fmla="*/ 9 h 27"/>
                <a:gd name="T4" fmla="*/ 24 w 28"/>
                <a:gd name="T5" fmla="*/ 72 h 27"/>
                <a:gd name="T6" fmla="*/ 108 w 28"/>
                <a:gd name="T7" fmla="*/ 262 h 27"/>
                <a:gd name="T8" fmla="*/ 236 w 28"/>
                <a:gd name="T9" fmla="*/ 157 h 27"/>
                <a:gd name="T10" fmla="*/ 169 w 28"/>
                <a:gd name="T11" fmla="*/ 4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0" y="4"/>
                  </a:moveTo>
                  <a:cubicBezTo>
                    <a:pt x="16" y="2"/>
                    <a:pt x="14" y="0"/>
                    <a:pt x="10" y="1"/>
                  </a:cubicBezTo>
                  <a:cubicBezTo>
                    <a:pt x="7" y="2"/>
                    <a:pt x="5" y="4"/>
                    <a:pt x="3" y="7"/>
                  </a:cubicBezTo>
                  <a:cubicBezTo>
                    <a:pt x="0" y="13"/>
                    <a:pt x="4" y="22"/>
                    <a:pt x="13" y="25"/>
                  </a:cubicBezTo>
                  <a:cubicBezTo>
                    <a:pt x="21" y="27"/>
                    <a:pt x="28" y="21"/>
                    <a:pt x="28" y="15"/>
                  </a:cubicBezTo>
                  <a:cubicBezTo>
                    <a:pt x="27" y="10"/>
                    <a:pt x="25" y="8"/>
                    <a:pt x="20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80" name="Freeform 461">
              <a:extLst>
                <a:ext uri="{FF2B5EF4-FFF2-40B4-BE49-F238E27FC236}">
                  <a16:creationId xmlns:a16="http://schemas.microsoft.com/office/drawing/2014/main" id="{A61D0FDA-D668-4DD4-9229-57D832047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511"/>
              <a:ext cx="31" cy="30"/>
            </a:xfrm>
            <a:custGeom>
              <a:avLst/>
              <a:gdLst>
                <a:gd name="T0" fmla="*/ 124 w 15"/>
                <a:gd name="T1" fmla="*/ 60 h 14"/>
                <a:gd name="T2" fmla="*/ 116 w 15"/>
                <a:gd name="T3" fmla="*/ 120 h 14"/>
                <a:gd name="T4" fmla="*/ 35 w 15"/>
                <a:gd name="T5" fmla="*/ 109 h 14"/>
                <a:gd name="T6" fmla="*/ 8 w 15"/>
                <a:gd name="T7" fmla="*/ 41 h 14"/>
                <a:gd name="T8" fmla="*/ 35 w 15"/>
                <a:gd name="T9" fmla="*/ 0 h 14"/>
                <a:gd name="T10" fmla="*/ 35 w 15"/>
                <a:gd name="T11" fmla="*/ 0 h 14"/>
                <a:gd name="T12" fmla="*/ 8 w 15"/>
                <a:gd name="T13" fmla="*/ 41 h 14"/>
                <a:gd name="T14" fmla="*/ 35 w 15"/>
                <a:gd name="T15" fmla="*/ 109 h 14"/>
                <a:gd name="T16" fmla="*/ 116 w 15"/>
                <a:gd name="T17" fmla="*/ 120 h 14"/>
                <a:gd name="T18" fmla="*/ 124 w 15"/>
                <a:gd name="T19" fmla="*/ 6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4">
                  <a:moveTo>
                    <a:pt x="14" y="6"/>
                  </a:moveTo>
                  <a:cubicBezTo>
                    <a:pt x="15" y="8"/>
                    <a:pt x="15" y="10"/>
                    <a:pt x="13" y="12"/>
                  </a:cubicBezTo>
                  <a:cubicBezTo>
                    <a:pt x="11" y="13"/>
                    <a:pt x="8" y="13"/>
                    <a:pt x="4" y="11"/>
                  </a:cubicBezTo>
                  <a:cubicBezTo>
                    <a:pt x="1" y="8"/>
                    <a:pt x="1" y="6"/>
                    <a:pt x="1" y="4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1" y="2"/>
                    <a:pt x="1" y="4"/>
                  </a:cubicBezTo>
                  <a:cubicBezTo>
                    <a:pt x="0" y="6"/>
                    <a:pt x="1" y="8"/>
                    <a:pt x="4" y="11"/>
                  </a:cubicBezTo>
                  <a:cubicBezTo>
                    <a:pt x="8" y="14"/>
                    <a:pt x="11" y="13"/>
                    <a:pt x="13" y="12"/>
                  </a:cubicBezTo>
                  <a:cubicBezTo>
                    <a:pt x="15" y="10"/>
                    <a:pt x="15" y="8"/>
                    <a:pt x="1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1" name="Freeform 462">
              <a:extLst>
                <a:ext uri="{FF2B5EF4-FFF2-40B4-BE49-F238E27FC236}">
                  <a16:creationId xmlns:a16="http://schemas.microsoft.com/office/drawing/2014/main" id="{46060A88-A540-4D00-97D4-975FD543F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310"/>
              <a:ext cx="57" cy="56"/>
            </a:xfrm>
            <a:custGeom>
              <a:avLst/>
              <a:gdLst>
                <a:gd name="T0" fmla="*/ 169 w 28"/>
                <a:gd name="T1" fmla="*/ 28 h 26"/>
                <a:gd name="T2" fmla="*/ 83 w 28"/>
                <a:gd name="T3" fmla="*/ 0 h 26"/>
                <a:gd name="T4" fmla="*/ 24 w 28"/>
                <a:gd name="T5" fmla="*/ 60 h 26"/>
                <a:gd name="T6" fmla="*/ 108 w 28"/>
                <a:gd name="T7" fmla="*/ 241 h 26"/>
                <a:gd name="T8" fmla="*/ 236 w 28"/>
                <a:gd name="T9" fmla="*/ 140 h 26"/>
                <a:gd name="T10" fmla="*/ 169 w 28"/>
                <a:gd name="T11" fmla="*/ 2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6">
                  <a:moveTo>
                    <a:pt x="20" y="3"/>
                  </a:moveTo>
                  <a:cubicBezTo>
                    <a:pt x="16" y="1"/>
                    <a:pt x="14" y="0"/>
                    <a:pt x="10" y="0"/>
                  </a:cubicBezTo>
                  <a:cubicBezTo>
                    <a:pt x="7" y="1"/>
                    <a:pt x="5" y="3"/>
                    <a:pt x="3" y="6"/>
                  </a:cubicBezTo>
                  <a:cubicBezTo>
                    <a:pt x="0" y="13"/>
                    <a:pt x="4" y="22"/>
                    <a:pt x="13" y="24"/>
                  </a:cubicBezTo>
                  <a:cubicBezTo>
                    <a:pt x="21" y="26"/>
                    <a:pt x="28" y="20"/>
                    <a:pt x="28" y="14"/>
                  </a:cubicBezTo>
                  <a:cubicBezTo>
                    <a:pt x="27" y="9"/>
                    <a:pt x="25" y="7"/>
                    <a:pt x="20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82" name="Freeform 463">
              <a:extLst>
                <a:ext uri="{FF2B5EF4-FFF2-40B4-BE49-F238E27FC236}">
                  <a16:creationId xmlns:a16="http://schemas.microsoft.com/office/drawing/2014/main" id="{05763B57-21D5-4DFB-B17B-A029D9EEF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323"/>
              <a:ext cx="31" cy="28"/>
            </a:xfrm>
            <a:custGeom>
              <a:avLst/>
              <a:gdLst>
                <a:gd name="T0" fmla="*/ 124 w 15"/>
                <a:gd name="T1" fmla="*/ 52 h 13"/>
                <a:gd name="T2" fmla="*/ 116 w 15"/>
                <a:gd name="T3" fmla="*/ 112 h 13"/>
                <a:gd name="T4" fmla="*/ 35 w 15"/>
                <a:gd name="T5" fmla="*/ 101 h 13"/>
                <a:gd name="T6" fmla="*/ 8 w 15"/>
                <a:gd name="T7" fmla="*/ 41 h 13"/>
                <a:gd name="T8" fmla="*/ 35 w 15"/>
                <a:gd name="T9" fmla="*/ 0 h 13"/>
                <a:gd name="T10" fmla="*/ 35 w 15"/>
                <a:gd name="T11" fmla="*/ 0 h 13"/>
                <a:gd name="T12" fmla="*/ 8 w 15"/>
                <a:gd name="T13" fmla="*/ 28 h 13"/>
                <a:gd name="T14" fmla="*/ 35 w 15"/>
                <a:gd name="T15" fmla="*/ 101 h 13"/>
                <a:gd name="T16" fmla="*/ 116 w 15"/>
                <a:gd name="T17" fmla="*/ 112 h 13"/>
                <a:gd name="T18" fmla="*/ 124 w 15"/>
                <a:gd name="T19" fmla="*/ 52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3">
                  <a:moveTo>
                    <a:pt x="14" y="5"/>
                  </a:moveTo>
                  <a:cubicBezTo>
                    <a:pt x="15" y="8"/>
                    <a:pt x="15" y="10"/>
                    <a:pt x="13" y="11"/>
                  </a:cubicBezTo>
                  <a:cubicBezTo>
                    <a:pt x="11" y="12"/>
                    <a:pt x="8" y="13"/>
                    <a:pt x="4" y="10"/>
                  </a:cubicBezTo>
                  <a:cubicBezTo>
                    <a:pt x="1" y="7"/>
                    <a:pt x="1" y="5"/>
                    <a:pt x="1" y="4"/>
                  </a:cubicBezTo>
                  <a:cubicBezTo>
                    <a:pt x="1" y="2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2"/>
                    <a:pt x="1" y="3"/>
                  </a:cubicBezTo>
                  <a:cubicBezTo>
                    <a:pt x="0" y="5"/>
                    <a:pt x="1" y="8"/>
                    <a:pt x="4" y="10"/>
                  </a:cubicBezTo>
                  <a:cubicBezTo>
                    <a:pt x="8" y="13"/>
                    <a:pt x="11" y="13"/>
                    <a:pt x="13" y="11"/>
                  </a:cubicBezTo>
                  <a:cubicBezTo>
                    <a:pt x="15" y="10"/>
                    <a:pt x="15" y="8"/>
                    <a:pt x="14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3" name="Freeform 464">
              <a:extLst>
                <a:ext uri="{FF2B5EF4-FFF2-40B4-BE49-F238E27FC236}">
                  <a16:creationId xmlns:a16="http://schemas.microsoft.com/office/drawing/2014/main" id="{0B242FD7-3DE7-4D33-93C8-509B0B3A4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119"/>
              <a:ext cx="47" cy="67"/>
            </a:xfrm>
            <a:custGeom>
              <a:avLst/>
              <a:gdLst>
                <a:gd name="T0" fmla="*/ 129 w 23"/>
                <a:gd name="T1" fmla="*/ 28 h 31"/>
                <a:gd name="T2" fmla="*/ 16 w 23"/>
                <a:gd name="T3" fmla="*/ 61 h 31"/>
                <a:gd name="T4" fmla="*/ 16 w 23"/>
                <a:gd name="T5" fmla="*/ 242 h 31"/>
                <a:gd name="T6" fmla="*/ 112 w 23"/>
                <a:gd name="T7" fmla="*/ 303 h 31"/>
                <a:gd name="T8" fmla="*/ 129 w 23"/>
                <a:gd name="T9" fmla="*/ 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1">
                  <a:moveTo>
                    <a:pt x="15" y="3"/>
                  </a:moveTo>
                  <a:cubicBezTo>
                    <a:pt x="10" y="0"/>
                    <a:pt x="5" y="2"/>
                    <a:pt x="2" y="6"/>
                  </a:cubicBezTo>
                  <a:cubicBezTo>
                    <a:pt x="0" y="11"/>
                    <a:pt x="0" y="18"/>
                    <a:pt x="2" y="24"/>
                  </a:cubicBezTo>
                  <a:cubicBezTo>
                    <a:pt x="5" y="31"/>
                    <a:pt x="9" y="31"/>
                    <a:pt x="13" y="30"/>
                  </a:cubicBezTo>
                  <a:cubicBezTo>
                    <a:pt x="21" y="28"/>
                    <a:pt x="23" y="9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84" name="Freeform 465">
              <a:extLst>
                <a:ext uri="{FF2B5EF4-FFF2-40B4-BE49-F238E27FC236}">
                  <a16:creationId xmlns:a16="http://schemas.microsoft.com/office/drawing/2014/main" id="{E708A556-975C-4509-86FC-300432BD7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3132"/>
              <a:ext cx="16" cy="41"/>
            </a:xfrm>
            <a:custGeom>
              <a:avLst/>
              <a:gdLst>
                <a:gd name="T0" fmla="*/ 32 w 8"/>
                <a:gd name="T1" fmla="*/ 0 h 19"/>
                <a:gd name="T2" fmla="*/ 0 w 8"/>
                <a:gd name="T3" fmla="*/ 60 h 19"/>
                <a:gd name="T4" fmla="*/ 16 w 8"/>
                <a:gd name="T5" fmla="*/ 173 h 19"/>
                <a:gd name="T6" fmla="*/ 48 w 8"/>
                <a:gd name="T7" fmla="*/ 190 h 19"/>
                <a:gd name="T8" fmla="*/ 48 w 8"/>
                <a:gd name="T9" fmla="*/ 190 h 19"/>
                <a:gd name="T10" fmla="*/ 24 w 8"/>
                <a:gd name="T11" fmla="*/ 173 h 19"/>
                <a:gd name="T12" fmla="*/ 0 w 8"/>
                <a:gd name="T13" fmla="*/ 60 h 19"/>
                <a:gd name="T14" fmla="*/ 32 w 8"/>
                <a:gd name="T15" fmla="*/ 9 h 19"/>
                <a:gd name="T16" fmla="*/ 64 w 8"/>
                <a:gd name="T17" fmla="*/ 19 h 19"/>
                <a:gd name="T18" fmla="*/ 64 w 8"/>
                <a:gd name="T19" fmla="*/ 19 h 19"/>
                <a:gd name="T20" fmla="*/ 32 w 8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9">
                  <a:moveTo>
                    <a:pt x="4" y="0"/>
                  </a:moveTo>
                  <a:cubicBezTo>
                    <a:pt x="3" y="1"/>
                    <a:pt x="1" y="3"/>
                    <a:pt x="0" y="6"/>
                  </a:cubicBezTo>
                  <a:cubicBezTo>
                    <a:pt x="0" y="10"/>
                    <a:pt x="0" y="15"/>
                    <a:pt x="2" y="17"/>
                  </a:cubicBezTo>
                  <a:cubicBezTo>
                    <a:pt x="3" y="18"/>
                    <a:pt x="5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9"/>
                    <a:pt x="4" y="18"/>
                    <a:pt x="3" y="17"/>
                  </a:cubicBezTo>
                  <a:cubicBezTo>
                    <a:pt x="0" y="15"/>
                    <a:pt x="0" y="10"/>
                    <a:pt x="0" y="6"/>
                  </a:cubicBezTo>
                  <a:cubicBezTo>
                    <a:pt x="1" y="3"/>
                    <a:pt x="3" y="1"/>
                    <a:pt x="4" y="1"/>
                  </a:cubicBezTo>
                  <a:cubicBezTo>
                    <a:pt x="6" y="0"/>
                    <a:pt x="7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5" name="Freeform 466">
              <a:extLst>
                <a:ext uri="{FF2B5EF4-FFF2-40B4-BE49-F238E27FC236}">
                  <a16:creationId xmlns:a16="http://schemas.microsoft.com/office/drawing/2014/main" id="{61E6D18C-4567-46D0-AC32-710BAC283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189"/>
              <a:ext cx="47" cy="67"/>
            </a:xfrm>
            <a:custGeom>
              <a:avLst/>
              <a:gdLst>
                <a:gd name="T0" fmla="*/ 76 w 23"/>
                <a:gd name="T1" fmla="*/ 19 h 31"/>
                <a:gd name="T2" fmla="*/ 8 w 23"/>
                <a:gd name="T3" fmla="*/ 69 h 31"/>
                <a:gd name="T4" fmla="*/ 59 w 23"/>
                <a:gd name="T5" fmla="*/ 253 h 31"/>
                <a:gd name="T6" fmla="*/ 155 w 23"/>
                <a:gd name="T7" fmla="*/ 303 h 31"/>
                <a:gd name="T8" fmla="*/ 76 w 23"/>
                <a:gd name="T9" fmla="*/ 1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1">
                  <a:moveTo>
                    <a:pt x="9" y="2"/>
                  </a:moveTo>
                  <a:cubicBezTo>
                    <a:pt x="4" y="0"/>
                    <a:pt x="2" y="2"/>
                    <a:pt x="1" y="7"/>
                  </a:cubicBezTo>
                  <a:cubicBezTo>
                    <a:pt x="0" y="12"/>
                    <a:pt x="3" y="19"/>
                    <a:pt x="7" y="25"/>
                  </a:cubicBezTo>
                  <a:cubicBezTo>
                    <a:pt x="11" y="31"/>
                    <a:pt x="15" y="31"/>
                    <a:pt x="18" y="30"/>
                  </a:cubicBezTo>
                  <a:cubicBezTo>
                    <a:pt x="23" y="27"/>
                    <a:pt x="17" y="8"/>
                    <a:pt x="9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86" name="Freeform 467">
              <a:extLst>
                <a:ext uri="{FF2B5EF4-FFF2-40B4-BE49-F238E27FC236}">
                  <a16:creationId xmlns:a16="http://schemas.microsoft.com/office/drawing/2014/main" id="{B79532C5-FB4E-4151-A301-3259DF0AF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3202"/>
              <a:ext cx="21" cy="41"/>
            </a:xfrm>
            <a:custGeom>
              <a:avLst/>
              <a:gdLst>
                <a:gd name="T0" fmla="*/ 17 w 10"/>
                <a:gd name="T1" fmla="*/ 0 h 19"/>
                <a:gd name="T2" fmla="*/ 8 w 10"/>
                <a:gd name="T3" fmla="*/ 69 h 19"/>
                <a:gd name="T4" fmla="*/ 67 w 10"/>
                <a:gd name="T5" fmla="*/ 173 h 19"/>
                <a:gd name="T6" fmla="*/ 92 w 10"/>
                <a:gd name="T7" fmla="*/ 190 h 19"/>
                <a:gd name="T8" fmla="*/ 92 w 10"/>
                <a:gd name="T9" fmla="*/ 190 h 19"/>
                <a:gd name="T10" fmla="*/ 67 w 10"/>
                <a:gd name="T11" fmla="*/ 173 h 19"/>
                <a:gd name="T12" fmla="*/ 8 w 10"/>
                <a:gd name="T13" fmla="*/ 69 h 19"/>
                <a:gd name="T14" fmla="*/ 17 w 10"/>
                <a:gd name="T15" fmla="*/ 0 h 19"/>
                <a:gd name="T16" fmla="*/ 48 w 10"/>
                <a:gd name="T17" fmla="*/ 9 h 19"/>
                <a:gd name="T18" fmla="*/ 48 w 10"/>
                <a:gd name="T19" fmla="*/ 9 h 19"/>
                <a:gd name="T20" fmla="*/ 17 w 10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9">
                  <a:moveTo>
                    <a:pt x="2" y="0"/>
                  </a:moveTo>
                  <a:cubicBezTo>
                    <a:pt x="1" y="1"/>
                    <a:pt x="0" y="3"/>
                    <a:pt x="1" y="7"/>
                  </a:cubicBezTo>
                  <a:cubicBezTo>
                    <a:pt x="2" y="10"/>
                    <a:pt x="4" y="15"/>
                    <a:pt x="7" y="17"/>
                  </a:cubicBezTo>
                  <a:cubicBezTo>
                    <a:pt x="8" y="18"/>
                    <a:pt x="9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9"/>
                    <a:pt x="8" y="18"/>
                    <a:pt x="7" y="17"/>
                  </a:cubicBezTo>
                  <a:cubicBezTo>
                    <a:pt x="4" y="15"/>
                    <a:pt x="2" y="10"/>
                    <a:pt x="1" y="7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7" name="Freeform 468">
              <a:extLst>
                <a:ext uri="{FF2B5EF4-FFF2-40B4-BE49-F238E27FC236}">
                  <a16:creationId xmlns:a16="http://schemas.microsoft.com/office/drawing/2014/main" id="{F396C93E-1111-4722-8448-09989E9BB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3134"/>
              <a:ext cx="55" cy="65"/>
            </a:xfrm>
            <a:custGeom>
              <a:avLst/>
              <a:gdLst>
                <a:gd name="T0" fmla="*/ 92 w 27"/>
                <a:gd name="T1" fmla="*/ 9 h 30"/>
                <a:gd name="T2" fmla="*/ 8 w 27"/>
                <a:gd name="T3" fmla="*/ 93 h 30"/>
                <a:gd name="T4" fmla="*/ 67 w 27"/>
                <a:gd name="T5" fmla="*/ 253 h 30"/>
                <a:gd name="T6" fmla="*/ 179 w 27"/>
                <a:gd name="T7" fmla="*/ 273 h 30"/>
                <a:gd name="T8" fmla="*/ 92 w 27"/>
                <a:gd name="T9" fmla="*/ 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11" y="1"/>
                  </a:moveTo>
                  <a:cubicBezTo>
                    <a:pt x="5" y="0"/>
                    <a:pt x="2" y="4"/>
                    <a:pt x="1" y="9"/>
                  </a:cubicBezTo>
                  <a:cubicBezTo>
                    <a:pt x="0" y="15"/>
                    <a:pt x="4" y="21"/>
                    <a:pt x="8" y="25"/>
                  </a:cubicBezTo>
                  <a:cubicBezTo>
                    <a:pt x="13" y="30"/>
                    <a:pt x="17" y="29"/>
                    <a:pt x="21" y="27"/>
                  </a:cubicBezTo>
                  <a:cubicBezTo>
                    <a:pt x="27" y="22"/>
                    <a:pt x="21" y="3"/>
                    <a:pt x="11" y="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88" name="Freeform 469">
              <a:extLst>
                <a:ext uri="{FF2B5EF4-FFF2-40B4-BE49-F238E27FC236}">
                  <a16:creationId xmlns:a16="http://schemas.microsoft.com/office/drawing/2014/main" id="{D8578070-8145-4CF1-96E2-D87EB1CD3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3145"/>
              <a:ext cx="23" cy="39"/>
            </a:xfrm>
            <a:custGeom>
              <a:avLst/>
              <a:gdLst>
                <a:gd name="T0" fmla="*/ 17 w 11"/>
                <a:gd name="T1" fmla="*/ 9 h 18"/>
                <a:gd name="T2" fmla="*/ 8 w 11"/>
                <a:gd name="T3" fmla="*/ 80 h 18"/>
                <a:gd name="T4" fmla="*/ 65 w 11"/>
                <a:gd name="T5" fmla="*/ 173 h 18"/>
                <a:gd name="T6" fmla="*/ 100 w 11"/>
                <a:gd name="T7" fmla="*/ 173 h 18"/>
                <a:gd name="T8" fmla="*/ 100 w 11"/>
                <a:gd name="T9" fmla="*/ 173 h 18"/>
                <a:gd name="T10" fmla="*/ 75 w 11"/>
                <a:gd name="T11" fmla="*/ 173 h 18"/>
                <a:gd name="T12" fmla="*/ 8 w 11"/>
                <a:gd name="T13" fmla="*/ 80 h 18"/>
                <a:gd name="T14" fmla="*/ 27 w 11"/>
                <a:gd name="T15" fmla="*/ 9 h 18"/>
                <a:gd name="T16" fmla="*/ 56 w 11"/>
                <a:gd name="T17" fmla="*/ 9 h 18"/>
                <a:gd name="T18" fmla="*/ 56 w 11"/>
                <a:gd name="T19" fmla="*/ 9 h 18"/>
                <a:gd name="T20" fmla="*/ 17 w 11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2" y="1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2" y="11"/>
                    <a:pt x="4" y="16"/>
                    <a:pt x="7" y="17"/>
                  </a:cubicBezTo>
                  <a:cubicBezTo>
                    <a:pt x="9" y="18"/>
                    <a:pt x="10" y="18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8"/>
                    <a:pt x="9" y="18"/>
                    <a:pt x="8" y="17"/>
                  </a:cubicBezTo>
                  <a:cubicBezTo>
                    <a:pt x="4" y="16"/>
                    <a:pt x="2" y="11"/>
                    <a:pt x="1" y="8"/>
                  </a:cubicBezTo>
                  <a:cubicBezTo>
                    <a:pt x="1" y="5"/>
                    <a:pt x="1" y="2"/>
                    <a:pt x="3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9" name="Freeform 470">
              <a:extLst>
                <a:ext uri="{FF2B5EF4-FFF2-40B4-BE49-F238E27FC236}">
                  <a16:creationId xmlns:a16="http://schemas.microsoft.com/office/drawing/2014/main" id="{DC67EFB5-DFA3-4C09-81EA-73DBC7217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186"/>
              <a:ext cx="47" cy="70"/>
            </a:xfrm>
            <a:custGeom>
              <a:avLst/>
              <a:gdLst>
                <a:gd name="T0" fmla="*/ 155 w 23"/>
                <a:gd name="T1" fmla="*/ 61 h 32"/>
                <a:gd name="T2" fmla="*/ 92 w 23"/>
                <a:gd name="T3" fmla="*/ 20 h 32"/>
                <a:gd name="T4" fmla="*/ 16 w 23"/>
                <a:gd name="T5" fmla="*/ 186 h 32"/>
                <a:gd name="T6" fmla="*/ 147 w 23"/>
                <a:gd name="T7" fmla="*/ 326 h 32"/>
                <a:gd name="T8" fmla="*/ 196 w 23"/>
                <a:gd name="T9" fmla="*/ 238 h 32"/>
                <a:gd name="T10" fmla="*/ 180 w 23"/>
                <a:gd name="T11" fmla="*/ 149 h 32"/>
                <a:gd name="T12" fmla="*/ 155 w 23"/>
                <a:gd name="T13" fmla="*/ 6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2">
                  <a:moveTo>
                    <a:pt x="18" y="6"/>
                  </a:moveTo>
                  <a:cubicBezTo>
                    <a:pt x="16" y="4"/>
                    <a:pt x="14" y="2"/>
                    <a:pt x="11" y="2"/>
                  </a:cubicBezTo>
                  <a:cubicBezTo>
                    <a:pt x="3" y="0"/>
                    <a:pt x="0" y="9"/>
                    <a:pt x="2" y="18"/>
                  </a:cubicBezTo>
                  <a:cubicBezTo>
                    <a:pt x="5" y="27"/>
                    <a:pt x="12" y="32"/>
                    <a:pt x="17" y="31"/>
                  </a:cubicBezTo>
                  <a:cubicBezTo>
                    <a:pt x="21" y="31"/>
                    <a:pt x="23" y="28"/>
                    <a:pt x="23" y="23"/>
                  </a:cubicBezTo>
                  <a:cubicBezTo>
                    <a:pt x="23" y="20"/>
                    <a:pt x="21" y="16"/>
                    <a:pt x="21" y="14"/>
                  </a:cubicBezTo>
                  <a:cubicBezTo>
                    <a:pt x="20" y="11"/>
                    <a:pt x="19" y="8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90" name="Freeform 471">
              <a:extLst>
                <a:ext uri="{FF2B5EF4-FFF2-40B4-BE49-F238E27FC236}">
                  <a16:creationId xmlns:a16="http://schemas.microsoft.com/office/drawing/2014/main" id="{2BDF3969-4F82-43FD-846A-659B09DBA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3206"/>
              <a:ext cx="18" cy="35"/>
            </a:xfrm>
            <a:custGeom>
              <a:avLst/>
              <a:gdLst>
                <a:gd name="T0" fmla="*/ 16 w 9"/>
                <a:gd name="T1" fmla="*/ 0 h 16"/>
                <a:gd name="T2" fmla="*/ 8 w 9"/>
                <a:gd name="T3" fmla="*/ 61 h 16"/>
                <a:gd name="T4" fmla="*/ 40 w 9"/>
                <a:gd name="T5" fmla="*/ 158 h 16"/>
                <a:gd name="T6" fmla="*/ 72 w 9"/>
                <a:gd name="T7" fmla="*/ 168 h 16"/>
                <a:gd name="T8" fmla="*/ 72 w 9"/>
                <a:gd name="T9" fmla="*/ 168 h 16"/>
                <a:gd name="T10" fmla="*/ 48 w 9"/>
                <a:gd name="T11" fmla="*/ 158 h 16"/>
                <a:gd name="T12" fmla="*/ 8 w 9"/>
                <a:gd name="T13" fmla="*/ 61 h 16"/>
                <a:gd name="T14" fmla="*/ 16 w 9"/>
                <a:gd name="T15" fmla="*/ 0 h 16"/>
                <a:gd name="T16" fmla="*/ 40 w 9"/>
                <a:gd name="T17" fmla="*/ 9 h 16"/>
                <a:gd name="T18" fmla="*/ 40 w 9"/>
                <a:gd name="T19" fmla="*/ 9 h 16"/>
                <a:gd name="T20" fmla="*/ 16 w 9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1" y="10"/>
                    <a:pt x="3" y="14"/>
                    <a:pt x="5" y="15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8" y="16"/>
                    <a:pt x="7" y="16"/>
                    <a:pt x="6" y="15"/>
                  </a:cubicBezTo>
                  <a:cubicBezTo>
                    <a:pt x="3" y="14"/>
                    <a:pt x="2" y="10"/>
                    <a:pt x="1" y="6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1" name="Freeform 472">
              <a:extLst>
                <a:ext uri="{FF2B5EF4-FFF2-40B4-BE49-F238E27FC236}">
                  <a16:creationId xmlns:a16="http://schemas.microsoft.com/office/drawing/2014/main" id="{19A8C1F6-1EA0-4D4C-BB7B-1A3DD4939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3224"/>
              <a:ext cx="43" cy="52"/>
            </a:xfrm>
            <a:custGeom>
              <a:avLst/>
              <a:gdLst>
                <a:gd name="T0" fmla="*/ 156 w 21"/>
                <a:gd name="T1" fmla="*/ 80 h 24"/>
                <a:gd name="T2" fmla="*/ 113 w 21"/>
                <a:gd name="T3" fmla="*/ 9 h 24"/>
                <a:gd name="T4" fmla="*/ 51 w 21"/>
                <a:gd name="T5" fmla="*/ 20 h 24"/>
                <a:gd name="T6" fmla="*/ 41 w 21"/>
                <a:gd name="T7" fmla="*/ 184 h 24"/>
                <a:gd name="T8" fmla="*/ 164 w 21"/>
                <a:gd name="T9" fmla="*/ 193 h 24"/>
                <a:gd name="T10" fmla="*/ 156 w 21"/>
                <a:gd name="T11" fmla="*/ 8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4">
                  <a:moveTo>
                    <a:pt x="18" y="8"/>
                  </a:moveTo>
                  <a:cubicBezTo>
                    <a:pt x="17" y="5"/>
                    <a:pt x="16" y="2"/>
                    <a:pt x="13" y="1"/>
                  </a:cubicBezTo>
                  <a:cubicBezTo>
                    <a:pt x="11" y="1"/>
                    <a:pt x="9" y="0"/>
                    <a:pt x="6" y="2"/>
                  </a:cubicBezTo>
                  <a:cubicBezTo>
                    <a:pt x="1" y="4"/>
                    <a:pt x="0" y="13"/>
                    <a:pt x="5" y="18"/>
                  </a:cubicBezTo>
                  <a:cubicBezTo>
                    <a:pt x="10" y="24"/>
                    <a:pt x="17" y="23"/>
                    <a:pt x="19" y="19"/>
                  </a:cubicBezTo>
                  <a:cubicBezTo>
                    <a:pt x="21" y="15"/>
                    <a:pt x="21" y="13"/>
                    <a:pt x="18" y="8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92" name="Freeform 473">
              <a:extLst>
                <a:ext uri="{FF2B5EF4-FFF2-40B4-BE49-F238E27FC236}">
                  <a16:creationId xmlns:a16="http://schemas.microsoft.com/office/drawing/2014/main" id="{8826F22E-54D3-45A6-A796-56D5CBCF8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3234"/>
              <a:ext cx="21" cy="27"/>
            </a:xfrm>
            <a:custGeom>
              <a:avLst/>
              <a:gdLst>
                <a:gd name="T0" fmla="*/ 92 w 10"/>
                <a:gd name="T1" fmla="*/ 101 h 12"/>
                <a:gd name="T2" fmla="*/ 67 w 10"/>
                <a:gd name="T3" fmla="*/ 137 h 12"/>
                <a:gd name="T4" fmla="*/ 8 w 10"/>
                <a:gd name="T5" fmla="*/ 81 h 12"/>
                <a:gd name="T6" fmla="*/ 17 w 10"/>
                <a:gd name="T7" fmla="*/ 11 h 12"/>
                <a:gd name="T8" fmla="*/ 48 w 10"/>
                <a:gd name="T9" fmla="*/ 0 h 12"/>
                <a:gd name="T10" fmla="*/ 48 w 10"/>
                <a:gd name="T11" fmla="*/ 0 h 12"/>
                <a:gd name="T12" fmla="*/ 17 w 10"/>
                <a:gd name="T13" fmla="*/ 11 h 12"/>
                <a:gd name="T14" fmla="*/ 8 w 10"/>
                <a:gd name="T15" fmla="*/ 81 h 12"/>
                <a:gd name="T16" fmla="*/ 67 w 10"/>
                <a:gd name="T17" fmla="*/ 137 h 12"/>
                <a:gd name="T18" fmla="*/ 92 w 10"/>
                <a:gd name="T19" fmla="*/ 10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9"/>
                  </a:moveTo>
                  <a:cubicBezTo>
                    <a:pt x="10" y="11"/>
                    <a:pt x="9" y="12"/>
                    <a:pt x="7" y="12"/>
                  </a:cubicBezTo>
                  <a:cubicBezTo>
                    <a:pt x="5" y="12"/>
                    <a:pt x="3" y="11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2" y="11"/>
                    <a:pt x="5" y="12"/>
                    <a:pt x="7" y="12"/>
                  </a:cubicBezTo>
                  <a:cubicBezTo>
                    <a:pt x="9" y="12"/>
                    <a:pt x="10" y="11"/>
                    <a:pt x="10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3" name="Freeform 474">
              <a:extLst>
                <a:ext uri="{FF2B5EF4-FFF2-40B4-BE49-F238E27FC236}">
                  <a16:creationId xmlns:a16="http://schemas.microsoft.com/office/drawing/2014/main" id="{94B656A5-7DF2-4260-954C-546931AF3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3206"/>
              <a:ext cx="47" cy="57"/>
            </a:xfrm>
            <a:custGeom>
              <a:avLst/>
              <a:gdLst>
                <a:gd name="T0" fmla="*/ 92 w 23"/>
                <a:gd name="T1" fmla="*/ 241 h 26"/>
                <a:gd name="T2" fmla="*/ 196 w 23"/>
                <a:gd name="T3" fmla="*/ 140 h 26"/>
                <a:gd name="T4" fmla="*/ 92 w 23"/>
                <a:gd name="T5" fmla="*/ 9 h 26"/>
                <a:gd name="T6" fmla="*/ 92 w 23"/>
                <a:gd name="T7" fmla="*/ 24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6">
                  <a:moveTo>
                    <a:pt x="11" y="23"/>
                  </a:moveTo>
                  <a:cubicBezTo>
                    <a:pt x="17" y="26"/>
                    <a:pt x="23" y="21"/>
                    <a:pt x="23" y="13"/>
                  </a:cubicBezTo>
                  <a:cubicBezTo>
                    <a:pt x="23" y="6"/>
                    <a:pt x="19" y="0"/>
                    <a:pt x="11" y="1"/>
                  </a:cubicBezTo>
                  <a:cubicBezTo>
                    <a:pt x="3" y="3"/>
                    <a:pt x="0" y="20"/>
                    <a:pt x="11" y="2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94" name="Freeform 475">
              <a:extLst>
                <a:ext uri="{FF2B5EF4-FFF2-40B4-BE49-F238E27FC236}">
                  <a16:creationId xmlns:a16="http://schemas.microsoft.com/office/drawing/2014/main" id="{3EBDD40D-8B4F-4E9A-8003-C6679C607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217"/>
              <a:ext cx="25" cy="31"/>
            </a:xfrm>
            <a:custGeom>
              <a:avLst/>
              <a:gdLst>
                <a:gd name="T0" fmla="*/ 108 w 12"/>
                <a:gd name="T1" fmla="*/ 78 h 14"/>
                <a:gd name="T2" fmla="*/ 83 w 12"/>
                <a:gd name="T3" fmla="*/ 133 h 14"/>
                <a:gd name="T4" fmla="*/ 27 w 12"/>
                <a:gd name="T5" fmla="*/ 142 h 14"/>
                <a:gd name="T6" fmla="*/ 0 w 12"/>
                <a:gd name="T7" fmla="*/ 78 h 14"/>
                <a:gd name="T8" fmla="*/ 27 w 12"/>
                <a:gd name="T9" fmla="*/ 0 h 14"/>
                <a:gd name="T10" fmla="*/ 27 w 12"/>
                <a:gd name="T11" fmla="*/ 0 h 14"/>
                <a:gd name="T12" fmla="*/ 0 w 12"/>
                <a:gd name="T13" fmla="*/ 78 h 14"/>
                <a:gd name="T14" fmla="*/ 27 w 12"/>
                <a:gd name="T15" fmla="*/ 142 h 14"/>
                <a:gd name="T16" fmla="*/ 83 w 12"/>
                <a:gd name="T17" fmla="*/ 133 h 14"/>
                <a:gd name="T18" fmla="*/ 108 w 12"/>
                <a:gd name="T19" fmla="*/ 78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4">
                  <a:moveTo>
                    <a:pt x="12" y="7"/>
                  </a:moveTo>
                  <a:cubicBezTo>
                    <a:pt x="12" y="9"/>
                    <a:pt x="11" y="11"/>
                    <a:pt x="9" y="12"/>
                  </a:cubicBezTo>
                  <a:cubicBezTo>
                    <a:pt x="7" y="14"/>
                    <a:pt x="5" y="14"/>
                    <a:pt x="3" y="13"/>
                  </a:cubicBezTo>
                  <a:cubicBezTo>
                    <a:pt x="1" y="12"/>
                    <a:pt x="0" y="9"/>
                    <a:pt x="0" y="7"/>
                  </a:cubicBezTo>
                  <a:cubicBezTo>
                    <a:pt x="0" y="4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9"/>
                    <a:pt x="1" y="12"/>
                    <a:pt x="3" y="13"/>
                  </a:cubicBezTo>
                  <a:cubicBezTo>
                    <a:pt x="5" y="14"/>
                    <a:pt x="7" y="14"/>
                    <a:pt x="9" y="12"/>
                  </a:cubicBezTo>
                  <a:cubicBezTo>
                    <a:pt x="11" y="11"/>
                    <a:pt x="12" y="9"/>
                    <a:pt x="12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5" name="Freeform 476">
              <a:extLst>
                <a:ext uri="{FF2B5EF4-FFF2-40B4-BE49-F238E27FC236}">
                  <a16:creationId xmlns:a16="http://schemas.microsoft.com/office/drawing/2014/main" id="{DF8A3CCE-E111-4E5F-A026-8297EFB23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585"/>
              <a:ext cx="41" cy="68"/>
            </a:xfrm>
            <a:custGeom>
              <a:avLst/>
              <a:gdLst>
                <a:gd name="T0" fmla="*/ 156 w 20"/>
                <a:gd name="T1" fmla="*/ 105 h 31"/>
                <a:gd name="T2" fmla="*/ 121 w 20"/>
                <a:gd name="T3" fmla="*/ 44 h 31"/>
                <a:gd name="T4" fmla="*/ 0 w 20"/>
                <a:gd name="T5" fmla="*/ 169 h 31"/>
                <a:gd name="T6" fmla="*/ 88 w 20"/>
                <a:gd name="T7" fmla="*/ 327 h 31"/>
                <a:gd name="T8" fmla="*/ 156 w 20"/>
                <a:gd name="T9" fmla="*/ 274 h 31"/>
                <a:gd name="T10" fmla="*/ 164 w 20"/>
                <a:gd name="T11" fmla="*/ 178 h 31"/>
                <a:gd name="T12" fmla="*/ 156 w 20"/>
                <a:gd name="T13" fmla="*/ 10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1">
                  <a:moveTo>
                    <a:pt x="18" y="10"/>
                  </a:moveTo>
                  <a:cubicBezTo>
                    <a:pt x="17" y="7"/>
                    <a:pt x="16" y="5"/>
                    <a:pt x="14" y="4"/>
                  </a:cubicBezTo>
                  <a:cubicBezTo>
                    <a:pt x="6" y="0"/>
                    <a:pt x="0" y="7"/>
                    <a:pt x="0" y="16"/>
                  </a:cubicBezTo>
                  <a:cubicBezTo>
                    <a:pt x="0" y="24"/>
                    <a:pt x="6" y="30"/>
                    <a:pt x="10" y="31"/>
                  </a:cubicBezTo>
                  <a:cubicBezTo>
                    <a:pt x="14" y="31"/>
                    <a:pt x="17" y="29"/>
                    <a:pt x="18" y="26"/>
                  </a:cubicBezTo>
                  <a:cubicBezTo>
                    <a:pt x="20" y="23"/>
                    <a:pt x="19" y="19"/>
                    <a:pt x="19" y="17"/>
                  </a:cubicBezTo>
                  <a:cubicBezTo>
                    <a:pt x="19" y="14"/>
                    <a:pt x="19" y="11"/>
                    <a:pt x="18" y="10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96" name="Freeform 477">
              <a:extLst>
                <a:ext uri="{FF2B5EF4-FFF2-40B4-BE49-F238E27FC236}">
                  <a16:creationId xmlns:a16="http://schemas.microsoft.com/office/drawing/2014/main" id="{C397E103-6C19-4E08-9F3E-F7D7A95C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605"/>
              <a:ext cx="12" cy="35"/>
            </a:xfrm>
            <a:custGeom>
              <a:avLst/>
              <a:gdLst>
                <a:gd name="T0" fmla="*/ 24 w 6"/>
                <a:gd name="T1" fmla="*/ 9 h 16"/>
                <a:gd name="T2" fmla="*/ 0 w 6"/>
                <a:gd name="T3" fmla="*/ 53 h 16"/>
                <a:gd name="T4" fmla="*/ 16 w 6"/>
                <a:gd name="T5" fmla="*/ 158 h 16"/>
                <a:gd name="T6" fmla="*/ 40 w 6"/>
                <a:gd name="T7" fmla="*/ 168 h 16"/>
                <a:gd name="T8" fmla="*/ 40 w 6"/>
                <a:gd name="T9" fmla="*/ 168 h 16"/>
                <a:gd name="T10" fmla="*/ 16 w 6"/>
                <a:gd name="T11" fmla="*/ 149 h 16"/>
                <a:gd name="T12" fmla="*/ 8 w 6"/>
                <a:gd name="T13" fmla="*/ 53 h 16"/>
                <a:gd name="T14" fmla="*/ 24 w 6"/>
                <a:gd name="T15" fmla="*/ 9 h 16"/>
                <a:gd name="T16" fmla="*/ 48 w 6"/>
                <a:gd name="T17" fmla="*/ 20 h 16"/>
                <a:gd name="T18" fmla="*/ 48 w 6"/>
                <a:gd name="T19" fmla="*/ 20 h 16"/>
                <a:gd name="T20" fmla="*/ 24 w 6"/>
                <a:gd name="T21" fmla="*/ 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6">
                  <a:moveTo>
                    <a:pt x="3" y="1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0" y="9"/>
                    <a:pt x="0" y="13"/>
                    <a:pt x="2" y="15"/>
                  </a:cubicBezTo>
                  <a:cubicBezTo>
                    <a:pt x="3" y="16"/>
                    <a:pt x="4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3" y="15"/>
                    <a:pt x="2" y="14"/>
                  </a:cubicBezTo>
                  <a:cubicBezTo>
                    <a:pt x="1" y="13"/>
                    <a:pt x="0" y="9"/>
                    <a:pt x="1" y="5"/>
                  </a:cubicBezTo>
                  <a:cubicBezTo>
                    <a:pt x="1" y="3"/>
                    <a:pt x="2" y="1"/>
                    <a:pt x="3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7" name="Freeform 478">
              <a:extLst>
                <a:ext uri="{FF2B5EF4-FFF2-40B4-BE49-F238E27FC236}">
                  <a16:creationId xmlns:a16="http://schemas.microsoft.com/office/drawing/2014/main" id="{E4E92991-245F-4D15-84D7-F41277862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574"/>
              <a:ext cx="47" cy="72"/>
            </a:xfrm>
            <a:custGeom>
              <a:avLst/>
              <a:gdLst>
                <a:gd name="T0" fmla="*/ 137 w 23"/>
                <a:gd name="T1" fmla="*/ 52 h 33"/>
                <a:gd name="T2" fmla="*/ 51 w 23"/>
                <a:gd name="T3" fmla="*/ 20 h 33"/>
                <a:gd name="T4" fmla="*/ 33 w 23"/>
                <a:gd name="T5" fmla="*/ 218 h 33"/>
                <a:gd name="T6" fmla="*/ 155 w 23"/>
                <a:gd name="T7" fmla="*/ 343 h 33"/>
                <a:gd name="T8" fmla="*/ 196 w 23"/>
                <a:gd name="T9" fmla="*/ 271 h 33"/>
                <a:gd name="T10" fmla="*/ 172 w 23"/>
                <a:gd name="T11" fmla="*/ 166 h 33"/>
                <a:gd name="T12" fmla="*/ 137 w 23"/>
                <a:gd name="T13" fmla="*/ 5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16" y="5"/>
                  </a:moveTo>
                  <a:cubicBezTo>
                    <a:pt x="14" y="2"/>
                    <a:pt x="10" y="0"/>
                    <a:pt x="6" y="2"/>
                  </a:cubicBezTo>
                  <a:cubicBezTo>
                    <a:pt x="0" y="5"/>
                    <a:pt x="0" y="12"/>
                    <a:pt x="4" y="21"/>
                  </a:cubicBezTo>
                  <a:cubicBezTo>
                    <a:pt x="8" y="29"/>
                    <a:pt x="11" y="33"/>
                    <a:pt x="18" y="33"/>
                  </a:cubicBezTo>
                  <a:cubicBezTo>
                    <a:pt x="21" y="32"/>
                    <a:pt x="23" y="30"/>
                    <a:pt x="23" y="26"/>
                  </a:cubicBezTo>
                  <a:cubicBezTo>
                    <a:pt x="23" y="22"/>
                    <a:pt x="21" y="20"/>
                    <a:pt x="20" y="16"/>
                  </a:cubicBezTo>
                  <a:cubicBezTo>
                    <a:pt x="19" y="13"/>
                    <a:pt x="19" y="9"/>
                    <a:pt x="16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98" name="Freeform 479">
              <a:extLst>
                <a:ext uri="{FF2B5EF4-FFF2-40B4-BE49-F238E27FC236}">
                  <a16:creationId xmlns:a16="http://schemas.microsoft.com/office/drawing/2014/main" id="{F36CF7B3-08CC-4C80-B2CF-4F553717B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587"/>
              <a:ext cx="20" cy="44"/>
            </a:xfrm>
            <a:custGeom>
              <a:avLst/>
              <a:gdLst>
                <a:gd name="T0" fmla="*/ 80 w 10"/>
                <a:gd name="T1" fmla="*/ 202 h 20"/>
                <a:gd name="T2" fmla="*/ 80 w 10"/>
                <a:gd name="T3" fmla="*/ 202 h 20"/>
                <a:gd name="T4" fmla="*/ 16 w 10"/>
                <a:gd name="T5" fmla="*/ 106 h 20"/>
                <a:gd name="T6" fmla="*/ 16 w 10"/>
                <a:gd name="T7" fmla="*/ 9 h 20"/>
                <a:gd name="T8" fmla="*/ 48 w 10"/>
                <a:gd name="T9" fmla="*/ 20 h 20"/>
                <a:gd name="T10" fmla="*/ 48 w 10"/>
                <a:gd name="T11" fmla="*/ 20 h 20"/>
                <a:gd name="T12" fmla="*/ 16 w 10"/>
                <a:gd name="T13" fmla="*/ 9 h 20"/>
                <a:gd name="T14" fmla="*/ 16 w 10"/>
                <a:gd name="T15" fmla="*/ 106 h 20"/>
                <a:gd name="T16" fmla="*/ 80 w 10"/>
                <a:gd name="T17" fmla="*/ 213 h 20"/>
                <a:gd name="T18" fmla="*/ 80 w 10"/>
                <a:gd name="T19" fmla="*/ 202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20">
                  <a:moveTo>
                    <a:pt x="10" y="19"/>
                  </a:moveTo>
                  <a:cubicBezTo>
                    <a:pt x="10" y="19"/>
                    <a:pt x="10" y="19"/>
                    <a:pt x="10" y="19"/>
                  </a:cubicBezTo>
                  <a:cubicBezTo>
                    <a:pt x="8" y="19"/>
                    <a:pt x="5" y="17"/>
                    <a:pt x="2" y="10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1"/>
                    <a:pt x="5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1" y="2"/>
                    <a:pt x="0" y="5"/>
                    <a:pt x="2" y="10"/>
                  </a:cubicBezTo>
                  <a:cubicBezTo>
                    <a:pt x="5" y="17"/>
                    <a:pt x="8" y="20"/>
                    <a:pt x="10" y="20"/>
                  </a:cubicBezTo>
                  <a:cubicBezTo>
                    <a:pt x="10" y="20"/>
                    <a:pt x="10" y="19"/>
                    <a:pt x="10" y="1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9" name="Freeform 480">
              <a:extLst>
                <a:ext uri="{FF2B5EF4-FFF2-40B4-BE49-F238E27FC236}">
                  <a16:creationId xmlns:a16="http://schemas.microsoft.com/office/drawing/2014/main" id="{486738AC-70ED-45E7-B82F-3B133932B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624"/>
              <a:ext cx="49" cy="59"/>
            </a:xfrm>
            <a:custGeom>
              <a:avLst/>
              <a:gdLst>
                <a:gd name="T0" fmla="*/ 145 w 24"/>
                <a:gd name="T1" fmla="*/ 33 h 27"/>
                <a:gd name="T2" fmla="*/ 92 w 24"/>
                <a:gd name="T3" fmla="*/ 0 h 27"/>
                <a:gd name="T4" fmla="*/ 25 w 24"/>
                <a:gd name="T5" fmla="*/ 166 h 27"/>
                <a:gd name="T6" fmla="*/ 155 w 24"/>
                <a:gd name="T7" fmla="*/ 273 h 27"/>
                <a:gd name="T8" fmla="*/ 204 w 24"/>
                <a:gd name="T9" fmla="*/ 186 h 27"/>
                <a:gd name="T10" fmla="*/ 172 w 24"/>
                <a:gd name="T11" fmla="*/ 96 h 27"/>
                <a:gd name="T12" fmla="*/ 145 w 24"/>
                <a:gd name="T13" fmla="*/ 3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7" y="24"/>
                    <a:pt x="14" y="27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4" y="15"/>
                    <a:pt x="22" y="11"/>
                    <a:pt x="20" y="9"/>
                  </a:cubicBezTo>
                  <a:cubicBezTo>
                    <a:pt x="19" y="7"/>
                    <a:pt x="19" y="5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00" name="Freeform 481">
              <a:extLst>
                <a:ext uri="{FF2B5EF4-FFF2-40B4-BE49-F238E27FC236}">
                  <a16:creationId xmlns:a16="http://schemas.microsoft.com/office/drawing/2014/main" id="{81DB8275-9983-4E5B-A93A-BF8BC5433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638"/>
              <a:ext cx="19" cy="32"/>
            </a:xfrm>
            <a:custGeom>
              <a:avLst/>
              <a:gdLst>
                <a:gd name="T0" fmla="*/ 8 w 9"/>
                <a:gd name="T1" fmla="*/ 9 h 15"/>
                <a:gd name="T2" fmla="*/ 0 w 9"/>
                <a:gd name="T3" fmla="*/ 60 h 15"/>
                <a:gd name="T4" fmla="*/ 57 w 9"/>
                <a:gd name="T5" fmla="*/ 137 h 15"/>
                <a:gd name="T6" fmla="*/ 84 w 9"/>
                <a:gd name="T7" fmla="*/ 137 h 15"/>
                <a:gd name="T8" fmla="*/ 84 w 9"/>
                <a:gd name="T9" fmla="*/ 137 h 15"/>
                <a:gd name="T10" fmla="*/ 57 w 9"/>
                <a:gd name="T11" fmla="*/ 137 h 15"/>
                <a:gd name="T12" fmla="*/ 8 w 9"/>
                <a:gd name="T13" fmla="*/ 60 h 15"/>
                <a:gd name="T14" fmla="*/ 8 w 9"/>
                <a:gd name="T15" fmla="*/ 9 h 15"/>
                <a:gd name="T16" fmla="*/ 36 w 9"/>
                <a:gd name="T17" fmla="*/ 9 h 15"/>
                <a:gd name="T18" fmla="*/ 36 w 9"/>
                <a:gd name="T19" fmla="*/ 9 h 15"/>
                <a:gd name="T20" fmla="*/ 8 w 9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1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10"/>
                    <a:pt x="3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5"/>
                    <a:pt x="7" y="15"/>
                    <a:pt x="6" y="14"/>
                  </a:cubicBezTo>
                  <a:cubicBezTo>
                    <a:pt x="4" y="13"/>
                    <a:pt x="1" y="10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1" name="Freeform 482">
              <a:extLst>
                <a:ext uri="{FF2B5EF4-FFF2-40B4-BE49-F238E27FC236}">
                  <a16:creationId xmlns:a16="http://schemas.microsoft.com/office/drawing/2014/main" id="{12B06311-EAF4-4886-A4E6-51149BED7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447"/>
              <a:ext cx="52" cy="68"/>
            </a:xfrm>
            <a:custGeom>
              <a:avLst/>
              <a:gdLst>
                <a:gd name="T0" fmla="*/ 108 w 25"/>
                <a:gd name="T1" fmla="*/ 20 h 31"/>
                <a:gd name="T2" fmla="*/ 8 w 25"/>
                <a:gd name="T3" fmla="*/ 86 h 31"/>
                <a:gd name="T4" fmla="*/ 44 w 25"/>
                <a:gd name="T5" fmla="*/ 265 h 31"/>
                <a:gd name="T6" fmla="*/ 152 w 25"/>
                <a:gd name="T7" fmla="*/ 307 h 31"/>
                <a:gd name="T8" fmla="*/ 108 w 25"/>
                <a:gd name="T9" fmla="*/ 2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12" y="2"/>
                  </a:moveTo>
                  <a:cubicBezTo>
                    <a:pt x="7" y="0"/>
                    <a:pt x="3" y="3"/>
                    <a:pt x="1" y="8"/>
                  </a:cubicBezTo>
                  <a:cubicBezTo>
                    <a:pt x="0" y="13"/>
                    <a:pt x="2" y="21"/>
                    <a:pt x="5" y="25"/>
                  </a:cubicBezTo>
                  <a:cubicBezTo>
                    <a:pt x="10" y="31"/>
                    <a:pt x="14" y="31"/>
                    <a:pt x="17" y="29"/>
                  </a:cubicBezTo>
                  <a:cubicBezTo>
                    <a:pt x="25" y="25"/>
                    <a:pt x="22" y="5"/>
                    <a:pt x="12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02" name="Freeform 483">
              <a:extLst>
                <a:ext uri="{FF2B5EF4-FFF2-40B4-BE49-F238E27FC236}">
                  <a16:creationId xmlns:a16="http://schemas.microsoft.com/office/drawing/2014/main" id="{1196E313-6B0E-4910-9700-3EC9CD7EC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460"/>
              <a:ext cx="18" cy="40"/>
            </a:xfrm>
            <a:custGeom>
              <a:avLst/>
              <a:gdLst>
                <a:gd name="T0" fmla="*/ 24 w 9"/>
                <a:gd name="T1" fmla="*/ 0 h 18"/>
                <a:gd name="T2" fmla="*/ 0 w 9"/>
                <a:gd name="T3" fmla="*/ 80 h 18"/>
                <a:gd name="T4" fmla="*/ 40 w 9"/>
                <a:gd name="T5" fmla="*/ 187 h 18"/>
                <a:gd name="T6" fmla="*/ 72 w 9"/>
                <a:gd name="T7" fmla="*/ 198 h 18"/>
                <a:gd name="T8" fmla="*/ 72 w 9"/>
                <a:gd name="T9" fmla="*/ 198 h 18"/>
                <a:gd name="T10" fmla="*/ 40 w 9"/>
                <a:gd name="T11" fmla="*/ 187 h 18"/>
                <a:gd name="T12" fmla="*/ 8 w 9"/>
                <a:gd name="T13" fmla="*/ 80 h 18"/>
                <a:gd name="T14" fmla="*/ 24 w 9"/>
                <a:gd name="T15" fmla="*/ 0 h 18"/>
                <a:gd name="T16" fmla="*/ 56 w 9"/>
                <a:gd name="T17" fmla="*/ 9 h 18"/>
                <a:gd name="T18" fmla="*/ 56 w 9"/>
                <a:gd name="T19" fmla="*/ 9 h 18"/>
                <a:gd name="T20" fmla="*/ 24 w 9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8">
                  <a:moveTo>
                    <a:pt x="3" y="0"/>
                  </a:moveTo>
                  <a:cubicBezTo>
                    <a:pt x="1" y="1"/>
                    <a:pt x="0" y="4"/>
                    <a:pt x="0" y="7"/>
                  </a:cubicBezTo>
                  <a:cubicBezTo>
                    <a:pt x="1" y="11"/>
                    <a:pt x="2" y="15"/>
                    <a:pt x="5" y="17"/>
                  </a:cubicBezTo>
                  <a:cubicBezTo>
                    <a:pt x="6" y="18"/>
                    <a:pt x="8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8" y="18"/>
                    <a:pt x="6" y="18"/>
                    <a:pt x="5" y="17"/>
                  </a:cubicBezTo>
                  <a:cubicBezTo>
                    <a:pt x="3" y="15"/>
                    <a:pt x="1" y="11"/>
                    <a:pt x="1" y="7"/>
                  </a:cubicBezTo>
                  <a:cubicBezTo>
                    <a:pt x="1" y="4"/>
                    <a:pt x="2" y="1"/>
                    <a:pt x="3" y="0"/>
                  </a:cubicBezTo>
                  <a:cubicBezTo>
                    <a:pt x="4" y="0"/>
                    <a:pt x="5" y="0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3" name="Freeform 484">
              <a:extLst>
                <a:ext uri="{FF2B5EF4-FFF2-40B4-BE49-F238E27FC236}">
                  <a16:creationId xmlns:a16="http://schemas.microsoft.com/office/drawing/2014/main" id="{00D08807-F9FE-4DB1-90E0-E4A854E87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478"/>
              <a:ext cx="45" cy="61"/>
            </a:xfrm>
            <a:custGeom>
              <a:avLst/>
              <a:gdLst>
                <a:gd name="T0" fmla="*/ 96 w 22"/>
                <a:gd name="T1" fmla="*/ 9 h 28"/>
                <a:gd name="T2" fmla="*/ 8 w 22"/>
                <a:gd name="T3" fmla="*/ 72 h 28"/>
                <a:gd name="T4" fmla="*/ 41 w 22"/>
                <a:gd name="T5" fmla="*/ 237 h 28"/>
                <a:gd name="T6" fmla="*/ 139 w 22"/>
                <a:gd name="T7" fmla="*/ 270 h 28"/>
                <a:gd name="T8" fmla="*/ 96 w 22"/>
                <a:gd name="T9" fmla="*/ 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11" y="1"/>
                  </a:moveTo>
                  <a:cubicBezTo>
                    <a:pt x="6" y="0"/>
                    <a:pt x="3" y="3"/>
                    <a:pt x="1" y="7"/>
                  </a:cubicBezTo>
                  <a:cubicBezTo>
                    <a:pt x="0" y="12"/>
                    <a:pt x="2" y="18"/>
                    <a:pt x="5" y="23"/>
                  </a:cubicBezTo>
                  <a:cubicBezTo>
                    <a:pt x="9" y="28"/>
                    <a:pt x="12" y="27"/>
                    <a:pt x="16" y="26"/>
                  </a:cubicBezTo>
                  <a:cubicBezTo>
                    <a:pt x="22" y="22"/>
                    <a:pt x="19" y="5"/>
                    <a:pt x="11" y="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04" name="Freeform 485">
              <a:extLst>
                <a:ext uri="{FF2B5EF4-FFF2-40B4-BE49-F238E27FC236}">
                  <a16:creationId xmlns:a16="http://schemas.microsoft.com/office/drawing/2014/main" id="{4496E071-D2F0-4E32-94E3-CE61A6AEE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489"/>
              <a:ext cx="16" cy="35"/>
            </a:xfrm>
            <a:custGeom>
              <a:avLst/>
              <a:gdLst>
                <a:gd name="T0" fmla="*/ 16 w 8"/>
                <a:gd name="T1" fmla="*/ 9 h 16"/>
                <a:gd name="T2" fmla="*/ 0 w 8"/>
                <a:gd name="T3" fmla="*/ 72 h 16"/>
                <a:gd name="T4" fmla="*/ 32 w 8"/>
                <a:gd name="T5" fmla="*/ 168 h 16"/>
                <a:gd name="T6" fmla="*/ 64 w 8"/>
                <a:gd name="T7" fmla="*/ 168 h 16"/>
                <a:gd name="T8" fmla="*/ 64 w 8"/>
                <a:gd name="T9" fmla="*/ 168 h 16"/>
                <a:gd name="T10" fmla="*/ 32 w 8"/>
                <a:gd name="T11" fmla="*/ 158 h 16"/>
                <a:gd name="T12" fmla="*/ 0 w 8"/>
                <a:gd name="T13" fmla="*/ 72 h 16"/>
                <a:gd name="T14" fmla="*/ 16 w 8"/>
                <a:gd name="T15" fmla="*/ 9 h 16"/>
                <a:gd name="T16" fmla="*/ 40 w 8"/>
                <a:gd name="T17" fmla="*/ 9 h 16"/>
                <a:gd name="T18" fmla="*/ 40 w 8"/>
                <a:gd name="T19" fmla="*/ 9 h 16"/>
                <a:gd name="T20" fmla="*/ 16 w 8"/>
                <a:gd name="T21" fmla="*/ 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6">
                  <a:moveTo>
                    <a:pt x="2" y="1"/>
                  </a:moveTo>
                  <a:cubicBezTo>
                    <a:pt x="1" y="1"/>
                    <a:pt x="0" y="4"/>
                    <a:pt x="0" y="7"/>
                  </a:cubicBezTo>
                  <a:cubicBezTo>
                    <a:pt x="0" y="10"/>
                    <a:pt x="2" y="14"/>
                    <a:pt x="4" y="16"/>
                  </a:cubicBezTo>
                  <a:cubicBezTo>
                    <a:pt x="5" y="16"/>
                    <a:pt x="6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6" y="16"/>
                    <a:pt x="5" y="16"/>
                    <a:pt x="4" y="15"/>
                  </a:cubicBezTo>
                  <a:cubicBezTo>
                    <a:pt x="2" y="14"/>
                    <a:pt x="0" y="10"/>
                    <a:pt x="0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5" name="Freeform 486">
              <a:extLst>
                <a:ext uri="{FF2B5EF4-FFF2-40B4-BE49-F238E27FC236}">
                  <a16:creationId xmlns:a16="http://schemas.microsoft.com/office/drawing/2014/main" id="{775E4E38-A4A4-4512-9487-9C6EAF1F0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530"/>
              <a:ext cx="47" cy="49"/>
            </a:xfrm>
            <a:custGeom>
              <a:avLst/>
              <a:gdLst>
                <a:gd name="T0" fmla="*/ 147 w 23"/>
                <a:gd name="T1" fmla="*/ 36 h 22"/>
                <a:gd name="T2" fmla="*/ 76 w 23"/>
                <a:gd name="T3" fmla="*/ 9 h 22"/>
                <a:gd name="T4" fmla="*/ 25 w 23"/>
                <a:gd name="T5" fmla="*/ 53 h 22"/>
                <a:gd name="T6" fmla="*/ 92 w 23"/>
                <a:gd name="T7" fmla="*/ 209 h 22"/>
                <a:gd name="T8" fmla="*/ 196 w 23"/>
                <a:gd name="T9" fmla="*/ 145 h 22"/>
                <a:gd name="T10" fmla="*/ 147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7" y="1"/>
                    <a:pt x="5" y="2"/>
                    <a:pt x="3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2"/>
                    <a:pt x="23" y="17"/>
                    <a:pt x="23" y="13"/>
                  </a:cubicBezTo>
                  <a:cubicBezTo>
                    <a:pt x="23" y="9"/>
                    <a:pt x="22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06" name="Freeform 487">
              <a:extLst>
                <a:ext uri="{FF2B5EF4-FFF2-40B4-BE49-F238E27FC236}">
                  <a16:creationId xmlns:a16="http://schemas.microsoft.com/office/drawing/2014/main" id="{718D409D-2C15-4724-9CAD-28A68BA7C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541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92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3 h 11"/>
                <a:gd name="T14" fmla="*/ 27 w 12"/>
                <a:gd name="T15" fmla="*/ 81 h 11"/>
                <a:gd name="T16" fmla="*/ 92 w 12"/>
                <a:gd name="T17" fmla="*/ 96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0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9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7" name="Freeform 488">
              <a:extLst>
                <a:ext uri="{FF2B5EF4-FFF2-40B4-BE49-F238E27FC236}">
                  <a16:creationId xmlns:a16="http://schemas.microsoft.com/office/drawing/2014/main" id="{BF600388-448E-4128-B72B-4E8CDFB96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587"/>
              <a:ext cx="45" cy="51"/>
            </a:xfrm>
            <a:custGeom>
              <a:avLst/>
              <a:gdLst>
                <a:gd name="T0" fmla="*/ 147 w 22"/>
                <a:gd name="T1" fmla="*/ 44 h 23"/>
                <a:gd name="T2" fmla="*/ 84 w 22"/>
                <a:gd name="T3" fmla="*/ 0 h 23"/>
                <a:gd name="T4" fmla="*/ 33 w 22"/>
                <a:gd name="T5" fmla="*/ 35 h 23"/>
                <a:gd name="T6" fmla="*/ 68 w 22"/>
                <a:gd name="T7" fmla="*/ 206 h 23"/>
                <a:gd name="T8" fmla="*/ 180 w 22"/>
                <a:gd name="T9" fmla="*/ 162 h 23"/>
                <a:gd name="T10" fmla="*/ 147 w 22"/>
                <a:gd name="T11" fmla="*/ 4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3"/>
                    <a:pt x="20" y="19"/>
                    <a:pt x="21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08" name="Freeform 489">
              <a:extLst>
                <a:ext uri="{FF2B5EF4-FFF2-40B4-BE49-F238E27FC236}">
                  <a16:creationId xmlns:a16="http://schemas.microsoft.com/office/drawing/2014/main" id="{2FF6E2D5-17C5-40A6-98AC-304AB099E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596"/>
              <a:ext cx="23" cy="26"/>
            </a:xfrm>
            <a:custGeom>
              <a:avLst/>
              <a:gdLst>
                <a:gd name="T0" fmla="*/ 100 w 11"/>
                <a:gd name="T1" fmla="*/ 72 h 12"/>
                <a:gd name="T2" fmla="*/ 84 w 11"/>
                <a:gd name="T3" fmla="*/ 113 h 12"/>
                <a:gd name="T4" fmla="*/ 17 w 11"/>
                <a:gd name="T5" fmla="*/ 93 h 12"/>
                <a:gd name="T6" fmla="*/ 8 w 11"/>
                <a:gd name="T7" fmla="*/ 33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33 h 12"/>
                <a:gd name="T14" fmla="*/ 17 w 11"/>
                <a:gd name="T15" fmla="*/ 93 h 12"/>
                <a:gd name="T16" fmla="*/ 84 w 11"/>
                <a:gd name="T17" fmla="*/ 121 h 12"/>
                <a:gd name="T18" fmla="*/ 100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1"/>
                    <a:pt x="9" y="11"/>
                  </a:cubicBezTo>
                  <a:cubicBezTo>
                    <a:pt x="7" y="12"/>
                    <a:pt x="5" y="12"/>
                    <a:pt x="2" y="9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1" y="1"/>
                    <a:pt x="1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1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9" name="Freeform 490">
              <a:extLst>
                <a:ext uri="{FF2B5EF4-FFF2-40B4-BE49-F238E27FC236}">
                  <a16:creationId xmlns:a16="http://schemas.microsoft.com/office/drawing/2014/main" id="{313F23BE-9E8E-4DC5-BC74-0B836419D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592"/>
              <a:ext cx="45" cy="61"/>
            </a:xfrm>
            <a:custGeom>
              <a:avLst/>
              <a:gdLst>
                <a:gd name="T0" fmla="*/ 96 w 22"/>
                <a:gd name="T1" fmla="*/ 9 h 28"/>
                <a:gd name="T2" fmla="*/ 8 w 22"/>
                <a:gd name="T3" fmla="*/ 72 h 28"/>
                <a:gd name="T4" fmla="*/ 41 w 22"/>
                <a:gd name="T5" fmla="*/ 229 h 28"/>
                <a:gd name="T6" fmla="*/ 139 w 22"/>
                <a:gd name="T7" fmla="*/ 270 h 28"/>
                <a:gd name="T8" fmla="*/ 96 w 22"/>
                <a:gd name="T9" fmla="*/ 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11" y="1"/>
                  </a:moveTo>
                  <a:cubicBezTo>
                    <a:pt x="7" y="0"/>
                    <a:pt x="3" y="2"/>
                    <a:pt x="1" y="7"/>
                  </a:cubicBezTo>
                  <a:cubicBezTo>
                    <a:pt x="0" y="12"/>
                    <a:pt x="2" y="18"/>
                    <a:pt x="5" y="22"/>
                  </a:cubicBezTo>
                  <a:cubicBezTo>
                    <a:pt x="9" y="28"/>
                    <a:pt x="13" y="27"/>
                    <a:pt x="16" y="26"/>
                  </a:cubicBezTo>
                  <a:cubicBezTo>
                    <a:pt x="22" y="22"/>
                    <a:pt x="20" y="5"/>
                    <a:pt x="11" y="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10" name="Freeform 491">
              <a:extLst>
                <a:ext uri="{FF2B5EF4-FFF2-40B4-BE49-F238E27FC236}">
                  <a16:creationId xmlns:a16="http://schemas.microsoft.com/office/drawing/2014/main" id="{9FC68908-62F5-4010-B7A2-1F590FF57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603"/>
              <a:ext cx="17" cy="35"/>
            </a:xfrm>
            <a:custGeom>
              <a:avLst/>
              <a:gdLst>
                <a:gd name="T0" fmla="*/ 19 w 8"/>
                <a:gd name="T1" fmla="*/ 0 h 16"/>
                <a:gd name="T2" fmla="*/ 0 w 8"/>
                <a:gd name="T3" fmla="*/ 61 h 16"/>
                <a:gd name="T4" fmla="*/ 40 w 8"/>
                <a:gd name="T5" fmla="*/ 158 h 16"/>
                <a:gd name="T6" fmla="*/ 77 w 8"/>
                <a:gd name="T7" fmla="*/ 168 h 16"/>
                <a:gd name="T8" fmla="*/ 77 w 8"/>
                <a:gd name="T9" fmla="*/ 168 h 16"/>
                <a:gd name="T10" fmla="*/ 40 w 8"/>
                <a:gd name="T11" fmla="*/ 158 h 16"/>
                <a:gd name="T12" fmla="*/ 0 w 8"/>
                <a:gd name="T13" fmla="*/ 61 h 16"/>
                <a:gd name="T14" fmla="*/ 19 w 8"/>
                <a:gd name="T15" fmla="*/ 9 h 16"/>
                <a:gd name="T16" fmla="*/ 60 w 8"/>
                <a:gd name="T17" fmla="*/ 9 h 16"/>
                <a:gd name="T18" fmla="*/ 60 w 8"/>
                <a:gd name="T19" fmla="*/ 9 h 16"/>
                <a:gd name="T20" fmla="*/ 19 w 8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6">
                  <a:moveTo>
                    <a:pt x="2" y="0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0" y="10"/>
                    <a:pt x="2" y="14"/>
                    <a:pt x="4" y="15"/>
                  </a:cubicBezTo>
                  <a:cubicBezTo>
                    <a:pt x="5" y="16"/>
                    <a:pt x="6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7" y="16"/>
                    <a:pt x="5" y="16"/>
                    <a:pt x="4" y="15"/>
                  </a:cubicBezTo>
                  <a:cubicBezTo>
                    <a:pt x="2" y="14"/>
                    <a:pt x="0" y="9"/>
                    <a:pt x="0" y="6"/>
                  </a:cubicBezTo>
                  <a:cubicBezTo>
                    <a:pt x="0" y="4"/>
                    <a:pt x="1" y="1"/>
                    <a:pt x="2" y="1"/>
                  </a:cubicBezTo>
                  <a:cubicBezTo>
                    <a:pt x="3" y="0"/>
                    <a:pt x="4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1" name="Freeform 492">
              <a:extLst>
                <a:ext uri="{FF2B5EF4-FFF2-40B4-BE49-F238E27FC236}">
                  <a16:creationId xmlns:a16="http://schemas.microsoft.com/office/drawing/2014/main" id="{B85BAD9F-C97B-44D7-9EAD-22D568BF7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675"/>
              <a:ext cx="39" cy="72"/>
            </a:xfrm>
            <a:custGeom>
              <a:avLst/>
              <a:gdLst>
                <a:gd name="T0" fmla="*/ 88 w 19"/>
                <a:gd name="T1" fmla="*/ 33 h 33"/>
                <a:gd name="T2" fmla="*/ 8 w 19"/>
                <a:gd name="T3" fmla="*/ 61 h 33"/>
                <a:gd name="T4" fmla="*/ 33 w 19"/>
                <a:gd name="T5" fmla="*/ 262 h 33"/>
                <a:gd name="T6" fmla="*/ 113 w 19"/>
                <a:gd name="T7" fmla="*/ 334 h 33"/>
                <a:gd name="T8" fmla="*/ 88 w 19"/>
                <a:gd name="T9" fmla="*/ 3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3">
                  <a:moveTo>
                    <a:pt x="10" y="3"/>
                  </a:moveTo>
                  <a:cubicBezTo>
                    <a:pt x="6" y="0"/>
                    <a:pt x="2" y="1"/>
                    <a:pt x="1" y="6"/>
                  </a:cubicBezTo>
                  <a:cubicBezTo>
                    <a:pt x="0" y="11"/>
                    <a:pt x="1" y="19"/>
                    <a:pt x="4" y="25"/>
                  </a:cubicBezTo>
                  <a:cubicBezTo>
                    <a:pt x="7" y="32"/>
                    <a:pt x="10" y="33"/>
                    <a:pt x="13" y="32"/>
                  </a:cubicBezTo>
                  <a:cubicBezTo>
                    <a:pt x="19" y="30"/>
                    <a:pt x="17" y="10"/>
                    <a:pt x="10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12" name="Freeform 493">
              <a:extLst>
                <a:ext uri="{FF2B5EF4-FFF2-40B4-BE49-F238E27FC236}">
                  <a16:creationId xmlns:a16="http://schemas.microsoft.com/office/drawing/2014/main" id="{8B93087A-8902-40EA-A6FF-2D42153AF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688"/>
              <a:ext cx="13" cy="44"/>
            </a:xfrm>
            <a:custGeom>
              <a:avLst/>
              <a:gdLst>
                <a:gd name="T0" fmla="*/ 20 w 6"/>
                <a:gd name="T1" fmla="*/ 9 h 20"/>
                <a:gd name="T2" fmla="*/ 0 w 6"/>
                <a:gd name="T3" fmla="*/ 73 h 20"/>
                <a:gd name="T4" fmla="*/ 33 w 6"/>
                <a:gd name="T5" fmla="*/ 194 h 20"/>
                <a:gd name="T6" fmla="*/ 61 w 6"/>
                <a:gd name="T7" fmla="*/ 213 h 20"/>
                <a:gd name="T8" fmla="*/ 61 w 6"/>
                <a:gd name="T9" fmla="*/ 213 h 20"/>
                <a:gd name="T10" fmla="*/ 43 w 6"/>
                <a:gd name="T11" fmla="*/ 194 h 20"/>
                <a:gd name="T12" fmla="*/ 0 w 6"/>
                <a:gd name="T13" fmla="*/ 73 h 20"/>
                <a:gd name="T14" fmla="*/ 20 w 6"/>
                <a:gd name="T15" fmla="*/ 9 h 20"/>
                <a:gd name="T16" fmla="*/ 52 w 6"/>
                <a:gd name="T17" fmla="*/ 20 h 20"/>
                <a:gd name="T18" fmla="*/ 52 w 6"/>
                <a:gd name="T19" fmla="*/ 20 h 20"/>
                <a:gd name="T20" fmla="*/ 20 w 6"/>
                <a:gd name="T21" fmla="*/ 9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20">
                  <a:moveTo>
                    <a:pt x="2" y="1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0" y="10"/>
                    <a:pt x="1" y="15"/>
                    <a:pt x="3" y="18"/>
                  </a:cubicBezTo>
                  <a:cubicBezTo>
                    <a:pt x="4" y="19"/>
                    <a:pt x="5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20"/>
                    <a:pt x="4" y="19"/>
                    <a:pt x="4" y="18"/>
                  </a:cubicBezTo>
                  <a:cubicBezTo>
                    <a:pt x="1" y="15"/>
                    <a:pt x="0" y="10"/>
                    <a:pt x="0" y="7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1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3" name="Freeform 494">
              <a:extLst>
                <a:ext uri="{FF2B5EF4-FFF2-40B4-BE49-F238E27FC236}">
                  <a16:creationId xmlns:a16="http://schemas.microsoft.com/office/drawing/2014/main" id="{32A027B3-7AFE-4C16-A7D8-EB88DAE01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815"/>
              <a:ext cx="46" cy="50"/>
            </a:xfrm>
            <a:custGeom>
              <a:avLst/>
              <a:gdLst>
                <a:gd name="T0" fmla="*/ 157 w 22"/>
                <a:gd name="T1" fmla="*/ 52 h 23"/>
                <a:gd name="T2" fmla="*/ 92 w 22"/>
                <a:gd name="T3" fmla="*/ 0 h 23"/>
                <a:gd name="T4" fmla="*/ 36 w 22"/>
                <a:gd name="T5" fmla="*/ 33 h 23"/>
                <a:gd name="T6" fmla="*/ 75 w 22"/>
                <a:gd name="T7" fmla="*/ 193 h 23"/>
                <a:gd name="T8" fmla="*/ 192 w 22"/>
                <a:gd name="T9" fmla="*/ 157 h 23"/>
                <a:gd name="T10" fmla="*/ 157 w 22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6"/>
                    <a:pt x="8" y="19"/>
                  </a:cubicBezTo>
                  <a:cubicBezTo>
                    <a:pt x="14" y="23"/>
                    <a:pt x="20" y="20"/>
                    <a:pt x="21" y="15"/>
                  </a:cubicBezTo>
                  <a:cubicBezTo>
                    <a:pt x="22" y="11"/>
                    <a:pt x="21" y="9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14" name="Freeform 495">
              <a:extLst>
                <a:ext uri="{FF2B5EF4-FFF2-40B4-BE49-F238E27FC236}">
                  <a16:creationId xmlns:a16="http://schemas.microsoft.com/office/drawing/2014/main" id="{2742C343-BC0C-4044-A1D5-017DE51C5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826"/>
              <a:ext cx="22" cy="24"/>
            </a:xfrm>
            <a:custGeom>
              <a:avLst/>
              <a:gdLst>
                <a:gd name="T0" fmla="*/ 88 w 11"/>
                <a:gd name="T1" fmla="*/ 61 h 11"/>
                <a:gd name="T2" fmla="*/ 72 w 11"/>
                <a:gd name="T3" fmla="*/ 105 h 11"/>
                <a:gd name="T4" fmla="*/ 16 w 11"/>
                <a:gd name="T5" fmla="*/ 81 h 11"/>
                <a:gd name="T6" fmla="*/ 8 w 11"/>
                <a:gd name="T7" fmla="*/ 20 h 11"/>
                <a:gd name="T8" fmla="*/ 32 w 11"/>
                <a:gd name="T9" fmla="*/ 0 h 11"/>
                <a:gd name="T10" fmla="*/ 32 w 11"/>
                <a:gd name="T11" fmla="*/ 0 h 11"/>
                <a:gd name="T12" fmla="*/ 8 w 11"/>
                <a:gd name="T13" fmla="*/ 20 h 11"/>
                <a:gd name="T14" fmla="*/ 16 w 11"/>
                <a:gd name="T15" fmla="*/ 81 h 11"/>
                <a:gd name="T16" fmla="*/ 72 w 11"/>
                <a:gd name="T17" fmla="*/ 113 h 11"/>
                <a:gd name="T18" fmla="*/ 88 w 11"/>
                <a:gd name="T19" fmla="*/ 6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11" y="10"/>
                    <a:pt x="9" y="10"/>
                  </a:cubicBezTo>
                  <a:cubicBezTo>
                    <a:pt x="7" y="11"/>
                    <a:pt x="5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1"/>
                    <a:pt x="9" y="11"/>
                  </a:cubicBezTo>
                  <a:cubicBezTo>
                    <a:pt x="11" y="10"/>
                    <a:pt x="11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5" name="Freeform 496">
              <a:extLst>
                <a:ext uri="{FF2B5EF4-FFF2-40B4-BE49-F238E27FC236}">
                  <a16:creationId xmlns:a16="http://schemas.microsoft.com/office/drawing/2014/main" id="{AB066E05-5CE4-4B23-88D5-2A1C117ED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812"/>
              <a:ext cx="48" cy="62"/>
            </a:xfrm>
            <a:custGeom>
              <a:avLst/>
              <a:gdLst>
                <a:gd name="T0" fmla="*/ 109 w 23"/>
                <a:gd name="T1" fmla="*/ 9 h 28"/>
                <a:gd name="T2" fmla="*/ 17 w 23"/>
                <a:gd name="T3" fmla="*/ 78 h 28"/>
                <a:gd name="T4" fmla="*/ 44 w 23"/>
                <a:gd name="T5" fmla="*/ 250 h 28"/>
                <a:gd name="T6" fmla="*/ 144 w 23"/>
                <a:gd name="T7" fmla="*/ 283 h 28"/>
                <a:gd name="T8" fmla="*/ 109 w 23"/>
                <a:gd name="T9" fmla="*/ 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12" y="1"/>
                  </a:moveTo>
                  <a:cubicBezTo>
                    <a:pt x="7" y="0"/>
                    <a:pt x="3" y="3"/>
                    <a:pt x="2" y="7"/>
                  </a:cubicBezTo>
                  <a:cubicBezTo>
                    <a:pt x="0" y="12"/>
                    <a:pt x="2" y="18"/>
                    <a:pt x="5" y="23"/>
                  </a:cubicBezTo>
                  <a:cubicBezTo>
                    <a:pt x="9" y="28"/>
                    <a:pt x="13" y="27"/>
                    <a:pt x="16" y="26"/>
                  </a:cubicBezTo>
                  <a:cubicBezTo>
                    <a:pt x="23" y="22"/>
                    <a:pt x="20" y="5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16" name="Freeform 497">
              <a:extLst>
                <a:ext uri="{FF2B5EF4-FFF2-40B4-BE49-F238E27FC236}">
                  <a16:creationId xmlns:a16="http://schemas.microsoft.com/office/drawing/2014/main" id="{AD63D297-C435-48C5-9193-75B02C739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823"/>
              <a:ext cx="16" cy="35"/>
            </a:xfrm>
            <a:custGeom>
              <a:avLst/>
              <a:gdLst>
                <a:gd name="T0" fmla="*/ 24 w 8"/>
                <a:gd name="T1" fmla="*/ 0 h 16"/>
                <a:gd name="T2" fmla="*/ 8 w 8"/>
                <a:gd name="T3" fmla="*/ 72 h 16"/>
                <a:gd name="T4" fmla="*/ 40 w 8"/>
                <a:gd name="T5" fmla="*/ 168 h 16"/>
                <a:gd name="T6" fmla="*/ 64 w 8"/>
                <a:gd name="T7" fmla="*/ 168 h 16"/>
                <a:gd name="T8" fmla="*/ 64 w 8"/>
                <a:gd name="T9" fmla="*/ 168 h 16"/>
                <a:gd name="T10" fmla="*/ 40 w 8"/>
                <a:gd name="T11" fmla="*/ 158 h 16"/>
                <a:gd name="T12" fmla="*/ 8 w 8"/>
                <a:gd name="T13" fmla="*/ 72 h 16"/>
                <a:gd name="T14" fmla="*/ 24 w 8"/>
                <a:gd name="T15" fmla="*/ 9 h 16"/>
                <a:gd name="T16" fmla="*/ 48 w 8"/>
                <a:gd name="T17" fmla="*/ 9 h 16"/>
                <a:gd name="T18" fmla="*/ 48 w 8"/>
                <a:gd name="T19" fmla="*/ 9 h 16"/>
                <a:gd name="T20" fmla="*/ 24 w 8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6">
                  <a:moveTo>
                    <a:pt x="3" y="0"/>
                  </a:moveTo>
                  <a:cubicBezTo>
                    <a:pt x="1" y="1"/>
                    <a:pt x="0" y="4"/>
                    <a:pt x="1" y="7"/>
                  </a:cubicBezTo>
                  <a:cubicBezTo>
                    <a:pt x="1" y="10"/>
                    <a:pt x="2" y="14"/>
                    <a:pt x="5" y="16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7" y="16"/>
                    <a:pt x="6" y="16"/>
                    <a:pt x="5" y="15"/>
                  </a:cubicBezTo>
                  <a:cubicBezTo>
                    <a:pt x="2" y="14"/>
                    <a:pt x="1" y="10"/>
                    <a:pt x="1" y="7"/>
                  </a:cubicBezTo>
                  <a:cubicBezTo>
                    <a:pt x="1" y="4"/>
                    <a:pt x="1" y="1"/>
                    <a:pt x="3" y="1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7" name="Freeform 498">
              <a:extLst>
                <a:ext uri="{FF2B5EF4-FFF2-40B4-BE49-F238E27FC236}">
                  <a16:creationId xmlns:a16="http://schemas.microsoft.com/office/drawing/2014/main" id="{C0E6AD78-9C5A-4136-BBAB-2A770EFA7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622"/>
              <a:ext cx="45" cy="48"/>
            </a:xfrm>
            <a:custGeom>
              <a:avLst/>
              <a:gdLst>
                <a:gd name="T0" fmla="*/ 147 w 22"/>
                <a:gd name="T1" fmla="*/ 44 h 22"/>
                <a:gd name="T2" fmla="*/ 84 w 22"/>
                <a:gd name="T3" fmla="*/ 0 h 22"/>
                <a:gd name="T4" fmla="*/ 25 w 22"/>
                <a:gd name="T5" fmla="*/ 33 h 22"/>
                <a:gd name="T6" fmla="*/ 68 w 22"/>
                <a:gd name="T7" fmla="*/ 194 h 22"/>
                <a:gd name="T8" fmla="*/ 180 w 22"/>
                <a:gd name="T9" fmla="*/ 157 h 22"/>
                <a:gd name="T10" fmla="*/ 14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1"/>
                    <a:pt x="3" y="3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0" y="19"/>
                    <a:pt x="21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18" name="Freeform 499">
              <a:extLst>
                <a:ext uri="{FF2B5EF4-FFF2-40B4-BE49-F238E27FC236}">
                  <a16:creationId xmlns:a16="http://schemas.microsoft.com/office/drawing/2014/main" id="{191AA60F-72E2-4B51-8EE8-C5C7B9B8E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631"/>
              <a:ext cx="23" cy="26"/>
            </a:xfrm>
            <a:custGeom>
              <a:avLst/>
              <a:gdLst>
                <a:gd name="T0" fmla="*/ 100 w 11"/>
                <a:gd name="T1" fmla="*/ 72 h 12"/>
                <a:gd name="T2" fmla="*/ 84 w 11"/>
                <a:gd name="T3" fmla="*/ 113 h 12"/>
                <a:gd name="T4" fmla="*/ 17 w 11"/>
                <a:gd name="T5" fmla="*/ 80 h 12"/>
                <a:gd name="T6" fmla="*/ 8 w 11"/>
                <a:gd name="T7" fmla="*/ 33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20 h 12"/>
                <a:gd name="T14" fmla="*/ 17 w 11"/>
                <a:gd name="T15" fmla="*/ 80 h 12"/>
                <a:gd name="T16" fmla="*/ 84 w 11"/>
                <a:gd name="T17" fmla="*/ 113 h 12"/>
                <a:gd name="T18" fmla="*/ 100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1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4" y="12"/>
                    <a:pt x="7" y="12"/>
                    <a:pt x="9" y="11"/>
                  </a:cubicBezTo>
                  <a:cubicBezTo>
                    <a:pt x="11" y="11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9" name="Freeform 500">
              <a:extLst>
                <a:ext uri="{FF2B5EF4-FFF2-40B4-BE49-F238E27FC236}">
                  <a16:creationId xmlns:a16="http://schemas.microsoft.com/office/drawing/2014/main" id="{52AA9BA2-AEC1-4867-A527-8578451E2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760"/>
              <a:ext cx="41" cy="52"/>
            </a:xfrm>
            <a:custGeom>
              <a:avLst/>
              <a:gdLst>
                <a:gd name="T0" fmla="*/ 139 w 20"/>
                <a:gd name="T1" fmla="*/ 184 h 24"/>
                <a:gd name="T2" fmla="*/ 164 w 20"/>
                <a:gd name="T3" fmla="*/ 217 h 24"/>
                <a:gd name="T4" fmla="*/ 148 w 20"/>
                <a:gd name="T5" fmla="*/ 234 h 24"/>
                <a:gd name="T6" fmla="*/ 131 w 20"/>
                <a:gd name="T7" fmla="*/ 225 h 24"/>
                <a:gd name="T8" fmla="*/ 105 w 20"/>
                <a:gd name="T9" fmla="*/ 245 h 24"/>
                <a:gd name="T10" fmla="*/ 88 w 20"/>
                <a:gd name="T11" fmla="*/ 225 h 24"/>
                <a:gd name="T12" fmla="*/ 59 w 20"/>
                <a:gd name="T13" fmla="*/ 193 h 24"/>
                <a:gd name="T14" fmla="*/ 43 w 20"/>
                <a:gd name="T15" fmla="*/ 173 h 24"/>
                <a:gd name="T16" fmla="*/ 25 w 20"/>
                <a:gd name="T17" fmla="*/ 156 h 24"/>
                <a:gd name="T18" fmla="*/ 25 w 20"/>
                <a:gd name="T19" fmla="*/ 113 h 24"/>
                <a:gd name="T20" fmla="*/ 8 w 20"/>
                <a:gd name="T21" fmla="*/ 93 h 24"/>
                <a:gd name="T22" fmla="*/ 33 w 20"/>
                <a:gd name="T23" fmla="*/ 33 h 24"/>
                <a:gd name="T24" fmla="*/ 51 w 20"/>
                <a:gd name="T25" fmla="*/ 9 h 24"/>
                <a:gd name="T26" fmla="*/ 88 w 20"/>
                <a:gd name="T27" fmla="*/ 20 h 24"/>
                <a:gd name="T28" fmla="*/ 113 w 20"/>
                <a:gd name="T29" fmla="*/ 0 h 24"/>
                <a:gd name="T30" fmla="*/ 121 w 20"/>
                <a:gd name="T31" fmla="*/ 20 h 24"/>
                <a:gd name="T32" fmla="*/ 105 w 20"/>
                <a:gd name="T33" fmla="*/ 43 h 24"/>
                <a:gd name="T34" fmla="*/ 121 w 20"/>
                <a:gd name="T35" fmla="*/ 61 h 24"/>
                <a:gd name="T36" fmla="*/ 113 w 20"/>
                <a:gd name="T37" fmla="*/ 80 h 24"/>
                <a:gd name="T38" fmla="*/ 121 w 20"/>
                <a:gd name="T39" fmla="*/ 113 h 24"/>
                <a:gd name="T40" fmla="*/ 121 w 20"/>
                <a:gd name="T41" fmla="*/ 141 h 24"/>
                <a:gd name="T42" fmla="*/ 139 w 20"/>
                <a:gd name="T43" fmla="*/ 184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4">
                  <a:moveTo>
                    <a:pt x="16" y="18"/>
                  </a:moveTo>
                  <a:cubicBezTo>
                    <a:pt x="17" y="20"/>
                    <a:pt x="20" y="19"/>
                    <a:pt x="19" y="21"/>
                  </a:cubicBezTo>
                  <a:cubicBezTo>
                    <a:pt x="18" y="22"/>
                    <a:pt x="18" y="23"/>
                    <a:pt x="17" y="23"/>
                  </a:cubicBezTo>
                  <a:cubicBezTo>
                    <a:pt x="16" y="23"/>
                    <a:pt x="16" y="22"/>
                    <a:pt x="15" y="22"/>
                  </a:cubicBezTo>
                  <a:cubicBezTo>
                    <a:pt x="14" y="22"/>
                    <a:pt x="14" y="23"/>
                    <a:pt x="12" y="24"/>
                  </a:cubicBezTo>
                  <a:cubicBezTo>
                    <a:pt x="11" y="24"/>
                    <a:pt x="11" y="22"/>
                    <a:pt x="10" y="22"/>
                  </a:cubicBezTo>
                  <a:cubicBezTo>
                    <a:pt x="8" y="22"/>
                    <a:pt x="8" y="19"/>
                    <a:pt x="7" y="19"/>
                  </a:cubicBezTo>
                  <a:cubicBezTo>
                    <a:pt x="7" y="17"/>
                    <a:pt x="6" y="18"/>
                    <a:pt x="5" y="17"/>
                  </a:cubicBezTo>
                  <a:cubicBezTo>
                    <a:pt x="4" y="17"/>
                    <a:pt x="3" y="16"/>
                    <a:pt x="3" y="15"/>
                  </a:cubicBezTo>
                  <a:cubicBezTo>
                    <a:pt x="2" y="13"/>
                    <a:pt x="3" y="13"/>
                    <a:pt x="3" y="11"/>
                  </a:cubicBezTo>
                  <a:cubicBezTo>
                    <a:pt x="3" y="10"/>
                    <a:pt x="1" y="10"/>
                    <a:pt x="1" y="9"/>
                  </a:cubicBezTo>
                  <a:cubicBezTo>
                    <a:pt x="0" y="6"/>
                    <a:pt x="2" y="4"/>
                    <a:pt x="4" y="3"/>
                  </a:cubicBezTo>
                  <a:cubicBezTo>
                    <a:pt x="5" y="3"/>
                    <a:pt x="6" y="1"/>
                    <a:pt x="6" y="1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12" y="2"/>
                    <a:pt x="11" y="1"/>
                    <a:pt x="13" y="0"/>
                  </a:cubicBezTo>
                  <a:cubicBezTo>
                    <a:pt x="14" y="0"/>
                    <a:pt x="15" y="1"/>
                    <a:pt x="14" y="2"/>
                  </a:cubicBezTo>
                  <a:cubicBezTo>
                    <a:pt x="14" y="3"/>
                    <a:pt x="12" y="3"/>
                    <a:pt x="12" y="4"/>
                  </a:cubicBezTo>
                  <a:cubicBezTo>
                    <a:pt x="12" y="4"/>
                    <a:pt x="14" y="5"/>
                    <a:pt x="14" y="6"/>
                  </a:cubicBezTo>
                  <a:cubicBezTo>
                    <a:pt x="14" y="7"/>
                    <a:pt x="14" y="7"/>
                    <a:pt x="13" y="8"/>
                  </a:cubicBezTo>
                  <a:cubicBezTo>
                    <a:pt x="12" y="10"/>
                    <a:pt x="14" y="10"/>
                    <a:pt x="14" y="11"/>
                  </a:cubicBezTo>
                  <a:cubicBezTo>
                    <a:pt x="15" y="12"/>
                    <a:pt x="15" y="13"/>
                    <a:pt x="14" y="14"/>
                  </a:cubicBezTo>
                  <a:cubicBezTo>
                    <a:pt x="13" y="17"/>
                    <a:pt x="16" y="16"/>
                    <a:pt x="16" y="1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0" name="Freeform 501">
              <a:extLst>
                <a:ext uri="{FF2B5EF4-FFF2-40B4-BE49-F238E27FC236}">
                  <a16:creationId xmlns:a16="http://schemas.microsoft.com/office/drawing/2014/main" id="{EA6BA3D6-5B99-421A-A768-64F85DEF4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767"/>
              <a:ext cx="6" cy="17"/>
            </a:xfrm>
            <a:custGeom>
              <a:avLst/>
              <a:gdLst>
                <a:gd name="T0" fmla="*/ 24 w 3"/>
                <a:gd name="T1" fmla="*/ 9 h 8"/>
                <a:gd name="T2" fmla="*/ 0 w 3"/>
                <a:gd name="T3" fmla="*/ 49 h 8"/>
                <a:gd name="T4" fmla="*/ 16 w 3"/>
                <a:gd name="T5" fmla="*/ 77 h 8"/>
                <a:gd name="T6" fmla="*/ 16 w 3"/>
                <a:gd name="T7" fmla="*/ 60 h 8"/>
                <a:gd name="T8" fmla="*/ 8 w 3"/>
                <a:gd name="T9" fmla="*/ 49 h 8"/>
                <a:gd name="T10" fmla="*/ 24 w 3"/>
                <a:gd name="T11" fmla="*/ 19 h 8"/>
                <a:gd name="T12" fmla="*/ 24 w 3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8">
                  <a:moveTo>
                    <a:pt x="3" y="1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2" y="7"/>
                    <a:pt x="2" y="8"/>
                  </a:cubicBezTo>
                  <a:cubicBezTo>
                    <a:pt x="2" y="8"/>
                    <a:pt x="3" y="7"/>
                    <a:pt x="2" y="6"/>
                  </a:cubicBezTo>
                  <a:cubicBezTo>
                    <a:pt x="2" y="6"/>
                    <a:pt x="2" y="6"/>
                    <a:pt x="1" y="5"/>
                  </a:cubicBezTo>
                  <a:cubicBezTo>
                    <a:pt x="1" y="4"/>
                    <a:pt x="3" y="4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1" name="Freeform 502">
              <a:extLst>
                <a:ext uri="{FF2B5EF4-FFF2-40B4-BE49-F238E27FC236}">
                  <a16:creationId xmlns:a16="http://schemas.microsoft.com/office/drawing/2014/main" id="{1FEBE971-3753-46C4-8990-CD1B4A618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2788"/>
              <a:ext cx="10" cy="14"/>
            </a:xfrm>
            <a:custGeom>
              <a:avLst/>
              <a:gdLst>
                <a:gd name="T0" fmla="*/ 8 w 5"/>
                <a:gd name="T1" fmla="*/ 0 h 6"/>
                <a:gd name="T2" fmla="*/ 16 w 5"/>
                <a:gd name="T3" fmla="*/ 49 h 6"/>
                <a:gd name="T4" fmla="*/ 40 w 5"/>
                <a:gd name="T5" fmla="*/ 77 h 6"/>
                <a:gd name="T6" fmla="*/ 32 w 5"/>
                <a:gd name="T7" fmla="*/ 37 h 6"/>
                <a:gd name="T8" fmla="*/ 8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3" y="4"/>
                    <a:pt x="4" y="4"/>
                    <a:pt x="5" y="6"/>
                  </a:cubicBezTo>
                  <a:cubicBezTo>
                    <a:pt x="5" y="5"/>
                    <a:pt x="5" y="4"/>
                    <a:pt x="4" y="3"/>
                  </a:cubicBezTo>
                  <a:cubicBezTo>
                    <a:pt x="3" y="3"/>
                    <a:pt x="0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2" name="Freeform 503">
              <a:extLst>
                <a:ext uri="{FF2B5EF4-FFF2-40B4-BE49-F238E27FC236}">
                  <a16:creationId xmlns:a16="http://schemas.microsoft.com/office/drawing/2014/main" id="{E9C93B26-AA5D-4344-BC5C-7B90AD4E4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782"/>
              <a:ext cx="4" cy="11"/>
            </a:xfrm>
            <a:custGeom>
              <a:avLst/>
              <a:gdLst>
                <a:gd name="T0" fmla="*/ 8 w 2"/>
                <a:gd name="T1" fmla="*/ 9 h 5"/>
                <a:gd name="T2" fmla="*/ 0 w 2"/>
                <a:gd name="T3" fmla="*/ 33 h 5"/>
                <a:gd name="T4" fmla="*/ 8 w 2"/>
                <a:gd name="T5" fmla="*/ 44 h 5"/>
                <a:gd name="T6" fmla="*/ 16 w 2"/>
                <a:gd name="T7" fmla="*/ 53 h 5"/>
                <a:gd name="T8" fmla="*/ 0 w 2"/>
                <a:gd name="T9" fmla="*/ 33 h 5"/>
                <a:gd name="T10" fmla="*/ 0 w 2"/>
                <a:gd name="T11" fmla="*/ 9 h 5"/>
                <a:gd name="T12" fmla="*/ 8 w 2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5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2" y="5"/>
                    <a:pt x="2" y="5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3" name="Freeform 504">
              <a:extLst>
                <a:ext uri="{FF2B5EF4-FFF2-40B4-BE49-F238E27FC236}">
                  <a16:creationId xmlns:a16="http://schemas.microsoft.com/office/drawing/2014/main" id="{6A1BEB9A-A096-42CA-94F2-5C8946DAB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802"/>
              <a:ext cx="14" cy="10"/>
            </a:xfrm>
            <a:custGeom>
              <a:avLst/>
              <a:gdLst>
                <a:gd name="T0" fmla="*/ 0 w 7"/>
                <a:gd name="T1" fmla="*/ 8 h 5"/>
                <a:gd name="T2" fmla="*/ 16 w 7"/>
                <a:gd name="T3" fmla="*/ 24 h 5"/>
                <a:gd name="T4" fmla="*/ 24 w 7"/>
                <a:gd name="T5" fmla="*/ 24 h 5"/>
                <a:gd name="T6" fmla="*/ 24 w 7"/>
                <a:gd name="T7" fmla="*/ 32 h 5"/>
                <a:gd name="T8" fmla="*/ 56 w 7"/>
                <a:gd name="T9" fmla="*/ 16 h 5"/>
                <a:gd name="T10" fmla="*/ 40 w 7"/>
                <a:gd name="T11" fmla="*/ 16 h 5"/>
                <a:gd name="T12" fmla="*/ 24 w 7"/>
                <a:gd name="T13" fmla="*/ 16 h 5"/>
                <a:gd name="T14" fmla="*/ 16 w 7"/>
                <a:gd name="T15" fmla="*/ 8 h 5"/>
                <a:gd name="T16" fmla="*/ 0 w 7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5">
                  <a:moveTo>
                    <a:pt x="0" y="1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5" y="5"/>
                    <a:pt x="5" y="3"/>
                    <a:pt x="7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4" y="2"/>
                    <a:pt x="4" y="3"/>
                    <a:pt x="3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4" name="Freeform 505">
              <a:extLst>
                <a:ext uri="{FF2B5EF4-FFF2-40B4-BE49-F238E27FC236}">
                  <a16:creationId xmlns:a16="http://schemas.microsoft.com/office/drawing/2014/main" id="{8B585CC6-E791-4965-95F1-A519C6BAB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804"/>
              <a:ext cx="11" cy="4"/>
            </a:xfrm>
            <a:custGeom>
              <a:avLst/>
              <a:gdLst>
                <a:gd name="T0" fmla="*/ 53 w 5"/>
                <a:gd name="T1" fmla="*/ 0 h 2"/>
                <a:gd name="T2" fmla="*/ 33 w 5"/>
                <a:gd name="T3" fmla="*/ 16 h 2"/>
                <a:gd name="T4" fmla="*/ 0 w 5"/>
                <a:gd name="T5" fmla="*/ 0 h 2"/>
                <a:gd name="T6" fmla="*/ 33 w 5"/>
                <a:gd name="T7" fmla="*/ 8 h 2"/>
                <a:gd name="T8" fmla="*/ 44 w 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5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5" name="Freeform 506">
              <a:extLst>
                <a:ext uri="{FF2B5EF4-FFF2-40B4-BE49-F238E27FC236}">
                  <a16:creationId xmlns:a16="http://schemas.microsoft.com/office/drawing/2014/main" id="{FEE28BDD-CDE6-4CBE-91D7-2C9DB731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782"/>
              <a:ext cx="2" cy="6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8 h 3"/>
                <a:gd name="T4" fmla="*/ 8 w 1"/>
                <a:gd name="T5" fmla="*/ 24 h 3"/>
                <a:gd name="T6" fmla="*/ 0 w 1"/>
                <a:gd name="T7" fmla="*/ 16 h 3"/>
                <a:gd name="T8" fmla="*/ 0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6" name="Freeform 507">
              <a:extLst>
                <a:ext uri="{FF2B5EF4-FFF2-40B4-BE49-F238E27FC236}">
                  <a16:creationId xmlns:a16="http://schemas.microsoft.com/office/drawing/2014/main" id="{D5914751-5C37-4375-B270-A4BD3B3EC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762"/>
              <a:ext cx="6" cy="5"/>
            </a:xfrm>
            <a:custGeom>
              <a:avLst/>
              <a:gdLst>
                <a:gd name="T0" fmla="*/ 16 w 3"/>
                <a:gd name="T1" fmla="*/ 0 h 2"/>
                <a:gd name="T2" fmla="*/ 0 w 3"/>
                <a:gd name="T3" fmla="*/ 33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0" y="2"/>
                    <a:pt x="0" y="2"/>
                  </a:cubicBezTo>
                  <a:cubicBezTo>
                    <a:pt x="0" y="2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7" name="Freeform 508">
              <a:extLst>
                <a:ext uri="{FF2B5EF4-FFF2-40B4-BE49-F238E27FC236}">
                  <a16:creationId xmlns:a16="http://schemas.microsoft.com/office/drawing/2014/main" id="{86B02CB5-B8DA-44BE-AFD9-C556B480A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775"/>
              <a:ext cx="4" cy="9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25 h 4"/>
                <a:gd name="T4" fmla="*/ 16 w 2"/>
                <a:gd name="T5" fmla="*/ 45 h 4"/>
                <a:gd name="T6" fmla="*/ 16 w 2"/>
                <a:gd name="T7" fmla="*/ 25 h 4"/>
                <a:gd name="T8" fmla="*/ 8 w 2"/>
                <a:gd name="T9" fmla="*/ 11 h 4"/>
                <a:gd name="T10" fmla="*/ 8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8" name="Freeform 509">
              <a:extLst>
                <a:ext uri="{FF2B5EF4-FFF2-40B4-BE49-F238E27FC236}">
                  <a16:creationId xmlns:a16="http://schemas.microsoft.com/office/drawing/2014/main" id="{ED2C13F5-F22E-43DC-B66A-11936916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806"/>
              <a:ext cx="12" cy="4"/>
            </a:xfrm>
            <a:custGeom>
              <a:avLst/>
              <a:gdLst>
                <a:gd name="T0" fmla="*/ 0 w 6"/>
                <a:gd name="T1" fmla="*/ 0 h 2"/>
                <a:gd name="T2" fmla="*/ 24 w 6"/>
                <a:gd name="T3" fmla="*/ 16 h 2"/>
                <a:gd name="T4" fmla="*/ 48 w 6"/>
                <a:gd name="T5" fmla="*/ 8 h 2"/>
                <a:gd name="T6" fmla="*/ 32 w 6"/>
                <a:gd name="T7" fmla="*/ 8 h 2"/>
                <a:gd name="T8" fmla="*/ 16 w 6"/>
                <a:gd name="T9" fmla="*/ 8 h 2"/>
                <a:gd name="T10" fmla="*/ 8 w 6"/>
                <a:gd name="T11" fmla="*/ 0 h 2"/>
                <a:gd name="T12" fmla="*/ 8 w 6"/>
                <a:gd name="T13" fmla="*/ 8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2" y="2"/>
                    <a:pt x="3" y="2"/>
                  </a:cubicBezTo>
                  <a:cubicBezTo>
                    <a:pt x="4" y="2"/>
                    <a:pt x="5" y="1"/>
                    <a:pt x="6" y="1"/>
                  </a:cubicBezTo>
                  <a:cubicBezTo>
                    <a:pt x="5" y="0"/>
                    <a:pt x="4" y="1"/>
                    <a:pt x="4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9" name="Freeform 510">
              <a:extLst>
                <a:ext uri="{FF2B5EF4-FFF2-40B4-BE49-F238E27FC236}">
                  <a16:creationId xmlns:a16="http://schemas.microsoft.com/office/drawing/2014/main" id="{21AA7A63-9561-4F07-9823-4BEB10553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806"/>
              <a:ext cx="4" cy="2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8 h 1"/>
                <a:gd name="T4" fmla="*/ 0 w 2"/>
                <a:gd name="T5" fmla="*/ 8 h 1"/>
                <a:gd name="T6" fmla="*/ 16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30" name="Freeform 511">
              <a:extLst>
                <a:ext uri="{FF2B5EF4-FFF2-40B4-BE49-F238E27FC236}">
                  <a16:creationId xmlns:a16="http://schemas.microsoft.com/office/drawing/2014/main" id="{A214C87B-2904-4EC8-8413-7B9C30047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795"/>
              <a:ext cx="8" cy="7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37 h 3"/>
                <a:gd name="T4" fmla="*/ 16 w 4"/>
                <a:gd name="T5" fmla="*/ 12 h 3"/>
                <a:gd name="T6" fmla="*/ 8 w 4"/>
                <a:gd name="T7" fmla="*/ 0 h 3"/>
                <a:gd name="T8" fmla="*/ 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1"/>
                    <a:pt x="4" y="3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31" name="Freeform 512">
              <a:extLst>
                <a:ext uri="{FF2B5EF4-FFF2-40B4-BE49-F238E27FC236}">
                  <a16:creationId xmlns:a16="http://schemas.microsoft.com/office/drawing/2014/main" id="{C6CE284E-E6C1-44F1-B8AF-47E5730D8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791"/>
              <a:ext cx="9" cy="11"/>
            </a:xfrm>
            <a:custGeom>
              <a:avLst/>
              <a:gdLst>
                <a:gd name="T0" fmla="*/ 0 w 4"/>
                <a:gd name="T1" fmla="*/ 0 h 5"/>
                <a:gd name="T2" fmla="*/ 25 w 4"/>
                <a:gd name="T3" fmla="*/ 33 h 5"/>
                <a:gd name="T4" fmla="*/ 45 w 4"/>
                <a:gd name="T5" fmla="*/ 53 h 5"/>
                <a:gd name="T6" fmla="*/ 11 w 4"/>
                <a:gd name="T7" fmla="*/ 44 h 5"/>
                <a:gd name="T8" fmla="*/ 0 w 4"/>
                <a:gd name="T9" fmla="*/ 20 h 5"/>
                <a:gd name="T10" fmla="*/ 0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3" y="4"/>
                    <a:pt x="3" y="5"/>
                    <a:pt x="4" y="5"/>
                  </a:cubicBezTo>
                  <a:cubicBezTo>
                    <a:pt x="3" y="5"/>
                    <a:pt x="2" y="4"/>
                    <a:pt x="1" y="4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32" name="Freeform 513">
              <a:extLst>
                <a:ext uri="{FF2B5EF4-FFF2-40B4-BE49-F238E27FC236}">
                  <a16:creationId xmlns:a16="http://schemas.microsoft.com/office/drawing/2014/main" id="{F2D0FAE5-034F-418D-95F1-7F88997ED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2769"/>
              <a:ext cx="6" cy="8"/>
            </a:xfrm>
            <a:custGeom>
              <a:avLst/>
              <a:gdLst>
                <a:gd name="T0" fmla="*/ 0 w 3"/>
                <a:gd name="T1" fmla="*/ 0 h 4"/>
                <a:gd name="T2" fmla="*/ 16 w 3"/>
                <a:gd name="T3" fmla="*/ 32 h 4"/>
                <a:gd name="T4" fmla="*/ 16 w 3"/>
                <a:gd name="T5" fmla="*/ 16 h 4"/>
                <a:gd name="T6" fmla="*/ 8 w 3"/>
                <a:gd name="T7" fmla="*/ 16 h 4"/>
                <a:gd name="T8" fmla="*/ 8 w 3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3" y="2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33" name="Freeform 514">
              <a:extLst>
                <a:ext uri="{FF2B5EF4-FFF2-40B4-BE49-F238E27FC236}">
                  <a16:creationId xmlns:a16="http://schemas.microsoft.com/office/drawing/2014/main" id="{299ED058-5B15-4900-89EB-97D3ECE07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762"/>
              <a:ext cx="8" cy="5"/>
            </a:xfrm>
            <a:custGeom>
              <a:avLst/>
              <a:gdLst>
                <a:gd name="T0" fmla="*/ 32 w 4"/>
                <a:gd name="T1" fmla="*/ 20 h 2"/>
                <a:gd name="T2" fmla="*/ 0 w 4"/>
                <a:gd name="T3" fmla="*/ 33 h 2"/>
                <a:gd name="T4" fmla="*/ 16 w 4"/>
                <a:gd name="T5" fmla="*/ 20 h 2"/>
                <a:gd name="T6" fmla="*/ 24 w 4"/>
                <a:gd name="T7" fmla="*/ 20 h 2"/>
                <a:gd name="T8" fmla="*/ 24 w 4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2" y="1"/>
                    <a:pt x="1" y="0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3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34" name="Freeform 515">
              <a:extLst>
                <a:ext uri="{FF2B5EF4-FFF2-40B4-BE49-F238E27FC236}">
                  <a16:creationId xmlns:a16="http://schemas.microsoft.com/office/drawing/2014/main" id="{F0A32636-FC5C-4E76-808F-1C08D3AC5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760"/>
              <a:ext cx="41" cy="52"/>
            </a:xfrm>
            <a:custGeom>
              <a:avLst/>
              <a:gdLst>
                <a:gd name="T0" fmla="*/ 139 w 20"/>
                <a:gd name="T1" fmla="*/ 184 h 24"/>
                <a:gd name="T2" fmla="*/ 164 w 20"/>
                <a:gd name="T3" fmla="*/ 217 h 24"/>
                <a:gd name="T4" fmla="*/ 148 w 20"/>
                <a:gd name="T5" fmla="*/ 234 h 24"/>
                <a:gd name="T6" fmla="*/ 131 w 20"/>
                <a:gd name="T7" fmla="*/ 225 h 24"/>
                <a:gd name="T8" fmla="*/ 105 w 20"/>
                <a:gd name="T9" fmla="*/ 245 h 24"/>
                <a:gd name="T10" fmla="*/ 88 w 20"/>
                <a:gd name="T11" fmla="*/ 225 h 24"/>
                <a:gd name="T12" fmla="*/ 59 w 20"/>
                <a:gd name="T13" fmla="*/ 193 h 24"/>
                <a:gd name="T14" fmla="*/ 43 w 20"/>
                <a:gd name="T15" fmla="*/ 173 h 24"/>
                <a:gd name="T16" fmla="*/ 25 w 20"/>
                <a:gd name="T17" fmla="*/ 156 h 24"/>
                <a:gd name="T18" fmla="*/ 25 w 20"/>
                <a:gd name="T19" fmla="*/ 113 h 24"/>
                <a:gd name="T20" fmla="*/ 8 w 20"/>
                <a:gd name="T21" fmla="*/ 93 h 24"/>
                <a:gd name="T22" fmla="*/ 33 w 20"/>
                <a:gd name="T23" fmla="*/ 33 h 24"/>
                <a:gd name="T24" fmla="*/ 51 w 20"/>
                <a:gd name="T25" fmla="*/ 9 h 24"/>
                <a:gd name="T26" fmla="*/ 88 w 20"/>
                <a:gd name="T27" fmla="*/ 20 h 24"/>
                <a:gd name="T28" fmla="*/ 113 w 20"/>
                <a:gd name="T29" fmla="*/ 0 h 24"/>
                <a:gd name="T30" fmla="*/ 121 w 20"/>
                <a:gd name="T31" fmla="*/ 20 h 24"/>
                <a:gd name="T32" fmla="*/ 105 w 20"/>
                <a:gd name="T33" fmla="*/ 43 h 24"/>
                <a:gd name="T34" fmla="*/ 121 w 20"/>
                <a:gd name="T35" fmla="*/ 61 h 24"/>
                <a:gd name="T36" fmla="*/ 113 w 20"/>
                <a:gd name="T37" fmla="*/ 80 h 24"/>
                <a:gd name="T38" fmla="*/ 121 w 20"/>
                <a:gd name="T39" fmla="*/ 113 h 24"/>
                <a:gd name="T40" fmla="*/ 121 w 20"/>
                <a:gd name="T41" fmla="*/ 141 h 24"/>
                <a:gd name="T42" fmla="*/ 139 w 20"/>
                <a:gd name="T43" fmla="*/ 184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4">
                  <a:moveTo>
                    <a:pt x="16" y="18"/>
                  </a:moveTo>
                  <a:cubicBezTo>
                    <a:pt x="17" y="20"/>
                    <a:pt x="20" y="19"/>
                    <a:pt x="19" y="21"/>
                  </a:cubicBezTo>
                  <a:cubicBezTo>
                    <a:pt x="18" y="22"/>
                    <a:pt x="18" y="23"/>
                    <a:pt x="17" y="23"/>
                  </a:cubicBezTo>
                  <a:cubicBezTo>
                    <a:pt x="16" y="23"/>
                    <a:pt x="16" y="22"/>
                    <a:pt x="15" y="22"/>
                  </a:cubicBezTo>
                  <a:cubicBezTo>
                    <a:pt x="14" y="22"/>
                    <a:pt x="14" y="23"/>
                    <a:pt x="12" y="24"/>
                  </a:cubicBezTo>
                  <a:cubicBezTo>
                    <a:pt x="11" y="24"/>
                    <a:pt x="11" y="22"/>
                    <a:pt x="10" y="22"/>
                  </a:cubicBezTo>
                  <a:cubicBezTo>
                    <a:pt x="8" y="22"/>
                    <a:pt x="8" y="19"/>
                    <a:pt x="7" y="19"/>
                  </a:cubicBezTo>
                  <a:cubicBezTo>
                    <a:pt x="7" y="17"/>
                    <a:pt x="6" y="18"/>
                    <a:pt x="5" y="17"/>
                  </a:cubicBezTo>
                  <a:cubicBezTo>
                    <a:pt x="4" y="17"/>
                    <a:pt x="3" y="16"/>
                    <a:pt x="3" y="15"/>
                  </a:cubicBezTo>
                  <a:cubicBezTo>
                    <a:pt x="2" y="13"/>
                    <a:pt x="3" y="13"/>
                    <a:pt x="3" y="11"/>
                  </a:cubicBezTo>
                  <a:cubicBezTo>
                    <a:pt x="3" y="10"/>
                    <a:pt x="1" y="10"/>
                    <a:pt x="1" y="9"/>
                  </a:cubicBezTo>
                  <a:cubicBezTo>
                    <a:pt x="0" y="6"/>
                    <a:pt x="2" y="4"/>
                    <a:pt x="4" y="3"/>
                  </a:cubicBezTo>
                  <a:cubicBezTo>
                    <a:pt x="5" y="3"/>
                    <a:pt x="6" y="1"/>
                    <a:pt x="6" y="1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12" y="2"/>
                    <a:pt x="11" y="1"/>
                    <a:pt x="13" y="0"/>
                  </a:cubicBezTo>
                  <a:cubicBezTo>
                    <a:pt x="14" y="0"/>
                    <a:pt x="15" y="1"/>
                    <a:pt x="14" y="2"/>
                  </a:cubicBezTo>
                  <a:cubicBezTo>
                    <a:pt x="14" y="3"/>
                    <a:pt x="12" y="3"/>
                    <a:pt x="12" y="4"/>
                  </a:cubicBezTo>
                  <a:cubicBezTo>
                    <a:pt x="12" y="4"/>
                    <a:pt x="14" y="5"/>
                    <a:pt x="14" y="6"/>
                  </a:cubicBezTo>
                  <a:cubicBezTo>
                    <a:pt x="14" y="7"/>
                    <a:pt x="14" y="7"/>
                    <a:pt x="13" y="8"/>
                  </a:cubicBezTo>
                  <a:cubicBezTo>
                    <a:pt x="12" y="10"/>
                    <a:pt x="14" y="10"/>
                    <a:pt x="14" y="11"/>
                  </a:cubicBezTo>
                  <a:cubicBezTo>
                    <a:pt x="15" y="12"/>
                    <a:pt x="15" y="13"/>
                    <a:pt x="14" y="14"/>
                  </a:cubicBezTo>
                  <a:cubicBezTo>
                    <a:pt x="13" y="17"/>
                    <a:pt x="16" y="16"/>
                    <a:pt x="16" y="1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35" name="Freeform 516">
              <a:extLst>
                <a:ext uri="{FF2B5EF4-FFF2-40B4-BE49-F238E27FC236}">
                  <a16:creationId xmlns:a16="http://schemas.microsoft.com/office/drawing/2014/main" id="{0E6DF871-73C2-4F2D-A66B-D2E89DC1F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2780"/>
              <a:ext cx="2" cy="8"/>
            </a:xfrm>
            <a:custGeom>
              <a:avLst/>
              <a:gdLst>
                <a:gd name="T0" fmla="*/ 0 w 1"/>
                <a:gd name="T1" fmla="*/ 32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36" name="Freeform 517">
              <a:extLst>
                <a:ext uri="{FF2B5EF4-FFF2-40B4-BE49-F238E27FC236}">
                  <a16:creationId xmlns:a16="http://schemas.microsoft.com/office/drawing/2014/main" id="{CA064C03-B3BC-4770-AFB2-5C01DC2C8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780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37" name="Freeform 518">
              <a:extLst>
                <a:ext uri="{FF2B5EF4-FFF2-40B4-BE49-F238E27FC236}">
                  <a16:creationId xmlns:a16="http://schemas.microsoft.com/office/drawing/2014/main" id="{10B5E3C1-829A-4190-93B5-7AA610330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782"/>
              <a:ext cx="6" cy="11"/>
            </a:xfrm>
            <a:custGeom>
              <a:avLst/>
              <a:gdLst>
                <a:gd name="T0" fmla="*/ 24 w 3"/>
                <a:gd name="T1" fmla="*/ 53 h 5"/>
                <a:gd name="T2" fmla="*/ 8 w 3"/>
                <a:gd name="T3" fmla="*/ 33 h 5"/>
                <a:gd name="T4" fmla="*/ 8 w 3"/>
                <a:gd name="T5" fmla="*/ 9 h 5"/>
                <a:gd name="T6" fmla="*/ 8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38" name="Freeform 519">
              <a:extLst>
                <a:ext uri="{FF2B5EF4-FFF2-40B4-BE49-F238E27FC236}">
                  <a16:creationId xmlns:a16="http://schemas.microsoft.com/office/drawing/2014/main" id="{6C1FFD8A-42B8-4445-A383-9006CAECB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806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39" name="Freeform 520">
              <a:extLst>
                <a:ext uri="{FF2B5EF4-FFF2-40B4-BE49-F238E27FC236}">
                  <a16:creationId xmlns:a16="http://schemas.microsoft.com/office/drawing/2014/main" id="{91DC6BEE-4129-4A55-A1C7-394F1E0CA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3123"/>
              <a:ext cx="58" cy="55"/>
            </a:xfrm>
            <a:custGeom>
              <a:avLst/>
              <a:gdLst>
                <a:gd name="T0" fmla="*/ 133 w 28"/>
                <a:gd name="T1" fmla="*/ 9 h 25"/>
                <a:gd name="T2" fmla="*/ 73 w 28"/>
                <a:gd name="T3" fmla="*/ 9 h 25"/>
                <a:gd name="T4" fmla="*/ 52 w 28"/>
                <a:gd name="T5" fmla="*/ 194 h 25"/>
                <a:gd name="T6" fmla="*/ 215 w 28"/>
                <a:gd name="T7" fmla="*/ 246 h 25"/>
                <a:gd name="T8" fmla="*/ 232 w 28"/>
                <a:gd name="T9" fmla="*/ 141 h 25"/>
                <a:gd name="T10" fmla="*/ 189 w 28"/>
                <a:gd name="T11" fmla="*/ 64 h 25"/>
                <a:gd name="T12" fmla="*/ 133 w 28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5">
                  <a:moveTo>
                    <a:pt x="15" y="1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3"/>
                    <a:pt x="1" y="12"/>
                    <a:pt x="6" y="18"/>
                  </a:cubicBezTo>
                  <a:cubicBezTo>
                    <a:pt x="12" y="24"/>
                    <a:pt x="20" y="25"/>
                    <a:pt x="24" y="23"/>
                  </a:cubicBezTo>
                  <a:cubicBezTo>
                    <a:pt x="27" y="20"/>
                    <a:pt x="28" y="17"/>
                    <a:pt x="26" y="13"/>
                  </a:cubicBezTo>
                  <a:cubicBezTo>
                    <a:pt x="25" y="10"/>
                    <a:pt x="22" y="8"/>
                    <a:pt x="21" y="6"/>
                  </a:cubicBezTo>
                  <a:cubicBezTo>
                    <a:pt x="19" y="4"/>
                    <a:pt x="17" y="2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40" name="Freeform 521">
              <a:extLst>
                <a:ext uri="{FF2B5EF4-FFF2-40B4-BE49-F238E27FC236}">
                  <a16:creationId xmlns:a16="http://schemas.microsoft.com/office/drawing/2014/main" id="{CB280143-9D55-4FD1-B6B0-7F3F5E10C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3136"/>
              <a:ext cx="27" cy="28"/>
            </a:xfrm>
            <a:custGeom>
              <a:avLst/>
              <a:gdLst>
                <a:gd name="T0" fmla="*/ 8 w 13"/>
                <a:gd name="T1" fmla="*/ 9 h 13"/>
                <a:gd name="T2" fmla="*/ 17 w 13"/>
                <a:gd name="T3" fmla="*/ 69 h 13"/>
                <a:gd name="T4" fmla="*/ 91 w 13"/>
                <a:gd name="T5" fmla="*/ 129 h 13"/>
                <a:gd name="T6" fmla="*/ 116 w 13"/>
                <a:gd name="T7" fmla="*/ 121 h 13"/>
                <a:gd name="T8" fmla="*/ 116 w 13"/>
                <a:gd name="T9" fmla="*/ 121 h 13"/>
                <a:gd name="T10" fmla="*/ 91 w 13"/>
                <a:gd name="T11" fmla="*/ 121 h 13"/>
                <a:gd name="T12" fmla="*/ 17 w 13"/>
                <a:gd name="T13" fmla="*/ 69 h 13"/>
                <a:gd name="T14" fmla="*/ 8 w 13"/>
                <a:gd name="T15" fmla="*/ 19 h 13"/>
                <a:gd name="T16" fmla="*/ 35 w 13"/>
                <a:gd name="T17" fmla="*/ 0 h 13"/>
                <a:gd name="T18" fmla="*/ 35 w 13"/>
                <a:gd name="T19" fmla="*/ 0 h 13"/>
                <a:gd name="T20" fmla="*/ 8 w 13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1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10"/>
                    <a:pt x="7" y="12"/>
                    <a:pt x="10" y="13"/>
                  </a:cubicBezTo>
                  <a:cubicBezTo>
                    <a:pt x="11" y="13"/>
                    <a:pt x="12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2"/>
                    <a:pt x="11" y="12"/>
                    <a:pt x="10" y="12"/>
                  </a:cubicBezTo>
                  <a:cubicBezTo>
                    <a:pt x="7" y="12"/>
                    <a:pt x="4" y="10"/>
                    <a:pt x="2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41" name="Freeform 522">
              <a:extLst>
                <a:ext uri="{FF2B5EF4-FFF2-40B4-BE49-F238E27FC236}">
                  <a16:creationId xmlns:a16="http://schemas.microsoft.com/office/drawing/2014/main" id="{348C103B-E255-483C-9D54-F6F32C69C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3160"/>
              <a:ext cx="45" cy="50"/>
            </a:xfrm>
            <a:custGeom>
              <a:avLst/>
              <a:gdLst>
                <a:gd name="T0" fmla="*/ 155 w 22"/>
                <a:gd name="T1" fmla="*/ 52 h 23"/>
                <a:gd name="T2" fmla="*/ 104 w 22"/>
                <a:gd name="T3" fmla="*/ 0 h 23"/>
                <a:gd name="T4" fmla="*/ 41 w 22"/>
                <a:gd name="T5" fmla="*/ 20 h 23"/>
                <a:gd name="T6" fmla="*/ 59 w 22"/>
                <a:gd name="T7" fmla="*/ 193 h 23"/>
                <a:gd name="T8" fmla="*/ 180 w 22"/>
                <a:gd name="T9" fmla="*/ 165 h 23"/>
                <a:gd name="T10" fmla="*/ 155 w 22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4" y="1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2" y="14"/>
                    <a:pt x="7" y="19"/>
                  </a:cubicBezTo>
                  <a:cubicBezTo>
                    <a:pt x="13" y="23"/>
                    <a:pt x="20" y="21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42" name="Freeform 523">
              <a:extLst>
                <a:ext uri="{FF2B5EF4-FFF2-40B4-BE49-F238E27FC236}">
                  <a16:creationId xmlns:a16="http://schemas.microsoft.com/office/drawing/2014/main" id="{7FC00D01-1B6E-4AD6-A695-13C5686CF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3169"/>
              <a:ext cx="23" cy="28"/>
            </a:xfrm>
            <a:custGeom>
              <a:avLst/>
              <a:gdLst>
                <a:gd name="T0" fmla="*/ 100 w 11"/>
                <a:gd name="T1" fmla="*/ 80 h 13"/>
                <a:gd name="T2" fmla="*/ 84 w 11"/>
                <a:gd name="T3" fmla="*/ 121 h 13"/>
                <a:gd name="T4" fmla="*/ 17 w 11"/>
                <a:gd name="T5" fmla="*/ 80 h 13"/>
                <a:gd name="T6" fmla="*/ 8 w 11"/>
                <a:gd name="T7" fmla="*/ 19 h 13"/>
                <a:gd name="T8" fmla="*/ 44 w 11"/>
                <a:gd name="T9" fmla="*/ 0 h 13"/>
                <a:gd name="T10" fmla="*/ 44 w 11"/>
                <a:gd name="T11" fmla="*/ 0 h 13"/>
                <a:gd name="T12" fmla="*/ 8 w 11"/>
                <a:gd name="T13" fmla="*/ 19 h 13"/>
                <a:gd name="T14" fmla="*/ 17 w 11"/>
                <a:gd name="T15" fmla="*/ 80 h 13"/>
                <a:gd name="T16" fmla="*/ 84 w 11"/>
                <a:gd name="T17" fmla="*/ 121 h 13"/>
                <a:gd name="T18" fmla="*/ 100 w 11"/>
                <a:gd name="T19" fmla="*/ 8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2"/>
                    <a:pt x="2" y="8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2"/>
                    <a:pt x="7" y="13"/>
                    <a:pt x="9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43" name="Freeform 524">
              <a:extLst>
                <a:ext uri="{FF2B5EF4-FFF2-40B4-BE49-F238E27FC236}">
                  <a16:creationId xmlns:a16="http://schemas.microsoft.com/office/drawing/2014/main" id="{387EB4F8-7A5E-4500-B481-C0FFC34E2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968"/>
              <a:ext cx="57" cy="67"/>
            </a:xfrm>
            <a:custGeom>
              <a:avLst/>
              <a:gdLst>
                <a:gd name="T0" fmla="*/ 120 w 28"/>
                <a:gd name="T1" fmla="*/ 294 h 31"/>
                <a:gd name="T2" fmla="*/ 220 w 28"/>
                <a:gd name="T3" fmla="*/ 140 h 31"/>
                <a:gd name="T4" fmla="*/ 67 w 28"/>
                <a:gd name="T5" fmla="*/ 41 h 31"/>
                <a:gd name="T6" fmla="*/ 120 w 28"/>
                <a:gd name="T7" fmla="*/ 29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1">
                  <a:moveTo>
                    <a:pt x="14" y="29"/>
                  </a:moveTo>
                  <a:cubicBezTo>
                    <a:pt x="22" y="31"/>
                    <a:pt x="28" y="23"/>
                    <a:pt x="26" y="14"/>
                  </a:cubicBezTo>
                  <a:cubicBezTo>
                    <a:pt x="24" y="5"/>
                    <a:pt x="17" y="0"/>
                    <a:pt x="8" y="4"/>
                  </a:cubicBezTo>
                  <a:cubicBezTo>
                    <a:pt x="0" y="7"/>
                    <a:pt x="0" y="29"/>
                    <a:pt x="14" y="29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44" name="Freeform 525">
              <a:extLst>
                <a:ext uri="{FF2B5EF4-FFF2-40B4-BE49-F238E27FC236}">
                  <a16:creationId xmlns:a16="http://schemas.microsoft.com/office/drawing/2014/main" id="{0746E32E-D6CB-4C98-AD45-5DEA1943E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985"/>
              <a:ext cx="31" cy="35"/>
            </a:xfrm>
            <a:custGeom>
              <a:avLst/>
              <a:gdLst>
                <a:gd name="T0" fmla="*/ 124 w 15"/>
                <a:gd name="T1" fmla="*/ 61 h 16"/>
                <a:gd name="T2" fmla="*/ 116 w 15"/>
                <a:gd name="T3" fmla="*/ 125 h 16"/>
                <a:gd name="T4" fmla="*/ 52 w 15"/>
                <a:gd name="T5" fmla="*/ 158 h 16"/>
                <a:gd name="T6" fmla="*/ 8 w 15"/>
                <a:gd name="T7" fmla="*/ 96 h 16"/>
                <a:gd name="T8" fmla="*/ 25 w 15"/>
                <a:gd name="T9" fmla="*/ 0 h 16"/>
                <a:gd name="T10" fmla="*/ 25 w 15"/>
                <a:gd name="T11" fmla="*/ 0 h 16"/>
                <a:gd name="T12" fmla="*/ 0 w 15"/>
                <a:gd name="T13" fmla="*/ 96 h 16"/>
                <a:gd name="T14" fmla="*/ 52 w 15"/>
                <a:gd name="T15" fmla="*/ 158 h 16"/>
                <a:gd name="T16" fmla="*/ 116 w 15"/>
                <a:gd name="T17" fmla="*/ 133 h 16"/>
                <a:gd name="T18" fmla="*/ 124 w 15"/>
                <a:gd name="T19" fmla="*/ 6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4" y="6"/>
                  </a:moveTo>
                  <a:cubicBezTo>
                    <a:pt x="15" y="8"/>
                    <a:pt x="15" y="10"/>
                    <a:pt x="13" y="12"/>
                  </a:cubicBezTo>
                  <a:cubicBezTo>
                    <a:pt x="11" y="15"/>
                    <a:pt x="8" y="16"/>
                    <a:pt x="6" y="15"/>
                  </a:cubicBezTo>
                  <a:cubicBezTo>
                    <a:pt x="3" y="14"/>
                    <a:pt x="1" y="12"/>
                    <a:pt x="1" y="9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9"/>
                  </a:cubicBezTo>
                  <a:cubicBezTo>
                    <a:pt x="1" y="12"/>
                    <a:pt x="3" y="14"/>
                    <a:pt x="6" y="15"/>
                  </a:cubicBezTo>
                  <a:cubicBezTo>
                    <a:pt x="8" y="16"/>
                    <a:pt x="11" y="15"/>
                    <a:pt x="13" y="13"/>
                  </a:cubicBezTo>
                  <a:cubicBezTo>
                    <a:pt x="15" y="11"/>
                    <a:pt x="15" y="8"/>
                    <a:pt x="1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45" name="Freeform 526">
              <a:extLst>
                <a:ext uri="{FF2B5EF4-FFF2-40B4-BE49-F238E27FC236}">
                  <a16:creationId xmlns:a16="http://schemas.microsoft.com/office/drawing/2014/main" id="{9F8906D1-AC00-4F72-B523-DDAF7DCDD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725"/>
              <a:ext cx="58" cy="66"/>
            </a:xfrm>
            <a:custGeom>
              <a:avLst/>
              <a:gdLst>
                <a:gd name="T0" fmla="*/ 133 w 28"/>
                <a:gd name="T1" fmla="*/ 310 h 30"/>
                <a:gd name="T2" fmla="*/ 232 w 28"/>
                <a:gd name="T3" fmla="*/ 150 h 30"/>
                <a:gd name="T4" fmla="*/ 81 w 28"/>
                <a:gd name="T5" fmla="*/ 44 h 30"/>
                <a:gd name="T6" fmla="*/ 133 w 28"/>
                <a:gd name="T7" fmla="*/ 31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5" y="29"/>
                  </a:moveTo>
                  <a:cubicBezTo>
                    <a:pt x="23" y="30"/>
                    <a:pt x="28" y="23"/>
                    <a:pt x="26" y="14"/>
                  </a:cubicBezTo>
                  <a:cubicBezTo>
                    <a:pt x="24" y="5"/>
                    <a:pt x="17" y="0"/>
                    <a:pt x="9" y="4"/>
                  </a:cubicBezTo>
                  <a:cubicBezTo>
                    <a:pt x="0" y="7"/>
                    <a:pt x="1" y="28"/>
                    <a:pt x="15" y="29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46" name="Freeform 527">
              <a:extLst>
                <a:ext uri="{FF2B5EF4-FFF2-40B4-BE49-F238E27FC236}">
                  <a16:creationId xmlns:a16="http://schemas.microsoft.com/office/drawing/2014/main" id="{8FCC5A52-C3B2-413A-9A6B-AED7338A0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743"/>
              <a:ext cx="32" cy="34"/>
            </a:xfrm>
            <a:custGeom>
              <a:avLst/>
              <a:gdLst>
                <a:gd name="T0" fmla="*/ 120 w 16"/>
                <a:gd name="T1" fmla="*/ 49 h 16"/>
                <a:gd name="T2" fmla="*/ 104 w 16"/>
                <a:gd name="T3" fmla="*/ 117 h 16"/>
                <a:gd name="T4" fmla="*/ 48 w 16"/>
                <a:gd name="T5" fmla="*/ 145 h 16"/>
                <a:gd name="T6" fmla="*/ 8 w 16"/>
                <a:gd name="T7" fmla="*/ 77 h 16"/>
                <a:gd name="T8" fmla="*/ 24 w 16"/>
                <a:gd name="T9" fmla="*/ 0 h 16"/>
                <a:gd name="T10" fmla="*/ 24 w 16"/>
                <a:gd name="T11" fmla="*/ 0 h 16"/>
                <a:gd name="T12" fmla="*/ 8 w 16"/>
                <a:gd name="T13" fmla="*/ 77 h 16"/>
                <a:gd name="T14" fmla="*/ 48 w 16"/>
                <a:gd name="T15" fmla="*/ 145 h 16"/>
                <a:gd name="T16" fmla="*/ 104 w 16"/>
                <a:gd name="T17" fmla="*/ 117 h 16"/>
                <a:gd name="T18" fmla="*/ 120 w 16"/>
                <a:gd name="T19" fmla="*/ 49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6">
                  <a:moveTo>
                    <a:pt x="15" y="5"/>
                  </a:moveTo>
                  <a:cubicBezTo>
                    <a:pt x="16" y="8"/>
                    <a:pt x="15" y="10"/>
                    <a:pt x="13" y="12"/>
                  </a:cubicBezTo>
                  <a:cubicBezTo>
                    <a:pt x="11" y="14"/>
                    <a:pt x="8" y="15"/>
                    <a:pt x="6" y="15"/>
                  </a:cubicBezTo>
                  <a:cubicBezTo>
                    <a:pt x="4" y="14"/>
                    <a:pt x="2" y="11"/>
                    <a:pt x="1" y="8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1" y="8"/>
                  </a:cubicBezTo>
                  <a:cubicBezTo>
                    <a:pt x="1" y="11"/>
                    <a:pt x="3" y="14"/>
                    <a:pt x="6" y="15"/>
                  </a:cubicBezTo>
                  <a:cubicBezTo>
                    <a:pt x="8" y="16"/>
                    <a:pt x="11" y="15"/>
                    <a:pt x="13" y="12"/>
                  </a:cubicBezTo>
                  <a:cubicBezTo>
                    <a:pt x="15" y="10"/>
                    <a:pt x="16" y="8"/>
                    <a:pt x="15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47" name="Freeform 528">
              <a:extLst>
                <a:ext uri="{FF2B5EF4-FFF2-40B4-BE49-F238E27FC236}">
                  <a16:creationId xmlns:a16="http://schemas.microsoft.com/office/drawing/2014/main" id="{4699B03F-D79E-4678-B9C4-329B79D89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220"/>
              <a:ext cx="58" cy="68"/>
            </a:xfrm>
            <a:custGeom>
              <a:avLst/>
              <a:gdLst>
                <a:gd name="T0" fmla="*/ 124 w 28"/>
                <a:gd name="T1" fmla="*/ 307 h 31"/>
                <a:gd name="T2" fmla="*/ 232 w 28"/>
                <a:gd name="T3" fmla="*/ 149 h 31"/>
                <a:gd name="T4" fmla="*/ 73 w 28"/>
                <a:gd name="T5" fmla="*/ 44 h 31"/>
                <a:gd name="T6" fmla="*/ 124 w 28"/>
                <a:gd name="T7" fmla="*/ 30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1">
                  <a:moveTo>
                    <a:pt x="14" y="29"/>
                  </a:moveTo>
                  <a:cubicBezTo>
                    <a:pt x="22" y="31"/>
                    <a:pt x="28" y="23"/>
                    <a:pt x="26" y="14"/>
                  </a:cubicBezTo>
                  <a:cubicBezTo>
                    <a:pt x="24" y="5"/>
                    <a:pt x="17" y="0"/>
                    <a:pt x="8" y="4"/>
                  </a:cubicBezTo>
                  <a:cubicBezTo>
                    <a:pt x="0" y="7"/>
                    <a:pt x="0" y="29"/>
                    <a:pt x="14" y="29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48" name="Freeform 529">
              <a:extLst>
                <a:ext uri="{FF2B5EF4-FFF2-40B4-BE49-F238E27FC236}">
                  <a16:creationId xmlns:a16="http://schemas.microsoft.com/office/drawing/2014/main" id="{F3F78DD0-0572-42FE-8F56-F8CF000F6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237"/>
              <a:ext cx="30" cy="35"/>
            </a:xfrm>
            <a:custGeom>
              <a:avLst/>
              <a:gdLst>
                <a:gd name="T0" fmla="*/ 112 w 15"/>
                <a:gd name="T1" fmla="*/ 61 h 16"/>
                <a:gd name="T2" fmla="*/ 104 w 15"/>
                <a:gd name="T3" fmla="*/ 125 h 16"/>
                <a:gd name="T4" fmla="*/ 48 w 15"/>
                <a:gd name="T5" fmla="*/ 158 h 16"/>
                <a:gd name="T6" fmla="*/ 8 w 15"/>
                <a:gd name="T7" fmla="*/ 96 h 16"/>
                <a:gd name="T8" fmla="*/ 24 w 15"/>
                <a:gd name="T9" fmla="*/ 0 h 16"/>
                <a:gd name="T10" fmla="*/ 24 w 15"/>
                <a:gd name="T11" fmla="*/ 0 h 16"/>
                <a:gd name="T12" fmla="*/ 0 w 15"/>
                <a:gd name="T13" fmla="*/ 96 h 16"/>
                <a:gd name="T14" fmla="*/ 48 w 15"/>
                <a:gd name="T15" fmla="*/ 158 h 16"/>
                <a:gd name="T16" fmla="*/ 104 w 15"/>
                <a:gd name="T17" fmla="*/ 133 h 16"/>
                <a:gd name="T18" fmla="*/ 112 w 15"/>
                <a:gd name="T19" fmla="*/ 6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4" y="6"/>
                  </a:moveTo>
                  <a:cubicBezTo>
                    <a:pt x="15" y="8"/>
                    <a:pt x="15" y="10"/>
                    <a:pt x="13" y="12"/>
                  </a:cubicBezTo>
                  <a:cubicBezTo>
                    <a:pt x="11" y="15"/>
                    <a:pt x="8" y="16"/>
                    <a:pt x="6" y="15"/>
                  </a:cubicBezTo>
                  <a:cubicBezTo>
                    <a:pt x="3" y="14"/>
                    <a:pt x="1" y="12"/>
                    <a:pt x="1" y="9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9"/>
                  </a:cubicBezTo>
                  <a:cubicBezTo>
                    <a:pt x="1" y="12"/>
                    <a:pt x="3" y="14"/>
                    <a:pt x="6" y="15"/>
                  </a:cubicBezTo>
                  <a:cubicBezTo>
                    <a:pt x="8" y="16"/>
                    <a:pt x="11" y="15"/>
                    <a:pt x="13" y="13"/>
                  </a:cubicBezTo>
                  <a:cubicBezTo>
                    <a:pt x="15" y="11"/>
                    <a:pt x="15" y="8"/>
                    <a:pt x="1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49" name="Freeform 530">
              <a:extLst>
                <a:ext uri="{FF2B5EF4-FFF2-40B4-BE49-F238E27FC236}">
                  <a16:creationId xmlns:a16="http://schemas.microsoft.com/office/drawing/2014/main" id="{96B88AB5-5F34-4F9B-85AC-6D8A65743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482"/>
              <a:ext cx="58" cy="68"/>
            </a:xfrm>
            <a:custGeom>
              <a:avLst/>
              <a:gdLst>
                <a:gd name="T0" fmla="*/ 124 w 28"/>
                <a:gd name="T1" fmla="*/ 307 h 31"/>
                <a:gd name="T2" fmla="*/ 232 w 28"/>
                <a:gd name="T3" fmla="*/ 149 h 31"/>
                <a:gd name="T4" fmla="*/ 73 w 28"/>
                <a:gd name="T5" fmla="*/ 44 h 31"/>
                <a:gd name="T6" fmla="*/ 124 w 28"/>
                <a:gd name="T7" fmla="*/ 30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1">
                  <a:moveTo>
                    <a:pt x="14" y="29"/>
                  </a:moveTo>
                  <a:cubicBezTo>
                    <a:pt x="22" y="31"/>
                    <a:pt x="28" y="23"/>
                    <a:pt x="26" y="14"/>
                  </a:cubicBezTo>
                  <a:cubicBezTo>
                    <a:pt x="24" y="5"/>
                    <a:pt x="17" y="0"/>
                    <a:pt x="8" y="4"/>
                  </a:cubicBezTo>
                  <a:cubicBezTo>
                    <a:pt x="0" y="7"/>
                    <a:pt x="0" y="29"/>
                    <a:pt x="14" y="29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50" name="Freeform 531">
              <a:extLst>
                <a:ext uri="{FF2B5EF4-FFF2-40B4-BE49-F238E27FC236}">
                  <a16:creationId xmlns:a16="http://schemas.microsoft.com/office/drawing/2014/main" id="{F63B3F30-00DE-4416-9CD4-5F20622FB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500"/>
              <a:ext cx="31" cy="35"/>
            </a:xfrm>
            <a:custGeom>
              <a:avLst/>
              <a:gdLst>
                <a:gd name="T0" fmla="*/ 124 w 15"/>
                <a:gd name="T1" fmla="*/ 61 h 16"/>
                <a:gd name="T2" fmla="*/ 116 w 15"/>
                <a:gd name="T3" fmla="*/ 125 h 16"/>
                <a:gd name="T4" fmla="*/ 52 w 15"/>
                <a:gd name="T5" fmla="*/ 158 h 16"/>
                <a:gd name="T6" fmla="*/ 8 w 15"/>
                <a:gd name="T7" fmla="*/ 96 h 16"/>
                <a:gd name="T8" fmla="*/ 25 w 15"/>
                <a:gd name="T9" fmla="*/ 0 h 16"/>
                <a:gd name="T10" fmla="*/ 25 w 15"/>
                <a:gd name="T11" fmla="*/ 0 h 16"/>
                <a:gd name="T12" fmla="*/ 0 w 15"/>
                <a:gd name="T13" fmla="*/ 96 h 16"/>
                <a:gd name="T14" fmla="*/ 52 w 15"/>
                <a:gd name="T15" fmla="*/ 158 h 16"/>
                <a:gd name="T16" fmla="*/ 116 w 15"/>
                <a:gd name="T17" fmla="*/ 133 h 16"/>
                <a:gd name="T18" fmla="*/ 124 w 15"/>
                <a:gd name="T19" fmla="*/ 6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4" y="6"/>
                  </a:moveTo>
                  <a:cubicBezTo>
                    <a:pt x="15" y="8"/>
                    <a:pt x="15" y="10"/>
                    <a:pt x="13" y="12"/>
                  </a:cubicBezTo>
                  <a:cubicBezTo>
                    <a:pt x="11" y="15"/>
                    <a:pt x="8" y="16"/>
                    <a:pt x="6" y="15"/>
                  </a:cubicBezTo>
                  <a:cubicBezTo>
                    <a:pt x="3" y="14"/>
                    <a:pt x="1" y="12"/>
                    <a:pt x="1" y="9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9"/>
                  </a:cubicBezTo>
                  <a:cubicBezTo>
                    <a:pt x="1" y="12"/>
                    <a:pt x="3" y="14"/>
                    <a:pt x="6" y="15"/>
                  </a:cubicBezTo>
                  <a:cubicBezTo>
                    <a:pt x="8" y="16"/>
                    <a:pt x="11" y="15"/>
                    <a:pt x="13" y="13"/>
                  </a:cubicBezTo>
                  <a:cubicBezTo>
                    <a:pt x="15" y="11"/>
                    <a:pt x="15" y="8"/>
                    <a:pt x="1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51" name="Freeform 532">
              <a:extLst>
                <a:ext uri="{FF2B5EF4-FFF2-40B4-BE49-F238E27FC236}">
                  <a16:creationId xmlns:a16="http://schemas.microsoft.com/office/drawing/2014/main" id="{73B5C5C0-71F3-4926-BA1B-19E3E4CB8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3215"/>
              <a:ext cx="59" cy="68"/>
            </a:xfrm>
            <a:custGeom>
              <a:avLst/>
              <a:gdLst>
                <a:gd name="T0" fmla="*/ 128 w 29"/>
                <a:gd name="T1" fmla="*/ 33 h 31"/>
                <a:gd name="T2" fmla="*/ 33 w 29"/>
                <a:gd name="T3" fmla="*/ 33 h 31"/>
                <a:gd name="T4" fmla="*/ 67 w 29"/>
                <a:gd name="T5" fmla="*/ 222 h 31"/>
                <a:gd name="T6" fmla="*/ 212 w 29"/>
                <a:gd name="T7" fmla="*/ 294 h 31"/>
                <a:gd name="T8" fmla="*/ 236 w 29"/>
                <a:gd name="T9" fmla="*/ 213 h 31"/>
                <a:gd name="T10" fmla="*/ 177 w 29"/>
                <a:gd name="T11" fmla="*/ 116 h 31"/>
                <a:gd name="T12" fmla="*/ 128 w 29"/>
                <a:gd name="T13" fmla="*/ 3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5" y="3"/>
                  </a:moveTo>
                  <a:cubicBezTo>
                    <a:pt x="11" y="0"/>
                    <a:pt x="8" y="0"/>
                    <a:pt x="4" y="3"/>
                  </a:cubicBezTo>
                  <a:cubicBezTo>
                    <a:pt x="0" y="7"/>
                    <a:pt x="2" y="14"/>
                    <a:pt x="8" y="21"/>
                  </a:cubicBezTo>
                  <a:cubicBezTo>
                    <a:pt x="14" y="28"/>
                    <a:pt x="19" y="31"/>
                    <a:pt x="25" y="28"/>
                  </a:cubicBezTo>
                  <a:cubicBezTo>
                    <a:pt x="28" y="27"/>
                    <a:pt x="29" y="24"/>
                    <a:pt x="28" y="20"/>
                  </a:cubicBezTo>
                  <a:cubicBezTo>
                    <a:pt x="27" y="17"/>
                    <a:pt x="24" y="15"/>
                    <a:pt x="21" y="11"/>
                  </a:cubicBezTo>
                  <a:cubicBezTo>
                    <a:pt x="20" y="9"/>
                    <a:pt x="18" y="5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52" name="Freeform 533">
              <a:extLst>
                <a:ext uri="{FF2B5EF4-FFF2-40B4-BE49-F238E27FC236}">
                  <a16:creationId xmlns:a16="http://schemas.microsoft.com/office/drawing/2014/main" id="{180F796F-9418-4956-9BE1-378E8F6F9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3228"/>
              <a:ext cx="29" cy="35"/>
            </a:xfrm>
            <a:custGeom>
              <a:avLst/>
              <a:gdLst>
                <a:gd name="T0" fmla="*/ 124 w 14"/>
                <a:gd name="T1" fmla="*/ 149 h 16"/>
                <a:gd name="T2" fmla="*/ 124 w 14"/>
                <a:gd name="T3" fmla="*/ 168 h 16"/>
                <a:gd name="T4" fmla="*/ 35 w 14"/>
                <a:gd name="T5" fmla="*/ 96 h 16"/>
                <a:gd name="T6" fmla="*/ 8 w 14"/>
                <a:gd name="T7" fmla="*/ 9 h 16"/>
                <a:gd name="T8" fmla="*/ 44 w 14"/>
                <a:gd name="T9" fmla="*/ 0 h 16"/>
                <a:gd name="T10" fmla="*/ 44 w 14"/>
                <a:gd name="T11" fmla="*/ 0 h 16"/>
                <a:gd name="T12" fmla="*/ 8 w 14"/>
                <a:gd name="T13" fmla="*/ 9 h 16"/>
                <a:gd name="T14" fmla="*/ 35 w 14"/>
                <a:gd name="T15" fmla="*/ 96 h 16"/>
                <a:gd name="T16" fmla="*/ 124 w 14"/>
                <a:gd name="T17" fmla="*/ 168 h 16"/>
                <a:gd name="T18" fmla="*/ 124 w 14"/>
                <a:gd name="T19" fmla="*/ 149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6">
                  <a:moveTo>
                    <a:pt x="14" y="14"/>
                  </a:moveTo>
                  <a:cubicBezTo>
                    <a:pt x="14" y="15"/>
                    <a:pt x="14" y="15"/>
                    <a:pt x="14" y="16"/>
                  </a:cubicBezTo>
                  <a:cubicBezTo>
                    <a:pt x="12" y="16"/>
                    <a:pt x="9" y="15"/>
                    <a:pt x="4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4" y="9"/>
                  </a:cubicBezTo>
                  <a:cubicBezTo>
                    <a:pt x="8" y="15"/>
                    <a:pt x="12" y="16"/>
                    <a:pt x="14" y="16"/>
                  </a:cubicBezTo>
                  <a:cubicBezTo>
                    <a:pt x="14" y="16"/>
                    <a:pt x="14" y="15"/>
                    <a:pt x="14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53" name="Freeform 534">
              <a:extLst>
                <a:ext uri="{FF2B5EF4-FFF2-40B4-BE49-F238E27FC236}">
                  <a16:creationId xmlns:a16="http://schemas.microsoft.com/office/drawing/2014/main" id="{E46615BF-8AA1-47ED-8331-8ECCD50F6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3204"/>
              <a:ext cx="39" cy="52"/>
            </a:xfrm>
            <a:custGeom>
              <a:avLst/>
              <a:gdLst>
                <a:gd name="T0" fmla="*/ 131 w 19"/>
                <a:gd name="T1" fmla="*/ 193 h 24"/>
                <a:gd name="T2" fmla="*/ 148 w 19"/>
                <a:gd name="T3" fmla="*/ 225 h 24"/>
                <a:gd name="T4" fmla="*/ 131 w 19"/>
                <a:gd name="T5" fmla="*/ 245 h 24"/>
                <a:gd name="T6" fmla="*/ 123 w 19"/>
                <a:gd name="T7" fmla="*/ 225 h 24"/>
                <a:gd name="T8" fmla="*/ 96 w 19"/>
                <a:gd name="T9" fmla="*/ 245 h 24"/>
                <a:gd name="T10" fmla="*/ 68 w 19"/>
                <a:gd name="T11" fmla="*/ 225 h 24"/>
                <a:gd name="T12" fmla="*/ 51 w 19"/>
                <a:gd name="T13" fmla="*/ 184 h 24"/>
                <a:gd name="T14" fmla="*/ 33 w 19"/>
                <a:gd name="T15" fmla="*/ 173 h 24"/>
                <a:gd name="T16" fmla="*/ 16 w 19"/>
                <a:gd name="T17" fmla="*/ 141 h 24"/>
                <a:gd name="T18" fmla="*/ 25 w 19"/>
                <a:gd name="T19" fmla="*/ 113 h 24"/>
                <a:gd name="T20" fmla="*/ 8 w 19"/>
                <a:gd name="T21" fmla="*/ 80 h 24"/>
                <a:gd name="T22" fmla="*/ 43 w 19"/>
                <a:gd name="T23" fmla="*/ 33 h 24"/>
                <a:gd name="T24" fmla="*/ 60 w 19"/>
                <a:gd name="T25" fmla="*/ 9 h 24"/>
                <a:gd name="T26" fmla="*/ 96 w 19"/>
                <a:gd name="T27" fmla="*/ 20 h 24"/>
                <a:gd name="T28" fmla="*/ 123 w 19"/>
                <a:gd name="T29" fmla="*/ 9 h 24"/>
                <a:gd name="T30" fmla="*/ 131 w 19"/>
                <a:gd name="T31" fmla="*/ 33 h 24"/>
                <a:gd name="T32" fmla="*/ 113 w 19"/>
                <a:gd name="T33" fmla="*/ 43 h 24"/>
                <a:gd name="T34" fmla="*/ 123 w 19"/>
                <a:gd name="T35" fmla="*/ 72 h 24"/>
                <a:gd name="T36" fmla="*/ 113 w 19"/>
                <a:gd name="T37" fmla="*/ 93 h 24"/>
                <a:gd name="T38" fmla="*/ 123 w 19"/>
                <a:gd name="T39" fmla="*/ 121 h 24"/>
                <a:gd name="T40" fmla="*/ 123 w 19"/>
                <a:gd name="T41" fmla="*/ 156 h 24"/>
                <a:gd name="T42" fmla="*/ 131 w 19"/>
                <a:gd name="T43" fmla="*/ 193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9" h="24">
                  <a:moveTo>
                    <a:pt x="15" y="19"/>
                  </a:moveTo>
                  <a:cubicBezTo>
                    <a:pt x="16" y="21"/>
                    <a:pt x="19" y="20"/>
                    <a:pt x="17" y="22"/>
                  </a:cubicBezTo>
                  <a:cubicBezTo>
                    <a:pt x="17" y="23"/>
                    <a:pt x="16" y="24"/>
                    <a:pt x="15" y="24"/>
                  </a:cubicBezTo>
                  <a:cubicBezTo>
                    <a:pt x="15" y="24"/>
                    <a:pt x="14" y="23"/>
                    <a:pt x="14" y="22"/>
                  </a:cubicBezTo>
                  <a:cubicBezTo>
                    <a:pt x="12" y="22"/>
                    <a:pt x="12" y="24"/>
                    <a:pt x="11" y="24"/>
                  </a:cubicBezTo>
                  <a:cubicBezTo>
                    <a:pt x="10" y="24"/>
                    <a:pt x="9" y="22"/>
                    <a:pt x="8" y="22"/>
                  </a:cubicBezTo>
                  <a:cubicBezTo>
                    <a:pt x="7" y="22"/>
                    <a:pt x="7" y="19"/>
                    <a:pt x="6" y="18"/>
                  </a:cubicBezTo>
                  <a:cubicBezTo>
                    <a:pt x="6" y="17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3" y="12"/>
                    <a:pt x="3" y="11"/>
                  </a:cubicBezTo>
                  <a:cubicBezTo>
                    <a:pt x="3" y="10"/>
                    <a:pt x="1" y="9"/>
                    <a:pt x="1" y="8"/>
                  </a:cubicBezTo>
                  <a:cubicBezTo>
                    <a:pt x="0" y="6"/>
                    <a:pt x="3" y="4"/>
                    <a:pt x="5" y="3"/>
                  </a:cubicBezTo>
                  <a:cubicBezTo>
                    <a:pt x="6" y="2"/>
                    <a:pt x="6" y="1"/>
                    <a:pt x="7" y="1"/>
                  </a:cubicBezTo>
                  <a:cubicBezTo>
                    <a:pt x="9" y="0"/>
                    <a:pt x="10" y="2"/>
                    <a:pt x="11" y="2"/>
                  </a:cubicBezTo>
                  <a:cubicBezTo>
                    <a:pt x="13" y="2"/>
                    <a:pt x="12" y="1"/>
                    <a:pt x="14" y="1"/>
                  </a:cubicBezTo>
                  <a:cubicBezTo>
                    <a:pt x="15" y="1"/>
                    <a:pt x="16" y="2"/>
                    <a:pt x="15" y="3"/>
                  </a:cubicBezTo>
                  <a:cubicBezTo>
                    <a:pt x="14" y="4"/>
                    <a:pt x="13" y="3"/>
                    <a:pt x="13" y="4"/>
                  </a:cubicBezTo>
                  <a:cubicBezTo>
                    <a:pt x="12" y="5"/>
                    <a:pt x="14" y="6"/>
                    <a:pt x="14" y="7"/>
                  </a:cubicBezTo>
                  <a:cubicBezTo>
                    <a:pt x="15" y="8"/>
                    <a:pt x="14" y="8"/>
                    <a:pt x="13" y="9"/>
                  </a:cubicBezTo>
                  <a:cubicBezTo>
                    <a:pt x="12" y="10"/>
                    <a:pt x="14" y="10"/>
                    <a:pt x="14" y="12"/>
                  </a:cubicBezTo>
                  <a:cubicBezTo>
                    <a:pt x="14" y="13"/>
                    <a:pt x="14" y="14"/>
                    <a:pt x="14" y="15"/>
                  </a:cubicBezTo>
                  <a:cubicBezTo>
                    <a:pt x="12" y="17"/>
                    <a:pt x="15" y="17"/>
                    <a:pt x="15" y="19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54" name="Freeform 535">
              <a:extLst>
                <a:ext uri="{FF2B5EF4-FFF2-40B4-BE49-F238E27FC236}">
                  <a16:creationId xmlns:a16="http://schemas.microsoft.com/office/drawing/2014/main" id="{394EE4D5-CAD0-40E3-83E2-B3F349BC0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3210"/>
              <a:ext cx="9" cy="18"/>
            </a:xfrm>
            <a:custGeom>
              <a:avLst/>
              <a:gdLst>
                <a:gd name="T0" fmla="*/ 36 w 4"/>
                <a:gd name="T1" fmla="*/ 0 h 8"/>
                <a:gd name="T2" fmla="*/ 0 w 4"/>
                <a:gd name="T3" fmla="*/ 45 h 8"/>
                <a:gd name="T4" fmla="*/ 25 w 4"/>
                <a:gd name="T5" fmla="*/ 92 h 8"/>
                <a:gd name="T6" fmla="*/ 25 w 4"/>
                <a:gd name="T7" fmla="*/ 72 h 8"/>
                <a:gd name="T8" fmla="*/ 25 w 4"/>
                <a:gd name="T9" fmla="*/ 56 h 8"/>
                <a:gd name="T10" fmla="*/ 45 w 4"/>
                <a:gd name="T11" fmla="*/ 25 h 8"/>
                <a:gd name="T12" fmla="*/ 45 w 4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0" y="5"/>
                    <a:pt x="2" y="7"/>
                    <a:pt x="2" y="8"/>
                  </a:cubicBezTo>
                  <a:cubicBezTo>
                    <a:pt x="2" y="7"/>
                    <a:pt x="3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3"/>
                    <a:pt x="3" y="3"/>
                    <a:pt x="4" y="2"/>
                  </a:cubicBezTo>
                  <a:cubicBezTo>
                    <a:pt x="4" y="1"/>
                    <a:pt x="3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55" name="Freeform 536">
              <a:extLst>
                <a:ext uri="{FF2B5EF4-FFF2-40B4-BE49-F238E27FC236}">
                  <a16:creationId xmlns:a16="http://schemas.microsoft.com/office/drawing/2014/main" id="{5F48F03F-659B-4E8B-B9AA-9E2F515B5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3230"/>
              <a:ext cx="11" cy="15"/>
            </a:xfrm>
            <a:custGeom>
              <a:avLst/>
              <a:gdLst>
                <a:gd name="T0" fmla="*/ 9 w 5"/>
                <a:gd name="T1" fmla="*/ 0 h 7"/>
                <a:gd name="T2" fmla="*/ 20 w 5"/>
                <a:gd name="T3" fmla="*/ 51 h 7"/>
                <a:gd name="T4" fmla="*/ 53 w 5"/>
                <a:gd name="T5" fmla="*/ 69 h 7"/>
                <a:gd name="T6" fmla="*/ 44 w 5"/>
                <a:gd name="T7" fmla="*/ 41 h 7"/>
                <a:gd name="T8" fmla="*/ 9 w 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1"/>
                    <a:pt x="1" y="4"/>
                    <a:pt x="2" y="5"/>
                  </a:cubicBezTo>
                  <a:cubicBezTo>
                    <a:pt x="3" y="5"/>
                    <a:pt x="4" y="5"/>
                    <a:pt x="5" y="7"/>
                  </a:cubicBezTo>
                  <a:cubicBezTo>
                    <a:pt x="5" y="6"/>
                    <a:pt x="5" y="5"/>
                    <a:pt x="4" y="4"/>
                  </a:cubicBezTo>
                  <a:cubicBezTo>
                    <a:pt x="3" y="3"/>
                    <a:pt x="1" y="2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56" name="Freeform 537">
              <a:extLst>
                <a:ext uri="{FF2B5EF4-FFF2-40B4-BE49-F238E27FC236}">
                  <a16:creationId xmlns:a16="http://schemas.microsoft.com/office/drawing/2014/main" id="{E6120FC3-8F9E-4437-B95A-739137E3F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3226"/>
              <a:ext cx="6" cy="11"/>
            </a:xfrm>
            <a:custGeom>
              <a:avLst/>
              <a:gdLst>
                <a:gd name="T0" fmla="*/ 16 w 3"/>
                <a:gd name="T1" fmla="*/ 9 h 5"/>
                <a:gd name="T2" fmla="*/ 8 w 3"/>
                <a:gd name="T3" fmla="*/ 20 h 5"/>
                <a:gd name="T4" fmla="*/ 8 w 3"/>
                <a:gd name="T5" fmla="*/ 33 h 5"/>
                <a:gd name="T6" fmla="*/ 24 w 3"/>
                <a:gd name="T7" fmla="*/ 53 h 5"/>
                <a:gd name="T8" fmla="*/ 8 w 3"/>
                <a:gd name="T9" fmla="*/ 33 h 5"/>
                <a:gd name="T10" fmla="*/ 8 w 3"/>
                <a:gd name="T11" fmla="*/ 9 h 5"/>
                <a:gd name="T12" fmla="*/ 16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1" y="5"/>
                    <a:pt x="0" y="5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57" name="Freeform 538">
              <a:extLst>
                <a:ext uri="{FF2B5EF4-FFF2-40B4-BE49-F238E27FC236}">
                  <a16:creationId xmlns:a16="http://schemas.microsoft.com/office/drawing/2014/main" id="{DE7F94CC-6905-4A91-920B-5FBD9A467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3245"/>
              <a:ext cx="12" cy="11"/>
            </a:xfrm>
            <a:custGeom>
              <a:avLst/>
              <a:gdLst>
                <a:gd name="T0" fmla="*/ 0 w 6"/>
                <a:gd name="T1" fmla="*/ 9 h 5"/>
                <a:gd name="T2" fmla="*/ 8 w 6"/>
                <a:gd name="T3" fmla="*/ 33 h 5"/>
                <a:gd name="T4" fmla="*/ 16 w 6"/>
                <a:gd name="T5" fmla="*/ 33 h 5"/>
                <a:gd name="T6" fmla="*/ 24 w 6"/>
                <a:gd name="T7" fmla="*/ 44 h 5"/>
                <a:gd name="T8" fmla="*/ 48 w 6"/>
                <a:gd name="T9" fmla="*/ 33 h 5"/>
                <a:gd name="T10" fmla="*/ 40 w 6"/>
                <a:gd name="T11" fmla="*/ 33 h 5"/>
                <a:gd name="T12" fmla="*/ 24 w 6"/>
                <a:gd name="T13" fmla="*/ 20 h 5"/>
                <a:gd name="T14" fmla="*/ 16 w 6"/>
                <a:gd name="T15" fmla="*/ 20 h 5"/>
                <a:gd name="T16" fmla="*/ 0 w 6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4" y="5"/>
                    <a:pt x="5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4" y="3"/>
                    <a:pt x="4" y="3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58" name="Freeform 539">
              <a:extLst>
                <a:ext uri="{FF2B5EF4-FFF2-40B4-BE49-F238E27FC236}">
                  <a16:creationId xmlns:a16="http://schemas.microsoft.com/office/drawing/2014/main" id="{798D7C67-5F57-40AB-A0F0-6C140A933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3250"/>
              <a:ext cx="8" cy="4"/>
            </a:xfrm>
            <a:custGeom>
              <a:avLst/>
              <a:gdLst>
                <a:gd name="T0" fmla="*/ 32 w 4"/>
                <a:gd name="T1" fmla="*/ 0 h 2"/>
                <a:gd name="T2" fmla="*/ 16 w 4"/>
                <a:gd name="T3" fmla="*/ 16 h 2"/>
                <a:gd name="T4" fmla="*/ 0 w 4"/>
                <a:gd name="T5" fmla="*/ 0 h 2"/>
                <a:gd name="T6" fmla="*/ 24 w 4"/>
                <a:gd name="T7" fmla="*/ 8 h 2"/>
                <a:gd name="T8" fmla="*/ 32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1"/>
                    <a:pt x="3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2" y="1"/>
                    <a:pt x="3" y="1"/>
                  </a:cubicBezTo>
                  <a:cubicBezTo>
                    <a:pt x="3" y="1"/>
                    <a:pt x="4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59" name="Oval 540">
              <a:extLst>
                <a:ext uri="{FF2B5EF4-FFF2-40B4-BE49-F238E27FC236}">
                  <a16:creationId xmlns:a16="http://schemas.microsoft.com/office/drawing/2014/main" id="{E96F59DF-844E-495B-A7DB-BC4341B4A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8" y="3228"/>
              <a:ext cx="4" cy="4"/>
            </a:xfrm>
            <a:prstGeom prst="ellipse">
              <a:avLst/>
            </a:pr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60" name="Freeform 541">
              <a:extLst>
                <a:ext uri="{FF2B5EF4-FFF2-40B4-BE49-F238E27FC236}">
                  <a16:creationId xmlns:a16="http://schemas.microsoft.com/office/drawing/2014/main" id="{A13F038F-137D-42A9-8BE3-0F73DB166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3206"/>
              <a:ext cx="6" cy="7"/>
            </a:xfrm>
            <a:custGeom>
              <a:avLst/>
              <a:gdLst>
                <a:gd name="T0" fmla="*/ 24 w 3"/>
                <a:gd name="T1" fmla="*/ 12 h 3"/>
                <a:gd name="T2" fmla="*/ 0 w 3"/>
                <a:gd name="T3" fmla="*/ 37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1" y="2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1" name="Freeform 542">
              <a:extLst>
                <a:ext uri="{FF2B5EF4-FFF2-40B4-BE49-F238E27FC236}">
                  <a16:creationId xmlns:a16="http://schemas.microsoft.com/office/drawing/2014/main" id="{E49210C6-85F2-4211-BB55-276ED3A2C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3217"/>
              <a:ext cx="4" cy="9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25 h 4"/>
                <a:gd name="T4" fmla="*/ 16 w 2"/>
                <a:gd name="T5" fmla="*/ 45 h 4"/>
                <a:gd name="T6" fmla="*/ 16 w 2"/>
                <a:gd name="T7" fmla="*/ 25 h 4"/>
                <a:gd name="T8" fmla="*/ 8 w 2"/>
                <a:gd name="T9" fmla="*/ 11 h 4"/>
                <a:gd name="T10" fmla="*/ 8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2" name="Freeform 543">
              <a:extLst>
                <a:ext uri="{FF2B5EF4-FFF2-40B4-BE49-F238E27FC236}">
                  <a16:creationId xmlns:a16="http://schemas.microsoft.com/office/drawing/2014/main" id="{7748E48B-AA78-4FA3-B604-416368E97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3250"/>
              <a:ext cx="10" cy="4"/>
            </a:xfrm>
            <a:custGeom>
              <a:avLst/>
              <a:gdLst>
                <a:gd name="T0" fmla="*/ 0 w 5"/>
                <a:gd name="T1" fmla="*/ 8 h 2"/>
                <a:gd name="T2" fmla="*/ 24 w 5"/>
                <a:gd name="T3" fmla="*/ 16 h 2"/>
                <a:gd name="T4" fmla="*/ 40 w 5"/>
                <a:gd name="T5" fmla="*/ 8 h 2"/>
                <a:gd name="T6" fmla="*/ 24 w 5"/>
                <a:gd name="T7" fmla="*/ 8 h 2"/>
                <a:gd name="T8" fmla="*/ 16 w 5"/>
                <a:gd name="T9" fmla="*/ 8 h 2"/>
                <a:gd name="T10" fmla="*/ 8 w 5"/>
                <a:gd name="T11" fmla="*/ 8 h 2"/>
                <a:gd name="T12" fmla="*/ 0 w 5"/>
                <a:gd name="T13" fmla="*/ 8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4" y="2"/>
                    <a:pt x="4" y="2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2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3" name="Freeform 544">
              <a:extLst>
                <a:ext uri="{FF2B5EF4-FFF2-40B4-BE49-F238E27FC236}">
                  <a16:creationId xmlns:a16="http://schemas.microsoft.com/office/drawing/2014/main" id="{DF1AF18F-2D56-4A4D-AB63-D22965C77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3252"/>
              <a:ext cx="6" cy="2"/>
            </a:xfrm>
            <a:custGeom>
              <a:avLst/>
              <a:gdLst>
                <a:gd name="T0" fmla="*/ 24 w 3"/>
                <a:gd name="T1" fmla="*/ 0 h 1"/>
                <a:gd name="T2" fmla="*/ 16 w 3"/>
                <a:gd name="T3" fmla="*/ 8 h 1"/>
                <a:gd name="T4" fmla="*/ 0 w 3"/>
                <a:gd name="T5" fmla="*/ 8 h 1"/>
                <a:gd name="T6" fmla="*/ 24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4" name="Freeform 545">
              <a:extLst>
                <a:ext uri="{FF2B5EF4-FFF2-40B4-BE49-F238E27FC236}">
                  <a16:creationId xmlns:a16="http://schemas.microsoft.com/office/drawing/2014/main" id="{964804D6-3931-4DBF-AC04-BCF885B69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3237"/>
              <a:ext cx="9" cy="6"/>
            </a:xfrm>
            <a:custGeom>
              <a:avLst/>
              <a:gdLst>
                <a:gd name="T0" fmla="*/ 11 w 4"/>
                <a:gd name="T1" fmla="*/ 8 h 3"/>
                <a:gd name="T2" fmla="*/ 45 w 4"/>
                <a:gd name="T3" fmla="*/ 24 h 3"/>
                <a:gd name="T4" fmla="*/ 36 w 4"/>
                <a:gd name="T5" fmla="*/ 16 h 3"/>
                <a:gd name="T6" fmla="*/ 11 w 4"/>
                <a:gd name="T7" fmla="*/ 8 h 3"/>
                <a:gd name="T8" fmla="*/ 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2" y="2"/>
                    <a:pt x="3" y="2"/>
                    <a:pt x="4" y="3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5" name="Freeform 546">
              <a:extLst>
                <a:ext uri="{FF2B5EF4-FFF2-40B4-BE49-F238E27FC236}">
                  <a16:creationId xmlns:a16="http://schemas.microsoft.com/office/drawing/2014/main" id="{0787AF87-7570-4207-BC9A-24EF5CE5E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3237"/>
              <a:ext cx="8" cy="11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33 h 5"/>
                <a:gd name="T4" fmla="*/ 32 w 4"/>
                <a:gd name="T5" fmla="*/ 53 h 5"/>
                <a:gd name="T6" fmla="*/ 8 w 4"/>
                <a:gd name="T7" fmla="*/ 33 h 5"/>
                <a:gd name="T8" fmla="*/ 0 w 4"/>
                <a:gd name="T9" fmla="*/ 20 h 5"/>
                <a:gd name="T10" fmla="*/ 0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3"/>
                    <a:pt x="3" y="5"/>
                    <a:pt x="4" y="5"/>
                  </a:cubicBezTo>
                  <a:cubicBezTo>
                    <a:pt x="3" y="5"/>
                    <a:pt x="2" y="4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6" name="Freeform 547">
              <a:extLst>
                <a:ext uri="{FF2B5EF4-FFF2-40B4-BE49-F238E27FC236}">
                  <a16:creationId xmlns:a16="http://schemas.microsoft.com/office/drawing/2014/main" id="{22BFCF7D-1ED9-4346-9DD5-284F376C0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3213"/>
              <a:ext cx="6" cy="8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32 h 4"/>
                <a:gd name="T4" fmla="*/ 8 w 3"/>
                <a:gd name="T5" fmla="*/ 24 h 4"/>
                <a:gd name="T6" fmla="*/ 8 w 3"/>
                <a:gd name="T7" fmla="*/ 16 h 4"/>
                <a:gd name="T8" fmla="*/ 0 w 3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3" y="3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7" name="Freeform 548">
              <a:extLst>
                <a:ext uri="{FF2B5EF4-FFF2-40B4-BE49-F238E27FC236}">
                  <a16:creationId xmlns:a16="http://schemas.microsoft.com/office/drawing/2014/main" id="{3F1D7B5C-40BF-468F-8C3D-AEEA881D2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3206"/>
              <a:ext cx="8" cy="4"/>
            </a:xfrm>
            <a:custGeom>
              <a:avLst/>
              <a:gdLst>
                <a:gd name="T0" fmla="*/ 32 w 4"/>
                <a:gd name="T1" fmla="*/ 8 h 2"/>
                <a:gd name="T2" fmla="*/ 0 w 4"/>
                <a:gd name="T3" fmla="*/ 16 h 2"/>
                <a:gd name="T4" fmla="*/ 16 w 4"/>
                <a:gd name="T5" fmla="*/ 8 h 2"/>
                <a:gd name="T6" fmla="*/ 24 w 4"/>
                <a:gd name="T7" fmla="*/ 16 h 2"/>
                <a:gd name="T8" fmla="*/ 24 w 4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2" y="1"/>
                    <a:pt x="1" y="0"/>
                    <a:pt x="0" y="2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8" name="Freeform 549">
              <a:extLst>
                <a:ext uri="{FF2B5EF4-FFF2-40B4-BE49-F238E27FC236}">
                  <a16:creationId xmlns:a16="http://schemas.microsoft.com/office/drawing/2014/main" id="{063A792A-E741-4FCF-92F6-1DD8763D8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3204"/>
              <a:ext cx="39" cy="52"/>
            </a:xfrm>
            <a:custGeom>
              <a:avLst/>
              <a:gdLst>
                <a:gd name="T0" fmla="*/ 131 w 19"/>
                <a:gd name="T1" fmla="*/ 193 h 24"/>
                <a:gd name="T2" fmla="*/ 148 w 19"/>
                <a:gd name="T3" fmla="*/ 225 h 24"/>
                <a:gd name="T4" fmla="*/ 131 w 19"/>
                <a:gd name="T5" fmla="*/ 245 h 24"/>
                <a:gd name="T6" fmla="*/ 123 w 19"/>
                <a:gd name="T7" fmla="*/ 225 h 24"/>
                <a:gd name="T8" fmla="*/ 96 w 19"/>
                <a:gd name="T9" fmla="*/ 245 h 24"/>
                <a:gd name="T10" fmla="*/ 68 w 19"/>
                <a:gd name="T11" fmla="*/ 225 h 24"/>
                <a:gd name="T12" fmla="*/ 51 w 19"/>
                <a:gd name="T13" fmla="*/ 184 h 24"/>
                <a:gd name="T14" fmla="*/ 33 w 19"/>
                <a:gd name="T15" fmla="*/ 173 h 24"/>
                <a:gd name="T16" fmla="*/ 16 w 19"/>
                <a:gd name="T17" fmla="*/ 141 h 24"/>
                <a:gd name="T18" fmla="*/ 25 w 19"/>
                <a:gd name="T19" fmla="*/ 113 h 24"/>
                <a:gd name="T20" fmla="*/ 8 w 19"/>
                <a:gd name="T21" fmla="*/ 80 h 24"/>
                <a:gd name="T22" fmla="*/ 43 w 19"/>
                <a:gd name="T23" fmla="*/ 33 h 24"/>
                <a:gd name="T24" fmla="*/ 60 w 19"/>
                <a:gd name="T25" fmla="*/ 9 h 24"/>
                <a:gd name="T26" fmla="*/ 96 w 19"/>
                <a:gd name="T27" fmla="*/ 20 h 24"/>
                <a:gd name="T28" fmla="*/ 123 w 19"/>
                <a:gd name="T29" fmla="*/ 9 h 24"/>
                <a:gd name="T30" fmla="*/ 131 w 19"/>
                <a:gd name="T31" fmla="*/ 33 h 24"/>
                <a:gd name="T32" fmla="*/ 113 w 19"/>
                <a:gd name="T33" fmla="*/ 43 h 24"/>
                <a:gd name="T34" fmla="*/ 123 w 19"/>
                <a:gd name="T35" fmla="*/ 72 h 24"/>
                <a:gd name="T36" fmla="*/ 113 w 19"/>
                <a:gd name="T37" fmla="*/ 93 h 24"/>
                <a:gd name="T38" fmla="*/ 123 w 19"/>
                <a:gd name="T39" fmla="*/ 121 h 24"/>
                <a:gd name="T40" fmla="*/ 123 w 19"/>
                <a:gd name="T41" fmla="*/ 156 h 24"/>
                <a:gd name="T42" fmla="*/ 131 w 19"/>
                <a:gd name="T43" fmla="*/ 193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9" h="24">
                  <a:moveTo>
                    <a:pt x="15" y="19"/>
                  </a:moveTo>
                  <a:cubicBezTo>
                    <a:pt x="16" y="21"/>
                    <a:pt x="19" y="20"/>
                    <a:pt x="17" y="22"/>
                  </a:cubicBezTo>
                  <a:cubicBezTo>
                    <a:pt x="17" y="23"/>
                    <a:pt x="16" y="24"/>
                    <a:pt x="15" y="24"/>
                  </a:cubicBezTo>
                  <a:cubicBezTo>
                    <a:pt x="15" y="24"/>
                    <a:pt x="14" y="23"/>
                    <a:pt x="14" y="22"/>
                  </a:cubicBezTo>
                  <a:cubicBezTo>
                    <a:pt x="12" y="22"/>
                    <a:pt x="12" y="24"/>
                    <a:pt x="11" y="24"/>
                  </a:cubicBezTo>
                  <a:cubicBezTo>
                    <a:pt x="10" y="24"/>
                    <a:pt x="9" y="22"/>
                    <a:pt x="8" y="22"/>
                  </a:cubicBezTo>
                  <a:cubicBezTo>
                    <a:pt x="7" y="22"/>
                    <a:pt x="7" y="19"/>
                    <a:pt x="6" y="18"/>
                  </a:cubicBezTo>
                  <a:cubicBezTo>
                    <a:pt x="6" y="17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3" y="12"/>
                    <a:pt x="3" y="11"/>
                  </a:cubicBezTo>
                  <a:cubicBezTo>
                    <a:pt x="3" y="10"/>
                    <a:pt x="1" y="9"/>
                    <a:pt x="1" y="8"/>
                  </a:cubicBezTo>
                  <a:cubicBezTo>
                    <a:pt x="0" y="6"/>
                    <a:pt x="3" y="4"/>
                    <a:pt x="5" y="3"/>
                  </a:cubicBezTo>
                  <a:cubicBezTo>
                    <a:pt x="6" y="2"/>
                    <a:pt x="6" y="1"/>
                    <a:pt x="7" y="1"/>
                  </a:cubicBezTo>
                  <a:cubicBezTo>
                    <a:pt x="9" y="0"/>
                    <a:pt x="10" y="2"/>
                    <a:pt x="11" y="2"/>
                  </a:cubicBezTo>
                  <a:cubicBezTo>
                    <a:pt x="13" y="2"/>
                    <a:pt x="12" y="1"/>
                    <a:pt x="14" y="1"/>
                  </a:cubicBezTo>
                  <a:cubicBezTo>
                    <a:pt x="15" y="1"/>
                    <a:pt x="16" y="2"/>
                    <a:pt x="15" y="3"/>
                  </a:cubicBezTo>
                  <a:cubicBezTo>
                    <a:pt x="14" y="4"/>
                    <a:pt x="13" y="3"/>
                    <a:pt x="13" y="4"/>
                  </a:cubicBezTo>
                  <a:cubicBezTo>
                    <a:pt x="12" y="5"/>
                    <a:pt x="14" y="6"/>
                    <a:pt x="14" y="7"/>
                  </a:cubicBezTo>
                  <a:cubicBezTo>
                    <a:pt x="15" y="8"/>
                    <a:pt x="14" y="8"/>
                    <a:pt x="13" y="9"/>
                  </a:cubicBezTo>
                  <a:cubicBezTo>
                    <a:pt x="12" y="10"/>
                    <a:pt x="14" y="10"/>
                    <a:pt x="14" y="12"/>
                  </a:cubicBezTo>
                  <a:cubicBezTo>
                    <a:pt x="14" y="13"/>
                    <a:pt x="14" y="14"/>
                    <a:pt x="14" y="15"/>
                  </a:cubicBezTo>
                  <a:cubicBezTo>
                    <a:pt x="12" y="17"/>
                    <a:pt x="15" y="17"/>
                    <a:pt x="15" y="1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69" name="Freeform 550">
              <a:extLst>
                <a:ext uri="{FF2B5EF4-FFF2-40B4-BE49-F238E27FC236}">
                  <a16:creationId xmlns:a16="http://schemas.microsoft.com/office/drawing/2014/main" id="{37D1F2F4-FFA8-43F7-98A7-A5BF88568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3221"/>
              <a:ext cx="2" cy="9"/>
            </a:xfrm>
            <a:custGeom>
              <a:avLst/>
              <a:gdLst>
                <a:gd name="T0" fmla="*/ 0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0" name="Freeform 551">
              <a:extLst>
                <a:ext uri="{FF2B5EF4-FFF2-40B4-BE49-F238E27FC236}">
                  <a16:creationId xmlns:a16="http://schemas.microsoft.com/office/drawing/2014/main" id="{2CB8E9E6-75AB-4F7E-8DF2-E845B0130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3226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1" name="Freeform 552">
              <a:extLst>
                <a:ext uri="{FF2B5EF4-FFF2-40B4-BE49-F238E27FC236}">
                  <a16:creationId xmlns:a16="http://schemas.microsoft.com/office/drawing/2014/main" id="{9A4BD904-750B-4658-8AD0-FADFA3158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3226"/>
              <a:ext cx="4" cy="11"/>
            </a:xfrm>
            <a:custGeom>
              <a:avLst/>
              <a:gdLst>
                <a:gd name="T0" fmla="*/ 16 w 2"/>
                <a:gd name="T1" fmla="*/ 53 h 5"/>
                <a:gd name="T2" fmla="*/ 0 w 2"/>
                <a:gd name="T3" fmla="*/ 20 h 5"/>
                <a:gd name="T4" fmla="*/ 8 w 2"/>
                <a:gd name="T5" fmla="*/ 9 h 5"/>
                <a:gd name="T6" fmla="*/ 8 w 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5"/>
                    <a:pt x="0" y="4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2" name="Freeform 553">
              <a:extLst>
                <a:ext uri="{FF2B5EF4-FFF2-40B4-BE49-F238E27FC236}">
                  <a16:creationId xmlns:a16="http://schemas.microsoft.com/office/drawing/2014/main" id="{9EC59D67-1747-4BBE-B146-378D912D7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3252"/>
              <a:ext cx="4" cy="1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3" name="Freeform 554">
              <a:extLst>
                <a:ext uri="{FF2B5EF4-FFF2-40B4-BE49-F238E27FC236}">
                  <a16:creationId xmlns:a16="http://schemas.microsoft.com/office/drawing/2014/main" id="{C6D25643-3E24-441C-9F34-C5FE5C3D1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3009"/>
              <a:ext cx="39" cy="44"/>
            </a:xfrm>
            <a:custGeom>
              <a:avLst/>
              <a:gdLst>
                <a:gd name="T0" fmla="*/ 68 w 19"/>
                <a:gd name="T1" fmla="*/ 213 h 20"/>
                <a:gd name="T2" fmla="*/ 33 w 19"/>
                <a:gd name="T3" fmla="*/ 194 h 20"/>
                <a:gd name="T4" fmla="*/ 33 w 19"/>
                <a:gd name="T5" fmla="*/ 178 h 20"/>
                <a:gd name="T6" fmla="*/ 25 w 19"/>
                <a:gd name="T7" fmla="*/ 161 h 20"/>
                <a:gd name="T8" fmla="*/ 16 w 19"/>
                <a:gd name="T9" fmla="*/ 141 h 20"/>
                <a:gd name="T10" fmla="*/ 8 w 19"/>
                <a:gd name="T11" fmla="*/ 97 h 20"/>
                <a:gd name="T12" fmla="*/ 33 w 19"/>
                <a:gd name="T13" fmla="*/ 73 h 20"/>
                <a:gd name="T14" fmla="*/ 33 w 19"/>
                <a:gd name="T15" fmla="*/ 44 h 20"/>
                <a:gd name="T16" fmla="*/ 60 w 19"/>
                <a:gd name="T17" fmla="*/ 33 h 20"/>
                <a:gd name="T18" fmla="*/ 88 w 19"/>
                <a:gd name="T19" fmla="*/ 0 h 20"/>
                <a:gd name="T20" fmla="*/ 105 w 19"/>
                <a:gd name="T21" fmla="*/ 20 h 20"/>
                <a:gd name="T22" fmla="*/ 131 w 19"/>
                <a:gd name="T23" fmla="*/ 20 h 20"/>
                <a:gd name="T24" fmla="*/ 164 w 19"/>
                <a:gd name="T25" fmla="*/ 88 h 20"/>
                <a:gd name="T26" fmla="*/ 156 w 19"/>
                <a:gd name="T27" fmla="*/ 117 h 20"/>
                <a:gd name="T28" fmla="*/ 148 w 19"/>
                <a:gd name="T29" fmla="*/ 161 h 20"/>
                <a:gd name="T30" fmla="*/ 131 w 19"/>
                <a:gd name="T31" fmla="*/ 169 h 20"/>
                <a:gd name="T32" fmla="*/ 131 w 19"/>
                <a:gd name="T33" fmla="*/ 194 h 20"/>
                <a:gd name="T34" fmla="*/ 105 w 19"/>
                <a:gd name="T35" fmla="*/ 213 h 20"/>
                <a:gd name="T36" fmla="*/ 68 w 19"/>
                <a:gd name="T37" fmla="*/ 213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8" y="20"/>
                  </a:moveTo>
                  <a:cubicBezTo>
                    <a:pt x="7" y="20"/>
                    <a:pt x="4" y="19"/>
                    <a:pt x="4" y="18"/>
                  </a:cubicBezTo>
                  <a:cubicBezTo>
                    <a:pt x="3" y="18"/>
                    <a:pt x="4" y="17"/>
                    <a:pt x="4" y="17"/>
                  </a:cubicBezTo>
                  <a:cubicBezTo>
                    <a:pt x="4" y="16"/>
                    <a:pt x="3" y="16"/>
                    <a:pt x="3" y="15"/>
                  </a:cubicBezTo>
                  <a:cubicBezTo>
                    <a:pt x="2" y="15"/>
                    <a:pt x="2" y="14"/>
                    <a:pt x="2" y="13"/>
                  </a:cubicBezTo>
                  <a:cubicBezTo>
                    <a:pt x="1" y="11"/>
                    <a:pt x="0" y="11"/>
                    <a:pt x="1" y="9"/>
                  </a:cubicBezTo>
                  <a:cubicBezTo>
                    <a:pt x="2" y="8"/>
                    <a:pt x="3" y="9"/>
                    <a:pt x="4" y="7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5" y="2"/>
                    <a:pt x="6" y="3"/>
                    <a:pt x="7" y="3"/>
                  </a:cubicBezTo>
                  <a:cubicBezTo>
                    <a:pt x="8" y="2"/>
                    <a:pt x="9" y="1"/>
                    <a:pt x="10" y="0"/>
                  </a:cubicBezTo>
                  <a:cubicBezTo>
                    <a:pt x="11" y="0"/>
                    <a:pt x="11" y="1"/>
                    <a:pt x="12" y="2"/>
                  </a:cubicBezTo>
                  <a:cubicBezTo>
                    <a:pt x="13" y="2"/>
                    <a:pt x="14" y="2"/>
                    <a:pt x="15" y="2"/>
                  </a:cubicBezTo>
                  <a:cubicBezTo>
                    <a:pt x="17" y="3"/>
                    <a:pt x="19" y="6"/>
                    <a:pt x="19" y="8"/>
                  </a:cubicBezTo>
                  <a:cubicBezTo>
                    <a:pt x="19" y="9"/>
                    <a:pt x="18" y="10"/>
                    <a:pt x="18" y="11"/>
                  </a:cubicBezTo>
                  <a:cubicBezTo>
                    <a:pt x="18" y="13"/>
                    <a:pt x="18" y="14"/>
                    <a:pt x="17" y="15"/>
                  </a:cubicBezTo>
                  <a:cubicBezTo>
                    <a:pt x="16" y="15"/>
                    <a:pt x="16" y="15"/>
                    <a:pt x="15" y="16"/>
                  </a:cubicBezTo>
                  <a:cubicBezTo>
                    <a:pt x="15" y="16"/>
                    <a:pt x="15" y="17"/>
                    <a:pt x="15" y="18"/>
                  </a:cubicBezTo>
                  <a:cubicBezTo>
                    <a:pt x="14" y="19"/>
                    <a:pt x="13" y="20"/>
                    <a:pt x="12" y="20"/>
                  </a:cubicBezTo>
                  <a:cubicBezTo>
                    <a:pt x="11" y="20"/>
                    <a:pt x="9" y="20"/>
                    <a:pt x="8" y="2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4" name="Freeform 555">
              <a:extLst>
                <a:ext uri="{FF2B5EF4-FFF2-40B4-BE49-F238E27FC236}">
                  <a16:creationId xmlns:a16="http://schemas.microsoft.com/office/drawing/2014/main" id="{8BD13041-9DA1-4063-A05B-B11094873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3011"/>
              <a:ext cx="18" cy="16"/>
            </a:xfrm>
            <a:custGeom>
              <a:avLst/>
              <a:gdLst>
                <a:gd name="T0" fmla="*/ 72 w 9"/>
                <a:gd name="T1" fmla="*/ 25 h 7"/>
                <a:gd name="T2" fmla="*/ 48 w 9"/>
                <a:gd name="T3" fmla="*/ 0 h 7"/>
                <a:gd name="T4" fmla="*/ 32 w 9"/>
                <a:gd name="T5" fmla="*/ 25 h 7"/>
                <a:gd name="T6" fmla="*/ 8 w 9"/>
                <a:gd name="T7" fmla="*/ 25 h 7"/>
                <a:gd name="T8" fmla="*/ 8 w 9"/>
                <a:gd name="T9" fmla="*/ 57 h 7"/>
                <a:gd name="T10" fmla="*/ 16 w 9"/>
                <a:gd name="T11" fmla="*/ 37 h 7"/>
                <a:gd name="T12" fmla="*/ 40 w 9"/>
                <a:gd name="T13" fmla="*/ 57 h 7"/>
                <a:gd name="T14" fmla="*/ 64 w 9"/>
                <a:gd name="T15" fmla="*/ 57 h 7"/>
                <a:gd name="T16" fmla="*/ 72 w 9"/>
                <a:gd name="T17" fmla="*/ 85 h 7"/>
                <a:gd name="T18" fmla="*/ 72 w 9"/>
                <a:gd name="T19" fmla="*/ 48 h 7"/>
                <a:gd name="T20" fmla="*/ 48 w 9"/>
                <a:gd name="T21" fmla="*/ 25 h 7"/>
                <a:gd name="T22" fmla="*/ 72 w 9"/>
                <a:gd name="T23" fmla="*/ 25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7">
                  <a:moveTo>
                    <a:pt x="9" y="2"/>
                  </a:moveTo>
                  <a:cubicBezTo>
                    <a:pt x="8" y="1"/>
                    <a:pt x="7" y="0"/>
                    <a:pt x="6" y="0"/>
                  </a:cubicBezTo>
                  <a:cubicBezTo>
                    <a:pt x="5" y="0"/>
                    <a:pt x="5" y="2"/>
                    <a:pt x="4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0" y="4"/>
                    <a:pt x="1" y="3"/>
                    <a:pt x="2" y="3"/>
                  </a:cubicBezTo>
                  <a:cubicBezTo>
                    <a:pt x="4" y="3"/>
                    <a:pt x="4" y="5"/>
                    <a:pt x="5" y="5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9" y="6"/>
                    <a:pt x="8" y="6"/>
                    <a:pt x="9" y="7"/>
                  </a:cubicBezTo>
                  <a:cubicBezTo>
                    <a:pt x="9" y="6"/>
                    <a:pt x="9" y="5"/>
                    <a:pt x="9" y="4"/>
                  </a:cubicBezTo>
                  <a:cubicBezTo>
                    <a:pt x="8" y="4"/>
                    <a:pt x="5" y="3"/>
                    <a:pt x="6" y="2"/>
                  </a:cubicBezTo>
                  <a:cubicBezTo>
                    <a:pt x="7" y="1"/>
                    <a:pt x="8" y="2"/>
                    <a:pt x="9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5" name="Freeform 556">
              <a:extLst>
                <a:ext uri="{FF2B5EF4-FFF2-40B4-BE49-F238E27FC236}">
                  <a16:creationId xmlns:a16="http://schemas.microsoft.com/office/drawing/2014/main" id="{D79B0CBC-5052-447B-ADEA-2A4966C55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3027"/>
              <a:ext cx="6" cy="15"/>
            </a:xfrm>
            <a:custGeom>
              <a:avLst/>
              <a:gdLst>
                <a:gd name="T0" fmla="*/ 16 w 3"/>
                <a:gd name="T1" fmla="*/ 0 h 7"/>
                <a:gd name="T2" fmla="*/ 0 w 3"/>
                <a:gd name="T3" fmla="*/ 9 h 7"/>
                <a:gd name="T4" fmla="*/ 8 w 3"/>
                <a:gd name="T5" fmla="*/ 41 h 7"/>
                <a:gd name="T6" fmla="*/ 24 w 3"/>
                <a:gd name="T7" fmla="*/ 69 h 7"/>
                <a:gd name="T8" fmla="*/ 16 w 3"/>
                <a:gd name="T9" fmla="*/ 51 h 7"/>
                <a:gd name="T10" fmla="*/ 16 w 3"/>
                <a:gd name="T11" fmla="*/ 41 h 7"/>
                <a:gd name="T12" fmla="*/ 16 w 3"/>
                <a:gd name="T13" fmla="*/ 19 h 7"/>
                <a:gd name="T14" fmla="*/ 24 w 3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5"/>
                    <a:pt x="1" y="6"/>
                    <a:pt x="3" y="7"/>
                  </a:cubicBezTo>
                  <a:cubicBezTo>
                    <a:pt x="2" y="7"/>
                    <a:pt x="2" y="6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6" name="Freeform 557">
              <a:extLst>
                <a:ext uri="{FF2B5EF4-FFF2-40B4-BE49-F238E27FC236}">
                  <a16:creationId xmlns:a16="http://schemas.microsoft.com/office/drawing/2014/main" id="{F9DDACD9-4EB7-480E-AA99-DDAEC4E9D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3046"/>
              <a:ext cx="14" cy="7"/>
            </a:xfrm>
            <a:custGeom>
              <a:avLst/>
              <a:gdLst>
                <a:gd name="T0" fmla="*/ 40 w 7"/>
                <a:gd name="T1" fmla="*/ 37 h 3"/>
                <a:gd name="T2" fmla="*/ 16 w 7"/>
                <a:gd name="T3" fmla="*/ 28 h 3"/>
                <a:gd name="T4" fmla="*/ 0 w 7"/>
                <a:gd name="T5" fmla="*/ 12 h 3"/>
                <a:gd name="T6" fmla="*/ 8 w 7"/>
                <a:gd name="T7" fmla="*/ 0 h 3"/>
                <a:gd name="T8" fmla="*/ 24 w 7"/>
                <a:gd name="T9" fmla="*/ 28 h 3"/>
                <a:gd name="T10" fmla="*/ 40 w 7"/>
                <a:gd name="T11" fmla="*/ 28 h 3"/>
                <a:gd name="T12" fmla="*/ 56 w 7"/>
                <a:gd name="T13" fmla="*/ 28 h 3"/>
                <a:gd name="T14" fmla="*/ 48 w 7"/>
                <a:gd name="T15" fmla="*/ 37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">
                  <a:moveTo>
                    <a:pt x="5" y="3"/>
                  </a:moveTo>
                  <a:cubicBezTo>
                    <a:pt x="4" y="3"/>
                    <a:pt x="3" y="3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6" y="2"/>
                    <a:pt x="6" y="2"/>
                    <a:pt x="7" y="2"/>
                  </a:cubicBezTo>
                  <a:cubicBezTo>
                    <a:pt x="7" y="3"/>
                    <a:pt x="6" y="3"/>
                    <a:pt x="6" y="3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7" name="Freeform 558">
              <a:extLst>
                <a:ext uri="{FF2B5EF4-FFF2-40B4-BE49-F238E27FC236}">
                  <a16:creationId xmlns:a16="http://schemas.microsoft.com/office/drawing/2014/main" id="{454C6014-1D0E-46EF-928B-902779BFF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044"/>
              <a:ext cx="4" cy="7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37 h 3"/>
                <a:gd name="T4" fmla="*/ 8 w 2"/>
                <a:gd name="T5" fmla="*/ 28 h 3"/>
                <a:gd name="T6" fmla="*/ 8 w 2"/>
                <a:gd name="T7" fmla="*/ 12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8" name="Freeform 559">
              <a:extLst>
                <a:ext uri="{FF2B5EF4-FFF2-40B4-BE49-F238E27FC236}">
                  <a16:creationId xmlns:a16="http://schemas.microsoft.com/office/drawing/2014/main" id="{E4E7F0E3-F649-446F-AA7D-6DD51F075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044"/>
              <a:ext cx="8" cy="5"/>
            </a:xfrm>
            <a:custGeom>
              <a:avLst/>
              <a:gdLst>
                <a:gd name="T0" fmla="*/ 24 w 4"/>
                <a:gd name="T1" fmla="*/ 20 h 2"/>
                <a:gd name="T2" fmla="*/ 8 w 4"/>
                <a:gd name="T3" fmla="*/ 20 h 2"/>
                <a:gd name="T4" fmla="*/ 0 w 4"/>
                <a:gd name="T5" fmla="*/ 0 h 2"/>
                <a:gd name="T6" fmla="*/ 32 w 4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3" y="1"/>
                  </a:moveTo>
                  <a:cubicBezTo>
                    <a:pt x="3" y="1"/>
                    <a:pt x="2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2"/>
                    <a:pt x="3" y="2"/>
                    <a:pt x="4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79" name="Freeform 560">
              <a:extLst>
                <a:ext uri="{FF2B5EF4-FFF2-40B4-BE49-F238E27FC236}">
                  <a16:creationId xmlns:a16="http://schemas.microsoft.com/office/drawing/2014/main" id="{28C3DF9F-9ED0-4140-991F-598BB178B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018"/>
              <a:ext cx="8" cy="7"/>
            </a:xfrm>
            <a:custGeom>
              <a:avLst/>
              <a:gdLst>
                <a:gd name="T0" fmla="*/ 32 w 4"/>
                <a:gd name="T1" fmla="*/ 12 h 3"/>
                <a:gd name="T2" fmla="*/ 16 w 4"/>
                <a:gd name="T3" fmla="*/ 37 h 3"/>
                <a:gd name="T4" fmla="*/ 0 w 4"/>
                <a:gd name="T5" fmla="*/ 28 h 3"/>
                <a:gd name="T6" fmla="*/ 16 w 4"/>
                <a:gd name="T7" fmla="*/ 28 h 3"/>
                <a:gd name="T8" fmla="*/ 24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1"/>
                    <a:pt x="2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0" name="Freeform 561">
              <a:extLst>
                <a:ext uri="{FF2B5EF4-FFF2-40B4-BE49-F238E27FC236}">
                  <a16:creationId xmlns:a16="http://schemas.microsoft.com/office/drawing/2014/main" id="{636B577B-D48C-4E01-8218-434654496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3018"/>
              <a:ext cx="7" cy="20"/>
            </a:xfrm>
            <a:custGeom>
              <a:avLst/>
              <a:gdLst>
                <a:gd name="T0" fmla="*/ 0 w 3"/>
                <a:gd name="T1" fmla="*/ 0 h 9"/>
                <a:gd name="T2" fmla="*/ 28 w 3"/>
                <a:gd name="T3" fmla="*/ 53 h 9"/>
                <a:gd name="T4" fmla="*/ 12 w 3"/>
                <a:gd name="T5" fmla="*/ 80 h 9"/>
                <a:gd name="T6" fmla="*/ 12 w 3"/>
                <a:gd name="T7" fmla="*/ 98 h 9"/>
                <a:gd name="T8" fmla="*/ 12 w 3"/>
                <a:gd name="T9" fmla="*/ 89 h 9"/>
                <a:gd name="T10" fmla="*/ 12 w 3"/>
                <a:gd name="T11" fmla="*/ 80 h 9"/>
                <a:gd name="T12" fmla="*/ 28 w 3"/>
                <a:gd name="T13" fmla="*/ 44 h 9"/>
                <a:gd name="T14" fmla="*/ 0 w 3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2" y="1"/>
                    <a:pt x="3" y="3"/>
                    <a:pt x="2" y="5"/>
                  </a:cubicBezTo>
                  <a:cubicBezTo>
                    <a:pt x="2" y="5"/>
                    <a:pt x="2" y="6"/>
                    <a:pt x="1" y="7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6"/>
                    <a:pt x="1" y="5"/>
                    <a:pt x="2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1" name="Freeform 562">
              <a:extLst>
                <a:ext uri="{FF2B5EF4-FFF2-40B4-BE49-F238E27FC236}">
                  <a16:creationId xmlns:a16="http://schemas.microsoft.com/office/drawing/2014/main" id="{83E3D276-FFA5-4A4D-9866-B8D39B64F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025"/>
              <a:ext cx="4" cy="8"/>
            </a:xfrm>
            <a:custGeom>
              <a:avLst/>
              <a:gdLst>
                <a:gd name="T0" fmla="*/ 16 w 2"/>
                <a:gd name="T1" fmla="*/ 32 h 4"/>
                <a:gd name="T2" fmla="*/ 16 w 2"/>
                <a:gd name="T3" fmla="*/ 24 h 4"/>
                <a:gd name="T4" fmla="*/ 8 w 2"/>
                <a:gd name="T5" fmla="*/ 16 h 4"/>
                <a:gd name="T6" fmla="*/ 0 w 2"/>
                <a:gd name="T7" fmla="*/ 0 h 4"/>
                <a:gd name="T8" fmla="*/ 0 w 2"/>
                <a:gd name="T9" fmla="*/ 16 h 4"/>
                <a:gd name="T10" fmla="*/ 8 w 2"/>
                <a:gd name="T11" fmla="*/ 3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3"/>
                    <a:pt x="1" y="4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2" name="Freeform 563">
              <a:extLst>
                <a:ext uri="{FF2B5EF4-FFF2-40B4-BE49-F238E27FC236}">
                  <a16:creationId xmlns:a16="http://schemas.microsoft.com/office/drawing/2014/main" id="{9ACC7C3D-3CB7-4A4C-93EB-EF1901F64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044"/>
              <a:ext cx="4" cy="2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8 h 1"/>
                <a:gd name="T4" fmla="*/ 0 w 2"/>
                <a:gd name="T5" fmla="*/ 8 h 1"/>
                <a:gd name="T6" fmla="*/ 16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3" name="Freeform 564">
              <a:extLst>
                <a:ext uri="{FF2B5EF4-FFF2-40B4-BE49-F238E27FC236}">
                  <a16:creationId xmlns:a16="http://schemas.microsoft.com/office/drawing/2014/main" id="{D9D8A1FD-BEFD-4000-98EA-0D0F0B043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3011"/>
              <a:ext cx="10" cy="7"/>
            </a:xfrm>
            <a:custGeom>
              <a:avLst/>
              <a:gdLst>
                <a:gd name="T0" fmla="*/ 40 w 5"/>
                <a:gd name="T1" fmla="*/ 0 h 3"/>
                <a:gd name="T2" fmla="*/ 24 w 5"/>
                <a:gd name="T3" fmla="*/ 12 h 3"/>
                <a:gd name="T4" fmla="*/ 0 w 5"/>
                <a:gd name="T5" fmla="*/ 28 h 3"/>
                <a:gd name="T6" fmla="*/ 16 w 5"/>
                <a:gd name="T7" fmla="*/ 37 h 3"/>
                <a:gd name="T8" fmla="*/ 24 w 5"/>
                <a:gd name="T9" fmla="*/ 37 h 3"/>
                <a:gd name="T10" fmla="*/ 24 w 5"/>
                <a:gd name="T11" fmla="*/ 37 h 3"/>
                <a:gd name="T12" fmla="*/ 24 w 5"/>
                <a:gd name="T13" fmla="*/ 28 h 3"/>
                <a:gd name="T14" fmla="*/ 24 w 5"/>
                <a:gd name="T15" fmla="*/ 12 h 3"/>
                <a:gd name="T16" fmla="*/ 32 w 5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4" y="0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4" name="Freeform 565">
              <a:extLst>
                <a:ext uri="{FF2B5EF4-FFF2-40B4-BE49-F238E27FC236}">
                  <a16:creationId xmlns:a16="http://schemas.microsoft.com/office/drawing/2014/main" id="{392CC161-9F1E-4E1F-A64B-8CC4472C8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3027"/>
              <a:ext cx="6" cy="6"/>
            </a:xfrm>
            <a:custGeom>
              <a:avLst/>
              <a:gdLst>
                <a:gd name="T0" fmla="*/ 16 w 3"/>
                <a:gd name="T1" fmla="*/ 8 h 3"/>
                <a:gd name="T2" fmla="*/ 8 w 3"/>
                <a:gd name="T3" fmla="*/ 8 h 3"/>
                <a:gd name="T4" fmla="*/ 0 w 3"/>
                <a:gd name="T5" fmla="*/ 16 h 3"/>
                <a:gd name="T6" fmla="*/ 16 w 3"/>
                <a:gd name="T7" fmla="*/ 24 h 3"/>
                <a:gd name="T8" fmla="*/ 16 w 3"/>
                <a:gd name="T9" fmla="*/ 8 h 3"/>
                <a:gd name="T10" fmla="*/ 24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1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5" name="Freeform 566">
              <a:extLst>
                <a:ext uri="{FF2B5EF4-FFF2-40B4-BE49-F238E27FC236}">
                  <a16:creationId xmlns:a16="http://schemas.microsoft.com/office/drawing/2014/main" id="{1C90E907-8EC1-4A63-AA72-014D39FBF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3046"/>
              <a:ext cx="8" cy="7"/>
            </a:xfrm>
            <a:custGeom>
              <a:avLst/>
              <a:gdLst>
                <a:gd name="T0" fmla="*/ 32 w 4"/>
                <a:gd name="T1" fmla="*/ 37 h 3"/>
                <a:gd name="T2" fmla="*/ 16 w 4"/>
                <a:gd name="T3" fmla="*/ 37 h 3"/>
                <a:gd name="T4" fmla="*/ 8 w 4"/>
                <a:gd name="T5" fmla="*/ 28 h 3"/>
                <a:gd name="T6" fmla="*/ 0 w 4"/>
                <a:gd name="T7" fmla="*/ 12 h 3"/>
                <a:gd name="T8" fmla="*/ 0 w 4"/>
                <a:gd name="T9" fmla="*/ 0 h 3"/>
                <a:gd name="T10" fmla="*/ 8 w 4"/>
                <a:gd name="T11" fmla="*/ 28 h 3"/>
                <a:gd name="T12" fmla="*/ 24 w 4"/>
                <a:gd name="T13" fmla="*/ 28 h 3"/>
                <a:gd name="T14" fmla="*/ 32 w 4"/>
                <a:gd name="T15" fmla="*/ 37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6" name="Freeform 567">
              <a:extLst>
                <a:ext uri="{FF2B5EF4-FFF2-40B4-BE49-F238E27FC236}">
                  <a16:creationId xmlns:a16="http://schemas.microsoft.com/office/drawing/2014/main" id="{A242A96C-70C4-48A4-AF25-FEBB5A964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3009"/>
              <a:ext cx="39" cy="44"/>
            </a:xfrm>
            <a:custGeom>
              <a:avLst/>
              <a:gdLst>
                <a:gd name="T0" fmla="*/ 68 w 19"/>
                <a:gd name="T1" fmla="*/ 213 h 20"/>
                <a:gd name="T2" fmla="*/ 33 w 19"/>
                <a:gd name="T3" fmla="*/ 194 h 20"/>
                <a:gd name="T4" fmla="*/ 33 w 19"/>
                <a:gd name="T5" fmla="*/ 178 h 20"/>
                <a:gd name="T6" fmla="*/ 25 w 19"/>
                <a:gd name="T7" fmla="*/ 161 h 20"/>
                <a:gd name="T8" fmla="*/ 16 w 19"/>
                <a:gd name="T9" fmla="*/ 141 h 20"/>
                <a:gd name="T10" fmla="*/ 8 w 19"/>
                <a:gd name="T11" fmla="*/ 97 h 20"/>
                <a:gd name="T12" fmla="*/ 33 w 19"/>
                <a:gd name="T13" fmla="*/ 73 h 20"/>
                <a:gd name="T14" fmla="*/ 33 w 19"/>
                <a:gd name="T15" fmla="*/ 44 h 20"/>
                <a:gd name="T16" fmla="*/ 60 w 19"/>
                <a:gd name="T17" fmla="*/ 33 h 20"/>
                <a:gd name="T18" fmla="*/ 88 w 19"/>
                <a:gd name="T19" fmla="*/ 0 h 20"/>
                <a:gd name="T20" fmla="*/ 105 w 19"/>
                <a:gd name="T21" fmla="*/ 20 h 20"/>
                <a:gd name="T22" fmla="*/ 131 w 19"/>
                <a:gd name="T23" fmla="*/ 20 h 20"/>
                <a:gd name="T24" fmla="*/ 164 w 19"/>
                <a:gd name="T25" fmla="*/ 88 h 20"/>
                <a:gd name="T26" fmla="*/ 156 w 19"/>
                <a:gd name="T27" fmla="*/ 117 h 20"/>
                <a:gd name="T28" fmla="*/ 148 w 19"/>
                <a:gd name="T29" fmla="*/ 161 h 20"/>
                <a:gd name="T30" fmla="*/ 131 w 19"/>
                <a:gd name="T31" fmla="*/ 169 h 20"/>
                <a:gd name="T32" fmla="*/ 131 w 19"/>
                <a:gd name="T33" fmla="*/ 194 h 20"/>
                <a:gd name="T34" fmla="*/ 105 w 19"/>
                <a:gd name="T35" fmla="*/ 213 h 20"/>
                <a:gd name="T36" fmla="*/ 68 w 19"/>
                <a:gd name="T37" fmla="*/ 213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8" y="20"/>
                  </a:moveTo>
                  <a:cubicBezTo>
                    <a:pt x="7" y="20"/>
                    <a:pt x="4" y="19"/>
                    <a:pt x="4" y="18"/>
                  </a:cubicBezTo>
                  <a:cubicBezTo>
                    <a:pt x="3" y="18"/>
                    <a:pt x="4" y="17"/>
                    <a:pt x="4" y="17"/>
                  </a:cubicBezTo>
                  <a:cubicBezTo>
                    <a:pt x="4" y="16"/>
                    <a:pt x="3" y="16"/>
                    <a:pt x="3" y="15"/>
                  </a:cubicBezTo>
                  <a:cubicBezTo>
                    <a:pt x="2" y="15"/>
                    <a:pt x="2" y="14"/>
                    <a:pt x="2" y="13"/>
                  </a:cubicBezTo>
                  <a:cubicBezTo>
                    <a:pt x="1" y="11"/>
                    <a:pt x="0" y="11"/>
                    <a:pt x="1" y="9"/>
                  </a:cubicBezTo>
                  <a:cubicBezTo>
                    <a:pt x="2" y="8"/>
                    <a:pt x="3" y="9"/>
                    <a:pt x="4" y="7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5" y="2"/>
                    <a:pt x="6" y="3"/>
                    <a:pt x="7" y="3"/>
                  </a:cubicBezTo>
                  <a:cubicBezTo>
                    <a:pt x="8" y="2"/>
                    <a:pt x="9" y="1"/>
                    <a:pt x="10" y="0"/>
                  </a:cubicBezTo>
                  <a:cubicBezTo>
                    <a:pt x="11" y="0"/>
                    <a:pt x="11" y="1"/>
                    <a:pt x="12" y="2"/>
                  </a:cubicBezTo>
                  <a:cubicBezTo>
                    <a:pt x="13" y="2"/>
                    <a:pt x="14" y="2"/>
                    <a:pt x="15" y="2"/>
                  </a:cubicBezTo>
                  <a:cubicBezTo>
                    <a:pt x="17" y="3"/>
                    <a:pt x="19" y="6"/>
                    <a:pt x="19" y="8"/>
                  </a:cubicBezTo>
                  <a:cubicBezTo>
                    <a:pt x="19" y="9"/>
                    <a:pt x="18" y="10"/>
                    <a:pt x="18" y="11"/>
                  </a:cubicBezTo>
                  <a:cubicBezTo>
                    <a:pt x="18" y="13"/>
                    <a:pt x="18" y="14"/>
                    <a:pt x="17" y="15"/>
                  </a:cubicBezTo>
                  <a:cubicBezTo>
                    <a:pt x="16" y="15"/>
                    <a:pt x="16" y="15"/>
                    <a:pt x="15" y="16"/>
                  </a:cubicBezTo>
                  <a:cubicBezTo>
                    <a:pt x="15" y="16"/>
                    <a:pt x="15" y="17"/>
                    <a:pt x="15" y="18"/>
                  </a:cubicBezTo>
                  <a:cubicBezTo>
                    <a:pt x="14" y="19"/>
                    <a:pt x="13" y="20"/>
                    <a:pt x="12" y="20"/>
                  </a:cubicBezTo>
                  <a:cubicBezTo>
                    <a:pt x="11" y="20"/>
                    <a:pt x="9" y="20"/>
                    <a:pt x="8" y="2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7" name="Freeform 568">
              <a:extLst>
                <a:ext uri="{FF2B5EF4-FFF2-40B4-BE49-F238E27FC236}">
                  <a16:creationId xmlns:a16="http://schemas.microsoft.com/office/drawing/2014/main" id="{CDDC7B20-F277-4EE4-9F4E-378F289B3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3025"/>
              <a:ext cx="2" cy="8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8" name="Freeform 569">
              <a:extLst>
                <a:ext uri="{FF2B5EF4-FFF2-40B4-BE49-F238E27FC236}">
                  <a16:creationId xmlns:a16="http://schemas.microsoft.com/office/drawing/2014/main" id="{CA5D2F19-3AB9-474B-8408-C3ADF0582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3042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9" name="Freeform 570">
              <a:extLst>
                <a:ext uri="{FF2B5EF4-FFF2-40B4-BE49-F238E27FC236}">
                  <a16:creationId xmlns:a16="http://schemas.microsoft.com/office/drawing/2014/main" id="{37660E1D-DEBE-4CD1-A46C-D20F47F09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3022"/>
              <a:ext cx="10" cy="13"/>
            </a:xfrm>
            <a:custGeom>
              <a:avLst/>
              <a:gdLst>
                <a:gd name="T0" fmla="*/ 32 w 5"/>
                <a:gd name="T1" fmla="*/ 61 h 6"/>
                <a:gd name="T2" fmla="*/ 40 w 5"/>
                <a:gd name="T3" fmla="*/ 43 h 6"/>
                <a:gd name="T4" fmla="*/ 40 w 5"/>
                <a:gd name="T5" fmla="*/ 33 h 6"/>
                <a:gd name="T6" fmla="*/ 32 w 5"/>
                <a:gd name="T7" fmla="*/ 20 h 6"/>
                <a:gd name="T8" fmla="*/ 24 w 5"/>
                <a:gd name="T9" fmla="*/ 0 h 6"/>
                <a:gd name="T10" fmla="*/ 0 w 5"/>
                <a:gd name="T11" fmla="*/ 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6">
                  <a:moveTo>
                    <a:pt x="4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2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0" name="Freeform 571">
              <a:extLst>
                <a:ext uri="{FF2B5EF4-FFF2-40B4-BE49-F238E27FC236}">
                  <a16:creationId xmlns:a16="http://schemas.microsoft.com/office/drawing/2014/main" id="{EA407679-82CD-48D1-88E7-CF6791FB1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044"/>
              <a:ext cx="10" cy="5"/>
            </a:xfrm>
            <a:custGeom>
              <a:avLst/>
              <a:gdLst>
                <a:gd name="T0" fmla="*/ 0 w 5"/>
                <a:gd name="T1" fmla="*/ 0 h 2"/>
                <a:gd name="T2" fmla="*/ 24 w 5"/>
                <a:gd name="T3" fmla="*/ 20 h 2"/>
                <a:gd name="T4" fmla="*/ 40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2"/>
                    <a:pt x="2" y="1"/>
                    <a:pt x="3" y="1"/>
                  </a:cubicBezTo>
                  <a:cubicBezTo>
                    <a:pt x="4" y="1"/>
                    <a:pt x="4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1" name="Freeform 572">
              <a:extLst>
                <a:ext uri="{FF2B5EF4-FFF2-40B4-BE49-F238E27FC236}">
                  <a16:creationId xmlns:a16="http://schemas.microsoft.com/office/drawing/2014/main" id="{76A586A8-7CE1-45ED-B6C3-ED1150225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197"/>
              <a:ext cx="33" cy="42"/>
            </a:xfrm>
            <a:custGeom>
              <a:avLst/>
              <a:gdLst>
                <a:gd name="T0" fmla="*/ 140 w 16"/>
                <a:gd name="T1" fmla="*/ 117 h 19"/>
                <a:gd name="T2" fmla="*/ 132 w 16"/>
                <a:gd name="T3" fmla="*/ 153 h 19"/>
                <a:gd name="T4" fmla="*/ 124 w 16"/>
                <a:gd name="T5" fmla="*/ 161 h 19"/>
                <a:gd name="T6" fmla="*/ 116 w 16"/>
                <a:gd name="T7" fmla="*/ 186 h 19"/>
                <a:gd name="T8" fmla="*/ 107 w 16"/>
                <a:gd name="T9" fmla="*/ 170 h 19"/>
                <a:gd name="T10" fmla="*/ 97 w 16"/>
                <a:gd name="T11" fmla="*/ 195 h 19"/>
                <a:gd name="T12" fmla="*/ 60 w 16"/>
                <a:gd name="T13" fmla="*/ 195 h 19"/>
                <a:gd name="T14" fmla="*/ 43 w 16"/>
                <a:gd name="T15" fmla="*/ 186 h 19"/>
                <a:gd name="T16" fmla="*/ 25 w 16"/>
                <a:gd name="T17" fmla="*/ 161 h 19"/>
                <a:gd name="T18" fmla="*/ 8 w 16"/>
                <a:gd name="T19" fmla="*/ 133 h 19"/>
                <a:gd name="T20" fmla="*/ 25 w 16"/>
                <a:gd name="T21" fmla="*/ 108 h 19"/>
                <a:gd name="T22" fmla="*/ 8 w 16"/>
                <a:gd name="T23" fmla="*/ 73 h 19"/>
                <a:gd name="T24" fmla="*/ 8 w 16"/>
                <a:gd name="T25" fmla="*/ 44 h 19"/>
                <a:gd name="T26" fmla="*/ 35 w 16"/>
                <a:gd name="T27" fmla="*/ 20 h 19"/>
                <a:gd name="T28" fmla="*/ 72 w 16"/>
                <a:gd name="T29" fmla="*/ 0 h 19"/>
                <a:gd name="T30" fmla="*/ 107 w 16"/>
                <a:gd name="T31" fmla="*/ 9 h 19"/>
                <a:gd name="T32" fmla="*/ 107 w 16"/>
                <a:gd name="T33" fmla="*/ 33 h 19"/>
                <a:gd name="T34" fmla="*/ 124 w 16"/>
                <a:gd name="T35" fmla="*/ 33 h 19"/>
                <a:gd name="T36" fmla="*/ 140 w 16"/>
                <a:gd name="T37" fmla="*/ 53 h 19"/>
                <a:gd name="T38" fmla="*/ 132 w 16"/>
                <a:gd name="T39" fmla="*/ 88 h 19"/>
                <a:gd name="T40" fmla="*/ 140 w 16"/>
                <a:gd name="T41" fmla="*/ 117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9">
                  <a:moveTo>
                    <a:pt x="16" y="11"/>
                  </a:moveTo>
                  <a:cubicBezTo>
                    <a:pt x="16" y="13"/>
                    <a:pt x="16" y="13"/>
                    <a:pt x="15" y="14"/>
                  </a:cubicBezTo>
                  <a:cubicBezTo>
                    <a:pt x="15" y="15"/>
                    <a:pt x="14" y="14"/>
                    <a:pt x="14" y="15"/>
                  </a:cubicBezTo>
                  <a:cubicBezTo>
                    <a:pt x="14" y="15"/>
                    <a:pt x="15" y="17"/>
                    <a:pt x="13" y="17"/>
                  </a:cubicBezTo>
                  <a:cubicBezTo>
                    <a:pt x="13" y="17"/>
                    <a:pt x="12" y="16"/>
                    <a:pt x="12" y="16"/>
                  </a:cubicBezTo>
                  <a:cubicBezTo>
                    <a:pt x="11" y="16"/>
                    <a:pt x="11" y="17"/>
                    <a:pt x="11" y="18"/>
                  </a:cubicBezTo>
                  <a:cubicBezTo>
                    <a:pt x="10" y="18"/>
                    <a:pt x="8" y="19"/>
                    <a:pt x="7" y="18"/>
                  </a:cubicBezTo>
                  <a:cubicBezTo>
                    <a:pt x="6" y="18"/>
                    <a:pt x="6" y="17"/>
                    <a:pt x="5" y="17"/>
                  </a:cubicBezTo>
                  <a:cubicBezTo>
                    <a:pt x="3" y="16"/>
                    <a:pt x="3" y="16"/>
                    <a:pt x="3" y="15"/>
                  </a:cubicBezTo>
                  <a:cubicBezTo>
                    <a:pt x="2" y="14"/>
                    <a:pt x="1" y="13"/>
                    <a:pt x="1" y="12"/>
                  </a:cubicBezTo>
                  <a:cubicBezTo>
                    <a:pt x="0" y="11"/>
                    <a:pt x="2" y="11"/>
                    <a:pt x="3" y="10"/>
                  </a:cubicBezTo>
                  <a:cubicBezTo>
                    <a:pt x="3" y="8"/>
                    <a:pt x="1" y="8"/>
                    <a:pt x="1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6" y="1"/>
                    <a:pt x="6" y="0"/>
                    <a:pt x="8" y="0"/>
                  </a:cubicBezTo>
                  <a:cubicBezTo>
                    <a:pt x="9" y="0"/>
                    <a:pt x="11" y="0"/>
                    <a:pt x="12" y="1"/>
                  </a:cubicBezTo>
                  <a:cubicBezTo>
                    <a:pt x="12" y="1"/>
                    <a:pt x="12" y="2"/>
                    <a:pt x="12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5" y="3"/>
                    <a:pt x="16" y="4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6" y="10"/>
                    <a:pt x="16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2" name="Freeform 573">
              <a:extLst>
                <a:ext uri="{FF2B5EF4-FFF2-40B4-BE49-F238E27FC236}">
                  <a16:creationId xmlns:a16="http://schemas.microsoft.com/office/drawing/2014/main" id="{E6C1DC51-E82A-4AE2-99D5-15D1C70F9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202"/>
              <a:ext cx="8" cy="13"/>
            </a:xfrm>
            <a:custGeom>
              <a:avLst/>
              <a:gdLst>
                <a:gd name="T0" fmla="*/ 32 w 4"/>
                <a:gd name="T1" fmla="*/ 0 h 6"/>
                <a:gd name="T2" fmla="*/ 8 w 4"/>
                <a:gd name="T3" fmla="*/ 33 h 6"/>
                <a:gd name="T4" fmla="*/ 16 w 4"/>
                <a:gd name="T5" fmla="*/ 61 h 6"/>
                <a:gd name="T6" fmla="*/ 16 w 4"/>
                <a:gd name="T7" fmla="*/ 43 h 6"/>
                <a:gd name="T8" fmla="*/ 32 w 4"/>
                <a:gd name="T9" fmla="*/ 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1" y="2"/>
                    <a:pt x="1" y="3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1" y="5"/>
                    <a:pt x="1" y="5"/>
                    <a:pt x="2" y="4"/>
                  </a:cubicBezTo>
                  <a:cubicBezTo>
                    <a:pt x="2" y="3"/>
                    <a:pt x="3" y="2"/>
                    <a:pt x="4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3" name="Freeform 574">
              <a:extLst>
                <a:ext uri="{FF2B5EF4-FFF2-40B4-BE49-F238E27FC236}">
                  <a16:creationId xmlns:a16="http://schemas.microsoft.com/office/drawing/2014/main" id="{CC71ABE1-7225-4A45-AB76-FFF37EB25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219"/>
              <a:ext cx="6" cy="11"/>
            </a:xfrm>
            <a:custGeom>
              <a:avLst/>
              <a:gdLst>
                <a:gd name="T0" fmla="*/ 16 w 3"/>
                <a:gd name="T1" fmla="*/ 0 h 5"/>
                <a:gd name="T2" fmla="*/ 0 w 3"/>
                <a:gd name="T3" fmla="*/ 20 h 5"/>
                <a:gd name="T4" fmla="*/ 16 w 3"/>
                <a:gd name="T5" fmla="*/ 53 h 5"/>
                <a:gd name="T6" fmla="*/ 8 w 3"/>
                <a:gd name="T7" fmla="*/ 20 h 5"/>
                <a:gd name="T8" fmla="*/ 16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1" y="3"/>
                    <a:pt x="2" y="4"/>
                    <a:pt x="2" y="5"/>
                  </a:cubicBezTo>
                  <a:cubicBezTo>
                    <a:pt x="2" y="4"/>
                    <a:pt x="2" y="3"/>
                    <a:pt x="1" y="2"/>
                  </a:cubicBezTo>
                  <a:cubicBezTo>
                    <a:pt x="1" y="1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4" name="Freeform 575">
              <a:extLst>
                <a:ext uri="{FF2B5EF4-FFF2-40B4-BE49-F238E27FC236}">
                  <a16:creationId xmlns:a16="http://schemas.microsoft.com/office/drawing/2014/main" id="{51518979-EBF5-4574-B5D3-D66F4231B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228"/>
              <a:ext cx="20" cy="11"/>
            </a:xfrm>
            <a:custGeom>
              <a:avLst/>
              <a:gdLst>
                <a:gd name="T0" fmla="*/ 80 w 10"/>
                <a:gd name="T1" fmla="*/ 20 h 5"/>
                <a:gd name="T2" fmla="*/ 32 w 10"/>
                <a:gd name="T3" fmla="*/ 44 h 5"/>
                <a:gd name="T4" fmla="*/ 16 w 10"/>
                <a:gd name="T5" fmla="*/ 20 h 5"/>
                <a:gd name="T6" fmla="*/ 0 w 10"/>
                <a:gd name="T7" fmla="*/ 0 h 5"/>
                <a:gd name="T8" fmla="*/ 24 w 10"/>
                <a:gd name="T9" fmla="*/ 20 h 5"/>
                <a:gd name="T10" fmla="*/ 32 w 10"/>
                <a:gd name="T11" fmla="*/ 20 h 5"/>
                <a:gd name="T12" fmla="*/ 40 w 10"/>
                <a:gd name="T13" fmla="*/ 33 h 5"/>
                <a:gd name="T14" fmla="*/ 64 w 10"/>
                <a:gd name="T15" fmla="*/ 20 h 5"/>
                <a:gd name="T16" fmla="*/ 72 w 10"/>
                <a:gd name="T17" fmla="*/ 2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8" y="1"/>
                    <a:pt x="7" y="5"/>
                    <a:pt x="4" y="4"/>
                  </a:cubicBezTo>
                  <a:cubicBezTo>
                    <a:pt x="4" y="3"/>
                    <a:pt x="3" y="3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6" y="3"/>
                    <a:pt x="7" y="2"/>
                    <a:pt x="8" y="2"/>
                  </a:cubicBezTo>
                  <a:cubicBezTo>
                    <a:pt x="8" y="1"/>
                    <a:pt x="9" y="2"/>
                    <a:pt x="9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5" name="Freeform 576">
              <a:extLst>
                <a:ext uri="{FF2B5EF4-FFF2-40B4-BE49-F238E27FC236}">
                  <a16:creationId xmlns:a16="http://schemas.microsoft.com/office/drawing/2014/main" id="{7ECF51D5-CEFC-4D1B-8E03-5DB892593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206"/>
              <a:ext cx="6" cy="11"/>
            </a:xfrm>
            <a:custGeom>
              <a:avLst/>
              <a:gdLst>
                <a:gd name="T0" fmla="*/ 24 w 3"/>
                <a:gd name="T1" fmla="*/ 9 h 5"/>
                <a:gd name="T2" fmla="*/ 16 w 3"/>
                <a:gd name="T3" fmla="*/ 33 h 5"/>
                <a:gd name="T4" fmla="*/ 16 w 3"/>
                <a:gd name="T5" fmla="*/ 53 h 5"/>
                <a:gd name="T6" fmla="*/ 8 w 3"/>
                <a:gd name="T7" fmla="*/ 33 h 5"/>
                <a:gd name="T8" fmla="*/ 16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3" y="1"/>
                    <a:pt x="2" y="2"/>
                    <a:pt x="2" y="3"/>
                  </a:cubicBezTo>
                  <a:cubicBezTo>
                    <a:pt x="2" y="3"/>
                    <a:pt x="2" y="4"/>
                    <a:pt x="2" y="5"/>
                  </a:cubicBezTo>
                  <a:cubicBezTo>
                    <a:pt x="1" y="4"/>
                    <a:pt x="0" y="3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6" name="Freeform 577">
              <a:extLst>
                <a:ext uri="{FF2B5EF4-FFF2-40B4-BE49-F238E27FC236}">
                  <a16:creationId xmlns:a16="http://schemas.microsoft.com/office/drawing/2014/main" id="{0E8EBA8B-A1D3-4408-9E82-AAB9DD17D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199"/>
              <a:ext cx="4" cy="3"/>
            </a:xfrm>
            <a:custGeom>
              <a:avLst/>
              <a:gdLst>
                <a:gd name="T0" fmla="*/ 16 w 2"/>
                <a:gd name="T1" fmla="*/ 27 h 1"/>
                <a:gd name="T2" fmla="*/ 0 w 2"/>
                <a:gd name="T3" fmla="*/ 0 h 1"/>
                <a:gd name="T4" fmla="*/ 16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1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7" name="Freeform 578">
              <a:extLst>
                <a:ext uri="{FF2B5EF4-FFF2-40B4-BE49-F238E27FC236}">
                  <a16:creationId xmlns:a16="http://schemas.microsoft.com/office/drawing/2014/main" id="{2E897CCF-F0E5-47D7-82C1-0F3724BD4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219"/>
              <a:ext cx="6" cy="7"/>
            </a:xfrm>
            <a:custGeom>
              <a:avLst/>
              <a:gdLst>
                <a:gd name="T0" fmla="*/ 16 w 3"/>
                <a:gd name="T1" fmla="*/ 12 h 3"/>
                <a:gd name="T2" fmla="*/ 8 w 3"/>
                <a:gd name="T3" fmla="*/ 28 h 3"/>
                <a:gd name="T4" fmla="*/ 0 w 3"/>
                <a:gd name="T5" fmla="*/ 37 h 3"/>
                <a:gd name="T6" fmla="*/ 16 w 3"/>
                <a:gd name="T7" fmla="*/ 28 h 3"/>
                <a:gd name="T8" fmla="*/ 16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2" y="2"/>
                    <a:pt x="2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8" name="Freeform 579">
              <a:extLst>
                <a:ext uri="{FF2B5EF4-FFF2-40B4-BE49-F238E27FC236}">
                  <a16:creationId xmlns:a16="http://schemas.microsoft.com/office/drawing/2014/main" id="{C017DEA0-FB7E-430B-832B-357472FF1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234"/>
              <a:ext cx="10" cy="3"/>
            </a:xfrm>
            <a:custGeom>
              <a:avLst/>
              <a:gdLst>
                <a:gd name="T0" fmla="*/ 40 w 5"/>
                <a:gd name="T1" fmla="*/ 0 h 1"/>
                <a:gd name="T2" fmla="*/ 16 w 5"/>
                <a:gd name="T3" fmla="*/ 27 h 1"/>
                <a:gd name="T4" fmla="*/ 8 w 5"/>
                <a:gd name="T5" fmla="*/ 0 h 1"/>
                <a:gd name="T6" fmla="*/ 0 w 5"/>
                <a:gd name="T7" fmla="*/ 0 h 1"/>
                <a:gd name="T8" fmla="*/ 24 w 5"/>
                <a:gd name="T9" fmla="*/ 0 h 1"/>
                <a:gd name="T10" fmla="*/ 40 w 5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99" name="Freeform 580">
              <a:extLst>
                <a:ext uri="{FF2B5EF4-FFF2-40B4-BE49-F238E27FC236}">
                  <a16:creationId xmlns:a16="http://schemas.microsoft.com/office/drawing/2014/main" id="{F0A20C91-BB31-4BC8-8878-9BFED0839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219"/>
              <a:ext cx="6" cy="5"/>
            </a:xfrm>
            <a:custGeom>
              <a:avLst/>
              <a:gdLst>
                <a:gd name="T0" fmla="*/ 16 w 3"/>
                <a:gd name="T1" fmla="*/ 0 h 2"/>
                <a:gd name="T2" fmla="*/ 8 w 3"/>
                <a:gd name="T3" fmla="*/ 33 h 2"/>
                <a:gd name="T4" fmla="*/ 0 w 3"/>
                <a:gd name="T5" fmla="*/ 33 h 2"/>
                <a:gd name="T6" fmla="*/ 8 w 3"/>
                <a:gd name="T7" fmla="*/ 33 h 2"/>
                <a:gd name="T8" fmla="*/ 16 w 3"/>
                <a:gd name="T9" fmla="*/ 20 h 2"/>
                <a:gd name="T10" fmla="*/ 16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0" y="1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1"/>
                    <a:pt x="2" y="2"/>
                    <a:pt x="2" y="1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0" name="Freeform 581">
              <a:extLst>
                <a:ext uri="{FF2B5EF4-FFF2-40B4-BE49-F238E27FC236}">
                  <a16:creationId xmlns:a16="http://schemas.microsoft.com/office/drawing/2014/main" id="{A07CB520-14B9-42A0-A6D8-51E6BAE87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206"/>
              <a:ext cx="2" cy="9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25 h 4"/>
                <a:gd name="T4" fmla="*/ 8 w 1"/>
                <a:gd name="T5" fmla="*/ 45 h 4"/>
                <a:gd name="T6" fmla="*/ 8 w 1"/>
                <a:gd name="T7" fmla="*/ 36 h 4"/>
                <a:gd name="T8" fmla="*/ 8 w 1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1" name="Freeform 582">
              <a:extLst>
                <a:ext uri="{FF2B5EF4-FFF2-40B4-BE49-F238E27FC236}">
                  <a16:creationId xmlns:a16="http://schemas.microsoft.com/office/drawing/2014/main" id="{A61E1043-3ED3-4221-957C-768ADFC1B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202"/>
              <a:ext cx="8" cy="4"/>
            </a:xfrm>
            <a:custGeom>
              <a:avLst/>
              <a:gdLst>
                <a:gd name="T0" fmla="*/ 32 w 4"/>
                <a:gd name="T1" fmla="*/ 16 h 2"/>
                <a:gd name="T2" fmla="*/ 16 w 4"/>
                <a:gd name="T3" fmla="*/ 8 h 2"/>
                <a:gd name="T4" fmla="*/ 0 w 4"/>
                <a:gd name="T5" fmla="*/ 0 h 2"/>
                <a:gd name="T6" fmla="*/ 16 w 4"/>
                <a:gd name="T7" fmla="*/ 16 h 2"/>
                <a:gd name="T8" fmla="*/ 32 w 4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3" y="2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2"/>
                    <a:pt x="4" y="2"/>
                    <a:pt x="4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2" name="Freeform 583">
              <a:extLst>
                <a:ext uri="{FF2B5EF4-FFF2-40B4-BE49-F238E27FC236}">
                  <a16:creationId xmlns:a16="http://schemas.microsoft.com/office/drawing/2014/main" id="{0B7FDE1C-866B-4434-94E5-3C3D7A5BA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197"/>
              <a:ext cx="33" cy="42"/>
            </a:xfrm>
            <a:custGeom>
              <a:avLst/>
              <a:gdLst>
                <a:gd name="T0" fmla="*/ 140 w 16"/>
                <a:gd name="T1" fmla="*/ 117 h 19"/>
                <a:gd name="T2" fmla="*/ 132 w 16"/>
                <a:gd name="T3" fmla="*/ 153 h 19"/>
                <a:gd name="T4" fmla="*/ 124 w 16"/>
                <a:gd name="T5" fmla="*/ 161 h 19"/>
                <a:gd name="T6" fmla="*/ 116 w 16"/>
                <a:gd name="T7" fmla="*/ 186 h 19"/>
                <a:gd name="T8" fmla="*/ 107 w 16"/>
                <a:gd name="T9" fmla="*/ 170 h 19"/>
                <a:gd name="T10" fmla="*/ 97 w 16"/>
                <a:gd name="T11" fmla="*/ 195 h 19"/>
                <a:gd name="T12" fmla="*/ 60 w 16"/>
                <a:gd name="T13" fmla="*/ 195 h 19"/>
                <a:gd name="T14" fmla="*/ 43 w 16"/>
                <a:gd name="T15" fmla="*/ 186 h 19"/>
                <a:gd name="T16" fmla="*/ 25 w 16"/>
                <a:gd name="T17" fmla="*/ 161 h 19"/>
                <a:gd name="T18" fmla="*/ 8 w 16"/>
                <a:gd name="T19" fmla="*/ 133 h 19"/>
                <a:gd name="T20" fmla="*/ 25 w 16"/>
                <a:gd name="T21" fmla="*/ 108 h 19"/>
                <a:gd name="T22" fmla="*/ 8 w 16"/>
                <a:gd name="T23" fmla="*/ 73 h 19"/>
                <a:gd name="T24" fmla="*/ 8 w 16"/>
                <a:gd name="T25" fmla="*/ 44 h 19"/>
                <a:gd name="T26" fmla="*/ 35 w 16"/>
                <a:gd name="T27" fmla="*/ 20 h 19"/>
                <a:gd name="T28" fmla="*/ 72 w 16"/>
                <a:gd name="T29" fmla="*/ 0 h 19"/>
                <a:gd name="T30" fmla="*/ 107 w 16"/>
                <a:gd name="T31" fmla="*/ 9 h 19"/>
                <a:gd name="T32" fmla="*/ 107 w 16"/>
                <a:gd name="T33" fmla="*/ 33 h 19"/>
                <a:gd name="T34" fmla="*/ 124 w 16"/>
                <a:gd name="T35" fmla="*/ 33 h 19"/>
                <a:gd name="T36" fmla="*/ 140 w 16"/>
                <a:gd name="T37" fmla="*/ 53 h 19"/>
                <a:gd name="T38" fmla="*/ 132 w 16"/>
                <a:gd name="T39" fmla="*/ 88 h 19"/>
                <a:gd name="T40" fmla="*/ 140 w 16"/>
                <a:gd name="T41" fmla="*/ 117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9">
                  <a:moveTo>
                    <a:pt x="16" y="11"/>
                  </a:moveTo>
                  <a:cubicBezTo>
                    <a:pt x="16" y="13"/>
                    <a:pt x="16" y="13"/>
                    <a:pt x="15" y="14"/>
                  </a:cubicBezTo>
                  <a:cubicBezTo>
                    <a:pt x="15" y="15"/>
                    <a:pt x="14" y="14"/>
                    <a:pt x="14" y="15"/>
                  </a:cubicBezTo>
                  <a:cubicBezTo>
                    <a:pt x="14" y="15"/>
                    <a:pt x="15" y="17"/>
                    <a:pt x="13" y="17"/>
                  </a:cubicBezTo>
                  <a:cubicBezTo>
                    <a:pt x="13" y="17"/>
                    <a:pt x="12" y="16"/>
                    <a:pt x="12" y="16"/>
                  </a:cubicBezTo>
                  <a:cubicBezTo>
                    <a:pt x="11" y="16"/>
                    <a:pt x="11" y="17"/>
                    <a:pt x="11" y="18"/>
                  </a:cubicBezTo>
                  <a:cubicBezTo>
                    <a:pt x="10" y="18"/>
                    <a:pt x="8" y="19"/>
                    <a:pt x="7" y="18"/>
                  </a:cubicBezTo>
                  <a:cubicBezTo>
                    <a:pt x="6" y="18"/>
                    <a:pt x="6" y="17"/>
                    <a:pt x="5" y="17"/>
                  </a:cubicBezTo>
                  <a:cubicBezTo>
                    <a:pt x="3" y="16"/>
                    <a:pt x="3" y="16"/>
                    <a:pt x="3" y="15"/>
                  </a:cubicBezTo>
                  <a:cubicBezTo>
                    <a:pt x="2" y="14"/>
                    <a:pt x="1" y="13"/>
                    <a:pt x="1" y="12"/>
                  </a:cubicBezTo>
                  <a:cubicBezTo>
                    <a:pt x="0" y="11"/>
                    <a:pt x="2" y="11"/>
                    <a:pt x="3" y="10"/>
                  </a:cubicBezTo>
                  <a:cubicBezTo>
                    <a:pt x="3" y="8"/>
                    <a:pt x="1" y="8"/>
                    <a:pt x="1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6" y="1"/>
                    <a:pt x="6" y="0"/>
                    <a:pt x="8" y="0"/>
                  </a:cubicBezTo>
                  <a:cubicBezTo>
                    <a:pt x="9" y="0"/>
                    <a:pt x="11" y="0"/>
                    <a:pt x="12" y="1"/>
                  </a:cubicBezTo>
                  <a:cubicBezTo>
                    <a:pt x="12" y="1"/>
                    <a:pt x="12" y="2"/>
                    <a:pt x="12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5" y="3"/>
                    <a:pt x="16" y="4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6" y="10"/>
                    <a:pt x="16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3" name="Freeform 584">
              <a:extLst>
                <a:ext uri="{FF2B5EF4-FFF2-40B4-BE49-F238E27FC236}">
                  <a16:creationId xmlns:a16="http://schemas.microsoft.com/office/drawing/2014/main" id="{8CE16B55-8FA5-4F4A-8EB6-E2422D193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3217"/>
              <a:ext cx="4" cy="4"/>
            </a:xfrm>
            <a:custGeom>
              <a:avLst/>
              <a:gdLst>
                <a:gd name="T0" fmla="*/ 16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4" name="Freeform 585">
              <a:extLst>
                <a:ext uri="{FF2B5EF4-FFF2-40B4-BE49-F238E27FC236}">
                  <a16:creationId xmlns:a16="http://schemas.microsoft.com/office/drawing/2014/main" id="{DAA0D385-D703-43AE-9F22-9C9D76591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219"/>
              <a:ext cx="6" cy="7"/>
            </a:xfrm>
            <a:custGeom>
              <a:avLst/>
              <a:gdLst>
                <a:gd name="T0" fmla="*/ 0 w 3"/>
                <a:gd name="T1" fmla="*/ 37 h 3"/>
                <a:gd name="T2" fmla="*/ 24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5" name="Freeform 586">
              <a:extLst>
                <a:ext uri="{FF2B5EF4-FFF2-40B4-BE49-F238E27FC236}">
                  <a16:creationId xmlns:a16="http://schemas.microsoft.com/office/drawing/2014/main" id="{0B53E7FF-40D0-46CB-B86C-21887174F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202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6" name="Freeform 587">
              <a:extLst>
                <a:ext uri="{FF2B5EF4-FFF2-40B4-BE49-F238E27FC236}">
                  <a16:creationId xmlns:a16="http://schemas.microsoft.com/office/drawing/2014/main" id="{8C1B8089-4131-4E07-9D2D-9C4E884CC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2189"/>
              <a:ext cx="45" cy="48"/>
            </a:xfrm>
            <a:custGeom>
              <a:avLst/>
              <a:gdLst>
                <a:gd name="T0" fmla="*/ 147 w 22"/>
                <a:gd name="T1" fmla="*/ 44 h 22"/>
                <a:gd name="T2" fmla="*/ 84 w 22"/>
                <a:gd name="T3" fmla="*/ 0 h 22"/>
                <a:gd name="T4" fmla="*/ 33 w 22"/>
                <a:gd name="T5" fmla="*/ 33 h 22"/>
                <a:gd name="T6" fmla="*/ 76 w 22"/>
                <a:gd name="T7" fmla="*/ 194 h 22"/>
                <a:gd name="T8" fmla="*/ 188 w 22"/>
                <a:gd name="T9" fmla="*/ 148 h 22"/>
                <a:gd name="T10" fmla="*/ 14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2" y="15"/>
                    <a:pt x="9" y="19"/>
                  </a:cubicBezTo>
                  <a:cubicBezTo>
                    <a:pt x="15" y="22"/>
                    <a:pt x="21" y="18"/>
                    <a:pt x="22" y="14"/>
                  </a:cubicBezTo>
                  <a:cubicBezTo>
                    <a:pt x="22" y="10"/>
                    <a:pt x="21" y="8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07" name="Freeform 588">
              <a:extLst>
                <a:ext uri="{FF2B5EF4-FFF2-40B4-BE49-F238E27FC236}">
                  <a16:creationId xmlns:a16="http://schemas.microsoft.com/office/drawing/2014/main" id="{F32E637B-F5AE-42BE-8C0B-BDB00ED86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198"/>
              <a:ext cx="25" cy="26"/>
            </a:xfrm>
            <a:custGeom>
              <a:avLst/>
              <a:gdLst>
                <a:gd name="T0" fmla="*/ 100 w 12"/>
                <a:gd name="T1" fmla="*/ 61 h 12"/>
                <a:gd name="T2" fmla="*/ 92 w 12"/>
                <a:gd name="T3" fmla="*/ 113 h 12"/>
                <a:gd name="T4" fmla="*/ 27 w 12"/>
                <a:gd name="T5" fmla="*/ 80 h 12"/>
                <a:gd name="T6" fmla="*/ 8 w 12"/>
                <a:gd name="T7" fmla="*/ 20 h 12"/>
                <a:gd name="T8" fmla="*/ 35 w 12"/>
                <a:gd name="T9" fmla="*/ 0 h 12"/>
                <a:gd name="T10" fmla="*/ 35 w 12"/>
                <a:gd name="T11" fmla="*/ 0 h 12"/>
                <a:gd name="T12" fmla="*/ 8 w 12"/>
                <a:gd name="T13" fmla="*/ 20 h 12"/>
                <a:gd name="T14" fmla="*/ 27 w 12"/>
                <a:gd name="T15" fmla="*/ 80 h 12"/>
                <a:gd name="T16" fmla="*/ 92 w 12"/>
                <a:gd name="T17" fmla="*/ 113 h 12"/>
                <a:gd name="T18" fmla="*/ 100 w 12"/>
                <a:gd name="T19" fmla="*/ 6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6"/>
                  </a:moveTo>
                  <a:cubicBezTo>
                    <a:pt x="12" y="8"/>
                    <a:pt x="11" y="10"/>
                    <a:pt x="10" y="11"/>
                  </a:cubicBezTo>
                  <a:cubicBezTo>
                    <a:pt x="8" y="11"/>
                    <a:pt x="5" y="11"/>
                    <a:pt x="3" y="8"/>
                  </a:cubicBezTo>
                  <a:cubicBezTo>
                    <a:pt x="1" y="5"/>
                    <a:pt x="1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0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8" name="Freeform 589">
              <a:extLst>
                <a:ext uri="{FF2B5EF4-FFF2-40B4-BE49-F238E27FC236}">
                  <a16:creationId xmlns:a16="http://schemas.microsoft.com/office/drawing/2014/main" id="{6C0FE910-DD83-449F-B990-0CA0D5F1A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270"/>
              <a:ext cx="54" cy="68"/>
            </a:xfrm>
            <a:custGeom>
              <a:avLst/>
              <a:gdLst>
                <a:gd name="T0" fmla="*/ 64 w 26"/>
                <a:gd name="T1" fmla="*/ 283 h 31"/>
                <a:gd name="T2" fmla="*/ 125 w 26"/>
                <a:gd name="T3" fmla="*/ 318 h 31"/>
                <a:gd name="T4" fmla="*/ 208 w 26"/>
                <a:gd name="T5" fmla="*/ 140 h 31"/>
                <a:gd name="T6" fmla="*/ 64 w 26"/>
                <a:gd name="T7" fmla="*/ 9 h 31"/>
                <a:gd name="T8" fmla="*/ 8 w 26"/>
                <a:gd name="T9" fmla="*/ 105 h 31"/>
                <a:gd name="T10" fmla="*/ 35 w 26"/>
                <a:gd name="T11" fmla="*/ 213 h 31"/>
                <a:gd name="T12" fmla="*/ 64 w 26"/>
                <a:gd name="T13" fmla="*/ 28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7" y="27"/>
                  </a:moveTo>
                  <a:cubicBezTo>
                    <a:pt x="9" y="29"/>
                    <a:pt x="12" y="30"/>
                    <a:pt x="14" y="30"/>
                  </a:cubicBezTo>
                  <a:cubicBezTo>
                    <a:pt x="23" y="31"/>
                    <a:pt x="26" y="22"/>
                    <a:pt x="23" y="13"/>
                  </a:cubicBezTo>
                  <a:cubicBezTo>
                    <a:pt x="20" y="5"/>
                    <a:pt x="12" y="0"/>
                    <a:pt x="7" y="1"/>
                  </a:cubicBezTo>
                  <a:cubicBezTo>
                    <a:pt x="2" y="3"/>
                    <a:pt x="0" y="6"/>
                    <a:pt x="1" y="10"/>
                  </a:cubicBezTo>
                  <a:cubicBezTo>
                    <a:pt x="1" y="14"/>
                    <a:pt x="3" y="18"/>
                    <a:pt x="4" y="20"/>
                  </a:cubicBezTo>
                  <a:cubicBezTo>
                    <a:pt x="5" y="22"/>
                    <a:pt x="6" y="25"/>
                    <a:pt x="7" y="27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09" name="Freeform 590">
              <a:extLst>
                <a:ext uri="{FF2B5EF4-FFF2-40B4-BE49-F238E27FC236}">
                  <a16:creationId xmlns:a16="http://schemas.microsoft.com/office/drawing/2014/main" id="{94C083A8-E1FA-4058-A83B-C2E8AF785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286"/>
              <a:ext cx="20" cy="37"/>
            </a:xfrm>
            <a:custGeom>
              <a:avLst/>
              <a:gdLst>
                <a:gd name="T0" fmla="*/ 64 w 10"/>
                <a:gd name="T1" fmla="*/ 165 h 17"/>
                <a:gd name="T2" fmla="*/ 72 w 10"/>
                <a:gd name="T3" fmla="*/ 104 h 17"/>
                <a:gd name="T4" fmla="*/ 32 w 10"/>
                <a:gd name="T5" fmla="*/ 9 h 17"/>
                <a:gd name="T6" fmla="*/ 0 w 10"/>
                <a:gd name="T7" fmla="*/ 9 h 17"/>
                <a:gd name="T8" fmla="*/ 0 w 10"/>
                <a:gd name="T9" fmla="*/ 9 h 17"/>
                <a:gd name="T10" fmla="*/ 32 w 10"/>
                <a:gd name="T11" fmla="*/ 9 h 17"/>
                <a:gd name="T12" fmla="*/ 72 w 10"/>
                <a:gd name="T13" fmla="*/ 104 h 17"/>
                <a:gd name="T14" fmla="*/ 64 w 10"/>
                <a:gd name="T15" fmla="*/ 165 h 17"/>
                <a:gd name="T16" fmla="*/ 40 w 10"/>
                <a:gd name="T17" fmla="*/ 165 h 17"/>
                <a:gd name="T18" fmla="*/ 40 w 10"/>
                <a:gd name="T19" fmla="*/ 165 h 17"/>
                <a:gd name="T20" fmla="*/ 64 w 10"/>
                <a:gd name="T21" fmla="*/ 165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7">
                  <a:moveTo>
                    <a:pt x="8" y="16"/>
                  </a:moveTo>
                  <a:cubicBezTo>
                    <a:pt x="10" y="15"/>
                    <a:pt x="10" y="13"/>
                    <a:pt x="9" y="10"/>
                  </a:cubicBezTo>
                  <a:cubicBezTo>
                    <a:pt x="9" y="6"/>
                    <a:pt x="6" y="3"/>
                    <a:pt x="4" y="1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6" y="3"/>
                    <a:pt x="8" y="6"/>
                    <a:pt x="9" y="10"/>
                  </a:cubicBezTo>
                  <a:cubicBezTo>
                    <a:pt x="10" y="13"/>
                    <a:pt x="9" y="15"/>
                    <a:pt x="8" y="16"/>
                  </a:cubicBezTo>
                  <a:cubicBezTo>
                    <a:pt x="7" y="16"/>
                    <a:pt x="6" y="17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7"/>
                    <a:pt x="7" y="17"/>
                    <a:pt x="8" y="1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0" name="Freeform 591">
              <a:extLst>
                <a:ext uri="{FF2B5EF4-FFF2-40B4-BE49-F238E27FC236}">
                  <a16:creationId xmlns:a16="http://schemas.microsoft.com/office/drawing/2014/main" id="{4907F4C9-5C98-4302-9828-2EB2E331D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176"/>
              <a:ext cx="43" cy="77"/>
            </a:xfrm>
            <a:custGeom>
              <a:avLst/>
              <a:gdLst>
                <a:gd name="T0" fmla="*/ 172 w 21"/>
                <a:gd name="T1" fmla="*/ 117 h 35"/>
                <a:gd name="T2" fmla="*/ 129 w 21"/>
                <a:gd name="T3" fmla="*/ 44 h 35"/>
                <a:gd name="T4" fmla="*/ 0 w 21"/>
                <a:gd name="T5" fmla="*/ 178 h 35"/>
                <a:gd name="T6" fmla="*/ 84 w 21"/>
                <a:gd name="T7" fmla="*/ 363 h 35"/>
                <a:gd name="T8" fmla="*/ 172 w 21"/>
                <a:gd name="T9" fmla="*/ 310 h 35"/>
                <a:gd name="T10" fmla="*/ 172 w 21"/>
                <a:gd name="T11" fmla="*/ 194 h 35"/>
                <a:gd name="T12" fmla="*/ 172 w 21"/>
                <a:gd name="T13" fmla="*/ 11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5">
                  <a:moveTo>
                    <a:pt x="20" y="11"/>
                  </a:moveTo>
                  <a:cubicBezTo>
                    <a:pt x="19" y="8"/>
                    <a:pt x="18" y="6"/>
                    <a:pt x="15" y="4"/>
                  </a:cubicBezTo>
                  <a:cubicBezTo>
                    <a:pt x="7" y="0"/>
                    <a:pt x="1" y="7"/>
                    <a:pt x="0" y="17"/>
                  </a:cubicBezTo>
                  <a:cubicBezTo>
                    <a:pt x="0" y="26"/>
                    <a:pt x="5" y="33"/>
                    <a:pt x="10" y="34"/>
                  </a:cubicBezTo>
                  <a:cubicBezTo>
                    <a:pt x="15" y="35"/>
                    <a:pt x="18" y="33"/>
                    <a:pt x="20" y="29"/>
                  </a:cubicBezTo>
                  <a:cubicBezTo>
                    <a:pt x="21" y="25"/>
                    <a:pt x="21" y="21"/>
                    <a:pt x="20" y="18"/>
                  </a:cubicBezTo>
                  <a:cubicBezTo>
                    <a:pt x="20" y="16"/>
                    <a:pt x="21" y="13"/>
                    <a:pt x="20" y="1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11" name="Freeform 592">
              <a:extLst>
                <a:ext uri="{FF2B5EF4-FFF2-40B4-BE49-F238E27FC236}">
                  <a16:creationId xmlns:a16="http://schemas.microsoft.com/office/drawing/2014/main" id="{8A5300E4-BF4C-4586-AEEE-2C8B360E6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198"/>
              <a:ext cx="15" cy="39"/>
            </a:xfrm>
            <a:custGeom>
              <a:avLst/>
              <a:gdLst>
                <a:gd name="T0" fmla="*/ 41 w 7"/>
                <a:gd name="T1" fmla="*/ 0 h 18"/>
                <a:gd name="T2" fmla="*/ 9 w 7"/>
                <a:gd name="T3" fmla="*/ 52 h 18"/>
                <a:gd name="T4" fmla="*/ 19 w 7"/>
                <a:gd name="T5" fmla="*/ 165 h 18"/>
                <a:gd name="T6" fmla="*/ 60 w 7"/>
                <a:gd name="T7" fmla="*/ 184 h 18"/>
                <a:gd name="T8" fmla="*/ 60 w 7"/>
                <a:gd name="T9" fmla="*/ 184 h 18"/>
                <a:gd name="T10" fmla="*/ 28 w 7"/>
                <a:gd name="T11" fmla="*/ 165 h 18"/>
                <a:gd name="T12" fmla="*/ 9 w 7"/>
                <a:gd name="T13" fmla="*/ 61 h 18"/>
                <a:gd name="T14" fmla="*/ 41 w 7"/>
                <a:gd name="T15" fmla="*/ 9 h 18"/>
                <a:gd name="T16" fmla="*/ 69 w 7"/>
                <a:gd name="T17" fmla="*/ 20 h 18"/>
                <a:gd name="T18" fmla="*/ 69 w 7"/>
                <a:gd name="T19" fmla="*/ 20 h 18"/>
                <a:gd name="T20" fmla="*/ 41 w 7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8">
                  <a:moveTo>
                    <a:pt x="4" y="0"/>
                  </a:moveTo>
                  <a:cubicBezTo>
                    <a:pt x="3" y="1"/>
                    <a:pt x="1" y="3"/>
                    <a:pt x="1" y="5"/>
                  </a:cubicBezTo>
                  <a:cubicBezTo>
                    <a:pt x="0" y="9"/>
                    <a:pt x="1" y="14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4" y="18"/>
                    <a:pt x="3" y="17"/>
                    <a:pt x="3" y="16"/>
                  </a:cubicBezTo>
                  <a:cubicBezTo>
                    <a:pt x="1" y="13"/>
                    <a:pt x="0" y="9"/>
                    <a:pt x="1" y="6"/>
                  </a:cubicBezTo>
                  <a:cubicBezTo>
                    <a:pt x="2" y="3"/>
                    <a:pt x="3" y="1"/>
                    <a:pt x="4" y="1"/>
                  </a:cubicBezTo>
                  <a:cubicBezTo>
                    <a:pt x="5" y="0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2" name="Freeform 593">
              <a:extLst>
                <a:ext uri="{FF2B5EF4-FFF2-40B4-BE49-F238E27FC236}">
                  <a16:creationId xmlns:a16="http://schemas.microsoft.com/office/drawing/2014/main" id="{DA51A5EB-91B8-4BA1-A1D7-AE79D6F11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154"/>
              <a:ext cx="41" cy="64"/>
            </a:xfrm>
            <a:custGeom>
              <a:avLst/>
              <a:gdLst>
                <a:gd name="T0" fmla="*/ 121 w 20"/>
                <a:gd name="T1" fmla="*/ 33 h 29"/>
                <a:gd name="T2" fmla="*/ 68 w 20"/>
                <a:gd name="T3" fmla="*/ 0 h 29"/>
                <a:gd name="T4" fmla="*/ 25 w 20"/>
                <a:gd name="T5" fmla="*/ 194 h 29"/>
                <a:gd name="T6" fmla="*/ 131 w 20"/>
                <a:gd name="T7" fmla="*/ 302 h 29"/>
                <a:gd name="T8" fmla="*/ 172 w 20"/>
                <a:gd name="T9" fmla="*/ 194 h 29"/>
                <a:gd name="T10" fmla="*/ 148 w 20"/>
                <a:gd name="T11" fmla="*/ 97 h 29"/>
                <a:gd name="T12" fmla="*/ 121 w 20"/>
                <a:gd name="T13" fmla="*/ 3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14" y="3"/>
                  </a:moveTo>
                  <a:cubicBezTo>
                    <a:pt x="12" y="1"/>
                    <a:pt x="10" y="0"/>
                    <a:pt x="8" y="0"/>
                  </a:cubicBezTo>
                  <a:cubicBezTo>
                    <a:pt x="2" y="0"/>
                    <a:pt x="0" y="10"/>
                    <a:pt x="3" y="18"/>
                  </a:cubicBezTo>
                  <a:cubicBezTo>
                    <a:pt x="6" y="26"/>
                    <a:pt x="12" y="29"/>
                    <a:pt x="15" y="28"/>
                  </a:cubicBezTo>
                  <a:cubicBezTo>
                    <a:pt x="19" y="26"/>
                    <a:pt x="20" y="23"/>
                    <a:pt x="20" y="18"/>
                  </a:cubicBezTo>
                  <a:cubicBezTo>
                    <a:pt x="20" y="15"/>
                    <a:pt x="18" y="11"/>
                    <a:pt x="17" y="9"/>
                  </a:cubicBezTo>
                  <a:cubicBezTo>
                    <a:pt x="16" y="7"/>
                    <a:pt x="15" y="4"/>
                    <a:pt x="14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13" name="Freeform 594">
              <a:extLst>
                <a:ext uri="{FF2B5EF4-FFF2-40B4-BE49-F238E27FC236}">
                  <a16:creationId xmlns:a16="http://schemas.microsoft.com/office/drawing/2014/main" id="{AF8C8FBA-57B5-4562-8AE5-F462AD54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170"/>
              <a:ext cx="16" cy="32"/>
            </a:xfrm>
            <a:custGeom>
              <a:avLst/>
              <a:gdLst>
                <a:gd name="T0" fmla="*/ 8 w 8"/>
                <a:gd name="T1" fmla="*/ 0 h 15"/>
                <a:gd name="T2" fmla="*/ 8 w 8"/>
                <a:gd name="T3" fmla="*/ 60 h 15"/>
                <a:gd name="T4" fmla="*/ 40 w 8"/>
                <a:gd name="T5" fmla="*/ 145 h 15"/>
                <a:gd name="T6" fmla="*/ 64 w 8"/>
                <a:gd name="T7" fmla="*/ 137 h 15"/>
                <a:gd name="T8" fmla="*/ 64 w 8"/>
                <a:gd name="T9" fmla="*/ 137 h 15"/>
                <a:gd name="T10" fmla="*/ 48 w 8"/>
                <a:gd name="T11" fmla="*/ 137 h 15"/>
                <a:gd name="T12" fmla="*/ 8 w 8"/>
                <a:gd name="T13" fmla="*/ 60 h 15"/>
                <a:gd name="T14" fmla="*/ 16 w 8"/>
                <a:gd name="T15" fmla="*/ 9 h 15"/>
                <a:gd name="T16" fmla="*/ 32 w 8"/>
                <a:gd name="T17" fmla="*/ 0 h 15"/>
                <a:gd name="T18" fmla="*/ 32 w 8"/>
                <a:gd name="T19" fmla="*/ 0 h 15"/>
                <a:gd name="T20" fmla="*/ 8 w 8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5">
                  <a:moveTo>
                    <a:pt x="1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2" y="10"/>
                    <a:pt x="4" y="13"/>
                    <a:pt x="5" y="15"/>
                  </a:cubicBezTo>
                  <a:cubicBezTo>
                    <a:pt x="6" y="15"/>
                    <a:pt x="7" y="15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5"/>
                    <a:pt x="7" y="15"/>
                    <a:pt x="6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4" name="Freeform 595">
              <a:extLst>
                <a:ext uri="{FF2B5EF4-FFF2-40B4-BE49-F238E27FC236}">
                  <a16:creationId xmlns:a16="http://schemas.microsoft.com/office/drawing/2014/main" id="{5C522BAB-3B7F-4D2A-9819-35321A206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137"/>
              <a:ext cx="54" cy="65"/>
            </a:xfrm>
            <a:custGeom>
              <a:avLst/>
              <a:gdLst>
                <a:gd name="T0" fmla="*/ 73 w 26"/>
                <a:gd name="T1" fmla="*/ 20 h 30"/>
                <a:gd name="T2" fmla="*/ 8 w 26"/>
                <a:gd name="T3" fmla="*/ 80 h 30"/>
                <a:gd name="T4" fmla="*/ 91 w 26"/>
                <a:gd name="T5" fmla="*/ 245 h 30"/>
                <a:gd name="T6" fmla="*/ 189 w 26"/>
                <a:gd name="T7" fmla="*/ 286 h 30"/>
                <a:gd name="T8" fmla="*/ 73 w 26"/>
                <a:gd name="T9" fmla="*/ 2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8" y="2"/>
                  </a:moveTo>
                  <a:cubicBezTo>
                    <a:pt x="3" y="0"/>
                    <a:pt x="0" y="3"/>
                    <a:pt x="1" y="8"/>
                  </a:cubicBezTo>
                  <a:cubicBezTo>
                    <a:pt x="1" y="13"/>
                    <a:pt x="5" y="20"/>
                    <a:pt x="10" y="24"/>
                  </a:cubicBezTo>
                  <a:cubicBezTo>
                    <a:pt x="15" y="30"/>
                    <a:pt x="19" y="30"/>
                    <a:pt x="21" y="28"/>
                  </a:cubicBezTo>
                  <a:cubicBezTo>
                    <a:pt x="26" y="24"/>
                    <a:pt x="17" y="6"/>
                    <a:pt x="8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15" name="Freeform 596">
              <a:extLst>
                <a:ext uri="{FF2B5EF4-FFF2-40B4-BE49-F238E27FC236}">
                  <a16:creationId xmlns:a16="http://schemas.microsoft.com/office/drawing/2014/main" id="{95CA0182-FF19-4EA3-BFDC-D4EC7022D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150"/>
              <a:ext cx="24" cy="37"/>
            </a:xfrm>
            <a:custGeom>
              <a:avLst/>
              <a:gdLst>
                <a:gd name="T0" fmla="*/ 8 w 12"/>
                <a:gd name="T1" fmla="*/ 0 h 17"/>
                <a:gd name="T2" fmla="*/ 16 w 12"/>
                <a:gd name="T3" fmla="*/ 72 h 17"/>
                <a:gd name="T4" fmla="*/ 72 w 12"/>
                <a:gd name="T5" fmla="*/ 165 h 17"/>
                <a:gd name="T6" fmla="*/ 96 w 12"/>
                <a:gd name="T7" fmla="*/ 176 h 17"/>
                <a:gd name="T8" fmla="*/ 96 w 12"/>
                <a:gd name="T9" fmla="*/ 176 h 17"/>
                <a:gd name="T10" fmla="*/ 72 w 12"/>
                <a:gd name="T11" fmla="*/ 165 h 17"/>
                <a:gd name="T12" fmla="*/ 16 w 12"/>
                <a:gd name="T13" fmla="*/ 72 h 17"/>
                <a:gd name="T14" fmla="*/ 16 w 12"/>
                <a:gd name="T15" fmla="*/ 0 h 17"/>
                <a:gd name="T16" fmla="*/ 40 w 12"/>
                <a:gd name="T17" fmla="*/ 9 h 17"/>
                <a:gd name="T18" fmla="*/ 40 w 12"/>
                <a:gd name="T19" fmla="*/ 9 h 17"/>
                <a:gd name="T20" fmla="*/ 8 w 12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7">
                  <a:moveTo>
                    <a:pt x="1" y="0"/>
                  </a:moveTo>
                  <a:cubicBezTo>
                    <a:pt x="0" y="1"/>
                    <a:pt x="0" y="4"/>
                    <a:pt x="2" y="7"/>
                  </a:cubicBezTo>
                  <a:cubicBezTo>
                    <a:pt x="3" y="10"/>
                    <a:pt x="6" y="14"/>
                    <a:pt x="9" y="16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1" y="17"/>
                    <a:pt x="10" y="17"/>
                    <a:pt x="9" y="16"/>
                  </a:cubicBezTo>
                  <a:cubicBezTo>
                    <a:pt x="6" y="14"/>
                    <a:pt x="3" y="10"/>
                    <a:pt x="2" y="7"/>
                  </a:cubicBezTo>
                  <a:cubicBezTo>
                    <a:pt x="1" y="4"/>
                    <a:pt x="1" y="1"/>
                    <a:pt x="2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6" name="Freeform 597">
              <a:extLst>
                <a:ext uri="{FF2B5EF4-FFF2-40B4-BE49-F238E27FC236}">
                  <a16:creationId xmlns:a16="http://schemas.microsoft.com/office/drawing/2014/main" id="{E53F94D4-6290-459A-968F-D13605B01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334"/>
              <a:ext cx="57" cy="70"/>
            </a:xfrm>
            <a:custGeom>
              <a:avLst/>
              <a:gdLst>
                <a:gd name="T0" fmla="*/ 136 w 28"/>
                <a:gd name="T1" fmla="*/ 33 h 32"/>
                <a:gd name="T2" fmla="*/ 41 w 28"/>
                <a:gd name="T3" fmla="*/ 33 h 32"/>
                <a:gd name="T4" fmla="*/ 67 w 28"/>
                <a:gd name="T5" fmla="*/ 230 h 32"/>
                <a:gd name="T6" fmla="*/ 204 w 28"/>
                <a:gd name="T7" fmla="*/ 302 h 32"/>
                <a:gd name="T8" fmla="*/ 236 w 28"/>
                <a:gd name="T9" fmla="*/ 230 h 32"/>
                <a:gd name="T10" fmla="*/ 187 w 28"/>
                <a:gd name="T11" fmla="*/ 133 h 32"/>
                <a:gd name="T12" fmla="*/ 136 w 28"/>
                <a:gd name="T13" fmla="*/ 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2">
                  <a:moveTo>
                    <a:pt x="16" y="3"/>
                  </a:moveTo>
                  <a:cubicBezTo>
                    <a:pt x="13" y="1"/>
                    <a:pt x="9" y="0"/>
                    <a:pt x="5" y="3"/>
                  </a:cubicBezTo>
                  <a:cubicBezTo>
                    <a:pt x="0" y="7"/>
                    <a:pt x="2" y="14"/>
                    <a:pt x="8" y="22"/>
                  </a:cubicBezTo>
                  <a:cubicBezTo>
                    <a:pt x="14" y="29"/>
                    <a:pt x="18" y="32"/>
                    <a:pt x="24" y="29"/>
                  </a:cubicBezTo>
                  <a:cubicBezTo>
                    <a:pt x="27" y="28"/>
                    <a:pt x="28" y="26"/>
                    <a:pt x="28" y="22"/>
                  </a:cubicBezTo>
                  <a:cubicBezTo>
                    <a:pt x="27" y="18"/>
                    <a:pt x="25" y="17"/>
                    <a:pt x="22" y="13"/>
                  </a:cubicBezTo>
                  <a:cubicBezTo>
                    <a:pt x="20" y="11"/>
                    <a:pt x="19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17" name="Freeform 598">
              <a:extLst>
                <a:ext uri="{FF2B5EF4-FFF2-40B4-BE49-F238E27FC236}">
                  <a16:creationId xmlns:a16="http://schemas.microsoft.com/office/drawing/2014/main" id="{25631A83-D348-492A-9E31-76FD768E6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347"/>
              <a:ext cx="29" cy="37"/>
            </a:xfrm>
            <a:custGeom>
              <a:avLst/>
              <a:gdLst>
                <a:gd name="T0" fmla="*/ 124 w 14"/>
                <a:gd name="T1" fmla="*/ 165 h 17"/>
                <a:gd name="T2" fmla="*/ 116 w 14"/>
                <a:gd name="T3" fmla="*/ 176 h 17"/>
                <a:gd name="T4" fmla="*/ 35 w 14"/>
                <a:gd name="T5" fmla="*/ 104 h 17"/>
                <a:gd name="T6" fmla="*/ 17 w 14"/>
                <a:gd name="T7" fmla="*/ 9 h 17"/>
                <a:gd name="T8" fmla="*/ 52 w 14"/>
                <a:gd name="T9" fmla="*/ 9 h 17"/>
                <a:gd name="T10" fmla="*/ 52 w 14"/>
                <a:gd name="T11" fmla="*/ 9 h 17"/>
                <a:gd name="T12" fmla="*/ 17 w 14"/>
                <a:gd name="T13" fmla="*/ 9 h 17"/>
                <a:gd name="T14" fmla="*/ 35 w 14"/>
                <a:gd name="T15" fmla="*/ 104 h 17"/>
                <a:gd name="T16" fmla="*/ 116 w 14"/>
                <a:gd name="T17" fmla="*/ 176 h 17"/>
                <a:gd name="T18" fmla="*/ 124 w 14"/>
                <a:gd name="T19" fmla="*/ 165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7">
                  <a:moveTo>
                    <a:pt x="14" y="16"/>
                  </a:moveTo>
                  <a:cubicBezTo>
                    <a:pt x="14" y="16"/>
                    <a:pt x="14" y="17"/>
                    <a:pt x="13" y="17"/>
                  </a:cubicBezTo>
                  <a:cubicBezTo>
                    <a:pt x="12" y="17"/>
                    <a:pt x="9" y="16"/>
                    <a:pt x="4" y="10"/>
                  </a:cubicBezTo>
                  <a:cubicBezTo>
                    <a:pt x="1" y="5"/>
                    <a:pt x="1" y="2"/>
                    <a:pt x="2" y="1"/>
                  </a:cubicBezTo>
                  <a:cubicBezTo>
                    <a:pt x="3" y="0"/>
                    <a:pt x="4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0" y="5"/>
                    <a:pt x="4" y="10"/>
                  </a:cubicBezTo>
                  <a:cubicBezTo>
                    <a:pt x="8" y="15"/>
                    <a:pt x="12" y="17"/>
                    <a:pt x="13" y="17"/>
                  </a:cubicBezTo>
                  <a:cubicBezTo>
                    <a:pt x="14" y="17"/>
                    <a:pt x="14" y="16"/>
                    <a:pt x="14" y="1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8" name="Freeform 599">
              <a:extLst>
                <a:ext uri="{FF2B5EF4-FFF2-40B4-BE49-F238E27FC236}">
                  <a16:creationId xmlns:a16="http://schemas.microsoft.com/office/drawing/2014/main" id="{A0D305CB-6BF0-496E-A9E9-2493448EB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408"/>
              <a:ext cx="52" cy="50"/>
            </a:xfrm>
            <a:custGeom>
              <a:avLst/>
              <a:gdLst>
                <a:gd name="T0" fmla="*/ 152 w 25"/>
                <a:gd name="T1" fmla="*/ 33 h 23"/>
                <a:gd name="T2" fmla="*/ 83 w 25"/>
                <a:gd name="T3" fmla="*/ 9 h 23"/>
                <a:gd name="T4" fmla="*/ 25 w 25"/>
                <a:gd name="T5" fmla="*/ 61 h 23"/>
                <a:gd name="T6" fmla="*/ 108 w 25"/>
                <a:gd name="T7" fmla="*/ 217 h 23"/>
                <a:gd name="T8" fmla="*/ 225 w 25"/>
                <a:gd name="T9" fmla="*/ 133 h 23"/>
                <a:gd name="T10" fmla="*/ 152 w 25"/>
                <a:gd name="T11" fmla="*/ 3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3">
                  <a:moveTo>
                    <a:pt x="17" y="3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6" y="2"/>
                    <a:pt x="4" y="3"/>
                    <a:pt x="3" y="6"/>
                  </a:cubicBezTo>
                  <a:cubicBezTo>
                    <a:pt x="0" y="12"/>
                    <a:pt x="5" y="19"/>
                    <a:pt x="12" y="21"/>
                  </a:cubicBezTo>
                  <a:cubicBezTo>
                    <a:pt x="19" y="23"/>
                    <a:pt x="25" y="18"/>
                    <a:pt x="25" y="13"/>
                  </a:cubicBezTo>
                  <a:cubicBezTo>
                    <a:pt x="24" y="9"/>
                    <a:pt x="22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19" name="Freeform 600">
              <a:extLst>
                <a:ext uri="{FF2B5EF4-FFF2-40B4-BE49-F238E27FC236}">
                  <a16:creationId xmlns:a16="http://schemas.microsoft.com/office/drawing/2014/main" id="{283E7919-1073-4E69-A6FC-F95E83C2F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421"/>
              <a:ext cx="26" cy="24"/>
            </a:xfrm>
            <a:custGeom>
              <a:avLst/>
              <a:gdLst>
                <a:gd name="T0" fmla="*/ 96 w 13"/>
                <a:gd name="T1" fmla="*/ 44 h 11"/>
                <a:gd name="T2" fmla="*/ 88 w 13"/>
                <a:gd name="T3" fmla="*/ 96 h 11"/>
                <a:gd name="T4" fmla="*/ 24 w 13"/>
                <a:gd name="T5" fmla="*/ 81 h 11"/>
                <a:gd name="T6" fmla="*/ 0 w 13"/>
                <a:gd name="T7" fmla="*/ 33 h 11"/>
                <a:gd name="T8" fmla="*/ 16 w 13"/>
                <a:gd name="T9" fmla="*/ 0 h 11"/>
                <a:gd name="T10" fmla="*/ 16 w 13"/>
                <a:gd name="T11" fmla="*/ 0 h 11"/>
                <a:gd name="T12" fmla="*/ 0 w 13"/>
                <a:gd name="T13" fmla="*/ 33 h 11"/>
                <a:gd name="T14" fmla="*/ 24 w 13"/>
                <a:gd name="T15" fmla="*/ 96 h 11"/>
                <a:gd name="T16" fmla="*/ 88 w 13"/>
                <a:gd name="T17" fmla="*/ 96 h 11"/>
                <a:gd name="T18" fmla="*/ 96 w 13"/>
                <a:gd name="T19" fmla="*/ 44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4"/>
                  </a:moveTo>
                  <a:cubicBezTo>
                    <a:pt x="13" y="6"/>
                    <a:pt x="13" y="8"/>
                    <a:pt x="11" y="9"/>
                  </a:cubicBezTo>
                  <a:cubicBezTo>
                    <a:pt x="10" y="11"/>
                    <a:pt x="7" y="11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9"/>
                  </a:cubicBezTo>
                  <a:cubicBezTo>
                    <a:pt x="7" y="11"/>
                    <a:pt x="10" y="11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0" name="Freeform 601">
              <a:extLst>
                <a:ext uri="{FF2B5EF4-FFF2-40B4-BE49-F238E27FC236}">
                  <a16:creationId xmlns:a16="http://schemas.microsoft.com/office/drawing/2014/main" id="{9EFFAE72-75D8-4A08-90C4-55B4398EF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388"/>
              <a:ext cx="47" cy="57"/>
            </a:xfrm>
            <a:custGeom>
              <a:avLst/>
              <a:gdLst>
                <a:gd name="T0" fmla="*/ 104 w 23"/>
                <a:gd name="T1" fmla="*/ 265 h 26"/>
                <a:gd name="T2" fmla="*/ 188 w 23"/>
                <a:gd name="T3" fmla="*/ 140 h 26"/>
                <a:gd name="T4" fmla="*/ 67 w 23"/>
                <a:gd name="T5" fmla="*/ 33 h 26"/>
                <a:gd name="T6" fmla="*/ 104 w 23"/>
                <a:gd name="T7" fmla="*/ 26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6">
                  <a:moveTo>
                    <a:pt x="12" y="25"/>
                  </a:moveTo>
                  <a:cubicBezTo>
                    <a:pt x="18" y="26"/>
                    <a:pt x="23" y="20"/>
                    <a:pt x="22" y="13"/>
                  </a:cubicBezTo>
                  <a:cubicBezTo>
                    <a:pt x="21" y="5"/>
                    <a:pt x="15" y="0"/>
                    <a:pt x="8" y="3"/>
                  </a:cubicBezTo>
                  <a:cubicBezTo>
                    <a:pt x="0" y="5"/>
                    <a:pt x="0" y="23"/>
                    <a:pt x="12" y="2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21" name="Freeform 602">
              <a:extLst>
                <a:ext uri="{FF2B5EF4-FFF2-40B4-BE49-F238E27FC236}">
                  <a16:creationId xmlns:a16="http://schemas.microsoft.com/office/drawing/2014/main" id="{72C56F0B-7B4F-4225-9D58-6F66C97C8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404"/>
              <a:ext cx="27" cy="28"/>
            </a:xfrm>
            <a:custGeom>
              <a:avLst/>
              <a:gdLst>
                <a:gd name="T0" fmla="*/ 108 w 13"/>
                <a:gd name="T1" fmla="*/ 52 h 13"/>
                <a:gd name="T2" fmla="*/ 100 w 13"/>
                <a:gd name="T3" fmla="*/ 101 h 13"/>
                <a:gd name="T4" fmla="*/ 44 w 13"/>
                <a:gd name="T5" fmla="*/ 121 h 13"/>
                <a:gd name="T6" fmla="*/ 8 w 13"/>
                <a:gd name="T7" fmla="*/ 60 h 13"/>
                <a:gd name="T8" fmla="*/ 25 w 13"/>
                <a:gd name="T9" fmla="*/ 0 h 13"/>
                <a:gd name="T10" fmla="*/ 25 w 13"/>
                <a:gd name="T11" fmla="*/ 0 h 13"/>
                <a:gd name="T12" fmla="*/ 0 w 13"/>
                <a:gd name="T13" fmla="*/ 60 h 13"/>
                <a:gd name="T14" fmla="*/ 35 w 13"/>
                <a:gd name="T15" fmla="*/ 121 h 13"/>
                <a:gd name="T16" fmla="*/ 100 w 13"/>
                <a:gd name="T17" fmla="*/ 101 h 13"/>
                <a:gd name="T18" fmla="*/ 108 w 13"/>
                <a:gd name="T19" fmla="*/ 52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3">
                  <a:moveTo>
                    <a:pt x="12" y="5"/>
                  </a:moveTo>
                  <a:cubicBezTo>
                    <a:pt x="13" y="7"/>
                    <a:pt x="12" y="9"/>
                    <a:pt x="11" y="10"/>
                  </a:cubicBezTo>
                  <a:cubicBezTo>
                    <a:pt x="9" y="12"/>
                    <a:pt x="6" y="13"/>
                    <a:pt x="5" y="12"/>
                  </a:cubicBezTo>
                  <a:cubicBezTo>
                    <a:pt x="3" y="11"/>
                    <a:pt x="1" y="9"/>
                    <a:pt x="1" y="6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4"/>
                    <a:pt x="0" y="6"/>
                  </a:cubicBezTo>
                  <a:cubicBezTo>
                    <a:pt x="1" y="9"/>
                    <a:pt x="2" y="11"/>
                    <a:pt x="4" y="12"/>
                  </a:cubicBezTo>
                  <a:cubicBezTo>
                    <a:pt x="6" y="13"/>
                    <a:pt x="9" y="12"/>
                    <a:pt x="11" y="10"/>
                  </a:cubicBezTo>
                  <a:cubicBezTo>
                    <a:pt x="12" y="9"/>
                    <a:pt x="13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2" name="Freeform 603">
              <a:extLst>
                <a:ext uri="{FF2B5EF4-FFF2-40B4-BE49-F238E27FC236}">
                  <a16:creationId xmlns:a16="http://schemas.microsoft.com/office/drawing/2014/main" id="{BC8BF17D-F992-442C-9EF1-74E577ED2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345"/>
              <a:ext cx="45" cy="50"/>
            </a:xfrm>
            <a:custGeom>
              <a:avLst/>
              <a:gdLst>
                <a:gd name="T0" fmla="*/ 155 w 22"/>
                <a:gd name="T1" fmla="*/ 61 h 23"/>
                <a:gd name="T2" fmla="*/ 104 w 22"/>
                <a:gd name="T3" fmla="*/ 9 h 23"/>
                <a:gd name="T4" fmla="*/ 41 w 22"/>
                <a:gd name="T5" fmla="*/ 20 h 23"/>
                <a:gd name="T6" fmla="*/ 59 w 22"/>
                <a:gd name="T7" fmla="*/ 193 h 23"/>
                <a:gd name="T8" fmla="*/ 180 w 22"/>
                <a:gd name="T9" fmla="*/ 174 h 23"/>
                <a:gd name="T10" fmla="*/ 155 w 22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10" y="0"/>
                    <a:pt x="7" y="1"/>
                    <a:pt x="5" y="2"/>
                  </a:cubicBezTo>
                  <a:cubicBezTo>
                    <a:pt x="0" y="6"/>
                    <a:pt x="1" y="14"/>
                    <a:pt x="7" y="19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23" name="Freeform 604">
              <a:extLst>
                <a:ext uri="{FF2B5EF4-FFF2-40B4-BE49-F238E27FC236}">
                  <a16:creationId xmlns:a16="http://schemas.microsoft.com/office/drawing/2014/main" id="{9B243D47-4B17-4D0D-B692-0C0711395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355"/>
              <a:ext cx="23" cy="27"/>
            </a:xfrm>
            <a:custGeom>
              <a:avLst/>
              <a:gdLst>
                <a:gd name="T0" fmla="*/ 100 w 11"/>
                <a:gd name="T1" fmla="*/ 92 h 12"/>
                <a:gd name="T2" fmla="*/ 75 w 11"/>
                <a:gd name="T3" fmla="*/ 137 h 12"/>
                <a:gd name="T4" fmla="*/ 17 w 11"/>
                <a:gd name="T5" fmla="*/ 92 h 12"/>
                <a:gd name="T6" fmla="*/ 8 w 11"/>
                <a:gd name="T7" fmla="*/ 25 h 12"/>
                <a:gd name="T8" fmla="*/ 44 w 11"/>
                <a:gd name="T9" fmla="*/ 0 h 12"/>
                <a:gd name="T10" fmla="*/ 44 w 11"/>
                <a:gd name="T11" fmla="*/ 0 h 12"/>
                <a:gd name="T12" fmla="*/ 8 w 11"/>
                <a:gd name="T13" fmla="*/ 11 h 12"/>
                <a:gd name="T14" fmla="*/ 17 w 11"/>
                <a:gd name="T15" fmla="*/ 92 h 12"/>
                <a:gd name="T16" fmla="*/ 75 w 11"/>
                <a:gd name="T17" fmla="*/ 137 h 12"/>
                <a:gd name="T18" fmla="*/ 100 w 11"/>
                <a:gd name="T19" fmla="*/ 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4"/>
                    <a:pt x="1" y="3"/>
                    <a:pt x="1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1" y="3"/>
                    <a:pt x="0" y="4"/>
                    <a:pt x="2" y="8"/>
                  </a:cubicBezTo>
                  <a:cubicBezTo>
                    <a:pt x="4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4" name="Freeform 605">
              <a:extLst>
                <a:ext uri="{FF2B5EF4-FFF2-40B4-BE49-F238E27FC236}">
                  <a16:creationId xmlns:a16="http://schemas.microsoft.com/office/drawing/2014/main" id="{4620DE9D-090A-437C-9597-273E97C2A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220"/>
              <a:ext cx="43" cy="50"/>
            </a:xfrm>
            <a:custGeom>
              <a:avLst/>
              <a:gdLst>
                <a:gd name="T0" fmla="*/ 156 w 21"/>
                <a:gd name="T1" fmla="*/ 61 h 23"/>
                <a:gd name="T2" fmla="*/ 104 w 21"/>
                <a:gd name="T3" fmla="*/ 0 h 23"/>
                <a:gd name="T4" fmla="*/ 41 w 21"/>
                <a:gd name="T5" fmla="*/ 20 h 23"/>
                <a:gd name="T6" fmla="*/ 51 w 21"/>
                <a:gd name="T7" fmla="*/ 185 h 23"/>
                <a:gd name="T8" fmla="*/ 172 w 21"/>
                <a:gd name="T9" fmla="*/ 174 h 23"/>
                <a:gd name="T10" fmla="*/ 156 w 21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25" name="Freeform 606">
              <a:extLst>
                <a:ext uri="{FF2B5EF4-FFF2-40B4-BE49-F238E27FC236}">
                  <a16:creationId xmlns:a16="http://schemas.microsoft.com/office/drawing/2014/main" id="{45992181-E017-4EC9-8042-7042ABB23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229"/>
              <a:ext cx="21" cy="28"/>
            </a:xfrm>
            <a:custGeom>
              <a:avLst/>
              <a:gdLst>
                <a:gd name="T0" fmla="*/ 92 w 10"/>
                <a:gd name="T1" fmla="*/ 80 h 13"/>
                <a:gd name="T2" fmla="*/ 76 w 10"/>
                <a:gd name="T3" fmla="*/ 121 h 13"/>
                <a:gd name="T4" fmla="*/ 17 w 10"/>
                <a:gd name="T5" fmla="*/ 80 h 13"/>
                <a:gd name="T6" fmla="*/ 8 w 10"/>
                <a:gd name="T7" fmla="*/ 19 h 13"/>
                <a:gd name="T8" fmla="*/ 36 w 10"/>
                <a:gd name="T9" fmla="*/ 0 h 13"/>
                <a:gd name="T10" fmla="*/ 36 w 10"/>
                <a:gd name="T11" fmla="*/ 0 h 13"/>
                <a:gd name="T12" fmla="*/ 8 w 10"/>
                <a:gd name="T13" fmla="*/ 19 h 13"/>
                <a:gd name="T14" fmla="*/ 8 w 10"/>
                <a:gd name="T15" fmla="*/ 80 h 13"/>
                <a:gd name="T16" fmla="*/ 76 w 10"/>
                <a:gd name="T17" fmla="*/ 121 h 13"/>
                <a:gd name="T18" fmla="*/ 92 w 10"/>
                <a:gd name="T19" fmla="*/ 8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10"/>
                    <a:pt x="9" y="12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10" y="12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6" name="Freeform 607">
              <a:extLst>
                <a:ext uri="{FF2B5EF4-FFF2-40B4-BE49-F238E27FC236}">
                  <a16:creationId xmlns:a16="http://schemas.microsoft.com/office/drawing/2014/main" id="{E4E37083-29BA-44FA-A332-EA7371C5F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478"/>
              <a:ext cx="61" cy="59"/>
            </a:xfrm>
            <a:custGeom>
              <a:avLst/>
              <a:gdLst>
                <a:gd name="T0" fmla="*/ 177 w 30"/>
                <a:gd name="T1" fmla="*/ 44 h 27"/>
                <a:gd name="T2" fmla="*/ 92 w 30"/>
                <a:gd name="T3" fmla="*/ 9 h 27"/>
                <a:gd name="T4" fmla="*/ 24 w 30"/>
                <a:gd name="T5" fmla="*/ 72 h 27"/>
                <a:gd name="T6" fmla="*/ 128 w 30"/>
                <a:gd name="T7" fmla="*/ 262 h 27"/>
                <a:gd name="T8" fmla="*/ 252 w 30"/>
                <a:gd name="T9" fmla="*/ 157 h 27"/>
                <a:gd name="T10" fmla="*/ 177 w 30"/>
                <a:gd name="T11" fmla="*/ 4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1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3" y="7"/>
                  </a:cubicBezTo>
                  <a:cubicBezTo>
                    <a:pt x="0" y="14"/>
                    <a:pt x="6" y="23"/>
                    <a:pt x="15" y="25"/>
                  </a:cubicBezTo>
                  <a:cubicBezTo>
                    <a:pt x="24" y="27"/>
                    <a:pt x="30" y="21"/>
                    <a:pt x="30" y="15"/>
                  </a:cubicBezTo>
                  <a:cubicBezTo>
                    <a:pt x="29" y="10"/>
                    <a:pt x="27" y="8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27" name="Freeform 608">
              <a:extLst>
                <a:ext uri="{FF2B5EF4-FFF2-40B4-BE49-F238E27FC236}">
                  <a16:creationId xmlns:a16="http://schemas.microsoft.com/office/drawing/2014/main" id="{32E7B903-A3B9-4633-B523-59DE5C9E8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493"/>
              <a:ext cx="33" cy="29"/>
            </a:xfrm>
            <a:custGeom>
              <a:avLst/>
              <a:gdLst>
                <a:gd name="T0" fmla="*/ 132 w 16"/>
                <a:gd name="T1" fmla="*/ 56 h 13"/>
                <a:gd name="T2" fmla="*/ 124 w 16"/>
                <a:gd name="T3" fmla="*/ 125 h 13"/>
                <a:gd name="T4" fmla="*/ 43 w 16"/>
                <a:gd name="T5" fmla="*/ 109 h 13"/>
                <a:gd name="T6" fmla="*/ 8 w 16"/>
                <a:gd name="T7" fmla="*/ 45 h 13"/>
                <a:gd name="T8" fmla="*/ 25 w 16"/>
                <a:gd name="T9" fmla="*/ 0 h 13"/>
                <a:gd name="T10" fmla="*/ 25 w 16"/>
                <a:gd name="T11" fmla="*/ 0 h 13"/>
                <a:gd name="T12" fmla="*/ 8 w 16"/>
                <a:gd name="T13" fmla="*/ 45 h 13"/>
                <a:gd name="T14" fmla="*/ 43 w 16"/>
                <a:gd name="T15" fmla="*/ 109 h 13"/>
                <a:gd name="T16" fmla="*/ 124 w 16"/>
                <a:gd name="T17" fmla="*/ 125 h 13"/>
                <a:gd name="T18" fmla="*/ 132 w 16"/>
                <a:gd name="T19" fmla="*/ 56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5" y="5"/>
                  </a:moveTo>
                  <a:cubicBezTo>
                    <a:pt x="16" y="8"/>
                    <a:pt x="16" y="10"/>
                    <a:pt x="14" y="11"/>
                  </a:cubicBezTo>
                  <a:cubicBezTo>
                    <a:pt x="12" y="13"/>
                    <a:pt x="9" y="13"/>
                    <a:pt x="5" y="10"/>
                  </a:cubicBezTo>
                  <a:cubicBezTo>
                    <a:pt x="1" y="8"/>
                    <a:pt x="1" y="5"/>
                    <a:pt x="1" y="4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2"/>
                    <a:pt x="1" y="4"/>
                  </a:cubicBezTo>
                  <a:cubicBezTo>
                    <a:pt x="0" y="5"/>
                    <a:pt x="1" y="8"/>
                    <a:pt x="5" y="10"/>
                  </a:cubicBezTo>
                  <a:cubicBezTo>
                    <a:pt x="9" y="13"/>
                    <a:pt x="13" y="13"/>
                    <a:pt x="14" y="11"/>
                  </a:cubicBezTo>
                  <a:cubicBezTo>
                    <a:pt x="16" y="10"/>
                    <a:pt x="16" y="8"/>
                    <a:pt x="15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8" name="Freeform 609">
              <a:extLst>
                <a:ext uri="{FF2B5EF4-FFF2-40B4-BE49-F238E27FC236}">
                  <a16:creationId xmlns:a16="http://schemas.microsoft.com/office/drawing/2014/main" id="{97489EF6-F93A-4171-B3D6-295ABF0E6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415"/>
              <a:ext cx="53" cy="65"/>
            </a:xfrm>
            <a:custGeom>
              <a:avLst/>
              <a:gdLst>
                <a:gd name="T0" fmla="*/ 145 w 26"/>
                <a:gd name="T1" fmla="*/ 33 h 30"/>
                <a:gd name="T2" fmla="*/ 84 w 26"/>
                <a:gd name="T3" fmla="*/ 0 h 30"/>
                <a:gd name="T4" fmla="*/ 33 w 26"/>
                <a:gd name="T5" fmla="*/ 184 h 30"/>
                <a:gd name="T6" fmla="*/ 171 w 26"/>
                <a:gd name="T7" fmla="*/ 286 h 30"/>
                <a:gd name="T8" fmla="*/ 212 w 26"/>
                <a:gd name="T9" fmla="*/ 193 h 30"/>
                <a:gd name="T10" fmla="*/ 179 w 26"/>
                <a:gd name="T11" fmla="*/ 104 h 30"/>
                <a:gd name="T12" fmla="*/ 145 w 26"/>
                <a:gd name="T13" fmla="*/ 3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0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1" y="0"/>
                    <a:pt x="0" y="9"/>
                    <a:pt x="4" y="18"/>
                  </a:cubicBezTo>
                  <a:cubicBezTo>
                    <a:pt x="8" y="26"/>
                    <a:pt x="16" y="30"/>
                    <a:pt x="20" y="28"/>
                  </a:cubicBezTo>
                  <a:cubicBezTo>
                    <a:pt x="25" y="27"/>
                    <a:pt x="26" y="23"/>
                    <a:pt x="25" y="19"/>
                  </a:cubicBezTo>
                  <a:cubicBezTo>
                    <a:pt x="25" y="15"/>
                    <a:pt x="22" y="12"/>
                    <a:pt x="21" y="10"/>
                  </a:cubicBezTo>
                  <a:cubicBezTo>
                    <a:pt x="20" y="8"/>
                    <a:pt x="19" y="5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29" name="Freeform 610">
              <a:extLst>
                <a:ext uri="{FF2B5EF4-FFF2-40B4-BE49-F238E27FC236}">
                  <a16:creationId xmlns:a16="http://schemas.microsoft.com/office/drawing/2014/main" id="{1CFF9C2A-B4ED-43E2-BF03-F4A937D70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430"/>
              <a:ext cx="23" cy="33"/>
            </a:xfrm>
            <a:custGeom>
              <a:avLst/>
              <a:gdLst>
                <a:gd name="T0" fmla="*/ 8 w 11"/>
                <a:gd name="T1" fmla="*/ 9 h 15"/>
                <a:gd name="T2" fmla="*/ 8 w 11"/>
                <a:gd name="T3" fmla="*/ 64 h 15"/>
                <a:gd name="T4" fmla="*/ 65 w 11"/>
                <a:gd name="T5" fmla="*/ 161 h 15"/>
                <a:gd name="T6" fmla="*/ 100 w 11"/>
                <a:gd name="T7" fmla="*/ 161 h 15"/>
                <a:gd name="T8" fmla="*/ 100 w 11"/>
                <a:gd name="T9" fmla="*/ 161 h 15"/>
                <a:gd name="T10" fmla="*/ 65 w 11"/>
                <a:gd name="T11" fmla="*/ 161 h 15"/>
                <a:gd name="T12" fmla="*/ 8 w 11"/>
                <a:gd name="T13" fmla="*/ 64 h 15"/>
                <a:gd name="T14" fmla="*/ 8 w 11"/>
                <a:gd name="T15" fmla="*/ 9 h 15"/>
                <a:gd name="T16" fmla="*/ 36 w 11"/>
                <a:gd name="T17" fmla="*/ 0 h 15"/>
                <a:gd name="T18" fmla="*/ 36 w 11"/>
                <a:gd name="T19" fmla="*/ 0 h 15"/>
                <a:gd name="T20" fmla="*/ 8 w 11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5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10"/>
                    <a:pt x="5" y="14"/>
                    <a:pt x="7" y="15"/>
                  </a:cubicBezTo>
                  <a:cubicBezTo>
                    <a:pt x="8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5"/>
                    <a:pt x="8" y="15"/>
                    <a:pt x="7" y="15"/>
                  </a:cubicBezTo>
                  <a:cubicBezTo>
                    <a:pt x="5" y="13"/>
                    <a:pt x="2" y="10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0" name="Freeform 611">
              <a:extLst>
                <a:ext uri="{FF2B5EF4-FFF2-40B4-BE49-F238E27FC236}">
                  <a16:creationId xmlns:a16="http://schemas.microsoft.com/office/drawing/2014/main" id="{2B8333D8-EDF5-4147-A1D6-358FE4F67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439"/>
              <a:ext cx="57" cy="70"/>
            </a:xfrm>
            <a:custGeom>
              <a:avLst/>
              <a:gdLst>
                <a:gd name="T0" fmla="*/ 136 w 28"/>
                <a:gd name="T1" fmla="*/ 44 h 32"/>
                <a:gd name="T2" fmla="*/ 41 w 28"/>
                <a:gd name="T3" fmla="*/ 33 h 32"/>
                <a:gd name="T4" fmla="*/ 59 w 28"/>
                <a:gd name="T5" fmla="*/ 230 h 32"/>
                <a:gd name="T6" fmla="*/ 204 w 28"/>
                <a:gd name="T7" fmla="*/ 315 h 32"/>
                <a:gd name="T8" fmla="*/ 228 w 28"/>
                <a:gd name="T9" fmla="*/ 230 h 32"/>
                <a:gd name="T10" fmla="*/ 179 w 28"/>
                <a:gd name="T11" fmla="*/ 133 h 32"/>
                <a:gd name="T12" fmla="*/ 136 w 28"/>
                <a:gd name="T13" fmla="*/ 4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2">
                  <a:moveTo>
                    <a:pt x="16" y="4"/>
                  </a:moveTo>
                  <a:cubicBezTo>
                    <a:pt x="12" y="1"/>
                    <a:pt x="8" y="0"/>
                    <a:pt x="5" y="3"/>
                  </a:cubicBezTo>
                  <a:cubicBezTo>
                    <a:pt x="0" y="7"/>
                    <a:pt x="1" y="15"/>
                    <a:pt x="7" y="22"/>
                  </a:cubicBezTo>
                  <a:cubicBezTo>
                    <a:pt x="13" y="29"/>
                    <a:pt x="18" y="32"/>
                    <a:pt x="24" y="30"/>
                  </a:cubicBezTo>
                  <a:cubicBezTo>
                    <a:pt x="27" y="29"/>
                    <a:pt x="28" y="26"/>
                    <a:pt x="27" y="22"/>
                  </a:cubicBezTo>
                  <a:cubicBezTo>
                    <a:pt x="26" y="18"/>
                    <a:pt x="24" y="17"/>
                    <a:pt x="21" y="13"/>
                  </a:cubicBezTo>
                  <a:cubicBezTo>
                    <a:pt x="20" y="11"/>
                    <a:pt x="19" y="6"/>
                    <a:pt x="16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31" name="Freeform 612">
              <a:extLst>
                <a:ext uri="{FF2B5EF4-FFF2-40B4-BE49-F238E27FC236}">
                  <a16:creationId xmlns:a16="http://schemas.microsoft.com/office/drawing/2014/main" id="{736DDA4F-ED91-483E-B859-933A30156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452"/>
              <a:ext cx="29" cy="39"/>
            </a:xfrm>
            <a:custGeom>
              <a:avLst/>
              <a:gdLst>
                <a:gd name="T0" fmla="*/ 124 w 14"/>
                <a:gd name="T1" fmla="*/ 165 h 18"/>
                <a:gd name="T2" fmla="*/ 116 w 14"/>
                <a:gd name="T3" fmla="*/ 173 h 18"/>
                <a:gd name="T4" fmla="*/ 35 w 14"/>
                <a:gd name="T5" fmla="*/ 104 h 18"/>
                <a:gd name="T6" fmla="*/ 8 w 14"/>
                <a:gd name="T7" fmla="*/ 9 h 18"/>
                <a:gd name="T8" fmla="*/ 44 w 14"/>
                <a:gd name="T9" fmla="*/ 9 h 18"/>
                <a:gd name="T10" fmla="*/ 44 w 14"/>
                <a:gd name="T11" fmla="*/ 9 h 18"/>
                <a:gd name="T12" fmla="*/ 8 w 14"/>
                <a:gd name="T13" fmla="*/ 9 h 18"/>
                <a:gd name="T14" fmla="*/ 35 w 14"/>
                <a:gd name="T15" fmla="*/ 104 h 18"/>
                <a:gd name="T16" fmla="*/ 116 w 14"/>
                <a:gd name="T17" fmla="*/ 173 h 18"/>
                <a:gd name="T18" fmla="*/ 124 w 14"/>
                <a:gd name="T19" fmla="*/ 16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8">
                  <a:moveTo>
                    <a:pt x="14" y="16"/>
                  </a:moveTo>
                  <a:cubicBezTo>
                    <a:pt x="14" y="16"/>
                    <a:pt x="13" y="17"/>
                    <a:pt x="13" y="17"/>
                  </a:cubicBezTo>
                  <a:cubicBezTo>
                    <a:pt x="12" y="17"/>
                    <a:pt x="8" y="16"/>
                    <a:pt x="4" y="10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5"/>
                    <a:pt x="4" y="10"/>
                  </a:cubicBezTo>
                  <a:cubicBezTo>
                    <a:pt x="8" y="16"/>
                    <a:pt x="11" y="18"/>
                    <a:pt x="13" y="17"/>
                  </a:cubicBezTo>
                  <a:cubicBezTo>
                    <a:pt x="14" y="17"/>
                    <a:pt x="14" y="16"/>
                    <a:pt x="14" y="1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2" name="Freeform 613">
              <a:extLst>
                <a:ext uri="{FF2B5EF4-FFF2-40B4-BE49-F238E27FC236}">
                  <a16:creationId xmlns:a16="http://schemas.microsoft.com/office/drawing/2014/main" id="{42325407-7D2F-4402-943E-A83641F20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310"/>
              <a:ext cx="43" cy="50"/>
            </a:xfrm>
            <a:custGeom>
              <a:avLst/>
              <a:gdLst>
                <a:gd name="T0" fmla="*/ 147 w 21"/>
                <a:gd name="T1" fmla="*/ 61 h 23"/>
                <a:gd name="T2" fmla="*/ 96 w 21"/>
                <a:gd name="T3" fmla="*/ 9 h 23"/>
                <a:gd name="T4" fmla="*/ 33 w 21"/>
                <a:gd name="T5" fmla="*/ 20 h 23"/>
                <a:gd name="T6" fmla="*/ 51 w 21"/>
                <a:gd name="T7" fmla="*/ 193 h 23"/>
                <a:gd name="T8" fmla="*/ 172 w 21"/>
                <a:gd name="T9" fmla="*/ 174 h 23"/>
                <a:gd name="T10" fmla="*/ 147 w 21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1"/>
                  </a:cubicBezTo>
                  <a:cubicBezTo>
                    <a:pt x="9" y="0"/>
                    <a:pt x="6" y="1"/>
                    <a:pt x="4" y="2"/>
                  </a:cubicBezTo>
                  <a:cubicBezTo>
                    <a:pt x="0" y="6"/>
                    <a:pt x="0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33" name="Freeform 614">
              <a:extLst>
                <a:ext uri="{FF2B5EF4-FFF2-40B4-BE49-F238E27FC236}">
                  <a16:creationId xmlns:a16="http://schemas.microsoft.com/office/drawing/2014/main" id="{8A34F006-1B86-44D0-B65A-56B0BF6A3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321"/>
              <a:ext cx="23" cy="26"/>
            </a:xfrm>
            <a:custGeom>
              <a:avLst/>
              <a:gdLst>
                <a:gd name="T0" fmla="*/ 100 w 11"/>
                <a:gd name="T1" fmla="*/ 80 h 12"/>
                <a:gd name="T2" fmla="*/ 84 w 11"/>
                <a:gd name="T3" fmla="*/ 121 h 12"/>
                <a:gd name="T4" fmla="*/ 17 w 11"/>
                <a:gd name="T5" fmla="*/ 80 h 12"/>
                <a:gd name="T6" fmla="*/ 17 w 11"/>
                <a:gd name="T7" fmla="*/ 20 h 12"/>
                <a:gd name="T8" fmla="*/ 44 w 11"/>
                <a:gd name="T9" fmla="*/ 0 h 12"/>
                <a:gd name="T10" fmla="*/ 44 w 11"/>
                <a:gd name="T11" fmla="*/ 0 h 12"/>
                <a:gd name="T12" fmla="*/ 17 w 11"/>
                <a:gd name="T13" fmla="*/ 9 h 12"/>
                <a:gd name="T14" fmla="*/ 17 w 11"/>
                <a:gd name="T15" fmla="*/ 80 h 12"/>
                <a:gd name="T16" fmla="*/ 84 w 11"/>
                <a:gd name="T17" fmla="*/ 121 h 12"/>
                <a:gd name="T18" fmla="*/ 100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3"/>
                    <a:pt x="0" y="4"/>
                    <a:pt x="2" y="8"/>
                  </a:cubicBezTo>
                  <a:cubicBezTo>
                    <a:pt x="4" y="11"/>
                    <a:pt x="7" y="12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4" name="Freeform 615">
              <a:extLst>
                <a:ext uri="{FF2B5EF4-FFF2-40B4-BE49-F238E27FC236}">
                  <a16:creationId xmlns:a16="http://schemas.microsoft.com/office/drawing/2014/main" id="{CD6C811D-2882-4A59-9296-ED0082A0B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360"/>
              <a:ext cx="37" cy="74"/>
            </a:xfrm>
            <a:custGeom>
              <a:avLst/>
              <a:gdLst>
                <a:gd name="T0" fmla="*/ 97 w 18"/>
                <a:gd name="T1" fmla="*/ 44 h 34"/>
                <a:gd name="T2" fmla="*/ 16 w 18"/>
                <a:gd name="T3" fmla="*/ 61 h 34"/>
                <a:gd name="T4" fmla="*/ 33 w 18"/>
                <a:gd name="T5" fmla="*/ 257 h 34"/>
                <a:gd name="T6" fmla="*/ 105 w 18"/>
                <a:gd name="T7" fmla="*/ 342 h 34"/>
                <a:gd name="T8" fmla="*/ 97 w 18"/>
                <a:gd name="T9" fmla="*/ 4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4">
                  <a:moveTo>
                    <a:pt x="11" y="4"/>
                  </a:moveTo>
                  <a:cubicBezTo>
                    <a:pt x="7" y="0"/>
                    <a:pt x="4" y="2"/>
                    <a:pt x="2" y="6"/>
                  </a:cubicBezTo>
                  <a:cubicBezTo>
                    <a:pt x="0" y="11"/>
                    <a:pt x="1" y="19"/>
                    <a:pt x="4" y="25"/>
                  </a:cubicBezTo>
                  <a:cubicBezTo>
                    <a:pt x="6" y="32"/>
                    <a:pt x="9" y="34"/>
                    <a:pt x="12" y="33"/>
                  </a:cubicBezTo>
                  <a:cubicBezTo>
                    <a:pt x="18" y="32"/>
                    <a:pt x="18" y="11"/>
                    <a:pt x="11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35" name="Freeform 616">
              <a:extLst>
                <a:ext uri="{FF2B5EF4-FFF2-40B4-BE49-F238E27FC236}">
                  <a16:creationId xmlns:a16="http://schemas.microsoft.com/office/drawing/2014/main" id="{3EAE26F0-66A7-43DF-B4FC-218FE3C90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375"/>
              <a:ext cx="13" cy="44"/>
            </a:xfrm>
            <a:custGeom>
              <a:avLst/>
              <a:gdLst>
                <a:gd name="T0" fmla="*/ 33 w 6"/>
                <a:gd name="T1" fmla="*/ 0 h 20"/>
                <a:gd name="T2" fmla="*/ 9 w 6"/>
                <a:gd name="T3" fmla="*/ 64 h 20"/>
                <a:gd name="T4" fmla="*/ 33 w 6"/>
                <a:gd name="T5" fmla="*/ 194 h 20"/>
                <a:gd name="T6" fmla="*/ 61 w 6"/>
                <a:gd name="T7" fmla="*/ 213 h 20"/>
                <a:gd name="T8" fmla="*/ 61 w 6"/>
                <a:gd name="T9" fmla="*/ 213 h 20"/>
                <a:gd name="T10" fmla="*/ 33 w 6"/>
                <a:gd name="T11" fmla="*/ 194 h 20"/>
                <a:gd name="T12" fmla="*/ 9 w 6"/>
                <a:gd name="T13" fmla="*/ 64 h 20"/>
                <a:gd name="T14" fmla="*/ 33 w 6"/>
                <a:gd name="T15" fmla="*/ 9 h 20"/>
                <a:gd name="T16" fmla="*/ 61 w 6"/>
                <a:gd name="T17" fmla="*/ 20 h 20"/>
                <a:gd name="T18" fmla="*/ 61 w 6"/>
                <a:gd name="T19" fmla="*/ 20 h 20"/>
                <a:gd name="T20" fmla="*/ 33 w 6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20">
                  <a:moveTo>
                    <a:pt x="3" y="0"/>
                  </a:moveTo>
                  <a:cubicBezTo>
                    <a:pt x="2" y="1"/>
                    <a:pt x="1" y="3"/>
                    <a:pt x="1" y="6"/>
                  </a:cubicBezTo>
                  <a:cubicBezTo>
                    <a:pt x="0" y="10"/>
                    <a:pt x="1" y="15"/>
                    <a:pt x="3" y="18"/>
                  </a:cubicBezTo>
                  <a:cubicBezTo>
                    <a:pt x="4" y="19"/>
                    <a:pt x="5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20"/>
                    <a:pt x="4" y="19"/>
                    <a:pt x="3" y="18"/>
                  </a:cubicBezTo>
                  <a:cubicBezTo>
                    <a:pt x="1" y="15"/>
                    <a:pt x="1" y="10"/>
                    <a:pt x="1" y="6"/>
                  </a:cubicBezTo>
                  <a:cubicBezTo>
                    <a:pt x="1" y="3"/>
                    <a:pt x="2" y="1"/>
                    <a:pt x="3" y="1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6" name="Freeform 617">
              <a:extLst>
                <a:ext uri="{FF2B5EF4-FFF2-40B4-BE49-F238E27FC236}">
                  <a16:creationId xmlns:a16="http://schemas.microsoft.com/office/drawing/2014/main" id="{54A54AFD-5171-4D9F-A39C-25BC2E6DC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349"/>
              <a:ext cx="45" cy="46"/>
            </a:xfrm>
            <a:custGeom>
              <a:avLst/>
              <a:gdLst>
                <a:gd name="T0" fmla="*/ 147 w 22"/>
                <a:gd name="T1" fmla="*/ 33 h 21"/>
                <a:gd name="T2" fmla="*/ 76 w 22"/>
                <a:gd name="T3" fmla="*/ 0 h 21"/>
                <a:gd name="T4" fmla="*/ 25 w 22"/>
                <a:gd name="T5" fmla="*/ 44 h 21"/>
                <a:gd name="T6" fmla="*/ 84 w 22"/>
                <a:gd name="T7" fmla="*/ 202 h 21"/>
                <a:gd name="T8" fmla="*/ 188 w 22"/>
                <a:gd name="T9" fmla="*/ 134 h 21"/>
                <a:gd name="T10" fmla="*/ 147 w 22"/>
                <a:gd name="T11" fmla="*/ 3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">
                  <a:moveTo>
                    <a:pt x="17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0"/>
                    <a:pt x="5" y="1"/>
                    <a:pt x="3" y="4"/>
                  </a:cubicBezTo>
                  <a:cubicBezTo>
                    <a:pt x="0" y="8"/>
                    <a:pt x="3" y="16"/>
                    <a:pt x="10" y="19"/>
                  </a:cubicBezTo>
                  <a:cubicBezTo>
                    <a:pt x="16" y="21"/>
                    <a:pt x="22" y="18"/>
                    <a:pt x="22" y="13"/>
                  </a:cubicBezTo>
                  <a:cubicBezTo>
                    <a:pt x="22" y="9"/>
                    <a:pt x="21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37" name="Freeform 618">
              <a:extLst>
                <a:ext uri="{FF2B5EF4-FFF2-40B4-BE49-F238E27FC236}">
                  <a16:creationId xmlns:a16="http://schemas.microsoft.com/office/drawing/2014/main" id="{C7E25035-E87A-44E9-86B5-10F307224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358"/>
              <a:ext cx="24" cy="24"/>
            </a:xfrm>
            <a:custGeom>
              <a:avLst/>
              <a:gdLst>
                <a:gd name="T0" fmla="*/ 96 w 12"/>
                <a:gd name="T1" fmla="*/ 61 h 11"/>
                <a:gd name="T2" fmla="*/ 80 w 12"/>
                <a:gd name="T3" fmla="*/ 105 h 11"/>
                <a:gd name="T4" fmla="*/ 24 w 12"/>
                <a:gd name="T5" fmla="*/ 81 h 11"/>
                <a:gd name="T6" fmla="*/ 8 w 12"/>
                <a:gd name="T7" fmla="*/ 33 h 11"/>
                <a:gd name="T8" fmla="*/ 24 w 12"/>
                <a:gd name="T9" fmla="*/ 0 h 11"/>
                <a:gd name="T10" fmla="*/ 24 w 12"/>
                <a:gd name="T11" fmla="*/ 0 h 11"/>
                <a:gd name="T12" fmla="*/ 8 w 12"/>
                <a:gd name="T13" fmla="*/ 33 h 11"/>
                <a:gd name="T14" fmla="*/ 24 w 12"/>
                <a:gd name="T15" fmla="*/ 81 h 11"/>
                <a:gd name="T16" fmla="*/ 80 w 12"/>
                <a:gd name="T17" fmla="*/ 105 h 11"/>
                <a:gd name="T18" fmla="*/ 96 w 12"/>
                <a:gd name="T19" fmla="*/ 6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8"/>
                    <a:pt x="12" y="9"/>
                    <a:pt x="10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10"/>
                    <a:pt x="12" y="8"/>
                    <a:pt x="12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8" name="Freeform 619">
              <a:extLst>
                <a:ext uri="{FF2B5EF4-FFF2-40B4-BE49-F238E27FC236}">
                  <a16:creationId xmlns:a16="http://schemas.microsoft.com/office/drawing/2014/main" id="{5E288DB1-219F-413D-BAA8-CC6097686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286"/>
              <a:ext cx="45" cy="54"/>
            </a:xfrm>
            <a:custGeom>
              <a:avLst/>
              <a:gdLst>
                <a:gd name="T0" fmla="*/ 172 w 22"/>
                <a:gd name="T1" fmla="*/ 89 h 25"/>
                <a:gd name="T2" fmla="*/ 139 w 22"/>
                <a:gd name="T3" fmla="*/ 19 h 25"/>
                <a:gd name="T4" fmla="*/ 68 w 22"/>
                <a:gd name="T5" fmla="*/ 9 h 25"/>
                <a:gd name="T6" fmla="*/ 41 w 22"/>
                <a:gd name="T7" fmla="*/ 181 h 25"/>
                <a:gd name="T8" fmla="*/ 172 w 22"/>
                <a:gd name="T9" fmla="*/ 210 h 25"/>
                <a:gd name="T10" fmla="*/ 172 w 22"/>
                <a:gd name="T11" fmla="*/ 8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5">
                  <a:moveTo>
                    <a:pt x="20" y="9"/>
                  </a:moveTo>
                  <a:cubicBezTo>
                    <a:pt x="20" y="6"/>
                    <a:pt x="19" y="3"/>
                    <a:pt x="16" y="2"/>
                  </a:cubicBezTo>
                  <a:cubicBezTo>
                    <a:pt x="14" y="1"/>
                    <a:pt x="11" y="0"/>
                    <a:pt x="8" y="1"/>
                  </a:cubicBezTo>
                  <a:cubicBezTo>
                    <a:pt x="2" y="3"/>
                    <a:pt x="0" y="12"/>
                    <a:pt x="5" y="18"/>
                  </a:cubicBezTo>
                  <a:cubicBezTo>
                    <a:pt x="9" y="25"/>
                    <a:pt x="16" y="25"/>
                    <a:pt x="20" y="21"/>
                  </a:cubicBezTo>
                  <a:cubicBezTo>
                    <a:pt x="22" y="18"/>
                    <a:pt x="22" y="15"/>
                    <a:pt x="20" y="9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39" name="Freeform 620">
              <a:extLst>
                <a:ext uri="{FF2B5EF4-FFF2-40B4-BE49-F238E27FC236}">
                  <a16:creationId xmlns:a16="http://schemas.microsoft.com/office/drawing/2014/main" id="{DA807696-9B87-41C7-97A6-B0F1CB744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296"/>
              <a:ext cx="21" cy="31"/>
            </a:xfrm>
            <a:custGeom>
              <a:avLst/>
              <a:gdLst>
                <a:gd name="T0" fmla="*/ 92 w 10"/>
                <a:gd name="T1" fmla="*/ 117 h 14"/>
                <a:gd name="T2" fmla="*/ 57 w 10"/>
                <a:gd name="T3" fmla="*/ 142 h 14"/>
                <a:gd name="T4" fmla="*/ 8 w 10"/>
                <a:gd name="T5" fmla="*/ 78 h 14"/>
                <a:gd name="T6" fmla="*/ 17 w 10"/>
                <a:gd name="T7" fmla="*/ 9 h 14"/>
                <a:gd name="T8" fmla="*/ 57 w 10"/>
                <a:gd name="T9" fmla="*/ 9 h 14"/>
                <a:gd name="T10" fmla="*/ 57 w 10"/>
                <a:gd name="T11" fmla="*/ 9 h 14"/>
                <a:gd name="T12" fmla="*/ 17 w 10"/>
                <a:gd name="T13" fmla="*/ 9 h 14"/>
                <a:gd name="T14" fmla="*/ 8 w 10"/>
                <a:gd name="T15" fmla="*/ 78 h 14"/>
                <a:gd name="T16" fmla="*/ 57 w 10"/>
                <a:gd name="T17" fmla="*/ 153 h 14"/>
                <a:gd name="T18" fmla="*/ 92 w 10"/>
                <a:gd name="T19" fmla="*/ 117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4">
                  <a:moveTo>
                    <a:pt x="10" y="11"/>
                  </a:moveTo>
                  <a:cubicBezTo>
                    <a:pt x="9" y="13"/>
                    <a:pt x="8" y="14"/>
                    <a:pt x="6" y="13"/>
                  </a:cubicBezTo>
                  <a:cubicBezTo>
                    <a:pt x="4" y="13"/>
                    <a:pt x="2" y="11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2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2" y="11"/>
                    <a:pt x="4" y="13"/>
                    <a:pt x="6" y="14"/>
                  </a:cubicBezTo>
                  <a:cubicBezTo>
                    <a:pt x="8" y="14"/>
                    <a:pt x="9" y="13"/>
                    <a:pt x="10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0" name="Freeform 621">
              <a:extLst>
                <a:ext uri="{FF2B5EF4-FFF2-40B4-BE49-F238E27FC236}">
                  <a16:creationId xmlns:a16="http://schemas.microsoft.com/office/drawing/2014/main" id="{A147B1F9-6D9D-45D7-963E-3E3411C76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261"/>
              <a:ext cx="47" cy="73"/>
            </a:xfrm>
            <a:custGeom>
              <a:avLst/>
              <a:gdLst>
                <a:gd name="T0" fmla="*/ 172 w 23"/>
                <a:gd name="T1" fmla="*/ 97 h 33"/>
                <a:gd name="T2" fmla="*/ 121 w 23"/>
                <a:gd name="T3" fmla="*/ 33 h 33"/>
                <a:gd name="T4" fmla="*/ 8 w 23"/>
                <a:gd name="T5" fmla="*/ 186 h 33"/>
                <a:gd name="T6" fmla="*/ 112 w 23"/>
                <a:gd name="T7" fmla="*/ 356 h 33"/>
                <a:gd name="T8" fmla="*/ 188 w 23"/>
                <a:gd name="T9" fmla="*/ 283 h 33"/>
                <a:gd name="T10" fmla="*/ 180 w 23"/>
                <a:gd name="T11" fmla="*/ 170 h 33"/>
                <a:gd name="T12" fmla="*/ 172 w 23"/>
                <a:gd name="T13" fmla="*/ 9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20" y="9"/>
                  </a:moveTo>
                  <a:cubicBezTo>
                    <a:pt x="19" y="6"/>
                    <a:pt x="17" y="4"/>
                    <a:pt x="14" y="3"/>
                  </a:cubicBezTo>
                  <a:cubicBezTo>
                    <a:pt x="6" y="0"/>
                    <a:pt x="0" y="8"/>
                    <a:pt x="1" y="17"/>
                  </a:cubicBezTo>
                  <a:cubicBezTo>
                    <a:pt x="2" y="26"/>
                    <a:pt x="9" y="33"/>
                    <a:pt x="13" y="33"/>
                  </a:cubicBezTo>
                  <a:cubicBezTo>
                    <a:pt x="18" y="33"/>
                    <a:pt x="21" y="30"/>
                    <a:pt x="22" y="26"/>
                  </a:cubicBezTo>
                  <a:cubicBezTo>
                    <a:pt x="23" y="23"/>
                    <a:pt x="22" y="18"/>
                    <a:pt x="21" y="16"/>
                  </a:cubicBezTo>
                  <a:cubicBezTo>
                    <a:pt x="21" y="14"/>
                    <a:pt x="21" y="10"/>
                    <a:pt x="20" y="9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41" name="Freeform 622">
              <a:extLst>
                <a:ext uri="{FF2B5EF4-FFF2-40B4-BE49-F238E27FC236}">
                  <a16:creationId xmlns:a16="http://schemas.microsoft.com/office/drawing/2014/main" id="{90082E97-50F4-45F1-84D6-5A84CECC9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281"/>
              <a:ext cx="14" cy="37"/>
            </a:xfrm>
            <a:custGeom>
              <a:avLst/>
              <a:gdLst>
                <a:gd name="T0" fmla="*/ 24 w 7"/>
                <a:gd name="T1" fmla="*/ 9 h 17"/>
                <a:gd name="T2" fmla="*/ 8 w 7"/>
                <a:gd name="T3" fmla="*/ 61 h 17"/>
                <a:gd name="T4" fmla="*/ 24 w 7"/>
                <a:gd name="T5" fmla="*/ 165 h 17"/>
                <a:gd name="T6" fmla="*/ 56 w 7"/>
                <a:gd name="T7" fmla="*/ 176 h 17"/>
                <a:gd name="T8" fmla="*/ 56 w 7"/>
                <a:gd name="T9" fmla="*/ 176 h 17"/>
                <a:gd name="T10" fmla="*/ 32 w 7"/>
                <a:gd name="T11" fmla="*/ 165 h 17"/>
                <a:gd name="T12" fmla="*/ 8 w 7"/>
                <a:gd name="T13" fmla="*/ 61 h 17"/>
                <a:gd name="T14" fmla="*/ 24 w 7"/>
                <a:gd name="T15" fmla="*/ 9 h 17"/>
                <a:gd name="T16" fmla="*/ 48 w 7"/>
                <a:gd name="T17" fmla="*/ 9 h 17"/>
                <a:gd name="T18" fmla="*/ 48 w 7"/>
                <a:gd name="T19" fmla="*/ 9 h 17"/>
                <a:gd name="T20" fmla="*/ 24 w 7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7">
                  <a:moveTo>
                    <a:pt x="3" y="1"/>
                  </a:moveTo>
                  <a:cubicBezTo>
                    <a:pt x="2" y="1"/>
                    <a:pt x="1" y="3"/>
                    <a:pt x="1" y="6"/>
                  </a:cubicBezTo>
                  <a:cubicBezTo>
                    <a:pt x="0" y="10"/>
                    <a:pt x="1" y="14"/>
                    <a:pt x="3" y="16"/>
                  </a:cubicBezTo>
                  <a:cubicBezTo>
                    <a:pt x="4" y="17"/>
                    <a:pt x="6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7"/>
                    <a:pt x="5" y="17"/>
                    <a:pt x="4" y="16"/>
                  </a:cubicBezTo>
                  <a:cubicBezTo>
                    <a:pt x="2" y="14"/>
                    <a:pt x="1" y="10"/>
                    <a:pt x="1" y="6"/>
                  </a:cubicBezTo>
                  <a:cubicBezTo>
                    <a:pt x="1" y="3"/>
                    <a:pt x="2" y="1"/>
                    <a:pt x="3" y="1"/>
                  </a:cubicBezTo>
                  <a:cubicBezTo>
                    <a:pt x="4" y="0"/>
                    <a:pt x="5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2" name="Freeform 623">
              <a:extLst>
                <a:ext uri="{FF2B5EF4-FFF2-40B4-BE49-F238E27FC236}">
                  <a16:creationId xmlns:a16="http://schemas.microsoft.com/office/drawing/2014/main" id="{0FC50C19-BD43-4391-9ED5-C8C6B5F7B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412"/>
              <a:ext cx="43" cy="48"/>
            </a:xfrm>
            <a:custGeom>
              <a:avLst/>
              <a:gdLst>
                <a:gd name="T0" fmla="*/ 147 w 21"/>
                <a:gd name="T1" fmla="*/ 52 h 22"/>
                <a:gd name="T2" fmla="*/ 96 w 21"/>
                <a:gd name="T3" fmla="*/ 0 h 22"/>
                <a:gd name="T4" fmla="*/ 33 w 21"/>
                <a:gd name="T5" fmla="*/ 20 h 22"/>
                <a:gd name="T6" fmla="*/ 59 w 21"/>
                <a:gd name="T7" fmla="*/ 185 h 22"/>
                <a:gd name="T8" fmla="*/ 180 w 21"/>
                <a:gd name="T9" fmla="*/ 166 h 22"/>
                <a:gd name="T10" fmla="*/ 147 w 21"/>
                <a:gd name="T11" fmla="*/ 5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17" y="5"/>
                  </a:moveTo>
                  <a:cubicBezTo>
                    <a:pt x="15" y="2"/>
                    <a:pt x="14" y="0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6"/>
                    <a:pt x="1" y="14"/>
                    <a:pt x="7" y="18"/>
                  </a:cubicBezTo>
                  <a:cubicBezTo>
                    <a:pt x="13" y="22"/>
                    <a:pt x="19" y="20"/>
                    <a:pt x="21" y="16"/>
                  </a:cubicBezTo>
                  <a:cubicBezTo>
                    <a:pt x="21" y="12"/>
                    <a:pt x="21" y="10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43" name="Freeform 624">
              <a:extLst>
                <a:ext uri="{FF2B5EF4-FFF2-40B4-BE49-F238E27FC236}">
                  <a16:creationId xmlns:a16="http://schemas.microsoft.com/office/drawing/2014/main" id="{8EFC3D19-88F1-45B5-8551-1E8127BB8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421"/>
              <a:ext cx="22" cy="26"/>
            </a:xfrm>
            <a:custGeom>
              <a:avLst/>
              <a:gdLst>
                <a:gd name="T0" fmla="*/ 88 w 11"/>
                <a:gd name="T1" fmla="*/ 72 h 12"/>
                <a:gd name="T2" fmla="*/ 64 w 11"/>
                <a:gd name="T3" fmla="*/ 113 h 12"/>
                <a:gd name="T4" fmla="*/ 16 w 11"/>
                <a:gd name="T5" fmla="*/ 80 h 12"/>
                <a:gd name="T6" fmla="*/ 8 w 11"/>
                <a:gd name="T7" fmla="*/ 20 h 12"/>
                <a:gd name="T8" fmla="*/ 32 w 11"/>
                <a:gd name="T9" fmla="*/ 0 h 12"/>
                <a:gd name="T10" fmla="*/ 32 w 11"/>
                <a:gd name="T11" fmla="*/ 0 h 12"/>
                <a:gd name="T12" fmla="*/ 8 w 11"/>
                <a:gd name="T13" fmla="*/ 20 h 12"/>
                <a:gd name="T14" fmla="*/ 8 w 11"/>
                <a:gd name="T15" fmla="*/ 80 h 12"/>
                <a:gd name="T16" fmla="*/ 64 w 11"/>
                <a:gd name="T17" fmla="*/ 121 h 12"/>
                <a:gd name="T18" fmla="*/ 88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1"/>
                    <a:pt x="8" y="11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4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4" name="Freeform 625">
              <a:extLst>
                <a:ext uri="{FF2B5EF4-FFF2-40B4-BE49-F238E27FC236}">
                  <a16:creationId xmlns:a16="http://schemas.microsoft.com/office/drawing/2014/main" id="{7ADE3703-856C-4FC0-9157-7D3290C80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355"/>
              <a:ext cx="58" cy="68"/>
            </a:xfrm>
            <a:custGeom>
              <a:avLst/>
              <a:gdLst>
                <a:gd name="T0" fmla="*/ 133 w 28"/>
                <a:gd name="T1" fmla="*/ 33 h 31"/>
                <a:gd name="T2" fmla="*/ 35 w 28"/>
                <a:gd name="T3" fmla="*/ 33 h 31"/>
                <a:gd name="T4" fmla="*/ 64 w 28"/>
                <a:gd name="T5" fmla="*/ 222 h 31"/>
                <a:gd name="T6" fmla="*/ 215 w 28"/>
                <a:gd name="T7" fmla="*/ 307 h 31"/>
                <a:gd name="T8" fmla="*/ 240 w 28"/>
                <a:gd name="T9" fmla="*/ 230 h 31"/>
                <a:gd name="T10" fmla="*/ 189 w 28"/>
                <a:gd name="T11" fmla="*/ 125 h 31"/>
                <a:gd name="T12" fmla="*/ 133 w 28"/>
                <a:gd name="T13" fmla="*/ 3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5" y="3"/>
                  </a:moveTo>
                  <a:cubicBezTo>
                    <a:pt x="12" y="0"/>
                    <a:pt x="8" y="0"/>
                    <a:pt x="4" y="3"/>
                  </a:cubicBezTo>
                  <a:cubicBezTo>
                    <a:pt x="0" y="7"/>
                    <a:pt x="1" y="14"/>
                    <a:pt x="7" y="21"/>
                  </a:cubicBezTo>
                  <a:cubicBezTo>
                    <a:pt x="13" y="28"/>
                    <a:pt x="17" y="31"/>
                    <a:pt x="24" y="29"/>
                  </a:cubicBezTo>
                  <a:cubicBezTo>
                    <a:pt x="26" y="28"/>
                    <a:pt x="28" y="25"/>
                    <a:pt x="27" y="22"/>
                  </a:cubicBezTo>
                  <a:cubicBezTo>
                    <a:pt x="26" y="18"/>
                    <a:pt x="24" y="16"/>
                    <a:pt x="21" y="12"/>
                  </a:cubicBezTo>
                  <a:cubicBezTo>
                    <a:pt x="20" y="10"/>
                    <a:pt x="19" y="5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45" name="Freeform 626">
              <a:extLst>
                <a:ext uri="{FF2B5EF4-FFF2-40B4-BE49-F238E27FC236}">
                  <a16:creationId xmlns:a16="http://schemas.microsoft.com/office/drawing/2014/main" id="{3FB6D3EC-9178-4B46-A024-A60614173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369"/>
              <a:ext cx="26" cy="37"/>
            </a:xfrm>
            <a:custGeom>
              <a:avLst/>
              <a:gdLst>
                <a:gd name="T0" fmla="*/ 104 w 13"/>
                <a:gd name="T1" fmla="*/ 157 h 17"/>
                <a:gd name="T2" fmla="*/ 104 w 13"/>
                <a:gd name="T3" fmla="*/ 165 h 17"/>
                <a:gd name="T4" fmla="*/ 24 w 13"/>
                <a:gd name="T5" fmla="*/ 96 h 17"/>
                <a:gd name="T6" fmla="*/ 8 w 13"/>
                <a:gd name="T7" fmla="*/ 9 h 17"/>
                <a:gd name="T8" fmla="*/ 40 w 13"/>
                <a:gd name="T9" fmla="*/ 9 h 17"/>
                <a:gd name="T10" fmla="*/ 40 w 13"/>
                <a:gd name="T11" fmla="*/ 9 h 17"/>
                <a:gd name="T12" fmla="*/ 8 w 13"/>
                <a:gd name="T13" fmla="*/ 9 h 17"/>
                <a:gd name="T14" fmla="*/ 24 w 13"/>
                <a:gd name="T15" fmla="*/ 96 h 17"/>
                <a:gd name="T16" fmla="*/ 104 w 13"/>
                <a:gd name="T17" fmla="*/ 165 h 17"/>
                <a:gd name="T18" fmla="*/ 104 w 13"/>
                <a:gd name="T19" fmla="*/ 1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7">
                  <a:moveTo>
                    <a:pt x="13" y="15"/>
                  </a:moveTo>
                  <a:cubicBezTo>
                    <a:pt x="13" y="16"/>
                    <a:pt x="13" y="16"/>
                    <a:pt x="13" y="16"/>
                  </a:cubicBezTo>
                  <a:cubicBezTo>
                    <a:pt x="11" y="17"/>
                    <a:pt x="8" y="15"/>
                    <a:pt x="3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3" y="9"/>
                  </a:cubicBezTo>
                  <a:cubicBezTo>
                    <a:pt x="8" y="15"/>
                    <a:pt x="11" y="17"/>
                    <a:pt x="13" y="16"/>
                  </a:cubicBezTo>
                  <a:cubicBezTo>
                    <a:pt x="13" y="16"/>
                    <a:pt x="13" y="16"/>
                    <a:pt x="13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6" name="Freeform 627">
              <a:extLst>
                <a:ext uri="{FF2B5EF4-FFF2-40B4-BE49-F238E27FC236}">
                  <a16:creationId xmlns:a16="http://schemas.microsoft.com/office/drawing/2014/main" id="{731BEAF6-8CC6-4D0E-9A7E-5F41A3BAB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517"/>
              <a:ext cx="45" cy="51"/>
            </a:xfrm>
            <a:custGeom>
              <a:avLst/>
              <a:gdLst>
                <a:gd name="T0" fmla="*/ 147 w 22"/>
                <a:gd name="T1" fmla="*/ 53 h 23"/>
                <a:gd name="T2" fmla="*/ 96 w 22"/>
                <a:gd name="T3" fmla="*/ 0 h 23"/>
                <a:gd name="T4" fmla="*/ 33 w 22"/>
                <a:gd name="T5" fmla="*/ 20 h 23"/>
                <a:gd name="T6" fmla="*/ 59 w 22"/>
                <a:gd name="T7" fmla="*/ 206 h 23"/>
                <a:gd name="T8" fmla="*/ 180 w 22"/>
                <a:gd name="T9" fmla="*/ 173 h 23"/>
                <a:gd name="T10" fmla="*/ 147 w 22"/>
                <a:gd name="T11" fmla="*/ 5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3"/>
                    <a:pt x="14" y="1"/>
                    <a:pt x="11" y="0"/>
                  </a:cubicBezTo>
                  <a:cubicBezTo>
                    <a:pt x="8" y="0"/>
                    <a:pt x="6" y="0"/>
                    <a:pt x="4" y="2"/>
                  </a:cubicBezTo>
                  <a:cubicBezTo>
                    <a:pt x="0" y="6"/>
                    <a:pt x="1" y="15"/>
                    <a:pt x="7" y="19"/>
                  </a:cubicBezTo>
                  <a:cubicBezTo>
                    <a:pt x="13" y="23"/>
                    <a:pt x="19" y="20"/>
                    <a:pt x="21" y="16"/>
                  </a:cubicBezTo>
                  <a:cubicBezTo>
                    <a:pt x="22" y="12"/>
                    <a:pt x="21" y="10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47" name="Freeform 628">
              <a:extLst>
                <a:ext uri="{FF2B5EF4-FFF2-40B4-BE49-F238E27FC236}">
                  <a16:creationId xmlns:a16="http://schemas.microsoft.com/office/drawing/2014/main" id="{1BD8D215-B5D8-4726-8CF1-2853A729F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526"/>
              <a:ext cx="23" cy="26"/>
            </a:xfrm>
            <a:custGeom>
              <a:avLst/>
              <a:gdLst>
                <a:gd name="T0" fmla="*/ 100 w 11"/>
                <a:gd name="T1" fmla="*/ 80 h 12"/>
                <a:gd name="T2" fmla="*/ 75 w 11"/>
                <a:gd name="T3" fmla="*/ 121 h 12"/>
                <a:gd name="T4" fmla="*/ 17 w 11"/>
                <a:gd name="T5" fmla="*/ 80 h 12"/>
                <a:gd name="T6" fmla="*/ 8 w 11"/>
                <a:gd name="T7" fmla="*/ 20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20 h 12"/>
                <a:gd name="T14" fmla="*/ 17 w 11"/>
                <a:gd name="T15" fmla="*/ 80 h 12"/>
                <a:gd name="T16" fmla="*/ 75 w 11"/>
                <a:gd name="T17" fmla="*/ 121 h 12"/>
                <a:gd name="T18" fmla="*/ 100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2"/>
                    <a:pt x="7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8" name="Freeform 629">
              <a:extLst>
                <a:ext uri="{FF2B5EF4-FFF2-40B4-BE49-F238E27FC236}">
                  <a16:creationId xmlns:a16="http://schemas.microsoft.com/office/drawing/2014/main" id="{7ED2F07A-252B-473B-8FF3-D8BDE418A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049"/>
              <a:ext cx="57" cy="68"/>
            </a:xfrm>
            <a:custGeom>
              <a:avLst/>
              <a:gdLst>
                <a:gd name="T0" fmla="*/ 136 w 28"/>
                <a:gd name="T1" fmla="*/ 33 h 31"/>
                <a:gd name="T2" fmla="*/ 41 w 28"/>
                <a:gd name="T3" fmla="*/ 33 h 31"/>
                <a:gd name="T4" fmla="*/ 59 w 28"/>
                <a:gd name="T5" fmla="*/ 222 h 31"/>
                <a:gd name="T6" fmla="*/ 204 w 28"/>
                <a:gd name="T7" fmla="*/ 307 h 31"/>
                <a:gd name="T8" fmla="*/ 228 w 28"/>
                <a:gd name="T9" fmla="*/ 230 h 31"/>
                <a:gd name="T10" fmla="*/ 179 w 28"/>
                <a:gd name="T11" fmla="*/ 125 h 31"/>
                <a:gd name="T12" fmla="*/ 136 w 28"/>
                <a:gd name="T13" fmla="*/ 3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6" y="3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7"/>
                    <a:pt x="1" y="14"/>
                    <a:pt x="7" y="21"/>
                  </a:cubicBezTo>
                  <a:cubicBezTo>
                    <a:pt x="13" y="28"/>
                    <a:pt x="17" y="31"/>
                    <a:pt x="24" y="29"/>
                  </a:cubicBezTo>
                  <a:cubicBezTo>
                    <a:pt x="27" y="28"/>
                    <a:pt x="28" y="25"/>
                    <a:pt x="27" y="22"/>
                  </a:cubicBezTo>
                  <a:cubicBezTo>
                    <a:pt x="26" y="18"/>
                    <a:pt x="24" y="16"/>
                    <a:pt x="21" y="12"/>
                  </a:cubicBezTo>
                  <a:cubicBezTo>
                    <a:pt x="20" y="10"/>
                    <a:pt x="19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49" name="Freeform 630">
              <a:extLst>
                <a:ext uri="{FF2B5EF4-FFF2-40B4-BE49-F238E27FC236}">
                  <a16:creationId xmlns:a16="http://schemas.microsoft.com/office/drawing/2014/main" id="{1648B9C5-CBF4-472F-9BB9-B703848EB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063"/>
              <a:ext cx="29" cy="37"/>
            </a:xfrm>
            <a:custGeom>
              <a:avLst/>
              <a:gdLst>
                <a:gd name="T0" fmla="*/ 124 w 14"/>
                <a:gd name="T1" fmla="*/ 157 h 17"/>
                <a:gd name="T2" fmla="*/ 116 w 14"/>
                <a:gd name="T3" fmla="*/ 165 h 17"/>
                <a:gd name="T4" fmla="*/ 35 w 14"/>
                <a:gd name="T5" fmla="*/ 96 h 17"/>
                <a:gd name="T6" fmla="*/ 8 w 14"/>
                <a:gd name="T7" fmla="*/ 9 h 17"/>
                <a:gd name="T8" fmla="*/ 44 w 14"/>
                <a:gd name="T9" fmla="*/ 9 h 17"/>
                <a:gd name="T10" fmla="*/ 44 w 14"/>
                <a:gd name="T11" fmla="*/ 9 h 17"/>
                <a:gd name="T12" fmla="*/ 8 w 14"/>
                <a:gd name="T13" fmla="*/ 9 h 17"/>
                <a:gd name="T14" fmla="*/ 25 w 14"/>
                <a:gd name="T15" fmla="*/ 96 h 17"/>
                <a:gd name="T16" fmla="*/ 116 w 14"/>
                <a:gd name="T17" fmla="*/ 176 h 17"/>
                <a:gd name="T18" fmla="*/ 124 w 14"/>
                <a:gd name="T19" fmla="*/ 1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7">
                  <a:moveTo>
                    <a:pt x="14" y="15"/>
                  </a:moveTo>
                  <a:cubicBezTo>
                    <a:pt x="14" y="16"/>
                    <a:pt x="13" y="16"/>
                    <a:pt x="13" y="16"/>
                  </a:cubicBezTo>
                  <a:cubicBezTo>
                    <a:pt x="12" y="17"/>
                    <a:pt x="8" y="15"/>
                    <a:pt x="4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3" y="9"/>
                  </a:cubicBezTo>
                  <a:cubicBezTo>
                    <a:pt x="8" y="15"/>
                    <a:pt x="11" y="17"/>
                    <a:pt x="13" y="17"/>
                  </a:cubicBezTo>
                  <a:cubicBezTo>
                    <a:pt x="13" y="16"/>
                    <a:pt x="14" y="16"/>
                    <a:pt x="14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0" name="Freeform 631">
              <a:extLst>
                <a:ext uri="{FF2B5EF4-FFF2-40B4-BE49-F238E27FC236}">
                  <a16:creationId xmlns:a16="http://schemas.microsoft.com/office/drawing/2014/main" id="{83A788A9-FA6E-4E29-BCA5-EE70A8F18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060"/>
              <a:ext cx="43" cy="51"/>
            </a:xfrm>
            <a:custGeom>
              <a:avLst/>
              <a:gdLst>
                <a:gd name="T0" fmla="*/ 156 w 21"/>
                <a:gd name="T1" fmla="*/ 64 h 23"/>
                <a:gd name="T2" fmla="*/ 104 w 21"/>
                <a:gd name="T3" fmla="*/ 0 h 23"/>
                <a:gd name="T4" fmla="*/ 33 w 21"/>
                <a:gd name="T5" fmla="*/ 20 h 23"/>
                <a:gd name="T6" fmla="*/ 51 w 21"/>
                <a:gd name="T7" fmla="*/ 197 h 23"/>
                <a:gd name="T8" fmla="*/ 172 w 21"/>
                <a:gd name="T9" fmla="*/ 186 h 23"/>
                <a:gd name="T10" fmla="*/ 156 w 21"/>
                <a:gd name="T11" fmla="*/ 6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4" y="1"/>
                    <a:pt x="12" y="0"/>
                  </a:cubicBezTo>
                  <a:cubicBezTo>
                    <a:pt x="9" y="0"/>
                    <a:pt x="7" y="0"/>
                    <a:pt x="4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51" name="Freeform 632">
              <a:extLst>
                <a:ext uri="{FF2B5EF4-FFF2-40B4-BE49-F238E27FC236}">
                  <a16:creationId xmlns:a16="http://schemas.microsoft.com/office/drawing/2014/main" id="{73AD013B-529E-4247-800E-99EE29B45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069"/>
              <a:ext cx="20" cy="28"/>
            </a:xfrm>
            <a:custGeom>
              <a:avLst/>
              <a:gdLst>
                <a:gd name="T0" fmla="*/ 80 w 10"/>
                <a:gd name="T1" fmla="*/ 80 h 13"/>
                <a:gd name="T2" fmla="*/ 64 w 10"/>
                <a:gd name="T3" fmla="*/ 121 h 13"/>
                <a:gd name="T4" fmla="*/ 8 w 10"/>
                <a:gd name="T5" fmla="*/ 80 h 13"/>
                <a:gd name="T6" fmla="*/ 8 w 10"/>
                <a:gd name="T7" fmla="*/ 19 h 13"/>
                <a:gd name="T8" fmla="*/ 32 w 10"/>
                <a:gd name="T9" fmla="*/ 0 h 13"/>
                <a:gd name="T10" fmla="*/ 32 w 10"/>
                <a:gd name="T11" fmla="*/ 0 h 13"/>
                <a:gd name="T12" fmla="*/ 8 w 10"/>
                <a:gd name="T13" fmla="*/ 19 h 13"/>
                <a:gd name="T14" fmla="*/ 8 w 10"/>
                <a:gd name="T15" fmla="*/ 80 h 13"/>
                <a:gd name="T16" fmla="*/ 64 w 10"/>
                <a:gd name="T17" fmla="*/ 121 h 13"/>
                <a:gd name="T18" fmla="*/ 80 w 10"/>
                <a:gd name="T19" fmla="*/ 8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10"/>
                    <a:pt x="9" y="12"/>
                    <a:pt x="8" y="12"/>
                  </a:cubicBezTo>
                  <a:cubicBezTo>
                    <a:pt x="6" y="13"/>
                    <a:pt x="3" y="11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9" y="12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2" name="Freeform 633">
              <a:extLst>
                <a:ext uri="{FF2B5EF4-FFF2-40B4-BE49-F238E27FC236}">
                  <a16:creationId xmlns:a16="http://schemas.microsoft.com/office/drawing/2014/main" id="{D2855173-23D0-4FE4-9701-2341E3921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143"/>
              <a:ext cx="44" cy="51"/>
            </a:xfrm>
            <a:custGeom>
              <a:avLst/>
              <a:gdLst>
                <a:gd name="T0" fmla="*/ 157 w 21"/>
                <a:gd name="T1" fmla="*/ 64 h 23"/>
                <a:gd name="T2" fmla="*/ 101 w 21"/>
                <a:gd name="T3" fmla="*/ 0 h 23"/>
                <a:gd name="T4" fmla="*/ 36 w 21"/>
                <a:gd name="T5" fmla="*/ 20 h 23"/>
                <a:gd name="T6" fmla="*/ 57 w 21"/>
                <a:gd name="T7" fmla="*/ 197 h 23"/>
                <a:gd name="T8" fmla="*/ 184 w 21"/>
                <a:gd name="T9" fmla="*/ 186 h 23"/>
                <a:gd name="T10" fmla="*/ 157 w 21"/>
                <a:gd name="T11" fmla="*/ 6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5"/>
                    <a:pt x="0" y="14"/>
                    <a:pt x="6" y="18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53" name="Freeform 634">
              <a:extLst>
                <a:ext uri="{FF2B5EF4-FFF2-40B4-BE49-F238E27FC236}">
                  <a16:creationId xmlns:a16="http://schemas.microsoft.com/office/drawing/2014/main" id="{3EB00511-3F75-404E-A0DA-1FBF85B44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152"/>
              <a:ext cx="22" cy="29"/>
            </a:xfrm>
            <a:custGeom>
              <a:avLst/>
              <a:gdLst>
                <a:gd name="T0" fmla="*/ 88 w 11"/>
                <a:gd name="T1" fmla="*/ 89 h 13"/>
                <a:gd name="T2" fmla="*/ 64 w 11"/>
                <a:gd name="T3" fmla="*/ 134 h 13"/>
                <a:gd name="T4" fmla="*/ 16 w 11"/>
                <a:gd name="T5" fmla="*/ 89 h 13"/>
                <a:gd name="T6" fmla="*/ 16 w 11"/>
                <a:gd name="T7" fmla="*/ 20 h 13"/>
                <a:gd name="T8" fmla="*/ 40 w 11"/>
                <a:gd name="T9" fmla="*/ 0 h 13"/>
                <a:gd name="T10" fmla="*/ 40 w 11"/>
                <a:gd name="T11" fmla="*/ 0 h 13"/>
                <a:gd name="T12" fmla="*/ 16 w 11"/>
                <a:gd name="T13" fmla="*/ 20 h 13"/>
                <a:gd name="T14" fmla="*/ 16 w 11"/>
                <a:gd name="T15" fmla="*/ 89 h 13"/>
                <a:gd name="T16" fmla="*/ 64 w 11"/>
                <a:gd name="T17" fmla="*/ 134 h 13"/>
                <a:gd name="T18" fmla="*/ 88 w 11"/>
                <a:gd name="T19" fmla="*/ 8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8" y="12"/>
                  </a:cubicBezTo>
                  <a:cubicBezTo>
                    <a:pt x="7" y="13"/>
                    <a:pt x="4" y="11"/>
                    <a:pt x="2" y="8"/>
                  </a:cubicBezTo>
                  <a:cubicBezTo>
                    <a:pt x="1" y="5"/>
                    <a:pt x="1" y="3"/>
                    <a:pt x="2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1"/>
                    <a:pt x="2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2"/>
                    <a:pt x="7" y="13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4" name="Freeform 635">
              <a:extLst>
                <a:ext uri="{FF2B5EF4-FFF2-40B4-BE49-F238E27FC236}">
                  <a16:creationId xmlns:a16="http://schemas.microsoft.com/office/drawing/2014/main" id="{C46C6C8D-398A-4FB7-9065-D3FBBDB43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380"/>
              <a:ext cx="43" cy="50"/>
            </a:xfrm>
            <a:custGeom>
              <a:avLst/>
              <a:gdLst>
                <a:gd name="T0" fmla="*/ 147 w 21"/>
                <a:gd name="T1" fmla="*/ 61 h 23"/>
                <a:gd name="T2" fmla="*/ 96 w 21"/>
                <a:gd name="T3" fmla="*/ 9 h 23"/>
                <a:gd name="T4" fmla="*/ 33 w 21"/>
                <a:gd name="T5" fmla="*/ 20 h 23"/>
                <a:gd name="T6" fmla="*/ 51 w 21"/>
                <a:gd name="T7" fmla="*/ 193 h 23"/>
                <a:gd name="T8" fmla="*/ 172 w 21"/>
                <a:gd name="T9" fmla="*/ 174 h 23"/>
                <a:gd name="T10" fmla="*/ 147 w 21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1"/>
                  </a:cubicBezTo>
                  <a:cubicBezTo>
                    <a:pt x="9" y="0"/>
                    <a:pt x="7" y="1"/>
                    <a:pt x="4" y="2"/>
                  </a:cubicBezTo>
                  <a:cubicBezTo>
                    <a:pt x="0" y="6"/>
                    <a:pt x="0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55" name="Freeform 636">
              <a:extLst>
                <a:ext uri="{FF2B5EF4-FFF2-40B4-BE49-F238E27FC236}">
                  <a16:creationId xmlns:a16="http://schemas.microsoft.com/office/drawing/2014/main" id="{921FA8BF-507C-4702-BCAE-E839E3477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390"/>
              <a:ext cx="21" cy="27"/>
            </a:xfrm>
            <a:custGeom>
              <a:avLst/>
              <a:gdLst>
                <a:gd name="T0" fmla="*/ 92 w 10"/>
                <a:gd name="T1" fmla="*/ 92 h 12"/>
                <a:gd name="T2" fmla="*/ 76 w 10"/>
                <a:gd name="T3" fmla="*/ 126 h 12"/>
                <a:gd name="T4" fmla="*/ 8 w 10"/>
                <a:gd name="T5" fmla="*/ 81 h 12"/>
                <a:gd name="T6" fmla="*/ 8 w 10"/>
                <a:gd name="T7" fmla="*/ 25 h 12"/>
                <a:gd name="T8" fmla="*/ 36 w 10"/>
                <a:gd name="T9" fmla="*/ 0 h 12"/>
                <a:gd name="T10" fmla="*/ 36 w 10"/>
                <a:gd name="T11" fmla="*/ 0 h 12"/>
                <a:gd name="T12" fmla="*/ 8 w 10"/>
                <a:gd name="T13" fmla="*/ 11 h 12"/>
                <a:gd name="T14" fmla="*/ 8 w 10"/>
                <a:gd name="T15" fmla="*/ 92 h 12"/>
                <a:gd name="T16" fmla="*/ 76 w 10"/>
                <a:gd name="T17" fmla="*/ 137 h 12"/>
                <a:gd name="T18" fmla="*/ 92 w 10"/>
                <a:gd name="T19" fmla="*/ 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1"/>
                  </a:cubicBezTo>
                  <a:cubicBezTo>
                    <a:pt x="6" y="12"/>
                    <a:pt x="3" y="11"/>
                    <a:pt x="1" y="7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0" y="4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1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6" name="Freeform 637">
              <a:extLst>
                <a:ext uri="{FF2B5EF4-FFF2-40B4-BE49-F238E27FC236}">
                  <a16:creationId xmlns:a16="http://schemas.microsoft.com/office/drawing/2014/main" id="{03B64D4B-61D8-429D-BAA3-3F918DC54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242"/>
              <a:ext cx="55" cy="54"/>
            </a:xfrm>
            <a:custGeom>
              <a:avLst/>
              <a:gdLst>
                <a:gd name="T0" fmla="*/ 136 w 27"/>
                <a:gd name="T1" fmla="*/ 9 h 25"/>
                <a:gd name="T2" fmla="*/ 67 w 27"/>
                <a:gd name="T3" fmla="*/ 0 h 25"/>
                <a:gd name="T4" fmla="*/ 49 w 27"/>
                <a:gd name="T5" fmla="*/ 173 h 25"/>
                <a:gd name="T6" fmla="*/ 196 w 27"/>
                <a:gd name="T7" fmla="*/ 233 h 25"/>
                <a:gd name="T8" fmla="*/ 220 w 27"/>
                <a:gd name="T9" fmla="*/ 140 h 25"/>
                <a:gd name="T10" fmla="*/ 171 w 27"/>
                <a:gd name="T11" fmla="*/ 60 h 25"/>
                <a:gd name="T12" fmla="*/ 136 w 27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5">
                  <a:moveTo>
                    <a:pt x="16" y="1"/>
                  </a:moveTo>
                  <a:cubicBezTo>
                    <a:pt x="13" y="0"/>
                    <a:pt x="11" y="0"/>
                    <a:pt x="8" y="0"/>
                  </a:cubicBezTo>
                  <a:cubicBezTo>
                    <a:pt x="0" y="2"/>
                    <a:pt x="0" y="11"/>
                    <a:pt x="6" y="17"/>
                  </a:cubicBezTo>
                  <a:cubicBezTo>
                    <a:pt x="11" y="24"/>
                    <a:pt x="19" y="25"/>
                    <a:pt x="23" y="23"/>
                  </a:cubicBezTo>
                  <a:cubicBezTo>
                    <a:pt x="26" y="21"/>
                    <a:pt x="27" y="17"/>
                    <a:pt x="26" y="14"/>
                  </a:cubicBezTo>
                  <a:cubicBezTo>
                    <a:pt x="25" y="11"/>
                    <a:pt x="22" y="8"/>
                    <a:pt x="20" y="6"/>
                  </a:cubicBezTo>
                  <a:cubicBezTo>
                    <a:pt x="19" y="5"/>
                    <a:pt x="17" y="2"/>
                    <a:pt x="16" y="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57" name="Freeform 638">
              <a:extLst>
                <a:ext uri="{FF2B5EF4-FFF2-40B4-BE49-F238E27FC236}">
                  <a16:creationId xmlns:a16="http://schemas.microsoft.com/office/drawing/2014/main" id="{3629F1A1-88E0-49FA-AF43-F74656CEC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255"/>
              <a:ext cx="25" cy="28"/>
            </a:xfrm>
            <a:custGeom>
              <a:avLst/>
              <a:gdLst>
                <a:gd name="T0" fmla="*/ 8 w 12"/>
                <a:gd name="T1" fmla="*/ 9 h 13"/>
                <a:gd name="T2" fmla="*/ 8 w 12"/>
                <a:gd name="T3" fmla="*/ 69 h 13"/>
                <a:gd name="T4" fmla="*/ 83 w 12"/>
                <a:gd name="T5" fmla="*/ 129 h 13"/>
                <a:gd name="T6" fmla="*/ 108 w 12"/>
                <a:gd name="T7" fmla="*/ 121 h 13"/>
                <a:gd name="T8" fmla="*/ 108 w 12"/>
                <a:gd name="T9" fmla="*/ 121 h 13"/>
                <a:gd name="T10" fmla="*/ 83 w 12"/>
                <a:gd name="T11" fmla="*/ 121 h 13"/>
                <a:gd name="T12" fmla="*/ 17 w 12"/>
                <a:gd name="T13" fmla="*/ 60 h 13"/>
                <a:gd name="T14" fmla="*/ 8 w 12"/>
                <a:gd name="T15" fmla="*/ 9 h 13"/>
                <a:gd name="T16" fmla="*/ 35 w 12"/>
                <a:gd name="T17" fmla="*/ 0 h 13"/>
                <a:gd name="T18" fmla="*/ 35 w 12"/>
                <a:gd name="T19" fmla="*/ 0 h 13"/>
                <a:gd name="T20" fmla="*/ 8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3" y="10"/>
                    <a:pt x="6" y="12"/>
                    <a:pt x="9" y="13"/>
                  </a:cubicBezTo>
                  <a:cubicBezTo>
                    <a:pt x="10" y="13"/>
                    <a:pt x="11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3"/>
                    <a:pt x="10" y="13"/>
                    <a:pt x="9" y="12"/>
                  </a:cubicBezTo>
                  <a:cubicBezTo>
                    <a:pt x="6" y="12"/>
                    <a:pt x="3" y="10"/>
                    <a:pt x="2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8" name="Freeform 639">
              <a:extLst>
                <a:ext uri="{FF2B5EF4-FFF2-40B4-BE49-F238E27FC236}">
                  <a16:creationId xmlns:a16="http://schemas.microsoft.com/office/drawing/2014/main" id="{B00F7451-9E0B-473E-8C45-B0CBCC114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253"/>
              <a:ext cx="57" cy="68"/>
            </a:xfrm>
            <a:custGeom>
              <a:avLst/>
              <a:gdLst>
                <a:gd name="T0" fmla="*/ 128 w 28"/>
                <a:gd name="T1" fmla="*/ 33 h 31"/>
                <a:gd name="T2" fmla="*/ 33 w 28"/>
                <a:gd name="T3" fmla="*/ 33 h 31"/>
                <a:gd name="T4" fmla="*/ 59 w 28"/>
                <a:gd name="T5" fmla="*/ 222 h 31"/>
                <a:gd name="T6" fmla="*/ 204 w 28"/>
                <a:gd name="T7" fmla="*/ 307 h 31"/>
                <a:gd name="T8" fmla="*/ 228 w 28"/>
                <a:gd name="T9" fmla="*/ 222 h 31"/>
                <a:gd name="T10" fmla="*/ 179 w 28"/>
                <a:gd name="T11" fmla="*/ 125 h 31"/>
                <a:gd name="T12" fmla="*/ 128 w 28"/>
                <a:gd name="T13" fmla="*/ 3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5" y="3"/>
                  </a:moveTo>
                  <a:cubicBezTo>
                    <a:pt x="12" y="0"/>
                    <a:pt x="8" y="0"/>
                    <a:pt x="4" y="3"/>
                  </a:cubicBezTo>
                  <a:cubicBezTo>
                    <a:pt x="0" y="7"/>
                    <a:pt x="1" y="14"/>
                    <a:pt x="7" y="21"/>
                  </a:cubicBezTo>
                  <a:cubicBezTo>
                    <a:pt x="13" y="28"/>
                    <a:pt x="17" y="31"/>
                    <a:pt x="24" y="29"/>
                  </a:cubicBezTo>
                  <a:cubicBezTo>
                    <a:pt x="27" y="28"/>
                    <a:pt x="28" y="25"/>
                    <a:pt x="27" y="21"/>
                  </a:cubicBezTo>
                  <a:cubicBezTo>
                    <a:pt x="26" y="18"/>
                    <a:pt x="24" y="16"/>
                    <a:pt x="21" y="12"/>
                  </a:cubicBezTo>
                  <a:cubicBezTo>
                    <a:pt x="20" y="10"/>
                    <a:pt x="19" y="5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59" name="Freeform 640">
              <a:extLst>
                <a:ext uri="{FF2B5EF4-FFF2-40B4-BE49-F238E27FC236}">
                  <a16:creationId xmlns:a16="http://schemas.microsoft.com/office/drawing/2014/main" id="{48D0E345-4300-4923-8F02-3F45EF9D3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266"/>
              <a:ext cx="29" cy="37"/>
            </a:xfrm>
            <a:custGeom>
              <a:avLst/>
              <a:gdLst>
                <a:gd name="T0" fmla="*/ 124 w 14"/>
                <a:gd name="T1" fmla="*/ 157 h 17"/>
                <a:gd name="T2" fmla="*/ 116 w 14"/>
                <a:gd name="T3" fmla="*/ 165 h 17"/>
                <a:gd name="T4" fmla="*/ 35 w 14"/>
                <a:gd name="T5" fmla="*/ 96 h 17"/>
                <a:gd name="T6" fmla="*/ 8 w 14"/>
                <a:gd name="T7" fmla="*/ 9 h 17"/>
                <a:gd name="T8" fmla="*/ 44 w 14"/>
                <a:gd name="T9" fmla="*/ 9 h 17"/>
                <a:gd name="T10" fmla="*/ 44 w 14"/>
                <a:gd name="T11" fmla="*/ 9 h 17"/>
                <a:gd name="T12" fmla="*/ 8 w 14"/>
                <a:gd name="T13" fmla="*/ 9 h 17"/>
                <a:gd name="T14" fmla="*/ 25 w 14"/>
                <a:gd name="T15" fmla="*/ 96 h 17"/>
                <a:gd name="T16" fmla="*/ 116 w 14"/>
                <a:gd name="T17" fmla="*/ 165 h 17"/>
                <a:gd name="T18" fmla="*/ 124 w 14"/>
                <a:gd name="T19" fmla="*/ 1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7">
                  <a:moveTo>
                    <a:pt x="14" y="15"/>
                  </a:moveTo>
                  <a:cubicBezTo>
                    <a:pt x="14" y="16"/>
                    <a:pt x="13" y="16"/>
                    <a:pt x="13" y="16"/>
                  </a:cubicBezTo>
                  <a:cubicBezTo>
                    <a:pt x="12" y="17"/>
                    <a:pt x="8" y="15"/>
                    <a:pt x="4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3" y="9"/>
                  </a:cubicBezTo>
                  <a:cubicBezTo>
                    <a:pt x="8" y="15"/>
                    <a:pt x="11" y="17"/>
                    <a:pt x="13" y="16"/>
                  </a:cubicBezTo>
                  <a:cubicBezTo>
                    <a:pt x="13" y="16"/>
                    <a:pt x="14" y="16"/>
                    <a:pt x="14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0" name="Freeform 641">
              <a:extLst>
                <a:ext uri="{FF2B5EF4-FFF2-40B4-BE49-F238E27FC236}">
                  <a16:creationId xmlns:a16="http://schemas.microsoft.com/office/drawing/2014/main" id="{59293412-A14B-40FA-8D4B-1F2BF7870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196"/>
              <a:ext cx="45" cy="50"/>
            </a:xfrm>
            <a:custGeom>
              <a:avLst/>
              <a:gdLst>
                <a:gd name="T0" fmla="*/ 155 w 22"/>
                <a:gd name="T1" fmla="*/ 52 h 23"/>
                <a:gd name="T2" fmla="*/ 104 w 22"/>
                <a:gd name="T3" fmla="*/ 0 h 23"/>
                <a:gd name="T4" fmla="*/ 41 w 22"/>
                <a:gd name="T5" fmla="*/ 20 h 23"/>
                <a:gd name="T6" fmla="*/ 51 w 22"/>
                <a:gd name="T7" fmla="*/ 185 h 23"/>
                <a:gd name="T8" fmla="*/ 172 w 22"/>
                <a:gd name="T9" fmla="*/ 174 h 23"/>
                <a:gd name="T10" fmla="*/ 155 w 22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61" name="Freeform 642">
              <a:extLst>
                <a:ext uri="{FF2B5EF4-FFF2-40B4-BE49-F238E27FC236}">
                  <a16:creationId xmlns:a16="http://schemas.microsoft.com/office/drawing/2014/main" id="{5DDC8189-AE4C-4595-AFF9-F8AC29F2A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205"/>
              <a:ext cx="23" cy="26"/>
            </a:xfrm>
            <a:custGeom>
              <a:avLst/>
              <a:gdLst>
                <a:gd name="T0" fmla="*/ 100 w 11"/>
                <a:gd name="T1" fmla="*/ 80 h 12"/>
                <a:gd name="T2" fmla="*/ 75 w 11"/>
                <a:gd name="T3" fmla="*/ 121 h 12"/>
                <a:gd name="T4" fmla="*/ 17 w 11"/>
                <a:gd name="T5" fmla="*/ 80 h 12"/>
                <a:gd name="T6" fmla="*/ 8 w 11"/>
                <a:gd name="T7" fmla="*/ 20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20 h 12"/>
                <a:gd name="T14" fmla="*/ 17 w 11"/>
                <a:gd name="T15" fmla="*/ 80 h 12"/>
                <a:gd name="T16" fmla="*/ 75 w 11"/>
                <a:gd name="T17" fmla="*/ 121 h 12"/>
                <a:gd name="T18" fmla="*/ 100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2" name="Freeform 643">
              <a:extLst>
                <a:ext uri="{FF2B5EF4-FFF2-40B4-BE49-F238E27FC236}">
                  <a16:creationId xmlns:a16="http://schemas.microsoft.com/office/drawing/2014/main" id="{3C30ADA8-D961-4EB1-A13C-6D7DFE80F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336"/>
              <a:ext cx="45" cy="50"/>
            </a:xfrm>
            <a:custGeom>
              <a:avLst/>
              <a:gdLst>
                <a:gd name="T0" fmla="*/ 155 w 22"/>
                <a:gd name="T1" fmla="*/ 61 h 23"/>
                <a:gd name="T2" fmla="*/ 104 w 22"/>
                <a:gd name="T3" fmla="*/ 0 h 23"/>
                <a:gd name="T4" fmla="*/ 41 w 22"/>
                <a:gd name="T5" fmla="*/ 20 h 23"/>
                <a:gd name="T6" fmla="*/ 59 w 22"/>
                <a:gd name="T7" fmla="*/ 185 h 23"/>
                <a:gd name="T8" fmla="*/ 180 w 22"/>
                <a:gd name="T9" fmla="*/ 174 h 23"/>
                <a:gd name="T10" fmla="*/ 155 w 22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7" y="18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63" name="Freeform 644">
              <a:extLst>
                <a:ext uri="{FF2B5EF4-FFF2-40B4-BE49-F238E27FC236}">
                  <a16:creationId xmlns:a16="http://schemas.microsoft.com/office/drawing/2014/main" id="{1CD3ABC9-924A-4214-9850-D2930CA05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345"/>
              <a:ext cx="23" cy="28"/>
            </a:xfrm>
            <a:custGeom>
              <a:avLst/>
              <a:gdLst>
                <a:gd name="T0" fmla="*/ 100 w 11"/>
                <a:gd name="T1" fmla="*/ 80 h 13"/>
                <a:gd name="T2" fmla="*/ 75 w 11"/>
                <a:gd name="T3" fmla="*/ 121 h 13"/>
                <a:gd name="T4" fmla="*/ 17 w 11"/>
                <a:gd name="T5" fmla="*/ 80 h 13"/>
                <a:gd name="T6" fmla="*/ 17 w 11"/>
                <a:gd name="T7" fmla="*/ 19 h 13"/>
                <a:gd name="T8" fmla="*/ 44 w 11"/>
                <a:gd name="T9" fmla="*/ 0 h 13"/>
                <a:gd name="T10" fmla="*/ 44 w 11"/>
                <a:gd name="T11" fmla="*/ 0 h 13"/>
                <a:gd name="T12" fmla="*/ 8 w 11"/>
                <a:gd name="T13" fmla="*/ 19 h 13"/>
                <a:gd name="T14" fmla="*/ 17 w 11"/>
                <a:gd name="T15" fmla="*/ 80 h 13"/>
                <a:gd name="T16" fmla="*/ 75 w 11"/>
                <a:gd name="T17" fmla="*/ 121 h 13"/>
                <a:gd name="T18" fmla="*/ 100 w 11"/>
                <a:gd name="T19" fmla="*/ 8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8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3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4" name="Freeform 645">
              <a:extLst>
                <a:ext uri="{FF2B5EF4-FFF2-40B4-BE49-F238E27FC236}">
                  <a16:creationId xmlns:a16="http://schemas.microsoft.com/office/drawing/2014/main" id="{8511BC62-BCDB-4749-BE27-BC52F3206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231"/>
              <a:ext cx="43" cy="50"/>
            </a:xfrm>
            <a:custGeom>
              <a:avLst/>
              <a:gdLst>
                <a:gd name="T0" fmla="*/ 156 w 21"/>
                <a:gd name="T1" fmla="*/ 61 h 23"/>
                <a:gd name="T2" fmla="*/ 104 w 21"/>
                <a:gd name="T3" fmla="*/ 9 h 23"/>
                <a:gd name="T4" fmla="*/ 41 w 21"/>
                <a:gd name="T5" fmla="*/ 20 h 23"/>
                <a:gd name="T6" fmla="*/ 51 w 21"/>
                <a:gd name="T7" fmla="*/ 193 h 23"/>
                <a:gd name="T8" fmla="*/ 172 w 21"/>
                <a:gd name="T9" fmla="*/ 174 h 23"/>
                <a:gd name="T10" fmla="*/ 156 w 21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4" y="1"/>
                    <a:pt x="12" y="1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65" name="Freeform 646">
              <a:extLst>
                <a:ext uri="{FF2B5EF4-FFF2-40B4-BE49-F238E27FC236}">
                  <a16:creationId xmlns:a16="http://schemas.microsoft.com/office/drawing/2014/main" id="{9E202460-03C8-4C16-A14D-EDFAE29C2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240"/>
              <a:ext cx="20" cy="28"/>
            </a:xfrm>
            <a:custGeom>
              <a:avLst/>
              <a:gdLst>
                <a:gd name="T0" fmla="*/ 80 w 10"/>
                <a:gd name="T1" fmla="*/ 88 h 13"/>
                <a:gd name="T2" fmla="*/ 64 w 10"/>
                <a:gd name="T3" fmla="*/ 121 h 13"/>
                <a:gd name="T4" fmla="*/ 8 w 10"/>
                <a:gd name="T5" fmla="*/ 80 h 13"/>
                <a:gd name="T6" fmla="*/ 8 w 10"/>
                <a:gd name="T7" fmla="*/ 19 h 13"/>
                <a:gd name="T8" fmla="*/ 32 w 10"/>
                <a:gd name="T9" fmla="*/ 9 h 13"/>
                <a:gd name="T10" fmla="*/ 32 w 10"/>
                <a:gd name="T11" fmla="*/ 9 h 13"/>
                <a:gd name="T12" fmla="*/ 8 w 10"/>
                <a:gd name="T13" fmla="*/ 19 h 13"/>
                <a:gd name="T14" fmla="*/ 8 w 10"/>
                <a:gd name="T15" fmla="*/ 80 h 13"/>
                <a:gd name="T16" fmla="*/ 64 w 10"/>
                <a:gd name="T17" fmla="*/ 121 h 13"/>
                <a:gd name="T18" fmla="*/ 80 w 10"/>
                <a:gd name="T19" fmla="*/ 8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9"/>
                  </a:moveTo>
                  <a:cubicBezTo>
                    <a:pt x="10" y="11"/>
                    <a:pt x="9" y="12"/>
                    <a:pt x="8" y="12"/>
                  </a:cubicBezTo>
                  <a:cubicBezTo>
                    <a:pt x="6" y="13"/>
                    <a:pt x="3" y="12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9" y="12"/>
                    <a:pt x="10" y="11"/>
                    <a:pt x="10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6" name="Freeform 647">
              <a:extLst>
                <a:ext uri="{FF2B5EF4-FFF2-40B4-BE49-F238E27FC236}">
                  <a16:creationId xmlns:a16="http://schemas.microsoft.com/office/drawing/2014/main" id="{811CCF9E-D209-4C07-816B-7BD66421D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047"/>
              <a:ext cx="43" cy="50"/>
            </a:xfrm>
            <a:custGeom>
              <a:avLst/>
              <a:gdLst>
                <a:gd name="T0" fmla="*/ 156 w 21"/>
                <a:gd name="T1" fmla="*/ 61 h 23"/>
                <a:gd name="T2" fmla="*/ 104 w 21"/>
                <a:gd name="T3" fmla="*/ 9 h 23"/>
                <a:gd name="T4" fmla="*/ 41 w 21"/>
                <a:gd name="T5" fmla="*/ 20 h 23"/>
                <a:gd name="T6" fmla="*/ 51 w 21"/>
                <a:gd name="T7" fmla="*/ 193 h 23"/>
                <a:gd name="T8" fmla="*/ 172 w 21"/>
                <a:gd name="T9" fmla="*/ 174 h 23"/>
                <a:gd name="T10" fmla="*/ 156 w 21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67" name="Freeform 648">
              <a:extLst>
                <a:ext uri="{FF2B5EF4-FFF2-40B4-BE49-F238E27FC236}">
                  <a16:creationId xmlns:a16="http://schemas.microsoft.com/office/drawing/2014/main" id="{8CD5B44D-DB94-4CBE-A9B8-2B4696396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058"/>
              <a:ext cx="23" cy="26"/>
            </a:xfrm>
            <a:custGeom>
              <a:avLst/>
              <a:gdLst>
                <a:gd name="T0" fmla="*/ 100 w 11"/>
                <a:gd name="T1" fmla="*/ 80 h 12"/>
                <a:gd name="T2" fmla="*/ 75 w 11"/>
                <a:gd name="T3" fmla="*/ 113 h 12"/>
                <a:gd name="T4" fmla="*/ 17 w 11"/>
                <a:gd name="T5" fmla="*/ 72 h 12"/>
                <a:gd name="T6" fmla="*/ 8 w 11"/>
                <a:gd name="T7" fmla="*/ 9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9 h 12"/>
                <a:gd name="T14" fmla="*/ 8 w 11"/>
                <a:gd name="T15" fmla="*/ 72 h 12"/>
                <a:gd name="T16" fmla="*/ 75 w 11"/>
                <a:gd name="T17" fmla="*/ 121 h 12"/>
                <a:gd name="T18" fmla="*/ 100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0" y="10"/>
                    <a:pt x="10" y="11"/>
                    <a:pt x="8" y="11"/>
                  </a:cubicBezTo>
                  <a:cubicBezTo>
                    <a:pt x="6" y="12"/>
                    <a:pt x="3" y="11"/>
                    <a:pt x="2" y="7"/>
                  </a:cubicBezTo>
                  <a:cubicBezTo>
                    <a:pt x="0" y="4"/>
                    <a:pt x="1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4"/>
                    <a:pt x="1" y="7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0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8" name="Freeform 649">
              <a:extLst>
                <a:ext uri="{FF2B5EF4-FFF2-40B4-BE49-F238E27FC236}">
                  <a16:creationId xmlns:a16="http://schemas.microsoft.com/office/drawing/2014/main" id="{E356BCB9-3128-440B-8ED9-88BC6C957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135"/>
              <a:ext cx="45" cy="50"/>
            </a:xfrm>
            <a:custGeom>
              <a:avLst/>
              <a:gdLst>
                <a:gd name="T0" fmla="*/ 155 w 22"/>
                <a:gd name="T1" fmla="*/ 61 h 23"/>
                <a:gd name="T2" fmla="*/ 104 w 22"/>
                <a:gd name="T3" fmla="*/ 9 h 23"/>
                <a:gd name="T4" fmla="*/ 41 w 22"/>
                <a:gd name="T5" fmla="*/ 20 h 23"/>
                <a:gd name="T6" fmla="*/ 51 w 22"/>
                <a:gd name="T7" fmla="*/ 193 h 23"/>
                <a:gd name="T8" fmla="*/ 172 w 22"/>
                <a:gd name="T9" fmla="*/ 174 h 23"/>
                <a:gd name="T10" fmla="*/ 155 w 22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10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69" name="Freeform 650">
              <a:extLst>
                <a:ext uri="{FF2B5EF4-FFF2-40B4-BE49-F238E27FC236}">
                  <a16:creationId xmlns:a16="http://schemas.microsoft.com/office/drawing/2014/main" id="{E6AF8B2D-FC59-4E01-BADD-E70C5D4C0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146"/>
              <a:ext cx="22" cy="26"/>
            </a:xfrm>
            <a:custGeom>
              <a:avLst/>
              <a:gdLst>
                <a:gd name="T0" fmla="*/ 88 w 11"/>
                <a:gd name="T1" fmla="*/ 80 h 12"/>
                <a:gd name="T2" fmla="*/ 64 w 11"/>
                <a:gd name="T3" fmla="*/ 113 h 12"/>
                <a:gd name="T4" fmla="*/ 16 w 11"/>
                <a:gd name="T5" fmla="*/ 72 h 12"/>
                <a:gd name="T6" fmla="*/ 8 w 11"/>
                <a:gd name="T7" fmla="*/ 20 h 12"/>
                <a:gd name="T8" fmla="*/ 40 w 11"/>
                <a:gd name="T9" fmla="*/ 0 h 12"/>
                <a:gd name="T10" fmla="*/ 40 w 11"/>
                <a:gd name="T11" fmla="*/ 0 h 12"/>
                <a:gd name="T12" fmla="*/ 8 w 11"/>
                <a:gd name="T13" fmla="*/ 9 h 12"/>
                <a:gd name="T14" fmla="*/ 16 w 11"/>
                <a:gd name="T15" fmla="*/ 80 h 12"/>
                <a:gd name="T16" fmla="*/ 64 w 11"/>
                <a:gd name="T17" fmla="*/ 121 h 12"/>
                <a:gd name="T18" fmla="*/ 88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1"/>
                  </a:cubicBezTo>
                  <a:cubicBezTo>
                    <a:pt x="6" y="12"/>
                    <a:pt x="3" y="11"/>
                    <a:pt x="2" y="7"/>
                  </a:cubicBezTo>
                  <a:cubicBezTo>
                    <a:pt x="0" y="4"/>
                    <a:pt x="1" y="3"/>
                    <a:pt x="1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0" y="4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70" name="Freeform 651">
              <a:extLst>
                <a:ext uri="{FF2B5EF4-FFF2-40B4-BE49-F238E27FC236}">
                  <a16:creationId xmlns:a16="http://schemas.microsoft.com/office/drawing/2014/main" id="{9E067474-D99F-49FD-9AAB-138C56F1C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080"/>
              <a:ext cx="31" cy="44"/>
            </a:xfrm>
            <a:custGeom>
              <a:avLst/>
              <a:gdLst>
                <a:gd name="T0" fmla="*/ 124 w 15"/>
                <a:gd name="T1" fmla="*/ 117 h 20"/>
                <a:gd name="T2" fmla="*/ 124 w 15"/>
                <a:gd name="T3" fmla="*/ 178 h 20"/>
                <a:gd name="T4" fmla="*/ 116 w 15"/>
                <a:gd name="T5" fmla="*/ 194 h 20"/>
                <a:gd name="T6" fmla="*/ 107 w 15"/>
                <a:gd name="T7" fmla="*/ 194 h 20"/>
                <a:gd name="T8" fmla="*/ 72 w 15"/>
                <a:gd name="T9" fmla="*/ 194 h 20"/>
                <a:gd name="T10" fmla="*/ 60 w 15"/>
                <a:gd name="T11" fmla="*/ 169 h 20"/>
                <a:gd name="T12" fmla="*/ 43 w 15"/>
                <a:gd name="T13" fmla="*/ 169 h 20"/>
                <a:gd name="T14" fmla="*/ 25 w 15"/>
                <a:gd name="T15" fmla="*/ 150 h 20"/>
                <a:gd name="T16" fmla="*/ 17 w 15"/>
                <a:gd name="T17" fmla="*/ 125 h 20"/>
                <a:gd name="T18" fmla="*/ 0 w 15"/>
                <a:gd name="T19" fmla="*/ 73 h 20"/>
                <a:gd name="T20" fmla="*/ 17 w 15"/>
                <a:gd name="T21" fmla="*/ 53 h 20"/>
                <a:gd name="T22" fmla="*/ 25 w 15"/>
                <a:gd name="T23" fmla="*/ 44 h 20"/>
                <a:gd name="T24" fmla="*/ 72 w 15"/>
                <a:gd name="T25" fmla="*/ 9 h 20"/>
                <a:gd name="T26" fmla="*/ 107 w 15"/>
                <a:gd name="T27" fmla="*/ 44 h 20"/>
                <a:gd name="T28" fmla="*/ 124 w 15"/>
                <a:gd name="T29" fmla="*/ 117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20">
                  <a:moveTo>
                    <a:pt x="14" y="11"/>
                  </a:moveTo>
                  <a:cubicBezTo>
                    <a:pt x="15" y="12"/>
                    <a:pt x="14" y="16"/>
                    <a:pt x="14" y="17"/>
                  </a:cubicBezTo>
                  <a:cubicBezTo>
                    <a:pt x="13" y="17"/>
                    <a:pt x="13" y="18"/>
                    <a:pt x="13" y="18"/>
                  </a:cubicBezTo>
                  <a:cubicBezTo>
                    <a:pt x="12" y="18"/>
                    <a:pt x="12" y="17"/>
                    <a:pt x="12" y="18"/>
                  </a:cubicBezTo>
                  <a:cubicBezTo>
                    <a:pt x="10" y="18"/>
                    <a:pt x="9" y="20"/>
                    <a:pt x="8" y="18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6" y="15"/>
                    <a:pt x="5" y="16"/>
                    <a:pt x="5" y="16"/>
                  </a:cubicBezTo>
                  <a:cubicBezTo>
                    <a:pt x="4" y="16"/>
                    <a:pt x="4" y="15"/>
                    <a:pt x="3" y="14"/>
                  </a:cubicBezTo>
                  <a:cubicBezTo>
                    <a:pt x="3" y="13"/>
                    <a:pt x="3" y="13"/>
                    <a:pt x="2" y="12"/>
                  </a:cubicBezTo>
                  <a:cubicBezTo>
                    <a:pt x="1" y="11"/>
                    <a:pt x="0" y="9"/>
                    <a:pt x="0" y="7"/>
                  </a:cubicBezTo>
                  <a:cubicBezTo>
                    <a:pt x="0" y="6"/>
                    <a:pt x="1" y="6"/>
                    <a:pt x="2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4" y="2"/>
                    <a:pt x="6" y="0"/>
                    <a:pt x="8" y="1"/>
                  </a:cubicBezTo>
                  <a:cubicBezTo>
                    <a:pt x="9" y="1"/>
                    <a:pt x="11" y="2"/>
                    <a:pt x="12" y="4"/>
                  </a:cubicBezTo>
                  <a:cubicBezTo>
                    <a:pt x="13" y="6"/>
                    <a:pt x="13" y="10"/>
                    <a:pt x="14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71" name="Freeform 652">
              <a:extLst>
                <a:ext uri="{FF2B5EF4-FFF2-40B4-BE49-F238E27FC236}">
                  <a16:creationId xmlns:a16="http://schemas.microsoft.com/office/drawing/2014/main" id="{29AF76D7-EEFC-4A6A-B497-F67A13976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093"/>
              <a:ext cx="6" cy="13"/>
            </a:xfrm>
            <a:custGeom>
              <a:avLst/>
              <a:gdLst>
                <a:gd name="T0" fmla="*/ 16 w 3"/>
                <a:gd name="T1" fmla="*/ 0 h 6"/>
                <a:gd name="T2" fmla="*/ 0 w 3"/>
                <a:gd name="T3" fmla="*/ 9 h 6"/>
                <a:gd name="T4" fmla="*/ 0 w 3"/>
                <a:gd name="T5" fmla="*/ 33 h 6"/>
                <a:gd name="T6" fmla="*/ 24 w 3"/>
                <a:gd name="T7" fmla="*/ 61 h 6"/>
                <a:gd name="T8" fmla="*/ 16 w 3"/>
                <a:gd name="T9" fmla="*/ 52 h 6"/>
                <a:gd name="T10" fmla="*/ 16 w 3"/>
                <a:gd name="T11" fmla="*/ 33 h 6"/>
                <a:gd name="T12" fmla="*/ 8 w 3"/>
                <a:gd name="T13" fmla="*/ 9 h 6"/>
                <a:gd name="T14" fmla="*/ 16 w 3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3" y="6"/>
                    <a:pt x="3" y="5"/>
                    <a:pt x="2" y="5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72" name="Freeform 653">
              <a:extLst>
                <a:ext uri="{FF2B5EF4-FFF2-40B4-BE49-F238E27FC236}">
                  <a16:creationId xmlns:a16="http://schemas.microsoft.com/office/drawing/2014/main" id="{0B04F21B-A3A2-4BD5-887D-B6D46B0B2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108"/>
              <a:ext cx="8" cy="7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37 h 3"/>
                <a:gd name="T4" fmla="*/ 16 w 4"/>
                <a:gd name="T5" fmla="*/ 28 h 3"/>
                <a:gd name="T6" fmla="*/ 32 w 4"/>
                <a:gd name="T7" fmla="*/ 28 h 3"/>
                <a:gd name="T8" fmla="*/ 16 w 4"/>
                <a:gd name="T9" fmla="*/ 28 h 3"/>
                <a:gd name="T10" fmla="*/ 8 w 4"/>
                <a:gd name="T11" fmla="*/ 12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1" y="3"/>
                    <a:pt x="1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73" name="Freeform 654">
              <a:extLst>
                <a:ext uri="{FF2B5EF4-FFF2-40B4-BE49-F238E27FC236}">
                  <a16:creationId xmlns:a16="http://schemas.microsoft.com/office/drawing/2014/main" id="{56BACBDB-A89A-404B-86AB-EE5CF0043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113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0 w 4"/>
                <a:gd name="T3" fmla="*/ 11 h 4"/>
                <a:gd name="T4" fmla="*/ 16 w 4"/>
                <a:gd name="T5" fmla="*/ 36 h 4"/>
                <a:gd name="T6" fmla="*/ 32 w 4"/>
                <a:gd name="T7" fmla="*/ 25 h 4"/>
                <a:gd name="T8" fmla="*/ 16 w 4"/>
                <a:gd name="T9" fmla="*/ 25 h 4"/>
                <a:gd name="T10" fmla="*/ 16 w 4"/>
                <a:gd name="T11" fmla="*/ 1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3" y="3"/>
                    <a:pt x="3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74" name="Freeform 655">
              <a:extLst>
                <a:ext uri="{FF2B5EF4-FFF2-40B4-BE49-F238E27FC236}">
                  <a16:creationId xmlns:a16="http://schemas.microsoft.com/office/drawing/2014/main" id="{F8934782-B36C-4085-96F9-E3C6D11F5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108"/>
              <a:ext cx="8" cy="11"/>
            </a:xfrm>
            <a:custGeom>
              <a:avLst/>
              <a:gdLst>
                <a:gd name="T0" fmla="*/ 32 w 4"/>
                <a:gd name="T1" fmla="*/ 9 h 5"/>
                <a:gd name="T2" fmla="*/ 24 w 4"/>
                <a:gd name="T3" fmla="*/ 44 h 5"/>
                <a:gd name="T4" fmla="*/ 16 w 4"/>
                <a:gd name="T5" fmla="*/ 44 h 5"/>
                <a:gd name="T6" fmla="*/ 0 w 4"/>
                <a:gd name="T7" fmla="*/ 53 h 5"/>
                <a:gd name="T8" fmla="*/ 24 w 4"/>
                <a:gd name="T9" fmla="*/ 33 h 5"/>
                <a:gd name="T10" fmla="*/ 32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4" y="2"/>
                    <a:pt x="3" y="3"/>
                    <a:pt x="3" y="4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1" y="4"/>
                    <a:pt x="1" y="5"/>
                    <a:pt x="0" y="5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3" y="2"/>
                    <a:pt x="4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75" name="Freeform 656">
              <a:extLst>
                <a:ext uri="{FF2B5EF4-FFF2-40B4-BE49-F238E27FC236}">
                  <a16:creationId xmlns:a16="http://schemas.microsoft.com/office/drawing/2014/main" id="{BD6E0156-877A-42CA-8700-0EC5EC881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089"/>
              <a:ext cx="2" cy="15"/>
            </a:xfrm>
            <a:custGeom>
              <a:avLst/>
              <a:gdLst>
                <a:gd name="T0" fmla="*/ 0 w 1"/>
                <a:gd name="T1" fmla="*/ 9 h 7"/>
                <a:gd name="T2" fmla="*/ 0 w 1"/>
                <a:gd name="T3" fmla="*/ 41 h 7"/>
                <a:gd name="T4" fmla="*/ 8 w 1"/>
                <a:gd name="T5" fmla="*/ 69 h 7"/>
                <a:gd name="T6" fmla="*/ 8 w 1"/>
                <a:gd name="T7" fmla="*/ 41 h 7"/>
                <a:gd name="T8" fmla="*/ 8 w 1"/>
                <a:gd name="T9" fmla="*/ 9 h 7"/>
                <a:gd name="T10" fmla="*/ 0 w 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7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76" name="Freeform 657">
              <a:extLst>
                <a:ext uri="{FF2B5EF4-FFF2-40B4-BE49-F238E27FC236}">
                  <a16:creationId xmlns:a16="http://schemas.microsoft.com/office/drawing/2014/main" id="{4FC1F24E-943D-43DE-9552-37D12CAFA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097"/>
              <a:ext cx="6" cy="9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11 h 4"/>
                <a:gd name="T4" fmla="*/ 8 w 3"/>
                <a:gd name="T5" fmla="*/ 25 h 4"/>
                <a:gd name="T6" fmla="*/ 16 w 3"/>
                <a:gd name="T7" fmla="*/ 45 h 4"/>
                <a:gd name="T8" fmla="*/ 16 w 3"/>
                <a:gd name="T9" fmla="*/ 25 h 4"/>
                <a:gd name="T10" fmla="*/ 8 w 3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77" name="Freeform 658">
              <a:extLst>
                <a:ext uri="{FF2B5EF4-FFF2-40B4-BE49-F238E27FC236}">
                  <a16:creationId xmlns:a16="http://schemas.microsoft.com/office/drawing/2014/main" id="{4ED1FA39-4232-4B6B-AF93-3FB29C9A8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113"/>
              <a:ext cx="4" cy="6"/>
            </a:xfrm>
            <a:custGeom>
              <a:avLst/>
              <a:gdLst>
                <a:gd name="T0" fmla="*/ 16 w 2"/>
                <a:gd name="T1" fmla="*/ 8 h 3"/>
                <a:gd name="T2" fmla="*/ 0 w 2"/>
                <a:gd name="T3" fmla="*/ 8 h 3"/>
                <a:gd name="T4" fmla="*/ 16 w 2"/>
                <a:gd name="T5" fmla="*/ 24 h 3"/>
                <a:gd name="T6" fmla="*/ 8 w 2"/>
                <a:gd name="T7" fmla="*/ 8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78" name="Freeform 659">
              <a:extLst>
                <a:ext uri="{FF2B5EF4-FFF2-40B4-BE49-F238E27FC236}">
                  <a16:creationId xmlns:a16="http://schemas.microsoft.com/office/drawing/2014/main" id="{2741284F-38EA-4280-BBC0-3A7B6F040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082"/>
              <a:ext cx="10" cy="7"/>
            </a:xfrm>
            <a:custGeom>
              <a:avLst/>
              <a:gdLst>
                <a:gd name="T0" fmla="*/ 40 w 5"/>
                <a:gd name="T1" fmla="*/ 12 h 3"/>
                <a:gd name="T2" fmla="*/ 16 w 5"/>
                <a:gd name="T3" fmla="*/ 0 h 3"/>
                <a:gd name="T4" fmla="*/ 0 w 5"/>
                <a:gd name="T5" fmla="*/ 37 h 3"/>
                <a:gd name="T6" fmla="*/ 24 w 5"/>
                <a:gd name="T7" fmla="*/ 12 h 3"/>
                <a:gd name="T8" fmla="*/ 40 w 5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1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79" name="Freeform 660">
              <a:extLst>
                <a:ext uri="{FF2B5EF4-FFF2-40B4-BE49-F238E27FC236}">
                  <a16:creationId xmlns:a16="http://schemas.microsoft.com/office/drawing/2014/main" id="{28B81F6E-ED69-4619-B8A0-416CF9E4A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091"/>
              <a:ext cx="4" cy="13"/>
            </a:xfrm>
            <a:custGeom>
              <a:avLst/>
              <a:gdLst>
                <a:gd name="T0" fmla="*/ 16 w 2"/>
                <a:gd name="T1" fmla="*/ 0 h 6"/>
                <a:gd name="T2" fmla="*/ 8 w 2"/>
                <a:gd name="T3" fmla="*/ 33 h 6"/>
                <a:gd name="T4" fmla="*/ 16 w 2"/>
                <a:gd name="T5" fmla="*/ 61 h 6"/>
                <a:gd name="T6" fmla="*/ 0 w 2"/>
                <a:gd name="T7" fmla="*/ 33 h 6"/>
                <a:gd name="T8" fmla="*/ 8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4"/>
                    <a:pt x="2" y="5"/>
                    <a:pt x="2" y="6"/>
                  </a:cubicBezTo>
                  <a:cubicBezTo>
                    <a:pt x="2" y="5"/>
                    <a:pt x="0" y="5"/>
                    <a:pt x="0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80" name="Freeform 661">
              <a:extLst>
                <a:ext uri="{FF2B5EF4-FFF2-40B4-BE49-F238E27FC236}">
                  <a16:creationId xmlns:a16="http://schemas.microsoft.com/office/drawing/2014/main" id="{19850DE5-2E3F-4AB7-BF81-5D3B0F12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080"/>
              <a:ext cx="31" cy="44"/>
            </a:xfrm>
            <a:custGeom>
              <a:avLst/>
              <a:gdLst>
                <a:gd name="T0" fmla="*/ 124 w 15"/>
                <a:gd name="T1" fmla="*/ 117 h 20"/>
                <a:gd name="T2" fmla="*/ 124 w 15"/>
                <a:gd name="T3" fmla="*/ 178 h 20"/>
                <a:gd name="T4" fmla="*/ 116 w 15"/>
                <a:gd name="T5" fmla="*/ 194 h 20"/>
                <a:gd name="T6" fmla="*/ 107 w 15"/>
                <a:gd name="T7" fmla="*/ 194 h 20"/>
                <a:gd name="T8" fmla="*/ 72 w 15"/>
                <a:gd name="T9" fmla="*/ 194 h 20"/>
                <a:gd name="T10" fmla="*/ 60 w 15"/>
                <a:gd name="T11" fmla="*/ 169 h 20"/>
                <a:gd name="T12" fmla="*/ 43 w 15"/>
                <a:gd name="T13" fmla="*/ 169 h 20"/>
                <a:gd name="T14" fmla="*/ 25 w 15"/>
                <a:gd name="T15" fmla="*/ 150 h 20"/>
                <a:gd name="T16" fmla="*/ 17 w 15"/>
                <a:gd name="T17" fmla="*/ 125 h 20"/>
                <a:gd name="T18" fmla="*/ 0 w 15"/>
                <a:gd name="T19" fmla="*/ 73 h 20"/>
                <a:gd name="T20" fmla="*/ 17 w 15"/>
                <a:gd name="T21" fmla="*/ 53 h 20"/>
                <a:gd name="T22" fmla="*/ 25 w 15"/>
                <a:gd name="T23" fmla="*/ 44 h 20"/>
                <a:gd name="T24" fmla="*/ 72 w 15"/>
                <a:gd name="T25" fmla="*/ 9 h 20"/>
                <a:gd name="T26" fmla="*/ 107 w 15"/>
                <a:gd name="T27" fmla="*/ 44 h 20"/>
                <a:gd name="T28" fmla="*/ 124 w 15"/>
                <a:gd name="T29" fmla="*/ 117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20">
                  <a:moveTo>
                    <a:pt x="14" y="11"/>
                  </a:moveTo>
                  <a:cubicBezTo>
                    <a:pt x="15" y="12"/>
                    <a:pt x="14" y="16"/>
                    <a:pt x="14" y="17"/>
                  </a:cubicBezTo>
                  <a:cubicBezTo>
                    <a:pt x="13" y="17"/>
                    <a:pt x="13" y="18"/>
                    <a:pt x="13" y="18"/>
                  </a:cubicBezTo>
                  <a:cubicBezTo>
                    <a:pt x="12" y="18"/>
                    <a:pt x="12" y="17"/>
                    <a:pt x="12" y="18"/>
                  </a:cubicBezTo>
                  <a:cubicBezTo>
                    <a:pt x="10" y="18"/>
                    <a:pt x="9" y="20"/>
                    <a:pt x="8" y="18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6" y="15"/>
                    <a:pt x="5" y="16"/>
                    <a:pt x="5" y="16"/>
                  </a:cubicBezTo>
                  <a:cubicBezTo>
                    <a:pt x="4" y="16"/>
                    <a:pt x="4" y="15"/>
                    <a:pt x="3" y="14"/>
                  </a:cubicBezTo>
                  <a:cubicBezTo>
                    <a:pt x="3" y="13"/>
                    <a:pt x="3" y="13"/>
                    <a:pt x="2" y="12"/>
                  </a:cubicBezTo>
                  <a:cubicBezTo>
                    <a:pt x="1" y="11"/>
                    <a:pt x="0" y="9"/>
                    <a:pt x="0" y="7"/>
                  </a:cubicBezTo>
                  <a:cubicBezTo>
                    <a:pt x="0" y="6"/>
                    <a:pt x="1" y="6"/>
                    <a:pt x="2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4" y="2"/>
                    <a:pt x="6" y="0"/>
                    <a:pt x="8" y="1"/>
                  </a:cubicBezTo>
                  <a:cubicBezTo>
                    <a:pt x="9" y="1"/>
                    <a:pt x="11" y="2"/>
                    <a:pt x="12" y="4"/>
                  </a:cubicBezTo>
                  <a:cubicBezTo>
                    <a:pt x="13" y="6"/>
                    <a:pt x="13" y="10"/>
                    <a:pt x="14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81" name="Freeform 662">
              <a:extLst>
                <a:ext uri="{FF2B5EF4-FFF2-40B4-BE49-F238E27FC236}">
                  <a16:creationId xmlns:a16="http://schemas.microsoft.com/office/drawing/2014/main" id="{8910DA2B-5D9A-49BE-A5AD-B5B0AAC42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113"/>
              <a:ext cx="6" cy="2"/>
            </a:xfrm>
            <a:custGeom>
              <a:avLst/>
              <a:gdLst>
                <a:gd name="T0" fmla="*/ 24 w 3"/>
                <a:gd name="T1" fmla="*/ 0 h 1"/>
                <a:gd name="T2" fmla="*/ 0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82" name="Freeform 663">
              <a:extLst>
                <a:ext uri="{FF2B5EF4-FFF2-40B4-BE49-F238E27FC236}">
                  <a16:creationId xmlns:a16="http://schemas.microsoft.com/office/drawing/2014/main" id="{87FF5284-E875-466A-9CE7-ECD07690C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089"/>
              <a:ext cx="4" cy="17"/>
            </a:xfrm>
            <a:custGeom>
              <a:avLst/>
              <a:gdLst>
                <a:gd name="T0" fmla="*/ 16 w 2"/>
                <a:gd name="T1" fmla="*/ 77 h 8"/>
                <a:gd name="T2" fmla="*/ 0 w 2"/>
                <a:gd name="T3" fmla="*/ 40 h 8"/>
                <a:gd name="T4" fmla="*/ 0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6"/>
                    <a:pt x="0" y="6"/>
                    <a:pt x="0" y="4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83" name="Freeform 664">
              <a:extLst>
                <a:ext uri="{FF2B5EF4-FFF2-40B4-BE49-F238E27FC236}">
                  <a16:creationId xmlns:a16="http://schemas.microsoft.com/office/drawing/2014/main" id="{EF8DDFB4-1F98-4D21-BF66-98B734F95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102"/>
              <a:ext cx="2" cy="6"/>
            </a:xfrm>
            <a:custGeom>
              <a:avLst/>
              <a:gdLst>
                <a:gd name="T0" fmla="*/ 8 w 1"/>
                <a:gd name="T1" fmla="*/ 24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84" name="Freeform 665">
              <a:extLst>
                <a:ext uri="{FF2B5EF4-FFF2-40B4-BE49-F238E27FC236}">
                  <a16:creationId xmlns:a16="http://schemas.microsoft.com/office/drawing/2014/main" id="{3D28D877-8DF9-4C8B-9397-EB8890F3D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163"/>
              <a:ext cx="33" cy="44"/>
            </a:xfrm>
            <a:custGeom>
              <a:avLst/>
              <a:gdLst>
                <a:gd name="T0" fmla="*/ 132 w 16"/>
                <a:gd name="T1" fmla="*/ 117 h 20"/>
                <a:gd name="T2" fmla="*/ 124 w 16"/>
                <a:gd name="T3" fmla="*/ 178 h 20"/>
                <a:gd name="T4" fmla="*/ 116 w 16"/>
                <a:gd name="T5" fmla="*/ 194 h 20"/>
                <a:gd name="T6" fmla="*/ 116 w 16"/>
                <a:gd name="T7" fmla="*/ 194 h 20"/>
                <a:gd name="T8" fmla="*/ 80 w 16"/>
                <a:gd name="T9" fmla="*/ 194 h 20"/>
                <a:gd name="T10" fmla="*/ 60 w 16"/>
                <a:gd name="T11" fmla="*/ 169 h 20"/>
                <a:gd name="T12" fmla="*/ 43 w 16"/>
                <a:gd name="T13" fmla="*/ 178 h 20"/>
                <a:gd name="T14" fmla="*/ 35 w 16"/>
                <a:gd name="T15" fmla="*/ 150 h 20"/>
                <a:gd name="T16" fmla="*/ 25 w 16"/>
                <a:gd name="T17" fmla="*/ 125 h 20"/>
                <a:gd name="T18" fmla="*/ 8 w 16"/>
                <a:gd name="T19" fmla="*/ 73 h 20"/>
                <a:gd name="T20" fmla="*/ 17 w 16"/>
                <a:gd name="T21" fmla="*/ 53 h 20"/>
                <a:gd name="T22" fmla="*/ 35 w 16"/>
                <a:gd name="T23" fmla="*/ 44 h 20"/>
                <a:gd name="T24" fmla="*/ 72 w 16"/>
                <a:gd name="T25" fmla="*/ 9 h 20"/>
                <a:gd name="T26" fmla="*/ 116 w 16"/>
                <a:gd name="T27" fmla="*/ 44 h 20"/>
                <a:gd name="T28" fmla="*/ 132 w 16"/>
                <a:gd name="T29" fmla="*/ 117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1"/>
                  </a:moveTo>
                  <a:cubicBezTo>
                    <a:pt x="16" y="12"/>
                    <a:pt x="15" y="16"/>
                    <a:pt x="14" y="17"/>
                  </a:cubicBezTo>
                  <a:cubicBezTo>
                    <a:pt x="14" y="17"/>
                    <a:pt x="14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1" y="18"/>
                    <a:pt x="10" y="20"/>
                    <a:pt x="9" y="18"/>
                  </a:cubicBezTo>
                  <a:cubicBezTo>
                    <a:pt x="8" y="17"/>
                    <a:pt x="8" y="16"/>
                    <a:pt x="7" y="16"/>
                  </a:cubicBezTo>
                  <a:cubicBezTo>
                    <a:pt x="7" y="15"/>
                    <a:pt x="6" y="16"/>
                    <a:pt x="5" y="17"/>
                  </a:cubicBezTo>
                  <a:cubicBezTo>
                    <a:pt x="4" y="17"/>
                    <a:pt x="4" y="15"/>
                    <a:pt x="4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9"/>
                    <a:pt x="1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2"/>
                    <a:pt x="7" y="0"/>
                    <a:pt x="8" y="1"/>
                  </a:cubicBezTo>
                  <a:cubicBezTo>
                    <a:pt x="10" y="1"/>
                    <a:pt x="12" y="2"/>
                    <a:pt x="13" y="4"/>
                  </a:cubicBezTo>
                  <a:cubicBezTo>
                    <a:pt x="14" y="6"/>
                    <a:pt x="14" y="10"/>
                    <a:pt x="15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85" name="Freeform 666">
              <a:extLst>
                <a:ext uri="{FF2B5EF4-FFF2-40B4-BE49-F238E27FC236}">
                  <a16:creationId xmlns:a16="http://schemas.microsoft.com/office/drawing/2014/main" id="{DDEA916C-CFF1-4490-A145-B026FE880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176"/>
              <a:ext cx="6" cy="13"/>
            </a:xfrm>
            <a:custGeom>
              <a:avLst/>
              <a:gdLst>
                <a:gd name="T0" fmla="*/ 16 w 3"/>
                <a:gd name="T1" fmla="*/ 0 h 6"/>
                <a:gd name="T2" fmla="*/ 0 w 3"/>
                <a:gd name="T3" fmla="*/ 9 h 6"/>
                <a:gd name="T4" fmla="*/ 0 w 3"/>
                <a:gd name="T5" fmla="*/ 33 h 6"/>
                <a:gd name="T6" fmla="*/ 24 w 3"/>
                <a:gd name="T7" fmla="*/ 61 h 6"/>
                <a:gd name="T8" fmla="*/ 16 w 3"/>
                <a:gd name="T9" fmla="*/ 52 h 6"/>
                <a:gd name="T10" fmla="*/ 16 w 3"/>
                <a:gd name="T11" fmla="*/ 33 h 6"/>
                <a:gd name="T12" fmla="*/ 8 w 3"/>
                <a:gd name="T13" fmla="*/ 9 h 6"/>
                <a:gd name="T14" fmla="*/ 16 w 3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2" y="5"/>
                    <a:pt x="3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86" name="Freeform 667">
              <a:extLst>
                <a:ext uri="{FF2B5EF4-FFF2-40B4-BE49-F238E27FC236}">
                  <a16:creationId xmlns:a16="http://schemas.microsoft.com/office/drawing/2014/main" id="{D09A86DD-C7EE-4A73-8B88-A85BF8801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192"/>
              <a:ext cx="9" cy="6"/>
            </a:xfrm>
            <a:custGeom>
              <a:avLst/>
              <a:gdLst>
                <a:gd name="T0" fmla="*/ 0 w 4"/>
                <a:gd name="T1" fmla="*/ 0 h 3"/>
                <a:gd name="T2" fmla="*/ 11 w 4"/>
                <a:gd name="T3" fmla="*/ 24 h 3"/>
                <a:gd name="T4" fmla="*/ 25 w 4"/>
                <a:gd name="T5" fmla="*/ 16 h 3"/>
                <a:gd name="T6" fmla="*/ 45 w 4"/>
                <a:gd name="T7" fmla="*/ 16 h 3"/>
                <a:gd name="T8" fmla="*/ 25 w 4"/>
                <a:gd name="T9" fmla="*/ 16 h 3"/>
                <a:gd name="T10" fmla="*/ 11 w 4"/>
                <a:gd name="T11" fmla="*/ 8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0" y="3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87" name="Freeform 668">
              <a:extLst>
                <a:ext uri="{FF2B5EF4-FFF2-40B4-BE49-F238E27FC236}">
                  <a16:creationId xmlns:a16="http://schemas.microsoft.com/office/drawing/2014/main" id="{22BA9B4B-06B7-40E8-A17E-D71F1C187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196"/>
              <a:ext cx="8" cy="9"/>
            </a:xfrm>
            <a:custGeom>
              <a:avLst/>
              <a:gdLst>
                <a:gd name="T0" fmla="*/ 8 w 4"/>
                <a:gd name="T1" fmla="*/ 11 h 4"/>
                <a:gd name="T2" fmla="*/ 0 w 4"/>
                <a:gd name="T3" fmla="*/ 11 h 4"/>
                <a:gd name="T4" fmla="*/ 8 w 4"/>
                <a:gd name="T5" fmla="*/ 36 h 4"/>
                <a:gd name="T6" fmla="*/ 32 w 4"/>
                <a:gd name="T7" fmla="*/ 25 h 4"/>
                <a:gd name="T8" fmla="*/ 16 w 4"/>
                <a:gd name="T9" fmla="*/ 25 h 4"/>
                <a:gd name="T10" fmla="*/ 8 w 4"/>
                <a:gd name="T11" fmla="*/ 1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88" name="Freeform 669">
              <a:extLst>
                <a:ext uri="{FF2B5EF4-FFF2-40B4-BE49-F238E27FC236}">
                  <a16:creationId xmlns:a16="http://schemas.microsoft.com/office/drawing/2014/main" id="{C623A9AB-6323-41E8-B08C-5345FBAA5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194"/>
              <a:ext cx="8" cy="8"/>
            </a:xfrm>
            <a:custGeom>
              <a:avLst/>
              <a:gdLst>
                <a:gd name="T0" fmla="*/ 32 w 4"/>
                <a:gd name="T1" fmla="*/ 0 h 4"/>
                <a:gd name="T2" fmla="*/ 24 w 4"/>
                <a:gd name="T3" fmla="*/ 24 h 4"/>
                <a:gd name="T4" fmla="*/ 8 w 4"/>
                <a:gd name="T5" fmla="*/ 24 h 4"/>
                <a:gd name="T6" fmla="*/ 0 w 4"/>
                <a:gd name="T7" fmla="*/ 32 h 4"/>
                <a:gd name="T8" fmla="*/ 24 w 4"/>
                <a:gd name="T9" fmla="*/ 16 h 4"/>
                <a:gd name="T10" fmla="*/ 32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1"/>
                    <a:pt x="4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89" name="Freeform 670">
              <a:extLst>
                <a:ext uri="{FF2B5EF4-FFF2-40B4-BE49-F238E27FC236}">
                  <a16:creationId xmlns:a16="http://schemas.microsoft.com/office/drawing/2014/main" id="{CEB8C10D-0F11-430D-9F56-A601F9FD6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172"/>
              <a:ext cx="4" cy="15"/>
            </a:xfrm>
            <a:custGeom>
              <a:avLst/>
              <a:gdLst>
                <a:gd name="T0" fmla="*/ 8 w 2"/>
                <a:gd name="T1" fmla="*/ 9 h 7"/>
                <a:gd name="T2" fmla="*/ 8 w 2"/>
                <a:gd name="T3" fmla="*/ 41 h 7"/>
                <a:gd name="T4" fmla="*/ 16 w 2"/>
                <a:gd name="T5" fmla="*/ 69 h 7"/>
                <a:gd name="T6" fmla="*/ 16 w 2"/>
                <a:gd name="T7" fmla="*/ 41 h 7"/>
                <a:gd name="T8" fmla="*/ 16 w 2"/>
                <a:gd name="T9" fmla="*/ 19 h 7"/>
                <a:gd name="T10" fmla="*/ 8 w 2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7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90" name="Freeform 671">
              <a:extLst>
                <a:ext uri="{FF2B5EF4-FFF2-40B4-BE49-F238E27FC236}">
                  <a16:creationId xmlns:a16="http://schemas.microsoft.com/office/drawing/2014/main" id="{7CAF2FF4-2036-4757-9D4C-76DA7E925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181"/>
              <a:ext cx="4" cy="8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8 h 4"/>
                <a:gd name="T4" fmla="*/ 8 w 2"/>
                <a:gd name="T5" fmla="*/ 16 h 4"/>
                <a:gd name="T6" fmla="*/ 16 w 2"/>
                <a:gd name="T7" fmla="*/ 32 h 4"/>
                <a:gd name="T8" fmla="*/ 16 w 2"/>
                <a:gd name="T9" fmla="*/ 16 h 4"/>
                <a:gd name="T10" fmla="*/ 0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91" name="Freeform 672">
              <a:extLst>
                <a:ext uri="{FF2B5EF4-FFF2-40B4-BE49-F238E27FC236}">
                  <a16:creationId xmlns:a16="http://schemas.microsoft.com/office/drawing/2014/main" id="{D73ACC6B-D091-455D-BCAD-C11512F4D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196"/>
              <a:ext cx="4" cy="6"/>
            </a:xfrm>
            <a:custGeom>
              <a:avLst/>
              <a:gdLst>
                <a:gd name="T0" fmla="*/ 8 w 2"/>
                <a:gd name="T1" fmla="*/ 8 h 3"/>
                <a:gd name="T2" fmla="*/ 0 w 2"/>
                <a:gd name="T3" fmla="*/ 8 h 3"/>
                <a:gd name="T4" fmla="*/ 16 w 2"/>
                <a:gd name="T5" fmla="*/ 24 h 3"/>
                <a:gd name="T6" fmla="*/ 8 w 2"/>
                <a:gd name="T7" fmla="*/ 8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92" name="Freeform 673">
              <a:extLst>
                <a:ext uri="{FF2B5EF4-FFF2-40B4-BE49-F238E27FC236}">
                  <a16:creationId xmlns:a16="http://schemas.microsoft.com/office/drawing/2014/main" id="{D71DCBC4-5028-4EA5-AE77-CDF17AB0D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165"/>
              <a:ext cx="11" cy="7"/>
            </a:xfrm>
            <a:custGeom>
              <a:avLst/>
              <a:gdLst>
                <a:gd name="T0" fmla="*/ 53 w 5"/>
                <a:gd name="T1" fmla="*/ 12 h 3"/>
                <a:gd name="T2" fmla="*/ 20 w 5"/>
                <a:gd name="T3" fmla="*/ 0 h 3"/>
                <a:gd name="T4" fmla="*/ 0 w 5"/>
                <a:gd name="T5" fmla="*/ 37 h 3"/>
                <a:gd name="T6" fmla="*/ 33 w 5"/>
                <a:gd name="T7" fmla="*/ 12 h 3"/>
                <a:gd name="T8" fmla="*/ 53 w 5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1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93" name="Freeform 674">
              <a:extLst>
                <a:ext uri="{FF2B5EF4-FFF2-40B4-BE49-F238E27FC236}">
                  <a16:creationId xmlns:a16="http://schemas.microsoft.com/office/drawing/2014/main" id="{5AC5CE7B-6DDB-4489-AF0E-75C4231DC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174"/>
              <a:ext cx="4" cy="13"/>
            </a:xfrm>
            <a:custGeom>
              <a:avLst/>
              <a:gdLst>
                <a:gd name="T0" fmla="*/ 16 w 2"/>
                <a:gd name="T1" fmla="*/ 0 h 6"/>
                <a:gd name="T2" fmla="*/ 8 w 2"/>
                <a:gd name="T3" fmla="*/ 33 h 6"/>
                <a:gd name="T4" fmla="*/ 16 w 2"/>
                <a:gd name="T5" fmla="*/ 61 h 6"/>
                <a:gd name="T6" fmla="*/ 0 w 2"/>
                <a:gd name="T7" fmla="*/ 33 h 6"/>
                <a:gd name="T8" fmla="*/ 8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4"/>
                    <a:pt x="2" y="5"/>
                    <a:pt x="2" y="6"/>
                  </a:cubicBezTo>
                  <a:cubicBezTo>
                    <a:pt x="2" y="5"/>
                    <a:pt x="0" y="5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94" name="Freeform 675">
              <a:extLst>
                <a:ext uri="{FF2B5EF4-FFF2-40B4-BE49-F238E27FC236}">
                  <a16:creationId xmlns:a16="http://schemas.microsoft.com/office/drawing/2014/main" id="{84B27FB2-4D4C-4AAF-B0AE-B9CBD8D52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163"/>
              <a:ext cx="33" cy="44"/>
            </a:xfrm>
            <a:custGeom>
              <a:avLst/>
              <a:gdLst>
                <a:gd name="T0" fmla="*/ 132 w 16"/>
                <a:gd name="T1" fmla="*/ 117 h 20"/>
                <a:gd name="T2" fmla="*/ 124 w 16"/>
                <a:gd name="T3" fmla="*/ 178 h 20"/>
                <a:gd name="T4" fmla="*/ 116 w 16"/>
                <a:gd name="T5" fmla="*/ 194 h 20"/>
                <a:gd name="T6" fmla="*/ 116 w 16"/>
                <a:gd name="T7" fmla="*/ 194 h 20"/>
                <a:gd name="T8" fmla="*/ 80 w 16"/>
                <a:gd name="T9" fmla="*/ 194 h 20"/>
                <a:gd name="T10" fmla="*/ 60 w 16"/>
                <a:gd name="T11" fmla="*/ 169 h 20"/>
                <a:gd name="T12" fmla="*/ 43 w 16"/>
                <a:gd name="T13" fmla="*/ 178 h 20"/>
                <a:gd name="T14" fmla="*/ 35 w 16"/>
                <a:gd name="T15" fmla="*/ 150 h 20"/>
                <a:gd name="T16" fmla="*/ 25 w 16"/>
                <a:gd name="T17" fmla="*/ 125 h 20"/>
                <a:gd name="T18" fmla="*/ 8 w 16"/>
                <a:gd name="T19" fmla="*/ 73 h 20"/>
                <a:gd name="T20" fmla="*/ 17 w 16"/>
                <a:gd name="T21" fmla="*/ 53 h 20"/>
                <a:gd name="T22" fmla="*/ 35 w 16"/>
                <a:gd name="T23" fmla="*/ 44 h 20"/>
                <a:gd name="T24" fmla="*/ 72 w 16"/>
                <a:gd name="T25" fmla="*/ 9 h 20"/>
                <a:gd name="T26" fmla="*/ 116 w 16"/>
                <a:gd name="T27" fmla="*/ 44 h 20"/>
                <a:gd name="T28" fmla="*/ 132 w 16"/>
                <a:gd name="T29" fmla="*/ 117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1"/>
                  </a:moveTo>
                  <a:cubicBezTo>
                    <a:pt x="16" y="12"/>
                    <a:pt x="15" y="16"/>
                    <a:pt x="14" y="17"/>
                  </a:cubicBezTo>
                  <a:cubicBezTo>
                    <a:pt x="14" y="17"/>
                    <a:pt x="14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1" y="18"/>
                    <a:pt x="10" y="20"/>
                    <a:pt x="9" y="18"/>
                  </a:cubicBezTo>
                  <a:cubicBezTo>
                    <a:pt x="8" y="17"/>
                    <a:pt x="8" y="16"/>
                    <a:pt x="7" y="16"/>
                  </a:cubicBezTo>
                  <a:cubicBezTo>
                    <a:pt x="7" y="15"/>
                    <a:pt x="6" y="16"/>
                    <a:pt x="5" y="17"/>
                  </a:cubicBezTo>
                  <a:cubicBezTo>
                    <a:pt x="4" y="17"/>
                    <a:pt x="4" y="15"/>
                    <a:pt x="4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9"/>
                    <a:pt x="1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2"/>
                    <a:pt x="7" y="0"/>
                    <a:pt x="8" y="1"/>
                  </a:cubicBezTo>
                  <a:cubicBezTo>
                    <a:pt x="10" y="1"/>
                    <a:pt x="12" y="2"/>
                    <a:pt x="13" y="4"/>
                  </a:cubicBezTo>
                  <a:cubicBezTo>
                    <a:pt x="14" y="6"/>
                    <a:pt x="14" y="10"/>
                    <a:pt x="15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95" name="Freeform 676">
              <a:extLst>
                <a:ext uri="{FF2B5EF4-FFF2-40B4-BE49-F238E27FC236}">
                  <a16:creationId xmlns:a16="http://schemas.microsoft.com/office/drawing/2014/main" id="{60B5104C-BF57-4446-811F-8D1806D1B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196"/>
              <a:ext cx="6" cy="2"/>
            </a:xfrm>
            <a:custGeom>
              <a:avLst/>
              <a:gdLst>
                <a:gd name="T0" fmla="*/ 24 w 3"/>
                <a:gd name="T1" fmla="*/ 0 h 1"/>
                <a:gd name="T2" fmla="*/ 0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96" name="Freeform 677">
              <a:extLst>
                <a:ext uri="{FF2B5EF4-FFF2-40B4-BE49-F238E27FC236}">
                  <a16:creationId xmlns:a16="http://schemas.microsoft.com/office/drawing/2014/main" id="{65560EAF-AB9F-4461-B4B2-0C8F56DB7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172"/>
              <a:ext cx="2" cy="17"/>
            </a:xfrm>
            <a:custGeom>
              <a:avLst/>
              <a:gdLst>
                <a:gd name="T0" fmla="*/ 8 w 1"/>
                <a:gd name="T1" fmla="*/ 77 h 8"/>
                <a:gd name="T2" fmla="*/ 0 w 1"/>
                <a:gd name="T3" fmla="*/ 40 h 8"/>
                <a:gd name="T4" fmla="*/ 0 w 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8">
                  <a:moveTo>
                    <a:pt x="1" y="8"/>
                  </a:moveTo>
                  <a:cubicBezTo>
                    <a:pt x="1" y="6"/>
                    <a:pt x="0" y="6"/>
                    <a:pt x="0" y="4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97" name="Freeform 678">
              <a:extLst>
                <a:ext uri="{FF2B5EF4-FFF2-40B4-BE49-F238E27FC236}">
                  <a16:creationId xmlns:a16="http://schemas.microsoft.com/office/drawing/2014/main" id="{EC626C9F-DD30-4EF3-8B6E-0B5ECD243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185"/>
              <a:ext cx="2" cy="7"/>
            </a:xfrm>
            <a:custGeom>
              <a:avLst/>
              <a:gdLst>
                <a:gd name="T0" fmla="*/ 8 w 1"/>
                <a:gd name="T1" fmla="*/ 37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98" name="Freeform 679">
              <a:extLst>
                <a:ext uri="{FF2B5EF4-FFF2-40B4-BE49-F238E27FC236}">
                  <a16:creationId xmlns:a16="http://schemas.microsoft.com/office/drawing/2014/main" id="{0643A8CD-7FA0-416C-87EF-A2B80BD4A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076"/>
              <a:ext cx="62" cy="59"/>
            </a:xfrm>
            <a:custGeom>
              <a:avLst/>
              <a:gdLst>
                <a:gd name="T0" fmla="*/ 184 w 30"/>
                <a:gd name="T1" fmla="*/ 44 h 27"/>
                <a:gd name="T2" fmla="*/ 99 w 30"/>
                <a:gd name="T3" fmla="*/ 9 h 27"/>
                <a:gd name="T4" fmla="*/ 35 w 30"/>
                <a:gd name="T5" fmla="*/ 72 h 27"/>
                <a:gd name="T6" fmla="*/ 132 w 30"/>
                <a:gd name="T7" fmla="*/ 262 h 27"/>
                <a:gd name="T8" fmla="*/ 265 w 30"/>
                <a:gd name="T9" fmla="*/ 157 h 27"/>
                <a:gd name="T10" fmla="*/ 184 w 30"/>
                <a:gd name="T11" fmla="*/ 4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1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4" y="7"/>
                  </a:cubicBezTo>
                  <a:cubicBezTo>
                    <a:pt x="0" y="14"/>
                    <a:pt x="6" y="23"/>
                    <a:pt x="15" y="25"/>
                  </a:cubicBezTo>
                  <a:cubicBezTo>
                    <a:pt x="24" y="27"/>
                    <a:pt x="30" y="21"/>
                    <a:pt x="30" y="15"/>
                  </a:cubicBezTo>
                  <a:cubicBezTo>
                    <a:pt x="29" y="10"/>
                    <a:pt x="27" y="8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99" name="Freeform 680">
              <a:extLst>
                <a:ext uri="{FF2B5EF4-FFF2-40B4-BE49-F238E27FC236}">
                  <a16:creationId xmlns:a16="http://schemas.microsoft.com/office/drawing/2014/main" id="{407A37CA-5A64-46E6-9E28-CD2D18F6B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091"/>
              <a:ext cx="31" cy="28"/>
            </a:xfrm>
            <a:custGeom>
              <a:avLst/>
              <a:gdLst>
                <a:gd name="T0" fmla="*/ 124 w 15"/>
                <a:gd name="T1" fmla="*/ 52 h 13"/>
                <a:gd name="T2" fmla="*/ 116 w 15"/>
                <a:gd name="T3" fmla="*/ 112 h 13"/>
                <a:gd name="T4" fmla="*/ 35 w 15"/>
                <a:gd name="T5" fmla="*/ 101 h 13"/>
                <a:gd name="T6" fmla="*/ 0 w 15"/>
                <a:gd name="T7" fmla="*/ 41 h 13"/>
                <a:gd name="T8" fmla="*/ 25 w 15"/>
                <a:gd name="T9" fmla="*/ 0 h 13"/>
                <a:gd name="T10" fmla="*/ 25 w 15"/>
                <a:gd name="T11" fmla="*/ 0 h 13"/>
                <a:gd name="T12" fmla="*/ 0 w 15"/>
                <a:gd name="T13" fmla="*/ 41 h 13"/>
                <a:gd name="T14" fmla="*/ 35 w 15"/>
                <a:gd name="T15" fmla="*/ 101 h 13"/>
                <a:gd name="T16" fmla="*/ 124 w 15"/>
                <a:gd name="T17" fmla="*/ 112 h 13"/>
                <a:gd name="T18" fmla="*/ 124 w 15"/>
                <a:gd name="T19" fmla="*/ 52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3">
                  <a:moveTo>
                    <a:pt x="14" y="5"/>
                  </a:moveTo>
                  <a:cubicBezTo>
                    <a:pt x="15" y="8"/>
                    <a:pt x="15" y="10"/>
                    <a:pt x="13" y="11"/>
                  </a:cubicBezTo>
                  <a:cubicBezTo>
                    <a:pt x="12" y="13"/>
                    <a:pt x="8" y="13"/>
                    <a:pt x="4" y="10"/>
                  </a:cubicBezTo>
                  <a:cubicBezTo>
                    <a:pt x="0" y="8"/>
                    <a:pt x="0" y="5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"/>
                    <a:pt x="0" y="8"/>
                    <a:pt x="4" y="10"/>
                  </a:cubicBezTo>
                  <a:cubicBezTo>
                    <a:pt x="8" y="13"/>
                    <a:pt x="12" y="13"/>
                    <a:pt x="14" y="11"/>
                  </a:cubicBezTo>
                  <a:cubicBezTo>
                    <a:pt x="15" y="10"/>
                    <a:pt x="15" y="8"/>
                    <a:pt x="14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00" name="Freeform 681">
              <a:extLst>
                <a:ext uri="{FF2B5EF4-FFF2-40B4-BE49-F238E27FC236}">
                  <a16:creationId xmlns:a16="http://schemas.microsoft.com/office/drawing/2014/main" id="{B99F9E3A-28A2-4EBA-A8AF-CC70FC1B3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242"/>
              <a:ext cx="43" cy="50"/>
            </a:xfrm>
            <a:custGeom>
              <a:avLst/>
              <a:gdLst>
                <a:gd name="T0" fmla="*/ 156 w 21"/>
                <a:gd name="T1" fmla="*/ 52 h 23"/>
                <a:gd name="T2" fmla="*/ 104 w 21"/>
                <a:gd name="T3" fmla="*/ 0 h 23"/>
                <a:gd name="T4" fmla="*/ 41 w 21"/>
                <a:gd name="T5" fmla="*/ 9 h 23"/>
                <a:gd name="T6" fmla="*/ 51 w 21"/>
                <a:gd name="T7" fmla="*/ 185 h 23"/>
                <a:gd name="T8" fmla="*/ 172 w 21"/>
                <a:gd name="T9" fmla="*/ 165 h 23"/>
                <a:gd name="T10" fmla="*/ 156 w 21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5"/>
                  </a:moveTo>
                  <a:cubicBezTo>
                    <a:pt x="16" y="3"/>
                    <a:pt x="14" y="0"/>
                    <a:pt x="12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0" y="5"/>
                    <a:pt x="1" y="13"/>
                    <a:pt x="6" y="18"/>
                  </a:cubicBezTo>
                  <a:cubicBezTo>
                    <a:pt x="12" y="23"/>
                    <a:pt x="18" y="20"/>
                    <a:pt x="20" y="16"/>
                  </a:cubicBezTo>
                  <a:cubicBezTo>
                    <a:pt x="21" y="12"/>
                    <a:pt x="21" y="10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01" name="Freeform 682">
              <a:extLst>
                <a:ext uri="{FF2B5EF4-FFF2-40B4-BE49-F238E27FC236}">
                  <a16:creationId xmlns:a16="http://schemas.microsoft.com/office/drawing/2014/main" id="{E8C3B77B-0FF9-434E-93AF-1A9EE1942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251"/>
              <a:ext cx="21" cy="26"/>
            </a:xfrm>
            <a:custGeom>
              <a:avLst/>
              <a:gdLst>
                <a:gd name="T0" fmla="*/ 92 w 10"/>
                <a:gd name="T1" fmla="*/ 80 h 12"/>
                <a:gd name="T2" fmla="*/ 76 w 10"/>
                <a:gd name="T3" fmla="*/ 121 h 12"/>
                <a:gd name="T4" fmla="*/ 17 w 10"/>
                <a:gd name="T5" fmla="*/ 80 h 12"/>
                <a:gd name="T6" fmla="*/ 8 w 10"/>
                <a:gd name="T7" fmla="*/ 20 h 12"/>
                <a:gd name="T8" fmla="*/ 36 w 10"/>
                <a:gd name="T9" fmla="*/ 0 h 12"/>
                <a:gd name="T10" fmla="*/ 36 w 10"/>
                <a:gd name="T11" fmla="*/ 0 h 12"/>
                <a:gd name="T12" fmla="*/ 8 w 10"/>
                <a:gd name="T13" fmla="*/ 20 h 12"/>
                <a:gd name="T14" fmla="*/ 8 w 10"/>
                <a:gd name="T15" fmla="*/ 80 h 12"/>
                <a:gd name="T16" fmla="*/ 76 w 10"/>
                <a:gd name="T17" fmla="*/ 121 h 12"/>
                <a:gd name="T18" fmla="*/ 92 w 10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02" name="Freeform 683">
              <a:extLst>
                <a:ext uri="{FF2B5EF4-FFF2-40B4-BE49-F238E27FC236}">
                  <a16:creationId xmlns:a16="http://schemas.microsoft.com/office/drawing/2014/main" id="{D4D72C53-00E5-42F1-B3D4-FBCD37C1A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340"/>
              <a:ext cx="45" cy="50"/>
            </a:xfrm>
            <a:custGeom>
              <a:avLst/>
              <a:gdLst>
                <a:gd name="T0" fmla="*/ 155 w 22"/>
                <a:gd name="T1" fmla="*/ 52 h 23"/>
                <a:gd name="T2" fmla="*/ 104 w 22"/>
                <a:gd name="T3" fmla="*/ 0 h 23"/>
                <a:gd name="T4" fmla="*/ 41 w 22"/>
                <a:gd name="T5" fmla="*/ 9 h 23"/>
                <a:gd name="T6" fmla="*/ 51 w 22"/>
                <a:gd name="T7" fmla="*/ 185 h 23"/>
                <a:gd name="T8" fmla="*/ 172 w 22"/>
                <a:gd name="T9" fmla="*/ 165 h 23"/>
                <a:gd name="T10" fmla="*/ 155 w 22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0"/>
                    <a:pt x="12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0" y="5"/>
                    <a:pt x="1" y="13"/>
                    <a:pt x="6" y="18"/>
                  </a:cubicBezTo>
                  <a:cubicBezTo>
                    <a:pt x="12" y="23"/>
                    <a:pt x="19" y="21"/>
                    <a:pt x="20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03" name="Freeform 684">
              <a:extLst>
                <a:ext uri="{FF2B5EF4-FFF2-40B4-BE49-F238E27FC236}">
                  <a16:creationId xmlns:a16="http://schemas.microsoft.com/office/drawing/2014/main" id="{B8459B82-6DF5-4869-BEE8-FAE3F87C4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349"/>
              <a:ext cx="23" cy="26"/>
            </a:xfrm>
            <a:custGeom>
              <a:avLst/>
              <a:gdLst>
                <a:gd name="T0" fmla="*/ 100 w 11"/>
                <a:gd name="T1" fmla="*/ 80 h 12"/>
                <a:gd name="T2" fmla="*/ 75 w 11"/>
                <a:gd name="T3" fmla="*/ 121 h 12"/>
                <a:gd name="T4" fmla="*/ 17 w 11"/>
                <a:gd name="T5" fmla="*/ 80 h 12"/>
                <a:gd name="T6" fmla="*/ 8 w 11"/>
                <a:gd name="T7" fmla="*/ 20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20 h 12"/>
                <a:gd name="T14" fmla="*/ 17 w 11"/>
                <a:gd name="T15" fmla="*/ 80 h 12"/>
                <a:gd name="T16" fmla="*/ 75 w 11"/>
                <a:gd name="T17" fmla="*/ 121 h 12"/>
                <a:gd name="T18" fmla="*/ 100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04" name="Freeform 685">
              <a:extLst>
                <a:ext uri="{FF2B5EF4-FFF2-40B4-BE49-F238E27FC236}">
                  <a16:creationId xmlns:a16="http://schemas.microsoft.com/office/drawing/2014/main" id="{5B03A9BA-C7B0-4696-96DE-FC5B97902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533"/>
              <a:ext cx="45" cy="50"/>
            </a:xfrm>
            <a:custGeom>
              <a:avLst/>
              <a:gdLst>
                <a:gd name="T0" fmla="*/ 155 w 22"/>
                <a:gd name="T1" fmla="*/ 61 h 23"/>
                <a:gd name="T2" fmla="*/ 104 w 22"/>
                <a:gd name="T3" fmla="*/ 9 h 23"/>
                <a:gd name="T4" fmla="*/ 41 w 22"/>
                <a:gd name="T5" fmla="*/ 20 h 23"/>
                <a:gd name="T6" fmla="*/ 51 w 22"/>
                <a:gd name="T7" fmla="*/ 193 h 23"/>
                <a:gd name="T8" fmla="*/ 172 w 22"/>
                <a:gd name="T9" fmla="*/ 174 h 23"/>
                <a:gd name="T10" fmla="*/ 155 w 22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10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05" name="Freeform 686">
              <a:extLst>
                <a:ext uri="{FF2B5EF4-FFF2-40B4-BE49-F238E27FC236}">
                  <a16:creationId xmlns:a16="http://schemas.microsoft.com/office/drawing/2014/main" id="{71639C6D-539E-470F-B6A3-17160C25C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544"/>
              <a:ext cx="22" cy="26"/>
            </a:xfrm>
            <a:custGeom>
              <a:avLst/>
              <a:gdLst>
                <a:gd name="T0" fmla="*/ 88 w 11"/>
                <a:gd name="T1" fmla="*/ 80 h 12"/>
                <a:gd name="T2" fmla="*/ 64 w 11"/>
                <a:gd name="T3" fmla="*/ 113 h 12"/>
                <a:gd name="T4" fmla="*/ 16 w 11"/>
                <a:gd name="T5" fmla="*/ 72 h 12"/>
                <a:gd name="T6" fmla="*/ 8 w 11"/>
                <a:gd name="T7" fmla="*/ 20 h 12"/>
                <a:gd name="T8" fmla="*/ 40 w 11"/>
                <a:gd name="T9" fmla="*/ 0 h 12"/>
                <a:gd name="T10" fmla="*/ 40 w 11"/>
                <a:gd name="T11" fmla="*/ 0 h 12"/>
                <a:gd name="T12" fmla="*/ 8 w 11"/>
                <a:gd name="T13" fmla="*/ 9 h 12"/>
                <a:gd name="T14" fmla="*/ 16 w 11"/>
                <a:gd name="T15" fmla="*/ 80 h 12"/>
                <a:gd name="T16" fmla="*/ 64 w 11"/>
                <a:gd name="T17" fmla="*/ 121 h 12"/>
                <a:gd name="T18" fmla="*/ 88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1"/>
                  </a:cubicBezTo>
                  <a:cubicBezTo>
                    <a:pt x="6" y="12"/>
                    <a:pt x="4" y="11"/>
                    <a:pt x="2" y="7"/>
                  </a:cubicBezTo>
                  <a:cubicBezTo>
                    <a:pt x="0" y="4"/>
                    <a:pt x="1" y="3"/>
                    <a:pt x="1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1" y="3"/>
                    <a:pt x="0" y="4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06" name="Freeform 687">
              <a:extLst>
                <a:ext uri="{FF2B5EF4-FFF2-40B4-BE49-F238E27FC236}">
                  <a16:creationId xmlns:a16="http://schemas.microsoft.com/office/drawing/2014/main" id="{6DBA6C71-273C-496D-B1B2-C0C5FF90F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688"/>
              <a:ext cx="45" cy="50"/>
            </a:xfrm>
            <a:custGeom>
              <a:avLst/>
              <a:gdLst>
                <a:gd name="T0" fmla="*/ 147 w 22"/>
                <a:gd name="T1" fmla="*/ 52 h 23"/>
                <a:gd name="T2" fmla="*/ 96 w 22"/>
                <a:gd name="T3" fmla="*/ 0 h 23"/>
                <a:gd name="T4" fmla="*/ 33 w 22"/>
                <a:gd name="T5" fmla="*/ 20 h 23"/>
                <a:gd name="T6" fmla="*/ 59 w 22"/>
                <a:gd name="T7" fmla="*/ 193 h 23"/>
                <a:gd name="T8" fmla="*/ 180 w 22"/>
                <a:gd name="T9" fmla="*/ 165 h 23"/>
                <a:gd name="T10" fmla="*/ 147 w 22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3"/>
                    <a:pt x="14" y="1"/>
                    <a:pt x="11" y="0"/>
                  </a:cubicBezTo>
                  <a:cubicBezTo>
                    <a:pt x="9" y="0"/>
                    <a:pt x="6" y="1"/>
                    <a:pt x="4" y="2"/>
                  </a:cubicBezTo>
                  <a:cubicBezTo>
                    <a:pt x="0" y="6"/>
                    <a:pt x="1" y="15"/>
                    <a:pt x="7" y="19"/>
                  </a:cubicBezTo>
                  <a:cubicBezTo>
                    <a:pt x="13" y="23"/>
                    <a:pt x="19" y="20"/>
                    <a:pt x="21" y="16"/>
                  </a:cubicBezTo>
                  <a:cubicBezTo>
                    <a:pt x="22" y="12"/>
                    <a:pt x="21" y="10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07" name="Freeform 688">
              <a:extLst>
                <a:ext uri="{FF2B5EF4-FFF2-40B4-BE49-F238E27FC236}">
                  <a16:creationId xmlns:a16="http://schemas.microsoft.com/office/drawing/2014/main" id="{FE107D5F-58E7-4FF9-964E-787737A7D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697"/>
              <a:ext cx="23" cy="28"/>
            </a:xfrm>
            <a:custGeom>
              <a:avLst/>
              <a:gdLst>
                <a:gd name="T0" fmla="*/ 100 w 11"/>
                <a:gd name="T1" fmla="*/ 80 h 13"/>
                <a:gd name="T2" fmla="*/ 75 w 11"/>
                <a:gd name="T3" fmla="*/ 121 h 13"/>
                <a:gd name="T4" fmla="*/ 17 w 11"/>
                <a:gd name="T5" fmla="*/ 80 h 13"/>
                <a:gd name="T6" fmla="*/ 8 w 11"/>
                <a:gd name="T7" fmla="*/ 19 h 13"/>
                <a:gd name="T8" fmla="*/ 36 w 11"/>
                <a:gd name="T9" fmla="*/ 0 h 13"/>
                <a:gd name="T10" fmla="*/ 36 w 11"/>
                <a:gd name="T11" fmla="*/ 0 h 13"/>
                <a:gd name="T12" fmla="*/ 8 w 11"/>
                <a:gd name="T13" fmla="*/ 19 h 13"/>
                <a:gd name="T14" fmla="*/ 17 w 11"/>
                <a:gd name="T15" fmla="*/ 80 h 13"/>
                <a:gd name="T16" fmla="*/ 75 w 11"/>
                <a:gd name="T17" fmla="*/ 121 h 13"/>
                <a:gd name="T18" fmla="*/ 100 w 11"/>
                <a:gd name="T19" fmla="*/ 8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7" y="12"/>
                    <a:pt x="4" y="12"/>
                    <a:pt x="2" y="8"/>
                  </a:cubicBezTo>
                  <a:cubicBezTo>
                    <a:pt x="0" y="5"/>
                    <a:pt x="0" y="4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2"/>
                    <a:pt x="7" y="13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08" name="Freeform 689">
              <a:extLst>
                <a:ext uri="{FF2B5EF4-FFF2-40B4-BE49-F238E27FC236}">
                  <a16:creationId xmlns:a16="http://schemas.microsoft.com/office/drawing/2014/main" id="{587335A3-C16D-4E40-B68A-C5AE1AEC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465"/>
              <a:ext cx="43" cy="50"/>
            </a:xfrm>
            <a:custGeom>
              <a:avLst/>
              <a:gdLst>
                <a:gd name="T0" fmla="*/ 156 w 21"/>
                <a:gd name="T1" fmla="*/ 52 h 23"/>
                <a:gd name="T2" fmla="*/ 104 w 21"/>
                <a:gd name="T3" fmla="*/ 0 h 23"/>
                <a:gd name="T4" fmla="*/ 41 w 21"/>
                <a:gd name="T5" fmla="*/ 20 h 23"/>
                <a:gd name="T6" fmla="*/ 51 w 21"/>
                <a:gd name="T7" fmla="*/ 185 h 23"/>
                <a:gd name="T8" fmla="*/ 172 w 21"/>
                <a:gd name="T9" fmla="*/ 174 h 23"/>
                <a:gd name="T10" fmla="*/ 156 w 21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1" y="13"/>
                    <a:pt x="21" y="11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09" name="Freeform 690">
              <a:extLst>
                <a:ext uri="{FF2B5EF4-FFF2-40B4-BE49-F238E27FC236}">
                  <a16:creationId xmlns:a16="http://schemas.microsoft.com/office/drawing/2014/main" id="{C4A1F380-9792-4D45-BAAA-DC46DDCD9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474"/>
              <a:ext cx="23" cy="28"/>
            </a:xfrm>
            <a:custGeom>
              <a:avLst/>
              <a:gdLst>
                <a:gd name="T0" fmla="*/ 100 w 11"/>
                <a:gd name="T1" fmla="*/ 80 h 13"/>
                <a:gd name="T2" fmla="*/ 75 w 11"/>
                <a:gd name="T3" fmla="*/ 121 h 13"/>
                <a:gd name="T4" fmla="*/ 17 w 11"/>
                <a:gd name="T5" fmla="*/ 80 h 13"/>
                <a:gd name="T6" fmla="*/ 8 w 11"/>
                <a:gd name="T7" fmla="*/ 19 h 13"/>
                <a:gd name="T8" fmla="*/ 36 w 11"/>
                <a:gd name="T9" fmla="*/ 0 h 13"/>
                <a:gd name="T10" fmla="*/ 36 w 11"/>
                <a:gd name="T11" fmla="*/ 0 h 13"/>
                <a:gd name="T12" fmla="*/ 8 w 11"/>
                <a:gd name="T13" fmla="*/ 19 h 13"/>
                <a:gd name="T14" fmla="*/ 17 w 11"/>
                <a:gd name="T15" fmla="*/ 80 h 13"/>
                <a:gd name="T16" fmla="*/ 75 w 11"/>
                <a:gd name="T17" fmla="*/ 121 h 13"/>
                <a:gd name="T18" fmla="*/ 100 w 11"/>
                <a:gd name="T19" fmla="*/ 8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3" y="11"/>
                    <a:pt x="6" y="13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10" name="Freeform 691">
              <a:extLst>
                <a:ext uri="{FF2B5EF4-FFF2-40B4-BE49-F238E27FC236}">
                  <a16:creationId xmlns:a16="http://schemas.microsoft.com/office/drawing/2014/main" id="{9015CCF1-D2B0-446F-8448-E7D5C3306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375"/>
              <a:ext cx="51" cy="68"/>
            </a:xfrm>
            <a:custGeom>
              <a:avLst/>
              <a:gdLst>
                <a:gd name="T0" fmla="*/ 153 w 25"/>
                <a:gd name="T1" fmla="*/ 44 h 31"/>
                <a:gd name="T2" fmla="*/ 49 w 25"/>
                <a:gd name="T3" fmla="*/ 33 h 31"/>
                <a:gd name="T4" fmla="*/ 33 w 25"/>
                <a:gd name="T5" fmla="*/ 213 h 31"/>
                <a:gd name="T6" fmla="*/ 163 w 25"/>
                <a:gd name="T7" fmla="*/ 307 h 31"/>
                <a:gd name="T8" fmla="*/ 212 w 25"/>
                <a:gd name="T9" fmla="*/ 241 h 31"/>
                <a:gd name="T10" fmla="*/ 188 w 25"/>
                <a:gd name="T11" fmla="*/ 149 h 31"/>
                <a:gd name="T12" fmla="*/ 153 w 25"/>
                <a:gd name="T13" fmla="*/ 4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1">
                  <a:moveTo>
                    <a:pt x="18" y="4"/>
                  </a:moveTo>
                  <a:cubicBezTo>
                    <a:pt x="15" y="1"/>
                    <a:pt x="11" y="0"/>
                    <a:pt x="6" y="3"/>
                  </a:cubicBezTo>
                  <a:cubicBezTo>
                    <a:pt x="0" y="6"/>
                    <a:pt x="0" y="13"/>
                    <a:pt x="4" y="20"/>
                  </a:cubicBezTo>
                  <a:cubicBezTo>
                    <a:pt x="9" y="27"/>
                    <a:pt x="12" y="31"/>
                    <a:pt x="19" y="29"/>
                  </a:cubicBezTo>
                  <a:cubicBezTo>
                    <a:pt x="23" y="29"/>
                    <a:pt x="25" y="26"/>
                    <a:pt x="25" y="23"/>
                  </a:cubicBezTo>
                  <a:cubicBezTo>
                    <a:pt x="25" y="19"/>
                    <a:pt x="23" y="18"/>
                    <a:pt x="22" y="14"/>
                  </a:cubicBezTo>
                  <a:cubicBezTo>
                    <a:pt x="21" y="11"/>
                    <a:pt x="21" y="7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11" name="Freeform 692">
              <a:extLst>
                <a:ext uri="{FF2B5EF4-FFF2-40B4-BE49-F238E27FC236}">
                  <a16:creationId xmlns:a16="http://schemas.microsoft.com/office/drawing/2014/main" id="{21C73FCB-3A1D-4CE7-9375-4ADC68FEC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388"/>
              <a:ext cx="23" cy="37"/>
            </a:xfrm>
            <a:custGeom>
              <a:avLst/>
              <a:gdLst>
                <a:gd name="T0" fmla="*/ 100 w 11"/>
                <a:gd name="T1" fmla="*/ 165 h 17"/>
                <a:gd name="T2" fmla="*/ 92 w 11"/>
                <a:gd name="T3" fmla="*/ 176 h 17"/>
                <a:gd name="T4" fmla="*/ 17 w 11"/>
                <a:gd name="T5" fmla="*/ 96 h 17"/>
                <a:gd name="T6" fmla="*/ 17 w 11"/>
                <a:gd name="T7" fmla="*/ 9 h 17"/>
                <a:gd name="T8" fmla="*/ 56 w 11"/>
                <a:gd name="T9" fmla="*/ 9 h 17"/>
                <a:gd name="T10" fmla="*/ 56 w 11"/>
                <a:gd name="T11" fmla="*/ 9 h 17"/>
                <a:gd name="T12" fmla="*/ 17 w 11"/>
                <a:gd name="T13" fmla="*/ 9 h 17"/>
                <a:gd name="T14" fmla="*/ 17 w 11"/>
                <a:gd name="T15" fmla="*/ 96 h 17"/>
                <a:gd name="T16" fmla="*/ 92 w 11"/>
                <a:gd name="T17" fmla="*/ 176 h 17"/>
                <a:gd name="T18" fmla="*/ 100 w 11"/>
                <a:gd name="T19" fmla="*/ 165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7">
                  <a:moveTo>
                    <a:pt x="11" y="16"/>
                  </a:moveTo>
                  <a:cubicBezTo>
                    <a:pt x="11" y="16"/>
                    <a:pt x="11" y="17"/>
                    <a:pt x="10" y="17"/>
                  </a:cubicBezTo>
                  <a:cubicBezTo>
                    <a:pt x="9" y="17"/>
                    <a:pt x="6" y="15"/>
                    <a:pt x="2" y="9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5"/>
                    <a:pt x="2" y="9"/>
                  </a:cubicBezTo>
                  <a:cubicBezTo>
                    <a:pt x="5" y="15"/>
                    <a:pt x="9" y="17"/>
                    <a:pt x="10" y="17"/>
                  </a:cubicBezTo>
                  <a:cubicBezTo>
                    <a:pt x="11" y="17"/>
                    <a:pt x="11" y="16"/>
                    <a:pt x="11" y="1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12" name="Freeform 693">
              <a:extLst>
                <a:ext uri="{FF2B5EF4-FFF2-40B4-BE49-F238E27FC236}">
                  <a16:creationId xmlns:a16="http://schemas.microsoft.com/office/drawing/2014/main" id="{F5110ECD-B857-4D2E-82AD-E9B7BF09F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563"/>
              <a:ext cx="61" cy="66"/>
            </a:xfrm>
            <a:custGeom>
              <a:avLst/>
              <a:gdLst>
                <a:gd name="T0" fmla="*/ 136 w 30"/>
                <a:gd name="T1" fmla="*/ 20 h 30"/>
                <a:gd name="T2" fmla="*/ 41 w 30"/>
                <a:gd name="T3" fmla="*/ 33 h 30"/>
                <a:gd name="T4" fmla="*/ 75 w 30"/>
                <a:gd name="T5" fmla="*/ 222 h 30"/>
                <a:gd name="T6" fmla="*/ 220 w 30"/>
                <a:gd name="T7" fmla="*/ 286 h 30"/>
                <a:gd name="T8" fmla="*/ 244 w 30"/>
                <a:gd name="T9" fmla="*/ 213 h 30"/>
                <a:gd name="T10" fmla="*/ 187 w 30"/>
                <a:gd name="T11" fmla="*/ 117 h 30"/>
                <a:gd name="T12" fmla="*/ 136 w 30"/>
                <a:gd name="T13" fmla="*/ 2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16" y="2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7"/>
                    <a:pt x="3" y="14"/>
                    <a:pt x="9" y="21"/>
                  </a:cubicBezTo>
                  <a:cubicBezTo>
                    <a:pt x="16" y="28"/>
                    <a:pt x="20" y="30"/>
                    <a:pt x="26" y="27"/>
                  </a:cubicBezTo>
                  <a:cubicBezTo>
                    <a:pt x="29" y="26"/>
                    <a:pt x="30" y="23"/>
                    <a:pt x="29" y="20"/>
                  </a:cubicBezTo>
                  <a:cubicBezTo>
                    <a:pt x="28" y="16"/>
                    <a:pt x="25" y="15"/>
                    <a:pt x="22" y="11"/>
                  </a:cubicBezTo>
                  <a:cubicBezTo>
                    <a:pt x="21" y="9"/>
                    <a:pt x="19" y="4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13" name="Freeform 694">
              <a:extLst>
                <a:ext uri="{FF2B5EF4-FFF2-40B4-BE49-F238E27FC236}">
                  <a16:creationId xmlns:a16="http://schemas.microsoft.com/office/drawing/2014/main" id="{546E162F-9C50-49B8-831F-D099F5F66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574"/>
              <a:ext cx="29" cy="37"/>
            </a:xfrm>
            <a:custGeom>
              <a:avLst/>
              <a:gdLst>
                <a:gd name="T0" fmla="*/ 124 w 14"/>
                <a:gd name="T1" fmla="*/ 157 h 17"/>
                <a:gd name="T2" fmla="*/ 124 w 14"/>
                <a:gd name="T3" fmla="*/ 165 h 17"/>
                <a:gd name="T4" fmla="*/ 35 w 14"/>
                <a:gd name="T5" fmla="*/ 104 h 17"/>
                <a:gd name="T6" fmla="*/ 8 w 14"/>
                <a:gd name="T7" fmla="*/ 9 h 17"/>
                <a:gd name="T8" fmla="*/ 35 w 14"/>
                <a:gd name="T9" fmla="*/ 9 h 17"/>
                <a:gd name="T10" fmla="*/ 35 w 14"/>
                <a:gd name="T11" fmla="*/ 9 h 17"/>
                <a:gd name="T12" fmla="*/ 8 w 14"/>
                <a:gd name="T13" fmla="*/ 9 h 17"/>
                <a:gd name="T14" fmla="*/ 35 w 14"/>
                <a:gd name="T15" fmla="*/ 104 h 17"/>
                <a:gd name="T16" fmla="*/ 124 w 14"/>
                <a:gd name="T17" fmla="*/ 165 h 17"/>
                <a:gd name="T18" fmla="*/ 124 w 14"/>
                <a:gd name="T19" fmla="*/ 1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7">
                  <a:moveTo>
                    <a:pt x="14" y="15"/>
                  </a:moveTo>
                  <a:cubicBezTo>
                    <a:pt x="14" y="15"/>
                    <a:pt x="14" y="16"/>
                    <a:pt x="14" y="16"/>
                  </a:cubicBezTo>
                  <a:cubicBezTo>
                    <a:pt x="12" y="16"/>
                    <a:pt x="9" y="15"/>
                    <a:pt x="4" y="10"/>
                  </a:cubicBezTo>
                  <a:cubicBezTo>
                    <a:pt x="0" y="6"/>
                    <a:pt x="0" y="3"/>
                    <a:pt x="1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3"/>
                    <a:pt x="0" y="6"/>
                    <a:pt x="4" y="10"/>
                  </a:cubicBezTo>
                  <a:cubicBezTo>
                    <a:pt x="8" y="15"/>
                    <a:pt x="12" y="17"/>
                    <a:pt x="14" y="16"/>
                  </a:cubicBezTo>
                  <a:cubicBezTo>
                    <a:pt x="14" y="16"/>
                    <a:pt x="14" y="15"/>
                    <a:pt x="14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14" name="Freeform 695">
              <a:extLst>
                <a:ext uri="{FF2B5EF4-FFF2-40B4-BE49-F238E27FC236}">
                  <a16:creationId xmlns:a16="http://schemas.microsoft.com/office/drawing/2014/main" id="{E16DC32E-1B37-43CB-B4BA-A93A48939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463"/>
              <a:ext cx="46" cy="50"/>
            </a:xfrm>
            <a:custGeom>
              <a:avLst/>
              <a:gdLst>
                <a:gd name="T0" fmla="*/ 165 w 22"/>
                <a:gd name="T1" fmla="*/ 61 h 23"/>
                <a:gd name="T2" fmla="*/ 109 w 22"/>
                <a:gd name="T3" fmla="*/ 9 h 23"/>
                <a:gd name="T4" fmla="*/ 44 w 22"/>
                <a:gd name="T5" fmla="*/ 20 h 23"/>
                <a:gd name="T6" fmla="*/ 56 w 22"/>
                <a:gd name="T7" fmla="*/ 193 h 23"/>
                <a:gd name="T8" fmla="*/ 184 w 22"/>
                <a:gd name="T9" fmla="*/ 174 h 23"/>
                <a:gd name="T10" fmla="*/ 165 w 22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15" name="Freeform 696">
              <a:extLst>
                <a:ext uri="{FF2B5EF4-FFF2-40B4-BE49-F238E27FC236}">
                  <a16:creationId xmlns:a16="http://schemas.microsoft.com/office/drawing/2014/main" id="{308B2BEB-F903-4CE5-B846-6C85BB1B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474"/>
              <a:ext cx="22" cy="26"/>
            </a:xfrm>
            <a:custGeom>
              <a:avLst/>
              <a:gdLst>
                <a:gd name="T0" fmla="*/ 88 w 11"/>
                <a:gd name="T1" fmla="*/ 80 h 12"/>
                <a:gd name="T2" fmla="*/ 64 w 11"/>
                <a:gd name="T3" fmla="*/ 113 h 12"/>
                <a:gd name="T4" fmla="*/ 16 w 11"/>
                <a:gd name="T5" fmla="*/ 72 h 12"/>
                <a:gd name="T6" fmla="*/ 8 w 11"/>
                <a:gd name="T7" fmla="*/ 9 h 12"/>
                <a:gd name="T8" fmla="*/ 40 w 11"/>
                <a:gd name="T9" fmla="*/ 0 h 12"/>
                <a:gd name="T10" fmla="*/ 40 w 11"/>
                <a:gd name="T11" fmla="*/ 0 h 12"/>
                <a:gd name="T12" fmla="*/ 8 w 11"/>
                <a:gd name="T13" fmla="*/ 9 h 12"/>
                <a:gd name="T14" fmla="*/ 16 w 11"/>
                <a:gd name="T15" fmla="*/ 72 h 12"/>
                <a:gd name="T16" fmla="*/ 64 w 11"/>
                <a:gd name="T17" fmla="*/ 113 h 12"/>
                <a:gd name="T18" fmla="*/ 88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1"/>
                  </a:cubicBezTo>
                  <a:cubicBezTo>
                    <a:pt x="6" y="12"/>
                    <a:pt x="3" y="11"/>
                    <a:pt x="2" y="7"/>
                  </a:cubicBezTo>
                  <a:cubicBezTo>
                    <a:pt x="0" y="4"/>
                    <a:pt x="1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4"/>
                    <a:pt x="2" y="7"/>
                  </a:cubicBezTo>
                  <a:cubicBezTo>
                    <a:pt x="3" y="11"/>
                    <a:pt x="6" y="12"/>
                    <a:pt x="8" y="11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16" name="Freeform 697">
              <a:extLst>
                <a:ext uri="{FF2B5EF4-FFF2-40B4-BE49-F238E27FC236}">
                  <a16:creationId xmlns:a16="http://schemas.microsoft.com/office/drawing/2014/main" id="{3C9CD801-5232-48CE-94AA-BE1178613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390"/>
              <a:ext cx="43" cy="51"/>
            </a:xfrm>
            <a:custGeom>
              <a:avLst/>
              <a:gdLst>
                <a:gd name="T0" fmla="*/ 147 w 21"/>
                <a:gd name="T1" fmla="*/ 64 h 23"/>
                <a:gd name="T2" fmla="*/ 96 w 21"/>
                <a:gd name="T3" fmla="*/ 9 h 23"/>
                <a:gd name="T4" fmla="*/ 33 w 21"/>
                <a:gd name="T5" fmla="*/ 20 h 23"/>
                <a:gd name="T6" fmla="*/ 51 w 21"/>
                <a:gd name="T7" fmla="*/ 206 h 23"/>
                <a:gd name="T8" fmla="*/ 172 w 21"/>
                <a:gd name="T9" fmla="*/ 186 h 23"/>
                <a:gd name="T10" fmla="*/ 147 w 21"/>
                <a:gd name="T11" fmla="*/ 6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1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0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17" name="Freeform 698">
              <a:extLst>
                <a:ext uri="{FF2B5EF4-FFF2-40B4-BE49-F238E27FC236}">
                  <a16:creationId xmlns:a16="http://schemas.microsoft.com/office/drawing/2014/main" id="{FD30C711-ADB0-4D88-967D-A531D35B1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401"/>
              <a:ext cx="23" cy="27"/>
            </a:xfrm>
            <a:custGeom>
              <a:avLst/>
              <a:gdLst>
                <a:gd name="T0" fmla="*/ 100 w 11"/>
                <a:gd name="T1" fmla="*/ 92 h 12"/>
                <a:gd name="T2" fmla="*/ 84 w 11"/>
                <a:gd name="T3" fmla="*/ 126 h 12"/>
                <a:gd name="T4" fmla="*/ 17 w 11"/>
                <a:gd name="T5" fmla="*/ 81 h 12"/>
                <a:gd name="T6" fmla="*/ 17 w 11"/>
                <a:gd name="T7" fmla="*/ 11 h 12"/>
                <a:gd name="T8" fmla="*/ 44 w 11"/>
                <a:gd name="T9" fmla="*/ 0 h 12"/>
                <a:gd name="T10" fmla="*/ 44 w 11"/>
                <a:gd name="T11" fmla="*/ 0 h 12"/>
                <a:gd name="T12" fmla="*/ 17 w 11"/>
                <a:gd name="T13" fmla="*/ 11 h 12"/>
                <a:gd name="T14" fmla="*/ 17 w 11"/>
                <a:gd name="T15" fmla="*/ 81 h 12"/>
                <a:gd name="T16" fmla="*/ 84 w 11"/>
                <a:gd name="T17" fmla="*/ 137 h 12"/>
                <a:gd name="T18" fmla="*/ 100 w 11"/>
                <a:gd name="T19" fmla="*/ 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9" y="11"/>
                  </a:cubicBezTo>
                  <a:cubicBezTo>
                    <a:pt x="7" y="12"/>
                    <a:pt x="4" y="11"/>
                    <a:pt x="2" y="7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2"/>
                    <a:pt x="0" y="4"/>
                    <a:pt x="2" y="7"/>
                  </a:cubicBezTo>
                  <a:cubicBezTo>
                    <a:pt x="4" y="11"/>
                    <a:pt x="7" y="12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18" name="Freeform 699">
              <a:extLst>
                <a:ext uri="{FF2B5EF4-FFF2-40B4-BE49-F238E27FC236}">
                  <a16:creationId xmlns:a16="http://schemas.microsoft.com/office/drawing/2014/main" id="{DA9EA93E-8FF1-4068-A3A6-C940203B4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434"/>
              <a:ext cx="45" cy="50"/>
            </a:xfrm>
            <a:custGeom>
              <a:avLst/>
              <a:gdLst>
                <a:gd name="T0" fmla="*/ 155 w 22"/>
                <a:gd name="T1" fmla="*/ 61 h 23"/>
                <a:gd name="T2" fmla="*/ 104 w 22"/>
                <a:gd name="T3" fmla="*/ 9 h 23"/>
                <a:gd name="T4" fmla="*/ 41 w 22"/>
                <a:gd name="T5" fmla="*/ 20 h 23"/>
                <a:gd name="T6" fmla="*/ 59 w 22"/>
                <a:gd name="T7" fmla="*/ 193 h 23"/>
                <a:gd name="T8" fmla="*/ 180 w 22"/>
                <a:gd name="T9" fmla="*/ 174 h 23"/>
                <a:gd name="T10" fmla="*/ 155 w 22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6"/>
                    <a:pt x="1" y="14"/>
                    <a:pt x="7" y="19"/>
                  </a:cubicBezTo>
                  <a:cubicBezTo>
                    <a:pt x="12" y="23"/>
                    <a:pt x="19" y="21"/>
                    <a:pt x="21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19" name="Freeform 700">
              <a:extLst>
                <a:ext uri="{FF2B5EF4-FFF2-40B4-BE49-F238E27FC236}">
                  <a16:creationId xmlns:a16="http://schemas.microsoft.com/office/drawing/2014/main" id="{0E2B5986-AAB0-4EB8-8678-19BE55853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445"/>
              <a:ext cx="23" cy="26"/>
            </a:xfrm>
            <a:custGeom>
              <a:avLst/>
              <a:gdLst>
                <a:gd name="T0" fmla="*/ 100 w 11"/>
                <a:gd name="T1" fmla="*/ 80 h 12"/>
                <a:gd name="T2" fmla="*/ 75 w 11"/>
                <a:gd name="T3" fmla="*/ 113 h 12"/>
                <a:gd name="T4" fmla="*/ 17 w 11"/>
                <a:gd name="T5" fmla="*/ 72 h 12"/>
                <a:gd name="T6" fmla="*/ 17 w 11"/>
                <a:gd name="T7" fmla="*/ 9 h 12"/>
                <a:gd name="T8" fmla="*/ 44 w 11"/>
                <a:gd name="T9" fmla="*/ 0 h 12"/>
                <a:gd name="T10" fmla="*/ 44 w 11"/>
                <a:gd name="T11" fmla="*/ 0 h 12"/>
                <a:gd name="T12" fmla="*/ 8 w 11"/>
                <a:gd name="T13" fmla="*/ 9 h 12"/>
                <a:gd name="T14" fmla="*/ 17 w 11"/>
                <a:gd name="T15" fmla="*/ 72 h 12"/>
                <a:gd name="T16" fmla="*/ 75 w 11"/>
                <a:gd name="T17" fmla="*/ 121 h 12"/>
                <a:gd name="T18" fmla="*/ 100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1"/>
                  </a:cubicBezTo>
                  <a:cubicBezTo>
                    <a:pt x="6" y="12"/>
                    <a:pt x="4" y="11"/>
                    <a:pt x="2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1" y="2"/>
                    <a:pt x="0" y="4"/>
                    <a:pt x="2" y="7"/>
                  </a:cubicBezTo>
                  <a:cubicBezTo>
                    <a:pt x="4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20" name="Freeform 701">
              <a:extLst>
                <a:ext uri="{FF2B5EF4-FFF2-40B4-BE49-F238E27FC236}">
                  <a16:creationId xmlns:a16="http://schemas.microsoft.com/office/drawing/2014/main" id="{7B85E0EE-F157-4BDA-A674-5187868B4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526"/>
              <a:ext cx="43" cy="50"/>
            </a:xfrm>
            <a:custGeom>
              <a:avLst/>
              <a:gdLst>
                <a:gd name="T0" fmla="*/ 147 w 21"/>
                <a:gd name="T1" fmla="*/ 52 h 23"/>
                <a:gd name="T2" fmla="*/ 104 w 21"/>
                <a:gd name="T3" fmla="*/ 0 h 23"/>
                <a:gd name="T4" fmla="*/ 33 w 21"/>
                <a:gd name="T5" fmla="*/ 9 h 23"/>
                <a:gd name="T6" fmla="*/ 51 w 21"/>
                <a:gd name="T7" fmla="*/ 185 h 23"/>
                <a:gd name="T8" fmla="*/ 172 w 21"/>
                <a:gd name="T9" fmla="*/ 174 h 23"/>
                <a:gd name="T10" fmla="*/ 147 w 21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2" y="0"/>
                  </a:cubicBezTo>
                  <a:cubicBezTo>
                    <a:pt x="9" y="0"/>
                    <a:pt x="7" y="0"/>
                    <a:pt x="4" y="1"/>
                  </a:cubicBezTo>
                  <a:cubicBezTo>
                    <a:pt x="0" y="5"/>
                    <a:pt x="1" y="13"/>
                    <a:pt x="6" y="18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21" name="Freeform 702">
              <a:extLst>
                <a:ext uri="{FF2B5EF4-FFF2-40B4-BE49-F238E27FC236}">
                  <a16:creationId xmlns:a16="http://schemas.microsoft.com/office/drawing/2014/main" id="{19AC0A57-9551-407D-8A75-CB1041966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535"/>
              <a:ext cx="21" cy="26"/>
            </a:xfrm>
            <a:custGeom>
              <a:avLst/>
              <a:gdLst>
                <a:gd name="T0" fmla="*/ 92 w 10"/>
                <a:gd name="T1" fmla="*/ 80 h 12"/>
                <a:gd name="T2" fmla="*/ 76 w 10"/>
                <a:gd name="T3" fmla="*/ 121 h 12"/>
                <a:gd name="T4" fmla="*/ 8 w 10"/>
                <a:gd name="T5" fmla="*/ 80 h 12"/>
                <a:gd name="T6" fmla="*/ 8 w 10"/>
                <a:gd name="T7" fmla="*/ 20 h 12"/>
                <a:gd name="T8" fmla="*/ 36 w 10"/>
                <a:gd name="T9" fmla="*/ 0 h 12"/>
                <a:gd name="T10" fmla="*/ 36 w 10"/>
                <a:gd name="T11" fmla="*/ 0 h 12"/>
                <a:gd name="T12" fmla="*/ 8 w 10"/>
                <a:gd name="T13" fmla="*/ 20 h 12"/>
                <a:gd name="T14" fmla="*/ 8 w 10"/>
                <a:gd name="T15" fmla="*/ 80 h 12"/>
                <a:gd name="T16" fmla="*/ 76 w 10"/>
                <a:gd name="T17" fmla="*/ 121 h 12"/>
                <a:gd name="T18" fmla="*/ 92 w 10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2"/>
                  </a:cubicBezTo>
                  <a:cubicBezTo>
                    <a:pt x="6" y="12"/>
                    <a:pt x="3" y="11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1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22" name="Freeform 703">
              <a:extLst>
                <a:ext uri="{FF2B5EF4-FFF2-40B4-BE49-F238E27FC236}">
                  <a16:creationId xmlns:a16="http://schemas.microsoft.com/office/drawing/2014/main" id="{A27E05B9-6033-4494-ADC4-20FF29C26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172"/>
              <a:ext cx="43" cy="50"/>
            </a:xfrm>
            <a:custGeom>
              <a:avLst/>
              <a:gdLst>
                <a:gd name="T0" fmla="*/ 156 w 21"/>
                <a:gd name="T1" fmla="*/ 52 h 23"/>
                <a:gd name="T2" fmla="*/ 104 w 21"/>
                <a:gd name="T3" fmla="*/ 0 h 23"/>
                <a:gd name="T4" fmla="*/ 41 w 21"/>
                <a:gd name="T5" fmla="*/ 20 h 23"/>
                <a:gd name="T6" fmla="*/ 51 w 21"/>
                <a:gd name="T7" fmla="*/ 185 h 23"/>
                <a:gd name="T8" fmla="*/ 172 w 21"/>
                <a:gd name="T9" fmla="*/ 174 h 23"/>
                <a:gd name="T10" fmla="*/ 156 w 21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23" name="Freeform 704">
              <a:extLst>
                <a:ext uri="{FF2B5EF4-FFF2-40B4-BE49-F238E27FC236}">
                  <a16:creationId xmlns:a16="http://schemas.microsoft.com/office/drawing/2014/main" id="{26CF2876-DE09-4838-B19C-96E9D3404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181"/>
              <a:ext cx="20" cy="28"/>
            </a:xfrm>
            <a:custGeom>
              <a:avLst/>
              <a:gdLst>
                <a:gd name="T0" fmla="*/ 80 w 10"/>
                <a:gd name="T1" fmla="*/ 80 h 13"/>
                <a:gd name="T2" fmla="*/ 64 w 10"/>
                <a:gd name="T3" fmla="*/ 121 h 13"/>
                <a:gd name="T4" fmla="*/ 16 w 10"/>
                <a:gd name="T5" fmla="*/ 80 h 13"/>
                <a:gd name="T6" fmla="*/ 8 w 10"/>
                <a:gd name="T7" fmla="*/ 19 h 13"/>
                <a:gd name="T8" fmla="*/ 32 w 10"/>
                <a:gd name="T9" fmla="*/ 0 h 13"/>
                <a:gd name="T10" fmla="*/ 32 w 10"/>
                <a:gd name="T11" fmla="*/ 0 h 13"/>
                <a:gd name="T12" fmla="*/ 8 w 10"/>
                <a:gd name="T13" fmla="*/ 19 h 13"/>
                <a:gd name="T14" fmla="*/ 8 w 10"/>
                <a:gd name="T15" fmla="*/ 80 h 13"/>
                <a:gd name="T16" fmla="*/ 64 w 10"/>
                <a:gd name="T17" fmla="*/ 121 h 13"/>
                <a:gd name="T18" fmla="*/ 80 w 10"/>
                <a:gd name="T19" fmla="*/ 8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10"/>
                    <a:pt x="9" y="12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3"/>
                    <a:pt x="8" y="12"/>
                  </a:cubicBezTo>
                  <a:cubicBezTo>
                    <a:pt x="10" y="12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24" name="Freeform 705">
              <a:extLst>
                <a:ext uri="{FF2B5EF4-FFF2-40B4-BE49-F238E27FC236}">
                  <a16:creationId xmlns:a16="http://schemas.microsoft.com/office/drawing/2014/main" id="{5AD5E57A-2523-420A-909A-984F3D22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362"/>
              <a:ext cx="61" cy="59"/>
            </a:xfrm>
            <a:custGeom>
              <a:avLst/>
              <a:gdLst>
                <a:gd name="T0" fmla="*/ 177 w 30"/>
                <a:gd name="T1" fmla="*/ 44 h 27"/>
                <a:gd name="T2" fmla="*/ 92 w 30"/>
                <a:gd name="T3" fmla="*/ 9 h 27"/>
                <a:gd name="T4" fmla="*/ 24 w 30"/>
                <a:gd name="T5" fmla="*/ 72 h 27"/>
                <a:gd name="T6" fmla="*/ 128 w 30"/>
                <a:gd name="T7" fmla="*/ 262 h 27"/>
                <a:gd name="T8" fmla="*/ 252 w 30"/>
                <a:gd name="T9" fmla="*/ 157 h 27"/>
                <a:gd name="T10" fmla="*/ 177 w 30"/>
                <a:gd name="T11" fmla="*/ 4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1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3" y="7"/>
                  </a:cubicBezTo>
                  <a:cubicBezTo>
                    <a:pt x="0" y="14"/>
                    <a:pt x="6" y="23"/>
                    <a:pt x="15" y="25"/>
                  </a:cubicBezTo>
                  <a:cubicBezTo>
                    <a:pt x="24" y="27"/>
                    <a:pt x="30" y="21"/>
                    <a:pt x="30" y="15"/>
                  </a:cubicBezTo>
                  <a:cubicBezTo>
                    <a:pt x="29" y="10"/>
                    <a:pt x="27" y="8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25" name="Freeform 706">
              <a:extLst>
                <a:ext uri="{FF2B5EF4-FFF2-40B4-BE49-F238E27FC236}">
                  <a16:creationId xmlns:a16="http://schemas.microsoft.com/office/drawing/2014/main" id="{E41BFC84-F74C-45F1-8402-B7880F248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377"/>
              <a:ext cx="33" cy="29"/>
            </a:xfrm>
            <a:custGeom>
              <a:avLst/>
              <a:gdLst>
                <a:gd name="T0" fmla="*/ 132 w 16"/>
                <a:gd name="T1" fmla="*/ 56 h 13"/>
                <a:gd name="T2" fmla="*/ 124 w 16"/>
                <a:gd name="T3" fmla="*/ 125 h 13"/>
                <a:gd name="T4" fmla="*/ 43 w 16"/>
                <a:gd name="T5" fmla="*/ 109 h 13"/>
                <a:gd name="T6" fmla="*/ 8 w 16"/>
                <a:gd name="T7" fmla="*/ 45 h 13"/>
                <a:gd name="T8" fmla="*/ 25 w 16"/>
                <a:gd name="T9" fmla="*/ 0 h 13"/>
                <a:gd name="T10" fmla="*/ 25 w 16"/>
                <a:gd name="T11" fmla="*/ 0 h 13"/>
                <a:gd name="T12" fmla="*/ 8 w 16"/>
                <a:gd name="T13" fmla="*/ 36 h 13"/>
                <a:gd name="T14" fmla="*/ 43 w 16"/>
                <a:gd name="T15" fmla="*/ 109 h 13"/>
                <a:gd name="T16" fmla="*/ 124 w 16"/>
                <a:gd name="T17" fmla="*/ 125 h 13"/>
                <a:gd name="T18" fmla="*/ 132 w 16"/>
                <a:gd name="T19" fmla="*/ 56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5" y="5"/>
                  </a:moveTo>
                  <a:cubicBezTo>
                    <a:pt x="16" y="8"/>
                    <a:pt x="16" y="10"/>
                    <a:pt x="14" y="11"/>
                  </a:cubicBezTo>
                  <a:cubicBezTo>
                    <a:pt x="12" y="13"/>
                    <a:pt x="9" y="13"/>
                    <a:pt x="5" y="10"/>
                  </a:cubicBezTo>
                  <a:cubicBezTo>
                    <a:pt x="1" y="7"/>
                    <a:pt x="1" y="5"/>
                    <a:pt x="1" y="4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2"/>
                    <a:pt x="1" y="3"/>
                  </a:cubicBezTo>
                  <a:cubicBezTo>
                    <a:pt x="0" y="5"/>
                    <a:pt x="1" y="8"/>
                    <a:pt x="5" y="10"/>
                  </a:cubicBezTo>
                  <a:cubicBezTo>
                    <a:pt x="9" y="13"/>
                    <a:pt x="12" y="13"/>
                    <a:pt x="14" y="11"/>
                  </a:cubicBezTo>
                  <a:cubicBezTo>
                    <a:pt x="16" y="10"/>
                    <a:pt x="16" y="8"/>
                    <a:pt x="15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26" name="Freeform 707">
              <a:extLst>
                <a:ext uri="{FF2B5EF4-FFF2-40B4-BE49-F238E27FC236}">
                  <a16:creationId xmlns:a16="http://schemas.microsoft.com/office/drawing/2014/main" id="{C6C24E51-1D69-4A3C-987E-A9B815BDE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99"/>
              <a:ext cx="61" cy="59"/>
            </a:xfrm>
            <a:custGeom>
              <a:avLst/>
              <a:gdLst>
                <a:gd name="T0" fmla="*/ 177 w 30"/>
                <a:gd name="T1" fmla="*/ 44 h 27"/>
                <a:gd name="T2" fmla="*/ 92 w 30"/>
                <a:gd name="T3" fmla="*/ 9 h 27"/>
                <a:gd name="T4" fmla="*/ 24 w 30"/>
                <a:gd name="T5" fmla="*/ 72 h 27"/>
                <a:gd name="T6" fmla="*/ 128 w 30"/>
                <a:gd name="T7" fmla="*/ 262 h 27"/>
                <a:gd name="T8" fmla="*/ 252 w 30"/>
                <a:gd name="T9" fmla="*/ 157 h 27"/>
                <a:gd name="T10" fmla="*/ 177 w 30"/>
                <a:gd name="T11" fmla="*/ 4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1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3" y="7"/>
                  </a:cubicBezTo>
                  <a:cubicBezTo>
                    <a:pt x="0" y="14"/>
                    <a:pt x="6" y="23"/>
                    <a:pt x="15" y="25"/>
                  </a:cubicBezTo>
                  <a:cubicBezTo>
                    <a:pt x="24" y="27"/>
                    <a:pt x="30" y="21"/>
                    <a:pt x="30" y="15"/>
                  </a:cubicBezTo>
                  <a:cubicBezTo>
                    <a:pt x="29" y="10"/>
                    <a:pt x="27" y="8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27" name="Freeform 708">
              <a:extLst>
                <a:ext uri="{FF2B5EF4-FFF2-40B4-BE49-F238E27FC236}">
                  <a16:creationId xmlns:a16="http://schemas.microsoft.com/office/drawing/2014/main" id="{2272ABA9-3A2C-468C-BE2E-77881AC7F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415"/>
              <a:ext cx="33" cy="28"/>
            </a:xfrm>
            <a:custGeom>
              <a:avLst/>
              <a:gdLst>
                <a:gd name="T0" fmla="*/ 132 w 16"/>
                <a:gd name="T1" fmla="*/ 52 h 13"/>
                <a:gd name="T2" fmla="*/ 124 w 16"/>
                <a:gd name="T3" fmla="*/ 112 h 13"/>
                <a:gd name="T4" fmla="*/ 43 w 16"/>
                <a:gd name="T5" fmla="*/ 101 h 13"/>
                <a:gd name="T6" fmla="*/ 8 w 16"/>
                <a:gd name="T7" fmla="*/ 41 h 13"/>
                <a:gd name="T8" fmla="*/ 25 w 16"/>
                <a:gd name="T9" fmla="*/ 0 h 13"/>
                <a:gd name="T10" fmla="*/ 25 w 16"/>
                <a:gd name="T11" fmla="*/ 0 h 13"/>
                <a:gd name="T12" fmla="*/ 8 w 16"/>
                <a:gd name="T13" fmla="*/ 41 h 13"/>
                <a:gd name="T14" fmla="*/ 43 w 16"/>
                <a:gd name="T15" fmla="*/ 101 h 13"/>
                <a:gd name="T16" fmla="*/ 124 w 16"/>
                <a:gd name="T17" fmla="*/ 112 h 13"/>
                <a:gd name="T18" fmla="*/ 132 w 16"/>
                <a:gd name="T19" fmla="*/ 52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5" y="5"/>
                  </a:moveTo>
                  <a:cubicBezTo>
                    <a:pt x="16" y="8"/>
                    <a:pt x="16" y="10"/>
                    <a:pt x="14" y="11"/>
                  </a:cubicBezTo>
                  <a:cubicBezTo>
                    <a:pt x="12" y="13"/>
                    <a:pt x="9" y="13"/>
                    <a:pt x="5" y="10"/>
                  </a:cubicBezTo>
                  <a:cubicBezTo>
                    <a:pt x="1" y="8"/>
                    <a:pt x="1" y="5"/>
                    <a:pt x="1" y="4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2"/>
                    <a:pt x="1" y="4"/>
                  </a:cubicBezTo>
                  <a:cubicBezTo>
                    <a:pt x="0" y="5"/>
                    <a:pt x="1" y="8"/>
                    <a:pt x="5" y="10"/>
                  </a:cubicBezTo>
                  <a:cubicBezTo>
                    <a:pt x="9" y="13"/>
                    <a:pt x="12" y="13"/>
                    <a:pt x="14" y="11"/>
                  </a:cubicBezTo>
                  <a:cubicBezTo>
                    <a:pt x="16" y="10"/>
                    <a:pt x="16" y="8"/>
                    <a:pt x="15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28" name="Freeform 709">
              <a:extLst>
                <a:ext uri="{FF2B5EF4-FFF2-40B4-BE49-F238E27FC236}">
                  <a16:creationId xmlns:a16="http://schemas.microsoft.com/office/drawing/2014/main" id="{6470BFC2-88EC-4CD3-9EF6-2D60600E2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248"/>
              <a:ext cx="61" cy="59"/>
            </a:xfrm>
            <a:custGeom>
              <a:avLst/>
              <a:gdLst>
                <a:gd name="T0" fmla="*/ 169 w 30"/>
                <a:gd name="T1" fmla="*/ 33 h 27"/>
                <a:gd name="T2" fmla="*/ 83 w 30"/>
                <a:gd name="T3" fmla="*/ 9 h 27"/>
                <a:gd name="T4" fmla="*/ 24 w 30"/>
                <a:gd name="T5" fmla="*/ 72 h 27"/>
                <a:gd name="T6" fmla="*/ 116 w 30"/>
                <a:gd name="T7" fmla="*/ 262 h 27"/>
                <a:gd name="T8" fmla="*/ 252 w 30"/>
                <a:gd name="T9" fmla="*/ 157 h 27"/>
                <a:gd name="T10" fmla="*/ 169 w 30"/>
                <a:gd name="T11" fmla="*/ 3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0" y="3"/>
                  </a:moveTo>
                  <a:cubicBezTo>
                    <a:pt x="17" y="1"/>
                    <a:pt x="14" y="0"/>
                    <a:pt x="10" y="1"/>
                  </a:cubicBezTo>
                  <a:cubicBezTo>
                    <a:pt x="8" y="2"/>
                    <a:pt x="5" y="3"/>
                    <a:pt x="3" y="7"/>
                  </a:cubicBezTo>
                  <a:cubicBezTo>
                    <a:pt x="0" y="13"/>
                    <a:pt x="6" y="23"/>
                    <a:pt x="14" y="25"/>
                  </a:cubicBezTo>
                  <a:cubicBezTo>
                    <a:pt x="23" y="27"/>
                    <a:pt x="30" y="21"/>
                    <a:pt x="30" y="15"/>
                  </a:cubicBezTo>
                  <a:cubicBezTo>
                    <a:pt x="29" y="10"/>
                    <a:pt x="27" y="8"/>
                    <a:pt x="20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29" name="Freeform 710">
              <a:extLst>
                <a:ext uri="{FF2B5EF4-FFF2-40B4-BE49-F238E27FC236}">
                  <a16:creationId xmlns:a16="http://schemas.microsoft.com/office/drawing/2014/main" id="{67B89C37-E6E2-4034-859C-E774D48ED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261"/>
              <a:ext cx="33" cy="31"/>
            </a:xfrm>
            <a:custGeom>
              <a:avLst/>
              <a:gdLst>
                <a:gd name="T0" fmla="*/ 132 w 16"/>
                <a:gd name="T1" fmla="*/ 64 h 14"/>
                <a:gd name="T2" fmla="*/ 124 w 16"/>
                <a:gd name="T3" fmla="*/ 133 h 14"/>
                <a:gd name="T4" fmla="*/ 35 w 16"/>
                <a:gd name="T5" fmla="*/ 117 h 14"/>
                <a:gd name="T6" fmla="*/ 8 w 16"/>
                <a:gd name="T7" fmla="*/ 44 h 14"/>
                <a:gd name="T8" fmla="*/ 25 w 16"/>
                <a:gd name="T9" fmla="*/ 0 h 14"/>
                <a:gd name="T10" fmla="*/ 25 w 16"/>
                <a:gd name="T11" fmla="*/ 0 h 14"/>
                <a:gd name="T12" fmla="*/ 0 w 16"/>
                <a:gd name="T13" fmla="*/ 44 h 14"/>
                <a:gd name="T14" fmla="*/ 35 w 16"/>
                <a:gd name="T15" fmla="*/ 117 h 14"/>
                <a:gd name="T16" fmla="*/ 124 w 16"/>
                <a:gd name="T17" fmla="*/ 133 h 14"/>
                <a:gd name="T18" fmla="*/ 132 w 16"/>
                <a:gd name="T19" fmla="*/ 6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4">
                  <a:moveTo>
                    <a:pt x="15" y="6"/>
                  </a:moveTo>
                  <a:cubicBezTo>
                    <a:pt x="16" y="8"/>
                    <a:pt x="16" y="10"/>
                    <a:pt x="14" y="12"/>
                  </a:cubicBezTo>
                  <a:cubicBezTo>
                    <a:pt x="12" y="13"/>
                    <a:pt x="8" y="13"/>
                    <a:pt x="4" y="11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4"/>
                  </a:cubicBezTo>
                  <a:cubicBezTo>
                    <a:pt x="0" y="6"/>
                    <a:pt x="1" y="8"/>
                    <a:pt x="4" y="11"/>
                  </a:cubicBezTo>
                  <a:cubicBezTo>
                    <a:pt x="8" y="14"/>
                    <a:pt x="12" y="13"/>
                    <a:pt x="14" y="12"/>
                  </a:cubicBezTo>
                  <a:cubicBezTo>
                    <a:pt x="16" y="10"/>
                    <a:pt x="16" y="8"/>
                    <a:pt x="15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30" name="Freeform 711">
              <a:extLst>
                <a:ext uri="{FF2B5EF4-FFF2-40B4-BE49-F238E27FC236}">
                  <a16:creationId xmlns:a16="http://schemas.microsoft.com/office/drawing/2014/main" id="{1EDB2AA3-EC0F-47CB-B6AC-77A0C0796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060"/>
              <a:ext cx="62" cy="59"/>
            </a:xfrm>
            <a:custGeom>
              <a:avLst/>
              <a:gdLst>
                <a:gd name="T0" fmla="*/ 184 w 30"/>
                <a:gd name="T1" fmla="*/ 44 h 27"/>
                <a:gd name="T2" fmla="*/ 99 w 30"/>
                <a:gd name="T3" fmla="*/ 9 h 27"/>
                <a:gd name="T4" fmla="*/ 35 w 30"/>
                <a:gd name="T5" fmla="*/ 72 h 27"/>
                <a:gd name="T6" fmla="*/ 132 w 30"/>
                <a:gd name="T7" fmla="*/ 262 h 27"/>
                <a:gd name="T8" fmla="*/ 265 w 30"/>
                <a:gd name="T9" fmla="*/ 166 h 27"/>
                <a:gd name="T10" fmla="*/ 184 w 30"/>
                <a:gd name="T11" fmla="*/ 4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1" y="4"/>
                  </a:moveTo>
                  <a:cubicBezTo>
                    <a:pt x="17" y="2"/>
                    <a:pt x="14" y="0"/>
                    <a:pt x="11" y="1"/>
                  </a:cubicBezTo>
                  <a:cubicBezTo>
                    <a:pt x="8" y="2"/>
                    <a:pt x="5" y="4"/>
                    <a:pt x="4" y="7"/>
                  </a:cubicBezTo>
                  <a:cubicBezTo>
                    <a:pt x="0" y="14"/>
                    <a:pt x="6" y="23"/>
                    <a:pt x="15" y="25"/>
                  </a:cubicBezTo>
                  <a:cubicBezTo>
                    <a:pt x="24" y="27"/>
                    <a:pt x="30" y="21"/>
                    <a:pt x="30" y="16"/>
                  </a:cubicBezTo>
                  <a:cubicBezTo>
                    <a:pt x="29" y="10"/>
                    <a:pt x="27" y="8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31" name="Freeform 712">
              <a:extLst>
                <a:ext uri="{FF2B5EF4-FFF2-40B4-BE49-F238E27FC236}">
                  <a16:creationId xmlns:a16="http://schemas.microsoft.com/office/drawing/2014/main" id="{505BCE46-EC4B-4C45-A000-688F8A851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076"/>
              <a:ext cx="31" cy="28"/>
            </a:xfrm>
            <a:custGeom>
              <a:avLst/>
              <a:gdLst>
                <a:gd name="T0" fmla="*/ 124 w 15"/>
                <a:gd name="T1" fmla="*/ 52 h 13"/>
                <a:gd name="T2" fmla="*/ 116 w 15"/>
                <a:gd name="T3" fmla="*/ 112 h 13"/>
                <a:gd name="T4" fmla="*/ 35 w 15"/>
                <a:gd name="T5" fmla="*/ 101 h 13"/>
                <a:gd name="T6" fmla="*/ 0 w 15"/>
                <a:gd name="T7" fmla="*/ 41 h 13"/>
                <a:gd name="T8" fmla="*/ 25 w 15"/>
                <a:gd name="T9" fmla="*/ 0 h 13"/>
                <a:gd name="T10" fmla="*/ 25 w 15"/>
                <a:gd name="T11" fmla="*/ 0 h 13"/>
                <a:gd name="T12" fmla="*/ 0 w 15"/>
                <a:gd name="T13" fmla="*/ 41 h 13"/>
                <a:gd name="T14" fmla="*/ 35 w 15"/>
                <a:gd name="T15" fmla="*/ 101 h 13"/>
                <a:gd name="T16" fmla="*/ 124 w 15"/>
                <a:gd name="T17" fmla="*/ 112 h 13"/>
                <a:gd name="T18" fmla="*/ 124 w 15"/>
                <a:gd name="T19" fmla="*/ 52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3">
                  <a:moveTo>
                    <a:pt x="14" y="5"/>
                  </a:moveTo>
                  <a:cubicBezTo>
                    <a:pt x="15" y="8"/>
                    <a:pt x="15" y="10"/>
                    <a:pt x="13" y="11"/>
                  </a:cubicBezTo>
                  <a:cubicBezTo>
                    <a:pt x="12" y="13"/>
                    <a:pt x="8" y="13"/>
                    <a:pt x="4" y="10"/>
                  </a:cubicBezTo>
                  <a:cubicBezTo>
                    <a:pt x="0" y="8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"/>
                    <a:pt x="0" y="8"/>
                    <a:pt x="4" y="10"/>
                  </a:cubicBezTo>
                  <a:cubicBezTo>
                    <a:pt x="8" y="13"/>
                    <a:pt x="12" y="13"/>
                    <a:pt x="14" y="11"/>
                  </a:cubicBezTo>
                  <a:cubicBezTo>
                    <a:pt x="15" y="10"/>
                    <a:pt x="15" y="8"/>
                    <a:pt x="14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32" name="Freeform 713">
              <a:extLst>
                <a:ext uri="{FF2B5EF4-FFF2-40B4-BE49-F238E27FC236}">
                  <a16:creationId xmlns:a16="http://schemas.microsoft.com/office/drawing/2014/main" id="{0BFDE6A9-8814-4A29-8F67-D9E70CDD6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082"/>
              <a:ext cx="61" cy="59"/>
            </a:xfrm>
            <a:custGeom>
              <a:avLst/>
              <a:gdLst>
                <a:gd name="T0" fmla="*/ 169 w 30"/>
                <a:gd name="T1" fmla="*/ 33 h 27"/>
                <a:gd name="T2" fmla="*/ 83 w 30"/>
                <a:gd name="T3" fmla="*/ 9 h 27"/>
                <a:gd name="T4" fmla="*/ 24 w 30"/>
                <a:gd name="T5" fmla="*/ 61 h 27"/>
                <a:gd name="T6" fmla="*/ 116 w 30"/>
                <a:gd name="T7" fmla="*/ 262 h 27"/>
                <a:gd name="T8" fmla="*/ 244 w 30"/>
                <a:gd name="T9" fmla="*/ 157 h 27"/>
                <a:gd name="T10" fmla="*/ 169 w 30"/>
                <a:gd name="T11" fmla="*/ 3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0" y="3"/>
                  </a:moveTo>
                  <a:cubicBezTo>
                    <a:pt x="17" y="1"/>
                    <a:pt x="14" y="0"/>
                    <a:pt x="10" y="1"/>
                  </a:cubicBezTo>
                  <a:cubicBezTo>
                    <a:pt x="7" y="2"/>
                    <a:pt x="4" y="3"/>
                    <a:pt x="3" y="6"/>
                  </a:cubicBezTo>
                  <a:cubicBezTo>
                    <a:pt x="0" y="13"/>
                    <a:pt x="5" y="22"/>
                    <a:pt x="14" y="25"/>
                  </a:cubicBezTo>
                  <a:cubicBezTo>
                    <a:pt x="23" y="27"/>
                    <a:pt x="30" y="21"/>
                    <a:pt x="29" y="15"/>
                  </a:cubicBezTo>
                  <a:cubicBezTo>
                    <a:pt x="28" y="10"/>
                    <a:pt x="26" y="8"/>
                    <a:pt x="20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33" name="Freeform 714">
              <a:extLst>
                <a:ext uri="{FF2B5EF4-FFF2-40B4-BE49-F238E27FC236}">
                  <a16:creationId xmlns:a16="http://schemas.microsoft.com/office/drawing/2014/main" id="{CDF3775A-BDFC-4368-87B5-4859D76BA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095"/>
              <a:ext cx="33" cy="31"/>
            </a:xfrm>
            <a:custGeom>
              <a:avLst/>
              <a:gdLst>
                <a:gd name="T0" fmla="*/ 124 w 16"/>
                <a:gd name="T1" fmla="*/ 64 h 14"/>
                <a:gd name="T2" fmla="*/ 124 w 16"/>
                <a:gd name="T3" fmla="*/ 117 h 14"/>
                <a:gd name="T4" fmla="*/ 35 w 16"/>
                <a:gd name="T5" fmla="*/ 117 h 14"/>
                <a:gd name="T6" fmla="*/ 0 w 16"/>
                <a:gd name="T7" fmla="*/ 44 h 14"/>
                <a:gd name="T8" fmla="*/ 25 w 16"/>
                <a:gd name="T9" fmla="*/ 0 h 14"/>
                <a:gd name="T10" fmla="*/ 25 w 16"/>
                <a:gd name="T11" fmla="*/ 0 h 14"/>
                <a:gd name="T12" fmla="*/ 0 w 16"/>
                <a:gd name="T13" fmla="*/ 44 h 14"/>
                <a:gd name="T14" fmla="*/ 35 w 16"/>
                <a:gd name="T15" fmla="*/ 117 h 14"/>
                <a:gd name="T16" fmla="*/ 124 w 16"/>
                <a:gd name="T17" fmla="*/ 133 h 14"/>
                <a:gd name="T18" fmla="*/ 124 w 16"/>
                <a:gd name="T19" fmla="*/ 6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4">
                  <a:moveTo>
                    <a:pt x="14" y="6"/>
                  </a:moveTo>
                  <a:cubicBezTo>
                    <a:pt x="15" y="8"/>
                    <a:pt x="15" y="10"/>
                    <a:pt x="14" y="11"/>
                  </a:cubicBezTo>
                  <a:cubicBezTo>
                    <a:pt x="12" y="13"/>
                    <a:pt x="8" y="13"/>
                    <a:pt x="4" y="11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0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0" y="8"/>
                    <a:pt x="4" y="11"/>
                  </a:cubicBezTo>
                  <a:cubicBezTo>
                    <a:pt x="8" y="14"/>
                    <a:pt x="12" y="13"/>
                    <a:pt x="14" y="12"/>
                  </a:cubicBezTo>
                  <a:cubicBezTo>
                    <a:pt x="15" y="10"/>
                    <a:pt x="16" y="8"/>
                    <a:pt x="1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34" name="Freeform 715">
              <a:extLst>
                <a:ext uri="{FF2B5EF4-FFF2-40B4-BE49-F238E27FC236}">
                  <a16:creationId xmlns:a16="http://schemas.microsoft.com/office/drawing/2014/main" id="{46A82841-B9E7-4608-842D-04391FCB3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091"/>
              <a:ext cx="45" cy="63"/>
            </a:xfrm>
            <a:custGeom>
              <a:avLst/>
              <a:gdLst>
                <a:gd name="T0" fmla="*/ 155 w 22"/>
                <a:gd name="T1" fmla="*/ 52 h 29"/>
                <a:gd name="T2" fmla="*/ 104 w 22"/>
                <a:gd name="T3" fmla="*/ 9 h 29"/>
                <a:gd name="T4" fmla="*/ 16 w 22"/>
                <a:gd name="T5" fmla="*/ 165 h 29"/>
                <a:gd name="T6" fmla="*/ 129 w 22"/>
                <a:gd name="T7" fmla="*/ 289 h 29"/>
                <a:gd name="T8" fmla="*/ 188 w 22"/>
                <a:gd name="T9" fmla="*/ 217 h 29"/>
                <a:gd name="T10" fmla="*/ 172 w 22"/>
                <a:gd name="T11" fmla="*/ 122 h 29"/>
                <a:gd name="T12" fmla="*/ 155 w 22"/>
                <a:gd name="T13" fmla="*/ 5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9">
                  <a:moveTo>
                    <a:pt x="18" y="5"/>
                  </a:moveTo>
                  <a:cubicBezTo>
                    <a:pt x="16" y="3"/>
                    <a:pt x="14" y="2"/>
                    <a:pt x="12" y="1"/>
                  </a:cubicBezTo>
                  <a:cubicBezTo>
                    <a:pt x="3" y="0"/>
                    <a:pt x="0" y="8"/>
                    <a:pt x="2" y="16"/>
                  </a:cubicBezTo>
                  <a:cubicBezTo>
                    <a:pt x="4" y="24"/>
                    <a:pt x="11" y="29"/>
                    <a:pt x="15" y="28"/>
                  </a:cubicBezTo>
                  <a:cubicBezTo>
                    <a:pt x="19" y="27"/>
                    <a:pt x="21" y="25"/>
                    <a:pt x="22" y="21"/>
                  </a:cubicBezTo>
                  <a:cubicBezTo>
                    <a:pt x="22" y="18"/>
                    <a:pt x="20" y="14"/>
                    <a:pt x="20" y="12"/>
                  </a:cubicBezTo>
                  <a:cubicBezTo>
                    <a:pt x="19" y="10"/>
                    <a:pt x="19" y="7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35" name="Freeform 716">
              <a:extLst>
                <a:ext uri="{FF2B5EF4-FFF2-40B4-BE49-F238E27FC236}">
                  <a16:creationId xmlns:a16="http://schemas.microsoft.com/office/drawing/2014/main" id="{D0143B04-3436-46E6-AD24-AD68D232B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106"/>
              <a:ext cx="17" cy="33"/>
            </a:xfrm>
            <a:custGeom>
              <a:avLst/>
              <a:gdLst>
                <a:gd name="T0" fmla="*/ 19 w 8"/>
                <a:gd name="T1" fmla="*/ 9 h 15"/>
                <a:gd name="T2" fmla="*/ 0 w 8"/>
                <a:gd name="T3" fmla="*/ 64 h 15"/>
                <a:gd name="T4" fmla="*/ 40 w 8"/>
                <a:gd name="T5" fmla="*/ 161 h 15"/>
                <a:gd name="T6" fmla="*/ 77 w 8"/>
                <a:gd name="T7" fmla="*/ 161 h 15"/>
                <a:gd name="T8" fmla="*/ 77 w 8"/>
                <a:gd name="T9" fmla="*/ 161 h 15"/>
                <a:gd name="T10" fmla="*/ 40 w 8"/>
                <a:gd name="T11" fmla="*/ 150 h 15"/>
                <a:gd name="T12" fmla="*/ 0 w 8"/>
                <a:gd name="T13" fmla="*/ 64 h 15"/>
                <a:gd name="T14" fmla="*/ 19 w 8"/>
                <a:gd name="T15" fmla="*/ 9 h 15"/>
                <a:gd name="T16" fmla="*/ 49 w 8"/>
                <a:gd name="T17" fmla="*/ 9 h 15"/>
                <a:gd name="T18" fmla="*/ 49 w 8"/>
                <a:gd name="T19" fmla="*/ 9 h 15"/>
                <a:gd name="T20" fmla="*/ 19 w 8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5">
                  <a:moveTo>
                    <a:pt x="2" y="1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1" y="10"/>
                    <a:pt x="2" y="13"/>
                    <a:pt x="4" y="15"/>
                  </a:cubicBezTo>
                  <a:cubicBezTo>
                    <a:pt x="5" y="15"/>
                    <a:pt x="6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6" y="15"/>
                    <a:pt x="5" y="15"/>
                    <a:pt x="4" y="14"/>
                  </a:cubicBezTo>
                  <a:cubicBezTo>
                    <a:pt x="2" y="13"/>
                    <a:pt x="1" y="10"/>
                    <a:pt x="0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36" name="Freeform 717">
              <a:extLst>
                <a:ext uri="{FF2B5EF4-FFF2-40B4-BE49-F238E27FC236}">
                  <a16:creationId xmlns:a16="http://schemas.microsoft.com/office/drawing/2014/main" id="{F1B2D501-86EC-4F86-8002-5A4F8C6EA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069"/>
              <a:ext cx="43" cy="50"/>
            </a:xfrm>
            <a:custGeom>
              <a:avLst/>
              <a:gdLst>
                <a:gd name="T0" fmla="*/ 156 w 21"/>
                <a:gd name="T1" fmla="*/ 61 h 23"/>
                <a:gd name="T2" fmla="*/ 104 w 21"/>
                <a:gd name="T3" fmla="*/ 9 h 23"/>
                <a:gd name="T4" fmla="*/ 41 w 21"/>
                <a:gd name="T5" fmla="*/ 20 h 23"/>
                <a:gd name="T6" fmla="*/ 51 w 21"/>
                <a:gd name="T7" fmla="*/ 193 h 23"/>
                <a:gd name="T8" fmla="*/ 172 w 21"/>
                <a:gd name="T9" fmla="*/ 174 h 23"/>
                <a:gd name="T10" fmla="*/ 156 w 21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4" y="1"/>
                    <a:pt x="12" y="1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37" name="Freeform 718">
              <a:extLst>
                <a:ext uri="{FF2B5EF4-FFF2-40B4-BE49-F238E27FC236}">
                  <a16:creationId xmlns:a16="http://schemas.microsoft.com/office/drawing/2014/main" id="{8E488EEC-94E2-4FAF-913D-F8EEF02F4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080"/>
              <a:ext cx="21" cy="26"/>
            </a:xfrm>
            <a:custGeom>
              <a:avLst/>
              <a:gdLst>
                <a:gd name="T0" fmla="*/ 92 w 10"/>
                <a:gd name="T1" fmla="*/ 80 h 12"/>
                <a:gd name="T2" fmla="*/ 76 w 10"/>
                <a:gd name="T3" fmla="*/ 113 h 12"/>
                <a:gd name="T4" fmla="*/ 17 w 10"/>
                <a:gd name="T5" fmla="*/ 72 h 12"/>
                <a:gd name="T6" fmla="*/ 8 w 10"/>
                <a:gd name="T7" fmla="*/ 9 h 12"/>
                <a:gd name="T8" fmla="*/ 36 w 10"/>
                <a:gd name="T9" fmla="*/ 0 h 12"/>
                <a:gd name="T10" fmla="*/ 36 w 10"/>
                <a:gd name="T11" fmla="*/ 0 h 12"/>
                <a:gd name="T12" fmla="*/ 8 w 10"/>
                <a:gd name="T13" fmla="*/ 9 h 12"/>
                <a:gd name="T14" fmla="*/ 8 w 10"/>
                <a:gd name="T15" fmla="*/ 72 h 12"/>
                <a:gd name="T16" fmla="*/ 76 w 10"/>
                <a:gd name="T17" fmla="*/ 113 h 12"/>
                <a:gd name="T18" fmla="*/ 92 w 10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1"/>
                  </a:cubicBezTo>
                  <a:cubicBezTo>
                    <a:pt x="6" y="12"/>
                    <a:pt x="3" y="11"/>
                    <a:pt x="2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4"/>
                    <a:pt x="1" y="7"/>
                  </a:cubicBezTo>
                  <a:cubicBezTo>
                    <a:pt x="3" y="11"/>
                    <a:pt x="6" y="12"/>
                    <a:pt x="8" y="11"/>
                  </a:cubicBezTo>
                  <a:cubicBezTo>
                    <a:pt x="10" y="11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38" name="Freeform 719">
              <a:extLst>
                <a:ext uri="{FF2B5EF4-FFF2-40B4-BE49-F238E27FC236}">
                  <a16:creationId xmlns:a16="http://schemas.microsoft.com/office/drawing/2014/main" id="{9F81C61D-54A7-4F79-94CA-CDF1C275A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058"/>
              <a:ext cx="55" cy="61"/>
            </a:xfrm>
            <a:custGeom>
              <a:avLst/>
              <a:gdLst>
                <a:gd name="T0" fmla="*/ 136 w 27"/>
                <a:gd name="T1" fmla="*/ 257 h 28"/>
                <a:gd name="T2" fmla="*/ 204 w 27"/>
                <a:gd name="T3" fmla="*/ 105 h 28"/>
                <a:gd name="T4" fmla="*/ 49 w 27"/>
                <a:gd name="T5" fmla="*/ 44 h 28"/>
                <a:gd name="T6" fmla="*/ 136 w 27"/>
                <a:gd name="T7" fmla="*/ 25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8">
                  <a:moveTo>
                    <a:pt x="16" y="25"/>
                  </a:moveTo>
                  <a:cubicBezTo>
                    <a:pt x="24" y="25"/>
                    <a:pt x="27" y="18"/>
                    <a:pt x="24" y="10"/>
                  </a:cubicBezTo>
                  <a:cubicBezTo>
                    <a:pt x="20" y="3"/>
                    <a:pt x="13" y="0"/>
                    <a:pt x="6" y="4"/>
                  </a:cubicBezTo>
                  <a:cubicBezTo>
                    <a:pt x="0" y="9"/>
                    <a:pt x="4" y="28"/>
                    <a:pt x="16" y="2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39" name="Freeform 720">
              <a:extLst>
                <a:ext uri="{FF2B5EF4-FFF2-40B4-BE49-F238E27FC236}">
                  <a16:creationId xmlns:a16="http://schemas.microsoft.com/office/drawing/2014/main" id="{E897CA86-B9DA-4593-8F9F-167864C3A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076"/>
              <a:ext cx="29" cy="26"/>
            </a:xfrm>
            <a:custGeom>
              <a:avLst/>
              <a:gdLst>
                <a:gd name="T0" fmla="*/ 108 w 14"/>
                <a:gd name="T1" fmla="*/ 33 h 12"/>
                <a:gd name="T2" fmla="*/ 116 w 14"/>
                <a:gd name="T3" fmla="*/ 93 h 12"/>
                <a:gd name="T4" fmla="*/ 64 w 14"/>
                <a:gd name="T5" fmla="*/ 121 h 12"/>
                <a:gd name="T6" fmla="*/ 8 w 14"/>
                <a:gd name="T7" fmla="*/ 80 h 12"/>
                <a:gd name="T8" fmla="*/ 8 w 14"/>
                <a:gd name="T9" fmla="*/ 0 h 12"/>
                <a:gd name="T10" fmla="*/ 8 w 14"/>
                <a:gd name="T11" fmla="*/ 0 h 12"/>
                <a:gd name="T12" fmla="*/ 8 w 14"/>
                <a:gd name="T13" fmla="*/ 80 h 12"/>
                <a:gd name="T14" fmla="*/ 64 w 14"/>
                <a:gd name="T15" fmla="*/ 121 h 12"/>
                <a:gd name="T16" fmla="*/ 116 w 14"/>
                <a:gd name="T17" fmla="*/ 93 h 12"/>
                <a:gd name="T18" fmla="*/ 108 w 14"/>
                <a:gd name="T19" fmla="*/ 3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2">
                  <a:moveTo>
                    <a:pt x="12" y="3"/>
                  </a:moveTo>
                  <a:cubicBezTo>
                    <a:pt x="14" y="4"/>
                    <a:pt x="14" y="6"/>
                    <a:pt x="13" y="9"/>
                  </a:cubicBezTo>
                  <a:cubicBezTo>
                    <a:pt x="11" y="11"/>
                    <a:pt x="9" y="12"/>
                    <a:pt x="7" y="12"/>
                  </a:cubicBezTo>
                  <a:cubicBezTo>
                    <a:pt x="5" y="12"/>
                    <a:pt x="2" y="10"/>
                    <a:pt x="1" y="8"/>
                  </a:cubicBezTo>
                  <a:cubicBezTo>
                    <a:pt x="0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5"/>
                    <a:pt x="1" y="8"/>
                  </a:cubicBezTo>
                  <a:cubicBezTo>
                    <a:pt x="2" y="10"/>
                    <a:pt x="4" y="12"/>
                    <a:pt x="7" y="12"/>
                  </a:cubicBezTo>
                  <a:cubicBezTo>
                    <a:pt x="9" y="12"/>
                    <a:pt x="11" y="11"/>
                    <a:pt x="13" y="9"/>
                  </a:cubicBezTo>
                  <a:cubicBezTo>
                    <a:pt x="14" y="7"/>
                    <a:pt x="14" y="4"/>
                    <a:pt x="12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40" name="Freeform 721">
              <a:extLst>
                <a:ext uri="{FF2B5EF4-FFF2-40B4-BE49-F238E27FC236}">
                  <a16:creationId xmlns:a16="http://schemas.microsoft.com/office/drawing/2014/main" id="{8901DB3E-D756-4C7D-8C38-120CA8346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340"/>
              <a:ext cx="53" cy="64"/>
            </a:xfrm>
            <a:custGeom>
              <a:avLst/>
              <a:gdLst>
                <a:gd name="T0" fmla="*/ 145 w 26"/>
                <a:gd name="T1" fmla="*/ 33 h 29"/>
                <a:gd name="T2" fmla="*/ 84 w 26"/>
                <a:gd name="T3" fmla="*/ 0 h 29"/>
                <a:gd name="T4" fmla="*/ 33 w 26"/>
                <a:gd name="T5" fmla="*/ 185 h 29"/>
                <a:gd name="T6" fmla="*/ 179 w 26"/>
                <a:gd name="T7" fmla="*/ 302 h 29"/>
                <a:gd name="T8" fmla="*/ 220 w 26"/>
                <a:gd name="T9" fmla="*/ 205 h 29"/>
                <a:gd name="T10" fmla="*/ 179 w 26"/>
                <a:gd name="T11" fmla="*/ 108 h 29"/>
                <a:gd name="T12" fmla="*/ 145 w 26"/>
                <a:gd name="T13" fmla="*/ 3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9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2" y="0"/>
                    <a:pt x="0" y="9"/>
                    <a:pt x="4" y="17"/>
                  </a:cubicBezTo>
                  <a:cubicBezTo>
                    <a:pt x="8" y="25"/>
                    <a:pt x="17" y="29"/>
                    <a:pt x="21" y="28"/>
                  </a:cubicBezTo>
                  <a:cubicBezTo>
                    <a:pt x="25" y="26"/>
                    <a:pt x="26" y="23"/>
                    <a:pt x="26" y="19"/>
                  </a:cubicBezTo>
                  <a:cubicBezTo>
                    <a:pt x="25" y="15"/>
                    <a:pt x="23" y="12"/>
                    <a:pt x="21" y="10"/>
                  </a:cubicBezTo>
                  <a:cubicBezTo>
                    <a:pt x="20" y="7"/>
                    <a:pt x="19" y="4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41" name="Freeform 722">
              <a:extLst>
                <a:ext uri="{FF2B5EF4-FFF2-40B4-BE49-F238E27FC236}">
                  <a16:creationId xmlns:a16="http://schemas.microsoft.com/office/drawing/2014/main" id="{31932732-8A36-4C1D-991E-E9800A657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353"/>
              <a:ext cx="22" cy="35"/>
            </a:xfrm>
            <a:custGeom>
              <a:avLst/>
              <a:gdLst>
                <a:gd name="T0" fmla="*/ 8 w 11"/>
                <a:gd name="T1" fmla="*/ 9 h 16"/>
                <a:gd name="T2" fmla="*/ 8 w 11"/>
                <a:gd name="T3" fmla="*/ 72 h 16"/>
                <a:gd name="T4" fmla="*/ 56 w 11"/>
                <a:gd name="T5" fmla="*/ 158 h 16"/>
                <a:gd name="T6" fmla="*/ 88 w 11"/>
                <a:gd name="T7" fmla="*/ 168 h 16"/>
                <a:gd name="T8" fmla="*/ 88 w 11"/>
                <a:gd name="T9" fmla="*/ 168 h 16"/>
                <a:gd name="T10" fmla="*/ 56 w 11"/>
                <a:gd name="T11" fmla="*/ 158 h 16"/>
                <a:gd name="T12" fmla="*/ 8 w 11"/>
                <a:gd name="T13" fmla="*/ 72 h 16"/>
                <a:gd name="T14" fmla="*/ 16 w 11"/>
                <a:gd name="T15" fmla="*/ 9 h 16"/>
                <a:gd name="T16" fmla="*/ 32 w 11"/>
                <a:gd name="T17" fmla="*/ 9 h 16"/>
                <a:gd name="T18" fmla="*/ 32 w 11"/>
                <a:gd name="T19" fmla="*/ 9 h 16"/>
                <a:gd name="T20" fmla="*/ 8 w 11"/>
                <a:gd name="T21" fmla="*/ 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6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2" y="11"/>
                    <a:pt x="5" y="14"/>
                    <a:pt x="7" y="15"/>
                  </a:cubicBezTo>
                  <a:cubicBezTo>
                    <a:pt x="9" y="16"/>
                    <a:pt x="10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6"/>
                    <a:pt x="9" y="16"/>
                    <a:pt x="7" y="15"/>
                  </a:cubicBezTo>
                  <a:cubicBezTo>
                    <a:pt x="5" y="14"/>
                    <a:pt x="2" y="11"/>
                    <a:pt x="1" y="7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42" name="Freeform 723">
              <a:extLst>
                <a:ext uri="{FF2B5EF4-FFF2-40B4-BE49-F238E27FC236}">
                  <a16:creationId xmlns:a16="http://schemas.microsoft.com/office/drawing/2014/main" id="{60646F65-B1E0-490D-8F42-8AF3DAB22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165"/>
              <a:ext cx="58" cy="70"/>
            </a:xfrm>
            <a:custGeom>
              <a:avLst/>
              <a:gdLst>
                <a:gd name="T0" fmla="*/ 141 w 28"/>
                <a:gd name="T1" fmla="*/ 33 h 32"/>
                <a:gd name="T2" fmla="*/ 44 w 28"/>
                <a:gd name="T3" fmla="*/ 33 h 32"/>
                <a:gd name="T4" fmla="*/ 73 w 28"/>
                <a:gd name="T5" fmla="*/ 230 h 32"/>
                <a:gd name="T6" fmla="*/ 215 w 28"/>
                <a:gd name="T7" fmla="*/ 302 h 32"/>
                <a:gd name="T8" fmla="*/ 240 w 28"/>
                <a:gd name="T9" fmla="*/ 230 h 32"/>
                <a:gd name="T10" fmla="*/ 197 w 28"/>
                <a:gd name="T11" fmla="*/ 133 h 32"/>
                <a:gd name="T12" fmla="*/ 141 w 28"/>
                <a:gd name="T13" fmla="*/ 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2">
                  <a:moveTo>
                    <a:pt x="16" y="3"/>
                  </a:moveTo>
                  <a:cubicBezTo>
                    <a:pt x="12" y="1"/>
                    <a:pt x="9" y="0"/>
                    <a:pt x="5" y="3"/>
                  </a:cubicBezTo>
                  <a:cubicBezTo>
                    <a:pt x="0" y="7"/>
                    <a:pt x="2" y="14"/>
                    <a:pt x="8" y="22"/>
                  </a:cubicBezTo>
                  <a:cubicBezTo>
                    <a:pt x="14" y="29"/>
                    <a:pt x="18" y="32"/>
                    <a:pt x="24" y="29"/>
                  </a:cubicBezTo>
                  <a:cubicBezTo>
                    <a:pt x="27" y="28"/>
                    <a:pt x="28" y="26"/>
                    <a:pt x="27" y="22"/>
                  </a:cubicBezTo>
                  <a:cubicBezTo>
                    <a:pt x="26" y="18"/>
                    <a:pt x="24" y="16"/>
                    <a:pt x="22" y="13"/>
                  </a:cubicBezTo>
                  <a:cubicBezTo>
                    <a:pt x="20" y="10"/>
                    <a:pt x="19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43" name="Freeform 724">
              <a:extLst>
                <a:ext uri="{FF2B5EF4-FFF2-40B4-BE49-F238E27FC236}">
                  <a16:creationId xmlns:a16="http://schemas.microsoft.com/office/drawing/2014/main" id="{AEB73409-B2FF-479F-8B6C-59EA585D6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178"/>
              <a:ext cx="28" cy="38"/>
            </a:xfrm>
            <a:custGeom>
              <a:avLst/>
              <a:gdLst>
                <a:gd name="T0" fmla="*/ 112 w 14"/>
                <a:gd name="T1" fmla="*/ 179 h 17"/>
                <a:gd name="T2" fmla="*/ 104 w 14"/>
                <a:gd name="T3" fmla="*/ 190 h 17"/>
                <a:gd name="T4" fmla="*/ 32 w 14"/>
                <a:gd name="T5" fmla="*/ 110 h 17"/>
                <a:gd name="T6" fmla="*/ 8 w 14"/>
                <a:gd name="T7" fmla="*/ 9 h 17"/>
                <a:gd name="T8" fmla="*/ 40 w 14"/>
                <a:gd name="T9" fmla="*/ 9 h 17"/>
                <a:gd name="T10" fmla="*/ 40 w 14"/>
                <a:gd name="T11" fmla="*/ 9 h 17"/>
                <a:gd name="T12" fmla="*/ 8 w 14"/>
                <a:gd name="T13" fmla="*/ 9 h 17"/>
                <a:gd name="T14" fmla="*/ 32 w 14"/>
                <a:gd name="T15" fmla="*/ 110 h 17"/>
                <a:gd name="T16" fmla="*/ 104 w 14"/>
                <a:gd name="T17" fmla="*/ 190 h 17"/>
                <a:gd name="T18" fmla="*/ 112 w 14"/>
                <a:gd name="T19" fmla="*/ 17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7">
                  <a:moveTo>
                    <a:pt x="14" y="16"/>
                  </a:moveTo>
                  <a:cubicBezTo>
                    <a:pt x="14" y="16"/>
                    <a:pt x="14" y="16"/>
                    <a:pt x="13" y="17"/>
                  </a:cubicBezTo>
                  <a:cubicBezTo>
                    <a:pt x="12" y="17"/>
                    <a:pt x="8" y="16"/>
                    <a:pt x="4" y="10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5"/>
                    <a:pt x="4" y="10"/>
                  </a:cubicBezTo>
                  <a:cubicBezTo>
                    <a:pt x="8" y="15"/>
                    <a:pt x="12" y="17"/>
                    <a:pt x="13" y="17"/>
                  </a:cubicBezTo>
                  <a:cubicBezTo>
                    <a:pt x="14" y="17"/>
                    <a:pt x="14" y="16"/>
                    <a:pt x="14" y="1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44" name="Freeform 725">
              <a:extLst>
                <a:ext uri="{FF2B5EF4-FFF2-40B4-BE49-F238E27FC236}">
                  <a16:creationId xmlns:a16="http://schemas.microsoft.com/office/drawing/2014/main" id="{C82AF368-1EF7-4078-83F8-CB41CD51B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126"/>
              <a:ext cx="47" cy="63"/>
            </a:xfrm>
            <a:custGeom>
              <a:avLst/>
              <a:gdLst>
                <a:gd name="T0" fmla="*/ 155 w 23"/>
                <a:gd name="T1" fmla="*/ 61 h 29"/>
                <a:gd name="T2" fmla="*/ 104 w 23"/>
                <a:gd name="T3" fmla="*/ 20 h 29"/>
                <a:gd name="T4" fmla="*/ 16 w 23"/>
                <a:gd name="T5" fmla="*/ 165 h 29"/>
                <a:gd name="T6" fmla="*/ 129 w 23"/>
                <a:gd name="T7" fmla="*/ 298 h 29"/>
                <a:gd name="T8" fmla="*/ 188 w 23"/>
                <a:gd name="T9" fmla="*/ 226 h 29"/>
                <a:gd name="T10" fmla="*/ 172 w 23"/>
                <a:gd name="T11" fmla="*/ 133 h 29"/>
                <a:gd name="T12" fmla="*/ 155 w 23"/>
                <a:gd name="T13" fmla="*/ 61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8" y="6"/>
                  </a:moveTo>
                  <a:cubicBezTo>
                    <a:pt x="17" y="4"/>
                    <a:pt x="15" y="2"/>
                    <a:pt x="12" y="2"/>
                  </a:cubicBezTo>
                  <a:cubicBezTo>
                    <a:pt x="4" y="0"/>
                    <a:pt x="0" y="8"/>
                    <a:pt x="2" y="16"/>
                  </a:cubicBezTo>
                  <a:cubicBezTo>
                    <a:pt x="4" y="24"/>
                    <a:pt x="11" y="29"/>
                    <a:pt x="15" y="29"/>
                  </a:cubicBezTo>
                  <a:cubicBezTo>
                    <a:pt x="20" y="28"/>
                    <a:pt x="22" y="26"/>
                    <a:pt x="22" y="22"/>
                  </a:cubicBezTo>
                  <a:cubicBezTo>
                    <a:pt x="23" y="18"/>
                    <a:pt x="21" y="15"/>
                    <a:pt x="20" y="13"/>
                  </a:cubicBezTo>
                  <a:cubicBezTo>
                    <a:pt x="20" y="10"/>
                    <a:pt x="19" y="8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45" name="Freeform 726">
              <a:extLst>
                <a:ext uri="{FF2B5EF4-FFF2-40B4-BE49-F238E27FC236}">
                  <a16:creationId xmlns:a16="http://schemas.microsoft.com/office/drawing/2014/main" id="{3356696C-054A-4977-9487-76951C8EC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143"/>
              <a:ext cx="15" cy="33"/>
            </a:xfrm>
            <a:custGeom>
              <a:avLst/>
              <a:gdLst>
                <a:gd name="T0" fmla="*/ 19 w 7"/>
                <a:gd name="T1" fmla="*/ 0 h 15"/>
                <a:gd name="T2" fmla="*/ 0 w 7"/>
                <a:gd name="T3" fmla="*/ 64 h 15"/>
                <a:gd name="T4" fmla="*/ 41 w 7"/>
                <a:gd name="T5" fmla="*/ 150 h 15"/>
                <a:gd name="T6" fmla="*/ 69 w 7"/>
                <a:gd name="T7" fmla="*/ 161 h 15"/>
                <a:gd name="T8" fmla="*/ 69 w 7"/>
                <a:gd name="T9" fmla="*/ 161 h 15"/>
                <a:gd name="T10" fmla="*/ 41 w 7"/>
                <a:gd name="T11" fmla="*/ 150 h 15"/>
                <a:gd name="T12" fmla="*/ 0 w 7"/>
                <a:gd name="T13" fmla="*/ 64 h 15"/>
                <a:gd name="T14" fmla="*/ 19 w 7"/>
                <a:gd name="T15" fmla="*/ 9 h 15"/>
                <a:gd name="T16" fmla="*/ 41 w 7"/>
                <a:gd name="T17" fmla="*/ 9 h 15"/>
                <a:gd name="T18" fmla="*/ 41 w 7"/>
                <a:gd name="T19" fmla="*/ 9 h 15"/>
                <a:gd name="T20" fmla="*/ 19 w 7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5">
                  <a:moveTo>
                    <a:pt x="2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0" y="9"/>
                    <a:pt x="2" y="13"/>
                    <a:pt x="4" y="14"/>
                  </a:cubicBezTo>
                  <a:cubicBezTo>
                    <a:pt x="5" y="15"/>
                    <a:pt x="6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5"/>
                    <a:pt x="5" y="15"/>
                    <a:pt x="4" y="14"/>
                  </a:cubicBezTo>
                  <a:cubicBezTo>
                    <a:pt x="2" y="13"/>
                    <a:pt x="0" y="9"/>
                    <a:pt x="0" y="6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46" name="Freeform 727">
              <a:extLst>
                <a:ext uri="{FF2B5EF4-FFF2-40B4-BE49-F238E27FC236}">
                  <a16:creationId xmlns:a16="http://schemas.microsoft.com/office/drawing/2014/main" id="{BEBC3A59-1D58-419F-AFBE-FF41169DB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132"/>
              <a:ext cx="43" cy="51"/>
            </a:xfrm>
            <a:custGeom>
              <a:avLst/>
              <a:gdLst>
                <a:gd name="T0" fmla="*/ 156 w 21"/>
                <a:gd name="T1" fmla="*/ 64 h 23"/>
                <a:gd name="T2" fmla="*/ 104 w 21"/>
                <a:gd name="T3" fmla="*/ 9 h 23"/>
                <a:gd name="T4" fmla="*/ 41 w 21"/>
                <a:gd name="T5" fmla="*/ 20 h 23"/>
                <a:gd name="T6" fmla="*/ 51 w 21"/>
                <a:gd name="T7" fmla="*/ 206 h 23"/>
                <a:gd name="T8" fmla="*/ 172 w 21"/>
                <a:gd name="T9" fmla="*/ 186 h 23"/>
                <a:gd name="T10" fmla="*/ 156 w 21"/>
                <a:gd name="T11" fmla="*/ 6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4"/>
                    <a:pt x="15" y="1"/>
                    <a:pt x="12" y="1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47" name="Freeform 728">
              <a:extLst>
                <a:ext uri="{FF2B5EF4-FFF2-40B4-BE49-F238E27FC236}">
                  <a16:creationId xmlns:a16="http://schemas.microsoft.com/office/drawing/2014/main" id="{4C0F53C5-B043-4A5B-BBDA-31E5C7DBF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143"/>
              <a:ext cx="23" cy="27"/>
            </a:xfrm>
            <a:custGeom>
              <a:avLst/>
              <a:gdLst>
                <a:gd name="T0" fmla="*/ 100 w 11"/>
                <a:gd name="T1" fmla="*/ 92 h 12"/>
                <a:gd name="T2" fmla="*/ 75 w 11"/>
                <a:gd name="T3" fmla="*/ 137 h 12"/>
                <a:gd name="T4" fmla="*/ 17 w 11"/>
                <a:gd name="T5" fmla="*/ 92 h 12"/>
                <a:gd name="T6" fmla="*/ 8 w 11"/>
                <a:gd name="T7" fmla="*/ 25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25 h 12"/>
                <a:gd name="T14" fmla="*/ 8 w 11"/>
                <a:gd name="T15" fmla="*/ 92 h 12"/>
                <a:gd name="T16" fmla="*/ 75 w 11"/>
                <a:gd name="T17" fmla="*/ 137 h 12"/>
                <a:gd name="T18" fmla="*/ 100 w 11"/>
                <a:gd name="T19" fmla="*/ 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48" name="Freeform 729">
              <a:extLst>
                <a:ext uri="{FF2B5EF4-FFF2-40B4-BE49-F238E27FC236}">
                  <a16:creationId xmlns:a16="http://schemas.microsoft.com/office/drawing/2014/main" id="{0C309BFF-D04A-42B1-B8DC-E8D390566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331"/>
              <a:ext cx="57" cy="62"/>
            </a:xfrm>
            <a:custGeom>
              <a:avLst/>
              <a:gdLst>
                <a:gd name="T0" fmla="*/ 153 w 28"/>
                <a:gd name="T1" fmla="*/ 270 h 28"/>
                <a:gd name="T2" fmla="*/ 204 w 28"/>
                <a:gd name="T3" fmla="*/ 97 h 28"/>
                <a:gd name="T4" fmla="*/ 49 w 28"/>
                <a:gd name="T5" fmla="*/ 53 h 28"/>
                <a:gd name="T6" fmla="*/ 153 w 28"/>
                <a:gd name="T7" fmla="*/ 27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18" y="25"/>
                  </a:moveTo>
                  <a:cubicBezTo>
                    <a:pt x="25" y="24"/>
                    <a:pt x="28" y="16"/>
                    <a:pt x="24" y="9"/>
                  </a:cubicBezTo>
                  <a:cubicBezTo>
                    <a:pt x="19" y="2"/>
                    <a:pt x="12" y="0"/>
                    <a:pt x="6" y="5"/>
                  </a:cubicBezTo>
                  <a:cubicBezTo>
                    <a:pt x="0" y="10"/>
                    <a:pt x="6" y="28"/>
                    <a:pt x="18" y="2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49" name="Freeform 730">
              <a:extLst>
                <a:ext uri="{FF2B5EF4-FFF2-40B4-BE49-F238E27FC236}">
                  <a16:creationId xmlns:a16="http://schemas.microsoft.com/office/drawing/2014/main" id="{00513267-11E0-49B7-9386-11688DC5B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349"/>
              <a:ext cx="29" cy="26"/>
            </a:xfrm>
            <a:custGeom>
              <a:avLst/>
              <a:gdLst>
                <a:gd name="T0" fmla="*/ 116 w 14"/>
                <a:gd name="T1" fmla="*/ 20 h 12"/>
                <a:gd name="T2" fmla="*/ 116 w 14"/>
                <a:gd name="T3" fmla="*/ 80 h 12"/>
                <a:gd name="T4" fmla="*/ 73 w 14"/>
                <a:gd name="T5" fmla="*/ 121 h 12"/>
                <a:gd name="T6" fmla="*/ 17 w 14"/>
                <a:gd name="T7" fmla="*/ 80 h 12"/>
                <a:gd name="T8" fmla="*/ 8 w 14"/>
                <a:gd name="T9" fmla="*/ 0 h 12"/>
                <a:gd name="T10" fmla="*/ 8 w 14"/>
                <a:gd name="T11" fmla="*/ 0 h 12"/>
                <a:gd name="T12" fmla="*/ 17 w 14"/>
                <a:gd name="T13" fmla="*/ 80 h 12"/>
                <a:gd name="T14" fmla="*/ 73 w 14"/>
                <a:gd name="T15" fmla="*/ 121 h 12"/>
                <a:gd name="T16" fmla="*/ 116 w 14"/>
                <a:gd name="T17" fmla="*/ 80 h 12"/>
                <a:gd name="T18" fmla="*/ 116 w 14"/>
                <a:gd name="T19" fmla="*/ 2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2">
                  <a:moveTo>
                    <a:pt x="13" y="2"/>
                  </a:moveTo>
                  <a:cubicBezTo>
                    <a:pt x="14" y="3"/>
                    <a:pt x="14" y="6"/>
                    <a:pt x="13" y="8"/>
                  </a:cubicBezTo>
                  <a:cubicBezTo>
                    <a:pt x="12" y="10"/>
                    <a:pt x="10" y="12"/>
                    <a:pt x="8" y="12"/>
                  </a:cubicBezTo>
                  <a:cubicBezTo>
                    <a:pt x="5" y="12"/>
                    <a:pt x="3" y="10"/>
                    <a:pt x="2" y="8"/>
                  </a:cubicBezTo>
                  <a:cubicBezTo>
                    <a:pt x="0" y="5"/>
                    <a:pt x="0" y="3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3" y="10"/>
                    <a:pt x="5" y="12"/>
                    <a:pt x="8" y="12"/>
                  </a:cubicBezTo>
                  <a:cubicBezTo>
                    <a:pt x="10" y="12"/>
                    <a:pt x="12" y="11"/>
                    <a:pt x="13" y="8"/>
                  </a:cubicBezTo>
                  <a:cubicBezTo>
                    <a:pt x="14" y="6"/>
                    <a:pt x="14" y="4"/>
                    <a:pt x="13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50" name="Freeform 731">
              <a:extLst>
                <a:ext uri="{FF2B5EF4-FFF2-40B4-BE49-F238E27FC236}">
                  <a16:creationId xmlns:a16="http://schemas.microsoft.com/office/drawing/2014/main" id="{72D9FDA0-A59F-40A4-9436-EE7DAC37D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305"/>
              <a:ext cx="49" cy="77"/>
            </a:xfrm>
            <a:custGeom>
              <a:avLst/>
              <a:gdLst>
                <a:gd name="T0" fmla="*/ 204 w 24"/>
                <a:gd name="T1" fmla="*/ 150 h 35"/>
                <a:gd name="T2" fmla="*/ 180 w 24"/>
                <a:gd name="T3" fmla="*/ 73 h 35"/>
                <a:gd name="T4" fmla="*/ 33 w 24"/>
                <a:gd name="T5" fmla="*/ 150 h 35"/>
                <a:gd name="T6" fmla="*/ 67 w 24"/>
                <a:gd name="T7" fmla="*/ 354 h 35"/>
                <a:gd name="T8" fmla="*/ 163 w 24"/>
                <a:gd name="T9" fmla="*/ 330 h 35"/>
                <a:gd name="T10" fmla="*/ 188 w 24"/>
                <a:gd name="T11" fmla="*/ 233 h 35"/>
                <a:gd name="T12" fmla="*/ 204 w 24"/>
                <a:gd name="T13" fmla="*/ 15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14"/>
                  </a:moveTo>
                  <a:cubicBezTo>
                    <a:pt x="24" y="11"/>
                    <a:pt x="23" y="9"/>
                    <a:pt x="21" y="7"/>
                  </a:cubicBezTo>
                  <a:cubicBezTo>
                    <a:pt x="15" y="0"/>
                    <a:pt x="7" y="5"/>
                    <a:pt x="4" y="14"/>
                  </a:cubicBezTo>
                  <a:cubicBezTo>
                    <a:pt x="0" y="23"/>
                    <a:pt x="4" y="31"/>
                    <a:pt x="8" y="33"/>
                  </a:cubicBezTo>
                  <a:cubicBezTo>
                    <a:pt x="12" y="35"/>
                    <a:pt x="16" y="34"/>
                    <a:pt x="19" y="31"/>
                  </a:cubicBezTo>
                  <a:cubicBezTo>
                    <a:pt x="21" y="28"/>
                    <a:pt x="22" y="24"/>
                    <a:pt x="22" y="22"/>
                  </a:cubicBezTo>
                  <a:cubicBezTo>
                    <a:pt x="23" y="19"/>
                    <a:pt x="24" y="16"/>
                    <a:pt x="24" y="1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51" name="Freeform 732">
              <a:extLst>
                <a:ext uri="{FF2B5EF4-FFF2-40B4-BE49-F238E27FC236}">
                  <a16:creationId xmlns:a16="http://schemas.microsoft.com/office/drawing/2014/main" id="{EEF0C61C-EFB1-4F29-A900-A57EE8110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329"/>
              <a:ext cx="19" cy="37"/>
            </a:xfrm>
            <a:custGeom>
              <a:avLst/>
              <a:gdLst>
                <a:gd name="T0" fmla="*/ 68 w 9"/>
                <a:gd name="T1" fmla="*/ 0 h 17"/>
                <a:gd name="T2" fmla="*/ 17 w 9"/>
                <a:gd name="T3" fmla="*/ 44 h 17"/>
                <a:gd name="T4" fmla="*/ 8 w 9"/>
                <a:gd name="T5" fmla="*/ 141 h 17"/>
                <a:gd name="T6" fmla="*/ 27 w 9"/>
                <a:gd name="T7" fmla="*/ 176 h 17"/>
                <a:gd name="T8" fmla="*/ 27 w 9"/>
                <a:gd name="T9" fmla="*/ 176 h 17"/>
                <a:gd name="T10" fmla="*/ 8 w 9"/>
                <a:gd name="T11" fmla="*/ 141 h 17"/>
                <a:gd name="T12" fmla="*/ 27 w 9"/>
                <a:gd name="T13" fmla="*/ 44 h 17"/>
                <a:gd name="T14" fmla="*/ 68 w 9"/>
                <a:gd name="T15" fmla="*/ 0 h 17"/>
                <a:gd name="T16" fmla="*/ 84 w 9"/>
                <a:gd name="T17" fmla="*/ 20 h 17"/>
                <a:gd name="T18" fmla="*/ 84 w 9"/>
                <a:gd name="T19" fmla="*/ 20 h 17"/>
                <a:gd name="T20" fmla="*/ 68 w 9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7">
                  <a:moveTo>
                    <a:pt x="7" y="0"/>
                  </a:moveTo>
                  <a:cubicBezTo>
                    <a:pt x="5" y="0"/>
                    <a:pt x="4" y="1"/>
                    <a:pt x="2" y="4"/>
                  </a:cubicBezTo>
                  <a:cubicBezTo>
                    <a:pt x="0" y="7"/>
                    <a:pt x="0" y="11"/>
                    <a:pt x="1" y="14"/>
                  </a:cubicBezTo>
                  <a:cubicBezTo>
                    <a:pt x="1" y="15"/>
                    <a:pt x="2" y="16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6"/>
                    <a:pt x="1" y="15"/>
                    <a:pt x="1" y="14"/>
                  </a:cubicBezTo>
                  <a:cubicBezTo>
                    <a:pt x="0" y="11"/>
                    <a:pt x="1" y="7"/>
                    <a:pt x="3" y="4"/>
                  </a:cubicBezTo>
                  <a:cubicBezTo>
                    <a:pt x="4" y="2"/>
                    <a:pt x="6" y="0"/>
                    <a:pt x="7" y="0"/>
                  </a:cubicBezTo>
                  <a:cubicBezTo>
                    <a:pt x="8" y="0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7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52" name="Freeform 733">
              <a:extLst>
                <a:ext uri="{FF2B5EF4-FFF2-40B4-BE49-F238E27FC236}">
                  <a16:creationId xmlns:a16="http://schemas.microsoft.com/office/drawing/2014/main" id="{6F7C1445-CFB0-4585-83C2-F55FEC121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347"/>
              <a:ext cx="59" cy="68"/>
            </a:xfrm>
            <a:custGeom>
              <a:avLst/>
              <a:gdLst>
                <a:gd name="T0" fmla="*/ 128 w 29"/>
                <a:gd name="T1" fmla="*/ 33 h 31"/>
                <a:gd name="T2" fmla="*/ 33 w 29"/>
                <a:gd name="T3" fmla="*/ 33 h 31"/>
                <a:gd name="T4" fmla="*/ 75 w 29"/>
                <a:gd name="T5" fmla="*/ 222 h 31"/>
                <a:gd name="T6" fmla="*/ 220 w 29"/>
                <a:gd name="T7" fmla="*/ 294 h 31"/>
                <a:gd name="T8" fmla="*/ 236 w 29"/>
                <a:gd name="T9" fmla="*/ 213 h 31"/>
                <a:gd name="T10" fmla="*/ 187 w 29"/>
                <a:gd name="T11" fmla="*/ 116 h 31"/>
                <a:gd name="T12" fmla="*/ 128 w 29"/>
                <a:gd name="T13" fmla="*/ 3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5" y="3"/>
                  </a:moveTo>
                  <a:cubicBezTo>
                    <a:pt x="12" y="0"/>
                    <a:pt x="8" y="0"/>
                    <a:pt x="4" y="3"/>
                  </a:cubicBezTo>
                  <a:cubicBezTo>
                    <a:pt x="0" y="8"/>
                    <a:pt x="2" y="15"/>
                    <a:pt x="9" y="21"/>
                  </a:cubicBezTo>
                  <a:cubicBezTo>
                    <a:pt x="15" y="28"/>
                    <a:pt x="20" y="31"/>
                    <a:pt x="26" y="28"/>
                  </a:cubicBezTo>
                  <a:cubicBezTo>
                    <a:pt x="28" y="27"/>
                    <a:pt x="29" y="24"/>
                    <a:pt x="28" y="20"/>
                  </a:cubicBezTo>
                  <a:cubicBezTo>
                    <a:pt x="27" y="16"/>
                    <a:pt x="25" y="15"/>
                    <a:pt x="22" y="11"/>
                  </a:cubicBezTo>
                  <a:cubicBezTo>
                    <a:pt x="20" y="9"/>
                    <a:pt x="19" y="5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53" name="Freeform 734">
              <a:extLst>
                <a:ext uri="{FF2B5EF4-FFF2-40B4-BE49-F238E27FC236}">
                  <a16:creationId xmlns:a16="http://schemas.microsoft.com/office/drawing/2014/main" id="{3BFE4BC5-CD27-4464-89B5-079FFEC9E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360"/>
              <a:ext cx="31" cy="35"/>
            </a:xfrm>
            <a:custGeom>
              <a:avLst/>
              <a:gdLst>
                <a:gd name="T0" fmla="*/ 132 w 15"/>
                <a:gd name="T1" fmla="*/ 149 h 16"/>
                <a:gd name="T2" fmla="*/ 124 w 15"/>
                <a:gd name="T3" fmla="*/ 158 h 16"/>
                <a:gd name="T4" fmla="*/ 35 w 15"/>
                <a:gd name="T5" fmla="*/ 96 h 16"/>
                <a:gd name="T6" fmla="*/ 8 w 15"/>
                <a:gd name="T7" fmla="*/ 9 h 16"/>
                <a:gd name="T8" fmla="*/ 43 w 15"/>
                <a:gd name="T9" fmla="*/ 9 h 16"/>
                <a:gd name="T10" fmla="*/ 43 w 15"/>
                <a:gd name="T11" fmla="*/ 9 h 16"/>
                <a:gd name="T12" fmla="*/ 8 w 15"/>
                <a:gd name="T13" fmla="*/ 9 h 16"/>
                <a:gd name="T14" fmla="*/ 35 w 15"/>
                <a:gd name="T15" fmla="*/ 96 h 16"/>
                <a:gd name="T16" fmla="*/ 124 w 15"/>
                <a:gd name="T17" fmla="*/ 168 h 16"/>
                <a:gd name="T18" fmla="*/ 132 w 15"/>
                <a:gd name="T19" fmla="*/ 149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5" y="14"/>
                  </a:moveTo>
                  <a:cubicBezTo>
                    <a:pt x="15" y="15"/>
                    <a:pt x="15" y="15"/>
                    <a:pt x="14" y="15"/>
                  </a:cubicBezTo>
                  <a:cubicBezTo>
                    <a:pt x="13" y="16"/>
                    <a:pt x="9" y="15"/>
                    <a:pt x="4" y="9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4" y="9"/>
                  </a:cubicBezTo>
                  <a:cubicBezTo>
                    <a:pt x="9" y="15"/>
                    <a:pt x="13" y="16"/>
                    <a:pt x="14" y="16"/>
                  </a:cubicBezTo>
                  <a:cubicBezTo>
                    <a:pt x="15" y="15"/>
                    <a:pt x="15" y="15"/>
                    <a:pt x="15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54" name="Freeform 735">
              <a:extLst>
                <a:ext uri="{FF2B5EF4-FFF2-40B4-BE49-F238E27FC236}">
                  <a16:creationId xmlns:a16="http://schemas.microsoft.com/office/drawing/2014/main" id="{09649997-98DF-463F-A894-090C15FDE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157"/>
              <a:ext cx="47" cy="61"/>
            </a:xfrm>
            <a:custGeom>
              <a:avLst/>
              <a:gdLst>
                <a:gd name="T0" fmla="*/ 155 w 23"/>
                <a:gd name="T1" fmla="*/ 52 h 28"/>
                <a:gd name="T2" fmla="*/ 104 w 23"/>
                <a:gd name="T3" fmla="*/ 9 h 28"/>
                <a:gd name="T4" fmla="*/ 25 w 23"/>
                <a:gd name="T5" fmla="*/ 166 h 28"/>
                <a:gd name="T6" fmla="*/ 147 w 23"/>
                <a:gd name="T7" fmla="*/ 281 h 28"/>
                <a:gd name="T8" fmla="*/ 196 w 23"/>
                <a:gd name="T9" fmla="*/ 209 h 28"/>
                <a:gd name="T10" fmla="*/ 180 w 23"/>
                <a:gd name="T11" fmla="*/ 113 h 28"/>
                <a:gd name="T12" fmla="*/ 155 w 23"/>
                <a:gd name="T13" fmla="*/ 5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8" y="5"/>
                  </a:moveTo>
                  <a:cubicBezTo>
                    <a:pt x="16" y="2"/>
                    <a:pt x="14" y="1"/>
                    <a:pt x="12" y="1"/>
                  </a:cubicBezTo>
                  <a:cubicBezTo>
                    <a:pt x="3" y="0"/>
                    <a:pt x="0" y="8"/>
                    <a:pt x="3" y="16"/>
                  </a:cubicBezTo>
                  <a:cubicBezTo>
                    <a:pt x="6" y="24"/>
                    <a:pt x="13" y="28"/>
                    <a:pt x="17" y="27"/>
                  </a:cubicBezTo>
                  <a:cubicBezTo>
                    <a:pt x="21" y="26"/>
                    <a:pt x="23" y="24"/>
                    <a:pt x="23" y="20"/>
                  </a:cubicBezTo>
                  <a:cubicBezTo>
                    <a:pt x="23" y="16"/>
                    <a:pt x="22" y="13"/>
                    <a:pt x="21" y="11"/>
                  </a:cubicBezTo>
                  <a:cubicBezTo>
                    <a:pt x="20" y="9"/>
                    <a:pt x="19" y="6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55" name="Freeform 736">
              <a:extLst>
                <a:ext uri="{FF2B5EF4-FFF2-40B4-BE49-F238E27FC236}">
                  <a16:creationId xmlns:a16="http://schemas.microsoft.com/office/drawing/2014/main" id="{1071103B-C791-48C2-95B3-6E78AD1EB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172"/>
              <a:ext cx="16" cy="33"/>
            </a:xfrm>
            <a:custGeom>
              <a:avLst/>
              <a:gdLst>
                <a:gd name="T0" fmla="*/ 16 w 8"/>
                <a:gd name="T1" fmla="*/ 9 h 15"/>
                <a:gd name="T2" fmla="*/ 0 w 8"/>
                <a:gd name="T3" fmla="*/ 64 h 15"/>
                <a:gd name="T4" fmla="*/ 40 w 8"/>
                <a:gd name="T5" fmla="*/ 150 h 15"/>
                <a:gd name="T6" fmla="*/ 64 w 8"/>
                <a:gd name="T7" fmla="*/ 150 h 15"/>
                <a:gd name="T8" fmla="*/ 64 w 8"/>
                <a:gd name="T9" fmla="*/ 150 h 15"/>
                <a:gd name="T10" fmla="*/ 40 w 8"/>
                <a:gd name="T11" fmla="*/ 150 h 15"/>
                <a:gd name="T12" fmla="*/ 8 w 8"/>
                <a:gd name="T13" fmla="*/ 64 h 15"/>
                <a:gd name="T14" fmla="*/ 16 w 8"/>
                <a:gd name="T15" fmla="*/ 9 h 15"/>
                <a:gd name="T16" fmla="*/ 32 w 8"/>
                <a:gd name="T17" fmla="*/ 9 h 15"/>
                <a:gd name="T18" fmla="*/ 32 w 8"/>
                <a:gd name="T19" fmla="*/ 9 h 15"/>
                <a:gd name="T20" fmla="*/ 16 w 8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5">
                  <a:moveTo>
                    <a:pt x="2" y="1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1" y="9"/>
                    <a:pt x="3" y="13"/>
                    <a:pt x="5" y="14"/>
                  </a:cubicBezTo>
                  <a:cubicBezTo>
                    <a:pt x="6" y="15"/>
                    <a:pt x="7" y="15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5"/>
                    <a:pt x="6" y="15"/>
                    <a:pt x="5" y="14"/>
                  </a:cubicBezTo>
                  <a:cubicBezTo>
                    <a:pt x="3" y="13"/>
                    <a:pt x="1" y="9"/>
                    <a:pt x="1" y="6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56" name="Freeform 737">
              <a:extLst>
                <a:ext uri="{FF2B5EF4-FFF2-40B4-BE49-F238E27FC236}">
                  <a16:creationId xmlns:a16="http://schemas.microsoft.com/office/drawing/2014/main" id="{6CF66F4E-4CFE-4ADE-A3B9-7EEA8A22C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097"/>
              <a:ext cx="43" cy="51"/>
            </a:xfrm>
            <a:custGeom>
              <a:avLst/>
              <a:gdLst>
                <a:gd name="T0" fmla="*/ 156 w 21"/>
                <a:gd name="T1" fmla="*/ 64 h 23"/>
                <a:gd name="T2" fmla="*/ 104 w 21"/>
                <a:gd name="T3" fmla="*/ 9 h 23"/>
                <a:gd name="T4" fmla="*/ 41 w 21"/>
                <a:gd name="T5" fmla="*/ 20 h 23"/>
                <a:gd name="T6" fmla="*/ 51 w 21"/>
                <a:gd name="T7" fmla="*/ 206 h 23"/>
                <a:gd name="T8" fmla="*/ 172 w 21"/>
                <a:gd name="T9" fmla="*/ 186 h 23"/>
                <a:gd name="T10" fmla="*/ 156 w 21"/>
                <a:gd name="T11" fmla="*/ 6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57" name="Freeform 738">
              <a:extLst>
                <a:ext uri="{FF2B5EF4-FFF2-40B4-BE49-F238E27FC236}">
                  <a16:creationId xmlns:a16="http://schemas.microsoft.com/office/drawing/2014/main" id="{F8C17B0B-F9B5-4DE1-839D-C8E09130E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108"/>
              <a:ext cx="23" cy="27"/>
            </a:xfrm>
            <a:custGeom>
              <a:avLst/>
              <a:gdLst>
                <a:gd name="T0" fmla="*/ 100 w 11"/>
                <a:gd name="T1" fmla="*/ 92 h 12"/>
                <a:gd name="T2" fmla="*/ 75 w 11"/>
                <a:gd name="T3" fmla="*/ 126 h 12"/>
                <a:gd name="T4" fmla="*/ 17 w 11"/>
                <a:gd name="T5" fmla="*/ 81 h 12"/>
                <a:gd name="T6" fmla="*/ 8 w 11"/>
                <a:gd name="T7" fmla="*/ 25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11 h 12"/>
                <a:gd name="T14" fmla="*/ 17 w 11"/>
                <a:gd name="T15" fmla="*/ 92 h 12"/>
                <a:gd name="T16" fmla="*/ 75 w 11"/>
                <a:gd name="T17" fmla="*/ 137 h 12"/>
                <a:gd name="T18" fmla="*/ 100 w 11"/>
                <a:gd name="T19" fmla="*/ 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1"/>
                  </a:cubicBezTo>
                  <a:cubicBezTo>
                    <a:pt x="6" y="12"/>
                    <a:pt x="3" y="11"/>
                    <a:pt x="2" y="7"/>
                  </a:cubicBezTo>
                  <a:cubicBezTo>
                    <a:pt x="0" y="4"/>
                    <a:pt x="1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0" y="4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58" name="Freeform 739">
              <a:extLst>
                <a:ext uri="{FF2B5EF4-FFF2-40B4-BE49-F238E27FC236}">
                  <a16:creationId xmlns:a16="http://schemas.microsoft.com/office/drawing/2014/main" id="{C2304D01-4C27-4187-99CB-5F0DB93E4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102"/>
              <a:ext cx="51" cy="65"/>
            </a:xfrm>
            <a:custGeom>
              <a:avLst/>
              <a:gdLst>
                <a:gd name="T0" fmla="*/ 59 w 25"/>
                <a:gd name="T1" fmla="*/ 20 h 30"/>
                <a:gd name="T2" fmla="*/ 0 w 25"/>
                <a:gd name="T3" fmla="*/ 80 h 30"/>
                <a:gd name="T4" fmla="*/ 75 w 25"/>
                <a:gd name="T5" fmla="*/ 245 h 30"/>
                <a:gd name="T6" fmla="*/ 171 w 25"/>
                <a:gd name="T7" fmla="*/ 286 h 30"/>
                <a:gd name="T8" fmla="*/ 59 w 25"/>
                <a:gd name="T9" fmla="*/ 2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0">
                  <a:moveTo>
                    <a:pt x="7" y="2"/>
                  </a:moveTo>
                  <a:cubicBezTo>
                    <a:pt x="2" y="0"/>
                    <a:pt x="0" y="3"/>
                    <a:pt x="0" y="8"/>
                  </a:cubicBezTo>
                  <a:cubicBezTo>
                    <a:pt x="0" y="13"/>
                    <a:pt x="4" y="19"/>
                    <a:pt x="9" y="24"/>
                  </a:cubicBezTo>
                  <a:cubicBezTo>
                    <a:pt x="14" y="30"/>
                    <a:pt x="18" y="29"/>
                    <a:pt x="20" y="28"/>
                  </a:cubicBezTo>
                  <a:cubicBezTo>
                    <a:pt x="25" y="24"/>
                    <a:pt x="16" y="5"/>
                    <a:pt x="7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59" name="Freeform 740">
              <a:extLst>
                <a:ext uri="{FF2B5EF4-FFF2-40B4-BE49-F238E27FC236}">
                  <a16:creationId xmlns:a16="http://schemas.microsoft.com/office/drawing/2014/main" id="{BE7581AA-F42C-4D42-8C6A-824184B7A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113"/>
              <a:ext cx="23" cy="39"/>
            </a:xfrm>
            <a:custGeom>
              <a:avLst/>
              <a:gdLst>
                <a:gd name="T0" fmla="*/ 8 w 11"/>
                <a:gd name="T1" fmla="*/ 9 h 18"/>
                <a:gd name="T2" fmla="*/ 8 w 11"/>
                <a:gd name="T3" fmla="*/ 72 h 18"/>
                <a:gd name="T4" fmla="*/ 75 w 11"/>
                <a:gd name="T5" fmla="*/ 173 h 18"/>
                <a:gd name="T6" fmla="*/ 100 w 11"/>
                <a:gd name="T7" fmla="*/ 184 h 18"/>
                <a:gd name="T8" fmla="*/ 100 w 11"/>
                <a:gd name="T9" fmla="*/ 184 h 18"/>
                <a:gd name="T10" fmla="*/ 75 w 11"/>
                <a:gd name="T11" fmla="*/ 173 h 18"/>
                <a:gd name="T12" fmla="*/ 8 w 11"/>
                <a:gd name="T13" fmla="*/ 72 h 18"/>
                <a:gd name="T14" fmla="*/ 8 w 11"/>
                <a:gd name="T15" fmla="*/ 9 h 18"/>
                <a:gd name="T16" fmla="*/ 36 w 11"/>
                <a:gd name="T17" fmla="*/ 20 h 18"/>
                <a:gd name="T18" fmla="*/ 36 w 11"/>
                <a:gd name="T19" fmla="*/ 20 h 18"/>
                <a:gd name="T20" fmla="*/ 8 w 11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2" y="11"/>
                    <a:pt x="5" y="15"/>
                    <a:pt x="8" y="17"/>
                  </a:cubicBezTo>
                  <a:cubicBezTo>
                    <a:pt x="9" y="18"/>
                    <a:pt x="10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9" y="18"/>
                    <a:pt x="8" y="17"/>
                  </a:cubicBezTo>
                  <a:cubicBezTo>
                    <a:pt x="5" y="15"/>
                    <a:pt x="2" y="11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60" name="Freeform 741">
              <a:extLst>
                <a:ext uri="{FF2B5EF4-FFF2-40B4-BE49-F238E27FC236}">
                  <a16:creationId xmlns:a16="http://schemas.microsoft.com/office/drawing/2014/main" id="{D8312521-C076-4B14-8A4A-219E8B54C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063"/>
              <a:ext cx="41" cy="69"/>
            </a:xfrm>
            <a:custGeom>
              <a:avLst/>
              <a:gdLst>
                <a:gd name="T0" fmla="*/ 76 w 20"/>
                <a:gd name="T1" fmla="*/ 28 h 32"/>
                <a:gd name="T2" fmla="*/ 8 w 20"/>
                <a:gd name="T3" fmla="*/ 69 h 32"/>
                <a:gd name="T4" fmla="*/ 43 w 20"/>
                <a:gd name="T5" fmla="*/ 250 h 32"/>
                <a:gd name="T6" fmla="*/ 131 w 20"/>
                <a:gd name="T7" fmla="*/ 311 h 32"/>
                <a:gd name="T8" fmla="*/ 76 w 20"/>
                <a:gd name="T9" fmla="*/ 2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">
                  <a:moveTo>
                    <a:pt x="9" y="3"/>
                  </a:moveTo>
                  <a:cubicBezTo>
                    <a:pt x="5" y="0"/>
                    <a:pt x="2" y="2"/>
                    <a:pt x="1" y="7"/>
                  </a:cubicBezTo>
                  <a:cubicBezTo>
                    <a:pt x="0" y="11"/>
                    <a:pt x="2" y="19"/>
                    <a:pt x="5" y="25"/>
                  </a:cubicBezTo>
                  <a:cubicBezTo>
                    <a:pt x="8" y="32"/>
                    <a:pt x="12" y="32"/>
                    <a:pt x="15" y="31"/>
                  </a:cubicBezTo>
                  <a:cubicBezTo>
                    <a:pt x="20" y="29"/>
                    <a:pt x="17" y="9"/>
                    <a:pt x="9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61" name="Freeform 742">
              <a:extLst>
                <a:ext uri="{FF2B5EF4-FFF2-40B4-BE49-F238E27FC236}">
                  <a16:creationId xmlns:a16="http://schemas.microsoft.com/office/drawing/2014/main" id="{18B06FE1-2569-4320-A9A3-72E9F8CCF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076"/>
              <a:ext cx="14" cy="43"/>
            </a:xfrm>
            <a:custGeom>
              <a:avLst/>
              <a:gdLst>
                <a:gd name="T0" fmla="*/ 16 w 7"/>
                <a:gd name="T1" fmla="*/ 9 h 20"/>
                <a:gd name="T2" fmla="*/ 0 w 7"/>
                <a:gd name="T3" fmla="*/ 69 h 20"/>
                <a:gd name="T4" fmla="*/ 32 w 7"/>
                <a:gd name="T5" fmla="*/ 181 h 20"/>
                <a:gd name="T6" fmla="*/ 56 w 7"/>
                <a:gd name="T7" fmla="*/ 189 h 20"/>
                <a:gd name="T8" fmla="*/ 56 w 7"/>
                <a:gd name="T9" fmla="*/ 189 h 20"/>
                <a:gd name="T10" fmla="*/ 32 w 7"/>
                <a:gd name="T11" fmla="*/ 181 h 20"/>
                <a:gd name="T12" fmla="*/ 0 w 7"/>
                <a:gd name="T13" fmla="*/ 69 h 20"/>
                <a:gd name="T14" fmla="*/ 16 w 7"/>
                <a:gd name="T15" fmla="*/ 9 h 20"/>
                <a:gd name="T16" fmla="*/ 40 w 7"/>
                <a:gd name="T17" fmla="*/ 19 h 20"/>
                <a:gd name="T18" fmla="*/ 40 w 7"/>
                <a:gd name="T19" fmla="*/ 19 h 20"/>
                <a:gd name="T20" fmla="*/ 16 w 7"/>
                <a:gd name="T21" fmla="*/ 9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20">
                  <a:moveTo>
                    <a:pt x="2" y="1"/>
                  </a:moveTo>
                  <a:cubicBezTo>
                    <a:pt x="0" y="1"/>
                    <a:pt x="0" y="3"/>
                    <a:pt x="0" y="7"/>
                  </a:cubicBezTo>
                  <a:cubicBezTo>
                    <a:pt x="0" y="10"/>
                    <a:pt x="2" y="15"/>
                    <a:pt x="4" y="18"/>
                  </a:cubicBezTo>
                  <a:cubicBezTo>
                    <a:pt x="5" y="19"/>
                    <a:pt x="6" y="20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20"/>
                    <a:pt x="5" y="19"/>
                    <a:pt x="4" y="18"/>
                  </a:cubicBezTo>
                  <a:cubicBezTo>
                    <a:pt x="2" y="15"/>
                    <a:pt x="0" y="10"/>
                    <a:pt x="0" y="7"/>
                  </a:cubicBezTo>
                  <a:cubicBezTo>
                    <a:pt x="0" y="4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62" name="Freeform 743">
              <a:extLst>
                <a:ext uri="{FF2B5EF4-FFF2-40B4-BE49-F238E27FC236}">
                  <a16:creationId xmlns:a16="http://schemas.microsoft.com/office/drawing/2014/main" id="{2144DE7F-E935-4720-AE8E-5107F3B3E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093"/>
              <a:ext cx="45" cy="64"/>
            </a:xfrm>
            <a:custGeom>
              <a:avLst/>
              <a:gdLst>
                <a:gd name="T0" fmla="*/ 155 w 22"/>
                <a:gd name="T1" fmla="*/ 64 h 29"/>
                <a:gd name="T2" fmla="*/ 104 w 22"/>
                <a:gd name="T3" fmla="*/ 9 h 29"/>
                <a:gd name="T4" fmla="*/ 16 w 22"/>
                <a:gd name="T5" fmla="*/ 170 h 29"/>
                <a:gd name="T6" fmla="*/ 129 w 22"/>
                <a:gd name="T7" fmla="*/ 302 h 29"/>
                <a:gd name="T8" fmla="*/ 188 w 22"/>
                <a:gd name="T9" fmla="*/ 225 h 29"/>
                <a:gd name="T10" fmla="*/ 172 w 22"/>
                <a:gd name="T11" fmla="*/ 126 h 29"/>
                <a:gd name="T12" fmla="*/ 155 w 22"/>
                <a:gd name="T13" fmla="*/ 6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9">
                  <a:moveTo>
                    <a:pt x="18" y="6"/>
                  </a:moveTo>
                  <a:cubicBezTo>
                    <a:pt x="16" y="3"/>
                    <a:pt x="14" y="2"/>
                    <a:pt x="12" y="1"/>
                  </a:cubicBezTo>
                  <a:cubicBezTo>
                    <a:pt x="4" y="0"/>
                    <a:pt x="0" y="8"/>
                    <a:pt x="2" y="16"/>
                  </a:cubicBezTo>
                  <a:cubicBezTo>
                    <a:pt x="4" y="24"/>
                    <a:pt x="11" y="29"/>
                    <a:pt x="15" y="28"/>
                  </a:cubicBezTo>
                  <a:cubicBezTo>
                    <a:pt x="19" y="28"/>
                    <a:pt x="22" y="25"/>
                    <a:pt x="22" y="21"/>
                  </a:cubicBezTo>
                  <a:cubicBezTo>
                    <a:pt x="22" y="18"/>
                    <a:pt x="21" y="14"/>
                    <a:pt x="20" y="12"/>
                  </a:cubicBezTo>
                  <a:cubicBezTo>
                    <a:pt x="19" y="10"/>
                    <a:pt x="19" y="7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63" name="Freeform 744">
              <a:extLst>
                <a:ext uri="{FF2B5EF4-FFF2-40B4-BE49-F238E27FC236}">
                  <a16:creationId xmlns:a16="http://schemas.microsoft.com/office/drawing/2014/main" id="{23525670-FAAA-457A-899C-6AAE7F9D9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108"/>
              <a:ext cx="17" cy="35"/>
            </a:xfrm>
            <a:custGeom>
              <a:avLst/>
              <a:gdLst>
                <a:gd name="T0" fmla="*/ 19 w 8"/>
                <a:gd name="T1" fmla="*/ 9 h 16"/>
                <a:gd name="T2" fmla="*/ 9 w 8"/>
                <a:gd name="T3" fmla="*/ 61 h 16"/>
                <a:gd name="T4" fmla="*/ 49 w 8"/>
                <a:gd name="T5" fmla="*/ 158 h 16"/>
                <a:gd name="T6" fmla="*/ 77 w 8"/>
                <a:gd name="T7" fmla="*/ 158 h 16"/>
                <a:gd name="T8" fmla="*/ 77 w 8"/>
                <a:gd name="T9" fmla="*/ 158 h 16"/>
                <a:gd name="T10" fmla="*/ 49 w 8"/>
                <a:gd name="T11" fmla="*/ 158 h 16"/>
                <a:gd name="T12" fmla="*/ 9 w 8"/>
                <a:gd name="T13" fmla="*/ 61 h 16"/>
                <a:gd name="T14" fmla="*/ 28 w 8"/>
                <a:gd name="T15" fmla="*/ 9 h 16"/>
                <a:gd name="T16" fmla="*/ 49 w 8"/>
                <a:gd name="T17" fmla="*/ 9 h 16"/>
                <a:gd name="T18" fmla="*/ 49 w 8"/>
                <a:gd name="T19" fmla="*/ 9 h 16"/>
                <a:gd name="T20" fmla="*/ 19 w 8"/>
                <a:gd name="T21" fmla="*/ 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6">
                  <a:moveTo>
                    <a:pt x="2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" y="10"/>
                    <a:pt x="3" y="13"/>
                    <a:pt x="5" y="15"/>
                  </a:cubicBezTo>
                  <a:cubicBezTo>
                    <a:pt x="6" y="16"/>
                    <a:pt x="7" y="16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6"/>
                    <a:pt x="6" y="15"/>
                    <a:pt x="5" y="15"/>
                  </a:cubicBezTo>
                  <a:cubicBezTo>
                    <a:pt x="3" y="13"/>
                    <a:pt x="1" y="10"/>
                    <a:pt x="1" y="6"/>
                  </a:cubicBezTo>
                  <a:cubicBezTo>
                    <a:pt x="1" y="4"/>
                    <a:pt x="1" y="2"/>
                    <a:pt x="3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64" name="Freeform 745">
              <a:extLst>
                <a:ext uri="{FF2B5EF4-FFF2-40B4-BE49-F238E27FC236}">
                  <a16:creationId xmlns:a16="http://schemas.microsoft.com/office/drawing/2014/main" id="{AD025649-6D64-4B77-A9BC-5B0DE6325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082"/>
              <a:ext cx="43" cy="50"/>
            </a:xfrm>
            <a:custGeom>
              <a:avLst/>
              <a:gdLst>
                <a:gd name="T0" fmla="*/ 147 w 21"/>
                <a:gd name="T1" fmla="*/ 52 h 23"/>
                <a:gd name="T2" fmla="*/ 96 w 21"/>
                <a:gd name="T3" fmla="*/ 0 h 23"/>
                <a:gd name="T4" fmla="*/ 33 w 21"/>
                <a:gd name="T5" fmla="*/ 9 h 23"/>
                <a:gd name="T6" fmla="*/ 51 w 21"/>
                <a:gd name="T7" fmla="*/ 185 h 23"/>
                <a:gd name="T8" fmla="*/ 172 w 21"/>
                <a:gd name="T9" fmla="*/ 174 h 23"/>
                <a:gd name="T10" fmla="*/ 147 w 21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0" y="5"/>
                    <a:pt x="0" y="13"/>
                    <a:pt x="6" y="18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65" name="Freeform 746">
              <a:extLst>
                <a:ext uri="{FF2B5EF4-FFF2-40B4-BE49-F238E27FC236}">
                  <a16:creationId xmlns:a16="http://schemas.microsoft.com/office/drawing/2014/main" id="{92BA8C00-A1A7-4517-9FB1-1D9D34379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091"/>
              <a:ext cx="23" cy="26"/>
            </a:xfrm>
            <a:custGeom>
              <a:avLst/>
              <a:gdLst>
                <a:gd name="T0" fmla="*/ 100 w 11"/>
                <a:gd name="T1" fmla="*/ 80 h 12"/>
                <a:gd name="T2" fmla="*/ 75 w 11"/>
                <a:gd name="T3" fmla="*/ 121 h 12"/>
                <a:gd name="T4" fmla="*/ 17 w 11"/>
                <a:gd name="T5" fmla="*/ 80 h 12"/>
                <a:gd name="T6" fmla="*/ 17 w 11"/>
                <a:gd name="T7" fmla="*/ 20 h 12"/>
                <a:gd name="T8" fmla="*/ 44 w 11"/>
                <a:gd name="T9" fmla="*/ 0 h 12"/>
                <a:gd name="T10" fmla="*/ 44 w 11"/>
                <a:gd name="T11" fmla="*/ 0 h 12"/>
                <a:gd name="T12" fmla="*/ 17 w 11"/>
                <a:gd name="T13" fmla="*/ 20 h 12"/>
                <a:gd name="T14" fmla="*/ 17 w 11"/>
                <a:gd name="T15" fmla="*/ 80 h 12"/>
                <a:gd name="T16" fmla="*/ 75 w 11"/>
                <a:gd name="T17" fmla="*/ 121 h 12"/>
                <a:gd name="T18" fmla="*/ 100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1" y="3"/>
                    <a:pt x="2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66" name="Freeform 747">
              <a:extLst>
                <a:ext uri="{FF2B5EF4-FFF2-40B4-BE49-F238E27FC236}">
                  <a16:creationId xmlns:a16="http://schemas.microsoft.com/office/drawing/2014/main" id="{E430E037-FCD4-47C5-B8AA-A80513F5F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417"/>
              <a:ext cx="56" cy="61"/>
            </a:xfrm>
            <a:custGeom>
              <a:avLst/>
              <a:gdLst>
                <a:gd name="T0" fmla="*/ 64 w 27"/>
                <a:gd name="T1" fmla="*/ 9 h 28"/>
                <a:gd name="T2" fmla="*/ 8 w 27"/>
                <a:gd name="T3" fmla="*/ 81 h 28"/>
                <a:gd name="T4" fmla="*/ 100 w 27"/>
                <a:gd name="T5" fmla="*/ 237 h 28"/>
                <a:gd name="T6" fmla="*/ 207 w 27"/>
                <a:gd name="T7" fmla="*/ 270 h 28"/>
                <a:gd name="T8" fmla="*/ 64 w 27"/>
                <a:gd name="T9" fmla="*/ 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8">
                  <a:moveTo>
                    <a:pt x="7" y="1"/>
                  </a:moveTo>
                  <a:cubicBezTo>
                    <a:pt x="2" y="0"/>
                    <a:pt x="0" y="3"/>
                    <a:pt x="1" y="8"/>
                  </a:cubicBezTo>
                  <a:cubicBezTo>
                    <a:pt x="1" y="12"/>
                    <a:pt x="6" y="19"/>
                    <a:pt x="11" y="23"/>
                  </a:cubicBezTo>
                  <a:cubicBezTo>
                    <a:pt x="17" y="28"/>
                    <a:pt x="20" y="28"/>
                    <a:pt x="23" y="26"/>
                  </a:cubicBezTo>
                  <a:cubicBezTo>
                    <a:pt x="27" y="22"/>
                    <a:pt x="17" y="4"/>
                    <a:pt x="7" y="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67" name="Freeform 748">
              <a:extLst>
                <a:ext uri="{FF2B5EF4-FFF2-40B4-BE49-F238E27FC236}">
                  <a16:creationId xmlns:a16="http://schemas.microsoft.com/office/drawing/2014/main" id="{6B30EABB-E4D6-4E1D-956A-2E73A960E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428"/>
              <a:ext cx="28" cy="37"/>
            </a:xfrm>
            <a:custGeom>
              <a:avLst/>
              <a:gdLst>
                <a:gd name="T0" fmla="*/ 8 w 14"/>
                <a:gd name="T1" fmla="*/ 0 h 17"/>
                <a:gd name="T2" fmla="*/ 16 w 14"/>
                <a:gd name="T3" fmla="*/ 72 h 17"/>
                <a:gd name="T4" fmla="*/ 80 w 14"/>
                <a:gd name="T5" fmla="*/ 165 h 17"/>
                <a:gd name="T6" fmla="*/ 112 w 14"/>
                <a:gd name="T7" fmla="*/ 165 h 17"/>
                <a:gd name="T8" fmla="*/ 112 w 14"/>
                <a:gd name="T9" fmla="*/ 165 h 17"/>
                <a:gd name="T10" fmla="*/ 80 w 14"/>
                <a:gd name="T11" fmla="*/ 165 h 17"/>
                <a:gd name="T12" fmla="*/ 16 w 14"/>
                <a:gd name="T13" fmla="*/ 72 h 17"/>
                <a:gd name="T14" fmla="*/ 16 w 14"/>
                <a:gd name="T15" fmla="*/ 9 h 17"/>
                <a:gd name="T16" fmla="*/ 40 w 14"/>
                <a:gd name="T17" fmla="*/ 9 h 17"/>
                <a:gd name="T18" fmla="*/ 40 w 14"/>
                <a:gd name="T19" fmla="*/ 9 h 17"/>
                <a:gd name="T20" fmla="*/ 8 w 14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7">
                  <a:moveTo>
                    <a:pt x="1" y="0"/>
                  </a:moveTo>
                  <a:cubicBezTo>
                    <a:pt x="0" y="1"/>
                    <a:pt x="1" y="4"/>
                    <a:pt x="2" y="7"/>
                  </a:cubicBezTo>
                  <a:cubicBezTo>
                    <a:pt x="4" y="10"/>
                    <a:pt x="7" y="14"/>
                    <a:pt x="10" y="16"/>
                  </a:cubicBezTo>
                  <a:cubicBezTo>
                    <a:pt x="12" y="17"/>
                    <a:pt x="13" y="17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7"/>
                    <a:pt x="11" y="16"/>
                    <a:pt x="10" y="16"/>
                  </a:cubicBezTo>
                  <a:cubicBezTo>
                    <a:pt x="7" y="14"/>
                    <a:pt x="4" y="10"/>
                    <a:pt x="2" y="7"/>
                  </a:cubicBezTo>
                  <a:cubicBezTo>
                    <a:pt x="1" y="4"/>
                    <a:pt x="1" y="1"/>
                    <a:pt x="2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68" name="Freeform 749">
              <a:extLst>
                <a:ext uri="{FF2B5EF4-FFF2-40B4-BE49-F238E27FC236}">
                  <a16:creationId xmlns:a16="http://schemas.microsoft.com/office/drawing/2014/main" id="{94BCDA23-6198-4F37-AA35-E7747A83F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607"/>
              <a:ext cx="36" cy="72"/>
            </a:xfrm>
            <a:custGeom>
              <a:avLst/>
              <a:gdLst>
                <a:gd name="T0" fmla="*/ 88 w 18"/>
                <a:gd name="T1" fmla="*/ 33 h 33"/>
                <a:gd name="T2" fmla="*/ 16 w 18"/>
                <a:gd name="T3" fmla="*/ 61 h 33"/>
                <a:gd name="T4" fmla="*/ 24 w 18"/>
                <a:gd name="T5" fmla="*/ 247 h 33"/>
                <a:gd name="T6" fmla="*/ 96 w 18"/>
                <a:gd name="T7" fmla="*/ 343 h 33"/>
                <a:gd name="T8" fmla="*/ 88 w 18"/>
                <a:gd name="T9" fmla="*/ 3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3">
                  <a:moveTo>
                    <a:pt x="11" y="3"/>
                  </a:moveTo>
                  <a:cubicBezTo>
                    <a:pt x="7" y="0"/>
                    <a:pt x="4" y="1"/>
                    <a:pt x="2" y="6"/>
                  </a:cubicBezTo>
                  <a:cubicBezTo>
                    <a:pt x="0" y="10"/>
                    <a:pt x="1" y="18"/>
                    <a:pt x="3" y="24"/>
                  </a:cubicBezTo>
                  <a:cubicBezTo>
                    <a:pt x="6" y="32"/>
                    <a:pt x="9" y="33"/>
                    <a:pt x="12" y="33"/>
                  </a:cubicBezTo>
                  <a:cubicBezTo>
                    <a:pt x="18" y="31"/>
                    <a:pt x="18" y="11"/>
                    <a:pt x="11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69" name="Freeform 750">
              <a:extLst>
                <a:ext uri="{FF2B5EF4-FFF2-40B4-BE49-F238E27FC236}">
                  <a16:creationId xmlns:a16="http://schemas.microsoft.com/office/drawing/2014/main" id="{2E817F5C-98ED-4593-8056-9AB7D2887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622"/>
              <a:ext cx="12" cy="42"/>
            </a:xfrm>
            <a:custGeom>
              <a:avLst/>
              <a:gdLst>
                <a:gd name="T0" fmla="*/ 24 w 6"/>
                <a:gd name="T1" fmla="*/ 0 h 19"/>
                <a:gd name="T2" fmla="*/ 8 w 6"/>
                <a:gd name="T3" fmla="*/ 64 h 19"/>
                <a:gd name="T4" fmla="*/ 24 w 6"/>
                <a:gd name="T5" fmla="*/ 186 h 19"/>
                <a:gd name="T6" fmla="*/ 48 w 6"/>
                <a:gd name="T7" fmla="*/ 206 h 19"/>
                <a:gd name="T8" fmla="*/ 48 w 6"/>
                <a:gd name="T9" fmla="*/ 206 h 19"/>
                <a:gd name="T10" fmla="*/ 24 w 6"/>
                <a:gd name="T11" fmla="*/ 186 h 19"/>
                <a:gd name="T12" fmla="*/ 8 w 6"/>
                <a:gd name="T13" fmla="*/ 64 h 19"/>
                <a:gd name="T14" fmla="*/ 24 w 6"/>
                <a:gd name="T15" fmla="*/ 0 h 19"/>
                <a:gd name="T16" fmla="*/ 48 w 6"/>
                <a:gd name="T17" fmla="*/ 20 h 19"/>
                <a:gd name="T18" fmla="*/ 48 w 6"/>
                <a:gd name="T19" fmla="*/ 20 h 19"/>
                <a:gd name="T20" fmla="*/ 24 w 6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2" y="0"/>
                    <a:pt x="1" y="2"/>
                    <a:pt x="1" y="6"/>
                  </a:cubicBezTo>
                  <a:cubicBezTo>
                    <a:pt x="0" y="9"/>
                    <a:pt x="1" y="14"/>
                    <a:pt x="3" y="17"/>
                  </a:cubicBezTo>
                  <a:cubicBezTo>
                    <a:pt x="4" y="19"/>
                    <a:pt x="5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9"/>
                    <a:pt x="4" y="19"/>
                    <a:pt x="3" y="17"/>
                  </a:cubicBezTo>
                  <a:cubicBezTo>
                    <a:pt x="1" y="14"/>
                    <a:pt x="0" y="9"/>
                    <a:pt x="1" y="6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4" y="0"/>
                    <a:pt x="5" y="0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70" name="Freeform 751">
              <a:extLst>
                <a:ext uri="{FF2B5EF4-FFF2-40B4-BE49-F238E27FC236}">
                  <a16:creationId xmlns:a16="http://schemas.microsoft.com/office/drawing/2014/main" id="{0E4C6DAD-9C7E-4BED-B931-20F796D4E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2526"/>
              <a:ext cx="43" cy="50"/>
            </a:xfrm>
            <a:custGeom>
              <a:avLst/>
              <a:gdLst>
                <a:gd name="T0" fmla="*/ 147 w 21"/>
                <a:gd name="T1" fmla="*/ 52 h 23"/>
                <a:gd name="T2" fmla="*/ 96 w 21"/>
                <a:gd name="T3" fmla="*/ 0 h 23"/>
                <a:gd name="T4" fmla="*/ 33 w 21"/>
                <a:gd name="T5" fmla="*/ 9 h 23"/>
                <a:gd name="T6" fmla="*/ 51 w 21"/>
                <a:gd name="T7" fmla="*/ 185 h 23"/>
                <a:gd name="T8" fmla="*/ 172 w 21"/>
                <a:gd name="T9" fmla="*/ 174 h 23"/>
                <a:gd name="T10" fmla="*/ 147 w 21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0" y="5"/>
                    <a:pt x="0" y="13"/>
                    <a:pt x="6" y="18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71" name="Freeform 752">
              <a:extLst>
                <a:ext uri="{FF2B5EF4-FFF2-40B4-BE49-F238E27FC236}">
                  <a16:creationId xmlns:a16="http://schemas.microsoft.com/office/drawing/2014/main" id="{7B1AC2F4-9052-48FD-89B2-565923438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535"/>
              <a:ext cx="22" cy="26"/>
            </a:xfrm>
            <a:custGeom>
              <a:avLst/>
              <a:gdLst>
                <a:gd name="T0" fmla="*/ 88 w 11"/>
                <a:gd name="T1" fmla="*/ 80 h 12"/>
                <a:gd name="T2" fmla="*/ 72 w 11"/>
                <a:gd name="T3" fmla="*/ 121 h 12"/>
                <a:gd name="T4" fmla="*/ 16 w 11"/>
                <a:gd name="T5" fmla="*/ 80 h 12"/>
                <a:gd name="T6" fmla="*/ 16 w 11"/>
                <a:gd name="T7" fmla="*/ 20 h 12"/>
                <a:gd name="T8" fmla="*/ 40 w 11"/>
                <a:gd name="T9" fmla="*/ 0 h 12"/>
                <a:gd name="T10" fmla="*/ 40 w 11"/>
                <a:gd name="T11" fmla="*/ 0 h 12"/>
                <a:gd name="T12" fmla="*/ 16 w 11"/>
                <a:gd name="T13" fmla="*/ 20 h 12"/>
                <a:gd name="T14" fmla="*/ 16 w 11"/>
                <a:gd name="T15" fmla="*/ 80 h 12"/>
                <a:gd name="T16" fmla="*/ 72 w 11"/>
                <a:gd name="T17" fmla="*/ 121 h 12"/>
                <a:gd name="T18" fmla="*/ 88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1" y="3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2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72" name="Freeform 753">
              <a:extLst>
                <a:ext uri="{FF2B5EF4-FFF2-40B4-BE49-F238E27FC236}">
                  <a16:creationId xmlns:a16="http://schemas.microsoft.com/office/drawing/2014/main" id="{26BC7A1B-B464-4ADA-93B4-7B8211BA2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222"/>
              <a:ext cx="64" cy="46"/>
            </a:xfrm>
            <a:custGeom>
              <a:avLst/>
              <a:gdLst>
                <a:gd name="T0" fmla="*/ 60 w 31"/>
                <a:gd name="T1" fmla="*/ 9 h 21"/>
                <a:gd name="T2" fmla="*/ 0 w 31"/>
                <a:gd name="T3" fmla="*/ 116 h 21"/>
                <a:gd name="T4" fmla="*/ 132 w 31"/>
                <a:gd name="T5" fmla="*/ 210 h 21"/>
                <a:gd name="T6" fmla="*/ 264 w 31"/>
                <a:gd name="T7" fmla="*/ 116 h 21"/>
                <a:gd name="T8" fmla="*/ 229 w 31"/>
                <a:gd name="T9" fmla="*/ 33 h 21"/>
                <a:gd name="T10" fmla="*/ 149 w 31"/>
                <a:gd name="T11" fmla="*/ 20 h 21"/>
                <a:gd name="T12" fmla="*/ 60 w 31"/>
                <a:gd name="T13" fmla="*/ 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1">
                  <a:moveTo>
                    <a:pt x="7" y="1"/>
                  </a:moveTo>
                  <a:cubicBezTo>
                    <a:pt x="3" y="2"/>
                    <a:pt x="0" y="6"/>
                    <a:pt x="0" y="11"/>
                  </a:cubicBezTo>
                  <a:cubicBezTo>
                    <a:pt x="0" y="18"/>
                    <a:pt x="6" y="21"/>
                    <a:pt x="15" y="20"/>
                  </a:cubicBezTo>
                  <a:cubicBezTo>
                    <a:pt x="23" y="19"/>
                    <a:pt x="28" y="18"/>
                    <a:pt x="30" y="11"/>
                  </a:cubicBezTo>
                  <a:cubicBezTo>
                    <a:pt x="31" y="7"/>
                    <a:pt x="30" y="4"/>
                    <a:pt x="26" y="3"/>
                  </a:cubicBezTo>
                  <a:cubicBezTo>
                    <a:pt x="23" y="1"/>
                    <a:pt x="21" y="2"/>
                    <a:pt x="17" y="2"/>
                  </a:cubicBezTo>
                  <a:cubicBezTo>
                    <a:pt x="14" y="2"/>
                    <a:pt x="10" y="0"/>
                    <a:pt x="7" y="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73" name="Freeform 754">
              <a:extLst>
                <a:ext uri="{FF2B5EF4-FFF2-40B4-BE49-F238E27FC236}">
                  <a16:creationId xmlns:a16="http://schemas.microsoft.com/office/drawing/2014/main" id="{2A5087EE-5FA5-4663-A627-D7C66A8E7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235"/>
              <a:ext cx="39" cy="16"/>
            </a:xfrm>
            <a:custGeom>
              <a:avLst/>
              <a:gdLst>
                <a:gd name="T0" fmla="*/ 156 w 19"/>
                <a:gd name="T1" fmla="*/ 11 h 7"/>
                <a:gd name="T2" fmla="*/ 156 w 19"/>
                <a:gd name="T3" fmla="*/ 37 h 7"/>
                <a:gd name="T4" fmla="*/ 68 w 19"/>
                <a:gd name="T5" fmla="*/ 85 h 7"/>
                <a:gd name="T6" fmla="*/ 8 w 19"/>
                <a:gd name="T7" fmla="*/ 37 h 7"/>
                <a:gd name="T8" fmla="*/ 25 w 19"/>
                <a:gd name="T9" fmla="*/ 0 h 7"/>
                <a:gd name="T10" fmla="*/ 25 w 19"/>
                <a:gd name="T11" fmla="*/ 0 h 7"/>
                <a:gd name="T12" fmla="*/ 0 w 19"/>
                <a:gd name="T13" fmla="*/ 37 h 7"/>
                <a:gd name="T14" fmla="*/ 68 w 19"/>
                <a:gd name="T15" fmla="*/ 85 h 7"/>
                <a:gd name="T16" fmla="*/ 164 w 19"/>
                <a:gd name="T17" fmla="*/ 37 h 7"/>
                <a:gd name="T18" fmla="*/ 156 w 19"/>
                <a:gd name="T19" fmla="*/ 11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7">
                  <a:moveTo>
                    <a:pt x="18" y="1"/>
                  </a:moveTo>
                  <a:cubicBezTo>
                    <a:pt x="18" y="2"/>
                    <a:pt x="19" y="2"/>
                    <a:pt x="18" y="3"/>
                  </a:cubicBezTo>
                  <a:cubicBezTo>
                    <a:pt x="18" y="4"/>
                    <a:pt x="15" y="6"/>
                    <a:pt x="8" y="7"/>
                  </a:cubicBezTo>
                  <a:cubicBezTo>
                    <a:pt x="3" y="7"/>
                    <a:pt x="1" y="5"/>
                    <a:pt x="1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5"/>
                    <a:pt x="3" y="7"/>
                    <a:pt x="8" y="7"/>
                  </a:cubicBezTo>
                  <a:cubicBezTo>
                    <a:pt x="15" y="6"/>
                    <a:pt x="18" y="4"/>
                    <a:pt x="19" y="3"/>
                  </a:cubicBezTo>
                  <a:cubicBezTo>
                    <a:pt x="19" y="2"/>
                    <a:pt x="19" y="2"/>
                    <a:pt x="18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74" name="Freeform 755">
              <a:extLst>
                <a:ext uri="{FF2B5EF4-FFF2-40B4-BE49-F238E27FC236}">
                  <a16:creationId xmlns:a16="http://schemas.microsoft.com/office/drawing/2014/main" id="{0CD213F3-DBF3-433D-BA79-1AE6FD4C5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340"/>
              <a:ext cx="37" cy="72"/>
            </a:xfrm>
            <a:custGeom>
              <a:avLst/>
              <a:gdLst>
                <a:gd name="T0" fmla="*/ 97 w 18"/>
                <a:gd name="T1" fmla="*/ 44 h 33"/>
                <a:gd name="T2" fmla="*/ 16 w 18"/>
                <a:gd name="T3" fmla="*/ 61 h 33"/>
                <a:gd name="T4" fmla="*/ 25 w 18"/>
                <a:gd name="T5" fmla="*/ 262 h 33"/>
                <a:gd name="T6" fmla="*/ 105 w 18"/>
                <a:gd name="T7" fmla="*/ 343 h 33"/>
                <a:gd name="T8" fmla="*/ 97 w 18"/>
                <a:gd name="T9" fmla="*/ 4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3">
                  <a:moveTo>
                    <a:pt x="11" y="4"/>
                  </a:moveTo>
                  <a:cubicBezTo>
                    <a:pt x="7" y="0"/>
                    <a:pt x="3" y="2"/>
                    <a:pt x="2" y="6"/>
                  </a:cubicBezTo>
                  <a:cubicBezTo>
                    <a:pt x="0" y="11"/>
                    <a:pt x="1" y="19"/>
                    <a:pt x="3" y="25"/>
                  </a:cubicBezTo>
                  <a:cubicBezTo>
                    <a:pt x="6" y="32"/>
                    <a:pt x="9" y="33"/>
                    <a:pt x="12" y="33"/>
                  </a:cubicBezTo>
                  <a:cubicBezTo>
                    <a:pt x="18" y="32"/>
                    <a:pt x="17" y="11"/>
                    <a:pt x="11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75" name="Freeform 756">
              <a:extLst>
                <a:ext uri="{FF2B5EF4-FFF2-40B4-BE49-F238E27FC236}">
                  <a16:creationId xmlns:a16="http://schemas.microsoft.com/office/drawing/2014/main" id="{C412C917-63E1-49FF-A320-6107E8FA3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2355"/>
              <a:ext cx="10" cy="44"/>
            </a:xfrm>
            <a:custGeom>
              <a:avLst/>
              <a:gdLst>
                <a:gd name="T0" fmla="*/ 24 w 5"/>
                <a:gd name="T1" fmla="*/ 0 h 20"/>
                <a:gd name="T2" fmla="*/ 0 w 5"/>
                <a:gd name="T3" fmla="*/ 64 h 20"/>
                <a:gd name="T4" fmla="*/ 24 w 5"/>
                <a:gd name="T5" fmla="*/ 194 h 20"/>
                <a:gd name="T6" fmla="*/ 40 w 5"/>
                <a:gd name="T7" fmla="*/ 213 h 20"/>
                <a:gd name="T8" fmla="*/ 40 w 5"/>
                <a:gd name="T9" fmla="*/ 213 h 20"/>
                <a:gd name="T10" fmla="*/ 24 w 5"/>
                <a:gd name="T11" fmla="*/ 194 h 20"/>
                <a:gd name="T12" fmla="*/ 0 w 5"/>
                <a:gd name="T13" fmla="*/ 64 h 20"/>
                <a:gd name="T14" fmla="*/ 24 w 5"/>
                <a:gd name="T15" fmla="*/ 0 h 20"/>
                <a:gd name="T16" fmla="*/ 40 w 5"/>
                <a:gd name="T17" fmla="*/ 20 h 20"/>
                <a:gd name="T18" fmla="*/ 40 w 5"/>
                <a:gd name="T19" fmla="*/ 20 h 20"/>
                <a:gd name="T20" fmla="*/ 24 w 5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20">
                  <a:moveTo>
                    <a:pt x="3" y="0"/>
                  </a:moveTo>
                  <a:cubicBezTo>
                    <a:pt x="1" y="0"/>
                    <a:pt x="0" y="3"/>
                    <a:pt x="0" y="6"/>
                  </a:cubicBezTo>
                  <a:cubicBezTo>
                    <a:pt x="0" y="9"/>
                    <a:pt x="1" y="15"/>
                    <a:pt x="3" y="18"/>
                  </a:cubicBezTo>
                  <a:cubicBezTo>
                    <a:pt x="3" y="19"/>
                    <a:pt x="4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19"/>
                    <a:pt x="3" y="18"/>
                  </a:cubicBezTo>
                  <a:cubicBezTo>
                    <a:pt x="1" y="15"/>
                    <a:pt x="0" y="9"/>
                    <a:pt x="0" y="6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76" name="Freeform 757">
              <a:extLst>
                <a:ext uri="{FF2B5EF4-FFF2-40B4-BE49-F238E27FC236}">
                  <a16:creationId xmlns:a16="http://schemas.microsoft.com/office/drawing/2014/main" id="{96DC4ED3-F69D-436C-9299-18623C5E6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395"/>
              <a:ext cx="37" cy="72"/>
            </a:xfrm>
            <a:custGeom>
              <a:avLst/>
              <a:gdLst>
                <a:gd name="T0" fmla="*/ 88 w 18"/>
                <a:gd name="T1" fmla="*/ 44 h 33"/>
                <a:gd name="T2" fmla="*/ 8 w 18"/>
                <a:gd name="T3" fmla="*/ 61 h 33"/>
                <a:gd name="T4" fmla="*/ 25 w 18"/>
                <a:gd name="T5" fmla="*/ 262 h 33"/>
                <a:gd name="T6" fmla="*/ 97 w 18"/>
                <a:gd name="T7" fmla="*/ 343 h 33"/>
                <a:gd name="T8" fmla="*/ 88 w 18"/>
                <a:gd name="T9" fmla="*/ 4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3">
                  <a:moveTo>
                    <a:pt x="10" y="4"/>
                  </a:moveTo>
                  <a:cubicBezTo>
                    <a:pt x="7" y="0"/>
                    <a:pt x="3" y="2"/>
                    <a:pt x="1" y="6"/>
                  </a:cubicBezTo>
                  <a:cubicBezTo>
                    <a:pt x="0" y="11"/>
                    <a:pt x="0" y="19"/>
                    <a:pt x="3" y="25"/>
                  </a:cubicBezTo>
                  <a:cubicBezTo>
                    <a:pt x="5" y="32"/>
                    <a:pt x="9" y="33"/>
                    <a:pt x="11" y="33"/>
                  </a:cubicBezTo>
                  <a:cubicBezTo>
                    <a:pt x="18" y="32"/>
                    <a:pt x="17" y="11"/>
                    <a:pt x="10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77" name="Freeform 758">
              <a:extLst>
                <a:ext uri="{FF2B5EF4-FFF2-40B4-BE49-F238E27FC236}">
                  <a16:creationId xmlns:a16="http://schemas.microsoft.com/office/drawing/2014/main" id="{4D3E7398-B1FB-4741-8735-761AD82C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410"/>
              <a:ext cx="10" cy="44"/>
            </a:xfrm>
            <a:custGeom>
              <a:avLst/>
              <a:gdLst>
                <a:gd name="T0" fmla="*/ 16 w 5"/>
                <a:gd name="T1" fmla="*/ 0 h 20"/>
                <a:gd name="T2" fmla="*/ 0 w 5"/>
                <a:gd name="T3" fmla="*/ 64 h 20"/>
                <a:gd name="T4" fmla="*/ 16 w 5"/>
                <a:gd name="T5" fmla="*/ 194 h 20"/>
                <a:gd name="T6" fmla="*/ 40 w 5"/>
                <a:gd name="T7" fmla="*/ 213 h 20"/>
                <a:gd name="T8" fmla="*/ 40 w 5"/>
                <a:gd name="T9" fmla="*/ 213 h 20"/>
                <a:gd name="T10" fmla="*/ 16 w 5"/>
                <a:gd name="T11" fmla="*/ 194 h 20"/>
                <a:gd name="T12" fmla="*/ 0 w 5"/>
                <a:gd name="T13" fmla="*/ 64 h 20"/>
                <a:gd name="T14" fmla="*/ 16 w 5"/>
                <a:gd name="T15" fmla="*/ 0 h 20"/>
                <a:gd name="T16" fmla="*/ 40 w 5"/>
                <a:gd name="T17" fmla="*/ 20 h 20"/>
                <a:gd name="T18" fmla="*/ 40 w 5"/>
                <a:gd name="T19" fmla="*/ 20 h 20"/>
                <a:gd name="T20" fmla="*/ 16 w 5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20">
                  <a:moveTo>
                    <a:pt x="2" y="0"/>
                  </a:moveTo>
                  <a:cubicBezTo>
                    <a:pt x="1" y="0"/>
                    <a:pt x="0" y="3"/>
                    <a:pt x="0" y="6"/>
                  </a:cubicBezTo>
                  <a:cubicBezTo>
                    <a:pt x="0" y="9"/>
                    <a:pt x="0" y="15"/>
                    <a:pt x="2" y="18"/>
                  </a:cubicBezTo>
                  <a:cubicBezTo>
                    <a:pt x="3" y="19"/>
                    <a:pt x="4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3" y="19"/>
                    <a:pt x="2" y="18"/>
                  </a:cubicBezTo>
                  <a:cubicBezTo>
                    <a:pt x="1" y="15"/>
                    <a:pt x="0" y="9"/>
                    <a:pt x="0" y="6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78" name="Freeform 759">
              <a:extLst>
                <a:ext uri="{FF2B5EF4-FFF2-40B4-BE49-F238E27FC236}">
                  <a16:creationId xmlns:a16="http://schemas.microsoft.com/office/drawing/2014/main" id="{2E5B6210-1453-4286-87C9-2D39A8DA8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592"/>
              <a:ext cx="49" cy="72"/>
            </a:xfrm>
            <a:custGeom>
              <a:avLst/>
              <a:gdLst>
                <a:gd name="T0" fmla="*/ 172 w 24"/>
                <a:gd name="T1" fmla="*/ 81 h 33"/>
                <a:gd name="T2" fmla="*/ 120 w 24"/>
                <a:gd name="T3" fmla="*/ 33 h 33"/>
                <a:gd name="T4" fmla="*/ 16 w 24"/>
                <a:gd name="T5" fmla="*/ 185 h 33"/>
                <a:gd name="T6" fmla="*/ 129 w 24"/>
                <a:gd name="T7" fmla="*/ 334 h 33"/>
                <a:gd name="T8" fmla="*/ 196 w 24"/>
                <a:gd name="T9" fmla="*/ 262 h 33"/>
                <a:gd name="T10" fmla="*/ 188 w 24"/>
                <a:gd name="T11" fmla="*/ 157 h 33"/>
                <a:gd name="T12" fmla="*/ 172 w 24"/>
                <a:gd name="T13" fmla="*/ 8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20" y="8"/>
                  </a:moveTo>
                  <a:cubicBezTo>
                    <a:pt x="18" y="5"/>
                    <a:pt x="16" y="3"/>
                    <a:pt x="14" y="3"/>
                  </a:cubicBezTo>
                  <a:cubicBezTo>
                    <a:pt x="5" y="0"/>
                    <a:pt x="0" y="9"/>
                    <a:pt x="2" y="18"/>
                  </a:cubicBezTo>
                  <a:cubicBezTo>
                    <a:pt x="3" y="27"/>
                    <a:pt x="11" y="33"/>
                    <a:pt x="15" y="32"/>
                  </a:cubicBezTo>
                  <a:cubicBezTo>
                    <a:pt x="20" y="32"/>
                    <a:pt x="23" y="29"/>
                    <a:pt x="23" y="25"/>
                  </a:cubicBezTo>
                  <a:cubicBezTo>
                    <a:pt x="24" y="21"/>
                    <a:pt x="23" y="17"/>
                    <a:pt x="22" y="15"/>
                  </a:cubicBezTo>
                  <a:cubicBezTo>
                    <a:pt x="21" y="13"/>
                    <a:pt x="21" y="9"/>
                    <a:pt x="20" y="8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79" name="Freeform 760">
              <a:extLst>
                <a:ext uri="{FF2B5EF4-FFF2-40B4-BE49-F238E27FC236}">
                  <a16:creationId xmlns:a16="http://schemas.microsoft.com/office/drawing/2014/main" id="{CDA3862D-4AB9-4488-8E12-BCCACD164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611"/>
              <a:ext cx="15" cy="37"/>
            </a:xfrm>
            <a:custGeom>
              <a:avLst/>
              <a:gdLst>
                <a:gd name="T0" fmla="*/ 19 w 7"/>
                <a:gd name="T1" fmla="*/ 9 h 17"/>
                <a:gd name="T2" fmla="*/ 0 w 7"/>
                <a:gd name="T3" fmla="*/ 61 h 17"/>
                <a:gd name="T4" fmla="*/ 41 w 7"/>
                <a:gd name="T5" fmla="*/ 165 h 17"/>
                <a:gd name="T6" fmla="*/ 69 w 7"/>
                <a:gd name="T7" fmla="*/ 176 h 17"/>
                <a:gd name="T8" fmla="*/ 69 w 7"/>
                <a:gd name="T9" fmla="*/ 176 h 17"/>
                <a:gd name="T10" fmla="*/ 41 w 7"/>
                <a:gd name="T11" fmla="*/ 165 h 17"/>
                <a:gd name="T12" fmla="*/ 0 w 7"/>
                <a:gd name="T13" fmla="*/ 61 h 17"/>
                <a:gd name="T14" fmla="*/ 19 w 7"/>
                <a:gd name="T15" fmla="*/ 9 h 17"/>
                <a:gd name="T16" fmla="*/ 51 w 7"/>
                <a:gd name="T17" fmla="*/ 9 h 17"/>
                <a:gd name="T18" fmla="*/ 51 w 7"/>
                <a:gd name="T19" fmla="*/ 9 h 17"/>
                <a:gd name="T20" fmla="*/ 19 w 7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7">
                  <a:moveTo>
                    <a:pt x="2" y="1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0" y="10"/>
                    <a:pt x="2" y="14"/>
                    <a:pt x="4" y="16"/>
                  </a:cubicBezTo>
                  <a:cubicBezTo>
                    <a:pt x="5" y="17"/>
                    <a:pt x="6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7"/>
                    <a:pt x="5" y="17"/>
                    <a:pt x="4" y="16"/>
                  </a:cubicBezTo>
                  <a:cubicBezTo>
                    <a:pt x="2" y="14"/>
                    <a:pt x="0" y="10"/>
                    <a:pt x="0" y="6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5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80" name="Freeform 761">
              <a:extLst>
                <a:ext uri="{FF2B5EF4-FFF2-40B4-BE49-F238E27FC236}">
                  <a16:creationId xmlns:a16="http://schemas.microsoft.com/office/drawing/2014/main" id="{744A77E3-E961-4D87-ABBB-7985B3531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467"/>
              <a:ext cx="56" cy="66"/>
            </a:xfrm>
            <a:custGeom>
              <a:avLst/>
              <a:gdLst>
                <a:gd name="T0" fmla="*/ 124 w 27"/>
                <a:gd name="T1" fmla="*/ 310 h 30"/>
                <a:gd name="T2" fmla="*/ 232 w 27"/>
                <a:gd name="T3" fmla="*/ 150 h 30"/>
                <a:gd name="T4" fmla="*/ 81 w 27"/>
                <a:gd name="T5" fmla="*/ 33 h 30"/>
                <a:gd name="T6" fmla="*/ 124 w 27"/>
                <a:gd name="T7" fmla="*/ 31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0">
                  <a:moveTo>
                    <a:pt x="14" y="29"/>
                  </a:moveTo>
                  <a:cubicBezTo>
                    <a:pt x="22" y="30"/>
                    <a:pt x="27" y="23"/>
                    <a:pt x="26" y="14"/>
                  </a:cubicBezTo>
                  <a:cubicBezTo>
                    <a:pt x="24" y="5"/>
                    <a:pt x="18" y="0"/>
                    <a:pt x="9" y="3"/>
                  </a:cubicBezTo>
                  <a:cubicBezTo>
                    <a:pt x="0" y="6"/>
                    <a:pt x="0" y="27"/>
                    <a:pt x="14" y="29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81" name="Freeform 762">
              <a:extLst>
                <a:ext uri="{FF2B5EF4-FFF2-40B4-BE49-F238E27FC236}">
                  <a16:creationId xmlns:a16="http://schemas.microsoft.com/office/drawing/2014/main" id="{5F50259C-C4D6-4FE1-8925-249C13E53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482"/>
              <a:ext cx="30" cy="35"/>
            </a:xfrm>
            <a:custGeom>
              <a:avLst/>
              <a:gdLst>
                <a:gd name="T0" fmla="*/ 112 w 15"/>
                <a:gd name="T1" fmla="*/ 61 h 16"/>
                <a:gd name="T2" fmla="*/ 104 w 15"/>
                <a:gd name="T3" fmla="*/ 133 h 16"/>
                <a:gd name="T4" fmla="*/ 40 w 15"/>
                <a:gd name="T5" fmla="*/ 158 h 16"/>
                <a:gd name="T6" fmla="*/ 8 w 15"/>
                <a:gd name="T7" fmla="*/ 85 h 16"/>
                <a:gd name="T8" fmla="*/ 24 w 15"/>
                <a:gd name="T9" fmla="*/ 0 h 16"/>
                <a:gd name="T10" fmla="*/ 24 w 15"/>
                <a:gd name="T11" fmla="*/ 0 h 16"/>
                <a:gd name="T12" fmla="*/ 0 w 15"/>
                <a:gd name="T13" fmla="*/ 85 h 16"/>
                <a:gd name="T14" fmla="*/ 40 w 15"/>
                <a:gd name="T15" fmla="*/ 158 h 16"/>
                <a:gd name="T16" fmla="*/ 104 w 15"/>
                <a:gd name="T17" fmla="*/ 133 h 16"/>
                <a:gd name="T18" fmla="*/ 112 w 15"/>
                <a:gd name="T19" fmla="*/ 6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4" y="6"/>
                  </a:moveTo>
                  <a:cubicBezTo>
                    <a:pt x="15" y="9"/>
                    <a:pt x="15" y="11"/>
                    <a:pt x="13" y="13"/>
                  </a:cubicBezTo>
                  <a:cubicBezTo>
                    <a:pt x="11" y="15"/>
                    <a:pt x="8" y="16"/>
                    <a:pt x="5" y="15"/>
                  </a:cubicBezTo>
                  <a:cubicBezTo>
                    <a:pt x="3" y="14"/>
                    <a:pt x="1" y="11"/>
                    <a:pt x="1" y="8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ubicBezTo>
                    <a:pt x="1" y="12"/>
                    <a:pt x="3" y="14"/>
                    <a:pt x="5" y="15"/>
                  </a:cubicBezTo>
                  <a:cubicBezTo>
                    <a:pt x="8" y="16"/>
                    <a:pt x="11" y="15"/>
                    <a:pt x="13" y="13"/>
                  </a:cubicBezTo>
                  <a:cubicBezTo>
                    <a:pt x="15" y="11"/>
                    <a:pt x="15" y="9"/>
                    <a:pt x="1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82" name="Freeform 763">
              <a:extLst>
                <a:ext uri="{FF2B5EF4-FFF2-40B4-BE49-F238E27FC236}">
                  <a16:creationId xmlns:a16="http://schemas.microsoft.com/office/drawing/2014/main" id="{F5CBCE1C-20B2-4892-9F21-47C631AEE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546"/>
              <a:ext cx="63" cy="48"/>
            </a:xfrm>
            <a:custGeom>
              <a:avLst/>
              <a:gdLst>
                <a:gd name="T0" fmla="*/ 49 w 31"/>
                <a:gd name="T1" fmla="*/ 20 h 22"/>
                <a:gd name="T2" fmla="*/ 0 w 31"/>
                <a:gd name="T3" fmla="*/ 124 h 22"/>
                <a:gd name="T4" fmla="*/ 136 w 31"/>
                <a:gd name="T5" fmla="*/ 209 h 22"/>
                <a:gd name="T6" fmla="*/ 252 w 31"/>
                <a:gd name="T7" fmla="*/ 96 h 22"/>
                <a:gd name="T8" fmla="*/ 219 w 31"/>
                <a:gd name="T9" fmla="*/ 20 h 22"/>
                <a:gd name="T10" fmla="*/ 136 w 31"/>
                <a:gd name="T11" fmla="*/ 20 h 22"/>
                <a:gd name="T12" fmla="*/ 49 w 31"/>
                <a:gd name="T13" fmla="*/ 2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2">
                  <a:moveTo>
                    <a:pt x="6" y="2"/>
                  </a:moveTo>
                  <a:cubicBezTo>
                    <a:pt x="2" y="3"/>
                    <a:pt x="0" y="7"/>
                    <a:pt x="0" y="12"/>
                  </a:cubicBezTo>
                  <a:cubicBezTo>
                    <a:pt x="1" y="19"/>
                    <a:pt x="7" y="22"/>
                    <a:pt x="16" y="20"/>
                  </a:cubicBezTo>
                  <a:cubicBezTo>
                    <a:pt x="24" y="19"/>
                    <a:pt x="29" y="16"/>
                    <a:pt x="30" y="9"/>
                  </a:cubicBezTo>
                  <a:cubicBezTo>
                    <a:pt x="31" y="6"/>
                    <a:pt x="29" y="3"/>
                    <a:pt x="26" y="2"/>
                  </a:cubicBezTo>
                  <a:cubicBezTo>
                    <a:pt x="23" y="0"/>
                    <a:pt x="20" y="1"/>
                    <a:pt x="16" y="2"/>
                  </a:cubicBezTo>
                  <a:cubicBezTo>
                    <a:pt x="14" y="2"/>
                    <a:pt x="10" y="0"/>
                    <a:pt x="6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83" name="Freeform 764">
              <a:extLst>
                <a:ext uri="{FF2B5EF4-FFF2-40B4-BE49-F238E27FC236}">
                  <a16:creationId xmlns:a16="http://schemas.microsoft.com/office/drawing/2014/main" id="{6E1417E6-096E-44F4-8DD2-2680AE0D4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559"/>
              <a:ext cx="39" cy="15"/>
            </a:xfrm>
            <a:custGeom>
              <a:avLst/>
              <a:gdLst>
                <a:gd name="T0" fmla="*/ 156 w 19"/>
                <a:gd name="T1" fmla="*/ 9 h 7"/>
                <a:gd name="T2" fmla="*/ 156 w 19"/>
                <a:gd name="T3" fmla="*/ 19 h 7"/>
                <a:gd name="T4" fmla="*/ 68 w 19"/>
                <a:gd name="T5" fmla="*/ 69 h 7"/>
                <a:gd name="T6" fmla="*/ 8 w 19"/>
                <a:gd name="T7" fmla="*/ 41 h 7"/>
                <a:gd name="T8" fmla="*/ 25 w 19"/>
                <a:gd name="T9" fmla="*/ 0 h 7"/>
                <a:gd name="T10" fmla="*/ 25 w 19"/>
                <a:gd name="T11" fmla="*/ 0 h 7"/>
                <a:gd name="T12" fmla="*/ 8 w 19"/>
                <a:gd name="T13" fmla="*/ 41 h 7"/>
                <a:gd name="T14" fmla="*/ 68 w 19"/>
                <a:gd name="T15" fmla="*/ 69 h 7"/>
                <a:gd name="T16" fmla="*/ 164 w 19"/>
                <a:gd name="T17" fmla="*/ 19 h 7"/>
                <a:gd name="T18" fmla="*/ 156 w 19"/>
                <a:gd name="T19" fmla="*/ 9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7">
                  <a:moveTo>
                    <a:pt x="18" y="1"/>
                  </a:moveTo>
                  <a:cubicBezTo>
                    <a:pt x="18" y="1"/>
                    <a:pt x="19" y="1"/>
                    <a:pt x="18" y="2"/>
                  </a:cubicBezTo>
                  <a:cubicBezTo>
                    <a:pt x="18" y="3"/>
                    <a:pt x="15" y="6"/>
                    <a:pt x="8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1" y="6"/>
                    <a:pt x="3" y="7"/>
                    <a:pt x="8" y="7"/>
                  </a:cubicBezTo>
                  <a:cubicBezTo>
                    <a:pt x="15" y="6"/>
                    <a:pt x="18" y="4"/>
                    <a:pt x="19" y="2"/>
                  </a:cubicBezTo>
                  <a:cubicBezTo>
                    <a:pt x="19" y="1"/>
                    <a:pt x="19" y="1"/>
                    <a:pt x="18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84" name="Freeform 765">
              <a:extLst>
                <a:ext uri="{FF2B5EF4-FFF2-40B4-BE49-F238E27FC236}">
                  <a16:creationId xmlns:a16="http://schemas.microsoft.com/office/drawing/2014/main" id="{FBD4D8A3-D027-4506-A043-F4FBDEA78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2782"/>
              <a:ext cx="61" cy="65"/>
            </a:xfrm>
            <a:custGeom>
              <a:avLst/>
              <a:gdLst>
                <a:gd name="T0" fmla="*/ 136 w 30"/>
                <a:gd name="T1" fmla="*/ 20 h 30"/>
                <a:gd name="T2" fmla="*/ 41 w 30"/>
                <a:gd name="T3" fmla="*/ 33 h 30"/>
                <a:gd name="T4" fmla="*/ 75 w 30"/>
                <a:gd name="T5" fmla="*/ 217 h 30"/>
                <a:gd name="T6" fmla="*/ 220 w 30"/>
                <a:gd name="T7" fmla="*/ 273 h 30"/>
                <a:gd name="T8" fmla="*/ 244 w 30"/>
                <a:gd name="T9" fmla="*/ 202 h 30"/>
                <a:gd name="T10" fmla="*/ 187 w 30"/>
                <a:gd name="T11" fmla="*/ 113 h 30"/>
                <a:gd name="T12" fmla="*/ 136 w 30"/>
                <a:gd name="T13" fmla="*/ 2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16" y="2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0" y="7"/>
                    <a:pt x="3" y="14"/>
                    <a:pt x="9" y="21"/>
                  </a:cubicBezTo>
                  <a:cubicBezTo>
                    <a:pt x="16" y="28"/>
                    <a:pt x="20" y="30"/>
                    <a:pt x="26" y="27"/>
                  </a:cubicBezTo>
                  <a:cubicBezTo>
                    <a:pt x="29" y="26"/>
                    <a:pt x="30" y="23"/>
                    <a:pt x="29" y="20"/>
                  </a:cubicBezTo>
                  <a:cubicBezTo>
                    <a:pt x="28" y="16"/>
                    <a:pt x="25" y="15"/>
                    <a:pt x="22" y="11"/>
                  </a:cubicBezTo>
                  <a:cubicBezTo>
                    <a:pt x="21" y="9"/>
                    <a:pt x="19" y="4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85" name="Freeform 766">
              <a:extLst>
                <a:ext uri="{FF2B5EF4-FFF2-40B4-BE49-F238E27FC236}">
                  <a16:creationId xmlns:a16="http://schemas.microsoft.com/office/drawing/2014/main" id="{A7075F2F-68FC-430C-9AC4-35669BAEE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793"/>
              <a:ext cx="29" cy="37"/>
            </a:xfrm>
            <a:custGeom>
              <a:avLst/>
              <a:gdLst>
                <a:gd name="T0" fmla="*/ 124 w 14"/>
                <a:gd name="T1" fmla="*/ 157 h 17"/>
                <a:gd name="T2" fmla="*/ 124 w 14"/>
                <a:gd name="T3" fmla="*/ 165 h 17"/>
                <a:gd name="T4" fmla="*/ 35 w 14"/>
                <a:gd name="T5" fmla="*/ 104 h 17"/>
                <a:gd name="T6" fmla="*/ 8 w 14"/>
                <a:gd name="T7" fmla="*/ 9 h 17"/>
                <a:gd name="T8" fmla="*/ 35 w 14"/>
                <a:gd name="T9" fmla="*/ 9 h 17"/>
                <a:gd name="T10" fmla="*/ 35 w 14"/>
                <a:gd name="T11" fmla="*/ 9 h 17"/>
                <a:gd name="T12" fmla="*/ 8 w 14"/>
                <a:gd name="T13" fmla="*/ 9 h 17"/>
                <a:gd name="T14" fmla="*/ 35 w 14"/>
                <a:gd name="T15" fmla="*/ 104 h 17"/>
                <a:gd name="T16" fmla="*/ 124 w 14"/>
                <a:gd name="T17" fmla="*/ 165 h 17"/>
                <a:gd name="T18" fmla="*/ 124 w 14"/>
                <a:gd name="T19" fmla="*/ 1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7">
                  <a:moveTo>
                    <a:pt x="14" y="15"/>
                  </a:moveTo>
                  <a:cubicBezTo>
                    <a:pt x="14" y="15"/>
                    <a:pt x="14" y="16"/>
                    <a:pt x="14" y="16"/>
                  </a:cubicBezTo>
                  <a:cubicBezTo>
                    <a:pt x="12" y="16"/>
                    <a:pt x="9" y="15"/>
                    <a:pt x="4" y="10"/>
                  </a:cubicBezTo>
                  <a:cubicBezTo>
                    <a:pt x="0" y="6"/>
                    <a:pt x="0" y="3"/>
                    <a:pt x="1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3"/>
                    <a:pt x="0" y="6"/>
                    <a:pt x="4" y="10"/>
                  </a:cubicBezTo>
                  <a:cubicBezTo>
                    <a:pt x="8" y="15"/>
                    <a:pt x="12" y="17"/>
                    <a:pt x="14" y="16"/>
                  </a:cubicBezTo>
                  <a:cubicBezTo>
                    <a:pt x="14" y="16"/>
                    <a:pt x="14" y="15"/>
                    <a:pt x="14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86" name="Freeform 767">
              <a:extLst>
                <a:ext uri="{FF2B5EF4-FFF2-40B4-BE49-F238E27FC236}">
                  <a16:creationId xmlns:a16="http://schemas.microsoft.com/office/drawing/2014/main" id="{5D656405-A0A7-4096-BE2A-5CF7052AF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826"/>
              <a:ext cx="36" cy="72"/>
            </a:xfrm>
            <a:custGeom>
              <a:avLst/>
              <a:gdLst>
                <a:gd name="T0" fmla="*/ 88 w 18"/>
                <a:gd name="T1" fmla="*/ 33 h 33"/>
                <a:gd name="T2" fmla="*/ 16 w 18"/>
                <a:gd name="T3" fmla="*/ 61 h 33"/>
                <a:gd name="T4" fmla="*/ 24 w 18"/>
                <a:gd name="T5" fmla="*/ 247 h 33"/>
                <a:gd name="T6" fmla="*/ 96 w 18"/>
                <a:gd name="T7" fmla="*/ 343 h 33"/>
                <a:gd name="T8" fmla="*/ 88 w 18"/>
                <a:gd name="T9" fmla="*/ 3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3">
                  <a:moveTo>
                    <a:pt x="11" y="3"/>
                  </a:moveTo>
                  <a:cubicBezTo>
                    <a:pt x="7" y="0"/>
                    <a:pt x="4" y="1"/>
                    <a:pt x="2" y="6"/>
                  </a:cubicBezTo>
                  <a:cubicBezTo>
                    <a:pt x="0" y="10"/>
                    <a:pt x="1" y="18"/>
                    <a:pt x="3" y="24"/>
                  </a:cubicBezTo>
                  <a:cubicBezTo>
                    <a:pt x="6" y="32"/>
                    <a:pt x="9" y="33"/>
                    <a:pt x="12" y="33"/>
                  </a:cubicBezTo>
                  <a:cubicBezTo>
                    <a:pt x="18" y="31"/>
                    <a:pt x="18" y="11"/>
                    <a:pt x="11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87" name="Freeform 768">
              <a:extLst>
                <a:ext uri="{FF2B5EF4-FFF2-40B4-BE49-F238E27FC236}">
                  <a16:creationId xmlns:a16="http://schemas.microsoft.com/office/drawing/2014/main" id="{EC682025-3EFE-46B4-BD1E-7C909B6AC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841"/>
              <a:ext cx="12" cy="41"/>
            </a:xfrm>
            <a:custGeom>
              <a:avLst/>
              <a:gdLst>
                <a:gd name="T0" fmla="*/ 24 w 6"/>
                <a:gd name="T1" fmla="*/ 0 h 19"/>
                <a:gd name="T2" fmla="*/ 8 w 6"/>
                <a:gd name="T3" fmla="*/ 60 h 19"/>
                <a:gd name="T4" fmla="*/ 24 w 6"/>
                <a:gd name="T5" fmla="*/ 173 h 19"/>
                <a:gd name="T6" fmla="*/ 48 w 6"/>
                <a:gd name="T7" fmla="*/ 190 h 19"/>
                <a:gd name="T8" fmla="*/ 48 w 6"/>
                <a:gd name="T9" fmla="*/ 190 h 19"/>
                <a:gd name="T10" fmla="*/ 24 w 6"/>
                <a:gd name="T11" fmla="*/ 173 h 19"/>
                <a:gd name="T12" fmla="*/ 8 w 6"/>
                <a:gd name="T13" fmla="*/ 60 h 19"/>
                <a:gd name="T14" fmla="*/ 24 w 6"/>
                <a:gd name="T15" fmla="*/ 0 h 19"/>
                <a:gd name="T16" fmla="*/ 48 w 6"/>
                <a:gd name="T17" fmla="*/ 19 h 19"/>
                <a:gd name="T18" fmla="*/ 48 w 6"/>
                <a:gd name="T19" fmla="*/ 19 h 19"/>
                <a:gd name="T20" fmla="*/ 24 w 6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2" y="0"/>
                    <a:pt x="1" y="2"/>
                    <a:pt x="1" y="6"/>
                  </a:cubicBezTo>
                  <a:cubicBezTo>
                    <a:pt x="0" y="9"/>
                    <a:pt x="1" y="14"/>
                    <a:pt x="3" y="17"/>
                  </a:cubicBezTo>
                  <a:cubicBezTo>
                    <a:pt x="4" y="19"/>
                    <a:pt x="5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9"/>
                    <a:pt x="4" y="19"/>
                    <a:pt x="3" y="17"/>
                  </a:cubicBezTo>
                  <a:cubicBezTo>
                    <a:pt x="1" y="14"/>
                    <a:pt x="0" y="9"/>
                    <a:pt x="1" y="6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4" y="0"/>
                    <a:pt x="5" y="0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88" name="Freeform 769">
              <a:extLst>
                <a:ext uri="{FF2B5EF4-FFF2-40B4-BE49-F238E27FC236}">
                  <a16:creationId xmlns:a16="http://schemas.microsoft.com/office/drawing/2014/main" id="{E413C821-8546-4830-BE3B-B1BF91306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3081"/>
              <a:ext cx="62" cy="68"/>
            </a:xfrm>
            <a:custGeom>
              <a:avLst/>
              <a:gdLst>
                <a:gd name="T0" fmla="*/ 141 w 30"/>
                <a:gd name="T1" fmla="*/ 33 h 31"/>
                <a:gd name="T2" fmla="*/ 43 w 30"/>
                <a:gd name="T3" fmla="*/ 44 h 31"/>
                <a:gd name="T4" fmla="*/ 81 w 30"/>
                <a:gd name="T5" fmla="*/ 230 h 31"/>
                <a:gd name="T6" fmla="*/ 231 w 30"/>
                <a:gd name="T7" fmla="*/ 294 h 31"/>
                <a:gd name="T8" fmla="*/ 256 w 30"/>
                <a:gd name="T9" fmla="*/ 213 h 31"/>
                <a:gd name="T10" fmla="*/ 192 w 30"/>
                <a:gd name="T11" fmla="*/ 125 h 31"/>
                <a:gd name="T12" fmla="*/ 141 w 30"/>
                <a:gd name="T13" fmla="*/ 3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1">
                  <a:moveTo>
                    <a:pt x="16" y="3"/>
                  </a:moveTo>
                  <a:cubicBezTo>
                    <a:pt x="12" y="0"/>
                    <a:pt x="8" y="0"/>
                    <a:pt x="5" y="4"/>
                  </a:cubicBezTo>
                  <a:cubicBezTo>
                    <a:pt x="0" y="8"/>
                    <a:pt x="3" y="15"/>
                    <a:pt x="9" y="22"/>
                  </a:cubicBezTo>
                  <a:cubicBezTo>
                    <a:pt x="16" y="28"/>
                    <a:pt x="20" y="31"/>
                    <a:pt x="26" y="28"/>
                  </a:cubicBezTo>
                  <a:cubicBezTo>
                    <a:pt x="29" y="27"/>
                    <a:pt x="30" y="24"/>
                    <a:pt x="29" y="20"/>
                  </a:cubicBezTo>
                  <a:cubicBezTo>
                    <a:pt x="28" y="17"/>
                    <a:pt x="25" y="15"/>
                    <a:pt x="22" y="12"/>
                  </a:cubicBezTo>
                  <a:cubicBezTo>
                    <a:pt x="21" y="10"/>
                    <a:pt x="19" y="5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89" name="Freeform 770">
              <a:extLst>
                <a:ext uri="{FF2B5EF4-FFF2-40B4-BE49-F238E27FC236}">
                  <a16:creationId xmlns:a16="http://schemas.microsoft.com/office/drawing/2014/main" id="{AD1FE49C-9A77-4314-82A8-73FF9A549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095"/>
              <a:ext cx="29" cy="37"/>
            </a:xfrm>
            <a:custGeom>
              <a:avLst/>
              <a:gdLst>
                <a:gd name="T0" fmla="*/ 124 w 14"/>
                <a:gd name="T1" fmla="*/ 157 h 17"/>
                <a:gd name="T2" fmla="*/ 124 w 14"/>
                <a:gd name="T3" fmla="*/ 165 h 17"/>
                <a:gd name="T4" fmla="*/ 35 w 14"/>
                <a:gd name="T5" fmla="*/ 96 h 17"/>
                <a:gd name="T6" fmla="*/ 8 w 14"/>
                <a:gd name="T7" fmla="*/ 9 h 17"/>
                <a:gd name="T8" fmla="*/ 44 w 14"/>
                <a:gd name="T9" fmla="*/ 9 h 17"/>
                <a:gd name="T10" fmla="*/ 44 w 14"/>
                <a:gd name="T11" fmla="*/ 9 h 17"/>
                <a:gd name="T12" fmla="*/ 8 w 14"/>
                <a:gd name="T13" fmla="*/ 9 h 17"/>
                <a:gd name="T14" fmla="*/ 35 w 14"/>
                <a:gd name="T15" fmla="*/ 104 h 17"/>
                <a:gd name="T16" fmla="*/ 124 w 14"/>
                <a:gd name="T17" fmla="*/ 165 h 17"/>
                <a:gd name="T18" fmla="*/ 124 w 14"/>
                <a:gd name="T19" fmla="*/ 157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7">
                  <a:moveTo>
                    <a:pt x="14" y="15"/>
                  </a:moveTo>
                  <a:cubicBezTo>
                    <a:pt x="14" y="15"/>
                    <a:pt x="14" y="15"/>
                    <a:pt x="14" y="16"/>
                  </a:cubicBezTo>
                  <a:cubicBezTo>
                    <a:pt x="13" y="16"/>
                    <a:pt x="9" y="15"/>
                    <a:pt x="4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0" y="5"/>
                    <a:pt x="4" y="10"/>
                  </a:cubicBezTo>
                  <a:cubicBezTo>
                    <a:pt x="9" y="15"/>
                    <a:pt x="12" y="17"/>
                    <a:pt x="14" y="16"/>
                  </a:cubicBezTo>
                  <a:cubicBezTo>
                    <a:pt x="14" y="16"/>
                    <a:pt x="14" y="15"/>
                    <a:pt x="14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90" name="Freeform 771">
              <a:extLst>
                <a:ext uri="{FF2B5EF4-FFF2-40B4-BE49-F238E27FC236}">
                  <a16:creationId xmlns:a16="http://schemas.microsoft.com/office/drawing/2014/main" id="{AB8C42F1-3530-47D2-ACE0-BE099CA63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802"/>
              <a:ext cx="47" cy="61"/>
            </a:xfrm>
            <a:custGeom>
              <a:avLst/>
              <a:gdLst>
                <a:gd name="T0" fmla="*/ 155 w 23"/>
                <a:gd name="T1" fmla="*/ 44 h 28"/>
                <a:gd name="T2" fmla="*/ 92 w 23"/>
                <a:gd name="T3" fmla="*/ 9 h 28"/>
                <a:gd name="T4" fmla="*/ 25 w 23"/>
                <a:gd name="T5" fmla="*/ 166 h 28"/>
                <a:gd name="T6" fmla="*/ 147 w 23"/>
                <a:gd name="T7" fmla="*/ 281 h 28"/>
                <a:gd name="T8" fmla="*/ 196 w 23"/>
                <a:gd name="T9" fmla="*/ 194 h 28"/>
                <a:gd name="T10" fmla="*/ 172 w 23"/>
                <a:gd name="T11" fmla="*/ 113 h 28"/>
                <a:gd name="T12" fmla="*/ 155 w 23"/>
                <a:gd name="T13" fmla="*/ 4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8" y="4"/>
                  </a:moveTo>
                  <a:cubicBezTo>
                    <a:pt x="16" y="2"/>
                    <a:pt x="14" y="1"/>
                    <a:pt x="11" y="1"/>
                  </a:cubicBezTo>
                  <a:cubicBezTo>
                    <a:pt x="3" y="0"/>
                    <a:pt x="0" y="8"/>
                    <a:pt x="3" y="16"/>
                  </a:cubicBezTo>
                  <a:cubicBezTo>
                    <a:pt x="5" y="24"/>
                    <a:pt x="13" y="28"/>
                    <a:pt x="17" y="27"/>
                  </a:cubicBezTo>
                  <a:cubicBezTo>
                    <a:pt x="21" y="26"/>
                    <a:pt x="23" y="23"/>
                    <a:pt x="23" y="19"/>
                  </a:cubicBezTo>
                  <a:cubicBezTo>
                    <a:pt x="23" y="16"/>
                    <a:pt x="21" y="13"/>
                    <a:pt x="20" y="11"/>
                  </a:cubicBezTo>
                  <a:cubicBezTo>
                    <a:pt x="19" y="8"/>
                    <a:pt x="19" y="6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91" name="Freeform 772">
              <a:extLst>
                <a:ext uri="{FF2B5EF4-FFF2-40B4-BE49-F238E27FC236}">
                  <a16:creationId xmlns:a16="http://schemas.microsoft.com/office/drawing/2014/main" id="{1F53FE15-C044-4BD1-A423-B68FCDDA5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2817"/>
              <a:ext cx="18" cy="33"/>
            </a:xfrm>
            <a:custGeom>
              <a:avLst/>
              <a:gdLst>
                <a:gd name="T0" fmla="*/ 16 w 9"/>
                <a:gd name="T1" fmla="*/ 0 h 15"/>
                <a:gd name="T2" fmla="*/ 8 w 9"/>
                <a:gd name="T3" fmla="*/ 64 h 15"/>
                <a:gd name="T4" fmla="*/ 48 w 9"/>
                <a:gd name="T5" fmla="*/ 150 h 15"/>
                <a:gd name="T6" fmla="*/ 72 w 9"/>
                <a:gd name="T7" fmla="*/ 150 h 15"/>
                <a:gd name="T8" fmla="*/ 72 w 9"/>
                <a:gd name="T9" fmla="*/ 150 h 15"/>
                <a:gd name="T10" fmla="*/ 48 w 9"/>
                <a:gd name="T11" fmla="*/ 150 h 15"/>
                <a:gd name="T12" fmla="*/ 8 w 9"/>
                <a:gd name="T13" fmla="*/ 64 h 15"/>
                <a:gd name="T14" fmla="*/ 16 w 9"/>
                <a:gd name="T15" fmla="*/ 0 h 15"/>
                <a:gd name="T16" fmla="*/ 40 w 9"/>
                <a:gd name="T17" fmla="*/ 0 h 15"/>
                <a:gd name="T18" fmla="*/ 40 w 9"/>
                <a:gd name="T19" fmla="*/ 0 h 15"/>
                <a:gd name="T20" fmla="*/ 16 w 9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1" y="9"/>
                    <a:pt x="3" y="12"/>
                    <a:pt x="6" y="14"/>
                  </a:cubicBezTo>
                  <a:cubicBezTo>
                    <a:pt x="7" y="14"/>
                    <a:pt x="8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5"/>
                    <a:pt x="7" y="14"/>
                    <a:pt x="6" y="14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92" name="Freeform 773">
              <a:extLst>
                <a:ext uri="{FF2B5EF4-FFF2-40B4-BE49-F238E27FC236}">
                  <a16:creationId xmlns:a16="http://schemas.microsoft.com/office/drawing/2014/main" id="{31F37BB8-057D-45F1-A2ED-E005ABAE4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764"/>
              <a:ext cx="63" cy="48"/>
            </a:xfrm>
            <a:custGeom>
              <a:avLst/>
              <a:gdLst>
                <a:gd name="T0" fmla="*/ 49 w 31"/>
                <a:gd name="T1" fmla="*/ 20 h 22"/>
                <a:gd name="T2" fmla="*/ 0 w 31"/>
                <a:gd name="T3" fmla="*/ 124 h 22"/>
                <a:gd name="T4" fmla="*/ 136 w 31"/>
                <a:gd name="T5" fmla="*/ 209 h 22"/>
                <a:gd name="T6" fmla="*/ 252 w 31"/>
                <a:gd name="T7" fmla="*/ 96 h 22"/>
                <a:gd name="T8" fmla="*/ 219 w 31"/>
                <a:gd name="T9" fmla="*/ 20 h 22"/>
                <a:gd name="T10" fmla="*/ 136 w 31"/>
                <a:gd name="T11" fmla="*/ 20 h 22"/>
                <a:gd name="T12" fmla="*/ 49 w 31"/>
                <a:gd name="T13" fmla="*/ 2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2">
                  <a:moveTo>
                    <a:pt x="6" y="2"/>
                  </a:moveTo>
                  <a:cubicBezTo>
                    <a:pt x="2" y="3"/>
                    <a:pt x="0" y="7"/>
                    <a:pt x="0" y="12"/>
                  </a:cubicBezTo>
                  <a:cubicBezTo>
                    <a:pt x="1" y="19"/>
                    <a:pt x="7" y="22"/>
                    <a:pt x="16" y="20"/>
                  </a:cubicBezTo>
                  <a:cubicBezTo>
                    <a:pt x="24" y="19"/>
                    <a:pt x="29" y="16"/>
                    <a:pt x="30" y="9"/>
                  </a:cubicBezTo>
                  <a:cubicBezTo>
                    <a:pt x="31" y="6"/>
                    <a:pt x="29" y="3"/>
                    <a:pt x="26" y="2"/>
                  </a:cubicBezTo>
                  <a:cubicBezTo>
                    <a:pt x="23" y="0"/>
                    <a:pt x="20" y="1"/>
                    <a:pt x="16" y="2"/>
                  </a:cubicBezTo>
                  <a:cubicBezTo>
                    <a:pt x="14" y="2"/>
                    <a:pt x="10" y="0"/>
                    <a:pt x="6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93" name="Freeform 774">
              <a:extLst>
                <a:ext uri="{FF2B5EF4-FFF2-40B4-BE49-F238E27FC236}">
                  <a16:creationId xmlns:a16="http://schemas.microsoft.com/office/drawing/2014/main" id="{4EEDC9E9-5457-4E9F-AE9E-08E0AD281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777"/>
              <a:ext cx="39" cy="16"/>
            </a:xfrm>
            <a:custGeom>
              <a:avLst/>
              <a:gdLst>
                <a:gd name="T0" fmla="*/ 156 w 19"/>
                <a:gd name="T1" fmla="*/ 11 h 7"/>
                <a:gd name="T2" fmla="*/ 156 w 19"/>
                <a:gd name="T3" fmla="*/ 25 h 7"/>
                <a:gd name="T4" fmla="*/ 68 w 19"/>
                <a:gd name="T5" fmla="*/ 85 h 7"/>
                <a:gd name="T6" fmla="*/ 8 w 19"/>
                <a:gd name="T7" fmla="*/ 48 h 7"/>
                <a:gd name="T8" fmla="*/ 25 w 19"/>
                <a:gd name="T9" fmla="*/ 0 h 7"/>
                <a:gd name="T10" fmla="*/ 25 w 19"/>
                <a:gd name="T11" fmla="*/ 0 h 7"/>
                <a:gd name="T12" fmla="*/ 8 w 19"/>
                <a:gd name="T13" fmla="*/ 48 h 7"/>
                <a:gd name="T14" fmla="*/ 68 w 19"/>
                <a:gd name="T15" fmla="*/ 85 h 7"/>
                <a:gd name="T16" fmla="*/ 164 w 19"/>
                <a:gd name="T17" fmla="*/ 25 h 7"/>
                <a:gd name="T18" fmla="*/ 156 w 19"/>
                <a:gd name="T19" fmla="*/ 11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7">
                  <a:moveTo>
                    <a:pt x="18" y="1"/>
                  </a:moveTo>
                  <a:cubicBezTo>
                    <a:pt x="18" y="1"/>
                    <a:pt x="19" y="1"/>
                    <a:pt x="18" y="2"/>
                  </a:cubicBezTo>
                  <a:cubicBezTo>
                    <a:pt x="18" y="3"/>
                    <a:pt x="15" y="6"/>
                    <a:pt x="8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1" y="6"/>
                    <a:pt x="3" y="7"/>
                    <a:pt x="8" y="7"/>
                  </a:cubicBezTo>
                  <a:cubicBezTo>
                    <a:pt x="15" y="6"/>
                    <a:pt x="18" y="4"/>
                    <a:pt x="19" y="2"/>
                  </a:cubicBezTo>
                  <a:cubicBezTo>
                    <a:pt x="19" y="1"/>
                    <a:pt x="19" y="1"/>
                    <a:pt x="18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94" name="Freeform 775">
              <a:extLst>
                <a:ext uri="{FF2B5EF4-FFF2-40B4-BE49-F238E27FC236}">
                  <a16:creationId xmlns:a16="http://schemas.microsoft.com/office/drawing/2014/main" id="{32EB4EC7-A39B-4DC0-8B36-7E1C90262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3178"/>
              <a:ext cx="57" cy="63"/>
            </a:xfrm>
            <a:custGeom>
              <a:avLst/>
              <a:gdLst>
                <a:gd name="T0" fmla="*/ 136 w 28"/>
                <a:gd name="T1" fmla="*/ 33 h 29"/>
                <a:gd name="T2" fmla="*/ 67 w 28"/>
                <a:gd name="T3" fmla="*/ 9 h 29"/>
                <a:gd name="T4" fmla="*/ 41 w 28"/>
                <a:gd name="T5" fmla="*/ 193 h 29"/>
                <a:gd name="T6" fmla="*/ 195 w 28"/>
                <a:gd name="T7" fmla="*/ 278 h 29"/>
                <a:gd name="T8" fmla="*/ 228 w 28"/>
                <a:gd name="T9" fmla="*/ 174 h 29"/>
                <a:gd name="T10" fmla="*/ 179 w 28"/>
                <a:gd name="T11" fmla="*/ 80 h 29"/>
                <a:gd name="T12" fmla="*/ 136 w 28"/>
                <a:gd name="T13" fmla="*/ 3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6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0" y="2"/>
                    <a:pt x="0" y="12"/>
                    <a:pt x="5" y="19"/>
                  </a:cubicBezTo>
                  <a:cubicBezTo>
                    <a:pt x="11" y="26"/>
                    <a:pt x="20" y="29"/>
                    <a:pt x="23" y="27"/>
                  </a:cubicBezTo>
                  <a:cubicBezTo>
                    <a:pt x="27" y="24"/>
                    <a:pt x="28" y="21"/>
                    <a:pt x="27" y="17"/>
                  </a:cubicBezTo>
                  <a:cubicBezTo>
                    <a:pt x="26" y="13"/>
                    <a:pt x="23" y="10"/>
                    <a:pt x="21" y="8"/>
                  </a:cubicBezTo>
                  <a:cubicBezTo>
                    <a:pt x="19" y="7"/>
                    <a:pt x="18" y="4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95" name="Freeform 776">
              <a:extLst>
                <a:ext uri="{FF2B5EF4-FFF2-40B4-BE49-F238E27FC236}">
                  <a16:creationId xmlns:a16="http://schemas.microsoft.com/office/drawing/2014/main" id="{DAFE8CD8-D124-49D3-9840-2E7AE5BB9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193"/>
              <a:ext cx="27" cy="33"/>
            </a:xfrm>
            <a:custGeom>
              <a:avLst/>
              <a:gdLst>
                <a:gd name="T0" fmla="*/ 8 w 13"/>
                <a:gd name="T1" fmla="*/ 9 h 15"/>
                <a:gd name="T2" fmla="*/ 8 w 13"/>
                <a:gd name="T3" fmla="*/ 73 h 15"/>
                <a:gd name="T4" fmla="*/ 81 w 13"/>
                <a:gd name="T5" fmla="*/ 150 h 15"/>
                <a:gd name="T6" fmla="*/ 116 w 13"/>
                <a:gd name="T7" fmla="*/ 150 h 15"/>
                <a:gd name="T8" fmla="*/ 116 w 13"/>
                <a:gd name="T9" fmla="*/ 150 h 15"/>
                <a:gd name="T10" fmla="*/ 81 w 13"/>
                <a:gd name="T11" fmla="*/ 150 h 15"/>
                <a:gd name="T12" fmla="*/ 17 w 13"/>
                <a:gd name="T13" fmla="*/ 73 h 15"/>
                <a:gd name="T14" fmla="*/ 8 w 13"/>
                <a:gd name="T15" fmla="*/ 9 h 15"/>
                <a:gd name="T16" fmla="*/ 35 w 13"/>
                <a:gd name="T17" fmla="*/ 0 h 15"/>
                <a:gd name="T18" fmla="*/ 35 w 13"/>
                <a:gd name="T19" fmla="*/ 0 h 15"/>
                <a:gd name="T20" fmla="*/ 8 w 13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5">
                  <a:moveTo>
                    <a:pt x="1" y="1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3" y="11"/>
                    <a:pt x="6" y="14"/>
                    <a:pt x="9" y="14"/>
                  </a:cubicBezTo>
                  <a:cubicBezTo>
                    <a:pt x="10" y="15"/>
                    <a:pt x="11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6" y="13"/>
                    <a:pt x="3" y="10"/>
                    <a:pt x="2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96" name="Freeform 777">
              <a:extLst>
                <a:ext uri="{FF2B5EF4-FFF2-40B4-BE49-F238E27FC236}">
                  <a16:creationId xmlns:a16="http://schemas.microsoft.com/office/drawing/2014/main" id="{98D52DE6-C000-406D-BC0B-72C8DDD0E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3162"/>
              <a:ext cx="45" cy="48"/>
            </a:xfrm>
            <a:custGeom>
              <a:avLst/>
              <a:gdLst>
                <a:gd name="T0" fmla="*/ 147 w 22"/>
                <a:gd name="T1" fmla="*/ 44 h 22"/>
                <a:gd name="T2" fmla="*/ 84 w 22"/>
                <a:gd name="T3" fmla="*/ 0 h 22"/>
                <a:gd name="T4" fmla="*/ 33 w 22"/>
                <a:gd name="T5" fmla="*/ 20 h 22"/>
                <a:gd name="T6" fmla="*/ 68 w 22"/>
                <a:gd name="T7" fmla="*/ 194 h 22"/>
                <a:gd name="T8" fmla="*/ 180 w 22"/>
                <a:gd name="T9" fmla="*/ 157 h 22"/>
                <a:gd name="T10" fmla="*/ 14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0"/>
                    <a:pt x="4" y="2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0" y="19"/>
                    <a:pt x="21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97" name="Freeform 778">
              <a:extLst>
                <a:ext uri="{FF2B5EF4-FFF2-40B4-BE49-F238E27FC236}">
                  <a16:creationId xmlns:a16="http://schemas.microsoft.com/office/drawing/2014/main" id="{6DD8D433-93B7-4786-8860-0FF448893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171"/>
              <a:ext cx="22" cy="26"/>
            </a:xfrm>
            <a:custGeom>
              <a:avLst/>
              <a:gdLst>
                <a:gd name="T0" fmla="*/ 88 w 11"/>
                <a:gd name="T1" fmla="*/ 72 h 12"/>
                <a:gd name="T2" fmla="*/ 72 w 11"/>
                <a:gd name="T3" fmla="*/ 113 h 12"/>
                <a:gd name="T4" fmla="*/ 16 w 11"/>
                <a:gd name="T5" fmla="*/ 80 h 12"/>
                <a:gd name="T6" fmla="*/ 8 w 11"/>
                <a:gd name="T7" fmla="*/ 20 h 12"/>
                <a:gd name="T8" fmla="*/ 32 w 11"/>
                <a:gd name="T9" fmla="*/ 0 h 12"/>
                <a:gd name="T10" fmla="*/ 32 w 11"/>
                <a:gd name="T11" fmla="*/ 0 h 12"/>
                <a:gd name="T12" fmla="*/ 8 w 11"/>
                <a:gd name="T13" fmla="*/ 20 h 12"/>
                <a:gd name="T14" fmla="*/ 16 w 11"/>
                <a:gd name="T15" fmla="*/ 80 h 12"/>
                <a:gd name="T16" fmla="*/ 72 w 11"/>
                <a:gd name="T17" fmla="*/ 113 h 12"/>
                <a:gd name="T18" fmla="*/ 88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1" y="10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98" name="Freeform 779">
              <a:extLst>
                <a:ext uri="{FF2B5EF4-FFF2-40B4-BE49-F238E27FC236}">
                  <a16:creationId xmlns:a16="http://schemas.microsoft.com/office/drawing/2014/main" id="{1F7B99F5-C283-46AC-8634-E6CE02B23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084"/>
              <a:ext cx="47" cy="52"/>
            </a:xfrm>
            <a:custGeom>
              <a:avLst/>
              <a:gdLst>
                <a:gd name="T0" fmla="*/ 172 w 23"/>
                <a:gd name="T1" fmla="*/ 72 h 24"/>
                <a:gd name="T2" fmla="*/ 121 w 23"/>
                <a:gd name="T3" fmla="*/ 9 h 24"/>
                <a:gd name="T4" fmla="*/ 51 w 23"/>
                <a:gd name="T5" fmla="*/ 9 h 24"/>
                <a:gd name="T6" fmla="*/ 51 w 23"/>
                <a:gd name="T7" fmla="*/ 193 h 24"/>
                <a:gd name="T8" fmla="*/ 180 w 23"/>
                <a:gd name="T9" fmla="*/ 193 h 24"/>
                <a:gd name="T10" fmla="*/ 172 w 23"/>
                <a:gd name="T11" fmla="*/ 7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4">
                  <a:moveTo>
                    <a:pt x="20" y="7"/>
                  </a:moveTo>
                  <a:cubicBezTo>
                    <a:pt x="18" y="4"/>
                    <a:pt x="17" y="2"/>
                    <a:pt x="14" y="1"/>
                  </a:cubicBezTo>
                  <a:cubicBezTo>
                    <a:pt x="12" y="0"/>
                    <a:pt x="9" y="0"/>
                    <a:pt x="6" y="1"/>
                  </a:cubicBezTo>
                  <a:cubicBezTo>
                    <a:pt x="1" y="4"/>
                    <a:pt x="0" y="13"/>
                    <a:pt x="6" y="19"/>
                  </a:cubicBezTo>
                  <a:cubicBezTo>
                    <a:pt x="11" y="24"/>
                    <a:pt x="18" y="23"/>
                    <a:pt x="21" y="19"/>
                  </a:cubicBezTo>
                  <a:cubicBezTo>
                    <a:pt x="23" y="15"/>
                    <a:pt x="22" y="13"/>
                    <a:pt x="20" y="7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99" name="Freeform 780">
              <a:extLst>
                <a:ext uri="{FF2B5EF4-FFF2-40B4-BE49-F238E27FC236}">
                  <a16:creationId xmlns:a16="http://schemas.microsoft.com/office/drawing/2014/main" id="{BD38A9E2-01AD-4D24-8D20-AE09030B0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3095"/>
              <a:ext cx="21" cy="28"/>
            </a:xfrm>
            <a:custGeom>
              <a:avLst/>
              <a:gdLst>
                <a:gd name="T0" fmla="*/ 92 w 10"/>
                <a:gd name="T1" fmla="*/ 88 h 13"/>
                <a:gd name="T2" fmla="*/ 67 w 10"/>
                <a:gd name="T3" fmla="*/ 121 h 13"/>
                <a:gd name="T4" fmla="*/ 8 w 10"/>
                <a:gd name="T5" fmla="*/ 69 h 13"/>
                <a:gd name="T6" fmla="*/ 8 w 10"/>
                <a:gd name="T7" fmla="*/ 9 h 13"/>
                <a:gd name="T8" fmla="*/ 48 w 10"/>
                <a:gd name="T9" fmla="*/ 0 h 13"/>
                <a:gd name="T10" fmla="*/ 48 w 10"/>
                <a:gd name="T11" fmla="*/ 0 h 13"/>
                <a:gd name="T12" fmla="*/ 8 w 10"/>
                <a:gd name="T13" fmla="*/ 9 h 13"/>
                <a:gd name="T14" fmla="*/ 8 w 10"/>
                <a:gd name="T15" fmla="*/ 69 h 13"/>
                <a:gd name="T16" fmla="*/ 67 w 10"/>
                <a:gd name="T17" fmla="*/ 129 h 13"/>
                <a:gd name="T18" fmla="*/ 92 w 10"/>
                <a:gd name="T19" fmla="*/ 8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9"/>
                  </a:moveTo>
                  <a:cubicBezTo>
                    <a:pt x="10" y="11"/>
                    <a:pt x="9" y="12"/>
                    <a:pt x="7" y="12"/>
                  </a:cubicBezTo>
                  <a:cubicBezTo>
                    <a:pt x="5" y="13"/>
                    <a:pt x="2" y="11"/>
                    <a:pt x="1" y="7"/>
                  </a:cubicBezTo>
                  <a:cubicBezTo>
                    <a:pt x="0" y="4"/>
                    <a:pt x="1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7"/>
                  </a:cubicBezTo>
                  <a:cubicBezTo>
                    <a:pt x="2" y="11"/>
                    <a:pt x="5" y="13"/>
                    <a:pt x="7" y="13"/>
                  </a:cubicBezTo>
                  <a:cubicBezTo>
                    <a:pt x="9" y="12"/>
                    <a:pt x="10" y="11"/>
                    <a:pt x="10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00" name="Freeform 781">
              <a:extLst>
                <a:ext uri="{FF2B5EF4-FFF2-40B4-BE49-F238E27FC236}">
                  <a16:creationId xmlns:a16="http://schemas.microsoft.com/office/drawing/2014/main" id="{CBE62515-568F-4D66-B872-2C4A1DC34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3112"/>
              <a:ext cx="47" cy="48"/>
            </a:xfrm>
            <a:custGeom>
              <a:avLst/>
              <a:gdLst>
                <a:gd name="T0" fmla="*/ 155 w 23"/>
                <a:gd name="T1" fmla="*/ 44 h 22"/>
                <a:gd name="T2" fmla="*/ 92 w 23"/>
                <a:gd name="T3" fmla="*/ 0 h 22"/>
                <a:gd name="T4" fmla="*/ 33 w 23"/>
                <a:gd name="T5" fmla="*/ 20 h 22"/>
                <a:gd name="T6" fmla="*/ 76 w 23"/>
                <a:gd name="T7" fmla="*/ 185 h 22"/>
                <a:gd name="T8" fmla="*/ 188 w 23"/>
                <a:gd name="T9" fmla="*/ 148 h 22"/>
                <a:gd name="T10" fmla="*/ 155 w 23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7"/>
                    <a:pt x="3" y="15"/>
                    <a:pt x="9" y="18"/>
                  </a:cubicBezTo>
                  <a:cubicBezTo>
                    <a:pt x="15" y="22"/>
                    <a:pt x="21" y="19"/>
                    <a:pt x="22" y="14"/>
                  </a:cubicBezTo>
                  <a:cubicBezTo>
                    <a:pt x="23" y="10"/>
                    <a:pt x="22" y="9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01" name="Freeform 782">
              <a:extLst>
                <a:ext uri="{FF2B5EF4-FFF2-40B4-BE49-F238E27FC236}">
                  <a16:creationId xmlns:a16="http://schemas.microsoft.com/office/drawing/2014/main" id="{526B23E1-703E-4AF0-98A0-3096138DB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3121"/>
              <a:ext cx="23" cy="26"/>
            </a:xfrm>
            <a:custGeom>
              <a:avLst/>
              <a:gdLst>
                <a:gd name="T0" fmla="*/ 100 w 11"/>
                <a:gd name="T1" fmla="*/ 72 h 12"/>
                <a:gd name="T2" fmla="*/ 84 w 11"/>
                <a:gd name="T3" fmla="*/ 113 h 12"/>
                <a:gd name="T4" fmla="*/ 17 w 11"/>
                <a:gd name="T5" fmla="*/ 80 h 12"/>
                <a:gd name="T6" fmla="*/ 8 w 11"/>
                <a:gd name="T7" fmla="*/ 20 h 12"/>
                <a:gd name="T8" fmla="*/ 27 w 11"/>
                <a:gd name="T9" fmla="*/ 0 h 12"/>
                <a:gd name="T10" fmla="*/ 27 w 11"/>
                <a:gd name="T11" fmla="*/ 0 h 12"/>
                <a:gd name="T12" fmla="*/ 0 w 11"/>
                <a:gd name="T13" fmla="*/ 20 h 12"/>
                <a:gd name="T14" fmla="*/ 17 w 11"/>
                <a:gd name="T15" fmla="*/ 80 h 12"/>
                <a:gd name="T16" fmla="*/ 84 w 11"/>
                <a:gd name="T17" fmla="*/ 113 h 12"/>
                <a:gd name="T18" fmla="*/ 100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0" y="10"/>
                    <a:pt x="9" y="11"/>
                  </a:cubicBezTo>
                  <a:cubicBezTo>
                    <a:pt x="7" y="11"/>
                    <a:pt x="4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1"/>
                    <a:pt x="7" y="12"/>
                    <a:pt x="9" y="11"/>
                  </a:cubicBezTo>
                  <a:cubicBezTo>
                    <a:pt x="11" y="10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02" name="Freeform 783">
              <a:extLst>
                <a:ext uri="{FF2B5EF4-FFF2-40B4-BE49-F238E27FC236}">
                  <a16:creationId xmlns:a16="http://schemas.microsoft.com/office/drawing/2014/main" id="{8E61BD34-BD6E-4707-B8A0-E468F5424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108"/>
              <a:ext cx="57" cy="63"/>
            </a:xfrm>
            <a:custGeom>
              <a:avLst/>
              <a:gdLst>
                <a:gd name="T0" fmla="*/ 145 w 28"/>
                <a:gd name="T1" fmla="*/ 20 h 29"/>
                <a:gd name="T2" fmla="*/ 41 w 28"/>
                <a:gd name="T3" fmla="*/ 33 h 29"/>
                <a:gd name="T4" fmla="*/ 49 w 28"/>
                <a:gd name="T5" fmla="*/ 202 h 29"/>
                <a:gd name="T6" fmla="*/ 195 w 28"/>
                <a:gd name="T7" fmla="*/ 278 h 29"/>
                <a:gd name="T8" fmla="*/ 228 w 28"/>
                <a:gd name="T9" fmla="*/ 202 h 29"/>
                <a:gd name="T10" fmla="*/ 187 w 28"/>
                <a:gd name="T11" fmla="*/ 113 h 29"/>
                <a:gd name="T12" fmla="*/ 145 w 28"/>
                <a:gd name="T13" fmla="*/ 2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7" y="2"/>
                  </a:moveTo>
                  <a:cubicBezTo>
                    <a:pt x="13" y="0"/>
                    <a:pt x="9" y="0"/>
                    <a:pt x="5" y="3"/>
                  </a:cubicBezTo>
                  <a:cubicBezTo>
                    <a:pt x="0" y="7"/>
                    <a:pt x="0" y="14"/>
                    <a:pt x="6" y="20"/>
                  </a:cubicBezTo>
                  <a:cubicBezTo>
                    <a:pt x="12" y="27"/>
                    <a:pt x="16" y="29"/>
                    <a:pt x="23" y="27"/>
                  </a:cubicBezTo>
                  <a:cubicBezTo>
                    <a:pt x="26" y="26"/>
                    <a:pt x="28" y="23"/>
                    <a:pt x="27" y="20"/>
                  </a:cubicBezTo>
                  <a:cubicBezTo>
                    <a:pt x="27" y="16"/>
                    <a:pt x="25" y="15"/>
                    <a:pt x="22" y="11"/>
                  </a:cubicBezTo>
                  <a:cubicBezTo>
                    <a:pt x="21" y="9"/>
                    <a:pt x="20" y="5"/>
                    <a:pt x="17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03" name="Freeform 784">
              <a:extLst>
                <a:ext uri="{FF2B5EF4-FFF2-40B4-BE49-F238E27FC236}">
                  <a16:creationId xmlns:a16="http://schemas.microsoft.com/office/drawing/2014/main" id="{6BC66F23-25C2-4B67-8262-698265DEA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119"/>
              <a:ext cx="27" cy="35"/>
            </a:xfrm>
            <a:custGeom>
              <a:avLst/>
              <a:gdLst>
                <a:gd name="T0" fmla="*/ 116 w 13"/>
                <a:gd name="T1" fmla="*/ 149 h 16"/>
                <a:gd name="T2" fmla="*/ 108 w 13"/>
                <a:gd name="T3" fmla="*/ 168 h 16"/>
                <a:gd name="T4" fmla="*/ 25 w 13"/>
                <a:gd name="T5" fmla="*/ 96 h 16"/>
                <a:gd name="T6" fmla="*/ 17 w 13"/>
                <a:gd name="T7" fmla="*/ 9 h 16"/>
                <a:gd name="T8" fmla="*/ 52 w 13"/>
                <a:gd name="T9" fmla="*/ 9 h 16"/>
                <a:gd name="T10" fmla="*/ 52 w 13"/>
                <a:gd name="T11" fmla="*/ 9 h 16"/>
                <a:gd name="T12" fmla="*/ 8 w 13"/>
                <a:gd name="T13" fmla="*/ 9 h 16"/>
                <a:gd name="T14" fmla="*/ 25 w 13"/>
                <a:gd name="T15" fmla="*/ 96 h 16"/>
                <a:gd name="T16" fmla="*/ 116 w 13"/>
                <a:gd name="T17" fmla="*/ 168 h 16"/>
                <a:gd name="T18" fmla="*/ 116 w 13"/>
                <a:gd name="T19" fmla="*/ 149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6">
                  <a:moveTo>
                    <a:pt x="13" y="14"/>
                  </a:moveTo>
                  <a:cubicBezTo>
                    <a:pt x="13" y="15"/>
                    <a:pt x="13" y="15"/>
                    <a:pt x="12" y="16"/>
                  </a:cubicBezTo>
                  <a:cubicBezTo>
                    <a:pt x="11" y="16"/>
                    <a:pt x="8" y="15"/>
                    <a:pt x="3" y="9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3" y="0"/>
                    <a:pt x="4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3" y="0"/>
                    <a:pt x="1" y="1"/>
                  </a:cubicBezTo>
                  <a:cubicBezTo>
                    <a:pt x="0" y="2"/>
                    <a:pt x="0" y="5"/>
                    <a:pt x="3" y="9"/>
                  </a:cubicBezTo>
                  <a:cubicBezTo>
                    <a:pt x="7" y="15"/>
                    <a:pt x="11" y="16"/>
                    <a:pt x="13" y="16"/>
                  </a:cubicBezTo>
                  <a:cubicBezTo>
                    <a:pt x="13" y="16"/>
                    <a:pt x="13" y="15"/>
                    <a:pt x="13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04" name="Freeform 785">
              <a:extLst>
                <a:ext uri="{FF2B5EF4-FFF2-40B4-BE49-F238E27FC236}">
                  <a16:creationId xmlns:a16="http://schemas.microsoft.com/office/drawing/2014/main" id="{BA14A864-2773-4B3A-B0CF-25F0E56F8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3095"/>
              <a:ext cx="46" cy="48"/>
            </a:xfrm>
            <a:custGeom>
              <a:avLst/>
              <a:gdLst>
                <a:gd name="T0" fmla="*/ 157 w 22"/>
                <a:gd name="T1" fmla="*/ 44 h 22"/>
                <a:gd name="T2" fmla="*/ 92 w 22"/>
                <a:gd name="T3" fmla="*/ 0 h 22"/>
                <a:gd name="T4" fmla="*/ 36 w 22"/>
                <a:gd name="T5" fmla="*/ 20 h 22"/>
                <a:gd name="T6" fmla="*/ 75 w 22"/>
                <a:gd name="T7" fmla="*/ 194 h 22"/>
                <a:gd name="T8" fmla="*/ 201 w 22"/>
                <a:gd name="T9" fmla="*/ 157 h 22"/>
                <a:gd name="T10" fmla="*/ 157 w 22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7" y="4"/>
                  </a:moveTo>
                  <a:cubicBezTo>
                    <a:pt x="15" y="2"/>
                    <a:pt x="13" y="0"/>
                    <a:pt x="10" y="0"/>
                  </a:cubicBezTo>
                  <a:cubicBezTo>
                    <a:pt x="8" y="0"/>
                    <a:pt x="5" y="0"/>
                    <a:pt x="4" y="2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4" y="22"/>
                    <a:pt x="21" y="19"/>
                    <a:pt x="22" y="15"/>
                  </a:cubicBezTo>
                  <a:cubicBezTo>
                    <a:pt x="22" y="11"/>
                    <a:pt x="21" y="9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05" name="Freeform 786">
              <a:extLst>
                <a:ext uri="{FF2B5EF4-FFF2-40B4-BE49-F238E27FC236}">
                  <a16:creationId xmlns:a16="http://schemas.microsoft.com/office/drawing/2014/main" id="{BB96AC18-5F4D-40AF-9834-B67E3765E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3103"/>
              <a:ext cx="22" cy="27"/>
            </a:xfrm>
            <a:custGeom>
              <a:avLst/>
              <a:gdLst>
                <a:gd name="T0" fmla="*/ 88 w 11"/>
                <a:gd name="T1" fmla="*/ 81 h 12"/>
                <a:gd name="T2" fmla="*/ 72 w 11"/>
                <a:gd name="T3" fmla="*/ 126 h 12"/>
                <a:gd name="T4" fmla="*/ 16 w 11"/>
                <a:gd name="T5" fmla="*/ 92 h 12"/>
                <a:gd name="T6" fmla="*/ 8 w 11"/>
                <a:gd name="T7" fmla="*/ 25 h 12"/>
                <a:gd name="T8" fmla="*/ 32 w 11"/>
                <a:gd name="T9" fmla="*/ 0 h 12"/>
                <a:gd name="T10" fmla="*/ 32 w 11"/>
                <a:gd name="T11" fmla="*/ 0 h 12"/>
                <a:gd name="T12" fmla="*/ 8 w 11"/>
                <a:gd name="T13" fmla="*/ 25 h 12"/>
                <a:gd name="T14" fmla="*/ 16 w 11"/>
                <a:gd name="T15" fmla="*/ 92 h 12"/>
                <a:gd name="T16" fmla="*/ 72 w 11"/>
                <a:gd name="T17" fmla="*/ 126 h 12"/>
                <a:gd name="T18" fmla="*/ 88 w 11"/>
                <a:gd name="T19" fmla="*/ 8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9"/>
                    <a:pt x="11" y="10"/>
                    <a:pt x="9" y="11"/>
                  </a:cubicBezTo>
                  <a:cubicBezTo>
                    <a:pt x="8" y="12"/>
                    <a:pt x="5" y="11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0"/>
                    <a:pt x="11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06" name="Freeform 787">
              <a:extLst>
                <a:ext uri="{FF2B5EF4-FFF2-40B4-BE49-F238E27FC236}">
                  <a16:creationId xmlns:a16="http://schemas.microsoft.com/office/drawing/2014/main" id="{E76528F6-10A5-46B2-95DD-9D9139E4C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3195"/>
              <a:ext cx="64" cy="66"/>
            </a:xfrm>
            <a:custGeom>
              <a:avLst/>
              <a:gdLst>
                <a:gd name="T0" fmla="*/ 132 w 31"/>
                <a:gd name="T1" fmla="*/ 20 h 30"/>
                <a:gd name="T2" fmla="*/ 35 w 31"/>
                <a:gd name="T3" fmla="*/ 44 h 30"/>
                <a:gd name="T4" fmla="*/ 89 w 31"/>
                <a:gd name="T5" fmla="*/ 222 h 30"/>
                <a:gd name="T6" fmla="*/ 239 w 31"/>
                <a:gd name="T7" fmla="*/ 275 h 30"/>
                <a:gd name="T8" fmla="*/ 264 w 31"/>
                <a:gd name="T9" fmla="*/ 194 h 30"/>
                <a:gd name="T10" fmla="*/ 192 w 31"/>
                <a:gd name="T11" fmla="*/ 106 h 30"/>
                <a:gd name="T12" fmla="*/ 132 w 31"/>
                <a:gd name="T13" fmla="*/ 2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15" y="2"/>
                  </a:moveTo>
                  <a:cubicBezTo>
                    <a:pt x="11" y="0"/>
                    <a:pt x="7" y="0"/>
                    <a:pt x="4" y="4"/>
                  </a:cubicBezTo>
                  <a:cubicBezTo>
                    <a:pt x="0" y="8"/>
                    <a:pt x="3" y="15"/>
                    <a:pt x="10" y="21"/>
                  </a:cubicBezTo>
                  <a:cubicBezTo>
                    <a:pt x="17" y="28"/>
                    <a:pt x="22" y="30"/>
                    <a:pt x="27" y="26"/>
                  </a:cubicBezTo>
                  <a:cubicBezTo>
                    <a:pt x="30" y="25"/>
                    <a:pt x="31" y="22"/>
                    <a:pt x="30" y="18"/>
                  </a:cubicBezTo>
                  <a:cubicBezTo>
                    <a:pt x="28" y="15"/>
                    <a:pt x="26" y="14"/>
                    <a:pt x="22" y="10"/>
                  </a:cubicBezTo>
                  <a:cubicBezTo>
                    <a:pt x="20" y="8"/>
                    <a:pt x="19" y="4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07" name="Freeform 788">
              <a:extLst>
                <a:ext uri="{FF2B5EF4-FFF2-40B4-BE49-F238E27FC236}">
                  <a16:creationId xmlns:a16="http://schemas.microsoft.com/office/drawing/2014/main" id="{AA8330A0-F46D-4BAA-944B-11BA99697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3206"/>
              <a:ext cx="33" cy="35"/>
            </a:xfrm>
            <a:custGeom>
              <a:avLst/>
              <a:gdLst>
                <a:gd name="T0" fmla="*/ 140 w 16"/>
                <a:gd name="T1" fmla="*/ 149 h 16"/>
                <a:gd name="T2" fmla="*/ 140 w 16"/>
                <a:gd name="T3" fmla="*/ 158 h 16"/>
                <a:gd name="T4" fmla="*/ 43 w 16"/>
                <a:gd name="T5" fmla="*/ 105 h 16"/>
                <a:gd name="T6" fmla="*/ 8 w 16"/>
                <a:gd name="T7" fmla="*/ 20 h 16"/>
                <a:gd name="T8" fmla="*/ 43 w 16"/>
                <a:gd name="T9" fmla="*/ 9 h 16"/>
                <a:gd name="T10" fmla="*/ 43 w 16"/>
                <a:gd name="T11" fmla="*/ 9 h 16"/>
                <a:gd name="T12" fmla="*/ 8 w 16"/>
                <a:gd name="T13" fmla="*/ 20 h 16"/>
                <a:gd name="T14" fmla="*/ 43 w 16"/>
                <a:gd name="T15" fmla="*/ 105 h 16"/>
                <a:gd name="T16" fmla="*/ 140 w 16"/>
                <a:gd name="T17" fmla="*/ 158 h 16"/>
                <a:gd name="T18" fmla="*/ 140 w 16"/>
                <a:gd name="T19" fmla="*/ 149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6">
                  <a:moveTo>
                    <a:pt x="16" y="14"/>
                  </a:moveTo>
                  <a:cubicBezTo>
                    <a:pt x="16" y="14"/>
                    <a:pt x="16" y="15"/>
                    <a:pt x="16" y="15"/>
                  </a:cubicBezTo>
                  <a:cubicBezTo>
                    <a:pt x="14" y="16"/>
                    <a:pt x="11" y="15"/>
                    <a:pt x="5" y="10"/>
                  </a:cubicBezTo>
                  <a:cubicBezTo>
                    <a:pt x="1" y="6"/>
                    <a:pt x="1" y="3"/>
                    <a:pt x="1" y="2"/>
                  </a:cubicBezTo>
                  <a:cubicBezTo>
                    <a:pt x="2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1" y="6"/>
                    <a:pt x="5" y="10"/>
                  </a:cubicBezTo>
                  <a:cubicBezTo>
                    <a:pt x="10" y="15"/>
                    <a:pt x="14" y="16"/>
                    <a:pt x="16" y="15"/>
                  </a:cubicBezTo>
                  <a:cubicBezTo>
                    <a:pt x="16" y="15"/>
                    <a:pt x="16" y="15"/>
                    <a:pt x="16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08" name="Freeform 789">
              <a:extLst>
                <a:ext uri="{FF2B5EF4-FFF2-40B4-BE49-F238E27FC236}">
                  <a16:creationId xmlns:a16="http://schemas.microsoft.com/office/drawing/2014/main" id="{4448A117-3DCA-41BA-97EF-062F92EF8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3066"/>
              <a:ext cx="49" cy="59"/>
            </a:xfrm>
            <a:custGeom>
              <a:avLst/>
              <a:gdLst>
                <a:gd name="T0" fmla="*/ 145 w 24"/>
                <a:gd name="T1" fmla="*/ 33 h 27"/>
                <a:gd name="T2" fmla="*/ 84 w 24"/>
                <a:gd name="T3" fmla="*/ 0 h 27"/>
                <a:gd name="T4" fmla="*/ 25 w 24"/>
                <a:gd name="T5" fmla="*/ 166 h 27"/>
                <a:gd name="T6" fmla="*/ 155 w 24"/>
                <a:gd name="T7" fmla="*/ 273 h 27"/>
                <a:gd name="T8" fmla="*/ 204 w 24"/>
                <a:gd name="T9" fmla="*/ 186 h 27"/>
                <a:gd name="T10" fmla="*/ 172 w 24"/>
                <a:gd name="T11" fmla="*/ 96 h 27"/>
                <a:gd name="T12" fmla="*/ 145 w 24"/>
                <a:gd name="T13" fmla="*/ 3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2" y="0"/>
                    <a:pt x="0" y="8"/>
                    <a:pt x="3" y="16"/>
                  </a:cubicBezTo>
                  <a:cubicBezTo>
                    <a:pt x="6" y="24"/>
                    <a:pt x="14" y="27"/>
                    <a:pt x="18" y="26"/>
                  </a:cubicBezTo>
                  <a:cubicBezTo>
                    <a:pt x="22" y="25"/>
                    <a:pt x="24" y="22"/>
                    <a:pt x="24" y="18"/>
                  </a:cubicBezTo>
                  <a:cubicBezTo>
                    <a:pt x="23" y="14"/>
                    <a:pt x="21" y="11"/>
                    <a:pt x="20" y="9"/>
                  </a:cubicBezTo>
                  <a:cubicBezTo>
                    <a:pt x="19" y="7"/>
                    <a:pt x="18" y="4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09" name="Freeform 790">
              <a:extLst>
                <a:ext uri="{FF2B5EF4-FFF2-40B4-BE49-F238E27FC236}">
                  <a16:creationId xmlns:a16="http://schemas.microsoft.com/office/drawing/2014/main" id="{679ED79A-C172-4C92-BE84-A24189CAE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3079"/>
              <a:ext cx="21" cy="33"/>
            </a:xfrm>
            <a:custGeom>
              <a:avLst/>
              <a:gdLst>
                <a:gd name="T0" fmla="*/ 17 w 10"/>
                <a:gd name="T1" fmla="*/ 9 h 15"/>
                <a:gd name="T2" fmla="*/ 8 w 10"/>
                <a:gd name="T3" fmla="*/ 64 h 15"/>
                <a:gd name="T4" fmla="*/ 57 w 10"/>
                <a:gd name="T5" fmla="*/ 150 h 15"/>
                <a:gd name="T6" fmla="*/ 92 w 10"/>
                <a:gd name="T7" fmla="*/ 150 h 15"/>
                <a:gd name="T8" fmla="*/ 92 w 10"/>
                <a:gd name="T9" fmla="*/ 150 h 15"/>
                <a:gd name="T10" fmla="*/ 57 w 10"/>
                <a:gd name="T11" fmla="*/ 150 h 15"/>
                <a:gd name="T12" fmla="*/ 8 w 10"/>
                <a:gd name="T13" fmla="*/ 64 h 15"/>
                <a:gd name="T14" fmla="*/ 17 w 10"/>
                <a:gd name="T15" fmla="*/ 9 h 15"/>
                <a:gd name="T16" fmla="*/ 48 w 10"/>
                <a:gd name="T17" fmla="*/ 9 h 15"/>
                <a:gd name="T18" fmla="*/ 48 w 10"/>
                <a:gd name="T19" fmla="*/ 9 h 15"/>
                <a:gd name="T20" fmla="*/ 17 w 10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5">
                  <a:moveTo>
                    <a:pt x="2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8" y="15"/>
                    <a:pt x="9" y="15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5"/>
                    <a:pt x="8" y="14"/>
                    <a:pt x="6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10" name="Freeform 791">
              <a:extLst>
                <a:ext uri="{FF2B5EF4-FFF2-40B4-BE49-F238E27FC236}">
                  <a16:creationId xmlns:a16="http://schemas.microsoft.com/office/drawing/2014/main" id="{F10D6C21-2ED6-47F6-8499-0FFC27CB5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077"/>
              <a:ext cx="53" cy="46"/>
            </a:xfrm>
            <a:custGeom>
              <a:avLst/>
              <a:gdLst>
                <a:gd name="T0" fmla="*/ 137 w 26"/>
                <a:gd name="T1" fmla="*/ 20 h 21"/>
                <a:gd name="T2" fmla="*/ 59 w 26"/>
                <a:gd name="T3" fmla="*/ 20 h 21"/>
                <a:gd name="T4" fmla="*/ 16 w 26"/>
                <a:gd name="T5" fmla="*/ 72 h 21"/>
                <a:gd name="T6" fmla="*/ 120 w 26"/>
                <a:gd name="T7" fmla="*/ 221 h 21"/>
                <a:gd name="T8" fmla="*/ 212 w 26"/>
                <a:gd name="T9" fmla="*/ 105 h 21"/>
                <a:gd name="T10" fmla="*/ 137 w 26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1">
                  <a:moveTo>
                    <a:pt x="16" y="2"/>
                  </a:moveTo>
                  <a:cubicBezTo>
                    <a:pt x="13" y="1"/>
                    <a:pt x="10" y="0"/>
                    <a:pt x="7" y="2"/>
                  </a:cubicBezTo>
                  <a:cubicBezTo>
                    <a:pt x="5" y="3"/>
                    <a:pt x="3" y="5"/>
                    <a:pt x="2" y="7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22" y="21"/>
                    <a:pt x="26" y="15"/>
                    <a:pt x="25" y="10"/>
                  </a:cubicBezTo>
                  <a:cubicBezTo>
                    <a:pt x="24" y="6"/>
                    <a:pt x="22" y="5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11" name="Freeform 792">
              <a:extLst>
                <a:ext uri="{FF2B5EF4-FFF2-40B4-BE49-F238E27FC236}">
                  <a16:creationId xmlns:a16="http://schemas.microsoft.com/office/drawing/2014/main" id="{292BE2EB-7860-4AD4-B2FA-C21002177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3090"/>
              <a:ext cx="27" cy="22"/>
            </a:xfrm>
            <a:custGeom>
              <a:avLst/>
              <a:gdLst>
                <a:gd name="T0" fmla="*/ 108 w 13"/>
                <a:gd name="T1" fmla="*/ 33 h 10"/>
                <a:gd name="T2" fmla="*/ 108 w 13"/>
                <a:gd name="T3" fmla="*/ 88 h 10"/>
                <a:gd name="T4" fmla="*/ 35 w 13"/>
                <a:gd name="T5" fmla="*/ 88 h 10"/>
                <a:gd name="T6" fmla="*/ 0 w 13"/>
                <a:gd name="T7" fmla="*/ 33 h 10"/>
                <a:gd name="T8" fmla="*/ 17 w 13"/>
                <a:gd name="T9" fmla="*/ 0 h 10"/>
                <a:gd name="T10" fmla="*/ 17 w 13"/>
                <a:gd name="T11" fmla="*/ 0 h 10"/>
                <a:gd name="T12" fmla="*/ 0 w 13"/>
                <a:gd name="T13" fmla="*/ 33 h 10"/>
                <a:gd name="T14" fmla="*/ 35 w 13"/>
                <a:gd name="T15" fmla="*/ 88 h 10"/>
                <a:gd name="T16" fmla="*/ 108 w 13"/>
                <a:gd name="T17" fmla="*/ 88 h 10"/>
                <a:gd name="T18" fmla="*/ 108 w 13"/>
                <a:gd name="T19" fmla="*/ 3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3"/>
                  </a:moveTo>
                  <a:cubicBezTo>
                    <a:pt x="13" y="5"/>
                    <a:pt x="13" y="6"/>
                    <a:pt x="12" y="8"/>
                  </a:cubicBezTo>
                  <a:cubicBezTo>
                    <a:pt x="11" y="9"/>
                    <a:pt x="8" y="10"/>
                    <a:pt x="4" y="8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1" y="7"/>
                    <a:pt x="4" y="8"/>
                  </a:cubicBezTo>
                  <a:cubicBezTo>
                    <a:pt x="8" y="10"/>
                    <a:pt x="11" y="9"/>
                    <a:pt x="12" y="8"/>
                  </a:cubicBezTo>
                  <a:cubicBezTo>
                    <a:pt x="13" y="6"/>
                    <a:pt x="13" y="5"/>
                    <a:pt x="12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12" name="Freeform 793">
              <a:extLst>
                <a:ext uri="{FF2B5EF4-FFF2-40B4-BE49-F238E27FC236}">
                  <a16:creationId xmlns:a16="http://schemas.microsoft.com/office/drawing/2014/main" id="{A1E44A37-3239-4301-872D-4C7D08A7A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946"/>
              <a:ext cx="45" cy="50"/>
            </a:xfrm>
            <a:custGeom>
              <a:avLst/>
              <a:gdLst>
                <a:gd name="T0" fmla="*/ 155 w 22"/>
                <a:gd name="T1" fmla="*/ 52 h 23"/>
                <a:gd name="T2" fmla="*/ 104 w 22"/>
                <a:gd name="T3" fmla="*/ 0 h 23"/>
                <a:gd name="T4" fmla="*/ 41 w 22"/>
                <a:gd name="T5" fmla="*/ 20 h 23"/>
                <a:gd name="T6" fmla="*/ 68 w 22"/>
                <a:gd name="T7" fmla="*/ 193 h 23"/>
                <a:gd name="T8" fmla="*/ 180 w 22"/>
                <a:gd name="T9" fmla="*/ 165 h 23"/>
                <a:gd name="T10" fmla="*/ 155 w 22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4" y="1"/>
                    <a:pt x="12" y="0"/>
                  </a:cubicBezTo>
                  <a:cubicBezTo>
                    <a:pt x="9" y="0"/>
                    <a:pt x="7" y="0"/>
                    <a:pt x="5" y="2"/>
                  </a:cubicBezTo>
                  <a:cubicBezTo>
                    <a:pt x="0" y="6"/>
                    <a:pt x="2" y="15"/>
                    <a:pt x="8" y="19"/>
                  </a:cubicBezTo>
                  <a:cubicBezTo>
                    <a:pt x="13" y="23"/>
                    <a:pt x="20" y="20"/>
                    <a:pt x="21" y="16"/>
                  </a:cubicBezTo>
                  <a:cubicBezTo>
                    <a:pt x="22" y="12"/>
                    <a:pt x="21" y="10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13" name="Freeform 794">
              <a:extLst>
                <a:ext uri="{FF2B5EF4-FFF2-40B4-BE49-F238E27FC236}">
                  <a16:creationId xmlns:a16="http://schemas.microsoft.com/office/drawing/2014/main" id="{3E86F1C8-6324-4AE8-AF0F-A1030B92C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2955"/>
              <a:ext cx="23" cy="26"/>
            </a:xfrm>
            <a:custGeom>
              <a:avLst/>
              <a:gdLst>
                <a:gd name="T0" fmla="*/ 100 w 11"/>
                <a:gd name="T1" fmla="*/ 80 h 12"/>
                <a:gd name="T2" fmla="*/ 84 w 11"/>
                <a:gd name="T3" fmla="*/ 121 h 12"/>
                <a:gd name="T4" fmla="*/ 17 w 11"/>
                <a:gd name="T5" fmla="*/ 80 h 12"/>
                <a:gd name="T6" fmla="*/ 8 w 11"/>
                <a:gd name="T7" fmla="*/ 20 h 12"/>
                <a:gd name="T8" fmla="*/ 44 w 11"/>
                <a:gd name="T9" fmla="*/ 0 h 12"/>
                <a:gd name="T10" fmla="*/ 44 w 11"/>
                <a:gd name="T11" fmla="*/ 0 h 12"/>
                <a:gd name="T12" fmla="*/ 8 w 11"/>
                <a:gd name="T13" fmla="*/ 20 h 12"/>
                <a:gd name="T14" fmla="*/ 17 w 11"/>
                <a:gd name="T15" fmla="*/ 80 h 12"/>
                <a:gd name="T16" fmla="*/ 84 w 11"/>
                <a:gd name="T17" fmla="*/ 121 h 12"/>
                <a:gd name="T18" fmla="*/ 100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1" y="11"/>
                    <a:pt x="9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1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14" name="Freeform 795">
              <a:extLst>
                <a:ext uri="{FF2B5EF4-FFF2-40B4-BE49-F238E27FC236}">
                  <a16:creationId xmlns:a16="http://schemas.microsoft.com/office/drawing/2014/main" id="{AE823439-7692-431B-854C-E7AE9816D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3035"/>
              <a:ext cx="37" cy="73"/>
            </a:xfrm>
            <a:custGeom>
              <a:avLst/>
              <a:gdLst>
                <a:gd name="T0" fmla="*/ 97 w 18"/>
                <a:gd name="T1" fmla="*/ 33 h 33"/>
                <a:gd name="T2" fmla="*/ 16 w 18"/>
                <a:gd name="T3" fmla="*/ 64 h 33"/>
                <a:gd name="T4" fmla="*/ 25 w 18"/>
                <a:gd name="T5" fmla="*/ 259 h 33"/>
                <a:gd name="T6" fmla="*/ 105 w 18"/>
                <a:gd name="T7" fmla="*/ 356 h 33"/>
                <a:gd name="T8" fmla="*/ 97 w 18"/>
                <a:gd name="T9" fmla="*/ 3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3">
                  <a:moveTo>
                    <a:pt x="11" y="3"/>
                  </a:moveTo>
                  <a:cubicBezTo>
                    <a:pt x="7" y="0"/>
                    <a:pt x="4" y="1"/>
                    <a:pt x="2" y="6"/>
                  </a:cubicBezTo>
                  <a:cubicBezTo>
                    <a:pt x="0" y="10"/>
                    <a:pt x="1" y="18"/>
                    <a:pt x="3" y="24"/>
                  </a:cubicBezTo>
                  <a:cubicBezTo>
                    <a:pt x="6" y="32"/>
                    <a:pt x="9" y="33"/>
                    <a:pt x="12" y="33"/>
                  </a:cubicBezTo>
                  <a:cubicBezTo>
                    <a:pt x="18" y="31"/>
                    <a:pt x="17" y="11"/>
                    <a:pt x="11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15" name="Freeform 796">
              <a:extLst>
                <a:ext uri="{FF2B5EF4-FFF2-40B4-BE49-F238E27FC236}">
                  <a16:creationId xmlns:a16="http://schemas.microsoft.com/office/drawing/2014/main" id="{8F9C4F2E-9238-4B41-810A-7A2B07A43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051"/>
              <a:ext cx="12" cy="41"/>
            </a:xfrm>
            <a:custGeom>
              <a:avLst/>
              <a:gdLst>
                <a:gd name="T0" fmla="*/ 24 w 6"/>
                <a:gd name="T1" fmla="*/ 0 h 19"/>
                <a:gd name="T2" fmla="*/ 0 w 6"/>
                <a:gd name="T3" fmla="*/ 60 h 19"/>
                <a:gd name="T4" fmla="*/ 24 w 6"/>
                <a:gd name="T5" fmla="*/ 173 h 19"/>
                <a:gd name="T6" fmla="*/ 48 w 6"/>
                <a:gd name="T7" fmla="*/ 190 h 19"/>
                <a:gd name="T8" fmla="*/ 48 w 6"/>
                <a:gd name="T9" fmla="*/ 190 h 19"/>
                <a:gd name="T10" fmla="*/ 24 w 6"/>
                <a:gd name="T11" fmla="*/ 173 h 19"/>
                <a:gd name="T12" fmla="*/ 0 w 6"/>
                <a:gd name="T13" fmla="*/ 60 h 19"/>
                <a:gd name="T14" fmla="*/ 24 w 6"/>
                <a:gd name="T15" fmla="*/ 0 h 19"/>
                <a:gd name="T16" fmla="*/ 48 w 6"/>
                <a:gd name="T17" fmla="*/ 19 h 19"/>
                <a:gd name="T18" fmla="*/ 48 w 6"/>
                <a:gd name="T19" fmla="*/ 19 h 19"/>
                <a:gd name="T20" fmla="*/ 24 w 6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1" y="0"/>
                    <a:pt x="0" y="2"/>
                    <a:pt x="0" y="6"/>
                  </a:cubicBezTo>
                  <a:cubicBezTo>
                    <a:pt x="0" y="9"/>
                    <a:pt x="1" y="14"/>
                    <a:pt x="3" y="17"/>
                  </a:cubicBezTo>
                  <a:cubicBezTo>
                    <a:pt x="4" y="19"/>
                    <a:pt x="5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9"/>
                    <a:pt x="4" y="19"/>
                    <a:pt x="3" y="17"/>
                  </a:cubicBezTo>
                  <a:cubicBezTo>
                    <a:pt x="1" y="14"/>
                    <a:pt x="0" y="9"/>
                    <a:pt x="0" y="6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4" y="0"/>
                    <a:pt x="5" y="0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16" name="Freeform 797">
              <a:extLst>
                <a:ext uri="{FF2B5EF4-FFF2-40B4-BE49-F238E27FC236}">
                  <a16:creationId xmlns:a16="http://schemas.microsoft.com/office/drawing/2014/main" id="{C0098933-2CC2-4E52-B662-71258B5AB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3068"/>
              <a:ext cx="62" cy="68"/>
            </a:xfrm>
            <a:custGeom>
              <a:avLst/>
              <a:gdLst>
                <a:gd name="T0" fmla="*/ 141 w 30"/>
                <a:gd name="T1" fmla="*/ 33 h 31"/>
                <a:gd name="T2" fmla="*/ 43 w 30"/>
                <a:gd name="T3" fmla="*/ 44 h 31"/>
                <a:gd name="T4" fmla="*/ 81 w 30"/>
                <a:gd name="T5" fmla="*/ 230 h 31"/>
                <a:gd name="T6" fmla="*/ 231 w 30"/>
                <a:gd name="T7" fmla="*/ 294 h 31"/>
                <a:gd name="T8" fmla="*/ 256 w 30"/>
                <a:gd name="T9" fmla="*/ 213 h 31"/>
                <a:gd name="T10" fmla="*/ 192 w 30"/>
                <a:gd name="T11" fmla="*/ 125 h 31"/>
                <a:gd name="T12" fmla="*/ 141 w 30"/>
                <a:gd name="T13" fmla="*/ 3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1">
                  <a:moveTo>
                    <a:pt x="16" y="3"/>
                  </a:moveTo>
                  <a:cubicBezTo>
                    <a:pt x="12" y="0"/>
                    <a:pt x="8" y="0"/>
                    <a:pt x="5" y="4"/>
                  </a:cubicBezTo>
                  <a:cubicBezTo>
                    <a:pt x="0" y="8"/>
                    <a:pt x="3" y="15"/>
                    <a:pt x="9" y="22"/>
                  </a:cubicBezTo>
                  <a:cubicBezTo>
                    <a:pt x="16" y="28"/>
                    <a:pt x="20" y="31"/>
                    <a:pt x="26" y="28"/>
                  </a:cubicBezTo>
                  <a:cubicBezTo>
                    <a:pt x="29" y="27"/>
                    <a:pt x="30" y="24"/>
                    <a:pt x="29" y="20"/>
                  </a:cubicBezTo>
                  <a:cubicBezTo>
                    <a:pt x="28" y="17"/>
                    <a:pt x="25" y="15"/>
                    <a:pt x="22" y="12"/>
                  </a:cubicBezTo>
                  <a:cubicBezTo>
                    <a:pt x="21" y="10"/>
                    <a:pt x="19" y="5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17" name="Freeform 798">
              <a:extLst>
                <a:ext uri="{FF2B5EF4-FFF2-40B4-BE49-F238E27FC236}">
                  <a16:creationId xmlns:a16="http://schemas.microsoft.com/office/drawing/2014/main" id="{0D7D873B-239F-4E7B-B3A5-370F040F8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3081"/>
              <a:ext cx="28" cy="38"/>
            </a:xfrm>
            <a:custGeom>
              <a:avLst/>
              <a:gdLst>
                <a:gd name="T0" fmla="*/ 112 w 14"/>
                <a:gd name="T1" fmla="*/ 170 h 17"/>
                <a:gd name="T2" fmla="*/ 112 w 14"/>
                <a:gd name="T3" fmla="*/ 179 h 17"/>
                <a:gd name="T4" fmla="*/ 32 w 14"/>
                <a:gd name="T5" fmla="*/ 101 h 17"/>
                <a:gd name="T6" fmla="*/ 8 w 14"/>
                <a:gd name="T7" fmla="*/ 9 h 17"/>
                <a:gd name="T8" fmla="*/ 40 w 14"/>
                <a:gd name="T9" fmla="*/ 9 h 17"/>
                <a:gd name="T10" fmla="*/ 40 w 14"/>
                <a:gd name="T11" fmla="*/ 9 h 17"/>
                <a:gd name="T12" fmla="*/ 8 w 14"/>
                <a:gd name="T13" fmla="*/ 9 h 17"/>
                <a:gd name="T14" fmla="*/ 32 w 14"/>
                <a:gd name="T15" fmla="*/ 110 h 17"/>
                <a:gd name="T16" fmla="*/ 112 w 14"/>
                <a:gd name="T17" fmla="*/ 179 h 17"/>
                <a:gd name="T18" fmla="*/ 112 w 14"/>
                <a:gd name="T19" fmla="*/ 17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7">
                  <a:moveTo>
                    <a:pt x="14" y="15"/>
                  </a:moveTo>
                  <a:cubicBezTo>
                    <a:pt x="14" y="15"/>
                    <a:pt x="14" y="15"/>
                    <a:pt x="14" y="16"/>
                  </a:cubicBezTo>
                  <a:cubicBezTo>
                    <a:pt x="13" y="16"/>
                    <a:pt x="9" y="15"/>
                    <a:pt x="4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0" y="5"/>
                    <a:pt x="4" y="10"/>
                  </a:cubicBezTo>
                  <a:cubicBezTo>
                    <a:pt x="9" y="15"/>
                    <a:pt x="12" y="17"/>
                    <a:pt x="14" y="16"/>
                  </a:cubicBezTo>
                  <a:cubicBezTo>
                    <a:pt x="14" y="16"/>
                    <a:pt x="14" y="15"/>
                    <a:pt x="14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18" name="Freeform 799">
              <a:extLst>
                <a:ext uri="{FF2B5EF4-FFF2-40B4-BE49-F238E27FC236}">
                  <a16:creationId xmlns:a16="http://schemas.microsoft.com/office/drawing/2014/main" id="{6ED4283E-AD65-4700-BF4B-0481D49AD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3011"/>
              <a:ext cx="47" cy="62"/>
            </a:xfrm>
            <a:custGeom>
              <a:avLst/>
              <a:gdLst>
                <a:gd name="T0" fmla="*/ 147 w 23"/>
                <a:gd name="T1" fmla="*/ 44 h 28"/>
                <a:gd name="T2" fmla="*/ 92 w 23"/>
                <a:gd name="T3" fmla="*/ 9 h 28"/>
                <a:gd name="T4" fmla="*/ 16 w 23"/>
                <a:gd name="T5" fmla="*/ 173 h 28"/>
                <a:gd name="T6" fmla="*/ 137 w 23"/>
                <a:gd name="T7" fmla="*/ 295 h 28"/>
                <a:gd name="T8" fmla="*/ 196 w 23"/>
                <a:gd name="T9" fmla="*/ 206 h 28"/>
                <a:gd name="T10" fmla="*/ 172 w 23"/>
                <a:gd name="T11" fmla="*/ 117 h 28"/>
                <a:gd name="T12" fmla="*/ 147 w 23"/>
                <a:gd name="T13" fmla="*/ 4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7" y="4"/>
                  </a:moveTo>
                  <a:cubicBezTo>
                    <a:pt x="15" y="2"/>
                    <a:pt x="13" y="1"/>
                    <a:pt x="11" y="1"/>
                  </a:cubicBezTo>
                  <a:cubicBezTo>
                    <a:pt x="3" y="0"/>
                    <a:pt x="0" y="8"/>
                    <a:pt x="2" y="16"/>
                  </a:cubicBezTo>
                  <a:cubicBezTo>
                    <a:pt x="5" y="24"/>
                    <a:pt x="12" y="28"/>
                    <a:pt x="16" y="27"/>
                  </a:cubicBezTo>
                  <a:cubicBezTo>
                    <a:pt x="21" y="26"/>
                    <a:pt x="22" y="23"/>
                    <a:pt x="23" y="19"/>
                  </a:cubicBezTo>
                  <a:cubicBezTo>
                    <a:pt x="23" y="16"/>
                    <a:pt x="21" y="13"/>
                    <a:pt x="20" y="11"/>
                  </a:cubicBezTo>
                  <a:cubicBezTo>
                    <a:pt x="19" y="8"/>
                    <a:pt x="18" y="6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19" name="Freeform 800">
              <a:extLst>
                <a:ext uri="{FF2B5EF4-FFF2-40B4-BE49-F238E27FC236}">
                  <a16:creationId xmlns:a16="http://schemas.microsoft.com/office/drawing/2014/main" id="{AF86BB39-6E45-433C-B2BA-7DFEE7A5D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3027"/>
              <a:ext cx="18" cy="33"/>
            </a:xfrm>
            <a:custGeom>
              <a:avLst/>
              <a:gdLst>
                <a:gd name="T0" fmla="*/ 16 w 9"/>
                <a:gd name="T1" fmla="*/ 0 h 15"/>
                <a:gd name="T2" fmla="*/ 8 w 9"/>
                <a:gd name="T3" fmla="*/ 64 h 15"/>
                <a:gd name="T4" fmla="*/ 40 w 9"/>
                <a:gd name="T5" fmla="*/ 150 h 15"/>
                <a:gd name="T6" fmla="*/ 72 w 9"/>
                <a:gd name="T7" fmla="*/ 150 h 15"/>
                <a:gd name="T8" fmla="*/ 72 w 9"/>
                <a:gd name="T9" fmla="*/ 150 h 15"/>
                <a:gd name="T10" fmla="*/ 40 w 9"/>
                <a:gd name="T11" fmla="*/ 150 h 15"/>
                <a:gd name="T12" fmla="*/ 8 w 9"/>
                <a:gd name="T13" fmla="*/ 64 h 15"/>
                <a:gd name="T14" fmla="*/ 16 w 9"/>
                <a:gd name="T15" fmla="*/ 0 h 15"/>
                <a:gd name="T16" fmla="*/ 40 w 9"/>
                <a:gd name="T17" fmla="*/ 0 h 15"/>
                <a:gd name="T18" fmla="*/ 40 w 9"/>
                <a:gd name="T19" fmla="*/ 0 h 15"/>
                <a:gd name="T20" fmla="*/ 16 w 9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1" y="1"/>
                    <a:pt x="0" y="3"/>
                    <a:pt x="1" y="6"/>
                  </a:cubicBezTo>
                  <a:cubicBezTo>
                    <a:pt x="1" y="9"/>
                    <a:pt x="3" y="12"/>
                    <a:pt x="5" y="14"/>
                  </a:cubicBezTo>
                  <a:cubicBezTo>
                    <a:pt x="6" y="14"/>
                    <a:pt x="7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5"/>
                    <a:pt x="6" y="14"/>
                    <a:pt x="5" y="14"/>
                  </a:cubicBezTo>
                  <a:cubicBezTo>
                    <a:pt x="3" y="12"/>
                    <a:pt x="1" y="9"/>
                    <a:pt x="1" y="6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20" name="Freeform 801">
              <a:extLst>
                <a:ext uri="{FF2B5EF4-FFF2-40B4-BE49-F238E27FC236}">
                  <a16:creationId xmlns:a16="http://schemas.microsoft.com/office/drawing/2014/main" id="{E9DAC07D-5ECD-4731-B4B9-024D35B1A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736"/>
              <a:ext cx="47" cy="63"/>
            </a:xfrm>
            <a:custGeom>
              <a:avLst/>
              <a:gdLst>
                <a:gd name="T0" fmla="*/ 147 w 23"/>
                <a:gd name="T1" fmla="*/ 52 h 29"/>
                <a:gd name="T2" fmla="*/ 92 w 23"/>
                <a:gd name="T3" fmla="*/ 9 h 29"/>
                <a:gd name="T4" fmla="*/ 16 w 23"/>
                <a:gd name="T5" fmla="*/ 165 h 29"/>
                <a:gd name="T6" fmla="*/ 137 w 23"/>
                <a:gd name="T7" fmla="*/ 289 h 29"/>
                <a:gd name="T8" fmla="*/ 196 w 23"/>
                <a:gd name="T9" fmla="*/ 202 h 29"/>
                <a:gd name="T10" fmla="*/ 172 w 23"/>
                <a:gd name="T11" fmla="*/ 113 h 29"/>
                <a:gd name="T12" fmla="*/ 147 w 23"/>
                <a:gd name="T13" fmla="*/ 5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7" y="5"/>
                  </a:moveTo>
                  <a:cubicBezTo>
                    <a:pt x="15" y="3"/>
                    <a:pt x="13" y="1"/>
                    <a:pt x="11" y="1"/>
                  </a:cubicBezTo>
                  <a:cubicBezTo>
                    <a:pt x="3" y="0"/>
                    <a:pt x="0" y="9"/>
                    <a:pt x="2" y="16"/>
                  </a:cubicBezTo>
                  <a:cubicBezTo>
                    <a:pt x="5" y="24"/>
                    <a:pt x="12" y="29"/>
                    <a:pt x="16" y="28"/>
                  </a:cubicBezTo>
                  <a:cubicBezTo>
                    <a:pt x="21" y="27"/>
                    <a:pt x="22" y="24"/>
                    <a:pt x="23" y="20"/>
                  </a:cubicBezTo>
                  <a:cubicBezTo>
                    <a:pt x="23" y="17"/>
                    <a:pt x="21" y="13"/>
                    <a:pt x="20" y="11"/>
                  </a:cubicBezTo>
                  <a:cubicBezTo>
                    <a:pt x="19" y="9"/>
                    <a:pt x="18" y="6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21" name="Freeform 802">
              <a:extLst>
                <a:ext uri="{FF2B5EF4-FFF2-40B4-BE49-F238E27FC236}">
                  <a16:creationId xmlns:a16="http://schemas.microsoft.com/office/drawing/2014/main" id="{29B3A49F-3AF6-4395-BA72-CAB358530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751"/>
              <a:ext cx="19" cy="33"/>
            </a:xfrm>
            <a:custGeom>
              <a:avLst/>
              <a:gdLst>
                <a:gd name="T0" fmla="*/ 17 w 9"/>
                <a:gd name="T1" fmla="*/ 9 h 15"/>
                <a:gd name="T2" fmla="*/ 8 w 9"/>
                <a:gd name="T3" fmla="*/ 64 h 15"/>
                <a:gd name="T4" fmla="*/ 49 w 9"/>
                <a:gd name="T5" fmla="*/ 150 h 15"/>
                <a:gd name="T6" fmla="*/ 84 w 9"/>
                <a:gd name="T7" fmla="*/ 161 h 15"/>
                <a:gd name="T8" fmla="*/ 84 w 9"/>
                <a:gd name="T9" fmla="*/ 161 h 15"/>
                <a:gd name="T10" fmla="*/ 49 w 9"/>
                <a:gd name="T11" fmla="*/ 150 h 15"/>
                <a:gd name="T12" fmla="*/ 8 w 9"/>
                <a:gd name="T13" fmla="*/ 64 h 15"/>
                <a:gd name="T14" fmla="*/ 17 w 9"/>
                <a:gd name="T15" fmla="*/ 9 h 15"/>
                <a:gd name="T16" fmla="*/ 49 w 9"/>
                <a:gd name="T17" fmla="*/ 9 h 15"/>
                <a:gd name="T18" fmla="*/ 49 w 9"/>
                <a:gd name="T19" fmla="*/ 9 h 15"/>
                <a:gd name="T20" fmla="*/ 17 w 9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2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" y="10"/>
                    <a:pt x="3" y="13"/>
                    <a:pt x="5" y="14"/>
                  </a:cubicBezTo>
                  <a:cubicBezTo>
                    <a:pt x="6" y="15"/>
                    <a:pt x="7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7" y="15"/>
                    <a:pt x="6" y="15"/>
                    <a:pt x="5" y="14"/>
                  </a:cubicBezTo>
                  <a:cubicBezTo>
                    <a:pt x="3" y="13"/>
                    <a:pt x="1" y="10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1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22" name="Freeform 803">
              <a:extLst>
                <a:ext uri="{FF2B5EF4-FFF2-40B4-BE49-F238E27FC236}">
                  <a16:creationId xmlns:a16="http://schemas.microsoft.com/office/drawing/2014/main" id="{8401316D-DE07-445B-A23D-8AE6D0A98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042"/>
              <a:ext cx="63" cy="46"/>
            </a:xfrm>
            <a:custGeom>
              <a:avLst/>
              <a:gdLst>
                <a:gd name="T0" fmla="*/ 49 w 31"/>
                <a:gd name="T1" fmla="*/ 9 h 21"/>
                <a:gd name="T2" fmla="*/ 0 w 31"/>
                <a:gd name="T3" fmla="*/ 125 h 21"/>
                <a:gd name="T4" fmla="*/ 136 w 31"/>
                <a:gd name="T5" fmla="*/ 210 h 21"/>
                <a:gd name="T6" fmla="*/ 252 w 31"/>
                <a:gd name="T7" fmla="*/ 96 h 21"/>
                <a:gd name="T8" fmla="*/ 219 w 31"/>
                <a:gd name="T9" fmla="*/ 9 h 21"/>
                <a:gd name="T10" fmla="*/ 136 w 31"/>
                <a:gd name="T11" fmla="*/ 9 h 21"/>
                <a:gd name="T12" fmla="*/ 49 w 31"/>
                <a:gd name="T13" fmla="*/ 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1">
                  <a:moveTo>
                    <a:pt x="6" y="1"/>
                  </a:moveTo>
                  <a:cubicBezTo>
                    <a:pt x="2" y="3"/>
                    <a:pt x="0" y="6"/>
                    <a:pt x="0" y="12"/>
                  </a:cubicBezTo>
                  <a:cubicBezTo>
                    <a:pt x="1" y="19"/>
                    <a:pt x="7" y="21"/>
                    <a:pt x="16" y="20"/>
                  </a:cubicBezTo>
                  <a:cubicBezTo>
                    <a:pt x="24" y="18"/>
                    <a:pt x="29" y="16"/>
                    <a:pt x="30" y="9"/>
                  </a:cubicBezTo>
                  <a:cubicBezTo>
                    <a:pt x="31" y="5"/>
                    <a:pt x="29" y="3"/>
                    <a:pt x="26" y="1"/>
                  </a:cubicBezTo>
                  <a:cubicBezTo>
                    <a:pt x="23" y="0"/>
                    <a:pt x="20" y="1"/>
                    <a:pt x="16" y="1"/>
                  </a:cubicBezTo>
                  <a:cubicBezTo>
                    <a:pt x="14" y="1"/>
                    <a:pt x="10" y="0"/>
                    <a:pt x="6" y="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23" name="Freeform 804">
              <a:extLst>
                <a:ext uri="{FF2B5EF4-FFF2-40B4-BE49-F238E27FC236}">
                  <a16:creationId xmlns:a16="http://schemas.microsoft.com/office/drawing/2014/main" id="{E17542E2-BB58-452A-9B6D-306776C36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055"/>
              <a:ext cx="39" cy="15"/>
            </a:xfrm>
            <a:custGeom>
              <a:avLst/>
              <a:gdLst>
                <a:gd name="T0" fmla="*/ 156 w 19"/>
                <a:gd name="T1" fmla="*/ 0 h 7"/>
                <a:gd name="T2" fmla="*/ 156 w 19"/>
                <a:gd name="T3" fmla="*/ 19 h 7"/>
                <a:gd name="T4" fmla="*/ 68 w 19"/>
                <a:gd name="T5" fmla="*/ 60 h 7"/>
                <a:gd name="T6" fmla="*/ 8 w 19"/>
                <a:gd name="T7" fmla="*/ 41 h 7"/>
                <a:gd name="T8" fmla="*/ 25 w 19"/>
                <a:gd name="T9" fmla="*/ 0 h 7"/>
                <a:gd name="T10" fmla="*/ 25 w 19"/>
                <a:gd name="T11" fmla="*/ 0 h 7"/>
                <a:gd name="T12" fmla="*/ 8 w 19"/>
                <a:gd name="T13" fmla="*/ 41 h 7"/>
                <a:gd name="T14" fmla="*/ 68 w 19"/>
                <a:gd name="T15" fmla="*/ 60 h 7"/>
                <a:gd name="T16" fmla="*/ 164 w 19"/>
                <a:gd name="T17" fmla="*/ 19 h 7"/>
                <a:gd name="T18" fmla="*/ 156 w 19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7">
                  <a:moveTo>
                    <a:pt x="18" y="0"/>
                  </a:moveTo>
                  <a:cubicBezTo>
                    <a:pt x="18" y="0"/>
                    <a:pt x="19" y="1"/>
                    <a:pt x="18" y="2"/>
                  </a:cubicBezTo>
                  <a:cubicBezTo>
                    <a:pt x="18" y="3"/>
                    <a:pt x="15" y="5"/>
                    <a:pt x="8" y="6"/>
                  </a:cubicBezTo>
                  <a:cubicBezTo>
                    <a:pt x="3" y="7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1" y="5"/>
                    <a:pt x="3" y="7"/>
                    <a:pt x="8" y="6"/>
                  </a:cubicBezTo>
                  <a:cubicBezTo>
                    <a:pt x="15" y="6"/>
                    <a:pt x="18" y="3"/>
                    <a:pt x="19" y="2"/>
                  </a:cubicBezTo>
                  <a:cubicBezTo>
                    <a:pt x="19" y="1"/>
                    <a:pt x="19" y="1"/>
                    <a:pt x="1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24" name="Freeform 805">
              <a:extLst>
                <a:ext uri="{FF2B5EF4-FFF2-40B4-BE49-F238E27FC236}">
                  <a16:creationId xmlns:a16="http://schemas.microsoft.com/office/drawing/2014/main" id="{D2FD4E4E-B696-4B0C-BD4B-6859297D8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060"/>
              <a:ext cx="45" cy="51"/>
            </a:xfrm>
            <a:custGeom>
              <a:avLst/>
              <a:gdLst>
                <a:gd name="T0" fmla="*/ 155 w 22"/>
                <a:gd name="T1" fmla="*/ 53 h 23"/>
                <a:gd name="T2" fmla="*/ 104 w 22"/>
                <a:gd name="T3" fmla="*/ 0 h 23"/>
                <a:gd name="T4" fmla="*/ 41 w 22"/>
                <a:gd name="T5" fmla="*/ 20 h 23"/>
                <a:gd name="T6" fmla="*/ 51 w 22"/>
                <a:gd name="T7" fmla="*/ 197 h 23"/>
                <a:gd name="T8" fmla="*/ 172 w 22"/>
                <a:gd name="T9" fmla="*/ 186 h 23"/>
                <a:gd name="T10" fmla="*/ 155 w 22"/>
                <a:gd name="T11" fmla="*/ 5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25" name="Freeform 806">
              <a:extLst>
                <a:ext uri="{FF2B5EF4-FFF2-40B4-BE49-F238E27FC236}">
                  <a16:creationId xmlns:a16="http://schemas.microsoft.com/office/drawing/2014/main" id="{5D48166A-DFE5-4CF8-ACE6-3CFB7B399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069"/>
              <a:ext cx="23" cy="26"/>
            </a:xfrm>
            <a:custGeom>
              <a:avLst/>
              <a:gdLst>
                <a:gd name="T0" fmla="*/ 100 w 11"/>
                <a:gd name="T1" fmla="*/ 80 h 12"/>
                <a:gd name="T2" fmla="*/ 75 w 11"/>
                <a:gd name="T3" fmla="*/ 121 h 12"/>
                <a:gd name="T4" fmla="*/ 17 w 11"/>
                <a:gd name="T5" fmla="*/ 80 h 12"/>
                <a:gd name="T6" fmla="*/ 8 w 11"/>
                <a:gd name="T7" fmla="*/ 20 h 12"/>
                <a:gd name="T8" fmla="*/ 44 w 11"/>
                <a:gd name="T9" fmla="*/ 0 h 12"/>
                <a:gd name="T10" fmla="*/ 44 w 11"/>
                <a:gd name="T11" fmla="*/ 0 h 12"/>
                <a:gd name="T12" fmla="*/ 8 w 11"/>
                <a:gd name="T13" fmla="*/ 20 h 12"/>
                <a:gd name="T14" fmla="*/ 17 w 11"/>
                <a:gd name="T15" fmla="*/ 80 h 12"/>
                <a:gd name="T16" fmla="*/ 75 w 11"/>
                <a:gd name="T17" fmla="*/ 121 h 12"/>
                <a:gd name="T18" fmla="*/ 100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26" name="Freeform 807">
              <a:extLst>
                <a:ext uri="{FF2B5EF4-FFF2-40B4-BE49-F238E27FC236}">
                  <a16:creationId xmlns:a16="http://schemas.microsoft.com/office/drawing/2014/main" id="{D0DA1F9C-52EC-4BEA-9D4F-BC883B380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069"/>
              <a:ext cx="61" cy="59"/>
            </a:xfrm>
            <a:custGeom>
              <a:avLst/>
              <a:gdLst>
                <a:gd name="T0" fmla="*/ 169 w 30"/>
                <a:gd name="T1" fmla="*/ 33 h 27"/>
                <a:gd name="T2" fmla="*/ 92 w 30"/>
                <a:gd name="T3" fmla="*/ 9 h 27"/>
                <a:gd name="T4" fmla="*/ 24 w 30"/>
                <a:gd name="T5" fmla="*/ 61 h 27"/>
                <a:gd name="T6" fmla="*/ 128 w 30"/>
                <a:gd name="T7" fmla="*/ 262 h 27"/>
                <a:gd name="T8" fmla="*/ 252 w 30"/>
                <a:gd name="T9" fmla="*/ 157 h 27"/>
                <a:gd name="T10" fmla="*/ 169 w 30"/>
                <a:gd name="T11" fmla="*/ 3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7">
                  <a:moveTo>
                    <a:pt x="20" y="3"/>
                  </a:moveTo>
                  <a:cubicBezTo>
                    <a:pt x="17" y="1"/>
                    <a:pt x="14" y="0"/>
                    <a:pt x="11" y="1"/>
                  </a:cubicBezTo>
                  <a:cubicBezTo>
                    <a:pt x="8" y="2"/>
                    <a:pt x="5" y="3"/>
                    <a:pt x="3" y="6"/>
                  </a:cubicBezTo>
                  <a:cubicBezTo>
                    <a:pt x="0" y="13"/>
                    <a:pt x="6" y="22"/>
                    <a:pt x="15" y="25"/>
                  </a:cubicBezTo>
                  <a:cubicBezTo>
                    <a:pt x="24" y="27"/>
                    <a:pt x="30" y="21"/>
                    <a:pt x="30" y="15"/>
                  </a:cubicBezTo>
                  <a:cubicBezTo>
                    <a:pt x="29" y="10"/>
                    <a:pt x="27" y="8"/>
                    <a:pt x="20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27" name="Freeform 808">
              <a:extLst>
                <a:ext uri="{FF2B5EF4-FFF2-40B4-BE49-F238E27FC236}">
                  <a16:creationId xmlns:a16="http://schemas.microsoft.com/office/drawing/2014/main" id="{BC345C0F-C891-4A18-AEC2-94218B24A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082"/>
              <a:ext cx="33" cy="31"/>
            </a:xfrm>
            <a:custGeom>
              <a:avLst/>
              <a:gdLst>
                <a:gd name="T0" fmla="*/ 132 w 16"/>
                <a:gd name="T1" fmla="*/ 64 h 14"/>
                <a:gd name="T2" fmla="*/ 124 w 16"/>
                <a:gd name="T3" fmla="*/ 117 h 14"/>
                <a:gd name="T4" fmla="*/ 43 w 16"/>
                <a:gd name="T5" fmla="*/ 117 h 14"/>
                <a:gd name="T6" fmla="*/ 8 w 16"/>
                <a:gd name="T7" fmla="*/ 44 h 14"/>
                <a:gd name="T8" fmla="*/ 25 w 16"/>
                <a:gd name="T9" fmla="*/ 0 h 14"/>
                <a:gd name="T10" fmla="*/ 25 w 16"/>
                <a:gd name="T11" fmla="*/ 0 h 14"/>
                <a:gd name="T12" fmla="*/ 0 w 16"/>
                <a:gd name="T13" fmla="*/ 44 h 14"/>
                <a:gd name="T14" fmla="*/ 35 w 16"/>
                <a:gd name="T15" fmla="*/ 117 h 14"/>
                <a:gd name="T16" fmla="*/ 124 w 16"/>
                <a:gd name="T17" fmla="*/ 133 h 14"/>
                <a:gd name="T18" fmla="*/ 132 w 16"/>
                <a:gd name="T19" fmla="*/ 6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4">
                  <a:moveTo>
                    <a:pt x="15" y="6"/>
                  </a:moveTo>
                  <a:cubicBezTo>
                    <a:pt x="16" y="8"/>
                    <a:pt x="16" y="10"/>
                    <a:pt x="14" y="11"/>
                  </a:cubicBezTo>
                  <a:cubicBezTo>
                    <a:pt x="12" y="13"/>
                    <a:pt x="8" y="13"/>
                    <a:pt x="5" y="11"/>
                  </a:cubicBezTo>
                  <a:cubicBezTo>
                    <a:pt x="1" y="8"/>
                    <a:pt x="1" y="6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4"/>
                  </a:cubicBezTo>
                  <a:cubicBezTo>
                    <a:pt x="0" y="6"/>
                    <a:pt x="1" y="8"/>
                    <a:pt x="4" y="11"/>
                  </a:cubicBezTo>
                  <a:cubicBezTo>
                    <a:pt x="8" y="14"/>
                    <a:pt x="12" y="13"/>
                    <a:pt x="14" y="12"/>
                  </a:cubicBezTo>
                  <a:cubicBezTo>
                    <a:pt x="16" y="10"/>
                    <a:pt x="16" y="8"/>
                    <a:pt x="15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28" name="Freeform 809">
              <a:extLst>
                <a:ext uri="{FF2B5EF4-FFF2-40B4-BE49-F238E27FC236}">
                  <a16:creationId xmlns:a16="http://schemas.microsoft.com/office/drawing/2014/main" id="{BAE6DFC9-0551-49B2-9B5E-CDBC4E6AC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2054"/>
              <a:ext cx="43" cy="50"/>
            </a:xfrm>
            <a:custGeom>
              <a:avLst/>
              <a:gdLst>
                <a:gd name="T0" fmla="*/ 147 w 21"/>
                <a:gd name="T1" fmla="*/ 61 h 23"/>
                <a:gd name="T2" fmla="*/ 96 w 21"/>
                <a:gd name="T3" fmla="*/ 0 h 23"/>
                <a:gd name="T4" fmla="*/ 33 w 21"/>
                <a:gd name="T5" fmla="*/ 20 h 23"/>
                <a:gd name="T6" fmla="*/ 51 w 21"/>
                <a:gd name="T7" fmla="*/ 185 h 23"/>
                <a:gd name="T8" fmla="*/ 172 w 21"/>
                <a:gd name="T9" fmla="*/ 174 h 23"/>
                <a:gd name="T10" fmla="*/ 147 w 21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5"/>
                    <a:pt x="0" y="14"/>
                    <a:pt x="6" y="18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29" name="Freeform 810">
              <a:extLst>
                <a:ext uri="{FF2B5EF4-FFF2-40B4-BE49-F238E27FC236}">
                  <a16:creationId xmlns:a16="http://schemas.microsoft.com/office/drawing/2014/main" id="{9B987395-84E5-4853-9AD4-7EBFD7741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063"/>
              <a:ext cx="23" cy="28"/>
            </a:xfrm>
            <a:custGeom>
              <a:avLst/>
              <a:gdLst>
                <a:gd name="T0" fmla="*/ 100 w 11"/>
                <a:gd name="T1" fmla="*/ 80 h 13"/>
                <a:gd name="T2" fmla="*/ 84 w 11"/>
                <a:gd name="T3" fmla="*/ 121 h 13"/>
                <a:gd name="T4" fmla="*/ 17 w 11"/>
                <a:gd name="T5" fmla="*/ 80 h 13"/>
                <a:gd name="T6" fmla="*/ 17 w 11"/>
                <a:gd name="T7" fmla="*/ 19 h 13"/>
                <a:gd name="T8" fmla="*/ 44 w 11"/>
                <a:gd name="T9" fmla="*/ 0 h 13"/>
                <a:gd name="T10" fmla="*/ 44 w 11"/>
                <a:gd name="T11" fmla="*/ 0 h 13"/>
                <a:gd name="T12" fmla="*/ 17 w 11"/>
                <a:gd name="T13" fmla="*/ 19 h 13"/>
                <a:gd name="T14" fmla="*/ 17 w 11"/>
                <a:gd name="T15" fmla="*/ 80 h 13"/>
                <a:gd name="T16" fmla="*/ 84 w 11"/>
                <a:gd name="T17" fmla="*/ 121 h 13"/>
                <a:gd name="T18" fmla="*/ 100 w 11"/>
                <a:gd name="T19" fmla="*/ 8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9" y="12"/>
                  </a:cubicBezTo>
                  <a:cubicBezTo>
                    <a:pt x="7" y="13"/>
                    <a:pt x="4" y="11"/>
                    <a:pt x="2" y="8"/>
                  </a:cubicBezTo>
                  <a:cubicBezTo>
                    <a:pt x="1" y="5"/>
                    <a:pt x="1" y="3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1"/>
                    <a:pt x="2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2"/>
                    <a:pt x="7" y="13"/>
                    <a:pt x="9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30" name="Freeform 811">
              <a:extLst>
                <a:ext uri="{FF2B5EF4-FFF2-40B4-BE49-F238E27FC236}">
                  <a16:creationId xmlns:a16="http://schemas.microsoft.com/office/drawing/2014/main" id="{5770F6E2-2057-4B79-BF36-BB1A69277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172"/>
              <a:ext cx="45" cy="50"/>
            </a:xfrm>
            <a:custGeom>
              <a:avLst/>
              <a:gdLst>
                <a:gd name="T0" fmla="*/ 155 w 22"/>
                <a:gd name="T1" fmla="*/ 61 h 23"/>
                <a:gd name="T2" fmla="*/ 104 w 22"/>
                <a:gd name="T3" fmla="*/ 9 h 23"/>
                <a:gd name="T4" fmla="*/ 41 w 22"/>
                <a:gd name="T5" fmla="*/ 20 h 23"/>
                <a:gd name="T6" fmla="*/ 51 w 22"/>
                <a:gd name="T7" fmla="*/ 193 h 23"/>
                <a:gd name="T8" fmla="*/ 172 w 22"/>
                <a:gd name="T9" fmla="*/ 174 h 23"/>
                <a:gd name="T10" fmla="*/ 155 w 22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4"/>
                    <a:pt x="15" y="1"/>
                    <a:pt x="12" y="1"/>
                  </a:cubicBezTo>
                  <a:cubicBezTo>
                    <a:pt x="10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31" name="Freeform 812">
              <a:extLst>
                <a:ext uri="{FF2B5EF4-FFF2-40B4-BE49-F238E27FC236}">
                  <a16:creationId xmlns:a16="http://schemas.microsoft.com/office/drawing/2014/main" id="{33D78931-2DA4-4633-B3B2-99BAB07C7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183"/>
              <a:ext cx="23" cy="26"/>
            </a:xfrm>
            <a:custGeom>
              <a:avLst/>
              <a:gdLst>
                <a:gd name="T0" fmla="*/ 100 w 11"/>
                <a:gd name="T1" fmla="*/ 80 h 12"/>
                <a:gd name="T2" fmla="*/ 75 w 11"/>
                <a:gd name="T3" fmla="*/ 121 h 12"/>
                <a:gd name="T4" fmla="*/ 17 w 11"/>
                <a:gd name="T5" fmla="*/ 80 h 12"/>
                <a:gd name="T6" fmla="*/ 8 w 11"/>
                <a:gd name="T7" fmla="*/ 20 h 12"/>
                <a:gd name="T8" fmla="*/ 44 w 11"/>
                <a:gd name="T9" fmla="*/ 0 h 12"/>
                <a:gd name="T10" fmla="*/ 44 w 11"/>
                <a:gd name="T11" fmla="*/ 0 h 12"/>
                <a:gd name="T12" fmla="*/ 8 w 11"/>
                <a:gd name="T13" fmla="*/ 20 h 12"/>
                <a:gd name="T14" fmla="*/ 17 w 11"/>
                <a:gd name="T15" fmla="*/ 80 h 12"/>
                <a:gd name="T16" fmla="*/ 75 w 11"/>
                <a:gd name="T17" fmla="*/ 121 h 12"/>
                <a:gd name="T18" fmla="*/ 100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32" name="Freeform 813">
              <a:extLst>
                <a:ext uri="{FF2B5EF4-FFF2-40B4-BE49-F238E27FC236}">
                  <a16:creationId xmlns:a16="http://schemas.microsoft.com/office/drawing/2014/main" id="{717D5A92-435F-488A-AA53-DFDC14EAF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222"/>
              <a:ext cx="58" cy="68"/>
            </a:xfrm>
            <a:custGeom>
              <a:avLst/>
              <a:gdLst>
                <a:gd name="T0" fmla="*/ 133 w 28"/>
                <a:gd name="T1" fmla="*/ 33 h 31"/>
                <a:gd name="T2" fmla="*/ 35 w 28"/>
                <a:gd name="T3" fmla="*/ 33 h 31"/>
                <a:gd name="T4" fmla="*/ 64 w 28"/>
                <a:gd name="T5" fmla="*/ 222 h 31"/>
                <a:gd name="T6" fmla="*/ 215 w 28"/>
                <a:gd name="T7" fmla="*/ 307 h 31"/>
                <a:gd name="T8" fmla="*/ 240 w 28"/>
                <a:gd name="T9" fmla="*/ 222 h 31"/>
                <a:gd name="T10" fmla="*/ 189 w 28"/>
                <a:gd name="T11" fmla="*/ 125 h 31"/>
                <a:gd name="T12" fmla="*/ 133 w 28"/>
                <a:gd name="T13" fmla="*/ 3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15" y="3"/>
                  </a:moveTo>
                  <a:cubicBezTo>
                    <a:pt x="12" y="0"/>
                    <a:pt x="8" y="0"/>
                    <a:pt x="4" y="3"/>
                  </a:cubicBezTo>
                  <a:cubicBezTo>
                    <a:pt x="0" y="7"/>
                    <a:pt x="1" y="14"/>
                    <a:pt x="7" y="21"/>
                  </a:cubicBezTo>
                  <a:cubicBezTo>
                    <a:pt x="13" y="28"/>
                    <a:pt x="17" y="31"/>
                    <a:pt x="24" y="29"/>
                  </a:cubicBezTo>
                  <a:cubicBezTo>
                    <a:pt x="27" y="28"/>
                    <a:pt x="28" y="25"/>
                    <a:pt x="27" y="21"/>
                  </a:cubicBezTo>
                  <a:cubicBezTo>
                    <a:pt x="26" y="17"/>
                    <a:pt x="24" y="16"/>
                    <a:pt x="21" y="12"/>
                  </a:cubicBezTo>
                  <a:cubicBezTo>
                    <a:pt x="20" y="10"/>
                    <a:pt x="19" y="5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33" name="Freeform 814">
              <a:extLst>
                <a:ext uri="{FF2B5EF4-FFF2-40B4-BE49-F238E27FC236}">
                  <a16:creationId xmlns:a16="http://schemas.microsoft.com/office/drawing/2014/main" id="{5439A126-F7C0-4130-84A7-CC8EC91CA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233"/>
              <a:ext cx="26" cy="39"/>
            </a:xfrm>
            <a:custGeom>
              <a:avLst/>
              <a:gdLst>
                <a:gd name="T0" fmla="*/ 104 w 13"/>
                <a:gd name="T1" fmla="*/ 165 h 18"/>
                <a:gd name="T2" fmla="*/ 104 w 13"/>
                <a:gd name="T3" fmla="*/ 173 h 18"/>
                <a:gd name="T4" fmla="*/ 24 w 13"/>
                <a:gd name="T5" fmla="*/ 104 h 18"/>
                <a:gd name="T6" fmla="*/ 8 w 13"/>
                <a:gd name="T7" fmla="*/ 20 h 18"/>
                <a:gd name="T8" fmla="*/ 40 w 13"/>
                <a:gd name="T9" fmla="*/ 20 h 18"/>
                <a:gd name="T10" fmla="*/ 40 w 13"/>
                <a:gd name="T11" fmla="*/ 20 h 18"/>
                <a:gd name="T12" fmla="*/ 8 w 13"/>
                <a:gd name="T13" fmla="*/ 9 h 18"/>
                <a:gd name="T14" fmla="*/ 24 w 13"/>
                <a:gd name="T15" fmla="*/ 104 h 18"/>
                <a:gd name="T16" fmla="*/ 104 w 13"/>
                <a:gd name="T17" fmla="*/ 173 h 18"/>
                <a:gd name="T18" fmla="*/ 104 w 13"/>
                <a:gd name="T19" fmla="*/ 16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8">
                  <a:moveTo>
                    <a:pt x="13" y="16"/>
                  </a:moveTo>
                  <a:cubicBezTo>
                    <a:pt x="13" y="16"/>
                    <a:pt x="13" y="17"/>
                    <a:pt x="13" y="17"/>
                  </a:cubicBezTo>
                  <a:cubicBezTo>
                    <a:pt x="11" y="18"/>
                    <a:pt x="8" y="16"/>
                    <a:pt x="3" y="10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2" y="1"/>
                    <a:pt x="3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0" y="3"/>
                    <a:pt x="0" y="6"/>
                    <a:pt x="3" y="10"/>
                  </a:cubicBezTo>
                  <a:cubicBezTo>
                    <a:pt x="8" y="16"/>
                    <a:pt x="11" y="18"/>
                    <a:pt x="13" y="17"/>
                  </a:cubicBezTo>
                  <a:cubicBezTo>
                    <a:pt x="13" y="17"/>
                    <a:pt x="13" y="17"/>
                    <a:pt x="13" y="1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34" name="Freeform 815">
              <a:extLst>
                <a:ext uri="{FF2B5EF4-FFF2-40B4-BE49-F238E27FC236}">
                  <a16:creationId xmlns:a16="http://schemas.microsoft.com/office/drawing/2014/main" id="{380E4762-D4F9-4E1A-B1D1-883C9C7D4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198"/>
              <a:ext cx="45" cy="50"/>
            </a:xfrm>
            <a:custGeom>
              <a:avLst/>
              <a:gdLst>
                <a:gd name="T0" fmla="*/ 155 w 22"/>
                <a:gd name="T1" fmla="*/ 61 h 23"/>
                <a:gd name="T2" fmla="*/ 104 w 22"/>
                <a:gd name="T3" fmla="*/ 0 h 23"/>
                <a:gd name="T4" fmla="*/ 41 w 22"/>
                <a:gd name="T5" fmla="*/ 20 h 23"/>
                <a:gd name="T6" fmla="*/ 59 w 22"/>
                <a:gd name="T7" fmla="*/ 185 h 23"/>
                <a:gd name="T8" fmla="*/ 172 w 22"/>
                <a:gd name="T9" fmla="*/ 174 h 23"/>
                <a:gd name="T10" fmla="*/ 155 w 22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7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35" name="Freeform 816">
              <a:extLst>
                <a:ext uri="{FF2B5EF4-FFF2-40B4-BE49-F238E27FC236}">
                  <a16:creationId xmlns:a16="http://schemas.microsoft.com/office/drawing/2014/main" id="{F7F28D71-DE3D-4848-8F00-F32C92EB3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207"/>
              <a:ext cx="23" cy="28"/>
            </a:xfrm>
            <a:custGeom>
              <a:avLst/>
              <a:gdLst>
                <a:gd name="T0" fmla="*/ 100 w 11"/>
                <a:gd name="T1" fmla="*/ 80 h 13"/>
                <a:gd name="T2" fmla="*/ 75 w 11"/>
                <a:gd name="T3" fmla="*/ 121 h 13"/>
                <a:gd name="T4" fmla="*/ 17 w 11"/>
                <a:gd name="T5" fmla="*/ 80 h 13"/>
                <a:gd name="T6" fmla="*/ 8 w 11"/>
                <a:gd name="T7" fmla="*/ 19 h 13"/>
                <a:gd name="T8" fmla="*/ 44 w 11"/>
                <a:gd name="T9" fmla="*/ 0 h 13"/>
                <a:gd name="T10" fmla="*/ 44 w 11"/>
                <a:gd name="T11" fmla="*/ 0 h 13"/>
                <a:gd name="T12" fmla="*/ 8 w 11"/>
                <a:gd name="T13" fmla="*/ 19 h 13"/>
                <a:gd name="T14" fmla="*/ 17 w 11"/>
                <a:gd name="T15" fmla="*/ 80 h 13"/>
                <a:gd name="T16" fmla="*/ 75 w 11"/>
                <a:gd name="T17" fmla="*/ 121 h 13"/>
                <a:gd name="T18" fmla="*/ 100 w 11"/>
                <a:gd name="T19" fmla="*/ 8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8" y="12"/>
                  </a:cubicBezTo>
                  <a:cubicBezTo>
                    <a:pt x="6" y="13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2"/>
                    <a:pt x="6" y="13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36" name="Freeform 817">
              <a:extLst>
                <a:ext uri="{FF2B5EF4-FFF2-40B4-BE49-F238E27FC236}">
                  <a16:creationId xmlns:a16="http://schemas.microsoft.com/office/drawing/2014/main" id="{F7DD7431-04E4-4874-8416-79C52483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257"/>
              <a:ext cx="45" cy="50"/>
            </a:xfrm>
            <a:custGeom>
              <a:avLst/>
              <a:gdLst>
                <a:gd name="T0" fmla="*/ 155 w 22"/>
                <a:gd name="T1" fmla="*/ 61 h 23"/>
                <a:gd name="T2" fmla="*/ 104 w 22"/>
                <a:gd name="T3" fmla="*/ 9 h 23"/>
                <a:gd name="T4" fmla="*/ 41 w 22"/>
                <a:gd name="T5" fmla="*/ 20 h 23"/>
                <a:gd name="T6" fmla="*/ 59 w 22"/>
                <a:gd name="T7" fmla="*/ 193 h 23"/>
                <a:gd name="T8" fmla="*/ 172 w 22"/>
                <a:gd name="T9" fmla="*/ 174 h 23"/>
                <a:gd name="T10" fmla="*/ 155 w 22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1"/>
                  </a:cubicBezTo>
                  <a:cubicBezTo>
                    <a:pt x="10" y="0"/>
                    <a:pt x="7" y="1"/>
                    <a:pt x="5" y="2"/>
                  </a:cubicBezTo>
                  <a:cubicBezTo>
                    <a:pt x="0" y="6"/>
                    <a:pt x="1" y="14"/>
                    <a:pt x="7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37" name="Freeform 818">
              <a:extLst>
                <a:ext uri="{FF2B5EF4-FFF2-40B4-BE49-F238E27FC236}">
                  <a16:creationId xmlns:a16="http://schemas.microsoft.com/office/drawing/2014/main" id="{A60CF518-E286-4FD6-96DD-19997FA62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268"/>
              <a:ext cx="23" cy="26"/>
            </a:xfrm>
            <a:custGeom>
              <a:avLst/>
              <a:gdLst>
                <a:gd name="T0" fmla="*/ 100 w 11"/>
                <a:gd name="T1" fmla="*/ 80 h 12"/>
                <a:gd name="T2" fmla="*/ 75 w 11"/>
                <a:gd name="T3" fmla="*/ 113 h 12"/>
                <a:gd name="T4" fmla="*/ 17 w 11"/>
                <a:gd name="T5" fmla="*/ 72 h 12"/>
                <a:gd name="T6" fmla="*/ 8 w 11"/>
                <a:gd name="T7" fmla="*/ 9 h 12"/>
                <a:gd name="T8" fmla="*/ 44 w 11"/>
                <a:gd name="T9" fmla="*/ 0 h 12"/>
                <a:gd name="T10" fmla="*/ 44 w 11"/>
                <a:gd name="T11" fmla="*/ 0 h 12"/>
                <a:gd name="T12" fmla="*/ 8 w 11"/>
                <a:gd name="T13" fmla="*/ 9 h 12"/>
                <a:gd name="T14" fmla="*/ 17 w 11"/>
                <a:gd name="T15" fmla="*/ 80 h 12"/>
                <a:gd name="T16" fmla="*/ 75 w 11"/>
                <a:gd name="T17" fmla="*/ 121 h 12"/>
                <a:gd name="T18" fmla="*/ 100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1"/>
                  </a:cubicBezTo>
                  <a:cubicBezTo>
                    <a:pt x="6" y="12"/>
                    <a:pt x="4" y="11"/>
                    <a:pt x="2" y="7"/>
                  </a:cubicBezTo>
                  <a:cubicBezTo>
                    <a:pt x="0" y="4"/>
                    <a:pt x="1" y="3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1" y="2"/>
                    <a:pt x="0" y="4"/>
                    <a:pt x="2" y="8"/>
                  </a:cubicBezTo>
                  <a:cubicBezTo>
                    <a:pt x="4" y="11"/>
                    <a:pt x="6" y="12"/>
                    <a:pt x="8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38" name="Freeform 819">
              <a:extLst>
                <a:ext uri="{FF2B5EF4-FFF2-40B4-BE49-F238E27FC236}">
                  <a16:creationId xmlns:a16="http://schemas.microsoft.com/office/drawing/2014/main" id="{817C3117-3F2C-4CDA-A827-5B8902CAF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18"/>
              <a:ext cx="44" cy="51"/>
            </a:xfrm>
            <a:custGeom>
              <a:avLst/>
              <a:gdLst>
                <a:gd name="T0" fmla="*/ 168 w 21"/>
                <a:gd name="T1" fmla="*/ 64 h 23"/>
                <a:gd name="T2" fmla="*/ 109 w 21"/>
                <a:gd name="T3" fmla="*/ 9 h 23"/>
                <a:gd name="T4" fmla="*/ 44 w 21"/>
                <a:gd name="T5" fmla="*/ 20 h 23"/>
                <a:gd name="T6" fmla="*/ 57 w 21"/>
                <a:gd name="T7" fmla="*/ 206 h 23"/>
                <a:gd name="T8" fmla="*/ 184 w 21"/>
                <a:gd name="T9" fmla="*/ 186 h 23"/>
                <a:gd name="T10" fmla="*/ 168 w 21"/>
                <a:gd name="T11" fmla="*/ 6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4" y="1"/>
                    <a:pt x="12" y="1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39" name="Freeform 820">
              <a:extLst>
                <a:ext uri="{FF2B5EF4-FFF2-40B4-BE49-F238E27FC236}">
                  <a16:creationId xmlns:a16="http://schemas.microsoft.com/office/drawing/2014/main" id="{7A00C041-B557-4CE3-8D1D-522B5BB5A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329"/>
              <a:ext cx="20" cy="26"/>
            </a:xfrm>
            <a:custGeom>
              <a:avLst/>
              <a:gdLst>
                <a:gd name="T0" fmla="*/ 80 w 10"/>
                <a:gd name="T1" fmla="*/ 80 h 12"/>
                <a:gd name="T2" fmla="*/ 64 w 10"/>
                <a:gd name="T3" fmla="*/ 113 h 12"/>
                <a:gd name="T4" fmla="*/ 16 w 10"/>
                <a:gd name="T5" fmla="*/ 72 h 12"/>
                <a:gd name="T6" fmla="*/ 8 w 10"/>
                <a:gd name="T7" fmla="*/ 9 h 12"/>
                <a:gd name="T8" fmla="*/ 32 w 10"/>
                <a:gd name="T9" fmla="*/ 0 h 12"/>
                <a:gd name="T10" fmla="*/ 32 w 10"/>
                <a:gd name="T11" fmla="*/ 0 h 12"/>
                <a:gd name="T12" fmla="*/ 8 w 10"/>
                <a:gd name="T13" fmla="*/ 9 h 12"/>
                <a:gd name="T14" fmla="*/ 8 w 10"/>
                <a:gd name="T15" fmla="*/ 80 h 12"/>
                <a:gd name="T16" fmla="*/ 64 w 10"/>
                <a:gd name="T17" fmla="*/ 121 h 12"/>
                <a:gd name="T18" fmla="*/ 80 w 10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1"/>
                  </a:cubicBezTo>
                  <a:cubicBezTo>
                    <a:pt x="6" y="12"/>
                    <a:pt x="3" y="11"/>
                    <a:pt x="2" y="7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4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0" y="11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40" name="Freeform 821">
              <a:extLst>
                <a:ext uri="{FF2B5EF4-FFF2-40B4-BE49-F238E27FC236}">
                  <a16:creationId xmlns:a16="http://schemas.microsoft.com/office/drawing/2014/main" id="{A0E2B124-20E5-4964-AC5A-E38D31EB6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642"/>
              <a:ext cx="45" cy="50"/>
            </a:xfrm>
            <a:custGeom>
              <a:avLst/>
              <a:gdLst>
                <a:gd name="T0" fmla="*/ 155 w 22"/>
                <a:gd name="T1" fmla="*/ 52 h 23"/>
                <a:gd name="T2" fmla="*/ 104 w 22"/>
                <a:gd name="T3" fmla="*/ 0 h 23"/>
                <a:gd name="T4" fmla="*/ 41 w 22"/>
                <a:gd name="T5" fmla="*/ 20 h 23"/>
                <a:gd name="T6" fmla="*/ 59 w 22"/>
                <a:gd name="T7" fmla="*/ 185 h 23"/>
                <a:gd name="T8" fmla="*/ 172 w 22"/>
                <a:gd name="T9" fmla="*/ 174 h 23"/>
                <a:gd name="T10" fmla="*/ 155 w 22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5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5"/>
                    <a:pt x="1" y="14"/>
                    <a:pt x="7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41" name="Freeform 822">
              <a:extLst>
                <a:ext uri="{FF2B5EF4-FFF2-40B4-BE49-F238E27FC236}">
                  <a16:creationId xmlns:a16="http://schemas.microsoft.com/office/drawing/2014/main" id="{4F3FA126-95E0-4399-9DCB-4E3D64993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651"/>
              <a:ext cx="22" cy="26"/>
            </a:xfrm>
            <a:custGeom>
              <a:avLst/>
              <a:gdLst>
                <a:gd name="T0" fmla="*/ 88 w 11"/>
                <a:gd name="T1" fmla="*/ 80 h 12"/>
                <a:gd name="T2" fmla="*/ 64 w 11"/>
                <a:gd name="T3" fmla="*/ 121 h 12"/>
                <a:gd name="T4" fmla="*/ 16 w 11"/>
                <a:gd name="T5" fmla="*/ 80 h 12"/>
                <a:gd name="T6" fmla="*/ 8 w 11"/>
                <a:gd name="T7" fmla="*/ 20 h 12"/>
                <a:gd name="T8" fmla="*/ 40 w 11"/>
                <a:gd name="T9" fmla="*/ 0 h 12"/>
                <a:gd name="T10" fmla="*/ 40 w 11"/>
                <a:gd name="T11" fmla="*/ 0 h 12"/>
                <a:gd name="T12" fmla="*/ 8 w 11"/>
                <a:gd name="T13" fmla="*/ 20 h 12"/>
                <a:gd name="T14" fmla="*/ 16 w 11"/>
                <a:gd name="T15" fmla="*/ 80 h 12"/>
                <a:gd name="T16" fmla="*/ 64 w 11"/>
                <a:gd name="T17" fmla="*/ 121 h 12"/>
                <a:gd name="T18" fmla="*/ 88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6" y="12"/>
                    <a:pt x="4" y="11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6" y="12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42" name="Freeform 823">
              <a:extLst>
                <a:ext uri="{FF2B5EF4-FFF2-40B4-BE49-F238E27FC236}">
                  <a16:creationId xmlns:a16="http://schemas.microsoft.com/office/drawing/2014/main" id="{930B2A86-3239-423F-BF0C-86EA09641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3049"/>
              <a:ext cx="43" cy="50"/>
            </a:xfrm>
            <a:custGeom>
              <a:avLst/>
              <a:gdLst>
                <a:gd name="T0" fmla="*/ 147 w 21"/>
                <a:gd name="T1" fmla="*/ 52 h 23"/>
                <a:gd name="T2" fmla="*/ 96 w 21"/>
                <a:gd name="T3" fmla="*/ 0 h 23"/>
                <a:gd name="T4" fmla="*/ 33 w 21"/>
                <a:gd name="T5" fmla="*/ 20 h 23"/>
                <a:gd name="T6" fmla="*/ 51 w 21"/>
                <a:gd name="T7" fmla="*/ 185 h 23"/>
                <a:gd name="T8" fmla="*/ 172 w 21"/>
                <a:gd name="T9" fmla="*/ 174 h 23"/>
                <a:gd name="T10" fmla="*/ 147 w 21"/>
                <a:gd name="T11" fmla="*/ 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5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5"/>
                    <a:pt x="0" y="14"/>
                    <a:pt x="6" y="18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43" name="Freeform 824">
              <a:extLst>
                <a:ext uri="{FF2B5EF4-FFF2-40B4-BE49-F238E27FC236}">
                  <a16:creationId xmlns:a16="http://schemas.microsoft.com/office/drawing/2014/main" id="{9D5CD2DD-B5BC-4D7C-84FC-15C53E730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3057"/>
              <a:ext cx="23" cy="27"/>
            </a:xfrm>
            <a:custGeom>
              <a:avLst/>
              <a:gdLst>
                <a:gd name="T0" fmla="*/ 100 w 11"/>
                <a:gd name="T1" fmla="*/ 92 h 12"/>
                <a:gd name="T2" fmla="*/ 84 w 11"/>
                <a:gd name="T3" fmla="*/ 137 h 12"/>
                <a:gd name="T4" fmla="*/ 17 w 11"/>
                <a:gd name="T5" fmla="*/ 92 h 12"/>
                <a:gd name="T6" fmla="*/ 17 w 11"/>
                <a:gd name="T7" fmla="*/ 25 h 12"/>
                <a:gd name="T8" fmla="*/ 44 w 11"/>
                <a:gd name="T9" fmla="*/ 0 h 12"/>
                <a:gd name="T10" fmla="*/ 44 w 11"/>
                <a:gd name="T11" fmla="*/ 0 h 12"/>
                <a:gd name="T12" fmla="*/ 17 w 11"/>
                <a:gd name="T13" fmla="*/ 25 h 12"/>
                <a:gd name="T14" fmla="*/ 17 w 11"/>
                <a:gd name="T15" fmla="*/ 92 h 12"/>
                <a:gd name="T16" fmla="*/ 84 w 11"/>
                <a:gd name="T17" fmla="*/ 137 h 12"/>
                <a:gd name="T18" fmla="*/ 100 w 11"/>
                <a:gd name="T19" fmla="*/ 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1" y="3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2"/>
                    <a:pt x="9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44" name="Freeform 825">
              <a:extLst>
                <a:ext uri="{FF2B5EF4-FFF2-40B4-BE49-F238E27FC236}">
                  <a16:creationId xmlns:a16="http://schemas.microsoft.com/office/drawing/2014/main" id="{5FD2104C-D772-4BBB-806E-55020FB97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170"/>
              <a:ext cx="43" cy="50"/>
            </a:xfrm>
            <a:custGeom>
              <a:avLst/>
              <a:gdLst>
                <a:gd name="T0" fmla="*/ 147 w 21"/>
                <a:gd name="T1" fmla="*/ 61 h 23"/>
                <a:gd name="T2" fmla="*/ 96 w 21"/>
                <a:gd name="T3" fmla="*/ 9 h 23"/>
                <a:gd name="T4" fmla="*/ 33 w 21"/>
                <a:gd name="T5" fmla="*/ 20 h 23"/>
                <a:gd name="T6" fmla="*/ 51 w 21"/>
                <a:gd name="T7" fmla="*/ 193 h 23"/>
                <a:gd name="T8" fmla="*/ 172 w 21"/>
                <a:gd name="T9" fmla="*/ 174 h 23"/>
                <a:gd name="T10" fmla="*/ 147 w 21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4"/>
                    <a:pt x="14" y="1"/>
                    <a:pt x="11" y="1"/>
                  </a:cubicBezTo>
                  <a:cubicBezTo>
                    <a:pt x="9" y="0"/>
                    <a:pt x="6" y="1"/>
                    <a:pt x="4" y="2"/>
                  </a:cubicBezTo>
                  <a:cubicBezTo>
                    <a:pt x="0" y="6"/>
                    <a:pt x="0" y="14"/>
                    <a:pt x="6" y="19"/>
                  </a:cubicBezTo>
                  <a:cubicBezTo>
                    <a:pt x="11" y="23"/>
                    <a:pt x="18" y="21"/>
                    <a:pt x="20" y="17"/>
                  </a:cubicBezTo>
                  <a:cubicBezTo>
                    <a:pt x="21" y="13"/>
                    <a:pt x="20" y="11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45" name="Freeform 826">
              <a:extLst>
                <a:ext uri="{FF2B5EF4-FFF2-40B4-BE49-F238E27FC236}">
                  <a16:creationId xmlns:a16="http://schemas.microsoft.com/office/drawing/2014/main" id="{F4DB6902-9533-446C-9090-1F9646EA0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181"/>
              <a:ext cx="22" cy="26"/>
            </a:xfrm>
            <a:custGeom>
              <a:avLst/>
              <a:gdLst>
                <a:gd name="T0" fmla="*/ 88 w 11"/>
                <a:gd name="T1" fmla="*/ 80 h 12"/>
                <a:gd name="T2" fmla="*/ 64 w 11"/>
                <a:gd name="T3" fmla="*/ 121 h 12"/>
                <a:gd name="T4" fmla="*/ 16 w 11"/>
                <a:gd name="T5" fmla="*/ 80 h 12"/>
                <a:gd name="T6" fmla="*/ 16 w 11"/>
                <a:gd name="T7" fmla="*/ 20 h 12"/>
                <a:gd name="T8" fmla="*/ 40 w 11"/>
                <a:gd name="T9" fmla="*/ 0 h 12"/>
                <a:gd name="T10" fmla="*/ 40 w 11"/>
                <a:gd name="T11" fmla="*/ 0 h 12"/>
                <a:gd name="T12" fmla="*/ 16 w 11"/>
                <a:gd name="T13" fmla="*/ 20 h 12"/>
                <a:gd name="T14" fmla="*/ 16 w 11"/>
                <a:gd name="T15" fmla="*/ 80 h 12"/>
                <a:gd name="T16" fmla="*/ 72 w 11"/>
                <a:gd name="T17" fmla="*/ 121 h 12"/>
                <a:gd name="T18" fmla="*/ 88 w 11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8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1" y="3"/>
                    <a:pt x="2" y="2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4" y="11"/>
                    <a:pt x="7" y="12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46" name="Freeform 827">
              <a:extLst>
                <a:ext uri="{FF2B5EF4-FFF2-40B4-BE49-F238E27FC236}">
                  <a16:creationId xmlns:a16="http://schemas.microsoft.com/office/drawing/2014/main" id="{BCE6C6CD-E9BF-45F1-8772-13EC06B47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056"/>
              <a:ext cx="47" cy="57"/>
            </a:xfrm>
            <a:custGeom>
              <a:avLst/>
              <a:gdLst>
                <a:gd name="T0" fmla="*/ 104 w 23"/>
                <a:gd name="T1" fmla="*/ 254 h 26"/>
                <a:gd name="T2" fmla="*/ 188 w 23"/>
                <a:gd name="T3" fmla="*/ 125 h 26"/>
                <a:gd name="T4" fmla="*/ 67 w 23"/>
                <a:gd name="T5" fmla="*/ 33 h 26"/>
                <a:gd name="T6" fmla="*/ 104 w 23"/>
                <a:gd name="T7" fmla="*/ 25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6">
                  <a:moveTo>
                    <a:pt x="12" y="24"/>
                  </a:moveTo>
                  <a:cubicBezTo>
                    <a:pt x="18" y="26"/>
                    <a:pt x="23" y="20"/>
                    <a:pt x="22" y="12"/>
                  </a:cubicBezTo>
                  <a:cubicBezTo>
                    <a:pt x="21" y="5"/>
                    <a:pt x="15" y="0"/>
                    <a:pt x="8" y="3"/>
                  </a:cubicBezTo>
                  <a:cubicBezTo>
                    <a:pt x="1" y="5"/>
                    <a:pt x="0" y="23"/>
                    <a:pt x="12" y="2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47" name="Freeform 828">
              <a:extLst>
                <a:ext uri="{FF2B5EF4-FFF2-40B4-BE49-F238E27FC236}">
                  <a16:creationId xmlns:a16="http://schemas.microsoft.com/office/drawing/2014/main" id="{385B0B3C-5268-4F2C-AB5F-328ECFE15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071"/>
              <a:ext cx="27" cy="29"/>
            </a:xfrm>
            <a:custGeom>
              <a:avLst/>
              <a:gdLst>
                <a:gd name="T0" fmla="*/ 108 w 13"/>
                <a:gd name="T1" fmla="*/ 56 h 13"/>
                <a:gd name="T2" fmla="*/ 100 w 13"/>
                <a:gd name="T3" fmla="*/ 109 h 13"/>
                <a:gd name="T4" fmla="*/ 44 w 13"/>
                <a:gd name="T5" fmla="*/ 134 h 13"/>
                <a:gd name="T6" fmla="*/ 8 w 13"/>
                <a:gd name="T7" fmla="*/ 65 h 13"/>
                <a:gd name="T8" fmla="*/ 25 w 13"/>
                <a:gd name="T9" fmla="*/ 0 h 13"/>
                <a:gd name="T10" fmla="*/ 25 w 13"/>
                <a:gd name="T11" fmla="*/ 0 h 13"/>
                <a:gd name="T12" fmla="*/ 8 w 13"/>
                <a:gd name="T13" fmla="*/ 65 h 13"/>
                <a:gd name="T14" fmla="*/ 44 w 13"/>
                <a:gd name="T15" fmla="*/ 134 h 13"/>
                <a:gd name="T16" fmla="*/ 100 w 13"/>
                <a:gd name="T17" fmla="*/ 109 h 13"/>
                <a:gd name="T18" fmla="*/ 108 w 13"/>
                <a:gd name="T19" fmla="*/ 56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3">
                  <a:moveTo>
                    <a:pt x="12" y="5"/>
                  </a:moveTo>
                  <a:cubicBezTo>
                    <a:pt x="13" y="7"/>
                    <a:pt x="12" y="9"/>
                    <a:pt x="11" y="10"/>
                  </a:cubicBezTo>
                  <a:cubicBezTo>
                    <a:pt x="9" y="12"/>
                    <a:pt x="7" y="13"/>
                    <a:pt x="5" y="12"/>
                  </a:cubicBezTo>
                  <a:cubicBezTo>
                    <a:pt x="3" y="11"/>
                    <a:pt x="1" y="9"/>
                    <a:pt x="1" y="6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4"/>
                    <a:pt x="1" y="6"/>
                  </a:cubicBezTo>
                  <a:cubicBezTo>
                    <a:pt x="1" y="9"/>
                    <a:pt x="3" y="11"/>
                    <a:pt x="5" y="12"/>
                  </a:cubicBezTo>
                  <a:cubicBezTo>
                    <a:pt x="7" y="13"/>
                    <a:pt x="9" y="12"/>
                    <a:pt x="11" y="10"/>
                  </a:cubicBezTo>
                  <a:cubicBezTo>
                    <a:pt x="13" y="9"/>
                    <a:pt x="13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48" name="Freeform 829">
              <a:extLst>
                <a:ext uri="{FF2B5EF4-FFF2-40B4-BE49-F238E27FC236}">
                  <a16:creationId xmlns:a16="http://schemas.microsoft.com/office/drawing/2014/main" id="{CE739885-60F9-4361-B67A-6BDC0D2BC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047"/>
              <a:ext cx="47" cy="48"/>
            </a:xfrm>
            <a:custGeom>
              <a:avLst/>
              <a:gdLst>
                <a:gd name="T0" fmla="*/ 155 w 23"/>
                <a:gd name="T1" fmla="*/ 44 h 22"/>
                <a:gd name="T2" fmla="*/ 92 w 23"/>
                <a:gd name="T3" fmla="*/ 0 h 22"/>
                <a:gd name="T4" fmla="*/ 33 w 23"/>
                <a:gd name="T5" fmla="*/ 33 h 22"/>
                <a:gd name="T6" fmla="*/ 76 w 23"/>
                <a:gd name="T7" fmla="*/ 194 h 22"/>
                <a:gd name="T8" fmla="*/ 196 w 23"/>
                <a:gd name="T9" fmla="*/ 148 h 22"/>
                <a:gd name="T10" fmla="*/ 155 w 23"/>
                <a:gd name="T11" fmla="*/ 4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8" y="4"/>
                  </a:moveTo>
                  <a:cubicBezTo>
                    <a:pt x="16" y="1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3" y="15"/>
                    <a:pt x="9" y="19"/>
                  </a:cubicBezTo>
                  <a:cubicBezTo>
                    <a:pt x="16" y="22"/>
                    <a:pt x="22" y="18"/>
                    <a:pt x="23" y="14"/>
                  </a:cubicBezTo>
                  <a:cubicBezTo>
                    <a:pt x="23" y="10"/>
                    <a:pt x="22" y="8"/>
                    <a:pt x="18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49" name="Freeform 830">
              <a:extLst>
                <a:ext uri="{FF2B5EF4-FFF2-40B4-BE49-F238E27FC236}">
                  <a16:creationId xmlns:a16="http://schemas.microsoft.com/office/drawing/2014/main" id="{C02DE5EF-BFED-4DD5-978A-5E8DC170D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056"/>
              <a:ext cx="24" cy="26"/>
            </a:xfrm>
            <a:custGeom>
              <a:avLst/>
              <a:gdLst>
                <a:gd name="T0" fmla="*/ 88 w 12"/>
                <a:gd name="T1" fmla="*/ 61 h 12"/>
                <a:gd name="T2" fmla="*/ 72 w 12"/>
                <a:gd name="T3" fmla="*/ 113 h 12"/>
                <a:gd name="T4" fmla="*/ 16 w 12"/>
                <a:gd name="T5" fmla="*/ 80 h 12"/>
                <a:gd name="T6" fmla="*/ 8 w 12"/>
                <a:gd name="T7" fmla="*/ 20 h 12"/>
                <a:gd name="T8" fmla="*/ 24 w 12"/>
                <a:gd name="T9" fmla="*/ 0 h 12"/>
                <a:gd name="T10" fmla="*/ 24 w 12"/>
                <a:gd name="T11" fmla="*/ 0 h 12"/>
                <a:gd name="T12" fmla="*/ 0 w 12"/>
                <a:gd name="T13" fmla="*/ 20 h 12"/>
                <a:gd name="T14" fmla="*/ 16 w 12"/>
                <a:gd name="T15" fmla="*/ 80 h 12"/>
                <a:gd name="T16" fmla="*/ 72 w 12"/>
                <a:gd name="T17" fmla="*/ 113 h 12"/>
                <a:gd name="T18" fmla="*/ 88 w 12"/>
                <a:gd name="T19" fmla="*/ 6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6"/>
                  </a:moveTo>
                  <a:cubicBezTo>
                    <a:pt x="12" y="8"/>
                    <a:pt x="11" y="10"/>
                    <a:pt x="9" y="11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2"/>
                    <a:pt x="9" y="11"/>
                  </a:cubicBezTo>
                  <a:cubicBezTo>
                    <a:pt x="11" y="10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50" name="Freeform 831">
              <a:extLst>
                <a:ext uri="{FF2B5EF4-FFF2-40B4-BE49-F238E27FC236}">
                  <a16:creationId xmlns:a16="http://schemas.microsoft.com/office/drawing/2014/main" id="{ECB9BC1E-0BB9-4D2B-90F2-C44066336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159"/>
              <a:ext cx="56" cy="57"/>
            </a:xfrm>
            <a:custGeom>
              <a:avLst/>
              <a:gdLst>
                <a:gd name="T0" fmla="*/ 133 w 27"/>
                <a:gd name="T1" fmla="*/ 20 h 26"/>
                <a:gd name="T2" fmla="*/ 73 w 27"/>
                <a:gd name="T3" fmla="*/ 9 h 26"/>
                <a:gd name="T4" fmla="*/ 44 w 27"/>
                <a:gd name="T5" fmla="*/ 189 h 26"/>
                <a:gd name="T6" fmla="*/ 207 w 27"/>
                <a:gd name="T7" fmla="*/ 254 h 26"/>
                <a:gd name="T8" fmla="*/ 232 w 27"/>
                <a:gd name="T9" fmla="*/ 158 h 26"/>
                <a:gd name="T10" fmla="*/ 176 w 27"/>
                <a:gd name="T11" fmla="*/ 72 h 26"/>
                <a:gd name="T12" fmla="*/ 133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0" y="3"/>
                    <a:pt x="0" y="12"/>
                    <a:pt x="5" y="18"/>
                  </a:cubicBezTo>
                  <a:cubicBezTo>
                    <a:pt x="11" y="25"/>
                    <a:pt x="19" y="26"/>
                    <a:pt x="23" y="24"/>
                  </a:cubicBezTo>
                  <a:cubicBezTo>
                    <a:pt x="26" y="22"/>
                    <a:pt x="27" y="18"/>
                    <a:pt x="26" y="15"/>
                  </a:cubicBezTo>
                  <a:cubicBezTo>
                    <a:pt x="25" y="12"/>
                    <a:pt x="22" y="9"/>
                    <a:pt x="20" y="7"/>
                  </a:cubicBezTo>
                  <a:cubicBezTo>
                    <a:pt x="19" y="6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51" name="Freeform 832">
              <a:extLst>
                <a:ext uri="{FF2B5EF4-FFF2-40B4-BE49-F238E27FC236}">
                  <a16:creationId xmlns:a16="http://schemas.microsoft.com/office/drawing/2014/main" id="{9D5FFA64-06AD-4B04-957B-65C17E68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174"/>
              <a:ext cx="24" cy="28"/>
            </a:xfrm>
            <a:custGeom>
              <a:avLst/>
              <a:gdLst>
                <a:gd name="T0" fmla="*/ 8 w 12"/>
                <a:gd name="T1" fmla="*/ 9 h 13"/>
                <a:gd name="T2" fmla="*/ 8 w 12"/>
                <a:gd name="T3" fmla="*/ 69 h 13"/>
                <a:gd name="T4" fmla="*/ 64 w 12"/>
                <a:gd name="T5" fmla="*/ 129 h 13"/>
                <a:gd name="T6" fmla="*/ 96 w 12"/>
                <a:gd name="T7" fmla="*/ 121 h 13"/>
                <a:gd name="T8" fmla="*/ 96 w 12"/>
                <a:gd name="T9" fmla="*/ 121 h 13"/>
                <a:gd name="T10" fmla="*/ 64 w 12"/>
                <a:gd name="T11" fmla="*/ 121 h 13"/>
                <a:gd name="T12" fmla="*/ 8 w 12"/>
                <a:gd name="T13" fmla="*/ 60 h 13"/>
                <a:gd name="T14" fmla="*/ 8 w 12"/>
                <a:gd name="T15" fmla="*/ 9 h 13"/>
                <a:gd name="T16" fmla="*/ 24 w 12"/>
                <a:gd name="T17" fmla="*/ 0 h 13"/>
                <a:gd name="T18" fmla="*/ 24 w 12"/>
                <a:gd name="T19" fmla="*/ 0 h 13"/>
                <a:gd name="T20" fmla="*/ 8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3" y="10"/>
                    <a:pt x="6" y="12"/>
                    <a:pt x="8" y="13"/>
                  </a:cubicBezTo>
                  <a:cubicBezTo>
                    <a:pt x="10" y="13"/>
                    <a:pt x="11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2"/>
                    <a:pt x="10" y="13"/>
                    <a:pt x="8" y="12"/>
                  </a:cubicBezTo>
                  <a:cubicBezTo>
                    <a:pt x="6" y="12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52" name="Freeform 833">
              <a:extLst>
                <a:ext uri="{FF2B5EF4-FFF2-40B4-BE49-F238E27FC236}">
                  <a16:creationId xmlns:a16="http://schemas.microsoft.com/office/drawing/2014/main" id="{E3DF7F32-8251-4D72-8AD3-42E035CA5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218"/>
              <a:ext cx="43" cy="50"/>
            </a:xfrm>
            <a:custGeom>
              <a:avLst/>
              <a:gdLst>
                <a:gd name="T0" fmla="*/ 156 w 21"/>
                <a:gd name="T1" fmla="*/ 61 h 23"/>
                <a:gd name="T2" fmla="*/ 104 w 21"/>
                <a:gd name="T3" fmla="*/ 9 h 23"/>
                <a:gd name="T4" fmla="*/ 41 w 21"/>
                <a:gd name="T5" fmla="*/ 20 h 23"/>
                <a:gd name="T6" fmla="*/ 51 w 21"/>
                <a:gd name="T7" fmla="*/ 193 h 23"/>
                <a:gd name="T8" fmla="*/ 172 w 21"/>
                <a:gd name="T9" fmla="*/ 174 h 23"/>
                <a:gd name="T10" fmla="*/ 156 w 21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8" y="6"/>
                  </a:moveTo>
                  <a:cubicBezTo>
                    <a:pt x="16" y="3"/>
                    <a:pt x="14" y="1"/>
                    <a:pt x="12" y="1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8" y="21"/>
                    <a:pt x="20" y="17"/>
                  </a:cubicBezTo>
                  <a:cubicBezTo>
                    <a:pt x="21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53" name="Freeform 834">
              <a:extLst>
                <a:ext uri="{FF2B5EF4-FFF2-40B4-BE49-F238E27FC236}">
                  <a16:creationId xmlns:a16="http://schemas.microsoft.com/office/drawing/2014/main" id="{89C6D888-9D86-40F8-9211-485092552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229"/>
              <a:ext cx="21" cy="26"/>
            </a:xfrm>
            <a:custGeom>
              <a:avLst/>
              <a:gdLst>
                <a:gd name="T0" fmla="*/ 92 w 10"/>
                <a:gd name="T1" fmla="*/ 80 h 12"/>
                <a:gd name="T2" fmla="*/ 76 w 10"/>
                <a:gd name="T3" fmla="*/ 113 h 12"/>
                <a:gd name="T4" fmla="*/ 17 w 10"/>
                <a:gd name="T5" fmla="*/ 72 h 12"/>
                <a:gd name="T6" fmla="*/ 8 w 10"/>
                <a:gd name="T7" fmla="*/ 20 h 12"/>
                <a:gd name="T8" fmla="*/ 36 w 10"/>
                <a:gd name="T9" fmla="*/ 0 h 12"/>
                <a:gd name="T10" fmla="*/ 36 w 10"/>
                <a:gd name="T11" fmla="*/ 0 h 12"/>
                <a:gd name="T12" fmla="*/ 8 w 10"/>
                <a:gd name="T13" fmla="*/ 9 h 12"/>
                <a:gd name="T14" fmla="*/ 8 w 10"/>
                <a:gd name="T15" fmla="*/ 80 h 12"/>
                <a:gd name="T16" fmla="*/ 76 w 10"/>
                <a:gd name="T17" fmla="*/ 121 h 12"/>
                <a:gd name="T18" fmla="*/ 92 w 10"/>
                <a:gd name="T19" fmla="*/ 8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10" y="10"/>
                    <a:pt x="9" y="11"/>
                    <a:pt x="8" y="11"/>
                  </a:cubicBezTo>
                  <a:cubicBezTo>
                    <a:pt x="6" y="12"/>
                    <a:pt x="3" y="11"/>
                    <a:pt x="2" y="7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4"/>
                    <a:pt x="1" y="8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9" y="11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54" name="Freeform 835">
              <a:extLst>
                <a:ext uri="{FF2B5EF4-FFF2-40B4-BE49-F238E27FC236}">
                  <a16:creationId xmlns:a16="http://schemas.microsoft.com/office/drawing/2014/main" id="{08C12245-CB29-4E02-8BE6-9C53CF3A8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242"/>
              <a:ext cx="58" cy="65"/>
            </a:xfrm>
            <a:custGeom>
              <a:avLst/>
              <a:gdLst>
                <a:gd name="T0" fmla="*/ 124 w 28"/>
                <a:gd name="T1" fmla="*/ 297 h 30"/>
                <a:gd name="T2" fmla="*/ 240 w 28"/>
                <a:gd name="T3" fmla="*/ 141 h 30"/>
                <a:gd name="T4" fmla="*/ 91 w 28"/>
                <a:gd name="T5" fmla="*/ 33 h 30"/>
                <a:gd name="T6" fmla="*/ 124 w 28"/>
                <a:gd name="T7" fmla="*/ 297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4" y="29"/>
                  </a:moveTo>
                  <a:cubicBezTo>
                    <a:pt x="22" y="30"/>
                    <a:pt x="28" y="23"/>
                    <a:pt x="27" y="14"/>
                  </a:cubicBezTo>
                  <a:cubicBezTo>
                    <a:pt x="25" y="5"/>
                    <a:pt x="18" y="0"/>
                    <a:pt x="10" y="3"/>
                  </a:cubicBezTo>
                  <a:cubicBezTo>
                    <a:pt x="1" y="6"/>
                    <a:pt x="0" y="27"/>
                    <a:pt x="14" y="29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55" name="Freeform 836">
              <a:extLst>
                <a:ext uri="{FF2B5EF4-FFF2-40B4-BE49-F238E27FC236}">
                  <a16:creationId xmlns:a16="http://schemas.microsoft.com/office/drawing/2014/main" id="{87394D70-33AD-4A64-B0C1-F30A1D867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257"/>
              <a:ext cx="30" cy="35"/>
            </a:xfrm>
            <a:custGeom>
              <a:avLst/>
              <a:gdLst>
                <a:gd name="T0" fmla="*/ 112 w 15"/>
                <a:gd name="T1" fmla="*/ 61 h 16"/>
                <a:gd name="T2" fmla="*/ 96 w 15"/>
                <a:gd name="T3" fmla="*/ 133 h 16"/>
                <a:gd name="T4" fmla="*/ 40 w 15"/>
                <a:gd name="T5" fmla="*/ 158 h 16"/>
                <a:gd name="T6" fmla="*/ 0 w 15"/>
                <a:gd name="T7" fmla="*/ 85 h 16"/>
                <a:gd name="T8" fmla="*/ 24 w 15"/>
                <a:gd name="T9" fmla="*/ 0 h 16"/>
                <a:gd name="T10" fmla="*/ 24 w 15"/>
                <a:gd name="T11" fmla="*/ 0 h 16"/>
                <a:gd name="T12" fmla="*/ 0 w 15"/>
                <a:gd name="T13" fmla="*/ 85 h 16"/>
                <a:gd name="T14" fmla="*/ 40 w 15"/>
                <a:gd name="T15" fmla="*/ 158 h 16"/>
                <a:gd name="T16" fmla="*/ 96 w 15"/>
                <a:gd name="T17" fmla="*/ 133 h 16"/>
                <a:gd name="T18" fmla="*/ 112 w 15"/>
                <a:gd name="T19" fmla="*/ 6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4" y="6"/>
                  </a:moveTo>
                  <a:cubicBezTo>
                    <a:pt x="15" y="9"/>
                    <a:pt x="14" y="11"/>
                    <a:pt x="12" y="13"/>
                  </a:cubicBezTo>
                  <a:cubicBezTo>
                    <a:pt x="10" y="15"/>
                    <a:pt x="7" y="16"/>
                    <a:pt x="5" y="15"/>
                  </a:cubicBezTo>
                  <a:cubicBezTo>
                    <a:pt x="3" y="14"/>
                    <a:pt x="1" y="11"/>
                    <a:pt x="0" y="8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ubicBezTo>
                    <a:pt x="1" y="12"/>
                    <a:pt x="2" y="14"/>
                    <a:pt x="5" y="15"/>
                  </a:cubicBezTo>
                  <a:cubicBezTo>
                    <a:pt x="7" y="16"/>
                    <a:pt x="10" y="15"/>
                    <a:pt x="12" y="13"/>
                  </a:cubicBezTo>
                  <a:cubicBezTo>
                    <a:pt x="14" y="11"/>
                    <a:pt x="15" y="9"/>
                    <a:pt x="1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56" name="Freeform 837">
              <a:extLst>
                <a:ext uri="{FF2B5EF4-FFF2-40B4-BE49-F238E27FC236}">
                  <a16:creationId xmlns:a16="http://schemas.microsoft.com/office/drawing/2014/main" id="{A3718003-288E-4EAD-8CDC-9A2B96BA7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408"/>
              <a:ext cx="57" cy="61"/>
            </a:xfrm>
            <a:custGeom>
              <a:avLst/>
              <a:gdLst>
                <a:gd name="T0" fmla="*/ 67 w 28"/>
                <a:gd name="T1" fmla="*/ 52 h 28"/>
                <a:gd name="T2" fmla="*/ 204 w 28"/>
                <a:gd name="T3" fmla="*/ 81 h 28"/>
                <a:gd name="T4" fmla="*/ 169 w 28"/>
                <a:gd name="T5" fmla="*/ 257 h 28"/>
                <a:gd name="T6" fmla="*/ 67 w 28"/>
                <a:gd name="T7" fmla="*/ 5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8" y="5"/>
                  </a:moveTo>
                  <a:cubicBezTo>
                    <a:pt x="12" y="0"/>
                    <a:pt x="20" y="1"/>
                    <a:pt x="24" y="8"/>
                  </a:cubicBezTo>
                  <a:cubicBezTo>
                    <a:pt x="28" y="15"/>
                    <a:pt x="27" y="23"/>
                    <a:pt x="20" y="25"/>
                  </a:cubicBezTo>
                  <a:cubicBezTo>
                    <a:pt x="13" y="28"/>
                    <a:pt x="0" y="14"/>
                    <a:pt x="8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57" name="Freeform 838">
              <a:extLst>
                <a:ext uri="{FF2B5EF4-FFF2-40B4-BE49-F238E27FC236}">
                  <a16:creationId xmlns:a16="http://schemas.microsoft.com/office/drawing/2014/main" id="{BDF033E8-E0E2-40E5-853E-9C329CE53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423"/>
              <a:ext cx="24" cy="31"/>
            </a:xfrm>
            <a:custGeom>
              <a:avLst/>
              <a:gdLst>
                <a:gd name="T0" fmla="*/ 96 w 12"/>
                <a:gd name="T1" fmla="*/ 44 h 14"/>
                <a:gd name="T2" fmla="*/ 56 w 12"/>
                <a:gd name="T3" fmla="*/ 9 h 14"/>
                <a:gd name="T4" fmla="*/ 8 w 12"/>
                <a:gd name="T5" fmla="*/ 35 h 14"/>
                <a:gd name="T6" fmla="*/ 16 w 12"/>
                <a:gd name="T7" fmla="*/ 109 h 14"/>
                <a:gd name="T8" fmla="*/ 64 w 12"/>
                <a:gd name="T9" fmla="*/ 153 h 14"/>
                <a:gd name="T10" fmla="*/ 64 w 12"/>
                <a:gd name="T11" fmla="*/ 153 h 14"/>
                <a:gd name="T12" fmla="*/ 16 w 12"/>
                <a:gd name="T13" fmla="*/ 117 h 14"/>
                <a:gd name="T14" fmla="*/ 8 w 12"/>
                <a:gd name="T15" fmla="*/ 35 h 14"/>
                <a:gd name="T16" fmla="*/ 56 w 12"/>
                <a:gd name="T17" fmla="*/ 0 h 14"/>
                <a:gd name="T18" fmla="*/ 96 w 12"/>
                <a:gd name="T19" fmla="*/ 4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4">
                  <a:moveTo>
                    <a:pt x="12" y="4"/>
                  </a:moveTo>
                  <a:cubicBezTo>
                    <a:pt x="11" y="2"/>
                    <a:pt x="9" y="1"/>
                    <a:pt x="7" y="1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1" y="8"/>
                    <a:pt x="2" y="10"/>
                  </a:cubicBezTo>
                  <a:cubicBezTo>
                    <a:pt x="3" y="13"/>
                    <a:pt x="6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6" y="14"/>
                    <a:pt x="3" y="13"/>
                    <a:pt x="2" y="11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2" y="1"/>
                    <a:pt x="4" y="0"/>
                    <a:pt x="7" y="0"/>
                  </a:cubicBezTo>
                  <a:cubicBezTo>
                    <a:pt x="9" y="1"/>
                    <a:pt x="11" y="2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58" name="Freeform 839">
              <a:extLst>
                <a:ext uri="{FF2B5EF4-FFF2-40B4-BE49-F238E27FC236}">
                  <a16:creationId xmlns:a16="http://schemas.microsoft.com/office/drawing/2014/main" id="{56A4C281-4E62-4FC7-93BB-854598F6E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288"/>
              <a:ext cx="47" cy="63"/>
            </a:xfrm>
            <a:custGeom>
              <a:avLst/>
              <a:gdLst>
                <a:gd name="T0" fmla="*/ 155 w 23"/>
                <a:gd name="T1" fmla="*/ 61 h 29"/>
                <a:gd name="T2" fmla="*/ 104 w 23"/>
                <a:gd name="T3" fmla="*/ 20 h 29"/>
                <a:gd name="T4" fmla="*/ 16 w 23"/>
                <a:gd name="T5" fmla="*/ 165 h 29"/>
                <a:gd name="T6" fmla="*/ 129 w 23"/>
                <a:gd name="T7" fmla="*/ 289 h 29"/>
                <a:gd name="T8" fmla="*/ 188 w 23"/>
                <a:gd name="T9" fmla="*/ 217 h 29"/>
                <a:gd name="T10" fmla="*/ 172 w 23"/>
                <a:gd name="T11" fmla="*/ 122 h 29"/>
                <a:gd name="T12" fmla="*/ 155 w 23"/>
                <a:gd name="T13" fmla="*/ 61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9">
                  <a:moveTo>
                    <a:pt x="18" y="6"/>
                  </a:moveTo>
                  <a:cubicBezTo>
                    <a:pt x="17" y="4"/>
                    <a:pt x="15" y="2"/>
                    <a:pt x="12" y="2"/>
                  </a:cubicBezTo>
                  <a:cubicBezTo>
                    <a:pt x="4" y="0"/>
                    <a:pt x="0" y="8"/>
                    <a:pt x="2" y="16"/>
                  </a:cubicBezTo>
                  <a:cubicBezTo>
                    <a:pt x="4" y="24"/>
                    <a:pt x="11" y="29"/>
                    <a:pt x="15" y="28"/>
                  </a:cubicBezTo>
                  <a:cubicBezTo>
                    <a:pt x="20" y="28"/>
                    <a:pt x="22" y="25"/>
                    <a:pt x="22" y="21"/>
                  </a:cubicBezTo>
                  <a:cubicBezTo>
                    <a:pt x="23" y="18"/>
                    <a:pt x="21" y="14"/>
                    <a:pt x="20" y="12"/>
                  </a:cubicBezTo>
                  <a:cubicBezTo>
                    <a:pt x="20" y="10"/>
                    <a:pt x="19" y="7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59" name="Freeform 840">
              <a:extLst>
                <a:ext uri="{FF2B5EF4-FFF2-40B4-BE49-F238E27FC236}">
                  <a16:creationId xmlns:a16="http://schemas.microsoft.com/office/drawing/2014/main" id="{02CA8EB3-C2B5-47EB-BA1D-8B05C5F77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305"/>
              <a:ext cx="15" cy="33"/>
            </a:xfrm>
            <a:custGeom>
              <a:avLst/>
              <a:gdLst>
                <a:gd name="T0" fmla="*/ 19 w 7"/>
                <a:gd name="T1" fmla="*/ 0 h 15"/>
                <a:gd name="T2" fmla="*/ 0 w 7"/>
                <a:gd name="T3" fmla="*/ 53 h 15"/>
                <a:gd name="T4" fmla="*/ 41 w 7"/>
                <a:gd name="T5" fmla="*/ 150 h 15"/>
                <a:gd name="T6" fmla="*/ 69 w 7"/>
                <a:gd name="T7" fmla="*/ 161 h 15"/>
                <a:gd name="T8" fmla="*/ 69 w 7"/>
                <a:gd name="T9" fmla="*/ 161 h 15"/>
                <a:gd name="T10" fmla="*/ 41 w 7"/>
                <a:gd name="T11" fmla="*/ 150 h 15"/>
                <a:gd name="T12" fmla="*/ 0 w 7"/>
                <a:gd name="T13" fmla="*/ 53 h 15"/>
                <a:gd name="T14" fmla="*/ 19 w 7"/>
                <a:gd name="T15" fmla="*/ 0 h 15"/>
                <a:gd name="T16" fmla="*/ 41 w 7"/>
                <a:gd name="T17" fmla="*/ 0 h 15"/>
                <a:gd name="T18" fmla="*/ 41 w 7"/>
                <a:gd name="T19" fmla="*/ 0 h 15"/>
                <a:gd name="T20" fmla="*/ 19 w 7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5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9"/>
                    <a:pt x="2" y="12"/>
                    <a:pt x="4" y="14"/>
                  </a:cubicBezTo>
                  <a:cubicBezTo>
                    <a:pt x="5" y="15"/>
                    <a:pt x="6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2" y="12"/>
                    <a:pt x="0" y="9"/>
                    <a:pt x="0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60" name="Freeform 841">
              <a:extLst>
                <a:ext uri="{FF2B5EF4-FFF2-40B4-BE49-F238E27FC236}">
                  <a16:creationId xmlns:a16="http://schemas.microsoft.com/office/drawing/2014/main" id="{1F60C1B2-2485-4E58-AE21-88E2B0802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277"/>
              <a:ext cx="45" cy="50"/>
            </a:xfrm>
            <a:custGeom>
              <a:avLst/>
              <a:gdLst>
                <a:gd name="T0" fmla="*/ 155 w 22"/>
                <a:gd name="T1" fmla="*/ 61 h 23"/>
                <a:gd name="T2" fmla="*/ 104 w 22"/>
                <a:gd name="T3" fmla="*/ 0 h 23"/>
                <a:gd name="T4" fmla="*/ 41 w 22"/>
                <a:gd name="T5" fmla="*/ 20 h 23"/>
                <a:gd name="T6" fmla="*/ 51 w 22"/>
                <a:gd name="T7" fmla="*/ 185 h 23"/>
                <a:gd name="T8" fmla="*/ 172 w 22"/>
                <a:gd name="T9" fmla="*/ 174 h 23"/>
                <a:gd name="T10" fmla="*/ 155 w 22"/>
                <a:gd name="T11" fmla="*/ 6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8" y="6"/>
                  </a:moveTo>
                  <a:cubicBezTo>
                    <a:pt x="16" y="3"/>
                    <a:pt x="15" y="1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6"/>
                    <a:pt x="1" y="14"/>
                    <a:pt x="6" y="18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2" y="13"/>
                    <a:pt x="21" y="11"/>
                    <a:pt x="18" y="6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61" name="Freeform 842">
              <a:extLst>
                <a:ext uri="{FF2B5EF4-FFF2-40B4-BE49-F238E27FC236}">
                  <a16:creationId xmlns:a16="http://schemas.microsoft.com/office/drawing/2014/main" id="{48E69CE3-1CD0-42DE-A0E1-1487F30BC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286"/>
              <a:ext cx="23" cy="28"/>
            </a:xfrm>
            <a:custGeom>
              <a:avLst/>
              <a:gdLst>
                <a:gd name="T0" fmla="*/ 100 w 11"/>
                <a:gd name="T1" fmla="*/ 80 h 13"/>
                <a:gd name="T2" fmla="*/ 75 w 11"/>
                <a:gd name="T3" fmla="*/ 121 h 13"/>
                <a:gd name="T4" fmla="*/ 17 w 11"/>
                <a:gd name="T5" fmla="*/ 80 h 13"/>
                <a:gd name="T6" fmla="*/ 8 w 11"/>
                <a:gd name="T7" fmla="*/ 19 h 13"/>
                <a:gd name="T8" fmla="*/ 44 w 11"/>
                <a:gd name="T9" fmla="*/ 0 h 13"/>
                <a:gd name="T10" fmla="*/ 44 w 11"/>
                <a:gd name="T11" fmla="*/ 0 h 13"/>
                <a:gd name="T12" fmla="*/ 8 w 11"/>
                <a:gd name="T13" fmla="*/ 19 h 13"/>
                <a:gd name="T14" fmla="*/ 17 w 11"/>
                <a:gd name="T15" fmla="*/ 80 h 13"/>
                <a:gd name="T16" fmla="*/ 75 w 11"/>
                <a:gd name="T17" fmla="*/ 121 h 13"/>
                <a:gd name="T18" fmla="*/ 100 w 11"/>
                <a:gd name="T19" fmla="*/ 8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8" y="12"/>
                  </a:cubicBezTo>
                  <a:cubicBezTo>
                    <a:pt x="6" y="13"/>
                    <a:pt x="4" y="12"/>
                    <a:pt x="2" y="8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1" y="3"/>
                    <a:pt x="0" y="5"/>
                    <a:pt x="2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62" name="Freeform 843">
              <a:extLst>
                <a:ext uri="{FF2B5EF4-FFF2-40B4-BE49-F238E27FC236}">
                  <a16:creationId xmlns:a16="http://schemas.microsoft.com/office/drawing/2014/main" id="{B3A9FD6B-2FEE-464D-8C13-8C20D025E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318"/>
              <a:ext cx="61" cy="46"/>
            </a:xfrm>
            <a:custGeom>
              <a:avLst/>
              <a:gdLst>
                <a:gd name="T0" fmla="*/ 49 w 30"/>
                <a:gd name="T1" fmla="*/ 9 h 21"/>
                <a:gd name="T2" fmla="*/ 0 w 30"/>
                <a:gd name="T3" fmla="*/ 116 h 21"/>
                <a:gd name="T4" fmla="*/ 116 w 30"/>
                <a:gd name="T5" fmla="*/ 210 h 21"/>
                <a:gd name="T6" fmla="*/ 244 w 30"/>
                <a:gd name="T7" fmla="*/ 116 h 21"/>
                <a:gd name="T8" fmla="*/ 220 w 30"/>
                <a:gd name="T9" fmla="*/ 33 h 21"/>
                <a:gd name="T10" fmla="*/ 136 w 30"/>
                <a:gd name="T11" fmla="*/ 20 h 21"/>
                <a:gd name="T12" fmla="*/ 49 w 30"/>
                <a:gd name="T13" fmla="*/ 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1">
                  <a:moveTo>
                    <a:pt x="6" y="1"/>
                  </a:moveTo>
                  <a:cubicBezTo>
                    <a:pt x="2" y="3"/>
                    <a:pt x="0" y="6"/>
                    <a:pt x="0" y="11"/>
                  </a:cubicBezTo>
                  <a:cubicBezTo>
                    <a:pt x="0" y="18"/>
                    <a:pt x="6" y="21"/>
                    <a:pt x="14" y="20"/>
                  </a:cubicBezTo>
                  <a:cubicBezTo>
                    <a:pt x="23" y="20"/>
                    <a:pt x="27" y="18"/>
                    <a:pt x="29" y="11"/>
                  </a:cubicBezTo>
                  <a:cubicBezTo>
                    <a:pt x="30" y="7"/>
                    <a:pt x="29" y="4"/>
                    <a:pt x="26" y="3"/>
                  </a:cubicBezTo>
                  <a:cubicBezTo>
                    <a:pt x="23" y="1"/>
                    <a:pt x="20" y="2"/>
                    <a:pt x="16" y="2"/>
                  </a:cubicBezTo>
                  <a:cubicBezTo>
                    <a:pt x="14" y="2"/>
                    <a:pt x="10" y="0"/>
                    <a:pt x="6" y="1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63" name="Freeform 844">
              <a:extLst>
                <a:ext uri="{FF2B5EF4-FFF2-40B4-BE49-F238E27FC236}">
                  <a16:creationId xmlns:a16="http://schemas.microsoft.com/office/drawing/2014/main" id="{1FA0574B-C373-4D51-B8CC-1D216AF44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331"/>
              <a:ext cx="37" cy="16"/>
            </a:xfrm>
            <a:custGeom>
              <a:avLst/>
              <a:gdLst>
                <a:gd name="T0" fmla="*/ 156 w 18"/>
                <a:gd name="T1" fmla="*/ 11 h 7"/>
                <a:gd name="T2" fmla="*/ 156 w 18"/>
                <a:gd name="T3" fmla="*/ 37 h 7"/>
                <a:gd name="T4" fmla="*/ 68 w 18"/>
                <a:gd name="T5" fmla="*/ 85 h 7"/>
                <a:gd name="T6" fmla="*/ 0 w 18"/>
                <a:gd name="T7" fmla="*/ 37 h 7"/>
                <a:gd name="T8" fmla="*/ 16 w 18"/>
                <a:gd name="T9" fmla="*/ 0 h 7"/>
                <a:gd name="T10" fmla="*/ 16 w 18"/>
                <a:gd name="T11" fmla="*/ 0 h 7"/>
                <a:gd name="T12" fmla="*/ 0 w 18"/>
                <a:gd name="T13" fmla="*/ 37 h 7"/>
                <a:gd name="T14" fmla="*/ 68 w 18"/>
                <a:gd name="T15" fmla="*/ 85 h 7"/>
                <a:gd name="T16" fmla="*/ 156 w 18"/>
                <a:gd name="T17" fmla="*/ 37 h 7"/>
                <a:gd name="T18" fmla="*/ 156 w 18"/>
                <a:gd name="T19" fmla="*/ 11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7">
                  <a:moveTo>
                    <a:pt x="18" y="1"/>
                  </a:moveTo>
                  <a:cubicBezTo>
                    <a:pt x="18" y="2"/>
                    <a:pt x="18" y="2"/>
                    <a:pt x="18" y="3"/>
                  </a:cubicBezTo>
                  <a:cubicBezTo>
                    <a:pt x="18" y="4"/>
                    <a:pt x="14" y="6"/>
                    <a:pt x="8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2" y="7"/>
                    <a:pt x="8" y="7"/>
                  </a:cubicBezTo>
                  <a:cubicBezTo>
                    <a:pt x="14" y="7"/>
                    <a:pt x="18" y="5"/>
                    <a:pt x="18" y="3"/>
                  </a:cubicBezTo>
                  <a:cubicBezTo>
                    <a:pt x="18" y="2"/>
                    <a:pt x="18" y="2"/>
                    <a:pt x="18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64" name="Freeform 845">
              <a:extLst>
                <a:ext uri="{FF2B5EF4-FFF2-40B4-BE49-F238E27FC236}">
                  <a16:creationId xmlns:a16="http://schemas.microsoft.com/office/drawing/2014/main" id="{C4F4AFCB-865F-48FF-B46B-29AD04F17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176"/>
              <a:ext cx="37" cy="53"/>
            </a:xfrm>
            <a:custGeom>
              <a:avLst/>
              <a:gdLst>
                <a:gd name="T0" fmla="*/ 123 w 18"/>
                <a:gd name="T1" fmla="*/ 205 h 24"/>
                <a:gd name="T2" fmla="*/ 140 w 18"/>
                <a:gd name="T3" fmla="*/ 250 h 24"/>
                <a:gd name="T4" fmla="*/ 123 w 18"/>
                <a:gd name="T5" fmla="*/ 258 h 24"/>
                <a:gd name="T6" fmla="*/ 105 w 18"/>
                <a:gd name="T7" fmla="*/ 239 h 24"/>
                <a:gd name="T8" fmla="*/ 80 w 18"/>
                <a:gd name="T9" fmla="*/ 258 h 24"/>
                <a:gd name="T10" fmla="*/ 60 w 18"/>
                <a:gd name="T11" fmla="*/ 239 h 24"/>
                <a:gd name="T12" fmla="*/ 43 w 18"/>
                <a:gd name="T13" fmla="*/ 194 h 24"/>
                <a:gd name="T14" fmla="*/ 25 w 18"/>
                <a:gd name="T15" fmla="*/ 170 h 24"/>
                <a:gd name="T16" fmla="*/ 8 w 18"/>
                <a:gd name="T17" fmla="*/ 141 h 24"/>
                <a:gd name="T18" fmla="*/ 16 w 18"/>
                <a:gd name="T19" fmla="*/ 108 h 24"/>
                <a:gd name="T20" fmla="*/ 0 w 18"/>
                <a:gd name="T21" fmla="*/ 73 h 24"/>
                <a:gd name="T22" fmla="*/ 43 w 18"/>
                <a:gd name="T23" fmla="*/ 20 h 24"/>
                <a:gd name="T24" fmla="*/ 60 w 18"/>
                <a:gd name="T25" fmla="*/ 0 h 24"/>
                <a:gd name="T26" fmla="*/ 97 w 18"/>
                <a:gd name="T27" fmla="*/ 20 h 24"/>
                <a:gd name="T28" fmla="*/ 123 w 18"/>
                <a:gd name="T29" fmla="*/ 9 h 24"/>
                <a:gd name="T30" fmla="*/ 132 w 18"/>
                <a:gd name="T31" fmla="*/ 33 h 24"/>
                <a:gd name="T32" fmla="*/ 105 w 18"/>
                <a:gd name="T33" fmla="*/ 44 h 24"/>
                <a:gd name="T34" fmla="*/ 123 w 18"/>
                <a:gd name="T35" fmla="*/ 73 h 24"/>
                <a:gd name="T36" fmla="*/ 113 w 18"/>
                <a:gd name="T37" fmla="*/ 97 h 24"/>
                <a:gd name="T38" fmla="*/ 113 w 18"/>
                <a:gd name="T39" fmla="*/ 133 h 24"/>
                <a:gd name="T40" fmla="*/ 113 w 18"/>
                <a:gd name="T41" fmla="*/ 150 h 24"/>
                <a:gd name="T42" fmla="*/ 123 w 18"/>
                <a:gd name="T43" fmla="*/ 205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" h="24">
                  <a:moveTo>
                    <a:pt x="14" y="19"/>
                  </a:moveTo>
                  <a:cubicBezTo>
                    <a:pt x="14" y="21"/>
                    <a:pt x="18" y="20"/>
                    <a:pt x="16" y="23"/>
                  </a:cubicBezTo>
                  <a:cubicBezTo>
                    <a:pt x="16" y="23"/>
                    <a:pt x="15" y="24"/>
                    <a:pt x="14" y="24"/>
                  </a:cubicBezTo>
                  <a:cubicBezTo>
                    <a:pt x="13" y="24"/>
                    <a:pt x="13" y="22"/>
                    <a:pt x="12" y="22"/>
                  </a:cubicBezTo>
                  <a:cubicBezTo>
                    <a:pt x="11" y="22"/>
                    <a:pt x="11" y="24"/>
                    <a:pt x="9" y="24"/>
                  </a:cubicBezTo>
                  <a:cubicBezTo>
                    <a:pt x="8" y="24"/>
                    <a:pt x="8" y="22"/>
                    <a:pt x="7" y="22"/>
                  </a:cubicBezTo>
                  <a:cubicBezTo>
                    <a:pt x="6" y="22"/>
                    <a:pt x="5" y="19"/>
                    <a:pt x="5" y="18"/>
                  </a:cubicBezTo>
                  <a:cubicBezTo>
                    <a:pt x="5" y="17"/>
                    <a:pt x="4" y="17"/>
                    <a:pt x="3" y="16"/>
                  </a:cubicBezTo>
                  <a:cubicBezTo>
                    <a:pt x="2" y="16"/>
                    <a:pt x="2" y="14"/>
                    <a:pt x="1" y="13"/>
                  </a:cubicBezTo>
                  <a:cubicBezTo>
                    <a:pt x="1" y="12"/>
                    <a:pt x="2" y="11"/>
                    <a:pt x="2" y="10"/>
                  </a:cubicBezTo>
                  <a:cubicBezTo>
                    <a:pt x="2" y="9"/>
                    <a:pt x="0" y="9"/>
                    <a:pt x="0" y="7"/>
                  </a:cubicBezTo>
                  <a:cubicBezTo>
                    <a:pt x="0" y="5"/>
                    <a:pt x="3" y="3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9" y="0"/>
                    <a:pt x="10" y="1"/>
                    <a:pt x="11" y="2"/>
                  </a:cubicBezTo>
                  <a:cubicBezTo>
                    <a:pt x="12" y="2"/>
                    <a:pt x="12" y="1"/>
                    <a:pt x="14" y="1"/>
                  </a:cubicBezTo>
                  <a:cubicBezTo>
                    <a:pt x="15" y="1"/>
                    <a:pt x="16" y="2"/>
                    <a:pt x="15" y="3"/>
                  </a:cubicBezTo>
                  <a:cubicBezTo>
                    <a:pt x="14" y="4"/>
                    <a:pt x="12" y="3"/>
                    <a:pt x="12" y="4"/>
                  </a:cubicBezTo>
                  <a:cubicBezTo>
                    <a:pt x="12" y="5"/>
                    <a:pt x="14" y="6"/>
                    <a:pt x="14" y="7"/>
                  </a:cubicBezTo>
                  <a:cubicBezTo>
                    <a:pt x="14" y="8"/>
                    <a:pt x="13" y="8"/>
                    <a:pt x="13" y="9"/>
                  </a:cubicBezTo>
                  <a:cubicBezTo>
                    <a:pt x="12" y="10"/>
                    <a:pt x="13" y="10"/>
                    <a:pt x="13" y="12"/>
                  </a:cubicBezTo>
                  <a:cubicBezTo>
                    <a:pt x="14" y="13"/>
                    <a:pt x="13" y="14"/>
                    <a:pt x="13" y="14"/>
                  </a:cubicBezTo>
                  <a:cubicBezTo>
                    <a:pt x="11" y="17"/>
                    <a:pt x="14" y="17"/>
                    <a:pt x="14" y="19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65" name="Freeform 846">
              <a:extLst>
                <a:ext uri="{FF2B5EF4-FFF2-40B4-BE49-F238E27FC236}">
                  <a16:creationId xmlns:a16="http://schemas.microsoft.com/office/drawing/2014/main" id="{9BBC9BB1-D9FD-4129-8D18-20BC30854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181"/>
              <a:ext cx="8" cy="17"/>
            </a:xfrm>
            <a:custGeom>
              <a:avLst/>
              <a:gdLst>
                <a:gd name="T0" fmla="*/ 24 w 4"/>
                <a:gd name="T1" fmla="*/ 9 h 8"/>
                <a:gd name="T2" fmla="*/ 0 w 4"/>
                <a:gd name="T3" fmla="*/ 40 h 8"/>
                <a:gd name="T4" fmla="*/ 8 w 4"/>
                <a:gd name="T5" fmla="*/ 77 h 8"/>
                <a:gd name="T6" fmla="*/ 16 w 4"/>
                <a:gd name="T7" fmla="*/ 60 h 8"/>
                <a:gd name="T8" fmla="*/ 8 w 4"/>
                <a:gd name="T9" fmla="*/ 49 h 8"/>
                <a:gd name="T10" fmla="*/ 24 w 4"/>
                <a:gd name="T11" fmla="*/ 19 h 8"/>
                <a:gd name="T12" fmla="*/ 32 w 4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">
                  <a:moveTo>
                    <a:pt x="3" y="1"/>
                  </a:moveTo>
                  <a:cubicBezTo>
                    <a:pt x="2" y="2"/>
                    <a:pt x="0" y="3"/>
                    <a:pt x="0" y="4"/>
                  </a:cubicBezTo>
                  <a:cubicBezTo>
                    <a:pt x="0" y="6"/>
                    <a:pt x="2" y="7"/>
                    <a:pt x="1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6"/>
                    <a:pt x="1" y="5"/>
                    <a:pt x="1" y="5"/>
                  </a:cubicBezTo>
                  <a:cubicBezTo>
                    <a:pt x="1" y="3"/>
                    <a:pt x="3" y="3"/>
                    <a:pt x="3" y="2"/>
                  </a:cubicBezTo>
                  <a:cubicBezTo>
                    <a:pt x="4" y="2"/>
                    <a:pt x="3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66" name="Freeform 847">
              <a:extLst>
                <a:ext uri="{FF2B5EF4-FFF2-40B4-BE49-F238E27FC236}">
                  <a16:creationId xmlns:a16="http://schemas.microsoft.com/office/drawing/2014/main" id="{95107307-646B-4772-8846-43D0882B4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202"/>
              <a:ext cx="8" cy="14"/>
            </a:xfrm>
            <a:custGeom>
              <a:avLst/>
              <a:gdLst>
                <a:gd name="T0" fmla="*/ 8 w 4"/>
                <a:gd name="T1" fmla="*/ 0 h 6"/>
                <a:gd name="T2" fmla="*/ 8 w 4"/>
                <a:gd name="T3" fmla="*/ 49 h 6"/>
                <a:gd name="T4" fmla="*/ 32 w 4"/>
                <a:gd name="T5" fmla="*/ 77 h 6"/>
                <a:gd name="T6" fmla="*/ 24 w 4"/>
                <a:gd name="T7" fmla="*/ 37 h 6"/>
                <a:gd name="T8" fmla="*/ 8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5"/>
                    <a:pt x="3" y="5"/>
                    <a:pt x="4" y="6"/>
                  </a:cubicBezTo>
                  <a:cubicBezTo>
                    <a:pt x="4" y="5"/>
                    <a:pt x="4" y="4"/>
                    <a:pt x="3" y="3"/>
                  </a:cubicBezTo>
                  <a:cubicBezTo>
                    <a:pt x="2" y="3"/>
                    <a:pt x="0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67" name="Freeform 848">
              <a:extLst>
                <a:ext uri="{FF2B5EF4-FFF2-40B4-BE49-F238E27FC236}">
                  <a16:creationId xmlns:a16="http://schemas.microsoft.com/office/drawing/2014/main" id="{19362ABF-4D2B-4590-B8EE-07EEDFF9F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198"/>
              <a:ext cx="7" cy="11"/>
            </a:xfrm>
            <a:custGeom>
              <a:avLst/>
              <a:gdLst>
                <a:gd name="T0" fmla="*/ 28 w 3"/>
                <a:gd name="T1" fmla="*/ 9 h 5"/>
                <a:gd name="T2" fmla="*/ 12 w 3"/>
                <a:gd name="T3" fmla="*/ 20 h 5"/>
                <a:gd name="T4" fmla="*/ 12 w 3"/>
                <a:gd name="T5" fmla="*/ 33 h 5"/>
                <a:gd name="T6" fmla="*/ 37 w 3"/>
                <a:gd name="T7" fmla="*/ 53 h 5"/>
                <a:gd name="T8" fmla="*/ 12 w 3"/>
                <a:gd name="T9" fmla="*/ 20 h 5"/>
                <a:gd name="T10" fmla="*/ 12 w 3"/>
                <a:gd name="T11" fmla="*/ 9 h 5"/>
                <a:gd name="T12" fmla="*/ 37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2" y="4"/>
                    <a:pt x="2" y="5"/>
                    <a:pt x="3" y="5"/>
                  </a:cubicBezTo>
                  <a:cubicBezTo>
                    <a:pt x="2" y="4"/>
                    <a:pt x="0" y="4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2" y="0"/>
                    <a:pt x="2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68" name="Freeform 849">
              <a:extLst>
                <a:ext uri="{FF2B5EF4-FFF2-40B4-BE49-F238E27FC236}">
                  <a16:creationId xmlns:a16="http://schemas.microsoft.com/office/drawing/2014/main" id="{0D81B543-B41F-4266-BABC-D04EBFE60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218"/>
              <a:ext cx="13" cy="11"/>
            </a:xfrm>
            <a:custGeom>
              <a:avLst/>
              <a:gdLst>
                <a:gd name="T0" fmla="*/ 0 w 6"/>
                <a:gd name="T1" fmla="*/ 0 h 5"/>
                <a:gd name="T2" fmla="*/ 9 w 6"/>
                <a:gd name="T3" fmla="*/ 20 h 5"/>
                <a:gd name="T4" fmla="*/ 20 w 6"/>
                <a:gd name="T5" fmla="*/ 33 h 5"/>
                <a:gd name="T6" fmla="*/ 33 w 6"/>
                <a:gd name="T7" fmla="*/ 44 h 5"/>
                <a:gd name="T8" fmla="*/ 61 w 6"/>
                <a:gd name="T9" fmla="*/ 33 h 5"/>
                <a:gd name="T10" fmla="*/ 52 w 6"/>
                <a:gd name="T11" fmla="*/ 33 h 5"/>
                <a:gd name="T12" fmla="*/ 33 w 6"/>
                <a:gd name="T13" fmla="*/ 20 h 5"/>
                <a:gd name="T14" fmla="*/ 9 w 6"/>
                <a:gd name="T15" fmla="*/ 9 h 5"/>
                <a:gd name="T16" fmla="*/ 0 w 6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2"/>
                    <a:pt x="2" y="3"/>
                  </a:cubicBezTo>
                  <a:cubicBezTo>
                    <a:pt x="2" y="3"/>
                    <a:pt x="2" y="3"/>
                    <a:pt x="3" y="4"/>
                  </a:cubicBezTo>
                  <a:cubicBezTo>
                    <a:pt x="4" y="5"/>
                    <a:pt x="5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4" y="3"/>
                    <a:pt x="4" y="3"/>
                    <a:pt x="3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69" name="Freeform 850">
              <a:extLst>
                <a:ext uri="{FF2B5EF4-FFF2-40B4-BE49-F238E27FC236}">
                  <a16:creationId xmlns:a16="http://schemas.microsoft.com/office/drawing/2014/main" id="{7A06749C-892F-4FF7-A88B-87D82B800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222"/>
              <a:ext cx="10" cy="4"/>
            </a:xfrm>
            <a:custGeom>
              <a:avLst/>
              <a:gdLst>
                <a:gd name="T0" fmla="*/ 40 w 5"/>
                <a:gd name="T1" fmla="*/ 8 h 2"/>
                <a:gd name="T2" fmla="*/ 24 w 5"/>
                <a:gd name="T3" fmla="*/ 16 h 2"/>
                <a:gd name="T4" fmla="*/ 0 w 5"/>
                <a:gd name="T5" fmla="*/ 0 h 2"/>
                <a:gd name="T6" fmla="*/ 32 w 5"/>
                <a:gd name="T7" fmla="*/ 8 h 2"/>
                <a:gd name="T8" fmla="*/ 40 w 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5" y="1"/>
                    <a:pt x="4" y="2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4" y="1"/>
                    <a:pt x="5" y="0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70" name="Freeform 851">
              <a:extLst>
                <a:ext uri="{FF2B5EF4-FFF2-40B4-BE49-F238E27FC236}">
                  <a16:creationId xmlns:a16="http://schemas.microsoft.com/office/drawing/2014/main" id="{038EC990-17E5-436B-ACA5-1A83F6F36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200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71" name="Freeform 852">
              <a:extLst>
                <a:ext uri="{FF2B5EF4-FFF2-40B4-BE49-F238E27FC236}">
                  <a16:creationId xmlns:a16="http://schemas.microsoft.com/office/drawing/2014/main" id="{3BF3B918-27F4-4A6F-97C5-63BBF55BD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178"/>
              <a:ext cx="6" cy="5"/>
            </a:xfrm>
            <a:custGeom>
              <a:avLst/>
              <a:gdLst>
                <a:gd name="T0" fmla="*/ 24 w 3"/>
                <a:gd name="T1" fmla="*/ 20 h 2"/>
                <a:gd name="T2" fmla="*/ 0 w 3"/>
                <a:gd name="T3" fmla="*/ 33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72" name="Freeform 853">
              <a:extLst>
                <a:ext uri="{FF2B5EF4-FFF2-40B4-BE49-F238E27FC236}">
                  <a16:creationId xmlns:a16="http://schemas.microsoft.com/office/drawing/2014/main" id="{F7401410-B290-4C59-A12F-46D79734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187"/>
              <a:ext cx="4" cy="9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25 h 4"/>
                <a:gd name="T4" fmla="*/ 8 w 2"/>
                <a:gd name="T5" fmla="*/ 45 h 4"/>
                <a:gd name="T6" fmla="*/ 8 w 2"/>
                <a:gd name="T7" fmla="*/ 36 h 4"/>
                <a:gd name="T8" fmla="*/ 0 w 2"/>
                <a:gd name="T9" fmla="*/ 25 h 4"/>
                <a:gd name="T10" fmla="*/ 8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4"/>
                    <a:pt x="2" y="3"/>
                    <a:pt x="1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73" name="Freeform 854">
              <a:extLst>
                <a:ext uri="{FF2B5EF4-FFF2-40B4-BE49-F238E27FC236}">
                  <a16:creationId xmlns:a16="http://schemas.microsoft.com/office/drawing/2014/main" id="{668D2807-68FC-4873-8414-9D81C4201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222"/>
              <a:ext cx="10" cy="4"/>
            </a:xfrm>
            <a:custGeom>
              <a:avLst/>
              <a:gdLst>
                <a:gd name="T0" fmla="*/ 0 w 5"/>
                <a:gd name="T1" fmla="*/ 0 h 2"/>
                <a:gd name="T2" fmla="*/ 16 w 5"/>
                <a:gd name="T3" fmla="*/ 16 h 2"/>
                <a:gd name="T4" fmla="*/ 40 w 5"/>
                <a:gd name="T5" fmla="*/ 8 h 2"/>
                <a:gd name="T6" fmla="*/ 24 w 5"/>
                <a:gd name="T7" fmla="*/ 8 h 2"/>
                <a:gd name="T8" fmla="*/ 16 w 5"/>
                <a:gd name="T9" fmla="*/ 8 h 2"/>
                <a:gd name="T10" fmla="*/ 8 w 5"/>
                <a:gd name="T11" fmla="*/ 0 h 2"/>
                <a:gd name="T12" fmla="*/ 0 w 5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0"/>
                    <a:pt x="1" y="2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74" name="Freeform 855">
              <a:extLst>
                <a:ext uri="{FF2B5EF4-FFF2-40B4-BE49-F238E27FC236}">
                  <a16:creationId xmlns:a16="http://schemas.microsoft.com/office/drawing/2014/main" id="{19F5E41F-6042-4C25-A8E7-09F166E7D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224"/>
              <a:ext cx="6" cy="2"/>
            </a:xfrm>
            <a:custGeom>
              <a:avLst/>
              <a:gdLst>
                <a:gd name="T0" fmla="*/ 24 w 3"/>
                <a:gd name="T1" fmla="*/ 0 h 1"/>
                <a:gd name="T2" fmla="*/ 16 w 3"/>
                <a:gd name="T3" fmla="*/ 8 h 1"/>
                <a:gd name="T4" fmla="*/ 0 w 3"/>
                <a:gd name="T5" fmla="*/ 0 h 1"/>
                <a:gd name="T6" fmla="*/ 24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75" name="Freeform 856">
              <a:extLst>
                <a:ext uri="{FF2B5EF4-FFF2-40B4-BE49-F238E27FC236}">
                  <a16:creationId xmlns:a16="http://schemas.microsoft.com/office/drawing/2014/main" id="{C5C50776-E42B-45AD-A04B-FC96CDBD9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207"/>
              <a:ext cx="8" cy="9"/>
            </a:xfrm>
            <a:custGeom>
              <a:avLst/>
              <a:gdLst>
                <a:gd name="T0" fmla="*/ 8 w 4"/>
                <a:gd name="T1" fmla="*/ 11 h 4"/>
                <a:gd name="T2" fmla="*/ 24 w 4"/>
                <a:gd name="T3" fmla="*/ 45 h 4"/>
                <a:gd name="T4" fmla="*/ 24 w 4"/>
                <a:gd name="T5" fmla="*/ 25 h 4"/>
                <a:gd name="T6" fmla="*/ 8 w 4"/>
                <a:gd name="T7" fmla="*/ 11 h 4"/>
                <a:gd name="T8" fmla="*/ 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2"/>
                    <a:pt x="3" y="3"/>
                    <a:pt x="3" y="4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76" name="Freeform 857">
              <a:extLst>
                <a:ext uri="{FF2B5EF4-FFF2-40B4-BE49-F238E27FC236}">
                  <a16:creationId xmlns:a16="http://schemas.microsoft.com/office/drawing/2014/main" id="{A54CABEF-10D6-485C-81F1-316EB2292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209"/>
              <a:ext cx="8" cy="11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33 h 5"/>
                <a:gd name="T4" fmla="*/ 32 w 4"/>
                <a:gd name="T5" fmla="*/ 53 h 5"/>
                <a:gd name="T6" fmla="*/ 8 w 4"/>
                <a:gd name="T7" fmla="*/ 33 h 5"/>
                <a:gd name="T8" fmla="*/ 0 w 4"/>
                <a:gd name="T9" fmla="*/ 20 h 5"/>
                <a:gd name="T10" fmla="*/ 0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3"/>
                    <a:pt x="3" y="5"/>
                    <a:pt x="4" y="5"/>
                  </a:cubicBezTo>
                  <a:cubicBezTo>
                    <a:pt x="3" y="5"/>
                    <a:pt x="2" y="4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77" name="Freeform 858">
              <a:extLst>
                <a:ext uri="{FF2B5EF4-FFF2-40B4-BE49-F238E27FC236}">
                  <a16:creationId xmlns:a16="http://schemas.microsoft.com/office/drawing/2014/main" id="{DE09C150-DB37-41AB-BD6C-49B030FC2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185"/>
              <a:ext cx="6" cy="9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45 h 4"/>
                <a:gd name="T4" fmla="*/ 16 w 3"/>
                <a:gd name="T5" fmla="*/ 36 h 4"/>
                <a:gd name="T6" fmla="*/ 8 w 3"/>
                <a:gd name="T7" fmla="*/ 25 h 4"/>
                <a:gd name="T8" fmla="*/ 8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3" y="3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78" name="Freeform 859">
              <a:extLst>
                <a:ext uri="{FF2B5EF4-FFF2-40B4-BE49-F238E27FC236}">
                  <a16:creationId xmlns:a16="http://schemas.microsoft.com/office/drawing/2014/main" id="{BC6025DB-C3FD-46D3-9B9B-07C5D2FCB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176"/>
              <a:ext cx="8" cy="5"/>
            </a:xfrm>
            <a:custGeom>
              <a:avLst/>
              <a:gdLst>
                <a:gd name="T0" fmla="*/ 32 w 4"/>
                <a:gd name="T1" fmla="*/ 33 h 2"/>
                <a:gd name="T2" fmla="*/ 0 w 4"/>
                <a:gd name="T3" fmla="*/ 33 h 2"/>
                <a:gd name="T4" fmla="*/ 8 w 4"/>
                <a:gd name="T5" fmla="*/ 33 h 2"/>
                <a:gd name="T6" fmla="*/ 24 w 4"/>
                <a:gd name="T7" fmla="*/ 33 h 2"/>
                <a:gd name="T8" fmla="*/ 24 w 4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1"/>
                    <a:pt x="1" y="0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79" name="Freeform 860">
              <a:extLst>
                <a:ext uri="{FF2B5EF4-FFF2-40B4-BE49-F238E27FC236}">
                  <a16:creationId xmlns:a16="http://schemas.microsoft.com/office/drawing/2014/main" id="{F9AFA680-67AE-46D9-B852-1359F3860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176"/>
              <a:ext cx="37" cy="53"/>
            </a:xfrm>
            <a:custGeom>
              <a:avLst/>
              <a:gdLst>
                <a:gd name="T0" fmla="*/ 123 w 18"/>
                <a:gd name="T1" fmla="*/ 205 h 24"/>
                <a:gd name="T2" fmla="*/ 140 w 18"/>
                <a:gd name="T3" fmla="*/ 250 h 24"/>
                <a:gd name="T4" fmla="*/ 123 w 18"/>
                <a:gd name="T5" fmla="*/ 258 h 24"/>
                <a:gd name="T6" fmla="*/ 105 w 18"/>
                <a:gd name="T7" fmla="*/ 239 h 24"/>
                <a:gd name="T8" fmla="*/ 80 w 18"/>
                <a:gd name="T9" fmla="*/ 258 h 24"/>
                <a:gd name="T10" fmla="*/ 60 w 18"/>
                <a:gd name="T11" fmla="*/ 239 h 24"/>
                <a:gd name="T12" fmla="*/ 43 w 18"/>
                <a:gd name="T13" fmla="*/ 194 h 24"/>
                <a:gd name="T14" fmla="*/ 25 w 18"/>
                <a:gd name="T15" fmla="*/ 170 h 24"/>
                <a:gd name="T16" fmla="*/ 8 w 18"/>
                <a:gd name="T17" fmla="*/ 141 h 24"/>
                <a:gd name="T18" fmla="*/ 16 w 18"/>
                <a:gd name="T19" fmla="*/ 108 h 24"/>
                <a:gd name="T20" fmla="*/ 0 w 18"/>
                <a:gd name="T21" fmla="*/ 73 h 24"/>
                <a:gd name="T22" fmla="*/ 43 w 18"/>
                <a:gd name="T23" fmla="*/ 20 h 24"/>
                <a:gd name="T24" fmla="*/ 60 w 18"/>
                <a:gd name="T25" fmla="*/ 0 h 24"/>
                <a:gd name="T26" fmla="*/ 97 w 18"/>
                <a:gd name="T27" fmla="*/ 20 h 24"/>
                <a:gd name="T28" fmla="*/ 123 w 18"/>
                <a:gd name="T29" fmla="*/ 9 h 24"/>
                <a:gd name="T30" fmla="*/ 132 w 18"/>
                <a:gd name="T31" fmla="*/ 33 h 24"/>
                <a:gd name="T32" fmla="*/ 105 w 18"/>
                <a:gd name="T33" fmla="*/ 44 h 24"/>
                <a:gd name="T34" fmla="*/ 123 w 18"/>
                <a:gd name="T35" fmla="*/ 73 h 24"/>
                <a:gd name="T36" fmla="*/ 113 w 18"/>
                <a:gd name="T37" fmla="*/ 97 h 24"/>
                <a:gd name="T38" fmla="*/ 113 w 18"/>
                <a:gd name="T39" fmla="*/ 133 h 24"/>
                <a:gd name="T40" fmla="*/ 113 w 18"/>
                <a:gd name="T41" fmla="*/ 150 h 24"/>
                <a:gd name="T42" fmla="*/ 123 w 18"/>
                <a:gd name="T43" fmla="*/ 205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" h="24">
                  <a:moveTo>
                    <a:pt x="14" y="19"/>
                  </a:moveTo>
                  <a:cubicBezTo>
                    <a:pt x="14" y="21"/>
                    <a:pt x="18" y="20"/>
                    <a:pt x="16" y="23"/>
                  </a:cubicBezTo>
                  <a:cubicBezTo>
                    <a:pt x="16" y="23"/>
                    <a:pt x="15" y="24"/>
                    <a:pt x="14" y="24"/>
                  </a:cubicBezTo>
                  <a:cubicBezTo>
                    <a:pt x="13" y="24"/>
                    <a:pt x="13" y="22"/>
                    <a:pt x="12" y="22"/>
                  </a:cubicBezTo>
                  <a:cubicBezTo>
                    <a:pt x="11" y="22"/>
                    <a:pt x="11" y="24"/>
                    <a:pt x="9" y="24"/>
                  </a:cubicBezTo>
                  <a:cubicBezTo>
                    <a:pt x="8" y="24"/>
                    <a:pt x="8" y="22"/>
                    <a:pt x="7" y="22"/>
                  </a:cubicBezTo>
                  <a:cubicBezTo>
                    <a:pt x="6" y="22"/>
                    <a:pt x="5" y="19"/>
                    <a:pt x="5" y="18"/>
                  </a:cubicBezTo>
                  <a:cubicBezTo>
                    <a:pt x="5" y="17"/>
                    <a:pt x="4" y="17"/>
                    <a:pt x="3" y="16"/>
                  </a:cubicBezTo>
                  <a:cubicBezTo>
                    <a:pt x="2" y="16"/>
                    <a:pt x="2" y="14"/>
                    <a:pt x="1" y="13"/>
                  </a:cubicBezTo>
                  <a:cubicBezTo>
                    <a:pt x="1" y="12"/>
                    <a:pt x="2" y="11"/>
                    <a:pt x="2" y="10"/>
                  </a:cubicBezTo>
                  <a:cubicBezTo>
                    <a:pt x="2" y="9"/>
                    <a:pt x="0" y="9"/>
                    <a:pt x="0" y="7"/>
                  </a:cubicBezTo>
                  <a:cubicBezTo>
                    <a:pt x="0" y="5"/>
                    <a:pt x="3" y="3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9" y="0"/>
                    <a:pt x="10" y="1"/>
                    <a:pt x="11" y="2"/>
                  </a:cubicBezTo>
                  <a:cubicBezTo>
                    <a:pt x="12" y="2"/>
                    <a:pt x="12" y="1"/>
                    <a:pt x="14" y="1"/>
                  </a:cubicBezTo>
                  <a:cubicBezTo>
                    <a:pt x="15" y="1"/>
                    <a:pt x="16" y="2"/>
                    <a:pt x="15" y="3"/>
                  </a:cubicBezTo>
                  <a:cubicBezTo>
                    <a:pt x="14" y="4"/>
                    <a:pt x="12" y="3"/>
                    <a:pt x="12" y="4"/>
                  </a:cubicBezTo>
                  <a:cubicBezTo>
                    <a:pt x="12" y="5"/>
                    <a:pt x="14" y="6"/>
                    <a:pt x="14" y="7"/>
                  </a:cubicBezTo>
                  <a:cubicBezTo>
                    <a:pt x="14" y="8"/>
                    <a:pt x="13" y="8"/>
                    <a:pt x="13" y="9"/>
                  </a:cubicBezTo>
                  <a:cubicBezTo>
                    <a:pt x="12" y="10"/>
                    <a:pt x="13" y="10"/>
                    <a:pt x="13" y="12"/>
                  </a:cubicBezTo>
                  <a:cubicBezTo>
                    <a:pt x="14" y="13"/>
                    <a:pt x="13" y="14"/>
                    <a:pt x="13" y="14"/>
                  </a:cubicBezTo>
                  <a:cubicBezTo>
                    <a:pt x="11" y="17"/>
                    <a:pt x="14" y="17"/>
                    <a:pt x="14" y="1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80" name="Freeform 861">
              <a:extLst>
                <a:ext uri="{FF2B5EF4-FFF2-40B4-BE49-F238E27FC236}">
                  <a16:creationId xmlns:a16="http://schemas.microsoft.com/office/drawing/2014/main" id="{31A9B973-A75B-4975-8049-0D6D84DA1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194"/>
              <a:ext cx="2" cy="6"/>
            </a:xfrm>
            <a:custGeom>
              <a:avLst/>
              <a:gdLst>
                <a:gd name="T0" fmla="*/ 0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3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81" name="Freeform 862">
              <a:extLst>
                <a:ext uri="{FF2B5EF4-FFF2-40B4-BE49-F238E27FC236}">
                  <a16:creationId xmlns:a16="http://schemas.microsoft.com/office/drawing/2014/main" id="{8FDE6D51-E9D8-4328-A7AA-F30D9AE69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198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82" name="Freeform 863">
              <a:extLst>
                <a:ext uri="{FF2B5EF4-FFF2-40B4-BE49-F238E27FC236}">
                  <a16:creationId xmlns:a16="http://schemas.microsoft.com/office/drawing/2014/main" id="{370D0A16-5162-4F95-A8CF-253DE79E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196"/>
              <a:ext cx="3" cy="13"/>
            </a:xfrm>
            <a:custGeom>
              <a:avLst/>
              <a:gdLst>
                <a:gd name="T0" fmla="*/ 27 w 1"/>
                <a:gd name="T1" fmla="*/ 61 h 6"/>
                <a:gd name="T2" fmla="*/ 0 w 1"/>
                <a:gd name="T3" fmla="*/ 33 h 6"/>
                <a:gd name="T4" fmla="*/ 0 w 1"/>
                <a:gd name="T5" fmla="*/ 9 h 6"/>
                <a:gd name="T6" fmla="*/ 27 w 1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83" name="Freeform 864">
              <a:extLst>
                <a:ext uri="{FF2B5EF4-FFF2-40B4-BE49-F238E27FC236}">
                  <a16:creationId xmlns:a16="http://schemas.microsoft.com/office/drawing/2014/main" id="{76321839-234B-4762-9059-BB1BB640D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224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84" name="Freeform 865">
              <a:extLst>
                <a:ext uri="{FF2B5EF4-FFF2-40B4-BE49-F238E27FC236}">
                  <a16:creationId xmlns:a16="http://schemas.microsoft.com/office/drawing/2014/main" id="{0918BAE5-6FF0-4B9E-8F59-C70FB2EEC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384"/>
              <a:ext cx="41" cy="44"/>
            </a:xfrm>
            <a:custGeom>
              <a:avLst/>
              <a:gdLst>
                <a:gd name="T0" fmla="*/ 164 w 20"/>
                <a:gd name="T1" fmla="*/ 150 h 20"/>
                <a:gd name="T2" fmla="*/ 139 w 20"/>
                <a:gd name="T3" fmla="*/ 194 h 20"/>
                <a:gd name="T4" fmla="*/ 121 w 20"/>
                <a:gd name="T5" fmla="*/ 194 h 20"/>
                <a:gd name="T6" fmla="*/ 113 w 20"/>
                <a:gd name="T7" fmla="*/ 194 h 20"/>
                <a:gd name="T8" fmla="*/ 88 w 20"/>
                <a:gd name="T9" fmla="*/ 202 h 20"/>
                <a:gd name="T10" fmla="*/ 51 w 20"/>
                <a:gd name="T11" fmla="*/ 194 h 20"/>
                <a:gd name="T12" fmla="*/ 51 w 20"/>
                <a:gd name="T13" fmla="*/ 161 h 20"/>
                <a:gd name="T14" fmla="*/ 16 w 20"/>
                <a:gd name="T15" fmla="*/ 150 h 20"/>
                <a:gd name="T16" fmla="*/ 16 w 20"/>
                <a:gd name="T17" fmla="*/ 117 h 20"/>
                <a:gd name="T18" fmla="*/ 8 w 20"/>
                <a:gd name="T19" fmla="*/ 73 h 20"/>
                <a:gd name="T20" fmla="*/ 16 w 20"/>
                <a:gd name="T21" fmla="*/ 53 h 20"/>
                <a:gd name="T22" fmla="*/ 33 w 20"/>
                <a:gd name="T23" fmla="*/ 33 h 20"/>
                <a:gd name="T24" fmla="*/ 96 w 20"/>
                <a:gd name="T25" fmla="*/ 9 h 20"/>
                <a:gd name="T26" fmla="*/ 113 w 20"/>
                <a:gd name="T27" fmla="*/ 33 h 20"/>
                <a:gd name="T28" fmla="*/ 139 w 20"/>
                <a:gd name="T29" fmla="*/ 53 h 20"/>
                <a:gd name="T30" fmla="*/ 148 w 20"/>
                <a:gd name="T31" fmla="*/ 64 h 20"/>
                <a:gd name="T32" fmla="*/ 156 w 20"/>
                <a:gd name="T33" fmla="*/ 88 h 20"/>
                <a:gd name="T34" fmla="*/ 172 w 20"/>
                <a:gd name="T35" fmla="*/ 117 h 20"/>
                <a:gd name="T36" fmla="*/ 164 w 20"/>
                <a:gd name="T37" fmla="*/ 150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20">
                  <a:moveTo>
                    <a:pt x="19" y="14"/>
                  </a:moveTo>
                  <a:cubicBezTo>
                    <a:pt x="19" y="15"/>
                    <a:pt x="17" y="18"/>
                    <a:pt x="16" y="18"/>
                  </a:cubicBezTo>
                  <a:cubicBezTo>
                    <a:pt x="15" y="19"/>
                    <a:pt x="15" y="18"/>
                    <a:pt x="14" y="18"/>
                  </a:cubicBezTo>
                  <a:cubicBezTo>
                    <a:pt x="13" y="17"/>
                    <a:pt x="14" y="18"/>
                    <a:pt x="13" y="18"/>
                  </a:cubicBezTo>
                  <a:cubicBezTo>
                    <a:pt x="12" y="19"/>
                    <a:pt x="11" y="18"/>
                    <a:pt x="10" y="19"/>
                  </a:cubicBezTo>
                  <a:cubicBezTo>
                    <a:pt x="8" y="19"/>
                    <a:pt x="7" y="20"/>
                    <a:pt x="6" y="18"/>
                  </a:cubicBezTo>
                  <a:cubicBezTo>
                    <a:pt x="6" y="17"/>
                    <a:pt x="7" y="16"/>
                    <a:pt x="6" y="15"/>
                  </a:cubicBezTo>
                  <a:cubicBezTo>
                    <a:pt x="4" y="14"/>
                    <a:pt x="3" y="15"/>
                    <a:pt x="2" y="14"/>
                  </a:cubicBezTo>
                  <a:cubicBezTo>
                    <a:pt x="1" y="12"/>
                    <a:pt x="2" y="12"/>
                    <a:pt x="2" y="11"/>
                  </a:cubicBezTo>
                  <a:cubicBezTo>
                    <a:pt x="2" y="9"/>
                    <a:pt x="1" y="9"/>
                    <a:pt x="1" y="7"/>
                  </a:cubicBezTo>
                  <a:cubicBezTo>
                    <a:pt x="0" y="6"/>
                    <a:pt x="2" y="6"/>
                    <a:pt x="2" y="5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5" y="1"/>
                    <a:pt x="9" y="0"/>
                    <a:pt x="11" y="1"/>
                  </a:cubicBezTo>
                  <a:cubicBezTo>
                    <a:pt x="12" y="1"/>
                    <a:pt x="12" y="2"/>
                    <a:pt x="13" y="3"/>
                  </a:cubicBezTo>
                  <a:cubicBezTo>
                    <a:pt x="15" y="3"/>
                    <a:pt x="16" y="3"/>
                    <a:pt x="16" y="5"/>
                  </a:cubicBezTo>
                  <a:cubicBezTo>
                    <a:pt x="16" y="5"/>
                    <a:pt x="16" y="6"/>
                    <a:pt x="17" y="6"/>
                  </a:cubicBezTo>
                  <a:cubicBezTo>
                    <a:pt x="17" y="7"/>
                    <a:pt x="18" y="7"/>
                    <a:pt x="18" y="8"/>
                  </a:cubicBezTo>
                  <a:cubicBezTo>
                    <a:pt x="20" y="9"/>
                    <a:pt x="20" y="9"/>
                    <a:pt x="20" y="11"/>
                  </a:cubicBezTo>
                  <a:cubicBezTo>
                    <a:pt x="19" y="12"/>
                    <a:pt x="19" y="13"/>
                    <a:pt x="19" y="14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85" name="Freeform 866">
              <a:extLst>
                <a:ext uri="{FF2B5EF4-FFF2-40B4-BE49-F238E27FC236}">
                  <a16:creationId xmlns:a16="http://schemas.microsoft.com/office/drawing/2014/main" id="{DAADE947-BC38-49ED-AAF4-369DC6610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395"/>
              <a:ext cx="16" cy="20"/>
            </a:xfrm>
            <a:custGeom>
              <a:avLst/>
              <a:gdLst>
                <a:gd name="T0" fmla="*/ 24 w 8"/>
                <a:gd name="T1" fmla="*/ 0 h 9"/>
                <a:gd name="T2" fmla="*/ 0 w 8"/>
                <a:gd name="T3" fmla="*/ 20 h 9"/>
                <a:gd name="T4" fmla="*/ 8 w 8"/>
                <a:gd name="T5" fmla="*/ 53 h 9"/>
                <a:gd name="T6" fmla="*/ 8 w 8"/>
                <a:gd name="T7" fmla="*/ 80 h 9"/>
                <a:gd name="T8" fmla="*/ 32 w 8"/>
                <a:gd name="T9" fmla="*/ 98 h 9"/>
                <a:gd name="T10" fmla="*/ 16 w 8"/>
                <a:gd name="T11" fmla="*/ 64 h 9"/>
                <a:gd name="T12" fmla="*/ 32 w 8"/>
                <a:gd name="T13" fmla="*/ 44 h 9"/>
                <a:gd name="T14" fmla="*/ 40 w 8"/>
                <a:gd name="T15" fmla="*/ 20 h 9"/>
                <a:gd name="T16" fmla="*/ 64 w 8"/>
                <a:gd name="T17" fmla="*/ 9 h 9"/>
                <a:gd name="T18" fmla="*/ 40 w 8"/>
                <a:gd name="T19" fmla="*/ 9 h 9"/>
                <a:gd name="T20" fmla="*/ 16 w 8"/>
                <a:gd name="T21" fmla="*/ 20 h 9"/>
                <a:gd name="T22" fmla="*/ 24 w 8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1" y="8"/>
                    <a:pt x="3" y="9"/>
                    <a:pt x="4" y="9"/>
                  </a:cubicBezTo>
                  <a:cubicBezTo>
                    <a:pt x="2" y="9"/>
                    <a:pt x="2" y="7"/>
                    <a:pt x="2" y="6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3"/>
                    <a:pt x="4" y="2"/>
                    <a:pt x="5" y="2"/>
                  </a:cubicBezTo>
                  <a:cubicBezTo>
                    <a:pt x="6" y="1"/>
                    <a:pt x="7" y="2"/>
                    <a:pt x="8" y="1"/>
                  </a:cubicBezTo>
                  <a:cubicBezTo>
                    <a:pt x="7" y="1"/>
                    <a:pt x="6" y="0"/>
                    <a:pt x="5" y="1"/>
                  </a:cubicBezTo>
                  <a:cubicBezTo>
                    <a:pt x="4" y="1"/>
                    <a:pt x="3" y="3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86" name="Freeform 867">
              <a:extLst>
                <a:ext uri="{FF2B5EF4-FFF2-40B4-BE49-F238E27FC236}">
                  <a16:creationId xmlns:a16="http://schemas.microsoft.com/office/drawing/2014/main" id="{C040F135-2D9F-4790-8DDA-8FBC9A2E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417"/>
              <a:ext cx="14" cy="6"/>
            </a:xfrm>
            <a:custGeom>
              <a:avLst/>
              <a:gdLst>
                <a:gd name="T0" fmla="*/ 0 w 7"/>
                <a:gd name="T1" fmla="*/ 8 h 3"/>
                <a:gd name="T2" fmla="*/ 8 w 7"/>
                <a:gd name="T3" fmla="*/ 24 h 3"/>
                <a:gd name="T4" fmla="*/ 24 w 7"/>
                <a:gd name="T5" fmla="*/ 24 h 3"/>
                <a:gd name="T6" fmla="*/ 56 w 7"/>
                <a:gd name="T7" fmla="*/ 16 h 3"/>
                <a:gd name="T8" fmla="*/ 40 w 7"/>
                <a:gd name="T9" fmla="*/ 16 h 3"/>
                <a:gd name="T10" fmla="*/ 24 w 7"/>
                <a:gd name="T11" fmla="*/ 16 h 3"/>
                <a:gd name="T12" fmla="*/ 16 w 7"/>
                <a:gd name="T13" fmla="*/ 8 h 3"/>
                <a:gd name="T14" fmla="*/ 0 w 7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4" y="3"/>
                    <a:pt x="6" y="3"/>
                    <a:pt x="7" y="2"/>
                  </a:cubicBezTo>
                  <a:cubicBezTo>
                    <a:pt x="6" y="2"/>
                    <a:pt x="6" y="3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87" name="Freeform 868">
              <a:extLst>
                <a:ext uri="{FF2B5EF4-FFF2-40B4-BE49-F238E27FC236}">
                  <a16:creationId xmlns:a16="http://schemas.microsoft.com/office/drawing/2014/main" id="{AA01C7B2-C382-4123-83B2-795529037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408"/>
              <a:ext cx="11" cy="15"/>
            </a:xfrm>
            <a:custGeom>
              <a:avLst/>
              <a:gdLst>
                <a:gd name="T0" fmla="*/ 53 w 5"/>
                <a:gd name="T1" fmla="*/ 19 h 7"/>
                <a:gd name="T2" fmla="*/ 33 w 5"/>
                <a:gd name="T3" fmla="*/ 51 h 7"/>
                <a:gd name="T4" fmla="*/ 20 w 5"/>
                <a:gd name="T5" fmla="*/ 69 h 7"/>
                <a:gd name="T6" fmla="*/ 0 w 5"/>
                <a:gd name="T7" fmla="*/ 60 h 7"/>
                <a:gd name="T8" fmla="*/ 33 w 5"/>
                <a:gd name="T9" fmla="*/ 41 h 7"/>
                <a:gd name="T10" fmla="*/ 44 w 5"/>
                <a:gd name="T11" fmla="*/ 19 h 7"/>
                <a:gd name="T12" fmla="*/ 53 w 5"/>
                <a:gd name="T13" fmla="*/ 0 h 7"/>
                <a:gd name="T14" fmla="*/ 53 w 5"/>
                <a:gd name="T15" fmla="*/ 19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7">
                  <a:moveTo>
                    <a:pt x="5" y="2"/>
                  </a:moveTo>
                  <a:cubicBezTo>
                    <a:pt x="5" y="3"/>
                    <a:pt x="4" y="4"/>
                    <a:pt x="3" y="5"/>
                  </a:cubicBezTo>
                  <a:cubicBezTo>
                    <a:pt x="3" y="6"/>
                    <a:pt x="3" y="6"/>
                    <a:pt x="2" y="7"/>
                  </a:cubicBezTo>
                  <a:cubicBezTo>
                    <a:pt x="1" y="7"/>
                    <a:pt x="1" y="6"/>
                    <a:pt x="0" y="6"/>
                  </a:cubicBezTo>
                  <a:cubicBezTo>
                    <a:pt x="2" y="6"/>
                    <a:pt x="3" y="5"/>
                    <a:pt x="3" y="4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5" y="2"/>
                    <a:pt x="5" y="1"/>
                    <a:pt x="5" y="0"/>
                  </a:cubicBezTo>
                  <a:cubicBezTo>
                    <a:pt x="5" y="1"/>
                    <a:pt x="5" y="2"/>
                    <a:pt x="5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88" name="Freeform 869">
              <a:extLst>
                <a:ext uri="{FF2B5EF4-FFF2-40B4-BE49-F238E27FC236}">
                  <a16:creationId xmlns:a16="http://schemas.microsoft.com/office/drawing/2014/main" id="{E7B39A52-1319-478B-A79E-9686B99A0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399"/>
              <a:ext cx="4" cy="5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33 h 2"/>
                <a:gd name="T4" fmla="*/ 8 w 2"/>
                <a:gd name="T5" fmla="*/ 33 h 2"/>
                <a:gd name="T6" fmla="*/ 8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2" y="1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89" name="Freeform 870">
              <a:extLst>
                <a:ext uri="{FF2B5EF4-FFF2-40B4-BE49-F238E27FC236}">
                  <a16:creationId xmlns:a16="http://schemas.microsoft.com/office/drawing/2014/main" id="{A3A382DF-8C37-45A9-8096-4BEE215C7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408"/>
              <a:ext cx="4" cy="9"/>
            </a:xfrm>
            <a:custGeom>
              <a:avLst/>
              <a:gdLst>
                <a:gd name="T0" fmla="*/ 16 w 2"/>
                <a:gd name="T1" fmla="*/ 11 h 4"/>
                <a:gd name="T2" fmla="*/ 8 w 2"/>
                <a:gd name="T3" fmla="*/ 25 h 4"/>
                <a:gd name="T4" fmla="*/ 0 w 2"/>
                <a:gd name="T5" fmla="*/ 36 h 4"/>
                <a:gd name="T6" fmla="*/ 16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1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2" y="4"/>
                    <a:pt x="2" y="2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90" name="Freeform 871">
              <a:extLst>
                <a:ext uri="{FF2B5EF4-FFF2-40B4-BE49-F238E27FC236}">
                  <a16:creationId xmlns:a16="http://schemas.microsoft.com/office/drawing/2014/main" id="{1E27D519-4BCC-43EB-8178-73449200A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399"/>
              <a:ext cx="6" cy="9"/>
            </a:xfrm>
            <a:custGeom>
              <a:avLst/>
              <a:gdLst>
                <a:gd name="T0" fmla="*/ 16 w 3"/>
                <a:gd name="T1" fmla="*/ 0 h 4"/>
                <a:gd name="T2" fmla="*/ 24 w 3"/>
                <a:gd name="T3" fmla="*/ 36 h 4"/>
                <a:gd name="T4" fmla="*/ 8 w 3"/>
                <a:gd name="T5" fmla="*/ 45 h 4"/>
                <a:gd name="T6" fmla="*/ 16 w 3"/>
                <a:gd name="T7" fmla="*/ 36 h 4"/>
                <a:gd name="T8" fmla="*/ 0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3" y="3"/>
                    <a:pt x="1" y="4"/>
                    <a:pt x="1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1" y="2"/>
                    <a:pt x="0" y="2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91" name="Freeform 872">
              <a:extLst>
                <a:ext uri="{FF2B5EF4-FFF2-40B4-BE49-F238E27FC236}">
                  <a16:creationId xmlns:a16="http://schemas.microsoft.com/office/drawing/2014/main" id="{B16FBFF2-47B7-40CA-9F05-6BDBC4ADD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384"/>
              <a:ext cx="19" cy="9"/>
            </a:xfrm>
            <a:custGeom>
              <a:avLst/>
              <a:gdLst>
                <a:gd name="T0" fmla="*/ 0 w 9"/>
                <a:gd name="T1" fmla="*/ 25 h 4"/>
                <a:gd name="T2" fmla="*/ 49 w 9"/>
                <a:gd name="T3" fmla="*/ 11 h 4"/>
                <a:gd name="T4" fmla="*/ 68 w 9"/>
                <a:gd name="T5" fmla="*/ 36 h 4"/>
                <a:gd name="T6" fmla="*/ 84 w 9"/>
                <a:gd name="T7" fmla="*/ 45 h 4"/>
                <a:gd name="T8" fmla="*/ 76 w 9"/>
                <a:gd name="T9" fmla="*/ 45 h 4"/>
                <a:gd name="T10" fmla="*/ 68 w 9"/>
                <a:gd name="T11" fmla="*/ 45 h 4"/>
                <a:gd name="T12" fmla="*/ 36 w 9"/>
                <a:gd name="T13" fmla="*/ 25 h 4"/>
                <a:gd name="T14" fmla="*/ 0 w 9"/>
                <a:gd name="T15" fmla="*/ 25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6" y="2"/>
                    <a:pt x="7" y="3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9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92" name="Freeform 873">
              <a:extLst>
                <a:ext uri="{FF2B5EF4-FFF2-40B4-BE49-F238E27FC236}">
                  <a16:creationId xmlns:a16="http://schemas.microsoft.com/office/drawing/2014/main" id="{901C5D7C-FA3C-43FE-B184-BE74E3CE5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399"/>
              <a:ext cx="8" cy="2"/>
            </a:xfrm>
            <a:custGeom>
              <a:avLst/>
              <a:gdLst>
                <a:gd name="T0" fmla="*/ 32 w 4"/>
                <a:gd name="T1" fmla="*/ 0 h 1"/>
                <a:gd name="T2" fmla="*/ 24 w 4"/>
                <a:gd name="T3" fmla="*/ 0 h 1"/>
                <a:gd name="T4" fmla="*/ 16 w 4"/>
                <a:gd name="T5" fmla="*/ 0 h 1"/>
                <a:gd name="T6" fmla="*/ 0 w 4"/>
                <a:gd name="T7" fmla="*/ 8 h 1"/>
                <a:gd name="T8" fmla="*/ 16 w 4"/>
                <a:gd name="T9" fmla="*/ 8 h 1"/>
                <a:gd name="T10" fmla="*/ 32 w 4"/>
                <a:gd name="T11" fmla="*/ 8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1"/>
                    <a:pt x="3" y="0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93" name="Freeform 874">
              <a:extLst>
                <a:ext uri="{FF2B5EF4-FFF2-40B4-BE49-F238E27FC236}">
                  <a16:creationId xmlns:a16="http://schemas.microsoft.com/office/drawing/2014/main" id="{A84429D1-1EB9-4C3D-B83F-F6E4B019C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408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8 h 2"/>
                <a:gd name="T4" fmla="*/ 0 w 1"/>
                <a:gd name="T5" fmla="*/ 16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94" name="Freeform 875">
              <a:extLst>
                <a:ext uri="{FF2B5EF4-FFF2-40B4-BE49-F238E27FC236}">
                  <a16:creationId xmlns:a16="http://schemas.microsoft.com/office/drawing/2014/main" id="{CC7E365C-CFFC-46B2-92D5-87C7F86EA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397"/>
              <a:ext cx="6" cy="11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33 h 5"/>
                <a:gd name="T4" fmla="*/ 8 w 3"/>
                <a:gd name="T5" fmla="*/ 53 h 5"/>
                <a:gd name="T6" fmla="*/ 16 w 3"/>
                <a:gd name="T7" fmla="*/ 44 h 5"/>
                <a:gd name="T8" fmla="*/ 24 w 3"/>
                <a:gd name="T9" fmla="*/ 33 h 5"/>
                <a:gd name="T10" fmla="*/ 24 w 3"/>
                <a:gd name="T11" fmla="*/ 33 h 5"/>
                <a:gd name="T12" fmla="*/ 16 w 3"/>
                <a:gd name="T13" fmla="*/ 33 h 5"/>
                <a:gd name="T14" fmla="*/ 8 w 3"/>
                <a:gd name="T15" fmla="*/ 20 h 5"/>
                <a:gd name="T16" fmla="*/ 0 w 3"/>
                <a:gd name="T17" fmla="*/ 9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1" y="5"/>
                    <a:pt x="2" y="4"/>
                    <a:pt x="2" y="4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95" name="Freeform 876">
              <a:extLst>
                <a:ext uri="{FF2B5EF4-FFF2-40B4-BE49-F238E27FC236}">
                  <a16:creationId xmlns:a16="http://schemas.microsoft.com/office/drawing/2014/main" id="{D9AAB8E7-E63B-41F7-8D04-D7C9C0A8E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417"/>
              <a:ext cx="4" cy="6"/>
            </a:xfrm>
            <a:custGeom>
              <a:avLst/>
              <a:gdLst>
                <a:gd name="T0" fmla="*/ 8 w 2"/>
                <a:gd name="T1" fmla="*/ 8 h 3"/>
                <a:gd name="T2" fmla="*/ 8 w 2"/>
                <a:gd name="T3" fmla="*/ 24 h 3"/>
                <a:gd name="T4" fmla="*/ 16 w 2"/>
                <a:gd name="T5" fmla="*/ 24 h 3"/>
                <a:gd name="T6" fmla="*/ 16 w 2"/>
                <a:gd name="T7" fmla="*/ 8 h 3"/>
                <a:gd name="T8" fmla="*/ 8 w 2"/>
                <a:gd name="T9" fmla="*/ 8 h 3"/>
                <a:gd name="T10" fmla="*/ 0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96" name="Freeform 877">
              <a:extLst>
                <a:ext uri="{FF2B5EF4-FFF2-40B4-BE49-F238E27FC236}">
                  <a16:creationId xmlns:a16="http://schemas.microsoft.com/office/drawing/2014/main" id="{8D028C77-BEE8-446A-9AC0-0C7688F26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415"/>
              <a:ext cx="8" cy="8"/>
            </a:xfrm>
            <a:custGeom>
              <a:avLst/>
              <a:gdLst>
                <a:gd name="T0" fmla="*/ 32 w 4"/>
                <a:gd name="T1" fmla="*/ 0 h 4"/>
                <a:gd name="T2" fmla="*/ 24 w 4"/>
                <a:gd name="T3" fmla="*/ 16 h 4"/>
                <a:gd name="T4" fmla="*/ 16 w 4"/>
                <a:gd name="T5" fmla="*/ 24 h 4"/>
                <a:gd name="T6" fmla="*/ 8 w 4"/>
                <a:gd name="T7" fmla="*/ 32 h 4"/>
                <a:gd name="T8" fmla="*/ 0 w 4"/>
                <a:gd name="T9" fmla="*/ 24 h 4"/>
                <a:gd name="T10" fmla="*/ 16 w 4"/>
                <a:gd name="T11" fmla="*/ 24 h 4"/>
                <a:gd name="T12" fmla="*/ 24 w 4"/>
                <a:gd name="T13" fmla="*/ 8 h 4"/>
                <a:gd name="T14" fmla="*/ 32 w 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1"/>
                    <a:pt x="3" y="1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97" name="Freeform 878">
              <a:extLst>
                <a:ext uri="{FF2B5EF4-FFF2-40B4-BE49-F238E27FC236}">
                  <a16:creationId xmlns:a16="http://schemas.microsoft.com/office/drawing/2014/main" id="{2DA16B98-47C1-46AA-95A8-CBB4810DB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384"/>
              <a:ext cx="41" cy="44"/>
            </a:xfrm>
            <a:custGeom>
              <a:avLst/>
              <a:gdLst>
                <a:gd name="T0" fmla="*/ 164 w 20"/>
                <a:gd name="T1" fmla="*/ 150 h 20"/>
                <a:gd name="T2" fmla="*/ 139 w 20"/>
                <a:gd name="T3" fmla="*/ 194 h 20"/>
                <a:gd name="T4" fmla="*/ 121 w 20"/>
                <a:gd name="T5" fmla="*/ 194 h 20"/>
                <a:gd name="T6" fmla="*/ 113 w 20"/>
                <a:gd name="T7" fmla="*/ 194 h 20"/>
                <a:gd name="T8" fmla="*/ 88 w 20"/>
                <a:gd name="T9" fmla="*/ 202 h 20"/>
                <a:gd name="T10" fmla="*/ 51 w 20"/>
                <a:gd name="T11" fmla="*/ 194 h 20"/>
                <a:gd name="T12" fmla="*/ 51 w 20"/>
                <a:gd name="T13" fmla="*/ 161 h 20"/>
                <a:gd name="T14" fmla="*/ 16 w 20"/>
                <a:gd name="T15" fmla="*/ 150 h 20"/>
                <a:gd name="T16" fmla="*/ 16 w 20"/>
                <a:gd name="T17" fmla="*/ 117 h 20"/>
                <a:gd name="T18" fmla="*/ 8 w 20"/>
                <a:gd name="T19" fmla="*/ 73 h 20"/>
                <a:gd name="T20" fmla="*/ 16 w 20"/>
                <a:gd name="T21" fmla="*/ 53 h 20"/>
                <a:gd name="T22" fmla="*/ 33 w 20"/>
                <a:gd name="T23" fmla="*/ 33 h 20"/>
                <a:gd name="T24" fmla="*/ 96 w 20"/>
                <a:gd name="T25" fmla="*/ 9 h 20"/>
                <a:gd name="T26" fmla="*/ 113 w 20"/>
                <a:gd name="T27" fmla="*/ 33 h 20"/>
                <a:gd name="T28" fmla="*/ 139 w 20"/>
                <a:gd name="T29" fmla="*/ 53 h 20"/>
                <a:gd name="T30" fmla="*/ 148 w 20"/>
                <a:gd name="T31" fmla="*/ 64 h 20"/>
                <a:gd name="T32" fmla="*/ 156 w 20"/>
                <a:gd name="T33" fmla="*/ 88 h 20"/>
                <a:gd name="T34" fmla="*/ 172 w 20"/>
                <a:gd name="T35" fmla="*/ 117 h 20"/>
                <a:gd name="T36" fmla="*/ 164 w 20"/>
                <a:gd name="T37" fmla="*/ 150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20">
                  <a:moveTo>
                    <a:pt x="19" y="14"/>
                  </a:moveTo>
                  <a:cubicBezTo>
                    <a:pt x="19" y="15"/>
                    <a:pt x="17" y="18"/>
                    <a:pt x="16" y="18"/>
                  </a:cubicBezTo>
                  <a:cubicBezTo>
                    <a:pt x="15" y="19"/>
                    <a:pt x="15" y="18"/>
                    <a:pt x="14" y="18"/>
                  </a:cubicBezTo>
                  <a:cubicBezTo>
                    <a:pt x="13" y="17"/>
                    <a:pt x="14" y="18"/>
                    <a:pt x="13" y="18"/>
                  </a:cubicBezTo>
                  <a:cubicBezTo>
                    <a:pt x="12" y="19"/>
                    <a:pt x="11" y="18"/>
                    <a:pt x="10" y="19"/>
                  </a:cubicBezTo>
                  <a:cubicBezTo>
                    <a:pt x="8" y="19"/>
                    <a:pt x="7" y="20"/>
                    <a:pt x="6" y="18"/>
                  </a:cubicBezTo>
                  <a:cubicBezTo>
                    <a:pt x="6" y="17"/>
                    <a:pt x="7" y="16"/>
                    <a:pt x="6" y="15"/>
                  </a:cubicBezTo>
                  <a:cubicBezTo>
                    <a:pt x="4" y="14"/>
                    <a:pt x="3" y="15"/>
                    <a:pt x="2" y="14"/>
                  </a:cubicBezTo>
                  <a:cubicBezTo>
                    <a:pt x="1" y="12"/>
                    <a:pt x="2" y="12"/>
                    <a:pt x="2" y="11"/>
                  </a:cubicBezTo>
                  <a:cubicBezTo>
                    <a:pt x="2" y="9"/>
                    <a:pt x="1" y="9"/>
                    <a:pt x="1" y="7"/>
                  </a:cubicBezTo>
                  <a:cubicBezTo>
                    <a:pt x="0" y="6"/>
                    <a:pt x="2" y="6"/>
                    <a:pt x="2" y="5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5" y="1"/>
                    <a:pt x="9" y="0"/>
                    <a:pt x="11" y="1"/>
                  </a:cubicBezTo>
                  <a:cubicBezTo>
                    <a:pt x="12" y="1"/>
                    <a:pt x="12" y="2"/>
                    <a:pt x="13" y="3"/>
                  </a:cubicBezTo>
                  <a:cubicBezTo>
                    <a:pt x="15" y="3"/>
                    <a:pt x="16" y="3"/>
                    <a:pt x="16" y="5"/>
                  </a:cubicBezTo>
                  <a:cubicBezTo>
                    <a:pt x="16" y="5"/>
                    <a:pt x="16" y="6"/>
                    <a:pt x="17" y="6"/>
                  </a:cubicBezTo>
                  <a:cubicBezTo>
                    <a:pt x="17" y="7"/>
                    <a:pt x="18" y="7"/>
                    <a:pt x="18" y="8"/>
                  </a:cubicBezTo>
                  <a:cubicBezTo>
                    <a:pt x="20" y="9"/>
                    <a:pt x="20" y="9"/>
                    <a:pt x="20" y="11"/>
                  </a:cubicBezTo>
                  <a:cubicBezTo>
                    <a:pt x="19" y="12"/>
                    <a:pt x="19" y="13"/>
                    <a:pt x="19" y="14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98" name="Freeform 879">
              <a:extLst>
                <a:ext uri="{FF2B5EF4-FFF2-40B4-BE49-F238E27FC236}">
                  <a16:creationId xmlns:a16="http://schemas.microsoft.com/office/drawing/2014/main" id="{0EBC3823-2B7C-45BB-AA23-BB0A9619A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417"/>
              <a:ext cx="8" cy="2"/>
            </a:xfrm>
            <a:custGeom>
              <a:avLst/>
              <a:gdLst>
                <a:gd name="T0" fmla="*/ 0 w 4"/>
                <a:gd name="T1" fmla="*/ 0 h 1"/>
                <a:gd name="T2" fmla="*/ 32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99" name="Freeform 880">
              <a:extLst>
                <a:ext uri="{FF2B5EF4-FFF2-40B4-BE49-F238E27FC236}">
                  <a16:creationId xmlns:a16="http://schemas.microsoft.com/office/drawing/2014/main" id="{E5522CD8-39EC-4E71-9694-760E4D01F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397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00" name="Freeform 881">
              <a:extLst>
                <a:ext uri="{FF2B5EF4-FFF2-40B4-BE49-F238E27FC236}">
                  <a16:creationId xmlns:a16="http://schemas.microsoft.com/office/drawing/2014/main" id="{9A3B5985-6496-4EA9-86C7-D4C0131CF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399"/>
              <a:ext cx="14" cy="9"/>
            </a:xfrm>
            <a:custGeom>
              <a:avLst/>
              <a:gdLst>
                <a:gd name="T0" fmla="*/ 56 w 7"/>
                <a:gd name="T1" fmla="*/ 11 h 4"/>
                <a:gd name="T2" fmla="*/ 32 w 7"/>
                <a:gd name="T3" fmla="*/ 0 h 4"/>
                <a:gd name="T4" fmla="*/ 24 w 7"/>
                <a:gd name="T5" fmla="*/ 0 h 4"/>
                <a:gd name="T6" fmla="*/ 16 w 7"/>
                <a:gd name="T7" fmla="*/ 0 h 4"/>
                <a:gd name="T8" fmla="*/ 0 w 7"/>
                <a:gd name="T9" fmla="*/ 11 h 4"/>
                <a:gd name="T10" fmla="*/ 0 w 7"/>
                <a:gd name="T11" fmla="*/ 45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4">
                  <a:moveTo>
                    <a:pt x="7" y="1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01" name="Freeform 882">
              <a:extLst>
                <a:ext uri="{FF2B5EF4-FFF2-40B4-BE49-F238E27FC236}">
                  <a16:creationId xmlns:a16="http://schemas.microsoft.com/office/drawing/2014/main" id="{33677A9F-E4C7-4F44-9C4F-898B9472D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406"/>
              <a:ext cx="4" cy="9"/>
            </a:xfrm>
            <a:custGeom>
              <a:avLst/>
              <a:gdLst>
                <a:gd name="T0" fmla="*/ 0 w 2"/>
                <a:gd name="T1" fmla="*/ 45 h 4"/>
                <a:gd name="T2" fmla="*/ 16 w 2"/>
                <a:gd name="T3" fmla="*/ 25 h 4"/>
                <a:gd name="T4" fmla="*/ 8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4"/>
                    <a:pt x="2" y="2"/>
                    <a:pt x="2" y="2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02" name="Freeform 883">
              <a:extLst>
                <a:ext uri="{FF2B5EF4-FFF2-40B4-BE49-F238E27FC236}">
                  <a16:creationId xmlns:a16="http://schemas.microsoft.com/office/drawing/2014/main" id="{557DAFEA-ED8C-4EA0-8720-2A7B2F52C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491"/>
              <a:ext cx="33" cy="39"/>
            </a:xfrm>
            <a:custGeom>
              <a:avLst/>
              <a:gdLst>
                <a:gd name="T0" fmla="*/ 132 w 16"/>
                <a:gd name="T1" fmla="*/ 113 h 18"/>
                <a:gd name="T2" fmla="*/ 132 w 16"/>
                <a:gd name="T3" fmla="*/ 141 h 18"/>
                <a:gd name="T4" fmla="*/ 124 w 16"/>
                <a:gd name="T5" fmla="*/ 141 h 18"/>
                <a:gd name="T6" fmla="*/ 116 w 16"/>
                <a:gd name="T7" fmla="*/ 165 h 18"/>
                <a:gd name="T8" fmla="*/ 97 w 16"/>
                <a:gd name="T9" fmla="*/ 165 h 18"/>
                <a:gd name="T10" fmla="*/ 89 w 16"/>
                <a:gd name="T11" fmla="*/ 173 h 18"/>
                <a:gd name="T12" fmla="*/ 60 w 16"/>
                <a:gd name="T13" fmla="*/ 184 h 18"/>
                <a:gd name="T14" fmla="*/ 43 w 16"/>
                <a:gd name="T15" fmla="*/ 165 h 18"/>
                <a:gd name="T16" fmla="*/ 17 w 16"/>
                <a:gd name="T17" fmla="*/ 141 h 18"/>
                <a:gd name="T18" fmla="*/ 8 w 16"/>
                <a:gd name="T19" fmla="*/ 113 h 18"/>
                <a:gd name="T20" fmla="*/ 25 w 16"/>
                <a:gd name="T21" fmla="*/ 93 h 18"/>
                <a:gd name="T22" fmla="*/ 8 w 16"/>
                <a:gd name="T23" fmla="*/ 61 h 18"/>
                <a:gd name="T24" fmla="*/ 17 w 16"/>
                <a:gd name="T25" fmla="*/ 43 h 18"/>
                <a:gd name="T26" fmla="*/ 43 w 16"/>
                <a:gd name="T27" fmla="*/ 20 h 18"/>
                <a:gd name="T28" fmla="*/ 80 w 16"/>
                <a:gd name="T29" fmla="*/ 0 h 18"/>
                <a:gd name="T30" fmla="*/ 107 w 16"/>
                <a:gd name="T31" fmla="*/ 0 h 18"/>
                <a:gd name="T32" fmla="*/ 116 w 16"/>
                <a:gd name="T33" fmla="*/ 20 h 18"/>
                <a:gd name="T34" fmla="*/ 132 w 16"/>
                <a:gd name="T35" fmla="*/ 33 h 18"/>
                <a:gd name="T36" fmla="*/ 140 w 16"/>
                <a:gd name="T37" fmla="*/ 52 h 18"/>
                <a:gd name="T38" fmla="*/ 132 w 16"/>
                <a:gd name="T39" fmla="*/ 80 h 18"/>
                <a:gd name="T40" fmla="*/ 132 w 16"/>
                <a:gd name="T41" fmla="*/ 113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8">
                  <a:moveTo>
                    <a:pt x="15" y="11"/>
                  </a:moveTo>
                  <a:cubicBezTo>
                    <a:pt x="16" y="13"/>
                    <a:pt x="16" y="13"/>
                    <a:pt x="15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5"/>
                    <a:pt x="14" y="16"/>
                    <a:pt x="13" y="16"/>
                  </a:cubicBezTo>
                  <a:cubicBezTo>
                    <a:pt x="12" y="16"/>
                    <a:pt x="12" y="16"/>
                    <a:pt x="11" y="16"/>
                  </a:cubicBezTo>
                  <a:cubicBezTo>
                    <a:pt x="11" y="16"/>
                    <a:pt x="11" y="17"/>
                    <a:pt x="10" y="17"/>
                  </a:cubicBezTo>
                  <a:cubicBezTo>
                    <a:pt x="9" y="18"/>
                    <a:pt x="8" y="18"/>
                    <a:pt x="7" y="18"/>
                  </a:cubicBezTo>
                  <a:cubicBezTo>
                    <a:pt x="6" y="17"/>
                    <a:pt x="6" y="16"/>
                    <a:pt x="5" y="16"/>
                  </a:cubicBezTo>
                  <a:cubicBezTo>
                    <a:pt x="3" y="15"/>
                    <a:pt x="3" y="15"/>
                    <a:pt x="2" y="14"/>
                  </a:cubicBezTo>
                  <a:cubicBezTo>
                    <a:pt x="2" y="13"/>
                    <a:pt x="1" y="12"/>
                    <a:pt x="1" y="11"/>
                  </a:cubicBezTo>
                  <a:cubicBezTo>
                    <a:pt x="0" y="10"/>
                    <a:pt x="2" y="10"/>
                    <a:pt x="3" y="9"/>
                  </a:cubicBezTo>
                  <a:cubicBezTo>
                    <a:pt x="3" y="8"/>
                    <a:pt x="1" y="7"/>
                    <a:pt x="1" y="6"/>
                  </a:cubicBezTo>
                  <a:cubicBezTo>
                    <a:pt x="0" y="5"/>
                    <a:pt x="1" y="4"/>
                    <a:pt x="2" y="4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9" y="0"/>
                    <a:pt x="12" y="0"/>
                    <a:pt x="12" y="0"/>
                  </a:cubicBezTo>
                  <a:cubicBezTo>
                    <a:pt x="13" y="1"/>
                    <a:pt x="12" y="2"/>
                    <a:pt x="13" y="2"/>
                  </a:cubicBezTo>
                  <a:cubicBezTo>
                    <a:pt x="13" y="3"/>
                    <a:pt x="14" y="3"/>
                    <a:pt x="15" y="3"/>
                  </a:cubicBezTo>
                  <a:cubicBezTo>
                    <a:pt x="16" y="3"/>
                    <a:pt x="16" y="4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6" y="10"/>
                    <a:pt x="15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03" name="Freeform 884">
              <a:extLst>
                <a:ext uri="{FF2B5EF4-FFF2-40B4-BE49-F238E27FC236}">
                  <a16:creationId xmlns:a16="http://schemas.microsoft.com/office/drawing/2014/main" id="{2C715B1E-6BF0-48C3-AD3E-72CA4F056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495"/>
              <a:ext cx="9" cy="14"/>
            </a:xfrm>
            <a:custGeom>
              <a:avLst/>
              <a:gdLst>
                <a:gd name="T0" fmla="*/ 45 w 4"/>
                <a:gd name="T1" fmla="*/ 0 h 6"/>
                <a:gd name="T2" fmla="*/ 11 w 4"/>
                <a:gd name="T3" fmla="*/ 28 h 6"/>
                <a:gd name="T4" fmla="*/ 25 w 4"/>
                <a:gd name="T5" fmla="*/ 77 h 6"/>
                <a:gd name="T6" fmla="*/ 25 w 4"/>
                <a:gd name="T7" fmla="*/ 37 h 6"/>
                <a:gd name="T8" fmla="*/ 45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4" y="1"/>
                    <a:pt x="2" y="1"/>
                    <a:pt x="1" y="2"/>
                  </a:cubicBezTo>
                  <a:cubicBezTo>
                    <a:pt x="0" y="4"/>
                    <a:pt x="1" y="4"/>
                    <a:pt x="2" y="6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04" name="Freeform 885">
              <a:extLst>
                <a:ext uri="{FF2B5EF4-FFF2-40B4-BE49-F238E27FC236}">
                  <a16:creationId xmlns:a16="http://schemas.microsoft.com/office/drawing/2014/main" id="{1CCE36CD-E894-43F4-9BFA-D5F556F09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511"/>
              <a:ext cx="7" cy="11"/>
            </a:xfrm>
            <a:custGeom>
              <a:avLst/>
              <a:gdLst>
                <a:gd name="T0" fmla="*/ 28 w 3"/>
                <a:gd name="T1" fmla="*/ 0 h 5"/>
                <a:gd name="T2" fmla="*/ 0 w 3"/>
                <a:gd name="T3" fmla="*/ 20 h 5"/>
                <a:gd name="T4" fmla="*/ 28 w 3"/>
                <a:gd name="T5" fmla="*/ 53 h 5"/>
                <a:gd name="T6" fmla="*/ 12 w 3"/>
                <a:gd name="T7" fmla="*/ 20 h 5"/>
                <a:gd name="T8" fmla="*/ 28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1" y="3"/>
                    <a:pt x="1" y="4"/>
                    <a:pt x="2" y="5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1" y="1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05" name="Freeform 886">
              <a:extLst>
                <a:ext uri="{FF2B5EF4-FFF2-40B4-BE49-F238E27FC236}">
                  <a16:creationId xmlns:a16="http://schemas.microsoft.com/office/drawing/2014/main" id="{B38F248E-C101-4C27-B97A-E5FBCB6EA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522"/>
              <a:ext cx="19" cy="11"/>
            </a:xfrm>
            <a:custGeom>
              <a:avLst/>
              <a:gdLst>
                <a:gd name="T0" fmla="*/ 84 w 9"/>
                <a:gd name="T1" fmla="*/ 9 h 5"/>
                <a:gd name="T2" fmla="*/ 36 w 9"/>
                <a:gd name="T3" fmla="*/ 33 h 5"/>
                <a:gd name="T4" fmla="*/ 17 w 9"/>
                <a:gd name="T5" fmla="*/ 20 h 5"/>
                <a:gd name="T6" fmla="*/ 0 w 9"/>
                <a:gd name="T7" fmla="*/ 0 h 5"/>
                <a:gd name="T8" fmla="*/ 27 w 9"/>
                <a:gd name="T9" fmla="*/ 9 h 5"/>
                <a:gd name="T10" fmla="*/ 36 w 9"/>
                <a:gd name="T11" fmla="*/ 9 h 5"/>
                <a:gd name="T12" fmla="*/ 49 w 9"/>
                <a:gd name="T13" fmla="*/ 20 h 5"/>
                <a:gd name="T14" fmla="*/ 68 w 9"/>
                <a:gd name="T15" fmla="*/ 9 h 5"/>
                <a:gd name="T16" fmla="*/ 84 w 9"/>
                <a:gd name="T17" fmla="*/ 9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5">
                  <a:moveTo>
                    <a:pt x="9" y="1"/>
                  </a:moveTo>
                  <a:cubicBezTo>
                    <a:pt x="7" y="1"/>
                    <a:pt x="6" y="5"/>
                    <a:pt x="4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2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6" y="2"/>
                    <a:pt x="6" y="1"/>
                    <a:pt x="7" y="1"/>
                  </a:cubicBezTo>
                  <a:cubicBezTo>
                    <a:pt x="8" y="1"/>
                    <a:pt x="8" y="1"/>
                    <a:pt x="9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06" name="Freeform 887">
              <a:extLst>
                <a:ext uri="{FF2B5EF4-FFF2-40B4-BE49-F238E27FC236}">
                  <a16:creationId xmlns:a16="http://schemas.microsoft.com/office/drawing/2014/main" id="{FB3D44DB-F159-4B7A-B6EB-A0078AF1E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500"/>
              <a:ext cx="4" cy="11"/>
            </a:xfrm>
            <a:custGeom>
              <a:avLst/>
              <a:gdLst>
                <a:gd name="T0" fmla="*/ 16 w 2"/>
                <a:gd name="T1" fmla="*/ 9 h 5"/>
                <a:gd name="T2" fmla="*/ 8 w 2"/>
                <a:gd name="T3" fmla="*/ 20 h 5"/>
                <a:gd name="T4" fmla="*/ 8 w 2"/>
                <a:gd name="T5" fmla="*/ 53 h 5"/>
                <a:gd name="T6" fmla="*/ 0 w 2"/>
                <a:gd name="T7" fmla="*/ 20 h 5"/>
                <a:gd name="T8" fmla="*/ 16 w 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2" y="1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07" name="Freeform 888">
              <a:extLst>
                <a:ext uri="{FF2B5EF4-FFF2-40B4-BE49-F238E27FC236}">
                  <a16:creationId xmlns:a16="http://schemas.microsoft.com/office/drawing/2014/main" id="{3536F739-A9C7-483A-B89E-08EEA99EA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491"/>
              <a:ext cx="4" cy="4"/>
            </a:xfrm>
            <a:custGeom>
              <a:avLst/>
              <a:gdLst>
                <a:gd name="T0" fmla="*/ 16 w 2"/>
                <a:gd name="T1" fmla="*/ 8 h 2"/>
                <a:gd name="T2" fmla="*/ 0 w 2"/>
                <a:gd name="T3" fmla="*/ 8 h 2"/>
                <a:gd name="T4" fmla="*/ 16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08" name="Freeform 889">
              <a:extLst>
                <a:ext uri="{FF2B5EF4-FFF2-40B4-BE49-F238E27FC236}">
                  <a16:creationId xmlns:a16="http://schemas.microsoft.com/office/drawing/2014/main" id="{CC53ADEF-6192-42F3-B5CF-722D308CC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513"/>
              <a:ext cx="4" cy="6"/>
            </a:xfrm>
            <a:custGeom>
              <a:avLst/>
              <a:gdLst>
                <a:gd name="T0" fmla="*/ 16 w 2"/>
                <a:gd name="T1" fmla="*/ 0 h 3"/>
                <a:gd name="T2" fmla="*/ 8 w 2"/>
                <a:gd name="T3" fmla="*/ 8 h 3"/>
                <a:gd name="T4" fmla="*/ 0 w 2"/>
                <a:gd name="T5" fmla="*/ 24 h 3"/>
                <a:gd name="T6" fmla="*/ 16 w 2"/>
                <a:gd name="T7" fmla="*/ 16 h 3"/>
                <a:gd name="T8" fmla="*/ 16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09" name="Freeform 890">
              <a:extLst>
                <a:ext uri="{FF2B5EF4-FFF2-40B4-BE49-F238E27FC236}">
                  <a16:creationId xmlns:a16="http://schemas.microsoft.com/office/drawing/2014/main" id="{28E41957-25D9-4D3A-9274-D809165F0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526"/>
              <a:ext cx="12" cy="4"/>
            </a:xfrm>
            <a:custGeom>
              <a:avLst/>
              <a:gdLst>
                <a:gd name="T0" fmla="*/ 40 w 6"/>
                <a:gd name="T1" fmla="*/ 0 h 2"/>
                <a:gd name="T2" fmla="*/ 24 w 6"/>
                <a:gd name="T3" fmla="*/ 16 h 2"/>
                <a:gd name="T4" fmla="*/ 16 w 6"/>
                <a:gd name="T5" fmla="*/ 8 h 2"/>
                <a:gd name="T6" fmla="*/ 0 w 6"/>
                <a:gd name="T7" fmla="*/ 0 h 2"/>
                <a:gd name="T8" fmla="*/ 24 w 6"/>
                <a:gd name="T9" fmla="*/ 8 h 2"/>
                <a:gd name="T10" fmla="*/ 48 w 6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">
                  <a:moveTo>
                    <a:pt x="5" y="0"/>
                  </a:moveTo>
                  <a:cubicBezTo>
                    <a:pt x="5" y="1"/>
                    <a:pt x="4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10" name="Freeform 891">
              <a:extLst>
                <a:ext uri="{FF2B5EF4-FFF2-40B4-BE49-F238E27FC236}">
                  <a16:creationId xmlns:a16="http://schemas.microsoft.com/office/drawing/2014/main" id="{A33345FD-C5B2-4DBE-957F-84C81603C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511"/>
              <a:ext cx="7" cy="4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16 h 2"/>
                <a:gd name="T4" fmla="*/ 0 w 3"/>
                <a:gd name="T5" fmla="*/ 16 h 2"/>
                <a:gd name="T6" fmla="*/ 0 w 3"/>
                <a:gd name="T7" fmla="*/ 16 h 2"/>
                <a:gd name="T8" fmla="*/ 28 w 3"/>
                <a:gd name="T9" fmla="*/ 8 h 2"/>
                <a:gd name="T10" fmla="*/ 28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2"/>
                    <a:pt x="2" y="1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11" name="Freeform 892">
              <a:extLst>
                <a:ext uri="{FF2B5EF4-FFF2-40B4-BE49-F238E27FC236}">
                  <a16:creationId xmlns:a16="http://schemas.microsoft.com/office/drawing/2014/main" id="{0D12869D-1B59-484E-88C9-E0ABF1561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500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8 h 3"/>
                <a:gd name="T4" fmla="*/ 16 w 2"/>
                <a:gd name="T5" fmla="*/ 24 h 3"/>
                <a:gd name="T6" fmla="*/ 8 w 2"/>
                <a:gd name="T7" fmla="*/ 16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1" y="2"/>
                    <a:pt x="2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12" name="Freeform 893">
              <a:extLst>
                <a:ext uri="{FF2B5EF4-FFF2-40B4-BE49-F238E27FC236}">
                  <a16:creationId xmlns:a16="http://schemas.microsoft.com/office/drawing/2014/main" id="{89EED2A2-062B-4205-98C7-E38EACA9D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493"/>
              <a:ext cx="8" cy="7"/>
            </a:xfrm>
            <a:custGeom>
              <a:avLst/>
              <a:gdLst>
                <a:gd name="T0" fmla="*/ 32 w 4"/>
                <a:gd name="T1" fmla="*/ 37 h 3"/>
                <a:gd name="T2" fmla="*/ 16 w 4"/>
                <a:gd name="T3" fmla="*/ 28 h 3"/>
                <a:gd name="T4" fmla="*/ 0 w 4"/>
                <a:gd name="T5" fmla="*/ 0 h 3"/>
                <a:gd name="T6" fmla="*/ 16 w 4"/>
                <a:gd name="T7" fmla="*/ 37 h 3"/>
                <a:gd name="T8" fmla="*/ 32 w 4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1" y="2"/>
                    <a:pt x="2" y="3"/>
                  </a:cubicBezTo>
                  <a:cubicBezTo>
                    <a:pt x="2" y="3"/>
                    <a:pt x="3" y="2"/>
                    <a:pt x="4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13" name="Freeform 894">
              <a:extLst>
                <a:ext uri="{FF2B5EF4-FFF2-40B4-BE49-F238E27FC236}">
                  <a16:creationId xmlns:a16="http://schemas.microsoft.com/office/drawing/2014/main" id="{0DE55E5D-D4A0-4446-8037-723B9C600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491"/>
              <a:ext cx="33" cy="39"/>
            </a:xfrm>
            <a:custGeom>
              <a:avLst/>
              <a:gdLst>
                <a:gd name="T0" fmla="*/ 132 w 16"/>
                <a:gd name="T1" fmla="*/ 113 h 18"/>
                <a:gd name="T2" fmla="*/ 132 w 16"/>
                <a:gd name="T3" fmla="*/ 141 h 18"/>
                <a:gd name="T4" fmla="*/ 124 w 16"/>
                <a:gd name="T5" fmla="*/ 141 h 18"/>
                <a:gd name="T6" fmla="*/ 116 w 16"/>
                <a:gd name="T7" fmla="*/ 165 h 18"/>
                <a:gd name="T8" fmla="*/ 97 w 16"/>
                <a:gd name="T9" fmla="*/ 165 h 18"/>
                <a:gd name="T10" fmla="*/ 89 w 16"/>
                <a:gd name="T11" fmla="*/ 173 h 18"/>
                <a:gd name="T12" fmla="*/ 60 w 16"/>
                <a:gd name="T13" fmla="*/ 184 h 18"/>
                <a:gd name="T14" fmla="*/ 43 w 16"/>
                <a:gd name="T15" fmla="*/ 165 h 18"/>
                <a:gd name="T16" fmla="*/ 17 w 16"/>
                <a:gd name="T17" fmla="*/ 141 h 18"/>
                <a:gd name="T18" fmla="*/ 8 w 16"/>
                <a:gd name="T19" fmla="*/ 113 h 18"/>
                <a:gd name="T20" fmla="*/ 25 w 16"/>
                <a:gd name="T21" fmla="*/ 93 h 18"/>
                <a:gd name="T22" fmla="*/ 8 w 16"/>
                <a:gd name="T23" fmla="*/ 61 h 18"/>
                <a:gd name="T24" fmla="*/ 17 w 16"/>
                <a:gd name="T25" fmla="*/ 43 h 18"/>
                <a:gd name="T26" fmla="*/ 43 w 16"/>
                <a:gd name="T27" fmla="*/ 20 h 18"/>
                <a:gd name="T28" fmla="*/ 80 w 16"/>
                <a:gd name="T29" fmla="*/ 0 h 18"/>
                <a:gd name="T30" fmla="*/ 107 w 16"/>
                <a:gd name="T31" fmla="*/ 0 h 18"/>
                <a:gd name="T32" fmla="*/ 116 w 16"/>
                <a:gd name="T33" fmla="*/ 20 h 18"/>
                <a:gd name="T34" fmla="*/ 132 w 16"/>
                <a:gd name="T35" fmla="*/ 33 h 18"/>
                <a:gd name="T36" fmla="*/ 140 w 16"/>
                <a:gd name="T37" fmla="*/ 52 h 18"/>
                <a:gd name="T38" fmla="*/ 132 w 16"/>
                <a:gd name="T39" fmla="*/ 80 h 18"/>
                <a:gd name="T40" fmla="*/ 132 w 16"/>
                <a:gd name="T41" fmla="*/ 113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8">
                  <a:moveTo>
                    <a:pt x="15" y="11"/>
                  </a:moveTo>
                  <a:cubicBezTo>
                    <a:pt x="16" y="13"/>
                    <a:pt x="16" y="13"/>
                    <a:pt x="15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5"/>
                    <a:pt x="14" y="16"/>
                    <a:pt x="13" y="16"/>
                  </a:cubicBezTo>
                  <a:cubicBezTo>
                    <a:pt x="12" y="16"/>
                    <a:pt x="12" y="16"/>
                    <a:pt x="11" y="16"/>
                  </a:cubicBezTo>
                  <a:cubicBezTo>
                    <a:pt x="11" y="16"/>
                    <a:pt x="11" y="17"/>
                    <a:pt x="10" y="17"/>
                  </a:cubicBezTo>
                  <a:cubicBezTo>
                    <a:pt x="9" y="18"/>
                    <a:pt x="8" y="18"/>
                    <a:pt x="7" y="18"/>
                  </a:cubicBezTo>
                  <a:cubicBezTo>
                    <a:pt x="6" y="17"/>
                    <a:pt x="6" y="16"/>
                    <a:pt x="5" y="16"/>
                  </a:cubicBezTo>
                  <a:cubicBezTo>
                    <a:pt x="3" y="15"/>
                    <a:pt x="3" y="15"/>
                    <a:pt x="2" y="14"/>
                  </a:cubicBezTo>
                  <a:cubicBezTo>
                    <a:pt x="2" y="13"/>
                    <a:pt x="1" y="12"/>
                    <a:pt x="1" y="11"/>
                  </a:cubicBezTo>
                  <a:cubicBezTo>
                    <a:pt x="0" y="10"/>
                    <a:pt x="2" y="10"/>
                    <a:pt x="3" y="9"/>
                  </a:cubicBezTo>
                  <a:cubicBezTo>
                    <a:pt x="3" y="8"/>
                    <a:pt x="1" y="7"/>
                    <a:pt x="1" y="6"/>
                  </a:cubicBezTo>
                  <a:cubicBezTo>
                    <a:pt x="0" y="5"/>
                    <a:pt x="1" y="4"/>
                    <a:pt x="2" y="4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9" y="0"/>
                    <a:pt x="12" y="0"/>
                    <a:pt x="12" y="0"/>
                  </a:cubicBezTo>
                  <a:cubicBezTo>
                    <a:pt x="13" y="1"/>
                    <a:pt x="12" y="2"/>
                    <a:pt x="13" y="2"/>
                  </a:cubicBezTo>
                  <a:cubicBezTo>
                    <a:pt x="13" y="3"/>
                    <a:pt x="14" y="3"/>
                    <a:pt x="15" y="3"/>
                  </a:cubicBezTo>
                  <a:cubicBezTo>
                    <a:pt x="16" y="3"/>
                    <a:pt x="16" y="4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6" y="10"/>
                    <a:pt x="15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14" name="Freeform 895">
              <a:extLst>
                <a:ext uri="{FF2B5EF4-FFF2-40B4-BE49-F238E27FC236}">
                  <a16:creationId xmlns:a16="http://schemas.microsoft.com/office/drawing/2014/main" id="{AF578C26-6FEA-4404-87DA-FC26198CA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509"/>
              <a:ext cx="3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15" name="Freeform 896">
              <a:extLst>
                <a:ext uri="{FF2B5EF4-FFF2-40B4-BE49-F238E27FC236}">
                  <a16:creationId xmlns:a16="http://schemas.microsoft.com/office/drawing/2014/main" id="{7AEE2B9B-8232-4D78-8EBE-6653C69EE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513"/>
              <a:ext cx="6" cy="4"/>
            </a:xfrm>
            <a:custGeom>
              <a:avLst/>
              <a:gdLst>
                <a:gd name="T0" fmla="*/ 0 w 3"/>
                <a:gd name="T1" fmla="*/ 16 h 2"/>
                <a:gd name="T2" fmla="*/ 24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16" name="Freeform 897">
              <a:extLst>
                <a:ext uri="{FF2B5EF4-FFF2-40B4-BE49-F238E27FC236}">
                  <a16:creationId xmlns:a16="http://schemas.microsoft.com/office/drawing/2014/main" id="{60F676E6-CFB3-4256-B98E-470716D4B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493"/>
              <a:ext cx="2" cy="5"/>
            </a:xfrm>
            <a:custGeom>
              <a:avLst/>
              <a:gdLst>
                <a:gd name="T0" fmla="*/ 8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17" name="Freeform 898">
              <a:extLst>
                <a:ext uri="{FF2B5EF4-FFF2-40B4-BE49-F238E27FC236}">
                  <a16:creationId xmlns:a16="http://schemas.microsoft.com/office/drawing/2014/main" id="{185B5D9B-1AE3-4B7B-B54B-59ADF758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699"/>
              <a:ext cx="34" cy="41"/>
            </a:xfrm>
            <a:custGeom>
              <a:avLst/>
              <a:gdLst>
                <a:gd name="T0" fmla="*/ 128 w 17"/>
                <a:gd name="T1" fmla="*/ 112 h 19"/>
                <a:gd name="T2" fmla="*/ 128 w 17"/>
                <a:gd name="T3" fmla="*/ 140 h 19"/>
                <a:gd name="T4" fmla="*/ 120 w 17"/>
                <a:gd name="T5" fmla="*/ 140 h 19"/>
                <a:gd name="T6" fmla="*/ 112 w 17"/>
                <a:gd name="T7" fmla="*/ 164 h 19"/>
                <a:gd name="T8" fmla="*/ 104 w 17"/>
                <a:gd name="T9" fmla="*/ 164 h 19"/>
                <a:gd name="T10" fmla="*/ 96 w 17"/>
                <a:gd name="T11" fmla="*/ 173 h 19"/>
                <a:gd name="T12" fmla="*/ 64 w 17"/>
                <a:gd name="T13" fmla="*/ 190 h 19"/>
                <a:gd name="T14" fmla="*/ 48 w 17"/>
                <a:gd name="T15" fmla="*/ 173 h 19"/>
                <a:gd name="T16" fmla="*/ 24 w 17"/>
                <a:gd name="T17" fmla="*/ 149 h 19"/>
                <a:gd name="T18" fmla="*/ 8 w 17"/>
                <a:gd name="T19" fmla="*/ 129 h 19"/>
                <a:gd name="T20" fmla="*/ 24 w 17"/>
                <a:gd name="T21" fmla="*/ 112 h 19"/>
                <a:gd name="T22" fmla="*/ 8 w 17"/>
                <a:gd name="T23" fmla="*/ 80 h 19"/>
                <a:gd name="T24" fmla="*/ 8 w 17"/>
                <a:gd name="T25" fmla="*/ 52 h 19"/>
                <a:gd name="T26" fmla="*/ 32 w 17"/>
                <a:gd name="T27" fmla="*/ 28 h 19"/>
                <a:gd name="T28" fmla="*/ 56 w 17"/>
                <a:gd name="T29" fmla="*/ 0 h 19"/>
                <a:gd name="T30" fmla="*/ 88 w 17"/>
                <a:gd name="T31" fmla="*/ 9 h 19"/>
                <a:gd name="T32" fmla="*/ 96 w 17"/>
                <a:gd name="T33" fmla="*/ 19 h 19"/>
                <a:gd name="T34" fmla="*/ 112 w 17"/>
                <a:gd name="T35" fmla="*/ 28 h 19"/>
                <a:gd name="T36" fmla="*/ 128 w 17"/>
                <a:gd name="T37" fmla="*/ 52 h 19"/>
                <a:gd name="T38" fmla="*/ 120 w 17"/>
                <a:gd name="T39" fmla="*/ 80 h 19"/>
                <a:gd name="T40" fmla="*/ 128 w 17"/>
                <a:gd name="T41" fmla="*/ 112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1"/>
                  </a:moveTo>
                  <a:cubicBezTo>
                    <a:pt x="16" y="12"/>
                    <a:pt x="17" y="13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4"/>
                    <a:pt x="15" y="16"/>
                    <a:pt x="14" y="16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2" y="16"/>
                    <a:pt x="12" y="17"/>
                    <a:pt x="12" y="17"/>
                  </a:cubicBezTo>
                  <a:cubicBezTo>
                    <a:pt x="11" y="18"/>
                    <a:pt x="10" y="19"/>
                    <a:pt x="8" y="19"/>
                  </a:cubicBezTo>
                  <a:cubicBezTo>
                    <a:pt x="7" y="18"/>
                    <a:pt x="7" y="17"/>
                    <a:pt x="6" y="17"/>
                  </a:cubicBezTo>
                  <a:cubicBezTo>
                    <a:pt x="4" y="17"/>
                    <a:pt x="4" y="17"/>
                    <a:pt x="3" y="15"/>
                  </a:cubicBezTo>
                  <a:cubicBezTo>
                    <a:pt x="3" y="15"/>
                    <a:pt x="2" y="14"/>
                    <a:pt x="1" y="13"/>
                  </a:cubicBezTo>
                  <a:cubicBezTo>
                    <a:pt x="1" y="12"/>
                    <a:pt x="3" y="12"/>
                    <a:pt x="3" y="11"/>
                  </a:cubicBezTo>
                  <a:cubicBezTo>
                    <a:pt x="3" y="9"/>
                    <a:pt x="1" y="9"/>
                    <a:pt x="1" y="8"/>
                  </a:cubicBezTo>
                  <a:cubicBezTo>
                    <a:pt x="0" y="8"/>
                    <a:pt x="1" y="6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5" y="1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1" y="1"/>
                    <a:pt x="11" y="2"/>
                    <a:pt x="12" y="2"/>
                  </a:cubicBezTo>
                  <a:cubicBezTo>
                    <a:pt x="12" y="3"/>
                    <a:pt x="13" y="3"/>
                    <a:pt x="14" y="3"/>
                  </a:cubicBezTo>
                  <a:cubicBezTo>
                    <a:pt x="15" y="3"/>
                    <a:pt x="16" y="3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6" y="9"/>
                    <a:pt x="16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18" name="Freeform 899">
              <a:extLst>
                <a:ext uri="{FF2B5EF4-FFF2-40B4-BE49-F238E27FC236}">
                  <a16:creationId xmlns:a16="http://schemas.microsoft.com/office/drawing/2014/main" id="{0ED50B9A-F646-4557-8618-044407737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705"/>
              <a:ext cx="6" cy="13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33 h 6"/>
                <a:gd name="T4" fmla="*/ 16 w 3"/>
                <a:gd name="T5" fmla="*/ 61 h 6"/>
                <a:gd name="T6" fmla="*/ 16 w 3"/>
                <a:gd name="T7" fmla="*/ 33 h 6"/>
                <a:gd name="T8" fmla="*/ 24 w 3"/>
                <a:gd name="T9" fmla="*/ 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2" y="2"/>
                    <a:pt x="3" y="2"/>
                    <a:pt x="3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19" name="Freeform 900">
              <a:extLst>
                <a:ext uri="{FF2B5EF4-FFF2-40B4-BE49-F238E27FC236}">
                  <a16:creationId xmlns:a16="http://schemas.microsoft.com/office/drawing/2014/main" id="{E4E010A7-28DB-4279-B315-B0CFEB13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723"/>
              <a:ext cx="6" cy="11"/>
            </a:xfrm>
            <a:custGeom>
              <a:avLst/>
              <a:gdLst>
                <a:gd name="T0" fmla="*/ 16 w 3"/>
                <a:gd name="T1" fmla="*/ 0 h 5"/>
                <a:gd name="T2" fmla="*/ 8 w 3"/>
                <a:gd name="T3" fmla="*/ 20 h 5"/>
                <a:gd name="T4" fmla="*/ 24 w 3"/>
                <a:gd name="T5" fmla="*/ 53 h 5"/>
                <a:gd name="T6" fmla="*/ 16 w 3"/>
                <a:gd name="T7" fmla="*/ 20 h 5"/>
                <a:gd name="T8" fmla="*/ 24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1"/>
                    <a:pt x="0" y="1"/>
                    <a:pt x="1" y="2"/>
                  </a:cubicBezTo>
                  <a:cubicBezTo>
                    <a:pt x="1" y="3"/>
                    <a:pt x="2" y="4"/>
                    <a:pt x="3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1"/>
                    <a:pt x="3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20" name="Freeform 901">
              <a:extLst>
                <a:ext uri="{FF2B5EF4-FFF2-40B4-BE49-F238E27FC236}">
                  <a16:creationId xmlns:a16="http://schemas.microsoft.com/office/drawing/2014/main" id="{F2CEFD0C-067B-4D98-9228-B1C6F10A4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732"/>
              <a:ext cx="20" cy="8"/>
            </a:xfrm>
            <a:custGeom>
              <a:avLst/>
              <a:gdLst>
                <a:gd name="T0" fmla="*/ 80 w 10"/>
                <a:gd name="T1" fmla="*/ 0 h 4"/>
                <a:gd name="T2" fmla="*/ 40 w 10"/>
                <a:gd name="T3" fmla="*/ 24 h 4"/>
                <a:gd name="T4" fmla="*/ 16 w 10"/>
                <a:gd name="T5" fmla="*/ 16 h 4"/>
                <a:gd name="T6" fmla="*/ 0 w 10"/>
                <a:gd name="T7" fmla="*/ 0 h 4"/>
                <a:gd name="T8" fmla="*/ 24 w 10"/>
                <a:gd name="T9" fmla="*/ 8 h 4"/>
                <a:gd name="T10" fmla="*/ 32 w 10"/>
                <a:gd name="T11" fmla="*/ 8 h 4"/>
                <a:gd name="T12" fmla="*/ 40 w 10"/>
                <a:gd name="T13" fmla="*/ 16 h 4"/>
                <a:gd name="T14" fmla="*/ 64 w 10"/>
                <a:gd name="T15" fmla="*/ 0 h 4"/>
                <a:gd name="T16" fmla="*/ 72 w 10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7" y="4"/>
                    <a:pt x="5" y="3"/>
                  </a:cubicBezTo>
                  <a:cubicBezTo>
                    <a:pt x="4" y="3"/>
                    <a:pt x="3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2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8" y="0"/>
                    <a:pt x="9" y="1"/>
                    <a:pt x="9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21" name="Freeform 902">
              <a:extLst>
                <a:ext uri="{FF2B5EF4-FFF2-40B4-BE49-F238E27FC236}">
                  <a16:creationId xmlns:a16="http://schemas.microsoft.com/office/drawing/2014/main" id="{1481F244-8224-4C6A-8DD9-0ABFE833E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708"/>
              <a:ext cx="6" cy="8"/>
            </a:xfrm>
            <a:custGeom>
              <a:avLst/>
              <a:gdLst>
                <a:gd name="T0" fmla="*/ 16 w 3"/>
                <a:gd name="T1" fmla="*/ 0 h 4"/>
                <a:gd name="T2" fmla="*/ 16 w 3"/>
                <a:gd name="T3" fmla="*/ 16 h 4"/>
                <a:gd name="T4" fmla="*/ 16 w 3"/>
                <a:gd name="T5" fmla="*/ 32 h 4"/>
                <a:gd name="T6" fmla="*/ 8 w 3"/>
                <a:gd name="T7" fmla="*/ 16 h 4"/>
                <a:gd name="T8" fmla="*/ 16 w 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1"/>
                    <a:pt x="2" y="1"/>
                    <a:pt x="2" y="2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1" y="3"/>
                    <a:pt x="0" y="3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22" name="Freeform 903">
              <a:extLst>
                <a:ext uri="{FF2B5EF4-FFF2-40B4-BE49-F238E27FC236}">
                  <a16:creationId xmlns:a16="http://schemas.microsoft.com/office/drawing/2014/main" id="{4F24701E-492F-4396-A712-5DDEAB6D6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701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2" y="1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23" name="Freeform 904">
              <a:extLst>
                <a:ext uri="{FF2B5EF4-FFF2-40B4-BE49-F238E27FC236}">
                  <a16:creationId xmlns:a16="http://schemas.microsoft.com/office/drawing/2014/main" id="{552B48BF-7A69-40D5-B2EE-BB0EF7922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721"/>
              <a:ext cx="6" cy="6"/>
            </a:xfrm>
            <a:custGeom>
              <a:avLst/>
              <a:gdLst>
                <a:gd name="T0" fmla="*/ 16 w 3"/>
                <a:gd name="T1" fmla="*/ 0 h 3"/>
                <a:gd name="T2" fmla="*/ 16 w 3"/>
                <a:gd name="T3" fmla="*/ 8 h 3"/>
                <a:gd name="T4" fmla="*/ 0 w 3"/>
                <a:gd name="T5" fmla="*/ 24 h 3"/>
                <a:gd name="T6" fmla="*/ 16 w 3"/>
                <a:gd name="T7" fmla="*/ 8 h 3"/>
                <a:gd name="T8" fmla="*/ 24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3"/>
                    <a:pt x="2" y="2"/>
                    <a:pt x="2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24" name="Freeform 905">
              <a:extLst>
                <a:ext uri="{FF2B5EF4-FFF2-40B4-BE49-F238E27FC236}">
                  <a16:creationId xmlns:a16="http://schemas.microsoft.com/office/drawing/2014/main" id="{2641A75D-435D-4B94-B33F-421C037A2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734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16 w 5"/>
                <a:gd name="T3" fmla="*/ 16 h 2"/>
                <a:gd name="T4" fmla="*/ 8 w 5"/>
                <a:gd name="T5" fmla="*/ 16 h 2"/>
                <a:gd name="T6" fmla="*/ 0 w 5"/>
                <a:gd name="T7" fmla="*/ 8 h 2"/>
                <a:gd name="T8" fmla="*/ 24 w 5"/>
                <a:gd name="T9" fmla="*/ 16 h 2"/>
                <a:gd name="T10" fmla="*/ 40 w 5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3" y="2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4" y="1"/>
                    <a:pt x="4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25" name="Freeform 906">
              <a:extLst>
                <a:ext uri="{FF2B5EF4-FFF2-40B4-BE49-F238E27FC236}">
                  <a16:creationId xmlns:a16="http://schemas.microsoft.com/office/drawing/2014/main" id="{0F282402-204D-41C0-A36F-0D184A27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721"/>
              <a:ext cx="6" cy="6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24 h 3"/>
                <a:gd name="T4" fmla="*/ 8 w 3"/>
                <a:gd name="T5" fmla="*/ 24 h 3"/>
                <a:gd name="T6" fmla="*/ 8 w 3"/>
                <a:gd name="T7" fmla="*/ 24 h 3"/>
                <a:gd name="T8" fmla="*/ 24 w 3"/>
                <a:gd name="T9" fmla="*/ 16 h 3"/>
                <a:gd name="T10" fmla="*/ 16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26" name="Freeform 907">
              <a:extLst>
                <a:ext uri="{FF2B5EF4-FFF2-40B4-BE49-F238E27FC236}">
                  <a16:creationId xmlns:a16="http://schemas.microsoft.com/office/drawing/2014/main" id="{EF5F9E05-2D3C-49A9-9388-1530E68A8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710"/>
              <a:ext cx="4" cy="8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16 h 4"/>
                <a:gd name="T4" fmla="*/ 16 w 2"/>
                <a:gd name="T5" fmla="*/ 32 h 4"/>
                <a:gd name="T6" fmla="*/ 8 w 2"/>
                <a:gd name="T7" fmla="*/ 24 h 4"/>
                <a:gd name="T8" fmla="*/ 8 w 2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2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27" name="Freeform 908">
              <a:extLst>
                <a:ext uri="{FF2B5EF4-FFF2-40B4-BE49-F238E27FC236}">
                  <a16:creationId xmlns:a16="http://schemas.microsoft.com/office/drawing/2014/main" id="{EF4752FF-7FB7-4C01-816D-901BE565A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703"/>
              <a:ext cx="8" cy="5"/>
            </a:xfrm>
            <a:custGeom>
              <a:avLst/>
              <a:gdLst>
                <a:gd name="T0" fmla="*/ 32 w 4"/>
                <a:gd name="T1" fmla="*/ 20 h 2"/>
                <a:gd name="T2" fmla="*/ 16 w 4"/>
                <a:gd name="T3" fmla="*/ 20 h 2"/>
                <a:gd name="T4" fmla="*/ 0 w 4"/>
                <a:gd name="T5" fmla="*/ 0 h 2"/>
                <a:gd name="T6" fmla="*/ 16 w 4"/>
                <a:gd name="T7" fmla="*/ 33 h 2"/>
                <a:gd name="T8" fmla="*/ 32 w 4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28" name="Freeform 909">
              <a:extLst>
                <a:ext uri="{FF2B5EF4-FFF2-40B4-BE49-F238E27FC236}">
                  <a16:creationId xmlns:a16="http://schemas.microsoft.com/office/drawing/2014/main" id="{7FA0D2B3-31D2-4614-8F93-D253D2774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699"/>
              <a:ext cx="34" cy="41"/>
            </a:xfrm>
            <a:custGeom>
              <a:avLst/>
              <a:gdLst>
                <a:gd name="T0" fmla="*/ 128 w 17"/>
                <a:gd name="T1" fmla="*/ 112 h 19"/>
                <a:gd name="T2" fmla="*/ 128 w 17"/>
                <a:gd name="T3" fmla="*/ 140 h 19"/>
                <a:gd name="T4" fmla="*/ 120 w 17"/>
                <a:gd name="T5" fmla="*/ 140 h 19"/>
                <a:gd name="T6" fmla="*/ 112 w 17"/>
                <a:gd name="T7" fmla="*/ 164 h 19"/>
                <a:gd name="T8" fmla="*/ 104 w 17"/>
                <a:gd name="T9" fmla="*/ 164 h 19"/>
                <a:gd name="T10" fmla="*/ 96 w 17"/>
                <a:gd name="T11" fmla="*/ 173 h 19"/>
                <a:gd name="T12" fmla="*/ 64 w 17"/>
                <a:gd name="T13" fmla="*/ 190 h 19"/>
                <a:gd name="T14" fmla="*/ 48 w 17"/>
                <a:gd name="T15" fmla="*/ 173 h 19"/>
                <a:gd name="T16" fmla="*/ 24 w 17"/>
                <a:gd name="T17" fmla="*/ 149 h 19"/>
                <a:gd name="T18" fmla="*/ 8 w 17"/>
                <a:gd name="T19" fmla="*/ 129 h 19"/>
                <a:gd name="T20" fmla="*/ 24 w 17"/>
                <a:gd name="T21" fmla="*/ 112 h 19"/>
                <a:gd name="T22" fmla="*/ 8 w 17"/>
                <a:gd name="T23" fmla="*/ 80 h 19"/>
                <a:gd name="T24" fmla="*/ 8 w 17"/>
                <a:gd name="T25" fmla="*/ 52 h 19"/>
                <a:gd name="T26" fmla="*/ 32 w 17"/>
                <a:gd name="T27" fmla="*/ 28 h 19"/>
                <a:gd name="T28" fmla="*/ 56 w 17"/>
                <a:gd name="T29" fmla="*/ 0 h 19"/>
                <a:gd name="T30" fmla="*/ 88 w 17"/>
                <a:gd name="T31" fmla="*/ 9 h 19"/>
                <a:gd name="T32" fmla="*/ 96 w 17"/>
                <a:gd name="T33" fmla="*/ 19 h 19"/>
                <a:gd name="T34" fmla="*/ 112 w 17"/>
                <a:gd name="T35" fmla="*/ 28 h 19"/>
                <a:gd name="T36" fmla="*/ 128 w 17"/>
                <a:gd name="T37" fmla="*/ 52 h 19"/>
                <a:gd name="T38" fmla="*/ 120 w 17"/>
                <a:gd name="T39" fmla="*/ 80 h 19"/>
                <a:gd name="T40" fmla="*/ 128 w 17"/>
                <a:gd name="T41" fmla="*/ 112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1"/>
                  </a:moveTo>
                  <a:cubicBezTo>
                    <a:pt x="16" y="12"/>
                    <a:pt x="17" y="13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4"/>
                    <a:pt x="15" y="16"/>
                    <a:pt x="14" y="16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2" y="16"/>
                    <a:pt x="12" y="17"/>
                    <a:pt x="12" y="17"/>
                  </a:cubicBezTo>
                  <a:cubicBezTo>
                    <a:pt x="11" y="18"/>
                    <a:pt x="10" y="19"/>
                    <a:pt x="8" y="19"/>
                  </a:cubicBezTo>
                  <a:cubicBezTo>
                    <a:pt x="7" y="18"/>
                    <a:pt x="7" y="17"/>
                    <a:pt x="6" y="17"/>
                  </a:cubicBezTo>
                  <a:cubicBezTo>
                    <a:pt x="4" y="17"/>
                    <a:pt x="4" y="17"/>
                    <a:pt x="3" y="15"/>
                  </a:cubicBezTo>
                  <a:cubicBezTo>
                    <a:pt x="3" y="15"/>
                    <a:pt x="2" y="14"/>
                    <a:pt x="1" y="13"/>
                  </a:cubicBezTo>
                  <a:cubicBezTo>
                    <a:pt x="1" y="12"/>
                    <a:pt x="3" y="12"/>
                    <a:pt x="3" y="11"/>
                  </a:cubicBezTo>
                  <a:cubicBezTo>
                    <a:pt x="3" y="9"/>
                    <a:pt x="1" y="9"/>
                    <a:pt x="1" y="8"/>
                  </a:cubicBezTo>
                  <a:cubicBezTo>
                    <a:pt x="0" y="8"/>
                    <a:pt x="1" y="6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5" y="1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1" y="1"/>
                    <a:pt x="11" y="2"/>
                    <a:pt x="12" y="2"/>
                  </a:cubicBezTo>
                  <a:cubicBezTo>
                    <a:pt x="12" y="3"/>
                    <a:pt x="13" y="3"/>
                    <a:pt x="14" y="3"/>
                  </a:cubicBezTo>
                  <a:cubicBezTo>
                    <a:pt x="15" y="3"/>
                    <a:pt x="16" y="3"/>
                    <a:pt x="16" y="5"/>
                  </a:cubicBezTo>
                  <a:cubicBezTo>
                    <a:pt x="16" y="6"/>
                    <a:pt x="15" y="7"/>
                    <a:pt x="15" y="8"/>
                  </a:cubicBezTo>
                  <a:cubicBezTo>
                    <a:pt x="15" y="9"/>
                    <a:pt x="16" y="9"/>
                    <a:pt x="16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29" name="Freeform 910">
              <a:extLst>
                <a:ext uri="{FF2B5EF4-FFF2-40B4-BE49-F238E27FC236}">
                  <a16:creationId xmlns:a16="http://schemas.microsoft.com/office/drawing/2014/main" id="{8A816210-D0A9-457C-A0BB-CA50BD1BE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721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30" name="Freeform 911">
              <a:extLst>
                <a:ext uri="{FF2B5EF4-FFF2-40B4-BE49-F238E27FC236}">
                  <a16:creationId xmlns:a16="http://schemas.microsoft.com/office/drawing/2014/main" id="{F9F21190-A75E-4663-BE09-FBF0C33AC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718"/>
              <a:ext cx="4" cy="9"/>
            </a:xfrm>
            <a:custGeom>
              <a:avLst/>
              <a:gdLst>
                <a:gd name="T0" fmla="*/ 0 w 2"/>
                <a:gd name="T1" fmla="*/ 45 h 4"/>
                <a:gd name="T2" fmla="*/ 16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31" name="Freeform 912">
              <a:extLst>
                <a:ext uri="{FF2B5EF4-FFF2-40B4-BE49-F238E27FC236}">
                  <a16:creationId xmlns:a16="http://schemas.microsoft.com/office/drawing/2014/main" id="{9E089DE5-7BDE-4AAD-89E7-4919BBB0C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703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32" name="Freeform 913">
              <a:extLst>
                <a:ext uri="{FF2B5EF4-FFF2-40B4-BE49-F238E27FC236}">
                  <a16:creationId xmlns:a16="http://schemas.microsoft.com/office/drawing/2014/main" id="{51490513-763A-4A34-BD5F-8B0C58020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022"/>
              <a:ext cx="35" cy="42"/>
            </a:xfrm>
            <a:custGeom>
              <a:avLst/>
              <a:gdLst>
                <a:gd name="T0" fmla="*/ 140 w 17"/>
                <a:gd name="T1" fmla="*/ 117 h 19"/>
                <a:gd name="T2" fmla="*/ 140 w 17"/>
                <a:gd name="T3" fmla="*/ 153 h 19"/>
                <a:gd name="T4" fmla="*/ 132 w 17"/>
                <a:gd name="T5" fmla="*/ 153 h 19"/>
                <a:gd name="T6" fmla="*/ 124 w 17"/>
                <a:gd name="T7" fmla="*/ 170 h 19"/>
                <a:gd name="T8" fmla="*/ 115 w 17"/>
                <a:gd name="T9" fmla="*/ 170 h 19"/>
                <a:gd name="T10" fmla="*/ 105 w 17"/>
                <a:gd name="T11" fmla="*/ 186 h 19"/>
                <a:gd name="T12" fmla="*/ 80 w 17"/>
                <a:gd name="T13" fmla="*/ 206 h 19"/>
                <a:gd name="T14" fmla="*/ 51 w 17"/>
                <a:gd name="T15" fmla="*/ 186 h 19"/>
                <a:gd name="T16" fmla="*/ 33 w 17"/>
                <a:gd name="T17" fmla="*/ 161 h 19"/>
                <a:gd name="T18" fmla="*/ 16 w 17"/>
                <a:gd name="T19" fmla="*/ 141 h 19"/>
                <a:gd name="T20" fmla="*/ 25 w 17"/>
                <a:gd name="T21" fmla="*/ 117 h 19"/>
                <a:gd name="T22" fmla="*/ 8 w 17"/>
                <a:gd name="T23" fmla="*/ 88 h 19"/>
                <a:gd name="T24" fmla="*/ 16 w 17"/>
                <a:gd name="T25" fmla="*/ 53 h 19"/>
                <a:gd name="T26" fmla="*/ 33 w 17"/>
                <a:gd name="T27" fmla="*/ 33 h 19"/>
                <a:gd name="T28" fmla="*/ 60 w 17"/>
                <a:gd name="T29" fmla="*/ 0 h 19"/>
                <a:gd name="T30" fmla="*/ 97 w 17"/>
                <a:gd name="T31" fmla="*/ 9 h 19"/>
                <a:gd name="T32" fmla="*/ 105 w 17"/>
                <a:gd name="T33" fmla="*/ 20 h 19"/>
                <a:gd name="T34" fmla="*/ 124 w 17"/>
                <a:gd name="T35" fmla="*/ 33 h 19"/>
                <a:gd name="T36" fmla="*/ 140 w 17"/>
                <a:gd name="T37" fmla="*/ 53 h 19"/>
                <a:gd name="T38" fmla="*/ 132 w 17"/>
                <a:gd name="T39" fmla="*/ 88 h 19"/>
                <a:gd name="T40" fmla="*/ 140 w 17"/>
                <a:gd name="T41" fmla="*/ 117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1"/>
                  </a:moveTo>
                  <a:cubicBezTo>
                    <a:pt x="17" y="12"/>
                    <a:pt x="17" y="13"/>
                    <a:pt x="16" y="14"/>
                  </a:cubicBezTo>
                  <a:cubicBezTo>
                    <a:pt x="16" y="14"/>
                    <a:pt x="16" y="14"/>
                    <a:pt x="15" y="14"/>
                  </a:cubicBezTo>
                  <a:cubicBezTo>
                    <a:pt x="15" y="14"/>
                    <a:pt x="16" y="16"/>
                    <a:pt x="14" y="16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3" y="16"/>
                    <a:pt x="12" y="17"/>
                    <a:pt x="12" y="17"/>
                  </a:cubicBezTo>
                  <a:cubicBezTo>
                    <a:pt x="11" y="18"/>
                    <a:pt x="10" y="19"/>
                    <a:pt x="9" y="19"/>
                  </a:cubicBezTo>
                  <a:cubicBezTo>
                    <a:pt x="8" y="18"/>
                    <a:pt x="7" y="17"/>
                    <a:pt x="6" y="17"/>
                  </a:cubicBezTo>
                  <a:cubicBezTo>
                    <a:pt x="5" y="17"/>
                    <a:pt x="5" y="17"/>
                    <a:pt x="4" y="15"/>
                  </a:cubicBezTo>
                  <a:cubicBezTo>
                    <a:pt x="3" y="15"/>
                    <a:pt x="2" y="14"/>
                    <a:pt x="2" y="13"/>
                  </a:cubicBezTo>
                  <a:cubicBezTo>
                    <a:pt x="1" y="12"/>
                    <a:pt x="3" y="12"/>
                    <a:pt x="3" y="11"/>
                  </a:cubicBezTo>
                  <a:cubicBezTo>
                    <a:pt x="4" y="9"/>
                    <a:pt x="2" y="9"/>
                    <a:pt x="1" y="8"/>
                  </a:cubicBezTo>
                  <a:cubicBezTo>
                    <a:pt x="0" y="8"/>
                    <a:pt x="1" y="6"/>
                    <a:pt x="2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2" y="1"/>
                    <a:pt x="11" y="2"/>
                    <a:pt x="12" y="2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5" y="3"/>
                    <a:pt x="16" y="3"/>
                    <a:pt x="16" y="5"/>
                  </a:cubicBezTo>
                  <a:cubicBezTo>
                    <a:pt x="16" y="6"/>
                    <a:pt x="16" y="7"/>
                    <a:pt x="15" y="8"/>
                  </a:cubicBezTo>
                  <a:cubicBezTo>
                    <a:pt x="15" y="9"/>
                    <a:pt x="16" y="9"/>
                    <a:pt x="16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33" name="Freeform 914">
              <a:extLst>
                <a:ext uri="{FF2B5EF4-FFF2-40B4-BE49-F238E27FC236}">
                  <a16:creationId xmlns:a16="http://schemas.microsoft.com/office/drawing/2014/main" id="{4BD7E54F-6379-4AE1-9CD9-021F37A26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029"/>
              <a:ext cx="8" cy="13"/>
            </a:xfrm>
            <a:custGeom>
              <a:avLst/>
              <a:gdLst>
                <a:gd name="T0" fmla="*/ 32 w 4"/>
                <a:gd name="T1" fmla="*/ 0 h 6"/>
                <a:gd name="T2" fmla="*/ 8 w 4"/>
                <a:gd name="T3" fmla="*/ 33 h 6"/>
                <a:gd name="T4" fmla="*/ 24 w 4"/>
                <a:gd name="T5" fmla="*/ 61 h 6"/>
                <a:gd name="T6" fmla="*/ 16 w 4"/>
                <a:gd name="T7" fmla="*/ 33 h 6"/>
                <a:gd name="T8" fmla="*/ 32 w 4"/>
                <a:gd name="T9" fmla="*/ 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1"/>
                    <a:pt x="1" y="2"/>
                    <a:pt x="1" y="3"/>
                  </a:cubicBezTo>
                  <a:cubicBezTo>
                    <a:pt x="0" y="5"/>
                    <a:pt x="1" y="5"/>
                    <a:pt x="3" y="6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34" name="Freeform 915">
              <a:extLst>
                <a:ext uri="{FF2B5EF4-FFF2-40B4-BE49-F238E27FC236}">
                  <a16:creationId xmlns:a16="http://schemas.microsoft.com/office/drawing/2014/main" id="{3CE9F888-A95E-450D-8DAB-174B082C4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3046"/>
              <a:ext cx="4" cy="11"/>
            </a:xfrm>
            <a:custGeom>
              <a:avLst/>
              <a:gdLst>
                <a:gd name="T0" fmla="*/ 16 w 2"/>
                <a:gd name="T1" fmla="*/ 0 h 5"/>
                <a:gd name="T2" fmla="*/ 0 w 2"/>
                <a:gd name="T3" fmla="*/ 20 h 5"/>
                <a:gd name="T4" fmla="*/ 16 w 2"/>
                <a:gd name="T5" fmla="*/ 53 h 5"/>
                <a:gd name="T6" fmla="*/ 8 w 2"/>
                <a:gd name="T7" fmla="*/ 20 h 5"/>
                <a:gd name="T8" fmla="*/ 16 w 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4"/>
                    <a:pt x="2" y="5"/>
                  </a:cubicBezTo>
                  <a:cubicBezTo>
                    <a:pt x="2" y="4"/>
                    <a:pt x="2" y="3"/>
                    <a:pt x="1" y="2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35" name="Freeform 916">
              <a:extLst>
                <a:ext uri="{FF2B5EF4-FFF2-40B4-BE49-F238E27FC236}">
                  <a16:creationId xmlns:a16="http://schemas.microsoft.com/office/drawing/2014/main" id="{2298CB1E-40B9-4109-8103-E13155673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3055"/>
              <a:ext cx="20" cy="9"/>
            </a:xfrm>
            <a:custGeom>
              <a:avLst/>
              <a:gdLst>
                <a:gd name="T0" fmla="*/ 80 w 10"/>
                <a:gd name="T1" fmla="*/ 0 h 4"/>
                <a:gd name="T2" fmla="*/ 40 w 10"/>
                <a:gd name="T3" fmla="*/ 36 h 4"/>
                <a:gd name="T4" fmla="*/ 16 w 10"/>
                <a:gd name="T5" fmla="*/ 25 h 4"/>
                <a:gd name="T6" fmla="*/ 0 w 10"/>
                <a:gd name="T7" fmla="*/ 0 h 4"/>
                <a:gd name="T8" fmla="*/ 24 w 10"/>
                <a:gd name="T9" fmla="*/ 11 h 4"/>
                <a:gd name="T10" fmla="*/ 32 w 10"/>
                <a:gd name="T11" fmla="*/ 11 h 4"/>
                <a:gd name="T12" fmla="*/ 48 w 10"/>
                <a:gd name="T13" fmla="*/ 25 h 4"/>
                <a:gd name="T14" fmla="*/ 64 w 10"/>
                <a:gd name="T15" fmla="*/ 0 h 4"/>
                <a:gd name="T16" fmla="*/ 80 w 10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7" y="4"/>
                    <a:pt x="5" y="3"/>
                  </a:cubicBezTo>
                  <a:cubicBezTo>
                    <a:pt x="4" y="3"/>
                    <a:pt x="3" y="2"/>
                    <a:pt x="2" y="2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6" y="2"/>
                  </a:cubicBezTo>
                  <a:cubicBezTo>
                    <a:pt x="7" y="2"/>
                    <a:pt x="7" y="1"/>
                    <a:pt x="8" y="0"/>
                  </a:cubicBezTo>
                  <a:cubicBezTo>
                    <a:pt x="9" y="0"/>
                    <a:pt x="9" y="1"/>
                    <a:pt x="1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36" name="Freeform 917">
              <a:extLst>
                <a:ext uri="{FF2B5EF4-FFF2-40B4-BE49-F238E27FC236}">
                  <a16:creationId xmlns:a16="http://schemas.microsoft.com/office/drawing/2014/main" id="{FDC793D5-A44C-49A1-90BD-126A1B220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031"/>
              <a:ext cx="4" cy="9"/>
            </a:xfrm>
            <a:custGeom>
              <a:avLst/>
              <a:gdLst>
                <a:gd name="T0" fmla="*/ 16 w 2"/>
                <a:gd name="T1" fmla="*/ 0 h 4"/>
                <a:gd name="T2" fmla="*/ 8 w 2"/>
                <a:gd name="T3" fmla="*/ 25 h 4"/>
                <a:gd name="T4" fmla="*/ 8 w 2"/>
                <a:gd name="T5" fmla="*/ 45 h 4"/>
                <a:gd name="T6" fmla="*/ 0 w 2"/>
                <a:gd name="T7" fmla="*/ 25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37" name="Freeform 918">
              <a:extLst>
                <a:ext uri="{FF2B5EF4-FFF2-40B4-BE49-F238E27FC236}">
                  <a16:creationId xmlns:a16="http://schemas.microsoft.com/office/drawing/2014/main" id="{5DA427FE-21FD-4CCD-A4BA-BA6D87EB9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3025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38" name="Freeform 919">
              <a:extLst>
                <a:ext uri="{FF2B5EF4-FFF2-40B4-BE49-F238E27FC236}">
                  <a16:creationId xmlns:a16="http://schemas.microsoft.com/office/drawing/2014/main" id="{17A5BEF4-3747-4130-90CF-D2C8501AC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3044"/>
              <a:ext cx="4" cy="7"/>
            </a:xfrm>
            <a:custGeom>
              <a:avLst/>
              <a:gdLst>
                <a:gd name="T0" fmla="*/ 16 w 2"/>
                <a:gd name="T1" fmla="*/ 0 h 3"/>
                <a:gd name="T2" fmla="*/ 8 w 2"/>
                <a:gd name="T3" fmla="*/ 12 h 3"/>
                <a:gd name="T4" fmla="*/ 0 w 2"/>
                <a:gd name="T5" fmla="*/ 37 h 3"/>
                <a:gd name="T6" fmla="*/ 16 w 2"/>
                <a:gd name="T7" fmla="*/ 12 h 3"/>
                <a:gd name="T8" fmla="*/ 16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39" name="Freeform 920">
              <a:extLst>
                <a:ext uri="{FF2B5EF4-FFF2-40B4-BE49-F238E27FC236}">
                  <a16:creationId xmlns:a16="http://schemas.microsoft.com/office/drawing/2014/main" id="{3FF4DED0-700B-4151-A54D-D09CA3263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3057"/>
              <a:ext cx="10" cy="5"/>
            </a:xfrm>
            <a:custGeom>
              <a:avLst/>
              <a:gdLst>
                <a:gd name="T0" fmla="*/ 40 w 5"/>
                <a:gd name="T1" fmla="*/ 0 h 2"/>
                <a:gd name="T2" fmla="*/ 24 w 5"/>
                <a:gd name="T3" fmla="*/ 33 h 2"/>
                <a:gd name="T4" fmla="*/ 16 w 5"/>
                <a:gd name="T5" fmla="*/ 33 h 2"/>
                <a:gd name="T6" fmla="*/ 0 w 5"/>
                <a:gd name="T7" fmla="*/ 20 h 2"/>
                <a:gd name="T8" fmla="*/ 24 w 5"/>
                <a:gd name="T9" fmla="*/ 33 h 2"/>
                <a:gd name="T10" fmla="*/ 40 w 5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4" y="1"/>
                    <a:pt x="5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40" name="Freeform 921">
              <a:extLst>
                <a:ext uri="{FF2B5EF4-FFF2-40B4-BE49-F238E27FC236}">
                  <a16:creationId xmlns:a16="http://schemas.microsoft.com/office/drawing/2014/main" id="{C2A2EE27-7B0C-4DF6-8D49-9F2EDD2A4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3044"/>
              <a:ext cx="4" cy="7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37 h 3"/>
                <a:gd name="T4" fmla="*/ 0 w 2"/>
                <a:gd name="T5" fmla="*/ 37 h 3"/>
                <a:gd name="T6" fmla="*/ 0 w 2"/>
                <a:gd name="T7" fmla="*/ 37 h 3"/>
                <a:gd name="T8" fmla="*/ 16 w 2"/>
                <a:gd name="T9" fmla="*/ 28 h 3"/>
                <a:gd name="T10" fmla="*/ 16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2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41" name="Freeform 922">
              <a:extLst>
                <a:ext uri="{FF2B5EF4-FFF2-40B4-BE49-F238E27FC236}">
                  <a16:creationId xmlns:a16="http://schemas.microsoft.com/office/drawing/2014/main" id="{0F4B201D-37EF-422F-8F27-8BA8F0A93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033"/>
              <a:ext cx="4" cy="9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25 h 4"/>
                <a:gd name="T4" fmla="*/ 16 w 2"/>
                <a:gd name="T5" fmla="*/ 45 h 4"/>
                <a:gd name="T6" fmla="*/ 8 w 2"/>
                <a:gd name="T7" fmla="*/ 36 h 4"/>
                <a:gd name="T8" fmla="*/ 8 w 2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42" name="Freeform 923">
              <a:extLst>
                <a:ext uri="{FF2B5EF4-FFF2-40B4-BE49-F238E27FC236}">
                  <a16:creationId xmlns:a16="http://schemas.microsoft.com/office/drawing/2014/main" id="{C5FE2DF1-8B7C-4472-B604-4F09E756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3027"/>
              <a:ext cx="8" cy="4"/>
            </a:xfrm>
            <a:custGeom>
              <a:avLst/>
              <a:gdLst>
                <a:gd name="T0" fmla="*/ 32 w 4"/>
                <a:gd name="T1" fmla="*/ 8 h 2"/>
                <a:gd name="T2" fmla="*/ 16 w 4"/>
                <a:gd name="T3" fmla="*/ 8 h 2"/>
                <a:gd name="T4" fmla="*/ 0 w 4"/>
                <a:gd name="T5" fmla="*/ 0 h 2"/>
                <a:gd name="T6" fmla="*/ 16 w 4"/>
                <a:gd name="T7" fmla="*/ 16 h 2"/>
                <a:gd name="T8" fmla="*/ 32 w 4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43" name="Freeform 924">
              <a:extLst>
                <a:ext uri="{FF2B5EF4-FFF2-40B4-BE49-F238E27FC236}">
                  <a16:creationId xmlns:a16="http://schemas.microsoft.com/office/drawing/2014/main" id="{4AF685B3-DFDE-485E-9BB8-6C0F7012A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022"/>
              <a:ext cx="35" cy="42"/>
            </a:xfrm>
            <a:custGeom>
              <a:avLst/>
              <a:gdLst>
                <a:gd name="T0" fmla="*/ 140 w 17"/>
                <a:gd name="T1" fmla="*/ 117 h 19"/>
                <a:gd name="T2" fmla="*/ 140 w 17"/>
                <a:gd name="T3" fmla="*/ 153 h 19"/>
                <a:gd name="T4" fmla="*/ 132 w 17"/>
                <a:gd name="T5" fmla="*/ 153 h 19"/>
                <a:gd name="T6" fmla="*/ 124 w 17"/>
                <a:gd name="T7" fmla="*/ 170 h 19"/>
                <a:gd name="T8" fmla="*/ 115 w 17"/>
                <a:gd name="T9" fmla="*/ 170 h 19"/>
                <a:gd name="T10" fmla="*/ 105 w 17"/>
                <a:gd name="T11" fmla="*/ 186 h 19"/>
                <a:gd name="T12" fmla="*/ 80 w 17"/>
                <a:gd name="T13" fmla="*/ 206 h 19"/>
                <a:gd name="T14" fmla="*/ 51 w 17"/>
                <a:gd name="T15" fmla="*/ 186 h 19"/>
                <a:gd name="T16" fmla="*/ 33 w 17"/>
                <a:gd name="T17" fmla="*/ 161 h 19"/>
                <a:gd name="T18" fmla="*/ 16 w 17"/>
                <a:gd name="T19" fmla="*/ 141 h 19"/>
                <a:gd name="T20" fmla="*/ 25 w 17"/>
                <a:gd name="T21" fmla="*/ 117 h 19"/>
                <a:gd name="T22" fmla="*/ 8 w 17"/>
                <a:gd name="T23" fmla="*/ 88 h 19"/>
                <a:gd name="T24" fmla="*/ 16 w 17"/>
                <a:gd name="T25" fmla="*/ 53 h 19"/>
                <a:gd name="T26" fmla="*/ 33 w 17"/>
                <a:gd name="T27" fmla="*/ 33 h 19"/>
                <a:gd name="T28" fmla="*/ 60 w 17"/>
                <a:gd name="T29" fmla="*/ 0 h 19"/>
                <a:gd name="T30" fmla="*/ 97 w 17"/>
                <a:gd name="T31" fmla="*/ 9 h 19"/>
                <a:gd name="T32" fmla="*/ 105 w 17"/>
                <a:gd name="T33" fmla="*/ 20 h 19"/>
                <a:gd name="T34" fmla="*/ 124 w 17"/>
                <a:gd name="T35" fmla="*/ 33 h 19"/>
                <a:gd name="T36" fmla="*/ 140 w 17"/>
                <a:gd name="T37" fmla="*/ 53 h 19"/>
                <a:gd name="T38" fmla="*/ 132 w 17"/>
                <a:gd name="T39" fmla="*/ 88 h 19"/>
                <a:gd name="T40" fmla="*/ 140 w 17"/>
                <a:gd name="T41" fmla="*/ 117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1"/>
                  </a:moveTo>
                  <a:cubicBezTo>
                    <a:pt x="17" y="12"/>
                    <a:pt x="17" y="13"/>
                    <a:pt x="16" y="14"/>
                  </a:cubicBezTo>
                  <a:cubicBezTo>
                    <a:pt x="16" y="14"/>
                    <a:pt x="16" y="14"/>
                    <a:pt x="15" y="14"/>
                  </a:cubicBezTo>
                  <a:cubicBezTo>
                    <a:pt x="15" y="14"/>
                    <a:pt x="16" y="16"/>
                    <a:pt x="14" y="16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3" y="16"/>
                    <a:pt x="12" y="17"/>
                    <a:pt x="12" y="17"/>
                  </a:cubicBezTo>
                  <a:cubicBezTo>
                    <a:pt x="11" y="18"/>
                    <a:pt x="10" y="19"/>
                    <a:pt x="9" y="19"/>
                  </a:cubicBezTo>
                  <a:cubicBezTo>
                    <a:pt x="8" y="18"/>
                    <a:pt x="7" y="17"/>
                    <a:pt x="6" y="17"/>
                  </a:cubicBezTo>
                  <a:cubicBezTo>
                    <a:pt x="5" y="17"/>
                    <a:pt x="5" y="17"/>
                    <a:pt x="4" y="15"/>
                  </a:cubicBezTo>
                  <a:cubicBezTo>
                    <a:pt x="3" y="15"/>
                    <a:pt x="2" y="14"/>
                    <a:pt x="2" y="13"/>
                  </a:cubicBezTo>
                  <a:cubicBezTo>
                    <a:pt x="1" y="12"/>
                    <a:pt x="3" y="12"/>
                    <a:pt x="3" y="11"/>
                  </a:cubicBezTo>
                  <a:cubicBezTo>
                    <a:pt x="4" y="9"/>
                    <a:pt x="2" y="9"/>
                    <a:pt x="1" y="8"/>
                  </a:cubicBezTo>
                  <a:cubicBezTo>
                    <a:pt x="0" y="8"/>
                    <a:pt x="1" y="6"/>
                    <a:pt x="2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2" y="1"/>
                    <a:pt x="11" y="2"/>
                    <a:pt x="12" y="2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5" y="3"/>
                    <a:pt x="16" y="3"/>
                    <a:pt x="16" y="5"/>
                  </a:cubicBezTo>
                  <a:cubicBezTo>
                    <a:pt x="16" y="6"/>
                    <a:pt x="16" y="7"/>
                    <a:pt x="15" y="8"/>
                  </a:cubicBezTo>
                  <a:cubicBezTo>
                    <a:pt x="15" y="9"/>
                    <a:pt x="16" y="9"/>
                    <a:pt x="16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44" name="Freeform 925">
              <a:extLst>
                <a:ext uri="{FF2B5EF4-FFF2-40B4-BE49-F238E27FC236}">
                  <a16:creationId xmlns:a16="http://schemas.microsoft.com/office/drawing/2014/main" id="{33CD791B-FA68-499F-A581-80E7045B8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044"/>
              <a:ext cx="4" cy="5"/>
            </a:xfrm>
            <a:custGeom>
              <a:avLst/>
              <a:gdLst>
                <a:gd name="T0" fmla="*/ 8 w 2"/>
                <a:gd name="T1" fmla="*/ 33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45" name="Freeform 926">
              <a:extLst>
                <a:ext uri="{FF2B5EF4-FFF2-40B4-BE49-F238E27FC236}">
                  <a16:creationId xmlns:a16="http://schemas.microsoft.com/office/drawing/2014/main" id="{1E72FA1C-59AE-464A-804C-7CDAEB90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3042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2" y="2"/>
                    <a:pt x="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46" name="Freeform 927">
              <a:extLst>
                <a:ext uri="{FF2B5EF4-FFF2-40B4-BE49-F238E27FC236}">
                  <a16:creationId xmlns:a16="http://schemas.microsoft.com/office/drawing/2014/main" id="{DF38F147-9035-45CD-8171-6654DE9FF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3027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47" name="Freeform 928">
              <a:extLst>
                <a:ext uri="{FF2B5EF4-FFF2-40B4-BE49-F238E27FC236}">
                  <a16:creationId xmlns:a16="http://schemas.microsoft.com/office/drawing/2014/main" id="{ECBF1982-3EC6-4D4F-9E86-FA01709A0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714"/>
              <a:ext cx="35" cy="42"/>
            </a:xfrm>
            <a:custGeom>
              <a:avLst/>
              <a:gdLst>
                <a:gd name="T0" fmla="*/ 140 w 17"/>
                <a:gd name="T1" fmla="*/ 108 h 19"/>
                <a:gd name="T2" fmla="*/ 140 w 17"/>
                <a:gd name="T3" fmla="*/ 141 h 19"/>
                <a:gd name="T4" fmla="*/ 132 w 17"/>
                <a:gd name="T5" fmla="*/ 153 h 19"/>
                <a:gd name="T6" fmla="*/ 124 w 17"/>
                <a:gd name="T7" fmla="*/ 170 h 19"/>
                <a:gd name="T8" fmla="*/ 115 w 17"/>
                <a:gd name="T9" fmla="*/ 170 h 19"/>
                <a:gd name="T10" fmla="*/ 105 w 17"/>
                <a:gd name="T11" fmla="*/ 186 h 19"/>
                <a:gd name="T12" fmla="*/ 68 w 17"/>
                <a:gd name="T13" fmla="*/ 195 h 19"/>
                <a:gd name="T14" fmla="*/ 51 w 17"/>
                <a:gd name="T15" fmla="*/ 186 h 19"/>
                <a:gd name="T16" fmla="*/ 25 w 17"/>
                <a:gd name="T17" fmla="*/ 161 h 19"/>
                <a:gd name="T18" fmla="*/ 8 w 17"/>
                <a:gd name="T19" fmla="*/ 141 h 19"/>
                <a:gd name="T20" fmla="*/ 25 w 17"/>
                <a:gd name="T21" fmla="*/ 108 h 19"/>
                <a:gd name="T22" fmla="*/ 8 w 17"/>
                <a:gd name="T23" fmla="*/ 88 h 19"/>
                <a:gd name="T24" fmla="*/ 8 w 17"/>
                <a:gd name="T25" fmla="*/ 53 h 19"/>
                <a:gd name="T26" fmla="*/ 33 w 17"/>
                <a:gd name="T27" fmla="*/ 33 h 19"/>
                <a:gd name="T28" fmla="*/ 60 w 17"/>
                <a:gd name="T29" fmla="*/ 0 h 19"/>
                <a:gd name="T30" fmla="*/ 97 w 17"/>
                <a:gd name="T31" fmla="*/ 0 h 19"/>
                <a:gd name="T32" fmla="*/ 105 w 17"/>
                <a:gd name="T33" fmla="*/ 20 h 19"/>
                <a:gd name="T34" fmla="*/ 124 w 17"/>
                <a:gd name="T35" fmla="*/ 20 h 19"/>
                <a:gd name="T36" fmla="*/ 140 w 17"/>
                <a:gd name="T37" fmla="*/ 44 h 19"/>
                <a:gd name="T38" fmla="*/ 132 w 17"/>
                <a:gd name="T39" fmla="*/ 73 h 19"/>
                <a:gd name="T40" fmla="*/ 140 w 17"/>
                <a:gd name="T41" fmla="*/ 10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0"/>
                  </a:moveTo>
                  <a:cubicBezTo>
                    <a:pt x="16" y="12"/>
                    <a:pt x="17" y="12"/>
                    <a:pt x="16" y="13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4"/>
                    <a:pt x="15" y="16"/>
                    <a:pt x="14" y="16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2" y="16"/>
                    <a:pt x="12" y="17"/>
                    <a:pt x="12" y="17"/>
                  </a:cubicBezTo>
                  <a:cubicBezTo>
                    <a:pt x="11" y="18"/>
                    <a:pt x="10" y="19"/>
                    <a:pt x="8" y="18"/>
                  </a:cubicBezTo>
                  <a:cubicBezTo>
                    <a:pt x="7" y="18"/>
                    <a:pt x="7" y="17"/>
                    <a:pt x="6" y="17"/>
                  </a:cubicBezTo>
                  <a:cubicBezTo>
                    <a:pt x="4" y="16"/>
                    <a:pt x="4" y="16"/>
                    <a:pt x="3" y="15"/>
                  </a:cubicBezTo>
                  <a:cubicBezTo>
                    <a:pt x="3" y="14"/>
                    <a:pt x="2" y="14"/>
                    <a:pt x="1" y="13"/>
                  </a:cubicBezTo>
                  <a:cubicBezTo>
                    <a:pt x="1" y="11"/>
                    <a:pt x="3" y="11"/>
                    <a:pt x="3" y="10"/>
                  </a:cubicBezTo>
                  <a:cubicBezTo>
                    <a:pt x="3" y="9"/>
                    <a:pt x="1" y="9"/>
                    <a:pt x="1" y="8"/>
                  </a:cubicBezTo>
                  <a:cubicBezTo>
                    <a:pt x="0" y="7"/>
                    <a:pt x="1" y="6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5" y="1"/>
                    <a:pt x="7" y="0"/>
                  </a:cubicBezTo>
                  <a:cubicBezTo>
                    <a:pt x="8" y="0"/>
                    <a:pt x="10" y="0"/>
                    <a:pt x="11" y="0"/>
                  </a:cubicBezTo>
                  <a:cubicBezTo>
                    <a:pt x="11" y="1"/>
                    <a:pt x="11" y="2"/>
                    <a:pt x="12" y="2"/>
                  </a:cubicBezTo>
                  <a:cubicBezTo>
                    <a:pt x="12" y="3"/>
                    <a:pt x="13" y="2"/>
                    <a:pt x="14" y="2"/>
                  </a:cubicBezTo>
                  <a:cubicBezTo>
                    <a:pt x="15" y="2"/>
                    <a:pt x="16" y="3"/>
                    <a:pt x="16" y="4"/>
                  </a:cubicBezTo>
                  <a:cubicBezTo>
                    <a:pt x="16" y="5"/>
                    <a:pt x="15" y="6"/>
                    <a:pt x="15" y="7"/>
                  </a:cubicBezTo>
                  <a:cubicBezTo>
                    <a:pt x="15" y="8"/>
                    <a:pt x="16" y="9"/>
                    <a:pt x="16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48" name="Freeform 929">
              <a:extLst>
                <a:ext uri="{FF2B5EF4-FFF2-40B4-BE49-F238E27FC236}">
                  <a16:creationId xmlns:a16="http://schemas.microsoft.com/office/drawing/2014/main" id="{2613D3FC-89EB-43D7-87C6-637E68BB8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721"/>
              <a:ext cx="6" cy="13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33 h 6"/>
                <a:gd name="T4" fmla="*/ 16 w 3"/>
                <a:gd name="T5" fmla="*/ 61 h 6"/>
                <a:gd name="T6" fmla="*/ 16 w 3"/>
                <a:gd name="T7" fmla="*/ 33 h 6"/>
                <a:gd name="T8" fmla="*/ 24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1"/>
                    <a:pt x="1" y="1"/>
                    <a:pt x="0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49" name="Freeform 930">
              <a:extLst>
                <a:ext uri="{FF2B5EF4-FFF2-40B4-BE49-F238E27FC236}">
                  <a16:creationId xmlns:a16="http://schemas.microsoft.com/office/drawing/2014/main" id="{89273483-37BA-4294-A668-6C650F745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736"/>
              <a:ext cx="6" cy="11"/>
            </a:xfrm>
            <a:custGeom>
              <a:avLst/>
              <a:gdLst>
                <a:gd name="T0" fmla="*/ 16 w 3"/>
                <a:gd name="T1" fmla="*/ 9 h 5"/>
                <a:gd name="T2" fmla="*/ 8 w 3"/>
                <a:gd name="T3" fmla="*/ 33 h 5"/>
                <a:gd name="T4" fmla="*/ 24 w 3"/>
                <a:gd name="T5" fmla="*/ 53 h 5"/>
                <a:gd name="T6" fmla="*/ 16 w 3"/>
                <a:gd name="T7" fmla="*/ 33 h 5"/>
                <a:gd name="T8" fmla="*/ 24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2" y="2"/>
                    <a:pt x="0" y="2"/>
                    <a:pt x="1" y="3"/>
                  </a:cubicBezTo>
                  <a:cubicBezTo>
                    <a:pt x="1" y="4"/>
                    <a:pt x="2" y="4"/>
                    <a:pt x="3" y="5"/>
                  </a:cubicBezTo>
                  <a:cubicBezTo>
                    <a:pt x="3" y="4"/>
                    <a:pt x="2" y="4"/>
                    <a:pt x="2" y="3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50" name="Freeform 931">
              <a:extLst>
                <a:ext uri="{FF2B5EF4-FFF2-40B4-BE49-F238E27FC236}">
                  <a16:creationId xmlns:a16="http://schemas.microsoft.com/office/drawing/2014/main" id="{87B55AE6-84EC-433D-AC34-2E7D9CDCA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747"/>
              <a:ext cx="21" cy="9"/>
            </a:xfrm>
            <a:custGeom>
              <a:avLst/>
              <a:gdLst>
                <a:gd name="T0" fmla="*/ 92 w 10"/>
                <a:gd name="T1" fmla="*/ 0 h 4"/>
                <a:gd name="T2" fmla="*/ 48 w 10"/>
                <a:gd name="T3" fmla="*/ 36 h 4"/>
                <a:gd name="T4" fmla="*/ 17 w 10"/>
                <a:gd name="T5" fmla="*/ 25 h 4"/>
                <a:gd name="T6" fmla="*/ 0 w 10"/>
                <a:gd name="T7" fmla="*/ 0 h 4"/>
                <a:gd name="T8" fmla="*/ 27 w 10"/>
                <a:gd name="T9" fmla="*/ 11 h 4"/>
                <a:gd name="T10" fmla="*/ 36 w 10"/>
                <a:gd name="T11" fmla="*/ 11 h 4"/>
                <a:gd name="T12" fmla="*/ 48 w 10"/>
                <a:gd name="T13" fmla="*/ 25 h 4"/>
                <a:gd name="T14" fmla="*/ 76 w 10"/>
                <a:gd name="T15" fmla="*/ 0 h 4"/>
                <a:gd name="T16" fmla="*/ 84 w 10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7" y="4"/>
                    <a:pt x="5" y="3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2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6" y="2"/>
                    <a:pt x="7" y="0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51" name="Freeform 932">
              <a:extLst>
                <a:ext uri="{FF2B5EF4-FFF2-40B4-BE49-F238E27FC236}">
                  <a16:creationId xmlns:a16="http://schemas.microsoft.com/office/drawing/2014/main" id="{6B16C999-A8EF-47B6-9D85-2B50AABD6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721"/>
              <a:ext cx="6" cy="11"/>
            </a:xfrm>
            <a:custGeom>
              <a:avLst/>
              <a:gdLst>
                <a:gd name="T0" fmla="*/ 16 w 3"/>
                <a:gd name="T1" fmla="*/ 9 h 5"/>
                <a:gd name="T2" fmla="*/ 16 w 3"/>
                <a:gd name="T3" fmla="*/ 33 h 5"/>
                <a:gd name="T4" fmla="*/ 16 w 3"/>
                <a:gd name="T5" fmla="*/ 53 h 5"/>
                <a:gd name="T6" fmla="*/ 8 w 3"/>
                <a:gd name="T7" fmla="*/ 33 h 5"/>
                <a:gd name="T8" fmla="*/ 16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3" y="1"/>
                    <a:pt x="2" y="2"/>
                    <a:pt x="2" y="3"/>
                  </a:cubicBezTo>
                  <a:cubicBezTo>
                    <a:pt x="2" y="3"/>
                    <a:pt x="2" y="4"/>
                    <a:pt x="2" y="5"/>
                  </a:cubicBezTo>
                  <a:cubicBezTo>
                    <a:pt x="1" y="4"/>
                    <a:pt x="0" y="4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52" name="Freeform 933">
              <a:extLst>
                <a:ext uri="{FF2B5EF4-FFF2-40B4-BE49-F238E27FC236}">
                  <a16:creationId xmlns:a16="http://schemas.microsoft.com/office/drawing/2014/main" id="{3B2558BE-DFA1-4482-AFFE-DD246A89E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714"/>
              <a:ext cx="4" cy="4"/>
            </a:xfrm>
            <a:custGeom>
              <a:avLst/>
              <a:gdLst>
                <a:gd name="T0" fmla="*/ 16 w 2"/>
                <a:gd name="T1" fmla="*/ 8 h 2"/>
                <a:gd name="T2" fmla="*/ 0 w 2"/>
                <a:gd name="T3" fmla="*/ 8 h 2"/>
                <a:gd name="T4" fmla="*/ 16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0" y="1"/>
                    <a:pt x="2" y="1"/>
                    <a:pt x="2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53" name="Freeform 934">
              <a:extLst>
                <a:ext uri="{FF2B5EF4-FFF2-40B4-BE49-F238E27FC236}">
                  <a16:creationId xmlns:a16="http://schemas.microsoft.com/office/drawing/2014/main" id="{59E317BB-1C3A-45FF-9C1C-B42EC60A2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734"/>
              <a:ext cx="6" cy="6"/>
            </a:xfrm>
            <a:custGeom>
              <a:avLst/>
              <a:gdLst>
                <a:gd name="T0" fmla="*/ 16 w 3"/>
                <a:gd name="T1" fmla="*/ 8 h 3"/>
                <a:gd name="T2" fmla="*/ 16 w 3"/>
                <a:gd name="T3" fmla="*/ 16 h 3"/>
                <a:gd name="T4" fmla="*/ 0 w 3"/>
                <a:gd name="T5" fmla="*/ 24 h 3"/>
                <a:gd name="T6" fmla="*/ 16 w 3"/>
                <a:gd name="T7" fmla="*/ 16 h 3"/>
                <a:gd name="T8" fmla="*/ 24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54" name="Freeform 935">
              <a:extLst>
                <a:ext uri="{FF2B5EF4-FFF2-40B4-BE49-F238E27FC236}">
                  <a16:creationId xmlns:a16="http://schemas.microsoft.com/office/drawing/2014/main" id="{BC0595B9-E573-409C-9764-D14BEE4A7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749"/>
              <a:ext cx="11" cy="4"/>
            </a:xfrm>
            <a:custGeom>
              <a:avLst/>
              <a:gdLst>
                <a:gd name="T0" fmla="*/ 53 w 5"/>
                <a:gd name="T1" fmla="*/ 0 h 2"/>
                <a:gd name="T2" fmla="*/ 20 w 5"/>
                <a:gd name="T3" fmla="*/ 16 h 2"/>
                <a:gd name="T4" fmla="*/ 9 w 5"/>
                <a:gd name="T5" fmla="*/ 8 h 2"/>
                <a:gd name="T6" fmla="*/ 0 w 5"/>
                <a:gd name="T7" fmla="*/ 8 h 2"/>
                <a:gd name="T8" fmla="*/ 33 w 5"/>
                <a:gd name="T9" fmla="*/ 8 h 2"/>
                <a:gd name="T10" fmla="*/ 53 w 5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3" y="2"/>
                    <a:pt x="2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55" name="Freeform 936">
              <a:extLst>
                <a:ext uri="{FF2B5EF4-FFF2-40B4-BE49-F238E27FC236}">
                  <a16:creationId xmlns:a16="http://schemas.microsoft.com/office/drawing/2014/main" id="{659E4D1C-1631-4DED-B0EE-B75969FFA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736"/>
              <a:ext cx="6" cy="7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37 h 3"/>
                <a:gd name="T4" fmla="*/ 8 w 3"/>
                <a:gd name="T5" fmla="*/ 37 h 3"/>
                <a:gd name="T6" fmla="*/ 8 w 3"/>
                <a:gd name="T7" fmla="*/ 37 h 3"/>
                <a:gd name="T8" fmla="*/ 24 w 3"/>
                <a:gd name="T9" fmla="*/ 28 h 3"/>
                <a:gd name="T10" fmla="*/ 16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0" y="1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56" name="Freeform 937">
              <a:extLst>
                <a:ext uri="{FF2B5EF4-FFF2-40B4-BE49-F238E27FC236}">
                  <a16:creationId xmlns:a16="http://schemas.microsoft.com/office/drawing/2014/main" id="{E238F6C2-3B11-4EAE-82BB-A900C5DAF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725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8 h 3"/>
                <a:gd name="T4" fmla="*/ 16 w 2"/>
                <a:gd name="T5" fmla="*/ 37 h 3"/>
                <a:gd name="T6" fmla="*/ 8 w 2"/>
                <a:gd name="T7" fmla="*/ 28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57" name="Freeform 938">
              <a:extLst>
                <a:ext uri="{FF2B5EF4-FFF2-40B4-BE49-F238E27FC236}">
                  <a16:creationId xmlns:a16="http://schemas.microsoft.com/office/drawing/2014/main" id="{3F9ED1E9-F42D-4B69-8FA3-826F87BFA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2718"/>
              <a:ext cx="8" cy="3"/>
            </a:xfrm>
            <a:custGeom>
              <a:avLst/>
              <a:gdLst>
                <a:gd name="T0" fmla="*/ 32 w 4"/>
                <a:gd name="T1" fmla="*/ 27 h 1"/>
                <a:gd name="T2" fmla="*/ 16 w 4"/>
                <a:gd name="T3" fmla="*/ 27 h 1"/>
                <a:gd name="T4" fmla="*/ 0 w 4"/>
                <a:gd name="T5" fmla="*/ 0 h 1"/>
                <a:gd name="T6" fmla="*/ 16 w 4"/>
                <a:gd name="T7" fmla="*/ 27 h 1"/>
                <a:gd name="T8" fmla="*/ 32 w 4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58" name="Freeform 939">
              <a:extLst>
                <a:ext uri="{FF2B5EF4-FFF2-40B4-BE49-F238E27FC236}">
                  <a16:creationId xmlns:a16="http://schemas.microsoft.com/office/drawing/2014/main" id="{A63E9475-9402-448F-9C65-8168914DC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714"/>
              <a:ext cx="35" cy="42"/>
            </a:xfrm>
            <a:custGeom>
              <a:avLst/>
              <a:gdLst>
                <a:gd name="T0" fmla="*/ 140 w 17"/>
                <a:gd name="T1" fmla="*/ 108 h 19"/>
                <a:gd name="T2" fmla="*/ 140 w 17"/>
                <a:gd name="T3" fmla="*/ 141 h 19"/>
                <a:gd name="T4" fmla="*/ 132 w 17"/>
                <a:gd name="T5" fmla="*/ 153 h 19"/>
                <a:gd name="T6" fmla="*/ 124 w 17"/>
                <a:gd name="T7" fmla="*/ 170 h 19"/>
                <a:gd name="T8" fmla="*/ 115 w 17"/>
                <a:gd name="T9" fmla="*/ 170 h 19"/>
                <a:gd name="T10" fmla="*/ 105 w 17"/>
                <a:gd name="T11" fmla="*/ 186 h 19"/>
                <a:gd name="T12" fmla="*/ 68 w 17"/>
                <a:gd name="T13" fmla="*/ 195 h 19"/>
                <a:gd name="T14" fmla="*/ 51 w 17"/>
                <a:gd name="T15" fmla="*/ 186 h 19"/>
                <a:gd name="T16" fmla="*/ 25 w 17"/>
                <a:gd name="T17" fmla="*/ 161 h 19"/>
                <a:gd name="T18" fmla="*/ 8 w 17"/>
                <a:gd name="T19" fmla="*/ 141 h 19"/>
                <a:gd name="T20" fmla="*/ 25 w 17"/>
                <a:gd name="T21" fmla="*/ 108 h 19"/>
                <a:gd name="T22" fmla="*/ 8 w 17"/>
                <a:gd name="T23" fmla="*/ 88 h 19"/>
                <a:gd name="T24" fmla="*/ 8 w 17"/>
                <a:gd name="T25" fmla="*/ 53 h 19"/>
                <a:gd name="T26" fmla="*/ 33 w 17"/>
                <a:gd name="T27" fmla="*/ 33 h 19"/>
                <a:gd name="T28" fmla="*/ 60 w 17"/>
                <a:gd name="T29" fmla="*/ 0 h 19"/>
                <a:gd name="T30" fmla="*/ 97 w 17"/>
                <a:gd name="T31" fmla="*/ 0 h 19"/>
                <a:gd name="T32" fmla="*/ 105 w 17"/>
                <a:gd name="T33" fmla="*/ 20 h 19"/>
                <a:gd name="T34" fmla="*/ 124 w 17"/>
                <a:gd name="T35" fmla="*/ 20 h 19"/>
                <a:gd name="T36" fmla="*/ 140 w 17"/>
                <a:gd name="T37" fmla="*/ 44 h 19"/>
                <a:gd name="T38" fmla="*/ 132 w 17"/>
                <a:gd name="T39" fmla="*/ 73 h 19"/>
                <a:gd name="T40" fmla="*/ 140 w 17"/>
                <a:gd name="T41" fmla="*/ 10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0"/>
                  </a:moveTo>
                  <a:cubicBezTo>
                    <a:pt x="16" y="12"/>
                    <a:pt x="17" y="12"/>
                    <a:pt x="16" y="13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4"/>
                    <a:pt x="15" y="16"/>
                    <a:pt x="14" y="16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2" y="16"/>
                    <a:pt x="12" y="17"/>
                    <a:pt x="12" y="17"/>
                  </a:cubicBezTo>
                  <a:cubicBezTo>
                    <a:pt x="11" y="18"/>
                    <a:pt x="10" y="19"/>
                    <a:pt x="8" y="18"/>
                  </a:cubicBezTo>
                  <a:cubicBezTo>
                    <a:pt x="7" y="18"/>
                    <a:pt x="7" y="17"/>
                    <a:pt x="6" y="17"/>
                  </a:cubicBezTo>
                  <a:cubicBezTo>
                    <a:pt x="4" y="16"/>
                    <a:pt x="4" y="16"/>
                    <a:pt x="3" y="15"/>
                  </a:cubicBezTo>
                  <a:cubicBezTo>
                    <a:pt x="3" y="14"/>
                    <a:pt x="2" y="14"/>
                    <a:pt x="1" y="13"/>
                  </a:cubicBezTo>
                  <a:cubicBezTo>
                    <a:pt x="1" y="11"/>
                    <a:pt x="3" y="11"/>
                    <a:pt x="3" y="10"/>
                  </a:cubicBezTo>
                  <a:cubicBezTo>
                    <a:pt x="3" y="9"/>
                    <a:pt x="1" y="9"/>
                    <a:pt x="1" y="8"/>
                  </a:cubicBezTo>
                  <a:cubicBezTo>
                    <a:pt x="0" y="7"/>
                    <a:pt x="1" y="6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5" y="1"/>
                    <a:pt x="7" y="0"/>
                  </a:cubicBezTo>
                  <a:cubicBezTo>
                    <a:pt x="8" y="0"/>
                    <a:pt x="10" y="0"/>
                    <a:pt x="11" y="0"/>
                  </a:cubicBezTo>
                  <a:cubicBezTo>
                    <a:pt x="11" y="1"/>
                    <a:pt x="11" y="2"/>
                    <a:pt x="12" y="2"/>
                  </a:cubicBezTo>
                  <a:cubicBezTo>
                    <a:pt x="12" y="3"/>
                    <a:pt x="13" y="2"/>
                    <a:pt x="14" y="2"/>
                  </a:cubicBezTo>
                  <a:cubicBezTo>
                    <a:pt x="15" y="2"/>
                    <a:pt x="16" y="3"/>
                    <a:pt x="16" y="4"/>
                  </a:cubicBezTo>
                  <a:cubicBezTo>
                    <a:pt x="16" y="5"/>
                    <a:pt x="15" y="6"/>
                    <a:pt x="15" y="7"/>
                  </a:cubicBezTo>
                  <a:cubicBezTo>
                    <a:pt x="15" y="8"/>
                    <a:pt x="16" y="9"/>
                    <a:pt x="16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59" name="Freeform 940">
              <a:extLst>
                <a:ext uri="{FF2B5EF4-FFF2-40B4-BE49-F238E27FC236}">
                  <a16:creationId xmlns:a16="http://schemas.microsoft.com/office/drawing/2014/main" id="{0D2E477B-7D39-46EB-857D-1774C397F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734"/>
              <a:ext cx="2" cy="6"/>
            </a:xfrm>
            <a:custGeom>
              <a:avLst/>
              <a:gdLst>
                <a:gd name="T0" fmla="*/ 8 w 1"/>
                <a:gd name="T1" fmla="*/ 24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60" name="Freeform 941">
              <a:extLst>
                <a:ext uri="{FF2B5EF4-FFF2-40B4-BE49-F238E27FC236}">
                  <a16:creationId xmlns:a16="http://schemas.microsoft.com/office/drawing/2014/main" id="{C6C7CF7B-1BAF-48EC-B225-BE66510C4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734"/>
              <a:ext cx="4" cy="6"/>
            </a:xfrm>
            <a:custGeom>
              <a:avLst/>
              <a:gdLst>
                <a:gd name="T0" fmla="*/ 0 w 2"/>
                <a:gd name="T1" fmla="*/ 24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2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61" name="Freeform 942">
              <a:extLst>
                <a:ext uri="{FF2B5EF4-FFF2-40B4-BE49-F238E27FC236}">
                  <a16:creationId xmlns:a16="http://schemas.microsoft.com/office/drawing/2014/main" id="{40EB2203-78CA-4E76-B499-FC35BDC20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2716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62" name="Freeform 943">
              <a:extLst>
                <a:ext uri="{FF2B5EF4-FFF2-40B4-BE49-F238E27FC236}">
                  <a16:creationId xmlns:a16="http://schemas.microsoft.com/office/drawing/2014/main" id="{71F48F84-351F-487E-B5F2-F3A6FB606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266"/>
              <a:ext cx="35" cy="41"/>
            </a:xfrm>
            <a:custGeom>
              <a:avLst/>
              <a:gdLst>
                <a:gd name="T0" fmla="*/ 140 w 17"/>
                <a:gd name="T1" fmla="*/ 112 h 19"/>
                <a:gd name="T2" fmla="*/ 140 w 17"/>
                <a:gd name="T3" fmla="*/ 140 h 19"/>
                <a:gd name="T4" fmla="*/ 132 w 17"/>
                <a:gd name="T5" fmla="*/ 140 h 19"/>
                <a:gd name="T6" fmla="*/ 124 w 17"/>
                <a:gd name="T7" fmla="*/ 164 h 19"/>
                <a:gd name="T8" fmla="*/ 115 w 17"/>
                <a:gd name="T9" fmla="*/ 164 h 19"/>
                <a:gd name="T10" fmla="*/ 105 w 17"/>
                <a:gd name="T11" fmla="*/ 173 h 19"/>
                <a:gd name="T12" fmla="*/ 80 w 17"/>
                <a:gd name="T13" fmla="*/ 190 h 19"/>
                <a:gd name="T14" fmla="*/ 51 w 17"/>
                <a:gd name="T15" fmla="*/ 173 h 19"/>
                <a:gd name="T16" fmla="*/ 33 w 17"/>
                <a:gd name="T17" fmla="*/ 149 h 19"/>
                <a:gd name="T18" fmla="*/ 16 w 17"/>
                <a:gd name="T19" fmla="*/ 129 h 19"/>
                <a:gd name="T20" fmla="*/ 25 w 17"/>
                <a:gd name="T21" fmla="*/ 112 h 19"/>
                <a:gd name="T22" fmla="*/ 8 w 17"/>
                <a:gd name="T23" fmla="*/ 80 h 19"/>
                <a:gd name="T24" fmla="*/ 16 w 17"/>
                <a:gd name="T25" fmla="*/ 52 h 19"/>
                <a:gd name="T26" fmla="*/ 33 w 17"/>
                <a:gd name="T27" fmla="*/ 28 h 19"/>
                <a:gd name="T28" fmla="*/ 60 w 17"/>
                <a:gd name="T29" fmla="*/ 0 h 19"/>
                <a:gd name="T30" fmla="*/ 97 w 17"/>
                <a:gd name="T31" fmla="*/ 9 h 19"/>
                <a:gd name="T32" fmla="*/ 105 w 17"/>
                <a:gd name="T33" fmla="*/ 19 h 19"/>
                <a:gd name="T34" fmla="*/ 124 w 17"/>
                <a:gd name="T35" fmla="*/ 28 h 19"/>
                <a:gd name="T36" fmla="*/ 140 w 17"/>
                <a:gd name="T37" fmla="*/ 52 h 19"/>
                <a:gd name="T38" fmla="*/ 132 w 17"/>
                <a:gd name="T39" fmla="*/ 80 h 19"/>
                <a:gd name="T40" fmla="*/ 140 w 17"/>
                <a:gd name="T41" fmla="*/ 112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1"/>
                  </a:moveTo>
                  <a:cubicBezTo>
                    <a:pt x="17" y="12"/>
                    <a:pt x="17" y="13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4"/>
                    <a:pt x="16" y="16"/>
                    <a:pt x="14" y="16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3" y="16"/>
                    <a:pt x="12" y="17"/>
                    <a:pt x="12" y="17"/>
                  </a:cubicBezTo>
                  <a:cubicBezTo>
                    <a:pt x="11" y="18"/>
                    <a:pt x="10" y="19"/>
                    <a:pt x="9" y="19"/>
                  </a:cubicBezTo>
                  <a:cubicBezTo>
                    <a:pt x="8" y="18"/>
                    <a:pt x="7" y="17"/>
                    <a:pt x="6" y="17"/>
                  </a:cubicBezTo>
                  <a:cubicBezTo>
                    <a:pt x="5" y="17"/>
                    <a:pt x="5" y="17"/>
                    <a:pt x="4" y="15"/>
                  </a:cubicBezTo>
                  <a:cubicBezTo>
                    <a:pt x="3" y="15"/>
                    <a:pt x="2" y="14"/>
                    <a:pt x="2" y="13"/>
                  </a:cubicBezTo>
                  <a:cubicBezTo>
                    <a:pt x="1" y="12"/>
                    <a:pt x="3" y="12"/>
                    <a:pt x="3" y="11"/>
                  </a:cubicBezTo>
                  <a:cubicBezTo>
                    <a:pt x="4" y="9"/>
                    <a:pt x="2" y="9"/>
                    <a:pt x="1" y="8"/>
                  </a:cubicBezTo>
                  <a:cubicBezTo>
                    <a:pt x="0" y="8"/>
                    <a:pt x="1" y="6"/>
                    <a:pt x="2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2" y="1"/>
                    <a:pt x="11" y="2"/>
                    <a:pt x="12" y="2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5" y="3"/>
                    <a:pt x="16" y="3"/>
                    <a:pt x="16" y="5"/>
                  </a:cubicBezTo>
                  <a:cubicBezTo>
                    <a:pt x="16" y="6"/>
                    <a:pt x="16" y="7"/>
                    <a:pt x="15" y="8"/>
                  </a:cubicBezTo>
                  <a:cubicBezTo>
                    <a:pt x="15" y="9"/>
                    <a:pt x="16" y="9"/>
                    <a:pt x="16" y="11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63" name="Freeform 944">
              <a:extLst>
                <a:ext uri="{FF2B5EF4-FFF2-40B4-BE49-F238E27FC236}">
                  <a16:creationId xmlns:a16="http://schemas.microsoft.com/office/drawing/2014/main" id="{BCEBD641-BAA5-4E2B-B2B8-3164313F2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272"/>
              <a:ext cx="9" cy="14"/>
            </a:xfrm>
            <a:custGeom>
              <a:avLst/>
              <a:gdLst>
                <a:gd name="T0" fmla="*/ 45 w 4"/>
                <a:gd name="T1" fmla="*/ 0 h 6"/>
                <a:gd name="T2" fmla="*/ 11 w 4"/>
                <a:gd name="T3" fmla="*/ 37 h 6"/>
                <a:gd name="T4" fmla="*/ 36 w 4"/>
                <a:gd name="T5" fmla="*/ 77 h 6"/>
                <a:gd name="T6" fmla="*/ 25 w 4"/>
                <a:gd name="T7" fmla="*/ 37 h 6"/>
                <a:gd name="T8" fmla="*/ 45 w 4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1"/>
                    <a:pt x="1" y="2"/>
                    <a:pt x="1" y="3"/>
                  </a:cubicBezTo>
                  <a:cubicBezTo>
                    <a:pt x="0" y="5"/>
                    <a:pt x="1" y="5"/>
                    <a:pt x="3" y="6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64" name="Freeform 945">
              <a:extLst>
                <a:ext uri="{FF2B5EF4-FFF2-40B4-BE49-F238E27FC236}">
                  <a16:creationId xmlns:a16="http://schemas.microsoft.com/office/drawing/2014/main" id="{F21C7B28-D6CF-4452-9EEF-29EE375B7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290"/>
              <a:ext cx="4" cy="11"/>
            </a:xfrm>
            <a:custGeom>
              <a:avLst/>
              <a:gdLst>
                <a:gd name="T0" fmla="*/ 16 w 2"/>
                <a:gd name="T1" fmla="*/ 0 h 5"/>
                <a:gd name="T2" fmla="*/ 0 w 2"/>
                <a:gd name="T3" fmla="*/ 20 h 5"/>
                <a:gd name="T4" fmla="*/ 16 w 2"/>
                <a:gd name="T5" fmla="*/ 53 h 5"/>
                <a:gd name="T6" fmla="*/ 8 w 2"/>
                <a:gd name="T7" fmla="*/ 20 h 5"/>
                <a:gd name="T8" fmla="*/ 16 w 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4"/>
                    <a:pt x="2" y="5"/>
                  </a:cubicBezTo>
                  <a:cubicBezTo>
                    <a:pt x="2" y="4"/>
                    <a:pt x="2" y="3"/>
                    <a:pt x="1" y="2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65" name="Freeform 946">
              <a:extLst>
                <a:ext uri="{FF2B5EF4-FFF2-40B4-BE49-F238E27FC236}">
                  <a16:creationId xmlns:a16="http://schemas.microsoft.com/office/drawing/2014/main" id="{AFACB8CE-5489-4074-AA85-5E5A2618F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299"/>
              <a:ext cx="20" cy="8"/>
            </a:xfrm>
            <a:custGeom>
              <a:avLst/>
              <a:gdLst>
                <a:gd name="T0" fmla="*/ 80 w 10"/>
                <a:gd name="T1" fmla="*/ 0 h 4"/>
                <a:gd name="T2" fmla="*/ 40 w 10"/>
                <a:gd name="T3" fmla="*/ 24 h 4"/>
                <a:gd name="T4" fmla="*/ 16 w 10"/>
                <a:gd name="T5" fmla="*/ 16 h 4"/>
                <a:gd name="T6" fmla="*/ 0 w 10"/>
                <a:gd name="T7" fmla="*/ 0 h 4"/>
                <a:gd name="T8" fmla="*/ 24 w 10"/>
                <a:gd name="T9" fmla="*/ 8 h 4"/>
                <a:gd name="T10" fmla="*/ 32 w 10"/>
                <a:gd name="T11" fmla="*/ 8 h 4"/>
                <a:gd name="T12" fmla="*/ 48 w 10"/>
                <a:gd name="T13" fmla="*/ 16 h 4"/>
                <a:gd name="T14" fmla="*/ 64 w 10"/>
                <a:gd name="T15" fmla="*/ 0 h 4"/>
                <a:gd name="T16" fmla="*/ 80 w 10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7" y="4"/>
                    <a:pt x="5" y="3"/>
                  </a:cubicBezTo>
                  <a:cubicBezTo>
                    <a:pt x="4" y="3"/>
                    <a:pt x="3" y="2"/>
                    <a:pt x="2" y="2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6" y="2"/>
                  </a:cubicBezTo>
                  <a:cubicBezTo>
                    <a:pt x="7" y="2"/>
                    <a:pt x="7" y="1"/>
                    <a:pt x="8" y="0"/>
                  </a:cubicBezTo>
                  <a:cubicBezTo>
                    <a:pt x="9" y="0"/>
                    <a:pt x="9" y="1"/>
                    <a:pt x="1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66" name="Freeform 947">
              <a:extLst>
                <a:ext uri="{FF2B5EF4-FFF2-40B4-BE49-F238E27FC236}">
                  <a16:creationId xmlns:a16="http://schemas.microsoft.com/office/drawing/2014/main" id="{D1659468-DC15-406C-8827-04C9FFB3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275"/>
              <a:ext cx="4" cy="8"/>
            </a:xfrm>
            <a:custGeom>
              <a:avLst/>
              <a:gdLst>
                <a:gd name="T0" fmla="*/ 16 w 2"/>
                <a:gd name="T1" fmla="*/ 0 h 4"/>
                <a:gd name="T2" fmla="*/ 8 w 2"/>
                <a:gd name="T3" fmla="*/ 16 h 4"/>
                <a:gd name="T4" fmla="*/ 8 w 2"/>
                <a:gd name="T5" fmla="*/ 32 h 4"/>
                <a:gd name="T6" fmla="*/ 0 w 2"/>
                <a:gd name="T7" fmla="*/ 16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67" name="Freeform 948">
              <a:extLst>
                <a:ext uri="{FF2B5EF4-FFF2-40B4-BE49-F238E27FC236}">
                  <a16:creationId xmlns:a16="http://schemas.microsoft.com/office/drawing/2014/main" id="{3BF3107A-6363-45E0-96E7-199EA0854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268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68" name="Freeform 949">
              <a:extLst>
                <a:ext uri="{FF2B5EF4-FFF2-40B4-BE49-F238E27FC236}">
                  <a16:creationId xmlns:a16="http://schemas.microsoft.com/office/drawing/2014/main" id="{A11642EC-1A10-43B4-BD89-062C291CC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288"/>
              <a:ext cx="4" cy="6"/>
            </a:xfrm>
            <a:custGeom>
              <a:avLst/>
              <a:gdLst>
                <a:gd name="T0" fmla="*/ 16 w 2"/>
                <a:gd name="T1" fmla="*/ 0 h 3"/>
                <a:gd name="T2" fmla="*/ 8 w 2"/>
                <a:gd name="T3" fmla="*/ 8 h 3"/>
                <a:gd name="T4" fmla="*/ 0 w 2"/>
                <a:gd name="T5" fmla="*/ 24 h 3"/>
                <a:gd name="T6" fmla="*/ 16 w 2"/>
                <a:gd name="T7" fmla="*/ 8 h 3"/>
                <a:gd name="T8" fmla="*/ 16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69" name="Freeform 950">
              <a:extLst>
                <a:ext uri="{FF2B5EF4-FFF2-40B4-BE49-F238E27FC236}">
                  <a16:creationId xmlns:a16="http://schemas.microsoft.com/office/drawing/2014/main" id="{83A9D2FF-8998-49E4-B7B4-B4928C6EE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301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24 w 5"/>
                <a:gd name="T3" fmla="*/ 16 h 2"/>
                <a:gd name="T4" fmla="*/ 16 w 5"/>
                <a:gd name="T5" fmla="*/ 16 h 2"/>
                <a:gd name="T6" fmla="*/ 0 w 5"/>
                <a:gd name="T7" fmla="*/ 8 h 2"/>
                <a:gd name="T8" fmla="*/ 24 w 5"/>
                <a:gd name="T9" fmla="*/ 16 h 2"/>
                <a:gd name="T10" fmla="*/ 40 w 5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4" y="1"/>
                    <a:pt x="5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70" name="Freeform 951">
              <a:extLst>
                <a:ext uri="{FF2B5EF4-FFF2-40B4-BE49-F238E27FC236}">
                  <a16:creationId xmlns:a16="http://schemas.microsoft.com/office/drawing/2014/main" id="{A1242673-4148-4B26-8AC9-776827627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288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0 w 2"/>
                <a:gd name="T5" fmla="*/ 24 h 3"/>
                <a:gd name="T6" fmla="*/ 0 w 2"/>
                <a:gd name="T7" fmla="*/ 24 h 3"/>
                <a:gd name="T8" fmla="*/ 16 w 2"/>
                <a:gd name="T9" fmla="*/ 16 h 3"/>
                <a:gd name="T10" fmla="*/ 16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2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71" name="Freeform 952">
              <a:extLst>
                <a:ext uri="{FF2B5EF4-FFF2-40B4-BE49-F238E27FC236}">
                  <a16:creationId xmlns:a16="http://schemas.microsoft.com/office/drawing/2014/main" id="{8FA9EB61-FAD6-4CDA-A4CB-BD3087842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277"/>
              <a:ext cx="5" cy="9"/>
            </a:xfrm>
            <a:custGeom>
              <a:avLst/>
              <a:gdLst>
                <a:gd name="T0" fmla="*/ 20 w 2"/>
                <a:gd name="T1" fmla="*/ 0 h 4"/>
                <a:gd name="T2" fmla="*/ 0 w 2"/>
                <a:gd name="T3" fmla="*/ 25 h 4"/>
                <a:gd name="T4" fmla="*/ 33 w 2"/>
                <a:gd name="T5" fmla="*/ 45 h 4"/>
                <a:gd name="T6" fmla="*/ 20 w 2"/>
                <a:gd name="T7" fmla="*/ 36 h 4"/>
                <a:gd name="T8" fmla="*/ 20 w 2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72" name="Freeform 953">
              <a:extLst>
                <a:ext uri="{FF2B5EF4-FFF2-40B4-BE49-F238E27FC236}">
                  <a16:creationId xmlns:a16="http://schemas.microsoft.com/office/drawing/2014/main" id="{D7E9CEC0-C22F-41B5-8F11-C7A7E3238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270"/>
              <a:ext cx="8" cy="5"/>
            </a:xfrm>
            <a:custGeom>
              <a:avLst/>
              <a:gdLst>
                <a:gd name="T0" fmla="*/ 32 w 4"/>
                <a:gd name="T1" fmla="*/ 20 h 2"/>
                <a:gd name="T2" fmla="*/ 16 w 4"/>
                <a:gd name="T3" fmla="*/ 20 h 2"/>
                <a:gd name="T4" fmla="*/ 0 w 4"/>
                <a:gd name="T5" fmla="*/ 0 h 2"/>
                <a:gd name="T6" fmla="*/ 16 w 4"/>
                <a:gd name="T7" fmla="*/ 33 h 2"/>
                <a:gd name="T8" fmla="*/ 32 w 4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73" name="Freeform 954">
              <a:extLst>
                <a:ext uri="{FF2B5EF4-FFF2-40B4-BE49-F238E27FC236}">
                  <a16:creationId xmlns:a16="http://schemas.microsoft.com/office/drawing/2014/main" id="{9F5AD42A-9BE9-475C-92E3-2EDFE1882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266"/>
              <a:ext cx="35" cy="41"/>
            </a:xfrm>
            <a:custGeom>
              <a:avLst/>
              <a:gdLst>
                <a:gd name="T0" fmla="*/ 140 w 17"/>
                <a:gd name="T1" fmla="*/ 112 h 19"/>
                <a:gd name="T2" fmla="*/ 140 w 17"/>
                <a:gd name="T3" fmla="*/ 140 h 19"/>
                <a:gd name="T4" fmla="*/ 132 w 17"/>
                <a:gd name="T5" fmla="*/ 140 h 19"/>
                <a:gd name="T6" fmla="*/ 124 w 17"/>
                <a:gd name="T7" fmla="*/ 164 h 19"/>
                <a:gd name="T8" fmla="*/ 115 w 17"/>
                <a:gd name="T9" fmla="*/ 164 h 19"/>
                <a:gd name="T10" fmla="*/ 105 w 17"/>
                <a:gd name="T11" fmla="*/ 173 h 19"/>
                <a:gd name="T12" fmla="*/ 80 w 17"/>
                <a:gd name="T13" fmla="*/ 190 h 19"/>
                <a:gd name="T14" fmla="*/ 51 w 17"/>
                <a:gd name="T15" fmla="*/ 173 h 19"/>
                <a:gd name="T16" fmla="*/ 33 w 17"/>
                <a:gd name="T17" fmla="*/ 149 h 19"/>
                <a:gd name="T18" fmla="*/ 16 w 17"/>
                <a:gd name="T19" fmla="*/ 129 h 19"/>
                <a:gd name="T20" fmla="*/ 25 w 17"/>
                <a:gd name="T21" fmla="*/ 112 h 19"/>
                <a:gd name="T22" fmla="*/ 8 w 17"/>
                <a:gd name="T23" fmla="*/ 80 h 19"/>
                <a:gd name="T24" fmla="*/ 16 w 17"/>
                <a:gd name="T25" fmla="*/ 52 h 19"/>
                <a:gd name="T26" fmla="*/ 33 w 17"/>
                <a:gd name="T27" fmla="*/ 28 h 19"/>
                <a:gd name="T28" fmla="*/ 60 w 17"/>
                <a:gd name="T29" fmla="*/ 0 h 19"/>
                <a:gd name="T30" fmla="*/ 97 w 17"/>
                <a:gd name="T31" fmla="*/ 9 h 19"/>
                <a:gd name="T32" fmla="*/ 105 w 17"/>
                <a:gd name="T33" fmla="*/ 19 h 19"/>
                <a:gd name="T34" fmla="*/ 124 w 17"/>
                <a:gd name="T35" fmla="*/ 28 h 19"/>
                <a:gd name="T36" fmla="*/ 140 w 17"/>
                <a:gd name="T37" fmla="*/ 52 h 19"/>
                <a:gd name="T38" fmla="*/ 132 w 17"/>
                <a:gd name="T39" fmla="*/ 80 h 19"/>
                <a:gd name="T40" fmla="*/ 140 w 17"/>
                <a:gd name="T41" fmla="*/ 112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1"/>
                  </a:moveTo>
                  <a:cubicBezTo>
                    <a:pt x="17" y="12"/>
                    <a:pt x="17" y="13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4"/>
                    <a:pt x="16" y="16"/>
                    <a:pt x="14" y="16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3" y="16"/>
                    <a:pt x="12" y="17"/>
                    <a:pt x="12" y="17"/>
                  </a:cubicBezTo>
                  <a:cubicBezTo>
                    <a:pt x="11" y="18"/>
                    <a:pt x="10" y="19"/>
                    <a:pt x="9" y="19"/>
                  </a:cubicBezTo>
                  <a:cubicBezTo>
                    <a:pt x="8" y="18"/>
                    <a:pt x="7" y="17"/>
                    <a:pt x="6" y="17"/>
                  </a:cubicBezTo>
                  <a:cubicBezTo>
                    <a:pt x="5" y="17"/>
                    <a:pt x="5" y="17"/>
                    <a:pt x="4" y="15"/>
                  </a:cubicBezTo>
                  <a:cubicBezTo>
                    <a:pt x="3" y="15"/>
                    <a:pt x="2" y="14"/>
                    <a:pt x="2" y="13"/>
                  </a:cubicBezTo>
                  <a:cubicBezTo>
                    <a:pt x="1" y="12"/>
                    <a:pt x="3" y="12"/>
                    <a:pt x="3" y="11"/>
                  </a:cubicBezTo>
                  <a:cubicBezTo>
                    <a:pt x="4" y="9"/>
                    <a:pt x="2" y="9"/>
                    <a:pt x="1" y="8"/>
                  </a:cubicBezTo>
                  <a:cubicBezTo>
                    <a:pt x="0" y="8"/>
                    <a:pt x="1" y="6"/>
                    <a:pt x="2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2" y="1"/>
                    <a:pt x="11" y="2"/>
                    <a:pt x="12" y="2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5" y="3"/>
                    <a:pt x="16" y="3"/>
                    <a:pt x="16" y="5"/>
                  </a:cubicBezTo>
                  <a:cubicBezTo>
                    <a:pt x="16" y="6"/>
                    <a:pt x="16" y="7"/>
                    <a:pt x="15" y="8"/>
                  </a:cubicBezTo>
                  <a:cubicBezTo>
                    <a:pt x="15" y="9"/>
                    <a:pt x="16" y="9"/>
                    <a:pt x="16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74" name="Freeform 955">
              <a:extLst>
                <a:ext uri="{FF2B5EF4-FFF2-40B4-BE49-F238E27FC236}">
                  <a16:creationId xmlns:a16="http://schemas.microsoft.com/office/drawing/2014/main" id="{AADAB3DB-271F-48F3-93BA-7EAEF4597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288"/>
              <a:ext cx="4" cy="4"/>
            </a:xfrm>
            <a:custGeom>
              <a:avLst/>
              <a:gdLst>
                <a:gd name="T0" fmla="*/ 8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75" name="Freeform 956">
              <a:extLst>
                <a:ext uri="{FF2B5EF4-FFF2-40B4-BE49-F238E27FC236}">
                  <a16:creationId xmlns:a16="http://schemas.microsoft.com/office/drawing/2014/main" id="{9C50857F-DDD5-4E20-90BE-50908E081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286"/>
              <a:ext cx="6" cy="8"/>
            </a:xfrm>
            <a:custGeom>
              <a:avLst/>
              <a:gdLst>
                <a:gd name="T0" fmla="*/ 0 w 3"/>
                <a:gd name="T1" fmla="*/ 32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2" y="2"/>
                    <a:pt x="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76" name="Freeform 957">
              <a:extLst>
                <a:ext uri="{FF2B5EF4-FFF2-40B4-BE49-F238E27FC236}">
                  <a16:creationId xmlns:a16="http://schemas.microsoft.com/office/drawing/2014/main" id="{AF1DEFE0-CEBA-4012-BC54-FDAAB834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270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77" name="Freeform 958">
              <a:extLst>
                <a:ext uri="{FF2B5EF4-FFF2-40B4-BE49-F238E27FC236}">
                  <a16:creationId xmlns:a16="http://schemas.microsoft.com/office/drawing/2014/main" id="{0ABF1023-90E2-4FFD-A205-E957F9A78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3049"/>
              <a:ext cx="33" cy="41"/>
            </a:xfrm>
            <a:custGeom>
              <a:avLst/>
              <a:gdLst>
                <a:gd name="T0" fmla="*/ 132 w 16"/>
                <a:gd name="T1" fmla="*/ 88 h 19"/>
                <a:gd name="T2" fmla="*/ 132 w 16"/>
                <a:gd name="T3" fmla="*/ 149 h 19"/>
                <a:gd name="T4" fmla="*/ 124 w 16"/>
                <a:gd name="T5" fmla="*/ 164 h 19"/>
                <a:gd name="T6" fmla="*/ 124 w 16"/>
                <a:gd name="T7" fmla="*/ 164 h 19"/>
                <a:gd name="T8" fmla="*/ 89 w 16"/>
                <a:gd name="T9" fmla="*/ 173 h 19"/>
                <a:gd name="T10" fmla="*/ 72 w 16"/>
                <a:gd name="T11" fmla="*/ 149 h 19"/>
                <a:gd name="T12" fmla="*/ 52 w 16"/>
                <a:gd name="T13" fmla="*/ 164 h 19"/>
                <a:gd name="T14" fmla="*/ 43 w 16"/>
                <a:gd name="T15" fmla="*/ 140 h 19"/>
                <a:gd name="T16" fmla="*/ 25 w 16"/>
                <a:gd name="T17" fmla="*/ 121 h 19"/>
                <a:gd name="T18" fmla="*/ 0 w 16"/>
                <a:gd name="T19" fmla="*/ 80 h 19"/>
                <a:gd name="T20" fmla="*/ 8 w 16"/>
                <a:gd name="T21" fmla="*/ 60 h 19"/>
                <a:gd name="T22" fmla="*/ 25 w 16"/>
                <a:gd name="T23" fmla="*/ 41 h 19"/>
                <a:gd name="T24" fmla="*/ 52 w 16"/>
                <a:gd name="T25" fmla="*/ 0 h 19"/>
                <a:gd name="T26" fmla="*/ 107 w 16"/>
                <a:gd name="T27" fmla="*/ 28 h 19"/>
                <a:gd name="T28" fmla="*/ 132 w 16"/>
                <a:gd name="T29" fmla="*/ 88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19">
                  <a:moveTo>
                    <a:pt x="15" y="9"/>
                  </a:moveTo>
                  <a:cubicBezTo>
                    <a:pt x="16" y="10"/>
                    <a:pt x="15" y="14"/>
                    <a:pt x="15" y="15"/>
                  </a:cubicBezTo>
                  <a:cubicBezTo>
                    <a:pt x="15" y="15"/>
                    <a:pt x="15" y="16"/>
                    <a:pt x="14" y="16"/>
                  </a:cubicBezTo>
                  <a:cubicBezTo>
                    <a:pt x="14" y="17"/>
                    <a:pt x="14" y="16"/>
                    <a:pt x="14" y="16"/>
                  </a:cubicBezTo>
                  <a:cubicBezTo>
                    <a:pt x="12" y="17"/>
                    <a:pt x="12" y="19"/>
                    <a:pt x="10" y="17"/>
                  </a:cubicBezTo>
                  <a:cubicBezTo>
                    <a:pt x="9" y="16"/>
                    <a:pt x="9" y="15"/>
                    <a:pt x="8" y="15"/>
                  </a:cubicBezTo>
                  <a:cubicBezTo>
                    <a:pt x="7" y="15"/>
                    <a:pt x="7" y="16"/>
                    <a:pt x="6" y="16"/>
                  </a:cubicBezTo>
                  <a:cubicBezTo>
                    <a:pt x="5" y="16"/>
                    <a:pt x="5" y="15"/>
                    <a:pt x="5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10"/>
                    <a:pt x="0" y="8"/>
                  </a:cubicBezTo>
                  <a:cubicBezTo>
                    <a:pt x="0" y="7"/>
                    <a:pt x="1" y="6"/>
                    <a:pt x="1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3" y="2"/>
                    <a:pt x="5" y="0"/>
                    <a:pt x="6" y="0"/>
                  </a:cubicBezTo>
                  <a:cubicBezTo>
                    <a:pt x="8" y="0"/>
                    <a:pt x="10" y="1"/>
                    <a:pt x="12" y="3"/>
                  </a:cubicBezTo>
                  <a:cubicBezTo>
                    <a:pt x="12" y="4"/>
                    <a:pt x="13" y="8"/>
                    <a:pt x="15" y="9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78" name="Freeform 959">
              <a:extLst>
                <a:ext uri="{FF2B5EF4-FFF2-40B4-BE49-F238E27FC236}">
                  <a16:creationId xmlns:a16="http://schemas.microsoft.com/office/drawing/2014/main" id="{E557734B-3265-47E0-8F84-F3D8ACE48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3062"/>
              <a:ext cx="8" cy="13"/>
            </a:xfrm>
            <a:custGeom>
              <a:avLst/>
              <a:gdLst>
                <a:gd name="T0" fmla="*/ 16 w 4"/>
                <a:gd name="T1" fmla="*/ 0 h 6"/>
                <a:gd name="T2" fmla="*/ 8 w 4"/>
                <a:gd name="T3" fmla="*/ 20 h 6"/>
                <a:gd name="T4" fmla="*/ 8 w 4"/>
                <a:gd name="T5" fmla="*/ 33 h 6"/>
                <a:gd name="T6" fmla="*/ 32 w 4"/>
                <a:gd name="T7" fmla="*/ 61 h 6"/>
                <a:gd name="T8" fmla="*/ 24 w 4"/>
                <a:gd name="T9" fmla="*/ 52 h 6"/>
                <a:gd name="T10" fmla="*/ 24 w 4"/>
                <a:gd name="T11" fmla="*/ 33 h 6"/>
                <a:gd name="T12" fmla="*/ 16 w 4"/>
                <a:gd name="T13" fmla="*/ 20 h 6"/>
                <a:gd name="T14" fmla="*/ 16 w 4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5"/>
                    <a:pt x="3" y="6"/>
                    <a:pt x="4" y="6"/>
                  </a:cubicBezTo>
                  <a:cubicBezTo>
                    <a:pt x="4" y="6"/>
                    <a:pt x="3" y="5"/>
                    <a:pt x="3" y="5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79" name="Freeform 960">
              <a:extLst>
                <a:ext uri="{FF2B5EF4-FFF2-40B4-BE49-F238E27FC236}">
                  <a16:creationId xmlns:a16="http://schemas.microsoft.com/office/drawing/2014/main" id="{A1608746-F386-496D-AF90-76B1B0FE9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3077"/>
              <a:ext cx="7" cy="7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37 h 3"/>
                <a:gd name="T4" fmla="*/ 28 w 3"/>
                <a:gd name="T5" fmla="*/ 28 h 3"/>
                <a:gd name="T6" fmla="*/ 37 w 3"/>
                <a:gd name="T7" fmla="*/ 12 h 3"/>
                <a:gd name="T8" fmla="*/ 28 w 3"/>
                <a:gd name="T9" fmla="*/ 28 h 3"/>
                <a:gd name="T10" fmla="*/ 0 w 3"/>
                <a:gd name="T11" fmla="*/ 12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0" y="3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2" y="1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80" name="Freeform 961">
              <a:extLst>
                <a:ext uri="{FF2B5EF4-FFF2-40B4-BE49-F238E27FC236}">
                  <a16:creationId xmlns:a16="http://schemas.microsoft.com/office/drawing/2014/main" id="{F2A61655-0231-44BA-A530-CA567DB4A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079"/>
              <a:ext cx="8" cy="9"/>
            </a:xfrm>
            <a:custGeom>
              <a:avLst/>
              <a:gdLst>
                <a:gd name="T0" fmla="*/ 8 w 4"/>
                <a:gd name="T1" fmla="*/ 11 h 4"/>
                <a:gd name="T2" fmla="*/ 0 w 4"/>
                <a:gd name="T3" fmla="*/ 11 h 4"/>
                <a:gd name="T4" fmla="*/ 8 w 4"/>
                <a:gd name="T5" fmla="*/ 36 h 4"/>
                <a:gd name="T6" fmla="*/ 32 w 4"/>
                <a:gd name="T7" fmla="*/ 25 h 4"/>
                <a:gd name="T8" fmla="*/ 16 w 4"/>
                <a:gd name="T9" fmla="*/ 25 h 4"/>
                <a:gd name="T10" fmla="*/ 8 w 4"/>
                <a:gd name="T11" fmla="*/ 1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1" y="3"/>
                    <a:pt x="1" y="3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3" y="2"/>
                    <a:pt x="2" y="3"/>
                    <a:pt x="2" y="2"/>
                  </a:cubicBezTo>
                  <a:cubicBezTo>
                    <a:pt x="1" y="2"/>
                    <a:pt x="2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81" name="Freeform 962">
              <a:extLst>
                <a:ext uri="{FF2B5EF4-FFF2-40B4-BE49-F238E27FC236}">
                  <a16:creationId xmlns:a16="http://schemas.microsoft.com/office/drawing/2014/main" id="{0127D7D3-682C-46DC-95FA-B8DA01EF2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075"/>
              <a:ext cx="6" cy="11"/>
            </a:xfrm>
            <a:custGeom>
              <a:avLst/>
              <a:gdLst>
                <a:gd name="T0" fmla="*/ 24 w 3"/>
                <a:gd name="T1" fmla="*/ 0 h 5"/>
                <a:gd name="T2" fmla="*/ 16 w 3"/>
                <a:gd name="T3" fmla="*/ 33 h 5"/>
                <a:gd name="T4" fmla="*/ 8 w 3"/>
                <a:gd name="T5" fmla="*/ 44 h 5"/>
                <a:gd name="T6" fmla="*/ 0 w 3"/>
                <a:gd name="T7" fmla="*/ 53 h 5"/>
                <a:gd name="T8" fmla="*/ 16 w 3"/>
                <a:gd name="T9" fmla="*/ 20 h 5"/>
                <a:gd name="T10" fmla="*/ 24 w 3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1"/>
                    <a:pt x="3" y="3"/>
                    <a:pt x="2" y="3"/>
                  </a:cubicBezTo>
                  <a:cubicBezTo>
                    <a:pt x="2" y="4"/>
                    <a:pt x="2" y="3"/>
                    <a:pt x="1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4"/>
                    <a:pt x="2" y="3"/>
                    <a:pt x="2" y="2"/>
                  </a:cubicBezTo>
                  <a:cubicBezTo>
                    <a:pt x="3" y="2"/>
                    <a:pt x="3" y="0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82" name="Freeform 963">
              <a:extLst>
                <a:ext uri="{FF2B5EF4-FFF2-40B4-BE49-F238E27FC236}">
                  <a16:creationId xmlns:a16="http://schemas.microsoft.com/office/drawing/2014/main" id="{EB09F5D4-8617-4D90-A09C-63A995C0D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055"/>
              <a:ext cx="4" cy="15"/>
            </a:xfrm>
            <a:custGeom>
              <a:avLst/>
              <a:gdLst>
                <a:gd name="T0" fmla="*/ 0 w 2"/>
                <a:gd name="T1" fmla="*/ 9 h 7"/>
                <a:gd name="T2" fmla="*/ 0 w 2"/>
                <a:gd name="T3" fmla="*/ 41 h 7"/>
                <a:gd name="T4" fmla="*/ 16 w 2"/>
                <a:gd name="T5" fmla="*/ 69 h 7"/>
                <a:gd name="T6" fmla="*/ 8 w 2"/>
                <a:gd name="T7" fmla="*/ 28 h 7"/>
                <a:gd name="T8" fmla="*/ 0 w 2"/>
                <a:gd name="T9" fmla="*/ 9 h 7"/>
                <a:gd name="T10" fmla="*/ 0 w 2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7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1" y="6"/>
                    <a:pt x="2" y="7"/>
                  </a:cubicBezTo>
                  <a:cubicBezTo>
                    <a:pt x="1" y="6"/>
                    <a:pt x="1" y="5"/>
                    <a:pt x="1" y="3"/>
                  </a:cubicBezTo>
                  <a:cubicBezTo>
                    <a:pt x="1" y="3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83" name="Freeform 964">
              <a:extLst>
                <a:ext uri="{FF2B5EF4-FFF2-40B4-BE49-F238E27FC236}">
                  <a16:creationId xmlns:a16="http://schemas.microsoft.com/office/drawing/2014/main" id="{D3B93247-2D78-4149-AA5C-3E57BA0FC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066"/>
              <a:ext cx="4" cy="9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25 h 4"/>
                <a:gd name="T4" fmla="*/ 8 w 2"/>
                <a:gd name="T5" fmla="*/ 36 h 4"/>
                <a:gd name="T6" fmla="*/ 16 w 2"/>
                <a:gd name="T7" fmla="*/ 45 h 4"/>
                <a:gd name="T8" fmla="*/ 16 w 2"/>
                <a:gd name="T9" fmla="*/ 36 h 4"/>
                <a:gd name="T10" fmla="*/ 0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84" name="Freeform 965">
              <a:extLst>
                <a:ext uri="{FF2B5EF4-FFF2-40B4-BE49-F238E27FC236}">
                  <a16:creationId xmlns:a16="http://schemas.microsoft.com/office/drawing/2014/main" id="{3B608924-1F76-4520-8667-FA79E6895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079"/>
              <a:ext cx="6" cy="7"/>
            </a:xfrm>
            <a:custGeom>
              <a:avLst/>
              <a:gdLst>
                <a:gd name="T0" fmla="*/ 16 w 3"/>
                <a:gd name="T1" fmla="*/ 12 h 3"/>
                <a:gd name="T2" fmla="*/ 0 w 3"/>
                <a:gd name="T3" fmla="*/ 12 h 3"/>
                <a:gd name="T4" fmla="*/ 24 w 3"/>
                <a:gd name="T5" fmla="*/ 37 h 3"/>
                <a:gd name="T6" fmla="*/ 16 w 3"/>
                <a:gd name="T7" fmla="*/ 12 h 3"/>
                <a:gd name="T8" fmla="*/ 16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2" y="1"/>
                    <a:pt x="2" y="2"/>
                    <a:pt x="3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3" y="0"/>
                    <a:pt x="2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85" name="Freeform 966">
              <a:extLst>
                <a:ext uri="{FF2B5EF4-FFF2-40B4-BE49-F238E27FC236}">
                  <a16:creationId xmlns:a16="http://schemas.microsoft.com/office/drawing/2014/main" id="{70A76780-8F1E-4A74-84C3-CA58F1902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051"/>
              <a:ext cx="11" cy="6"/>
            </a:xfrm>
            <a:custGeom>
              <a:avLst/>
              <a:gdLst>
                <a:gd name="T0" fmla="*/ 53 w 5"/>
                <a:gd name="T1" fmla="*/ 0 h 3"/>
                <a:gd name="T2" fmla="*/ 20 w 5"/>
                <a:gd name="T3" fmla="*/ 0 h 3"/>
                <a:gd name="T4" fmla="*/ 0 w 5"/>
                <a:gd name="T5" fmla="*/ 24 h 3"/>
                <a:gd name="T6" fmla="*/ 33 w 5"/>
                <a:gd name="T7" fmla="*/ 8 h 3"/>
                <a:gd name="T8" fmla="*/ 53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4" y="0"/>
                    <a:pt x="4" y="0"/>
                    <a:pt x="5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86" name="Freeform 967">
              <a:extLst>
                <a:ext uri="{FF2B5EF4-FFF2-40B4-BE49-F238E27FC236}">
                  <a16:creationId xmlns:a16="http://schemas.microsoft.com/office/drawing/2014/main" id="{09D9B9FF-4021-494C-9F5C-AB438360A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057"/>
              <a:ext cx="4" cy="13"/>
            </a:xfrm>
            <a:custGeom>
              <a:avLst/>
              <a:gdLst>
                <a:gd name="T0" fmla="*/ 0 w 2"/>
                <a:gd name="T1" fmla="*/ 0 h 6"/>
                <a:gd name="T2" fmla="*/ 0 w 2"/>
                <a:gd name="T3" fmla="*/ 33 h 6"/>
                <a:gd name="T4" fmla="*/ 16 w 2"/>
                <a:gd name="T5" fmla="*/ 61 h 6"/>
                <a:gd name="T6" fmla="*/ 0 w 2"/>
                <a:gd name="T7" fmla="*/ 33 h 6"/>
                <a:gd name="T8" fmla="*/ 0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87" name="Freeform 968">
              <a:extLst>
                <a:ext uri="{FF2B5EF4-FFF2-40B4-BE49-F238E27FC236}">
                  <a16:creationId xmlns:a16="http://schemas.microsoft.com/office/drawing/2014/main" id="{BDF4BE46-04AE-47F2-A7FA-2F878B59E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3049"/>
              <a:ext cx="33" cy="41"/>
            </a:xfrm>
            <a:custGeom>
              <a:avLst/>
              <a:gdLst>
                <a:gd name="T0" fmla="*/ 132 w 16"/>
                <a:gd name="T1" fmla="*/ 88 h 19"/>
                <a:gd name="T2" fmla="*/ 132 w 16"/>
                <a:gd name="T3" fmla="*/ 149 h 19"/>
                <a:gd name="T4" fmla="*/ 124 w 16"/>
                <a:gd name="T5" fmla="*/ 164 h 19"/>
                <a:gd name="T6" fmla="*/ 124 w 16"/>
                <a:gd name="T7" fmla="*/ 164 h 19"/>
                <a:gd name="T8" fmla="*/ 89 w 16"/>
                <a:gd name="T9" fmla="*/ 173 h 19"/>
                <a:gd name="T10" fmla="*/ 72 w 16"/>
                <a:gd name="T11" fmla="*/ 149 h 19"/>
                <a:gd name="T12" fmla="*/ 52 w 16"/>
                <a:gd name="T13" fmla="*/ 164 h 19"/>
                <a:gd name="T14" fmla="*/ 43 w 16"/>
                <a:gd name="T15" fmla="*/ 140 h 19"/>
                <a:gd name="T16" fmla="*/ 25 w 16"/>
                <a:gd name="T17" fmla="*/ 121 h 19"/>
                <a:gd name="T18" fmla="*/ 0 w 16"/>
                <a:gd name="T19" fmla="*/ 80 h 19"/>
                <a:gd name="T20" fmla="*/ 8 w 16"/>
                <a:gd name="T21" fmla="*/ 60 h 19"/>
                <a:gd name="T22" fmla="*/ 25 w 16"/>
                <a:gd name="T23" fmla="*/ 41 h 19"/>
                <a:gd name="T24" fmla="*/ 52 w 16"/>
                <a:gd name="T25" fmla="*/ 0 h 19"/>
                <a:gd name="T26" fmla="*/ 107 w 16"/>
                <a:gd name="T27" fmla="*/ 28 h 19"/>
                <a:gd name="T28" fmla="*/ 132 w 16"/>
                <a:gd name="T29" fmla="*/ 88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19">
                  <a:moveTo>
                    <a:pt x="15" y="9"/>
                  </a:moveTo>
                  <a:cubicBezTo>
                    <a:pt x="16" y="10"/>
                    <a:pt x="15" y="14"/>
                    <a:pt x="15" y="15"/>
                  </a:cubicBezTo>
                  <a:cubicBezTo>
                    <a:pt x="15" y="15"/>
                    <a:pt x="15" y="16"/>
                    <a:pt x="14" y="16"/>
                  </a:cubicBezTo>
                  <a:cubicBezTo>
                    <a:pt x="14" y="17"/>
                    <a:pt x="14" y="16"/>
                    <a:pt x="14" y="16"/>
                  </a:cubicBezTo>
                  <a:cubicBezTo>
                    <a:pt x="12" y="17"/>
                    <a:pt x="12" y="19"/>
                    <a:pt x="10" y="17"/>
                  </a:cubicBezTo>
                  <a:cubicBezTo>
                    <a:pt x="9" y="16"/>
                    <a:pt x="9" y="15"/>
                    <a:pt x="8" y="15"/>
                  </a:cubicBezTo>
                  <a:cubicBezTo>
                    <a:pt x="7" y="15"/>
                    <a:pt x="7" y="16"/>
                    <a:pt x="6" y="16"/>
                  </a:cubicBezTo>
                  <a:cubicBezTo>
                    <a:pt x="5" y="16"/>
                    <a:pt x="5" y="15"/>
                    <a:pt x="5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0" y="10"/>
                    <a:pt x="0" y="8"/>
                  </a:cubicBezTo>
                  <a:cubicBezTo>
                    <a:pt x="0" y="7"/>
                    <a:pt x="1" y="6"/>
                    <a:pt x="1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3" y="2"/>
                    <a:pt x="5" y="0"/>
                    <a:pt x="6" y="0"/>
                  </a:cubicBezTo>
                  <a:cubicBezTo>
                    <a:pt x="8" y="0"/>
                    <a:pt x="10" y="1"/>
                    <a:pt x="12" y="3"/>
                  </a:cubicBezTo>
                  <a:cubicBezTo>
                    <a:pt x="12" y="4"/>
                    <a:pt x="13" y="8"/>
                    <a:pt x="15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88" name="Freeform 969">
              <a:extLst>
                <a:ext uri="{FF2B5EF4-FFF2-40B4-BE49-F238E27FC236}">
                  <a16:creationId xmlns:a16="http://schemas.microsoft.com/office/drawing/2014/main" id="{CC0B08F5-E0B5-450C-9279-275A3FD1C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079"/>
              <a:ext cx="8" cy="2"/>
            </a:xfrm>
            <a:custGeom>
              <a:avLst/>
              <a:gdLst>
                <a:gd name="T0" fmla="*/ 32 w 4"/>
                <a:gd name="T1" fmla="*/ 0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89" name="Freeform 970">
              <a:extLst>
                <a:ext uri="{FF2B5EF4-FFF2-40B4-BE49-F238E27FC236}">
                  <a16:creationId xmlns:a16="http://schemas.microsoft.com/office/drawing/2014/main" id="{A5E1907C-BA4D-45DD-BD46-E0BF7D964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055"/>
              <a:ext cx="6" cy="15"/>
            </a:xfrm>
            <a:custGeom>
              <a:avLst/>
              <a:gdLst>
                <a:gd name="T0" fmla="*/ 24 w 3"/>
                <a:gd name="T1" fmla="*/ 69 h 7"/>
                <a:gd name="T2" fmla="*/ 8 w 3"/>
                <a:gd name="T3" fmla="*/ 41 h 7"/>
                <a:gd name="T4" fmla="*/ 0 w 3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6"/>
                    <a:pt x="1" y="6"/>
                    <a:pt x="1" y="4"/>
                  </a:cubicBezTo>
                  <a:cubicBezTo>
                    <a:pt x="0" y="2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90" name="Freeform 971">
              <a:extLst>
                <a:ext uri="{FF2B5EF4-FFF2-40B4-BE49-F238E27FC236}">
                  <a16:creationId xmlns:a16="http://schemas.microsoft.com/office/drawing/2014/main" id="{F8DB5212-03E5-4E47-A999-5C0F21CD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073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91" name="Freeform 972">
              <a:extLst>
                <a:ext uri="{FF2B5EF4-FFF2-40B4-BE49-F238E27FC236}">
                  <a16:creationId xmlns:a16="http://schemas.microsoft.com/office/drawing/2014/main" id="{C232DA94-8F46-444E-8D4C-57915F006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338"/>
              <a:ext cx="38" cy="44"/>
            </a:xfrm>
            <a:custGeom>
              <a:avLst/>
              <a:gdLst>
                <a:gd name="T0" fmla="*/ 144 w 19"/>
                <a:gd name="T1" fmla="*/ 161 h 20"/>
                <a:gd name="T2" fmla="*/ 120 w 19"/>
                <a:gd name="T3" fmla="*/ 202 h 20"/>
                <a:gd name="T4" fmla="*/ 104 w 19"/>
                <a:gd name="T5" fmla="*/ 194 h 20"/>
                <a:gd name="T6" fmla="*/ 96 w 19"/>
                <a:gd name="T7" fmla="*/ 202 h 20"/>
                <a:gd name="T8" fmla="*/ 72 w 19"/>
                <a:gd name="T9" fmla="*/ 202 h 20"/>
                <a:gd name="T10" fmla="*/ 40 w 19"/>
                <a:gd name="T11" fmla="*/ 194 h 20"/>
                <a:gd name="T12" fmla="*/ 40 w 19"/>
                <a:gd name="T13" fmla="*/ 161 h 20"/>
                <a:gd name="T14" fmla="*/ 8 w 19"/>
                <a:gd name="T15" fmla="*/ 141 h 20"/>
                <a:gd name="T16" fmla="*/ 8 w 19"/>
                <a:gd name="T17" fmla="*/ 106 h 20"/>
                <a:gd name="T18" fmla="*/ 0 w 19"/>
                <a:gd name="T19" fmla="*/ 73 h 20"/>
                <a:gd name="T20" fmla="*/ 16 w 19"/>
                <a:gd name="T21" fmla="*/ 53 h 20"/>
                <a:gd name="T22" fmla="*/ 32 w 19"/>
                <a:gd name="T23" fmla="*/ 33 h 20"/>
                <a:gd name="T24" fmla="*/ 88 w 19"/>
                <a:gd name="T25" fmla="*/ 9 h 20"/>
                <a:gd name="T26" fmla="*/ 112 w 19"/>
                <a:gd name="T27" fmla="*/ 33 h 20"/>
                <a:gd name="T28" fmla="*/ 128 w 19"/>
                <a:gd name="T29" fmla="*/ 64 h 20"/>
                <a:gd name="T30" fmla="*/ 128 w 19"/>
                <a:gd name="T31" fmla="*/ 73 h 20"/>
                <a:gd name="T32" fmla="*/ 144 w 19"/>
                <a:gd name="T33" fmla="*/ 97 h 20"/>
                <a:gd name="T34" fmla="*/ 152 w 19"/>
                <a:gd name="T35" fmla="*/ 125 h 20"/>
                <a:gd name="T36" fmla="*/ 144 w 19"/>
                <a:gd name="T37" fmla="*/ 161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18" y="15"/>
                  </a:moveTo>
                  <a:cubicBezTo>
                    <a:pt x="18" y="17"/>
                    <a:pt x="16" y="19"/>
                    <a:pt x="15" y="19"/>
                  </a:cubicBezTo>
                  <a:cubicBezTo>
                    <a:pt x="14" y="19"/>
                    <a:pt x="14" y="19"/>
                    <a:pt x="13" y="18"/>
                  </a:cubicBezTo>
                  <a:cubicBezTo>
                    <a:pt x="12" y="18"/>
                    <a:pt x="12" y="19"/>
                    <a:pt x="12" y="19"/>
                  </a:cubicBezTo>
                  <a:cubicBezTo>
                    <a:pt x="10" y="19"/>
                    <a:pt x="10" y="19"/>
                    <a:pt x="9" y="19"/>
                  </a:cubicBezTo>
                  <a:cubicBezTo>
                    <a:pt x="7" y="19"/>
                    <a:pt x="6" y="20"/>
                    <a:pt x="5" y="18"/>
                  </a:cubicBezTo>
                  <a:cubicBezTo>
                    <a:pt x="5" y="17"/>
                    <a:pt x="6" y="16"/>
                    <a:pt x="5" y="15"/>
                  </a:cubicBezTo>
                  <a:cubicBezTo>
                    <a:pt x="4" y="14"/>
                    <a:pt x="2" y="14"/>
                    <a:pt x="1" y="13"/>
                  </a:cubicBezTo>
                  <a:cubicBezTo>
                    <a:pt x="0" y="12"/>
                    <a:pt x="1" y="12"/>
                    <a:pt x="1" y="10"/>
                  </a:cubicBezTo>
                  <a:cubicBezTo>
                    <a:pt x="2" y="9"/>
                    <a:pt x="0" y="8"/>
                    <a:pt x="0" y="7"/>
                  </a:cubicBezTo>
                  <a:cubicBezTo>
                    <a:pt x="0" y="6"/>
                    <a:pt x="2" y="6"/>
                    <a:pt x="2" y="5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6" y="1"/>
                    <a:pt x="9" y="0"/>
                    <a:pt x="11" y="1"/>
                  </a:cubicBezTo>
                  <a:cubicBezTo>
                    <a:pt x="12" y="2"/>
                    <a:pt x="13" y="3"/>
                    <a:pt x="14" y="3"/>
                  </a:cubicBezTo>
                  <a:cubicBezTo>
                    <a:pt x="15" y="4"/>
                    <a:pt x="16" y="4"/>
                    <a:pt x="16" y="6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7" y="8"/>
                    <a:pt x="18" y="8"/>
                    <a:pt x="18" y="9"/>
                  </a:cubicBezTo>
                  <a:cubicBezTo>
                    <a:pt x="19" y="10"/>
                    <a:pt x="19" y="11"/>
                    <a:pt x="19" y="12"/>
                  </a:cubicBezTo>
                  <a:cubicBezTo>
                    <a:pt x="19" y="13"/>
                    <a:pt x="18" y="15"/>
                    <a:pt x="18" y="15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92" name="Freeform 973">
              <a:extLst>
                <a:ext uri="{FF2B5EF4-FFF2-40B4-BE49-F238E27FC236}">
                  <a16:creationId xmlns:a16="http://schemas.microsoft.com/office/drawing/2014/main" id="{030F10D4-C5AF-4164-9D36-9B628A036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349"/>
              <a:ext cx="14" cy="20"/>
            </a:xfrm>
            <a:custGeom>
              <a:avLst/>
              <a:gdLst>
                <a:gd name="T0" fmla="*/ 16 w 7"/>
                <a:gd name="T1" fmla="*/ 0 h 9"/>
                <a:gd name="T2" fmla="*/ 0 w 7"/>
                <a:gd name="T3" fmla="*/ 20 h 9"/>
                <a:gd name="T4" fmla="*/ 8 w 7"/>
                <a:gd name="T5" fmla="*/ 44 h 9"/>
                <a:gd name="T6" fmla="*/ 0 w 7"/>
                <a:gd name="T7" fmla="*/ 80 h 9"/>
                <a:gd name="T8" fmla="*/ 24 w 7"/>
                <a:gd name="T9" fmla="*/ 98 h 9"/>
                <a:gd name="T10" fmla="*/ 8 w 7"/>
                <a:gd name="T11" fmla="*/ 64 h 9"/>
                <a:gd name="T12" fmla="*/ 32 w 7"/>
                <a:gd name="T13" fmla="*/ 44 h 9"/>
                <a:gd name="T14" fmla="*/ 40 w 7"/>
                <a:gd name="T15" fmla="*/ 20 h 9"/>
                <a:gd name="T16" fmla="*/ 56 w 7"/>
                <a:gd name="T17" fmla="*/ 20 h 9"/>
                <a:gd name="T18" fmla="*/ 40 w 7"/>
                <a:gd name="T19" fmla="*/ 9 h 9"/>
                <a:gd name="T20" fmla="*/ 8 w 7"/>
                <a:gd name="T21" fmla="*/ 20 h 9"/>
                <a:gd name="T22" fmla="*/ 24 w 7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2"/>
                    <a:pt x="1" y="4"/>
                    <a:pt x="1" y="4"/>
                  </a:cubicBezTo>
                  <a:cubicBezTo>
                    <a:pt x="1" y="5"/>
                    <a:pt x="0" y="6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2" y="9"/>
                    <a:pt x="1" y="7"/>
                    <a:pt x="1" y="6"/>
                  </a:cubicBezTo>
                  <a:cubicBezTo>
                    <a:pt x="2" y="5"/>
                    <a:pt x="4" y="5"/>
                    <a:pt x="4" y="4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6" y="1"/>
                    <a:pt x="7" y="2"/>
                    <a:pt x="7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1"/>
                    <a:pt x="2" y="3"/>
                    <a:pt x="1" y="2"/>
                  </a:cubicBezTo>
                  <a:cubicBezTo>
                    <a:pt x="2" y="1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93" name="Freeform 974">
              <a:extLst>
                <a:ext uri="{FF2B5EF4-FFF2-40B4-BE49-F238E27FC236}">
                  <a16:creationId xmlns:a16="http://schemas.microsoft.com/office/drawing/2014/main" id="{22743460-80E1-4CE8-9FAB-D4918C03C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373"/>
              <a:ext cx="14" cy="7"/>
            </a:xfrm>
            <a:custGeom>
              <a:avLst/>
              <a:gdLst>
                <a:gd name="T0" fmla="*/ 0 w 7"/>
                <a:gd name="T1" fmla="*/ 0 h 3"/>
                <a:gd name="T2" fmla="*/ 8 w 7"/>
                <a:gd name="T3" fmla="*/ 28 h 3"/>
                <a:gd name="T4" fmla="*/ 24 w 7"/>
                <a:gd name="T5" fmla="*/ 28 h 3"/>
                <a:gd name="T6" fmla="*/ 56 w 7"/>
                <a:gd name="T7" fmla="*/ 28 h 3"/>
                <a:gd name="T8" fmla="*/ 40 w 7"/>
                <a:gd name="T9" fmla="*/ 28 h 3"/>
                <a:gd name="T10" fmla="*/ 24 w 7"/>
                <a:gd name="T11" fmla="*/ 12 h 3"/>
                <a:gd name="T12" fmla="*/ 16 w 7"/>
                <a:gd name="T13" fmla="*/ 12 h 3"/>
                <a:gd name="T14" fmla="*/ 0 w 7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4" y="2"/>
                    <a:pt x="6" y="3"/>
                    <a:pt x="7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94" name="Freeform 975">
              <a:extLst>
                <a:ext uri="{FF2B5EF4-FFF2-40B4-BE49-F238E27FC236}">
                  <a16:creationId xmlns:a16="http://schemas.microsoft.com/office/drawing/2014/main" id="{59D6C9CC-3CEE-4945-8077-1F7FC4AB1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366"/>
              <a:ext cx="12" cy="14"/>
            </a:xfrm>
            <a:custGeom>
              <a:avLst/>
              <a:gdLst>
                <a:gd name="T0" fmla="*/ 40 w 6"/>
                <a:gd name="T1" fmla="*/ 12 h 6"/>
                <a:gd name="T2" fmla="*/ 24 w 6"/>
                <a:gd name="T3" fmla="*/ 49 h 6"/>
                <a:gd name="T4" fmla="*/ 16 w 6"/>
                <a:gd name="T5" fmla="*/ 65 h 6"/>
                <a:gd name="T6" fmla="*/ 0 w 6"/>
                <a:gd name="T7" fmla="*/ 65 h 6"/>
                <a:gd name="T8" fmla="*/ 24 w 6"/>
                <a:gd name="T9" fmla="*/ 37 h 6"/>
                <a:gd name="T10" fmla="*/ 40 w 6"/>
                <a:gd name="T11" fmla="*/ 12 h 6"/>
                <a:gd name="T12" fmla="*/ 40 w 6"/>
                <a:gd name="T13" fmla="*/ 0 h 6"/>
                <a:gd name="T14" fmla="*/ 40 w 6"/>
                <a:gd name="T15" fmla="*/ 12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5" y="3"/>
                    <a:pt x="4" y="3"/>
                    <a:pt x="3" y="4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4" y="2"/>
                    <a:pt x="4" y="2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6" y="0"/>
                    <a:pt x="5" y="1"/>
                    <a:pt x="5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95" name="Freeform 976">
              <a:extLst>
                <a:ext uri="{FF2B5EF4-FFF2-40B4-BE49-F238E27FC236}">
                  <a16:creationId xmlns:a16="http://schemas.microsoft.com/office/drawing/2014/main" id="{0B2ADE71-4B70-4D61-AFD6-60B56C5CC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355"/>
              <a:ext cx="6" cy="5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33 h 2"/>
                <a:gd name="T4" fmla="*/ 16 w 3"/>
                <a:gd name="T5" fmla="*/ 33 h 2"/>
                <a:gd name="T6" fmla="*/ 8 w 3"/>
                <a:gd name="T7" fmla="*/ 20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96" name="Freeform 977">
              <a:extLst>
                <a:ext uri="{FF2B5EF4-FFF2-40B4-BE49-F238E27FC236}">
                  <a16:creationId xmlns:a16="http://schemas.microsoft.com/office/drawing/2014/main" id="{8966AC9B-4FC3-4DB6-95E4-057EE822A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364"/>
              <a:ext cx="6" cy="9"/>
            </a:xfrm>
            <a:custGeom>
              <a:avLst/>
              <a:gdLst>
                <a:gd name="T0" fmla="*/ 16 w 3"/>
                <a:gd name="T1" fmla="*/ 11 h 4"/>
                <a:gd name="T2" fmla="*/ 16 w 3"/>
                <a:gd name="T3" fmla="*/ 25 h 4"/>
                <a:gd name="T4" fmla="*/ 0 w 3"/>
                <a:gd name="T5" fmla="*/ 36 h 4"/>
                <a:gd name="T6" fmla="*/ 16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97" name="Freeform 978">
              <a:extLst>
                <a:ext uri="{FF2B5EF4-FFF2-40B4-BE49-F238E27FC236}">
                  <a16:creationId xmlns:a16="http://schemas.microsoft.com/office/drawing/2014/main" id="{D79BECD8-8F0E-4CF1-8381-7244DC802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353"/>
              <a:ext cx="4" cy="9"/>
            </a:xfrm>
            <a:custGeom>
              <a:avLst/>
              <a:gdLst>
                <a:gd name="T0" fmla="*/ 8 w 2"/>
                <a:gd name="T1" fmla="*/ 0 h 4"/>
                <a:gd name="T2" fmla="*/ 16 w 2"/>
                <a:gd name="T3" fmla="*/ 36 h 4"/>
                <a:gd name="T4" fmla="*/ 0 w 2"/>
                <a:gd name="T5" fmla="*/ 45 h 4"/>
                <a:gd name="T6" fmla="*/ 8 w 2"/>
                <a:gd name="T7" fmla="*/ 36 h 4"/>
                <a:gd name="T8" fmla="*/ 0 w 2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2" y="4"/>
                    <a:pt x="1" y="4"/>
                    <a:pt x="0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98" name="Freeform 979">
              <a:extLst>
                <a:ext uri="{FF2B5EF4-FFF2-40B4-BE49-F238E27FC236}">
                  <a16:creationId xmlns:a16="http://schemas.microsoft.com/office/drawing/2014/main" id="{38F28395-EB6E-42DD-A469-D9974528E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340"/>
              <a:ext cx="18" cy="9"/>
            </a:xfrm>
            <a:custGeom>
              <a:avLst/>
              <a:gdLst>
                <a:gd name="T0" fmla="*/ 0 w 9"/>
                <a:gd name="T1" fmla="*/ 11 h 4"/>
                <a:gd name="T2" fmla="*/ 40 w 9"/>
                <a:gd name="T3" fmla="*/ 11 h 4"/>
                <a:gd name="T4" fmla="*/ 56 w 9"/>
                <a:gd name="T5" fmla="*/ 36 h 4"/>
                <a:gd name="T6" fmla="*/ 72 w 9"/>
                <a:gd name="T7" fmla="*/ 45 h 4"/>
                <a:gd name="T8" fmla="*/ 64 w 9"/>
                <a:gd name="T9" fmla="*/ 45 h 4"/>
                <a:gd name="T10" fmla="*/ 56 w 9"/>
                <a:gd name="T11" fmla="*/ 36 h 4"/>
                <a:gd name="T12" fmla="*/ 40 w 9"/>
                <a:gd name="T13" fmla="*/ 25 h 4"/>
                <a:gd name="T14" fmla="*/ 0 w 9"/>
                <a:gd name="T15" fmla="*/ 11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2"/>
                    <a:pt x="7" y="3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9" y="4"/>
                    <a:pt x="8" y="4"/>
                    <a:pt x="8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99" name="Freeform 980">
              <a:extLst>
                <a:ext uri="{FF2B5EF4-FFF2-40B4-BE49-F238E27FC236}">
                  <a16:creationId xmlns:a16="http://schemas.microsoft.com/office/drawing/2014/main" id="{166AF51F-BDEE-4C2B-B0E1-7442BFEA4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353"/>
              <a:ext cx="8" cy="5"/>
            </a:xfrm>
            <a:custGeom>
              <a:avLst/>
              <a:gdLst>
                <a:gd name="T0" fmla="*/ 32 w 4"/>
                <a:gd name="T1" fmla="*/ 20 h 2"/>
                <a:gd name="T2" fmla="*/ 24 w 4"/>
                <a:gd name="T3" fmla="*/ 20 h 2"/>
                <a:gd name="T4" fmla="*/ 16 w 4"/>
                <a:gd name="T5" fmla="*/ 20 h 2"/>
                <a:gd name="T6" fmla="*/ 0 w 4"/>
                <a:gd name="T7" fmla="*/ 20 h 2"/>
                <a:gd name="T8" fmla="*/ 16 w 4"/>
                <a:gd name="T9" fmla="*/ 20 h 2"/>
                <a:gd name="T10" fmla="*/ 32 w 4"/>
                <a:gd name="T11" fmla="*/ 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0" y="0"/>
                    <a:pt x="0" y="1"/>
                  </a:cubicBezTo>
                  <a:cubicBezTo>
                    <a:pt x="1" y="1"/>
                    <a:pt x="1" y="2"/>
                    <a:pt x="2" y="1"/>
                  </a:cubicBezTo>
                  <a:cubicBezTo>
                    <a:pt x="3" y="1"/>
                    <a:pt x="3" y="1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00" name="Freeform 981">
              <a:extLst>
                <a:ext uri="{FF2B5EF4-FFF2-40B4-BE49-F238E27FC236}">
                  <a16:creationId xmlns:a16="http://schemas.microsoft.com/office/drawing/2014/main" id="{DBD12633-E16A-4EBD-A405-BE656FBD3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362"/>
              <a:ext cx="2" cy="7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8 h 3"/>
                <a:gd name="T4" fmla="*/ 0 w 1"/>
                <a:gd name="T5" fmla="*/ 37 h 3"/>
                <a:gd name="T6" fmla="*/ 0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01" name="Freeform 982">
              <a:extLst>
                <a:ext uri="{FF2B5EF4-FFF2-40B4-BE49-F238E27FC236}">
                  <a16:creationId xmlns:a16="http://schemas.microsoft.com/office/drawing/2014/main" id="{5617EDCC-141E-461C-AF21-F40A1BDB0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351"/>
              <a:ext cx="8" cy="11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33 h 5"/>
                <a:gd name="T4" fmla="*/ 8 w 4"/>
                <a:gd name="T5" fmla="*/ 53 h 5"/>
                <a:gd name="T6" fmla="*/ 24 w 4"/>
                <a:gd name="T7" fmla="*/ 44 h 5"/>
                <a:gd name="T8" fmla="*/ 24 w 4"/>
                <a:gd name="T9" fmla="*/ 33 h 5"/>
                <a:gd name="T10" fmla="*/ 24 w 4"/>
                <a:gd name="T11" fmla="*/ 33 h 5"/>
                <a:gd name="T12" fmla="*/ 24 w 4"/>
                <a:gd name="T13" fmla="*/ 33 h 5"/>
                <a:gd name="T14" fmla="*/ 16 w 4"/>
                <a:gd name="T15" fmla="*/ 20 h 5"/>
                <a:gd name="T16" fmla="*/ 8 w 4"/>
                <a:gd name="T17" fmla="*/ 9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2" y="4"/>
                    <a:pt x="2" y="4"/>
                    <a:pt x="1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4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02" name="Freeform 983">
              <a:extLst>
                <a:ext uri="{FF2B5EF4-FFF2-40B4-BE49-F238E27FC236}">
                  <a16:creationId xmlns:a16="http://schemas.microsoft.com/office/drawing/2014/main" id="{028FA80A-4C02-422D-A6A6-C35C5073C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373"/>
              <a:ext cx="4" cy="4"/>
            </a:xfrm>
            <a:custGeom>
              <a:avLst/>
              <a:gdLst>
                <a:gd name="T0" fmla="*/ 8 w 2"/>
                <a:gd name="T1" fmla="*/ 0 h 2"/>
                <a:gd name="T2" fmla="*/ 8 w 2"/>
                <a:gd name="T3" fmla="*/ 16 h 2"/>
                <a:gd name="T4" fmla="*/ 16 w 2"/>
                <a:gd name="T5" fmla="*/ 16 h 2"/>
                <a:gd name="T6" fmla="*/ 16 w 2"/>
                <a:gd name="T7" fmla="*/ 8 h 2"/>
                <a:gd name="T8" fmla="*/ 8 w 2"/>
                <a:gd name="T9" fmla="*/ 0 h 2"/>
                <a:gd name="T10" fmla="*/ 0 w 2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03" name="Freeform 984">
              <a:extLst>
                <a:ext uri="{FF2B5EF4-FFF2-40B4-BE49-F238E27FC236}">
                  <a16:creationId xmlns:a16="http://schemas.microsoft.com/office/drawing/2014/main" id="{583BEC2F-8E0C-4A44-8916-C2F804DFB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373"/>
              <a:ext cx="8" cy="7"/>
            </a:xfrm>
            <a:custGeom>
              <a:avLst/>
              <a:gdLst>
                <a:gd name="T0" fmla="*/ 32 w 4"/>
                <a:gd name="T1" fmla="*/ 0 h 3"/>
                <a:gd name="T2" fmla="*/ 24 w 4"/>
                <a:gd name="T3" fmla="*/ 12 h 3"/>
                <a:gd name="T4" fmla="*/ 16 w 4"/>
                <a:gd name="T5" fmla="*/ 28 h 3"/>
                <a:gd name="T6" fmla="*/ 8 w 4"/>
                <a:gd name="T7" fmla="*/ 37 h 3"/>
                <a:gd name="T8" fmla="*/ 0 w 4"/>
                <a:gd name="T9" fmla="*/ 28 h 3"/>
                <a:gd name="T10" fmla="*/ 16 w 4"/>
                <a:gd name="T11" fmla="*/ 28 h 3"/>
                <a:gd name="T12" fmla="*/ 24 w 4"/>
                <a:gd name="T13" fmla="*/ 12 h 3"/>
                <a:gd name="T14" fmla="*/ 32 w 4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0"/>
                    <a:pt x="3" y="0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04" name="Freeform 985">
              <a:extLst>
                <a:ext uri="{FF2B5EF4-FFF2-40B4-BE49-F238E27FC236}">
                  <a16:creationId xmlns:a16="http://schemas.microsoft.com/office/drawing/2014/main" id="{B60C7846-BED0-4828-BA4B-1B0497005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338"/>
              <a:ext cx="38" cy="44"/>
            </a:xfrm>
            <a:custGeom>
              <a:avLst/>
              <a:gdLst>
                <a:gd name="T0" fmla="*/ 144 w 19"/>
                <a:gd name="T1" fmla="*/ 161 h 20"/>
                <a:gd name="T2" fmla="*/ 120 w 19"/>
                <a:gd name="T3" fmla="*/ 202 h 20"/>
                <a:gd name="T4" fmla="*/ 104 w 19"/>
                <a:gd name="T5" fmla="*/ 194 h 20"/>
                <a:gd name="T6" fmla="*/ 96 w 19"/>
                <a:gd name="T7" fmla="*/ 202 h 20"/>
                <a:gd name="T8" fmla="*/ 72 w 19"/>
                <a:gd name="T9" fmla="*/ 202 h 20"/>
                <a:gd name="T10" fmla="*/ 40 w 19"/>
                <a:gd name="T11" fmla="*/ 194 h 20"/>
                <a:gd name="T12" fmla="*/ 40 w 19"/>
                <a:gd name="T13" fmla="*/ 161 h 20"/>
                <a:gd name="T14" fmla="*/ 8 w 19"/>
                <a:gd name="T15" fmla="*/ 141 h 20"/>
                <a:gd name="T16" fmla="*/ 8 w 19"/>
                <a:gd name="T17" fmla="*/ 106 h 20"/>
                <a:gd name="T18" fmla="*/ 0 w 19"/>
                <a:gd name="T19" fmla="*/ 73 h 20"/>
                <a:gd name="T20" fmla="*/ 16 w 19"/>
                <a:gd name="T21" fmla="*/ 53 h 20"/>
                <a:gd name="T22" fmla="*/ 32 w 19"/>
                <a:gd name="T23" fmla="*/ 33 h 20"/>
                <a:gd name="T24" fmla="*/ 88 w 19"/>
                <a:gd name="T25" fmla="*/ 9 h 20"/>
                <a:gd name="T26" fmla="*/ 112 w 19"/>
                <a:gd name="T27" fmla="*/ 33 h 20"/>
                <a:gd name="T28" fmla="*/ 128 w 19"/>
                <a:gd name="T29" fmla="*/ 64 h 20"/>
                <a:gd name="T30" fmla="*/ 128 w 19"/>
                <a:gd name="T31" fmla="*/ 73 h 20"/>
                <a:gd name="T32" fmla="*/ 144 w 19"/>
                <a:gd name="T33" fmla="*/ 97 h 20"/>
                <a:gd name="T34" fmla="*/ 152 w 19"/>
                <a:gd name="T35" fmla="*/ 125 h 20"/>
                <a:gd name="T36" fmla="*/ 144 w 19"/>
                <a:gd name="T37" fmla="*/ 161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18" y="15"/>
                  </a:moveTo>
                  <a:cubicBezTo>
                    <a:pt x="18" y="17"/>
                    <a:pt x="16" y="19"/>
                    <a:pt x="15" y="19"/>
                  </a:cubicBezTo>
                  <a:cubicBezTo>
                    <a:pt x="14" y="19"/>
                    <a:pt x="14" y="19"/>
                    <a:pt x="13" y="18"/>
                  </a:cubicBezTo>
                  <a:cubicBezTo>
                    <a:pt x="12" y="18"/>
                    <a:pt x="12" y="19"/>
                    <a:pt x="12" y="19"/>
                  </a:cubicBezTo>
                  <a:cubicBezTo>
                    <a:pt x="10" y="19"/>
                    <a:pt x="10" y="19"/>
                    <a:pt x="9" y="19"/>
                  </a:cubicBezTo>
                  <a:cubicBezTo>
                    <a:pt x="7" y="19"/>
                    <a:pt x="6" y="20"/>
                    <a:pt x="5" y="18"/>
                  </a:cubicBezTo>
                  <a:cubicBezTo>
                    <a:pt x="5" y="17"/>
                    <a:pt x="6" y="16"/>
                    <a:pt x="5" y="15"/>
                  </a:cubicBezTo>
                  <a:cubicBezTo>
                    <a:pt x="4" y="14"/>
                    <a:pt x="2" y="14"/>
                    <a:pt x="1" y="13"/>
                  </a:cubicBezTo>
                  <a:cubicBezTo>
                    <a:pt x="0" y="12"/>
                    <a:pt x="1" y="12"/>
                    <a:pt x="1" y="10"/>
                  </a:cubicBezTo>
                  <a:cubicBezTo>
                    <a:pt x="2" y="9"/>
                    <a:pt x="0" y="8"/>
                    <a:pt x="0" y="7"/>
                  </a:cubicBezTo>
                  <a:cubicBezTo>
                    <a:pt x="0" y="6"/>
                    <a:pt x="2" y="6"/>
                    <a:pt x="2" y="5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6" y="1"/>
                    <a:pt x="9" y="0"/>
                    <a:pt x="11" y="1"/>
                  </a:cubicBezTo>
                  <a:cubicBezTo>
                    <a:pt x="12" y="2"/>
                    <a:pt x="13" y="3"/>
                    <a:pt x="14" y="3"/>
                  </a:cubicBezTo>
                  <a:cubicBezTo>
                    <a:pt x="15" y="4"/>
                    <a:pt x="16" y="4"/>
                    <a:pt x="16" y="6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7" y="8"/>
                    <a:pt x="18" y="8"/>
                    <a:pt x="18" y="9"/>
                  </a:cubicBezTo>
                  <a:cubicBezTo>
                    <a:pt x="19" y="10"/>
                    <a:pt x="19" y="11"/>
                    <a:pt x="19" y="12"/>
                  </a:cubicBezTo>
                  <a:cubicBezTo>
                    <a:pt x="19" y="13"/>
                    <a:pt x="18" y="15"/>
                    <a:pt x="18" y="1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05" name="Freeform 986">
              <a:extLst>
                <a:ext uri="{FF2B5EF4-FFF2-40B4-BE49-F238E27FC236}">
                  <a16:creationId xmlns:a16="http://schemas.microsoft.com/office/drawing/2014/main" id="{FD252A6E-7636-4A01-9E74-929CC91B0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371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1"/>
                    <a:pt x="3" y="1"/>
                    <a:pt x="4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06" name="Freeform 987">
              <a:extLst>
                <a:ext uri="{FF2B5EF4-FFF2-40B4-BE49-F238E27FC236}">
                  <a16:creationId xmlns:a16="http://schemas.microsoft.com/office/drawing/2014/main" id="{3EA22D27-9D8C-4F9A-8D01-96AF01A1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353"/>
              <a:ext cx="2" cy="5"/>
            </a:xfrm>
            <a:custGeom>
              <a:avLst/>
              <a:gdLst>
                <a:gd name="T0" fmla="*/ 8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07" name="Freeform 988">
              <a:extLst>
                <a:ext uri="{FF2B5EF4-FFF2-40B4-BE49-F238E27FC236}">
                  <a16:creationId xmlns:a16="http://schemas.microsoft.com/office/drawing/2014/main" id="{30BEE250-97B7-4D41-A0F0-F9205EC32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353"/>
              <a:ext cx="12" cy="9"/>
            </a:xfrm>
            <a:custGeom>
              <a:avLst/>
              <a:gdLst>
                <a:gd name="T0" fmla="*/ 48 w 6"/>
                <a:gd name="T1" fmla="*/ 25 h 4"/>
                <a:gd name="T2" fmla="*/ 32 w 6"/>
                <a:gd name="T3" fmla="*/ 0 h 4"/>
                <a:gd name="T4" fmla="*/ 24 w 6"/>
                <a:gd name="T5" fmla="*/ 0 h 4"/>
                <a:gd name="T6" fmla="*/ 16 w 6"/>
                <a:gd name="T7" fmla="*/ 0 h 4"/>
                <a:gd name="T8" fmla="*/ 0 w 6"/>
                <a:gd name="T9" fmla="*/ 11 h 4"/>
                <a:gd name="T10" fmla="*/ 0 w 6"/>
                <a:gd name="T11" fmla="*/ 45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08" name="Freeform 989">
              <a:extLst>
                <a:ext uri="{FF2B5EF4-FFF2-40B4-BE49-F238E27FC236}">
                  <a16:creationId xmlns:a16="http://schemas.microsoft.com/office/drawing/2014/main" id="{8DA646E2-75CD-403B-851A-8D9864EF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362"/>
              <a:ext cx="4" cy="9"/>
            </a:xfrm>
            <a:custGeom>
              <a:avLst/>
              <a:gdLst>
                <a:gd name="T0" fmla="*/ 0 w 2"/>
                <a:gd name="T1" fmla="*/ 45 h 4"/>
                <a:gd name="T2" fmla="*/ 16 w 2"/>
                <a:gd name="T3" fmla="*/ 25 h 4"/>
                <a:gd name="T4" fmla="*/ 8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4"/>
                    <a:pt x="2" y="2"/>
                    <a:pt x="2" y="2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09" name="Freeform 990">
              <a:extLst>
                <a:ext uri="{FF2B5EF4-FFF2-40B4-BE49-F238E27FC236}">
                  <a16:creationId xmlns:a16="http://schemas.microsoft.com/office/drawing/2014/main" id="{E571DDF5-C615-491C-ADE2-D29AF22CE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799"/>
              <a:ext cx="39" cy="44"/>
            </a:xfrm>
            <a:custGeom>
              <a:avLst/>
              <a:gdLst>
                <a:gd name="T0" fmla="*/ 156 w 19"/>
                <a:gd name="T1" fmla="*/ 169 h 20"/>
                <a:gd name="T2" fmla="*/ 131 w 19"/>
                <a:gd name="T3" fmla="*/ 213 h 20"/>
                <a:gd name="T4" fmla="*/ 113 w 19"/>
                <a:gd name="T5" fmla="*/ 202 h 20"/>
                <a:gd name="T6" fmla="*/ 105 w 19"/>
                <a:gd name="T7" fmla="*/ 202 h 20"/>
                <a:gd name="T8" fmla="*/ 76 w 19"/>
                <a:gd name="T9" fmla="*/ 202 h 20"/>
                <a:gd name="T10" fmla="*/ 43 w 19"/>
                <a:gd name="T11" fmla="*/ 194 h 20"/>
                <a:gd name="T12" fmla="*/ 43 w 19"/>
                <a:gd name="T13" fmla="*/ 161 h 20"/>
                <a:gd name="T14" fmla="*/ 8 w 19"/>
                <a:gd name="T15" fmla="*/ 150 h 20"/>
                <a:gd name="T16" fmla="*/ 8 w 19"/>
                <a:gd name="T17" fmla="*/ 117 h 20"/>
                <a:gd name="T18" fmla="*/ 0 w 19"/>
                <a:gd name="T19" fmla="*/ 73 h 20"/>
                <a:gd name="T20" fmla="*/ 16 w 19"/>
                <a:gd name="T21" fmla="*/ 53 h 20"/>
                <a:gd name="T22" fmla="*/ 33 w 19"/>
                <a:gd name="T23" fmla="*/ 33 h 20"/>
                <a:gd name="T24" fmla="*/ 96 w 19"/>
                <a:gd name="T25" fmla="*/ 9 h 20"/>
                <a:gd name="T26" fmla="*/ 123 w 19"/>
                <a:gd name="T27" fmla="*/ 44 h 20"/>
                <a:gd name="T28" fmla="*/ 140 w 19"/>
                <a:gd name="T29" fmla="*/ 64 h 20"/>
                <a:gd name="T30" fmla="*/ 140 w 19"/>
                <a:gd name="T31" fmla="*/ 88 h 20"/>
                <a:gd name="T32" fmla="*/ 156 w 19"/>
                <a:gd name="T33" fmla="*/ 97 h 20"/>
                <a:gd name="T34" fmla="*/ 164 w 19"/>
                <a:gd name="T35" fmla="*/ 141 h 20"/>
                <a:gd name="T36" fmla="*/ 156 w 19"/>
                <a:gd name="T37" fmla="*/ 169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18" y="16"/>
                  </a:moveTo>
                  <a:cubicBezTo>
                    <a:pt x="18" y="17"/>
                    <a:pt x="16" y="19"/>
                    <a:pt x="15" y="20"/>
                  </a:cubicBezTo>
                  <a:cubicBezTo>
                    <a:pt x="14" y="20"/>
                    <a:pt x="14" y="19"/>
                    <a:pt x="13" y="19"/>
                  </a:cubicBezTo>
                  <a:cubicBezTo>
                    <a:pt x="12" y="18"/>
                    <a:pt x="12" y="19"/>
                    <a:pt x="12" y="19"/>
                  </a:cubicBezTo>
                  <a:cubicBezTo>
                    <a:pt x="10" y="20"/>
                    <a:pt x="10" y="19"/>
                    <a:pt x="9" y="19"/>
                  </a:cubicBezTo>
                  <a:cubicBezTo>
                    <a:pt x="7" y="19"/>
                    <a:pt x="6" y="20"/>
                    <a:pt x="5" y="18"/>
                  </a:cubicBezTo>
                  <a:cubicBezTo>
                    <a:pt x="5" y="17"/>
                    <a:pt x="6" y="16"/>
                    <a:pt x="5" y="15"/>
                  </a:cubicBezTo>
                  <a:cubicBezTo>
                    <a:pt x="4" y="14"/>
                    <a:pt x="2" y="15"/>
                    <a:pt x="1" y="14"/>
                  </a:cubicBezTo>
                  <a:cubicBezTo>
                    <a:pt x="0" y="12"/>
                    <a:pt x="1" y="12"/>
                    <a:pt x="1" y="11"/>
                  </a:cubicBezTo>
                  <a:cubicBezTo>
                    <a:pt x="2" y="9"/>
                    <a:pt x="0" y="9"/>
                    <a:pt x="0" y="7"/>
                  </a:cubicBezTo>
                  <a:cubicBezTo>
                    <a:pt x="0" y="6"/>
                    <a:pt x="2" y="6"/>
                    <a:pt x="2" y="5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6" y="1"/>
                    <a:pt x="9" y="0"/>
                    <a:pt x="11" y="1"/>
                  </a:cubicBezTo>
                  <a:cubicBezTo>
                    <a:pt x="12" y="2"/>
                    <a:pt x="13" y="3"/>
                    <a:pt x="14" y="4"/>
                  </a:cubicBezTo>
                  <a:cubicBezTo>
                    <a:pt x="15" y="4"/>
                    <a:pt x="16" y="5"/>
                    <a:pt x="16" y="6"/>
                  </a:cubicBezTo>
                  <a:cubicBezTo>
                    <a:pt x="16" y="7"/>
                    <a:pt x="16" y="7"/>
                    <a:pt x="16" y="8"/>
                  </a:cubicBezTo>
                  <a:cubicBezTo>
                    <a:pt x="17" y="8"/>
                    <a:pt x="18" y="9"/>
                    <a:pt x="18" y="9"/>
                  </a:cubicBezTo>
                  <a:cubicBezTo>
                    <a:pt x="19" y="10"/>
                    <a:pt x="19" y="11"/>
                    <a:pt x="19" y="13"/>
                  </a:cubicBezTo>
                  <a:cubicBezTo>
                    <a:pt x="19" y="14"/>
                    <a:pt x="18" y="15"/>
                    <a:pt x="18" y="16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10" name="Freeform 991">
              <a:extLst>
                <a:ext uri="{FF2B5EF4-FFF2-40B4-BE49-F238E27FC236}">
                  <a16:creationId xmlns:a16="http://schemas.microsoft.com/office/drawing/2014/main" id="{D39CDDAA-E299-47B8-A44F-D5506EED6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810"/>
              <a:ext cx="14" cy="20"/>
            </a:xfrm>
            <a:custGeom>
              <a:avLst/>
              <a:gdLst>
                <a:gd name="T0" fmla="*/ 16 w 7"/>
                <a:gd name="T1" fmla="*/ 0 h 9"/>
                <a:gd name="T2" fmla="*/ 0 w 7"/>
                <a:gd name="T3" fmla="*/ 20 h 9"/>
                <a:gd name="T4" fmla="*/ 8 w 7"/>
                <a:gd name="T5" fmla="*/ 53 h 9"/>
                <a:gd name="T6" fmla="*/ 0 w 7"/>
                <a:gd name="T7" fmla="*/ 80 h 9"/>
                <a:gd name="T8" fmla="*/ 24 w 7"/>
                <a:gd name="T9" fmla="*/ 98 h 9"/>
                <a:gd name="T10" fmla="*/ 8 w 7"/>
                <a:gd name="T11" fmla="*/ 80 h 9"/>
                <a:gd name="T12" fmla="*/ 32 w 7"/>
                <a:gd name="T13" fmla="*/ 44 h 9"/>
                <a:gd name="T14" fmla="*/ 40 w 7"/>
                <a:gd name="T15" fmla="*/ 20 h 9"/>
                <a:gd name="T16" fmla="*/ 56 w 7"/>
                <a:gd name="T17" fmla="*/ 20 h 9"/>
                <a:gd name="T18" fmla="*/ 40 w 7"/>
                <a:gd name="T19" fmla="*/ 9 h 9"/>
                <a:gd name="T20" fmla="*/ 8 w 7"/>
                <a:gd name="T21" fmla="*/ 20 h 9"/>
                <a:gd name="T22" fmla="*/ 24 w 7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1" y="6"/>
                    <a:pt x="0" y="6"/>
                    <a:pt x="0" y="7"/>
                  </a:cubicBezTo>
                  <a:cubicBezTo>
                    <a:pt x="0" y="9"/>
                    <a:pt x="2" y="9"/>
                    <a:pt x="3" y="9"/>
                  </a:cubicBezTo>
                  <a:cubicBezTo>
                    <a:pt x="2" y="9"/>
                    <a:pt x="1" y="8"/>
                    <a:pt x="1" y="7"/>
                  </a:cubicBezTo>
                  <a:cubicBezTo>
                    <a:pt x="2" y="5"/>
                    <a:pt x="4" y="6"/>
                    <a:pt x="4" y="4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7" y="2"/>
                    <a:pt x="6" y="1"/>
                    <a:pt x="5" y="1"/>
                  </a:cubicBezTo>
                  <a:cubicBezTo>
                    <a:pt x="4" y="1"/>
                    <a:pt x="2" y="4"/>
                    <a:pt x="1" y="2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11" name="Freeform 992">
              <a:extLst>
                <a:ext uri="{FF2B5EF4-FFF2-40B4-BE49-F238E27FC236}">
                  <a16:creationId xmlns:a16="http://schemas.microsoft.com/office/drawing/2014/main" id="{5C9DAC67-D381-4700-86EE-8127EE848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834"/>
              <a:ext cx="14" cy="7"/>
            </a:xfrm>
            <a:custGeom>
              <a:avLst/>
              <a:gdLst>
                <a:gd name="T0" fmla="*/ 0 w 7"/>
                <a:gd name="T1" fmla="*/ 0 h 3"/>
                <a:gd name="T2" fmla="*/ 8 w 7"/>
                <a:gd name="T3" fmla="*/ 28 h 3"/>
                <a:gd name="T4" fmla="*/ 24 w 7"/>
                <a:gd name="T5" fmla="*/ 37 h 3"/>
                <a:gd name="T6" fmla="*/ 56 w 7"/>
                <a:gd name="T7" fmla="*/ 28 h 3"/>
                <a:gd name="T8" fmla="*/ 40 w 7"/>
                <a:gd name="T9" fmla="*/ 28 h 3"/>
                <a:gd name="T10" fmla="*/ 24 w 7"/>
                <a:gd name="T11" fmla="*/ 28 h 3"/>
                <a:gd name="T12" fmla="*/ 16 w 7"/>
                <a:gd name="T13" fmla="*/ 12 h 3"/>
                <a:gd name="T14" fmla="*/ 0 w 7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4" y="3"/>
                    <a:pt x="6" y="3"/>
                    <a:pt x="7" y="2"/>
                  </a:cubicBezTo>
                  <a:cubicBezTo>
                    <a:pt x="6" y="2"/>
                    <a:pt x="6" y="3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12" name="Freeform 993">
              <a:extLst>
                <a:ext uri="{FF2B5EF4-FFF2-40B4-BE49-F238E27FC236}">
                  <a16:creationId xmlns:a16="http://schemas.microsoft.com/office/drawing/2014/main" id="{29FA73BE-9641-41C2-BBE1-A1202B6E0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2828"/>
              <a:ext cx="12" cy="13"/>
            </a:xfrm>
            <a:custGeom>
              <a:avLst/>
              <a:gdLst>
                <a:gd name="T0" fmla="*/ 40 w 6"/>
                <a:gd name="T1" fmla="*/ 20 h 6"/>
                <a:gd name="T2" fmla="*/ 24 w 6"/>
                <a:gd name="T3" fmla="*/ 52 h 6"/>
                <a:gd name="T4" fmla="*/ 16 w 6"/>
                <a:gd name="T5" fmla="*/ 61 h 6"/>
                <a:gd name="T6" fmla="*/ 0 w 6"/>
                <a:gd name="T7" fmla="*/ 52 h 6"/>
                <a:gd name="T8" fmla="*/ 24 w 6"/>
                <a:gd name="T9" fmla="*/ 33 h 6"/>
                <a:gd name="T10" fmla="*/ 40 w 6"/>
                <a:gd name="T11" fmla="*/ 20 h 6"/>
                <a:gd name="T12" fmla="*/ 40 w 6"/>
                <a:gd name="T13" fmla="*/ 0 h 6"/>
                <a:gd name="T14" fmla="*/ 40 w 6"/>
                <a:gd name="T15" fmla="*/ 9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6">
                  <a:moveTo>
                    <a:pt x="5" y="2"/>
                  </a:moveTo>
                  <a:cubicBezTo>
                    <a:pt x="5" y="3"/>
                    <a:pt x="4" y="4"/>
                    <a:pt x="3" y="5"/>
                  </a:cubicBezTo>
                  <a:cubicBezTo>
                    <a:pt x="3" y="5"/>
                    <a:pt x="3" y="6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2" y="6"/>
                    <a:pt x="3" y="5"/>
                    <a:pt x="3" y="3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6" y="0"/>
                    <a:pt x="5" y="1"/>
                    <a:pt x="5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13" name="Freeform 994">
              <a:extLst>
                <a:ext uri="{FF2B5EF4-FFF2-40B4-BE49-F238E27FC236}">
                  <a16:creationId xmlns:a16="http://schemas.microsoft.com/office/drawing/2014/main" id="{C64051AF-418A-4003-AF3A-4D76927C5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817"/>
              <a:ext cx="6" cy="6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24 h 3"/>
                <a:gd name="T4" fmla="*/ 16 w 3"/>
                <a:gd name="T5" fmla="*/ 16 h 3"/>
                <a:gd name="T6" fmla="*/ 8 w 3"/>
                <a:gd name="T7" fmla="*/ 16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3" y="2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14" name="Freeform 995">
              <a:extLst>
                <a:ext uri="{FF2B5EF4-FFF2-40B4-BE49-F238E27FC236}">
                  <a16:creationId xmlns:a16="http://schemas.microsoft.com/office/drawing/2014/main" id="{B278B18B-3ED8-430E-BA11-E40ED0AA2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826"/>
              <a:ext cx="6" cy="8"/>
            </a:xfrm>
            <a:custGeom>
              <a:avLst/>
              <a:gdLst>
                <a:gd name="T0" fmla="*/ 16 w 3"/>
                <a:gd name="T1" fmla="*/ 8 h 4"/>
                <a:gd name="T2" fmla="*/ 16 w 3"/>
                <a:gd name="T3" fmla="*/ 24 h 4"/>
                <a:gd name="T4" fmla="*/ 0 w 3"/>
                <a:gd name="T5" fmla="*/ 24 h 4"/>
                <a:gd name="T6" fmla="*/ 16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15" name="Freeform 996">
              <a:extLst>
                <a:ext uri="{FF2B5EF4-FFF2-40B4-BE49-F238E27FC236}">
                  <a16:creationId xmlns:a16="http://schemas.microsoft.com/office/drawing/2014/main" id="{DA64A98E-AA42-4AEF-8D7E-7EF3AD987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817"/>
              <a:ext cx="4" cy="6"/>
            </a:xfrm>
            <a:custGeom>
              <a:avLst/>
              <a:gdLst>
                <a:gd name="T0" fmla="*/ 8 w 2"/>
                <a:gd name="T1" fmla="*/ 0 h 3"/>
                <a:gd name="T2" fmla="*/ 16 w 2"/>
                <a:gd name="T3" fmla="*/ 16 h 3"/>
                <a:gd name="T4" fmla="*/ 0 w 2"/>
                <a:gd name="T5" fmla="*/ 24 h 3"/>
                <a:gd name="T6" fmla="*/ 8 w 2"/>
                <a:gd name="T7" fmla="*/ 16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2" y="1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16" name="Freeform 997">
              <a:extLst>
                <a:ext uri="{FF2B5EF4-FFF2-40B4-BE49-F238E27FC236}">
                  <a16:creationId xmlns:a16="http://schemas.microsoft.com/office/drawing/2014/main" id="{FE884C29-5D32-40F0-A706-70E4E42C2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802"/>
              <a:ext cx="18" cy="10"/>
            </a:xfrm>
            <a:custGeom>
              <a:avLst/>
              <a:gdLst>
                <a:gd name="T0" fmla="*/ 0 w 9"/>
                <a:gd name="T1" fmla="*/ 8 h 5"/>
                <a:gd name="T2" fmla="*/ 40 w 9"/>
                <a:gd name="T3" fmla="*/ 8 h 5"/>
                <a:gd name="T4" fmla="*/ 56 w 9"/>
                <a:gd name="T5" fmla="*/ 24 h 5"/>
                <a:gd name="T6" fmla="*/ 72 w 9"/>
                <a:gd name="T7" fmla="*/ 40 h 5"/>
                <a:gd name="T8" fmla="*/ 64 w 9"/>
                <a:gd name="T9" fmla="*/ 32 h 5"/>
                <a:gd name="T10" fmla="*/ 56 w 9"/>
                <a:gd name="T11" fmla="*/ 32 h 5"/>
                <a:gd name="T12" fmla="*/ 40 w 9"/>
                <a:gd name="T13" fmla="*/ 16 h 5"/>
                <a:gd name="T14" fmla="*/ 0 w 9"/>
                <a:gd name="T15" fmla="*/ 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6" y="2"/>
                    <a:pt x="7" y="3"/>
                  </a:cubicBezTo>
                  <a:cubicBezTo>
                    <a:pt x="8" y="3"/>
                    <a:pt x="9" y="4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3" y="1"/>
                    <a:pt x="1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17" name="Freeform 998">
              <a:extLst>
                <a:ext uri="{FF2B5EF4-FFF2-40B4-BE49-F238E27FC236}">
                  <a16:creationId xmlns:a16="http://schemas.microsoft.com/office/drawing/2014/main" id="{3F14637C-DDF1-44A0-BAE2-65212C7D1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817"/>
              <a:ext cx="8" cy="2"/>
            </a:xfrm>
            <a:custGeom>
              <a:avLst/>
              <a:gdLst>
                <a:gd name="T0" fmla="*/ 32 w 4"/>
                <a:gd name="T1" fmla="*/ 0 h 1"/>
                <a:gd name="T2" fmla="*/ 24 w 4"/>
                <a:gd name="T3" fmla="*/ 0 h 1"/>
                <a:gd name="T4" fmla="*/ 16 w 4"/>
                <a:gd name="T5" fmla="*/ 0 h 1"/>
                <a:gd name="T6" fmla="*/ 0 w 4"/>
                <a:gd name="T7" fmla="*/ 8 h 1"/>
                <a:gd name="T8" fmla="*/ 16 w 4"/>
                <a:gd name="T9" fmla="*/ 8 h 1"/>
                <a:gd name="T10" fmla="*/ 32 w 4"/>
                <a:gd name="T11" fmla="*/ 8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3" y="1"/>
                    <a:pt x="3" y="0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18" name="Freeform 999">
              <a:extLst>
                <a:ext uri="{FF2B5EF4-FFF2-40B4-BE49-F238E27FC236}">
                  <a16:creationId xmlns:a16="http://schemas.microsoft.com/office/drawing/2014/main" id="{A7EE987E-7E6D-48CD-B265-52818F069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826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0 w 1"/>
                <a:gd name="T5" fmla="*/ 16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19" name="Freeform 1000">
              <a:extLst>
                <a:ext uri="{FF2B5EF4-FFF2-40B4-BE49-F238E27FC236}">
                  <a16:creationId xmlns:a16="http://schemas.microsoft.com/office/drawing/2014/main" id="{BEDCA566-030B-4BBD-949C-0011B0EBF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815"/>
              <a:ext cx="9" cy="8"/>
            </a:xfrm>
            <a:custGeom>
              <a:avLst/>
              <a:gdLst>
                <a:gd name="T0" fmla="*/ 11 w 4"/>
                <a:gd name="T1" fmla="*/ 0 h 4"/>
                <a:gd name="T2" fmla="*/ 25 w 4"/>
                <a:gd name="T3" fmla="*/ 16 h 4"/>
                <a:gd name="T4" fmla="*/ 11 w 4"/>
                <a:gd name="T5" fmla="*/ 32 h 4"/>
                <a:gd name="T6" fmla="*/ 36 w 4"/>
                <a:gd name="T7" fmla="*/ 24 h 4"/>
                <a:gd name="T8" fmla="*/ 36 w 4"/>
                <a:gd name="T9" fmla="*/ 24 h 4"/>
                <a:gd name="T10" fmla="*/ 36 w 4"/>
                <a:gd name="T11" fmla="*/ 16 h 4"/>
                <a:gd name="T12" fmla="*/ 36 w 4"/>
                <a:gd name="T13" fmla="*/ 16 h 4"/>
                <a:gd name="T14" fmla="*/ 25 w 4"/>
                <a:gd name="T15" fmla="*/ 16 h 4"/>
                <a:gd name="T16" fmla="*/ 11 w 4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0"/>
                    <a:pt x="1" y="1"/>
                    <a:pt x="2" y="2"/>
                  </a:cubicBezTo>
                  <a:cubicBezTo>
                    <a:pt x="2" y="3"/>
                    <a:pt x="2" y="4"/>
                    <a:pt x="1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20" name="Freeform 1001">
              <a:extLst>
                <a:ext uri="{FF2B5EF4-FFF2-40B4-BE49-F238E27FC236}">
                  <a16:creationId xmlns:a16="http://schemas.microsoft.com/office/drawing/2014/main" id="{9B3E040B-979D-439B-8731-58B8A5106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834"/>
              <a:ext cx="4" cy="7"/>
            </a:xfrm>
            <a:custGeom>
              <a:avLst/>
              <a:gdLst>
                <a:gd name="T0" fmla="*/ 8 w 2"/>
                <a:gd name="T1" fmla="*/ 12 h 3"/>
                <a:gd name="T2" fmla="*/ 8 w 2"/>
                <a:gd name="T3" fmla="*/ 28 h 3"/>
                <a:gd name="T4" fmla="*/ 16 w 2"/>
                <a:gd name="T5" fmla="*/ 37 h 3"/>
                <a:gd name="T6" fmla="*/ 16 w 2"/>
                <a:gd name="T7" fmla="*/ 12 h 3"/>
                <a:gd name="T8" fmla="*/ 8 w 2"/>
                <a:gd name="T9" fmla="*/ 0 h 3"/>
                <a:gd name="T10" fmla="*/ 0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21" name="Freeform 1002">
              <a:extLst>
                <a:ext uri="{FF2B5EF4-FFF2-40B4-BE49-F238E27FC236}">
                  <a16:creationId xmlns:a16="http://schemas.microsoft.com/office/drawing/2014/main" id="{B306E97E-E219-4C6F-A2AF-6DA3B4627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834"/>
              <a:ext cx="8" cy="7"/>
            </a:xfrm>
            <a:custGeom>
              <a:avLst/>
              <a:gdLst>
                <a:gd name="T0" fmla="*/ 32 w 4"/>
                <a:gd name="T1" fmla="*/ 0 h 3"/>
                <a:gd name="T2" fmla="*/ 24 w 4"/>
                <a:gd name="T3" fmla="*/ 12 h 3"/>
                <a:gd name="T4" fmla="*/ 16 w 4"/>
                <a:gd name="T5" fmla="*/ 28 h 3"/>
                <a:gd name="T6" fmla="*/ 8 w 4"/>
                <a:gd name="T7" fmla="*/ 37 h 3"/>
                <a:gd name="T8" fmla="*/ 0 w 4"/>
                <a:gd name="T9" fmla="*/ 28 h 3"/>
                <a:gd name="T10" fmla="*/ 16 w 4"/>
                <a:gd name="T11" fmla="*/ 28 h 3"/>
                <a:gd name="T12" fmla="*/ 24 w 4"/>
                <a:gd name="T13" fmla="*/ 12 h 3"/>
                <a:gd name="T14" fmla="*/ 32 w 4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1"/>
                    <a:pt x="3" y="1"/>
                  </a:cubicBezTo>
                  <a:cubicBezTo>
                    <a:pt x="3" y="1"/>
                    <a:pt x="3" y="0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22" name="Freeform 1003">
              <a:extLst>
                <a:ext uri="{FF2B5EF4-FFF2-40B4-BE49-F238E27FC236}">
                  <a16:creationId xmlns:a16="http://schemas.microsoft.com/office/drawing/2014/main" id="{881B0B0B-83B1-47EC-9530-FCEDC86F8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799"/>
              <a:ext cx="39" cy="44"/>
            </a:xfrm>
            <a:custGeom>
              <a:avLst/>
              <a:gdLst>
                <a:gd name="T0" fmla="*/ 156 w 19"/>
                <a:gd name="T1" fmla="*/ 169 h 20"/>
                <a:gd name="T2" fmla="*/ 131 w 19"/>
                <a:gd name="T3" fmla="*/ 213 h 20"/>
                <a:gd name="T4" fmla="*/ 113 w 19"/>
                <a:gd name="T5" fmla="*/ 202 h 20"/>
                <a:gd name="T6" fmla="*/ 105 w 19"/>
                <a:gd name="T7" fmla="*/ 202 h 20"/>
                <a:gd name="T8" fmla="*/ 76 w 19"/>
                <a:gd name="T9" fmla="*/ 202 h 20"/>
                <a:gd name="T10" fmla="*/ 43 w 19"/>
                <a:gd name="T11" fmla="*/ 194 h 20"/>
                <a:gd name="T12" fmla="*/ 43 w 19"/>
                <a:gd name="T13" fmla="*/ 161 h 20"/>
                <a:gd name="T14" fmla="*/ 8 w 19"/>
                <a:gd name="T15" fmla="*/ 150 h 20"/>
                <a:gd name="T16" fmla="*/ 8 w 19"/>
                <a:gd name="T17" fmla="*/ 117 h 20"/>
                <a:gd name="T18" fmla="*/ 0 w 19"/>
                <a:gd name="T19" fmla="*/ 73 h 20"/>
                <a:gd name="T20" fmla="*/ 16 w 19"/>
                <a:gd name="T21" fmla="*/ 53 h 20"/>
                <a:gd name="T22" fmla="*/ 33 w 19"/>
                <a:gd name="T23" fmla="*/ 33 h 20"/>
                <a:gd name="T24" fmla="*/ 96 w 19"/>
                <a:gd name="T25" fmla="*/ 9 h 20"/>
                <a:gd name="T26" fmla="*/ 123 w 19"/>
                <a:gd name="T27" fmla="*/ 44 h 20"/>
                <a:gd name="T28" fmla="*/ 140 w 19"/>
                <a:gd name="T29" fmla="*/ 64 h 20"/>
                <a:gd name="T30" fmla="*/ 140 w 19"/>
                <a:gd name="T31" fmla="*/ 88 h 20"/>
                <a:gd name="T32" fmla="*/ 156 w 19"/>
                <a:gd name="T33" fmla="*/ 97 h 20"/>
                <a:gd name="T34" fmla="*/ 164 w 19"/>
                <a:gd name="T35" fmla="*/ 141 h 20"/>
                <a:gd name="T36" fmla="*/ 156 w 19"/>
                <a:gd name="T37" fmla="*/ 169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0">
                  <a:moveTo>
                    <a:pt x="18" y="16"/>
                  </a:moveTo>
                  <a:cubicBezTo>
                    <a:pt x="18" y="17"/>
                    <a:pt x="16" y="19"/>
                    <a:pt x="15" y="20"/>
                  </a:cubicBezTo>
                  <a:cubicBezTo>
                    <a:pt x="14" y="20"/>
                    <a:pt x="14" y="19"/>
                    <a:pt x="13" y="19"/>
                  </a:cubicBezTo>
                  <a:cubicBezTo>
                    <a:pt x="12" y="18"/>
                    <a:pt x="12" y="19"/>
                    <a:pt x="12" y="19"/>
                  </a:cubicBezTo>
                  <a:cubicBezTo>
                    <a:pt x="10" y="20"/>
                    <a:pt x="10" y="19"/>
                    <a:pt x="9" y="19"/>
                  </a:cubicBezTo>
                  <a:cubicBezTo>
                    <a:pt x="7" y="19"/>
                    <a:pt x="6" y="20"/>
                    <a:pt x="5" y="18"/>
                  </a:cubicBezTo>
                  <a:cubicBezTo>
                    <a:pt x="5" y="17"/>
                    <a:pt x="6" y="16"/>
                    <a:pt x="5" y="15"/>
                  </a:cubicBezTo>
                  <a:cubicBezTo>
                    <a:pt x="4" y="14"/>
                    <a:pt x="2" y="15"/>
                    <a:pt x="1" y="14"/>
                  </a:cubicBezTo>
                  <a:cubicBezTo>
                    <a:pt x="0" y="12"/>
                    <a:pt x="1" y="12"/>
                    <a:pt x="1" y="11"/>
                  </a:cubicBezTo>
                  <a:cubicBezTo>
                    <a:pt x="2" y="9"/>
                    <a:pt x="0" y="9"/>
                    <a:pt x="0" y="7"/>
                  </a:cubicBezTo>
                  <a:cubicBezTo>
                    <a:pt x="0" y="6"/>
                    <a:pt x="2" y="6"/>
                    <a:pt x="2" y="5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6" y="1"/>
                    <a:pt x="9" y="0"/>
                    <a:pt x="11" y="1"/>
                  </a:cubicBezTo>
                  <a:cubicBezTo>
                    <a:pt x="12" y="2"/>
                    <a:pt x="13" y="3"/>
                    <a:pt x="14" y="4"/>
                  </a:cubicBezTo>
                  <a:cubicBezTo>
                    <a:pt x="15" y="4"/>
                    <a:pt x="16" y="5"/>
                    <a:pt x="16" y="6"/>
                  </a:cubicBezTo>
                  <a:cubicBezTo>
                    <a:pt x="16" y="7"/>
                    <a:pt x="16" y="7"/>
                    <a:pt x="16" y="8"/>
                  </a:cubicBezTo>
                  <a:cubicBezTo>
                    <a:pt x="17" y="8"/>
                    <a:pt x="18" y="9"/>
                    <a:pt x="18" y="9"/>
                  </a:cubicBezTo>
                  <a:cubicBezTo>
                    <a:pt x="19" y="10"/>
                    <a:pt x="19" y="11"/>
                    <a:pt x="19" y="13"/>
                  </a:cubicBezTo>
                  <a:cubicBezTo>
                    <a:pt x="19" y="14"/>
                    <a:pt x="18" y="15"/>
                    <a:pt x="18" y="1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23" name="Freeform 1004">
              <a:extLst>
                <a:ext uri="{FF2B5EF4-FFF2-40B4-BE49-F238E27FC236}">
                  <a16:creationId xmlns:a16="http://schemas.microsoft.com/office/drawing/2014/main" id="{CF5E10B8-4E64-4D72-A123-7DF0BE51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832"/>
              <a:ext cx="8" cy="5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1"/>
                    <a:pt x="3" y="1"/>
                    <a:pt x="4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24" name="Freeform 1005">
              <a:extLst>
                <a:ext uri="{FF2B5EF4-FFF2-40B4-BE49-F238E27FC236}">
                  <a16:creationId xmlns:a16="http://schemas.microsoft.com/office/drawing/2014/main" id="{E3AF655F-8CA0-49EA-9500-DA97AFCB9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815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25" name="Freeform 1006">
              <a:extLst>
                <a:ext uri="{FF2B5EF4-FFF2-40B4-BE49-F238E27FC236}">
                  <a16:creationId xmlns:a16="http://schemas.microsoft.com/office/drawing/2014/main" id="{13DC5BDB-2C93-4F3F-B67E-F7ECDFA15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815"/>
              <a:ext cx="12" cy="8"/>
            </a:xfrm>
            <a:custGeom>
              <a:avLst/>
              <a:gdLst>
                <a:gd name="T0" fmla="*/ 48 w 6"/>
                <a:gd name="T1" fmla="*/ 16 h 4"/>
                <a:gd name="T2" fmla="*/ 32 w 6"/>
                <a:gd name="T3" fmla="*/ 0 h 4"/>
                <a:gd name="T4" fmla="*/ 24 w 6"/>
                <a:gd name="T5" fmla="*/ 8 h 4"/>
                <a:gd name="T6" fmla="*/ 16 w 6"/>
                <a:gd name="T7" fmla="*/ 8 h 4"/>
                <a:gd name="T8" fmla="*/ 0 w 6"/>
                <a:gd name="T9" fmla="*/ 8 h 4"/>
                <a:gd name="T10" fmla="*/ 0 w 6"/>
                <a:gd name="T11" fmla="*/ 3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cubicBezTo>
                    <a:pt x="6" y="1"/>
                    <a:pt x="5" y="1"/>
                    <a:pt x="4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26" name="Freeform 1007">
              <a:extLst>
                <a:ext uri="{FF2B5EF4-FFF2-40B4-BE49-F238E27FC236}">
                  <a16:creationId xmlns:a16="http://schemas.microsoft.com/office/drawing/2014/main" id="{03C98508-8109-4B2D-BAB2-B21DBDC09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823"/>
              <a:ext cx="4" cy="11"/>
            </a:xfrm>
            <a:custGeom>
              <a:avLst/>
              <a:gdLst>
                <a:gd name="T0" fmla="*/ 0 w 2"/>
                <a:gd name="T1" fmla="*/ 44 h 5"/>
                <a:gd name="T2" fmla="*/ 16 w 2"/>
                <a:gd name="T3" fmla="*/ 20 h 5"/>
                <a:gd name="T4" fmla="*/ 8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4"/>
                  </a:moveTo>
                  <a:cubicBezTo>
                    <a:pt x="1" y="5"/>
                    <a:pt x="2" y="3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27" name="Freeform 1008">
              <a:extLst>
                <a:ext uri="{FF2B5EF4-FFF2-40B4-BE49-F238E27FC236}">
                  <a16:creationId xmlns:a16="http://schemas.microsoft.com/office/drawing/2014/main" id="{FDF42040-C787-4CCC-8899-5AEF0FCB0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022"/>
              <a:ext cx="39" cy="42"/>
            </a:xfrm>
            <a:custGeom>
              <a:avLst/>
              <a:gdLst>
                <a:gd name="T0" fmla="*/ 156 w 19"/>
                <a:gd name="T1" fmla="*/ 161 h 19"/>
                <a:gd name="T2" fmla="*/ 131 w 19"/>
                <a:gd name="T3" fmla="*/ 206 h 19"/>
                <a:gd name="T4" fmla="*/ 113 w 19"/>
                <a:gd name="T5" fmla="*/ 195 h 19"/>
                <a:gd name="T6" fmla="*/ 105 w 19"/>
                <a:gd name="T7" fmla="*/ 206 h 19"/>
                <a:gd name="T8" fmla="*/ 76 w 19"/>
                <a:gd name="T9" fmla="*/ 206 h 19"/>
                <a:gd name="T10" fmla="*/ 43 w 19"/>
                <a:gd name="T11" fmla="*/ 195 h 19"/>
                <a:gd name="T12" fmla="*/ 43 w 19"/>
                <a:gd name="T13" fmla="*/ 161 h 19"/>
                <a:gd name="T14" fmla="*/ 8 w 19"/>
                <a:gd name="T15" fmla="*/ 141 h 19"/>
                <a:gd name="T16" fmla="*/ 8 w 19"/>
                <a:gd name="T17" fmla="*/ 108 h 19"/>
                <a:gd name="T18" fmla="*/ 0 w 19"/>
                <a:gd name="T19" fmla="*/ 73 h 19"/>
                <a:gd name="T20" fmla="*/ 16 w 19"/>
                <a:gd name="T21" fmla="*/ 53 h 19"/>
                <a:gd name="T22" fmla="*/ 33 w 19"/>
                <a:gd name="T23" fmla="*/ 20 h 19"/>
                <a:gd name="T24" fmla="*/ 96 w 19"/>
                <a:gd name="T25" fmla="*/ 9 h 19"/>
                <a:gd name="T26" fmla="*/ 123 w 19"/>
                <a:gd name="T27" fmla="*/ 33 h 19"/>
                <a:gd name="T28" fmla="*/ 140 w 19"/>
                <a:gd name="T29" fmla="*/ 53 h 19"/>
                <a:gd name="T30" fmla="*/ 140 w 19"/>
                <a:gd name="T31" fmla="*/ 73 h 19"/>
                <a:gd name="T32" fmla="*/ 156 w 19"/>
                <a:gd name="T33" fmla="*/ 88 h 19"/>
                <a:gd name="T34" fmla="*/ 164 w 19"/>
                <a:gd name="T35" fmla="*/ 133 h 19"/>
                <a:gd name="T36" fmla="*/ 156 w 19"/>
                <a:gd name="T37" fmla="*/ 161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19">
                  <a:moveTo>
                    <a:pt x="18" y="15"/>
                  </a:moveTo>
                  <a:cubicBezTo>
                    <a:pt x="18" y="16"/>
                    <a:pt x="16" y="19"/>
                    <a:pt x="15" y="19"/>
                  </a:cubicBezTo>
                  <a:cubicBezTo>
                    <a:pt x="14" y="19"/>
                    <a:pt x="14" y="18"/>
                    <a:pt x="13" y="18"/>
                  </a:cubicBezTo>
                  <a:cubicBezTo>
                    <a:pt x="12" y="18"/>
                    <a:pt x="12" y="18"/>
                    <a:pt x="12" y="19"/>
                  </a:cubicBezTo>
                  <a:cubicBezTo>
                    <a:pt x="10" y="19"/>
                    <a:pt x="10" y="19"/>
                    <a:pt x="9" y="19"/>
                  </a:cubicBezTo>
                  <a:cubicBezTo>
                    <a:pt x="7" y="19"/>
                    <a:pt x="6" y="19"/>
                    <a:pt x="5" y="18"/>
                  </a:cubicBezTo>
                  <a:cubicBezTo>
                    <a:pt x="5" y="17"/>
                    <a:pt x="6" y="16"/>
                    <a:pt x="5" y="15"/>
                  </a:cubicBezTo>
                  <a:cubicBezTo>
                    <a:pt x="4" y="14"/>
                    <a:pt x="2" y="14"/>
                    <a:pt x="1" y="13"/>
                  </a:cubicBezTo>
                  <a:cubicBezTo>
                    <a:pt x="0" y="12"/>
                    <a:pt x="1" y="11"/>
                    <a:pt x="1" y="10"/>
                  </a:cubicBezTo>
                  <a:cubicBezTo>
                    <a:pt x="2" y="8"/>
                    <a:pt x="0" y="8"/>
                    <a:pt x="0" y="7"/>
                  </a:cubicBezTo>
                  <a:cubicBezTo>
                    <a:pt x="0" y="6"/>
                    <a:pt x="2" y="5"/>
                    <a:pt x="2" y="5"/>
                  </a:cubicBezTo>
                  <a:cubicBezTo>
                    <a:pt x="3" y="4"/>
                    <a:pt x="3" y="3"/>
                    <a:pt x="4" y="2"/>
                  </a:cubicBezTo>
                  <a:cubicBezTo>
                    <a:pt x="6" y="0"/>
                    <a:pt x="9" y="0"/>
                    <a:pt x="11" y="1"/>
                  </a:cubicBezTo>
                  <a:cubicBezTo>
                    <a:pt x="12" y="1"/>
                    <a:pt x="13" y="2"/>
                    <a:pt x="14" y="3"/>
                  </a:cubicBezTo>
                  <a:cubicBezTo>
                    <a:pt x="15" y="4"/>
                    <a:pt x="16" y="4"/>
                    <a:pt x="16" y="5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7" y="8"/>
                    <a:pt x="18" y="8"/>
                    <a:pt x="18" y="8"/>
                  </a:cubicBezTo>
                  <a:cubicBezTo>
                    <a:pt x="19" y="9"/>
                    <a:pt x="19" y="10"/>
                    <a:pt x="19" y="12"/>
                  </a:cubicBezTo>
                  <a:cubicBezTo>
                    <a:pt x="19" y="13"/>
                    <a:pt x="18" y="14"/>
                    <a:pt x="18" y="15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28" name="Freeform 1009">
              <a:extLst>
                <a:ext uri="{FF2B5EF4-FFF2-40B4-BE49-F238E27FC236}">
                  <a16:creationId xmlns:a16="http://schemas.microsoft.com/office/drawing/2014/main" id="{71298116-F3DF-4ADF-AC21-3220FE764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3033"/>
              <a:ext cx="14" cy="20"/>
            </a:xfrm>
            <a:custGeom>
              <a:avLst/>
              <a:gdLst>
                <a:gd name="T0" fmla="*/ 16 w 7"/>
                <a:gd name="T1" fmla="*/ 0 h 9"/>
                <a:gd name="T2" fmla="*/ 0 w 7"/>
                <a:gd name="T3" fmla="*/ 9 h 9"/>
                <a:gd name="T4" fmla="*/ 8 w 7"/>
                <a:gd name="T5" fmla="*/ 44 h 9"/>
                <a:gd name="T6" fmla="*/ 0 w 7"/>
                <a:gd name="T7" fmla="*/ 80 h 9"/>
                <a:gd name="T8" fmla="*/ 24 w 7"/>
                <a:gd name="T9" fmla="*/ 89 h 9"/>
                <a:gd name="T10" fmla="*/ 8 w 7"/>
                <a:gd name="T11" fmla="*/ 64 h 9"/>
                <a:gd name="T12" fmla="*/ 32 w 7"/>
                <a:gd name="T13" fmla="*/ 44 h 9"/>
                <a:gd name="T14" fmla="*/ 40 w 7"/>
                <a:gd name="T15" fmla="*/ 20 h 9"/>
                <a:gd name="T16" fmla="*/ 56 w 7"/>
                <a:gd name="T17" fmla="*/ 9 h 9"/>
                <a:gd name="T18" fmla="*/ 40 w 7"/>
                <a:gd name="T19" fmla="*/ 0 h 9"/>
                <a:gd name="T20" fmla="*/ 8 w 7"/>
                <a:gd name="T21" fmla="*/ 20 h 9"/>
                <a:gd name="T22" fmla="*/ 24 w 7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0" y="2"/>
                    <a:pt x="1" y="3"/>
                    <a:pt x="1" y="4"/>
                  </a:cubicBezTo>
                  <a:cubicBezTo>
                    <a:pt x="1" y="5"/>
                    <a:pt x="0" y="6"/>
                    <a:pt x="0" y="7"/>
                  </a:cubicBezTo>
                  <a:cubicBezTo>
                    <a:pt x="0" y="8"/>
                    <a:pt x="2" y="8"/>
                    <a:pt x="3" y="8"/>
                  </a:cubicBezTo>
                  <a:cubicBezTo>
                    <a:pt x="2" y="9"/>
                    <a:pt x="1" y="7"/>
                    <a:pt x="1" y="6"/>
                  </a:cubicBezTo>
                  <a:cubicBezTo>
                    <a:pt x="2" y="5"/>
                    <a:pt x="4" y="5"/>
                    <a:pt x="4" y="4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6" y="1"/>
                    <a:pt x="7" y="2"/>
                    <a:pt x="7" y="1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4" y="1"/>
                    <a:pt x="2" y="3"/>
                    <a:pt x="1" y="2"/>
                  </a:cubicBezTo>
                  <a:cubicBezTo>
                    <a:pt x="2" y="1"/>
                    <a:pt x="3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29" name="Freeform 1010">
              <a:extLst>
                <a:ext uri="{FF2B5EF4-FFF2-40B4-BE49-F238E27FC236}">
                  <a16:creationId xmlns:a16="http://schemas.microsoft.com/office/drawing/2014/main" id="{73415E5C-F3C0-48B8-B27D-280F76401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3055"/>
              <a:ext cx="14" cy="9"/>
            </a:xfrm>
            <a:custGeom>
              <a:avLst/>
              <a:gdLst>
                <a:gd name="T0" fmla="*/ 0 w 7"/>
                <a:gd name="T1" fmla="*/ 0 h 4"/>
                <a:gd name="T2" fmla="*/ 8 w 7"/>
                <a:gd name="T3" fmla="*/ 36 h 4"/>
                <a:gd name="T4" fmla="*/ 24 w 7"/>
                <a:gd name="T5" fmla="*/ 36 h 4"/>
                <a:gd name="T6" fmla="*/ 56 w 7"/>
                <a:gd name="T7" fmla="*/ 36 h 4"/>
                <a:gd name="T8" fmla="*/ 40 w 7"/>
                <a:gd name="T9" fmla="*/ 36 h 4"/>
                <a:gd name="T10" fmla="*/ 24 w 7"/>
                <a:gd name="T11" fmla="*/ 25 h 4"/>
                <a:gd name="T12" fmla="*/ 16 w 7"/>
                <a:gd name="T13" fmla="*/ 11 h 4"/>
                <a:gd name="T14" fmla="*/ 0 w 7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4" y="3"/>
                    <a:pt x="6" y="4"/>
                    <a:pt x="7" y="3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30" name="Freeform 1011">
              <a:extLst>
                <a:ext uri="{FF2B5EF4-FFF2-40B4-BE49-F238E27FC236}">
                  <a16:creationId xmlns:a16="http://schemas.microsoft.com/office/drawing/2014/main" id="{ABED38E3-8683-4C01-927A-46BFCB759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3049"/>
              <a:ext cx="12" cy="13"/>
            </a:xfrm>
            <a:custGeom>
              <a:avLst/>
              <a:gdLst>
                <a:gd name="T0" fmla="*/ 40 w 6"/>
                <a:gd name="T1" fmla="*/ 20 h 6"/>
                <a:gd name="T2" fmla="*/ 24 w 6"/>
                <a:gd name="T3" fmla="*/ 52 h 6"/>
                <a:gd name="T4" fmla="*/ 16 w 6"/>
                <a:gd name="T5" fmla="*/ 61 h 6"/>
                <a:gd name="T6" fmla="*/ 0 w 6"/>
                <a:gd name="T7" fmla="*/ 52 h 6"/>
                <a:gd name="T8" fmla="*/ 24 w 6"/>
                <a:gd name="T9" fmla="*/ 43 h 6"/>
                <a:gd name="T10" fmla="*/ 40 w 6"/>
                <a:gd name="T11" fmla="*/ 20 h 6"/>
                <a:gd name="T12" fmla="*/ 40 w 6"/>
                <a:gd name="T13" fmla="*/ 0 h 6"/>
                <a:gd name="T14" fmla="*/ 40 w 6"/>
                <a:gd name="T15" fmla="*/ 2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6">
                  <a:moveTo>
                    <a:pt x="5" y="2"/>
                  </a:moveTo>
                  <a:cubicBezTo>
                    <a:pt x="5" y="3"/>
                    <a:pt x="4" y="4"/>
                    <a:pt x="3" y="5"/>
                  </a:cubicBezTo>
                  <a:cubicBezTo>
                    <a:pt x="3" y="5"/>
                    <a:pt x="3" y="6"/>
                    <a:pt x="2" y="6"/>
                  </a:cubicBezTo>
                  <a:cubicBezTo>
                    <a:pt x="1" y="6"/>
                    <a:pt x="1" y="6"/>
                    <a:pt x="0" y="5"/>
                  </a:cubicBezTo>
                  <a:cubicBezTo>
                    <a:pt x="2" y="6"/>
                    <a:pt x="3" y="5"/>
                    <a:pt x="3" y="4"/>
                  </a:cubicBezTo>
                  <a:cubicBezTo>
                    <a:pt x="4" y="3"/>
                    <a:pt x="4" y="3"/>
                    <a:pt x="5" y="2"/>
                  </a:cubicBezTo>
                  <a:cubicBezTo>
                    <a:pt x="5" y="2"/>
                    <a:pt x="5" y="1"/>
                    <a:pt x="5" y="0"/>
                  </a:cubicBezTo>
                  <a:cubicBezTo>
                    <a:pt x="6" y="1"/>
                    <a:pt x="5" y="1"/>
                    <a:pt x="5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31" name="Freeform 1012">
              <a:extLst>
                <a:ext uri="{FF2B5EF4-FFF2-40B4-BE49-F238E27FC236}">
                  <a16:creationId xmlns:a16="http://schemas.microsoft.com/office/drawing/2014/main" id="{BA766C08-D98D-4850-9AFF-2826FD970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3040"/>
              <a:ext cx="6" cy="4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16 h 2"/>
                <a:gd name="T4" fmla="*/ 16 w 3"/>
                <a:gd name="T5" fmla="*/ 8 h 2"/>
                <a:gd name="T6" fmla="*/ 8 w 3"/>
                <a:gd name="T7" fmla="*/ 8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3" y="1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32" name="Freeform 1013">
              <a:extLst>
                <a:ext uri="{FF2B5EF4-FFF2-40B4-BE49-F238E27FC236}">
                  <a16:creationId xmlns:a16="http://schemas.microsoft.com/office/drawing/2014/main" id="{3096524E-0447-45BF-972C-201D5BBA4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049"/>
              <a:ext cx="6" cy="6"/>
            </a:xfrm>
            <a:custGeom>
              <a:avLst/>
              <a:gdLst>
                <a:gd name="T0" fmla="*/ 16 w 3"/>
                <a:gd name="T1" fmla="*/ 8 h 3"/>
                <a:gd name="T2" fmla="*/ 16 w 3"/>
                <a:gd name="T3" fmla="*/ 16 h 3"/>
                <a:gd name="T4" fmla="*/ 0 w 3"/>
                <a:gd name="T5" fmla="*/ 24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2" y="3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33" name="Freeform 1014">
              <a:extLst>
                <a:ext uri="{FF2B5EF4-FFF2-40B4-BE49-F238E27FC236}">
                  <a16:creationId xmlns:a16="http://schemas.microsoft.com/office/drawing/2014/main" id="{E630A3D1-7732-4A92-9FA9-0C62F5B42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038"/>
              <a:ext cx="4" cy="8"/>
            </a:xfrm>
            <a:custGeom>
              <a:avLst/>
              <a:gdLst>
                <a:gd name="T0" fmla="*/ 8 w 2"/>
                <a:gd name="T1" fmla="*/ 0 h 4"/>
                <a:gd name="T2" fmla="*/ 16 w 2"/>
                <a:gd name="T3" fmla="*/ 16 h 4"/>
                <a:gd name="T4" fmla="*/ 0 w 2"/>
                <a:gd name="T5" fmla="*/ 32 h 4"/>
                <a:gd name="T6" fmla="*/ 8 w 2"/>
                <a:gd name="T7" fmla="*/ 24 h 4"/>
                <a:gd name="T8" fmla="*/ 0 w 2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2" y="2"/>
                    <a:pt x="2" y="2"/>
                  </a:cubicBezTo>
                  <a:cubicBezTo>
                    <a:pt x="2" y="3"/>
                    <a:pt x="1" y="4"/>
                    <a:pt x="0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34" name="Freeform 1015">
              <a:extLst>
                <a:ext uri="{FF2B5EF4-FFF2-40B4-BE49-F238E27FC236}">
                  <a16:creationId xmlns:a16="http://schemas.microsoft.com/office/drawing/2014/main" id="{9A76961F-D31E-4D8F-BD19-FBC7622C5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022"/>
              <a:ext cx="19" cy="11"/>
            </a:xfrm>
            <a:custGeom>
              <a:avLst/>
              <a:gdLst>
                <a:gd name="T0" fmla="*/ 0 w 9"/>
                <a:gd name="T1" fmla="*/ 20 h 5"/>
                <a:gd name="T2" fmla="*/ 49 w 9"/>
                <a:gd name="T3" fmla="*/ 20 h 5"/>
                <a:gd name="T4" fmla="*/ 68 w 9"/>
                <a:gd name="T5" fmla="*/ 33 h 5"/>
                <a:gd name="T6" fmla="*/ 84 w 9"/>
                <a:gd name="T7" fmla="*/ 53 h 5"/>
                <a:gd name="T8" fmla="*/ 76 w 9"/>
                <a:gd name="T9" fmla="*/ 44 h 5"/>
                <a:gd name="T10" fmla="*/ 68 w 9"/>
                <a:gd name="T11" fmla="*/ 44 h 5"/>
                <a:gd name="T12" fmla="*/ 49 w 9"/>
                <a:gd name="T13" fmla="*/ 20 h 5"/>
                <a:gd name="T14" fmla="*/ 0 w 9"/>
                <a:gd name="T15" fmla="*/ 2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2" y="1"/>
                    <a:pt x="3" y="0"/>
                    <a:pt x="5" y="2"/>
                  </a:cubicBezTo>
                  <a:cubicBezTo>
                    <a:pt x="6" y="2"/>
                    <a:pt x="6" y="3"/>
                    <a:pt x="7" y="3"/>
                  </a:cubicBezTo>
                  <a:cubicBezTo>
                    <a:pt x="8" y="4"/>
                    <a:pt x="9" y="4"/>
                    <a:pt x="9" y="5"/>
                  </a:cubicBezTo>
                  <a:cubicBezTo>
                    <a:pt x="9" y="5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3" y="2"/>
                    <a:pt x="1" y="1"/>
                    <a:pt x="0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35" name="Freeform 1016">
              <a:extLst>
                <a:ext uri="{FF2B5EF4-FFF2-40B4-BE49-F238E27FC236}">
                  <a16:creationId xmlns:a16="http://schemas.microsoft.com/office/drawing/2014/main" id="{DF899184-976E-405F-ACE6-1DB08581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3038"/>
              <a:ext cx="8" cy="2"/>
            </a:xfrm>
            <a:custGeom>
              <a:avLst/>
              <a:gdLst>
                <a:gd name="T0" fmla="*/ 32 w 4"/>
                <a:gd name="T1" fmla="*/ 8 h 1"/>
                <a:gd name="T2" fmla="*/ 24 w 4"/>
                <a:gd name="T3" fmla="*/ 0 h 1"/>
                <a:gd name="T4" fmla="*/ 16 w 4"/>
                <a:gd name="T5" fmla="*/ 8 h 1"/>
                <a:gd name="T6" fmla="*/ 0 w 4"/>
                <a:gd name="T7" fmla="*/ 8 h 1"/>
                <a:gd name="T8" fmla="*/ 16 w 4"/>
                <a:gd name="T9" fmla="*/ 8 h 1"/>
                <a:gd name="T10" fmla="*/ 32 w 4"/>
                <a:gd name="T11" fmla="*/ 8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3" y="0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2" y="1"/>
                    <a:pt x="0" y="0"/>
                    <a:pt x="0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3" y="1"/>
                    <a:pt x="3" y="0"/>
                    <a:pt x="4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36" name="Freeform 1017">
              <a:extLst>
                <a:ext uri="{FF2B5EF4-FFF2-40B4-BE49-F238E27FC236}">
                  <a16:creationId xmlns:a16="http://schemas.microsoft.com/office/drawing/2014/main" id="{99840690-7A3C-4922-93EF-EADCBF3DE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046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0 w 1"/>
                <a:gd name="T5" fmla="*/ 33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37" name="Freeform 1018">
              <a:extLst>
                <a:ext uri="{FF2B5EF4-FFF2-40B4-BE49-F238E27FC236}">
                  <a16:creationId xmlns:a16="http://schemas.microsoft.com/office/drawing/2014/main" id="{0A86CB67-7FD4-4DEC-90E5-28ECD611A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035"/>
              <a:ext cx="8" cy="11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20 h 5"/>
                <a:gd name="T4" fmla="*/ 8 w 4"/>
                <a:gd name="T5" fmla="*/ 53 h 5"/>
                <a:gd name="T6" fmla="*/ 24 w 4"/>
                <a:gd name="T7" fmla="*/ 44 h 5"/>
                <a:gd name="T8" fmla="*/ 24 w 4"/>
                <a:gd name="T9" fmla="*/ 33 h 5"/>
                <a:gd name="T10" fmla="*/ 24 w 4"/>
                <a:gd name="T11" fmla="*/ 33 h 5"/>
                <a:gd name="T12" fmla="*/ 24 w 4"/>
                <a:gd name="T13" fmla="*/ 20 h 5"/>
                <a:gd name="T14" fmla="*/ 16 w 4"/>
                <a:gd name="T15" fmla="*/ 20 h 5"/>
                <a:gd name="T16" fmla="*/ 8 w 4"/>
                <a:gd name="T17" fmla="*/ 9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2" y="3"/>
                    <a:pt x="2" y="4"/>
                    <a:pt x="1" y="5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3" y="3"/>
                  </a:cubicBezTo>
                  <a:cubicBezTo>
                    <a:pt x="3" y="2"/>
                    <a:pt x="3" y="3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38" name="Freeform 1019">
              <a:extLst>
                <a:ext uri="{FF2B5EF4-FFF2-40B4-BE49-F238E27FC236}">
                  <a16:creationId xmlns:a16="http://schemas.microsoft.com/office/drawing/2014/main" id="{E0BDE4E5-FAC4-40D0-B6F9-8904111EC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3055"/>
              <a:ext cx="4" cy="7"/>
            </a:xfrm>
            <a:custGeom>
              <a:avLst/>
              <a:gdLst>
                <a:gd name="T0" fmla="*/ 8 w 2"/>
                <a:gd name="T1" fmla="*/ 12 h 3"/>
                <a:gd name="T2" fmla="*/ 8 w 2"/>
                <a:gd name="T3" fmla="*/ 28 h 3"/>
                <a:gd name="T4" fmla="*/ 16 w 2"/>
                <a:gd name="T5" fmla="*/ 37 h 3"/>
                <a:gd name="T6" fmla="*/ 16 w 2"/>
                <a:gd name="T7" fmla="*/ 12 h 3"/>
                <a:gd name="T8" fmla="*/ 8 w 2"/>
                <a:gd name="T9" fmla="*/ 12 h 3"/>
                <a:gd name="T10" fmla="*/ 0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0" y="2"/>
                    <a:pt x="1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39" name="Freeform 1020">
              <a:extLst>
                <a:ext uri="{FF2B5EF4-FFF2-40B4-BE49-F238E27FC236}">
                  <a16:creationId xmlns:a16="http://schemas.microsoft.com/office/drawing/2014/main" id="{643EB01C-817D-489D-A5AA-AC55CA576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055"/>
              <a:ext cx="8" cy="7"/>
            </a:xfrm>
            <a:custGeom>
              <a:avLst/>
              <a:gdLst>
                <a:gd name="T0" fmla="*/ 32 w 4"/>
                <a:gd name="T1" fmla="*/ 0 h 3"/>
                <a:gd name="T2" fmla="*/ 24 w 4"/>
                <a:gd name="T3" fmla="*/ 28 h 3"/>
                <a:gd name="T4" fmla="*/ 16 w 4"/>
                <a:gd name="T5" fmla="*/ 37 h 3"/>
                <a:gd name="T6" fmla="*/ 8 w 4"/>
                <a:gd name="T7" fmla="*/ 37 h 3"/>
                <a:gd name="T8" fmla="*/ 0 w 4"/>
                <a:gd name="T9" fmla="*/ 37 h 3"/>
                <a:gd name="T10" fmla="*/ 16 w 4"/>
                <a:gd name="T11" fmla="*/ 28 h 3"/>
                <a:gd name="T12" fmla="*/ 24 w 4"/>
                <a:gd name="T13" fmla="*/ 12 h 3"/>
                <a:gd name="T14" fmla="*/ 32 w 4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1"/>
                    <a:pt x="3" y="1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40" name="Freeform 1021">
              <a:extLst>
                <a:ext uri="{FF2B5EF4-FFF2-40B4-BE49-F238E27FC236}">
                  <a16:creationId xmlns:a16="http://schemas.microsoft.com/office/drawing/2014/main" id="{E27A8642-4CB6-41A5-AEE3-DC00F6FCF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022"/>
              <a:ext cx="39" cy="42"/>
            </a:xfrm>
            <a:custGeom>
              <a:avLst/>
              <a:gdLst>
                <a:gd name="T0" fmla="*/ 156 w 19"/>
                <a:gd name="T1" fmla="*/ 161 h 19"/>
                <a:gd name="T2" fmla="*/ 131 w 19"/>
                <a:gd name="T3" fmla="*/ 206 h 19"/>
                <a:gd name="T4" fmla="*/ 113 w 19"/>
                <a:gd name="T5" fmla="*/ 195 h 19"/>
                <a:gd name="T6" fmla="*/ 105 w 19"/>
                <a:gd name="T7" fmla="*/ 206 h 19"/>
                <a:gd name="T8" fmla="*/ 76 w 19"/>
                <a:gd name="T9" fmla="*/ 206 h 19"/>
                <a:gd name="T10" fmla="*/ 43 w 19"/>
                <a:gd name="T11" fmla="*/ 195 h 19"/>
                <a:gd name="T12" fmla="*/ 43 w 19"/>
                <a:gd name="T13" fmla="*/ 161 h 19"/>
                <a:gd name="T14" fmla="*/ 8 w 19"/>
                <a:gd name="T15" fmla="*/ 141 h 19"/>
                <a:gd name="T16" fmla="*/ 8 w 19"/>
                <a:gd name="T17" fmla="*/ 108 h 19"/>
                <a:gd name="T18" fmla="*/ 0 w 19"/>
                <a:gd name="T19" fmla="*/ 73 h 19"/>
                <a:gd name="T20" fmla="*/ 16 w 19"/>
                <a:gd name="T21" fmla="*/ 53 h 19"/>
                <a:gd name="T22" fmla="*/ 33 w 19"/>
                <a:gd name="T23" fmla="*/ 20 h 19"/>
                <a:gd name="T24" fmla="*/ 96 w 19"/>
                <a:gd name="T25" fmla="*/ 9 h 19"/>
                <a:gd name="T26" fmla="*/ 123 w 19"/>
                <a:gd name="T27" fmla="*/ 33 h 19"/>
                <a:gd name="T28" fmla="*/ 140 w 19"/>
                <a:gd name="T29" fmla="*/ 53 h 19"/>
                <a:gd name="T30" fmla="*/ 140 w 19"/>
                <a:gd name="T31" fmla="*/ 73 h 19"/>
                <a:gd name="T32" fmla="*/ 156 w 19"/>
                <a:gd name="T33" fmla="*/ 88 h 19"/>
                <a:gd name="T34" fmla="*/ 164 w 19"/>
                <a:gd name="T35" fmla="*/ 133 h 19"/>
                <a:gd name="T36" fmla="*/ 156 w 19"/>
                <a:gd name="T37" fmla="*/ 161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19">
                  <a:moveTo>
                    <a:pt x="18" y="15"/>
                  </a:moveTo>
                  <a:cubicBezTo>
                    <a:pt x="18" y="16"/>
                    <a:pt x="16" y="19"/>
                    <a:pt x="15" y="19"/>
                  </a:cubicBezTo>
                  <a:cubicBezTo>
                    <a:pt x="14" y="19"/>
                    <a:pt x="14" y="18"/>
                    <a:pt x="13" y="18"/>
                  </a:cubicBezTo>
                  <a:cubicBezTo>
                    <a:pt x="12" y="18"/>
                    <a:pt x="12" y="18"/>
                    <a:pt x="12" y="19"/>
                  </a:cubicBezTo>
                  <a:cubicBezTo>
                    <a:pt x="10" y="19"/>
                    <a:pt x="10" y="19"/>
                    <a:pt x="9" y="19"/>
                  </a:cubicBezTo>
                  <a:cubicBezTo>
                    <a:pt x="7" y="19"/>
                    <a:pt x="6" y="19"/>
                    <a:pt x="5" y="18"/>
                  </a:cubicBezTo>
                  <a:cubicBezTo>
                    <a:pt x="5" y="17"/>
                    <a:pt x="6" y="16"/>
                    <a:pt x="5" y="15"/>
                  </a:cubicBezTo>
                  <a:cubicBezTo>
                    <a:pt x="4" y="14"/>
                    <a:pt x="2" y="14"/>
                    <a:pt x="1" y="13"/>
                  </a:cubicBezTo>
                  <a:cubicBezTo>
                    <a:pt x="0" y="12"/>
                    <a:pt x="1" y="11"/>
                    <a:pt x="1" y="10"/>
                  </a:cubicBezTo>
                  <a:cubicBezTo>
                    <a:pt x="2" y="8"/>
                    <a:pt x="0" y="8"/>
                    <a:pt x="0" y="7"/>
                  </a:cubicBezTo>
                  <a:cubicBezTo>
                    <a:pt x="0" y="6"/>
                    <a:pt x="2" y="5"/>
                    <a:pt x="2" y="5"/>
                  </a:cubicBezTo>
                  <a:cubicBezTo>
                    <a:pt x="3" y="4"/>
                    <a:pt x="3" y="3"/>
                    <a:pt x="4" y="2"/>
                  </a:cubicBezTo>
                  <a:cubicBezTo>
                    <a:pt x="6" y="0"/>
                    <a:pt x="9" y="0"/>
                    <a:pt x="11" y="1"/>
                  </a:cubicBezTo>
                  <a:cubicBezTo>
                    <a:pt x="12" y="1"/>
                    <a:pt x="13" y="2"/>
                    <a:pt x="14" y="3"/>
                  </a:cubicBezTo>
                  <a:cubicBezTo>
                    <a:pt x="15" y="4"/>
                    <a:pt x="16" y="4"/>
                    <a:pt x="16" y="5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7" y="8"/>
                    <a:pt x="18" y="8"/>
                    <a:pt x="18" y="8"/>
                  </a:cubicBezTo>
                  <a:cubicBezTo>
                    <a:pt x="19" y="9"/>
                    <a:pt x="19" y="10"/>
                    <a:pt x="19" y="12"/>
                  </a:cubicBezTo>
                  <a:cubicBezTo>
                    <a:pt x="19" y="13"/>
                    <a:pt x="18" y="14"/>
                    <a:pt x="18" y="1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41" name="Freeform 1022">
              <a:extLst>
                <a:ext uri="{FF2B5EF4-FFF2-40B4-BE49-F238E27FC236}">
                  <a16:creationId xmlns:a16="http://schemas.microsoft.com/office/drawing/2014/main" id="{C715D945-70BF-4368-B6D4-1E1322BF8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053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1"/>
                    <a:pt x="3" y="1"/>
                    <a:pt x="4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42" name="Freeform 1023">
              <a:extLst>
                <a:ext uri="{FF2B5EF4-FFF2-40B4-BE49-F238E27FC236}">
                  <a16:creationId xmlns:a16="http://schemas.microsoft.com/office/drawing/2014/main" id="{3B8CD7FA-0D6C-479A-9342-F0567D591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3035"/>
              <a:ext cx="2" cy="7"/>
            </a:xfrm>
            <a:custGeom>
              <a:avLst/>
              <a:gdLst>
                <a:gd name="T0" fmla="*/ 8 w 1"/>
                <a:gd name="T1" fmla="*/ 37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43" name="Freeform 1024">
              <a:extLst>
                <a:ext uri="{FF2B5EF4-FFF2-40B4-BE49-F238E27FC236}">
                  <a16:creationId xmlns:a16="http://schemas.microsoft.com/office/drawing/2014/main" id="{A996AFEA-40C4-4A55-B93E-C3CCC8A5B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038"/>
              <a:ext cx="12" cy="6"/>
            </a:xfrm>
            <a:custGeom>
              <a:avLst/>
              <a:gdLst>
                <a:gd name="T0" fmla="*/ 48 w 6"/>
                <a:gd name="T1" fmla="*/ 8 h 3"/>
                <a:gd name="T2" fmla="*/ 32 w 6"/>
                <a:gd name="T3" fmla="*/ 0 h 3"/>
                <a:gd name="T4" fmla="*/ 24 w 6"/>
                <a:gd name="T5" fmla="*/ 0 h 3"/>
                <a:gd name="T6" fmla="*/ 16 w 6"/>
                <a:gd name="T7" fmla="*/ 0 h 3"/>
                <a:gd name="T8" fmla="*/ 0 w 6"/>
                <a:gd name="T9" fmla="*/ 8 h 3"/>
                <a:gd name="T10" fmla="*/ 0 w 6"/>
                <a:gd name="T11" fmla="*/ 24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0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44" name="Freeform 1025">
              <a:extLst>
                <a:ext uri="{FF2B5EF4-FFF2-40B4-BE49-F238E27FC236}">
                  <a16:creationId xmlns:a16="http://schemas.microsoft.com/office/drawing/2014/main" id="{FEA5C147-A482-4A2A-985F-27ECD4880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044"/>
              <a:ext cx="4" cy="11"/>
            </a:xfrm>
            <a:custGeom>
              <a:avLst/>
              <a:gdLst>
                <a:gd name="T0" fmla="*/ 0 w 2"/>
                <a:gd name="T1" fmla="*/ 44 h 5"/>
                <a:gd name="T2" fmla="*/ 16 w 2"/>
                <a:gd name="T3" fmla="*/ 20 h 5"/>
                <a:gd name="T4" fmla="*/ 8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4"/>
                  </a:moveTo>
                  <a:cubicBezTo>
                    <a:pt x="1" y="5"/>
                    <a:pt x="2" y="3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45" name="Freeform 1026">
              <a:extLst>
                <a:ext uri="{FF2B5EF4-FFF2-40B4-BE49-F238E27FC236}">
                  <a16:creationId xmlns:a16="http://schemas.microsoft.com/office/drawing/2014/main" id="{52185FBD-72B5-44A1-9FF3-22E925694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454"/>
              <a:ext cx="56" cy="59"/>
            </a:xfrm>
            <a:custGeom>
              <a:avLst/>
              <a:gdLst>
                <a:gd name="T0" fmla="*/ 189 w 27"/>
                <a:gd name="T1" fmla="*/ 52 h 27"/>
                <a:gd name="T2" fmla="*/ 108 w 27"/>
                <a:gd name="T3" fmla="*/ 9 h 27"/>
                <a:gd name="T4" fmla="*/ 35 w 27"/>
                <a:gd name="T5" fmla="*/ 52 h 27"/>
                <a:gd name="T6" fmla="*/ 100 w 27"/>
                <a:gd name="T7" fmla="*/ 249 h 27"/>
                <a:gd name="T8" fmla="*/ 241 w 27"/>
                <a:gd name="T9" fmla="*/ 177 h 27"/>
                <a:gd name="T10" fmla="*/ 189 w 27"/>
                <a:gd name="T11" fmla="*/ 5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7">
                  <a:moveTo>
                    <a:pt x="21" y="5"/>
                  </a:moveTo>
                  <a:cubicBezTo>
                    <a:pt x="18" y="2"/>
                    <a:pt x="16" y="0"/>
                    <a:pt x="12" y="1"/>
                  </a:cubicBezTo>
                  <a:cubicBezTo>
                    <a:pt x="9" y="1"/>
                    <a:pt x="6" y="2"/>
                    <a:pt x="4" y="5"/>
                  </a:cubicBezTo>
                  <a:cubicBezTo>
                    <a:pt x="0" y="11"/>
                    <a:pt x="3" y="21"/>
                    <a:pt x="11" y="24"/>
                  </a:cubicBezTo>
                  <a:cubicBezTo>
                    <a:pt x="19" y="27"/>
                    <a:pt x="26" y="23"/>
                    <a:pt x="27" y="17"/>
                  </a:cubicBezTo>
                  <a:cubicBezTo>
                    <a:pt x="27" y="12"/>
                    <a:pt x="26" y="10"/>
                    <a:pt x="21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46" name="Freeform 1027">
              <a:extLst>
                <a:ext uri="{FF2B5EF4-FFF2-40B4-BE49-F238E27FC236}">
                  <a16:creationId xmlns:a16="http://schemas.microsoft.com/office/drawing/2014/main" id="{AE7B8A62-CC9D-4E5C-A27D-4ACC8361C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2467"/>
              <a:ext cx="28" cy="31"/>
            </a:xfrm>
            <a:custGeom>
              <a:avLst/>
              <a:gdLst>
                <a:gd name="T0" fmla="*/ 104 w 14"/>
                <a:gd name="T1" fmla="*/ 78 h 14"/>
                <a:gd name="T2" fmla="*/ 88 w 14"/>
                <a:gd name="T3" fmla="*/ 133 h 14"/>
                <a:gd name="T4" fmla="*/ 24 w 14"/>
                <a:gd name="T5" fmla="*/ 109 h 14"/>
                <a:gd name="T6" fmla="*/ 0 w 14"/>
                <a:gd name="T7" fmla="*/ 35 h 14"/>
                <a:gd name="T8" fmla="*/ 32 w 14"/>
                <a:gd name="T9" fmla="*/ 0 h 14"/>
                <a:gd name="T10" fmla="*/ 32 w 14"/>
                <a:gd name="T11" fmla="*/ 0 h 14"/>
                <a:gd name="T12" fmla="*/ 0 w 14"/>
                <a:gd name="T13" fmla="*/ 35 h 14"/>
                <a:gd name="T14" fmla="*/ 16 w 14"/>
                <a:gd name="T15" fmla="*/ 109 h 14"/>
                <a:gd name="T16" fmla="*/ 88 w 14"/>
                <a:gd name="T17" fmla="*/ 142 h 14"/>
                <a:gd name="T18" fmla="*/ 104 w 14"/>
                <a:gd name="T19" fmla="*/ 78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4">
                  <a:moveTo>
                    <a:pt x="13" y="7"/>
                  </a:moveTo>
                  <a:cubicBezTo>
                    <a:pt x="14" y="9"/>
                    <a:pt x="13" y="11"/>
                    <a:pt x="11" y="12"/>
                  </a:cubicBezTo>
                  <a:cubicBezTo>
                    <a:pt x="9" y="14"/>
                    <a:pt x="6" y="13"/>
                    <a:pt x="3" y="10"/>
                  </a:cubicBezTo>
                  <a:cubicBezTo>
                    <a:pt x="0" y="7"/>
                    <a:pt x="0" y="4"/>
                    <a:pt x="0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7"/>
                    <a:pt x="2" y="10"/>
                  </a:cubicBezTo>
                  <a:cubicBezTo>
                    <a:pt x="6" y="14"/>
                    <a:pt x="9" y="14"/>
                    <a:pt x="11" y="13"/>
                  </a:cubicBezTo>
                  <a:cubicBezTo>
                    <a:pt x="13" y="12"/>
                    <a:pt x="14" y="10"/>
                    <a:pt x="13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47" name="Freeform 1028">
              <a:extLst>
                <a:ext uri="{FF2B5EF4-FFF2-40B4-BE49-F238E27FC236}">
                  <a16:creationId xmlns:a16="http://schemas.microsoft.com/office/drawing/2014/main" id="{117CD67A-082D-4DE2-888D-4D9CF29C0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277"/>
              <a:ext cx="58" cy="59"/>
            </a:xfrm>
            <a:custGeom>
              <a:avLst/>
              <a:gdLst>
                <a:gd name="T0" fmla="*/ 197 w 28"/>
                <a:gd name="T1" fmla="*/ 44 h 27"/>
                <a:gd name="T2" fmla="*/ 116 w 28"/>
                <a:gd name="T3" fmla="*/ 0 h 27"/>
                <a:gd name="T4" fmla="*/ 44 w 28"/>
                <a:gd name="T5" fmla="*/ 44 h 27"/>
                <a:gd name="T6" fmla="*/ 99 w 28"/>
                <a:gd name="T7" fmla="*/ 249 h 27"/>
                <a:gd name="T8" fmla="*/ 249 w 28"/>
                <a:gd name="T9" fmla="*/ 177 h 27"/>
                <a:gd name="T10" fmla="*/ 197 w 28"/>
                <a:gd name="T11" fmla="*/ 4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2" y="4"/>
                  </a:moveTo>
                  <a:cubicBezTo>
                    <a:pt x="19" y="2"/>
                    <a:pt x="16" y="0"/>
                    <a:pt x="13" y="0"/>
                  </a:cubicBezTo>
                  <a:cubicBezTo>
                    <a:pt x="10" y="1"/>
                    <a:pt x="7" y="2"/>
                    <a:pt x="5" y="4"/>
                  </a:cubicBezTo>
                  <a:cubicBezTo>
                    <a:pt x="0" y="10"/>
                    <a:pt x="3" y="20"/>
                    <a:pt x="11" y="24"/>
                  </a:cubicBezTo>
                  <a:cubicBezTo>
                    <a:pt x="19" y="27"/>
                    <a:pt x="27" y="22"/>
                    <a:pt x="28" y="17"/>
                  </a:cubicBezTo>
                  <a:cubicBezTo>
                    <a:pt x="28" y="12"/>
                    <a:pt x="27" y="10"/>
                    <a:pt x="22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48" name="Freeform 1029">
              <a:extLst>
                <a:ext uri="{FF2B5EF4-FFF2-40B4-BE49-F238E27FC236}">
                  <a16:creationId xmlns:a16="http://schemas.microsoft.com/office/drawing/2014/main" id="{BF6F3DAF-598B-4EA7-AE77-AB4449D77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288"/>
              <a:ext cx="31" cy="30"/>
            </a:xfrm>
            <a:custGeom>
              <a:avLst/>
              <a:gdLst>
                <a:gd name="T0" fmla="*/ 124 w 15"/>
                <a:gd name="T1" fmla="*/ 77 h 14"/>
                <a:gd name="T2" fmla="*/ 107 w 15"/>
                <a:gd name="T3" fmla="*/ 129 h 14"/>
                <a:gd name="T4" fmla="*/ 25 w 15"/>
                <a:gd name="T5" fmla="*/ 109 h 14"/>
                <a:gd name="T6" fmla="*/ 8 w 15"/>
                <a:gd name="T7" fmla="*/ 41 h 14"/>
                <a:gd name="T8" fmla="*/ 35 w 15"/>
                <a:gd name="T9" fmla="*/ 0 h 14"/>
                <a:gd name="T10" fmla="*/ 35 w 15"/>
                <a:gd name="T11" fmla="*/ 0 h 14"/>
                <a:gd name="T12" fmla="*/ 8 w 15"/>
                <a:gd name="T13" fmla="*/ 41 h 14"/>
                <a:gd name="T14" fmla="*/ 25 w 15"/>
                <a:gd name="T15" fmla="*/ 109 h 14"/>
                <a:gd name="T16" fmla="*/ 107 w 15"/>
                <a:gd name="T17" fmla="*/ 129 h 14"/>
                <a:gd name="T18" fmla="*/ 124 w 15"/>
                <a:gd name="T19" fmla="*/ 77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4">
                  <a:moveTo>
                    <a:pt x="14" y="8"/>
                  </a:moveTo>
                  <a:cubicBezTo>
                    <a:pt x="15" y="10"/>
                    <a:pt x="14" y="12"/>
                    <a:pt x="12" y="13"/>
                  </a:cubicBezTo>
                  <a:cubicBezTo>
                    <a:pt x="10" y="14"/>
                    <a:pt x="6" y="14"/>
                    <a:pt x="3" y="11"/>
                  </a:cubicBezTo>
                  <a:cubicBezTo>
                    <a:pt x="1" y="8"/>
                    <a:pt x="1" y="5"/>
                    <a:pt x="1" y="4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2" y="2"/>
                    <a:pt x="1" y="4"/>
                  </a:cubicBezTo>
                  <a:cubicBezTo>
                    <a:pt x="0" y="5"/>
                    <a:pt x="0" y="8"/>
                    <a:pt x="3" y="11"/>
                  </a:cubicBezTo>
                  <a:cubicBezTo>
                    <a:pt x="6" y="14"/>
                    <a:pt x="10" y="14"/>
                    <a:pt x="12" y="13"/>
                  </a:cubicBezTo>
                  <a:cubicBezTo>
                    <a:pt x="14" y="12"/>
                    <a:pt x="15" y="10"/>
                    <a:pt x="14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49" name="Freeform 1030">
              <a:extLst>
                <a:ext uri="{FF2B5EF4-FFF2-40B4-BE49-F238E27FC236}">
                  <a16:creationId xmlns:a16="http://schemas.microsoft.com/office/drawing/2014/main" id="{36E8C2BD-5349-47E5-B087-7E6761811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537"/>
              <a:ext cx="58" cy="59"/>
            </a:xfrm>
            <a:custGeom>
              <a:avLst/>
              <a:gdLst>
                <a:gd name="T0" fmla="*/ 189 w 28"/>
                <a:gd name="T1" fmla="*/ 44 h 27"/>
                <a:gd name="T2" fmla="*/ 108 w 28"/>
                <a:gd name="T3" fmla="*/ 0 h 27"/>
                <a:gd name="T4" fmla="*/ 35 w 28"/>
                <a:gd name="T5" fmla="*/ 44 h 27"/>
                <a:gd name="T6" fmla="*/ 99 w 28"/>
                <a:gd name="T7" fmla="*/ 238 h 27"/>
                <a:gd name="T8" fmla="*/ 240 w 28"/>
                <a:gd name="T9" fmla="*/ 177 h 27"/>
                <a:gd name="T10" fmla="*/ 189 w 28"/>
                <a:gd name="T11" fmla="*/ 4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4"/>
                  </a:moveTo>
                  <a:cubicBezTo>
                    <a:pt x="18" y="2"/>
                    <a:pt x="16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0" y="10"/>
                    <a:pt x="3" y="20"/>
                    <a:pt x="11" y="23"/>
                  </a:cubicBezTo>
                  <a:cubicBezTo>
                    <a:pt x="19" y="27"/>
                    <a:pt x="26" y="22"/>
                    <a:pt x="27" y="17"/>
                  </a:cubicBezTo>
                  <a:cubicBezTo>
                    <a:pt x="28" y="11"/>
                    <a:pt x="26" y="9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50" name="Freeform 1031">
              <a:extLst>
                <a:ext uri="{FF2B5EF4-FFF2-40B4-BE49-F238E27FC236}">
                  <a16:creationId xmlns:a16="http://schemas.microsoft.com/office/drawing/2014/main" id="{1E13B9E0-7A2E-4332-B8FD-92A376259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548"/>
              <a:ext cx="29" cy="31"/>
            </a:xfrm>
            <a:custGeom>
              <a:avLst/>
              <a:gdLst>
                <a:gd name="T0" fmla="*/ 116 w 14"/>
                <a:gd name="T1" fmla="*/ 89 h 14"/>
                <a:gd name="T2" fmla="*/ 99 w 14"/>
                <a:gd name="T3" fmla="*/ 142 h 14"/>
                <a:gd name="T4" fmla="*/ 25 w 14"/>
                <a:gd name="T5" fmla="*/ 109 h 14"/>
                <a:gd name="T6" fmla="*/ 8 w 14"/>
                <a:gd name="T7" fmla="*/ 35 h 14"/>
                <a:gd name="T8" fmla="*/ 35 w 14"/>
                <a:gd name="T9" fmla="*/ 0 h 14"/>
                <a:gd name="T10" fmla="*/ 35 w 14"/>
                <a:gd name="T11" fmla="*/ 0 h 14"/>
                <a:gd name="T12" fmla="*/ 0 w 14"/>
                <a:gd name="T13" fmla="*/ 35 h 14"/>
                <a:gd name="T14" fmla="*/ 25 w 14"/>
                <a:gd name="T15" fmla="*/ 109 h 14"/>
                <a:gd name="T16" fmla="*/ 108 w 14"/>
                <a:gd name="T17" fmla="*/ 142 h 14"/>
                <a:gd name="T18" fmla="*/ 116 w 14"/>
                <a:gd name="T19" fmla="*/ 89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4" y="10"/>
                    <a:pt x="13" y="12"/>
                    <a:pt x="11" y="13"/>
                  </a:cubicBezTo>
                  <a:cubicBezTo>
                    <a:pt x="9" y="14"/>
                    <a:pt x="6" y="14"/>
                    <a:pt x="3" y="10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1" y="2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5"/>
                    <a:pt x="0" y="7"/>
                    <a:pt x="3" y="10"/>
                  </a:cubicBezTo>
                  <a:cubicBezTo>
                    <a:pt x="6" y="14"/>
                    <a:pt x="9" y="14"/>
                    <a:pt x="12" y="13"/>
                  </a:cubicBezTo>
                  <a:cubicBezTo>
                    <a:pt x="13" y="12"/>
                    <a:pt x="14" y="10"/>
                    <a:pt x="13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51" name="Freeform 1032">
              <a:extLst>
                <a:ext uri="{FF2B5EF4-FFF2-40B4-BE49-F238E27FC236}">
                  <a16:creationId xmlns:a16="http://schemas.microsoft.com/office/drawing/2014/main" id="{4631737D-7FD0-4E8E-8C29-1459E43D0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546"/>
              <a:ext cx="57" cy="61"/>
            </a:xfrm>
            <a:custGeom>
              <a:avLst/>
              <a:gdLst>
                <a:gd name="T0" fmla="*/ 179 w 28"/>
                <a:gd name="T1" fmla="*/ 52 h 28"/>
                <a:gd name="T2" fmla="*/ 108 w 28"/>
                <a:gd name="T3" fmla="*/ 9 h 28"/>
                <a:gd name="T4" fmla="*/ 41 w 28"/>
                <a:gd name="T5" fmla="*/ 52 h 28"/>
                <a:gd name="T6" fmla="*/ 92 w 28"/>
                <a:gd name="T7" fmla="*/ 246 h 28"/>
                <a:gd name="T8" fmla="*/ 228 w 28"/>
                <a:gd name="T9" fmla="*/ 176 h 28"/>
                <a:gd name="T10" fmla="*/ 179 w 28"/>
                <a:gd name="T11" fmla="*/ 5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1" y="5"/>
                  </a:moveTo>
                  <a:cubicBezTo>
                    <a:pt x="19" y="2"/>
                    <a:pt x="16" y="0"/>
                    <a:pt x="13" y="1"/>
                  </a:cubicBezTo>
                  <a:cubicBezTo>
                    <a:pt x="10" y="1"/>
                    <a:pt x="7" y="2"/>
                    <a:pt x="5" y="5"/>
                  </a:cubicBezTo>
                  <a:cubicBezTo>
                    <a:pt x="0" y="11"/>
                    <a:pt x="3" y="21"/>
                    <a:pt x="11" y="24"/>
                  </a:cubicBezTo>
                  <a:cubicBezTo>
                    <a:pt x="19" y="28"/>
                    <a:pt x="26" y="23"/>
                    <a:pt x="27" y="17"/>
                  </a:cubicBezTo>
                  <a:cubicBezTo>
                    <a:pt x="28" y="12"/>
                    <a:pt x="26" y="10"/>
                    <a:pt x="21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52" name="Freeform 1033">
              <a:extLst>
                <a:ext uri="{FF2B5EF4-FFF2-40B4-BE49-F238E27FC236}">
                  <a16:creationId xmlns:a16="http://schemas.microsoft.com/office/drawing/2014/main" id="{54475EB2-D4DF-4A43-9DA1-548771459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59"/>
              <a:ext cx="29" cy="30"/>
            </a:xfrm>
            <a:custGeom>
              <a:avLst/>
              <a:gdLst>
                <a:gd name="T0" fmla="*/ 124 w 14"/>
                <a:gd name="T1" fmla="*/ 69 h 14"/>
                <a:gd name="T2" fmla="*/ 108 w 14"/>
                <a:gd name="T3" fmla="*/ 129 h 14"/>
                <a:gd name="T4" fmla="*/ 25 w 14"/>
                <a:gd name="T5" fmla="*/ 96 h 14"/>
                <a:gd name="T6" fmla="*/ 8 w 14"/>
                <a:gd name="T7" fmla="*/ 28 h 14"/>
                <a:gd name="T8" fmla="*/ 35 w 14"/>
                <a:gd name="T9" fmla="*/ 0 h 14"/>
                <a:gd name="T10" fmla="*/ 35 w 14"/>
                <a:gd name="T11" fmla="*/ 0 h 14"/>
                <a:gd name="T12" fmla="*/ 8 w 14"/>
                <a:gd name="T13" fmla="*/ 28 h 14"/>
                <a:gd name="T14" fmla="*/ 25 w 14"/>
                <a:gd name="T15" fmla="*/ 96 h 14"/>
                <a:gd name="T16" fmla="*/ 108 w 14"/>
                <a:gd name="T17" fmla="*/ 129 h 14"/>
                <a:gd name="T18" fmla="*/ 124 w 14"/>
                <a:gd name="T19" fmla="*/ 69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4">
                  <a:moveTo>
                    <a:pt x="14" y="7"/>
                  </a:moveTo>
                  <a:cubicBezTo>
                    <a:pt x="14" y="10"/>
                    <a:pt x="13" y="12"/>
                    <a:pt x="12" y="13"/>
                  </a:cubicBezTo>
                  <a:cubicBezTo>
                    <a:pt x="10" y="14"/>
                    <a:pt x="6" y="13"/>
                    <a:pt x="3" y="10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5"/>
                    <a:pt x="0" y="7"/>
                    <a:pt x="3" y="10"/>
                  </a:cubicBezTo>
                  <a:cubicBezTo>
                    <a:pt x="6" y="14"/>
                    <a:pt x="10" y="14"/>
                    <a:pt x="12" y="13"/>
                  </a:cubicBezTo>
                  <a:cubicBezTo>
                    <a:pt x="14" y="12"/>
                    <a:pt x="14" y="10"/>
                    <a:pt x="14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53" name="Freeform 1034">
              <a:extLst>
                <a:ext uri="{FF2B5EF4-FFF2-40B4-BE49-F238E27FC236}">
                  <a16:creationId xmlns:a16="http://schemas.microsoft.com/office/drawing/2014/main" id="{0FF9F239-2580-427C-B83B-4552C7281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172"/>
              <a:ext cx="56" cy="59"/>
            </a:xfrm>
            <a:custGeom>
              <a:avLst/>
              <a:gdLst>
                <a:gd name="T0" fmla="*/ 189 w 27"/>
                <a:gd name="T1" fmla="*/ 44 h 27"/>
                <a:gd name="T2" fmla="*/ 108 w 27"/>
                <a:gd name="T3" fmla="*/ 0 h 27"/>
                <a:gd name="T4" fmla="*/ 35 w 27"/>
                <a:gd name="T5" fmla="*/ 44 h 27"/>
                <a:gd name="T6" fmla="*/ 100 w 27"/>
                <a:gd name="T7" fmla="*/ 249 h 27"/>
                <a:gd name="T8" fmla="*/ 241 w 27"/>
                <a:gd name="T9" fmla="*/ 177 h 27"/>
                <a:gd name="T10" fmla="*/ 189 w 27"/>
                <a:gd name="T11" fmla="*/ 4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7">
                  <a:moveTo>
                    <a:pt x="21" y="4"/>
                  </a:moveTo>
                  <a:cubicBezTo>
                    <a:pt x="18" y="2"/>
                    <a:pt x="16" y="0"/>
                    <a:pt x="12" y="0"/>
                  </a:cubicBezTo>
                  <a:cubicBezTo>
                    <a:pt x="9" y="1"/>
                    <a:pt x="6" y="2"/>
                    <a:pt x="4" y="4"/>
                  </a:cubicBezTo>
                  <a:cubicBezTo>
                    <a:pt x="0" y="11"/>
                    <a:pt x="3" y="20"/>
                    <a:pt x="11" y="24"/>
                  </a:cubicBezTo>
                  <a:cubicBezTo>
                    <a:pt x="19" y="27"/>
                    <a:pt x="26" y="22"/>
                    <a:pt x="27" y="17"/>
                  </a:cubicBezTo>
                  <a:cubicBezTo>
                    <a:pt x="27" y="12"/>
                    <a:pt x="26" y="10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54" name="Freeform 1035">
              <a:extLst>
                <a:ext uri="{FF2B5EF4-FFF2-40B4-BE49-F238E27FC236}">
                  <a16:creationId xmlns:a16="http://schemas.microsoft.com/office/drawing/2014/main" id="{E8A2185B-A528-4D3E-A320-4070546B6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183"/>
              <a:ext cx="29" cy="33"/>
            </a:xfrm>
            <a:custGeom>
              <a:avLst/>
              <a:gdLst>
                <a:gd name="T0" fmla="*/ 116 w 14"/>
                <a:gd name="T1" fmla="*/ 88 h 15"/>
                <a:gd name="T2" fmla="*/ 99 w 14"/>
                <a:gd name="T3" fmla="*/ 141 h 15"/>
                <a:gd name="T4" fmla="*/ 25 w 14"/>
                <a:gd name="T5" fmla="*/ 117 h 15"/>
                <a:gd name="T6" fmla="*/ 0 w 14"/>
                <a:gd name="T7" fmla="*/ 44 h 15"/>
                <a:gd name="T8" fmla="*/ 35 w 14"/>
                <a:gd name="T9" fmla="*/ 0 h 15"/>
                <a:gd name="T10" fmla="*/ 35 w 14"/>
                <a:gd name="T11" fmla="*/ 0 h 15"/>
                <a:gd name="T12" fmla="*/ 0 w 14"/>
                <a:gd name="T13" fmla="*/ 44 h 15"/>
                <a:gd name="T14" fmla="*/ 17 w 14"/>
                <a:gd name="T15" fmla="*/ 117 h 15"/>
                <a:gd name="T16" fmla="*/ 99 w 14"/>
                <a:gd name="T17" fmla="*/ 141 h 15"/>
                <a:gd name="T18" fmla="*/ 116 w 14"/>
                <a:gd name="T19" fmla="*/ 88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5">
                  <a:moveTo>
                    <a:pt x="13" y="8"/>
                  </a:moveTo>
                  <a:cubicBezTo>
                    <a:pt x="14" y="10"/>
                    <a:pt x="13" y="12"/>
                    <a:pt x="11" y="13"/>
                  </a:cubicBezTo>
                  <a:cubicBezTo>
                    <a:pt x="9" y="14"/>
                    <a:pt x="6" y="14"/>
                    <a:pt x="3" y="11"/>
                  </a:cubicBezTo>
                  <a:cubicBezTo>
                    <a:pt x="0" y="8"/>
                    <a:pt x="0" y="5"/>
                    <a:pt x="0" y="4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0" y="4"/>
                  </a:cubicBezTo>
                  <a:cubicBezTo>
                    <a:pt x="0" y="5"/>
                    <a:pt x="0" y="8"/>
                    <a:pt x="2" y="11"/>
                  </a:cubicBezTo>
                  <a:cubicBezTo>
                    <a:pt x="6" y="14"/>
                    <a:pt x="9" y="15"/>
                    <a:pt x="11" y="13"/>
                  </a:cubicBezTo>
                  <a:cubicBezTo>
                    <a:pt x="13" y="12"/>
                    <a:pt x="14" y="10"/>
                    <a:pt x="13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55" name="Freeform 1036">
              <a:extLst>
                <a:ext uri="{FF2B5EF4-FFF2-40B4-BE49-F238E27FC236}">
                  <a16:creationId xmlns:a16="http://schemas.microsoft.com/office/drawing/2014/main" id="{1D7594FF-0EC8-4171-9050-A7A9BBD99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224"/>
              <a:ext cx="55" cy="59"/>
            </a:xfrm>
            <a:custGeom>
              <a:avLst/>
              <a:gdLst>
                <a:gd name="T0" fmla="*/ 179 w 27"/>
                <a:gd name="T1" fmla="*/ 44 h 27"/>
                <a:gd name="T2" fmla="*/ 100 w 27"/>
                <a:gd name="T3" fmla="*/ 0 h 27"/>
                <a:gd name="T4" fmla="*/ 33 w 27"/>
                <a:gd name="T5" fmla="*/ 44 h 27"/>
                <a:gd name="T6" fmla="*/ 92 w 27"/>
                <a:gd name="T7" fmla="*/ 249 h 27"/>
                <a:gd name="T8" fmla="*/ 228 w 27"/>
                <a:gd name="T9" fmla="*/ 177 h 27"/>
                <a:gd name="T10" fmla="*/ 179 w 27"/>
                <a:gd name="T11" fmla="*/ 4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7">
                  <a:moveTo>
                    <a:pt x="21" y="4"/>
                  </a:moveTo>
                  <a:cubicBezTo>
                    <a:pt x="18" y="2"/>
                    <a:pt x="16" y="0"/>
                    <a:pt x="12" y="0"/>
                  </a:cubicBezTo>
                  <a:cubicBezTo>
                    <a:pt x="9" y="1"/>
                    <a:pt x="6" y="2"/>
                    <a:pt x="4" y="4"/>
                  </a:cubicBezTo>
                  <a:cubicBezTo>
                    <a:pt x="0" y="11"/>
                    <a:pt x="3" y="20"/>
                    <a:pt x="11" y="24"/>
                  </a:cubicBezTo>
                  <a:cubicBezTo>
                    <a:pt x="19" y="27"/>
                    <a:pt x="26" y="22"/>
                    <a:pt x="27" y="17"/>
                  </a:cubicBezTo>
                  <a:cubicBezTo>
                    <a:pt x="27" y="12"/>
                    <a:pt x="26" y="10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56" name="Freeform 1037">
              <a:extLst>
                <a:ext uri="{FF2B5EF4-FFF2-40B4-BE49-F238E27FC236}">
                  <a16:creationId xmlns:a16="http://schemas.microsoft.com/office/drawing/2014/main" id="{78A3453F-744F-429B-A77D-B7381B463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235"/>
              <a:ext cx="29" cy="33"/>
            </a:xfrm>
            <a:custGeom>
              <a:avLst/>
              <a:gdLst>
                <a:gd name="T0" fmla="*/ 116 w 14"/>
                <a:gd name="T1" fmla="*/ 88 h 15"/>
                <a:gd name="T2" fmla="*/ 99 w 14"/>
                <a:gd name="T3" fmla="*/ 141 h 15"/>
                <a:gd name="T4" fmla="*/ 25 w 14"/>
                <a:gd name="T5" fmla="*/ 117 h 15"/>
                <a:gd name="T6" fmla="*/ 0 w 14"/>
                <a:gd name="T7" fmla="*/ 44 h 15"/>
                <a:gd name="T8" fmla="*/ 35 w 14"/>
                <a:gd name="T9" fmla="*/ 0 h 15"/>
                <a:gd name="T10" fmla="*/ 35 w 14"/>
                <a:gd name="T11" fmla="*/ 0 h 15"/>
                <a:gd name="T12" fmla="*/ 0 w 14"/>
                <a:gd name="T13" fmla="*/ 44 h 15"/>
                <a:gd name="T14" fmla="*/ 17 w 14"/>
                <a:gd name="T15" fmla="*/ 117 h 15"/>
                <a:gd name="T16" fmla="*/ 99 w 14"/>
                <a:gd name="T17" fmla="*/ 141 h 15"/>
                <a:gd name="T18" fmla="*/ 116 w 14"/>
                <a:gd name="T19" fmla="*/ 88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5">
                  <a:moveTo>
                    <a:pt x="13" y="8"/>
                  </a:moveTo>
                  <a:cubicBezTo>
                    <a:pt x="14" y="10"/>
                    <a:pt x="13" y="12"/>
                    <a:pt x="11" y="13"/>
                  </a:cubicBezTo>
                  <a:cubicBezTo>
                    <a:pt x="9" y="14"/>
                    <a:pt x="6" y="14"/>
                    <a:pt x="3" y="11"/>
                  </a:cubicBezTo>
                  <a:cubicBezTo>
                    <a:pt x="0" y="8"/>
                    <a:pt x="0" y="5"/>
                    <a:pt x="0" y="4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0" y="4"/>
                  </a:cubicBezTo>
                  <a:cubicBezTo>
                    <a:pt x="0" y="5"/>
                    <a:pt x="0" y="8"/>
                    <a:pt x="2" y="11"/>
                  </a:cubicBezTo>
                  <a:cubicBezTo>
                    <a:pt x="6" y="14"/>
                    <a:pt x="9" y="15"/>
                    <a:pt x="11" y="13"/>
                  </a:cubicBezTo>
                  <a:cubicBezTo>
                    <a:pt x="13" y="12"/>
                    <a:pt x="14" y="10"/>
                    <a:pt x="13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57" name="Freeform 1038">
              <a:extLst>
                <a:ext uri="{FF2B5EF4-FFF2-40B4-BE49-F238E27FC236}">
                  <a16:creationId xmlns:a16="http://schemas.microsoft.com/office/drawing/2014/main" id="{08343D6C-2982-439C-9809-949A16C02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183"/>
              <a:ext cx="57" cy="59"/>
            </a:xfrm>
            <a:custGeom>
              <a:avLst/>
              <a:gdLst>
                <a:gd name="T0" fmla="*/ 179 w 28"/>
                <a:gd name="T1" fmla="*/ 44 h 27"/>
                <a:gd name="T2" fmla="*/ 108 w 28"/>
                <a:gd name="T3" fmla="*/ 0 h 27"/>
                <a:gd name="T4" fmla="*/ 41 w 28"/>
                <a:gd name="T5" fmla="*/ 44 h 27"/>
                <a:gd name="T6" fmla="*/ 92 w 28"/>
                <a:gd name="T7" fmla="*/ 238 h 27"/>
                <a:gd name="T8" fmla="*/ 228 w 28"/>
                <a:gd name="T9" fmla="*/ 177 h 27"/>
                <a:gd name="T10" fmla="*/ 179 w 28"/>
                <a:gd name="T11" fmla="*/ 4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7">
                  <a:moveTo>
                    <a:pt x="21" y="4"/>
                  </a:moveTo>
                  <a:cubicBezTo>
                    <a:pt x="19" y="2"/>
                    <a:pt x="16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10"/>
                    <a:pt x="3" y="20"/>
                    <a:pt x="11" y="23"/>
                  </a:cubicBezTo>
                  <a:cubicBezTo>
                    <a:pt x="19" y="27"/>
                    <a:pt x="26" y="22"/>
                    <a:pt x="27" y="17"/>
                  </a:cubicBezTo>
                  <a:cubicBezTo>
                    <a:pt x="28" y="11"/>
                    <a:pt x="26" y="9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58" name="Freeform 1039">
              <a:extLst>
                <a:ext uri="{FF2B5EF4-FFF2-40B4-BE49-F238E27FC236}">
                  <a16:creationId xmlns:a16="http://schemas.microsoft.com/office/drawing/2014/main" id="{6932A6DB-2302-40F8-8194-B3AE8CCF5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194"/>
              <a:ext cx="29" cy="30"/>
            </a:xfrm>
            <a:custGeom>
              <a:avLst/>
              <a:gdLst>
                <a:gd name="T0" fmla="*/ 124 w 14"/>
                <a:gd name="T1" fmla="*/ 77 h 14"/>
                <a:gd name="T2" fmla="*/ 108 w 14"/>
                <a:gd name="T3" fmla="*/ 129 h 14"/>
                <a:gd name="T4" fmla="*/ 25 w 14"/>
                <a:gd name="T5" fmla="*/ 96 h 14"/>
                <a:gd name="T6" fmla="*/ 8 w 14"/>
                <a:gd name="T7" fmla="*/ 28 h 14"/>
                <a:gd name="T8" fmla="*/ 35 w 14"/>
                <a:gd name="T9" fmla="*/ 0 h 14"/>
                <a:gd name="T10" fmla="*/ 35 w 14"/>
                <a:gd name="T11" fmla="*/ 0 h 14"/>
                <a:gd name="T12" fmla="*/ 8 w 14"/>
                <a:gd name="T13" fmla="*/ 28 h 14"/>
                <a:gd name="T14" fmla="*/ 25 w 14"/>
                <a:gd name="T15" fmla="*/ 96 h 14"/>
                <a:gd name="T16" fmla="*/ 108 w 14"/>
                <a:gd name="T17" fmla="*/ 129 h 14"/>
                <a:gd name="T18" fmla="*/ 124 w 14"/>
                <a:gd name="T19" fmla="*/ 77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4">
                  <a:moveTo>
                    <a:pt x="14" y="8"/>
                  </a:moveTo>
                  <a:cubicBezTo>
                    <a:pt x="14" y="10"/>
                    <a:pt x="13" y="12"/>
                    <a:pt x="12" y="13"/>
                  </a:cubicBezTo>
                  <a:cubicBezTo>
                    <a:pt x="10" y="14"/>
                    <a:pt x="6" y="14"/>
                    <a:pt x="3" y="10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1" y="2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2"/>
                    <a:pt x="1" y="3"/>
                  </a:cubicBezTo>
                  <a:cubicBezTo>
                    <a:pt x="0" y="5"/>
                    <a:pt x="0" y="7"/>
                    <a:pt x="3" y="10"/>
                  </a:cubicBezTo>
                  <a:cubicBezTo>
                    <a:pt x="6" y="14"/>
                    <a:pt x="10" y="14"/>
                    <a:pt x="12" y="13"/>
                  </a:cubicBezTo>
                  <a:cubicBezTo>
                    <a:pt x="14" y="12"/>
                    <a:pt x="14" y="10"/>
                    <a:pt x="14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59" name="Freeform 1040">
              <a:extLst>
                <a:ext uri="{FF2B5EF4-FFF2-40B4-BE49-F238E27FC236}">
                  <a16:creationId xmlns:a16="http://schemas.microsoft.com/office/drawing/2014/main" id="{2D3301BF-0BFC-467B-91D1-7D5D2CFFB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275"/>
              <a:ext cx="55" cy="59"/>
            </a:xfrm>
            <a:custGeom>
              <a:avLst/>
              <a:gdLst>
                <a:gd name="T0" fmla="*/ 179 w 27"/>
                <a:gd name="T1" fmla="*/ 44 h 27"/>
                <a:gd name="T2" fmla="*/ 100 w 27"/>
                <a:gd name="T3" fmla="*/ 0 h 27"/>
                <a:gd name="T4" fmla="*/ 33 w 27"/>
                <a:gd name="T5" fmla="*/ 44 h 27"/>
                <a:gd name="T6" fmla="*/ 92 w 27"/>
                <a:gd name="T7" fmla="*/ 238 h 27"/>
                <a:gd name="T8" fmla="*/ 228 w 27"/>
                <a:gd name="T9" fmla="*/ 177 h 27"/>
                <a:gd name="T10" fmla="*/ 179 w 27"/>
                <a:gd name="T11" fmla="*/ 4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7">
                  <a:moveTo>
                    <a:pt x="21" y="4"/>
                  </a:moveTo>
                  <a:cubicBezTo>
                    <a:pt x="18" y="2"/>
                    <a:pt x="16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0" y="10"/>
                    <a:pt x="3" y="20"/>
                    <a:pt x="11" y="23"/>
                  </a:cubicBezTo>
                  <a:cubicBezTo>
                    <a:pt x="19" y="27"/>
                    <a:pt x="26" y="22"/>
                    <a:pt x="27" y="17"/>
                  </a:cubicBezTo>
                  <a:cubicBezTo>
                    <a:pt x="27" y="11"/>
                    <a:pt x="26" y="9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60" name="Freeform 1041">
              <a:extLst>
                <a:ext uri="{FF2B5EF4-FFF2-40B4-BE49-F238E27FC236}">
                  <a16:creationId xmlns:a16="http://schemas.microsoft.com/office/drawing/2014/main" id="{72FF07BF-42CE-411B-AB7F-9865B3BC5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286"/>
              <a:ext cx="29" cy="30"/>
            </a:xfrm>
            <a:custGeom>
              <a:avLst/>
              <a:gdLst>
                <a:gd name="T0" fmla="*/ 116 w 14"/>
                <a:gd name="T1" fmla="*/ 77 h 14"/>
                <a:gd name="T2" fmla="*/ 99 w 14"/>
                <a:gd name="T3" fmla="*/ 129 h 14"/>
                <a:gd name="T4" fmla="*/ 25 w 14"/>
                <a:gd name="T5" fmla="*/ 96 h 14"/>
                <a:gd name="T6" fmla="*/ 0 w 14"/>
                <a:gd name="T7" fmla="*/ 28 h 14"/>
                <a:gd name="T8" fmla="*/ 35 w 14"/>
                <a:gd name="T9" fmla="*/ 0 h 14"/>
                <a:gd name="T10" fmla="*/ 35 w 14"/>
                <a:gd name="T11" fmla="*/ 0 h 14"/>
                <a:gd name="T12" fmla="*/ 0 w 14"/>
                <a:gd name="T13" fmla="*/ 28 h 14"/>
                <a:gd name="T14" fmla="*/ 17 w 14"/>
                <a:gd name="T15" fmla="*/ 96 h 14"/>
                <a:gd name="T16" fmla="*/ 99 w 14"/>
                <a:gd name="T17" fmla="*/ 129 h 14"/>
                <a:gd name="T18" fmla="*/ 116 w 14"/>
                <a:gd name="T19" fmla="*/ 77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4" y="10"/>
                    <a:pt x="13" y="12"/>
                    <a:pt x="11" y="13"/>
                  </a:cubicBezTo>
                  <a:cubicBezTo>
                    <a:pt x="9" y="14"/>
                    <a:pt x="6" y="14"/>
                    <a:pt x="3" y="10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1" y="2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5"/>
                    <a:pt x="0" y="7"/>
                    <a:pt x="2" y="10"/>
                  </a:cubicBezTo>
                  <a:cubicBezTo>
                    <a:pt x="6" y="14"/>
                    <a:pt x="9" y="14"/>
                    <a:pt x="11" y="13"/>
                  </a:cubicBezTo>
                  <a:cubicBezTo>
                    <a:pt x="13" y="12"/>
                    <a:pt x="14" y="10"/>
                    <a:pt x="13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61" name="Freeform 1042">
              <a:extLst>
                <a:ext uri="{FF2B5EF4-FFF2-40B4-BE49-F238E27FC236}">
                  <a16:creationId xmlns:a16="http://schemas.microsoft.com/office/drawing/2014/main" id="{C8C6DC47-09C1-4FE1-B58E-93717C8B2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310"/>
              <a:ext cx="57" cy="61"/>
            </a:xfrm>
            <a:custGeom>
              <a:avLst/>
              <a:gdLst>
                <a:gd name="T0" fmla="*/ 187 w 28"/>
                <a:gd name="T1" fmla="*/ 52 h 28"/>
                <a:gd name="T2" fmla="*/ 108 w 28"/>
                <a:gd name="T3" fmla="*/ 9 h 28"/>
                <a:gd name="T4" fmla="*/ 41 w 28"/>
                <a:gd name="T5" fmla="*/ 52 h 28"/>
                <a:gd name="T6" fmla="*/ 92 w 28"/>
                <a:gd name="T7" fmla="*/ 246 h 28"/>
                <a:gd name="T8" fmla="*/ 236 w 28"/>
                <a:gd name="T9" fmla="*/ 176 h 28"/>
                <a:gd name="T10" fmla="*/ 187 w 28"/>
                <a:gd name="T11" fmla="*/ 5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2" y="5"/>
                  </a:moveTo>
                  <a:cubicBezTo>
                    <a:pt x="19" y="2"/>
                    <a:pt x="16" y="0"/>
                    <a:pt x="13" y="1"/>
                  </a:cubicBezTo>
                  <a:cubicBezTo>
                    <a:pt x="10" y="1"/>
                    <a:pt x="7" y="2"/>
                    <a:pt x="5" y="5"/>
                  </a:cubicBezTo>
                  <a:cubicBezTo>
                    <a:pt x="0" y="11"/>
                    <a:pt x="3" y="21"/>
                    <a:pt x="11" y="24"/>
                  </a:cubicBezTo>
                  <a:cubicBezTo>
                    <a:pt x="19" y="28"/>
                    <a:pt x="27" y="23"/>
                    <a:pt x="28" y="17"/>
                  </a:cubicBezTo>
                  <a:cubicBezTo>
                    <a:pt x="28" y="12"/>
                    <a:pt x="27" y="10"/>
                    <a:pt x="22" y="5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62" name="Freeform 1043">
              <a:extLst>
                <a:ext uri="{FF2B5EF4-FFF2-40B4-BE49-F238E27FC236}">
                  <a16:creationId xmlns:a16="http://schemas.microsoft.com/office/drawing/2014/main" id="{FD0E3E25-F2DD-4C9D-975D-82DBD49CF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323"/>
              <a:ext cx="31" cy="30"/>
            </a:xfrm>
            <a:custGeom>
              <a:avLst/>
              <a:gdLst>
                <a:gd name="T0" fmla="*/ 124 w 15"/>
                <a:gd name="T1" fmla="*/ 69 h 14"/>
                <a:gd name="T2" fmla="*/ 107 w 15"/>
                <a:gd name="T3" fmla="*/ 129 h 14"/>
                <a:gd name="T4" fmla="*/ 25 w 15"/>
                <a:gd name="T5" fmla="*/ 96 h 14"/>
                <a:gd name="T6" fmla="*/ 8 w 15"/>
                <a:gd name="T7" fmla="*/ 28 h 14"/>
                <a:gd name="T8" fmla="*/ 35 w 15"/>
                <a:gd name="T9" fmla="*/ 0 h 14"/>
                <a:gd name="T10" fmla="*/ 35 w 15"/>
                <a:gd name="T11" fmla="*/ 0 h 14"/>
                <a:gd name="T12" fmla="*/ 8 w 15"/>
                <a:gd name="T13" fmla="*/ 28 h 14"/>
                <a:gd name="T14" fmla="*/ 25 w 15"/>
                <a:gd name="T15" fmla="*/ 96 h 14"/>
                <a:gd name="T16" fmla="*/ 107 w 15"/>
                <a:gd name="T17" fmla="*/ 129 h 14"/>
                <a:gd name="T18" fmla="*/ 124 w 15"/>
                <a:gd name="T19" fmla="*/ 69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4">
                  <a:moveTo>
                    <a:pt x="14" y="7"/>
                  </a:moveTo>
                  <a:cubicBezTo>
                    <a:pt x="15" y="10"/>
                    <a:pt x="14" y="12"/>
                    <a:pt x="12" y="13"/>
                  </a:cubicBezTo>
                  <a:cubicBezTo>
                    <a:pt x="10" y="14"/>
                    <a:pt x="6" y="13"/>
                    <a:pt x="3" y="10"/>
                  </a:cubicBezTo>
                  <a:cubicBezTo>
                    <a:pt x="1" y="7"/>
                    <a:pt x="1" y="5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0" y="5"/>
                    <a:pt x="0" y="7"/>
                    <a:pt x="3" y="10"/>
                  </a:cubicBezTo>
                  <a:cubicBezTo>
                    <a:pt x="6" y="14"/>
                    <a:pt x="10" y="14"/>
                    <a:pt x="12" y="13"/>
                  </a:cubicBezTo>
                  <a:cubicBezTo>
                    <a:pt x="14" y="12"/>
                    <a:pt x="15" y="10"/>
                    <a:pt x="14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63" name="Freeform 1044">
              <a:extLst>
                <a:ext uri="{FF2B5EF4-FFF2-40B4-BE49-F238E27FC236}">
                  <a16:creationId xmlns:a16="http://schemas.microsoft.com/office/drawing/2014/main" id="{C9B91B86-C682-4AC6-A37C-BBCAE20F8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353"/>
              <a:ext cx="55" cy="59"/>
            </a:xfrm>
            <a:custGeom>
              <a:avLst/>
              <a:gdLst>
                <a:gd name="T0" fmla="*/ 179 w 27"/>
                <a:gd name="T1" fmla="*/ 44 h 27"/>
                <a:gd name="T2" fmla="*/ 100 w 27"/>
                <a:gd name="T3" fmla="*/ 0 h 27"/>
                <a:gd name="T4" fmla="*/ 33 w 27"/>
                <a:gd name="T5" fmla="*/ 44 h 27"/>
                <a:gd name="T6" fmla="*/ 92 w 27"/>
                <a:gd name="T7" fmla="*/ 238 h 27"/>
                <a:gd name="T8" fmla="*/ 228 w 27"/>
                <a:gd name="T9" fmla="*/ 177 h 27"/>
                <a:gd name="T10" fmla="*/ 179 w 27"/>
                <a:gd name="T11" fmla="*/ 4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7">
                  <a:moveTo>
                    <a:pt x="21" y="4"/>
                  </a:moveTo>
                  <a:cubicBezTo>
                    <a:pt x="18" y="2"/>
                    <a:pt x="16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0" y="10"/>
                    <a:pt x="3" y="20"/>
                    <a:pt x="11" y="23"/>
                  </a:cubicBezTo>
                  <a:cubicBezTo>
                    <a:pt x="19" y="27"/>
                    <a:pt x="26" y="22"/>
                    <a:pt x="27" y="17"/>
                  </a:cubicBezTo>
                  <a:cubicBezTo>
                    <a:pt x="27" y="11"/>
                    <a:pt x="26" y="9"/>
                    <a:pt x="21" y="4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64" name="Freeform 1045">
              <a:extLst>
                <a:ext uri="{FF2B5EF4-FFF2-40B4-BE49-F238E27FC236}">
                  <a16:creationId xmlns:a16="http://schemas.microsoft.com/office/drawing/2014/main" id="{41E09000-44AF-4C24-B8DD-E7871F884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364"/>
              <a:ext cx="29" cy="31"/>
            </a:xfrm>
            <a:custGeom>
              <a:avLst/>
              <a:gdLst>
                <a:gd name="T0" fmla="*/ 116 w 14"/>
                <a:gd name="T1" fmla="*/ 89 h 14"/>
                <a:gd name="T2" fmla="*/ 99 w 14"/>
                <a:gd name="T3" fmla="*/ 142 h 14"/>
                <a:gd name="T4" fmla="*/ 25 w 14"/>
                <a:gd name="T5" fmla="*/ 109 h 14"/>
                <a:gd name="T6" fmla="*/ 0 w 14"/>
                <a:gd name="T7" fmla="*/ 35 h 14"/>
                <a:gd name="T8" fmla="*/ 35 w 14"/>
                <a:gd name="T9" fmla="*/ 0 h 14"/>
                <a:gd name="T10" fmla="*/ 35 w 14"/>
                <a:gd name="T11" fmla="*/ 0 h 14"/>
                <a:gd name="T12" fmla="*/ 0 w 14"/>
                <a:gd name="T13" fmla="*/ 35 h 14"/>
                <a:gd name="T14" fmla="*/ 17 w 14"/>
                <a:gd name="T15" fmla="*/ 109 h 14"/>
                <a:gd name="T16" fmla="*/ 99 w 14"/>
                <a:gd name="T17" fmla="*/ 142 h 14"/>
                <a:gd name="T18" fmla="*/ 116 w 14"/>
                <a:gd name="T19" fmla="*/ 89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4" y="10"/>
                    <a:pt x="13" y="12"/>
                    <a:pt x="11" y="13"/>
                  </a:cubicBezTo>
                  <a:cubicBezTo>
                    <a:pt x="9" y="14"/>
                    <a:pt x="6" y="14"/>
                    <a:pt x="3" y="10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1" y="2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5"/>
                    <a:pt x="0" y="7"/>
                    <a:pt x="2" y="10"/>
                  </a:cubicBezTo>
                  <a:cubicBezTo>
                    <a:pt x="6" y="14"/>
                    <a:pt x="9" y="14"/>
                    <a:pt x="11" y="13"/>
                  </a:cubicBezTo>
                  <a:cubicBezTo>
                    <a:pt x="13" y="12"/>
                    <a:pt x="14" y="10"/>
                    <a:pt x="13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65" name="Freeform 1046">
              <a:extLst>
                <a:ext uri="{FF2B5EF4-FFF2-40B4-BE49-F238E27FC236}">
                  <a16:creationId xmlns:a16="http://schemas.microsoft.com/office/drawing/2014/main" id="{A8DB0643-5C8E-4CF8-9066-F4913281E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546"/>
              <a:ext cx="49" cy="59"/>
            </a:xfrm>
            <a:custGeom>
              <a:avLst/>
              <a:gdLst>
                <a:gd name="T0" fmla="*/ 145 w 24"/>
                <a:gd name="T1" fmla="*/ 33 h 27"/>
                <a:gd name="T2" fmla="*/ 92 w 24"/>
                <a:gd name="T3" fmla="*/ 0 h 27"/>
                <a:gd name="T4" fmla="*/ 33 w 24"/>
                <a:gd name="T5" fmla="*/ 166 h 27"/>
                <a:gd name="T6" fmla="*/ 155 w 24"/>
                <a:gd name="T7" fmla="*/ 273 h 27"/>
                <a:gd name="T8" fmla="*/ 204 w 24"/>
                <a:gd name="T9" fmla="*/ 186 h 27"/>
                <a:gd name="T10" fmla="*/ 180 w 24"/>
                <a:gd name="T11" fmla="*/ 96 h 27"/>
                <a:gd name="T12" fmla="*/ 145 w 24"/>
                <a:gd name="T13" fmla="*/ 3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2" y="0"/>
                    <a:pt x="0" y="8"/>
                    <a:pt x="4" y="16"/>
                  </a:cubicBezTo>
                  <a:cubicBezTo>
                    <a:pt x="7" y="24"/>
                    <a:pt x="14" y="27"/>
                    <a:pt x="18" y="26"/>
                  </a:cubicBezTo>
                  <a:cubicBezTo>
                    <a:pt x="23" y="25"/>
                    <a:pt x="24" y="22"/>
                    <a:pt x="24" y="18"/>
                  </a:cubicBezTo>
                  <a:cubicBezTo>
                    <a:pt x="24" y="14"/>
                    <a:pt x="22" y="11"/>
                    <a:pt x="21" y="9"/>
                  </a:cubicBezTo>
                  <a:cubicBezTo>
                    <a:pt x="20" y="7"/>
                    <a:pt x="19" y="5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3175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66" name="Freeform 1047">
              <a:extLst>
                <a:ext uri="{FF2B5EF4-FFF2-40B4-BE49-F238E27FC236}">
                  <a16:creationId xmlns:a16="http://schemas.microsoft.com/office/drawing/2014/main" id="{B22228FB-55EA-448D-83FF-7E4B61860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559"/>
              <a:ext cx="19" cy="33"/>
            </a:xfrm>
            <a:custGeom>
              <a:avLst/>
              <a:gdLst>
                <a:gd name="T0" fmla="*/ 8 w 9"/>
                <a:gd name="T1" fmla="*/ 9 h 15"/>
                <a:gd name="T2" fmla="*/ 8 w 9"/>
                <a:gd name="T3" fmla="*/ 64 h 15"/>
                <a:gd name="T4" fmla="*/ 57 w 9"/>
                <a:gd name="T5" fmla="*/ 150 h 15"/>
                <a:gd name="T6" fmla="*/ 84 w 9"/>
                <a:gd name="T7" fmla="*/ 150 h 15"/>
                <a:gd name="T8" fmla="*/ 84 w 9"/>
                <a:gd name="T9" fmla="*/ 150 h 15"/>
                <a:gd name="T10" fmla="*/ 57 w 9"/>
                <a:gd name="T11" fmla="*/ 150 h 15"/>
                <a:gd name="T12" fmla="*/ 8 w 9"/>
                <a:gd name="T13" fmla="*/ 64 h 15"/>
                <a:gd name="T14" fmla="*/ 8 w 9"/>
                <a:gd name="T15" fmla="*/ 9 h 15"/>
                <a:gd name="T16" fmla="*/ 36 w 9"/>
                <a:gd name="T17" fmla="*/ 9 h 15"/>
                <a:gd name="T18" fmla="*/ 36 w 9"/>
                <a:gd name="T19" fmla="*/ 9 h 15"/>
                <a:gd name="T20" fmla="*/ 8 w 9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1" y="10"/>
                    <a:pt x="4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5"/>
                    <a:pt x="7" y="14"/>
                    <a:pt x="6" y="14"/>
                  </a:cubicBezTo>
                  <a:cubicBezTo>
                    <a:pt x="4" y="13"/>
                    <a:pt x="2" y="10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67" name="Freeform 1048">
              <a:extLst>
                <a:ext uri="{FF2B5EF4-FFF2-40B4-BE49-F238E27FC236}">
                  <a16:creationId xmlns:a16="http://schemas.microsoft.com/office/drawing/2014/main" id="{1DBB6B5F-879C-424B-87AC-892C92F8A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894"/>
              <a:ext cx="41" cy="33"/>
            </a:xfrm>
            <a:custGeom>
              <a:avLst/>
              <a:gdLst>
                <a:gd name="T0" fmla="*/ 0 w 20"/>
                <a:gd name="T1" fmla="*/ 0 h 15"/>
                <a:gd name="T2" fmla="*/ 172 w 20"/>
                <a:gd name="T3" fmla="*/ 8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0" y="0"/>
                  </a:moveTo>
                  <a:cubicBezTo>
                    <a:pt x="5" y="7"/>
                    <a:pt x="13" y="15"/>
                    <a:pt x="20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68" name="Freeform 1049">
              <a:extLst>
                <a:ext uri="{FF2B5EF4-FFF2-40B4-BE49-F238E27FC236}">
                  <a16:creationId xmlns:a16="http://schemas.microsoft.com/office/drawing/2014/main" id="{073A7E19-65AE-4C05-BF0E-721AADE77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936"/>
              <a:ext cx="41" cy="19"/>
            </a:xfrm>
            <a:custGeom>
              <a:avLst/>
              <a:gdLst>
                <a:gd name="T0" fmla="*/ 0 w 20"/>
                <a:gd name="T1" fmla="*/ 0 h 9"/>
                <a:gd name="T2" fmla="*/ 172 w 20"/>
                <a:gd name="T3" fmla="*/ 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cubicBezTo>
                    <a:pt x="3" y="9"/>
                    <a:pt x="15" y="6"/>
                    <a:pt x="2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69" name="Freeform 1050">
              <a:extLst>
                <a:ext uri="{FF2B5EF4-FFF2-40B4-BE49-F238E27FC236}">
                  <a16:creationId xmlns:a16="http://schemas.microsoft.com/office/drawing/2014/main" id="{B0D0A226-56EF-41A6-972A-79F708062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912"/>
              <a:ext cx="37" cy="37"/>
            </a:xfrm>
            <a:custGeom>
              <a:avLst/>
              <a:gdLst>
                <a:gd name="T0" fmla="*/ 156 w 18"/>
                <a:gd name="T1" fmla="*/ 141 h 17"/>
                <a:gd name="T2" fmla="*/ 0 w 18"/>
                <a:gd name="T3" fmla="*/ 72 h 17"/>
                <a:gd name="T4" fmla="*/ 0 w 1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8" y="14"/>
                  </a:moveTo>
                  <a:cubicBezTo>
                    <a:pt x="10" y="16"/>
                    <a:pt x="3" y="17"/>
                    <a:pt x="0" y="7"/>
                  </a:cubicBezTo>
                  <a:cubicBezTo>
                    <a:pt x="0" y="5"/>
                    <a:pt x="0" y="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70" name="Freeform 1051">
              <a:extLst>
                <a:ext uri="{FF2B5EF4-FFF2-40B4-BE49-F238E27FC236}">
                  <a16:creationId xmlns:a16="http://schemas.microsoft.com/office/drawing/2014/main" id="{1B8C9423-4B6C-48C4-ABBC-6B6A558E1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877"/>
              <a:ext cx="43" cy="26"/>
            </a:xfrm>
            <a:custGeom>
              <a:avLst/>
              <a:gdLst>
                <a:gd name="T0" fmla="*/ 0 w 21"/>
                <a:gd name="T1" fmla="*/ 33 h 12"/>
                <a:gd name="T2" fmla="*/ 180 w 2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0" y="3"/>
                  </a:moveTo>
                  <a:cubicBezTo>
                    <a:pt x="6" y="12"/>
                    <a:pt x="16" y="7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71" name="Freeform 1052">
              <a:extLst>
                <a:ext uri="{FF2B5EF4-FFF2-40B4-BE49-F238E27FC236}">
                  <a16:creationId xmlns:a16="http://schemas.microsoft.com/office/drawing/2014/main" id="{E1DEDA71-24E2-4B6A-916F-AF91F446C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866"/>
              <a:ext cx="25" cy="17"/>
            </a:xfrm>
            <a:custGeom>
              <a:avLst/>
              <a:gdLst>
                <a:gd name="T0" fmla="*/ 0 w 12"/>
                <a:gd name="T1" fmla="*/ 0 h 8"/>
                <a:gd name="T2" fmla="*/ 108 w 12"/>
                <a:gd name="T3" fmla="*/ 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1" y="6"/>
                    <a:pt x="6" y="8"/>
                    <a:pt x="12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72" name="Freeform 1053">
              <a:extLst>
                <a:ext uri="{FF2B5EF4-FFF2-40B4-BE49-F238E27FC236}">
                  <a16:creationId xmlns:a16="http://schemas.microsoft.com/office/drawing/2014/main" id="{C3C51B94-448B-43EC-8A39-D86393A7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925"/>
              <a:ext cx="37" cy="28"/>
            </a:xfrm>
            <a:custGeom>
              <a:avLst/>
              <a:gdLst>
                <a:gd name="T0" fmla="*/ 0 w 18"/>
                <a:gd name="T1" fmla="*/ 0 h 13"/>
                <a:gd name="T2" fmla="*/ 156 w 18"/>
                <a:gd name="T3" fmla="*/ 6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cubicBezTo>
                    <a:pt x="2" y="8"/>
                    <a:pt x="11" y="13"/>
                    <a:pt x="18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73" name="Freeform 1054">
              <a:extLst>
                <a:ext uri="{FF2B5EF4-FFF2-40B4-BE49-F238E27FC236}">
                  <a16:creationId xmlns:a16="http://schemas.microsoft.com/office/drawing/2014/main" id="{97E052AD-FA0E-46E2-81EF-5BAABAA1C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868"/>
              <a:ext cx="39" cy="33"/>
            </a:xfrm>
            <a:custGeom>
              <a:avLst/>
              <a:gdLst>
                <a:gd name="T0" fmla="*/ 0 w 19"/>
                <a:gd name="T1" fmla="*/ 0 h 15"/>
                <a:gd name="T2" fmla="*/ 164 w 19"/>
                <a:gd name="T3" fmla="*/ 8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0" y="0"/>
                  </a:moveTo>
                  <a:cubicBezTo>
                    <a:pt x="4" y="11"/>
                    <a:pt x="8" y="15"/>
                    <a:pt x="19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74" name="Freeform 1055">
              <a:extLst>
                <a:ext uri="{FF2B5EF4-FFF2-40B4-BE49-F238E27FC236}">
                  <a16:creationId xmlns:a16="http://schemas.microsoft.com/office/drawing/2014/main" id="{1EF9AAB0-6EB8-48F6-A35E-0686EF0C6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850"/>
              <a:ext cx="45" cy="22"/>
            </a:xfrm>
            <a:custGeom>
              <a:avLst/>
              <a:gdLst>
                <a:gd name="T0" fmla="*/ 0 w 22"/>
                <a:gd name="T1" fmla="*/ 0 h 10"/>
                <a:gd name="T2" fmla="*/ 188 w 22"/>
                <a:gd name="T3" fmla="*/ 2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cubicBezTo>
                    <a:pt x="8" y="8"/>
                    <a:pt x="12" y="10"/>
                    <a:pt x="22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75" name="Freeform 1056">
              <a:extLst>
                <a:ext uri="{FF2B5EF4-FFF2-40B4-BE49-F238E27FC236}">
                  <a16:creationId xmlns:a16="http://schemas.microsoft.com/office/drawing/2014/main" id="{F6F4AFC3-636D-47F3-A06A-5758D81C9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802"/>
              <a:ext cx="55" cy="72"/>
            </a:xfrm>
            <a:custGeom>
              <a:avLst/>
              <a:gdLst>
                <a:gd name="T0" fmla="*/ 0 w 27"/>
                <a:gd name="T1" fmla="*/ 185 h 33"/>
                <a:gd name="T2" fmla="*/ 108 w 27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3">
                  <a:moveTo>
                    <a:pt x="0" y="18"/>
                  </a:moveTo>
                  <a:cubicBezTo>
                    <a:pt x="2" y="33"/>
                    <a:pt x="27" y="11"/>
                    <a:pt x="1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76" name="Freeform 1057">
              <a:extLst>
                <a:ext uri="{FF2B5EF4-FFF2-40B4-BE49-F238E27FC236}">
                  <a16:creationId xmlns:a16="http://schemas.microsoft.com/office/drawing/2014/main" id="{781248E6-44C0-4E3D-BFCF-667FF14F7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850"/>
              <a:ext cx="27" cy="44"/>
            </a:xfrm>
            <a:custGeom>
              <a:avLst/>
              <a:gdLst>
                <a:gd name="T0" fmla="*/ 108 w 13"/>
                <a:gd name="T1" fmla="*/ 0 h 20"/>
                <a:gd name="T2" fmla="*/ 0 w 13"/>
                <a:gd name="T3" fmla="*/ 12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12" y="0"/>
                  </a:moveTo>
                  <a:cubicBezTo>
                    <a:pt x="13" y="6"/>
                    <a:pt x="6" y="20"/>
                    <a:pt x="0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77" name="Freeform 1058">
              <a:extLst>
                <a:ext uri="{FF2B5EF4-FFF2-40B4-BE49-F238E27FC236}">
                  <a16:creationId xmlns:a16="http://schemas.microsoft.com/office/drawing/2014/main" id="{1C367403-7153-43B6-AD39-9A09442FD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923"/>
              <a:ext cx="31" cy="26"/>
            </a:xfrm>
            <a:custGeom>
              <a:avLst/>
              <a:gdLst>
                <a:gd name="T0" fmla="*/ 0 w 15"/>
                <a:gd name="T1" fmla="*/ 61 h 12"/>
                <a:gd name="T2" fmla="*/ 132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6"/>
                  </a:moveTo>
                  <a:cubicBezTo>
                    <a:pt x="4" y="12"/>
                    <a:pt x="13" y="5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78" name="Freeform 1059">
              <a:extLst>
                <a:ext uri="{FF2B5EF4-FFF2-40B4-BE49-F238E27FC236}">
                  <a16:creationId xmlns:a16="http://schemas.microsoft.com/office/drawing/2014/main" id="{6E2B0954-803A-4B0F-AFE7-711062ED9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1940"/>
              <a:ext cx="35" cy="15"/>
            </a:xfrm>
            <a:custGeom>
              <a:avLst/>
              <a:gdLst>
                <a:gd name="T0" fmla="*/ 8 w 17"/>
                <a:gd name="T1" fmla="*/ 0 h 7"/>
                <a:gd name="T2" fmla="*/ 68 w 17"/>
                <a:gd name="T3" fmla="*/ 69 h 7"/>
                <a:gd name="T4" fmla="*/ 148 w 17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1" y="0"/>
                  </a:moveTo>
                  <a:cubicBezTo>
                    <a:pt x="0" y="4"/>
                    <a:pt x="5" y="7"/>
                    <a:pt x="8" y="7"/>
                  </a:cubicBezTo>
                  <a:cubicBezTo>
                    <a:pt x="12" y="7"/>
                    <a:pt x="15" y="6"/>
                    <a:pt x="17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79" name="Freeform 1060">
              <a:extLst>
                <a:ext uri="{FF2B5EF4-FFF2-40B4-BE49-F238E27FC236}">
                  <a16:creationId xmlns:a16="http://schemas.microsoft.com/office/drawing/2014/main" id="{FF3BD20F-516C-4CE6-96D6-D396AB589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947"/>
              <a:ext cx="61" cy="30"/>
            </a:xfrm>
            <a:custGeom>
              <a:avLst/>
              <a:gdLst>
                <a:gd name="T0" fmla="*/ 24 w 30"/>
                <a:gd name="T1" fmla="*/ 28 h 14"/>
                <a:gd name="T2" fmla="*/ 57 w 30"/>
                <a:gd name="T3" fmla="*/ 120 h 14"/>
                <a:gd name="T4" fmla="*/ 211 w 3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">
                  <a:moveTo>
                    <a:pt x="3" y="3"/>
                  </a:moveTo>
                  <a:cubicBezTo>
                    <a:pt x="0" y="7"/>
                    <a:pt x="2" y="11"/>
                    <a:pt x="7" y="12"/>
                  </a:cubicBezTo>
                  <a:cubicBezTo>
                    <a:pt x="13" y="14"/>
                    <a:pt x="30" y="8"/>
                    <a:pt x="2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80" name="Freeform 1061">
              <a:extLst>
                <a:ext uri="{FF2B5EF4-FFF2-40B4-BE49-F238E27FC236}">
                  <a16:creationId xmlns:a16="http://schemas.microsoft.com/office/drawing/2014/main" id="{810E9A18-C380-4791-8D7F-B65EA1164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958"/>
              <a:ext cx="17" cy="6"/>
            </a:xfrm>
            <a:custGeom>
              <a:avLst/>
              <a:gdLst>
                <a:gd name="T0" fmla="*/ 0 w 8"/>
                <a:gd name="T1" fmla="*/ 0 h 3"/>
                <a:gd name="T2" fmla="*/ 77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0" y="3"/>
                    <a:pt x="6" y="0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81" name="Freeform 1062">
              <a:extLst>
                <a:ext uri="{FF2B5EF4-FFF2-40B4-BE49-F238E27FC236}">
                  <a16:creationId xmlns:a16="http://schemas.microsoft.com/office/drawing/2014/main" id="{5A5A681A-9BD0-4EA8-B313-6FF0E9D3F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920"/>
              <a:ext cx="14" cy="9"/>
            </a:xfrm>
            <a:custGeom>
              <a:avLst/>
              <a:gdLst>
                <a:gd name="T0" fmla="*/ 0 w 7"/>
                <a:gd name="T1" fmla="*/ 0 h 4"/>
                <a:gd name="T2" fmla="*/ 56 w 7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4"/>
                    <a:pt x="5" y="3"/>
                    <a:pt x="7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82" name="Freeform 1063">
              <a:extLst>
                <a:ext uri="{FF2B5EF4-FFF2-40B4-BE49-F238E27FC236}">
                  <a16:creationId xmlns:a16="http://schemas.microsoft.com/office/drawing/2014/main" id="{600E6144-35A0-4DA5-BD12-67A6DCA81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829"/>
              <a:ext cx="37" cy="19"/>
            </a:xfrm>
            <a:custGeom>
              <a:avLst/>
              <a:gdLst>
                <a:gd name="T0" fmla="*/ 0 w 18"/>
                <a:gd name="T1" fmla="*/ 17 h 9"/>
                <a:gd name="T2" fmla="*/ 156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2"/>
                  </a:moveTo>
                  <a:cubicBezTo>
                    <a:pt x="5" y="9"/>
                    <a:pt x="12" y="5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83" name="Freeform 1064">
              <a:extLst>
                <a:ext uri="{FF2B5EF4-FFF2-40B4-BE49-F238E27FC236}">
                  <a16:creationId xmlns:a16="http://schemas.microsoft.com/office/drawing/2014/main" id="{A8B540DA-7504-4FF6-A9CC-C8FB5E2A9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822"/>
              <a:ext cx="47" cy="20"/>
            </a:xfrm>
            <a:custGeom>
              <a:avLst/>
              <a:gdLst>
                <a:gd name="T0" fmla="*/ 0 w 23"/>
                <a:gd name="T1" fmla="*/ 0 h 9"/>
                <a:gd name="T2" fmla="*/ 196 w 23"/>
                <a:gd name="T3" fmla="*/ 3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0" y="0"/>
                  </a:moveTo>
                  <a:cubicBezTo>
                    <a:pt x="5" y="9"/>
                    <a:pt x="14" y="7"/>
                    <a:pt x="23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84" name="Freeform 1065">
              <a:extLst>
                <a:ext uri="{FF2B5EF4-FFF2-40B4-BE49-F238E27FC236}">
                  <a16:creationId xmlns:a16="http://schemas.microsoft.com/office/drawing/2014/main" id="{CDFA3167-C36D-41EF-BF87-0C106872B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785"/>
              <a:ext cx="43" cy="17"/>
            </a:xfrm>
            <a:custGeom>
              <a:avLst/>
              <a:gdLst>
                <a:gd name="T0" fmla="*/ 0 w 21"/>
                <a:gd name="T1" fmla="*/ 0 h 8"/>
                <a:gd name="T2" fmla="*/ 180 w 21"/>
                <a:gd name="T3" fmla="*/ 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0"/>
                  </a:moveTo>
                  <a:cubicBezTo>
                    <a:pt x="5" y="8"/>
                    <a:pt x="13" y="6"/>
                    <a:pt x="21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85" name="Freeform 1066">
              <a:extLst>
                <a:ext uri="{FF2B5EF4-FFF2-40B4-BE49-F238E27FC236}">
                  <a16:creationId xmlns:a16="http://schemas.microsoft.com/office/drawing/2014/main" id="{9B45BD44-1CA4-495B-B99E-8CB48716E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756"/>
              <a:ext cx="45" cy="35"/>
            </a:xfrm>
            <a:custGeom>
              <a:avLst/>
              <a:gdLst>
                <a:gd name="T0" fmla="*/ 0 w 22"/>
                <a:gd name="T1" fmla="*/ 105 h 16"/>
                <a:gd name="T2" fmla="*/ 164 w 2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0" y="10"/>
                  </a:moveTo>
                  <a:cubicBezTo>
                    <a:pt x="5" y="16"/>
                    <a:pt x="22" y="7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86" name="Freeform 1067">
              <a:extLst>
                <a:ext uri="{FF2B5EF4-FFF2-40B4-BE49-F238E27FC236}">
                  <a16:creationId xmlns:a16="http://schemas.microsoft.com/office/drawing/2014/main" id="{FF6EE200-5664-4A0D-814E-AE431EFB3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750"/>
              <a:ext cx="35" cy="15"/>
            </a:xfrm>
            <a:custGeom>
              <a:avLst/>
              <a:gdLst>
                <a:gd name="T0" fmla="*/ 0 w 17"/>
                <a:gd name="T1" fmla="*/ 0 h 7"/>
                <a:gd name="T2" fmla="*/ 148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1" y="7"/>
                    <a:pt x="14" y="2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87" name="Freeform 1068">
              <a:extLst>
                <a:ext uri="{FF2B5EF4-FFF2-40B4-BE49-F238E27FC236}">
                  <a16:creationId xmlns:a16="http://schemas.microsoft.com/office/drawing/2014/main" id="{6CC4F003-464B-4D03-BC22-2D1E99F09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754"/>
              <a:ext cx="51" cy="37"/>
            </a:xfrm>
            <a:custGeom>
              <a:avLst/>
              <a:gdLst>
                <a:gd name="T0" fmla="*/ 41 w 25"/>
                <a:gd name="T1" fmla="*/ 44 h 17"/>
                <a:gd name="T2" fmla="*/ 67 w 25"/>
                <a:gd name="T3" fmla="*/ 157 h 17"/>
                <a:gd name="T4" fmla="*/ 163 w 2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5" y="4"/>
                  </a:moveTo>
                  <a:cubicBezTo>
                    <a:pt x="0" y="8"/>
                    <a:pt x="2" y="14"/>
                    <a:pt x="8" y="15"/>
                  </a:cubicBezTo>
                  <a:cubicBezTo>
                    <a:pt x="16" y="17"/>
                    <a:pt x="25" y="7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88" name="Freeform 1069">
              <a:extLst>
                <a:ext uri="{FF2B5EF4-FFF2-40B4-BE49-F238E27FC236}">
                  <a16:creationId xmlns:a16="http://schemas.microsoft.com/office/drawing/2014/main" id="{8125A99B-B01F-4F55-879E-C458061AB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835"/>
              <a:ext cx="41" cy="24"/>
            </a:xfrm>
            <a:custGeom>
              <a:avLst/>
              <a:gdLst>
                <a:gd name="T0" fmla="*/ 8 w 20"/>
                <a:gd name="T1" fmla="*/ 0 h 11"/>
                <a:gd name="T2" fmla="*/ 68 w 20"/>
                <a:gd name="T3" fmla="*/ 105 h 11"/>
                <a:gd name="T4" fmla="*/ 156 w 20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" y="0"/>
                  </a:moveTo>
                  <a:cubicBezTo>
                    <a:pt x="0" y="4"/>
                    <a:pt x="4" y="10"/>
                    <a:pt x="8" y="10"/>
                  </a:cubicBezTo>
                  <a:cubicBezTo>
                    <a:pt x="13" y="11"/>
                    <a:pt x="20" y="6"/>
                    <a:pt x="18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89" name="Freeform 1070">
              <a:extLst>
                <a:ext uri="{FF2B5EF4-FFF2-40B4-BE49-F238E27FC236}">
                  <a16:creationId xmlns:a16="http://schemas.microsoft.com/office/drawing/2014/main" id="{AF6158EC-CFB0-4F26-8AD6-6135D0E82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864"/>
              <a:ext cx="51" cy="30"/>
            </a:xfrm>
            <a:custGeom>
              <a:avLst/>
              <a:gdLst>
                <a:gd name="T0" fmla="*/ 16 w 25"/>
                <a:gd name="T1" fmla="*/ 9 h 14"/>
                <a:gd name="T2" fmla="*/ 41 w 25"/>
                <a:gd name="T3" fmla="*/ 120 h 14"/>
                <a:gd name="T4" fmla="*/ 153 w 2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2" y="1"/>
                  </a:moveTo>
                  <a:cubicBezTo>
                    <a:pt x="0" y="5"/>
                    <a:pt x="0" y="10"/>
                    <a:pt x="5" y="12"/>
                  </a:cubicBezTo>
                  <a:cubicBezTo>
                    <a:pt x="11" y="14"/>
                    <a:pt x="25" y="6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90" name="Freeform 1071">
              <a:extLst>
                <a:ext uri="{FF2B5EF4-FFF2-40B4-BE49-F238E27FC236}">
                  <a16:creationId xmlns:a16="http://schemas.microsoft.com/office/drawing/2014/main" id="{CD6A1398-BBA7-49C5-8329-32C8CF71B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899"/>
              <a:ext cx="26" cy="17"/>
            </a:xfrm>
            <a:custGeom>
              <a:avLst/>
              <a:gdLst>
                <a:gd name="T0" fmla="*/ 8 w 13"/>
                <a:gd name="T1" fmla="*/ 0 h 8"/>
                <a:gd name="T2" fmla="*/ 104 w 13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" y="0"/>
                  </a:moveTo>
                  <a:cubicBezTo>
                    <a:pt x="0" y="7"/>
                    <a:pt x="8" y="8"/>
                    <a:pt x="13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91" name="Freeform 1072">
              <a:extLst>
                <a:ext uri="{FF2B5EF4-FFF2-40B4-BE49-F238E27FC236}">
                  <a16:creationId xmlns:a16="http://schemas.microsoft.com/office/drawing/2014/main" id="{69CE8FC7-0305-43FE-8206-724EE7C48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958"/>
              <a:ext cx="41" cy="21"/>
            </a:xfrm>
            <a:custGeom>
              <a:avLst/>
              <a:gdLst>
                <a:gd name="T0" fmla="*/ 0 w 20"/>
                <a:gd name="T1" fmla="*/ 27 h 10"/>
                <a:gd name="T2" fmla="*/ 172 w 2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3"/>
                  </a:moveTo>
                  <a:cubicBezTo>
                    <a:pt x="3" y="10"/>
                    <a:pt x="19" y="7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92" name="Freeform 1073">
              <a:extLst>
                <a:ext uri="{FF2B5EF4-FFF2-40B4-BE49-F238E27FC236}">
                  <a16:creationId xmlns:a16="http://schemas.microsoft.com/office/drawing/2014/main" id="{CED05C84-D56F-4A03-B119-56407B628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964"/>
              <a:ext cx="37" cy="20"/>
            </a:xfrm>
            <a:custGeom>
              <a:avLst/>
              <a:gdLst>
                <a:gd name="T0" fmla="*/ 0 w 18"/>
                <a:gd name="T1" fmla="*/ 9 h 9"/>
                <a:gd name="T2" fmla="*/ 156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1"/>
                  </a:moveTo>
                  <a:cubicBezTo>
                    <a:pt x="1" y="9"/>
                    <a:pt x="15" y="3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93" name="Freeform 1074">
              <a:extLst>
                <a:ext uri="{FF2B5EF4-FFF2-40B4-BE49-F238E27FC236}">
                  <a16:creationId xmlns:a16="http://schemas.microsoft.com/office/drawing/2014/main" id="{A628BC26-E649-4D01-A35E-D171A1D1D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975"/>
              <a:ext cx="23" cy="31"/>
            </a:xfrm>
            <a:custGeom>
              <a:avLst/>
              <a:gdLst>
                <a:gd name="T0" fmla="*/ 75 w 11"/>
                <a:gd name="T1" fmla="*/ 0 h 14"/>
                <a:gd name="T2" fmla="*/ 0 w 11"/>
                <a:gd name="T3" fmla="*/ 14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8" y="0"/>
                  </a:moveTo>
                  <a:cubicBezTo>
                    <a:pt x="11" y="7"/>
                    <a:pt x="7" y="14"/>
                    <a:pt x="0" y="1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94" name="Freeform 1075">
              <a:extLst>
                <a:ext uri="{FF2B5EF4-FFF2-40B4-BE49-F238E27FC236}">
                  <a16:creationId xmlns:a16="http://schemas.microsoft.com/office/drawing/2014/main" id="{C7BD340F-861A-449C-AE77-111BE00C5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988"/>
              <a:ext cx="43" cy="22"/>
            </a:xfrm>
            <a:custGeom>
              <a:avLst/>
              <a:gdLst>
                <a:gd name="T0" fmla="*/ 8 w 21"/>
                <a:gd name="T1" fmla="*/ 9 h 10"/>
                <a:gd name="T2" fmla="*/ 180 w 2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0">
                  <a:moveTo>
                    <a:pt x="1" y="1"/>
                  </a:moveTo>
                  <a:cubicBezTo>
                    <a:pt x="0" y="10"/>
                    <a:pt x="18" y="3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95" name="Freeform 1076">
              <a:extLst>
                <a:ext uri="{FF2B5EF4-FFF2-40B4-BE49-F238E27FC236}">
                  <a16:creationId xmlns:a16="http://schemas.microsoft.com/office/drawing/2014/main" id="{7C853DBF-7767-4C7A-B38E-424ABD924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038"/>
              <a:ext cx="43" cy="33"/>
            </a:xfrm>
            <a:custGeom>
              <a:avLst/>
              <a:gdLst>
                <a:gd name="T0" fmla="*/ 0 w 21"/>
                <a:gd name="T1" fmla="*/ 53 h 15"/>
                <a:gd name="T2" fmla="*/ 139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5"/>
                  </a:moveTo>
                  <a:cubicBezTo>
                    <a:pt x="2" y="15"/>
                    <a:pt x="21" y="6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96" name="Freeform 1077">
              <a:extLst>
                <a:ext uri="{FF2B5EF4-FFF2-40B4-BE49-F238E27FC236}">
                  <a16:creationId xmlns:a16="http://schemas.microsoft.com/office/drawing/2014/main" id="{58CEDD6D-15D9-48BB-A21A-B49B2FFF4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019"/>
              <a:ext cx="41" cy="28"/>
            </a:xfrm>
            <a:custGeom>
              <a:avLst/>
              <a:gdLst>
                <a:gd name="T0" fmla="*/ 16 w 20"/>
                <a:gd name="T1" fmla="*/ 0 h 13"/>
                <a:gd name="T2" fmla="*/ 172 w 20"/>
                <a:gd name="T3" fmla="*/ 1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2" y="0"/>
                  </a:moveTo>
                  <a:cubicBezTo>
                    <a:pt x="0" y="13"/>
                    <a:pt x="20" y="9"/>
                    <a:pt x="2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97" name="Freeform 1078">
              <a:extLst>
                <a:ext uri="{FF2B5EF4-FFF2-40B4-BE49-F238E27FC236}">
                  <a16:creationId xmlns:a16="http://schemas.microsoft.com/office/drawing/2014/main" id="{8FC1016C-EEF0-47FF-815F-3FCAECCE1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012"/>
              <a:ext cx="37" cy="20"/>
            </a:xfrm>
            <a:custGeom>
              <a:avLst/>
              <a:gdLst>
                <a:gd name="T0" fmla="*/ 0 w 18"/>
                <a:gd name="T1" fmla="*/ 0 h 9"/>
                <a:gd name="T2" fmla="*/ 140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2" y="9"/>
                    <a:pt x="18" y="6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98" name="Freeform 1079">
              <a:extLst>
                <a:ext uri="{FF2B5EF4-FFF2-40B4-BE49-F238E27FC236}">
                  <a16:creationId xmlns:a16="http://schemas.microsoft.com/office/drawing/2014/main" id="{48035600-56B8-45C4-A0D8-20E5F7E17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973"/>
              <a:ext cx="37" cy="22"/>
            </a:xfrm>
            <a:custGeom>
              <a:avLst/>
              <a:gdLst>
                <a:gd name="T0" fmla="*/ 43 w 18"/>
                <a:gd name="T1" fmla="*/ 0 h 10"/>
                <a:gd name="T2" fmla="*/ 148 w 18"/>
                <a:gd name="T3" fmla="*/ 2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5" y="0"/>
                  </a:moveTo>
                  <a:cubicBezTo>
                    <a:pt x="0" y="9"/>
                    <a:pt x="18" y="10"/>
                    <a:pt x="1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99" name="Freeform 1080">
              <a:extLst>
                <a:ext uri="{FF2B5EF4-FFF2-40B4-BE49-F238E27FC236}">
                  <a16:creationId xmlns:a16="http://schemas.microsoft.com/office/drawing/2014/main" id="{DFCF509E-3D42-4918-9A2F-C65E84AA6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881"/>
              <a:ext cx="47" cy="44"/>
            </a:xfrm>
            <a:custGeom>
              <a:avLst/>
              <a:gdLst>
                <a:gd name="T0" fmla="*/ 67 w 23"/>
                <a:gd name="T1" fmla="*/ 33 h 20"/>
                <a:gd name="T2" fmla="*/ 25 w 23"/>
                <a:gd name="T3" fmla="*/ 106 h 20"/>
                <a:gd name="T4" fmla="*/ 129 w 23"/>
                <a:gd name="T5" fmla="*/ 3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8" y="3"/>
                  </a:moveTo>
                  <a:cubicBezTo>
                    <a:pt x="4" y="0"/>
                    <a:pt x="0" y="7"/>
                    <a:pt x="3" y="10"/>
                  </a:cubicBezTo>
                  <a:cubicBezTo>
                    <a:pt x="10" y="20"/>
                    <a:pt x="23" y="6"/>
                    <a:pt x="15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00" name="Freeform 1081">
              <a:extLst>
                <a:ext uri="{FF2B5EF4-FFF2-40B4-BE49-F238E27FC236}">
                  <a16:creationId xmlns:a16="http://schemas.microsoft.com/office/drawing/2014/main" id="{DED61911-140E-480C-AF3A-2F68B2183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787"/>
              <a:ext cx="64" cy="31"/>
            </a:xfrm>
            <a:custGeom>
              <a:avLst/>
              <a:gdLst>
                <a:gd name="T0" fmla="*/ 81 w 31"/>
                <a:gd name="T1" fmla="*/ 35 h 14"/>
                <a:gd name="T2" fmla="*/ 132 w 31"/>
                <a:gd name="T3" fmla="*/ 153 h 14"/>
                <a:gd name="T4" fmla="*/ 213 w 3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4">
                  <a:moveTo>
                    <a:pt x="9" y="3"/>
                  </a:moveTo>
                  <a:cubicBezTo>
                    <a:pt x="0" y="7"/>
                    <a:pt x="7" y="14"/>
                    <a:pt x="15" y="14"/>
                  </a:cubicBezTo>
                  <a:cubicBezTo>
                    <a:pt x="20" y="14"/>
                    <a:pt x="31" y="6"/>
                    <a:pt x="2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01" name="Freeform 1082">
              <a:extLst>
                <a:ext uri="{FF2B5EF4-FFF2-40B4-BE49-F238E27FC236}">
                  <a16:creationId xmlns:a16="http://schemas.microsoft.com/office/drawing/2014/main" id="{F38A95C6-CDC4-4348-9B1B-158EB9697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1813"/>
              <a:ext cx="63" cy="37"/>
            </a:xfrm>
            <a:custGeom>
              <a:avLst/>
              <a:gdLst>
                <a:gd name="T0" fmla="*/ 83 w 31"/>
                <a:gd name="T1" fmla="*/ 0 h 17"/>
                <a:gd name="T2" fmla="*/ 236 w 31"/>
                <a:gd name="T3" fmla="*/ 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7">
                  <a:moveTo>
                    <a:pt x="10" y="0"/>
                  </a:moveTo>
                  <a:cubicBezTo>
                    <a:pt x="0" y="10"/>
                    <a:pt x="31" y="17"/>
                    <a:pt x="28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02" name="Freeform 1083">
              <a:extLst>
                <a:ext uri="{FF2B5EF4-FFF2-40B4-BE49-F238E27FC236}">
                  <a16:creationId xmlns:a16="http://schemas.microsoft.com/office/drawing/2014/main" id="{95406DD9-79FA-4287-A62C-4EA803F76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835"/>
              <a:ext cx="43" cy="31"/>
            </a:xfrm>
            <a:custGeom>
              <a:avLst/>
              <a:gdLst>
                <a:gd name="T0" fmla="*/ 33 w 21"/>
                <a:gd name="T1" fmla="*/ 0 h 14"/>
                <a:gd name="T2" fmla="*/ 16 w 21"/>
                <a:gd name="T3" fmla="*/ 89 h 14"/>
                <a:gd name="T4" fmla="*/ 180 w 21"/>
                <a:gd name="T5" fmla="*/ 3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4" y="0"/>
                  </a:moveTo>
                  <a:cubicBezTo>
                    <a:pt x="0" y="0"/>
                    <a:pt x="0" y="5"/>
                    <a:pt x="2" y="8"/>
                  </a:cubicBezTo>
                  <a:cubicBezTo>
                    <a:pt x="5" y="14"/>
                    <a:pt x="21" y="11"/>
                    <a:pt x="21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03" name="Freeform 1084">
              <a:extLst>
                <a:ext uri="{FF2B5EF4-FFF2-40B4-BE49-F238E27FC236}">
                  <a16:creationId xmlns:a16="http://schemas.microsoft.com/office/drawing/2014/main" id="{40ECC93E-975B-4BD2-A709-526537A8A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824"/>
              <a:ext cx="54" cy="29"/>
            </a:xfrm>
            <a:custGeom>
              <a:avLst/>
              <a:gdLst>
                <a:gd name="T0" fmla="*/ 35 w 26"/>
                <a:gd name="T1" fmla="*/ 0 h 13"/>
                <a:gd name="T2" fmla="*/ 64 w 26"/>
                <a:gd name="T3" fmla="*/ 109 h 13"/>
                <a:gd name="T4" fmla="*/ 216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4" y="0"/>
                  </a:moveTo>
                  <a:cubicBezTo>
                    <a:pt x="0" y="3"/>
                    <a:pt x="3" y="9"/>
                    <a:pt x="7" y="10"/>
                  </a:cubicBezTo>
                  <a:cubicBezTo>
                    <a:pt x="12" y="13"/>
                    <a:pt x="26" y="8"/>
                    <a:pt x="2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04" name="Freeform 1085">
              <a:extLst>
                <a:ext uri="{FF2B5EF4-FFF2-40B4-BE49-F238E27FC236}">
                  <a16:creationId xmlns:a16="http://schemas.microsoft.com/office/drawing/2014/main" id="{D2816122-2FD3-4150-9D89-2B24110CB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789"/>
              <a:ext cx="45" cy="37"/>
            </a:xfrm>
            <a:custGeom>
              <a:avLst/>
              <a:gdLst>
                <a:gd name="T0" fmla="*/ 51 w 22"/>
                <a:gd name="T1" fmla="*/ 0 h 17"/>
                <a:gd name="T2" fmla="*/ 0 w 22"/>
                <a:gd name="T3" fmla="*/ 72 h 17"/>
                <a:gd name="T4" fmla="*/ 188 w 22"/>
                <a:gd name="T5" fmla="*/ 7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6" y="0"/>
                  </a:moveTo>
                  <a:cubicBezTo>
                    <a:pt x="2" y="0"/>
                    <a:pt x="0" y="4"/>
                    <a:pt x="0" y="7"/>
                  </a:cubicBezTo>
                  <a:cubicBezTo>
                    <a:pt x="2" y="17"/>
                    <a:pt x="19" y="13"/>
                    <a:pt x="22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05" name="Freeform 1086">
              <a:extLst>
                <a:ext uri="{FF2B5EF4-FFF2-40B4-BE49-F238E27FC236}">
                  <a16:creationId xmlns:a16="http://schemas.microsoft.com/office/drawing/2014/main" id="{DA4213BD-180B-45E0-A6D3-D9CD915E1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947"/>
              <a:ext cx="82" cy="37"/>
            </a:xfrm>
            <a:custGeom>
              <a:avLst/>
              <a:gdLst>
                <a:gd name="T0" fmla="*/ 121 w 40"/>
                <a:gd name="T1" fmla="*/ 0 h 17"/>
                <a:gd name="T2" fmla="*/ 295 w 40"/>
                <a:gd name="T3" fmla="*/ 3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7">
                  <a:moveTo>
                    <a:pt x="14" y="0"/>
                  </a:moveTo>
                  <a:cubicBezTo>
                    <a:pt x="0" y="14"/>
                    <a:pt x="40" y="17"/>
                    <a:pt x="34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06" name="Freeform 1087">
              <a:extLst>
                <a:ext uri="{FF2B5EF4-FFF2-40B4-BE49-F238E27FC236}">
                  <a16:creationId xmlns:a16="http://schemas.microsoft.com/office/drawing/2014/main" id="{5E132CA7-4036-4234-BEB7-AA86C8752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982"/>
              <a:ext cx="51" cy="28"/>
            </a:xfrm>
            <a:custGeom>
              <a:avLst/>
              <a:gdLst>
                <a:gd name="T0" fmla="*/ 41 w 25"/>
                <a:gd name="T1" fmla="*/ 52 h 13"/>
                <a:gd name="T2" fmla="*/ 120 w 25"/>
                <a:gd name="T3" fmla="*/ 112 h 13"/>
                <a:gd name="T4" fmla="*/ 171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5" y="5"/>
                  </a:moveTo>
                  <a:cubicBezTo>
                    <a:pt x="0" y="11"/>
                    <a:pt x="10" y="13"/>
                    <a:pt x="14" y="11"/>
                  </a:cubicBezTo>
                  <a:cubicBezTo>
                    <a:pt x="18" y="10"/>
                    <a:pt x="25" y="4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07" name="Freeform 1088">
              <a:extLst>
                <a:ext uri="{FF2B5EF4-FFF2-40B4-BE49-F238E27FC236}">
                  <a16:creationId xmlns:a16="http://schemas.microsoft.com/office/drawing/2014/main" id="{E7AC98CA-C70A-4B40-9DE1-96BB0B73F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008"/>
              <a:ext cx="55" cy="46"/>
            </a:xfrm>
            <a:custGeom>
              <a:avLst/>
              <a:gdLst>
                <a:gd name="T0" fmla="*/ 16 w 27"/>
                <a:gd name="T1" fmla="*/ 33 h 21"/>
                <a:gd name="T2" fmla="*/ 187 w 2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1">
                  <a:moveTo>
                    <a:pt x="2" y="3"/>
                  </a:moveTo>
                  <a:cubicBezTo>
                    <a:pt x="0" y="21"/>
                    <a:pt x="27" y="9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08" name="Freeform 1089">
              <a:extLst>
                <a:ext uri="{FF2B5EF4-FFF2-40B4-BE49-F238E27FC236}">
                  <a16:creationId xmlns:a16="http://schemas.microsoft.com/office/drawing/2014/main" id="{BD748E35-3BC5-4722-9A86-57FED4505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999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09" name="Freeform 1090">
              <a:extLst>
                <a:ext uri="{FF2B5EF4-FFF2-40B4-BE49-F238E27FC236}">
                  <a16:creationId xmlns:a16="http://schemas.microsoft.com/office/drawing/2014/main" id="{2C2B80ED-A732-4465-B1B7-36403AD21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885"/>
              <a:ext cx="18" cy="9"/>
            </a:xfrm>
            <a:custGeom>
              <a:avLst/>
              <a:gdLst>
                <a:gd name="T0" fmla="*/ 0 w 9"/>
                <a:gd name="T1" fmla="*/ 0 h 4"/>
                <a:gd name="T2" fmla="*/ 56 w 9"/>
                <a:gd name="T3" fmla="*/ 45 h 4"/>
                <a:gd name="T4" fmla="*/ 72 w 9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0"/>
                    <a:pt x="7" y="0"/>
                    <a:pt x="7" y="4"/>
                  </a:cubicBezTo>
                  <a:cubicBezTo>
                    <a:pt x="6" y="1"/>
                    <a:pt x="8" y="2"/>
                    <a:pt x="9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10" name="Freeform 1091">
              <a:extLst>
                <a:ext uri="{FF2B5EF4-FFF2-40B4-BE49-F238E27FC236}">
                  <a16:creationId xmlns:a16="http://schemas.microsoft.com/office/drawing/2014/main" id="{A6EAEAA8-AAF7-4DA7-B37A-A0C6A1465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802"/>
              <a:ext cx="17" cy="7"/>
            </a:xfrm>
            <a:custGeom>
              <a:avLst/>
              <a:gdLst>
                <a:gd name="T0" fmla="*/ 0 w 8"/>
                <a:gd name="T1" fmla="*/ 37 h 3"/>
                <a:gd name="T2" fmla="*/ 77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0" y="0"/>
                    <a:pt x="5" y="0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11" name="Freeform 1092">
              <a:extLst>
                <a:ext uri="{FF2B5EF4-FFF2-40B4-BE49-F238E27FC236}">
                  <a16:creationId xmlns:a16="http://schemas.microsoft.com/office/drawing/2014/main" id="{68AABC1C-7358-4062-BC1F-4D790651C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929"/>
              <a:ext cx="39" cy="33"/>
            </a:xfrm>
            <a:custGeom>
              <a:avLst/>
              <a:gdLst>
                <a:gd name="T0" fmla="*/ 0 w 19"/>
                <a:gd name="T1" fmla="*/ 44 h 15"/>
                <a:gd name="T2" fmla="*/ 131 w 1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0" y="4"/>
                  </a:moveTo>
                  <a:cubicBezTo>
                    <a:pt x="0" y="15"/>
                    <a:pt x="19" y="10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12" name="Freeform 1093">
              <a:extLst>
                <a:ext uri="{FF2B5EF4-FFF2-40B4-BE49-F238E27FC236}">
                  <a16:creationId xmlns:a16="http://schemas.microsoft.com/office/drawing/2014/main" id="{53A80D08-8604-436E-89BF-BF58A2DA0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1899"/>
              <a:ext cx="48" cy="30"/>
            </a:xfrm>
            <a:custGeom>
              <a:avLst/>
              <a:gdLst>
                <a:gd name="T0" fmla="*/ 35 w 23"/>
                <a:gd name="T1" fmla="*/ 51 h 14"/>
                <a:gd name="T2" fmla="*/ 83 w 23"/>
                <a:gd name="T3" fmla="*/ 137 h 14"/>
                <a:gd name="T4" fmla="*/ 152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4" y="5"/>
                  </a:moveTo>
                  <a:cubicBezTo>
                    <a:pt x="0" y="8"/>
                    <a:pt x="5" y="14"/>
                    <a:pt x="9" y="14"/>
                  </a:cubicBezTo>
                  <a:cubicBezTo>
                    <a:pt x="16" y="14"/>
                    <a:pt x="23" y="5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13" name="Freeform 1094">
              <a:extLst>
                <a:ext uri="{FF2B5EF4-FFF2-40B4-BE49-F238E27FC236}">
                  <a16:creationId xmlns:a16="http://schemas.microsoft.com/office/drawing/2014/main" id="{ED122AEC-AC19-40E2-8761-B777EE82A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025"/>
              <a:ext cx="72" cy="46"/>
            </a:xfrm>
            <a:custGeom>
              <a:avLst/>
              <a:gdLst>
                <a:gd name="T0" fmla="*/ 43 w 35"/>
                <a:gd name="T1" fmla="*/ 61 h 21"/>
                <a:gd name="T2" fmla="*/ 165 w 3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1">
                  <a:moveTo>
                    <a:pt x="5" y="6"/>
                  </a:moveTo>
                  <a:cubicBezTo>
                    <a:pt x="0" y="21"/>
                    <a:pt x="35" y="11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14" name="Freeform 1095">
              <a:extLst>
                <a:ext uri="{FF2B5EF4-FFF2-40B4-BE49-F238E27FC236}">
                  <a16:creationId xmlns:a16="http://schemas.microsoft.com/office/drawing/2014/main" id="{C3C9DAC1-C7D5-4C8A-83D3-3563228F4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1986"/>
              <a:ext cx="53" cy="55"/>
            </a:xfrm>
            <a:custGeom>
              <a:avLst/>
              <a:gdLst>
                <a:gd name="T0" fmla="*/ 0 w 26"/>
                <a:gd name="T1" fmla="*/ 169 h 25"/>
                <a:gd name="T2" fmla="*/ 120 w 2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0" y="16"/>
                  </a:moveTo>
                  <a:cubicBezTo>
                    <a:pt x="9" y="25"/>
                    <a:pt x="26" y="10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15" name="Freeform 1096">
              <a:extLst>
                <a:ext uri="{FF2B5EF4-FFF2-40B4-BE49-F238E27FC236}">
                  <a16:creationId xmlns:a16="http://schemas.microsoft.com/office/drawing/2014/main" id="{D3166B77-048B-4641-A70E-455FCF192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993"/>
              <a:ext cx="61" cy="45"/>
            </a:xfrm>
            <a:custGeom>
              <a:avLst/>
              <a:gdLst>
                <a:gd name="T0" fmla="*/ 8 w 30"/>
                <a:gd name="T1" fmla="*/ 77 h 21"/>
                <a:gd name="T2" fmla="*/ 144 w 30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1">
                  <a:moveTo>
                    <a:pt x="1" y="8"/>
                  </a:moveTo>
                  <a:cubicBezTo>
                    <a:pt x="0" y="21"/>
                    <a:pt x="30" y="10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16" name="Freeform 1097">
              <a:extLst>
                <a:ext uri="{FF2B5EF4-FFF2-40B4-BE49-F238E27FC236}">
                  <a16:creationId xmlns:a16="http://schemas.microsoft.com/office/drawing/2014/main" id="{BAF68BF7-FFF6-4660-AFFD-896C74287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030"/>
              <a:ext cx="27" cy="22"/>
            </a:xfrm>
            <a:custGeom>
              <a:avLst/>
              <a:gdLst>
                <a:gd name="T0" fmla="*/ 0 w 13"/>
                <a:gd name="T1" fmla="*/ 0 h 10"/>
                <a:gd name="T2" fmla="*/ 116 w 13"/>
                <a:gd name="T3" fmla="*/ 7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0" y="8"/>
                    <a:pt x="7" y="10"/>
                    <a:pt x="13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17" name="Freeform 1098">
              <a:extLst>
                <a:ext uri="{FF2B5EF4-FFF2-40B4-BE49-F238E27FC236}">
                  <a16:creationId xmlns:a16="http://schemas.microsoft.com/office/drawing/2014/main" id="{9345225C-732A-4F94-A396-99936EA39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014"/>
              <a:ext cx="12" cy="9"/>
            </a:xfrm>
            <a:custGeom>
              <a:avLst/>
              <a:gdLst>
                <a:gd name="T0" fmla="*/ 0 w 6"/>
                <a:gd name="T1" fmla="*/ 0 h 4"/>
                <a:gd name="T2" fmla="*/ 48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3"/>
                    <a:pt x="3" y="4"/>
                    <a:pt x="6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18" name="Freeform 1099">
              <a:extLst>
                <a:ext uri="{FF2B5EF4-FFF2-40B4-BE49-F238E27FC236}">
                  <a16:creationId xmlns:a16="http://schemas.microsoft.com/office/drawing/2014/main" id="{27AC81CD-1CC7-480F-9B7D-D859AB234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955"/>
              <a:ext cx="15" cy="5"/>
            </a:xfrm>
            <a:custGeom>
              <a:avLst/>
              <a:gdLst>
                <a:gd name="T0" fmla="*/ 0 w 7"/>
                <a:gd name="T1" fmla="*/ 20 h 2"/>
                <a:gd name="T2" fmla="*/ 69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2" y="2"/>
                    <a:pt x="5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19" name="Freeform 1100">
              <a:extLst>
                <a:ext uri="{FF2B5EF4-FFF2-40B4-BE49-F238E27FC236}">
                  <a16:creationId xmlns:a16="http://schemas.microsoft.com/office/drawing/2014/main" id="{574C24AF-F2D1-45A4-A82B-D225CD82C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934"/>
              <a:ext cx="15" cy="6"/>
            </a:xfrm>
            <a:custGeom>
              <a:avLst/>
              <a:gdLst>
                <a:gd name="T0" fmla="*/ 0 w 7"/>
                <a:gd name="T1" fmla="*/ 0 h 3"/>
                <a:gd name="T2" fmla="*/ 69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3"/>
                    <a:pt x="4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20" name="Freeform 1101">
              <a:extLst>
                <a:ext uri="{FF2B5EF4-FFF2-40B4-BE49-F238E27FC236}">
                  <a16:creationId xmlns:a16="http://schemas.microsoft.com/office/drawing/2014/main" id="{229308D3-3206-4A69-B64C-F580FF771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859"/>
              <a:ext cx="16" cy="15"/>
            </a:xfrm>
            <a:custGeom>
              <a:avLst/>
              <a:gdLst>
                <a:gd name="T0" fmla="*/ 0 w 8"/>
                <a:gd name="T1" fmla="*/ 51 h 7"/>
                <a:gd name="T2" fmla="*/ 16 w 8"/>
                <a:gd name="T3" fmla="*/ 69 h 7"/>
                <a:gd name="T4" fmla="*/ 64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0" y="6"/>
                    <a:pt x="1" y="6"/>
                    <a:pt x="2" y="7"/>
                  </a:cubicBezTo>
                  <a:cubicBezTo>
                    <a:pt x="4" y="6"/>
                    <a:pt x="8" y="4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21" name="Freeform 1102">
              <a:extLst>
                <a:ext uri="{FF2B5EF4-FFF2-40B4-BE49-F238E27FC236}">
                  <a16:creationId xmlns:a16="http://schemas.microsoft.com/office/drawing/2014/main" id="{2179E847-7BFA-4858-89DA-C49397F02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839"/>
              <a:ext cx="12" cy="9"/>
            </a:xfrm>
            <a:custGeom>
              <a:avLst/>
              <a:gdLst>
                <a:gd name="T0" fmla="*/ 0 w 6"/>
                <a:gd name="T1" fmla="*/ 36 h 4"/>
                <a:gd name="T2" fmla="*/ 48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3" y="4"/>
                    <a:pt x="4" y="1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22" name="Freeform 1103">
              <a:extLst>
                <a:ext uri="{FF2B5EF4-FFF2-40B4-BE49-F238E27FC236}">
                  <a16:creationId xmlns:a16="http://schemas.microsoft.com/office/drawing/2014/main" id="{3BD1C271-6F43-42E1-AFFD-04C1DF228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829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2"/>
                    <a:pt x="2" y="2"/>
                    <a:pt x="4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23" name="Freeform 1104">
              <a:extLst>
                <a:ext uri="{FF2B5EF4-FFF2-40B4-BE49-F238E27FC236}">
                  <a16:creationId xmlns:a16="http://schemas.microsoft.com/office/drawing/2014/main" id="{83EFB0D7-61CF-4B66-B60F-1374C18E1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1820"/>
              <a:ext cx="15" cy="4"/>
            </a:xfrm>
            <a:custGeom>
              <a:avLst/>
              <a:gdLst>
                <a:gd name="T0" fmla="*/ 0 w 7"/>
                <a:gd name="T1" fmla="*/ 0 h 2"/>
                <a:gd name="T2" fmla="*/ 69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1" y="2"/>
                    <a:pt x="4" y="2"/>
                    <a:pt x="7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24" name="Freeform 1105">
              <a:extLst>
                <a:ext uri="{FF2B5EF4-FFF2-40B4-BE49-F238E27FC236}">
                  <a16:creationId xmlns:a16="http://schemas.microsoft.com/office/drawing/2014/main" id="{4CD56988-A287-4697-BECC-058E011B9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811"/>
              <a:ext cx="13" cy="11"/>
            </a:xfrm>
            <a:custGeom>
              <a:avLst/>
              <a:gdLst>
                <a:gd name="T0" fmla="*/ 0 w 6"/>
                <a:gd name="T1" fmla="*/ 0 h 5"/>
                <a:gd name="T2" fmla="*/ 61 w 6"/>
                <a:gd name="T3" fmla="*/ 4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4"/>
                    <a:pt x="3" y="5"/>
                    <a:pt x="6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25" name="Freeform 1106">
              <a:extLst>
                <a:ext uri="{FF2B5EF4-FFF2-40B4-BE49-F238E27FC236}">
                  <a16:creationId xmlns:a16="http://schemas.microsoft.com/office/drawing/2014/main" id="{16E3B688-B1AB-47D4-AF8D-CE472A864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798"/>
              <a:ext cx="18" cy="11"/>
            </a:xfrm>
            <a:custGeom>
              <a:avLst/>
              <a:gdLst>
                <a:gd name="T0" fmla="*/ 24 w 9"/>
                <a:gd name="T1" fmla="*/ 0 h 5"/>
                <a:gd name="T2" fmla="*/ 72 w 9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4"/>
                    <a:pt x="7" y="5"/>
                    <a:pt x="9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26" name="Freeform 1107">
              <a:extLst>
                <a:ext uri="{FF2B5EF4-FFF2-40B4-BE49-F238E27FC236}">
                  <a16:creationId xmlns:a16="http://schemas.microsoft.com/office/drawing/2014/main" id="{598C0EE9-C854-4CF9-867B-D69BFEE91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001"/>
              <a:ext cx="11" cy="13"/>
            </a:xfrm>
            <a:custGeom>
              <a:avLst/>
              <a:gdLst>
                <a:gd name="T0" fmla="*/ 0 w 5"/>
                <a:gd name="T1" fmla="*/ 20 h 6"/>
                <a:gd name="T2" fmla="*/ 53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6"/>
                    <a:pt x="5" y="3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27" name="Freeform 1108">
              <a:extLst>
                <a:ext uri="{FF2B5EF4-FFF2-40B4-BE49-F238E27FC236}">
                  <a16:creationId xmlns:a16="http://schemas.microsoft.com/office/drawing/2014/main" id="{B876673D-CE49-44DF-81EC-9D9C687A3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903"/>
              <a:ext cx="49" cy="33"/>
            </a:xfrm>
            <a:custGeom>
              <a:avLst/>
              <a:gdLst>
                <a:gd name="T0" fmla="*/ 204 w 24"/>
                <a:gd name="T1" fmla="*/ 44 h 15"/>
                <a:gd name="T2" fmla="*/ 0 w 2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5">
                  <a:moveTo>
                    <a:pt x="24" y="4"/>
                  </a:moveTo>
                  <a:cubicBezTo>
                    <a:pt x="17" y="15"/>
                    <a:pt x="7" y="7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28" name="Freeform 1109">
              <a:extLst>
                <a:ext uri="{FF2B5EF4-FFF2-40B4-BE49-F238E27FC236}">
                  <a16:creationId xmlns:a16="http://schemas.microsoft.com/office/drawing/2014/main" id="{0B634DEB-601A-4305-ACC4-E10E210A5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894"/>
              <a:ext cx="41" cy="33"/>
            </a:xfrm>
            <a:custGeom>
              <a:avLst/>
              <a:gdLst>
                <a:gd name="T0" fmla="*/ 172 w 20"/>
                <a:gd name="T1" fmla="*/ 0 h 15"/>
                <a:gd name="T2" fmla="*/ 0 w 20"/>
                <a:gd name="T3" fmla="*/ 8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6" y="7"/>
                    <a:pt x="7" y="15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29" name="Freeform 1110">
              <a:extLst>
                <a:ext uri="{FF2B5EF4-FFF2-40B4-BE49-F238E27FC236}">
                  <a16:creationId xmlns:a16="http://schemas.microsoft.com/office/drawing/2014/main" id="{B7041EA4-8020-42B0-979F-8E454BAF5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936"/>
              <a:ext cx="41" cy="19"/>
            </a:xfrm>
            <a:custGeom>
              <a:avLst/>
              <a:gdLst>
                <a:gd name="T0" fmla="*/ 172 w 20"/>
                <a:gd name="T1" fmla="*/ 0 h 9"/>
                <a:gd name="T2" fmla="*/ 0 w 20"/>
                <a:gd name="T3" fmla="*/ 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cubicBezTo>
                    <a:pt x="17" y="9"/>
                    <a:pt x="5" y="6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0" name="Freeform 1111">
              <a:extLst>
                <a:ext uri="{FF2B5EF4-FFF2-40B4-BE49-F238E27FC236}">
                  <a16:creationId xmlns:a16="http://schemas.microsoft.com/office/drawing/2014/main" id="{A254AF3A-691F-4C04-AC6F-8BF4AF6DF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877"/>
              <a:ext cx="43" cy="26"/>
            </a:xfrm>
            <a:custGeom>
              <a:avLst/>
              <a:gdLst>
                <a:gd name="T0" fmla="*/ 180 w 21"/>
                <a:gd name="T1" fmla="*/ 33 h 12"/>
                <a:gd name="T2" fmla="*/ 0 w 2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3"/>
                  </a:moveTo>
                  <a:cubicBezTo>
                    <a:pt x="15" y="12"/>
                    <a:pt x="5" y="7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1" name="Freeform 1112">
              <a:extLst>
                <a:ext uri="{FF2B5EF4-FFF2-40B4-BE49-F238E27FC236}">
                  <a16:creationId xmlns:a16="http://schemas.microsoft.com/office/drawing/2014/main" id="{87EFB162-9B24-42B7-B844-DD27D6A8A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866"/>
              <a:ext cx="25" cy="17"/>
            </a:xfrm>
            <a:custGeom>
              <a:avLst/>
              <a:gdLst>
                <a:gd name="T0" fmla="*/ 108 w 12"/>
                <a:gd name="T1" fmla="*/ 0 h 8"/>
                <a:gd name="T2" fmla="*/ 0 w 12"/>
                <a:gd name="T3" fmla="*/ 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cubicBezTo>
                    <a:pt x="11" y="6"/>
                    <a:pt x="6" y="8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2" name="Freeform 1113">
              <a:extLst>
                <a:ext uri="{FF2B5EF4-FFF2-40B4-BE49-F238E27FC236}">
                  <a16:creationId xmlns:a16="http://schemas.microsoft.com/office/drawing/2014/main" id="{FAE60986-D925-4FEA-8C80-69995F27F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925"/>
              <a:ext cx="37" cy="28"/>
            </a:xfrm>
            <a:custGeom>
              <a:avLst/>
              <a:gdLst>
                <a:gd name="T0" fmla="*/ 156 w 18"/>
                <a:gd name="T1" fmla="*/ 0 h 13"/>
                <a:gd name="T2" fmla="*/ 0 w 18"/>
                <a:gd name="T3" fmla="*/ 6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7" y="8"/>
                    <a:pt x="7" y="13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3" name="Freeform 1114">
              <a:extLst>
                <a:ext uri="{FF2B5EF4-FFF2-40B4-BE49-F238E27FC236}">
                  <a16:creationId xmlns:a16="http://schemas.microsoft.com/office/drawing/2014/main" id="{7A53AB66-DA88-4745-8F73-4637A3BC5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868"/>
              <a:ext cx="39" cy="33"/>
            </a:xfrm>
            <a:custGeom>
              <a:avLst/>
              <a:gdLst>
                <a:gd name="T0" fmla="*/ 164 w 19"/>
                <a:gd name="T1" fmla="*/ 0 h 15"/>
                <a:gd name="T2" fmla="*/ 0 w 19"/>
                <a:gd name="T3" fmla="*/ 8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19" y="0"/>
                  </a:moveTo>
                  <a:cubicBezTo>
                    <a:pt x="15" y="11"/>
                    <a:pt x="11" y="15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4" name="Freeform 1115">
              <a:extLst>
                <a:ext uri="{FF2B5EF4-FFF2-40B4-BE49-F238E27FC236}">
                  <a16:creationId xmlns:a16="http://schemas.microsoft.com/office/drawing/2014/main" id="{9B638802-2238-4DF2-B3B1-29DD1E02E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850"/>
              <a:ext cx="45" cy="22"/>
            </a:xfrm>
            <a:custGeom>
              <a:avLst/>
              <a:gdLst>
                <a:gd name="T0" fmla="*/ 188 w 22"/>
                <a:gd name="T1" fmla="*/ 0 h 10"/>
                <a:gd name="T2" fmla="*/ 0 w 22"/>
                <a:gd name="T3" fmla="*/ 2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cubicBezTo>
                    <a:pt x="15" y="8"/>
                    <a:pt x="10" y="10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5" name="Freeform 1116">
              <a:extLst>
                <a:ext uri="{FF2B5EF4-FFF2-40B4-BE49-F238E27FC236}">
                  <a16:creationId xmlns:a16="http://schemas.microsoft.com/office/drawing/2014/main" id="{A96465BC-DA9E-4D10-9BF0-87C7009B3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842"/>
              <a:ext cx="35" cy="30"/>
            </a:xfrm>
            <a:custGeom>
              <a:avLst/>
              <a:gdLst>
                <a:gd name="T0" fmla="*/ 148 w 17"/>
                <a:gd name="T1" fmla="*/ 77 h 14"/>
                <a:gd name="T2" fmla="*/ 51 w 17"/>
                <a:gd name="T3" fmla="*/ 120 h 14"/>
                <a:gd name="T4" fmla="*/ 0 w 1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7" y="8"/>
                  </a:moveTo>
                  <a:cubicBezTo>
                    <a:pt x="15" y="12"/>
                    <a:pt x="11" y="14"/>
                    <a:pt x="6" y="12"/>
                  </a:cubicBezTo>
                  <a:cubicBezTo>
                    <a:pt x="1" y="9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6" name="Freeform 1117">
              <a:extLst>
                <a:ext uri="{FF2B5EF4-FFF2-40B4-BE49-F238E27FC236}">
                  <a16:creationId xmlns:a16="http://schemas.microsoft.com/office/drawing/2014/main" id="{A5CF61EF-CF38-4F98-86FE-9A334F6AC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805"/>
              <a:ext cx="56" cy="69"/>
            </a:xfrm>
            <a:custGeom>
              <a:avLst/>
              <a:gdLst>
                <a:gd name="T0" fmla="*/ 241 w 27"/>
                <a:gd name="T1" fmla="*/ 173 h 32"/>
                <a:gd name="T2" fmla="*/ 116 w 27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2">
                  <a:moveTo>
                    <a:pt x="27" y="17"/>
                  </a:moveTo>
                  <a:cubicBezTo>
                    <a:pt x="25" y="32"/>
                    <a:pt x="0" y="12"/>
                    <a:pt x="1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7" name="Freeform 1118">
              <a:extLst>
                <a:ext uri="{FF2B5EF4-FFF2-40B4-BE49-F238E27FC236}">
                  <a16:creationId xmlns:a16="http://schemas.microsoft.com/office/drawing/2014/main" id="{62A23DD7-7E3F-4E11-800A-BC93F513F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850"/>
              <a:ext cx="26" cy="44"/>
            </a:xfrm>
            <a:custGeom>
              <a:avLst/>
              <a:gdLst>
                <a:gd name="T0" fmla="*/ 8 w 13"/>
                <a:gd name="T1" fmla="*/ 0 h 20"/>
                <a:gd name="T2" fmla="*/ 104 w 13"/>
                <a:gd name="T3" fmla="*/ 12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1" y="0"/>
                  </a:moveTo>
                  <a:cubicBezTo>
                    <a:pt x="0" y="6"/>
                    <a:pt x="8" y="20"/>
                    <a:pt x="13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8" name="Freeform 1119">
              <a:extLst>
                <a:ext uri="{FF2B5EF4-FFF2-40B4-BE49-F238E27FC236}">
                  <a16:creationId xmlns:a16="http://schemas.microsoft.com/office/drawing/2014/main" id="{23A50F4B-549C-4B75-AB25-5B23DC6B2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883"/>
              <a:ext cx="37" cy="29"/>
            </a:xfrm>
            <a:custGeom>
              <a:avLst/>
              <a:gdLst>
                <a:gd name="T0" fmla="*/ 156 w 18"/>
                <a:gd name="T1" fmla="*/ 145 h 13"/>
                <a:gd name="T2" fmla="*/ 16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13"/>
                  </a:moveTo>
                  <a:cubicBezTo>
                    <a:pt x="12" y="12"/>
                    <a:pt x="0" y="12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9" name="Freeform 1120">
              <a:extLst>
                <a:ext uri="{FF2B5EF4-FFF2-40B4-BE49-F238E27FC236}">
                  <a16:creationId xmlns:a16="http://schemas.microsoft.com/office/drawing/2014/main" id="{53118B9C-451B-4568-84E5-D4DED9590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923"/>
              <a:ext cx="31" cy="26"/>
            </a:xfrm>
            <a:custGeom>
              <a:avLst/>
              <a:gdLst>
                <a:gd name="T0" fmla="*/ 132 w 15"/>
                <a:gd name="T1" fmla="*/ 61 h 12"/>
                <a:gd name="T2" fmla="*/ 0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15" y="6"/>
                  </a:moveTo>
                  <a:cubicBezTo>
                    <a:pt x="11" y="12"/>
                    <a:pt x="2" y="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40" name="Freeform 1121">
              <a:extLst>
                <a:ext uri="{FF2B5EF4-FFF2-40B4-BE49-F238E27FC236}">
                  <a16:creationId xmlns:a16="http://schemas.microsoft.com/office/drawing/2014/main" id="{8B2B94D8-8180-40CB-AB28-BC73E02E2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940"/>
              <a:ext cx="35" cy="15"/>
            </a:xfrm>
            <a:custGeom>
              <a:avLst/>
              <a:gdLst>
                <a:gd name="T0" fmla="*/ 140 w 17"/>
                <a:gd name="T1" fmla="*/ 0 h 7"/>
                <a:gd name="T2" fmla="*/ 80 w 17"/>
                <a:gd name="T3" fmla="*/ 69 h 7"/>
                <a:gd name="T4" fmla="*/ 0 w 17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16" y="0"/>
                  </a:moveTo>
                  <a:cubicBezTo>
                    <a:pt x="17" y="4"/>
                    <a:pt x="12" y="7"/>
                    <a:pt x="9" y="7"/>
                  </a:cubicBezTo>
                  <a:cubicBezTo>
                    <a:pt x="6" y="7"/>
                    <a:pt x="2" y="6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41" name="Freeform 1122">
              <a:extLst>
                <a:ext uri="{FF2B5EF4-FFF2-40B4-BE49-F238E27FC236}">
                  <a16:creationId xmlns:a16="http://schemas.microsoft.com/office/drawing/2014/main" id="{B9556A6A-E959-4240-9FD6-F2DE82BB2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955"/>
              <a:ext cx="29" cy="27"/>
            </a:xfrm>
            <a:custGeom>
              <a:avLst/>
              <a:gdLst>
                <a:gd name="T0" fmla="*/ 124 w 14"/>
                <a:gd name="T1" fmla="*/ 92 h 12"/>
                <a:gd name="T2" fmla="*/ 0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4" y="8"/>
                  </a:moveTo>
                  <a:cubicBezTo>
                    <a:pt x="9" y="12"/>
                    <a:pt x="0" y="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42" name="Freeform 1123">
              <a:extLst>
                <a:ext uri="{FF2B5EF4-FFF2-40B4-BE49-F238E27FC236}">
                  <a16:creationId xmlns:a16="http://schemas.microsoft.com/office/drawing/2014/main" id="{DE74EA93-41D7-407F-8AFB-C898BBC1C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947"/>
              <a:ext cx="59" cy="30"/>
            </a:xfrm>
            <a:custGeom>
              <a:avLst/>
              <a:gdLst>
                <a:gd name="T0" fmla="*/ 220 w 29"/>
                <a:gd name="T1" fmla="*/ 28 h 14"/>
                <a:gd name="T2" fmla="*/ 187 w 29"/>
                <a:gd name="T3" fmla="*/ 120 h 14"/>
                <a:gd name="T4" fmla="*/ 33 w 2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4">
                  <a:moveTo>
                    <a:pt x="26" y="3"/>
                  </a:moveTo>
                  <a:cubicBezTo>
                    <a:pt x="29" y="7"/>
                    <a:pt x="27" y="11"/>
                    <a:pt x="22" y="12"/>
                  </a:cubicBezTo>
                  <a:cubicBezTo>
                    <a:pt x="17" y="14"/>
                    <a:pt x="0" y="8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43" name="Freeform 1124">
              <a:extLst>
                <a:ext uri="{FF2B5EF4-FFF2-40B4-BE49-F238E27FC236}">
                  <a16:creationId xmlns:a16="http://schemas.microsoft.com/office/drawing/2014/main" id="{6EC7B159-E1B7-4608-813B-84086DC07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958"/>
              <a:ext cx="18" cy="6"/>
            </a:xfrm>
            <a:custGeom>
              <a:avLst/>
              <a:gdLst>
                <a:gd name="T0" fmla="*/ 72 w 9"/>
                <a:gd name="T1" fmla="*/ 0 h 3"/>
                <a:gd name="T2" fmla="*/ 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9" y="3"/>
                    <a:pt x="2" y="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44" name="Freeform 1125">
              <a:extLst>
                <a:ext uri="{FF2B5EF4-FFF2-40B4-BE49-F238E27FC236}">
                  <a16:creationId xmlns:a16="http://schemas.microsoft.com/office/drawing/2014/main" id="{C21A9A16-4454-4508-BE9A-0F4889476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822"/>
              <a:ext cx="47" cy="20"/>
            </a:xfrm>
            <a:custGeom>
              <a:avLst/>
              <a:gdLst>
                <a:gd name="T0" fmla="*/ 196 w 23"/>
                <a:gd name="T1" fmla="*/ 0 h 9"/>
                <a:gd name="T2" fmla="*/ 0 w 23"/>
                <a:gd name="T3" fmla="*/ 3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23" y="0"/>
                  </a:moveTo>
                  <a:cubicBezTo>
                    <a:pt x="17" y="9"/>
                    <a:pt x="8" y="7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45" name="Freeform 1126">
              <a:extLst>
                <a:ext uri="{FF2B5EF4-FFF2-40B4-BE49-F238E27FC236}">
                  <a16:creationId xmlns:a16="http://schemas.microsoft.com/office/drawing/2014/main" id="{50743662-82DF-4091-AB7A-D159421AE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1796"/>
              <a:ext cx="33" cy="26"/>
            </a:xfrm>
            <a:custGeom>
              <a:avLst/>
              <a:gdLst>
                <a:gd name="T0" fmla="*/ 140 w 16"/>
                <a:gd name="T1" fmla="*/ 80 h 12"/>
                <a:gd name="T2" fmla="*/ 0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6" y="8"/>
                  </a:moveTo>
                  <a:cubicBezTo>
                    <a:pt x="11" y="12"/>
                    <a:pt x="1" y="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46" name="Freeform 1127">
              <a:extLst>
                <a:ext uri="{FF2B5EF4-FFF2-40B4-BE49-F238E27FC236}">
                  <a16:creationId xmlns:a16="http://schemas.microsoft.com/office/drawing/2014/main" id="{42A42857-2938-40C0-9CD4-2D6BB8D89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785"/>
              <a:ext cx="45" cy="17"/>
            </a:xfrm>
            <a:custGeom>
              <a:avLst/>
              <a:gdLst>
                <a:gd name="T0" fmla="*/ 188 w 22"/>
                <a:gd name="T1" fmla="*/ 0 h 8"/>
                <a:gd name="T2" fmla="*/ 0 w 22"/>
                <a:gd name="T3" fmla="*/ 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22" y="0"/>
                  </a:moveTo>
                  <a:cubicBezTo>
                    <a:pt x="16" y="8"/>
                    <a:pt x="8" y="6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47" name="Freeform 1128">
              <a:extLst>
                <a:ext uri="{FF2B5EF4-FFF2-40B4-BE49-F238E27FC236}">
                  <a16:creationId xmlns:a16="http://schemas.microsoft.com/office/drawing/2014/main" id="{E18BF1AB-D376-4246-A4B5-B2F20B3FD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756"/>
              <a:ext cx="45" cy="40"/>
            </a:xfrm>
            <a:custGeom>
              <a:avLst/>
              <a:gdLst>
                <a:gd name="T0" fmla="*/ 188 w 22"/>
                <a:gd name="T1" fmla="*/ 80 h 18"/>
                <a:gd name="T2" fmla="*/ 25 w 2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8">
                  <a:moveTo>
                    <a:pt x="22" y="7"/>
                  </a:moveTo>
                  <a:cubicBezTo>
                    <a:pt x="17" y="18"/>
                    <a:pt x="0" y="7"/>
                    <a:pt x="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48" name="Freeform 1129">
              <a:extLst>
                <a:ext uri="{FF2B5EF4-FFF2-40B4-BE49-F238E27FC236}">
                  <a16:creationId xmlns:a16="http://schemas.microsoft.com/office/drawing/2014/main" id="{205315AC-E7F3-4A4E-B7DF-7F1AA6D09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50"/>
              <a:ext cx="35" cy="15"/>
            </a:xfrm>
            <a:custGeom>
              <a:avLst/>
              <a:gdLst>
                <a:gd name="T0" fmla="*/ 148 w 17"/>
                <a:gd name="T1" fmla="*/ 0 h 7"/>
                <a:gd name="T2" fmla="*/ 0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17" y="0"/>
                  </a:moveTo>
                  <a:cubicBezTo>
                    <a:pt x="16" y="7"/>
                    <a:pt x="3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49" name="Freeform 1130">
              <a:extLst>
                <a:ext uri="{FF2B5EF4-FFF2-40B4-BE49-F238E27FC236}">
                  <a16:creationId xmlns:a16="http://schemas.microsoft.com/office/drawing/2014/main" id="{AFCE385C-D155-4E86-874A-4CA7E24E7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754"/>
              <a:ext cx="50" cy="37"/>
            </a:xfrm>
            <a:custGeom>
              <a:avLst/>
              <a:gdLst>
                <a:gd name="T0" fmla="*/ 183 w 24"/>
                <a:gd name="T1" fmla="*/ 44 h 17"/>
                <a:gd name="T2" fmla="*/ 144 w 24"/>
                <a:gd name="T3" fmla="*/ 157 h 17"/>
                <a:gd name="T4" fmla="*/ 44 w 2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20" y="4"/>
                  </a:moveTo>
                  <a:cubicBezTo>
                    <a:pt x="24" y="8"/>
                    <a:pt x="22" y="14"/>
                    <a:pt x="16" y="15"/>
                  </a:cubicBezTo>
                  <a:cubicBezTo>
                    <a:pt x="8" y="17"/>
                    <a:pt x="0" y="7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50" name="Freeform 1131">
              <a:extLst>
                <a:ext uri="{FF2B5EF4-FFF2-40B4-BE49-F238E27FC236}">
                  <a16:creationId xmlns:a16="http://schemas.microsoft.com/office/drawing/2014/main" id="{95D95197-193D-4A4E-ABD3-CE1264606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835"/>
              <a:ext cx="39" cy="24"/>
            </a:xfrm>
            <a:custGeom>
              <a:avLst/>
              <a:gdLst>
                <a:gd name="T0" fmla="*/ 156 w 19"/>
                <a:gd name="T1" fmla="*/ 0 h 11"/>
                <a:gd name="T2" fmla="*/ 96 w 19"/>
                <a:gd name="T3" fmla="*/ 105 h 11"/>
                <a:gd name="T4" fmla="*/ 8 w 19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18" y="0"/>
                  </a:moveTo>
                  <a:cubicBezTo>
                    <a:pt x="19" y="4"/>
                    <a:pt x="15" y="10"/>
                    <a:pt x="11" y="10"/>
                  </a:cubicBezTo>
                  <a:cubicBezTo>
                    <a:pt x="6" y="11"/>
                    <a:pt x="0" y="6"/>
                    <a:pt x="1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51" name="Freeform 1132">
              <a:extLst>
                <a:ext uri="{FF2B5EF4-FFF2-40B4-BE49-F238E27FC236}">
                  <a16:creationId xmlns:a16="http://schemas.microsoft.com/office/drawing/2014/main" id="{3B8773F0-57E8-4C59-972E-F23F9567E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899"/>
              <a:ext cx="25" cy="17"/>
            </a:xfrm>
            <a:custGeom>
              <a:avLst/>
              <a:gdLst>
                <a:gd name="T0" fmla="*/ 100 w 12"/>
                <a:gd name="T1" fmla="*/ 0 h 8"/>
                <a:gd name="T2" fmla="*/ 0 w 12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1" y="0"/>
                  </a:moveTo>
                  <a:cubicBezTo>
                    <a:pt x="12" y="7"/>
                    <a:pt x="5" y="8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52" name="Freeform 1133">
              <a:extLst>
                <a:ext uri="{FF2B5EF4-FFF2-40B4-BE49-F238E27FC236}">
                  <a16:creationId xmlns:a16="http://schemas.microsoft.com/office/drawing/2014/main" id="{85CC2132-E9C7-4B79-A918-9F1EDA2C2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964"/>
              <a:ext cx="36" cy="20"/>
            </a:xfrm>
            <a:custGeom>
              <a:avLst/>
              <a:gdLst>
                <a:gd name="T0" fmla="*/ 144 w 18"/>
                <a:gd name="T1" fmla="*/ 9 h 9"/>
                <a:gd name="T2" fmla="*/ 0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18" y="1"/>
                  </a:moveTo>
                  <a:cubicBezTo>
                    <a:pt x="17" y="9"/>
                    <a:pt x="4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53" name="Freeform 1134">
              <a:extLst>
                <a:ext uri="{FF2B5EF4-FFF2-40B4-BE49-F238E27FC236}">
                  <a16:creationId xmlns:a16="http://schemas.microsoft.com/office/drawing/2014/main" id="{F0B9DDED-CCC6-457C-9EC0-D68228472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975"/>
              <a:ext cx="24" cy="31"/>
            </a:xfrm>
            <a:custGeom>
              <a:avLst/>
              <a:gdLst>
                <a:gd name="T0" fmla="*/ 24 w 12"/>
                <a:gd name="T1" fmla="*/ 0 h 14"/>
                <a:gd name="T2" fmla="*/ 96 w 12"/>
                <a:gd name="T3" fmla="*/ 14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3" y="0"/>
                  </a:moveTo>
                  <a:cubicBezTo>
                    <a:pt x="0" y="7"/>
                    <a:pt x="4" y="14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54" name="Freeform 1135">
              <a:extLst>
                <a:ext uri="{FF2B5EF4-FFF2-40B4-BE49-F238E27FC236}">
                  <a16:creationId xmlns:a16="http://schemas.microsoft.com/office/drawing/2014/main" id="{948A5048-E88C-4E1F-8A7C-B32E1C5E6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982"/>
              <a:ext cx="35" cy="24"/>
            </a:xfrm>
            <a:custGeom>
              <a:avLst/>
              <a:gdLst>
                <a:gd name="T0" fmla="*/ 148 w 17"/>
                <a:gd name="T1" fmla="*/ 52 h 11"/>
                <a:gd name="T2" fmla="*/ 16 w 1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17" y="5"/>
                  </a:moveTo>
                  <a:cubicBezTo>
                    <a:pt x="14" y="11"/>
                    <a:pt x="0" y="4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55" name="Freeform 1136">
              <a:extLst>
                <a:ext uri="{FF2B5EF4-FFF2-40B4-BE49-F238E27FC236}">
                  <a16:creationId xmlns:a16="http://schemas.microsoft.com/office/drawing/2014/main" id="{EF914E75-033D-457A-8C6C-5A9598157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988"/>
              <a:ext cx="43" cy="22"/>
            </a:xfrm>
            <a:custGeom>
              <a:avLst/>
              <a:gdLst>
                <a:gd name="T0" fmla="*/ 172 w 21"/>
                <a:gd name="T1" fmla="*/ 9 h 10"/>
                <a:gd name="T2" fmla="*/ 0 w 2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0">
                  <a:moveTo>
                    <a:pt x="20" y="1"/>
                  </a:moveTo>
                  <a:cubicBezTo>
                    <a:pt x="21" y="10"/>
                    <a:pt x="3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56" name="Freeform 1137">
              <a:extLst>
                <a:ext uri="{FF2B5EF4-FFF2-40B4-BE49-F238E27FC236}">
                  <a16:creationId xmlns:a16="http://schemas.microsoft.com/office/drawing/2014/main" id="{C1026203-A7D4-4F3B-8707-C39975A98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038"/>
              <a:ext cx="45" cy="33"/>
            </a:xfrm>
            <a:custGeom>
              <a:avLst/>
              <a:gdLst>
                <a:gd name="T0" fmla="*/ 188 w 22"/>
                <a:gd name="T1" fmla="*/ 53 h 15"/>
                <a:gd name="T2" fmla="*/ 41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22" y="5"/>
                  </a:moveTo>
                  <a:cubicBezTo>
                    <a:pt x="20" y="15"/>
                    <a:pt x="0" y="6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57" name="Freeform 1138">
              <a:extLst>
                <a:ext uri="{FF2B5EF4-FFF2-40B4-BE49-F238E27FC236}">
                  <a16:creationId xmlns:a16="http://schemas.microsoft.com/office/drawing/2014/main" id="{FB6BE2EB-13E0-4BF3-94FF-B37691E2A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019"/>
              <a:ext cx="41" cy="28"/>
            </a:xfrm>
            <a:custGeom>
              <a:avLst/>
              <a:gdLst>
                <a:gd name="T0" fmla="*/ 156 w 20"/>
                <a:gd name="T1" fmla="*/ 0 h 13"/>
                <a:gd name="T2" fmla="*/ 0 w 20"/>
                <a:gd name="T3" fmla="*/ 1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18" y="0"/>
                  </a:moveTo>
                  <a:cubicBezTo>
                    <a:pt x="20" y="13"/>
                    <a:pt x="0" y="9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58" name="Freeform 1139">
              <a:extLst>
                <a:ext uri="{FF2B5EF4-FFF2-40B4-BE49-F238E27FC236}">
                  <a16:creationId xmlns:a16="http://schemas.microsoft.com/office/drawing/2014/main" id="{88AAD01A-11BB-4124-A172-3EC476AD1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012"/>
              <a:ext cx="35" cy="20"/>
            </a:xfrm>
            <a:custGeom>
              <a:avLst/>
              <a:gdLst>
                <a:gd name="T0" fmla="*/ 148 w 17"/>
                <a:gd name="T1" fmla="*/ 0 h 9"/>
                <a:gd name="T2" fmla="*/ 16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17" y="0"/>
                  </a:moveTo>
                  <a:cubicBezTo>
                    <a:pt x="15" y="9"/>
                    <a:pt x="0" y="6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59" name="Freeform 1140">
              <a:extLst>
                <a:ext uri="{FF2B5EF4-FFF2-40B4-BE49-F238E27FC236}">
                  <a16:creationId xmlns:a16="http://schemas.microsoft.com/office/drawing/2014/main" id="{47C09649-08E9-4484-B6E8-F33B7F621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973"/>
              <a:ext cx="36" cy="22"/>
            </a:xfrm>
            <a:custGeom>
              <a:avLst/>
              <a:gdLst>
                <a:gd name="T0" fmla="*/ 112 w 18"/>
                <a:gd name="T1" fmla="*/ 0 h 10"/>
                <a:gd name="T2" fmla="*/ 8 w 18"/>
                <a:gd name="T3" fmla="*/ 2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14" y="0"/>
                  </a:moveTo>
                  <a:cubicBezTo>
                    <a:pt x="18" y="9"/>
                    <a:pt x="0" y="10"/>
                    <a:pt x="1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60" name="Freeform 1141">
              <a:extLst>
                <a:ext uri="{FF2B5EF4-FFF2-40B4-BE49-F238E27FC236}">
                  <a16:creationId xmlns:a16="http://schemas.microsoft.com/office/drawing/2014/main" id="{5B628E26-CFFF-41A0-AFF4-FAEF302DA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864"/>
              <a:ext cx="43" cy="32"/>
            </a:xfrm>
            <a:custGeom>
              <a:avLst/>
              <a:gdLst>
                <a:gd name="T0" fmla="*/ 180 w 21"/>
                <a:gd name="T1" fmla="*/ 68 h 15"/>
                <a:gd name="T2" fmla="*/ 41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21" y="7"/>
                  </a:moveTo>
                  <a:cubicBezTo>
                    <a:pt x="16" y="15"/>
                    <a:pt x="0" y="10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61" name="Freeform 1142">
              <a:extLst>
                <a:ext uri="{FF2B5EF4-FFF2-40B4-BE49-F238E27FC236}">
                  <a16:creationId xmlns:a16="http://schemas.microsoft.com/office/drawing/2014/main" id="{239FE268-AA07-4F29-9514-8C90B1284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813"/>
              <a:ext cx="66" cy="37"/>
            </a:xfrm>
            <a:custGeom>
              <a:avLst/>
              <a:gdLst>
                <a:gd name="T0" fmla="*/ 192 w 32"/>
                <a:gd name="T1" fmla="*/ 0 h 17"/>
                <a:gd name="T2" fmla="*/ 35 w 32"/>
                <a:gd name="T3" fmla="*/ 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22" y="0"/>
                  </a:moveTo>
                  <a:cubicBezTo>
                    <a:pt x="32" y="10"/>
                    <a:pt x="0" y="17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62" name="Freeform 1143">
              <a:extLst>
                <a:ext uri="{FF2B5EF4-FFF2-40B4-BE49-F238E27FC236}">
                  <a16:creationId xmlns:a16="http://schemas.microsoft.com/office/drawing/2014/main" id="{FA61EB81-FC03-4457-A529-D929E8D2F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835"/>
              <a:ext cx="43" cy="31"/>
            </a:xfrm>
            <a:custGeom>
              <a:avLst/>
              <a:gdLst>
                <a:gd name="T0" fmla="*/ 147 w 21"/>
                <a:gd name="T1" fmla="*/ 0 h 14"/>
                <a:gd name="T2" fmla="*/ 172 w 21"/>
                <a:gd name="T3" fmla="*/ 89 h 14"/>
                <a:gd name="T4" fmla="*/ 0 w 21"/>
                <a:gd name="T5" fmla="*/ 3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17" y="0"/>
                  </a:moveTo>
                  <a:cubicBezTo>
                    <a:pt x="21" y="0"/>
                    <a:pt x="21" y="5"/>
                    <a:pt x="20" y="8"/>
                  </a:cubicBezTo>
                  <a:cubicBezTo>
                    <a:pt x="16" y="14"/>
                    <a:pt x="1" y="11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63" name="Freeform 1144">
              <a:extLst>
                <a:ext uri="{FF2B5EF4-FFF2-40B4-BE49-F238E27FC236}">
                  <a16:creationId xmlns:a16="http://schemas.microsoft.com/office/drawing/2014/main" id="{97FA6EA7-BE0A-46A7-9140-5987F916D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853"/>
              <a:ext cx="53" cy="28"/>
            </a:xfrm>
            <a:custGeom>
              <a:avLst/>
              <a:gdLst>
                <a:gd name="T0" fmla="*/ 188 w 26"/>
                <a:gd name="T1" fmla="*/ 0 h 13"/>
                <a:gd name="T2" fmla="*/ 163 w 26"/>
                <a:gd name="T3" fmla="*/ 101 h 13"/>
                <a:gd name="T4" fmla="*/ 16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22" y="0"/>
                  </a:moveTo>
                  <a:cubicBezTo>
                    <a:pt x="26" y="3"/>
                    <a:pt x="23" y="8"/>
                    <a:pt x="19" y="10"/>
                  </a:cubicBezTo>
                  <a:cubicBezTo>
                    <a:pt x="14" y="13"/>
                    <a:pt x="0" y="8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64" name="Freeform 1145">
              <a:extLst>
                <a:ext uri="{FF2B5EF4-FFF2-40B4-BE49-F238E27FC236}">
                  <a16:creationId xmlns:a16="http://schemas.microsoft.com/office/drawing/2014/main" id="{5BBA0C63-629B-429A-B55B-65AAA556D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789"/>
              <a:ext cx="47" cy="37"/>
            </a:xfrm>
            <a:custGeom>
              <a:avLst/>
              <a:gdLst>
                <a:gd name="T0" fmla="*/ 137 w 23"/>
                <a:gd name="T1" fmla="*/ 0 h 17"/>
                <a:gd name="T2" fmla="*/ 188 w 23"/>
                <a:gd name="T3" fmla="*/ 72 h 17"/>
                <a:gd name="T4" fmla="*/ 0 w 23"/>
                <a:gd name="T5" fmla="*/ 7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16" y="0"/>
                  </a:moveTo>
                  <a:cubicBezTo>
                    <a:pt x="20" y="0"/>
                    <a:pt x="23" y="4"/>
                    <a:pt x="22" y="7"/>
                  </a:cubicBezTo>
                  <a:cubicBezTo>
                    <a:pt x="20" y="17"/>
                    <a:pt x="4" y="13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65" name="Freeform 1146">
              <a:extLst>
                <a:ext uri="{FF2B5EF4-FFF2-40B4-BE49-F238E27FC236}">
                  <a16:creationId xmlns:a16="http://schemas.microsoft.com/office/drawing/2014/main" id="{98681F94-E790-44AA-8A0E-8ED053447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947"/>
              <a:ext cx="82" cy="37"/>
            </a:xfrm>
            <a:custGeom>
              <a:avLst/>
              <a:gdLst>
                <a:gd name="T0" fmla="*/ 223 w 40"/>
                <a:gd name="T1" fmla="*/ 0 h 17"/>
                <a:gd name="T2" fmla="*/ 59 w 40"/>
                <a:gd name="T3" fmla="*/ 3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7">
                  <a:moveTo>
                    <a:pt x="26" y="0"/>
                  </a:moveTo>
                  <a:cubicBezTo>
                    <a:pt x="40" y="14"/>
                    <a:pt x="0" y="17"/>
                    <a:pt x="7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66" name="Freeform 1147">
              <a:extLst>
                <a:ext uri="{FF2B5EF4-FFF2-40B4-BE49-F238E27FC236}">
                  <a16:creationId xmlns:a16="http://schemas.microsoft.com/office/drawing/2014/main" id="{9BB399BF-D4CA-4285-8966-16B8ADD04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982"/>
              <a:ext cx="53" cy="28"/>
            </a:xfrm>
            <a:custGeom>
              <a:avLst/>
              <a:gdLst>
                <a:gd name="T0" fmla="*/ 179 w 26"/>
                <a:gd name="T1" fmla="*/ 52 h 13"/>
                <a:gd name="T2" fmla="*/ 92 w 26"/>
                <a:gd name="T3" fmla="*/ 112 h 13"/>
                <a:gd name="T4" fmla="*/ 49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21" y="5"/>
                  </a:moveTo>
                  <a:cubicBezTo>
                    <a:pt x="26" y="11"/>
                    <a:pt x="15" y="13"/>
                    <a:pt x="11" y="11"/>
                  </a:cubicBezTo>
                  <a:cubicBezTo>
                    <a:pt x="7" y="10"/>
                    <a:pt x="0" y="4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67" name="Freeform 1148">
              <a:extLst>
                <a:ext uri="{FF2B5EF4-FFF2-40B4-BE49-F238E27FC236}">
                  <a16:creationId xmlns:a16="http://schemas.microsoft.com/office/drawing/2014/main" id="{A32DDADC-B9FF-454E-8440-77FC1FA5B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008"/>
              <a:ext cx="55" cy="46"/>
            </a:xfrm>
            <a:custGeom>
              <a:avLst/>
              <a:gdLst>
                <a:gd name="T0" fmla="*/ 212 w 27"/>
                <a:gd name="T1" fmla="*/ 33 h 21"/>
                <a:gd name="T2" fmla="*/ 49 w 2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1">
                  <a:moveTo>
                    <a:pt x="25" y="3"/>
                  </a:moveTo>
                  <a:cubicBezTo>
                    <a:pt x="27" y="21"/>
                    <a:pt x="0" y="9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68" name="Freeform 1149">
              <a:extLst>
                <a:ext uri="{FF2B5EF4-FFF2-40B4-BE49-F238E27FC236}">
                  <a16:creationId xmlns:a16="http://schemas.microsoft.com/office/drawing/2014/main" id="{CF34A3DC-FB55-4A24-BE64-06306A0BA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999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69" name="Freeform 1150">
              <a:extLst>
                <a:ext uri="{FF2B5EF4-FFF2-40B4-BE49-F238E27FC236}">
                  <a16:creationId xmlns:a16="http://schemas.microsoft.com/office/drawing/2014/main" id="{FD250E26-9677-4387-8494-6B3736EE2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1885"/>
              <a:ext cx="19" cy="9"/>
            </a:xfrm>
            <a:custGeom>
              <a:avLst/>
              <a:gdLst>
                <a:gd name="T0" fmla="*/ 84 w 9"/>
                <a:gd name="T1" fmla="*/ 0 h 4"/>
                <a:gd name="T2" fmla="*/ 27 w 9"/>
                <a:gd name="T3" fmla="*/ 45 h 4"/>
                <a:gd name="T4" fmla="*/ 0 w 9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0"/>
                    <a:pt x="3" y="0"/>
                    <a:pt x="3" y="4"/>
                  </a:cubicBezTo>
                  <a:cubicBezTo>
                    <a:pt x="3" y="1"/>
                    <a:pt x="1" y="2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70" name="Freeform 1151">
              <a:extLst>
                <a:ext uri="{FF2B5EF4-FFF2-40B4-BE49-F238E27FC236}">
                  <a16:creationId xmlns:a16="http://schemas.microsoft.com/office/drawing/2014/main" id="{DAE2D05F-AB45-4ECB-B60D-1F4C18FA5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1802"/>
              <a:ext cx="16" cy="7"/>
            </a:xfrm>
            <a:custGeom>
              <a:avLst/>
              <a:gdLst>
                <a:gd name="T0" fmla="*/ 64 w 8"/>
                <a:gd name="T1" fmla="*/ 37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7" y="0"/>
                    <a:pt x="3" y="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71" name="Freeform 1152">
              <a:extLst>
                <a:ext uri="{FF2B5EF4-FFF2-40B4-BE49-F238E27FC236}">
                  <a16:creationId xmlns:a16="http://schemas.microsoft.com/office/drawing/2014/main" id="{2CB4D257-F07C-40A3-A47E-6C2416F44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929"/>
              <a:ext cx="41" cy="33"/>
            </a:xfrm>
            <a:custGeom>
              <a:avLst/>
              <a:gdLst>
                <a:gd name="T0" fmla="*/ 172 w 20"/>
                <a:gd name="T1" fmla="*/ 44 h 15"/>
                <a:gd name="T2" fmla="*/ 43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20" y="4"/>
                  </a:moveTo>
                  <a:cubicBezTo>
                    <a:pt x="19" y="15"/>
                    <a:pt x="0" y="10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72" name="Freeform 1153">
              <a:extLst>
                <a:ext uri="{FF2B5EF4-FFF2-40B4-BE49-F238E27FC236}">
                  <a16:creationId xmlns:a16="http://schemas.microsoft.com/office/drawing/2014/main" id="{79A6CDA5-A565-44CA-A1B4-4CEEE3CD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899"/>
              <a:ext cx="47" cy="30"/>
            </a:xfrm>
            <a:custGeom>
              <a:avLst/>
              <a:gdLst>
                <a:gd name="T0" fmla="*/ 163 w 23"/>
                <a:gd name="T1" fmla="*/ 51 h 14"/>
                <a:gd name="T2" fmla="*/ 112 w 23"/>
                <a:gd name="T3" fmla="*/ 137 h 14"/>
                <a:gd name="T4" fmla="*/ 51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19" y="5"/>
                  </a:moveTo>
                  <a:cubicBezTo>
                    <a:pt x="23" y="8"/>
                    <a:pt x="17" y="14"/>
                    <a:pt x="13" y="14"/>
                  </a:cubicBezTo>
                  <a:cubicBezTo>
                    <a:pt x="7" y="14"/>
                    <a:pt x="0" y="5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73" name="Freeform 1154">
              <a:extLst>
                <a:ext uri="{FF2B5EF4-FFF2-40B4-BE49-F238E27FC236}">
                  <a16:creationId xmlns:a16="http://schemas.microsoft.com/office/drawing/2014/main" id="{F8F0929D-106A-47CC-8A1D-302D49C96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986"/>
              <a:ext cx="53" cy="55"/>
            </a:xfrm>
            <a:custGeom>
              <a:avLst/>
              <a:gdLst>
                <a:gd name="T0" fmla="*/ 220 w 26"/>
                <a:gd name="T1" fmla="*/ 169 h 25"/>
                <a:gd name="T2" fmla="*/ 100 w 2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26" y="16"/>
                  </a:moveTo>
                  <a:cubicBezTo>
                    <a:pt x="18" y="25"/>
                    <a:pt x="0" y="10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74" name="Freeform 1155">
              <a:extLst>
                <a:ext uri="{FF2B5EF4-FFF2-40B4-BE49-F238E27FC236}">
                  <a16:creationId xmlns:a16="http://schemas.microsoft.com/office/drawing/2014/main" id="{59E5C3D2-08D3-4B26-9F41-0321E1326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993"/>
              <a:ext cx="62" cy="45"/>
            </a:xfrm>
            <a:custGeom>
              <a:avLst/>
              <a:gdLst>
                <a:gd name="T0" fmla="*/ 248 w 30"/>
                <a:gd name="T1" fmla="*/ 77 h 21"/>
                <a:gd name="T2" fmla="*/ 107 w 30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1">
                  <a:moveTo>
                    <a:pt x="28" y="8"/>
                  </a:moveTo>
                  <a:cubicBezTo>
                    <a:pt x="30" y="21"/>
                    <a:pt x="0" y="10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75" name="Freeform 1156">
              <a:extLst>
                <a:ext uri="{FF2B5EF4-FFF2-40B4-BE49-F238E27FC236}">
                  <a16:creationId xmlns:a16="http://schemas.microsoft.com/office/drawing/2014/main" id="{DAC4BB6D-B282-4E57-BC4C-45A9CB0FC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962"/>
              <a:ext cx="59" cy="37"/>
            </a:xfrm>
            <a:custGeom>
              <a:avLst/>
              <a:gdLst>
                <a:gd name="T0" fmla="*/ 187 w 29"/>
                <a:gd name="T1" fmla="*/ 44 h 17"/>
                <a:gd name="T2" fmla="*/ 49 w 2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7">
                  <a:moveTo>
                    <a:pt x="22" y="4"/>
                  </a:moveTo>
                  <a:cubicBezTo>
                    <a:pt x="29" y="16"/>
                    <a:pt x="0" y="17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76" name="Freeform 1157">
              <a:extLst>
                <a:ext uri="{FF2B5EF4-FFF2-40B4-BE49-F238E27FC236}">
                  <a16:creationId xmlns:a16="http://schemas.microsoft.com/office/drawing/2014/main" id="{4BCD6E54-4548-4FEE-991D-3C0B93933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036"/>
              <a:ext cx="35" cy="27"/>
            </a:xfrm>
            <a:custGeom>
              <a:avLst/>
              <a:gdLst>
                <a:gd name="T0" fmla="*/ 140 w 17"/>
                <a:gd name="T1" fmla="*/ 25 h 12"/>
                <a:gd name="T2" fmla="*/ 0 w 1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16" y="2"/>
                  </a:moveTo>
                  <a:cubicBezTo>
                    <a:pt x="17" y="12"/>
                    <a:pt x="1" y="9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77" name="Freeform 1158">
              <a:extLst>
                <a:ext uri="{FF2B5EF4-FFF2-40B4-BE49-F238E27FC236}">
                  <a16:creationId xmlns:a16="http://schemas.microsoft.com/office/drawing/2014/main" id="{3DA7C188-2EDE-4472-9033-F16D0A013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030"/>
              <a:ext cx="26" cy="22"/>
            </a:xfrm>
            <a:custGeom>
              <a:avLst/>
              <a:gdLst>
                <a:gd name="T0" fmla="*/ 104 w 13"/>
                <a:gd name="T1" fmla="*/ 0 h 10"/>
                <a:gd name="T2" fmla="*/ 0 w 13"/>
                <a:gd name="T3" fmla="*/ 7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13" y="8"/>
                    <a:pt x="7" y="10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78" name="Freeform 1159">
              <a:extLst>
                <a:ext uri="{FF2B5EF4-FFF2-40B4-BE49-F238E27FC236}">
                  <a16:creationId xmlns:a16="http://schemas.microsoft.com/office/drawing/2014/main" id="{7ECF5851-2E34-41D9-A377-BFA9CE266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014"/>
              <a:ext cx="11" cy="9"/>
            </a:xfrm>
            <a:custGeom>
              <a:avLst/>
              <a:gdLst>
                <a:gd name="T0" fmla="*/ 53 w 5"/>
                <a:gd name="T1" fmla="*/ 0 h 4"/>
                <a:gd name="T2" fmla="*/ 0 w 5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5" y="3"/>
                    <a:pt x="2" y="4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79" name="Freeform 1160">
              <a:extLst>
                <a:ext uri="{FF2B5EF4-FFF2-40B4-BE49-F238E27FC236}">
                  <a16:creationId xmlns:a16="http://schemas.microsoft.com/office/drawing/2014/main" id="{DA904995-29A6-4B10-A2FB-A3E64D618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839"/>
              <a:ext cx="12" cy="9"/>
            </a:xfrm>
            <a:custGeom>
              <a:avLst/>
              <a:gdLst>
                <a:gd name="T0" fmla="*/ 48 w 6"/>
                <a:gd name="T1" fmla="*/ 36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3"/>
                  </a:moveTo>
                  <a:cubicBezTo>
                    <a:pt x="4" y="4"/>
                    <a:pt x="2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0" name="Freeform 1161">
              <a:extLst>
                <a:ext uri="{FF2B5EF4-FFF2-40B4-BE49-F238E27FC236}">
                  <a16:creationId xmlns:a16="http://schemas.microsoft.com/office/drawing/2014/main" id="{0892712E-C11E-4458-A783-700DEBB47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857"/>
              <a:ext cx="9" cy="4"/>
            </a:xfrm>
            <a:custGeom>
              <a:avLst/>
              <a:gdLst>
                <a:gd name="T0" fmla="*/ 45 w 4"/>
                <a:gd name="T1" fmla="*/ 0 h 2"/>
                <a:gd name="T2" fmla="*/ 0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1" y="2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1" name="Freeform 1162">
              <a:extLst>
                <a:ext uri="{FF2B5EF4-FFF2-40B4-BE49-F238E27FC236}">
                  <a16:creationId xmlns:a16="http://schemas.microsoft.com/office/drawing/2014/main" id="{D8B16301-B60A-4501-BD26-2DE64CA25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820"/>
              <a:ext cx="12" cy="4"/>
            </a:xfrm>
            <a:custGeom>
              <a:avLst/>
              <a:gdLst>
                <a:gd name="T0" fmla="*/ 48 w 6"/>
                <a:gd name="T1" fmla="*/ 0 h 2"/>
                <a:gd name="T2" fmla="*/ 0 w 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5" y="2"/>
                    <a:pt x="2" y="2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2" name="Freeform 1163">
              <a:extLst>
                <a:ext uri="{FF2B5EF4-FFF2-40B4-BE49-F238E27FC236}">
                  <a16:creationId xmlns:a16="http://schemas.microsoft.com/office/drawing/2014/main" id="{86BD07D8-28B3-4845-9970-34AAA2E1E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811"/>
              <a:ext cx="14" cy="11"/>
            </a:xfrm>
            <a:custGeom>
              <a:avLst/>
              <a:gdLst>
                <a:gd name="T0" fmla="*/ 56 w 7"/>
                <a:gd name="T1" fmla="*/ 0 h 5"/>
                <a:gd name="T2" fmla="*/ 0 w 7"/>
                <a:gd name="T3" fmla="*/ 4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6" y="4"/>
                    <a:pt x="3" y="5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3" name="Freeform 1164">
              <a:extLst>
                <a:ext uri="{FF2B5EF4-FFF2-40B4-BE49-F238E27FC236}">
                  <a16:creationId xmlns:a16="http://schemas.microsoft.com/office/drawing/2014/main" id="{99630914-45EF-4496-AD40-5CFC6B4F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903"/>
              <a:ext cx="6" cy="1"/>
            </a:xfrm>
            <a:custGeom>
              <a:avLst/>
              <a:gdLst>
                <a:gd name="T0" fmla="*/ 24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4" name="Freeform 1165">
              <a:extLst>
                <a:ext uri="{FF2B5EF4-FFF2-40B4-BE49-F238E27FC236}">
                  <a16:creationId xmlns:a16="http://schemas.microsoft.com/office/drawing/2014/main" id="{B37DC5D5-33D1-484E-8B6E-57709E252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001"/>
              <a:ext cx="12" cy="13"/>
            </a:xfrm>
            <a:custGeom>
              <a:avLst/>
              <a:gdLst>
                <a:gd name="T0" fmla="*/ 48 w 6"/>
                <a:gd name="T1" fmla="*/ 20 h 6"/>
                <a:gd name="T2" fmla="*/ 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2"/>
                  </a:move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5" name="Freeform 1166">
              <a:extLst>
                <a:ext uri="{FF2B5EF4-FFF2-40B4-BE49-F238E27FC236}">
                  <a16:creationId xmlns:a16="http://schemas.microsoft.com/office/drawing/2014/main" id="{34DA8AD1-2D5D-4E2A-B3A8-7676D868A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997"/>
              <a:ext cx="8" cy="4"/>
            </a:xfrm>
            <a:custGeom>
              <a:avLst/>
              <a:gdLst>
                <a:gd name="T0" fmla="*/ 32 w 4"/>
                <a:gd name="T1" fmla="*/ 0 h 2"/>
                <a:gd name="T2" fmla="*/ 0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2"/>
                    <a:pt x="1" y="2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6" name="Freeform 1167">
              <a:extLst>
                <a:ext uri="{FF2B5EF4-FFF2-40B4-BE49-F238E27FC236}">
                  <a16:creationId xmlns:a16="http://schemas.microsoft.com/office/drawing/2014/main" id="{A9B5E9EA-24BD-491C-9F9C-4F830BDFE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785"/>
              <a:ext cx="51" cy="44"/>
            </a:xfrm>
            <a:custGeom>
              <a:avLst/>
              <a:gdLst>
                <a:gd name="T0" fmla="*/ 0 w 25"/>
                <a:gd name="T1" fmla="*/ 44 h 20"/>
                <a:gd name="T2" fmla="*/ 145 w 2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4"/>
                  </a:moveTo>
                  <a:cubicBezTo>
                    <a:pt x="1" y="20"/>
                    <a:pt x="25" y="11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7" name="Freeform 1168">
              <a:extLst>
                <a:ext uri="{FF2B5EF4-FFF2-40B4-BE49-F238E27FC236}">
                  <a16:creationId xmlns:a16="http://schemas.microsoft.com/office/drawing/2014/main" id="{F060C639-9A94-4D09-8145-F57708220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778"/>
              <a:ext cx="29" cy="40"/>
            </a:xfrm>
            <a:custGeom>
              <a:avLst/>
              <a:gdLst>
                <a:gd name="T0" fmla="*/ 0 w 14"/>
                <a:gd name="T1" fmla="*/ 98 h 18"/>
                <a:gd name="T2" fmla="*/ 116 w 1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9"/>
                  </a:moveTo>
                  <a:cubicBezTo>
                    <a:pt x="5" y="18"/>
                    <a:pt x="14" y="8"/>
                    <a:pt x="1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8" name="Freeform 1169">
              <a:extLst>
                <a:ext uri="{FF2B5EF4-FFF2-40B4-BE49-F238E27FC236}">
                  <a16:creationId xmlns:a16="http://schemas.microsoft.com/office/drawing/2014/main" id="{ADF22771-A9FA-4661-9CFC-49DB18F43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752"/>
              <a:ext cx="41" cy="39"/>
            </a:xfrm>
            <a:custGeom>
              <a:avLst/>
              <a:gdLst>
                <a:gd name="T0" fmla="*/ 0 w 20"/>
                <a:gd name="T1" fmla="*/ 72 h 18"/>
                <a:gd name="T2" fmla="*/ 121 w 2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7"/>
                  </a:moveTo>
                  <a:cubicBezTo>
                    <a:pt x="3" y="18"/>
                    <a:pt x="20" y="7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89" name="Freeform 1170">
              <a:extLst>
                <a:ext uri="{FF2B5EF4-FFF2-40B4-BE49-F238E27FC236}">
                  <a16:creationId xmlns:a16="http://schemas.microsoft.com/office/drawing/2014/main" id="{FB6DABDF-71E9-4D86-A309-374BF5926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735"/>
              <a:ext cx="37" cy="19"/>
            </a:xfrm>
            <a:custGeom>
              <a:avLst/>
              <a:gdLst>
                <a:gd name="T0" fmla="*/ 0 w 18"/>
                <a:gd name="T1" fmla="*/ 27 h 9"/>
                <a:gd name="T2" fmla="*/ 80 w 18"/>
                <a:gd name="T3" fmla="*/ 84 h 9"/>
                <a:gd name="T4" fmla="*/ 156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3"/>
                  </a:moveTo>
                  <a:cubicBezTo>
                    <a:pt x="1" y="7"/>
                    <a:pt x="5" y="9"/>
                    <a:pt x="9" y="9"/>
                  </a:cubicBezTo>
                  <a:cubicBezTo>
                    <a:pt x="15" y="9"/>
                    <a:pt x="18" y="6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90" name="Freeform 1171">
              <a:extLst>
                <a:ext uri="{FF2B5EF4-FFF2-40B4-BE49-F238E27FC236}">
                  <a16:creationId xmlns:a16="http://schemas.microsoft.com/office/drawing/2014/main" id="{0B8CAB9F-5BA1-4867-BDF9-4C664701B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772"/>
              <a:ext cx="35" cy="26"/>
            </a:xfrm>
            <a:custGeom>
              <a:avLst/>
              <a:gdLst>
                <a:gd name="T0" fmla="*/ 25 w 17"/>
                <a:gd name="T1" fmla="*/ 0 h 12"/>
                <a:gd name="T2" fmla="*/ 25 w 17"/>
                <a:gd name="T3" fmla="*/ 80 h 12"/>
                <a:gd name="T4" fmla="*/ 148 w 17"/>
                <a:gd name="T5" fmla="*/ 6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3" y="0"/>
                  </a:moveTo>
                  <a:cubicBezTo>
                    <a:pt x="0" y="2"/>
                    <a:pt x="2" y="6"/>
                    <a:pt x="3" y="8"/>
                  </a:cubicBezTo>
                  <a:cubicBezTo>
                    <a:pt x="8" y="12"/>
                    <a:pt x="14" y="10"/>
                    <a:pt x="17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91" name="Freeform 1172">
              <a:extLst>
                <a:ext uri="{FF2B5EF4-FFF2-40B4-BE49-F238E27FC236}">
                  <a16:creationId xmlns:a16="http://schemas.microsoft.com/office/drawing/2014/main" id="{0150A1F0-DB59-4EFA-BDA7-C0E4B9442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750"/>
              <a:ext cx="45" cy="28"/>
            </a:xfrm>
            <a:custGeom>
              <a:avLst/>
              <a:gdLst>
                <a:gd name="T0" fmla="*/ 25 w 22"/>
                <a:gd name="T1" fmla="*/ 0 h 13"/>
                <a:gd name="T2" fmla="*/ 25 w 22"/>
                <a:gd name="T3" fmla="*/ 101 h 13"/>
                <a:gd name="T4" fmla="*/ 172 w 22"/>
                <a:gd name="T5" fmla="*/ 1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3" y="0"/>
                  </a:moveTo>
                  <a:cubicBezTo>
                    <a:pt x="0" y="3"/>
                    <a:pt x="0" y="8"/>
                    <a:pt x="3" y="10"/>
                  </a:cubicBezTo>
                  <a:cubicBezTo>
                    <a:pt x="7" y="13"/>
                    <a:pt x="22" y="9"/>
                    <a:pt x="2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92" name="Freeform 1173">
              <a:extLst>
                <a:ext uri="{FF2B5EF4-FFF2-40B4-BE49-F238E27FC236}">
                  <a16:creationId xmlns:a16="http://schemas.microsoft.com/office/drawing/2014/main" id="{0AFECCEE-8D53-48A5-BABD-525FF44B6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732"/>
              <a:ext cx="46" cy="22"/>
            </a:xfrm>
            <a:custGeom>
              <a:avLst/>
              <a:gdLst>
                <a:gd name="T0" fmla="*/ 36 w 22"/>
                <a:gd name="T1" fmla="*/ 9 h 10"/>
                <a:gd name="T2" fmla="*/ 92 w 22"/>
                <a:gd name="T3" fmla="*/ 106 h 10"/>
                <a:gd name="T4" fmla="*/ 165 w 2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">
                  <a:moveTo>
                    <a:pt x="4" y="1"/>
                  </a:moveTo>
                  <a:cubicBezTo>
                    <a:pt x="0" y="5"/>
                    <a:pt x="6" y="10"/>
                    <a:pt x="10" y="10"/>
                  </a:cubicBezTo>
                  <a:cubicBezTo>
                    <a:pt x="15" y="10"/>
                    <a:pt x="22" y="5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93" name="Freeform 1174">
              <a:extLst>
                <a:ext uri="{FF2B5EF4-FFF2-40B4-BE49-F238E27FC236}">
                  <a16:creationId xmlns:a16="http://schemas.microsoft.com/office/drawing/2014/main" id="{ED99E06E-1EE6-425A-A6F9-49F9ABD9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5"/>
              <a:ext cx="43" cy="22"/>
            </a:xfrm>
            <a:custGeom>
              <a:avLst/>
              <a:gdLst>
                <a:gd name="T0" fmla="*/ 41 w 21"/>
                <a:gd name="T1" fmla="*/ 0 h 10"/>
                <a:gd name="T2" fmla="*/ 68 w 21"/>
                <a:gd name="T3" fmla="*/ 88 h 10"/>
                <a:gd name="T4" fmla="*/ 172 w 2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0">
                  <a:moveTo>
                    <a:pt x="5" y="0"/>
                  </a:moveTo>
                  <a:cubicBezTo>
                    <a:pt x="0" y="3"/>
                    <a:pt x="4" y="7"/>
                    <a:pt x="8" y="8"/>
                  </a:cubicBezTo>
                  <a:cubicBezTo>
                    <a:pt x="14" y="10"/>
                    <a:pt x="21" y="7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94" name="Freeform 1175">
              <a:extLst>
                <a:ext uri="{FF2B5EF4-FFF2-40B4-BE49-F238E27FC236}">
                  <a16:creationId xmlns:a16="http://schemas.microsoft.com/office/drawing/2014/main" id="{F98B0D42-0422-4A3E-B19F-A0B1FFDDE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735"/>
              <a:ext cx="45" cy="32"/>
            </a:xfrm>
            <a:custGeom>
              <a:avLst/>
              <a:gdLst>
                <a:gd name="T0" fmla="*/ 0 w 22"/>
                <a:gd name="T1" fmla="*/ 28 h 15"/>
                <a:gd name="T2" fmla="*/ 147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3"/>
                  </a:moveTo>
                  <a:cubicBezTo>
                    <a:pt x="1" y="15"/>
                    <a:pt x="22" y="7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95" name="Freeform 1176">
              <a:extLst>
                <a:ext uri="{FF2B5EF4-FFF2-40B4-BE49-F238E27FC236}">
                  <a16:creationId xmlns:a16="http://schemas.microsoft.com/office/drawing/2014/main" id="{54772C3F-7E7A-41AA-A50E-114F440E9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778"/>
              <a:ext cx="30" cy="18"/>
            </a:xfrm>
            <a:custGeom>
              <a:avLst/>
              <a:gdLst>
                <a:gd name="T0" fmla="*/ 0 w 15"/>
                <a:gd name="T1" fmla="*/ 0 h 8"/>
                <a:gd name="T2" fmla="*/ 120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2" y="8"/>
                    <a:pt x="15" y="8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96" name="Freeform 1177">
              <a:extLst>
                <a:ext uri="{FF2B5EF4-FFF2-40B4-BE49-F238E27FC236}">
                  <a16:creationId xmlns:a16="http://schemas.microsoft.com/office/drawing/2014/main" id="{8D5E6D6F-7328-4C0E-A5E9-D3EA70C37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870"/>
              <a:ext cx="53" cy="29"/>
            </a:xfrm>
            <a:custGeom>
              <a:avLst/>
              <a:gdLst>
                <a:gd name="T0" fmla="*/ 41 w 26"/>
                <a:gd name="T1" fmla="*/ 9 h 13"/>
                <a:gd name="T2" fmla="*/ 179 w 2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5" y="1"/>
                  </a:moveTo>
                  <a:cubicBezTo>
                    <a:pt x="0" y="13"/>
                    <a:pt x="26" y="10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97" name="Freeform 1178">
              <a:extLst>
                <a:ext uri="{FF2B5EF4-FFF2-40B4-BE49-F238E27FC236}">
                  <a16:creationId xmlns:a16="http://schemas.microsoft.com/office/drawing/2014/main" id="{FA565CA8-3543-44D2-96FB-C9472FC7C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881"/>
              <a:ext cx="41" cy="24"/>
            </a:xfrm>
            <a:custGeom>
              <a:avLst/>
              <a:gdLst>
                <a:gd name="T0" fmla="*/ 25 w 20"/>
                <a:gd name="T1" fmla="*/ 0 h 11"/>
                <a:gd name="T2" fmla="*/ 51 w 20"/>
                <a:gd name="T3" fmla="*/ 105 h 11"/>
                <a:gd name="T4" fmla="*/ 156 w 20"/>
                <a:gd name="T5" fmla="*/ 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3" y="0"/>
                  </a:moveTo>
                  <a:cubicBezTo>
                    <a:pt x="0" y="4"/>
                    <a:pt x="2" y="9"/>
                    <a:pt x="6" y="10"/>
                  </a:cubicBezTo>
                  <a:cubicBezTo>
                    <a:pt x="9" y="11"/>
                    <a:pt x="20" y="9"/>
                    <a:pt x="18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98" name="Freeform 1179">
              <a:extLst>
                <a:ext uri="{FF2B5EF4-FFF2-40B4-BE49-F238E27FC236}">
                  <a16:creationId xmlns:a16="http://schemas.microsoft.com/office/drawing/2014/main" id="{44574D28-0898-4F2A-9328-FBBF85663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822"/>
              <a:ext cx="51" cy="46"/>
            </a:xfrm>
            <a:custGeom>
              <a:avLst/>
              <a:gdLst>
                <a:gd name="T0" fmla="*/ 0 w 25"/>
                <a:gd name="T1" fmla="*/ 85 h 21"/>
                <a:gd name="T2" fmla="*/ 137 w 2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1">
                  <a:moveTo>
                    <a:pt x="0" y="8"/>
                  </a:moveTo>
                  <a:cubicBezTo>
                    <a:pt x="0" y="21"/>
                    <a:pt x="25" y="7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99" name="Freeform 1180">
              <a:extLst>
                <a:ext uri="{FF2B5EF4-FFF2-40B4-BE49-F238E27FC236}">
                  <a16:creationId xmlns:a16="http://schemas.microsoft.com/office/drawing/2014/main" id="{B9777C55-1BC3-4413-8F25-D11E51667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831"/>
              <a:ext cx="14" cy="8"/>
            </a:xfrm>
            <a:custGeom>
              <a:avLst/>
              <a:gdLst>
                <a:gd name="T0" fmla="*/ 0 w 7"/>
                <a:gd name="T1" fmla="*/ 24 h 4"/>
                <a:gd name="T2" fmla="*/ 56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3"/>
                  </a:moveTo>
                  <a:cubicBezTo>
                    <a:pt x="3" y="4"/>
                    <a:pt x="5" y="3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0" name="Freeform 1181">
              <a:extLst>
                <a:ext uri="{FF2B5EF4-FFF2-40B4-BE49-F238E27FC236}">
                  <a16:creationId xmlns:a16="http://schemas.microsoft.com/office/drawing/2014/main" id="{4DCBAFBC-4904-4591-8DC7-0945F63F9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796"/>
              <a:ext cx="20" cy="13"/>
            </a:xfrm>
            <a:custGeom>
              <a:avLst/>
              <a:gdLst>
                <a:gd name="T0" fmla="*/ 0 w 10"/>
                <a:gd name="T1" fmla="*/ 20 h 6"/>
                <a:gd name="T2" fmla="*/ 8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2"/>
                  </a:moveTo>
                  <a:cubicBezTo>
                    <a:pt x="2" y="6"/>
                    <a:pt x="8" y="3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1" name="Freeform 1182">
              <a:extLst>
                <a:ext uri="{FF2B5EF4-FFF2-40B4-BE49-F238E27FC236}">
                  <a16:creationId xmlns:a16="http://schemas.microsoft.com/office/drawing/2014/main" id="{FB7C86BF-1BA7-443E-B7BF-C5E1D5B18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759"/>
              <a:ext cx="10" cy="6"/>
            </a:xfrm>
            <a:custGeom>
              <a:avLst/>
              <a:gdLst>
                <a:gd name="T0" fmla="*/ 0 w 5"/>
                <a:gd name="T1" fmla="*/ 8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3"/>
                    <a:pt x="4" y="2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2" name="Freeform 1183">
              <a:extLst>
                <a:ext uri="{FF2B5EF4-FFF2-40B4-BE49-F238E27FC236}">
                  <a16:creationId xmlns:a16="http://schemas.microsoft.com/office/drawing/2014/main" id="{2A79CEB5-2241-45E4-8B94-8A8E8A973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761"/>
              <a:ext cx="14" cy="13"/>
            </a:xfrm>
            <a:custGeom>
              <a:avLst/>
              <a:gdLst>
                <a:gd name="T0" fmla="*/ 16 w 7"/>
                <a:gd name="T1" fmla="*/ 0 h 6"/>
                <a:gd name="T2" fmla="*/ 56 w 7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0" y="4"/>
                    <a:pt x="4" y="6"/>
                    <a:pt x="7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3" name="Freeform 1184">
              <a:extLst>
                <a:ext uri="{FF2B5EF4-FFF2-40B4-BE49-F238E27FC236}">
                  <a16:creationId xmlns:a16="http://schemas.microsoft.com/office/drawing/2014/main" id="{6DD57438-FB65-4559-B8FA-C7F22DD14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925"/>
              <a:ext cx="49" cy="39"/>
            </a:xfrm>
            <a:custGeom>
              <a:avLst/>
              <a:gdLst>
                <a:gd name="T0" fmla="*/ 172 w 24"/>
                <a:gd name="T1" fmla="*/ 52 h 18"/>
                <a:gd name="T2" fmla="*/ 137 w 24"/>
                <a:gd name="T3" fmla="*/ 165 h 18"/>
                <a:gd name="T4" fmla="*/ 41 w 2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20" y="5"/>
                  </a:moveTo>
                  <a:cubicBezTo>
                    <a:pt x="24" y="9"/>
                    <a:pt x="22" y="14"/>
                    <a:pt x="16" y="16"/>
                  </a:cubicBezTo>
                  <a:cubicBezTo>
                    <a:pt x="8" y="18"/>
                    <a:pt x="0" y="7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4" name="Freeform 1185">
              <a:extLst>
                <a:ext uri="{FF2B5EF4-FFF2-40B4-BE49-F238E27FC236}">
                  <a16:creationId xmlns:a16="http://schemas.microsoft.com/office/drawing/2014/main" id="{244FF8EE-1379-4776-8A0C-3D7CE373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1986"/>
              <a:ext cx="65" cy="37"/>
            </a:xfrm>
            <a:custGeom>
              <a:avLst/>
              <a:gdLst>
                <a:gd name="T0" fmla="*/ 185 w 32"/>
                <a:gd name="T1" fmla="*/ 0 h 17"/>
                <a:gd name="T2" fmla="*/ 33 w 32"/>
                <a:gd name="T3" fmla="*/ 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22" y="0"/>
                  </a:moveTo>
                  <a:cubicBezTo>
                    <a:pt x="32" y="9"/>
                    <a:pt x="0" y="17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5" name="Freeform 1186">
              <a:extLst>
                <a:ext uri="{FF2B5EF4-FFF2-40B4-BE49-F238E27FC236}">
                  <a16:creationId xmlns:a16="http://schemas.microsoft.com/office/drawing/2014/main" id="{B032EE73-1F4F-407D-9A8A-7FAA240BD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962"/>
              <a:ext cx="47" cy="37"/>
            </a:xfrm>
            <a:custGeom>
              <a:avLst/>
              <a:gdLst>
                <a:gd name="T0" fmla="*/ 137 w 23"/>
                <a:gd name="T1" fmla="*/ 0 h 17"/>
                <a:gd name="T2" fmla="*/ 188 w 23"/>
                <a:gd name="T3" fmla="*/ 72 h 17"/>
                <a:gd name="T4" fmla="*/ 0 w 23"/>
                <a:gd name="T5" fmla="*/ 7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16" y="0"/>
                  </a:moveTo>
                  <a:cubicBezTo>
                    <a:pt x="20" y="0"/>
                    <a:pt x="23" y="3"/>
                    <a:pt x="22" y="7"/>
                  </a:cubicBezTo>
                  <a:cubicBezTo>
                    <a:pt x="20" y="17"/>
                    <a:pt x="4" y="12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6" name="Freeform 1187">
              <a:extLst>
                <a:ext uri="{FF2B5EF4-FFF2-40B4-BE49-F238E27FC236}">
                  <a16:creationId xmlns:a16="http://schemas.microsoft.com/office/drawing/2014/main" id="{90CF537B-ACFF-4861-9D64-BAA884B47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993"/>
              <a:ext cx="13" cy="4"/>
            </a:xfrm>
            <a:custGeom>
              <a:avLst/>
              <a:gdLst>
                <a:gd name="T0" fmla="*/ 61 w 6"/>
                <a:gd name="T1" fmla="*/ 0 h 2"/>
                <a:gd name="T2" fmla="*/ 0 w 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5" y="2"/>
                    <a:pt x="2" y="2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7" name="Freeform 1188">
              <a:extLst>
                <a:ext uri="{FF2B5EF4-FFF2-40B4-BE49-F238E27FC236}">
                  <a16:creationId xmlns:a16="http://schemas.microsoft.com/office/drawing/2014/main" id="{FFA55971-54C1-413C-A0DF-5F367312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925"/>
              <a:ext cx="41" cy="39"/>
            </a:xfrm>
            <a:custGeom>
              <a:avLst/>
              <a:gdLst>
                <a:gd name="T0" fmla="*/ 0 w 20"/>
                <a:gd name="T1" fmla="*/ 72 h 18"/>
                <a:gd name="T2" fmla="*/ 121 w 2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7"/>
                  </a:moveTo>
                  <a:cubicBezTo>
                    <a:pt x="3" y="18"/>
                    <a:pt x="20" y="7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8" name="Freeform 1189">
              <a:extLst>
                <a:ext uri="{FF2B5EF4-FFF2-40B4-BE49-F238E27FC236}">
                  <a16:creationId xmlns:a16="http://schemas.microsoft.com/office/drawing/2014/main" id="{A06A4F24-DFC4-46D4-827A-7AD8674AE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968"/>
              <a:ext cx="20" cy="14"/>
            </a:xfrm>
            <a:custGeom>
              <a:avLst/>
              <a:gdLst>
                <a:gd name="T0" fmla="*/ 0 w 10"/>
                <a:gd name="T1" fmla="*/ 28 h 6"/>
                <a:gd name="T2" fmla="*/ 8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2"/>
                  </a:moveTo>
                  <a:cubicBezTo>
                    <a:pt x="2" y="6"/>
                    <a:pt x="8" y="2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09" name="Freeform 1190">
              <a:extLst>
                <a:ext uri="{FF2B5EF4-FFF2-40B4-BE49-F238E27FC236}">
                  <a16:creationId xmlns:a16="http://schemas.microsoft.com/office/drawing/2014/main" id="{1477C5F0-5738-413C-8687-CF8C24DF4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931"/>
              <a:ext cx="11" cy="7"/>
            </a:xfrm>
            <a:custGeom>
              <a:avLst/>
              <a:gdLst>
                <a:gd name="T0" fmla="*/ 0 w 5"/>
                <a:gd name="T1" fmla="*/ 12 h 3"/>
                <a:gd name="T2" fmla="*/ 53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3"/>
                    <a:pt x="4" y="1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10" name="Freeform 1191">
              <a:extLst>
                <a:ext uri="{FF2B5EF4-FFF2-40B4-BE49-F238E27FC236}">
                  <a16:creationId xmlns:a16="http://schemas.microsoft.com/office/drawing/2014/main" id="{6766D930-CFE1-40C4-B962-71744F5AB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934"/>
              <a:ext cx="14" cy="13"/>
            </a:xfrm>
            <a:custGeom>
              <a:avLst/>
              <a:gdLst>
                <a:gd name="T0" fmla="*/ 16 w 7"/>
                <a:gd name="T1" fmla="*/ 0 h 6"/>
                <a:gd name="T2" fmla="*/ 56 w 7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0" y="4"/>
                    <a:pt x="4" y="6"/>
                    <a:pt x="7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11" name="Freeform 1192">
              <a:extLst>
                <a:ext uri="{FF2B5EF4-FFF2-40B4-BE49-F238E27FC236}">
                  <a16:creationId xmlns:a16="http://schemas.microsoft.com/office/drawing/2014/main" id="{DF5D6924-447F-450A-B24D-ADD76E929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783"/>
              <a:ext cx="35" cy="39"/>
            </a:xfrm>
            <a:custGeom>
              <a:avLst/>
              <a:gdLst>
                <a:gd name="T0" fmla="*/ 43 w 17"/>
                <a:gd name="T1" fmla="*/ 0 h 18"/>
                <a:gd name="T2" fmla="*/ 148 w 17"/>
                <a:gd name="T3" fmla="*/ 10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5" y="0"/>
                  </a:moveTo>
                  <a:cubicBezTo>
                    <a:pt x="0" y="8"/>
                    <a:pt x="11" y="18"/>
                    <a:pt x="17" y="1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12" name="Freeform 1193">
              <a:extLst>
                <a:ext uri="{FF2B5EF4-FFF2-40B4-BE49-F238E27FC236}">
                  <a16:creationId xmlns:a16="http://schemas.microsoft.com/office/drawing/2014/main" id="{753F71E3-AF8B-42D2-8E1F-0563521EE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798"/>
              <a:ext cx="12" cy="7"/>
            </a:xfrm>
            <a:custGeom>
              <a:avLst/>
              <a:gdLst>
                <a:gd name="T0" fmla="*/ 0 w 6"/>
                <a:gd name="T1" fmla="*/ 0 h 3"/>
                <a:gd name="T2" fmla="*/ 48 w 6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3"/>
                    <a:pt x="4" y="3"/>
                    <a:pt x="6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13" name="Freeform 1194">
              <a:extLst>
                <a:ext uri="{FF2B5EF4-FFF2-40B4-BE49-F238E27FC236}">
                  <a16:creationId xmlns:a16="http://schemas.microsoft.com/office/drawing/2014/main" id="{D0D8AD53-4591-402E-A96A-6D08DC537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829"/>
              <a:ext cx="19" cy="10"/>
            </a:xfrm>
            <a:custGeom>
              <a:avLst/>
              <a:gdLst>
                <a:gd name="T0" fmla="*/ 0 w 9"/>
                <a:gd name="T1" fmla="*/ 0 h 5"/>
                <a:gd name="T2" fmla="*/ 84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5"/>
                    <a:pt x="8" y="4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14" name="Freeform 1195">
              <a:extLst>
                <a:ext uri="{FF2B5EF4-FFF2-40B4-BE49-F238E27FC236}">
                  <a16:creationId xmlns:a16="http://schemas.microsoft.com/office/drawing/2014/main" id="{F041296A-33B4-4D5C-9A46-D1F4E74CE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881"/>
              <a:ext cx="13" cy="2"/>
            </a:xfrm>
            <a:custGeom>
              <a:avLst/>
              <a:gdLst>
                <a:gd name="T0" fmla="*/ 0 w 6"/>
                <a:gd name="T1" fmla="*/ 0 h 1"/>
                <a:gd name="T2" fmla="*/ 6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15" name="Freeform 1196">
              <a:extLst>
                <a:ext uri="{FF2B5EF4-FFF2-40B4-BE49-F238E27FC236}">
                  <a16:creationId xmlns:a16="http://schemas.microsoft.com/office/drawing/2014/main" id="{50FB7CBD-1E91-492C-8931-2449EB191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927"/>
              <a:ext cx="14" cy="13"/>
            </a:xfrm>
            <a:custGeom>
              <a:avLst/>
              <a:gdLst>
                <a:gd name="T0" fmla="*/ 0 w 7"/>
                <a:gd name="T1" fmla="*/ 43 h 6"/>
                <a:gd name="T2" fmla="*/ 56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3" y="6"/>
                    <a:pt x="7" y="4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16" name="Freeform 1197">
              <a:extLst>
                <a:ext uri="{FF2B5EF4-FFF2-40B4-BE49-F238E27FC236}">
                  <a16:creationId xmlns:a16="http://schemas.microsoft.com/office/drawing/2014/main" id="{FCC3638A-B6D6-4F18-A5C7-B0446379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038"/>
              <a:ext cx="16" cy="9"/>
            </a:xfrm>
            <a:custGeom>
              <a:avLst/>
              <a:gdLst>
                <a:gd name="T0" fmla="*/ 8 w 8"/>
                <a:gd name="T1" fmla="*/ 0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0" y="4"/>
                    <a:pt x="6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17" name="Freeform 1198">
              <a:extLst>
                <a:ext uri="{FF2B5EF4-FFF2-40B4-BE49-F238E27FC236}">
                  <a16:creationId xmlns:a16="http://schemas.microsoft.com/office/drawing/2014/main" id="{61ABB604-BF8F-414A-9DBA-8B02388CC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017"/>
              <a:ext cx="37" cy="39"/>
            </a:xfrm>
            <a:custGeom>
              <a:avLst/>
              <a:gdLst>
                <a:gd name="T0" fmla="*/ 60 w 18"/>
                <a:gd name="T1" fmla="*/ 0 h 18"/>
                <a:gd name="T2" fmla="*/ 156 w 18"/>
                <a:gd name="T3" fmla="*/ 9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8">
                  <a:moveTo>
                    <a:pt x="7" y="0"/>
                  </a:moveTo>
                  <a:cubicBezTo>
                    <a:pt x="0" y="3"/>
                    <a:pt x="10" y="18"/>
                    <a:pt x="18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18" name="Freeform 1199">
              <a:extLst>
                <a:ext uri="{FF2B5EF4-FFF2-40B4-BE49-F238E27FC236}">
                  <a16:creationId xmlns:a16="http://schemas.microsoft.com/office/drawing/2014/main" id="{21F8A527-852A-4095-B05B-CBB26B9DF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025"/>
              <a:ext cx="8" cy="7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19" name="Freeform 1200">
              <a:extLst>
                <a:ext uri="{FF2B5EF4-FFF2-40B4-BE49-F238E27FC236}">
                  <a16:creationId xmlns:a16="http://schemas.microsoft.com/office/drawing/2014/main" id="{A878B93B-091C-4C7A-A57F-CD4223BAC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940"/>
              <a:ext cx="43" cy="24"/>
            </a:xfrm>
            <a:custGeom>
              <a:avLst/>
              <a:gdLst>
                <a:gd name="T0" fmla="*/ 16 w 21"/>
                <a:gd name="T1" fmla="*/ 61 h 11"/>
                <a:gd name="T2" fmla="*/ 84 w 21"/>
                <a:gd name="T3" fmla="*/ 105 h 11"/>
                <a:gd name="T4" fmla="*/ 139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2" y="6"/>
                  </a:moveTo>
                  <a:cubicBezTo>
                    <a:pt x="0" y="11"/>
                    <a:pt x="7" y="11"/>
                    <a:pt x="10" y="10"/>
                  </a:cubicBezTo>
                  <a:cubicBezTo>
                    <a:pt x="13" y="10"/>
                    <a:pt x="21" y="3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0" name="Freeform 1201">
              <a:extLst>
                <a:ext uri="{FF2B5EF4-FFF2-40B4-BE49-F238E27FC236}">
                  <a16:creationId xmlns:a16="http://schemas.microsoft.com/office/drawing/2014/main" id="{0354E21B-1732-4506-8D3F-8894DA9F2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885"/>
              <a:ext cx="10" cy="9"/>
            </a:xfrm>
            <a:custGeom>
              <a:avLst/>
              <a:gdLst>
                <a:gd name="T0" fmla="*/ 8 w 5"/>
                <a:gd name="T1" fmla="*/ 0 h 4"/>
                <a:gd name="T2" fmla="*/ 40 w 5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3"/>
                    <a:pt x="3" y="4"/>
                    <a:pt x="5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1" name="Freeform 1202">
              <a:extLst>
                <a:ext uri="{FF2B5EF4-FFF2-40B4-BE49-F238E27FC236}">
                  <a16:creationId xmlns:a16="http://schemas.microsoft.com/office/drawing/2014/main" id="{59B6FCDA-1574-4D97-8E89-FBEC61A72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888"/>
              <a:ext cx="29" cy="30"/>
            </a:xfrm>
            <a:custGeom>
              <a:avLst/>
              <a:gdLst>
                <a:gd name="T0" fmla="*/ 25 w 14"/>
                <a:gd name="T1" fmla="*/ 0 h 14"/>
                <a:gd name="T2" fmla="*/ 0 w 14"/>
                <a:gd name="T3" fmla="*/ 60 h 14"/>
                <a:gd name="T4" fmla="*/ 124 w 14"/>
                <a:gd name="T5" fmla="*/ 10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3" y="0"/>
                  </a:moveTo>
                  <a:cubicBezTo>
                    <a:pt x="1" y="1"/>
                    <a:pt x="0" y="3"/>
                    <a:pt x="0" y="6"/>
                  </a:cubicBezTo>
                  <a:cubicBezTo>
                    <a:pt x="0" y="14"/>
                    <a:pt x="8" y="14"/>
                    <a:pt x="14" y="1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2" name="Freeform 1203">
              <a:extLst>
                <a:ext uri="{FF2B5EF4-FFF2-40B4-BE49-F238E27FC236}">
                  <a16:creationId xmlns:a16="http://schemas.microsoft.com/office/drawing/2014/main" id="{85D06655-E543-4BA8-90AB-32F893771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894"/>
              <a:ext cx="6" cy="9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3"/>
                    <a:pt x="1" y="4"/>
                    <a:pt x="3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3" name="Freeform 1204">
              <a:extLst>
                <a:ext uri="{FF2B5EF4-FFF2-40B4-BE49-F238E27FC236}">
                  <a16:creationId xmlns:a16="http://schemas.microsoft.com/office/drawing/2014/main" id="{01E256E0-986B-4FAF-AF43-F1C121162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907"/>
              <a:ext cx="23" cy="13"/>
            </a:xfrm>
            <a:custGeom>
              <a:avLst/>
              <a:gdLst>
                <a:gd name="T0" fmla="*/ 0 w 11"/>
                <a:gd name="T1" fmla="*/ 20 h 6"/>
                <a:gd name="T2" fmla="*/ 100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3" y="6"/>
                    <a:pt x="10" y="5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4" name="Freeform 1205">
              <a:extLst>
                <a:ext uri="{FF2B5EF4-FFF2-40B4-BE49-F238E27FC236}">
                  <a16:creationId xmlns:a16="http://schemas.microsoft.com/office/drawing/2014/main" id="{C7536508-A271-49CA-96B6-72BA6960C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885"/>
              <a:ext cx="9" cy="9"/>
            </a:xfrm>
            <a:custGeom>
              <a:avLst/>
              <a:gdLst>
                <a:gd name="T0" fmla="*/ 45 w 4"/>
                <a:gd name="T1" fmla="*/ 0 h 4"/>
                <a:gd name="T2" fmla="*/ 0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1" y="0"/>
                    <a:pt x="0" y="2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5" name="Freeform 1206">
              <a:extLst>
                <a:ext uri="{FF2B5EF4-FFF2-40B4-BE49-F238E27FC236}">
                  <a16:creationId xmlns:a16="http://schemas.microsoft.com/office/drawing/2014/main" id="{25BD4C18-BC41-422B-B95C-F77157C75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982"/>
              <a:ext cx="39" cy="41"/>
            </a:xfrm>
            <a:custGeom>
              <a:avLst/>
              <a:gdLst>
                <a:gd name="T0" fmla="*/ 60 w 19"/>
                <a:gd name="T1" fmla="*/ 19 h 19"/>
                <a:gd name="T2" fmla="*/ 25 w 19"/>
                <a:gd name="T3" fmla="*/ 129 h 19"/>
                <a:gd name="T4" fmla="*/ 164 w 19"/>
                <a:gd name="T5" fmla="*/ 10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7" y="2"/>
                  </a:moveTo>
                  <a:cubicBezTo>
                    <a:pt x="0" y="0"/>
                    <a:pt x="0" y="9"/>
                    <a:pt x="3" y="13"/>
                  </a:cubicBezTo>
                  <a:cubicBezTo>
                    <a:pt x="8" y="19"/>
                    <a:pt x="17" y="17"/>
                    <a:pt x="19" y="1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6" name="Freeform 1207">
              <a:extLst>
                <a:ext uri="{FF2B5EF4-FFF2-40B4-BE49-F238E27FC236}">
                  <a16:creationId xmlns:a16="http://schemas.microsoft.com/office/drawing/2014/main" id="{BE9D967B-236A-488B-9474-B0D3E4CBF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988"/>
              <a:ext cx="17" cy="20"/>
            </a:xfrm>
            <a:custGeom>
              <a:avLst/>
              <a:gdLst>
                <a:gd name="T0" fmla="*/ 0 w 8"/>
                <a:gd name="T1" fmla="*/ 0 h 9"/>
                <a:gd name="T2" fmla="*/ 77 w 8"/>
                <a:gd name="T3" fmla="*/ 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1" y="4"/>
                    <a:pt x="4" y="9"/>
                    <a:pt x="8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7" name="Freeform 1208">
              <a:extLst>
                <a:ext uri="{FF2B5EF4-FFF2-40B4-BE49-F238E27FC236}">
                  <a16:creationId xmlns:a16="http://schemas.microsoft.com/office/drawing/2014/main" id="{8A8D6759-300E-4553-9034-A2D5A7870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003"/>
              <a:ext cx="35" cy="29"/>
            </a:xfrm>
            <a:custGeom>
              <a:avLst/>
              <a:gdLst>
                <a:gd name="T0" fmla="*/ 43 w 17"/>
                <a:gd name="T1" fmla="*/ 0 h 13"/>
                <a:gd name="T2" fmla="*/ 16 w 17"/>
                <a:gd name="T3" fmla="*/ 80 h 13"/>
                <a:gd name="T4" fmla="*/ 148 w 17"/>
                <a:gd name="T5" fmla="*/ 5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5" y="0"/>
                  </a:moveTo>
                  <a:cubicBezTo>
                    <a:pt x="1" y="0"/>
                    <a:pt x="0" y="4"/>
                    <a:pt x="2" y="7"/>
                  </a:cubicBezTo>
                  <a:cubicBezTo>
                    <a:pt x="5" y="13"/>
                    <a:pt x="14" y="10"/>
                    <a:pt x="17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8" name="Freeform 1209">
              <a:extLst>
                <a:ext uri="{FF2B5EF4-FFF2-40B4-BE49-F238E27FC236}">
                  <a16:creationId xmlns:a16="http://schemas.microsoft.com/office/drawing/2014/main" id="{196615B8-61A5-4D92-A2EB-620FC4206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999"/>
              <a:ext cx="39" cy="22"/>
            </a:xfrm>
            <a:custGeom>
              <a:avLst/>
              <a:gdLst>
                <a:gd name="T0" fmla="*/ 33 w 19"/>
                <a:gd name="T1" fmla="*/ 0 h 10"/>
                <a:gd name="T2" fmla="*/ 88 w 19"/>
                <a:gd name="T3" fmla="*/ 106 h 10"/>
                <a:gd name="T4" fmla="*/ 148 w 19"/>
                <a:gd name="T5" fmla="*/ 4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4" y="0"/>
                  </a:moveTo>
                  <a:cubicBezTo>
                    <a:pt x="0" y="4"/>
                    <a:pt x="6" y="10"/>
                    <a:pt x="10" y="10"/>
                  </a:cubicBezTo>
                  <a:cubicBezTo>
                    <a:pt x="13" y="10"/>
                    <a:pt x="19" y="7"/>
                    <a:pt x="17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29" name="Freeform 1210">
              <a:extLst>
                <a:ext uri="{FF2B5EF4-FFF2-40B4-BE49-F238E27FC236}">
                  <a16:creationId xmlns:a16="http://schemas.microsoft.com/office/drawing/2014/main" id="{02991B0A-3EF4-4A9C-B3E5-663ACF8E1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008"/>
              <a:ext cx="6" cy="9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0" name="Freeform 1211">
              <a:extLst>
                <a:ext uri="{FF2B5EF4-FFF2-40B4-BE49-F238E27FC236}">
                  <a16:creationId xmlns:a16="http://schemas.microsoft.com/office/drawing/2014/main" id="{5C6CD08C-30D1-451A-A051-03E174052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021"/>
              <a:ext cx="55" cy="31"/>
            </a:xfrm>
            <a:custGeom>
              <a:avLst/>
              <a:gdLst>
                <a:gd name="T0" fmla="*/ 41 w 27"/>
                <a:gd name="T1" fmla="*/ 0 h 14"/>
                <a:gd name="T2" fmla="*/ 196 w 2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5" y="0"/>
                  </a:moveTo>
                  <a:cubicBezTo>
                    <a:pt x="0" y="14"/>
                    <a:pt x="27" y="9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1" name="Freeform 1212">
              <a:extLst>
                <a:ext uri="{FF2B5EF4-FFF2-40B4-BE49-F238E27FC236}">
                  <a16:creationId xmlns:a16="http://schemas.microsoft.com/office/drawing/2014/main" id="{957AEEC9-6337-4697-9CCC-A29B839DF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028"/>
              <a:ext cx="6" cy="4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2"/>
                    <a:pt x="2" y="2"/>
                    <a:pt x="3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2" name="Freeform 1213">
              <a:extLst>
                <a:ext uri="{FF2B5EF4-FFF2-40B4-BE49-F238E27FC236}">
                  <a16:creationId xmlns:a16="http://schemas.microsoft.com/office/drawing/2014/main" id="{19D3D5E4-8B46-48AB-9A60-84A28F5E9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008"/>
              <a:ext cx="58" cy="35"/>
            </a:xfrm>
            <a:custGeom>
              <a:avLst/>
              <a:gdLst>
                <a:gd name="T0" fmla="*/ 35 w 28"/>
                <a:gd name="T1" fmla="*/ 0 h 16"/>
                <a:gd name="T2" fmla="*/ 215 w 28"/>
                <a:gd name="T3" fmla="*/ 3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">
                  <a:moveTo>
                    <a:pt x="4" y="0"/>
                  </a:moveTo>
                  <a:cubicBezTo>
                    <a:pt x="0" y="16"/>
                    <a:pt x="28" y="12"/>
                    <a:pt x="24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3" name="Freeform 1214">
              <a:extLst>
                <a:ext uri="{FF2B5EF4-FFF2-40B4-BE49-F238E27FC236}">
                  <a16:creationId xmlns:a16="http://schemas.microsoft.com/office/drawing/2014/main" id="{C4D74CAB-7B00-4F6C-90A2-5323CF6A7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012"/>
              <a:ext cx="14" cy="9"/>
            </a:xfrm>
            <a:custGeom>
              <a:avLst/>
              <a:gdLst>
                <a:gd name="T0" fmla="*/ 0 w 7"/>
                <a:gd name="T1" fmla="*/ 0 h 4"/>
                <a:gd name="T2" fmla="*/ 56 w 7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4"/>
                    <a:pt x="4" y="4"/>
                    <a:pt x="7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4" name="Freeform 1215">
              <a:extLst>
                <a:ext uri="{FF2B5EF4-FFF2-40B4-BE49-F238E27FC236}">
                  <a16:creationId xmlns:a16="http://schemas.microsoft.com/office/drawing/2014/main" id="{1BE23622-435F-433E-A0DB-9AE988B6E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990"/>
              <a:ext cx="16" cy="13"/>
            </a:xfrm>
            <a:custGeom>
              <a:avLst/>
              <a:gdLst>
                <a:gd name="T0" fmla="*/ 0 w 8"/>
                <a:gd name="T1" fmla="*/ 33 h 6"/>
                <a:gd name="T2" fmla="*/ 64 w 8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3"/>
                  </a:moveTo>
                  <a:cubicBezTo>
                    <a:pt x="3" y="0"/>
                    <a:pt x="5" y="4"/>
                    <a:pt x="8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5" name="Freeform 1216">
              <a:extLst>
                <a:ext uri="{FF2B5EF4-FFF2-40B4-BE49-F238E27FC236}">
                  <a16:creationId xmlns:a16="http://schemas.microsoft.com/office/drawing/2014/main" id="{7A6FBC88-5909-40C6-95EB-B6D029970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962"/>
              <a:ext cx="28" cy="24"/>
            </a:xfrm>
            <a:custGeom>
              <a:avLst/>
              <a:gdLst>
                <a:gd name="T0" fmla="*/ 32 w 14"/>
                <a:gd name="T1" fmla="*/ 0 h 11"/>
                <a:gd name="T2" fmla="*/ 112 w 14"/>
                <a:gd name="T3" fmla="*/ 7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4" y="0"/>
                  </a:moveTo>
                  <a:cubicBezTo>
                    <a:pt x="0" y="7"/>
                    <a:pt x="8" y="11"/>
                    <a:pt x="14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6" name="Freeform 1217">
              <a:extLst>
                <a:ext uri="{FF2B5EF4-FFF2-40B4-BE49-F238E27FC236}">
                  <a16:creationId xmlns:a16="http://schemas.microsoft.com/office/drawing/2014/main" id="{8E190EA1-FCBB-4437-BA84-A0143C596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953"/>
              <a:ext cx="16" cy="13"/>
            </a:xfrm>
            <a:custGeom>
              <a:avLst/>
              <a:gdLst>
                <a:gd name="T0" fmla="*/ 0 w 8"/>
                <a:gd name="T1" fmla="*/ 20 h 6"/>
                <a:gd name="T2" fmla="*/ 64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2"/>
                  </a:moveTo>
                  <a:cubicBezTo>
                    <a:pt x="2" y="6"/>
                    <a:pt x="7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7" name="Freeform 1218">
              <a:extLst>
                <a:ext uri="{FF2B5EF4-FFF2-40B4-BE49-F238E27FC236}">
                  <a16:creationId xmlns:a16="http://schemas.microsoft.com/office/drawing/2014/main" id="{9ACD9A45-377F-4806-A46D-423FE49F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984"/>
              <a:ext cx="10" cy="6"/>
            </a:xfrm>
            <a:custGeom>
              <a:avLst/>
              <a:gdLst>
                <a:gd name="T0" fmla="*/ 0 w 5"/>
                <a:gd name="T1" fmla="*/ 8 h 3"/>
                <a:gd name="T2" fmla="*/ 40 w 5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0"/>
                    <a:pt x="4" y="1"/>
                    <a:pt x="5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8" name="Freeform 1219">
              <a:extLst>
                <a:ext uri="{FF2B5EF4-FFF2-40B4-BE49-F238E27FC236}">
                  <a16:creationId xmlns:a16="http://schemas.microsoft.com/office/drawing/2014/main" id="{F931332B-843F-4AB5-AB43-B4B9ED200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975"/>
              <a:ext cx="21" cy="13"/>
            </a:xfrm>
            <a:custGeom>
              <a:avLst/>
              <a:gdLst>
                <a:gd name="T0" fmla="*/ 0 w 10"/>
                <a:gd name="T1" fmla="*/ 20 h 6"/>
                <a:gd name="T2" fmla="*/ 92 w 10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2"/>
                  </a:moveTo>
                  <a:cubicBezTo>
                    <a:pt x="4" y="0"/>
                    <a:pt x="9" y="1"/>
                    <a:pt x="1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39" name="Freeform 1220">
              <a:extLst>
                <a:ext uri="{FF2B5EF4-FFF2-40B4-BE49-F238E27FC236}">
                  <a16:creationId xmlns:a16="http://schemas.microsoft.com/office/drawing/2014/main" id="{1CB03A28-AC5E-4E51-9F15-606BBE548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986"/>
              <a:ext cx="12" cy="7"/>
            </a:xfrm>
            <a:custGeom>
              <a:avLst/>
              <a:gdLst>
                <a:gd name="T0" fmla="*/ 0 w 6"/>
                <a:gd name="T1" fmla="*/ 0 h 3"/>
                <a:gd name="T2" fmla="*/ 48 w 6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4" y="3"/>
                    <a:pt x="6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40" name="Freeform 1221">
              <a:extLst>
                <a:ext uri="{FF2B5EF4-FFF2-40B4-BE49-F238E27FC236}">
                  <a16:creationId xmlns:a16="http://schemas.microsoft.com/office/drawing/2014/main" id="{5AD86AAD-F294-400A-9E9F-8EEF5BF44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894"/>
              <a:ext cx="27" cy="18"/>
            </a:xfrm>
            <a:custGeom>
              <a:avLst/>
              <a:gdLst>
                <a:gd name="T0" fmla="*/ 17 w 13"/>
                <a:gd name="T1" fmla="*/ 0 h 8"/>
                <a:gd name="T2" fmla="*/ 116 w 13"/>
                <a:gd name="T3" fmla="*/ 3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2" y="0"/>
                  </a:moveTo>
                  <a:cubicBezTo>
                    <a:pt x="0" y="6"/>
                    <a:pt x="11" y="8"/>
                    <a:pt x="13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41" name="Freeform 1222">
              <a:extLst>
                <a:ext uri="{FF2B5EF4-FFF2-40B4-BE49-F238E27FC236}">
                  <a16:creationId xmlns:a16="http://schemas.microsoft.com/office/drawing/2014/main" id="{A13CF4FB-F9AF-4732-BD3A-DDDB5E48D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846"/>
              <a:ext cx="23" cy="13"/>
            </a:xfrm>
            <a:custGeom>
              <a:avLst/>
              <a:gdLst>
                <a:gd name="T0" fmla="*/ 0 w 11"/>
                <a:gd name="T1" fmla="*/ 0 h 6"/>
                <a:gd name="T2" fmla="*/ 100 w 11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0" y="6"/>
                    <a:pt x="7" y="6"/>
                    <a:pt x="11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42" name="Freeform 1223">
              <a:extLst>
                <a:ext uri="{FF2B5EF4-FFF2-40B4-BE49-F238E27FC236}">
                  <a16:creationId xmlns:a16="http://schemas.microsoft.com/office/drawing/2014/main" id="{7858A626-99AF-425A-B570-620B6BC8C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754"/>
              <a:ext cx="14" cy="9"/>
            </a:xfrm>
            <a:custGeom>
              <a:avLst/>
              <a:gdLst>
                <a:gd name="T0" fmla="*/ 0 w 7"/>
                <a:gd name="T1" fmla="*/ 0 h 4"/>
                <a:gd name="T2" fmla="*/ 56 w 7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4"/>
                    <a:pt x="5" y="2"/>
                    <a:pt x="7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43" name="Freeform 1224">
              <a:extLst>
                <a:ext uri="{FF2B5EF4-FFF2-40B4-BE49-F238E27FC236}">
                  <a16:creationId xmlns:a16="http://schemas.microsoft.com/office/drawing/2014/main" id="{2C96452E-FC5E-4423-A091-BEA1B0A7D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715"/>
              <a:ext cx="35" cy="26"/>
            </a:xfrm>
            <a:custGeom>
              <a:avLst/>
              <a:gdLst>
                <a:gd name="T0" fmla="*/ 0 w 17"/>
                <a:gd name="T1" fmla="*/ 20 h 12"/>
                <a:gd name="T2" fmla="*/ 140 w 1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0" y="2"/>
                  </a:moveTo>
                  <a:cubicBezTo>
                    <a:pt x="0" y="12"/>
                    <a:pt x="17" y="10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44" name="Freeform 1225">
              <a:extLst>
                <a:ext uri="{FF2B5EF4-FFF2-40B4-BE49-F238E27FC236}">
                  <a16:creationId xmlns:a16="http://schemas.microsoft.com/office/drawing/2014/main" id="{6F2B4C9F-DFEF-4CF7-B3EC-54836B692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700"/>
              <a:ext cx="33" cy="26"/>
            </a:xfrm>
            <a:custGeom>
              <a:avLst/>
              <a:gdLst>
                <a:gd name="T0" fmla="*/ 17 w 16"/>
                <a:gd name="T1" fmla="*/ 0 h 12"/>
                <a:gd name="T2" fmla="*/ 17 w 16"/>
                <a:gd name="T3" fmla="*/ 72 h 12"/>
                <a:gd name="T4" fmla="*/ 140 w 16"/>
                <a:gd name="T5" fmla="*/ 10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2" y="0"/>
                  </a:moveTo>
                  <a:cubicBezTo>
                    <a:pt x="0" y="2"/>
                    <a:pt x="1" y="5"/>
                    <a:pt x="2" y="7"/>
                  </a:cubicBezTo>
                  <a:cubicBezTo>
                    <a:pt x="5" y="12"/>
                    <a:pt x="12" y="12"/>
                    <a:pt x="16" y="1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45" name="Freeform 1226">
              <a:extLst>
                <a:ext uri="{FF2B5EF4-FFF2-40B4-BE49-F238E27FC236}">
                  <a16:creationId xmlns:a16="http://schemas.microsoft.com/office/drawing/2014/main" id="{6FB109FA-02CE-4DDC-9BD9-9EA13205B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713"/>
              <a:ext cx="30" cy="32"/>
            </a:xfrm>
            <a:custGeom>
              <a:avLst/>
              <a:gdLst>
                <a:gd name="T0" fmla="*/ 40 w 15"/>
                <a:gd name="T1" fmla="*/ 0 h 15"/>
                <a:gd name="T2" fmla="*/ 16 w 15"/>
                <a:gd name="T3" fmla="*/ 96 h 15"/>
                <a:gd name="T4" fmla="*/ 120 w 15"/>
                <a:gd name="T5" fmla="*/ 10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5" y="0"/>
                  </a:moveTo>
                  <a:cubicBezTo>
                    <a:pt x="2" y="3"/>
                    <a:pt x="0" y="6"/>
                    <a:pt x="2" y="10"/>
                  </a:cubicBezTo>
                  <a:cubicBezTo>
                    <a:pt x="4" y="15"/>
                    <a:pt x="11" y="14"/>
                    <a:pt x="15" y="1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46" name="Freeform 1227">
              <a:extLst>
                <a:ext uri="{FF2B5EF4-FFF2-40B4-BE49-F238E27FC236}">
                  <a16:creationId xmlns:a16="http://schemas.microsoft.com/office/drawing/2014/main" id="{C1237C01-5D10-41F1-9463-4E0B3ED9C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724"/>
              <a:ext cx="21" cy="13"/>
            </a:xfrm>
            <a:custGeom>
              <a:avLst/>
              <a:gdLst>
                <a:gd name="T0" fmla="*/ 0 w 10"/>
                <a:gd name="T1" fmla="*/ 0 h 6"/>
                <a:gd name="T2" fmla="*/ 92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1" y="6"/>
                    <a:pt x="8" y="2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47" name="Freeform 1228">
              <a:extLst>
                <a:ext uri="{FF2B5EF4-FFF2-40B4-BE49-F238E27FC236}">
                  <a16:creationId xmlns:a16="http://schemas.microsoft.com/office/drawing/2014/main" id="{B58667A1-0E94-400E-9BF4-1F06CF0CB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796"/>
              <a:ext cx="19" cy="9"/>
            </a:xfrm>
            <a:custGeom>
              <a:avLst/>
              <a:gdLst>
                <a:gd name="T0" fmla="*/ 27 w 9"/>
                <a:gd name="T1" fmla="*/ 0 h 4"/>
                <a:gd name="T2" fmla="*/ 84 w 9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3" y="0"/>
                  </a:moveTo>
                  <a:cubicBezTo>
                    <a:pt x="0" y="4"/>
                    <a:pt x="7" y="4"/>
                    <a:pt x="9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48" name="Freeform 1229">
              <a:extLst>
                <a:ext uri="{FF2B5EF4-FFF2-40B4-BE49-F238E27FC236}">
                  <a16:creationId xmlns:a16="http://schemas.microsoft.com/office/drawing/2014/main" id="{4A7651F8-6F57-4414-AE6F-27B6BA9CB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881"/>
              <a:ext cx="9" cy="13"/>
            </a:xfrm>
            <a:custGeom>
              <a:avLst/>
              <a:gdLst>
                <a:gd name="T0" fmla="*/ 45 w 4"/>
                <a:gd name="T1" fmla="*/ 0 h 6"/>
                <a:gd name="T2" fmla="*/ 11 w 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1"/>
                    <a:pt x="0" y="3"/>
                    <a:pt x="1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49" name="Freeform 1230">
              <a:extLst>
                <a:ext uri="{FF2B5EF4-FFF2-40B4-BE49-F238E27FC236}">
                  <a16:creationId xmlns:a16="http://schemas.microsoft.com/office/drawing/2014/main" id="{C3FE4691-9F7E-4050-A6C5-54457D1C9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888"/>
              <a:ext cx="12" cy="11"/>
            </a:xfrm>
            <a:custGeom>
              <a:avLst/>
              <a:gdLst>
                <a:gd name="T0" fmla="*/ 0 w 6"/>
                <a:gd name="T1" fmla="*/ 33 h 5"/>
                <a:gd name="T2" fmla="*/ 4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2" y="5"/>
                    <a:pt x="6" y="3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50" name="Freeform 1231">
              <a:extLst>
                <a:ext uri="{FF2B5EF4-FFF2-40B4-BE49-F238E27FC236}">
                  <a16:creationId xmlns:a16="http://schemas.microsoft.com/office/drawing/2014/main" id="{ABA5F9FA-BC51-4285-A331-D96A5A270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55"/>
              <a:ext cx="18" cy="13"/>
            </a:xfrm>
            <a:custGeom>
              <a:avLst/>
              <a:gdLst>
                <a:gd name="T0" fmla="*/ 0 w 9"/>
                <a:gd name="T1" fmla="*/ 20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2"/>
                  </a:moveTo>
                  <a:cubicBezTo>
                    <a:pt x="2" y="6"/>
                    <a:pt x="7" y="2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51" name="Freeform 1232">
              <a:extLst>
                <a:ext uri="{FF2B5EF4-FFF2-40B4-BE49-F238E27FC236}">
                  <a16:creationId xmlns:a16="http://schemas.microsoft.com/office/drawing/2014/main" id="{B28A836B-4973-41FD-A210-D8EF1B8C9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028"/>
              <a:ext cx="10" cy="15"/>
            </a:xfrm>
            <a:custGeom>
              <a:avLst/>
              <a:gdLst>
                <a:gd name="T0" fmla="*/ 16 w 5"/>
                <a:gd name="T1" fmla="*/ 0 h 7"/>
                <a:gd name="T2" fmla="*/ 40 w 5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3"/>
                    <a:pt x="1" y="7"/>
                    <a:pt x="5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52" name="Freeform 1233">
              <a:extLst>
                <a:ext uri="{FF2B5EF4-FFF2-40B4-BE49-F238E27FC236}">
                  <a16:creationId xmlns:a16="http://schemas.microsoft.com/office/drawing/2014/main" id="{220E6C86-DFEC-419C-BDAA-E181D76B5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023"/>
              <a:ext cx="4" cy="9"/>
            </a:xfrm>
            <a:custGeom>
              <a:avLst/>
              <a:gdLst>
                <a:gd name="T0" fmla="*/ 0 w 2"/>
                <a:gd name="T1" fmla="*/ 0 h 4"/>
                <a:gd name="T2" fmla="*/ 16 w 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2"/>
                    <a:pt x="2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53" name="Freeform 1234">
              <a:extLst>
                <a:ext uri="{FF2B5EF4-FFF2-40B4-BE49-F238E27FC236}">
                  <a16:creationId xmlns:a16="http://schemas.microsoft.com/office/drawing/2014/main" id="{CFDD9069-806A-4888-A70E-717982B9A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525"/>
              <a:ext cx="66" cy="44"/>
            </a:xfrm>
            <a:custGeom>
              <a:avLst/>
              <a:gdLst>
                <a:gd name="T0" fmla="*/ 0 w 32"/>
                <a:gd name="T1" fmla="*/ 44 h 20"/>
                <a:gd name="T2" fmla="*/ 281 w 32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0">
                  <a:moveTo>
                    <a:pt x="0" y="4"/>
                  </a:moveTo>
                  <a:cubicBezTo>
                    <a:pt x="9" y="20"/>
                    <a:pt x="23" y="8"/>
                    <a:pt x="3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54" name="Freeform 1235">
              <a:extLst>
                <a:ext uri="{FF2B5EF4-FFF2-40B4-BE49-F238E27FC236}">
                  <a16:creationId xmlns:a16="http://schemas.microsoft.com/office/drawing/2014/main" id="{BF4139B2-B3A2-4600-8E5A-2B32A2D9F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3536"/>
              <a:ext cx="49" cy="50"/>
            </a:xfrm>
            <a:custGeom>
              <a:avLst/>
              <a:gdLst>
                <a:gd name="T0" fmla="*/ 204 w 24"/>
                <a:gd name="T1" fmla="*/ 185 h 23"/>
                <a:gd name="T2" fmla="*/ 0 w 24"/>
                <a:gd name="T3" fmla="*/ 93 h 23"/>
                <a:gd name="T4" fmla="*/ 8 w 2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24" y="18"/>
                  </a:moveTo>
                  <a:cubicBezTo>
                    <a:pt x="14" y="20"/>
                    <a:pt x="4" y="23"/>
                    <a:pt x="0" y="9"/>
                  </a:cubicBezTo>
                  <a:cubicBezTo>
                    <a:pt x="0" y="6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55" name="Freeform 1236">
              <a:extLst>
                <a:ext uri="{FF2B5EF4-FFF2-40B4-BE49-F238E27FC236}">
                  <a16:creationId xmlns:a16="http://schemas.microsoft.com/office/drawing/2014/main" id="{3160F398-60EA-45AA-BFBD-0A32D8989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3475"/>
              <a:ext cx="33" cy="24"/>
            </a:xfrm>
            <a:custGeom>
              <a:avLst/>
              <a:gdLst>
                <a:gd name="T0" fmla="*/ 0 w 16"/>
                <a:gd name="T1" fmla="*/ 0 h 11"/>
                <a:gd name="T2" fmla="*/ 140 w 16"/>
                <a:gd name="T3" fmla="*/ 9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0"/>
                  </a:moveTo>
                  <a:cubicBezTo>
                    <a:pt x="2" y="7"/>
                    <a:pt x="9" y="11"/>
                    <a:pt x="16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56" name="Freeform 1237">
              <a:extLst>
                <a:ext uri="{FF2B5EF4-FFF2-40B4-BE49-F238E27FC236}">
                  <a16:creationId xmlns:a16="http://schemas.microsoft.com/office/drawing/2014/main" id="{06B283B0-F755-435F-B9A2-3D0A2005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551"/>
              <a:ext cx="49" cy="40"/>
            </a:xfrm>
            <a:custGeom>
              <a:avLst/>
              <a:gdLst>
                <a:gd name="T0" fmla="*/ 0 w 24"/>
                <a:gd name="T1" fmla="*/ 0 h 18"/>
                <a:gd name="T2" fmla="*/ 204 w 24"/>
                <a:gd name="T3" fmla="*/ 10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0"/>
                  </a:moveTo>
                  <a:cubicBezTo>
                    <a:pt x="1" y="12"/>
                    <a:pt x="14" y="18"/>
                    <a:pt x="24" y="1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57" name="Freeform 1238">
              <a:extLst>
                <a:ext uri="{FF2B5EF4-FFF2-40B4-BE49-F238E27FC236}">
                  <a16:creationId xmlns:a16="http://schemas.microsoft.com/office/drawing/2014/main" id="{7E01494A-42B7-4162-8A3F-81ED40BE6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3477"/>
              <a:ext cx="51" cy="44"/>
            </a:xfrm>
            <a:custGeom>
              <a:avLst/>
              <a:gdLst>
                <a:gd name="T0" fmla="*/ 0 w 25"/>
                <a:gd name="T1" fmla="*/ 0 h 20"/>
                <a:gd name="T2" fmla="*/ 212 w 25"/>
                <a:gd name="T3" fmla="*/ 11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5" y="14"/>
                    <a:pt x="11" y="20"/>
                    <a:pt x="25" y="1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58" name="Freeform 1239">
              <a:extLst>
                <a:ext uri="{FF2B5EF4-FFF2-40B4-BE49-F238E27FC236}">
                  <a16:creationId xmlns:a16="http://schemas.microsoft.com/office/drawing/2014/main" id="{B168F1DB-F7E5-4809-9A7D-95E8B0FA3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3455"/>
              <a:ext cx="34" cy="55"/>
            </a:xfrm>
            <a:custGeom>
              <a:avLst/>
              <a:gdLst>
                <a:gd name="T0" fmla="*/ 120 w 17"/>
                <a:gd name="T1" fmla="*/ 0 h 25"/>
                <a:gd name="T2" fmla="*/ 0 w 17"/>
                <a:gd name="T3" fmla="*/ 16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5">
                  <a:moveTo>
                    <a:pt x="15" y="0"/>
                  </a:moveTo>
                  <a:cubicBezTo>
                    <a:pt x="17" y="7"/>
                    <a:pt x="7" y="25"/>
                    <a:pt x="0" y="1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59" name="Freeform 1240">
              <a:extLst>
                <a:ext uri="{FF2B5EF4-FFF2-40B4-BE49-F238E27FC236}">
                  <a16:creationId xmlns:a16="http://schemas.microsoft.com/office/drawing/2014/main" id="{0D1D6773-ACBA-419E-BDD1-5D4157681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497"/>
              <a:ext cx="49" cy="37"/>
            </a:xfrm>
            <a:custGeom>
              <a:avLst/>
              <a:gdLst>
                <a:gd name="T0" fmla="*/ 0 w 24"/>
                <a:gd name="T1" fmla="*/ 176 h 17"/>
                <a:gd name="T2" fmla="*/ 188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17"/>
                  </a:moveTo>
                  <a:cubicBezTo>
                    <a:pt x="9" y="16"/>
                    <a:pt x="24" y="17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60" name="Freeform 1241">
              <a:extLst>
                <a:ext uri="{FF2B5EF4-FFF2-40B4-BE49-F238E27FC236}">
                  <a16:creationId xmlns:a16="http://schemas.microsoft.com/office/drawing/2014/main" id="{018D1E5E-6F44-4889-8327-6E9D324EC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3549"/>
              <a:ext cx="41" cy="35"/>
            </a:xfrm>
            <a:custGeom>
              <a:avLst/>
              <a:gdLst>
                <a:gd name="T0" fmla="*/ 0 w 20"/>
                <a:gd name="T1" fmla="*/ 85 h 16"/>
                <a:gd name="T2" fmla="*/ 172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8"/>
                  </a:moveTo>
                  <a:cubicBezTo>
                    <a:pt x="6" y="16"/>
                    <a:pt x="17" y="7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61" name="Freeform 1242">
              <a:extLst>
                <a:ext uri="{FF2B5EF4-FFF2-40B4-BE49-F238E27FC236}">
                  <a16:creationId xmlns:a16="http://schemas.microsoft.com/office/drawing/2014/main" id="{4F2D5AE9-C848-451F-887B-6F6C9C543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3580"/>
              <a:ext cx="76" cy="44"/>
            </a:xfrm>
            <a:custGeom>
              <a:avLst/>
              <a:gdLst>
                <a:gd name="T0" fmla="*/ 33 w 37"/>
                <a:gd name="T1" fmla="*/ 33 h 20"/>
                <a:gd name="T2" fmla="*/ 105 w 37"/>
                <a:gd name="T3" fmla="*/ 194 h 20"/>
                <a:gd name="T4" fmla="*/ 279 w 3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0">
                  <a:moveTo>
                    <a:pt x="4" y="3"/>
                  </a:moveTo>
                  <a:cubicBezTo>
                    <a:pt x="0" y="8"/>
                    <a:pt x="5" y="17"/>
                    <a:pt x="12" y="18"/>
                  </a:cubicBezTo>
                  <a:cubicBezTo>
                    <a:pt x="19" y="20"/>
                    <a:pt x="37" y="12"/>
                    <a:pt x="3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62" name="Freeform 1243">
              <a:extLst>
                <a:ext uri="{FF2B5EF4-FFF2-40B4-BE49-F238E27FC236}">
                  <a16:creationId xmlns:a16="http://schemas.microsoft.com/office/drawing/2014/main" id="{0C2EA1FD-7735-4160-9D8B-E438A11D1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3595"/>
              <a:ext cx="22" cy="11"/>
            </a:xfrm>
            <a:custGeom>
              <a:avLst/>
              <a:gdLst>
                <a:gd name="T0" fmla="*/ 8 w 11"/>
                <a:gd name="T1" fmla="*/ 9 h 5"/>
                <a:gd name="T2" fmla="*/ 88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1" y="1"/>
                  </a:moveTo>
                  <a:cubicBezTo>
                    <a:pt x="0" y="5"/>
                    <a:pt x="9" y="1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63" name="Freeform 1244">
              <a:extLst>
                <a:ext uri="{FF2B5EF4-FFF2-40B4-BE49-F238E27FC236}">
                  <a16:creationId xmlns:a16="http://schemas.microsoft.com/office/drawing/2014/main" id="{F71B3939-6472-48FE-8868-87BF5CC2D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3547"/>
              <a:ext cx="20" cy="11"/>
            </a:xfrm>
            <a:custGeom>
              <a:avLst/>
              <a:gdLst>
                <a:gd name="T0" fmla="*/ 8 w 10"/>
                <a:gd name="T1" fmla="*/ 0 h 5"/>
                <a:gd name="T2" fmla="*/ 80 w 10"/>
                <a:gd name="T3" fmla="*/ 4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" y="0"/>
                  </a:moveTo>
                  <a:cubicBezTo>
                    <a:pt x="0" y="5"/>
                    <a:pt x="7" y="4"/>
                    <a:pt x="1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64" name="Freeform 1245">
              <a:extLst>
                <a:ext uri="{FF2B5EF4-FFF2-40B4-BE49-F238E27FC236}">
                  <a16:creationId xmlns:a16="http://schemas.microsoft.com/office/drawing/2014/main" id="{3D937422-7D7B-46EC-8175-5E1A730CE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416"/>
              <a:ext cx="62" cy="26"/>
            </a:xfrm>
            <a:custGeom>
              <a:avLst/>
              <a:gdLst>
                <a:gd name="T0" fmla="*/ 0 w 30"/>
                <a:gd name="T1" fmla="*/ 0 h 12"/>
                <a:gd name="T2" fmla="*/ 265 w 30"/>
                <a:gd name="T3" fmla="*/ 4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2">
                  <a:moveTo>
                    <a:pt x="0" y="0"/>
                  </a:moveTo>
                  <a:cubicBezTo>
                    <a:pt x="7" y="12"/>
                    <a:pt x="19" y="9"/>
                    <a:pt x="3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65" name="Freeform 1246">
              <a:extLst>
                <a:ext uri="{FF2B5EF4-FFF2-40B4-BE49-F238E27FC236}">
                  <a16:creationId xmlns:a16="http://schemas.microsoft.com/office/drawing/2014/main" id="{06B6298B-B2AB-4177-AACB-0742F9FBF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3328"/>
              <a:ext cx="58" cy="49"/>
            </a:xfrm>
            <a:custGeom>
              <a:avLst/>
              <a:gdLst>
                <a:gd name="T0" fmla="*/ 0 w 28"/>
                <a:gd name="T1" fmla="*/ 145 h 22"/>
                <a:gd name="T2" fmla="*/ 224 w 2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2">
                  <a:moveTo>
                    <a:pt x="0" y="13"/>
                  </a:moveTo>
                  <a:cubicBezTo>
                    <a:pt x="5" y="22"/>
                    <a:pt x="28" y="9"/>
                    <a:pt x="2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66" name="Freeform 1247">
              <a:extLst>
                <a:ext uri="{FF2B5EF4-FFF2-40B4-BE49-F238E27FC236}">
                  <a16:creationId xmlns:a16="http://schemas.microsoft.com/office/drawing/2014/main" id="{5E2CB6EE-829F-40F9-9A6C-881087711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324"/>
              <a:ext cx="66" cy="53"/>
            </a:xfrm>
            <a:custGeom>
              <a:avLst/>
              <a:gdLst>
                <a:gd name="T0" fmla="*/ 43 w 32"/>
                <a:gd name="T1" fmla="*/ 64 h 24"/>
                <a:gd name="T2" fmla="*/ 89 w 32"/>
                <a:gd name="T3" fmla="*/ 225 h 24"/>
                <a:gd name="T4" fmla="*/ 221 w 3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">
                  <a:moveTo>
                    <a:pt x="5" y="6"/>
                  </a:moveTo>
                  <a:cubicBezTo>
                    <a:pt x="0" y="11"/>
                    <a:pt x="3" y="19"/>
                    <a:pt x="10" y="21"/>
                  </a:cubicBezTo>
                  <a:cubicBezTo>
                    <a:pt x="21" y="24"/>
                    <a:pt x="32" y="9"/>
                    <a:pt x="2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67" name="Freeform 1248">
              <a:extLst>
                <a:ext uri="{FF2B5EF4-FFF2-40B4-BE49-F238E27FC236}">
                  <a16:creationId xmlns:a16="http://schemas.microsoft.com/office/drawing/2014/main" id="{80FAF559-2C03-4CCF-B4E1-2490E96D0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471"/>
              <a:ext cx="70" cy="41"/>
            </a:xfrm>
            <a:custGeom>
              <a:avLst/>
              <a:gdLst>
                <a:gd name="T0" fmla="*/ 16 w 34"/>
                <a:gd name="T1" fmla="*/ 19 h 19"/>
                <a:gd name="T2" fmla="*/ 60 w 34"/>
                <a:gd name="T3" fmla="*/ 164 h 19"/>
                <a:gd name="T4" fmla="*/ 208 w 3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9">
                  <a:moveTo>
                    <a:pt x="2" y="2"/>
                  </a:moveTo>
                  <a:cubicBezTo>
                    <a:pt x="0" y="7"/>
                    <a:pt x="1" y="14"/>
                    <a:pt x="7" y="16"/>
                  </a:cubicBezTo>
                  <a:cubicBezTo>
                    <a:pt x="15" y="19"/>
                    <a:pt x="34" y="9"/>
                    <a:pt x="2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68" name="Freeform 1249">
              <a:extLst>
                <a:ext uri="{FF2B5EF4-FFF2-40B4-BE49-F238E27FC236}">
                  <a16:creationId xmlns:a16="http://schemas.microsoft.com/office/drawing/2014/main" id="{2F68F237-0A9A-4D19-BFAF-AEFC13990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3549"/>
              <a:ext cx="52" cy="31"/>
            </a:xfrm>
            <a:custGeom>
              <a:avLst/>
              <a:gdLst>
                <a:gd name="T0" fmla="*/ 35 w 25"/>
                <a:gd name="T1" fmla="*/ 44 h 14"/>
                <a:gd name="T2" fmla="*/ 108 w 25"/>
                <a:gd name="T3" fmla="*/ 153 h 14"/>
                <a:gd name="T4" fmla="*/ 160 w 2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4" y="4"/>
                  </a:moveTo>
                  <a:cubicBezTo>
                    <a:pt x="0" y="8"/>
                    <a:pt x="8" y="14"/>
                    <a:pt x="12" y="14"/>
                  </a:cubicBezTo>
                  <a:cubicBezTo>
                    <a:pt x="16" y="13"/>
                    <a:pt x="25" y="3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69" name="Freeform 1250">
              <a:extLst>
                <a:ext uri="{FF2B5EF4-FFF2-40B4-BE49-F238E27FC236}">
                  <a16:creationId xmlns:a16="http://schemas.microsoft.com/office/drawing/2014/main" id="{BCAFF07D-7B92-4194-85AD-07A245258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3595"/>
              <a:ext cx="55" cy="31"/>
            </a:xfrm>
            <a:custGeom>
              <a:avLst/>
              <a:gdLst>
                <a:gd name="T0" fmla="*/ 0 w 27"/>
                <a:gd name="T1" fmla="*/ 44 h 14"/>
                <a:gd name="T2" fmla="*/ 228 w 2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0" y="4"/>
                  </a:moveTo>
                  <a:cubicBezTo>
                    <a:pt x="4" y="14"/>
                    <a:pt x="26" y="10"/>
                    <a:pt x="2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70" name="Freeform 1251">
              <a:extLst>
                <a:ext uri="{FF2B5EF4-FFF2-40B4-BE49-F238E27FC236}">
                  <a16:creationId xmlns:a16="http://schemas.microsoft.com/office/drawing/2014/main" id="{1F43B303-5525-4D77-B134-7D86F13C2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652"/>
              <a:ext cx="49" cy="24"/>
            </a:xfrm>
            <a:custGeom>
              <a:avLst/>
              <a:gdLst>
                <a:gd name="T0" fmla="*/ 33 w 24"/>
                <a:gd name="T1" fmla="*/ 9 h 11"/>
                <a:gd name="T2" fmla="*/ 92 w 24"/>
                <a:gd name="T3" fmla="*/ 113 h 11"/>
                <a:gd name="T4" fmla="*/ 172 w 2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">
                  <a:moveTo>
                    <a:pt x="4" y="1"/>
                  </a:moveTo>
                  <a:cubicBezTo>
                    <a:pt x="0" y="7"/>
                    <a:pt x="6" y="11"/>
                    <a:pt x="11" y="11"/>
                  </a:cubicBezTo>
                  <a:cubicBezTo>
                    <a:pt x="15" y="10"/>
                    <a:pt x="24" y="5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71" name="Freeform 1252">
              <a:extLst>
                <a:ext uri="{FF2B5EF4-FFF2-40B4-BE49-F238E27FC236}">
                  <a16:creationId xmlns:a16="http://schemas.microsoft.com/office/drawing/2014/main" id="{527E7DFB-75E0-4C3B-B781-ED64558F6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3615"/>
              <a:ext cx="51" cy="31"/>
            </a:xfrm>
            <a:custGeom>
              <a:avLst/>
              <a:gdLst>
                <a:gd name="T0" fmla="*/ 49 w 25"/>
                <a:gd name="T1" fmla="*/ 0 h 14"/>
                <a:gd name="T2" fmla="*/ 196 w 25"/>
                <a:gd name="T3" fmla="*/ 4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4">
                  <a:moveTo>
                    <a:pt x="6" y="0"/>
                  </a:moveTo>
                  <a:cubicBezTo>
                    <a:pt x="0" y="12"/>
                    <a:pt x="25" y="14"/>
                    <a:pt x="23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72" name="Freeform 1253">
              <a:extLst>
                <a:ext uri="{FF2B5EF4-FFF2-40B4-BE49-F238E27FC236}">
                  <a16:creationId xmlns:a16="http://schemas.microsoft.com/office/drawing/2014/main" id="{C477C460-E9DC-4E9B-B1DC-2AB83AB91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495"/>
              <a:ext cx="63" cy="56"/>
            </a:xfrm>
            <a:custGeom>
              <a:avLst/>
              <a:gdLst>
                <a:gd name="T0" fmla="*/ 91 w 31"/>
                <a:gd name="T1" fmla="*/ 41 h 26"/>
                <a:gd name="T2" fmla="*/ 33 w 31"/>
                <a:gd name="T3" fmla="*/ 140 h 26"/>
                <a:gd name="T4" fmla="*/ 161 w 31"/>
                <a:gd name="T5" fmla="*/ 4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11" y="4"/>
                  </a:moveTo>
                  <a:cubicBezTo>
                    <a:pt x="5" y="0"/>
                    <a:pt x="0" y="9"/>
                    <a:pt x="4" y="14"/>
                  </a:cubicBezTo>
                  <a:cubicBezTo>
                    <a:pt x="13" y="26"/>
                    <a:pt x="31" y="8"/>
                    <a:pt x="19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73" name="Freeform 1254">
              <a:extLst>
                <a:ext uri="{FF2B5EF4-FFF2-40B4-BE49-F238E27FC236}">
                  <a16:creationId xmlns:a16="http://schemas.microsoft.com/office/drawing/2014/main" id="{DFC4C57A-88EC-4403-A647-749E63818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473"/>
              <a:ext cx="55" cy="41"/>
            </a:xfrm>
            <a:custGeom>
              <a:avLst/>
              <a:gdLst>
                <a:gd name="T0" fmla="*/ 0 w 27"/>
                <a:gd name="T1" fmla="*/ 88 h 19"/>
                <a:gd name="T2" fmla="*/ 171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0" y="9"/>
                  </a:moveTo>
                  <a:cubicBezTo>
                    <a:pt x="6" y="19"/>
                    <a:pt x="27" y="12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74" name="Freeform 1255">
              <a:extLst>
                <a:ext uri="{FF2B5EF4-FFF2-40B4-BE49-F238E27FC236}">
                  <a16:creationId xmlns:a16="http://schemas.microsoft.com/office/drawing/2014/main" id="{2EB6C295-320B-4714-9598-7E56070BC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3370"/>
              <a:ext cx="84" cy="42"/>
            </a:xfrm>
            <a:custGeom>
              <a:avLst/>
              <a:gdLst>
                <a:gd name="T0" fmla="*/ 104 w 41"/>
                <a:gd name="T1" fmla="*/ 33 h 19"/>
                <a:gd name="T2" fmla="*/ 172 w 41"/>
                <a:gd name="T3" fmla="*/ 195 h 19"/>
                <a:gd name="T4" fmla="*/ 277 w 4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9">
                  <a:moveTo>
                    <a:pt x="12" y="3"/>
                  </a:moveTo>
                  <a:cubicBezTo>
                    <a:pt x="0" y="9"/>
                    <a:pt x="9" y="19"/>
                    <a:pt x="20" y="18"/>
                  </a:cubicBezTo>
                  <a:cubicBezTo>
                    <a:pt x="27" y="18"/>
                    <a:pt x="41" y="8"/>
                    <a:pt x="3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75" name="Freeform 1256">
              <a:extLst>
                <a:ext uri="{FF2B5EF4-FFF2-40B4-BE49-F238E27FC236}">
                  <a16:creationId xmlns:a16="http://schemas.microsoft.com/office/drawing/2014/main" id="{F8927002-DC09-41B7-B9BB-F9027AAF3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433"/>
              <a:ext cx="57" cy="42"/>
            </a:xfrm>
            <a:custGeom>
              <a:avLst/>
              <a:gdLst>
                <a:gd name="T0" fmla="*/ 41 w 28"/>
                <a:gd name="T1" fmla="*/ 0 h 19"/>
                <a:gd name="T2" fmla="*/ 16 w 28"/>
                <a:gd name="T3" fmla="*/ 108 h 19"/>
                <a:gd name="T4" fmla="*/ 236 w 28"/>
                <a:gd name="T5" fmla="*/ 4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9">
                  <a:moveTo>
                    <a:pt x="5" y="0"/>
                  </a:moveTo>
                  <a:cubicBezTo>
                    <a:pt x="1" y="0"/>
                    <a:pt x="0" y="7"/>
                    <a:pt x="2" y="10"/>
                  </a:cubicBezTo>
                  <a:cubicBezTo>
                    <a:pt x="7" y="19"/>
                    <a:pt x="27" y="14"/>
                    <a:pt x="28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76" name="Freeform 1257">
              <a:extLst>
                <a:ext uri="{FF2B5EF4-FFF2-40B4-BE49-F238E27FC236}">
                  <a16:creationId xmlns:a16="http://schemas.microsoft.com/office/drawing/2014/main" id="{C3AD6F20-5B6F-444A-BE49-D389F3CED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3372"/>
              <a:ext cx="62" cy="50"/>
            </a:xfrm>
            <a:custGeom>
              <a:avLst/>
              <a:gdLst>
                <a:gd name="T0" fmla="*/ 72 w 30"/>
                <a:gd name="T1" fmla="*/ 0 h 23"/>
                <a:gd name="T2" fmla="*/ 8 w 30"/>
                <a:gd name="T3" fmla="*/ 93 h 23"/>
                <a:gd name="T4" fmla="*/ 265 w 30"/>
                <a:gd name="T5" fmla="*/ 9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3">
                  <a:moveTo>
                    <a:pt x="8" y="0"/>
                  </a:moveTo>
                  <a:cubicBezTo>
                    <a:pt x="3" y="0"/>
                    <a:pt x="0" y="5"/>
                    <a:pt x="1" y="9"/>
                  </a:cubicBezTo>
                  <a:cubicBezTo>
                    <a:pt x="3" y="23"/>
                    <a:pt x="25" y="17"/>
                    <a:pt x="30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77" name="Freeform 1258">
              <a:extLst>
                <a:ext uri="{FF2B5EF4-FFF2-40B4-BE49-F238E27FC236}">
                  <a16:creationId xmlns:a16="http://schemas.microsoft.com/office/drawing/2014/main" id="{721541E3-ACD1-41AE-A8C5-4603DDCE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3628"/>
              <a:ext cx="70" cy="39"/>
            </a:xfrm>
            <a:custGeom>
              <a:avLst/>
              <a:gdLst>
                <a:gd name="T0" fmla="*/ 51 w 34"/>
                <a:gd name="T1" fmla="*/ 72 h 18"/>
                <a:gd name="T2" fmla="*/ 165 w 34"/>
                <a:gd name="T3" fmla="*/ 165 h 18"/>
                <a:gd name="T4" fmla="*/ 229 w 3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8">
                  <a:moveTo>
                    <a:pt x="6" y="7"/>
                  </a:moveTo>
                  <a:cubicBezTo>
                    <a:pt x="0" y="15"/>
                    <a:pt x="14" y="18"/>
                    <a:pt x="19" y="16"/>
                  </a:cubicBezTo>
                  <a:cubicBezTo>
                    <a:pt x="24" y="14"/>
                    <a:pt x="34" y="5"/>
                    <a:pt x="2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78" name="Freeform 1259">
              <a:extLst>
                <a:ext uri="{FF2B5EF4-FFF2-40B4-BE49-F238E27FC236}">
                  <a16:creationId xmlns:a16="http://schemas.microsoft.com/office/drawing/2014/main" id="{93EBDBBF-74F5-49E1-9A9E-F8C717E2A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3663"/>
              <a:ext cx="68" cy="42"/>
            </a:xfrm>
            <a:custGeom>
              <a:avLst/>
              <a:gdLst>
                <a:gd name="T0" fmla="*/ 0 w 33"/>
                <a:gd name="T1" fmla="*/ 53 h 19"/>
                <a:gd name="T2" fmla="*/ 229 w 3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9">
                  <a:moveTo>
                    <a:pt x="0" y="5"/>
                  </a:moveTo>
                  <a:cubicBezTo>
                    <a:pt x="7" y="19"/>
                    <a:pt x="33" y="12"/>
                    <a:pt x="2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79" name="Freeform 1260">
              <a:extLst>
                <a:ext uri="{FF2B5EF4-FFF2-40B4-BE49-F238E27FC236}">
                  <a16:creationId xmlns:a16="http://schemas.microsoft.com/office/drawing/2014/main" id="{4B7696F6-7EA9-453E-8041-6A8F2979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652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80" name="Freeform 1261">
              <a:extLst>
                <a:ext uri="{FF2B5EF4-FFF2-40B4-BE49-F238E27FC236}">
                  <a16:creationId xmlns:a16="http://schemas.microsoft.com/office/drawing/2014/main" id="{07AA243D-F94F-4B80-8C99-4E4F05683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499"/>
              <a:ext cx="25" cy="11"/>
            </a:xfrm>
            <a:custGeom>
              <a:avLst/>
              <a:gdLst>
                <a:gd name="T0" fmla="*/ 0 w 12"/>
                <a:gd name="T1" fmla="*/ 0 h 5"/>
                <a:gd name="T2" fmla="*/ 73 w 12"/>
                <a:gd name="T3" fmla="*/ 53 h 5"/>
                <a:gd name="T4" fmla="*/ 108 w 12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3" y="0"/>
                    <a:pt x="8" y="1"/>
                    <a:pt x="8" y="5"/>
                  </a:cubicBezTo>
                  <a:cubicBezTo>
                    <a:pt x="8" y="2"/>
                    <a:pt x="10" y="3"/>
                    <a:pt x="12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81" name="Freeform 1262">
              <a:extLst>
                <a:ext uri="{FF2B5EF4-FFF2-40B4-BE49-F238E27FC236}">
                  <a16:creationId xmlns:a16="http://schemas.microsoft.com/office/drawing/2014/main" id="{4CC64EAF-0358-4D22-9CC6-E64AED520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390"/>
              <a:ext cx="21" cy="8"/>
            </a:xfrm>
            <a:custGeom>
              <a:avLst/>
              <a:gdLst>
                <a:gd name="T0" fmla="*/ 0 w 10"/>
                <a:gd name="T1" fmla="*/ 32 h 4"/>
                <a:gd name="T2" fmla="*/ 92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1" y="0"/>
                    <a:pt x="7" y="0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82" name="Freeform 1263">
              <a:extLst>
                <a:ext uri="{FF2B5EF4-FFF2-40B4-BE49-F238E27FC236}">
                  <a16:creationId xmlns:a16="http://schemas.microsoft.com/office/drawing/2014/main" id="{56BD03B8-6850-436C-8E4A-5D0F91BB4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3558"/>
              <a:ext cx="55" cy="46"/>
            </a:xfrm>
            <a:custGeom>
              <a:avLst/>
              <a:gdLst>
                <a:gd name="T0" fmla="*/ 0 w 27"/>
                <a:gd name="T1" fmla="*/ 61 h 21"/>
                <a:gd name="T2" fmla="*/ 171 w 2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1">
                  <a:moveTo>
                    <a:pt x="0" y="6"/>
                  </a:moveTo>
                  <a:cubicBezTo>
                    <a:pt x="1" y="21"/>
                    <a:pt x="27" y="14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83" name="Freeform 1264">
              <a:extLst>
                <a:ext uri="{FF2B5EF4-FFF2-40B4-BE49-F238E27FC236}">
                  <a16:creationId xmlns:a16="http://schemas.microsoft.com/office/drawing/2014/main" id="{57F58AAF-E876-4F62-B32B-33759ED7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3635"/>
              <a:ext cx="72" cy="74"/>
            </a:xfrm>
            <a:custGeom>
              <a:avLst/>
              <a:gdLst>
                <a:gd name="T0" fmla="*/ 0 w 35"/>
                <a:gd name="T1" fmla="*/ 226 h 34"/>
                <a:gd name="T2" fmla="*/ 165 w 3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4">
                  <a:moveTo>
                    <a:pt x="0" y="22"/>
                  </a:moveTo>
                  <a:cubicBezTo>
                    <a:pt x="12" y="34"/>
                    <a:pt x="35" y="13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84" name="Freeform 1265">
              <a:extLst>
                <a:ext uri="{FF2B5EF4-FFF2-40B4-BE49-F238E27FC236}">
                  <a16:creationId xmlns:a16="http://schemas.microsoft.com/office/drawing/2014/main" id="{F04AC2F0-C760-4B44-827E-F9646A4B5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3604"/>
              <a:ext cx="80" cy="48"/>
            </a:xfrm>
            <a:custGeom>
              <a:avLst/>
              <a:gdLst>
                <a:gd name="T0" fmla="*/ 76 w 39"/>
                <a:gd name="T1" fmla="*/ 52 h 22"/>
                <a:gd name="T2" fmla="*/ 269 w 3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2">
                  <a:moveTo>
                    <a:pt x="9" y="5"/>
                  </a:moveTo>
                  <a:cubicBezTo>
                    <a:pt x="0" y="20"/>
                    <a:pt x="39" y="22"/>
                    <a:pt x="3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85" name="Freeform 1266">
              <a:extLst>
                <a:ext uri="{FF2B5EF4-FFF2-40B4-BE49-F238E27FC236}">
                  <a16:creationId xmlns:a16="http://schemas.microsoft.com/office/drawing/2014/main" id="{B1ED8F03-8386-4651-9978-1D9C4E654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3595"/>
              <a:ext cx="21" cy="5"/>
            </a:xfrm>
            <a:custGeom>
              <a:avLst/>
              <a:gdLst>
                <a:gd name="T0" fmla="*/ 0 w 10"/>
                <a:gd name="T1" fmla="*/ 0 h 2"/>
                <a:gd name="T2" fmla="*/ 92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2"/>
                    <a:pt x="7" y="2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86" name="Freeform 1267">
              <a:extLst>
                <a:ext uri="{FF2B5EF4-FFF2-40B4-BE49-F238E27FC236}">
                  <a16:creationId xmlns:a16="http://schemas.microsoft.com/office/drawing/2014/main" id="{50734016-A7AD-45B0-A5E3-70377EFAE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565"/>
              <a:ext cx="18" cy="8"/>
            </a:xfrm>
            <a:custGeom>
              <a:avLst/>
              <a:gdLst>
                <a:gd name="T0" fmla="*/ 0 w 9"/>
                <a:gd name="T1" fmla="*/ 0 h 4"/>
                <a:gd name="T2" fmla="*/ 7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2" y="4"/>
                    <a:pt x="6" y="3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87" name="Freeform 1268">
              <a:extLst>
                <a:ext uri="{FF2B5EF4-FFF2-40B4-BE49-F238E27FC236}">
                  <a16:creationId xmlns:a16="http://schemas.microsoft.com/office/drawing/2014/main" id="{8177A3EF-7EC8-40F9-A7FC-1465AEFE0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466"/>
              <a:ext cx="21" cy="20"/>
            </a:xfrm>
            <a:custGeom>
              <a:avLst/>
              <a:gdLst>
                <a:gd name="T0" fmla="*/ 0 w 10"/>
                <a:gd name="T1" fmla="*/ 64 h 9"/>
                <a:gd name="T2" fmla="*/ 17 w 10"/>
                <a:gd name="T3" fmla="*/ 98 h 9"/>
                <a:gd name="T4" fmla="*/ 92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0" y="7"/>
                    <a:pt x="1" y="8"/>
                    <a:pt x="2" y="9"/>
                  </a:cubicBezTo>
                  <a:cubicBezTo>
                    <a:pt x="6" y="8"/>
                    <a:pt x="10" y="4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88" name="Freeform 1269">
              <a:extLst>
                <a:ext uri="{FF2B5EF4-FFF2-40B4-BE49-F238E27FC236}">
                  <a16:creationId xmlns:a16="http://schemas.microsoft.com/office/drawing/2014/main" id="{2C20BEB8-E14F-44C4-B49E-DDD9737CF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438"/>
              <a:ext cx="16" cy="11"/>
            </a:xfrm>
            <a:custGeom>
              <a:avLst/>
              <a:gdLst>
                <a:gd name="T0" fmla="*/ 0 w 8"/>
                <a:gd name="T1" fmla="*/ 44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4"/>
                  </a:moveTo>
                  <a:cubicBezTo>
                    <a:pt x="3" y="5"/>
                    <a:pt x="5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89" name="Freeform 1270">
              <a:extLst>
                <a:ext uri="{FF2B5EF4-FFF2-40B4-BE49-F238E27FC236}">
                  <a16:creationId xmlns:a16="http://schemas.microsoft.com/office/drawing/2014/main" id="{227FE435-28A8-4BC9-BF52-269AE7131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3403"/>
              <a:ext cx="19" cy="13"/>
            </a:xfrm>
            <a:custGeom>
              <a:avLst/>
              <a:gdLst>
                <a:gd name="T0" fmla="*/ 0 w 9"/>
                <a:gd name="T1" fmla="*/ 0 h 6"/>
                <a:gd name="T2" fmla="*/ 84 w 9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1" y="4"/>
                    <a:pt x="5" y="6"/>
                    <a:pt x="9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90" name="Freeform 1271">
              <a:extLst>
                <a:ext uri="{FF2B5EF4-FFF2-40B4-BE49-F238E27FC236}">
                  <a16:creationId xmlns:a16="http://schemas.microsoft.com/office/drawing/2014/main" id="{62BAE358-E266-4F14-9F10-E34225EC3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385"/>
              <a:ext cx="25" cy="11"/>
            </a:xfrm>
            <a:custGeom>
              <a:avLst/>
              <a:gdLst>
                <a:gd name="T0" fmla="*/ 35 w 12"/>
                <a:gd name="T1" fmla="*/ 0 h 5"/>
                <a:gd name="T2" fmla="*/ 108 w 12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4" y="0"/>
                  </a:moveTo>
                  <a:cubicBezTo>
                    <a:pt x="0" y="5"/>
                    <a:pt x="9" y="5"/>
                    <a:pt x="12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91" name="Freeform 1272">
              <a:extLst>
                <a:ext uri="{FF2B5EF4-FFF2-40B4-BE49-F238E27FC236}">
                  <a16:creationId xmlns:a16="http://schemas.microsoft.com/office/drawing/2014/main" id="{6D8D8F3E-A289-40E2-AC69-FC7CC0CBB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654"/>
              <a:ext cx="14" cy="18"/>
            </a:xfrm>
            <a:custGeom>
              <a:avLst/>
              <a:gdLst>
                <a:gd name="T0" fmla="*/ 0 w 7"/>
                <a:gd name="T1" fmla="*/ 36 h 8"/>
                <a:gd name="T2" fmla="*/ 5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2" y="8"/>
                    <a:pt x="7" y="4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92" name="Freeform 1273">
              <a:extLst>
                <a:ext uri="{FF2B5EF4-FFF2-40B4-BE49-F238E27FC236}">
                  <a16:creationId xmlns:a16="http://schemas.microsoft.com/office/drawing/2014/main" id="{51DF40D0-606A-4DE5-ABBE-E46386847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3525"/>
              <a:ext cx="66" cy="44"/>
            </a:xfrm>
            <a:custGeom>
              <a:avLst/>
              <a:gdLst>
                <a:gd name="T0" fmla="*/ 281 w 32"/>
                <a:gd name="T1" fmla="*/ 44 h 20"/>
                <a:gd name="T2" fmla="*/ 0 w 32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0">
                  <a:moveTo>
                    <a:pt x="32" y="4"/>
                  </a:moveTo>
                  <a:cubicBezTo>
                    <a:pt x="23" y="20"/>
                    <a:pt x="9" y="8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93" name="Freeform 1274">
              <a:extLst>
                <a:ext uri="{FF2B5EF4-FFF2-40B4-BE49-F238E27FC236}">
                  <a16:creationId xmlns:a16="http://schemas.microsoft.com/office/drawing/2014/main" id="{BF37CFCD-0145-4BD9-B586-554ABEEB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3512"/>
              <a:ext cx="55" cy="44"/>
            </a:xfrm>
            <a:custGeom>
              <a:avLst/>
              <a:gdLst>
                <a:gd name="T0" fmla="*/ 228 w 27"/>
                <a:gd name="T1" fmla="*/ 0 h 20"/>
                <a:gd name="T2" fmla="*/ 0 w 27"/>
                <a:gd name="T3" fmla="*/ 10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27" y="0"/>
                  </a:moveTo>
                  <a:cubicBezTo>
                    <a:pt x="21" y="9"/>
                    <a:pt x="10" y="20"/>
                    <a:pt x="0" y="1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94" name="Freeform 1275">
              <a:extLst>
                <a:ext uri="{FF2B5EF4-FFF2-40B4-BE49-F238E27FC236}">
                  <a16:creationId xmlns:a16="http://schemas.microsoft.com/office/drawing/2014/main" id="{55B1D93D-7CA9-4BD3-A7CB-BD7DA1A62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567"/>
              <a:ext cx="57" cy="26"/>
            </a:xfrm>
            <a:custGeom>
              <a:avLst/>
              <a:gdLst>
                <a:gd name="T0" fmla="*/ 236 w 28"/>
                <a:gd name="T1" fmla="*/ 0 h 12"/>
                <a:gd name="T2" fmla="*/ 0 w 28"/>
                <a:gd name="T3" fmla="*/ 2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28" y="0"/>
                  </a:moveTo>
                  <a:cubicBezTo>
                    <a:pt x="23" y="12"/>
                    <a:pt x="7" y="9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95" name="Freeform 1276">
              <a:extLst>
                <a:ext uri="{FF2B5EF4-FFF2-40B4-BE49-F238E27FC236}">
                  <a16:creationId xmlns:a16="http://schemas.microsoft.com/office/drawing/2014/main" id="{F42E134A-BB17-4984-B955-8E75157AC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536"/>
              <a:ext cx="49" cy="50"/>
            </a:xfrm>
            <a:custGeom>
              <a:avLst/>
              <a:gdLst>
                <a:gd name="T0" fmla="*/ 0 w 24"/>
                <a:gd name="T1" fmla="*/ 185 h 23"/>
                <a:gd name="T2" fmla="*/ 204 w 24"/>
                <a:gd name="T3" fmla="*/ 93 h 23"/>
                <a:gd name="T4" fmla="*/ 196 w 2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0" y="18"/>
                  </a:moveTo>
                  <a:cubicBezTo>
                    <a:pt x="10" y="20"/>
                    <a:pt x="20" y="23"/>
                    <a:pt x="24" y="9"/>
                  </a:cubicBezTo>
                  <a:cubicBezTo>
                    <a:pt x="24" y="6"/>
                    <a:pt x="23" y="0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96" name="Freeform 1277">
              <a:extLst>
                <a:ext uri="{FF2B5EF4-FFF2-40B4-BE49-F238E27FC236}">
                  <a16:creationId xmlns:a16="http://schemas.microsoft.com/office/drawing/2014/main" id="{876AD7EA-DF25-4AE3-9D67-F851C50E9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3488"/>
              <a:ext cx="56" cy="35"/>
            </a:xfrm>
            <a:custGeom>
              <a:avLst/>
              <a:gdLst>
                <a:gd name="T0" fmla="*/ 241 w 27"/>
                <a:gd name="T1" fmla="*/ 44 h 16"/>
                <a:gd name="T2" fmla="*/ 0 w 2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27" y="4"/>
                  </a:moveTo>
                  <a:cubicBezTo>
                    <a:pt x="20" y="16"/>
                    <a:pt x="6" y="9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97" name="Freeform 1278">
              <a:extLst>
                <a:ext uri="{FF2B5EF4-FFF2-40B4-BE49-F238E27FC236}">
                  <a16:creationId xmlns:a16="http://schemas.microsoft.com/office/drawing/2014/main" id="{AD383BDD-52DC-4F05-9431-D7975F34A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3475"/>
              <a:ext cx="33" cy="24"/>
            </a:xfrm>
            <a:custGeom>
              <a:avLst/>
              <a:gdLst>
                <a:gd name="T0" fmla="*/ 140 w 16"/>
                <a:gd name="T1" fmla="*/ 0 h 11"/>
                <a:gd name="T2" fmla="*/ 0 w 16"/>
                <a:gd name="T3" fmla="*/ 9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14" y="7"/>
                    <a:pt x="7" y="11"/>
                    <a:pt x="0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98" name="Freeform 1279">
              <a:extLst>
                <a:ext uri="{FF2B5EF4-FFF2-40B4-BE49-F238E27FC236}">
                  <a16:creationId xmlns:a16="http://schemas.microsoft.com/office/drawing/2014/main" id="{56402297-A294-4CDE-A2CC-B95C51C11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3551"/>
              <a:ext cx="49" cy="40"/>
            </a:xfrm>
            <a:custGeom>
              <a:avLst/>
              <a:gdLst>
                <a:gd name="T0" fmla="*/ 204 w 24"/>
                <a:gd name="T1" fmla="*/ 0 h 18"/>
                <a:gd name="T2" fmla="*/ 0 w 24"/>
                <a:gd name="T3" fmla="*/ 10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24" y="0"/>
                  </a:moveTo>
                  <a:cubicBezTo>
                    <a:pt x="23" y="12"/>
                    <a:pt x="9" y="18"/>
                    <a:pt x="0" y="1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99" name="Freeform 1280">
              <a:extLst>
                <a:ext uri="{FF2B5EF4-FFF2-40B4-BE49-F238E27FC236}">
                  <a16:creationId xmlns:a16="http://schemas.microsoft.com/office/drawing/2014/main" id="{B5EDE937-275A-4965-9CF5-E23EDAC34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3521"/>
              <a:ext cx="51" cy="28"/>
            </a:xfrm>
            <a:custGeom>
              <a:avLst/>
              <a:gdLst>
                <a:gd name="T0" fmla="*/ 212 w 25"/>
                <a:gd name="T1" fmla="*/ 0 h 13"/>
                <a:gd name="T2" fmla="*/ 0 w 25"/>
                <a:gd name="T3" fmla="*/ 2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2" y="13"/>
                    <a:pt x="7" y="9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00" name="Freeform 1281">
              <a:extLst>
                <a:ext uri="{FF2B5EF4-FFF2-40B4-BE49-F238E27FC236}">
                  <a16:creationId xmlns:a16="http://schemas.microsoft.com/office/drawing/2014/main" id="{5E7EAA9D-C3ED-47C1-8435-55295444B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3453"/>
              <a:ext cx="61" cy="31"/>
            </a:xfrm>
            <a:custGeom>
              <a:avLst/>
              <a:gdLst>
                <a:gd name="T0" fmla="*/ 252 w 30"/>
                <a:gd name="T1" fmla="*/ 0 h 14"/>
                <a:gd name="T2" fmla="*/ 0 w 30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4">
                  <a:moveTo>
                    <a:pt x="30" y="0"/>
                  </a:moveTo>
                  <a:cubicBezTo>
                    <a:pt x="19" y="11"/>
                    <a:pt x="13" y="14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01" name="Freeform 1282">
              <a:extLst>
                <a:ext uri="{FF2B5EF4-FFF2-40B4-BE49-F238E27FC236}">
                  <a16:creationId xmlns:a16="http://schemas.microsoft.com/office/drawing/2014/main" id="{DA0113CD-5990-4954-B7BE-F2A230457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3442"/>
              <a:ext cx="47" cy="42"/>
            </a:xfrm>
            <a:custGeom>
              <a:avLst/>
              <a:gdLst>
                <a:gd name="T0" fmla="*/ 196 w 23"/>
                <a:gd name="T1" fmla="*/ 108 h 19"/>
                <a:gd name="T2" fmla="*/ 67 w 23"/>
                <a:gd name="T3" fmla="*/ 170 h 19"/>
                <a:gd name="T4" fmla="*/ 0 w 2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23" y="10"/>
                  </a:moveTo>
                  <a:cubicBezTo>
                    <a:pt x="20" y="16"/>
                    <a:pt x="14" y="19"/>
                    <a:pt x="8" y="16"/>
                  </a:cubicBezTo>
                  <a:cubicBezTo>
                    <a:pt x="1" y="12"/>
                    <a:pt x="1" y="4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02" name="Freeform 1283">
              <a:extLst>
                <a:ext uri="{FF2B5EF4-FFF2-40B4-BE49-F238E27FC236}">
                  <a16:creationId xmlns:a16="http://schemas.microsoft.com/office/drawing/2014/main" id="{6F517467-5A96-4FDB-B98B-1FCB737F6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3497"/>
              <a:ext cx="49" cy="37"/>
            </a:xfrm>
            <a:custGeom>
              <a:avLst/>
              <a:gdLst>
                <a:gd name="T0" fmla="*/ 204 w 24"/>
                <a:gd name="T1" fmla="*/ 176 h 17"/>
                <a:gd name="T2" fmla="*/ 16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24" y="17"/>
                  </a:moveTo>
                  <a:cubicBezTo>
                    <a:pt x="15" y="16"/>
                    <a:pt x="0" y="17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03" name="Freeform 1284">
              <a:extLst>
                <a:ext uri="{FF2B5EF4-FFF2-40B4-BE49-F238E27FC236}">
                  <a16:creationId xmlns:a16="http://schemas.microsoft.com/office/drawing/2014/main" id="{4C6E8445-F38A-4EC6-91DA-7390D87F6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580"/>
              <a:ext cx="80" cy="41"/>
            </a:xfrm>
            <a:custGeom>
              <a:avLst/>
              <a:gdLst>
                <a:gd name="T0" fmla="*/ 304 w 39"/>
                <a:gd name="T1" fmla="*/ 52 h 19"/>
                <a:gd name="T2" fmla="*/ 261 w 39"/>
                <a:gd name="T3" fmla="*/ 173 h 19"/>
                <a:gd name="T4" fmla="*/ 43 w 3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35" y="5"/>
                  </a:moveTo>
                  <a:cubicBezTo>
                    <a:pt x="39" y="10"/>
                    <a:pt x="37" y="16"/>
                    <a:pt x="30" y="17"/>
                  </a:cubicBezTo>
                  <a:cubicBezTo>
                    <a:pt x="23" y="19"/>
                    <a:pt x="0" y="12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04" name="Freeform 1285">
              <a:extLst>
                <a:ext uri="{FF2B5EF4-FFF2-40B4-BE49-F238E27FC236}">
                  <a16:creationId xmlns:a16="http://schemas.microsoft.com/office/drawing/2014/main" id="{246BD164-4F2D-4DA7-9BED-D2BCDCF30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3595"/>
              <a:ext cx="23" cy="11"/>
            </a:xfrm>
            <a:custGeom>
              <a:avLst/>
              <a:gdLst>
                <a:gd name="T0" fmla="*/ 92 w 11"/>
                <a:gd name="T1" fmla="*/ 9 h 5"/>
                <a:gd name="T2" fmla="*/ 0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10" y="1"/>
                  </a:moveTo>
                  <a:cubicBezTo>
                    <a:pt x="11" y="5"/>
                    <a:pt x="2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05" name="Freeform 1286">
              <a:extLst>
                <a:ext uri="{FF2B5EF4-FFF2-40B4-BE49-F238E27FC236}">
                  <a16:creationId xmlns:a16="http://schemas.microsoft.com/office/drawing/2014/main" id="{5FCED10A-8CE2-425D-9675-A36D335CF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547"/>
              <a:ext cx="20" cy="11"/>
            </a:xfrm>
            <a:custGeom>
              <a:avLst/>
              <a:gdLst>
                <a:gd name="T0" fmla="*/ 72 w 10"/>
                <a:gd name="T1" fmla="*/ 0 h 5"/>
                <a:gd name="T2" fmla="*/ 0 w 10"/>
                <a:gd name="T3" fmla="*/ 4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9" y="0"/>
                  </a:moveTo>
                  <a:cubicBezTo>
                    <a:pt x="10" y="5"/>
                    <a:pt x="3" y="4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06" name="Freeform 1287">
              <a:extLst>
                <a:ext uri="{FF2B5EF4-FFF2-40B4-BE49-F238E27FC236}">
                  <a16:creationId xmlns:a16="http://schemas.microsoft.com/office/drawing/2014/main" id="{D07C95BC-79A5-45CF-B2E7-72F84F872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3425"/>
              <a:ext cx="49" cy="26"/>
            </a:xfrm>
            <a:custGeom>
              <a:avLst/>
              <a:gdLst>
                <a:gd name="T0" fmla="*/ 204 w 24"/>
                <a:gd name="T1" fmla="*/ 20 h 12"/>
                <a:gd name="T2" fmla="*/ 0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24" y="2"/>
                  </a:moveTo>
                  <a:cubicBezTo>
                    <a:pt x="18" y="12"/>
                    <a:pt x="7" y="6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07" name="Freeform 1288">
              <a:extLst>
                <a:ext uri="{FF2B5EF4-FFF2-40B4-BE49-F238E27FC236}">
                  <a16:creationId xmlns:a16="http://schemas.microsoft.com/office/drawing/2014/main" id="{0B3107E7-D813-4175-80EF-B03011666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3416"/>
              <a:ext cx="62" cy="26"/>
            </a:xfrm>
            <a:custGeom>
              <a:avLst/>
              <a:gdLst>
                <a:gd name="T0" fmla="*/ 265 w 30"/>
                <a:gd name="T1" fmla="*/ 0 h 12"/>
                <a:gd name="T2" fmla="*/ 0 w 30"/>
                <a:gd name="T3" fmla="*/ 4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2">
                  <a:moveTo>
                    <a:pt x="30" y="0"/>
                  </a:moveTo>
                  <a:cubicBezTo>
                    <a:pt x="23" y="12"/>
                    <a:pt x="11" y="9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08" name="Freeform 1289">
              <a:extLst>
                <a:ext uri="{FF2B5EF4-FFF2-40B4-BE49-F238E27FC236}">
                  <a16:creationId xmlns:a16="http://schemas.microsoft.com/office/drawing/2014/main" id="{3CEBC426-C0D1-432B-8272-900068C07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3381"/>
              <a:ext cx="45" cy="35"/>
            </a:xfrm>
            <a:custGeom>
              <a:avLst/>
              <a:gdLst>
                <a:gd name="T0" fmla="*/ 188 w 22"/>
                <a:gd name="T1" fmla="*/ 116 h 16"/>
                <a:gd name="T2" fmla="*/ 0 w 2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22" y="11"/>
                  </a:moveTo>
                  <a:cubicBezTo>
                    <a:pt x="15" y="16"/>
                    <a:pt x="3" y="7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09" name="Freeform 1290">
              <a:extLst>
                <a:ext uri="{FF2B5EF4-FFF2-40B4-BE49-F238E27FC236}">
                  <a16:creationId xmlns:a16="http://schemas.microsoft.com/office/drawing/2014/main" id="{371740E0-744C-4C77-A46E-E5F0B8F04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328"/>
              <a:ext cx="59" cy="53"/>
            </a:xfrm>
            <a:custGeom>
              <a:avLst/>
              <a:gdLst>
                <a:gd name="T0" fmla="*/ 244 w 29"/>
                <a:gd name="T1" fmla="*/ 108 h 24"/>
                <a:gd name="T2" fmla="*/ 33 w 2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4">
                  <a:moveTo>
                    <a:pt x="29" y="10"/>
                  </a:moveTo>
                  <a:cubicBezTo>
                    <a:pt x="22" y="24"/>
                    <a:pt x="0" y="9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10" name="Freeform 1291">
              <a:extLst>
                <a:ext uri="{FF2B5EF4-FFF2-40B4-BE49-F238E27FC236}">
                  <a16:creationId xmlns:a16="http://schemas.microsoft.com/office/drawing/2014/main" id="{CE4829E4-E203-4163-B767-56ACF1690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3320"/>
              <a:ext cx="47" cy="19"/>
            </a:xfrm>
            <a:custGeom>
              <a:avLst/>
              <a:gdLst>
                <a:gd name="T0" fmla="*/ 196 w 23"/>
                <a:gd name="T1" fmla="*/ 0 h 9"/>
                <a:gd name="T2" fmla="*/ 0 w 2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23" y="0"/>
                  </a:moveTo>
                  <a:cubicBezTo>
                    <a:pt x="21" y="9"/>
                    <a:pt x="4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11" name="Freeform 1292">
              <a:extLst>
                <a:ext uri="{FF2B5EF4-FFF2-40B4-BE49-F238E27FC236}">
                  <a16:creationId xmlns:a16="http://schemas.microsoft.com/office/drawing/2014/main" id="{43E25CC6-FA0C-4A53-8C30-F1837DC85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3471"/>
              <a:ext cx="70" cy="41"/>
            </a:xfrm>
            <a:custGeom>
              <a:avLst/>
              <a:gdLst>
                <a:gd name="T0" fmla="*/ 280 w 34"/>
                <a:gd name="T1" fmla="*/ 19 h 19"/>
                <a:gd name="T2" fmla="*/ 237 w 34"/>
                <a:gd name="T3" fmla="*/ 164 h 19"/>
                <a:gd name="T4" fmla="*/ 89 w 3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9">
                  <a:moveTo>
                    <a:pt x="32" y="2"/>
                  </a:moveTo>
                  <a:cubicBezTo>
                    <a:pt x="34" y="7"/>
                    <a:pt x="33" y="14"/>
                    <a:pt x="27" y="16"/>
                  </a:cubicBezTo>
                  <a:cubicBezTo>
                    <a:pt x="19" y="19"/>
                    <a:pt x="0" y="9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12" name="Freeform 1293">
              <a:extLst>
                <a:ext uri="{FF2B5EF4-FFF2-40B4-BE49-F238E27FC236}">
                  <a16:creationId xmlns:a16="http://schemas.microsoft.com/office/drawing/2014/main" id="{C0F382C0-CAEF-4971-B9EB-92C0A3829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3549"/>
              <a:ext cx="49" cy="31"/>
            </a:xfrm>
            <a:custGeom>
              <a:avLst/>
              <a:gdLst>
                <a:gd name="T0" fmla="*/ 180 w 24"/>
                <a:gd name="T1" fmla="*/ 44 h 14"/>
                <a:gd name="T2" fmla="*/ 112 w 24"/>
                <a:gd name="T3" fmla="*/ 153 h 14"/>
                <a:gd name="T4" fmla="*/ 59 w 2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21" y="4"/>
                  </a:moveTo>
                  <a:cubicBezTo>
                    <a:pt x="24" y="8"/>
                    <a:pt x="17" y="14"/>
                    <a:pt x="13" y="14"/>
                  </a:cubicBezTo>
                  <a:cubicBezTo>
                    <a:pt x="9" y="13"/>
                    <a:pt x="0" y="3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13" name="Freeform 1294">
              <a:extLst>
                <a:ext uri="{FF2B5EF4-FFF2-40B4-BE49-F238E27FC236}">
                  <a16:creationId xmlns:a16="http://schemas.microsoft.com/office/drawing/2014/main" id="{7D0FF1C2-26FD-404E-AFEC-73200D6DC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3595"/>
              <a:ext cx="55" cy="31"/>
            </a:xfrm>
            <a:custGeom>
              <a:avLst/>
              <a:gdLst>
                <a:gd name="T0" fmla="*/ 228 w 27"/>
                <a:gd name="T1" fmla="*/ 44 h 14"/>
                <a:gd name="T2" fmla="*/ 0 w 2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27" y="4"/>
                  </a:moveTo>
                  <a:cubicBezTo>
                    <a:pt x="23" y="14"/>
                    <a:pt x="1" y="1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14" name="Freeform 1295">
              <a:extLst>
                <a:ext uri="{FF2B5EF4-FFF2-40B4-BE49-F238E27FC236}">
                  <a16:creationId xmlns:a16="http://schemas.microsoft.com/office/drawing/2014/main" id="{63D632C4-58FC-40BA-8D89-AB83C1D0E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615"/>
              <a:ext cx="51" cy="31"/>
            </a:xfrm>
            <a:custGeom>
              <a:avLst/>
              <a:gdLst>
                <a:gd name="T0" fmla="*/ 163 w 25"/>
                <a:gd name="T1" fmla="*/ 0 h 14"/>
                <a:gd name="T2" fmla="*/ 16 w 25"/>
                <a:gd name="T3" fmla="*/ 4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4">
                  <a:moveTo>
                    <a:pt x="19" y="0"/>
                  </a:moveTo>
                  <a:cubicBezTo>
                    <a:pt x="25" y="12"/>
                    <a:pt x="0" y="14"/>
                    <a:pt x="2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15" name="Freeform 1296">
              <a:extLst>
                <a:ext uri="{FF2B5EF4-FFF2-40B4-BE49-F238E27FC236}">
                  <a16:creationId xmlns:a16="http://schemas.microsoft.com/office/drawing/2014/main" id="{42B3BDA3-8873-4653-BA1E-879BB1F83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3495"/>
              <a:ext cx="61" cy="56"/>
            </a:xfrm>
            <a:custGeom>
              <a:avLst/>
              <a:gdLst>
                <a:gd name="T0" fmla="*/ 169 w 30"/>
                <a:gd name="T1" fmla="*/ 41 h 26"/>
                <a:gd name="T2" fmla="*/ 228 w 30"/>
                <a:gd name="T3" fmla="*/ 140 h 26"/>
                <a:gd name="T4" fmla="*/ 100 w 30"/>
                <a:gd name="T5" fmla="*/ 4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20" y="4"/>
                  </a:moveTo>
                  <a:cubicBezTo>
                    <a:pt x="26" y="0"/>
                    <a:pt x="30" y="9"/>
                    <a:pt x="27" y="14"/>
                  </a:cubicBezTo>
                  <a:cubicBezTo>
                    <a:pt x="18" y="26"/>
                    <a:pt x="0" y="8"/>
                    <a:pt x="12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16" name="Freeform 1297">
              <a:extLst>
                <a:ext uri="{FF2B5EF4-FFF2-40B4-BE49-F238E27FC236}">
                  <a16:creationId xmlns:a16="http://schemas.microsoft.com/office/drawing/2014/main" id="{B4A90014-4DA4-4B3E-8250-5B769B6FA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3473"/>
              <a:ext cx="56" cy="41"/>
            </a:xfrm>
            <a:custGeom>
              <a:avLst/>
              <a:gdLst>
                <a:gd name="T0" fmla="*/ 241 w 27"/>
                <a:gd name="T1" fmla="*/ 88 h 19"/>
                <a:gd name="T2" fmla="*/ 64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27" y="9"/>
                  </a:moveTo>
                  <a:cubicBezTo>
                    <a:pt x="21" y="19"/>
                    <a:pt x="0" y="1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17" name="Freeform 1298">
              <a:extLst>
                <a:ext uri="{FF2B5EF4-FFF2-40B4-BE49-F238E27FC236}">
                  <a16:creationId xmlns:a16="http://schemas.microsoft.com/office/drawing/2014/main" id="{D50DD64A-7FD2-46CA-80FA-20F005A5F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3370"/>
              <a:ext cx="82" cy="42"/>
            </a:xfrm>
            <a:custGeom>
              <a:avLst/>
              <a:gdLst>
                <a:gd name="T0" fmla="*/ 248 w 40"/>
                <a:gd name="T1" fmla="*/ 33 h 19"/>
                <a:gd name="T2" fmla="*/ 180 w 40"/>
                <a:gd name="T3" fmla="*/ 195 h 19"/>
                <a:gd name="T4" fmla="*/ 76 w 4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9">
                  <a:moveTo>
                    <a:pt x="29" y="3"/>
                  </a:moveTo>
                  <a:cubicBezTo>
                    <a:pt x="40" y="9"/>
                    <a:pt x="32" y="19"/>
                    <a:pt x="21" y="18"/>
                  </a:cubicBezTo>
                  <a:cubicBezTo>
                    <a:pt x="14" y="18"/>
                    <a:pt x="0" y="8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18" name="Freeform 1299">
              <a:extLst>
                <a:ext uri="{FF2B5EF4-FFF2-40B4-BE49-F238E27FC236}">
                  <a16:creationId xmlns:a16="http://schemas.microsoft.com/office/drawing/2014/main" id="{2306A43B-E7E3-42B7-AEB4-6395F77EC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3405"/>
              <a:ext cx="86" cy="50"/>
            </a:xfrm>
            <a:custGeom>
              <a:avLst/>
              <a:gdLst>
                <a:gd name="T0" fmla="*/ 248 w 42"/>
                <a:gd name="T1" fmla="*/ 0 h 23"/>
                <a:gd name="T2" fmla="*/ 41 w 42"/>
                <a:gd name="T3" fmla="*/ 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3">
                  <a:moveTo>
                    <a:pt x="29" y="0"/>
                  </a:moveTo>
                  <a:cubicBezTo>
                    <a:pt x="42" y="13"/>
                    <a:pt x="0" y="23"/>
                    <a:pt x="5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19" name="Freeform 1300">
              <a:extLst>
                <a:ext uri="{FF2B5EF4-FFF2-40B4-BE49-F238E27FC236}">
                  <a16:creationId xmlns:a16="http://schemas.microsoft.com/office/drawing/2014/main" id="{0AF8A160-4C56-4000-84A5-0C0DC7DEE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3433"/>
              <a:ext cx="57" cy="42"/>
            </a:xfrm>
            <a:custGeom>
              <a:avLst/>
              <a:gdLst>
                <a:gd name="T0" fmla="*/ 195 w 28"/>
                <a:gd name="T1" fmla="*/ 0 h 19"/>
                <a:gd name="T2" fmla="*/ 220 w 28"/>
                <a:gd name="T3" fmla="*/ 108 h 19"/>
                <a:gd name="T4" fmla="*/ 0 w 28"/>
                <a:gd name="T5" fmla="*/ 4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9">
                  <a:moveTo>
                    <a:pt x="23" y="0"/>
                  </a:moveTo>
                  <a:cubicBezTo>
                    <a:pt x="27" y="0"/>
                    <a:pt x="28" y="7"/>
                    <a:pt x="26" y="10"/>
                  </a:cubicBezTo>
                  <a:cubicBezTo>
                    <a:pt x="21" y="19"/>
                    <a:pt x="1" y="14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20" name="Freeform 1301">
              <a:extLst>
                <a:ext uri="{FF2B5EF4-FFF2-40B4-BE49-F238E27FC236}">
                  <a16:creationId xmlns:a16="http://schemas.microsoft.com/office/drawing/2014/main" id="{389DD1F8-AD33-41A6-8347-0E1FDAFF9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3455"/>
              <a:ext cx="72" cy="37"/>
            </a:xfrm>
            <a:custGeom>
              <a:avLst/>
              <a:gdLst>
                <a:gd name="T0" fmla="*/ 253 w 35"/>
                <a:gd name="T1" fmla="*/ 0 h 17"/>
                <a:gd name="T2" fmla="*/ 224 w 35"/>
                <a:gd name="T3" fmla="*/ 141 h 17"/>
                <a:gd name="T4" fmla="*/ 16 w 35"/>
                <a:gd name="T5" fmla="*/ 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29" y="0"/>
                  </a:moveTo>
                  <a:cubicBezTo>
                    <a:pt x="35" y="4"/>
                    <a:pt x="31" y="12"/>
                    <a:pt x="26" y="14"/>
                  </a:cubicBezTo>
                  <a:cubicBezTo>
                    <a:pt x="19" y="17"/>
                    <a:pt x="0" y="11"/>
                    <a:pt x="2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21" name="Freeform 1302">
              <a:extLst>
                <a:ext uri="{FF2B5EF4-FFF2-40B4-BE49-F238E27FC236}">
                  <a16:creationId xmlns:a16="http://schemas.microsoft.com/office/drawing/2014/main" id="{DD4DCAC4-FE0A-42CD-98B5-EC346ED38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3372"/>
              <a:ext cx="62" cy="50"/>
            </a:xfrm>
            <a:custGeom>
              <a:avLst/>
              <a:gdLst>
                <a:gd name="T0" fmla="*/ 192 w 30"/>
                <a:gd name="T1" fmla="*/ 0 h 23"/>
                <a:gd name="T2" fmla="*/ 256 w 30"/>
                <a:gd name="T3" fmla="*/ 93 h 23"/>
                <a:gd name="T4" fmla="*/ 0 w 30"/>
                <a:gd name="T5" fmla="*/ 9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3">
                  <a:moveTo>
                    <a:pt x="22" y="0"/>
                  </a:moveTo>
                  <a:cubicBezTo>
                    <a:pt x="27" y="0"/>
                    <a:pt x="30" y="5"/>
                    <a:pt x="29" y="9"/>
                  </a:cubicBezTo>
                  <a:cubicBezTo>
                    <a:pt x="27" y="23"/>
                    <a:pt x="5" y="17"/>
                    <a:pt x="0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22" name="Freeform 1303">
              <a:extLst>
                <a:ext uri="{FF2B5EF4-FFF2-40B4-BE49-F238E27FC236}">
                  <a16:creationId xmlns:a16="http://schemas.microsoft.com/office/drawing/2014/main" id="{A358955E-5A10-43B8-BDA5-0565D78C4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3582"/>
              <a:ext cx="111" cy="50"/>
            </a:xfrm>
            <a:custGeom>
              <a:avLst/>
              <a:gdLst>
                <a:gd name="T0" fmla="*/ 304 w 54"/>
                <a:gd name="T1" fmla="*/ 0 h 23"/>
                <a:gd name="T2" fmla="*/ 80 w 54"/>
                <a:gd name="T3" fmla="*/ 4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3">
                  <a:moveTo>
                    <a:pt x="35" y="0"/>
                  </a:moveTo>
                  <a:cubicBezTo>
                    <a:pt x="54" y="19"/>
                    <a:pt x="0" y="23"/>
                    <a:pt x="9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23" name="Freeform 1304">
              <a:extLst>
                <a:ext uri="{FF2B5EF4-FFF2-40B4-BE49-F238E27FC236}">
                  <a16:creationId xmlns:a16="http://schemas.microsoft.com/office/drawing/2014/main" id="{64BB6E8D-202A-4E8F-9BE8-FE4DDC765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3628"/>
              <a:ext cx="69" cy="39"/>
            </a:xfrm>
            <a:custGeom>
              <a:avLst/>
              <a:gdLst>
                <a:gd name="T0" fmla="*/ 235 w 34"/>
                <a:gd name="T1" fmla="*/ 72 h 18"/>
                <a:gd name="T2" fmla="*/ 124 w 34"/>
                <a:gd name="T3" fmla="*/ 165 h 18"/>
                <a:gd name="T4" fmla="*/ 65 w 3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8">
                  <a:moveTo>
                    <a:pt x="28" y="7"/>
                  </a:moveTo>
                  <a:cubicBezTo>
                    <a:pt x="34" y="15"/>
                    <a:pt x="20" y="18"/>
                    <a:pt x="15" y="16"/>
                  </a:cubicBezTo>
                  <a:cubicBezTo>
                    <a:pt x="10" y="14"/>
                    <a:pt x="0" y="5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24" name="Freeform 1305">
              <a:extLst>
                <a:ext uri="{FF2B5EF4-FFF2-40B4-BE49-F238E27FC236}">
                  <a16:creationId xmlns:a16="http://schemas.microsoft.com/office/drawing/2014/main" id="{411C79B4-3A15-4A47-9227-9A6A05E3E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3652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25" name="Freeform 1306">
              <a:extLst>
                <a:ext uri="{FF2B5EF4-FFF2-40B4-BE49-F238E27FC236}">
                  <a16:creationId xmlns:a16="http://schemas.microsoft.com/office/drawing/2014/main" id="{B52F6145-2BCB-4414-9B9B-D456E3678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499"/>
              <a:ext cx="24" cy="11"/>
            </a:xfrm>
            <a:custGeom>
              <a:avLst/>
              <a:gdLst>
                <a:gd name="T0" fmla="*/ 96 w 12"/>
                <a:gd name="T1" fmla="*/ 0 h 5"/>
                <a:gd name="T2" fmla="*/ 32 w 12"/>
                <a:gd name="T3" fmla="*/ 53 h 5"/>
                <a:gd name="T4" fmla="*/ 0 w 12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">
                  <a:moveTo>
                    <a:pt x="12" y="0"/>
                  </a:moveTo>
                  <a:cubicBezTo>
                    <a:pt x="9" y="0"/>
                    <a:pt x="3" y="1"/>
                    <a:pt x="4" y="5"/>
                  </a:cubicBezTo>
                  <a:cubicBezTo>
                    <a:pt x="4" y="2"/>
                    <a:pt x="2" y="3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26" name="Freeform 1307">
              <a:extLst>
                <a:ext uri="{FF2B5EF4-FFF2-40B4-BE49-F238E27FC236}">
                  <a16:creationId xmlns:a16="http://schemas.microsoft.com/office/drawing/2014/main" id="{0E59E70E-1CE8-4370-84DA-290C27A8E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3390"/>
              <a:ext cx="21" cy="8"/>
            </a:xfrm>
            <a:custGeom>
              <a:avLst/>
              <a:gdLst>
                <a:gd name="T0" fmla="*/ 92 w 10"/>
                <a:gd name="T1" fmla="*/ 32 h 4"/>
                <a:gd name="T2" fmla="*/ 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0"/>
                    <a:pt x="3" y="0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27" name="Freeform 1308">
              <a:extLst>
                <a:ext uri="{FF2B5EF4-FFF2-40B4-BE49-F238E27FC236}">
                  <a16:creationId xmlns:a16="http://schemas.microsoft.com/office/drawing/2014/main" id="{CCFBEF7D-97B6-45E0-B00E-6D44DF923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3558"/>
              <a:ext cx="55" cy="46"/>
            </a:xfrm>
            <a:custGeom>
              <a:avLst/>
              <a:gdLst>
                <a:gd name="T0" fmla="*/ 228 w 27"/>
                <a:gd name="T1" fmla="*/ 61 h 21"/>
                <a:gd name="T2" fmla="*/ 59 w 2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1">
                  <a:moveTo>
                    <a:pt x="27" y="6"/>
                  </a:moveTo>
                  <a:cubicBezTo>
                    <a:pt x="26" y="21"/>
                    <a:pt x="0" y="14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28" name="Freeform 1309">
              <a:extLst>
                <a:ext uri="{FF2B5EF4-FFF2-40B4-BE49-F238E27FC236}">
                  <a16:creationId xmlns:a16="http://schemas.microsoft.com/office/drawing/2014/main" id="{4263DAFC-A07D-4DB8-B130-9D8FC17D5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3517"/>
              <a:ext cx="64" cy="43"/>
            </a:xfrm>
            <a:custGeom>
              <a:avLst/>
              <a:gdLst>
                <a:gd name="T0" fmla="*/ 229 w 31"/>
                <a:gd name="T1" fmla="*/ 69 h 20"/>
                <a:gd name="T2" fmla="*/ 157 w 31"/>
                <a:gd name="T3" fmla="*/ 189 h 20"/>
                <a:gd name="T4" fmla="*/ 72 w 3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0">
                  <a:moveTo>
                    <a:pt x="26" y="7"/>
                  </a:moveTo>
                  <a:cubicBezTo>
                    <a:pt x="31" y="12"/>
                    <a:pt x="23" y="19"/>
                    <a:pt x="18" y="19"/>
                  </a:cubicBezTo>
                  <a:cubicBezTo>
                    <a:pt x="9" y="20"/>
                    <a:pt x="0" y="7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29" name="Freeform 1310">
              <a:extLst>
                <a:ext uri="{FF2B5EF4-FFF2-40B4-BE49-F238E27FC236}">
                  <a16:creationId xmlns:a16="http://schemas.microsoft.com/office/drawing/2014/main" id="{36A40B2D-262C-44FB-A028-B10D9E9BC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3635"/>
              <a:ext cx="72" cy="74"/>
            </a:xfrm>
            <a:custGeom>
              <a:avLst/>
              <a:gdLst>
                <a:gd name="T0" fmla="*/ 304 w 35"/>
                <a:gd name="T1" fmla="*/ 226 h 34"/>
                <a:gd name="T2" fmla="*/ 140 w 3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4">
                  <a:moveTo>
                    <a:pt x="35" y="22"/>
                  </a:moveTo>
                  <a:cubicBezTo>
                    <a:pt x="23" y="34"/>
                    <a:pt x="0" y="13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30" name="Freeform 1311">
              <a:extLst>
                <a:ext uri="{FF2B5EF4-FFF2-40B4-BE49-F238E27FC236}">
                  <a16:creationId xmlns:a16="http://schemas.microsoft.com/office/drawing/2014/main" id="{0123C6B4-8225-4252-B8F2-CEF2C7D4A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643"/>
              <a:ext cx="82" cy="59"/>
            </a:xfrm>
            <a:custGeom>
              <a:avLst/>
              <a:gdLst>
                <a:gd name="T0" fmla="*/ 328 w 40"/>
                <a:gd name="T1" fmla="*/ 114 h 27"/>
                <a:gd name="T2" fmla="*/ 148 w 4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7">
                  <a:moveTo>
                    <a:pt x="38" y="11"/>
                  </a:moveTo>
                  <a:cubicBezTo>
                    <a:pt x="40" y="27"/>
                    <a:pt x="0" y="13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31" name="Freeform 1312">
              <a:extLst>
                <a:ext uri="{FF2B5EF4-FFF2-40B4-BE49-F238E27FC236}">
                  <a16:creationId xmlns:a16="http://schemas.microsoft.com/office/drawing/2014/main" id="{FE4605F0-C975-4700-BDE1-27298DD6D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3604"/>
              <a:ext cx="82" cy="48"/>
            </a:xfrm>
            <a:custGeom>
              <a:avLst/>
              <a:gdLst>
                <a:gd name="T0" fmla="*/ 269 w 40"/>
                <a:gd name="T1" fmla="*/ 52 h 22"/>
                <a:gd name="T2" fmla="*/ 76 w 4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2">
                  <a:moveTo>
                    <a:pt x="31" y="5"/>
                  </a:moveTo>
                  <a:cubicBezTo>
                    <a:pt x="40" y="20"/>
                    <a:pt x="0" y="22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32" name="Freeform 1313">
              <a:extLst>
                <a:ext uri="{FF2B5EF4-FFF2-40B4-BE49-F238E27FC236}">
                  <a16:creationId xmlns:a16="http://schemas.microsoft.com/office/drawing/2014/main" id="{2160D510-56B1-4004-93B1-C5153F64F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595"/>
              <a:ext cx="21" cy="5"/>
            </a:xfrm>
            <a:custGeom>
              <a:avLst/>
              <a:gdLst>
                <a:gd name="T0" fmla="*/ 92 w 10"/>
                <a:gd name="T1" fmla="*/ 0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cubicBezTo>
                    <a:pt x="7" y="2"/>
                    <a:pt x="3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33" name="Freeform 1314">
              <a:extLst>
                <a:ext uri="{FF2B5EF4-FFF2-40B4-BE49-F238E27FC236}">
                  <a16:creationId xmlns:a16="http://schemas.microsoft.com/office/drawing/2014/main" id="{B58E2E0C-1ECC-4B93-9D16-061814FC8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3565"/>
              <a:ext cx="18" cy="8"/>
            </a:xfrm>
            <a:custGeom>
              <a:avLst/>
              <a:gdLst>
                <a:gd name="T0" fmla="*/ 72 w 9"/>
                <a:gd name="T1" fmla="*/ 0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4"/>
                    <a:pt x="3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34" name="Freeform 1315">
              <a:extLst>
                <a:ext uri="{FF2B5EF4-FFF2-40B4-BE49-F238E27FC236}">
                  <a16:creationId xmlns:a16="http://schemas.microsoft.com/office/drawing/2014/main" id="{6C2EFEEA-BECC-4118-B92C-BF6F6B862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3466"/>
              <a:ext cx="20" cy="20"/>
            </a:xfrm>
            <a:custGeom>
              <a:avLst/>
              <a:gdLst>
                <a:gd name="T0" fmla="*/ 80 w 10"/>
                <a:gd name="T1" fmla="*/ 64 h 9"/>
                <a:gd name="T2" fmla="*/ 64 w 10"/>
                <a:gd name="T3" fmla="*/ 98 h 9"/>
                <a:gd name="T4" fmla="*/ 0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6"/>
                  </a:moveTo>
                  <a:cubicBezTo>
                    <a:pt x="10" y="7"/>
                    <a:pt x="9" y="8"/>
                    <a:pt x="8" y="9"/>
                  </a:cubicBezTo>
                  <a:cubicBezTo>
                    <a:pt x="4" y="8"/>
                    <a:pt x="0" y="4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35" name="Freeform 1316">
              <a:extLst>
                <a:ext uri="{FF2B5EF4-FFF2-40B4-BE49-F238E27FC236}">
                  <a16:creationId xmlns:a16="http://schemas.microsoft.com/office/drawing/2014/main" id="{C8F7ABFD-D0C5-49CD-B733-CA3AD8498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438"/>
              <a:ext cx="16" cy="11"/>
            </a:xfrm>
            <a:custGeom>
              <a:avLst/>
              <a:gdLst>
                <a:gd name="T0" fmla="*/ 64 w 8"/>
                <a:gd name="T1" fmla="*/ 44 h 5"/>
                <a:gd name="T2" fmla="*/ 0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4"/>
                  </a:moveTo>
                  <a:cubicBezTo>
                    <a:pt x="5" y="5"/>
                    <a:pt x="3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36" name="Freeform 1317">
              <a:extLst>
                <a:ext uri="{FF2B5EF4-FFF2-40B4-BE49-F238E27FC236}">
                  <a16:creationId xmlns:a16="http://schemas.microsoft.com/office/drawing/2014/main" id="{27D2D005-9248-49E7-9723-074F54154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462"/>
              <a:ext cx="10" cy="6"/>
            </a:xfrm>
            <a:custGeom>
              <a:avLst/>
              <a:gdLst>
                <a:gd name="T0" fmla="*/ 40 w 5"/>
                <a:gd name="T1" fmla="*/ 0 h 3"/>
                <a:gd name="T2" fmla="*/ 0 w 5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2"/>
                    <a:pt x="2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37" name="Freeform 1318">
              <a:extLst>
                <a:ext uri="{FF2B5EF4-FFF2-40B4-BE49-F238E27FC236}">
                  <a16:creationId xmlns:a16="http://schemas.microsoft.com/office/drawing/2014/main" id="{0CFE33CE-0466-45E3-A87A-90853EFA0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412"/>
              <a:ext cx="17" cy="8"/>
            </a:xfrm>
            <a:custGeom>
              <a:avLst/>
              <a:gdLst>
                <a:gd name="T0" fmla="*/ 77 w 8"/>
                <a:gd name="T1" fmla="*/ 0 h 4"/>
                <a:gd name="T2" fmla="*/ 0 w 8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6" y="4"/>
                    <a:pt x="3" y="3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38" name="Freeform 1319">
              <a:extLst>
                <a:ext uri="{FF2B5EF4-FFF2-40B4-BE49-F238E27FC236}">
                  <a16:creationId xmlns:a16="http://schemas.microsoft.com/office/drawing/2014/main" id="{F53ACF79-56C7-4A18-81F1-D5EC7AC6A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3403"/>
              <a:ext cx="18" cy="13"/>
            </a:xfrm>
            <a:custGeom>
              <a:avLst/>
              <a:gdLst>
                <a:gd name="T0" fmla="*/ 72 w 9"/>
                <a:gd name="T1" fmla="*/ 0 h 6"/>
                <a:gd name="T2" fmla="*/ 0 w 9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8" y="4"/>
                    <a:pt x="4" y="6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39" name="Freeform 1320">
              <a:extLst>
                <a:ext uri="{FF2B5EF4-FFF2-40B4-BE49-F238E27FC236}">
                  <a16:creationId xmlns:a16="http://schemas.microsoft.com/office/drawing/2014/main" id="{D922121E-E3CA-4932-B3AB-C2AE7AC5B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3385"/>
              <a:ext cx="25" cy="11"/>
            </a:xfrm>
            <a:custGeom>
              <a:avLst/>
              <a:gdLst>
                <a:gd name="T0" fmla="*/ 73 w 12"/>
                <a:gd name="T1" fmla="*/ 0 h 5"/>
                <a:gd name="T2" fmla="*/ 0 w 12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8" y="0"/>
                  </a:moveTo>
                  <a:cubicBezTo>
                    <a:pt x="12" y="5"/>
                    <a:pt x="3" y="5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40" name="Freeform 1321">
              <a:extLst>
                <a:ext uri="{FF2B5EF4-FFF2-40B4-BE49-F238E27FC236}">
                  <a16:creationId xmlns:a16="http://schemas.microsoft.com/office/drawing/2014/main" id="{457A024A-D5FF-4455-A7F2-22D12ACBF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523"/>
              <a:ext cx="8" cy="2"/>
            </a:xfrm>
            <a:custGeom>
              <a:avLst/>
              <a:gdLst>
                <a:gd name="T0" fmla="*/ 32 w 4"/>
                <a:gd name="T1" fmla="*/ 0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41" name="Freeform 1322">
              <a:extLst>
                <a:ext uri="{FF2B5EF4-FFF2-40B4-BE49-F238E27FC236}">
                  <a16:creationId xmlns:a16="http://schemas.microsoft.com/office/drawing/2014/main" id="{0FBCF6F0-3631-40BD-B133-BD7E485A7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3654"/>
              <a:ext cx="14" cy="18"/>
            </a:xfrm>
            <a:custGeom>
              <a:avLst/>
              <a:gdLst>
                <a:gd name="T0" fmla="*/ 56 w 7"/>
                <a:gd name="T1" fmla="*/ 36 h 8"/>
                <a:gd name="T2" fmla="*/ 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3"/>
                  </a:moveTo>
                  <a:cubicBezTo>
                    <a:pt x="5" y="8"/>
                    <a:pt x="0" y="4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42" name="Freeform 1323">
              <a:extLst>
                <a:ext uri="{FF2B5EF4-FFF2-40B4-BE49-F238E27FC236}">
                  <a16:creationId xmlns:a16="http://schemas.microsoft.com/office/drawing/2014/main" id="{69D206B4-D06F-47C0-A332-4AD51F6AB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3648"/>
              <a:ext cx="12" cy="8"/>
            </a:xfrm>
            <a:custGeom>
              <a:avLst/>
              <a:gdLst>
                <a:gd name="T0" fmla="*/ 48 w 6"/>
                <a:gd name="T1" fmla="*/ 0 h 4"/>
                <a:gd name="T2" fmla="*/ 0 w 6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4" y="3"/>
                    <a:pt x="3" y="4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43" name="Freeform 1324">
              <a:extLst>
                <a:ext uri="{FF2B5EF4-FFF2-40B4-BE49-F238E27FC236}">
                  <a16:creationId xmlns:a16="http://schemas.microsoft.com/office/drawing/2014/main" id="{FD05CA87-6579-4231-8502-F5478F1B2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366"/>
              <a:ext cx="69" cy="59"/>
            </a:xfrm>
            <a:custGeom>
              <a:avLst/>
              <a:gdLst>
                <a:gd name="T0" fmla="*/ 0 w 34"/>
                <a:gd name="T1" fmla="*/ 61 h 27"/>
                <a:gd name="T2" fmla="*/ 193 w 3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7">
                  <a:moveTo>
                    <a:pt x="0" y="6"/>
                  </a:moveTo>
                  <a:cubicBezTo>
                    <a:pt x="1" y="27"/>
                    <a:pt x="34" y="15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44" name="Freeform 1325">
              <a:extLst>
                <a:ext uri="{FF2B5EF4-FFF2-40B4-BE49-F238E27FC236}">
                  <a16:creationId xmlns:a16="http://schemas.microsoft.com/office/drawing/2014/main" id="{03479884-B888-4F38-A142-05C75A81B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3390"/>
              <a:ext cx="47" cy="32"/>
            </a:xfrm>
            <a:custGeom>
              <a:avLst/>
              <a:gdLst>
                <a:gd name="T0" fmla="*/ 8 w 23"/>
                <a:gd name="T1" fmla="*/ 41 h 15"/>
                <a:gd name="T2" fmla="*/ 16 w 23"/>
                <a:gd name="T3" fmla="*/ 96 h 15"/>
                <a:gd name="T4" fmla="*/ 121 w 23"/>
                <a:gd name="T5" fmla="*/ 128 h 15"/>
                <a:gd name="T6" fmla="*/ 172 w 23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1" y="4"/>
                  </a:moveTo>
                  <a:cubicBezTo>
                    <a:pt x="0" y="7"/>
                    <a:pt x="1" y="8"/>
                    <a:pt x="2" y="10"/>
                  </a:cubicBezTo>
                  <a:cubicBezTo>
                    <a:pt x="5" y="15"/>
                    <a:pt x="9" y="15"/>
                    <a:pt x="14" y="13"/>
                  </a:cubicBezTo>
                  <a:cubicBezTo>
                    <a:pt x="20" y="11"/>
                    <a:pt x="23" y="6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45" name="Freeform 1326">
              <a:extLst>
                <a:ext uri="{FF2B5EF4-FFF2-40B4-BE49-F238E27FC236}">
                  <a16:creationId xmlns:a16="http://schemas.microsoft.com/office/drawing/2014/main" id="{C4E498C1-92BF-43EB-B4C6-F086632F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324"/>
              <a:ext cx="55" cy="50"/>
            </a:xfrm>
            <a:custGeom>
              <a:avLst/>
              <a:gdLst>
                <a:gd name="T0" fmla="*/ 0 w 27"/>
                <a:gd name="T1" fmla="*/ 93 h 23"/>
                <a:gd name="T2" fmla="*/ 161 w 2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3">
                  <a:moveTo>
                    <a:pt x="0" y="9"/>
                  </a:moveTo>
                  <a:cubicBezTo>
                    <a:pt x="5" y="23"/>
                    <a:pt x="27" y="9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46" name="Freeform 1327">
              <a:extLst>
                <a:ext uri="{FF2B5EF4-FFF2-40B4-BE49-F238E27FC236}">
                  <a16:creationId xmlns:a16="http://schemas.microsoft.com/office/drawing/2014/main" id="{A32E617D-A269-41BF-B42C-0A9327EEB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328"/>
              <a:ext cx="51" cy="25"/>
            </a:xfrm>
            <a:custGeom>
              <a:avLst/>
              <a:gdLst>
                <a:gd name="T0" fmla="*/ 0 w 25"/>
                <a:gd name="T1" fmla="*/ 0 h 11"/>
                <a:gd name="T2" fmla="*/ 100 w 25"/>
                <a:gd name="T3" fmla="*/ 118 h 11"/>
                <a:gd name="T4" fmla="*/ 196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0" y="8"/>
                    <a:pt x="3" y="11"/>
                    <a:pt x="12" y="10"/>
                  </a:cubicBezTo>
                  <a:cubicBezTo>
                    <a:pt x="17" y="10"/>
                    <a:pt x="25" y="7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47" name="Freeform 1328">
              <a:extLst>
                <a:ext uri="{FF2B5EF4-FFF2-40B4-BE49-F238E27FC236}">
                  <a16:creationId xmlns:a16="http://schemas.microsoft.com/office/drawing/2014/main" id="{A2179BCE-6CBB-4775-8E5E-B70BADEE4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3320"/>
              <a:ext cx="60" cy="37"/>
            </a:xfrm>
            <a:custGeom>
              <a:avLst/>
              <a:gdLst>
                <a:gd name="T0" fmla="*/ 35 w 29"/>
                <a:gd name="T1" fmla="*/ 0 h 17"/>
                <a:gd name="T2" fmla="*/ 35 w 29"/>
                <a:gd name="T3" fmla="*/ 133 h 17"/>
                <a:gd name="T4" fmla="*/ 240 w 29"/>
                <a:gd name="T5" fmla="*/ 3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4" y="0"/>
                  </a:moveTo>
                  <a:cubicBezTo>
                    <a:pt x="0" y="3"/>
                    <a:pt x="1" y="10"/>
                    <a:pt x="4" y="13"/>
                  </a:cubicBezTo>
                  <a:cubicBezTo>
                    <a:pt x="10" y="17"/>
                    <a:pt x="29" y="11"/>
                    <a:pt x="27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48" name="Freeform 1329">
              <a:extLst>
                <a:ext uri="{FF2B5EF4-FFF2-40B4-BE49-F238E27FC236}">
                  <a16:creationId xmlns:a16="http://schemas.microsoft.com/office/drawing/2014/main" id="{978DE38F-D389-442A-A448-E85E1C91C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3296"/>
              <a:ext cx="60" cy="30"/>
            </a:xfrm>
            <a:custGeom>
              <a:avLst/>
              <a:gdLst>
                <a:gd name="T0" fmla="*/ 43 w 29"/>
                <a:gd name="T1" fmla="*/ 19 h 14"/>
                <a:gd name="T2" fmla="*/ 116 w 29"/>
                <a:gd name="T3" fmla="*/ 137 h 14"/>
                <a:gd name="T4" fmla="*/ 223 w 2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4">
                  <a:moveTo>
                    <a:pt x="5" y="2"/>
                  </a:moveTo>
                  <a:cubicBezTo>
                    <a:pt x="0" y="7"/>
                    <a:pt x="8" y="14"/>
                    <a:pt x="13" y="14"/>
                  </a:cubicBezTo>
                  <a:cubicBezTo>
                    <a:pt x="20" y="14"/>
                    <a:pt x="29" y="7"/>
                    <a:pt x="2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49" name="Freeform 1330">
              <a:extLst>
                <a:ext uri="{FF2B5EF4-FFF2-40B4-BE49-F238E27FC236}">
                  <a16:creationId xmlns:a16="http://schemas.microsoft.com/office/drawing/2014/main" id="{82979BE3-C3EA-4AA6-8966-1A3F9734F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274"/>
              <a:ext cx="58" cy="26"/>
            </a:xfrm>
            <a:custGeom>
              <a:avLst/>
              <a:gdLst>
                <a:gd name="T0" fmla="*/ 64 w 28"/>
                <a:gd name="T1" fmla="*/ 0 h 12"/>
                <a:gd name="T2" fmla="*/ 99 w 28"/>
                <a:gd name="T3" fmla="*/ 104 h 12"/>
                <a:gd name="T4" fmla="*/ 249 w 2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2">
                  <a:moveTo>
                    <a:pt x="7" y="0"/>
                  </a:moveTo>
                  <a:cubicBezTo>
                    <a:pt x="0" y="3"/>
                    <a:pt x="6" y="9"/>
                    <a:pt x="11" y="10"/>
                  </a:cubicBezTo>
                  <a:cubicBezTo>
                    <a:pt x="19" y="12"/>
                    <a:pt x="28" y="9"/>
                    <a:pt x="2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0" name="Freeform 1331">
              <a:extLst>
                <a:ext uri="{FF2B5EF4-FFF2-40B4-BE49-F238E27FC236}">
                  <a16:creationId xmlns:a16="http://schemas.microsoft.com/office/drawing/2014/main" id="{0D677EFC-6EF9-4BBC-993D-A9F0CDA5C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298"/>
              <a:ext cx="59" cy="44"/>
            </a:xfrm>
            <a:custGeom>
              <a:avLst/>
              <a:gdLst>
                <a:gd name="T0" fmla="*/ 0 w 29"/>
                <a:gd name="T1" fmla="*/ 53 h 20"/>
                <a:gd name="T2" fmla="*/ 187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0" y="5"/>
                  </a:moveTo>
                  <a:cubicBezTo>
                    <a:pt x="1" y="20"/>
                    <a:pt x="29" y="10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1" name="Freeform 1332">
              <a:extLst>
                <a:ext uri="{FF2B5EF4-FFF2-40B4-BE49-F238E27FC236}">
                  <a16:creationId xmlns:a16="http://schemas.microsoft.com/office/drawing/2014/main" id="{B6F1F683-81FD-4F19-83C2-AC91012A6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3460"/>
              <a:ext cx="49" cy="39"/>
            </a:xfrm>
            <a:custGeom>
              <a:avLst/>
              <a:gdLst>
                <a:gd name="T0" fmla="*/ 0 w 24"/>
                <a:gd name="T1" fmla="*/ 113 h 18"/>
                <a:gd name="T2" fmla="*/ 180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1"/>
                  </a:moveTo>
                  <a:cubicBezTo>
                    <a:pt x="1" y="18"/>
                    <a:pt x="24" y="10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2" name="Freeform 1333">
              <a:extLst>
                <a:ext uri="{FF2B5EF4-FFF2-40B4-BE49-F238E27FC236}">
                  <a16:creationId xmlns:a16="http://schemas.microsoft.com/office/drawing/2014/main" id="{632AA511-722F-4913-8866-153175171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3479"/>
              <a:ext cx="69" cy="38"/>
            </a:xfrm>
            <a:custGeom>
              <a:avLst/>
              <a:gdLst>
                <a:gd name="T0" fmla="*/ 49 w 34"/>
                <a:gd name="T1" fmla="*/ 20 h 17"/>
                <a:gd name="T2" fmla="*/ 227 w 3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7">
                  <a:moveTo>
                    <a:pt x="6" y="2"/>
                  </a:moveTo>
                  <a:cubicBezTo>
                    <a:pt x="0" y="17"/>
                    <a:pt x="34" y="14"/>
                    <a:pt x="2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3" name="Freeform 1334">
              <a:extLst>
                <a:ext uri="{FF2B5EF4-FFF2-40B4-BE49-F238E27FC236}">
                  <a16:creationId xmlns:a16="http://schemas.microsoft.com/office/drawing/2014/main" id="{5A445B09-E692-4B52-927A-FB86E6BC7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495"/>
              <a:ext cx="55" cy="32"/>
            </a:xfrm>
            <a:custGeom>
              <a:avLst/>
              <a:gdLst>
                <a:gd name="T0" fmla="*/ 33 w 27"/>
                <a:gd name="T1" fmla="*/ 0 h 15"/>
                <a:gd name="T2" fmla="*/ 67 w 27"/>
                <a:gd name="T3" fmla="*/ 128 h 15"/>
                <a:gd name="T4" fmla="*/ 204 w 27"/>
                <a:gd name="T5" fmla="*/ 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5">
                  <a:moveTo>
                    <a:pt x="4" y="0"/>
                  </a:moveTo>
                  <a:cubicBezTo>
                    <a:pt x="0" y="5"/>
                    <a:pt x="3" y="11"/>
                    <a:pt x="8" y="13"/>
                  </a:cubicBezTo>
                  <a:cubicBezTo>
                    <a:pt x="12" y="15"/>
                    <a:pt x="27" y="12"/>
                    <a:pt x="24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4" name="Freeform 1335">
              <a:extLst>
                <a:ext uri="{FF2B5EF4-FFF2-40B4-BE49-F238E27FC236}">
                  <a16:creationId xmlns:a16="http://schemas.microsoft.com/office/drawing/2014/main" id="{1AE2E522-1EAB-48CD-974D-C33956AB0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416"/>
              <a:ext cx="70" cy="61"/>
            </a:xfrm>
            <a:custGeom>
              <a:avLst/>
              <a:gdLst>
                <a:gd name="T0" fmla="*/ 8 w 34"/>
                <a:gd name="T1" fmla="*/ 113 h 28"/>
                <a:gd name="T2" fmla="*/ 191 w 34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8">
                  <a:moveTo>
                    <a:pt x="1" y="11"/>
                  </a:moveTo>
                  <a:cubicBezTo>
                    <a:pt x="0" y="28"/>
                    <a:pt x="34" y="10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5" name="Freeform 1336">
              <a:extLst>
                <a:ext uri="{FF2B5EF4-FFF2-40B4-BE49-F238E27FC236}">
                  <a16:creationId xmlns:a16="http://schemas.microsoft.com/office/drawing/2014/main" id="{D2C919D4-61D8-4D66-A1E9-31F6DE648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3429"/>
              <a:ext cx="21" cy="11"/>
            </a:xfrm>
            <a:custGeom>
              <a:avLst/>
              <a:gdLst>
                <a:gd name="T0" fmla="*/ 0 w 10"/>
                <a:gd name="T1" fmla="*/ 44 h 5"/>
                <a:gd name="T2" fmla="*/ 92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4" y="5"/>
                    <a:pt x="7" y="3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6" name="Freeform 1337">
              <a:extLst>
                <a:ext uri="{FF2B5EF4-FFF2-40B4-BE49-F238E27FC236}">
                  <a16:creationId xmlns:a16="http://schemas.microsoft.com/office/drawing/2014/main" id="{A3A2A877-F922-4561-96D5-F9787B6B1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3381"/>
              <a:ext cx="27" cy="17"/>
            </a:xfrm>
            <a:custGeom>
              <a:avLst/>
              <a:gdLst>
                <a:gd name="T0" fmla="*/ 0 w 13"/>
                <a:gd name="T1" fmla="*/ 28 h 8"/>
                <a:gd name="T2" fmla="*/ 116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3" y="8"/>
                    <a:pt x="11" y="3"/>
                    <a:pt x="1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7" name="Freeform 1338">
              <a:extLst>
                <a:ext uri="{FF2B5EF4-FFF2-40B4-BE49-F238E27FC236}">
                  <a16:creationId xmlns:a16="http://schemas.microsoft.com/office/drawing/2014/main" id="{64AD350E-7D3C-424C-9C2E-D60FB7D19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3331"/>
              <a:ext cx="15" cy="8"/>
            </a:xfrm>
            <a:custGeom>
              <a:avLst/>
              <a:gdLst>
                <a:gd name="T0" fmla="*/ 0 w 7"/>
                <a:gd name="T1" fmla="*/ 16 h 4"/>
                <a:gd name="T2" fmla="*/ 69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3" y="4"/>
                    <a:pt x="5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8" name="Freeform 1339">
              <a:extLst>
                <a:ext uri="{FF2B5EF4-FFF2-40B4-BE49-F238E27FC236}">
                  <a16:creationId xmlns:a16="http://schemas.microsoft.com/office/drawing/2014/main" id="{44FB61E8-1167-45E2-8F7F-A61D8452A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3600"/>
              <a:ext cx="84" cy="39"/>
            </a:xfrm>
            <a:custGeom>
              <a:avLst/>
              <a:gdLst>
                <a:gd name="T0" fmla="*/ 256 w 41"/>
                <a:gd name="T1" fmla="*/ 33 h 18"/>
                <a:gd name="T2" fmla="*/ 180 w 41"/>
                <a:gd name="T3" fmla="*/ 184 h 18"/>
                <a:gd name="T4" fmla="*/ 76 w 4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">
                  <a:moveTo>
                    <a:pt x="30" y="3"/>
                  </a:moveTo>
                  <a:cubicBezTo>
                    <a:pt x="41" y="9"/>
                    <a:pt x="32" y="18"/>
                    <a:pt x="21" y="18"/>
                  </a:cubicBezTo>
                  <a:cubicBezTo>
                    <a:pt x="14" y="18"/>
                    <a:pt x="0" y="8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9" name="Freeform 1340">
              <a:extLst>
                <a:ext uri="{FF2B5EF4-FFF2-40B4-BE49-F238E27FC236}">
                  <a16:creationId xmlns:a16="http://schemas.microsoft.com/office/drawing/2014/main" id="{EF27744E-4557-428D-A5FF-A356E4E59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635"/>
              <a:ext cx="86" cy="50"/>
            </a:xfrm>
            <a:custGeom>
              <a:avLst/>
              <a:gdLst>
                <a:gd name="T0" fmla="*/ 248 w 42"/>
                <a:gd name="T1" fmla="*/ 0 h 23"/>
                <a:gd name="T2" fmla="*/ 41 w 42"/>
                <a:gd name="T3" fmla="*/ 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3">
                  <a:moveTo>
                    <a:pt x="29" y="0"/>
                  </a:moveTo>
                  <a:cubicBezTo>
                    <a:pt x="42" y="13"/>
                    <a:pt x="0" y="23"/>
                    <a:pt x="5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0" name="Freeform 1341">
              <a:extLst>
                <a:ext uri="{FF2B5EF4-FFF2-40B4-BE49-F238E27FC236}">
                  <a16:creationId xmlns:a16="http://schemas.microsoft.com/office/drawing/2014/main" id="{43CD7B21-9A2F-49FA-921D-9EF2B5DFE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3602"/>
              <a:ext cx="61" cy="50"/>
            </a:xfrm>
            <a:custGeom>
              <a:avLst/>
              <a:gdLst>
                <a:gd name="T0" fmla="*/ 187 w 30"/>
                <a:gd name="T1" fmla="*/ 0 h 23"/>
                <a:gd name="T2" fmla="*/ 252 w 30"/>
                <a:gd name="T3" fmla="*/ 93 h 23"/>
                <a:gd name="T4" fmla="*/ 0 w 30"/>
                <a:gd name="T5" fmla="*/ 9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3">
                  <a:moveTo>
                    <a:pt x="22" y="0"/>
                  </a:moveTo>
                  <a:cubicBezTo>
                    <a:pt x="27" y="0"/>
                    <a:pt x="30" y="4"/>
                    <a:pt x="30" y="9"/>
                  </a:cubicBezTo>
                  <a:cubicBezTo>
                    <a:pt x="27" y="23"/>
                    <a:pt x="5" y="17"/>
                    <a:pt x="0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1" name="Freeform 1342">
              <a:extLst>
                <a:ext uri="{FF2B5EF4-FFF2-40B4-BE49-F238E27FC236}">
                  <a16:creationId xmlns:a16="http://schemas.microsoft.com/office/drawing/2014/main" id="{9FCBE8BE-14D2-4E42-A204-8AE197453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641"/>
              <a:ext cx="19" cy="9"/>
            </a:xfrm>
            <a:custGeom>
              <a:avLst/>
              <a:gdLst>
                <a:gd name="T0" fmla="*/ 84 w 9"/>
                <a:gd name="T1" fmla="*/ 0 h 4"/>
                <a:gd name="T2" fmla="*/ 0 w 9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4"/>
                    <a:pt x="3" y="3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2" name="Freeform 1343">
              <a:extLst>
                <a:ext uri="{FF2B5EF4-FFF2-40B4-BE49-F238E27FC236}">
                  <a16:creationId xmlns:a16="http://schemas.microsoft.com/office/drawing/2014/main" id="{75CC07DC-2884-4888-AFDE-C7FD61B26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3615"/>
              <a:ext cx="27" cy="11"/>
            </a:xfrm>
            <a:custGeom>
              <a:avLst/>
              <a:gdLst>
                <a:gd name="T0" fmla="*/ 73 w 13"/>
                <a:gd name="T1" fmla="*/ 0 h 5"/>
                <a:gd name="T2" fmla="*/ 0 w 13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8" y="0"/>
                  </a:moveTo>
                  <a:cubicBezTo>
                    <a:pt x="13" y="5"/>
                    <a:pt x="3" y="5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3" name="Freeform 1344">
              <a:extLst>
                <a:ext uri="{FF2B5EF4-FFF2-40B4-BE49-F238E27FC236}">
                  <a16:creationId xmlns:a16="http://schemas.microsoft.com/office/drawing/2014/main" id="{6EB1F080-9338-4B0B-8CE6-197DA22DD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554"/>
              <a:ext cx="55" cy="50"/>
            </a:xfrm>
            <a:custGeom>
              <a:avLst/>
              <a:gdLst>
                <a:gd name="T0" fmla="*/ 0 w 27"/>
                <a:gd name="T1" fmla="*/ 93 h 23"/>
                <a:gd name="T2" fmla="*/ 161 w 2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3">
                  <a:moveTo>
                    <a:pt x="0" y="9"/>
                  </a:moveTo>
                  <a:cubicBezTo>
                    <a:pt x="5" y="23"/>
                    <a:pt x="27" y="9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4" name="Freeform 1345">
              <a:extLst>
                <a:ext uri="{FF2B5EF4-FFF2-40B4-BE49-F238E27FC236}">
                  <a16:creationId xmlns:a16="http://schemas.microsoft.com/office/drawing/2014/main" id="{B48EEBE4-08E0-451D-ABBC-1089318E2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3611"/>
              <a:ext cx="27" cy="17"/>
            </a:xfrm>
            <a:custGeom>
              <a:avLst/>
              <a:gdLst>
                <a:gd name="T0" fmla="*/ 0 w 13"/>
                <a:gd name="T1" fmla="*/ 28 h 8"/>
                <a:gd name="T2" fmla="*/ 116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2" y="8"/>
                    <a:pt x="10" y="3"/>
                    <a:pt x="1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5" name="Freeform 1346">
              <a:extLst>
                <a:ext uri="{FF2B5EF4-FFF2-40B4-BE49-F238E27FC236}">
                  <a16:creationId xmlns:a16="http://schemas.microsoft.com/office/drawing/2014/main" id="{82DEA399-4FF0-4E30-A21B-F9A805ED5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560"/>
              <a:ext cx="15" cy="9"/>
            </a:xfrm>
            <a:custGeom>
              <a:avLst/>
              <a:gdLst>
                <a:gd name="T0" fmla="*/ 0 w 7"/>
                <a:gd name="T1" fmla="*/ 25 h 4"/>
                <a:gd name="T2" fmla="*/ 69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3" y="4"/>
                    <a:pt x="5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6" name="Freeform 1347">
              <a:extLst>
                <a:ext uri="{FF2B5EF4-FFF2-40B4-BE49-F238E27FC236}">
                  <a16:creationId xmlns:a16="http://schemas.microsoft.com/office/drawing/2014/main" id="{4EDB6F1D-8DA2-4802-B621-ED5402665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3363"/>
              <a:ext cx="48" cy="53"/>
            </a:xfrm>
            <a:custGeom>
              <a:avLst/>
              <a:gdLst>
                <a:gd name="T0" fmla="*/ 73 w 23"/>
                <a:gd name="T1" fmla="*/ 0 h 24"/>
                <a:gd name="T2" fmla="*/ 209 w 23"/>
                <a:gd name="T3" fmla="*/ 14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4">
                  <a:moveTo>
                    <a:pt x="8" y="0"/>
                  </a:moveTo>
                  <a:cubicBezTo>
                    <a:pt x="0" y="11"/>
                    <a:pt x="15" y="24"/>
                    <a:pt x="23" y="1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7" name="Freeform 1348">
              <a:extLst>
                <a:ext uri="{FF2B5EF4-FFF2-40B4-BE49-F238E27FC236}">
                  <a16:creationId xmlns:a16="http://schemas.microsoft.com/office/drawing/2014/main" id="{F625CF1A-45B0-4ED1-9F25-78D156A0D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3385"/>
              <a:ext cx="18" cy="7"/>
            </a:xfrm>
            <a:custGeom>
              <a:avLst/>
              <a:gdLst>
                <a:gd name="T0" fmla="*/ 0 w 9"/>
                <a:gd name="T1" fmla="*/ 0 h 3"/>
                <a:gd name="T2" fmla="*/ 7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3"/>
                    <a:pt x="6" y="3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8" name="Freeform 1349">
              <a:extLst>
                <a:ext uri="{FF2B5EF4-FFF2-40B4-BE49-F238E27FC236}">
                  <a16:creationId xmlns:a16="http://schemas.microsoft.com/office/drawing/2014/main" id="{415958C5-DC1D-4275-9C86-5C7CF785B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495"/>
              <a:ext cx="16" cy="4"/>
            </a:xfrm>
            <a:custGeom>
              <a:avLst/>
              <a:gdLst>
                <a:gd name="T0" fmla="*/ 0 w 8"/>
                <a:gd name="T1" fmla="*/ 0 h 2"/>
                <a:gd name="T2" fmla="*/ 64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2"/>
                    <a:pt x="6" y="1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9" name="Freeform 1350">
              <a:extLst>
                <a:ext uri="{FF2B5EF4-FFF2-40B4-BE49-F238E27FC236}">
                  <a16:creationId xmlns:a16="http://schemas.microsoft.com/office/drawing/2014/main" id="{1951EF0A-65A8-433B-BD55-289AC728F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3556"/>
              <a:ext cx="21" cy="17"/>
            </a:xfrm>
            <a:custGeom>
              <a:avLst/>
              <a:gdLst>
                <a:gd name="T0" fmla="*/ 0 w 10"/>
                <a:gd name="T1" fmla="*/ 49 h 8"/>
                <a:gd name="T2" fmla="*/ 92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5"/>
                  </a:moveTo>
                  <a:cubicBezTo>
                    <a:pt x="4" y="8"/>
                    <a:pt x="10" y="5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0" name="Freeform 1351">
              <a:extLst>
                <a:ext uri="{FF2B5EF4-FFF2-40B4-BE49-F238E27FC236}">
                  <a16:creationId xmlns:a16="http://schemas.microsoft.com/office/drawing/2014/main" id="{8267CB8F-6975-4183-89B9-48FF5E907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3674"/>
              <a:ext cx="51" cy="55"/>
            </a:xfrm>
            <a:custGeom>
              <a:avLst/>
              <a:gdLst>
                <a:gd name="T0" fmla="*/ 84 w 25"/>
                <a:gd name="T1" fmla="*/ 0 h 25"/>
                <a:gd name="T2" fmla="*/ 212 w 25"/>
                <a:gd name="T3" fmla="*/ 1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5">
                  <a:moveTo>
                    <a:pt x="10" y="0"/>
                  </a:moveTo>
                  <a:cubicBezTo>
                    <a:pt x="0" y="5"/>
                    <a:pt x="14" y="25"/>
                    <a:pt x="25" y="1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1" name="Freeform 1352">
              <a:extLst>
                <a:ext uri="{FF2B5EF4-FFF2-40B4-BE49-F238E27FC236}">
                  <a16:creationId xmlns:a16="http://schemas.microsoft.com/office/drawing/2014/main" id="{21F1C240-78EE-4FD9-BF72-43382A8F7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3687"/>
              <a:ext cx="10" cy="9"/>
            </a:xfrm>
            <a:custGeom>
              <a:avLst/>
              <a:gdLst>
                <a:gd name="T0" fmla="*/ 0 w 5"/>
                <a:gd name="T1" fmla="*/ 0 h 4"/>
                <a:gd name="T2" fmla="*/ 40 w 5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4"/>
                    <a:pt x="5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2" name="Freeform 1353">
              <a:extLst>
                <a:ext uri="{FF2B5EF4-FFF2-40B4-BE49-F238E27FC236}">
                  <a16:creationId xmlns:a16="http://schemas.microsoft.com/office/drawing/2014/main" id="{B128430D-93FB-49F5-BA04-131549B00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538"/>
              <a:ext cx="51" cy="38"/>
            </a:xfrm>
            <a:custGeom>
              <a:avLst/>
              <a:gdLst>
                <a:gd name="T0" fmla="*/ 75 w 25"/>
                <a:gd name="T1" fmla="*/ 0 h 17"/>
                <a:gd name="T2" fmla="*/ 145 w 25"/>
                <a:gd name="T3" fmla="*/ 170 h 17"/>
                <a:gd name="T4" fmla="*/ 212 w 25"/>
                <a:gd name="T5" fmla="*/ 6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9" y="0"/>
                  </a:moveTo>
                  <a:cubicBezTo>
                    <a:pt x="0" y="3"/>
                    <a:pt x="8" y="17"/>
                    <a:pt x="17" y="15"/>
                  </a:cubicBezTo>
                  <a:cubicBezTo>
                    <a:pt x="21" y="14"/>
                    <a:pt x="25" y="11"/>
                    <a:pt x="25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3" name="Freeform 1354">
              <a:extLst>
                <a:ext uri="{FF2B5EF4-FFF2-40B4-BE49-F238E27FC236}">
                  <a16:creationId xmlns:a16="http://schemas.microsoft.com/office/drawing/2014/main" id="{BA784AD7-20CF-41A3-B8FD-D4DFC1404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501"/>
              <a:ext cx="17" cy="11"/>
            </a:xfrm>
            <a:custGeom>
              <a:avLst/>
              <a:gdLst>
                <a:gd name="T0" fmla="*/ 19 w 8"/>
                <a:gd name="T1" fmla="*/ 0 h 5"/>
                <a:gd name="T2" fmla="*/ 77 w 8"/>
                <a:gd name="T3" fmla="*/ 3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2" y="0"/>
                  </a:moveTo>
                  <a:cubicBezTo>
                    <a:pt x="0" y="4"/>
                    <a:pt x="5" y="5"/>
                    <a:pt x="8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4" name="Freeform 1355">
              <a:extLst>
                <a:ext uri="{FF2B5EF4-FFF2-40B4-BE49-F238E27FC236}">
                  <a16:creationId xmlns:a16="http://schemas.microsoft.com/office/drawing/2014/main" id="{C48A6643-2B2D-4431-A765-E3DDB5196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3503"/>
              <a:ext cx="39" cy="42"/>
            </a:xfrm>
            <a:custGeom>
              <a:avLst/>
              <a:gdLst>
                <a:gd name="T0" fmla="*/ 43 w 19"/>
                <a:gd name="T1" fmla="*/ 0 h 19"/>
                <a:gd name="T2" fmla="*/ 0 w 19"/>
                <a:gd name="T3" fmla="*/ 73 h 19"/>
                <a:gd name="T4" fmla="*/ 164 w 19"/>
                <a:gd name="T5" fmla="*/ 15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5" y="0"/>
                  </a:moveTo>
                  <a:cubicBezTo>
                    <a:pt x="1" y="1"/>
                    <a:pt x="0" y="4"/>
                    <a:pt x="0" y="7"/>
                  </a:cubicBezTo>
                  <a:cubicBezTo>
                    <a:pt x="1" y="19"/>
                    <a:pt x="11" y="18"/>
                    <a:pt x="19" y="1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5" name="Freeform 1356">
              <a:extLst>
                <a:ext uri="{FF2B5EF4-FFF2-40B4-BE49-F238E27FC236}">
                  <a16:creationId xmlns:a16="http://schemas.microsoft.com/office/drawing/2014/main" id="{E416357B-6770-4CC5-AB68-0CF4B8B72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3512"/>
              <a:ext cx="9" cy="11"/>
            </a:xfrm>
            <a:custGeom>
              <a:avLst/>
              <a:gdLst>
                <a:gd name="T0" fmla="*/ 0 w 4"/>
                <a:gd name="T1" fmla="*/ 0 h 5"/>
                <a:gd name="T2" fmla="*/ 45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2" y="5"/>
                    <a:pt x="4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6" name="Freeform 1357">
              <a:extLst>
                <a:ext uri="{FF2B5EF4-FFF2-40B4-BE49-F238E27FC236}">
                  <a16:creationId xmlns:a16="http://schemas.microsoft.com/office/drawing/2014/main" id="{253305F8-1B0C-4360-B100-41B19243A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530"/>
              <a:ext cx="29" cy="15"/>
            </a:xfrm>
            <a:custGeom>
              <a:avLst/>
              <a:gdLst>
                <a:gd name="T0" fmla="*/ 0 w 14"/>
                <a:gd name="T1" fmla="*/ 19 h 7"/>
                <a:gd name="T2" fmla="*/ 124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2"/>
                  </a:moveTo>
                  <a:cubicBezTo>
                    <a:pt x="3" y="7"/>
                    <a:pt x="13" y="7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7" name="Freeform 1358">
              <a:extLst>
                <a:ext uri="{FF2B5EF4-FFF2-40B4-BE49-F238E27FC236}">
                  <a16:creationId xmlns:a16="http://schemas.microsoft.com/office/drawing/2014/main" id="{CF42D2CC-BE3A-4A1A-8009-7B8499170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3499"/>
              <a:ext cx="12" cy="13"/>
            </a:xfrm>
            <a:custGeom>
              <a:avLst/>
              <a:gdLst>
                <a:gd name="T0" fmla="*/ 48 w 6"/>
                <a:gd name="T1" fmla="*/ 0 h 6"/>
                <a:gd name="T2" fmla="*/ 0 w 6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2" y="0"/>
                    <a:pt x="1" y="4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8" name="Freeform 1359">
              <a:extLst>
                <a:ext uri="{FF2B5EF4-FFF2-40B4-BE49-F238E27FC236}">
                  <a16:creationId xmlns:a16="http://schemas.microsoft.com/office/drawing/2014/main" id="{66B70A9D-EE64-4C24-AC73-1D8BBCE7C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3630"/>
              <a:ext cx="53" cy="55"/>
            </a:xfrm>
            <a:custGeom>
              <a:avLst/>
              <a:gdLst>
                <a:gd name="T0" fmla="*/ 92 w 26"/>
                <a:gd name="T1" fmla="*/ 20 h 25"/>
                <a:gd name="T2" fmla="*/ 33 w 26"/>
                <a:gd name="T3" fmla="*/ 178 h 25"/>
                <a:gd name="T4" fmla="*/ 220 w 26"/>
                <a:gd name="T5" fmla="*/ 1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1" y="2"/>
                  </a:moveTo>
                  <a:cubicBezTo>
                    <a:pt x="1" y="0"/>
                    <a:pt x="0" y="11"/>
                    <a:pt x="4" y="17"/>
                  </a:cubicBezTo>
                  <a:cubicBezTo>
                    <a:pt x="11" y="25"/>
                    <a:pt x="23" y="22"/>
                    <a:pt x="26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9" name="Freeform 1360">
              <a:extLst>
                <a:ext uri="{FF2B5EF4-FFF2-40B4-BE49-F238E27FC236}">
                  <a16:creationId xmlns:a16="http://schemas.microsoft.com/office/drawing/2014/main" id="{2A866680-3629-459A-831A-60F5DFC28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637"/>
              <a:ext cx="22" cy="26"/>
            </a:xfrm>
            <a:custGeom>
              <a:avLst/>
              <a:gdLst>
                <a:gd name="T0" fmla="*/ 0 w 11"/>
                <a:gd name="T1" fmla="*/ 0 h 12"/>
                <a:gd name="T2" fmla="*/ 88 w 11"/>
                <a:gd name="T3" fmla="*/ 6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1" y="5"/>
                    <a:pt x="5" y="12"/>
                    <a:pt x="11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0" name="Freeform 1361">
              <a:extLst>
                <a:ext uri="{FF2B5EF4-FFF2-40B4-BE49-F238E27FC236}">
                  <a16:creationId xmlns:a16="http://schemas.microsoft.com/office/drawing/2014/main" id="{187914FB-4C5A-45AB-A9F3-8E45C62DC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3683"/>
              <a:ext cx="72" cy="39"/>
            </a:xfrm>
            <a:custGeom>
              <a:avLst/>
              <a:gdLst>
                <a:gd name="T0" fmla="*/ 51 w 35"/>
                <a:gd name="T1" fmla="*/ 0 h 18"/>
                <a:gd name="T2" fmla="*/ 263 w 3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6" y="0"/>
                  </a:moveTo>
                  <a:cubicBezTo>
                    <a:pt x="0" y="18"/>
                    <a:pt x="35" y="11"/>
                    <a:pt x="3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1" name="Freeform 1362">
              <a:extLst>
                <a:ext uri="{FF2B5EF4-FFF2-40B4-BE49-F238E27FC236}">
                  <a16:creationId xmlns:a16="http://schemas.microsoft.com/office/drawing/2014/main" id="{17783A73-E7F7-4892-88B5-8BD8EFE43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691"/>
              <a:ext cx="8" cy="5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2" y="2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2" name="Freeform 1363">
              <a:extLst>
                <a:ext uri="{FF2B5EF4-FFF2-40B4-BE49-F238E27FC236}">
                  <a16:creationId xmlns:a16="http://schemas.microsoft.com/office/drawing/2014/main" id="{4A85F417-7274-4630-A677-524CED4A1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663"/>
              <a:ext cx="75" cy="46"/>
            </a:xfrm>
            <a:custGeom>
              <a:avLst/>
              <a:gdLst>
                <a:gd name="T0" fmla="*/ 41 w 37"/>
                <a:gd name="T1" fmla="*/ 0 h 21"/>
                <a:gd name="T2" fmla="*/ 268 w 37"/>
                <a:gd name="T3" fmla="*/ 4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1">
                  <a:moveTo>
                    <a:pt x="5" y="0"/>
                  </a:moveTo>
                  <a:cubicBezTo>
                    <a:pt x="0" y="21"/>
                    <a:pt x="37" y="16"/>
                    <a:pt x="32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3" name="Freeform 1364">
              <a:extLst>
                <a:ext uri="{FF2B5EF4-FFF2-40B4-BE49-F238E27FC236}">
                  <a16:creationId xmlns:a16="http://schemas.microsoft.com/office/drawing/2014/main" id="{9A4C4B73-34E1-4855-BF6E-59DB20138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3670"/>
              <a:ext cx="19" cy="13"/>
            </a:xfrm>
            <a:custGeom>
              <a:avLst/>
              <a:gdLst>
                <a:gd name="T0" fmla="*/ 0 w 9"/>
                <a:gd name="T1" fmla="*/ 0 h 6"/>
                <a:gd name="T2" fmla="*/ 84 w 9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5"/>
                    <a:pt x="5" y="6"/>
                    <a:pt x="9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4" name="Freeform 1365">
              <a:extLst>
                <a:ext uri="{FF2B5EF4-FFF2-40B4-BE49-F238E27FC236}">
                  <a16:creationId xmlns:a16="http://schemas.microsoft.com/office/drawing/2014/main" id="{D87711B0-093D-4E42-BEA6-413C1F53E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3641"/>
              <a:ext cx="23" cy="18"/>
            </a:xfrm>
            <a:custGeom>
              <a:avLst/>
              <a:gdLst>
                <a:gd name="T0" fmla="*/ 0 w 11"/>
                <a:gd name="T1" fmla="*/ 36 h 8"/>
                <a:gd name="T2" fmla="*/ 100 w 11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3"/>
                  </a:moveTo>
                  <a:cubicBezTo>
                    <a:pt x="5" y="0"/>
                    <a:pt x="8" y="5"/>
                    <a:pt x="11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5" name="Freeform 1366">
              <a:extLst>
                <a:ext uri="{FF2B5EF4-FFF2-40B4-BE49-F238E27FC236}">
                  <a16:creationId xmlns:a16="http://schemas.microsoft.com/office/drawing/2014/main" id="{83DAB1A2-D832-4274-848B-AA2FCA9D6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687"/>
              <a:ext cx="24" cy="15"/>
            </a:xfrm>
            <a:custGeom>
              <a:avLst/>
              <a:gdLst>
                <a:gd name="T0" fmla="*/ 8 w 12"/>
                <a:gd name="T1" fmla="*/ 0 h 7"/>
                <a:gd name="T2" fmla="*/ 96 w 12"/>
                <a:gd name="T3" fmla="*/ 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" y="0"/>
                  </a:moveTo>
                  <a:cubicBezTo>
                    <a:pt x="0" y="7"/>
                    <a:pt x="8" y="6"/>
                    <a:pt x="12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6" name="Freeform 1367">
              <a:extLst>
                <a:ext uri="{FF2B5EF4-FFF2-40B4-BE49-F238E27FC236}">
                  <a16:creationId xmlns:a16="http://schemas.microsoft.com/office/drawing/2014/main" id="{0168F229-8B93-4FE8-8550-124127B18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3591"/>
              <a:ext cx="25" cy="17"/>
            </a:xfrm>
            <a:custGeom>
              <a:avLst/>
              <a:gdLst>
                <a:gd name="T0" fmla="*/ 0 w 12"/>
                <a:gd name="T1" fmla="*/ 28 h 8"/>
                <a:gd name="T2" fmla="*/ 10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3"/>
                  </a:moveTo>
                  <a:cubicBezTo>
                    <a:pt x="3" y="8"/>
                    <a:pt x="10" y="2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7" name="Freeform 1368">
              <a:extLst>
                <a:ext uri="{FF2B5EF4-FFF2-40B4-BE49-F238E27FC236}">
                  <a16:creationId xmlns:a16="http://schemas.microsoft.com/office/drawing/2014/main" id="{AA01B660-BA05-4E96-BBA0-F2F353AD0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3632"/>
              <a:ext cx="15" cy="9"/>
            </a:xfrm>
            <a:custGeom>
              <a:avLst/>
              <a:gdLst>
                <a:gd name="T0" fmla="*/ 0 w 7"/>
                <a:gd name="T1" fmla="*/ 11 h 4"/>
                <a:gd name="T2" fmla="*/ 69 w 7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1"/>
                  </a:moveTo>
                  <a:cubicBezTo>
                    <a:pt x="3" y="0"/>
                    <a:pt x="6" y="1"/>
                    <a:pt x="7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8" name="Freeform 1369">
              <a:extLst>
                <a:ext uri="{FF2B5EF4-FFF2-40B4-BE49-F238E27FC236}">
                  <a16:creationId xmlns:a16="http://schemas.microsoft.com/office/drawing/2014/main" id="{F7BA398C-FC42-442C-A219-57F1F6A3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3619"/>
              <a:ext cx="29" cy="18"/>
            </a:xfrm>
            <a:custGeom>
              <a:avLst/>
              <a:gdLst>
                <a:gd name="T0" fmla="*/ 0 w 14"/>
                <a:gd name="T1" fmla="*/ 36 h 8"/>
                <a:gd name="T2" fmla="*/ 124 w 14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3"/>
                  </a:moveTo>
                  <a:cubicBezTo>
                    <a:pt x="5" y="0"/>
                    <a:pt x="13" y="2"/>
                    <a:pt x="14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9" name="Freeform 1370">
              <a:extLst>
                <a:ext uri="{FF2B5EF4-FFF2-40B4-BE49-F238E27FC236}">
                  <a16:creationId xmlns:a16="http://schemas.microsoft.com/office/drawing/2014/main" id="{FBD910D6-E1DF-4E65-A263-7124A929E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3635"/>
              <a:ext cx="16" cy="8"/>
            </a:xfrm>
            <a:custGeom>
              <a:avLst/>
              <a:gdLst>
                <a:gd name="T0" fmla="*/ 0 w 8"/>
                <a:gd name="T1" fmla="*/ 0 h 4"/>
                <a:gd name="T2" fmla="*/ 64 w 8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3"/>
                    <a:pt x="5" y="4"/>
                    <a:pt x="8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0" name="Freeform 1371">
              <a:extLst>
                <a:ext uri="{FF2B5EF4-FFF2-40B4-BE49-F238E27FC236}">
                  <a16:creationId xmlns:a16="http://schemas.microsoft.com/office/drawing/2014/main" id="{4A2A55EC-D0EB-450B-9B8A-C87BA69FF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3512"/>
              <a:ext cx="35" cy="24"/>
            </a:xfrm>
            <a:custGeom>
              <a:avLst/>
              <a:gdLst>
                <a:gd name="T0" fmla="*/ 25 w 17"/>
                <a:gd name="T1" fmla="*/ 0 h 11"/>
                <a:gd name="T2" fmla="*/ 148 w 17"/>
                <a:gd name="T3" fmla="*/ 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3" y="0"/>
                  </a:moveTo>
                  <a:cubicBezTo>
                    <a:pt x="0" y="7"/>
                    <a:pt x="14" y="11"/>
                    <a:pt x="17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1" name="Freeform 1372">
              <a:extLst>
                <a:ext uri="{FF2B5EF4-FFF2-40B4-BE49-F238E27FC236}">
                  <a16:creationId xmlns:a16="http://schemas.microsoft.com/office/drawing/2014/main" id="{0C1D0F28-ECFB-48D2-8076-1485333E5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3482"/>
              <a:ext cx="11" cy="6"/>
            </a:xfrm>
            <a:custGeom>
              <a:avLst/>
              <a:gdLst>
                <a:gd name="T0" fmla="*/ 0 w 5"/>
                <a:gd name="T1" fmla="*/ 0 h 3"/>
                <a:gd name="T2" fmla="*/ 53 w 5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2" name="Freeform 1373">
              <a:extLst>
                <a:ext uri="{FF2B5EF4-FFF2-40B4-BE49-F238E27FC236}">
                  <a16:creationId xmlns:a16="http://schemas.microsoft.com/office/drawing/2014/main" id="{4DDF737F-EB02-4EBA-BB33-878525DF9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333"/>
              <a:ext cx="16" cy="6"/>
            </a:xfrm>
            <a:custGeom>
              <a:avLst/>
              <a:gdLst>
                <a:gd name="T0" fmla="*/ 0 w 8"/>
                <a:gd name="T1" fmla="*/ 0 h 3"/>
                <a:gd name="T2" fmla="*/ 64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3"/>
                    <a:pt x="6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3" name="Freeform 1374">
              <a:extLst>
                <a:ext uri="{FF2B5EF4-FFF2-40B4-BE49-F238E27FC236}">
                  <a16:creationId xmlns:a16="http://schemas.microsoft.com/office/drawing/2014/main" id="{CB986DDA-B54A-43FA-AC67-3CCD9B6AE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3289"/>
              <a:ext cx="53" cy="33"/>
            </a:xfrm>
            <a:custGeom>
              <a:avLst/>
              <a:gdLst>
                <a:gd name="T0" fmla="*/ 24 w 26"/>
                <a:gd name="T1" fmla="*/ 9 h 15"/>
                <a:gd name="T2" fmla="*/ 59 w 26"/>
                <a:gd name="T3" fmla="*/ 117 h 15"/>
                <a:gd name="T4" fmla="*/ 220 w 2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3" y="1"/>
                  </a:moveTo>
                  <a:cubicBezTo>
                    <a:pt x="0" y="4"/>
                    <a:pt x="3" y="9"/>
                    <a:pt x="7" y="11"/>
                  </a:cubicBezTo>
                  <a:cubicBezTo>
                    <a:pt x="13" y="15"/>
                    <a:pt x="26" y="8"/>
                    <a:pt x="2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4" name="Freeform 1375">
              <a:extLst>
                <a:ext uri="{FF2B5EF4-FFF2-40B4-BE49-F238E27FC236}">
                  <a16:creationId xmlns:a16="http://schemas.microsoft.com/office/drawing/2014/main" id="{B1B0114B-EC13-453B-A88B-2BE6210EF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3326"/>
              <a:ext cx="18" cy="11"/>
            </a:xfrm>
            <a:custGeom>
              <a:avLst/>
              <a:gdLst>
                <a:gd name="T0" fmla="*/ 0 w 9"/>
                <a:gd name="T1" fmla="*/ 0 h 5"/>
                <a:gd name="T2" fmla="*/ 72 w 9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5"/>
                    <a:pt x="7" y="2"/>
                    <a:pt x="9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5" name="Freeform 1376">
              <a:extLst>
                <a:ext uri="{FF2B5EF4-FFF2-40B4-BE49-F238E27FC236}">
                  <a16:creationId xmlns:a16="http://schemas.microsoft.com/office/drawing/2014/main" id="{3DA555B0-5A29-474B-BFE8-1C75D482C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3274"/>
              <a:ext cx="45" cy="33"/>
            </a:xfrm>
            <a:custGeom>
              <a:avLst/>
              <a:gdLst>
                <a:gd name="T0" fmla="*/ 0 w 22"/>
                <a:gd name="T1" fmla="*/ 20 h 15"/>
                <a:gd name="T2" fmla="*/ 188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2"/>
                  </a:moveTo>
                  <a:cubicBezTo>
                    <a:pt x="0" y="15"/>
                    <a:pt x="22" y="12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6" name="Freeform 1377">
              <a:extLst>
                <a:ext uri="{FF2B5EF4-FFF2-40B4-BE49-F238E27FC236}">
                  <a16:creationId xmlns:a16="http://schemas.microsoft.com/office/drawing/2014/main" id="{19055D77-ECFE-48A9-8F29-60391F119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254"/>
              <a:ext cx="45" cy="33"/>
            </a:xfrm>
            <a:custGeom>
              <a:avLst/>
              <a:gdLst>
                <a:gd name="T0" fmla="*/ 25 w 22"/>
                <a:gd name="T1" fmla="*/ 0 h 15"/>
                <a:gd name="T2" fmla="*/ 25 w 22"/>
                <a:gd name="T3" fmla="*/ 88 h 15"/>
                <a:gd name="T4" fmla="*/ 188 w 22"/>
                <a:gd name="T5" fmla="*/ 1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3" y="0"/>
                  </a:moveTo>
                  <a:cubicBezTo>
                    <a:pt x="0" y="2"/>
                    <a:pt x="1" y="6"/>
                    <a:pt x="3" y="8"/>
                  </a:cubicBezTo>
                  <a:cubicBezTo>
                    <a:pt x="7" y="15"/>
                    <a:pt x="16" y="15"/>
                    <a:pt x="22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7" name="Freeform 1378">
              <a:extLst>
                <a:ext uri="{FF2B5EF4-FFF2-40B4-BE49-F238E27FC236}">
                  <a16:creationId xmlns:a16="http://schemas.microsoft.com/office/drawing/2014/main" id="{9F8F04D6-34C6-48D2-A3B5-AEB77C637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3269"/>
              <a:ext cx="41" cy="44"/>
            </a:xfrm>
            <a:custGeom>
              <a:avLst/>
              <a:gdLst>
                <a:gd name="T0" fmla="*/ 59 w 20"/>
                <a:gd name="T1" fmla="*/ 0 h 20"/>
                <a:gd name="T2" fmla="*/ 16 w 20"/>
                <a:gd name="T3" fmla="*/ 141 h 20"/>
                <a:gd name="T4" fmla="*/ 172 w 20"/>
                <a:gd name="T5" fmla="*/ 1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0">
                  <a:moveTo>
                    <a:pt x="7" y="0"/>
                  </a:moveTo>
                  <a:cubicBezTo>
                    <a:pt x="3" y="4"/>
                    <a:pt x="0" y="8"/>
                    <a:pt x="2" y="13"/>
                  </a:cubicBezTo>
                  <a:cubicBezTo>
                    <a:pt x="5" y="20"/>
                    <a:pt x="15" y="19"/>
                    <a:pt x="20" y="1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8" name="Freeform 1379">
              <a:extLst>
                <a:ext uri="{FF2B5EF4-FFF2-40B4-BE49-F238E27FC236}">
                  <a16:creationId xmlns:a16="http://schemas.microsoft.com/office/drawing/2014/main" id="{DC12D88E-1FAC-41D4-92EF-2605C1D42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285"/>
              <a:ext cx="28" cy="17"/>
            </a:xfrm>
            <a:custGeom>
              <a:avLst/>
              <a:gdLst>
                <a:gd name="T0" fmla="*/ 0 w 14"/>
                <a:gd name="T1" fmla="*/ 0 h 8"/>
                <a:gd name="T2" fmla="*/ 112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2" y="8"/>
                    <a:pt x="11" y="2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9" name="Freeform 1380">
              <a:extLst>
                <a:ext uri="{FF2B5EF4-FFF2-40B4-BE49-F238E27FC236}">
                  <a16:creationId xmlns:a16="http://schemas.microsoft.com/office/drawing/2014/main" id="{047AB5C8-08AD-4A3F-A5DE-8D52FA56E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3381"/>
              <a:ext cx="22" cy="13"/>
            </a:xfrm>
            <a:custGeom>
              <a:avLst/>
              <a:gdLst>
                <a:gd name="T0" fmla="*/ 32 w 11"/>
                <a:gd name="T1" fmla="*/ 0 h 6"/>
                <a:gd name="T2" fmla="*/ 88 w 11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4" y="0"/>
                  </a:moveTo>
                  <a:cubicBezTo>
                    <a:pt x="0" y="6"/>
                    <a:pt x="9" y="5"/>
                    <a:pt x="11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0" name="Freeform 1381">
              <a:extLst>
                <a:ext uri="{FF2B5EF4-FFF2-40B4-BE49-F238E27FC236}">
                  <a16:creationId xmlns:a16="http://schemas.microsoft.com/office/drawing/2014/main" id="{C5EA7089-75F9-4E94-B68A-F23A91C50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495"/>
              <a:ext cx="12" cy="17"/>
            </a:xfrm>
            <a:custGeom>
              <a:avLst/>
              <a:gdLst>
                <a:gd name="T0" fmla="*/ 48 w 6"/>
                <a:gd name="T1" fmla="*/ 0 h 8"/>
                <a:gd name="T2" fmla="*/ 8 w 6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2" y="2"/>
                    <a:pt x="0" y="3"/>
                    <a:pt x="1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1" name="Freeform 1382">
              <a:extLst>
                <a:ext uri="{FF2B5EF4-FFF2-40B4-BE49-F238E27FC236}">
                  <a16:creationId xmlns:a16="http://schemas.microsoft.com/office/drawing/2014/main" id="{EFAB7FD6-9F1C-4902-8337-60788606F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3350"/>
              <a:ext cx="57" cy="42"/>
            </a:xfrm>
            <a:custGeom>
              <a:avLst/>
              <a:gdLst>
                <a:gd name="T0" fmla="*/ 41 w 28"/>
                <a:gd name="T1" fmla="*/ 0 h 19"/>
                <a:gd name="T2" fmla="*/ 16 w 28"/>
                <a:gd name="T3" fmla="*/ 108 h 19"/>
                <a:gd name="T4" fmla="*/ 236 w 28"/>
                <a:gd name="T5" fmla="*/ 4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9">
                  <a:moveTo>
                    <a:pt x="5" y="0"/>
                  </a:moveTo>
                  <a:cubicBezTo>
                    <a:pt x="1" y="0"/>
                    <a:pt x="0" y="7"/>
                    <a:pt x="2" y="10"/>
                  </a:cubicBezTo>
                  <a:cubicBezTo>
                    <a:pt x="7" y="19"/>
                    <a:pt x="27" y="14"/>
                    <a:pt x="28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2" name="Freeform 1383">
              <a:extLst>
                <a:ext uri="{FF2B5EF4-FFF2-40B4-BE49-F238E27FC236}">
                  <a16:creationId xmlns:a16="http://schemas.microsoft.com/office/drawing/2014/main" id="{D2299EA3-8A2F-4A6A-8BDC-EB5D21599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335"/>
              <a:ext cx="72" cy="37"/>
            </a:xfrm>
            <a:custGeom>
              <a:avLst/>
              <a:gdLst>
                <a:gd name="T0" fmla="*/ 51 w 35"/>
                <a:gd name="T1" fmla="*/ 0 h 17"/>
                <a:gd name="T2" fmla="*/ 80 w 35"/>
                <a:gd name="T3" fmla="*/ 141 h 17"/>
                <a:gd name="T4" fmla="*/ 280 w 35"/>
                <a:gd name="T5" fmla="*/ 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6" y="0"/>
                  </a:moveTo>
                  <a:cubicBezTo>
                    <a:pt x="0" y="4"/>
                    <a:pt x="4" y="12"/>
                    <a:pt x="9" y="14"/>
                  </a:cubicBezTo>
                  <a:cubicBezTo>
                    <a:pt x="16" y="17"/>
                    <a:pt x="35" y="10"/>
                    <a:pt x="32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3" name="Freeform 1384">
              <a:extLst>
                <a:ext uri="{FF2B5EF4-FFF2-40B4-BE49-F238E27FC236}">
                  <a16:creationId xmlns:a16="http://schemas.microsoft.com/office/drawing/2014/main" id="{BC28C1C2-91FA-4C7B-9234-FE9D2A84F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3289"/>
              <a:ext cx="61" cy="50"/>
            </a:xfrm>
            <a:custGeom>
              <a:avLst/>
              <a:gdLst>
                <a:gd name="T0" fmla="*/ 67 w 30"/>
                <a:gd name="T1" fmla="*/ 0 h 23"/>
                <a:gd name="T2" fmla="*/ 8 w 30"/>
                <a:gd name="T3" fmla="*/ 93 h 23"/>
                <a:gd name="T4" fmla="*/ 252 w 30"/>
                <a:gd name="T5" fmla="*/ 9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3">
                  <a:moveTo>
                    <a:pt x="8" y="0"/>
                  </a:moveTo>
                  <a:cubicBezTo>
                    <a:pt x="3" y="0"/>
                    <a:pt x="0" y="5"/>
                    <a:pt x="1" y="9"/>
                  </a:cubicBezTo>
                  <a:cubicBezTo>
                    <a:pt x="3" y="23"/>
                    <a:pt x="25" y="17"/>
                    <a:pt x="30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4" name="Freeform 1385">
              <a:extLst>
                <a:ext uri="{FF2B5EF4-FFF2-40B4-BE49-F238E27FC236}">
                  <a16:creationId xmlns:a16="http://schemas.microsoft.com/office/drawing/2014/main" id="{C0EFD11C-BFBE-4B59-9391-0B430842E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3355"/>
              <a:ext cx="16" cy="11"/>
            </a:xfrm>
            <a:custGeom>
              <a:avLst/>
              <a:gdLst>
                <a:gd name="T0" fmla="*/ 0 w 8"/>
                <a:gd name="T1" fmla="*/ 44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4"/>
                  </a:moveTo>
                  <a:cubicBezTo>
                    <a:pt x="3" y="5"/>
                    <a:pt x="5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5" name="Freeform 1386">
              <a:extLst>
                <a:ext uri="{FF2B5EF4-FFF2-40B4-BE49-F238E27FC236}">
                  <a16:creationId xmlns:a16="http://schemas.microsoft.com/office/drawing/2014/main" id="{3636BE0A-FF68-4069-9181-3A69C5AB9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3342"/>
              <a:ext cx="10" cy="6"/>
            </a:xfrm>
            <a:custGeom>
              <a:avLst/>
              <a:gdLst>
                <a:gd name="T0" fmla="*/ 0 w 5"/>
                <a:gd name="T1" fmla="*/ 0 h 3"/>
                <a:gd name="T2" fmla="*/ 40 w 5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6" name="Freeform 1387">
              <a:extLst>
                <a:ext uri="{FF2B5EF4-FFF2-40B4-BE49-F238E27FC236}">
                  <a16:creationId xmlns:a16="http://schemas.microsoft.com/office/drawing/2014/main" id="{7B945E0D-CFFF-4619-AE69-BCBBDCFA6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3372"/>
              <a:ext cx="72" cy="37"/>
            </a:xfrm>
            <a:custGeom>
              <a:avLst/>
              <a:gdLst>
                <a:gd name="T0" fmla="*/ 253 w 35"/>
                <a:gd name="T1" fmla="*/ 0 h 17"/>
                <a:gd name="T2" fmla="*/ 224 w 35"/>
                <a:gd name="T3" fmla="*/ 141 h 17"/>
                <a:gd name="T4" fmla="*/ 16 w 35"/>
                <a:gd name="T5" fmla="*/ 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29" y="0"/>
                  </a:moveTo>
                  <a:cubicBezTo>
                    <a:pt x="35" y="4"/>
                    <a:pt x="31" y="12"/>
                    <a:pt x="26" y="14"/>
                  </a:cubicBezTo>
                  <a:cubicBezTo>
                    <a:pt x="19" y="17"/>
                    <a:pt x="0" y="11"/>
                    <a:pt x="2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7" name="Freeform 1388">
              <a:extLst>
                <a:ext uri="{FF2B5EF4-FFF2-40B4-BE49-F238E27FC236}">
                  <a16:creationId xmlns:a16="http://schemas.microsoft.com/office/drawing/2014/main" id="{85460537-305B-4101-8404-23075DC5C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3283"/>
              <a:ext cx="62" cy="56"/>
            </a:xfrm>
            <a:custGeom>
              <a:avLst/>
              <a:gdLst>
                <a:gd name="T0" fmla="*/ 192 w 30"/>
                <a:gd name="T1" fmla="*/ 0 h 26"/>
                <a:gd name="T2" fmla="*/ 256 w 30"/>
                <a:gd name="T3" fmla="*/ 121 h 26"/>
                <a:gd name="T4" fmla="*/ 0 w 30"/>
                <a:gd name="T5" fmla="*/ 12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22" y="0"/>
                  </a:moveTo>
                  <a:cubicBezTo>
                    <a:pt x="27" y="0"/>
                    <a:pt x="30" y="8"/>
                    <a:pt x="29" y="12"/>
                  </a:cubicBezTo>
                  <a:cubicBezTo>
                    <a:pt x="27" y="26"/>
                    <a:pt x="5" y="20"/>
                    <a:pt x="0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8" name="Freeform 1389">
              <a:extLst>
                <a:ext uri="{FF2B5EF4-FFF2-40B4-BE49-F238E27FC236}">
                  <a16:creationId xmlns:a16="http://schemas.microsoft.com/office/drawing/2014/main" id="{AFFC8F25-9947-4ABE-981D-88820F955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379"/>
              <a:ext cx="10" cy="6"/>
            </a:xfrm>
            <a:custGeom>
              <a:avLst/>
              <a:gdLst>
                <a:gd name="T0" fmla="*/ 40 w 5"/>
                <a:gd name="T1" fmla="*/ 0 h 3"/>
                <a:gd name="T2" fmla="*/ 0 w 5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2"/>
                    <a:pt x="2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9" name="Freeform 1390">
              <a:extLst>
                <a:ext uri="{FF2B5EF4-FFF2-40B4-BE49-F238E27FC236}">
                  <a16:creationId xmlns:a16="http://schemas.microsoft.com/office/drawing/2014/main" id="{87010D95-9C83-4E47-8742-B4A1A42FB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3307"/>
              <a:ext cx="47" cy="32"/>
            </a:xfrm>
            <a:custGeom>
              <a:avLst/>
              <a:gdLst>
                <a:gd name="T0" fmla="*/ 8 w 23"/>
                <a:gd name="T1" fmla="*/ 41 h 15"/>
                <a:gd name="T2" fmla="*/ 16 w 23"/>
                <a:gd name="T3" fmla="*/ 96 h 15"/>
                <a:gd name="T4" fmla="*/ 121 w 23"/>
                <a:gd name="T5" fmla="*/ 128 h 15"/>
                <a:gd name="T6" fmla="*/ 172 w 23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1" y="4"/>
                  </a:moveTo>
                  <a:cubicBezTo>
                    <a:pt x="0" y="7"/>
                    <a:pt x="1" y="8"/>
                    <a:pt x="2" y="10"/>
                  </a:cubicBezTo>
                  <a:cubicBezTo>
                    <a:pt x="5" y="15"/>
                    <a:pt x="9" y="15"/>
                    <a:pt x="14" y="13"/>
                  </a:cubicBezTo>
                  <a:cubicBezTo>
                    <a:pt x="20" y="11"/>
                    <a:pt x="23" y="6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0" name="Freeform 1391">
              <a:extLst>
                <a:ext uri="{FF2B5EF4-FFF2-40B4-BE49-F238E27FC236}">
                  <a16:creationId xmlns:a16="http://schemas.microsoft.com/office/drawing/2014/main" id="{250E93DF-0140-4968-9945-9D1F4D04B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3276"/>
              <a:ext cx="39" cy="50"/>
            </a:xfrm>
            <a:custGeom>
              <a:avLst/>
              <a:gdLst>
                <a:gd name="T0" fmla="*/ 0 w 19"/>
                <a:gd name="T1" fmla="*/ 113 h 23"/>
                <a:gd name="T2" fmla="*/ 148 w 1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0" y="11"/>
                  </a:moveTo>
                  <a:cubicBezTo>
                    <a:pt x="6" y="23"/>
                    <a:pt x="19" y="9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1" name="Freeform 1392">
              <a:extLst>
                <a:ext uri="{FF2B5EF4-FFF2-40B4-BE49-F238E27FC236}">
                  <a16:creationId xmlns:a16="http://schemas.microsoft.com/office/drawing/2014/main" id="{1F841F6C-9430-4737-B220-E08991BE1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396"/>
              <a:ext cx="70" cy="37"/>
            </a:xfrm>
            <a:custGeom>
              <a:avLst/>
              <a:gdLst>
                <a:gd name="T0" fmla="*/ 51 w 34"/>
                <a:gd name="T1" fmla="*/ 20 h 17"/>
                <a:gd name="T2" fmla="*/ 237 w 3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7">
                  <a:moveTo>
                    <a:pt x="6" y="2"/>
                  </a:moveTo>
                  <a:cubicBezTo>
                    <a:pt x="0" y="17"/>
                    <a:pt x="34" y="14"/>
                    <a:pt x="2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2" name="Freeform 1393">
              <a:extLst>
                <a:ext uri="{FF2B5EF4-FFF2-40B4-BE49-F238E27FC236}">
                  <a16:creationId xmlns:a16="http://schemas.microsoft.com/office/drawing/2014/main" id="{477AD844-0709-4A6C-BBC9-3E6198A32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333"/>
              <a:ext cx="70" cy="61"/>
            </a:xfrm>
            <a:custGeom>
              <a:avLst/>
              <a:gdLst>
                <a:gd name="T0" fmla="*/ 8 w 34"/>
                <a:gd name="T1" fmla="*/ 113 h 28"/>
                <a:gd name="T2" fmla="*/ 191 w 34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8">
                  <a:moveTo>
                    <a:pt x="1" y="11"/>
                  </a:moveTo>
                  <a:cubicBezTo>
                    <a:pt x="0" y="28"/>
                    <a:pt x="34" y="10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3" name="Freeform 1394">
              <a:extLst>
                <a:ext uri="{FF2B5EF4-FFF2-40B4-BE49-F238E27FC236}">
                  <a16:creationId xmlns:a16="http://schemas.microsoft.com/office/drawing/2014/main" id="{D2F429E4-DAE1-40FA-B4F8-368151478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3346"/>
              <a:ext cx="20" cy="11"/>
            </a:xfrm>
            <a:custGeom>
              <a:avLst/>
              <a:gdLst>
                <a:gd name="T0" fmla="*/ 0 w 10"/>
                <a:gd name="T1" fmla="*/ 44 h 5"/>
                <a:gd name="T2" fmla="*/ 8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4" y="5"/>
                    <a:pt x="7" y="3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4" name="Freeform 1395">
              <a:extLst>
                <a:ext uri="{FF2B5EF4-FFF2-40B4-BE49-F238E27FC236}">
                  <a16:creationId xmlns:a16="http://schemas.microsoft.com/office/drawing/2014/main" id="{978E3354-5AFB-4C98-9249-66E8F20D9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3398"/>
              <a:ext cx="10" cy="7"/>
            </a:xfrm>
            <a:custGeom>
              <a:avLst/>
              <a:gdLst>
                <a:gd name="T0" fmla="*/ 0 w 5"/>
                <a:gd name="T1" fmla="*/ 0 h 3"/>
                <a:gd name="T2" fmla="*/ 40 w 5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5" name="Freeform 1396">
              <a:extLst>
                <a:ext uri="{FF2B5EF4-FFF2-40B4-BE49-F238E27FC236}">
                  <a16:creationId xmlns:a16="http://schemas.microsoft.com/office/drawing/2014/main" id="{196A5480-0ABB-4478-827A-5DB6F7FA4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3366"/>
              <a:ext cx="30" cy="17"/>
            </a:xfrm>
            <a:custGeom>
              <a:avLst/>
              <a:gdLst>
                <a:gd name="T0" fmla="*/ 0 w 15"/>
                <a:gd name="T1" fmla="*/ 0 h 8"/>
                <a:gd name="T2" fmla="*/ 120 w 15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0" y="8"/>
                    <a:pt x="9" y="7"/>
                    <a:pt x="15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6" name="Freeform 1397">
              <a:extLst>
                <a:ext uri="{FF2B5EF4-FFF2-40B4-BE49-F238E27FC236}">
                  <a16:creationId xmlns:a16="http://schemas.microsoft.com/office/drawing/2014/main" id="{D1280E1D-11A7-43FF-9190-9FBA8788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298"/>
              <a:ext cx="23" cy="13"/>
            </a:xfrm>
            <a:custGeom>
              <a:avLst/>
              <a:gdLst>
                <a:gd name="T0" fmla="*/ 36 w 11"/>
                <a:gd name="T1" fmla="*/ 0 h 6"/>
                <a:gd name="T2" fmla="*/ 100 w 11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4" y="0"/>
                  </a:moveTo>
                  <a:cubicBezTo>
                    <a:pt x="0" y="6"/>
                    <a:pt x="9" y="5"/>
                    <a:pt x="11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7" name="Freeform 1398">
              <a:extLst>
                <a:ext uri="{FF2B5EF4-FFF2-40B4-BE49-F238E27FC236}">
                  <a16:creationId xmlns:a16="http://schemas.microsoft.com/office/drawing/2014/main" id="{9B23E7C5-ADD1-48AB-A999-770939F3D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412"/>
              <a:ext cx="12" cy="17"/>
            </a:xfrm>
            <a:custGeom>
              <a:avLst/>
              <a:gdLst>
                <a:gd name="T0" fmla="*/ 48 w 6"/>
                <a:gd name="T1" fmla="*/ 0 h 8"/>
                <a:gd name="T2" fmla="*/ 8 w 6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2" y="2"/>
                    <a:pt x="0" y="3"/>
                    <a:pt x="1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8" name="Freeform 1399">
              <a:extLst>
                <a:ext uri="{FF2B5EF4-FFF2-40B4-BE49-F238E27FC236}">
                  <a16:creationId xmlns:a16="http://schemas.microsoft.com/office/drawing/2014/main" id="{06A09F0B-1BA4-461B-BC64-66A3F61FF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3503"/>
              <a:ext cx="17" cy="16"/>
            </a:xfrm>
            <a:custGeom>
              <a:avLst/>
              <a:gdLst>
                <a:gd name="T0" fmla="*/ 0 w 8"/>
                <a:gd name="T1" fmla="*/ 48 h 7"/>
                <a:gd name="T2" fmla="*/ 77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3" y="7"/>
                    <a:pt x="8" y="3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9" name="Freeform 1400">
              <a:extLst>
                <a:ext uri="{FF2B5EF4-FFF2-40B4-BE49-F238E27FC236}">
                  <a16:creationId xmlns:a16="http://schemas.microsoft.com/office/drawing/2014/main" id="{DA310568-C661-4955-95B6-72B198AC9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3593"/>
              <a:ext cx="24" cy="18"/>
            </a:xfrm>
            <a:custGeom>
              <a:avLst/>
              <a:gdLst>
                <a:gd name="T0" fmla="*/ 0 w 12"/>
                <a:gd name="T1" fmla="*/ 36 h 8"/>
                <a:gd name="T2" fmla="*/ 96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3"/>
                  </a:moveTo>
                  <a:cubicBezTo>
                    <a:pt x="3" y="8"/>
                    <a:pt x="9" y="3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0" name="Freeform 1401">
              <a:extLst>
                <a:ext uri="{FF2B5EF4-FFF2-40B4-BE49-F238E27FC236}">
                  <a16:creationId xmlns:a16="http://schemas.microsoft.com/office/drawing/2014/main" id="{801A1394-9371-42EA-9E7A-BF94DF700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034"/>
              <a:ext cx="4" cy="11"/>
            </a:xfrm>
            <a:custGeom>
              <a:avLst/>
              <a:gdLst>
                <a:gd name="T0" fmla="*/ 16 w 2"/>
                <a:gd name="T1" fmla="*/ 0 h 5"/>
                <a:gd name="T2" fmla="*/ 8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3"/>
                    <a:pt x="1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1" name="Freeform 1402">
              <a:extLst>
                <a:ext uri="{FF2B5EF4-FFF2-40B4-BE49-F238E27FC236}">
                  <a16:creationId xmlns:a16="http://schemas.microsoft.com/office/drawing/2014/main" id="{3BEED861-6561-4C3C-BF94-56E9B076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038"/>
              <a:ext cx="16" cy="9"/>
            </a:xfrm>
            <a:custGeom>
              <a:avLst/>
              <a:gdLst>
                <a:gd name="T0" fmla="*/ 16 w 8"/>
                <a:gd name="T1" fmla="*/ 0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2" y="0"/>
                  </a:moveTo>
                  <a:cubicBezTo>
                    <a:pt x="0" y="4"/>
                    <a:pt x="6" y="1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2" name="Freeform 1403">
              <a:extLst>
                <a:ext uri="{FF2B5EF4-FFF2-40B4-BE49-F238E27FC236}">
                  <a16:creationId xmlns:a16="http://schemas.microsoft.com/office/drawing/2014/main" id="{BB9373C6-4F1A-4942-92A9-76EDEFA84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3405"/>
              <a:ext cx="55" cy="44"/>
            </a:xfrm>
            <a:custGeom>
              <a:avLst/>
              <a:gdLst>
                <a:gd name="T0" fmla="*/ 0 w 27"/>
                <a:gd name="T1" fmla="*/ 64 h 20"/>
                <a:gd name="T2" fmla="*/ 220 w 2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0" y="6"/>
                  </a:moveTo>
                  <a:cubicBezTo>
                    <a:pt x="1" y="20"/>
                    <a:pt x="27" y="14"/>
                    <a:pt x="2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3" name="Freeform 1404">
              <a:extLst>
                <a:ext uri="{FF2B5EF4-FFF2-40B4-BE49-F238E27FC236}">
                  <a16:creationId xmlns:a16="http://schemas.microsoft.com/office/drawing/2014/main" id="{20859D14-D030-45A0-867C-74D69447A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3412"/>
              <a:ext cx="18" cy="13"/>
            </a:xfrm>
            <a:custGeom>
              <a:avLst/>
              <a:gdLst>
                <a:gd name="T0" fmla="*/ 0 w 9"/>
                <a:gd name="T1" fmla="*/ 0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6"/>
                    <a:pt x="6" y="2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4" name="Freeform 1405">
              <a:extLst>
                <a:ext uri="{FF2B5EF4-FFF2-40B4-BE49-F238E27FC236}">
                  <a16:creationId xmlns:a16="http://schemas.microsoft.com/office/drawing/2014/main" id="{31CE3F81-2783-4438-AD68-5F5F095F5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3438"/>
              <a:ext cx="58" cy="39"/>
            </a:xfrm>
            <a:custGeom>
              <a:avLst/>
              <a:gdLst>
                <a:gd name="T0" fmla="*/ 0 w 28"/>
                <a:gd name="T1" fmla="*/ 52 h 18"/>
                <a:gd name="T2" fmla="*/ 215 w 28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8">
                  <a:moveTo>
                    <a:pt x="0" y="5"/>
                  </a:moveTo>
                  <a:cubicBezTo>
                    <a:pt x="5" y="18"/>
                    <a:pt x="28" y="10"/>
                    <a:pt x="2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5" name="Freeform 1406">
              <a:extLst>
                <a:ext uri="{FF2B5EF4-FFF2-40B4-BE49-F238E27FC236}">
                  <a16:creationId xmlns:a16="http://schemas.microsoft.com/office/drawing/2014/main" id="{81CD5121-3166-4435-94B7-5C7645470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3416"/>
              <a:ext cx="51" cy="37"/>
            </a:xfrm>
            <a:custGeom>
              <a:avLst/>
              <a:gdLst>
                <a:gd name="T0" fmla="*/ 0 w 25"/>
                <a:gd name="T1" fmla="*/ 33 h 17"/>
                <a:gd name="T2" fmla="*/ 204 w 2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7">
                  <a:moveTo>
                    <a:pt x="0" y="3"/>
                  </a:moveTo>
                  <a:cubicBezTo>
                    <a:pt x="3" y="17"/>
                    <a:pt x="25" y="15"/>
                    <a:pt x="2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6" name="Freeform 1407">
              <a:extLst>
                <a:ext uri="{FF2B5EF4-FFF2-40B4-BE49-F238E27FC236}">
                  <a16:creationId xmlns:a16="http://schemas.microsoft.com/office/drawing/2014/main" id="{08EFC1CA-E820-4538-9F63-14F5B0B1E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3298"/>
              <a:ext cx="72" cy="37"/>
            </a:xfrm>
            <a:custGeom>
              <a:avLst/>
              <a:gdLst>
                <a:gd name="T0" fmla="*/ 51 w 35"/>
                <a:gd name="T1" fmla="*/ 0 h 17"/>
                <a:gd name="T2" fmla="*/ 80 w 35"/>
                <a:gd name="T3" fmla="*/ 141 h 17"/>
                <a:gd name="T4" fmla="*/ 280 w 35"/>
                <a:gd name="T5" fmla="*/ 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6" y="0"/>
                  </a:moveTo>
                  <a:cubicBezTo>
                    <a:pt x="0" y="4"/>
                    <a:pt x="4" y="12"/>
                    <a:pt x="9" y="14"/>
                  </a:cubicBezTo>
                  <a:cubicBezTo>
                    <a:pt x="16" y="17"/>
                    <a:pt x="35" y="10"/>
                    <a:pt x="32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7" name="Freeform 1408">
              <a:extLst>
                <a:ext uri="{FF2B5EF4-FFF2-40B4-BE49-F238E27FC236}">
                  <a16:creationId xmlns:a16="http://schemas.microsoft.com/office/drawing/2014/main" id="{EC0FB18D-6966-467C-8D99-319711F0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3304"/>
              <a:ext cx="11" cy="7"/>
            </a:xfrm>
            <a:custGeom>
              <a:avLst/>
              <a:gdLst>
                <a:gd name="T0" fmla="*/ 0 w 5"/>
                <a:gd name="T1" fmla="*/ 0 h 3"/>
                <a:gd name="T2" fmla="*/ 53 w 5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8" name="Freeform 1409">
              <a:extLst>
                <a:ext uri="{FF2B5EF4-FFF2-40B4-BE49-F238E27FC236}">
                  <a16:creationId xmlns:a16="http://schemas.microsoft.com/office/drawing/2014/main" id="{2B3D0BE4-D594-4DD3-BD56-90F7FC42D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335"/>
              <a:ext cx="72" cy="37"/>
            </a:xfrm>
            <a:custGeom>
              <a:avLst/>
              <a:gdLst>
                <a:gd name="T0" fmla="*/ 253 w 35"/>
                <a:gd name="T1" fmla="*/ 0 h 17"/>
                <a:gd name="T2" fmla="*/ 224 w 35"/>
                <a:gd name="T3" fmla="*/ 141 h 17"/>
                <a:gd name="T4" fmla="*/ 16 w 35"/>
                <a:gd name="T5" fmla="*/ 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29" y="0"/>
                  </a:moveTo>
                  <a:cubicBezTo>
                    <a:pt x="35" y="4"/>
                    <a:pt x="31" y="12"/>
                    <a:pt x="26" y="14"/>
                  </a:cubicBezTo>
                  <a:cubicBezTo>
                    <a:pt x="19" y="17"/>
                    <a:pt x="0" y="11"/>
                    <a:pt x="2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9" name="Freeform 1410">
              <a:extLst>
                <a:ext uri="{FF2B5EF4-FFF2-40B4-BE49-F238E27FC236}">
                  <a16:creationId xmlns:a16="http://schemas.microsoft.com/office/drawing/2014/main" id="{F705441A-A6B6-4184-BF3D-CEAB0DD27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3342"/>
              <a:ext cx="10" cy="6"/>
            </a:xfrm>
            <a:custGeom>
              <a:avLst/>
              <a:gdLst>
                <a:gd name="T0" fmla="*/ 40 w 5"/>
                <a:gd name="T1" fmla="*/ 0 h 3"/>
                <a:gd name="T2" fmla="*/ 0 w 5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2"/>
                    <a:pt x="2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0" name="Freeform 1411">
              <a:extLst>
                <a:ext uri="{FF2B5EF4-FFF2-40B4-BE49-F238E27FC236}">
                  <a16:creationId xmlns:a16="http://schemas.microsoft.com/office/drawing/2014/main" id="{6542643C-A991-4767-ADB0-88E692ACF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3269"/>
              <a:ext cx="47" cy="33"/>
            </a:xfrm>
            <a:custGeom>
              <a:avLst/>
              <a:gdLst>
                <a:gd name="T0" fmla="*/ 8 w 23"/>
                <a:gd name="T1" fmla="*/ 44 h 15"/>
                <a:gd name="T2" fmla="*/ 16 w 23"/>
                <a:gd name="T3" fmla="*/ 106 h 15"/>
                <a:gd name="T4" fmla="*/ 121 w 23"/>
                <a:gd name="T5" fmla="*/ 141 h 15"/>
                <a:gd name="T6" fmla="*/ 172 w 23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1" y="4"/>
                  </a:moveTo>
                  <a:cubicBezTo>
                    <a:pt x="0" y="7"/>
                    <a:pt x="1" y="8"/>
                    <a:pt x="2" y="10"/>
                  </a:cubicBezTo>
                  <a:cubicBezTo>
                    <a:pt x="5" y="15"/>
                    <a:pt x="9" y="15"/>
                    <a:pt x="14" y="13"/>
                  </a:cubicBezTo>
                  <a:cubicBezTo>
                    <a:pt x="20" y="11"/>
                    <a:pt x="23" y="6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1" name="Freeform 1412">
              <a:extLst>
                <a:ext uri="{FF2B5EF4-FFF2-40B4-BE49-F238E27FC236}">
                  <a16:creationId xmlns:a16="http://schemas.microsoft.com/office/drawing/2014/main" id="{6A789CD6-53E2-48BF-AD6F-B2025C2EC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339"/>
              <a:ext cx="49" cy="40"/>
            </a:xfrm>
            <a:custGeom>
              <a:avLst/>
              <a:gdLst>
                <a:gd name="T0" fmla="*/ 0 w 24"/>
                <a:gd name="T1" fmla="*/ 118 h 18"/>
                <a:gd name="T2" fmla="*/ 180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1"/>
                  </a:moveTo>
                  <a:cubicBezTo>
                    <a:pt x="1" y="18"/>
                    <a:pt x="24" y="10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2" name="Freeform 1413">
              <a:extLst>
                <a:ext uri="{FF2B5EF4-FFF2-40B4-BE49-F238E27FC236}">
                  <a16:creationId xmlns:a16="http://schemas.microsoft.com/office/drawing/2014/main" id="{AA5F0AEB-5F92-4EFD-B132-7083F2028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3359"/>
              <a:ext cx="70" cy="37"/>
            </a:xfrm>
            <a:custGeom>
              <a:avLst/>
              <a:gdLst>
                <a:gd name="T0" fmla="*/ 51 w 34"/>
                <a:gd name="T1" fmla="*/ 20 h 17"/>
                <a:gd name="T2" fmla="*/ 237 w 3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7">
                  <a:moveTo>
                    <a:pt x="6" y="2"/>
                  </a:moveTo>
                  <a:cubicBezTo>
                    <a:pt x="0" y="17"/>
                    <a:pt x="34" y="14"/>
                    <a:pt x="2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3" name="Freeform 1414">
              <a:extLst>
                <a:ext uri="{FF2B5EF4-FFF2-40B4-BE49-F238E27FC236}">
                  <a16:creationId xmlns:a16="http://schemas.microsoft.com/office/drawing/2014/main" id="{9617D705-C529-401C-AA64-503C3241E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3296"/>
              <a:ext cx="69" cy="61"/>
            </a:xfrm>
            <a:custGeom>
              <a:avLst/>
              <a:gdLst>
                <a:gd name="T0" fmla="*/ 8 w 34"/>
                <a:gd name="T1" fmla="*/ 113 h 28"/>
                <a:gd name="T2" fmla="*/ 185 w 34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8">
                  <a:moveTo>
                    <a:pt x="1" y="11"/>
                  </a:moveTo>
                  <a:cubicBezTo>
                    <a:pt x="0" y="28"/>
                    <a:pt x="34" y="10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4" name="Freeform 1415">
              <a:extLst>
                <a:ext uri="{FF2B5EF4-FFF2-40B4-BE49-F238E27FC236}">
                  <a16:creationId xmlns:a16="http://schemas.microsoft.com/office/drawing/2014/main" id="{488A8399-5ADA-4A24-8E06-05E0F120B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3309"/>
              <a:ext cx="21" cy="11"/>
            </a:xfrm>
            <a:custGeom>
              <a:avLst/>
              <a:gdLst>
                <a:gd name="T0" fmla="*/ 0 w 10"/>
                <a:gd name="T1" fmla="*/ 44 h 5"/>
                <a:gd name="T2" fmla="*/ 92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4" y="5"/>
                    <a:pt x="7" y="3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5" name="Freeform 1416">
              <a:extLst>
                <a:ext uri="{FF2B5EF4-FFF2-40B4-BE49-F238E27FC236}">
                  <a16:creationId xmlns:a16="http://schemas.microsoft.com/office/drawing/2014/main" id="{B5379DB2-05B9-4593-8DCC-4EE81AE7B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3361"/>
              <a:ext cx="10" cy="7"/>
            </a:xfrm>
            <a:custGeom>
              <a:avLst/>
              <a:gdLst>
                <a:gd name="T0" fmla="*/ 0 w 5"/>
                <a:gd name="T1" fmla="*/ 0 h 3"/>
                <a:gd name="T2" fmla="*/ 40 w 5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6" name="Freeform 1417">
              <a:extLst>
                <a:ext uri="{FF2B5EF4-FFF2-40B4-BE49-F238E27FC236}">
                  <a16:creationId xmlns:a16="http://schemas.microsoft.com/office/drawing/2014/main" id="{50992CC7-7750-479A-8F86-866C9BBF8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3368"/>
              <a:ext cx="56" cy="44"/>
            </a:xfrm>
            <a:custGeom>
              <a:avLst/>
              <a:gdLst>
                <a:gd name="T0" fmla="*/ 0 w 27"/>
                <a:gd name="T1" fmla="*/ 64 h 20"/>
                <a:gd name="T2" fmla="*/ 232 w 2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0" y="6"/>
                  </a:moveTo>
                  <a:cubicBezTo>
                    <a:pt x="1" y="20"/>
                    <a:pt x="27" y="14"/>
                    <a:pt x="2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7" name="Freeform 1418">
              <a:extLst>
                <a:ext uri="{FF2B5EF4-FFF2-40B4-BE49-F238E27FC236}">
                  <a16:creationId xmlns:a16="http://schemas.microsoft.com/office/drawing/2014/main" id="{2DBCEDAB-B7B2-438A-A1C6-DB4967108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3374"/>
              <a:ext cx="18" cy="14"/>
            </a:xfrm>
            <a:custGeom>
              <a:avLst/>
              <a:gdLst>
                <a:gd name="T0" fmla="*/ 0 w 9"/>
                <a:gd name="T1" fmla="*/ 0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6"/>
                    <a:pt x="6" y="2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8" name="Freeform 1419">
              <a:extLst>
                <a:ext uri="{FF2B5EF4-FFF2-40B4-BE49-F238E27FC236}">
                  <a16:creationId xmlns:a16="http://schemas.microsoft.com/office/drawing/2014/main" id="{E1783FD9-8F15-44F3-BA7F-68FBB3A3D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420"/>
              <a:ext cx="19" cy="13"/>
            </a:xfrm>
            <a:custGeom>
              <a:avLst/>
              <a:gdLst>
                <a:gd name="T0" fmla="*/ 0 w 9"/>
                <a:gd name="T1" fmla="*/ 43 h 6"/>
                <a:gd name="T2" fmla="*/ 84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3" y="6"/>
                    <a:pt x="7" y="4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9" name="Freeform 1420">
              <a:extLst>
                <a:ext uri="{FF2B5EF4-FFF2-40B4-BE49-F238E27FC236}">
                  <a16:creationId xmlns:a16="http://schemas.microsoft.com/office/drawing/2014/main" id="{F43DB282-97B1-49DC-B74E-014822B54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3442"/>
              <a:ext cx="35" cy="42"/>
            </a:xfrm>
            <a:custGeom>
              <a:avLst/>
              <a:gdLst>
                <a:gd name="T0" fmla="*/ 0 w 17"/>
                <a:gd name="T1" fmla="*/ 153 h 19"/>
                <a:gd name="T2" fmla="*/ 148 w 1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0" y="14"/>
                  </a:moveTo>
                  <a:cubicBezTo>
                    <a:pt x="6" y="19"/>
                    <a:pt x="16" y="5"/>
                    <a:pt x="1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0" name="Freeform 1421">
              <a:extLst>
                <a:ext uri="{FF2B5EF4-FFF2-40B4-BE49-F238E27FC236}">
                  <a16:creationId xmlns:a16="http://schemas.microsoft.com/office/drawing/2014/main" id="{9E3FB966-2E7A-434B-841E-91CCB003A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464"/>
              <a:ext cx="37" cy="48"/>
            </a:xfrm>
            <a:custGeom>
              <a:avLst/>
              <a:gdLst>
                <a:gd name="T0" fmla="*/ 140 w 18"/>
                <a:gd name="T1" fmla="*/ 0 h 22"/>
                <a:gd name="T2" fmla="*/ 148 w 18"/>
                <a:gd name="T3" fmla="*/ 96 h 22"/>
                <a:gd name="T4" fmla="*/ 0 w 18"/>
                <a:gd name="T5" fmla="*/ 21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6" y="0"/>
                  </a:moveTo>
                  <a:cubicBezTo>
                    <a:pt x="16" y="3"/>
                    <a:pt x="18" y="6"/>
                    <a:pt x="17" y="9"/>
                  </a:cubicBezTo>
                  <a:cubicBezTo>
                    <a:pt x="15" y="16"/>
                    <a:pt x="7" y="22"/>
                    <a:pt x="0" y="2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1" name="Freeform 1422">
              <a:extLst>
                <a:ext uri="{FF2B5EF4-FFF2-40B4-BE49-F238E27FC236}">
                  <a16:creationId xmlns:a16="http://schemas.microsoft.com/office/drawing/2014/main" id="{76337415-0EF3-45DC-B854-2FE394F55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475"/>
              <a:ext cx="18" cy="15"/>
            </a:xfrm>
            <a:custGeom>
              <a:avLst/>
              <a:gdLst>
                <a:gd name="T0" fmla="*/ 0 w 9"/>
                <a:gd name="T1" fmla="*/ 28 h 7"/>
                <a:gd name="T2" fmla="*/ 7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3"/>
                  </a:moveTo>
                  <a:cubicBezTo>
                    <a:pt x="3" y="7"/>
                    <a:pt x="8" y="4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2" name="Freeform 1423">
              <a:extLst>
                <a:ext uri="{FF2B5EF4-FFF2-40B4-BE49-F238E27FC236}">
                  <a16:creationId xmlns:a16="http://schemas.microsoft.com/office/drawing/2014/main" id="{685DB4EA-4527-4DEE-B558-EDFADE749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3438"/>
              <a:ext cx="15" cy="9"/>
            </a:xfrm>
            <a:custGeom>
              <a:avLst/>
              <a:gdLst>
                <a:gd name="T0" fmla="*/ 0 w 7"/>
                <a:gd name="T1" fmla="*/ 0 h 4"/>
                <a:gd name="T2" fmla="*/ 69 w 7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3"/>
                    <a:pt x="4" y="4"/>
                    <a:pt x="7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3" name="Freeform 1424">
              <a:extLst>
                <a:ext uri="{FF2B5EF4-FFF2-40B4-BE49-F238E27FC236}">
                  <a16:creationId xmlns:a16="http://schemas.microsoft.com/office/drawing/2014/main" id="{D1863CFF-9625-41AB-8BB1-F99C06DB0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259"/>
              <a:ext cx="78" cy="41"/>
            </a:xfrm>
            <a:custGeom>
              <a:avLst/>
              <a:gdLst>
                <a:gd name="T0" fmla="*/ 96 w 38"/>
                <a:gd name="T1" fmla="*/ 0 h 19"/>
                <a:gd name="T2" fmla="*/ 296 w 3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9">
                  <a:moveTo>
                    <a:pt x="11" y="0"/>
                  </a:moveTo>
                  <a:cubicBezTo>
                    <a:pt x="0" y="10"/>
                    <a:pt x="38" y="19"/>
                    <a:pt x="3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4" name="Freeform 1425">
              <a:extLst>
                <a:ext uri="{FF2B5EF4-FFF2-40B4-BE49-F238E27FC236}">
                  <a16:creationId xmlns:a16="http://schemas.microsoft.com/office/drawing/2014/main" id="{8D6AD214-54BB-4289-9E25-9CC635B6C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3261"/>
              <a:ext cx="14" cy="8"/>
            </a:xfrm>
            <a:custGeom>
              <a:avLst/>
              <a:gdLst>
                <a:gd name="T0" fmla="*/ 0 w 7"/>
                <a:gd name="T1" fmla="*/ 0 h 4"/>
                <a:gd name="T2" fmla="*/ 56 w 7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3"/>
                    <a:pt x="4" y="4"/>
                    <a:pt x="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5" name="Freeform 1426">
              <a:extLst>
                <a:ext uri="{FF2B5EF4-FFF2-40B4-BE49-F238E27FC236}">
                  <a16:creationId xmlns:a16="http://schemas.microsoft.com/office/drawing/2014/main" id="{D65FB128-5FE7-4ED0-B69A-75D2982CF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3245"/>
              <a:ext cx="63" cy="46"/>
            </a:xfrm>
            <a:custGeom>
              <a:avLst/>
              <a:gdLst>
                <a:gd name="T0" fmla="*/ 116 w 31"/>
                <a:gd name="T1" fmla="*/ 0 h 21"/>
                <a:gd name="T2" fmla="*/ 24 w 31"/>
                <a:gd name="T3" fmla="*/ 116 h 21"/>
                <a:gd name="T4" fmla="*/ 236 w 31"/>
                <a:gd name="T5" fmla="*/ 3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">
                  <a:moveTo>
                    <a:pt x="14" y="0"/>
                  </a:moveTo>
                  <a:cubicBezTo>
                    <a:pt x="8" y="0"/>
                    <a:pt x="0" y="5"/>
                    <a:pt x="3" y="11"/>
                  </a:cubicBezTo>
                  <a:cubicBezTo>
                    <a:pt x="8" y="21"/>
                    <a:pt x="31" y="15"/>
                    <a:pt x="28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6" name="Freeform 1427">
              <a:extLst>
                <a:ext uri="{FF2B5EF4-FFF2-40B4-BE49-F238E27FC236}">
                  <a16:creationId xmlns:a16="http://schemas.microsoft.com/office/drawing/2014/main" id="{6919AB75-50D8-4697-A59F-71E309E0B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261"/>
              <a:ext cx="17" cy="6"/>
            </a:xfrm>
            <a:custGeom>
              <a:avLst/>
              <a:gdLst>
                <a:gd name="T0" fmla="*/ 0 w 8"/>
                <a:gd name="T1" fmla="*/ 0 h 3"/>
                <a:gd name="T2" fmla="*/ 77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1" y="3"/>
                    <a:pt x="5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7" name="Freeform 1428">
              <a:extLst>
                <a:ext uri="{FF2B5EF4-FFF2-40B4-BE49-F238E27FC236}">
                  <a16:creationId xmlns:a16="http://schemas.microsoft.com/office/drawing/2014/main" id="{55349BC9-6BA0-4499-9877-8A4DA7E7B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3278"/>
              <a:ext cx="24" cy="20"/>
            </a:xfrm>
            <a:custGeom>
              <a:avLst/>
              <a:gdLst>
                <a:gd name="T0" fmla="*/ 0 w 12"/>
                <a:gd name="T1" fmla="*/ 98 h 9"/>
                <a:gd name="T2" fmla="*/ 96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0" y="4"/>
                    <a:pt x="7" y="0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8" name="Freeform 1429">
              <a:extLst>
                <a:ext uri="{FF2B5EF4-FFF2-40B4-BE49-F238E27FC236}">
                  <a16:creationId xmlns:a16="http://schemas.microsoft.com/office/drawing/2014/main" id="{83C1FCB6-DB98-494C-9850-ECACA8579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283"/>
              <a:ext cx="25" cy="17"/>
            </a:xfrm>
            <a:custGeom>
              <a:avLst/>
              <a:gdLst>
                <a:gd name="T0" fmla="*/ 35 w 12"/>
                <a:gd name="T1" fmla="*/ 0 h 8"/>
                <a:gd name="T2" fmla="*/ 108 w 12"/>
                <a:gd name="T3" fmla="*/ 6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4" y="0"/>
                  </a:moveTo>
                  <a:cubicBezTo>
                    <a:pt x="0" y="5"/>
                    <a:pt x="7" y="8"/>
                    <a:pt x="12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9" name="Freeform 1430">
              <a:extLst>
                <a:ext uri="{FF2B5EF4-FFF2-40B4-BE49-F238E27FC236}">
                  <a16:creationId xmlns:a16="http://schemas.microsoft.com/office/drawing/2014/main" id="{4CB26168-A840-4A23-9D59-F5FD0DBB1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252"/>
              <a:ext cx="76" cy="35"/>
            </a:xfrm>
            <a:custGeom>
              <a:avLst/>
              <a:gdLst>
                <a:gd name="T0" fmla="*/ 97 w 37"/>
                <a:gd name="T1" fmla="*/ 0 h 16"/>
                <a:gd name="T2" fmla="*/ 269 w 3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6">
                  <a:moveTo>
                    <a:pt x="11" y="0"/>
                  </a:moveTo>
                  <a:cubicBezTo>
                    <a:pt x="0" y="12"/>
                    <a:pt x="37" y="16"/>
                    <a:pt x="3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0" name="Freeform 1431">
              <a:extLst>
                <a:ext uri="{FF2B5EF4-FFF2-40B4-BE49-F238E27FC236}">
                  <a16:creationId xmlns:a16="http://schemas.microsoft.com/office/drawing/2014/main" id="{E067F091-A9C5-435D-9857-B3F853371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3259"/>
              <a:ext cx="10" cy="2"/>
            </a:xfrm>
            <a:custGeom>
              <a:avLst/>
              <a:gdLst>
                <a:gd name="T0" fmla="*/ 0 w 5"/>
                <a:gd name="T1" fmla="*/ 0 h 1"/>
                <a:gd name="T2" fmla="*/ 4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1" name="Freeform 1432">
              <a:extLst>
                <a:ext uri="{FF2B5EF4-FFF2-40B4-BE49-F238E27FC236}">
                  <a16:creationId xmlns:a16="http://schemas.microsoft.com/office/drawing/2014/main" id="{4C2FD1DB-2A09-4838-AF8F-FB2285457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267"/>
              <a:ext cx="60" cy="33"/>
            </a:xfrm>
            <a:custGeom>
              <a:avLst/>
              <a:gdLst>
                <a:gd name="T0" fmla="*/ 8 w 29"/>
                <a:gd name="T1" fmla="*/ 0 h 15"/>
                <a:gd name="T2" fmla="*/ 52 w 29"/>
                <a:gd name="T3" fmla="*/ 106 h 15"/>
                <a:gd name="T4" fmla="*/ 257 w 29"/>
                <a:gd name="T5" fmla="*/ 4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1" y="0"/>
                  </a:moveTo>
                  <a:cubicBezTo>
                    <a:pt x="0" y="4"/>
                    <a:pt x="3" y="8"/>
                    <a:pt x="6" y="10"/>
                  </a:cubicBezTo>
                  <a:cubicBezTo>
                    <a:pt x="13" y="15"/>
                    <a:pt x="23" y="9"/>
                    <a:pt x="29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2" name="Freeform 1433">
              <a:extLst>
                <a:ext uri="{FF2B5EF4-FFF2-40B4-BE49-F238E27FC236}">
                  <a16:creationId xmlns:a16="http://schemas.microsoft.com/office/drawing/2014/main" id="{3F975E7D-9318-4D14-B44C-DC8581744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3272"/>
              <a:ext cx="18" cy="8"/>
            </a:xfrm>
            <a:custGeom>
              <a:avLst/>
              <a:gdLst>
                <a:gd name="T0" fmla="*/ 0 w 9"/>
                <a:gd name="T1" fmla="*/ 0 h 4"/>
                <a:gd name="T2" fmla="*/ 72 w 9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6" y="4"/>
                    <a:pt x="9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3" name="Freeform 1434">
              <a:extLst>
                <a:ext uri="{FF2B5EF4-FFF2-40B4-BE49-F238E27FC236}">
                  <a16:creationId xmlns:a16="http://schemas.microsoft.com/office/drawing/2014/main" id="{E6A649C3-18E7-40EC-BDC6-E8F6707E9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3261"/>
              <a:ext cx="72" cy="43"/>
            </a:xfrm>
            <a:custGeom>
              <a:avLst/>
              <a:gdLst>
                <a:gd name="T0" fmla="*/ 25 w 35"/>
                <a:gd name="T1" fmla="*/ 0 h 20"/>
                <a:gd name="T2" fmla="*/ 263 w 35"/>
                <a:gd name="T3" fmla="*/ 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0">
                  <a:moveTo>
                    <a:pt x="3" y="0"/>
                  </a:moveTo>
                  <a:cubicBezTo>
                    <a:pt x="0" y="20"/>
                    <a:pt x="35" y="10"/>
                    <a:pt x="3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4" name="Freeform 1435">
              <a:extLst>
                <a:ext uri="{FF2B5EF4-FFF2-40B4-BE49-F238E27FC236}">
                  <a16:creationId xmlns:a16="http://schemas.microsoft.com/office/drawing/2014/main" id="{7A424C96-AC19-42AF-9D8E-F55646C90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3267"/>
              <a:ext cx="13" cy="5"/>
            </a:xfrm>
            <a:custGeom>
              <a:avLst/>
              <a:gdLst>
                <a:gd name="T0" fmla="*/ 0 w 6"/>
                <a:gd name="T1" fmla="*/ 0 h 2"/>
                <a:gd name="T2" fmla="*/ 61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1" y="2"/>
                    <a:pt x="4" y="2"/>
                    <a:pt x="6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5" name="Freeform 1436">
              <a:extLst>
                <a:ext uri="{FF2B5EF4-FFF2-40B4-BE49-F238E27FC236}">
                  <a16:creationId xmlns:a16="http://schemas.microsoft.com/office/drawing/2014/main" id="{1CBAC405-E970-40B5-BD48-F2547887B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296"/>
              <a:ext cx="53" cy="32"/>
            </a:xfrm>
            <a:custGeom>
              <a:avLst/>
              <a:gdLst>
                <a:gd name="T0" fmla="*/ 33 w 26"/>
                <a:gd name="T1" fmla="*/ 0 h 15"/>
                <a:gd name="T2" fmla="*/ 220 w 26"/>
                <a:gd name="T3" fmla="*/ 4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4" y="0"/>
                  </a:moveTo>
                  <a:cubicBezTo>
                    <a:pt x="0" y="15"/>
                    <a:pt x="19" y="10"/>
                    <a:pt x="26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6" name="Freeform 1437">
              <a:extLst>
                <a:ext uri="{FF2B5EF4-FFF2-40B4-BE49-F238E27FC236}">
                  <a16:creationId xmlns:a16="http://schemas.microsoft.com/office/drawing/2014/main" id="{5D1BFAD0-0AB1-4BA4-8C6A-8FDB11A58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3298"/>
              <a:ext cx="10" cy="9"/>
            </a:xfrm>
            <a:custGeom>
              <a:avLst/>
              <a:gdLst>
                <a:gd name="T0" fmla="*/ 0 w 5"/>
                <a:gd name="T1" fmla="*/ 0 h 4"/>
                <a:gd name="T2" fmla="*/ 40 w 5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3"/>
                    <a:pt x="2" y="4"/>
                    <a:pt x="5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7" name="Freeform 1438">
              <a:extLst>
                <a:ext uri="{FF2B5EF4-FFF2-40B4-BE49-F238E27FC236}">
                  <a16:creationId xmlns:a16="http://schemas.microsoft.com/office/drawing/2014/main" id="{4261D394-457D-454F-8B7D-54966DEBB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3335"/>
              <a:ext cx="47" cy="31"/>
            </a:xfrm>
            <a:custGeom>
              <a:avLst/>
              <a:gdLst>
                <a:gd name="T0" fmla="*/ 16 w 23"/>
                <a:gd name="T1" fmla="*/ 0 h 14"/>
                <a:gd name="T2" fmla="*/ 196 w 2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4">
                  <a:moveTo>
                    <a:pt x="2" y="0"/>
                  </a:moveTo>
                  <a:cubicBezTo>
                    <a:pt x="0" y="14"/>
                    <a:pt x="21" y="11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8" name="Freeform 1439">
              <a:extLst>
                <a:ext uri="{FF2B5EF4-FFF2-40B4-BE49-F238E27FC236}">
                  <a16:creationId xmlns:a16="http://schemas.microsoft.com/office/drawing/2014/main" id="{A50C928B-DC18-4F74-8C14-45C801028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335"/>
              <a:ext cx="10" cy="7"/>
            </a:xfrm>
            <a:custGeom>
              <a:avLst/>
              <a:gdLst>
                <a:gd name="T0" fmla="*/ 0 w 5"/>
                <a:gd name="T1" fmla="*/ 0 h 3"/>
                <a:gd name="T2" fmla="*/ 40 w 5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9" name="Freeform 1440">
              <a:extLst>
                <a:ext uri="{FF2B5EF4-FFF2-40B4-BE49-F238E27FC236}">
                  <a16:creationId xmlns:a16="http://schemas.microsoft.com/office/drawing/2014/main" id="{6D597F6E-F52E-448D-8E69-189331057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3267"/>
              <a:ext cx="56" cy="31"/>
            </a:xfrm>
            <a:custGeom>
              <a:avLst/>
              <a:gdLst>
                <a:gd name="T0" fmla="*/ 25 w 27"/>
                <a:gd name="T1" fmla="*/ 9 h 14"/>
                <a:gd name="T2" fmla="*/ 151 w 27"/>
                <a:gd name="T3" fmla="*/ 133 h 14"/>
                <a:gd name="T4" fmla="*/ 241 w 2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3" y="1"/>
                  </a:moveTo>
                  <a:cubicBezTo>
                    <a:pt x="0" y="9"/>
                    <a:pt x="11" y="14"/>
                    <a:pt x="17" y="12"/>
                  </a:cubicBezTo>
                  <a:cubicBezTo>
                    <a:pt x="22" y="11"/>
                    <a:pt x="26" y="5"/>
                    <a:pt x="2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0" name="Freeform 1441">
              <a:extLst>
                <a:ext uri="{FF2B5EF4-FFF2-40B4-BE49-F238E27FC236}">
                  <a16:creationId xmlns:a16="http://schemas.microsoft.com/office/drawing/2014/main" id="{BADFA6A0-CCDD-44E4-B143-048106869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3274"/>
              <a:ext cx="14" cy="6"/>
            </a:xfrm>
            <a:custGeom>
              <a:avLst/>
              <a:gdLst>
                <a:gd name="T0" fmla="*/ 0 w 7"/>
                <a:gd name="T1" fmla="*/ 0 h 3"/>
                <a:gd name="T2" fmla="*/ 56 w 7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1" y="3"/>
                    <a:pt x="4" y="3"/>
                    <a:pt x="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1" name="Freeform 1442">
              <a:extLst>
                <a:ext uri="{FF2B5EF4-FFF2-40B4-BE49-F238E27FC236}">
                  <a16:creationId xmlns:a16="http://schemas.microsoft.com/office/drawing/2014/main" id="{DA35BD4C-E4B1-4037-B11D-9D40CE773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3276"/>
              <a:ext cx="33" cy="22"/>
            </a:xfrm>
            <a:custGeom>
              <a:avLst/>
              <a:gdLst>
                <a:gd name="T0" fmla="*/ 0 w 16"/>
                <a:gd name="T1" fmla="*/ 0 h 10"/>
                <a:gd name="T2" fmla="*/ 140 w 16"/>
                <a:gd name="T3" fmla="*/ 7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0" y="8"/>
                    <a:pt x="10" y="10"/>
                    <a:pt x="16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2" name="Freeform 1443">
              <a:extLst>
                <a:ext uri="{FF2B5EF4-FFF2-40B4-BE49-F238E27FC236}">
                  <a16:creationId xmlns:a16="http://schemas.microsoft.com/office/drawing/2014/main" id="{228B3146-3531-4113-BF88-410687012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3392"/>
              <a:ext cx="29" cy="28"/>
            </a:xfrm>
            <a:custGeom>
              <a:avLst/>
              <a:gdLst>
                <a:gd name="T0" fmla="*/ 0 w 14"/>
                <a:gd name="T1" fmla="*/ 0 h 13"/>
                <a:gd name="T2" fmla="*/ 124 w 14"/>
                <a:gd name="T3" fmla="*/ 8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0" y="8"/>
                    <a:pt x="8" y="13"/>
                    <a:pt x="14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3" name="Freeform 1444">
              <a:extLst>
                <a:ext uri="{FF2B5EF4-FFF2-40B4-BE49-F238E27FC236}">
                  <a16:creationId xmlns:a16="http://schemas.microsoft.com/office/drawing/2014/main" id="{91107571-41E6-4440-AB12-CC533C39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388"/>
              <a:ext cx="8" cy="6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4" name="Freeform 1445">
              <a:extLst>
                <a:ext uri="{FF2B5EF4-FFF2-40B4-BE49-F238E27FC236}">
                  <a16:creationId xmlns:a16="http://schemas.microsoft.com/office/drawing/2014/main" id="{30DBD058-9C99-454B-AF9B-F7FBACBE7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3416"/>
              <a:ext cx="63" cy="35"/>
            </a:xfrm>
            <a:custGeom>
              <a:avLst/>
              <a:gdLst>
                <a:gd name="T0" fmla="*/ 16 w 31"/>
                <a:gd name="T1" fmla="*/ 0 h 16"/>
                <a:gd name="T2" fmla="*/ 244 w 31"/>
                <a:gd name="T3" fmla="*/ 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6">
                  <a:moveTo>
                    <a:pt x="2" y="0"/>
                  </a:moveTo>
                  <a:cubicBezTo>
                    <a:pt x="0" y="16"/>
                    <a:pt x="31" y="14"/>
                    <a:pt x="29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5" name="Freeform 1446">
              <a:extLst>
                <a:ext uri="{FF2B5EF4-FFF2-40B4-BE49-F238E27FC236}">
                  <a16:creationId xmlns:a16="http://schemas.microsoft.com/office/drawing/2014/main" id="{5171EC84-CD5C-4124-AA04-DD2FC96C9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3414"/>
              <a:ext cx="31" cy="17"/>
            </a:xfrm>
            <a:custGeom>
              <a:avLst/>
              <a:gdLst>
                <a:gd name="T0" fmla="*/ 25 w 15"/>
                <a:gd name="T1" fmla="*/ 0 h 8"/>
                <a:gd name="T2" fmla="*/ 132 w 15"/>
                <a:gd name="T3" fmla="*/ 1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3" y="0"/>
                  </a:moveTo>
                  <a:cubicBezTo>
                    <a:pt x="0" y="8"/>
                    <a:pt x="12" y="7"/>
                    <a:pt x="15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6" name="Freeform 1447">
              <a:extLst>
                <a:ext uri="{FF2B5EF4-FFF2-40B4-BE49-F238E27FC236}">
                  <a16:creationId xmlns:a16="http://schemas.microsoft.com/office/drawing/2014/main" id="{29943F9E-29E9-4A95-BD05-ADDC9A6CA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3390"/>
              <a:ext cx="20" cy="13"/>
            </a:xfrm>
            <a:custGeom>
              <a:avLst/>
              <a:gdLst>
                <a:gd name="T0" fmla="*/ 0 w 10"/>
                <a:gd name="T1" fmla="*/ 61 h 6"/>
                <a:gd name="T2" fmla="*/ 8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0" y="1"/>
                    <a:pt x="5" y="0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7" name="Freeform 1448">
              <a:extLst>
                <a:ext uri="{FF2B5EF4-FFF2-40B4-BE49-F238E27FC236}">
                  <a16:creationId xmlns:a16="http://schemas.microsoft.com/office/drawing/2014/main" id="{C9A1A5B9-2884-406F-9FDC-504179F81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464"/>
              <a:ext cx="49" cy="39"/>
            </a:xfrm>
            <a:custGeom>
              <a:avLst/>
              <a:gdLst>
                <a:gd name="T0" fmla="*/ 59 w 24"/>
                <a:gd name="T1" fmla="*/ 0 h 18"/>
                <a:gd name="T2" fmla="*/ 204 w 24"/>
                <a:gd name="T3" fmla="*/ 1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7" y="0"/>
                  </a:moveTo>
                  <a:cubicBezTo>
                    <a:pt x="0" y="11"/>
                    <a:pt x="15" y="18"/>
                    <a:pt x="24" y="1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8" name="Freeform 1449">
              <a:extLst>
                <a:ext uri="{FF2B5EF4-FFF2-40B4-BE49-F238E27FC236}">
                  <a16:creationId xmlns:a16="http://schemas.microsoft.com/office/drawing/2014/main" id="{8D2850FD-2F54-4972-B6FA-359C591B8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3464"/>
              <a:ext cx="18" cy="20"/>
            </a:xfrm>
            <a:custGeom>
              <a:avLst/>
              <a:gdLst>
                <a:gd name="T0" fmla="*/ 8 w 9"/>
                <a:gd name="T1" fmla="*/ 0 h 9"/>
                <a:gd name="T2" fmla="*/ 72 w 9"/>
                <a:gd name="T3" fmla="*/ 8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1" y="0"/>
                  </a:moveTo>
                  <a:cubicBezTo>
                    <a:pt x="0" y="5"/>
                    <a:pt x="4" y="9"/>
                    <a:pt x="9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9" name="Freeform 1450">
              <a:extLst>
                <a:ext uri="{FF2B5EF4-FFF2-40B4-BE49-F238E27FC236}">
                  <a16:creationId xmlns:a16="http://schemas.microsoft.com/office/drawing/2014/main" id="{D0E66565-B19C-446D-8F24-6B5B8597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3438"/>
              <a:ext cx="29" cy="26"/>
            </a:xfrm>
            <a:custGeom>
              <a:avLst/>
              <a:gdLst>
                <a:gd name="T0" fmla="*/ 0 w 14"/>
                <a:gd name="T1" fmla="*/ 33 h 12"/>
                <a:gd name="T2" fmla="*/ 124 w 14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3"/>
                  </a:moveTo>
                  <a:cubicBezTo>
                    <a:pt x="7" y="0"/>
                    <a:pt x="12" y="6"/>
                    <a:pt x="14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0" name="Freeform 1451">
              <a:extLst>
                <a:ext uri="{FF2B5EF4-FFF2-40B4-BE49-F238E27FC236}">
                  <a16:creationId xmlns:a16="http://schemas.microsoft.com/office/drawing/2014/main" id="{A69D4294-B611-418D-A30C-0ADE0BB7A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3420"/>
              <a:ext cx="15" cy="27"/>
            </a:xfrm>
            <a:custGeom>
              <a:avLst/>
              <a:gdLst>
                <a:gd name="T0" fmla="*/ 69 w 7"/>
                <a:gd name="T1" fmla="*/ 11 h 12"/>
                <a:gd name="T2" fmla="*/ 51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7" y="1"/>
                  </a:moveTo>
                  <a:cubicBezTo>
                    <a:pt x="0" y="0"/>
                    <a:pt x="3" y="10"/>
                    <a:pt x="5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1" name="Freeform 1452">
              <a:extLst>
                <a:ext uri="{FF2B5EF4-FFF2-40B4-BE49-F238E27FC236}">
                  <a16:creationId xmlns:a16="http://schemas.microsoft.com/office/drawing/2014/main" id="{D504FD2F-A4C7-4838-B164-1538BD279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3549"/>
              <a:ext cx="19" cy="22"/>
            </a:xfrm>
            <a:custGeom>
              <a:avLst/>
              <a:gdLst>
                <a:gd name="T0" fmla="*/ 36 w 9"/>
                <a:gd name="T1" fmla="*/ 0 h 10"/>
                <a:gd name="T2" fmla="*/ 84 w 9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cubicBezTo>
                    <a:pt x="0" y="5"/>
                    <a:pt x="4" y="10"/>
                    <a:pt x="9" y="1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2" name="Freeform 1453">
              <a:extLst>
                <a:ext uri="{FF2B5EF4-FFF2-40B4-BE49-F238E27FC236}">
                  <a16:creationId xmlns:a16="http://schemas.microsoft.com/office/drawing/2014/main" id="{C0B7EC39-850C-4FE8-B025-7196DCF15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705"/>
              <a:ext cx="53" cy="45"/>
            </a:xfrm>
            <a:custGeom>
              <a:avLst/>
              <a:gdLst>
                <a:gd name="T0" fmla="*/ 75 w 26"/>
                <a:gd name="T1" fmla="*/ 0 h 21"/>
                <a:gd name="T2" fmla="*/ 24 w 26"/>
                <a:gd name="T3" fmla="*/ 148 h 21"/>
                <a:gd name="T4" fmla="*/ 171 w 26"/>
                <a:gd name="T5" fmla="*/ 6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9" y="0"/>
                  </a:moveTo>
                  <a:cubicBezTo>
                    <a:pt x="3" y="0"/>
                    <a:pt x="0" y="11"/>
                    <a:pt x="3" y="15"/>
                  </a:cubicBezTo>
                  <a:cubicBezTo>
                    <a:pt x="9" y="21"/>
                    <a:pt x="26" y="14"/>
                    <a:pt x="2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3" name="Freeform 1454">
              <a:extLst>
                <a:ext uri="{FF2B5EF4-FFF2-40B4-BE49-F238E27FC236}">
                  <a16:creationId xmlns:a16="http://schemas.microsoft.com/office/drawing/2014/main" id="{7D8246BD-CBE8-4B95-A814-B3FB7FA6C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720"/>
              <a:ext cx="15" cy="13"/>
            </a:xfrm>
            <a:custGeom>
              <a:avLst/>
              <a:gdLst>
                <a:gd name="T0" fmla="*/ 19 w 7"/>
                <a:gd name="T1" fmla="*/ 0 h 6"/>
                <a:gd name="T2" fmla="*/ 69 w 7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0" y="4"/>
                    <a:pt x="4" y="6"/>
                    <a:pt x="7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4" name="Freeform 1455">
              <a:extLst>
                <a:ext uri="{FF2B5EF4-FFF2-40B4-BE49-F238E27FC236}">
                  <a16:creationId xmlns:a16="http://schemas.microsoft.com/office/drawing/2014/main" id="{44792B0F-9BF8-4D78-8AC5-EA5BB7539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3689"/>
              <a:ext cx="66" cy="61"/>
            </a:xfrm>
            <a:custGeom>
              <a:avLst/>
              <a:gdLst>
                <a:gd name="T0" fmla="*/ 124 w 32"/>
                <a:gd name="T1" fmla="*/ 0 h 28"/>
                <a:gd name="T2" fmla="*/ 8 w 32"/>
                <a:gd name="T3" fmla="*/ 113 h 28"/>
                <a:gd name="T4" fmla="*/ 248 w 32"/>
                <a:gd name="T5" fmla="*/ 8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8">
                  <a:moveTo>
                    <a:pt x="14" y="0"/>
                  </a:moveTo>
                  <a:cubicBezTo>
                    <a:pt x="8" y="0"/>
                    <a:pt x="1" y="4"/>
                    <a:pt x="1" y="11"/>
                  </a:cubicBezTo>
                  <a:cubicBezTo>
                    <a:pt x="0" y="28"/>
                    <a:pt x="32" y="22"/>
                    <a:pt x="28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5" name="Freeform 1456">
              <a:extLst>
                <a:ext uri="{FF2B5EF4-FFF2-40B4-BE49-F238E27FC236}">
                  <a16:creationId xmlns:a16="http://schemas.microsoft.com/office/drawing/2014/main" id="{84CFC778-8B25-4E24-A300-D31D5B222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709"/>
              <a:ext cx="18" cy="13"/>
            </a:xfrm>
            <a:custGeom>
              <a:avLst/>
              <a:gdLst>
                <a:gd name="T0" fmla="*/ 16 w 9"/>
                <a:gd name="T1" fmla="*/ 0 h 6"/>
                <a:gd name="T2" fmla="*/ 72 w 9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2" y="0"/>
                  </a:moveTo>
                  <a:cubicBezTo>
                    <a:pt x="0" y="5"/>
                    <a:pt x="5" y="6"/>
                    <a:pt x="9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6" name="Freeform 1457">
              <a:extLst>
                <a:ext uri="{FF2B5EF4-FFF2-40B4-BE49-F238E27FC236}">
                  <a16:creationId xmlns:a16="http://schemas.microsoft.com/office/drawing/2014/main" id="{38BE504C-DE92-4384-A129-02E12E8B5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733"/>
              <a:ext cx="10" cy="28"/>
            </a:xfrm>
            <a:custGeom>
              <a:avLst/>
              <a:gdLst>
                <a:gd name="T0" fmla="*/ 32 w 5"/>
                <a:gd name="T1" fmla="*/ 0 h 13"/>
                <a:gd name="T2" fmla="*/ 40 w 5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4" y="0"/>
                  </a:moveTo>
                  <a:cubicBezTo>
                    <a:pt x="0" y="3"/>
                    <a:pt x="0" y="11"/>
                    <a:pt x="5" y="1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7" name="Freeform 1458">
              <a:extLst>
                <a:ext uri="{FF2B5EF4-FFF2-40B4-BE49-F238E27FC236}">
                  <a16:creationId xmlns:a16="http://schemas.microsoft.com/office/drawing/2014/main" id="{AE91D670-82F1-4D79-AC9D-7EA51B669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3691"/>
              <a:ext cx="57" cy="38"/>
            </a:xfrm>
            <a:custGeom>
              <a:avLst/>
              <a:gdLst>
                <a:gd name="T0" fmla="*/ 59 w 28"/>
                <a:gd name="T1" fmla="*/ 0 h 17"/>
                <a:gd name="T2" fmla="*/ 75 w 28"/>
                <a:gd name="T3" fmla="*/ 154 h 17"/>
                <a:gd name="T4" fmla="*/ 220 w 28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7" y="0"/>
                  </a:moveTo>
                  <a:cubicBezTo>
                    <a:pt x="0" y="4"/>
                    <a:pt x="2" y="12"/>
                    <a:pt x="9" y="14"/>
                  </a:cubicBezTo>
                  <a:cubicBezTo>
                    <a:pt x="18" y="17"/>
                    <a:pt x="28" y="11"/>
                    <a:pt x="26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8" name="Freeform 1459">
              <a:extLst>
                <a:ext uri="{FF2B5EF4-FFF2-40B4-BE49-F238E27FC236}">
                  <a16:creationId xmlns:a16="http://schemas.microsoft.com/office/drawing/2014/main" id="{F33ACE6D-E0E4-4CDD-B250-C1E58E439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700"/>
              <a:ext cx="14" cy="11"/>
            </a:xfrm>
            <a:custGeom>
              <a:avLst/>
              <a:gdLst>
                <a:gd name="T0" fmla="*/ 8 w 7"/>
                <a:gd name="T1" fmla="*/ 0 h 5"/>
                <a:gd name="T2" fmla="*/ 56 w 7"/>
                <a:gd name="T3" fmla="*/ 4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4"/>
                    <a:pt x="3" y="5"/>
                    <a:pt x="7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9" name="Freeform 1460">
              <a:extLst>
                <a:ext uri="{FF2B5EF4-FFF2-40B4-BE49-F238E27FC236}">
                  <a16:creationId xmlns:a16="http://schemas.microsoft.com/office/drawing/2014/main" id="{F4A1F8C6-54FE-4EC5-9905-FAC578256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3729"/>
              <a:ext cx="10" cy="24"/>
            </a:xfrm>
            <a:custGeom>
              <a:avLst/>
              <a:gdLst>
                <a:gd name="T0" fmla="*/ 0 w 5"/>
                <a:gd name="T1" fmla="*/ 0 h 11"/>
                <a:gd name="T2" fmla="*/ 24 w 5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4" y="2"/>
                    <a:pt x="5" y="7"/>
                    <a:pt x="3" y="1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0" name="Freeform 1461">
              <a:extLst>
                <a:ext uri="{FF2B5EF4-FFF2-40B4-BE49-F238E27FC236}">
                  <a16:creationId xmlns:a16="http://schemas.microsoft.com/office/drawing/2014/main" id="{0D92F34C-F905-4639-97A8-31851E264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737"/>
              <a:ext cx="22" cy="11"/>
            </a:xfrm>
            <a:custGeom>
              <a:avLst/>
              <a:gdLst>
                <a:gd name="T0" fmla="*/ 0 w 11"/>
                <a:gd name="T1" fmla="*/ 0 h 5"/>
                <a:gd name="T2" fmla="*/ 88 w 11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1" y="5"/>
                    <a:pt x="7" y="3"/>
                    <a:pt x="11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1" name="Freeform 1462">
              <a:extLst>
                <a:ext uri="{FF2B5EF4-FFF2-40B4-BE49-F238E27FC236}">
                  <a16:creationId xmlns:a16="http://schemas.microsoft.com/office/drawing/2014/main" id="{75B0E3B9-3FFC-4581-8682-FFA876C5C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3707"/>
              <a:ext cx="86" cy="46"/>
            </a:xfrm>
            <a:custGeom>
              <a:avLst/>
              <a:gdLst>
                <a:gd name="T0" fmla="*/ 84 w 42"/>
                <a:gd name="T1" fmla="*/ 44 h 21"/>
                <a:gd name="T2" fmla="*/ 264 w 4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1">
                  <a:moveTo>
                    <a:pt x="10" y="4"/>
                  </a:moveTo>
                  <a:cubicBezTo>
                    <a:pt x="0" y="21"/>
                    <a:pt x="42" y="13"/>
                    <a:pt x="3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2" name="Freeform 1463">
              <a:extLst>
                <a:ext uri="{FF2B5EF4-FFF2-40B4-BE49-F238E27FC236}">
                  <a16:creationId xmlns:a16="http://schemas.microsoft.com/office/drawing/2014/main" id="{82586943-DA6F-4830-90D5-F730D2679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3729"/>
              <a:ext cx="8" cy="17"/>
            </a:xfrm>
            <a:custGeom>
              <a:avLst/>
              <a:gdLst>
                <a:gd name="T0" fmla="*/ 0 w 4"/>
                <a:gd name="T1" fmla="*/ 0 h 8"/>
                <a:gd name="T2" fmla="*/ 32 w 4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3" y="2"/>
                    <a:pt x="4" y="5"/>
                    <a:pt x="4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3" name="Freeform 1464">
              <a:extLst>
                <a:ext uri="{FF2B5EF4-FFF2-40B4-BE49-F238E27FC236}">
                  <a16:creationId xmlns:a16="http://schemas.microsoft.com/office/drawing/2014/main" id="{193856A5-5668-487D-BF9E-3839C4CAA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3720"/>
              <a:ext cx="18" cy="9"/>
            </a:xfrm>
            <a:custGeom>
              <a:avLst/>
              <a:gdLst>
                <a:gd name="T0" fmla="*/ 0 w 9"/>
                <a:gd name="T1" fmla="*/ 0 h 4"/>
                <a:gd name="T2" fmla="*/ 72 w 9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1" y="4"/>
                    <a:pt x="6" y="4"/>
                    <a:pt x="9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4" name="Freeform 1465">
              <a:extLst>
                <a:ext uri="{FF2B5EF4-FFF2-40B4-BE49-F238E27FC236}">
                  <a16:creationId xmlns:a16="http://schemas.microsoft.com/office/drawing/2014/main" id="{C2E60602-C1F1-449F-A990-6EA1B9FCF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694"/>
              <a:ext cx="55" cy="48"/>
            </a:xfrm>
            <a:custGeom>
              <a:avLst/>
              <a:gdLst>
                <a:gd name="T0" fmla="*/ 33 w 27"/>
                <a:gd name="T1" fmla="*/ 229 h 22"/>
                <a:gd name="T2" fmla="*/ 100 w 27"/>
                <a:gd name="T3" fmla="*/ 44 h 22"/>
                <a:gd name="T4" fmla="*/ 228 w 27"/>
                <a:gd name="T5" fmla="*/ 1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4" y="22"/>
                  </a:moveTo>
                  <a:cubicBezTo>
                    <a:pt x="0" y="16"/>
                    <a:pt x="7" y="7"/>
                    <a:pt x="12" y="4"/>
                  </a:cubicBezTo>
                  <a:cubicBezTo>
                    <a:pt x="20" y="0"/>
                    <a:pt x="23" y="4"/>
                    <a:pt x="27" y="1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5" name="Freeform 1466">
              <a:extLst>
                <a:ext uri="{FF2B5EF4-FFF2-40B4-BE49-F238E27FC236}">
                  <a16:creationId xmlns:a16="http://schemas.microsoft.com/office/drawing/2014/main" id="{74BD0F5D-978E-458F-A8FE-3E52014D6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3648"/>
              <a:ext cx="47" cy="46"/>
            </a:xfrm>
            <a:custGeom>
              <a:avLst/>
              <a:gdLst>
                <a:gd name="T0" fmla="*/ 51 w 23"/>
                <a:gd name="T1" fmla="*/ 221 h 21"/>
                <a:gd name="T2" fmla="*/ 196 w 23"/>
                <a:gd name="T3" fmla="*/ 11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6" y="21"/>
                  </a:moveTo>
                  <a:cubicBezTo>
                    <a:pt x="0" y="20"/>
                    <a:pt x="15" y="0"/>
                    <a:pt x="23" y="1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6" name="Freeform 1467">
              <a:extLst>
                <a:ext uri="{FF2B5EF4-FFF2-40B4-BE49-F238E27FC236}">
                  <a16:creationId xmlns:a16="http://schemas.microsoft.com/office/drawing/2014/main" id="{258791B3-D36A-42F0-A08B-4DFFAE561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3630"/>
              <a:ext cx="22" cy="35"/>
            </a:xfrm>
            <a:custGeom>
              <a:avLst/>
              <a:gdLst>
                <a:gd name="T0" fmla="*/ 88 w 11"/>
                <a:gd name="T1" fmla="*/ 0 h 16"/>
                <a:gd name="T2" fmla="*/ 16 w 11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4" y="2"/>
                    <a:pt x="0" y="9"/>
                    <a:pt x="2" y="1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7" name="Freeform 1468">
              <a:extLst>
                <a:ext uri="{FF2B5EF4-FFF2-40B4-BE49-F238E27FC236}">
                  <a16:creationId xmlns:a16="http://schemas.microsoft.com/office/drawing/2014/main" id="{2C16EEDA-8B3C-4CA4-BE8F-DE9BF5171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707"/>
              <a:ext cx="53" cy="52"/>
            </a:xfrm>
            <a:custGeom>
              <a:avLst/>
              <a:gdLst>
                <a:gd name="T0" fmla="*/ 67 w 26"/>
                <a:gd name="T1" fmla="*/ 0 h 24"/>
                <a:gd name="T2" fmla="*/ 220 w 26"/>
                <a:gd name="T3" fmla="*/ 7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4">
                  <a:moveTo>
                    <a:pt x="8" y="0"/>
                  </a:moveTo>
                  <a:cubicBezTo>
                    <a:pt x="0" y="4"/>
                    <a:pt x="15" y="24"/>
                    <a:pt x="26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8" name="Freeform 1469">
              <a:extLst>
                <a:ext uri="{FF2B5EF4-FFF2-40B4-BE49-F238E27FC236}">
                  <a16:creationId xmlns:a16="http://schemas.microsoft.com/office/drawing/2014/main" id="{B58A2A8E-F405-4AE2-8B77-B0DA7F50A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707"/>
              <a:ext cx="13" cy="13"/>
            </a:xfrm>
            <a:custGeom>
              <a:avLst/>
              <a:gdLst>
                <a:gd name="T0" fmla="*/ 9 w 6"/>
                <a:gd name="T1" fmla="*/ 0 h 6"/>
                <a:gd name="T2" fmla="*/ 61 w 6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4"/>
                    <a:pt x="2" y="6"/>
                    <a:pt x="6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9" name="Freeform 1470">
              <a:extLst>
                <a:ext uri="{FF2B5EF4-FFF2-40B4-BE49-F238E27FC236}">
                  <a16:creationId xmlns:a16="http://schemas.microsoft.com/office/drawing/2014/main" id="{289205DE-69C0-40FA-B5F6-85598E178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3685"/>
              <a:ext cx="52" cy="44"/>
            </a:xfrm>
            <a:custGeom>
              <a:avLst/>
              <a:gdLst>
                <a:gd name="T0" fmla="*/ 73 w 25"/>
                <a:gd name="T1" fmla="*/ 0 h 20"/>
                <a:gd name="T2" fmla="*/ 225 w 25"/>
                <a:gd name="T3" fmla="*/ 8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8" y="0"/>
                  </a:moveTo>
                  <a:cubicBezTo>
                    <a:pt x="0" y="14"/>
                    <a:pt x="22" y="20"/>
                    <a:pt x="25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0" name="Freeform 1471">
              <a:extLst>
                <a:ext uri="{FF2B5EF4-FFF2-40B4-BE49-F238E27FC236}">
                  <a16:creationId xmlns:a16="http://schemas.microsoft.com/office/drawing/2014/main" id="{3492CA48-744B-4574-A98C-470C816E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689"/>
              <a:ext cx="10" cy="16"/>
            </a:xfrm>
            <a:custGeom>
              <a:avLst/>
              <a:gdLst>
                <a:gd name="T0" fmla="*/ 16 w 5"/>
                <a:gd name="T1" fmla="*/ 0 h 7"/>
                <a:gd name="T2" fmla="*/ 40 w 5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3"/>
                    <a:pt x="1" y="7"/>
                    <a:pt x="5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1" name="Freeform 1472">
              <a:extLst>
                <a:ext uri="{FF2B5EF4-FFF2-40B4-BE49-F238E27FC236}">
                  <a16:creationId xmlns:a16="http://schemas.microsoft.com/office/drawing/2014/main" id="{27AFFAFE-AC73-4E49-B88C-DBAFAC478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3272"/>
              <a:ext cx="23" cy="39"/>
            </a:xfrm>
            <a:custGeom>
              <a:avLst/>
              <a:gdLst>
                <a:gd name="T0" fmla="*/ 84 w 11"/>
                <a:gd name="T1" fmla="*/ 0 h 18"/>
                <a:gd name="T2" fmla="*/ 100 w 11"/>
                <a:gd name="T3" fmla="*/ 15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9" y="0"/>
                  </a:moveTo>
                  <a:cubicBezTo>
                    <a:pt x="0" y="1"/>
                    <a:pt x="3" y="18"/>
                    <a:pt x="11" y="1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2" name="Freeform 1473">
              <a:extLst>
                <a:ext uri="{FF2B5EF4-FFF2-40B4-BE49-F238E27FC236}">
                  <a16:creationId xmlns:a16="http://schemas.microsoft.com/office/drawing/2014/main" id="{77E0518E-8FEA-4251-AB50-31DCEDC5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3326"/>
              <a:ext cx="16" cy="18"/>
            </a:xfrm>
            <a:custGeom>
              <a:avLst/>
              <a:gdLst>
                <a:gd name="T0" fmla="*/ 64 w 8"/>
                <a:gd name="T1" fmla="*/ 0 h 8"/>
                <a:gd name="T2" fmla="*/ 8 w 8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3" y="0"/>
                    <a:pt x="0" y="4"/>
                    <a:pt x="1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3" name="Freeform 1474">
              <a:extLst>
                <a:ext uri="{FF2B5EF4-FFF2-40B4-BE49-F238E27FC236}">
                  <a16:creationId xmlns:a16="http://schemas.microsoft.com/office/drawing/2014/main" id="{C728CEDD-78FB-4D40-8717-E30DA0ED8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451"/>
              <a:ext cx="10" cy="4"/>
            </a:xfrm>
            <a:custGeom>
              <a:avLst/>
              <a:gdLst>
                <a:gd name="T0" fmla="*/ 0 w 5"/>
                <a:gd name="T1" fmla="*/ 0 h 2"/>
                <a:gd name="T2" fmla="*/ 4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2"/>
                    <a:pt x="3" y="2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4" name="Freeform 1475">
              <a:extLst>
                <a:ext uri="{FF2B5EF4-FFF2-40B4-BE49-F238E27FC236}">
                  <a16:creationId xmlns:a16="http://schemas.microsoft.com/office/drawing/2014/main" id="{682B59D9-A70D-4629-8613-A4BD259BB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300"/>
              <a:ext cx="22" cy="13"/>
            </a:xfrm>
            <a:custGeom>
              <a:avLst/>
              <a:gdLst>
                <a:gd name="T0" fmla="*/ 0 w 11"/>
                <a:gd name="T1" fmla="*/ 0 h 6"/>
                <a:gd name="T2" fmla="*/ 88 w 11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1" y="6"/>
                    <a:pt x="7" y="5"/>
                    <a:pt x="11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5" name="Freeform 1476">
              <a:extLst>
                <a:ext uri="{FF2B5EF4-FFF2-40B4-BE49-F238E27FC236}">
                  <a16:creationId xmlns:a16="http://schemas.microsoft.com/office/drawing/2014/main" id="{CF52B1AE-C0DB-4A7C-890D-5BDC6F93D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3344"/>
              <a:ext cx="16" cy="11"/>
            </a:xfrm>
            <a:custGeom>
              <a:avLst/>
              <a:gdLst>
                <a:gd name="T0" fmla="*/ 0 w 8"/>
                <a:gd name="T1" fmla="*/ 9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1"/>
                  </a:moveTo>
                  <a:cubicBezTo>
                    <a:pt x="2" y="5"/>
                    <a:pt x="5" y="3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6" name="Freeform 1477">
              <a:extLst>
                <a:ext uri="{FF2B5EF4-FFF2-40B4-BE49-F238E27FC236}">
                  <a16:creationId xmlns:a16="http://schemas.microsoft.com/office/drawing/2014/main" id="{7FDC6462-2E0E-4C08-8BBB-1274B4D57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348"/>
              <a:ext cx="27" cy="15"/>
            </a:xfrm>
            <a:custGeom>
              <a:avLst/>
              <a:gdLst>
                <a:gd name="T0" fmla="*/ 17 w 13"/>
                <a:gd name="T1" fmla="*/ 0 h 7"/>
                <a:gd name="T2" fmla="*/ 116 w 13"/>
                <a:gd name="T3" fmla="*/ 1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2" y="0"/>
                  </a:moveTo>
                  <a:cubicBezTo>
                    <a:pt x="0" y="7"/>
                    <a:pt x="10" y="4"/>
                    <a:pt x="13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7" name="Freeform 1478">
              <a:extLst>
                <a:ext uri="{FF2B5EF4-FFF2-40B4-BE49-F238E27FC236}">
                  <a16:creationId xmlns:a16="http://schemas.microsoft.com/office/drawing/2014/main" id="{57434DE3-5A11-4451-A0CF-A4338AE11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272"/>
              <a:ext cx="14" cy="11"/>
            </a:xfrm>
            <a:custGeom>
              <a:avLst/>
              <a:gdLst>
                <a:gd name="T0" fmla="*/ 0 w 7"/>
                <a:gd name="T1" fmla="*/ 0 h 5"/>
                <a:gd name="T2" fmla="*/ 56 w 7"/>
                <a:gd name="T3" fmla="*/ 3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5"/>
                    <a:pt x="4" y="4"/>
                    <a:pt x="7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8" name="Freeform 1479">
              <a:extLst>
                <a:ext uri="{FF2B5EF4-FFF2-40B4-BE49-F238E27FC236}">
                  <a16:creationId xmlns:a16="http://schemas.microsoft.com/office/drawing/2014/main" id="{56D7DD27-42A0-406D-9420-299309BEB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453"/>
              <a:ext cx="16" cy="4"/>
            </a:xfrm>
            <a:custGeom>
              <a:avLst/>
              <a:gdLst>
                <a:gd name="T0" fmla="*/ 0 w 8"/>
                <a:gd name="T1" fmla="*/ 0 h 2"/>
                <a:gd name="T2" fmla="*/ 64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2"/>
                    <a:pt x="5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9" name="Freeform 1480">
              <a:extLst>
                <a:ext uri="{FF2B5EF4-FFF2-40B4-BE49-F238E27FC236}">
                  <a16:creationId xmlns:a16="http://schemas.microsoft.com/office/drawing/2014/main" id="{B986AB24-A389-4DA6-BFC5-A9494081D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492"/>
              <a:ext cx="24" cy="51"/>
            </a:xfrm>
            <a:custGeom>
              <a:avLst/>
              <a:gdLst>
                <a:gd name="T0" fmla="*/ 96 w 12"/>
                <a:gd name="T1" fmla="*/ 0 h 23"/>
                <a:gd name="T2" fmla="*/ 88 w 12"/>
                <a:gd name="T3" fmla="*/ 18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12" y="0"/>
                  </a:moveTo>
                  <a:cubicBezTo>
                    <a:pt x="3" y="2"/>
                    <a:pt x="0" y="23"/>
                    <a:pt x="11" y="1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0" name="Freeform 1481">
              <a:extLst>
                <a:ext uri="{FF2B5EF4-FFF2-40B4-BE49-F238E27FC236}">
                  <a16:creationId xmlns:a16="http://schemas.microsoft.com/office/drawing/2014/main" id="{A3576044-7186-43B3-83A6-1F085FC40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316"/>
              <a:ext cx="314" cy="593"/>
            </a:xfrm>
            <a:custGeom>
              <a:avLst/>
              <a:gdLst>
                <a:gd name="T0" fmla="*/ 1322 w 153"/>
                <a:gd name="T1" fmla="*/ 2840 h 271"/>
                <a:gd name="T2" fmla="*/ 1246 w 153"/>
                <a:gd name="T3" fmla="*/ 2652 h 271"/>
                <a:gd name="T4" fmla="*/ 1012 w 153"/>
                <a:gd name="T5" fmla="*/ 2204 h 271"/>
                <a:gd name="T6" fmla="*/ 813 w 153"/>
                <a:gd name="T7" fmla="*/ 1842 h 271"/>
                <a:gd name="T8" fmla="*/ 657 w 153"/>
                <a:gd name="T9" fmla="*/ 1383 h 271"/>
                <a:gd name="T10" fmla="*/ 452 w 153"/>
                <a:gd name="T11" fmla="*/ 1039 h 271"/>
                <a:gd name="T12" fmla="*/ 240 w 153"/>
                <a:gd name="T13" fmla="*/ 431 h 271"/>
                <a:gd name="T14" fmla="*/ 0 w 153"/>
                <a:gd name="T15" fmla="*/ 0 h 271"/>
                <a:gd name="T16" fmla="*/ 269 w 153"/>
                <a:gd name="T17" fmla="*/ 670 h 271"/>
                <a:gd name="T18" fmla="*/ 493 w 153"/>
                <a:gd name="T19" fmla="*/ 1330 h 271"/>
                <a:gd name="T20" fmla="*/ 772 w 153"/>
                <a:gd name="T21" fmla="*/ 1958 h 271"/>
                <a:gd name="T22" fmla="*/ 1061 w 153"/>
                <a:gd name="T23" fmla="*/ 2390 h 271"/>
                <a:gd name="T24" fmla="*/ 1322 w 153"/>
                <a:gd name="T25" fmla="*/ 2840 h 2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3" h="271">
                  <a:moveTo>
                    <a:pt x="153" y="271"/>
                  </a:moveTo>
                  <a:cubicBezTo>
                    <a:pt x="151" y="265"/>
                    <a:pt x="148" y="259"/>
                    <a:pt x="144" y="253"/>
                  </a:cubicBezTo>
                  <a:cubicBezTo>
                    <a:pt x="138" y="240"/>
                    <a:pt x="124" y="223"/>
                    <a:pt x="117" y="210"/>
                  </a:cubicBezTo>
                  <a:cubicBezTo>
                    <a:pt x="109" y="195"/>
                    <a:pt x="101" y="189"/>
                    <a:pt x="94" y="176"/>
                  </a:cubicBezTo>
                  <a:cubicBezTo>
                    <a:pt x="86" y="162"/>
                    <a:pt x="83" y="146"/>
                    <a:pt x="76" y="132"/>
                  </a:cubicBezTo>
                  <a:cubicBezTo>
                    <a:pt x="69" y="120"/>
                    <a:pt x="58" y="111"/>
                    <a:pt x="52" y="99"/>
                  </a:cubicBezTo>
                  <a:cubicBezTo>
                    <a:pt x="42" y="81"/>
                    <a:pt x="37" y="59"/>
                    <a:pt x="28" y="41"/>
                  </a:cubicBezTo>
                  <a:cubicBezTo>
                    <a:pt x="19" y="24"/>
                    <a:pt x="8" y="14"/>
                    <a:pt x="0" y="0"/>
                  </a:cubicBezTo>
                  <a:cubicBezTo>
                    <a:pt x="8" y="25"/>
                    <a:pt x="25" y="41"/>
                    <a:pt x="31" y="64"/>
                  </a:cubicBezTo>
                  <a:cubicBezTo>
                    <a:pt x="37" y="87"/>
                    <a:pt x="39" y="106"/>
                    <a:pt x="57" y="127"/>
                  </a:cubicBezTo>
                  <a:cubicBezTo>
                    <a:pt x="74" y="148"/>
                    <a:pt x="76" y="168"/>
                    <a:pt x="89" y="187"/>
                  </a:cubicBezTo>
                  <a:cubicBezTo>
                    <a:pt x="102" y="206"/>
                    <a:pt x="108" y="207"/>
                    <a:pt x="123" y="228"/>
                  </a:cubicBezTo>
                  <a:cubicBezTo>
                    <a:pt x="138" y="249"/>
                    <a:pt x="153" y="271"/>
                    <a:pt x="153" y="271"/>
                  </a:cubicBezTo>
                  <a:close/>
                </a:path>
              </a:pathLst>
            </a:custGeom>
            <a:solidFill>
              <a:srgbClr val="F5BF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1" name="Freeform 1482">
              <a:extLst>
                <a:ext uri="{FF2B5EF4-FFF2-40B4-BE49-F238E27FC236}">
                  <a16:creationId xmlns:a16="http://schemas.microsoft.com/office/drawing/2014/main" id="{84261599-750F-4E35-9A47-A320B2BD0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3208"/>
              <a:ext cx="422" cy="33"/>
            </a:xfrm>
            <a:custGeom>
              <a:avLst/>
              <a:gdLst>
                <a:gd name="T0" fmla="*/ 1770 w 206"/>
                <a:gd name="T1" fmla="*/ 161 h 15"/>
                <a:gd name="T2" fmla="*/ 1057 w 206"/>
                <a:gd name="T3" fmla="*/ 106 h 15"/>
                <a:gd name="T4" fmla="*/ 0 w 206"/>
                <a:gd name="T5" fmla="*/ 64 h 15"/>
                <a:gd name="T6" fmla="*/ 629 w 206"/>
                <a:gd name="T7" fmla="*/ 33 h 15"/>
                <a:gd name="T8" fmla="*/ 1272 w 206"/>
                <a:gd name="T9" fmla="*/ 33 h 15"/>
                <a:gd name="T10" fmla="*/ 1770 w 206"/>
                <a:gd name="T11" fmla="*/ 16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15">
                  <a:moveTo>
                    <a:pt x="206" y="15"/>
                  </a:moveTo>
                  <a:cubicBezTo>
                    <a:pt x="176" y="10"/>
                    <a:pt x="155" y="8"/>
                    <a:pt x="123" y="10"/>
                  </a:cubicBezTo>
                  <a:cubicBezTo>
                    <a:pt x="79" y="14"/>
                    <a:pt x="42" y="7"/>
                    <a:pt x="0" y="6"/>
                  </a:cubicBezTo>
                  <a:cubicBezTo>
                    <a:pt x="25" y="0"/>
                    <a:pt x="50" y="6"/>
                    <a:pt x="73" y="3"/>
                  </a:cubicBezTo>
                  <a:cubicBezTo>
                    <a:pt x="97" y="0"/>
                    <a:pt x="119" y="0"/>
                    <a:pt x="148" y="3"/>
                  </a:cubicBezTo>
                  <a:cubicBezTo>
                    <a:pt x="178" y="6"/>
                    <a:pt x="206" y="15"/>
                    <a:pt x="206" y="15"/>
                  </a:cubicBezTo>
                  <a:close/>
                </a:path>
              </a:pathLst>
            </a:custGeom>
            <a:solidFill>
              <a:srgbClr val="F5BF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2" name="Freeform 1483">
              <a:extLst>
                <a:ext uri="{FF2B5EF4-FFF2-40B4-BE49-F238E27FC236}">
                  <a16:creationId xmlns:a16="http://schemas.microsoft.com/office/drawing/2014/main" id="{A5A6015C-33F0-4FAB-AF6A-B3085078A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316"/>
              <a:ext cx="314" cy="593"/>
            </a:xfrm>
            <a:custGeom>
              <a:avLst/>
              <a:gdLst>
                <a:gd name="T0" fmla="*/ 1322 w 153"/>
                <a:gd name="T1" fmla="*/ 2840 h 271"/>
                <a:gd name="T2" fmla="*/ 1246 w 153"/>
                <a:gd name="T3" fmla="*/ 2652 h 271"/>
                <a:gd name="T4" fmla="*/ 1012 w 153"/>
                <a:gd name="T5" fmla="*/ 2204 h 271"/>
                <a:gd name="T6" fmla="*/ 813 w 153"/>
                <a:gd name="T7" fmla="*/ 1842 h 271"/>
                <a:gd name="T8" fmla="*/ 657 w 153"/>
                <a:gd name="T9" fmla="*/ 1383 h 271"/>
                <a:gd name="T10" fmla="*/ 452 w 153"/>
                <a:gd name="T11" fmla="*/ 1039 h 271"/>
                <a:gd name="T12" fmla="*/ 240 w 153"/>
                <a:gd name="T13" fmla="*/ 431 h 271"/>
                <a:gd name="T14" fmla="*/ 0 w 153"/>
                <a:gd name="T15" fmla="*/ 0 h 271"/>
                <a:gd name="T16" fmla="*/ 269 w 153"/>
                <a:gd name="T17" fmla="*/ 670 h 271"/>
                <a:gd name="T18" fmla="*/ 493 w 153"/>
                <a:gd name="T19" fmla="*/ 1330 h 271"/>
                <a:gd name="T20" fmla="*/ 772 w 153"/>
                <a:gd name="T21" fmla="*/ 1958 h 271"/>
                <a:gd name="T22" fmla="*/ 1061 w 153"/>
                <a:gd name="T23" fmla="*/ 2390 h 271"/>
                <a:gd name="T24" fmla="*/ 1322 w 153"/>
                <a:gd name="T25" fmla="*/ 2840 h 2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3" h="271">
                  <a:moveTo>
                    <a:pt x="153" y="271"/>
                  </a:moveTo>
                  <a:cubicBezTo>
                    <a:pt x="151" y="265"/>
                    <a:pt x="148" y="259"/>
                    <a:pt x="144" y="253"/>
                  </a:cubicBezTo>
                  <a:cubicBezTo>
                    <a:pt x="138" y="240"/>
                    <a:pt x="124" y="223"/>
                    <a:pt x="117" y="210"/>
                  </a:cubicBezTo>
                  <a:cubicBezTo>
                    <a:pt x="109" y="195"/>
                    <a:pt x="101" y="189"/>
                    <a:pt x="94" y="176"/>
                  </a:cubicBezTo>
                  <a:cubicBezTo>
                    <a:pt x="86" y="162"/>
                    <a:pt x="83" y="146"/>
                    <a:pt x="76" y="132"/>
                  </a:cubicBezTo>
                  <a:cubicBezTo>
                    <a:pt x="69" y="120"/>
                    <a:pt x="58" y="111"/>
                    <a:pt x="52" y="99"/>
                  </a:cubicBezTo>
                  <a:cubicBezTo>
                    <a:pt x="42" y="81"/>
                    <a:pt x="37" y="59"/>
                    <a:pt x="28" y="41"/>
                  </a:cubicBezTo>
                  <a:cubicBezTo>
                    <a:pt x="19" y="24"/>
                    <a:pt x="8" y="14"/>
                    <a:pt x="0" y="0"/>
                  </a:cubicBezTo>
                  <a:cubicBezTo>
                    <a:pt x="8" y="25"/>
                    <a:pt x="25" y="41"/>
                    <a:pt x="31" y="64"/>
                  </a:cubicBezTo>
                  <a:cubicBezTo>
                    <a:pt x="37" y="87"/>
                    <a:pt x="39" y="106"/>
                    <a:pt x="57" y="127"/>
                  </a:cubicBezTo>
                  <a:cubicBezTo>
                    <a:pt x="74" y="148"/>
                    <a:pt x="76" y="168"/>
                    <a:pt x="89" y="187"/>
                  </a:cubicBezTo>
                  <a:cubicBezTo>
                    <a:pt x="102" y="206"/>
                    <a:pt x="108" y="207"/>
                    <a:pt x="123" y="228"/>
                  </a:cubicBezTo>
                  <a:cubicBezTo>
                    <a:pt x="138" y="249"/>
                    <a:pt x="153" y="271"/>
                    <a:pt x="153" y="271"/>
                  </a:cubicBezTo>
                  <a:close/>
                </a:path>
              </a:pathLst>
            </a:custGeom>
            <a:solidFill>
              <a:srgbClr val="F7C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3" name="Freeform 1484">
              <a:extLst>
                <a:ext uri="{FF2B5EF4-FFF2-40B4-BE49-F238E27FC236}">
                  <a16:creationId xmlns:a16="http://schemas.microsoft.com/office/drawing/2014/main" id="{92D4D0A9-69AB-4DFD-8E05-ACC740080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3208"/>
              <a:ext cx="422" cy="33"/>
            </a:xfrm>
            <a:custGeom>
              <a:avLst/>
              <a:gdLst>
                <a:gd name="T0" fmla="*/ 1770 w 206"/>
                <a:gd name="T1" fmla="*/ 161 h 15"/>
                <a:gd name="T2" fmla="*/ 1057 w 206"/>
                <a:gd name="T3" fmla="*/ 106 h 15"/>
                <a:gd name="T4" fmla="*/ 0 w 206"/>
                <a:gd name="T5" fmla="*/ 64 h 15"/>
                <a:gd name="T6" fmla="*/ 629 w 206"/>
                <a:gd name="T7" fmla="*/ 33 h 15"/>
                <a:gd name="T8" fmla="*/ 1272 w 206"/>
                <a:gd name="T9" fmla="*/ 33 h 15"/>
                <a:gd name="T10" fmla="*/ 1770 w 206"/>
                <a:gd name="T11" fmla="*/ 16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15">
                  <a:moveTo>
                    <a:pt x="206" y="15"/>
                  </a:moveTo>
                  <a:cubicBezTo>
                    <a:pt x="176" y="10"/>
                    <a:pt x="155" y="8"/>
                    <a:pt x="123" y="10"/>
                  </a:cubicBezTo>
                  <a:cubicBezTo>
                    <a:pt x="79" y="14"/>
                    <a:pt x="42" y="7"/>
                    <a:pt x="0" y="6"/>
                  </a:cubicBezTo>
                  <a:cubicBezTo>
                    <a:pt x="25" y="0"/>
                    <a:pt x="50" y="6"/>
                    <a:pt x="73" y="3"/>
                  </a:cubicBezTo>
                  <a:cubicBezTo>
                    <a:pt x="97" y="0"/>
                    <a:pt x="119" y="0"/>
                    <a:pt x="148" y="3"/>
                  </a:cubicBezTo>
                  <a:cubicBezTo>
                    <a:pt x="178" y="6"/>
                    <a:pt x="206" y="15"/>
                    <a:pt x="206" y="15"/>
                  </a:cubicBezTo>
                  <a:close/>
                </a:path>
              </a:pathLst>
            </a:custGeom>
            <a:solidFill>
              <a:srgbClr val="F7C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4" name="Freeform 1485">
              <a:extLst>
                <a:ext uri="{FF2B5EF4-FFF2-40B4-BE49-F238E27FC236}">
                  <a16:creationId xmlns:a16="http://schemas.microsoft.com/office/drawing/2014/main" id="{DD9D942E-79A7-4D82-9F11-A123C529B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504"/>
              <a:ext cx="74" cy="171"/>
            </a:xfrm>
            <a:custGeom>
              <a:avLst/>
              <a:gdLst>
                <a:gd name="T0" fmla="*/ 0 w 36"/>
                <a:gd name="T1" fmla="*/ 72 h 78"/>
                <a:gd name="T2" fmla="*/ 148 w 36"/>
                <a:gd name="T3" fmla="*/ 423 h 78"/>
                <a:gd name="T4" fmla="*/ 312 w 36"/>
                <a:gd name="T5" fmla="*/ 822 h 78"/>
                <a:gd name="T6" fmla="*/ 156 w 36"/>
                <a:gd name="T7" fmla="*/ 371 h 78"/>
                <a:gd name="T8" fmla="*/ 0 w 36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78">
                  <a:moveTo>
                    <a:pt x="0" y="7"/>
                  </a:moveTo>
                  <a:cubicBezTo>
                    <a:pt x="3" y="19"/>
                    <a:pt x="9" y="29"/>
                    <a:pt x="17" y="40"/>
                  </a:cubicBezTo>
                  <a:cubicBezTo>
                    <a:pt x="23" y="48"/>
                    <a:pt x="36" y="67"/>
                    <a:pt x="36" y="78"/>
                  </a:cubicBezTo>
                  <a:cubicBezTo>
                    <a:pt x="34" y="60"/>
                    <a:pt x="29" y="49"/>
                    <a:pt x="18" y="35"/>
                  </a:cubicBezTo>
                  <a:cubicBezTo>
                    <a:pt x="9" y="24"/>
                    <a:pt x="6" y="1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5" name="Freeform 1486">
              <a:extLst>
                <a:ext uri="{FF2B5EF4-FFF2-40B4-BE49-F238E27FC236}">
                  <a16:creationId xmlns:a16="http://schemas.microsoft.com/office/drawing/2014/main" id="{0300534E-2CAD-4571-948F-6DF6AD839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683"/>
              <a:ext cx="35" cy="38"/>
            </a:xfrm>
            <a:custGeom>
              <a:avLst/>
              <a:gdLst>
                <a:gd name="T0" fmla="*/ 33 w 17"/>
                <a:gd name="T1" fmla="*/ 9 h 17"/>
                <a:gd name="T2" fmla="*/ 68 w 1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4" y="1"/>
                  </a:moveTo>
                  <a:cubicBezTo>
                    <a:pt x="0" y="10"/>
                    <a:pt x="17" y="1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6" name="Freeform 1487">
              <a:extLst>
                <a:ext uri="{FF2B5EF4-FFF2-40B4-BE49-F238E27FC236}">
                  <a16:creationId xmlns:a16="http://schemas.microsoft.com/office/drawing/2014/main" id="{8B98B262-2130-496C-89BA-ADE57CE88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208"/>
              <a:ext cx="105" cy="20"/>
            </a:xfrm>
            <a:custGeom>
              <a:avLst/>
              <a:gdLst>
                <a:gd name="T0" fmla="*/ 0 w 51"/>
                <a:gd name="T1" fmla="*/ 80 h 9"/>
                <a:gd name="T2" fmla="*/ 237 w 51"/>
                <a:gd name="T3" fmla="*/ 80 h 9"/>
                <a:gd name="T4" fmla="*/ 445 w 51"/>
                <a:gd name="T5" fmla="*/ 64 h 9"/>
                <a:gd name="T6" fmla="*/ 208 w 51"/>
                <a:gd name="T7" fmla="*/ 20 h 9"/>
                <a:gd name="T8" fmla="*/ 16 w 51"/>
                <a:gd name="T9" fmla="*/ 8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9">
                  <a:moveTo>
                    <a:pt x="0" y="7"/>
                  </a:moveTo>
                  <a:cubicBezTo>
                    <a:pt x="7" y="9"/>
                    <a:pt x="20" y="8"/>
                    <a:pt x="27" y="7"/>
                  </a:cubicBezTo>
                  <a:cubicBezTo>
                    <a:pt x="36" y="6"/>
                    <a:pt x="42" y="6"/>
                    <a:pt x="51" y="6"/>
                  </a:cubicBezTo>
                  <a:cubicBezTo>
                    <a:pt x="45" y="0"/>
                    <a:pt x="32" y="1"/>
                    <a:pt x="24" y="2"/>
                  </a:cubicBezTo>
                  <a:cubicBezTo>
                    <a:pt x="17" y="2"/>
                    <a:pt x="7" y="9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7" name="Freeform 1488">
              <a:extLst>
                <a:ext uri="{FF2B5EF4-FFF2-40B4-BE49-F238E27FC236}">
                  <a16:creationId xmlns:a16="http://schemas.microsoft.com/office/drawing/2014/main" id="{0611BFC4-2906-4C69-9B99-A1C620CE2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674"/>
              <a:ext cx="18" cy="24"/>
            </a:xfrm>
            <a:custGeom>
              <a:avLst/>
              <a:gdLst>
                <a:gd name="T0" fmla="*/ 0 w 9"/>
                <a:gd name="T1" fmla="*/ 0 h 11"/>
                <a:gd name="T2" fmla="*/ 72 w 9"/>
                <a:gd name="T3" fmla="*/ 10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3" y="3"/>
                    <a:pt x="2" y="11"/>
                    <a:pt x="9" y="1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8" name="Freeform 1489">
              <a:extLst>
                <a:ext uri="{FF2B5EF4-FFF2-40B4-BE49-F238E27FC236}">
                  <a16:creationId xmlns:a16="http://schemas.microsoft.com/office/drawing/2014/main" id="{D4E84CF2-1920-497A-8C32-C29AD9096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3768"/>
              <a:ext cx="16" cy="22"/>
            </a:xfrm>
            <a:custGeom>
              <a:avLst/>
              <a:gdLst>
                <a:gd name="T0" fmla="*/ 56 w 8"/>
                <a:gd name="T1" fmla="*/ 0 h 10"/>
                <a:gd name="T2" fmla="*/ 0 w 8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7" y="0"/>
                  </a:moveTo>
                  <a:cubicBezTo>
                    <a:pt x="8" y="5"/>
                    <a:pt x="5" y="9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9" name="Freeform 1490">
              <a:extLst>
                <a:ext uri="{FF2B5EF4-FFF2-40B4-BE49-F238E27FC236}">
                  <a16:creationId xmlns:a16="http://schemas.microsoft.com/office/drawing/2014/main" id="{3CDDED7B-3286-41C2-BD03-1E16AFFDC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3479"/>
              <a:ext cx="37" cy="29"/>
            </a:xfrm>
            <a:custGeom>
              <a:avLst/>
              <a:gdLst>
                <a:gd name="T0" fmla="*/ 0 w 18"/>
                <a:gd name="T1" fmla="*/ 0 h 13"/>
                <a:gd name="T2" fmla="*/ 156 w 18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cubicBezTo>
                    <a:pt x="3" y="7"/>
                    <a:pt x="12" y="12"/>
                    <a:pt x="18" y="1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0" name="Freeform 1491">
              <a:extLst>
                <a:ext uri="{FF2B5EF4-FFF2-40B4-BE49-F238E27FC236}">
                  <a16:creationId xmlns:a16="http://schemas.microsoft.com/office/drawing/2014/main" id="{548E2C14-0E41-4463-922F-05E1C0577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3501"/>
              <a:ext cx="6" cy="29"/>
            </a:xfrm>
            <a:custGeom>
              <a:avLst/>
              <a:gdLst>
                <a:gd name="T0" fmla="*/ 0 w 3"/>
                <a:gd name="T1" fmla="*/ 0 h 13"/>
                <a:gd name="T2" fmla="*/ 24 w 3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4"/>
                    <a:pt x="1" y="10"/>
                    <a:pt x="3" y="1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1" name="Freeform 1492">
              <a:extLst>
                <a:ext uri="{FF2B5EF4-FFF2-40B4-BE49-F238E27FC236}">
                  <a16:creationId xmlns:a16="http://schemas.microsoft.com/office/drawing/2014/main" id="{17DF6B93-842C-4F43-8598-188BFD90D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3672"/>
              <a:ext cx="41" cy="6"/>
            </a:xfrm>
            <a:custGeom>
              <a:avLst/>
              <a:gdLst>
                <a:gd name="T0" fmla="*/ 0 w 20"/>
                <a:gd name="T1" fmla="*/ 0 h 3"/>
                <a:gd name="T2" fmla="*/ 172 w 20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0"/>
                  </a:moveTo>
                  <a:cubicBezTo>
                    <a:pt x="7" y="1"/>
                    <a:pt x="13" y="3"/>
                    <a:pt x="20" y="1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2" name="Freeform 1493">
              <a:extLst>
                <a:ext uri="{FF2B5EF4-FFF2-40B4-BE49-F238E27FC236}">
                  <a16:creationId xmlns:a16="http://schemas.microsoft.com/office/drawing/2014/main" id="{FD900402-09D5-4DE5-A261-7ACAC785F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3674"/>
              <a:ext cx="39" cy="41"/>
            </a:xfrm>
            <a:custGeom>
              <a:avLst/>
              <a:gdLst>
                <a:gd name="T0" fmla="*/ 8 w 19"/>
                <a:gd name="T1" fmla="*/ 0 h 19"/>
                <a:gd name="T2" fmla="*/ 164 w 19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" y="0"/>
                  </a:moveTo>
                  <a:cubicBezTo>
                    <a:pt x="0" y="7"/>
                    <a:pt x="14" y="16"/>
                    <a:pt x="19" y="1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3" name="Freeform 1494">
              <a:extLst>
                <a:ext uri="{FF2B5EF4-FFF2-40B4-BE49-F238E27FC236}">
                  <a16:creationId xmlns:a16="http://schemas.microsoft.com/office/drawing/2014/main" id="{AA931671-524F-461F-89A2-0F84CD7E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744"/>
              <a:ext cx="68" cy="31"/>
            </a:xfrm>
            <a:custGeom>
              <a:avLst/>
              <a:gdLst>
                <a:gd name="T0" fmla="*/ 0 w 33"/>
                <a:gd name="T1" fmla="*/ 0 h 14"/>
                <a:gd name="T2" fmla="*/ 165 w 33"/>
                <a:gd name="T3" fmla="*/ 89 h 14"/>
                <a:gd name="T4" fmla="*/ 288 w 33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cubicBezTo>
                    <a:pt x="6" y="2"/>
                    <a:pt x="12" y="6"/>
                    <a:pt x="19" y="8"/>
                  </a:cubicBezTo>
                  <a:cubicBezTo>
                    <a:pt x="24" y="9"/>
                    <a:pt x="28" y="14"/>
                    <a:pt x="33" y="14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4" name="Freeform 1495">
              <a:extLst>
                <a:ext uri="{FF2B5EF4-FFF2-40B4-BE49-F238E27FC236}">
                  <a16:creationId xmlns:a16="http://schemas.microsoft.com/office/drawing/2014/main" id="{9E20176E-E36B-4599-8496-6CABB4F6D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775"/>
              <a:ext cx="17" cy="19"/>
            </a:xfrm>
            <a:custGeom>
              <a:avLst/>
              <a:gdLst>
                <a:gd name="T0" fmla="*/ 0 w 8"/>
                <a:gd name="T1" fmla="*/ 0 h 9"/>
                <a:gd name="T2" fmla="*/ 77 w 8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0" y="4"/>
                    <a:pt x="3" y="8"/>
                    <a:pt x="8" y="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5" name="Freeform 1496">
              <a:extLst>
                <a:ext uri="{FF2B5EF4-FFF2-40B4-BE49-F238E27FC236}">
                  <a16:creationId xmlns:a16="http://schemas.microsoft.com/office/drawing/2014/main" id="{B8E9B73F-3333-40FD-A173-85135C1E0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3536"/>
              <a:ext cx="35" cy="18"/>
            </a:xfrm>
            <a:custGeom>
              <a:avLst/>
              <a:gdLst>
                <a:gd name="T0" fmla="*/ 0 w 17"/>
                <a:gd name="T1" fmla="*/ 92 h 8"/>
                <a:gd name="T2" fmla="*/ 148 w 17"/>
                <a:gd name="T3" fmla="*/ 0 h 8"/>
                <a:gd name="T4" fmla="*/ 148 w 17"/>
                <a:gd name="T5" fmla="*/ 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3" y="2"/>
                    <a:pt x="11" y="1"/>
                    <a:pt x="17" y="0"/>
                  </a:cubicBezTo>
                  <a:cubicBezTo>
                    <a:pt x="17" y="1"/>
                    <a:pt x="17" y="3"/>
                    <a:pt x="17" y="2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6" name="Freeform 1497">
              <a:extLst>
                <a:ext uri="{FF2B5EF4-FFF2-40B4-BE49-F238E27FC236}">
                  <a16:creationId xmlns:a16="http://schemas.microsoft.com/office/drawing/2014/main" id="{F2631646-E27C-4C11-B0C8-527717B3D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3510"/>
              <a:ext cx="4" cy="28"/>
            </a:xfrm>
            <a:custGeom>
              <a:avLst/>
              <a:gdLst>
                <a:gd name="T0" fmla="*/ 8 w 2"/>
                <a:gd name="T1" fmla="*/ 0 h 13"/>
                <a:gd name="T2" fmla="*/ 16 w 2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1" y="0"/>
                  </a:moveTo>
                  <a:cubicBezTo>
                    <a:pt x="0" y="4"/>
                    <a:pt x="0" y="10"/>
                    <a:pt x="2" y="1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7" name="Freeform 1498">
              <a:extLst>
                <a:ext uri="{FF2B5EF4-FFF2-40B4-BE49-F238E27FC236}">
                  <a16:creationId xmlns:a16="http://schemas.microsoft.com/office/drawing/2014/main" id="{C84EAA9B-D382-400F-BB67-875E16ECE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353"/>
              <a:ext cx="35" cy="63"/>
            </a:xfrm>
            <a:custGeom>
              <a:avLst/>
              <a:gdLst>
                <a:gd name="T0" fmla="*/ 8 w 17"/>
                <a:gd name="T1" fmla="*/ 298 h 29"/>
                <a:gd name="T2" fmla="*/ 148 w 1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9">
                  <a:moveTo>
                    <a:pt x="1" y="29"/>
                  </a:moveTo>
                  <a:cubicBezTo>
                    <a:pt x="0" y="17"/>
                    <a:pt x="13" y="10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8" name="Freeform 1499">
              <a:extLst>
                <a:ext uri="{FF2B5EF4-FFF2-40B4-BE49-F238E27FC236}">
                  <a16:creationId xmlns:a16="http://schemas.microsoft.com/office/drawing/2014/main" id="{CE8C6F15-44EE-4A5C-9D57-6CD3ED9BA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3374"/>
              <a:ext cx="12" cy="18"/>
            </a:xfrm>
            <a:custGeom>
              <a:avLst/>
              <a:gdLst>
                <a:gd name="T0" fmla="*/ 0 w 6"/>
                <a:gd name="T1" fmla="*/ 11 h 8"/>
                <a:gd name="T2" fmla="*/ 48 w 6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1"/>
                  </a:moveTo>
                  <a:cubicBezTo>
                    <a:pt x="5" y="0"/>
                    <a:pt x="5" y="5"/>
                    <a:pt x="6" y="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19" name="Freeform 1500">
              <a:extLst>
                <a:ext uri="{FF2B5EF4-FFF2-40B4-BE49-F238E27FC236}">
                  <a16:creationId xmlns:a16="http://schemas.microsoft.com/office/drawing/2014/main" id="{AD915BC4-5910-4C16-B4C8-D6CC591DD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3694"/>
              <a:ext cx="6" cy="17"/>
            </a:xfrm>
            <a:custGeom>
              <a:avLst/>
              <a:gdLst>
                <a:gd name="T0" fmla="*/ 24 w 3"/>
                <a:gd name="T1" fmla="*/ 0 h 8"/>
                <a:gd name="T2" fmla="*/ 0 w 3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3" y="4"/>
                    <a:pt x="3" y="7"/>
                    <a:pt x="0" y="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0" name="Freeform 1501">
              <a:extLst>
                <a:ext uri="{FF2B5EF4-FFF2-40B4-BE49-F238E27FC236}">
                  <a16:creationId xmlns:a16="http://schemas.microsoft.com/office/drawing/2014/main" id="{F8FAAF04-8968-4A2B-8755-3C80E5D42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3615"/>
              <a:ext cx="27" cy="37"/>
            </a:xfrm>
            <a:custGeom>
              <a:avLst/>
              <a:gdLst>
                <a:gd name="T0" fmla="*/ 0 w 13"/>
                <a:gd name="T1" fmla="*/ 176 h 17"/>
                <a:gd name="T2" fmla="*/ 116 w 1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17"/>
                  </a:moveTo>
                  <a:cubicBezTo>
                    <a:pt x="4" y="11"/>
                    <a:pt x="9" y="5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1" name="Freeform 1502">
              <a:extLst>
                <a:ext uri="{FF2B5EF4-FFF2-40B4-BE49-F238E27FC236}">
                  <a16:creationId xmlns:a16="http://schemas.microsoft.com/office/drawing/2014/main" id="{57309E2A-8A77-4268-BF2A-4D0E3EE94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3095"/>
              <a:ext cx="8" cy="61"/>
            </a:xfrm>
            <a:custGeom>
              <a:avLst/>
              <a:gdLst>
                <a:gd name="T0" fmla="*/ 16 w 4"/>
                <a:gd name="T1" fmla="*/ 0 h 28"/>
                <a:gd name="T2" fmla="*/ 32 w 4"/>
                <a:gd name="T3" fmla="*/ 29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8">
                  <a:moveTo>
                    <a:pt x="2" y="0"/>
                  </a:moveTo>
                  <a:cubicBezTo>
                    <a:pt x="4" y="9"/>
                    <a:pt x="0" y="20"/>
                    <a:pt x="4" y="2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2" name="Freeform 1503">
              <a:extLst>
                <a:ext uri="{FF2B5EF4-FFF2-40B4-BE49-F238E27FC236}">
                  <a16:creationId xmlns:a16="http://schemas.microsoft.com/office/drawing/2014/main" id="{1565E609-EBDF-4A6D-9E54-2C355C6F4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3105"/>
              <a:ext cx="14" cy="14"/>
            </a:xfrm>
            <a:custGeom>
              <a:avLst/>
              <a:gdLst>
                <a:gd name="T0" fmla="*/ 0 w 7"/>
                <a:gd name="T1" fmla="*/ 49 h 6"/>
                <a:gd name="T2" fmla="*/ 56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3" y="6"/>
                    <a:pt x="6" y="3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3" name="Freeform 1504">
              <a:extLst>
                <a:ext uri="{FF2B5EF4-FFF2-40B4-BE49-F238E27FC236}">
                  <a16:creationId xmlns:a16="http://schemas.microsoft.com/office/drawing/2014/main" id="{C11ED850-2178-412D-9EE8-8DEC5D6D7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3112"/>
              <a:ext cx="11" cy="7"/>
            </a:xfrm>
            <a:custGeom>
              <a:avLst/>
              <a:gdLst>
                <a:gd name="T0" fmla="*/ 0 w 5"/>
                <a:gd name="T1" fmla="*/ 37 h 3"/>
                <a:gd name="T2" fmla="*/ 53 w 5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0"/>
                    <a:pt x="3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4" name="Freeform 1505">
              <a:extLst>
                <a:ext uri="{FF2B5EF4-FFF2-40B4-BE49-F238E27FC236}">
                  <a16:creationId xmlns:a16="http://schemas.microsoft.com/office/drawing/2014/main" id="{849BF70F-AA48-401E-A8E4-F446442E6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952"/>
              <a:ext cx="51" cy="44"/>
            </a:xfrm>
            <a:custGeom>
              <a:avLst/>
              <a:gdLst>
                <a:gd name="T0" fmla="*/ 0 w 25"/>
                <a:gd name="T1" fmla="*/ 20 h 20"/>
                <a:gd name="T2" fmla="*/ 16 w 25"/>
                <a:gd name="T3" fmla="*/ 0 h 20"/>
                <a:gd name="T4" fmla="*/ 212 w 25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7" y="10"/>
                    <a:pt x="20" y="11"/>
                    <a:pt x="25" y="2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5" name="Freeform 1506">
              <a:extLst>
                <a:ext uri="{FF2B5EF4-FFF2-40B4-BE49-F238E27FC236}">
                  <a16:creationId xmlns:a16="http://schemas.microsoft.com/office/drawing/2014/main" id="{FA3734DC-FE7C-4948-AE0B-D2C99EBC2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968"/>
              <a:ext cx="6" cy="11"/>
            </a:xfrm>
            <a:custGeom>
              <a:avLst/>
              <a:gdLst>
                <a:gd name="T0" fmla="*/ 0 w 3"/>
                <a:gd name="T1" fmla="*/ 53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2" y="4"/>
                    <a:pt x="3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6" name="Freeform 1507">
              <a:extLst>
                <a:ext uri="{FF2B5EF4-FFF2-40B4-BE49-F238E27FC236}">
                  <a16:creationId xmlns:a16="http://schemas.microsoft.com/office/drawing/2014/main" id="{59326BF9-51A5-4193-8A06-20ABC4E4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2795"/>
              <a:ext cx="21" cy="85"/>
            </a:xfrm>
            <a:custGeom>
              <a:avLst/>
              <a:gdLst>
                <a:gd name="T0" fmla="*/ 0 w 10"/>
                <a:gd name="T1" fmla="*/ 0 h 39"/>
                <a:gd name="T2" fmla="*/ 57 w 10"/>
                <a:gd name="T3" fmla="*/ 218 h 39"/>
                <a:gd name="T4" fmla="*/ 92 w 10"/>
                <a:gd name="T5" fmla="*/ 40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4" y="6"/>
                    <a:pt x="4" y="14"/>
                    <a:pt x="6" y="21"/>
                  </a:cubicBezTo>
                  <a:cubicBezTo>
                    <a:pt x="8" y="27"/>
                    <a:pt x="8" y="33"/>
                    <a:pt x="10" y="3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7" name="Freeform 1508">
              <a:extLst>
                <a:ext uri="{FF2B5EF4-FFF2-40B4-BE49-F238E27FC236}">
                  <a16:creationId xmlns:a16="http://schemas.microsoft.com/office/drawing/2014/main" id="{F5C1534D-6EB6-42DF-AF38-81FE95D3C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832"/>
              <a:ext cx="13" cy="9"/>
            </a:xfrm>
            <a:custGeom>
              <a:avLst/>
              <a:gdLst>
                <a:gd name="T0" fmla="*/ 0 w 6"/>
                <a:gd name="T1" fmla="*/ 11 h 4"/>
                <a:gd name="T2" fmla="*/ 61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8" name="Freeform 1509">
              <a:extLst>
                <a:ext uri="{FF2B5EF4-FFF2-40B4-BE49-F238E27FC236}">
                  <a16:creationId xmlns:a16="http://schemas.microsoft.com/office/drawing/2014/main" id="{353D70D0-E2BC-475B-ACCD-0F93CF85A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600"/>
              <a:ext cx="58" cy="64"/>
            </a:xfrm>
            <a:custGeom>
              <a:avLst/>
              <a:gdLst>
                <a:gd name="T0" fmla="*/ 0 w 28"/>
                <a:gd name="T1" fmla="*/ 0 h 29"/>
                <a:gd name="T2" fmla="*/ 141 w 28"/>
                <a:gd name="T3" fmla="*/ 194 h 29"/>
                <a:gd name="T4" fmla="*/ 249 w 28"/>
                <a:gd name="T5" fmla="*/ 31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9">
                  <a:moveTo>
                    <a:pt x="0" y="0"/>
                  </a:moveTo>
                  <a:cubicBezTo>
                    <a:pt x="3" y="8"/>
                    <a:pt x="10" y="13"/>
                    <a:pt x="16" y="18"/>
                  </a:cubicBezTo>
                  <a:cubicBezTo>
                    <a:pt x="21" y="22"/>
                    <a:pt x="23" y="26"/>
                    <a:pt x="28" y="2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29" name="Freeform 1510">
              <a:extLst>
                <a:ext uri="{FF2B5EF4-FFF2-40B4-BE49-F238E27FC236}">
                  <a16:creationId xmlns:a16="http://schemas.microsoft.com/office/drawing/2014/main" id="{15FA310D-5E48-4D3D-9D83-C85079DA3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640"/>
              <a:ext cx="16" cy="24"/>
            </a:xfrm>
            <a:custGeom>
              <a:avLst/>
              <a:gdLst>
                <a:gd name="T0" fmla="*/ 64 w 8"/>
                <a:gd name="T1" fmla="*/ 0 h 11"/>
                <a:gd name="T2" fmla="*/ 16 w 8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3" y="0"/>
                    <a:pt x="0" y="7"/>
                    <a:pt x="2" y="1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0" name="Freeform 1511">
              <a:extLst>
                <a:ext uri="{FF2B5EF4-FFF2-40B4-BE49-F238E27FC236}">
                  <a16:creationId xmlns:a16="http://schemas.microsoft.com/office/drawing/2014/main" id="{C4453AE0-658C-4E1E-8915-DA0C03F17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463"/>
              <a:ext cx="4" cy="78"/>
            </a:xfrm>
            <a:custGeom>
              <a:avLst/>
              <a:gdLst>
                <a:gd name="T0" fmla="*/ 16 w 2"/>
                <a:gd name="T1" fmla="*/ 366 h 36"/>
                <a:gd name="T2" fmla="*/ 8 w 2"/>
                <a:gd name="T3" fmla="*/ 132 h 36"/>
                <a:gd name="T4" fmla="*/ 8 w 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6">
                  <a:moveTo>
                    <a:pt x="2" y="36"/>
                  </a:moveTo>
                  <a:cubicBezTo>
                    <a:pt x="1" y="28"/>
                    <a:pt x="0" y="21"/>
                    <a:pt x="1" y="13"/>
                  </a:cubicBezTo>
                  <a:cubicBezTo>
                    <a:pt x="2" y="8"/>
                    <a:pt x="2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1" name="Freeform 1512">
              <a:extLst>
                <a:ext uri="{FF2B5EF4-FFF2-40B4-BE49-F238E27FC236}">
                  <a16:creationId xmlns:a16="http://schemas.microsoft.com/office/drawing/2014/main" id="{9D3CCEB6-6ACA-42B5-BAB7-ACF01505C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3753"/>
              <a:ext cx="41" cy="11"/>
            </a:xfrm>
            <a:custGeom>
              <a:avLst/>
              <a:gdLst>
                <a:gd name="T0" fmla="*/ 0 w 20"/>
                <a:gd name="T1" fmla="*/ 33 h 5"/>
                <a:gd name="T2" fmla="*/ 172 w 20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3"/>
                  </a:moveTo>
                  <a:cubicBezTo>
                    <a:pt x="8" y="0"/>
                    <a:pt x="14" y="4"/>
                    <a:pt x="20" y="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2" name="Freeform 1513">
              <a:extLst>
                <a:ext uri="{FF2B5EF4-FFF2-40B4-BE49-F238E27FC236}">
                  <a16:creationId xmlns:a16="http://schemas.microsoft.com/office/drawing/2014/main" id="{B4E6AC54-0BF5-4A68-825A-616E26F3A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3750"/>
              <a:ext cx="6" cy="14"/>
            </a:xfrm>
            <a:custGeom>
              <a:avLst/>
              <a:gdLst>
                <a:gd name="T0" fmla="*/ 16 w 3"/>
                <a:gd name="T1" fmla="*/ 0 h 6"/>
                <a:gd name="T2" fmla="*/ 24 w 3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0" y="2"/>
                    <a:pt x="1" y="5"/>
                    <a:pt x="3" y="6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3" name="Freeform 1514">
              <a:extLst>
                <a:ext uri="{FF2B5EF4-FFF2-40B4-BE49-F238E27FC236}">
                  <a16:creationId xmlns:a16="http://schemas.microsoft.com/office/drawing/2014/main" id="{8046008E-3477-42B5-BCBB-6EC164A51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3189"/>
              <a:ext cx="54" cy="63"/>
            </a:xfrm>
            <a:custGeom>
              <a:avLst/>
              <a:gdLst>
                <a:gd name="T0" fmla="*/ 0 w 26"/>
                <a:gd name="T1" fmla="*/ 0 h 29"/>
                <a:gd name="T2" fmla="*/ 233 w 26"/>
                <a:gd name="T3" fmla="*/ 29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9">
                  <a:moveTo>
                    <a:pt x="0" y="0"/>
                  </a:moveTo>
                  <a:cubicBezTo>
                    <a:pt x="3" y="12"/>
                    <a:pt x="21" y="18"/>
                    <a:pt x="26" y="2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4" name="Freeform 1515">
              <a:extLst>
                <a:ext uri="{FF2B5EF4-FFF2-40B4-BE49-F238E27FC236}">
                  <a16:creationId xmlns:a16="http://schemas.microsoft.com/office/drawing/2014/main" id="{C0F0FA10-7971-4A28-9498-CFE811544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3221"/>
              <a:ext cx="6" cy="18"/>
            </a:xfrm>
            <a:custGeom>
              <a:avLst/>
              <a:gdLst>
                <a:gd name="T0" fmla="*/ 8 w 3"/>
                <a:gd name="T1" fmla="*/ 92 h 8"/>
                <a:gd name="T2" fmla="*/ 24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1" y="5"/>
                    <a:pt x="0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5" name="Freeform 1516">
              <a:extLst>
                <a:ext uri="{FF2B5EF4-FFF2-40B4-BE49-F238E27FC236}">
                  <a16:creationId xmlns:a16="http://schemas.microsoft.com/office/drawing/2014/main" id="{45488D14-2294-402E-90F8-91252C4F6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3055"/>
              <a:ext cx="16" cy="64"/>
            </a:xfrm>
            <a:custGeom>
              <a:avLst/>
              <a:gdLst>
                <a:gd name="T0" fmla="*/ 8 w 8"/>
                <a:gd name="T1" fmla="*/ 311 h 29"/>
                <a:gd name="T2" fmla="*/ 0 w 8"/>
                <a:gd name="T3" fmla="*/ 238 h 29"/>
                <a:gd name="T4" fmla="*/ 32 w 8"/>
                <a:gd name="T5" fmla="*/ 97 h 29"/>
                <a:gd name="T6" fmla="*/ 64 w 8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9">
                  <a:moveTo>
                    <a:pt x="1" y="29"/>
                  </a:moveTo>
                  <a:cubicBezTo>
                    <a:pt x="2" y="27"/>
                    <a:pt x="1" y="25"/>
                    <a:pt x="0" y="22"/>
                  </a:cubicBezTo>
                  <a:cubicBezTo>
                    <a:pt x="0" y="18"/>
                    <a:pt x="2" y="13"/>
                    <a:pt x="4" y="9"/>
                  </a:cubicBezTo>
                  <a:cubicBezTo>
                    <a:pt x="5" y="6"/>
                    <a:pt x="7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6" name="Freeform 1517">
              <a:extLst>
                <a:ext uri="{FF2B5EF4-FFF2-40B4-BE49-F238E27FC236}">
                  <a16:creationId xmlns:a16="http://schemas.microsoft.com/office/drawing/2014/main" id="{E19B26FF-722A-4C4F-ACFC-821ED905F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075"/>
              <a:ext cx="10" cy="6"/>
            </a:xfrm>
            <a:custGeom>
              <a:avLst/>
              <a:gdLst>
                <a:gd name="T0" fmla="*/ 0 w 5"/>
                <a:gd name="T1" fmla="*/ 8 h 3"/>
                <a:gd name="T2" fmla="*/ 40 w 5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3" y="0"/>
                    <a:pt x="5" y="1"/>
                    <a:pt x="5" y="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7" name="Freeform 1518">
              <a:extLst>
                <a:ext uri="{FF2B5EF4-FFF2-40B4-BE49-F238E27FC236}">
                  <a16:creationId xmlns:a16="http://schemas.microsoft.com/office/drawing/2014/main" id="{7DB033B7-37B8-455B-96B7-AFF7D9FE1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116"/>
              <a:ext cx="30" cy="88"/>
            </a:xfrm>
            <a:custGeom>
              <a:avLst/>
              <a:gdLst>
                <a:gd name="T0" fmla="*/ 0 w 15"/>
                <a:gd name="T1" fmla="*/ 0 h 40"/>
                <a:gd name="T2" fmla="*/ 80 w 15"/>
                <a:gd name="T3" fmla="*/ 233 h 40"/>
                <a:gd name="T4" fmla="*/ 120 w 15"/>
                <a:gd name="T5" fmla="*/ 42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0">
                  <a:moveTo>
                    <a:pt x="0" y="0"/>
                  </a:moveTo>
                  <a:cubicBezTo>
                    <a:pt x="1" y="7"/>
                    <a:pt x="8" y="15"/>
                    <a:pt x="10" y="22"/>
                  </a:cubicBezTo>
                  <a:cubicBezTo>
                    <a:pt x="13" y="27"/>
                    <a:pt x="13" y="34"/>
                    <a:pt x="15" y="4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8" name="Freeform 1519">
              <a:extLst>
                <a:ext uri="{FF2B5EF4-FFF2-40B4-BE49-F238E27FC236}">
                  <a16:creationId xmlns:a16="http://schemas.microsoft.com/office/drawing/2014/main" id="{E80D10DB-2ECF-4DDA-A4CC-4F0DF2345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913"/>
              <a:ext cx="47" cy="166"/>
            </a:xfrm>
            <a:custGeom>
              <a:avLst/>
              <a:gdLst>
                <a:gd name="T0" fmla="*/ 196 w 23"/>
                <a:gd name="T1" fmla="*/ 793 h 76"/>
                <a:gd name="T2" fmla="*/ 33 w 23"/>
                <a:gd name="T3" fmla="*/ 387 h 76"/>
                <a:gd name="T4" fmla="*/ 41 w 23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6">
                  <a:moveTo>
                    <a:pt x="23" y="76"/>
                  </a:moveTo>
                  <a:cubicBezTo>
                    <a:pt x="14" y="65"/>
                    <a:pt x="8" y="50"/>
                    <a:pt x="4" y="37"/>
                  </a:cubicBezTo>
                  <a:cubicBezTo>
                    <a:pt x="0" y="24"/>
                    <a:pt x="5" y="1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39" name="Freeform 1520">
              <a:extLst>
                <a:ext uri="{FF2B5EF4-FFF2-40B4-BE49-F238E27FC236}">
                  <a16:creationId xmlns:a16="http://schemas.microsoft.com/office/drawing/2014/main" id="{A978A899-6EB2-4D64-8693-5C09956B8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928"/>
              <a:ext cx="12" cy="9"/>
            </a:xfrm>
            <a:custGeom>
              <a:avLst/>
              <a:gdLst>
                <a:gd name="T0" fmla="*/ 0 w 6"/>
                <a:gd name="T1" fmla="*/ 45 h 4"/>
                <a:gd name="T2" fmla="*/ 48 w 6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3" y="0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0" name="Freeform 1521">
              <a:extLst>
                <a:ext uri="{FF2B5EF4-FFF2-40B4-BE49-F238E27FC236}">
                  <a16:creationId xmlns:a16="http://schemas.microsoft.com/office/drawing/2014/main" id="{2A89AECC-702E-4C02-9FC0-038255C34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780"/>
              <a:ext cx="12" cy="65"/>
            </a:xfrm>
            <a:custGeom>
              <a:avLst/>
              <a:gdLst>
                <a:gd name="T0" fmla="*/ 40 w 6"/>
                <a:gd name="T1" fmla="*/ 0 h 30"/>
                <a:gd name="T2" fmla="*/ 0 w 6"/>
                <a:gd name="T3" fmla="*/ 173 h 30"/>
                <a:gd name="T4" fmla="*/ 8 w 6"/>
                <a:gd name="T5" fmla="*/ 30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0">
                  <a:moveTo>
                    <a:pt x="5" y="0"/>
                  </a:moveTo>
                  <a:cubicBezTo>
                    <a:pt x="6" y="5"/>
                    <a:pt x="1" y="12"/>
                    <a:pt x="0" y="17"/>
                  </a:cubicBezTo>
                  <a:cubicBezTo>
                    <a:pt x="0" y="21"/>
                    <a:pt x="0" y="26"/>
                    <a:pt x="1" y="3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1" name="Freeform 1522">
              <a:extLst>
                <a:ext uri="{FF2B5EF4-FFF2-40B4-BE49-F238E27FC236}">
                  <a16:creationId xmlns:a16="http://schemas.microsoft.com/office/drawing/2014/main" id="{0D32A93F-ABD7-4662-A470-169CEE73F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806"/>
              <a:ext cx="14" cy="6"/>
            </a:xfrm>
            <a:custGeom>
              <a:avLst/>
              <a:gdLst>
                <a:gd name="T0" fmla="*/ 0 w 7"/>
                <a:gd name="T1" fmla="*/ 16 h 3"/>
                <a:gd name="T2" fmla="*/ 56 w 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2" y="0"/>
                    <a:pt x="6" y="0"/>
                    <a:pt x="7" y="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2" name="Freeform 1523">
              <a:extLst>
                <a:ext uri="{FF2B5EF4-FFF2-40B4-BE49-F238E27FC236}">
                  <a16:creationId xmlns:a16="http://schemas.microsoft.com/office/drawing/2014/main" id="{43F28705-1358-4A31-95D7-814CC8F08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950"/>
              <a:ext cx="13" cy="5"/>
            </a:xfrm>
            <a:custGeom>
              <a:avLst/>
              <a:gdLst>
                <a:gd name="T0" fmla="*/ 0 w 6"/>
                <a:gd name="T1" fmla="*/ 0 h 2"/>
                <a:gd name="T2" fmla="*/ 61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1" y="2"/>
                    <a:pt x="3" y="2"/>
                    <a:pt x="6" y="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3" name="Freeform 1524">
              <a:extLst>
                <a:ext uri="{FF2B5EF4-FFF2-40B4-BE49-F238E27FC236}">
                  <a16:creationId xmlns:a16="http://schemas.microsoft.com/office/drawing/2014/main" id="{106DE8A9-D78D-4AAF-9F8B-5C2F21CB1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544"/>
              <a:ext cx="55" cy="174"/>
            </a:xfrm>
            <a:custGeom>
              <a:avLst/>
              <a:gdLst>
                <a:gd name="T0" fmla="*/ 0 w 27"/>
                <a:gd name="T1" fmla="*/ 0 h 80"/>
                <a:gd name="T2" fmla="*/ 67 w 27"/>
                <a:gd name="T3" fmla="*/ 96 h 80"/>
                <a:gd name="T4" fmla="*/ 171 w 27"/>
                <a:gd name="T5" fmla="*/ 254 h 80"/>
                <a:gd name="T6" fmla="*/ 187 w 27"/>
                <a:gd name="T7" fmla="*/ 822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0">
                  <a:moveTo>
                    <a:pt x="0" y="0"/>
                  </a:moveTo>
                  <a:cubicBezTo>
                    <a:pt x="1" y="4"/>
                    <a:pt x="5" y="6"/>
                    <a:pt x="8" y="9"/>
                  </a:cubicBezTo>
                  <a:cubicBezTo>
                    <a:pt x="13" y="14"/>
                    <a:pt x="17" y="19"/>
                    <a:pt x="20" y="25"/>
                  </a:cubicBezTo>
                  <a:cubicBezTo>
                    <a:pt x="27" y="42"/>
                    <a:pt x="25" y="63"/>
                    <a:pt x="22" y="8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4" name="Freeform 1525">
              <a:extLst>
                <a:ext uri="{FF2B5EF4-FFF2-40B4-BE49-F238E27FC236}">
                  <a16:creationId xmlns:a16="http://schemas.microsoft.com/office/drawing/2014/main" id="{A6BF6C03-66EA-4A69-B87D-580611C06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675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0"/>
                    <a:pt x="4" y="0"/>
                    <a:pt x="5" y="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5" name="Freeform 1526">
              <a:extLst>
                <a:ext uri="{FF2B5EF4-FFF2-40B4-BE49-F238E27FC236}">
                  <a16:creationId xmlns:a16="http://schemas.microsoft.com/office/drawing/2014/main" id="{ACA0104A-86F3-42BD-B360-DD598C6E7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712"/>
              <a:ext cx="33" cy="105"/>
            </a:xfrm>
            <a:custGeom>
              <a:avLst/>
              <a:gdLst>
                <a:gd name="T0" fmla="*/ 17 w 16"/>
                <a:gd name="T1" fmla="*/ 0 h 48"/>
                <a:gd name="T2" fmla="*/ 60 w 16"/>
                <a:gd name="T3" fmla="*/ 273 h 48"/>
                <a:gd name="T4" fmla="*/ 140 w 16"/>
                <a:gd name="T5" fmla="*/ 50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8">
                  <a:moveTo>
                    <a:pt x="2" y="0"/>
                  </a:moveTo>
                  <a:cubicBezTo>
                    <a:pt x="0" y="7"/>
                    <a:pt x="5" y="19"/>
                    <a:pt x="7" y="26"/>
                  </a:cubicBezTo>
                  <a:cubicBezTo>
                    <a:pt x="9" y="33"/>
                    <a:pt x="12" y="42"/>
                    <a:pt x="16" y="4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6" name="Freeform 1527">
              <a:extLst>
                <a:ext uri="{FF2B5EF4-FFF2-40B4-BE49-F238E27FC236}">
                  <a16:creationId xmlns:a16="http://schemas.microsoft.com/office/drawing/2014/main" id="{B1E5EB1B-AB57-4B72-A0C8-F442E5D9B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557"/>
              <a:ext cx="33" cy="157"/>
            </a:xfrm>
            <a:custGeom>
              <a:avLst/>
              <a:gdLst>
                <a:gd name="T0" fmla="*/ 0 w 16"/>
                <a:gd name="T1" fmla="*/ 0 h 72"/>
                <a:gd name="T2" fmla="*/ 43 w 16"/>
                <a:gd name="T3" fmla="*/ 362 h 72"/>
                <a:gd name="T4" fmla="*/ 97 w 16"/>
                <a:gd name="T5" fmla="*/ 560 h 72"/>
                <a:gd name="T6" fmla="*/ 140 w 16"/>
                <a:gd name="T7" fmla="*/ 746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2">
                  <a:moveTo>
                    <a:pt x="0" y="0"/>
                  </a:moveTo>
                  <a:cubicBezTo>
                    <a:pt x="0" y="12"/>
                    <a:pt x="1" y="24"/>
                    <a:pt x="5" y="35"/>
                  </a:cubicBezTo>
                  <a:cubicBezTo>
                    <a:pt x="7" y="41"/>
                    <a:pt x="10" y="47"/>
                    <a:pt x="11" y="54"/>
                  </a:cubicBezTo>
                  <a:cubicBezTo>
                    <a:pt x="13" y="60"/>
                    <a:pt x="13" y="68"/>
                    <a:pt x="16" y="7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7" name="Freeform 1528">
              <a:extLst>
                <a:ext uri="{FF2B5EF4-FFF2-40B4-BE49-F238E27FC236}">
                  <a16:creationId xmlns:a16="http://schemas.microsoft.com/office/drawing/2014/main" id="{7C236A45-0D53-4BEB-B63D-AC56C4EA0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408"/>
              <a:ext cx="19" cy="136"/>
            </a:xfrm>
            <a:custGeom>
              <a:avLst/>
              <a:gdLst>
                <a:gd name="T0" fmla="*/ 84 w 9"/>
                <a:gd name="T1" fmla="*/ 654 h 62"/>
                <a:gd name="T2" fmla="*/ 17 w 9"/>
                <a:gd name="T3" fmla="*/ 254 h 62"/>
                <a:gd name="T4" fmla="*/ 68 w 9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2">
                  <a:moveTo>
                    <a:pt x="9" y="62"/>
                  </a:moveTo>
                  <a:cubicBezTo>
                    <a:pt x="6" y="50"/>
                    <a:pt x="0" y="36"/>
                    <a:pt x="2" y="24"/>
                  </a:cubicBezTo>
                  <a:cubicBezTo>
                    <a:pt x="3" y="16"/>
                    <a:pt x="6" y="8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8" name="Freeform 1529">
              <a:extLst>
                <a:ext uri="{FF2B5EF4-FFF2-40B4-BE49-F238E27FC236}">
                  <a16:creationId xmlns:a16="http://schemas.microsoft.com/office/drawing/2014/main" id="{4E65A55D-B32C-4A77-B75F-5CB8EDAE5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430"/>
              <a:ext cx="16" cy="24"/>
            </a:xfrm>
            <a:custGeom>
              <a:avLst/>
              <a:gdLst>
                <a:gd name="T0" fmla="*/ 0 w 8"/>
                <a:gd name="T1" fmla="*/ 0 h 11"/>
                <a:gd name="T2" fmla="*/ 64 w 8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5" y="2"/>
                    <a:pt x="8" y="5"/>
                    <a:pt x="8" y="1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49" name="Freeform 1530">
              <a:extLst>
                <a:ext uri="{FF2B5EF4-FFF2-40B4-BE49-F238E27FC236}">
                  <a16:creationId xmlns:a16="http://schemas.microsoft.com/office/drawing/2014/main" id="{CB43F0FA-5547-4F4D-93D8-00A5AAD28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296"/>
              <a:ext cx="39" cy="33"/>
            </a:xfrm>
            <a:custGeom>
              <a:avLst/>
              <a:gdLst>
                <a:gd name="T0" fmla="*/ 0 w 19"/>
                <a:gd name="T1" fmla="*/ 0 h 15"/>
                <a:gd name="T2" fmla="*/ 164 w 19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0" y="0"/>
                  </a:moveTo>
                  <a:cubicBezTo>
                    <a:pt x="6" y="0"/>
                    <a:pt x="17" y="10"/>
                    <a:pt x="19" y="1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0" name="Freeform 1531">
              <a:extLst>
                <a:ext uri="{FF2B5EF4-FFF2-40B4-BE49-F238E27FC236}">
                  <a16:creationId xmlns:a16="http://schemas.microsoft.com/office/drawing/2014/main" id="{8A4AEE38-0E7A-4166-B573-36B368519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303"/>
              <a:ext cx="47" cy="164"/>
            </a:xfrm>
            <a:custGeom>
              <a:avLst/>
              <a:gdLst>
                <a:gd name="T0" fmla="*/ 84 w 23"/>
                <a:gd name="T1" fmla="*/ 0 h 75"/>
                <a:gd name="T2" fmla="*/ 121 w 23"/>
                <a:gd name="T3" fmla="*/ 378 h 75"/>
                <a:gd name="T4" fmla="*/ 163 w 23"/>
                <a:gd name="T5" fmla="*/ 608 h 75"/>
                <a:gd name="T6" fmla="*/ 196 w 23"/>
                <a:gd name="T7" fmla="*/ 785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75">
                  <a:moveTo>
                    <a:pt x="10" y="0"/>
                  </a:moveTo>
                  <a:cubicBezTo>
                    <a:pt x="0" y="1"/>
                    <a:pt x="14" y="31"/>
                    <a:pt x="14" y="36"/>
                  </a:cubicBezTo>
                  <a:cubicBezTo>
                    <a:pt x="16" y="43"/>
                    <a:pt x="17" y="50"/>
                    <a:pt x="19" y="58"/>
                  </a:cubicBezTo>
                  <a:cubicBezTo>
                    <a:pt x="20" y="63"/>
                    <a:pt x="23" y="70"/>
                    <a:pt x="23" y="7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1" name="Freeform 1532">
              <a:extLst>
                <a:ext uri="{FF2B5EF4-FFF2-40B4-BE49-F238E27FC236}">
                  <a16:creationId xmlns:a16="http://schemas.microsoft.com/office/drawing/2014/main" id="{A8824021-28C5-49F3-B70A-AD9280A0A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286"/>
              <a:ext cx="6" cy="19"/>
            </a:xfrm>
            <a:custGeom>
              <a:avLst/>
              <a:gdLst>
                <a:gd name="T0" fmla="*/ 0 w 3"/>
                <a:gd name="T1" fmla="*/ 84 h 9"/>
                <a:gd name="T2" fmla="*/ 24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3" y="7"/>
                    <a:pt x="3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2" name="Freeform 1533">
              <a:extLst>
                <a:ext uri="{FF2B5EF4-FFF2-40B4-BE49-F238E27FC236}">
                  <a16:creationId xmlns:a16="http://schemas.microsoft.com/office/drawing/2014/main" id="{BEFB528C-7733-4B65-A296-5EBFD30FA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146"/>
              <a:ext cx="35" cy="48"/>
            </a:xfrm>
            <a:custGeom>
              <a:avLst/>
              <a:gdLst>
                <a:gd name="T0" fmla="*/ 0 w 17"/>
                <a:gd name="T1" fmla="*/ 0 h 22"/>
                <a:gd name="T2" fmla="*/ 80 w 17"/>
                <a:gd name="T3" fmla="*/ 105 h 22"/>
                <a:gd name="T4" fmla="*/ 148 w 17"/>
                <a:gd name="T5" fmla="*/ 2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3" y="4"/>
                    <a:pt x="5" y="7"/>
                    <a:pt x="9" y="10"/>
                  </a:cubicBezTo>
                  <a:cubicBezTo>
                    <a:pt x="11" y="12"/>
                    <a:pt x="16" y="18"/>
                    <a:pt x="17" y="2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3" name="Freeform 1534">
              <a:extLst>
                <a:ext uri="{FF2B5EF4-FFF2-40B4-BE49-F238E27FC236}">
                  <a16:creationId xmlns:a16="http://schemas.microsoft.com/office/drawing/2014/main" id="{A5CD3961-A97E-45C6-B34D-A24DF3B01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161"/>
              <a:ext cx="12" cy="4"/>
            </a:xfrm>
            <a:custGeom>
              <a:avLst/>
              <a:gdLst>
                <a:gd name="T0" fmla="*/ 0 w 6"/>
                <a:gd name="T1" fmla="*/ 0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4" name="Freeform 1535">
              <a:extLst>
                <a:ext uri="{FF2B5EF4-FFF2-40B4-BE49-F238E27FC236}">
                  <a16:creationId xmlns:a16="http://schemas.microsoft.com/office/drawing/2014/main" id="{309051E6-55FE-4272-86D8-5AC96BF5F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146"/>
              <a:ext cx="35" cy="155"/>
            </a:xfrm>
            <a:custGeom>
              <a:avLst/>
              <a:gdLst>
                <a:gd name="T0" fmla="*/ 0 w 17"/>
                <a:gd name="T1" fmla="*/ 0 h 71"/>
                <a:gd name="T2" fmla="*/ 43 w 17"/>
                <a:gd name="T3" fmla="*/ 210 h 71"/>
                <a:gd name="T4" fmla="*/ 80 w 17"/>
                <a:gd name="T5" fmla="*/ 406 h 71"/>
                <a:gd name="T6" fmla="*/ 132 w 17"/>
                <a:gd name="T7" fmla="*/ 592 h 71"/>
                <a:gd name="T8" fmla="*/ 148 w 17"/>
                <a:gd name="T9" fmla="*/ 73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1">
                  <a:moveTo>
                    <a:pt x="0" y="0"/>
                  </a:moveTo>
                  <a:cubicBezTo>
                    <a:pt x="3" y="7"/>
                    <a:pt x="4" y="12"/>
                    <a:pt x="5" y="20"/>
                  </a:cubicBezTo>
                  <a:cubicBezTo>
                    <a:pt x="6" y="26"/>
                    <a:pt x="7" y="32"/>
                    <a:pt x="9" y="39"/>
                  </a:cubicBezTo>
                  <a:cubicBezTo>
                    <a:pt x="11" y="45"/>
                    <a:pt x="14" y="50"/>
                    <a:pt x="15" y="57"/>
                  </a:cubicBezTo>
                  <a:cubicBezTo>
                    <a:pt x="16" y="62"/>
                    <a:pt x="16" y="67"/>
                    <a:pt x="17" y="7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5" name="Freeform 1536">
              <a:extLst>
                <a:ext uri="{FF2B5EF4-FFF2-40B4-BE49-F238E27FC236}">
                  <a16:creationId xmlns:a16="http://schemas.microsoft.com/office/drawing/2014/main" id="{1B665FB2-8C2C-4ABD-BE07-71E38ABE7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082"/>
              <a:ext cx="10" cy="64"/>
            </a:xfrm>
            <a:custGeom>
              <a:avLst/>
              <a:gdLst>
                <a:gd name="T0" fmla="*/ 40 w 5"/>
                <a:gd name="T1" fmla="*/ 311 h 29"/>
                <a:gd name="T2" fmla="*/ 16 w 5"/>
                <a:gd name="T3" fmla="*/ 141 h 29"/>
                <a:gd name="T4" fmla="*/ 0 w 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9">
                  <a:moveTo>
                    <a:pt x="5" y="29"/>
                  </a:moveTo>
                  <a:cubicBezTo>
                    <a:pt x="4" y="24"/>
                    <a:pt x="3" y="19"/>
                    <a:pt x="2" y="13"/>
                  </a:cubicBezTo>
                  <a:cubicBezTo>
                    <a:pt x="2" y="8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6" name="Freeform 1537">
              <a:extLst>
                <a:ext uri="{FF2B5EF4-FFF2-40B4-BE49-F238E27FC236}">
                  <a16:creationId xmlns:a16="http://schemas.microsoft.com/office/drawing/2014/main" id="{E7994DA1-9304-4862-9A08-B8E639266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132"/>
              <a:ext cx="4" cy="31"/>
            </a:xfrm>
            <a:custGeom>
              <a:avLst/>
              <a:gdLst>
                <a:gd name="T0" fmla="*/ 16 w 2"/>
                <a:gd name="T1" fmla="*/ 0 h 14"/>
                <a:gd name="T2" fmla="*/ 0 w 2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1" y="5"/>
                    <a:pt x="0" y="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7" name="Freeform 1538">
              <a:extLst>
                <a:ext uri="{FF2B5EF4-FFF2-40B4-BE49-F238E27FC236}">
                  <a16:creationId xmlns:a16="http://schemas.microsoft.com/office/drawing/2014/main" id="{6A52D847-7FCE-4158-8A9D-3332DA4B9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132"/>
              <a:ext cx="12" cy="7"/>
            </a:xfrm>
            <a:custGeom>
              <a:avLst/>
              <a:gdLst>
                <a:gd name="T0" fmla="*/ 0 w 6"/>
                <a:gd name="T1" fmla="*/ 0 h 3"/>
                <a:gd name="T2" fmla="*/ 48 w 6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3"/>
                    <a:pt x="3" y="3"/>
                    <a:pt x="6" y="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8" name="Freeform 1539">
              <a:extLst>
                <a:ext uri="{FF2B5EF4-FFF2-40B4-BE49-F238E27FC236}">
                  <a16:creationId xmlns:a16="http://schemas.microsoft.com/office/drawing/2014/main" id="{7A726BFA-FF71-4FF9-890A-A7D70ECE8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242"/>
              <a:ext cx="37" cy="28"/>
            </a:xfrm>
            <a:custGeom>
              <a:avLst/>
              <a:gdLst>
                <a:gd name="T0" fmla="*/ 0 w 18"/>
                <a:gd name="T1" fmla="*/ 0 h 13"/>
                <a:gd name="T2" fmla="*/ 156 w 18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cubicBezTo>
                    <a:pt x="3" y="8"/>
                    <a:pt x="11" y="10"/>
                    <a:pt x="18" y="1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59" name="Freeform 1540">
              <a:extLst>
                <a:ext uri="{FF2B5EF4-FFF2-40B4-BE49-F238E27FC236}">
                  <a16:creationId xmlns:a16="http://schemas.microsoft.com/office/drawing/2014/main" id="{DA3288EF-9E81-47D7-98C5-00706C888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261"/>
              <a:ext cx="10" cy="25"/>
            </a:xfrm>
            <a:custGeom>
              <a:avLst/>
              <a:gdLst>
                <a:gd name="T0" fmla="*/ 40 w 5"/>
                <a:gd name="T1" fmla="*/ 0 h 11"/>
                <a:gd name="T2" fmla="*/ 16 w 5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2" y="2"/>
                    <a:pt x="0" y="7"/>
                    <a:pt x="2" y="1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0" name="Freeform 1541">
              <a:extLst>
                <a:ext uri="{FF2B5EF4-FFF2-40B4-BE49-F238E27FC236}">
                  <a16:creationId xmlns:a16="http://schemas.microsoft.com/office/drawing/2014/main" id="{7754B2FE-3554-4931-8020-AE59864CB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270"/>
              <a:ext cx="41" cy="116"/>
            </a:xfrm>
            <a:custGeom>
              <a:avLst/>
              <a:gdLst>
                <a:gd name="T0" fmla="*/ 0 w 20"/>
                <a:gd name="T1" fmla="*/ 0 h 53"/>
                <a:gd name="T2" fmla="*/ 96 w 20"/>
                <a:gd name="T3" fmla="*/ 293 h 53"/>
                <a:gd name="T4" fmla="*/ 172 w 20"/>
                <a:gd name="T5" fmla="*/ 556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3">
                  <a:moveTo>
                    <a:pt x="0" y="0"/>
                  </a:moveTo>
                  <a:cubicBezTo>
                    <a:pt x="5" y="9"/>
                    <a:pt x="7" y="19"/>
                    <a:pt x="11" y="28"/>
                  </a:cubicBezTo>
                  <a:cubicBezTo>
                    <a:pt x="16" y="37"/>
                    <a:pt x="18" y="45"/>
                    <a:pt x="20" y="5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1" name="Freeform 1542">
              <a:extLst>
                <a:ext uri="{FF2B5EF4-FFF2-40B4-BE49-F238E27FC236}">
                  <a16:creationId xmlns:a16="http://schemas.microsoft.com/office/drawing/2014/main" id="{EBEB2DC8-F9DF-4564-A90D-28C78CA44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362"/>
              <a:ext cx="8" cy="11"/>
            </a:xfrm>
            <a:custGeom>
              <a:avLst/>
              <a:gdLst>
                <a:gd name="T0" fmla="*/ 0 w 4"/>
                <a:gd name="T1" fmla="*/ 53 h 5"/>
                <a:gd name="T2" fmla="*/ 3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2" name="Freeform 1543">
              <a:extLst>
                <a:ext uri="{FF2B5EF4-FFF2-40B4-BE49-F238E27FC236}">
                  <a16:creationId xmlns:a16="http://schemas.microsoft.com/office/drawing/2014/main" id="{FF59E161-A27C-4439-91C2-43478C72F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362"/>
              <a:ext cx="57" cy="103"/>
            </a:xfrm>
            <a:custGeom>
              <a:avLst/>
              <a:gdLst>
                <a:gd name="T0" fmla="*/ 0 w 28"/>
                <a:gd name="T1" fmla="*/ 9 h 47"/>
                <a:gd name="T2" fmla="*/ 128 w 28"/>
                <a:gd name="T3" fmla="*/ 307 h 47"/>
                <a:gd name="T4" fmla="*/ 236 w 28"/>
                <a:gd name="T5" fmla="*/ 49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7">
                  <a:moveTo>
                    <a:pt x="0" y="1"/>
                  </a:moveTo>
                  <a:cubicBezTo>
                    <a:pt x="8" y="0"/>
                    <a:pt x="13" y="23"/>
                    <a:pt x="15" y="29"/>
                  </a:cubicBezTo>
                  <a:cubicBezTo>
                    <a:pt x="19" y="36"/>
                    <a:pt x="23" y="41"/>
                    <a:pt x="28" y="4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3" name="Freeform 1544">
              <a:extLst>
                <a:ext uri="{FF2B5EF4-FFF2-40B4-BE49-F238E27FC236}">
                  <a16:creationId xmlns:a16="http://schemas.microsoft.com/office/drawing/2014/main" id="{024BE975-EA18-4E3B-A8FF-8DEF56585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504"/>
              <a:ext cx="8" cy="2"/>
            </a:xfrm>
            <a:custGeom>
              <a:avLst/>
              <a:gdLst>
                <a:gd name="T0" fmla="*/ 0 w 4"/>
                <a:gd name="T1" fmla="*/ 0 h 1"/>
                <a:gd name="T2" fmla="*/ 3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4" name="Freeform 1545">
              <a:extLst>
                <a:ext uri="{FF2B5EF4-FFF2-40B4-BE49-F238E27FC236}">
                  <a16:creationId xmlns:a16="http://schemas.microsoft.com/office/drawing/2014/main" id="{27EAE54C-61F0-44E3-8A5A-BAFE006A2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478"/>
              <a:ext cx="13" cy="4"/>
            </a:xfrm>
            <a:custGeom>
              <a:avLst/>
              <a:gdLst>
                <a:gd name="T0" fmla="*/ 0 w 6"/>
                <a:gd name="T1" fmla="*/ 16 h 2"/>
                <a:gd name="T2" fmla="*/ 61 w 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5" name="Freeform 1546">
              <a:extLst>
                <a:ext uri="{FF2B5EF4-FFF2-40B4-BE49-F238E27FC236}">
                  <a16:creationId xmlns:a16="http://schemas.microsoft.com/office/drawing/2014/main" id="{968A942F-210B-4549-8C60-517F398B8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3720"/>
              <a:ext cx="35" cy="55"/>
            </a:xfrm>
            <a:custGeom>
              <a:avLst/>
              <a:gdLst>
                <a:gd name="T0" fmla="*/ 8 w 17"/>
                <a:gd name="T1" fmla="*/ 0 h 25"/>
                <a:gd name="T2" fmla="*/ 148 w 17"/>
                <a:gd name="T3" fmla="*/ 26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5">
                  <a:moveTo>
                    <a:pt x="1" y="0"/>
                  </a:moveTo>
                  <a:cubicBezTo>
                    <a:pt x="0" y="8"/>
                    <a:pt x="11" y="22"/>
                    <a:pt x="17" y="2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6" name="Freeform 1547">
              <a:extLst>
                <a:ext uri="{FF2B5EF4-FFF2-40B4-BE49-F238E27FC236}">
                  <a16:creationId xmlns:a16="http://schemas.microsoft.com/office/drawing/2014/main" id="{322D1644-7303-4F04-9542-EF93B4B9D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755"/>
              <a:ext cx="12" cy="9"/>
            </a:xfrm>
            <a:custGeom>
              <a:avLst/>
              <a:gdLst>
                <a:gd name="T0" fmla="*/ 0 w 6"/>
                <a:gd name="T1" fmla="*/ 36 h 4"/>
                <a:gd name="T2" fmla="*/ 48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2" y="4"/>
                    <a:pt x="4" y="3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7" name="Freeform 1548">
              <a:extLst>
                <a:ext uri="{FF2B5EF4-FFF2-40B4-BE49-F238E27FC236}">
                  <a16:creationId xmlns:a16="http://schemas.microsoft.com/office/drawing/2014/main" id="{F29334F5-B18C-40F4-BE74-8A4FB0506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977"/>
              <a:ext cx="27" cy="92"/>
            </a:xfrm>
            <a:custGeom>
              <a:avLst/>
              <a:gdLst>
                <a:gd name="T0" fmla="*/ 0 w 13"/>
                <a:gd name="T1" fmla="*/ 442 h 42"/>
                <a:gd name="T2" fmla="*/ 116 w 13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0" y="42"/>
                  </a:moveTo>
                  <a:cubicBezTo>
                    <a:pt x="0" y="26"/>
                    <a:pt x="1" y="11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8" name="Freeform 1549">
              <a:extLst>
                <a:ext uri="{FF2B5EF4-FFF2-40B4-BE49-F238E27FC236}">
                  <a16:creationId xmlns:a16="http://schemas.microsoft.com/office/drawing/2014/main" id="{56EC4BFF-1CF1-4AF1-B7C5-519B22CA0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982"/>
              <a:ext cx="6" cy="8"/>
            </a:xfrm>
            <a:custGeom>
              <a:avLst/>
              <a:gdLst>
                <a:gd name="T0" fmla="*/ 8 w 3"/>
                <a:gd name="T1" fmla="*/ 0 h 4"/>
                <a:gd name="T2" fmla="*/ 24 w 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4"/>
                    <a:pt x="3" y="4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69" name="Freeform 1550">
              <a:extLst>
                <a:ext uri="{FF2B5EF4-FFF2-40B4-BE49-F238E27FC236}">
                  <a16:creationId xmlns:a16="http://schemas.microsoft.com/office/drawing/2014/main" id="{FF7E0C9F-49EE-466D-AE1B-782EC361A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896"/>
              <a:ext cx="25" cy="11"/>
            </a:xfrm>
            <a:custGeom>
              <a:avLst/>
              <a:gdLst>
                <a:gd name="T0" fmla="*/ 0 w 12"/>
                <a:gd name="T1" fmla="*/ 53 h 5"/>
                <a:gd name="T2" fmla="*/ 108 w 12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3" y="0"/>
                    <a:pt x="7" y="1"/>
                    <a:pt x="12" y="1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0" name="Freeform 1551">
              <a:extLst>
                <a:ext uri="{FF2B5EF4-FFF2-40B4-BE49-F238E27FC236}">
                  <a16:creationId xmlns:a16="http://schemas.microsoft.com/office/drawing/2014/main" id="{A6198DE9-972D-4D7C-BB8C-C14407F33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883"/>
              <a:ext cx="6" cy="16"/>
            </a:xfrm>
            <a:custGeom>
              <a:avLst/>
              <a:gdLst>
                <a:gd name="T0" fmla="*/ 8 w 3"/>
                <a:gd name="T1" fmla="*/ 0 h 7"/>
                <a:gd name="T2" fmla="*/ 24 w 3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3"/>
                    <a:pt x="0" y="6"/>
                    <a:pt x="3" y="7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1" name="Freeform 1552">
              <a:extLst>
                <a:ext uri="{FF2B5EF4-FFF2-40B4-BE49-F238E27FC236}">
                  <a16:creationId xmlns:a16="http://schemas.microsoft.com/office/drawing/2014/main" id="{82BA81F9-C7DE-4D2A-A9A7-774F78047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789"/>
              <a:ext cx="5" cy="44"/>
            </a:xfrm>
            <a:custGeom>
              <a:avLst/>
              <a:gdLst>
                <a:gd name="T0" fmla="*/ 0 w 2"/>
                <a:gd name="T1" fmla="*/ 0 h 20"/>
                <a:gd name="T2" fmla="*/ 20 w 2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0" y="0"/>
                  </a:moveTo>
                  <a:cubicBezTo>
                    <a:pt x="2" y="7"/>
                    <a:pt x="2" y="14"/>
                    <a:pt x="1" y="2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2" name="Freeform 1553">
              <a:extLst>
                <a:ext uri="{FF2B5EF4-FFF2-40B4-BE49-F238E27FC236}">
                  <a16:creationId xmlns:a16="http://schemas.microsoft.com/office/drawing/2014/main" id="{DBAC036F-FA31-4621-9612-DA0ACE37F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809"/>
              <a:ext cx="16" cy="4"/>
            </a:xfrm>
            <a:custGeom>
              <a:avLst/>
              <a:gdLst>
                <a:gd name="T0" fmla="*/ 0 w 8"/>
                <a:gd name="T1" fmla="*/ 0 h 2"/>
                <a:gd name="T2" fmla="*/ 64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2"/>
                    <a:pt x="5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3" name="Freeform 1554">
              <a:extLst>
                <a:ext uri="{FF2B5EF4-FFF2-40B4-BE49-F238E27FC236}">
                  <a16:creationId xmlns:a16="http://schemas.microsoft.com/office/drawing/2014/main" id="{FFAFD921-597C-40F5-A2DD-3E49E93E7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706"/>
              <a:ext cx="11" cy="33"/>
            </a:xfrm>
            <a:custGeom>
              <a:avLst/>
              <a:gdLst>
                <a:gd name="T0" fmla="*/ 33 w 5"/>
                <a:gd name="T1" fmla="*/ 161 h 15"/>
                <a:gd name="T2" fmla="*/ 0 w 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15"/>
                  </a:moveTo>
                  <a:cubicBezTo>
                    <a:pt x="5" y="10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4" name="Freeform 1555">
              <a:extLst>
                <a:ext uri="{FF2B5EF4-FFF2-40B4-BE49-F238E27FC236}">
                  <a16:creationId xmlns:a16="http://schemas.microsoft.com/office/drawing/2014/main" id="{3921FF30-94A4-48F5-9D3D-D8F45DC91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715"/>
              <a:ext cx="17" cy="13"/>
            </a:xfrm>
            <a:custGeom>
              <a:avLst/>
              <a:gdLst>
                <a:gd name="T0" fmla="*/ 0 w 8"/>
                <a:gd name="T1" fmla="*/ 20 h 6"/>
                <a:gd name="T2" fmla="*/ 77 w 8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2"/>
                  </a:moveTo>
                  <a:cubicBezTo>
                    <a:pt x="4" y="0"/>
                    <a:pt x="7" y="3"/>
                    <a:pt x="8" y="6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5" name="Freeform 1556">
              <a:extLst>
                <a:ext uri="{FF2B5EF4-FFF2-40B4-BE49-F238E27FC236}">
                  <a16:creationId xmlns:a16="http://schemas.microsoft.com/office/drawing/2014/main" id="{E926A2DA-8F03-4796-B253-11E031458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721"/>
              <a:ext cx="29" cy="9"/>
            </a:xfrm>
            <a:custGeom>
              <a:avLst/>
              <a:gdLst>
                <a:gd name="T0" fmla="*/ 0 w 14"/>
                <a:gd name="T1" fmla="*/ 0 h 4"/>
                <a:gd name="T2" fmla="*/ 124 w 14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cubicBezTo>
                    <a:pt x="5" y="1"/>
                    <a:pt x="9" y="4"/>
                    <a:pt x="14" y="1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6" name="Freeform 1557">
              <a:extLst>
                <a:ext uri="{FF2B5EF4-FFF2-40B4-BE49-F238E27FC236}">
                  <a16:creationId xmlns:a16="http://schemas.microsoft.com/office/drawing/2014/main" id="{76D01031-4508-4A72-89FA-77160013D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675"/>
              <a:ext cx="27" cy="27"/>
            </a:xfrm>
            <a:custGeom>
              <a:avLst/>
              <a:gdLst>
                <a:gd name="T0" fmla="*/ 0 w 13"/>
                <a:gd name="T1" fmla="*/ 137 h 12"/>
                <a:gd name="T2" fmla="*/ 116 w 1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12"/>
                  </a:moveTo>
                  <a:cubicBezTo>
                    <a:pt x="7" y="10"/>
                    <a:pt x="10" y="6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7" name="Freeform 1558">
              <a:extLst>
                <a:ext uri="{FF2B5EF4-FFF2-40B4-BE49-F238E27FC236}">
                  <a16:creationId xmlns:a16="http://schemas.microsoft.com/office/drawing/2014/main" id="{BC9A8E70-CE84-481A-AB9B-5DF9DAC35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1675"/>
              <a:ext cx="11" cy="18"/>
            </a:xfrm>
            <a:custGeom>
              <a:avLst/>
              <a:gdLst>
                <a:gd name="T0" fmla="*/ 0 w 5"/>
                <a:gd name="T1" fmla="*/ 0 h 8"/>
                <a:gd name="T2" fmla="*/ 20 w 5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3" y="2"/>
                    <a:pt x="5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8" name="Freeform 1559">
              <a:extLst>
                <a:ext uri="{FF2B5EF4-FFF2-40B4-BE49-F238E27FC236}">
                  <a16:creationId xmlns:a16="http://schemas.microsoft.com/office/drawing/2014/main" id="{F96247BA-048A-43DC-AAD0-E87DC051F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693"/>
              <a:ext cx="34" cy="24"/>
            </a:xfrm>
            <a:custGeom>
              <a:avLst/>
              <a:gdLst>
                <a:gd name="T0" fmla="*/ 0 w 17"/>
                <a:gd name="T1" fmla="*/ 113 h 11"/>
                <a:gd name="T2" fmla="*/ 136 w 1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7" y="11"/>
                    <a:pt x="12" y="4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79" name="Freeform 1560">
              <a:extLst>
                <a:ext uri="{FF2B5EF4-FFF2-40B4-BE49-F238E27FC236}">
                  <a16:creationId xmlns:a16="http://schemas.microsoft.com/office/drawing/2014/main" id="{62A9C7BE-0BB9-4EFD-9448-5359D3555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0"/>
              <a:ext cx="10" cy="18"/>
            </a:xfrm>
            <a:custGeom>
              <a:avLst/>
              <a:gdLst>
                <a:gd name="T0" fmla="*/ 8 w 5"/>
                <a:gd name="T1" fmla="*/ 0 h 8"/>
                <a:gd name="T2" fmla="*/ 40 w 5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0" y="3"/>
                    <a:pt x="2" y="7"/>
                    <a:pt x="5" y="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0" name="Freeform 1561">
              <a:extLst>
                <a:ext uri="{FF2B5EF4-FFF2-40B4-BE49-F238E27FC236}">
                  <a16:creationId xmlns:a16="http://schemas.microsoft.com/office/drawing/2014/main" id="{488DF618-DED9-4B30-ADDC-469DB64DF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765"/>
              <a:ext cx="31" cy="5"/>
            </a:xfrm>
            <a:custGeom>
              <a:avLst/>
              <a:gdLst>
                <a:gd name="T0" fmla="*/ 0 w 15"/>
                <a:gd name="T1" fmla="*/ 20 h 2"/>
                <a:gd name="T2" fmla="*/ 132 w 1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1"/>
                  </a:moveTo>
                  <a:cubicBezTo>
                    <a:pt x="5" y="2"/>
                    <a:pt x="10" y="1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1" name="Freeform 1562">
              <a:extLst>
                <a:ext uri="{FF2B5EF4-FFF2-40B4-BE49-F238E27FC236}">
                  <a16:creationId xmlns:a16="http://schemas.microsoft.com/office/drawing/2014/main" id="{E4A4904A-584B-4A67-8D79-EAC3F8AEE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767"/>
              <a:ext cx="4" cy="20"/>
            </a:xfrm>
            <a:custGeom>
              <a:avLst/>
              <a:gdLst>
                <a:gd name="T0" fmla="*/ 8 w 2"/>
                <a:gd name="T1" fmla="*/ 0 h 9"/>
                <a:gd name="T2" fmla="*/ 16 w 2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0" y="3"/>
                    <a:pt x="0" y="6"/>
                    <a:pt x="2" y="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2" name="Freeform 1563">
              <a:extLst>
                <a:ext uri="{FF2B5EF4-FFF2-40B4-BE49-F238E27FC236}">
                  <a16:creationId xmlns:a16="http://schemas.microsoft.com/office/drawing/2014/main" id="{9B82B5A2-098B-41DB-8FF1-7532DD338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846"/>
              <a:ext cx="39" cy="22"/>
            </a:xfrm>
            <a:custGeom>
              <a:avLst/>
              <a:gdLst>
                <a:gd name="T0" fmla="*/ 0 w 19"/>
                <a:gd name="T1" fmla="*/ 0 h 10"/>
                <a:gd name="T2" fmla="*/ 164 w 19"/>
                <a:gd name="T3" fmla="*/ 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7" y="4"/>
                    <a:pt x="10" y="10"/>
                    <a:pt x="19" y="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3" name="Freeform 1564">
              <a:extLst>
                <a:ext uri="{FF2B5EF4-FFF2-40B4-BE49-F238E27FC236}">
                  <a16:creationId xmlns:a16="http://schemas.microsoft.com/office/drawing/2014/main" id="{74A4274B-8A6B-4CB5-ABBE-B71D2515E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859"/>
              <a:ext cx="11" cy="9"/>
            </a:xfrm>
            <a:custGeom>
              <a:avLst/>
              <a:gdLst>
                <a:gd name="T0" fmla="*/ 53 w 5"/>
                <a:gd name="T1" fmla="*/ 0 h 4"/>
                <a:gd name="T2" fmla="*/ 0 w 5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2" y="0"/>
                    <a:pt x="0" y="2"/>
                    <a:pt x="0" y="4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4" name="Freeform 1565">
              <a:extLst>
                <a:ext uri="{FF2B5EF4-FFF2-40B4-BE49-F238E27FC236}">
                  <a16:creationId xmlns:a16="http://schemas.microsoft.com/office/drawing/2014/main" id="{E91964A3-1D88-4E0A-877D-B3FDF0C94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931"/>
              <a:ext cx="17" cy="62"/>
            </a:xfrm>
            <a:custGeom>
              <a:avLst/>
              <a:gdLst>
                <a:gd name="T0" fmla="*/ 60 w 8"/>
                <a:gd name="T1" fmla="*/ 0 h 28"/>
                <a:gd name="T2" fmla="*/ 0 w 8"/>
                <a:gd name="T3" fmla="*/ 30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6" y="0"/>
                  </a:moveTo>
                  <a:cubicBezTo>
                    <a:pt x="8" y="11"/>
                    <a:pt x="1" y="19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5" name="Freeform 1566">
              <a:extLst>
                <a:ext uri="{FF2B5EF4-FFF2-40B4-BE49-F238E27FC236}">
                  <a16:creationId xmlns:a16="http://schemas.microsoft.com/office/drawing/2014/main" id="{0BB2D045-0C76-4365-9426-EF1115B25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960"/>
              <a:ext cx="10" cy="4"/>
            </a:xfrm>
            <a:custGeom>
              <a:avLst/>
              <a:gdLst>
                <a:gd name="T0" fmla="*/ 0 w 5"/>
                <a:gd name="T1" fmla="*/ 0 h 2"/>
                <a:gd name="T2" fmla="*/ 4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3" y="2"/>
                    <a:pt x="5" y="2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6" name="Freeform 1567">
              <a:extLst>
                <a:ext uri="{FF2B5EF4-FFF2-40B4-BE49-F238E27FC236}">
                  <a16:creationId xmlns:a16="http://schemas.microsoft.com/office/drawing/2014/main" id="{000BF8E7-AED1-4A58-8962-76D0C76CC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864"/>
              <a:ext cx="18" cy="52"/>
            </a:xfrm>
            <a:custGeom>
              <a:avLst/>
              <a:gdLst>
                <a:gd name="T0" fmla="*/ 8 w 9"/>
                <a:gd name="T1" fmla="*/ 0 h 24"/>
                <a:gd name="T2" fmla="*/ 40 w 9"/>
                <a:gd name="T3" fmla="*/ 121 h 24"/>
                <a:gd name="T4" fmla="*/ 72 w 9"/>
                <a:gd name="T5" fmla="*/ 2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1" y="0"/>
                  </a:moveTo>
                  <a:cubicBezTo>
                    <a:pt x="0" y="4"/>
                    <a:pt x="4" y="8"/>
                    <a:pt x="5" y="12"/>
                  </a:cubicBezTo>
                  <a:cubicBezTo>
                    <a:pt x="6" y="17"/>
                    <a:pt x="6" y="20"/>
                    <a:pt x="9" y="24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7" name="Freeform 1568">
              <a:extLst>
                <a:ext uri="{FF2B5EF4-FFF2-40B4-BE49-F238E27FC236}">
                  <a16:creationId xmlns:a16="http://schemas.microsoft.com/office/drawing/2014/main" id="{F5612292-C7AE-47EA-A5E7-A821C2431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767"/>
              <a:ext cx="12" cy="13"/>
            </a:xfrm>
            <a:custGeom>
              <a:avLst/>
              <a:gdLst>
                <a:gd name="T0" fmla="*/ 0 w 6"/>
                <a:gd name="T1" fmla="*/ 0 h 6"/>
                <a:gd name="T2" fmla="*/ 48 w 6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3" y="0"/>
                    <a:pt x="3" y="4"/>
                    <a:pt x="6" y="6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8" name="Freeform 1569">
              <a:extLst>
                <a:ext uri="{FF2B5EF4-FFF2-40B4-BE49-F238E27FC236}">
                  <a16:creationId xmlns:a16="http://schemas.microsoft.com/office/drawing/2014/main" id="{423443B0-7733-4712-91A4-ABCA84CFF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078"/>
              <a:ext cx="24" cy="57"/>
            </a:xfrm>
            <a:custGeom>
              <a:avLst/>
              <a:gdLst>
                <a:gd name="T0" fmla="*/ 0 w 12"/>
                <a:gd name="T1" fmla="*/ 0 h 26"/>
                <a:gd name="T2" fmla="*/ 48 w 12"/>
                <a:gd name="T3" fmla="*/ 140 h 26"/>
                <a:gd name="T4" fmla="*/ 96 w 12"/>
                <a:gd name="T5" fmla="*/ 27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6">
                  <a:moveTo>
                    <a:pt x="0" y="0"/>
                  </a:moveTo>
                  <a:cubicBezTo>
                    <a:pt x="0" y="5"/>
                    <a:pt x="4" y="8"/>
                    <a:pt x="6" y="13"/>
                  </a:cubicBezTo>
                  <a:cubicBezTo>
                    <a:pt x="7" y="17"/>
                    <a:pt x="8" y="22"/>
                    <a:pt x="12" y="2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89" name="Freeform 1570">
              <a:extLst>
                <a:ext uri="{FF2B5EF4-FFF2-40B4-BE49-F238E27FC236}">
                  <a16:creationId xmlns:a16="http://schemas.microsoft.com/office/drawing/2014/main" id="{15254737-F3A4-4F21-95D9-F3E4812F3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137"/>
              <a:ext cx="62" cy="133"/>
            </a:xfrm>
            <a:custGeom>
              <a:avLst/>
              <a:gdLst>
                <a:gd name="T0" fmla="*/ 0 w 30"/>
                <a:gd name="T1" fmla="*/ 0 h 61"/>
                <a:gd name="T2" fmla="*/ 89 w 30"/>
                <a:gd name="T3" fmla="*/ 209 h 61"/>
                <a:gd name="T4" fmla="*/ 141 w 30"/>
                <a:gd name="T5" fmla="*/ 351 h 61"/>
                <a:gd name="T6" fmla="*/ 213 w 30"/>
                <a:gd name="T7" fmla="*/ 519 h 61"/>
                <a:gd name="T8" fmla="*/ 265 w 30"/>
                <a:gd name="T9" fmla="*/ 632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1">
                  <a:moveTo>
                    <a:pt x="0" y="0"/>
                  </a:moveTo>
                  <a:cubicBezTo>
                    <a:pt x="3" y="6"/>
                    <a:pt x="8" y="13"/>
                    <a:pt x="10" y="20"/>
                  </a:cubicBezTo>
                  <a:cubicBezTo>
                    <a:pt x="12" y="25"/>
                    <a:pt x="14" y="30"/>
                    <a:pt x="16" y="34"/>
                  </a:cubicBezTo>
                  <a:cubicBezTo>
                    <a:pt x="19" y="40"/>
                    <a:pt x="21" y="45"/>
                    <a:pt x="24" y="50"/>
                  </a:cubicBezTo>
                  <a:cubicBezTo>
                    <a:pt x="26" y="53"/>
                    <a:pt x="28" y="60"/>
                    <a:pt x="30" y="6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0" name="Freeform 1571">
              <a:extLst>
                <a:ext uri="{FF2B5EF4-FFF2-40B4-BE49-F238E27FC236}">
                  <a16:creationId xmlns:a16="http://schemas.microsoft.com/office/drawing/2014/main" id="{4D055A1F-4A48-4ADD-8DFF-E63492F0B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480"/>
              <a:ext cx="91" cy="182"/>
            </a:xfrm>
            <a:custGeom>
              <a:avLst/>
              <a:gdLst>
                <a:gd name="T0" fmla="*/ 0 w 44"/>
                <a:gd name="T1" fmla="*/ 0 h 83"/>
                <a:gd name="T2" fmla="*/ 205 w 44"/>
                <a:gd name="T3" fmla="*/ 496 h 83"/>
                <a:gd name="T4" fmla="*/ 389 w 44"/>
                <a:gd name="T5" fmla="*/ 875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3">
                  <a:moveTo>
                    <a:pt x="0" y="0"/>
                  </a:moveTo>
                  <a:cubicBezTo>
                    <a:pt x="3" y="17"/>
                    <a:pt x="14" y="33"/>
                    <a:pt x="23" y="47"/>
                  </a:cubicBezTo>
                  <a:cubicBezTo>
                    <a:pt x="29" y="59"/>
                    <a:pt x="40" y="70"/>
                    <a:pt x="44" y="8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1" name="Freeform 1572">
              <a:extLst>
                <a:ext uri="{FF2B5EF4-FFF2-40B4-BE49-F238E27FC236}">
                  <a16:creationId xmlns:a16="http://schemas.microsoft.com/office/drawing/2014/main" id="{F354DF71-B625-4C67-BD2A-3150C3C86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664"/>
              <a:ext cx="69" cy="129"/>
            </a:xfrm>
            <a:custGeom>
              <a:avLst/>
              <a:gdLst>
                <a:gd name="T0" fmla="*/ 0 w 34"/>
                <a:gd name="T1" fmla="*/ 0 h 59"/>
                <a:gd name="T2" fmla="*/ 65 w 34"/>
                <a:gd name="T3" fmla="*/ 201 h 59"/>
                <a:gd name="T4" fmla="*/ 132 w 34"/>
                <a:gd name="T5" fmla="*/ 378 h 59"/>
                <a:gd name="T6" fmla="*/ 219 w 34"/>
                <a:gd name="T7" fmla="*/ 544 h 59"/>
                <a:gd name="T8" fmla="*/ 284 w 34"/>
                <a:gd name="T9" fmla="*/ 61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9">
                  <a:moveTo>
                    <a:pt x="0" y="0"/>
                  </a:moveTo>
                  <a:cubicBezTo>
                    <a:pt x="0" y="7"/>
                    <a:pt x="4" y="14"/>
                    <a:pt x="8" y="19"/>
                  </a:cubicBezTo>
                  <a:cubicBezTo>
                    <a:pt x="11" y="25"/>
                    <a:pt x="13" y="31"/>
                    <a:pt x="16" y="36"/>
                  </a:cubicBezTo>
                  <a:cubicBezTo>
                    <a:pt x="19" y="42"/>
                    <a:pt x="22" y="47"/>
                    <a:pt x="26" y="52"/>
                  </a:cubicBezTo>
                  <a:cubicBezTo>
                    <a:pt x="29" y="55"/>
                    <a:pt x="32" y="56"/>
                    <a:pt x="34" y="5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2" name="Freeform 1573">
              <a:extLst>
                <a:ext uri="{FF2B5EF4-FFF2-40B4-BE49-F238E27FC236}">
                  <a16:creationId xmlns:a16="http://schemas.microsoft.com/office/drawing/2014/main" id="{EEFA0888-AAB1-44E9-81A1-D787AD8D1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819"/>
              <a:ext cx="82" cy="153"/>
            </a:xfrm>
            <a:custGeom>
              <a:avLst/>
              <a:gdLst>
                <a:gd name="T0" fmla="*/ 0 w 40"/>
                <a:gd name="T1" fmla="*/ 0 h 70"/>
                <a:gd name="T2" fmla="*/ 76 w 40"/>
                <a:gd name="T3" fmla="*/ 177 h 70"/>
                <a:gd name="T4" fmla="*/ 148 w 40"/>
                <a:gd name="T5" fmla="*/ 378 h 70"/>
                <a:gd name="T6" fmla="*/ 248 w 40"/>
                <a:gd name="T7" fmla="*/ 573 h 70"/>
                <a:gd name="T8" fmla="*/ 344 w 40"/>
                <a:gd name="T9" fmla="*/ 73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70">
                  <a:moveTo>
                    <a:pt x="0" y="0"/>
                  </a:moveTo>
                  <a:cubicBezTo>
                    <a:pt x="4" y="4"/>
                    <a:pt x="7" y="12"/>
                    <a:pt x="9" y="17"/>
                  </a:cubicBezTo>
                  <a:cubicBezTo>
                    <a:pt x="11" y="24"/>
                    <a:pt x="14" y="29"/>
                    <a:pt x="17" y="36"/>
                  </a:cubicBezTo>
                  <a:cubicBezTo>
                    <a:pt x="20" y="43"/>
                    <a:pt x="23" y="49"/>
                    <a:pt x="29" y="55"/>
                  </a:cubicBezTo>
                  <a:cubicBezTo>
                    <a:pt x="32" y="59"/>
                    <a:pt x="38" y="65"/>
                    <a:pt x="40" y="7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3" name="Freeform 1574">
              <a:extLst>
                <a:ext uri="{FF2B5EF4-FFF2-40B4-BE49-F238E27FC236}">
                  <a16:creationId xmlns:a16="http://schemas.microsoft.com/office/drawing/2014/main" id="{681954E5-E56E-4C95-ABD1-FD66F297A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994"/>
              <a:ext cx="57" cy="103"/>
            </a:xfrm>
            <a:custGeom>
              <a:avLst/>
              <a:gdLst>
                <a:gd name="T0" fmla="*/ 0 w 28"/>
                <a:gd name="T1" fmla="*/ 0 h 47"/>
                <a:gd name="T2" fmla="*/ 120 w 28"/>
                <a:gd name="T3" fmla="*/ 307 h 47"/>
                <a:gd name="T4" fmla="*/ 187 w 28"/>
                <a:gd name="T5" fmla="*/ 408 h 47"/>
                <a:gd name="T6" fmla="*/ 236 w 28"/>
                <a:gd name="T7" fmla="*/ 49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7">
                  <a:moveTo>
                    <a:pt x="0" y="0"/>
                  </a:moveTo>
                  <a:cubicBezTo>
                    <a:pt x="7" y="8"/>
                    <a:pt x="9" y="20"/>
                    <a:pt x="14" y="29"/>
                  </a:cubicBezTo>
                  <a:cubicBezTo>
                    <a:pt x="16" y="33"/>
                    <a:pt x="19" y="36"/>
                    <a:pt x="22" y="39"/>
                  </a:cubicBezTo>
                  <a:cubicBezTo>
                    <a:pt x="24" y="42"/>
                    <a:pt x="27" y="44"/>
                    <a:pt x="28" y="4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4" name="Freeform 1575">
              <a:extLst>
                <a:ext uri="{FF2B5EF4-FFF2-40B4-BE49-F238E27FC236}">
                  <a16:creationId xmlns:a16="http://schemas.microsoft.com/office/drawing/2014/main" id="{654775DD-A7FC-431F-8B02-1FC03F9E4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3114"/>
              <a:ext cx="71" cy="140"/>
            </a:xfrm>
            <a:custGeom>
              <a:avLst/>
              <a:gdLst>
                <a:gd name="T0" fmla="*/ 0 w 35"/>
                <a:gd name="T1" fmla="*/ 0 h 64"/>
                <a:gd name="T2" fmla="*/ 75 w 35"/>
                <a:gd name="T3" fmla="*/ 201 h 64"/>
                <a:gd name="T4" fmla="*/ 140 w 35"/>
                <a:gd name="T5" fmla="*/ 387 h 64"/>
                <a:gd name="T6" fmla="*/ 252 w 35"/>
                <a:gd name="T7" fmla="*/ 556 h 64"/>
                <a:gd name="T8" fmla="*/ 292 w 35"/>
                <a:gd name="T9" fmla="*/ 66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4">
                  <a:moveTo>
                    <a:pt x="0" y="0"/>
                  </a:moveTo>
                  <a:cubicBezTo>
                    <a:pt x="0" y="6"/>
                    <a:pt x="6" y="14"/>
                    <a:pt x="9" y="19"/>
                  </a:cubicBezTo>
                  <a:cubicBezTo>
                    <a:pt x="11" y="26"/>
                    <a:pt x="13" y="31"/>
                    <a:pt x="17" y="37"/>
                  </a:cubicBezTo>
                  <a:cubicBezTo>
                    <a:pt x="20" y="43"/>
                    <a:pt x="27" y="47"/>
                    <a:pt x="30" y="53"/>
                  </a:cubicBezTo>
                  <a:cubicBezTo>
                    <a:pt x="31" y="55"/>
                    <a:pt x="35" y="64"/>
                    <a:pt x="35" y="6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5" name="Freeform 1576">
              <a:extLst>
                <a:ext uri="{FF2B5EF4-FFF2-40B4-BE49-F238E27FC236}">
                  <a16:creationId xmlns:a16="http://schemas.microsoft.com/office/drawing/2014/main" id="{4702892B-5C36-48A0-AEAB-2DC6592E2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3261"/>
              <a:ext cx="14" cy="109"/>
            </a:xfrm>
            <a:custGeom>
              <a:avLst/>
              <a:gdLst>
                <a:gd name="T0" fmla="*/ 16 w 7"/>
                <a:gd name="T1" fmla="*/ 0 h 50"/>
                <a:gd name="T2" fmla="*/ 16 w 7"/>
                <a:gd name="T3" fmla="*/ 270 h 50"/>
                <a:gd name="T4" fmla="*/ 16 w 7"/>
                <a:gd name="T5" fmla="*/ 403 h 50"/>
                <a:gd name="T6" fmla="*/ 8 w 7"/>
                <a:gd name="T7" fmla="*/ 51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0">
                  <a:moveTo>
                    <a:pt x="2" y="0"/>
                  </a:moveTo>
                  <a:cubicBezTo>
                    <a:pt x="7" y="6"/>
                    <a:pt x="2" y="19"/>
                    <a:pt x="2" y="26"/>
                  </a:cubicBezTo>
                  <a:cubicBezTo>
                    <a:pt x="2" y="30"/>
                    <a:pt x="3" y="35"/>
                    <a:pt x="2" y="39"/>
                  </a:cubicBezTo>
                  <a:cubicBezTo>
                    <a:pt x="2" y="43"/>
                    <a:pt x="0" y="46"/>
                    <a:pt x="1" y="5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6" name="Freeform 1577">
              <a:extLst>
                <a:ext uri="{FF2B5EF4-FFF2-40B4-BE49-F238E27FC236}">
                  <a16:creationId xmlns:a16="http://schemas.microsoft.com/office/drawing/2014/main" id="{D1A3322F-E8DE-416D-B4C5-151B12617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438"/>
              <a:ext cx="12" cy="41"/>
            </a:xfrm>
            <a:custGeom>
              <a:avLst/>
              <a:gdLst>
                <a:gd name="T0" fmla="*/ 48 w 6"/>
                <a:gd name="T1" fmla="*/ 0 h 19"/>
                <a:gd name="T2" fmla="*/ 0 w 6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4" y="7"/>
                    <a:pt x="2" y="13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7" name="Freeform 1578">
              <a:extLst>
                <a:ext uri="{FF2B5EF4-FFF2-40B4-BE49-F238E27FC236}">
                  <a16:creationId xmlns:a16="http://schemas.microsoft.com/office/drawing/2014/main" id="{2D0975BC-3524-401B-AEA1-CCA34B70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3785"/>
              <a:ext cx="105" cy="9"/>
            </a:xfrm>
            <a:custGeom>
              <a:avLst/>
              <a:gdLst>
                <a:gd name="T0" fmla="*/ 0 w 51"/>
                <a:gd name="T1" fmla="*/ 25 h 4"/>
                <a:gd name="T2" fmla="*/ 140 w 51"/>
                <a:gd name="T3" fmla="*/ 0 h 4"/>
                <a:gd name="T4" fmla="*/ 237 w 51"/>
                <a:gd name="T5" fmla="*/ 36 h 4"/>
                <a:gd name="T6" fmla="*/ 445 w 51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">
                  <a:moveTo>
                    <a:pt x="0" y="2"/>
                  </a:moveTo>
                  <a:cubicBezTo>
                    <a:pt x="5" y="4"/>
                    <a:pt x="11" y="0"/>
                    <a:pt x="16" y="0"/>
                  </a:cubicBezTo>
                  <a:cubicBezTo>
                    <a:pt x="20" y="1"/>
                    <a:pt x="23" y="2"/>
                    <a:pt x="27" y="3"/>
                  </a:cubicBezTo>
                  <a:cubicBezTo>
                    <a:pt x="34" y="4"/>
                    <a:pt x="43" y="1"/>
                    <a:pt x="51" y="1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8" name="Freeform 1579">
              <a:extLst>
                <a:ext uri="{FF2B5EF4-FFF2-40B4-BE49-F238E27FC236}">
                  <a16:creationId xmlns:a16="http://schemas.microsoft.com/office/drawing/2014/main" id="{435A4763-1683-4F54-8C0F-E343EEAD2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764"/>
              <a:ext cx="46" cy="17"/>
            </a:xfrm>
            <a:custGeom>
              <a:avLst/>
              <a:gdLst>
                <a:gd name="T0" fmla="*/ 0 w 22"/>
                <a:gd name="T1" fmla="*/ 77 h 8"/>
                <a:gd name="T2" fmla="*/ 201 w 2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0" y="8"/>
                  </a:moveTo>
                  <a:cubicBezTo>
                    <a:pt x="6" y="7"/>
                    <a:pt x="17" y="5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99" name="Freeform 1580">
              <a:extLst>
                <a:ext uri="{FF2B5EF4-FFF2-40B4-BE49-F238E27FC236}">
                  <a16:creationId xmlns:a16="http://schemas.microsoft.com/office/drawing/2014/main" id="{AFC7CD7C-0802-4FC5-B2CC-25FA9CF30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3060"/>
              <a:ext cx="15" cy="45"/>
            </a:xfrm>
            <a:custGeom>
              <a:avLst/>
              <a:gdLst>
                <a:gd name="T0" fmla="*/ 9 w 7"/>
                <a:gd name="T1" fmla="*/ 0 h 21"/>
                <a:gd name="T2" fmla="*/ 28 w 7"/>
                <a:gd name="T3" fmla="*/ 96 h 21"/>
                <a:gd name="T4" fmla="*/ 69 w 7"/>
                <a:gd name="T5" fmla="*/ 20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1">
                  <a:moveTo>
                    <a:pt x="1" y="0"/>
                  </a:moveTo>
                  <a:cubicBezTo>
                    <a:pt x="0" y="4"/>
                    <a:pt x="2" y="7"/>
                    <a:pt x="3" y="10"/>
                  </a:cubicBezTo>
                  <a:cubicBezTo>
                    <a:pt x="5" y="14"/>
                    <a:pt x="5" y="18"/>
                    <a:pt x="7" y="2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0" name="Freeform 1581">
              <a:extLst>
                <a:ext uri="{FF2B5EF4-FFF2-40B4-BE49-F238E27FC236}">
                  <a16:creationId xmlns:a16="http://schemas.microsoft.com/office/drawing/2014/main" id="{EB03BD28-5622-4856-9D29-C42BA0B47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750"/>
              <a:ext cx="29" cy="48"/>
            </a:xfrm>
            <a:custGeom>
              <a:avLst/>
              <a:gdLst>
                <a:gd name="T0" fmla="*/ 0 w 14"/>
                <a:gd name="T1" fmla="*/ 229 h 22"/>
                <a:gd name="T2" fmla="*/ 124 w 1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0" y="22"/>
                  </a:moveTo>
                  <a:cubicBezTo>
                    <a:pt x="3" y="14"/>
                    <a:pt x="8" y="7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1" name="Freeform 1582">
              <a:extLst>
                <a:ext uri="{FF2B5EF4-FFF2-40B4-BE49-F238E27FC236}">
                  <a16:creationId xmlns:a16="http://schemas.microsoft.com/office/drawing/2014/main" id="{99043732-A84D-43B9-A128-B9CECA7B6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1850"/>
              <a:ext cx="15" cy="42"/>
            </a:xfrm>
            <a:custGeom>
              <a:avLst/>
              <a:gdLst>
                <a:gd name="T0" fmla="*/ 9 w 7"/>
                <a:gd name="T1" fmla="*/ 206 h 19"/>
                <a:gd name="T2" fmla="*/ 69 w 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1" y="19"/>
                  </a:moveTo>
                  <a:cubicBezTo>
                    <a:pt x="0" y="15"/>
                    <a:pt x="5" y="3"/>
                    <a:pt x="7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2" name="Freeform 1583">
              <a:extLst>
                <a:ext uri="{FF2B5EF4-FFF2-40B4-BE49-F238E27FC236}">
                  <a16:creationId xmlns:a16="http://schemas.microsoft.com/office/drawing/2014/main" id="{C8E7172B-7877-4B8A-A233-BBB5F087F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772"/>
              <a:ext cx="63" cy="135"/>
            </a:xfrm>
            <a:custGeom>
              <a:avLst/>
              <a:gdLst>
                <a:gd name="T0" fmla="*/ 0 w 31"/>
                <a:gd name="T1" fmla="*/ 640 h 62"/>
                <a:gd name="T2" fmla="*/ 219 w 31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2">
                  <a:moveTo>
                    <a:pt x="0" y="62"/>
                  </a:moveTo>
                  <a:cubicBezTo>
                    <a:pt x="14" y="44"/>
                    <a:pt x="31" y="22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3" name="Freeform 1584">
              <a:extLst>
                <a:ext uri="{FF2B5EF4-FFF2-40B4-BE49-F238E27FC236}">
                  <a16:creationId xmlns:a16="http://schemas.microsoft.com/office/drawing/2014/main" id="{4890F280-EB13-443C-9ADB-1DE933327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708"/>
              <a:ext cx="39" cy="101"/>
            </a:xfrm>
            <a:custGeom>
              <a:avLst/>
              <a:gdLst>
                <a:gd name="T0" fmla="*/ 0 w 19"/>
                <a:gd name="T1" fmla="*/ 487 h 46"/>
                <a:gd name="T2" fmla="*/ 131 w 19"/>
                <a:gd name="T3" fmla="*/ 246 h 46"/>
                <a:gd name="T4" fmla="*/ 164 w 1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0" y="46"/>
                  </a:moveTo>
                  <a:cubicBezTo>
                    <a:pt x="6" y="41"/>
                    <a:pt x="12" y="31"/>
                    <a:pt x="15" y="23"/>
                  </a:cubicBezTo>
                  <a:cubicBezTo>
                    <a:pt x="18" y="15"/>
                    <a:pt x="16" y="6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4" name="Freeform 1585">
              <a:extLst>
                <a:ext uri="{FF2B5EF4-FFF2-40B4-BE49-F238E27FC236}">
                  <a16:creationId xmlns:a16="http://schemas.microsoft.com/office/drawing/2014/main" id="{3F70AAEB-11FB-493E-930A-A2BF812C9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656"/>
              <a:ext cx="72" cy="83"/>
            </a:xfrm>
            <a:custGeom>
              <a:avLst/>
              <a:gdLst>
                <a:gd name="T0" fmla="*/ 0 w 35"/>
                <a:gd name="T1" fmla="*/ 395 h 38"/>
                <a:gd name="T2" fmla="*/ 304 w 35"/>
                <a:gd name="T3" fmla="*/ 0 h 38"/>
                <a:gd name="T4" fmla="*/ 8 w 35"/>
                <a:gd name="T5" fmla="*/ 24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4" y="28"/>
                    <a:pt x="25" y="14"/>
                    <a:pt x="35" y="0"/>
                  </a:cubicBezTo>
                  <a:cubicBezTo>
                    <a:pt x="21" y="5"/>
                    <a:pt x="11" y="14"/>
                    <a:pt x="1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5" name="Freeform 1586">
              <a:extLst>
                <a:ext uri="{FF2B5EF4-FFF2-40B4-BE49-F238E27FC236}">
                  <a16:creationId xmlns:a16="http://schemas.microsoft.com/office/drawing/2014/main" id="{FE51B410-579C-4685-A2FA-512F86D18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710"/>
              <a:ext cx="92" cy="193"/>
            </a:xfrm>
            <a:custGeom>
              <a:avLst/>
              <a:gdLst>
                <a:gd name="T0" fmla="*/ 0 w 45"/>
                <a:gd name="T1" fmla="*/ 928 h 88"/>
                <a:gd name="T2" fmla="*/ 92 w 45"/>
                <a:gd name="T3" fmla="*/ 548 h 88"/>
                <a:gd name="T4" fmla="*/ 204 w 45"/>
                <a:gd name="T5" fmla="*/ 307 h 88"/>
                <a:gd name="T6" fmla="*/ 221 w 45"/>
                <a:gd name="T7" fmla="*/ 318 h 88"/>
                <a:gd name="T8" fmla="*/ 229 w 45"/>
                <a:gd name="T9" fmla="*/ 274 h 88"/>
                <a:gd name="T10" fmla="*/ 280 w 45"/>
                <a:gd name="T11" fmla="*/ 158 h 88"/>
                <a:gd name="T12" fmla="*/ 384 w 45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8">
                  <a:moveTo>
                    <a:pt x="0" y="88"/>
                  </a:moveTo>
                  <a:cubicBezTo>
                    <a:pt x="0" y="77"/>
                    <a:pt x="8" y="63"/>
                    <a:pt x="11" y="52"/>
                  </a:cubicBezTo>
                  <a:cubicBezTo>
                    <a:pt x="14" y="43"/>
                    <a:pt x="18" y="36"/>
                    <a:pt x="24" y="29"/>
                  </a:cubicBezTo>
                  <a:cubicBezTo>
                    <a:pt x="25" y="30"/>
                    <a:pt x="25" y="30"/>
                    <a:pt x="26" y="30"/>
                  </a:cubicBezTo>
                  <a:cubicBezTo>
                    <a:pt x="28" y="29"/>
                    <a:pt x="26" y="28"/>
                    <a:pt x="27" y="26"/>
                  </a:cubicBezTo>
                  <a:cubicBezTo>
                    <a:pt x="28" y="22"/>
                    <a:pt x="30" y="19"/>
                    <a:pt x="33" y="15"/>
                  </a:cubicBezTo>
                  <a:cubicBezTo>
                    <a:pt x="36" y="11"/>
                    <a:pt x="44" y="5"/>
                    <a:pt x="4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6" name="Freeform 1587">
              <a:extLst>
                <a:ext uri="{FF2B5EF4-FFF2-40B4-BE49-F238E27FC236}">
                  <a16:creationId xmlns:a16="http://schemas.microsoft.com/office/drawing/2014/main" id="{2FF53F77-3E96-459B-831C-7456106F4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791"/>
              <a:ext cx="50" cy="88"/>
            </a:xfrm>
            <a:custGeom>
              <a:avLst/>
              <a:gdLst>
                <a:gd name="T0" fmla="*/ 0 w 24"/>
                <a:gd name="T1" fmla="*/ 427 h 40"/>
                <a:gd name="T2" fmla="*/ 200 w 24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0">
                  <a:moveTo>
                    <a:pt x="0" y="40"/>
                  </a:moveTo>
                  <a:cubicBezTo>
                    <a:pt x="13" y="35"/>
                    <a:pt x="24" y="14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7" name="Freeform 1588">
              <a:extLst>
                <a:ext uri="{FF2B5EF4-FFF2-40B4-BE49-F238E27FC236}">
                  <a16:creationId xmlns:a16="http://schemas.microsoft.com/office/drawing/2014/main" id="{AF6A841B-DA19-42E1-BE40-39749538B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724"/>
              <a:ext cx="46" cy="100"/>
            </a:xfrm>
            <a:custGeom>
              <a:avLst/>
              <a:gdLst>
                <a:gd name="T0" fmla="*/ 0 w 22"/>
                <a:gd name="T1" fmla="*/ 472 h 46"/>
                <a:gd name="T2" fmla="*/ 165 w 22"/>
                <a:gd name="T3" fmla="*/ 165 h 46"/>
                <a:gd name="T4" fmla="*/ 201 w 2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6">
                  <a:moveTo>
                    <a:pt x="0" y="46"/>
                  </a:moveTo>
                  <a:cubicBezTo>
                    <a:pt x="8" y="37"/>
                    <a:pt x="15" y="27"/>
                    <a:pt x="18" y="16"/>
                  </a:cubicBezTo>
                  <a:cubicBezTo>
                    <a:pt x="20" y="11"/>
                    <a:pt x="21" y="5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8" name="Freeform 1589">
              <a:extLst>
                <a:ext uri="{FF2B5EF4-FFF2-40B4-BE49-F238E27FC236}">
                  <a16:creationId xmlns:a16="http://schemas.microsoft.com/office/drawing/2014/main" id="{8078FCC9-5A7A-47A5-BD2B-AE06BF417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601"/>
              <a:ext cx="101" cy="66"/>
            </a:xfrm>
            <a:custGeom>
              <a:avLst/>
              <a:gdLst>
                <a:gd name="T0" fmla="*/ 0 w 49"/>
                <a:gd name="T1" fmla="*/ 319 h 30"/>
                <a:gd name="T2" fmla="*/ 429 w 49"/>
                <a:gd name="T3" fmla="*/ 0 h 30"/>
                <a:gd name="T4" fmla="*/ 247 w 49"/>
                <a:gd name="T5" fmla="*/ 161 h 30"/>
                <a:gd name="T6" fmla="*/ 107 w 49"/>
                <a:gd name="T7" fmla="*/ 257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0">
                  <a:moveTo>
                    <a:pt x="0" y="30"/>
                  </a:moveTo>
                  <a:cubicBezTo>
                    <a:pt x="13" y="13"/>
                    <a:pt x="29" y="6"/>
                    <a:pt x="49" y="0"/>
                  </a:cubicBezTo>
                  <a:cubicBezTo>
                    <a:pt x="42" y="5"/>
                    <a:pt x="35" y="10"/>
                    <a:pt x="28" y="15"/>
                  </a:cubicBezTo>
                  <a:cubicBezTo>
                    <a:pt x="24" y="18"/>
                    <a:pt x="18" y="22"/>
                    <a:pt x="12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09" name="Freeform 1590">
              <a:extLst>
                <a:ext uri="{FF2B5EF4-FFF2-40B4-BE49-F238E27FC236}">
                  <a16:creationId xmlns:a16="http://schemas.microsoft.com/office/drawing/2014/main" id="{3A187E47-5383-453F-A74B-77F077ABA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625"/>
              <a:ext cx="72" cy="72"/>
            </a:xfrm>
            <a:custGeom>
              <a:avLst/>
              <a:gdLst>
                <a:gd name="T0" fmla="*/ 0 w 35"/>
                <a:gd name="T1" fmla="*/ 343 h 33"/>
                <a:gd name="T2" fmla="*/ 304 w 35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3">
                  <a:moveTo>
                    <a:pt x="0" y="33"/>
                  </a:moveTo>
                  <a:cubicBezTo>
                    <a:pt x="16" y="26"/>
                    <a:pt x="26" y="12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0" name="Freeform 1591">
              <a:extLst>
                <a:ext uri="{FF2B5EF4-FFF2-40B4-BE49-F238E27FC236}">
                  <a16:creationId xmlns:a16="http://schemas.microsoft.com/office/drawing/2014/main" id="{E2769D61-18DE-45CB-B44D-0CAE9D623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1686"/>
              <a:ext cx="58" cy="97"/>
            </a:xfrm>
            <a:custGeom>
              <a:avLst/>
              <a:gdLst>
                <a:gd name="T0" fmla="*/ 0 w 28"/>
                <a:gd name="T1" fmla="*/ 472 h 44"/>
                <a:gd name="T2" fmla="*/ 168 w 28"/>
                <a:gd name="T3" fmla="*/ 238 h 44"/>
                <a:gd name="T4" fmla="*/ 249 w 28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4">
                  <a:moveTo>
                    <a:pt x="0" y="44"/>
                  </a:moveTo>
                  <a:cubicBezTo>
                    <a:pt x="6" y="36"/>
                    <a:pt x="13" y="30"/>
                    <a:pt x="19" y="22"/>
                  </a:cubicBezTo>
                  <a:cubicBezTo>
                    <a:pt x="23" y="17"/>
                    <a:pt x="25" y="5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1" name="Freeform 1592">
              <a:extLst>
                <a:ext uri="{FF2B5EF4-FFF2-40B4-BE49-F238E27FC236}">
                  <a16:creationId xmlns:a16="http://schemas.microsoft.com/office/drawing/2014/main" id="{A5C45A97-49E3-4D71-A067-5D649D86F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571"/>
              <a:ext cx="110" cy="32"/>
            </a:xfrm>
            <a:custGeom>
              <a:avLst/>
              <a:gdLst>
                <a:gd name="T0" fmla="*/ 0 w 54"/>
                <a:gd name="T1" fmla="*/ 145 h 15"/>
                <a:gd name="T2" fmla="*/ 196 w 54"/>
                <a:gd name="T3" fmla="*/ 28 h 15"/>
                <a:gd name="T4" fmla="*/ 456 w 54"/>
                <a:gd name="T5" fmla="*/ 60 h 15"/>
                <a:gd name="T6" fmla="*/ 212 w 54"/>
                <a:gd name="T7" fmla="*/ 128 h 15"/>
                <a:gd name="T8" fmla="*/ 8 w 54"/>
                <a:gd name="T9" fmla="*/ 13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5">
                  <a:moveTo>
                    <a:pt x="0" y="15"/>
                  </a:moveTo>
                  <a:cubicBezTo>
                    <a:pt x="4" y="8"/>
                    <a:pt x="15" y="5"/>
                    <a:pt x="23" y="3"/>
                  </a:cubicBezTo>
                  <a:cubicBezTo>
                    <a:pt x="34" y="0"/>
                    <a:pt x="43" y="4"/>
                    <a:pt x="54" y="6"/>
                  </a:cubicBezTo>
                  <a:cubicBezTo>
                    <a:pt x="46" y="3"/>
                    <a:pt x="33" y="11"/>
                    <a:pt x="25" y="13"/>
                  </a:cubicBezTo>
                  <a:cubicBezTo>
                    <a:pt x="17" y="15"/>
                    <a:pt x="8" y="12"/>
                    <a:pt x="1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2" name="Freeform 1593">
              <a:extLst>
                <a:ext uri="{FF2B5EF4-FFF2-40B4-BE49-F238E27FC236}">
                  <a16:creationId xmlns:a16="http://schemas.microsoft.com/office/drawing/2014/main" id="{E5FF7639-0327-43FF-B92F-B96ECF0CE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566"/>
              <a:ext cx="99" cy="15"/>
            </a:xfrm>
            <a:custGeom>
              <a:avLst/>
              <a:gdLst>
                <a:gd name="T0" fmla="*/ 25 w 48"/>
                <a:gd name="T1" fmla="*/ 51 h 7"/>
                <a:gd name="T2" fmla="*/ 421 w 48"/>
                <a:gd name="T3" fmla="*/ 51 h 7"/>
                <a:gd name="T4" fmla="*/ 184 w 48"/>
                <a:gd name="T5" fmla="*/ 9 h 7"/>
                <a:gd name="T6" fmla="*/ 0 w 48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7">
                  <a:moveTo>
                    <a:pt x="3" y="5"/>
                  </a:moveTo>
                  <a:cubicBezTo>
                    <a:pt x="18" y="7"/>
                    <a:pt x="33" y="6"/>
                    <a:pt x="48" y="5"/>
                  </a:cubicBezTo>
                  <a:cubicBezTo>
                    <a:pt x="42" y="0"/>
                    <a:pt x="29" y="1"/>
                    <a:pt x="21" y="1"/>
                  </a:cubicBezTo>
                  <a:cubicBezTo>
                    <a:pt x="14" y="0"/>
                    <a:pt x="7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3" name="Freeform 1594">
              <a:extLst>
                <a:ext uri="{FF2B5EF4-FFF2-40B4-BE49-F238E27FC236}">
                  <a16:creationId xmlns:a16="http://schemas.microsoft.com/office/drawing/2014/main" id="{E23FCF5F-A378-4BA1-B57C-E4D270FB0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584"/>
              <a:ext cx="84" cy="32"/>
            </a:xfrm>
            <a:custGeom>
              <a:avLst/>
              <a:gdLst>
                <a:gd name="T0" fmla="*/ 0 w 41"/>
                <a:gd name="T1" fmla="*/ 77 h 15"/>
                <a:gd name="T2" fmla="*/ 352 w 4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5">
                  <a:moveTo>
                    <a:pt x="0" y="8"/>
                  </a:moveTo>
                  <a:cubicBezTo>
                    <a:pt x="10" y="15"/>
                    <a:pt x="34" y="7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4" name="Freeform 1595">
              <a:extLst>
                <a:ext uri="{FF2B5EF4-FFF2-40B4-BE49-F238E27FC236}">
                  <a16:creationId xmlns:a16="http://schemas.microsoft.com/office/drawing/2014/main" id="{46481D99-083D-4E8F-ABCD-C517EC0F2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601"/>
              <a:ext cx="72" cy="64"/>
            </a:xfrm>
            <a:custGeom>
              <a:avLst/>
              <a:gdLst>
                <a:gd name="T0" fmla="*/ 0 w 35"/>
                <a:gd name="T1" fmla="*/ 302 h 29"/>
                <a:gd name="T2" fmla="*/ 237 w 35"/>
                <a:gd name="T3" fmla="*/ 126 h 29"/>
                <a:gd name="T4" fmla="*/ 304 w 3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9">
                  <a:moveTo>
                    <a:pt x="0" y="28"/>
                  </a:moveTo>
                  <a:cubicBezTo>
                    <a:pt x="8" y="29"/>
                    <a:pt x="21" y="17"/>
                    <a:pt x="27" y="12"/>
                  </a:cubicBezTo>
                  <a:cubicBezTo>
                    <a:pt x="30" y="9"/>
                    <a:pt x="33" y="4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5" name="Freeform 1596">
              <a:extLst>
                <a:ext uri="{FF2B5EF4-FFF2-40B4-BE49-F238E27FC236}">
                  <a16:creationId xmlns:a16="http://schemas.microsoft.com/office/drawing/2014/main" id="{7CA1233E-9A7E-4E6F-B481-88B57B77F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1608"/>
              <a:ext cx="84" cy="46"/>
            </a:xfrm>
            <a:custGeom>
              <a:avLst/>
              <a:gdLst>
                <a:gd name="T0" fmla="*/ 0 w 41"/>
                <a:gd name="T1" fmla="*/ 210 h 21"/>
                <a:gd name="T2" fmla="*/ 248 w 41"/>
                <a:gd name="T3" fmla="*/ 61 h 21"/>
                <a:gd name="T4" fmla="*/ 352 w 4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">
                  <a:moveTo>
                    <a:pt x="0" y="20"/>
                  </a:moveTo>
                  <a:cubicBezTo>
                    <a:pt x="12" y="21"/>
                    <a:pt x="20" y="11"/>
                    <a:pt x="29" y="6"/>
                  </a:cubicBezTo>
                  <a:cubicBezTo>
                    <a:pt x="33" y="3"/>
                    <a:pt x="37" y="3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6" name="Freeform 1597">
              <a:extLst>
                <a:ext uri="{FF2B5EF4-FFF2-40B4-BE49-F238E27FC236}">
                  <a16:creationId xmlns:a16="http://schemas.microsoft.com/office/drawing/2014/main" id="{CEDEE969-8E11-40B7-BE39-E7B47DE62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1658"/>
              <a:ext cx="52" cy="66"/>
            </a:xfrm>
            <a:custGeom>
              <a:avLst/>
              <a:gdLst>
                <a:gd name="T0" fmla="*/ 0 w 25"/>
                <a:gd name="T1" fmla="*/ 319 h 30"/>
                <a:gd name="T2" fmla="*/ 225 w 2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0">
                  <a:moveTo>
                    <a:pt x="0" y="30"/>
                  </a:moveTo>
                  <a:cubicBezTo>
                    <a:pt x="14" y="25"/>
                    <a:pt x="19" y="11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7" name="Freeform 1598">
              <a:extLst>
                <a:ext uri="{FF2B5EF4-FFF2-40B4-BE49-F238E27FC236}">
                  <a16:creationId xmlns:a16="http://schemas.microsoft.com/office/drawing/2014/main" id="{2E7FC523-2342-4019-A0FC-BD8546176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879"/>
              <a:ext cx="45" cy="89"/>
            </a:xfrm>
            <a:custGeom>
              <a:avLst/>
              <a:gdLst>
                <a:gd name="T0" fmla="*/ 68 w 22"/>
                <a:gd name="T1" fmla="*/ 122 h 41"/>
                <a:gd name="T2" fmla="*/ 16 w 22"/>
                <a:gd name="T3" fmla="*/ 419 h 41"/>
                <a:gd name="T4" fmla="*/ 121 w 22"/>
                <a:gd name="T5" fmla="*/ 202 h 41"/>
                <a:gd name="T6" fmla="*/ 164 w 22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1">
                  <a:moveTo>
                    <a:pt x="8" y="12"/>
                  </a:moveTo>
                  <a:cubicBezTo>
                    <a:pt x="3" y="19"/>
                    <a:pt x="0" y="32"/>
                    <a:pt x="2" y="41"/>
                  </a:cubicBezTo>
                  <a:cubicBezTo>
                    <a:pt x="2" y="34"/>
                    <a:pt x="11" y="26"/>
                    <a:pt x="14" y="20"/>
                  </a:cubicBezTo>
                  <a:cubicBezTo>
                    <a:pt x="17" y="16"/>
                    <a:pt x="22" y="5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8" name="Freeform 1599">
              <a:extLst>
                <a:ext uri="{FF2B5EF4-FFF2-40B4-BE49-F238E27FC236}">
                  <a16:creationId xmlns:a16="http://schemas.microsoft.com/office/drawing/2014/main" id="{F38F3FE9-B3B6-4D28-9FE4-2E70AA5B1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940"/>
              <a:ext cx="41" cy="112"/>
            </a:xfrm>
            <a:custGeom>
              <a:avLst/>
              <a:gdLst>
                <a:gd name="T0" fmla="*/ 105 w 20"/>
                <a:gd name="T1" fmla="*/ 116 h 51"/>
                <a:gd name="T2" fmla="*/ 59 w 20"/>
                <a:gd name="T3" fmla="*/ 540 h 51"/>
                <a:gd name="T4" fmla="*/ 96 w 20"/>
                <a:gd name="T5" fmla="*/ 415 h 51"/>
                <a:gd name="T6" fmla="*/ 164 w 20"/>
                <a:gd name="T7" fmla="*/ 213 h 51"/>
                <a:gd name="T8" fmla="*/ 156 w 20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1">
                  <a:moveTo>
                    <a:pt x="12" y="11"/>
                  </a:moveTo>
                  <a:cubicBezTo>
                    <a:pt x="9" y="22"/>
                    <a:pt x="0" y="39"/>
                    <a:pt x="7" y="51"/>
                  </a:cubicBezTo>
                  <a:cubicBezTo>
                    <a:pt x="6" y="47"/>
                    <a:pt x="9" y="43"/>
                    <a:pt x="11" y="39"/>
                  </a:cubicBezTo>
                  <a:cubicBezTo>
                    <a:pt x="15" y="33"/>
                    <a:pt x="18" y="27"/>
                    <a:pt x="19" y="20"/>
                  </a:cubicBezTo>
                  <a:cubicBezTo>
                    <a:pt x="20" y="13"/>
                    <a:pt x="19" y="7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19" name="Freeform 1600">
              <a:extLst>
                <a:ext uri="{FF2B5EF4-FFF2-40B4-BE49-F238E27FC236}">
                  <a16:creationId xmlns:a16="http://schemas.microsoft.com/office/drawing/2014/main" id="{97CBA05B-3B85-4C8F-B287-A74793ED2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047"/>
              <a:ext cx="4" cy="22"/>
            </a:xfrm>
            <a:custGeom>
              <a:avLst/>
              <a:gdLst>
                <a:gd name="T0" fmla="*/ 16 w 2"/>
                <a:gd name="T1" fmla="*/ 0 h 10"/>
                <a:gd name="T2" fmla="*/ 0 w 2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0" name="Freeform 1601">
              <a:extLst>
                <a:ext uri="{FF2B5EF4-FFF2-40B4-BE49-F238E27FC236}">
                  <a16:creationId xmlns:a16="http://schemas.microsoft.com/office/drawing/2014/main" id="{98254409-27DD-46D5-B13C-790041D61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025"/>
              <a:ext cx="15" cy="46"/>
            </a:xfrm>
            <a:custGeom>
              <a:avLst/>
              <a:gdLst>
                <a:gd name="T0" fmla="*/ 9 w 7"/>
                <a:gd name="T1" fmla="*/ 0 h 21"/>
                <a:gd name="T2" fmla="*/ 69 w 7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1" y="0"/>
                  </a:moveTo>
                  <a:cubicBezTo>
                    <a:pt x="0" y="6"/>
                    <a:pt x="5" y="15"/>
                    <a:pt x="7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1" name="Freeform 1602">
              <a:extLst>
                <a:ext uri="{FF2B5EF4-FFF2-40B4-BE49-F238E27FC236}">
                  <a16:creationId xmlns:a16="http://schemas.microsoft.com/office/drawing/2014/main" id="{764CBEDF-F4AD-4EDA-AD16-B4B2CED48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984"/>
              <a:ext cx="12" cy="87"/>
            </a:xfrm>
            <a:custGeom>
              <a:avLst/>
              <a:gdLst>
                <a:gd name="T0" fmla="*/ 0 w 6"/>
                <a:gd name="T1" fmla="*/ 411 h 40"/>
                <a:gd name="T2" fmla="*/ 0 w 6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0">
                  <a:moveTo>
                    <a:pt x="0" y="40"/>
                  </a:moveTo>
                  <a:cubicBezTo>
                    <a:pt x="6" y="27"/>
                    <a:pt x="4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2" name="Freeform 1603">
              <a:extLst>
                <a:ext uri="{FF2B5EF4-FFF2-40B4-BE49-F238E27FC236}">
                  <a16:creationId xmlns:a16="http://schemas.microsoft.com/office/drawing/2014/main" id="{3D95B14D-F34B-4524-B9BC-68E5B7F41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909"/>
              <a:ext cx="29" cy="79"/>
            </a:xfrm>
            <a:custGeom>
              <a:avLst/>
              <a:gdLst>
                <a:gd name="T0" fmla="*/ 0 w 14"/>
                <a:gd name="T1" fmla="*/ 380 h 36"/>
                <a:gd name="T2" fmla="*/ 73 w 1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6">
                  <a:moveTo>
                    <a:pt x="0" y="36"/>
                  </a:moveTo>
                  <a:cubicBezTo>
                    <a:pt x="4" y="25"/>
                    <a:pt x="14" y="1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3" name="Freeform 1604">
              <a:extLst>
                <a:ext uri="{FF2B5EF4-FFF2-40B4-BE49-F238E27FC236}">
                  <a16:creationId xmlns:a16="http://schemas.microsoft.com/office/drawing/2014/main" id="{F25E8979-FF48-4EFD-80FA-F412ECE8C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864"/>
              <a:ext cx="21" cy="78"/>
            </a:xfrm>
            <a:custGeom>
              <a:avLst/>
              <a:gdLst>
                <a:gd name="T0" fmla="*/ 0 w 10"/>
                <a:gd name="T1" fmla="*/ 366 h 36"/>
                <a:gd name="T2" fmla="*/ 92 w 10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0" y="36"/>
                  </a:moveTo>
                  <a:cubicBezTo>
                    <a:pt x="8" y="26"/>
                    <a:pt x="10" y="1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4" name="Freeform 1605">
              <a:extLst>
                <a:ext uri="{FF2B5EF4-FFF2-40B4-BE49-F238E27FC236}">
                  <a16:creationId xmlns:a16="http://schemas.microsoft.com/office/drawing/2014/main" id="{5901C115-1749-4984-A4FE-9B9217D5B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818"/>
              <a:ext cx="33" cy="98"/>
            </a:xfrm>
            <a:custGeom>
              <a:avLst/>
              <a:gdLst>
                <a:gd name="T0" fmla="*/ 0 w 16"/>
                <a:gd name="T1" fmla="*/ 464 h 45"/>
                <a:gd name="T2" fmla="*/ 97 w 16"/>
                <a:gd name="T3" fmla="*/ 309 h 45"/>
                <a:gd name="T4" fmla="*/ 140 w 16"/>
                <a:gd name="T5" fmla="*/ 124 h 45"/>
                <a:gd name="T6" fmla="*/ 124 w 1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5">
                  <a:moveTo>
                    <a:pt x="0" y="45"/>
                  </a:moveTo>
                  <a:cubicBezTo>
                    <a:pt x="3" y="39"/>
                    <a:pt x="8" y="35"/>
                    <a:pt x="11" y="30"/>
                  </a:cubicBezTo>
                  <a:cubicBezTo>
                    <a:pt x="14" y="25"/>
                    <a:pt x="16" y="18"/>
                    <a:pt x="16" y="12"/>
                  </a:cubicBezTo>
                  <a:cubicBezTo>
                    <a:pt x="15" y="8"/>
                    <a:pt x="16" y="3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5" name="Freeform 1606">
              <a:extLst>
                <a:ext uri="{FF2B5EF4-FFF2-40B4-BE49-F238E27FC236}">
                  <a16:creationId xmlns:a16="http://schemas.microsoft.com/office/drawing/2014/main" id="{62B22750-A5BC-4F90-A38A-9F1FDE658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603"/>
              <a:ext cx="90" cy="40"/>
            </a:xfrm>
            <a:custGeom>
              <a:avLst/>
              <a:gdLst>
                <a:gd name="T0" fmla="*/ 0 w 44"/>
                <a:gd name="T1" fmla="*/ 178 h 18"/>
                <a:gd name="T2" fmla="*/ 248 w 44"/>
                <a:gd name="T3" fmla="*/ 109 h 18"/>
                <a:gd name="T4" fmla="*/ 376 w 4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8">
                  <a:moveTo>
                    <a:pt x="0" y="16"/>
                  </a:moveTo>
                  <a:cubicBezTo>
                    <a:pt x="9" y="18"/>
                    <a:pt x="21" y="14"/>
                    <a:pt x="29" y="10"/>
                  </a:cubicBezTo>
                  <a:cubicBezTo>
                    <a:pt x="35" y="7"/>
                    <a:pt x="39" y="3"/>
                    <a:pt x="4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6" name="Freeform 1607">
              <a:extLst>
                <a:ext uri="{FF2B5EF4-FFF2-40B4-BE49-F238E27FC236}">
                  <a16:creationId xmlns:a16="http://schemas.microsoft.com/office/drawing/2014/main" id="{4C0596EC-0751-43D0-99B3-C7AFB7B9D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647"/>
              <a:ext cx="68" cy="57"/>
            </a:xfrm>
            <a:custGeom>
              <a:avLst/>
              <a:gdLst>
                <a:gd name="T0" fmla="*/ 0 w 33"/>
                <a:gd name="T1" fmla="*/ 274 h 26"/>
                <a:gd name="T2" fmla="*/ 97 w 33"/>
                <a:gd name="T3" fmla="*/ 202 h 26"/>
                <a:gd name="T4" fmla="*/ 220 w 33"/>
                <a:gd name="T5" fmla="*/ 116 h 26"/>
                <a:gd name="T6" fmla="*/ 288 w 3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6">
                  <a:moveTo>
                    <a:pt x="0" y="26"/>
                  </a:moveTo>
                  <a:cubicBezTo>
                    <a:pt x="5" y="24"/>
                    <a:pt x="7" y="20"/>
                    <a:pt x="11" y="19"/>
                  </a:cubicBezTo>
                  <a:cubicBezTo>
                    <a:pt x="17" y="16"/>
                    <a:pt x="21" y="16"/>
                    <a:pt x="25" y="11"/>
                  </a:cubicBezTo>
                  <a:cubicBezTo>
                    <a:pt x="28" y="8"/>
                    <a:pt x="29" y="3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7" name="Freeform 1608">
              <a:extLst>
                <a:ext uri="{FF2B5EF4-FFF2-40B4-BE49-F238E27FC236}">
                  <a16:creationId xmlns:a16="http://schemas.microsoft.com/office/drawing/2014/main" id="{3637F12D-D00E-43E2-9E41-341746F50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638"/>
              <a:ext cx="68" cy="44"/>
            </a:xfrm>
            <a:custGeom>
              <a:avLst/>
              <a:gdLst>
                <a:gd name="T0" fmla="*/ 0 w 33"/>
                <a:gd name="T1" fmla="*/ 213 h 20"/>
                <a:gd name="T2" fmla="*/ 220 w 33"/>
                <a:gd name="T3" fmla="*/ 97 h 20"/>
                <a:gd name="T4" fmla="*/ 288 w 3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0">
                  <a:moveTo>
                    <a:pt x="0" y="20"/>
                  </a:moveTo>
                  <a:cubicBezTo>
                    <a:pt x="10" y="17"/>
                    <a:pt x="17" y="15"/>
                    <a:pt x="25" y="9"/>
                  </a:cubicBezTo>
                  <a:cubicBezTo>
                    <a:pt x="28" y="6"/>
                    <a:pt x="30" y="3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8" name="Freeform 1609">
              <a:extLst>
                <a:ext uri="{FF2B5EF4-FFF2-40B4-BE49-F238E27FC236}">
                  <a16:creationId xmlns:a16="http://schemas.microsoft.com/office/drawing/2014/main" id="{4C6CF7CE-794A-4B37-BC10-F67E0C31E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783"/>
              <a:ext cx="26" cy="74"/>
            </a:xfrm>
            <a:custGeom>
              <a:avLst/>
              <a:gdLst>
                <a:gd name="T0" fmla="*/ 0 w 13"/>
                <a:gd name="T1" fmla="*/ 350 h 34"/>
                <a:gd name="T2" fmla="*/ 88 w 13"/>
                <a:gd name="T3" fmla="*/ 133 h 34"/>
                <a:gd name="T4" fmla="*/ 104 w 1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4">
                  <a:moveTo>
                    <a:pt x="0" y="34"/>
                  </a:moveTo>
                  <a:cubicBezTo>
                    <a:pt x="4" y="26"/>
                    <a:pt x="10" y="21"/>
                    <a:pt x="11" y="13"/>
                  </a:cubicBezTo>
                  <a:cubicBezTo>
                    <a:pt x="12" y="9"/>
                    <a:pt x="13" y="2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29" name="Freeform 1610">
              <a:extLst>
                <a:ext uri="{FF2B5EF4-FFF2-40B4-BE49-F238E27FC236}">
                  <a16:creationId xmlns:a16="http://schemas.microsoft.com/office/drawing/2014/main" id="{3E43262A-1377-4853-B2D2-AA085F40E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1732"/>
              <a:ext cx="43" cy="83"/>
            </a:xfrm>
            <a:custGeom>
              <a:avLst/>
              <a:gdLst>
                <a:gd name="T0" fmla="*/ 0 w 21"/>
                <a:gd name="T1" fmla="*/ 395 h 38"/>
                <a:gd name="T2" fmla="*/ 180 w 21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8">
                  <a:moveTo>
                    <a:pt x="0" y="38"/>
                  </a:moveTo>
                  <a:cubicBezTo>
                    <a:pt x="12" y="28"/>
                    <a:pt x="19" y="16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0" name="Freeform 1611">
              <a:extLst>
                <a:ext uri="{FF2B5EF4-FFF2-40B4-BE49-F238E27FC236}">
                  <a16:creationId xmlns:a16="http://schemas.microsoft.com/office/drawing/2014/main" id="{C23B1FCF-1DB4-44AB-8451-7CFA2A638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700"/>
              <a:ext cx="49" cy="78"/>
            </a:xfrm>
            <a:custGeom>
              <a:avLst/>
              <a:gdLst>
                <a:gd name="T0" fmla="*/ 0 w 24"/>
                <a:gd name="T1" fmla="*/ 366 h 36"/>
                <a:gd name="T2" fmla="*/ 180 w 24"/>
                <a:gd name="T3" fmla="*/ 113 h 36"/>
                <a:gd name="T4" fmla="*/ 204 w 24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6">
                  <a:moveTo>
                    <a:pt x="0" y="36"/>
                  </a:moveTo>
                  <a:cubicBezTo>
                    <a:pt x="7" y="29"/>
                    <a:pt x="18" y="21"/>
                    <a:pt x="21" y="11"/>
                  </a:cubicBezTo>
                  <a:cubicBezTo>
                    <a:pt x="22" y="8"/>
                    <a:pt x="22" y="3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1" name="Freeform 1612">
              <a:extLst>
                <a:ext uri="{FF2B5EF4-FFF2-40B4-BE49-F238E27FC236}">
                  <a16:creationId xmlns:a16="http://schemas.microsoft.com/office/drawing/2014/main" id="{933FFEDA-BEA2-4DD9-8AC8-BE09425B5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678"/>
              <a:ext cx="59" cy="59"/>
            </a:xfrm>
            <a:custGeom>
              <a:avLst/>
              <a:gdLst>
                <a:gd name="T0" fmla="*/ 0 w 29"/>
                <a:gd name="T1" fmla="*/ 282 h 27"/>
                <a:gd name="T2" fmla="*/ 244 w 29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7">
                  <a:moveTo>
                    <a:pt x="0" y="27"/>
                  </a:moveTo>
                  <a:cubicBezTo>
                    <a:pt x="11" y="20"/>
                    <a:pt x="23" y="12"/>
                    <a:pt x="2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2" name="Freeform 1613">
              <a:extLst>
                <a:ext uri="{FF2B5EF4-FFF2-40B4-BE49-F238E27FC236}">
                  <a16:creationId xmlns:a16="http://schemas.microsoft.com/office/drawing/2014/main" id="{8D3CD221-5B01-4508-9740-60AD5F59D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667"/>
              <a:ext cx="63" cy="54"/>
            </a:xfrm>
            <a:custGeom>
              <a:avLst/>
              <a:gdLst>
                <a:gd name="T0" fmla="*/ 0 w 31"/>
                <a:gd name="T1" fmla="*/ 253 h 25"/>
                <a:gd name="T2" fmla="*/ 91 w 31"/>
                <a:gd name="T3" fmla="*/ 210 h 25"/>
                <a:gd name="T4" fmla="*/ 177 w 31"/>
                <a:gd name="T5" fmla="*/ 149 h 25"/>
                <a:gd name="T6" fmla="*/ 260 w 31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0" y="25"/>
                  </a:moveTo>
                  <a:cubicBezTo>
                    <a:pt x="3" y="23"/>
                    <a:pt x="7" y="23"/>
                    <a:pt x="11" y="21"/>
                  </a:cubicBezTo>
                  <a:cubicBezTo>
                    <a:pt x="15" y="20"/>
                    <a:pt x="18" y="17"/>
                    <a:pt x="21" y="15"/>
                  </a:cubicBezTo>
                  <a:cubicBezTo>
                    <a:pt x="28" y="11"/>
                    <a:pt x="29" y="7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3" name="Freeform 1614">
              <a:extLst>
                <a:ext uri="{FF2B5EF4-FFF2-40B4-BE49-F238E27FC236}">
                  <a16:creationId xmlns:a16="http://schemas.microsoft.com/office/drawing/2014/main" id="{A6C9AE6E-15AC-4C72-951B-0F6BC4D89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752"/>
              <a:ext cx="62" cy="66"/>
            </a:xfrm>
            <a:custGeom>
              <a:avLst/>
              <a:gdLst>
                <a:gd name="T0" fmla="*/ 0 w 30"/>
                <a:gd name="T1" fmla="*/ 310 h 30"/>
                <a:gd name="T2" fmla="*/ 265 w 3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0">
                  <a:moveTo>
                    <a:pt x="0" y="29"/>
                  </a:moveTo>
                  <a:cubicBezTo>
                    <a:pt x="19" y="30"/>
                    <a:pt x="25" y="14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4" name="Freeform 1615">
              <a:extLst>
                <a:ext uri="{FF2B5EF4-FFF2-40B4-BE49-F238E27FC236}">
                  <a16:creationId xmlns:a16="http://schemas.microsoft.com/office/drawing/2014/main" id="{65085642-9783-40F0-B3E1-49AAE0A15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717"/>
              <a:ext cx="55" cy="48"/>
            </a:xfrm>
            <a:custGeom>
              <a:avLst/>
              <a:gdLst>
                <a:gd name="T0" fmla="*/ 0 w 27"/>
                <a:gd name="T1" fmla="*/ 166 h 22"/>
                <a:gd name="T2" fmla="*/ 228 w 2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2">
                  <a:moveTo>
                    <a:pt x="0" y="16"/>
                  </a:moveTo>
                  <a:cubicBezTo>
                    <a:pt x="6" y="22"/>
                    <a:pt x="27" y="5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5" name="Freeform 1616">
              <a:extLst>
                <a:ext uri="{FF2B5EF4-FFF2-40B4-BE49-F238E27FC236}">
                  <a16:creationId xmlns:a16="http://schemas.microsoft.com/office/drawing/2014/main" id="{7FDA619D-7782-42DB-9E81-47F084777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953"/>
              <a:ext cx="23" cy="88"/>
            </a:xfrm>
            <a:custGeom>
              <a:avLst/>
              <a:gdLst>
                <a:gd name="T0" fmla="*/ 0 w 11"/>
                <a:gd name="T1" fmla="*/ 427 h 40"/>
                <a:gd name="T2" fmla="*/ 36 w 11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0">
                  <a:moveTo>
                    <a:pt x="0" y="40"/>
                  </a:moveTo>
                  <a:cubicBezTo>
                    <a:pt x="5" y="31"/>
                    <a:pt x="11" y="9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6" name="Freeform 1617">
              <a:extLst>
                <a:ext uri="{FF2B5EF4-FFF2-40B4-BE49-F238E27FC236}">
                  <a16:creationId xmlns:a16="http://schemas.microsoft.com/office/drawing/2014/main" id="{DC12D376-259A-4AD7-BCC5-51C068B1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914"/>
              <a:ext cx="17" cy="87"/>
            </a:xfrm>
            <a:custGeom>
              <a:avLst/>
              <a:gdLst>
                <a:gd name="T0" fmla="*/ 0 w 8"/>
                <a:gd name="T1" fmla="*/ 411 h 40"/>
                <a:gd name="T2" fmla="*/ 77 w 8"/>
                <a:gd name="T3" fmla="*/ 141 h 40"/>
                <a:gd name="T4" fmla="*/ 77 w 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0">
                  <a:moveTo>
                    <a:pt x="0" y="40"/>
                  </a:moveTo>
                  <a:cubicBezTo>
                    <a:pt x="5" y="33"/>
                    <a:pt x="8" y="23"/>
                    <a:pt x="8" y="14"/>
                  </a:cubicBezTo>
                  <a:cubicBezTo>
                    <a:pt x="8" y="10"/>
                    <a:pt x="6" y="3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7" name="Freeform 1618">
              <a:extLst>
                <a:ext uri="{FF2B5EF4-FFF2-40B4-BE49-F238E27FC236}">
                  <a16:creationId xmlns:a16="http://schemas.microsoft.com/office/drawing/2014/main" id="{F94326FF-1899-4AB6-9CFE-65458B7C2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879"/>
              <a:ext cx="26" cy="79"/>
            </a:xfrm>
            <a:custGeom>
              <a:avLst/>
              <a:gdLst>
                <a:gd name="T0" fmla="*/ 0 w 13"/>
                <a:gd name="T1" fmla="*/ 380 h 36"/>
                <a:gd name="T2" fmla="*/ 80 w 13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6">
                  <a:moveTo>
                    <a:pt x="0" y="36"/>
                  </a:moveTo>
                  <a:cubicBezTo>
                    <a:pt x="8" y="27"/>
                    <a:pt x="13" y="13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8" name="Freeform 1619">
              <a:extLst>
                <a:ext uri="{FF2B5EF4-FFF2-40B4-BE49-F238E27FC236}">
                  <a16:creationId xmlns:a16="http://schemas.microsoft.com/office/drawing/2014/main" id="{89632EE6-EA07-48E6-91B3-59729088E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833"/>
              <a:ext cx="35" cy="90"/>
            </a:xfrm>
            <a:custGeom>
              <a:avLst/>
              <a:gdLst>
                <a:gd name="T0" fmla="*/ 0 w 17"/>
                <a:gd name="T1" fmla="*/ 435 h 41"/>
                <a:gd name="T2" fmla="*/ 97 w 17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1">
                  <a:moveTo>
                    <a:pt x="0" y="41"/>
                  </a:moveTo>
                  <a:cubicBezTo>
                    <a:pt x="7" y="30"/>
                    <a:pt x="17" y="1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39" name="Freeform 1620">
              <a:extLst>
                <a:ext uri="{FF2B5EF4-FFF2-40B4-BE49-F238E27FC236}">
                  <a16:creationId xmlns:a16="http://schemas.microsoft.com/office/drawing/2014/main" id="{EE04267F-C08D-4CE0-8514-9CF1FDF92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809"/>
              <a:ext cx="45" cy="76"/>
            </a:xfrm>
            <a:custGeom>
              <a:avLst/>
              <a:gdLst>
                <a:gd name="T0" fmla="*/ 0 w 22"/>
                <a:gd name="T1" fmla="*/ 358 h 35"/>
                <a:gd name="T2" fmla="*/ 59 w 22"/>
                <a:gd name="T3" fmla="*/ 278 h 35"/>
                <a:gd name="T4" fmla="*/ 129 w 22"/>
                <a:gd name="T5" fmla="*/ 156 h 35"/>
                <a:gd name="T6" fmla="*/ 188 w 2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5">
                  <a:moveTo>
                    <a:pt x="0" y="35"/>
                  </a:moveTo>
                  <a:cubicBezTo>
                    <a:pt x="1" y="31"/>
                    <a:pt x="4" y="30"/>
                    <a:pt x="7" y="27"/>
                  </a:cubicBezTo>
                  <a:cubicBezTo>
                    <a:pt x="10" y="23"/>
                    <a:pt x="13" y="19"/>
                    <a:pt x="15" y="15"/>
                  </a:cubicBezTo>
                  <a:cubicBezTo>
                    <a:pt x="18" y="10"/>
                    <a:pt x="20" y="5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0" name="Freeform 1621">
              <a:extLst>
                <a:ext uri="{FF2B5EF4-FFF2-40B4-BE49-F238E27FC236}">
                  <a16:creationId xmlns:a16="http://schemas.microsoft.com/office/drawing/2014/main" id="{00165877-D073-4AFB-ADD0-9F6A89859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883"/>
              <a:ext cx="29" cy="101"/>
            </a:xfrm>
            <a:custGeom>
              <a:avLst/>
              <a:gdLst>
                <a:gd name="T0" fmla="*/ 99 w 14"/>
                <a:gd name="T1" fmla="*/ 0 h 46"/>
                <a:gd name="T2" fmla="*/ 25 w 14"/>
                <a:gd name="T3" fmla="*/ 487 h 46"/>
                <a:gd name="T4" fmla="*/ 0 w 14"/>
                <a:gd name="T5" fmla="*/ 1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6">
                  <a:moveTo>
                    <a:pt x="11" y="0"/>
                  </a:moveTo>
                  <a:cubicBezTo>
                    <a:pt x="14" y="12"/>
                    <a:pt x="9" y="36"/>
                    <a:pt x="3" y="46"/>
                  </a:cubicBezTo>
                  <a:cubicBezTo>
                    <a:pt x="2" y="37"/>
                    <a:pt x="0" y="26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1" name="Freeform 1622">
              <a:extLst>
                <a:ext uri="{FF2B5EF4-FFF2-40B4-BE49-F238E27FC236}">
                  <a16:creationId xmlns:a16="http://schemas.microsoft.com/office/drawing/2014/main" id="{1962F70E-C17F-4CB7-B6D7-9667CA74A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940"/>
              <a:ext cx="23" cy="92"/>
            </a:xfrm>
            <a:custGeom>
              <a:avLst/>
              <a:gdLst>
                <a:gd name="T0" fmla="*/ 17 w 11"/>
                <a:gd name="T1" fmla="*/ 0 h 42"/>
                <a:gd name="T2" fmla="*/ 36 w 11"/>
                <a:gd name="T3" fmla="*/ 210 h 42"/>
                <a:gd name="T4" fmla="*/ 75 w 11"/>
                <a:gd name="T5" fmla="*/ 442 h 42"/>
                <a:gd name="T6" fmla="*/ 100 w 11"/>
                <a:gd name="T7" fmla="*/ 17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2">
                  <a:moveTo>
                    <a:pt x="2" y="0"/>
                  </a:moveTo>
                  <a:cubicBezTo>
                    <a:pt x="0" y="8"/>
                    <a:pt x="1" y="13"/>
                    <a:pt x="4" y="20"/>
                  </a:cubicBezTo>
                  <a:cubicBezTo>
                    <a:pt x="6" y="27"/>
                    <a:pt x="6" y="35"/>
                    <a:pt x="8" y="42"/>
                  </a:cubicBezTo>
                  <a:cubicBezTo>
                    <a:pt x="9" y="34"/>
                    <a:pt x="11" y="25"/>
                    <a:pt x="11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2" name="Freeform 1623">
              <a:extLst>
                <a:ext uri="{FF2B5EF4-FFF2-40B4-BE49-F238E27FC236}">
                  <a16:creationId xmlns:a16="http://schemas.microsoft.com/office/drawing/2014/main" id="{FC72280E-D3FB-4646-9649-75890FEA3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975"/>
              <a:ext cx="43" cy="53"/>
            </a:xfrm>
            <a:custGeom>
              <a:avLst/>
              <a:gdLst>
                <a:gd name="T0" fmla="*/ 164 w 21"/>
                <a:gd name="T1" fmla="*/ 0 h 24"/>
                <a:gd name="T2" fmla="*/ 0 w 21"/>
                <a:gd name="T3" fmla="*/ 2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4">
                  <a:moveTo>
                    <a:pt x="19" y="0"/>
                  </a:moveTo>
                  <a:cubicBezTo>
                    <a:pt x="21" y="10"/>
                    <a:pt x="8" y="20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3" name="Freeform 1624">
              <a:extLst>
                <a:ext uri="{FF2B5EF4-FFF2-40B4-BE49-F238E27FC236}">
                  <a16:creationId xmlns:a16="http://schemas.microsoft.com/office/drawing/2014/main" id="{50D9061C-3125-40E8-86F1-6414F30CE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003"/>
              <a:ext cx="24" cy="62"/>
            </a:xfrm>
            <a:custGeom>
              <a:avLst/>
              <a:gdLst>
                <a:gd name="T0" fmla="*/ 8 w 12"/>
                <a:gd name="T1" fmla="*/ 0 h 28"/>
                <a:gd name="T2" fmla="*/ 8 w 12"/>
                <a:gd name="T3" fmla="*/ 162 h 28"/>
                <a:gd name="T4" fmla="*/ 80 w 12"/>
                <a:gd name="T5" fmla="*/ 303 h 28"/>
                <a:gd name="T6" fmla="*/ 96 w 12"/>
                <a:gd name="T7" fmla="*/ 15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1" y="0"/>
                  </a:moveTo>
                  <a:cubicBezTo>
                    <a:pt x="0" y="5"/>
                    <a:pt x="0" y="10"/>
                    <a:pt x="1" y="15"/>
                  </a:cubicBezTo>
                  <a:cubicBezTo>
                    <a:pt x="2" y="18"/>
                    <a:pt x="6" y="28"/>
                    <a:pt x="10" y="28"/>
                  </a:cubicBezTo>
                  <a:cubicBezTo>
                    <a:pt x="11" y="23"/>
                    <a:pt x="11" y="19"/>
                    <a:pt x="12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4" name="Freeform 1625">
              <a:extLst>
                <a:ext uri="{FF2B5EF4-FFF2-40B4-BE49-F238E27FC236}">
                  <a16:creationId xmlns:a16="http://schemas.microsoft.com/office/drawing/2014/main" id="{9F663041-C14F-4B66-B312-DE2D574BC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021"/>
              <a:ext cx="1" cy="4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22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7"/>
                    <a:pt x="0" y="15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5" name="Freeform 1626">
              <a:extLst>
                <a:ext uri="{FF2B5EF4-FFF2-40B4-BE49-F238E27FC236}">
                  <a16:creationId xmlns:a16="http://schemas.microsoft.com/office/drawing/2014/main" id="{1D56ED3B-F3CD-4C85-AC0E-E5E972D3C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656"/>
              <a:ext cx="86" cy="39"/>
            </a:xfrm>
            <a:custGeom>
              <a:avLst/>
              <a:gdLst>
                <a:gd name="T0" fmla="*/ 0 w 42"/>
                <a:gd name="T1" fmla="*/ 173 h 18"/>
                <a:gd name="T2" fmla="*/ 360 w 42"/>
                <a:gd name="T3" fmla="*/ 72 h 18"/>
                <a:gd name="T4" fmla="*/ 68 w 42"/>
                <a:gd name="T5" fmla="*/ 4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0" y="17"/>
                  </a:moveTo>
                  <a:cubicBezTo>
                    <a:pt x="15" y="18"/>
                    <a:pt x="29" y="11"/>
                    <a:pt x="42" y="7"/>
                  </a:cubicBezTo>
                  <a:cubicBezTo>
                    <a:pt x="33" y="4"/>
                    <a:pt x="17" y="0"/>
                    <a:pt x="8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6" name="Freeform 1627">
              <a:extLst>
                <a:ext uri="{FF2B5EF4-FFF2-40B4-BE49-F238E27FC236}">
                  <a16:creationId xmlns:a16="http://schemas.microsoft.com/office/drawing/2014/main" id="{3C1212A0-1129-494A-BC63-6F7A20176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641"/>
              <a:ext cx="55" cy="21"/>
            </a:xfrm>
            <a:custGeom>
              <a:avLst/>
              <a:gdLst>
                <a:gd name="T0" fmla="*/ 0 w 27"/>
                <a:gd name="T1" fmla="*/ 8 h 10"/>
                <a:gd name="T2" fmla="*/ 228 w 27"/>
                <a:gd name="T3" fmla="*/ 0 h 10"/>
                <a:gd name="T4" fmla="*/ 67 w 27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1"/>
                  </a:moveTo>
                  <a:cubicBezTo>
                    <a:pt x="9" y="0"/>
                    <a:pt x="18" y="1"/>
                    <a:pt x="27" y="0"/>
                  </a:cubicBezTo>
                  <a:cubicBezTo>
                    <a:pt x="23" y="3"/>
                    <a:pt x="12" y="9"/>
                    <a:pt x="8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7" name="Freeform 1628">
              <a:extLst>
                <a:ext uri="{FF2B5EF4-FFF2-40B4-BE49-F238E27FC236}">
                  <a16:creationId xmlns:a16="http://schemas.microsoft.com/office/drawing/2014/main" id="{BC1F2C88-50FE-4040-94D4-72652C59C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772"/>
              <a:ext cx="64" cy="135"/>
            </a:xfrm>
            <a:custGeom>
              <a:avLst/>
              <a:gdLst>
                <a:gd name="T0" fmla="*/ 273 w 31"/>
                <a:gd name="T1" fmla="*/ 640 h 62"/>
                <a:gd name="T2" fmla="*/ 52 w 31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2">
                  <a:moveTo>
                    <a:pt x="31" y="62"/>
                  </a:moveTo>
                  <a:cubicBezTo>
                    <a:pt x="18" y="44"/>
                    <a:pt x="0" y="2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8" name="Freeform 1629">
              <a:extLst>
                <a:ext uri="{FF2B5EF4-FFF2-40B4-BE49-F238E27FC236}">
                  <a16:creationId xmlns:a16="http://schemas.microsoft.com/office/drawing/2014/main" id="{AA5ACCC3-77BE-4FD4-AB8F-715704506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708"/>
              <a:ext cx="39" cy="101"/>
            </a:xfrm>
            <a:custGeom>
              <a:avLst/>
              <a:gdLst>
                <a:gd name="T0" fmla="*/ 164 w 19"/>
                <a:gd name="T1" fmla="*/ 487 h 46"/>
                <a:gd name="T2" fmla="*/ 33 w 19"/>
                <a:gd name="T3" fmla="*/ 246 h 46"/>
                <a:gd name="T4" fmla="*/ 0 w 1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19" y="46"/>
                  </a:moveTo>
                  <a:cubicBezTo>
                    <a:pt x="13" y="41"/>
                    <a:pt x="7" y="31"/>
                    <a:pt x="4" y="23"/>
                  </a:cubicBezTo>
                  <a:cubicBezTo>
                    <a:pt x="1" y="15"/>
                    <a:pt x="2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49" name="Freeform 1630">
              <a:extLst>
                <a:ext uri="{FF2B5EF4-FFF2-40B4-BE49-F238E27FC236}">
                  <a16:creationId xmlns:a16="http://schemas.microsoft.com/office/drawing/2014/main" id="{DCFBA4DC-382F-4BA4-B93D-D9DFCE2D5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656"/>
              <a:ext cx="71" cy="83"/>
            </a:xfrm>
            <a:custGeom>
              <a:avLst/>
              <a:gdLst>
                <a:gd name="T0" fmla="*/ 292 w 35"/>
                <a:gd name="T1" fmla="*/ 395 h 38"/>
                <a:gd name="T2" fmla="*/ 0 w 35"/>
                <a:gd name="T3" fmla="*/ 0 h 38"/>
                <a:gd name="T4" fmla="*/ 276 w 35"/>
                <a:gd name="T5" fmla="*/ 24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8">
                  <a:moveTo>
                    <a:pt x="35" y="38"/>
                  </a:moveTo>
                  <a:cubicBezTo>
                    <a:pt x="21" y="28"/>
                    <a:pt x="9" y="14"/>
                    <a:pt x="0" y="0"/>
                  </a:cubicBezTo>
                  <a:cubicBezTo>
                    <a:pt x="13" y="5"/>
                    <a:pt x="23" y="14"/>
                    <a:pt x="33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0" name="Freeform 1631">
              <a:extLst>
                <a:ext uri="{FF2B5EF4-FFF2-40B4-BE49-F238E27FC236}">
                  <a16:creationId xmlns:a16="http://schemas.microsoft.com/office/drawing/2014/main" id="{6B7040CC-19BC-47EB-906D-822BDF476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710"/>
              <a:ext cx="93" cy="193"/>
            </a:xfrm>
            <a:custGeom>
              <a:avLst/>
              <a:gdLst>
                <a:gd name="T0" fmla="*/ 389 w 45"/>
                <a:gd name="T1" fmla="*/ 928 h 88"/>
                <a:gd name="T2" fmla="*/ 291 w 45"/>
                <a:gd name="T3" fmla="*/ 548 h 88"/>
                <a:gd name="T4" fmla="*/ 184 w 45"/>
                <a:gd name="T5" fmla="*/ 307 h 88"/>
                <a:gd name="T6" fmla="*/ 167 w 45"/>
                <a:gd name="T7" fmla="*/ 318 h 88"/>
                <a:gd name="T8" fmla="*/ 157 w 45"/>
                <a:gd name="T9" fmla="*/ 274 h 88"/>
                <a:gd name="T10" fmla="*/ 107 w 45"/>
                <a:gd name="T11" fmla="*/ 158 h 88"/>
                <a:gd name="T12" fmla="*/ 0 w 45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8">
                  <a:moveTo>
                    <a:pt x="44" y="88"/>
                  </a:moveTo>
                  <a:cubicBezTo>
                    <a:pt x="45" y="77"/>
                    <a:pt x="37" y="63"/>
                    <a:pt x="33" y="52"/>
                  </a:cubicBezTo>
                  <a:cubicBezTo>
                    <a:pt x="31" y="43"/>
                    <a:pt x="26" y="36"/>
                    <a:pt x="21" y="29"/>
                  </a:cubicBezTo>
                  <a:cubicBezTo>
                    <a:pt x="20" y="30"/>
                    <a:pt x="20" y="30"/>
                    <a:pt x="19" y="30"/>
                  </a:cubicBezTo>
                  <a:cubicBezTo>
                    <a:pt x="17" y="29"/>
                    <a:pt x="19" y="28"/>
                    <a:pt x="18" y="26"/>
                  </a:cubicBezTo>
                  <a:cubicBezTo>
                    <a:pt x="16" y="22"/>
                    <a:pt x="14" y="19"/>
                    <a:pt x="12" y="15"/>
                  </a:cubicBezTo>
                  <a:cubicBezTo>
                    <a:pt x="8" y="11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1" name="Freeform 1632">
              <a:extLst>
                <a:ext uri="{FF2B5EF4-FFF2-40B4-BE49-F238E27FC236}">
                  <a16:creationId xmlns:a16="http://schemas.microsoft.com/office/drawing/2014/main" id="{F695C27F-1A90-4C6C-BCBB-B684A8696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791"/>
              <a:ext cx="49" cy="88"/>
            </a:xfrm>
            <a:custGeom>
              <a:avLst/>
              <a:gdLst>
                <a:gd name="T0" fmla="*/ 204 w 24"/>
                <a:gd name="T1" fmla="*/ 427 h 40"/>
                <a:gd name="T2" fmla="*/ 8 w 24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0">
                  <a:moveTo>
                    <a:pt x="24" y="40"/>
                  </a:moveTo>
                  <a:cubicBezTo>
                    <a:pt x="11" y="35"/>
                    <a:pt x="0" y="1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2" name="Freeform 1633">
              <a:extLst>
                <a:ext uri="{FF2B5EF4-FFF2-40B4-BE49-F238E27FC236}">
                  <a16:creationId xmlns:a16="http://schemas.microsoft.com/office/drawing/2014/main" id="{CCE40BFD-AD3F-4921-A42B-6777139AC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724"/>
              <a:ext cx="45" cy="100"/>
            </a:xfrm>
            <a:custGeom>
              <a:avLst/>
              <a:gdLst>
                <a:gd name="T0" fmla="*/ 188 w 22"/>
                <a:gd name="T1" fmla="*/ 472 h 46"/>
                <a:gd name="T2" fmla="*/ 41 w 22"/>
                <a:gd name="T3" fmla="*/ 165 h 46"/>
                <a:gd name="T4" fmla="*/ 0 w 2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6">
                  <a:moveTo>
                    <a:pt x="22" y="46"/>
                  </a:moveTo>
                  <a:cubicBezTo>
                    <a:pt x="15" y="37"/>
                    <a:pt x="8" y="27"/>
                    <a:pt x="5" y="16"/>
                  </a:cubicBezTo>
                  <a:cubicBezTo>
                    <a:pt x="3" y="11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3" name="Freeform 1634">
              <a:extLst>
                <a:ext uri="{FF2B5EF4-FFF2-40B4-BE49-F238E27FC236}">
                  <a16:creationId xmlns:a16="http://schemas.microsoft.com/office/drawing/2014/main" id="{B1D496FB-B24E-4BB0-9AD1-A5CB3CD85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1601"/>
              <a:ext cx="98" cy="66"/>
            </a:xfrm>
            <a:custGeom>
              <a:avLst/>
              <a:gdLst>
                <a:gd name="T0" fmla="*/ 408 w 48"/>
                <a:gd name="T1" fmla="*/ 319 h 30"/>
                <a:gd name="T2" fmla="*/ 0 w 48"/>
                <a:gd name="T3" fmla="*/ 0 h 30"/>
                <a:gd name="T4" fmla="*/ 180 w 48"/>
                <a:gd name="T5" fmla="*/ 161 h 30"/>
                <a:gd name="T6" fmla="*/ 308 w 48"/>
                <a:gd name="T7" fmla="*/ 257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0">
                  <a:moveTo>
                    <a:pt x="48" y="30"/>
                  </a:moveTo>
                  <a:cubicBezTo>
                    <a:pt x="36" y="13"/>
                    <a:pt x="20" y="6"/>
                    <a:pt x="0" y="0"/>
                  </a:cubicBezTo>
                  <a:cubicBezTo>
                    <a:pt x="7" y="5"/>
                    <a:pt x="14" y="10"/>
                    <a:pt x="21" y="15"/>
                  </a:cubicBezTo>
                  <a:cubicBezTo>
                    <a:pt x="25" y="18"/>
                    <a:pt x="31" y="22"/>
                    <a:pt x="36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4" name="Freeform 1635">
              <a:extLst>
                <a:ext uri="{FF2B5EF4-FFF2-40B4-BE49-F238E27FC236}">
                  <a16:creationId xmlns:a16="http://schemas.microsoft.com/office/drawing/2014/main" id="{B2FF0ACA-D875-4147-A016-E0B07ED9D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625"/>
              <a:ext cx="73" cy="72"/>
            </a:xfrm>
            <a:custGeom>
              <a:avLst/>
              <a:gdLst>
                <a:gd name="T0" fmla="*/ 300 w 36"/>
                <a:gd name="T1" fmla="*/ 343 h 33"/>
                <a:gd name="T2" fmla="*/ 0 w 36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36" y="33"/>
                  </a:moveTo>
                  <a:cubicBezTo>
                    <a:pt x="20" y="26"/>
                    <a:pt x="10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5" name="Freeform 1636">
              <a:extLst>
                <a:ext uri="{FF2B5EF4-FFF2-40B4-BE49-F238E27FC236}">
                  <a16:creationId xmlns:a16="http://schemas.microsoft.com/office/drawing/2014/main" id="{21001C19-3BA8-4CCA-8BA4-E57B7EE2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1686"/>
              <a:ext cx="57" cy="97"/>
            </a:xfrm>
            <a:custGeom>
              <a:avLst/>
              <a:gdLst>
                <a:gd name="T0" fmla="*/ 236 w 28"/>
                <a:gd name="T1" fmla="*/ 472 h 44"/>
                <a:gd name="T2" fmla="*/ 75 w 28"/>
                <a:gd name="T3" fmla="*/ 238 h 44"/>
                <a:gd name="T4" fmla="*/ 0 w 28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4">
                  <a:moveTo>
                    <a:pt x="28" y="44"/>
                  </a:moveTo>
                  <a:cubicBezTo>
                    <a:pt x="22" y="36"/>
                    <a:pt x="15" y="30"/>
                    <a:pt x="9" y="22"/>
                  </a:cubicBezTo>
                  <a:cubicBezTo>
                    <a:pt x="5" y="17"/>
                    <a:pt x="3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6" name="Freeform 1637">
              <a:extLst>
                <a:ext uri="{FF2B5EF4-FFF2-40B4-BE49-F238E27FC236}">
                  <a16:creationId xmlns:a16="http://schemas.microsoft.com/office/drawing/2014/main" id="{BDEC2C68-644A-422E-BA3F-F7A54BF23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601"/>
              <a:ext cx="74" cy="64"/>
            </a:xfrm>
            <a:custGeom>
              <a:avLst/>
              <a:gdLst>
                <a:gd name="T0" fmla="*/ 312 w 36"/>
                <a:gd name="T1" fmla="*/ 302 h 29"/>
                <a:gd name="T2" fmla="*/ 80 w 36"/>
                <a:gd name="T3" fmla="*/ 126 h 29"/>
                <a:gd name="T4" fmla="*/ 0 w 36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9">
                  <a:moveTo>
                    <a:pt x="36" y="28"/>
                  </a:moveTo>
                  <a:cubicBezTo>
                    <a:pt x="28" y="29"/>
                    <a:pt x="14" y="17"/>
                    <a:pt x="9" y="12"/>
                  </a:cubicBezTo>
                  <a:cubicBezTo>
                    <a:pt x="6" y="9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7" name="Freeform 1638">
              <a:extLst>
                <a:ext uri="{FF2B5EF4-FFF2-40B4-BE49-F238E27FC236}">
                  <a16:creationId xmlns:a16="http://schemas.microsoft.com/office/drawing/2014/main" id="{62744555-A9D2-4F21-AAE3-FC5B0FF2B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658"/>
              <a:ext cx="53" cy="66"/>
            </a:xfrm>
            <a:custGeom>
              <a:avLst/>
              <a:gdLst>
                <a:gd name="T0" fmla="*/ 220 w 26"/>
                <a:gd name="T1" fmla="*/ 319 h 30"/>
                <a:gd name="T2" fmla="*/ 0 w 2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0">
                  <a:moveTo>
                    <a:pt x="26" y="30"/>
                  </a:moveTo>
                  <a:cubicBezTo>
                    <a:pt x="11" y="25"/>
                    <a:pt x="7" y="1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8" name="Freeform 1639">
              <a:extLst>
                <a:ext uri="{FF2B5EF4-FFF2-40B4-BE49-F238E27FC236}">
                  <a16:creationId xmlns:a16="http://schemas.microsoft.com/office/drawing/2014/main" id="{0D70C701-6B44-4215-9BE2-4ABC685A5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879"/>
              <a:ext cx="45" cy="89"/>
            </a:xfrm>
            <a:custGeom>
              <a:avLst/>
              <a:gdLst>
                <a:gd name="T0" fmla="*/ 121 w 22"/>
                <a:gd name="T1" fmla="*/ 122 h 41"/>
                <a:gd name="T2" fmla="*/ 172 w 22"/>
                <a:gd name="T3" fmla="*/ 419 h 41"/>
                <a:gd name="T4" fmla="*/ 68 w 22"/>
                <a:gd name="T5" fmla="*/ 202 h 41"/>
                <a:gd name="T6" fmla="*/ 25 w 22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1">
                  <a:moveTo>
                    <a:pt x="14" y="12"/>
                  </a:moveTo>
                  <a:cubicBezTo>
                    <a:pt x="20" y="19"/>
                    <a:pt x="22" y="32"/>
                    <a:pt x="20" y="41"/>
                  </a:cubicBezTo>
                  <a:cubicBezTo>
                    <a:pt x="21" y="34"/>
                    <a:pt x="12" y="26"/>
                    <a:pt x="8" y="20"/>
                  </a:cubicBezTo>
                  <a:cubicBezTo>
                    <a:pt x="6" y="16"/>
                    <a:pt x="0" y="5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59" name="Freeform 1640">
              <a:extLst>
                <a:ext uri="{FF2B5EF4-FFF2-40B4-BE49-F238E27FC236}">
                  <a16:creationId xmlns:a16="http://schemas.microsoft.com/office/drawing/2014/main" id="{9C633ACA-A62D-43F5-B91D-319572559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940"/>
              <a:ext cx="41" cy="112"/>
            </a:xfrm>
            <a:custGeom>
              <a:avLst/>
              <a:gdLst>
                <a:gd name="T0" fmla="*/ 59 w 20"/>
                <a:gd name="T1" fmla="*/ 116 h 51"/>
                <a:gd name="T2" fmla="*/ 105 w 20"/>
                <a:gd name="T3" fmla="*/ 540 h 51"/>
                <a:gd name="T4" fmla="*/ 76 w 20"/>
                <a:gd name="T5" fmla="*/ 415 h 51"/>
                <a:gd name="T6" fmla="*/ 8 w 20"/>
                <a:gd name="T7" fmla="*/ 213 h 51"/>
                <a:gd name="T8" fmla="*/ 8 w 20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1">
                  <a:moveTo>
                    <a:pt x="7" y="11"/>
                  </a:moveTo>
                  <a:cubicBezTo>
                    <a:pt x="11" y="22"/>
                    <a:pt x="20" y="39"/>
                    <a:pt x="12" y="51"/>
                  </a:cubicBezTo>
                  <a:cubicBezTo>
                    <a:pt x="14" y="47"/>
                    <a:pt x="11" y="43"/>
                    <a:pt x="9" y="39"/>
                  </a:cubicBezTo>
                  <a:cubicBezTo>
                    <a:pt x="5" y="33"/>
                    <a:pt x="2" y="27"/>
                    <a:pt x="1" y="20"/>
                  </a:cubicBezTo>
                  <a:cubicBezTo>
                    <a:pt x="0" y="13"/>
                    <a:pt x="0" y="7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0" name="Freeform 1641">
              <a:extLst>
                <a:ext uri="{FF2B5EF4-FFF2-40B4-BE49-F238E27FC236}">
                  <a16:creationId xmlns:a16="http://schemas.microsoft.com/office/drawing/2014/main" id="{547DBCD8-DD8A-4AA8-AD4F-689363463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047"/>
              <a:ext cx="2" cy="22"/>
            </a:xfrm>
            <a:custGeom>
              <a:avLst/>
              <a:gdLst>
                <a:gd name="T0" fmla="*/ 0 w 1"/>
                <a:gd name="T1" fmla="*/ 0 h 10"/>
                <a:gd name="T2" fmla="*/ 8 w 1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1" y="3"/>
                    <a:pt x="1" y="7"/>
                    <a:pt x="1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1" name="Freeform 1642">
              <a:extLst>
                <a:ext uri="{FF2B5EF4-FFF2-40B4-BE49-F238E27FC236}">
                  <a16:creationId xmlns:a16="http://schemas.microsoft.com/office/drawing/2014/main" id="{A0C1BABD-51A7-4006-A3AE-8CE037435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025"/>
              <a:ext cx="14" cy="46"/>
            </a:xfrm>
            <a:custGeom>
              <a:avLst/>
              <a:gdLst>
                <a:gd name="T0" fmla="*/ 40 w 7"/>
                <a:gd name="T1" fmla="*/ 0 h 21"/>
                <a:gd name="T2" fmla="*/ 0 w 7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5" y="0"/>
                  </a:moveTo>
                  <a:cubicBezTo>
                    <a:pt x="7" y="6"/>
                    <a:pt x="2" y="15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2" name="Freeform 1643">
              <a:extLst>
                <a:ext uri="{FF2B5EF4-FFF2-40B4-BE49-F238E27FC236}">
                  <a16:creationId xmlns:a16="http://schemas.microsoft.com/office/drawing/2014/main" id="{9146921C-3927-433A-A047-84D12C00E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984"/>
              <a:ext cx="11" cy="87"/>
            </a:xfrm>
            <a:custGeom>
              <a:avLst/>
              <a:gdLst>
                <a:gd name="T0" fmla="*/ 53 w 5"/>
                <a:gd name="T1" fmla="*/ 411 h 40"/>
                <a:gd name="T2" fmla="*/ 53 w 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0">
                  <a:moveTo>
                    <a:pt x="5" y="40"/>
                  </a:moveTo>
                  <a:cubicBezTo>
                    <a:pt x="0" y="27"/>
                    <a:pt x="2" y="1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3" name="Freeform 1644">
              <a:extLst>
                <a:ext uri="{FF2B5EF4-FFF2-40B4-BE49-F238E27FC236}">
                  <a16:creationId xmlns:a16="http://schemas.microsoft.com/office/drawing/2014/main" id="{1EFB0E55-6441-4426-972D-4378AFE15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1909"/>
              <a:ext cx="31" cy="79"/>
            </a:xfrm>
            <a:custGeom>
              <a:avLst/>
              <a:gdLst>
                <a:gd name="T0" fmla="*/ 132 w 15"/>
                <a:gd name="T1" fmla="*/ 380 h 36"/>
                <a:gd name="T2" fmla="*/ 52 w 15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5" y="36"/>
                  </a:moveTo>
                  <a:cubicBezTo>
                    <a:pt x="11" y="25"/>
                    <a:pt x="0" y="1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4" name="Freeform 1645">
              <a:extLst>
                <a:ext uri="{FF2B5EF4-FFF2-40B4-BE49-F238E27FC236}">
                  <a16:creationId xmlns:a16="http://schemas.microsoft.com/office/drawing/2014/main" id="{E45E564A-3FDD-4CE6-95FB-A1978EDE5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1864"/>
              <a:ext cx="20" cy="78"/>
            </a:xfrm>
            <a:custGeom>
              <a:avLst/>
              <a:gdLst>
                <a:gd name="T0" fmla="*/ 80 w 10"/>
                <a:gd name="T1" fmla="*/ 366 h 36"/>
                <a:gd name="T2" fmla="*/ 0 w 10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10" y="36"/>
                  </a:moveTo>
                  <a:cubicBezTo>
                    <a:pt x="1" y="26"/>
                    <a:pt x="0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5" name="Freeform 1646">
              <a:extLst>
                <a:ext uri="{FF2B5EF4-FFF2-40B4-BE49-F238E27FC236}">
                  <a16:creationId xmlns:a16="http://schemas.microsoft.com/office/drawing/2014/main" id="{5374D30F-F26D-4FA6-8959-028DEF5DF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818"/>
              <a:ext cx="33" cy="98"/>
            </a:xfrm>
            <a:custGeom>
              <a:avLst/>
              <a:gdLst>
                <a:gd name="T0" fmla="*/ 140 w 16"/>
                <a:gd name="T1" fmla="*/ 464 h 45"/>
                <a:gd name="T2" fmla="*/ 43 w 16"/>
                <a:gd name="T3" fmla="*/ 309 h 45"/>
                <a:gd name="T4" fmla="*/ 0 w 16"/>
                <a:gd name="T5" fmla="*/ 124 h 45"/>
                <a:gd name="T6" fmla="*/ 17 w 1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5">
                  <a:moveTo>
                    <a:pt x="16" y="45"/>
                  </a:moveTo>
                  <a:cubicBezTo>
                    <a:pt x="13" y="39"/>
                    <a:pt x="8" y="35"/>
                    <a:pt x="5" y="30"/>
                  </a:cubicBezTo>
                  <a:cubicBezTo>
                    <a:pt x="2" y="25"/>
                    <a:pt x="0" y="18"/>
                    <a:pt x="0" y="12"/>
                  </a:cubicBezTo>
                  <a:cubicBezTo>
                    <a:pt x="0" y="8"/>
                    <a:pt x="0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6" name="Freeform 1647">
              <a:extLst>
                <a:ext uri="{FF2B5EF4-FFF2-40B4-BE49-F238E27FC236}">
                  <a16:creationId xmlns:a16="http://schemas.microsoft.com/office/drawing/2014/main" id="{1AA6B76B-E130-42F8-933E-C4337EF3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641"/>
              <a:ext cx="67" cy="63"/>
            </a:xfrm>
            <a:custGeom>
              <a:avLst/>
              <a:gdLst>
                <a:gd name="T0" fmla="*/ 276 w 33"/>
                <a:gd name="T1" fmla="*/ 298 h 29"/>
                <a:gd name="T2" fmla="*/ 185 w 33"/>
                <a:gd name="T3" fmla="*/ 237 h 29"/>
                <a:gd name="T4" fmla="*/ 57 w 33"/>
                <a:gd name="T5" fmla="*/ 165 h 29"/>
                <a:gd name="T6" fmla="*/ 0 w 33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33" y="29"/>
                  </a:moveTo>
                  <a:cubicBezTo>
                    <a:pt x="29" y="27"/>
                    <a:pt x="26" y="25"/>
                    <a:pt x="22" y="23"/>
                  </a:cubicBezTo>
                  <a:cubicBezTo>
                    <a:pt x="16" y="21"/>
                    <a:pt x="11" y="21"/>
                    <a:pt x="7" y="16"/>
                  </a:cubicBezTo>
                  <a:cubicBezTo>
                    <a:pt x="4" y="13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7" name="Freeform 1648">
              <a:extLst>
                <a:ext uri="{FF2B5EF4-FFF2-40B4-BE49-F238E27FC236}">
                  <a16:creationId xmlns:a16="http://schemas.microsoft.com/office/drawing/2014/main" id="{8DA2B7F6-3D5F-4144-93EB-8BB376756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783"/>
              <a:ext cx="29" cy="74"/>
            </a:xfrm>
            <a:custGeom>
              <a:avLst/>
              <a:gdLst>
                <a:gd name="T0" fmla="*/ 124 w 14"/>
                <a:gd name="T1" fmla="*/ 350 h 34"/>
                <a:gd name="T2" fmla="*/ 25 w 14"/>
                <a:gd name="T3" fmla="*/ 133 h 34"/>
                <a:gd name="T4" fmla="*/ 0 w 1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4">
                  <a:moveTo>
                    <a:pt x="14" y="34"/>
                  </a:moveTo>
                  <a:cubicBezTo>
                    <a:pt x="10" y="26"/>
                    <a:pt x="4" y="21"/>
                    <a:pt x="3" y="13"/>
                  </a:cubicBezTo>
                  <a:cubicBezTo>
                    <a:pt x="2" y="9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8" name="Freeform 1649">
              <a:extLst>
                <a:ext uri="{FF2B5EF4-FFF2-40B4-BE49-F238E27FC236}">
                  <a16:creationId xmlns:a16="http://schemas.microsoft.com/office/drawing/2014/main" id="{CC6E0DBC-5137-4992-ADD2-C8BDBE526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732"/>
              <a:ext cx="43" cy="83"/>
            </a:xfrm>
            <a:custGeom>
              <a:avLst/>
              <a:gdLst>
                <a:gd name="T0" fmla="*/ 180 w 21"/>
                <a:gd name="T1" fmla="*/ 395 h 38"/>
                <a:gd name="T2" fmla="*/ 0 w 21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8">
                  <a:moveTo>
                    <a:pt x="21" y="38"/>
                  </a:moveTo>
                  <a:cubicBezTo>
                    <a:pt x="8" y="28"/>
                    <a:pt x="2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69" name="Freeform 1650">
              <a:extLst>
                <a:ext uri="{FF2B5EF4-FFF2-40B4-BE49-F238E27FC236}">
                  <a16:creationId xmlns:a16="http://schemas.microsoft.com/office/drawing/2014/main" id="{CD59A0C5-80CE-4044-A2D4-A3D5AFCF0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700"/>
              <a:ext cx="49" cy="78"/>
            </a:xfrm>
            <a:custGeom>
              <a:avLst/>
              <a:gdLst>
                <a:gd name="T0" fmla="*/ 204 w 24"/>
                <a:gd name="T1" fmla="*/ 366 h 36"/>
                <a:gd name="T2" fmla="*/ 25 w 24"/>
                <a:gd name="T3" fmla="*/ 113 h 36"/>
                <a:gd name="T4" fmla="*/ 0 w 24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6">
                  <a:moveTo>
                    <a:pt x="24" y="36"/>
                  </a:moveTo>
                  <a:cubicBezTo>
                    <a:pt x="17" y="29"/>
                    <a:pt x="6" y="21"/>
                    <a:pt x="3" y="11"/>
                  </a:cubicBezTo>
                  <a:cubicBezTo>
                    <a:pt x="2" y="8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0" name="Freeform 1651">
              <a:extLst>
                <a:ext uri="{FF2B5EF4-FFF2-40B4-BE49-F238E27FC236}">
                  <a16:creationId xmlns:a16="http://schemas.microsoft.com/office/drawing/2014/main" id="{B49BE6EB-B17E-452D-BBD8-F7EBEBAC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678"/>
              <a:ext cx="59" cy="59"/>
            </a:xfrm>
            <a:custGeom>
              <a:avLst/>
              <a:gdLst>
                <a:gd name="T0" fmla="*/ 244 w 29"/>
                <a:gd name="T1" fmla="*/ 282 h 27"/>
                <a:gd name="T2" fmla="*/ 0 w 29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7">
                  <a:moveTo>
                    <a:pt x="29" y="27"/>
                  </a:moveTo>
                  <a:cubicBezTo>
                    <a:pt x="18" y="20"/>
                    <a:pt x="7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1" name="Freeform 1652">
              <a:extLst>
                <a:ext uri="{FF2B5EF4-FFF2-40B4-BE49-F238E27FC236}">
                  <a16:creationId xmlns:a16="http://schemas.microsoft.com/office/drawing/2014/main" id="{5B2D7B32-7046-41DA-8AB2-DC7DD2606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667"/>
              <a:ext cx="64" cy="54"/>
            </a:xfrm>
            <a:custGeom>
              <a:avLst/>
              <a:gdLst>
                <a:gd name="T0" fmla="*/ 273 w 31"/>
                <a:gd name="T1" fmla="*/ 253 h 25"/>
                <a:gd name="T2" fmla="*/ 175 w 31"/>
                <a:gd name="T3" fmla="*/ 210 h 25"/>
                <a:gd name="T4" fmla="*/ 89 w 31"/>
                <a:gd name="T5" fmla="*/ 149 h 25"/>
                <a:gd name="T6" fmla="*/ 0 w 31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31" y="25"/>
                  </a:moveTo>
                  <a:cubicBezTo>
                    <a:pt x="28" y="23"/>
                    <a:pt x="23" y="23"/>
                    <a:pt x="20" y="21"/>
                  </a:cubicBezTo>
                  <a:cubicBezTo>
                    <a:pt x="16" y="20"/>
                    <a:pt x="13" y="17"/>
                    <a:pt x="10" y="15"/>
                  </a:cubicBezTo>
                  <a:cubicBezTo>
                    <a:pt x="3" y="11"/>
                    <a:pt x="2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2" name="Freeform 1653">
              <a:extLst>
                <a:ext uri="{FF2B5EF4-FFF2-40B4-BE49-F238E27FC236}">
                  <a16:creationId xmlns:a16="http://schemas.microsoft.com/office/drawing/2014/main" id="{BEA178FE-5A6C-4AF2-9CE8-87540E585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752"/>
              <a:ext cx="61" cy="66"/>
            </a:xfrm>
            <a:custGeom>
              <a:avLst/>
              <a:gdLst>
                <a:gd name="T0" fmla="*/ 252 w 30"/>
                <a:gd name="T1" fmla="*/ 310 h 30"/>
                <a:gd name="T2" fmla="*/ 0 w 3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0">
                  <a:moveTo>
                    <a:pt x="30" y="29"/>
                  </a:moveTo>
                  <a:cubicBezTo>
                    <a:pt x="11" y="30"/>
                    <a:pt x="5" y="1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3" name="Freeform 1654">
              <a:extLst>
                <a:ext uri="{FF2B5EF4-FFF2-40B4-BE49-F238E27FC236}">
                  <a16:creationId xmlns:a16="http://schemas.microsoft.com/office/drawing/2014/main" id="{4F1E1C51-6E75-499C-B42B-2FDD7B27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1717"/>
              <a:ext cx="56" cy="44"/>
            </a:xfrm>
            <a:custGeom>
              <a:avLst/>
              <a:gdLst>
                <a:gd name="T0" fmla="*/ 241 w 27"/>
                <a:gd name="T1" fmla="*/ 169 h 20"/>
                <a:gd name="T2" fmla="*/ 8 w 2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27" y="16"/>
                  </a:moveTo>
                  <a:cubicBezTo>
                    <a:pt x="23" y="20"/>
                    <a:pt x="0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4" name="Freeform 1655">
              <a:extLst>
                <a:ext uri="{FF2B5EF4-FFF2-40B4-BE49-F238E27FC236}">
                  <a16:creationId xmlns:a16="http://schemas.microsoft.com/office/drawing/2014/main" id="{E5693B63-A270-495A-9D31-977656725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53"/>
              <a:ext cx="22" cy="88"/>
            </a:xfrm>
            <a:custGeom>
              <a:avLst/>
              <a:gdLst>
                <a:gd name="T0" fmla="*/ 88 w 11"/>
                <a:gd name="T1" fmla="*/ 427 h 40"/>
                <a:gd name="T2" fmla="*/ 56 w 11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0">
                  <a:moveTo>
                    <a:pt x="11" y="40"/>
                  </a:moveTo>
                  <a:cubicBezTo>
                    <a:pt x="6" y="31"/>
                    <a:pt x="0" y="9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5" name="Freeform 1656">
              <a:extLst>
                <a:ext uri="{FF2B5EF4-FFF2-40B4-BE49-F238E27FC236}">
                  <a16:creationId xmlns:a16="http://schemas.microsoft.com/office/drawing/2014/main" id="{C725561A-0C27-48CF-906C-476A226D7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1914"/>
              <a:ext cx="18" cy="87"/>
            </a:xfrm>
            <a:custGeom>
              <a:avLst/>
              <a:gdLst>
                <a:gd name="T0" fmla="*/ 72 w 9"/>
                <a:gd name="T1" fmla="*/ 411 h 40"/>
                <a:gd name="T2" fmla="*/ 0 w 9"/>
                <a:gd name="T3" fmla="*/ 141 h 40"/>
                <a:gd name="T4" fmla="*/ 8 w 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0">
                  <a:moveTo>
                    <a:pt x="9" y="40"/>
                  </a:moveTo>
                  <a:cubicBezTo>
                    <a:pt x="4" y="33"/>
                    <a:pt x="1" y="23"/>
                    <a:pt x="0" y="14"/>
                  </a:cubicBezTo>
                  <a:cubicBezTo>
                    <a:pt x="0" y="10"/>
                    <a:pt x="3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6" name="Freeform 1657">
              <a:extLst>
                <a:ext uri="{FF2B5EF4-FFF2-40B4-BE49-F238E27FC236}">
                  <a16:creationId xmlns:a16="http://schemas.microsoft.com/office/drawing/2014/main" id="{39DCC07B-5FDD-45CB-9D1A-B029E1974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879"/>
              <a:ext cx="26" cy="79"/>
            </a:xfrm>
            <a:custGeom>
              <a:avLst/>
              <a:gdLst>
                <a:gd name="T0" fmla="*/ 104 w 13"/>
                <a:gd name="T1" fmla="*/ 380 h 36"/>
                <a:gd name="T2" fmla="*/ 32 w 13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cubicBezTo>
                    <a:pt x="6" y="27"/>
                    <a:pt x="0" y="13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7" name="Freeform 1658">
              <a:extLst>
                <a:ext uri="{FF2B5EF4-FFF2-40B4-BE49-F238E27FC236}">
                  <a16:creationId xmlns:a16="http://schemas.microsoft.com/office/drawing/2014/main" id="{49A42F11-8926-4409-9F27-7684ADC37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833"/>
              <a:ext cx="35" cy="90"/>
            </a:xfrm>
            <a:custGeom>
              <a:avLst/>
              <a:gdLst>
                <a:gd name="T0" fmla="*/ 148 w 17"/>
                <a:gd name="T1" fmla="*/ 435 h 41"/>
                <a:gd name="T2" fmla="*/ 43 w 17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1">
                  <a:moveTo>
                    <a:pt x="17" y="41"/>
                  </a:moveTo>
                  <a:cubicBezTo>
                    <a:pt x="10" y="30"/>
                    <a:pt x="0" y="14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8" name="Freeform 1659">
              <a:extLst>
                <a:ext uri="{FF2B5EF4-FFF2-40B4-BE49-F238E27FC236}">
                  <a16:creationId xmlns:a16="http://schemas.microsoft.com/office/drawing/2014/main" id="{C95851A7-B1A8-4AF0-B417-A8E33A57B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809"/>
              <a:ext cx="45" cy="76"/>
            </a:xfrm>
            <a:custGeom>
              <a:avLst/>
              <a:gdLst>
                <a:gd name="T0" fmla="*/ 188 w 22"/>
                <a:gd name="T1" fmla="*/ 358 h 35"/>
                <a:gd name="T2" fmla="*/ 129 w 22"/>
                <a:gd name="T3" fmla="*/ 278 h 35"/>
                <a:gd name="T4" fmla="*/ 59 w 22"/>
                <a:gd name="T5" fmla="*/ 156 h 35"/>
                <a:gd name="T6" fmla="*/ 0 w 2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5">
                  <a:moveTo>
                    <a:pt x="22" y="35"/>
                  </a:moveTo>
                  <a:cubicBezTo>
                    <a:pt x="21" y="31"/>
                    <a:pt x="17" y="30"/>
                    <a:pt x="15" y="27"/>
                  </a:cubicBezTo>
                  <a:cubicBezTo>
                    <a:pt x="11" y="23"/>
                    <a:pt x="9" y="19"/>
                    <a:pt x="7" y="15"/>
                  </a:cubicBez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79" name="Freeform 1660">
              <a:extLst>
                <a:ext uri="{FF2B5EF4-FFF2-40B4-BE49-F238E27FC236}">
                  <a16:creationId xmlns:a16="http://schemas.microsoft.com/office/drawing/2014/main" id="{EB75EF8E-BD37-4EE1-8704-144E64FEA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883"/>
              <a:ext cx="31" cy="101"/>
            </a:xfrm>
            <a:custGeom>
              <a:avLst/>
              <a:gdLst>
                <a:gd name="T0" fmla="*/ 35 w 15"/>
                <a:gd name="T1" fmla="*/ 0 h 46"/>
                <a:gd name="T2" fmla="*/ 107 w 15"/>
                <a:gd name="T3" fmla="*/ 487 h 46"/>
                <a:gd name="T4" fmla="*/ 124 w 15"/>
                <a:gd name="T5" fmla="*/ 1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6">
                  <a:moveTo>
                    <a:pt x="4" y="0"/>
                  </a:moveTo>
                  <a:cubicBezTo>
                    <a:pt x="0" y="12"/>
                    <a:pt x="9" y="26"/>
                    <a:pt x="12" y="46"/>
                  </a:cubicBezTo>
                  <a:cubicBezTo>
                    <a:pt x="12" y="37"/>
                    <a:pt x="15" y="26"/>
                    <a:pt x="14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0" name="Freeform 1661">
              <a:extLst>
                <a:ext uri="{FF2B5EF4-FFF2-40B4-BE49-F238E27FC236}">
                  <a16:creationId xmlns:a16="http://schemas.microsoft.com/office/drawing/2014/main" id="{BF893FC2-05E0-4AF1-996A-622464EA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940"/>
              <a:ext cx="22" cy="92"/>
            </a:xfrm>
            <a:custGeom>
              <a:avLst/>
              <a:gdLst>
                <a:gd name="T0" fmla="*/ 64 w 11"/>
                <a:gd name="T1" fmla="*/ 0 h 42"/>
                <a:gd name="T2" fmla="*/ 56 w 11"/>
                <a:gd name="T3" fmla="*/ 210 h 42"/>
                <a:gd name="T4" fmla="*/ 16 w 11"/>
                <a:gd name="T5" fmla="*/ 442 h 42"/>
                <a:gd name="T6" fmla="*/ 0 w 11"/>
                <a:gd name="T7" fmla="*/ 17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2">
                  <a:moveTo>
                    <a:pt x="8" y="0"/>
                  </a:moveTo>
                  <a:cubicBezTo>
                    <a:pt x="11" y="8"/>
                    <a:pt x="9" y="13"/>
                    <a:pt x="7" y="20"/>
                  </a:cubicBezTo>
                  <a:cubicBezTo>
                    <a:pt x="5" y="27"/>
                    <a:pt x="5" y="35"/>
                    <a:pt x="2" y="42"/>
                  </a:cubicBezTo>
                  <a:cubicBezTo>
                    <a:pt x="2" y="34"/>
                    <a:pt x="0" y="25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1" name="Freeform 1662">
              <a:extLst>
                <a:ext uri="{FF2B5EF4-FFF2-40B4-BE49-F238E27FC236}">
                  <a16:creationId xmlns:a16="http://schemas.microsoft.com/office/drawing/2014/main" id="{6274027A-CCC7-4D93-91CD-3D0C3844B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975"/>
              <a:ext cx="43" cy="53"/>
            </a:xfrm>
            <a:custGeom>
              <a:avLst/>
              <a:gdLst>
                <a:gd name="T0" fmla="*/ 8 w 21"/>
                <a:gd name="T1" fmla="*/ 0 h 24"/>
                <a:gd name="T2" fmla="*/ 180 w 21"/>
                <a:gd name="T3" fmla="*/ 2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4">
                  <a:moveTo>
                    <a:pt x="1" y="0"/>
                  </a:moveTo>
                  <a:cubicBezTo>
                    <a:pt x="0" y="10"/>
                    <a:pt x="12" y="20"/>
                    <a:pt x="21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2" name="Freeform 1663">
              <a:extLst>
                <a:ext uri="{FF2B5EF4-FFF2-40B4-BE49-F238E27FC236}">
                  <a16:creationId xmlns:a16="http://schemas.microsoft.com/office/drawing/2014/main" id="{F78D543D-71F9-4D7F-9D17-2FC299481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003"/>
              <a:ext cx="27" cy="62"/>
            </a:xfrm>
            <a:custGeom>
              <a:avLst/>
              <a:gdLst>
                <a:gd name="T0" fmla="*/ 100 w 13"/>
                <a:gd name="T1" fmla="*/ 0 h 28"/>
                <a:gd name="T2" fmla="*/ 100 w 13"/>
                <a:gd name="T3" fmla="*/ 162 h 28"/>
                <a:gd name="T4" fmla="*/ 25 w 13"/>
                <a:gd name="T5" fmla="*/ 303 h 28"/>
                <a:gd name="T6" fmla="*/ 0 w 13"/>
                <a:gd name="T7" fmla="*/ 15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11" y="0"/>
                  </a:moveTo>
                  <a:cubicBezTo>
                    <a:pt x="13" y="5"/>
                    <a:pt x="13" y="10"/>
                    <a:pt x="11" y="15"/>
                  </a:cubicBezTo>
                  <a:cubicBezTo>
                    <a:pt x="10" y="18"/>
                    <a:pt x="6" y="28"/>
                    <a:pt x="3" y="28"/>
                  </a:cubicBezTo>
                  <a:cubicBezTo>
                    <a:pt x="2" y="23"/>
                    <a:pt x="2" y="1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3" name="Freeform 1664">
              <a:extLst>
                <a:ext uri="{FF2B5EF4-FFF2-40B4-BE49-F238E27FC236}">
                  <a16:creationId xmlns:a16="http://schemas.microsoft.com/office/drawing/2014/main" id="{DF309DCD-BC10-4E33-9C11-656ACA06E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2021"/>
              <a:ext cx="1" cy="4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22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7"/>
                    <a:pt x="0" y="15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4" name="Freeform 1665">
              <a:extLst>
                <a:ext uri="{FF2B5EF4-FFF2-40B4-BE49-F238E27FC236}">
                  <a16:creationId xmlns:a16="http://schemas.microsoft.com/office/drawing/2014/main" id="{042B8BA6-1DF7-4644-93EE-AA7811F60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658"/>
              <a:ext cx="55" cy="20"/>
            </a:xfrm>
            <a:custGeom>
              <a:avLst/>
              <a:gdLst>
                <a:gd name="T0" fmla="*/ 0 w 27"/>
                <a:gd name="T1" fmla="*/ 64 h 9"/>
                <a:gd name="T2" fmla="*/ 228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6"/>
                  </a:moveTo>
                  <a:cubicBezTo>
                    <a:pt x="7" y="9"/>
                    <a:pt x="21" y="5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5" name="Freeform 1666">
              <a:extLst>
                <a:ext uri="{FF2B5EF4-FFF2-40B4-BE49-F238E27FC236}">
                  <a16:creationId xmlns:a16="http://schemas.microsoft.com/office/drawing/2014/main" id="{36FA15A6-A10E-450E-964B-141EB082B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641"/>
              <a:ext cx="76" cy="19"/>
            </a:xfrm>
            <a:custGeom>
              <a:avLst/>
              <a:gdLst>
                <a:gd name="T0" fmla="*/ 0 w 37"/>
                <a:gd name="T1" fmla="*/ 0 h 9"/>
                <a:gd name="T2" fmla="*/ 156 w 37"/>
                <a:gd name="T3" fmla="*/ 57 h 9"/>
                <a:gd name="T4" fmla="*/ 320 w 37"/>
                <a:gd name="T5" fmla="*/ 6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">
                  <a:moveTo>
                    <a:pt x="0" y="0"/>
                  </a:moveTo>
                  <a:cubicBezTo>
                    <a:pt x="6" y="3"/>
                    <a:pt x="11" y="5"/>
                    <a:pt x="18" y="6"/>
                  </a:cubicBezTo>
                  <a:cubicBezTo>
                    <a:pt x="23" y="7"/>
                    <a:pt x="32" y="9"/>
                    <a:pt x="37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6" name="Freeform 1667">
              <a:extLst>
                <a:ext uri="{FF2B5EF4-FFF2-40B4-BE49-F238E27FC236}">
                  <a16:creationId xmlns:a16="http://schemas.microsoft.com/office/drawing/2014/main" id="{80F11A32-7493-43D2-86FC-357DB5A81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1645"/>
              <a:ext cx="75" cy="52"/>
            </a:xfrm>
            <a:custGeom>
              <a:avLst/>
              <a:gdLst>
                <a:gd name="T0" fmla="*/ 0 w 37"/>
                <a:gd name="T1" fmla="*/ 0 h 24"/>
                <a:gd name="T2" fmla="*/ 308 w 37"/>
                <a:gd name="T3" fmla="*/ 19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4">
                  <a:moveTo>
                    <a:pt x="0" y="0"/>
                  </a:moveTo>
                  <a:cubicBezTo>
                    <a:pt x="3" y="13"/>
                    <a:pt x="25" y="24"/>
                    <a:pt x="37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7" name="Freeform 1668">
              <a:extLst>
                <a:ext uri="{FF2B5EF4-FFF2-40B4-BE49-F238E27FC236}">
                  <a16:creationId xmlns:a16="http://schemas.microsoft.com/office/drawing/2014/main" id="{AD861C31-938B-4E30-A943-56E64B31B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627"/>
              <a:ext cx="141" cy="40"/>
            </a:xfrm>
            <a:custGeom>
              <a:avLst/>
              <a:gdLst>
                <a:gd name="T0" fmla="*/ 0 w 69"/>
                <a:gd name="T1" fmla="*/ 64 h 18"/>
                <a:gd name="T2" fmla="*/ 229 w 69"/>
                <a:gd name="T3" fmla="*/ 44 h 18"/>
                <a:gd name="T4" fmla="*/ 288 w 69"/>
                <a:gd name="T5" fmla="*/ 98 h 18"/>
                <a:gd name="T6" fmla="*/ 589 w 69"/>
                <a:gd name="T7" fmla="*/ 19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8">
                  <a:moveTo>
                    <a:pt x="0" y="6"/>
                  </a:moveTo>
                  <a:cubicBezTo>
                    <a:pt x="8" y="3"/>
                    <a:pt x="19" y="0"/>
                    <a:pt x="27" y="4"/>
                  </a:cubicBezTo>
                  <a:cubicBezTo>
                    <a:pt x="29" y="5"/>
                    <a:pt x="32" y="7"/>
                    <a:pt x="34" y="9"/>
                  </a:cubicBezTo>
                  <a:cubicBezTo>
                    <a:pt x="39" y="4"/>
                    <a:pt x="66" y="10"/>
                    <a:pt x="69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8" name="Freeform 1669">
              <a:extLst>
                <a:ext uri="{FF2B5EF4-FFF2-40B4-BE49-F238E27FC236}">
                  <a16:creationId xmlns:a16="http://schemas.microsoft.com/office/drawing/2014/main" id="{5AEC51C1-5F11-4F4F-ACB3-86C68398B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651"/>
              <a:ext cx="33" cy="27"/>
            </a:xfrm>
            <a:custGeom>
              <a:avLst/>
              <a:gdLst>
                <a:gd name="T0" fmla="*/ 8 w 16"/>
                <a:gd name="T1" fmla="*/ 92 h 12"/>
                <a:gd name="T2" fmla="*/ 0 w 16"/>
                <a:gd name="T3" fmla="*/ 0 h 12"/>
                <a:gd name="T4" fmla="*/ 140 w 16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" y="8"/>
                  </a:moveTo>
                  <a:cubicBezTo>
                    <a:pt x="0" y="6"/>
                    <a:pt x="0" y="3"/>
                    <a:pt x="0" y="0"/>
                  </a:cubicBezTo>
                  <a:cubicBezTo>
                    <a:pt x="6" y="1"/>
                    <a:pt x="13" y="8"/>
                    <a:pt x="16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89" name="Freeform 1670">
              <a:extLst>
                <a:ext uri="{FF2B5EF4-FFF2-40B4-BE49-F238E27FC236}">
                  <a16:creationId xmlns:a16="http://schemas.microsoft.com/office/drawing/2014/main" id="{1B6E6409-774F-414C-8CF6-02E1BC8CF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584"/>
              <a:ext cx="69" cy="50"/>
            </a:xfrm>
            <a:custGeom>
              <a:avLst/>
              <a:gdLst>
                <a:gd name="T0" fmla="*/ 0 w 34"/>
                <a:gd name="T1" fmla="*/ 165 h 23"/>
                <a:gd name="T2" fmla="*/ 284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0" y="16"/>
                  </a:moveTo>
                  <a:cubicBezTo>
                    <a:pt x="12" y="23"/>
                    <a:pt x="28" y="8"/>
                    <a:pt x="3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0" name="Freeform 1671">
              <a:extLst>
                <a:ext uri="{FF2B5EF4-FFF2-40B4-BE49-F238E27FC236}">
                  <a16:creationId xmlns:a16="http://schemas.microsoft.com/office/drawing/2014/main" id="{4477BAFE-AE0D-4828-8D08-14FB760BF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568"/>
              <a:ext cx="86" cy="40"/>
            </a:xfrm>
            <a:custGeom>
              <a:avLst/>
              <a:gdLst>
                <a:gd name="T0" fmla="*/ 8 w 42"/>
                <a:gd name="T1" fmla="*/ 53 h 18"/>
                <a:gd name="T2" fmla="*/ 360 w 42"/>
                <a:gd name="T3" fmla="*/ 142 h 18"/>
                <a:gd name="T4" fmla="*/ 0 w 42"/>
                <a:gd name="T5" fmla="*/ 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1" y="5"/>
                  </a:moveTo>
                  <a:cubicBezTo>
                    <a:pt x="12" y="0"/>
                    <a:pt x="33" y="5"/>
                    <a:pt x="42" y="13"/>
                  </a:cubicBezTo>
                  <a:cubicBezTo>
                    <a:pt x="31" y="17"/>
                    <a:pt x="3" y="18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1" name="Freeform 1672">
              <a:extLst>
                <a:ext uri="{FF2B5EF4-FFF2-40B4-BE49-F238E27FC236}">
                  <a16:creationId xmlns:a16="http://schemas.microsoft.com/office/drawing/2014/main" id="{213ADA3E-90E6-4F66-B781-4C4A87A5F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603"/>
              <a:ext cx="69" cy="40"/>
            </a:xfrm>
            <a:custGeom>
              <a:avLst/>
              <a:gdLst>
                <a:gd name="T0" fmla="*/ 0 w 34"/>
                <a:gd name="T1" fmla="*/ 0 h 18"/>
                <a:gd name="T2" fmla="*/ 160 w 34"/>
                <a:gd name="T3" fmla="*/ 162 h 18"/>
                <a:gd name="T4" fmla="*/ 284 w 34"/>
                <a:gd name="T5" fmla="*/ 18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8">
                  <a:moveTo>
                    <a:pt x="0" y="0"/>
                  </a:moveTo>
                  <a:cubicBezTo>
                    <a:pt x="6" y="6"/>
                    <a:pt x="11" y="12"/>
                    <a:pt x="19" y="15"/>
                  </a:cubicBezTo>
                  <a:cubicBezTo>
                    <a:pt x="24" y="18"/>
                    <a:pt x="30" y="16"/>
                    <a:pt x="34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2" name="Freeform 1673">
              <a:extLst>
                <a:ext uri="{FF2B5EF4-FFF2-40B4-BE49-F238E27FC236}">
                  <a16:creationId xmlns:a16="http://schemas.microsoft.com/office/drawing/2014/main" id="{30D265E1-1740-4491-B162-307B01D3B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608"/>
              <a:ext cx="78" cy="6"/>
            </a:xfrm>
            <a:custGeom>
              <a:avLst/>
              <a:gdLst>
                <a:gd name="T0" fmla="*/ 0 w 38"/>
                <a:gd name="T1" fmla="*/ 8 h 3"/>
                <a:gd name="T2" fmla="*/ 96 w 38"/>
                <a:gd name="T3" fmla="*/ 0 h 3"/>
                <a:gd name="T4" fmla="*/ 224 w 38"/>
                <a:gd name="T5" fmla="*/ 24 h 3"/>
                <a:gd name="T6" fmla="*/ 328 w 3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">
                  <a:moveTo>
                    <a:pt x="0" y="1"/>
                  </a:moveTo>
                  <a:cubicBezTo>
                    <a:pt x="3" y="2"/>
                    <a:pt x="7" y="0"/>
                    <a:pt x="11" y="0"/>
                  </a:cubicBezTo>
                  <a:cubicBezTo>
                    <a:pt x="16" y="1"/>
                    <a:pt x="21" y="3"/>
                    <a:pt x="26" y="3"/>
                  </a:cubicBezTo>
                  <a:cubicBezTo>
                    <a:pt x="30" y="3"/>
                    <a:pt x="34" y="2"/>
                    <a:pt x="3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3" name="Freeform 1674">
              <a:extLst>
                <a:ext uri="{FF2B5EF4-FFF2-40B4-BE49-F238E27FC236}">
                  <a16:creationId xmlns:a16="http://schemas.microsoft.com/office/drawing/2014/main" id="{69DCB793-E709-4FBE-BE3B-B0CD76C31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614"/>
              <a:ext cx="78" cy="35"/>
            </a:xfrm>
            <a:custGeom>
              <a:avLst/>
              <a:gdLst>
                <a:gd name="T0" fmla="*/ 0 w 38"/>
                <a:gd name="T1" fmla="*/ 0 h 16"/>
                <a:gd name="T2" fmla="*/ 216 w 38"/>
                <a:gd name="T3" fmla="*/ 158 h 16"/>
                <a:gd name="T4" fmla="*/ 328 w 38"/>
                <a:gd name="T5" fmla="*/ 14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1" y="9"/>
                    <a:pt x="16" y="15"/>
                    <a:pt x="25" y="15"/>
                  </a:cubicBezTo>
                  <a:cubicBezTo>
                    <a:pt x="29" y="16"/>
                    <a:pt x="34" y="16"/>
                    <a:pt x="38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4" name="Freeform 1675">
              <a:extLst>
                <a:ext uri="{FF2B5EF4-FFF2-40B4-BE49-F238E27FC236}">
                  <a16:creationId xmlns:a16="http://schemas.microsoft.com/office/drawing/2014/main" id="{A2400EAB-39E8-4650-94EE-631DC4F4E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614"/>
              <a:ext cx="12" cy="18"/>
            </a:xfrm>
            <a:custGeom>
              <a:avLst/>
              <a:gdLst>
                <a:gd name="T0" fmla="*/ 0 w 6"/>
                <a:gd name="T1" fmla="*/ 0 h 8"/>
                <a:gd name="T2" fmla="*/ 48 w 6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3"/>
                    <a:pt x="2" y="7"/>
                    <a:pt x="6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5" name="Freeform 1676">
              <a:extLst>
                <a:ext uri="{FF2B5EF4-FFF2-40B4-BE49-F238E27FC236}">
                  <a16:creationId xmlns:a16="http://schemas.microsoft.com/office/drawing/2014/main" id="{5F50A09A-9ADB-4D81-8793-94B4D66A6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669"/>
              <a:ext cx="51" cy="9"/>
            </a:xfrm>
            <a:custGeom>
              <a:avLst/>
              <a:gdLst>
                <a:gd name="T0" fmla="*/ 0 w 25"/>
                <a:gd name="T1" fmla="*/ 0 h 4"/>
                <a:gd name="T2" fmla="*/ 212 w 25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0"/>
                  </a:moveTo>
                  <a:cubicBezTo>
                    <a:pt x="8" y="4"/>
                    <a:pt x="16" y="3"/>
                    <a:pt x="25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6" name="Freeform 1677">
              <a:extLst>
                <a:ext uri="{FF2B5EF4-FFF2-40B4-BE49-F238E27FC236}">
                  <a16:creationId xmlns:a16="http://schemas.microsoft.com/office/drawing/2014/main" id="{8BA37D0C-5826-4D37-8DE1-DDECDEA02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571"/>
              <a:ext cx="60" cy="103"/>
            </a:xfrm>
            <a:custGeom>
              <a:avLst/>
              <a:gdLst>
                <a:gd name="T0" fmla="*/ 257 w 29"/>
                <a:gd name="T1" fmla="*/ 0 h 47"/>
                <a:gd name="T2" fmla="*/ 72 w 29"/>
                <a:gd name="T3" fmla="*/ 49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7">
                  <a:moveTo>
                    <a:pt x="29" y="0"/>
                  </a:moveTo>
                  <a:cubicBezTo>
                    <a:pt x="10" y="19"/>
                    <a:pt x="0" y="23"/>
                    <a:pt x="8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7" name="Freeform 1678">
              <a:extLst>
                <a:ext uri="{FF2B5EF4-FFF2-40B4-BE49-F238E27FC236}">
                  <a16:creationId xmlns:a16="http://schemas.microsoft.com/office/drawing/2014/main" id="{FC015747-F2E5-42A0-AFEB-A0616916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646"/>
              <a:ext cx="58" cy="109"/>
            </a:xfrm>
            <a:custGeom>
              <a:avLst/>
              <a:gdLst>
                <a:gd name="T0" fmla="*/ 249 w 28"/>
                <a:gd name="T1" fmla="*/ 0 h 50"/>
                <a:gd name="T2" fmla="*/ 64 w 28"/>
                <a:gd name="T3" fmla="*/ 262 h 50"/>
                <a:gd name="T4" fmla="*/ 0 w 28"/>
                <a:gd name="T5" fmla="*/ 51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0">
                  <a:moveTo>
                    <a:pt x="28" y="0"/>
                  </a:moveTo>
                  <a:cubicBezTo>
                    <a:pt x="20" y="7"/>
                    <a:pt x="12" y="17"/>
                    <a:pt x="7" y="25"/>
                  </a:cubicBezTo>
                  <a:cubicBezTo>
                    <a:pt x="3" y="34"/>
                    <a:pt x="4" y="43"/>
                    <a:pt x="0" y="5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8" name="Freeform 1679">
              <a:extLst>
                <a:ext uri="{FF2B5EF4-FFF2-40B4-BE49-F238E27FC236}">
                  <a16:creationId xmlns:a16="http://schemas.microsoft.com/office/drawing/2014/main" id="{74664FFB-CBCB-4C06-B9E3-C08A985C8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3722"/>
              <a:ext cx="98" cy="92"/>
            </a:xfrm>
            <a:custGeom>
              <a:avLst/>
              <a:gdLst>
                <a:gd name="T0" fmla="*/ 408 w 48"/>
                <a:gd name="T1" fmla="*/ 0 h 42"/>
                <a:gd name="T2" fmla="*/ 0 w 48"/>
                <a:gd name="T3" fmla="*/ 442 h 42"/>
                <a:gd name="T4" fmla="*/ 384 w 48"/>
                <a:gd name="T5" fmla="*/ 158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2">
                  <a:moveTo>
                    <a:pt x="48" y="0"/>
                  </a:moveTo>
                  <a:cubicBezTo>
                    <a:pt x="29" y="11"/>
                    <a:pt x="12" y="26"/>
                    <a:pt x="0" y="42"/>
                  </a:cubicBezTo>
                  <a:cubicBezTo>
                    <a:pt x="18" y="36"/>
                    <a:pt x="32" y="26"/>
                    <a:pt x="45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99" name="Freeform 1680">
              <a:extLst>
                <a:ext uri="{FF2B5EF4-FFF2-40B4-BE49-F238E27FC236}">
                  <a16:creationId xmlns:a16="http://schemas.microsoft.com/office/drawing/2014/main" id="{C0825C4C-EE7E-4046-BA4E-FF03A3829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3571"/>
              <a:ext cx="70" cy="96"/>
            </a:xfrm>
            <a:custGeom>
              <a:avLst/>
              <a:gdLst>
                <a:gd name="T0" fmla="*/ 296 w 34"/>
                <a:gd name="T1" fmla="*/ 0 h 44"/>
                <a:gd name="T2" fmla="*/ 25 w 34"/>
                <a:gd name="T3" fmla="*/ 45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4">
                  <a:moveTo>
                    <a:pt x="34" y="0"/>
                  </a:moveTo>
                  <a:cubicBezTo>
                    <a:pt x="16" y="6"/>
                    <a:pt x="0" y="29"/>
                    <a:pt x="3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0" name="Freeform 1681">
              <a:extLst>
                <a:ext uri="{FF2B5EF4-FFF2-40B4-BE49-F238E27FC236}">
                  <a16:creationId xmlns:a16="http://schemas.microsoft.com/office/drawing/2014/main" id="{EE74C339-E367-4010-B1D7-B5D4DFC78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3632"/>
              <a:ext cx="63" cy="108"/>
            </a:xfrm>
            <a:custGeom>
              <a:avLst/>
              <a:gdLst>
                <a:gd name="T0" fmla="*/ 260 w 31"/>
                <a:gd name="T1" fmla="*/ 0 h 49"/>
                <a:gd name="T2" fmla="*/ 49 w 31"/>
                <a:gd name="T3" fmla="*/ 331 h 49"/>
                <a:gd name="T4" fmla="*/ 0 w 31"/>
                <a:gd name="T5" fmla="*/ 52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9">
                  <a:moveTo>
                    <a:pt x="31" y="0"/>
                  </a:moveTo>
                  <a:cubicBezTo>
                    <a:pt x="20" y="9"/>
                    <a:pt x="11" y="19"/>
                    <a:pt x="6" y="31"/>
                  </a:cubicBezTo>
                  <a:cubicBezTo>
                    <a:pt x="4" y="37"/>
                    <a:pt x="3" y="43"/>
                    <a:pt x="0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1" name="Freeform 1682">
              <a:extLst>
                <a:ext uri="{FF2B5EF4-FFF2-40B4-BE49-F238E27FC236}">
                  <a16:creationId xmlns:a16="http://schemas.microsoft.com/office/drawing/2014/main" id="{0283C418-B1F3-4088-8700-C090ED50C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3801"/>
              <a:ext cx="138" cy="70"/>
            </a:xfrm>
            <a:custGeom>
              <a:avLst/>
              <a:gdLst>
                <a:gd name="T0" fmla="*/ 585 w 67"/>
                <a:gd name="T1" fmla="*/ 0 h 32"/>
                <a:gd name="T2" fmla="*/ 0 w 67"/>
                <a:gd name="T3" fmla="*/ 335 h 32"/>
                <a:gd name="T4" fmla="*/ 245 w 67"/>
                <a:gd name="T5" fmla="*/ 168 h 32"/>
                <a:gd name="T6" fmla="*/ 437 w 67"/>
                <a:gd name="T7" fmla="*/ 6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32">
                  <a:moveTo>
                    <a:pt x="67" y="0"/>
                  </a:moveTo>
                  <a:cubicBezTo>
                    <a:pt x="49" y="18"/>
                    <a:pt x="28" y="26"/>
                    <a:pt x="0" y="32"/>
                  </a:cubicBezTo>
                  <a:cubicBezTo>
                    <a:pt x="9" y="26"/>
                    <a:pt x="19" y="21"/>
                    <a:pt x="28" y="16"/>
                  </a:cubicBezTo>
                  <a:cubicBezTo>
                    <a:pt x="35" y="12"/>
                    <a:pt x="43" y="8"/>
                    <a:pt x="5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2" name="Freeform 1683">
              <a:extLst>
                <a:ext uri="{FF2B5EF4-FFF2-40B4-BE49-F238E27FC236}">
                  <a16:creationId xmlns:a16="http://schemas.microsoft.com/office/drawing/2014/main" id="{B260A9E1-A604-4845-8464-1406AD419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3768"/>
              <a:ext cx="103" cy="76"/>
            </a:xfrm>
            <a:custGeom>
              <a:avLst/>
              <a:gdLst>
                <a:gd name="T0" fmla="*/ 437 w 50"/>
                <a:gd name="T1" fmla="*/ 0 h 35"/>
                <a:gd name="T2" fmla="*/ 0 w 50"/>
                <a:gd name="T3" fmla="*/ 3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5">
                  <a:moveTo>
                    <a:pt x="50" y="0"/>
                  </a:moveTo>
                  <a:cubicBezTo>
                    <a:pt x="27" y="7"/>
                    <a:pt x="14" y="22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3" name="Freeform 1684">
              <a:extLst>
                <a:ext uri="{FF2B5EF4-FFF2-40B4-BE49-F238E27FC236}">
                  <a16:creationId xmlns:a16="http://schemas.microsoft.com/office/drawing/2014/main" id="{994F73FA-ADAD-436A-8ABF-DB9F603F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3676"/>
              <a:ext cx="82" cy="103"/>
            </a:xfrm>
            <a:custGeom>
              <a:avLst/>
              <a:gdLst>
                <a:gd name="T0" fmla="*/ 344 w 40"/>
                <a:gd name="T1" fmla="*/ 0 h 47"/>
                <a:gd name="T2" fmla="*/ 113 w 40"/>
                <a:gd name="T3" fmla="*/ 241 h 47"/>
                <a:gd name="T4" fmla="*/ 0 w 40"/>
                <a:gd name="T5" fmla="*/ 49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7">
                  <a:moveTo>
                    <a:pt x="40" y="0"/>
                  </a:moveTo>
                  <a:cubicBezTo>
                    <a:pt x="32" y="8"/>
                    <a:pt x="21" y="15"/>
                    <a:pt x="13" y="23"/>
                  </a:cubicBezTo>
                  <a:cubicBezTo>
                    <a:pt x="7" y="29"/>
                    <a:pt x="4" y="42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4" name="Freeform 1685">
              <a:extLst>
                <a:ext uri="{FF2B5EF4-FFF2-40B4-BE49-F238E27FC236}">
                  <a16:creationId xmlns:a16="http://schemas.microsoft.com/office/drawing/2014/main" id="{05626452-2040-4DD6-8DB9-7A2B684C9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869"/>
              <a:ext cx="147" cy="35"/>
            </a:xfrm>
            <a:custGeom>
              <a:avLst/>
              <a:gdLst>
                <a:gd name="T0" fmla="*/ 613 w 72"/>
                <a:gd name="T1" fmla="*/ 0 h 16"/>
                <a:gd name="T2" fmla="*/ 341 w 72"/>
                <a:gd name="T3" fmla="*/ 133 h 16"/>
                <a:gd name="T4" fmla="*/ 0 w 72"/>
                <a:gd name="T5" fmla="*/ 116 h 16"/>
                <a:gd name="T6" fmla="*/ 316 w 72"/>
                <a:gd name="T7" fmla="*/ 20 h 16"/>
                <a:gd name="T8" fmla="*/ 596 w 7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6">
                  <a:moveTo>
                    <a:pt x="72" y="0"/>
                  </a:moveTo>
                  <a:cubicBezTo>
                    <a:pt x="65" y="8"/>
                    <a:pt x="51" y="11"/>
                    <a:pt x="40" y="13"/>
                  </a:cubicBezTo>
                  <a:cubicBezTo>
                    <a:pt x="25" y="16"/>
                    <a:pt x="14" y="13"/>
                    <a:pt x="0" y="11"/>
                  </a:cubicBezTo>
                  <a:cubicBezTo>
                    <a:pt x="11" y="14"/>
                    <a:pt x="25" y="5"/>
                    <a:pt x="37" y="2"/>
                  </a:cubicBezTo>
                  <a:cubicBezTo>
                    <a:pt x="47" y="0"/>
                    <a:pt x="60" y="3"/>
                    <a:pt x="7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5" name="Freeform 1686">
              <a:extLst>
                <a:ext uri="{FF2B5EF4-FFF2-40B4-BE49-F238E27FC236}">
                  <a16:creationId xmlns:a16="http://schemas.microsoft.com/office/drawing/2014/main" id="{4DB49670-F11A-45DE-8817-5A55ADBDC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3890"/>
              <a:ext cx="138" cy="18"/>
            </a:xfrm>
            <a:custGeom>
              <a:avLst/>
              <a:gdLst>
                <a:gd name="T0" fmla="*/ 544 w 67"/>
                <a:gd name="T1" fmla="*/ 25 h 8"/>
                <a:gd name="T2" fmla="*/ 0 w 67"/>
                <a:gd name="T3" fmla="*/ 25 h 8"/>
                <a:gd name="T4" fmla="*/ 332 w 67"/>
                <a:gd name="T5" fmla="*/ 92 h 8"/>
                <a:gd name="T6" fmla="*/ 585 w 67"/>
                <a:gd name="T7" fmla="*/ 4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">
                  <a:moveTo>
                    <a:pt x="62" y="2"/>
                  </a:moveTo>
                  <a:cubicBezTo>
                    <a:pt x="42" y="0"/>
                    <a:pt x="21" y="1"/>
                    <a:pt x="0" y="2"/>
                  </a:cubicBezTo>
                  <a:cubicBezTo>
                    <a:pt x="9" y="8"/>
                    <a:pt x="27" y="7"/>
                    <a:pt x="38" y="8"/>
                  </a:cubicBezTo>
                  <a:cubicBezTo>
                    <a:pt x="48" y="8"/>
                    <a:pt x="58" y="5"/>
                    <a:pt x="67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6" name="Freeform 1687">
              <a:extLst>
                <a:ext uri="{FF2B5EF4-FFF2-40B4-BE49-F238E27FC236}">
                  <a16:creationId xmlns:a16="http://schemas.microsoft.com/office/drawing/2014/main" id="{07E55E12-FDC7-47E2-B232-27471C21D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855"/>
              <a:ext cx="117" cy="35"/>
            </a:xfrm>
            <a:custGeom>
              <a:avLst/>
              <a:gdLst>
                <a:gd name="T0" fmla="*/ 493 w 57"/>
                <a:gd name="T1" fmla="*/ 72 h 16"/>
                <a:gd name="T2" fmla="*/ 0 w 57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6">
                  <a:moveTo>
                    <a:pt x="57" y="7"/>
                  </a:moveTo>
                  <a:cubicBezTo>
                    <a:pt x="43" y="0"/>
                    <a:pt x="10" y="8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7" name="Freeform 1688">
              <a:extLst>
                <a:ext uri="{FF2B5EF4-FFF2-40B4-BE49-F238E27FC236}">
                  <a16:creationId xmlns:a16="http://schemas.microsoft.com/office/drawing/2014/main" id="{DBE7AA58-C56E-42CA-BAA5-F45DF62C6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3803"/>
              <a:ext cx="100" cy="68"/>
            </a:xfrm>
            <a:custGeom>
              <a:avLst/>
              <a:gdLst>
                <a:gd name="T0" fmla="*/ 416 w 49"/>
                <a:gd name="T1" fmla="*/ 9 h 31"/>
                <a:gd name="T2" fmla="*/ 92 w 49"/>
                <a:gd name="T3" fmla="*/ 189 h 31"/>
                <a:gd name="T4" fmla="*/ 0 w 49"/>
                <a:gd name="T5" fmla="*/ 32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1">
                  <a:moveTo>
                    <a:pt x="49" y="1"/>
                  </a:moveTo>
                  <a:cubicBezTo>
                    <a:pt x="38" y="0"/>
                    <a:pt x="19" y="12"/>
                    <a:pt x="11" y="18"/>
                  </a:cubicBezTo>
                  <a:cubicBezTo>
                    <a:pt x="7" y="22"/>
                    <a:pt x="3" y="27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8" name="Freeform 1689">
              <a:extLst>
                <a:ext uri="{FF2B5EF4-FFF2-40B4-BE49-F238E27FC236}">
                  <a16:creationId xmlns:a16="http://schemas.microsoft.com/office/drawing/2014/main" id="{4FF61DCA-76E6-4FD9-99FE-AF4EE6CEE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3814"/>
              <a:ext cx="117" cy="50"/>
            </a:xfrm>
            <a:custGeom>
              <a:avLst/>
              <a:gdLst>
                <a:gd name="T0" fmla="*/ 493 w 57"/>
                <a:gd name="T1" fmla="*/ 9 h 23"/>
                <a:gd name="T2" fmla="*/ 156 w 57"/>
                <a:gd name="T3" fmla="*/ 174 h 23"/>
                <a:gd name="T4" fmla="*/ 0 w 57"/>
                <a:gd name="T5" fmla="*/ 23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">
                  <a:moveTo>
                    <a:pt x="57" y="1"/>
                  </a:moveTo>
                  <a:cubicBezTo>
                    <a:pt x="41" y="0"/>
                    <a:pt x="30" y="11"/>
                    <a:pt x="18" y="17"/>
                  </a:cubicBezTo>
                  <a:cubicBezTo>
                    <a:pt x="12" y="20"/>
                    <a:pt x="6" y="20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9" name="Freeform 1690">
              <a:extLst>
                <a:ext uri="{FF2B5EF4-FFF2-40B4-BE49-F238E27FC236}">
                  <a16:creationId xmlns:a16="http://schemas.microsoft.com/office/drawing/2014/main" id="{5602BD59-6293-43F7-B004-139952822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3740"/>
              <a:ext cx="71" cy="72"/>
            </a:xfrm>
            <a:custGeom>
              <a:avLst/>
              <a:gdLst>
                <a:gd name="T0" fmla="*/ 292 w 35"/>
                <a:gd name="T1" fmla="*/ 0 h 33"/>
                <a:gd name="T2" fmla="*/ 0 w 35"/>
                <a:gd name="T3" fmla="*/ 34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3">
                  <a:moveTo>
                    <a:pt x="35" y="0"/>
                  </a:moveTo>
                  <a:cubicBezTo>
                    <a:pt x="15" y="6"/>
                    <a:pt x="10" y="20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0" name="Freeform 1691">
              <a:extLst>
                <a:ext uri="{FF2B5EF4-FFF2-40B4-BE49-F238E27FC236}">
                  <a16:creationId xmlns:a16="http://schemas.microsoft.com/office/drawing/2014/main" id="{78C94DAA-45E5-49F3-BFB8-ED7E1C7BD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3366"/>
              <a:ext cx="21" cy="50"/>
            </a:xfrm>
            <a:custGeom>
              <a:avLst/>
              <a:gdLst>
                <a:gd name="T0" fmla="*/ 76 w 10"/>
                <a:gd name="T1" fmla="*/ 237 h 23"/>
                <a:gd name="T2" fmla="*/ 0 w 1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8" y="23"/>
                  </a:moveTo>
                  <a:cubicBezTo>
                    <a:pt x="10" y="16"/>
                    <a:pt x="4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1" name="Freeform 1692">
              <a:extLst>
                <a:ext uri="{FF2B5EF4-FFF2-40B4-BE49-F238E27FC236}">
                  <a16:creationId xmlns:a16="http://schemas.microsoft.com/office/drawing/2014/main" id="{9EDDFC18-C3F3-4118-B4E9-1A31C2FB0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366"/>
              <a:ext cx="16" cy="94"/>
            </a:xfrm>
            <a:custGeom>
              <a:avLst/>
              <a:gdLst>
                <a:gd name="T0" fmla="*/ 64 w 8"/>
                <a:gd name="T1" fmla="*/ 0 h 43"/>
                <a:gd name="T2" fmla="*/ 64 w 8"/>
                <a:gd name="T3" fmla="*/ 44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3">
                  <a:moveTo>
                    <a:pt x="8" y="0"/>
                  </a:moveTo>
                  <a:cubicBezTo>
                    <a:pt x="0" y="14"/>
                    <a:pt x="3" y="29"/>
                    <a:pt x="8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2" name="Freeform 1693">
              <a:extLst>
                <a:ext uri="{FF2B5EF4-FFF2-40B4-BE49-F238E27FC236}">
                  <a16:creationId xmlns:a16="http://schemas.microsoft.com/office/drawing/2014/main" id="{70175451-2CD1-4EC6-9D42-EB9785DD1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453"/>
              <a:ext cx="41" cy="85"/>
            </a:xfrm>
            <a:custGeom>
              <a:avLst/>
              <a:gdLst>
                <a:gd name="T0" fmla="*/ 172 w 20"/>
                <a:gd name="T1" fmla="*/ 0 h 39"/>
                <a:gd name="T2" fmla="*/ 68 w 20"/>
                <a:gd name="T3" fmla="*/ 40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9">
                  <a:moveTo>
                    <a:pt x="20" y="0"/>
                  </a:moveTo>
                  <a:cubicBezTo>
                    <a:pt x="14" y="12"/>
                    <a:pt x="0" y="27"/>
                    <a:pt x="8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3" name="Freeform 1694">
              <a:extLst>
                <a:ext uri="{FF2B5EF4-FFF2-40B4-BE49-F238E27FC236}">
                  <a16:creationId xmlns:a16="http://schemas.microsoft.com/office/drawing/2014/main" id="{C90ABAD8-4C3C-4603-AC1D-7A9D24FCC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503"/>
              <a:ext cx="29" cy="86"/>
            </a:xfrm>
            <a:custGeom>
              <a:avLst/>
              <a:gdLst>
                <a:gd name="T0" fmla="*/ 124 w 14"/>
                <a:gd name="T1" fmla="*/ 0 h 39"/>
                <a:gd name="T2" fmla="*/ 0 w 14"/>
                <a:gd name="T3" fmla="*/ 41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9">
                  <a:moveTo>
                    <a:pt x="14" y="0"/>
                  </a:moveTo>
                  <a:cubicBezTo>
                    <a:pt x="2" y="11"/>
                    <a:pt x="0" y="27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4" name="Freeform 1695">
              <a:extLst>
                <a:ext uri="{FF2B5EF4-FFF2-40B4-BE49-F238E27FC236}">
                  <a16:creationId xmlns:a16="http://schemas.microsoft.com/office/drawing/2014/main" id="{5AB9E315-0B2D-4DEE-81FD-6908AC338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3532"/>
              <a:ext cx="45" cy="107"/>
            </a:xfrm>
            <a:custGeom>
              <a:avLst/>
              <a:gdLst>
                <a:gd name="T0" fmla="*/ 188 w 22"/>
                <a:gd name="T1" fmla="*/ 0 h 49"/>
                <a:gd name="T2" fmla="*/ 51 w 22"/>
                <a:gd name="T3" fmla="*/ 166 h 49"/>
                <a:gd name="T4" fmla="*/ 0 w 22"/>
                <a:gd name="T5" fmla="*/ 378 h 49"/>
                <a:gd name="T6" fmla="*/ 16 w 22"/>
                <a:gd name="T7" fmla="*/ 51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9">
                  <a:moveTo>
                    <a:pt x="22" y="0"/>
                  </a:moveTo>
                  <a:cubicBezTo>
                    <a:pt x="18" y="7"/>
                    <a:pt x="11" y="11"/>
                    <a:pt x="6" y="16"/>
                  </a:cubicBezTo>
                  <a:cubicBezTo>
                    <a:pt x="2" y="22"/>
                    <a:pt x="0" y="29"/>
                    <a:pt x="0" y="36"/>
                  </a:cubicBezTo>
                  <a:cubicBezTo>
                    <a:pt x="0" y="40"/>
                    <a:pt x="0" y="45"/>
                    <a:pt x="2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5" name="Freeform 1696">
              <a:extLst>
                <a:ext uri="{FF2B5EF4-FFF2-40B4-BE49-F238E27FC236}">
                  <a16:creationId xmlns:a16="http://schemas.microsoft.com/office/drawing/2014/main" id="{A1351D2A-3BAB-47CA-B5C6-47466E8B9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825"/>
              <a:ext cx="125" cy="44"/>
            </a:xfrm>
            <a:custGeom>
              <a:avLst/>
              <a:gdLst>
                <a:gd name="T0" fmla="*/ 525 w 61"/>
                <a:gd name="T1" fmla="*/ 33 h 20"/>
                <a:gd name="T2" fmla="*/ 172 w 61"/>
                <a:gd name="T3" fmla="*/ 97 h 20"/>
                <a:gd name="T4" fmla="*/ 0 w 61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0">
                  <a:moveTo>
                    <a:pt x="61" y="3"/>
                  </a:moveTo>
                  <a:cubicBezTo>
                    <a:pt x="48" y="0"/>
                    <a:pt x="31" y="5"/>
                    <a:pt x="20" y="9"/>
                  </a:cubicBezTo>
                  <a:cubicBezTo>
                    <a:pt x="12" y="12"/>
                    <a:pt x="6" y="17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6" name="Freeform 1697">
              <a:extLst>
                <a:ext uri="{FF2B5EF4-FFF2-40B4-BE49-F238E27FC236}">
                  <a16:creationId xmlns:a16="http://schemas.microsoft.com/office/drawing/2014/main" id="{09656E9C-11C1-4A82-8A96-5A6F59403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3761"/>
              <a:ext cx="90" cy="62"/>
            </a:xfrm>
            <a:custGeom>
              <a:avLst/>
              <a:gdLst>
                <a:gd name="T0" fmla="*/ 376 w 44"/>
                <a:gd name="T1" fmla="*/ 0 h 28"/>
                <a:gd name="T2" fmla="*/ 248 w 44"/>
                <a:gd name="T3" fmla="*/ 78 h 28"/>
                <a:gd name="T4" fmla="*/ 84 w 44"/>
                <a:gd name="T5" fmla="*/ 173 h 28"/>
                <a:gd name="T6" fmla="*/ 0 w 44"/>
                <a:gd name="T7" fmla="*/ 30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8">
                  <a:moveTo>
                    <a:pt x="44" y="0"/>
                  </a:moveTo>
                  <a:cubicBezTo>
                    <a:pt x="39" y="2"/>
                    <a:pt x="35" y="5"/>
                    <a:pt x="29" y="7"/>
                  </a:cubicBezTo>
                  <a:cubicBezTo>
                    <a:pt x="22" y="10"/>
                    <a:pt x="16" y="10"/>
                    <a:pt x="10" y="16"/>
                  </a:cubicBezTo>
                  <a:cubicBezTo>
                    <a:pt x="6" y="19"/>
                    <a:pt x="4" y="24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7" name="Freeform 1698">
              <a:extLst>
                <a:ext uri="{FF2B5EF4-FFF2-40B4-BE49-F238E27FC236}">
                  <a16:creationId xmlns:a16="http://schemas.microsoft.com/office/drawing/2014/main" id="{DE55C68F-D304-4CDB-BD0E-36AA12AE6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3785"/>
              <a:ext cx="94" cy="44"/>
            </a:xfrm>
            <a:custGeom>
              <a:avLst/>
              <a:gdLst>
                <a:gd name="T0" fmla="*/ 392 w 46"/>
                <a:gd name="T1" fmla="*/ 0 h 20"/>
                <a:gd name="T2" fmla="*/ 92 w 46"/>
                <a:gd name="T3" fmla="*/ 125 h 20"/>
                <a:gd name="T4" fmla="*/ 0 w 46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0">
                  <a:moveTo>
                    <a:pt x="46" y="0"/>
                  </a:moveTo>
                  <a:cubicBezTo>
                    <a:pt x="32" y="2"/>
                    <a:pt x="22" y="4"/>
                    <a:pt x="11" y="12"/>
                  </a:cubicBezTo>
                  <a:cubicBezTo>
                    <a:pt x="7" y="14"/>
                    <a:pt x="4" y="18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8" name="Freeform 1699">
              <a:extLst>
                <a:ext uri="{FF2B5EF4-FFF2-40B4-BE49-F238E27FC236}">
                  <a16:creationId xmlns:a16="http://schemas.microsoft.com/office/drawing/2014/main" id="{EE1FB96B-2518-4791-9347-DC8ECCF3F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597"/>
              <a:ext cx="39" cy="79"/>
            </a:xfrm>
            <a:custGeom>
              <a:avLst/>
              <a:gdLst>
                <a:gd name="T0" fmla="*/ 164 w 19"/>
                <a:gd name="T1" fmla="*/ 0 h 36"/>
                <a:gd name="T2" fmla="*/ 25 w 19"/>
                <a:gd name="T3" fmla="*/ 230 h 36"/>
                <a:gd name="T4" fmla="*/ 0 w 19"/>
                <a:gd name="T5" fmla="*/ 38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19" y="0"/>
                  </a:moveTo>
                  <a:cubicBezTo>
                    <a:pt x="12" y="8"/>
                    <a:pt x="5" y="13"/>
                    <a:pt x="3" y="22"/>
                  </a:cubicBezTo>
                  <a:cubicBezTo>
                    <a:pt x="2" y="26"/>
                    <a:pt x="0" y="34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9" name="Freeform 1700">
              <a:extLst>
                <a:ext uri="{FF2B5EF4-FFF2-40B4-BE49-F238E27FC236}">
                  <a16:creationId xmlns:a16="http://schemas.microsoft.com/office/drawing/2014/main" id="{029640FE-93B6-43B3-999B-BB1B8CE23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3639"/>
              <a:ext cx="61" cy="90"/>
            </a:xfrm>
            <a:custGeom>
              <a:avLst/>
              <a:gdLst>
                <a:gd name="T0" fmla="*/ 252 w 30"/>
                <a:gd name="T1" fmla="*/ 0 h 41"/>
                <a:gd name="T2" fmla="*/ 0 w 30"/>
                <a:gd name="T3" fmla="*/ 435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1">
                  <a:moveTo>
                    <a:pt x="30" y="0"/>
                  </a:moveTo>
                  <a:cubicBezTo>
                    <a:pt x="12" y="12"/>
                    <a:pt x="3" y="25"/>
                    <a:pt x="0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0" name="Freeform 1701">
              <a:extLst>
                <a:ext uri="{FF2B5EF4-FFF2-40B4-BE49-F238E27FC236}">
                  <a16:creationId xmlns:a16="http://schemas.microsoft.com/office/drawing/2014/main" id="{CF18B35C-BE52-4DB1-B2EF-50483C70F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3680"/>
              <a:ext cx="68" cy="86"/>
            </a:xfrm>
            <a:custGeom>
              <a:avLst/>
              <a:gdLst>
                <a:gd name="T0" fmla="*/ 288 w 33"/>
                <a:gd name="T1" fmla="*/ 0 h 39"/>
                <a:gd name="T2" fmla="*/ 33 w 33"/>
                <a:gd name="T3" fmla="*/ 291 h 39"/>
                <a:gd name="T4" fmla="*/ 0 w 33"/>
                <a:gd name="T5" fmla="*/ 41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9">
                  <a:moveTo>
                    <a:pt x="33" y="0"/>
                  </a:moveTo>
                  <a:cubicBezTo>
                    <a:pt x="23" y="7"/>
                    <a:pt x="9" y="16"/>
                    <a:pt x="4" y="27"/>
                  </a:cubicBezTo>
                  <a:cubicBezTo>
                    <a:pt x="3" y="30"/>
                    <a:pt x="3" y="36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1" name="Freeform 1702">
              <a:extLst>
                <a:ext uri="{FF2B5EF4-FFF2-40B4-BE49-F238E27FC236}">
                  <a16:creationId xmlns:a16="http://schemas.microsoft.com/office/drawing/2014/main" id="{7058BA31-FC22-4342-812C-0A8C129D0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726"/>
              <a:ext cx="82" cy="62"/>
            </a:xfrm>
            <a:custGeom>
              <a:avLst/>
              <a:gdLst>
                <a:gd name="T0" fmla="*/ 344 w 40"/>
                <a:gd name="T1" fmla="*/ 0 h 28"/>
                <a:gd name="T2" fmla="*/ 0 w 40"/>
                <a:gd name="T3" fmla="*/ 30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cubicBezTo>
                    <a:pt x="25" y="7"/>
                    <a:pt x="9" y="15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2" name="Freeform 1703">
              <a:extLst>
                <a:ext uri="{FF2B5EF4-FFF2-40B4-BE49-F238E27FC236}">
                  <a16:creationId xmlns:a16="http://schemas.microsoft.com/office/drawing/2014/main" id="{709F6889-BC74-4BFF-A4E2-F7C0E6350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3742"/>
              <a:ext cx="88" cy="59"/>
            </a:xfrm>
            <a:custGeom>
              <a:avLst/>
              <a:gdLst>
                <a:gd name="T0" fmla="*/ 368 w 43"/>
                <a:gd name="T1" fmla="*/ 0 h 27"/>
                <a:gd name="T2" fmla="*/ 256 w 43"/>
                <a:gd name="T3" fmla="*/ 52 h 27"/>
                <a:gd name="T4" fmla="*/ 156 w 43"/>
                <a:gd name="T5" fmla="*/ 114 h 27"/>
                <a:gd name="T6" fmla="*/ 0 w 43"/>
                <a:gd name="T7" fmla="*/ 28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7">
                  <a:moveTo>
                    <a:pt x="43" y="0"/>
                  </a:moveTo>
                  <a:cubicBezTo>
                    <a:pt x="38" y="2"/>
                    <a:pt x="35" y="4"/>
                    <a:pt x="30" y="5"/>
                  </a:cubicBezTo>
                  <a:cubicBezTo>
                    <a:pt x="25" y="7"/>
                    <a:pt x="23" y="9"/>
                    <a:pt x="18" y="11"/>
                  </a:cubicBezTo>
                  <a:cubicBezTo>
                    <a:pt x="9" y="16"/>
                    <a:pt x="3" y="19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3" name="Freeform 1704">
              <a:extLst>
                <a:ext uri="{FF2B5EF4-FFF2-40B4-BE49-F238E27FC236}">
                  <a16:creationId xmlns:a16="http://schemas.microsoft.com/office/drawing/2014/main" id="{2E80D379-63EF-4470-A683-E2F9C3955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3639"/>
              <a:ext cx="80" cy="70"/>
            </a:xfrm>
            <a:custGeom>
              <a:avLst/>
              <a:gdLst>
                <a:gd name="T0" fmla="*/ 336 w 39"/>
                <a:gd name="T1" fmla="*/ 0 h 32"/>
                <a:gd name="T2" fmla="*/ 0 w 39"/>
                <a:gd name="T3" fmla="*/ 33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39" y="0"/>
                  </a:moveTo>
                  <a:cubicBezTo>
                    <a:pt x="12" y="0"/>
                    <a:pt x="6" y="17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4" name="Freeform 1705">
              <a:extLst>
                <a:ext uri="{FF2B5EF4-FFF2-40B4-BE49-F238E27FC236}">
                  <a16:creationId xmlns:a16="http://schemas.microsoft.com/office/drawing/2014/main" id="{3FDF6D66-DEFC-4DA5-86BA-58239007B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694"/>
              <a:ext cx="76" cy="52"/>
            </a:xfrm>
            <a:custGeom>
              <a:avLst/>
              <a:gdLst>
                <a:gd name="T0" fmla="*/ 320 w 37"/>
                <a:gd name="T1" fmla="*/ 72 h 24"/>
                <a:gd name="T2" fmla="*/ 0 w 37"/>
                <a:gd name="T3" fmla="*/ 24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4">
                  <a:moveTo>
                    <a:pt x="37" y="7"/>
                  </a:moveTo>
                  <a:cubicBezTo>
                    <a:pt x="29" y="0"/>
                    <a:pt x="0" y="19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5" name="Freeform 1706">
              <a:extLst>
                <a:ext uri="{FF2B5EF4-FFF2-40B4-BE49-F238E27FC236}">
                  <a16:creationId xmlns:a16="http://schemas.microsoft.com/office/drawing/2014/main" id="{F4B985B3-05FA-488B-B747-F8BC2D77C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398"/>
              <a:ext cx="33" cy="94"/>
            </a:xfrm>
            <a:custGeom>
              <a:avLst/>
              <a:gdLst>
                <a:gd name="T0" fmla="*/ 140 w 16"/>
                <a:gd name="T1" fmla="*/ 0 h 43"/>
                <a:gd name="T2" fmla="*/ 89 w 16"/>
                <a:gd name="T3" fmla="*/ 44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3">
                  <a:moveTo>
                    <a:pt x="16" y="0"/>
                  </a:moveTo>
                  <a:cubicBezTo>
                    <a:pt x="8" y="9"/>
                    <a:pt x="0" y="33"/>
                    <a:pt x="10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6" name="Freeform 1707">
              <a:extLst>
                <a:ext uri="{FF2B5EF4-FFF2-40B4-BE49-F238E27FC236}">
                  <a16:creationId xmlns:a16="http://schemas.microsoft.com/office/drawing/2014/main" id="{7A1172DC-72D1-4D56-AF88-45282DCAB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3440"/>
              <a:ext cx="25" cy="96"/>
            </a:xfrm>
            <a:custGeom>
              <a:avLst/>
              <a:gdLst>
                <a:gd name="T0" fmla="*/ 108 w 12"/>
                <a:gd name="T1" fmla="*/ 0 h 44"/>
                <a:gd name="T2" fmla="*/ 0 w 12"/>
                <a:gd name="T3" fmla="*/ 290 h 44"/>
                <a:gd name="T4" fmla="*/ 8 w 12"/>
                <a:gd name="T5" fmla="*/ 45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4">
                  <a:moveTo>
                    <a:pt x="12" y="0"/>
                  </a:moveTo>
                  <a:cubicBezTo>
                    <a:pt x="4" y="7"/>
                    <a:pt x="0" y="19"/>
                    <a:pt x="0" y="28"/>
                  </a:cubicBezTo>
                  <a:cubicBezTo>
                    <a:pt x="0" y="32"/>
                    <a:pt x="3" y="40"/>
                    <a:pt x="1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7" name="Freeform 1708">
              <a:extLst>
                <a:ext uri="{FF2B5EF4-FFF2-40B4-BE49-F238E27FC236}">
                  <a16:creationId xmlns:a16="http://schemas.microsoft.com/office/drawing/2014/main" id="{D57B2066-7AAE-46C7-BEF4-B4D465863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3488"/>
              <a:ext cx="37" cy="83"/>
            </a:xfrm>
            <a:custGeom>
              <a:avLst/>
              <a:gdLst>
                <a:gd name="T0" fmla="*/ 156 w 18"/>
                <a:gd name="T1" fmla="*/ 0 h 38"/>
                <a:gd name="T2" fmla="*/ 43 w 18"/>
                <a:gd name="T3" fmla="*/ 39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8" y="0"/>
                  </a:moveTo>
                  <a:cubicBezTo>
                    <a:pt x="8" y="10"/>
                    <a:pt x="0" y="25"/>
                    <a:pt x="5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8" name="Freeform 1709">
              <a:extLst>
                <a:ext uri="{FF2B5EF4-FFF2-40B4-BE49-F238E27FC236}">
                  <a16:creationId xmlns:a16="http://schemas.microsoft.com/office/drawing/2014/main" id="{55BF8C06-063E-4AB5-BE2F-9E749B123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525"/>
              <a:ext cx="49" cy="96"/>
            </a:xfrm>
            <a:custGeom>
              <a:avLst/>
              <a:gdLst>
                <a:gd name="T0" fmla="*/ 204 w 24"/>
                <a:gd name="T1" fmla="*/ 0 h 44"/>
                <a:gd name="T2" fmla="*/ 67 w 24"/>
                <a:gd name="T3" fmla="*/ 45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4">
                  <a:moveTo>
                    <a:pt x="24" y="0"/>
                  </a:moveTo>
                  <a:cubicBezTo>
                    <a:pt x="14" y="12"/>
                    <a:pt x="0" y="30"/>
                    <a:pt x="8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9" name="Freeform 1710">
              <a:extLst>
                <a:ext uri="{FF2B5EF4-FFF2-40B4-BE49-F238E27FC236}">
                  <a16:creationId xmlns:a16="http://schemas.microsoft.com/office/drawing/2014/main" id="{FA6E96FF-3F78-4388-9D06-BF0B422FD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460"/>
              <a:ext cx="41" cy="107"/>
            </a:xfrm>
            <a:custGeom>
              <a:avLst/>
              <a:gdLst>
                <a:gd name="T0" fmla="*/ 43 w 20"/>
                <a:gd name="T1" fmla="*/ 511 h 49"/>
                <a:gd name="T2" fmla="*/ 148 w 20"/>
                <a:gd name="T3" fmla="*/ 0 h 49"/>
                <a:gd name="T4" fmla="*/ 172 w 20"/>
                <a:gd name="T5" fmla="*/ 33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9">
                  <a:moveTo>
                    <a:pt x="5" y="49"/>
                  </a:moveTo>
                  <a:cubicBezTo>
                    <a:pt x="0" y="37"/>
                    <a:pt x="7" y="11"/>
                    <a:pt x="17" y="0"/>
                  </a:cubicBezTo>
                  <a:cubicBezTo>
                    <a:pt x="17" y="10"/>
                    <a:pt x="20" y="22"/>
                    <a:pt x="20" y="3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0" name="Freeform 1711">
              <a:extLst>
                <a:ext uri="{FF2B5EF4-FFF2-40B4-BE49-F238E27FC236}">
                  <a16:creationId xmlns:a16="http://schemas.microsoft.com/office/drawing/2014/main" id="{DF5560FB-A71C-4F8F-AF75-8760A05A6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3409"/>
              <a:ext cx="33" cy="97"/>
            </a:xfrm>
            <a:custGeom>
              <a:avLst/>
              <a:gdLst>
                <a:gd name="T0" fmla="*/ 107 w 16"/>
                <a:gd name="T1" fmla="*/ 472 h 44"/>
                <a:gd name="T2" fmla="*/ 89 w 16"/>
                <a:gd name="T3" fmla="*/ 247 h 44"/>
                <a:gd name="T4" fmla="*/ 35 w 16"/>
                <a:gd name="T5" fmla="*/ 0 h 44"/>
                <a:gd name="T6" fmla="*/ 0 w 16"/>
                <a:gd name="T7" fmla="*/ 27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4">
                  <a:moveTo>
                    <a:pt x="12" y="44"/>
                  </a:moveTo>
                  <a:cubicBezTo>
                    <a:pt x="16" y="36"/>
                    <a:pt x="13" y="30"/>
                    <a:pt x="10" y="23"/>
                  </a:cubicBezTo>
                  <a:cubicBezTo>
                    <a:pt x="8" y="15"/>
                    <a:pt x="8" y="6"/>
                    <a:pt x="4" y="0"/>
                  </a:cubicBezTo>
                  <a:cubicBezTo>
                    <a:pt x="3" y="8"/>
                    <a:pt x="0" y="17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1" name="Freeform 1712">
              <a:extLst>
                <a:ext uri="{FF2B5EF4-FFF2-40B4-BE49-F238E27FC236}">
                  <a16:creationId xmlns:a16="http://schemas.microsoft.com/office/drawing/2014/main" id="{0558F8FB-AA80-4E19-9E72-FA4D6E254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3412"/>
              <a:ext cx="58" cy="59"/>
            </a:xfrm>
            <a:custGeom>
              <a:avLst/>
              <a:gdLst>
                <a:gd name="T0" fmla="*/ 8 w 28"/>
                <a:gd name="T1" fmla="*/ 282 h 27"/>
                <a:gd name="T2" fmla="*/ 249 w 28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1" y="27"/>
                  </a:moveTo>
                  <a:cubicBezTo>
                    <a:pt x="0" y="15"/>
                    <a:pt x="16" y="5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2" name="Freeform 1713">
              <a:extLst>
                <a:ext uri="{FF2B5EF4-FFF2-40B4-BE49-F238E27FC236}">
                  <a16:creationId xmlns:a16="http://schemas.microsoft.com/office/drawing/2014/main" id="{B60D3B3A-B91C-44AE-B2DB-A94EE6752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3372"/>
              <a:ext cx="35" cy="66"/>
            </a:xfrm>
            <a:custGeom>
              <a:avLst/>
              <a:gdLst>
                <a:gd name="T0" fmla="*/ 132 w 17"/>
                <a:gd name="T1" fmla="*/ 319 h 30"/>
                <a:gd name="T2" fmla="*/ 132 w 17"/>
                <a:gd name="T3" fmla="*/ 161 h 30"/>
                <a:gd name="T4" fmla="*/ 33 w 17"/>
                <a:gd name="T5" fmla="*/ 0 h 30"/>
                <a:gd name="T6" fmla="*/ 0 w 17"/>
                <a:gd name="T7" fmla="*/ 16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0">
                  <a:moveTo>
                    <a:pt x="15" y="30"/>
                  </a:moveTo>
                  <a:cubicBezTo>
                    <a:pt x="17" y="25"/>
                    <a:pt x="17" y="20"/>
                    <a:pt x="15" y="15"/>
                  </a:cubicBezTo>
                  <a:cubicBezTo>
                    <a:pt x="13" y="11"/>
                    <a:pt x="8" y="1"/>
                    <a:pt x="4" y="0"/>
                  </a:cubicBezTo>
                  <a:cubicBezTo>
                    <a:pt x="2" y="6"/>
                    <a:pt x="2" y="10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3" name="Freeform 1714">
              <a:extLst>
                <a:ext uri="{FF2B5EF4-FFF2-40B4-BE49-F238E27FC236}">
                  <a16:creationId xmlns:a16="http://schemas.microsoft.com/office/drawing/2014/main" id="{B6E66014-B974-4931-9B12-B038209D5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775"/>
              <a:ext cx="125" cy="37"/>
            </a:xfrm>
            <a:custGeom>
              <a:avLst/>
              <a:gdLst>
                <a:gd name="T0" fmla="*/ 525 w 61"/>
                <a:gd name="T1" fmla="*/ 0 h 17"/>
                <a:gd name="T2" fmla="*/ 0 w 61"/>
                <a:gd name="T3" fmla="*/ 96 h 17"/>
                <a:gd name="T4" fmla="*/ 412 w 61"/>
                <a:gd name="T5" fmla="*/ 13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7">
                  <a:moveTo>
                    <a:pt x="61" y="0"/>
                  </a:moveTo>
                  <a:cubicBezTo>
                    <a:pt x="40" y="0"/>
                    <a:pt x="19" y="5"/>
                    <a:pt x="0" y="9"/>
                  </a:cubicBezTo>
                  <a:cubicBezTo>
                    <a:pt x="13" y="13"/>
                    <a:pt x="35" y="17"/>
                    <a:pt x="48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4" name="Freeform 1715">
              <a:extLst>
                <a:ext uri="{FF2B5EF4-FFF2-40B4-BE49-F238E27FC236}">
                  <a16:creationId xmlns:a16="http://schemas.microsoft.com/office/drawing/2014/main" id="{32F8160D-40D4-4EFC-BAD3-DA5825D8E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805"/>
              <a:ext cx="78" cy="22"/>
            </a:xfrm>
            <a:custGeom>
              <a:avLst/>
              <a:gdLst>
                <a:gd name="T0" fmla="*/ 328 w 38"/>
                <a:gd name="T1" fmla="*/ 97 h 10"/>
                <a:gd name="T2" fmla="*/ 0 w 38"/>
                <a:gd name="T3" fmla="*/ 106 h 10"/>
                <a:gd name="T4" fmla="*/ 224 w 3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">
                  <a:moveTo>
                    <a:pt x="38" y="9"/>
                  </a:moveTo>
                  <a:cubicBezTo>
                    <a:pt x="25" y="10"/>
                    <a:pt x="13" y="10"/>
                    <a:pt x="0" y="10"/>
                  </a:cubicBezTo>
                  <a:cubicBezTo>
                    <a:pt x="6" y="8"/>
                    <a:pt x="22" y="1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5" name="Freeform 1716">
              <a:extLst>
                <a:ext uri="{FF2B5EF4-FFF2-40B4-BE49-F238E27FC236}">
                  <a16:creationId xmlns:a16="http://schemas.microsoft.com/office/drawing/2014/main" id="{A9B885E5-E429-4092-AD7D-D14C9DDD4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3543"/>
              <a:ext cx="88" cy="144"/>
            </a:xfrm>
            <a:custGeom>
              <a:avLst/>
              <a:gdLst>
                <a:gd name="T0" fmla="*/ 0 w 43"/>
                <a:gd name="T1" fmla="*/ 0 h 66"/>
                <a:gd name="T2" fmla="*/ 301 w 43"/>
                <a:gd name="T3" fmla="*/ 68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6">
                  <a:moveTo>
                    <a:pt x="0" y="0"/>
                  </a:moveTo>
                  <a:cubicBezTo>
                    <a:pt x="19" y="19"/>
                    <a:pt x="43" y="42"/>
                    <a:pt x="35" y="6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6" name="Freeform 1717">
              <a:extLst>
                <a:ext uri="{FF2B5EF4-FFF2-40B4-BE49-F238E27FC236}">
                  <a16:creationId xmlns:a16="http://schemas.microsoft.com/office/drawing/2014/main" id="{65CA626A-1A78-4760-8E2C-42F2B5D00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3646"/>
              <a:ext cx="53" cy="109"/>
            </a:xfrm>
            <a:custGeom>
              <a:avLst/>
              <a:gdLst>
                <a:gd name="T0" fmla="*/ 0 w 26"/>
                <a:gd name="T1" fmla="*/ 0 h 50"/>
                <a:gd name="T2" fmla="*/ 171 w 26"/>
                <a:gd name="T3" fmla="*/ 262 h 50"/>
                <a:gd name="T4" fmla="*/ 220 w 26"/>
                <a:gd name="T5" fmla="*/ 51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0" y="0"/>
                  </a:moveTo>
                  <a:cubicBezTo>
                    <a:pt x="8" y="7"/>
                    <a:pt x="16" y="17"/>
                    <a:pt x="20" y="25"/>
                  </a:cubicBezTo>
                  <a:cubicBezTo>
                    <a:pt x="24" y="34"/>
                    <a:pt x="22" y="44"/>
                    <a:pt x="26" y="5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7" name="Freeform 1718">
              <a:extLst>
                <a:ext uri="{FF2B5EF4-FFF2-40B4-BE49-F238E27FC236}">
                  <a16:creationId xmlns:a16="http://schemas.microsoft.com/office/drawing/2014/main" id="{6180688A-3DC3-461E-99D5-C0400D588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722"/>
              <a:ext cx="98" cy="92"/>
            </a:xfrm>
            <a:custGeom>
              <a:avLst/>
              <a:gdLst>
                <a:gd name="T0" fmla="*/ 0 w 48"/>
                <a:gd name="T1" fmla="*/ 0 h 42"/>
                <a:gd name="T2" fmla="*/ 408 w 48"/>
                <a:gd name="T3" fmla="*/ 442 h 42"/>
                <a:gd name="T4" fmla="*/ 0 w 48"/>
                <a:gd name="T5" fmla="*/ 158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2">
                  <a:moveTo>
                    <a:pt x="0" y="0"/>
                  </a:moveTo>
                  <a:cubicBezTo>
                    <a:pt x="19" y="11"/>
                    <a:pt x="35" y="26"/>
                    <a:pt x="48" y="42"/>
                  </a:cubicBezTo>
                  <a:cubicBezTo>
                    <a:pt x="25" y="40"/>
                    <a:pt x="13" y="26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8" name="Freeform 1719">
              <a:extLst>
                <a:ext uri="{FF2B5EF4-FFF2-40B4-BE49-F238E27FC236}">
                  <a16:creationId xmlns:a16="http://schemas.microsoft.com/office/drawing/2014/main" id="{63C4BA3B-CC69-4FF6-B7F5-DFAEF43E3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3545"/>
              <a:ext cx="125" cy="210"/>
            </a:xfrm>
            <a:custGeom>
              <a:avLst/>
              <a:gdLst>
                <a:gd name="T0" fmla="*/ 0 w 61"/>
                <a:gd name="T1" fmla="*/ 0 h 96"/>
                <a:gd name="T2" fmla="*/ 148 w 61"/>
                <a:gd name="T3" fmla="*/ 387 h 96"/>
                <a:gd name="T4" fmla="*/ 285 w 61"/>
                <a:gd name="T5" fmla="*/ 669 h 96"/>
                <a:gd name="T6" fmla="*/ 303 w 61"/>
                <a:gd name="T7" fmla="*/ 661 h 96"/>
                <a:gd name="T8" fmla="*/ 311 w 61"/>
                <a:gd name="T9" fmla="*/ 704 h 96"/>
                <a:gd name="T10" fmla="*/ 387 w 61"/>
                <a:gd name="T11" fmla="*/ 827 h 96"/>
                <a:gd name="T12" fmla="*/ 525 w 61"/>
                <a:gd name="T13" fmla="*/ 1004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96">
                  <a:moveTo>
                    <a:pt x="0" y="0"/>
                  </a:moveTo>
                  <a:cubicBezTo>
                    <a:pt x="4" y="12"/>
                    <a:pt x="12" y="25"/>
                    <a:pt x="17" y="37"/>
                  </a:cubicBezTo>
                  <a:cubicBezTo>
                    <a:pt x="21" y="46"/>
                    <a:pt x="29" y="53"/>
                    <a:pt x="33" y="64"/>
                  </a:cubicBezTo>
                  <a:cubicBezTo>
                    <a:pt x="34" y="63"/>
                    <a:pt x="34" y="63"/>
                    <a:pt x="35" y="63"/>
                  </a:cubicBezTo>
                  <a:cubicBezTo>
                    <a:pt x="38" y="65"/>
                    <a:pt x="35" y="65"/>
                    <a:pt x="36" y="67"/>
                  </a:cubicBezTo>
                  <a:cubicBezTo>
                    <a:pt x="39" y="72"/>
                    <a:pt x="41" y="75"/>
                    <a:pt x="45" y="79"/>
                  </a:cubicBezTo>
                  <a:cubicBezTo>
                    <a:pt x="50" y="84"/>
                    <a:pt x="60" y="90"/>
                    <a:pt x="61" y="9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9" name="Freeform 1720">
              <a:extLst>
                <a:ext uri="{FF2B5EF4-FFF2-40B4-BE49-F238E27FC236}">
                  <a16:creationId xmlns:a16="http://schemas.microsoft.com/office/drawing/2014/main" id="{CBEA483C-848F-43B3-8A11-FB5252F43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3571"/>
              <a:ext cx="68" cy="96"/>
            </a:xfrm>
            <a:custGeom>
              <a:avLst/>
              <a:gdLst>
                <a:gd name="T0" fmla="*/ 0 w 33"/>
                <a:gd name="T1" fmla="*/ 0 h 44"/>
                <a:gd name="T2" fmla="*/ 272 w 33"/>
                <a:gd name="T3" fmla="*/ 45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4">
                  <a:moveTo>
                    <a:pt x="0" y="0"/>
                  </a:moveTo>
                  <a:cubicBezTo>
                    <a:pt x="18" y="6"/>
                    <a:pt x="33" y="29"/>
                    <a:pt x="31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0" name="Freeform 1721">
              <a:extLst>
                <a:ext uri="{FF2B5EF4-FFF2-40B4-BE49-F238E27FC236}">
                  <a16:creationId xmlns:a16="http://schemas.microsoft.com/office/drawing/2014/main" id="{8025232C-1250-45C1-A69D-92A9378C1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632"/>
              <a:ext cx="61" cy="108"/>
            </a:xfrm>
            <a:custGeom>
              <a:avLst/>
              <a:gdLst>
                <a:gd name="T0" fmla="*/ 0 w 30"/>
                <a:gd name="T1" fmla="*/ 0 h 49"/>
                <a:gd name="T2" fmla="*/ 203 w 30"/>
                <a:gd name="T3" fmla="*/ 331 h 49"/>
                <a:gd name="T4" fmla="*/ 252 w 30"/>
                <a:gd name="T5" fmla="*/ 52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9">
                  <a:moveTo>
                    <a:pt x="0" y="0"/>
                  </a:moveTo>
                  <a:cubicBezTo>
                    <a:pt x="11" y="9"/>
                    <a:pt x="20" y="19"/>
                    <a:pt x="24" y="31"/>
                  </a:cubicBezTo>
                  <a:cubicBezTo>
                    <a:pt x="27" y="37"/>
                    <a:pt x="28" y="43"/>
                    <a:pt x="30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1" name="Freeform 1722">
              <a:extLst>
                <a:ext uri="{FF2B5EF4-FFF2-40B4-BE49-F238E27FC236}">
                  <a16:creationId xmlns:a16="http://schemas.microsoft.com/office/drawing/2014/main" id="{6AC0BE2F-2493-4B63-8671-B6F830280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801"/>
              <a:ext cx="144" cy="70"/>
            </a:xfrm>
            <a:custGeom>
              <a:avLst/>
              <a:gdLst>
                <a:gd name="T0" fmla="*/ 0 w 70"/>
                <a:gd name="T1" fmla="*/ 0 h 32"/>
                <a:gd name="T2" fmla="*/ 609 w 70"/>
                <a:gd name="T3" fmla="*/ 335 h 32"/>
                <a:gd name="T4" fmla="*/ 356 w 70"/>
                <a:gd name="T5" fmla="*/ 168 h 32"/>
                <a:gd name="T6" fmla="*/ 165 w 70"/>
                <a:gd name="T7" fmla="*/ 6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32">
                  <a:moveTo>
                    <a:pt x="0" y="0"/>
                  </a:moveTo>
                  <a:cubicBezTo>
                    <a:pt x="18" y="19"/>
                    <a:pt x="42" y="26"/>
                    <a:pt x="70" y="32"/>
                  </a:cubicBezTo>
                  <a:cubicBezTo>
                    <a:pt x="61" y="26"/>
                    <a:pt x="50" y="21"/>
                    <a:pt x="41" y="16"/>
                  </a:cubicBezTo>
                  <a:cubicBezTo>
                    <a:pt x="35" y="12"/>
                    <a:pt x="27" y="8"/>
                    <a:pt x="19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2" name="Freeform 1723">
              <a:extLst>
                <a:ext uri="{FF2B5EF4-FFF2-40B4-BE49-F238E27FC236}">
                  <a16:creationId xmlns:a16="http://schemas.microsoft.com/office/drawing/2014/main" id="{1BB0FA90-7A5C-41CA-8926-89C5EC14A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3768"/>
              <a:ext cx="101" cy="76"/>
            </a:xfrm>
            <a:custGeom>
              <a:avLst/>
              <a:gdLst>
                <a:gd name="T0" fmla="*/ 0 w 49"/>
                <a:gd name="T1" fmla="*/ 0 h 35"/>
                <a:gd name="T2" fmla="*/ 429 w 49"/>
                <a:gd name="T3" fmla="*/ 3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5">
                  <a:moveTo>
                    <a:pt x="0" y="0"/>
                  </a:moveTo>
                  <a:cubicBezTo>
                    <a:pt x="22" y="7"/>
                    <a:pt x="36" y="22"/>
                    <a:pt x="49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3" name="Freeform 1724">
              <a:extLst>
                <a:ext uri="{FF2B5EF4-FFF2-40B4-BE49-F238E27FC236}">
                  <a16:creationId xmlns:a16="http://schemas.microsoft.com/office/drawing/2014/main" id="{DEB4C0DF-3FA8-406B-8785-54B4BBCB4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3676"/>
              <a:ext cx="80" cy="103"/>
            </a:xfrm>
            <a:custGeom>
              <a:avLst/>
              <a:gdLst>
                <a:gd name="T0" fmla="*/ 0 w 39"/>
                <a:gd name="T1" fmla="*/ 0 h 47"/>
                <a:gd name="T2" fmla="*/ 224 w 39"/>
                <a:gd name="T3" fmla="*/ 241 h 47"/>
                <a:gd name="T4" fmla="*/ 336 w 39"/>
                <a:gd name="T5" fmla="*/ 49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7">
                  <a:moveTo>
                    <a:pt x="0" y="0"/>
                  </a:moveTo>
                  <a:cubicBezTo>
                    <a:pt x="8" y="8"/>
                    <a:pt x="18" y="15"/>
                    <a:pt x="26" y="23"/>
                  </a:cubicBezTo>
                  <a:cubicBezTo>
                    <a:pt x="32" y="29"/>
                    <a:pt x="35" y="42"/>
                    <a:pt x="39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4" name="Freeform 1725">
              <a:extLst>
                <a:ext uri="{FF2B5EF4-FFF2-40B4-BE49-F238E27FC236}">
                  <a16:creationId xmlns:a16="http://schemas.microsoft.com/office/drawing/2014/main" id="{0DA506B6-DB5E-4344-8E19-9B3253169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3803"/>
              <a:ext cx="100" cy="68"/>
            </a:xfrm>
            <a:custGeom>
              <a:avLst/>
              <a:gdLst>
                <a:gd name="T0" fmla="*/ 0 w 49"/>
                <a:gd name="T1" fmla="*/ 9 h 31"/>
                <a:gd name="T2" fmla="*/ 316 w 49"/>
                <a:gd name="T3" fmla="*/ 189 h 31"/>
                <a:gd name="T4" fmla="*/ 416 w 49"/>
                <a:gd name="T5" fmla="*/ 32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1">
                  <a:moveTo>
                    <a:pt x="0" y="1"/>
                  </a:moveTo>
                  <a:cubicBezTo>
                    <a:pt x="11" y="0"/>
                    <a:pt x="30" y="12"/>
                    <a:pt x="37" y="18"/>
                  </a:cubicBezTo>
                  <a:cubicBezTo>
                    <a:pt x="42" y="22"/>
                    <a:pt x="46" y="27"/>
                    <a:pt x="49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5" name="Freeform 1726">
              <a:extLst>
                <a:ext uri="{FF2B5EF4-FFF2-40B4-BE49-F238E27FC236}">
                  <a16:creationId xmlns:a16="http://schemas.microsoft.com/office/drawing/2014/main" id="{540A5569-BD5C-46D0-84E1-A6C1A0FF3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740"/>
              <a:ext cx="71" cy="72"/>
            </a:xfrm>
            <a:custGeom>
              <a:avLst/>
              <a:gdLst>
                <a:gd name="T0" fmla="*/ 0 w 35"/>
                <a:gd name="T1" fmla="*/ 0 h 33"/>
                <a:gd name="T2" fmla="*/ 292 w 35"/>
                <a:gd name="T3" fmla="*/ 34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3">
                  <a:moveTo>
                    <a:pt x="0" y="0"/>
                  </a:moveTo>
                  <a:cubicBezTo>
                    <a:pt x="20" y="6"/>
                    <a:pt x="26" y="20"/>
                    <a:pt x="35" y="3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6" name="Freeform 1727">
              <a:extLst>
                <a:ext uri="{FF2B5EF4-FFF2-40B4-BE49-F238E27FC236}">
                  <a16:creationId xmlns:a16="http://schemas.microsoft.com/office/drawing/2014/main" id="{3A1C2F1A-1A2E-4188-97A5-6AF254210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3477"/>
              <a:ext cx="62" cy="96"/>
            </a:xfrm>
            <a:custGeom>
              <a:avLst/>
              <a:gdLst>
                <a:gd name="T0" fmla="*/ 99 w 30"/>
                <a:gd name="T1" fmla="*/ 323 h 44"/>
                <a:gd name="T2" fmla="*/ 25 w 30"/>
                <a:gd name="T3" fmla="*/ 0 h 44"/>
                <a:gd name="T4" fmla="*/ 167 w 30"/>
                <a:gd name="T5" fmla="*/ 229 h 44"/>
                <a:gd name="T6" fmla="*/ 231 w 30"/>
                <a:gd name="T7" fmla="*/ 45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4">
                  <a:moveTo>
                    <a:pt x="11" y="31"/>
                  </a:moveTo>
                  <a:cubicBezTo>
                    <a:pt x="4" y="23"/>
                    <a:pt x="0" y="9"/>
                    <a:pt x="3" y="0"/>
                  </a:cubicBezTo>
                  <a:cubicBezTo>
                    <a:pt x="2" y="7"/>
                    <a:pt x="14" y="16"/>
                    <a:pt x="19" y="22"/>
                  </a:cubicBezTo>
                  <a:cubicBezTo>
                    <a:pt x="23" y="27"/>
                    <a:pt x="30" y="38"/>
                    <a:pt x="26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7" name="Freeform 1728">
              <a:extLst>
                <a:ext uri="{FF2B5EF4-FFF2-40B4-BE49-F238E27FC236}">
                  <a16:creationId xmlns:a16="http://schemas.microsoft.com/office/drawing/2014/main" id="{190F56FC-63AD-4CFA-94B6-1E28875F3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388"/>
              <a:ext cx="56" cy="118"/>
            </a:xfrm>
            <a:custGeom>
              <a:avLst/>
              <a:gdLst>
                <a:gd name="T0" fmla="*/ 151 w 27"/>
                <a:gd name="T1" fmla="*/ 448 h 54"/>
                <a:gd name="T2" fmla="*/ 81 w 27"/>
                <a:gd name="T3" fmla="*/ 0 h 54"/>
                <a:gd name="T4" fmla="*/ 124 w 27"/>
                <a:gd name="T5" fmla="*/ 125 h 54"/>
                <a:gd name="T6" fmla="*/ 232 w 27"/>
                <a:gd name="T7" fmla="*/ 343 h 54"/>
                <a:gd name="T8" fmla="*/ 224 w 27"/>
                <a:gd name="T9" fmla="*/ 56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4">
                  <a:moveTo>
                    <a:pt x="17" y="43"/>
                  </a:moveTo>
                  <a:cubicBezTo>
                    <a:pt x="12" y="31"/>
                    <a:pt x="0" y="12"/>
                    <a:pt x="9" y="0"/>
                  </a:cubicBezTo>
                  <a:cubicBezTo>
                    <a:pt x="8" y="4"/>
                    <a:pt x="12" y="9"/>
                    <a:pt x="14" y="12"/>
                  </a:cubicBezTo>
                  <a:cubicBezTo>
                    <a:pt x="20" y="19"/>
                    <a:pt x="24" y="25"/>
                    <a:pt x="26" y="33"/>
                  </a:cubicBezTo>
                  <a:cubicBezTo>
                    <a:pt x="27" y="40"/>
                    <a:pt x="26" y="47"/>
                    <a:pt x="25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8" name="Freeform 1729">
              <a:extLst>
                <a:ext uri="{FF2B5EF4-FFF2-40B4-BE49-F238E27FC236}">
                  <a16:creationId xmlns:a16="http://schemas.microsoft.com/office/drawing/2014/main" id="{C364DBC7-37EB-4CF1-8D6E-C8F7727C5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366"/>
              <a:ext cx="19" cy="50"/>
            </a:xfrm>
            <a:custGeom>
              <a:avLst/>
              <a:gdLst>
                <a:gd name="T0" fmla="*/ 17 w 9"/>
                <a:gd name="T1" fmla="*/ 237 h 23"/>
                <a:gd name="T2" fmla="*/ 84 w 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2" y="23"/>
                  </a:moveTo>
                  <a:cubicBezTo>
                    <a:pt x="0" y="16"/>
                    <a:pt x="6" y="6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9" name="Freeform 1730">
              <a:extLst>
                <a:ext uri="{FF2B5EF4-FFF2-40B4-BE49-F238E27FC236}">
                  <a16:creationId xmlns:a16="http://schemas.microsoft.com/office/drawing/2014/main" id="{EE6C3E3C-BE8B-4C64-A81D-982406D77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3366"/>
              <a:ext cx="16" cy="94"/>
            </a:xfrm>
            <a:custGeom>
              <a:avLst/>
              <a:gdLst>
                <a:gd name="T0" fmla="*/ 0 w 8"/>
                <a:gd name="T1" fmla="*/ 0 h 43"/>
                <a:gd name="T2" fmla="*/ 0 w 8"/>
                <a:gd name="T3" fmla="*/ 44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3">
                  <a:moveTo>
                    <a:pt x="0" y="0"/>
                  </a:moveTo>
                  <a:cubicBezTo>
                    <a:pt x="8" y="14"/>
                    <a:pt x="5" y="29"/>
                    <a:pt x="0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0" name="Freeform 1731">
              <a:extLst>
                <a:ext uri="{FF2B5EF4-FFF2-40B4-BE49-F238E27FC236}">
                  <a16:creationId xmlns:a16="http://schemas.microsoft.com/office/drawing/2014/main" id="{D774BE44-27C6-45B9-AA18-00E20F6B2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453"/>
              <a:ext cx="43" cy="85"/>
            </a:xfrm>
            <a:custGeom>
              <a:avLst/>
              <a:gdLst>
                <a:gd name="T0" fmla="*/ 0 w 21"/>
                <a:gd name="T1" fmla="*/ 0 h 39"/>
                <a:gd name="T2" fmla="*/ 113 w 21"/>
                <a:gd name="T3" fmla="*/ 40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9">
                  <a:moveTo>
                    <a:pt x="0" y="0"/>
                  </a:moveTo>
                  <a:cubicBezTo>
                    <a:pt x="6" y="12"/>
                    <a:pt x="21" y="27"/>
                    <a:pt x="13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1" name="Freeform 1732">
              <a:extLst>
                <a:ext uri="{FF2B5EF4-FFF2-40B4-BE49-F238E27FC236}">
                  <a16:creationId xmlns:a16="http://schemas.microsoft.com/office/drawing/2014/main" id="{A9CA69AE-B177-4D6E-BAEE-13371CE46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3503"/>
              <a:ext cx="29" cy="86"/>
            </a:xfrm>
            <a:custGeom>
              <a:avLst/>
              <a:gdLst>
                <a:gd name="T0" fmla="*/ 0 w 14"/>
                <a:gd name="T1" fmla="*/ 0 h 39"/>
                <a:gd name="T2" fmla="*/ 124 w 14"/>
                <a:gd name="T3" fmla="*/ 41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9">
                  <a:moveTo>
                    <a:pt x="0" y="0"/>
                  </a:moveTo>
                  <a:cubicBezTo>
                    <a:pt x="12" y="11"/>
                    <a:pt x="13" y="27"/>
                    <a:pt x="14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2" name="Freeform 1733">
              <a:extLst>
                <a:ext uri="{FF2B5EF4-FFF2-40B4-BE49-F238E27FC236}">
                  <a16:creationId xmlns:a16="http://schemas.microsoft.com/office/drawing/2014/main" id="{3DD83C06-3B9B-4263-85F8-EAD8BFD81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3532"/>
              <a:ext cx="45" cy="107"/>
            </a:xfrm>
            <a:custGeom>
              <a:avLst/>
              <a:gdLst>
                <a:gd name="T0" fmla="*/ 0 w 22"/>
                <a:gd name="T1" fmla="*/ 0 h 49"/>
                <a:gd name="T2" fmla="*/ 129 w 22"/>
                <a:gd name="T3" fmla="*/ 166 h 49"/>
                <a:gd name="T4" fmla="*/ 188 w 22"/>
                <a:gd name="T5" fmla="*/ 378 h 49"/>
                <a:gd name="T6" fmla="*/ 164 w 22"/>
                <a:gd name="T7" fmla="*/ 51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9">
                  <a:moveTo>
                    <a:pt x="0" y="0"/>
                  </a:moveTo>
                  <a:cubicBezTo>
                    <a:pt x="3" y="7"/>
                    <a:pt x="11" y="11"/>
                    <a:pt x="15" y="16"/>
                  </a:cubicBezTo>
                  <a:cubicBezTo>
                    <a:pt x="20" y="22"/>
                    <a:pt x="22" y="29"/>
                    <a:pt x="22" y="36"/>
                  </a:cubicBezTo>
                  <a:cubicBezTo>
                    <a:pt x="21" y="40"/>
                    <a:pt x="22" y="45"/>
                    <a:pt x="19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3" name="Freeform 1734">
              <a:extLst>
                <a:ext uri="{FF2B5EF4-FFF2-40B4-BE49-F238E27FC236}">
                  <a16:creationId xmlns:a16="http://schemas.microsoft.com/office/drawing/2014/main" id="{AF2F63FF-D3A0-4C5E-91D5-AC80D38F6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3761"/>
              <a:ext cx="96" cy="66"/>
            </a:xfrm>
            <a:custGeom>
              <a:avLst/>
              <a:gdLst>
                <a:gd name="T0" fmla="*/ 0 w 47"/>
                <a:gd name="T1" fmla="*/ 0 h 30"/>
                <a:gd name="T2" fmla="*/ 137 w 47"/>
                <a:gd name="T3" fmla="*/ 53 h 30"/>
                <a:gd name="T4" fmla="*/ 308 w 47"/>
                <a:gd name="T5" fmla="*/ 141 h 30"/>
                <a:gd name="T6" fmla="*/ 400 w 47"/>
                <a:gd name="T7" fmla="*/ 31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0">
                  <a:moveTo>
                    <a:pt x="0" y="0"/>
                  </a:moveTo>
                  <a:cubicBezTo>
                    <a:pt x="6" y="2"/>
                    <a:pt x="10" y="4"/>
                    <a:pt x="16" y="5"/>
                  </a:cubicBezTo>
                  <a:cubicBezTo>
                    <a:pt x="24" y="8"/>
                    <a:pt x="31" y="8"/>
                    <a:pt x="36" y="13"/>
                  </a:cubicBezTo>
                  <a:cubicBezTo>
                    <a:pt x="41" y="17"/>
                    <a:pt x="42" y="27"/>
                    <a:pt x="47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4" name="Freeform 1735">
              <a:extLst>
                <a:ext uri="{FF2B5EF4-FFF2-40B4-BE49-F238E27FC236}">
                  <a16:creationId xmlns:a16="http://schemas.microsoft.com/office/drawing/2014/main" id="{48EDE5E8-FA7F-4510-9F3D-DC3255BED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3597"/>
              <a:ext cx="39" cy="79"/>
            </a:xfrm>
            <a:custGeom>
              <a:avLst/>
              <a:gdLst>
                <a:gd name="T0" fmla="*/ 0 w 19"/>
                <a:gd name="T1" fmla="*/ 0 h 36"/>
                <a:gd name="T2" fmla="*/ 140 w 19"/>
                <a:gd name="T3" fmla="*/ 230 h 36"/>
                <a:gd name="T4" fmla="*/ 164 w 19"/>
                <a:gd name="T5" fmla="*/ 38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0"/>
                  </a:moveTo>
                  <a:cubicBezTo>
                    <a:pt x="6" y="8"/>
                    <a:pt x="14" y="13"/>
                    <a:pt x="16" y="22"/>
                  </a:cubicBezTo>
                  <a:cubicBezTo>
                    <a:pt x="17" y="26"/>
                    <a:pt x="19" y="34"/>
                    <a:pt x="19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5" name="Freeform 1736">
              <a:extLst>
                <a:ext uri="{FF2B5EF4-FFF2-40B4-BE49-F238E27FC236}">
                  <a16:creationId xmlns:a16="http://schemas.microsoft.com/office/drawing/2014/main" id="{00991968-5F72-4482-AF48-BBDEDEF50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3639"/>
              <a:ext cx="59" cy="90"/>
            </a:xfrm>
            <a:custGeom>
              <a:avLst/>
              <a:gdLst>
                <a:gd name="T0" fmla="*/ 0 w 29"/>
                <a:gd name="T1" fmla="*/ 0 h 41"/>
                <a:gd name="T2" fmla="*/ 244 w 29"/>
                <a:gd name="T3" fmla="*/ 435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1">
                  <a:moveTo>
                    <a:pt x="0" y="0"/>
                  </a:moveTo>
                  <a:cubicBezTo>
                    <a:pt x="17" y="12"/>
                    <a:pt x="26" y="25"/>
                    <a:pt x="29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6" name="Freeform 1737">
              <a:extLst>
                <a:ext uri="{FF2B5EF4-FFF2-40B4-BE49-F238E27FC236}">
                  <a16:creationId xmlns:a16="http://schemas.microsoft.com/office/drawing/2014/main" id="{D27DD87A-E9FF-4E67-AC46-31D3EF663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680"/>
              <a:ext cx="66" cy="86"/>
            </a:xfrm>
            <a:custGeom>
              <a:avLst/>
              <a:gdLst>
                <a:gd name="T0" fmla="*/ 0 w 32"/>
                <a:gd name="T1" fmla="*/ 0 h 39"/>
                <a:gd name="T2" fmla="*/ 248 w 32"/>
                <a:gd name="T3" fmla="*/ 291 h 39"/>
                <a:gd name="T4" fmla="*/ 281 w 32"/>
                <a:gd name="T5" fmla="*/ 41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9">
                  <a:moveTo>
                    <a:pt x="0" y="0"/>
                  </a:moveTo>
                  <a:cubicBezTo>
                    <a:pt x="9" y="7"/>
                    <a:pt x="24" y="16"/>
                    <a:pt x="28" y="27"/>
                  </a:cubicBezTo>
                  <a:cubicBezTo>
                    <a:pt x="30" y="30"/>
                    <a:pt x="30" y="36"/>
                    <a:pt x="32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7" name="Freeform 1738">
              <a:extLst>
                <a:ext uri="{FF2B5EF4-FFF2-40B4-BE49-F238E27FC236}">
                  <a16:creationId xmlns:a16="http://schemas.microsoft.com/office/drawing/2014/main" id="{76CD628D-553B-4452-B4A1-1B9EECDB5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3726"/>
              <a:ext cx="82" cy="62"/>
            </a:xfrm>
            <a:custGeom>
              <a:avLst/>
              <a:gdLst>
                <a:gd name="T0" fmla="*/ 0 w 40"/>
                <a:gd name="T1" fmla="*/ 0 h 28"/>
                <a:gd name="T2" fmla="*/ 344 w 40"/>
                <a:gd name="T3" fmla="*/ 30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8">
                  <a:moveTo>
                    <a:pt x="0" y="0"/>
                  </a:moveTo>
                  <a:cubicBezTo>
                    <a:pt x="15" y="7"/>
                    <a:pt x="32" y="15"/>
                    <a:pt x="40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8" name="Freeform 1739">
              <a:extLst>
                <a:ext uri="{FF2B5EF4-FFF2-40B4-BE49-F238E27FC236}">
                  <a16:creationId xmlns:a16="http://schemas.microsoft.com/office/drawing/2014/main" id="{6CD6E462-AE02-468A-9996-AB24DBFD2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742"/>
              <a:ext cx="88" cy="59"/>
            </a:xfrm>
            <a:custGeom>
              <a:avLst/>
              <a:gdLst>
                <a:gd name="T0" fmla="*/ 0 w 43"/>
                <a:gd name="T1" fmla="*/ 0 h 27"/>
                <a:gd name="T2" fmla="*/ 129 w 43"/>
                <a:gd name="T3" fmla="*/ 44 h 27"/>
                <a:gd name="T4" fmla="*/ 248 w 43"/>
                <a:gd name="T5" fmla="*/ 105 h 27"/>
                <a:gd name="T6" fmla="*/ 368 w 43"/>
                <a:gd name="T7" fmla="*/ 28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7">
                  <a:moveTo>
                    <a:pt x="0" y="0"/>
                  </a:moveTo>
                  <a:cubicBezTo>
                    <a:pt x="4" y="2"/>
                    <a:pt x="10" y="2"/>
                    <a:pt x="15" y="4"/>
                  </a:cubicBezTo>
                  <a:cubicBezTo>
                    <a:pt x="20" y="5"/>
                    <a:pt x="24" y="8"/>
                    <a:pt x="29" y="10"/>
                  </a:cubicBezTo>
                  <a:cubicBezTo>
                    <a:pt x="38" y="15"/>
                    <a:pt x="39" y="19"/>
                    <a:pt x="43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9" name="Freeform 1740">
              <a:extLst>
                <a:ext uri="{FF2B5EF4-FFF2-40B4-BE49-F238E27FC236}">
                  <a16:creationId xmlns:a16="http://schemas.microsoft.com/office/drawing/2014/main" id="{52F09F1D-2B6C-4543-88DE-6A31E57A3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639"/>
              <a:ext cx="86" cy="70"/>
            </a:xfrm>
            <a:custGeom>
              <a:avLst/>
              <a:gdLst>
                <a:gd name="T0" fmla="*/ 0 w 42"/>
                <a:gd name="T1" fmla="*/ 0 h 32"/>
                <a:gd name="T2" fmla="*/ 360 w 42"/>
                <a:gd name="T3" fmla="*/ 33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2">
                  <a:moveTo>
                    <a:pt x="0" y="0"/>
                  </a:moveTo>
                  <a:cubicBezTo>
                    <a:pt x="27" y="0"/>
                    <a:pt x="35" y="17"/>
                    <a:pt x="42" y="3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0" name="Freeform 1741">
              <a:extLst>
                <a:ext uri="{FF2B5EF4-FFF2-40B4-BE49-F238E27FC236}">
                  <a16:creationId xmlns:a16="http://schemas.microsoft.com/office/drawing/2014/main" id="{987BD39C-1F19-49EE-AF72-7A4175718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700"/>
              <a:ext cx="78" cy="46"/>
            </a:xfrm>
            <a:custGeom>
              <a:avLst/>
              <a:gdLst>
                <a:gd name="T0" fmla="*/ 0 w 38"/>
                <a:gd name="T1" fmla="*/ 44 h 21"/>
                <a:gd name="T2" fmla="*/ 320 w 38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1">
                  <a:moveTo>
                    <a:pt x="0" y="4"/>
                  </a:moveTo>
                  <a:cubicBezTo>
                    <a:pt x="6" y="0"/>
                    <a:pt x="38" y="16"/>
                    <a:pt x="37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1" name="Freeform 1742">
              <a:extLst>
                <a:ext uri="{FF2B5EF4-FFF2-40B4-BE49-F238E27FC236}">
                  <a16:creationId xmlns:a16="http://schemas.microsoft.com/office/drawing/2014/main" id="{B0C4C96E-241E-4987-9E1E-6255734E0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3398"/>
              <a:ext cx="33" cy="94"/>
            </a:xfrm>
            <a:custGeom>
              <a:avLst/>
              <a:gdLst>
                <a:gd name="T0" fmla="*/ 0 w 16"/>
                <a:gd name="T1" fmla="*/ 0 h 43"/>
                <a:gd name="T2" fmla="*/ 43 w 16"/>
                <a:gd name="T3" fmla="*/ 44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3">
                  <a:moveTo>
                    <a:pt x="0" y="0"/>
                  </a:moveTo>
                  <a:cubicBezTo>
                    <a:pt x="7" y="9"/>
                    <a:pt x="16" y="33"/>
                    <a:pt x="5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2" name="Freeform 1743">
              <a:extLst>
                <a:ext uri="{FF2B5EF4-FFF2-40B4-BE49-F238E27FC236}">
                  <a16:creationId xmlns:a16="http://schemas.microsoft.com/office/drawing/2014/main" id="{DA19938C-EB97-409F-90C7-0FA737478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440"/>
              <a:ext cx="24" cy="96"/>
            </a:xfrm>
            <a:custGeom>
              <a:avLst/>
              <a:gdLst>
                <a:gd name="T0" fmla="*/ 0 w 12"/>
                <a:gd name="T1" fmla="*/ 0 h 44"/>
                <a:gd name="T2" fmla="*/ 96 w 12"/>
                <a:gd name="T3" fmla="*/ 290 h 44"/>
                <a:gd name="T4" fmla="*/ 88 w 12"/>
                <a:gd name="T5" fmla="*/ 45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4">
                  <a:moveTo>
                    <a:pt x="0" y="0"/>
                  </a:moveTo>
                  <a:cubicBezTo>
                    <a:pt x="7" y="7"/>
                    <a:pt x="11" y="19"/>
                    <a:pt x="12" y="28"/>
                  </a:cubicBezTo>
                  <a:cubicBezTo>
                    <a:pt x="12" y="32"/>
                    <a:pt x="9" y="40"/>
                    <a:pt x="11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3" name="Freeform 1744">
              <a:extLst>
                <a:ext uri="{FF2B5EF4-FFF2-40B4-BE49-F238E27FC236}">
                  <a16:creationId xmlns:a16="http://schemas.microsoft.com/office/drawing/2014/main" id="{4CC90B57-A90F-4A7A-939A-7976BBDCE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3488"/>
              <a:ext cx="37" cy="83"/>
            </a:xfrm>
            <a:custGeom>
              <a:avLst/>
              <a:gdLst>
                <a:gd name="T0" fmla="*/ 0 w 18"/>
                <a:gd name="T1" fmla="*/ 0 h 38"/>
                <a:gd name="T2" fmla="*/ 113 w 18"/>
                <a:gd name="T3" fmla="*/ 39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0" y="0"/>
                  </a:moveTo>
                  <a:cubicBezTo>
                    <a:pt x="11" y="10"/>
                    <a:pt x="18" y="25"/>
                    <a:pt x="13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4" name="Freeform 1745">
              <a:extLst>
                <a:ext uri="{FF2B5EF4-FFF2-40B4-BE49-F238E27FC236}">
                  <a16:creationId xmlns:a16="http://schemas.microsoft.com/office/drawing/2014/main" id="{D5DC52D5-1F50-4A31-9C06-B613E1B80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3525"/>
              <a:ext cx="49" cy="96"/>
            </a:xfrm>
            <a:custGeom>
              <a:avLst/>
              <a:gdLst>
                <a:gd name="T0" fmla="*/ 0 w 24"/>
                <a:gd name="T1" fmla="*/ 0 h 44"/>
                <a:gd name="T2" fmla="*/ 137 w 24"/>
                <a:gd name="T3" fmla="*/ 45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4">
                  <a:moveTo>
                    <a:pt x="0" y="0"/>
                  </a:moveTo>
                  <a:cubicBezTo>
                    <a:pt x="10" y="12"/>
                    <a:pt x="24" y="30"/>
                    <a:pt x="16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5" name="Freeform 1746">
              <a:extLst>
                <a:ext uri="{FF2B5EF4-FFF2-40B4-BE49-F238E27FC236}">
                  <a16:creationId xmlns:a16="http://schemas.microsoft.com/office/drawing/2014/main" id="{08A352ED-D6E0-4692-8434-9E2E2684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565"/>
              <a:ext cx="61" cy="83"/>
            </a:xfrm>
            <a:custGeom>
              <a:avLst/>
              <a:gdLst>
                <a:gd name="T0" fmla="*/ 0 w 30"/>
                <a:gd name="T1" fmla="*/ 0 h 38"/>
                <a:gd name="T2" fmla="*/ 83 w 30"/>
                <a:gd name="T3" fmla="*/ 96 h 38"/>
                <a:gd name="T4" fmla="*/ 177 w 30"/>
                <a:gd name="T5" fmla="*/ 229 h 38"/>
                <a:gd name="T6" fmla="*/ 252 w 30"/>
                <a:gd name="T7" fmla="*/ 39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8">
                  <a:moveTo>
                    <a:pt x="0" y="0"/>
                  </a:moveTo>
                  <a:cubicBezTo>
                    <a:pt x="1" y="4"/>
                    <a:pt x="6" y="6"/>
                    <a:pt x="10" y="9"/>
                  </a:cubicBezTo>
                  <a:cubicBezTo>
                    <a:pt x="15" y="13"/>
                    <a:pt x="18" y="17"/>
                    <a:pt x="21" y="22"/>
                  </a:cubicBezTo>
                  <a:cubicBezTo>
                    <a:pt x="25" y="27"/>
                    <a:pt x="28" y="32"/>
                    <a:pt x="30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6" name="Freeform 1747">
              <a:extLst>
                <a:ext uri="{FF2B5EF4-FFF2-40B4-BE49-F238E27FC236}">
                  <a16:creationId xmlns:a16="http://schemas.microsoft.com/office/drawing/2014/main" id="{7484AEBA-5B83-4017-9F13-56831A74C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788"/>
              <a:ext cx="78" cy="22"/>
            </a:xfrm>
            <a:custGeom>
              <a:avLst/>
              <a:gdLst>
                <a:gd name="T0" fmla="*/ 328 w 38"/>
                <a:gd name="T1" fmla="*/ 44 h 10"/>
                <a:gd name="T2" fmla="*/ 0 w 38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38" y="4"/>
                  </a:moveTo>
                  <a:cubicBezTo>
                    <a:pt x="27" y="0"/>
                    <a:pt x="8" y="5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7" name="Freeform 1748">
              <a:extLst>
                <a:ext uri="{FF2B5EF4-FFF2-40B4-BE49-F238E27FC236}">
                  <a16:creationId xmlns:a16="http://schemas.microsoft.com/office/drawing/2014/main" id="{7CCA15EC-A29C-439B-9F0B-8EEF81630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3807"/>
              <a:ext cx="104" cy="20"/>
            </a:xfrm>
            <a:custGeom>
              <a:avLst/>
              <a:gdLst>
                <a:gd name="T0" fmla="*/ 432 w 51"/>
                <a:gd name="T1" fmla="*/ 98 h 9"/>
                <a:gd name="T2" fmla="*/ 220 w 51"/>
                <a:gd name="T3" fmla="*/ 36 h 9"/>
                <a:gd name="T4" fmla="*/ 0 w 51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9">
                  <a:moveTo>
                    <a:pt x="51" y="9"/>
                  </a:moveTo>
                  <a:cubicBezTo>
                    <a:pt x="43" y="6"/>
                    <a:pt x="35" y="4"/>
                    <a:pt x="26" y="3"/>
                  </a:cubicBezTo>
                  <a:cubicBezTo>
                    <a:pt x="19" y="3"/>
                    <a:pt x="6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8" name="Freeform 1749">
              <a:extLst>
                <a:ext uri="{FF2B5EF4-FFF2-40B4-BE49-F238E27FC236}">
                  <a16:creationId xmlns:a16="http://schemas.microsoft.com/office/drawing/2014/main" id="{AB8D20BB-FB06-4614-960F-476B22327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3768"/>
              <a:ext cx="103" cy="55"/>
            </a:xfrm>
            <a:custGeom>
              <a:avLst/>
              <a:gdLst>
                <a:gd name="T0" fmla="*/ 437 w 50"/>
                <a:gd name="T1" fmla="*/ 266 h 25"/>
                <a:gd name="T2" fmla="*/ 0 w 50"/>
                <a:gd name="T3" fmla="*/ 5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5">
                  <a:moveTo>
                    <a:pt x="50" y="25"/>
                  </a:moveTo>
                  <a:cubicBezTo>
                    <a:pt x="47" y="12"/>
                    <a:pt x="16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9" name="Freeform 1750">
              <a:extLst>
                <a:ext uri="{FF2B5EF4-FFF2-40B4-BE49-F238E27FC236}">
                  <a16:creationId xmlns:a16="http://schemas.microsoft.com/office/drawing/2014/main" id="{CD9F91CA-F07D-47E0-8B8C-0DBF28686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801"/>
              <a:ext cx="197" cy="41"/>
            </a:xfrm>
            <a:custGeom>
              <a:avLst/>
              <a:gdLst>
                <a:gd name="T0" fmla="*/ 829 w 96"/>
                <a:gd name="T1" fmla="*/ 121 h 19"/>
                <a:gd name="T2" fmla="*/ 509 w 96"/>
                <a:gd name="T3" fmla="*/ 149 h 19"/>
                <a:gd name="T4" fmla="*/ 425 w 96"/>
                <a:gd name="T5" fmla="*/ 101 h 19"/>
                <a:gd name="T6" fmla="*/ 0 w 9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19">
                  <a:moveTo>
                    <a:pt x="96" y="12"/>
                  </a:moveTo>
                  <a:cubicBezTo>
                    <a:pt x="85" y="15"/>
                    <a:pt x="70" y="19"/>
                    <a:pt x="59" y="15"/>
                  </a:cubicBezTo>
                  <a:cubicBezTo>
                    <a:pt x="55" y="14"/>
                    <a:pt x="52" y="11"/>
                    <a:pt x="49" y="10"/>
                  </a:cubicBezTo>
                  <a:cubicBezTo>
                    <a:pt x="41" y="15"/>
                    <a:pt x="4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0" name="Freeform 1751">
              <a:extLst>
                <a:ext uri="{FF2B5EF4-FFF2-40B4-BE49-F238E27FC236}">
                  <a16:creationId xmlns:a16="http://schemas.microsoft.com/office/drawing/2014/main" id="{0BB54D7C-68EE-4D81-9B28-F089D2494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3788"/>
              <a:ext cx="47" cy="28"/>
            </a:xfrm>
            <a:custGeom>
              <a:avLst/>
              <a:gdLst>
                <a:gd name="T0" fmla="*/ 180 w 23"/>
                <a:gd name="T1" fmla="*/ 41 h 13"/>
                <a:gd name="T2" fmla="*/ 196 w 23"/>
                <a:gd name="T3" fmla="*/ 129 h 13"/>
                <a:gd name="T4" fmla="*/ 0 w 2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">
                  <a:moveTo>
                    <a:pt x="21" y="4"/>
                  </a:moveTo>
                  <a:cubicBezTo>
                    <a:pt x="22" y="7"/>
                    <a:pt x="23" y="10"/>
                    <a:pt x="23" y="13"/>
                  </a:cubicBezTo>
                  <a:cubicBezTo>
                    <a:pt x="15" y="12"/>
                    <a:pt x="5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1" name="Freeform 1752">
              <a:extLst>
                <a:ext uri="{FF2B5EF4-FFF2-40B4-BE49-F238E27FC236}">
                  <a16:creationId xmlns:a16="http://schemas.microsoft.com/office/drawing/2014/main" id="{E3F6F408-0384-4418-8495-80A59E5C9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3836"/>
              <a:ext cx="97" cy="54"/>
            </a:xfrm>
            <a:custGeom>
              <a:avLst/>
              <a:gdLst>
                <a:gd name="T0" fmla="*/ 413 w 47"/>
                <a:gd name="T1" fmla="*/ 69 h 25"/>
                <a:gd name="T2" fmla="*/ 0 w 47"/>
                <a:gd name="T3" fmla="*/ 25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5">
                  <a:moveTo>
                    <a:pt x="47" y="7"/>
                  </a:moveTo>
                  <a:cubicBezTo>
                    <a:pt x="31" y="0"/>
                    <a:pt x="9" y="16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2" name="Freeform 1753">
              <a:extLst>
                <a:ext uri="{FF2B5EF4-FFF2-40B4-BE49-F238E27FC236}">
                  <a16:creationId xmlns:a16="http://schemas.microsoft.com/office/drawing/2014/main" id="{7DCA9F3F-7ED1-4A6C-88F3-0BCDE0188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864"/>
              <a:ext cx="118" cy="42"/>
            </a:xfrm>
            <a:custGeom>
              <a:avLst/>
              <a:gdLst>
                <a:gd name="T0" fmla="*/ 472 w 58"/>
                <a:gd name="T1" fmla="*/ 153 h 19"/>
                <a:gd name="T2" fmla="*/ 0 w 58"/>
                <a:gd name="T3" fmla="*/ 53 h 19"/>
                <a:gd name="T4" fmla="*/ 488 w 58"/>
                <a:gd name="T5" fmla="*/ 14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9">
                  <a:moveTo>
                    <a:pt x="56" y="14"/>
                  </a:moveTo>
                  <a:cubicBezTo>
                    <a:pt x="41" y="19"/>
                    <a:pt x="12" y="13"/>
                    <a:pt x="0" y="5"/>
                  </a:cubicBezTo>
                  <a:cubicBezTo>
                    <a:pt x="15" y="0"/>
                    <a:pt x="53" y="0"/>
                    <a:pt x="58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3" name="Freeform 1754">
              <a:extLst>
                <a:ext uri="{FF2B5EF4-FFF2-40B4-BE49-F238E27FC236}">
                  <a16:creationId xmlns:a16="http://schemas.microsoft.com/office/drawing/2014/main" id="{DA7E3E31-73F0-4299-9311-8383BD768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3827"/>
              <a:ext cx="97" cy="42"/>
            </a:xfrm>
            <a:custGeom>
              <a:avLst/>
              <a:gdLst>
                <a:gd name="T0" fmla="*/ 413 w 47"/>
                <a:gd name="T1" fmla="*/ 206 h 19"/>
                <a:gd name="T2" fmla="*/ 175 w 47"/>
                <a:gd name="T3" fmla="*/ 20 h 19"/>
                <a:gd name="T4" fmla="*/ 0 w 4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9">
                  <a:moveTo>
                    <a:pt x="47" y="19"/>
                  </a:moveTo>
                  <a:cubicBezTo>
                    <a:pt x="39" y="12"/>
                    <a:pt x="31" y="6"/>
                    <a:pt x="20" y="2"/>
                  </a:cubicBezTo>
                  <a:cubicBezTo>
                    <a:pt x="13" y="0"/>
                    <a:pt x="5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4" name="Freeform 1755">
              <a:extLst>
                <a:ext uri="{FF2B5EF4-FFF2-40B4-BE49-F238E27FC236}">
                  <a16:creationId xmlns:a16="http://schemas.microsoft.com/office/drawing/2014/main" id="{6180CFA0-48BC-47B4-BEAA-DFE7D85E1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855"/>
              <a:ext cx="107" cy="9"/>
            </a:xfrm>
            <a:custGeom>
              <a:avLst/>
              <a:gdLst>
                <a:gd name="T0" fmla="*/ 453 w 52"/>
                <a:gd name="T1" fmla="*/ 25 h 4"/>
                <a:gd name="T2" fmla="*/ 321 w 52"/>
                <a:gd name="T3" fmla="*/ 36 h 4"/>
                <a:gd name="T4" fmla="*/ 140 w 52"/>
                <a:gd name="T5" fmla="*/ 11 h 4"/>
                <a:gd name="T6" fmla="*/ 0 w 52"/>
                <a:gd name="T7" fmla="*/ 3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">
                  <a:moveTo>
                    <a:pt x="52" y="2"/>
                  </a:moveTo>
                  <a:cubicBezTo>
                    <a:pt x="48" y="1"/>
                    <a:pt x="42" y="4"/>
                    <a:pt x="37" y="3"/>
                  </a:cubicBezTo>
                  <a:cubicBezTo>
                    <a:pt x="30" y="3"/>
                    <a:pt x="23" y="0"/>
                    <a:pt x="16" y="1"/>
                  </a:cubicBezTo>
                  <a:cubicBezTo>
                    <a:pt x="10" y="1"/>
                    <a:pt x="5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5" name="Freeform 1756">
              <a:extLst>
                <a:ext uri="{FF2B5EF4-FFF2-40B4-BE49-F238E27FC236}">
                  <a16:creationId xmlns:a16="http://schemas.microsoft.com/office/drawing/2014/main" id="{E1E2DA63-21BF-4B2E-9E67-86E78FAE7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820"/>
              <a:ext cx="111" cy="38"/>
            </a:xfrm>
            <a:custGeom>
              <a:avLst/>
              <a:gdLst>
                <a:gd name="T0" fmla="*/ 469 w 54"/>
                <a:gd name="T1" fmla="*/ 190 h 17"/>
                <a:gd name="T2" fmla="*/ 164 w 54"/>
                <a:gd name="T3" fmla="*/ 0 h 17"/>
                <a:gd name="T4" fmla="*/ 0 w 54"/>
                <a:gd name="T5" fmla="*/ 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7">
                  <a:moveTo>
                    <a:pt x="54" y="17"/>
                  </a:moveTo>
                  <a:cubicBezTo>
                    <a:pt x="51" y="7"/>
                    <a:pt x="30" y="1"/>
                    <a:pt x="19" y="0"/>
                  </a:cubicBezTo>
                  <a:cubicBezTo>
                    <a:pt x="13" y="0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6" name="Freeform 1757">
              <a:extLst>
                <a:ext uri="{FF2B5EF4-FFF2-40B4-BE49-F238E27FC236}">
                  <a16:creationId xmlns:a16="http://schemas.microsoft.com/office/drawing/2014/main" id="{DE3C38ED-9AA0-42D4-83DD-F42812032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3838"/>
              <a:ext cx="18" cy="20"/>
            </a:xfrm>
            <a:custGeom>
              <a:avLst/>
              <a:gdLst>
                <a:gd name="T0" fmla="*/ 72 w 9"/>
                <a:gd name="T1" fmla="*/ 98 h 9"/>
                <a:gd name="T2" fmla="*/ 0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8" y="5"/>
                    <a:pt x="6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7" name="Freeform 1758">
              <a:extLst>
                <a:ext uri="{FF2B5EF4-FFF2-40B4-BE49-F238E27FC236}">
                  <a16:creationId xmlns:a16="http://schemas.microsoft.com/office/drawing/2014/main" id="{525F5A18-E30E-4F9A-A0CC-76D222F44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3788"/>
              <a:ext cx="70" cy="11"/>
            </a:xfrm>
            <a:custGeom>
              <a:avLst/>
              <a:gdLst>
                <a:gd name="T0" fmla="*/ 296 w 34"/>
                <a:gd name="T1" fmla="*/ 53 h 5"/>
                <a:gd name="T2" fmla="*/ 0 w 34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">
                  <a:moveTo>
                    <a:pt x="34" y="5"/>
                  </a:moveTo>
                  <a:cubicBezTo>
                    <a:pt x="22" y="0"/>
                    <a:pt x="1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8" name="Freeform 1759">
              <a:extLst>
                <a:ext uri="{FF2B5EF4-FFF2-40B4-BE49-F238E27FC236}">
                  <a16:creationId xmlns:a16="http://schemas.microsoft.com/office/drawing/2014/main" id="{AE8B663C-F774-450A-9F90-BBC8C359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071"/>
              <a:ext cx="25" cy="44"/>
            </a:xfrm>
            <a:custGeom>
              <a:avLst/>
              <a:gdLst>
                <a:gd name="T0" fmla="*/ 0 w 12"/>
                <a:gd name="T1" fmla="*/ 9 h 20"/>
                <a:gd name="T2" fmla="*/ 92 w 12"/>
                <a:gd name="T3" fmla="*/ 213 h 20"/>
                <a:gd name="T4" fmla="*/ 108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0" y="1"/>
                  </a:moveTo>
                  <a:cubicBezTo>
                    <a:pt x="1" y="9"/>
                    <a:pt x="4" y="17"/>
                    <a:pt x="10" y="20"/>
                  </a:cubicBezTo>
                  <a:cubicBezTo>
                    <a:pt x="10" y="13"/>
                    <a:pt x="10" y="7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9" name="Freeform 1760">
              <a:extLst>
                <a:ext uri="{FF2B5EF4-FFF2-40B4-BE49-F238E27FC236}">
                  <a16:creationId xmlns:a16="http://schemas.microsoft.com/office/drawing/2014/main" id="{1F775F02-B741-4BBA-876A-E6B332C1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071"/>
              <a:ext cx="29" cy="29"/>
            </a:xfrm>
            <a:custGeom>
              <a:avLst/>
              <a:gdLst>
                <a:gd name="T0" fmla="*/ 124 w 14"/>
                <a:gd name="T1" fmla="*/ 0 h 13"/>
                <a:gd name="T2" fmla="*/ 25 w 14"/>
                <a:gd name="T3" fmla="*/ 125 h 13"/>
                <a:gd name="T4" fmla="*/ 0 w 14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4" y="0"/>
                  </a:moveTo>
                  <a:cubicBezTo>
                    <a:pt x="12" y="4"/>
                    <a:pt x="7" y="8"/>
                    <a:pt x="3" y="11"/>
                  </a:cubicBezTo>
                  <a:cubicBezTo>
                    <a:pt x="2" y="12"/>
                    <a:pt x="0" y="13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0" name="Freeform 1761">
              <a:extLst>
                <a:ext uri="{FF2B5EF4-FFF2-40B4-BE49-F238E27FC236}">
                  <a16:creationId xmlns:a16="http://schemas.microsoft.com/office/drawing/2014/main" id="{81EC7839-82AD-40E5-8370-9031E30D5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102"/>
              <a:ext cx="21" cy="68"/>
            </a:xfrm>
            <a:custGeom>
              <a:avLst/>
              <a:gdLst>
                <a:gd name="T0" fmla="*/ 17 w 10"/>
                <a:gd name="T1" fmla="*/ 0 h 31"/>
                <a:gd name="T2" fmla="*/ 0 w 10"/>
                <a:gd name="T3" fmla="*/ 116 h 31"/>
                <a:gd name="T4" fmla="*/ 57 w 10"/>
                <a:gd name="T5" fmla="*/ 327 h 31"/>
                <a:gd name="T6" fmla="*/ 76 w 10"/>
                <a:gd name="T7" fmla="*/ 6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2" y="0"/>
                  </a:moveTo>
                  <a:cubicBezTo>
                    <a:pt x="0" y="3"/>
                    <a:pt x="0" y="8"/>
                    <a:pt x="0" y="11"/>
                  </a:cubicBezTo>
                  <a:cubicBezTo>
                    <a:pt x="1" y="18"/>
                    <a:pt x="4" y="24"/>
                    <a:pt x="6" y="31"/>
                  </a:cubicBezTo>
                  <a:cubicBezTo>
                    <a:pt x="7" y="23"/>
                    <a:pt x="10" y="14"/>
                    <a:pt x="8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1" name="Freeform 1762">
              <a:extLst>
                <a:ext uri="{FF2B5EF4-FFF2-40B4-BE49-F238E27FC236}">
                  <a16:creationId xmlns:a16="http://schemas.microsoft.com/office/drawing/2014/main" id="{0285AE4E-7698-473B-BCDB-DDB0BEB40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148"/>
              <a:ext cx="20" cy="78"/>
            </a:xfrm>
            <a:custGeom>
              <a:avLst/>
              <a:gdLst>
                <a:gd name="T0" fmla="*/ 8 w 10"/>
                <a:gd name="T1" fmla="*/ 93 h 36"/>
                <a:gd name="T2" fmla="*/ 24 w 10"/>
                <a:gd name="T3" fmla="*/ 234 h 36"/>
                <a:gd name="T4" fmla="*/ 40 w 10"/>
                <a:gd name="T5" fmla="*/ 325 h 36"/>
                <a:gd name="T6" fmla="*/ 56 w 10"/>
                <a:gd name="T7" fmla="*/ 366 h 36"/>
                <a:gd name="T8" fmla="*/ 72 w 10"/>
                <a:gd name="T9" fmla="*/ 306 h 36"/>
                <a:gd name="T10" fmla="*/ 64 w 10"/>
                <a:gd name="T11" fmla="*/ 132 h 36"/>
                <a:gd name="T12" fmla="*/ 24 w 10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6">
                  <a:moveTo>
                    <a:pt x="1" y="9"/>
                  </a:moveTo>
                  <a:cubicBezTo>
                    <a:pt x="0" y="13"/>
                    <a:pt x="2" y="19"/>
                    <a:pt x="3" y="23"/>
                  </a:cubicBezTo>
                  <a:cubicBezTo>
                    <a:pt x="3" y="26"/>
                    <a:pt x="4" y="29"/>
                    <a:pt x="5" y="32"/>
                  </a:cubicBezTo>
                  <a:cubicBezTo>
                    <a:pt x="6" y="33"/>
                    <a:pt x="6" y="35"/>
                    <a:pt x="7" y="36"/>
                  </a:cubicBezTo>
                  <a:cubicBezTo>
                    <a:pt x="8" y="34"/>
                    <a:pt x="9" y="32"/>
                    <a:pt x="9" y="30"/>
                  </a:cubicBezTo>
                  <a:cubicBezTo>
                    <a:pt x="10" y="25"/>
                    <a:pt x="9" y="18"/>
                    <a:pt x="8" y="13"/>
                  </a:cubicBezTo>
                  <a:cubicBezTo>
                    <a:pt x="7" y="8"/>
                    <a:pt x="5" y="4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2" name="Freeform 1763">
              <a:extLst>
                <a:ext uri="{FF2B5EF4-FFF2-40B4-BE49-F238E27FC236}">
                  <a16:creationId xmlns:a16="http://schemas.microsoft.com/office/drawing/2014/main" id="{2A3DA289-0C1A-49B0-AD2B-255AF8C45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097"/>
              <a:ext cx="18" cy="70"/>
            </a:xfrm>
            <a:custGeom>
              <a:avLst/>
              <a:gdLst>
                <a:gd name="T0" fmla="*/ 32 w 9"/>
                <a:gd name="T1" fmla="*/ 335 h 32"/>
                <a:gd name="T2" fmla="*/ 48 w 9"/>
                <a:gd name="T3" fmla="*/ 105 h 32"/>
                <a:gd name="T4" fmla="*/ 0 w 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2">
                  <a:moveTo>
                    <a:pt x="4" y="32"/>
                  </a:moveTo>
                  <a:cubicBezTo>
                    <a:pt x="7" y="25"/>
                    <a:pt x="9" y="18"/>
                    <a:pt x="6" y="10"/>
                  </a:cubicBezTo>
                  <a:cubicBezTo>
                    <a:pt x="5" y="6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3" name="Freeform 1764">
              <a:extLst>
                <a:ext uri="{FF2B5EF4-FFF2-40B4-BE49-F238E27FC236}">
                  <a16:creationId xmlns:a16="http://schemas.microsoft.com/office/drawing/2014/main" id="{07715F2C-DFDA-4E48-A5BE-BCB08A174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069"/>
              <a:ext cx="32" cy="35"/>
            </a:xfrm>
            <a:custGeom>
              <a:avLst/>
              <a:gdLst>
                <a:gd name="T0" fmla="*/ 128 w 16"/>
                <a:gd name="T1" fmla="*/ 0 h 16"/>
                <a:gd name="T2" fmla="*/ 112 w 16"/>
                <a:gd name="T3" fmla="*/ 61 h 16"/>
                <a:gd name="T4" fmla="*/ 72 w 16"/>
                <a:gd name="T5" fmla="*/ 168 h 16"/>
                <a:gd name="T6" fmla="*/ 32 w 16"/>
                <a:gd name="T7" fmla="*/ 96 h 16"/>
                <a:gd name="T8" fmla="*/ 0 w 16"/>
                <a:gd name="T9" fmla="*/ 3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0"/>
                  </a:moveTo>
                  <a:cubicBezTo>
                    <a:pt x="15" y="2"/>
                    <a:pt x="15" y="4"/>
                    <a:pt x="14" y="6"/>
                  </a:cubicBezTo>
                  <a:cubicBezTo>
                    <a:pt x="13" y="9"/>
                    <a:pt x="12" y="14"/>
                    <a:pt x="9" y="16"/>
                  </a:cubicBezTo>
                  <a:cubicBezTo>
                    <a:pt x="7" y="14"/>
                    <a:pt x="6" y="11"/>
                    <a:pt x="4" y="9"/>
                  </a:cubicBezTo>
                  <a:cubicBezTo>
                    <a:pt x="3" y="7"/>
                    <a:pt x="1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4" name="Freeform 1765">
              <a:extLst>
                <a:ext uri="{FF2B5EF4-FFF2-40B4-BE49-F238E27FC236}">
                  <a16:creationId xmlns:a16="http://schemas.microsoft.com/office/drawing/2014/main" id="{B6B5F6F5-2642-4DB2-888E-577D190A7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076"/>
              <a:ext cx="23" cy="70"/>
            </a:xfrm>
            <a:custGeom>
              <a:avLst/>
              <a:gdLst>
                <a:gd name="T0" fmla="*/ 44 w 11"/>
                <a:gd name="T1" fmla="*/ 0 h 32"/>
                <a:gd name="T2" fmla="*/ 92 w 11"/>
                <a:gd name="T3" fmla="*/ 149 h 32"/>
                <a:gd name="T4" fmla="*/ 100 w 11"/>
                <a:gd name="T5" fmla="*/ 335 h 32"/>
                <a:gd name="T6" fmla="*/ 27 w 11"/>
                <a:gd name="T7" fmla="*/ 201 h 32"/>
                <a:gd name="T8" fmla="*/ 0 w 11"/>
                <a:gd name="T9" fmla="*/ 1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2">
                  <a:moveTo>
                    <a:pt x="5" y="0"/>
                  </a:moveTo>
                  <a:cubicBezTo>
                    <a:pt x="8" y="0"/>
                    <a:pt x="10" y="12"/>
                    <a:pt x="10" y="14"/>
                  </a:cubicBezTo>
                  <a:cubicBezTo>
                    <a:pt x="11" y="20"/>
                    <a:pt x="11" y="26"/>
                    <a:pt x="11" y="32"/>
                  </a:cubicBezTo>
                  <a:cubicBezTo>
                    <a:pt x="8" y="28"/>
                    <a:pt x="5" y="23"/>
                    <a:pt x="3" y="19"/>
                  </a:cubicBezTo>
                  <a:cubicBezTo>
                    <a:pt x="1" y="17"/>
                    <a:pt x="1" y="15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5" name="Freeform 1766">
              <a:extLst>
                <a:ext uri="{FF2B5EF4-FFF2-40B4-BE49-F238E27FC236}">
                  <a16:creationId xmlns:a16="http://schemas.microsoft.com/office/drawing/2014/main" id="{C98DDA7C-3FEF-45D1-A6F9-D86AF2E5B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132"/>
              <a:ext cx="31" cy="97"/>
            </a:xfrm>
            <a:custGeom>
              <a:avLst/>
              <a:gdLst>
                <a:gd name="T0" fmla="*/ 0 w 15"/>
                <a:gd name="T1" fmla="*/ 0 h 44"/>
                <a:gd name="T2" fmla="*/ 0 w 15"/>
                <a:gd name="T3" fmla="*/ 53 h 44"/>
                <a:gd name="T4" fmla="*/ 8 w 15"/>
                <a:gd name="T5" fmla="*/ 238 h 44"/>
                <a:gd name="T6" fmla="*/ 81 w 15"/>
                <a:gd name="T7" fmla="*/ 419 h 44"/>
                <a:gd name="T8" fmla="*/ 124 w 15"/>
                <a:gd name="T9" fmla="*/ 472 h 44"/>
                <a:gd name="T10" fmla="*/ 124 w 15"/>
                <a:gd name="T11" fmla="*/ 452 h 44"/>
                <a:gd name="T12" fmla="*/ 107 w 15"/>
                <a:gd name="T13" fmla="*/ 331 h 44"/>
                <a:gd name="T14" fmla="*/ 89 w 15"/>
                <a:gd name="T15" fmla="*/ 170 h 44"/>
                <a:gd name="T16" fmla="*/ 60 w 15"/>
                <a:gd name="T17" fmla="*/ 73 h 44"/>
                <a:gd name="T18" fmla="*/ 52 w 15"/>
                <a:gd name="T19" fmla="*/ 2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44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11"/>
                    <a:pt x="0" y="16"/>
                    <a:pt x="1" y="22"/>
                  </a:cubicBezTo>
                  <a:cubicBezTo>
                    <a:pt x="3" y="28"/>
                    <a:pt x="5" y="34"/>
                    <a:pt x="9" y="39"/>
                  </a:cubicBezTo>
                  <a:cubicBezTo>
                    <a:pt x="11" y="40"/>
                    <a:pt x="13" y="42"/>
                    <a:pt x="14" y="44"/>
                  </a:cubicBezTo>
                  <a:cubicBezTo>
                    <a:pt x="15" y="44"/>
                    <a:pt x="14" y="43"/>
                    <a:pt x="14" y="42"/>
                  </a:cubicBezTo>
                  <a:cubicBezTo>
                    <a:pt x="14" y="38"/>
                    <a:pt x="13" y="35"/>
                    <a:pt x="12" y="31"/>
                  </a:cubicBezTo>
                  <a:cubicBezTo>
                    <a:pt x="12" y="26"/>
                    <a:pt x="11" y="21"/>
                    <a:pt x="10" y="16"/>
                  </a:cubicBezTo>
                  <a:cubicBezTo>
                    <a:pt x="9" y="13"/>
                    <a:pt x="8" y="10"/>
                    <a:pt x="7" y="7"/>
                  </a:cubicBezTo>
                  <a:cubicBezTo>
                    <a:pt x="7" y="6"/>
                    <a:pt x="5" y="3"/>
                    <a:pt x="6" y="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6" name="Freeform 1767">
              <a:extLst>
                <a:ext uri="{FF2B5EF4-FFF2-40B4-BE49-F238E27FC236}">
                  <a16:creationId xmlns:a16="http://schemas.microsoft.com/office/drawing/2014/main" id="{4ABBF506-791A-4B99-84D8-67726054A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2087"/>
              <a:ext cx="28" cy="80"/>
            </a:xfrm>
            <a:custGeom>
              <a:avLst/>
              <a:gdLst>
                <a:gd name="T0" fmla="*/ 0 w 14"/>
                <a:gd name="T1" fmla="*/ 0 h 37"/>
                <a:gd name="T2" fmla="*/ 0 w 14"/>
                <a:gd name="T3" fmla="*/ 61 h 37"/>
                <a:gd name="T4" fmla="*/ 32 w 14"/>
                <a:gd name="T5" fmla="*/ 225 h 37"/>
                <a:gd name="T6" fmla="*/ 88 w 14"/>
                <a:gd name="T7" fmla="*/ 333 h 37"/>
                <a:gd name="T8" fmla="*/ 112 w 14"/>
                <a:gd name="T9" fmla="*/ 37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12"/>
                    <a:pt x="2" y="17"/>
                    <a:pt x="4" y="22"/>
                  </a:cubicBezTo>
                  <a:cubicBezTo>
                    <a:pt x="6" y="25"/>
                    <a:pt x="9" y="29"/>
                    <a:pt x="11" y="33"/>
                  </a:cubicBezTo>
                  <a:cubicBezTo>
                    <a:pt x="12" y="34"/>
                    <a:pt x="14" y="37"/>
                    <a:pt x="14" y="3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7" name="Freeform 1768">
              <a:extLst>
                <a:ext uri="{FF2B5EF4-FFF2-40B4-BE49-F238E27FC236}">
                  <a16:creationId xmlns:a16="http://schemas.microsoft.com/office/drawing/2014/main" id="{851318F5-DA22-4D79-B1B8-4A7A67C05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078"/>
              <a:ext cx="19" cy="89"/>
            </a:xfrm>
            <a:custGeom>
              <a:avLst/>
              <a:gdLst>
                <a:gd name="T0" fmla="*/ 76 w 9"/>
                <a:gd name="T1" fmla="*/ 0 h 41"/>
                <a:gd name="T2" fmla="*/ 84 w 9"/>
                <a:gd name="T3" fmla="*/ 165 h 41"/>
                <a:gd name="T4" fmla="*/ 57 w 9"/>
                <a:gd name="T5" fmla="*/ 349 h 41"/>
                <a:gd name="T6" fmla="*/ 27 w 9"/>
                <a:gd name="T7" fmla="*/ 402 h 41"/>
                <a:gd name="T8" fmla="*/ 0 w 9"/>
                <a:gd name="T9" fmla="*/ 41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1">
                  <a:moveTo>
                    <a:pt x="8" y="0"/>
                  </a:moveTo>
                  <a:cubicBezTo>
                    <a:pt x="9" y="5"/>
                    <a:pt x="9" y="10"/>
                    <a:pt x="9" y="16"/>
                  </a:cubicBezTo>
                  <a:cubicBezTo>
                    <a:pt x="8" y="22"/>
                    <a:pt x="9" y="29"/>
                    <a:pt x="6" y="34"/>
                  </a:cubicBezTo>
                  <a:cubicBezTo>
                    <a:pt x="5" y="36"/>
                    <a:pt x="4" y="38"/>
                    <a:pt x="3" y="39"/>
                  </a:cubicBezTo>
                  <a:cubicBezTo>
                    <a:pt x="2" y="40"/>
                    <a:pt x="1" y="40"/>
                    <a:pt x="0" y="4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8" name="Freeform 1769">
              <a:extLst>
                <a:ext uri="{FF2B5EF4-FFF2-40B4-BE49-F238E27FC236}">
                  <a16:creationId xmlns:a16="http://schemas.microsoft.com/office/drawing/2014/main" id="{8FD1D218-C153-4BDF-9FAF-A4DA56484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141"/>
              <a:ext cx="41" cy="55"/>
            </a:xfrm>
            <a:custGeom>
              <a:avLst/>
              <a:gdLst>
                <a:gd name="T0" fmla="*/ 0 w 20"/>
                <a:gd name="T1" fmla="*/ 0 h 25"/>
                <a:gd name="T2" fmla="*/ 121 w 20"/>
                <a:gd name="T3" fmla="*/ 233 h 25"/>
                <a:gd name="T4" fmla="*/ 172 w 20"/>
                <a:gd name="T5" fmla="*/ 26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3" y="8"/>
                    <a:pt x="6" y="17"/>
                    <a:pt x="14" y="22"/>
                  </a:cubicBezTo>
                  <a:cubicBezTo>
                    <a:pt x="16" y="23"/>
                    <a:pt x="18" y="24"/>
                    <a:pt x="20" y="2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9" name="Freeform 1770">
              <a:extLst>
                <a:ext uri="{FF2B5EF4-FFF2-40B4-BE49-F238E27FC236}">
                  <a16:creationId xmlns:a16="http://schemas.microsoft.com/office/drawing/2014/main" id="{E402DE1C-3B12-4A1C-A8BA-2AA54DF19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218"/>
              <a:ext cx="29" cy="109"/>
            </a:xfrm>
            <a:custGeom>
              <a:avLst/>
              <a:gdLst>
                <a:gd name="T0" fmla="*/ 8 w 14"/>
                <a:gd name="T1" fmla="*/ 44 h 50"/>
                <a:gd name="T2" fmla="*/ 8 w 14"/>
                <a:gd name="T3" fmla="*/ 218 h 50"/>
                <a:gd name="T4" fmla="*/ 44 w 14"/>
                <a:gd name="T5" fmla="*/ 395 h 50"/>
                <a:gd name="T6" fmla="*/ 91 w 14"/>
                <a:gd name="T7" fmla="*/ 519 h 50"/>
                <a:gd name="T8" fmla="*/ 81 w 14"/>
                <a:gd name="T9" fmla="*/ 157 h 50"/>
                <a:gd name="T10" fmla="*/ 35 w 14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50">
                  <a:moveTo>
                    <a:pt x="1" y="4"/>
                  </a:moveTo>
                  <a:cubicBezTo>
                    <a:pt x="1" y="9"/>
                    <a:pt x="0" y="15"/>
                    <a:pt x="1" y="21"/>
                  </a:cubicBezTo>
                  <a:cubicBezTo>
                    <a:pt x="2" y="27"/>
                    <a:pt x="4" y="33"/>
                    <a:pt x="5" y="38"/>
                  </a:cubicBezTo>
                  <a:cubicBezTo>
                    <a:pt x="6" y="42"/>
                    <a:pt x="7" y="48"/>
                    <a:pt x="10" y="50"/>
                  </a:cubicBezTo>
                  <a:cubicBezTo>
                    <a:pt x="14" y="39"/>
                    <a:pt x="11" y="26"/>
                    <a:pt x="9" y="15"/>
                  </a:cubicBezTo>
                  <a:cubicBezTo>
                    <a:pt x="9" y="9"/>
                    <a:pt x="7" y="5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0" name="Freeform 1771">
              <a:extLst>
                <a:ext uri="{FF2B5EF4-FFF2-40B4-BE49-F238E27FC236}">
                  <a16:creationId xmlns:a16="http://schemas.microsoft.com/office/drawing/2014/main" id="{3062C71F-9FB4-4F62-8148-CE21CA7C8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163"/>
              <a:ext cx="23" cy="101"/>
            </a:xfrm>
            <a:custGeom>
              <a:avLst/>
              <a:gdLst>
                <a:gd name="T0" fmla="*/ 44 w 11"/>
                <a:gd name="T1" fmla="*/ 487 h 46"/>
                <a:gd name="T2" fmla="*/ 0 w 11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5" y="46"/>
                  </a:moveTo>
                  <a:cubicBezTo>
                    <a:pt x="11" y="32"/>
                    <a:pt x="9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1" name="Freeform 1772">
              <a:extLst>
                <a:ext uri="{FF2B5EF4-FFF2-40B4-BE49-F238E27FC236}">
                  <a16:creationId xmlns:a16="http://schemas.microsoft.com/office/drawing/2014/main" id="{701A24C1-D8E1-4566-A198-8B26A6B22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2170"/>
              <a:ext cx="14" cy="70"/>
            </a:xfrm>
            <a:custGeom>
              <a:avLst/>
              <a:gdLst>
                <a:gd name="T0" fmla="*/ 16 w 7"/>
                <a:gd name="T1" fmla="*/ 0 h 32"/>
                <a:gd name="T2" fmla="*/ 32 w 7"/>
                <a:gd name="T3" fmla="*/ 210 h 32"/>
                <a:gd name="T4" fmla="*/ 0 w 7"/>
                <a:gd name="T5" fmla="*/ 33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2" y="0"/>
                  </a:moveTo>
                  <a:cubicBezTo>
                    <a:pt x="7" y="5"/>
                    <a:pt x="5" y="14"/>
                    <a:pt x="4" y="20"/>
                  </a:cubicBezTo>
                  <a:cubicBezTo>
                    <a:pt x="3" y="22"/>
                    <a:pt x="2" y="31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2" name="Freeform 1773">
              <a:extLst>
                <a:ext uri="{FF2B5EF4-FFF2-40B4-BE49-F238E27FC236}">
                  <a16:creationId xmlns:a16="http://schemas.microsoft.com/office/drawing/2014/main" id="{F85FCDF6-3AFC-4EA2-A296-79B062AA0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220"/>
              <a:ext cx="27" cy="94"/>
            </a:xfrm>
            <a:custGeom>
              <a:avLst/>
              <a:gdLst>
                <a:gd name="T0" fmla="*/ 64 w 13"/>
                <a:gd name="T1" fmla="*/ 0 h 43"/>
                <a:gd name="T2" fmla="*/ 116 w 13"/>
                <a:gd name="T3" fmla="*/ 448 h 43"/>
                <a:gd name="T4" fmla="*/ 0 w 13"/>
                <a:gd name="T5" fmla="*/ 22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3">
                  <a:moveTo>
                    <a:pt x="7" y="0"/>
                  </a:moveTo>
                  <a:cubicBezTo>
                    <a:pt x="13" y="14"/>
                    <a:pt x="13" y="28"/>
                    <a:pt x="13" y="43"/>
                  </a:cubicBezTo>
                  <a:cubicBezTo>
                    <a:pt x="10" y="35"/>
                    <a:pt x="3" y="29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3" name="Freeform 1774">
              <a:extLst>
                <a:ext uri="{FF2B5EF4-FFF2-40B4-BE49-F238E27FC236}">
                  <a16:creationId xmlns:a16="http://schemas.microsoft.com/office/drawing/2014/main" id="{9CE79C08-FB25-43D5-AC98-8BDC3EE93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192"/>
              <a:ext cx="21" cy="107"/>
            </a:xfrm>
            <a:custGeom>
              <a:avLst/>
              <a:gdLst>
                <a:gd name="T0" fmla="*/ 36 w 10"/>
                <a:gd name="T1" fmla="*/ 0 h 49"/>
                <a:gd name="T2" fmla="*/ 36 w 10"/>
                <a:gd name="T3" fmla="*/ 378 h 49"/>
                <a:gd name="T4" fmla="*/ 0 w 10"/>
                <a:gd name="T5" fmla="*/ 5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9">
                  <a:moveTo>
                    <a:pt x="4" y="0"/>
                  </a:moveTo>
                  <a:cubicBezTo>
                    <a:pt x="10" y="9"/>
                    <a:pt x="7" y="27"/>
                    <a:pt x="4" y="36"/>
                  </a:cubicBezTo>
                  <a:cubicBezTo>
                    <a:pt x="3" y="41"/>
                    <a:pt x="2" y="45"/>
                    <a:pt x="0" y="4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4" name="Freeform 1775">
              <a:extLst>
                <a:ext uri="{FF2B5EF4-FFF2-40B4-BE49-F238E27FC236}">
                  <a16:creationId xmlns:a16="http://schemas.microsoft.com/office/drawing/2014/main" id="{69C46096-DF9C-4C93-A864-22ECD22E6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216"/>
              <a:ext cx="35" cy="126"/>
            </a:xfrm>
            <a:custGeom>
              <a:avLst/>
              <a:gdLst>
                <a:gd name="T0" fmla="*/ 8 w 17"/>
                <a:gd name="T1" fmla="*/ 0 h 58"/>
                <a:gd name="T2" fmla="*/ 0 w 17"/>
                <a:gd name="T3" fmla="*/ 156 h 58"/>
                <a:gd name="T4" fmla="*/ 25 w 17"/>
                <a:gd name="T5" fmla="*/ 339 h 58"/>
                <a:gd name="T6" fmla="*/ 148 w 17"/>
                <a:gd name="T7" fmla="*/ 595 h 58"/>
                <a:gd name="T8" fmla="*/ 140 w 17"/>
                <a:gd name="T9" fmla="*/ 471 h 58"/>
                <a:gd name="T10" fmla="*/ 97 w 17"/>
                <a:gd name="T11" fmla="*/ 245 h 58"/>
                <a:gd name="T12" fmla="*/ 43 w 17"/>
                <a:gd name="T13" fmla="*/ 6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8">
                  <a:moveTo>
                    <a:pt x="1" y="0"/>
                  </a:moveTo>
                  <a:cubicBezTo>
                    <a:pt x="1" y="5"/>
                    <a:pt x="0" y="10"/>
                    <a:pt x="0" y="15"/>
                  </a:cubicBezTo>
                  <a:cubicBezTo>
                    <a:pt x="1" y="21"/>
                    <a:pt x="1" y="27"/>
                    <a:pt x="3" y="33"/>
                  </a:cubicBezTo>
                  <a:cubicBezTo>
                    <a:pt x="5" y="42"/>
                    <a:pt x="11" y="52"/>
                    <a:pt x="17" y="58"/>
                  </a:cubicBezTo>
                  <a:cubicBezTo>
                    <a:pt x="16" y="55"/>
                    <a:pt x="16" y="50"/>
                    <a:pt x="16" y="46"/>
                  </a:cubicBezTo>
                  <a:cubicBezTo>
                    <a:pt x="15" y="38"/>
                    <a:pt x="13" y="31"/>
                    <a:pt x="11" y="24"/>
                  </a:cubicBezTo>
                  <a:cubicBezTo>
                    <a:pt x="10" y="18"/>
                    <a:pt x="7" y="12"/>
                    <a:pt x="5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5" name="Freeform 1776">
              <a:extLst>
                <a:ext uri="{FF2B5EF4-FFF2-40B4-BE49-F238E27FC236}">
                  <a16:creationId xmlns:a16="http://schemas.microsoft.com/office/drawing/2014/main" id="{36815678-2CCD-44B8-94BB-AC5066681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253"/>
              <a:ext cx="23" cy="74"/>
            </a:xfrm>
            <a:custGeom>
              <a:avLst/>
              <a:gdLst>
                <a:gd name="T0" fmla="*/ 8 w 11"/>
                <a:gd name="T1" fmla="*/ 0 h 34"/>
                <a:gd name="T2" fmla="*/ 8 w 11"/>
                <a:gd name="T3" fmla="*/ 176 h 34"/>
                <a:gd name="T4" fmla="*/ 100 w 11"/>
                <a:gd name="T5" fmla="*/ 350 h 34"/>
                <a:gd name="T6" fmla="*/ 100 w 11"/>
                <a:gd name="T7" fmla="*/ 20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4">
                  <a:moveTo>
                    <a:pt x="1" y="0"/>
                  </a:moveTo>
                  <a:cubicBezTo>
                    <a:pt x="1" y="6"/>
                    <a:pt x="0" y="11"/>
                    <a:pt x="1" y="17"/>
                  </a:cubicBezTo>
                  <a:cubicBezTo>
                    <a:pt x="2" y="24"/>
                    <a:pt x="7" y="28"/>
                    <a:pt x="11" y="34"/>
                  </a:cubicBezTo>
                  <a:cubicBezTo>
                    <a:pt x="10" y="30"/>
                    <a:pt x="9" y="23"/>
                    <a:pt x="11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6" name="Freeform 1777">
              <a:extLst>
                <a:ext uri="{FF2B5EF4-FFF2-40B4-BE49-F238E27FC236}">
                  <a16:creationId xmlns:a16="http://schemas.microsoft.com/office/drawing/2014/main" id="{7C058F03-C916-4964-BDA8-8ACBE011B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05"/>
              <a:ext cx="29" cy="92"/>
            </a:xfrm>
            <a:custGeom>
              <a:avLst/>
              <a:gdLst>
                <a:gd name="T0" fmla="*/ 0 w 14"/>
                <a:gd name="T1" fmla="*/ 105 h 42"/>
                <a:gd name="T2" fmla="*/ 64 w 14"/>
                <a:gd name="T3" fmla="*/ 442 h 42"/>
                <a:gd name="T4" fmla="*/ 81 w 14"/>
                <a:gd name="T5" fmla="*/ 355 h 42"/>
                <a:gd name="T6" fmla="*/ 116 w 14"/>
                <a:gd name="T7" fmla="*/ 186 h 42"/>
                <a:gd name="T8" fmla="*/ 116 w 14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2">
                  <a:moveTo>
                    <a:pt x="0" y="10"/>
                  </a:moveTo>
                  <a:cubicBezTo>
                    <a:pt x="0" y="19"/>
                    <a:pt x="1" y="34"/>
                    <a:pt x="7" y="42"/>
                  </a:cubicBezTo>
                  <a:cubicBezTo>
                    <a:pt x="9" y="40"/>
                    <a:pt x="9" y="36"/>
                    <a:pt x="9" y="34"/>
                  </a:cubicBezTo>
                  <a:cubicBezTo>
                    <a:pt x="10" y="28"/>
                    <a:pt x="12" y="23"/>
                    <a:pt x="13" y="18"/>
                  </a:cubicBezTo>
                  <a:cubicBezTo>
                    <a:pt x="14" y="12"/>
                    <a:pt x="14" y="6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7" name="Freeform 1778">
              <a:extLst>
                <a:ext uri="{FF2B5EF4-FFF2-40B4-BE49-F238E27FC236}">
                  <a16:creationId xmlns:a16="http://schemas.microsoft.com/office/drawing/2014/main" id="{7CC7AF0E-AFA6-4BAA-AD8D-47D3A3BDF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307"/>
              <a:ext cx="35" cy="75"/>
            </a:xfrm>
            <a:custGeom>
              <a:avLst/>
              <a:gdLst>
                <a:gd name="T0" fmla="*/ 0 w 17"/>
                <a:gd name="T1" fmla="*/ 0 h 34"/>
                <a:gd name="T2" fmla="*/ 16 w 17"/>
                <a:gd name="T3" fmla="*/ 161 h 34"/>
                <a:gd name="T4" fmla="*/ 80 w 17"/>
                <a:gd name="T5" fmla="*/ 364 h 34"/>
                <a:gd name="T6" fmla="*/ 140 w 17"/>
                <a:gd name="T7" fmla="*/ 205 h 34"/>
                <a:gd name="T8" fmla="*/ 140 w 17"/>
                <a:gd name="T9" fmla="*/ 6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4">
                  <a:moveTo>
                    <a:pt x="0" y="0"/>
                  </a:moveTo>
                  <a:cubicBezTo>
                    <a:pt x="0" y="5"/>
                    <a:pt x="1" y="10"/>
                    <a:pt x="2" y="15"/>
                  </a:cubicBezTo>
                  <a:cubicBezTo>
                    <a:pt x="4" y="21"/>
                    <a:pt x="5" y="30"/>
                    <a:pt x="9" y="34"/>
                  </a:cubicBezTo>
                  <a:cubicBezTo>
                    <a:pt x="9" y="29"/>
                    <a:pt x="15" y="25"/>
                    <a:pt x="16" y="19"/>
                  </a:cubicBezTo>
                  <a:cubicBezTo>
                    <a:pt x="17" y="15"/>
                    <a:pt x="15" y="10"/>
                    <a:pt x="16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8" name="Freeform 1779">
              <a:extLst>
                <a:ext uri="{FF2B5EF4-FFF2-40B4-BE49-F238E27FC236}">
                  <a16:creationId xmlns:a16="http://schemas.microsoft.com/office/drawing/2014/main" id="{C1E7E118-92C6-483E-873F-F34627A6B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395"/>
              <a:ext cx="26" cy="94"/>
            </a:xfrm>
            <a:custGeom>
              <a:avLst/>
              <a:gdLst>
                <a:gd name="T0" fmla="*/ 0 w 13"/>
                <a:gd name="T1" fmla="*/ 9 h 43"/>
                <a:gd name="T2" fmla="*/ 24 w 13"/>
                <a:gd name="T3" fmla="*/ 262 h 43"/>
                <a:gd name="T4" fmla="*/ 80 w 13"/>
                <a:gd name="T5" fmla="*/ 448 h 43"/>
                <a:gd name="T6" fmla="*/ 96 w 13"/>
                <a:gd name="T7" fmla="*/ 378 h 43"/>
                <a:gd name="T8" fmla="*/ 64 w 13"/>
                <a:gd name="T9" fmla="*/ 149 h 43"/>
                <a:gd name="T10" fmla="*/ 8 w 13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3">
                  <a:moveTo>
                    <a:pt x="0" y="1"/>
                  </a:moveTo>
                  <a:cubicBezTo>
                    <a:pt x="0" y="9"/>
                    <a:pt x="1" y="17"/>
                    <a:pt x="3" y="25"/>
                  </a:cubicBezTo>
                  <a:cubicBezTo>
                    <a:pt x="5" y="31"/>
                    <a:pt x="6" y="38"/>
                    <a:pt x="10" y="43"/>
                  </a:cubicBezTo>
                  <a:cubicBezTo>
                    <a:pt x="11" y="41"/>
                    <a:pt x="12" y="38"/>
                    <a:pt x="12" y="36"/>
                  </a:cubicBezTo>
                  <a:cubicBezTo>
                    <a:pt x="13" y="29"/>
                    <a:pt x="11" y="20"/>
                    <a:pt x="8" y="14"/>
                  </a:cubicBezTo>
                  <a:cubicBezTo>
                    <a:pt x="7" y="10"/>
                    <a:pt x="1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9" name="Freeform 1780">
              <a:extLst>
                <a:ext uri="{FF2B5EF4-FFF2-40B4-BE49-F238E27FC236}">
                  <a16:creationId xmlns:a16="http://schemas.microsoft.com/office/drawing/2014/main" id="{C89283C0-328E-49CE-A94B-A1F4E4E21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380"/>
              <a:ext cx="9" cy="87"/>
            </a:xfrm>
            <a:custGeom>
              <a:avLst/>
              <a:gdLst>
                <a:gd name="T0" fmla="*/ 25 w 4"/>
                <a:gd name="T1" fmla="*/ 0 h 40"/>
                <a:gd name="T2" fmla="*/ 36 w 4"/>
                <a:gd name="T3" fmla="*/ 289 h 40"/>
                <a:gd name="T4" fmla="*/ 0 w 4"/>
                <a:gd name="T5" fmla="*/ 41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0">
                  <a:moveTo>
                    <a:pt x="2" y="0"/>
                  </a:moveTo>
                  <a:cubicBezTo>
                    <a:pt x="2" y="9"/>
                    <a:pt x="4" y="18"/>
                    <a:pt x="3" y="28"/>
                  </a:cubicBezTo>
                  <a:cubicBezTo>
                    <a:pt x="3" y="31"/>
                    <a:pt x="3" y="38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0" name="Freeform 1781">
              <a:extLst>
                <a:ext uri="{FF2B5EF4-FFF2-40B4-BE49-F238E27FC236}">
                  <a16:creationId xmlns:a16="http://schemas.microsoft.com/office/drawing/2014/main" id="{88C72249-1ED5-4E55-9B2C-E9F4CE6DD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349"/>
              <a:ext cx="20" cy="96"/>
            </a:xfrm>
            <a:custGeom>
              <a:avLst/>
              <a:gdLst>
                <a:gd name="T0" fmla="*/ 0 w 10"/>
                <a:gd name="T1" fmla="*/ 456 h 44"/>
                <a:gd name="T2" fmla="*/ 72 w 10"/>
                <a:gd name="T3" fmla="*/ 157 h 44"/>
                <a:gd name="T4" fmla="*/ 56 w 1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4">
                  <a:moveTo>
                    <a:pt x="0" y="44"/>
                  </a:moveTo>
                  <a:cubicBezTo>
                    <a:pt x="6" y="36"/>
                    <a:pt x="10" y="25"/>
                    <a:pt x="9" y="15"/>
                  </a:cubicBezTo>
                  <a:cubicBezTo>
                    <a:pt x="8" y="10"/>
                    <a:pt x="6" y="5"/>
                    <a:pt x="7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1" name="Freeform 1782">
              <a:extLst>
                <a:ext uri="{FF2B5EF4-FFF2-40B4-BE49-F238E27FC236}">
                  <a16:creationId xmlns:a16="http://schemas.microsoft.com/office/drawing/2014/main" id="{FB4B4FF1-8C40-4E0C-AA06-19D01AE5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323"/>
              <a:ext cx="39" cy="102"/>
            </a:xfrm>
            <a:custGeom>
              <a:avLst/>
              <a:gdLst>
                <a:gd name="T0" fmla="*/ 0 w 19"/>
                <a:gd name="T1" fmla="*/ 0 h 47"/>
                <a:gd name="T2" fmla="*/ 8 w 19"/>
                <a:gd name="T3" fmla="*/ 80 h 47"/>
                <a:gd name="T4" fmla="*/ 43 w 19"/>
                <a:gd name="T5" fmla="*/ 237 h 47"/>
                <a:gd name="T6" fmla="*/ 156 w 19"/>
                <a:gd name="T7" fmla="*/ 480 h 47"/>
                <a:gd name="T8" fmla="*/ 148 w 19"/>
                <a:gd name="T9" fmla="*/ 386 h 47"/>
                <a:gd name="T10" fmla="*/ 123 w 19"/>
                <a:gd name="T11" fmla="*/ 245 h 47"/>
                <a:gd name="T12" fmla="*/ 68 w 19"/>
                <a:gd name="T13" fmla="*/ 7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7">
                  <a:moveTo>
                    <a:pt x="0" y="0"/>
                  </a:moveTo>
                  <a:cubicBezTo>
                    <a:pt x="1" y="2"/>
                    <a:pt x="1" y="5"/>
                    <a:pt x="1" y="8"/>
                  </a:cubicBezTo>
                  <a:cubicBezTo>
                    <a:pt x="1" y="13"/>
                    <a:pt x="3" y="18"/>
                    <a:pt x="5" y="23"/>
                  </a:cubicBezTo>
                  <a:cubicBezTo>
                    <a:pt x="8" y="32"/>
                    <a:pt x="12" y="40"/>
                    <a:pt x="18" y="47"/>
                  </a:cubicBezTo>
                  <a:cubicBezTo>
                    <a:pt x="19" y="45"/>
                    <a:pt x="18" y="41"/>
                    <a:pt x="17" y="38"/>
                  </a:cubicBezTo>
                  <a:cubicBezTo>
                    <a:pt x="16" y="34"/>
                    <a:pt x="16" y="29"/>
                    <a:pt x="14" y="24"/>
                  </a:cubicBezTo>
                  <a:cubicBezTo>
                    <a:pt x="13" y="18"/>
                    <a:pt x="10" y="13"/>
                    <a:pt x="8" y="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2" name="Freeform 1783">
              <a:extLst>
                <a:ext uri="{FF2B5EF4-FFF2-40B4-BE49-F238E27FC236}">
                  <a16:creationId xmlns:a16="http://schemas.microsoft.com/office/drawing/2014/main" id="{8B8CB6D5-E739-49A8-AF04-A3F3C1110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371"/>
              <a:ext cx="27" cy="57"/>
            </a:xfrm>
            <a:custGeom>
              <a:avLst/>
              <a:gdLst>
                <a:gd name="T0" fmla="*/ 0 w 13"/>
                <a:gd name="T1" fmla="*/ 0 h 26"/>
                <a:gd name="T2" fmla="*/ 116 w 13"/>
                <a:gd name="T3" fmla="*/ 274 h 26"/>
                <a:gd name="T4" fmla="*/ 108 w 13"/>
                <a:gd name="T5" fmla="*/ 6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1" y="8"/>
                    <a:pt x="5" y="22"/>
                    <a:pt x="13" y="26"/>
                  </a:cubicBezTo>
                  <a:cubicBezTo>
                    <a:pt x="11" y="21"/>
                    <a:pt x="11" y="11"/>
                    <a:pt x="12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3" name="Freeform 1784">
              <a:extLst>
                <a:ext uri="{FF2B5EF4-FFF2-40B4-BE49-F238E27FC236}">
                  <a16:creationId xmlns:a16="http://schemas.microsoft.com/office/drawing/2014/main" id="{A833B7F0-6B15-4DE0-A8DB-D070FD0D1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434"/>
              <a:ext cx="25" cy="101"/>
            </a:xfrm>
            <a:custGeom>
              <a:avLst/>
              <a:gdLst>
                <a:gd name="T0" fmla="*/ 0 w 12"/>
                <a:gd name="T1" fmla="*/ 285 h 46"/>
                <a:gd name="T2" fmla="*/ 100 w 12"/>
                <a:gd name="T3" fmla="*/ 487 h 46"/>
                <a:gd name="T4" fmla="*/ 108 w 12"/>
                <a:gd name="T5" fmla="*/ 274 h 46"/>
                <a:gd name="T6" fmla="*/ 100 w 12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6">
                  <a:moveTo>
                    <a:pt x="0" y="27"/>
                  </a:moveTo>
                  <a:cubicBezTo>
                    <a:pt x="1" y="34"/>
                    <a:pt x="5" y="42"/>
                    <a:pt x="11" y="46"/>
                  </a:cubicBezTo>
                  <a:cubicBezTo>
                    <a:pt x="11" y="39"/>
                    <a:pt x="10" y="32"/>
                    <a:pt x="12" y="26"/>
                  </a:cubicBezTo>
                  <a:cubicBezTo>
                    <a:pt x="12" y="10"/>
                    <a:pt x="11" y="0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4" name="Freeform 1785">
              <a:extLst>
                <a:ext uri="{FF2B5EF4-FFF2-40B4-BE49-F238E27FC236}">
                  <a16:creationId xmlns:a16="http://schemas.microsoft.com/office/drawing/2014/main" id="{A1A1AE8B-1CF0-42BC-B823-061313B53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522"/>
              <a:ext cx="23" cy="65"/>
            </a:xfrm>
            <a:custGeom>
              <a:avLst/>
              <a:gdLst>
                <a:gd name="T0" fmla="*/ 8 w 11"/>
                <a:gd name="T1" fmla="*/ 0 h 30"/>
                <a:gd name="T2" fmla="*/ 8 w 11"/>
                <a:gd name="T3" fmla="*/ 113 h 30"/>
                <a:gd name="T4" fmla="*/ 65 w 11"/>
                <a:gd name="T5" fmla="*/ 306 h 30"/>
                <a:gd name="T6" fmla="*/ 75 w 11"/>
                <a:gd name="T7" fmla="*/ 5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0">
                  <a:moveTo>
                    <a:pt x="1" y="0"/>
                  </a:moveTo>
                  <a:cubicBezTo>
                    <a:pt x="0" y="3"/>
                    <a:pt x="0" y="7"/>
                    <a:pt x="1" y="11"/>
                  </a:cubicBezTo>
                  <a:cubicBezTo>
                    <a:pt x="2" y="17"/>
                    <a:pt x="5" y="24"/>
                    <a:pt x="7" y="30"/>
                  </a:cubicBezTo>
                  <a:cubicBezTo>
                    <a:pt x="8" y="23"/>
                    <a:pt x="11" y="13"/>
                    <a:pt x="8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5" name="Freeform 1786">
              <a:extLst>
                <a:ext uri="{FF2B5EF4-FFF2-40B4-BE49-F238E27FC236}">
                  <a16:creationId xmlns:a16="http://schemas.microsoft.com/office/drawing/2014/main" id="{E2059909-02B8-409D-AD38-7DE9A3810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565"/>
              <a:ext cx="20" cy="79"/>
            </a:xfrm>
            <a:custGeom>
              <a:avLst/>
              <a:gdLst>
                <a:gd name="T0" fmla="*/ 8 w 10"/>
                <a:gd name="T1" fmla="*/ 105 h 36"/>
                <a:gd name="T2" fmla="*/ 24 w 10"/>
                <a:gd name="T3" fmla="*/ 241 h 36"/>
                <a:gd name="T4" fmla="*/ 48 w 10"/>
                <a:gd name="T5" fmla="*/ 338 h 36"/>
                <a:gd name="T6" fmla="*/ 64 w 10"/>
                <a:gd name="T7" fmla="*/ 380 h 36"/>
                <a:gd name="T8" fmla="*/ 80 w 10"/>
                <a:gd name="T9" fmla="*/ 318 h 36"/>
                <a:gd name="T10" fmla="*/ 56 w 10"/>
                <a:gd name="T11" fmla="*/ 140 h 36"/>
                <a:gd name="T12" fmla="*/ 16 w 10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6">
                  <a:moveTo>
                    <a:pt x="1" y="10"/>
                  </a:moveTo>
                  <a:cubicBezTo>
                    <a:pt x="0" y="14"/>
                    <a:pt x="2" y="19"/>
                    <a:pt x="3" y="23"/>
                  </a:cubicBezTo>
                  <a:cubicBezTo>
                    <a:pt x="3" y="26"/>
                    <a:pt x="4" y="29"/>
                    <a:pt x="6" y="32"/>
                  </a:cubicBezTo>
                  <a:cubicBezTo>
                    <a:pt x="6" y="33"/>
                    <a:pt x="7" y="36"/>
                    <a:pt x="8" y="36"/>
                  </a:cubicBezTo>
                  <a:cubicBezTo>
                    <a:pt x="8" y="34"/>
                    <a:pt x="9" y="32"/>
                    <a:pt x="10" y="30"/>
                  </a:cubicBezTo>
                  <a:cubicBezTo>
                    <a:pt x="10" y="25"/>
                    <a:pt x="9" y="18"/>
                    <a:pt x="7" y="13"/>
                  </a:cubicBezTo>
                  <a:cubicBezTo>
                    <a:pt x="6" y="8"/>
                    <a:pt x="4" y="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6" name="Freeform 1787">
              <a:extLst>
                <a:ext uri="{FF2B5EF4-FFF2-40B4-BE49-F238E27FC236}">
                  <a16:creationId xmlns:a16="http://schemas.microsoft.com/office/drawing/2014/main" id="{87D29763-F8CB-420C-9157-E11FCE095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515"/>
              <a:ext cx="22" cy="70"/>
            </a:xfrm>
            <a:custGeom>
              <a:avLst/>
              <a:gdLst>
                <a:gd name="T0" fmla="*/ 48 w 11"/>
                <a:gd name="T1" fmla="*/ 335 h 32"/>
                <a:gd name="T2" fmla="*/ 56 w 11"/>
                <a:gd name="T3" fmla="*/ 105 h 32"/>
                <a:gd name="T4" fmla="*/ 0 w 1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2">
                  <a:moveTo>
                    <a:pt x="6" y="32"/>
                  </a:moveTo>
                  <a:cubicBezTo>
                    <a:pt x="8" y="25"/>
                    <a:pt x="11" y="17"/>
                    <a:pt x="7" y="10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7" name="Freeform 1788">
              <a:extLst>
                <a:ext uri="{FF2B5EF4-FFF2-40B4-BE49-F238E27FC236}">
                  <a16:creationId xmlns:a16="http://schemas.microsoft.com/office/drawing/2014/main" id="{6BE83AD8-9501-4616-9579-891A133C9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460"/>
              <a:ext cx="39" cy="99"/>
            </a:xfrm>
            <a:custGeom>
              <a:avLst/>
              <a:gdLst>
                <a:gd name="T0" fmla="*/ 148 w 19"/>
                <a:gd name="T1" fmla="*/ 299 h 45"/>
                <a:gd name="T2" fmla="*/ 164 w 19"/>
                <a:gd name="T3" fmla="*/ 480 h 45"/>
                <a:gd name="T4" fmla="*/ 88 w 19"/>
                <a:gd name="T5" fmla="*/ 354 h 45"/>
                <a:gd name="T6" fmla="*/ 51 w 19"/>
                <a:gd name="T7" fmla="*/ 286 h 45"/>
                <a:gd name="T8" fmla="*/ 16 w 19"/>
                <a:gd name="T9" fmla="*/ 0 h 45"/>
                <a:gd name="T10" fmla="*/ 148 w 19"/>
                <a:gd name="T11" fmla="*/ 299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5">
                  <a:moveTo>
                    <a:pt x="17" y="28"/>
                  </a:moveTo>
                  <a:cubicBezTo>
                    <a:pt x="18" y="33"/>
                    <a:pt x="19" y="39"/>
                    <a:pt x="19" y="45"/>
                  </a:cubicBezTo>
                  <a:cubicBezTo>
                    <a:pt x="15" y="41"/>
                    <a:pt x="13" y="37"/>
                    <a:pt x="10" y="33"/>
                  </a:cubicBezTo>
                  <a:cubicBezTo>
                    <a:pt x="8" y="31"/>
                    <a:pt x="7" y="29"/>
                    <a:pt x="6" y="27"/>
                  </a:cubicBezTo>
                  <a:cubicBezTo>
                    <a:pt x="0" y="17"/>
                    <a:pt x="2" y="0"/>
                    <a:pt x="2" y="0"/>
                  </a:cubicBezTo>
                  <a:cubicBezTo>
                    <a:pt x="2" y="0"/>
                    <a:pt x="17" y="25"/>
                    <a:pt x="17" y="28"/>
                  </a:cubicBezTo>
                  <a:close/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8" name="Freeform 1789">
              <a:extLst>
                <a:ext uri="{FF2B5EF4-FFF2-40B4-BE49-F238E27FC236}">
                  <a16:creationId xmlns:a16="http://schemas.microsoft.com/office/drawing/2014/main" id="{6DCF4D90-8ABC-47C7-AC9A-B0DE7D9BF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546"/>
              <a:ext cx="35" cy="96"/>
            </a:xfrm>
            <a:custGeom>
              <a:avLst/>
              <a:gdLst>
                <a:gd name="T0" fmla="*/ 0 w 17"/>
                <a:gd name="T1" fmla="*/ 0 h 44"/>
                <a:gd name="T2" fmla="*/ 0 w 17"/>
                <a:gd name="T3" fmla="*/ 61 h 44"/>
                <a:gd name="T4" fmla="*/ 25 w 17"/>
                <a:gd name="T5" fmla="*/ 229 h 44"/>
                <a:gd name="T6" fmla="*/ 105 w 17"/>
                <a:gd name="T7" fmla="*/ 404 h 44"/>
                <a:gd name="T8" fmla="*/ 148 w 17"/>
                <a:gd name="T9" fmla="*/ 456 h 44"/>
                <a:gd name="T10" fmla="*/ 148 w 17"/>
                <a:gd name="T11" fmla="*/ 439 h 44"/>
                <a:gd name="T12" fmla="*/ 124 w 17"/>
                <a:gd name="T13" fmla="*/ 323 h 44"/>
                <a:gd name="T14" fmla="*/ 97 w 17"/>
                <a:gd name="T15" fmla="*/ 166 h 44"/>
                <a:gd name="T16" fmla="*/ 68 w 17"/>
                <a:gd name="T17" fmla="*/ 72 h 44"/>
                <a:gd name="T18" fmla="*/ 51 w 17"/>
                <a:gd name="T19" fmla="*/ 2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44">
                  <a:moveTo>
                    <a:pt x="0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0" y="11"/>
                    <a:pt x="1" y="17"/>
                    <a:pt x="3" y="22"/>
                  </a:cubicBezTo>
                  <a:cubicBezTo>
                    <a:pt x="4" y="28"/>
                    <a:pt x="7" y="34"/>
                    <a:pt x="12" y="39"/>
                  </a:cubicBezTo>
                  <a:cubicBezTo>
                    <a:pt x="13" y="40"/>
                    <a:pt x="16" y="42"/>
                    <a:pt x="17" y="44"/>
                  </a:cubicBezTo>
                  <a:cubicBezTo>
                    <a:pt x="17" y="43"/>
                    <a:pt x="17" y="43"/>
                    <a:pt x="17" y="42"/>
                  </a:cubicBezTo>
                  <a:cubicBezTo>
                    <a:pt x="16" y="38"/>
                    <a:pt x="15" y="35"/>
                    <a:pt x="14" y="31"/>
                  </a:cubicBezTo>
                  <a:cubicBezTo>
                    <a:pt x="13" y="26"/>
                    <a:pt x="12" y="21"/>
                    <a:pt x="11" y="16"/>
                  </a:cubicBezTo>
                  <a:cubicBezTo>
                    <a:pt x="10" y="13"/>
                    <a:pt x="9" y="10"/>
                    <a:pt x="8" y="7"/>
                  </a:cubicBezTo>
                  <a:cubicBezTo>
                    <a:pt x="8" y="6"/>
                    <a:pt x="6" y="3"/>
                    <a:pt x="6" y="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9" name="Freeform 1790">
              <a:extLst>
                <a:ext uri="{FF2B5EF4-FFF2-40B4-BE49-F238E27FC236}">
                  <a16:creationId xmlns:a16="http://schemas.microsoft.com/office/drawing/2014/main" id="{4AD68358-272E-4E40-97FE-4BF3FCFE9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498"/>
              <a:ext cx="36" cy="85"/>
            </a:xfrm>
            <a:custGeom>
              <a:avLst/>
              <a:gdLst>
                <a:gd name="T0" fmla="*/ 0 w 18"/>
                <a:gd name="T1" fmla="*/ 0 h 39"/>
                <a:gd name="T2" fmla="*/ 24 w 18"/>
                <a:gd name="T3" fmla="*/ 96 h 39"/>
                <a:gd name="T4" fmla="*/ 64 w 18"/>
                <a:gd name="T5" fmla="*/ 246 h 39"/>
                <a:gd name="T6" fmla="*/ 120 w 18"/>
                <a:gd name="T7" fmla="*/ 351 h 39"/>
                <a:gd name="T8" fmla="*/ 144 w 18"/>
                <a:gd name="T9" fmla="*/ 40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0" y="0"/>
                  </a:moveTo>
                  <a:cubicBezTo>
                    <a:pt x="0" y="2"/>
                    <a:pt x="3" y="7"/>
                    <a:pt x="3" y="9"/>
                  </a:cubicBezTo>
                  <a:cubicBezTo>
                    <a:pt x="3" y="14"/>
                    <a:pt x="5" y="19"/>
                    <a:pt x="8" y="24"/>
                  </a:cubicBezTo>
                  <a:cubicBezTo>
                    <a:pt x="10" y="27"/>
                    <a:pt x="13" y="31"/>
                    <a:pt x="15" y="34"/>
                  </a:cubicBezTo>
                  <a:cubicBezTo>
                    <a:pt x="16" y="35"/>
                    <a:pt x="18" y="38"/>
                    <a:pt x="18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0" name="Freeform 1791">
              <a:extLst>
                <a:ext uri="{FF2B5EF4-FFF2-40B4-BE49-F238E27FC236}">
                  <a16:creationId xmlns:a16="http://schemas.microsoft.com/office/drawing/2014/main" id="{1C2D8190-E7DA-42A4-B5D7-A261AF1E8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460"/>
              <a:ext cx="27" cy="125"/>
            </a:xfrm>
            <a:custGeom>
              <a:avLst/>
              <a:gdLst>
                <a:gd name="T0" fmla="*/ 52 w 13"/>
                <a:gd name="T1" fmla="*/ 601 h 57"/>
                <a:gd name="T2" fmla="*/ 73 w 13"/>
                <a:gd name="T3" fmla="*/ 581 h 57"/>
                <a:gd name="T4" fmla="*/ 100 w 13"/>
                <a:gd name="T5" fmla="*/ 529 h 57"/>
                <a:gd name="T6" fmla="*/ 108 w 13"/>
                <a:gd name="T7" fmla="*/ 338 h 57"/>
                <a:gd name="T8" fmla="*/ 100 w 13"/>
                <a:gd name="T9" fmla="*/ 169 h 57"/>
                <a:gd name="T10" fmla="*/ 0 w 13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57">
                  <a:moveTo>
                    <a:pt x="6" y="57"/>
                  </a:moveTo>
                  <a:cubicBezTo>
                    <a:pt x="6" y="56"/>
                    <a:pt x="7" y="56"/>
                    <a:pt x="8" y="55"/>
                  </a:cubicBezTo>
                  <a:cubicBezTo>
                    <a:pt x="9" y="53"/>
                    <a:pt x="10" y="52"/>
                    <a:pt x="11" y="50"/>
                  </a:cubicBezTo>
                  <a:cubicBezTo>
                    <a:pt x="13" y="44"/>
                    <a:pt x="12" y="37"/>
                    <a:pt x="12" y="32"/>
                  </a:cubicBezTo>
                  <a:cubicBezTo>
                    <a:pt x="13" y="26"/>
                    <a:pt x="13" y="21"/>
                    <a:pt x="11" y="16"/>
                  </a:cubicBezTo>
                  <a:cubicBezTo>
                    <a:pt x="9" y="6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1" name="Freeform 1792">
              <a:extLst>
                <a:ext uri="{FF2B5EF4-FFF2-40B4-BE49-F238E27FC236}">
                  <a16:creationId xmlns:a16="http://schemas.microsoft.com/office/drawing/2014/main" id="{A668A422-2F63-4F14-9A78-6DFBFA179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557"/>
              <a:ext cx="43" cy="54"/>
            </a:xfrm>
            <a:custGeom>
              <a:avLst/>
              <a:gdLst>
                <a:gd name="T0" fmla="*/ 0 w 21"/>
                <a:gd name="T1" fmla="*/ 0 h 25"/>
                <a:gd name="T2" fmla="*/ 129 w 21"/>
                <a:gd name="T3" fmla="*/ 225 h 25"/>
                <a:gd name="T4" fmla="*/ 180 w 21"/>
                <a:gd name="T5" fmla="*/ 25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0" y="0"/>
                  </a:moveTo>
                  <a:cubicBezTo>
                    <a:pt x="3" y="9"/>
                    <a:pt x="7" y="17"/>
                    <a:pt x="15" y="22"/>
                  </a:cubicBezTo>
                  <a:cubicBezTo>
                    <a:pt x="17" y="23"/>
                    <a:pt x="19" y="24"/>
                    <a:pt x="21" y="2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2" name="Freeform 1793">
              <a:extLst>
                <a:ext uri="{FF2B5EF4-FFF2-40B4-BE49-F238E27FC236}">
                  <a16:creationId xmlns:a16="http://schemas.microsoft.com/office/drawing/2014/main" id="{5AEF649A-D332-40D8-9126-6B7EEA710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635"/>
              <a:ext cx="33" cy="108"/>
            </a:xfrm>
            <a:custGeom>
              <a:avLst/>
              <a:gdLst>
                <a:gd name="T0" fmla="*/ 8 w 16"/>
                <a:gd name="T1" fmla="*/ 44 h 49"/>
                <a:gd name="T2" fmla="*/ 17 w 16"/>
                <a:gd name="T3" fmla="*/ 223 h 49"/>
                <a:gd name="T4" fmla="*/ 60 w 16"/>
                <a:gd name="T5" fmla="*/ 408 h 49"/>
                <a:gd name="T6" fmla="*/ 107 w 16"/>
                <a:gd name="T7" fmla="*/ 525 h 49"/>
                <a:gd name="T8" fmla="*/ 89 w 16"/>
                <a:gd name="T9" fmla="*/ 150 h 49"/>
                <a:gd name="T10" fmla="*/ 35 w 16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9">
                  <a:moveTo>
                    <a:pt x="1" y="4"/>
                  </a:moveTo>
                  <a:cubicBezTo>
                    <a:pt x="1" y="9"/>
                    <a:pt x="0" y="15"/>
                    <a:pt x="2" y="21"/>
                  </a:cubicBezTo>
                  <a:cubicBezTo>
                    <a:pt x="3" y="27"/>
                    <a:pt x="5" y="33"/>
                    <a:pt x="7" y="38"/>
                  </a:cubicBezTo>
                  <a:cubicBezTo>
                    <a:pt x="8" y="42"/>
                    <a:pt x="9" y="47"/>
                    <a:pt x="12" y="49"/>
                  </a:cubicBezTo>
                  <a:cubicBezTo>
                    <a:pt x="16" y="38"/>
                    <a:pt x="12" y="25"/>
                    <a:pt x="10" y="14"/>
                  </a:cubicBezTo>
                  <a:cubicBezTo>
                    <a:pt x="8" y="9"/>
                    <a:pt x="6" y="4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3" name="Freeform 1794">
              <a:extLst>
                <a:ext uri="{FF2B5EF4-FFF2-40B4-BE49-F238E27FC236}">
                  <a16:creationId xmlns:a16="http://schemas.microsoft.com/office/drawing/2014/main" id="{1DBE02E5-3E30-4388-B97C-FAF031408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581"/>
              <a:ext cx="27" cy="100"/>
            </a:xfrm>
            <a:custGeom>
              <a:avLst/>
              <a:gdLst>
                <a:gd name="T0" fmla="*/ 73 w 13"/>
                <a:gd name="T1" fmla="*/ 472 h 46"/>
                <a:gd name="T2" fmla="*/ 0 w 13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6">
                  <a:moveTo>
                    <a:pt x="8" y="46"/>
                  </a:moveTo>
                  <a:cubicBezTo>
                    <a:pt x="13" y="32"/>
                    <a:pt x="9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4" name="Freeform 1795">
              <a:extLst>
                <a:ext uri="{FF2B5EF4-FFF2-40B4-BE49-F238E27FC236}">
                  <a16:creationId xmlns:a16="http://schemas.microsoft.com/office/drawing/2014/main" id="{DC87C3DE-1296-4151-A29B-2BAFDFB42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585"/>
              <a:ext cx="10" cy="70"/>
            </a:xfrm>
            <a:custGeom>
              <a:avLst/>
              <a:gdLst>
                <a:gd name="T0" fmla="*/ 8 w 5"/>
                <a:gd name="T1" fmla="*/ 0 h 32"/>
                <a:gd name="T2" fmla="*/ 24 w 5"/>
                <a:gd name="T3" fmla="*/ 210 h 32"/>
                <a:gd name="T4" fmla="*/ 0 w 5"/>
                <a:gd name="T5" fmla="*/ 33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">
                  <a:moveTo>
                    <a:pt x="1" y="0"/>
                  </a:moveTo>
                  <a:cubicBezTo>
                    <a:pt x="5" y="5"/>
                    <a:pt x="4" y="14"/>
                    <a:pt x="3" y="20"/>
                  </a:cubicBezTo>
                  <a:cubicBezTo>
                    <a:pt x="3" y="23"/>
                    <a:pt x="2" y="31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5" name="Freeform 1796">
              <a:extLst>
                <a:ext uri="{FF2B5EF4-FFF2-40B4-BE49-F238E27FC236}">
                  <a16:creationId xmlns:a16="http://schemas.microsoft.com/office/drawing/2014/main" id="{ABC3FC90-5D68-454A-9ECB-94C2A125B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635"/>
              <a:ext cx="28" cy="92"/>
            </a:xfrm>
            <a:custGeom>
              <a:avLst/>
              <a:gdLst>
                <a:gd name="T0" fmla="*/ 48 w 14"/>
                <a:gd name="T1" fmla="*/ 0 h 42"/>
                <a:gd name="T2" fmla="*/ 112 w 14"/>
                <a:gd name="T3" fmla="*/ 442 h 42"/>
                <a:gd name="T4" fmla="*/ 0 w 14"/>
                <a:gd name="T5" fmla="*/ 22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2">
                  <a:moveTo>
                    <a:pt x="6" y="0"/>
                  </a:moveTo>
                  <a:cubicBezTo>
                    <a:pt x="12" y="14"/>
                    <a:pt x="13" y="28"/>
                    <a:pt x="14" y="42"/>
                  </a:cubicBezTo>
                  <a:cubicBezTo>
                    <a:pt x="11" y="35"/>
                    <a:pt x="3" y="30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6" name="Freeform 1797">
              <a:extLst>
                <a:ext uri="{FF2B5EF4-FFF2-40B4-BE49-F238E27FC236}">
                  <a16:creationId xmlns:a16="http://schemas.microsoft.com/office/drawing/2014/main" id="{3178158D-6B3B-44C2-9B98-88F83BEA8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607"/>
              <a:ext cx="17" cy="107"/>
            </a:xfrm>
            <a:custGeom>
              <a:avLst/>
              <a:gdLst>
                <a:gd name="T0" fmla="*/ 19 w 8"/>
                <a:gd name="T1" fmla="*/ 0 h 49"/>
                <a:gd name="T2" fmla="*/ 40 w 8"/>
                <a:gd name="T3" fmla="*/ 378 h 49"/>
                <a:gd name="T4" fmla="*/ 0 w 8"/>
                <a:gd name="T5" fmla="*/ 5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9">
                  <a:moveTo>
                    <a:pt x="2" y="0"/>
                  </a:moveTo>
                  <a:cubicBezTo>
                    <a:pt x="8" y="8"/>
                    <a:pt x="6" y="26"/>
                    <a:pt x="4" y="36"/>
                  </a:cubicBezTo>
                  <a:cubicBezTo>
                    <a:pt x="3" y="40"/>
                    <a:pt x="2" y="44"/>
                    <a:pt x="0" y="4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7" name="Freeform 1798">
              <a:extLst>
                <a:ext uri="{FF2B5EF4-FFF2-40B4-BE49-F238E27FC236}">
                  <a16:creationId xmlns:a16="http://schemas.microsoft.com/office/drawing/2014/main" id="{995C0795-9041-4930-8664-9879152A0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629"/>
              <a:ext cx="39" cy="124"/>
            </a:xfrm>
            <a:custGeom>
              <a:avLst/>
              <a:gdLst>
                <a:gd name="T0" fmla="*/ 8 w 19"/>
                <a:gd name="T1" fmla="*/ 0 h 57"/>
                <a:gd name="T2" fmla="*/ 0 w 19"/>
                <a:gd name="T3" fmla="*/ 157 h 57"/>
                <a:gd name="T4" fmla="*/ 33 w 19"/>
                <a:gd name="T5" fmla="*/ 342 h 57"/>
                <a:gd name="T6" fmla="*/ 164 w 19"/>
                <a:gd name="T7" fmla="*/ 587 h 57"/>
                <a:gd name="T8" fmla="*/ 156 w 19"/>
                <a:gd name="T9" fmla="*/ 463 h 57"/>
                <a:gd name="T10" fmla="*/ 105 w 19"/>
                <a:gd name="T11" fmla="*/ 246 h 57"/>
                <a:gd name="T12" fmla="*/ 43 w 19"/>
                <a:gd name="T13" fmla="*/ 61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7">
                  <a:moveTo>
                    <a:pt x="1" y="0"/>
                  </a:moveTo>
                  <a:cubicBezTo>
                    <a:pt x="1" y="5"/>
                    <a:pt x="0" y="10"/>
                    <a:pt x="0" y="15"/>
                  </a:cubicBezTo>
                  <a:cubicBezTo>
                    <a:pt x="1" y="21"/>
                    <a:pt x="2" y="27"/>
                    <a:pt x="4" y="33"/>
                  </a:cubicBezTo>
                  <a:cubicBezTo>
                    <a:pt x="7" y="41"/>
                    <a:pt x="13" y="51"/>
                    <a:pt x="19" y="57"/>
                  </a:cubicBezTo>
                  <a:cubicBezTo>
                    <a:pt x="18" y="54"/>
                    <a:pt x="18" y="49"/>
                    <a:pt x="18" y="45"/>
                  </a:cubicBezTo>
                  <a:cubicBezTo>
                    <a:pt x="17" y="38"/>
                    <a:pt x="14" y="31"/>
                    <a:pt x="12" y="24"/>
                  </a:cubicBezTo>
                  <a:cubicBezTo>
                    <a:pt x="10" y="17"/>
                    <a:pt x="7" y="12"/>
                    <a:pt x="5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8" name="Freeform 1799">
              <a:extLst>
                <a:ext uri="{FF2B5EF4-FFF2-40B4-BE49-F238E27FC236}">
                  <a16:creationId xmlns:a16="http://schemas.microsoft.com/office/drawing/2014/main" id="{8D67CE8B-BB7B-4CA4-B9FF-16B9D23E7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668"/>
              <a:ext cx="26" cy="70"/>
            </a:xfrm>
            <a:custGeom>
              <a:avLst/>
              <a:gdLst>
                <a:gd name="T0" fmla="*/ 8 w 13"/>
                <a:gd name="T1" fmla="*/ 0 h 32"/>
                <a:gd name="T2" fmla="*/ 16 w 13"/>
                <a:gd name="T3" fmla="*/ 168 h 32"/>
                <a:gd name="T4" fmla="*/ 104 w 13"/>
                <a:gd name="T5" fmla="*/ 335 h 32"/>
                <a:gd name="T6" fmla="*/ 104 w 13"/>
                <a:gd name="T7" fmla="*/ 20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2">
                  <a:moveTo>
                    <a:pt x="1" y="0"/>
                  </a:moveTo>
                  <a:cubicBezTo>
                    <a:pt x="1" y="5"/>
                    <a:pt x="0" y="11"/>
                    <a:pt x="2" y="16"/>
                  </a:cubicBezTo>
                  <a:cubicBezTo>
                    <a:pt x="4" y="23"/>
                    <a:pt x="9" y="27"/>
                    <a:pt x="13" y="32"/>
                  </a:cubicBezTo>
                  <a:cubicBezTo>
                    <a:pt x="12" y="29"/>
                    <a:pt x="11" y="22"/>
                    <a:pt x="13" y="1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9" name="Freeform 1800">
              <a:extLst>
                <a:ext uri="{FF2B5EF4-FFF2-40B4-BE49-F238E27FC236}">
                  <a16:creationId xmlns:a16="http://schemas.microsoft.com/office/drawing/2014/main" id="{B77B7BA1-2AC7-4D23-ABD2-C84CD5B37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721"/>
              <a:ext cx="26" cy="94"/>
            </a:xfrm>
            <a:custGeom>
              <a:avLst/>
              <a:gdLst>
                <a:gd name="T0" fmla="*/ 0 w 13"/>
                <a:gd name="T1" fmla="*/ 105 h 43"/>
                <a:gd name="T2" fmla="*/ 64 w 13"/>
                <a:gd name="T3" fmla="*/ 448 h 43"/>
                <a:gd name="T4" fmla="*/ 80 w 13"/>
                <a:gd name="T5" fmla="*/ 354 h 43"/>
                <a:gd name="T6" fmla="*/ 104 w 13"/>
                <a:gd name="T7" fmla="*/ 177 h 43"/>
                <a:gd name="T8" fmla="*/ 88 w 13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0" y="10"/>
                  </a:moveTo>
                  <a:cubicBezTo>
                    <a:pt x="0" y="20"/>
                    <a:pt x="1" y="35"/>
                    <a:pt x="8" y="43"/>
                  </a:cubicBezTo>
                  <a:cubicBezTo>
                    <a:pt x="10" y="40"/>
                    <a:pt x="9" y="36"/>
                    <a:pt x="10" y="34"/>
                  </a:cubicBezTo>
                  <a:cubicBezTo>
                    <a:pt x="10" y="28"/>
                    <a:pt x="12" y="23"/>
                    <a:pt x="13" y="17"/>
                  </a:cubicBezTo>
                  <a:cubicBezTo>
                    <a:pt x="13" y="12"/>
                    <a:pt x="13" y="6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0" name="Freeform 1801">
              <a:extLst>
                <a:ext uri="{FF2B5EF4-FFF2-40B4-BE49-F238E27FC236}">
                  <a16:creationId xmlns:a16="http://schemas.microsoft.com/office/drawing/2014/main" id="{A36288A2-1C0D-4396-8769-48D6B6C46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723"/>
              <a:ext cx="35" cy="72"/>
            </a:xfrm>
            <a:custGeom>
              <a:avLst/>
              <a:gdLst>
                <a:gd name="T0" fmla="*/ 0 w 17"/>
                <a:gd name="T1" fmla="*/ 0 h 33"/>
                <a:gd name="T2" fmla="*/ 25 w 17"/>
                <a:gd name="T3" fmla="*/ 157 h 33"/>
                <a:gd name="T4" fmla="*/ 89 w 17"/>
                <a:gd name="T5" fmla="*/ 343 h 33"/>
                <a:gd name="T6" fmla="*/ 140 w 17"/>
                <a:gd name="T7" fmla="*/ 185 h 33"/>
                <a:gd name="T8" fmla="*/ 140 w 17"/>
                <a:gd name="T9" fmla="*/ 5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0" y="5"/>
                    <a:pt x="2" y="10"/>
                    <a:pt x="3" y="15"/>
                  </a:cubicBezTo>
                  <a:cubicBezTo>
                    <a:pt x="4" y="20"/>
                    <a:pt x="6" y="30"/>
                    <a:pt x="10" y="33"/>
                  </a:cubicBezTo>
                  <a:cubicBezTo>
                    <a:pt x="10" y="28"/>
                    <a:pt x="16" y="24"/>
                    <a:pt x="16" y="18"/>
                  </a:cubicBezTo>
                  <a:cubicBezTo>
                    <a:pt x="17" y="14"/>
                    <a:pt x="16" y="9"/>
                    <a:pt x="16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1" name="Freeform 1802">
              <a:extLst>
                <a:ext uri="{FF2B5EF4-FFF2-40B4-BE49-F238E27FC236}">
                  <a16:creationId xmlns:a16="http://schemas.microsoft.com/office/drawing/2014/main" id="{D7030C95-62B0-4E18-8ED5-AA5BF89CB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810"/>
              <a:ext cx="33" cy="94"/>
            </a:xfrm>
            <a:custGeom>
              <a:avLst/>
              <a:gdLst>
                <a:gd name="T0" fmla="*/ 0 w 16"/>
                <a:gd name="T1" fmla="*/ 9 h 43"/>
                <a:gd name="T2" fmla="*/ 43 w 16"/>
                <a:gd name="T3" fmla="*/ 262 h 43"/>
                <a:gd name="T4" fmla="*/ 116 w 16"/>
                <a:gd name="T5" fmla="*/ 448 h 43"/>
                <a:gd name="T6" fmla="*/ 132 w 16"/>
                <a:gd name="T7" fmla="*/ 367 h 43"/>
                <a:gd name="T8" fmla="*/ 89 w 16"/>
                <a:gd name="T9" fmla="*/ 149 h 43"/>
                <a:gd name="T10" fmla="*/ 17 w 16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3">
                  <a:moveTo>
                    <a:pt x="0" y="1"/>
                  </a:moveTo>
                  <a:cubicBezTo>
                    <a:pt x="1" y="9"/>
                    <a:pt x="3" y="17"/>
                    <a:pt x="5" y="25"/>
                  </a:cubicBezTo>
                  <a:cubicBezTo>
                    <a:pt x="7" y="31"/>
                    <a:pt x="9" y="38"/>
                    <a:pt x="13" y="43"/>
                  </a:cubicBezTo>
                  <a:cubicBezTo>
                    <a:pt x="14" y="40"/>
                    <a:pt x="15" y="38"/>
                    <a:pt x="15" y="35"/>
                  </a:cubicBezTo>
                  <a:cubicBezTo>
                    <a:pt x="16" y="28"/>
                    <a:pt x="13" y="20"/>
                    <a:pt x="10" y="14"/>
                  </a:cubicBezTo>
                  <a:cubicBezTo>
                    <a:pt x="8" y="9"/>
                    <a:pt x="2" y="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2" name="Freeform 1803">
              <a:extLst>
                <a:ext uri="{FF2B5EF4-FFF2-40B4-BE49-F238E27FC236}">
                  <a16:creationId xmlns:a16="http://schemas.microsoft.com/office/drawing/2014/main" id="{CE282DC3-CBB7-4B32-A81A-419419D64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793"/>
              <a:ext cx="6" cy="87"/>
            </a:xfrm>
            <a:custGeom>
              <a:avLst/>
              <a:gdLst>
                <a:gd name="T0" fmla="*/ 0 w 3"/>
                <a:gd name="T1" fmla="*/ 0 h 40"/>
                <a:gd name="T2" fmla="*/ 24 w 3"/>
                <a:gd name="T3" fmla="*/ 289 h 40"/>
                <a:gd name="T4" fmla="*/ 0 w 3"/>
                <a:gd name="T5" fmla="*/ 41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0">
                  <a:moveTo>
                    <a:pt x="0" y="0"/>
                  </a:moveTo>
                  <a:cubicBezTo>
                    <a:pt x="1" y="10"/>
                    <a:pt x="3" y="19"/>
                    <a:pt x="3" y="28"/>
                  </a:cubicBezTo>
                  <a:cubicBezTo>
                    <a:pt x="3" y="31"/>
                    <a:pt x="3" y="38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3" name="Freeform 1804">
              <a:extLst>
                <a:ext uri="{FF2B5EF4-FFF2-40B4-BE49-F238E27FC236}">
                  <a16:creationId xmlns:a16="http://schemas.microsoft.com/office/drawing/2014/main" id="{B59CF113-F96D-4975-A715-746C71601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762"/>
              <a:ext cx="19" cy="96"/>
            </a:xfrm>
            <a:custGeom>
              <a:avLst/>
              <a:gdLst>
                <a:gd name="T0" fmla="*/ 0 w 9"/>
                <a:gd name="T1" fmla="*/ 456 h 44"/>
                <a:gd name="T2" fmla="*/ 68 w 9"/>
                <a:gd name="T3" fmla="*/ 148 h 44"/>
                <a:gd name="T4" fmla="*/ 36 w 9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4">
                  <a:moveTo>
                    <a:pt x="0" y="44"/>
                  </a:moveTo>
                  <a:cubicBezTo>
                    <a:pt x="6" y="36"/>
                    <a:pt x="9" y="25"/>
                    <a:pt x="7" y="14"/>
                  </a:cubicBezTo>
                  <a:cubicBezTo>
                    <a:pt x="6" y="10"/>
                    <a:pt x="4" y="5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4" name="Freeform 1805">
              <a:extLst>
                <a:ext uri="{FF2B5EF4-FFF2-40B4-BE49-F238E27FC236}">
                  <a16:creationId xmlns:a16="http://schemas.microsoft.com/office/drawing/2014/main" id="{68151626-6CD9-418C-8F54-5AD32755A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2734"/>
              <a:ext cx="45" cy="103"/>
            </a:xfrm>
            <a:custGeom>
              <a:avLst/>
              <a:gdLst>
                <a:gd name="T0" fmla="*/ 0 w 22"/>
                <a:gd name="T1" fmla="*/ 0 h 47"/>
                <a:gd name="T2" fmla="*/ 8 w 22"/>
                <a:gd name="T3" fmla="*/ 85 h 47"/>
                <a:gd name="T4" fmla="*/ 51 w 22"/>
                <a:gd name="T5" fmla="*/ 241 h 47"/>
                <a:gd name="T6" fmla="*/ 172 w 22"/>
                <a:gd name="T7" fmla="*/ 495 h 47"/>
                <a:gd name="T8" fmla="*/ 164 w 22"/>
                <a:gd name="T9" fmla="*/ 399 h 47"/>
                <a:gd name="T10" fmla="*/ 139 w 22"/>
                <a:gd name="T11" fmla="*/ 254 h 47"/>
                <a:gd name="T12" fmla="*/ 68 w 22"/>
                <a:gd name="T13" fmla="*/ 85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7">
                  <a:moveTo>
                    <a:pt x="0" y="0"/>
                  </a:moveTo>
                  <a:cubicBezTo>
                    <a:pt x="1" y="3"/>
                    <a:pt x="1" y="6"/>
                    <a:pt x="1" y="8"/>
                  </a:cubicBezTo>
                  <a:cubicBezTo>
                    <a:pt x="2" y="13"/>
                    <a:pt x="4" y="19"/>
                    <a:pt x="6" y="23"/>
                  </a:cubicBezTo>
                  <a:cubicBezTo>
                    <a:pt x="9" y="32"/>
                    <a:pt x="14" y="40"/>
                    <a:pt x="20" y="47"/>
                  </a:cubicBezTo>
                  <a:cubicBezTo>
                    <a:pt x="22" y="45"/>
                    <a:pt x="20" y="40"/>
                    <a:pt x="19" y="38"/>
                  </a:cubicBezTo>
                  <a:cubicBezTo>
                    <a:pt x="18" y="33"/>
                    <a:pt x="17" y="29"/>
                    <a:pt x="16" y="24"/>
                  </a:cubicBezTo>
                  <a:cubicBezTo>
                    <a:pt x="14" y="18"/>
                    <a:pt x="11" y="13"/>
                    <a:pt x="8" y="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5" name="Freeform 1806">
              <a:extLst>
                <a:ext uri="{FF2B5EF4-FFF2-40B4-BE49-F238E27FC236}">
                  <a16:creationId xmlns:a16="http://schemas.microsoft.com/office/drawing/2014/main" id="{B1B7E0B3-50B4-4D02-BA76-5AECFB784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782"/>
              <a:ext cx="31" cy="59"/>
            </a:xfrm>
            <a:custGeom>
              <a:avLst/>
              <a:gdLst>
                <a:gd name="T0" fmla="*/ 0 w 15"/>
                <a:gd name="T1" fmla="*/ 0 h 27"/>
                <a:gd name="T2" fmla="*/ 132 w 15"/>
                <a:gd name="T3" fmla="*/ 282 h 27"/>
                <a:gd name="T4" fmla="*/ 107 w 15"/>
                <a:gd name="T5" fmla="*/ 6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7">
                  <a:moveTo>
                    <a:pt x="0" y="0"/>
                  </a:moveTo>
                  <a:cubicBezTo>
                    <a:pt x="2" y="9"/>
                    <a:pt x="6" y="23"/>
                    <a:pt x="15" y="27"/>
                  </a:cubicBezTo>
                  <a:cubicBezTo>
                    <a:pt x="12" y="21"/>
                    <a:pt x="12" y="12"/>
                    <a:pt x="12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6" name="Freeform 1807">
              <a:extLst>
                <a:ext uri="{FF2B5EF4-FFF2-40B4-BE49-F238E27FC236}">
                  <a16:creationId xmlns:a16="http://schemas.microsoft.com/office/drawing/2014/main" id="{FE122EDA-BAD7-4644-BDA7-21D360C66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428"/>
              <a:ext cx="12" cy="37"/>
            </a:xfrm>
            <a:custGeom>
              <a:avLst/>
              <a:gdLst>
                <a:gd name="T0" fmla="*/ 0 w 6"/>
                <a:gd name="T1" fmla="*/ 0 h 17"/>
                <a:gd name="T2" fmla="*/ 48 w 6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3" y="9"/>
                    <a:pt x="6" y="17"/>
                    <a:pt x="6" y="1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7" name="Freeform 1808">
              <a:extLst>
                <a:ext uri="{FF2B5EF4-FFF2-40B4-BE49-F238E27FC236}">
                  <a16:creationId xmlns:a16="http://schemas.microsoft.com/office/drawing/2014/main" id="{FC1C55F6-50ED-481B-9ED2-62EC20D7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430"/>
              <a:ext cx="17" cy="85"/>
            </a:xfrm>
            <a:custGeom>
              <a:avLst/>
              <a:gdLst>
                <a:gd name="T0" fmla="*/ 0 w 8"/>
                <a:gd name="T1" fmla="*/ 0 h 39"/>
                <a:gd name="T2" fmla="*/ 77 w 8"/>
                <a:gd name="T3" fmla="*/ 40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0" y="0"/>
                  </a:moveTo>
                  <a:cubicBezTo>
                    <a:pt x="5" y="9"/>
                    <a:pt x="8" y="30"/>
                    <a:pt x="8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8" name="Freeform 1809">
              <a:extLst>
                <a:ext uri="{FF2B5EF4-FFF2-40B4-BE49-F238E27FC236}">
                  <a16:creationId xmlns:a16="http://schemas.microsoft.com/office/drawing/2014/main" id="{8CE44890-7591-4FDA-B93B-30229634A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428"/>
              <a:ext cx="8" cy="78"/>
            </a:xfrm>
            <a:custGeom>
              <a:avLst/>
              <a:gdLst>
                <a:gd name="T0" fmla="*/ 16 w 4"/>
                <a:gd name="T1" fmla="*/ 366 h 36"/>
                <a:gd name="T2" fmla="*/ 0 w 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2" y="36"/>
                  </a:moveTo>
                  <a:cubicBezTo>
                    <a:pt x="4" y="22"/>
                    <a:pt x="4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9" name="Freeform 1810">
              <a:extLst>
                <a:ext uri="{FF2B5EF4-FFF2-40B4-BE49-F238E27FC236}">
                  <a16:creationId xmlns:a16="http://schemas.microsoft.com/office/drawing/2014/main" id="{5332F68B-7BAF-45AA-BB9B-2DE6026E5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876"/>
              <a:ext cx="28" cy="96"/>
            </a:xfrm>
            <a:custGeom>
              <a:avLst/>
              <a:gdLst>
                <a:gd name="T0" fmla="*/ 0 w 14"/>
                <a:gd name="T1" fmla="*/ 124 h 44"/>
                <a:gd name="T2" fmla="*/ 80 w 14"/>
                <a:gd name="T3" fmla="*/ 456 h 44"/>
                <a:gd name="T4" fmla="*/ 88 w 14"/>
                <a:gd name="T5" fmla="*/ 362 h 44"/>
                <a:gd name="T6" fmla="*/ 104 w 14"/>
                <a:gd name="T7" fmla="*/ 194 h 44"/>
                <a:gd name="T8" fmla="*/ 48 w 14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4">
                  <a:moveTo>
                    <a:pt x="0" y="12"/>
                  </a:moveTo>
                  <a:cubicBezTo>
                    <a:pt x="1" y="22"/>
                    <a:pt x="3" y="37"/>
                    <a:pt x="10" y="44"/>
                  </a:cubicBezTo>
                  <a:cubicBezTo>
                    <a:pt x="11" y="42"/>
                    <a:pt x="11" y="38"/>
                    <a:pt x="11" y="35"/>
                  </a:cubicBezTo>
                  <a:cubicBezTo>
                    <a:pt x="12" y="30"/>
                    <a:pt x="13" y="24"/>
                    <a:pt x="13" y="19"/>
                  </a:cubicBezTo>
                  <a:cubicBezTo>
                    <a:pt x="14" y="13"/>
                    <a:pt x="8" y="6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0" name="Freeform 1811">
              <a:extLst>
                <a:ext uri="{FF2B5EF4-FFF2-40B4-BE49-F238E27FC236}">
                  <a16:creationId xmlns:a16="http://schemas.microsoft.com/office/drawing/2014/main" id="{7C04F36B-29D6-4065-A0DF-F451765E9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968"/>
              <a:ext cx="35" cy="92"/>
            </a:xfrm>
            <a:custGeom>
              <a:avLst/>
              <a:gdLst>
                <a:gd name="T0" fmla="*/ 0 w 17"/>
                <a:gd name="T1" fmla="*/ 9 h 42"/>
                <a:gd name="T2" fmla="*/ 51 w 17"/>
                <a:gd name="T3" fmla="*/ 263 h 42"/>
                <a:gd name="T4" fmla="*/ 140 w 17"/>
                <a:gd name="T5" fmla="*/ 442 h 42"/>
                <a:gd name="T6" fmla="*/ 148 w 17"/>
                <a:gd name="T7" fmla="*/ 370 h 42"/>
                <a:gd name="T8" fmla="*/ 89 w 17"/>
                <a:gd name="T9" fmla="*/ 134 h 42"/>
                <a:gd name="T10" fmla="*/ 16 w 17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2">
                  <a:moveTo>
                    <a:pt x="0" y="1"/>
                  </a:moveTo>
                  <a:cubicBezTo>
                    <a:pt x="1" y="9"/>
                    <a:pt x="3" y="17"/>
                    <a:pt x="6" y="25"/>
                  </a:cubicBezTo>
                  <a:cubicBezTo>
                    <a:pt x="9" y="31"/>
                    <a:pt x="11" y="37"/>
                    <a:pt x="16" y="42"/>
                  </a:cubicBezTo>
                  <a:cubicBezTo>
                    <a:pt x="16" y="40"/>
                    <a:pt x="17" y="37"/>
                    <a:pt x="17" y="35"/>
                  </a:cubicBezTo>
                  <a:cubicBezTo>
                    <a:pt x="17" y="27"/>
                    <a:pt x="13" y="20"/>
                    <a:pt x="10" y="13"/>
                  </a:cubicBezTo>
                  <a:cubicBezTo>
                    <a:pt x="8" y="9"/>
                    <a:pt x="2" y="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1" name="Freeform 1812">
              <a:extLst>
                <a:ext uri="{FF2B5EF4-FFF2-40B4-BE49-F238E27FC236}">
                  <a16:creationId xmlns:a16="http://schemas.microsoft.com/office/drawing/2014/main" id="{3C6E73EA-A020-4FA4-8AD2-3BC99F14F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950"/>
              <a:ext cx="10" cy="85"/>
            </a:xfrm>
            <a:custGeom>
              <a:avLst/>
              <a:gdLst>
                <a:gd name="T0" fmla="*/ 0 w 5"/>
                <a:gd name="T1" fmla="*/ 0 h 39"/>
                <a:gd name="T2" fmla="*/ 32 w 5"/>
                <a:gd name="T3" fmla="*/ 281 h 39"/>
                <a:gd name="T4" fmla="*/ 16 w 5"/>
                <a:gd name="T5" fmla="*/ 40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9">
                  <a:moveTo>
                    <a:pt x="0" y="0"/>
                  </a:moveTo>
                  <a:cubicBezTo>
                    <a:pt x="1" y="9"/>
                    <a:pt x="3" y="18"/>
                    <a:pt x="4" y="27"/>
                  </a:cubicBezTo>
                  <a:cubicBezTo>
                    <a:pt x="4" y="30"/>
                    <a:pt x="5" y="38"/>
                    <a:pt x="2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2" name="Freeform 1813">
              <a:extLst>
                <a:ext uri="{FF2B5EF4-FFF2-40B4-BE49-F238E27FC236}">
                  <a16:creationId xmlns:a16="http://schemas.microsoft.com/office/drawing/2014/main" id="{681A1B0C-422B-4895-8C67-63A038808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917"/>
              <a:ext cx="17" cy="99"/>
            </a:xfrm>
            <a:custGeom>
              <a:avLst/>
              <a:gdLst>
                <a:gd name="T0" fmla="*/ 0 w 8"/>
                <a:gd name="T1" fmla="*/ 480 h 45"/>
                <a:gd name="T2" fmla="*/ 60 w 8"/>
                <a:gd name="T3" fmla="*/ 150 h 45"/>
                <a:gd name="T4" fmla="*/ 19 w 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5">
                  <a:moveTo>
                    <a:pt x="0" y="45"/>
                  </a:moveTo>
                  <a:cubicBezTo>
                    <a:pt x="5" y="36"/>
                    <a:pt x="8" y="24"/>
                    <a:pt x="6" y="14"/>
                  </a:cubicBezTo>
                  <a:cubicBezTo>
                    <a:pt x="4" y="10"/>
                    <a:pt x="2" y="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3" name="Freeform 1814">
              <a:extLst>
                <a:ext uri="{FF2B5EF4-FFF2-40B4-BE49-F238E27FC236}">
                  <a16:creationId xmlns:a16="http://schemas.microsoft.com/office/drawing/2014/main" id="{69622B58-BCFD-41C0-9C8E-2FEA58EDA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889"/>
              <a:ext cx="50" cy="98"/>
            </a:xfrm>
            <a:custGeom>
              <a:avLst/>
              <a:gdLst>
                <a:gd name="T0" fmla="*/ 0 w 24"/>
                <a:gd name="T1" fmla="*/ 0 h 45"/>
                <a:gd name="T2" fmla="*/ 8 w 24"/>
                <a:gd name="T3" fmla="*/ 81 h 45"/>
                <a:gd name="T4" fmla="*/ 65 w 24"/>
                <a:gd name="T5" fmla="*/ 237 h 45"/>
                <a:gd name="T6" fmla="*/ 208 w 24"/>
                <a:gd name="T7" fmla="*/ 464 h 45"/>
                <a:gd name="T8" fmla="*/ 192 w 24"/>
                <a:gd name="T9" fmla="*/ 383 h 45"/>
                <a:gd name="T10" fmla="*/ 152 w 24"/>
                <a:gd name="T11" fmla="*/ 237 h 45"/>
                <a:gd name="T12" fmla="*/ 83 w 24"/>
                <a:gd name="T13" fmla="*/ 7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5">
                  <a:moveTo>
                    <a:pt x="0" y="0"/>
                  </a:moveTo>
                  <a:cubicBezTo>
                    <a:pt x="1" y="2"/>
                    <a:pt x="1" y="5"/>
                    <a:pt x="1" y="8"/>
                  </a:cubicBezTo>
                  <a:cubicBezTo>
                    <a:pt x="3" y="13"/>
                    <a:pt x="5" y="18"/>
                    <a:pt x="7" y="23"/>
                  </a:cubicBezTo>
                  <a:cubicBezTo>
                    <a:pt x="11" y="31"/>
                    <a:pt x="17" y="39"/>
                    <a:pt x="23" y="45"/>
                  </a:cubicBezTo>
                  <a:cubicBezTo>
                    <a:pt x="24" y="43"/>
                    <a:pt x="22" y="39"/>
                    <a:pt x="21" y="37"/>
                  </a:cubicBezTo>
                  <a:cubicBezTo>
                    <a:pt x="20" y="32"/>
                    <a:pt x="18" y="27"/>
                    <a:pt x="17" y="23"/>
                  </a:cubicBezTo>
                  <a:cubicBezTo>
                    <a:pt x="14" y="17"/>
                    <a:pt x="11" y="12"/>
                    <a:pt x="9" y="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4" name="Freeform 1815">
              <a:extLst>
                <a:ext uri="{FF2B5EF4-FFF2-40B4-BE49-F238E27FC236}">
                  <a16:creationId xmlns:a16="http://schemas.microsoft.com/office/drawing/2014/main" id="{64F4BAF1-3AC1-49E2-869D-2313765A2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937"/>
              <a:ext cx="33" cy="57"/>
            </a:xfrm>
            <a:custGeom>
              <a:avLst/>
              <a:gdLst>
                <a:gd name="T0" fmla="*/ 0 w 16"/>
                <a:gd name="T1" fmla="*/ 0 h 26"/>
                <a:gd name="T2" fmla="*/ 140 w 16"/>
                <a:gd name="T3" fmla="*/ 274 h 26"/>
                <a:gd name="T4" fmla="*/ 107 w 16"/>
                <a:gd name="T5" fmla="*/ 5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3" y="9"/>
                    <a:pt x="7" y="22"/>
                    <a:pt x="16" y="26"/>
                  </a:cubicBezTo>
                  <a:cubicBezTo>
                    <a:pt x="14" y="21"/>
                    <a:pt x="13" y="11"/>
                    <a:pt x="12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5" name="Freeform 1816">
              <a:extLst>
                <a:ext uri="{FF2B5EF4-FFF2-40B4-BE49-F238E27FC236}">
                  <a16:creationId xmlns:a16="http://schemas.microsoft.com/office/drawing/2014/main" id="{DE1E3B62-A53E-45FC-A145-A46D75BE1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3003"/>
              <a:ext cx="29" cy="98"/>
            </a:xfrm>
            <a:custGeom>
              <a:avLst/>
              <a:gdLst>
                <a:gd name="T0" fmla="*/ 0 w 14"/>
                <a:gd name="T1" fmla="*/ 290 h 45"/>
                <a:gd name="T2" fmla="*/ 124 w 14"/>
                <a:gd name="T3" fmla="*/ 464 h 45"/>
                <a:gd name="T4" fmla="*/ 108 w 14"/>
                <a:gd name="T5" fmla="*/ 257 h 45"/>
                <a:gd name="T6" fmla="*/ 73 w 1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5">
                  <a:moveTo>
                    <a:pt x="0" y="28"/>
                  </a:moveTo>
                  <a:cubicBezTo>
                    <a:pt x="2" y="35"/>
                    <a:pt x="7" y="43"/>
                    <a:pt x="14" y="45"/>
                  </a:cubicBezTo>
                  <a:cubicBezTo>
                    <a:pt x="13" y="38"/>
                    <a:pt x="11" y="32"/>
                    <a:pt x="12" y="25"/>
                  </a:cubicBezTo>
                  <a:cubicBezTo>
                    <a:pt x="11" y="10"/>
                    <a:pt x="8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6" name="Freeform 1817">
              <a:extLst>
                <a:ext uri="{FF2B5EF4-FFF2-40B4-BE49-F238E27FC236}">
                  <a16:creationId xmlns:a16="http://schemas.microsoft.com/office/drawing/2014/main" id="{34B95B67-72F3-44D3-B77E-902E26B7D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062"/>
              <a:ext cx="37" cy="94"/>
            </a:xfrm>
            <a:custGeom>
              <a:avLst/>
              <a:gdLst>
                <a:gd name="T0" fmla="*/ 8 w 18"/>
                <a:gd name="T1" fmla="*/ 0 h 43"/>
                <a:gd name="T2" fmla="*/ 43 w 18"/>
                <a:gd name="T3" fmla="*/ 273 h 43"/>
                <a:gd name="T4" fmla="*/ 148 w 18"/>
                <a:gd name="T5" fmla="*/ 448 h 43"/>
                <a:gd name="T6" fmla="*/ 123 w 18"/>
                <a:gd name="T7" fmla="*/ 186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3">
                  <a:moveTo>
                    <a:pt x="1" y="0"/>
                  </a:moveTo>
                  <a:cubicBezTo>
                    <a:pt x="0" y="3"/>
                    <a:pt x="4" y="23"/>
                    <a:pt x="5" y="26"/>
                  </a:cubicBezTo>
                  <a:cubicBezTo>
                    <a:pt x="7" y="33"/>
                    <a:pt x="13" y="37"/>
                    <a:pt x="17" y="43"/>
                  </a:cubicBezTo>
                  <a:cubicBezTo>
                    <a:pt x="16" y="35"/>
                    <a:pt x="18" y="25"/>
                    <a:pt x="14" y="1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7" name="Freeform 1818">
              <a:extLst>
                <a:ext uri="{FF2B5EF4-FFF2-40B4-BE49-F238E27FC236}">
                  <a16:creationId xmlns:a16="http://schemas.microsoft.com/office/drawing/2014/main" id="{3BF4D068-398F-4AB7-AC48-922645458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134"/>
              <a:ext cx="26" cy="103"/>
            </a:xfrm>
            <a:custGeom>
              <a:avLst/>
              <a:gdLst>
                <a:gd name="T0" fmla="*/ 8 w 13"/>
                <a:gd name="T1" fmla="*/ 96 h 47"/>
                <a:gd name="T2" fmla="*/ 16 w 13"/>
                <a:gd name="T3" fmla="*/ 265 h 47"/>
                <a:gd name="T4" fmla="*/ 96 w 13"/>
                <a:gd name="T5" fmla="*/ 484 h 47"/>
                <a:gd name="T6" fmla="*/ 88 w 13"/>
                <a:gd name="T7" fmla="*/ 370 h 47"/>
                <a:gd name="T8" fmla="*/ 96 w 13"/>
                <a:gd name="T9" fmla="*/ 307 h 47"/>
                <a:gd name="T10" fmla="*/ 64 w 13"/>
                <a:gd name="T11" fmla="*/ 125 h 47"/>
                <a:gd name="T12" fmla="*/ 8 w 13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7">
                  <a:moveTo>
                    <a:pt x="1" y="9"/>
                  </a:moveTo>
                  <a:cubicBezTo>
                    <a:pt x="0" y="14"/>
                    <a:pt x="0" y="21"/>
                    <a:pt x="2" y="25"/>
                  </a:cubicBezTo>
                  <a:cubicBezTo>
                    <a:pt x="3" y="28"/>
                    <a:pt x="10" y="43"/>
                    <a:pt x="12" y="46"/>
                  </a:cubicBezTo>
                  <a:cubicBezTo>
                    <a:pt x="13" y="47"/>
                    <a:pt x="10" y="34"/>
                    <a:pt x="11" y="35"/>
                  </a:cubicBezTo>
                  <a:cubicBezTo>
                    <a:pt x="11" y="33"/>
                    <a:pt x="12" y="31"/>
                    <a:pt x="12" y="29"/>
                  </a:cubicBezTo>
                  <a:cubicBezTo>
                    <a:pt x="12" y="23"/>
                    <a:pt x="10" y="17"/>
                    <a:pt x="8" y="12"/>
                  </a:cubicBezTo>
                  <a:cubicBezTo>
                    <a:pt x="6" y="7"/>
                    <a:pt x="4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8" name="Freeform 1819">
              <a:extLst>
                <a:ext uri="{FF2B5EF4-FFF2-40B4-BE49-F238E27FC236}">
                  <a16:creationId xmlns:a16="http://schemas.microsoft.com/office/drawing/2014/main" id="{43BC9396-C26E-4798-9B92-5ED21895A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3084"/>
              <a:ext cx="24" cy="67"/>
            </a:xfrm>
            <a:custGeom>
              <a:avLst/>
              <a:gdLst>
                <a:gd name="T0" fmla="*/ 72 w 12"/>
                <a:gd name="T1" fmla="*/ 313 h 31"/>
                <a:gd name="T2" fmla="*/ 64 w 12"/>
                <a:gd name="T3" fmla="*/ 80 h 31"/>
                <a:gd name="T4" fmla="*/ 0 w 12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1">
                  <a:moveTo>
                    <a:pt x="9" y="31"/>
                  </a:moveTo>
                  <a:cubicBezTo>
                    <a:pt x="11" y="23"/>
                    <a:pt x="12" y="16"/>
                    <a:pt x="8" y="8"/>
                  </a:cubicBez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9" name="Freeform 1820">
              <a:extLst>
                <a:ext uri="{FF2B5EF4-FFF2-40B4-BE49-F238E27FC236}">
                  <a16:creationId xmlns:a16="http://schemas.microsoft.com/office/drawing/2014/main" id="{4D00499B-15B5-4126-8E00-CA24682BF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025"/>
              <a:ext cx="50" cy="94"/>
            </a:xfrm>
            <a:custGeom>
              <a:avLst/>
              <a:gdLst>
                <a:gd name="T0" fmla="*/ 200 w 24"/>
                <a:gd name="T1" fmla="*/ 238 h 43"/>
                <a:gd name="T2" fmla="*/ 200 w 24"/>
                <a:gd name="T3" fmla="*/ 448 h 43"/>
                <a:gd name="T4" fmla="*/ 108 w 24"/>
                <a:gd name="T5" fmla="*/ 326 h 43"/>
                <a:gd name="T6" fmla="*/ 73 w 24"/>
                <a:gd name="T7" fmla="*/ 273 h 43"/>
                <a:gd name="T8" fmla="*/ 0 w 24"/>
                <a:gd name="T9" fmla="*/ 0 h 43"/>
                <a:gd name="T10" fmla="*/ 200 w 24"/>
                <a:gd name="T11" fmla="*/ 238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3">
                  <a:moveTo>
                    <a:pt x="22" y="23"/>
                  </a:moveTo>
                  <a:cubicBezTo>
                    <a:pt x="24" y="29"/>
                    <a:pt x="21" y="37"/>
                    <a:pt x="22" y="43"/>
                  </a:cubicBezTo>
                  <a:cubicBezTo>
                    <a:pt x="18" y="39"/>
                    <a:pt x="15" y="35"/>
                    <a:pt x="12" y="31"/>
                  </a:cubicBezTo>
                  <a:cubicBezTo>
                    <a:pt x="10" y="30"/>
                    <a:pt x="9" y="28"/>
                    <a:pt x="8" y="26"/>
                  </a:cubicBezTo>
                  <a:cubicBezTo>
                    <a:pt x="1" y="17"/>
                    <a:pt x="0" y="0"/>
                    <a:pt x="0" y="0"/>
                  </a:cubicBezTo>
                  <a:cubicBezTo>
                    <a:pt x="0" y="0"/>
                    <a:pt x="21" y="21"/>
                    <a:pt x="22" y="23"/>
                  </a:cubicBezTo>
                  <a:close/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0" name="Freeform 1821">
              <a:extLst>
                <a:ext uri="{FF2B5EF4-FFF2-40B4-BE49-F238E27FC236}">
                  <a16:creationId xmlns:a16="http://schemas.microsoft.com/office/drawing/2014/main" id="{26BF71CC-774D-44FF-BC30-A5BD0B21E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105"/>
              <a:ext cx="45" cy="92"/>
            </a:xfrm>
            <a:custGeom>
              <a:avLst/>
              <a:gdLst>
                <a:gd name="T0" fmla="*/ 0 w 22"/>
                <a:gd name="T1" fmla="*/ 0 h 42"/>
                <a:gd name="T2" fmla="*/ 8 w 22"/>
                <a:gd name="T3" fmla="*/ 61 h 42"/>
                <a:gd name="T4" fmla="*/ 41 w 22"/>
                <a:gd name="T5" fmla="*/ 230 h 42"/>
                <a:gd name="T6" fmla="*/ 139 w 22"/>
                <a:gd name="T7" fmla="*/ 388 h 42"/>
                <a:gd name="T8" fmla="*/ 188 w 22"/>
                <a:gd name="T9" fmla="*/ 442 h 42"/>
                <a:gd name="T10" fmla="*/ 180 w 22"/>
                <a:gd name="T11" fmla="*/ 423 h 42"/>
                <a:gd name="T12" fmla="*/ 155 w 22"/>
                <a:gd name="T13" fmla="*/ 307 h 42"/>
                <a:gd name="T14" fmla="*/ 129 w 22"/>
                <a:gd name="T15" fmla="*/ 134 h 42"/>
                <a:gd name="T16" fmla="*/ 96 w 22"/>
                <a:gd name="T17" fmla="*/ 53 h 42"/>
                <a:gd name="T18" fmla="*/ 51 w 22"/>
                <a:gd name="T19" fmla="*/ 9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42">
                  <a:moveTo>
                    <a:pt x="0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2" y="11"/>
                    <a:pt x="3" y="17"/>
                    <a:pt x="5" y="22"/>
                  </a:cubicBezTo>
                  <a:cubicBezTo>
                    <a:pt x="7" y="28"/>
                    <a:pt x="11" y="33"/>
                    <a:pt x="16" y="37"/>
                  </a:cubicBezTo>
                  <a:cubicBezTo>
                    <a:pt x="18" y="39"/>
                    <a:pt x="20" y="40"/>
                    <a:pt x="22" y="42"/>
                  </a:cubicBezTo>
                  <a:cubicBezTo>
                    <a:pt x="22" y="41"/>
                    <a:pt x="22" y="41"/>
                    <a:pt x="21" y="40"/>
                  </a:cubicBezTo>
                  <a:cubicBezTo>
                    <a:pt x="20" y="36"/>
                    <a:pt x="19" y="33"/>
                    <a:pt x="18" y="29"/>
                  </a:cubicBezTo>
                  <a:cubicBezTo>
                    <a:pt x="16" y="24"/>
                    <a:pt x="16" y="18"/>
                    <a:pt x="15" y="13"/>
                  </a:cubicBezTo>
                  <a:cubicBezTo>
                    <a:pt x="14" y="11"/>
                    <a:pt x="12" y="8"/>
                    <a:pt x="11" y="5"/>
                  </a:cubicBezTo>
                  <a:cubicBezTo>
                    <a:pt x="10" y="4"/>
                    <a:pt x="6" y="3"/>
                    <a:pt x="6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1" name="Freeform 1822">
              <a:extLst>
                <a:ext uri="{FF2B5EF4-FFF2-40B4-BE49-F238E27FC236}">
                  <a16:creationId xmlns:a16="http://schemas.microsoft.com/office/drawing/2014/main" id="{9FB5458A-32C5-4651-89F0-2CCFB6FE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3064"/>
              <a:ext cx="47" cy="76"/>
            </a:xfrm>
            <a:custGeom>
              <a:avLst/>
              <a:gdLst>
                <a:gd name="T0" fmla="*/ 0 w 23"/>
                <a:gd name="T1" fmla="*/ 0 h 35"/>
                <a:gd name="T2" fmla="*/ 33 w 23"/>
                <a:gd name="T3" fmla="*/ 80 h 35"/>
                <a:gd name="T4" fmla="*/ 92 w 23"/>
                <a:gd name="T5" fmla="*/ 226 h 35"/>
                <a:gd name="T6" fmla="*/ 172 w 23"/>
                <a:gd name="T7" fmla="*/ 326 h 35"/>
                <a:gd name="T8" fmla="*/ 196 w 23"/>
                <a:gd name="T9" fmla="*/ 35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5">
                  <a:moveTo>
                    <a:pt x="0" y="0"/>
                  </a:moveTo>
                  <a:cubicBezTo>
                    <a:pt x="1" y="1"/>
                    <a:pt x="4" y="5"/>
                    <a:pt x="4" y="8"/>
                  </a:cubicBezTo>
                  <a:cubicBezTo>
                    <a:pt x="6" y="13"/>
                    <a:pt x="8" y="17"/>
                    <a:pt x="11" y="22"/>
                  </a:cubicBezTo>
                  <a:cubicBezTo>
                    <a:pt x="14" y="25"/>
                    <a:pt x="17" y="28"/>
                    <a:pt x="20" y="32"/>
                  </a:cubicBezTo>
                  <a:cubicBezTo>
                    <a:pt x="20" y="33"/>
                    <a:pt x="23" y="35"/>
                    <a:pt x="23" y="3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2" name="Freeform 1823">
              <a:extLst>
                <a:ext uri="{FF2B5EF4-FFF2-40B4-BE49-F238E27FC236}">
                  <a16:creationId xmlns:a16="http://schemas.microsoft.com/office/drawing/2014/main" id="{EA6364FB-E2E5-44D8-9CF6-3C55E91E3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3029"/>
              <a:ext cx="39" cy="122"/>
            </a:xfrm>
            <a:custGeom>
              <a:avLst/>
              <a:gdLst>
                <a:gd name="T0" fmla="*/ 113 w 19"/>
                <a:gd name="T1" fmla="*/ 580 h 56"/>
                <a:gd name="T2" fmla="*/ 131 w 19"/>
                <a:gd name="T3" fmla="*/ 547 h 56"/>
                <a:gd name="T4" fmla="*/ 148 w 19"/>
                <a:gd name="T5" fmla="*/ 499 h 56"/>
                <a:gd name="T6" fmla="*/ 148 w 19"/>
                <a:gd name="T7" fmla="*/ 309 h 56"/>
                <a:gd name="T8" fmla="*/ 123 w 19"/>
                <a:gd name="T9" fmla="*/ 142 h 56"/>
                <a:gd name="T10" fmla="*/ 0 w 19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6">
                  <a:moveTo>
                    <a:pt x="13" y="56"/>
                  </a:moveTo>
                  <a:cubicBezTo>
                    <a:pt x="13" y="55"/>
                    <a:pt x="14" y="54"/>
                    <a:pt x="15" y="53"/>
                  </a:cubicBezTo>
                  <a:cubicBezTo>
                    <a:pt x="16" y="52"/>
                    <a:pt x="16" y="50"/>
                    <a:pt x="17" y="48"/>
                  </a:cubicBezTo>
                  <a:cubicBezTo>
                    <a:pt x="19" y="42"/>
                    <a:pt x="17" y="35"/>
                    <a:pt x="17" y="30"/>
                  </a:cubicBezTo>
                  <a:cubicBezTo>
                    <a:pt x="16" y="24"/>
                    <a:pt x="16" y="19"/>
                    <a:pt x="14" y="14"/>
                  </a:cubicBezTo>
                  <a:cubicBezTo>
                    <a:pt x="10" y="5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3" name="Freeform 1824">
              <a:extLst>
                <a:ext uri="{FF2B5EF4-FFF2-40B4-BE49-F238E27FC236}">
                  <a16:creationId xmlns:a16="http://schemas.microsoft.com/office/drawing/2014/main" id="{D22FE25B-CDE9-4491-8424-140301F36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121"/>
              <a:ext cx="50" cy="48"/>
            </a:xfrm>
            <a:custGeom>
              <a:avLst/>
              <a:gdLst>
                <a:gd name="T0" fmla="*/ 0 w 24"/>
                <a:gd name="T1" fmla="*/ 0 h 22"/>
                <a:gd name="T2" fmla="*/ 165 w 24"/>
                <a:gd name="T3" fmla="*/ 209 h 22"/>
                <a:gd name="T4" fmla="*/ 217 w 24"/>
                <a:gd name="T5" fmla="*/ 2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0" y="0"/>
                  </a:moveTo>
                  <a:cubicBezTo>
                    <a:pt x="4" y="8"/>
                    <a:pt x="9" y="16"/>
                    <a:pt x="18" y="20"/>
                  </a:cubicBezTo>
                  <a:cubicBezTo>
                    <a:pt x="20" y="21"/>
                    <a:pt x="22" y="22"/>
                    <a:pt x="24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4" name="Freeform 1825">
              <a:extLst>
                <a:ext uri="{FF2B5EF4-FFF2-40B4-BE49-F238E27FC236}">
                  <a16:creationId xmlns:a16="http://schemas.microsoft.com/office/drawing/2014/main" id="{DDBC69BF-D715-4394-93C5-87E02A540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3199"/>
              <a:ext cx="23" cy="42"/>
            </a:xfrm>
            <a:custGeom>
              <a:avLst/>
              <a:gdLst>
                <a:gd name="T0" fmla="*/ 100 w 11"/>
                <a:gd name="T1" fmla="*/ 206 h 19"/>
                <a:gd name="T2" fmla="*/ 0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19"/>
                  </a:moveTo>
                  <a:cubicBezTo>
                    <a:pt x="9" y="14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5" name="Freeform 1826">
              <a:extLst>
                <a:ext uri="{FF2B5EF4-FFF2-40B4-BE49-F238E27FC236}">
                  <a16:creationId xmlns:a16="http://schemas.microsoft.com/office/drawing/2014/main" id="{349C1980-8559-4C53-8BD7-68575D968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3208"/>
              <a:ext cx="8" cy="48"/>
            </a:xfrm>
            <a:custGeom>
              <a:avLst/>
              <a:gdLst>
                <a:gd name="T0" fmla="*/ 0 w 4"/>
                <a:gd name="T1" fmla="*/ 0 h 22"/>
                <a:gd name="T2" fmla="*/ 24 w 4"/>
                <a:gd name="T3" fmla="*/ 185 h 22"/>
                <a:gd name="T4" fmla="*/ 32 w 4"/>
                <a:gd name="T5" fmla="*/ 2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2">
                  <a:moveTo>
                    <a:pt x="0" y="0"/>
                  </a:moveTo>
                  <a:cubicBezTo>
                    <a:pt x="0" y="6"/>
                    <a:pt x="1" y="12"/>
                    <a:pt x="3" y="18"/>
                  </a:cubicBezTo>
                  <a:cubicBezTo>
                    <a:pt x="3" y="19"/>
                    <a:pt x="3" y="20"/>
                    <a:pt x="4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6" name="Freeform 1827">
              <a:extLst>
                <a:ext uri="{FF2B5EF4-FFF2-40B4-BE49-F238E27FC236}">
                  <a16:creationId xmlns:a16="http://schemas.microsoft.com/office/drawing/2014/main" id="{55389EA8-46B4-437C-B2B2-989B7013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3145"/>
              <a:ext cx="33" cy="98"/>
            </a:xfrm>
            <a:custGeom>
              <a:avLst/>
              <a:gdLst>
                <a:gd name="T0" fmla="*/ 116 w 16"/>
                <a:gd name="T1" fmla="*/ 464 h 45"/>
                <a:gd name="T2" fmla="*/ 0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3" y="45"/>
                  </a:moveTo>
                  <a:cubicBezTo>
                    <a:pt x="16" y="30"/>
                    <a:pt x="10" y="1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7" name="Freeform 1828">
              <a:extLst>
                <a:ext uri="{FF2B5EF4-FFF2-40B4-BE49-F238E27FC236}">
                  <a16:creationId xmlns:a16="http://schemas.microsoft.com/office/drawing/2014/main" id="{CEA7DF66-6B39-4087-A836-E8871CAD3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3147"/>
              <a:ext cx="10" cy="70"/>
            </a:xfrm>
            <a:custGeom>
              <a:avLst/>
              <a:gdLst>
                <a:gd name="T0" fmla="*/ 0 w 5"/>
                <a:gd name="T1" fmla="*/ 0 h 32"/>
                <a:gd name="T2" fmla="*/ 32 w 5"/>
                <a:gd name="T3" fmla="*/ 210 h 32"/>
                <a:gd name="T4" fmla="*/ 24 w 5"/>
                <a:gd name="T5" fmla="*/ 33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">
                  <a:moveTo>
                    <a:pt x="0" y="0"/>
                  </a:moveTo>
                  <a:cubicBezTo>
                    <a:pt x="5" y="5"/>
                    <a:pt x="5" y="14"/>
                    <a:pt x="4" y="20"/>
                  </a:cubicBezTo>
                  <a:cubicBezTo>
                    <a:pt x="4" y="22"/>
                    <a:pt x="4" y="31"/>
                    <a:pt x="3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8" name="Freeform 1829">
              <a:extLst>
                <a:ext uri="{FF2B5EF4-FFF2-40B4-BE49-F238E27FC236}">
                  <a16:creationId xmlns:a16="http://schemas.microsoft.com/office/drawing/2014/main" id="{1E16BB15-44BA-4FEF-A7F4-9086B09BD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3197"/>
              <a:ext cx="29" cy="64"/>
            </a:xfrm>
            <a:custGeom>
              <a:avLst/>
              <a:gdLst>
                <a:gd name="T0" fmla="*/ 25 w 14"/>
                <a:gd name="T1" fmla="*/ 0 h 29"/>
                <a:gd name="T2" fmla="*/ 124 w 14"/>
                <a:gd name="T3" fmla="*/ 311 h 29"/>
                <a:gd name="T4" fmla="*/ 0 w 14"/>
                <a:gd name="T5" fmla="*/ 21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3" y="0"/>
                  </a:moveTo>
                  <a:cubicBezTo>
                    <a:pt x="11" y="13"/>
                    <a:pt x="11" y="15"/>
                    <a:pt x="14" y="29"/>
                  </a:cubicBezTo>
                  <a:cubicBezTo>
                    <a:pt x="9" y="21"/>
                    <a:pt x="4" y="29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9" name="Freeform 1830">
              <a:extLst>
                <a:ext uri="{FF2B5EF4-FFF2-40B4-BE49-F238E27FC236}">
                  <a16:creationId xmlns:a16="http://schemas.microsoft.com/office/drawing/2014/main" id="{989A6784-E4C6-4503-BC0B-70D3B962B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3167"/>
              <a:ext cx="17" cy="85"/>
            </a:xfrm>
            <a:custGeom>
              <a:avLst/>
              <a:gdLst>
                <a:gd name="T0" fmla="*/ 0 w 8"/>
                <a:gd name="T1" fmla="*/ 0 h 39"/>
                <a:gd name="T2" fmla="*/ 49 w 8"/>
                <a:gd name="T3" fmla="*/ 40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0" y="0"/>
                  </a:moveTo>
                  <a:cubicBezTo>
                    <a:pt x="8" y="7"/>
                    <a:pt x="6" y="30"/>
                    <a:pt x="5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0" name="Freeform 1831">
              <a:extLst>
                <a:ext uri="{FF2B5EF4-FFF2-40B4-BE49-F238E27FC236}">
                  <a16:creationId xmlns:a16="http://schemas.microsoft.com/office/drawing/2014/main" id="{2B61211E-C6FB-4FE0-ABE5-5A04A9F34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3197"/>
              <a:ext cx="29" cy="62"/>
            </a:xfrm>
            <a:custGeom>
              <a:avLst/>
              <a:gdLst>
                <a:gd name="T0" fmla="*/ 124 w 14"/>
                <a:gd name="T1" fmla="*/ 303 h 28"/>
                <a:gd name="T2" fmla="*/ 81 w 14"/>
                <a:gd name="T3" fmla="*/ 153 h 28"/>
                <a:gd name="T4" fmla="*/ 0 w 1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14" y="28"/>
                  </a:moveTo>
                  <a:cubicBezTo>
                    <a:pt x="12" y="21"/>
                    <a:pt x="12" y="21"/>
                    <a:pt x="9" y="14"/>
                  </a:cubicBezTo>
                  <a:cubicBezTo>
                    <a:pt x="6" y="9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1" name="Freeform 1832">
              <a:extLst>
                <a:ext uri="{FF2B5EF4-FFF2-40B4-BE49-F238E27FC236}">
                  <a16:creationId xmlns:a16="http://schemas.microsoft.com/office/drawing/2014/main" id="{30A1F475-BC29-4747-9282-FF7800C20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186"/>
              <a:ext cx="14" cy="70"/>
            </a:xfrm>
            <a:custGeom>
              <a:avLst/>
              <a:gdLst>
                <a:gd name="T0" fmla="*/ 0 w 7"/>
                <a:gd name="T1" fmla="*/ 0 h 32"/>
                <a:gd name="T2" fmla="*/ 8 w 7"/>
                <a:gd name="T3" fmla="*/ 149 h 32"/>
                <a:gd name="T4" fmla="*/ 56 w 7"/>
                <a:gd name="T5" fmla="*/ 33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0" y="0"/>
                  </a:moveTo>
                  <a:cubicBezTo>
                    <a:pt x="0" y="5"/>
                    <a:pt x="0" y="10"/>
                    <a:pt x="1" y="14"/>
                  </a:cubicBezTo>
                  <a:cubicBezTo>
                    <a:pt x="3" y="20"/>
                    <a:pt x="4" y="27"/>
                    <a:pt x="7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2" name="Line 1833">
              <a:extLst>
                <a:ext uri="{FF2B5EF4-FFF2-40B4-BE49-F238E27FC236}">
                  <a16:creationId xmlns:a16="http://schemas.microsoft.com/office/drawing/2014/main" id="{CFE62D8E-F35B-4E0E-8CE1-A495F62691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4" y="3265"/>
              <a:ext cx="1" cy="1"/>
            </a:xfrm>
            <a:prstGeom prst="line">
              <a:avLst/>
            </a:prstGeom>
            <a:noFill/>
            <a:ln w="6350" cap="rnd">
              <a:solidFill>
                <a:srgbClr val="E6BFB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3" name="Freeform 1834">
              <a:extLst>
                <a:ext uri="{FF2B5EF4-FFF2-40B4-BE49-F238E27FC236}">
                  <a16:creationId xmlns:a16="http://schemas.microsoft.com/office/drawing/2014/main" id="{3CBABA10-AD07-49EB-A853-7AF9D5F6A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219"/>
              <a:ext cx="6" cy="37"/>
            </a:xfrm>
            <a:custGeom>
              <a:avLst/>
              <a:gdLst>
                <a:gd name="T0" fmla="*/ 0 w 3"/>
                <a:gd name="T1" fmla="*/ 0 h 17"/>
                <a:gd name="T2" fmla="*/ 24 w 3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0" y="6"/>
                    <a:pt x="1" y="12"/>
                    <a:pt x="3" y="1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4" name="Line 1835">
              <a:extLst>
                <a:ext uri="{FF2B5EF4-FFF2-40B4-BE49-F238E27FC236}">
                  <a16:creationId xmlns:a16="http://schemas.microsoft.com/office/drawing/2014/main" id="{D0A71852-AC4B-43E9-8D05-EA7F930970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6" y="3280"/>
              <a:ext cx="1" cy="1"/>
            </a:xfrm>
            <a:prstGeom prst="line">
              <a:avLst/>
            </a:prstGeom>
            <a:noFill/>
            <a:ln w="6350" cap="rnd">
              <a:solidFill>
                <a:srgbClr val="E6BFB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5" name="Line 1836">
              <a:extLst>
                <a:ext uri="{FF2B5EF4-FFF2-40B4-BE49-F238E27FC236}">
                  <a16:creationId xmlns:a16="http://schemas.microsoft.com/office/drawing/2014/main" id="{85C0D73D-1165-4906-BBDC-B50CA609BC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0" y="3280"/>
              <a:ext cx="1" cy="1"/>
            </a:xfrm>
            <a:prstGeom prst="line">
              <a:avLst/>
            </a:prstGeom>
            <a:noFill/>
            <a:ln w="6350" cap="rnd">
              <a:solidFill>
                <a:srgbClr val="E6BFB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6" name="Freeform 1837">
              <a:extLst>
                <a:ext uri="{FF2B5EF4-FFF2-40B4-BE49-F238E27FC236}">
                  <a16:creationId xmlns:a16="http://schemas.microsoft.com/office/drawing/2014/main" id="{E7B302AB-D330-4120-83F5-5204C671E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994"/>
              <a:ext cx="16" cy="35"/>
            </a:xfrm>
            <a:custGeom>
              <a:avLst/>
              <a:gdLst>
                <a:gd name="T0" fmla="*/ 0 w 8"/>
                <a:gd name="T1" fmla="*/ 0 h 16"/>
                <a:gd name="T2" fmla="*/ 64 w 8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4" y="8"/>
                    <a:pt x="8" y="16"/>
                    <a:pt x="8" y="1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7" name="Freeform 1838">
              <a:extLst>
                <a:ext uri="{FF2B5EF4-FFF2-40B4-BE49-F238E27FC236}">
                  <a16:creationId xmlns:a16="http://schemas.microsoft.com/office/drawing/2014/main" id="{91C7137C-3652-423C-A706-7D3ADE364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992"/>
              <a:ext cx="32" cy="74"/>
            </a:xfrm>
            <a:custGeom>
              <a:avLst/>
              <a:gdLst>
                <a:gd name="T0" fmla="*/ 0 w 16"/>
                <a:gd name="T1" fmla="*/ 0 h 34"/>
                <a:gd name="T2" fmla="*/ 128 w 16"/>
                <a:gd name="T3" fmla="*/ 35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4">
                  <a:moveTo>
                    <a:pt x="0" y="0"/>
                  </a:moveTo>
                  <a:cubicBezTo>
                    <a:pt x="6" y="9"/>
                    <a:pt x="14" y="25"/>
                    <a:pt x="16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8" name="Freeform 1839">
              <a:extLst>
                <a:ext uri="{FF2B5EF4-FFF2-40B4-BE49-F238E27FC236}">
                  <a16:creationId xmlns:a16="http://schemas.microsoft.com/office/drawing/2014/main" id="{9FB241AB-61EF-49EC-A837-4C46EB57A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994"/>
              <a:ext cx="12" cy="76"/>
            </a:xfrm>
            <a:custGeom>
              <a:avLst/>
              <a:gdLst>
                <a:gd name="T0" fmla="*/ 48 w 6"/>
                <a:gd name="T1" fmla="*/ 358 h 35"/>
                <a:gd name="T2" fmla="*/ 0 w 6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5">
                  <a:moveTo>
                    <a:pt x="6" y="35"/>
                  </a:moveTo>
                  <a:cubicBezTo>
                    <a:pt x="6" y="21"/>
                    <a:pt x="4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59" name="Freeform 1840">
              <a:extLst>
                <a:ext uri="{FF2B5EF4-FFF2-40B4-BE49-F238E27FC236}">
                  <a16:creationId xmlns:a16="http://schemas.microsoft.com/office/drawing/2014/main" id="{42AF1666-2B9E-4C58-A02C-6BB8B6AED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902"/>
              <a:ext cx="35" cy="50"/>
            </a:xfrm>
            <a:custGeom>
              <a:avLst/>
              <a:gdLst>
                <a:gd name="T0" fmla="*/ 0 w 17"/>
                <a:gd name="T1" fmla="*/ 52 h 23"/>
                <a:gd name="T2" fmla="*/ 68 w 17"/>
                <a:gd name="T3" fmla="*/ 174 h 23"/>
                <a:gd name="T4" fmla="*/ 89 w 17"/>
                <a:gd name="T5" fmla="*/ 237 h 23"/>
                <a:gd name="T6" fmla="*/ 124 w 17"/>
                <a:gd name="T7" fmla="*/ 0 h 23"/>
                <a:gd name="T8" fmla="*/ 148 w 17"/>
                <a:gd name="T9" fmla="*/ 9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3">
                  <a:moveTo>
                    <a:pt x="0" y="5"/>
                  </a:moveTo>
                  <a:cubicBezTo>
                    <a:pt x="1" y="9"/>
                    <a:pt x="6" y="12"/>
                    <a:pt x="8" y="17"/>
                  </a:cubicBezTo>
                  <a:cubicBezTo>
                    <a:pt x="9" y="19"/>
                    <a:pt x="9" y="21"/>
                    <a:pt x="10" y="23"/>
                  </a:cubicBezTo>
                  <a:cubicBezTo>
                    <a:pt x="8" y="18"/>
                    <a:pt x="12" y="6"/>
                    <a:pt x="14" y="0"/>
                  </a:cubicBezTo>
                  <a:cubicBezTo>
                    <a:pt x="15" y="3"/>
                    <a:pt x="16" y="7"/>
                    <a:pt x="17" y="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0" name="Freeform 1841">
              <a:extLst>
                <a:ext uri="{FF2B5EF4-FFF2-40B4-BE49-F238E27FC236}">
                  <a16:creationId xmlns:a16="http://schemas.microsoft.com/office/drawing/2014/main" id="{7D1FC25C-F593-4EF5-9228-6928F2520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887"/>
              <a:ext cx="12" cy="37"/>
            </a:xfrm>
            <a:custGeom>
              <a:avLst/>
              <a:gdLst>
                <a:gd name="T0" fmla="*/ 8 w 6"/>
                <a:gd name="T1" fmla="*/ 176 h 17"/>
                <a:gd name="T2" fmla="*/ 48 w 6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1" y="17"/>
                  </a:moveTo>
                  <a:cubicBezTo>
                    <a:pt x="0" y="14"/>
                    <a:pt x="4" y="3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1" name="Freeform 1842">
              <a:extLst>
                <a:ext uri="{FF2B5EF4-FFF2-40B4-BE49-F238E27FC236}">
                  <a16:creationId xmlns:a16="http://schemas.microsoft.com/office/drawing/2014/main" id="{D7DFF4E6-D6FA-40C7-82E3-B5B1B54E8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887"/>
              <a:ext cx="21" cy="19"/>
            </a:xfrm>
            <a:custGeom>
              <a:avLst/>
              <a:gdLst>
                <a:gd name="T0" fmla="*/ 0 w 10"/>
                <a:gd name="T1" fmla="*/ 0 h 9"/>
                <a:gd name="T2" fmla="*/ 92 w 10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3" y="1"/>
                    <a:pt x="8" y="6"/>
                    <a:pt x="10" y="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2" name="Freeform 1843">
              <a:extLst>
                <a:ext uri="{FF2B5EF4-FFF2-40B4-BE49-F238E27FC236}">
                  <a16:creationId xmlns:a16="http://schemas.microsoft.com/office/drawing/2014/main" id="{1ED428ED-410F-4FBB-9365-8D3B5EF42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832"/>
              <a:ext cx="26" cy="81"/>
            </a:xfrm>
            <a:custGeom>
              <a:avLst/>
              <a:gdLst>
                <a:gd name="T0" fmla="*/ 80 w 13"/>
                <a:gd name="T1" fmla="*/ 387 h 37"/>
                <a:gd name="T2" fmla="*/ 72 w 13"/>
                <a:gd name="T3" fmla="*/ 201 h 37"/>
                <a:gd name="T4" fmla="*/ 8 w 13"/>
                <a:gd name="T5" fmla="*/ 0 h 37"/>
                <a:gd name="T6" fmla="*/ 0 w 13"/>
                <a:gd name="T7" fmla="*/ 85 h 37"/>
                <a:gd name="T8" fmla="*/ 16 w 13"/>
                <a:gd name="T9" fmla="*/ 210 h 37"/>
                <a:gd name="T10" fmla="*/ 56 w 13"/>
                <a:gd name="T11" fmla="*/ 34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7">
                  <a:moveTo>
                    <a:pt x="10" y="37"/>
                  </a:moveTo>
                  <a:cubicBezTo>
                    <a:pt x="13" y="34"/>
                    <a:pt x="10" y="23"/>
                    <a:pt x="9" y="19"/>
                  </a:cubicBezTo>
                  <a:cubicBezTo>
                    <a:pt x="8" y="13"/>
                    <a:pt x="4" y="6"/>
                    <a:pt x="1" y="0"/>
                  </a:cubicBezTo>
                  <a:cubicBezTo>
                    <a:pt x="0" y="2"/>
                    <a:pt x="1" y="6"/>
                    <a:pt x="0" y="8"/>
                  </a:cubicBezTo>
                  <a:cubicBezTo>
                    <a:pt x="0" y="12"/>
                    <a:pt x="1" y="16"/>
                    <a:pt x="2" y="20"/>
                  </a:cubicBezTo>
                  <a:cubicBezTo>
                    <a:pt x="4" y="24"/>
                    <a:pt x="7" y="29"/>
                    <a:pt x="7" y="3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3" name="Freeform 1844">
              <a:extLst>
                <a:ext uri="{FF2B5EF4-FFF2-40B4-BE49-F238E27FC236}">
                  <a16:creationId xmlns:a16="http://schemas.microsoft.com/office/drawing/2014/main" id="{8085C3DC-13A4-41BD-BE13-45CEE442F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839"/>
              <a:ext cx="27" cy="50"/>
            </a:xfrm>
            <a:custGeom>
              <a:avLst/>
              <a:gdLst>
                <a:gd name="T0" fmla="*/ 0 w 13"/>
                <a:gd name="T1" fmla="*/ 0 h 23"/>
                <a:gd name="T2" fmla="*/ 64 w 13"/>
                <a:gd name="T3" fmla="*/ 141 h 23"/>
                <a:gd name="T4" fmla="*/ 116 w 13"/>
                <a:gd name="T5" fmla="*/ 23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3" y="4"/>
                    <a:pt x="4" y="10"/>
                    <a:pt x="7" y="14"/>
                  </a:cubicBezTo>
                  <a:cubicBezTo>
                    <a:pt x="8" y="17"/>
                    <a:pt x="11" y="22"/>
                    <a:pt x="13" y="2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4" name="Freeform 1845">
              <a:extLst>
                <a:ext uri="{FF2B5EF4-FFF2-40B4-BE49-F238E27FC236}">
                  <a16:creationId xmlns:a16="http://schemas.microsoft.com/office/drawing/2014/main" id="{9638D91D-15EB-48D3-8F0D-36D6E885A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830"/>
              <a:ext cx="9" cy="90"/>
            </a:xfrm>
            <a:custGeom>
              <a:avLst/>
              <a:gdLst>
                <a:gd name="T0" fmla="*/ 0 w 4"/>
                <a:gd name="T1" fmla="*/ 0 h 41"/>
                <a:gd name="T2" fmla="*/ 36 w 4"/>
                <a:gd name="T3" fmla="*/ 285 h 41"/>
                <a:gd name="T4" fmla="*/ 25 w 4"/>
                <a:gd name="T5" fmla="*/ 43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3" y="9"/>
                    <a:pt x="4" y="18"/>
                    <a:pt x="3" y="27"/>
                  </a:cubicBezTo>
                  <a:cubicBezTo>
                    <a:pt x="2" y="31"/>
                    <a:pt x="3" y="36"/>
                    <a:pt x="2" y="4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5" name="Freeform 1846">
              <a:extLst>
                <a:ext uri="{FF2B5EF4-FFF2-40B4-BE49-F238E27FC236}">
                  <a16:creationId xmlns:a16="http://schemas.microsoft.com/office/drawing/2014/main" id="{C5658718-4CC7-4725-807D-16EFE62E6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830"/>
              <a:ext cx="25" cy="74"/>
            </a:xfrm>
            <a:custGeom>
              <a:avLst/>
              <a:gdLst>
                <a:gd name="T0" fmla="*/ 0 w 12"/>
                <a:gd name="T1" fmla="*/ 0 h 34"/>
                <a:gd name="T2" fmla="*/ 108 w 12"/>
                <a:gd name="T3" fmla="*/ 35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4">
                  <a:moveTo>
                    <a:pt x="0" y="0"/>
                  </a:moveTo>
                  <a:cubicBezTo>
                    <a:pt x="6" y="11"/>
                    <a:pt x="8" y="23"/>
                    <a:pt x="12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6" name="Freeform 1847">
              <a:extLst>
                <a:ext uri="{FF2B5EF4-FFF2-40B4-BE49-F238E27FC236}">
                  <a16:creationId xmlns:a16="http://schemas.microsoft.com/office/drawing/2014/main" id="{489B6894-37D9-465F-91EF-108BF0C9D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071"/>
              <a:ext cx="39" cy="46"/>
            </a:xfrm>
            <a:custGeom>
              <a:avLst/>
              <a:gdLst>
                <a:gd name="T0" fmla="*/ 0 w 19"/>
                <a:gd name="T1" fmla="*/ 20 h 21"/>
                <a:gd name="T2" fmla="*/ 164 w 19"/>
                <a:gd name="T3" fmla="*/ 221 h 21"/>
                <a:gd name="T4" fmla="*/ 164 w 19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2"/>
                  </a:moveTo>
                  <a:cubicBezTo>
                    <a:pt x="3" y="9"/>
                    <a:pt x="12" y="19"/>
                    <a:pt x="19" y="21"/>
                  </a:cubicBezTo>
                  <a:cubicBezTo>
                    <a:pt x="17" y="14"/>
                    <a:pt x="19" y="7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7" name="Freeform 1848">
              <a:extLst>
                <a:ext uri="{FF2B5EF4-FFF2-40B4-BE49-F238E27FC236}">
                  <a16:creationId xmlns:a16="http://schemas.microsoft.com/office/drawing/2014/main" id="{727617F0-0008-435B-8C34-B152A48EE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065"/>
              <a:ext cx="22" cy="35"/>
            </a:xfrm>
            <a:custGeom>
              <a:avLst/>
              <a:gdLst>
                <a:gd name="T0" fmla="*/ 88 w 11"/>
                <a:gd name="T1" fmla="*/ 0 h 16"/>
                <a:gd name="T2" fmla="*/ 24 w 11"/>
                <a:gd name="T3" fmla="*/ 133 h 16"/>
                <a:gd name="T4" fmla="*/ 0 w 11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0" y="5"/>
                    <a:pt x="6" y="10"/>
                    <a:pt x="3" y="13"/>
                  </a:cubicBezTo>
                  <a:cubicBezTo>
                    <a:pt x="2" y="14"/>
                    <a:pt x="0" y="16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8" name="Freeform 1849">
              <a:extLst>
                <a:ext uri="{FF2B5EF4-FFF2-40B4-BE49-F238E27FC236}">
                  <a16:creationId xmlns:a16="http://schemas.microsoft.com/office/drawing/2014/main" id="{FB9A797D-E6E6-4B5E-AE16-8319E2C10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097"/>
              <a:ext cx="37" cy="73"/>
            </a:xfrm>
            <a:custGeom>
              <a:avLst/>
              <a:gdLst>
                <a:gd name="T0" fmla="*/ 8 w 18"/>
                <a:gd name="T1" fmla="*/ 0 h 33"/>
                <a:gd name="T2" fmla="*/ 51 w 18"/>
                <a:gd name="T3" fmla="*/ 170 h 33"/>
                <a:gd name="T4" fmla="*/ 156 w 18"/>
                <a:gd name="T5" fmla="*/ 356 h 33"/>
                <a:gd name="T6" fmla="*/ 113 w 18"/>
                <a:gd name="T7" fmla="*/ 9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3">
                  <a:moveTo>
                    <a:pt x="1" y="0"/>
                  </a:moveTo>
                  <a:cubicBezTo>
                    <a:pt x="0" y="3"/>
                    <a:pt x="5" y="13"/>
                    <a:pt x="6" y="16"/>
                  </a:cubicBezTo>
                  <a:cubicBezTo>
                    <a:pt x="8" y="23"/>
                    <a:pt x="14" y="28"/>
                    <a:pt x="18" y="33"/>
                  </a:cubicBezTo>
                  <a:cubicBezTo>
                    <a:pt x="17" y="25"/>
                    <a:pt x="17" y="15"/>
                    <a:pt x="13" y="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69" name="Freeform 1850">
              <a:extLst>
                <a:ext uri="{FF2B5EF4-FFF2-40B4-BE49-F238E27FC236}">
                  <a16:creationId xmlns:a16="http://schemas.microsoft.com/office/drawing/2014/main" id="{4BB6B6F5-6CC9-41E7-9ADE-6A107E74A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148"/>
              <a:ext cx="31" cy="89"/>
            </a:xfrm>
            <a:custGeom>
              <a:avLst/>
              <a:gdLst>
                <a:gd name="T0" fmla="*/ 8 w 15"/>
                <a:gd name="T1" fmla="*/ 104 h 41"/>
                <a:gd name="T2" fmla="*/ 43 w 15"/>
                <a:gd name="T3" fmla="*/ 278 h 41"/>
                <a:gd name="T4" fmla="*/ 89 w 15"/>
                <a:gd name="T5" fmla="*/ 358 h 41"/>
                <a:gd name="T6" fmla="*/ 132 w 15"/>
                <a:gd name="T7" fmla="*/ 419 h 41"/>
                <a:gd name="T8" fmla="*/ 116 w 15"/>
                <a:gd name="T9" fmla="*/ 287 h 41"/>
                <a:gd name="T10" fmla="*/ 72 w 15"/>
                <a:gd name="T11" fmla="*/ 113 h 41"/>
                <a:gd name="T12" fmla="*/ 0 w 15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1">
                  <a:moveTo>
                    <a:pt x="1" y="10"/>
                  </a:moveTo>
                  <a:cubicBezTo>
                    <a:pt x="0" y="14"/>
                    <a:pt x="3" y="23"/>
                    <a:pt x="5" y="27"/>
                  </a:cubicBezTo>
                  <a:cubicBezTo>
                    <a:pt x="6" y="30"/>
                    <a:pt x="8" y="32"/>
                    <a:pt x="10" y="35"/>
                  </a:cubicBezTo>
                  <a:cubicBezTo>
                    <a:pt x="10" y="36"/>
                    <a:pt x="13" y="40"/>
                    <a:pt x="15" y="41"/>
                  </a:cubicBezTo>
                  <a:cubicBezTo>
                    <a:pt x="15" y="39"/>
                    <a:pt x="13" y="30"/>
                    <a:pt x="13" y="28"/>
                  </a:cubicBezTo>
                  <a:cubicBezTo>
                    <a:pt x="13" y="22"/>
                    <a:pt x="10" y="16"/>
                    <a:pt x="8" y="11"/>
                  </a:cubicBezTo>
                  <a:cubicBezTo>
                    <a:pt x="6" y="7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0" name="Freeform 1851">
              <a:extLst>
                <a:ext uri="{FF2B5EF4-FFF2-40B4-BE49-F238E27FC236}">
                  <a16:creationId xmlns:a16="http://schemas.microsoft.com/office/drawing/2014/main" id="{E1C7AEE7-79E8-4B67-8130-B6E2DBAFF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097"/>
              <a:ext cx="31" cy="68"/>
            </a:xfrm>
            <a:custGeom>
              <a:avLst/>
              <a:gdLst>
                <a:gd name="T0" fmla="*/ 124 w 15"/>
                <a:gd name="T1" fmla="*/ 327 h 31"/>
                <a:gd name="T2" fmla="*/ 81 w 15"/>
                <a:gd name="T3" fmla="*/ 86 h 31"/>
                <a:gd name="T4" fmla="*/ 0 w 15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1">
                  <a:moveTo>
                    <a:pt x="14" y="31"/>
                  </a:moveTo>
                  <a:cubicBezTo>
                    <a:pt x="15" y="24"/>
                    <a:pt x="14" y="15"/>
                    <a:pt x="9" y="8"/>
                  </a:cubicBezTo>
                  <a:cubicBezTo>
                    <a:pt x="7" y="4"/>
                    <a:pt x="4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1" name="Freeform 1852">
              <a:extLst>
                <a:ext uri="{FF2B5EF4-FFF2-40B4-BE49-F238E27FC236}">
                  <a16:creationId xmlns:a16="http://schemas.microsoft.com/office/drawing/2014/main" id="{CDD86AB1-B8F2-4D4D-90DA-FC46D8493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069"/>
              <a:ext cx="29" cy="22"/>
            </a:xfrm>
            <a:custGeom>
              <a:avLst/>
              <a:gdLst>
                <a:gd name="T0" fmla="*/ 124 w 14"/>
                <a:gd name="T1" fmla="*/ 0 h 10"/>
                <a:gd name="T2" fmla="*/ 108 w 14"/>
                <a:gd name="T3" fmla="*/ 106 h 10"/>
                <a:gd name="T4" fmla="*/ 44 w 14"/>
                <a:gd name="T5" fmla="*/ 53 h 10"/>
                <a:gd name="T6" fmla="*/ 0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cubicBezTo>
                    <a:pt x="14" y="3"/>
                    <a:pt x="14" y="8"/>
                    <a:pt x="12" y="10"/>
                  </a:cubicBezTo>
                  <a:cubicBezTo>
                    <a:pt x="10" y="9"/>
                    <a:pt x="8" y="7"/>
                    <a:pt x="5" y="5"/>
                  </a:cubicBezTo>
                  <a:cubicBezTo>
                    <a:pt x="4" y="4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2" name="Freeform 1853">
              <a:extLst>
                <a:ext uri="{FF2B5EF4-FFF2-40B4-BE49-F238E27FC236}">
                  <a16:creationId xmlns:a16="http://schemas.microsoft.com/office/drawing/2014/main" id="{E92E6880-DD4C-499B-B653-DD3E7A4F9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073"/>
              <a:ext cx="8" cy="90"/>
            </a:xfrm>
            <a:custGeom>
              <a:avLst/>
              <a:gdLst>
                <a:gd name="T0" fmla="*/ 0 w 4"/>
                <a:gd name="T1" fmla="*/ 0 h 41"/>
                <a:gd name="T2" fmla="*/ 8 w 4"/>
                <a:gd name="T3" fmla="*/ 158 h 41"/>
                <a:gd name="T4" fmla="*/ 24 w 4"/>
                <a:gd name="T5" fmla="*/ 347 h 41"/>
                <a:gd name="T6" fmla="*/ 8 w 4"/>
                <a:gd name="T7" fmla="*/ 400 h 41"/>
                <a:gd name="T8" fmla="*/ 8 w 4"/>
                <a:gd name="T9" fmla="*/ 43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2" y="5"/>
                    <a:pt x="0" y="9"/>
                    <a:pt x="1" y="15"/>
                  </a:cubicBezTo>
                  <a:cubicBezTo>
                    <a:pt x="1" y="20"/>
                    <a:pt x="4" y="27"/>
                    <a:pt x="3" y="33"/>
                  </a:cubicBezTo>
                  <a:cubicBezTo>
                    <a:pt x="2" y="35"/>
                    <a:pt x="2" y="37"/>
                    <a:pt x="1" y="38"/>
                  </a:cubicBezTo>
                  <a:cubicBezTo>
                    <a:pt x="0" y="39"/>
                    <a:pt x="1" y="40"/>
                    <a:pt x="1" y="4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3" name="Freeform 1854">
              <a:extLst>
                <a:ext uri="{FF2B5EF4-FFF2-40B4-BE49-F238E27FC236}">
                  <a16:creationId xmlns:a16="http://schemas.microsoft.com/office/drawing/2014/main" id="{CF7CE637-F3EA-4E27-A599-9434B764B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132"/>
              <a:ext cx="53" cy="44"/>
            </a:xfrm>
            <a:custGeom>
              <a:avLst/>
              <a:gdLst>
                <a:gd name="T0" fmla="*/ 0 w 26"/>
                <a:gd name="T1" fmla="*/ 0 h 20"/>
                <a:gd name="T2" fmla="*/ 171 w 26"/>
                <a:gd name="T3" fmla="*/ 194 h 20"/>
                <a:gd name="T4" fmla="*/ 220 w 26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0"/>
                  </a:moveTo>
                  <a:cubicBezTo>
                    <a:pt x="5" y="8"/>
                    <a:pt x="10" y="16"/>
                    <a:pt x="20" y="18"/>
                  </a:cubicBezTo>
                  <a:cubicBezTo>
                    <a:pt x="22" y="19"/>
                    <a:pt x="24" y="20"/>
                    <a:pt x="26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4" name="Freeform 1855">
              <a:extLst>
                <a:ext uri="{FF2B5EF4-FFF2-40B4-BE49-F238E27FC236}">
                  <a16:creationId xmlns:a16="http://schemas.microsoft.com/office/drawing/2014/main" id="{1B419DDF-168E-40C4-8AC1-543D74104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205"/>
              <a:ext cx="45" cy="109"/>
            </a:xfrm>
            <a:custGeom>
              <a:avLst/>
              <a:gdLst>
                <a:gd name="T0" fmla="*/ 8 w 22"/>
                <a:gd name="T1" fmla="*/ 72 h 50"/>
                <a:gd name="T2" fmla="*/ 41 w 22"/>
                <a:gd name="T3" fmla="*/ 246 h 50"/>
                <a:gd name="T4" fmla="*/ 121 w 22"/>
                <a:gd name="T5" fmla="*/ 414 h 50"/>
                <a:gd name="T6" fmla="*/ 180 w 22"/>
                <a:gd name="T7" fmla="*/ 519 h 50"/>
                <a:gd name="T8" fmla="*/ 104 w 22"/>
                <a:gd name="T9" fmla="*/ 166 h 50"/>
                <a:gd name="T10" fmla="*/ 0 w 22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0">
                  <a:moveTo>
                    <a:pt x="1" y="7"/>
                  </a:moveTo>
                  <a:cubicBezTo>
                    <a:pt x="2" y="13"/>
                    <a:pt x="3" y="19"/>
                    <a:pt x="5" y="24"/>
                  </a:cubicBezTo>
                  <a:cubicBezTo>
                    <a:pt x="7" y="30"/>
                    <a:pt x="11" y="35"/>
                    <a:pt x="14" y="40"/>
                  </a:cubicBezTo>
                  <a:cubicBezTo>
                    <a:pt x="15" y="43"/>
                    <a:pt x="17" y="48"/>
                    <a:pt x="21" y="50"/>
                  </a:cubicBezTo>
                  <a:cubicBezTo>
                    <a:pt x="22" y="38"/>
                    <a:pt x="16" y="26"/>
                    <a:pt x="12" y="16"/>
                  </a:cubicBezTo>
                  <a:cubicBezTo>
                    <a:pt x="9" y="11"/>
                    <a:pt x="3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5" name="Freeform 1856">
              <a:extLst>
                <a:ext uri="{FF2B5EF4-FFF2-40B4-BE49-F238E27FC236}">
                  <a16:creationId xmlns:a16="http://schemas.microsoft.com/office/drawing/2014/main" id="{A5A2E1C3-4718-4C1C-A7E1-003EDEC16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157"/>
              <a:ext cx="36" cy="96"/>
            </a:xfrm>
            <a:custGeom>
              <a:avLst/>
              <a:gdLst>
                <a:gd name="T0" fmla="*/ 128 w 18"/>
                <a:gd name="T1" fmla="*/ 456 h 44"/>
                <a:gd name="T2" fmla="*/ 0 w 18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4">
                  <a:moveTo>
                    <a:pt x="16" y="44"/>
                  </a:moveTo>
                  <a:cubicBezTo>
                    <a:pt x="18" y="29"/>
                    <a:pt x="11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6" name="Freeform 1857">
              <a:extLst>
                <a:ext uri="{FF2B5EF4-FFF2-40B4-BE49-F238E27FC236}">
                  <a16:creationId xmlns:a16="http://schemas.microsoft.com/office/drawing/2014/main" id="{D5EEB3E7-188E-46DA-934C-2BC687852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157"/>
              <a:ext cx="15" cy="69"/>
            </a:xfrm>
            <a:custGeom>
              <a:avLst/>
              <a:gdLst>
                <a:gd name="T0" fmla="*/ 0 w 7"/>
                <a:gd name="T1" fmla="*/ 0 h 32"/>
                <a:gd name="T2" fmla="*/ 60 w 7"/>
                <a:gd name="T3" fmla="*/ 201 h 32"/>
                <a:gd name="T4" fmla="*/ 51 w 7"/>
                <a:gd name="T5" fmla="*/ 3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0" y="0"/>
                  </a:moveTo>
                  <a:cubicBezTo>
                    <a:pt x="5" y="4"/>
                    <a:pt x="6" y="13"/>
                    <a:pt x="6" y="20"/>
                  </a:cubicBezTo>
                  <a:cubicBezTo>
                    <a:pt x="6" y="22"/>
                    <a:pt x="7" y="30"/>
                    <a:pt x="5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7" name="Freeform 1858">
              <a:extLst>
                <a:ext uri="{FF2B5EF4-FFF2-40B4-BE49-F238E27FC236}">
                  <a16:creationId xmlns:a16="http://schemas.microsoft.com/office/drawing/2014/main" id="{4259AA18-0D57-4563-8733-DB751B96B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207"/>
              <a:ext cx="37" cy="85"/>
            </a:xfrm>
            <a:custGeom>
              <a:avLst/>
              <a:gdLst>
                <a:gd name="T0" fmla="*/ 16 w 18"/>
                <a:gd name="T1" fmla="*/ 0 h 39"/>
                <a:gd name="T2" fmla="*/ 156 w 18"/>
                <a:gd name="T3" fmla="*/ 403 h 39"/>
                <a:gd name="T4" fmla="*/ 0 w 18"/>
                <a:gd name="T5" fmla="*/ 21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9">
                  <a:moveTo>
                    <a:pt x="2" y="0"/>
                  </a:moveTo>
                  <a:cubicBezTo>
                    <a:pt x="11" y="12"/>
                    <a:pt x="14" y="25"/>
                    <a:pt x="18" y="39"/>
                  </a:cubicBezTo>
                  <a:cubicBezTo>
                    <a:pt x="13" y="32"/>
                    <a:pt x="5" y="29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8" name="Freeform 1859">
              <a:extLst>
                <a:ext uri="{FF2B5EF4-FFF2-40B4-BE49-F238E27FC236}">
                  <a16:creationId xmlns:a16="http://schemas.microsoft.com/office/drawing/2014/main" id="{7F0BF095-DD3B-4611-ACE9-FD6B34E40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174"/>
              <a:ext cx="18" cy="105"/>
            </a:xfrm>
            <a:custGeom>
              <a:avLst/>
              <a:gdLst>
                <a:gd name="T0" fmla="*/ 0 w 9"/>
                <a:gd name="T1" fmla="*/ 0 h 48"/>
                <a:gd name="T2" fmla="*/ 72 w 9"/>
                <a:gd name="T3" fmla="*/ 354 h 48"/>
                <a:gd name="T4" fmla="*/ 64 w 9"/>
                <a:gd name="T5" fmla="*/ 50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8">
                  <a:moveTo>
                    <a:pt x="0" y="0"/>
                  </a:moveTo>
                  <a:cubicBezTo>
                    <a:pt x="8" y="6"/>
                    <a:pt x="9" y="25"/>
                    <a:pt x="9" y="34"/>
                  </a:cubicBezTo>
                  <a:cubicBezTo>
                    <a:pt x="9" y="39"/>
                    <a:pt x="9" y="43"/>
                    <a:pt x="8" y="4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79" name="Freeform 1860">
              <a:extLst>
                <a:ext uri="{FF2B5EF4-FFF2-40B4-BE49-F238E27FC236}">
                  <a16:creationId xmlns:a16="http://schemas.microsoft.com/office/drawing/2014/main" id="{A3723F94-1D9F-44FE-9F22-EF2426F32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226"/>
              <a:ext cx="37" cy="70"/>
            </a:xfrm>
            <a:custGeom>
              <a:avLst/>
              <a:gdLst>
                <a:gd name="T0" fmla="*/ 0 w 18"/>
                <a:gd name="T1" fmla="*/ 0 h 32"/>
                <a:gd name="T2" fmla="*/ 43 w 18"/>
                <a:gd name="T3" fmla="*/ 186 h 32"/>
                <a:gd name="T4" fmla="*/ 156 w 18"/>
                <a:gd name="T5" fmla="*/ 335 h 32"/>
                <a:gd name="T6" fmla="*/ 140 w 18"/>
                <a:gd name="T7" fmla="*/ 20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2">
                  <a:moveTo>
                    <a:pt x="0" y="0"/>
                  </a:moveTo>
                  <a:cubicBezTo>
                    <a:pt x="1" y="6"/>
                    <a:pt x="2" y="13"/>
                    <a:pt x="5" y="18"/>
                  </a:cubicBezTo>
                  <a:cubicBezTo>
                    <a:pt x="8" y="24"/>
                    <a:pt x="14" y="27"/>
                    <a:pt x="18" y="32"/>
                  </a:cubicBezTo>
                  <a:cubicBezTo>
                    <a:pt x="17" y="29"/>
                    <a:pt x="14" y="22"/>
                    <a:pt x="16" y="1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0" name="Freeform 1861">
              <a:extLst>
                <a:ext uri="{FF2B5EF4-FFF2-40B4-BE49-F238E27FC236}">
                  <a16:creationId xmlns:a16="http://schemas.microsoft.com/office/drawing/2014/main" id="{822C9FFB-03D5-46DF-9F15-E740466E7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288"/>
              <a:ext cx="38" cy="92"/>
            </a:xfrm>
            <a:custGeom>
              <a:avLst/>
              <a:gdLst>
                <a:gd name="T0" fmla="*/ 0 w 19"/>
                <a:gd name="T1" fmla="*/ 105 h 42"/>
                <a:gd name="T2" fmla="*/ 144 w 19"/>
                <a:gd name="T3" fmla="*/ 442 h 42"/>
                <a:gd name="T4" fmla="*/ 144 w 19"/>
                <a:gd name="T5" fmla="*/ 346 h 42"/>
                <a:gd name="T6" fmla="*/ 136 w 19"/>
                <a:gd name="T7" fmla="*/ 169 h 42"/>
                <a:gd name="T8" fmla="*/ 104 w 19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2">
                  <a:moveTo>
                    <a:pt x="0" y="10"/>
                  </a:moveTo>
                  <a:cubicBezTo>
                    <a:pt x="2" y="19"/>
                    <a:pt x="10" y="36"/>
                    <a:pt x="18" y="42"/>
                  </a:cubicBezTo>
                  <a:cubicBezTo>
                    <a:pt x="19" y="39"/>
                    <a:pt x="18" y="36"/>
                    <a:pt x="18" y="33"/>
                  </a:cubicBezTo>
                  <a:cubicBezTo>
                    <a:pt x="17" y="27"/>
                    <a:pt x="18" y="22"/>
                    <a:pt x="17" y="16"/>
                  </a:cubicBezTo>
                  <a:cubicBezTo>
                    <a:pt x="17" y="10"/>
                    <a:pt x="16" y="5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1" name="Freeform 1862">
              <a:extLst>
                <a:ext uri="{FF2B5EF4-FFF2-40B4-BE49-F238E27FC236}">
                  <a16:creationId xmlns:a16="http://schemas.microsoft.com/office/drawing/2014/main" id="{8DEC844F-FCD8-425E-BDED-1FCB596E4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288"/>
              <a:ext cx="41" cy="67"/>
            </a:xfrm>
            <a:custGeom>
              <a:avLst/>
              <a:gdLst>
                <a:gd name="T0" fmla="*/ 0 w 20"/>
                <a:gd name="T1" fmla="*/ 0 h 31"/>
                <a:gd name="T2" fmla="*/ 51 w 20"/>
                <a:gd name="T3" fmla="*/ 140 h 31"/>
                <a:gd name="T4" fmla="*/ 148 w 20"/>
                <a:gd name="T5" fmla="*/ 313 h 31"/>
                <a:gd name="T6" fmla="*/ 172 w 20"/>
                <a:gd name="T7" fmla="*/ 149 h 31"/>
                <a:gd name="T8" fmla="*/ 148 w 20"/>
                <a:gd name="T9" fmla="*/ 1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0" y="0"/>
                  </a:moveTo>
                  <a:cubicBezTo>
                    <a:pt x="1" y="5"/>
                    <a:pt x="4" y="10"/>
                    <a:pt x="6" y="14"/>
                  </a:cubicBezTo>
                  <a:cubicBezTo>
                    <a:pt x="9" y="19"/>
                    <a:pt x="12" y="28"/>
                    <a:pt x="17" y="31"/>
                  </a:cubicBezTo>
                  <a:cubicBezTo>
                    <a:pt x="16" y="26"/>
                    <a:pt x="20" y="20"/>
                    <a:pt x="20" y="15"/>
                  </a:cubicBezTo>
                  <a:cubicBezTo>
                    <a:pt x="20" y="10"/>
                    <a:pt x="18" y="6"/>
                    <a:pt x="17" y="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2" name="Freeform 1863">
              <a:extLst>
                <a:ext uri="{FF2B5EF4-FFF2-40B4-BE49-F238E27FC236}">
                  <a16:creationId xmlns:a16="http://schemas.microsoft.com/office/drawing/2014/main" id="{30D69126-4486-4515-B8AE-F8832B455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373"/>
              <a:ext cx="47" cy="90"/>
            </a:xfrm>
            <a:custGeom>
              <a:avLst/>
              <a:gdLst>
                <a:gd name="T0" fmla="*/ 0 w 23"/>
                <a:gd name="T1" fmla="*/ 0 h 41"/>
                <a:gd name="T2" fmla="*/ 92 w 23"/>
                <a:gd name="T3" fmla="*/ 266 h 41"/>
                <a:gd name="T4" fmla="*/ 188 w 23"/>
                <a:gd name="T5" fmla="*/ 435 h 41"/>
                <a:gd name="T6" fmla="*/ 196 w 23"/>
                <a:gd name="T7" fmla="*/ 347 h 41"/>
                <a:gd name="T8" fmla="*/ 112 w 23"/>
                <a:gd name="T9" fmla="*/ 140 h 41"/>
                <a:gd name="T10" fmla="*/ 25 w 23"/>
                <a:gd name="T11" fmla="*/ 9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1">
                  <a:moveTo>
                    <a:pt x="0" y="0"/>
                  </a:moveTo>
                  <a:cubicBezTo>
                    <a:pt x="2" y="8"/>
                    <a:pt x="7" y="18"/>
                    <a:pt x="11" y="25"/>
                  </a:cubicBezTo>
                  <a:cubicBezTo>
                    <a:pt x="14" y="31"/>
                    <a:pt x="17" y="37"/>
                    <a:pt x="22" y="41"/>
                  </a:cubicBezTo>
                  <a:cubicBezTo>
                    <a:pt x="22" y="38"/>
                    <a:pt x="23" y="36"/>
                    <a:pt x="23" y="33"/>
                  </a:cubicBezTo>
                  <a:cubicBezTo>
                    <a:pt x="22" y="26"/>
                    <a:pt x="17" y="19"/>
                    <a:pt x="13" y="13"/>
                  </a:cubicBezTo>
                  <a:cubicBezTo>
                    <a:pt x="11" y="9"/>
                    <a:pt x="4" y="6"/>
                    <a:pt x="3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3" name="Freeform 1864">
              <a:extLst>
                <a:ext uri="{FF2B5EF4-FFF2-40B4-BE49-F238E27FC236}">
                  <a16:creationId xmlns:a16="http://schemas.microsoft.com/office/drawing/2014/main" id="{299720E8-526A-4A88-822E-902267243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353"/>
              <a:ext cx="21" cy="86"/>
            </a:xfrm>
            <a:custGeom>
              <a:avLst/>
              <a:gdLst>
                <a:gd name="T0" fmla="*/ 0 w 10"/>
                <a:gd name="T1" fmla="*/ 0 h 39"/>
                <a:gd name="T2" fmla="*/ 76 w 10"/>
                <a:gd name="T3" fmla="*/ 291 h 39"/>
                <a:gd name="T4" fmla="*/ 67 w 10"/>
                <a:gd name="T5" fmla="*/ 41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2" y="9"/>
                    <a:pt x="6" y="18"/>
                    <a:pt x="8" y="27"/>
                  </a:cubicBezTo>
                  <a:cubicBezTo>
                    <a:pt x="8" y="30"/>
                    <a:pt x="10" y="37"/>
                    <a:pt x="7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4" name="Freeform 1865">
              <a:extLst>
                <a:ext uri="{FF2B5EF4-FFF2-40B4-BE49-F238E27FC236}">
                  <a16:creationId xmlns:a16="http://schemas.microsoft.com/office/drawing/2014/main" id="{48A7ED75-7B3D-4732-AB7E-108482EA9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318"/>
              <a:ext cx="21" cy="99"/>
            </a:xfrm>
            <a:custGeom>
              <a:avLst/>
              <a:gdLst>
                <a:gd name="T0" fmla="*/ 36 w 10"/>
                <a:gd name="T1" fmla="*/ 480 h 45"/>
                <a:gd name="T2" fmla="*/ 57 w 10"/>
                <a:gd name="T3" fmla="*/ 150 h 45"/>
                <a:gd name="T4" fmla="*/ 0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45"/>
                  </a:moveTo>
                  <a:cubicBezTo>
                    <a:pt x="8" y="35"/>
                    <a:pt x="10" y="24"/>
                    <a:pt x="6" y="14"/>
                  </a:cubicBezTo>
                  <a:cubicBezTo>
                    <a:pt x="4" y="10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5" name="Freeform 1866">
              <a:extLst>
                <a:ext uri="{FF2B5EF4-FFF2-40B4-BE49-F238E27FC236}">
                  <a16:creationId xmlns:a16="http://schemas.microsoft.com/office/drawing/2014/main" id="{82C60274-4E4F-4864-8C0C-07B4D2482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338"/>
              <a:ext cx="39" cy="50"/>
            </a:xfrm>
            <a:custGeom>
              <a:avLst/>
              <a:gdLst>
                <a:gd name="T0" fmla="*/ 0 w 19"/>
                <a:gd name="T1" fmla="*/ 0 h 23"/>
                <a:gd name="T2" fmla="*/ 164 w 19"/>
                <a:gd name="T3" fmla="*/ 2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0" y="0"/>
                  </a:moveTo>
                  <a:cubicBezTo>
                    <a:pt x="3" y="9"/>
                    <a:pt x="10" y="21"/>
                    <a:pt x="19" y="2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6" name="Freeform 1867">
              <a:extLst>
                <a:ext uri="{FF2B5EF4-FFF2-40B4-BE49-F238E27FC236}">
                  <a16:creationId xmlns:a16="http://schemas.microsoft.com/office/drawing/2014/main" id="{44C2FF90-5DB5-40B6-865E-FE3584F66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401"/>
              <a:ext cx="37" cy="99"/>
            </a:xfrm>
            <a:custGeom>
              <a:avLst/>
              <a:gdLst>
                <a:gd name="T0" fmla="*/ 0 w 18"/>
                <a:gd name="T1" fmla="*/ 299 h 45"/>
                <a:gd name="T2" fmla="*/ 156 w 18"/>
                <a:gd name="T3" fmla="*/ 480 h 45"/>
                <a:gd name="T4" fmla="*/ 113 w 18"/>
                <a:gd name="T5" fmla="*/ 266 h 45"/>
                <a:gd name="T6" fmla="*/ 51 w 18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5">
                  <a:moveTo>
                    <a:pt x="0" y="28"/>
                  </a:moveTo>
                  <a:cubicBezTo>
                    <a:pt x="3" y="35"/>
                    <a:pt x="11" y="43"/>
                    <a:pt x="18" y="45"/>
                  </a:cubicBezTo>
                  <a:cubicBezTo>
                    <a:pt x="16" y="38"/>
                    <a:pt x="14" y="32"/>
                    <a:pt x="13" y="25"/>
                  </a:cubicBezTo>
                  <a:cubicBezTo>
                    <a:pt x="10" y="11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7" name="Freeform 1868">
              <a:extLst>
                <a:ext uri="{FF2B5EF4-FFF2-40B4-BE49-F238E27FC236}">
                  <a16:creationId xmlns:a16="http://schemas.microsoft.com/office/drawing/2014/main" id="{17CC3ACD-129A-498C-8B0C-F30B045DB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476"/>
              <a:ext cx="38" cy="76"/>
            </a:xfrm>
            <a:custGeom>
              <a:avLst/>
              <a:gdLst>
                <a:gd name="T0" fmla="*/ 8 w 19"/>
                <a:gd name="T1" fmla="*/ 0 h 35"/>
                <a:gd name="T2" fmla="*/ 64 w 19"/>
                <a:gd name="T3" fmla="*/ 174 h 35"/>
                <a:gd name="T4" fmla="*/ 152 w 19"/>
                <a:gd name="T5" fmla="*/ 358 h 35"/>
                <a:gd name="T6" fmla="*/ 112 w 19"/>
                <a:gd name="T7" fmla="*/ 11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">
                  <a:moveTo>
                    <a:pt x="1" y="0"/>
                  </a:moveTo>
                  <a:cubicBezTo>
                    <a:pt x="0" y="4"/>
                    <a:pt x="7" y="14"/>
                    <a:pt x="8" y="17"/>
                  </a:cubicBezTo>
                  <a:cubicBezTo>
                    <a:pt x="10" y="24"/>
                    <a:pt x="15" y="30"/>
                    <a:pt x="19" y="35"/>
                  </a:cubicBezTo>
                  <a:cubicBezTo>
                    <a:pt x="18" y="27"/>
                    <a:pt x="18" y="17"/>
                    <a:pt x="14" y="1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8" name="Freeform 1869">
              <a:extLst>
                <a:ext uri="{FF2B5EF4-FFF2-40B4-BE49-F238E27FC236}">
                  <a16:creationId xmlns:a16="http://schemas.microsoft.com/office/drawing/2014/main" id="{899FD1C4-BAA2-4B0E-9FCC-07280E832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2530"/>
              <a:ext cx="31" cy="73"/>
            </a:xfrm>
            <a:custGeom>
              <a:avLst/>
              <a:gdLst>
                <a:gd name="T0" fmla="*/ 8 w 15"/>
                <a:gd name="T1" fmla="*/ 108 h 33"/>
                <a:gd name="T2" fmla="*/ 52 w 15"/>
                <a:gd name="T3" fmla="*/ 239 h 33"/>
                <a:gd name="T4" fmla="*/ 99 w 15"/>
                <a:gd name="T5" fmla="*/ 323 h 33"/>
                <a:gd name="T6" fmla="*/ 132 w 15"/>
                <a:gd name="T7" fmla="*/ 356 h 33"/>
                <a:gd name="T8" fmla="*/ 132 w 15"/>
                <a:gd name="T9" fmla="*/ 294 h 33"/>
                <a:gd name="T10" fmla="*/ 81 w 15"/>
                <a:gd name="T11" fmla="*/ 117 h 33"/>
                <a:gd name="T12" fmla="*/ 0 w 15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3">
                  <a:moveTo>
                    <a:pt x="1" y="10"/>
                  </a:moveTo>
                  <a:cubicBezTo>
                    <a:pt x="1" y="14"/>
                    <a:pt x="4" y="19"/>
                    <a:pt x="6" y="22"/>
                  </a:cubicBezTo>
                  <a:cubicBezTo>
                    <a:pt x="8" y="25"/>
                    <a:pt x="10" y="27"/>
                    <a:pt x="11" y="30"/>
                  </a:cubicBezTo>
                  <a:cubicBezTo>
                    <a:pt x="12" y="31"/>
                    <a:pt x="13" y="33"/>
                    <a:pt x="15" y="33"/>
                  </a:cubicBezTo>
                  <a:cubicBezTo>
                    <a:pt x="15" y="31"/>
                    <a:pt x="15" y="29"/>
                    <a:pt x="15" y="27"/>
                  </a:cubicBezTo>
                  <a:cubicBezTo>
                    <a:pt x="14" y="22"/>
                    <a:pt x="11" y="16"/>
                    <a:pt x="9" y="11"/>
                  </a:cubicBezTo>
                  <a:cubicBezTo>
                    <a:pt x="6" y="6"/>
                    <a:pt x="4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89" name="Freeform 1870">
              <a:extLst>
                <a:ext uri="{FF2B5EF4-FFF2-40B4-BE49-F238E27FC236}">
                  <a16:creationId xmlns:a16="http://schemas.microsoft.com/office/drawing/2014/main" id="{D5DAA29A-2398-4947-BEF4-050D0D82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480"/>
              <a:ext cx="29" cy="66"/>
            </a:xfrm>
            <a:custGeom>
              <a:avLst/>
              <a:gdLst>
                <a:gd name="T0" fmla="*/ 116 w 14"/>
                <a:gd name="T1" fmla="*/ 319 h 30"/>
                <a:gd name="T2" fmla="*/ 81 w 14"/>
                <a:gd name="T3" fmla="*/ 88 h 30"/>
                <a:gd name="T4" fmla="*/ 0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30"/>
                  </a:moveTo>
                  <a:cubicBezTo>
                    <a:pt x="14" y="23"/>
                    <a:pt x="14" y="14"/>
                    <a:pt x="9" y="8"/>
                  </a:cubicBez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0" name="Freeform 1871">
              <a:extLst>
                <a:ext uri="{FF2B5EF4-FFF2-40B4-BE49-F238E27FC236}">
                  <a16:creationId xmlns:a16="http://schemas.microsoft.com/office/drawing/2014/main" id="{C9FF78ED-2F22-4C7A-B555-BAE959364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458"/>
              <a:ext cx="55" cy="70"/>
            </a:xfrm>
            <a:custGeom>
              <a:avLst/>
              <a:gdLst>
                <a:gd name="T0" fmla="*/ 0 w 27"/>
                <a:gd name="T1" fmla="*/ 0 h 32"/>
                <a:gd name="T2" fmla="*/ 41 w 27"/>
                <a:gd name="T3" fmla="*/ 72 h 32"/>
                <a:gd name="T4" fmla="*/ 120 w 27"/>
                <a:gd name="T5" fmla="*/ 210 h 32"/>
                <a:gd name="T6" fmla="*/ 204 w 27"/>
                <a:gd name="T7" fmla="*/ 302 h 32"/>
                <a:gd name="T8" fmla="*/ 228 w 27"/>
                <a:gd name="T9" fmla="*/ 3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2">
                  <a:moveTo>
                    <a:pt x="0" y="0"/>
                  </a:moveTo>
                  <a:cubicBezTo>
                    <a:pt x="1" y="1"/>
                    <a:pt x="4" y="5"/>
                    <a:pt x="5" y="7"/>
                  </a:cubicBezTo>
                  <a:cubicBezTo>
                    <a:pt x="7" y="12"/>
                    <a:pt x="10" y="16"/>
                    <a:pt x="14" y="20"/>
                  </a:cubicBezTo>
                  <a:cubicBezTo>
                    <a:pt x="17" y="23"/>
                    <a:pt x="20" y="26"/>
                    <a:pt x="24" y="29"/>
                  </a:cubicBezTo>
                  <a:cubicBezTo>
                    <a:pt x="24" y="30"/>
                    <a:pt x="27" y="32"/>
                    <a:pt x="27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1" name="Freeform 1872">
              <a:extLst>
                <a:ext uri="{FF2B5EF4-FFF2-40B4-BE49-F238E27FC236}">
                  <a16:creationId xmlns:a16="http://schemas.microsoft.com/office/drawing/2014/main" id="{5A3696B2-207A-41C4-B261-F06E8F576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428"/>
              <a:ext cx="49" cy="118"/>
            </a:xfrm>
            <a:custGeom>
              <a:avLst/>
              <a:gdLst>
                <a:gd name="T0" fmla="*/ 172 w 24"/>
                <a:gd name="T1" fmla="*/ 564 h 54"/>
                <a:gd name="T2" fmla="*/ 180 w 24"/>
                <a:gd name="T3" fmla="*/ 531 h 54"/>
                <a:gd name="T4" fmla="*/ 196 w 24"/>
                <a:gd name="T5" fmla="*/ 483 h 54"/>
                <a:gd name="T6" fmla="*/ 172 w 24"/>
                <a:gd name="T7" fmla="*/ 282 h 54"/>
                <a:gd name="T8" fmla="*/ 129 w 24"/>
                <a:gd name="T9" fmla="*/ 125 h 54"/>
                <a:gd name="T10" fmla="*/ 0 w 24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4">
                  <a:moveTo>
                    <a:pt x="20" y="54"/>
                  </a:moveTo>
                  <a:cubicBezTo>
                    <a:pt x="20" y="53"/>
                    <a:pt x="21" y="52"/>
                    <a:pt x="21" y="51"/>
                  </a:cubicBezTo>
                  <a:cubicBezTo>
                    <a:pt x="22" y="50"/>
                    <a:pt x="23" y="47"/>
                    <a:pt x="23" y="46"/>
                  </a:cubicBezTo>
                  <a:cubicBezTo>
                    <a:pt x="24" y="40"/>
                    <a:pt x="21" y="33"/>
                    <a:pt x="20" y="27"/>
                  </a:cubicBezTo>
                  <a:cubicBezTo>
                    <a:pt x="19" y="22"/>
                    <a:pt x="18" y="17"/>
                    <a:pt x="15" y="12"/>
                  </a:cubicBezTo>
                  <a:cubicBezTo>
                    <a:pt x="11" y="3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2" name="Freeform 1873">
              <a:extLst>
                <a:ext uri="{FF2B5EF4-FFF2-40B4-BE49-F238E27FC236}">
                  <a16:creationId xmlns:a16="http://schemas.microsoft.com/office/drawing/2014/main" id="{89EA15B9-CE3B-4F43-81EA-D26AF680E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515"/>
              <a:ext cx="55" cy="39"/>
            </a:xfrm>
            <a:custGeom>
              <a:avLst/>
              <a:gdLst>
                <a:gd name="T0" fmla="*/ 0 w 27"/>
                <a:gd name="T1" fmla="*/ 0 h 18"/>
                <a:gd name="T2" fmla="*/ 179 w 27"/>
                <a:gd name="T3" fmla="*/ 173 h 18"/>
                <a:gd name="T4" fmla="*/ 228 w 27"/>
                <a:gd name="T5" fmla="*/ 18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8">
                  <a:moveTo>
                    <a:pt x="0" y="0"/>
                  </a:moveTo>
                  <a:cubicBezTo>
                    <a:pt x="6" y="7"/>
                    <a:pt x="12" y="15"/>
                    <a:pt x="21" y="17"/>
                  </a:cubicBezTo>
                  <a:cubicBezTo>
                    <a:pt x="23" y="17"/>
                    <a:pt x="25" y="18"/>
                    <a:pt x="27" y="1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3" name="Freeform 1874">
              <a:extLst>
                <a:ext uri="{FF2B5EF4-FFF2-40B4-BE49-F238E27FC236}">
                  <a16:creationId xmlns:a16="http://schemas.microsoft.com/office/drawing/2014/main" id="{EE349C97-5C5E-4E8C-A56D-444DFFAD1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592"/>
              <a:ext cx="45" cy="100"/>
            </a:xfrm>
            <a:custGeom>
              <a:avLst/>
              <a:gdLst>
                <a:gd name="T0" fmla="*/ 0 w 22"/>
                <a:gd name="T1" fmla="*/ 52 h 46"/>
                <a:gd name="T2" fmla="*/ 59 w 22"/>
                <a:gd name="T3" fmla="*/ 217 h 46"/>
                <a:gd name="T4" fmla="*/ 129 w 22"/>
                <a:gd name="T5" fmla="*/ 370 h 46"/>
                <a:gd name="T6" fmla="*/ 180 w 22"/>
                <a:gd name="T7" fmla="*/ 472 h 46"/>
                <a:gd name="T8" fmla="*/ 84 w 22"/>
                <a:gd name="T9" fmla="*/ 133 h 46"/>
                <a:gd name="T10" fmla="*/ 8 w 22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6">
                  <a:moveTo>
                    <a:pt x="0" y="5"/>
                  </a:moveTo>
                  <a:cubicBezTo>
                    <a:pt x="1" y="10"/>
                    <a:pt x="4" y="16"/>
                    <a:pt x="7" y="21"/>
                  </a:cubicBezTo>
                  <a:cubicBezTo>
                    <a:pt x="9" y="27"/>
                    <a:pt x="12" y="31"/>
                    <a:pt x="15" y="36"/>
                  </a:cubicBezTo>
                  <a:cubicBezTo>
                    <a:pt x="17" y="39"/>
                    <a:pt x="18" y="45"/>
                    <a:pt x="21" y="46"/>
                  </a:cubicBezTo>
                  <a:cubicBezTo>
                    <a:pt x="22" y="34"/>
                    <a:pt x="15" y="23"/>
                    <a:pt x="10" y="13"/>
                  </a:cubicBezTo>
                  <a:cubicBezTo>
                    <a:pt x="8" y="8"/>
                    <a:pt x="5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4" name="Freeform 1875">
              <a:extLst>
                <a:ext uri="{FF2B5EF4-FFF2-40B4-BE49-F238E27FC236}">
                  <a16:creationId xmlns:a16="http://schemas.microsoft.com/office/drawing/2014/main" id="{BA1A29A0-7EF8-4A17-AD3D-14ABA019D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539"/>
              <a:ext cx="41" cy="94"/>
            </a:xfrm>
            <a:custGeom>
              <a:avLst/>
              <a:gdLst>
                <a:gd name="T0" fmla="*/ 156 w 20"/>
                <a:gd name="T1" fmla="*/ 448 h 43"/>
                <a:gd name="T2" fmla="*/ 0 w 20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3">
                  <a:moveTo>
                    <a:pt x="18" y="43"/>
                  </a:moveTo>
                  <a:cubicBezTo>
                    <a:pt x="20" y="28"/>
                    <a:pt x="12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5" name="Freeform 1876">
              <a:extLst>
                <a:ext uri="{FF2B5EF4-FFF2-40B4-BE49-F238E27FC236}">
                  <a16:creationId xmlns:a16="http://schemas.microsoft.com/office/drawing/2014/main" id="{A2D01298-8C69-47A9-A2B2-B5E056CE7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539"/>
              <a:ext cx="19" cy="68"/>
            </a:xfrm>
            <a:custGeom>
              <a:avLst/>
              <a:gdLst>
                <a:gd name="T0" fmla="*/ 0 w 9"/>
                <a:gd name="T1" fmla="*/ 0 h 31"/>
                <a:gd name="T2" fmla="*/ 76 w 9"/>
                <a:gd name="T3" fmla="*/ 189 h 31"/>
                <a:gd name="T4" fmla="*/ 76 w 9"/>
                <a:gd name="T5" fmla="*/ 32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1">
                  <a:moveTo>
                    <a:pt x="0" y="0"/>
                  </a:moveTo>
                  <a:cubicBezTo>
                    <a:pt x="6" y="3"/>
                    <a:pt x="7" y="12"/>
                    <a:pt x="8" y="18"/>
                  </a:cubicBezTo>
                  <a:cubicBezTo>
                    <a:pt x="8" y="21"/>
                    <a:pt x="9" y="29"/>
                    <a:pt x="8" y="3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6" name="Freeform 1877">
              <a:extLst>
                <a:ext uri="{FF2B5EF4-FFF2-40B4-BE49-F238E27FC236}">
                  <a16:creationId xmlns:a16="http://schemas.microsoft.com/office/drawing/2014/main" id="{36A79A12-4B52-477C-B3E5-9BD5DF57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587"/>
              <a:ext cx="39" cy="83"/>
            </a:xfrm>
            <a:custGeom>
              <a:avLst/>
              <a:gdLst>
                <a:gd name="T0" fmla="*/ 8 w 19"/>
                <a:gd name="T1" fmla="*/ 0 h 38"/>
                <a:gd name="T2" fmla="*/ 164 w 19"/>
                <a:gd name="T3" fmla="*/ 395 h 38"/>
                <a:gd name="T4" fmla="*/ 0 w 19"/>
                <a:gd name="T5" fmla="*/ 21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8">
                  <a:moveTo>
                    <a:pt x="1" y="0"/>
                  </a:moveTo>
                  <a:cubicBezTo>
                    <a:pt x="10" y="11"/>
                    <a:pt x="15" y="25"/>
                    <a:pt x="19" y="38"/>
                  </a:cubicBezTo>
                  <a:cubicBezTo>
                    <a:pt x="14" y="32"/>
                    <a:pt x="5" y="29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7" name="Freeform 1878">
              <a:extLst>
                <a:ext uri="{FF2B5EF4-FFF2-40B4-BE49-F238E27FC236}">
                  <a16:creationId xmlns:a16="http://schemas.microsoft.com/office/drawing/2014/main" id="{67ADDADC-4181-47F5-9943-09062EC7F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552"/>
              <a:ext cx="23" cy="105"/>
            </a:xfrm>
            <a:custGeom>
              <a:avLst/>
              <a:gdLst>
                <a:gd name="T0" fmla="*/ 0 w 11"/>
                <a:gd name="T1" fmla="*/ 0 h 48"/>
                <a:gd name="T2" fmla="*/ 100 w 11"/>
                <a:gd name="T3" fmla="*/ 354 h 48"/>
                <a:gd name="T4" fmla="*/ 100 w 11"/>
                <a:gd name="T5" fmla="*/ 50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9" y="6"/>
                    <a:pt x="11" y="24"/>
                    <a:pt x="11" y="34"/>
                  </a:cubicBezTo>
                  <a:cubicBezTo>
                    <a:pt x="11" y="39"/>
                    <a:pt x="11" y="43"/>
                    <a:pt x="11" y="4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8" name="Freeform 1879">
              <a:extLst>
                <a:ext uri="{FF2B5EF4-FFF2-40B4-BE49-F238E27FC236}">
                  <a16:creationId xmlns:a16="http://schemas.microsoft.com/office/drawing/2014/main" id="{2EDAD77A-52F4-4A70-B9F6-38A70700D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609"/>
              <a:ext cx="39" cy="64"/>
            </a:xfrm>
            <a:custGeom>
              <a:avLst/>
              <a:gdLst>
                <a:gd name="T0" fmla="*/ 0 w 19"/>
                <a:gd name="T1" fmla="*/ 0 h 29"/>
                <a:gd name="T2" fmla="*/ 33 w 19"/>
                <a:gd name="T3" fmla="*/ 170 h 29"/>
                <a:gd name="T4" fmla="*/ 164 w 19"/>
                <a:gd name="T5" fmla="*/ 311 h 29"/>
                <a:gd name="T6" fmla="*/ 131 w 19"/>
                <a:gd name="T7" fmla="*/ 17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9">
                  <a:moveTo>
                    <a:pt x="0" y="0"/>
                  </a:moveTo>
                  <a:cubicBezTo>
                    <a:pt x="1" y="6"/>
                    <a:pt x="1" y="11"/>
                    <a:pt x="4" y="16"/>
                  </a:cubicBezTo>
                  <a:cubicBezTo>
                    <a:pt x="8" y="22"/>
                    <a:pt x="14" y="25"/>
                    <a:pt x="19" y="29"/>
                  </a:cubicBezTo>
                  <a:cubicBezTo>
                    <a:pt x="17" y="26"/>
                    <a:pt x="14" y="20"/>
                    <a:pt x="15" y="1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99" name="Freeform 1880">
              <a:extLst>
                <a:ext uri="{FF2B5EF4-FFF2-40B4-BE49-F238E27FC236}">
                  <a16:creationId xmlns:a16="http://schemas.microsoft.com/office/drawing/2014/main" id="{ABBEE758-5AFC-4C30-8B05-B37101DE3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666"/>
              <a:ext cx="35" cy="90"/>
            </a:xfrm>
            <a:custGeom>
              <a:avLst/>
              <a:gdLst>
                <a:gd name="T0" fmla="*/ 0 w 17"/>
                <a:gd name="T1" fmla="*/ 125 h 41"/>
                <a:gd name="T2" fmla="*/ 140 w 17"/>
                <a:gd name="T3" fmla="*/ 435 h 41"/>
                <a:gd name="T4" fmla="*/ 132 w 17"/>
                <a:gd name="T5" fmla="*/ 347 h 41"/>
                <a:gd name="T6" fmla="*/ 124 w 17"/>
                <a:gd name="T7" fmla="*/ 169 h 41"/>
                <a:gd name="T8" fmla="*/ 80 w 1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1">
                  <a:moveTo>
                    <a:pt x="0" y="12"/>
                  </a:moveTo>
                  <a:cubicBezTo>
                    <a:pt x="3" y="21"/>
                    <a:pt x="10" y="30"/>
                    <a:pt x="16" y="41"/>
                  </a:cubicBezTo>
                  <a:cubicBezTo>
                    <a:pt x="17" y="39"/>
                    <a:pt x="16" y="35"/>
                    <a:pt x="15" y="33"/>
                  </a:cubicBezTo>
                  <a:cubicBezTo>
                    <a:pt x="15" y="27"/>
                    <a:pt x="15" y="22"/>
                    <a:pt x="14" y="16"/>
                  </a:cubicBezTo>
                  <a:cubicBezTo>
                    <a:pt x="14" y="10"/>
                    <a:pt x="12" y="5"/>
                    <a:pt x="9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0" name="Freeform 1881">
              <a:extLst>
                <a:ext uri="{FF2B5EF4-FFF2-40B4-BE49-F238E27FC236}">
                  <a16:creationId xmlns:a16="http://schemas.microsoft.com/office/drawing/2014/main" id="{746BA8B1-5CB4-4470-A770-6BEAA8D57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666"/>
              <a:ext cx="43" cy="66"/>
            </a:xfrm>
            <a:custGeom>
              <a:avLst/>
              <a:gdLst>
                <a:gd name="T0" fmla="*/ 0 w 21"/>
                <a:gd name="T1" fmla="*/ 0 h 30"/>
                <a:gd name="T2" fmla="*/ 59 w 21"/>
                <a:gd name="T3" fmla="*/ 150 h 30"/>
                <a:gd name="T4" fmla="*/ 164 w 21"/>
                <a:gd name="T5" fmla="*/ 319 h 30"/>
                <a:gd name="T6" fmla="*/ 180 w 21"/>
                <a:gd name="T7" fmla="*/ 150 h 30"/>
                <a:gd name="T8" fmla="*/ 147 w 21"/>
                <a:gd name="T9" fmla="*/ 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0">
                  <a:moveTo>
                    <a:pt x="0" y="0"/>
                  </a:moveTo>
                  <a:cubicBezTo>
                    <a:pt x="2" y="5"/>
                    <a:pt x="5" y="9"/>
                    <a:pt x="7" y="14"/>
                  </a:cubicBezTo>
                  <a:cubicBezTo>
                    <a:pt x="10" y="19"/>
                    <a:pt x="13" y="27"/>
                    <a:pt x="19" y="30"/>
                  </a:cubicBezTo>
                  <a:cubicBezTo>
                    <a:pt x="17" y="25"/>
                    <a:pt x="21" y="19"/>
                    <a:pt x="21" y="14"/>
                  </a:cubicBezTo>
                  <a:cubicBezTo>
                    <a:pt x="21" y="9"/>
                    <a:pt x="18" y="5"/>
                    <a:pt x="17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1" name="Freeform 1882">
              <a:extLst>
                <a:ext uri="{FF2B5EF4-FFF2-40B4-BE49-F238E27FC236}">
                  <a16:creationId xmlns:a16="http://schemas.microsoft.com/office/drawing/2014/main" id="{F0857017-6B50-441D-B37D-1896BD936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2753"/>
              <a:ext cx="47" cy="86"/>
            </a:xfrm>
            <a:custGeom>
              <a:avLst/>
              <a:gdLst>
                <a:gd name="T0" fmla="*/ 0 w 23"/>
                <a:gd name="T1" fmla="*/ 9 h 39"/>
                <a:gd name="T2" fmla="*/ 112 w 23"/>
                <a:gd name="T3" fmla="*/ 238 h 39"/>
                <a:gd name="T4" fmla="*/ 196 w 23"/>
                <a:gd name="T5" fmla="*/ 419 h 39"/>
                <a:gd name="T6" fmla="*/ 188 w 23"/>
                <a:gd name="T7" fmla="*/ 331 h 39"/>
                <a:gd name="T8" fmla="*/ 104 w 23"/>
                <a:gd name="T9" fmla="*/ 117 h 39"/>
                <a:gd name="T10" fmla="*/ 8 w 23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9">
                  <a:moveTo>
                    <a:pt x="0" y="1"/>
                  </a:moveTo>
                  <a:cubicBezTo>
                    <a:pt x="2" y="9"/>
                    <a:pt x="8" y="16"/>
                    <a:pt x="13" y="22"/>
                  </a:cubicBezTo>
                  <a:cubicBezTo>
                    <a:pt x="16" y="28"/>
                    <a:pt x="17" y="35"/>
                    <a:pt x="23" y="39"/>
                  </a:cubicBezTo>
                  <a:cubicBezTo>
                    <a:pt x="22" y="36"/>
                    <a:pt x="23" y="33"/>
                    <a:pt x="22" y="31"/>
                  </a:cubicBezTo>
                  <a:cubicBezTo>
                    <a:pt x="21" y="24"/>
                    <a:pt x="16" y="17"/>
                    <a:pt x="12" y="11"/>
                  </a:cubicBezTo>
                  <a:cubicBezTo>
                    <a:pt x="9" y="7"/>
                    <a:pt x="3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2" name="Freeform 1883">
              <a:extLst>
                <a:ext uri="{FF2B5EF4-FFF2-40B4-BE49-F238E27FC236}">
                  <a16:creationId xmlns:a16="http://schemas.microsoft.com/office/drawing/2014/main" id="{B9B2C2D2-D2EF-4B5B-89A5-4389A4F3D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729"/>
              <a:ext cx="26" cy="86"/>
            </a:xfrm>
            <a:custGeom>
              <a:avLst/>
              <a:gdLst>
                <a:gd name="T0" fmla="*/ 0 w 13"/>
                <a:gd name="T1" fmla="*/ 0 h 39"/>
                <a:gd name="T2" fmla="*/ 80 w 13"/>
                <a:gd name="T3" fmla="*/ 278 h 39"/>
                <a:gd name="T4" fmla="*/ 80 w 13"/>
                <a:gd name="T5" fmla="*/ 41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9">
                  <a:moveTo>
                    <a:pt x="0" y="0"/>
                  </a:moveTo>
                  <a:cubicBezTo>
                    <a:pt x="3" y="9"/>
                    <a:pt x="7" y="17"/>
                    <a:pt x="10" y="26"/>
                  </a:cubicBezTo>
                  <a:cubicBezTo>
                    <a:pt x="11" y="29"/>
                    <a:pt x="13" y="36"/>
                    <a:pt x="10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3" name="Freeform 1884">
              <a:extLst>
                <a:ext uri="{FF2B5EF4-FFF2-40B4-BE49-F238E27FC236}">
                  <a16:creationId xmlns:a16="http://schemas.microsoft.com/office/drawing/2014/main" id="{6E635AF5-7716-4CE8-B7FD-9EED5A1B8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694"/>
              <a:ext cx="22" cy="97"/>
            </a:xfrm>
            <a:custGeom>
              <a:avLst/>
              <a:gdLst>
                <a:gd name="T0" fmla="*/ 48 w 11"/>
                <a:gd name="T1" fmla="*/ 472 h 44"/>
                <a:gd name="T2" fmla="*/ 48 w 11"/>
                <a:gd name="T3" fmla="*/ 150 h 44"/>
                <a:gd name="T4" fmla="*/ 0 w 11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4">
                  <a:moveTo>
                    <a:pt x="6" y="44"/>
                  </a:moveTo>
                  <a:cubicBezTo>
                    <a:pt x="10" y="35"/>
                    <a:pt x="11" y="23"/>
                    <a:pt x="6" y="14"/>
                  </a:cubicBezTo>
                  <a:cubicBezTo>
                    <a:pt x="4" y="9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4" name="Freeform 1885">
              <a:extLst>
                <a:ext uri="{FF2B5EF4-FFF2-40B4-BE49-F238E27FC236}">
                  <a16:creationId xmlns:a16="http://schemas.microsoft.com/office/drawing/2014/main" id="{FC9855A1-D36C-4AC5-AD34-C909173DF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714"/>
              <a:ext cx="41" cy="48"/>
            </a:xfrm>
            <a:custGeom>
              <a:avLst/>
              <a:gdLst>
                <a:gd name="T0" fmla="*/ 0 w 20"/>
                <a:gd name="T1" fmla="*/ 0 h 22"/>
                <a:gd name="T2" fmla="*/ 172 w 20"/>
                <a:gd name="T3" fmla="*/ 229 h 22"/>
                <a:gd name="T4" fmla="*/ 113 w 20"/>
                <a:gd name="T5" fmla="*/ 3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4" y="8"/>
                    <a:pt x="11" y="20"/>
                    <a:pt x="20" y="22"/>
                  </a:cubicBezTo>
                  <a:cubicBezTo>
                    <a:pt x="17" y="18"/>
                    <a:pt x="14" y="8"/>
                    <a:pt x="13" y="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5" name="Freeform 1886">
              <a:extLst>
                <a:ext uri="{FF2B5EF4-FFF2-40B4-BE49-F238E27FC236}">
                  <a16:creationId xmlns:a16="http://schemas.microsoft.com/office/drawing/2014/main" id="{1C0E50CA-CDC1-47C4-92F7-C0736BF4D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386"/>
              <a:ext cx="19" cy="79"/>
            </a:xfrm>
            <a:custGeom>
              <a:avLst/>
              <a:gdLst>
                <a:gd name="T0" fmla="*/ 84 w 9"/>
                <a:gd name="T1" fmla="*/ 380 h 36"/>
                <a:gd name="T2" fmla="*/ 0 w 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6">
                  <a:moveTo>
                    <a:pt x="9" y="36"/>
                  </a:moveTo>
                  <a:cubicBezTo>
                    <a:pt x="8" y="22"/>
                    <a:pt x="6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6" name="Freeform 1887">
              <a:extLst>
                <a:ext uri="{FF2B5EF4-FFF2-40B4-BE49-F238E27FC236}">
                  <a16:creationId xmlns:a16="http://schemas.microsoft.com/office/drawing/2014/main" id="{07A104D4-850F-4430-99AF-31649F3DD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810"/>
              <a:ext cx="33" cy="90"/>
            </a:xfrm>
            <a:custGeom>
              <a:avLst/>
              <a:gdLst>
                <a:gd name="T0" fmla="*/ 0 w 16"/>
                <a:gd name="T1" fmla="*/ 125 h 41"/>
                <a:gd name="T2" fmla="*/ 140 w 16"/>
                <a:gd name="T3" fmla="*/ 435 h 41"/>
                <a:gd name="T4" fmla="*/ 132 w 16"/>
                <a:gd name="T5" fmla="*/ 338 h 41"/>
                <a:gd name="T6" fmla="*/ 116 w 16"/>
                <a:gd name="T7" fmla="*/ 169 h 41"/>
                <a:gd name="T8" fmla="*/ 8 w 16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1">
                  <a:moveTo>
                    <a:pt x="0" y="12"/>
                  </a:moveTo>
                  <a:cubicBezTo>
                    <a:pt x="3" y="21"/>
                    <a:pt x="9" y="34"/>
                    <a:pt x="16" y="41"/>
                  </a:cubicBezTo>
                  <a:cubicBezTo>
                    <a:pt x="16" y="38"/>
                    <a:pt x="15" y="35"/>
                    <a:pt x="15" y="32"/>
                  </a:cubicBezTo>
                  <a:cubicBezTo>
                    <a:pt x="14" y="27"/>
                    <a:pt x="14" y="21"/>
                    <a:pt x="13" y="16"/>
                  </a:cubicBezTo>
                  <a:cubicBezTo>
                    <a:pt x="12" y="10"/>
                    <a:pt x="4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7" name="Freeform 1888">
              <a:extLst>
                <a:ext uri="{FF2B5EF4-FFF2-40B4-BE49-F238E27FC236}">
                  <a16:creationId xmlns:a16="http://schemas.microsoft.com/office/drawing/2014/main" id="{3040DBEA-20F6-4506-9F54-B42A8E5B4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896"/>
              <a:ext cx="49" cy="83"/>
            </a:xfrm>
            <a:custGeom>
              <a:avLst/>
              <a:gdLst>
                <a:gd name="T0" fmla="*/ 0 w 24"/>
                <a:gd name="T1" fmla="*/ 20 h 38"/>
                <a:gd name="T2" fmla="*/ 112 w 24"/>
                <a:gd name="T3" fmla="*/ 238 h 38"/>
                <a:gd name="T4" fmla="*/ 196 w 24"/>
                <a:gd name="T5" fmla="*/ 395 h 38"/>
                <a:gd name="T6" fmla="*/ 204 w 24"/>
                <a:gd name="T7" fmla="*/ 315 h 38"/>
                <a:gd name="T8" fmla="*/ 104 w 24"/>
                <a:gd name="T9" fmla="*/ 114 h 38"/>
                <a:gd name="T10" fmla="*/ 8 w 24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8">
                  <a:moveTo>
                    <a:pt x="0" y="2"/>
                  </a:moveTo>
                  <a:cubicBezTo>
                    <a:pt x="3" y="9"/>
                    <a:pt x="8" y="16"/>
                    <a:pt x="13" y="23"/>
                  </a:cubicBezTo>
                  <a:cubicBezTo>
                    <a:pt x="17" y="28"/>
                    <a:pt x="17" y="35"/>
                    <a:pt x="23" y="38"/>
                  </a:cubicBezTo>
                  <a:cubicBezTo>
                    <a:pt x="22" y="36"/>
                    <a:pt x="24" y="32"/>
                    <a:pt x="24" y="30"/>
                  </a:cubicBezTo>
                  <a:cubicBezTo>
                    <a:pt x="22" y="23"/>
                    <a:pt x="17" y="16"/>
                    <a:pt x="12" y="11"/>
                  </a:cubicBezTo>
                  <a:cubicBezTo>
                    <a:pt x="9" y="7"/>
                    <a:pt x="3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8" name="Freeform 1889">
              <a:extLst>
                <a:ext uri="{FF2B5EF4-FFF2-40B4-BE49-F238E27FC236}">
                  <a16:creationId xmlns:a16="http://schemas.microsoft.com/office/drawing/2014/main" id="{B20CDFF3-0BAF-4829-9410-FDA668A65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872"/>
              <a:ext cx="31" cy="83"/>
            </a:xfrm>
            <a:custGeom>
              <a:avLst/>
              <a:gdLst>
                <a:gd name="T0" fmla="*/ 0 w 15"/>
                <a:gd name="T1" fmla="*/ 0 h 38"/>
                <a:gd name="T2" fmla="*/ 99 w 15"/>
                <a:gd name="T3" fmla="*/ 273 h 38"/>
                <a:gd name="T4" fmla="*/ 107 w 15"/>
                <a:gd name="T5" fmla="*/ 39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8">
                  <a:moveTo>
                    <a:pt x="0" y="0"/>
                  </a:moveTo>
                  <a:cubicBezTo>
                    <a:pt x="4" y="9"/>
                    <a:pt x="8" y="17"/>
                    <a:pt x="11" y="26"/>
                  </a:cubicBezTo>
                  <a:cubicBezTo>
                    <a:pt x="12" y="29"/>
                    <a:pt x="15" y="35"/>
                    <a:pt x="12" y="3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09" name="Freeform 1890">
              <a:extLst>
                <a:ext uri="{FF2B5EF4-FFF2-40B4-BE49-F238E27FC236}">
                  <a16:creationId xmlns:a16="http://schemas.microsoft.com/office/drawing/2014/main" id="{B1DF1ADB-9070-419F-AE93-D9A085E5A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837"/>
              <a:ext cx="24" cy="96"/>
            </a:xfrm>
            <a:custGeom>
              <a:avLst/>
              <a:gdLst>
                <a:gd name="T0" fmla="*/ 72 w 12"/>
                <a:gd name="T1" fmla="*/ 456 h 44"/>
                <a:gd name="T2" fmla="*/ 56 w 12"/>
                <a:gd name="T3" fmla="*/ 133 h 44"/>
                <a:gd name="T4" fmla="*/ 0 w 1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4">
                  <a:moveTo>
                    <a:pt x="9" y="44"/>
                  </a:moveTo>
                  <a:cubicBezTo>
                    <a:pt x="12" y="34"/>
                    <a:pt x="12" y="22"/>
                    <a:pt x="7" y="13"/>
                  </a:cubicBezTo>
                  <a:cubicBezTo>
                    <a:pt x="5" y="8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0" name="Freeform 1891">
              <a:extLst>
                <a:ext uri="{FF2B5EF4-FFF2-40B4-BE49-F238E27FC236}">
                  <a16:creationId xmlns:a16="http://schemas.microsoft.com/office/drawing/2014/main" id="{B7A9A038-B1B5-47B7-B1F4-3D65D90DB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806"/>
              <a:ext cx="61" cy="96"/>
            </a:xfrm>
            <a:custGeom>
              <a:avLst/>
              <a:gdLst>
                <a:gd name="T0" fmla="*/ 0 w 30"/>
                <a:gd name="T1" fmla="*/ 0 h 44"/>
                <a:gd name="T2" fmla="*/ 24 w 30"/>
                <a:gd name="T3" fmla="*/ 72 h 44"/>
                <a:gd name="T4" fmla="*/ 100 w 30"/>
                <a:gd name="T5" fmla="*/ 209 h 44"/>
                <a:gd name="T6" fmla="*/ 252 w 30"/>
                <a:gd name="T7" fmla="*/ 456 h 44"/>
                <a:gd name="T8" fmla="*/ 220 w 30"/>
                <a:gd name="T9" fmla="*/ 334 h 44"/>
                <a:gd name="T10" fmla="*/ 144 w 30"/>
                <a:gd name="T11" fmla="*/ 194 h 44"/>
                <a:gd name="T12" fmla="*/ 83 w 30"/>
                <a:gd name="T13" fmla="*/ 5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4">
                  <a:moveTo>
                    <a:pt x="0" y="0"/>
                  </a:moveTo>
                  <a:cubicBezTo>
                    <a:pt x="2" y="2"/>
                    <a:pt x="2" y="5"/>
                    <a:pt x="3" y="7"/>
                  </a:cubicBezTo>
                  <a:cubicBezTo>
                    <a:pt x="5" y="12"/>
                    <a:pt x="9" y="16"/>
                    <a:pt x="12" y="20"/>
                  </a:cubicBezTo>
                  <a:cubicBezTo>
                    <a:pt x="18" y="27"/>
                    <a:pt x="22" y="40"/>
                    <a:pt x="30" y="44"/>
                  </a:cubicBezTo>
                  <a:cubicBezTo>
                    <a:pt x="30" y="42"/>
                    <a:pt x="27" y="34"/>
                    <a:pt x="26" y="32"/>
                  </a:cubicBezTo>
                  <a:cubicBezTo>
                    <a:pt x="23" y="28"/>
                    <a:pt x="20" y="23"/>
                    <a:pt x="17" y="19"/>
                  </a:cubicBezTo>
                  <a:cubicBezTo>
                    <a:pt x="13" y="14"/>
                    <a:pt x="13" y="9"/>
                    <a:pt x="10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1" name="Freeform 1892">
              <a:extLst>
                <a:ext uri="{FF2B5EF4-FFF2-40B4-BE49-F238E27FC236}">
                  <a16:creationId xmlns:a16="http://schemas.microsoft.com/office/drawing/2014/main" id="{D02C5A32-D487-4F21-94EC-2AC1E1D4B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854"/>
              <a:ext cx="37" cy="55"/>
            </a:xfrm>
            <a:custGeom>
              <a:avLst/>
              <a:gdLst>
                <a:gd name="T0" fmla="*/ 0 w 18"/>
                <a:gd name="T1" fmla="*/ 0 h 25"/>
                <a:gd name="T2" fmla="*/ 156 w 18"/>
                <a:gd name="T3" fmla="*/ 266 h 25"/>
                <a:gd name="T4" fmla="*/ 105 w 18"/>
                <a:gd name="T5" fmla="*/ 2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4" y="8"/>
                    <a:pt x="8" y="24"/>
                    <a:pt x="18" y="25"/>
                  </a:cubicBezTo>
                  <a:cubicBezTo>
                    <a:pt x="14" y="21"/>
                    <a:pt x="14" y="8"/>
                    <a:pt x="12" y="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2" name="Freeform 1893">
              <a:extLst>
                <a:ext uri="{FF2B5EF4-FFF2-40B4-BE49-F238E27FC236}">
                  <a16:creationId xmlns:a16="http://schemas.microsoft.com/office/drawing/2014/main" id="{C6319D66-4745-4980-9845-19EEACD00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143"/>
              <a:ext cx="39" cy="72"/>
            </a:xfrm>
            <a:custGeom>
              <a:avLst/>
              <a:gdLst>
                <a:gd name="T0" fmla="*/ 0 w 19"/>
                <a:gd name="T1" fmla="*/ 0 h 33"/>
                <a:gd name="T2" fmla="*/ 76 w 19"/>
                <a:gd name="T3" fmla="*/ 229 h 33"/>
                <a:gd name="T4" fmla="*/ 131 w 19"/>
                <a:gd name="T5" fmla="*/ 299 h 33"/>
                <a:gd name="T6" fmla="*/ 164 w 19"/>
                <a:gd name="T7" fmla="*/ 343 h 33"/>
                <a:gd name="T8" fmla="*/ 156 w 19"/>
                <a:gd name="T9" fmla="*/ 281 h 33"/>
                <a:gd name="T10" fmla="*/ 88 w 19"/>
                <a:gd name="T11" fmla="*/ 113 h 33"/>
                <a:gd name="T12" fmla="*/ 8 w 19"/>
                <a:gd name="T13" fmla="*/ 9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3">
                  <a:moveTo>
                    <a:pt x="0" y="0"/>
                  </a:moveTo>
                  <a:cubicBezTo>
                    <a:pt x="0" y="5"/>
                    <a:pt x="7" y="19"/>
                    <a:pt x="9" y="22"/>
                  </a:cubicBezTo>
                  <a:cubicBezTo>
                    <a:pt x="11" y="25"/>
                    <a:pt x="13" y="27"/>
                    <a:pt x="15" y="29"/>
                  </a:cubicBezTo>
                  <a:cubicBezTo>
                    <a:pt x="16" y="30"/>
                    <a:pt x="18" y="33"/>
                    <a:pt x="19" y="33"/>
                  </a:cubicBezTo>
                  <a:cubicBezTo>
                    <a:pt x="19" y="31"/>
                    <a:pt x="19" y="29"/>
                    <a:pt x="18" y="27"/>
                  </a:cubicBezTo>
                  <a:cubicBezTo>
                    <a:pt x="17" y="21"/>
                    <a:pt x="13" y="16"/>
                    <a:pt x="10" y="11"/>
                  </a:cubicBezTo>
                  <a:cubicBezTo>
                    <a:pt x="8" y="7"/>
                    <a:pt x="5" y="4"/>
                    <a:pt x="1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3" name="Freeform 1894">
              <a:extLst>
                <a:ext uri="{FF2B5EF4-FFF2-40B4-BE49-F238E27FC236}">
                  <a16:creationId xmlns:a16="http://schemas.microsoft.com/office/drawing/2014/main" id="{5B33D528-FCB4-4A39-B703-3370C0C1A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3097"/>
              <a:ext cx="35" cy="63"/>
            </a:xfrm>
            <a:custGeom>
              <a:avLst/>
              <a:gdLst>
                <a:gd name="T0" fmla="*/ 148 w 17"/>
                <a:gd name="T1" fmla="*/ 298 h 29"/>
                <a:gd name="T2" fmla="*/ 89 w 17"/>
                <a:gd name="T3" fmla="*/ 72 h 29"/>
                <a:gd name="T4" fmla="*/ 0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29"/>
                  </a:moveTo>
                  <a:cubicBezTo>
                    <a:pt x="16" y="21"/>
                    <a:pt x="16" y="13"/>
                    <a:pt x="10" y="7"/>
                  </a:cubicBezTo>
                  <a:cubicBezTo>
                    <a:pt x="7" y="4"/>
                    <a:pt x="4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4" name="Freeform 1895">
              <a:extLst>
                <a:ext uri="{FF2B5EF4-FFF2-40B4-BE49-F238E27FC236}">
                  <a16:creationId xmlns:a16="http://schemas.microsoft.com/office/drawing/2014/main" id="{E6F435A4-8657-4841-A2D1-C64D212A9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033"/>
              <a:ext cx="64" cy="79"/>
            </a:xfrm>
            <a:custGeom>
              <a:avLst/>
              <a:gdLst>
                <a:gd name="T0" fmla="*/ 213 w 31"/>
                <a:gd name="T1" fmla="*/ 213 h 36"/>
                <a:gd name="T2" fmla="*/ 273 w 31"/>
                <a:gd name="T3" fmla="*/ 380 h 36"/>
                <a:gd name="T4" fmla="*/ 157 w 31"/>
                <a:gd name="T5" fmla="*/ 283 h 36"/>
                <a:gd name="T6" fmla="*/ 116 w 31"/>
                <a:gd name="T7" fmla="*/ 241 h 36"/>
                <a:gd name="T8" fmla="*/ 0 w 31"/>
                <a:gd name="T9" fmla="*/ 0 h 36"/>
                <a:gd name="T10" fmla="*/ 213 w 31"/>
                <a:gd name="T11" fmla="*/ 21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6">
                  <a:moveTo>
                    <a:pt x="24" y="20"/>
                  </a:moveTo>
                  <a:cubicBezTo>
                    <a:pt x="27" y="25"/>
                    <a:pt x="29" y="30"/>
                    <a:pt x="31" y="36"/>
                  </a:cubicBezTo>
                  <a:cubicBezTo>
                    <a:pt x="27" y="33"/>
                    <a:pt x="23" y="30"/>
                    <a:pt x="18" y="27"/>
                  </a:cubicBezTo>
                  <a:cubicBezTo>
                    <a:pt x="16" y="26"/>
                    <a:pt x="15" y="24"/>
                    <a:pt x="13" y="23"/>
                  </a:cubicBezTo>
                  <a:cubicBezTo>
                    <a:pt x="4" y="16"/>
                    <a:pt x="0" y="0"/>
                    <a:pt x="0" y="0"/>
                  </a:cubicBezTo>
                  <a:cubicBezTo>
                    <a:pt x="0" y="0"/>
                    <a:pt x="22" y="17"/>
                    <a:pt x="24" y="20"/>
                  </a:cubicBezTo>
                  <a:close/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5" name="Freeform 1896">
              <a:extLst>
                <a:ext uri="{FF2B5EF4-FFF2-40B4-BE49-F238E27FC236}">
                  <a16:creationId xmlns:a16="http://schemas.microsoft.com/office/drawing/2014/main" id="{8D16B538-4B49-4498-AF21-0A8A6838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3101"/>
              <a:ext cx="64" cy="79"/>
            </a:xfrm>
            <a:custGeom>
              <a:avLst/>
              <a:gdLst>
                <a:gd name="T0" fmla="*/ 0 w 31"/>
                <a:gd name="T1" fmla="*/ 9 h 36"/>
                <a:gd name="T2" fmla="*/ 17 w 31"/>
                <a:gd name="T3" fmla="*/ 64 h 36"/>
                <a:gd name="T4" fmla="*/ 89 w 31"/>
                <a:gd name="T5" fmla="*/ 222 h 36"/>
                <a:gd name="T6" fmla="*/ 213 w 31"/>
                <a:gd name="T7" fmla="*/ 347 h 36"/>
                <a:gd name="T8" fmla="*/ 273 w 31"/>
                <a:gd name="T9" fmla="*/ 380 h 36"/>
                <a:gd name="T10" fmla="*/ 264 w 31"/>
                <a:gd name="T11" fmla="*/ 362 h 36"/>
                <a:gd name="T12" fmla="*/ 213 w 31"/>
                <a:gd name="T13" fmla="*/ 266 h 36"/>
                <a:gd name="T14" fmla="*/ 140 w 31"/>
                <a:gd name="T15" fmla="*/ 125 h 36"/>
                <a:gd name="T16" fmla="*/ 89 w 31"/>
                <a:gd name="T17" fmla="*/ 53 h 36"/>
                <a:gd name="T18" fmla="*/ 52 w 31"/>
                <a:gd name="T19" fmla="*/ 0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36">
                  <a:moveTo>
                    <a:pt x="0" y="1"/>
                  </a:moveTo>
                  <a:cubicBezTo>
                    <a:pt x="1" y="2"/>
                    <a:pt x="1" y="4"/>
                    <a:pt x="2" y="6"/>
                  </a:cubicBezTo>
                  <a:cubicBezTo>
                    <a:pt x="4" y="11"/>
                    <a:pt x="7" y="16"/>
                    <a:pt x="10" y="21"/>
                  </a:cubicBezTo>
                  <a:cubicBezTo>
                    <a:pt x="14" y="26"/>
                    <a:pt x="18" y="30"/>
                    <a:pt x="24" y="33"/>
                  </a:cubicBezTo>
                  <a:cubicBezTo>
                    <a:pt x="26" y="34"/>
                    <a:pt x="29" y="35"/>
                    <a:pt x="31" y="36"/>
                  </a:cubicBezTo>
                  <a:cubicBezTo>
                    <a:pt x="31" y="35"/>
                    <a:pt x="31" y="35"/>
                    <a:pt x="30" y="34"/>
                  </a:cubicBezTo>
                  <a:cubicBezTo>
                    <a:pt x="28" y="31"/>
                    <a:pt x="26" y="28"/>
                    <a:pt x="24" y="25"/>
                  </a:cubicBezTo>
                  <a:cubicBezTo>
                    <a:pt x="21" y="21"/>
                    <a:pt x="19" y="16"/>
                    <a:pt x="16" y="12"/>
                  </a:cubicBezTo>
                  <a:cubicBezTo>
                    <a:pt x="14" y="9"/>
                    <a:pt x="12" y="7"/>
                    <a:pt x="10" y="5"/>
                  </a:cubicBezTo>
                  <a:cubicBezTo>
                    <a:pt x="9" y="4"/>
                    <a:pt x="6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6" name="Freeform 1897">
              <a:extLst>
                <a:ext uri="{FF2B5EF4-FFF2-40B4-BE49-F238E27FC236}">
                  <a16:creationId xmlns:a16="http://schemas.microsoft.com/office/drawing/2014/main" id="{32AEDA68-63A5-4693-BAAF-CBC91E588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073"/>
              <a:ext cx="62" cy="63"/>
            </a:xfrm>
            <a:custGeom>
              <a:avLst/>
              <a:gdLst>
                <a:gd name="T0" fmla="*/ 0 w 30"/>
                <a:gd name="T1" fmla="*/ 0 h 29"/>
                <a:gd name="T2" fmla="*/ 52 w 30"/>
                <a:gd name="T3" fmla="*/ 61 h 29"/>
                <a:gd name="T4" fmla="*/ 141 w 30"/>
                <a:gd name="T5" fmla="*/ 185 h 29"/>
                <a:gd name="T6" fmla="*/ 240 w 30"/>
                <a:gd name="T7" fmla="*/ 265 h 29"/>
                <a:gd name="T8" fmla="*/ 265 w 30"/>
                <a:gd name="T9" fmla="*/ 29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0" y="0"/>
                  </a:moveTo>
                  <a:cubicBezTo>
                    <a:pt x="1" y="1"/>
                    <a:pt x="5" y="4"/>
                    <a:pt x="6" y="6"/>
                  </a:cubicBezTo>
                  <a:cubicBezTo>
                    <a:pt x="8" y="11"/>
                    <a:pt x="12" y="15"/>
                    <a:pt x="16" y="18"/>
                  </a:cubicBezTo>
                  <a:cubicBezTo>
                    <a:pt x="19" y="21"/>
                    <a:pt x="23" y="23"/>
                    <a:pt x="27" y="26"/>
                  </a:cubicBezTo>
                  <a:cubicBezTo>
                    <a:pt x="27" y="27"/>
                    <a:pt x="30" y="29"/>
                    <a:pt x="30" y="2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7" name="Freeform 1898">
              <a:extLst>
                <a:ext uri="{FF2B5EF4-FFF2-40B4-BE49-F238E27FC236}">
                  <a16:creationId xmlns:a16="http://schemas.microsoft.com/office/drawing/2014/main" id="{30345D49-0554-40A5-AE5A-A7A734ECD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3046"/>
              <a:ext cx="58" cy="112"/>
            </a:xfrm>
            <a:custGeom>
              <a:avLst/>
              <a:gdLst>
                <a:gd name="T0" fmla="*/ 224 w 28"/>
                <a:gd name="T1" fmla="*/ 540 h 51"/>
                <a:gd name="T2" fmla="*/ 232 w 28"/>
                <a:gd name="T3" fmla="*/ 507 h 51"/>
                <a:gd name="T4" fmla="*/ 249 w 28"/>
                <a:gd name="T5" fmla="*/ 452 h 51"/>
                <a:gd name="T6" fmla="*/ 205 w 28"/>
                <a:gd name="T7" fmla="*/ 266 h 51"/>
                <a:gd name="T8" fmla="*/ 141 w 28"/>
                <a:gd name="T9" fmla="*/ 105 h 51"/>
                <a:gd name="T10" fmla="*/ 0 w 28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1">
                  <a:moveTo>
                    <a:pt x="25" y="51"/>
                  </a:moveTo>
                  <a:cubicBezTo>
                    <a:pt x="25" y="50"/>
                    <a:pt x="26" y="49"/>
                    <a:pt x="26" y="48"/>
                  </a:cubicBezTo>
                  <a:cubicBezTo>
                    <a:pt x="27" y="47"/>
                    <a:pt x="27" y="44"/>
                    <a:pt x="28" y="43"/>
                  </a:cubicBezTo>
                  <a:cubicBezTo>
                    <a:pt x="28" y="37"/>
                    <a:pt x="24" y="30"/>
                    <a:pt x="23" y="25"/>
                  </a:cubicBezTo>
                  <a:cubicBezTo>
                    <a:pt x="21" y="20"/>
                    <a:pt x="19" y="15"/>
                    <a:pt x="16" y="10"/>
                  </a:cubicBezTo>
                  <a:cubicBezTo>
                    <a:pt x="11" y="2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8" name="Freeform 1899">
              <a:extLst>
                <a:ext uri="{FF2B5EF4-FFF2-40B4-BE49-F238E27FC236}">
                  <a16:creationId xmlns:a16="http://schemas.microsoft.com/office/drawing/2014/main" id="{C97335BA-BC26-4137-B9B9-6A85E7127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127"/>
              <a:ext cx="59" cy="33"/>
            </a:xfrm>
            <a:custGeom>
              <a:avLst/>
              <a:gdLst>
                <a:gd name="T0" fmla="*/ 0 w 29"/>
                <a:gd name="T1" fmla="*/ 0 h 15"/>
                <a:gd name="T2" fmla="*/ 187 w 29"/>
                <a:gd name="T3" fmla="*/ 161 h 15"/>
                <a:gd name="T4" fmla="*/ 244 w 29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0" y="0"/>
                  </a:moveTo>
                  <a:cubicBezTo>
                    <a:pt x="6" y="6"/>
                    <a:pt x="13" y="13"/>
                    <a:pt x="22" y="15"/>
                  </a:cubicBezTo>
                  <a:cubicBezTo>
                    <a:pt x="25" y="15"/>
                    <a:pt x="27" y="15"/>
                    <a:pt x="29" y="1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19" name="Freeform 1900">
              <a:extLst>
                <a:ext uri="{FF2B5EF4-FFF2-40B4-BE49-F238E27FC236}">
                  <a16:creationId xmlns:a16="http://schemas.microsoft.com/office/drawing/2014/main" id="{98BACFF8-6904-4E31-9FE9-A01F5704D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3213"/>
              <a:ext cx="18" cy="43"/>
            </a:xfrm>
            <a:custGeom>
              <a:avLst/>
              <a:gdLst>
                <a:gd name="T0" fmla="*/ 0 w 9"/>
                <a:gd name="T1" fmla="*/ 0 h 20"/>
                <a:gd name="T2" fmla="*/ 48 w 9"/>
                <a:gd name="T3" fmla="*/ 157 h 20"/>
                <a:gd name="T4" fmla="*/ 72 w 9"/>
                <a:gd name="T5" fmla="*/ 19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0" y="0"/>
                  </a:moveTo>
                  <a:cubicBezTo>
                    <a:pt x="1" y="6"/>
                    <a:pt x="3" y="12"/>
                    <a:pt x="6" y="16"/>
                  </a:cubicBezTo>
                  <a:cubicBezTo>
                    <a:pt x="7" y="18"/>
                    <a:pt x="8" y="19"/>
                    <a:pt x="9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0" name="Freeform 1901">
              <a:extLst>
                <a:ext uri="{FF2B5EF4-FFF2-40B4-BE49-F238E27FC236}">
                  <a16:creationId xmlns:a16="http://schemas.microsoft.com/office/drawing/2014/main" id="{3A3CF859-69FF-4F0A-A904-D669DE3B1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151"/>
              <a:ext cx="49" cy="88"/>
            </a:xfrm>
            <a:custGeom>
              <a:avLst/>
              <a:gdLst>
                <a:gd name="T0" fmla="*/ 204 w 24"/>
                <a:gd name="T1" fmla="*/ 427 h 40"/>
                <a:gd name="T2" fmla="*/ 0 w 24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0">
                  <a:moveTo>
                    <a:pt x="24" y="40"/>
                  </a:moveTo>
                  <a:cubicBezTo>
                    <a:pt x="24" y="25"/>
                    <a:pt x="12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1" name="Freeform 1902">
              <a:extLst>
                <a:ext uri="{FF2B5EF4-FFF2-40B4-BE49-F238E27FC236}">
                  <a16:creationId xmlns:a16="http://schemas.microsoft.com/office/drawing/2014/main" id="{C8527E7D-EC82-4B14-B61F-9AD1D8EE6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3147"/>
              <a:ext cx="25" cy="66"/>
            </a:xfrm>
            <a:custGeom>
              <a:avLst/>
              <a:gdLst>
                <a:gd name="T0" fmla="*/ 0 w 12"/>
                <a:gd name="T1" fmla="*/ 0 h 30"/>
                <a:gd name="T2" fmla="*/ 92 w 12"/>
                <a:gd name="T3" fmla="*/ 194 h 30"/>
                <a:gd name="T4" fmla="*/ 100 w 12"/>
                <a:gd name="T5" fmla="*/ 31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0">
                  <a:moveTo>
                    <a:pt x="0" y="0"/>
                  </a:moveTo>
                  <a:cubicBezTo>
                    <a:pt x="6" y="3"/>
                    <a:pt x="9" y="12"/>
                    <a:pt x="10" y="18"/>
                  </a:cubicBezTo>
                  <a:cubicBezTo>
                    <a:pt x="10" y="21"/>
                    <a:pt x="12" y="29"/>
                    <a:pt x="11" y="3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2" name="Freeform 1903">
              <a:extLst>
                <a:ext uri="{FF2B5EF4-FFF2-40B4-BE49-F238E27FC236}">
                  <a16:creationId xmlns:a16="http://schemas.microsoft.com/office/drawing/2014/main" id="{96F88928-7464-4062-A0D2-F0A58454A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158"/>
              <a:ext cx="27" cy="85"/>
            </a:xfrm>
            <a:custGeom>
              <a:avLst/>
              <a:gdLst>
                <a:gd name="T0" fmla="*/ 0 w 13"/>
                <a:gd name="T1" fmla="*/ 0 h 39"/>
                <a:gd name="T2" fmla="*/ 116 w 13"/>
                <a:gd name="T3" fmla="*/ 40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9">
                  <a:moveTo>
                    <a:pt x="0" y="0"/>
                  </a:moveTo>
                  <a:cubicBezTo>
                    <a:pt x="9" y="6"/>
                    <a:pt x="12" y="29"/>
                    <a:pt x="13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3" name="Freeform 1904">
              <a:extLst>
                <a:ext uri="{FF2B5EF4-FFF2-40B4-BE49-F238E27FC236}">
                  <a16:creationId xmlns:a16="http://schemas.microsoft.com/office/drawing/2014/main" id="{B15D80E3-A213-49B9-8F28-DB73B2FCB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3180"/>
              <a:ext cx="45" cy="74"/>
            </a:xfrm>
            <a:custGeom>
              <a:avLst/>
              <a:gdLst>
                <a:gd name="T0" fmla="*/ 188 w 22"/>
                <a:gd name="T1" fmla="*/ 350 h 34"/>
                <a:gd name="T2" fmla="*/ 96 w 22"/>
                <a:gd name="T3" fmla="*/ 141 h 34"/>
                <a:gd name="T4" fmla="*/ 0 w 2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4">
                  <a:moveTo>
                    <a:pt x="22" y="34"/>
                  </a:moveTo>
                  <a:cubicBezTo>
                    <a:pt x="18" y="27"/>
                    <a:pt x="16" y="20"/>
                    <a:pt x="11" y="14"/>
                  </a:cubicBezTo>
                  <a:cubicBezTo>
                    <a:pt x="7" y="9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4" name="Freeform 1905">
              <a:extLst>
                <a:ext uri="{FF2B5EF4-FFF2-40B4-BE49-F238E27FC236}">
                  <a16:creationId xmlns:a16="http://schemas.microsoft.com/office/drawing/2014/main" id="{8410BFBB-ADAC-4720-AB8A-F1B89DB7D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171"/>
              <a:ext cx="55" cy="81"/>
            </a:xfrm>
            <a:custGeom>
              <a:avLst/>
              <a:gdLst>
                <a:gd name="T0" fmla="*/ 0 w 27"/>
                <a:gd name="T1" fmla="*/ 0 h 37"/>
                <a:gd name="T2" fmla="*/ 41 w 27"/>
                <a:gd name="T3" fmla="*/ 149 h 37"/>
                <a:gd name="T4" fmla="*/ 228 w 27"/>
                <a:gd name="T5" fmla="*/ 38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7">
                  <a:moveTo>
                    <a:pt x="0" y="0"/>
                  </a:moveTo>
                  <a:cubicBezTo>
                    <a:pt x="2" y="5"/>
                    <a:pt x="3" y="10"/>
                    <a:pt x="5" y="14"/>
                  </a:cubicBezTo>
                  <a:cubicBezTo>
                    <a:pt x="8" y="19"/>
                    <a:pt x="21" y="32"/>
                    <a:pt x="27" y="3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5" name="Freeform 1906">
              <a:extLst>
                <a:ext uri="{FF2B5EF4-FFF2-40B4-BE49-F238E27FC236}">
                  <a16:creationId xmlns:a16="http://schemas.microsoft.com/office/drawing/2014/main" id="{512017FA-B3F8-441F-B129-72B2EE1FE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3005"/>
              <a:ext cx="24" cy="30"/>
            </a:xfrm>
            <a:custGeom>
              <a:avLst/>
              <a:gdLst>
                <a:gd name="T0" fmla="*/ 0 w 12"/>
                <a:gd name="T1" fmla="*/ 0 h 14"/>
                <a:gd name="T2" fmla="*/ 96 w 12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6" y="8"/>
                    <a:pt x="12" y="14"/>
                    <a:pt x="12" y="1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6" name="Freeform 1907">
              <a:extLst>
                <a:ext uri="{FF2B5EF4-FFF2-40B4-BE49-F238E27FC236}">
                  <a16:creationId xmlns:a16="http://schemas.microsoft.com/office/drawing/2014/main" id="{32B0B6E0-24A5-4781-87B6-6928140C6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2998"/>
              <a:ext cx="45" cy="72"/>
            </a:xfrm>
            <a:custGeom>
              <a:avLst/>
              <a:gdLst>
                <a:gd name="T0" fmla="*/ 0 w 22"/>
                <a:gd name="T1" fmla="*/ 0 h 33"/>
                <a:gd name="T2" fmla="*/ 188 w 22"/>
                <a:gd name="T3" fmla="*/ 34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3">
                  <a:moveTo>
                    <a:pt x="0" y="0"/>
                  </a:moveTo>
                  <a:cubicBezTo>
                    <a:pt x="9" y="7"/>
                    <a:pt x="18" y="25"/>
                    <a:pt x="22" y="3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7" name="Freeform 1908">
              <a:extLst>
                <a:ext uri="{FF2B5EF4-FFF2-40B4-BE49-F238E27FC236}">
                  <a16:creationId xmlns:a16="http://schemas.microsoft.com/office/drawing/2014/main" id="{F4FB2ECF-7C33-4932-B7B0-EEDF7F2A2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3007"/>
              <a:ext cx="30" cy="72"/>
            </a:xfrm>
            <a:custGeom>
              <a:avLst/>
              <a:gdLst>
                <a:gd name="T0" fmla="*/ 120 w 15"/>
                <a:gd name="T1" fmla="*/ 343 h 33"/>
                <a:gd name="T2" fmla="*/ 0 w 15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15" y="33"/>
                  </a:moveTo>
                  <a:cubicBezTo>
                    <a:pt x="11" y="19"/>
                    <a:pt x="6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8" name="Freeform 1909">
              <a:extLst>
                <a:ext uri="{FF2B5EF4-FFF2-40B4-BE49-F238E27FC236}">
                  <a16:creationId xmlns:a16="http://schemas.microsoft.com/office/drawing/2014/main" id="{9D372B3A-0E41-45A8-B7FC-24BE2A8FA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2823"/>
              <a:ext cx="35" cy="51"/>
            </a:xfrm>
            <a:custGeom>
              <a:avLst/>
              <a:gdLst>
                <a:gd name="T0" fmla="*/ 0 w 17"/>
                <a:gd name="T1" fmla="*/ 89 h 23"/>
                <a:gd name="T2" fmla="*/ 97 w 17"/>
                <a:gd name="T3" fmla="*/ 197 h 23"/>
                <a:gd name="T4" fmla="*/ 124 w 17"/>
                <a:gd name="T5" fmla="*/ 251 h 23"/>
                <a:gd name="T6" fmla="*/ 105 w 17"/>
                <a:gd name="T7" fmla="*/ 0 h 23"/>
                <a:gd name="T8" fmla="*/ 148 w 17"/>
                <a:gd name="T9" fmla="*/ 8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3">
                  <a:moveTo>
                    <a:pt x="0" y="8"/>
                  </a:moveTo>
                  <a:cubicBezTo>
                    <a:pt x="2" y="12"/>
                    <a:pt x="8" y="13"/>
                    <a:pt x="11" y="18"/>
                  </a:cubicBezTo>
                  <a:cubicBezTo>
                    <a:pt x="12" y="20"/>
                    <a:pt x="13" y="22"/>
                    <a:pt x="14" y="23"/>
                  </a:cubicBezTo>
                  <a:cubicBezTo>
                    <a:pt x="10" y="18"/>
                    <a:pt x="12" y="6"/>
                    <a:pt x="12" y="0"/>
                  </a:cubicBezTo>
                  <a:cubicBezTo>
                    <a:pt x="14" y="2"/>
                    <a:pt x="16" y="6"/>
                    <a:pt x="17" y="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29" name="Freeform 1910">
              <a:extLst>
                <a:ext uri="{FF2B5EF4-FFF2-40B4-BE49-F238E27FC236}">
                  <a16:creationId xmlns:a16="http://schemas.microsoft.com/office/drawing/2014/main" id="{12CD5C7C-F554-4FC5-B35D-1B18CD3A5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2804"/>
              <a:ext cx="5" cy="39"/>
            </a:xfrm>
            <a:custGeom>
              <a:avLst/>
              <a:gdLst>
                <a:gd name="T0" fmla="*/ 33 w 2"/>
                <a:gd name="T1" fmla="*/ 184 h 18"/>
                <a:gd name="T2" fmla="*/ 33 w 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2" y="18"/>
                  </a:moveTo>
                  <a:cubicBezTo>
                    <a:pt x="0" y="15"/>
                    <a:pt x="1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0" name="Freeform 1911">
              <a:extLst>
                <a:ext uri="{FF2B5EF4-FFF2-40B4-BE49-F238E27FC236}">
                  <a16:creationId xmlns:a16="http://schemas.microsoft.com/office/drawing/2014/main" id="{D264BB6F-BC9C-4714-B1A6-A4F72CFCA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804"/>
              <a:ext cx="22" cy="13"/>
            </a:xfrm>
            <a:custGeom>
              <a:avLst/>
              <a:gdLst>
                <a:gd name="T0" fmla="*/ 0 w 11"/>
                <a:gd name="T1" fmla="*/ 0 h 6"/>
                <a:gd name="T2" fmla="*/ 88 w 1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3" y="0"/>
                    <a:pt x="9" y="4"/>
                    <a:pt x="11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1" name="Freeform 1912">
              <a:extLst>
                <a:ext uri="{FF2B5EF4-FFF2-40B4-BE49-F238E27FC236}">
                  <a16:creationId xmlns:a16="http://schemas.microsoft.com/office/drawing/2014/main" id="{2937A1E3-36DD-4851-B621-F04757044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760"/>
              <a:ext cx="39" cy="44"/>
            </a:xfrm>
            <a:custGeom>
              <a:avLst/>
              <a:gdLst>
                <a:gd name="T0" fmla="*/ 0 w 19"/>
                <a:gd name="T1" fmla="*/ 0 h 20"/>
                <a:gd name="T2" fmla="*/ 96 w 19"/>
                <a:gd name="T3" fmla="*/ 141 h 20"/>
                <a:gd name="T4" fmla="*/ 164 w 19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4" y="4"/>
                    <a:pt x="6" y="9"/>
                    <a:pt x="11" y="13"/>
                  </a:cubicBezTo>
                  <a:cubicBezTo>
                    <a:pt x="13" y="14"/>
                    <a:pt x="16" y="19"/>
                    <a:pt x="19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2" name="Freeform 1913">
              <a:extLst>
                <a:ext uri="{FF2B5EF4-FFF2-40B4-BE49-F238E27FC236}">
                  <a16:creationId xmlns:a16="http://schemas.microsoft.com/office/drawing/2014/main" id="{48BAFA63-0521-4095-AAC6-F63F4639D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760"/>
              <a:ext cx="23" cy="85"/>
            </a:xfrm>
            <a:custGeom>
              <a:avLst/>
              <a:gdLst>
                <a:gd name="T0" fmla="*/ 0 w 11"/>
                <a:gd name="T1" fmla="*/ 0 h 39"/>
                <a:gd name="T2" fmla="*/ 84 w 11"/>
                <a:gd name="T3" fmla="*/ 257 h 39"/>
                <a:gd name="T4" fmla="*/ 100 w 11"/>
                <a:gd name="T5" fmla="*/ 40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9">
                  <a:moveTo>
                    <a:pt x="0" y="0"/>
                  </a:moveTo>
                  <a:cubicBezTo>
                    <a:pt x="5" y="8"/>
                    <a:pt x="8" y="16"/>
                    <a:pt x="9" y="25"/>
                  </a:cubicBezTo>
                  <a:cubicBezTo>
                    <a:pt x="10" y="30"/>
                    <a:pt x="11" y="34"/>
                    <a:pt x="11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3" name="Freeform 1914">
              <a:extLst>
                <a:ext uri="{FF2B5EF4-FFF2-40B4-BE49-F238E27FC236}">
                  <a16:creationId xmlns:a16="http://schemas.microsoft.com/office/drawing/2014/main" id="{7026A3F6-899B-4427-B4FD-7514A0E1E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760"/>
              <a:ext cx="43" cy="66"/>
            </a:xfrm>
            <a:custGeom>
              <a:avLst/>
              <a:gdLst>
                <a:gd name="T0" fmla="*/ 0 w 21"/>
                <a:gd name="T1" fmla="*/ 0 h 30"/>
                <a:gd name="T2" fmla="*/ 180 w 21"/>
                <a:gd name="T3" fmla="*/ 31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0">
                  <a:moveTo>
                    <a:pt x="0" y="0"/>
                  </a:moveTo>
                  <a:cubicBezTo>
                    <a:pt x="10" y="8"/>
                    <a:pt x="15" y="20"/>
                    <a:pt x="21" y="3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4" name="Freeform 1915">
              <a:extLst>
                <a:ext uri="{FF2B5EF4-FFF2-40B4-BE49-F238E27FC236}">
                  <a16:creationId xmlns:a16="http://schemas.microsoft.com/office/drawing/2014/main" id="{386A736D-6D6F-4CDD-BD0B-4A9E9DE83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59"/>
              <a:ext cx="6" cy="52"/>
            </a:xfrm>
            <a:custGeom>
              <a:avLst/>
              <a:gdLst>
                <a:gd name="T0" fmla="*/ 8 w 3"/>
                <a:gd name="T1" fmla="*/ 0 h 24"/>
                <a:gd name="T2" fmla="*/ 8 w 3"/>
                <a:gd name="T3" fmla="*/ 141 h 24"/>
                <a:gd name="T4" fmla="*/ 24 w 3"/>
                <a:gd name="T5" fmla="*/ 2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4">
                  <a:moveTo>
                    <a:pt x="1" y="0"/>
                  </a:moveTo>
                  <a:cubicBezTo>
                    <a:pt x="1" y="5"/>
                    <a:pt x="0" y="9"/>
                    <a:pt x="1" y="14"/>
                  </a:cubicBezTo>
                  <a:cubicBezTo>
                    <a:pt x="1" y="18"/>
                    <a:pt x="3" y="21"/>
                    <a:pt x="3" y="2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5" name="Freeform 1916">
              <a:extLst>
                <a:ext uri="{FF2B5EF4-FFF2-40B4-BE49-F238E27FC236}">
                  <a16:creationId xmlns:a16="http://schemas.microsoft.com/office/drawing/2014/main" id="{B13E1CDC-49A2-4FC4-8B7F-1BDC427D1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091"/>
              <a:ext cx="16" cy="74"/>
            </a:xfrm>
            <a:custGeom>
              <a:avLst/>
              <a:gdLst>
                <a:gd name="T0" fmla="*/ 0 w 8"/>
                <a:gd name="T1" fmla="*/ 0 h 34"/>
                <a:gd name="T2" fmla="*/ 48 w 8"/>
                <a:gd name="T3" fmla="*/ 279 h 34"/>
                <a:gd name="T4" fmla="*/ 56 w 8"/>
                <a:gd name="T5" fmla="*/ 35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4">
                  <a:moveTo>
                    <a:pt x="0" y="0"/>
                  </a:moveTo>
                  <a:cubicBezTo>
                    <a:pt x="2" y="9"/>
                    <a:pt x="5" y="18"/>
                    <a:pt x="6" y="27"/>
                  </a:cubicBezTo>
                  <a:cubicBezTo>
                    <a:pt x="7" y="29"/>
                    <a:pt x="8" y="33"/>
                    <a:pt x="7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6" name="Freeform 1917">
              <a:extLst>
                <a:ext uri="{FF2B5EF4-FFF2-40B4-BE49-F238E27FC236}">
                  <a16:creationId xmlns:a16="http://schemas.microsoft.com/office/drawing/2014/main" id="{182243C5-519A-47BA-AF7F-C7A3A16D5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073"/>
              <a:ext cx="33" cy="101"/>
            </a:xfrm>
            <a:custGeom>
              <a:avLst/>
              <a:gdLst>
                <a:gd name="T0" fmla="*/ 140 w 16"/>
                <a:gd name="T1" fmla="*/ 487 h 46"/>
                <a:gd name="T2" fmla="*/ 60 w 16"/>
                <a:gd name="T3" fmla="*/ 178 h 46"/>
                <a:gd name="T4" fmla="*/ 0 w 16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6">
                  <a:moveTo>
                    <a:pt x="16" y="46"/>
                  </a:moveTo>
                  <a:cubicBezTo>
                    <a:pt x="16" y="36"/>
                    <a:pt x="11" y="26"/>
                    <a:pt x="7" y="17"/>
                  </a:cubicBezTo>
                  <a:cubicBezTo>
                    <a:pt x="5" y="11"/>
                    <a:pt x="2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7" name="Freeform 1918">
              <a:extLst>
                <a:ext uri="{FF2B5EF4-FFF2-40B4-BE49-F238E27FC236}">
                  <a16:creationId xmlns:a16="http://schemas.microsoft.com/office/drawing/2014/main" id="{C528DC3F-5A73-4A31-BD5A-107EF0B91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176"/>
              <a:ext cx="45" cy="99"/>
            </a:xfrm>
            <a:custGeom>
              <a:avLst/>
              <a:gdLst>
                <a:gd name="T0" fmla="*/ 0 w 22"/>
                <a:gd name="T1" fmla="*/ 0 h 45"/>
                <a:gd name="T2" fmla="*/ 139 w 22"/>
                <a:gd name="T3" fmla="*/ 286 h 45"/>
                <a:gd name="T4" fmla="*/ 188 w 22"/>
                <a:gd name="T5" fmla="*/ 48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5">
                  <a:moveTo>
                    <a:pt x="0" y="0"/>
                  </a:moveTo>
                  <a:cubicBezTo>
                    <a:pt x="8" y="5"/>
                    <a:pt x="12" y="18"/>
                    <a:pt x="16" y="27"/>
                  </a:cubicBezTo>
                  <a:cubicBezTo>
                    <a:pt x="18" y="32"/>
                    <a:pt x="21" y="39"/>
                    <a:pt x="22" y="4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8" name="Freeform 1919">
              <a:extLst>
                <a:ext uri="{FF2B5EF4-FFF2-40B4-BE49-F238E27FC236}">
                  <a16:creationId xmlns:a16="http://schemas.microsoft.com/office/drawing/2014/main" id="{153AA071-2162-4DBC-B09C-F8537258D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268"/>
              <a:ext cx="53" cy="120"/>
            </a:xfrm>
            <a:custGeom>
              <a:avLst/>
              <a:gdLst>
                <a:gd name="T0" fmla="*/ 0 w 26"/>
                <a:gd name="T1" fmla="*/ 0 h 55"/>
                <a:gd name="T2" fmla="*/ 153 w 26"/>
                <a:gd name="T3" fmla="*/ 362 h 55"/>
                <a:gd name="T4" fmla="*/ 188 w 26"/>
                <a:gd name="T5" fmla="*/ 476 h 55"/>
                <a:gd name="T6" fmla="*/ 220 w 26"/>
                <a:gd name="T7" fmla="*/ 57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5">
                  <a:moveTo>
                    <a:pt x="0" y="0"/>
                  </a:moveTo>
                  <a:cubicBezTo>
                    <a:pt x="7" y="11"/>
                    <a:pt x="13" y="23"/>
                    <a:pt x="18" y="35"/>
                  </a:cubicBezTo>
                  <a:cubicBezTo>
                    <a:pt x="19" y="39"/>
                    <a:pt x="21" y="42"/>
                    <a:pt x="22" y="46"/>
                  </a:cubicBezTo>
                  <a:cubicBezTo>
                    <a:pt x="23" y="49"/>
                    <a:pt x="26" y="52"/>
                    <a:pt x="26" y="5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39" name="Freeform 1920">
              <a:extLst>
                <a:ext uri="{FF2B5EF4-FFF2-40B4-BE49-F238E27FC236}">
                  <a16:creationId xmlns:a16="http://schemas.microsoft.com/office/drawing/2014/main" id="{F9E96451-46BB-42BD-9586-7FD5FCCE4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386"/>
              <a:ext cx="62" cy="116"/>
            </a:xfrm>
            <a:custGeom>
              <a:avLst/>
              <a:gdLst>
                <a:gd name="T0" fmla="*/ 0 w 30"/>
                <a:gd name="T1" fmla="*/ 0 h 53"/>
                <a:gd name="T2" fmla="*/ 99 w 30"/>
                <a:gd name="T3" fmla="*/ 169 h 53"/>
                <a:gd name="T4" fmla="*/ 184 w 30"/>
                <a:gd name="T5" fmla="*/ 346 h 53"/>
                <a:gd name="T6" fmla="*/ 265 w 30"/>
                <a:gd name="T7" fmla="*/ 55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3">
                  <a:moveTo>
                    <a:pt x="0" y="0"/>
                  </a:moveTo>
                  <a:cubicBezTo>
                    <a:pt x="5" y="4"/>
                    <a:pt x="7" y="11"/>
                    <a:pt x="11" y="16"/>
                  </a:cubicBezTo>
                  <a:cubicBezTo>
                    <a:pt x="14" y="21"/>
                    <a:pt x="18" y="27"/>
                    <a:pt x="21" y="33"/>
                  </a:cubicBezTo>
                  <a:cubicBezTo>
                    <a:pt x="24" y="39"/>
                    <a:pt x="27" y="47"/>
                    <a:pt x="30" y="5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0" name="Freeform 1921">
              <a:extLst>
                <a:ext uri="{FF2B5EF4-FFF2-40B4-BE49-F238E27FC236}">
                  <a16:creationId xmlns:a16="http://schemas.microsoft.com/office/drawing/2014/main" id="{00D51AC6-AB8C-4A2A-8DB7-24BFE9B62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498"/>
              <a:ext cx="20" cy="56"/>
            </a:xfrm>
            <a:custGeom>
              <a:avLst/>
              <a:gdLst>
                <a:gd name="T0" fmla="*/ 0 w 10"/>
                <a:gd name="T1" fmla="*/ 0 h 26"/>
                <a:gd name="T2" fmla="*/ 40 w 10"/>
                <a:gd name="T3" fmla="*/ 172 h 26"/>
                <a:gd name="T4" fmla="*/ 80 w 10"/>
                <a:gd name="T5" fmla="*/ 26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0" y="6"/>
                    <a:pt x="3" y="12"/>
                    <a:pt x="5" y="17"/>
                  </a:cubicBezTo>
                  <a:cubicBezTo>
                    <a:pt x="6" y="19"/>
                    <a:pt x="8" y="26"/>
                    <a:pt x="10" y="2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1" name="Freeform 1922">
              <a:extLst>
                <a:ext uri="{FF2B5EF4-FFF2-40B4-BE49-F238E27FC236}">
                  <a16:creationId xmlns:a16="http://schemas.microsoft.com/office/drawing/2014/main" id="{258EE59E-57D8-49CC-9E48-07E9C7B6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500"/>
              <a:ext cx="45" cy="83"/>
            </a:xfrm>
            <a:custGeom>
              <a:avLst/>
              <a:gdLst>
                <a:gd name="T0" fmla="*/ 0 w 22"/>
                <a:gd name="T1" fmla="*/ 0 h 38"/>
                <a:gd name="T2" fmla="*/ 139 w 22"/>
                <a:gd name="T3" fmla="*/ 238 h 38"/>
                <a:gd name="T4" fmla="*/ 188 w 22"/>
                <a:gd name="T5" fmla="*/ 39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8">
                  <a:moveTo>
                    <a:pt x="0" y="0"/>
                  </a:moveTo>
                  <a:cubicBezTo>
                    <a:pt x="7" y="4"/>
                    <a:pt x="12" y="16"/>
                    <a:pt x="16" y="23"/>
                  </a:cubicBezTo>
                  <a:cubicBezTo>
                    <a:pt x="19" y="28"/>
                    <a:pt x="21" y="32"/>
                    <a:pt x="22" y="3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2" name="Freeform 1923">
              <a:extLst>
                <a:ext uri="{FF2B5EF4-FFF2-40B4-BE49-F238E27FC236}">
                  <a16:creationId xmlns:a16="http://schemas.microsoft.com/office/drawing/2014/main" id="{CFE1F987-1D92-4054-97F8-952AE6B05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574"/>
              <a:ext cx="41" cy="79"/>
            </a:xfrm>
            <a:custGeom>
              <a:avLst/>
              <a:gdLst>
                <a:gd name="T0" fmla="*/ 0 w 20"/>
                <a:gd name="T1" fmla="*/ 0 h 36"/>
                <a:gd name="T2" fmla="*/ 59 w 20"/>
                <a:gd name="T3" fmla="*/ 53 h 36"/>
                <a:gd name="T4" fmla="*/ 121 w 20"/>
                <a:gd name="T5" fmla="*/ 213 h 36"/>
                <a:gd name="T6" fmla="*/ 172 w 20"/>
                <a:gd name="T7" fmla="*/ 38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6">
                  <a:moveTo>
                    <a:pt x="0" y="0"/>
                  </a:moveTo>
                  <a:cubicBezTo>
                    <a:pt x="3" y="2"/>
                    <a:pt x="5" y="2"/>
                    <a:pt x="7" y="5"/>
                  </a:cubicBezTo>
                  <a:cubicBezTo>
                    <a:pt x="11" y="10"/>
                    <a:pt x="12" y="15"/>
                    <a:pt x="14" y="20"/>
                  </a:cubicBezTo>
                  <a:cubicBezTo>
                    <a:pt x="16" y="26"/>
                    <a:pt x="18" y="31"/>
                    <a:pt x="20" y="3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3" name="Freeform 1924">
              <a:extLst>
                <a:ext uri="{FF2B5EF4-FFF2-40B4-BE49-F238E27FC236}">
                  <a16:creationId xmlns:a16="http://schemas.microsoft.com/office/drawing/2014/main" id="{59E67C16-88CB-4758-B749-D681C5AD5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605"/>
              <a:ext cx="35" cy="63"/>
            </a:xfrm>
            <a:custGeom>
              <a:avLst/>
              <a:gdLst>
                <a:gd name="T0" fmla="*/ 0 w 17"/>
                <a:gd name="T1" fmla="*/ 0 h 29"/>
                <a:gd name="T2" fmla="*/ 124 w 17"/>
                <a:gd name="T3" fmla="*/ 202 h 29"/>
                <a:gd name="T4" fmla="*/ 148 w 17"/>
                <a:gd name="T5" fmla="*/ 29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0"/>
                  </a:moveTo>
                  <a:cubicBezTo>
                    <a:pt x="7" y="2"/>
                    <a:pt x="11" y="14"/>
                    <a:pt x="14" y="20"/>
                  </a:cubicBezTo>
                  <a:cubicBezTo>
                    <a:pt x="15" y="23"/>
                    <a:pt x="16" y="26"/>
                    <a:pt x="17" y="2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4" name="Freeform 1925">
              <a:extLst>
                <a:ext uri="{FF2B5EF4-FFF2-40B4-BE49-F238E27FC236}">
                  <a16:creationId xmlns:a16="http://schemas.microsoft.com/office/drawing/2014/main" id="{41AF8A52-4215-4811-9F6D-2FCA03362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373"/>
              <a:ext cx="37" cy="90"/>
            </a:xfrm>
            <a:custGeom>
              <a:avLst/>
              <a:gdLst>
                <a:gd name="T0" fmla="*/ 0 w 18"/>
                <a:gd name="T1" fmla="*/ 0 h 41"/>
                <a:gd name="T2" fmla="*/ 16 w 18"/>
                <a:gd name="T3" fmla="*/ 97 h 41"/>
                <a:gd name="T4" fmla="*/ 80 w 18"/>
                <a:gd name="T5" fmla="*/ 274 h 41"/>
                <a:gd name="T6" fmla="*/ 156 w 18"/>
                <a:gd name="T7" fmla="*/ 43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1">
                  <a:moveTo>
                    <a:pt x="0" y="0"/>
                  </a:moveTo>
                  <a:cubicBezTo>
                    <a:pt x="1" y="3"/>
                    <a:pt x="2" y="6"/>
                    <a:pt x="2" y="9"/>
                  </a:cubicBezTo>
                  <a:cubicBezTo>
                    <a:pt x="4" y="15"/>
                    <a:pt x="6" y="20"/>
                    <a:pt x="9" y="26"/>
                  </a:cubicBezTo>
                  <a:cubicBezTo>
                    <a:pt x="12" y="31"/>
                    <a:pt x="15" y="36"/>
                    <a:pt x="18" y="4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5" name="Freeform 1926">
              <a:extLst>
                <a:ext uri="{FF2B5EF4-FFF2-40B4-BE49-F238E27FC236}">
                  <a16:creationId xmlns:a16="http://schemas.microsoft.com/office/drawing/2014/main" id="{D8251D69-2B45-4D65-8D1A-CF91312FD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312"/>
              <a:ext cx="30" cy="59"/>
            </a:xfrm>
            <a:custGeom>
              <a:avLst/>
              <a:gdLst>
                <a:gd name="T0" fmla="*/ 0 w 15"/>
                <a:gd name="T1" fmla="*/ 0 h 27"/>
                <a:gd name="T2" fmla="*/ 48 w 15"/>
                <a:gd name="T3" fmla="*/ 52 h 27"/>
                <a:gd name="T4" fmla="*/ 88 w 15"/>
                <a:gd name="T5" fmla="*/ 157 h 27"/>
                <a:gd name="T6" fmla="*/ 112 w 15"/>
                <a:gd name="T7" fmla="*/ 28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7">
                  <a:moveTo>
                    <a:pt x="0" y="0"/>
                  </a:moveTo>
                  <a:cubicBezTo>
                    <a:pt x="2" y="2"/>
                    <a:pt x="4" y="3"/>
                    <a:pt x="6" y="5"/>
                  </a:cubicBezTo>
                  <a:cubicBezTo>
                    <a:pt x="8" y="8"/>
                    <a:pt x="10" y="11"/>
                    <a:pt x="11" y="15"/>
                  </a:cubicBezTo>
                  <a:cubicBezTo>
                    <a:pt x="12" y="18"/>
                    <a:pt x="15" y="25"/>
                    <a:pt x="14" y="2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6" name="Freeform 1927">
              <a:extLst>
                <a:ext uri="{FF2B5EF4-FFF2-40B4-BE49-F238E27FC236}">
                  <a16:creationId xmlns:a16="http://schemas.microsoft.com/office/drawing/2014/main" id="{D4BFACC8-CCA8-4E25-90F5-F5A771881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955"/>
              <a:ext cx="47" cy="98"/>
            </a:xfrm>
            <a:custGeom>
              <a:avLst/>
              <a:gdLst>
                <a:gd name="T0" fmla="*/ 0 w 23"/>
                <a:gd name="T1" fmla="*/ 124 h 45"/>
                <a:gd name="T2" fmla="*/ 67 w 23"/>
                <a:gd name="T3" fmla="*/ 290 h 45"/>
                <a:gd name="T4" fmla="*/ 180 w 23"/>
                <a:gd name="T5" fmla="*/ 464 h 45"/>
                <a:gd name="T6" fmla="*/ 155 w 23"/>
                <a:gd name="T7" fmla="*/ 246 h 45"/>
                <a:gd name="T8" fmla="*/ 67 w 23"/>
                <a:gd name="T9" fmla="*/ 72 h 45"/>
                <a:gd name="T10" fmla="*/ 16 w 23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5">
                  <a:moveTo>
                    <a:pt x="0" y="12"/>
                  </a:moveTo>
                  <a:cubicBezTo>
                    <a:pt x="3" y="17"/>
                    <a:pt x="5" y="23"/>
                    <a:pt x="8" y="28"/>
                  </a:cubicBezTo>
                  <a:cubicBezTo>
                    <a:pt x="11" y="34"/>
                    <a:pt x="16" y="41"/>
                    <a:pt x="21" y="45"/>
                  </a:cubicBezTo>
                  <a:cubicBezTo>
                    <a:pt x="23" y="38"/>
                    <a:pt x="22" y="30"/>
                    <a:pt x="18" y="24"/>
                  </a:cubicBezTo>
                  <a:cubicBezTo>
                    <a:pt x="15" y="18"/>
                    <a:pt x="12" y="13"/>
                    <a:pt x="8" y="7"/>
                  </a:cubicBezTo>
                  <a:cubicBezTo>
                    <a:pt x="6" y="5"/>
                    <a:pt x="3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7" name="Freeform 1928">
              <a:extLst>
                <a:ext uri="{FF2B5EF4-FFF2-40B4-BE49-F238E27FC236}">
                  <a16:creationId xmlns:a16="http://schemas.microsoft.com/office/drawing/2014/main" id="{78E38399-F25F-4980-AA2D-FFB1AB611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906"/>
              <a:ext cx="37" cy="105"/>
            </a:xfrm>
            <a:custGeom>
              <a:avLst/>
              <a:gdLst>
                <a:gd name="T0" fmla="*/ 140 w 18"/>
                <a:gd name="T1" fmla="*/ 503 h 48"/>
                <a:gd name="T2" fmla="*/ 140 w 18"/>
                <a:gd name="T3" fmla="*/ 354 h 48"/>
                <a:gd name="T4" fmla="*/ 60 w 18"/>
                <a:gd name="T5" fmla="*/ 116 h 48"/>
                <a:gd name="T6" fmla="*/ 0 w 18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8">
                  <a:moveTo>
                    <a:pt x="16" y="48"/>
                  </a:moveTo>
                  <a:cubicBezTo>
                    <a:pt x="18" y="44"/>
                    <a:pt x="17" y="39"/>
                    <a:pt x="16" y="34"/>
                  </a:cubicBezTo>
                  <a:cubicBezTo>
                    <a:pt x="14" y="26"/>
                    <a:pt x="11" y="19"/>
                    <a:pt x="7" y="11"/>
                  </a:cubicBezTo>
                  <a:cubicBezTo>
                    <a:pt x="5" y="8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8" name="Freeform 1929">
              <a:extLst>
                <a:ext uri="{FF2B5EF4-FFF2-40B4-BE49-F238E27FC236}">
                  <a16:creationId xmlns:a16="http://schemas.microsoft.com/office/drawing/2014/main" id="{D916103A-9D2E-48D0-9718-6216590E9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909"/>
              <a:ext cx="18" cy="78"/>
            </a:xfrm>
            <a:custGeom>
              <a:avLst/>
              <a:gdLst>
                <a:gd name="T0" fmla="*/ 0 w 9"/>
                <a:gd name="T1" fmla="*/ 0 h 36"/>
                <a:gd name="T2" fmla="*/ 64 w 9"/>
                <a:gd name="T3" fmla="*/ 202 h 36"/>
                <a:gd name="T4" fmla="*/ 56 w 9"/>
                <a:gd name="T5" fmla="*/ 36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6">
                  <a:moveTo>
                    <a:pt x="0" y="0"/>
                  </a:moveTo>
                  <a:cubicBezTo>
                    <a:pt x="7" y="2"/>
                    <a:pt x="8" y="15"/>
                    <a:pt x="8" y="20"/>
                  </a:cubicBezTo>
                  <a:cubicBezTo>
                    <a:pt x="9" y="25"/>
                    <a:pt x="8" y="31"/>
                    <a:pt x="7" y="3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49" name="Freeform 1930">
              <a:extLst>
                <a:ext uri="{FF2B5EF4-FFF2-40B4-BE49-F238E27FC236}">
                  <a16:creationId xmlns:a16="http://schemas.microsoft.com/office/drawing/2014/main" id="{791B2D64-143C-4874-B96F-7E8B951FB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662"/>
              <a:ext cx="43" cy="61"/>
            </a:xfrm>
            <a:custGeom>
              <a:avLst/>
              <a:gdLst>
                <a:gd name="T0" fmla="*/ 0 w 21"/>
                <a:gd name="T1" fmla="*/ 0 h 28"/>
                <a:gd name="T2" fmla="*/ 180 w 21"/>
                <a:gd name="T3" fmla="*/ 29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8">
                  <a:moveTo>
                    <a:pt x="0" y="0"/>
                  </a:moveTo>
                  <a:cubicBezTo>
                    <a:pt x="12" y="2"/>
                    <a:pt x="15" y="20"/>
                    <a:pt x="21" y="2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0" name="Freeform 1931">
              <a:extLst>
                <a:ext uri="{FF2B5EF4-FFF2-40B4-BE49-F238E27FC236}">
                  <a16:creationId xmlns:a16="http://schemas.microsoft.com/office/drawing/2014/main" id="{ADE9E136-F442-4981-9D37-B99CF518D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718"/>
              <a:ext cx="49" cy="86"/>
            </a:xfrm>
            <a:custGeom>
              <a:avLst/>
              <a:gdLst>
                <a:gd name="T0" fmla="*/ 0 w 24"/>
                <a:gd name="T1" fmla="*/ 0 h 39"/>
                <a:gd name="T2" fmla="*/ 145 w 24"/>
                <a:gd name="T3" fmla="*/ 267 h 39"/>
                <a:gd name="T4" fmla="*/ 204 w 24"/>
                <a:gd name="T5" fmla="*/ 41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9">
                  <a:moveTo>
                    <a:pt x="0" y="0"/>
                  </a:moveTo>
                  <a:cubicBezTo>
                    <a:pt x="8" y="6"/>
                    <a:pt x="12" y="16"/>
                    <a:pt x="17" y="25"/>
                  </a:cubicBezTo>
                  <a:cubicBezTo>
                    <a:pt x="20" y="29"/>
                    <a:pt x="22" y="34"/>
                    <a:pt x="24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1" name="Freeform 1932">
              <a:extLst>
                <a:ext uri="{FF2B5EF4-FFF2-40B4-BE49-F238E27FC236}">
                  <a16:creationId xmlns:a16="http://schemas.microsoft.com/office/drawing/2014/main" id="{774BFA2F-29BE-49F5-94B3-99C53832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900"/>
              <a:ext cx="26" cy="57"/>
            </a:xfrm>
            <a:custGeom>
              <a:avLst/>
              <a:gdLst>
                <a:gd name="T0" fmla="*/ 0 w 13"/>
                <a:gd name="T1" fmla="*/ 64 h 26"/>
                <a:gd name="T2" fmla="*/ 40 w 13"/>
                <a:gd name="T3" fmla="*/ 169 h 26"/>
                <a:gd name="T4" fmla="*/ 104 w 13"/>
                <a:gd name="T5" fmla="*/ 274 h 26"/>
                <a:gd name="T6" fmla="*/ 64 w 13"/>
                <a:gd name="T7" fmla="*/ 64 h 26"/>
                <a:gd name="T8" fmla="*/ 48 w 1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6">
                  <a:moveTo>
                    <a:pt x="0" y="6"/>
                  </a:moveTo>
                  <a:cubicBezTo>
                    <a:pt x="0" y="9"/>
                    <a:pt x="3" y="13"/>
                    <a:pt x="5" y="16"/>
                  </a:cubicBezTo>
                  <a:cubicBezTo>
                    <a:pt x="7" y="19"/>
                    <a:pt x="10" y="24"/>
                    <a:pt x="13" y="26"/>
                  </a:cubicBezTo>
                  <a:cubicBezTo>
                    <a:pt x="11" y="19"/>
                    <a:pt x="9" y="13"/>
                    <a:pt x="8" y="6"/>
                  </a:cubicBezTo>
                  <a:cubicBezTo>
                    <a:pt x="7" y="4"/>
                    <a:pt x="7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2" name="Freeform 1933">
              <a:extLst>
                <a:ext uri="{FF2B5EF4-FFF2-40B4-BE49-F238E27FC236}">
                  <a16:creationId xmlns:a16="http://schemas.microsoft.com/office/drawing/2014/main" id="{D82B4202-90CC-4D12-BD5D-E35F7A145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981"/>
              <a:ext cx="18" cy="65"/>
            </a:xfrm>
            <a:custGeom>
              <a:avLst/>
              <a:gdLst>
                <a:gd name="T0" fmla="*/ 0 w 9"/>
                <a:gd name="T1" fmla="*/ 0 h 30"/>
                <a:gd name="T2" fmla="*/ 72 w 9"/>
                <a:gd name="T3" fmla="*/ 225 h 30"/>
                <a:gd name="T4" fmla="*/ 72 w 9"/>
                <a:gd name="T5" fmla="*/ 30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6" y="2"/>
                    <a:pt x="9" y="16"/>
                    <a:pt x="9" y="22"/>
                  </a:cubicBezTo>
                  <a:cubicBezTo>
                    <a:pt x="9" y="25"/>
                    <a:pt x="9" y="27"/>
                    <a:pt x="9" y="3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3" name="Freeform 1934">
              <a:extLst>
                <a:ext uri="{FF2B5EF4-FFF2-40B4-BE49-F238E27FC236}">
                  <a16:creationId xmlns:a16="http://schemas.microsoft.com/office/drawing/2014/main" id="{01B698F1-8A95-4D8F-AFE6-0201A6B8C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2974"/>
              <a:ext cx="27" cy="35"/>
            </a:xfrm>
            <a:custGeom>
              <a:avLst/>
              <a:gdLst>
                <a:gd name="T0" fmla="*/ 116 w 13"/>
                <a:gd name="T1" fmla="*/ 168 h 16"/>
                <a:gd name="T2" fmla="*/ 0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13" y="16"/>
                  </a:moveTo>
                  <a:cubicBezTo>
                    <a:pt x="11" y="10"/>
                    <a:pt x="2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4" name="Freeform 1935">
              <a:extLst>
                <a:ext uri="{FF2B5EF4-FFF2-40B4-BE49-F238E27FC236}">
                  <a16:creationId xmlns:a16="http://schemas.microsoft.com/office/drawing/2014/main" id="{45283AD4-0C13-4E28-8A32-EC65A0697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952"/>
              <a:ext cx="11" cy="55"/>
            </a:xfrm>
            <a:custGeom>
              <a:avLst/>
              <a:gdLst>
                <a:gd name="T0" fmla="*/ 53 w 5"/>
                <a:gd name="T1" fmla="*/ 266 h 25"/>
                <a:gd name="T2" fmla="*/ 33 w 5"/>
                <a:gd name="T3" fmla="*/ 97 h 25"/>
                <a:gd name="T4" fmla="*/ 0 w 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5">
                  <a:moveTo>
                    <a:pt x="5" y="25"/>
                  </a:moveTo>
                  <a:cubicBezTo>
                    <a:pt x="5" y="20"/>
                    <a:pt x="4" y="15"/>
                    <a:pt x="3" y="9"/>
                  </a:cubicBezTo>
                  <a:cubicBezTo>
                    <a:pt x="2" y="6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5" name="Freeform 1936">
              <a:extLst>
                <a:ext uri="{FF2B5EF4-FFF2-40B4-BE49-F238E27FC236}">
                  <a16:creationId xmlns:a16="http://schemas.microsoft.com/office/drawing/2014/main" id="{ADDCE99F-4679-4425-A541-E9CFE6BE5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955"/>
              <a:ext cx="30" cy="48"/>
            </a:xfrm>
            <a:custGeom>
              <a:avLst/>
              <a:gdLst>
                <a:gd name="T0" fmla="*/ 0 w 15"/>
                <a:gd name="T1" fmla="*/ 0 h 22"/>
                <a:gd name="T2" fmla="*/ 40 w 15"/>
                <a:gd name="T3" fmla="*/ 72 h 22"/>
                <a:gd name="T4" fmla="*/ 80 w 15"/>
                <a:gd name="T5" fmla="*/ 157 h 22"/>
                <a:gd name="T6" fmla="*/ 120 w 15"/>
                <a:gd name="T7" fmla="*/ 2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0" y="0"/>
                  </a:moveTo>
                  <a:cubicBezTo>
                    <a:pt x="2" y="1"/>
                    <a:pt x="3" y="5"/>
                    <a:pt x="5" y="7"/>
                  </a:cubicBezTo>
                  <a:cubicBezTo>
                    <a:pt x="6" y="10"/>
                    <a:pt x="8" y="12"/>
                    <a:pt x="10" y="15"/>
                  </a:cubicBezTo>
                  <a:cubicBezTo>
                    <a:pt x="12" y="17"/>
                    <a:pt x="14" y="20"/>
                    <a:pt x="15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6" name="Freeform 1937">
              <a:extLst>
                <a:ext uri="{FF2B5EF4-FFF2-40B4-BE49-F238E27FC236}">
                  <a16:creationId xmlns:a16="http://schemas.microsoft.com/office/drawing/2014/main" id="{788C3187-20AD-4CC3-BFAD-719A92633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911"/>
              <a:ext cx="47" cy="94"/>
            </a:xfrm>
            <a:custGeom>
              <a:avLst/>
              <a:gdLst>
                <a:gd name="T0" fmla="*/ 0 w 23"/>
                <a:gd name="T1" fmla="*/ 0 h 43"/>
                <a:gd name="T2" fmla="*/ 155 w 23"/>
                <a:gd name="T3" fmla="*/ 302 h 43"/>
                <a:gd name="T4" fmla="*/ 196 w 23"/>
                <a:gd name="T5" fmla="*/ 44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3">
                  <a:moveTo>
                    <a:pt x="0" y="0"/>
                  </a:moveTo>
                  <a:cubicBezTo>
                    <a:pt x="7" y="10"/>
                    <a:pt x="13" y="18"/>
                    <a:pt x="18" y="29"/>
                  </a:cubicBezTo>
                  <a:cubicBezTo>
                    <a:pt x="20" y="33"/>
                    <a:pt x="22" y="39"/>
                    <a:pt x="23" y="4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7" name="Freeform 1938">
              <a:extLst>
                <a:ext uri="{FF2B5EF4-FFF2-40B4-BE49-F238E27FC236}">
                  <a16:creationId xmlns:a16="http://schemas.microsoft.com/office/drawing/2014/main" id="{758DBACB-931A-4C8B-8A3C-254921728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3025"/>
              <a:ext cx="31" cy="74"/>
            </a:xfrm>
            <a:custGeom>
              <a:avLst/>
              <a:gdLst>
                <a:gd name="T0" fmla="*/ 0 w 15"/>
                <a:gd name="T1" fmla="*/ 124 h 34"/>
                <a:gd name="T2" fmla="*/ 132 w 15"/>
                <a:gd name="T3" fmla="*/ 350 h 34"/>
                <a:gd name="T4" fmla="*/ 107 w 15"/>
                <a:gd name="T5" fmla="*/ 246 h 34"/>
                <a:gd name="T6" fmla="*/ 72 w 15"/>
                <a:gd name="T7" fmla="*/ 113 h 34"/>
                <a:gd name="T8" fmla="*/ 0 w 1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4">
                  <a:moveTo>
                    <a:pt x="0" y="12"/>
                  </a:moveTo>
                  <a:cubicBezTo>
                    <a:pt x="1" y="19"/>
                    <a:pt x="5" y="34"/>
                    <a:pt x="15" y="34"/>
                  </a:cubicBezTo>
                  <a:cubicBezTo>
                    <a:pt x="14" y="31"/>
                    <a:pt x="13" y="28"/>
                    <a:pt x="12" y="24"/>
                  </a:cubicBezTo>
                  <a:cubicBezTo>
                    <a:pt x="11" y="20"/>
                    <a:pt x="10" y="16"/>
                    <a:pt x="8" y="11"/>
                  </a:cubicBezTo>
                  <a:cubicBezTo>
                    <a:pt x="7" y="7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8" name="Freeform 1939">
              <a:extLst>
                <a:ext uri="{FF2B5EF4-FFF2-40B4-BE49-F238E27FC236}">
                  <a16:creationId xmlns:a16="http://schemas.microsoft.com/office/drawing/2014/main" id="{814E0912-621A-4046-B5FA-4EE40B158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3097"/>
              <a:ext cx="29" cy="48"/>
            </a:xfrm>
            <a:custGeom>
              <a:avLst/>
              <a:gdLst>
                <a:gd name="T0" fmla="*/ 0 w 14"/>
                <a:gd name="T1" fmla="*/ 0 h 22"/>
                <a:gd name="T2" fmla="*/ 73 w 14"/>
                <a:gd name="T3" fmla="*/ 166 h 22"/>
                <a:gd name="T4" fmla="*/ 124 w 14"/>
                <a:gd name="T5" fmla="*/ 2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2" y="6"/>
                    <a:pt x="3" y="11"/>
                    <a:pt x="8" y="16"/>
                  </a:cubicBezTo>
                  <a:cubicBezTo>
                    <a:pt x="10" y="19"/>
                    <a:pt x="12" y="20"/>
                    <a:pt x="14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59" name="Freeform 1940">
              <a:extLst>
                <a:ext uri="{FF2B5EF4-FFF2-40B4-BE49-F238E27FC236}">
                  <a16:creationId xmlns:a16="http://schemas.microsoft.com/office/drawing/2014/main" id="{7222947D-7164-45CC-9036-29D2CCED4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3202"/>
              <a:ext cx="47" cy="63"/>
            </a:xfrm>
            <a:custGeom>
              <a:avLst/>
              <a:gdLst>
                <a:gd name="T0" fmla="*/ 0 w 23"/>
                <a:gd name="T1" fmla="*/ 0 h 29"/>
                <a:gd name="T2" fmla="*/ 33 w 23"/>
                <a:gd name="T3" fmla="*/ 33 h 29"/>
                <a:gd name="T4" fmla="*/ 92 w 23"/>
                <a:gd name="T5" fmla="*/ 80 h 29"/>
                <a:gd name="T6" fmla="*/ 155 w 23"/>
                <a:gd name="T7" fmla="*/ 193 h 29"/>
                <a:gd name="T8" fmla="*/ 180 w 23"/>
                <a:gd name="T9" fmla="*/ 245 h 29"/>
                <a:gd name="T10" fmla="*/ 196 w 23"/>
                <a:gd name="T11" fmla="*/ 289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9">
                  <a:moveTo>
                    <a:pt x="0" y="0"/>
                  </a:moveTo>
                  <a:cubicBezTo>
                    <a:pt x="1" y="2"/>
                    <a:pt x="2" y="2"/>
                    <a:pt x="4" y="3"/>
                  </a:cubicBezTo>
                  <a:cubicBezTo>
                    <a:pt x="7" y="4"/>
                    <a:pt x="9" y="6"/>
                    <a:pt x="11" y="8"/>
                  </a:cubicBezTo>
                  <a:cubicBezTo>
                    <a:pt x="14" y="12"/>
                    <a:pt x="16" y="15"/>
                    <a:pt x="18" y="19"/>
                  </a:cubicBezTo>
                  <a:cubicBezTo>
                    <a:pt x="19" y="21"/>
                    <a:pt x="20" y="23"/>
                    <a:pt x="21" y="24"/>
                  </a:cubicBezTo>
                  <a:cubicBezTo>
                    <a:pt x="22" y="25"/>
                    <a:pt x="23" y="29"/>
                    <a:pt x="23" y="2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0" name="Freeform 1941">
              <a:extLst>
                <a:ext uri="{FF2B5EF4-FFF2-40B4-BE49-F238E27FC236}">
                  <a16:creationId xmlns:a16="http://schemas.microsoft.com/office/drawing/2014/main" id="{4246A2D8-85DC-4C4F-B078-2193FE4FD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3160"/>
              <a:ext cx="45" cy="96"/>
            </a:xfrm>
            <a:custGeom>
              <a:avLst/>
              <a:gdLst>
                <a:gd name="T0" fmla="*/ 51 w 22"/>
                <a:gd name="T1" fmla="*/ 0 h 44"/>
                <a:gd name="T2" fmla="*/ 188 w 22"/>
                <a:gd name="T3" fmla="*/ 45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4">
                  <a:moveTo>
                    <a:pt x="6" y="0"/>
                  </a:moveTo>
                  <a:cubicBezTo>
                    <a:pt x="0" y="17"/>
                    <a:pt x="14" y="32"/>
                    <a:pt x="22" y="4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1" name="Freeform 1942">
              <a:extLst>
                <a:ext uri="{FF2B5EF4-FFF2-40B4-BE49-F238E27FC236}">
                  <a16:creationId xmlns:a16="http://schemas.microsoft.com/office/drawing/2014/main" id="{C4CA9AD3-9745-45B9-A530-8D4E8BE87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3219"/>
              <a:ext cx="27" cy="35"/>
            </a:xfrm>
            <a:custGeom>
              <a:avLst/>
              <a:gdLst>
                <a:gd name="T0" fmla="*/ 0 w 13"/>
                <a:gd name="T1" fmla="*/ 0 h 16"/>
                <a:gd name="T2" fmla="*/ 100 w 13"/>
                <a:gd name="T3" fmla="*/ 125 h 16"/>
                <a:gd name="T4" fmla="*/ 116 w 13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4" y="4"/>
                    <a:pt x="8" y="8"/>
                    <a:pt x="11" y="12"/>
                  </a:cubicBezTo>
                  <a:cubicBezTo>
                    <a:pt x="11" y="14"/>
                    <a:pt x="13" y="16"/>
                    <a:pt x="13" y="1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2" name="Freeform 1943">
              <a:extLst>
                <a:ext uri="{FF2B5EF4-FFF2-40B4-BE49-F238E27FC236}">
                  <a16:creationId xmlns:a16="http://schemas.microsoft.com/office/drawing/2014/main" id="{B5EFC25B-6DAA-4B55-A82E-0192F0411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3197"/>
              <a:ext cx="4" cy="37"/>
            </a:xfrm>
            <a:custGeom>
              <a:avLst/>
              <a:gdLst>
                <a:gd name="T0" fmla="*/ 8 w 2"/>
                <a:gd name="T1" fmla="*/ 176 h 17"/>
                <a:gd name="T2" fmla="*/ 0 w 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1" y="17"/>
                  </a:moveTo>
                  <a:cubicBezTo>
                    <a:pt x="2" y="11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3" name="Freeform 1944">
              <a:extLst>
                <a:ext uri="{FF2B5EF4-FFF2-40B4-BE49-F238E27FC236}">
                  <a16:creationId xmlns:a16="http://schemas.microsoft.com/office/drawing/2014/main" id="{70EE887D-0D42-4421-BC97-752F4A51E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3210"/>
              <a:ext cx="8" cy="22"/>
            </a:xfrm>
            <a:custGeom>
              <a:avLst/>
              <a:gdLst>
                <a:gd name="T0" fmla="*/ 0 w 4"/>
                <a:gd name="T1" fmla="*/ 106 h 10"/>
                <a:gd name="T2" fmla="*/ 32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3" y="7"/>
                    <a:pt x="3" y="4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4" name="Freeform 1945">
              <a:extLst>
                <a:ext uri="{FF2B5EF4-FFF2-40B4-BE49-F238E27FC236}">
                  <a16:creationId xmlns:a16="http://schemas.microsoft.com/office/drawing/2014/main" id="{9C8CDD3E-0AE8-4A0E-BA98-1AA8763BA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3538"/>
              <a:ext cx="61" cy="108"/>
            </a:xfrm>
            <a:custGeom>
              <a:avLst/>
              <a:gdLst>
                <a:gd name="T0" fmla="*/ 236 w 30"/>
                <a:gd name="T1" fmla="*/ 0 h 49"/>
                <a:gd name="T2" fmla="*/ 83 w 30"/>
                <a:gd name="T3" fmla="*/ 311 h 49"/>
                <a:gd name="T4" fmla="*/ 0 w 30"/>
                <a:gd name="T5" fmla="*/ 525 h 49"/>
                <a:gd name="T6" fmla="*/ 57 w 30"/>
                <a:gd name="T7" fmla="*/ 492 h 49"/>
                <a:gd name="T8" fmla="*/ 153 w 30"/>
                <a:gd name="T9" fmla="*/ 399 h 49"/>
                <a:gd name="T10" fmla="*/ 252 w 30"/>
                <a:gd name="T11" fmla="*/ 141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9">
                  <a:moveTo>
                    <a:pt x="28" y="0"/>
                  </a:moveTo>
                  <a:cubicBezTo>
                    <a:pt x="23" y="4"/>
                    <a:pt x="12" y="23"/>
                    <a:pt x="10" y="29"/>
                  </a:cubicBezTo>
                  <a:cubicBezTo>
                    <a:pt x="6" y="38"/>
                    <a:pt x="6" y="42"/>
                    <a:pt x="0" y="49"/>
                  </a:cubicBezTo>
                  <a:cubicBezTo>
                    <a:pt x="2" y="48"/>
                    <a:pt x="4" y="47"/>
                    <a:pt x="7" y="46"/>
                  </a:cubicBezTo>
                  <a:cubicBezTo>
                    <a:pt x="11" y="44"/>
                    <a:pt x="15" y="41"/>
                    <a:pt x="18" y="37"/>
                  </a:cubicBezTo>
                  <a:cubicBezTo>
                    <a:pt x="25" y="29"/>
                    <a:pt x="27" y="23"/>
                    <a:pt x="30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5" name="Freeform 1946">
              <a:extLst>
                <a:ext uri="{FF2B5EF4-FFF2-40B4-BE49-F238E27FC236}">
                  <a16:creationId xmlns:a16="http://schemas.microsoft.com/office/drawing/2014/main" id="{DC3DFB63-4D93-4C1A-832D-8B8B307AE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3650"/>
              <a:ext cx="68" cy="59"/>
            </a:xfrm>
            <a:custGeom>
              <a:avLst/>
              <a:gdLst>
                <a:gd name="T0" fmla="*/ 16 w 33"/>
                <a:gd name="T1" fmla="*/ 282 h 27"/>
                <a:gd name="T2" fmla="*/ 140 w 33"/>
                <a:gd name="T3" fmla="*/ 114 h 27"/>
                <a:gd name="T4" fmla="*/ 264 w 33"/>
                <a:gd name="T5" fmla="*/ 0 h 27"/>
                <a:gd name="T6" fmla="*/ 272 w 33"/>
                <a:gd name="T7" fmla="*/ 9 h 27"/>
                <a:gd name="T8" fmla="*/ 288 w 33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2" y="27"/>
                  </a:moveTo>
                  <a:cubicBezTo>
                    <a:pt x="0" y="23"/>
                    <a:pt x="12" y="15"/>
                    <a:pt x="16" y="11"/>
                  </a:cubicBezTo>
                  <a:cubicBezTo>
                    <a:pt x="20" y="7"/>
                    <a:pt x="24" y="2"/>
                    <a:pt x="30" y="0"/>
                  </a:cubicBezTo>
                  <a:cubicBezTo>
                    <a:pt x="30" y="0"/>
                    <a:pt x="30" y="1"/>
                    <a:pt x="31" y="1"/>
                  </a:cubicBezTo>
                  <a:cubicBezTo>
                    <a:pt x="31" y="0"/>
                    <a:pt x="32" y="0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6" name="Freeform 1947">
              <a:extLst>
                <a:ext uri="{FF2B5EF4-FFF2-40B4-BE49-F238E27FC236}">
                  <a16:creationId xmlns:a16="http://schemas.microsoft.com/office/drawing/2014/main" id="{36AD9673-2867-4B98-9FF6-BD58362C2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3737"/>
              <a:ext cx="72" cy="33"/>
            </a:xfrm>
            <a:custGeom>
              <a:avLst/>
              <a:gdLst>
                <a:gd name="T0" fmla="*/ 0 w 35"/>
                <a:gd name="T1" fmla="*/ 161 h 15"/>
                <a:gd name="T2" fmla="*/ 224 w 35"/>
                <a:gd name="T3" fmla="*/ 20 h 15"/>
                <a:gd name="T4" fmla="*/ 304 w 3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0" y="15"/>
                  </a:moveTo>
                  <a:cubicBezTo>
                    <a:pt x="8" y="9"/>
                    <a:pt x="16" y="5"/>
                    <a:pt x="26" y="2"/>
                  </a:cubicBezTo>
                  <a:cubicBezTo>
                    <a:pt x="29" y="1"/>
                    <a:pt x="32" y="0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7" name="Freeform 1948">
              <a:extLst>
                <a:ext uri="{FF2B5EF4-FFF2-40B4-BE49-F238E27FC236}">
                  <a16:creationId xmlns:a16="http://schemas.microsoft.com/office/drawing/2014/main" id="{55B9CB8A-A27B-43A6-A71E-F73D0D490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897"/>
              <a:ext cx="123" cy="24"/>
            </a:xfrm>
            <a:custGeom>
              <a:avLst/>
              <a:gdLst>
                <a:gd name="T0" fmla="*/ 0 w 60"/>
                <a:gd name="T1" fmla="*/ 0 h 11"/>
                <a:gd name="T2" fmla="*/ 328 w 60"/>
                <a:gd name="T3" fmla="*/ 105 h 11"/>
                <a:gd name="T4" fmla="*/ 517 w 60"/>
                <a:gd name="T5" fmla="*/ 5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1">
                  <a:moveTo>
                    <a:pt x="0" y="0"/>
                  </a:moveTo>
                  <a:cubicBezTo>
                    <a:pt x="8" y="8"/>
                    <a:pt x="28" y="11"/>
                    <a:pt x="38" y="10"/>
                  </a:cubicBezTo>
                  <a:cubicBezTo>
                    <a:pt x="43" y="10"/>
                    <a:pt x="58" y="9"/>
                    <a:pt x="6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8" name="Freeform 1949">
              <a:extLst>
                <a:ext uri="{FF2B5EF4-FFF2-40B4-BE49-F238E27FC236}">
                  <a16:creationId xmlns:a16="http://schemas.microsoft.com/office/drawing/2014/main" id="{CE757DD8-5D73-4CED-AF21-F8829E963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3849"/>
              <a:ext cx="123" cy="55"/>
            </a:xfrm>
            <a:custGeom>
              <a:avLst/>
              <a:gdLst>
                <a:gd name="T0" fmla="*/ 0 w 60"/>
                <a:gd name="T1" fmla="*/ 0 h 25"/>
                <a:gd name="T2" fmla="*/ 517 w 60"/>
                <a:gd name="T3" fmla="*/ 24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5">
                  <a:moveTo>
                    <a:pt x="0" y="0"/>
                  </a:moveTo>
                  <a:cubicBezTo>
                    <a:pt x="13" y="15"/>
                    <a:pt x="41" y="25"/>
                    <a:pt x="60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69" name="Freeform 1950">
              <a:extLst>
                <a:ext uri="{FF2B5EF4-FFF2-40B4-BE49-F238E27FC236}">
                  <a16:creationId xmlns:a16="http://schemas.microsoft.com/office/drawing/2014/main" id="{BFFBEA61-3DAB-422C-BF91-5986D1685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300"/>
              <a:ext cx="25" cy="101"/>
            </a:xfrm>
            <a:custGeom>
              <a:avLst/>
              <a:gdLst>
                <a:gd name="T0" fmla="*/ 56 w 12"/>
                <a:gd name="T1" fmla="*/ 487 h 46"/>
                <a:gd name="T2" fmla="*/ 8 w 12"/>
                <a:gd name="T3" fmla="*/ 255 h 46"/>
                <a:gd name="T4" fmla="*/ 0 w 12"/>
                <a:gd name="T5" fmla="*/ 116 h 46"/>
                <a:gd name="T6" fmla="*/ 17 w 12"/>
                <a:gd name="T7" fmla="*/ 0 h 46"/>
                <a:gd name="T8" fmla="*/ 92 w 12"/>
                <a:gd name="T9" fmla="*/ 274 h 46"/>
                <a:gd name="T10" fmla="*/ 92 w 12"/>
                <a:gd name="T11" fmla="*/ 46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6">
                  <a:moveTo>
                    <a:pt x="6" y="46"/>
                  </a:moveTo>
                  <a:cubicBezTo>
                    <a:pt x="5" y="39"/>
                    <a:pt x="2" y="33"/>
                    <a:pt x="1" y="24"/>
                  </a:cubicBezTo>
                  <a:cubicBezTo>
                    <a:pt x="1" y="20"/>
                    <a:pt x="0" y="16"/>
                    <a:pt x="0" y="11"/>
                  </a:cubicBezTo>
                  <a:cubicBezTo>
                    <a:pt x="0" y="7"/>
                    <a:pt x="2" y="3"/>
                    <a:pt x="2" y="0"/>
                  </a:cubicBezTo>
                  <a:cubicBezTo>
                    <a:pt x="4" y="9"/>
                    <a:pt x="9" y="17"/>
                    <a:pt x="10" y="26"/>
                  </a:cubicBezTo>
                  <a:cubicBezTo>
                    <a:pt x="11" y="31"/>
                    <a:pt x="12" y="40"/>
                    <a:pt x="10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0" name="Freeform 1951">
              <a:extLst>
                <a:ext uri="{FF2B5EF4-FFF2-40B4-BE49-F238E27FC236}">
                  <a16:creationId xmlns:a16="http://schemas.microsoft.com/office/drawing/2014/main" id="{1CAF7EB0-24C9-48F5-88EE-3D6D6ED55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259"/>
              <a:ext cx="27" cy="37"/>
            </a:xfrm>
            <a:custGeom>
              <a:avLst/>
              <a:gdLst>
                <a:gd name="T0" fmla="*/ 8 w 13"/>
                <a:gd name="T1" fmla="*/ 0 h 17"/>
                <a:gd name="T2" fmla="*/ 25 w 13"/>
                <a:gd name="T3" fmla="*/ 176 h 17"/>
                <a:gd name="T4" fmla="*/ 116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0" y="6"/>
                    <a:pt x="0" y="12"/>
                    <a:pt x="3" y="17"/>
                  </a:cubicBezTo>
                  <a:cubicBezTo>
                    <a:pt x="8" y="13"/>
                    <a:pt x="11" y="6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1" name="Freeform 1952">
              <a:extLst>
                <a:ext uri="{FF2B5EF4-FFF2-40B4-BE49-F238E27FC236}">
                  <a16:creationId xmlns:a16="http://schemas.microsoft.com/office/drawing/2014/main" id="{56A9B37B-E53C-4090-9DF5-F31EC61CF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3263"/>
              <a:ext cx="22" cy="76"/>
            </a:xfrm>
            <a:custGeom>
              <a:avLst/>
              <a:gdLst>
                <a:gd name="T0" fmla="*/ 88 w 11"/>
                <a:gd name="T1" fmla="*/ 0 h 35"/>
                <a:gd name="T2" fmla="*/ 40 w 11"/>
                <a:gd name="T3" fmla="*/ 237 h 35"/>
                <a:gd name="T4" fmla="*/ 0 w 11"/>
                <a:gd name="T5" fmla="*/ 35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5">
                  <a:moveTo>
                    <a:pt x="11" y="0"/>
                  </a:moveTo>
                  <a:cubicBezTo>
                    <a:pt x="8" y="8"/>
                    <a:pt x="9" y="15"/>
                    <a:pt x="5" y="23"/>
                  </a:cubicBezTo>
                  <a:cubicBezTo>
                    <a:pt x="3" y="27"/>
                    <a:pt x="2" y="31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2" name="Freeform 1953">
              <a:extLst>
                <a:ext uri="{FF2B5EF4-FFF2-40B4-BE49-F238E27FC236}">
                  <a16:creationId xmlns:a16="http://schemas.microsoft.com/office/drawing/2014/main" id="{10AB0A3E-E9B0-4924-B03A-D01307BA2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3261"/>
              <a:ext cx="37" cy="96"/>
            </a:xfrm>
            <a:custGeom>
              <a:avLst/>
              <a:gdLst>
                <a:gd name="T0" fmla="*/ 97 w 18"/>
                <a:gd name="T1" fmla="*/ 0 h 44"/>
                <a:gd name="T2" fmla="*/ 140 w 18"/>
                <a:gd name="T3" fmla="*/ 290 h 44"/>
                <a:gd name="T4" fmla="*/ 148 w 18"/>
                <a:gd name="T5" fmla="*/ 456 h 44"/>
                <a:gd name="T6" fmla="*/ 0 w 18"/>
                <a:gd name="T7" fmla="*/ 133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4">
                  <a:moveTo>
                    <a:pt x="11" y="0"/>
                  </a:moveTo>
                  <a:cubicBezTo>
                    <a:pt x="14" y="9"/>
                    <a:pt x="15" y="19"/>
                    <a:pt x="16" y="28"/>
                  </a:cubicBezTo>
                  <a:cubicBezTo>
                    <a:pt x="16" y="33"/>
                    <a:pt x="18" y="39"/>
                    <a:pt x="17" y="44"/>
                  </a:cubicBezTo>
                  <a:cubicBezTo>
                    <a:pt x="11" y="34"/>
                    <a:pt x="3" y="25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3" name="Freeform 1954">
              <a:extLst>
                <a:ext uri="{FF2B5EF4-FFF2-40B4-BE49-F238E27FC236}">
                  <a16:creationId xmlns:a16="http://schemas.microsoft.com/office/drawing/2014/main" id="{34A476BD-FF4B-4E0A-A260-433FC5737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3333"/>
              <a:ext cx="12" cy="35"/>
            </a:xfrm>
            <a:custGeom>
              <a:avLst/>
              <a:gdLst>
                <a:gd name="T0" fmla="*/ 0 w 6"/>
                <a:gd name="T1" fmla="*/ 168 h 16"/>
                <a:gd name="T2" fmla="*/ 32 w 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2" y="13"/>
                    <a:pt x="6" y="4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4" name="Freeform 1955">
              <a:extLst>
                <a:ext uri="{FF2B5EF4-FFF2-40B4-BE49-F238E27FC236}">
                  <a16:creationId xmlns:a16="http://schemas.microsoft.com/office/drawing/2014/main" id="{1052FDC4-5DC1-4547-A75E-EAD0E1152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3261"/>
              <a:ext cx="29" cy="70"/>
            </a:xfrm>
            <a:custGeom>
              <a:avLst/>
              <a:gdLst>
                <a:gd name="T0" fmla="*/ 108 w 14"/>
                <a:gd name="T1" fmla="*/ 9 h 32"/>
                <a:gd name="T2" fmla="*/ 124 w 14"/>
                <a:gd name="T3" fmla="*/ 335 h 32"/>
                <a:gd name="T4" fmla="*/ 0 w 1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12" y="1"/>
                  </a:moveTo>
                  <a:cubicBezTo>
                    <a:pt x="11" y="12"/>
                    <a:pt x="13" y="22"/>
                    <a:pt x="14" y="32"/>
                  </a:cubicBezTo>
                  <a:cubicBezTo>
                    <a:pt x="8" y="22"/>
                    <a:pt x="1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5" name="Freeform 1956">
              <a:extLst>
                <a:ext uri="{FF2B5EF4-FFF2-40B4-BE49-F238E27FC236}">
                  <a16:creationId xmlns:a16="http://schemas.microsoft.com/office/drawing/2014/main" id="{272CDB5D-AEA1-4873-8006-C99467B88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261"/>
              <a:ext cx="10" cy="37"/>
            </a:xfrm>
            <a:custGeom>
              <a:avLst/>
              <a:gdLst>
                <a:gd name="T0" fmla="*/ 0 w 5"/>
                <a:gd name="T1" fmla="*/ 176 h 17"/>
                <a:gd name="T2" fmla="*/ 40 w 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0" y="17"/>
                  </a:moveTo>
                  <a:cubicBezTo>
                    <a:pt x="2" y="12"/>
                    <a:pt x="4" y="4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6" name="Freeform 1957">
              <a:extLst>
                <a:ext uri="{FF2B5EF4-FFF2-40B4-BE49-F238E27FC236}">
                  <a16:creationId xmlns:a16="http://schemas.microsoft.com/office/drawing/2014/main" id="{B7460483-7D66-462A-A0F7-5808BD9D2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3355"/>
              <a:ext cx="19" cy="85"/>
            </a:xfrm>
            <a:custGeom>
              <a:avLst/>
              <a:gdLst>
                <a:gd name="T0" fmla="*/ 0 w 9"/>
                <a:gd name="T1" fmla="*/ 0 h 39"/>
                <a:gd name="T2" fmla="*/ 68 w 9"/>
                <a:gd name="T3" fmla="*/ 270 h 39"/>
                <a:gd name="T4" fmla="*/ 68 w 9"/>
                <a:gd name="T5" fmla="*/ 40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9">
                  <a:moveTo>
                    <a:pt x="0" y="0"/>
                  </a:moveTo>
                  <a:cubicBezTo>
                    <a:pt x="5" y="8"/>
                    <a:pt x="6" y="16"/>
                    <a:pt x="7" y="26"/>
                  </a:cubicBezTo>
                  <a:cubicBezTo>
                    <a:pt x="7" y="29"/>
                    <a:pt x="9" y="37"/>
                    <a:pt x="7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7" name="Freeform 1958">
              <a:extLst>
                <a:ext uri="{FF2B5EF4-FFF2-40B4-BE49-F238E27FC236}">
                  <a16:creationId xmlns:a16="http://schemas.microsoft.com/office/drawing/2014/main" id="{8002E898-B719-4E38-8B72-F4247DC51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3302"/>
              <a:ext cx="17" cy="77"/>
            </a:xfrm>
            <a:custGeom>
              <a:avLst/>
              <a:gdLst>
                <a:gd name="T0" fmla="*/ 40 w 8"/>
                <a:gd name="T1" fmla="*/ 0 h 35"/>
                <a:gd name="T2" fmla="*/ 0 w 8"/>
                <a:gd name="T3" fmla="*/ 37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5">
                  <a:moveTo>
                    <a:pt x="4" y="0"/>
                  </a:moveTo>
                  <a:cubicBezTo>
                    <a:pt x="8" y="10"/>
                    <a:pt x="6" y="27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8" name="Freeform 1959">
              <a:extLst>
                <a:ext uri="{FF2B5EF4-FFF2-40B4-BE49-F238E27FC236}">
                  <a16:creationId xmlns:a16="http://schemas.microsoft.com/office/drawing/2014/main" id="{9E16E3EC-CE02-4480-B883-500300E1C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3361"/>
              <a:ext cx="12" cy="101"/>
            </a:xfrm>
            <a:custGeom>
              <a:avLst/>
              <a:gdLst>
                <a:gd name="T0" fmla="*/ 0 w 6"/>
                <a:gd name="T1" fmla="*/ 0 h 46"/>
                <a:gd name="T2" fmla="*/ 40 w 6"/>
                <a:gd name="T3" fmla="*/ 338 h 46"/>
                <a:gd name="T4" fmla="*/ 40 w 6"/>
                <a:gd name="T5" fmla="*/ 48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6">
                  <a:moveTo>
                    <a:pt x="0" y="0"/>
                  </a:moveTo>
                  <a:cubicBezTo>
                    <a:pt x="4" y="10"/>
                    <a:pt x="6" y="21"/>
                    <a:pt x="5" y="32"/>
                  </a:cubicBezTo>
                  <a:cubicBezTo>
                    <a:pt x="5" y="35"/>
                    <a:pt x="4" y="44"/>
                    <a:pt x="5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79" name="Freeform 1960">
              <a:extLst>
                <a:ext uri="{FF2B5EF4-FFF2-40B4-BE49-F238E27FC236}">
                  <a16:creationId xmlns:a16="http://schemas.microsoft.com/office/drawing/2014/main" id="{B6991CBE-7C43-4C82-B88B-E3929F86A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3331"/>
              <a:ext cx="41" cy="105"/>
            </a:xfrm>
            <a:custGeom>
              <a:avLst/>
              <a:gdLst>
                <a:gd name="T0" fmla="*/ 68 w 20"/>
                <a:gd name="T1" fmla="*/ 0 h 48"/>
                <a:gd name="T2" fmla="*/ 105 w 20"/>
                <a:gd name="T3" fmla="*/ 221 h 48"/>
                <a:gd name="T4" fmla="*/ 172 w 20"/>
                <a:gd name="T5" fmla="*/ 503 h 48"/>
                <a:gd name="T6" fmla="*/ 0 w 20"/>
                <a:gd name="T7" fmla="*/ 14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8">
                  <a:moveTo>
                    <a:pt x="8" y="0"/>
                  </a:moveTo>
                  <a:cubicBezTo>
                    <a:pt x="9" y="7"/>
                    <a:pt x="10" y="14"/>
                    <a:pt x="12" y="21"/>
                  </a:cubicBezTo>
                  <a:cubicBezTo>
                    <a:pt x="14" y="29"/>
                    <a:pt x="19" y="40"/>
                    <a:pt x="20" y="48"/>
                  </a:cubicBezTo>
                  <a:cubicBezTo>
                    <a:pt x="12" y="40"/>
                    <a:pt x="3" y="25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0" name="Freeform 1961">
              <a:extLst>
                <a:ext uri="{FF2B5EF4-FFF2-40B4-BE49-F238E27FC236}">
                  <a16:creationId xmlns:a16="http://schemas.microsoft.com/office/drawing/2014/main" id="{08587891-FD61-4D06-82CE-F2E0C2911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3433"/>
              <a:ext cx="14" cy="94"/>
            </a:xfrm>
            <a:custGeom>
              <a:avLst/>
              <a:gdLst>
                <a:gd name="T0" fmla="*/ 0 w 7"/>
                <a:gd name="T1" fmla="*/ 0 h 43"/>
                <a:gd name="T2" fmla="*/ 40 w 7"/>
                <a:gd name="T3" fmla="*/ 44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3">
                  <a:moveTo>
                    <a:pt x="0" y="0"/>
                  </a:moveTo>
                  <a:cubicBezTo>
                    <a:pt x="7" y="11"/>
                    <a:pt x="5" y="30"/>
                    <a:pt x="5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1" name="Freeform 1962">
              <a:extLst>
                <a:ext uri="{FF2B5EF4-FFF2-40B4-BE49-F238E27FC236}">
                  <a16:creationId xmlns:a16="http://schemas.microsoft.com/office/drawing/2014/main" id="{1ADC64D6-04A9-4E7E-96CE-BD0E2F836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3462"/>
              <a:ext cx="59" cy="122"/>
            </a:xfrm>
            <a:custGeom>
              <a:avLst/>
              <a:gdLst>
                <a:gd name="T0" fmla="*/ 0 w 29"/>
                <a:gd name="T1" fmla="*/ 0 h 56"/>
                <a:gd name="T2" fmla="*/ 83 w 29"/>
                <a:gd name="T3" fmla="*/ 185 h 56"/>
                <a:gd name="T4" fmla="*/ 169 w 29"/>
                <a:gd name="T5" fmla="*/ 362 h 56"/>
                <a:gd name="T6" fmla="*/ 244 w 29"/>
                <a:gd name="T7" fmla="*/ 58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6">
                  <a:moveTo>
                    <a:pt x="0" y="0"/>
                  </a:moveTo>
                  <a:cubicBezTo>
                    <a:pt x="5" y="4"/>
                    <a:pt x="8" y="13"/>
                    <a:pt x="10" y="18"/>
                  </a:cubicBezTo>
                  <a:cubicBezTo>
                    <a:pt x="13" y="24"/>
                    <a:pt x="16" y="30"/>
                    <a:pt x="20" y="35"/>
                  </a:cubicBezTo>
                  <a:cubicBezTo>
                    <a:pt x="23" y="42"/>
                    <a:pt x="29" y="49"/>
                    <a:pt x="29" y="5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2" name="Freeform 1963">
              <a:extLst>
                <a:ext uri="{FF2B5EF4-FFF2-40B4-BE49-F238E27FC236}">
                  <a16:creationId xmlns:a16="http://schemas.microsoft.com/office/drawing/2014/main" id="{B046F403-B1BA-47D2-9C3D-E02D3591A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3665"/>
              <a:ext cx="54" cy="81"/>
            </a:xfrm>
            <a:custGeom>
              <a:avLst/>
              <a:gdLst>
                <a:gd name="T0" fmla="*/ 0 w 26"/>
                <a:gd name="T1" fmla="*/ 387 h 37"/>
                <a:gd name="T2" fmla="*/ 233 w 26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7">
                  <a:moveTo>
                    <a:pt x="0" y="37"/>
                  </a:moveTo>
                  <a:cubicBezTo>
                    <a:pt x="12" y="31"/>
                    <a:pt x="24" y="13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3" name="Freeform 1964">
              <a:extLst>
                <a:ext uri="{FF2B5EF4-FFF2-40B4-BE49-F238E27FC236}">
                  <a16:creationId xmlns:a16="http://schemas.microsoft.com/office/drawing/2014/main" id="{254E4BBC-673B-4BDC-94BB-4CF57B27D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3571"/>
              <a:ext cx="49" cy="105"/>
            </a:xfrm>
            <a:custGeom>
              <a:avLst/>
              <a:gdLst>
                <a:gd name="T0" fmla="*/ 0 w 24"/>
                <a:gd name="T1" fmla="*/ 503 h 48"/>
                <a:gd name="T2" fmla="*/ 188 w 24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8">
                  <a:moveTo>
                    <a:pt x="0" y="48"/>
                  </a:moveTo>
                  <a:cubicBezTo>
                    <a:pt x="9" y="33"/>
                    <a:pt x="24" y="19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4" name="Freeform 1965">
              <a:extLst>
                <a:ext uri="{FF2B5EF4-FFF2-40B4-BE49-F238E27FC236}">
                  <a16:creationId xmlns:a16="http://schemas.microsoft.com/office/drawing/2014/main" id="{4F59FB72-E88E-4BB0-B9E8-F4E674DD6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3455"/>
              <a:ext cx="32" cy="118"/>
            </a:xfrm>
            <a:custGeom>
              <a:avLst/>
              <a:gdLst>
                <a:gd name="T0" fmla="*/ 0 w 16"/>
                <a:gd name="T1" fmla="*/ 378 h 54"/>
                <a:gd name="T2" fmla="*/ 0 w 16"/>
                <a:gd name="T3" fmla="*/ 564 h 54"/>
                <a:gd name="T4" fmla="*/ 112 w 16"/>
                <a:gd name="T5" fmla="*/ 221 h 54"/>
                <a:gd name="T6" fmla="*/ 120 w 16"/>
                <a:gd name="T7" fmla="*/ 81 h 54"/>
                <a:gd name="T8" fmla="*/ 104 w 16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4">
                  <a:moveTo>
                    <a:pt x="0" y="36"/>
                  </a:moveTo>
                  <a:cubicBezTo>
                    <a:pt x="0" y="42"/>
                    <a:pt x="2" y="48"/>
                    <a:pt x="0" y="54"/>
                  </a:cubicBezTo>
                  <a:cubicBezTo>
                    <a:pt x="7" y="45"/>
                    <a:pt x="11" y="32"/>
                    <a:pt x="14" y="21"/>
                  </a:cubicBezTo>
                  <a:cubicBezTo>
                    <a:pt x="15" y="17"/>
                    <a:pt x="16" y="12"/>
                    <a:pt x="15" y="8"/>
                  </a:cubicBezTo>
                  <a:cubicBezTo>
                    <a:pt x="15" y="5"/>
                    <a:pt x="13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5" name="Freeform 1966">
              <a:extLst>
                <a:ext uri="{FF2B5EF4-FFF2-40B4-BE49-F238E27FC236}">
                  <a16:creationId xmlns:a16="http://schemas.microsoft.com/office/drawing/2014/main" id="{BC4E8C7E-0370-4039-A784-CACFA9BEB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" y="3414"/>
              <a:ext cx="15" cy="63"/>
            </a:xfrm>
            <a:custGeom>
              <a:avLst/>
              <a:gdLst>
                <a:gd name="T0" fmla="*/ 69 w 7"/>
                <a:gd name="T1" fmla="*/ 0 h 29"/>
                <a:gd name="T2" fmla="*/ 0 w 7"/>
                <a:gd name="T3" fmla="*/ 29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7" y="0"/>
                  </a:moveTo>
                  <a:cubicBezTo>
                    <a:pt x="7" y="9"/>
                    <a:pt x="4" y="21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6" name="Freeform 1967">
              <a:extLst>
                <a:ext uri="{FF2B5EF4-FFF2-40B4-BE49-F238E27FC236}">
                  <a16:creationId xmlns:a16="http://schemas.microsoft.com/office/drawing/2014/main" id="{CA430E82-BC53-4995-AF25-EBAC078D3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3300"/>
              <a:ext cx="33" cy="85"/>
            </a:xfrm>
            <a:custGeom>
              <a:avLst/>
              <a:gdLst>
                <a:gd name="T0" fmla="*/ 17 w 16"/>
                <a:gd name="T1" fmla="*/ 333 h 39"/>
                <a:gd name="T2" fmla="*/ 52 w 16"/>
                <a:gd name="T3" fmla="*/ 0 h 39"/>
                <a:gd name="T4" fmla="*/ 72 w 16"/>
                <a:gd name="T5" fmla="*/ 40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9">
                  <a:moveTo>
                    <a:pt x="2" y="32"/>
                  </a:moveTo>
                  <a:cubicBezTo>
                    <a:pt x="0" y="23"/>
                    <a:pt x="1" y="7"/>
                    <a:pt x="6" y="0"/>
                  </a:cubicBezTo>
                  <a:cubicBezTo>
                    <a:pt x="11" y="11"/>
                    <a:pt x="16" y="28"/>
                    <a:pt x="8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7" name="Freeform 1968">
              <a:extLst>
                <a:ext uri="{FF2B5EF4-FFF2-40B4-BE49-F238E27FC236}">
                  <a16:creationId xmlns:a16="http://schemas.microsoft.com/office/drawing/2014/main" id="{795ABE10-0942-42E3-ADF6-E4BDCB7C2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3259"/>
              <a:ext cx="27" cy="41"/>
            </a:xfrm>
            <a:custGeom>
              <a:avLst/>
              <a:gdLst>
                <a:gd name="T0" fmla="*/ 17 w 13"/>
                <a:gd name="T1" fmla="*/ 9 h 19"/>
                <a:gd name="T2" fmla="*/ 25 w 13"/>
                <a:gd name="T3" fmla="*/ 190 h 19"/>
                <a:gd name="T4" fmla="*/ 116 w 1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2" y="1"/>
                  </a:moveTo>
                  <a:cubicBezTo>
                    <a:pt x="1" y="7"/>
                    <a:pt x="0" y="14"/>
                    <a:pt x="3" y="19"/>
                  </a:cubicBezTo>
                  <a:cubicBezTo>
                    <a:pt x="7" y="13"/>
                    <a:pt x="12" y="8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8" name="Freeform 1969">
              <a:extLst>
                <a:ext uri="{FF2B5EF4-FFF2-40B4-BE49-F238E27FC236}">
                  <a16:creationId xmlns:a16="http://schemas.microsoft.com/office/drawing/2014/main" id="{C1BC756C-EF6B-4322-B404-5BF5EC88E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3261"/>
              <a:ext cx="31" cy="46"/>
            </a:xfrm>
            <a:custGeom>
              <a:avLst/>
              <a:gdLst>
                <a:gd name="T0" fmla="*/ 132 w 15"/>
                <a:gd name="T1" fmla="*/ 9 h 21"/>
                <a:gd name="T2" fmla="*/ 60 w 15"/>
                <a:gd name="T3" fmla="*/ 221 h 21"/>
                <a:gd name="T4" fmla="*/ 0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5" y="1"/>
                  </a:moveTo>
                  <a:cubicBezTo>
                    <a:pt x="15" y="7"/>
                    <a:pt x="10" y="16"/>
                    <a:pt x="7" y="21"/>
                  </a:cubicBezTo>
                  <a:cubicBezTo>
                    <a:pt x="3" y="16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89" name="Freeform 1970">
              <a:extLst>
                <a:ext uri="{FF2B5EF4-FFF2-40B4-BE49-F238E27FC236}">
                  <a16:creationId xmlns:a16="http://schemas.microsoft.com/office/drawing/2014/main" id="{021A0BC9-2B47-4E52-A05D-150697F5C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3261"/>
              <a:ext cx="27" cy="37"/>
            </a:xfrm>
            <a:custGeom>
              <a:avLst/>
              <a:gdLst>
                <a:gd name="T0" fmla="*/ 116 w 13"/>
                <a:gd name="T1" fmla="*/ 0 h 17"/>
                <a:gd name="T2" fmla="*/ 0 w 13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13" y="0"/>
                  </a:moveTo>
                  <a:cubicBezTo>
                    <a:pt x="11" y="8"/>
                    <a:pt x="5" y="12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0" name="Freeform 1971">
              <a:extLst>
                <a:ext uri="{FF2B5EF4-FFF2-40B4-BE49-F238E27FC236}">
                  <a16:creationId xmlns:a16="http://schemas.microsoft.com/office/drawing/2014/main" id="{C5B2B78F-38EC-4F3B-BC33-EAC0034AB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3261"/>
              <a:ext cx="29" cy="35"/>
            </a:xfrm>
            <a:custGeom>
              <a:avLst/>
              <a:gdLst>
                <a:gd name="T0" fmla="*/ 0 w 14"/>
                <a:gd name="T1" fmla="*/ 9 h 16"/>
                <a:gd name="T2" fmla="*/ 52 w 14"/>
                <a:gd name="T3" fmla="*/ 168 h 16"/>
                <a:gd name="T4" fmla="*/ 124 w 1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0" y="1"/>
                  </a:moveTo>
                  <a:cubicBezTo>
                    <a:pt x="3" y="5"/>
                    <a:pt x="5" y="11"/>
                    <a:pt x="6" y="16"/>
                  </a:cubicBezTo>
                  <a:cubicBezTo>
                    <a:pt x="10" y="12"/>
                    <a:pt x="13" y="6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1" name="Freeform 1972">
              <a:extLst>
                <a:ext uri="{FF2B5EF4-FFF2-40B4-BE49-F238E27FC236}">
                  <a16:creationId xmlns:a16="http://schemas.microsoft.com/office/drawing/2014/main" id="{98545EC3-D3BF-42F1-B0DA-5139A3EF9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263"/>
              <a:ext cx="35" cy="138"/>
            </a:xfrm>
            <a:custGeom>
              <a:avLst/>
              <a:gdLst>
                <a:gd name="T0" fmla="*/ 43 w 17"/>
                <a:gd name="T1" fmla="*/ 158 h 63"/>
                <a:gd name="T2" fmla="*/ 105 w 17"/>
                <a:gd name="T3" fmla="*/ 662 h 63"/>
                <a:gd name="T4" fmla="*/ 140 w 17"/>
                <a:gd name="T5" fmla="*/ 283 h 63"/>
                <a:gd name="T6" fmla="*/ 124 w 17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3">
                  <a:moveTo>
                    <a:pt x="5" y="15"/>
                  </a:moveTo>
                  <a:cubicBezTo>
                    <a:pt x="0" y="28"/>
                    <a:pt x="5" y="51"/>
                    <a:pt x="12" y="63"/>
                  </a:cubicBezTo>
                  <a:cubicBezTo>
                    <a:pt x="17" y="53"/>
                    <a:pt x="16" y="38"/>
                    <a:pt x="16" y="27"/>
                  </a:cubicBezTo>
                  <a:cubicBezTo>
                    <a:pt x="16" y="19"/>
                    <a:pt x="17" y="8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2" name="Freeform 1973">
              <a:extLst>
                <a:ext uri="{FF2B5EF4-FFF2-40B4-BE49-F238E27FC236}">
                  <a16:creationId xmlns:a16="http://schemas.microsoft.com/office/drawing/2014/main" id="{A493DD4C-F040-49CC-840D-9BA77B170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3311"/>
              <a:ext cx="37" cy="107"/>
            </a:xfrm>
            <a:custGeom>
              <a:avLst/>
              <a:gdLst>
                <a:gd name="T0" fmla="*/ 0 w 18"/>
                <a:gd name="T1" fmla="*/ 511 h 49"/>
                <a:gd name="T2" fmla="*/ 8 w 18"/>
                <a:gd name="T3" fmla="*/ 323 h 49"/>
                <a:gd name="T4" fmla="*/ 88 w 18"/>
                <a:gd name="T5" fmla="*/ 114 h 49"/>
                <a:gd name="T6" fmla="*/ 156 w 18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9">
                  <a:moveTo>
                    <a:pt x="0" y="49"/>
                  </a:moveTo>
                  <a:cubicBezTo>
                    <a:pt x="1" y="44"/>
                    <a:pt x="0" y="37"/>
                    <a:pt x="1" y="31"/>
                  </a:cubicBezTo>
                  <a:cubicBezTo>
                    <a:pt x="3" y="24"/>
                    <a:pt x="6" y="17"/>
                    <a:pt x="10" y="11"/>
                  </a:cubicBezTo>
                  <a:cubicBezTo>
                    <a:pt x="13" y="8"/>
                    <a:pt x="16" y="4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3" name="Freeform 1974">
              <a:extLst>
                <a:ext uri="{FF2B5EF4-FFF2-40B4-BE49-F238E27FC236}">
                  <a16:creationId xmlns:a16="http://schemas.microsoft.com/office/drawing/2014/main" id="{4E5979C5-4EFC-4524-9E87-8E6ABB255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3298"/>
              <a:ext cx="25" cy="103"/>
            </a:xfrm>
            <a:custGeom>
              <a:avLst/>
              <a:gdLst>
                <a:gd name="T0" fmla="*/ 108 w 12"/>
                <a:gd name="T1" fmla="*/ 0 h 47"/>
                <a:gd name="T2" fmla="*/ 100 w 12"/>
                <a:gd name="T3" fmla="*/ 49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7">
                  <a:moveTo>
                    <a:pt x="12" y="0"/>
                  </a:moveTo>
                  <a:cubicBezTo>
                    <a:pt x="0" y="10"/>
                    <a:pt x="5" y="35"/>
                    <a:pt x="11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4" name="Freeform 1975">
              <a:extLst>
                <a:ext uri="{FF2B5EF4-FFF2-40B4-BE49-F238E27FC236}">
                  <a16:creationId xmlns:a16="http://schemas.microsoft.com/office/drawing/2014/main" id="{B6A942FD-9C15-4366-A6BA-F0EA03B18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3355"/>
              <a:ext cx="22" cy="30"/>
            </a:xfrm>
            <a:custGeom>
              <a:avLst/>
              <a:gdLst>
                <a:gd name="T0" fmla="*/ 0 w 11"/>
                <a:gd name="T1" fmla="*/ 0 h 14"/>
                <a:gd name="T2" fmla="*/ 88 w 11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4" y="4"/>
                    <a:pt x="8" y="9"/>
                    <a:pt x="11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5" name="Freeform 1976">
              <a:extLst>
                <a:ext uri="{FF2B5EF4-FFF2-40B4-BE49-F238E27FC236}">
                  <a16:creationId xmlns:a16="http://schemas.microsoft.com/office/drawing/2014/main" id="{14224DD8-C485-4B9E-8E00-39B701388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2003"/>
              <a:ext cx="31" cy="68"/>
            </a:xfrm>
            <a:custGeom>
              <a:avLst/>
              <a:gdLst>
                <a:gd name="T0" fmla="*/ 35 w 15"/>
                <a:gd name="T1" fmla="*/ 327 h 31"/>
                <a:gd name="T2" fmla="*/ 132 w 1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4" y="31"/>
                  </a:moveTo>
                  <a:cubicBezTo>
                    <a:pt x="0" y="15"/>
                    <a:pt x="3" y="8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6" name="Freeform 1977">
              <a:extLst>
                <a:ext uri="{FF2B5EF4-FFF2-40B4-BE49-F238E27FC236}">
                  <a16:creationId xmlns:a16="http://schemas.microsoft.com/office/drawing/2014/main" id="{9F004AA1-6FA0-42F6-BCCD-C8FBE289D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1949"/>
              <a:ext cx="36" cy="68"/>
            </a:xfrm>
            <a:custGeom>
              <a:avLst/>
              <a:gdLst>
                <a:gd name="T0" fmla="*/ 24 w 18"/>
                <a:gd name="T1" fmla="*/ 327 h 31"/>
                <a:gd name="T2" fmla="*/ 144 w 18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1">
                  <a:moveTo>
                    <a:pt x="3" y="31"/>
                  </a:moveTo>
                  <a:cubicBezTo>
                    <a:pt x="3" y="18"/>
                    <a:pt x="0" y="0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7" name="Freeform 1978">
              <a:extLst>
                <a:ext uri="{FF2B5EF4-FFF2-40B4-BE49-F238E27FC236}">
                  <a16:creationId xmlns:a16="http://schemas.microsoft.com/office/drawing/2014/main" id="{8C614F9F-0CC6-40FA-8A0E-5B3A4DE03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041"/>
              <a:ext cx="22" cy="28"/>
            </a:xfrm>
            <a:custGeom>
              <a:avLst/>
              <a:gdLst>
                <a:gd name="T0" fmla="*/ 0 w 11"/>
                <a:gd name="T1" fmla="*/ 129 h 13"/>
                <a:gd name="T2" fmla="*/ 24 w 11"/>
                <a:gd name="T3" fmla="*/ 19 h 13"/>
                <a:gd name="T4" fmla="*/ 88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0" y="9"/>
                    <a:pt x="0" y="5"/>
                    <a:pt x="3" y="2"/>
                  </a:cubicBezTo>
                  <a:cubicBezTo>
                    <a:pt x="6" y="1"/>
                    <a:pt x="10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8" name="Freeform 1979">
              <a:extLst>
                <a:ext uri="{FF2B5EF4-FFF2-40B4-BE49-F238E27FC236}">
                  <a16:creationId xmlns:a16="http://schemas.microsoft.com/office/drawing/2014/main" id="{887695F7-A21E-491A-BCFD-E3DB6E1A6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001"/>
              <a:ext cx="31" cy="44"/>
            </a:xfrm>
            <a:custGeom>
              <a:avLst/>
              <a:gdLst>
                <a:gd name="T0" fmla="*/ 17 w 15"/>
                <a:gd name="T1" fmla="*/ 213 h 20"/>
                <a:gd name="T2" fmla="*/ 52 w 15"/>
                <a:gd name="T3" fmla="*/ 20 h 20"/>
                <a:gd name="T4" fmla="*/ 107 w 15"/>
                <a:gd name="T5" fmla="*/ 0 h 20"/>
                <a:gd name="T6" fmla="*/ 132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2" y="20"/>
                  </a:moveTo>
                  <a:cubicBezTo>
                    <a:pt x="2" y="14"/>
                    <a:pt x="0" y="6"/>
                    <a:pt x="6" y="2"/>
                  </a:cubicBezTo>
                  <a:cubicBezTo>
                    <a:pt x="8" y="0"/>
                    <a:pt x="10" y="0"/>
                    <a:pt x="12" y="0"/>
                  </a:cubicBezTo>
                  <a:cubicBezTo>
                    <a:pt x="13" y="0"/>
                    <a:pt x="15" y="0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99" name="Freeform 1980">
              <a:extLst>
                <a:ext uri="{FF2B5EF4-FFF2-40B4-BE49-F238E27FC236}">
                  <a16:creationId xmlns:a16="http://schemas.microsoft.com/office/drawing/2014/main" id="{985483A5-F546-402D-BB5C-54C7CF2DC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014"/>
              <a:ext cx="20" cy="5"/>
            </a:xfrm>
            <a:custGeom>
              <a:avLst/>
              <a:gdLst>
                <a:gd name="T0" fmla="*/ 0 w 10"/>
                <a:gd name="T1" fmla="*/ 33 h 2"/>
                <a:gd name="T2" fmla="*/ 80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2" y="0"/>
                    <a:pt x="6" y="1"/>
                    <a:pt x="10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0" name="Freeform 1981">
              <a:extLst>
                <a:ext uri="{FF2B5EF4-FFF2-40B4-BE49-F238E27FC236}">
                  <a16:creationId xmlns:a16="http://schemas.microsoft.com/office/drawing/2014/main" id="{904FDF1A-3FF1-46F1-B115-182570A11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962"/>
              <a:ext cx="20" cy="48"/>
            </a:xfrm>
            <a:custGeom>
              <a:avLst/>
              <a:gdLst>
                <a:gd name="T0" fmla="*/ 0 w 10"/>
                <a:gd name="T1" fmla="*/ 9 h 22"/>
                <a:gd name="T2" fmla="*/ 64 w 10"/>
                <a:gd name="T3" fmla="*/ 20 h 22"/>
                <a:gd name="T4" fmla="*/ 72 w 10"/>
                <a:gd name="T5" fmla="*/ 113 h 22"/>
                <a:gd name="T6" fmla="*/ 56 w 10"/>
                <a:gd name="T7" fmla="*/ 2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">
                  <a:moveTo>
                    <a:pt x="0" y="1"/>
                  </a:moveTo>
                  <a:cubicBezTo>
                    <a:pt x="3" y="1"/>
                    <a:pt x="6" y="0"/>
                    <a:pt x="8" y="2"/>
                  </a:cubicBezTo>
                  <a:cubicBezTo>
                    <a:pt x="10" y="4"/>
                    <a:pt x="9" y="9"/>
                    <a:pt x="9" y="11"/>
                  </a:cubicBezTo>
                  <a:cubicBezTo>
                    <a:pt x="8" y="15"/>
                    <a:pt x="8" y="19"/>
                    <a:pt x="7" y="2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1" name="Freeform 1982">
              <a:extLst>
                <a:ext uri="{FF2B5EF4-FFF2-40B4-BE49-F238E27FC236}">
                  <a16:creationId xmlns:a16="http://schemas.microsoft.com/office/drawing/2014/main" id="{81D073A1-91FA-4D87-A1ED-231901DD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66"/>
              <a:ext cx="23" cy="5"/>
            </a:xfrm>
            <a:custGeom>
              <a:avLst/>
              <a:gdLst>
                <a:gd name="T0" fmla="*/ 0 w 11"/>
                <a:gd name="T1" fmla="*/ 33 h 2"/>
                <a:gd name="T2" fmla="*/ 100 w 11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1"/>
                    <a:pt x="7" y="0"/>
                    <a:pt x="11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2" name="Freeform 1983">
              <a:extLst>
                <a:ext uri="{FF2B5EF4-FFF2-40B4-BE49-F238E27FC236}">
                  <a16:creationId xmlns:a16="http://schemas.microsoft.com/office/drawing/2014/main" id="{41854C97-DAB4-4B95-A1C4-193922A9C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896"/>
              <a:ext cx="37" cy="59"/>
            </a:xfrm>
            <a:custGeom>
              <a:avLst/>
              <a:gdLst>
                <a:gd name="T0" fmla="*/ 8 w 18"/>
                <a:gd name="T1" fmla="*/ 282 h 27"/>
                <a:gd name="T2" fmla="*/ 68 w 18"/>
                <a:gd name="T3" fmla="*/ 44 h 27"/>
                <a:gd name="T4" fmla="*/ 156 w 18"/>
                <a:gd name="T5" fmla="*/ 2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1" y="27"/>
                  </a:moveTo>
                  <a:cubicBezTo>
                    <a:pt x="5" y="20"/>
                    <a:pt x="0" y="9"/>
                    <a:pt x="8" y="4"/>
                  </a:cubicBezTo>
                  <a:cubicBezTo>
                    <a:pt x="11" y="2"/>
                    <a:pt x="16" y="0"/>
                    <a:pt x="18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3" name="Freeform 1984">
              <a:extLst>
                <a:ext uri="{FF2B5EF4-FFF2-40B4-BE49-F238E27FC236}">
                  <a16:creationId xmlns:a16="http://schemas.microsoft.com/office/drawing/2014/main" id="{71F2278C-512F-4A1F-A322-6B6E37714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914"/>
              <a:ext cx="25" cy="54"/>
            </a:xfrm>
            <a:custGeom>
              <a:avLst/>
              <a:gdLst>
                <a:gd name="T0" fmla="*/ 108 w 12"/>
                <a:gd name="T1" fmla="*/ 9 h 25"/>
                <a:gd name="T2" fmla="*/ 17 w 12"/>
                <a:gd name="T3" fmla="*/ 80 h 25"/>
                <a:gd name="T4" fmla="*/ 0 w 12"/>
                <a:gd name="T5" fmla="*/ 25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12" y="1"/>
                  </a:moveTo>
                  <a:cubicBezTo>
                    <a:pt x="6" y="0"/>
                    <a:pt x="4" y="1"/>
                    <a:pt x="2" y="8"/>
                  </a:cubicBezTo>
                  <a:cubicBezTo>
                    <a:pt x="0" y="13"/>
                    <a:pt x="0" y="19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4" name="Freeform 1985">
              <a:extLst>
                <a:ext uri="{FF2B5EF4-FFF2-40B4-BE49-F238E27FC236}">
                  <a16:creationId xmlns:a16="http://schemas.microsoft.com/office/drawing/2014/main" id="{90B0E488-41A5-42BA-9E49-35033F6AB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909"/>
              <a:ext cx="27" cy="14"/>
            </a:xfrm>
            <a:custGeom>
              <a:avLst/>
              <a:gdLst>
                <a:gd name="T0" fmla="*/ 0 w 13"/>
                <a:gd name="T1" fmla="*/ 0 h 6"/>
                <a:gd name="T2" fmla="*/ 116 w 13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0"/>
                    <a:pt x="11" y="3"/>
                    <a:pt x="13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5" name="Freeform 1986">
              <a:extLst>
                <a:ext uri="{FF2B5EF4-FFF2-40B4-BE49-F238E27FC236}">
                  <a16:creationId xmlns:a16="http://schemas.microsoft.com/office/drawing/2014/main" id="{ECE46103-11C0-4A7D-8403-514AB8BFD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955"/>
              <a:ext cx="12" cy="11"/>
            </a:xfrm>
            <a:custGeom>
              <a:avLst/>
              <a:gdLst>
                <a:gd name="T0" fmla="*/ 0 w 6"/>
                <a:gd name="T1" fmla="*/ 53 h 5"/>
                <a:gd name="T2" fmla="*/ 48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5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6" name="Freeform 1987">
              <a:extLst>
                <a:ext uri="{FF2B5EF4-FFF2-40B4-BE49-F238E27FC236}">
                  <a16:creationId xmlns:a16="http://schemas.microsoft.com/office/drawing/2014/main" id="{1AC05FDF-8828-40FC-8393-53717AA0B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001"/>
              <a:ext cx="11" cy="16"/>
            </a:xfrm>
            <a:custGeom>
              <a:avLst/>
              <a:gdLst>
                <a:gd name="T0" fmla="*/ 0 w 5"/>
                <a:gd name="T1" fmla="*/ 0 h 7"/>
                <a:gd name="T2" fmla="*/ 53 w 5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4" y="1"/>
                    <a:pt x="4" y="4"/>
                    <a:pt x="5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7" name="Freeform 1988">
              <a:extLst>
                <a:ext uri="{FF2B5EF4-FFF2-40B4-BE49-F238E27FC236}">
                  <a16:creationId xmlns:a16="http://schemas.microsoft.com/office/drawing/2014/main" id="{BDE3D709-7FAD-48E7-A5E4-CB281F466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014"/>
              <a:ext cx="10" cy="3"/>
            </a:xfrm>
            <a:custGeom>
              <a:avLst/>
              <a:gdLst>
                <a:gd name="T0" fmla="*/ 0 w 5"/>
                <a:gd name="T1" fmla="*/ 0 h 1"/>
                <a:gd name="T2" fmla="*/ 4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5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8" name="Freeform 1989">
              <a:extLst>
                <a:ext uri="{FF2B5EF4-FFF2-40B4-BE49-F238E27FC236}">
                  <a16:creationId xmlns:a16="http://schemas.microsoft.com/office/drawing/2014/main" id="{509DD8F8-C94A-4A36-99DA-C72E9BF36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848"/>
              <a:ext cx="31" cy="55"/>
            </a:xfrm>
            <a:custGeom>
              <a:avLst/>
              <a:gdLst>
                <a:gd name="T0" fmla="*/ 0 w 15"/>
                <a:gd name="T1" fmla="*/ 266 h 25"/>
                <a:gd name="T2" fmla="*/ 25 w 15"/>
                <a:gd name="T3" fmla="*/ 117 h 25"/>
                <a:gd name="T4" fmla="*/ 60 w 15"/>
                <a:gd name="T5" fmla="*/ 20 h 25"/>
                <a:gd name="T6" fmla="*/ 132 w 15"/>
                <a:gd name="T7" fmla="*/ 3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0" y="25"/>
                  </a:moveTo>
                  <a:cubicBezTo>
                    <a:pt x="1" y="20"/>
                    <a:pt x="1" y="15"/>
                    <a:pt x="3" y="11"/>
                  </a:cubicBezTo>
                  <a:cubicBezTo>
                    <a:pt x="4" y="8"/>
                    <a:pt x="5" y="4"/>
                    <a:pt x="7" y="2"/>
                  </a:cubicBezTo>
                  <a:cubicBezTo>
                    <a:pt x="9" y="0"/>
                    <a:pt x="13" y="2"/>
                    <a:pt x="15" y="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09" name="Freeform 1990">
              <a:extLst>
                <a:ext uri="{FF2B5EF4-FFF2-40B4-BE49-F238E27FC236}">
                  <a16:creationId xmlns:a16="http://schemas.microsoft.com/office/drawing/2014/main" id="{CA10C44B-7A8C-4B7B-B8C3-B3F4DC4E3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791"/>
              <a:ext cx="48" cy="59"/>
            </a:xfrm>
            <a:custGeom>
              <a:avLst/>
              <a:gdLst>
                <a:gd name="T0" fmla="*/ 44 w 23"/>
                <a:gd name="T1" fmla="*/ 282 h 27"/>
                <a:gd name="T2" fmla="*/ 117 w 23"/>
                <a:gd name="T3" fmla="*/ 44 h 27"/>
                <a:gd name="T4" fmla="*/ 209 w 23"/>
                <a:gd name="T5" fmla="*/ 4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5" y="27"/>
                  </a:moveTo>
                  <a:cubicBezTo>
                    <a:pt x="0" y="22"/>
                    <a:pt x="11" y="8"/>
                    <a:pt x="13" y="4"/>
                  </a:cubicBezTo>
                  <a:cubicBezTo>
                    <a:pt x="16" y="0"/>
                    <a:pt x="19" y="0"/>
                    <a:pt x="23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0" name="Freeform 1991">
              <a:extLst>
                <a:ext uri="{FF2B5EF4-FFF2-40B4-BE49-F238E27FC236}">
                  <a16:creationId xmlns:a16="http://schemas.microsoft.com/office/drawing/2014/main" id="{D5A8B52B-0EBD-47E9-8E85-E54F9E568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741"/>
              <a:ext cx="53" cy="53"/>
            </a:xfrm>
            <a:custGeom>
              <a:avLst/>
              <a:gdLst>
                <a:gd name="T0" fmla="*/ 41 w 26"/>
                <a:gd name="T1" fmla="*/ 258 h 24"/>
                <a:gd name="T2" fmla="*/ 128 w 26"/>
                <a:gd name="T3" fmla="*/ 33 h 24"/>
                <a:gd name="T4" fmla="*/ 179 w 26"/>
                <a:gd name="T5" fmla="*/ 20 h 24"/>
                <a:gd name="T6" fmla="*/ 220 w 26"/>
                <a:gd name="T7" fmla="*/ 6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5" y="24"/>
                  </a:moveTo>
                  <a:cubicBezTo>
                    <a:pt x="0" y="20"/>
                    <a:pt x="12" y="6"/>
                    <a:pt x="15" y="3"/>
                  </a:cubicBezTo>
                  <a:cubicBezTo>
                    <a:pt x="17" y="1"/>
                    <a:pt x="18" y="0"/>
                    <a:pt x="21" y="2"/>
                  </a:cubicBezTo>
                  <a:cubicBezTo>
                    <a:pt x="23" y="3"/>
                    <a:pt x="25" y="4"/>
                    <a:pt x="26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1" name="Freeform 1992">
              <a:extLst>
                <a:ext uri="{FF2B5EF4-FFF2-40B4-BE49-F238E27FC236}">
                  <a16:creationId xmlns:a16="http://schemas.microsoft.com/office/drawing/2014/main" id="{D14F3612-61DD-4381-8764-926F3CF6D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861"/>
              <a:ext cx="17" cy="51"/>
            </a:xfrm>
            <a:custGeom>
              <a:avLst/>
              <a:gdLst>
                <a:gd name="T0" fmla="*/ 19 w 8"/>
                <a:gd name="T1" fmla="*/ 251 h 23"/>
                <a:gd name="T2" fmla="*/ 77 w 8"/>
                <a:gd name="T3" fmla="*/ 89 h 23"/>
                <a:gd name="T4" fmla="*/ 0 w 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2" y="23"/>
                  </a:moveTo>
                  <a:cubicBezTo>
                    <a:pt x="4" y="19"/>
                    <a:pt x="8" y="13"/>
                    <a:pt x="8" y="8"/>
                  </a:cubicBezTo>
                  <a:cubicBezTo>
                    <a:pt x="8" y="1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2" name="Freeform 1993">
              <a:extLst>
                <a:ext uri="{FF2B5EF4-FFF2-40B4-BE49-F238E27FC236}">
                  <a16:creationId xmlns:a16="http://schemas.microsoft.com/office/drawing/2014/main" id="{61F42C78-9EFC-4138-A8F7-1413D7C36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872"/>
              <a:ext cx="24" cy="9"/>
            </a:xfrm>
            <a:custGeom>
              <a:avLst/>
              <a:gdLst>
                <a:gd name="T0" fmla="*/ 0 w 12"/>
                <a:gd name="T1" fmla="*/ 25 h 4"/>
                <a:gd name="T2" fmla="*/ 96 w 1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2"/>
                  </a:moveTo>
                  <a:cubicBezTo>
                    <a:pt x="3" y="0"/>
                    <a:pt x="10" y="2"/>
                    <a:pt x="12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3" name="Freeform 1994">
              <a:extLst>
                <a:ext uri="{FF2B5EF4-FFF2-40B4-BE49-F238E27FC236}">
                  <a16:creationId xmlns:a16="http://schemas.microsoft.com/office/drawing/2014/main" id="{EFF60488-D269-470D-AFDA-8B7BDDDBB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905"/>
              <a:ext cx="13" cy="11"/>
            </a:xfrm>
            <a:custGeom>
              <a:avLst/>
              <a:gdLst>
                <a:gd name="T0" fmla="*/ 0 w 6"/>
                <a:gd name="T1" fmla="*/ 0 h 5"/>
                <a:gd name="T2" fmla="*/ 61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3"/>
                    <a:pt x="4" y="5"/>
                    <a:pt x="6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4" name="Freeform 1995">
              <a:extLst>
                <a:ext uri="{FF2B5EF4-FFF2-40B4-BE49-F238E27FC236}">
                  <a16:creationId xmlns:a16="http://schemas.microsoft.com/office/drawing/2014/main" id="{0635E414-B9D3-47FF-8948-EF5061BE5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818"/>
              <a:ext cx="20" cy="56"/>
            </a:xfrm>
            <a:custGeom>
              <a:avLst/>
              <a:gdLst>
                <a:gd name="T0" fmla="*/ 16 w 10"/>
                <a:gd name="T1" fmla="*/ 261 h 26"/>
                <a:gd name="T2" fmla="*/ 56 w 10"/>
                <a:gd name="T3" fmla="*/ 149 h 26"/>
                <a:gd name="T4" fmla="*/ 80 w 10"/>
                <a:gd name="T5" fmla="*/ 69 h 26"/>
                <a:gd name="T6" fmla="*/ 0 w 10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2" y="26"/>
                  </a:moveTo>
                  <a:cubicBezTo>
                    <a:pt x="4" y="23"/>
                    <a:pt x="5" y="19"/>
                    <a:pt x="7" y="15"/>
                  </a:cubicBezTo>
                  <a:cubicBezTo>
                    <a:pt x="8" y="13"/>
                    <a:pt x="10" y="10"/>
                    <a:pt x="10" y="7"/>
                  </a:cubicBezTo>
                  <a:cubicBezTo>
                    <a:pt x="9" y="4"/>
                    <a:pt x="3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5" name="Freeform 1996">
              <a:extLst>
                <a:ext uri="{FF2B5EF4-FFF2-40B4-BE49-F238E27FC236}">
                  <a16:creationId xmlns:a16="http://schemas.microsoft.com/office/drawing/2014/main" id="{327000A9-F367-4302-AFB7-6CF99270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833"/>
              <a:ext cx="15" cy="6"/>
            </a:xfrm>
            <a:custGeom>
              <a:avLst/>
              <a:gdLst>
                <a:gd name="T0" fmla="*/ 0 w 7"/>
                <a:gd name="T1" fmla="*/ 0 h 3"/>
                <a:gd name="T2" fmla="*/ 69 w 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6" y="1"/>
                    <a:pt x="7" y="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6" name="Freeform 1997">
              <a:extLst>
                <a:ext uri="{FF2B5EF4-FFF2-40B4-BE49-F238E27FC236}">
                  <a16:creationId xmlns:a16="http://schemas.microsoft.com/office/drawing/2014/main" id="{B06CC8ED-74A7-4C84-B760-43BF67B81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772"/>
              <a:ext cx="18" cy="50"/>
            </a:xfrm>
            <a:custGeom>
              <a:avLst/>
              <a:gdLst>
                <a:gd name="T0" fmla="*/ 0 w 9"/>
                <a:gd name="T1" fmla="*/ 237 h 23"/>
                <a:gd name="T2" fmla="*/ 72 w 9"/>
                <a:gd name="T3" fmla="*/ 72 h 23"/>
                <a:gd name="T4" fmla="*/ 24 w 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3">
                  <a:moveTo>
                    <a:pt x="0" y="23"/>
                  </a:moveTo>
                  <a:cubicBezTo>
                    <a:pt x="2" y="19"/>
                    <a:pt x="9" y="12"/>
                    <a:pt x="9" y="7"/>
                  </a:cubicBezTo>
                  <a:cubicBezTo>
                    <a:pt x="8" y="4"/>
                    <a:pt x="4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7" name="Freeform 1998">
              <a:extLst>
                <a:ext uri="{FF2B5EF4-FFF2-40B4-BE49-F238E27FC236}">
                  <a16:creationId xmlns:a16="http://schemas.microsoft.com/office/drawing/2014/main" id="{7297592D-6514-4293-BF55-207FF8F41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791"/>
              <a:ext cx="23" cy="14"/>
            </a:xfrm>
            <a:custGeom>
              <a:avLst/>
              <a:gdLst>
                <a:gd name="T0" fmla="*/ 0 w 11"/>
                <a:gd name="T1" fmla="*/ 0 h 6"/>
                <a:gd name="T2" fmla="*/ 100 w 11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4" y="0"/>
                    <a:pt x="9" y="3"/>
                    <a:pt x="11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8" name="Freeform 1999">
              <a:extLst>
                <a:ext uri="{FF2B5EF4-FFF2-40B4-BE49-F238E27FC236}">
                  <a16:creationId xmlns:a16="http://schemas.microsoft.com/office/drawing/2014/main" id="{6A9FC8C5-D251-4E7A-A192-377FF406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783"/>
              <a:ext cx="12" cy="15"/>
            </a:xfrm>
            <a:custGeom>
              <a:avLst/>
              <a:gdLst>
                <a:gd name="T0" fmla="*/ 0 w 6"/>
                <a:gd name="T1" fmla="*/ 69 h 7"/>
                <a:gd name="T2" fmla="*/ 48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6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19" name="Freeform 2000">
              <a:extLst>
                <a:ext uri="{FF2B5EF4-FFF2-40B4-BE49-F238E27FC236}">
                  <a16:creationId xmlns:a16="http://schemas.microsoft.com/office/drawing/2014/main" id="{17DFA885-63AB-4CE9-A0E3-7D51A8279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745"/>
              <a:ext cx="39" cy="38"/>
            </a:xfrm>
            <a:custGeom>
              <a:avLst/>
              <a:gdLst>
                <a:gd name="T0" fmla="*/ 0 w 19"/>
                <a:gd name="T1" fmla="*/ 190 h 17"/>
                <a:gd name="T2" fmla="*/ 105 w 19"/>
                <a:gd name="T3" fmla="*/ 0 h 17"/>
                <a:gd name="T4" fmla="*/ 164 w 19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0" y="17"/>
                  </a:moveTo>
                  <a:cubicBezTo>
                    <a:pt x="2" y="12"/>
                    <a:pt x="5" y="1"/>
                    <a:pt x="12" y="0"/>
                  </a:cubicBezTo>
                  <a:cubicBezTo>
                    <a:pt x="14" y="0"/>
                    <a:pt x="19" y="3"/>
                    <a:pt x="19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20" name="Freeform 2001">
              <a:extLst>
                <a:ext uri="{FF2B5EF4-FFF2-40B4-BE49-F238E27FC236}">
                  <a16:creationId xmlns:a16="http://schemas.microsoft.com/office/drawing/2014/main" id="{67C1951D-708A-442D-882F-A1789CE0E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732"/>
              <a:ext cx="14" cy="13"/>
            </a:xfrm>
            <a:custGeom>
              <a:avLst/>
              <a:gdLst>
                <a:gd name="T0" fmla="*/ 56 w 7"/>
                <a:gd name="T1" fmla="*/ 61 h 6"/>
                <a:gd name="T2" fmla="*/ 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6" y="4"/>
                    <a:pt x="2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21" name="Freeform 2002">
              <a:extLst>
                <a:ext uri="{FF2B5EF4-FFF2-40B4-BE49-F238E27FC236}">
                  <a16:creationId xmlns:a16="http://schemas.microsoft.com/office/drawing/2014/main" id="{1C0B597D-3165-4708-B7F4-BC7B710D7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700"/>
              <a:ext cx="41" cy="43"/>
            </a:xfrm>
            <a:custGeom>
              <a:avLst/>
              <a:gdLst>
                <a:gd name="T0" fmla="*/ 0 w 20"/>
                <a:gd name="T1" fmla="*/ 198 h 20"/>
                <a:gd name="T2" fmla="*/ 43 w 20"/>
                <a:gd name="T3" fmla="*/ 101 h 20"/>
                <a:gd name="T4" fmla="*/ 105 w 20"/>
                <a:gd name="T5" fmla="*/ 19 h 20"/>
                <a:gd name="T6" fmla="*/ 172 w 20"/>
                <a:gd name="T7" fmla="*/ 6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cubicBezTo>
                    <a:pt x="1" y="17"/>
                    <a:pt x="3" y="13"/>
                    <a:pt x="5" y="10"/>
                  </a:cubicBezTo>
                  <a:cubicBezTo>
                    <a:pt x="6" y="8"/>
                    <a:pt x="9" y="3"/>
                    <a:pt x="12" y="2"/>
                  </a:cubicBezTo>
                  <a:cubicBezTo>
                    <a:pt x="15" y="0"/>
                    <a:pt x="19" y="4"/>
                    <a:pt x="2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22" name="Freeform 2003">
              <a:extLst>
                <a:ext uri="{FF2B5EF4-FFF2-40B4-BE49-F238E27FC236}">
                  <a16:creationId xmlns:a16="http://schemas.microsoft.com/office/drawing/2014/main" id="{32D5469C-4221-433A-861B-2DDF3071D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71"/>
              <a:ext cx="43" cy="31"/>
            </a:xfrm>
            <a:custGeom>
              <a:avLst/>
              <a:gdLst>
                <a:gd name="T0" fmla="*/ 0 w 21"/>
                <a:gd name="T1" fmla="*/ 153 h 14"/>
                <a:gd name="T2" fmla="*/ 121 w 21"/>
                <a:gd name="T3" fmla="*/ 0 h 14"/>
                <a:gd name="T4" fmla="*/ 180 w 21"/>
                <a:gd name="T5" fmla="*/ 6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0" y="14"/>
                  </a:moveTo>
                  <a:cubicBezTo>
                    <a:pt x="2" y="10"/>
                    <a:pt x="9" y="0"/>
                    <a:pt x="14" y="0"/>
                  </a:cubicBezTo>
                  <a:cubicBezTo>
                    <a:pt x="16" y="0"/>
                    <a:pt x="21" y="5"/>
                    <a:pt x="21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23" name="Freeform 2004">
              <a:extLst>
                <a:ext uri="{FF2B5EF4-FFF2-40B4-BE49-F238E27FC236}">
                  <a16:creationId xmlns:a16="http://schemas.microsoft.com/office/drawing/2014/main" id="{E724CA28-1349-4DE3-A196-065A51E41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634"/>
              <a:ext cx="45" cy="37"/>
            </a:xfrm>
            <a:custGeom>
              <a:avLst/>
              <a:gdLst>
                <a:gd name="T0" fmla="*/ 0 w 22"/>
                <a:gd name="T1" fmla="*/ 176 h 17"/>
                <a:gd name="T2" fmla="*/ 139 w 22"/>
                <a:gd name="T3" fmla="*/ 9 h 17"/>
                <a:gd name="T4" fmla="*/ 188 w 22"/>
                <a:gd name="T5" fmla="*/ 5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17"/>
                  </a:moveTo>
                  <a:cubicBezTo>
                    <a:pt x="0" y="13"/>
                    <a:pt x="11" y="1"/>
                    <a:pt x="16" y="1"/>
                  </a:cubicBezTo>
                  <a:cubicBezTo>
                    <a:pt x="18" y="0"/>
                    <a:pt x="22" y="4"/>
                    <a:pt x="22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24" name="Freeform 2005">
              <a:extLst>
                <a:ext uri="{FF2B5EF4-FFF2-40B4-BE49-F238E27FC236}">
                  <a16:creationId xmlns:a16="http://schemas.microsoft.com/office/drawing/2014/main" id="{BC765905-E0F0-478D-8B3D-889EBFF65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708"/>
              <a:ext cx="41" cy="35"/>
            </a:xfrm>
            <a:custGeom>
              <a:avLst/>
              <a:gdLst>
                <a:gd name="T0" fmla="*/ 0 w 20"/>
                <a:gd name="T1" fmla="*/ 168 h 16"/>
                <a:gd name="T2" fmla="*/ 96 w 20"/>
                <a:gd name="T3" fmla="*/ 9 h 16"/>
                <a:gd name="T4" fmla="*/ 172 w 20"/>
                <a:gd name="T5" fmla="*/ 6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0" y="16"/>
                  </a:moveTo>
                  <a:cubicBezTo>
                    <a:pt x="1" y="12"/>
                    <a:pt x="6" y="2"/>
                    <a:pt x="11" y="1"/>
                  </a:cubicBezTo>
                  <a:cubicBezTo>
                    <a:pt x="14" y="0"/>
                    <a:pt x="20" y="3"/>
                    <a:pt x="2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25" name="Freeform 2006">
              <a:extLst>
                <a:ext uri="{FF2B5EF4-FFF2-40B4-BE49-F238E27FC236}">
                  <a16:creationId xmlns:a16="http://schemas.microsoft.com/office/drawing/2014/main" id="{BBACEAD6-E168-42A1-AE02-DE5D4E66A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1669"/>
              <a:ext cx="47" cy="39"/>
            </a:xfrm>
            <a:custGeom>
              <a:avLst/>
              <a:gdLst>
                <a:gd name="T0" fmla="*/ 0 w 23"/>
                <a:gd name="T1" fmla="*/ 184 h 18"/>
                <a:gd name="T2" fmla="*/ 129 w 23"/>
                <a:gd name="T3" fmla="*/ 0 h 18"/>
                <a:gd name="T4" fmla="*/ 196 w 23"/>
                <a:gd name="T5" fmla="*/ 7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0" y="18"/>
                  </a:moveTo>
                  <a:cubicBezTo>
                    <a:pt x="1" y="14"/>
                    <a:pt x="9" y="0"/>
                    <a:pt x="15" y="0"/>
                  </a:cubicBezTo>
                  <a:cubicBezTo>
                    <a:pt x="16" y="0"/>
                    <a:pt x="23" y="6"/>
                    <a:pt x="23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26" name="Freeform 2007">
              <a:extLst>
                <a:ext uri="{FF2B5EF4-FFF2-40B4-BE49-F238E27FC236}">
                  <a16:creationId xmlns:a16="http://schemas.microsoft.com/office/drawing/2014/main" id="{CC137A98-D476-4306-8CBE-0FE336117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636"/>
              <a:ext cx="44" cy="33"/>
            </a:xfrm>
            <a:custGeom>
              <a:avLst/>
              <a:gdLst>
                <a:gd name="T0" fmla="*/ 0 w 21"/>
                <a:gd name="T1" fmla="*/ 161 h 15"/>
                <a:gd name="T2" fmla="*/ 128 w 21"/>
                <a:gd name="T3" fmla="*/ 0 h 15"/>
                <a:gd name="T4" fmla="*/ 193 w 21"/>
                <a:gd name="T5" fmla="*/ 5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1" y="10"/>
                    <a:pt x="9" y="1"/>
                    <a:pt x="14" y="0"/>
                  </a:cubicBezTo>
                  <a:cubicBezTo>
                    <a:pt x="16" y="0"/>
                    <a:pt x="21" y="4"/>
                    <a:pt x="21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27" name="Freeform 2008">
              <a:extLst>
                <a:ext uri="{FF2B5EF4-FFF2-40B4-BE49-F238E27FC236}">
                  <a16:creationId xmlns:a16="http://schemas.microsoft.com/office/drawing/2014/main" id="{DFCEEE84-6E21-4C18-9D89-D778646C2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684"/>
              <a:ext cx="15" cy="16"/>
            </a:xfrm>
            <a:custGeom>
              <a:avLst/>
              <a:gdLst>
                <a:gd name="T0" fmla="*/ 69 w 7"/>
                <a:gd name="T1" fmla="*/ 85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28" name="Freeform 2009">
              <a:extLst>
                <a:ext uri="{FF2B5EF4-FFF2-40B4-BE49-F238E27FC236}">
                  <a16:creationId xmlns:a16="http://schemas.microsoft.com/office/drawing/2014/main" id="{8A50694A-09DC-47FD-BA02-B6A0E77AA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643"/>
              <a:ext cx="17" cy="13"/>
            </a:xfrm>
            <a:custGeom>
              <a:avLst/>
              <a:gdLst>
                <a:gd name="T0" fmla="*/ 77 w 8"/>
                <a:gd name="T1" fmla="*/ 61 h 6"/>
                <a:gd name="T2" fmla="*/ 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7" y="3"/>
                    <a:pt x="2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29" name="Freeform 2010">
              <a:extLst>
                <a:ext uri="{FF2B5EF4-FFF2-40B4-BE49-F238E27FC236}">
                  <a16:creationId xmlns:a16="http://schemas.microsoft.com/office/drawing/2014/main" id="{639BAA66-AB67-4ADF-9323-515F3EB91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656"/>
              <a:ext cx="14" cy="17"/>
            </a:xfrm>
            <a:custGeom>
              <a:avLst/>
              <a:gdLst>
                <a:gd name="T0" fmla="*/ 0 w 7"/>
                <a:gd name="T1" fmla="*/ 77 h 8"/>
                <a:gd name="T2" fmla="*/ 5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1" y="4"/>
                    <a:pt x="4" y="3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30" name="Freeform 2011">
              <a:extLst>
                <a:ext uri="{FF2B5EF4-FFF2-40B4-BE49-F238E27FC236}">
                  <a16:creationId xmlns:a16="http://schemas.microsoft.com/office/drawing/2014/main" id="{5D732120-922F-4994-811B-D6AB41EC4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691"/>
              <a:ext cx="13" cy="13"/>
            </a:xfrm>
            <a:custGeom>
              <a:avLst/>
              <a:gdLst>
                <a:gd name="T0" fmla="*/ 0 w 6"/>
                <a:gd name="T1" fmla="*/ 61 h 6"/>
                <a:gd name="T2" fmla="*/ 6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3"/>
                    <a:pt x="3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31" name="Freeform 2012">
              <a:extLst>
                <a:ext uri="{FF2B5EF4-FFF2-40B4-BE49-F238E27FC236}">
                  <a16:creationId xmlns:a16="http://schemas.microsoft.com/office/drawing/2014/main" id="{CA6B5D1D-21B8-4082-B100-CC8D5B323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730"/>
              <a:ext cx="6" cy="20"/>
            </a:xfrm>
            <a:custGeom>
              <a:avLst/>
              <a:gdLst>
                <a:gd name="T0" fmla="*/ 8 w 3"/>
                <a:gd name="T1" fmla="*/ 0 h 9"/>
                <a:gd name="T2" fmla="*/ 24 w 3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0"/>
                  </a:moveTo>
                  <a:cubicBezTo>
                    <a:pt x="1" y="3"/>
                    <a:pt x="0" y="7"/>
                    <a:pt x="3" y="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32" name="Freeform 2013">
              <a:extLst>
                <a:ext uri="{FF2B5EF4-FFF2-40B4-BE49-F238E27FC236}">
                  <a16:creationId xmlns:a16="http://schemas.microsoft.com/office/drawing/2014/main" id="{79B4B07E-7AE7-4C11-A929-BB286394E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571"/>
              <a:ext cx="59" cy="37"/>
            </a:xfrm>
            <a:custGeom>
              <a:avLst/>
              <a:gdLst>
                <a:gd name="T0" fmla="*/ 0 w 29"/>
                <a:gd name="T1" fmla="*/ 176 h 17"/>
                <a:gd name="T2" fmla="*/ 244 w 29"/>
                <a:gd name="T3" fmla="*/ 16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7">
                  <a:moveTo>
                    <a:pt x="0" y="17"/>
                  </a:moveTo>
                  <a:cubicBezTo>
                    <a:pt x="12" y="11"/>
                    <a:pt x="20" y="0"/>
                    <a:pt x="29" y="1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33" name="Freeform 2014">
              <a:extLst>
                <a:ext uri="{FF2B5EF4-FFF2-40B4-BE49-F238E27FC236}">
                  <a16:creationId xmlns:a16="http://schemas.microsoft.com/office/drawing/2014/main" id="{B5500B3F-6FD9-46A0-96F7-C0480954D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546"/>
              <a:ext cx="51" cy="42"/>
            </a:xfrm>
            <a:custGeom>
              <a:avLst/>
              <a:gdLst>
                <a:gd name="T0" fmla="*/ 171 w 25"/>
                <a:gd name="T1" fmla="*/ 0 h 19"/>
                <a:gd name="T2" fmla="*/ 196 w 25"/>
                <a:gd name="T3" fmla="*/ 73 h 19"/>
                <a:gd name="T4" fmla="*/ 137 w 25"/>
                <a:gd name="T5" fmla="*/ 133 h 19"/>
                <a:gd name="T6" fmla="*/ 67 w 25"/>
                <a:gd name="T7" fmla="*/ 195 h 19"/>
                <a:gd name="T8" fmla="*/ 0 w 25"/>
                <a:gd name="T9" fmla="*/ 15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20" y="0"/>
                  </a:moveTo>
                  <a:cubicBezTo>
                    <a:pt x="22" y="2"/>
                    <a:pt x="25" y="4"/>
                    <a:pt x="23" y="7"/>
                  </a:cubicBezTo>
                  <a:cubicBezTo>
                    <a:pt x="22" y="10"/>
                    <a:pt x="18" y="11"/>
                    <a:pt x="16" y="12"/>
                  </a:cubicBezTo>
                  <a:cubicBezTo>
                    <a:pt x="13" y="14"/>
                    <a:pt x="12" y="17"/>
                    <a:pt x="8" y="18"/>
                  </a:cubicBezTo>
                  <a:cubicBezTo>
                    <a:pt x="6" y="19"/>
                    <a:pt x="0" y="14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34" name="Freeform 2015">
              <a:extLst>
                <a:ext uri="{FF2B5EF4-FFF2-40B4-BE49-F238E27FC236}">
                  <a16:creationId xmlns:a16="http://schemas.microsoft.com/office/drawing/2014/main" id="{962D4C92-5160-4B70-B37C-6C00C1FB7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566"/>
              <a:ext cx="14" cy="20"/>
            </a:xfrm>
            <a:custGeom>
              <a:avLst/>
              <a:gdLst>
                <a:gd name="T0" fmla="*/ 0 w 7"/>
                <a:gd name="T1" fmla="*/ 0 h 9"/>
                <a:gd name="T2" fmla="*/ 56 w 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3" y="3"/>
                    <a:pt x="6" y="5"/>
                    <a:pt x="7" y="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35" name="Freeform 2016">
              <a:extLst>
                <a:ext uri="{FF2B5EF4-FFF2-40B4-BE49-F238E27FC236}">
                  <a16:creationId xmlns:a16="http://schemas.microsoft.com/office/drawing/2014/main" id="{FF7F6ED2-6B94-4B8B-BAFC-5C9BA2253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566"/>
              <a:ext cx="57" cy="20"/>
            </a:xfrm>
            <a:custGeom>
              <a:avLst/>
              <a:gdLst>
                <a:gd name="T0" fmla="*/ 0 w 28"/>
                <a:gd name="T1" fmla="*/ 98 h 9"/>
                <a:gd name="T2" fmla="*/ 204 w 28"/>
                <a:gd name="T3" fmla="*/ 44 h 9"/>
                <a:gd name="T4" fmla="*/ 236 w 28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8" y="9"/>
                    <a:pt x="15" y="0"/>
                    <a:pt x="24" y="4"/>
                  </a:cubicBezTo>
                  <a:cubicBezTo>
                    <a:pt x="27" y="5"/>
                    <a:pt x="28" y="5"/>
                    <a:pt x="28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36" name="Freeform 2017">
              <a:extLst>
                <a:ext uri="{FF2B5EF4-FFF2-40B4-BE49-F238E27FC236}">
                  <a16:creationId xmlns:a16="http://schemas.microsoft.com/office/drawing/2014/main" id="{4711EFD6-C30B-4769-8BA5-B580B47EA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557"/>
              <a:ext cx="56" cy="18"/>
            </a:xfrm>
            <a:custGeom>
              <a:avLst/>
              <a:gdLst>
                <a:gd name="T0" fmla="*/ 241 w 27"/>
                <a:gd name="T1" fmla="*/ 81 h 8"/>
                <a:gd name="T2" fmla="*/ 141 w 27"/>
                <a:gd name="T3" fmla="*/ 25 h 8"/>
                <a:gd name="T4" fmla="*/ 0 w 27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">
                  <a:moveTo>
                    <a:pt x="27" y="7"/>
                  </a:moveTo>
                  <a:cubicBezTo>
                    <a:pt x="24" y="1"/>
                    <a:pt x="23" y="0"/>
                    <a:pt x="16" y="2"/>
                  </a:cubicBezTo>
                  <a:cubicBezTo>
                    <a:pt x="10" y="3"/>
                    <a:pt x="5" y="5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37" name="Freeform 2018">
              <a:extLst>
                <a:ext uri="{FF2B5EF4-FFF2-40B4-BE49-F238E27FC236}">
                  <a16:creationId xmlns:a16="http://schemas.microsoft.com/office/drawing/2014/main" id="{54BFC987-D683-4E3D-B077-F0E873120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527"/>
              <a:ext cx="6" cy="33"/>
            </a:xfrm>
            <a:custGeom>
              <a:avLst/>
              <a:gdLst>
                <a:gd name="T0" fmla="*/ 0 w 3"/>
                <a:gd name="T1" fmla="*/ 0 h 15"/>
                <a:gd name="T2" fmla="*/ 0 w 3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0"/>
                  </a:moveTo>
                  <a:cubicBezTo>
                    <a:pt x="2" y="4"/>
                    <a:pt x="3" y="12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38" name="Freeform 2019">
              <a:extLst>
                <a:ext uri="{FF2B5EF4-FFF2-40B4-BE49-F238E27FC236}">
                  <a16:creationId xmlns:a16="http://schemas.microsoft.com/office/drawing/2014/main" id="{A2CD8425-EA87-4B5F-B132-E2CA9FC94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564"/>
              <a:ext cx="16" cy="4"/>
            </a:xfrm>
            <a:custGeom>
              <a:avLst/>
              <a:gdLst>
                <a:gd name="T0" fmla="*/ 0 w 8"/>
                <a:gd name="T1" fmla="*/ 0 h 2"/>
                <a:gd name="T2" fmla="*/ 64 w 8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1"/>
                    <a:pt x="5" y="2"/>
                    <a:pt x="8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39" name="Freeform 2020">
              <a:extLst>
                <a:ext uri="{FF2B5EF4-FFF2-40B4-BE49-F238E27FC236}">
                  <a16:creationId xmlns:a16="http://schemas.microsoft.com/office/drawing/2014/main" id="{09AA28E6-D642-452C-9C27-8D9515233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560"/>
              <a:ext cx="55" cy="15"/>
            </a:xfrm>
            <a:custGeom>
              <a:avLst/>
              <a:gdLst>
                <a:gd name="T0" fmla="*/ 0 w 27"/>
                <a:gd name="T1" fmla="*/ 60 h 7"/>
                <a:gd name="T2" fmla="*/ 120 w 27"/>
                <a:gd name="T3" fmla="*/ 19 h 7"/>
                <a:gd name="T4" fmla="*/ 196 w 27"/>
                <a:gd name="T5" fmla="*/ 9 h 7"/>
                <a:gd name="T6" fmla="*/ 228 w 27"/>
                <a:gd name="T7" fmla="*/ 6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7">
                  <a:moveTo>
                    <a:pt x="0" y="6"/>
                  </a:moveTo>
                  <a:cubicBezTo>
                    <a:pt x="5" y="5"/>
                    <a:pt x="9" y="3"/>
                    <a:pt x="14" y="2"/>
                  </a:cubicBezTo>
                  <a:cubicBezTo>
                    <a:pt x="17" y="2"/>
                    <a:pt x="21" y="0"/>
                    <a:pt x="23" y="1"/>
                  </a:cubicBezTo>
                  <a:cubicBezTo>
                    <a:pt x="26" y="2"/>
                    <a:pt x="26" y="5"/>
                    <a:pt x="27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40" name="Freeform 2021">
              <a:extLst>
                <a:ext uri="{FF2B5EF4-FFF2-40B4-BE49-F238E27FC236}">
                  <a16:creationId xmlns:a16="http://schemas.microsoft.com/office/drawing/2014/main" id="{B47E820F-1011-410C-854C-B9740F10B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546"/>
              <a:ext cx="64" cy="20"/>
            </a:xfrm>
            <a:custGeom>
              <a:avLst/>
              <a:gdLst>
                <a:gd name="T0" fmla="*/ 0 w 31"/>
                <a:gd name="T1" fmla="*/ 64 h 9"/>
                <a:gd name="T2" fmla="*/ 213 w 31"/>
                <a:gd name="T3" fmla="*/ 20 h 9"/>
                <a:gd name="T4" fmla="*/ 264 w 31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">
                  <a:moveTo>
                    <a:pt x="0" y="6"/>
                  </a:moveTo>
                  <a:cubicBezTo>
                    <a:pt x="2" y="0"/>
                    <a:pt x="20" y="2"/>
                    <a:pt x="24" y="2"/>
                  </a:cubicBezTo>
                  <a:cubicBezTo>
                    <a:pt x="30" y="2"/>
                    <a:pt x="31" y="3"/>
                    <a:pt x="30" y="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41" name="Freeform 2022">
              <a:extLst>
                <a:ext uri="{FF2B5EF4-FFF2-40B4-BE49-F238E27FC236}">
                  <a16:creationId xmlns:a16="http://schemas.microsoft.com/office/drawing/2014/main" id="{2F9D2B68-CC13-4BBF-B135-D1B7143D0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540"/>
              <a:ext cx="56" cy="33"/>
            </a:xfrm>
            <a:custGeom>
              <a:avLst/>
              <a:gdLst>
                <a:gd name="T0" fmla="*/ 0 w 27"/>
                <a:gd name="T1" fmla="*/ 64 h 15"/>
                <a:gd name="T2" fmla="*/ 207 w 27"/>
                <a:gd name="T3" fmla="*/ 44 h 15"/>
                <a:gd name="T4" fmla="*/ 241 w 27"/>
                <a:gd name="T5" fmla="*/ 97 h 15"/>
                <a:gd name="T6" fmla="*/ 232 w 27"/>
                <a:gd name="T7" fmla="*/ 16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5">
                  <a:moveTo>
                    <a:pt x="0" y="6"/>
                  </a:moveTo>
                  <a:cubicBezTo>
                    <a:pt x="1" y="0"/>
                    <a:pt x="18" y="3"/>
                    <a:pt x="23" y="4"/>
                  </a:cubicBezTo>
                  <a:cubicBezTo>
                    <a:pt x="26" y="5"/>
                    <a:pt x="26" y="5"/>
                    <a:pt x="27" y="9"/>
                  </a:cubicBezTo>
                  <a:cubicBezTo>
                    <a:pt x="27" y="10"/>
                    <a:pt x="27" y="14"/>
                    <a:pt x="26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42" name="Freeform 2023">
              <a:extLst>
                <a:ext uri="{FF2B5EF4-FFF2-40B4-BE49-F238E27FC236}">
                  <a16:creationId xmlns:a16="http://schemas.microsoft.com/office/drawing/2014/main" id="{033F0F10-F9AA-42C4-BD6E-934F6F13F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516"/>
              <a:ext cx="47" cy="28"/>
            </a:xfrm>
            <a:custGeom>
              <a:avLst/>
              <a:gdLst>
                <a:gd name="T0" fmla="*/ 0 w 23"/>
                <a:gd name="T1" fmla="*/ 129 h 13"/>
                <a:gd name="T2" fmla="*/ 147 w 23"/>
                <a:gd name="T3" fmla="*/ 101 h 13"/>
                <a:gd name="T4" fmla="*/ 172 w 2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">
                  <a:moveTo>
                    <a:pt x="0" y="13"/>
                  </a:moveTo>
                  <a:cubicBezTo>
                    <a:pt x="5" y="13"/>
                    <a:pt x="12" y="13"/>
                    <a:pt x="17" y="10"/>
                  </a:cubicBezTo>
                  <a:cubicBezTo>
                    <a:pt x="23" y="7"/>
                    <a:pt x="19" y="4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43" name="Freeform 2024">
              <a:extLst>
                <a:ext uri="{FF2B5EF4-FFF2-40B4-BE49-F238E27FC236}">
                  <a16:creationId xmlns:a16="http://schemas.microsoft.com/office/drawing/2014/main" id="{776B6212-F6BC-4C72-AB36-6FAA59592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538"/>
              <a:ext cx="10" cy="26"/>
            </a:xfrm>
            <a:custGeom>
              <a:avLst/>
              <a:gdLst>
                <a:gd name="T0" fmla="*/ 0 w 5"/>
                <a:gd name="T1" fmla="*/ 0 h 12"/>
                <a:gd name="T2" fmla="*/ 40 w 5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4" y="2"/>
                    <a:pt x="5" y="8"/>
                    <a:pt x="5" y="1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44" name="Freeform 2025">
              <a:extLst>
                <a:ext uri="{FF2B5EF4-FFF2-40B4-BE49-F238E27FC236}">
                  <a16:creationId xmlns:a16="http://schemas.microsoft.com/office/drawing/2014/main" id="{3667F966-4AD9-4D54-9049-49B2B22FE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544"/>
              <a:ext cx="4" cy="18"/>
            </a:xfrm>
            <a:custGeom>
              <a:avLst/>
              <a:gdLst>
                <a:gd name="T0" fmla="*/ 16 w 2"/>
                <a:gd name="T1" fmla="*/ 0 h 8"/>
                <a:gd name="T2" fmla="*/ 8 w 2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6"/>
                    <a:pt x="1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45" name="Freeform 2026">
              <a:extLst>
                <a:ext uri="{FF2B5EF4-FFF2-40B4-BE49-F238E27FC236}">
                  <a16:creationId xmlns:a16="http://schemas.microsoft.com/office/drawing/2014/main" id="{B2174465-F5FB-4F71-95A0-162F174EA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509"/>
              <a:ext cx="45" cy="33"/>
            </a:xfrm>
            <a:custGeom>
              <a:avLst/>
              <a:gdLst>
                <a:gd name="T0" fmla="*/ 0 w 22"/>
                <a:gd name="T1" fmla="*/ 150 h 15"/>
                <a:gd name="T2" fmla="*/ 96 w 22"/>
                <a:gd name="T3" fmla="*/ 141 h 15"/>
                <a:gd name="T4" fmla="*/ 172 w 22"/>
                <a:gd name="T5" fmla="*/ 117 h 15"/>
                <a:gd name="T6" fmla="*/ 180 w 2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5">
                  <a:moveTo>
                    <a:pt x="0" y="14"/>
                  </a:moveTo>
                  <a:cubicBezTo>
                    <a:pt x="3" y="15"/>
                    <a:pt x="7" y="13"/>
                    <a:pt x="11" y="13"/>
                  </a:cubicBezTo>
                  <a:cubicBezTo>
                    <a:pt x="14" y="13"/>
                    <a:pt x="18" y="13"/>
                    <a:pt x="20" y="11"/>
                  </a:cubicBezTo>
                  <a:cubicBezTo>
                    <a:pt x="22" y="9"/>
                    <a:pt x="22" y="2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46" name="Freeform 2027">
              <a:extLst>
                <a:ext uri="{FF2B5EF4-FFF2-40B4-BE49-F238E27FC236}">
                  <a16:creationId xmlns:a16="http://schemas.microsoft.com/office/drawing/2014/main" id="{F50AE36A-5702-4115-8DE4-461E79B55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36"/>
              <a:ext cx="6" cy="15"/>
            </a:xfrm>
            <a:custGeom>
              <a:avLst/>
              <a:gdLst>
                <a:gd name="T0" fmla="*/ 0 w 3"/>
                <a:gd name="T1" fmla="*/ 0 h 7"/>
                <a:gd name="T2" fmla="*/ 16 w 3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3" y="5"/>
                    <a:pt x="2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47" name="Freeform 2028">
              <a:extLst>
                <a:ext uri="{FF2B5EF4-FFF2-40B4-BE49-F238E27FC236}">
                  <a16:creationId xmlns:a16="http://schemas.microsoft.com/office/drawing/2014/main" id="{23A7A7C5-6AD4-41D2-86EE-887D4012E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1503"/>
              <a:ext cx="45" cy="26"/>
            </a:xfrm>
            <a:custGeom>
              <a:avLst/>
              <a:gdLst>
                <a:gd name="T0" fmla="*/ 0 w 22"/>
                <a:gd name="T1" fmla="*/ 93 h 12"/>
                <a:gd name="T2" fmla="*/ 164 w 22"/>
                <a:gd name="T3" fmla="*/ 93 h 12"/>
                <a:gd name="T4" fmla="*/ 188 w 2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9"/>
                  </a:moveTo>
                  <a:cubicBezTo>
                    <a:pt x="5" y="9"/>
                    <a:pt x="15" y="12"/>
                    <a:pt x="19" y="9"/>
                  </a:cubicBezTo>
                  <a:cubicBezTo>
                    <a:pt x="21" y="7"/>
                    <a:pt x="22" y="2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48" name="Freeform 2029">
              <a:extLst>
                <a:ext uri="{FF2B5EF4-FFF2-40B4-BE49-F238E27FC236}">
                  <a16:creationId xmlns:a16="http://schemas.microsoft.com/office/drawing/2014/main" id="{B9C6AB68-F682-45A6-8517-EA5199F55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525"/>
              <a:ext cx="6" cy="26"/>
            </a:xfrm>
            <a:custGeom>
              <a:avLst/>
              <a:gdLst>
                <a:gd name="T0" fmla="*/ 0 w 3"/>
                <a:gd name="T1" fmla="*/ 0 h 12"/>
                <a:gd name="T2" fmla="*/ 8 w 3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3" y="3"/>
                    <a:pt x="3" y="9"/>
                    <a:pt x="1" y="1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49" name="Freeform 2030">
              <a:extLst>
                <a:ext uri="{FF2B5EF4-FFF2-40B4-BE49-F238E27FC236}">
                  <a16:creationId xmlns:a16="http://schemas.microsoft.com/office/drawing/2014/main" id="{09A8D979-7D80-409F-87F3-E3987D7A7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1542"/>
              <a:ext cx="19" cy="2"/>
            </a:xfrm>
            <a:custGeom>
              <a:avLst/>
              <a:gdLst>
                <a:gd name="T0" fmla="*/ 0 w 9"/>
                <a:gd name="T1" fmla="*/ 0 h 1"/>
                <a:gd name="T2" fmla="*/ 84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1"/>
                    <a:pt x="6" y="1"/>
                    <a:pt x="9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0" name="Freeform 2031">
              <a:extLst>
                <a:ext uri="{FF2B5EF4-FFF2-40B4-BE49-F238E27FC236}">
                  <a16:creationId xmlns:a16="http://schemas.microsoft.com/office/drawing/2014/main" id="{32E0B8DE-9FB9-43B0-B843-573A6D200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1514"/>
              <a:ext cx="45" cy="28"/>
            </a:xfrm>
            <a:custGeom>
              <a:avLst/>
              <a:gdLst>
                <a:gd name="T0" fmla="*/ 0 w 22"/>
                <a:gd name="T1" fmla="*/ 28 h 13"/>
                <a:gd name="T2" fmla="*/ 172 w 22"/>
                <a:gd name="T3" fmla="*/ 52 h 13"/>
                <a:gd name="T4" fmla="*/ 172 w 22"/>
                <a:gd name="T5" fmla="*/ 1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0" y="3"/>
                  </a:moveTo>
                  <a:cubicBezTo>
                    <a:pt x="5" y="2"/>
                    <a:pt x="16" y="0"/>
                    <a:pt x="20" y="5"/>
                  </a:cubicBezTo>
                  <a:cubicBezTo>
                    <a:pt x="22" y="7"/>
                    <a:pt x="21" y="13"/>
                    <a:pt x="20" y="1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1" name="Freeform 2032">
              <a:extLst>
                <a:ext uri="{FF2B5EF4-FFF2-40B4-BE49-F238E27FC236}">
                  <a16:creationId xmlns:a16="http://schemas.microsoft.com/office/drawing/2014/main" id="{6E4EDE36-8751-4C58-955E-1BB11492B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503"/>
              <a:ext cx="6" cy="19"/>
            </a:xfrm>
            <a:custGeom>
              <a:avLst/>
              <a:gdLst>
                <a:gd name="T0" fmla="*/ 0 w 3"/>
                <a:gd name="T1" fmla="*/ 84 h 9"/>
                <a:gd name="T2" fmla="*/ 1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1" y="7"/>
                    <a:pt x="3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2" name="Freeform 2033">
              <a:extLst>
                <a:ext uri="{FF2B5EF4-FFF2-40B4-BE49-F238E27FC236}">
                  <a16:creationId xmlns:a16="http://schemas.microsoft.com/office/drawing/2014/main" id="{3F93C855-D79A-4667-AB2E-7B4B383EB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553"/>
              <a:ext cx="51" cy="24"/>
            </a:xfrm>
            <a:custGeom>
              <a:avLst/>
              <a:gdLst>
                <a:gd name="T0" fmla="*/ 0 w 25"/>
                <a:gd name="T1" fmla="*/ 9 h 11"/>
                <a:gd name="T2" fmla="*/ 92 w 25"/>
                <a:gd name="T3" fmla="*/ 9 h 11"/>
                <a:gd name="T4" fmla="*/ 188 w 25"/>
                <a:gd name="T5" fmla="*/ 20 h 11"/>
                <a:gd name="T6" fmla="*/ 196 w 25"/>
                <a:gd name="T7" fmla="*/ 11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"/>
                  </a:moveTo>
                  <a:cubicBezTo>
                    <a:pt x="4" y="1"/>
                    <a:pt x="7" y="0"/>
                    <a:pt x="11" y="1"/>
                  </a:cubicBezTo>
                  <a:cubicBezTo>
                    <a:pt x="13" y="1"/>
                    <a:pt x="20" y="0"/>
                    <a:pt x="22" y="2"/>
                  </a:cubicBezTo>
                  <a:cubicBezTo>
                    <a:pt x="25" y="4"/>
                    <a:pt x="24" y="8"/>
                    <a:pt x="23" y="1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3" name="Freeform 2034">
              <a:extLst>
                <a:ext uri="{FF2B5EF4-FFF2-40B4-BE49-F238E27FC236}">
                  <a16:creationId xmlns:a16="http://schemas.microsoft.com/office/drawing/2014/main" id="{DD0BFF2B-AC5E-48D0-A07A-8312ECA36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560"/>
              <a:ext cx="43" cy="32"/>
            </a:xfrm>
            <a:custGeom>
              <a:avLst/>
              <a:gdLst>
                <a:gd name="T0" fmla="*/ 0 w 21"/>
                <a:gd name="T1" fmla="*/ 9 h 15"/>
                <a:gd name="T2" fmla="*/ 172 w 21"/>
                <a:gd name="T3" fmla="*/ 60 h 15"/>
                <a:gd name="T4" fmla="*/ 156 w 21"/>
                <a:gd name="T5" fmla="*/ 14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0" y="1"/>
                  </a:moveTo>
                  <a:cubicBezTo>
                    <a:pt x="4" y="0"/>
                    <a:pt x="17" y="2"/>
                    <a:pt x="20" y="6"/>
                  </a:cubicBezTo>
                  <a:cubicBezTo>
                    <a:pt x="21" y="8"/>
                    <a:pt x="19" y="14"/>
                    <a:pt x="18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4" name="Freeform 2035">
              <a:extLst>
                <a:ext uri="{FF2B5EF4-FFF2-40B4-BE49-F238E27FC236}">
                  <a16:creationId xmlns:a16="http://schemas.microsoft.com/office/drawing/2014/main" id="{ED2BD9F6-EA83-4EC4-9A06-A06792453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522"/>
              <a:ext cx="43" cy="31"/>
            </a:xfrm>
            <a:custGeom>
              <a:avLst/>
              <a:gdLst>
                <a:gd name="T0" fmla="*/ 0 w 21"/>
                <a:gd name="T1" fmla="*/ 20 h 14"/>
                <a:gd name="T2" fmla="*/ 164 w 21"/>
                <a:gd name="T3" fmla="*/ 35 h 14"/>
                <a:gd name="T4" fmla="*/ 164 w 21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0" y="2"/>
                  </a:moveTo>
                  <a:cubicBezTo>
                    <a:pt x="4" y="1"/>
                    <a:pt x="15" y="0"/>
                    <a:pt x="19" y="3"/>
                  </a:cubicBezTo>
                  <a:cubicBezTo>
                    <a:pt x="21" y="5"/>
                    <a:pt x="21" y="12"/>
                    <a:pt x="19" y="1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5" name="Freeform 2036">
              <a:extLst>
                <a:ext uri="{FF2B5EF4-FFF2-40B4-BE49-F238E27FC236}">
                  <a16:creationId xmlns:a16="http://schemas.microsoft.com/office/drawing/2014/main" id="{ACE95EA5-8067-44B9-BF28-C53D56B18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529"/>
              <a:ext cx="50" cy="33"/>
            </a:xfrm>
            <a:custGeom>
              <a:avLst/>
              <a:gdLst>
                <a:gd name="T0" fmla="*/ 0 w 24"/>
                <a:gd name="T1" fmla="*/ 9 h 15"/>
                <a:gd name="T2" fmla="*/ 208 w 24"/>
                <a:gd name="T3" fmla="*/ 53 h 15"/>
                <a:gd name="T4" fmla="*/ 200 w 24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1"/>
                  </a:moveTo>
                  <a:cubicBezTo>
                    <a:pt x="4" y="0"/>
                    <a:pt x="21" y="0"/>
                    <a:pt x="23" y="5"/>
                  </a:cubicBezTo>
                  <a:cubicBezTo>
                    <a:pt x="24" y="6"/>
                    <a:pt x="23" y="15"/>
                    <a:pt x="22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6" name="Freeform 2037">
              <a:extLst>
                <a:ext uri="{FF2B5EF4-FFF2-40B4-BE49-F238E27FC236}">
                  <a16:creationId xmlns:a16="http://schemas.microsoft.com/office/drawing/2014/main" id="{FECBA759-91B9-45E7-8D85-1C4ACCBCF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538"/>
              <a:ext cx="43" cy="33"/>
            </a:xfrm>
            <a:custGeom>
              <a:avLst/>
              <a:gdLst>
                <a:gd name="T0" fmla="*/ 0 w 21"/>
                <a:gd name="T1" fmla="*/ 9 h 15"/>
                <a:gd name="T2" fmla="*/ 172 w 21"/>
                <a:gd name="T3" fmla="*/ 64 h 15"/>
                <a:gd name="T4" fmla="*/ 164 w 21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0" y="1"/>
                  </a:moveTo>
                  <a:cubicBezTo>
                    <a:pt x="5" y="0"/>
                    <a:pt x="17" y="2"/>
                    <a:pt x="20" y="6"/>
                  </a:cubicBezTo>
                  <a:cubicBezTo>
                    <a:pt x="21" y="8"/>
                    <a:pt x="21" y="15"/>
                    <a:pt x="19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7" name="Freeform 2038">
              <a:extLst>
                <a:ext uri="{FF2B5EF4-FFF2-40B4-BE49-F238E27FC236}">
                  <a16:creationId xmlns:a16="http://schemas.microsoft.com/office/drawing/2014/main" id="{8E9CE5BB-A3EE-4F8C-AD19-28606AB48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507"/>
              <a:ext cx="4" cy="20"/>
            </a:xfrm>
            <a:custGeom>
              <a:avLst/>
              <a:gdLst>
                <a:gd name="T0" fmla="*/ 0 w 2"/>
                <a:gd name="T1" fmla="*/ 98 h 9"/>
                <a:gd name="T2" fmla="*/ 16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8" name="Freeform 2039">
              <a:extLst>
                <a:ext uri="{FF2B5EF4-FFF2-40B4-BE49-F238E27FC236}">
                  <a16:creationId xmlns:a16="http://schemas.microsoft.com/office/drawing/2014/main" id="{361ABD16-519E-4F87-B2DC-27A614C65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522"/>
              <a:ext cx="4" cy="18"/>
            </a:xfrm>
            <a:custGeom>
              <a:avLst/>
              <a:gdLst>
                <a:gd name="T0" fmla="*/ 0 w 2"/>
                <a:gd name="T1" fmla="*/ 92 h 8"/>
                <a:gd name="T2" fmla="*/ 8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2" y="5"/>
                    <a:pt x="1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9" name="Freeform 2040">
              <a:extLst>
                <a:ext uri="{FF2B5EF4-FFF2-40B4-BE49-F238E27FC236}">
                  <a16:creationId xmlns:a16="http://schemas.microsoft.com/office/drawing/2014/main" id="{510E130C-A6CD-48C1-B404-72A25B430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562"/>
              <a:ext cx="20" cy="9"/>
            </a:xfrm>
            <a:custGeom>
              <a:avLst/>
              <a:gdLst>
                <a:gd name="T0" fmla="*/ 0 w 10"/>
                <a:gd name="T1" fmla="*/ 11 h 4"/>
                <a:gd name="T2" fmla="*/ 80 w 10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4" y="0"/>
                    <a:pt x="6" y="2"/>
                    <a:pt x="10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0" name="Freeform 2041">
              <a:extLst>
                <a:ext uri="{FF2B5EF4-FFF2-40B4-BE49-F238E27FC236}">
                  <a16:creationId xmlns:a16="http://schemas.microsoft.com/office/drawing/2014/main" id="{6BD031FC-8581-4493-866D-D512125A6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555"/>
              <a:ext cx="16" cy="5"/>
            </a:xfrm>
            <a:custGeom>
              <a:avLst/>
              <a:gdLst>
                <a:gd name="T0" fmla="*/ 0 w 8"/>
                <a:gd name="T1" fmla="*/ 0 h 2"/>
                <a:gd name="T2" fmla="*/ 64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1"/>
                    <a:pt x="5" y="1"/>
                    <a:pt x="8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1" name="Freeform 2042">
              <a:extLst>
                <a:ext uri="{FF2B5EF4-FFF2-40B4-BE49-F238E27FC236}">
                  <a16:creationId xmlns:a16="http://schemas.microsoft.com/office/drawing/2014/main" id="{70838E40-D9D0-4D72-908D-B6CA801DA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555"/>
              <a:ext cx="12" cy="13"/>
            </a:xfrm>
            <a:custGeom>
              <a:avLst/>
              <a:gdLst>
                <a:gd name="T0" fmla="*/ 48 w 6"/>
                <a:gd name="T1" fmla="*/ 0 h 6"/>
                <a:gd name="T2" fmla="*/ 0 w 6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0" y="3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2" name="Freeform 2043">
              <a:extLst>
                <a:ext uri="{FF2B5EF4-FFF2-40B4-BE49-F238E27FC236}">
                  <a16:creationId xmlns:a16="http://schemas.microsoft.com/office/drawing/2014/main" id="{55D76837-CE11-4D95-A448-8D0B0FCDB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06"/>
              <a:ext cx="43" cy="28"/>
            </a:xfrm>
            <a:custGeom>
              <a:avLst/>
              <a:gdLst>
                <a:gd name="T0" fmla="*/ 0 w 21"/>
                <a:gd name="T1" fmla="*/ 129 h 13"/>
                <a:gd name="T2" fmla="*/ 121 w 21"/>
                <a:gd name="T3" fmla="*/ 9 h 13"/>
                <a:gd name="T4" fmla="*/ 180 w 21"/>
                <a:gd name="T5" fmla="*/ 10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4" y="5"/>
                    <a:pt x="12" y="0"/>
                    <a:pt x="14" y="1"/>
                  </a:cubicBezTo>
                  <a:cubicBezTo>
                    <a:pt x="17" y="2"/>
                    <a:pt x="21" y="10"/>
                    <a:pt x="21" y="1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3" name="Freeform 2044">
              <a:extLst>
                <a:ext uri="{FF2B5EF4-FFF2-40B4-BE49-F238E27FC236}">
                  <a16:creationId xmlns:a16="http://schemas.microsoft.com/office/drawing/2014/main" id="{6D65BA11-326E-4753-8E95-D5609451E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606"/>
              <a:ext cx="12" cy="30"/>
            </a:xfrm>
            <a:custGeom>
              <a:avLst/>
              <a:gdLst>
                <a:gd name="T0" fmla="*/ 16 w 6"/>
                <a:gd name="T1" fmla="*/ 137 h 14"/>
                <a:gd name="T2" fmla="*/ 48 w 6"/>
                <a:gd name="T3" fmla="*/ 88 h 14"/>
                <a:gd name="T4" fmla="*/ 0 w 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2" y="14"/>
                  </a:moveTo>
                  <a:cubicBezTo>
                    <a:pt x="6" y="12"/>
                    <a:pt x="6" y="10"/>
                    <a:pt x="6" y="9"/>
                  </a:cubicBezTo>
                  <a:cubicBezTo>
                    <a:pt x="6" y="8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4" name="Freeform 2045">
              <a:extLst>
                <a:ext uri="{FF2B5EF4-FFF2-40B4-BE49-F238E27FC236}">
                  <a16:creationId xmlns:a16="http://schemas.microsoft.com/office/drawing/2014/main" id="{91B747F9-8B8E-452D-92C2-EF6668A10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588"/>
              <a:ext cx="37" cy="37"/>
            </a:xfrm>
            <a:custGeom>
              <a:avLst/>
              <a:gdLst>
                <a:gd name="T0" fmla="*/ 0 w 18"/>
                <a:gd name="T1" fmla="*/ 176 h 17"/>
                <a:gd name="T2" fmla="*/ 156 w 1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0" y="17"/>
                  </a:moveTo>
                  <a:cubicBezTo>
                    <a:pt x="5" y="13"/>
                    <a:pt x="17" y="1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5" name="Freeform 2046">
              <a:extLst>
                <a:ext uri="{FF2B5EF4-FFF2-40B4-BE49-F238E27FC236}">
                  <a16:creationId xmlns:a16="http://schemas.microsoft.com/office/drawing/2014/main" id="{B4A30F98-FAE4-4CB2-A4E6-E2B2CEE6B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01"/>
              <a:ext cx="14" cy="13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4" y="2"/>
                    <a:pt x="7" y="6"/>
                    <a:pt x="7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6" name="Freeform 2047">
              <a:extLst>
                <a:ext uri="{FF2B5EF4-FFF2-40B4-BE49-F238E27FC236}">
                  <a16:creationId xmlns:a16="http://schemas.microsoft.com/office/drawing/2014/main" id="{B589A65C-52C3-4F4A-A977-FB79E68EA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003"/>
              <a:ext cx="33" cy="68"/>
            </a:xfrm>
            <a:custGeom>
              <a:avLst/>
              <a:gdLst>
                <a:gd name="T0" fmla="*/ 107 w 16"/>
                <a:gd name="T1" fmla="*/ 327 h 31"/>
                <a:gd name="T2" fmla="*/ 0 w 16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12" y="31"/>
                  </a:moveTo>
                  <a:cubicBezTo>
                    <a:pt x="16" y="15"/>
                    <a:pt x="12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7" name="Freeform 2048">
              <a:extLst>
                <a:ext uri="{FF2B5EF4-FFF2-40B4-BE49-F238E27FC236}">
                  <a16:creationId xmlns:a16="http://schemas.microsoft.com/office/drawing/2014/main" id="{4EFB9210-A852-4C50-8888-A1D8CD6CC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949"/>
              <a:ext cx="35" cy="68"/>
            </a:xfrm>
            <a:custGeom>
              <a:avLst/>
              <a:gdLst>
                <a:gd name="T0" fmla="*/ 132 w 17"/>
                <a:gd name="T1" fmla="*/ 327 h 31"/>
                <a:gd name="T2" fmla="*/ 0 w 17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15" y="31"/>
                  </a:moveTo>
                  <a:cubicBezTo>
                    <a:pt x="15" y="18"/>
                    <a:pt x="17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8" name="Freeform 2049">
              <a:extLst>
                <a:ext uri="{FF2B5EF4-FFF2-40B4-BE49-F238E27FC236}">
                  <a16:creationId xmlns:a16="http://schemas.microsoft.com/office/drawing/2014/main" id="{D0522F9B-9D24-49C2-9D49-22FA4338B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041"/>
              <a:ext cx="25" cy="28"/>
            </a:xfrm>
            <a:custGeom>
              <a:avLst/>
              <a:gdLst>
                <a:gd name="T0" fmla="*/ 108 w 12"/>
                <a:gd name="T1" fmla="*/ 129 h 13"/>
                <a:gd name="T2" fmla="*/ 73 w 12"/>
                <a:gd name="T3" fmla="*/ 19 h 13"/>
                <a:gd name="T4" fmla="*/ 0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13"/>
                  </a:moveTo>
                  <a:cubicBezTo>
                    <a:pt x="12" y="9"/>
                    <a:pt x="12" y="5"/>
                    <a:pt x="8" y="2"/>
                  </a:cubicBezTo>
                  <a:cubicBezTo>
                    <a:pt x="6" y="1"/>
                    <a:pt x="2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9" name="Freeform 2050">
              <a:extLst>
                <a:ext uri="{FF2B5EF4-FFF2-40B4-BE49-F238E27FC236}">
                  <a16:creationId xmlns:a16="http://schemas.microsoft.com/office/drawing/2014/main" id="{DEC65846-FA81-4257-ADED-7F765F447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001"/>
              <a:ext cx="31" cy="44"/>
            </a:xfrm>
            <a:custGeom>
              <a:avLst/>
              <a:gdLst>
                <a:gd name="T0" fmla="*/ 116 w 15"/>
                <a:gd name="T1" fmla="*/ 213 h 20"/>
                <a:gd name="T2" fmla="*/ 81 w 15"/>
                <a:gd name="T3" fmla="*/ 20 h 20"/>
                <a:gd name="T4" fmla="*/ 17 w 15"/>
                <a:gd name="T5" fmla="*/ 0 h 20"/>
                <a:gd name="T6" fmla="*/ 0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13" y="20"/>
                  </a:moveTo>
                  <a:cubicBezTo>
                    <a:pt x="12" y="14"/>
                    <a:pt x="15" y="6"/>
                    <a:pt x="9" y="2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0" name="Freeform 2051">
              <a:extLst>
                <a:ext uri="{FF2B5EF4-FFF2-40B4-BE49-F238E27FC236}">
                  <a16:creationId xmlns:a16="http://schemas.microsoft.com/office/drawing/2014/main" id="{93B1A5FF-4806-4B95-AD75-A42D4701D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014"/>
              <a:ext cx="21" cy="5"/>
            </a:xfrm>
            <a:custGeom>
              <a:avLst/>
              <a:gdLst>
                <a:gd name="T0" fmla="*/ 92 w 10"/>
                <a:gd name="T1" fmla="*/ 33 h 2"/>
                <a:gd name="T2" fmla="*/ 0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0"/>
                    <a:pt x="3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1" name="Freeform 2052">
              <a:extLst>
                <a:ext uri="{FF2B5EF4-FFF2-40B4-BE49-F238E27FC236}">
                  <a16:creationId xmlns:a16="http://schemas.microsoft.com/office/drawing/2014/main" id="{164B4A55-39BE-49C5-9859-60732CEDB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962"/>
              <a:ext cx="21" cy="48"/>
            </a:xfrm>
            <a:custGeom>
              <a:avLst/>
              <a:gdLst>
                <a:gd name="T0" fmla="*/ 92 w 10"/>
                <a:gd name="T1" fmla="*/ 9 h 22"/>
                <a:gd name="T2" fmla="*/ 17 w 10"/>
                <a:gd name="T3" fmla="*/ 20 h 22"/>
                <a:gd name="T4" fmla="*/ 8 w 10"/>
                <a:gd name="T5" fmla="*/ 113 h 22"/>
                <a:gd name="T6" fmla="*/ 27 w 10"/>
                <a:gd name="T7" fmla="*/ 2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">
                  <a:moveTo>
                    <a:pt x="10" y="1"/>
                  </a:moveTo>
                  <a:cubicBezTo>
                    <a:pt x="7" y="1"/>
                    <a:pt x="4" y="0"/>
                    <a:pt x="2" y="2"/>
                  </a:cubicBezTo>
                  <a:cubicBezTo>
                    <a:pt x="0" y="4"/>
                    <a:pt x="1" y="9"/>
                    <a:pt x="1" y="11"/>
                  </a:cubicBezTo>
                  <a:cubicBezTo>
                    <a:pt x="1" y="15"/>
                    <a:pt x="2" y="19"/>
                    <a:pt x="3" y="2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2" name="Freeform 2053">
              <a:extLst>
                <a:ext uri="{FF2B5EF4-FFF2-40B4-BE49-F238E27FC236}">
                  <a16:creationId xmlns:a16="http://schemas.microsoft.com/office/drawing/2014/main" id="{19F8017E-E943-454A-ADE1-C0A662401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966"/>
              <a:ext cx="24" cy="5"/>
            </a:xfrm>
            <a:custGeom>
              <a:avLst/>
              <a:gdLst>
                <a:gd name="T0" fmla="*/ 96 w 12"/>
                <a:gd name="T1" fmla="*/ 33 h 2"/>
                <a:gd name="T2" fmla="*/ 0 w 12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8" y="1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3" name="Freeform 2054">
              <a:extLst>
                <a:ext uri="{FF2B5EF4-FFF2-40B4-BE49-F238E27FC236}">
                  <a16:creationId xmlns:a16="http://schemas.microsoft.com/office/drawing/2014/main" id="{06FE006B-8EE8-40BB-89A9-CA7AAEA7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896"/>
              <a:ext cx="35" cy="59"/>
            </a:xfrm>
            <a:custGeom>
              <a:avLst/>
              <a:gdLst>
                <a:gd name="T0" fmla="*/ 148 w 17"/>
                <a:gd name="T1" fmla="*/ 282 h 27"/>
                <a:gd name="T2" fmla="*/ 89 w 17"/>
                <a:gd name="T3" fmla="*/ 44 h 27"/>
                <a:gd name="T4" fmla="*/ 0 w 17"/>
                <a:gd name="T5" fmla="*/ 2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17" y="27"/>
                  </a:moveTo>
                  <a:cubicBezTo>
                    <a:pt x="13" y="20"/>
                    <a:pt x="17" y="9"/>
                    <a:pt x="10" y="4"/>
                  </a:cubicBezTo>
                  <a:cubicBezTo>
                    <a:pt x="7" y="2"/>
                    <a:pt x="2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4" name="Freeform 2055">
              <a:extLst>
                <a:ext uri="{FF2B5EF4-FFF2-40B4-BE49-F238E27FC236}">
                  <a16:creationId xmlns:a16="http://schemas.microsoft.com/office/drawing/2014/main" id="{B7FF6C01-FF65-4C33-A008-C2F5E9D31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14"/>
              <a:ext cx="25" cy="54"/>
            </a:xfrm>
            <a:custGeom>
              <a:avLst/>
              <a:gdLst>
                <a:gd name="T0" fmla="*/ 0 w 12"/>
                <a:gd name="T1" fmla="*/ 9 h 25"/>
                <a:gd name="T2" fmla="*/ 92 w 12"/>
                <a:gd name="T3" fmla="*/ 80 h 25"/>
                <a:gd name="T4" fmla="*/ 108 w 12"/>
                <a:gd name="T5" fmla="*/ 25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0" y="1"/>
                  </a:moveTo>
                  <a:cubicBezTo>
                    <a:pt x="6" y="0"/>
                    <a:pt x="8" y="1"/>
                    <a:pt x="10" y="8"/>
                  </a:cubicBezTo>
                  <a:cubicBezTo>
                    <a:pt x="11" y="13"/>
                    <a:pt x="12" y="19"/>
                    <a:pt x="12" y="2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5" name="Freeform 2056">
              <a:extLst>
                <a:ext uri="{FF2B5EF4-FFF2-40B4-BE49-F238E27FC236}">
                  <a16:creationId xmlns:a16="http://schemas.microsoft.com/office/drawing/2014/main" id="{166B7F29-2CBE-4EB5-9781-80D29BE3A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909"/>
              <a:ext cx="26" cy="14"/>
            </a:xfrm>
            <a:custGeom>
              <a:avLst/>
              <a:gdLst>
                <a:gd name="T0" fmla="*/ 104 w 13"/>
                <a:gd name="T1" fmla="*/ 0 h 6"/>
                <a:gd name="T2" fmla="*/ 0 w 13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0"/>
                  </a:moveTo>
                  <a:cubicBezTo>
                    <a:pt x="9" y="0"/>
                    <a:pt x="2" y="3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6" name="Freeform 2057">
              <a:extLst>
                <a:ext uri="{FF2B5EF4-FFF2-40B4-BE49-F238E27FC236}">
                  <a16:creationId xmlns:a16="http://schemas.microsoft.com/office/drawing/2014/main" id="{F0843659-98C2-4E13-A51D-B40E1699B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955"/>
              <a:ext cx="10" cy="11"/>
            </a:xfrm>
            <a:custGeom>
              <a:avLst/>
              <a:gdLst>
                <a:gd name="T0" fmla="*/ 40 w 5"/>
                <a:gd name="T1" fmla="*/ 53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5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7" name="Freeform 2058">
              <a:extLst>
                <a:ext uri="{FF2B5EF4-FFF2-40B4-BE49-F238E27FC236}">
                  <a16:creationId xmlns:a16="http://schemas.microsoft.com/office/drawing/2014/main" id="{B41644F3-6ED3-4D70-B12C-AD21FD05E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001"/>
              <a:ext cx="10" cy="16"/>
            </a:xfrm>
            <a:custGeom>
              <a:avLst/>
              <a:gdLst>
                <a:gd name="T0" fmla="*/ 40 w 5"/>
                <a:gd name="T1" fmla="*/ 0 h 7"/>
                <a:gd name="T2" fmla="*/ 0 w 5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2" y="1"/>
                    <a:pt x="1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8" name="Freeform 2059">
              <a:extLst>
                <a:ext uri="{FF2B5EF4-FFF2-40B4-BE49-F238E27FC236}">
                  <a16:creationId xmlns:a16="http://schemas.microsoft.com/office/drawing/2014/main" id="{ABB9FE8E-958C-4517-B7B2-027ED0100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014"/>
              <a:ext cx="11" cy="3"/>
            </a:xfrm>
            <a:custGeom>
              <a:avLst/>
              <a:gdLst>
                <a:gd name="T0" fmla="*/ 53 w 5"/>
                <a:gd name="T1" fmla="*/ 0 h 1"/>
                <a:gd name="T2" fmla="*/ 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9" name="Freeform 2060">
              <a:extLst>
                <a:ext uri="{FF2B5EF4-FFF2-40B4-BE49-F238E27FC236}">
                  <a16:creationId xmlns:a16="http://schemas.microsoft.com/office/drawing/2014/main" id="{C60FB103-DA8D-40D7-A6C5-E096BB60D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848"/>
              <a:ext cx="31" cy="55"/>
            </a:xfrm>
            <a:custGeom>
              <a:avLst/>
              <a:gdLst>
                <a:gd name="T0" fmla="*/ 132 w 15"/>
                <a:gd name="T1" fmla="*/ 266 h 25"/>
                <a:gd name="T2" fmla="*/ 107 w 15"/>
                <a:gd name="T3" fmla="*/ 117 h 25"/>
                <a:gd name="T4" fmla="*/ 72 w 15"/>
                <a:gd name="T5" fmla="*/ 20 h 25"/>
                <a:gd name="T6" fmla="*/ 0 w 15"/>
                <a:gd name="T7" fmla="*/ 3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15" y="25"/>
                  </a:moveTo>
                  <a:cubicBezTo>
                    <a:pt x="14" y="20"/>
                    <a:pt x="13" y="15"/>
                    <a:pt x="12" y="11"/>
                  </a:cubicBezTo>
                  <a:cubicBezTo>
                    <a:pt x="11" y="8"/>
                    <a:pt x="10" y="4"/>
                    <a:pt x="8" y="2"/>
                  </a:cubicBezTo>
                  <a:cubicBezTo>
                    <a:pt x="6" y="0"/>
                    <a:pt x="2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0" name="Freeform 2061">
              <a:extLst>
                <a:ext uri="{FF2B5EF4-FFF2-40B4-BE49-F238E27FC236}">
                  <a16:creationId xmlns:a16="http://schemas.microsoft.com/office/drawing/2014/main" id="{C2470DF9-FB31-4249-A3D3-11DF19CF2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791"/>
              <a:ext cx="49" cy="59"/>
            </a:xfrm>
            <a:custGeom>
              <a:avLst/>
              <a:gdLst>
                <a:gd name="T0" fmla="*/ 163 w 24"/>
                <a:gd name="T1" fmla="*/ 282 h 27"/>
                <a:gd name="T2" fmla="*/ 84 w 24"/>
                <a:gd name="T3" fmla="*/ 44 h 27"/>
                <a:gd name="T4" fmla="*/ 0 w 24"/>
                <a:gd name="T5" fmla="*/ 4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7">
                  <a:moveTo>
                    <a:pt x="19" y="27"/>
                  </a:moveTo>
                  <a:cubicBezTo>
                    <a:pt x="24" y="22"/>
                    <a:pt x="13" y="8"/>
                    <a:pt x="10" y="4"/>
                  </a:cubicBezTo>
                  <a:cubicBezTo>
                    <a:pt x="7" y="0"/>
                    <a:pt x="5" y="0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1" name="Freeform 2062">
              <a:extLst>
                <a:ext uri="{FF2B5EF4-FFF2-40B4-BE49-F238E27FC236}">
                  <a16:creationId xmlns:a16="http://schemas.microsoft.com/office/drawing/2014/main" id="{9C7B630D-16B3-476F-BF2C-AD0AB1243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1741"/>
              <a:ext cx="54" cy="53"/>
            </a:xfrm>
            <a:custGeom>
              <a:avLst/>
              <a:gdLst>
                <a:gd name="T0" fmla="*/ 189 w 26"/>
                <a:gd name="T1" fmla="*/ 258 h 24"/>
                <a:gd name="T2" fmla="*/ 100 w 26"/>
                <a:gd name="T3" fmla="*/ 33 h 24"/>
                <a:gd name="T4" fmla="*/ 44 w 26"/>
                <a:gd name="T5" fmla="*/ 20 h 24"/>
                <a:gd name="T6" fmla="*/ 0 w 26"/>
                <a:gd name="T7" fmla="*/ 6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21" y="24"/>
                  </a:moveTo>
                  <a:cubicBezTo>
                    <a:pt x="26" y="20"/>
                    <a:pt x="14" y="6"/>
                    <a:pt x="11" y="3"/>
                  </a:cubicBezTo>
                  <a:cubicBezTo>
                    <a:pt x="8" y="1"/>
                    <a:pt x="8" y="0"/>
                    <a:pt x="5" y="2"/>
                  </a:cubicBezTo>
                  <a:cubicBezTo>
                    <a:pt x="3" y="3"/>
                    <a:pt x="0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2" name="Freeform 2063">
              <a:extLst>
                <a:ext uri="{FF2B5EF4-FFF2-40B4-BE49-F238E27FC236}">
                  <a16:creationId xmlns:a16="http://schemas.microsoft.com/office/drawing/2014/main" id="{22429AE8-3728-4F49-A82E-7BDF54B44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861"/>
              <a:ext cx="16" cy="51"/>
            </a:xfrm>
            <a:custGeom>
              <a:avLst/>
              <a:gdLst>
                <a:gd name="T0" fmla="*/ 56 w 8"/>
                <a:gd name="T1" fmla="*/ 251 h 23"/>
                <a:gd name="T2" fmla="*/ 8 w 8"/>
                <a:gd name="T3" fmla="*/ 89 h 23"/>
                <a:gd name="T4" fmla="*/ 64 w 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7" y="23"/>
                  </a:moveTo>
                  <a:cubicBezTo>
                    <a:pt x="5" y="19"/>
                    <a:pt x="1" y="13"/>
                    <a:pt x="1" y="8"/>
                  </a:cubicBezTo>
                  <a:cubicBezTo>
                    <a:pt x="0" y="1"/>
                    <a:pt x="5" y="3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3" name="Freeform 2064">
              <a:extLst>
                <a:ext uri="{FF2B5EF4-FFF2-40B4-BE49-F238E27FC236}">
                  <a16:creationId xmlns:a16="http://schemas.microsoft.com/office/drawing/2014/main" id="{2DE31A60-DA91-43E8-91FB-CDC8D0E39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1872"/>
              <a:ext cx="27" cy="9"/>
            </a:xfrm>
            <a:custGeom>
              <a:avLst/>
              <a:gdLst>
                <a:gd name="T0" fmla="*/ 116 w 13"/>
                <a:gd name="T1" fmla="*/ 25 h 4"/>
                <a:gd name="T2" fmla="*/ 0 w 1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13" y="2"/>
                  </a:moveTo>
                  <a:cubicBezTo>
                    <a:pt x="10" y="0"/>
                    <a:pt x="3" y="2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4" name="Freeform 2065">
              <a:extLst>
                <a:ext uri="{FF2B5EF4-FFF2-40B4-BE49-F238E27FC236}">
                  <a16:creationId xmlns:a16="http://schemas.microsoft.com/office/drawing/2014/main" id="{08768AD0-1B59-434C-B664-64CB4BDF8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905"/>
              <a:ext cx="12" cy="11"/>
            </a:xfrm>
            <a:custGeom>
              <a:avLst/>
              <a:gdLst>
                <a:gd name="T0" fmla="*/ 48 w 6"/>
                <a:gd name="T1" fmla="*/ 0 h 5"/>
                <a:gd name="T2" fmla="*/ 0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5" y="3"/>
                    <a:pt x="2" y="5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5" name="Freeform 2066">
              <a:extLst>
                <a:ext uri="{FF2B5EF4-FFF2-40B4-BE49-F238E27FC236}">
                  <a16:creationId xmlns:a16="http://schemas.microsoft.com/office/drawing/2014/main" id="{55D87293-F96C-4380-A9E3-27954203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818"/>
              <a:ext cx="21" cy="56"/>
            </a:xfrm>
            <a:custGeom>
              <a:avLst/>
              <a:gdLst>
                <a:gd name="T0" fmla="*/ 76 w 10"/>
                <a:gd name="T1" fmla="*/ 261 h 26"/>
                <a:gd name="T2" fmla="*/ 36 w 10"/>
                <a:gd name="T3" fmla="*/ 149 h 26"/>
                <a:gd name="T4" fmla="*/ 8 w 10"/>
                <a:gd name="T5" fmla="*/ 69 h 26"/>
                <a:gd name="T6" fmla="*/ 92 w 10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8" y="26"/>
                  </a:moveTo>
                  <a:cubicBezTo>
                    <a:pt x="7" y="23"/>
                    <a:pt x="6" y="19"/>
                    <a:pt x="4" y="15"/>
                  </a:cubicBezTo>
                  <a:cubicBezTo>
                    <a:pt x="3" y="13"/>
                    <a:pt x="0" y="10"/>
                    <a:pt x="1" y="7"/>
                  </a:cubicBezTo>
                  <a:cubicBezTo>
                    <a:pt x="2" y="4"/>
                    <a:pt x="8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6" name="Freeform 2067">
              <a:extLst>
                <a:ext uri="{FF2B5EF4-FFF2-40B4-BE49-F238E27FC236}">
                  <a16:creationId xmlns:a16="http://schemas.microsoft.com/office/drawing/2014/main" id="{842981A5-6D98-4A1F-A117-998AD3614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1833"/>
              <a:ext cx="14" cy="6"/>
            </a:xfrm>
            <a:custGeom>
              <a:avLst/>
              <a:gdLst>
                <a:gd name="T0" fmla="*/ 56 w 7"/>
                <a:gd name="T1" fmla="*/ 0 h 3"/>
                <a:gd name="T2" fmla="*/ 0 w 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1"/>
                    <a:pt x="1" y="1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7" name="Freeform 2068">
              <a:extLst>
                <a:ext uri="{FF2B5EF4-FFF2-40B4-BE49-F238E27FC236}">
                  <a16:creationId xmlns:a16="http://schemas.microsoft.com/office/drawing/2014/main" id="{543177BC-07EC-4A2D-9F70-D3EA0C0EB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772"/>
              <a:ext cx="18" cy="50"/>
            </a:xfrm>
            <a:custGeom>
              <a:avLst/>
              <a:gdLst>
                <a:gd name="T0" fmla="*/ 72 w 9"/>
                <a:gd name="T1" fmla="*/ 237 h 23"/>
                <a:gd name="T2" fmla="*/ 0 w 9"/>
                <a:gd name="T3" fmla="*/ 72 h 23"/>
                <a:gd name="T4" fmla="*/ 48 w 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3">
                  <a:moveTo>
                    <a:pt x="9" y="23"/>
                  </a:moveTo>
                  <a:cubicBezTo>
                    <a:pt x="7" y="19"/>
                    <a:pt x="0" y="12"/>
                    <a:pt x="0" y="7"/>
                  </a:cubicBezTo>
                  <a:cubicBezTo>
                    <a:pt x="0" y="4"/>
                    <a:pt x="5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8" name="Freeform 2069">
              <a:extLst>
                <a:ext uri="{FF2B5EF4-FFF2-40B4-BE49-F238E27FC236}">
                  <a16:creationId xmlns:a16="http://schemas.microsoft.com/office/drawing/2014/main" id="{DC90C2F3-DF07-41BF-B000-68EB6B56B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791"/>
              <a:ext cx="23" cy="14"/>
            </a:xfrm>
            <a:custGeom>
              <a:avLst/>
              <a:gdLst>
                <a:gd name="T0" fmla="*/ 100 w 11"/>
                <a:gd name="T1" fmla="*/ 0 h 6"/>
                <a:gd name="T2" fmla="*/ 0 w 11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0"/>
                  </a:moveTo>
                  <a:cubicBezTo>
                    <a:pt x="7" y="0"/>
                    <a:pt x="2" y="3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9" name="Freeform 2070">
              <a:extLst>
                <a:ext uri="{FF2B5EF4-FFF2-40B4-BE49-F238E27FC236}">
                  <a16:creationId xmlns:a16="http://schemas.microsoft.com/office/drawing/2014/main" id="{D32E4E38-4C53-414E-90FE-E91C37322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783"/>
              <a:ext cx="13" cy="15"/>
            </a:xfrm>
            <a:custGeom>
              <a:avLst/>
              <a:gdLst>
                <a:gd name="T0" fmla="*/ 61 w 6"/>
                <a:gd name="T1" fmla="*/ 69 h 7"/>
                <a:gd name="T2" fmla="*/ 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3" y="6"/>
                    <a:pt x="2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0" name="Freeform 2071">
              <a:extLst>
                <a:ext uri="{FF2B5EF4-FFF2-40B4-BE49-F238E27FC236}">
                  <a16:creationId xmlns:a16="http://schemas.microsoft.com/office/drawing/2014/main" id="{23E3F160-2064-4978-B2F1-B268BE558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745"/>
              <a:ext cx="39" cy="38"/>
            </a:xfrm>
            <a:custGeom>
              <a:avLst/>
              <a:gdLst>
                <a:gd name="T0" fmla="*/ 164 w 19"/>
                <a:gd name="T1" fmla="*/ 190 h 17"/>
                <a:gd name="T2" fmla="*/ 60 w 19"/>
                <a:gd name="T3" fmla="*/ 0 h 17"/>
                <a:gd name="T4" fmla="*/ 0 w 19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17"/>
                  </a:moveTo>
                  <a:cubicBezTo>
                    <a:pt x="17" y="12"/>
                    <a:pt x="14" y="1"/>
                    <a:pt x="7" y="0"/>
                  </a:cubicBezTo>
                  <a:cubicBezTo>
                    <a:pt x="5" y="0"/>
                    <a:pt x="0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1" name="Freeform 2072">
              <a:extLst>
                <a:ext uri="{FF2B5EF4-FFF2-40B4-BE49-F238E27FC236}">
                  <a16:creationId xmlns:a16="http://schemas.microsoft.com/office/drawing/2014/main" id="{298E0E8D-DB31-4509-874C-D90369E14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732"/>
              <a:ext cx="13" cy="13"/>
            </a:xfrm>
            <a:custGeom>
              <a:avLst/>
              <a:gdLst>
                <a:gd name="T0" fmla="*/ 0 w 6"/>
                <a:gd name="T1" fmla="*/ 61 h 6"/>
                <a:gd name="T2" fmla="*/ 6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4"/>
                    <a:pt x="5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2" name="Freeform 2073">
              <a:extLst>
                <a:ext uri="{FF2B5EF4-FFF2-40B4-BE49-F238E27FC236}">
                  <a16:creationId xmlns:a16="http://schemas.microsoft.com/office/drawing/2014/main" id="{66BF2C9B-061B-4D70-B964-9E238C5EA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700"/>
              <a:ext cx="43" cy="43"/>
            </a:xfrm>
            <a:custGeom>
              <a:avLst/>
              <a:gdLst>
                <a:gd name="T0" fmla="*/ 180 w 21"/>
                <a:gd name="T1" fmla="*/ 198 h 20"/>
                <a:gd name="T2" fmla="*/ 139 w 21"/>
                <a:gd name="T3" fmla="*/ 101 h 20"/>
                <a:gd name="T4" fmla="*/ 76 w 21"/>
                <a:gd name="T5" fmla="*/ 19 h 20"/>
                <a:gd name="T6" fmla="*/ 0 w 21"/>
                <a:gd name="T7" fmla="*/ 6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1" y="20"/>
                  </a:moveTo>
                  <a:cubicBezTo>
                    <a:pt x="19" y="17"/>
                    <a:pt x="18" y="13"/>
                    <a:pt x="16" y="10"/>
                  </a:cubicBezTo>
                  <a:cubicBezTo>
                    <a:pt x="14" y="8"/>
                    <a:pt x="12" y="3"/>
                    <a:pt x="9" y="2"/>
                  </a:cubicBezTo>
                  <a:cubicBezTo>
                    <a:pt x="6" y="0"/>
                    <a:pt x="2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3" name="Freeform 2074">
              <a:extLst>
                <a:ext uri="{FF2B5EF4-FFF2-40B4-BE49-F238E27FC236}">
                  <a16:creationId xmlns:a16="http://schemas.microsoft.com/office/drawing/2014/main" id="{D18A6B1F-1A11-4AC9-92B6-53AAE4AA1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671"/>
              <a:ext cx="43" cy="31"/>
            </a:xfrm>
            <a:custGeom>
              <a:avLst/>
              <a:gdLst>
                <a:gd name="T0" fmla="*/ 180 w 21"/>
                <a:gd name="T1" fmla="*/ 153 h 14"/>
                <a:gd name="T2" fmla="*/ 68 w 21"/>
                <a:gd name="T3" fmla="*/ 0 h 14"/>
                <a:gd name="T4" fmla="*/ 0 w 21"/>
                <a:gd name="T5" fmla="*/ 6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21" y="14"/>
                  </a:moveTo>
                  <a:cubicBezTo>
                    <a:pt x="20" y="10"/>
                    <a:pt x="13" y="0"/>
                    <a:pt x="8" y="0"/>
                  </a:cubicBezTo>
                  <a:cubicBezTo>
                    <a:pt x="5" y="0"/>
                    <a:pt x="1" y="5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4" name="Freeform 2075">
              <a:extLst>
                <a:ext uri="{FF2B5EF4-FFF2-40B4-BE49-F238E27FC236}">
                  <a16:creationId xmlns:a16="http://schemas.microsoft.com/office/drawing/2014/main" id="{A2427BB2-54BA-45D3-81A8-5484350EB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634"/>
              <a:ext cx="47" cy="37"/>
            </a:xfrm>
            <a:custGeom>
              <a:avLst/>
              <a:gdLst>
                <a:gd name="T0" fmla="*/ 196 w 23"/>
                <a:gd name="T1" fmla="*/ 176 h 17"/>
                <a:gd name="T2" fmla="*/ 59 w 23"/>
                <a:gd name="T3" fmla="*/ 9 h 17"/>
                <a:gd name="T4" fmla="*/ 0 w 23"/>
                <a:gd name="T5" fmla="*/ 7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23" y="17"/>
                  </a:moveTo>
                  <a:cubicBezTo>
                    <a:pt x="23" y="13"/>
                    <a:pt x="12" y="1"/>
                    <a:pt x="7" y="1"/>
                  </a:cubicBezTo>
                  <a:cubicBezTo>
                    <a:pt x="4" y="0"/>
                    <a:pt x="0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5" name="Freeform 2076">
              <a:extLst>
                <a:ext uri="{FF2B5EF4-FFF2-40B4-BE49-F238E27FC236}">
                  <a16:creationId xmlns:a16="http://schemas.microsoft.com/office/drawing/2014/main" id="{89966626-2CE0-4652-B6E4-ACADF8510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708"/>
              <a:ext cx="41" cy="35"/>
            </a:xfrm>
            <a:custGeom>
              <a:avLst/>
              <a:gdLst>
                <a:gd name="T0" fmla="*/ 172 w 20"/>
                <a:gd name="T1" fmla="*/ 168 h 16"/>
                <a:gd name="T2" fmla="*/ 88 w 20"/>
                <a:gd name="T3" fmla="*/ 9 h 16"/>
                <a:gd name="T4" fmla="*/ 0 w 20"/>
                <a:gd name="T5" fmla="*/ 6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20" y="16"/>
                  </a:moveTo>
                  <a:cubicBezTo>
                    <a:pt x="19" y="12"/>
                    <a:pt x="14" y="2"/>
                    <a:pt x="10" y="1"/>
                  </a:cubicBezTo>
                  <a:cubicBezTo>
                    <a:pt x="7" y="0"/>
                    <a:pt x="1" y="3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6" name="Freeform 2077">
              <a:extLst>
                <a:ext uri="{FF2B5EF4-FFF2-40B4-BE49-F238E27FC236}">
                  <a16:creationId xmlns:a16="http://schemas.microsoft.com/office/drawing/2014/main" id="{75C73409-4350-4A8C-8375-0BF617096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669"/>
              <a:ext cx="47" cy="39"/>
            </a:xfrm>
            <a:custGeom>
              <a:avLst/>
              <a:gdLst>
                <a:gd name="T0" fmla="*/ 196 w 23"/>
                <a:gd name="T1" fmla="*/ 184 h 18"/>
                <a:gd name="T2" fmla="*/ 67 w 23"/>
                <a:gd name="T3" fmla="*/ 0 h 18"/>
                <a:gd name="T4" fmla="*/ 0 w 23"/>
                <a:gd name="T5" fmla="*/ 7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23" y="18"/>
                  </a:moveTo>
                  <a:cubicBezTo>
                    <a:pt x="22" y="14"/>
                    <a:pt x="14" y="0"/>
                    <a:pt x="8" y="0"/>
                  </a:cubicBezTo>
                  <a:cubicBezTo>
                    <a:pt x="6" y="0"/>
                    <a:pt x="0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7" name="Freeform 2078">
              <a:extLst>
                <a:ext uri="{FF2B5EF4-FFF2-40B4-BE49-F238E27FC236}">
                  <a16:creationId xmlns:a16="http://schemas.microsoft.com/office/drawing/2014/main" id="{EE436EC8-254D-4387-A97B-2EDA0C131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636"/>
              <a:ext cx="45" cy="33"/>
            </a:xfrm>
            <a:custGeom>
              <a:avLst/>
              <a:gdLst>
                <a:gd name="T0" fmla="*/ 188 w 22"/>
                <a:gd name="T1" fmla="*/ 161 h 15"/>
                <a:gd name="T2" fmla="*/ 68 w 22"/>
                <a:gd name="T3" fmla="*/ 0 h 15"/>
                <a:gd name="T4" fmla="*/ 0 w 22"/>
                <a:gd name="T5" fmla="*/ 5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22" y="15"/>
                  </a:moveTo>
                  <a:cubicBezTo>
                    <a:pt x="21" y="10"/>
                    <a:pt x="13" y="1"/>
                    <a:pt x="8" y="0"/>
                  </a:cubicBezTo>
                  <a:cubicBezTo>
                    <a:pt x="5" y="0"/>
                    <a:pt x="0" y="4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8" name="Freeform 2079">
              <a:extLst>
                <a:ext uri="{FF2B5EF4-FFF2-40B4-BE49-F238E27FC236}">
                  <a16:creationId xmlns:a16="http://schemas.microsoft.com/office/drawing/2014/main" id="{D5662ED9-D5B9-4A51-B56B-CD82768CC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1684"/>
              <a:ext cx="14" cy="16"/>
            </a:xfrm>
            <a:custGeom>
              <a:avLst/>
              <a:gdLst>
                <a:gd name="T0" fmla="*/ 0 w 7"/>
                <a:gd name="T1" fmla="*/ 85 h 7"/>
                <a:gd name="T2" fmla="*/ 5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4"/>
                    <a:pt x="4" y="2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9" name="Freeform 2080">
              <a:extLst>
                <a:ext uri="{FF2B5EF4-FFF2-40B4-BE49-F238E27FC236}">
                  <a16:creationId xmlns:a16="http://schemas.microsoft.com/office/drawing/2014/main" id="{32B1AF4E-BB19-42E0-8BB1-B1F37F76C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643"/>
              <a:ext cx="18" cy="13"/>
            </a:xfrm>
            <a:custGeom>
              <a:avLst/>
              <a:gdLst>
                <a:gd name="T0" fmla="*/ 0 w 9"/>
                <a:gd name="T1" fmla="*/ 61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3"/>
                    <a:pt x="7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0" name="Freeform 2081">
              <a:extLst>
                <a:ext uri="{FF2B5EF4-FFF2-40B4-BE49-F238E27FC236}">
                  <a16:creationId xmlns:a16="http://schemas.microsoft.com/office/drawing/2014/main" id="{3D20303E-7E42-46C9-AD0A-BFC66607C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656"/>
              <a:ext cx="16" cy="17"/>
            </a:xfrm>
            <a:custGeom>
              <a:avLst/>
              <a:gdLst>
                <a:gd name="T0" fmla="*/ 64 w 8"/>
                <a:gd name="T1" fmla="*/ 77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7" y="4"/>
                    <a:pt x="4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1" name="Freeform 2082">
              <a:extLst>
                <a:ext uri="{FF2B5EF4-FFF2-40B4-BE49-F238E27FC236}">
                  <a16:creationId xmlns:a16="http://schemas.microsoft.com/office/drawing/2014/main" id="{83ACA46D-3F03-4519-94A9-D9FEC058A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691"/>
              <a:ext cx="12" cy="13"/>
            </a:xfrm>
            <a:custGeom>
              <a:avLst/>
              <a:gdLst>
                <a:gd name="T0" fmla="*/ 48 w 6"/>
                <a:gd name="T1" fmla="*/ 61 h 6"/>
                <a:gd name="T2" fmla="*/ 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2" name="Freeform 2083">
              <a:extLst>
                <a:ext uri="{FF2B5EF4-FFF2-40B4-BE49-F238E27FC236}">
                  <a16:creationId xmlns:a16="http://schemas.microsoft.com/office/drawing/2014/main" id="{42B55905-2BD1-4139-AB57-60AA796FB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730"/>
              <a:ext cx="4" cy="20"/>
            </a:xfrm>
            <a:custGeom>
              <a:avLst/>
              <a:gdLst>
                <a:gd name="T0" fmla="*/ 16 w 2"/>
                <a:gd name="T1" fmla="*/ 0 h 9"/>
                <a:gd name="T2" fmla="*/ 0 w 2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2" y="3"/>
                    <a:pt x="2" y="7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3" name="Freeform 2084">
              <a:extLst>
                <a:ext uri="{FF2B5EF4-FFF2-40B4-BE49-F238E27FC236}">
                  <a16:creationId xmlns:a16="http://schemas.microsoft.com/office/drawing/2014/main" id="{55BA0494-DD94-4D41-9FE4-DB95F6840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608"/>
              <a:ext cx="43" cy="26"/>
            </a:xfrm>
            <a:custGeom>
              <a:avLst/>
              <a:gdLst>
                <a:gd name="T0" fmla="*/ 180 w 21"/>
                <a:gd name="T1" fmla="*/ 121 h 12"/>
                <a:gd name="T2" fmla="*/ 59 w 21"/>
                <a:gd name="T3" fmla="*/ 9 h 12"/>
                <a:gd name="T4" fmla="*/ 0 w 21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21" y="12"/>
                  </a:moveTo>
                  <a:cubicBezTo>
                    <a:pt x="16" y="4"/>
                    <a:pt x="9" y="0"/>
                    <a:pt x="7" y="1"/>
                  </a:cubicBezTo>
                  <a:cubicBezTo>
                    <a:pt x="5" y="2"/>
                    <a:pt x="0" y="9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4" name="Freeform 2085">
              <a:extLst>
                <a:ext uri="{FF2B5EF4-FFF2-40B4-BE49-F238E27FC236}">
                  <a16:creationId xmlns:a16="http://schemas.microsoft.com/office/drawing/2014/main" id="{B8EF1C1B-E199-4529-8D2E-6C1A05804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606"/>
              <a:ext cx="12" cy="30"/>
            </a:xfrm>
            <a:custGeom>
              <a:avLst/>
              <a:gdLst>
                <a:gd name="T0" fmla="*/ 32 w 6"/>
                <a:gd name="T1" fmla="*/ 137 h 14"/>
                <a:gd name="T2" fmla="*/ 0 w 6"/>
                <a:gd name="T3" fmla="*/ 88 h 14"/>
                <a:gd name="T4" fmla="*/ 48 w 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4" y="14"/>
                  </a:moveTo>
                  <a:cubicBezTo>
                    <a:pt x="0" y="12"/>
                    <a:pt x="0" y="10"/>
                    <a:pt x="0" y="9"/>
                  </a:cubicBezTo>
                  <a:cubicBezTo>
                    <a:pt x="0" y="8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5" name="Freeform 2086">
              <a:extLst>
                <a:ext uri="{FF2B5EF4-FFF2-40B4-BE49-F238E27FC236}">
                  <a16:creationId xmlns:a16="http://schemas.microsoft.com/office/drawing/2014/main" id="{42F5F9A3-1BA5-49AE-BF2E-70DAA722B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588"/>
              <a:ext cx="37" cy="37"/>
            </a:xfrm>
            <a:custGeom>
              <a:avLst/>
              <a:gdLst>
                <a:gd name="T0" fmla="*/ 156 w 18"/>
                <a:gd name="T1" fmla="*/ 176 h 17"/>
                <a:gd name="T2" fmla="*/ 0 w 1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18" y="17"/>
                  </a:moveTo>
                  <a:cubicBezTo>
                    <a:pt x="12" y="13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6" name="Freeform 2087">
              <a:extLst>
                <a:ext uri="{FF2B5EF4-FFF2-40B4-BE49-F238E27FC236}">
                  <a16:creationId xmlns:a16="http://schemas.microsoft.com/office/drawing/2014/main" id="{EB855093-F098-4D40-8D9F-620E3C475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601"/>
              <a:ext cx="12" cy="13"/>
            </a:xfrm>
            <a:custGeom>
              <a:avLst/>
              <a:gdLst>
                <a:gd name="T0" fmla="*/ 48 w 6"/>
                <a:gd name="T1" fmla="*/ 0 h 6"/>
                <a:gd name="T2" fmla="*/ 0 w 6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2"/>
                    <a:pt x="0" y="6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7" name="Freeform 2088">
              <a:extLst>
                <a:ext uri="{FF2B5EF4-FFF2-40B4-BE49-F238E27FC236}">
                  <a16:creationId xmlns:a16="http://schemas.microsoft.com/office/drawing/2014/main" id="{731B077F-8B69-496A-A1CD-4E9603692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581"/>
              <a:ext cx="4" cy="11"/>
            </a:xfrm>
            <a:custGeom>
              <a:avLst/>
              <a:gdLst>
                <a:gd name="T0" fmla="*/ 16 w 2"/>
                <a:gd name="T1" fmla="*/ 0 h 5"/>
                <a:gd name="T2" fmla="*/ 0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0" y="3"/>
                    <a:pt x="0" y="5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8" name="Freeform 2089">
              <a:extLst>
                <a:ext uri="{FF2B5EF4-FFF2-40B4-BE49-F238E27FC236}">
                  <a16:creationId xmlns:a16="http://schemas.microsoft.com/office/drawing/2014/main" id="{A247EB6D-FB72-4393-BC96-93E434F68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568"/>
              <a:ext cx="37" cy="42"/>
            </a:xfrm>
            <a:custGeom>
              <a:avLst/>
              <a:gdLst>
                <a:gd name="T0" fmla="*/ 0 w 18"/>
                <a:gd name="T1" fmla="*/ 9 h 19"/>
                <a:gd name="T2" fmla="*/ 113 w 18"/>
                <a:gd name="T3" fmla="*/ 44 h 19"/>
                <a:gd name="T4" fmla="*/ 132 w 18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1"/>
                  </a:moveTo>
                  <a:cubicBezTo>
                    <a:pt x="6" y="0"/>
                    <a:pt x="9" y="1"/>
                    <a:pt x="13" y="4"/>
                  </a:cubicBezTo>
                  <a:cubicBezTo>
                    <a:pt x="18" y="9"/>
                    <a:pt x="17" y="13"/>
                    <a:pt x="15" y="1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9" name="Freeform 2090">
              <a:extLst>
                <a:ext uri="{FF2B5EF4-FFF2-40B4-BE49-F238E27FC236}">
                  <a16:creationId xmlns:a16="http://schemas.microsoft.com/office/drawing/2014/main" id="{287E4803-DE5A-43CA-AC0C-D73CEE2AE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586"/>
              <a:ext cx="39" cy="24"/>
            </a:xfrm>
            <a:custGeom>
              <a:avLst/>
              <a:gdLst>
                <a:gd name="T0" fmla="*/ 0 w 19"/>
                <a:gd name="T1" fmla="*/ 0 h 11"/>
                <a:gd name="T2" fmla="*/ 164 w 19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7" y="2"/>
                    <a:pt x="17" y="3"/>
                    <a:pt x="19" y="1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0" name="Freeform 2091">
              <a:extLst>
                <a:ext uri="{FF2B5EF4-FFF2-40B4-BE49-F238E27FC236}">
                  <a16:creationId xmlns:a16="http://schemas.microsoft.com/office/drawing/2014/main" id="{142BAFBC-31EC-4612-97CD-0D89E29DC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557"/>
              <a:ext cx="32" cy="35"/>
            </a:xfrm>
            <a:custGeom>
              <a:avLst/>
              <a:gdLst>
                <a:gd name="T0" fmla="*/ 0 w 16"/>
                <a:gd name="T1" fmla="*/ 0 h 16"/>
                <a:gd name="T2" fmla="*/ 112 w 16"/>
                <a:gd name="T3" fmla="*/ 61 h 16"/>
                <a:gd name="T4" fmla="*/ 112 w 16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4" y="0"/>
                    <a:pt x="11" y="3"/>
                    <a:pt x="14" y="6"/>
                  </a:cubicBezTo>
                  <a:cubicBezTo>
                    <a:pt x="16" y="8"/>
                    <a:pt x="16" y="12"/>
                    <a:pt x="14" y="1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1" name="Freeform 2092">
              <a:extLst>
                <a:ext uri="{FF2B5EF4-FFF2-40B4-BE49-F238E27FC236}">
                  <a16:creationId xmlns:a16="http://schemas.microsoft.com/office/drawing/2014/main" id="{C8A01AC9-87E7-48D3-819B-49AFEEE09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573"/>
              <a:ext cx="35" cy="13"/>
            </a:xfrm>
            <a:custGeom>
              <a:avLst/>
              <a:gdLst>
                <a:gd name="T0" fmla="*/ 0 w 17"/>
                <a:gd name="T1" fmla="*/ 0 h 6"/>
                <a:gd name="T2" fmla="*/ 148 w 1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5" y="0"/>
                    <a:pt x="15" y="2"/>
                    <a:pt x="17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2" name="Freeform 2093">
              <a:extLst>
                <a:ext uri="{FF2B5EF4-FFF2-40B4-BE49-F238E27FC236}">
                  <a16:creationId xmlns:a16="http://schemas.microsoft.com/office/drawing/2014/main" id="{0DA08872-3CED-4024-ADD5-300DFB3E5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573"/>
              <a:ext cx="8" cy="15"/>
            </a:xfrm>
            <a:custGeom>
              <a:avLst/>
              <a:gdLst>
                <a:gd name="T0" fmla="*/ 0 w 4"/>
                <a:gd name="T1" fmla="*/ 69 h 7"/>
                <a:gd name="T2" fmla="*/ 32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2" y="5"/>
                    <a:pt x="1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3" name="Freeform 2094">
              <a:extLst>
                <a:ext uri="{FF2B5EF4-FFF2-40B4-BE49-F238E27FC236}">
                  <a16:creationId xmlns:a16="http://schemas.microsoft.com/office/drawing/2014/main" id="{796A4954-86E4-4882-B0CD-ECEC3C9A6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549"/>
              <a:ext cx="4" cy="15"/>
            </a:xfrm>
            <a:custGeom>
              <a:avLst/>
              <a:gdLst>
                <a:gd name="T0" fmla="*/ 0 w 2"/>
                <a:gd name="T1" fmla="*/ 69 h 7"/>
                <a:gd name="T2" fmla="*/ 16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1" y="5"/>
                    <a:pt x="2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4" name="Freeform 2095">
              <a:extLst>
                <a:ext uri="{FF2B5EF4-FFF2-40B4-BE49-F238E27FC236}">
                  <a16:creationId xmlns:a16="http://schemas.microsoft.com/office/drawing/2014/main" id="{B415156E-44BA-4296-BF40-9ACEF8E57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3357"/>
              <a:ext cx="35" cy="68"/>
            </a:xfrm>
            <a:custGeom>
              <a:avLst/>
              <a:gdLst>
                <a:gd name="T0" fmla="*/ 105 w 17"/>
                <a:gd name="T1" fmla="*/ 0 h 31"/>
                <a:gd name="T2" fmla="*/ 0 w 17"/>
                <a:gd name="T3" fmla="*/ 32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12" y="0"/>
                  </a:moveTo>
                  <a:cubicBezTo>
                    <a:pt x="17" y="16"/>
                    <a:pt x="14" y="24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5" name="Freeform 2096">
              <a:extLst>
                <a:ext uri="{FF2B5EF4-FFF2-40B4-BE49-F238E27FC236}">
                  <a16:creationId xmlns:a16="http://schemas.microsoft.com/office/drawing/2014/main" id="{2F11A21D-8B2A-4AA5-B730-39BE2C458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3414"/>
              <a:ext cx="33" cy="68"/>
            </a:xfrm>
            <a:custGeom>
              <a:avLst/>
              <a:gdLst>
                <a:gd name="T0" fmla="*/ 132 w 16"/>
                <a:gd name="T1" fmla="*/ 0 h 31"/>
                <a:gd name="T2" fmla="*/ 0 w 16"/>
                <a:gd name="T3" fmla="*/ 32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15" y="0"/>
                  </a:moveTo>
                  <a:cubicBezTo>
                    <a:pt x="15" y="13"/>
                    <a:pt x="16" y="31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6" name="Freeform 2097">
              <a:extLst>
                <a:ext uri="{FF2B5EF4-FFF2-40B4-BE49-F238E27FC236}">
                  <a16:creationId xmlns:a16="http://schemas.microsoft.com/office/drawing/2014/main" id="{289220EE-7039-40F4-B189-7F3273DDA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3361"/>
              <a:ext cx="27" cy="29"/>
            </a:xfrm>
            <a:custGeom>
              <a:avLst/>
              <a:gdLst>
                <a:gd name="T0" fmla="*/ 116 w 13"/>
                <a:gd name="T1" fmla="*/ 0 h 13"/>
                <a:gd name="T2" fmla="*/ 81 w 13"/>
                <a:gd name="T3" fmla="*/ 125 h 13"/>
                <a:gd name="T4" fmla="*/ 0 w 13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cubicBezTo>
                    <a:pt x="12" y="4"/>
                    <a:pt x="13" y="8"/>
                    <a:pt x="9" y="11"/>
                  </a:cubicBezTo>
                  <a:cubicBezTo>
                    <a:pt x="6" y="12"/>
                    <a:pt x="2" y="12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7" name="Freeform 2098">
              <a:extLst>
                <a:ext uri="{FF2B5EF4-FFF2-40B4-BE49-F238E27FC236}">
                  <a16:creationId xmlns:a16="http://schemas.microsoft.com/office/drawing/2014/main" id="{236CF84C-B0B0-42B9-A97B-76F3A972D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3385"/>
              <a:ext cx="35" cy="44"/>
            </a:xfrm>
            <a:custGeom>
              <a:avLst/>
              <a:gdLst>
                <a:gd name="T0" fmla="*/ 132 w 17"/>
                <a:gd name="T1" fmla="*/ 0 h 20"/>
                <a:gd name="T2" fmla="*/ 89 w 17"/>
                <a:gd name="T3" fmla="*/ 194 h 20"/>
                <a:gd name="T4" fmla="*/ 25 w 17"/>
                <a:gd name="T5" fmla="*/ 213 h 20"/>
                <a:gd name="T6" fmla="*/ 0 w 17"/>
                <a:gd name="T7" fmla="*/ 21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5" y="0"/>
                  </a:moveTo>
                  <a:cubicBezTo>
                    <a:pt x="14" y="6"/>
                    <a:pt x="17" y="14"/>
                    <a:pt x="10" y="18"/>
                  </a:cubicBezTo>
                  <a:cubicBezTo>
                    <a:pt x="7" y="20"/>
                    <a:pt x="5" y="20"/>
                    <a:pt x="3" y="20"/>
                  </a:cubicBezTo>
                  <a:cubicBezTo>
                    <a:pt x="1" y="20"/>
                    <a:pt x="0" y="20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8" name="Freeform 2099">
              <a:extLst>
                <a:ext uri="{FF2B5EF4-FFF2-40B4-BE49-F238E27FC236}">
                  <a16:creationId xmlns:a16="http://schemas.microsoft.com/office/drawing/2014/main" id="{6070601F-408F-4059-AC69-0AE36F8A5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3412"/>
              <a:ext cx="23" cy="4"/>
            </a:xfrm>
            <a:custGeom>
              <a:avLst/>
              <a:gdLst>
                <a:gd name="T0" fmla="*/ 100 w 11"/>
                <a:gd name="T1" fmla="*/ 0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8" y="2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9" name="Freeform 2100">
              <a:extLst>
                <a:ext uri="{FF2B5EF4-FFF2-40B4-BE49-F238E27FC236}">
                  <a16:creationId xmlns:a16="http://schemas.microsoft.com/office/drawing/2014/main" id="{692BA480-F06F-431E-84D9-14CE1028B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3420"/>
              <a:ext cx="22" cy="51"/>
            </a:xfrm>
            <a:custGeom>
              <a:avLst/>
              <a:gdLst>
                <a:gd name="T0" fmla="*/ 88 w 11"/>
                <a:gd name="T1" fmla="*/ 231 h 23"/>
                <a:gd name="T2" fmla="*/ 16 w 11"/>
                <a:gd name="T3" fmla="*/ 217 h 23"/>
                <a:gd name="T4" fmla="*/ 8 w 11"/>
                <a:gd name="T5" fmla="*/ 118 h 23"/>
                <a:gd name="T6" fmla="*/ 24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11" y="21"/>
                  </a:moveTo>
                  <a:cubicBezTo>
                    <a:pt x="8" y="21"/>
                    <a:pt x="4" y="23"/>
                    <a:pt x="2" y="20"/>
                  </a:cubicBezTo>
                  <a:cubicBezTo>
                    <a:pt x="0" y="18"/>
                    <a:pt x="1" y="13"/>
                    <a:pt x="1" y="11"/>
                  </a:cubicBezTo>
                  <a:cubicBezTo>
                    <a:pt x="2" y="7"/>
                    <a:pt x="3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0" name="Freeform 2101">
              <a:extLst>
                <a:ext uri="{FF2B5EF4-FFF2-40B4-BE49-F238E27FC236}">
                  <a16:creationId xmlns:a16="http://schemas.microsoft.com/office/drawing/2014/main" id="{98FB770B-ACC1-4C98-8899-B315555C4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3460"/>
              <a:ext cx="27" cy="4"/>
            </a:xfrm>
            <a:custGeom>
              <a:avLst/>
              <a:gdLst>
                <a:gd name="T0" fmla="*/ 116 w 13"/>
                <a:gd name="T1" fmla="*/ 0 h 2"/>
                <a:gd name="T2" fmla="*/ 0 w 1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13" y="0"/>
                  </a:moveTo>
                  <a:cubicBezTo>
                    <a:pt x="9" y="1"/>
                    <a:pt x="5" y="2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1" name="Freeform 2102">
              <a:extLst>
                <a:ext uri="{FF2B5EF4-FFF2-40B4-BE49-F238E27FC236}">
                  <a16:creationId xmlns:a16="http://schemas.microsoft.com/office/drawing/2014/main" id="{797A4432-9737-423A-8EA0-04C6AD9F7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3475"/>
              <a:ext cx="33" cy="59"/>
            </a:xfrm>
            <a:custGeom>
              <a:avLst/>
              <a:gdLst>
                <a:gd name="T0" fmla="*/ 140 w 16"/>
                <a:gd name="T1" fmla="*/ 0 h 27"/>
                <a:gd name="T2" fmla="*/ 72 w 16"/>
                <a:gd name="T3" fmla="*/ 249 h 27"/>
                <a:gd name="T4" fmla="*/ 0 w 16"/>
                <a:gd name="T5" fmla="*/ 26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0"/>
                  </a:moveTo>
                  <a:cubicBezTo>
                    <a:pt x="12" y="8"/>
                    <a:pt x="16" y="18"/>
                    <a:pt x="8" y="24"/>
                  </a:cubicBezTo>
                  <a:cubicBezTo>
                    <a:pt x="5" y="26"/>
                    <a:pt x="2" y="27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2" name="Freeform 2103">
              <a:extLst>
                <a:ext uri="{FF2B5EF4-FFF2-40B4-BE49-F238E27FC236}">
                  <a16:creationId xmlns:a16="http://schemas.microsoft.com/office/drawing/2014/main" id="{76DA4681-4669-495D-8DC2-8419034F2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3462"/>
              <a:ext cx="31" cy="55"/>
            </a:xfrm>
            <a:custGeom>
              <a:avLst/>
              <a:gdLst>
                <a:gd name="T0" fmla="*/ 0 w 15"/>
                <a:gd name="T1" fmla="*/ 257 h 25"/>
                <a:gd name="T2" fmla="*/ 107 w 15"/>
                <a:gd name="T3" fmla="*/ 194 h 25"/>
                <a:gd name="T4" fmla="*/ 132 w 1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24"/>
                  </a:moveTo>
                  <a:cubicBezTo>
                    <a:pt x="7" y="25"/>
                    <a:pt x="10" y="24"/>
                    <a:pt x="12" y="18"/>
                  </a:cubicBezTo>
                  <a:cubicBezTo>
                    <a:pt x="14" y="12"/>
                    <a:pt x="15" y="6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3" name="Freeform 2104">
              <a:extLst>
                <a:ext uri="{FF2B5EF4-FFF2-40B4-BE49-F238E27FC236}">
                  <a16:creationId xmlns:a16="http://schemas.microsoft.com/office/drawing/2014/main" id="{F33C6696-E19F-486C-9987-ABC86E6E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3508"/>
              <a:ext cx="31" cy="15"/>
            </a:xfrm>
            <a:custGeom>
              <a:avLst/>
              <a:gdLst>
                <a:gd name="T0" fmla="*/ 132 w 15"/>
                <a:gd name="T1" fmla="*/ 69 h 7"/>
                <a:gd name="T2" fmla="*/ 0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7"/>
                  </a:moveTo>
                  <a:cubicBezTo>
                    <a:pt x="10" y="7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4" name="Freeform 2105">
              <a:extLst>
                <a:ext uri="{FF2B5EF4-FFF2-40B4-BE49-F238E27FC236}">
                  <a16:creationId xmlns:a16="http://schemas.microsoft.com/office/drawing/2014/main" id="{2CB812A0-DAB5-4B22-A7D0-A2B0E6F22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3464"/>
              <a:ext cx="14" cy="11"/>
            </a:xfrm>
            <a:custGeom>
              <a:avLst/>
              <a:gdLst>
                <a:gd name="T0" fmla="*/ 56 w 7"/>
                <a:gd name="T1" fmla="*/ 0 h 5"/>
                <a:gd name="T2" fmla="*/ 0 w 7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2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5" name="Freeform 2106">
              <a:extLst>
                <a:ext uri="{FF2B5EF4-FFF2-40B4-BE49-F238E27FC236}">
                  <a16:creationId xmlns:a16="http://schemas.microsoft.com/office/drawing/2014/main" id="{9F0EADBE-7782-4E13-A272-F7776D8FB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3414"/>
              <a:ext cx="13" cy="15"/>
            </a:xfrm>
            <a:custGeom>
              <a:avLst/>
              <a:gdLst>
                <a:gd name="T0" fmla="*/ 61 w 6"/>
                <a:gd name="T1" fmla="*/ 69 h 7"/>
                <a:gd name="T2" fmla="*/ 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6" name="Freeform 2107">
              <a:extLst>
                <a:ext uri="{FF2B5EF4-FFF2-40B4-BE49-F238E27FC236}">
                  <a16:creationId xmlns:a16="http://schemas.microsoft.com/office/drawing/2014/main" id="{B34829B9-C810-4AD0-85E8-E7A90CF3D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3414"/>
              <a:ext cx="12" cy="2"/>
            </a:xfrm>
            <a:custGeom>
              <a:avLst/>
              <a:gdLst>
                <a:gd name="T0" fmla="*/ 48 w 6"/>
                <a:gd name="T1" fmla="*/ 8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3" y="1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7" name="Freeform 2108">
              <a:extLst>
                <a:ext uri="{FF2B5EF4-FFF2-40B4-BE49-F238E27FC236}">
                  <a16:creationId xmlns:a16="http://schemas.microsoft.com/office/drawing/2014/main" id="{F51562CA-DE99-4FD7-9231-BB05CBA79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527"/>
              <a:ext cx="35" cy="57"/>
            </a:xfrm>
            <a:custGeom>
              <a:avLst/>
              <a:gdLst>
                <a:gd name="T0" fmla="*/ 148 w 17"/>
                <a:gd name="T1" fmla="*/ 0 h 26"/>
                <a:gd name="T2" fmla="*/ 115 w 17"/>
                <a:gd name="T3" fmla="*/ 158 h 26"/>
                <a:gd name="T4" fmla="*/ 80 w 17"/>
                <a:gd name="T5" fmla="*/ 241 h 26"/>
                <a:gd name="T6" fmla="*/ 0 w 17"/>
                <a:gd name="T7" fmla="*/ 23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16" y="5"/>
                    <a:pt x="15" y="10"/>
                    <a:pt x="13" y="15"/>
                  </a:cubicBezTo>
                  <a:cubicBezTo>
                    <a:pt x="12" y="17"/>
                    <a:pt x="11" y="22"/>
                    <a:pt x="9" y="23"/>
                  </a:cubicBezTo>
                  <a:cubicBezTo>
                    <a:pt x="6" y="26"/>
                    <a:pt x="2" y="23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8" name="Freeform 2109">
              <a:extLst>
                <a:ext uri="{FF2B5EF4-FFF2-40B4-BE49-F238E27FC236}">
                  <a16:creationId xmlns:a16="http://schemas.microsoft.com/office/drawing/2014/main" id="{19D6D41D-38C7-429D-A8AB-C2A43A2B8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580"/>
              <a:ext cx="47" cy="63"/>
            </a:xfrm>
            <a:custGeom>
              <a:avLst/>
              <a:gdLst>
                <a:gd name="T0" fmla="*/ 155 w 23"/>
                <a:gd name="T1" fmla="*/ 0 h 29"/>
                <a:gd name="T2" fmla="*/ 67 w 23"/>
                <a:gd name="T3" fmla="*/ 245 h 29"/>
                <a:gd name="T4" fmla="*/ 0 w 23"/>
                <a:gd name="T5" fmla="*/ 25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9">
                  <a:moveTo>
                    <a:pt x="18" y="0"/>
                  </a:moveTo>
                  <a:cubicBezTo>
                    <a:pt x="23" y="5"/>
                    <a:pt x="11" y="20"/>
                    <a:pt x="8" y="24"/>
                  </a:cubicBezTo>
                  <a:cubicBezTo>
                    <a:pt x="5" y="28"/>
                    <a:pt x="4" y="29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9" name="Freeform 2110">
              <a:extLst>
                <a:ext uri="{FF2B5EF4-FFF2-40B4-BE49-F238E27FC236}">
                  <a16:creationId xmlns:a16="http://schemas.microsoft.com/office/drawing/2014/main" id="{79E5D497-2F3B-4709-BE68-D32738D0E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3519"/>
              <a:ext cx="19" cy="52"/>
            </a:xfrm>
            <a:custGeom>
              <a:avLst/>
              <a:gdLst>
                <a:gd name="T0" fmla="*/ 76 w 9"/>
                <a:gd name="T1" fmla="*/ 0 h 24"/>
                <a:gd name="T2" fmla="*/ 8 w 9"/>
                <a:gd name="T3" fmla="*/ 165 h 24"/>
                <a:gd name="T4" fmla="*/ 84 w 9"/>
                <a:gd name="T5" fmla="*/ 2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8" y="0"/>
                  </a:moveTo>
                  <a:cubicBezTo>
                    <a:pt x="5" y="4"/>
                    <a:pt x="1" y="11"/>
                    <a:pt x="1" y="16"/>
                  </a:cubicBezTo>
                  <a:cubicBezTo>
                    <a:pt x="0" y="22"/>
                    <a:pt x="6" y="21"/>
                    <a:pt x="9" y="2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0" name="Freeform 2111">
              <a:extLst>
                <a:ext uri="{FF2B5EF4-FFF2-40B4-BE49-F238E27FC236}">
                  <a16:creationId xmlns:a16="http://schemas.microsoft.com/office/drawing/2014/main" id="{74FDB0CC-05C0-4836-B232-89F01645D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3549"/>
              <a:ext cx="30" cy="9"/>
            </a:xfrm>
            <a:custGeom>
              <a:avLst/>
              <a:gdLst>
                <a:gd name="T0" fmla="*/ 120 w 15"/>
                <a:gd name="T1" fmla="*/ 25 h 4"/>
                <a:gd name="T2" fmla="*/ 0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15" y="2"/>
                  </a:moveTo>
                  <a:cubicBezTo>
                    <a:pt x="11" y="4"/>
                    <a:pt x="4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1" name="Freeform 2112">
              <a:extLst>
                <a:ext uri="{FF2B5EF4-FFF2-40B4-BE49-F238E27FC236}">
                  <a16:creationId xmlns:a16="http://schemas.microsoft.com/office/drawing/2014/main" id="{7EB60BFB-39D3-4399-B45A-42EFA9428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3517"/>
              <a:ext cx="17" cy="8"/>
            </a:xfrm>
            <a:custGeom>
              <a:avLst/>
              <a:gdLst>
                <a:gd name="T0" fmla="*/ 77 w 8"/>
                <a:gd name="T1" fmla="*/ 32 h 4"/>
                <a:gd name="T2" fmla="*/ 0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6" y="2"/>
                    <a:pt x="2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2" name="Freeform 2113">
              <a:extLst>
                <a:ext uri="{FF2B5EF4-FFF2-40B4-BE49-F238E27FC236}">
                  <a16:creationId xmlns:a16="http://schemas.microsoft.com/office/drawing/2014/main" id="{C74123AF-51E1-46F0-8FA0-C965844F1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558"/>
              <a:ext cx="22" cy="55"/>
            </a:xfrm>
            <a:custGeom>
              <a:avLst/>
              <a:gdLst>
                <a:gd name="T0" fmla="*/ 72 w 11"/>
                <a:gd name="T1" fmla="*/ 0 h 25"/>
                <a:gd name="T2" fmla="*/ 32 w 11"/>
                <a:gd name="T3" fmla="*/ 106 h 25"/>
                <a:gd name="T4" fmla="*/ 8 w 11"/>
                <a:gd name="T5" fmla="*/ 202 h 25"/>
                <a:gd name="T6" fmla="*/ 88 w 11"/>
                <a:gd name="T7" fmla="*/ 26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9" y="0"/>
                  </a:moveTo>
                  <a:cubicBezTo>
                    <a:pt x="7" y="3"/>
                    <a:pt x="6" y="7"/>
                    <a:pt x="4" y="10"/>
                  </a:cubicBezTo>
                  <a:cubicBezTo>
                    <a:pt x="3" y="13"/>
                    <a:pt x="0" y="16"/>
                    <a:pt x="1" y="19"/>
                  </a:cubicBezTo>
                  <a:cubicBezTo>
                    <a:pt x="1" y="22"/>
                    <a:pt x="8" y="25"/>
                    <a:pt x="11" y="2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3" name="Freeform 2114">
              <a:extLst>
                <a:ext uri="{FF2B5EF4-FFF2-40B4-BE49-F238E27FC236}">
                  <a16:creationId xmlns:a16="http://schemas.microsoft.com/office/drawing/2014/main" id="{640337E0-8586-4E71-BDA6-4418D12CA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3593"/>
              <a:ext cx="17" cy="4"/>
            </a:xfrm>
            <a:custGeom>
              <a:avLst/>
              <a:gdLst>
                <a:gd name="T0" fmla="*/ 77 w 8"/>
                <a:gd name="T1" fmla="*/ 16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2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4" name="Freeform 2115">
              <a:extLst>
                <a:ext uri="{FF2B5EF4-FFF2-40B4-BE49-F238E27FC236}">
                  <a16:creationId xmlns:a16="http://schemas.microsoft.com/office/drawing/2014/main" id="{ABE0CB3D-DCA7-4F93-8B57-0D329B9B6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3611"/>
              <a:ext cx="23" cy="48"/>
            </a:xfrm>
            <a:custGeom>
              <a:avLst/>
              <a:gdLst>
                <a:gd name="T0" fmla="*/ 100 w 11"/>
                <a:gd name="T1" fmla="*/ 0 h 22"/>
                <a:gd name="T2" fmla="*/ 8 w 11"/>
                <a:gd name="T3" fmla="*/ 166 h 22"/>
                <a:gd name="T4" fmla="*/ 65 w 11"/>
                <a:gd name="T5" fmla="*/ 2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0"/>
                  </a:moveTo>
                  <a:cubicBezTo>
                    <a:pt x="8" y="4"/>
                    <a:pt x="0" y="11"/>
                    <a:pt x="1" y="16"/>
                  </a:cubicBezTo>
                  <a:cubicBezTo>
                    <a:pt x="1" y="19"/>
                    <a:pt x="6" y="22"/>
                    <a:pt x="7" y="2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5" name="Freeform 2116">
              <a:extLst>
                <a:ext uri="{FF2B5EF4-FFF2-40B4-BE49-F238E27FC236}">
                  <a16:creationId xmlns:a16="http://schemas.microsoft.com/office/drawing/2014/main" id="{B24C15CA-7409-4027-A8F9-30C0481A5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3628"/>
              <a:ext cx="24" cy="11"/>
            </a:xfrm>
            <a:custGeom>
              <a:avLst/>
              <a:gdLst>
                <a:gd name="T0" fmla="*/ 96 w 12"/>
                <a:gd name="T1" fmla="*/ 53 h 5"/>
                <a:gd name="T2" fmla="*/ 0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5"/>
                  </a:moveTo>
                  <a:cubicBezTo>
                    <a:pt x="8" y="5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6" name="Freeform 2117">
              <a:extLst>
                <a:ext uri="{FF2B5EF4-FFF2-40B4-BE49-F238E27FC236}">
                  <a16:creationId xmlns:a16="http://schemas.microsoft.com/office/drawing/2014/main" id="{5B4B6607-F5F8-4E3C-87C9-6EFEBF6B5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3635"/>
              <a:ext cx="12" cy="15"/>
            </a:xfrm>
            <a:custGeom>
              <a:avLst/>
              <a:gdLst>
                <a:gd name="T0" fmla="*/ 48 w 6"/>
                <a:gd name="T1" fmla="*/ 0 h 7"/>
                <a:gd name="T2" fmla="*/ 0 w 6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3" y="1"/>
                    <a:pt x="1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7" name="Freeform 2118">
              <a:extLst>
                <a:ext uri="{FF2B5EF4-FFF2-40B4-BE49-F238E27FC236}">
                  <a16:creationId xmlns:a16="http://schemas.microsoft.com/office/drawing/2014/main" id="{3255FA9F-3EF2-4B71-9D78-9531F1208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650"/>
              <a:ext cx="47" cy="37"/>
            </a:xfrm>
            <a:custGeom>
              <a:avLst/>
              <a:gdLst>
                <a:gd name="T0" fmla="*/ 196 w 23"/>
                <a:gd name="T1" fmla="*/ 0 h 17"/>
                <a:gd name="T2" fmla="*/ 76 w 23"/>
                <a:gd name="T3" fmla="*/ 176 h 17"/>
                <a:gd name="T4" fmla="*/ 8 w 23"/>
                <a:gd name="T5" fmla="*/ 12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23" y="0"/>
                  </a:moveTo>
                  <a:cubicBezTo>
                    <a:pt x="20" y="5"/>
                    <a:pt x="16" y="16"/>
                    <a:pt x="9" y="17"/>
                  </a:cubicBezTo>
                  <a:cubicBezTo>
                    <a:pt x="6" y="17"/>
                    <a:pt x="0" y="13"/>
                    <a:pt x="1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8" name="Freeform 2119">
              <a:extLst>
                <a:ext uri="{FF2B5EF4-FFF2-40B4-BE49-F238E27FC236}">
                  <a16:creationId xmlns:a16="http://schemas.microsoft.com/office/drawing/2014/main" id="{D66258B2-E90F-4BC0-AF13-0449C64A1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687"/>
              <a:ext cx="14" cy="13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2"/>
                    <a:pt x="5" y="6"/>
                    <a:pt x="7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9" name="Freeform 2120">
              <a:extLst>
                <a:ext uri="{FF2B5EF4-FFF2-40B4-BE49-F238E27FC236}">
                  <a16:creationId xmlns:a16="http://schemas.microsoft.com/office/drawing/2014/main" id="{9D4EF7B6-1DE3-43E5-8617-216FFCC9F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3792"/>
              <a:ext cx="55" cy="44"/>
            </a:xfrm>
            <a:custGeom>
              <a:avLst/>
              <a:gdLst>
                <a:gd name="T0" fmla="*/ 228 w 27"/>
                <a:gd name="T1" fmla="*/ 0 h 20"/>
                <a:gd name="T2" fmla="*/ 41 w 27"/>
                <a:gd name="T3" fmla="*/ 202 h 20"/>
                <a:gd name="T4" fmla="*/ 0 w 27"/>
                <a:gd name="T5" fmla="*/ 1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0">
                  <a:moveTo>
                    <a:pt x="27" y="0"/>
                  </a:moveTo>
                  <a:cubicBezTo>
                    <a:pt x="26" y="5"/>
                    <a:pt x="12" y="19"/>
                    <a:pt x="5" y="19"/>
                  </a:cubicBezTo>
                  <a:cubicBezTo>
                    <a:pt x="2" y="20"/>
                    <a:pt x="0" y="20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0" name="Freeform 2121">
              <a:extLst>
                <a:ext uri="{FF2B5EF4-FFF2-40B4-BE49-F238E27FC236}">
                  <a16:creationId xmlns:a16="http://schemas.microsoft.com/office/drawing/2014/main" id="{F66E2A73-3253-4741-9D55-0F4D4839A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3687"/>
              <a:ext cx="37" cy="37"/>
            </a:xfrm>
            <a:custGeom>
              <a:avLst/>
              <a:gdLst>
                <a:gd name="T0" fmla="*/ 156 w 18"/>
                <a:gd name="T1" fmla="*/ 0 h 17"/>
                <a:gd name="T2" fmla="*/ 51 w 18"/>
                <a:gd name="T3" fmla="*/ 165 h 17"/>
                <a:gd name="T4" fmla="*/ 0 w 18"/>
                <a:gd name="T5" fmla="*/ 13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8" y="0"/>
                  </a:moveTo>
                  <a:cubicBezTo>
                    <a:pt x="17" y="4"/>
                    <a:pt x="11" y="15"/>
                    <a:pt x="6" y="16"/>
                  </a:cubicBezTo>
                  <a:cubicBezTo>
                    <a:pt x="3" y="17"/>
                    <a:pt x="0" y="16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1" name="Freeform 2122">
              <a:extLst>
                <a:ext uri="{FF2B5EF4-FFF2-40B4-BE49-F238E27FC236}">
                  <a16:creationId xmlns:a16="http://schemas.microsoft.com/office/drawing/2014/main" id="{CCEEBD97-2D56-45C0-BBEF-3523A0BA3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3724"/>
              <a:ext cx="45" cy="40"/>
            </a:xfrm>
            <a:custGeom>
              <a:avLst/>
              <a:gdLst>
                <a:gd name="T0" fmla="*/ 188 w 22"/>
                <a:gd name="T1" fmla="*/ 0 h 18"/>
                <a:gd name="T2" fmla="*/ 41 w 22"/>
                <a:gd name="T3" fmla="*/ 198 h 18"/>
                <a:gd name="T4" fmla="*/ 0 w 22"/>
                <a:gd name="T5" fmla="*/ 14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22" y="0"/>
                  </a:moveTo>
                  <a:cubicBezTo>
                    <a:pt x="20" y="4"/>
                    <a:pt x="11" y="18"/>
                    <a:pt x="5" y="18"/>
                  </a:cubicBezTo>
                  <a:cubicBezTo>
                    <a:pt x="2" y="18"/>
                    <a:pt x="0" y="14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2" name="Freeform 2123">
              <a:extLst>
                <a:ext uri="{FF2B5EF4-FFF2-40B4-BE49-F238E27FC236}">
                  <a16:creationId xmlns:a16="http://schemas.microsoft.com/office/drawing/2014/main" id="{A1DB429D-1D3C-4132-8039-4299093A0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3796"/>
              <a:ext cx="59" cy="38"/>
            </a:xfrm>
            <a:custGeom>
              <a:avLst/>
              <a:gdLst>
                <a:gd name="T0" fmla="*/ 244 w 29"/>
                <a:gd name="T1" fmla="*/ 0 h 17"/>
                <a:gd name="T2" fmla="*/ 83 w 29"/>
                <a:gd name="T3" fmla="*/ 179 h 17"/>
                <a:gd name="T4" fmla="*/ 0 w 29"/>
                <a:gd name="T5" fmla="*/ 1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29" y="0"/>
                  </a:moveTo>
                  <a:cubicBezTo>
                    <a:pt x="27" y="5"/>
                    <a:pt x="17" y="16"/>
                    <a:pt x="10" y="16"/>
                  </a:cubicBezTo>
                  <a:cubicBezTo>
                    <a:pt x="6" y="17"/>
                    <a:pt x="0" y="12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3" name="Freeform 2124">
              <a:extLst>
                <a:ext uri="{FF2B5EF4-FFF2-40B4-BE49-F238E27FC236}">
                  <a16:creationId xmlns:a16="http://schemas.microsoft.com/office/drawing/2014/main" id="{1E634DF8-6367-48DB-80BD-DE6977A2F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3733"/>
              <a:ext cx="16" cy="15"/>
            </a:xfrm>
            <a:custGeom>
              <a:avLst/>
              <a:gdLst>
                <a:gd name="T0" fmla="*/ 0 w 8"/>
                <a:gd name="T1" fmla="*/ 0 h 7"/>
                <a:gd name="T2" fmla="*/ 64 w 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3" y="3"/>
                    <a:pt x="5" y="5"/>
                    <a:pt x="8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4" name="Freeform 2125">
              <a:extLst>
                <a:ext uri="{FF2B5EF4-FFF2-40B4-BE49-F238E27FC236}">
                  <a16:creationId xmlns:a16="http://schemas.microsoft.com/office/drawing/2014/main" id="{892C6F94-D679-4F40-A667-8368466D1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810"/>
              <a:ext cx="23" cy="15"/>
            </a:xfrm>
            <a:custGeom>
              <a:avLst/>
              <a:gdLst>
                <a:gd name="T0" fmla="*/ 0 w 11"/>
                <a:gd name="T1" fmla="*/ 0 h 7"/>
                <a:gd name="T2" fmla="*/ 100 w 11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2" y="4"/>
                    <a:pt x="8" y="5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5" name="Freeform 2126">
              <a:extLst>
                <a:ext uri="{FF2B5EF4-FFF2-40B4-BE49-F238E27FC236}">
                  <a16:creationId xmlns:a16="http://schemas.microsoft.com/office/drawing/2014/main" id="{A9AB2E2C-EE2A-41CB-BD39-4B8CB78C4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866"/>
              <a:ext cx="77" cy="42"/>
            </a:xfrm>
            <a:custGeom>
              <a:avLst/>
              <a:gdLst>
                <a:gd name="T0" fmla="*/ 316 w 38"/>
                <a:gd name="T1" fmla="*/ 0 h 19"/>
                <a:gd name="T2" fmla="*/ 0 w 38"/>
                <a:gd name="T3" fmla="*/ 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cubicBezTo>
                    <a:pt x="23" y="7"/>
                    <a:pt x="12" y="19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6" name="Freeform 2127">
              <a:extLst>
                <a:ext uri="{FF2B5EF4-FFF2-40B4-BE49-F238E27FC236}">
                  <a16:creationId xmlns:a16="http://schemas.microsoft.com/office/drawing/2014/main" id="{36153D83-8CDF-47F3-9E41-0CA4424BB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888"/>
              <a:ext cx="70" cy="51"/>
            </a:xfrm>
            <a:custGeom>
              <a:avLst/>
              <a:gdLst>
                <a:gd name="T0" fmla="*/ 60 w 34"/>
                <a:gd name="T1" fmla="*/ 251 h 23"/>
                <a:gd name="T2" fmla="*/ 16 w 34"/>
                <a:gd name="T3" fmla="*/ 153 h 23"/>
                <a:gd name="T4" fmla="*/ 105 w 34"/>
                <a:gd name="T5" fmla="*/ 89 h 23"/>
                <a:gd name="T6" fmla="*/ 191 w 34"/>
                <a:gd name="T7" fmla="*/ 9 h 23"/>
                <a:gd name="T8" fmla="*/ 296 w 34"/>
                <a:gd name="T9" fmla="*/ 6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3">
                  <a:moveTo>
                    <a:pt x="7" y="23"/>
                  </a:moveTo>
                  <a:cubicBezTo>
                    <a:pt x="4" y="20"/>
                    <a:pt x="0" y="18"/>
                    <a:pt x="2" y="14"/>
                  </a:cubicBezTo>
                  <a:cubicBezTo>
                    <a:pt x="3" y="11"/>
                    <a:pt x="9" y="9"/>
                    <a:pt x="12" y="8"/>
                  </a:cubicBezTo>
                  <a:cubicBezTo>
                    <a:pt x="16" y="6"/>
                    <a:pt x="18" y="2"/>
                    <a:pt x="22" y="1"/>
                  </a:cubicBezTo>
                  <a:cubicBezTo>
                    <a:pt x="26" y="0"/>
                    <a:pt x="34" y="6"/>
                    <a:pt x="34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7" name="Freeform 2128">
              <a:extLst>
                <a:ext uri="{FF2B5EF4-FFF2-40B4-BE49-F238E27FC236}">
                  <a16:creationId xmlns:a16="http://schemas.microsoft.com/office/drawing/2014/main" id="{308F7655-0523-4888-8681-AC0B5C680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890"/>
              <a:ext cx="16" cy="27"/>
            </a:xfrm>
            <a:custGeom>
              <a:avLst/>
              <a:gdLst>
                <a:gd name="T0" fmla="*/ 64 w 8"/>
                <a:gd name="T1" fmla="*/ 137 h 12"/>
                <a:gd name="T2" fmla="*/ 0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12"/>
                  </a:moveTo>
                  <a:cubicBezTo>
                    <a:pt x="5" y="8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8" name="Freeform 2129">
              <a:extLst>
                <a:ext uri="{FF2B5EF4-FFF2-40B4-BE49-F238E27FC236}">
                  <a16:creationId xmlns:a16="http://schemas.microsoft.com/office/drawing/2014/main" id="{0E540186-B5BD-4722-B1F0-9224EC4F8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3893"/>
              <a:ext cx="76" cy="21"/>
            </a:xfrm>
            <a:custGeom>
              <a:avLst/>
              <a:gdLst>
                <a:gd name="T0" fmla="*/ 320 w 37"/>
                <a:gd name="T1" fmla="*/ 0 h 10"/>
                <a:gd name="T2" fmla="*/ 51 w 37"/>
                <a:gd name="T3" fmla="*/ 57 h 10"/>
                <a:gd name="T4" fmla="*/ 0 w 37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0">
                  <a:moveTo>
                    <a:pt x="37" y="0"/>
                  </a:moveTo>
                  <a:cubicBezTo>
                    <a:pt x="27" y="0"/>
                    <a:pt x="17" y="10"/>
                    <a:pt x="6" y="6"/>
                  </a:cubicBezTo>
                  <a:cubicBezTo>
                    <a:pt x="2" y="4"/>
                    <a:pt x="0" y="4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9" name="Freeform 2130">
              <a:extLst>
                <a:ext uri="{FF2B5EF4-FFF2-40B4-BE49-F238E27FC236}">
                  <a16:creationId xmlns:a16="http://schemas.microsoft.com/office/drawing/2014/main" id="{D8CE73CF-7BAE-46F5-9F47-861140357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904"/>
              <a:ext cx="74" cy="19"/>
            </a:xfrm>
            <a:custGeom>
              <a:avLst/>
              <a:gdLst>
                <a:gd name="T0" fmla="*/ 0 w 36"/>
                <a:gd name="T1" fmla="*/ 17 h 9"/>
                <a:gd name="T2" fmla="*/ 123 w 36"/>
                <a:gd name="T3" fmla="*/ 76 h 9"/>
                <a:gd name="T4" fmla="*/ 312 w 3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">
                  <a:moveTo>
                    <a:pt x="0" y="2"/>
                  </a:moveTo>
                  <a:cubicBezTo>
                    <a:pt x="3" y="8"/>
                    <a:pt x="6" y="9"/>
                    <a:pt x="14" y="8"/>
                  </a:cubicBezTo>
                  <a:cubicBezTo>
                    <a:pt x="22" y="6"/>
                    <a:pt x="29" y="3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0" name="Freeform 2131">
              <a:extLst>
                <a:ext uri="{FF2B5EF4-FFF2-40B4-BE49-F238E27FC236}">
                  <a16:creationId xmlns:a16="http://schemas.microsoft.com/office/drawing/2014/main" id="{58D24EF4-31AE-4F99-865A-726E8ACF8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923"/>
              <a:ext cx="9" cy="37"/>
            </a:xfrm>
            <a:custGeom>
              <a:avLst/>
              <a:gdLst>
                <a:gd name="T0" fmla="*/ 45 w 4"/>
                <a:gd name="T1" fmla="*/ 176 h 17"/>
                <a:gd name="T2" fmla="*/ 36 w 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17"/>
                  </a:moveTo>
                  <a:cubicBezTo>
                    <a:pt x="1" y="13"/>
                    <a:pt x="0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1" name="Freeform 2132">
              <a:extLst>
                <a:ext uri="{FF2B5EF4-FFF2-40B4-BE49-F238E27FC236}">
                  <a16:creationId xmlns:a16="http://schemas.microsoft.com/office/drawing/2014/main" id="{91701601-0257-4968-BF7F-608F81B58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3912"/>
              <a:ext cx="19" cy="7"/>
            </a:xfrm>
            <a:custGeom>
              <a:avLst/>
              <a:gdLst>
                <a:gd name="T0" fmla="*/ 84 w 9"/>
                <a:gd name="T1" fmla="*/ 37 h 3"/>
                <a:gd name="T2" fmla="*/ 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2" name="Freeform 2133">
              <a:extLst>
                <a:ext uri="{FF2B5EF4-FFF2-40B4-BE49-F238E27FC236}">
                  <a16:creationId xmlns:a16="http://schemas.microsoft.com/office/drawing/2014/main" id="{30BEF989-90C5-417F-A49F-BAE8A6505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3904"/>
              <a:ext cx="72" cy="19"/>
            </a:xfrm>
            <a:custGeom>
              <a:avLst/>
              <a:gdLst>
                <a:gd name="T0" fmla="*/ 304 w 35"/>
                <a:gd name="T1" fmla="*/ 8 h 9"/>
                <a:gd name="T2" fmla="*/ 148 w 35"/>
                <a:gd name="T3" fmla="*/ 57 h 9"/>
                <a:gd name="T4" fmla="*/ 43 w 35"/>
                <a:gd name="T5" fmla="*/ 76 h 9"/>
                <a:gd name="T6" fmla="*/ 0 w 3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9">
                  <a:moveTo>
                    <a:pt x="35" y="1"/>
                  </a:moveTo>
                  <a:cubicBezTo>
                    <a:pt x="29" y="3"/>
                    <a:pt x="23" y="5"/>
                    <a:pt x="17" y="6"/>
                  </a:cubicBezTo>
                  <a:cubicBezTo>
                    <a:pt x="14" y="7"/>
                    <a:pt x="8" y="9"/>
                    <a:pt x="5" y="8"/>
                  </a:cubicBezTo>
                  <a:cubicBezTo>
                    <a:pt x="1" y="7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3" name="Freeform 2134">
              <a:extLst>
                <a:ext uri="{FF2B5EF4-FFF2-40B4-BE49-F238E27FC236}">
                  <a16:creationId xmlns:a16="http://schemas.microsoft.com/office/drawing/2014/main" id="{57284C3F-3792-488C-AF55-FA306E64E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908"/>
              <a:ext cx="86" cy="31"/>
            </a:xfrm>
            <a:custGeom>
              <a:avLst/>
              <a:gdLst>
                <a:gd name="T0" fmla="*/ 360 w 42"/>
                <a:gd name="T1" fmla="*/ 64 h 14"/>
                <a:gd name="T2" fmla="*/ 76 w 42"/>
                <a:gd name="T3" fmla="*/ 117 h 14"/>
                <a:gd name="T4" fmla="*/ 16 w 4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4">
                  <a:moveTo>
                    <a:pt x="42" y="6"/>
                  </a:moveTo>
                  <a:cubicBezTo>
                    <a:pt x="39" y="14"/>
                    <a:pt x="16" y="11"/>
                    <a:pt x="9" y="11"/>
                  </a:cubicBezTo>
                  <a:cubicBezTo>
                    <a:pt x="2" y="11"/>
                    <a:pt x="0" y="7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4" name="Freeform 2135">
              <a:extLst>
                <a:ext uri="{FF2B5EF4-FFF2-40B4-BE49-F238E27FC236}">
                  <a16:creationId xmlns:a16="http://schemas.microsoft.com/office/drawing/2014/main" id="{E7AFFE9C-D7FD-4891-9860-F920F7F71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917"/>
              <a:ext cx="78" cy="28"/>
            </a:xfrm>
            <a:custGeom>
              <a:avLst/>
              <a:gdLst>
                <a:gd name="T0" fmla="*/ 328 w 38"/>
                <a:gd name="T1" fmla="*/ 60 h 13"/>
                <a:gd name="T2" fmla="*/ 60 w 38"/>
                <a:gd name="T3" fmla="*/ 80 h 13"/>
                <a:gd name="T4" fmla="*/ 16 w 38"/>
                <a:gd name="T5" fmla="*/ 28 h 13"/>
                <a:gd name="T6" fmla="*/ 16 w 3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3">
                  <a:moveTo>
                    <a:pt x="38" y="6"/>
                  </a:moveTo>
                  <a:cubicBezTo>
                    <a:pt x="37" y="13"/>
                    <a:pt x="13" y="10"/>
                    <a:pt x="7" y="8"/>
                  </a:cubicBezTo>
                  <a:cubicBezTo>
                    <a:pt x="3" y="7"/>
                    <a:pt x="2" y="7"/>
                    <a:pt x="2" y="3"/>
                  </a:cubicBezTo>
                  <a:cubicBezTo>
                    <a:pt x="2" y="1"/>
                    <a:pt x="0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5" name="Freeform 2136">
              <a:extLst>
                <a:ext uri="{FF2B5EF4-FFF2-40B4-BE49-F238E27FC236}">
                  <a16:creationId xmlns:a16="http://schemas.microsoft.com/office/drawing/2014/main" id="{CC3DD912-ACE7-4B96-8ED8-4A1936DE1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3941"/>
              <a:ext cx="61" cy="32"/>
            </a:xfrm>
            <a:custGeom>
              <a:avLst/>
              <a:gdLst>
                <a:gd name="T0" fmla="*/ 252 w 30"/>
                <a:gd name="T1" fmla="*/ 0 h 15"/>
                <a:gd name="T2" fmla="*/ 57 w 30"/>
                <a:gd name="T3" fmla="*/ 28 h 15"/>
                <a:gd name="T4" fmla="*/ 24 w 30"/>
                <a:gd name="T5" fmla="*/ 14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30" y="0"/>
                  </a:moveTo>
                  <a:cubicBezTo>
                    <a:pt x="23" y="0"/>
                    <a:pt x="13" y="0"/>
                    <a:pt x="7" y="3"/>
                  </a:cubicBezTo>
                  <a:cubicBezTo>
                    <a:pt x="0" y="6"/>
                    <a:pt x="5" y="10"/>
                    <a:pt x="3" y="1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6" name="Freeform 2137">
              <a:extLst>
                <a:ext uri="{FF2B5EF4-FFF2-40B4-BE49-F238E27FC236}">
                  <a16:creationId xmlns:a16="http://schemas.microsoft.com/office/drawing/2014/main" id="{FA685C95-5470-47DB-8441-02AE396C8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3917"/>
              <a:ext cx="14" cy="30"/>
            </a:xfrm>
            <a:custGeom>
              <a:avLst/>
              <a:gdLst>
                <a:gd name="T0" fmla="*/ 56 w 7"/>
                <a:gd name="T1" fmla="*/ 137 h 14"/>
                <a:gd name="T2" fmla="*/ 8 w 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14"/>
                  </a:moveTo>
                  <a:cubicBezTo>
                    <a:pt x="2" y="12"/>
                    <a:pt x="0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7" name="Freeform 2138">
              <a:extLst>
                <a:ext uri="{FF2B5EF4-FFF2-40B4-BE49-F238E27FC236}">
                  <a16:creationId xmlns:a16="http://schemas.microsoft.com/office/drawing/2014/main" id="{CBFD07C7-6C39-438A-AC13-DEB1E3245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921"/>
              <a:ext cx="4" cy="20"/>
            </a:xfrm>
            <a:custGeom>
              <a:avLst/>
              <a:gdLst>
                <a:gd name="T0" fmla="*/ 0 w 2"/>
                <a:gd name="T1" fmla="*/ 98 h 9"/>
                <a:gd name="T2" fmla="*/ 8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2" y="6"/>
                    <a:pt x="2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8" name="Freeform 2139">
              <a:extLst>
                <a:ext uri="{FF2B5EF4-FFF2-40B4-BE49-F238E27FC236}">
                  <a16:creationId xmlns:a16="http://schemas.microsoft.com/office/drawing/2014/main" id="{709F1001-1ACD-4564-B008-EBC371E50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3943"/>
              <a:ext cx="61" cy="37"/>
            </a:xfrm>
            <a:custGeom>
              <a:avLst/>
              <a:gdLst>
                <a:gd name="T0" fmla="*/ 252 w 30"/>
                <a:gd name="T1" fmla="*/ 9 h 17"/>
                <a:gd name="T2" fmla="*/ 128 w 30"/>
                <a:gd name="T3" fmla="*/ 20 h 17"/>
                <a:gd name="T4" fmla="*/ 24 w 30"/>
                <a:gd name="T5" fmla="*/ 44 h 17"/>
                <a:gd name="T6" fmla="*/ 16 w 30"/>
                <a:gd name="T7" fmla="*/ 1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7">
                  <a:moveTo>
                    <a:pt x="30" y="1"/>
                  </a:moveTo>
                  <a:cubicBezTo>
                    <a:pt x="25" y="0"/>
                    <a:pt x="20" y="2"/>
                    <a:pt x="15" y="2"/>
                  </a:cubicBezTo>
                  <a:cubicBezTo>
                    <a:pt x="11" y="2"/>
                    <a:pt x="6" y="2"/>
                    <a:pt x="3" y="4"/>
                  </a:cubicBezTo>
                  <a:cubicBezTo>
                    <a:pt x="0" y="7"/>
                    <a:pt x="0" y="15"/>
                    <a:pt x="2" y="1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9" name="Freeform 2140">
              <a:extLst>
                <a:ext uri="{FF2B5EF4-FFF2-40B4-BE49-F238E27FC236}">
                  <a16:creationId xmlns:a16="http://schemas.microsoft.com/office/drawing/2014/main" id="{E3902B8D-246C-4820-B213-56F7B7A75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932"/>
              <a:ext cx="6" cy="20"/>
            </a:xfrm>
            <a:custGeom>
              <a:avLst/>
              <a:gdLst>
                <a:gd name="T0" fmla="*/ 24 w 3"/>
                <a:gd name="T1" fmla="*/ 98 h 9"/>
                <a:gd name="T2" fmla="*/ 8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1" y="6"/>
                    <a:pt x="0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0" name="Freeform 2141">
              <a:extLst>
                <a:ext uri="{FF2B5EF4-FFF2-40B4-BE49-F238E27FC236}">
                  <a16:creationId xmlns:a16="http://schemas.microsoft.com/office/drawing/2014/main" id="{F7E5F912-1054-47DE-BB80-607F70441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958"/>
              <a:ext cx="60" cy="29"/>
            </a:xfrm>
            <a:custGeom>
              <a:avLst/>
              <a:gdLst>
                <a:gd name="T0" fmla="*/ 257 w 29"/>
                <a:gd name="T1" fmla="*/ 36 h 13"/>
                <a:gd name="T2" fmla="*/ 35 w 29"/>
                <a:gd name="T3" fmla="*/ 36 h 13"/>
                <a:gd name="T4" fmla="*/ 8 w 29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3">
                  <a:moveTo>
                    <a:pt x="29" y="3"/>
                  </a:moveTo>
                  <a:cubicBezTo>
                    <a:pt x="22" y="3"/>
                    <a:pt x="9" y="0"/>
                    <a:pt x="4" y="3"/>
                  </a:cubicBezTo>
                  <a:cubicBezTo>
                    <a:pt x="1" y="5"/>
                    <a:pt x="0" y="12"/>
                    <a:pt x="1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1" name="Freeform 2142">
              <a:extLst>
                <a:ext uri="{FF2B5EF4-FFF2-40B4-BE49-F238E27FC236}">
                  <a16:creationId xmlns:a16="http://schemas.microsoft.com/office/drawing/2014/main" id="{C97EFCEE-21BF-4A9B-977A-9B3188B89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3934"/>
              <a:ext cx="7" cy="31"/>
            </a:xfrm>
            <a:custGeom>
              <a:avLst/>
              <a:gdLst>
                <a:gd name="T0" fmla="*/ 37 w 3"/>
                <a:gd name="T1" fmla="*/ 153 h 14"/>
                <a:gd name="T2" fmla="*/ 37 w 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14"/>
                  </a:moveTo>
                  <a:cubicBezTo>
                    <a:pt x="1" y="9"/>
                    <a:pt x="0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2" name="Freeform 2143">
              <a:extLst>
                <a:ext uri="{FF2B5EF4-FFF2-40B4-BE49-F238E27FC236}">
                  <a16:creationId xmlns:a16="http://schemas.microsoft.com/office/drawing/2014/main" id="{C4BF3E41-CB2C-4B62-909E-C2FF62478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3939"/>
              <a:ext cx="24" cy="4"/>
            </a:xfrm>
            <a:custGeom>
              <a:avLst/>
              <a:gdLst>
                <a:gd name="T0" fmla="*/ 96 w 12"/>
                <a:gd name="T1" fmla="*/ 16 h 2"/>
                <a:gd name="T2" fmla="*/ 0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9" y="0"/>
                    <a:pt x="4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3" name="Freeform 2144">
              <a:extLst>
                <a:ext uri="{FF2B5EF4-FFF2-40B4-BE49-F238E27FC236}">
                  <a16:creationId xmlns:a16="http://schemas.microsoft.com/office/drawing/2014/main" id="{E0CA2DAD-4C37-4443-A623-3CC2E2517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3943"/>
              <a:ext cx="59" cy="33"/>
            </a:xfrm>
            <a:custGeom>
              <a:avLst/>
              <a:gdLst>
                <a:gd name="T0" fmla="*/ 244 w 29"/>
                <a:gd name="T1" fmla="*/ 125 h 15"/>
                <a:gd name="T2" fmla="*/ 16 w 29"/>
                <a:gd name="T3" fmla="*/ 97 h 15"/>
                <a:gd name="T4" fmla="*/ 16 w 2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29" y="12"/>
                  </a:moveTo>
                  <a:cubicBezTo>
                    <a:pt x="21" y="12"/>
                    <a:pt x="7" y="15"/>
                    <a:pt x="2" y="9"/>
                  </a:cubicBezTo>
                  <a:cubicBezTo>
                    <a:pt x="0" y="7"/>
                    <a:pt x="0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4" name="Freeform 2145">
              <a:extLst>
                <a:ext uri="{FF2B5EF4-FFF2-40B4-BE49-F238E27FC236}">
                  <a16:creationId xmlns:a16="http://schemas.microsoft.com/office/drawing/2014/main" id="{79DC3347-0DD6-44C0-823B-CF356C16E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967"/>
              <a:ext cx="8" cy="20"/>
            </a:xfrm>
            <a:custGeom>
              <a:avLst/>
              <a:gdLst>
                <a:gd name="T0" fmla="*/ 32 w 4"/>
                <a:gd name="T1" fmla="*/ 0 h 9"/>
                <a:gd name="T2" fmla="*/ 8 w 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2"/>
                    <a:pt x="0" y="8"/>
                    <a:pt x="1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5" name="Freeform 2146">
              <a:extLst>
                <a:ext uri="{FF2B5EF4-FFF2-40B4-BE49-F238E27FC236}">
                  <a16:creationId xmlns:a16="http://schemas.microsoft.com/office/drawing/2014/main" id="{B2E13B43-7DE8-4114-82C0-43256BDB7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904"/>
              <a:ext cx="67" cy="26"/>
            </a:xfrm>
            <a:custGeom>
              <a:avLst/>
              <a:gdLst>
                <a:gd name="T0" fmla="*/ 276 w 33"/>
                <a:gd name="T1" fmla="*/ 113 h 12"/>
                <a:gd name="T2" fmla="*/ 152 w 33"/>
                <a:gd name="T3" fmla="*/ 113 h 12"/>
                <a:gd name="T4" fmla="*/ 32 w 33"/>
                <a:gd name="T5" fmla="*/ 104 h 12"/>
                <a:gd name="T6" fmla="*/ 24 w 3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2">
                  <a:moveTo>
                    <a:pt x="33" y="11"/>
                  </a:moveTo>
                  <a:cubicBezTo>
                    <a:pt x="28" y="11"/>
                    <a:pt x="23" y="12"/>
                    <a:pt x="18" y="11"/>
                  </a:cubicBezTo>
                  <a:cubicBezTo>
                    <a:pt x="15" y="11"/>
                    <a:pt x="7" y="11"/>
                    <a:pt x="4" y="10"/>
                  </a:cubicBezTo>
                  <a:cubicBezTo>
                    <a:pt x="0" y="7"/>
                    <a:pt x="1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6" name="Freeform 2147">
              <a:extLst>
                <a:ext uri="{FF2B5EF4-FFF2-40B4-BE49-F238E27FC236}">
                  <a16:creationId xmlns:a16="http://schemas.microsoft.com/office/drawing/2014/main" id="{01FC42FC-CEE5-4E19-800A-ECD62F2E8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890"/>
              <a:ext cx="58" cy="31"/>
            </a:xfrm>
            <a:custGeom>
              <a:avLst/>
              <a:gdLst>
                <a:gd name="T0" fmla="*/ 249 w 28"/>
                <a:gd name="T1" fmla="*/ 142 h 14"/>
                <a:gd name="T2" fmla="*/ 17 w 28"/>
                <a:gd name="T3" fmla="*/ 89 h 14"/>
                <a:gd name="T4" fmla="*/ 17 w 2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28" y="13"/>
                  </a:moveTo>
                  <a:cubicBezTo>
                    <a:pt x="22" y="14"/>
                    <a:pt x="5" y="13"/>
                    <a:pt x="2" y="8"/>
                  </a:cubicBezTo>
                  <a:cubicBezTo>
                    <a:pt x="1" y="5"/>
                    <a:pt x="0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7" name="Freeform 2148">
              <a:extLst>
                <a:ext uri="{FF2B5EF4-FFF2-40B4-BE49-F238E27FC236}">
                  <a16:creationId xmlns:a16="http://schemas.microsoft.com/office/drawing/2014/main" id="{FC98393C-3093-477C-98BC-2E171D421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3930"/>
              <a:ext cx="60" cy="35"/>
            </a:xfrm>
            <a:custGeom>
              <a:avLst/>
              <a:gdLst>
                <a:gd name="T0" fmla="*/ 257 w 29"/>
                <a:gd name="T1" fmla="*/ 149 h 16"/>
                <a:gd name="T2" fmla="*/ 35 w 29"/>
                <a:gd name="T3" fmla="*/ 133 h 16"/>
                <a:gd name="T4" fmla="*/ 25 w 2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6">
                  <a:moveTo>
                    <a:pt x="29" y="14"/>
                  </a:moveTo>
                  <a:cubicBezTo>
                    <a:pt x="23" y="15"/>
                    <a:pt x="8" y="16"/>
                    <a:pt x="4" y="13"/>
                  </a:cubicBezTo>
                  <a:cubicBezTo>
                    <a:pt x="1" y="10"/>
                    <a:pt x="0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8" name="Freeform 2149">
              <a:extLst>
                <a:ext uri="{FF2B5EF4-FFF2-40B4-BE49-F238E27FC236}">
                  <a16:creationId xmlns:a16="http://schemas.microsoft.com/office/drawing/2014/main" id="{9BEA523B-5603-4014-AA0B-B8E0C152F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919"/>
              <a:ext cx="66" cy="39"/>
            </a:xfrm>
            <a:custGeom>
              <a:avLst/>
              <a:gdLst>
                <a:gd name="T0" fmla="*/ 281 w 32"/>
                <a:gd name="T1" fmla="*/ 173 h 18"/>
                <a:gd name="T2" fmla="*/ 8 w 32"/>
                <a:gd name="T3" fmla="*/ 132 h 18"/>
                <a:gd name="T4" fmla="*/ 25 w 3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17"/>
                  </a:moveTo>
                  <a:cubicBezTo>
                    <a:pt x="26" y="18"/>
                    <a:pt x="5" y="18"/>
                    <a:pt x="1" y="13"/>
                  </a:cubicBezTo>
                  <a:cubicBezTo>
                    <a:pt x="0" y="11"/>
                    <a:pt x="2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9" name="Freeform 2150">
              <a:extLst>
                <a:ext uri="{FF2B5EF4-FFF2-40B4-BE49-F238E27FC236}">
                  <a16:creationId xmlns:a16="http://schemas.microsoft.com/office/drawing/2014/main" id="{6EBA9744-99FB-4EB7-8332-6EF7F06B4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910"/>
              <a:ext cx="57" cy="37"/>
            </a:xfrm>
            <a:custGeom>
              <a:avLst/>
              <a:gdLst>
                <a:gd name="T0" fmla="*/ 236 w 28"/>
                <a:gd name="T1" fmla="*/ 165 h 17"/>
                <a:gd name="T2" fmla="*/ 16 w 28"/>
                <a:gd name="T3" fmla="*/ 104 h 17"/>
                <a:gd name="T4" fmla="*/ 24 w 2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28" y="16"/>
                  </a:moveTo>
                  <a:cubicBezTo>
                    <a:pt x="22" y="17"/>
                    <a:pt x="5" y="15"/>
                    <a:pt x="2" y="10"/>
                  </a:cubicBezTo>
                  <a:cubicBezTo>
                    <a:pt x="0" y="7"/>
                    <a:pt x="1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0" name="Freeform 2151">
              <a:extLst>
                <a:ext uri="{FF2B5EF4-FFF2-40B4-BE49-F238E27FC236}">
                  <a16:creationId xmlns:a16="http://schemas.microsoft.com/office/drawing/2014/main" id="{3DBD32D3-BB42-4749-8AC3-D318BD8D1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958"/>
              <a:ext cx="6" cy="24"/>
            </a:xfrm>
            <a:custGeom>
              <a:avLst/>
              <a:gdLst>
                <a:gd name="T0" fmla="*/ 24 w 3"/>
                <a:gd name="T1" fmla="*/ 0 h 11"/>
                <a:gd name="T2" fmla="*/ 0 w 3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4"/>
                    <a:pt x="0" y="7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1" name="Freeform 2152">
              <a:extLst>
                <a:ext uri="{FF2B5EF4-FFF2-40B4-BE49-F238E27FC236}">
                  <a16:creationId xmlns:a16="http://schemas.microsoft.com/office/drawing/2014/main" id="{65111342-6AA6-4D0E-A5E0-FF09D4BAD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3945"/>
              <a:ext cx="7" cy="22"/>
            </a:xfrm>
            <a:custGeom>
              <a:avLst/>
              <a:gdLst>
                <a:gd name="T0" fmla="*/ 37 w 3"/>
                <a:gd name="T1" fmla="*/ 0 h 10"/>
                <a:gd name="T2" fmla="*/ 28 w 3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0" y="4"/>
                    <a:pt x="2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2" name="Freeform 2153">
              <a:extLst>
                <a:ext uri="{FF2B5EF4-FFF2-40B4-BE49-F238E27FC236}">
                  <a16:creationId xmlns:a16="http://schemas.microsoft.com/office/drawing/2014/main" id="{897E1EA7-8C33-4093-8117-8910DC88D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910"/>
              <a:ext cx="29" cy="9"/>
            </a:xfrm>
            <a:custGeom>
              <a:avLst/>
              <a:gdLst>
                <a:gd name="T0" fmla="*/ 124 w 14"/>
                <a:gd name="T1" fmla="*/ 36 h 4"/>
                <a:gd name="T2" fmla="*/ 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14" y="3"/>
                  </a:moveTo>
                  <a:cubicBezTo>
                    <a:pt x="9" y="4"/>
                    <a:pt x="5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3" name="Freeform 2154">
              <a:extLst>
                <a:ext uri="{FF2B5EF4-FFF2-40B4-BE49-F238E27FC236}">
                  <a16:creationId xmlns:a16="http://schemas.microsoft.com/office/drawing/2014/main" id="{24772B12-668D-461A-A4D3-FAB86000C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921"/>
              <a:ext cx="23" cy="7"/>
            </a:xfrm>
            <a:custGeom>
              <a:avLst/>
              <a:gdLst>
                <a:gd name="T0" fmla="*/ 100 w 11"/>
                <a:gd name="T1" fmla="*/ 37 h 3"/>
                <a:gd name="T2" fmla="*/ 0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7" y="2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4" name="Freeform 2155">
              <a:extLst>
                <a:ext uri="{FF2B5EF4-FFF2-40B4-BE49-F238E27FC236}">
                  <a16:creationId xmlns:a16="http://schemas.microsoft.com/office/drawing/2014/main" id="{0B3ABDAC-D5C0-4D72-AE5C-941B36F11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3836"/>
              <a:ext cx="51" cy="33"/>
            </a:xfrm>
            <a:custGeom>
              <a:avLst/>
              <a:gdLst>
                <a:gd name="T0" fmla="*/ 212 w 25"/>
                <a:gd name="T1" fmla="*/ 0 h 15"/>
                <a:gd name="T2" fmla="*/ 41 w 25"/>
                <a:gd name="T3" fmla="*/ 150 h 15"/>
                <a:gd name="T4" fmla="*/ 0 w 25"/>
                <a:gd name="T5" fmla="*/ 7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5">
                  <a:moveTo>
                    <a:pt x="25" y="0"/>
                  </a:moveTo>
                  <a:cubicBezTo>
                    <a:pt x="18" y="9"/>
                    <a:pt x="8" y="15"/>
                    <a:pt x="5" y="14"/>
                  </a:cubicBezTo>
                  <a:cubicBezTo>
                    <a:pt x="2" y="13"/>
                    <a:pt x="0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5" name="Freeform 2156">
              <a:extLst>
                <a:ext uri="{FF2B5EF4-FFF2-40B4-BE49-F238E27FC236}">
                  <a16:creationId xmlns:a16="http://schemas.microsoft.com/office/drawing/2014/main" id="{AA6D9196-3CF2-4B79-8FF5-0821275A3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3831"/>
              <a:ext cx="19" cy="40"/>
            </a:xfrm>
            <a:custGeom>
              <a:avLst/>
              <a:gdLst>
                <a:gd name="T0" fmla="*/ 57 w 9"/>
                <a:gd name="T1" fmla="*/ 0 h 18"/>
                <a:gd name="T2" fmla="*/ 8 w 9"/>
                <a:gd name="T3" fmla="*/ 80 h 18"/>
                <a:gd name="T4" fmla="*/ 84 w 9"/>
                <a:gd name="T5" fmla="*/ 19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6" y="0"/>
                  </a:moveTo>
                  <a:cubicBezTo>
                    <a:pt x="1" y="4"/>
                    <a:pt x="0" y="6"/>
                    <a:pt x="1" y="7"/>
                  </a:cubicBezTo>
                  <a:cubicBezTo>
                    <a:pt x="1" y="8"/>
                    <a:pt x="9" y="18"/>
                    <a:pt x="9" y="1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6" name="Freeform 2157">
              <a:extLst>
                <a:ext uri="{FF2B5EF4-FFF2-40B4-BE49-F238E27FC236}">
                  <a16:creationId xmlns:a16="http://schemas.microsoft.com/office/drawing/2014/main" id="{B4809385-CE5A-43C6-A44F-F6D45A0B3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3847"/>
              <a:ext cx="49" cy="41"/>
            </a:xfrm>
            <a:custGeom>
              <a:avLst/>
              <a:gdLst>
                <a:gd name="T0" fmla="*/ 204 w 24"/>
                <a:gd name="T1" fmla="*/ 0 h 19"/>
                <a:gd name="T2" fmla="*/ 0 w 24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24" y="0"/>
                  </a:moveTo>
                  <a:cubicBezTo>
                    <a:pt x="16" y="4"/>
                    <a:pt x="1" y="18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7" name="Freeform 2158">
              <a:extLst>
                <a:ext uri="{FF2B5EF4-FFF2-40B4-BE49-F238E27FC236}">
                  <a16:creationId xmlns:a16="http://schemas.microsoft.com/office/drawing/2014/main" id="{B97D8070-00E9-4DE7-8EBF-05A3D1A6E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3858"/>
              <a:ext cx="18" cy="17"/>
            </a:xfrm>
            <a:custGeom>
              <a:avLst/>
              <a:gdLst>
                <a:gd name="T0" fmla="*/ 72 w 9"/>
                <a:gd name="T1" fmla="*/ 77 h 8"/>
                <a:gd name="T2" fmla="*/ 0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4" y="5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8" name="Freeform 2159">
              <a:extLst>
                <a:ext uri="{FF2B5EF4-FFF2-40B4-BE49-F238E27FC236}">
                  <a16:creationId xmlns:a16="http://schemas.microsoft.com/office/drawing/2014/main" id="{5F8A34E8-176B-4FA7-93A4-AC9C102E3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3259"/>
              <a:ext cx="34" cy="72"/>
            </a:xfrm>
            <a:custGeom>
              <a:avLst/>
              <a:gdLst>
                <a:gd name="T0" fmla="*/ 40 w 17"/>
                <a:gd name="T1" fmla="*/ 0 h 33"/>
                <a:gd name="T2" fmla="*/ 136 w 17"/>
                <a:gd name="T3" fmla="*/ 34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5" y="0"/>
                  </a:moveTo>
                  <a:cubicBezTo>
                    <a:pt x="0" y="18"/>
                    <a:pt x="1" y="25"/>
                    <a:pt x="17" y="3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9" name="Freeform 2160">
              <a:extLst>
                <a:ext uri="{FF2B5EF4-FFF2-40B4-BE49-F238E27FC236}">
                  <a16:creationId xmlns:a16="http://schemas.microsoft.com/office/drawing/2014/main" id="{73368F29-831D-4F7B-B4E4-72FB5C2DE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322"/>
              <a:ext cx="37" cy="72"/>
            </a:xfrm>
            <a:custGeom>
              <a:avLst/>
              <a:gdLst>
                <a:gd name="T0" fmla="*/ 43 w 18"/>
                <a:gd name="T1" fmla="*/ 0 h 33"/>
                <a:gd name="T2" fmla="*/ 156 w 18"/>
                <a:gd name="T3" fmla="*/ 34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3">
                  <a:moveTo>
                    <a:pt x="5" y="0"/>
                  </a:moveTo>
                  <a:cubicBezTo>
                    <a:pt x="5" y="15"/>
                    <a:pt x="0" y="33"/>
                    <a:pt x="18" y="3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0" name="Freeform 2161">
              <a:extLst>
                <a:ext uri="{FF2B5EF4-FFF2-40B4-BE49-F238E27FC236}">
                  <a16:creationId xmlns:a16="http://schemas.microsoft.com/office/drawing/2014/main" id="{6392FD56-B5ED-432A-81E9-C2493A1E3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263"/>
              <a:ext cx="31" cy="30"/>
            </a:xfrm>
            <a:custGeom>
              <a:avLst/>
              <a:gdLst>
                <a:gd name="T0" fmla="*/ 0 w 15"/>
                <a:gd name="T1" fmla="*/ 0 h 14"/>
                <a:gd name="T2" fmla="*/ 43 w 15"/>
                <a:gd name="T3" fmla="*/ 120 h 14"/>
                <a:gd name="T4" fmla="*/ 132 w 15"/>
                <a:gd name="T5" fmla="*/ 13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0" y="4"/>
                    <a:pt x="0" y="9"/>
                    <a:pt x="5" y="12"/>
                  </a:cubicBezTo>
                  <a:cubicBezTo>
                    <a:pt x="8" y="13"/>
                    <a:pt x="13" y="14"/>
                    <a:pt x="15" y="1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1" name="Freeform 2162">
              <a:extLst>
                <a:ext uri="{FF2B5EF4-FFF2-40B4-BE49-F238E27FC236}">
                  <a16:creationId xmlns:a16="http://schemas.microsoft.com/office/drawing/2014/main" id="{66501F0A-722C-42F7-9411-718F84D6D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289"/>
              <a:ext cx="41" cy="53"/>
            </a:xfrm>
            <a:custGeom>
              <a:avLst/>
              <a:gdLst>
                <a:gd name="T0" fmla="*/ 25 w 20"/>
                <a:gd name="T1" fmla="*/ 0 h 24"/>
                <a:gd name="T2" fmla="*/ 68 w 20"/>
                <a:gd name="T3" fmla="*/ 225 h 24"/>
                <a:gd name="T4" fmla="*/ 139 w 20"/>
                <a:gd name="T5" fmla="*/ 250 h 24"/>
                <a:gd name="T6" fmla="*/ 172 w 20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4">
                  <a:moveTo>
                    <a:pt x="3" y="0"/>
                  </a:moveTo>
                  <a:cubicBezTo>
                    <a:pt x="3" y="7"/>
                    <a:pt x="0" y="17"/>
                    <a:pt x="8" y="21"/>
                  </a:cubicBezTo>
                  <a:cubicBezTo>
                    <a:pt x="11" y="23"/>
                    <a:pt x="14" y="23"/>
                    <a:pt x="16" y="23"/>
                  </a:cubicBezTo>
                  <a:cubicBezTo>
                    <a:pt x="18" y="24"/>
                    <a:pt x="19" y="23"/>
                    <a:pt x="20" y="2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2" name="Freeform 2163">
              <a:extLst>
                <a:ext uri="{FF2B5EF4-FFF2-40B4-BE49-F238E27FC236}">
                  <a16:creationId xmlns:a16="http://schemas.microsoft.com/office/drawing/2014/main" id="{BB1AA9DC-B17F-4AAE-9A3B-A7BF8EF00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3320"/>
              <a:ext cx="28" cy="4"/>
            </a:xfrm>
            <a:custGeom>
              <a:avLst/>
              <a:gdLst>
                <a:gd name="T0" fmla="*/ 0 w 14"/>
                <a:gd name="T1" fmla="*/ 0 h 2"/>
                <a:gd name="T2" fmla="*/ 112 w 1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0"/>
                  </a:moveTo>
                  <a:cubicBezTo>
                    <a:pt x="4" y="2"/>
                    <a:pt x="9" y="1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3" name="Freeform 2164">
              <a:extLst>
                <a:ext uri="{FF2B5EF4-FFF2-40B4-BE49-F238E27FC236}">
                  <a16:creationId xmlns:a16="http://schemas.microsoft.com/office/drawing/2014/main" id="{A80242D2-CD50-46B1-8E5A-208E84CA9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3328"/>
              <a:ext cx="24" cy="60"/>
            </a:xfrm>
            <a:custGeom>
              <a:avLst/>
              <a:gdLst>
                <a:gd name="T0" fmla="*/ 0 w 12"/>
                <a:gd name="T1" fmla="*/ 276 h 27"/>
                <a:gd name="T2" fmla="*/ 80 w 12"/>
                <a:gd name="T3" fmla="*/ 262 h 27"/>
                <a:gd name="T4" fmla="*/ 88 w 12"/>
                <a:gd name="T5" fmla="*/ 142 h 27"/>
                <a:gd name="T6" fmla="*/ 72 w 1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7">
                  <a:moveTo>
                    <a:pt x="0" y="25"/>
                  </a:moveTo>
                  <a:cubicBezTo>
                    <a:pt x="3" y="25"/>
                    <a:pt x="8" y="27"/>
                    <a:pt x="10" y="24"/>
                  </a:cubicBezTo>
                  <a:cubicBezTo>
                    <a:pt x="12" y="21"/>
                    <a:pt x="12" y="16"/>
                    <a:pt x="11" y="13"/>
                  </a:cubicBezTo>
                  <a:cubicBezTo>
                    <a:pt x="11" y="9"/>
                    <a:pt x="10" y="4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4" name="Freeform 2165">
              <a:extLst>
                <a:ext uri="{FF2B5EF4-FFF2-40B4-BE49-F238E27FC236}">
                  <a16:creationId xmlns:a16="http://schemas.microsoft.com/office/drawing/2014/main" id="{D2787D84-DB50-4C49-9484-93BAEEF13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3377"/>
              <a:ext cx="33" cy="4"/>
            </a:xfrm>
            <a:custGeom>
              <a:avLst/>
              <a:gdLst>
                <a:gd name="T0" fmla="*/ 0 w 16"/>
                <a:gd name="T1" fmla="*/ 0 h 2"/>
                <a:gd name="T2" fmla="*/ 140 w 1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6" y="1"/>
                    <a:pt x="10" y="2"/>
                    <a:pt x="16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5" name="Freeform 2166">
              <a:extLst>
                <a:ext uri="{FF2B5EF4-FFF2-40B4-BE49-F238E27FC236}">
                  <a16:creationId xmlns:a16="http://schemas.microsoft.com/office/drawing/2014/main" id="{70F64706-FA3D-419F-AA91-6838ACD90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394"/>
              <a:ext cx="33" cy="55"/>
            </a:xfrm>
            <a:custGeom>
              <a:avLst/>
              <a:gdLst>
                <a:gd name="T0" fmla="*/ 25 w 16"/>
                <a:gd name="T1" fmla="*/ 0 h 25"/>
                <a:gd name="T2" fmla="*/ 89 w 16"/>
                <a:gd name="T3" fmla="*/ 246 h 25"/>
                <a:gd name="T4" fmla="*/ 140 w 16"/>
                <a:gd name="T5" fmla="*/ 2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3" y="0"/>
                  </a:moveTo>
                  <a:cubicBezTo>
                    <a:pt x="8" y="8"/>
                    <a:pt x="0" y="17"/>
                    <a:pt x="10" y="23"/>
                  </a:cubicBezTo>
                  <a:cubicBezTo>
                    <a:pt x="13" y="25"/>
                    <a:pt x="13" y="25"/>
                    <a:pt x="16" y="2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6" name="Freeform 2167">
              <a:extLst>
                <a:ext uri="{FF2B5EF4-FFF2-40B4-BE49-F238E27FC236}">
                  <a16:creationId xmlns:a16="http://schemas.microsoft.com/office/drawing/2014/main" id="{C96F511F-C8AC-49D0-880D-67B830342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3379"/>
              <a:ext cx="35" cy="61"/>
            </a:xfrm>
            <a:custGeom>
              <a:avLst/>
              <a:gdLst>
                <a:gd name="T0" fmla="*/ 148 w 17"/>
                <a:gd name="T1" fmla="*/ 290 h 28"/>
                <a:gd name="T2" fmla="*/ 25 w 17"/>
                <a:gd name="T3" fmla="*/ 209 h 28"/>
                <a:gd name="T4" fmla="*/ 0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7" y="28"/>
                  </a:moveTo>
                  <a:cubicBezTo>
                    <a:pt x="8" y="28"/>
                    <a:pt x="6" y="27"/>
                    <a:pt x="3" y="20"/>
                  </a:cubicBezTo>
                  <a:cubicBezTo>
                    <a:pt x="1" y="13"/>
                    <a:pt x="0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7" name="Freeform 2168">
              <a:extLst>
                <a:ext uri="{FF2B5EF4-FFF2-40B4-BE49-F238E27FC236}">
                  <a16:creationId xmlns:a16="http://schemas.microsoft.com/office/drawing/2014/main" id="{AC602E07-0E1E-4E2B-9274-480DDF536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3379"/>
              <a:ext cx="15" cy="13"/>
            </a:xfrm>
            <a:custGeom>
              <a:avLst/>
              <a:gdLst>
                <a:gd name="T0" fmla="*/ 0 w 7"/>
                <a:gd name="T1" fmla="*/ 0 h 6"/>
                <a:gd name="T2" fmla="*/ 69 w 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1"/>
                    <a:pt x="5" y="4"/>
                    <a:pt x="7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8" name="Freeform 2169">
              <a:extLst>
                <a:ext uri="{FF2B5EF4-FFF2-40B4-BE49-F238E27FC236}">
                  <a16:creationId xmlns:a16="http://schemas.microsoft.com/office/drawing/2014/main" id="{B915933C-30E7-4E8B-932D-1DE3AA15C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3324"/>
              <a:ext cx="12" cy="15"/>
            </a:xfrm>
            <a:custGeom>
              <a:avLst/>
              <a:gdLst>
                <a:gd name="T0" fmla="*/ 0 w 6"/>
                <a:gd name="T1" fmla="*/ 69 h 7"/>
                <a:gd name="T2" fmla="*/ 48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4" y="6"/>
                    <a:pt x="5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9" name="Freeform 2170">
              <a:extLst>
                <a:ext uri="{FF2B5EF4-FFF2-40B4-BE49-F238E27FC236}">
                  <a16:creationId xmlns:a16="http://schemas.microsoft.com/office/drawing/2014/main" id="{11A2462E-C754-4FD1-ACAA-77698948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3322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3" y="2"/>
                    <a:pt x="5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0" name="Freeform 2171">
              <a:extLst>
                <a:ext uri="{FF2B5EF4-FFF2-40B4-BE49-F238E27FC236}">
                  <a16:creationId xmlns:a16="http://schemas.microsoft.com/office/drawing/2014/main" id="{9A5992F6-FEAA-46C6-AB33-D1658373D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532"/>
              <a:ext cx="39" cy="54"/>
            </a:xfrm>
            <a:custGeom>
              <a:avLst/>
              <a:gdLst>
                <a:gd name="T0" fmla="*/ 0 w 19"/>
                <a:gd name="T1" fmla="*/ 0 h 25"/>
                <a:gd name="T2" fmla="*/ 60 w 19"/>
                <a:gd name="T3" fmla="*/ 130 h 25"/>
                <a:gd name="T4" fmla="*/ 105 w 19"/>
                <a:gd name="T5" fmla="*/ 233 h 25"/>
                <a:gd name="T6" fmla="*/ 164 w 19"/>
                <a:gd name="T7" fmla="*/ 2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5">
                  <a:moveTo>
                    <a:pt x="0" y="0"/>
                  </a:moveTo>
                  <a:cubicBezTo>
                    <a:pt x="1" y="6"/>
                    <a:pt x="5" y="7"/>
                    <a:pt x="7" y="13"/>
                  </a:cubicBezTo>
                  <a:cubicBezTo>
                    <a:pt x="8" y="15"/>
                    <a:pt x="9" y="21"/>
                    <a:pt x="12" y="23"/>
                  </a:cubicBezTo>
                  <a:cubicBezTo>
                    <a:pt x="15" y="25"/>
                    <a:pt x="16" y="23"/>
                    <a:pt x="19" y="2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1" name="Freeform 2172">
              <a:extLst>
                <a:ext uri="{FF2B5EF4-FFF2-40B4-BE49-F238E27FC236}">
                  <a16:creationId xmlns:a16="http://schemas.microsoft.com/office/drawing/2014/main" id="{254EFC07-26D9-4EC0-92E5-8806E4F8D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3584"/>
              <a:ext cx="56" cy="72"/>
            </a:xfrm>
            <a:custGeom>
              <a:avLst/>
              <a:gdLst>
                <a:gd name="T0" fmla="*/ 52 w 27"/>
                <a:gd name="T1" fmla="*/ 0 h 33"/>
                <a:gd name="T2" fmla="*/ 151 w 27"/>
                <a:gd name="T3" fmla="*/ 281 h 33"/>
                <a:gd name="T4" fmla="*/ 241 w 27"/>
                <a:gd name="T5" fmla="*/ 29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3">
                  <a:moveTo>
                    <a:pt x="6" y="0"/>
                  </a:moveTo>
                  <a:cubicBezTo>
                    <a:pt x="0" y="5"/>
                    <a:pt x="14" y="22"/>
                    <a:pt x="17" y="27"/>
                  </a:cubicBezTo>
                  <a:cubicBezTo>
                    <a:pt x="21" y="32"/>
                    <a:pt x="22" y="33"/>
                    <a:pt x="27" y="2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2" name="Freeform 2173">
              <a:extLst>
                <a:ext uri="{FF2B5EF4-FFF2-40B4-BE49-F238E27FC236}">
                  <a16:creationId xmlns:a16="http://schemas.microsoft.com/office/drawing/2014/main" id="{F423D155-453E-4899-BB29-CFBE5A1D4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652"/>
              <a:ext cx="64" cy="59"/>
            </a:xfrm>
            <a:custGeom>
              <a:avLst/>
              <a:gdLst>
                <a:gd name="T0" fmla="*/ 60 w 31"/>
                <a:gd name="T1" fmla="*/ 0 h 27"/>
                <a:gd name="T2" fmla="*/ 175 w 31"/>
                <a:gd name="T3" fmla="*/ 249 h 27"/>
                <a:gd name="T4" fmla="*/ 248 w 31"/>
                <a:gd name="T5" fmla="*/ 262 h 27"/>
                <a:gd name="T6" fmla="*/ 273 w 31"/>
                <a:gd name="T7" fmla="*/ 23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7">
                  <a:moveTo>
                    <a:pt x="7" y="0"/>
                  </a:moveTo>
                  <a:cubicBezTo>
                    <a:pt x="0" y="4"/>
                    <a:pt x="16" y="20"/>
                    <a:pt x="20" y="24"/>
                  </a:cubicBezTo>
                  <a:cubicBezTo>
                    <a:pt x="23" y="26"/>
                    <a:pt x="24" y="27"/>
                    <a:pt x="28" y="25"/>
                  </a:cubicBezTo>
                  <a:cubicBezTo>
                    <a:pt x="30" y="24"/>
                    <a:pt x="30" y="25"/>
                    <a:pt x="31" y="2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3" name="Freeform 2174">
              <a:extLst>
                <a:ext uri="{FF2B5EF4-FFF2-40B4-BE49-F238E27FC236}">
                  <a16:creationId xmlns:a16="http://schemas.microsoft.com/office/drawing/2014/main" id="{E779316F-B597-4BBD-A115-00525514D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3512"/>
              <a:ext cx="20" cy="59"/>
            </a:xfrm>
            <a:custGeom>
              <a:avLst/>
              <a:gdLst>
                <a:gd name="T0" fmla="*/ 16 w 10"/>
                <a:gd name="T1" fmla="*/ 0 h 27"/>
                <a:gd name="T2" fmla="*/ 80 w 10"/>
                <a:gd name="T3" fmla="*/ 201 h 27"/>
                <a:gd name="T4" fmla="*/ 0 w 10"/>
                <a:gd name="T5" fmla="*/ 28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2" y="0"/>
                  </a:moveTo>
                  <a:cubicBezTo>
                    <a:pt x="5" y="5"/>
                    <a:pt x="10" y="12"/>
                    <a:pt x="10" y="19"/>
                  </a:cubicBezTo>
                  <a:cubicBezTo>
                    <a:pt x="10" y="26"/>
                    <a:pt x="4" y="24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4" name="Freeform 2175">
              <a:extLst>
                <a:ext uri="{FF2B5EF4-FFF2-40B4-BE49-F238E27FC236}">
                  <a16:creationId xmlns:a16="http://schemas.microsoft.com/office/drawing/2014/main" id="{F0BF729C-AD01-4611-90E2-CAA537366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547"/>
              <a:ext cx="33" cy="11"/>
            </a:xfrm>
            <a:custGeom>
              <a:avLst/>
              <a:gdLst>
                <a:gd name="T0" fmla="*/ 0 w 16"/>
                <a:gd name="T1" fmla="*/ 33 h 5"/>
                <a:gd name="T2" fmla="*/ 14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3"/>
                  </a:moveTo>
                  <a:cubicBezTo>
                    <a:pt x="4" y="5"/>
                    <a:pt x="13" y="3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5" name="Freeform 2176">
              <a:extLst>
                <a:ext uri="{FF2B5EF4-FFF2-40B4-BE49-F238E27FC236}">
                  <a16:creationId xmlns:a16="http://schemas.microsoft.com/office/drawing/2014/main" id="{4AEE8EA0-8BAD-492A-AD57-DB49B9391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508"/>
              <a:ext cx="19" cy="11"/>
            </a:xfrm>
            <a:custGeom>
              <a:avLst/>
              <a:gdLst>
                <a:gd name="T0" fmla="*/ 0 w 9"/>
                <a:gd name="T1" fmla="*/ 53 h 5"/>
                <a:gd name="T2" fmla="*/ 84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1" y="3"/>
                    <a:pt x="6" y="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6" name="Freeform 2177">
              <a:extLst>
                <a:ext uri="{FF2B5EF4-FFF2-40B4-BE49-F238E27FC236}">
                  <a16:creationId xmlns:a16="http://schemas.microsoft.com/office/drawing/2014/main" id="{C24C12CF-A1C4-4151-8E37-4D6099F68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558"/>
              <a:ext cx="29" cy="63"/>
            </a:xfrm>
            <a:custGeom>
              <a:avLst/>
              <a:gdLst>
                <a:gd name="T0" fmla="*/ 25 w 14"/>
                <a:gd name="T1" fmla="*/ 0 h 29"/>
                <a:gd name="T2" fmla="*/ 81 w 14"/>
                <a:gd name="T3" fmla="*/ 122 h 29"/>
                <a:gd name="T4" fmla="*/ 116 w 14"/>
                <a:gd name="T5" fmla="*/ 226 h 29"/>
                <a:gd name="T6" fmla="*/ 0 w 14"/>
                <a:gd name="T7" fmla="*/ 29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9">
                  <a:moveTo>
                    <a:pt x="3" y="0"/>
                  </a:moveTo>
                  <a:cubicBezTo>
                    <a:pt x="6" y="3"/>
                    <a:pt x="7" y="8"/>
                    <a:pt x="9" y="12"/>
                  </a:cubicBezTo>
                  <a:cubicBezTo>
                    <a:pt x="10" y="14"/>
                    <a:pt x="14" y="18"/>
                    <a:pt x="13" y="22"/>
                  </a:cubicBezTo>
                  <a:cubicBezTo>
                    <a:pt x="12" y="25"/>
                    <a:pt x="3" y="29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7" name="Freeform 2178">
              <a:extLst>
                <a:ext uri="{FF2B5EF4-FFF2-40B4-BE49-F238E27FC236}">
                  <a16:creationId xmlns:a16="http://schemas.microsoft.com/office/drawing/2014/main" id="{B5BD4F48-B67C-486D-B246-4F9E6FAF7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597"/>
              <a:ext cx="19" cy="7"/>
            </a:xfrm>
            <a:custGeom>
              <a:avLst/>
              <a:gdLst>
                <a:gd name="T0" fmla="*/ 0 w 9"/>
                <a:gd name="T1" fmla="*/ 37 h 3"/>
                <a:gd name="T2" fmla="*/ 84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8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8" name="Freeform 2179">
              <a:extLst>
                <a:ext uri="{FF2B5EF4-FFF2-40B4-BE49-F238E27FC236}">
                  <a16:creationId xmlns:a16="http://schemas.microsoft.com/office/drawing/2014/main" id="{F0895EA2-F2B7-42C1-80DD-F58826DC3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3617"/>
              <a:ext cx="24" cy="57"/>
            </a:xfrm>
            <a:custGeom>
              <a:avLst/>
              <a:gdLst>
                <a:gd name="T0" fmla="*/ 0 w 12"/>
                <a:gd name="T1" fmla="*/ 0 h 26"/>
                <a:gd name="T2" fmla="*/ 96 w 12"/>
                <a:gd name="T3" fmla="*/ 202 h 26"/>
                <a:gd name="T4" fmla="*/ 32 w 12"/>
                <a:gd name="T5" fmla="*/ 27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6">
                  <a:moveTo>
                    <a:pt x="0" y="0"/>
                  </a:moveTo>
                  <a:cubicBezTo>
                    <a:pt x="3" y="5"/>
                    <a:pt x="12" y="13"/>
                    <a:pt x="12" y="19"/>
                  </a:cubicBezTo>
                  <a:cubicBezTo>
                    <a:pt x="12" y="22"/>
                    <a:pt x="6" y="26"/>
                    <a:pt x="4" y="2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9" name="Freeform 2180">
              <a:extLst>
                <a:ext uri="{FF2B5EF4-FFF2-40B4-BE49-F238E27FC236}">
                  <a16:creationId xmlns:a16="http://schemas.microsoft.com/office/drawing/2014/main" id="{C7588079-E2BB-4A97-B969-B86B6A63D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637"/>
              <a:ext cx="29" cy="15"/>
            </a:xfrm>
            <a:custGeom>
              <a:avLst/>
              <a:gdLst>
                <a:gd name="T0" fmla="*/ 0 w 14"/>
                <a:gd name="T1" fmla="*/ 69 h 7"/>
                <a:gd name="T2" fmla="*/ 124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5" y="7"/>
                    <a:pt x="12" y="4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0" name="Freeform 2181">
              <a:extLst>
                <a:ext uri="{FF2B5EF4-FFF2-40B4-BE49-F238E27FC236}">
                  <a16:creationId xmlns:a16="http://schemas.microsoft.com/office/drawing/2014/main" id="{19ADBDA9-76A5-499F-9B3B-D5D9A9F4E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3646"/>
              <a:ext cx="16" cy="17"/>
            </a:xfrm>
            <a:custGeom>
              <a:avLst/>
              <a:gdLst>
                <a:gd name="T0" fmla="*/ 0 w 8"/>
                <a:gd name="T1" fmla="*/ 0 h 8"/>
                <a:gd name="T2" fmla="*/ 64 w 8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4" y="1"/>
                    <a:pt x="6" y="5"/>
                    <a:pt x="8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1" name="Freeform 2182">
              <a:extLst>
                <a:ext uri="{FF2B5EF4-FFF2-40B4-BE49-F238E27FC236}">
                  <a16:creationId xmlns:a16="http://schemas.microsoft.com/office/drawing/2014/main" id="{5DBB6E7D-F043-43A4-A222-156038264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663"/>
              <a:ext cx="52" cy="44"/>
            </a:xfrm>
            <a:custGeom>
              <a:avLst/>
              <a:gdLst>
                <a:gd name="T0" fmla="*/ 0 w 25"/>
                <a:gd name="T1" fmla="*/ 0 h 20"/>
                <a:gd name="T2" fmla="*/ 144 w 25"/>
                <a:gd name="T3" fmla="*/ 213 h 20"/>
                <a:gd name="T4" fmla="*/ 225 w 25"/>
                <a:gd name="T5" fmla="*/ 15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3" y="6"/>
                    <a:pt x="7" y="19"/>
                    <a:pt x="16" y="20"/>
                  </a:cubicBezTo>
                  <a:cubicBezTo>
                    <a:pt x="19" y="20"/>
                    <a:pt x="25" y="16"/>
                    <a:pt x="25" y="1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2" name="Freeform 2183">
              <a:extLst>
                <a:ext uri="{FF2B5EF4-FFF2-40B4-BE49-F238E27FC236}">
                  <a16:creationId xmlns:a16="http://schemas.microsoft.com/office/drawing/2014/main" id="{FF32246D-78E1-450C-8E63-A123BE606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707"/>
              <a:ext cx="16" cy="15"/>
            </a:xfrm>
            <a:custGeom>
              <a:avLst/>
              <a:gdLst>
                <a:gd name="T0" fmla="*/ 64 w 8"/>
                <a:gd name="T1" fmla="*/ 0 h 7"/>
                <a:gd name="T2" fmla="*/ 0 w 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7" y="2"/>
                    <a:pt x="2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3" name="Freeform 2184">
              <a:extLst>
                <a:ext uri="{FF2B5EF4-FFF2-40B4-BE49-F238E27FC236}">
                  <a16:creationId xmlns:a16="http://schemas.microsoft.com/office/drawing/2014/main" id="{1018F8FF-08F3-4603-BA7E-5C0280CAB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709"/>
              <a:ext cx="56" cy="50"/>
            </a:xfrm>
            <a:custGeom>
              <a:avLst/>
              <a:gdLst>
                <a:gd name="T0" fmla="*/ 0 w 27"/>
                <a:gd name="T1" fmla="*/ 0 h 23"/>
                <a:gd name="T2" fmla="*/ 64 w 27"/>
                <a:gd name="T3" fmla="*/ 113 h 23"/>
                <a:gd name="T4" fmla="*/ 141 w 27"/>
                <a:gd name="T5" fmla="*/ 217 h 23"/>
                <a:gd name="T6" fmla="*/ 241 w 27"/>
                <a:gd name="T7" fmla="*/ 15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0" y="0"/>
                  </a:moveTo>
                  <a:cubicBezTo>
                    <a:pt x="3" y="4"/>
                    <a:pt x="4" y="8"/>
                    <a:pt x="7" y="11"/>
                  </a:cubicBezTo>
                  <a:cubicBezTo>
                    <a:pt x="9" y="14"/>
                    <a:pt x="13" y="20"/>
                    <a:pt x="16" y="21"/>
                  </a:cubicBezTo>
                  <a:cubicBezTo>
                    <a:pt x="21" y="23"/>
                    <a:pt x="25" y="18"/>
                    <a:pt x="27" y="1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4" name="Freeform 2185">
              <a:extLst>
                <a:ext uri="{FF2B5EF4-FFF2-40B4-BE49-F238E27FC236}">
                  <a16:creationId xmlns:a16="http://schemas.microsoft.com/office/drawing/2014/main" id="{D5552A5B-3677-4A2C-B3AB-23F7D94E5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3757"/>
              <a:ext cx="50" cy="37"/>
            </a:xfrm>
            <a:custGeom>
              <a:avLst/>
              <a:gdLst>
                <a:gd name="T0" fmla="*/ 0 w 24"/>
                <a:gd name="T1" fmla="*/ 0 h 17"/>
                <a:gd name="T2" fmla="*/ 165 w 24"/>
                <a:gd name="T3" fmla="*/ 165 h 17"/>
                <a:gd name="T4" fmla="*/ 217 w 24"/>
                <a:gd name="T5" fmla="*/ 12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1" y="4"/>
                    <a:pt x="11" y="17"/>
                    <a:pt x="18" y="16"/>
                  </a:cubicBezTo>
                  <a:cubicBezTo>
                    <a:pt x="21" y="16"/>
                    <a:pt x="23" y="14"/>
                    <a:pt x="24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5" name="Freeform 2186">
              <a:extLst>
                <a:ext uri="{FF2B5EF4-FFF2-40B4-BE49-F238E27FC236}">
                  <a16:creationId xmlns:a16="http://schemas.microsoft.com/office/drawing/2014/main" id="{3F6B6682-80C7-4420-B028-F07081BF5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3792"/>
              <a:ext cx="60" cy="44"/>
            </a:xfrm>
            <a:custGeom>
              <a:avLst/>
              <a:gdLst>
                <a:gd name="T0" fmla="*/ 0 w 29"/>
                <a:gd name="T1" fmla="*/ 0 h 20"/>
                <a:gd name="T2" fmla="*/ 197 w 29"/>
                <a:gd name="T3" fmla="*/ 202 h 20"/>
                <a:gd name="T4" fmla="*/ 257 w 29"/>
                <a:gd name="T5" fmla="*/ 14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0"/>
                  </a:moveTo>
                  <a:cubicBezTo>
                    <a:pt x="1" y="5"/>
                    <a:pt x="15" y="19"/>
                    <a:pt x="22" y="19"/>
                  </a:cubicBezTo>
                  <a:cubicBezTo>
                    <a:pt x="25" y="20"/>
                    <a:pt x="28" y="15"/>
                    <a:pt x="29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6" name="Freeform 2187">
              <a:extLst>
                <a:ext uri="{FF2B5EF4-FFF2-40B4-BE49-F238E27FC236}">
                  <a16:creationId xmlns:a16="http://schemas.microsoft.com/office/drawing/2014/main" id="{71C7E859-2C7B-444D-A14A-B790272D4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3707"/>
              <a:ext cx="54" cy="43"/>
            </a:xfrm>
            <a:custGeom>
              <a:avLst/>
              <a:gdLst>
                <a:gd name="T0" fmla="*/ 0 w 26"/>
                <a:gd name="T1" fmla="*/ 0 h 20"/>
                <a:gd name="T2" fmla="*/ 125 w 26"/>
                <a:gd name="T3" fmla="*/ 189 h 20"/>
                <a:gd name="T4" fmla="*/ 233 w 26"/>
                <a:gd name="T5" fmla="*/ 12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0"/>
                  </a:moveTo>
                  <a:cubicBezTo>
                    <a:pt x="1" y="5"/>
                    <a:pt x="8" y="17"/>
                    <a:pt x="14" y="19"/>
                  </a:cubicBezTo>
                  <a:cubicBezTo>
                    <a:pt x="17" y="20"/>
                    <a:pt x="25" y="16"/>
                    <a:pt x="26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7" name="Freeform 2188">
              <a:extLst>
                <a:ext uri="{FF2B5EF4-FFF2-40B4-BE49-F238E27FC236}">
                  <a16:creationId xmlns:a16="http://schemas.microsoft.com/office/drawing/2014/main" id="{5449D41F-E118-4DAC-B41C-F3F19CFA6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3748"/>
              <a:ext cx="64" cy="46"/>
            </a:xfrm>
            <a:custGeom>
              <a:avLst/>
              <a:gdLst>
                <a:gd name="T0" fmla="*/ 0 w 31"/>
                <a:gd name="T1" fmla="*/ 0 h 21"/>
                <a:gd name="T2" fmla="*/ 175 w 31"/>
                <a:gd name="T3" fmla="*/ 221 h 21"/>
                <a:gd name="T4" fmla="*/ 273 w 31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">
                  <a:moveTo>
                    <a:pt x="0" y="0"/>
                  </a:moveTo>
                  <a:cubicBezTo>
                    <a:pt x="1" y="5"/>
                    <a:pt x="12" y="21"/>
                    <a:pt x="20" y="21"/>
                  </a:cubicBezTo>
                  <a:cubicBezTo>
                    <a:pt x="22" y="21"/>
                    <a:pt x="31" y="15"/>
                    <a:pt x="31" y="1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8" name="Freeform 2189">
              <a:extLst>
                <a:ext uri="{FF2B5EF4-FFF2-40B4-BE49-F238E27FC236}">
                  <a16:creationId xmlns:a16="http://schemas.microsoft.com/office/drawing/2014/main" id="{BDE0DC29-E4CC-4A31-A496-C2F5218F1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3796"/>
              <a:ext cx="60" cy="38"/>
            </a:xfrm>
            <a:custGeom>
              <a:avLst/>
              <a:gdLst>
                <a:gd name="T0" fmla="*/ 0 w 29"/>
                <a:gd name="T1" fmla="*/ 0 h 17"/>
                <a:gd name="T2" fmla="*/ 168 w 29"/>
                <a:gd name="T3" fmla="*/ 179 h 17"/>
                <a:gd name="T4" fmla="*/ 257 w 29"/>
                <a:gd name="T5" fmla="*/ 1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0" y="0"/>
                  </a:moveTo>
                  <a:cubicBezTo>
                    <a:pt x="2" y="5"/>
                    <a:pt x="12" y="16"/>
                    <a:pt x="19" y="16"/>
                  </a:cubicBezTo>
                  <a:cubicBezTo>
                    <a:pt x="22" y="17"/>
                    <a:pt x="29" y="12"/>
                    <a:pt x="29" y="1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9" name="Freeform 2190">
              <a:extLst>
                <a:ext uri="{FF2B5EF4-FFF2-40B4-BE49-F238E27FC236}">
                  <a16:creationId xmlns:a16="http://schemas.microsoft.com/office/drawing/2014/main" id="{678DF095-C6AD-4B59-82D2-6A5E1BF74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3759"/>
              <a:ext cx="20" cy="18"/>
            </a:xfrm>
            <a:custGeom>
              <a:avLst/>
              <a:gdLst>
                <a:gd name="T0" fmla="*/ 80 w 10"/>
                <a:gd name="T1" fmla="*/ 0 h 8"/>
                <a:gd name="T2" fmla="*/ 0 w 10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7" y="3"/>
                    <a:pt x="4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0" name="Freeform 2191">
              <a:extLst>
                <a:ext uri="{FF2B5EF4-FFF2-40B4-BE49-F238E27FC236}">
                  <a16:creationId xmlns:a16="http://schemas.microsoft.com/office/drawing/2014/main" id="{A1CC4502-5596-41F5-8E32-46F732F28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3810"/>
              <a:ext cx="24" cy="15"/>
            </a:xfrm>
            <a:custGeom>
              <a:avLst/>
              <a:gdLst>
                <a:gd name="T0" fmla="*/ 96 w 12"/>
                <a:gd name="T1" fmla="*/ 0 h 7"/>
                <a:gd name="T2" fmla="*/ 0 w 1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10" y="4"/>
                    <a:pt x="3" y="5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1" name="Freeform 2192">
              <a:extLst>
                <a:ext uri="{FF2B5EF4-FFF2-40B4-BE49-F238E27FC236}">
                  <a16:creationId xmlns:a16="http://schemas.microsoft.com/office/drawing/2014/main" id="{546698D5-5E12-49CF-AC55-93251CDAF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3790"/>
              <a:ext cx="20" cy="20"/>
            </a:xfrm>
            <a:custGeom>
              <a:avLst/>
              <a:gdLst>
                <a:gd name="T0" fmla="*/ 0 w 10"/>
                <a:gd name="T1" fmla="*/ 0 h 9"/>
                <a:gd name="T2" fmla="*/ 80 w 10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2" y="4"/>
                    <a:pt x="6" y="6"/>
                    <a:pt x="10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2" name="Freeform 2193">
              <a:extLst>
                <a:ext uri="{FF2B5EF4-FFF2-40B4-BE49-F238E27FC236}">
                  <a16:creationId xmlns:a16="http://schemas.microsoft.com/office/drawing/2014/main" id="{9EE6F8F7-D13F-41EC-A320-9C69C4B09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3755"/>
              <a:ext cx="17" cy="15"/>
            </a:xfrm>
            <a:custGeom>
              <a:avLst/>
              <a:gdLst>
                <a:gd name="T0" fmla="*/ 0 w 8"/>
                <a:gd name="T1" fmla="*/ 0 h 7"/>
                <a:gd name="T2" fmla="*/ 77 w 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3"/>
                    <a:pt x="4" y="5"/>
                    <a:pt x="8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3" name="Freeform 2194">
              <a:extLst>
                <a:ext uri="{FF2B5EF4-FFF2-40B4-BE49-F238E27FC236}">
                  <a16:creationId xmlns:a16="http://schemas.microsoft.com/office/drawing/2014/main" id="{ACCFC79F-54C7-4068-8696-91910F361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705"/>
              <a:ext cx="9" cy="17"/>
            </a:xfrm>
            <a:custGeom>
              <a:avLst/>
              <a:gdLst>
                <a:gd name="T0" fmla="*/ 36 w 4"/>
                <a:gd name="T1" fmla="*/ 77 h 8"/>
                <a:gd name="T2" fmla="*/ 45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3" y="8"/>
                  </a:moveTo>
                  <a:cubicBezTo>
                    <a:pt x="2" y="5"/>
                    <a:pt x="0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4" name="Freeform 2195">
              <a:extLst>
                <a:ext uri="{FF2B5EF4-FFF2-40B4-BE49-F238E27FC236}">
                  <a16:creationId xmlns:a16="http://schemas.microsoft.com/office/drawing/2014/main" id="{DEDD1961-504C-4C2A-9D94-FB01F36D7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836"/>
              <a:ext cx="58" cy="28"/>
            </a:xfrm>
            <a:custGeom>
              <a:avLst/>
              <a:gdLst>
                <a:gd name="T0" fmla="*/ 0 w 28"/>
                <a:gd name="T1" fmla="*/ 0 h 13"/>
                <a:gd name="T2" fmla="*/ 168 w 28"/>
                <a:gd name="T3" fmla="*/ 121 h 13"/>
                <a:gd name="T4" fmla="*/ 249 w 28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6" y="9"/>
                    <a:pt x="16" y="13"/>
                    <a:pt x="19" y="12"/>
                  </a:cubicBezTo>
                  <a:cubicBezTo>
                    <a:pt x="22" y="11"/>
                    <a:pt x="28" y="4"/>
                    <a:pt x="28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5" name="Freeform 2196">
              <a:extLst>
                <a:ext uri="{FF2B5EF4-FFF2-40B4-BE49-F238E27FC236}">
                  <a16:creationId xmlns:a16="http://schemas.microsoft.com/office/drawing/2014/main" id="{6CBB4F04-D9C0-4E72-B496-F735DE66D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3831"/>
              <a:ext cx="18" cy="40"/>
            </a:xfrm>
            <a:custGeom>
              <a:avLst/>
              <a:gdLst>
                <a:gd name="T0" fmla="*/ 24 w 9"/>
                <a:gd name="T1" fmla="*/ 0 h 18"/>
                <a:gd name="T2" fmla="*/ 64 w 9"/>
                <a:gd name="T3" fmla="*/ 80 h 18"/>
                <a:gd name="T4" fmla="*/ 0 w 9"/>
                <a:gd name="T5" fmla="*/ 19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3" y="0"/>
                  </a:moveTo>
                  <a:cubicBezTo>
                    <a:pt x="8" y="4"/>
                    <a:pt x="9" y="6"/>
                    <a:pt x="8" y="7"/>
                  </a:cubicBezTo>
                  <a:cubicBezTo>
                    <a:pt x="8" y="8"/>
                    <a:pt x="0" y="18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6" name="Freeform 2197">
              <a:extLst>
                <a:ext uri="{FF2B5EF4-FFF2-40B4-BE49-F238E27FC236}">
                  <a16:creationId xmlns:a16="http://schemas.microsoft.com/office/drawing/2014/main" id="{157B49BB-3DAF-409B-A18D-7EF1840BB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847"/>
              <a:ext cx="50" cy="41"/>
            </a:xfrm>
            <a:custGeom>
              <a:avLst/>
              <a:gdLst>
                <a:gd name="T0" fmla="*/ 0 w 24"/>
                <a:gd name="T1" fmla="*/ 0 h 19"/>
                <a:gd name="T2" fmla="*/ 217 w 24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0" y="0"/>
                  </a:moveTo>
                  <a:cubicBezTo>
                    <a:pt x="7" y="4"/>
                    <a:pt x="23" y="18"/>
                    <a:pt x="24" y="1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7" name="Freeform 2198">
              <a:extLst>
                <a:ext uri="{FF2B5EF4-FFF2-40B4-BE49-F238E27FC236}">
                  <a16:creationId xmlns:a16="http://schemas.microsoft.com/office/drawing/2014/main" id="{9A35B371-E39E-4469-931B-818B76931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3858"/>
              <a:ext cx="17" cy="17"/>
            </a:xfrm>
            <a:custGeom>
              <a:avLst/>
              <a:gdLst>
                <a:gd name="T0" fmla="*/ 0 w 8"/>
                <a:gd name="T1" fmla="*/ 77 h 8"/>
                <a:gd name="T2" fmla="*/ 77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5" y="5"/>
                    <a:pt x="8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8" name="Freeform 2199">
              <a:extLst>
                <a:ext uri="{FF2B5EF4-FFF2-40B4-BE49-F238E27FC236}">
                  <a16:creationId xmlns:a16="http://schemas.microsoft.com/office/drawing/2014/main" id="{40006D6C-8C03-4AEE-9487-F8339C9FD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3884"/>
              <a:ext cx="6" cy="11"/>
            </a:xfrm>
            <a:custGeom>
              <a:avLst/>
              <a:gdLst>
                <a:gd name="T0" fmla="*/ 0 w 3"/>
                <a:gd name="T1" fmla="*/ 53 h 5"/>
                <a:gd name="T2" fmla="*/ 1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3" y="3"/>
                    <a:pt x="2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9" name="Freeform 2200">
              <a:extLst>
                <a:ext uri="{FF2B5EF4-FFF2-40B4-BE49-F238E27FC236}">
                  <a16:creationId xmlns:a16="http://schemas.microsoft.com/office/drawing/2014/main" id="{51B2AAD0-8789-471B-A7E8-AA2776235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3871"/>
              <a:ext cx="49" cy="41"/>
            </a:xfrm>
            <a:custGeom>
              <a:avLst/>
              <a:gdLst>
                <a:gd name="T0" fmla="*/ 204 w 24"/>
                <a:gd name="T1" fmla="*/ 173 h 19"/>
                <a:gd name="T2" fmla="*/ 59 w 24"/>
                <a:gd name="T3" fmla="*/ 140 h 19"/>
                <a:gd name="T4" fmla="*/ 25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24" y="17"/>
                  </a:moveTo>
                  <a:cubicBezTo>
                    <a:pt x="17" y="19"/>
                    <a:pt x="12" y="18"/>
                    <a:pt x="7" y="14"/>
                  </a:cubicBezTo>
                  <a:cubicBezTo>
                    <a:pt x="1" y="8"/>
                    <a:pt x="0" y="7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0" name="Freeform 2201">
              <a:extLst>
                <a:ext uri="{FF2B5EF4-FFF2-40B4-BE49-F238E27FC236}">
                  <a16:creationId xmlns:a16="http://schemas.microsoft.com/office/drawing/2014/main" id="{DF564EB7-BBD1-4268-B648-5278CD9BD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3864"/>
              <a:ext cx="51" cy="26"/>
            </a:xfrm>
            <a:custGeom>
              <a:avLst/>
              <a:gdLst>
                <a:gd name="T0" fmla="*/ 212 w 25"/>
                <a:gd name="T1" fmla="*/ 121 h 12"/>
                <a:gd name="T2" fmla="*/ 0 w 2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2">
                  <a:moveTo>
                    <a:pt x="25" y="12"/>
                  </a:moveTo>
                  <a:cubicBezTo>
                    <a:pt x="16" y="10"/>
                    <a:pt x="3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1" name="Freeform 2202">
              <a:extLst>
                <a:ext uri="{FF2B5EF4-FFF2-40B4-BE49-F238E27FC236}">
                  <a16:creationId xmlns:a16="http://schemas.microsoft.com/office/drawing/2014/main" id="{1CA1CBA2-15C8-42A0-96B0-CFDC72DAF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3884"/>
              <a:ext cx="45" cy="41"/>
            </a:xfrm>
            <a:custGeom>
              <a:avLst/>
              <a:gdLst>
                <a:gd name="T0" fmla="*/ 188 w 22"/>
                <a:gd name="T1" fmla="*/ 190 h 19"/>
                <a:gd name="T2" fmla="*/ 25 w 22"/>
                <a:gd name="T3" fmla="*/ 121 h 19"/>
                <a:gd name="T4" fmla="*/ 16 w 2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22" y="19"/>
                  </a:moveTo>
                  <a:cubicBezTo>
                    <a:pt x="16" y="19"/>
                    <a:pt x="7" y="16"/>
                    <a:pt x="3" y="12"/>
                  </a:cubicBezTo>
                  <a:cubicBezTo>
                    <a:pt x="0" y="9"/>
                    <a:pt x="1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2" name="Freeform 2203">
              <a:extLst>
                <a:ext uri="{FF2B5EF4-FFF2-40B4-BE49-F238E27FC236}">
                  <a16:creationId xmlns:a16="http://schemas.microsoft.com/office/drawing/2014/main" id="{49601AB7-D20D-4276-9870-721CAF7F7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890"/>
              <a:ext cx="45" cy="18"/>
            </a:xfrm>
            <a:custGeom>
              <a:avLst/>
              <a:gdLst>
                <a:gd name="T0" fmla="*/ 188 w 22"/>
                <a:gd name="T1" fmla="*/ 81 h 8"/>
                <a:gd name="T2" fmla="*/ 0 w 2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22" y="7"/>
                  </a:moveTo>
                  <a:cubicBezTo>
                    <a:pt x="16" y="8"/>
                    <a:pt x="3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3" name="Freeform 2204">
              <a:extLst>
                <a:ext uri="{FF2B5EF4-FFF2-40B4-BE49-F238E27FC236}">
                  <a16:creationId xmlns:a16="http://schemas.microsoft.com/office/drawing/2014/main" id="{38642FA8-89EA-494D-B206-3B35A1B6B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888"/>
              <a:ext cx="11" cy="18"/>
            </a:xfrm>
            <a:custGeom>
              <a:avLst/>
              <a:gdLst>
                <a:gd name="T0" fmla="*/ 53 w 5"/>
                <a:gd name="T1" fmla="*/ 0 h 8"/>
                <a:gd name="T2" fmla="*/ 0 w 5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3"/>
                    <a:pt x="3" y="7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4" name="Freeform 2205">
              <a:extLst>
                <a:ext uri="{FF2B5EF4-FFF2-40B4-BE49-F238E27FC236}">
                  <a16:creationId xmlns:a16="http://schemas.microsoft.com/office/drawing/2014/main" id="{0B04ED40-6F36-4DD9-9C4C-4524AF638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3917"/>
              <a:ext cx="6" cy="19"/>
            </a:xfrm>
            <a:custGeom>
              <a:avLst/>
              <a:gdLst>
                <a:gd name="T0" fmla="*/ 24 w 3"/>
                <a:gd name="T1" fmla="*/ 0 h 9"/>
                <a:gd name="T2" fmla="*/ 0 w 3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1" y="3"/>
                    <a:pt x="1" y="7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5" name="Freeform 2206">
              <a:extLst>
                <a:ext uri="{FF2B5EF4-FFF2-40B4-BE49-F238E27FC236}">
                  <a16:creationId xmlns:a16="http://schemas.microsoft.com/office/drawing/2014/main" id="{C24609AF-9832-4B85-B2EC-CDA106EDB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761"/>
              <a:ext cx="35" cy="38"/>
            </a:xfrm>
            <a:custGeom>
              <a:avLst/>
              <a:gdLst>
                <a:gd name="T0" fmla="*/ 0 w 17"/>
                <a:gd name="T1" fmla="*/ 190 h 17"/>
                <a:gd name="T2" fmla="*/ 89 w 17"/>
                <a:gd name="T3" fmla="*/ 65 h 17"/>
                <a:gd name="T4" fmla="*/ 148 w 1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3" y="13"/>
                    <a:pt x="6" y="9"/>
                    <a:pt x="10" y="6"/>
                  </a:cubicBezTo>
                  <a:cubicBezTo>
                    <a:pt x="12" y="4"/>
                    <a:pt x="15" y="3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6" name="Freeform 2207">
              <a:extLst>
                <a:ext uri="{FF2B5EF4-FFF2-40B4-BE49-F238E27FC236}">
                  <a16:creationId xmlns:a16="http://schemas.microsoft.com/office/drawing/2014/main" id="{740118D6-BD05-44D1-BF41-8662CA10A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3779"/>
              <a:ext cx="45" cy="15"/>
            </a:xfrm>
            <a:custGeom>
              <a:avLst/>
              <a:gdLst>
                <a:gd name="T0" fmla="*/ 0 w 22"/>
                <a:gd name="T1" fmla="*/ 41 h 7"/>
                <a:gd name="T2" fmla="*/ 16 w 22"/>
                <a:gd name="T3" fmla="*/ 60 h 7"/>
                <a:gd name="T4" fmla="*/ 121 w 22"/>
                <a:gd name="T5" fmla="*/ 0 h 7"/>
                <a:gd name="T6" fmla="*/ 188 w 22"/>
                <a:gd name="T7" fmla="*/ 6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0" y="4"/>
                  </a:moveTo>
                  <a:cubicBezTo>
                    <a:pt x="1" y="5"/>
                    <a:pt x="2" y="5"/>
                    <a:pt x="2" y="6"/>
                  </a:cubicBezTo>
                  <a:cubicBezTo>
                    <a:pt x="5" y="5"/>
                    <a:pt x="11" y="0"/>
                    <a:pt x="14" y="0"/>
                  </a:cubicBezTo>
                  <a:cubicBezTo>
                    <a:pt x="17" y="1"/>
                    <a:pt x="21" y="6"/>
                    <a:pt x="22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7" name="Freeform 2208">
              <a:extLst>
                <a:ext uri="{FF2B5EF4-FFF2-40B4-BE49-F238E27FC236}">
                  <a16:creationId xmlns:a16="http://schemas.microsoft.com/office/drawing/2014/main" id="{374727B2-1CEE-4CAE-B904-2F9748277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646"/>
              <a:ext cx="113" cy="133"/>
            </a:xfrm>
            <a:custGeom>
              <a:avLst/>
              <a:gdLst>
                <a:gd name="T0" fmla="*/ 0 w 55"/>
                <a:gd name="T1" fmla="*/ 632 h 61"/>
                <a:gd name="T2" fmla="*/ 156 w 55"/>
                <a:gd name="T3" fmla="*/ 519 h 61"/>
                <a:gd name="T4" fmla="*/ 296 w 55"/>
                <a:gd name="T5" fmla="*/ 334 h 61"/>
                <a:gd name="T6" fmla="*/ 312 w 55"/>
                <a:gd name="T7" fmla="*/ 323 h 61"/>
                <a:gd name="T8" fmla="*/ 329 w 55"/>
                <a:gd name="T9" fmla="*/ 246 h 61"/>
                <a:gd name="T10" fmla="*/ 401 w 55"/>
                <a:gd name="T11" fmla="*/ 157 h 61"/>
                <a:gd name="T12" fmla="*/ 477 w 55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61">
                  <a:moveTo>
                    <a:pt x="0" y="61"/>
                  </a:moveTo>
                  <a:cubicBezTo>
                    <a:pt x="4" y="59"/>
                    <a:pt x="14" y="47"/>
                    <a:pt x="18" y="50"/>
                  </a:cubicBezTo>
                  <a:cubicBezTo>
                    <a:pt x="19" y="40"/>
                    <a:pt x="27" y="38"/>
                    <a:pt x="34" y="32"/>
                  </a:cubicBezTo>
                  <a:cubicBezTo>
                    <a:pt x="34" y="31"/>
                    <a:pt x="35" y="32"/>
                    <a:pt x="36" y="31"/>
                  </a:cubicBezTo>
                  <a:cubicBezTo>
                    <a:pt x="37" y="30"/>
                    <a:pt x="37" y="26"/>
                    <a:pt x="38" y="24"/>
                  </a:cubicBezTo>
                  <a:cubicBezTo>
                    <a:pt x="39" y="22"/>
                    <a:pt x="44" y="15"/>
                    <a:pt x="46" y="15"/>
                  </a:cubicBezTo>
                  <a:cubicBezTo>
                    <a:pt x="49" y="11"/>
                    <a:pt x="51" y="5"/>
                    <a:pt x="55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8" name="Freeform 2209">
              <a:extLst>
                <a:ext uri="{FF2B5EF4-FFF2-40B4-BE49-F238E27FC236}">
                  <a16:creationId xmlns:a16="http://schemas.microsoft.com/office/drawing/2014/main" id="{93A22038-A60E-4EAA-B385-D6638B745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3674"/>
              <a:ext cx="18" cy="11"/>
            </a:xfrm>
            <a:custGeom>
              <a:avLst/>
              <a:gdLst>
                <a:gd name="T0" fmla="*/ 72 w 9"/>
                <a:gd name="T1" fmla="*/ 53 h 5"/>
                <a:gd name="T2" fmla="*/ 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5"/>
                  </a:moveTo>
                  <a:cubicBezTo>
                    <a:pt x="5" y="4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9" name="Freeform 2210">
              <a:extLst>
                <a:ext uri="{FF2B5EF4-FFF2-40B4-BE49-F238E27FC236}">
                  <a16:creationId xmlns:a16="http://schemas.microsoft.com/office/drawing/2014/main" id="{E75F0B71-558E-497C-BBEA-BE4358A01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3720"/>
              <a:ext cx="8" cy="9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3" y="3"/>
                    <a:pt x="4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0" name="Freeform 2211">
              <a:extLst>
                <a:ext uri="{FF2B5EF4-FFF2-40B4-BE49-F238E27FC236}">
                  <a16:creationId xmlns:a16="http://schemas.microsoft.com/office/drawing/2014/main" id="{054F94C0-3F21-4F48-9A06-7E581168F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757"/>
              <a:ext cx="8" cy="9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3" y="3"/>
                    <a:pt x="4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1" name="Freeform 2212">
              <a:extLst>
                <a:ext uri="{FF2B5EF4-FFF2-40B4-BE49-F238E27FC236}">
                  <a16:creationId xmlns:a16="http://schemas.microsoft.com/office/drawing/2014/main" id="{0C3C42A1-38BF-49CF-A86D-BB8075279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3770"/>
              <a:ext cx="22" cy="22"/>
            </a:xfrm>
            <a:custGeom>
              <a:avLst/>
              <a:gdLst>
                <a:gd name="T0" fmla="*/ 0 w 11"/>
                <a:gd name="T1" fmla="*/ 0 h 10"/>
                <a:gd name="T2" fmla="*/ 88 w 11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4" y="0"/>
                    <a:pt x="9" y="7"/>
                    <a:pt x="11" y="1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2" name="Freeform 2213">
              <a:extLst>
                <a:ext uri="{FF2B5EF4-FFF2-40B4-BE49-F238E27FC236}">
                  <a16:creationId xmlns:a16="http://schemas.microsoft.com/office/drawing/2014/main" id="{67CF05E3-F96C-4C1D-B035-3D39AF9C4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3761"/>
              <a:ext cx="6" cy="14"/>
            </a:xfrm>
            <a:custGeom>
              <a:avLst/>
              <a:gdLst>
                <a:gd name="T0" fmla="*/ 8 w 3"/>
                <a:gd name="T1" fmla="*/ 77 h 6"/>
                <a:gd name="T2" fmla="*/ 24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3" name="Freeform 2214">
              <a:extLst>
                <a:ext uri="{FF2B5EF4-FFF2-40B4-BE49-F238E27FC236}">
                  <a16:creationId xmlns:a16="http://schemas.microsoft.com/office/drawing/2014/main" id="{B5E3006A-C5BD-44FE-B598-C9397077A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3355"/>
              <a:ext cx="12" cy="2"/>
            </a:xfrm>
            <a:custGeom>
              <a:avLst/>
              <a:gdLst>
                <a:gd name="T0" fmla="*/ 0 w 6"/>
                <a:gd name="T1" fmla="*/ 0 h 1"/>
                <a:gd name="T2" fmla="*/ 48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4" name="Freeform 2215">
              <a:extLst>
                <a:ext uri="{FF2B5EF4-FFF2-40B4-BE49-F238E27FC236}">
                  <a16:creationId xmlns:a16="http://schemas.microsoft.com/office/drawing/2014/main" id="{266653B8-5430-40BF-AE29-A7FABFAF1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3304"/>
              <a:ext cx="19" cy="53"/>
            </a:xfrm>
            <a:custGeom>
              <a:avLst/>
              <a:gdLst>
                <a:gd name="T0" fmla="*/ 49 w 9"/>
                <a:gd name="T1" fmla="*/ 258 h 24"/>
                <a:gd name="T2" fmla="*/ 68 w 9"/>
                <a:gd name="T3" fmla="*/ 150 h 24"/>
                <a:gd name="T4" fmla="*/ 84 w 9"/>
                <a:gd name="T5" fmla="*/ 64 h 24"/>
                <a:gd name="T6" fmla="*/ 0 w 9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4">
                  <a:moveTo>
                    <a:pt x="5" y="24"/>
                  </a:moveTo>
                  <a:cubicBezTo>
                    <a:pt x="7" y="22"/>
                    <a:pt x="6" y="17"/>
                    <a:pt x="7" y="14"/>
                  </a:cubicBezTo>
                  <a:cubicBezTo>
                    <a:pt x="7" y="11"/>
                    <a:pt x="9" y="9"/>
                    <a:pt x="9" y="6"/>
                  </a:cubicBez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5" name="Freeform 2216">
              <a:extLst>
                <a:ext uri="{FF2B5EF4-FFF2-40B4-BE49-F238E27FC236}">
                  <a16:creationId xmlns:a16="http://schemas.microsoft.com/office/drawing/2014/main" id="{D376ADF4-5410-44A0-BDD1-9ABA87502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3261"/>
              <a:ext cx="4" cy="50"/>
            </a:xfrm>
            <a:custGeom>
              <a:avLst/>
              <a:gdLst>
                <a:gd name="T0" fmla="*/ 0 w 2"/>
                <a:gd name="T1" fmla="*/ 237 h 23"/>
                <a:gd name="T2" fmla="*/ 8 w 2"/>
                <a:gd name="T3" fmla="*/ 72 h 23"/>
                <a:gd name="T4" fmla="*/ 8 w 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3">
                  <a:moveTo>
                    <a:pt x="0" y="23"/>
                  </a:moveTo>
                  <a:cubicBezTo>
                    <a:pt x="2" y="19"/>
                    <a:pt x="1" y="12"/>
                    <a:pt x="1" y="7"/>
                  </a:cubicBezTo>
                  <a:cubicBezTo>
                    <a:pt x="1" y="5"/>
                    <a:pt x="1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6" name="Freeform 2217">
              <a:extLst>
                <a:ext uri="{FF2B5EF4-FFF2-40B4-BE49-F238E27FC236}">
                  <a16:creationId xmlns:a16="http://schemas.microsoft.com/office/drawing/2014/main" id="{158F32DF-42D7-4459-A0F4-FA2F8CADB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3320"/>
              <a:ext cx="26" cy="41"/>
            </a:xfrm>
            <a:custGeom>
              <a:avLst/>
              <a:gdLst>
                <a:gd name="T0" fmla="*/ 80 w 13"/>
                <a:gd name="T1" fmla="*/ 190 h 19"/>
                <a:gd name="T2" fmla="*/ 88 w 13"/>
                <a:gd name="T3" fmla="*/ 41 h 19"/>
                <a:gd name="T4" fmla="*/ 0 w 13"/>
                <a:gd name="T5" fmla="*/ 2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0" y="19"/>
                  </a:moveTo>
                  <a:cubicBezTo>
                    <a:pt x="11" y="17"/>
                    <a:pt x="13" y="6"/>
                    <a:pt x="11" y="4"/>
                  </a:cubicBezTo>
                  <a:cubicBezTo>
                    <a:pt x="9" y="0"/>
                    <a:pt x="3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7" name="Freeform 2218">
              <a:extLst>
                <a:ext uri="{FF2B5EF4-FFF2-40B4-BE49-F238E27FC236}">
                  <a16:creationId xmlns:a16="http://schemas.microsoft.com/office/drawing/2014/main" id="{EBBB9EB6-7F32-48E5-9968-1662BBE1D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3278"/>
              <a:ext cx="24" cy="48"/>
            </a:xfrm>
            <a:custGeom>
              <a:avLst/>
              <a:gdLst>
                <a:gd name="T0" fmla="*/ 88 w 12"/>
                <a:gd name="T1" fmla="*/ 229 h 22"/>
                <a:gd name="T2" fmla="*/ 88 w 12"/>
                <a:gd name="T3" fmla="*/ 61 h 22"/>
                <a:gd name="T4" fmla="*/ 0 w 12"/>
                <a:gd name="T5" fmla="*/ 3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11" y="22"/>
                  </a:moveTo>
                  <a:cubicBezTo>
                    <a:pt x="10" y="17"/>
                    <a:pt x="12" y="12"/>
                    <a:pt x="11" y="6"/>
                  </a:cubicBezTo>
                  <a:cubicBezTo>
                    <a:pt x="9" y="0"/>
                    <a:pt x="6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8" name="Freeform 2219">
              <a:extLst>
                <a:ext uri="{FF2B5EF4-FFF2-40B4-BE49-F238E27FC236}">
                  <a16:creationId xmlns:a16="http://schemas.microsoft.com/office/drawing/2014/main" id="{CEED6C77-98AA-46BE-AAD2-8E68A5B1B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3263"/>
              <a:ext cx="4" cy="22"/>
            </a:xfrm>
            <a:custGeom>
              <a:avLst/>
              <a:gdLst>
                <a:gd name="T0" fmla="*/ 0 w 2"/>
                <a:gd name="T1" fmla="*/ 106 h 10"/>
                <a:gd name="T2" fmla="*/ 16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2" y="7"/>
                    <a:pt x="2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9" name="Freeform 2220">
              <a:extLst>
                <a:ext uri="{FF2B5EF4-FFF2-40B4-BE49-F238E27FC236}">
                  <a16:creationId xmlns:a16="http://schemas.microsoft.com/office/drawing/2014/main" id="{1762E35A-A1DE-44CD-9001-4044C3269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3355"/>
              <a:ext cx="21" cy="2"/>
            </a:xfrm>
            <a:custGeom>
              <a:avLst/>
              <a:gdLst>
                <a:gd name="T0" fmla="*/ 0 w 10"/>
                <a:gd name="T1" fmla="*/ 8 h 1"/>
                <a:gd name="T2" fmla="*/ 92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3" y="0"/>
                    <a:pt x="7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40" name="Freeform 2221">
              <a:extLst>
                <a:ext uri="{FF2B5EF4-FFF2-40B4-BE49-F238E27FC236}">
                  <a16:creationId xmlns:a16="http://schemas.microsoft.com/office/drawing/2014/main" id="{BECBAE89-CDEC-4011-9D5C-C74C0B713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3302"/>
              <a:ext cx="23" cy="5"/>
            </a:xfrm>
            <a:custGeom>
              <a:avLst/>
              <a:gdLst>
                <a:gd name="T0" fmla="*/ 0 w 11"/>
                <a:gd name="T1" fmla="*/ 33 h 2"/>
                <a:gd name="T2" fmla="*/ 10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41" name="Freeform 2222">
              <a:extLst>
                <a:ext uri="{FF2B5EF4-FFF2-40B4-BE49-F238E27FC236}">
                  <a16:creationId xmlns:a16="http://schemas.microsoft.com/office/drawing/2014/main" id="{35078AF6-7D3F-48E5-8F30-CD5E2725B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3291"/>
              <a:ext cx="8" cy="11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3"/>
                    <a:pt x="1" y="5"/>
                    <a:pt x="4" y="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42" name="Freeform 2223">
              <a:extLst>
                <a:ext uri="{FF2B5EF4-FFF2-40B4-BE49-F238E27FC236}">
                  <a16:creationId xmlns:a16="http://schemas.microsoft.com/office/drawing/2014/main" id="{0C1E7514-F9D4-424F-A78C-350F689A9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388"/>
              <a:ext cx="12" cy="13"/>
            </a:xfrm>
            <a:custGeom>
              <a:avLst/>
              <a:gdLst>
                <a:gd name="T0" fmla="*/ 0 w 6"/>
                <a:gd name="T1" fmla="*/ 9 h 6"/>
                <a:gd name="T2" fmla="*/ 48 w 6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3" y="0"/>
                    <a:pt x="5" y="3"/>
                    <a:pt x="6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43" name="Freeform 2224">
              <a:extLst>
                <a:ext uri="{FF2B5EF4-FFF2-40B4-BE49-F238E27FC236}">
                  <a16:creationId xmlns:a16="http://schemas.microsoft.com/office/drawing/2014/main" id="{E1C5E3C4-98C7-49B8-8EBF-D7EA8B584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3339"/>
              <a:ext cx="12" cy="14"/>
            </a:xfrm>
            <a:custGeom>
              <a:avLst/>
              <a:gdLst>
                <a:gd name="T0" fmla="*/ 0 w 6"/>
                <a:gd name="T1" fmla="*/ 77 h 6"/>
                <a:gd name="T2" fmla="*/ 4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3" y="6"/>
                    <a:pt x="3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44" name="Freeform 2225">
              <a:extLst>
                <a:ext uri="{FF2B5EF4-FFF2-40B4-BE49-F238E27FC236}">
                  <a16:creationId xmlns:a16="http://schemas.microsoft.com/office/drawing/2014/main" id="{D599418F-D6E5-48D9-A438-15C5DE48E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853"/>
              <a:ext cx="22" cy="7"/>
            </a:xfrm>
            <a:custGeom>
              <a:avLst/>
              <a:gdLst>
                <a:gd name="T0" fmla="*/ 0 w 11"/>
                <a:gd name="T1" fmla="*/ 37 h 3"/>
                <a:gd name="T2" fmla="*/ 88 w 11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3" y="1"/>
                    <a:pt x="8" y="0"/>
                    <a:pt x="11" y="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45" name="Freeform 2226">
              <a:extLst>
                <a:ext uri="{FF2B5EF4-FFF2-40B4-BE49-F238E27FC236}">
                  <a16:creationId xmlns:a16="http://schemas.microsoft.com/office/drawing/2014/main" id="{369271E1-A820-42D1-98F4-B86EFD75D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3503"/>
              <a:ext cx="32" cy="29"/>
            </a:xfrm>
            <a:custGeom>
              <a:avLst/>
              <a:gdLst>
                <a:gd name="T0" fmla="*/ 0 w 16"/>
                <a:gd name="T1" fmla="*/ 36 h 13"/>
                <a:gd name="T2" fmla="*/ 88 w 16"/>
                <a:gd name="T3" fmla="*/ 145 h 13"/>
                <a:gd name="T4" fmla="*/ 128 w 16"/>
                <a:gd name="T5" fmla="*/ 8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3"/>
                  </a:moveTo>
                  <a:cubicBezTo>
                    <a:pt x="5" y="0"/>
                    <a:pt x="10" y="9"/>
                    <a:pt x="11" y="13"/>
                  </a:cubicBezTo>
                  <a:cubicBezTo>
                    <a:pt x="11" y="11"/>
                    <a:pt x="14" y="9"/>
                    <a:pt x="16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46" name="Freeform 2227">
              <a:extLst>
                <a:ext uri="{FF2B5EF4-FFF2-40B4-BE49-F238E27FC236}">
                  <a16:creationId xmlns:a16="http://schemas.microsoft.com/office/drawing/2014/main" id="{560C89C8-7A07-47FC-AA1D-D23CC626D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444"/>
              <a:ext cx="17" cy="64"/>
            </a:xfrm>
            <a:custGeom>
              <a:avLst/>
              <a:gdLst>
                <a:gd name="T0" fmla="*/ 77 w 8"/>
                <a:gd name="T1" fmla="*/ 311 h 29"/>
                <a:gd name="T2" fmla="*/ 28 w 8"/>
                <a:gd name="T3" fmla="*/ 194 h 29"/>
                <a:gd name="T4" fmla="*/ 28 w 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8" y="29"/>
                  </a:moveTo>
                  <a:cubicBezTo>
                    <a:pt x="7" y="25"/>
                    <a:pt x="4" y="22"/>
                    <a:pt x="3" y="18"/>
                  </a:cubicBezTo>
                  <a:cubicBezTo>
                    <a:pt x="0" y="11"/>
                    <a:pt x="1" y="7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47" name="Freeform 2228">
              <a:extLst>
                <a:ext uri="{FF2B5EF4-FFF2-40B4-BE49-F238E27FC236}">
                  <a16:creationId xmlns:a16="http://schemas.microsoft.com/office/drawing/2014/main" id="{7BBBA41F-64CF-40CB-B141-6FA5BC6A3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508"/>
              <a:ext cx="14" cy="4"/>
            </a:xfrm>
            <a:custGeom>
              <a:avLst/>
              <a:gdLst>
                <a:gd name="T0" fmla="*/ 0 w 7"/>
                <a:gd name="T1" fmla="*/ 16 h 2"/>
                <a:gd name="T2" fmla="*/ 56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0"/>
                    <a:pt x="5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48" name="Freeform 2229">
              <a:extLst>
                <a:ext uri="{FF2B5EF4-FFF2-40B4-BE49-F238E27FC236}">
                  <a16:creationId xmlns:a16="http://schemas.microsoft.com/office/drawing/2014/main" id="{26B15B87-43B0-4FD7-A47C-8741D821E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462"/>
              <a:ext cx="35" cy="48"/>
            </a:xfrm>
            <a:custGeom>
              <a:avLst/>
              <a:gdLst>
                <a:gd name="T0" fmla="*/ 140 w 17"/>
                <a:gd name="T1" fmla="*/ 229 h 22"/>
                <a:gd name="T2" fmla="*/ 97 w 17"/>
                <a:gd name="T3" fmla="*/ 44 h 22"/>
                <a:gd name="T4" fmla="*/ 0 w 17"/>
                <a:gd name="T5" fmla="*/ 3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16" y="22"/>
                  </a:moveTo>
                  <a:cubicBezTo>
                    <a:pt x="17" y="17"/>
                    <a:pt x="14" y="8"/>
                    <a:pt x="11" y="4"/>
                  </a:cubicBezTo>
                  <a:cubicBezTo>
                    <a:pt x="8" y="0"/>
                    <a:pt x="3" y="1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49" name="Freeform 2230">
              <a:extLst>
                <a:ext uri="{FF2B5EF4-FFF2-40B4-BE49-F238E27FC236}">
                  <a16:creationId xmlns:a16="http://schemas.microsoft.com/office/drawing/2014/main" id="{766158E9-8B09-47B4-AFA1-1DE4D9294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429"/>
              <a:ext cx="4" cy="37"/>
            </a:xfrm>
            <a:custGeom>
              <a:avLst/>
              <a:gdLst>
                <a:gd name="T0" fmla="*/ 0 w 2"/>
                <a:gd name="T1" fmla="*/ 176 h 17"/>
                <a:gd name="T2" fmla="*/ 16 w 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17"/>
                  </a:moveTo>
                  <a:cubicBezTo>
                    <a:pt x="0" y="11"/>
                    <a:pt x="1" y="6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50" name="Freeform 2231">
              <a:extLst>
                <a:ext uri="{FF2B5EF4-FFF2-40B4-BE49-F238E27FC236}">
                  <a16:creationId xmlns:a16="http://schemas.microsoft.com/office/drawing/2014/main" id="{F8FDA356-C1E4-4A74-BC7F-0E47C2B72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438"/>
              <a:ext cx="12" cy="9"/>
            </a:xfrm>
            <a:custGeom>
              <a:avLst/>
              <a:gdLst>
                <a:gd name="T0" fmla="*/ 0 w 6"/>
                <a:gd name="T1" fmla="*/ 45 h 4"/>
                <a:gd name="T2" fmla="*/ 48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3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51" name="Freeform 2232">
              <a:extLst>
                <a:ext uri="{FF2B5EF4-FFF2-40B4-BE49-F238E27FC236}">
                  <a16:creationId xmlns:a16="http://schemas.microsoft.com/office/drawing/2014/main" id="{F92C1A35-B3D2-4C41-9CCE-60A2FBEF9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3442"/>
              <a:ext cx="6" cy="13"/>
            </a:xfrm>
            <a:custGeom>
              <a:avLst/>
              <a:gdLst>
                <a:gd name="T0" fmla="*/ 0 w 3"/>
                <a:gd name="T1" fmla="*/ 0 h 6"/>
                <a:gd name="T2" fmla="*/ 24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2"/>
                    <a:pt x="3" y="4"/>
                    <a:pt x="3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52" name="Freeform 2233">
              <a:extLst>
                <a:ext uri="{FF2B5EF4-FFF2-40B4-BE49-F238E27FC236}">
                  <a16:creationId xmlns:a16="http://schemas.microsoft.com/office/drawing/2014/main" id="{C53EA259-149C-41CF-9365-7A592A5B4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069"/>
              <a:ext cx="18" cy="55"/>
            </a:xfrm>
            <a:custGeom>
              <a:avLst/>
              <a:gdLst>
                <a:gd name="T0" fmla="*/ 40 w 9"/>
                <a:gd name="T1" fmla="*/ 0 h 25"/>
                <a:gd name="T2" fmla="*/ 72 w 9"/>
                <a:gd name="T3" fmla="*/ 213 h 25"/>
                <a:gd name="T4" fmla="*/ 0 w 9"/>
                <a:gd name="T5" fmla="*/ 26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5">
                  <a:moveTo>
                    <a:pt x="5" y="0"/>
                  </a:moveTo>
                  <a:cubicBezTo>
                    <a:pt x="8" y="8"/>
                    <a:pt x="7" y="12"/>
                    <a:pt x="9" y="20"/>
                  </a:cubicBezTo>
                  <a:cubicBezTo>
                    <a:pt x="8" y="24"/>
                    <a:pt x="1" y="24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53" name="Freeform 2234">
              <a:extLst>
                <a:ext uri="{FF2B5EF4-FFF2-40B4-BE49-F238E27FC236}">
                  <a16:creationId xmlns:a16="http://schemas.microsoft.com/office/drawing/2014/main" id="{E1E30796-A18A-4C36-8B85-2325D261C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117"/>
              <a:ext cx="17" cy="68"/>
            </a:xfrm>
            <a:custGeom>
              <a:avLst/>
              <a:gdLst>
                <a:gd name="T0" fmla="*/ 9 w 8"/>
                <a:gd name="T1" fmla="*/ 0 h 31"/>
                <a:gd name="T2" fmla="*/ 28 w 8"/>
                <a:gd name="T3" fmla="*/ 72 h 31"/>
                <a:gd name="T4" fmla="*/ 68 w 8"/>
                <a:gd name="T5" fmla="*/ 202 h 31"/>
                <a:gd name="T6" fmla="*/ 60 w 8"/>
                <a:gd name="T7" fmla="*/ 274 h 31"/>
                <a:gd name="T8" fmla="*/ 0 w 8"/>
                <a:gd name="T9" fmla="*/ 31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1">
                  <a:moveTo>
                    <a:pt x="1" y="0"/>
                  </a:moveTo>
                  <a:cubicBezTo>
                    <a:pt x="3" y="2"/>
                    <a:pt x="3" y="5"/>
                    <a:pt x="3" y="7"/>
                  </a:cubicBezTo>
                  <a:cubicBezTo>
                    <a:pt x="4" y="11"/>
                    <a:pt x="6" y="15"/>
                    <a:pt x="7" y="19"/>
                  </a:cubicBezTo>
                  <a:cubicBezTo>
                    <a:pt x="7" y="22"/>
                    <a:pt x="8" y="24"/>
                    <a:pt x="6" y="26"/>
                  </a:cubicBezTo>
                  <a:cubicBezTo>
                    <a:pt x="5" y="28"/>
                    <a:pt x="2" y="31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54" name="Freeform 2235">
              <a:extLst>
                <a:ext uri="{FF2B5EF4-FFF2-40B4-BE49-F238E27FC236}">
                  <a16:creationId xmlns:a16="http://schemas.microsoft.com/office/drawing/2014/main" id="{B9DDC60D-2012-4BE0-9A0E-78E6E1F6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174"/>
              <a:ext cx="17" cy="57"/>
            </a:xfrm>
            <a:custGeom>
              <a:avLst/>
              <a:gdLst>
                <a:gd name="T0" fmla="*/ 28 w 8"/>
                <a:gd name="T1" fmla="*/ 0 h 26"/>
                <a:gd name="T2" fmla="*/ 68 w 8"/>
                <a:gd name="T3" fmla="*/ 202 h 26"/>
                <a:gd name="T4" fmla="*/ 68 w 8"/>
                <a:gd name="T5" fmla="*/ 254 h 26"/>
                <a:gd name="T6" fmla="*/ 9 w 8"/>
                <a:gd name="T7" fmla="*/ 274 h 26"/>
                <a:gd name="T8" fmla="*/ 9 w 8"/>
                <a:gd name="T9" fmla="*/ 2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6">
                  <a:moveTo>
                    <a:pt x="3" y="0"/>
                  </a:moveTo>
                  <a:cubicBezTo>
                    <a:pt x="5" y="6"/>
                    <a:pt x="7" y="12"/>
                    <a:pt x="7" y="19"/>
                  </a:cubicBezTo>
                  <a:cubicBezTo>
                    <a:pt x="7" y="20"/>
                    <a:pt x="8" y="22"/>
                    <a:pt x="7" y="24"/>
                  </a:cubicBezTo>
                  <a:cubicBezTo>
                    <a:pt x="6" y="25"/>
                    <a:pt x="2" y="26"/>
                    <a:pt x="1" y="26"/>
                  </a:cubicBezTo>
                  <a:cubicBezTo>
                    <a:pt x="0" y="25"/>
                    <a:pt x="1" y="26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55" name="Freeform 2236">
              <a:extLst>
                <a:ext uri="{FF2B5EF4-FFF2-40B4-BE49-F238E27FC236}">
                  <a16:creationId xmlns:a16="http://schemas.microsoft.com/office/drawing/2014/main" id="{566F011D-29BE-4481-B9AE-BBE3B6A7C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226"/>
              <a:ext cx="14" cy="53"/>
            </a:xfrm>
            <a:custGeom>
              <a:avLst/>
              <a:gdLst>
                <a:gd name="T0" fmla="*/ 8 w 7"/>
                <a:gd name="T1" fmla="*/ 0 h 24"/>
                <a:gd name="T2" fmla="*/ 48 w 7"/>
                <a:gd name="T3" fmla="*/ 194 h 24"/>
                <a:gd name="T4" fmla="*/ 48 w 7"/>
                <a:gd name="T5" fmla="*/ 239 h 24"/>
                <a:gd name="T6" fmla="*/ 0 w 7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4">
                  <a:moveTo>
                    <a:pt x="1" y="0"/>
                  </a:moveTo>
                  <a:cubicBezTo>
                    <a:pt x="2" y="7"/>
                    <a:pt x="5" y="12"/>
                    <a:pt x="6" y="18"/>
                  </a:cubicBezTo>
                  <a:cubicBezTo>
                    <a:pt x="7" y="21"/>
                    <a:pt x="7" y="20"/>
                    <a:pt x="6" y="22"/>
                  </a:cubicBezTo>
                  <a:cubicBezTo>
                    <a:pt x="5" y="23"/>
                    <a:pt x="1" y="24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56" name="Freeform 2237">
              <a:extLst>
                <a:ext uri="{FF2B5EF4-FFF2-40B4-BE49-F238E27FC236}">
                  <a16:creationId xmlns:a16="http://schemas.microsoft.com/office/drawing/2014/main" id="{BDE64C60-6DE8-46EC-BBE1-04A11E85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277"/>
              <a:ext cx="16" cy="52"/>
            </a:xfrm>
            <a:custGeom>
              <a:avLst/>
              <a:gdLst>
                <a:gd name="T0" fmla="*/ 16 w 8"/>
                <a:gd name="T1" fmla="*/ 0 h 24"/>
                <a:gd name="T2" fmla="*/ 56 w 8"/>
                <a:gd name="T3" fmla="*/ 184 h 24"/>
                <a:gd name="T4" fmla="*/ 0 w 8"/>
                <a:gd name="T5" fmla="*/ 22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4">
                  <a:moveTo>
                    <a:pt x="2" y="0"/>
                  </a:moveTo>
                  <a:cubicBezTo>
                    <a:pt x="4" y="5"/>
                    <a:pt x="8" y="12"/>
                    <a:pt x="7" y="18"/>
                  </a:cubicBezTo>
                  <a:cubicBezTo>
                    <a:pt x="6" y="20"/>
                    <a:pt x="1" y="24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57" name="Freeform 2238">
              <a:extLst>
                <a:ext uri="{FF2B5EF4-FFF2-40B4-BE49-F238E27FC236}">
                  <a16:creationId xmlns:a16="http://schemas.microsoft.com/office/drawing/2014/main" id="{29FC0A05-3C3E-45A7-8C4E-B0DBFCB77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076"/>
              <a:ext cx="26" cy="41"/>
            </a:xfrm>
            <a:custGeom>
              <a:avLst/>
              <a:gdLst>
                <a:gd name="T0" fmla="*/ 88 w 13"/>
                <a:gd name="T1" fmla="*/ 0 h 19"/>
                <a:gd name="T2" fmla="*/ 104 w 13"/>
                <a:gd name="T3" fmla="*/ 129 h 19"/>
                <a:gd name="T4" fmla="*/ 72 w 13"/>
                <a:gd name="T5" fmla="*/ 190 h 19"/>
                <a:gd name="T6" fmla="*/ 16 w 13"/>
                <a:gd name="T7" fmla="*/ 112 h 19"/>
                <a:gd name="T8" fmla="*/ 0 w 13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11" y="0"/>
                  </a:moveTo>
                  <a:cubicBezTo>
                    <a:pt x="11" y="4"/>
                    <a:pt x="13" y="8"/>
                    <a:pt x="13" y="13"/>
                  </a:cubicBezTo>
                  <a:cubicBezTo>
                    <a:pt x="13" y="17"/>
                    <a:pt x="13" y="19"/>
                    <a:pt x="9" y="19"/>
                  </a:cubicBezTo>
                  <a:cubicBezTo>
                    <a:pt x="3" y="18"/>
                    <a:pt x="3" y="16"/>
                    <a:pt x="2" y="11"/>
                  </a:cubicBezTo>
                  <a:cubicBezTo>
                    <a:pt x="1" y="8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58" name="Freeform 2239">
              <a:extLst>
                <a:ext uri="{FF2B5EF4-FFF2-40B4-BE49-F238E27FC236}">
                  <a16:creationId xmlns:a16="http://schemas.microsoft.com/office/drawing/2014/main" id="{CDCA164F-EB15-48D5-AD3B-6D1EB142F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102"/>
              <a:ext cx="19" cy="4"/>
            </a:xfrm>
            <a:custGeom>
              <a:avLst/>
              <a:gdLst>
                <a:gd name="T0" fmla="*/ 0 w 9"/>
                <a:gd name="T1" fmla="*/ 16 h 2"/>
                <a:gd name="T2" fmla="*/ 84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59" name="Freeform 2240">
              <a:extLst>
                <a:ext uri="{FF2B5EF4-FFF2-40B4-BE49-F238E27FC236}">
                  <a16:creationId xmlns:a16="http://schemas.microsoft.com/office/drawing/2014/main" id="{CD2ADF19-E0D7-4CDC-B6D0-3D0121F01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113"/>
              <a:ext cx="23" cy="35"/>
            </a:xfrm>
            <a:custGeom>
              <a:avLst/>
              <a:gdLst>
                <a:gd name="T0" fmla="*/ 65 w 11"/>
                <a:gd name="T1" fmla="*/ 0 h 16"/>
                <a:gd name="T2" fmla="*/ 75 w 11"/>
                <a:gd name="T3" fmla="*/ 133 h 16"/>
                <a:gd name="T4" fmla="*/ 0 w 11"/>
                <a:gd name="T5" fmla="*/ 15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7" y="0"/>
                  </a:moveTo>
                  <a:cubicBezTo>
                    <a:pt x="7" y="4"/>
                    <a:pt x="11" y="10"/>
                    <a:pt x="8" y="13"/>
                  </a:cubicBezTo>
                  <a:cubicBezTo>
                    <a:pt x="6" y="15"/>
                    <a:pt x="2" y="16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60" name="Freeform 2241">
              <a:extLst>
                <a:ext uri="{FF2B5EF4-FFF2-40B4-BE49-F238E27FC236}">
                  <a16:creationId xmlns:a16="http://schemas.microsoft.com/office/drawing/2014/main" id="{ACCDCAFB-A1A4-4D7F-A0C2-0F795653F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139"/>
              <a:ext cx="25" cy="18"/>
            </a:xfrm>
            <a:custGeom>
              <a:avLst/>
              <a:gdLst>
                <a:gd name="T0" fmla="*/ 0 w 12"/>
                <a:gd name="T1" fmla="*/ 0 h 8"/>
                <a:gd name="T2" fmla="*/ 44 w 12"/>
                <a:gd name="T3" fmla="*/ 92 h 8"/>
                <a:gd name="T4" fmla="*/ 108 w 12"/>
                <a:gd name="T5" fmla="*/ 7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1" y="3"/>
                    <a:pt x="0" y="7"/>
                    <a:pt x="5" y="8"/>
                  </a:cubicBezTo>
                  <a:cubicBezTo>
                    <a:pt x="7" y="8"/>
                    <a:pt x="10" y="7"/>
                    <a:pt x="12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61" name="Freeform 2242">
              <a:extLst>
                <a:ext uri="{FF2B5EF4-FFF2-40B4-BE49-F238E27FC236}">
                  <a16:creationId xmlns:a16="http://schemas.microsoft.com/office/drawing/2014/main" id="{0A56D7EF-BAA3-417F-BFD2-5619ABA88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157"/>
              <a:ext cx="21" cy="45"/>
            </a:xfrm>
            <a:custGeom>
              <a:avLst/>
              <a:gdLst>
                <a:gd name="T0" fmla="*/ 0 w 10"/>
                <a:gd name="T1" fmla="*/ 0 h 21"/>
                <a:gd name="T2" fmla="*/ 27 w 10"/>
                <a:gd name="T3" fmla="*/ 165 h 21"/>
                <a:gd name="T4" fmla="*/ 92 w 10"/>
                <a:gd name="T5" fmla="*/ 18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cubicBezTo>
                    <a:pt x="2" y="5"/>
                    <a:pt x="1" y="12"/>
                    <a:pt x="3" y="17"/>
                  </a:cubicBezTo>
                  <a:cubicBezTo>
                    <a:pt x="5" y="21"/>
                    <a:pt x="7" y="20"/>
                    <a:pt x="1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62" name="Freeform 2243">
              <a:extLst>
                <a:ext uri="{FF2B5EF4-FFF2-40B4-BE49-F238E27FC236}">
                  <a16:creationId xmlns:a16="http://schemas.microsoft.com/office/drawing/2014/main" id="{6BB92089-EF09-4193-968B-B4CFCE59C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200"/>
              <a:ext cx="29" cy="53"/>
            </a:xfrm>
            <a:custGeom>
              <a:avLst/>
              <a:gdLst>
                <a:gd name="T0" fmla="*/ 17 w 14"/>
                <a:gd name="T1" fmla="*/ 0 h 24"/>
                <a:gd name="T2" fmla="*/ 17 w 14"/>
                <a:gd name="T3" fmla="*/ 170 h 24"/>
                <a:gd name="T4" fmla="*/ 81 w 14"/>
                <a:gd name="T5" fmla="*/ 205 h 24"/>
                <a:gd name="T6" fmla="*/ 73 w 14"/>
                <a:gd name="T7" fmla="*/ 2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2" y="0"/>
                  </a:moveTo>
                  <a:cubicBezTo>
                    <a:pt x="0" y="4"/>
                    <a:pt x="1" y="12"/>
                    <a:pt x="2" y="16"/>
                  </a:cubicBezTo>
                  <a:cubicBezTo>
                    <a:pt x="3" y="21"/>
                    <a:pt x="4" y="24"/>
                    <a:pt x="9" y="19"/>
                  </a:cubicBezTo>
                  <a:cubicBezTo>
                    <a:pt x="14" y="15"/>
                    <a:pt x="9" y="7"/>
                    <a:pt x="8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63" name="Freeform 2244">
              <a:extLst>
                <a:ext uri="{FF2B5EF4-FFF2-40B4-BE49-F238E27FC236}">
                  <a16:creationId xmlns:a16="http://schemas.microsoft.com/office/drawing/2014/main" id="{080D4C31-53F7-4E6C-8D16-110CBF8B6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154"/>
              <a:ext cx="11" cy="44"/>
            </a:xfrm>
            <a:custGeom>
              <a:avLst/>
              <a:gdLst>
                <a:gd name="T0" fmla="*/ 9 w 5"/>
                <a:gd name="T1" fmla="*/ 0 h 20"/>
                <a:gd name="T2" fmla="*/ 53 w 5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1" y="0"/>
                  </a:moveTo>
                  <a:cubicBezTo>
                    <a:pt x="3" y="5"/>
                    <a:pt x="0" y="15"/>
                    <a:pt x="5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64" name="Freeform 2245">
              <a:extLst>
                <a:ext uri="{FF2B5EF4-FFF2-40B4-BE49-F238E27FC236}">
                  <a16:creationId xmlns:a16="http://schemas.microsoft.com/office/drawing/2014/main" id="{8791FA72-43A6-4F85-8D2F-D6BB1D25D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117"/>
              <a:ext cx="8" cy="35"/>
            </a:xfrm>
            <a:custGeom>
              <a:avLst/>
              <a:gdLst>
                <a:gd name="T0" fmla="*/ 0 w 4"/>
                <a:gd name="T1" fmla="*/ 0 h 16"/>
                <a:gd name="T2" fmla="*/ 32 w 4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0" y="0"/>
                  </a:moveTo>
                  <a:cubicBezTo>
                    <a:pt x="0" y="5"/>
                    <a:pt x="3" y="11"/>
                    <a:pt x="4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65" name="Freeform 2246">
              <a:extLst>
                <a:ext uri="{FF2B5EF4-FFF2-40B4-BE49-F238E27FC236}">
                  <a16:creationId xmlns:a16="http://schemas.microsoft.com/office/drawing/2014/main" id="{B208A881-FC56-4D0E-8C50-C81E8EEBE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181"/>
              <a:ext cx="24" cy="17"/>
            </a:xfrm>
            <a:custGeom>
              <a:avLst/>
              <a:gdLst>
                <a:gd name="T0" fmla="*/ 0 w 12"/>
                <a:gd name="T1" fmla="*/ 40 h 8"/>
                <a:gd name="T2" fmla="*/ 96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4"/>
                  </a:moveTo>
                  <a:cubicBezTo>
                    <a:pt x="2" y="8"/>
                    <a:pt x="9" y="2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66" name="Freeform 2247">
              <a:extLst>
                <a:ext uri="{FF2B5EF4-FFF2-40B4-BE49-F238E27FC236}">
                  <a16:creationId xmlns:a16="http://schemas.microsoft.com/office/drawing/2014/main" id="{21BEF638-65AC-4A64-A279-FF0B6724D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154"/>
              <a:ext cx="6" cy="29"/>
            </a:xfrm>
            <a:custGeom>
              <a:avLst/>
              <a:gdLst>
                <a:gd name="T0" fmla="*/ 0 w 3"/>
                <a:gd name="T1" fmla="*/ 0 h 13"/>
                <a:gd name="T2" fmla="*/ 24 w 3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4"/>
                    <a:pt x="3" y="9"/>
                    <a:pt x="3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67" name="Freeform 2248">
              <a:extLst>
                <a:ext uri="{FF2B5EF4-FFF2-40B4-BE49-F238E27FC236}">
                  <a16:creationId xmlns:a16="http://schemas.microsoft.com/office/drawing/2014/main" id="{B0B5D973-627C-419E-83AB-6D6170A2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224"/>
              <a:ext cx="24" cy="11"/>
            </a:xfrm>
            <a:custGeom>
              <a:avLst/>
              <a:gdLst>
                <a:gd name="T0" fmla="*/ 0 w 12"/>
                <a:gd name="T1" fmla="*/ 44 h 5"/>
                <a:gd name="T2" fmla="*/ 96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4" y="5"/>
                    <a:pt x="9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68" name="Freeform 2249">
              <a:extLst>
                <a:ext uri="{FF2B5EF4-FFF2-40B4-BE49-F238E27FC236}">
                  <a16:creationId xmlns:a16="http://schemas.microsoft.com/office/drawing/2014/main" id="{622F2080-2082-4F03-931F-B3674E32B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192"/>
              <a:ext cx="10" cy="17"/>
            </a:xfrm>
            <a:custGeom>
              <a:avLst/>
              <a:gdLst>
                <a:gd name="T0" fmla="*/ 40 w 5"/>
                <a:gd name="T1" fmla="*/ 0 h 8"/>
                <a:gd name="T2" fmla="*/ 8 w 5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1"/>
                    <a:pt x="0" y="6"/>
                    <a:pt x="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69" name="Freeform 2250">
              <a:extLst>
                <a:ext uri="{FF2B5EF4-FFF2-40B4-BE49-F238E27FC236}">
                  <a16:creationId xmlns:a16="http://schemas.microsoft.com/office/drawing/2014/main" id="{1CA748E5-AD9E-4BED-A3AB-D55569981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248"/>
              <a:ext cx="23" cy="38"/>
            </a:xfrm>
            <a:custGeom>
              <a:avLst/>
              <a:gdLst>
                <a:gd name="T0" fmla="*/ 0 w 11"/>
                <a:gd name="T1" fmla="*/ 190 h 17"/>
                <a:gd name="T2" fmla="*/ 100 w 11"/>
                <a:gd name="T3" fmla="*/ 110 h 17"/>
                <a:gd name="T4" fmla="*/ 92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17"/>
                  </a:moveTo>
                  <a:cubicBezTo>
                    <a:pt x="4" y="17"/>
                    <a:pt x="11" y="15"/>
                    <a:pt x="11" y="10"/>
                  </a:cubicBezTo>
                  <a:cubicBezTo>
                    <a:pt x="11" y="7"/>
                    <a:pt x="9" y="3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70" name="Freeform 2251">
              <a:extLst>
                <a:ext uri="{FF2B5EF4-FFF2-40B4-BE49-F238E27FC236}">
                  <a16:creationId xmlns:a16="http://schemas.microsoft.com/office/drawing/2014/main" id="{851524F2-121C-49A3-BD00-C3F87A9DD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270"/>
              <a:ext cx="4" cy="13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71" name="Freeform 2252">
              <a:extLst>
                <a:ext uri="{FF2B5EF4-FFF2-40B4-BE49-F238E27FC236}">
                  <a16:creationId xmlns:a16="http://schemas.microsoft.com/office/drawing/2014/main" id="{738E90E9-A17C-468B-836D-1C2A8FF8B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122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32 w 7"/>
                <a:gd name="T3" fmla="*/ 8 h 5"/>
                <a:gd name="T4" fmla="*/ 56 w 7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5" y="2"/>
                    <a:pt x="6" y="4"/>
                    <a:pt x="7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72" name="Freeform 2253">
              <a:extLst>
                <a:ext uri="{FF2B5EF4-FFF2-40B4-BE49-F238E27FC236}">
                  <a16:creationId xmlns:a16="http://schemas.microsoft.com/office/drawing/2014/main" id="{938A4F6C-779B-4D8F-92A6-06E8A6E3A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277"/>
              <a:ext cx="22" cy="9"/>
            </a:xfrm>
            <a:custGeom>
              <a:avLst/>
              <a:gdLst>
                <a:gd name="T0" fmla="*/ 0 w 11"/>
                <a:gd name="T1" fmla="*/ 0 h 4"/>
                <a:gd name="T2" fmla="*/ 40 w 11"/>
                <a:gd name="T3" fmla="*/ 45 h 4"/>
                <a:gd name="T4" fmla="*/ 88 w 11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2" y="3"/>
                    <a:pt x="2" y="4"/>
                    <a:pt x="5" y="4"/>
                  </a:cubicBezTo>
                  <a:cubicBezTo>
                    <a:pt x="7" y="3"/>
                    <a:pt x="9" y="3"/>
                    <a:pt x="11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73" name="Freeform 2254">
              <a:extLst>
                <a:ext uri="{FF2B5EF4-FFF2-40B4-BE49-F238E27FC236}">
                  <a16:creationId xmlns:a16="http://schemas.microsoft.com/office/drawing/2014/main" id="{A7292078-13F9-4D8E-9C55-B6C8497F2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237"/>
              <a:ext cx="22" cy="90"/>
            </a:xfrm>
            <a:custGeom>
              <a:avLst/>
              <a:gdLst>
                <a:gd name="T0" fmla="*/ 8 w 11"/>
                <a:gd name="T1" fmla="*/ 230 h 41"/>
                <a:gd name="T2" fmla="*/ 32 w 11"/>
                <a:gd name="T3" fmla="*/ 415 h 41"/>
                <a:gd name="T4" fmla="*/ 88 w 11"/>
                <a:gd name="T5" fmla="*/ 415 h 41"/>
                <a:gd name="T6" fmla="*/ 48 w 11"/>
                <a:gd name="T7" fmla="*/ 213 h 41"/>
                <a:gd name="T8" fmla="*/ 32 w 11"/>
                <a:gd name="T9" fmla="*/ 72 h 41"/>
                <a:gd name="T10" fmla="*/ 32 w 11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1">
                  <a:moveTo>
                    <a:pt x="1" y="22"/>
                  </a:moveTo>
                  <a:cubicBezTo>
                    <a:pt x="0" y="25"/>
                    <a:pt x="2" y="38"/>
                    <a:pt x="4" y="39"/>
                  </a:cubicBezTo>
                  <a:cubicBezTo>
                    <a:pt x="6" y="41"/>
                    <a:pt x="9" y="40"/>
                    <a:pt x="11" y="39"/>
                  </a:cubicBezTo>
                  <a:cubicBezTo>
                    <a:pt x="8" y="33"/>
                    <a:pt x="8" y="26"/>
                    <a:pt x="6" y="20"/>
                  </a:cubicBezTo>
                  <a:cubicBezTo>
                    <a:pt x="4" y="16"/>
                    <a:pt x="4" y="12"/>
                    <a:pt x="4" y="7"/>
                  </a:cubicBezTo>
                  <a:cubicBezTo>
                    <a:pt x="4" y="5"/>
                    <a:pt x="4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74" name="Freeform 2255">
              <a:extLst>
                <a:ext uri="{FF2B5EF4-FFF2-40B4-BE49-F238E27FC236}">
                  <a16:creationId xmlns:a16="http://schemas.microsoft.com/office/drawing/2014/main" id="{AFF6E0DA-3884-4C9A-8EA6-3210776C1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325"/>
              <a:ext cx="24" cy="52"/>
            </a:xfrm>
            <a:custGeom>
              <a:avLst/>
              <a:gdLst>
                <a:gd name="T0" fmla="*/ 8 w 12"/>
                <a:gd name="T1" fmla="*/ 0 h 24"/>
                <a:gd name="T2" fmla="*/ 8 w 12"/>
                <a:gd name="T3" fmla="*/ 72 h 24"/>
                <a:gd name="T4" fmla="*/ 24 w 12"/>
                <a:gd name="T5" fmla="*/ 173 h 24"/>
                <a:gd name="T6" fmla="*/ 80 w 12"/>
                <a:gd name="T7" fmla="*/ 217 h 24"/>
                <a:gd name="T8" fmla="*/ 80 w 12"/>
                <a:gd name="T9" fmla="*/ 113 h 24"/>
                <a:gd name="T10" fmla="*/ 64 w 12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4">
                  <a:moveTo>
                    <a:pt x="1" y="0"/>
                  </a:moveTo>
                  <a:cubicBezTo>
                    <a:pt x="0" y="2"/>
                    <a:pt x="1" y="4"/>
                    <a:pt x="1" y="7"/>
                  </a:cubicBezTo>
                  <a:cubicBezTo>
                    <a:pt x="2" y="10"/>
                    <a:pt x="2" y="14"/>
                    <a:pt x="3" y="17"/>
                  </a:cubicBezTo>
                  <a:cubicBezTo>
                    <a:pt x="3" y="20"/>
                    <a:pt x="6" y="24"/>
                    <a:pt x="10" y="21"/>
                  </a:cubicBezTo>
                  <a:cubicBezTo>
                    <a:pt x="12" y="19"/>
                    <a:pt x="10" y="14"/>
                    <a:pt x="10" y="11"/>
                  </a:cubicBezTo>
                  <a:cubicBezTo>
                    <a:pt x="9" y="7"/>
                    <a:pt x="10" y="3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75" name="Freeform 2256">
              <a:extLst>
                <a:ext uri="{FF2B5EF4-FFF2-40B4-BE49-F238E27FC236}">
                  <a16:creationId xmlns:a16="http://schemas.microsoft.com/office/drawing/2014/main" id="{2310AF7C-9295-44AF-827A-7C612200C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369"/>
              <a:ext cx="27" cy="48"/>
            </a:xfrm>
            <a:custGeom>
              <a:avLst/>
              <a:gdLst>
                <a:gd name="T0" fmla="*/ 0 w 13"/>
                <a:gd name="T1" fmla="*/ 9 h 22"/>
                <a:gd name="T2" fmla="*/ 44 w 13"/>
                <a:gd name="T3" fmla="*/ 229 h 22"/>
                <a:gd name="T4" fmla="*/ 108 w 13"/>
                <a:gd name="T5" fmla="*/ 148 h 22"/>
                <a:gd name="T6" fmla="*/ 91 w 13"/>
                <a:gd name="T7" fmla="*/ 96 h 22"/>
                <a:gd name="T8" fmla="*/ 64 w 13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0" y="1"/>
                  </a:moveTo>
                  <a:cubicBezTo>
                    <a:pt x="0" y="8"/>
                    <a:pt x="2" y="15"/>
                    <a:pt x="5" y="22"/>
                  </a:cubicBezTo>
                  <a:cubicBezTo>
                    <a:pt x="8" y="18"/>
                    <a:pt x="13" y="21"/>
                    <a:pt x="12" y="14"/>
                  </a:cubicBezTo>
                  <a:cubicBezTo>
                    <a:pt x="12" y="12"/>
                    <a:pt x="10" y="10"/>
                    <a:pt x="10" y="9"/>
                  </a:cubicBezTo>
                  <a:cubicBezTo>
                    <a:pt x="8" y="6"/>
                    <a:pt x="8" y="3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76" name="Freeform 2257">
              <a:extLst>
                <a:ext uri="{FF2B5EF4-FFF2-40B4-BE49-F238E27FC236}">
                  <a16:creationId xmlns:a16="http://schemas.microsoft.com/office/drawing/2014/main" id="{05E154CA-B8E0-45E9-A774-60D1BC632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16"/>
              <a:ext cx="16" cy="57"/>
            </a:xfrm>
            <a:custGeom>
              <a:avLst/>
              <a:gdLst>
                <a:gd name="T0" fmla="*/ 24 w 8"/>
                <a:gd name="T1" fmla="*/ 0 h 26"/>
                <a:gd name="T2" fmla="*/ 40 w 8"/>
                <a:gd name="T3" fmla="*/ 116 h 26"/>
                <a:gd name="T4" fmla="*/ 56 w 8"/>
                <a:gd name="T5" fmla="*/ 230 h 26"/>
                <a:gd name="T6" fmla="*/ 0 w 8"/>
                <a:gd name="T7" fmla="*/ 26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6">
                  <a:moveTo>
                    <a:pt x="3" y="0"/>
                  </a:moveTo>
                  <a:cubicBezTo>
                    <a:pt x="4" y="4"/>
                    <a:pt x="5" y="8"/>
                    <a:pt x="5" y="11"/>
                  </a:cubicBezTo>
                  <a:cubicBezTo>
                    <a:pt x="6" y="13"/>
                    <a:pt x="8" y="20"/>
                    <a:pt x="7" y="22"/>
                  </a:cubicBezTo>
                  <a:cubicBezTo>
                    <a:pt x="6" y="24"/>
                    <a:pt x="1" y="26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77" name="Freeform 2258">
              <a:extLst>
                <a:ext uri="{FF2B5EF4-FFF2-40B4-BE49-F238E27FC236}">
                  <a16:creationId xmlns:a16="http://schemas.microsoft.com/office/drawing/2014/main" id="{6E52F40F-1BDB-48C2-940B-96CA21034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327"/>
              <a:ext cx="27" cy="11"/>
            </a:xfrm>
            <a:custGeom>
              <a:avLst/>
              <a:gdLst>
                <a:gd name="T0" fmla="*/ 0 w 13"/>
                <a:gd name="T1" fmla="*/ 44 h 5"/>
                <a:gd name="T2" fmla="*/ 116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4"/>
                  </a:moveTo>
                  <a:cubicBezTo>
                    <a:pt x="4" y="5"/>
                    <a:pt x="10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78" name="Freeform 2259">
              <a:extLst>
                <a:ext uri="{FF2B5EF4-FFF2-40B4-BE49-F238E27FC236}">
                  <a16:creationId xmlns:a16="http://schemas.microsoft.com/office/drawing/2014/main" id="{BC96E11D-3F75-4183-971A-35F232D81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283"/>
              <a:ext cx="6" cy="20"/>
            </a:xfrm>
            <a:custGeom>
              <a:avLst/>
              <a:gdLst>
                <a:gd name="T0" fmla="*/ 0 w 3"/>
                <a:gd name="T1" fmla="*/ 98 h 9"/>
                <a:gd name="T2" fmla="*/ 24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1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79" name="Freeform 2260">
              <a:extLst>
                <a:ext uri="{FF2B5EF4-FFF2-40B4-BE49-F238E27FC236}">
                  <a16:creationId xmlns:a16="http://schemas.microsoft.com/office/drawing/2014/main" id="{988687F1-5788-4597-9986-CC7E1CCC2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360"/>
              <a:ext cx="19" cy="41"/>
            </a:xfrm>
            <a:custGeom>
              <a:avLst/>
              <a:gdLst>
                <a:gd name="T0" fmla="*/ 49 w 9"/>
                <a:gd name="T1" fmla="*/ 0 h 19"/>
                <a:gd name="T2" fmla="*/ 68 w 9"/>
                <a:gd name="T3" fmla="*/ 80 h 19"/>
                <a:gd name="T4" fmla="*/ 84 w 9"/>
                <a:gd name="T5" fmla="*/ 149 h 19"/>
                <a:gd name="T6" fmla="*/ 0 w 9"/>
                <a:gd name="T7" fmla="*/ 19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9">
                  <a:moveTo>
                    <a:pt x="5" y="0"/>
                  </a:moveTo>
                  <a:cubicBezTo>
                    <a:pt x="6" y="3"/>
                    <a:pt x="7" y="6"/>
                    <a:pt x="7" y="8"/>
                  </a:cubicBezTo>
                  <a:cubicBezTo>
                    <a:pt x="8" y="10"/>
                    <a:pt x="9" y="14"/>
                    <a:pt x="9" y="15"/>
                  </a:cubicBezTo>
                  <a:cubicBezTo>
                    <a:pt x="8" y="19"/>
                    <a:pt x="2" y="19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80" name="Freeform 2261">
              <a:extLst>
                <a:ext uri="{FF2B5EF4-FFF2-40B4-BE49-F238E27FC236}">
                  <a16:creationId xmlns:a16="http://schemas.microsoft.com/office/drawing/2014/main" id="{D17DD918-737D-4F52-BB34-D4E69B149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390"/>
              <a:ext cx="27" cy="53"/>
            </a:xfrm>
            <a:custGeom>
              <a:avLst/>
              <a:gdLst>
                <a:gd name="T0" fmla="*/ 44 w 13"/>
                <a:gd name="T1" fmla="*/ 20 h 24"/>
                <a:gd name="T2" fmla="*/ 81 w 13"/>
                <a:gd name="T3" fmla="*/ 97 h 24"/>
                <a:gd name="T4" fmla="*/ 108 w 13"/>
                <a:gd name="T5" fmla="*/ 214 h 24"/>
                <a:gd name="T6" fmla="*/ 0 w 13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5" y="2"/>
                  </a:moveTo>
                  <a:cubicBezTo>
                    <a:pt x="8" y="0"/>
                    <a:pt x="9" y="7"/>
                    <a:pt x="9" y="9"/>
                  </a:cubicBezTo>
                  <a:cubicBezTo>
                    <a:pt x="10" y="12"/>
                    <a:pt x="13" y="17"/>
                    <a:pt x="12" y="20"/>
                  </a:cubicBezTo>
                  <a:cubicBezTo>
                    <a:pt x="10" y="24"/>
                    <a:pt x="3" y="23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81" name="Freeform 2262">
              <a:extLst>
                <a:ext uri="{FF2B5EF4-FFF2-40B4-BE49-F238E27FC236}">
                  <a16:creationId xmlns:a16="http://schemas.microsoft.com/office/drawing/2014/main" id="{5375BF7D-83F9-4212-B0D5-69771BF2D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439"/>
              <a:ext cx="16" cy="43"/>
            </a:xfrm>
            <a:custGeom>
              <a:avLst/>
              <a:gdLst>
                <a:gd name="T0" fmla="*/ 40 w 8"/>
                <a:gd name="T1" fmla="*/ 0 h 20"/>
                <a:gd name="T2" fmla="*/ 56 w 8"/>
                <a:gd name="T3" fmla="*/ 88 h 20"/>
                <a:gd name="T4" fmla="*/ 64 w 8"/>
                <a:gd name="T5" fmla="*/ 172 h 20"/>
                <a:gd name="T6" fmla="*/ 0 w 8"/>
                <a:gd name="T7" fmla="*/ 18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0">
                  <a:moveTo>
                    <a:pt x="5" y="0"/>
                  </a:moveTo>
                  <a:cubicBezTo>
                    <a:pt x="6" y="3"/>
                    <a:pt x="6" y="6"/>
                    <a:pt x="7" y="9"/>
                  </a:cubicBezTo>
                  <a:cubicBezTo>
                    <a:pt x="7" y="11"/>
                    <a:pt x="8" y="15"/>
                    <a:pt x="8" y="17"/>
                  </a:cubicBezTo>
                  <a:cubicBezTo>
                    <a:pt x="7" y="19"/>
                    <a:pt x="2" y="20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82" name="Freeform 2263">
              <a:extLst>
                <a:ext uri="{FF2B5EF4-FFF2-40B4-BE49-F238E27FC236}">
                  <a16:creationId xmlns:a16="http://schemas.microsoft.com/office/drawing/2014/main" id="{DD1B1716-408E-415A-AED5-CA27347B7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480"/>
              <a:ext cx="18" cy="53"/>
            </a:xfrm>
            <a:custGeom>
              <a:avLst/>
              <a:gdLst>
                <a:gd name="T0" fmla="*/ 32 w 9"/>
                <a:gd name="T1" fmla="*/ 0 h 24"/>
                <a:gd name="T2" fmla="*/ 56 w 9"/>
                <a:gd name="T3" fmla="*/ 141 h 24"/>
                <a:gd name="T4" fmla="*/ 64 w 9"/>
                <a:gd name="T5" fmla="*/ 225 h 24"/>
                <a:gd name="T6" fmla="*/ 0 w 9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4">
                  <a:moveTo>
                    <a:pt x="4" y="0"/>
                  </a:moveTo>
                  <a:cubicBezTo>
                    <a:pt x="5" y="4"/>
                    <a:pt x="6" y="9"/>
                    <a:pt x="7" y="13"/>
                  </a:cubicBezTo>
                  <a:cubicBezTo>
                    <a:pt x="7" y="15"/>
                    <a:pt x="9" y="19"/>
                    <a:pt x="8" y="21"/>
                  </a:cubicBezTo>
                  <a:cubicBezTo>
                    <a:pt x="7" y="23"/>
                    <a:pt x="2" y="23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83" name="Freeform 2264">
              <a:extLst>
                <a:ext uri="{FF2B5EF4-FFF2-40B4-BE49-F238E27FC236}">
                  <a16:creationId xmlns:a16="http://schemas.microsoft.com/office/drawing/2014/main" id="{617C10F9-FB3E-4DE4-B082-084B87F9C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419"/>
              <a:ext cx="29" cy="33"/>
            </a:xfrm>
            <a:custGeom>
              <a:avLst/>
              <a:gdLst>
                <a:gd name="T0" fmla="*/ 17 w 14"/>
                <a:gd name="T1" fmla="*/ 0 h 15"/>
                <a:gd name="T2" fmla="*/ 0 w 14"/>
                <a:gd name="T3" fmla="*/ 20 h 15"/>
                <a:gd name="T4" fmla="*/ 17 w 14"/>
                <a:gd name="T5" fmla="*/ 125 h 15"/>
                <a:gd name="T6" fmla="*/ 124 w 14"/>
                <a:gd name="T7" fmla="*/ 14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2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4"/>
                    <a:pt x="1" y="10"/>
                    <a:pt x="2" y="12"/>
                  </a:cubicBezTo>
                  <a:cubicBezTo>
                    <a:pt x="4" y="15"/>
                    <a:pt x="11" y="15"/>
                    <a:pt x="14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84" name="Freeform 2265">
              <a:extLst>
                <a:ext uri="{FF2B5EF4-FFF2-40B4-BE49-F238E27FC236}">
                  <a16:creationId xmlns:a16="http://schemas.microsoft.com/office/drawing/2014/main" id="{6ABBD237-5A38-4FA8-9778-ABA54DF4B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452"/>
              <a:ext cx="25" cy="41"/>
            </a:xfrm>
            <a:custGeom>
              <a:avLst/>
              <a:gdLst>
                <a:gd name="T0" fmla="*/ 0 w 12"/>
                <a:gd name="T1" fmla="*/ 0 h 19"/>
                <a:gd name="T2" fmla="*/ 17 w 12"/>
                <a:gd name="T3" fmla="*/ 101 h 19"/>
                <a:gd name="T4" fmla="*/ 44 w 12"/>
                <a:gd name="T5" fmla="*/ 190 h 19"/>
                <a:gd name="T6" fmla="*/ 108 w 12"/>
                <a:gd name="T7" fmla="*/ 16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0" y="0"/>
                  </a:moveTo>
                  <a:cubicBezTo>
                    <a:pt x="0" y="4"/>
                    <a:pt x="1" y="7"/>
                    <a:pt x="2" y="10"/>
                  </a:cubicBezTo>
                  <a:cubicBezTo>
                    <a:pt x="3" y="12"/>
                    <a:pt x="3" y="18"/>
                    <a:pt x="5" y="19"/>
                  </a:cubicBezTo>
                  <a:cubicBezTo>
                    <a:pt x="6" y="19"/>
                    <a:pt x="10" y="17"/>
                    <a:pt x="12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85" name="Freeform 2266">
              <a:extLst>
                <a:ext uri="{FF2B5EF4-FFF2-40B4-BE49-F238E27FC236}">
                  <a16:creationId xmlns:a16="http://schemas.microsoft.com/office/drawing/2014/main" id="{F6764974-8037-4305-8716-ABD6D84F4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2410"/>
              <a:ext cx="6" cy="37"/>
            </a:xfrm>
            <a:custGeom>
              <a:avLst/>
              <a:gdLst>
                <a:gd name="T0" fmla="*/ 0 w 3"/>
                <a:gd name="T1" fmla="*/ 0 h 17"/>
                <a:gd name="T2" fmla="*/ 24 w 3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1" y="6"/>
                    <a:pt x="2" y="12"/>
                    <a:pt x="3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86" name="Freeform 2267">
              <a:extLst>
                <a:ext uri="{FF2B5EF4-FFF2-40B4-BE49-F238E27FC236}">
                  <a16:creationId xmlns:a16="http://schemas.microsoft.com/office/drawing/2014/main" id="{E7F08F5C-770E-41E2-8967-9EFFCE555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450"/>
              <a:ext cx="10" cy="37"/>
            </a:xfrm>
            <a:custGeom>
              <a:avLst/>
              <a:gdLst>
                <a:gd name="T0" fmla="*/ 0 w 5"/>
                <a:gd name="T1" fmla="*/ 0 h 17"/>
                <a:gd name="T2" fmla="*/ 32 w 5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1" y="5"/>
                    <a:pt x="5" y="13"/>
                    <a:pt x="4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87" name="Freeform 2268">
              <a:extLst>
                <a:ext uri="{FF2B5EF4-FFF2-40B4-BE49-F238E27FC236}">
                  <a16:creationId xmlns:a16="http://schemas.microsoft.com/office/drawing/2014/main" id="{7F12D471-D37F-4AAC-A28C-901ECBE99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487"/>
              <a:ext cx="30" cy="65"/>
            </a:xfrm>
            <a:custGeom>
              <a:avLst/>
              <a:gdLst>
                <a:gd name="T0" fmla="*/ 56 w 15"/>
                <a:gd name="T1" fmla="*/ 0 h 30"/>
                <a:gd name="T2" fmla="*/ 112 w 15"/>
                <a:gd name="T3" fmla="*/ 141 h 30"/>
                <a:gd name="T4" fmla="*/ 80 w 15"/>
                <a:gd name="T5" fmla="*/ 245 h 30"/>
                <a:gd name="T6" fmla="*/ 0 w 15"/>
                <a:gd name="T7" fmla="*/ 4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0">
                  <a:moveTo>
                    <a:pt x="7" y="0"/>
                  </a:moveTo>
                  <a:cubicBezTo>
                    <a:pt x="9" y="5"/>
                    <a:pt x="12" y="9"/>
                    <a:pt x="14" y="14"/>
                  </a:cubicBezTo>
                  <a:cubicBezTo>
                    <a:pt x="15" y="17"/>
                    <a:pt x="13" y="22"/>
                    <a:pt x="10" y="24"/>
                  </a:cubicBezTo>
                  <a:cubicBezTo>
                    <a:pt x="4" y="30"/>
                    <a:pt x="2" y="7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88" name="Freeform 2269">
              <a:extLst>
                <a:ext uri="{FF2B5EF4-FFF2-40B4-BE49-F238E27FC236}">
                  <a16:creationId xmlns:a16="http://schemas.microsoft.com/office/drawing/2014/main" id="{3DD7EFBD-1B76-4645-B31D-64A1D6A8E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371"/>
              <a:ext cx="21" cy="9"/>
            </a:xfrm>
            <a:custGeom>
              <a:avLst/>
              <a:gdLst>
                <a:gd name="T0" fmla="*/ 0 w 10"/>
                <a:gd name="T1" fmla="*/ 36 h 4"/>
                <a:gd name="T2" fmla="*/ 92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3"/>
                  </a:moveTo>
                  <a:cubicBezTo>
                    <a:pt x="3" y="4"/>
                    <a:pt x="8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89" name="Freeform 2270">
              <a:extLst>
                <a:ext uri="{FF2B5EF4-FFF2-40B4-BE49-F238E27FC236}">
                  <a16:creationId xmlns:a16="http://schemas.microsoft.com/office/drawing/2014/main" id="{1698197A-4580-47D8-BE7D-F21BF0DBC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419"/>
              <a:ext cx="12" cy="4"/>
            </a:xfrm>
            <a:custGeom>
              <a:avLst/>
              <a:gdLst>
                <a:gd name="T0" fmla="*/ 0 w 6"/>
                <a:gd name="T1" fmla="*/ 8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90" name="Freeform 2271">
              <a:extLst>
                <a:ext uri="{FF2B5EF4-FFF2-40B4-BE49-F238E27FC236}">
                  <a16:creationId xmlns:a16="http://schemas.microsoft.com/office/drawing/2014/main" id="{24D94F84-9133-4F99-94DC-E7392E1D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377"/>
              <a:ext cx="4" cy="16"/>
            </a:xfrm>
            <a:custGeom>
              <a:avLst/>
              <a:gdLst>
                <a:gd name="T0" fmla="*/ 16 w 2"/>
                <a:gd name="T1" fmla="*/ 0 h 7"/>
                <a:gd name="T2" fmla="*/ 8 w 2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1"/>
                    <a:pt x="0" y="6"/>
                    <a:pt x="1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91" name="Freeform 2272">
              <a:extLst>
                <a:ext uri="{FF2B5EF4-FFF2-40B4-BE49-F238E27FC236}">
                  <a16:creationId xmlns:a16="http://schemas.microsoft.com/office/drawing/2014/main" id="{B32B96A9-21C0-4F81-B7E5-79690C56D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465"/>
              <a:ext cx="22" cy="13"/>
            </a:xfrm>
            <a:custGeom>
              <a:avLst/>
              <a:gdLst>
                <a:gd name="T0" fmla="*/ 0 w 11"/>
                <a:gd name="T1" fmla="*/ 20 h 6"/>
                <a:gd name="T2" fmla="*/ 88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3" y="6"/>
                    <a:pt x="8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92" name="Freeform 2273">
              <a:extLst>
                <a:ext uri="{FF2B5EF4-FFF2-40B4-BE49-F238E27FC236}">
                  <a16:creationId xmlns:a16="http://schemas.microsoft.com/office/drawing/2014/main" id="{77A28548-92D4-48A8-B16A-7A63D10D8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428"/>
              <a:ext cx="10" cy="8"/>
            </a:xfrm>
            <a:custGeom>
              <a:avLst/>
              <a:gdLst>
                <a:gd name="T0" fmla="*/ 0 w 5"/>
                <a:gd name="T1" fmla="*/ 32 h 4"/>
                <a:gd name="T2" fmla="*/ 40 w 5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2"/>
                    <a:pt x="3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93" name="Freeform 2274">
              <a:extLst>
                <a:ext uri="{FF2B5EF4-FFF2-40B4-BE49-F238E27FC236}">
                  <a16:creationId xmlns:a16="http://schemas.microsoft.com/office/drawing/2014/main" id="{4C312746-FEC5-4475-8278-D3B37E520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511"/>
              <a:ext cx="31" cy="13"/>
            </a:xfrm>
            <a:custGeom>
              <a:avLst/>
              <a:gdLst>
                <a:gd name="T0" fmla="*/ 0 w 15"/>
                <a:gd name="T1" fmla="*/ 33 h 6"/>
                <a:gd name="T2" fmla="*/ 132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5" y="6"/>
                    <a:pt x="11" y="3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94" name="Freeform 2275">
              <a:extLst>
                <a:ext uri="{FF2B5EF4-FFF2-40B4-BE49-F238E27FC236}">
                  <a16:creationId xmlns:a16="http://schemas.microsoft.com/office/drawing/2014/main" id="{D2B0B18A-0542-46B1-A406-7F8CC9789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331"/>
              <a:ext cx="12" cy="11"/>
            </a:xfrm>
            <a:custGeom>
              <a:avLst/>
              <a:gdLst>
                <a:gd name="T0" fmla="*/ 0 w 6"/>
                <a:gd name="T1" fmla="*/ 20 h 5"/>
                <a:gd name="T2" fmla="*/ 48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2" y="0"/>
                    <a:pt x="5" y="3"/>
                    <a:pt x="6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95" name="Freeform 2276">
              <a:extLst>
                <a:ext uri="{FF2B5EF4-FFF2-40B4-BE49-F238E27FC236}">
                  <a16:creationId xmlns:a16="http://schemas.microsoft.com/office/drawing/2014/main" id="{05BA53EA-CC70-4081-9B72-A48BAEAF8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526"/>
              <a:ext cx="16" cy="61"/>
            </a:xfrm>
            <a:custGeom>
              <a:avLst/>
              <a:gdLst>
                <a:gd name="T0" fmla="*/ 8 w 8"/>
                <a:gd name="T1" fmla="*/ 0 h 28"/>
                <a:gd name="T2" fmla="*/ 64 w 8"/>
                <a:gd name="T3" fmla="*/ 237 h 28"/>
                <a:gd name="T4" fmla="*/ 0 w 8"/>
                <a:gd name="T5" fmla="*/ 29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8">
                  <a:moveTo>
                    <a:pt x="1" y="0"/>
                  </a:moveTo>
                  <a:cubicBezTo>
                    <a:pt x="4" y="7"/>
                    <a:pt x="6" y="16"/>
                    <a:pt x="8" y="23"/>
                  </a:cubicBezTo>
                  <a:cubicBezTo>
                    <a:pt x="7" y="28"/>
                    <a:pt x="1" y="28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96" name="Freeform 2277">
              <a:extLst>
                <a:ext uri="{FF2B5EF4-FFF2-40B4-BE49-F238E27FC236}">
                  <a16:creationId xmlns:a16="http://schemas.microsoft.com/office/drawing/2014/main" id="{C7443D0B-9E04-4859-8815-A0039881E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581"/>
              <a:ext cx="19" cy="67"/>
            </a:xfrm>
            <a:custGeom>
              <a:avLst/>
              <a:gdLst>
                <a:gd name="T0" fmla="*/ 17 w 9"/>
                <a:gd name="T1" fmla="*/ 0 h 31"/>
                <a:gd name="T2" fmla="*/ 49 w 9"/>
                <a:gd name="T3" fmla="*/ 69 h 31"/>
                <a:gd name="T4" fmla="*/ 76 w 9"/>
                <a:gd name="T5" fmla="*/ 192 h 31"/>
                <a:gd name="T6" fmla="*/ 76 w 9"/>
                <a:gd name="T7" fmla="*/ 262 h 31"/>
                <a:gd name="T8" fmla="*/ 0 w 9"/>
                <a:gd name="T9" fmla="*/ 31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1">
                  <a:moveTo>
                    <a:pt x="2" y="0"/>
                  </a:moveTo>
                  <a:cubicBezTo>
                    <a:pt x="4" y="2"/>
                    <a:pt x="4" y="5"/>
                    <a:pt x="5" y="7"/>
                  </a:cubicBezTo>
                  <a:cubicBezTo>
                    <a:pt x="5" y="11"/>
                    <a:pt x="7" y="15"/>
                    <a:pt x="8" y="19"/>
                  </a:cubicBezTo>
                  <a:cubicBezTo>
                    <a:pt x="9" y="22"/>
                    <a:pt x="9" y="24"/>
                    <a:pt x="8" y="26"/>
                  </a:cubicBezTo>
                  <a:cubicBezTo>
                    <a:pt x="7" y="28"/>
                    <a:pt x="1" y="31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97" name="Freeform 2278">
              <a:extLst>
                <a:ext uri="{FF2B5EF4-FFF2-40B4-BE49-F238E27FC236}">
                  <a16:creationId xmlns:a16="http://schemas.microsoft.com/office/drawing/2014/main" id="{F78A2DFA-BAC0-462F-B781-2F3233EE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638"/>
              <a:ext cx="14" cy="56"/>
            </a:xfrm>
            <a:custGeom>
              <a:avLst/>
              <a:gdLst>
                <a:gd name="T0" fmla="*/ 16 w 7"/>
                <a:gd name="T1" fmla="*/ 0 h 26"/>
                <a:gd name="T2" fmla="*/ 56 w 7"/>
                <a:gd name="T3" fmla="*/ 190 h 26"/>
                <a:gd name="T4" fmla="*/ 56 w 7"/>
                <a:gd name="T5" fmla="*/ 241 h 26"/>
                <a:gd name="T6" fmla="*/ 0 w 7"/>
                <a:gd name="T7" fmla="*/ 261 h 26"/>
                <a:gd name="T8" fmla="*/ 0 w 7"/>
                <a:gd name="T9" fmla="*/ 26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6">
                  <a:moveTo>
                    <a:pt x="2" y="0"/>
                  </a:moveTo>
                  <a:cubicBezTo>
                    <a:pt x="4" y="7"/>
                    <a:pt x="6" y="12"/>
                    <a:pt x="7" y="19"/>
                  </a:cubicBezTo>
                  <a:cubicBezTo>
                    <a:pt x="7" y="20"/>
                    <a:pt x="7" y="22"/>
                    <a:pt x="7" y="24"/>
                  </a:cubicBezTo>
                  <a:cubicBezTo>
                    <a:pt x="6" y="25"/>
                    <a:pt x="2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98" name="Freeform 2279">
              <a:extLst>
                <a:ext uri="{FF2B5EF4-FFF2-40B4-BE49-F238E27FC236}">
                  <a16:creationId xmlns:a16="http://schemas.microsoft.com/office/drawing/2014/main" id="{8506C5B1-69A1-4A63-8468-CD494460E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690"/>
              <a:ext cx="20" cy="53"/>
            </a:xfrm>
            <a:custGeom>
              <a:avLst/>
              <a:gdLst>
                <a:gd name="T0" fmla="*/ 32 w 10"/>
                <a:gd name="T1" fmla="*/ 0 h 24"/>
                <a:gd name="T2" fmla="*/ 72 w 10"/>
                <a:gd name="T3" fmla="*/ 194 h 24"/>
                <a:gd name="T4" fmla="*/ 72 w 10"/>
                <a:gd name="T5" fmla="*/ 239 h 24"/>
                <a:gd name="T6" fmla="*/ 0 w 10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4" y="0"/>
                  </a:moveTo>
                  <a:cubicBezTo>
                    <a:pt x="4" y="6"/>
                    <a:pt x="8" y="12"/>
                    <a:pt x="9" y="18"/>
                  </a:cubicBezTo>
                  <a:cubicBezTo>
                    <a:pt x="10" y="20"/>
                    <a:pt x="10" y="20"/>
                    <a:pt x="9" y="22"/>
                  </a:cubicBezTo>
                  <a:cubicBezTo>
                    <a:pt x="8" y="23"/>
                    <a:pt x="1" y="24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99" name="Freeform 2280">
              <a:extLst>
                <a:ext uri="{FF2B5EF4-FFF2-40B4-BE49-F238E27FC236}">
                  <a16:creationId xmlns:a16="http://schemas.microsoft.com/office/drawing/2014/main" id="{E7820965-3331-4517-8D20-DCC636394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738"/>
              <a:ext cx="20" cy="55"/>
            </a:xfrm>
            <a:custGeom>
              <a:avLst/>
              <a:gdLst>
                <a:gd name="T0" fmla="*/ 32 w 10"/>
                <a:gd name="T1" fmla="*/ 0 h 25"/>
                <a:gd name="T2" fmla="*/ 80 w 10"/>
                <a:gd name="T3" fmla="*/ 194 h 25"/>
                <a:gd name="T4" fmla="*/ 0 w 10"/>
                <a:gd name="T5" fmla="*/ 2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4" y="0"/>
                  </a:moveTo>
                  <a:cubicBezTo>
                    <a:pt x="6" y="6"/>
                    <a:pt x="10" y="12"/>
                    <a:pt x="10" y="18"/>
                  </a:cubicBezTo>
                  <a:cubicBezTo>
                    <a:pt x="9" y="21"/>
                    <a:pt x="2" y="25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00" name="Freeform 2281">
              <a:extLst>
                <a:ext uri="{FF2B5EF4-FFF2-40B4-BE49-F238E27FC236}">
                  <a16:creationId xmlns:a16="http://schemas.microsoft.com/office/drawing/2014/main" id="{F144ED3E-5EC8-4318-879D-3F1F97EFF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537"/>
              <a:ext cx="26" cy="42"/>
            </a:xfrm>
            <a:custGeom>
              <a:avLst/>
              <a:gdLst>
                <a:gd name="T0" fmla="*/ 80 w 13"/>
                <a:gd name="T1" fmla="*/ 9 h 19"/>
                <a:gd name="T2" fmla="*/ 104 w 13"/>
                <a:gd name="T3" fmla="*/ 141 h 19"/>
                <a:gd name="T4" fmla="*/ 64 w 13"/>
                <a:gd name="T5" fmla="*/ 206 h 19"/>
                <a:gd name="T6" fmla="*/ 8 w 13"/>
                <a:gd name="T7" fmla="*/ 133 h 19"/>
                <a:gd name="T8" fmla="*/ 16 w 13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10" y="1"/>
                  </a:moveTo>
                  <a:cubicBezTo>
                    <a:pt x="11" y="5"/>
                    <a:pt x="12" y="9"/>
                    <a:pt x="13" y="13"/>
                  </a:cubicBezTo>
                  <a:cubicBezTo>
                    <a:pt x="13" y="18"/>
                    <a:pt x="13" y="19"/>
                    <a:pt x="8" y="19"/>
                  </a:cubicBezTo>
                  <a:cubicBezTo>
                    <a:pt x="3" y="19"/>
                    <a:pt x="3" y="17"/>
                    <a:pt x="1" y="12"/>
                  </a:cubicBezTo>
                  <a:cubicBezTo>
                    <a:pt x="0" y="9"/>
                    <a:pt x="3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01" name="Freeform 2282">
              <a:extLst>
                <a:ext uri="{FF2B5EF4-FFF2-40B4-BE49-F238E27FC236}">
                  <a16:creationId xmlns:a16="http://schemas.microsoft.com/office/drawing/2014/main" id="{04AD4B86-3218-4DA7-8FF5-6BD988548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565"/>
              <a:ext cx="19" cy="5"/>
            </a:xfrm>
            <a:custGeom>
              <a:avLst/>
              <a:gdLst>
                <a:gd name="T0" fmla="*/ 0 w 9"/>
                <a:gd name="T1" fmla="*/ 33 h 2"/>
                <a:gd name="T2" fmla="*/ 84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02" name="Freeform 2283">
              <a:extLst>
                <a:ext uri="{FF2B5EF4-FFF2-40B4-BE49-F238E27FC236}">
                  <a16:creationId xmlns:a16="http://schemas.microsoft.com/office/drawing/2014/main" id="{38BD778D-21D3-42CE-9E9B-8CFB7D33A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576"/>
              <a:ext cx="22" cy="35"/>
            </a:xfrm>
            <a:custGeom>
              <a:avLst/>
              <a:gdLst>
                <a:gd name="T0" fmla="*/ 56 w 11"/>
                <a:gd name="T1" fmla="*/ 0 h 16"/>
                <a:gd name="T2" fmla="*/ 64 w 11"/>
                <a:gd name="T3" fmla="*/ 133 h 16"/>
                <a:gd name="T4" fmla="*/ 0 w 11"/>
                <a:gd name="T5" fmla="*/ 15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7" y="0"/>
                  </a:moveTo>
                  <a:cubicBezTo>
                    <a:pt x="7" y="4"/>
                    <a:pt x="11" y="9"/>
                    <a:pt x="8" y="13"/>
                  </a:cubicBezTo>
                  <a:cubicBezTo>
                    <a:pt x="7" y="15"/>
                    <a:pt x="2" y="16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03" name="Freeform 2284">
              <a:extLst>
                <a:ext uri="{FF2B5EF4-FFF2-40B4-BE49-F238E27FC236}">
                  <a16:creationId xmlns:a16="http://schemas.microsoft.com/office/drawing/2014/main" id="{09A1F017-091D-411F-914F-5648964BA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2600"/>
              <a:ext cx="23" cy="20"/>
            </a:xfrm>
            <a:custGeom>
              <a:avLst/>
              <a:gdLst>
                <a:gd name="T0" fmla="*/ 0 w 11"/>
                <a:gd name="T1" fmla="*/ 0 h 9"/>
                <a:gd name="T2" fmla="*/ 36 w 11"/>
                <a:gd name="T3" fmla="*/ 89 h 9"/>
                <a:gd name="T4" fmla="*/ 100 w 11"/>
                <a:gd name="T5" fmla="*/ 8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0" y="4"/>
                    <a:pt x="0" y="8"/>
                    <a:pt x="4" y="8"/>
                  </a:cubicBezTo>
                  <a:cubicBezTo>
                    <a:pt x="6" y="9"/>
                    <a:pt x="10" y="7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04" name="Freeform 2285">
              <a:extLst>
                <a:ext uri="{FF2B5EF4-FFF2-40B4-BE49-F238E27FC236}">
                  <a16:creationId xmlns:a16="http://schemas.microsoft.com/office/drawing/2014/main" id="{153FC6E6-54CF-4376-B1D2-2C4658209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618"/>
              <a:ext cx="21" cy="48"/>
            </a:xfrm>
            <a:custGeom>
              <a:avLst/>
              <a:gdLst>
                <a:gd name="T0" fmla="*/ 0 w 10"/>
                <a:gd name="T1" fmla="*/ 0 h 22"/>
                <a:gd name="T2" fmla="*/ 27 w 10"/>
                <a:gd name="T3" fmla="*/ 185 h 22"/>
                <a:gd name="T4" fmla="*/ 92 w 10"/>
                <a:gd name="T5" fmla="*/ 20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2" y="6"/>
                    <a:pt x="1" y="12"/>
                    <a:pt x="3" y="18"/>
                  </a:cubicBezTo>
                  <a:cubicBezTo>
                    <a:pt x="5" y="22"/>
                    <a:pt x="7" y="21"/>
                    <a:pt x="1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05" name="Freeform 2286">
              <a:extLst>
                <a:ext uri="{FF2B5EF4-FFF2-40B4-BE49-F238E27FC236}">
                  <a16:creationId xmlns:a16="http://schemas.microsoft.com/office/drawing/2014/main" id="{D357E9F0-2127-4B43-99B5-B7D1C4CB4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664"/>
              <a:ext cx="30" cy="50"/>
            </a:xfrm>
            <a:custGeom>
              <a:avLst/>
              <a:gdLst>
                <a:gd name="T0" fmla="*/ 16 w 15"/>
                <a:gd name="T1" fmla="*/ 0 h 23"/>
                <a:gd name="T2" fmla="*/ 16 w 15"/>
                <a:gd name="T3" fmla="*/ 165 h 23"/>
                <a:gd name="T4" fmla="*/ 80 w 15"/>
                <a:gd name="T5" fmla="*/ 193 h 23"/>
                <a:gd name="T6" fmla="*/ 64 w 15"/>
                <a:gd name="T7" fmla="*/ 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2" y="0"/>
                  </a:moveTo>
                  <a:cubicBezTo>
                    <a:pt x="0" y="4"/>
                    <a:pt x="1" y="11"/>
                    <a:pt x="2" y="16"/>
                  </a:cubicBezTo>
                  <a:cubicBezTo>
                    <a:pt x="3" y="21"/>
                    <a:pt x="5" y="23"/>
                    <a:pt x="10" y="19"/>
                  </a:cubicBezTo>
                  <a:cubicBezTo>
                    <a:pt x="15" y="14"/>
                    <a:pt x="9" y="6"/>
                    <a:pt x="8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06" name="Freeform 2287">
              <a:extLst>
                <a:ext uri="{FF2B5EF4-FFF2-40B4-BE49-F238E27FC236}">
                  <a16:creationId xmlns:a16="http://schemas.microsoft.com/office/drawing/2014/main" id="{5C82ECB7-CE95-4EC1-95A7-95BD0F8E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616"/>
              <a:ext cx="10" cy="43"/>
            </a:xfrm>
            <a:custGeom>
              <a:avLst/>
              <a:gdLst>
                <a:gd name="T0" fmla="*/ 0 w 5"/>
                <a:gd name="T1" fmla="*/ 0 h 20"/>
                <a:gd name="T2" fmla="*/ 40 w 5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3" y="5"/>
                    <a:pt x="0" y="16"/>
                    <a:pt x="5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07" name="Freeform 2288">
              <a:extLst>
                <a:ext uri="{FF2B5EF4-FFF2-40B4-BE49-F238E27FC236}">
                  <a16:creationId xmlns:a16="http://schemas.microsoft.com/office/drawing/2014/main" id="{E4FC8B6D-4E93-4350-8CB7-36801B01C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579"/>
              <a:ext cx="11" cy="34"/>
            </a:xfrm>
            <a:custGeom>
              <a:avLst/>
              <a:gdLst>
                <a:gd name="T0" fmla="*/ 0 w 5"/>
                <a:gd name="T1" fmla="*/ 0 h 16"/>
                <a:gd name="T2" fmla="*/ 53 w 5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0" y="6"/>
                    <a:pt x="3" y="12"/>
                    <a:pt x="5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08" name="Freeform 2289">
              <a:extLst>
                <a:ext uri="{FF2B5EF4-FFF2-40B4-BE49-F238E27FC236}">
                  <a16:creationId xmlns:a16="http://schemas.microsoft.com/office/drawing/2014/main" id="{249E5334-6DB0-4537-8C19-ABFE9D399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644"/>
              <a:ext cx="24" cy="18"/>
            </a:xfrm>
            <a:custGeom>
              <a:avLst/>
              <a:gdLst>
                <a:gd name="T0" fmla="*/ 0 w 12"/>
                <a:gd name="T1" fmla="*/ 45 h 8"/>
                <a:gd name="T2" fmla="*/ 96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4"/>
                  </a:moveTo>
                  <a:cubicBezTo>
                    <a:pt x="2" y="8"/>
                    <a:pt x="9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09" name="Freeform 2290">
              <a:extLst>
                <a:ext uri="{FF2B5EF4-FFF2-40B4-BE49-F238E27FC236}">
                  <a16:creationId xmlns:a16="http://schemas.microsoft.com/office/drawing/2014/main" id="{A19DF53A-C74A-4319-B7CD-1CE3157F1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618"/>
              <a:ext cx="8" cy="26"/>
            </a:xfrm>
            <a:custGeom>
              <a:avLst/>
              <a:gdLst>
                <a:gd name="T0" fmla="*/ 0 w 4"/>
                <a:gd name="T1" fmla="*/ 0 h 12"/>
                <a:gd name="T2" fmla="*/ 32 w 4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1" y="4"/>
                    <a:pt x="3" y="8"/>
                    <a:pt x="4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10" name="Freeform 2291">
              <a:extLst>
                <a:ext uri="{FF2B5EF4-FFF2-40B4-BE49-F238E27FC236}">
                  <a16:creationId xmlns:a16="http://schemas.microsoft.com/office/drawing/2014/main" id="{84E227CC-2592-4FA5-85B1-5595A2E7D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686"/>
              <a:ext cx="27" cy="13"/>
            </a:xfrm>
            <a:custGeom>
              <a:avLst/>
              <a:gdLst>
                <a:gd name="T0" fmla="*/ 0 w 13"/>
                <a:gd name="T1" fmla="*/ 52 h 6"/>
                <a:gd name="T2" fmla="*/ 116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5"/>
                  </a:moveTo>
                  <a:cubicBezTo>
                    <a:pt x="5" y="6"/>
                    <a:pt x="9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11" name="Freeform 2292">
              <a:extLst>
                <a:ext uri="{FF2B5EF4-FFF2-40B4-BE49-F238E27FC236}">
                  <a16:creationId xmlns:a16="http://schemas.microsoft.com/office/drawing/2014/main" id="{37E9A665-17D4-46DD-AF13-E8BB3E4EC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655"/>
              <a:ext cx="10" cy="18"/>
            </a:xfrm>
            <a:custGeom>
              <a:avLst/>
              <a:gdLst>
                <a:gd name="T0" fmla="*/ 40 w 5"/>
                <a:gd name="T1" fmla="*/ 0 h 8"/>
                <a:gd name="T2" fmla="*/ 8 w 5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1"/>
                    <a:pt x="0" y="6"/>
                    <a:pt x="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12" name="Freeform 2293">
              <a:extLst>
                <a:ext uri="{FF2B5EF4-FFF2-40B4-BE49-F238E27FC236}">
                  <a16:creationId xmlns:a16="http://schemas.microsoft.com/office/drawing/2014/main" id="{3D2BD25F-688E-4F79-A6AE-348E777B3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710"/>
              <a:ext cx="25" cy="39"/>
            </a:xfrm>
            <a:custGeom>
              <a:avLst/>
              <a:gdLst>
                <a:gd name="T0" fmla="*/ 0 w 12"/>
                <a:gd name="T1" fmla="*/ 184 h 18"/>
                <a:gd name="T2" fmla="*/ 100 w 12"/>
                <a:gd name="T3" fmla="*/ 113 h 18"/>
                <a:gd name="T4" fmla="*/ 92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4" y="17"/>
                    <a:pt x="12" y="15"/>
                    <a:pt x="11" y="11"/>
                  </a:cubicBezTo>
                  <a:cubicBezTo>
                    <a:pt x="11" y="7"/>
                    <a:pt x="9" y="4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13" name="Freeform 2294">
              <a:extLst>
                <a:ext uri="{FF2B5EF4-FFF2-40B4-BE49-F238E27FC236}">
                  <a16:creationId xmlns:a16="http://schemas.microsoft.com/office/drawing/2014/main" id="{09CAF992-4D99-451C-970D-0588E89F0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734"/>
              <a:ext cx="4" cy="13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14" name="Freeform 2295">
              <a:extLst>
                <a:ext uri="{FF2B5EF4-FFF2-40B4-BE49-F238E27FC236}">
                  <a16:creationId xmlns:a16="http://schemas.microsoft.com/office/drawing/2014/main" id="{22795E73-3DB9-42B5-908A-DB1CEC4DF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587"/>
              <a:ext cx="15" cy="9"/>
            </a:xfrm>
            <a:custGeom>
              <a:avLst/>
              <a:gdLst>
                <a:gd name="T0" fmla="*/ 0 w 7"/>
                <a:gd name="T1" fmla="*/ 0 h 4"/>
                <a:gd name="T2" fmla="*/ 41 w 7"/>
                <a:gd name="T3" fmla="*/ 11 h 4"/>
                <a:gd name="T4" fmla="*/ 69 w 7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0"/>
                    <a:pt x="2" y="0"/>
                    <a:pt x="4" y="1"/>
                  </a:cubicBezTo>
                  <a:cubicBezTo>
                    <a:pt x="5" y="1"/>
                    <a:pt x="6" y="3"/>
                    <a:pt x="7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15" name="Freeform 2296">
              <a:extLst>
                <a:ext uri="{FF2B5EF4-FFF2-40B4-BE49-F238E27FC236}">
                  <a16:creationId xmlns:a16="http://schemas.microsoft.com/office/drawing/2014/main" id="{66576F02-262E-4080-9F3B-619A3F0E0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738"/>
              <a:ext cx="20" cy="11"/>
            </a:xfrm>
            <a:custGeom>
              <a:avLst/>
              <a:gdLst>
                <a:gd name="T0" fmla="*/ 0 w 10"/>
                <a:gd name="T1" fmla="*/ 0 h 5"/>
                <a:gd name="T2" fmla="*/ 40 w 10"/>
                <a:gd name="T3" fmla="*/ 44 h 5"/>
                <a:gd name="T4" fmla="*/ 80 w 10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1" y="3"/>
                    <a:pt x="1" y="5"/>
                    <a:pt x="5" y="4"/>
                  </a:cubicBezTo>
                  <a:cubicBezTo>
                    <a:pt x="7" y="4"/>
                    <a:pt x="8" y="3"/>
                    <a:pt x="1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16" name="Freeform 2297">
              <a:extLst>
                <a:ext uri="{FF2B5EF4-FFF2-40B4-BE49-F238E27FC236}">
                  <a16:creationId xmlns:a16="http://schemas.microsoft.com/office/drawing/2014/main" id="{1824DB11-C6B9-44A2-85A1-9B43C8762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699"/>
              <a:ext cx="25" cy="89"/>
            </a:xfrm>
            <a:custGeom>
              <a:avLst/>
              <a:gdLst>
                <a:gd name="T0" fmla="*/ 8 w 12"/>
                <a:gd name="T1" fmla="*/ 237 h 41"/>
                <a:gd name="T2" fmla="*/ 44 w 12"/>
                <a:gd name="T3" fmla="*/ 410 h 41"/>
                <a:gd name="T4" fmla="*/ 108 w 12"/>
                <a:gd name="T5" fmla="*/ 402 h 41"/>
                <a:gd name="T6" fmla="*/ 73 w 12"/>
                <a:gd name="T7" fmla="*/ 193 h 41"/>
                <a:gd name="T8" fmla="*/ 44 w 12"/>
                <a:gd name="T9" fmla="*/ 72 h 41"/>
                <a:gd name="T10" fmla="*/ 35 w 12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1">
                  <a:moveTo>
                    <a:pt x="1" y="23"/>
                  </a:moveTo>
                  <a:cubicBezTo>
                    <a:pt x="0" y="25"/>
                    <a:pt x="2" y="38"/>
                    <a:pt x="5" y="40"/>
                  </a:cubicBezTo>
                  <a:cubicBezTo>
                    <a:pt x="7" y="41"/>
                    <a:pt x="10" y="40"/>
                    <a:pt x="12" y="39"/>
                  </a:cubicBezTo>
                  <a:cubicBezTo>
                    <a:pt x="9" y="33"/>
                    <a:pt x="11" y="25"/>
                    <a:pt x="8" y="19"/>
                  </a:cubicBezTo>
                  <a:cubicBezTo>
                    <a:pt x="6" y="15"/>
                    <a:pt x="6" y="12"/>
                    <a:pt x="5" y="7"/>
                  </a:cubicBezTo>
                  <a:cubicBezTo>
                    <a:pt x="5" y="4"/>
                    <a:pt x="4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17" name="Freeform 2298">
              <a:extLst>
                <a:ext uri="{FF2B5EF4-FFF2-40B4-BE49-F238E27FC236}">
                  <a16:creationId xmlns:a16="http://schemas.microsoft.com/office/drawing/2014/main" id="{6ED9BB08-B04F-4062-9BDC-C4C686F3B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786"/>
              <a:ext cx="31" cy="53"/>
            </a:xfrm>
            <a:custGeom>
              <a:avLst/>
              <a:gdLst>
                <a:gd name="T0" fmla="*/ 8 w 15"/>
                <a:gd name="T1" fmla="*/ 0 h 24"/>
                <a:gd name="T2" fmla="*/ 8 w 15"/>
                <a:gd name="T3" fmla="*/ 73 h 24"/>
                <a:gd name="T4" fmla="*/ 25 w 15"/>
                <a:gd name="T5" fmla="*/ 186 h 24"/>
                <a:gd name="T6" fmla="*/ 116 w 15"/>
                <a:gd name="T7" fmla="*/ 225 h 24"/>
                <a:gd name="T8" fmla="*/ 107 w 15"/>
                <a:gd name="T9" fmla="*/ 108 h 24"/>
                <a:gd name="T10" fmla="*/ 72 w 15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4">
                  <a:moveTo>
                    <a:pt x="1" y="0"/>
                  </a:moveTo>
                  <a:cubicBezTo>
                    <a:pt x="0" y="2"/>
                    <a:pt x="1" y="5"/>
                    <a:pt x="1" y="7"/>
                  </a:cubicBezTo>
                  <a:cubicBezTo>
                    <a:pt x="2" y="10"/>
                    <a:pt x="2" y="14"/>
                    <a:pt x="3" y="17"/>
                  </a:cubicBezTo>
                  <a:cubicBezTo>
                    <a:pt x="4" y="20"/>
                    <a:pt x="9" y="24"/>
                    <a:pt x="13" y="21"/>
                  </a:cubicBezTo>
                  <a:cubicBezTo>
                    <a:pt x="15" y="19"/>
                    <a:pt x="13" y="14"/>
                    <a:pt x="12" y="10"/>
                  </a:cubicBezTo>
                  <a:cubicBezTo>
                    <a:pt x="12" y="7"/>
                    <a:pt x="10" y="3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18" name="Freeform 2299">
              <a:extLst>
                <a:ext uri="{FF2B5EF4-FFF2-40B4-BE49-F238E27FC236}">
                  <a16:creationId xmlns:a16="http://schemas.microsoft.com/office/drawing/2014/main" id="{8FD12CFC-A7D8-469C-BC9F-425631F48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830"/>
              <a:ext cx="33" cy="48"/>
            </a:xfrm>
            <a:custGeom>
              <a:avLst/>
              <a:gdLst>
                <a:gd name="T0" fmla="*/ 0 w 16"/>
                <a:gd name="T1" fmla="*/ 9 h 22"/>
                <a:gd name="T2" fmla="*/ 43 w 16"/>
                <a:gd name="T3" fmla="*/ 229 h 22"/>
                <a:gd name="T4" fmla="*/ 124 w 16"/>
                <a:gd name="T5" fmla="*/ 148 h 22"/>
                <a:gd name="T6" fmla="*/ 107 w 16"/>
                <a:gd name="T7" fmla="*/ 81 h 22"/>
                <a:gd name="T8" fmla="*/ 80 w 1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0" y="1"/>
                  </a:moveTo>
                  <a:cubicBezTo>
                    <a:pt x="0" y="8"/>
                    <a:pt x="2" y="15"/>
                    <a:pt x="5" y="22"/>
                  </a:cubicBezTo>
                  <a:cubicBezTo>
                    <a:pt x="9" y="18"/>
                    <a:pt x="16" y="21"/>
                    <a:pt x="14" y="14"/>
                  </a:cubicBezTo>
                  <a:cubicBezTo>
                    <a:pt x="14" y="12"/>
                    <a:pt x="13" y="10"/>
                    <a:pt x="12" y="8"/>
                  </a:cubicBezTo>
                  <a:cubicBezTo>
                    <a:pt x="10" y="6"/>
                    <a:pt x="10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19" name="Freeform 2300">
              <a:extLst>
                <a:ext uri="{FF2B5EF4-FFF2-40B4-BE49-F238E27FC236}">
                  <a16:creationId xmlns:a16="http://schemas.microsoft.com/office/drawing/2014/main" id="{CE703130-4E27-448B-9194-9E99A852F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780"/>
              <a:ext cx="21" cy="57"/>
            </a:xfrm>
            <a:custGeom>
              <a:avLst/>
              <a:gdLst>
                <a:gd name="T0" fmla="*/ 36 w 10"/>
                <a:gd name="T1" fmla="*/ 0 h 26"/>
                <a:gd name="T2" fmla="*/ 67 w 10"/>
                <a:gd name="T3" fmla="*/ 116 h 26"/>
                <a:gd name="T4" fmla="*/ 84 w 10"/>
                <a:gd name="T5" fmla="*/ 230 h 26"/>
                <a:gd name="T6" fmla="*/ 0 w 10"/>
                <a:gd name="T7" fmla="*/ 26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4" y="0"/>
                  </a:moveTo>
                  <a:cubicBezTo>
                    <a:pt x="5" y="4"/>
                    <a:pt x="6" y="7"/>
                    <a:pt x="7" y="11"/>
                  </a:cubicBezTo>
                  <a:cubicBezTo>
                    <a:pt x="7" y="13"/>
                    <a:pt x="10" y="20"/>
                    <a:pt x="9" y="22"/>
                  </a:cubicBezTo>
                  <a:cubicBezTo>
                    <a:pt x="8" y="24"/>
                    <a:pt x="1" y="26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20" name="Freeform 2301">
              <a:extLst>
                <a:ext uri="{FF2B5EF4-FFF2-40B4-BE49-F238E27FC236}">
                  <a16:creationId xmlns:a16="http://schemas.microsoft.com/office/drawing/2014/main" id="{37AB10BA-B0FB-4518-8341-A46890A99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788"/>
              <a:ext cx="26" cy="11"/>
            </a:xfrm>
            <a:custGeom>
              <a:avLst/>
              <a:gdLst>
                <a:gd name="T0" fmla="*/ 0 w 13"/>
                <a:gd name="T1" fmla="*/ 44 h 5"/>
                <a:gd name="T2" fmla="*/ 104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4"/>
                  </a:moveTo>
                  <a:cubicBezTo>
                    <a:pt x="4" y="5"/>
                    <a:pt x="10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21" name="Freeform 2302">
              <a:extLst>
                <a:ext uri="{FF2B5EF4-FFF2-40B4-BE49-F238E27FC236}">
                  <a16:creationId xmlns:a16="http://schemas.microsoft.com/office/drawing/2014/main" id="{1C394D1B-8308-4E2A-BA50-90014AB61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745"/>
              <a:ext cx="5" cy="22"/>
            </a:xfrm>
            <a:custGeom>
              <a:avLst/>
              <a:gdLst>
                <a:gd name="T0" fmla="*/ 0 w 2"/>
                <a:gd name="T1" fmla="*/ 106 h 10"/>
                <a:gd name="T2" fmla="*/ 33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6"/>
                    <a:pt x="0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22" name="Freeform 2303">
              <a:extLst>
                <a:ext uri="{FF2B5EF4-FFF2-40B4-BE49-F238E27FC236}">
                  <a16:creationId xmlns:a16="http://schemas.microsoft.com/office/drawing/2014/main" id="{68F6ED6E-2451-444E-B7D6-7DEC27E16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823"/>
              <a:ext cx="23" cy="44"/>
            </a:xfrm>
            <a:custGeom>
              <a:avLst/>
              <a:gdLst>
                <a:gd name="T0" fmla="*/ 65 w 11"/>
                <a:gd name="T1" fmla="*/ 0 h 20"/>
                <a:gd name="T2" fmla="*/ 84 w 11"/>
                <a:gd name="T3" fmla="*/ 88 h 20"/>
                <a:gd name="T4" fmla="*/ 100 w 11"/>
                <a:gd name="T5" fmla="*/ 161 h 20"/>
                <a:gd name="T6" fmla="*/ 0 w 11"/>
                <a:gd name="T7" fmla="*/ 20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7" y="0"/>
                  </a:moveTo>
                  <a:cubicBezTo>
                    <a:pt x="8" y="2"/>
                    <a:pt x="8" y="5"/>
                    <a:pt x="9" y="8"/>
                  </a:cubicBezTo>
                  <a:cubicBezTo>
                    <a:pt x="10" y="9"/>
                    <a:pt x="11" y="13"/>
                    <a:pt x="11" y="15"/>
                  </a:cubicBezTo>
                  <a:cubicBezTo>
                    <a:pt x="10" y="18"/>
                    <a:pt x="2" y="20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23" name="Freeform 2304">
              <a:extLst>
                <a:ext uri="{FF2B5EF4-FFF2-40B4-BE49-F238E27FC236}">
                  <a16:creationId xmlns:a16="http://schemas.microsoft.com/office/drawing/2014/main" id="{AA169879-669A-4739-9CB6-69A4399C3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852"/>
              <a:ext cx="24" cy="52"/>
            </a:xfrm>
            <a:custGeom>
              <a:avLst/>
              <a:gdLst>
                <a:gd name="T0" fmla="*/ 32 w 12"/>
                <a:gd name="T1" fmla="*/ 20 h 24"/>
                <a:gd name="T2" fmla="*/ 64 w 12"/>
                <a:gd name="T3" fmla="*/ 104 h 24"/>
                <a:gd name="T4" fmla="*/ 88 w 12"/>
                <a:gd name="T5" fmla="*/ 202 h 24"/>
                <a:gd name="T6" fmla="*/ 0 w 12"/>
                <a:gd name="T7" fmla="*/ 24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4">
                  <a:moveTo>
                    <a:pt x="4" y="2"/>
                  </a:moveTo>
                  <a:cubicBezTo>
                    <a:pt x="7" y="0"/>
                    <a:pt x="8" y="8"/>
                    <a:pt x="8" y="10"/>
                  </a:cubicBezTo>
                  <a:cubicBezTo>
                    <a:pt x="9" y="12"/>
                    <a:pt x="12" y="17"/>
                    <a:pt x="11" y="20"/>
                  </a:cubicBezTo>
                  <a:cubicBezTo>
                    <a:pt x="10" y="24"/>
                    <a:pt x="2" y="24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24" name="Freeform 2305">
              <a:extLst>
                <a:ext uri="{FF2B5EF4-FFF2-40B4-BE49-F238E27FC236}">
                  <a16:creationId xmlns:a16="http://schemas.microsoft.com/office/drawing/2014/main" id="{95FDF801-1002-4385-AF45-26EFB849C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02"/>
              <a:ext cx="18" cy="44"/>
            </a:xfrm>
            <a:custGeom>
              <a:avLst/>
              <a:gdLst>
                <a:gd name="T0" fmla="*/ 40 w 9"/>
                <a:gd name="T1" fmla="*/ 0 h 20"/>
                <a:gd name="T2" fmla="*/ 56 w 9"/>
                <a:gd name="T3" fmla="*/ 97 h 20"/>
                <a:gd name="T4" fmla="*/ 64 w 9"/>
                <a:gd name="T5" fmla="*/ 169 h 20"/>
                <a:gd name="T6" fmla="*/ 0 w 9"/>
                <a:gd name="T7" fmla="*/ 20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">
                  <a:moveTo>
                    <a:pt x="5" y="0"/>
                  </a:moveTo>
                  <a:cubicBezTo>
                    <a:pt x="5" y="3"/>
                    <a:pt x="6" y="6"/>
                    <a:pt x="7" y="9"/>
                  </a:cubicBezTo>
                  <a:cubicBezTo>
                    <a:pt x="7" y="10"/>
                    <a:pt x="9" y="14"/>
                    <a:pt x="8" y="16"/>
                  </a:cubicBezTo>
                  <a:cubicBezTo>
                    <a:pt x="7" y="18"/>
                    <a:pt x="2" y="20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25" name="Freeform 2306">
              <a:extLst>
                <a:ext uri="{FF2B5EF4-FFF2-40B4-BE49-F238E27FC236}">
                  <a16:creationId xmlns:a16="http://schemas.microsoft.com/office/drawing/2014/main" id="{016850C7-C612-46C9-998B-9BC0FD6E6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941"/>
              <a:ext cx="23" cy="53"/>
            </a:xfrm>
            <a:custGeom>
              <a:avLst/>
              <a:gdLst>
                <a:gd name="T0" fmla="*/ 36 w 11"/>
                <a:gd name="T1" fmla="*/ 0 h 24"/>
                <a:gd name="T2" fmla="*/ 75 w 11"/>
                <a:gd name="T3" fmla="*/ 141 h 24"/>
                <a:gd name="T4" fmla="*/ 92 w 11"/>
                <a:gd name="T5" fmla="*/ 225 h 24"/>
                <a:gd name="T6" fmla="*/ 0 w 11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4">
                  <a:moveTo>
                    <a:pt x="4" y="0"/>
                  </a:moveTo>
                  <a:cubicBezTo>
                    <a:pt x="5" y="4"/>
                    <a:pt x="8" y="9"/>
                    <a:pt x="8" y="13"/>
                  </a:cubicBezTo>
                  <a:cubicBezTo>
                    <a:pt x="9" y="15"/>
                    <a:pt x="11" y="19"/>
                    <a:pt x="10" y="21"/>
                  </a:cubicBezTo>
                  <a:cubicBezTo>
                    <a:pt x="9" y="23"/>
                    <a:pt x="3" y="24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26" name="Freeform 2307">
              <a:extLst>
                <a:ext uri="{FF2B5EF4-FFF2-40B4-BE49-F238E27FC236}">
                  <a16:creationId xmlns:a16="http://schemas.microsoft.com/office/drawing/2014/main" id="{57D02A09-31DB-431A-A489-D4FEE4CC0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880"/>
              <a:ext cx="34" cy="33"/>
            </a:xfrm>
            <a:custGeom>
              <a:avLst/>
              <a:gdLst>
                <a:gd name="T0" fmla="*/ 24 w 17"/>
                <a:gd name="T1" fmla="*/ 0 h 15"/>
                <a:gd name="T2" fmla="*/ 0 w 17"/>
                <a:gd name="T3" fmla="*/ 20 h 15"/>
                <a:gd name="T4" fmla="*/ 24 w 17"/>
                <a:gd name="T5" fmla="*/ 125 h 15"/>
                <a:gd name="T6" fmla="*/ 136 w 17"/>
                <a:gd name="T7" fmla="*/ 12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3" y="0"/>
                  </a:moveTo>
                  <a:cubicBezTo>
                    <a:pt x="0" y="0"/>
                    <a:pt x="1" y="1"/>
                    <a:pt x="0" y="2"/>
                  </a:cubicBezTo>
                  <a:cubicBezTo>
                    <a:pt x="0" y="4"/>
                    <a:pt x="2" y="10"/>
                    <a:pt x="3" y="12"/>
                  </a:cubicBezTo>
                  <a:cubicBezTo>
                    <a:pt x="5" y="15"/>
                    <a:pt x="15" y="15"/>
                    <a:pt x="17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27" name="Freeform 2308">
              <a:extLst>
                <a:ext uri="{FF2B5EF4-FFF2-40B4-BE49-F238E27FC236}">
                  <a16:creationId xmlns:a16="http://schemas.microsoft.com/office/drawing/2014/main" id="{FCD8C5A0-2AF0-42AE-8B4A-13ED15058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913"/>
              <a:ext cx="29" cy="42"/>
            </a:xfrm>
            <a:custGeom>
              <a:avLst/>
              <a:gdLst>
                <a:gd name="T0" fmla="*/ 0 w 14"/>
                <a:gd name="T1" fmla="*/ 0 h 19"/>
                <a:gd name="T2" fmla="*/ 17 w 14"/>
                <a:gd name="T3" fmla="*/ 108 h 19"/>
                <a:gd name="T4" fmla="*/ 44 w 14"/>
                <a:gd name="T5" fmla="*/ 195 h 19"/>
                <a:gd name="T6" fmla="*/ 124 w 14"/>
                <a:gd name="T7" fmla="*/ 17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0" y="0"/>
                  </a:moveTo>
                  <a:cubicBezTo>
                    <a:pt x="0" y="3"/>
                    <a:pt x="2" y="7"/>
                    <a:pt x="2" y="10"/>
                  </a:cubicBezTo>
                  <a:cubicBezTo>
                    <a:pt x="3" y="12"/>
                    <a:pt x="3" y="17"/>
                    <a:pt x="5" y="18"/>
                  </a:cubicBezTo>
                  <a:cubicBezTo>
                    <a:pt x="7" y="19"/>
                    <a:pt x="13" y="17"/>
                    <a:pt x="14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28" name="Freeform 2309">
              <a:extLst>
                <a:ext uri="{FF2B5EF4-FFF2-40B4-BE49-F238E27FC236}">
                  <a16:creationId xmlns:a16="http://schemas.microsoft.com/office/drawing/2014/main" id="{FEAE52EC-C617-4915-B27C-EB3960102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869"/>
              <a:ext cx="6" cy="35"/>
            </a:xfrm>
            <a:custGeom>
              <a:avLst/>
              <a:gdLst>
                <a:gd name="T0" fmla="*/ 0 w 3"/>
                <a:gd name="T1" fmla="*/ 0 h 16"/>
                <a:gd name="T2" fmla="*/ 24 w 3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0" y="6"/>
                    <a:pt x="2" y="12"/>
                    <a:pt x="3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29" name="Freeform 2310">
              <a:extLst>
                <a:ext uri="{FF2B5EF4-FFF2-40B4-BE49-F238E27FC236}">
                  <a16:creationId xmlns:a16="http://schemas.microsoft.com/office/drawing/2014/main" id="{49278331-DABE-4EA2-A128-2A763377F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906"/>
              <a:ext cx="11" cy="40"/>
            </a:xfrm>
            <a:custGeom>
              <a:avLst/>
              <a:gdLst>
                <a:gd name="T0" fmla="*/ 0 w 5"/>
                <a:gd name="T1" fmla="*/ 0 h 18"/>
                <a:gd name="T2" fmla="*/ 44 w 5"/>
                <a:gd name="T3" fmla="*/ 19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0" y="0"/>
                  </a:moveTo>
                  <a:cubicBezTo>
                    <a:pt x="1" y="6"/>
                    <a:pt x="5" y="13"/>
                    <a:pt x="4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30" name="Freeform 2311">
              <a:extLst>
                <a:ext uri="{FF2B5EF4-FFF2-40B4-BE49-F238E27FC236}">
                  <a16:creationId xmlns:a16="http://schemas.microsoft.com/office/drawing/2014/main" id="{08E0487B-FF47-4E39-8C3A-8DD81C69A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946"/>
              <a:ext cx="35" cy="68"/>
            </a:xfrm>
            <a:custGeom>
              <a:avLst/>
              <a:gdLst>
                <a:gd name="T0" fmla="*/ 80 w 17"/>
                <a:gd name="T1" fmla="*/ 0 h 31"/>
                <a:gd name="T2" fmla="*/ 140 w 17"/>
                <a:gd name="T3" fmla="*/ 149 h 31"/>
                <a:gd name="T4" fmla="*/ 97 w 17"/>
                <a:gd name="T5" fmla="*/ 254 h 31"/>
                <a:gd name="T6" fmla="*/ 0 w 17"/>
                <a:gd name="T7" fmla="*/ 4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1">
                  <a:moveTo>
                    <a:pt x="9" y="0"/>
                  </a:moveTo>
                  <a:cubicBezTo>
                    <a:pt x="11" y="5"/>
                    <a:pt x="14" y="9"/>
                    <a:pt x="16" y="14"/>
                  </a:cubicBezTo>
                  <a:cubicBezTo>
                    <a:pt x="17" y="17"/>
                    <a:pt x="13" y="22"/>
                    <a:pt x="11" y="24"/>
                  </a:cubicBezTo>
                  <a:cubicBezTo>
                    <a:pt x="4" y="31"/>
                    <a:pt x="1" y="7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31" name="Freeform 2312">
              <a:extLst>
                <a:ext uri="{FF2B5EF4-FFF2-40B4-BE49-F238E27FC236}">
                  <a16:creationId xmlns:a16="http://schemas.microsoft.com/office/drawing/2014/main" id="{AB79D60A-4821-46D5-B4D3-9C8F7ABC5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832"/>
              <a:ext cx="20" cy="9"/>
            </a:xfrm>
            <a:custGeom>
              <a:avLst/>
              <a:gdLst>
                <a:gd name="T0" fmla="*/ 0 w 10"/>
                <a:gd name="T1" fmla="*/ 36 h 4"/>
                <a:gd name="T2" fmla="*/ 8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3"/>
                  </a:moveTo>
                  <a:cubicBezTo>
                    <a:pt x="3" y="4"/>
                    <a:pt x="8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32" name="Freeform 2313">
              <a:extLst>
                <a:ext uri="{FF2B5EF4-FFF2-40B4-BE49-F238E27FC236}">
                  <a16:creationId xmlns:a16="http://schemas.microsoft.com/office/drawing/2014/main" id="{C1EC404F-D310-44E1-A6D4-58C9A5E4C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880"/>
              <a:ext cx="13" cy="5"/>
            </a:xfrm>
            <a:custGeom>
              <a:avLst/>
              <a:gdLst>
                <a:gd name="T0" fmla="*/ 0 w 6"/>
                <a:gd name="T1" fmla="*/ 33 h 2"/>
                <a:gd name="T2" fmla="*/ 6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33" name="Freeform 2314">
              <a:extLst>
                <a:ext uri="{FF2B5EF4-FFF2-40B4-BE49-F238E27FC236}">
                  <a16:creationId xmlns:a16="http://schemas.microsoft.com/office/drawing/2014/main" id="{8D606576-8542-4FB9-82AB-C0AE8A250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839"/>
              <a:ext cx="4" cy="17"/>
            </a:xfrm>
            <a:custGeom>
              <a:avLst/>
              <a:gdLst>
                <a:gd name="T0" fmla="*/ 16 w 2"/>
                <a:gd name="T1" fmla="*/ 0 h 8"/>
                <a:gd name="T2" fmla="*/ 8 w 2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6"/>
                    <a:pt x="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34" name="Freeform 2315">
              <a:extLst>
                <a:ext uri="{FF2B5EF4-FFF2-40B4-BE49-F238E27FC236}">
                  <a16:creationId xmlns:a16="http://schemas.microsoft.com/office/drawing/2014/main" id="{144D1648-0CAD-4160-9789-F87CE308D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926"/>
              <a:ext cx="23" cy="13"/>
            </a:xfrm>
            <a:custGeom>
              <a:avLst/>
              <a:gdLst>
                <a:gd name="T0" fmla="*/ 0 w 11"/>
                <a:gd name="T1" fmla="*/ 20 h 6"/>
                <a:gd name="T2" fmla="*/ 100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3" y="6"/>
                    <a:pt x="8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35" name="Freeform 2316">
              <a:extLst>
                <a:ext uri="{FF2B5EF4-FFF2-40B4-BE49-F238E27FC236}">
                  <a16:creationId xmlns:a16="http://schemas.microsoft.com/office/drawing/2014/main" id="{6618E908-8D83-460E-9A79-B5C49E6D9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89"/>
              <a:ext cx="11" cy="9"/>
            </a:xfrm>
            <a:custGeom>
              <a:avLst/>
              <a:gdLst>
                <a:gd name="T0" fmla="*/ 0 w 5"/>
                <a:gd name="T1" fmla="*/ 45 h 4"/>
                <a:gd name="T2" fmla="*/ 53 w 5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0" y="2"/>
                    <a:pt x="2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36" name="Freeform 2317">
              <a:extLst>
                <a:ext uri="{FF2B5EF4-FFF2-40B4-BE49-F238E27FC236}">
                  <a16:creationId xmlns:a16="http://schemas.microsoft.com/office/drawing/2014/main" id="{B6F21EB9-EB67-4754-9D41-1AD95AAF3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972"/>
              <a:ext cx="26" cy="13"/>
            </a:xfrm>
            <a:custGeom>
              <a:avLst/>
              <a:gdLst>
                <a:gd name="T0" fmla="*/ 0 w 13"/>
                <a:gd name="T1" fmla="*/ 33 h 6"/>
                <a:gd name="T2" fmla="*/ 104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3"/>
                  </a:moveTo>
                  <a:cubicBezTo>
                    <a:pt x="5" y="6"/>
                    <a:pt x="9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37" name="Freeform 2318">
              <a:extLst>
                <a:ext uri="{FF2B5EF4-FFF2-40B4-BE49-F238E27FC236}">
                  <a16:creationId xmlns:a16="http://schemas.microsoft.com/office/drawing/2014/main" id="{A03C344D-385C-414A-9572-808ACFC09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795"/>
              <a:ext cx="12" cy="9"/>
            </a:xfrm>
            <a:custGeom>
              <a:avLst/>
              <a:gdLst>
                <a:gd name="T0" fmla="*/ 0 w 6"/>
                <a:gd name="T1" fmla="*/ 11 h 4"/>
                <a:gd name="T2" fmla="*/ 48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0"/>
                    <a:pt x="5" y="2"/>
                    <a:pt x="6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38" name="Freeform 2319">
              <a:extLst>
                <a:ext uri="{FF2B5EF4-FFF2-40B4-BE49-F238E27FC236}">
                  <a16:creationId xmlns:a16="http://schemas.microsoft.com/office/drawing/2014/main" id="{1ABF1405-C7BA-4784-B004-9A285D302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519"/>
              <a:ext cx="6" cy="20"/>
            </a:xfrm>
            <a:custGeom>
              <a:avLst/>
              <a:gdLst>
                <a:gd name="T0" fmla="*/ 0 w 3"/>
                <a:gd name="T1" fmla="*/ 98 h 9"/>
                <a:gd name="T2" fmla="*/ 24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7"/>
                    <a:pt x="0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39" name="Freeform 2320">
              <a:extLst>
                <a:ext uri="{FF2B5EF4-FFF2-40B4-BE49-F238E27FC236}">
                  <a16:creationId xmlns:a16="http://schemas.microsoft.com/office/drawing/2014/main" id="{5D8BD64F-3FEA-491B-AF50-144A3F605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987"/>
              <a:ext cx="16" cy="62"/>
            </a:xfrm>
            <a:custGeom>
              <a:avLst/>
              <a:gdLst>
                <a:gd name="T0" fmla="*/ 0 w 8"/>
                <a:gd name="T1" fmla="*/ 0 h 28"/>
                <a:gd name="T2" fmla="*/ 56 w 8"/>
                <a:gd name="T3" fmla="*/ 206 h 28"/>
                <a:gd name="T4" fmla="*/ 48 w 8"/>
                <a:gd name="T5" fmla="*/ 270 h 28"/>
                <a:gd name="T6" fmla="*/ 0 w 8"/>
                <a:gd name="T7" fmla="*/ 30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0" y="7"/>
                    <a:pt x="6" y="13"/>
                    <a:pt x="7" y="19"/>
                  </a:cubicBezTo>
                  <a:cubicBezTo>
                    <a:pt x="8" y="23"/>
                    <a:pt x="8" y="23"/>
                    <a:pt x="6" y="25"/>
                  </a:cubicBezTo>
                  <a:cubicBezTo>
                    <a:pt x="5" y="27"/>
                    <a:pt x="2" y="28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40" name="Freeform 2321">
              <a:extLst>
                <a:ext uri="{FF2B5EF4-FFF2-40B4-BE49-F238E27FC236}">
                  <a16:creationId xmlns:a16="http://schemas.microsoft.com/office/drawing/2014/main" id="{D2186A9B-D415-436C-90E4-3EEEF5CF1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042"/>
              <a:ext cx="16" cy="57"/>
            </a:xfrm>
            <a:custGeom>
              <a:avLst/>
              <a:gdLst>
                <a:gd name="T0" fmla="*/ 0 w 8"/>
                <a:gd name="T1" fmla="*/ 0 h 26"/>
                <a:gd name="T2" fmla="*/ 56 w 8"/>
                <a:gd name="T3" fmla="*/ 202 h 26"/>
                <a:gd name="T4" fmla="*/ 8 w 8"/>
                <a:gd name="T5" fmla="*/ 274 h 26"/>
                <a:gd name="T6" fmla="*/ 8 w 8"/>
                <a:gd name="T7" fmla="*/ 26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6">
                  <a:moveTo>
                    <a:pt x="0" y="0"/>
                  </a:moveTo>
                  <a:cubicBezTo>
                    <a:pt x="4" y="6"/>
                    <a:pt x="7" y="13"/>
                    <a:pt x="7" y="19"/>
                  </a:cubicBezTo>
                  <a:cubicBezTo>
                    <a:pt x="8" y="23"/>
                    <a:pt x="5" y="25"/>
                    <a:pt x="1" y="26"/>
                  </a:cubicBezTo>
                  <a:cubicBezTo>
                    <a:pt x="0" y="26"/>
                    <a:pt x="1" y="25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41" name="Freeform 2322">
              <a:extLst>
                <a:ext uri="{FF2B5EF4-FFF2-40B4-BE49-F238E27FC236}">
                  <a16:creationId xmlns:a16="http://schemas.microsoft.com/office/drawing/2014/main" id="{22F3FFCE-B03E-4829-8400-592E659B1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090"/>
              <a:ext cx="19" cy="53"/>
            </a:xfrm>
            <a:custGeom>
              <a:avLst/>
              <a:gdLst>
                <a:gd name="T0" fmla="*/ 0 w 9"/>
                <a:gd name="T1" fmla="*/ 0 h 24"/>
                <a:gd name="T2" fmla="*/ 76 w 9"/>
                <a:gd name="T3" fmla="*/ 205 h 24"/>
                <a:gd name="T4" fmla="*/ 8 w 9"/>
                <a:gd name="T5" fmla="*/ 2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2" y="6"/>
                    <a:pt x="9" y="13"/>
                    <a:pt x="8" y="19"/>
                  </a:cubicBezTo>
                  <a:cubicBezTo>
                    <a:pt x="8" y="21"/>
                    <a:pt x="4" y="24"/>
                    <a:pt x="1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42" name="Freeform 2323">
              <a:extLst>
                <a:ext uri="{FF2B5EF4-FFF2-40B4-BE49-F238E27FC236}">
                  <a16:creationId xmlns:a16="http://schemas.microsoft.com/office/drawing/2014/main" id="{D2E80BBF-A85E-4CB6-9656-BED0237D2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3134"/>
              <a:ext cx="18" cy="41"/>
            </a:xfrm>
            <a:custGeom>
              <a:avLst/>
              <a:gdLst>
                <a:gd name="T0" fmla="*/ 8 w 9"/>
                <a:gd name="T1" fmla="*/ 0 h 19"/>
                <a:gd name="T2" fmla="*/ 64 w 9"/>
                <a:gd name="T3" fmla="*/ 149 h 19"/>
                <a:gd name="T4" fmla="*/ 0 w 9"/>
                <a:gd name="T5" fmla="*/ 18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1" y="0"/>
                  </a:moveTo>
                  <a:cubicBezTo>
                    <a:pt x="3" y="3"/>
                    <a:pt x="9" y="11"/>
                    <a:pt x="8" y="15"/>
                  </a:cubicBezTo>
                  <a:cubicBezTo>
                    <a:pt x="7" y="17"/>
                    <a:pt x="1" y="19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43" name="Freeform 2324">
              <a:extLst>
                <a:ext uri="{FF2B5EF4-FFF2-40B4-BE49-F238E27FC236}">
                  <a16:creationId xmlns:a16="http://schemas.microsoft.com/office/drawing/2014/main" id="{482AA2CD-85F8-462C-8709-5A7FF86A2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3167"/>
              <a:ext cx="19" cy="48"/>
            </a:xfrm>
            <a:custGeom>
              <a:avLst/>
              <a:gdLst>
                <a:gd name="T0" fmla="*/ 8 w 9"/>
                <a:gd name="T1" fmla="*/ 0 h 22"/>
                <a:gd name="T2" fmla="*/ 57 w 9"/>
                <a:gd name="T3" fmla="*/ 81 h 22"/>
                <a:gd name="T4" fmla="*/ 84 w 9"/>
                <a:gd name="T5" fmla="*/ 177 h 22"/>
                <a:gd name="T6" fmla="*/ 0 w 9"/>
                <a:gd name="T7" fmla="*/ 229 h 22"/>
                <a:gd name="T8" fmla="*/ 8 w 9"/>
                <a:gd name="T9" fmla="*/ 21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2">
                  <a:moveTo>
                    <a:pt x="1" y="0"/>
                  </a:moveTo>
                  <a:cubicBezTo>
                    <a:pt x="3" y="3"/>
                    <a:pt x="5" y="5"/>
                    <a:pt x="6" y="8"/>
                  </a:cubicBezTo>
                  <a:cubicBezTo>
                    <a:pt x="7" y="10"/>
                    <a:pt x="9" y="15"/>
                    <a:pt x="9" y="17"/>
                  </a:cubicBezTo>
                  <a:cubicBezTo>
                    <a:pt x="9" y="22"/>
                    <a:pt x="4" y="22"/>
                    <a:pt x="0" y="22"/>
                  </a:cubicBezTo>
                  <a:cubicBezTo>
                    <a:pt x="0" y="21"/>
                    <a:pt x="0" y="22"/>
                    <a:pt x="1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44" name="Freeform 2325">
              <a:extLst>
                <a:ext uri="{FF2B5EF4-FFF2-40B4-BE49-F238E27FC236}">
                  <a16:creationId xmlns:a16="http://schemas.microsoft.com/office/drawing/2014/main" id="{B293B644-C1AB-4F28-A3D0-EFEC8719F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206"/>
              <a:ext cx="23" cy="44"/>
            </a:xfrm>
            <a:custGeom>
              <a:avLst/>
              <a:gdLst>
                <a:gd name="T0" fmla="*/ 36 w 11"/>
                <a:gd name="T1" fmla="*/ 0 h 20"/>
                <a:gd name="T2" fmla="*/ 65 w 11"/>
                <a:gd name="T3" fmla="*/ 73 h 20"/>
                <a:gd name="T4" fmla="*/ 100 w 11"/>
                <a:gd name="T5" fmla="*/ 194 h 20"/>
                <a:gd name="T6" fmla="*/ 75 w 11"/>
                <a:gd name="T7" fmla="*/ 202 h 20"/>
                <a:gd name="T8" fmla="*/ 0 w 11"/>
                <a:gd name="T9" fmla="*/ 213 h 20"/>
                <a:gd name="T10" fmla="*/ 0 w 11"/>
                <a:gd name="T11" fmla="*/ 20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0">
                  <a:moveTo>
                    <a:pt x="4" y="0"/>
                  </a:moveTo>
                  <a:cubicBezTo>
                    <a:pt x="4" y="3"/>
                    <a:pt x="6" y="5"/>
                    <a:pt x="7" y="7"/>
                  </a:cubicBezTo>
                  <a:cubicBezTo>
                    <a:pt x="9" y="11"/>
                    <a:pt x="10" y="14"/>
                    <a:pt x="11" y="18"/>
                  </a:cubicBezTo>
                  <a:cubicBezTo>
                    <a:pt x="10" y="19"/>
                    <a:pt x="9" y="19"/>
                    <a:pt x="8" y="19"/>
                  </a:cubicBezTo>
                  <a:cubicBezTo>
                    <a:pt x="5" y="19"/>
                    <a:pt x="3" y="19"/>
                    <a:pt x="0" y="20"/>
                  </a:cubicBez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45" name="Freeform 2326">
              <a:extLst>
                <a:ext uri="{FF2B5EF4-FFF2-40B4-BE49-F238E27FC236}">
                  <a16:creationId xmlns:a16="http://schemas.microsoft.com/office/drawing/2014/main" id="{4FB23E31-AD01-4F8A-8F0A-7C25856B1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245"/>
              <a:ext cx="4" cy="14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2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46" name="Freeform 2327">
              <a:extLst>
                <a:ext uri="{FF2B5EF4-FFF2-40B4-BE49-F238E27FC236}">
                  <a16:creationId xmlns:a16="http://schemas.microsoft.com/office/drawing/2014/main" id="{01BAEB38-CAF6-443E-B8B8-477889B61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3001"/>
              <a:ext cx="28" cy="37"/>
            </a:xfrm>
            <a:custGeom>
              <a:avLst/>
              <a:gdLst>
                <a:gd name="T0" fmla="*/ 0 w 14"/>
                <a:gd name="T1" fmla="*/ 0 h 17"/>
                <a:gd name="T2" fmla="*/ 64 w 14"/>
                <a:gd name="T3" fmla="*/ 176 h 17"/>
                <a:gd name="T4" fmla="*/ 112 w 14"/>
                <a:gd name="T5" fmla="*/ 16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2" y="4"/>
                    <a:pt x="3" y="15"/>
                    <a:pt x="8" y="17"/>
                  </a:cubicBezTo>
                  <a:cubicBezTo>
                    <a:pt x="9" y="17"/>
                    <a:pt x="13" y="16"/>
                    <a:pt x="14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47" name="Freeform 2328">
              <a:extLst>
                <a:ext uri="{FF2B5EF4-FFF2-40B4-BE49-F238E27FC236}">
                  <a16:creationId xmlns:a16="http://schemas.microsoft.com/office/drawing/2014/main" id="{ACC5E4EC-5954-4C4D-BB05-5832C1077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038"/>
              <a:ext cx="27" cy="39"/>
            </a:xfrm>
            <a:custGeom>
              <a:avLst/>
              <a:gdLst>
                <a:gd name="T0" fmla="*/ 0 w 13"/>
                <a:gd name="T1" fmla="*/ 0 h 18"/>
                <a:gd name="T2" fmla="*/ 35 w 13"/>
                <a:gd name="T3" fmla="*/ 132 h 18"/>
                <a:gd name="T4" fmla="*/ 52 w 13"/>
                <a:gd name="T5" fmla="*/ 173 h 18"/>
                <a:gd name="T6" fmla="*/ 116 w 13"/>
                <a:gd name="T7" fmla="*/ 15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0" y="0"/>
                  </a:moveTo>
                  <a:cubicBezTo>
                    <a:pt x="1" y="4"/>
                    <a:pt x="3" y="9"/>
                    <a:pt x="4" y="13"/>
                  </a:cubicBezTo>
                  <a:cubicBezTo>
                    <a:pt x="4" y="15"/>
                    <a:pt x="4" y="17"/>
                    <a:pt x="6" y="17"/>
                  </a:cubicBezTo>
                  <a:cubicBezTo>
                    <a:pt x="8" y="18"/>
                    <a:pt x="11" y="16"/>
                    <a:pt x="13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48" name="Freeform 2329">
              <a:extLst>
                <a:ext uri="{FF2B5EF4-FFF2-40B4-BE49-F238E27FC236}">
                  <a16:creationId xmlns:a16="http://schemas.microsoft.com/office/drawing/2014/main" id="{E2EA2891-CA66-49E8-957E-4B34C3BF6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983"/>
              <a:ext cx="25" cy="83"/>
            </a:xfrm>
            <a:custGeom>
              <a:avLst/>
              <a:gdLst>
                <a:gd name="T0" fmla="*/ 0 w 12"/>
                <a:gd name="T1" fmla="*/ 0 h 38"/>
                <a:gd name="T2" fmla="*/ 108 w 12"/>
                <a:gd name="T3" fmla="*/ 39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8">
                  <a:moveTo>
                    <a:pt x="0" y="0"/>
                  </a:moveTo>
                  <a:cubicBezTo>
                    <a:pt x="4" y="13"/>
                    <a:pt x="9" y="26"/>
                    <a:pt x="12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49" name="Freeform 2330">
              <a:extLst>
                <a:ext uri="{FF2B5EF4-FFF2-40B4-BE49-F238E27FC236}">
                  <a16:creationId xmlns:a16="http://schemas.microsoft.com/office/drawing/2014/main" id="{FA1F38E3-C6A6-4AE4-A641-0CD4922EF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3073"/>
              <a:ext cx="35" cy="46"/>
            </a:xfrm>
            <a:custGeom>
              <a:avLst/>
              <a:gdLst>
                <a:gd name="T0" fmla="*/ 43 w 17"/>
                <a:gd name="T1" fmla="*/ 9 h 21"/>
                <a:gd name="T2" fmla="*/ 43 w 17"/>
                <a:gd name="T3" fmla="*/ 125 h 21"/>
                <a:gd name="T4" fmla="*/ 97 w 17"/>
                <a:gd name="T5" fmla="*/ 221 h 21"/>
                <a:gd name="T6" fmla="*/ 148 w 17"/>
                <a:gd name="T7" fmla="*/ 177 h 21"/>
                <a:gd name="T8" fmla="*/ 124 w 17"/>
                <a:gd name="T9" fmla="*/ 72 h 21"/>
                <a:gd name="T10" fmla="*/ 97 w 17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1">
                  <a:moveTo>
                    <a:pt x="5" y="1"/>
                  </a:moveTo>
                  <a:cubicBezTo>
                    <a:pt x="0" y="4"/>
                    <a:pt x="3" y="8"/>
                    <a:pt x="5" y="12"/>
                  </a:cubicBezTo>
                  <a:cubicBezTo>
                    <a:pt x="6" y="16"/>
                    <a:pt x="6" y="21"/>
                    <a:pt x="11" y="21"/>
                  </a:cubicBezTo>
                  <a:cubicBezTo>
                    <a:pt x="14" y="21"/>
                    <a:pt x="16" y="20"/>
                    <a:pt x="17" y="17"/>
                  </a:cubicBezTo>
                  <a:cubicBezTo>
                    <a:pt x="17" y="15"/>
                    <a:pt x="15" y="10"/>
                    <a:pt x="14" y="7"/>
                  </a:cubicBezTo>
                  <a:cubicBezTo>
                    <a:pt x="13" y="5"/>
                    <a:pt x="12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50" name="Freeform 2331">
              <a:extLst>
                <a:ext uri="{FF2B5EF4-FFF2-40B4-BE49-F238E27FC236}">
                  <a16:creationId xmlns:a16="http://schemas.microsoft.com/office/drawing/2014/main" id="{DD74F0BE-A306-471C-A552-072EA03E0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3114"/>
              <a:ext cx="32" cy="50"/>
            </a:xfrm>
            <a:custGeom>
              <a:avLst/>
              <a:gdLst>
                <a:gd name="T0" fmla="*/ 0 w 16"/>
                <a:gd name="T1" fmla="*/ 20 h 23"/>
                <a:gd name="T2" fmla="*/ 72 w 16"/>
                <a:gd name="T3" fmla="*/ 237 h 23"/>
                <a:gd name="T4" fmla="*/ 128 w 16"/>
                <a:gd name="T5" fmla="*/ 193 h 23"/>
                <a:gd name="T6" fmla="*/ 80 w 16"/>
                <a:gd name="T7" fmla="*/ 61 h 23"/>
                <a:gd name="T8" fmla="*/ 56 w 1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0" y="2"/>
                  </a:moveTo>
                  <a:cubicBezTo>
                    <a:pt x="0" y="10"/>
                    <a:pt x="5" y="16"/>
                    <a:pt x="9" y="23"/>
                  </a:cubicBezTo>
                  <a:cubicBezTo>
                    <a:pt x="12" y="22"/>
                    <a:pt x="15" y="22"/>
                    <a:pt x="16" y="19"/>
                  </a:cubicBezTo>
                  <a:cubicBezTo>
                    <a:pt x="16" y="16"/>
                    <a:pt x="11" y="10"/>
                    <a:pt x="10" y="6"/>
                  </a:cubicBezTo>
                  <a:cubicBezTo>
                    <a:pt x="9" y="4"/>
                    <a:pt x="8" y="1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51" name="Freeform 2332">
              <a:extLst>
                <a:ext uri="{FF2B5EF4-FFF2-40B4-BE49-F238E27FC236}">
                  <a16:creationId xmlns:a16="http://schemas.microsoft.com/office/drawing/2014/main" id="{4802C1AE-F4D5-4C05-A18B-73A9E96B2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158"/>
              <a:ext cx="37" cy="44"/>
            </a:xfrm>
            <a:custGeom>
              <a:avLst/>
              <a:gdLst>
                <a:gd name="T0" fmla="*/ 33 w 18"/>
                <a:gd name="T1" fmla="*/ 33 h 20"/>
                <a:gd name="T2" fmla="*/ 43 w 18"/>
                <a:gd name="T3" fmla="*/ 150 h 20"/>
                <a:gd name="T4" fmla="*/ 113 w 18"/>
                <a:gd name="T5" fmla="*/ 202 h 20"/>
                <a:gd name="T6" fmla="*/ 148 w 18"/>
                <a:gd name="T7" fmla="*/ 150 h 20"/>
                <a:gd name="T8" fmla="*/ 88 w 18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4" y="3"/>
                  </a:moveTo>
                  <a:cubicBezTo>
                    <a:pt x="0" y="6"/>
                    <a:pt x="3" y="10"/>
                    <a:pt x="5" y="14"/>
                  </a:cubicBezTo>
                  <a:cubicBezTo>
                    <a:pt x="7" y="19"/>
                    <a:pt x="8" y="20"/>
                    <a:pt x="13" y="19"/>
                  </a:cubicBezTo>
                  <a:cubicBezTo>
                    <a:pt x="17" y="18"/>
                    <a:pt x="18" y="18"/>
                    <a:pt x="17" y="14"/>
                  </a:cubicBezTo>
                  <a:cubicBezTo>
                    <a:pt x="15" y="9"/>
                    <a:pt x="12" y="4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52" name="Freeform 2333">
              <a:extLst>
                <a:ext uri="{FF2B5EF4-FFF2-40B4-BE49-F238E27FC236}">
                  <a16:creationId xmlns:a16="http://schemas.microsoft.com/office/drawing/2014/main" id="{02BDF7F5-D416-4D83-B69B-FA3FD5720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3193"/>
              <a:ext cx="31" cy="48"/>
            </a:xfrm>
            <a:custGeom>
              <a:avLst/>
              <a:gdLst>
                <a:gd name="T0" fmla="*/ 0 w 15"/>
                <a:gd name="T1" fmla="*/ 44 h 22"/>
                <a:gd name="T2" fmla="*/ 116 w 15"/>
                <a:gd name="T3" fmla="*/ 157 h 22"/>
                <a:gd name="T4" fmla="*/ 124 w 15"/>
                <a:gd name="T5" fmla="*/ 124 h 22"/>
                <a:gd name="T6" fmla="*/ 89 w 15"/>
                <a:gd name="T7" fmla="*/ 44 h 22"/>
                <a:gd name="T8" fmla="*/ 81 w 1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4"/>
                  </a:moveTo>
                  <a:cubicBezTo>
                    <a:pt x="1" y="11"/>
                    <a:pt x="5" y="22"/>
                    <a:pt x="13" y="15"/>
                  </a:cubicBezTo>
                  <a:cubicBezTo>
                    <a:pt x="15" y="13"/>
                    <a:pt x="15" y="14"/>
                    <a:pt x="14" y="12"/>
                  </a:cubicBezTo>
                  <a:cubicBezTo>
                    <a:pt x="13" y="9"/>
                    <a:pt x="11" y="7"/>
                    <a:pt x="10" y="4"/>
                  </a:cubicBezTo>
                  <a:cubicBezTo>
                    <a:pt x="9" y="3"/>
                    <a:pt x="10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53" name="Freeform 2334">
              <a:extLst>
                <a:ext uri="{FF2B5EF4-FFF2-40B4-BE49-F238E27FC236}">
                  <a16:creationId xmlns:a16="http://schemas.microsoft.com/office/drawing/2014/main" id="{338E5A8B-23D1-4831-9CD0-345DDC0EC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3232"/>
              <a:ext cx="6" cy="24"/>
            </a:xfrm>
            <a:custGeom>
              <a:avLst/>
              <a:gdLst>
                <a:gd name="T0" fmla="*/ 0 w 3"/>
                <a:gd name="T1" fmla="*/ 0 h 11"/>
                <a:gd name="T2" fmla="*/ 24 w 3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1" y="5"/>
                    <a:pt x="3" y="6"/>
                    <a:pt x="3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54" name="Freeform 2335">
              <a:extLst>
                <a:ext uri="{FF2B5EF4-FFF2-40B4-BE49-F238E27FC236}">
                  <a16:creationId xmlns:a16="http://schemas.microsoft.com/office/drawing/2014/main" id="{481900BC-B02B-48AA-BF56-205BDB3AE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221"/>
              <a:ext cx="24" cy="7"/>
            </a:xfrm>
            <a:custGeom>
              <a:avLst/>
              <a:gdLst>
                <a:gd name="T0" fmla="*/ 0 w 12"/>
                <a:gd name="T1" fmla="*/ 37 h 3"/>
                <a:gd name="T2" fmla="*/ 96 w 12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2"/>
                    <a:pt x="10" y="0"/>
                    <a:pt x="12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55" name="Freeform 2336">
              <a:extLst>
                <a:ext uri="{FF2B5EF4-FFF2-40B4-BE49-F238E27FC236}">
                  <a16:creationId xmlns:a16="http://schemas.microsoft.com/office/drawing/2014/main" id="{20C91CF1-CF8A-4DCC-BB5C-FC0A7C923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3180"/>
              <a:ext cx="18" cy="6"/>
            </a:xfrm>
            <a:custGeom>
              <a:avLst/>
              <a:gdLst>
                <a:gd name="T0" fmla="*/ 0 w 9"/>
                <a:gd name="T1" fmla="*/ 24 h 3"/>
                <a:gd name="T2" fmla="*/ 7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56" name="Freeform 2337">
              <a:extLst>
                <a:ext uri="{FF2B5EF4-FFF2-40B4-BE49-F238E27FC236}">
                  <a16:creationId xmlns:a16="http://schemas.microsoft.com/office/drawing/2014/main" id="{F69F4FFB-BE55-423F-AC1D-A765FC8CB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3136"/>
              <a:ext cx="21" cy="11"/>
            </a:xfrm>
            <a:custGeom>
              <a:avLst/>
              <a:gdLst>
                <a:gd name="T0" fmla="*/ 0 w 10"/>
                <a:gd name="T1" fmla="*/ 53 h 5"/>
                <a:gd name="T2" fmla="*/ 92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2" y="4"/>
                    <a:pt x="10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57" name="Freeform 2338">
              <a:extLst>
                <a:ext uri="{FF2B5EF4-FFF2-40B4-BE49-F238E27FC236}">
                  <a16:creationId xmlns:a16="http://schemas.microsoft.com/office/drawing/2014/main" id="{365926D7-73C8-4832-9475-FBC5AFF6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099"/>
              <a:ext cx="24" cy="11"/>
            </a:xfrm>
            <a:custGeom>
              <a:avLst/>
              <a:gdLst>
                <a:gd name="T0" fmla="*/ 0 w 12"/>
                <a:gd name="T1" fmla="*/ 53 h 5"/>
                <a:gd name="T2" fmla="*/ 96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3"/>
                    <a:pt x="7" y="0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58" name="Freeform 2339">
              <a:extLst>
                <a:ext uri="{FF2B5EF4-FFF2-40B4-BE49-F238E27FC236}">
                  <a16:creationId xmlns:a16="http://schemas.microsoft.com/office/drawing/2014/main" id="{2A9115CA-B059-407B-B49B-C7D37CE86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053"/>
              <a:ext cx="31" cy="13"/>
            </a:xfrm>
            <a:custGeom>
              <a:avLst/>
              <a:gdLst>
                <a:gd name="T0" fmla="*/ 0 w 15"/>
                <a:gd name="T1" fmla="*/ 61 h 6"/>
                <a:gd name="T2" fmla="*/ 132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4" y="3"/>
                    <a:pt x="10" y="0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59" name="Freeform 2340">
              <a:extLst>
                <a:ext uri="{FF2B5EF4-FFF2-40B4-BE49-F238E27FC236}">
                  <a16:creationId xmlns:a16="http://schemas.microsoft.com/office/drawing/2014/main" id="{0A390876-99ED-4EFE-BE93-6277ABDF7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011"/>
              <a:ext cx="25" cy="11"/>
            </a:xfrm>
            <a:custGeom>
              <a:avLst/>
              <a:gdLst>
                <a:gd name="T0" fmla="*/ 0 w 12"/>
                <a:gd name="T1" fmla="*/ 53 h 5"/>
                <a:gd name="T2" fmla="*/ 10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2"/>
                    <a:pt x="8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60" name="Freeform 2341">
              <a:extLst>
                <a:ext uri="{FF2B5EF4-FFF2-40B4-BE49-F238E27FC236}">
                  <a16:creationId xmlns:a16="http://schemas.microsoft.com/office/drawing/2014/main" id="{3168F2EA-F8FF-4CDE-872E-05F1E5650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996"/>
              <a:ext cx="7" cy="18"/>
            </a:xfrm>
            <a:custGeom>
              <a:avLst/>
              <a:gdLst>
                <a:gd name="T0" fmla="*/ 0 w 3"/>
                <a:gd name="T1" fmla="*/ 0 h 8"/>
                <a:gd name="T2" fmla="*/ 28 w 3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3"/>
                    <a:pt x="3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61" name="Freeform 2342">
              <a:extLst>
                <a:ext uri="{FF2B5EF4-FFF2-40B4-BE49-F238E27FC236}">
                  <a16:creationId xmlns:a16="http://schemas.microsoft.com/office/drawing/2014/main" id="{96FBF3C1-B829-45F4-BC5F-F2FD1808C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033"/>
              <a:ext cx="6" cy="22"/>
            </a:xfrm>
            <a:custGeom>
              <a:avLst/>
              <a:gdLst>
                <a:gd name="T0" fmla="*/ 0 w 3"/>
                <a:gd name="T1" fmla="*/ 106 h 10"/>
                <a:gd name="T2" fmla="*/ 16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3" y="7"/>
                    <a:pt x="2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62" name="Freeform 2343">
              <a:extLst>
                <a:ext uri="{FF2B5EF4-FFF2-40B4-BE49-F238E27FC236}">
                  <a16:creationId xmlns:a16="http://schemas.microsoft.com/office/drawing/2014/main" id="{E81B8046-47C7-4C7D-94EB-1708C7C4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3108"/>
              <a:ext cx="8" cy="19"/>
            </a:xfrm>
            <a:custGeom>
              <a:avLst/>
              <a:gdLst>
                <a:gd name="T0" fmla="*/ 32 w 4"/>
                <a:gd name="T1" fmla="*/ 0 h 9"/>
                <a:gd name="T2" fmla="*/ 8 w 4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2"/>
                    <a:pt x="0" y="6"/>
                    <a:pt x="1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63" name="Freeform 2344">
              <a:extLst>
                <a:ext uri="{FF2B5EF4-FFF2-40B4-BE49-F238E27FC236}">
                  <a16:creationId xmlns:a16="http://schemas.microsoft.com/office/drawing/2014/main" id="{34A2E29B-2E19-41FD-B104-63291C68C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143"/>
              <a:ext cx="19" cy="8"/>
            </a:xfrm>
            <a:custGeom>
              <a:avLst/>
              <a:gdLst>
                <a:gd name="T0" fmla="*/ 0 w 9"/>
                <a:gd name="T1" fmla="*/ 0 h 4"/>
                <a:gd name="T2" fmla="*/ 84 w 9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4" y="0"/>
                    <a:pt x="6" y="0"/>
                    <a:pt x="9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64" name="Freeform 2345">
              <a:extLst>
                <a:ext uri="{FF2B5EF4-FFF2-40B4-BE49-F238E27FC236}">
                  <a16:creationId xmlns:a16="http://schemas.microsoft.com/office/drawing/2014/main" id="{D105A118-3970-43FB-A40F-AF064247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3186"/>
              <a:ext cx="8" cy="20"/>
            </a:xfrm>
            <a:custGeom>
              <a:avLst/>
              <a:gdLst>
                <a:gd name="T0" fmla="*/ 32 w 4"/>
                <a:gd name="T1" fmla="*/ 0 h 9"/>
                <a:gd name="T2" fmla="*/ 8 w 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1" y="2"/>
                    <a:pt x="0" y="6"/>
                    <a:pt x="1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65" name="Freeform 2346">
              <a:extLst>
                <a:ext uri="{FF2B5EF4-FFF2-40B4-BE49-F238E27FC236}">
                  <a16:creationId xmlns:a16="http://schemas.microsoft.com/office/drawing/2014/main" id="{FDB99E92-68FC-4030-96BD-D402ACD5E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3206"/>
              <a:ext cx="6" cy="15"/>
            </a:xfrm>
            <a:custGeom>
              <a:avLst/>
              <a:gdLst>
                <a:gd name="T0" fmla="*/ 0 w 3"/>
                <a:gd name="T1" fmla="*/ 69 h 7"/>
                <a:gd name="T2" fmla="*/ 24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3" y="5"/>
                    <a:pt x="2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66" name="Freeform 2347">
              <a:extLst>
                <a:ext uri="{FF2B5EF4-FFF2-40B4-BE49-F238E27FC236}">
                  <a16:creationId xmlns:a16="http://schemas.microsoft.com/office/drawing/2014/main" id="{0A8F1815-6FB6-4FDC-AFC9-8A6D549E1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981"/>
              <a:ext cx="8" cy="15"/>
            </a:xfrm>
            <a:custGeom>
              <a:avLst/>
              <a:gdLst>
                <a:gd name="T0" fmla="*/ 8 w 4"/>
                <a:gd name="T1" fmla="*/ 69 h 7"/>
                <a:gd name="T2" fmla="*/ 32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7"/>
                  </a:moveTo>
                  <a:cubicBezTo>
                    <a:pt x="0" y="4"/>
                    <a:pt x="2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67" name="Freeform 2348">
              <a:extLst>
                <a:ext uri="{FF2B5EF4-FFF2-40B4-BE49-F238E27FC236}">
                  <a16:creationId xmlns:a16="http://schemas.microsoft.com/office/drawing/2014/main" id="{823F91D2-4059-44EA-BCAC-5610D6597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931"/>
              <a:ext cx="12" cy="8"/>
            </a:xfrm>
            <a:custGeom>
              <a:avLst/>
              <a:gdLst>
                <a:gd name="T0" fmla="*/ 0 w 6"/>
                <a:gd name="T1" fmla="*/ 0 h 4"/>
                <a:gd name="T2" fmla="*/ 4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3" y="1"/>
                    <a:pt x="5" y="2"/>
                    <a:pt x="6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68" name="Freeform 2349">
              <a:extLst>
                <a:ext uri="{FF2B5EF4-FFF2-40B4-BE49-F238E27FC236}">
                  <a16:creationId xmlns:a16="http://schemas.microsoft.com/office/drawing/2014/main" id="{89F0FCEB-13CA-4E41-AA20-5F5CB126C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952"/>
              <a:ext cx="8" cy="16"/>
            </a:xfrm>
            <a:custGeom>
              <a:avLst/>
              <a:gdLst>
                <a:gd name="T0" fmla="*/ 32 w 4"/>
                <a:gd name="T1" fmla="*/ 0 h 7"/>
                <a:gd name="T2" fmla="*/ 0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69" name="Freeform 2350">
              <a:extLst>
                <a:ext uri="{FF2B5EF4-FFF2-40B4-BE49-F238E27FC236}">
                  <a16:creationId xmlns:a16="http://schemas.microsoft.com/office/drawing/2014/main" id="{3119ECFE-31F0-4228-A63E-D169DB4B7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3044"/>
              <a:ext cx="10" cy="16"/>
            </a:xfrm>
            <a:custGeom>
              <a:avLst/>
              <a:gdLst>
                <a:gd name="T0" fmla="*/ 0 w 5"/>
                <a:gd name="T1" fmla="*/ 85 h 7"/>
                <a:gd name="T2" fmla="*/ 4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0" y="4"/>
                    <a:pt x="3" y="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0" name="Freeform 2351">
              <a:extLst>
                <a:ext uri="{FF2B5EF4-FFF2-40B4-BE49-F238E27FC236}">
                  <a16:creationId xmlns:a16="http://schemas.microsoft.com/office/drawing/2014/main" id="{84FB9149-E9B8-40DA-8D34-BFD792933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3224"/>
              <a:ext cx="10" cy="28"/>
            </a:xfrm>
            <a:custGeom>
              <a:avLst/>
              <a:gdLst>
                <a:gd name="T0" fmla="*/ 0 w 5"/>
                <a:gd name="T1" fmla="*/ 0 h 13"/>
                <a:gd name="T2" fmla="*/ 40 w 5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2" y="5"/>
                    <a:pt x="4" y="9"/>
                    <a:pt x="5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1" name="Freeform 2352">
              <a:extLst>
                <a:ext uri="{FF2B5EF4-FFF2-40B4-BE49-F238E27FC236}">
                  <a16:creationId xmlns:a16="http://schemas.microsoft.com/office/drawing/2014/main" id="{D9C8B6C2-ED55-47B3-87B1-E1CE934DD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078"/>
              <a:ext cx="18" cy="52"/>
            </a:xfrm>
            <a:custGeom>
              <a:avLst/>
              <a:gdLst>
                <a:gd name="T0" fmla="*/ 0 w 9"/>
                <a:gd name="T1" fmla="*/ 0 h 24"/>
                <a:gd name="T2" fmla="*/ 72 w 9"/>
                <a:gd name="T3" fmla="*/ 184 h 24"/>
                <a:gd name="T4" fmla="*/ 16 w 9"/>
                <a:gd name="T5" fmla="*/ 2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5" y="6"/>
                    <a:pt x="5" y="11"/>
                    <a:pt x="9" y="18"/>
                  </a:cubicBezTo>
                  <a:cubicBezTo>
                    <a:pt x="9" y="22"/>
                    <a:pt x="2" y="24"/>
                    <a:pt x="2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2" name="Freeform 2353">
              <a:extLst>
                <a:ext uri="{FF2B5EF4-FFF2-40B4-BE49-F238E27FC236}">
                  <a16:creationId xmlns:a16="http://schemas.microsoft.com/office/drawing/2014/main" id="{6424CFEA-2E09-42F2-AB59-718E09E29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122"/>
              <a:ext cx="25" cy="65"/>
            </a:xfrm>
            <a:custGeom>
              <a:avLst/>
              <a:gdLst>
                <a:gd name="T0" fmla="*/ 0 w 12"/>
                <a:gd name="T1" fmla="*/ 0 h 30"/>
                <a:gd name="T2" fmla="*/ 35 w 12"/>
                <a:gd name="T3" fmla="*/ 61 h 30"/>
                <a:gd name="T4" fmla="*/ 92 w 12"/>
                <a:gd name="T5" fmla="*/ 173 h 30"/>
                <a:gd name="T6" fmla="*/ 100 w 12"/>
                <a:gd name="T7" fmla="*/ 245 h 30"/>
                <a:gd name="T8" fmla="*/ 56 w 12"/>
                <a:gd name="T9" fmla="*/ 30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0">
                  <a:moveTo>
                    <a:pt x="0" y="0"/>
                  </a:moveTo>
                  <a:cubicBezTo>
                    <a:pt x="2" y="1"/>
                    <a:pt x="3" y="4"/>
                    <a:pt x="4" y="6"/>
                  </a:cubicBezTo>
                  <a:cubicBezTo>
                    <a:pt x="6" y="10"/>
                    <a:pt x="8" y="13"/>
                    <a:pt x="10" y="17"/>
                  </a:cubicBezTo>
                  <a:cubicBezTo>
                    <a:pt x="11" y="19"/>
                    <a:pt x="12" y="21"/>
                    <a:pt x="11" y="24"/>
                  </a:cubicBezTo>
                  <a:cubicBezTo>
                    <a:pt x="11" y="26"/>
                    <a:pt x="8" y="30"/>
                    <a:pt x="6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3" name="Freeform 2354">
              <a:extLst>
                <a:ext uri="{FF2B5EF4-FFF2-40B4-BE49-F238E27FC236}">
                  <a16:creationId xmlns:a16="http://schemas.microsoft.com/office/drawing/2014/main" id="{B7784B8D-F214-4AE0-A6A6-1082FA03A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174"/>
              <a:ext cx="18" cy="55"/>
            </a:xfrm>
            <a:custGeom>
              <a:avLst/>
              <a:gdLst>
                <a:gd name="T0" fmla="*/ 0 w 9"/>
                <a:gd name="T1" fmla="*/ 0 h 25"/>
                <a:gd name="T2" fmla="*/ 64 w 9"/>
                <a:gd name="T3" fmla="*/ 178 h 25"/>
                <a:gd name="T4" fmla="*/ 72 w 9"/>
                <a:gd name="T5" fmla="*/ 233 h 25"/>
                <a:gd name="T6" fmla="*/ 24 w 9"/>
                <a:gd name="T7" fmla="*/ 266 h 25"/>
                <a:gd name="T8" fmla="*/ 24 w 9"/>
                <a:gd name="T9" fmla="*/ 26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3" y="5"/>
                    <a:pt x="6" y="10"/>
                    <a:pt x="8" y="17"/>
                  </a:cubicBezTo>
                  <a:cubicBezTo>
                    <a:pt x="8" y="18"/>
                    <a:pt x="9" y="20"/>
                    <a:pt x="9" y="22"/>
                  </a:cubicBezTo>
                  <a:cubicBezTo>
                    <a:pt x="8" y="23"/>
                    <a:pt x="5" y="25"/>
                    <a:pt x="3" y="25"/>
                  </a:cubicBezTo>
                  <a:cubicBezTo>
                    <a:pt x="3" y="25"/>
                    <a:pt x="3" y="25"/>
                    <a:pt x="3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4" name="Freeform 2355">
              <a:extLst>
                <a:ext uri="{FF2B5EF4-FFF2-40B4-BE49-F238E27FC236}">
                  <a16:creationId xmlns:a16="http://schemas.microsoft.com/office/drawing/2014/main" id="{6735916B-D66F-4941-97DC-73B5B0E1D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222"/>
              <a:ext cx="23" cy="50"/>
            </a:xfrm>
            <a:custGeom>
              <a:avLst/>
              <a:gdLst>
                <a:gd name="T0" fmla="*/ 0 w 11"/>
                <a:gd name="T1" fmla="*/ 0 h 23"/>
                <a:gd name="T2" fmla="*/ 84 w 11"/>
                <a:gd name="T3" fmla="*/ 165 h 23"/>
                <a:gd name="T4" fmla="*/ 92 w 11"/>
                <a:gd name="T5" fmla="*/ 202 h 23"/>
                <a:gd name="T6" fmla="*/ 44 w 11"/>
                <a:gd name="T7" fmla="*/ 23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2" y="6"/>
                    <a:pt x="7" y="11"/>
                    <a:pt x="9" y="16"/>
                  </a:cubicBezTo>
                  <a:cubicBezTo>
                    <a:pt x="11" y="18"/>
                    <a:pt x="11" y="18"/>
                    <a:pt x="10" y="20"/>
                  </a:cubicBezTo>
                  <a:cubicBezTo>
                    <a:pt x="9" y="21"/>
                    <a:pt x="6" y="23"/>
                    <a:pt x="5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5" name="Freeform 2356">
              <a:extLst>
                <a:ext uri="{FF2B5EF4-FFF2-40B4-BE49-F238E27FC236}">
                  <a16:creationId xmlns:a16="http://schemas.microsoft.com/office/drawing/2014/main" id="{2EDF65F5-6D47-4FE9-AA73-550990680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268"/>
              <a:ext cx="20" cy="53"/>
            </a:xfrm>
            <a:custGeom>
              <a:avLst/>
              <a:gdLst>
                <a:gd name="T0" fmla="*/ 0 w 10"/>
                <a:gd name="T1" fmla="*/ 0 h 24"/>
                <a:gd name="T2" fmla="*/ 80 w 10"/>
                <a:gd name="T3" fmla="*/ 170 h 24"/>
                <a:gd name="T4" fmla="*/ 32 w 10"/>
                <a:gd name="T5" fmla="*/ 23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3" y="4"/>
                    <a:pt x="9" y="10"/>
                    <a:pt x="10" y="16"/>
                  </a:cubicBezTo>
                  <a:cubicBezTo>
                    <a:pt x="10" y="18"/>
                    <a:pt x="5" y="24"/>
                    <a:pt x="4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6" name="Freeform 2357">
              <a:extLst>
                <a:ext uri="{FF2B5EF4-FFF2-40B4-BE49-F238E27FC236}">
                  <a16:creationId xmlns:a16="http://schemas.microsoft.com/office/drawing/2014/main" id="{B4E094E1-6EDD-49F2-8865-73D633F10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069"/>
              <a:ext cx="37" cy="44"/>
            </a:xfrm>
            <a:custGeom>
              <a:avLst/>
              <a:gdLst>
                <a:gd name="T0" fmla="*/ 97 w 18"/>
                <a:gd name="T1" fmla="*/ 0 h 20"/>
                <a:gd name="T2" fmla="*/ 148 w 18"/>
                <a:gd name="T3" fmla="*/ 125 h 20"/>
                <a:gd name="T4" fmla="*/ 123 w 18"/>
                <a:gd name="T5" fmla="*/ 202 h 20"/>
                <a:gd name="T6" fmla="*/ 43 w 18"/>
                <a:gd name="T7" fmla="*/ 141 h 20"/>
                <a:gd name="T8" fmla="*/ 0 w 18"/>
                <a:gd name="T9" fmla="*/ 3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1" y="0"/>
                  </a:moveTo>
                  <a:cubicBezTo>
                    <a:pt x="13" y="4"/>
                    <a:pt x="15" y="8"/>
                    <a:pt x="17" y="12"/>
                  </a:cubicBezTo>
                  <a:cubicBezTo>
                    <a:pt x="18" y="17"/>
                    <a:pt x="18" y="18"/>
                    <a:pt x="14" y="19"/>
                  </a:cubicBezTo>
                  <a:cubicBezTo>
                    <a:pt x="8" y="20"/>
                    <a:pt x="8" y="18"/>
                    <a:pt x="5" y="13"/>
                  </a:cubicBezTo>
                  <a:cubicBezTo>
                    <a:pt x="3" y="10"/>
                    <a:pt x="2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7" name="Freeform 2358">
              <a:extLst>
                <a:ext uri="{FF2B5EF4-FFF2-40B4-BE49-F238E27FC236}">
                  <a16:creationId xmlns:a16="http://schemas.microsoft.com/office/drawing/2014/main" id="{6C72731C-8ADF-40E7-9CC1-4DA405BCB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102"/>
              <a:ext cx="19" cy="9"/>
            </a:xfrm>
            <a:custGeom>
              <a:avLst/>
              <a:gdLst>
                <a:gd name="T0" fmla="*/ 0 w 9"/>
                <a:gd name="T1" fmla="*/ 45 h 4"/>
                <a:gd name="T2" fmla="*/ 84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4" y="3"/>
                    <a:pt x="6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8" name="Freeform 2359">
              <a:extLst>
                <a:ext uri="{FF2B5EF4-FFF2-40B4-BE49-F238E27FC236}">
                  <a16:creationId xmlns:a16="http://schemas.microsoft.com/office/drawing/2014/main" id="{EDB97A8F-AC8F-4A27-B1CE-49FFD4084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111"/>
              <a:ext cx="20" cy="35"/>
            </a:xfrm>
            <a:custGeom>
              <a:avLst/>
              <a:gdLst>
                <a:gd name="T0" fmla="*/ 32 w 10"/>
                <a:gd name="T1" fmla="*/ 0 h 16"/>
                <a:gd name="T2" fmla="*/ 64 w 10"/>
                <a:gd name="T3" fmla="*/ 125 h 16"/>
                <a:gd name="T4" fmla="*/ 0 w 10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4" y="0"/>
                  </a:moveTo>
                  <a:cubicBezTo>
                    <a:pt x="5" y="4"/>
                    <a:pt x="10" y="8"/>
                    <a:pt x="8" y="12"/>
                  </a:cubicBezTo>
                  <a:cubicBezTo>
                    <a:pt x="7" y="14"/>
                    <a:pt x="3" y="16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9" name="Freeform 2360">
              <a:extLst>
                <a:ext uri="{FF2B5EF4-FFF2-40B4-BE49-F238E27FC236}">
                  <a16:creationId xmlns:a16="http://schemas.microsoft.com/office/drawing/2014/main" id="{6DDE2A4A-8D75-4D2B-BDEC-910778FE8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132"/>
              <a:ext cx="27" cy="18"/>
            </a:xfrm>
            <a:custGeom>
              <a:avLst/>
              <a:gdLst>
                <a:gd name="T0" fmla="*/ 0 w 13"/>
                <a:gd name="T1" fmla="*/ 0 h 8"/>
                <a:gd name="T2" fmla="*/ 52 w 13"/>
                <a:gd name="T3" fmla="*/ 81 h 8"/>
                <a:gd name="T4" fmla="*/ 116 w 13"/>
                <a:gd name="T5" fmla="*/ 4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0"/>
                  </a:moveTo>
                  <a:cubicBezTo>
                    <a:pt x="2" y="4"/>
                    <a:pt x="2" y="8"/>
                    <a:pt x="6" y="7"/>
                  </a:cubicBezTo>
                  <a:cubicBezTo>
                    <a:pt x="8" y="7"/>
                    <a:pt x="11" y="5"/>
                    <a:pt x="13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0" name="Freeform 2361">
              <a:extLst>
                <a:ext uri="{FF2B5EF4-FFF2-40B4-BE49-F238E27FC236}">
                  <a16:creationId xmlns:a16="http://schemas.microsoft.com/office/drawing/2014/main" id="{2DE5B633-22E3-4EA5-A421-6688A805D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148"/>
              <a:ext cx="29" cy="44"/>
            </a:xfrm>
            <a:custGeom>
              <a:avLst/>
              <a:gdLst>
                <a:gd name="T0" fmla="*/ 0 w 14"/>
                <a:gd name="T1" fmla="*/ 0 h 20"/>
                <a:gd name="T2" fmla="*/ 64 w 14"/>
                <a:gd name="T3" fmla="*/ 169 h 20"/>
                <a:gd name="T4" fmla="*/ 124 w 14"/>
                <a:gd name="T5" fmla="*/ 16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3" y="5"/>
                    <a:pt x="4" y="11"/>
                    <a:pt x="7" y="16"/>
                  </a:cubicBezTo>
                  <a:cubicBezTo>
                    <a:pt x="9" y="20"/>
                    <a:pt x="11" y="18"/>
                    <a:pt x="14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1" name="Freeform 2362">
              <a:extLst>
                <a:ext uri="{FF2B5EF4-FFF2-40B4-BE49-F238E27FC236}">
                  <a16:creationId xmlns:a16="http://schemas.microsoft.com/office/drawing/2014/main" id="{F4992669-A729-4CD7-9A10-8B6410C02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187"/>
              <a:ext cx="35" cy="50"/>
            </a:xfrm>
            <a:custGeom>
              <a:avLst/>
              <a:gdLst>
                <a:gd name="T0" fmla="*/ 8 w 17"/>
                <a:gd name="T1" fmla="*/ 0 h 23"/>
                <a:gd name="T2" fmla="*/ 43 w 17"/>
                <a:gd name="T3" fmla="*/ 165 h 23"/>
                <a:gd name="T4" fmla="*/ 115 w 17"/>
                <a:gd name="T5" fmla="*/ 174 h 23"/>
                <a:gd name="T6" fmla="*/ 60 w 17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1" y="0"/>
                  </a:moveTo>
                  <a:cubicBezTo>
                    <a:pt x="0" y="5"/>
                    <a:pt x="3" y="12"/>
                    <a:pt x="5" y="16"/>
                  </a:cubicBezTo>
                  <a:cubicBezTo>
                    <a:pt x="7" y="21"/>
                    <a:pt x="9" y="23"/>
                    <a:pt x="13" y="17"/>
                  </a:cubicBezTo>
                  <a:cubicBezTo>
                    <a:pt x="17" y="12"/>
                    <a:pt x="10" y="5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2" name="Freeform 2363">
              <a:extLst>
                <a:ext uri="{FF2B5EF4-FFF2-40B4-BE49-F238E27FC236}">
                  <a16:creationId xmlns:a16="http://schemas.microsoft.com/office/drawing/2014/main" id="{22D50375-5D23-4E95-9301-8635EDC06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141"/>
              <a:ext cx="18" cy="40"/>
            </a:xfrm>
            <a:custGeom>
              <a:avLst/>
              <a:gdLst>
                <a:gd name="T0" fmla="*/ 0 w 9"/>
                <a:gd name="T1" fmla="*/ 0 h 18"/>
                <a:gd name="T2" fmla="*/ 72 w 9"/>
                <a:gd name="T3" fmla="*/ 19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4" y="5"/>
                    <a:pt x="3" y="16"/>
                    <a:pt x="9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3" name="Freeform 2364">
              <a:extLst>
                <a:ext uri="{FF2B5EF4-FFF2-40B4-BE49-F238E27FC236}">
                  <a16:creationId xmlns:a16="http://schemas.microsoft.com/office/drawing/2014/main" id="{76E6FBA0-8990-4FB0-B200-F43D101CD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108"/>
              <a:ext cx="17" cy="31"/>
            </a:xfrm>
            <a:custGeom>
              <a:avLst/>
              <a:gdLst>
                <a:gd name="T0" fmla="*/ 0 w 8"/>
                <a:gd name="T1" fmla="*/ 0 h 14"/>
                <a:gd name="T2" fmla="*/ 77 w 8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2" y="5"/>
                    <a:pt x="5" y="11"/>
                    <a:pt x="8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4" name="Freeform 2365">
              <a:extLst>
                <a:ext uri="{FF2B5EF4-FFF2-40B4-BE49-F238E27FC236}">
                  <a16:creationId xmlns:a16="http://schemas.microsoft.com/office/drawing/2014/main" id="{FD1AED73-AC03-4C92-B482-E84991780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172"/>
              <a:ext cx="20" cy="22"/>
            </a:xfrm>
            <a:custGeom>
              <a:avLst/>
              <a:gdLst>
                <a:gd name="T0" fmla="*/ 0 w 10"/>
                <a:gd name="T1" fmla="*/ 64 h 10"/>
                <a:gd name="T2" fmla="*/ 80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2" y="10"/>
                    <a:pt x="8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5" name="Freeform 2366">
              <a:extLst>
                <a:ext uri="{FF2B5EF4-FFF2-40B4-BE49-F238E27FC236}">
                  <a16:creationId xmlns:a16="http://schemas.microsoft.com/office/drawing/2014/main" id="{1F15D56C-06EF-46C6-B1B3-9CD9E60D5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148"/>
              <a:ext cx="14" cy="24"/>
            </a:xfrm>
            <a:custGeom>
              <a:avLst/>
              <a:gdLst>
                <a:gd name="T0" fmla="*/ 0 w 7"/>
                <a:gd name="T1" fmla="*/ 0 h 11"/>
                <a:gd name="T2" fmla="*/ 56 w 7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1" y="4"/>
                    <a:pt x="5" y="8"/>
                    <a:pt x="7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6" name="Freeform 2367">
              <a:extLst>
                <a:ext uri="{FF2B5EF4-FFF2-40B4-BE49-F238E27FC236}">
                  <a16:creationId xmlns:a16="http://schemas.microsoft.com/office/drawing/2014/main" id="{9C9B5E2F-7717-4906-92E8-FBB33BEF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211"/>
              <a:ext cx="23" cy="18"/>
            </a:xfrm>
            <a:custGeom>
              <a:avLst/>
              <a:gdLst>
                <a:gd name="T0" fmla="*/ 0 w 11"/>
                <a:gd name="T1" fmla="*/ 92 h 8"/>
                <a:gd name="T2" fmla="*/ 100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5" y="7"/>
                    <a:pt x="9" y="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7" name="Freeform 2368">
              <a:extLst>
                <a:ext uri="{FF2B5EF4-FFF2-40B4-BE49-F238E27FC236}">
                  <a16:creationId xmlns:a16="http://schemas.microsoft.com/office/drawing/2014/main" id="{914D70AE-E32A-4090-9076-89684379D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187"/>
              <a:ext cx="8" cy="18"/>
            </a:xfrm>
            <a:custGeom>
              <a:avLst/>
              <a:gdLst>
                <a:gd name="T0" fmla="*/ 32 w 4"/>
                <a:gd name="T1" fmla="*/ 0 h 8"/>
                <a:gd name="T2" fmla="*/ 16 w 4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1" y="1"/>
                    <a:pt x="0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8" name="Freeform 2369">
              <a:extLst>
                <a:ext uri="{FF2B5EF4-FFF2-40B4-BE49-F238E27FC236}">
                  <a16:creationId xmlns:a16="http://schemas.microsoft.com/office/drawing/2014/main" id="{E80E4E8C-7E74-4933-A7F8-7F75533B3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233"/>
              <a:ext cx="20" cy="42"/>
            </a:xfrm>
            <a:custGeom>
              <a:avLst/>
              <a:gdLst>
                <a:gd name="T0" fmla="*/ 0 w 10"/>
                <a:gd name="T1" fmla="*/ 206 h 19"/>
                <a:gd name="T2" fmla="*/ 72 w 10"/>
                <a:gd name="T3" fmla="*/ 108 h 19"/>
                <a:gd name="T4" fmla="*/ 40 w 1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3" y="18"/>
                    <a:pt x="10" y="14"/>
                    <a:pt x="9" y="10"/>
                  </a:cubicBezTo>
                  <a:cubicBezTo>
                    <a:pt x="8" y="7"/>
                    <a:pt x="5" y="4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9" name="Freeform 2370">
              <a:extLst>
                <a:ext uri="{FF2B5EF4-FFF2-40B4-BE49-F238E27FC236}">
                  <a16:creationId xmlns:a16="http://schemas.microsoft.com/office/drawing/2014/main" id="{7504AEA1-BD34-4D27-9706-9D1BF908C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261"/>
              <a:ext cx="6" cy="11"/>
            </a:xfrm>
            <a:custGeom>
              <a:avLst/>
              <a:gdLst>
                <a:gd name="T0" fmla="*/ 0 w 3"/>
                <a:gd name="T1" fmla="*/ 0 h 5"/>
                <a:gd name="T2" fmla="*/ 24 w 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0" name="Freeform 2371">
              <a:extLst>
                <a:ext uri="{FF2B5EF4-FFF2-40B4-BE49-F238E27FC236}">
                  <a16:creationId xmlns:a16="http://schemas.microsoft.com/office/drawing/2014/main" id="{02D083C8-75E9-4A64-B7FE-8FF61DDC5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128"/>
              <a:ext cx="16" cy="7"/>
            </a:xfrm>
            <a:custGeom>
              <a:avLst/>
              <a:gdLst>
                <a:gd name="T0" fmla="*/ 0 w 8"/>
                <a:gd name="T1" fmla="*/ 0 h 3"/>
                <a:gd name="T2" fmla="*/ 40 w 8"/>
                <a:gd name="T3" fmla="*/ 0 h 3"/>
                <a:gd name="T4" fmla="*/ 64 w 8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7" y="2"/>
                    <a:pt x="8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1" name="Freeform 2372">
              <a:extLst>
                <a:ext uri="{FF2B5EF4-FFF2-40B4-BE49-F238E27FC236}">
                  <a16:creationId xmlns:a16="http://schemas.microsoft.com/office/drawing/2014/main" id="{F58EEBB1-9D66-4306-A0F7-9D71AFC4D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2259"/>
              <a:ext cx="23" cy="9"/>
            </a:xfrm>
            <a:custGeom>
              <a:avLst/>
              <a:gdLst>
                <a:gd name="T0" fmla="*/ 0 w 11"/>
                <a:gd name="T1" fmla="*/ 0 h 4"/>
                <a:gd name="T2" fmla="*/ 56 w 11"/>
                <a:gd name="T3" fmla="*/ 36 h 4"/>
                <a:gd name="T4" fmla="*/ 100 w 1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2" y="3"/>
                    <a:pt x="3" y="4"/>
                    <a:pt x="6" y="3"/>
                  </a:cubicBezTo>
                  <a:cubicBezTo>
                    <a:pt x="8" y="2"/>
                    <a:pt x="10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2" name="Freeform 2373">
              <a:extLst>
                <a:ext uri="{FF2B5EF4-FFF2-40B4-BE49-F238E27FC236}">
                  <a16:creationId xmlns:a16="http://schemas.microsoft.com/office/drawing/2014/main" id="{E8302CA1-A7C5-469E-B9DE-AB3A2A5B7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218"/>
              <a:ext cx="35" cy="85"/>
            </a:xfrm>
            <a:custGeom>
              <a:avLst/>
              <a:gdLst>
                <a:gd name="T0" fmla="*/ 25 w 17"/>
                <a:gd name="T1" fmla="*/ 238 h 39"/>
                <a:gd name="T2" fmla="*/ 89 w 17"/>
                <a:gd name="T3" fmla="*/ 403 h 39"/>
                <a:gd name="T4" fmla="*/ 148 w 17"/>
                <a:gd name="T5" fmla="*/ 371 h 39"/>
                <a:gd name="T6" fmla="*/ 60 w 17"/>
                <a:gd name="T7" fmla="*/ 194 h 39"/>
                <a:gd name="T8" fmla="*/ 16 w 17"/>
                <a:gd name="T9" fmla="*/ 72 h 39"/>
                <a:gd name="T10" fmla="*/ 0 w 17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9">
                  <a:moveTo>
                    <a:pt x="3" y="23"/>
                  </a:moveTo>
                  <a:cubicBezTo>
                    <a:pt x="3" y="25"/>
                    <a:pt x="7" y="37"/>
                    <a:pt x="10" y="39"/>
                  </a:cubicBezTo>
                  <a:cubicBezTo>
                    <a:pt x="12" y="39"/>
                    <a:pt x="15" y="37"/>
                    <a:pt x="17" y="36"/>
                  </a:cubicBezTo>
                  <a:cubicBezTo>
                    <a:pt x="13" y="31"/>
                    <a:pt x="11" y="25"/>
                    <a:pt x="7" y="19"/>
                  </a:cubicBezTo>
                  <a:cubicBezTo>
                    <a:pt x="5" y="15"/>
                    <a:pt x="3" y="12"/>
                    <a:pt x="2" y="7"/>
                  </a:cubicBezTo>
                  <a:cubicBezTo>
                    <a:pt x="1" y="5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3" name="Freeform 2374">
              <a:extLst>
                <a:ext uri="{FF2B5EF4-FFF2-40B4-BE49-F238E27FC236}">
                  <a16:creationId xmlns:a16="http://schemas.microsoft.com/office/drawing/2014/main" id="{1EB947AE-0EE0-42AE-BD1A-86EF893BD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301"/>
              <a:ext cx="33" cy="50"/>
            </a:xfrm>
            <a:custGeom>
              <a:avLst/>
              <a:gdLst>
                <a:gd name="T0" fmla="*/ 8 w 16"/>
                <a:gd name="T1" fmla="*/ 9 h 23"/>
                <a:gd name="T2" fmla="*/ 17 w 16"/>
                <a:gd name="T3" fmla="*/ 72 h 23"/>
                <a:gd name="T4" fmla="*/ 52 w 16"/>
                <a:gd name="T5" fmla="*/ 174 h 23"/>
                <a:gd name="T6" fmla="*/ 124 w 16"/>
                <a:gd name="T7" fmla="*/ 193 h 23"/>
                <a:gd name="T8" fmla="*/ 97 w 16"/>
                <a:gd name="T9" fmla="*/ 93 h 23"/>
                <a:gd name="T10" fmla="*/ 60 w 16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3">
                  <a:moveTo>
                    <a:pt x="1" y="1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11"/>
                    <a:pt x="5" y="14"/>
                    <a:pt x="6" y="17"/>
                  </a:cubicBezTo>
                  <a:cubicBezTo>
                    <a:pt x="8" y="20"/>
                    <a:pt x="11" y="23"/>
                    <a:pt x="14" y="19"/>
                  </a:cubicBezTo>
                  <a:cubicBezTo>
                    <a:pt x="16" y="17"/>
                    <a:pt x="12" y="12"/>
                    <a:pt x="11" y="9"/>
                  </a:cubicBezTo>
                  <a:cubicBezTo>
                    <a:pt x="10" y="6"/>
                    <a:pt x="9" y="2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4" name="Freeform 2375">
              <a:extLst>
                <a:ext uri="{FF2B5EF4-FFF2-40B4-BE49-F238E27FC236}">
                  <a16:creationId xmlns:a16="http://schemas.microsoft.com/office/drawing/2014/main" id="{97AEA961-C9B6-4560-B6C8-E4C9F47E9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340"/>
              <a:ext cx="35" cy="46"/>
            </a:xfrm>
            <a:custGeom>
              <a:avLst/>
              <a:gdLst>
                <a:gd name="T0" fmla="*/ 0 w 17"/>
                <a:gd name="T1" fmla="*/ 20 h 21"/>
                <a:gd name="T2" fmla="*/ 80 w 17"/>
                <a:gd name="T3" fmla="*/ 221 h 21"/>
                <a:gd name="T4" fmla="*/ 124 w 17"/>
                <a:gd name="T5" fmla="*/ 125 h 21"/>
                <a:gd name="T6" fmla="*/ 97 w 17"/>
                <a:gd name="T7" fmla="*/ 85 h 21"/>
                <a:gd name="T8" fmla="*/ 51 w 17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1">
                  <a:moveTo>
                    <a:pt x="0" y="2"/>
                  </a:moveTo>
                  <a:cubicBezTo>
                    <a:pt x="2" y="9"/>
                    <a:pt x="5" y="16"/>
                    <a:pt x="9" y="21"/>
                  </a:cubicBezTo>
                  <a:cubicBezTo>
                    <a:pt x="12" y="17"/>
                    <a:pt x="17" y="19"/>
                    <a:pt x="14" y="12"/>
                  </a:cubicBezTo>
                  <a:cubicBezTo>
                    <a:pt x="14" y="11"/>
                    <a:pt x="12" y="9"/>
                    <a:pt x="11" y="8"/>
                  </a:cubicBezTo>
                  <a:cubicBezTo>
                    <a:pt x="9" y="5"/>
                    <a:pt x="8" y="3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5" name="Freeform 2376">
              <a:extLst>
                <a:ext uri="{FF2B5EF4-FFF2-40B4-BE49-F238E27FC236}">
                  <a16:creationId xmlns:a16="http://schemas.microsoft.com/office/drawing/2014/main" id="{EA78441D-1472-4538-BED3-D63055B3A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305"/>
              <a:ext cx="21" cy="53"/>
            </a:xfrm>
            <a:custGeom>
              <a:avLst/>
              <a:gdLst>
                <a:gd name="T0" fmla="*/ 0 w 10"/>
                <a:gd name="T1" fmla="*/ 0 h 24"/>
                <a:gd name="T2" fmla="*/ 48 w 10"/>
                <a:gd name="T3" fmla="*/ 97 h 24"/>
                <a:gd name="T4" fmla="*/ 92 w 10"/>
                <a:gd name="T5" fmla="*/ 214 h 24"/>
                <a:gd name="T6" fmla="*/ 27 w 10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1" y="3"/>
                    <a:pt x="3" y="6"/>
                    <a:pt x="5" y="9"/>
                  </a:cubicBezTo>
                  <a:cubicBezTo>
                    <a:pt x="6" y="11"/>
                    <a:pt x="10" y="17"/>
                    <a:pt x="10" y="20"/>
                  </a:cubicBezTo>
                  <a:cubicBezTo>
                    <a:pt x="9" y="22"/>
                    <a:pt x="5" y="24"/>
                    <a:pt x="3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6" name="Freeform 2377">
              <a:extLst>
                <a:ext uri="{FF2B5EF4-FFF2-40B4-BE49-F238E27FC236}">
                  <a16:creationId xmlns:a16="http://schemas.microsoft.com/office/drawing/2014/main" id="{408F873C-B117-4F03-BD51-EE3E92F7F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307"/>
              <a:ext cx="23" cy="14"/>
            </a:xfrm>
            <a:custGeom>
              <a:avLst/>
              <a:gdLst>
                <a:gd name="T0" fmla="*/ 0 w 11"/>
                <a:gd name="T1" fmla="*/ 77 h 6"/>
                <a:gd name="T2" fmla="*/ 100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4" y="6"/>
                    <a:pt x="9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7" name="Freeform 2378">
              <a:extLst>
                <a:ext uri="{FF2B5EF4-FFF2-40B4-BE49-F238E27FC236}">
                  <a16:creationId xmlns:a16="http://schemas.microsoft.com/office/drawing/2014/main" id="{DA558F2D-D68E-43DE-BCA6-D65645EF6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268"/>
              <a:ext cx="4" cy="24"/>
            </a:xfrm>
            <a:custGeom>
              <a:avLst/>
              <a:gdLst>
                <a:gd name="T0" fmla="*/ 16 w 2"/>
                <a:gd name="T1" fmla="*/ 113 h 11"/>
                <a:gd name="T2" fmla="*/ 16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11"/>
                  </a:moveTo>
                  <a:cubicBezTo>
                    <a:pt x="1" y="7"/>
                    <a:pt x="0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8" name="Freeform 2379">
              <a:extLst>
                <a:ext uri="{FF2B5EF4-FFF2-40B4-BE49-F238E27FC236}">
                  <a16:creationId xmlns:a16="http://schemas.microsoft.com/office/drawing/2014/main" id="{5E86B5CE-D2E7-469F-BC6F-58FB4960D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345"/>
              <a:ext cx="14" cy="41"/>
            </a:xfrm>
            <a:custGeom>
              <a:avLst/>
              <a:gdLst>
                <a:gd name="T0" fmla="*/ 0 w 7"/>
                <a:gd name="T1" fmla="*/ 0 h 19"/>
                <a:gd name="T2" fmla="*/ 32 w 7"/>
                <a:gd name="T3" fmla="*/ 69 h 19"/>
                <a:gd name="T4" fmla="*/ 56 w 7"/>
                <a:gd name="T5" fmla="*/ 129 h 19"/>
                <a:gd name="T6" fmla="*/ 0 w 7"/>
                <a:gd name="T7" fmla="*/ 19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1" y="2"/>
                    <a:pt x="3" y="4"/>
                    <a:pt x="4" y="7"/>
                  </a:cubicBezTo>
                  <a:cubicBezTo>
                    <a:pt x="5" y="8"/>
                    <a:pt x="7" y="11"/>
                    <a:pt x="7" y="13"/>
                  </a:cubicBezTo>
                  <a:cubicBezTo>
                    <a:pt x="7" y="17"/>
                    <a:pt x="2" y="19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9" name="Freeform 2380">
              <a:extLst>
                <a:ext uri="{FF2B5EF4-FFF2-40B4-BE49-F238E27FC236}">
                  <a16:creationId xmlns:a16="http://schemas.microsoft.com/office/drawing/2014/main" id="{9CA328EA-1C3E-487F-8C99-94A50EE2B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369"/>
              <a:ext cx="25" cy="54"/>
            </a:xfrm>
            <a:custGeom>
              <a:avLst/>
              <a:gdLst>
                <a:gd name="T0" fmla="*/ 0 w 12"/>
                <a:gd name="T1" fmla="*/ 28 h 25"/>
                <a:gd name="T2" fmla="*/ 56 w 12"/>
                <a:gd name="T3" fmla="*/ 89 h 25"/>
                <a:gd name="T4" fmla="*/ 108 w 12"/>
                <a:gd name="T5" fmla="*/ 192 h 25"/>
                <a:gd name="T6" fmla="*/ 8 w 12"/>
                <a:gd name="T7" fmla="*/ 25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0" y="3"/>
                  </a:moveTo>
                  <a:cubicBezTo>
                    <a:pt x="3" y="0"/>
                    <a:pt x="5" y="7"/>
                    <a:pt x="6" y="9"/>
                  </a:cubicBezTo>
                  <a:cubicBezTo>
                    <a:pt x="8" y="11"/>
                    <a:pt x="12" y="16"/>
                    <a:pt x="12" y="19"/>
                  </a:cubicBezTo>
                  <a:cubicBezTo>
                    <a:pt x="11" y="23"/>
                    <a:pt x="4" y="24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0" name="Freeform 2381">
              <a:extLst>
                <a:ext uri="{FF2B5EF4-FFF2-40B4-BE49-F238E27FC236}">
                  <a16:creationId xmlns:a16="http://schemas.microsoft.com/office/drawing/2014/main" id="{7B1A0B81-79AB-417B-B0C7-DE501DEB8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415"/>
              <a:ext cx="17" cy="45"/>
            </a:xfrm>
            <a:custGeom>
              <a:avLst/>
              <a:gdLst>
                <a:gd name="T0" fmla="*/ 9 w 8"/>
                <a:gd name="T1" fmla="*/ 0 h 21"/>
                <a:gd name="T2" fmla="*/ 49 w 8"/>
                <a:gd name="T3" fmla="*/ 88 h 21"/>
                <a:gd name="T4" fmla="*/ 68 w 8"/>
                <a:gd name="T5" fmla="*/ 156 h 21"/>
                <a:gd name="T6" fmla="*/ 0 w 8"/>
                <a:gd name="T7" fmla="*/ 1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1">
                  <a:moveTo>
                    <a:pt x="1" y="0"/>
                  </a:moveTo>
                  <a:cubicBezTo>
                    <a:pt x="2" y="3"/>
                    <a:pt x="3" y="6"/>
                    <a:pt x="5" y="9"/>
                  </a:cubicBezTo>
                  <a:cubicBezTo>
                    <a:pt x="5" y="10"/>
                    <a:pt x="8" y="14"/>
                    <a:pt x="7" y="16"/>
                  </a:cubicBezTo>
                  <a:cubicBezTo>
                    <a:pt x="7" y="18"/>
                    <a:pt x="3" y="21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1" name="Freeform 2382">
              <a:extLst>
                <a:ext uri="{FF2B5EF4-FFF2-40B4-BE49-F238E27FC236}">
                  <a16:creationId xmlns:a16="http://schemas.microsoft.com/office/drawing/2014/main" id="{46C981AA-3428-4FA1-9ACA-0D109D189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454"/>
              <a:ext cx="18" cy="48"/>
            </a:xfrm>
            <a:custGeom>
              <a:avLst/>
              <a:gdLst>
                <a:gd name="T0" fmla="*/ 0 w 9"/>
                <a:gd name="T1" fmla="*/ 0 h 22"/>
                <a:gd name="T2" fmla="*/ 48 w 9"/>
                <a:gd name="T3" fmla="*/ 124 h 22"/>
                <a:gd name="T4" fmla="*/ 72 w 9"/>
                <a:gd name="T5" fmla="*/ 194 h 22"/>
                <a:gd name="T6" fmla="*/ 40 w 9"/>
                <a:gd name="T7" fmla="*/ 2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cubicBezTo>
                    <a:pt x="3" y="4"/>
                    <a:pt x="4" y="8"/>
                    <a:pt x="6" y="12"/>
                  </a:cubicBezTo>
                  <a:cubicBezTo>
                    <a:pt x="7" y="14"/>
                    <a:pt x="9" y="17"/>
                    <a:pt x="9" y="19"/>
                  </a:cubicBezTo>
                  <a:cubicBezTo>
                    <a:pt x="9" y="21"/>
                    <a:pt x="7" y="21"/>
                    <a:pt x="5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2" name="Freeform 2383">
              <a:extLst>
                <a:ext uri="{FF2B5EF4-FFF2-40B4-BE49-F238E27FC236}">
                  <a16:creationId xmlns:a16="http://schemas.microsoft.com/office/drawing/2014/main" id="{36B3D127-D0B1-43B5-9851-A7E803D76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390"/>
              <a:ext cx="35" cy="31"/>
            </a:xfrm>
            <a:custGeom>
              <a:avLst/>
              <a:gdLst>
                <a:gd name="T0" fmla="*/ 16 w 17"/>
                <a:gd name="T1" fmla="*/ 0 h 14"/>
                <a:gd name="T2" fmla="*/ 8 w 17"/>
                <a:gd name="T3" fmla="*/ 35 h 14"/>
                <a:gd name="T4" fmla="*/ 43 w 17"/>
                <a:gd name="T5" fmla="*/ 117 h 14"/>
                <a:gd name="T6" fmla="*/ 148 w 17"/>
                <a:gd name="T7" fmla="*/ 9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2" y="0"/>
                  </a:moveTo>
                  <a:cubicBezTo>
                    <a:pt x="0" y="1"/>
                    <a:pt x="0" y="1"/>
                    <a:pt x="1" y="3"/>
                  </a:cubicBezTo>
                  <a:cubicBezTo>
                    <a:pt x="1" y="4"/>
                    <a:pt x="4" y="10"/>
                    <a:pt x="5" y="11"/>
                  </a:cubicBezTo>
                  <a:cubicBezTo>
                    <a:pt x="7" y="14"/>
                    <a:pt x="15" y="12"/>
                    <a:pt x="17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3" name="Freeform 2384">
              <a:extLst>
                <a:ext uri="{FF2B5EF4-FFF2-40B4-BE49-F238E27FC236}">
                  <a16:creationId xmlns:a16="http://schemas.microsoft.com/office/drawing/2014/main" id="{4FB15B52-33F9-41FC-BB45-C60E0FC42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421"/>
              <a:ext cx="31" cy="35"/>
            </a:xfrm>
            <a:custGeom>
              <a:avLst/>
              <a:gdLst>
                <a:gd name="T0" fmla="*/ 0 w 15"/>
                <a:gd name="T1" fmla="*/ 0 h 16"/>
                <a:gd name="T2" fmla="*/ 35 w 15"/>
                <a:gd name="T3" fmla="*/ 96 h 16"/>
                <a:gd name="T4" fmla="*/ 81 w 15"/>
                <a:gd name="T5" fmla="*/ 168 h 16"/>
                <a:gd name="T6" fmla="*/ 132 w 15"/>
                <a:gd name="T7" fmla="*/ 1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1" y="3"/>
                    <a:pt x="3" y="6"/>
                    <a:pt x="4" y="9"/>
                  </a:cubicBezTo>
                  <a:cubicBezTo>
                    <a:pt x="5" y="10"/>
                    <a:pt x="7" y="16"/>
                    <a:pt x="9" y="16"/>
                  </a:cubicBezTo>
                  <a:cubicBezTo>
                    <a:pt x="11" y="16"/>
                    <a:pt x="14" y="14"/>
                    <a:pt x="15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4" name="Freeform 2385">
              <a:extLst>
                <a:ext uri="{FF2B5EF4-FFF2-40B4-BE49-F238E27FC236}">
                  <a16:creationId xmlns:a16="http://schemas.microsoft.com/office/drawing/2014/main" id="{B67CEDA1-74BF-438A-AB0A-C6085A4D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377"/>
              <a:ext cx="15" cy="33"/>
            </a:xfrm>
            <a:custGeom>
              <a:avLst/>
              <a:gdLst>
                <a:gd name="T0" fmla="*/ 0 w 7"/>
                <a:gd name="T1" fmla="*/ 0 h 15"/>
                <a:gd name="T2" fmla="*/ 69 w 7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2" y="6"/>
                    <a:pt x="4" y="11"/>
                    <a:pt x="7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5" name="Freeform 2386">
              <a:extLst>
                <a:ext uri="{FF2B5EF4-FFF2-40B4-BE49-F238E27FC236}">
                  <a16:creationId xmlns:a16="http://schemas.microsoft.com/office/drawing/2014/main" id="{8C7F01DD-ECB6-4052-9820-3523D9DE6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412"/>
              <a:ext cx="18" cy="38"/>
            </a:xfrm>
            <a:custGeom>
              <a:avLst/>
              <a:gdLst>
                <a:gd name="T0" fmla="*/ 0 w 9"/>
                <a:gd name="T1" fmla="*/ 0 h 17"/>
                <a:gd name="T2" fmla="*/ 72 w 9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2" y="5"/>
                    <a:pt x="8" y="12"/>
                    <a:pt x="9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6" name="Freeform 2387">
              <a:extLst>
                <a:ext uri="{FF2B5EF4-FFF2-40B4-BE49-F238E27FC236}">
                  <a16:creationId xmlns:a16="http://schemas.microsoft.com/office/drawing/2014/main" id="{49A4D04F-7B28-43D5-82E9-007B8869F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447"/>
              <a:ext cx="37" cy="66"/>
            </a:xfrm>
            <a:custGeom>
              <a:avLst/>
              <a:gdLst>
                <a:gd name="T0" fmla="*/ 60 w 18"/>
                <a:gd name="T1" fmla="*/ 0 h 30"/>
                <a:gd name="T2" fmla="*/ 140 w 18"/>
                <a:gd name="T3" fmla="*/ 125 h 30"/>
                <a:gd name="T4" fmla="*/ 140 w 18"/>
                <a:gd name="T5" fmla="*/ 246 h 30"/>
                <a:gd name="T6" fmla="*/ 0 w 18"/>
                <a:gd name="T7" fmla="*/ 5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7" y="0"/>
                  </a:moveTo>
                  <a:cubicBezTo>
                    <a:pt x="9" y="4"/>
                    <a:pt x="13" y="8"/>
                    <a:pt x="16" y="12"/>
                  </a:cubicBezTo>
                  <a:cubicBezTo>
                    <a:pt x="18" y="15"/>
                    <a:pt x="17" y="20"/>
                    <a:pt x="16" y="23"/>
                  </a:cubicBezTo>
                  <a:cubicBezTo>
                    <a:pt x="10" y="30"/>
                    <a:pt x="3" y="8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7" name="Freeform 2388">
              <a:extLst>
                <a:ext uri="{FF2B5EF4-FFF2-40B4-BE49-F238E27FC236}">
                  <a16:creationId xmlns:a16="http://schemas.microsoft.com/office/drawing/2014/main" id="{C527271F-5312-47A4-B867-EF50138C2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347"/>
              <a:ext cx="18" cy="13"/>
            </a:xfrm>
            <a:custGeom>
              <a:avLst/>
              <a:gdLst>
                <a:gd name="T0" fmla="*/ 0 w 9"/>
                <a:gd name="T1" fmla="*/ 52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3" y="6"/>
                    <a:pt x="7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8" name="Freeform 2389">
              <a:extLst>
                <a:ext uri="{FF2B5EF4-FFF2-40B4-BE49-F238E27FC236}">
                  <a16:creationId xmlns:a16="http://schemas.microsoft.com/office/drawing/2014/main" id="{FF62B28C-735E-4387-94E9-E56044077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393"/>
              <a:ext cx="13" cy="4"/>
            </a:xfrm>
            <a:custGeom>
              <a:avLst/>
              <a:gdLst>
                <a:gd name="T0" fmla="*/ 0 w 6"/>
                <a:gd name="T1" fmla="*/ 16 h 2"/>
                <a:gd name="T2" fmla="*/ 6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9" name="Freeform 2390">
              <a:extLst>
                <a:ext uri="{FF2B5EF4-FFF2-40B4-BE49-F238E27FC236}">
                  <a16:creationId xmlns:a16="http://schemas.microsoft.com/office/drawing/2014/main" id="{269C5114-72E7-41BD-BEA2-ADD7FC4A8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355"/>
              <a:ext cx="6" cy="18"/>
            </a:xfrm>
            <a:custGeom>
              <a:avLst/>
              <a:gdLst>
                <a:gd name="T0" fmla="*/ 16 w 3"/>
                <a:gd name="T1" fmla="*/ 0 h 8"/>
                <a:gd name="T2" fmla="*/ 24 w 3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0"/>
                  </a:moveTo>
                  <a:cubicBezTo>
                    <a:pt x="0" y="2"/>
                    <a:pt x="1" y="6"/>
                    <a:pt x="3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0" name="Freeform 2391">
              <a:extLst>
                <a:ext uri="{FF2B5EF4-FFF2-40B4-BE49-F238E27FC236}">
                  <a16:creationId xmlns:a16="http://schemas.microsoft.com/office/drawing/2014/main" id="{E173B025-88BE-45F7-BC47-291CEA2B0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434"/>
              <a:ext cx="22" cy="16"/>
            </a:xfrm>
            <a:custGeom>
              <a:avLst/>
              <a:gdLst>
                <a:gd name="T0" fmla="*/ 0 w 11"/>
                <a:gd name="T1" fmla="*/ 48 h 7"/>
                <a:gd name="T2" fmla="*/ 88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5" y="7"/>
                    <a:pt x="8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1" name="Freeform 2392">
              <a:extLst>
                <a:ext uri="{FF2B5EF4-FFF2-40B4-BE49-F238E27FC236}">
                  <a16:creationId xmlns:a16="http://schemas.microsoft.com/office/drawing/2014/main" id="{C1BF48D5-1C3F-48BE-A62D-E4061EADD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2401"/>
              <a:ext cx="8" cy="9"/>
            </a:xfrm>
            <a:custGeom>
              <a:avLst/>
              <a:gdLst>
                <a:gd name="T0" fmla="*/ 0 w 4"/>
                <a:gd name="T1" fmla="*/ 45 h 4"/>
                <a:gd name="T2" fmla="*/ 32 w 4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2" name="Freeform 2393">
              <a:extLst>
                <a:ext uri="{FF2B5EF4-FFF2-40B4-BE49-F238E27FC236}">
                  <a16:creationId xmlns:a16="http://schemas.microsoft.com/office/drawing/2014/main" id="{173FAE59-F6CE-473A-B081-D42AD5593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474"/>
              <a:ext cx="27" cy="19"/>
            </a:xfrm>
            <a:custGeom>
              <a:avLst/>
              <a:gdLst>
                <a:gd name="T0" fmla="*/ 0 w 13"/>
                <a:gd name="T1" fmla="*/ 68 h 9"/>
                <a:gd name="T2" fmla="*/ 116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5" y="9"/>
                    <a:pt x="10" y="4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3" name="Freeform 2394">
              <a:extLst>
                <a:ext uri="{FF2B5EF4-FFF2-40B4-BE49-F238E27FC236}">
                  <a16:creationId xmlns:a16="http://schemas.microsoft.com/office/drawing/2014/main" id="{4F6BDD83-3819-47F7-9943-C1F8C6C3B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312"/>
              <a:ext cx="14" cy="9"/>
            </a:xfrm>
            <a:custGeom>
              <a:avLst/>
              <a:gdLst>
                <a:gd name="T0" fmla="*/ 0 w 7"/>
                <a:gd name="T1" fmla="*/ 25 h 4"/>
                <a:gd name="T2" fmla="*/ 56 w 7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2" y="0"/>
                    <a:pt x="6" y="2"/>
                    <a:pt x="7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4" name="Freeform 2395">
              <a:extLst>
                <a:ext uri="{FF2B5EF4-FFF2-40B4-BE49-F238E27FC236}">
                  <a16:creationId xmlns:a16="http://schemas.microsoft.com/office/drawing/2014/main" id="{6A5CE662-BFA8-4302-81EB-BDB265C9E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495"/>
              <a:ext cx="27" cy="57"/>
            </a:xfrm>
            <a:custGeom>
              <a:avLst/>
              <a:gdLst>
                <a:gd name="T0" fmla="*/ 0 w 13"/>
                <a:gd name="T1" fmla="*/ 0 h 26"/>
                <a:gd name="T2" fmla="*/ 116 w 13"/>
                <a:gd name="T3" fmla="*/ 221 h 26"/>
                <a:gd name="T4" fmla="*/ 100 w 13"/>
                <a:gd name="T5" fmla="*/ 27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5" y="7"/>
                    <a:pt x="9" y="14"/>
                    <a:pt x="13" y="21"/>
                  </a:cubicBezTo>
                  <a:cubicBezTo>
                    <a:pt x="13" y="25"/>
                    <a:pt x="11" y="26"/>
                    <a:pt x="11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5" name="Freeform 2396">
              <a:extLst>
                <a:ext uri="{FF2B5EF4-FFF2-40B4-BE49-F238E27FC236}">
                  <a16:creationId xmlns:a16="http://schemas.microsoft.com/office/drawing/2014/main" id="{29F334C3-9D41-498C-93B1-573B68AC6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618"/>
              <a:ext cx="27" cy="68"/>
            </a:xfrm>
            <a:custGeom>
              <a:avLst/>
              <a:gdLst>
                <a:gd name="T0" fmla="*/ 0 w 13"/>
                <a:gd name="T1" fmla="*/ 0 h 31"/>
                <a:gd name="T2" fmla="*/ 35 w 13"/>
                <a:gd name="T3" fmla="*/ 72 h 31"/>
                <a:gd name="T4" fmla="*/ 100 w 13"/>
                <a:gd name="T5" fmla="*/ 178 h 31"/>
                <a:gd name="T6" fmla="*/ 108 w 13"/>
                <a:gd name="T7" fmla="*/ 254 h 31"/>
                <a:gd name="T8" fmla="*/ 44 w 13"/>
                <a:gd name="T9" fmla="*/ 32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1">
                  <a:moveTo>
                    <a:pt x="0" y="0"/>
                  </a:moveTo>
                  <a:cubicBezTo>
                    <a:pt x="2" y="1"/>
                    <a:pt x="3" y="5"/>
                    <a:pt x="4" y="7"/>
                  </a:cubicBezTo>
                  <a:cubicBezTo>
                    <a:pt x="6" y="10"/>
                    <a:pt x="9" y="14"/>
                    <a:pt x="11" y="17"/>
                  </a:cubicBezTo>
                  <a:cubicBezTo>
                    <a:pt x="12" y="19"/>
                    <a:pt x="13" y="22"/>
                    <a:pt x="12" y="24"/>
                  </a:cubicBezTo>
                  <a:cubicBezTo>
                    <a:pt x="12" y="26"/>
                    <a:pt x="7" y="31"/>
                    <a:pt x="5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6" name="Freeform 2397">
              <a:extLst>
                <a:ext uri="{FF2B5EF4-FFF2-40B4-BE49-F238E27FC236}">
                  <a16:creationId xmlns:a16="http://schemas.microsoft.com/office/drawing/2014/main" id="{A26664DE-70D5-43D0-B5C1-E9477725E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670"/>
              <a:ext cx="20" cy="57"/>
            </a:xfrm>
            <a:custGeom>
              <a:avLst/>
              <a:gdLst>
                <a:gd name="T0" fmla="*/ 0 w 10"/>
                <a:gd name="T1" fmla="*/ 0 h 26"/>
                <a:gd name="T2" fmla="*/ 64 w 10"/>
                <a:gd name="T3" fmla="*/ 178 h 26"/>
                <a:gd name="T4" fmla="*/ 80 w 10"/>
                <a:gd name="T5" fmla="*/ 230 h 26"/>
                <a:gd name="T6" fmla="*/ 32 w 10"/>
                <a:gd name="T7" fmla="*/ 274 h 26"/>
                <a:gd name="T8" fmla="*/ 32 w 10"/>
                <a:gd name="T9" fmla="*/ 2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3" y="6"/>
                    <a:pt x="6" y="11"/>
                    <a:pt x="8" y="17"/>
                  </a:cubicBezTo>
                  <a:cubicBezTo>
                    <a:pt x="9" y="18"/>
                    <a:pt x="10" y="20"/>
                    <a:pt x="10" y="22"/>
                  </a:cubicBezTo>
                  <a:cubicBezTo>
                    <a:pt x="9" y="23"/>
                    <a:pt x="5" y="25"/>
                    <a:pt x="4" y="26"/>
                  </a:cubicBezTo>
                  <a:cubicBezTo>
                    <a:pt x="3" y="25"/>
                    <a:pt x="4" y="25"/>
                    <a:pt x="4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7" name="Freeform 2398">
              <a:extLst>
                <a:ext uri="{FF2B5EF4-FFF2-40B4-BE49-F238E27FC236}">
                  <a16:creationId xmlns:a16="http://schemas.microsoft.com/office/drawing/2014/main" id="{183AA371-F2BB-4216-AF84-C610B9228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718"/>
              <a:ext cx="23" cy="49"/>
            </a:xfrm>
            <a:custGeom>
              <a:avLst/>
              <a:gdLst>
                <a:gd name="T0" fmla="*/ 0 w 11"/>
                <a:gd name="T1" fmla="*/ 0 h 22"/>
                <a:gd name="T2" fmla="*/ 92 w 11"/>
                <a:gd name="T3" fmla="*/ 178 h 22"/>
                <a:gd name="T4" fmla="*/ 92 w 11"/>
                <a:gd name="T5" fmla="*/ 209 h 22"/>
                <a:gd name="T6" fmla="*/ 56 w 11"/>
                <a:gd name="T7" fmla="*/ 24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2" y="6"/>
                    <a:pt x="7" y="10"/>
                    <a:pt x="10" y="16"/>
                  </a:cubicBezTo>
                  <a:cubicBezTo>
                    <a:pt x="11" y="18"/>
                    <a:pt x="11" y="18"/>
                    <a:pt x="10" y="19"/>
                  </a:cubicBezTo>
                  <a:cubicBezTo>
                    <a:pt x="10" y="20"/>
                    <a:pt x="7" y="22"/>
                    <a:pt x="6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8" name="Freeform 2399">
              <a:extLst>
                <a:ext uri="{FF2B5EF4-FFF2-40B4-BE49-F238E27FC236}">
                  <a16:creationId xmlns:a16="http://schemas.microsoft.com/office/drawing/2014/main" id="{40EA4271-B6B5-4210-876E-BC2C03322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762"/>
              <a:ext cx="22" cy="48"/>
            </a:xfrm>
            <a:custGeom>
              <a:avLst/>
              <a:gdLst>
                <a:gd name="T0" fmla="*/ 0 w 11"/>
                <a:gd name="T1" fmla="*/ 0 h 22"/>
                <a:gd name="T2" fmla="*/ 88 w 11"/>
                <a:gd name="T3" fmla="*/ 166 h 22"/>
                <a:gd name="T4" fmla="*/ 32 w 11"/>
                <a:gd name="T5" fmla="*/ 20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4" y="5"/>
                    <a:pt x="10" y="10"/>
                    <a:pt x="11" y="16"/>
                  </a:cubicBezTo>
                  <a:cubicBezTo>
                    <a:pt x="11" y="18"/>
                    <a:pt x="6" y="22"/>
                    <a:pt x="4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9" name="Freeform 2400">
              <a:extLst>
                <a:ext uri="{FF2B5EF4-FFF2-40B4-BE49-F238E27FC236}">
                  <a16:creationId xmlns:a16="http://schemas.microsoft.com/office/drawing/2014/main" id="{FE4B9D2B-9C3F-4739-B93D-5E9BA5E4F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493"/>
              <a:ext cx="35" cy="44"/>
            </a:xfrm>
            <a:custGeom>
              <a:avLst/>
              <a:gdLst>
                <a:gd name="T0" fmla="*/ 80 w 17"/>
                <a:gd name="T1" fmla="*/ 0 h 20"/>
                <a:gd name="T2" fmla="*/ 132 w 17"/>
                <a:gd name="T3" fmla="*/ 125 h 20"/>
                <a:gd name="T4" fmla="*/ 105 w 17"/>
                <a:gd name="T5" fmla="*/ 202 h 20"/>
                <a:gd name="T6" fmla="*/ 25 w 17"/>
                <a:gd name="T7" fmla="*/ 141 h 20"/>
                <a:gd name="T8" fmla="*/ 0 w 17"/>
                <a:gd name="T9" fmla="*/ 2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9" y="0"/>
                  </a:moveTo>
                  <a:cubicBezTo>
                    <a:pt x="10" y="4"/>
                    <a:pt x="13" y="8"/>
                    <a:pt x="15" y="12"/>
                  </a:cubicBezTo>
                  <a:cubicBezTo>
                    <a:pt x="16" y="16"/>
                    <a:pt x="17" y="18"/>
                    <a:pt x="12" y="19"/>
                  </a:cubicBezTo>
                  <a:cubicBezTo>
                    <a:pt x="6" y="20"/>
                    <a:pt x="6" y="18"/>
                    <a:pt x="3" y="13"/>
                  </a:cubicBezTo>
                  <a:cubicBezTo>
                    <a:pt x="2" y="10"/>
                    <a:pt x="2" y="4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0" name="Freeform 2401">
              <a:extLst>
                <a:ext uri="{FF2B5EF4-FFF2-40B4-BE49-F238E27FC236}">
                  <a16:creationId xmlns:a16="http://schemas.microsoft.com/office/drawing/2014/main" id="{F49B0E30-4BD2-498D-A4CF-1482898F8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526"/>
              <a:ext cx="16" cy="9"/>
            </a:xfrm>
            <a:custGeom>
              <a:avLst/>
              <a:gdLst>
                <a:gd name="T0" fmla="*/ 0 w 8"/>
                <a:gd name="T1" fmla="*/ 45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1" name="Freeform 2402">
              <a:extLst>
                <a:ext uri="{FF2B5EF4-FFF2-40B4-BE49-F238E27FC236}">
                  <a16:creationId xmlns:a16="http://schemas.microsoft.com/office/drawing/2014/main" id="{590EC08F-7840-4216-9622-46EF70DA8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535"/>
              <a:ext cx="19" cy="35"/>
            </a:xfrm>
            <a:custGeom>
              <a:avLst/>
              <a:gdLst>
                <a:gd name="T0" fmla="*/ 36 w 9"/>
                <a:gd name="T1" fmla="*/ 0 h 16"/>
                <a:gd name="T2" fmla="*/ 76 w 9"/>
                <a:gd name="T3" fmla="*/ 125 h 16"/>
                <a:gd name="T4" fmla="*/ 0 w 9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4" y="0"/>
                  </a:moveTo>
                  <a:cubicBezTo>
                    <a:pt x="4" y="4"/>
                    <a:pt x="9" y="8"/>
                    <a:pt x="8" y="12"/>
                  </a:cubicBezTo>
                  <a:cubicBezTo>
                    <a:pt x="7" y="14"/>
                    <a:pt x="2" y="16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2" name="Freeform 2403">
              <a:extLst>
                <a:ext uri="{FF2B5EF4-FFF2-40B4-BE49-F238E27FC236}">
                  <a16:creationId xmlns:a16="http://schemas.microsoft.com/office/drawing/2014/main" id="{1A864758-8712-4E0F-8DF8-745087D4D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557"/>
              <a:ext cx="26" cy="15"/>
            </a:xfrm>
            <a:custGeom>
              <a:avLst/>
              <a:gdLst>
                <a:gd name="T0" fmla="*/ 0 w 13"/>
                <a:gd name="T1" fmla="*/ 0 h 7"/>
                <a:gd name="T2" fmla="*/ 48 w 13"/>
                <a:gd name="T3" fmla="*/ 69 h 7"/>
                <a:gd name="T4" fmla="*/ 104 w 13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1" y="3"/>
                    <a:pt x="2" y="7"/>
                    <a:pt x="6" y="7"/>
                  </a:cubicBezTo>
                  <a:cubicBezTo>
                    <a:pt x="8" y="6"/>
                    <a:pt x="11" y="4"/>
                    <a:pt x="13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3" name="Freeform 2404">
              <a:extLst>
                <a:ext uri="{FF2B5EF4-FFF2-40B4-BE49-F238E27FC236}">
                  <a16:creationId xmlns:a16="http://schemas.microsoft.com/office/drawing/2014/main" id="{68EF21CD-3CF6-429D-A016-D196F078D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644"/>
              <a:ext cx="33" cy="42"/>
            </a:xfrm>
            <a:custGeom>
              <a:avLst/>
              <a:gdLst>
                <a:gd name="T0" fmla="*/ 0 w 16"/>
                <a:gd name="T1" fmla="*/ 0 h 19"/>
                <a:gd name="T2" fmla="*/ 72 w 16"/>
                <a:gd name="T3" fmla="*/ 170 h 19"/>
                <a:gd name="T4" fmla="*/ 140 w 16"/>
                <a:gd name="T5" fmla="*/ 17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0"/>
                  </a:moveTo>
                  <a:cubicBezTo>
                    <a:pt x="4" y="5"/>
                    <a:pt x="5" y="11"/>
                    <a:pt x="8" y="16"/>
                  </a:cubicBezTo>
                  <a:cubicBezTo>
                    <a:pt x="11" y="19"/>
                    <a:pt x="12" y="18"/>
                    <a:pt x="16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4" name="Freeform 2405">
              <a:extLst>
                <a:ext uri="{FF2B5EF4-FFF2-40B4-BE49-F238E27FC236}">
                  <a16:creationId xmlns:a16="http://schemas.microsoft.com/office/drawing/2014/main" id="{1E3C8634-1183-448C-BD68-2502ACD62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683"/>
              <a:ext cx="37" cy="49"/>
            </a:xfrm>
            <a:custGeom>
              <a:avLst/>
              <a:gdLst>
                <a:gd name="T0" fmla="*/ 8 w 18"/>
                <a:gd name="T1" fmla="*/ 0 h 22"/>
                <a:gd name="T2" fmla="*/ 51 w 18"/>
                <a:gd name="T3" fmla="*/ 165 h 22"/>
                <a:gd name="T4" fmla="*/ 123 w 18"/>
                <a:gd name="T5" fmla="*/ 189 h 22"/>
                <a:gd name="T6" fmla="*/ 60 w 1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2">
                  <a:moveTo>
                    <a:pt x="1" y="0"/>
                  </a:moveTo>
                  <a:cubicBezTo>
                    <a:pt x="0" y="4"/>
                    <a:pt x="4" y="12"/>
                    <a:pt x="6" y="15"/>
                  </a:cubicBezTo>
                  <a:cubicBezTo>
                    <a:pt x="8" y="20"/>
                    <a:pt x="10" y="22"/>
                    <a:pt x="14" y="17"/>
                  </a:cubicBezTo>
                  <a:cubicBezTo>
                    <a:pt x="18" y="11"/>
                    <a:pt x="10" y="5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5" name="Freeform 2406">
              <a:extLst>
                <a:ext uri="{FF2B5EF4-FFF2-40B4-BE49-F238E27FC236}">
                  <a16:creationId xmlns:a16="http://schemas.microsoft.com/office/drawing/2014/main" id="{3F8A85A7-5C1C-4D86-9341-656D020C2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638"/>
              <a:ext cx="20" cy="39"/>
            </a:xfrm>
            <a:custGeom>
              <a:avLst/>
              <a:gdLst>
                <a:gd name="T0" fmla="*/ 0 w 10"/>
                <a:gd name="T1" fmla="*/ 0 h 18"/>
                <a:gd name="T2" fmla="*/ 80 w 10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4" y="4"/>
                    <a:pt x="4" y="15"/>
                    <a:pt x="10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6" name="Freeform 2407">
              <a:extLst>
                <a:ext uri="{FF2B5EF4-FFF2-40B4-BE49-F238E27FC236}">
                  <a16:creationId xmlns:a16="http://schemas.microsoft.com/office/drawing/2014/main" id="{434367A1-5B03-400E-8127-CCC24EC5E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666"/>
              <a:ext cx="20" cy="24"/>
            </a:xfrm>
            <a:custGeom>
              <a:avLst/>
              <a:gdLst>
                <a:gd name="T0" fmla="*/ 0 w 10"/>
                <a:gd name="T1" fmla="*/ 72 h 11"/>
                <a:gd name="T2" fmla="*/ 80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7"/>
                  </a:moveTo>
                  <a:cubicBezTo>
                    <a:pt x="3" y="11"/>
                    <a:pt x="8" y="3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7" name="Freeform 2408">
              <a:extLst>
                <a:ext uri="{FF2B5EF4-FFF2-40B4-BE49-F238E27FC236}">
                  <a16:creationId xmlns:a16="http://schemas.microsoft.com/office/drawing/2014/main" id="{753A9D0D-B70C-48D4-AF41-FB5F76E0A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708"/>
              <a:ext cx="23" cy="17"/>
            </a:xfrm>
            <a:custGeom>
              <a:avLst/>
              <a:gdLst>
                <a:gd name="T0" fmla="*/ 0 w 11"/>
                <a:gd name="T1" fmla="*/ 77 h 8"/>
                <a:gd name="T2" fmla="*/ 100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5" y="7"/>
                    <a:pt x="9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8" name="Freeform 2409">
              <a:extLst>
                <a:ext uri="{FF2B5EF4-FFF2-40B4-BE49-F238E27FC236}">
                  <a16:creationId xmlns:a16="http://schemas.microsoft.com/office/drawing/2014/main" id="{103E3B0E-A324-4C9F-83A5-568CF52AC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683"/>
              <a:ext cx="6" cy="18"/>
            </a:xfrm>
            <a:custGeom>
              <a:avLst/>
              <a:gdLst>
                <a:gd name="T0" fmla="*/ 24 w 3"/>
                <a:gd name="T1" fmla="*/ 0 h 8"/>
                <a:gd name="T2" fmla="*/ 16 w 3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1"/>
                    <a:pt x="0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9" name="Freeform 2410">
              <a:extLst>
                <a:ext uri="{FF2B5EF4-FFF2-40B4-BE49-F238E27FC236}">
                  <a16:creationId xmlns:a16="http://schemas.microsoft.com/office/drawing/2014/main" id="{7FA01197-115D-4487-BADB-C7AFE6DA0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2729"/>
              <a:ext cx="20" cy="42"/>
            </a:xfrm>
            <a:custGeom>
              <a:avLst/>
              <a:gdLst>
                <a:gd name="T0" fmla="*/ 0 w 10"/>
                <a:gd name="T1" fmla="*/ 206 h 19"/>
                <a:gd name="T2" fmla="*/ 72 w 10"/>
                <a:gd name="T3" fmla="*/ 97 h 19"/>
                <a:gd name="T4" fmla="*/ 40 w 1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4" y="17"/>
                    <a:pt x="10" y="13"/>
                    <a:pt x="9" y="9"/>
                  </a:cubicBezTo>
                  <a:cubicBezTo>
                    <a:pt x="8" y="6"/>
                    <a:pt x="5" y="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0" name="Freeform 2411">
              <a:extLst>
                <a:ext uri="{FF2B5EF4-FFF2-40B4-BE49-F238E27FC236}">
                  <a16:creationId xmlns:a16="http://schemas.microsoft.com/office/drawing/2014/main" id="{1EAC54B3-D81F-4818-909B-7000BDF45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756"/>
              <a:ext cx="6" cy="13"/>
            </a:xfrm>
            <a:custGeom>
              <a:avLst/>
              <a:gdLst>
                <a:gd name="T0" fmla="*/ 0 w 3"/>
                <a:gd name="T1" fmla="*/ 0 h 6"/>
                <a:gd name="T2" fmla="*/ 24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3"/>
                    <a:pt x="2" y="4"/>
                    <a:pt x="3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1" name="Freeform 2412">
              <a:extLst>
                <a:ext uri="{FF2B5EF4-FFF2-40B4-BE49-F238E27FC236}">
                  <a16:creationId xmlns:a16="http://schemas.microsoft.com/office/drawing/2014/main" id="{D5AB7B2B-F96F-4EC1-AE35-9B941D85A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552"/>
              <a:ext cx="16" cy="7"/>
            </a:xfrm>
            <a:custGeom>
              <a:avLst/>
              <a:gdLst>
                <a:gd name="T0" fmla="*/ 0 w 8"/>
                <a:gd name="T1" fmla="*/ 12 h 3"/>
                <a:gd name="T2" fmla="*/ 32 w 8"/>
                <a:gd name="T3" fmla="*/ 12 h 3"/>
                <a:gd name="T4" fmla="*/ 64 w 8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5" y="1"/>
                    <a:pt x="7" y="2"/>
                    <a:pt x="8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2" name="Freeform 2413">
              <a:extLst>
                <a:ext uri="{FF2B5EF4-FFF2-40B4-BE49-F238E27FC236}">
                  <a16:creationId xmlns:a16="http://schemas.microsoft.com/office/drawing/2014/main" id="{1B4580D9-E0C9-4936-86A4-C178D8AA7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753"/>
              <a:ext cx="21" cy="11"/>
            </a:xfrm>
            <a:custGeom>
              <a:avLst/>
              <a:gdLst>
                <a:gd name="T0" fmla="*/ 0 w 10"/>
                <a:gd name="T1" fmla="*/ 0 h 5"/>
                <a:gd name="T2" fmla="*/ 57 w 10"/>
                <a:gd name="T3" fmla="*/ 33 h 5"/>
                <a:gd name="T4" fmla="*/ 92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2" y="3"/>
                    <a:pt x="2" y="5"/>
                    <a:pt x="6" y="3"/>
                  </a:cubicBezTo>
                  <a:cubicBezTo>
                    <a:pt x="7" y="2"/>
                    <a:pt x="9" y="1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3" name="Freeform 2414">
              <a:extLst>
                <a:ext uri="{FF2B5EF4-FFF2-40B4-BE49-F238E27FC236}">
                  <a16:creationId xmlns:a16="http://schemas.microsoft.com/office/drawing/2014/main" id="{BA9CD8EE-AF92-4533-AF11-EE0DEC226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2712"/>
              <a:ext cx="36" cy="85"/>
            </a:xfrm>
            <a:custGeom>
              <a:avLst/>
              <a:gdLst>
                <a:gd name="T0" fmla="*/ 24 w 18"/>
                <a:gd name="T1" fmla="*/ 238 h 39"/>
                <a:gd name="T2" fmla="*/ 88 w 18"/>
                <a:gd name="T3" fmla="*/ 394 h 39"/>
                <a:gd name="T4" fmla="*/ 144 w 18"/>
                <a:gd name="T5" fmla="*/ 371 h 39"/>
                <a:gd name="T6" fmla="*/ 72 w 18"/>
                <a:gd name="T7" fmla="*/ 185 h 39"/>
                <a:gd name="T8" fmla="*/ 24 w 18"/>
                <a:gd name="T9" fmla="*/ 61 h 39"/>
                <a:gd name="T10" fmla="*/ 0 w 18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9">
                  <a:moveTo>
                    <a:pt x="3" y="23"/>
                  </a:moveTo>
                  <a:cubicBezTo>
                    <a:pt x="3" y="25"/>
                    <a:pt x="8" y="37"/>
                    <a:pt x="11" y="38"/>
                  </a:cubicBezTo>
                  <a:cubicBezTo>
                    <a:pt x="13" y="39"/>
                    <a:pt x="16" y="37"/>
                    <a:pt x="18" y="36"/>
                  </a:cubicBezTo>
                  <a:cubicBezTo>
                    <a:pt x="13" y="31"/>
                    <a:pt x="13" y="23"/>
                    <a:pt x="9" y="18"/>
                  </a:cubicBezTo>
                  <a:cubicBezTo>
                    <a:pt x="6" y="14"/>
                    <a:pt x="5" y="11"/>
                    <a:pt x="3" y="6"/>
                  </a:cubicBezTo>
                  <a:cubicBezTo>
                    <a:pt x="2" y="4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4" name="Freeform 2415">
              <a:extLst>
                <a:ext uri="{FF2B5EF4-FFF2-40B4-BE49-F238E27FC236}">
                  <a16:creationId xmlns:a16="http://schemas.microsoft.com/office/drawing/2014/main" id="{0A087E1D-AA40-4426-B823-8B718AA48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793"/>
              <a:ext cx="39" cy="50"/>
            </a:xfrm>
            <a:custGeom>
              <a:avLst/>
              <a:gdLst>
                <a:gd name="T0" fmla="*/ 8 w 19"/>
                <a:gd name="T1" fmla="*/ 20 h 23"/>
                <a:gd name="T2" fmla="*/ 16 w 19"/>
                <a:gd name="T3" fmla="*/ 80 h 23"/>
                <a:gd name="T4" fmla="*/ 60 w 19"/>
                <a:gd name="T5" fmla="*/ 185 h 23"/>
                <a:gd name="T6" fmla="*/ 148 w 19"/>
                <a:gd name="T7" fmla="*/ 193 h 23"/>
                <a:gd name="T8" fmla="*/ 123 w 19"/>
                <a:gd name="T9" fmla="*/ 93 h 23"/>
                <a:gd name="T10" fmla="*/ 60 w 19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1" y="2"/>
                  </a:moveTo>
                  <a:cubicBezTo>
                    <a:pt x="0" y="4"/>
                    <a:pt x="1" y="6"/>
                    <a:pt x="2" y="8"/>
                  </a:cubicBezTo>
                  <a:cubicBezTo>
                    <a:pt x="4" y="11"/>
                    <a:pt x="5" y="15"/>
                    <a:pt x="7" y="18"/>
                  </a:cubicBezTo>
                  <a:cubicBezTo>
                    <a:pt x="8" y="21"/>
                    <a:pt x="14" y="23"/>
                    <a:pt x="17" y="19"/>
                  </a:cubicBezTo>
                  <a:cubicBezTo>
                    <a:pt x="19" y="17"/>
                    <a:pt x="15" y="12"/>
                    <a:pt x="14" y="9"/>
                  </a:cubicBezTo>
                  <a:cubicBezTo>
                    <a:pt x="13" y="6"/>
                    <a:pt x="9" y="2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5" name="Freeform 2416">
              <a:extLst>
                <a:ext uri="{FF2B5EF4-FFF2-40B4-BE49-F238E27FC236}">
                  <a16:creationId xmlns:a16="http://schemas.microsoft.com/office/drawing/2014/main" id="{2C31C12B-3B9F-48DE-B8A0-0028DD452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832"/>
              <a:ext cx="41" cy="48"/>
            </a:xfrm>
            <a:custGeom>
              <a:avLst/>
              <a:gdLst>
                <a:gd name="T0" fmla="*/ 0 w 20"/>
                <a:gd name="T1" fmla="*/ 33 h 22"/>
                <a:gd name="T2" fmla="*/ 76 w 20"/>
                <a:gd name="T3" fmla="*/ 229 h 22"/>
                <a:gd name="T4" fmla="*/ 148 w 20"/>
                <a:gd name="T5" fmla="*/ 124 h 22"/>
                <a:gd name="T6" fmla="*/ 113 w 20"/>
                <a:gd name="T7" fmla="*/ 72 h 22"/>
                <a:gd name="T8" fmla="*/ 68 w 2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0" y="3"/>
                  </a:moveTo>
                  <a:cubicBezTo>
                    <a:pt x="1" y="9"/>
                    <a:pt x="5" y="16"/>
                    <a:pt x="9" y="22"/>
                  </a:cubicBezTo>
                  <a:cubicBezTo>
                    <a:pt x="12" y="17"/>
                    <a:pt x="20" y="18"/>
                    <a:pt x="17" y="12"/>
                  </a:cubicBezTo>
                  <a:cubicBezTo>
                    <a:pt x="16" y="10"/>
                    <a:pt x="14" y="9"/>
                    <a:pt x="13" y="7"/>
                  </a:cubicBezTo>
                  <a:cubicBezTo>
                    <a:pt x="11" y="5"/>
                    <a:pt x="10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6" name="Freeform 2417">
              <a:extLst>
                <a:ext uri="{FF2B5EF4-FFF2-40B4-BE49-F238E27FC236}">
                  <a16:creationId xmlns:a16="http://schemas.microsoft.com/office/drawing/2014/main" id="{26C6CFDB-794D-48F5-8393-0F68EB25B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2799"/>
              <a:ext cx="23" cy="48"/>
            </a:xfrm>
            <a:custGeom>
              <a:avLst/>
              <a:gdLst>
                <a:gd name="T0" fmla="*/ 0 w 11"/>
                <a:gd name="T1" fmla="*/ 0 h 22"/>
                <a:gd name="T2" fmla="*/ 44 w 11"/>
                <a:gd name="T3" fmla="*/ 105 h 22"/>
                <a:gd name="T4" fmla="*/ 92 w 11"/>
                <a:gd name="T5" fmla="*/ 209 h 22"/>
                <a:gd name="T6" fmla="*/ 65 w 11"/>
                <a:gd name="T7" fmla="*/ 2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1" y="3"/>
                    <a:pt x="4" y="6"/>
                    <a:pt x="5" y="10"/>
                  </a:cubicBezTo>
                  <a:cubicBezTo>
                    <a:pt x="6" y="11"/>
                    <a:pt x="11" y="17"/>
                    <a:pt x="10" y="20"/>
                  </a:cubicBezTo>
                  <a:cubicBezTo>
                    <a:pt x="10" y="22"/>
                    <a:pt x="8" y="22"/>
                    <a:pt x="7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7" name="Freeform 2418">
              <a:extLst>
                <a:ext uri="{FF2B5EF4-FFF2-40B4-BE49-F238E27FC236}">
                  <a16:creationId xmlns:a16="http://schemas.microsoft.com/office/drawing/2014/main" id="{BF77B25B-47B0-4800-8D26-41120E95A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799"/>
              <a:ext cx="23" cy="16"/>
            </a:xfrm>
            <a:custGeom>
              <a:avLst/>
              <a:gdLst>
                <a:gd name="T0" fmla="*/ 0 w 11"/>
                <a:gd name="T1" fmla="*/ 85 h 7"/>
                <a:gd name="T2" fmla="*/ 10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4" y="7"/>
                    <a:pt x="9" y="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8" name="Freeform 2419">
              <a:extLst>
                <a:ext uri="{FF2B5EF4-FFF2-40B4-BE49-F238E27FC236}">
                  <a16:creationId xmlns:a16="http://schemas.microsoft.com/office/drawing/2014/main" id="{EBCA4043-B0DE-4DB1-9099-AD930562F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2764"/>
              <a:ext cx="2" cy="22"/>
            </a:xfrm>
            <a:custGeom>
              <a:avLst/>
              <a:gdLst>
                <a:gd name="T0" fmla="*/ 8 w 1"/>
                <a:gd name="T1" fmla="*/ 106 h 10"/>
                <a:gd name="T2" fmla="*/ 8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0" y="6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9" name="Freeform 2420">
              <a:extLst>
                <a:ext uri="{FF2B5EF4-FFF2-40B4-BE49-F238E27FC236}">
                  <a16:creationId xmlns:a16="http://schemas.microsoft.com/office/drawing/2014/main" id="{CC4CCCD7-64A1-4992-9EBB-D3C21C02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837"/>
              <a:ext cx="14" cy="39"/>
            </a:xfrm>
            <a:custGeom>
              <a:avLst/>
              <a:gdLst>
                <a:gd name="T0" fmla="*/ 0 w 7"/>
                <a:gd name="T1" fmla="*/ 0 h 18"/>
                <a:gd name="T2" fmla="*/ 32 w 7"/>
                <a:gd name="T3" fmla="*/ 72 h 18"/>
                <a:gd name="T4" fmla="*/ 56 w 7"/>
                <a:gd name="T5" fmla="*/ 141 h 18"/>
                <a:gd name="T6" fmla="*/ 32 w 7"/>
                <a:gd name="T7" fmla="*/ 18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3"/>
                    <a:pt x="2" y="5"/>
                    <a:pt x="4" y="7"/>
                  </a:cubicBezTo>
                  <a:cubicBezTo>
                    <a:pt x="5" y="9"/>
                    <a:pt x="7" y="12"/>
                    <a:pt x="7" y="14"/>
                  </a:cubicBezTo>
                  <a:cubicBezTo>
                    <a:pt x="7" y="18"/>
                    <a:pt x="6" y="18"/>
                    <a:pt x="4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0" name="Freeform 2421">
              <a:extLst>
                <a:ext uri="{FF2B5EF4-FFF2-40B4-BE49-F238E27FC236}">
                  <a16:creationId xmlns:a16="http://schemas.microsoft.com/office/drawing/2014/main" id="{6B080B27-8FC8-45AE-8D9F-C7BF1729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861"/>
              <a:ext cx="27" cy="52"/>
            </a:xfrm>
            <a:custGeom>
              <a:avLst/>
              <a:gdLst>
                <a:gd name="T0" fmla="*/ 0 w 13"/>
                <a:gd name="T1" fmla="*/ 33 h 24"/>
                <a:gd name="T2" fmla="*/ 64 w 13"/>
                <a:gd name="T3" fmla="*/ 93 h 24"/>
                <a:gd name="T4" fmla="*/ 108 w 13"/>
                <a:gd name="T5" fmla="*/ 193 h 24"/>
                <a:gd name="T6" fmla="*/ 35 w 13"/>
                <a:gd name="T7" fmla="*/ 24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0" y="3"/>
                  </a:moveTo>
                  <a:cubicBezTo>
                    <a:pt x="3" y="0"/>
                    <a:pt x="6" y="8"/>
                    <a:pt x="7" y="9"/>
                  </a:cubicBezTo>
                  <a:cubicBezTo>
                    <a:pt x="8" y="12"/>
                    <a:pt x="13" y="16"/>
                    <a:pt x="12" y="19"/>
                  </a:cubicBezTo>
                  <a:cubicBezTo>
                    <a:pt x="12" y="23"/>
                    <a:pt x="6" y="23"/>
                    <a:pt x="4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1" name="Freeform 2422">
              <a:extLst>
                <a:ext uri="{FF2B5EF4-FFF2-40B4-BE49-F238E27FC236}">
                  <a16:creationId xmlns:a16="http://schemas.microsoft.com/office/drawing/2014/main" id="{7C2B924B-E861-442F-9426-FACE333F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909"/>
              <a:ext cx="16" cy="41"/>
            </a:xfrm>
            <a:custGeom>
              <a:avLst/>
              <a:gdLst>
                <a:gd name="T0" fmla="*/ 0 w 8"/>
                <a:gd name="T1" fmla="*/ 0 h 19"/>
                <a:gd name="T2" fmla="*/ 40 w 8"/>
                <a:gd name="T3" fmla="*/ 80 h 19"/>
                <a:gd name="T4" fmla="*/ 64 w 8"/>
                <a:gd name="T5" fmla="*/ 149 h 19"/>
                <a:gd name="T6" fmla="*/ 40 w 8"/>
                <a:gd name="T7" fmla="*/ 19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2" y="3"/>
                    <a:pt x="3" y="5"/>
                    <a:pt x="5" y="8"/>
                  </a:cubicBezTo>
                  <a:cubicBezTo>
                    <a:pt x="5" y="9"/>
                    <a:pt x="8" y="13"/>
                    <a:pt x="8" y="15"/>
                  </a:cubicBezTo>
                  <a:cubicBezTo>
                    <a:pt x="7" y="17"/>
                    <a:pt x="7" y="19"/>
                    <a:pt x="5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2" name="Freeform 2423">
              <a:extLst>
                <a:ext uri="{FF2B5EF4-FFF2-40B4-BE49-F238E27FC236}">
                  <a16:creationId xmlns:a16="http://schemas.microsoft.com/office/drawing/2014/main" id="{6FE7F203-C4DE-454E-934B-E879B466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2946"/>
              <a:ext cx="23" cy="50"/>
            </a:xfrm>
            <a:custGeom>
              <a:avLst/>
              <a:gdLst>
                <a:gd name="T0" fmla="*/ 0 w 11"/>
                <a:gd name="T1" fmla="*/ 0 h 23"/>
                <a:gd name="T2" fmla="*/ 75 w 11"/>
                <a:gd name="T3" fmla="*/ 113 h 23"/>
                <a:gd name="T4" fmla="*/ 100 w 11"/>
                <a:gd name="T5" fmla="*/ 185 h 23"/>
                <a:gd name="T6" fmla="*/ 56 w 11"/>
                <a:gd name="T7" fmla="*/ 23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2" y="4"/>
                    <a:pt x="6" y="7"/>
                    <a:pt x="8" y="11"/>
                  </a:cubicBezTo>
                  <a:cubicBezTo>
                    <a:pt x="8" y="13"/>
                    <a:pt x="11" y="16"/>
                    <a:pt x="11" y="18"/>
                  </a:cubicBezTo>
                  <a:cubicBezTo>
                    <a:pt x="11" y="21"/>
                    <a:pt x="8" y="22"/>
                    <a:pt x="6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3" name="Freeform 2424">
              <a:extLst>
                <a:ext uri="{FF2B5EF4-FFF2-40B4-BE49-F238E27FC236}">
                  <a16:creationId xmlns:a16="http://schemas.microsoft.com/office/drawing/2014/main" id="{2F9468A6-3F2E-483F-BE3A-62EB5EF15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2882"/>
              <a:ext cx="39" cy="31"/>
            </a:xfrm>
            <a:custGeom>
              <a:avLst/>
              <a:gdLst>
                <a:gd name="T0" fmla="*/ 16 w 19"/>
                <a:gd name="T1" fmla="*/ 0 h 14"/>
                <a:gd name="T2" fmla="*/ 8 w 19"/>
                <a:gd name="T3" fmla="*/ 35 h 14"/>
                <a:gd name="T4" fmla="*/ 51 w 19"/>
                <a:gd name="T5" fmla="*/ 117 h 14"/>
                <a:gd name="T6" fmla="*/ 164 w 19"/>
                <a:gd name="T7" fmla="*/ 8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2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1" y="4"/>
                    <a:pt x="5" y="10"/>
                    <a:pt x="6" y="11"/>
                  </a:cubicBezTo>
                  <a:cubicBezTo>
                    <a:pt x="8" y="14"/>
                    <a:pt x="18" y="11"/>
                    <a:pt x="19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4" name="Freeform 2425">
              <a:extLst>
                <a:ext uri="{FF2B5EF4-FFF2-40B4-BE49-F238E27FC236}">
                  <a16:creationId xmlns:a16="http://schemas.microsoft.com/office/drawing/2014/main" id="{C70AC553-7246-489E-963B-234FA0B92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2913"/>
              <a:ext cx="37" cy="35"/>
            </a:xfrm>
            <a:custGeom>
              <a:avLst/>
              <a:gdLst>
                <a:gd name="T0" fmla="*/ 0 w 18"/>
                <a:gd name="T1" fmla="*/ 0 h 16"/>
                <a:gd name="T2" fmla="*/ 43 w 18"/>
                <a:gd name="T3" fmla="*/ 85 h 16"/>
                <a:gd name="T4" fmla="*/ 88 w 18"/>
                <a:gd name="T5" fmla="*/ 168 h 16"/>
                <a:gd name="T6" fmla="*/ 156 w 18"/>
                <a:gd name="T7" fmla="*/ 1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0" y="0"/>
                  </a:moveTo>
                  <a:cubicBezTo>
                    <a:pt x="2" y="3"/>
                    <a:pt x="4" y="6"/>
                    <a:pt x="5" y="8"/>
                  </a:cubicBezTo>
                  <a:cubicBezTo>
                    <a:pt x="6" y="10"/>
                    <a:pt x="8" y="16"/>
                    <a:pt x="10" y="16"/>
                  </a:cubicBezTo>
                  <a:cubicBezTo>
                    <a:pt x="12" y="16"/>
                    <a:pt x="17" y="12"/>
                    <a:pt x="18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5" name="Freeform 2426">
              <a:extLst>
                <a:ext uri="{FF2B5EF4-FFF2-40B4-BE49-F238E27FC236}">
                  <a16:creationId xmlns:a16="http://schemas.microsoft.com/office/drawing/2014/main" id="{1F58349D-34C6-44AD-8F0A-456892756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867"/>
              <a:ext cx="16" cy="33"/>
            </a:xfrm>
            <a:custGeom>
              <a:avLst/>
              <a:gdLst>
                <a:gd name="T0" fmla="*/ 0 w 8"/>
                <a:gd name="T1" fmla="*/ 0 h 15"/>
                <a:gd name="T2" fmla="*/ 64 w 8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2" y="5"/>
                    <a:pt x="5" y="11"/>
                    <a:pt x="8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6" name="Freeform 2427">
              <a:extLst>
                <a:ext uri="{FF2B5EF4-FFF2-40B4-BE49-F238E27FC236}">
                  <a16:creationId xmlns:a16="http://schemas.microsoft.com/office/drawing/2014/main" id="{F7D79AE7-105E-43DE-AD82-41E81C3DF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2900"/>
              <a:ext cx="18" cy="35"/>
            </a:xfrm>
            <a:custGeom>
              <a:avLst/>
              <a:gdLst>
                <a:gd name="T0" fmla="*/ 0 w 9"/>
                <a:gd name="T1" fmla="*/ 0 h 16"/>
                <a:gd name="T2" fmla="*/ 72 w 9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5"/>
                    <a:pt x="8" y="12"/>
                    <a:pt x="9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7" name="Freeform 2428">
              <a:extLst>
                <a:ext uri="{FF2B5EF4-FFF2-40B4-BE49-F238E27FC236}">
                  <a16:creationId xmlns:a16="http://schemas.microsoft.com/office/drawing/2014/main" id="{A54CE5FB-C5E0-47AB-B29C-059F86374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2937"/>
              <a:ext cx="41" cy="66"/>
            </a:xfrm>
            <a:custGeom>
              <a:avLst/>
              <a:gdLst>
                <a:gd name="T0" fmla="*/ 68 w 20"/>
                <a:gd name="T1" fmla="*/ 0 h 30"/>
                <a:gd name="T2" fmla="*/ 156 w 20"/>
                <a:gd name="T3" fmla="*/ 117 h 30"/>
                <a:gd name="T4" fmla="*/ 131 w 20"/>
                <a:gd name="T5" fmla="*/ 246 h 30"/>
                <a:gd name="T6" fmla="*/ 0 w 20"/>
                <a:gd name="T7" fmla="*/ 6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0">
                  <a:moveTo>
                    <a:pt x="8" y="0"/>
                  </a:moveTo>
                  <a:cubicBezTo>
                    <a:pt x="11" y="4"/>
                    <a:pt x="15" y="7"/>
                    <a:pt x="18" y="11"/>
                  </a:cubicBezTo>
                  <a:cubicBezTo>
                    <a:pt x="20" y="14"/>
                    <a:pt x="17" y="20"/>
                    <a:pt x="15" y="23"/>
                  </a:cubicBezTo>
                  <a:cubicBezTo>
                    <a:pt x="11" y="30"/>
                    <a:pt x="2" y="8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8" name="Freeform 2429">
              <a:extLst>
                <a:ext uri="{FF2B5EF4-FFF2-40B4-BE49-F238E27FC236}">
                  <a16:creationId xmlns:a16="http://schemas.microsoft.com/office/drawing/2014/main" id="{7EE73B0A-ECA9-4B64-A6B5-078839723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839"/>
              <a:ext cx="18" cy="13"/>
            </a:xfrm>
            <a:custGeom>
              <a:avLst/>
              <a:gdLst>
                <a:gd name="T0" fmla="*/ 0 w 9"/>
                <a:gd name="T1" fmla="*/ 61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4" y="6"/>
                    <a:pt x="8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9" name="Freeform 2430">
              <a:extLst>
                <a:ext uri="{FF2B5EF4-FFF2-40B4-BE49-F238E27FC236}">
                  <a16:creationId xmlns:a16="http://schemas.microsoft.com/office/drawing/2014/main" id="{EFAA20BB-8343-4D19-8BC7-5B4525C5B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885"/>
              <a:ext cx="12" cy="6"/>
            </a:xfrm>
            <a:custGeom>
              <a:avLst/>
              <a:gdLst>
                <a:gd name="T0" fmla="*/ 0 w 6"/>
                <a:gd name="T1" fmla="*/ 24 h 3"/>
                <a:gd name="T2" fmla="*/ 48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0" name="Freeform 2431">
              <a:extLst>
                <a:ext uri="{FF2B5EF4-FFF2-40B4-BE49-F238E27FC236}">
                  <a16:creationId xmlns:a16="http://schemas.microsoft.com/office/drawing/2014/main" id="{177389D5-A482-4543-B394-BBC4CE73D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850"/>
              <a:ext cx="6" cy="15"/>
            </a:xfrm>
            <a:custGeom>
              <a:avLst/>
              <a:gdLst>
                <a:gd name="T0" fmla="*/ 8 w 3"/>
                <a:gd name="T1" fmla="*/ 0 h 7"/>
                <a:gd name="T2" fmla="*/ 24 w 3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2"/>
                    <a:pt x="1" y="6"/>
                    <a:pt x="3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1" name="Freeform 2432">
              <a:extLst>
                <a:ext uri="{FF2B5EF4-FFF2-40B4-BE49-F238E27FC236}">
                  <a16:creationId xmlns:a16="http://schemas.microsoft.com/office/drawing/2014/main" id="{E5C1D202-D695-4027-ADBF-60C6BCACA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924"/>
              <a:ext cx="21" cy="17"/>
            </a:xfrm>
            <a:custGeom>
              <a:avLst/>
              <a:gdLst>
                <a:gd name="T0" fmla="*/ 0 w 10"/>
                <a:gd name="T1" fmla="*/ 49 h 8"/>
                <a:gd name="T2" fmla="*/ 92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5"/>
                  </a:moveTo>
                  <a:cubicBezTo>
                    <a:pt x="4" y="8"/>
                    <a:pt x="7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2" name="Freeform 2433">
              <a:extLst>
                <a:ext uri="{FF2B5EF4-FFF2-40B4-BE49-F238E27FC236}">
                  <a16:creationId xmlns:a16="http://schemas.microsoft.com/office/drawing/2014/main" id="{37F53CCD-87D4-47C2-A0AD-7F379E24A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93"/>
              <a:ext cx="8" cy="11"/>
            </a:xfrm>
            <a:custGeom>
              <a:avLst/>
              <a:gdLst>
                <a:gd name="T0" fmla="*/ 0 w 4"/>
                <a:gd name="T1" fmla="*/ 53 h 5"/>
                <a:gd name="T2" fmla="*/ 32 w 4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2"/>
                    <a:pt x="1" y="0"/>
                    <a:pt x="4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3" name="Freeform 2434">
              <a:extLst>
                <a:ext uri="{FF2B5EF4-FFF2-40B4-BE49-F238E27FC236}">
                  <a16:creationId xmlns:a16="http://schemas.microsoft.com/office/drawing/2014/main" id="{C812E8AE-90EA-4CAF-BBC2-26F30A980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2963"/>
              <a:ext cx="22" cy="20"/>
            </a:xfrm>
            <a:custGeom>
              <a:avLst/>
              <a:gdLst>
                <a:gd name="T0" fmla="*/ 0 w 11"/>
                <a:gd name="T1" fmla="*/ 80 h 9"/>
                <a:gd name="T2" fmla="*/ 88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5" y="9"/>
                    <a:pt x="8" y="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4" name="Freeform 2435">
              <a:extLst>
                <a:ext uri="{FF2B5EF4-FFF2-40B4-BE49-F238E27FC236}">
                  <a16:creationId xmlns:a16="http://schemas.microsoft.com/office/drawing/2014/main" id="{9312E94F-06E0-463D-B3E8-A3DCD86E4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806"/>
              <a:ext cx="14" cy="6"/>
            </a:xfrm>
            <a:custGeom>
              <a:avLst/>
              <a:gdLst>
                <a:gd name="T0" fmla="*/ 0 w 7"/>
                <a:gd name="T1" fmla="*/ 16 h 3"/>
                <a:gd name="T2" fmla="*/ 56 w 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2" y="0"/>
                    <a:pt x="6" y="2"/>
                    <a:pt x="7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5" name="Freeform 2436">
              <a:extLst>
                <a:ext uri="{FF2B5EF4-FFF2-40B4-BE49-F238E27FC236}">
                  <a16:creationId xmlns:a16="http://schemas.microsoft.com/office/drawing/2014/main" id="{4DE78E27-8D40-4B7F-9F46-96B68DA64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487"/>
              <a:ext cx="6" cy="22"/>
            </a:xfrm>
            <a:custGeom>
              <a:avLst/>
              <a:gdLst>
                <a:gd name="T0" fmla="*/ 24 w 3"/>
                <a:gd name="T1" fmla="*/ 106 h 10"/>
                <a:gd name="T2" fmla="*/ 24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2" y="7"/>
                    <a:pt x="0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6" name="Freeform 2437">
              <a:extLst>
                <a:ext uri="{FF2B5EF4-FFF2-40B4-BE49-F238E27FC236}">
                  <a16:creationId xmlns:a16="http://schemas.microsoft.com/office/drawing/2014/main" id="{9C897A91-FD70-45B9-BC99-B31FFEFFB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987"/>
              <a:ext cx="28" cy="57"/>
            </a:xfrm>
            <a:custGeom>
              <a:avLst/>
              <a:gdLst>
                <a:gd name="T0" fmla="*/ 0 w 14"/>
                <a:gd name="T1" fmla="*/ 0 h 26"/>
                <a:gd name="T2" fmla="*/ 96 w 14"/>
                <a:gd name="T3" fmla="*/ 169 h 26"/>
                <a:gd name="T4" fmla="*/ 96 w 14"/>
                <a:gd name="T5" fmla="*/ 241 h 26"/>
                <a:gd name="T6" fmla="*/ 56 w 14"/>
                <a:gd name="T7" fmla="*/ 27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6">
                  <a:moveTo>
                    <a:pt x="0" y="0"/>
                  </a:moveTo>
                  <a:cubicBezTo>
                    <a:pt x="2" y="6"/>
                    <a:pt x="9" y="10"/>
                    <a:pt x="12" y="16"/>
                  </a:cubicBezTo>
                  <a:cubicBezTo>
                    <a:pt x="13" y="19"/>
                    <a:pt x="14" y="20"/>
                    <a:pt x="12" y="23"/>
                  </a:cubicBezTo>
                  <a:cubicBezTo>
                    <a:pt x="12" y="24"/>
                    <a:pt x="9" y="26"/>
                    <a:pt x="7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7" name="Freeform 2438">
              <a:extLst>
                <a:ext uri="{FF2B5EF4-FFF2-40B4-BE49-F238E27FC236}">
                  <a16:creationId xmlns:a16="http://schemas.microsoft.com/office/drawing/2014/main" id="{247F60F1-F91F-4E30-8C70-B0A57DD33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3035"/>
              <a:ext cx="27" cy="55"/>
            </a:xfrm>
            <a:custGeom>
              <a:avLst/>
              <a:gdLst>
                <a:gd name="T0" fmla="*/ 0 w 13"/>
                <a:gd name="T1" fmla="*/ 0 h 25"/>
                <a:gd name="T2" fmla="*/ 108 w 13"/>
                <a:gd name="T3" fmla="*/ 178 h 25"/>
                <a:gd name="T4" fmla="*/ 64 w 13"/>
                <a:gd name="T5" fmla="*/ 266 h 25"/>
                <a:gd name="T6" fmla="*/ 64 w 13"/>
                <a:gd name="T7" fmla="*/ 25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5" y="4"/>
                    <a:pt x="10" y="10"/>
                    <a:pt x="12" y="17"/>
                  </a:cubicBezTo>
                  <a:cubicBezTo>
                    <a:pt x="13" y="21"/>
                    <a:pt x="11" y="22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8" name="Freeform 2439">
              <a:extLst>
                <a:ext uri="{FF2B5EF4-FFF2-40B4-BE49-F238E27FC236}">
                  <a16:creationId xmlns:a16="http://schemas.microsoft.com/office/drawing/2014/main" id="{339B54C1-1079-4DAB-8AC2-BED34B26C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3079"/>
              <a:ext cx="25" cy="48"/>
            </a:xfrm>
            <a:custGeom>
              <a:avLst/>
              <a:gdLst>
                <a:gd name="T0" fmla="*/ 0 w 12"/>
                <a:gd name="T1" fmla="*/ 0 h 22"/>
                <a:gd name="T2" fmla="*/ 108 w 12"/>
                <a:gd name="T3" fmla="*/ 166 h 22"/>
                <a:gd name="T4" fmla="*/ 56 w 12"/>
                <a:gd name="T5" fmla="*/ 2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3" y="5"/>
                    <a:pt x="11" y="9"/>
                    <a:pt x="12" y="16"/>
                  </a:cubicBezTo>
                  <a:cubicBezTo>
                    <a:pt x="12" y="18"/>
                    <a:pt x="9" y="22"/>
                    <a:pt x="6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9" name="Freeform 2440">
              <a:extLst>
                <a:ext uri="{FF2B5EF4-FFF2-40B4-BE49-F238E27FC236}">
                  <a16:creationId xmlns:a16="http://schemas.microsoft.com/office/drawing/2014/main" id="{2FBD6316-070A-4795-B2A3-D9609F8C0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116"/>
              <a:ext cx="22" cy="44"/>
            </a:xfrm>
            <a:custGeom>
              <a:avLst/>
              <a:gdLst>
                <a:gd name="T0" fmla="*/ 0 w 11"/>
                <a:gd name="T1" fmla="*/ 0 h 20"/>
                <a:gd name="T2" fmla="*/ 88 w 11"/>
                <a:gd name="T3" fmla="*/ 125 h 20"/>
                <a:gd name="T4" fmla="*/ 24 w 11"/>
                <a:gd name="T5" fmla="*/ 1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cubicBezTo>
                    <a:pt x="3" y="2"/>
                    <a:pt x="11" y="8"/>
                    <a:pt x="11" y="12"/>
                  </a:cubicBezTo>
                  <a:cubicBezTo>
                    <a:pt x="11" y="15"/>
                    <a:pt x="5" y="20"/>
                    <a:pt x="3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0" name="Freeform 2441">
              <a:extLst>
                <a:ext uri="{FF2B5EF4-FFF2-40B4-BE49-F238E27FC236}">
                  <a16:creationId xmlns:a16="http://schemas.microsoft.com/office/drawing/2014/main" id="{E5729613-3FA4-4DB2-8719-188FB511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3145"/>
              <a:ext cx="27" cy="48"/>
            </a:xfrm>
            <a:custGeom>
              <a:avLst/>
              <a:gdLst>
                <a:gd name="T0" fmla="*/ 0 w 13"/>
                <a:gd name="T1" fmla="*/ 0 h 22"/>
                <a:gd name="T2" fmla="*/ 52 w 13"/>
                <a:gd name="T3" fmla="*/ 61 h 22"/>
                <a:gd name="T4" fmla="*/ 108 w 13"/>
                <a:gd name="T5" fmla="*/ 148 h 22"/>
                <a:gd name="T6" fmla="*/ 25 w 13"/>
                <a:gd name="T7" fmla="*/ 229 h 22"/>
                <a:gd name="T8" fmla="*/ 35 w 13"/>
                <a:gd name="T9" fmla="*/ 2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  <a:cubicBezTo>
                    <a:pt x="8" y="8"/>
                    <a:pt x="11" y="12"/>
                    <a:pt x="12" y="14"/>
                  </a:cubicBezTo>
                  <a:cubicBezTo>
                    <a:pt x="13" y="18"/>
                    <a:pt x="7" y="22"/>
                    <a:pt x="3" y="22"/>
                  </a:cubicBezTo>
                  <a:cubicBezTo>
                    <a:pt x="3" y="22"/>
                    <a:pt x="3" y="22"/>
                    <a:pt x="4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1" name="Freeform 2442">
              <a:extLst>
                <a:ext uri="{FF2B5EF4-FFF2-40B4-BE49-F238E27FC236}">
                  <a16:creationId xmlns:a16="http://schemas.microsoft.com/office/drawing/2014/main" id="{282820C8-DDF6-410D-97F8-20707DD83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78"/>
              <a:ext cx="24" cy="46"/>
            </a:xfrm>
            <a:custGeom>
              <a:avLst/>
              <a:gdLst>
                <a:gd name="T0" fmla="*/ 0 w 12"/>
                <a:gd name="T1" fmla="*/ 0 h 21"/>
                <a:gd name="T2" fmla="*/ 48 w 12"/>
                <a:gd name="T3" fmla="*/ 61 h 21"/>
                <a:gd name="T4" fmla="*/ 96 w 12"/>
                <a:gd name="T5" fmla="*/ 158 h 21"/>
                <a:gd name="T6" fmla="*/ 72 w 12"/>
                <a:gd name="T7" fmla="*/ 177 h 21"/>
                <a:gd name="T8" fmla="*/ 8 w 12"/>
                <a:gd name="T9" fmla="*/ 2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1" y="3"/>
                    <a:pt x="4" y="4"/>
                    <a:pt x="6" y="6"/>
                  </a:cubicBezTo>
                  <a:cubicBezTo>
                    <a:pt x="8" y="9"/>
                    <a:pt x="10" y="12"/>
                    <a:pt x="12" y="15"/>
                  </a:cubicBezTo>
                  <a:cubicBezTo>
                    <a:pt x="12" y="16"/>
                    <a:pt x="10" y="17"/>
                    <a:pt x="9" y="17"/>
                  </a:cubicBezTo>
                  <a:cubicBezTo>
                    <a:pt x="6" y="18"/>
                    <a:pt x="4" y="19"/>
                    <a:pt x="1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2" name="Freeform 2443">
              <a:extLst>
                <a:ext uri="{FF2B5EF4-FFF2-40B4-BE49-F238E27FC236}">
                  <a16:creationId xmlns:a16="http://schemas.microsoft.com/office/drawing/2014/main" id="{7268B41E-554C-4DC5-BCDB-82B3D06D2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3213"/>
              <a:ext cx="6" cy="11"/>
            </a:xfrm>
            <a:custGeom>
              <a:avLst/>
              <a:gdLst>
                <a:gd name="T0" fmla="*/ 0 w 3"/>
                <a:gd name="T1" fmla="*/ 0 h 5"/>
                <a:gd name="T2" fmla="*/ 24 w 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3" y="3"/>
                    <a:pt x="3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3" name="Freeform 2444">
              <a:extLst>
                <a:ext uri="{FF2B5EF4-FFF2-40B4-BE49-F238E27FC236}">
                  <a16:creationId xmlns:a16="http://schemas.microsoft.com/office/drawing/2014/main" id="{DD0B9273-6FD8-4282-B131-DF79B4F19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2990"/>
              <a:ext cx="37" cy="30"/>
            </a:xfrm>
            <a:custGeom>
              <a:avLst/>
              <a:gdLst>
                <a:gd name="T0" fmla="*/ 0 w 18"/>
                <a:gd name="T1" fmla="*/ 0 h 14"/>
                <a:gd name="T2" fmla="*/ 97 w 18"/>
                <a:gd name="T3" fmla="*/ 137 h 14"/>
                <a:gd name="T4" fmla="*/ 156 w 18"/>
                <a:gd name="T5" fmla="*/ 1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0" y="0"/>
                  </a:moveTo>
                  <a:cubicBezTo>
                    <a:pt x="3" y="3"/>
                    <a:pt x="6" y="13"/>
                    <a:pt x="11" y="14"/>
                  </a:cubicBezTo>
                  <a:cubicBezTo>
                    <a:pt x="13" y="14"/>
                    <a:pt x="17" y="12"/>
                    <a:pt x="18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4" name="Freeform 2445">
              <a:extLst>
                <a:ext uri="{FF2B5EF4-FFF2-40B4-BE49-F238E27FC236}">
                  <a16:creationId xmlns:a16="http://schemas.microsoft.com/office/drawing/2014/main" id="{31CA1DA8-6248-483B-BD47-0F1857A8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3020"/>
              <a:ext cx="33" cy="35"/>
            </a:xfrm>
            <a:custGeom>
              <a:avLst/>
              <a:gdLst>
                <a:gd name="T0" fmla="*/ 0 w 16"/>
                <a:gd name="T1" fmla="*/ 0 h 16"/>
                <a:gd name="T2" fmla="*/ 60 w 16"/>
                <a:gd name="T3" fmla="*/ 125 h 16"/>
                <a:gd name="T4" fmla="*/ 89 w 16"/>
                <a:gd name="T5" fmla="*/ 168 h 16"/>
                <a:gd name="T6" fmla="*/ 140 w 16"/>
                <a:gd name="T7" fmla="*/ 1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  <a:cubicBezTo>
                    <a:pt x="8" y="14"/>
                    <a:pt x="8" y="16"/>
                    <a:pt x="10" y="16"/>
                  </a:cubicBezTo>
                  <a:cubicBezTo>
                    <a:pt x="12" y="16"/>
                    <a:pt x="15" y="13"/>
                    <a:pt x="16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5" name="Freeform 2446">
              <a:extLst>
                <a:ext uri="{FF2B5EF4-FFF2-40B4-BE49-F238E27FC236}">
                  <a16:creationId xmlns:a16="http://schemas.microsoft.com/office/drawing/2014/main" id="{45EA02AE-3F8E-4473-B437-7CF745580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968"/>
              <a:ext cx="45" cy="74"/>
            </a:xfrm>
            <a:custGeom>
              <a:avLst/>
              <a:gdLst>
                <a:gd name="T0" fmla="*/ 0 w 22"/>
                <a:gd name="T1" fmla="*/ 0 h 34"/>
                <a:gd name="T2" fmla="*/ 188 w 22"/>
                <a:gd name="T3" fmla="*/ 35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8" y="11"/>
                    <a:pt x="16" y="23"/>
                    <a:pt x="22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6" name="Freeform 2447">
              <a:extLst>
                <a:ext uri="{FF2B5EF4-FFF2-40B4-BE49-F238E27FC236}">
                  <a16:creationId xmlns:a16="http://schemas.microsoft.com/office/drawing/2014/main" id="{D8463887-72AA-43DF-B1F0-EE1749B94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049"/>
              <a:ext cx="41" cy="46"/>
            </a:xfrm>
            <a:custGeom>
              <a:avLst/>
              <a:gdLst>
                <a:gd name="T0" fmla="*/ 33 w 20"/>
                <a:gd name="T1" fmla="*/ 20 h 21"/>
                <a:gd name="T2" fmla="*/ 51 w 20"/>
                <a:gd name="T3" fmla="*/ 125 h 21"/>
                <a:gd name="T4" fmla="*/ 131 w 20"/>
                <a:gd name="T5" fmla="*/ 210 h 21"/>
                <a:gd name="T6" fmla="*/ 172 w 20"/>
                <a:gd name="T7" fmla="*/ 158 h 21"/>
                <a:gd name="T8" fmla="*/ 121 w 20"/>
                <a:gd name="T9" fmla="*/ 61 h 21"/>
                <a:gd name="T10" fmla="*/ 76 w 20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1">
                  <a:moveTo>
                    <a:pt x="4" y="2"/>
                  </a:moveTo>
                  <a:cubicBezTo>
                    <a:pt x="0" y="6"/>
                    <a:pt x="4" y="9"/>
                    <a:pt x="6" y="12"/>
                  </a:cubicBezTo>
                  <a:cubicBezTo>
                    <a:pt x="9" y="16"/>
                    <a:pt x="10" y="21"/>
                    <a:pt x="15" y="20"/>
                  </a:cubicBezTo>
                  <a:cubicBezTo>
                    <a:pt x="18" y="19"/>
                    <a:pt x="20" y="18"/>
                    <a:pt x="20" y="15"/>
                  </a:cubicBezTo>
                  <a:cubicBezTo>
                    <a:pt x="19" y="13"/>
                    <a:pt x="16" y="8"/>
                    <a:pt x="14" y="6"/>
                  </a:cubicBezTo>
                  <a:cubicBezTo>
                    <a:pt x="13" y="4"/>
                    <a:pt x="11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7" name="Freeform 2448">
              <a:extLst>
                <a:ext uri="{FF2B5EF4-FFF2-40B4-BE49-F238E27FC236}">
                  <a16:creationId xmlns:a16="http://schemas.microsoft.com/office/drawing/2014/main" id="{58EA82B3-EF01-4B08-9714-5F08EBA27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3182"/>
              <a:ext cx="19" cy="13"/>
            </a:xfrm>
            <a:custGeom>
              <a:avLst/>
              <a:gdLst>
                <a:gd name="T0" fmla="*/ 0 w 9"/>
                <a:gd name="T1" fmla="*/ 61 h 6"/>
                <a:gd name="T2" fmla="*/ 84 w 9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3" y="4"/>
                    <a:pt x="6" y="0"/>
                    <a:pt x="9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8" name="Freeform 2449">
              <a:extLst>
                <a:ext uri="{FF2B5EF4-FFF2-40B4-BE49-F238E27FC236}">
                  <a16:creationId xmlns:a16="http://schemas.microsoft.com/office/drawing/2014/main" id="{16CFA8B4-27EA-46C7-8309-2054CFD58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3149"/>
              <a:ext cx="16" cy="11"/>
            </a:xfrm>
            <a:custGeom>
              <a:avLst/>
              <a:gdLst>
                <a:gd name="T0" fmla="*/ 0 w 8"/>
                <a:gd name="T1" fmla="*/ 53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3"/>
                    <a:pt x="5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9" name="Freeform 2450">
              <a:extLst>
                <a:ext uri="{FF2B5EF4-FFF2-40B4-BE49-F238E27FC236}">
                  <a16:creationId xmlns:a16="http://schemas.microsoft.com/office/drawing/2014/main" id="{9FD0D39D-BD21-4B7E-A3BC-D9C27E173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3110"/>
              <a:ext cx="18" cy="17"/>
            </a:xfrm>
            <a:custGeom>
              <a:avLst/>
              <a:gdLst>
                <a:gd name="T0" fmla="*/ 0 w 9"/>
                <a:gd name="T1" fmla="*/ 77 h 8"/>
                <a:gd name="T2" fmla="*/ 72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2" y="5"/>
                    <a:pt x="9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0" name="Freeform 2451">
              <a:extLst>
                <a:ext uri="{FF2B5EF4-FFF2-40B4-BE49-F238E27FC236}">
                  <a16:creationId xmlns:a16="http://schemas.microsoft.com/office/drawing/2014/main" id="{537A314C-B5D0-4B4E-AAF6-38A412BE5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3077"/>
              <a:ext cx="21" cy="18"/>
            </a:xfrm>
            <a:custGeom>
              <a:avLst/>
              <a:gdLst>
                <a:gd name="T0" fmla="*/ 0 w 10"/>
                <a:gd name="T1" fmla="*/ 92 h 8"/>
                <a:gd name="T2" fmla="*/ 92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5"/>
                    <a:pt x="5" y="1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1" name="Freeform 2452">
              <a:extLst>
                <a:ext uri="{FF2B5EF4-FFF2-40B4-BE49-F238E27FC236}">
                  <a16:creationId xmlns:a16="http://schemas.microsoft.com/office/drawing/2014/main" id="{3FEB19A1-1DF0-41AD-A778-BC7027EA8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3035"/>
              <a:ext cx="24" cy="20"/>
            </a:xfrm>
            <a:custGeom>
              <a:avLst/>
              <a:gdLst>
                <a:gd name="T0" fmla="*/ 0 w 12"/>
                <a:gd name="T1" fmla="*/ 98 h 9"/>
                <a:gd name="T2" fmla="*/ 96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3" y="5"/>
                    <a:pt x="8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2" name="Freeform 2453">
              <a:extLst>
                <a:ext uri="{FF2B5EF4-FFF2-40B4-BE49-F238E27FC236}">
                  <a16:creationId xmlns:a16="http://schemas.microsoft.com/office/drawing/2014/main" id="{B883D66D-E1A6-46C8-A043-7582DCA47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998"/>
              <a:ext cx="21" cy="18"/>
            </a:xfrm>
            <a:custGeom>
              <a:avLst/>
              <a:gdLst>
                <a:gd name="T0" fmla="*/ 0 w 10"/>
                <a:gd name="T1" fmla="*/ 92 h 8"/>
                <a:gd name="T2" fmla="*/ 92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4"/>
                    <a:pt x="6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3" name="Freeform 2454">
              <a:extLst>
                <a:ext uri="{FF2B5EF4-FFF2-40B4-BE49-F238E27FC236}">
                  <a16:creationId xmlns:a16="http://schemas.microsoft.com/office/drawing/2014/main" id="{15D055FF-395C-4F58-AFEB-BC3C1CF1D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2987"/>
              <a:ext cx="9" cy="16"/>
            </a:xfrm>
            <a:custGeom>
              <a:avLst/>
              <a:gdLst>
                <a:gd name="T0" fmla="*/ 0 w 4"/>
                <a:gd name="T1" fmla="*/ 0 h 7"/>
                <a:gd name="T2" fmla="*/ 36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4" y="4"/>
                    <a:pt x="3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4" name="Freeform 2455">
              <a:extLst>
                <a:ext uri="{FF2B5EF4-FFF2-40B4-BE49-F238E27FC236}">
                  <a16:creationId xmlns:a16="http://schemas.microsoft.com/office/drawing/2014/main" id="{7F01EE27-B604-45D2-A48E-CD0636AA4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018"/>
              <a:ext cx="8" cy="22"/>
            </a:xfrm>
            <a:custGeom>
              <a:avLst/>
              <a:gdLst>
                <a:gd name="T0" fmla="*/ 8 w 4"/>
                <a:gd name="T1" fmla="*/ 106 h 10"/>
                <a:gd name="T2" fmla="*/ 0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10"/>
                  </a:moveTo>
                  <a:cubicBezTo>
                    <a:pt x="4" y="7"/>
                    <a:pt x="1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5" name="Freeform 2456">
              <a:extLst>
                <a:ext uri="{FF2B5EF4-FFF2-40B4-BE49-F238E27FC236}">
                  <a16:creationId xmlns:a16="http://schemas.microsoft.com/office/drawing/2014/main" id="{E6BAE638-7883-43CC-BBE7-3196A4741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3088"/>
              <a:ext cx="5" cy="22"/>
            </a:xfrm>
            <a:custGeom>
              <a:avLst/>
              <a:gdLst>
                <a:gd name="T0" fmla="*/ 33 w 2"/>
                <a:gd name="T1" fmla="*/ 0 h 10"/>
                <a:gd name="T2" fmla="*/ 33 w 2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6" name="Freeform 2457">
              <a:extLst>
                <a:ext uri="{FF2B5EF4-FFF2-40B4-BE49-F238E27FC236}">
                  <a16:creationId xmlns:a16="http://schemas.microsoft.com/office/drawing/2014/main" id="{332407F4-33CF-41CF-80D7-48824C407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3114"/>
              <a:ext cx="21" cy="9"/>
            </a:xfrm>
            <a:custGeom>
              <a:avLst/>
              <a:gdLst>
                <a:gd name="T0" fmla="*/ 0 w 10"/>
                <a:gd name="T1" fmla="*/ 25 h 4"/>
                <a:gd name="T2" fmla="*/ 92 w 10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5" y="0"/>
                    <a:pt x="7" y="1"/>
                    <a:pt x="1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7" name="Freeform 2458">
              <a:extLst>
                <a:ext uri="{FF2B5EF4-FFF2-40B4-BE49-F238E27FC236}">
                  <a16:creationId xmlns:a16="http://schemas.microsoft.com/office/drawing/2014/main" id="{92075AD6-7264-4583-9401-53E660018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3156"/>
              <a:ext cx="4" cy="22"/>
            </a:xfrm>
            <a:custGeom>
              <a:avLst/>
              <a:gdLst>
                <a:gd name="T0" fmla="*/ 16 w 2"/>
                <a:gd name="T1" fmla="*/ 0 h 10"/>
                <a:gd name="T2" fmla="*/ 16 w 2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0" y="3"/>
                    <a:pt x="0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8" name="Freeform 2459">
              <a:extLst>
                <a:ext uri="{FF2B5EF4-FFF2-40B4-BE49-F238E27FC236}">
                  <a16:creationId xmlns:a16="http://schemas.microsoft.com/office/drawing/2014/main" id="{4140A302-0E92-496C-8ABF-B35F74657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3171"/>
              <a:ext cx="6" cy="18"/>
            </a:xfrm>
            <a:custGeom>
              <a:avLst/>
              <a:gdLst>
                <a:gd name="T0" fmla="*/ 0 w 3"/>
                <a:gd name="T1" fmla="*/ 92 h 8"/>
                <a:gd name="T2" fmla="*/ 1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3" y="5"/>
                    <a:pt x="1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9" name="Freeform 2460">
              <a:extLst>
                <a:ext uri="{FF2B5EF4-FFF2-40B4-BE49-F238E27FC236}">
                  <a16:creationId xmlns:a16="http://schemas.microsoft.com/office/drawing/2014/main" id="{0B87E466-37BF-4B6F-90EF-CB1FBD6B7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" y="2976"/>
              <a:ext cx="6" cy="18"/>
            </a:xfrm>
            <a:custGeom>
              <a:avLst/>
              <a:gdLst>
                <a:gd name="T0" fmla="*/ 16 w 3"/>
                <a:gd name="T1" fmla="*/ 92 h 8"/>
                <a:gd name="T2" fmla="*/ 24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8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0" name="Freeform 2461">
              <a:extLst>
                <a:ext uri="{FF2B5EF4-FFF2-40B4-BE49-F238E27FC236}">
                  <a16:creationId xmlns:a16="http://schemas.microsoft.com/office/drawing/2014/main" id="{24920BDE-ED00-43EE-8931-5FF7FF392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931"/>
              <a:ext cx="15" cy="6"/>
            </a:xfrm>
            <a:custGeom>
              <a:avLst/>
              <a:gdLst>
                <a:gd name="T0" fmla="*/ 0 w 7"/>
                <a:gd name="T1" fmla="*/ 0 h 3"/>
                <a:gd name="T2" fmla="*/ 69 w 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3" y="1"/>
                    <a:pt x="5" y="1"/>
                    <a:pt x="7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1" name="Freeform 2462">
              <a:extLst>
                <a:ext uri="{FF2B5EF4-FFF2-40B4-BE49-F238E27FC236}">
                  <a16:creationId xmlns:a16="http://schemas.microsoft.com/office/drawing/2014/main" id="{BED7AA15-C2AE-45C6-8D47-DEE86CF32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2946"/>
              <a:ext cx="4" cy="15"/>
            </a:xfrm>
            <a:custGeom>
              <a:avLst/>
              <a:gdLst>
                <a:gd name="T0" fmla="*/ 16 w 2"/>
                <a:gd name="T1" fmla="*/ 0 h 7"/>
                <a:gd name="T2" fmla="*/ 8 w 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0" y="4"/>
                    <a:pt x="1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2" name="Freeform 2463">
              <a:extLst>
                <a:ext uri="{FF2B5EF4-FFF2-40B4-BE49-F238E27FC236}">
                  <a16:creationId xmlns:a16="http://schemas.microsoft.com/office/drawing/2014/main" id="{FDDFFD7E-AC3E-41BD-ADD5-96F927300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3040"/>
              <a:ext cx="6" cy="17"/>
            </a:xfrm>
            <a:custGeom>
              <a:avLst/>
              <a:gdLst>
                <a:gd name="T0" fmla="*/ 8 w 3"/>
                <a:gd name="T1" fmla="*/ 77 h 8"/>
                <a:gd name="T2" fmla="*/ 24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5"/>
                    <a:pt x="2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3" name="Freeform 2464">
              <a:extLst>
                <a:ext uri="{FF2B5EF4-FFF2-40B4-BE49-F238E27FC236}">
                  <a16:creationId xmlns:a16="http://schemas.microsoft.com/office/drawing/2014/main" id="{6EECE4BA-14A3-48E4-BBF8-9D5F15081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092"/>
              <a:ext cx="39" cy="44"/>
            </a:xfrm>
            <a:custGeom>
              <a:avLst/>
              <a:gdLst>
                <a:gd name="T0" fmla="*/ 0 w 19"/>
                <a:gd name="T1" fmla="*/ 0 h 20"/>
                <a:gd name="T2" fmla="*/ 76 w 19"/>
                <a:gd name="T3" fmla="*/ 169 h 20"/>
                <a:gd name="T4" fmla="*/ 164 w 19"/>
                <a:gd name="T5" fmla="*/ 16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7"/>
                    <a:pt x="5" y="11"/>
                    <a:pt x="9" y="16"/>
                  </a:cubicBezTo>
                  <a:cubicBezTo>
                    <a:pt x="12" y="20"/>
                    <a:pt x="15" y="18"/>
                    <a:pt x="19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4" name="Freeform 2465">
              <a:extLst>
                <a:ext uri="{FF2B5EF4-FFF2-40B4-BE49-F238E27FC236}">
                  <a16:creationId xmlns:a16="http://schemas.microsoft.com/office/drawing/2014/main" id="{DBFE41F5-E57F-4105-B095-2D6C6A3B1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3132"/>
              <a:ext cx="31" cy="35"/>
            </a:xfrm>
            <a:custGeom>
              <a:avLst/>
              <a:gdLst>
                <a:gd name="T0" fmla="*/ 0 w 15"/>
                <a:gd name="T1" fmla="*/ 0 h 16"/>
                <a:gd name="T2" fmla="*/ 35 w 15"/>
                <a:gd name="T3" fmla="*/ 96 h 16"/>
                <a:gd name="T4" fmla="*/ 72 w 15"/>
                <a:gd name="T5" fmla="*/ 158 h 16"/>
                <a:gd name="T6" fmla="*/ 107 w 15"/>
                <a:gd name="T7" fmla="*/ 158 h 16"/>
                <a:gd name="T8" fmla="*/ 132 w 15"/>
                <a:gd name="T9" fmla="*/ 149 h 16"/>
                <a:gd name="T10" fmla="*/ 124 w 15"/>
                <a:gd name="T11" fmla="*/ 14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2" y="2"/>
                    <a:pt x="2" y="6"/>
                    <a:pt x="4" y="9"/>
                  </a:cubicBezTo>
                  <a:cubicBezTo>
                    <a:pt x="5" y="11"/>
                    <a:pt x="6" y="13"/>
                    <a:pt x="8" y="15"/>
                  </a:cubicBezTo>
                  <a:cubicBezTo>
                    <a:pt x="10" y="16"/>
                    <a:pt x="10" y="16"/>
                    <a:pt x="12" y="15"/>
                  </a:cubicBezTo>
                  <a:cubicBezTo>
                    <a:pt x="13" y="15"/>
                    <a:pt x="14" y="14"/>
                    <a:pt x="15" y="14"/>
                  </a:cubicBezTo>
                  <a:cubicBezTo>
                    <a:pt x="15" y="14"/>
                    <a:pt x="14" y="14"/>
                    <a:pt x="14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5" name="Freeform 2466">
              <a:extLst>
                <a:ext uri="{FF2B5EF4-FFF2-40B4-BE49-F238E27FC236}">
                  <a16:creationId xmlns:a16="http://schemas.microsoft.com/office/drawing/2014/main" id="{64573458-3307-46BE-8687-E19D28697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3164"/>
              <a:ext cx="31" cy="44"/>
            </a:xfrm>
            <a:custGeom>
              <a:avLst/>
              <a:gdLst>
                <a:gd name="T0" fmla="*/ 0 w 15"/>
                <a:gd name="T1" fmla="*/ 0 h 20"/>
                <a:gd name="T2" fmla="*/ 25 w 15"/>
                <a:gd name="T3" fmla="*/ 88 h 20"/>
                <a:gd name="T4" fmla="*/ 72 w 15"/>
                <a:gd name="T5" fmla="*/ 178 h 20"/>
                <a:gd name="T6" fmla="*/ 132 w 15"/>
                <a:gd name="T7" fmla="*/ 17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0" y="0"/>
                  </a:moveTo>
                  <a:cubicBezTo>
                    <a:pt x="0" y="3"/>
                    <a:pt x="2" y="5"/>
                    <a:pt x="3" y="8"/>
                  </a:cubicBezTo>
                  <a:cubicBezTo>
                    <a:pt x="4" y="11"/>
                    <a:pt x="6" y="14"/>
                    <a:pt x="8" y="17"/>
                  </a:cubicBezTo>
                  <a:cubicBezTo>
                    <a:pt x="10" y="20"/>
                    <a:pt x="13" y="19"/>
                    <a:pt x="15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6" name="Freeform 2467">
              <a:extLst>
                <a:ext uri="{FF2B5EF4-FFF2-40B4-BE49-F238E27FC236}">
                  <a16:creationId xmlns:a16="http://schemas.microsoft.com/office/drawing/2014/main" id="{2F3ACB1B-08D1-4510-B397-C4CF3408B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3206"/>
              <a:ext cx="27" cy="28"/>
            </a:xfrm>
            <a:custGeom>
              <a:avLst/>
              <a:gdLst>
                <a:gd name="T0" fmla="*/ 0 w 13"/>
                <a:gd name="T1" fmla="*/ 0 h 13"/>
                <a:gd name="T2" fmla="*/ 52 w 13"/>
                <a:gd name="T3" fmla="*/ 121 h 13"/>
                <a:gd name="T4" fmla="*/ 116 w 13"/>
                <a:gd name="T5" fmla="*/ 1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4"/>
                    <a:pt x="2" y="12"/>
                    <a:pt x="6" y="12"/>
                  </a:cubicBezTo>
                  <a:cubicBezTo>
                    <a:pt x="8" y="13"/>
                    <a:pt x="11" y="12"/>
                    <a:pt x="13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7" name="Freeform 2468">
              <a:extLst>
                <a:ext uri="{FF2B5EF4-FFF2-40B4-BE49-F238E27FC236}">
                  <a16:creationId xmlns:a16="http://schemas.microsoft.com/office/drawing/2014/main" id="{F01EA888-4FD6-4435-B943-7F2FCC3C7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3232"/>
              <a:ext cx="4" cy="24"/>
            </a:xfrm>
            <a:custGeom>
              <a:avLst/>
              <a:gdLst>
                <a:gd name="T0" fmla="*/ 0 w 2"/>
                <a:gd name="T1" fmla="*/ 0 h 11"/>
                <a:gd name="T2" fmla="*/ 8 w 2"/>
                <a:gd name="T3" fmla="*/ 61 h 11"/>
                <a:gd name="T4" fmla="*/ 16 w 2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1" y="8"/>
                    <a:pt x="1" y="10"/>
                    <a:pt x="2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8" name="Freeform 2469">
              <a:extLst>
                <a:ext uri="{FF2B5EF4-FFF2-40B4-BE49-F238E27FC236}">
                  <a16:creationId xmlns:a16="http://schemas.microsoft.com/office/drawing/2014/main" id="{013E6210-E05D-425A-83C4-E47468ABB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3221"/>
              <a:ext cx="21" cy="7"/>
            </a:xfrm>
            <a:custGeom>
              <a:avLst/>
              <a:gdLst>
                <a:gd name="T0" fmla="*/ 0 w 10"/>
                <a:gd name="T1" fmla="*/ 12 h 3"/>
                <a:gd name="T2" fmla="*/ 67 w 10"/>
                <a:gd name="T3" fmla="*/ 28 h 3"/>
                <a:gd name="T4" fmla="*/ 92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1"/>
                  </a:moveTo>
                  <a:cubicBezTo>
                    <a:pt x="1" y="3"/>
                    <a:pt x="6" y="2"/>
                    <a:pt x="7" y="2"/>
                  </a:cubicBezTo>
                  <a:cubicBezTo>
                    <a:pt x="8" y="1"/>
                    <a:pt x="9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9" name="Freeform 2470">
              <a:extLst>
                <a:ext uri="{FF2B5EF4-FFF2-40B4-BE49-F238E27FC236}">
                  <a16:creationId xmlns:a16="http://schemas.microsoft.com/office/drawing/2014/main" id="{FBAF6503-B6B4-483F-82CB-4CD50D13D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224"/>
              <a:ext cx="25" cy="24"/>
            </a:xfrm>
            <a:custGeom>
              <a:avLst/>
              <a:gdLst>
                <a:gd name="T0" fmla="*/ 92 w 12"/>
                <a:gd name="T1" fmla="*/ 0 h 11"/>
                <a:gd name="T2" fmla="*/ 100 w 12"/>
                <a:gd name="T3" fmla="*/ 52 h 11"/>
                <a:gd name="T4" fmla="*/ 108 w 12"/>
                <a:gd name="T5" fmla="*/ 105 h 11"/>
                <a:gd name="T6" fmla="*/ 100 w 12"/>
                <a:gd name="T7" fmla="*/ 105 h 11"/>
                <a:gd name="T8" fmla="*/ 56 w 12"/>
                <a:gd name="T9" fmla="*/ 113 h 11"/>
                <a:gd name="T10" fmla="*/ 0 w 12"/>
                <a:gd name="T11" fmla="*/ 113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">
                  <a:moveTo>
                    <a:pt x="10" y="0"/>
                  </a:moveTo>
                  <a:cubicBezTo>
                    <a:pt x="10" y="1"/>
                    <a:pt x="11" y="3"/>
                    <a:pt x="11" y="5"/>
                  </a:cubicBezTo>
                  <a:cubicBezTo>
                    <a:pt x="12" y="6"/>
                    <a:pt x="12" y="9"/>
                    <a:pt x="12" y="10"/>
                  </a:cubicBezTo>
                  <a:cubicBezTo>
                    <a:pt x="12" y="10"/>
                    <a:pt x="12" y="10"/>
                    <a:pt x="11" y="10"/>
                  </a:cubicBezTo>
                  <a:cubicBezTo>
                    <a:pt x="9" y="10"/>
                    <a:pt x="8" y="11"/>
                    <a:pt x="6" y="11"/>
                  </a:cubicBezTo>
                  <a:cubicBezTo>
                    <a:pt x="4" y="11"/>
                    <a:pt x="2" y="11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0" name="Freeform 2471">
              <a:extLst>
                <a:ext uri="{FF2B5EF4-FFF2-40B4-BE49-F238E27FC236}">
                  <a16:creationId xmlns:a16="http://schemas.microsoft.com/office/drawing/2014/main" id="{A7CAA08A-3DCE-4EEE-86A4-D07D6CAA0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3245"/>
              <a:ext cx="2" cy="11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1" name="Freeform 2472">
              <a:extLst>
                <a:ext uri="{FF2B5EF4-FFF2-40B4-BE49-F238E27FC236}">
                  <a16:creationId xmlns:a16="http://schemas.microsoft.com/office/drawing/2014/main" id="{6B53F586-FF6B-4DBF-B7F6-73212AB56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3186"/>
              <a:ext cx="14" cy="5"/>
            </a:xfrm>
            <a:custGeom>
              <a:avLst/>
              <a:gdLst>
                <a:gd name="T0" fmla="*/ 0 w 7"/>
                <a:gd name="T1" fmla="*/ 20 h 2"/>
                <a:gd name="T2" fmla="*/ 40 w 7"/>
                <a:gd name="T3" fmla="*/ 20 h 2"/>
                <a:gd name="T4" fmla="*/ 56 w 7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6" y="2"/>
                    <a:pt x="7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2" name="Freeform 2473">
              <a:extLst>
                <a:ext uri="{FF2B5EF4-FFF2-40B4-BE49-F238E27FC236}">
                  <a16:creationId xmlns:a16="http://schemas.microsoft.com/office/drawing/2014/main" id="{7E951F69-55C4-49F2-83AF-9014EE4AB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3228"/>
              <a:ext cx="9" cy="13"/>
            </a:xfrm>
            <a:custGeom>
              <a:avLst/>
              <a:gdLst>
                <a:gd name="T0" fmla="*/ 45 w 4"/>
                <a:gd name="T1" fmla="*/ 0 h 6"/>
                <a:gd name="T2" fmla="*/ 11 w 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0" y="3"/>
                    <a:pt x="1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3" name="Freeform 2474">
              <a:extLst>
                <a:ext uri="{FF2B5EF4-FFF2-40B4-BE49-F238E27FC236}">
                  <a16:creationId xmlns:a16="http://schemas.microsoft.com/office/drawing/2014/main" id="{784730C4-D9D3-4E28-8938-2205A20B5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559"/>
              <a:ext cx="23" cy="37"/>
            </a:xfrm>
            <a:custGeom>
              <a:avLst/>
              <a:gdLst>
                <a:gd name="T0" fmla="*/ 0 w 11"/>
                <a:gd name="T1" fmla="*/ 0 h 17"/>
                <a:gd name="T2" fmla="*/ 8 w 11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1" y="4"/>
                    <a:pt x="11" y="17"/>
                    <a:pt x="1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4" name="Freeform 2475">
              <a:extLst>
                <a:ext uri="{FF2B5EF4-FFF2-40B4-BE49-F238E27FC236}">
                  <a16:creationId xmlns:a16="http://schemas.microsoft.com/office/drawing/2014/main" id="{6C8B4270-7147-4CDA-B684-1F3C88F1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2585"/>
              <a:ext cx="29" cy="44"/>
            </a:xfrm>
            <a:custGeom>
              <a:avLst/>
              <a:gdLst>
                <a:gd name="T0" fmla="*/ 0 w 14"/>
                <a:gd name="T1" fmla="*/ 33 h 20"/>
                <a:gd name="T2" fmla="*/ 124 w 14"/>
                <a:gd name="T3" fmla="*/ 169 h 20"/>
                <a:gd name="T4" fmla="*/ 52 w 14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0" y="3"/>
                  </a:moveTo>
                  <a:cubicBezTo>
                    <a:pt x="4" y="0"/>
                    <a:pt x="13" y="12"/>
                    <a:pt x="14" y="16"/>
                  </a:cubicBezTo>
                  <a:cubicBezTo>
                    <a:pt x="11" y="17"/>
                    <a:pt x="9" y="20"/>
                    <a:pt x="6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5" name="Freeform 2476">
              <a:extLst>
                <a:ext uri="{FF2B5EF4-FFF2-40B4-BE49-F238E27FC236}">
                  <a16:creationId xmlns:a16="http://schemas.microsoft.com/office/drawing/2014/main" id="{93886400-B265-4792-AEED-4DA7F011C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570"/>
              <a:ext cx="18" cy="35"/>
            </a:xfrm>
            <a:custGeom>
              <a:avLst/>
              <a:gdLst>
                <a:gd name="T0" fmla="*/ 0 w 9"/>
                <a:gd name="T1" fmla="*/ 168 h 16"/>
                <a:gd name="T2" fmla="*/ 0 w 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16"/>
                  </a:moveTo>
                  <a:cubicBezTo>
                    <a:pt x="9" y="14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6" name="Freeform 2477">
              <a:extLst>
                <a:ext uri="{FF2B5EF4-FFF2-40B4-BE49-F238E27FC236}">
                  <a16:creationId xmlns:a16="http://schemas.microsoft.com/office/drawing/2014/main" id="{F4B82D06-89E1-45D1-9AA1-FBDC3FDF0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594"/>
              <a:ext cx="31" cy="15"/>
            </a:xfrm>
            <a:custGeom>
              <a:avLst/>
              <a:gdLst>
                <a:gd name="T0" fmla="*/ 0 w 15"/>
                <a:gd name="T1" fmla="*/ 0 h 7"/>
                <a:gd name="T2" fmla="*/ 72 w 15"/>
                <a:gd name="T3" fmla="*/ 69 h 7"/>
                <a:gd name="T4" fmla="*/ 132 w 15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2" y="3"/>
                    <a:pt x="4" y="7"/>
                    <a:pt x="8" y="7"/>
                  </a:cubicBezTo>
                  <a:cubicBezTo>
                    <a:pt x="10" y="7"/>
                    <a:pt x="15" y="4"/>
                    <a:pt x="15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7" name="Freeform 2478">
              <a:extLst>
                <a:ext uri="{FF2B5EF4-FFF2-40B4-BE49-F238E27FC236}">
                  <a16:creationId xmlns:a16="http://schemas.microsoft.com/office/drawing/2014/main" id="{193A8A0B-5E8D-43D4-A565-9B82D6357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609"/>
              <a:ext cx="34" cy="35"/>
            </a:xfrm>
            <a:custGeom>
              <a:avLst/>
              <a:gdLst>
                <a:gd name="T0" fmla="*/ 0 w 17"/>
                <a:gd name="T1" fmla="*/ 0 h 16"/>
                <a:gd name="T2" fmla="*/ 40 w 17"/>
                <a:gd name="T3" fmla="*/ 85 h 16"/>
                <a:gd name="T4" fmla="*/ 88 w 17"/>
                <a:gd name="T5" fmla="*/ 158 h 16"/>
                <a:gd name="T6" fmla="*/ 136 w 17"/>
                <a:gd name="T7" fmla="*/ 1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1" y="3"/>
                    <a:pt x="4" y="6"/>
                    <a:pt x="5" y="8"/>
                  </a:cubicBezTo>
                  <a:cubicBezTo>
                    <a:pt x="7" y="10"/>
                    <a:pt x="9" y="14"/>
                    <a:pt x="11" y="15"/>
                  </a:cubicBezTo>
                  <a:cubicBezTo>
                    <a:pt x="13" y="16"/>
                    <a:pt x="15" y="13"/>
                    <a:pt x="17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8" name="Freeform 2479">
              <a:extLst>
                <a:ext uri="{FF2B5EF4-FFF2-40B4-BE49-F238E27FC236}">
                  <a16:creationId xmlns:a16="http://schemas.microsoft.com/office/drawing/2014/main" id="{156CFB25-3B75-458B-9895-CCC35DB63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635"/>
              <a:ext cx="18" cy="11"/>
            </a:xfrm>
            <a:custGeom>
              <a:avLst/>
              <a:gdLst>
                <a:gd name="T0" fmla="*/ 0 w 9"/>
                <a:gd name="T1" fmla="*/ 53 h 5"/>
                <a:gd name="T2" fmla="*/ 7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5"/>
                    <a:pt x="6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9" name="Freeform 2480">
              <a:extLst>
                <a:ext uri="{FF2B5EF4-FFF2-40B4-BE49-F238E27FC236}">
                  <a16:creationId xmlns:a16="http://schemas.microsoft.com/office/drawing/2014/main" id="{936EE9AC-03B4-47E9-B6C1-D812AF70C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994"/>
              <a:ext cx="29" cy="55"/>
            </a:xfrm>
            <a:custGeom>
              <a:avLst/>
              <a:gdLst>
                <a:gd name="T0" fmla="*/ 17 w 14"/>
                <a:gd name="T1" fmla="*/ 0 h 25"/>
                <a:gd name="T2" fmla="*/ 81 w 14"/>
                <a:gd name="T3" fmla="*/ 141 h 25"/>
                <a:gd name="T4" fmla="*/ 124 w 14"/>
                <a:gd name="T5" fmla="*/ 26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2" y="0"/>
                  </a:moveTo>
                  <a:cubicBezTo>
                    <a:pt x="0" y="5"/>
                    <a:pt x="6" y="10"/>
                    <a:pt x="9" y="13"/>
                  </a:cubicBezTo>
                  <a:cubicBezTo>
                    <a:pt x="11" y="17"/>
                    <a:pt x="12" y="22"/>
                    <a:pt x="14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0" name="Freeform 2481">
              <a:extLst>
                <a:ext uri="{FF2B5EF4-FFF2-40B4-BE49-F238E27FC236}">
                  <a16:creationId xmlns:a16="http://schemas.microsoft.com/office/drawing/2014/main" id="{58D7025A-C249-4F21-AB07-91142EDD8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631"/>
              <a:ext cx="47" cy="94"/>
            </a:xfrm>
            <a:custGeom>
              <a:avLst/>
              <a:gdLst>
                <a:gd name="T0" fmla="*/ 0 w 23"/>
                <a:gd name="T1" fmla="*/ 0 h 43"/>
                <a:gd name="T2" fmla="*/ 33 w 23"/>
                <a:gd name="T3" fmla="*/ 96 h 43"/>
                <a:gd name="T4" fmla="*/ 41 w 23"/>
                <a:gd name="T5" fmla="*/ 157 h 43"/>
                <a:gd name="T6" fmla="*/ 84 w 23"/>
                <a:gd name="T7" fmla="*/ 249 h 43"/>
                <a:gd name="T8" fmla="*/ 196 w 23"/>
                <a:gd name="T9" fmla="*/ 44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3">
                  <a:moveTo>
                    <a:pt x="0" y="0"/>
                  </a:moveTo>
                  <a:cubicBezTo>
                    <a:pt x="1" y="3"/>
                    <a:pt x="3" y="6"/>
                    <a:pt x="4" y="9"/>
                  </a:cubicBezTo>
                  <a:cubicBezTo>
                    <a:pt x="4" y="11"/>
                    <a:pt x="4" y="13"/>
                    <a:pt x="5" y="15"/>
                  </a:cubicBezTo>
                  <a:cubicBezTo>
                    <a:pt x="6" y="18"/>
                    <a:pt x="9" y="21"/>
                    <a:pt x="10" y="24"/>
                  </a:cubicBezTo>
                  <a:cubicBezTo>
                    <a:pt x="13" y="32"/>
                    <a:pt x="16" y="38"/>
                    <a:pt x="23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1" name="Freeform 2482">
              <a:extLst>
                <a:ext uri="{FF2B5EF4-FFF2-40B4-BE49-F238E27FC236}">
                  <a16:creationId xmlns:a16="http://schemas.microsoft.com/office/drawing/2014/main" id="{F92754F9-177C-49F8-A811-A778B7710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751"/>
              <a:ext cx="27" cy="55"/>
            </a:xfrm>
            <a:custGeom>
              <a:avLst/>
              <a:gdLst>
                <a:gd name="T0" fmla="*/ 0 w 13"/>
                <a:gd name="T1" fmla="*/ 0 h 25"/>
                <a:gd name="T2" fmla="*/ 73 w 13"/>
                <a:gd name="T3" fmla="*/ 141 h 25"/>
                <a:gd name="T4" fmla="*/ 116 w 13"/>
                <a:gd name="T5" fmla="*/ 26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3" y="4"/>
                    <a:pt x="5" y="9"/>
                    <a:pt x="8" y="13"/>
                  </a:cubicBezTo>
                  <a:cubicBezTo>
                    <a:pt x="10" y="17"/>
                    <a:pt x="10" y="23"/>
                    <a:pt x="13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2" name="Freeform 2483">
              <a:extLst>
                <a:ext uri="{FF2B5EF4-FFF2-40B4-BE49-F238E27FC236}">
                  <a16:creationId xmlns:a16="http://schemas.microsoft.com/office/drawing/2014/main" id="{640EB4FC-5B87-4DF5-86AC-3E70B9D2C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2804"/>
              <a:ext cx="41" cy="68"/>
            </a:xfrm>
            <a:custGeom>
              <a:avLst/>
              <a:gdLst>
                <a:gd name="T0" fmla="*/ 0 w 20"/>
                <a:gd name="T1" fmla="*/ 0 h 31"/>
                <a:gd name="T2" fmla="*/ 68 w 20"/>
                <a:gd name="T3" fmla="*/ 105 h 31"/>
                <a:gd name="T4" fmla="*/ 113 w 20"/>
                <a:gd name="T5" fmla="*/ 202 h 31"/>
                <a:gd name="T6" fmla="*/ 148 w 20"/>
                <a:gd name="T7" fmla="*/ 274 h 31"/>
                <a:gd name="T8" fmla="*/ 172 w 20"/>
                <a:gd name="T9" fmla="*/ 32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0" y="0"/>
                  </a:moveTo>
                  <a:cubicBezTo>
                    <a:pt x="3" y="4"/>
                    <a:pt x="6" y="5"/>
                    <a:pt x="8" y="10"/>
                  </a:cubicBezTo>
                  <a:cubicBezTo>
                    <a:pt x="9" y="13"/>
                    <a:pt x="11" y="16"/>
                    <a:pt x="13" y="19"/>
                  </a:cubicBezTo>
                  <a:cubicBezTo>
                    <a:pt x="14" y="22"/>
                    <a:pt x="15" y="24"/>
                    <a:pt x="17" y="26"/>
                  </a:cubicBezTo>
                  <a:cubicBezTo>
                    <a:pt x="18" y="28"/>
                    <a:pt x="20" y="31"/>
                    <a:pt x="20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3" name="Freeform 2484">
              <a:extLst>
                <a:ext uri="{FF2B5EF4-FFF2-40B4-BE49-F238E27FC236}">
                  <a16:creationId xmlns:a16="http://schemas.microsoft.com/office/drawing/2014/main" id="{11CCC099-D590-41E1-9CF4-749AA57DB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876"/>
              <a:ext cx="10" cy="37"/>
            </a:xfrm>
            <a:custGeom>
              <a:avLst/>
              <a:gdLst>
                <a:gd name="T0" fmla="*/ 0 w 5"/>
                <a:gd name="T1" fmla="*/ 0 h 17"/>
                <a:gd name="T2" fmla="*/ 32 w 5"/>
                <a:gd name="T3" fmla="*/ 124 h 17"/>
                <a:gd name="T4" fmla="*/ 40 w 5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2" y="4"/>
                    <a:pt x="3" y="8"/>
                    <a:pt x="4" y="12"/>
                  </a:cubicBezTo>
                  <a:cubicBezTo>
                    <a:pt x="4" y="13"/>
                    <a:pt x="4" y="16"/>
                    <a:pt x="5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4" name="Freeform 2485">
              <a:extLst>
                <a:ext uri="{FF2B5EF4-FFF2-40B4-BE49-F238E27FC236}">
                  <a16:creationId xmlns:a16="http://schemas.microsoft.com/office/drawing/2014/main" id="{15D83B48-8A0B-4DDE-8D11-7A133DF8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2913"/>
              <a:ext cx="43" cy="85"/>
            </a:xfrm>
            <a:custGeom>
              <a:avLst/>
              <a:gdLst>
                <a:gd name="T0" fmla="*/ 0 w 21"/>
                <a:gd name="T1" fmla="*/ 0 h 39"/>
                <a:gd name="T2" fmla="*/ 41 w 21"/>
                <a:gd name="T3" fmla="*/ 61 h 39"/>
                <a:gd name="T4" fmla="*/ 76 w 21"/>
                <a:gd name="T5" fmla="*/ 133 h 39"/>
                <a:gd name="T6" fmla="*/ 113 w 21"/>
                <a:gd name="T7" fmla="*/ 218 h 39"/>
                <a:gd name="T8" fmla="*/ 156 w 21"/>
                <a:gd name="T9" fmla="*/ 333 h 39"/>
                <a:gd name="T10" fmla="*/ 180 w 21"/>
                <a:gd name="T11" fmla="*/ 40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9">
                  <a:moveTo>
                    <a:pt x="0" y="0"/>
                  </a:moveTo>
                  <a:cubicBezTo>
                    <a:pt x="1" y="3"/>
                    <a:pt x="4" y="4"/>
                    <a:pt x="5" y="6"/>
                  </a:cubicBezTo>
                  <a:cubicBezTo>
                    <a:pt x="7" y="8"/>
                    <a:pt x="8" y="11"/>
                    <a:pt x="9" y="13"/>
                  </a:cubicBezTo>
                  <a:cubicBezTo>
                    <a:pt x="10" y="16"/>
                    <a:pt x="12" y="18"/>
                    <a:pt x="13" y="21"/>
                  </a:cubicBezTo>
                  <a:cubicBezTo>
                    <a:pt x="15" y="25"/>
                    <a:pt x="17" y="28"/>
                    <a:pt x="18" y="32"/>
                  </a:cubicBezTo>
                  <a:cubicBezTo>
                    <a:pt x="19" y="34"/>
                    <a:pt x="19" y="37"/>
                    <a:pt x="21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5" name="Freeform 2486">
              <a:extLst>
                <a:ext uri="{FF2B5EF4-FFF2-40B4-BE49-F238E27FC236}">
                  <a16:creationId xmlns:a16="http://schemas.microsoft.com/office/drawing/2014/main" id="{843B670D-3A2F-4CCF-A198-5582E5F2B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2996"/>
              <a:ext cx="27" cy="48"/>
            </a:xfrm>
            <a:custGeom>
              <a:avLst/>
              <a:gdLst>
                <a:gd name="T0" fmla="*/ 0 w 13"/>
                <a:gd name="T1" fmla="*/ 0 h 22"/>
                <a:gd name="T2" fmla="*/ 25 w 13"/>
                <a:gd name="T3" fmla="*/ 61 h 22"/>
                <a:gd name="T4" fmla="*/ 64 w 13"/>
                <a:gd name="T5" fmla="*/ 148 h 22"/>
                <a:gd name="T6" fmla="*/ 116 w 13"/>
                <a:gd name="T7" fmla="*/ 2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0" y="0"/>
                  </a:moveTo>
                  <a:cubicBezTo>
                    <a:pt x="0" y="3"/>
                    <a:pt x="2" y="4"/>
                    <a:pt x="3" y="6"/>
                  </a:cubicBezTo>
                  <a:cubicBezTo>
                    <a:pt x="4" y="8"/>
                    <a:pt x="6" y="11"/>
                    <a:pt x="7" y="14"/>
                  </a:cubicBezTo>
                  <a:cubicBezTo>
                    <a:pt x="9" y="17"/>
                    <a:pt x="11" y="19"/>
                    <a:pt x="13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6" name="Freeform 2487">
              <a:extLst>
                <a:ext uri="{FF2B5EF4-FFF2-40B4-BE49-F238E27FC236}">
                  <a16:creationId xmlns:a16="http://schemas.microsoft.com/office/drawing/2014/main" id="{515B0521-612B-43C6-860E-BF0B7CCC4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3053"/>
              <a:ext cx="21" cy="37"/>
            </a:xfrm>
            <a:custGeom>
              <a:avLst/>
              <a:gdLst>
                <a:gd name="T0" fmla="*/ 0 w 10"/>
                <a:gd name="T1" fmla="*/ 0 h 17"/>
                <a:gd name="T2" fmla="*/ 48 w 10"/>
                <a:gd name="T3" fmla="*/ 104 h 17"/>
                <a:gd name="T4" fmla="*/ 67 w 10"/>
                <a:gd name="T5" fmla="*/ 157 h 17"/>
                <a:gd name="T6" fmla="*/ 92 w 10"/>
                <a:gd name="T7" fmla="*/ 1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2" y="3"/>
                    <a:pt x="4" y="7"/>
                    <a:pt x="5" y="10"/>
                  </a:cubicBezTo>
                  <a:cubicBezTo>
                    <a:pt x="6" y="12"/>
                    <a:pt x="6" y="14"/>
                    <a:pt x="7" y="15"/>
                  </a:cubicBezTo>
                  <a:cubicBezTo>
                    <a:pt x="8" y="16"/>
                    <a:pt x="9" y="16"/>
                    <a:pt x="1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7" name="Freeform 2488">
              <a:extLst>
                <a:ext uri="{FF2B5EF4-FFF2-40B4-BE49-F238E27FC236}">
                  <a16:creationId xmlns:a16="http://schemas.microsoft.com/office/drawing/2014/main" id="{8C3718BD-18A9-4370-8787-7A08F81F5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3090"/>
              <a:ext cx="24" cy="33"/>
            </a:xfrm>
            <a:custGeom>
              <a:avLst/>
              <a:gdLst>
                <a:gd name="T0" fmla="*/ 0 w 12"/>
                <a:gd name="T1" fmla="*/ 0 h 15"/>
                <a:gd name="T2" fmla="*/ 64 w 12"/>
                <a:gd name="T3" fmla="*/ 106 h 15"/>
                <a:gd name="T4" fmla="*/ 96 w 12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2" y="5"/>
                    <a:pt x="4" y="7"/>
                    <a:pt x="8" y="10"/>
                  </a:cubicBezTo>
                  <a:cubicBezTo>
                    <a:pt x="9" y="12"/>
                    <a:pt x="10" y="15"/>
                    <a:pt x="12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8" name="Freeform 2489">
              <a:extLst>
                <a:ext uri="{FF2B5EF4-FFF2-40B4-BE49-F238E27FC236}">
                  <a16:creationId xmlns:a16="http://schemas.microsoft.com/office/drawing/2014/main" id="{90EBD555-9A19-4F96-87E1-326B815D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127"/>
              <a:ext cx="17" cy="29"/>
            </a:xfrm>
            <a:custGeom>
              <a:avLst/>
              <a:gdLst>
                <a:gd name="T0" fmla="*/ 0 w 8"/>
                <a:gd name="T1" fmla="*/ 0 h 13"/>
                <a:gd name="T2" fmla="*/ 77 w 8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2" y="4"/>
                    <a:pt x="5" y="10"/>
                    <a:pt x="8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9" name="Freeform 2490">
              <a:extLst>
                <a:ext uri="{FF2B5EF4-FFF2-40B4-BE49-F238E27FC236}">
                  <a16:creationId xmlns:a16="http://schemas.microsoft.com/office/drawing/2014/main" id="{2C66F530-A70E-431B-A8E5-CF8726117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158"/>
              <a:ext cx="49" cy="85"/>
            </a:xfrm>
            <a:custGeom>
              <a:avLst/>
              <a:gdLst>
                <a:gd name="T0" fmla="*/ 0 w 24"/>
                <a:gd name="T1" fmla="*/ 0 h 39"/>
                <a:gd name="T2" fmla="*/ 67 w 24"/>
                <a:gd name="T3" fmla="*/ 148 h 39"/>
                <a:gd name="T4" fmla="*/ 137 w 24"/>
                <a:gd name="T5" fmla="*/ 238 h 39"/>
                <a:gd name="T6" fmla="*/ 180 w 24"/>
                <a:gd name="T7" fmla="*/ 323 h 39"/>
                <a:gd name="T8" fmla="*/ 204 w 24"/>
                <a:gd name="T9" fmla="*/ 40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9">
                  <a:moveTo>
                    <a:pt x="0" y="0"/>
                  </a:moveTo>
                  <a:cubicBezTo>
                    <a:pt x="3" y="5"/>
                    <a:pt x="4" y="10"/>
                    <a:pt x="8" y="14"/>
                  </a:cubicBezTo>
                  <a:cubicBezTo>
                    <a:pt x="11" y="17"/>
                    <a:pt x="14" y="19"/>
                    <a:pt x="16" y="23"/>
                  </a:cubicBezTo>
                  <a:cubicBezTo>
                    <a:pt x="17" y="26"/>
                    <a:pt x="19" y="28"/>
                    <a:pt x="21" y="31"/>
                  </a:cubicBezTo>
                  <a:cubicBezTo>
                    <a:pt x="22" y="34"/>
                    <a:pt x="23" y="37"/>
                    <a:pt x="24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0" name="Freeform 2491">
              <a:extLst>
                <a:ext uri="{FF2B5EF4-FFF2-40B4-BE49-F238E27FC236}">
                  <a16:creationId xmlns:a16="http://schemas.microsoft.com/office/drawing/2014/main" id="{55080196-AA6F-4162-8523-181B787E5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598"/>
              <a:ext cx="21" cy="31"/>
            </a:xfrm>
            <a:custGeom>
              <a:avLst/>
              <a:gdLst>
                <a:gd name="T0" fmla="*/ 0 w 10"/>
                <a:gd name="T1" fmla="*/ 0 h 14"/>
                <a:gd name="T2" fmla="*/ 92 w 10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3" y="4"/>
                    <a:pt x="8" y="9"/>
                    <a:pt x="1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1" name="Freeform 2492">
              <a:extLst>
                <a:ext uri="{FF2B5EF4-FFF2-40B4-BE49-F238E27FC236}">
                  <a16:creationId xmlns:a16="http://schemas.microsoft.com/office/drawing/2014/main" id="{C58F5AFC-050D-4256-97E5-EF543749D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554"/>
              <a:ext cx="20" cy="44"/>
            </a:xfrm>
            <a:custGeom>
              <a:avLst/>
              <a:gdLst>
                <a:gd name="T0" fmla="*/ 0 w 10"/>
                <a:gd name="T1" fmla="*/ 0 h 20"/>
                <a:gd name="T2" fmla="*/ 48 w 10"/>
                <a:gd name="T3" fmla="*/ 125 h 20"/>
                <a:gd name="T4" fmla="*/ 80 w 10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1" y="4"/>
                    <a:pt x="4" y="8"/>
                    <a:pt x="6" y="12"/>
                  </a:cubicBezTo>
                  <a:cubicBezTo>
                    <a:pt x="7" y="15"/>
                    <a:pt x="8" y="18"/>
                    <a:pt x="1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2" name="Freeform 2493">
              <a:extLst>
                <a:ext uri="{FF2B5EF4-FFF2-40B4-BE49-F238E27FC236}">
                  <a16:creationId xmlns:a16="http://schemas.microsoft.com/office/drawing/2014/main" id="{F6B383F8-D67E-46F3-AF3A-FF0A4D69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502"/>
              <a:ext cx="27" cy="48"/>
            </a:xfrm>
            <a:custGeom>
              <a:avLst/>
              <a:gdLst>
                <a:gd name="T0" fmla="*/ 0 w 13"/>
                <a:gd name="T1" fmla="*/ 0 h 22"/>
                <a:gd name="T2" fmla="*/ 81 w 13"/>
                <a:gd name="T3" fmla="*/ 133 h 22"/>
                <a:gd name="T4" fmla="*/ 116 w 13"/>
                <a:gd name="T5" fmla="*/ 2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0" y="0"/>
                  </a:moveTo>
                  <a:cubicBezTo>
                    <a:pt x="3" y="4"/>
                    <a:pt x="6" y="8"/>
                    <a:pt x="9" y="13"/>
                  </a:cubicBezTo>
                  <a:cubicBezTo>
                    <a:pt x="11" y="16"/>
                    <a:pt x="11" y="20"/>
                    <a:pt x="13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3" name="Freeform 2494">
              <a:extLst>
                <a:ext uri="{FF2B5EF4-FFF2-40B4-BE49-F238E27FC236}">
                  <a16:creationId xmlns:a16="http://schemas.microsoft.com/office/drawing/2014/main" id="{982FF57D-7B00-43BC-9081-DF00915E5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425"/>
              <a:ext cx="41" cy="75"/>
            </a:xfrm>
            <a:custGeom>
              <a:avLst/>
              <a:gdLst>
                <a:gd name="T0" fmla="*/ 0 w 20"/>
                <a:gd name="T1" fmla="*/ 0 h 34"/>
                <a:gd name="T2" fmla="*/ 96 w 20"/>
                <a:gd name="T3" fmla="*/ 214 h 34"/>
                <a:gd name="T4" fmla="*/ 121 w 20"/>
                <a:gd name="T5" fmla="*/ 302 h 34"/>
                <a:gd name="T6" fmla="*/ 172 w 20"/>
                <a:gd name="T7" fmla="*/ 36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0" y="0"/>
                  </a:moveTo>
                  <a:cubicBezTo>
                    <a:pt x="5" y="6"/>
                    <a:pt x="8" y="13"/>
                    <a:pt x="11" y="20"/>
                  </a:cubicBezTo>
                  <a:cubicBezTo>
                    <a:pt x="12" y="22"/>
                    <a:pt x="13" y="25"/>
                    <a:pt x="14" y="28"/>
                  </a:cubicBezTo>
                  <a:cubicBezTo>
                    <a:pt x="16" y="31"/>
                    <a:pt x="18" y="32"/>
                    <a:pt x="20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4" name="Freeform 2495">
              <a:extLst>
                <a:ext uri="{FF2B5EF4-FFF2-40B4-BE49-F238E27FC236}">
                  <a16:creationId xmlns:a16="http://schemas.microsoft.com/office/drawing/2014/main" id="{38000B6D-9D32-4507-92A7-5A26F2A9E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266"/>
              <a:ext cx="76" cy="155"/>
            </a:xfrm>
            <a:custGeom>
              <a:avLst/>
              <a:gdLst>
                <a:gd name="T0" fmla="*/ 0 w 37"/>
                <a:gd name="T1" fmla="*/ 0 h 71"/>
                <a:gd name="T2" fmla="*/ 105 w 37"/>
                <a:gd name="T3" fmla="*/ 229 h 71"/>
                <a:gd name="T4" fmla="*/ 173 w 37"/>
                <a:gd name="T5" fmla="*/ 439 h 71"/>
                <a:gd name="T6" fmla="*/ 232 w 37"/>
                <a:gd name="T7" fmla="*/ 563 h 71"/>
                <a:gd name="T8" fmla="*/ 320 w 37"/>
                <a:gd name="T9" fmla="*/ 73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71">
                  <a:moveTo>
                    <a:pt x="0" y="0"/>
                  </a:moveTo>
                  <a:cubicBezTo>
                    <a:pt x="5" y="7"/>
                    <a:pt x="9" y="14"/>
                    <a:pt x="12" y="22"/>
                  </a:cubicBezTo>
                  <a:cubicBezTo>
                    <a:pt x="16" y="28"/>
                    <a:pt x="17" y="35"/>
                    <a:pt x="20" y="42"/>
                  </a:cubicBezTo>
                  <a:cubicBezTo>
                    <a:pt x="22" y="47"/>
                    <a:pt x="24" y="50"/>
                    <a:pt x="27" y="54"/>
                  </a:cubicBezTo>
                  <a:cubicBezTo>
                    <a:pt x="31" y="59"/>
                    <a:pt x="35" y="65"/>
                    <a:pt x="37" y="7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5" name="Freeform 2496">
              <a:extLst>
                <a:ext uri="{FF2B5EF4-FFF2-40B4-BE49-F238E27FC236}">
                  <a16:creationId xmlns:a16="http://schemas.microsoft.com/office/drawing/2014/main" id="{10BA567B-9258-4837-9356-9A74D1371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358"/>
              <a:ext cx="10" cy="2"/>
            </a:xfrm>
            <a:custGeom>
              <a:avLst/>
              <a:gdLst>
                <a:gd name="T0" fmla="*/ 0 w 5"/>
                <a:gd name="T1" fmla="*/ 8 h 1"/>
                <a:gd name="T2" fmla="*/ 4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6" name="Freeform 2497">
              <a:extLst>
                <a:ext uri="{FF2B5EF4-FFF2-40B4-BE49-F238E27FC236}">
                  <a16:creationId xmlns:a16="http://schemas.microsoft.com/office/drawing/2014/main" id="{868EEAB9-D669-41FE-8DEC-F548166B4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272"/>
              <a:ext cx="6" cy="3"/>
            </a:xfrm>
            <a:custGeom>
              <a:avLst/>
              <a:gdLst>
                <a:gd name="T0" fmla="*/ 0 w 3"/>
                <a:gd name="T1" fmla="*/ 27 h 1"/>
                <a:gd name="T2" fmla="*/ 24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7" name="Freeform 2498">
              <a:extLst>
                <a:ext uri="{FF2B5EF4-FFF2-40B4-BE49-F238E27FC236}">
                  <a16:creationId xmlns:a16="http://schemas.microsoft.com/office/drawing/2014/main" id="{2DB8C5A0-434F-4FF9-A42E-2F7D481A7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189"/>
              <a:ext cx="29" cy="77"/>
            </a:xfrm>
            <a:custGeom>
              <a:avLst/>
              <a:gdLst>
                <a:gd name="T0" fmla="*/ 0 w 14"/>
                <a:gd name="T1" fmla="*/ 0 h 35"/>
                <a:gd name="T2" fmla="*/ 81 w 14"/>
                <a:gd name="T3" fmla="*/ 213 h 35"/>
                <a:gd name="T4" fmla="*/ 124 w 14"/>
                <a:gd name="T5" fmla="*/ 37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5">
                  <a:moveTo>
                    <a:pt x="0" y="0"/>
                  </a:moveTo>
                  <a:cubicBezTo>
                    <a:pt x="3" y="7"/>
                    <a:pt x="6" y="13"/>
                    <a:pt x="9" y="20"/>
                  </a:cubicBezTo>
                  <a:cubicBezTo>
                    <a:pt x="11" y="25"/>
                    <a:pt x="12" y="31"/>
                    <a:pt x="14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8" name="Freeform 2499">
              <a:extLst>
                <a:ext uri="{FF2B5EF4-FFF2-40B4-BE49-F238E27FC236}">
                  <a16:creationId xmlns:a16="http://schemas.microsoft.com/office/drawing/2014/main" id="{848D6EC2-8E69-421B-8959-5A02C3152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078"/>
              <a:ext cx="51" cy="114"/>
            </a:xfrm>
            <a:custGeom>
              <a:avLst/>
              <a:gdLst>
                <a:gd name="T0" fmla="*/ 0 w 25"/>
                <a:gd name="T1" fmla="*/ 0 h 52"/>
                <a:gd name="T2" fmla="*/ 112 w 25"/>
                <a:gd name="T3" fmla="*/ 335 h 52"/>
                <a:gd name="T4" fmla="*/ 145 w 25"/>
                <a:gd name="T5" fmla="*/ 460 h 52"/>
                <a:gd name="T6" fmla="*/ 188 w 25"/>
                <a:gd name="T7" fmla="*/ 495 h 52"/>
                <a:gd name="T8" fmla="*/ 212 w 25"/>
                <a:gd name="T9" fmla="*/ 54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2">
                  <a:moveTo>
                    <a:pt x="0" y="0"/>
                  </a:moveTo>
                  <a:cubicBezTo>
                    <a:pt x="5" y="10"/>
                    <a:pt x="11" y="21"/>
                    <a:pt x="13" y="32"/>
                  </a:cubicBezTo>
                  <a:cubicBezTo>
                    <a:pt x="14" y="36"/>
                    <a:pt x="14" y="41"/>
                    <a:pt x="17" y="44"/>
                  </a:cubicBezTo>
                  <a:cubicBezTo>
                    <a:pt x="18" y="45"/>
                    <a:pt x="21" y="45"/>
                    <a:pt x="22" y="47"/>
                  </a:cubicBezTo>
                  <a:cubicBezTo>
                    <a:pt x="23" y="48"/>
                    <a:pt x="24" y="51"/>
                    <a:pt x="25" y="5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9" name="Freeform 2500">
              <a:extLst>
                <a:ext uri="{FF2B5EF4-FFF2-40B4-BE49-F238E27FC236}">
                  <a16:creationId xmlns:a16="http://schemas.microsoft.com/office/drawing/2014/main" id="{72A9887C-8350-409E-9924-DE12DD11C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654"/>
              <a:ext cx="22" cy="11"/>
            </a:xfrm>
            <a:custGeom>
              <a:avLst/>
              <a:gdLst>
                <a:gd name="T0" fmla="*/ 32 w 11"/>
                <a:gd name="T1" fmla="*/ 0 h 5"/>
                <a:gd name="T2" fmla="*/ 32 w 11"/>
                <a:gd name="T3" fmla="*/ 44 h 5"/>
                <a:gd name="T4" fmla="*/ 56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4" y="0"/>
                  </a:moveTo>
                  <a:cubicBezTo>
                    <a:pt x="0" y="0"/>
                    <a:pt x="1" y="3"/>
                    <a:pt x="4" y="4"/>
                  </a:cubicBezTo>
                  <a:cubicBezTo>
                    <a:pt x="7" y="5"/>
                    <a:pt x="11" y="3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0" name="Freeform 2501">
              <a:extLst>
                <a:ext uri="{FF2B5EF4-FFF2-40B4-BE49-F238E27FC236}">
                  <a16:creationId xmlns:a16="http://schemas.microsoft.com/office/drawing/2014/main" id="{FEA03D3D-E3AD-4E6A-8B01-9BE8C0A99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641"/>
              <a:ext cx="14" cy="8"/>
            </a:xfrm>
            <a:custGeom>
              <a:avLst/>
              <a:gdLst>
                <a:gd name="T0" fmla="*/ 16 w 7"/>
                <a:gd name="T1" fmla="*/ 0 h 4"/>
                <a:gd name="T2" fmla="*/ 0 w 7"/>
                <a:gd name="T3" fmla="*/ 8 h 4"/>
                <a:gd name="T4" fmla="*/ 40 w 7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4"/>
                    <a:pt x="7" y="4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1" name="Freeform 2502">
              <a:extLst>
                <a:ext uri="{FF2B5EF4-FFF2-40B4-BE49-F238E27FC236}">
                  <a16:creationId xmlns:a16="http://schemas.microsoft.com/office/drawing/2014/main" id="{95BE2F29-E434-4D92-A4D5-A534A5A5C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623"/>
              <a:ext cx="21" cy="13"/>
            </a:xfrm>
            <a:custGeom>
              <a:avLst/>
              <a:gdLst>
                <a:gd name="T0" fmla="*/ 27 w 10"/>
                <a:gd name="T1" fmla="*/ 0 h 6"/>
                <a:gd name="T2" fmla="*/ 0 w 10"/>
                <a:gd name="T3" fmla="*/ 0 h 6"/>
                <a:gd name="T4" fmla="*/ 48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6"/>
                    <a:pt x="10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2" name="Freeform 2503">
              <a:extLst>
                <a:ext uri="{FF2B5EF4-FFF2-40B4-BE49-F238E27FC236}">
                  <a16:creationId xmlns:a16="http://schemas.microsoft.com/office/drawing/2014/main" id="{B57C6FAF-C055-4591-8EFB-0245DD584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658"/>
              <a:ext cx="17" cy="17"/>
            </a:xfrm>
            <a:custGeom>
              <a:avLst/>
              <a:gdLst>
                <a:gd name="T0" fmla="*/ 40 w 8"/>
                <a:gd name="T1" fmla="*/ 9 h 8"/>
                <a:gd name="T2" fmla="*/ 28 w 8"/>
                <a:gd name="T3" fmla="*/ 60 h 8"/>
                <a:gd name="T4" fmla="*/ 60 w 8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6" y="8"/>
                    <a:pt x="8" y="4"/>
                    <a:pt x="6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3" name="Freeform 2504">
              <a:extLst>
                <a:ext uri="{FF2B5EF4-FFF2-40B4-BE49-F238E27FC236}">
                  <a16:creationId xmlns:a16="http://schemas.microsoft.com/office/drawing/2014/main" id="{0EC427BB-FD41-4A7B-AFB9-A0B9D3D2D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623"/>
              <a:ext cx="13" cy="9"/>
            </a:xfrm>
            <a:custGeom>
              <a:avLst/>
              <a:gdLst>
                <a:gd name="T0" fmla="*/ 9 w 6"/>
                <a:gd name="T1" fmla="*/ 11 h 4"/>
                <a:gd name="T2" fmla="*/ 0 w 6"/>
                <a:gd name="T3" fmla="*/ 11 h 4"/>
                <a:gd name="T4" fmla="*/ 61 w 6"/>
                <a:gd name="T5" fmla="*/ 36 h 4"/>
                <a:gd name="T6" fmla="*/ 3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4" y="4"/>
                    <a:pt x="6" y="3"/>
                  </a:cubicBezTo>
                  <a:cubicBezTo>
                    <a:pt x="6" y="2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4" name="Freeform 2505">
              <a:extLst>
                <a:ext uri="{FF2B5EF4-FFF2-40B4-BE49-F238E27FC236}">
                  <a16:creationId xmlns:a16="http://schemas.microsoft.com/office/drawing/2014/main" id="{BAE26168-5D09-4501-95CD-AA120540A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612"/>
              <a:ext cx="27" cy="13"/>
            </a:xfrm>
            <a:custGeom>
              <a:avLst/>
              <a:gdLst>
                <a:gd name="T0" fmla="*/ 52 w 13"/>
                <a:gd name="T1" fmla="*/ 0 h 6"/>
                <a:gd name="T2" fmla="*/ 73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6" y="0"/>
                  </a:moveTo>
                  <a:cubicBezTo>
                    <a:pt x="0" y="5"/>
                    <a:pt x="13" y="6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5" name="Freeform 2506">
              <a:extLst>
                <a:ext uri="{FF2B5EF4-FFF2-40B4-BE49-F238E27FC236}">
                  <a16:creationId xmlns:a16="http://schemas.microsoft.com/office/drawing/2014/main" id="{0992D307-6073-473B-9CDE-34941FF67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592"/>
              <a:ext cx="23" cy="16"/>
            </a:xfrm>
            <a:custGeom>
              <a:avLst/>
              <a:gdLst>
                <a:gd name="T0" fmla="*/ 65 w 11"/>
                <a:gd name="T1" fmla="*/ 0 h 7"/>
                <a:gd name="T2" fmla="*/ 100 w 11"/>
                <a:gd name="T3" fmla="*/ 1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7" y="0"/>
                  </a:moveTo>
                  <a:cubicBezTo>
                    <a:pt x="0" y="0"/>
                    <a:pt x="5" y="7"/>
                    <a:pt x="1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6" name="Freeform 2507">
              <a:extLst>
                <a:ext uri="{FF2B5EF4-FFF2-40B4-BE49-F238E27FC236}">
                  <a16:creationId xmlns:a16="http://schemas.microsoft.com/office/drawing/2014/main" id="{6CEC9AE3-4D87-4E49-9659-2D2102C64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671"/>
              <a:ext cx="17" cy="13"/>
            </a:xfrm>
            <a:custGeom>
              <a:avLst/>
              <a:gdLst>
                <a:gd name="T0" fmla="*/ 49 w 8"/>
                <a:gd name="T1" fmla="*/ 20 h 6"/>
                <a:gd name="T2" fmla="*/ 9 w 8"/>
                <a:gd name="T3" fmla="*/ 33 h 6"/>
                <a:gd name="T4" fmla="*/ 60 w 8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2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1" y="6"/>
                    <a:pt x="8" y="4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7" name="Freeform 2508">
              <a:extLst>
                <a:ext uri="{FF2B5EF4-FFF2-40B4-BE49-F238E27FC236}">
                  <a16:creationId xmlns:a16="http://schemas.microsoft.com/office/drawing/2014/main" id="{664C2A08-EB37-4634-A1FD-3E329CAC7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649"/>
              <a:ext cx="8" cy="9"/>
            </a:xfrm>
            <a:custGeom>
              <a:avLst/>
              <a:gdLst>
                <a:gd name="T0" fmla="*/ 0 w 4"/>
                <a:gd name="T1" fmla="*/ 11 h 4"/>
                <a:gd name="T2" fmla="*/ 24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4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8" name="Freeform 2509">
              <a:extLst>
                <a:ext uri="{FF2B5EF4-FFF2-40B4-BE49-F238E27FC236}">
                  <a16:creationId xmlns:a16="http://schemas.microsoft.com/office/drawing/2014/main" id="{B9F2247C-3098-4B0A-BC4C-09AE0CE9D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630"/>
              <a:ext cx="31" cy="13"/>
            </a:xfrm>
            <a:custGeom>
              <a:avLst/>
              <a:gdLst>
                <a:gd name="T0" fmla="*/ 72 w 15"/>
                <a:gd name="T1" fmla="*/ 0 h 6"/>
                <a:gd name="T2" fmla="*/ 99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8" y="0"/>
                  </a:moveTo>
                  <a:cubicBezTo>
                    <a:pt x="0" y="0"/>
                    <a:pt x="15" y="6"/>
                    <a:pt x="1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29" name="Freeform 2510">
              <a:extLst>
                <a:ext uri="{FF2B5EF4-FFF2-40B4-BE49-F238E27FC236}">
                  <a16:creationId xmlns:a16="http://schemas.microsoft.com/office/drawing/2014/main" id="{0A8C5A25-6C0A-4EC2-ABA7-A409E5B9C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616"/>
              <a:ext cx="16" cy="14"/>
            </a:xfrm>
            <a:custGeom>
              <a:avLst/>
              <a:gdLst>
                <a:gd name="T0" fmla="*/ 40 w 8"/>
                <a:gd name="T1" fmla="*/ 12 h 6"/>
                <a:gd name="T2" fmla="*/ 32 w 8"/>
                <a:gd name="T3" fmla="*/ 0 h 6"/>
                <a:gd name="T4" fmla="*/ 56 w 8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5" y="1"/>
                    <a:pt x="4" y="1"/>
                    <a:pt x="4" y="0"/>
                  </a:cubicBezTo>
                  <a:cubicBezTo>
                    <a:pt x="0" y="3"/>
                    <a:pt x="8" y="6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0" name="Freeform 2511">
              <a:extLst>
                <a:ext uri="{FF2B5EF4-FFF2-40B4-BE49-F238E27FC236}">
                  <a16:creationId xmlns:a16="http://schemas.microsoft.com/office/drawing/2014/main" id="{FF0BC77C-CD1D-48C3-9ADB-8B0F00B40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649"/>
              <a:ext cx="10" cy="13"/>
            </a:xfrm>
            <a:custGeom>
              <a:avLst/>
              <a:gdLst>
                <a:gd name="T0" fmla="*/ 8 w 5"/>
                <a:gd name="T1" fmla="*/ 20 h 6"/>
                <a:gd name="T2" fmla="*/ 0 w 5"/>
                <a:gd name="T3" fmla="*/ 61 h 6"/>
                <a:gd name="T4" fmla="*/ 40 w 5"/>
                <a:gd name="T5" fmla="*/ 43 h 6"/>
                <a:gd name="T6" fmla="*/ 16 w 5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2" y="6"/>
                    <a:pt x="3" y="4"/>
                    <a:pt x="5" y="4"/>
                  </a:cubicBezTo>
                  <a:cubicBezTo>
                    <a:pt x="5" y="2"/>
                    <a:pt x="3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1" name="Freeform 2512">
              <a:extLst>
                <a:ext uri="{FF2B5EF4-FFF2-40B4-BE49-F238E27FC236}">
                  <a16:creationId xmlns:a16="http://schemas.microsoft.com/office/drawing/2014/main" id="{3A81193C-0909-4585-BF74-4F785DBD1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610"/>
              <a:ext cx="12" cy="13"/>
            </a:xfrm>
            <a:custGeom>
              <a:avLst/>
              <a:gdLst>
                <a:gd name="T0" fmla="*/ 8 w 6"/>
                <a:gd name="T1" fmla="*/ 20 h 6"/>
                <a:gd name="T2" fmla="*/ 8 w 6"/>
                <a:gd name="T3" fmla="*/ 61 h 6"/>
                <a:gd name="T4" fmla="*/ 24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5" y="6"/>
                    <a:pt x="6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2" name="Freeform 2513">
              <a:extLst>
                <a:ext uri="{FF2B5EF4-FFF2-40B4-BE49-F238E27FC236}">
                  <a16:creationId xmlns:a16="http://schemas.microsoft.com/office/drawing/2014/main" id="{3A774026-E4BB-4178-AE97-CC8323DB7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700"/>
              <a:ext cx="15" cy="10"/>
            </a:xfrm>
            <a:custGeom>
              <a:avLst/>
              <a:gdLst>
                <a:gd name="T0" fmla="*/ 19 w 7"/>
                <a:gd name="T1" fmla="*/ 8 h 5"/>
                <a:gd name="T2" fmla="*/ 0 w 7"/>
                <a:gd name="T3" fmla="*/ 32 h 5"/>
                <a:gd name="T4" fmla="*/ 28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7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3" name="Freeform 2514">
              <a:extLst>
                <a:ext uri="{FF2B5EF4-FFF2-40B4-BE49-F238E27FC236}">
                  <a16:creationId xmlns:a16="http://schemas.microsoft.com/office/drawing/2014/main" id="{52673931-07C8-47F9-A14F-FBEAA1B6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667"/>
              <a:ext cx="29" cy="19"/>
            </a:xfrm>
            <a:custGeom>
              <a:avLst/>
              <a:gdLst>
                <a:gd name="T0" fmla="*/ 64 w 14"/>
                <a:gd name="T1" fmla="*/ 0 h 9"/>
                <a:gd name="T2" fmla="*/ 64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7" y="0"/>
                  </a:moveTo>
                  <a:cubicBezTo>
                    <a:pt x="0" y="9"/>
                    <a:pt x="14" y="1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4" name="Freeform 2515">
              <a:extLst>
                <a:ext uri="{FF2B5EF4-FFF2-40B4-BE49-F238E27FC236}">
                  <a16:creationId xmlns:a16="http://schemas.microsoft.com/office/drawing/2014/main" id="{356F39FA-6A07-43C5-B5DC-653C77EA5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627"/>
              <a:ext cx="16" cy="14"/>
            </a:xfrm>
            <a:custGeom>
              <a:avLst/>
              <a:gdLst>
                <a:gd name="T0" fmla="*/ 24 w 8"/>
                <a:gd name="T1" fmla="*/ 12 h 6"/>
                <a:gd name="T2" fmla="*/ 4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3" y="1"/>
                  </a:moveTo>
                  <a:cubicBezTo>
                    <a:pt x="0" y="6"/>
                    <a:pt x="8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5" name="Freeform 2516">
              <a:extLst>
                <a:ext uri="{FF2B5EF4-FFF2-40B4-BE49-F238E27FC236}">
                  <a16:creationId xmlns:a16="http://schemas.microsoft.com/office/drawing/2014/main" id="{9918B7B0-DEEA-4F9D-8087-AC0117ADB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684"/>
              <a:ext cx="24" cy="22"/>
            </a:xfrm>
            <a:custGeom>
              <a:avLst/>
              <a:gdLst>
                <a:gd name="T0" fmla="*/ 24 w 12"/>
                <a:gd name="T1" fmla="*/ 33 h 10"/>
                <a:gd name="T2" fmla="*/ 40 w 12"/>
                <a:gd name="T3" fmla="*/ 2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3" y="3"/>
                  </a:moveTo>
                  <a:cubicBezTo>
                    <a:pt x="0" y="10"/>
                    <a:pt x="12" y="0"/>
                    <a:pt x="5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6" name="Freeform 2517">
              <a:extLst>
                <a:ext uri="{FF2B5EF4-FFF2-40B4-BE49-F238E27FC236}">
                  <a16:creationId xmlns:a16="http://schemas.microsoft.com/office/drawing/2014/main" id="{969F4685-73A9-40B7-A912-221F3A35F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728"/>
              <a:ext cx="13" cy="15"/>
            </a:xfrm>
            <a:custGeom>
              <a:avLst/>
              <a:gdLst>
                <a:gd name="T0" fmla="*/ 33 w 6"/>
                <a:gd name="T1" fmla="*/ 19 h 7"/>
                <a:gd name="T2" fmla="*/ 43 w 6"/>
                <a:gd name="T3" fmla="*/ 41 h 7"/>
                <a:gd name="T4" fmla="*/ 33 w 6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2"/>
                  </a:moveTo>
                  <a:cubicBezTo>
                    <a:pt x="0" y="2"/>
                    <a:pt x="1" y="7"/>
                    <a:pt x="4" y="4"/>
                  </a:cubicBezTo>
                  <a:cubicBezTo>
                    <a:pt x="6" y="3"/>
                    <a:pt x="6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7" name="Freeform 2518">
              <a:extLst>
                <a:ext uri="{FF2B5EF4-FFF2-40B4-BE49-F238E27FC236}">
                  <a16:creationId xmlns:a16="http://schemas.microsoft.com/office/drawing/2014/main" id="{DD4AC4E5-E47E-4B9C-8BD9-277378657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721"/>
              <a:ext cx="10" cy="14"/>
            </a:xfrm>
            <a:custGeom>
              <a:avLst/>
              <a:gdLst>
                <a:gd name="T0" fmla="*/ 8 w 5"/>
                <a:gd name="T1" fmla="*/ 28 h 6"/>
                <a:gd name="T2" fmla="*/ 8 w 5"/>
                <a:gd name="T3" fmla="*/ 77 h 6"/>
                <a:gd name="T4" fmla="*/ 1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5" y="5"/>
                    <a:pt x="5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8" name="Freeform 2519">
              <a:extLst>
                <a:ext uri="{FF2B5EF4-FFF2-40B4-BE49-F238E27FC236}">
                  <a16:creationId xmlns:a16="http://schemas.microsoft.com/office/drawing/2014/main" id="{BBF94B28-2C15-4E08-816F-D8FC31751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697"/>
              <a:ext cx="29" cy="13"/>
            </a:xfrm>
            <a:custGeom>
              <a:avLst/>
              <a:gdLst>
                <a:gd name="T0" fmla="*/ 91 w 14"/>
                <a:gd name="T1" fmla="*/ 9 h 6"/>
                <a:gd name="T2" fmla="*/ 108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0" y="1"/>
                  </a:moveTo>
                  <a:cubicBezTo>
                    <a:pt x="0" y="6"/>
                    <a:pt x="14" y="6"/>
                    <a:pt x="1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39" name="Freeform 2520">
              <a:extLst>
                <a:ext uri="{FF2B5EF4-FFF2-40B4-BE49-F238E27FC236}">
                  <a16:creationId xmlns:a16="http://schemas.microsoft.com/office/drawing/2014/main" id="{A49B2DC2-D069-4CA9-8591-984503C70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761"/>
              <a:ext cx="12" cy="13"/>
            </a:xfrm>
            <a:custGeom>
              <a:avLst/>
              <a:gdLst>
                <a:gd name="T0" fmla="*/ 16 w 6"/>
                <a:gd name="T1" fmla="*/ 0 h 6"/>
                <a:gd name="T2" fmla="*/ 8 w 6"/>
                <a:gd name="T3" fmla="*/ 61 h 6"/>
                <a:gd name="T4" fmla="*/ 24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3" y="6"/>
                    <a:pt x="6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0" name="Freeform 2521">
              <a:extLst>
                <a:ext uri="{FF2B5EF4-FFF2-40B4-BE49-F238E27FC236}">
                  <a16:creationId xmlns:a16="http://schemas.microsoft.com/office/drawing/2014/main" id="{42E35040-9433-457E-B3E7-091BAFF0E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774"/>
              <a:ext cx="11" cy="13"/>
            </a:xfrm>
            <a:custGeom>
              <a:avLst/>
              <a:gdLst>
                <a:gd name="T0" fmla="*/ 20 w 5"/>
                <a:gd name="T1" fmla="*/ 20 h 6"/>
                <a:gd name="T2" fmla="*/ 9 w 5"/>
                <a:gd name="T3" fmla="*/ 61 h 6"/>
                <a:gd name="T4" fmla="*/ 3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4" y="6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1" name="Freeform 2522">
              <a:extLst>
                <a:ext uri="{FF2B5EF4-FFF2-40B4-BE49-F238E27FC236}">
                  <a16:creationId xmlns:a16="http://schemas.microsoft.com/office/drawing/2014/main" id="{B425FF75-461D-410A-B7A3-ABC6E96DF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785"/>
              <a:ext cx="10" cy="9"/>
            </a:xfrm>
            <a:custGeom>
              <a:avLst/>
              <a:gdLst>
                <a:gd name="T0" fmla="*/ 0 w 5"/>
                <a:gd name="T1" fmla="*/ 11 h 4"/>
                <a:gd name="T2" fmla="*/ 0 w 5"/>
                <a:gd name="T3" fmla="*/ 45 h 4"/>
                <a:gd name="T4" fmla="*/ 40 w 5"/>
                <a:gd name="T5" fmla="*/ 0 h 4"/>
                <a:gd name="T6" fmla="*/ 32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4" y="2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2" name="Freeform 2523">
              <a:extLst>
                <a:ext uri="{FF2B5EF4-FFF2-40B4-BE49-F238E27FC236}">
                  <a16:creationId xmlns:a16="http://schemas.microsoft.com/office/drawing/2014/main" id="{6D4A6592-635A-4424-B9F1-E3EF00C36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833"/>
              <a:ext cx="17" cy="15"/>
            </a:xfrm>
            <a:custGeom>
              <a:avLst/>
              <a:gdLst>
                <a:gd name="T0" fmla="*/ 28 w 8"/>
                <a:gd name="T1" fmla="*/ 0 h 7"/>
                <a:gd name="T2" fmla="*/ 49 w 8"/>
                <a:gd name="T3" fmla="*/ 51 h 7"/>
                <a:gd name="T4" fmla="*/ 60 w 8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0" y="2"/>
                    <a:pt x="1" y="7"/>
                    <a:pt x="5" y="5"/>
                  </a:cubicBezTo>
                  <a:cubicBezTo>
                    <a:pt x="7" y="3"/>
                    <a:pt x="8" y="1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3" name="Freeform 2524">
              <a:extLst>
                <a:ext uri="{FF2B5EF4-FFF2-40B4-BE49-F238E27FC236}">
                  <a16:creationId xmlns:a16="http://schemas.microsoft.com/office/drawing/2014/main" id="{DC3A85D5-4B2A-4F50-B806-ED8105F71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866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53 h 5"/>
                <a:gd name="T4" fmla="*/ 32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3" y="5"/>
                    <a:pt x="4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4" name="Freeform 2525">
              <a:extLst>
                <a:ext uri="{FF2B5EF4-FFF2-40B4-BE49-F238E27FC236}">
                  <a16:creationId xmlns:a16="http://schemas.microsoft.com/office/drawing/2014/main" id="{DEF9DF45-5C18-484B-A3F5-3106DD33D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920"/>
              <a:ext cx="10" cy="14"/>
            </a:xfrm>
            <a:custGeom>
              <a:avLst/>
              <a:gdLst>
                <a:gd name="T0" fmla="*/ 24 w 5"/>
                <a:gd name="T1" fmla="*/ 0 h 6"/>
                <a:gd name="T2" fmla="*/ 8 w 5"/>
                <a:gd name="T3" fmla="*/ 77 h 6"/>
                <a:gd name="T4" fmla="*/ 24 w 5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3" y="5"/>
                    <a:pt x="5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5" name="Freeform 2526">
              <a:extLst>
                <a:ext uri="{FF2B5EF4-FFF2-40B4-BE49-F238E27FC236}">
                  <a16:creationId xmlns:a16="http://schemas.microsoft.com/office/drawing/2014/main" id="{6C63B8CB-F9F9-4F32-B122-58A75BC32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958"/>
              <a:ext cx="6" cy="10"/>
            </a:xfrm>
            <a:custGeom>
              <a:avLst/>
              <a:gdLst>
                <a:gd name="T0" fmla="*/ 8 w 3"/>
                <a:gd name="T1" fmla="*/ 8 h 5"/>
                <a:gd name="T2" fmla="*/ 8 w 3"/>
                <a:gd name="T3" fmla="*/ 40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2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6" name="Freeform 2527">
              <a:extLst>
                <a:ext uri="{FF2B5EF4-FFF2-40B4-BE49-F238E27FC236}">
                  <a16:creationId xmlns:a16="http://schemas.microsoft.com/office/drawing/2014/main" id="{F2B4782C-BE6A-4809-B9A9-939FF5515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012"/>
              <a:ext cx="8" cy="13"/>
            </a:xfrm>
            <a:custGeom>
              <a:avLst/>
              <a:gdLst>
                <a:gd name="T0" fmla="*/ 24 w 4"/>
                <a:gd name="T1" fmla="*/ 0 h 6"/>
                <a:gd name="T2" fmla="*/ 8 w 4"/>
                <a:gd name="T3" fmla="*/ 61 h 6"/>
                <a:gd name="T4" fmla="*/ 16 w 4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0" y="1"/>
                    <a:pt x="0" y="4"/>
                    <a:pt x="1" y="6"/>
                  </a:cubicBezTo>
                  <a:cubicBezTo>
                    <a:pt x="3" y="6"/>
                    <a:pt x="4" y="3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7" name="Freeform 2528">
              <a:extLst>
                <a:ext uri="{FF2B5EF4-FFF2-40B4-BE49-F238E27FC236}">
                  <a16:creationId xmlns:a16="http://schemas.microsoft.com/office/drawing/2014/main" id="{E0214E90-C4F5-4091-87BB-81855EB2D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982"/>
              <a:ext cx="8" cy="8"/>
            </a:xfrm>
            <a:custGeom>
              <a:avLst/>
              <a:gdLst>
                <a:gd name="T0" fmla="*/ 8 w 4"/>
                <a:gd name="T1" fmla="*/ 16 h 4"/>
                <a:gd name="T2" fmla="*/ 0 w 4"/>
                <a:gd name="T3" fmla="*/ 32 h 4"/>
                <a:gd name="T4" fmla="*/ 8 w 4"/>
                <a:gd name="T5" fmla="*/ 0 h 4"/>
                <a:gd name="T6" fmla="*/ 0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4"/>
                    <a:pt x="4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8" name="Freeform 2529">
              <a:extLst>
                <a:ext uri="{FF2B5EF4-FFF2-40B4-BE49-F238E27FC236}">
                  <a16:creationId xmlns:a16="http://schemas.microsoft.com/office/drawing/2014/main" id="{7EA17503-7EFF-4069-9D82-1E6C01D57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041"/>
              <a:ext cx="12" cy="11"/>
            </a:xfrm>
            <a:custGeom>
              <a:avLst/>
              <a:gdLst>
                <a:gd name="T0" fmla="*/ 24 w 6"/>
                <a:gd name="T1" fmla="*/ 9 h 5"/>
                <a:gd name="T2" fmla="*/ 24 w 6"/>
                <a:gd name="T3" fmla="*/ 53 h 5"/>
                <a:gd name="T4" fmla="*/ 32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0"/>
                    <a:pt x="0" y="5"/>
                    <a:pt x="3" y="5"/>
                  </a:cubicBezTo>
                  <a:cubicBezTo>
                    <a:pt x="6" y="5"/>
                    <a:pt x="5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49" name="Freeform 2530">
              <a:extLst>
                <a:ext uri="{FF2B5EF4-FFF2-40B4-BE49-F238E27FC236}">
                  <a16:creationId xmlns:a16="http://schemas.microsoft.com/office/drawing/2014/main" id="{571B8C19-E1EC-4260-A967-E192ED0BD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021"/>
              <a:ext cx="8" cy="11"/>
            </a:xfrm>
            <a:custGeom>
              <a:avLst/>
              <a:gdLst>
                <a:gd name="T0" fmla="*/ 24 w 4"/>
                <a:gd name="T1" fmla="*/ 0 h 5"/>
                <a:gd name="T2" fmla="*/ 16 w 4"/>
                <a:gd name="T3" fmla="*/ 53 h 5"/>
                <a:gd name="T4" fmla="*/ 24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0" name="Freeform 2531">
              <a:extLst>
                <a:ext uri="{FF2B5EF4-FFF2-40B4-BE49-F238E27FC236}">
                  <a16:creationId xmlns:a16="http://schemas.microsoft.com/office/drawing/2014/main" id="{5CA3CC60-22BD-4953-A21D-9543E8B89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988"/>
              <a:ext cx="10" cy="13"/>
            </a:xfrm>
            <a:custGeom>
              <a:avLst/>
              <a:gdLst>
                <a:gd name="T0" fmla="*/ 16 w 5"/>
                <a:gd name="T1" fmla="*/ 0 h 6"/>
                <a:gd name="T2" fmla="*/ 24 w 5"/>
                <a:gd name="T3" fmla="*/ 52 h 6"/>
                <a:gd name="T4" fmla="*/ 1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2"/>
                    <a:pt x="0" y="6"/>
                    <a:pt x="3" y="5"/>
                  </a:cubicBezTo>
                  <a:cubicBezTo>
                    <a:pt x="5" y="4"/>
                    <a:pt x="3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1" name="Freeform 2532">
              <a:extLst>
                <a:ext uri="{FF2B5EF4-FFF2-40B4-BE49-F238E27FC236}">
                  <a16:creationId xmlns:a16="http://schemas.microsoft.com/office/drawing/2014/main" id="{21DC2AF2-9474-40B7-915A-C550E3042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949"/>
              <a:ext cx="11" cy="13"/>
            </a:xfrm>
            <a:custGeom>
              <a:avLst/>
              <a:gdLst>
                <a:gd name="T0" fmla="*/ 20 w 5"/>
                <a:gd name="T1" fmla="*/ 33 h 6"/>
                <a:gd name="T2" fmla="*/ 20 w 5"/>
                <a:gd name="T3" fmla="*/ 9 h 6"/>
                <a:gd name="T4" fmla="*/ 0 w 5"/>
                <a:gd name="T5" fmla="*/ 5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3"/>
                  </a:moveTo>
                  <a:cubicBezTo>
                    <a:pt x="0" y="3"/>
                    <a:pt x="0" y="0"/>
                    <a:pt x="2" y="1"/>
                  </a:cubicBezTo>
                  <a:cubicBezTo>
                    <a:pt x="5" y="2"/>
                    <a:pt x="3" y="6"/>
                    <a:pt x="0" y="5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2" name="Freeform 2533">
              <a:extLst>
                <a:ext uri="{FF2B5EF4-FFF2-40B4-BE49-F238E27FC236}">
                  <a16:creationId xmlns:a16="http://schemas.microsoft.com/office/drawing/2014/main" id="{23DBBC07-8308-49E6-9817-91FF29227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909"/>
              <a:ext cx="12" cy="25"/>
            </a:xfrm>
            <a:custGeom>
              <a:avLst/>
              <a:gdLst>
                <a:gd name="T0" fmla="*/ 24 w 6"/>
                <a:gd name="T1" fmla="*/ 25 h 11"/>
                <a:gd name="T2" fmla="*/ 48 w 6"/>
                <a:gd name="T3" fmla="*/ 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3" y="2"/>
                  </a:moveTo>
                  <a:cubicBezTo>
                    <a:pt x="0" y="0"/>
                    <a:pt x="1" y="11"/>
                    <a:pt x="6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3" name="Freeform 2534">
              <a:extLst>
                <a:ext uri="{FF2B5EF4-FFF2-40B4-BE49-F238E27FC236}">
                  <a16:creationId xmlns:a16="http://schemas.microsoft.com/office/drawing/2014/main" id="{B936BA97-F505-4B83-90E0-E9BCEB8B8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859"/>
              <a:ext cx="12" cy="13"/>
            </a:xfrm>
            <a:custGeom>
              <a:avLst/>
              <a:gdLst>
                <a:gd name="T0" fmla="*/ 24 w 6"/>
                <a:gd name="T1" fmla="*/ 0 h 6"/>
                <a:gd name="T2" fmla="*/ 16 w 6"/>
                <a:gd name="T3" fmla="*/ 61 h 6"/>
                <a:gd name="T4" fmla="*/ 32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6" y="5"/>
                    <a:pt x="5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4" name="Freeform 2535">
              <a:extLst>
                <a:ext uri="{FF2B5EF4-FFF2-40B4-BE49-F238E27FC236}">
                  <a16:creationId xmlns:a16="http://schemas.microsoft.com/office/drawing/2014/main" id="{A41D1BB4-DDDF-4D47-AFDB-99D132120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826"/>
              <a:ext cx="8" cy="9"/>
            </a:xfrm>
            <a:custGeom>
              <a:avLst/>
              <a:gdLst>
                <a:gd name="T0" fmla="*/ 16 w 4"/>
                <a:gd name="T1" fmla="*/ 0 h 4"/>
                <a:gd name="T2" fmla="*/ 16 w 4"/>
                <a:gd name="T3" fmla="*/ 45 h 4"/>
                <a:gd name="T4" fmla="*/ 32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4"/>
                    <a:pt x="4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5" name="Freeform 2536">
              <a:extLst>
                <a:ext uri="{FF2B5EF4-FFF2-40B4-BE49-F238E27FC236}">
                  <a16:creationId xmlns:a16="http://schemas.microsoft.com/office/drawing/2014/main" id="{7208C703-595E-439F-88D7-AB2A7C3C5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750"/>
              <a:ext cx="13" cy="13"/>
            </a:xfrm>
            <a:custGeom>
              <a:avLst/>
              <a:gdLst>
                <a:gd name="T0" fmla="*/ 43 w 6"/>
                <a:gd name="T1" fmla="*/ 0 h 6"/>
                <a:gd name="T2" fmla="*/ 0 w 6"/>
                <a:gd name="T3" fmla="*/ 33 h 6"/>
                <a:gd name="T4" fmla="*/ 61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3" y="6"/>
                    <a:pt x="5" y="4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6" name="Freeform 2537">
              <a:extLst>
                <a:ext uri="{FF2B5EF4-FFF2-40B4-BE49-F238E27FC236}">
                  <a16:creationId xmlns:a16="http://schemas.microsoft.com/office/drawing/2014/main" id="{5C5C3C6A-B749-4B90-9AA3-72C0E01B0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813"/>
              <a:ext cx="12" cy="16"/>
            </a:xfrm>
            <a:custGeom>
              <a:avLst/>
              <a:gdLst>
                <a:gd name="T0" fmla="*/ 32 w 6"/>
                <a:gd name="T1" fmla="*/ 0 h 7"/>
                <a:gd name="T2" fmla="*/ 0 w 6"/>
                <a:gd name="T3" fmla="*/ 57 h 7"/>
                <a:gd name="T4" fmla="*/ 4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3" y="7"/>
                    <a:pt x="6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7" name="Freeform 2538">
              <a:extLst>
                <a:ext uri="{FF2B5EF4-FFF2-40B4-BE49-F238E27FC236}">
                  <a16:creationId xmlns:a16="http://schemas.microsoft.com/office/drawing/2014/main" id="{3D1B69B1-13B3-4A09-B6EE-5D5C3A32A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905"/>
              <a:ext cx="6" cy="9"/>
            </a:xfrm>
            <a:custGeom>
              <a:avLst/>
              <a:gdLst>
                <a:gd name="T0" fmla="*/ 16 w 3"/>
                <a:gd name="T1" fmla="*/ 0 h 4"/>
                <a:gd name="T2" fmla="*/ 8 w 3"/>
                <a:gd name="T3" fmla="*/ 45 h 4"/>
                <a:gd name="T4" fmla="*/ 24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2" y="4"/>
                    <a:pt x="3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8" name="Freeform 2539">
              <a:extLst>
                <a:ext uri="{FF2B5EF4-FFF2-40B4-BE49-F238E27FC236}">
                  <a16:creationId xmlns:a16="http://schemas.microsoft.com/office/drawing/2014/main" id="{4610D206-5CB9-48AE-833E-AE1D68A4C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938"/>
              <a:ext cx="10" cy="11"/>
            </a:xfrm>
            <a:custGeom>
              <a:avLst/>
              <a:gdLst>
                <a:gd name="T0" fmla="*/ 16 w 5"/>
                <a:gd name="T1" fmla="*/ 9 h 5"/>
                <a:gd name="T2" fmla="*/ 24 w 5"/>
                <a:gd name="T3" fmla="*/ 44 h 5"/>
                <a:gd name="T4" fmla="*/ 16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5" y="2"/>
                    <a:pt x="4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59" name="Freeform 2540">
              <a:extLst>
                <a:ext uri="{FF2B5EF4-FFF2-40B4-BE49-F238E27FC236}">
                  <a16:creationId xmlns:a16="http://schemas.microsoft.com/office/drawing/2014/main" id="{97DA415E-7368-470B-BCF6-B0026FDE9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977"/>
              <a:ext cx="11" cy="13"/>
            </a:xfrm>
            <a:custGeom>
              <a:avLst/>
              <a:gdLst>
                <a:gd name="T0" fmla="*/ 9 w 5"/>
                <a:gd name="T1" fmla="*/ 20 h 6"/>
                <a:gd name="T2" fmla="*/ 0 w 5"/>
                <a:gd name="T3" fmla="*/ 61 h 6"/>
                <a:gd name="T4" fmla="*/ 2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3"/>
                    <a:pt x="0" y="5"/>
                    <a:pt x="0" y="6"/>
                  </a:cubicBezTo>
                  <a:cubicBezTo>
                    <a:pt x="3" y="6"/>
                    <a:pt x="5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0" name="Freeform 2541">
              <a:extLst>
                <a:ext uri="{FF2B5EF4-FFF2-40B4-BE49-F238E27FC236}">
                  <a16:creationId xmlns:a16="http://schemas.microsoft.com/office/drawing/2014/main" id="{0E7E1E0D-1B74-4DA0-BBA6-D9300754C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632"/>
              <a:ext cx="6" cy="4"/>
            </a:xfrm>
            <a:custGeom>
              <a:avLst/>
              <a:gdLst>
                <a:gd name="T0" fmla="*/ 8 w 3"/>
                <a:gd name="T1" fmla="*/ 8 h 2"/>
                <a:gd name="T2" fmla="*/ 8 w 3"/>
                <a:gd name="T3" fmla="*/ 16 h 2"/>
                <a:gd name="T4" fmla="*/ 24 w 3"/>
                <a:gd name="T5" fmla="*/ 0 h 2"/>
                <a:gd name="T6" fmla="*/ 16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1" name="Freeform 2542">
              <a:extLst>
                <a:ext uri="{FF2B5EF4-FFF2-40B4-BE49-F238E27FC236}">
                  <a16:creationId xmlns:a16="http://schemas.microsoft.com/office/drawing/2014/main" id="{96A2E925-BFFA-4E99-91D0-B2DE9AE5F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656"/>
              <a:ext cx="12" cy="9"/>
            </a:xfrm>
            <a:custGeom>
              <a:avLst/>
              <a:gdLst>
                <a:gd name="T0" fmla="*/ 24 w 6"/>
                <a:gd name="T1" fmla="*/ 0 h 4"/>
                <a:gd name="T2" fmla="*/ 8 w 6"/>
                <a:gd name="T3" fmla="*/ 45 h 4"/>
                <a:gd name="T4" fmla="*/ 24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0" y="2"/>
                    <a:pt x="1" y="4"/>
                  </a:cubicBezTo>
                  <a:cubicBezTo>
                    <a:pt x="3" y="4"/>
                    <a:pt x="6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2" name="Freeform 2543">
              <a:extLst>
                <a:ext uri="{FF2B5EF4-FFF2-40B4-BE49-F238E27FC236}">
                  <a16:creationId xmlns:a16="http://schemas.microsoft.com/office/drawing/2014/main" id="{D5AD2DB1-59F8-4339-82B6-829AE1C3E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584"/>
              <a:ext cx="15" cy="11"/>
            </a:xfrm>
            <a:custGeom>
              <a:avLst/>
              <a:gdLst>
                <a:gd name="T0" fmla="*/ 51 w 7"/>
                <a:gd name="T1" fmla="*/ 0 h 5"/>
                <a:gd name="T2" fmla="*/ 19 w 7"/>
                <a:gd name="T3" fmla="*/ 44 h 5"/>
                <a:gd name="T4" fmla="*/ 60 w 7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3" y="0"/>
                    <a:pt x="0" y="2"/>
                    <a:pt x="2" y="4"/>
                  </a:cubicBezTo>
                  <a:cubicBezTo>
                    <a:pt x="4" y="5"/>
                    <a:pt x="7" y="3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3" name="Freeform 2544">
              <a:extLst>
                <a:ext uri="{FF2B5EF4-FFF2-40B4-BE49-F238E27FC236}">
                  <a16:creationId xmlns:a16="http://schemas.microsoft.com/office/drawing/2014/main" id="{052C7960-81D8-481C-8286-02DC1C0DB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590"/>
              <a:ext cx="6" cy="7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28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3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4" name="Freeform 2545">
              <a:extLst>
                <a:ext uri="{FF2B5EF4-FFF2-40B4-BE49-F238E27FC236}">
                  <a16:creationId xmlns:a16="http://schemas.microsoft.com/office/drawing/2014/main" id="{D7CD04F2-7EFA-487B-8FFF-E19CFAB73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568"/>
              <a:ext cx="11" cy="9"/>
            </a:xfrm>
            <a:custGeom>
              <a:avLst/>
              <a:gdLst>
                <a:gd name="T0" fmla="*/ 44 w 5"/>
                <a:gd name="T1" fmla="*/ 0 h 4"/>
                <a:gd name="T2" fmla="*/ 53 w 5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0" y="2"/>
                    <a:pt x="5" y="4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5" name="Freeform 2546">
              <a:extLst>
                <a:ext uri="{FF2B5EF4-FFF2-40B4-BE49-F238E27FC236}">
                  <a16:creationId xmlns:a16="http://schemas.microsoft.com/office/drawing/2014/main" id="{6D33C212-C036-4938-9EAD-49012FB05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584"/>
              <a:ext cx="33" cy="11"/>
            </a:xfrm>
            <a:custGeom>
              <a:avLst/>
              <a:gdLst>
                <a:gd name="T0" fmla="*/ 72 w 16"/>
                <a:gd name="T1" fmla="*/ 0 h 5"/>
                <a:gd name="T2" fmla="*/ 89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8" y="0"/>
                  </a:moveTo>
                  <a:cubicBezTo>
                    <a:pt x="0" y="3"/>
                    <a:pt x="16" y="5"/>
                    <a:pt x="1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6" name="Freeform 2547">
              <a:extLst>
                <a:ext uri="{FF2B5EF4-FFF2-40B4-BE49-F238E27FC236}">
                  <a16:creationId xmlns:a16="http://schemas.microsoft.com/office/drawing/2014/main" id="{C44B7CAA-6F62-47CB-9F68-8CFDE3F1C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623"/>
              <a:ext cx="18" cy="11"/>
            </a:xfrm>
            <a:custGeom>
              <a:avLst/>
              <a:gdLst>
                <a:gd name="T0" fmla="*/ 24 w 9"/>
                <a:gd name="T1" fmla="*/ 0 h 5"/>
                <a:gd name="T2" fmla="*/ 4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7" name="Freeform 2548">
              <a:extLst>
                <a:ext uri="{FF2B5EF4-FFF2-40B4-BE49-F238E27FC236}">
                  <a16:creationId xmlns:a16="http://schemas.microsoft.com/office/drawing/2014/main" id="{E1D5B73C-5820-4DF6-87AE-81C4DF997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669"/>
              <a:ext cx="11" cy="9"/>
            </a:xfrm>
            <a:custGeom>
              <a:avLst/>
              <a:gdLst>
                <a:gd name="T0" fmla="*/ 9 w 5"/>
                <a:gd name="T1" fmla="*/ 11 h 4"/>
                <a:gd name="T2" fmla="*/ 9 w 5"/>
                <a:gd name="T3" fmla="*/ 45 h 4"/>
                <a:gd name="T4" fmla="*/ 2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4"/>
                    <a:pt x="5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8" name="Freeform 2549">
              <a:extLst>
                <a:ext uri="{FF2B5EF4-FFF2-40B4-BE49-F238E27FC236}">
                  <a16:creationId xmlns:a16="http://schemas.microsoft.com/office/drawing/2014/main" id="{B58EA2A4-3A02-4EC4-A748-52798D517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680"/>
              <a:ext cx="29" cy="11"/>
            </a:xfrm>
            <a:custGeom>
              <a:avLst/>
              <a:gdLst>
                <a:gd name="T0" fmla="*/ 52 w 14"/>
                <a:gd name="T1" fmla="*/ 0 h 5"/>
                <a:gd name="T2" fmla="*/ 73 w 14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6" y="0"/>
                  </a:moveTo>
                  <a:cubicBezTo>
                    <a:pt x="0" y="5"/>
                    <a:pt x="14" y="5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69" name="Freeform 2550">
              <a:extLst>
                <a:ext uri="{FF2B5EF4-FFF2-40B4-BE49-F238E27FC236}">
                  <a16:creationId xmlns:a16="http://schemas.microsoft.com/office/drawing/2014/main" id="{9B267C24-9AA4-4173-9AD4-78790AD02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700"/>
              <a:ext cx="6" cy="8"/>
            </a:xfrm>
            <a:custGeom>
              <a:avLst/>
              <a:gdLst>
                <a:gd name="T0" fmla="*/ 0 w 3"/>
                <a:gd name="T1" fmla="*/ 0 h 4"/>
                <a:gd name="T2" fmla="*/ 16 w 3"/>
                <a:gd name="T3" fmla="*/ 32 h 4"/>
                <a:gd name="T4" fmla="*/ 16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0" name="Freeform 2551">
              <a:extLst>
                <a:ext uri="{FF2B5EF4-FFF2-40B4-BE49-F238E27FC236}">
                  <a16:creationId xmlns:a16="http://schemas.microsoft.com/office/drawing/2014/main" id="{C8BDC830-E5F9-43F1-BD2D-150BF16B8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686"/>
              <a:ext cx="8" cy="9"/>
            </a:xfrm>
            <a:custGeom>
              <a:avLst/>
              <a:gdLst>
                <a:gd name="T0" fmla="*/ 8 w 4"/>
                <a:gd name="T1" fmla="*/ 11 h 4"/>
                <a:gd name="T2" fmla="*/ 8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4"/>
                    <a:pt x="1" y="4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1" name="Freeform 2552">
              <a:extLst>
                <a:ext uri="{FF2B5EF4-FFF2-40B4-BE49-F238E27FC236}">
                  <a16:creationId xmlns:a16="http://schemas.microsoft.com/office/drawing/2014/main" id="{07AD451A-7397-4BE9-83C3-51581007F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658"/>
              <a:ext cx="5" cy="4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16 h 2"/>
                <a:gd name="T4" fmla="*/ 33 w 2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2" name="Freeform 2553">
              <a:extLst>
                <a:ext uri="{FF2B5EF4-FFF2-40B4-BE49-F238E27FC236}">
                  <a16:creationId xmlns:a16="http://schemas.microsoft.com/office/drawing/2014/main" id="{D03E1D99-B2F7-46A6-A5EF-F7F8472B4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634"/>
              <a:ext cx="11" cy="9"/>
            </a:xfrm>
            <a:custGeom>
              <a:avLst/>
              <a:gdLst>
                <a:gd name="T0" fmla="*/ 33 w 5"/>
                <a:gd name="T1" fmla="*/ 11 h 4"/>
                <a:gd name="T2" fmla="*/ 0 w 5"/>
                <a:gd name="T3" fmla="*/ 0 h 4"/>
                <a:gd name="T4" fmla="*/ 53 w 5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2" y="0"/>
                    <a:pt x="1" y="1"/>
                    <a:pt x="0" y="0"/>
                  </a:cubicBezTo>
                  <a:cubicBezTo>
                    <a:pt x="0" y="3"/>
                    <a:pt x="3" y="4"/>
                    <a:pt x="5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3" name="Freeform 2554">
              <a:extLst>
                <a:ext uri="{FF2B5EF4-FFF2-40B4-BE49-F238E27FC236}">
                  <a16:creationId xmlns:a16="http://schemas.microsoft.com/office/drawing/2014/main" id="{215A5564-62DD-4CCA-8FE9-3999CD94C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693"/>
              <a:ext cx="31" cy="13"/>
            </a:xfrm>
            <a:custGeom>
              <a:avLst/>
              <a:gdLst>
                <a:gd name="T0" fmla="*/ 52 w 15"/>
                <a:gd name="T1" fmla="*/ 0 h 6"/>
                <a:gd name="T2" fmla="*/ 81 w 15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6" y="0"/>
                  </a:moveTo>
                  <a:cubicBezTo>
                    <a:pt x="0" y="4"/>
                    <a:pt x="15" y="6"/>
                    <a:pt x="9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4" name="Freeform 2555">
              <a:extLst>
                <a:ext uri="{FF2B5EF4-FFF2-40B4-BE49-F238E27FC236}">
                  <a16:creationId xmlns:a16="http://schemas.microsoft.com/office/drawing/2014/main" id="{FCF734CF-BEE6-4F26-A226-C7EB135C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750"/>
              <a:ext cx="18" cy="13"/>
            </a:xfrm>
            <a:custGeom>
              <a:avLst/>
              <a:gdLst>
                <a:gd name="T0" fmla="*/ 32 w 9"/>
                <a:gd name="T1" fmla="*/ 0 h 6"/>
                <a:gd name="T2" fmla="*/ 56 w 9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4" y="0"/>
                  </a:moveTo>
                  <a:cubicBezTo>
                    <a:pt x="0" y="6"/>
                    <a:pt x="9" y="5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5" name="Freeform 2556">
              <a:extLst>
                <a:ext uri="{FF2B5EF4-FFF2-40B4-BE49-F238E27FC236}">
                  <a16:creationId xmlns:a16="http://schemas.microsoft.com/office/drawing/2014/main" id="{4AA527BA-FF5B-49F3-ADE8-E44340341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1822"/>
              <a:ext cx="14" cy="11"/>
            </a:xfrm>
            <a:custGeom>
              <a:avLst/>
              <a:gdLst>
                <a:gd name="T0" fmla="*/ 40 w 7"/>
                <a:gd name="T1" fmla="*/ 0 h 5"/>
                <a:gd name="T2" fmla="*/ 24 w 7"/>
                <a:gd name="T3" fmla="*/ 0 h 5"/>
                <a:gd name="T4" fmla="*/ 56 w 7"/>
                <a:gd name="T5" fmla="*/ 33 h 5"/>
                <a:gd name="T6" fmla="*/ 48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0" y="3"/>
                    <a:pt x="4" y="5"/>
                    <a:pt x="7" y="3"/>
                  </a:cubicBezTo>
                  <a:cubicBezTo>
                    <a:pt x="7" y="3"/>
                    <a:pt x="7" y="1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6" name="Freeform 2557">
              <a:extLst>
                <a:ext uri="{FF2B5EF4-FFF2-40B4-BE49-F238E27FC236}">
                  <a16:creationId xmlns:a16="http://schemas.microsoft.com/office/drawing/2014/main" id="{92165ACA-02A3-43B7-9CAF-CBA2235D6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833"/>
              <a:ext cx="8" cy="6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3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7" name="Freeform 2558">
              <a:extLst>
                <a:ext uri="{FF2B5EF4-FFF2-40B4-BE49-F238E27FC236}">
                  <a16:creationId xmlns:a16="http://schemas.microsoft.com/office/drawing/2014/main" id="{17A31081-7821-4DEE-9DA1-54065B452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859"/>
              <a:ext cx="10" cy="11"/>
            </a:xfrm>
            <a:custGeom>
              <a:avLst/>
              <a:gdLst>
                <a:gd name="T0" fmla="*/ 24 w 5"/>
                <a:gd name="T1" fmla="*/ 0 h 5"/>
                <a:gd name="T2" fmla="*/ 16 w 5"/>
                <a:gd name="T3" fmla="*/ 53 h 5"/>
                <a:gd name="T4" fmla="*/ 32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4" y="5"/>
                    <a:pt x="5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8" name="Freeform 2559">
              <a:extLst>
                <a:ext uri="{FF2B5EF4-FFF2-40B4-BE49-F238E27FC236}">
                  <a16:creationId xmlns:a16="http://schemas.microsoft.com/office/drawing/2014/main" id="{4D2C664B-9C9B-4D1F-846D-23C2DAC31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813"/>
              <a:ext cx="9" cy="9"/>
            </a:xfrm>
            <a:custGeom>
              <a:avLst/>
              <a:gdLst>
                <a:gd name="T0" fmla="*/ 25 w 4"/>
                <a:gd name="T1" fmla="*/ 0 h 4"/>
                <a:gd name="T2" fmla="*/ 45 w 4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3"/>
                    <a:pt x="4" y="4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79" name="Freeform 2560">
              <a:extLst>
                <a:ext uri="{FF2B5EF4-FFF2-40B4-BE49-F238E27FC236}">
                  <a16:creationId xmlns:a16="http://schemas.microsoft.com/office/drawing/2014/main" id="{2FC8653A-5041-40B0-9F2C-EBE0F1FA1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778"/>
              <a:ext cx="23" cy="13"/>
            </a:xfrm>
            <a:custGeom>
              <a:avLst/>
              <a:gdLst>
                <a:gd name="T0" fmla="*/ 44 w 11"/>
                <a:gd name="T1" fmla="*/ 0 h 6"/>
                <a:gd name="T2" fmla="*/ 75 w 11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0" y="3"/>
                    <a:pt x="11" y="6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0" name="Freeform 2561">
              <a:extLst>
                <a:ext uri="{FF2B5EF4-FFF2-40B4-BE49-F238E27FC236}">
                  <a16:creationId xmlns:a16="http://schemas.microsoft.com/office/drawing/2014/main" id="{6C9C57A1-04BE-4812-B37E-7ECC4F8C1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772"/>
              <a:ext cx="20" cy="11"/>
            </a:xfrm>
            <a:custGeom>
              <a:avLst/>
              <a:gdLst>
                <a:gd name="T0" fmla="*/ 40 w 10"/>
                <a:gd name="T1" fmla="*/ 0 h 5"/>
                <a:gd name="T2" fmla="*/ 56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5" y="0"/>
                  </a:moveTo>
                  <a:cubicBezTo>
                    <a:pt x="0" y="3"/>
                    <a:pt x="10" y="5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1" name="Freeform 2562">
              <a:extLst>
                <a:ext uri="{FF2B5EF4-FFF2-40B4-BE49-F238E27FC236}">
                  <a16:creationId xmlns:a16="http://schemas.microsoft.com/office/drawing/2014/main" id="{EFE3253B-8FEF-481E-9709-43CBED58D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724"/>
              <a:ext cx="19" cy="21"/>
            </a:xfrm>
            <a:custGeom>
              <a:avLst/>
              <a:gdLst>
                <a:gd name="T0" fmla="*/ 17 w 9"/>
                <a:gd name="T1" fmla="*/ 0 h 10"/>
                <a:gd name="T2" fmla="*/ 27 w 9"/>
                <a:gd name="T3" fmla="*/ 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0" y="10"/>
                    <a:pt x="9" y="1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2" name="Freeform 2563">
              <a:extLst>
                <a:ext uri="{FF2B5EF4-FFF2-40B4-BE49-F238E27FC236}">
                  <a16:creationId xmlns:a16="http://schemas.microsoft.com/office/drawing/2014/main" id="{CD52781C-2663-4E10-AE93-2F335D202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730"/>
              <a:ext cx="14" cy="13"/>
            </a:xfrm>
            <a:custGeom>
              <a:avLst/>
              <a:gdLst>
                <a:gd name="T0" fmla="*/ 24 w 7"/>
                <a:gd name="T1" fmla="*/ 0 h 6"/>
                <a:gd name="T2" fmla="*/ 32 w 7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6"/>
                    <a:pt x="7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3" name="Freeform 2564">
              <a:extLst>
                <a:ext uri="{FF2B5EF4-FFF2-40B4-BE49-F238E27FC236}">
                  <a16:creationId xmlns:a16="http://schemas.microsoft.com/office/drawing/2014/main" id="{B2C4227C-053C-4FC9-B94E-78649FB60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730"/>
              <a:ext cx="12" cy="11"/>
            </a:xfrm>
            <a:custGeom>
              <a:avLst/>
              <a:gdLst>
                <a:gd name="T0" fmla="*/ 32 w 6"/>
                <a:gd name="T1" fmla="*/ 0 h 5"/>
                <a:gd name="T2" fmla="*/ 24 w 6"/>
                <a:gd name="T3" fmla="*/ 44 h 5"/>
                <a:gd name="T4" fmla="*/ 24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2" y="1"/>
                    <a:pt x="0" y="5"/>
                    <a:pt x="3" y="4"/>
                  </a:cubicBezTo>
                  <a:cubicBezTo>
                    <a:pt x="6" y="4"/>
                    <a:pt x="4" y="1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4" name="Freeform 2565">
              <a:extLst>
                <a:ext uri="{FF2B5EF4-FFF2-40B4-BE49-F238E27FC236}">
                  <a16:creationId xmlns:a16="http://schemas.microsoft.com/office/drawing/2014/main" id="{1DA30DEA-3249-4D12-9FE1-934D33C0F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776"/>
              <a:ext cx="31" cy="18"/>
            </a:xfrm>
            <a:custGeom>
              <a:avLst/>
              <a:gdLst>
                <a:gd name="T0" fmla="*/ 52 w 15"/>
                <a:gd name="T1" fmla="*/ 0 h 8"/>
                <a:gd name="T2" fmla="*/ 60 w 15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6" y="0"/>
                  </a:moveTo>
                  <a:cubicBezTo>
                    <a:pt x="0" y="8"/>
                    <a:pt x="15" y="4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5" name="Freeform 2566">
              <a:extLst>
                <a:ext uri="{FF2B5EF4-FFF2-40B4-BE49-F238E27FC236}">
                  <a16:creationId xmlns:a16="http://schemas.microsoft.com/office/drawing/2014/main" id="{99801E6C-75BA-462B-AD46-D42167CDE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1599"/>
              <a:ext cx="9" cy="11"/>
            </a:xfrm>
            <a:custGeom>
              <a:avLst/>
              <a:gdLst>
                <a:gd name="T0" fmla="*/ 11 w 4"/>
                <a:gd name="T1" fmla="*/ 20 h 5"/>
                <a:gd name="T2" fmla="*/ 0 w 4"/>
                <a:gd name="T3" fmla="*/ 53 h 5"/>
                <a:gd name="T4" fmla="*/ 11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5"/>
                    <a:pt x="4" y="0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6" name="Freeform 2567">
              <a:extLst>
                <a:ext uri="{FF2B5EF4-FFF2-40B4-BE49-F238E27FC236}">
                  <a16:creationId xmlns:a16="http://schemas.microsoft.com/office/drawing/2014/main" id="{91DE9D7E-5BC6-4B06-B464-66261B409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837"/>
              <a:ext cx="14" cy="11"/>
            </a:xfrm>
            <a:custGeom>
              <a:avLst/>
              <a:gdLst>
                <a:gd name="T0" fmla="*/ 40 w 7"/>
                <a:gd name="T1" fmla="*/ 9 h 5"/>
                <a:gd name="T2" fmla="*/ 24 w 7"/>
                <a:gd name="T3" fmla="*/ 53 h 5"/>
                <a:gd name="T4" fmla="*/ 4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1" y="0"/>
                    <a:pt x="0" y="4"/>
                    <a:pt x="3" y="5"/>
                  </a:cubicBezTo>
                  <a:cubicBezTo>
                    <a:pt x="6" y="5"/>
                    <a:pt x="7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7" name="Freeform 2568">
              <a:extLst>
                <a:ext uri="{FF2B5EF4-FFF2-40B4-BE49-F238E27FC236}">
                  <a16:creationId xmlns:a16="http://schemas.microsoft.com/office/drawing/2014/main" id="{1F4D2190-D0FB-4F14-B525-B7B6619CB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874"/>
              <a:ext cx="16" cy="11"/>
            </a:xfrm>
            <a:custGeom>
              <a:avLst/>
              <a:gdLst>
                <a:gd name="T0" fmla="*/ 32 w 8"/>
                <a:gd name="T1" fmla="*/ 0 h 5"/>
                <a:gd name="T2" fmla="*/ 40 w 8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0" y="5"/>
                    <a:pt x="8" y="5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8" name="Freeform 2569">
              <a:extLst>
                <a:ext uri="{FF2B5EF4-FFF2-40B4-BE49-F238E27FC236}">
                  <a16:creationId xmlns:a16="http://schemas.microsoft.com/office/drawing/2014/main" id="{9E593E2E-CB9D-4231-BBD3-7F5B15B24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1916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16 w 5"/>
                <a:gd name="T3" fmla="*/ 45 h 4"/>
                <a:gd name="T4" fmla="*/ 32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4" y="4"/>
                    <a:pt x="5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89" name="Freeform 2570">
              <a:extLst>
                <a:ext uri="{FF2B5EF4-FFF2-40B4-BE49-F238E27FC236}">
                  <a16:creationId xmlns:a16="http://schemas.microsoft.com/office/drawing/2014/main" id="{5A3CAC4D-F002-4DE3-B9FE-EBFB5798C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894"/>
              <a:ext cx="12" cy="9"/>
            </a:xfrm>
            <a:custGeom>
              <a:avLst/>
              <a:gdLst>
                <a:gd name="T0" fmla="*/ 32 w 6"/>
                <a:gd name="T1" fmla="*/ 0 h 4"/>
                <a:gd name="T2" fmla="*/ 24 w 6"/>
                <a:gd name="T3" fmla="*/ 36 h 4"/>
                <a:gd name="T4" fmla="*/ 4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0"/>
                    <a:pt x="0" y="2"/>
                    <a:pt x="3" y="3"/>
                  </a:cubicBezTo>
                  <a:cubicBezTo>
                    <a:pt x="5" y="4"/>
                    <a:pt x="6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0" name="Freeform 2571">
              <a:extLst>
                <a:ext uri="{FF2B5EF4-FFF2-40B4-BE49-F238E27FC236}">
                  <a16:creationId xmlns:a16="http://schemas.microsoft.com/office/drawing/2014/main" id="{B7DC9F06-3184-4585-8A3B-59AAADFEA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907"/>
              <a:ext cx="7" cy="11"/>
            </a:xfrm>
            <a:custGeom>
              <a:avLst/>
              <a:gdLst>
                <a:gd name="T0" fmla="*/ 28 w 3"/>
                <a:gd name="T1" fmla="*/ 0 h 5"/>
                <a:gd name="T2" fmla="*/ 28 w 3"/>
                <a:gd name="T3" fmla="*/ 53 h 5"/>
                <a:gd name="T4" fmla="*/ 37 w 3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3" y="5"/>
                    <a:pt x="3" y="4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1" name="Freeform 2572">
              <a:extLst>
                <a:ext uri="{FF2B5EF4-FFF2-40B4-BE49-F238E27FC236}">
                  <a16:creationId xmlns:a16="http://schemas.microsoft.com/office/drawing/2014/main" id="{E65907C5-7A84-413E-82D4-256532347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942"/>
              <a:ext cx="10" cy="11"/>
            </a:xfrm>
            <a:custGeom>
              <a:avLst/>
              <a:gdLst>
                <a:gd name="T0" fmla="*/ 24 w 5"/>
                <a:gd name="T1" fmla="*/ 9 h 5"/>
                <a:gd name="T2" fmla="*/ 8 w 5"/>
                <a:gd name="T3" fmla="*/ 0 h 5"/>
                <a:gd name="T4" fmla="*/ 40 w 5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2"/>
                    <a:pt x="3" y="5"/>
                    <a:pt x="5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2" name="Freeform 2573">
              <a:extLst>
                <a:ext uri="{FF2B5EF4-FFF2-40B4-BE49-F238E27FC236}">
                  <a16:creationId xmlns:a16="http://schemas.microsoft.com/office/drawing/2014/main" id="{D1D5D5E6-E0A4-4F76-B899-045BD1417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1982"/>
              <a:ext cx="8" cy="11"/>
            </a:xfrm>
            <a:custGeom>
              <a:avLst/>
              <a:gdLst>
                <a:gd name="T0" fmla="*/ 32 w 4"/>
                <a:gd name="T1" fmla="*/ 0 h 5"/>
                <a:gd name="T2" fmla="*/ 8 w 4"/>
                <a:gd name="T3" fmla="*/ 53 h 5"/>
                <a:gd name="T4" fmla="*/ 32 w 4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3" y="5"/>
                    <a:pt x="3" y="4"/>
                    <a:pt x="4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3" name="Freeform 2574">
              <a:extLst>
                <a:ext uri="{FF2B5EF4-FFF2-40B4-BE49-F238E27FC236}">
                  <a16:creationId xmlns:a16="http://schemas.microsoft.com/office/drawing/2014/main" id="{DC05806B-D501-440F-840B-CB2EE0AA8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025"/>
              <a:ext cx="15" cy="18"/>
            </a:xfrm>
            <a:custGeom>
              <a:avLst/>
              <a:gdLst>
                <a:gd name="T0" fmla="*/ 60 w 7"/>
                <a:gd name="T1" fmla="*/ 11 h 8"/>
                <a:gd name="T2" fmla="*/ 41 w 7"/>
                <a:gd name="T3" fmla="*/ 0 h 8"/>
                <a:gd name="T4" fmla="*/ 60 w 7"/>
                <a:gd name="T5" fmla="*/ 3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1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0" y="4"/>
                    <a:pt x="7" y="8"/>
                    <a:pt x="6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4" name="Freeform 2575">
              <a:extLst>
                <a:ext uri="{FF2B5EF4-FFF2-40B4-BE49-F238E27FC236}">
                  <a16:creationId xmlns:a16="http://schemas.microsoft.com/office/drawing/2014/main" id="{D61FB4D4-5B04-440D-917B-E1503A187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982"/>
              <a:ext cx="20" cy="19"/>
            </a:xfrm>
            <a:custGeom>
              <a:avLst/>
              <a:gdLst>
                <a:gd name="T0" fmla="*/ 32 w 10"/>
                <a:gd name="T1" fmla="*/ 0 h 9"/>
                <a:gd name="T2" fmla="*/ 56 w 10"/>
                <a:gd name="T3" fmla="*/ 3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6"/>
                    <a:pt x="10" y="9"/>
                    <a:pt x="7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5" name="Freeform 2576">
              <a:extLst>
                <a:ext uri="{FF2B5EF4-FFF2-40B4-BE49-F238E27FC236}">
                  <a16:creationId xmlns:a16="http://schemas.microsoft.com/office/drawing/2014/main" id="{3A8CA894-529A-434B-9CB3-0AA923A22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955"/>
              <a:ext cx="12" cy="13"/>
            </a:xfrm>
            <a:custGeom>
              <a:avLst/>
              <a:gdLst>
                <a:gd name="T0" fmla="*/ 24 w 6"/>
                <a:gd name="T1" fmla="*/ 0 h 6"/>
                <a:gd name="T2" fmla="*/ 48 w 6"/>
                <a:gd name="T3" fmla="*/ 9 h 6"/>
                <a:gd name="T4" fmla="*/ 40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0" y="4"/>
                    <a:pt x="5" y="6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6" name="Freeform 2577">
              <a:extLst>
                <a:ext uri="{FF2B5EF4-FFF2-40B4-BE49-F238E27FC236}">
                  <a16:creationId xmlns:a16="http://schemas.microsoft.com/office/drawing/2014/main" id="{5B2C344B-8101-48C8-89F4-84D023672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986"/>
              <a:ext cx="21" cy="15"/>
            </a:xfrm>
            <a:custGeom>
              <a:avLst/>
              <a:gdLst>
                <a:gd name="T0" fmla="*/ 48 w 10"/>
                <a:gd name="T1" fmla="*/ 0 h 7"/>
                <a:gd name="T2" fmla="*/ 36 w 10"/>
                <a:gd name="T3" fmla="*/ 0 h 7"/>
                <a:gd name="T4" fmla="*/ 57 w 10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6"/>
                    <a:pt x="10" y="7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7" name="Freeform 2578">
              <a:extLst>
                <a:ext uri="{FF2B5EF4-FFF2-40B4-BE49-F238E27FC236}">
                  <a16:creationId xmlns:a16="http://schemas.microsoft.com/office/drawing/2014/main" id="{F8CABE21-899A-4626-8FB5-5D7241BB8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021"/>
              <a:ext cx="8" cy="9"/>
            </a:xfrm>
            <a:custGeom>
              <a:avLst/>
              <a:gdLst>
                <a:gd name="T0" fmla="*/ 24 w 4"/>
                <a:gd name="T1" fmla="*/ 11 h 4"/>
                <a:gd name="T2" fmla="*/ 16 w 4"/>
                <a:gd name="T3" fmla="*/ 45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3" y="4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8" name="Freeform 2579">
              <a:extLst>
                <a:ext uri="{FF2B5EF4-FFF2-40B4-BE49-F238E27FC236}">
                  <a16:creationId xmlns:a16="http://schemas.microsoft.com/office/drawing/2014/main" id="{704754BF-D216-4565-A03D-F0F9AFC0D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041"/>
              <a:ext cx="21" cy="24"/>
            </a:xfrm>
            <a:custGeom>
              <a:avLst/>
              <a:gdLst>
                <a:gd name="T0" fmla="*/ 36 w 10"/>
                <a:gd name="T1" fmla="*/ 81 h 11"/>
                <a:gd name="T2" fmla="*/ 27 w 10"/>
                <a:gd name="T3" fmla="*/ 81 h 11"/>
                <a:gd name="T4" fmla="*/ 36 w 10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4" y="8"/>
                  </a:moveTo>
                  <a:cubicBezTo>
                    <a:pt x="3" y="9"/>
                    <a:pt x="3" y="9"/>
                    <a:pt x="3" y="8"/>
                  </a:cubicBezTo>
                  <a:cubicBezTo>
                    <a:pt x="0" y="0"/>
                    <a:pt x="10" y="8"/>
                    <a:pt x="4" y="1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99" name="Freeform 2580">
              <a:extLst>
                <a:ext uri="{FF2B5EF4-FFF2-40B4-BE49-F238E27FC236}">
                  <a16:creationId xmlns:a16="http://schemas.microsoft.com/office/drawing/2014/main" id="{468748A7-C988-4CE9-8B0D-A6ABEFE69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049"/>
              <a:ext cx="8" cy="9"/>
            </a:xfrm>
            <a:custGeom>
              <a:avLst/>
              <a:gdLst>
                <a:gd name="T0" fmla="*/ 24 w 4"/>
                <a:gd name="T1" fmla="*/ 0 h 4"/>
                <a:gd name="T2" fmla="*/ 24 w 4"/>
                <a:gd name="T3" fmla="*/ 45 h 4"/>
                <a:gd name="T4" fmla="*/ 32 w 4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0" y="1"/>
                    <a:pt x="1" y="3"/>
                    <a:pt x="3" y="4"/>
                  </a:cubicBezTo>
                  <a:cubicBezTo>
                    <a:pt x="4" y="4"/>
                    <a:pt x="4" y="3"/>
                    <a:pt x="4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0" name="Freeform 2581">
              <a:extLst>
                <a:ext uri="{FF2B5EF4-FFF2-40B4-BE49-F238E27FC236}">
                  <a16:creationId xmlns:a16="http://schemas.microsoft.com/office/drawing/2014/main" id="{29ED01BB-0982-417A-9CA8-8C9CE9FD9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960"/>
              <a:ext cx="12" cy="13"/>
            </a:xfrm>
            <a:custGeom>
              <a:avLst/>
              <a:gdLst>
                <a:gd name="T0" fmla="*/ 8 w 6"/>
                <a:gd name="T1" fmla="*/ 9 h 6"/>
                <a:gd name="T2" fmla="*/ 24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6"/>
                    <a:pt x="6" y="4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1" name="Freeform 2582">
              <a:extLst>
                <a:ext uri="{FF2B5EF4-FFF2-40B4-BE49-F238E27FC236}">
                  <a16:creationId xmlns:a16="http://schemas.microsoft.com/office/drawing/2014/main" id="{AF912DC3-06D5-4CD1-B6F4-B44B0F0CB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920"/>
              <a:ext cx="18" cy="11"/>
            </a:xfrm>
            <a:custGeom>
              <a:avLst/>
              <a:gdLst>
                <a:gd name="T0" fmla="*/ 16 w 9"/>
                <a:gd name="T1" fmla="*/ 0 h 5"/>
                <a:gd name="T2" fmla="*/ 3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2" y="0"/>
                  </a:moveTo>
                  <a:cubicBezTo>
                    <a:pt x="0" y="5"/>
                    <a:pt x="9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2" name="Freeform 2583">
              <a:extLst>
                <a:ext uri="{FF2B5EF4-FFF2-40B4-BE49-F238E27FC236}">
                  <a16:creationId xmlns:a16="http://schemas.microsoft.com/office/drawing/2014/main" id="{FB3F257E-4B33-495E-9B0D-C811AFF9E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058"/>
              <a:ext cx="10" cy="9"/>
            </a:xfrm>
            <a:custGeom>
              <a:avLst/>
              <a:gdLst>
                <a:gd name="T0" fmla="*/ 16 w 5"/>
                <a:gd name="T1" fmla="*/ 45 h 4"/>
                <a:gd name="T2" fmla="*/ 32 w 5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cubicBezTo>
                    <a:pt x="0" y="0"/>
                    <a:pt x="5" y="0"/>
                    <a:pt x="4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3" name="Freeform 2584">
              <a:extLst>
                <a:ext uri="{FF2B5EF4-FFF2-40B4-BE49-F238E27FC236}">
                  <a16:creationId xmlns:a16="http://schemas.microsoft.com/office/drawing/2014/main" id="{99FF7CC4-9254-41FD-B619-006C28BBE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436"/>
              <a:ext cx="10" cy="16"/>
            </a:xfrm>
            <a:custGeom>
              <a:avLst/>
              <a:gdLst>
                <a:gd name="T0" fmla="*/ 16 w 5"/>
                <a:gd name="T1" fmla="*/ 0 h 7"/>
                <a:gd name="T2" fmla="*/ 16 w 5"/>
                <a:gd name="T3" fmla="*/ 85 h 7"/>
                <a:gd name="T4" fmla="*/ 32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2"/>
                    <a:pt x="0" y="5"/>
                    <a:pt x="2" y="7"/>
                  </a:cubicBezTo>
                  <a:cubicBezTo>
                    <a:pt x="5" y="6"/>
                    <a:pt x="5" y="3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4" name="Freeform 2585">
              <a:extLst>
                <a:ext uri="{FF2B5EF4-FFF2-40B4-BE49-F238E27FC236}">
                  <a16:creationId xmlns:a16="http://schemas.microsoft.com/office/drawing/2014/main" id="{08A25044-BB06-419A-9F0B-92918094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495"/>
              <a:ext cx="12" cy="20"/>
            </a:xfrm>
            <a:custGeom>
              <a:avLst/>
              <a:gdLst>
                <a:gd name="T0" fmla="*/ 0 w 6"/>
                <a:gd name="T1" fmla="*/ 44 h 9"/>
                <a:gd name="T2" fmla="*/ 32 w 6"/>
                <a:gd name="T3" fmla="*/ 98 h 9"/>
                <a:gd name="T4" fmla="*/ 16 w 6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4"/>
                  </a:moveTo>
                  <a:cubicBezTo>
                    <a:pt x="1" y="6"/>
                    <a:pt x="2" y="8"/>
                    <a:pt x="4" y="9"/>
                  </a:cubicBezTo>
                  <a:cubicBezTo>
                    <a:pt x="6" y="6"/>
                    <a:pt x="6" y="0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5" name="Freeform 2586">
              <a:extLst>
                <a:ext uri="{FF2B5EF4-FFF2-40B4-BE49-F238E27FC236}">
                  <a16:creationId xmlns:a16="http://schemas.microsoft.com/office/drawing/2014/main" id="{9AA1E3C1-7D84-47E5-9BAE-F20CBF0CC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568"/>
              <a:ext cx="8" cy="8"/>
            </a:xfrm>
            <a:custGeom>
              <a:avLst/>
              <a:gdLst>
                <a:gd name="T0" fmla="*/ 0 w 4"/>
                <a:gd name="T1" fmla="*/ 8 h 4"/>
                <a:gd name="T2" fmla="*/ 16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4" y="3"/>
                    <a:pt x="3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6" name="Freeform 2587">
              <a:extLst>
                <a:ext uri="{FF2B5EF4-FFF2-40B4-BE49-F238E27FC236}">
                  <a16:creationId xmlns:a16="http://schemas.microsoft.com/office/drawing/2014/main" id="{A7B0EB4F-3932-4327-8040-26147C3AC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506"/>
              <a:ext cx="11" cy="18"/>
            </a:xfrm>
            <a:custGeom>
              <a:avLst/>
              <a:gdLst>
                <a:gd name="T0" fmla="*/ 0 w 5"/>
                <a:gd name="T1" fmla="*/ 0 h 8"/>
                <a:gd name="T2" fmla="*/ 44 w 5"/>
                <a:gd name="T3" fmla="*/ 92 h 8"/>
                <a:gd name="T4" fmla="*/ 20 w 5"/>
                <a:gd name="T5" fmla="*/ 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0" y="3"/>
                    <a:pt x="1" y="7"/>
                    <a:pt x="4" y="8"/>
                  </a:cubicBezTo>
                  <a:cubicBezTo>
                    <a:pt x="5" y="6"/>
                    <a:pt x="4" y="3"/>
                    <a:pt x="2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7" name="Freeform 2588">
              <a:extLst>
                <a:ext uri="{FF2B5EF4-FFF2-40B4-BE49-F238E27FC236}">
                  <a16:creationId xmlns:a16="http://schemas.microsoft.com/office/drawing/2014/main" id="{1077C562-9EAC-4FD9-A9FC-84374F4DE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450"/>
              <a:ext cx="8" cy="15"/>
            </a:xfrm>
            <a:custGeom>
              <a:avLst/>
              <a:gdLst>
                <a:gd name="T0" fmla="*/ 8 w 4"/>
                <a:gd name="T1" fmla="*/ 19 h 7"/>
                <a:gd name="T2" fmla="*/ 16 w 4"/>
                <a:gd name="T3" fmla="*/ 69 h 7"/>
                <a:gd name="T4" fmla="*/ 0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2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4" y="5"/>
                    <a:pt x="3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8" name="Freeform 2589">
              <a:extLst>
                <a:ext uri="{FF2B5EF4-FFF2-40B4-BE49-F238E27FC236}">
                  <a16:creationId xmlns:a16="http://schemas.microsoft.com/office/drawing/2014/main" id="{4AD662F0-D0BE-4AB7-9846-3D8EC083A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366"/>
              <a:ext cx="8" cy="14"/>
            </a:xfrm>
            <a:custGeom>
              <a:avLst/>
              <a:gdLst>
                <a:gd name="T0" fmla="*/ 0 w 4"/>
                <a:gd name="T1" fmla="*/ 28 h 6"/>
                <a:gd name="T2" fmla="*/ 16 w 4"/>
                <a:gd name="T3" fmla="*/ 77 h 6"/>
                <a:gd name="T4" fmla="*/ 16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4" y="4"/>
                    <a:pt x="3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09" name="Freeform 2590">
              <a:extLst>
                <a:ext uri="{FF2B5EF4-FFF2-40B4-BE49-F238E27FC236}">
                  <a16:creationId xmlns:a16="http://schemas.microsoft.com/office/drawing/2014/main" id="{C8C106E9-B5BC-4989-B00B-4105A6C74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283"/>
              <a:ext cx="10" cy="9"/>
            </a:xfrm>
            <a:custGeom>
              <a:avLst/>
              <a:gdLst>
                <a:gd name="T0" fmla="*/ 8 w 5"/>
                <a:gd name="T1" fmla="*/ 0 h 4"/>
                <a:gd name="T2" fmla="*/ 24 w 5"/>
                <a:gd name="T3" fmla="*/ 45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1" y="4"/>
                    <a:pt x="3" y="4"/>
                  </a:cubicBezTo>
                  <a:cubicBezTo>
                    <a:pt x="5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0" name="Freeform 2591">
              <a:extLst>
                <a:ext uri="{FF2B5EF4-FFF2-40B4-BE49-F238E27FC236}">
                  <a16:creationId xmlns:a16="http://schemas.microsoft.com/office/drawing/2014/main" id="{A549FBA1-7D6A-412F-8B5C-70E273722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321"/>
              <a:ext cx="4" cy="15"/>
            </a:xfrm>
            <a:custGeom>
              <a:avLst/>
              <a:gdLst>
                <a:gd name="T0" fmla="*/ 8 w 2"/>
                <a:gd name="T1" fmla="*/ 0 h 7"/>
                <a:gd name="T2" fmla="*/ 8 w 2"/>
                <a:gd name="T3" fmla="*/ 69 h 7"/>
                <a:gd name="T4" fmla="*/ 16 w 2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2" y="6"/>
                    <a:pt x="1" y="5"/>
                    <a:pt x="2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1" name="Freeform 2592">
              <a:extLst>
                <a:ext uri="{FF2B5EF4-FFF2-40B4-BE49-F238E27FC236}">
                  <a16:creationId xmlns:a16="http://schemas.microsoft.com/office/drawing/2014/main" id="{2C223F65-B73E-438D-BF2A-C3FDD5F75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323"/>
              <a:ext cx="13" cy="15"/>
            </a:xfrm>
            <a:custGeom>
              <a:avLst/>
              <a:gdLst>
                <a:gd name="T0" fmla="*/ 20 w 6"/>
                <a:gd name="T1" fmla="*/ 0 h 7"/>
                <a:gd name="T2" fmla="*/ 9 w 6"/>
                <a:gd name="T3" fmla="*/ 60 h 7"/>
                <a:gd name="T4" fmla="*/ 43 w 6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4" y="7"/>
                    <a:pt x="6" y="4"/>
                    <a:pt x="4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2" name="Freeform 2593">
              <a:extLst>
                <a:ext uri="{FF2B5EF4-FFF2-40B4-BE49-F238E27FC236}">
                  <a16:creationId xmlns:a16="http://schemas.microsoft.com/office/drawing/2014/main" id="{BE65502C-4860-4E52-B671-14E3BE63C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382"/>
              <a:ext cx="10" cy="13"/>
            </a:xfrm>
            <a:custGeom>
              <a:avLst/>
              <a:gdLst>
                <a:gd name="T0" fmla="*/ 24 w 5"/>
                <a:gd name="T1" fmla="*/ 0 h 6"/>
                <a:gd name="T2" fmla="*/ 0 w 5"/>
                <a:gd name="T3" fmla="*/ 52 h 6"/>
                <a:gd name="T4" fmla="*/ 40 w 5"/>
                <a:gd name="T5" fmla="*/ 4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3" y="6"/>
                    <a:pt x="3" y="5"/>
                    <a:pt x="5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3" name="Freeform 2594">
              <a:extLst>
                <a:ext uri="{FF2B5EF4-FFF2-40B4-BE49-F238E27FC236}">
                  <a16:creationId xmlns:a16="http://schemas.microsoft.com/office/drawing/2014/main" id="{983EBDA1-4F3F-45EC-B7BA-A4C33670E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388"/>
              <a:ext cx="8" cy="13"/>
            </a:xfrm>
            <a:custGeom>
              <a:avLst/>
              <a:gdLst>
                <a:gd name="T0" fmla="*/ 0 w 4"/>
                <a:gd name="T1" fmla="*/ 9 h 6"/>
                <a:gd name="T2" fmla="*/ 16 w 4"/>
                <a:gd name="T3" fmla="*/ 61 h 6"/>
                <a:gd name="T4" fmla="*/ 16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4" y="4"/>
                    <a:pt x="4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4" name="Freeform 2595">
              <a:extLst>
                <a:ext uri="{FF2B5EF4-FFF2-40B4-BE49-F238E27FC236}">
                  <a16:creationId xmlns:a16="http://schemas.microsoft.com/office/drawing/2014/main" id="{1FA0651B-1F70-4E2B-8FC0-CB0A71932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441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24 w 3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2" y="3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5" name="Freeform 2596">
              <a:extLst>
                <a:ext uri="{FF2B5EF4-FFF2-40B4-BE49-F238E27FC236}">
                  <a16:creationId xmlns:a16="http://schemas.microsoft.com/office/drawing/2014/main" id="{AB47ED85-BE10-4B11-BB72-11AD3D7C4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552"/>
              <a:ext cx="6" cy="9"/>
            </a:xfrm>
            <a:custGeom>
              <a:avLst/>
              <a:gdLst>
                <a:gd name="T0" fmla="*/ 24 w 3"/>
                <a:gd name="T1" fmla="*/ 0 h 4"/>
                <a:gd name="T2" fmla="*/ 24 w 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0" y="2"/>
                    <a:pt x="1" y="3"/>
                    <a:pt x="3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6" name="Freeform 2597">
              <a:extLst>
                <a:ext uri="{FF2B5EF4-FFF2-40B4-BE49-F238E27FC236}">
                  <a16:creationId xmlns:a16="http://schemas.microsoft.com/office/drawing/2014/main" id="{7C51B382-EC55-4D94-94BE-22D06F90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603"/>
              <a:ext cx="10" cy="10"/>
            </a:xfrm>
            <a:custGeom>
              <a:avLst/>
              <a:gdLst>
                <a:gd name="T0" fmla="*/ 24 w 5"/>
                <a:gd name="T1" fmla="*/ 0 h 5"/>
                <a:gd name="T2" fmla="*/ 16 w 5"/>
                <a:gd name="T3" fmla="*/ 40 h 5"/>
                <a:gd name="T4" fmla="*/ 32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5" y="4"/>
                    <a:pt x="4" y="3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7" name="Freeform 2598">
              <a:extLst>
                <a:ext uri="{FF2B5EF4-FFF2-40B4-BE49-F238E27FC236}">
                  <a16:creationId xmlns:a16="http://schemas.microsoft.com/office/drawing/2014/main" id="{9123AFBD-8C52-4DA8-8CA3-C3F201F32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629"/>
              <a:ext cx="13" cy="15"/>
            </a:xfrm>
            <a:custGeom>
              <a:avLst/>
              <a:gdLst>
                <a:gd name="T0" fmla="*/ 43 w 6"/>
                <a:gd name="T1" fmla="*/ 0 h 7"/>
                <a:gd name="T2" fmla="*/ 20 w 6"/>
                <a:gd name="T3" fmla="*/ 69 h 7"/>
                <a:gd name="T4" fmla="*/ 43 w 6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1" y="2"/>
                    <a:pt x="0" y="5"/>
                    <a:pt x="2" y="7"/>
                  </a:cubicBezTo>
                  <a:cubicBezTo>
                    <a:pt x="5" y="6"/>
                    <a:pt x="6" y="4"/>
                    <a:pt x="4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8" name="Freeform 2599">
              <a:extLst>
                <a:ext uri="{FF2B5EF4-FFF2-40B4-BE49-F238E27FC236}">
                  <a16:creationId xmlns:a16="http://schemas.microsoft.com/office/drawing/2014/main" id="{16337F4D-F5A7-4DA8-910B-25EEF4B8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587"/>
              <a:ext cx="12" cy="16"/>
            </a:xfrm>
            <a:custGeom>
              <a:avLst/>
              <a:gdLst>
                <a:gd name="T0" fmla="*/ 24 w 6"/>
                <a:gd name="T1" fmla="*/ 0 h 7"/>
                <a:gd name="T2" fmla="*/ 48 w 6"/>
                <a:gd name="T3" fmla="*/ 5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0" y="3"/>
                    <a:pt x="2" y="7"/>
                    <a:pt x="6" y="5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19" name="Freeform 2600">
              <a:extLst>
                <a:ext uri="{FF2B5EF4-FFF2-40B4-BE49-F238E27FC236}">
                  <a16:creationId xmlns:a16="http://schemas.microsoft.com/office/drawing/2014/main" id="{A6AACEE9-00D3-4AC5-89F5-8C4C4719B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686"/>
              <a:ext cx="9" cy="8"/>
            </a:xfrm>
            <a:custGeom>
              <a:avLst/>
              <a:gdLst>
                <a:gd name="T0" fmla="*/ 0 w 4"/>
                <a:gd name="T1" fmla="*/ 0 h 4"/>
                <a:gd name="T2" fmla="*/ 36 w 4"/>
                <a:gd name="T3" fmla="*/ 32 h 4"/>
                <a:gd name="T4" fmla="*/ 45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1" y="3"/>
                    <a:pt x="3" y="4"/>
                  </a:cubicBezTo>
                  <a:cubicBezTo>
                    <a:pt x="4" y="3"/>
                    <a:pt x="4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0" name="Freeform 2601">
              <a:extLst>
                <a:ext uri="{FF2B5EF4-FFF2-40B4-BE49-F238E27FC236}">
                  <a16:creationId xmlns:a16="http://schemas.microsoft.com/office/drawing/2014/main" id="{60AE60C2-18FD-4455-AA42-738F50EC4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738"/>
              <a:ext cx="14" cy="15"/>
            </a:xfrm>
            <a:custGeom>
              <a:avLst/>
              <a:gdLst>
                <a:gd name="T0" fmla="*/ 32 w 7"/>
                <a:gd name="T1" fmla="*/ 9 h 7"/>
                <a:gd name="T2" fmla="*/ 24 w 7"/>
                <a:gd name="T3" fmla="*/ 60 h 7"/>
                <a:gd name="T4" fmla="*/ 4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2" y="1"/>
                    <a:pt x="0" y="5"/>
                    <a:pt x="3" y="6"/>
                  </a:cubicBezTo>
                  <a:cubicBezTo>
                    <a:pt x="6" y="7"/>
                    <a:pt x="7" y="2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1" name="Freeform 2602">
              <a:extLst>
                <a:ext uri="{FF2B5EF4-FFF2-40B4-BE49-F238E27FC236}">
                  <a16:creationId xmlns:a16="http://schemas.microsoft.com/office/drawing/2014/main" id="{FFC76558-FAA6-4D98-B174-09450F29D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740"/>
              <a:ext cx="10" cy="13"/>
            </a:xfrm>
            <a:custGeom>
              <a:avLst/>
              <a:gdLst>
                <a:gd name="T0" fmla="*/ 16 w 5"/>
                <a:gd name="T1" fmla="*/ 0 h 6"/>
                <a:gd name="T2" fmla="*/ 24 w 5"/>
                <a:gd name="T3" fmla="*/ 61 h 6"/>
                <a:gd name="T4" fmla="*/ 32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1"/>
                    <a:pt x="0" y="6"/>
                    <a:pt x="3" y="6"/>
                  </a:cubicBezTo>
                  <a:cubicBezTo>
                    <a:pt x="5" y="4"/>
                    <a:pt x="5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2" name="Freeform 2603">
              <a:extLst>
                <a:ext uri="{FF2B5EF4-FFF2-40B4-BE49-F238E27FC236}">
                  <a16:creationId xmlns:a16="http://schemas.microsoft.com/office/drawing/2014/main" id="{C607A83C-D57A-40F8-A375-814D24713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688"/>
              <a:ext cx="8" cy="11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4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1" y="5"/>
                    <a:pt x="4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3" name="Freeform 2604">
              <a:extLst>
                <a:ext uri="{FF2B5EF4-FFF2-40B4-BE49-F238E27FC236}">
                  <a16:creationId xmlns:a16="http://schemas.microsoft.com/office/drawing/2014/main" id="{29326283-1063-4742-BCD1-70D2F8EDE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771"/>
              <a:ext cx="4" cy="9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45 h 4"/>
                <a:gd name="T4" fmla="*/ 16 w 2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4" name="Freeform 2605">
              <a:extLst>
                <a:ext uri="{FF2B5EF4-FFF2-40B4-BE49-F238E27FC236}">
                  <a16:creationId xmlns:a16="http://schemas.microsoft.com/office/drawing/2014/main" id="{AF1D135D-B667-4C5D-A31A-B85B712F8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771"/>
              <a:ext cx="10" cy="11"/>
            </a:xfrm>
            <a:custGeom>
              <a:avLst/>
              <a:gdLst>
                <a:gd name="T0" fmla="*/ 24 w 5"/>
                <a:gd name="T1" fmla="*/ 0 h 5"/>
                <a:gd name="T2" fmla="*/ 32 w 5"/>
                <a:gd name="T3" fmla="*/ 53 h 5"/>
                <a:gd name="T4" fmla="*/ 32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0"/>
                    <a:pt x="2" y="5"/>
                    <a:pt x="4" y="5"/>
                  </a:cubicBezTo>
                  <a:cubicBezTo>
                    <a:pt x="5" y="3"/>
                    <a:pt x="5" y="2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5" name="Freeform 2606">
              <a:extLst>
                <a:ext uri="{FF2B5EF4-FFF2-40B4-BE49-F238E27FC236}">
                  <a16:creationId xmlns:a16="http://schemas.microsoft.com/office/drawing/2014/main" id="{38C9AF7B-E7CC-408D-97E8-C7A0992E2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804"/>
              <a:ext cx="6" cy="6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3" y="3"/>
                    <a:pt x="3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6" name="Freeform 2607">
              <a:extLst>
                <a:ext uri="{FF2B5EF4-FFF2-40B4-BE49-F238E27FC236}">
                  <a16:creationId xmlns:a16="http://schemas.microsoft.com/office/drawing/2014/main" id="{30857979-ACBE-45FA-A493-AF55ADE00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797"/>
              <a:ext cx="8" cy="11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53 h 5"/>
                <a:gd name="T4" fmla="*/ 8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7" name="Freeform 2608">
              <a:extLst>
                <a:ext uri="{FF2B5EF4-FFF2-40B4-BE49-F238E27FC236}">
                  <a16:creationId xmlns:a16="http://schemas.microsoft.com/office/drawing/2014/main" id="{18D727A1-19B6-4C90-AAE0-0F9B6660D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858"/>
              <a:ext cx="4" cy="7"/>
            </a:xfrm>
            <a:custGeom>
              <a:avLst/>
              <a:gdLst>
                <a:gd name="T0" fmla="*/ 8 w 2"/>
                <a:gd name="T1" fmla="*/ 37 h 3"/>
                <a:gd name="T2" fmla="*/ 0 w 2"/>
                <a:gd name="T3" fmla="*/ 0 h 3"/>
                <a:gd name="T4" fmla="*/ 16 w 2"/>
                <a:gd name="T5" fmla="*/ 28 h 3"/>
                <a:gd name="T6" fmla="*/ 8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2" y="0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8" name="Freeform 2609">
              <a:extLst>
                <a:ext uri="{FF2B5EF4-FFF2-40B4-BE49-F238E27FC236}">
                  <a16:creationId xmlns:a16="http://schemas.microsoft.com/office/drawing/2014/main" id="{4B4EAF7D-792E-423D-8EAF-AD1A6AB19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867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44 h 5"/>
                <a:gd name="T4" fmla="*/ 24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4" y="4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29" name="Freeform 2610">
              <a:extLst>
                <a:ext uri="{FF2B5EF4-FFF2-40B4-BE49-F238E27FC236}">
                  <a16:creationId xmlns:a16="http://schemas.microsoft.com/office/drawing/2014/main" id="{19F083E0-EAB8-44C8-BC40-6F3578AC1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861"/>
              <a:ext cx="8" cy="15"/>
            </a:xfrm>
            <a:custGeom>
              <a:avLst/>
              <a:gdLst>
                <a:gd name="T0" fmla="*/ 0 w 4"/>
                <a:gd name="T1" fmla="*/ 19 h 7"/>
                <a:gd name="T2" fmla="*/ 16 w 4"/>
                <a:gd name="T3" fmla="*/ 69 h 7"/>
                <a:gd name="T4" fmla="*/ 8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2"/>
                  </a:moveTo>
                  <a:cubicBezTo>
                    <a:pt x="0" y="4"/>
                    <a:pt x="1" y="6"/>
                    <a:pt x="2" y="7"/>
                  </a:cubicBezTo>
                  <a:cubicBezTo>
                    <a:pt x="4" y="5"/>
                    <a:pt x="3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0" name="Freeform 2611">
              <a:extLst>
                <a:ext uri="{FF2B5EF4-FFF2-40B4-BE49-F238E27FC236}">
                  <a16:creationId xmlns:a16="http://schemas.microsoft.com/office/drawing/2014/main" id="{C4001AD2-CD9D-419B-9366-C2B548539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837"/>
              <a:ext cx="7" cy="8"/>
            </a:xfrm>
            <a:custGeom>
              <a:avLst/>
              <a:gdLst>
                <a:gd name="T0" fmla="*/ 0 w 3"/>
                <a:gd name="T1" fmla="*/ 0 h 4"/>
                <a:gd name="T2" fmla="*/ 12 w 3"/>
                <a:gd name="T3" fmla="*/ 32 h 4"/>
                <a:gd name="T4" fmla="*/ 12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2" y="2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1" name="Freeform 2612">
              <a:extLst>
                <a:ext uri="{FF2B5EF4-FFF2-40B4-BE49-F238E27FC236}">
                  <a16:creationId xmlns:a16="http://schemas.microsoft.com/office/drawing/2014/main" id="{1F5BA3FC-CE12-4347-B655-A3FB1EF7E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482"/>
              <a:ext cx="15" cy="18"/>
            </a:xfrm>
            <a:custGeom>
              <a:avLst/>
              <a:gdLst>
                <a:gd name="T0" fmla="*/ 0 w 7"/>
                <a:gd name="T1" fmla="*/ 11 h 8"/>
                <a:gd name="T2" fmla="*/ 2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8"/>
                    <a:pt x="7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2" name="Freeform 2613">
              <a:extLst>
                <a:ext uri="{FF2B5EF4-FFF2-40B4-BE49-F238E27FC236}">
                  <a16:creationId xmlns:a16="http://schemas.microsoft.com/office/drawing/2014/main" id="{B18E7742-BCEB-470D-8364-5F1D5B6BF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261"/>
              <a:ext cx="8" cy="11"/>
            </a:xfrm>
            <a:custGeom>
              <a:avLst/>
              <a:gdLst>
                <a:gd name="T0" fmla="*/ 0 w 4"/>
                <a:gd name="T1" fmla="*/ 20 h 5"/>
                <a:gd name="T2" fmla="*/ 16 w 4"/>
                <a:gd name="T3" fmla="*/ 53 h 5"/>
                <a:gd name="T4" fmla="*/ 24 w 4"/>
                <a:gd name="T5" fmla="*/ 0 h 5"/>
                <a:gd name="T6" fmla="*/ 16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5"/>
                    <a:pt x="2" y="5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3" name="Freeform 2614">
              <a:extLst>
                <a:ext uri="{FF2B5EF4-FFF2-40B4-BE49-F238E27FC236}">
                  <a16:creationId xmlns:a16="http://schemas.microsoft.com/office/drawing/2014/main" id="{1B8FE42F-037B-4011-9B6B-DC90CE631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257"/>
              <a:ext cx="6" cy="11"/>
            </a:xfrm>
            <a:custGeom>
              <a:avLst/>
              <a:gdLst>
                <a:gd name="T0" fmla="*/ 0 w 3"/>
                <a:gd name="T1" fmla="*/ 0 h 5"/>
                <a:gd name="T2" fmla="*/ 8 w 3"/>
                <a:gd name="T3" fmla="*/ 53 h 5"/>
                <a:gd name="T4" fmla="*/ 16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4" name="Freeform 2615">
              <a:extLst>
                <a:ext uri="{FF2B5EF4-FFF2-40B4-BE49-F238E27FC236}">
                  <a16:creationId xmlns:a16="http://schemas.microsoft.com/office/drawing/2014/main" id="{0458AF83-5C5C-4CCE-84DC-60CA1C031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213"/>
              <a:ext cx="12" cy="16"/>
            </a:xfrm>
            <a:custGeom>
              <a:avLst/>
              <a:gdLst>
                <a:gd name="T0" fmla="*/ 24 w 6"/>
                <a:gd name="T1" fmla="*/ 0 h 7"/>
                <a:gd name="T2" fmla="*/ 24 w 6"/>
                <a:gd name="T3" fmla="*/ 85 h 7"/>
                <a:gd name="T4" fmla="*/ 32 w 6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2"/>
                    <a:pt x="0" y="7"/>
                    <a:pt x="3" y="7"/>
                  </a:cubicBezTo>
                  <a:cubicBezTo>
                    <a:pt x="6" y="7"/>
                    <a:pt x="5" y="3"/>
                    <a:pt x="4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5" name="Freeform 2616">
              <a:extLst>
                <a:ext uri="{FF2B5EF4-FFF2-40B4-BE49-F238E27FC236}">
                  <a16:creationId xmlns:a16="http://schemas.microsoft.com/office/drawing/2014/main" id="{EC71FEA1-0C64-450C-8057-346C76A52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126"/>
              <a:ext cx="10" cy="13"/>
            </a:xfrm>
            <a:custGeom>
              <a:avLst/>
              <a:gdLst>
                <a:gd name="T0" fmla="*/ 16 w 5"/>
                <a:gd name="T1" fmla="*/ 0 h 6"/>
                <a:gd name="T2" fmla="*/ 40 w 5"/>
                <a:gd name="T3" fmla="*/ 2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3"/>
                    <a:pt x="4" y="6"/>
                    <a:pt x="5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6" name="Freeform 2617">
              <a:extLst>
                <a:ext uri="{FF2B5EF4-FFF2-40B4-BE49-F238E27FC236}">
                  <a16:creationId xmlns:a16="http://schemas.microsoft.com/office/drawing/2014/main" id="{A728D949-ACD4-430B-BEBC-54FB870D3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150"/>
              <a:ext cx="8" cy="11"/>
            </a:xfrm>
            <a:custGeom>
              <a:avLst/>
              <a:gdLst>
                <a:gd name="T0" fmla="*/ 8 w 4"/>
                <a:gd name="T1" fmla="*/ 0 h 5"/>
                <a:gd name="T2" fmla="*/ 24 w 4"/>
                <a:gd name="T3" fmla="*/ 53 h 5"/>
                <a:gd name="T4" fmla="*/ 24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4" y="4"/>
                    <a:pt x="4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7" name="Freeform 2618">
              <a:extLst>
                <a:ext uri="{FF2B5EF4-FFF2-40B4-BE49-F238E27FC236}">
                  <a16:creationId xmlns:a16="http://schemas.microsoft.com/office/drawing/2014/main" id="{1D9F8208-6574-4481-A3E1-52D8ADA04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165"/>
              <a:ext cx="6" cy="11"/>
            </a:xfrm>
            <a:custGeom>
              <a:avLst/>
              <a:gdLst>
                <a:gd name="T0" fmla="*/ 24 w 3"/>
                <a:gd name="T1" fmla="*/ 0 h 5"/>
                <a:gd name="T2" fmla="*/ 16 w 3"/>
                <a:gd name="T3" fmla="*/ 53 h 5"/>
                <a:gd name="T4" fmla="*/ 16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8" name="Freeform 2619">
              <a:extLst>
                <a:ext uri="{FF2B5EF4-FFF2-40B4-BE49-F238E27FC236}">
                  <a16:creationId xmlns:a16="http://schemas.microsoft.com/office/drawing/2014/main" id="{F79A9D88-CD9F-4AC0-B518-C1A9B921D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196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39" name="Freeform 2620">
              <a:extLst>
                <a:ext uri="{FF2B5EF4-FFF2-40B4-BE49-F238E27FC236}">
                  <a16:creationId xmlns:a16="http://schemas.microsoft.com/office/drawing/2014/main" id="{D6901ECF-637C-4FA6-8360-607C25BB6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117"/>
              <a:ext cx="18" cy="11"/>
            </a:xfrm>
            <a:custGeom>
              <a:avLst/>
              <a:gdLst>
                <a:gd name="T0" fmla="*/ 24 w 9"/>
                <a:gd name="T1" fmla="*/ 0 h 5"/>
                <a:gd name="T2" fmla="*/ 3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0" name="Freeform 2621">
              <a:extLst>
                <a:ext uri="{FF2B5EF4-FFF2-40B4-BE49-F238E27FC236}">
                  <a16:creationId xmlns:a16="http://schemas.microsoft.com/office/drawing/2014/main" id="{B2321C14-FCF2-4FA0-B0F9-02B37D396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100"/>
              <a:ext cx="6" cy="8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32 h 4"/>
                <a:gd name="T4" fmla="*/ 8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2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1" name="Freeform 2622">
              <a:extLst>
                <a:ext uri="{FF2B5EF4-FFF2-40B4-BE49-F238E27FC236}">
                  <a16:creationId xmlns:a16="http://schemas.microsoft.com/office/drawing/2014/main" id="{0D2D47C0-DC9F-4973-9924-5045C4FE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183"/>
              <a:ext cx="4" cy="6"/>
            </a:xfrm>
            <a:custGeom>
              <a:avLst/>
              <a:gdLst>
                <a:gd name="T0" fmla="*/ 8 w 2"/>
                <a:gd name="T1" fmla="*/ 16 h 3"/>
                <a:gd name="T2" fmla="*/ 8 w 2"/>
                <a:gd name="T3" fmla="*/ 24 h 3"/>
                <a:gd name="T4" fmla="*/ 16 w 2"/>
                <a:gd name="T5" fmla="*/ 0 h 3"/>
                <a:gd name="T6" fmla="*/ 0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0" y="0"/>
                    <a:pt x="1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2" name="Freeform 2623">
              <a:extLst>
                <a:ext uri="{FF2B5EF4-FFF2-40B4-BE49-F238E27FC236}">
                  <a16:creationId xmlns:a16="http://schemas.microsoft.com/office/drawing/2014/main" id="{0427BD04-885F-43FD-AB32-FCD36677E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679"/>
              <a:ext cx="7" cy="11"/>
            </a:xfrm>
            <a:custGeom>
              <a:avLst/>
              <a:gdLst>
                <a:gd name="T0" fmla="*/ 12 w 3"/>
                <a:gd name="T1" fmla="*/ 20 h 5"/>
                <a:gd name="T2" fmla="*/ 12 w 3"/>
                <a:gd name="T3" fmla="*/ 53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3"/>
                    <a:pt x="1" y="4"/>
                    <a:pt x="1" y="5"/>
                  </a:cubicBezTo>
                  <a:cubicBezTo>
                    <a:pt x="3" y="3"/>
                    <a:pt x="2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3" name="Freeform 2624">
              <a:extLst>
                <a:ext uri="{FF2B5EF4-FFF2-40B4-BE49-F238E27FC236}">
                  <a16:creationId xmlns:a16="http://schemas.microsoft.com/office/drawing/2014/main" id="{83BD43A1-0A4D-49B2-9B80-774FBD690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618"/>
              <a:ext cx="7" cy="9"/>
            </a:xfrm>
            <a:custGeom>
              <a:avLst/>
              <a:gdLst>
                <a:gd name="T0" fmla="*/ 0 w 3"/>
                <a:gd name="T1" fmla="*/ 25 h 4"/>
                <a:gd name="T2" fmla="*/ 12 w 3"/>
                <a:gd name="T3" fmla="*/ 45 h 4"/>
                <a:gd name="T4" fmla="*/ 12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3"/>
                    <a:pt x="3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4" name="Freeform 2625">
              <a:extLst>
                <a:ext uri="{FF2B5EF4-FFF2-40B4-BE49-F238E27FC236}">
                  <a16:creationId xmlns:a16="http://schemas.microsoft.com/office/drawing/2014/main" id="{E84714C5-E103-4BF6-85DD-8243F7BEC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673"/>
              <a:ext cx="6" cy="15"/>
            </a:xfrm>
            <a:custGeom>
              <a:avLst/>
              <a:gdLst>
                <a:gd name="T0" fmla="*/ 8 w 3"/>
                <a:gd name="T1" fmla="*/ 28 h 7"/>
                <a:gd name="T2" fmla="*/ 8 w 3"/>
                <a:gd name="T3" fmla="*/ 69 h 7"/>
                <a:gd name="T4" fmla="*/ 0 w 3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1" y="3"/>
                  </a:moveTo>
                  <a:cubicBezTo>
                    <a:pt x="0" y="5"/>
                    <a:pt x="1" y="6"/>
                    <a:pt x="1" y="7"/>
                  </a:cubicBezTo>
                  <a:cubicBezTo>
                    <a:pt x="3" y="5"/>
                    <a:pt x="2" y="0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5" name="Freeform 2626">
              <a:extLst>
                <a:ext uri="{FF2B5EF4-FFF2-40B4-BE49-F238E27FC236}">
                  <a16:creationId xmlns:a16="http://schemas.microsoft.com/office/drawing/2014/main" id="{6D192655-9970-437D-8E07-45EC207AE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603"/>
              <a:ext cx="6" cy="4"/>
            </a:xfrm>
            <a:custGeom>
              <a:avLst/>
              <a:gdLst>
                <a:gd name="T0" fmla="*/ 0 w 3"/>
                <a:gd name="T1" fmla="*/ 8 h 2"/>
                <a:gd name="T2" fmla="*/ 8 w 3"/>
                <a:gd name="T3" fmla="*/ 16 h 2"/>
                <a:gd name="T4" fmla="*/ 24 w 3"/>
                <a:gd name="T5" fmla="*/ 0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6" name="Freeform 2627">
              <a:extLst>
                <a:ext uri="{FF2B5EF4-FFF2-40B4-BE49-F238E27FC236}">
                  <a16:creationId xmlns:a16="http://schemas.microsoft.com/office/drawing/2014/main" id="{84455472-2AD9-4C12-854E-C44B20FCE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955"/>
              <a:ext cx="11" cy="13"/>
            </a:xfrm>
            <a:custGeom>
              <a:avLst/>
              <a:gdLst>
                <a:gd name="T0" fmla="*/ 20 w 5"/>
                <a:gd name="T1" fmla="*/ 9 h 6"/>
                <a:gd name="T2" fmla="*/ 33 w 5"/>
                <a:gd name="T3" fmla="*/ 52 h 6"/>
                <a:gd name="T4" fmla="*/ 4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5" y="6"/>
                    <a:pt x="5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7" name="Freeform 2628">
              <a:extLst>
                <a:ext uri="{FF2B5EF4-FFF2-40B4-BE49-F238E27FC236}">
                  <a16:creationId xmlns:a16="http://schemas.microsoft.com/office/drawing/2014/main" id="{93C46D0F-9F81-4863-BA5B-9EBED79FB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952"/>
              <a:ext cx="6" cy="14"/>
            </a:xfrm>
            <a:custGeom>
              <a:avLst/>
              <a:gdLst>
                <a:gd name="T0" fmla="*/ 0 w 3"/>
                <a:gd name="T1" fmla="*/ 12 h 6"/>
                <a:gd name="T2" fmla="*/ 16 w 3"/>
                <a:gd name="T3" fmla="*/ 77 h 6"/>
                <a:gd name="T4" fmla="*/ 8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8" name="Freeform 2629">
              <a:extLst>
                <a:ext uri="{FF2B5EF4-FFF2-40B4-BE49-F238E27FC236}">
                  <a16:creationId xmlns:a16="http://schemas.microsoft.com/office/drawing/2014/main" id="{C9FB3B3B-C97D-46E8-AE67-47D8559C1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941"/>
              <a:ext cx="14" cy="18"/>
            </a:xfrm>
            <a:custGeom>
              <a:avLst/>
              <a:gdLst>
                <a:gd name="T0" fmla="*/ 8 w 7"/>
                <a:gd name="T1" fmla="*/ 11 h 8"/>
                <a:gd name="T2" fmla="*/ 1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1"/>
                  </a:moveTo>
                  <a:cubicBezTo>
                    <a:pt x="0" y="8"/>
                    <a:pt x="7" y="4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49" name="Freeform 2630">
              <a:extLst>
                <a:ext uri="{FF2B5EF4-FFF2-40B4-BE49-F238E27FC236}">
                  <a16:creationId xmlns:a16="http://schemas.microsoft.com/office/drawing/2014/main" id="{ACEB8318-7BAC-414B-87BF-7DD9EAFB3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928"/>
              <a:ext cx="16" cy="11"/>
            </a:xfrm>
            <a:custGeom>
              <a:avLst/>
              <a:gdLst>
                <a:gd name="T0" fmla="*/ 24 w 8"/>
                <a:gd name="T1" fmla="*/ 0 h 5"/>
                <a:gd name="T2" fmla="*/ 32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5"/>
                    <a:pt x="8" y="3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0" name="Freeform 2631">
              <a:extLst>
                <a:ext uri="{FF2B5EF4-FFF2-40B4-BE49-F238E27FC236}">
                  <a16:creationId xmlns:a16="http://schemas.microsoft.com/office/drawing/2014/main" id="{E6A3A56C-B8BE-49B9-AEB8-AC4CE12BA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007"/>
              <a:ext cx="16" cy="18"/>
            </a:xfrm>
            <a:custGeom>
              <a:avLst/>
              <a:gdLst>
                <a:gd name="T0" fmla="*/ 0 w 8"/>
                <a:gd name="T1" fmla="*/ 11 h 8"/>
                <a:gd name="T2" fmla="*/ 16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0" y="8"/>
                    <a:pt x="8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1" name="Freeform 2632">
              <a:extLst>
                <a:ext uri="{FF2B5EF4-FFF2-40B4-BE49-F238E27FC236}">
                  <a16:creationId xmlns:a16="http://schemas.microsoft.com/office/drawing/2014/main" id="{0C9CEB0F-0BC6-4CC2-A435-A2B94C5B4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3062"/>
              <a:ext cx="8" cy="11"/>
            </a:xfrm>
            <a:custGeom>
              <a:avLst/>
              <a:gdLst>
                <a:gd name="T0" fmla="*/ 8 w 4"/>
                <a:gd name="T1" fmla="*/ 9 h 5"/>
                <a:gd name="T2" fmla="*/ 24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2" name="Freeform 2633">
              <a:extLst>
                <a:ext uri="{FF2B5EF4-FFF2-40B4-BE49-F238E27FC236}">
                  <a16:creationId xmlns:a16="http://schemas.microsoft.com/office/drawing/2014/main" id="{E0BFC2D8-5ED1-4092-B962-70DCDF74E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3051"/>
              <a:ext cx="8" cy="13"/>
            </a:xfrm>
            <a:custGeom>
              <a:avLst/>
              <a:gdLst>
                <a:gd name="T0" fmla="*/ 0 w 4"/>
                <a:gd name="T1" fmla="*/ 43 h 6"/>
                <a:gd name="T2" fmla="*/ 8 w 4"/>
                <a:gd name="T3" fmla="*/ 61 h 6"/>
                <a:gd name="T4" fmla="*/ 0 w 4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0" y="5"/>
                    <a:pt x="0" y="5"/>
                    <a:pt x="1" y="6"/>
                  </a:cubicBezTo>
                  <a:cubicBezTo>
                    <a:pt x="4" y="5"/>
                    <a:pt x="3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3" name="Freeform 2634">
              <a:extLst>
                <a:ext uri="{FF2B5EF4-FFF2-40B4-BE49-F238E27FC236}">
                  <a16:creationId xmlns:a16="http://schemas.microsoft.com/office/drawing/2014/main" id="{E226D1B1-383E-456D-B162-83B5710A8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3020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4" name="Freeform 2635">
              <a:extLst>
                <a:ext uri="{FF2B5EF4-FFF2-40B4-BE49-F238E27FC236}">
                  <a16:creationId xmlns:a16="http://schemas.microsoft.com/office/drawing/2014/main" id="{6FBA222C-F71C-4BCD-9835-DCC09E6DA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917"/>
              <a:ext cx="8" cy="9"/>
            </a:xfrm>
            <a:custGeom>
              <a:avLst/>
              <a:gdLst>
                <a:gd name="T0" fmla="*/ 0 w 4"/>
                <a:gd name="T1" fmla="*/ 25 h 4"/>
                <a:gd name="T2" fmla="*/ 8 w 4"/>
                <a:gd name="T3" fmla="*/ 45 h 4"/>
                <a:gd name="T4" fmla="*/ 8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4"/>
                    <a:pt x="4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5" name="Freeform 2636">
              <a:extLst>
                <a:ext uri="{FF2B5EF4-FFF2-40B4-BE49-F238E27FC236}">
                  <a16:creationId xmlns:a16="http://schemas.microsoft.com/office/drawing/2014/main" id="{266CDB64-2A08-4A99-9968-C811C1B35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116"/>
              <a:ext cx="4" cy="7"/>
            </a:xfrm>
            <a:custGeom>
              <a:avLst/>
              <a:gdLst>
                <a:gd name="T0" fmla="*/ 0 w 2"/>
                <a:gd name="T1" fmla="*/ 12 h 3"/>
                <a:gd name="T2" fmla="*/ 0 w 2"/>
                <a:gd name="T3" fmla="*/ 37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3"/>
                    <a:pt x="2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6" name="Freeform 2637">
              <a:extLst>
                <a:ext uri="{FF2B5EF4-FFF2-40B4-BE49-F238E27FC236}">
                  <a16:creationId xmlns:a16="http://schemas.microsoft.com/office/drawing/2014/main" id="{113ADE62-7442-47C9-A977-4E66728AE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178"/>
              <a:ext cx="7" cy="13"/>
            </a:xfrm>
            <a:custGeom>
              <a:avLst/>
              <a:gdLst>
                <a:gd name="T0" fmla="*/ 0 w 3"/>
                <a:gd name="T1" fmla="*/ 33 h 6"/>
                <a:gd name="T2" fmla="*/ 28 w 3"/>
                <a:gd name="T3" fmla="*/ 61 h 6"/>
                <a:gd name="T4" fmla="*/ 0 w 3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0" y="4"/>
                    <a:pt x="0" y="6"/>
                    <a:pt x="2" y="6"/>
                  </a:cubicBezTo>
                  <a:cubicBezTo>
                    <a:pt x="3" y="4"/>
                    <a:pt x="2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7" name="Freeform 2638">
              <a:extLst>
                <a:ext uri="{FF2B5EF4-FFF2-40B4-BE49-F238E27FC236}">
                  <a16:creationId xmlns:a16="http://schemas.microsoft.com/office/drawing/2014/main" id="{56C3B7A1-44BA-423D-9A27-379FC1EEC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162"/>
              <a:ext cx="4" cy="7"/>
            </a:xfrm>
            <a:custGeom>
              <a:avLst/>
              <a:gdLst>
                <a:gd name="T0" fmla="*/ 0 w 2"/>
                <a:gd name="T1" fmla="*/ 28 h 3"/>
                <a:gd name="T2" fmla="*/ 0 w 2"/>
                <a:gd name="T3" fmla="*/ 37 h 3"/>
                <a:gd name="T4" fmla="*/ 8 w 2"/>
                <a:gd name="T5" fmla="*/ 12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3"/>
                    <a:pt x="2" y="2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8" name="Freeform 2639">
              <a:extLst>
                <a:ext uri="{FF2B5EF4-FFF2-40B4-BE49-F238E27FC236}">
                  <a16:creationId xmlns:a16="http://schemas.microsoft.com/office/drawing/2014/main" id="{214FB51C-08BC-468B-AC32-2ED046B46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180"/>
              <a:ext cx="12" cy="15"/>
            </a:xfrm>
            <a:custGeom>
              <a:avLst/>
              <a:gdLst>
                <a:gd name="T0" fmla="*/ 24 w 6"/>
                <a:gd name="T1" fmla="*/ 0 h 7"/>
                <a:gd name="T2" fmla="*/ 24 w 6"/>
                <a:gd name="T3" fmla="*/ 60 h 7"/>
                <a:gd name="T4" fmla="*/ 32 w 6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2"/>
                    <a:pt x="0" y="7"/>
                    <a:pt x="3" y="6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59" name="Freeform 2640">
              <a:extLst>
                <a:ext uri="{FF2B5EF4-FFF2-40B4-BE49-F238E27FC236}">
                  <a16:creationId xmlns:a16="http://schemas.microsoft.com/office/drawing/2014/main" id="{FE2A8A57-0289-4E47-A842-2056C1090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3147"/>
              <a:ext cx="6" cy="11"/>
            </a:xfrm>
            <a:custGeom>
              <a:avLst/>
              <a:gdLst>
                <a:gd name="T0" fmla="*/ 8 w 3"/>
                <a:gd name="T1" fmla="*/ 0 h 5"/>
                <a:gd name="T2" fmla="*/ 24 w 3"/>
                <a:gd name="T3" fmla="*/ 53 h 5"/>
                <a:gd name="T4" fmla="*/ 16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5"/>
                    <a:pt x="3" y="5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0" name="Freeform 2641">
              <a:extLst>
                <a:ext uri="{FF2B5EF4-FFF2-40B4-BE49-F238E27FC236}">
                  <a16:creationId xmlns:a16="http://schemas.microsoft.com/office/drawing/2014/main" id="{DE5C125A-5666-48F3-A50C-786D26918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3125"/>
              <a:ext cx="8" cy="7"/>
            </a:xfrm>
            <a:custGeom>
              <a:avLst/>
              <a:gdLst>
                <a:gd name="T0" fmla="*/ 0 w 4"/>
                <a:gd name="T1" fmla="*/ 12 h 3"/>
                <a:gd name="T2" fmla="*/ 16 w 4"/>
                <a:gd name="T3" fmla="*/ 37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1" name="Freeform 2642">
              <a:extLst>
                <a:ext uri="{FF2B5EF4-FFF2-40B4-BE49-F238E27FC236}">
                  <a16:creationId xmlns:a16="http://schemas.microsoft.com/office/drawing/2014/main" id="{E8CAE035-E534-4016-AA4A-8FB1DE3A6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3101"/>
              <a:ext cx="6" cy="7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37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2" name="Freeform 2643">
              <a:extLst>
                <a:ext uri="{FF2B5EF4-FFF2-40B4-BE49-F238E27FC236}">
                  <a16:creationId xmlns:a16="http://schemas.microsoft.com/office/drawing/2014/main" id="{3E588803-5082-4AB7-BF6F-900832A65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3055"/>
              <a:ext cx="14" cy="11"/>
            </a:xfrm>
            <a:custGeom>
              <a:avLst/>
              <a:gdLst>
                <a:gd name="T0" fmla="*/ 16 w 7"/>
                <a:gd name="T1" fmla="*/ 0 h 5"/>
                <a:gd name="T2" fmla="*/ 40 w 7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5"/>
                    <a:pt x="7" y="5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3" name="Freeform 2644">
              <a:extLst>
                <a:ext uri="{FF2B5EF4-FFF2-40B4-BE49-F238E27FC236}">
                  <a16:creationId xmlns:a16="http://schemas.microsoft.com/office/drawing/2014/main" id="{3F020832-A907-4A20-9F49-9C7E4CEA1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3003"/>
              <a:ext cx="17" cy="19"/>
            </a:xfrm>
            <a:custGeom>
              <a:avLst/>
              <a:gdLst>
                <a:gd name="T0" fmla="*/ 9 w 8"/>
                <a:gd name="T1" fmla="*/ 0 h 9"/>
                <a:gd name="T2" fmla="*/ 19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1" y="0"/>
                  </a:moveTo>
                  <a:cubicBezTo>
                    <a:pt x="0" y="9"/>
                    <a:pt x="8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4" name="Freeform 2645">
              <a:extLst>
                <a:ext uri="{FF2B5EF4-FFF2-40B4-BE49-F238E27FC236}">
                  <a16:creationId xmlns:a16="http://schemas.microsoft.com/office/drawing/2014/main" id="{4A17FDB1-906C-4DA7-94CF-C8919655B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3230"/>
              <a:ext cx="13" cy="13"/>
            </a:xfrm>
            <a:custGeom>
              <a:avLst/>
              <a:gdLst>
                <a:gd name="T0" fmla="*/ 0 w 6"/>
                <a:gd name="T1" fmla="*/ 0 h 6"/>
                <a:gd name="T2" fmla="*/ 9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6"/>
                    <a:pt x="6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5" name="Freeform 2646">
              <a:extLst>
                <a:ext uri="{FF2B5EF4-FFF2-40B4-BE49-F238E27FC236}">
                  <a16:creationId xmlns:a16="http://schemas.microsoft.com/office/drawing/2014/main" id="{4E113E28-765F-40F7-9518-1B84C73D8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3232"/>
              <a:ext cx="9" cy="9"/>
            </a:xfrm>
            <a:custGeom>
              <a:avLst/>
              <a:gdLst>
                <a:gd name="T0" fmla="*/ 25 w 4"/>
                <a:gd name="T1" fmla="*/ 11 h 4"/>
                <a:gd name="T2" fmla="*/ 36 w 4"/>
                <a:gd name="T3" fmla="*/ 45 h 4"/>
                <a:gd name="T4" fmla="*/ 25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0" y="2"/>
                    <a:pt x="1" y="4"/>
                    <a:pt x="3" y="4"/>
                  </a:cubicBezTo>
                  <a:cubicBezTo>
                    <a:pt x="4" y="3"/>
                    <a:pt x="3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6" name="Freeform 2647">
              <a:extLst>
                <a:ext uri="{FF2B5EF4-FFF2-40B4-BE49-F238E27FC236}">
                  <a16:creationId xmlns:a16="http://schemas.microsoft.com/office/drawing/2014/main" id="{28C6C72B-9041-4486-8E93-AD31429E6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230"/>
              <a:ext cx="6" cy="11"/>
            </a:xfrm>
            <a:custGeom>
              <a:avLst/>
              <a:gdLst>
                <a:gd name="T0" fmla="*/ 0 w 3"/>
                <a:gd name="T1" fmla="*/ 20 h 5"/>
                <a:gd name="T2" fmla="*/ 8 w 3"/>
                <a:gd name="T3" fmla="*/ 53 h 5"/>
                <a:gd name="T4" fmla="*/ 8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3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7" name="Freeform 2648">
              <a:extLst>
                <a:ext uri="{FF2B5EF4-FFF2-40B4-BE49-F238E27FC236}">
                  <a16:creationId xmlns:a16="http://schemas.microsoft.com/office/drawing/2014/main" id="{97CB6406-5FEB-4306-847C-92F12CEF3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3232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37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8" name="Freeform 2649">
              <a:extLst>
                <a:ext uri="{FF2B5EF4-FFF2-40B4-BE49-F238E27FC236}">
                  <a16:creationId xmlns:a16="http://schemas.microsoft.com/office/drawing/2014/main" id="{35E12E31-BB1E-49A7-BFCF-80AEF9047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182"/>
              <a:ext cx="6" cy="11"/>
            </a:xfrm>
            <a:custGeom>
              <a:avLst/>
              <a:gdLst>
                <a:gd name="T0" fmla="*/ 0 w 3"/>
                <a:gd name="T1" fmla="*/ 20 h 5"/>
                <a:gd name="T2" fmla="*/ 8 w 3"/>
                <a:gd name="T3" fmla="*/ 53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4"/>
                    <a:pt x="1" y="4"/>
                    <a:pt x="1" y="5"/>
                  </a:cubicBezTo>
                  <a:cubicBezTo>
                    <a:pt x="3" y="4"/>
                    <a:pt x="3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69" name="Freeform 2650">
              <a:extLst>
                <a:ext uri="{FF2B5EF4-FFF2-40B4-BE49-F238E27FC236}">
                  <a16:creationId xmlns:a16="http://schemas.microsoft.com/office/drawing/2014/main" id="{B4CDC73B-ED29-4158-A39B-0BF6B4EB2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3112"/>
              <a:ext cx="5" cy="7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37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0" name="Freeform 2651">
              <a:extLst>
                <a:ext uri="{FF2B5EF4-FFF2-40B4-BE49-F238E27FC236}">
                  <a16:creationId xmlns:a16="http://schemas.microsoft.com/office/drawing/2014/main" id="{FF99C36F-203B-4970-A4A3-8F555DE76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2128"/>
              <a:ext cx="6" cy="9"/>
            </a:xfrm>
            <a:custGeom>
              <a:avLst/>
              <a:gdLst>
                <a:gd name="T0" fmla="*/ 0 w 3"/>
                <a:gd name="T1" fmla="*/ 11 h 4"/>
                <a:gd name="T2" fmla="*/ 8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1" name="Freeform 2652">
              <a:extLst>
                <a:ext uri="{FF2B5EF4-FFF2-40B4-BE49-F238E27FC236}">
                  <a16:creationId xmlns:a16="http://schemas.microsoft.com/office/drawing/2014/main" id="{0F483EF9-78C6-4191-A2DA-0209A9F32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128"/>
              <a:ext cx="8" cy="13"/>
            </a:xfrm>
            <a:custGeom>
              <a:avLst/>
              <a:gdLst>
                <a:gd name="T0" fmla="*/ 8 w 4"/>
                <a:gd name="T1" fmla="*/ 0 h 6"/>
                <a:gd name="T2" fmla="*/ 16 w 4"/>
                <a:gd name="T3" fmla="*/ 61 h 6"/>
                <a:gd name="T4" fmla="*/ 16 w 4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4" y="5"/>
                    <a:pt x="4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2" name="Freeform 2653">
              <a:extLst>
                <a:ext uri="{FF2B5EF4-FFF2-40B4-BE49-F238E27FC236}">
                  <a16:creationId xmlns:a16="http://schemas.microsoft.com/office/drawing/2014/main" id="{38AF579A-062D-48F1-B1A4-E77392FB3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00"/>
              <a:ext cx="4" cy="6"/>
            </a:xfrm>
            <a:custGeom>
              <a:avLst/>
              <a:gdLst>
                <a:gd name="T0" fmla="*/ 0 w 2"/>
                <a:gd name="T1" fmla="*/ 8 h 3"/>
                <a:gd name="T2" fmla="*/ 0 w 2"/>
                <a:gd name="T3" fmla="*/ 24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3" name="Freeform 2654">
              <a:extLst>
                <a:ext uri="{FF2B5EF4-FFF2-40B4-BE49-F238E27FC236}">
                  <a16:creationId xmlns:a16="http://schemas.microsoft.com/office/drawing/2014/main" id="{D556D114-F2C4-4FEC-8A6E-6ADB86852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111"/>
              <a:ext cx="8" cy="11"/>
            </a:xfrm>
            <a:custGeom>
              <a:avLst/>
              <a:gdLst>
                <a:gd name="T0" fmla="*/ 24 w 4"/>
                <a:gd name="T1" fmla="*/ 0 h 5"/>
                <a:gd name="T2" fmla="*/ 16 w 4"/>
                <a:gd name="T3" fmla="*/ 0 h 5"/>
                <a:gd name="T4" fmla="*/ 24 w 4"/>
                <a:gd name="T5" fmla="*/ 53 h 5"/>
                <a:gd name="T6" fmla="*/ 32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2"/>
                    <a:pt x="0" y="5"/>
                    <a:pt x="3" y="5"/>
                  </a:cubicBezTo>
                  <a:cubicBezTo>
                    <a:pt x="4" y="4"/>
                    <a:pt x="4" y="2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4" name="Freeform 2655">
              <a:extLst>
                <a:ext uri="{FF2B5EF4-FFF2-40B4-BE49-F238E27FC236}">
                  <a16:creationId xmlns:a16="http://schemas.microsoft.com/office/drawing/2014/main" id="{8C8F3512-3AB3-489A-892E-18AE67F6B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139"/>
              <a:ext cx="7" cy="11"/>
            </a:xfrm>
            <a:custGeom>
              <a:avLst/>
              <a:gdLst>
                <a:gd name="T0" fmla="*/ 28 w 3"/>
                <a:gd name="T1" fmla="*/ 0 h 5"/>
                <a:gd name="T2" fmla="*/ 28 w 3"/>
                <a:gd name="T3" fmla="*/ 53 h 5"/>
                <a:gd name="T4" fmla="*/ 28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4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5" name="Freeform 2656">
              <a:extLst>
                <a:ext uri="{FF2B5EF4-FFF2-40B4-BE49-F238E27FC236}">
                  <a16:creationId xmlns:a16="http://schemas.microsoft.com/office/drawing/2014/main" id="{D027A75D-A575-4D4B-B2BB-988895700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194"/>
              <a:ext cx="22" cy="17"/>
            </a:xfrm>
            <a:custGeom>
              <a:avLst/>
              <a:gdLst>
                <a:gd name="T0" fmla="*/ 56 w 11"/>
                <a:gd name="T1" fmla="*/ 0 h 8"/>
                <a:gd name="T2" fmla="*/ 64 w 11"/>
                <a:gd name="T3" fmla="*/ 1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7" y="0"/>
                  </a:moveTo>
                  <a:cubicBezTo>
                    <a:pt x="0" y="3"/>
                    <a:pt x="11" y="8"/>
                    <a:pt x="8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6" name="Freeform 2657">
              <a:extLst>
                <a:ext uri="{FF2B5EF4-FFF2-40B4-BE49-F238E27FC236}">
                  <a16:creationId xmlns:a16="http://schemas.microsoft.com/office/drawing/2014/main" id="{CE654706-8E58-40A1-AE14-54C1CFF7E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233"/>
              <a:ext cx="7" cy="11"/>
            </a:xfrm>
            <a:custGeom>
              <a:avLst/>
              <a:gdLst>
                <a:gd name="T0" fmla="*/ 12 w 3"/>
                <a:gd name="T1" fmla="*/ 0 h 5"/>
                <a:gd name="T2" fmla="*/ 28 w 3"/>
                <a:gd name="T3" fmla="*/ 53 h 5"/>
                <a:gd name="T4" fmla="*/ 37 w 3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4"/>
                    <a:pt x="3" y="3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7" name="Freeform 2658">
              <a:extLst>
                <a:ext uri="{FF2B5EF4-FFF2-40B4-BE49-F238E27FC236}">
                  <a16:creationId xmlns:a16="http://schemas.microsoft.com/office/drawing/2014/main" id="{7C359D23-DDE6-4F19-A79D-8FC5DDB51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299"/>
              <a:ext cx="8" cy="8"/>
            </a:xfrm>
            <a:custGeom>
              <a:avLst/>
              <a:gdLst>
                <a:gd name="T0" fmla="*/ 0 w 4"/>
                <a:gd name="T1" fmla="*/ 0 h 4"/>
                <a:gd name="T2" fmla="*/ 8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8" name="Freeform 2659">
              <a:extLst>
                <a:ext uri="{FF2B5EF4-FFF2-40B4-BE49-F238E27FC236}">
                  <a16:creationId xmlns:a16="http://schemas.microsoft.com/office/drawing/2014/main" id="{1B8A7D5F-D07E-401D-9117-1857E309C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296"/>
              <a:ext cx="16" cy="16"/>
            </a:xfrm>
            <a:custGeom>
              <a:avLst/>
              <a:gdLst>
                <a:gd name="T0" fmla="*/ 32 w 8"/>
                <a:gd name="T1" fmla="*/ 0 h 7"/>
                <a:gd name="T2" fmla="*/ 48 w 8"/>
                <a:gd name="T3" fmla="*/ 2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0" y="5"/>
                    <a:pt x="8" y="7"/>
                    <a:pt x="6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79" name="Freeform 2660">
              <a:extLst>
                <a:ext uri="{FF2B5EF4-FFF2-40B4-BE49-F238E27FC236}">
                  <a16:creationId xmlns:a16="http://schemas.microsoft.com/office/drawing/2014/main" id="{033E9543-FF71-45AE-A04E-934718C6F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248"/>
              <a:ext cx="8" cy="11"/>
            </a:xfrm>
            <a:custGeom>
              <a:avLst/>
              <a:gdLst>
                <a:gd name="T0" fmla="*/ 0 w 4"/>
                <a:gd name="T1" fmla="*/ 33 h 5"/>
                <a:gd name="T2" fmla="*/ 8 w 4"/>
                <a:gd name="T3" fmla="*/ 53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0" name="Freeform 2661">
              <a:extLst>
                <a:ext uri="{FF2B5EF4-FFF2-40B4-BE49-F238E27FC236}">
                  <a16:creationId xmlns:a16="http://schemas.microsoft.com/office/drawing/2014/main" id="{F1004B13-113E-42F7-9B64-6AE2AE0A1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192"/>
              <a:ext cx="8" cy="8"/>
            </a:xfrm>
            <a:custGeom>
              <a:avLst/>
              <a:gdLst>
                <a:gd name="T0" fmla="*/ 0 w 4"/>
                <a:gd name="T1" fmla="*/ 0 h 4"/>
                <a:gd name="T2" fmla="*/ 24 w 4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3"/>
                    <a:pt x="4" y="4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1" name="Freeform 2662">
              <a:extLst>
                <a:ext uri="{FF2B5EF4-FFF2-40B4-BE49-F238E27FC236}">
                  <a16:creationId xmlns:a16="http://schemas.microsoft.com/office/drawing/2014/main" id="{B7FCA66E-BB12-41B6-BB1A-6137189DB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176"/>
              <a:ext cx="6" cy="7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37 h 3"/>
                <a:gd name="T4" fmla="*/ 24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2" name="Freeform 2663">
              <a:extLst>
                <a:ext uri="{FF2B5EF4-FFF2-40B4-BE49-F238E27FC236}">
                  <a16:creationId xmlns:a16="http://schemas.microsoft.com/office/drawing/2014/main" id="{D3BD34AD-9C8C-45BB-9592-2E9340BA8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251"/>
              <a:ext cx="6" cy="8"/>
            </a:xfrm>
            <a:custGeom>
              <a:avLst/>
              <a:gdLst>
                <a:gd name="T0" fmla="*/ 0 w 3"/>
                <a:gd name="T1" fmla="*/ 0 h 4"/>
                <a:gd name="T2" fmla="*/ 16 w 3"/>
                <a:gd name="T3" fmla="*/ 32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3" name="Freeform 2664">
              <a:extLst>
                <a:ext uri="{FF2B5EF4-FFF2-40B4-BE49-F238E27FC236}">
                  <a16:creationId xmlns:a16="http://schemas.microsoft.com/office/drawing/2014/main" id="{8D88851B-BA3F-4872-9184-A98AD2CC1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87"/>
              <a:ext cx="6" cy="7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37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1"/>
                    <a:pt x="3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4" name="Freeform 2665">
              <a:extLst>
                <a:ext uri="{FF2B5EF4-FFF2-40B4-BE49-F238E27FC236}">
                  <a16:creationId xmlns:a16="http://schemas.microsoft.com/office/drawing/2014/main" id="{36E92B84-3037-4603-BEC0-CDF797F84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360"/>
              <a:ext cx="12" cy="13"/>
            </a:xfrm>
            <a:custGeom>
              <a:avLst/>
              <a:gdLst>
                <a:gd name="T0" fmla="*/ 16 w 6"/>
                <a:gd name="T1" fmla="*/ 0 h 6"/>
                <a:gd name="T2" fmla="*/ 24 w 6"/>
                <a:gd name="T3" fmla="*/ 52 h 6"/>
                <a:gd name="T4" fmla="*/ 24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1"/>
                    <a:pt x="0" y="6"/>
                    <a:pt x="3" y="5"/>
                  </a:cubicBezTo>
                  <a:cubicBezTo>
                    <a:pt x="6" y="5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5" name="Freeform 2666">
              <a:extLst>
                <a:ext uri="{FF2B5EF4-FFF2-40B4-BE49-F238E27FC236}">
                  <a16:creationId xmlns:a16="http://schemas.microsoft.com/office/drawing/2014/main" id="{BAD57553-CF76-4432-A9FD-ADC84CC34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366"/>
              <a:ext cx="4" cy="5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6" name="Freeform 2667">
              <a:extLst>
                <a:ext uri="{FF2B5EF4-FFF2-40B4-BE49-F238E27FC236}">
                  <a16:creationId xmlns:a16="http://schemas.microsoft.com/office/drawing/2014/main" id="{A6EC0D51-67F7-4842-8B94-460C208EB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452"/>
              <a:ext cx="8" cy="11"/>
            </a:xfrm>
            <a:custGeom>
              <a:avLst/>
              <a:gdLst>
                <a:gd name="T0" fmla="*/ 8 w 4"/>
                <a:gd name="T1" fmla="*/ 9 h 5"/>
                <a:gd name="T2" fmla="*/ 16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7" name="Freeform 2668">
              <a:extLst>
                <a:ext uri="{FF2B5EF4-FFF2-40B4-BE49-F238E27FC236}">
                  <a16:creationId xmlns:a16="http://schemas.microsoft.com/office/drawing/2014/main" id="{E2D7F661-59CA-4E96-9885-AAC997A23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458"/>
              <a:ext cx="31" cy="13"/>
            </a:xfrm>
            <a:custGeom>
              <a:avLst/>
              <a:gdLst>
                <a:gd name="T0" fmla="*/ 60 w 15"/>
                <a:gd name="T1" fmla="*/ 0 h 6"/>
                <a:gd name="T2" fmla="*/ 72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7" y="0"/>
                  </a:moveTo>
                  <a:cubicBezTo>
                    <a:pt x="0" y="6"/>
                    <a:pt x="15" y="3"/>
                    <a:pt x="8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8" name="Freeform 2669">
              <a:extLst>
                <a:ext uri="{FF2B5EF4-FFF2-40B4-BE49-F238E27FC236}">
                  <a16:creationId xmlns:a16="http://schemas.microsoft.com/office/drawing/2014/main" id="{6E2DBBAC-0C73-4FC4-8E89-1CA7DB720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2406"/>
              <a:ext cx="6" cy="11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53 h 5"/>
                <a:gd name="T4" fmla="*/ 16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3"/>
                    <a:pt x="1" y="5"/>
                  </a:cubicBezTo>
                  <a:cubicBezTo>
                    <a:pt x="3" y="4"/>
                    <a:pt x="3" y="3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89" name="Freeform 2670">
              <a:extLst>
                <a:ext uri="{FF2B5EF4-FFF2-40B4-BE49-F238E27FC236}">
                  <a16:creationId xmlns:a16="http://schemas.microsoft.com/office/drawing/2014/main" id="{CD971808-6A56-45C7-BB91-B3BAEC693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460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53 h 5"/>
                <a:gd name="T4" fmla="*/ 24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0" name="Freeform 2671">
              <a:extLst>
                <a:ext uri="{FF2B5EF4-FFF2-40B4-BE49-F238E27FC236}">
                  <a16:creationId xmlns:a16="http://schemas.microsoft.com/office/drawing/2014/main" id="{70B5B823-4ED3-48B6-906A-E61127D9B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2327"/>
              <a:ext cx="4" cy="9"/>
            </a:xfrm>
            <a:custGeom>
              <a:avLst/>
              <a:gdLst>
                <a:gd name="T0" fmla="*/ 0 w 2"/>
                <a:gd name="T1" fmla="*/ 25 h 4"/>
                <a:gd name="T2" fmla="*/ 0 w 2"/>
                <a:gd name="T3" fmla="*/ 45 h 4"/>
                <a:gd name="T4" fmla="*/ 0 w 2"/>
                <a:gd name="T5" fmla="*/ 0 h 4"/>
                <a:gd name="T6" fmla="*/ 0 w 2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3"/>
                    <a:pt x="2" y="2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1" name="Freeform 2672">
              <a:extLst>
                <a:ext uri="{FF2B5EF4-FFF2-40B4-BE49-F238E27FC236}">
                  <a16:creationId xmlns:a16="http://schemas.microsoft.com/office/drawing/2014/main" id="{8A34DBCB-F33A-4F1B-9802-C30DBB908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397"/>
              <a:ext cx="6" cy="11"/>
            </a:xfrm>
            <a:custGeom>
              <a:avLst/>
              <a:gdLst>
                <a:gd name="T0" fmla="*/ 16 w 3"/>
                <a:gd name="T1" fmla="*/ 0 h 5"/>
                <a:gd name="T2" fmla="*/ 16 w 3"/>
                <a:gd name="T3" fmla="*/ 53 h 5"/>
                <a:gd name="T4" fmla="*/ 16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2" name="Freeform 2673">
              <a:extLst>
                <a:ext uri="{FF2B5EF4-FFF2-40B4-BE49-F238E27FC236}">
                  <a16:creationId xmlns:a16="http://schemas.microsoft.com/office/drawing/2014/main" id="{AF386BE9-F625-4627-B311-F3228C091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419"/>
              <a:ext cx="6" cy="9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45 h 4"/>
                <a:gd name="T4" fmla="*/ 24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3"/>
                    <a:pt x="3" y="4"/>
                  </a:cubicBezTo>
                  <a:cubicBezTo>
                    <a:pt x="3" y="3"/>
                    <a:pt x="3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3" name="Freeform 2674">
              <a:extLst>
                <a:ext uri="{FF2B5EF4-FFF2-40B4-BE49-F238E27FC236}">
                  <a16:creationId xmlns:a16="http://schemas.microsoft.com/office/drawing/2014/main" id="{41044BA4-0DB9-43A7-B389-465886AEE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340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37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4" name="Freeform 2675">
              <a:extLst>
                <a:ext uri="{FF2B5EF4-FFF2-40B4-BE49-F238E27FC236}">
                  <a16:creationId xmlns:a16="http://schemas.microsoft.com/office/drawing/2014/main" id="{FF0C61CE-F09D-4853-8F6F-D380E8B48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561"/>
              <a:ext cx="6" cy="7"/>
            </a:xfrm>
            <a:custGeom>
              <a:avLst/>
              <a:gdLst>
                <a:gd name="T0" fmla="*/ 0 w 3"/>
                <a:gd name="T1" fmla="*/ 12 h 3"/>
                <a:gd name="T2" fmla="*/ 8 w 3"/>
                <a:gd name="T3" fmla="*/ 37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5" name="Freeform 2676">
              <a:extLst>
                <a:ext uri="{FF2B5EF4-FFF2-40B4-BE49-F238E27FC236}">
                  <a16:creationId xmlns:a16="http://schemas.microsoft.com/office/drawing/2014/main" id="{5E5B24EC-8E17-415E-8F09-EBAAB601C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568"/>
              <a:ext cx="10" cy="15"/>
            </a:xfrm>
            <a:custGeom>
              <a:avLst/>
              <a:gdLst>
                <a:gd name="T0" fmla="*/ 8 w 5"/>
                <a:gd name="T1" fmla="*/ 0 h 7"/>
                <a:gd name="T2" fmla="*/ 24 w 5"/>
                <a:gd name="T3" fmla="*/ 69 h 7"/>
                <a:gd name="T4" fmla="*/ 24 w 5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3"/>
                    <a:pt x="1" y="6"/>
                    <a:pt x="3" y="7"/>
                  </a:cubicBezTo>
                  <a:cubicBezTo>
                    <a:pt x="5" y="5"/>
                    <a:pt x="5" y="3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6" name="Freeform 2677">
              <a:extLst>
                <a:ext uri="{FF2B5EF4-FFF2-40B4-BE49-F238E27FC236}">
                  <a16:creationId xmlns:a16="http://schemas.microsoft.com/office/drawing/2014/main" id="{58068E90-A2C8-45E5-BA82-7A1D8E93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557"/>
              <a:ext cx="6" cy="6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7" name="Freeform 2678">
              <a:extLst>
                <a:ext uri="{FF2B5EF4-FFF2-40B4-BE49-F238E27FC236}">
                  <a16:creationId xmlns:a16="http://schemas.microsoft.com/office/drawing/2014/main" id="{3F8F19D7-5C4B-4A66-9B69-ABD259AE2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519"/>
              <a:ext cx="15" cy="16"/>
            </a:xfrm>
            <a:custGeom>
              <a:avLst/>
              <a:gdLst>
                <a:gd name="T0" fmla="*/ 41 w 7"/>
                <a:gd name="T1" fmla="*/ 11 h 7"/>
                <a:gd name="T2" fmla="*/ 9 w 7"/>
                <a:gd name="T3" fmla="*/ 48 h 7"/>
                <a:gd name="T4" fmla="*/ 60 w 7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3" y="7"/>
                    <a:pt x="7" y="5"/>
                    <a:pt x="6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8" name="Freeform 2679">
              <a:extLst>
                <a:ext uri="{FF2B5EF4-FFF2-40B4-BE49-F238E27FC236}">
                  <a16:creationId xmlns:a16="http://schemas.microsoft.com/office/drawing/2014/main" id="{64C27BBD-9F98-4D0F-BB2B-4C70C9836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2513"/>
              <a:ext cx="9" cy="9"/>
            </a:xfrm>
            <a:custGeom>
              <a:avLst/>
              <a:gdLst>
                <a:gd name="T0" fmla="*/ 25 w 4"/>
                <a:gd name="T1" fmla="*/ 0 h 4"/>
                <a:gd name="T2" fmla="*/ 0 w 4"/>
                <a:gd name="T3" fmla="*/ 25 h 4"/>
                <a:gd name="T4" fmla="*/ 25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2" y="4"/>
                    <a:pt x="4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99" name="Freeform 2680">
              <a:extLst>
                <a:ext uri="{FF2B5EF4-FFF2-40B4-BE49-F238E27FC236}">
                  <a16:creationId xmlns:a16="http://schemas.microsoft.com/office/drawing/2014/main" id="{99D13760-F6CC-47FD-B957-4ECD37469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509"/>
              <a:ext cx="8" cy="8"/>
            </a:xfrm>
            <a:custGeom>
              <a:avLst/>
              <a:gdLst>
                <a:gd name="T0" fmla="*/ 8 w 4"/>
                <a:gd name="T1" fmla="*/ 8 h 4"/>
                <a:gd name="T2" fmla="*/ 8 w 4"/>
                <a:gd name="T3" fmla="*/ 32 h 4"/>
                <a:gd name="T4" fmla="*/ 32 w 4"/>
                <a:gd name="T5" fmla="*/ 8 h 4"/>
                <a:gd name="T6" fmla="*/ 8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3"/>
                    <a:pt x="4" y="1"/>
                  </a:cubicBezTo>
                  <a:cubicBezTo>
                    <a:pt x="3" y="1"/>
                    <a:pt x="3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0" name="Freeform 2681">
              <a:extLst>
                <a:ext uri="{FF2B5EF4-FFF2-40B4-BE49-F238E27FC236}">
                  <a16:creationId xmlns:a16="http://schemas.microsoft.com/office/drawing/2014/main" id="{AC527058-480A-4C99-AA11-2BAEE7373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627"/>
              <a:ext cx="7" cy="4"/>
            </a:xfrm>
            <a:custGeom>
              <a:avLst/>
              <a:gdLst>
                <a:gd name="T0" fmla="*/ 0 w 3"/>
                <a:gd name="T1" fmla="*/ 0 h 2"/>
                <a:gd name="T2" fmla="*/ 28 w 3"/>
                <a:gd name="T3" fmla="*/ 16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1" name="Freeform 2682">
              <a:extLst>
                <a:ext uri="{FF2B5EF4-FFF2-40B4-BE49-F238E27FC236}">
                  <a16:creationId xmlns:a16="http://schemas.microsoft.com/office/drawing/2014/main" id="{9806B7CE-B3FD-4F93-9C5F-3CCD92029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622"/>
              <a:ext cx="10" cy="13"/>
            </a:xfrm>
            <a:custGeom>
              <a:avLst/>
              <a:gdLst>
                <a:gd name="T0" fmla="*/ 8 w 5"/>
                <a:gd name="T1" fmla="*/ 0 h 6"/>
                <a:gd name="T2" fmla="*/ 16 w 5"/>
                <a:gd name="T3" fmla="*/ 61 h 6"/>
                <a:gd name="T4" fmla="*/ 32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3"/>
                    <a:pt x="0" y="4"/>
                    <a:pt x="2" y="6"/>
                  </a:cubicBezTo>
                  <a:cubicBezTo>
                    <a:pt x="3" y="5"/>
                    <a:pt x="5" y="3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2" name="Freeform 2683">
              <a:extLst>
                <a:ext uri="{FF2B5EF4-FFF2-40B4-BE49-F238E27FC236}">
                  <a16:creationId xmlns:a16="http://schemas.microsoft.com/office/drawing/2014/main" id="{A0988CFB-9702-4959-820B-7DFD5973A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579"/>
              <a:ext cx="6" cy="10"/>
            </a:xfrm>
            <a:custGeom>
              <a:avLst/>
              <a:gdLst>
                <a:gd name="T0" fmla="*/ 8 w 3"/>
                <a:gd name="T1" fmla="*/ 0 h 5"/>
                <a:gd name="T2" fmla="*/ 16 w 3"/>
                <a:gd name="T3" fmla="*/ 40 h 5"/>
                <a:gd name="T4" fmla="*/ 8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3" y="4"/>
                    <a:pt x="3" y="2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3" name="Freeform 2684">
              <a:extLst>
                <a:ext uri="{FF2B5EF4-FFF2-40B4-BE49-F238E27FC236}">
                  <a16:creationId xmlns:a16="http://schemas.microsoft.com/office/drawing/2014/main" id="{746B52B2-2DE2-46F9-B509-2F504F7E8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605"/>
              <a:ext cx="6" cy="8"/>
            </a:xfrm>
            <a:custGeom>
              <a:avLst/>
              <a:gdLst>
                <a:gd name="T0" fmla="*/ 24 w 3"/>
                <a:gd name="T1" fmla="*/ 0 h 4"/>
                <a:gd name="T2" fmla="*/ 8 w 3"/>
                <a:gd name="T3" fmla="*/ 32 h 4"/>
                <a:gd name="T4" fmla="*/ 16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3" y="4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4" name="Freeform 2685">
              <a:extLst>
                <a:ext uri="{FF2B5EF4-FFF2-40B4-BE49-F238E27FC236}">
                  <a16:creationId xmlns:a16="http://schemas.microsoft.com/office/drawing/2014/main" id="{AD3568FB-87D2-4EEB-B8CB-A950A1617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692"/>
              <a:ext cx="8" cy="9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45 h 4"/>
                <a:gd name="T4" fmla="*/ 32 w 4"/>
                <a:gd name="T5" fmla="*/ 25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5" name="Freeform 2686">
              <a:extLst>
                <a:ext uri="{FF2B5EF4-FFF2-40B4-BE49-F238E27FC236}">
                  <a16:creationId xmlns:a16="http://schemas.microsoft.com/office/drawing/2014/main" id="{E0800889-92C2-4FD1-97B4-23BC20A8E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646"/>
              <a:ext cx="4" cy="7"/>
            </a:xfrm>
            <a:custGeom>
              <a:avLst/>
              <a:gdLst>
                <a:gd name="T0" fmla="*/ 8 w 2"/>
                <a:gd name="T1" fmla="*/ 0 h 3"/>
                <a:gd name="T2" fmla="*/ 16 w 2"/>
                <a:gd name="T3" fmla="*/ 37 h 3"/>
                <a:gd name="T4" fmla="*/ 16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2"/>
                    <a:pt x="0" y="2"/>
                    <a:pt x="2" y="3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6" name="Freeform 2687">
              <a:extLst>
                <a:ext uri="{FF2B5EF4-FFF2-40B4-BE49-F238E27FC236}">
                  <a16:creationId xmlns:a16="http://schemas.microsoft.com/office/drawing/2014/main" id="{0B307D8D-2260-4239-A112-B76563DEC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557"/>
              <a:ext cx="4" cy="6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24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7" name="Freeform 2688">
              <a:extLst>
                <a:ext uri="{FF2B5EF4-FFF2-40B4-BE49-F238E27FC236}">
                  <a16:creationId xmlns:a16="http://schemas.microsoft.com/office/drawing/2014/main" id="{E72CC484-EB55-46CF-AC59-5C5FB4BC4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677"/>
              <a:ext cx="33" cy="20"/>
            </a:xfrm>
            <a:custGeom>
              <a:avLst/>
              <a:gdLst>
                <a:gd name="T0" fmla="*/ 52 w 16"/>
                <a:gd name="T1" fmla="*/ 0 h 9"/>
                <a:gd name="T2" fmla="*/ 72 w 16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6" y="0"/>
                  </a:moveTo>
                  <a:cubicBezTo>
                    <a:pt x="0" y="9"/>
                    <a:pt x="16" y="4"/>
                    <a:pt x="8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8" name="Freeform 2689">
              <a:extLst>
                <a:ext uri="{FF2B5EF4-FFF2-40B4-BE49-F238E27FC236}">
                  <a16:creationId xmlns:a16="http://schemas.microsoft.com/office/drawing/2014/main" id="{03D127F4-D25D-4FFA-B153-8289935A7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736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8 w 4"/>
                <a:gd name="T3" fmla="*/ 0 h 4"/>
                <a:gd name="T4" fmla="*/ 24 w 4"/>
                <a:gd name="T5" fmla="*/ 45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09" name="Freeform 2690">
              <a:extLst>
                <a:ext uri="{FF2B5EF4-FFF2-40B4-BE49-F238E27FC236}">
                  <a16:creationId xmlns:a16="http://schemas.microsoft.com/office/drawing/2014/main" id="{BD9384C9-880C-4CA0-9584-DDE156E8E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732"/>
              <a:ext cx="6" cy="8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32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3" y="3"/>
                    <a:pt x="3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0" name="Freeform 2691">
              <a:extLst>
                <a:ext uri="{FF2B5EF4-FFF2-40B4-BE49-F238E27FC236}">
                  <a16:creationId xmlns:a16="http://schemas.microsoft.com/office/drawing/2014/main" id="{97556D2B-A895-4085-B9A6-05C6F63CC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697"/>
              <a:ext cx="8" cy="8"/>
            </a:xfrm>
            <a:custGeom>
              <a:avLst/>
              <a:gdLst>
                <a:gd name="T0" fmla="*/ 8 w 4"/>
                <a:gd name="T1" fmla="*/ 0 h 4"/>
                <a:gd name="T2" fmla="*/ 8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4" y="3"/>
                    <a:pt x="4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1" name="Freeform 2692">
              <a:extLst>
                <a:ext uri="{FF2B5EF4-FFF2-40B4-BE49-F238E27FC236}">
                  <a16:creationId xmlns:a16="http://schemas.microsoft.com/office/drawing/2014/main" id="{417F65F0-468A-42D2-A8AE-5CDC83F30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788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2" name="Freeform 2693">
              <a:extLst>
                <a:ext uri="{FF2B5EF4-FFF2-40B4-BE49-F238E27FC236}">
                  <a16:creationId xmlns:a16="http://schemas.microsoft.com/office/drawing/2014/main" id="{EFB2E708-3889-47CC-B0F3-0592D7B6B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797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53 h 5"/>
                <a:gd name="T4" fmla="*/ 16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4" y="4"/>
                    <a:pt x="4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3" name="Freeform 2694">
              <a:extLst>
                <a:ext uri="{FF2B5EF4-FFF2-40B4-BE49-F238E27FC236}">
                  <a16:creationId xmlns:a16="http://schemas.microsoft.com/office/drawing/2014/main" id="{BA345712-280B-487C-B91A-71C0C34C1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823"/>
              <a:ext cx="8" cy="9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45 h 4"/>
                <a:gd name="T4" fmla="*/ 24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4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4" name="Freeform 2695">
              <a:extLst>
                <a:ext uri="{FF2B5EF4-FFF2-40B4-BE49-F238E27FC236}">
                  <a16:creationId xmlns:a16="http://schemas.microsoft.com/office/drawing/2014/main" id="{A0E2AEC3-0C82-4D0D-ACE0-74ADAA2E0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2784"/>
              <a:ext cx="12" cy="13"/>
            </a:xfrm>
            <a:custGeom>
              <a:avLst/>
              <a:gdLst>
                <a:gd name="T0" fmla="*/ 24 w 6"/>
                <a:gd name="T1" fmla="*/ 0 h 6"/>
                <a:gd name="T2" fmla="*/ 24 w 6"/>
                <a:gd name="T3" fmla="*/ 61 h 6"/>
                <a:gd name="T4" fmla="*/ 32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5" name="Freeform 2696">
              <a:extLst>
                <a:ext uri="{FF2B5EF4-FFF2-40B4-BE49-F238E27FC236}">
                  <a16:creationId xmlns:a16="http://schemas.microsoft.com/office/drawing/2014/main" id="{70AB299D-EB35-446D-9649-56DAEC3EF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749"/>
              <a:ext cx="6" cy="4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16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6" name="Freeform 2697">
              <a:extLst>
                <a:ext uri="{FF2B5EF4-FFF2-40B4-BE49-F238E27FC236}">
                  <a16:creationId xmlns:a16="http://schemas.microsoft.com/office/drawing/2014/main" id="{517C70DD-6072-4C41-985D-353B2EACB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843"/>
              <a:ext cx="14" cy="13"/>
            </a:xfrm>
            <a:custGeom>
              <a:avLst/>
              <a:gdLst>
                <a:gd name="T0" fmla="*/ 32 w 7"/>
                <a:gd name="T1" fmla="*/ 0 h 6"/>
                <a:gd name="T2" fmla="*/ 40 w 7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0" y="3"/>
                    <a:pt x="7" y="6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7" name="Freeform 2698">
              <a:extLst>
                <a:ext uri="{FF2B5EF4-FFF2-40B4-BE49-F238E27FC236}">
                  <a16:creationId xmlns:a16="http://schemas.microsoft.com/office/drawing/2014/main" id="{6D284884-FE6E-4CDF-8874-DFA7046B3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2819"/>
              <a:ext cx="6" cy="9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45 h 4"/>
                <a:gd name="T4" fmla="*/ 16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8" name="Freeform 2699">
              <a:extLst>
                <a:ext uri="{FF2B5EF4-FFF2-40B4-BE49-F238E27FC236}">
                  <a16:creationId xmlns:a16="http://schemas.microsoft.com/office/drawing/2014/main" id="{F4119F8B-7AB9-45FE-888A-C32418121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869"/>
              <a:ext cx="8" cy="13"/>
            </a:xfrm>
            <a:custGeom>
              <a:avLst/>
              <a:gdLst>
                <a:gd name="T0" fmla="*/ 0 w 4"/>
                <a:gd name="T1" fmla="*/ 0 h 6"/>
                <a:gd name="T2" fmla="*/ 8 w 4"/>
                <a:gd name="T3" fmla="*/ 61 h 6"/>
                <a:gd name="T4" fmla="*/ 16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2"/>
                    <a:pt x="0" y="5"/>
                    <a:pt x="1" y="6"/>
                  </a:cubicBezTo>
                  <a:cubicBezTo>
                    <a:pt x="3" y="5"/>
                    <a:pt x="4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19" name="Freeform 2700">
              <a:extLst>
                <a:ext uri="{FF2B5EF4-FFF2-40B4-BE49-F238E27FC236}">
                  <a16:creationId xmlns:a16="http://schemas.microsoft.com/office/drawing/2014/main" id="{38DD4B3A-3E82-4F0F-A039-3D458F346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2869"/>
              <a:ext cx="8" cy="11"/>
            </a:xfrm>
            <a:custGeom>
              <a:avLst/>
              <a:gdLst>
                <a:gd name="T0" fmla="*/ 0 w 4"/>
                <a:gd name="T1" fmla="*/ 0 h 5"/>
                <a:gd name="T2" fmla="*/ 16 w 4"/>
                <a:gd name="T3" fmla="*/ 53 h 5"/>
                <a:gd name="T4" fmla="*/ 16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3" y="3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0" name="Freeform 2701">
              <a:extLst>
                <a:ext uri="{FF2B5EF4-FFF2-40B4-BE49-F238E27FC236}">
                  <a16:creationId xmlns:a16="http://schemas.microsoft.com/office/drawing/2014/main" id="{1436609B-3CB1-4330-A788-F95AEC704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845"/>
              <a:ext cx="23" cy="20"/>
            </a:xfrm>
            <a:custGeom>
              <a:avLst/>
              <a:gdLst>
                <a:gd name="T0" fmla="*/ 27 w 11"/>
                <a:gd name="T1" fmla="*/ 9 h 9"/>
                <a:gd name="T2" fmla="*/ 44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3" y="1"/>
                  </a:moveTo>
                  <a:cubicBezTo>
                    <a:pt x="0" y="9"/>
                    <a:pt x="11" y="1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1" name="Freeform 2702">
              <a:extLst>
                <a:ext uri="{FF2B5EF4-FFF2-40B4-BE49-F238E27FC236}">
                  <a16:creationId xmlns:a16="http://schemas.microsoft.com/office/drawing/2014/main" id="{B030B210-3762-4808-A533-6A75EF7C4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2933"/>
              <a:ext cx="5" cy="6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24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2" name="Freeform 2703">
              <a:extLst>
                <a:ext uri="{FF2B5EF4-FFF2-40B4-BE49-F238E27FC236}">
                  <a16:creationId xmlns:a16="http://schemas.microsoft.com/office/drawing/2014/main" id="{968875A5-DB70-4AD4-8CD7-ED9B6313F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2944"/>
              <a:ext cx="14" cy="17"/>
            </a:xfrm>
            <a:custGeom>
              <a:avLst/>
              <a:gdLst>
                <a:gd name="T0" fmla="*/ 40 w 7"/>
                <a:gd name="T1" fmla="*/ 9 h 8"/>
                <a:gd name="T2" fmla="*/ 40 w 7"/>
                <a:gd name="T3" fmla="*/ 77 h 8"/>
                <a:gd name="T4" fmla="*/ 48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0" y="0"/>
                    <a:pt x="1" y="6"/>
                    <a:pt x="5" y="8"/>
                  </a:cubicBezTo>
                  <a:cubicBezTo>
                    <a:pt x="7" y="6"/>
                    <a:pt x="7" y="3"/>
                    <a:pt x="6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3" name="Freeform 2704">
              <a:extLst>
                <a:ext uri="{FF2B5EF4-FFF2-40B4-BE49-F238E27FC236}">
                  <a16:creationId xmlns:a16="http://schemas.microsoft.com/office/drawing/2014/main" id="{ABF54EF4-4682-48B1-A3C8-40A8E3270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926"/>
              <a:ext cx="8" cy="7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37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4" y="3"/>
                    <a:pt x="3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4" name="Freeform 2705">
              <a:extLst>
                <a:ext uri="{FF2B5EF4-FFF2-40B4-BE49-F238E27FC236}">
                  <a16:creationId xmlns:a16="http://schemas.microsoft.com/office/drawing/2014/main" id="{CD8F13FC-29CE-4390-B907-1BCAB6116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911"/>
              <a:ext cx="12" cy="13"/>
            </a:xfrm>
            <a:custGeom>
              <a:avLst/>
              <a:gdLst>
                <a:gd name="T0" fmla="*/ 0 w 6"/>
                <a:gd name="T1" fmla="*/ 9 h 6"/>
                <a:gd name="T2" fmla="*/ 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1" y="6"/>
                    <a:pt x="6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5" name="Freeform 2706">
              <a:extLst>
                <a:ext uri="{FF2B5EF4-FFF2-40B4-BE49-F238E27FC236}">
                  <a16:creationId xmlns:a16="http://schemas.microsoft.com/office/drawing/2014/main" id="{D3FE406C-65E6-4843-9B7B-7372CB9CD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966"/>
              <a:ext cx="8" cy="8"/>
            </a:xfrm>
            <a:custGeom>
              <a:avLst/>
              <a:gdLst>
                <a:gd name="T0" fmla="*/ 16 w 4"/>
                <a:gd name="T1" fmla="*/ 8 h 4"/>
                <a:gd name="T2" fmla="*/ 8 w 4"/>
                <a:gd name="T3" fmla="*/ 8 h 4"/>
                <a:gd name="T4" fmla="*/ 16 w 4"/>
                <a:gd name="T5" fmla="*/ 32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1" y="3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6" name="Freeform 2707">
              <a:extLst>
                <a:ext uri="{FF2B5EF4-FFF2-40B4-BE49-F238E27FC236}">
                  <a16:creationId xmlns:a16="http://schemas.microsoft.com/office/drawing/2014/main" id="{A8CA082D-D490-49BD-AD24-99AD749E9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003"/>
              <a:ext cx="12" cy="13"/>
            </a:xfrm>
            <a:custGeom>
              <a:avLst/>
              <a:gdLst>
                <a:gd name="T0" fmla="*/ 32 w 6"/>
                <a:gd name="T1" fmla="*/ 0 h 6"/>
                <a:gd name="T2" fmla="*/ 24 w 6"/>
                <a:gd name="T3" fmla="*/ 52 h 6"/>
                <a:gd name="T4" fmla="*/ 40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2" y="0"/>
                    <a:pt x="0" y="5"/>
                    <a:pt x="3" y="5"/>
                  </a:cubicBezTo>
                  <a:cubicBezTo>
                    <a:pt x="6" y="6"/>
                    <a:pt x="6" y="2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7" name="Freeform 2708">
              <a:extLst>
                <a:ext uri="{FF2B5EF4-FFF2-40B4-BE49-F238E27FC236}">
                  <a16:creationId xmlns:a16="http://schemas.microsoft.com/office/drawing/2014/main" id="{64CC70F9-B007-4666-8CBB-3E195941D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957"/>
              <a:ext cx="14" cy="9"/>
            </a:xfrm>
            <a:custGeom>
              <a:avLst/>
              <a:gdLst>
                <a:gd name="T0" fmla="*/ 16 w 7"/>
                <a:gd name="T1" fmla="*/ 0 h 4"/>
                <a:gd name="T2" fmla="*/ 24 w 7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3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8" name="Freeform 2709">
              <a:extLst>
                <a:ext uri="{FF2B5EF4-FFF2-40B4-BE49-F238E27FC236}">
                  <a16:creationId xmlns:a16="http://schemas.microsoft.com/office/drawing/2014/main" id="{BE06EBF1-2D28-40E5-B08D-4F1D9CC3D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3027"/>
              <a:ext cx="8" cy="13"/>
            </a:xfrm>
            <a:custGeom>
              <a:avLst/>
              <a:gdLst>
                <a:gd name="T0" fmla="*/ 8 w 4"/>
                <a:gd name="T1" fmla="*/ 20 h 6"/>
                <a:gd name="T2" fmla="*/ 8 w 4"/>
                <a:gd name="T3" fmla="*/ 61 h 6"/>
                <a:gd name="T4" fmla="*/ 8 w 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4" y="5"/>
                    <a:pt x="4" y="0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29" name="Freeform 2710">
              <a:extLst>
                <a:ext uri="{FF2B5EF4-FFF2-40B4-BE49-F238E27FC236}">
                  <a16:creationId xmlns:a16="http://schemas.microsoft.com/office/drawing/2014/main" id="{45C89DFE-7BC7-4D62-ABEC-029F397A6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3066"/>
              <a:ext cx="10" cy="15"/>
            </a:xfrm>
            <a:custGeom>
              <a:avLst/>
              <a:gdLst>
                <a:gd name="T0" fmla="*/ 0 w 5"/>
                <a:gd name="T1" fmla="*/ 9 h 7"/>
                <a:gd name="T2" fmla="*/ 24 w 5"/>
                <a:gd name="T3" fmla="*/ 69 h 7"/>
                <a:gd name="T4" fmla="*/ 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0" y="3"/>
                    <a:pt x="1" y="6"/>
                    <a:pt x="3" y="7"/>
                  </a:cubicBezTo>
                  <a:cubicBezTo>
                    <a:pt x="5" y="5"/>
                    <a:pt x="4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0" name="Freeform 2711">
              <a:extLst>
                <a:ext uri="{FF2B5EF4-FFF2-40B4-BE49-F238E27FC236}">
                  <a16:creationId xmlns:a16="http://schemas.microsoft.com/office/drawing/2014/main" id="{2E12AA3D-AC35-4821-B406-74D6034D2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3060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1" y="3"/>
                    <a:pt x="1" y="3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1" name="Freeform 2712">
              <a:extLst>
                <a:ext uri="{FF2B5EF4-FFF2-40B4-BE49-F238E27FC236}">
                  <a16:creationId xmlns:a16="http://schemas.microsoft.com/office/drawing/2014/main" id="{DA51A6A5-7692-4907-92A6-5EE411DD3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3011"/>
              <a:ext cx="15" cy="14"/>
            </a:xfrm>
            <a:custGeom>
              <a:avLst/>
              <a:gdLst>
                <a:gd name="T0" fmla="*/ 28 w 7"/>
                <a:gd name="T1" fmla="*/ 0 h 6"/>
                <a:gd name="T2" fmla="*/ 51 w 7"/>
                <a:gd name="T3" fmla="*/ 37 h 6"/>
                <a:gd name="T4" fmla="*/ 19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2"/>
                    <a:pt x="3" y="6"/>
                    <a:pt x="5" y="3"/>
                  </a:cubicBezTo>
                  <a:cubicBezTo>
                    <a:pt x="7" y="1"/>
                    <a:pt x="4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2" name="Freeform 2713">
              <a:extLst>
                <a:ext uri="{FF2B5EF4-FFF2-40B4-BE49-F238E27FC236}">
                  <a16:creationId xmlns:a16="http://schemas.microsoft.com/office/drawing/2014/main" id="{FCBEAB61-C670-4029-AD99-0550A1CDE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3009"/>
              <a:ext cx="6" cy="11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53 h 5"/>
                <a:gd name="T4" fmla="*/ 16 w 3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4"/>
                    <a:pt x="3" y="3"/>
                    <a:pt x="2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3" name="Freeform 2714">
              <a:extLst>
                <a:ext uri="{FF2B5EF4-FFF2-40B4-BE49-F238E27FC236}">
                  <a16:creationId xmlns:a16="http://schemas.microsoft.com/office/drawing/2014/main" id="{D9A6FD62-F51E-4096-A92F-E55C1C332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3068"/>
              <a:ext cx="10" cy="9"/>
            </a:xfrm>
            <a:custGeom>
              <a:avLst/>
              <a:gdLst>
                <a:gd name="T0" fmla="*/ 24 w 5"/>
                <a:gd name="T1" fmla="*/ 11 h 4"/>
                <a:gd name="T2" fmla="*/ 8 w 5"/>
                <a:gd name="T3" fmla="*/ 11 h 4"/>
                <a:gd name="T4" fmla="*/ 24 w 5"/>
                <a:gd name="T5" fmla="*/ 45 h 4"/>
                <a:gd name="T6" fmla="*/ 2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3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4" name="Freeform 2715">
              <a:extLst>
                <a:ext uri="{FF2B5EF4-FFF2-40B4-BE49-F238E27FC236}">
                  <a16:creationId xmlns:a16="http://schemas.microsoft.com/office/drawing/2014/main" id="{2135B0FF-CA14-4CB1-B493-70EE4F87A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101"/>
              <a:ext cx="6" cy="7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37 h 3"/>
                <a:gd name="T4" fmla="*/ 24 w 3"/>
                <a:gd name="T5" fmla="*/ 12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3"/>
                  </a:cubicBezTo>
                  <a:cubicBezTo>
                    <a:pt x="2" y="3"/>
                    <a:pt x="3" y="3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5" name="Freeform 2716">
              <a:extLst>
                <a:ext uri="{FF2B5EF4-FFF2-40B4-BE49-F238E27FC236}">
                  <a16:creationId xmlns:a16="http://schemas.microsoft.com/office/drawing/2014/main" id="{02980555-9A34-4C51-A8B3-880EF7216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3136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16 w 5"/>
                <a:gd name="T3" fmla="*/ 53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6" name="Freeform 2717">
              <a:extLst>
                <a:ext uri="{FF2B5EF4-FFF2-40B4-BE49-F238E27FC236}">
                  <a16:creationId xmlns:a16="http://schemas.microsoft.com/office/drawing/2014/main" id="{4D29999F-5E13-493A-A2EB-961AE1498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93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16 w 3"/>
                <a:gd name="T5" fmla="*/ 0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2" y="3"/>
                    <a:pt x="3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7" name="Freeform 2718">
              <a:extLst>
                <a:ext uri="{FF2B5EF4-FFF2-40B4-BE49-F238E27FC236}">
                  <a16:creationId xmlns:a16="http://schemas.microsoft.com/office/drawing/2014/main" id="{4BFBDCCC-D95B-4033-B2C3-AC6DE4D94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182"/>
              <a:ext cx="13" cy="11"/>
            </a:xfrm>
            <a:custGeom>
              <a:avLst/>
              <a:gdLst>
                <a:gd name="T0" fmla="*/ 52 w 6"/>
                <a:gd name="T1" fmla="*/ 0 h 5"/>
                <a:gd name="T2" fmla="*/ 61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0" y="1"/>
                    <a:pt x="6" y="5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8" name="Freeform 2719">
              <a:extLst>
                <a:ext uri="{FF2B5EF4-FFF2-40B4-BE49-F238E27FC236}">
                  <a16:creationId xmlns:a16="http://schemas.microsoft.com/office/drawing/2014/main" id="{7180CE85-A7BB-4C44-980E-EDF5CAD0A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3195"/>
              <a:ext cx="8" cy="9"/>
            </a:xfrm>
            <a:custGeom>
              <a:avLst/>
              <a:gdLst>
                <a:gd name="T0" fmla="*/ 16 w 4"/>
                <a:gd name="T1" fmla="*/ 0 h 4"/>
                <a:gd name="T2" fmla="*/ 0 w 4"/>
                <a:gd name="T3" fmla="*/ 11 h 4"/>
                <a:gd name="T4" fmla="*/ 16 w 4"/>
                <a:gd name="T5" fmla="*/ 45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39" name="Freeform 2720">
              <a:extLst>
                <a:ext uri="{FF2B5EF4-FFF2-40B4-BE49-F238E27FC236}">
                  <a16:creationId xmlns:a16="http://schemas.microsoft.com/office/drawing/2014/main" id="{161BC36B-AFA8-4E41-A960-DFC2814D2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3178"/>
              <a:ext cx="12" cy="17"/>
            </a:xfrm>
            <a:custGeom>
              <a:avLst/>
              <a:gdLst>
                <a:gd name="T0" fmla="*/ 16 w 6"/>
                <a:gd name="T1" fmla="*/ 9 h 8"/>
                <a:gd name="T2" fmla="*/ 32 w 6"/>
                <a:gd name="T3" fmla="*/ 60 h 8"/>
                <a:gd name="T4" fmla="*/ 24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1"/>
                  </a:moveTo>
                  <a:cubicBezTo>
                    <a:pt x="0" y="3"/>
                    <a:pt x="2" y="8"/>
                    <a:pt x="4" y="6"/>
                  </a:cubicBezTo>
                  <a:cubicBezTo>
                    <a:pt x="6" y="4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0" name="Freeform 2721">
              <a:extLst>
                <a:ext uri="{FF2B5EF4-FFF2-40B4-BE49-F238E27FC236}">
                  <a16:creationId xmlns:a16="http://schemas.microsoft.com/office/drawing/2014/main" id="{F66FEE07-C3B4-4EE8-9E26-E5622D851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3164"/>
              <a:ext cx="6" cy="9"/>
            </a:xfrm>
            <a:custGeom>
              <a:avLst/>
              <a:gdLst>
                <a:gd name="T0" fmla="*/ 16 w 3"/>
                <a:gd name="T1" fmla="*/ 0 h 4"/>
                <a:gd name="T2" fmla="*/ 16 w 3"/>
                <a:gd name="T3" fmla="*/ 45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3"/>
                    <a:pt x="3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1" name="Freeform 2722">
              <a:extLst>
                <a:ext uri="{FF2B5EF4-FFF2-40B4-BE49-F238E27FC236}">
                  <a16:creationId xmlns:a16="http://schemas.microsoft.com/office/drawing/2014/main" id="{1D368D5A-FD3E-42E1-BAED-E396B2CFE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3125"/>
              <a:ext cx="14" cy="13"/>
            </a:xfrm>
            <a:custGeom>
              <a:avLst/>
              <a:gdLst>
                <a:gd name="T0" fmla="*/ 24 w 7"/>
                <a:gd name="T1" fmla="*/ 9 h 6"/>
                <a:gd name="T2" fmla="*/ 24 w 7"/>
                <a:gd name="T3" fmla="*/ 61 h 6"/>
                <a:gd name="T4" fmla="*/ 48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5" y="6"/>
                    <a:pt x="7" y="3"/>
                    <a:pt x="6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2" name="Freeform 2723">
              <a:extLst>
                <a:ext uri="{FF2B5EF4-FFF2-40B4-BE49-F238E27FC236}">
                  <a16:creationId xmlns:a16="http://schemas.microsoft.com/office/drawing/2014/main" id="{9BE670EA-CD0C-45BB-953B-D72E6DF77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23"/>
              <a:ext cx="12" cy="11"/>
            </a:xfrm>
            <a:custGeom>
              <a:avLst/>
              <a:gdLst>
                <a:gd name="T0" fmla="*/ 0 w 6"/>
                <a:gd name="T1" fmla="*/ 20 h 5"/>
                <a:gd name="T2" fmla="*/ 8 w 6"/>
                <a:gd name="T3" fmla="*/ 53 h 5"/>
                <a:gd name="T4" fmla="*/ 16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6" y="0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3" name="Freeform 2724">
              <a:extLst>
                <a:ext uri="{FF2B5EF4-FFF2-40B4-BE49-F238E27FC236}">
                  <a16:creationId xmlns:a16="http://schemas.microsoft.com/office/drawing/2014/main" id="{1EBAA839-D7CF-43B0-9582-061F53568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3224"/>
              <a:ext cx="9" cy="15"/>
            </a:xfrm>
            <a:custGeom>
              <a:avLst/>
              <a:gdLst>
                <a:gd name="T0" fmla="*/ 25 w 4"/>
                <a:gd name="T1" fmla="*/ 0 h 7"/>
                <a:gd name="T2" fmla="*/ 25 w 4"/>
                <a:gd name="T3" fmla="*/ 69 h 7"/>
                <a:gd name="T4" fmla="*/ 36 w 4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4" y="6"/>
                    <a:pt x="4" y="5"/>
                    <a:pt x="3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4" name="Freeform 2725">
              <a:extLst>
                <a:ext uri="{FF2B5EF4-FFF2-40B4-BE49-F238E27FC236}">
                  <a16:creationId xmlns:a16="http://schemas.microsoft.com/office/drawing/2014/main" id="{119887AB-474F-4D99-9213-BFB7C5517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241"/>
              <a:ext cx="4" cy="9"/>
            </a:xfrm>
            <a:custGeom>
              <a:avLst/>
              <a:gdLst>
                <a:gd name="T0" fmla="*/ 0 w 2"/>
                <a:gd name="T1" fmla="*/ 11 h 4"/>
                <a:gd name="T2" fmla="*/ 0 w 2"/>
                <a:gd name="T3" fmla="*/ 45 h 4"/>
                <a:gd name="T4" fmla="*/ 16 w 2"/>
                <a:gd name="T5" fmla="*/ 11 h 4"/>
                <a:gd name="T6" fmla="*/ 8 w 2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5" name="Freeform 2726">
              <a:extLst>
                <a:ext uri="{FF2B5EF4-FFF2-40B4-BE49-F238E27FC236}">
                  <a16:creationId xmlns:a16="http://schemas.microsoft.com/office/drawing/2014/main" id="{FC757B99-3698-4115-8BAF-B0EFF19C4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3241"/>
              <a:ext cx="16" cy="13"/>
            </a:xfrm>
            <a:custGeom>
              <a:avLst/>
              <a:gdLst>
                <a:gd name="T0" fmla="*/ 40 w 8"/>
                <a:gd name="T1" fmla="*/ 0 h 6"/>
                <a:gd name="T2" fmla="*/ 48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0" y="1"/>
                    <a:pt x="8" y="6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6" name="Freeform 2727">
              <a:extLst>
                <a:ext uri="{FF2B5EF4-FFF2-40B4-BE49-F238E27FC236}">
                  <a16:creationId xmlns:a16="http://schemas.microsoft.com/office/drawing/2014/main" id="{F12B801C-E21D-448A-9CBA-DD4AE61EC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184"/>
              <a:ext cx="6" cy="7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28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7" name="Freeform 2728">
              <a:extLst>
                <a:ext uri="{FF2B5EF4-FFF2-40B4-BE49-F238E27FC236}">
                  <a16:creationId xmlns:a16="http://schemas.microsoft.com/office/drawing/2014/main" id="{43930474-38A8-4ADC-9E18-3852907D7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3510"/>
              <a:ext cx="21" cy="20"/>
            </a:xfrm>
            <a:custGeom>
              <a:avLst/>
              <a:gdLst>
                <a:gd name="T0" fmla="*/ 57 w 10"/>
                <a:gd name="T1" fmla="*/ 0 h 9"/>
                <a:gd name="T2" fmla="*/ 17 w 10"/>
                <a:gd name="T3" fmla="*/ 98 h 9"/>
                <a:gd name="T4" fmla="*/ 67 w 10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2" y="1"/>
                    <a:pt x="0" y="5"/>
                    <a:pt x="2" y="9"/>
                  </a:cubicBezTo>
                  <a:cubicBezTo>
                    <a:pt x="6" y="8"/>
                    <a:pt x="10" y="4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8" name="Freeform 2729">
              <a:extLst>
                <a:ext uri="{FF2B5EF4-FFF2-40B4-BE49-F238E27FC236}">
                  <a16:creationId xmlns:a16="http://schemas.microsoft.com/office/drawing/2014/main" id="{B3039BB8-59D9-4BF5-AC8A-2C9377490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3569"/>
              <a:ext cx="17" cy="17"/>
            </a:xfrm>
            <a:custGeom>
              <a:avLst/>
              <a:gdLst>
                <a:gd name="T0" fmla="*/ 28 w 8"/>
                <a:gd name="T1" fmla="*/ 0 h 8"/>
                <a:gd name="T2" fmla="*/ 40 w 8"/>
                <a:gd name="T3" fmla="*/ 77 h 8"/>
                <a:gd name="T4" fmla="*/ 60 w 8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0" y="2"/>
                    <a:pt x="1" y="6"/>
                    <a:pt x="4" y="8"/>
                  </a:cubicBezTo>
                  <a:cubicBezTo>
                    <a:pt x="7" y="8"/>
                    <a:pt x="8" y="4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49" name="Freeform 2730">
              <a:extLst>
                <a:ext uri="{FF2B5EF4-FFF2-40B4-BE49-F238E27FC236}">
                  <a16:creationId xmlns:a16="http://schemas.microsoft.com/office/drawing/2014/main" id="{73BED03F-1179-4992-A562-612332A41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3576"/>
              <a:ext cx="19" cy="19"/>
            </a:xfrm>
            <a:custGeom>
              <a:avLst/>
              <a:gdLst>
                <a:gd name="T0" fmla="*/ 49 w 9"/>
                <a:gd name="T1" fmla="*/ 0 h 9"/>
                <a:gd name="T2" fmla="*/ 8 w 9"/>
                <a:gd name="T3" fmla="*/ 76 h 9"/>
                <a:gd name="T4" fmla="*/ 68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2" y="1"/>
                    <a:pt x="0" y="4"/>
                    <a:pt x="1" y="8"/>
                  </a:cubicBezTo>
                  <a:cubicBezTo>
                    <a:pt x="6" y="9"/>
                    <a:pt x="9" y="4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0" name="Freeform 2731">
              <a:extLst>
                <a:ext uri="{FF2B5EF4-FFF2-40B4-BE49-F238E27FC236}">
                  <a16:creationId xmlns:a16="http://schemas.microsoft.com/office/drawing/2014/main" id="{7F171D70-B87B-437F-85B7-B861E87F0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3523"/>
              <a:ext cx="9" cy="11"/>
            </a:xfrm>
            <a:custGeom>
              <a:avLst/>
              <a:gdLst>
                <a:gd name="T0" fmla="*/ 36 w 4"/>
                <a:gd name="T1" fmla="*/ 0 h 5"/>
                <a:gd name="T2" fmla="*/ 11 w 4"/>
                <a:gd name="T3" fmla="*/ 53 h 5"/>
                <a:gd name="T4" fmla="*/ 45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2"/>
                    <a:pt x="0" y="2"/>
                    <a:pt x="1" y="5"/>
                  </a:cubicBezTo>
                  <a:cubicBezTo>
                    <a:pt x="4" y="5"/>
                    <a:pt x="3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1" name="Freeform 2732">
              <a:extLst>
                <a:ext uri="{FF2B5EF4-FFF2-40B4-BE49-F238E27FC236}">
                  <a16:creationId xmlns:a16="http://schemas.microsoft.com/office/drawing/2014/main" id="{B5AE2CAD-FC37-48AA-8639-54ABE870B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3486"/>
              <a:ext cx="51" cy="20"/>
            </a:xfrm>
            <a:custGeom>
              <a:avLst/>
              <a:gdLst>
                <a:gd name="T0" fmla="*/ 120 w 25"/>
                <a:gd name="T1" fmla="*/ 0 h 9"/>
                <a:gd name="T2" fmla="*/ 137 w 2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14" y="0"/>
                  </a:moveTo>
                  <a:cubicBezTo>
                    <a:pt x="0" y="6"/>
                    <a:pt x="25" y="9"/>
                    <a:pt x="1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2" name="Freeform 2733">
              <a:extLst>
                <a:ext uri="{FF2B5EF4-FFF2-40B4-BE49-F238E27FC236}">
                  <a16:creationId xmlns:a16="http://schemas.microsoft.com/office/drawing/2014/main" id="{3C87803D-16E8-4EA5-8034-45DE1DD93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3444"/>
              <a:ext cx="12" cy="16"/>
            </a:xfrm>
            <a:custGeom>
              <a:avLst/>
              <a:gdLst>
                <a:gd name="T0" fmla="*/ 24 w 6"/>
                <a:gd name="T1" fmla="*/ 0 h 7"/>
                <a:gd name="T2" fmla="*/ 8 w 6"/>
                <a:gd name="T3" fmla="*/ 85 h 7"/>
                <a:gd name="T4" fmla="*/ 32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2"/>
                    <a:pt x="0" y="4"/>
                    <a:pt x="1" y="7"/>
                  </a:cubicBezTo>
                  <a:cubicBezTo>
                    <a:pt x="4" y="7"/>
                    <a:pt x="6" y="4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3" name="Freeform 2734">
              <a:extLst>
                <a:ext uri="{FF2B5EF4-FFF2-40B4-BE49-F238E27FC236}">
                  <a16:creationId xmlns:a16="http://schemas.microsoft.com/office/drawing/2014/main" id="{C7F8F589-E32F-42E5-AF44-4660C550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3407"/>
              <a:ext cx="31" cy="33"/>
            </a:xfrm>
            <a:custGeom>
              <a:avLst/>
              <a:gdLst>
                <a:gd name="T0" fmla="*/ 52 w 15"/>
                <a:gd name="T1" fmla="*/ 0 h 15"/>
                <a:gd name="T2" fmla="*/ 72 w 15"/>
                <a:gd name="T3" fmla="*/ 3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6" y="0"/>
                  </a:moveTo>
                  <a:cubicBezTo>
                    <a:pt x="0" y="15"/>
                    <a:pt x="15" y="9"/>
                    <a:pt x="8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4" name="Freeform 2735">
              <a:extLst>
                <a:ext uri="{FF2B5EF4-FFF2-40B4-BE49-F238E27FC236}">
                  <a16:creationId xmlns:a16="http://schemas.microsoft.com/office/drawing/2014/main" id="{DA829E37-22DA-4E23-99CE-0922437EE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3359"/>
              <a:ext cx="14" cy="18"/>
            </a:xfrm>
            <a:custGeom>
              <a:avLst/>
              <a:gdLst>
                <a:gd name="T0" fmla="*/ 24 w 7"/>
                <a:gd name="T1" fmla="*/ 0 h 8"/>
                <a:gd name="T2" fmla="*/ 8 w 7"/>
                <a:gd name="T3" fmla="*/ 92 h 8"/>
                <a:gd name="T4" fmla="*/ 4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3"/>
                    <a:pt x="0" y="5"/>
                    <a:pt x="1" y="8"/>
                  </a:cubicBezTo>
                  <a:cubicBezTo>
                    <a:pt x="5" y="7"/>
                    <a:pt x="7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5" name="Freeform 2736">
              <a:extLst>
                <a:ext uri="{FF2B5EF4-FFF2-40B4-BE49-F238E27FC236}">
                  <a16:creationId xmlns:a16="http://schemas.microsoft.com/office/drawing/2014/main" id="{6E5F057E-3EE9-4579-BD31-4A02D6415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3320"/>
              <a:ext cx="14" cy="19"/>
            </a:xfrm>
            <a:custGeom>
              <a:avLst/>
              <a:gdLst>
                <a:gd name="T0" fmla="*/ 32 w 7"/>
                <a:gd name="T1" fmla="*/ 0 h 9"/>
                <a:gd name="T2" fmla="*/ 16 w 7"/>
                <a:gd name="T3" fmla="*/ 84 h 9"/>
                <a:gd name="T4" fmla="*/ 40 w 7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1" y="2"/>
                    <a:pt x="0" y="6"/>
                    <a:pt x="2" y="9"/>
                  </a:cubicBezTo>
                  <a:cubicBezTo>
                    <a:pt x="6" y="8"/>
                    <a:pt x="7" y="6"/>
                    <a:pt x="5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6" name="Freeform 2737">
              <a:extLst>
                <a:ext uri="{FF2B5EF4-FFF2-40B4-BE49-F238E27FC236}">
                  <a16:creationId xmlns:a16="http://schemas.microsoft.com/office/drawing/2014/main" id="{67BB3B21-0E47-44EF-A6B9-93A74385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315"/>
              <a:ext cx="57" cy="24"/>
            </a:xfrm>
            <a:custGeom>
              <a:avLst/>
              <a:gdLst>
                <a:gd name="T0" fmla="*/ 145 w 28"/>
                <a:gd name="T1" fmla="*/ 0 h 11"/>
                <a:gd name="T2" fmla="*/ 161 w 2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1">
                  <a:moveTo>
                    <a:pt x="17" y="0"/>
                  </a:moveTo>
                  <a:cubicBezTo>
                    <a:pt x="0" y="7"/>
                    <a:pt x="28" y="11"/>
                    <a:pt x="19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7" name="Freeform 2738">
              <a:extLst>
                <a:ext uri="{FF2B5EF4-FFF2-40B4-BE49-F238E27FC236}">
                  <a16:creationId xmlns:a16="http://schemas.microsoft.com/office/drawing/2014/main" id="{9426D8FC-D8C1-4970-8D1C-956C8044E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3390"/>
              <a:ext cx="14" cy="15"/>
            </a:xfrm>
            <a:custGeom>
              <a:avLst/>
              <a:gdLst>
                <a:gd name="T0" fmla="*/ 8 w 7"/>
                <a:gd name="T1" fmla="*/ 0 h 7"/>
                <a:gd name="T2" fmla="*/ 32 w 7"/>
                <a:gd name="T3" fmla="*/ 1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0" y="7"/>
                    <a:pt x="7" y="7"/>
                    <a:pt x="4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8" name="Freeform 2739">
              <a:extLst>
                <a:ext uri="{FF2B5EF4-FFF2-40B4-BE49-F238E27FC236}">
                  <a16:creationId xmlns:a16="http://schemas.microsoft.com/office/drawing/2014/main" id="{DF6F7616-3E65-45D4-AD07-16EA067F8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3412"/>
              <a:ext cx="13" cy="15"/>
            </a:xfrm>
            <a:custGeom>
              <a:avLst/>
              <a:gdLst>
                <a:gd name="T0" fmla="*/ 9 w 6"/>
                <a:gd name="T1" fmla="*/ 9 h 7"/>
                <a:gd name="T2" fmla="*/ 33 w 6"/>
                <a:gd name="T3" fmla="*/ 69 h 7"/>
                <a:gd name="T4" fmla="*/ 43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3"/>
                    <a:pt x="1" y="6"/>
                    <a:pt x="3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59" name="Freeform 2740">
              <a:extLst>
                <a:ext uri="{FF2B5EF4-FFF2-40B4-BE49-F238E27FC236}">
                  <a16:creationId xmlns:a16="http://schemas.microsoft.com/office/drawing/2014/main" id="{655DA181-ADD9-4349-8EE2-D0D0E489F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3346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0 w 4"/>
                <a:gd name="T3" fmla="*/ 44 h 5"/>
                <a:gd name="T4" fmla="*/ 45 w 4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5"/>
                    <a:pt x="3" y="4"/>
                    <a:pt x="4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0" name="Freeform 2741">
              <a:extLst>
                <a:ext uri="{FF2B5EF4-FFF2-40B4-BE49-F238E27FC236}">
                  <a16:creationId xmlns:a16="http://schemas.microsoft.com/office/drawing/2014/main" id="{DC3CC507-5625-4677-A0F7-0908FC023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3302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32 w 4"/>
                <a:gd name="T3" fmla="*/ 44 h 5"/>
                <a:gd name="T4" fmla="*/ 24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3"/>
                    <a:pt x="1" y="5"/>
                    <a:pt x="4" y="4"/>
                  </a:cubicBezTo>
                  <a:cubicBezTo>
                    <a:pt x="4" y="3"/>
                    <a:pt x="3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1" name="Freeform 2742">
              <a:extLst>
                <a:ext uri="{FF2B5EF4-FFF2-40B4-BE49-F238E27FC236}">
                  <a16:creationId xmlns:a16="http://schemas.microsoft.com/office/drawing/2014/main" id="{55C556A3-1872-46AE-B081-00812469F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3584"/>
              <a:ext cx="12" cy="11"/>
            </a:xfrm>
            <a:custGeom>
              <a:avLst/>
              <a:gdLst>
                <a:gd name="T0" fmla="*/ 16 w 6"/>
                <a:gd name="T1" fmla="*/ 9 h 5"/>
                <a:gd name="T2" fmla="*/ 0 w 6"/>
                <a:gd name="T3" fmla="*/ 53 h 5"/>
                <a:gd name="T4" fmla="*/ 16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3"/>
                    <a:pt x="0" y="4"/>
                    <a:pt x="0" y="5"/>
                  </a:cubicBezTo>
                  <a:cubicBezTo>
                    <a:pt x="4" y="5"/>
                    <a:pt x="6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2" name="Freeform 2743">
              <a:extLst>
                <a:ext uri="{FF2B5EF4-FFF2-40B4-BE49-F238E27FC236}">
                  <a16:creationId xmlns:a16="http://schemas.microsoft.com/office/drawing/2014/main" id="{9C84157F-27AC-487F-8E99-CD0648C44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661"/>
              <a:ext cx="10" cy="13"/>
            </a:xfrm>
            <a:custGeom>
              <a:avLst/>
              <a:gdLst>
                <a:gd name="T0" fmla="*/ 24 w 5"/>
                <a:gd name="T1" fmla="*/ 9 h 6"/>
                <a:gd name="T2" fmla="*/ 8 w 5"/>
                <a:gd name="T3" fmla="*/ 52 h 6"/>
                <a:gd name="T4" fmla="*/ 40 w 5"/>
                <a:gd name="T5" fmla="*/ 9 h 6"/>
                <a:gd name="T6" fmla="*/ 24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6"/>
                    <a:pt x="5" y="4"/>
                    <a:pt x="5" y="1"/>
                  </a:cubicBezTo>
                  <a:cubicBezTo>
                    <a:pt x="5" y="0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3" name="Freeform 2744">
              <a:extLst>
                <a:ext uri="{FF2B5EF4-FFF2-40B4-BE49-F238E27FC236}">
                  <a16:creationId xmlns:a16="http://schemas.microsoft.com/office/drawing/2014/main" id="{539208F4-300C-466F-9F74-817ACCE94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3670"/>
              <a:ext cx="19" cy="21"/>
            </a:xfrm>
            <a:custGeom>
              <a:avLst/>
              <a:gdLst>
                <a:gd name="T0" fmla="*/ 76 w 9"/>
                <a:gd name="T1" fmla="*/ 17 h 10"/>
                <a:gd name="T2" fmla="*/ 36 w 9"/>
                <a:gd name="T3" fmla="*/ 76 h 10"/>
                <a:gd name="T4" fmla="*/ 76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8" y="2"/>
                  </a:moveTo>
                  <a:cubicBezTo>
                    <a:pt x="4" y="0"/>
                    <a:pt x="0" y="6"/>
                    <a:pt x="4" y="8"/>
                  </a:cubicBezTo>
                  <a:cubicBezTo>
                    <a:pt x="7" y="10"/>
                    <a:pt x="9" y="4"/>
                    <a:pt x="8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4" name="Freeform 2745">
              <a:extLst>
                <a:ext uri="{FF2B5EF4-FFF2-40B4-BE49-F238E27FC236}">
                  <a16:creationId xmlns:a16="http://schemas.microsoft.com/office/drawing/2014/main" id="{5EF327E8-CB00-4B74-9518-F7EBEB585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687"/>
              <a:ext cx="10" cy="13"/>
            </a:xfrm>
            <a:custGeom>
              <a:avLst/>
              <a:gdLst>
                <a:gd name="T0" fmla="*/ 40 w 5"/>
                <a:gd name="T1" fmla="*/ 0 h 6"/>
                <a:gd name="T2" fmla="*/ 8 w 5"/>
                <a:gd name="T3" fmla="*/ 61 h 6"/>
                <a:gd name="T4" fmla="*/ 32 w 5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1"/>
                    <a:pt x="0" y="3"/>
                    <a:pt x="1" y="6"/>
                  </a:cubicBezTo>
                  <a:cubicBezTo>
                    <a:pt x="3" y="5"/>
                    <a:pt x="4" y="4"/>
                    <a:pt x="4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5" name="Freeform 2746">
              <a:extLst>
                <a:ext uri="{FF2B5EF4-FFF2-40B4-BE49-F238E27FC236}">
                  <a16:creationId xmlns:a16="http://schemas.microsoft.com/office/drawing/2014/main" id="{34FDDA82-2D9B-4299-BC40-A1C6F02C6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" y="3689"/>
              <a:ext cx="14" cy="16"/>
            </a:xfrm>
            <a:custGeom>
              <a:avLst/>
              <a:gdLst>
                <a:gd name="T0" fmla="*/ 24 w 7"/>
                <a:gd name="T1" fmla="*/ 11 h 7"/>
                <a:gd name="T2" fmla="*/ 16 w 7"/>
                <a:gd name="T3" fmla="*/ 85 h 7"/>
                <a:gd name="T4" fmla="*/ 48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5" y="6"/>
                    <a:pt x="7" y="3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6" name="Freeform 2747">
              <a:extLst>
                <a:ext uri="{FF2B5EF4-FFF2-40B4-BE49-F238E27FC236}">
                  <a16:creationId xmlns:a16="http://schemas.microsoft.com/office/drawing/2014/main" id="{2714245B-61CB-4478-9692-074A21474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3619"/>
              <a:ext cx="16" cy="16"/>
            </a:xfrm>
            <a:custGeom>
              <a:avLst/>
              <a:gdLst>
                <a:gd name="T0" fmla="*/ 24 w 8"/>
                <a:gd name="T1" fmla="*/ 11 h 7"/>
                <a:gd name="T2" fmla="*/ 16 w 8"/>
                <a:gd name="T3" fmla="*/ 85 h 7"/>
                <a:gd name="T4" fmla="*/ 40 w 8"/>
                <a:gd name="T5" fmla="*/ 0 h 7"/>
                <a:gd name="T6" fmla="*/ 24 w 8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3" y="1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6" y="6"/>
                    <a:pt x="8" y="2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7" name="Freeform 2748">
              <a:extLst>
                <a:ext uri="{FF2B5EF4-FFF2-40B4-BE49-F238E27FC236}">
                  <a16:creationId xmlns:a16="http://schemas.microsoft.com/office/drawing/2014/main" id="{3C2A8C76-42A4-4EF0-ADEF-DBF2CF354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551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0 w 5"/>
                <a:gd name="T3" fmla="*/ 53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8" name="Freeform 2749">
              <a:extLst>
                <a:ext uri="{FF2B5EF4-FFF2-40B4-BE49-F238E27FC236}">
                  <a16:creationId xmlns:a16="http://schemas.microsoft.com/office/drawing/2014/main" id="{75627FA2-37FE-490C-8453-A18DA6BCC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503"/>
              <a:ext cx="47" cy="29"/>
            </a:xfrm>
            <a:custGeom>
              <a:avLst/>
              <a:gdLst>
                <a:gd name="T0" fmla="*/ 76 w 23"/>
                <a:gd name="T1" fmla="*/ 0 h 13"/>
                <a:gd name="T2" fmla="*/ 76 w 2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">
                  <a:moveTo>
                    <a:pt x="9" y="0"/>
                  </a:moveTo>
                  <a:cubicBezTo>
                    <a:pt x="0" y="13"/>
                    <a:pt x="23" y="2"/>
                    <a:pt x="9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69" name="Freeform 2750">
              <a:extLst>
                <a:ext uri="{FF2B5EF4-FFF2-40B4-BE49-F238E27FC236}">
                  <a16:creationId xmlns:a16="http://schemas.microsoft.com/office/drawing/2014/main" id="{F70E969D-1D0B-40C4-BA9C-F68557378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3748"/>
              <a:ext cx="10" cy="16"/>
            </a:xfrm>
            <a:custGeom>
              <a:avLst/>
              <a:gdLst>
                <a:gd name="T0" fmla="*/ 0 w 5"/>
                <a:gd name="T1" fmla="*/ 48 h 7"/>
                <a:gd name="T2" fmla="*/ 0 w 5"/>
                <a:gd name="T3" fmla="*/ 85 h 7"/>
                <a:gd name="T4" fmla="*/ 32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4"/>
                  </a:moveTo>
                  <a:cubicBezTo>
                    <a:pt x="0" y="5"/>
                    <a:pt x="0" y="6"/>
                    <a:pt x="0" y="7"/>
                  </a:cubicBezTo>
                  <a:cubicBezTo>
                    <a:pt x="3" y="7"/>
                    <a:pt x="5" y="4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0" name="Freeform 2751">
              <a:extLst>
                <a:ext uri="{FF2B5EF4-FFF2-40B4-BE49-F238E27FC236}">
                  <a16:creationId xmlns:a16="http://schemas.microsoft.com/office/drawing/2014/main" id="{259EC579-F356-4889-9F58-D789E6234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3766"/>
              <a:ext cx="16" cy="15"/>
            </a:xfrm>
            <a:custGeom>
              <a:avLst/>
              <a:gdLst>
                <a:gd name="T0" fmla="*/ 32 w 8"/>
                <a:gd name="T1" fmla="*/ 9 h 7"/>
                <a:gd name="T2" fmla="*/ 0 w 8"/>
                <a:gd name="T3" fmla="*/ 60 h 7"/>
                <a:gd name="T4" fmla="*/ 48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3" y="7"/>
                    <a:pt x="8" y="4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1" name="Freeform 2752">
              <a:extLst>
                <a:ext uri="{FF2B5EF4-FFF2-40B4-BE49-F238E27FC236}">
                  <a16:creationId xmlns:a16="http://schemas.microsoft.com/office/drawing/2014/main" id="{F4D2F4AB-5428-4B8D-BB77-583160362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805"/>
              <a:ext cx="24" cy="18"/>
            </a:xfrm>
            <a:custGeom>
              <a:avLst/>
              <a:gdLst>
                <a:gd name="T0" fmla="*/ 16 w 12"/>
                <a:gd name="T1" fmla="*/ 25 h 8"/>
                <a:gd name="T2" fmla="*/ 56 w 12"/>
                <a:gd name="T3" fmla="*/ 81 h 8"/>
                <a:gd name="T4" fmla="*/ 56 w 12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2" y="2"/>
                  </a:moveTo>
                  <a:cubicBezTo>
                    <a:pt x="0" y="6"/>
                    <a:pt x="3" y="8"/>
                    <a:pt x="7" y="7"/>
                  </a:cubicBezTo>
                  <a:cubicBezTo>
                    <a:pt x="10" y="5"/>
                    <a:pt x="12" y="0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2" name="Freeform 2753">
              <a:extLst>
                <a:ext uri="{FF2B5EF4-FFF2-40B4-BE49-F238E27FC236}">
                  <a16:creationId xmlns:a16="http://schemas.microsoft.com/office/drawing/2014/main" id="{83F144D5-9DF6-465D-9CF4-74D0377C4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3847"/>
              <a:ext cx="12" cy="8"/>
            </a:xfrm>
            <a:custGeom>
              <a:avLst/>
              <a:gdLst>
                <a:gd name="T0" fmla="*/ 16 w 6"/>
                <a:gd name="T1" fmla="*/ 0 h 4"/>
                <a:gd name="T2" fmla="*/ 8 w 6"/>
                <a:gd name="T3" fmla="*/ 32 h 4"/>
                <a:gd name="T4" fmla="*/ 32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4"/>
                    <a:pt x="6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3" name="Freeform 2754">
              <a:extLst>
                <a:ext uri="{FF2B5EF4-FFF2-40B4-BE49-F238E27FC236}">
                  <a16:creationId xmlns:a16="http://schemas.microsoft.com/office/drawing/2014/main" id="{C12D571B-013B-4531-87E2-93ACAC1D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834"/>
              <a:ext cx="24" cy="21"/>
            </a:xfrm>
            <a:custGeom>
              <a:avLst/>
              <a:gdLst>
                <a:gd name="T0" fmla="*/ 40 w 12"/>
                <a:gd name="T1" fmla="*/ 17 h 10"/>
                <a:gd name="T2" fmla="*/ 56 w 12"/>
                <a:gd name="T3" fmla="*/ 76 h 10"/>
                <a:gd name="T4" fmla="*/ 64 w 12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5" y="2"/>
                  </a:moveTo>
                  <a:cubicBezTo>
                    <a:pt x="0" y="5"/>
                    <a:pt x="1" y="10"/>
                    <a:pt x="7" y="8"/>
                  </a:cubicBezTo>
                  <a:cubicBezTo>
                    <a:pt x="10" y="6"/>
                    <a:pt x="12" y="0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4" name="Freeform 2755">
              <a:extLst>
                <a:ext uri="{FF2B5EF4-FFF2-40B4-BE49-F238E27FC236}">
                  <a16:creationId xmlns:a16="http://schemas.microsoft.com/office/drawing/2014/main" id="{33AE697B-D436-46C4-8E1E-4F6AD01CE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3790"/>
              <a:ext cx="19" cy="13"/>
            </a:xfrm>
            <a:custGeom>
              <a:avLst/>
              <a:gdLst>
                <a:gd name="T0" fmla="*/ 27 w 9"/>
                <a:gd name="T1" fmla="*/ 0 h 6"/>
                <a:gd name="T2" fmla="*/ 27 w 9"/>
                <a:gd name="T3" fmla="*/ 52 h 6"/>
                <a:gd name="T4" fmla="*/ 49 w 9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6" y="6"/>
                    <a:pt x="9" y="2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5" name="Freeform 2756">
              <a:extLst>
                <a:ext uri="{FF2B5EF4-FFF2-40B4-BE49-F238E27FC236}">
                  <a16:creationId xmlns:a16="http://schemas.microsoft.com/office/drawing/2014/main" id="{41719272-A2D7-44F8-8A4E-57F99589E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801"/>
              <a:ext cx="8" cy="11"/>
            </a:xfrm>
            <a:custGeom>
              <a:avLst/>
              <a:gdLst>
                <a:gd name="T0" fmla="*/ 8 w 4"/>
                <a:gd name="T1" fmla="*/ 9 h 5"/>
                <a:gd name="T2" fmla="*/ 0 w 4"/>
                <a:gd name="T3" fmla="*/ 44 h 5"/>
                <a:gd name="T4" fmla="*/ 32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5"/>
                    <a:pt x="4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6" name="Freeform 2757">
              <a:extLst>
                <a:ext uri="{FF2B5EF4-FFF2-40B4-BE49-F238E27FC236}">
                  <a16:creationId xmlns:a16="http://schemas.microsoft.com/office/drawing/2014/main" id="{D1EB08A8-E2EA-4F77-B37D-BC3B287FF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3761"/>
              <a:ext cx="19" cy="14"/>
            </a:xfrm>
            <a:custGeom>
              <a:avLst/>
              <a:gdLst>
                <a:gd name="T0" fmla="*/ 36 w 9"/>
                <a:gd name="T1" fmla="*/ 12 h 6"/>
                <a:gd name="T2" fmla="*/ 8 w 9"/>
                <a:gd name="T3" fmla="*/ 77 h 6"/>
                <a:gd name="T4" fmla="*/ 68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4" y="1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4" y="6"/>
                    <a:pt x="9" y="3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7" name="Freeform 2758">
              <a:extLst>
                <a:ext uri="{FF2B5EF4-FFF2-40B4-BE49-F238E27FC236}">
                  <a16:creationId xmlns:a16="http://schemas.microsoft.com/office/drawing/2014/main" id="{B9237838-B9ED-4142-9961-9DF28FC1A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3731"/>
              <a:ext cx="12" cy="13"/>
            </a:xfrm>
            <a:custGeom>
              <a:avLst/>
              <a:gdLst>
                <a:gd name="T0" fmla="*/ 8 w 6"/>
                <a:gd name="T1" fmla="*/ 0 h 6"/>
                <a:gd name="T2" fmla="*/ 8 w 6"/>
                <a:gd name="T3" fmla="*/ 61 h 6"/>
                <a:gd name="T4" fmla="*/ 32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2"/>
                    <a:pt x="0" y="5"/>
                    <a:pt x="1" y="6"/>
                  </a:cubicBezTo>
                  <a:cubicBezTo>
                    <a:pt x="4" y="6"/>
                    <a:pt x="6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8" name="Freeform 2759">
              <a:extLst>
                <a:ext uri="{FF2B5EF4-FFF2-40B4-BE49-F238E27FC236}">
                  <a16:creationId xmlns:a16="http://schemas.microsoft.com/office/drawing/2014/main" id="{17A6BDE0-6589-4628-B9A5-CADEA1143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3726"/>
              <a:ext cx="10" cy="9"/>
            </a:xfrm>
            <a:custGeom>
              <a:avLst/>
              <a:gdLst>
                <a:gd name="T0" fmla="*/ 16 w 5"/>
                <a:gd name="T1" fmla="*/ 0 h 4"/>
                <a:gd name="T2" fmla="*/ 32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3"/>
                    <a:pt x="5" y="4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79" name="Freeform 2760">
              <a:extLst>
                <a:ext uri="{FF2B5EF4-FFF2-40B4-BE49-F238E27FC236}">
                  <a16:creationId xmlns:a16="http://schemas.microsoft.com/office/drawing/2014/main" id="{F9D40630-8816-4CBE-9BA1-4CEBBDE8C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3718"/>
              <a:ext cx="12" cy="11"/>
            </a:xfrm>
            <a:custGeom>
              <a:avLst/>
              <a:gdLst>
                <a:gd name="T0" fmla="*/ 8 w 6"/>
                <a:gd name="T1" fmla="*/ 0 h 5"/>
                <a:gd name="T2" fmla="*/ 32 w 6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5"/>
                    <a:pt x="6" y="4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0" name="Freeform 2761">
              <a:extLst>
                <a:ext uri="{FF2B5EF4-FFF2-40B4-BE49-F238E27FC236}">
                  <a16:creationId xmlns:a16="http://schemas.microsoft.com/office/drawing/2014/main" id="{651A0261-2370-4499-957D-D91C84614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3691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28 h 3"/>
                <a:gd name="T4" fmla="*/ 24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1" name="Freeform 2762">
              <a:extLst>
                <a:ext uri="{FF2B5EF4-FFF2-40B4-BE49-F238E27FC236}">
                  <a16:creationId xmlns:a16="http://schemas.microsoft.com/office/drawing/2014/main" id="{4C6D2BF4-226F-4D34-B6A2-A8ADF3F06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3753"/>
              <a:ext cx="13" cy="11"/>
            </a:xfrm>
            <a:custGeom>
              <a:avLst/>
              <a:gdLst>
                <a:gd name="T0" fmla="*/ 33 w 6"/>
                <a:gd name="T1" fmla="*/ 9 h 5"/>
                <a:gd name="T2" fmla="*/ 61 w 6"/>
                <a:gd name="T3" fmla="*/ 9 h 5"/>
                <a:gd name="T4" fmla="*/ 52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5"/>
                    <a:pt x="6" y="5"/>
                    <a:pt x="6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2" name="Freeform 2763">
              <a:extLst>
                <a:ext uri="{FF2B5EF4-FFF2-40B4-BE49-F238E27FC236}">
                  <a16:creationId xmlns:a16="http://schemas.microsoft.com/office/drawing/2014/main" id="{8CB7975B-FFC1-4822-98EC-F34B993CA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3792"/>
              <a:ext cx="14" cy="11"/>
            </a:xfrm>
            <a:custGeom>
              <a:avLst/>
              <a:gdLst>
                <a:gd name="T0" fmla="*/ 8 w 7"/>
                <a:gd name="T1" fmla="*/ 9 h 5"/>
                <a:gd name="T2" fmla="*/ 8 w 7"/>
                <a:gd name="T3" fmla="*/ 44 h 5"/>
                <a:gd name="T4" fmla="*/ 2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5"/>
                    <a:pt x="7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3" name="Freeform 2764">
              <a:extLst>
                <a:ext uri="{FF2B5EF4-FFF2-40B4-BE49-F238E27FC236}">
                  <a16:creationId xmlns:a16="http://schemas.microsoft.com/office/drawing/2014/main" id="{92A4AD90-4A07-4DB1-920C-39AD0E24E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3816"/>
              <a:ext cx="6" cy="7"/>
            </a:xfrm>
            <a:custGeom>
              <a:avLst/>
              <a:gdLst>
                <a:gd name="T0" fmla="*/ 0 w 3"/>
                <a:gd name="T1" fmla="*/ 28 h 3"/>
                <a:gd name="T2" fmla="*/ 24 w 3"/>
                <a:gd name="T3" fmla="*/ 12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2" y="3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4" name="Freeform 2765">
              <a:extLst>
                <a:ext uri="{FF2B5EF4-FFF2-40B4-BE49-F238E27FC236}">
                  <a16:creationId xmlns:a16="http://schemas.microsoft.com/office/drawing/2014/main" id="{C74C0ED1-F6F9-4536-8ABA-E13714DC8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799"/>
              <a:ext cx="22" cy="17"/>
            </a:xfrm>
            <a:custGeom>
              <a:avLst/>
              <a:gdLst>
                <a:gd name="T0" fmla="*/ 48 w 11"/>
                <a:gd name="T1" fmla="*/ 0 h 8"/>
                <a:gd name="T2" fmla="*/ 64 w 11"/>
                <a:gd name="T3" fmla="*/ 1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6" y="0"/>
                  </a:moveTo>
                  <a:cubicBezTo>
                    <a:pt x="0" y="5"/>
                    <a:pt x="11" y="8"/>
                    <a:pt x="8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5" name="Freeform 2766">
              <a:extLst>
                <a:ext uri="{FF2B5EF4-FFF2-40B4-BE49-F238E27FC236}">
                  <a16:creationId xmlns:a16="http://schemas.microsoft.com/office/drawing/2014/main" id="{BB75DEE2-ED1E-43BD-9FD1-F780419C9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823"/>
              <a:ext cx="18" cy="13"/>
            </a:xfrm>
            <a:custGeom>
              <a:avLst/>
              <a:gdLst>
                <a:gd name="T0" fmla="*/ 40 w 9"/>
                <a:gd name="T1" fmla="*/ 0 h 6"/>
                <a:gd name="T2" fmla="*/ 72 w 9"/>
                <a:gd name="T3" fmla="*/ 9 h 6"/>
                <a:gd name="T4" fmla="*/ 64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0" y="3"/>
                    <a:pt x="6" y="6"/>
                    <a:pt x="9" y="1"/>
                  </a:cubicBezTo>
                  <a:cubicBezTo>
                    <a:pt x="9" y="1"/>
                    <a:pt x="9" y="0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6" name="Freeform 2767">
              <a:extLst>
                <a:ext uri="{FF2B5EF4-FFF2-40B4-BE49-F238E27FC236}">
                  <a16:creationId xmlns:a16="http://schemas.microsoft.com/office/drawing/2014/main" id="{6D96D99C-0D73-4FEB-BEC8-273B52314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3840"/>
              <a:ext cx="16" cy="13"/>
            </a:xfrm>
            <a:custGeom>
              <a:avLst/>
              <a:gdLst>
                <a:gd name="T0" fmla="*/ 8 w 8"/>
                <a:gd name="T1" fmla="*/ 0 h 6"/>
                <a:gd name="T2" fmla="*/ 32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0" y="6"/>
                    <a:pt x="8" y="4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7" name="Freeform 2768">
              <a:extLst>
                <a:ext uri="{FF2B5EF4-FFF2-40B4-BE49-F238E27FC236}">
                  <a16:creationId xmlns:a16="http://schemas.microsoft.com/office/drawing/2014/main" id="{46AD480A-CAE2-4718-9FC8-7D005B33B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866"/>
              <a:ext cx="16" cy="22"/>
            </a:xfrm>
            <a:custGeom>
              <a:avLst/>
              <a:gdLst>
                <a:gd name="T0" fmla="*/ 56 w 8"/>
                <a:gd name="T1" fmla="*/ 20 h 10"/>
                <a:gd name="T2" fmla="*/ 16 w 8"/>
                <a:gd name="T3" fmla="*/ 73 h 10"/>
                <a:gd name="T4" fmla="*/ 56 w 8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7" y="2"/>
                  </a:moveTo>
                  <a:cubicBezTo>
                    <a:pt x="3" y="0"/>
                    <a:pt x="0" y="4"/>
                    <a:pt x="2" y="7"/>
                  </a:cubicBezTo>
                  <a:cubicBezTo>
                    <a:pt x="5" y="10"/>
                    <a:pt x="8" y="5"/>
                    <a:pt x="7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8" name="Freeform 2769">
              <a:extLst>
                <a:ext uri="{FF2B5EF4-FFF2-40B4-BE49-F238E27FC236}">
                  <a16:creationId xmlns:a16="http://schemas.microsoft.com/office/drawing/2014/main" id="{A91A4969-FE51-456B-AA6A-A16024BCB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862"/>
              <a:ext cx="9" cy="9"/>
            </a:xfrm>
            <a:custGeom>
              <a:avLst/>
              <a:gdLst>
                <a:gd name="T0" fmla="*/ 36 w 4"/>
                <a:gd name="T1" fmla="*/ 11 h 4"/>
                <a:gd name="T2" fmla="*/ 11 w 4"/>
                <a:gd name="T3" fmla="*/ 45 h 4"/>
                <a:gd name="T4" fmla="*/ 3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3" y="3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89" name="Freeform 2770">
              <a:extLst>
                <a:ext uri="{FF2B5EF4-FFF2-40B4-BE49-F238E27FC236}">
                  <a16:creationId xmlns:a16="http://schemas.microsoft.com/office/drawing/2014/main" id="{4B90173A-F27F-4B5B-B274-5A87ED072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3847"/>
              <a:ext cx="21" cy="15"/>
            </a:xfrm>
            <a:custGeom>
              <a:avLst/>
              <a:gdLst>
                <a:gd name="T0" fmla="*/ 27 w 10"/>
                <a:gd name="T1" fmla="*/ 19 h 7"/>
                <a:gd name="T2" fmla="*/ 8 w 10"/>
                <a:gd name="T3" fmla="*/ 19 h 7"/>
                <a:gd name="T4" fmla="*/ 92 w 10"/>
                <a:gd name="T5" fmla="*/ 0 h 7"/>
                <a:gd name="T6" fmla="*/ 57 w 10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3" y="2"/>
                  </a:moveTo>
                  <a:cubicBezTo>
                    <a:pt x="2" y="2"/>
                    <a:pt x="2" y="1"/>
                    <a:pt x="1" y="2"/>
                  </a:cubicBezTo>
                  <a:cubicBezTo>
                    <a:pt x="0" y="7"/>
                    <a:pt x="9" y="4"/>
                    <a:pt x="10" y="0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0" name="Freeform 2771">
              <a:extLst>
                <a:ext uri="{FF2B5EF4-FFF2-40B4-BE49-F238E27FC236}">
                  <a16:creationId xmlns:a16="http://schemas.microsoft.com/office/drawing/2014/main" id="{131372FC-FC17-4FBC-8059-CE789E752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3834"/>
              <a:ext cx="7" cy="6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24 h 3"/>
                <a:gd name="T4" fmla="*/ 37 w 3"/>
                <a:gd name="T5" fmla="*/ 8 h 3"/>
                <a:gd name="T6" fmla="*/ 28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2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1" name="Freeform 2772">
              <a:extLst>
                <a:ext uri="{FF2B5EF4-FFF2-40B4-BE49-F238E27FC236}">
                  <a16:creationId xmlns:a16="http://schemas.microsoft.com/office/drawing/2014/main" id="{68C37893-8FAB-4ECA-8489-863205A9C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3871"/>
              <a:ext cx="15" cy="13"/>
            </a:xfrm>
            <a:custGeom>
              <a:avLst/>
              <a:gdLst>
                <a:gd name="T0" fmla="*/ 51 w 7"/>
                <a:gd name="T1" fmla="*/ 0 h 6"/>
                <a:gd name="T2" fmla="*/ 0 w 7"/>
                <a:gd name="T3" fmla="*/ 9 h 6"/>
                <a:gd name="T4" fmla="*/ 60 w 7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0" y="5"/>
                    <a:pt x="7" y="6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2" name="Freeform 2773">
              <a:extLst>
                <a:ext uri="{FF2B5EF4-FFF2-40B4-BE49-F238E27FC236}">
                  <a16:creationId xmlns:a16="http://schemas.microsoft.com/office/drawing/2014/main" id="{4C66EBF7-E07A-4BC8-9346-B4715C472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3882"/>
              <a:ext cx="18" cy="11"/>
            </a:xfrm>
            <a:custGeom>
              <a:avLst/>
              <a:gdLst>
                <a:gd name="T0" fmla="*/ 40 w 9"/>
                <a:gd name="T1" fmla="*/ 9 h 5"/>
                <a:gd name="T2" fmla="*/ 32 w 9"/>
                <a:gd name="T3" fmla="*/ 44 h 5"/>
                <a:gd name="T4" fmla="*/ 64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5" y="1"/>
                  </a:moveTo>
                  <a:cubicBezTo>
                    <a:pt x="2" y="1"/>
                    <a:pt x="0" y="3"/>
                    <a:pt x="4" y="4"/>
                  </a:cubicBezTo>
                  <a:cubicBezTo>
                    <a:pt x="6" y="5"/>
                    <a:pt x="9" y="3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3" name="Freeform 2774">
              <a:extLst>
                <a:ext uri="{FF2B5EF4-FFF2-40B4-BE49-F238E27FC236}">
                  <a16:creationId xmlns:a16="http://schemas.microsoft.com/office/drawing/2014/main" id="{F0AC65BF-DB82-4AF9-8014-3955730E3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3904"/>
              <a:ext cx="14" cy="13"/>
            </a:xfrm>
            <a:custGeom>
              <a:avLst/>
              <a:gdLst>
                <a:gd name="T0" fmla="*/ 24 w 7"/>
                <a:gd name="T1" fmla="*/ 0 h 6"/>
                <a:gd name="T2" fmla="*/ 40 w 7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3"/>
                    <a:pt x="7" y="6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4" name="Freeform 2775">
              <a:extLst>
                <a:ext uri="{FF2B5EF4-FFF2-40B4-BE49-F238E27FC236}">
                  <a16:creationId xmlns:a16="http://schemas.microsoft.com/office/drawing/2014/main" id="{22A8A0E1-CB44-4888-8934-61C67B1F8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875"/>
              <a:ext cx="16" cy="15"/>
            </a:xfrm>
            <a:custGeom>
              <a:avLst/>
              <a:gdLst>
                <a:gd name="T0" fmla="*/ 24 w 8"/>
                <a:gd name="T1" fmla="*/ 9 h 7"/>
                <a:gd name="T2" fmla="*/ 0 w 8"/>
                <a:gd name="T3" fmla="*/ 19 h 7"/>
                <a:gd name="T4" fmla="*/ 64 w 8"/>
                <a:gd name="T5" fmla="*/ 9 h 7"/>
                <a:gd name="T6" fmla="*/ 56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3" y="1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7"/>
                    <a:pt x="7" y="4"/>
                    <a:pt x="8" y="1"/>
                  </a:cubicBezTo>
                  <a:cubicBezTo>
                    <a:pt x="8" y="0"/>
                    <a:pt x="7" y="0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5" name="Freeform 2776">
              <a:extLst>
                <a:ext uri="{FF2B5EF4-FFF2-40B4-BE49-F238E27FC236}">
                  <a16:creationId xmlns:a16="http://schemas.microsoft.com/office/drawing/2014/main" id="{E631E6C2-99FC-4352-9C6C-FC17A17E8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3840"/>
              <a:ext cx="25" cy="18"/>
            </a:xfrm>
            <a:custGeom>
              <a:avLst/>
              <a:gdLst>
                <a:gd name="T0" fmla="*/ 73 w 12"/>
                <a:gd name="T1" fmla="*/ 0 h 8"/>
                <a:gd name="T2" fmla="*/ 92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8" y="0"/>
                  </a:moveTo>
                  <a:cubicBezTo>
                    <a:pt x="0" y="2"/>
                    <a:pt x="12" y="8"/>
                    <a:pt x="1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6" name="Freeform 2777">
              <a:extLst>
                <a:ext uri="{FF2B5EF4-FFF2-40B4-BE49-F238E27FC236}">
                  <a16:creationId xmlns:a16="http://schemas.microsoft.com/office/drawing/2014/main" id="{732FBE05-E4EF-488E-8ABE-2378F7C1F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3796"/>
              <a:ext cx="21" cy="16"/>
            </a:xfrm>
            <a:custGeom>
              <a:avLst/>
              <a:gdLst>
                <a:gd name="T0" fmla="*/ 36 w 10"/>
                <a:gd name="T1" fmla="*/ 0 h 7"/>
                <a:gd name="T2" fmla="*/ 17 w 10"/>
                <a:gd name="T3" fmla="*/ 57 h 7"/>
                <a:gd name="T4" fmla="*/ 76 w 10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0"/>
                  </a:moveTo>
                  <a:cubicBezTo>
                    <a:pt x="1" y="0"/>
                    <a:pt x="0" y="3"/>
                    <a:pt x="2" y="5"/>
                  </a:cubicBezTo>
                  <a:cubicBezTo>
                    <a:pt x="5" y="7"/>
                    <a:pt x="10" y="4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7" name="Freeform 2778">
              <a:extLst>
                <a:ext uri="{FF2B5EF4-FFF2-40B4-BE49-F238E27FC236}">
                  <a16:creationId xmlns:a16="http://schemas.microsoft.com/office/drawing/2014/main" id="{07A0E0F7-17C5-4F50-B8FD-66D66C871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3796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0 w 5"/>
                <a:gd name="T3" fmla="*/ 9 h 5"/>
                <a:gd name="T4" fmla="*/ 40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5"/>
                    <a:pt x="4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8" name="Freeform 2779">
              <a:extLst>
                <a:ext uri="{FF2B5EF4-FFF2-40B4-BE49-F238E27FC236}">
                  <a16:creationId xmlns:a16="http://schemas.microsoft.com/office/drawing/2014/main" id="{EF074B60-EB79-426A-B74A-D320D3416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895"/>
              <a:ext cx="8" cy="6"/>
            </a:xfrm>
            <a:custGeom>
              <a:avLst/>
              <a:gdLst>
                <a:gd name="T0" fmla="*/ 0 w 4"/>
                <a:gd name="T1" fmla="*/ 24 h 3"/>
                <a:gd name="T2" fmla="*/ 0 w 4"/>
                <a:gd name="T3" fmla="*/ 8 h 3"/>
                <a:gd name="T4" fmla="*/ 0 w 4"/>
                <a:gd name="T5" fmla="*/ 24 h 3"/>
                <a:gd name="T6" fmla="*/ 32 w 4"/>
                <a:gd name="T7" fmla="*/ 8 h 3"/>
                <a:gd name="T8" fmla="*/ 16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3" y="3"/>
                    <a:pt x="4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99" name="Freeform 2780">
              <a:extLst>
                <a:ext uri="{FF2B5EF4-FFF2-40B4-BE49-F238E27FC236}">
                  <a16:creationId xmlns:a16="http://schemas.microsoft.com/office/drawing/2014/main" id="{3E48372E-ACB7-4CB3-809E-E13E69D05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766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24 w 5"/>
                <a:gd name="T3" fmla="*/ 53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4"/>
                    <a:pt x="3" y="5"/>
                  </a:cubicBezTo>
                  <a:cubicBezTo>
                    <a:pt x="5" y="4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0" name="Freeform 2781">
              <a:extLst>
                <a:ext uri="{FF2B5EF4-FFF2-40B4-BE49-F238E27FC236}">
                  <a16:creationId xmlns:a16="http://schemas.microsoft.com/office/drawing/2014/main" id="{D029E1E2-B15E-41AF-B609-621E6E09A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792"/>
              <a:ext cx="39" cy="26"/>
            </a:xfrm>
            <a:custGeom>
              <a:avLst/>
              <a:gdLst>
                <a:gd name="T0" fmla="*/ 60 w 19"/>
                <a:gd name="T1" fmla="*/ 20 h 12"/>
                <a:gd name="T2" fmla="*/ 43 w 19"/>
                <a:gd name="T3" fmla="*/ 9 h 12"/>
                <a:gd name="T4" fmla="*/ 68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7" y="2"/>
                  </a:moveTo>
                  <a:cubicBezTo>
                    <a:pt x="6" y="1"/>
                    <a:pt x="6" y="1"/>
                    <a:pt x="5" y="1"/>
                  </a:cubicBezTo>
                  <a:cubicBezTo>
                    <a:pt x="0" y="12"/>
                    <a:pt x="19" y="2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1" name="Freeform 2782">
              <a:extLst>
                <a:ext uri="{FF2B5EF4-FFF2-40B4-BE49-F238E27FC236}">
                  <a16:creationId xmlns:a16="http://schemas.microsoft.com/office/drawing/2014/main" id="{E612AC82-2BC2-4FDF-B041-219011157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3775"/>
              <a:ext cx="10" cy="10"/>
            </a:xfrm>
            <a:custGeom>
              <a:avLst/>
              <a:gdLst>
                <a:gd name="T0" fmla="*/ 8 w 5"/>
                <a:gd name="T1" fmla="*/ 0 h 5"/>
                <a:gd name="T2" fmla="*/ 16 w 5"/>
                <a:gd name="T3" fmla="*/ 40 h 5"/>
                <a:gd name="T4" fmla="*/ 40 w 5"/>
                <a:gd name="T5" fmla="*/ 24 h 5"/>
                <a:gd name="T6" fmla="*/ 24 w 5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3" y="4"/>
                    <a:pt x="4" y="4"/>
                    <a:pt x="5" y="3"/>
                  </a:cubicBezTo>
                  <a:cubicBezTo>
                    <a:pt x="4" y="2"/>
                    <a:pt x="4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2" name="Freeform 2783">
              <a:extLst>
                <a:ext uri="{FF2B5EF4-FFF2-40B4-BE49-F238E27FC236}">
                  <a16:creationId xmlns:a16="http://schemas.microsoft.com/office/drawing/2014/main" id="{0E177F44-A9ED-494E-8382-5281810F6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838"/>
              <a:ext cx="6" cy="9"/>
            </a:xfrm>
            <a:custGeom>
              <a:avLst/>
              <a:gdLst>
                <a:gd name="T0" fmla="*/ 16 w 3"/>
                <a:gd name="T1" fmla="*/ 0 h 4"/>
                <a:gd name="T2" fmla="*/ 24 w 3"/>
                <a:gd name="T3" fmla="*/ 45 h 4"/>
                <a:gd name="T4" fmla="*/ 24 w 3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2"/>
                    <a:pt x="0" y="4"/>
                    <a:pt x="3" y="4"/>
                  </a:cubicBezTo>
                  <a:cubicBezTo>
                    <a:pt x="3" y="4"/>
                    <a:pt x="3" y="3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3" name="Freeform 2784">
              <a:extLst>
                <a:ext uri="{FF2B5EF4-FFF2-40B4-BE49-F238E27FC236}">
                  <a16:creationId xmlns:a16="http://schemas.microsoft.com/office/drawing/2014/main" id="{FE5948BA-74F6-44B8-80EE-5EFE39E51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847"/>
              <a:ext cx="19" cy="13"/>
            </a:xfrm>
            <a:custGeom>
              <a:avLst/>
              <a:gdLst>
                <a:gd name="T0" fmla="*/ 49 w 9"/>
                <a:gd name="T1" fmla="*/ 0 h 6"/>
                <a:gd name="T2" fmla="*/ 49 w 9"/>
                <a:gd name="T3" fmla="*/ 61 h 6"/>
                <a:gd name="T4" fmla="*/ 49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2" y="1"/>
                    <a:pt x="0" y="6"/>
                    <a:pt x="5" y="6"/>
                  </a:cubicBezTo>
                  <a:cubicBezTo>
                    <a:pt x="8" y="6"/>
                    <a:pt x="9" y="0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4" name="Freeform 2785">
              <a:extLst>
                <a:ext uri="{FF2B5EF4-FFF2-40B4-BE49-F238E27FC236}">
                  <a16:creationId xmlns:a16="http://schemas.microsoft.com/office/drawing/2014/main" id="{F9CFEA3E-5C04-4124-ACB4-F621D64AB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875"/>
              <a:ext cx="8" cy="7"/>
            </a:xfrm>
            <a:custGeom>
              <a:avLst/>
              <a:gdLst>
                <a:gd name="T0" fmla="*/ 8 w 4"/>
                <a:gd name="T1" fmla="*/ 12 h 3"/>
                <a:gd name="T2" fmla="*/ 8 w 4"/>
                <a:gd name="T3" fmla="*/ 37 h 3"/>
                <a:gd name="T4" fmla="*/ 32 w 4"/>
                <a:gd name="T5" fmla="*/ 12 h 3"/>
                <a:gd name="T6" fmla="*/ 24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4" y="1"/>
                    <a:pt x="3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5" name="Freeform 2786">
              <a:extLst>
                <a:ext uri="{FF2B5EF4-FFF2-40B4-BE49-F238E27FC236}">
                  <a16:creationId xmlns:a16="http://schemas.microsoft.com/office/drawing/2014/main" id="{0373EF8F-055F-48FD-9C17-7508F8604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3831"/>
              <a:ext cx="33" cy="11"/>
            </a:xfrm>
            <a:custGeom>
              <a:avLst/>
              <a:gdLst>
                <a:gd name="T0" fmla="*/ 60 w 16"/>
                <a:gd name="T1" fmla="*/ 9 h 5"/>
                <a:gd name="T2" fmla="*/ 72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7" y="1"/>
                  </a:moveTo>
                  <a:cubicBezTo>
                    <a:pt x="0" y="5"/>
                    <a:pt x="16" y="4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6" name="Freeform 2787">
              <a:extLst>
                <a:ext uri="{FF2B5EF4-FFF2-40B4-BE49-F238E27FC236}">
                  <a16:creationId xmlns:a16="http://schemas.microsoft.com/office/drawing/2014/main" id="{8FC40D7B-0BC3-4FC6-9E26-B0C8F2000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799"/>
              <a:ext cx="11" cy="8"/>
            </a:xfrm>
            <a:custGeom>
              <a:avLst/>
              <a:gdLst>
                <a:gd name="T0" fmla="*/ 9 w 5"/>
                <a:gd name="T1" fmla="*/ 0 h 4"/>
                <a:gd name="T2" fmla="*/ 9 w 5"/>
                <a:gd name="T3" fmla="*/ 32 h 4"/>
                <a:gd name="T4" fmla="*/ 33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7" name="Freeform 2788">
              <a:extLst>
                <a:ext uri="{FF2B5EF4-FFF2-40B4-BE49-F238E27FC236}">
                  <a16:creationId xmlns:a16="http://schemas.microsoft.com/office/drawing/2014/main" id="{2EE3A79D-829B-4F01-8706-3235DAEFE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750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0 w 5"/>
                <a:gd name="T3" fmla="*/ 33 h 5"/>
                <a:gd name="T4" fmla="*/ 40 w 5"/>
                <a:gd name="T5" fmla="*/ 0 h 5"/>
                <a:gd name="T6" fmla="*/ 24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5"/>
                    <a:pt x="4" y="3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8" name="Freeform 2789">
              <a:extLst>
                <a:ext uri="{FF2B5EF4-FFF2-40B4-BE49-F238E27FC236}">
                  <a16:creationId xmlns:a16="http://schemas.microsoft.com/office/drawing/2014/main" id="{7443BC22-E6D1-43FC-9899-9B90CFDFB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3724"/>
              <a:ext cx="8" cy="9"/>
            </a:xfrm>
            <a:custGeom>
              <a:avLst/>
              <a:gdLst>
                <a:gd name="T0" fmla="*/ 8 w 4"/>
                <a:gd name="T1" fmla="*/ 11 h 4"/>
                <a:gd name="T2" fmla="*/ 8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4" y="2"/>
                    <a:pt x="3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09" name="Freeform 2790">
              <a:extLst>
                <a:ext uri="{FF2B5EF4-FFF2-40B4-BE49-F238E27FC236}">
                  <a16:creationId xmlns:a16="http://schemas.microsoft.com/office/drawing/2014/main" id="{B6EC029B-2F07-4E3B-84C9-640457169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3665"/>
              <a:ext cx="8" cy="9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0" name="Freeform 2791">
              <a:extLst>
                <a:ext uri="{FF2B5EF4-FFF2-40B4-BE49-F238E27FC236}">
                  <a16:creationId xmlns:a16="http://schemas.microsoft.com/office/drawing/2014/main" id="{CC5AE0A2-81A6-4560-9ED3-12F74E0CC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718"/>
              <a:ext cx="12" cy="11"/>
            </a:xfrm>
            <a:custGeom>
              <a:avLst/>
              <a:gdLst>
                <a:gd name="T0" fmla="*/ 16 w 6"/>
                <a:gd name="T1" fmla="*/ 0 h 5"/>
                <a:gd name="T2" fmla="*/ 24 w 6"/>
                <a:gd name="T3" fmla="*/ 53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6" y="4"/>
                    <a:pt x="6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1" name="Freeform 2792">
              <a:extLst>
                <a:ext uri="{FF2B5EF4-FFF2-40B4-BE49-F238E27FC236}">
                  <a16:creationId xmlns:a16="http://schemas.microsoft.com/office/drawing/2014/main" id="{3068FDDB-9D75-4E08-BCB9-C91C41CB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676"/>
              <a:ext cx="8" cy="9"/>
            </a:xfrm>
            <a:custGeom>
              <a:avLst/>
              <a:gdLst>
                <a:gd name="T0" fmla="*/ 0 w 4"/>
                <a:gd name="T1" fmla="*/ 11 h 4"/>
                <a:gd name="T2" fmla="*/ 8 w 4"/>
                <a:gd name="T3" fmla="*/ 45 h 4"/>
                <a:gd name="T4" fmla="*/ 24 w 4"/>
                <a:gd name="T5" fmla="*/ 11 h 4"/>
                <a:gd name="T6" fmla="*/ 8 w 4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3" y="4"/>
                    <a:pt x="4" y="3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2" name="Freeform 2793">
              <a:extLst>
                <a:ext uri="{FF2B5EF4-FFF2-40B4-BE49-F238E27FC236}">
                  <a16:creationId xmlns:a16="http://schemas.microsoft.com/office/drawing/2014/main" id="{81DD5FBD-666A-4123-806B-C9333A199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3722"/>
              <a:ext cx="28" cy="33"/>
            </a:xfrm>
            <a:custGeom>
              <a:avLst/>
              <a:gdLst>
                <a:gd name="T0" fmla="*/ 32 w 14"/>
                <a:gd name="T1" fmla="*/ 9 h 15"/>
                <a:gd name="T2" fmla="*/ 16 w 14"/>
                <a:gd name="T3" fmla="*/ 9 h 15"/>
                <a:gd name="T4" fmla="*/ 40 w 1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4" y="1"/>
                  </a:moveTo>
                  <a:cubicBezTo>
                    <a:pt x="3" y="1"/>
                    <a:pt x="2" y="0"/>
                    <a:pt x="2" y="1"/>
                  </a:cubicBezTo>
                  <a:cubicBezTo>
                    <a:pt x="0" y="15"/>
                    <a:pt x="14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3" name="Freeform 2794">
              <a:extLst>
                <a:ext uri="{FF2B5EF4-FFF2-40B4-BE49-F238E27FC236}">
                  <a16:creationId xmlns:a16="http://schemas.microsoft.com/office/drawing/2014/main" id="{4BFC97FC-A5B0-4A34-9DD3-ED9C87478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3759"/>
              <a:ext cx="13" cy="13"/>
            </a:xfrm>
            <a:custGeom>
              <a:avLst/>
              <a:gdLst>
                <a:gd name="T0" fmla="*/ 0 w 6"/>
                <a:gd name="T1" fmla="*/ 9 h 6"/>
                <a:gd name="T2" fmla="*/ 61 w 6"/>
                <a:gd name="T3" fmla="*/ 9 h 6"/>
                <a:gd name="T4" fmla="*/ 20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6"/>
                    <a:pt x="6" y="6"/>
                    <a:pt x="6" y="1"/>
                  </a:cubicBezTo>
                  <a:cubicBezTo>
                    <a:pt x="5" y="0"/>
                    <a:pt x="4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4" name="Freeform 2795">
              <a:extLst>
                <a:ext uri="{FF2B5EF4-FFF2-40B4-BE49-F238E27FC236}">
                  <a16:creationId xmlns:a16="http://schemas.microsoft.com/office/drawing/2014/main" id="{90098C3C-658A-44A5-BE82-78E96ED6C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696"/>
              <a:ext cx="8" cy="13"/>
            </a:xfrm>
            <a:custGeom>
              <a:avLst/>
              <a:gdLst>
                <a:gd name="T0" fmla="*/ 0 w 4"/>
                <a:gd name="T1" fmla="*/ 33 h 6"/>
                <a:gd name="T2" fmla="*/ 8 w 4"/>
                <a:gd name="T3" fmla="*/ 61 h 6"/>
                <a:gd name="T4" fmla="*/ 8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4" y="5"/>
                    <a:pt x="4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5" name="Freeform 2796">
              <a:extLst>
                <a:ext uri="{FF2B5EF4-FFF2-40B4-BE49-F238E27FC236}">
                  <a16:creationId xmlns:a16="http://schemas.microsoft.com/office/drawing/2014/main" id="{4470EA62-0D95-4DE9-93EB-167F7F141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691"/>
              <a:ext cx="20" cy="18"/>
            </a:xfrm>
            <a:custGeom>
              <a:avLst/>
              <a:gdLst>
                <a:gd name="T0" fmla="*/ 32 w 10"/>
                <a:gd name="T1" fmla="*/ 11 h 8"/>
                <a:gd name="T2" fmla="*/ 24 w 10"/>
                <a:gd name="T3" fmla="*/ 11 h 8"/>
                <a:gd name="T4" fmla="*/ 56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1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0" y="8"/>
                    <a:pt x="10" y="8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6" name="Freeform 2797">
              <a:extLst>
                <a:ext uri="{FF2B5EF4-FFF2-40B4-BE49-F238E27FC236}">
                  <a16:creationId xmlns:a16="http://schemas.microsoft.com/office/drawing/2014/main" id="{CFC48ACC-A7E4-490B-B7C9-DD6D387D6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3630"/>
              <a:ext cx="10" cy="16"/>
            </a:xfrm>
            <a:custGeom>
              <a:avLst/>
              <a:gdLst>
                <a:gd name="T0" fmla="*/ 16 w 5"/>
                <a:gd name="T1" fmla="*/ 0 h 7"/>
                <a:gd name="T2" fmla="*/ 16 w 5"/>
                <a:gd name="T3" fmla="*/ 85 h 7"/>
                <a:gd name="T4" fmla="*/ 24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5" y="6"/>
                    <a:pt x="5" y="3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7" name="Freeform 2798">
              <a:extLst>
                <a:ext uri="{FF2B5EF4-FFF2-40B4-BE49-F238E27FC236}">
                  <a16:creationId xmlns:a16="http://schemas.microsoft.com/office/drawing/2014/main" id="{EA35693B-19E0-40CA-B98C-26D1AF746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617"/>
              <a:ext cx="9" cy="9"/>
            </a:xfrm>
            <a:custGeom>
              <a:avLst/>
              <a:gdLst>
                <a:gd name="T0" fmla="*/ 11 w 4"/>
                <a:gd name="T1" fmla="*/ 0 h 4"/>
                <a:gd name="T2" fmla="*/ 25 w 4"/>
                <a:gd name="T3" fmla="*/ 45 h 4"/>
                <a:gd name="T4" fmla="*/ 3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8" name="Freeform 2799">
              <a:extLst>
                <a:ext uri="{FF2B5EF4-FFF2-40B4-BE49-F238E27FC236}">
                  <a16:creationId xmlns:a16="http://schemas.microsoft.com/office/drawing/2014/main" id="{7E929223-5C7A-47C7-9C06-0138354FB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571"/>
              <a:ext cx="21" cy="20"/>
            </a:xfrm>
            <a:custGeom>
              <a:avLst/>
              <a:gdLst>
                <a:gd name="T0" fmla="*/ 17 w 10"/>
                <a:gd name="T1" fmla="*/ 0 h 9"/>
                <a:gd name="T2" fmla="*/ 48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2" y="0"/>
                  </a:moveTo>
                  <a:cubicBezTo>
                    <a:pt x="0" y="9"/>
                    <a:pt x="10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19" name="Freeform 2800">
              <a:extLst>
                <a:ext uri="{FF2B5EF4-FFF2-40B4-BE49-F238E27FC236}">
                  <a16:creationId xmlns:a16="http://schemas.microsoft.com/office/drawing/2014/main" id="{833732FC-67D2-47D5-8F65-736102BE2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3530"/>
              <a:ext cx="11" cy="13"/>
            </a:xfrm>
            <a:custGeom>
              <a:avLst/>
              <a:gdLst>
                <a:gd name="T0" fmla="*/ 20 w 5"/>
                <a:gd name="T1" fmla="*/ 0 h 6"/>
                <a:gd name="T2" fmla="*/ 33 w 5"/>
                <a:gd name="T3" fmla="*/ 61 h 6"/>
                <a:gd name="T4" fmla="*/ 20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2"/>
                    <a:pt x="0" y="5"/>
                    <a:pt x="3" y="6"/>
                  </a:cubicBezTo>
                  <a:cubicBezTo>
                    <a:pt x="5" y="4"/>
                    <a:pt x="4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0" name="Freeform 2801">
              <a:extLst>
                <a:ext uri="{FF2B5EF4-FFF2-40B4-BE49-F238E27FC236}">
                  <a16:creationId xmlns:a16="http://schemas.microsoft.com/office/drawing/2014/main" id="{D530BEFC-8B20-4984-8436-BA9F132F2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562"/>
              <a:ext cx="8" cy="14"/>
            </a:xfrm>
            <a:custGeom>
              <a:avLst/>
              <a:gdLst>
                <a:gd name="T0" fmla="*/ 24 w 4"/>
                <a:gd name="T1" fmla="*/ 0 h 6"/>
                <a:gd name="T2" fmla="*/ 16 w 4"/>
                <a:gd name="T3" fmla="*/ 77 h 6"/>
                <a:gd name="T4" fmla="*/ 24 w 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3" y="5"/>
                    <a:pt x="4" y="4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1" name="Freeform 2802">
              <a:extLst>
                <a:ext uri="{FF2B5EF4-FFF2-40B4-BE49-F238E27FC236}">
                  <a16:creationId xmlns:a16="http://schemas.microsoft.com/office/drawing/2014/main" id="{CF804E4D-6284-43A0-A7DE-D12A71FD7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3604"/>
              <a:ext cx="10" cy="13"/>
            </a:xfrm>
            <a:custGeom>
              <a:avLst/>
              <a:gdLst>
                <a:gd name="T0" fmla="*/ 24 w 5"/>
                <a:gd name="T1" fmla="*/ 0 h 6"/>
                <a:gd name="T2" fmla="*/ 16 w 5"/>
                <a:gd name="T3" fmla="*/ 61 h 6"/>
                <a:gd name="T4" fmla="*/ 32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4" y="5"/>
                    <a:pt x="5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2" name="Freeform 2803">
              <a:extLst>
                <a:ext uri="{FF2B5EF4-FFF2-40B4-BE49-F238E27FC236}">
                  <a16:creationId xmlns:a16="http://schemas.microsoft.com/office/drawing/2014/main" id="{64C6E0B0-A144-46DA-B6B7-E79D9EFE4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3523"/>
              <a:ext cx="6" cy="11"/>
            </a:xfrm>
            <a:custGeom>
              <a:avLst/>
              <a:gdLst>
                <a:gd name="T0" fmla="*/ 8 w 3"/>
                <a:gd name="T1" fmla="*/ 20 h 5"/>
                <a:gd name="T2" fmla="*/ 0 w 3"/>
                <a:gd name="T3" fmla="*/ 44 h 5"/>
                <a:gd name="T4" fmla="*/ 16 w 3"/>
                <a:gd name="T5" fmla="*/ 53 h 5"/>
                <a:gd name="T6" fmla="*/ 16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3" name="Freeform 2804">
              <a:extLst>
                <a:ext uri="{FF2B5EF4-FFF2-40B4-BE49-F238E27FC236}">
                  <a16:creationId xmlns:a16="http://schemas.microsoft.com/office/drawing/2014/main" id="{487A423C-C475-491D-BC49-55623A53C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3457"/>
              <a:ext cx="27" cy="20"/>
            </a:xfrm>
            <a:custGeom>
              <a:avLst/>
              <a:gdLst>
                <a:gd name="T0" fmla="*/ 35 w 13"/>
                <a:gd name="T1" fmla="*/ 20 h 9"/>
                <a:gd name="T2" fmla="*/ 44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4" y="2"/>
                  </a:moveTo>
                  <a:cubicBezTo>
                    <a:pt x="0" y="9"/>
                    <a:pt x="13" y="7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4" name="Freeform 2805">
              <a:extLst>
                <a:ext uri="{FF2B5EF4-FFF2-40B4-BE49-F238E27FC236}">
                  <a16:creationId xmlns:a16="http://schemas.microsoft.com/office/drawing/2014/main" id="{78853120-2E72-423F-B552-0981929B0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3484"/>
              <a:ext cx="8" cy="11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53 h 5"/>
                <a:gd name="T4" fmla="*/ 16 w 4"/>
                <a:gd name="T5" fmla="*/ 20 h 5"/>
                <a:gd name="T6" fmla="*/ 8 w 4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3"/>
                    <a:pt x="4" y="3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5" name="Freeform 2806">
              <a:extLst>
                <a:ext uri="{FF2B5EF4-FFF2-40B4-BE49-F238E27FC236}">
                  <a16:creationId xmlns:a16="http://schemas.microsoft.com/office/drawing/2014/main" id="{B1327766-C7BD-4043-8F68-5CAC4B2E7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3545"/>
              <a:ext cx="10" cy="15"/>
            </a:xfrm>
            <a:custGeom>
              <a:avLst/>
              <a:gdLst>
                <a:gd name="T0" fmla="*/ 16 w 5"/>
                <a:gd name="T1" fmla="*/ 28 h 7"/>
                <a:gd name="T2" fmla="*/ 0 w 5"/>
                <a:gd name="T3" fmla="*/ 28 h 7"/>
                <a:gd name="T4" fmla="*/ 8 w 5"/>
                <a:gd name="T5" fmla="*/ 69 h 7"/>
                <a:gd name="T6" fmla="*/ 24 w 5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3"/>
                  </a:moveTo>
                  <a:cubicBezTo>
                    <a:pt x="1" y="3"/>
                    <a:pt x="1" y="3"/>
                    <a:pt x="0" y="3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4" y="6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6" name="Freeform 2807">
              <a:extLst>
                <a:ext uri="{FF2B5EF4-FFF2-40B4-BE49-F238E27FC236}">
                  <a16:creationId xmlns:a16="http://schemas.microsoft.com/office/drawing/2014/main" id="{FD5B24AD-F4C1-43DD-9FC6-0039BDE61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527"/>
              <a:ext cx="6" cy="9"/>
            </a:xfrm>
            <a:custGeom>
              <a:avLst/>
              <a:gdLst>
                <a:gd name="T0" fmla="*/ 0 w 3"/>
                <a:gd name="T1" fmla="*/ 0 h 4"/>
                <a:gd name="T2" fmla="*/ 16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7" name="Freeform 2808">
              <a:extLst>
                <a:ext uri="{FF2B5EF4-FFF2-40B4-BE49-F238E27FC236}">
                  <a16:creationId xmlns:a16="http://schemas.microsoft.com/office/drawing/2014/main" id="{517AEAED-B289-43C4-A394-D70FEC29E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495"/>
              <a:ext cx="6" cy="11"/>
            </a:xfrm>
            <a:custGeom>
              <a:avLst/>
              <a:gdLst>
                <a:gd name="T0" fmla="*/ 8 w 3"/>
                <a:gd name="T1" fmla="*/ 0 h 5"/>
                <a:gd name="T2" fmla="*/ 16 w 3"/>
                <a:gd name="T3" fmla="*/ 53 h 5"/>
                <a:gd name="T4" fmla="*/ 16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4"/>
                    <a:pt x="3" y="3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8" name="Freeform 2809">
              <a:extLst>
                <a:ext uri="{FF2B5EF4-FFF2-40B4-BE49-F238E27FC236}">
                  <a16:creationId xmlns:a16="http://schemas.microsoft.com/office/drawing/2014/main" id="{5DD2113B-CC72-4BE5-88E8-A0027B348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3447"/>
              <a:ext cx="16" cy="19"/>
            </a:xfrm>
            <a:custGeom>
              <a:avLst/>
              <a:gdLst>
                <a:gd name="T0" fmla="*/ 8 w 8"/>
                <a:gd name="T1" fmla="*/ 8 h 9"/>
                <a:gd name="T2" fmla="*/ 16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1" y="1"/>
                  </a:moveTo>
                  <a:cubicBezTo>
                    <a:pt x="0" y="9"/>
                    <a:pt x="8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29" name="Freeform 2810">
              <a:extLst>
                <a:ext uri="{FF2B5EF4-FFF2-40B4-BE49-F238E27FC236}">
                  <a16:creationId xmlns:a16="http://schemas.microsoft.com/office/drawing/2014/main" id="{8DC3F1E1-3A8A-463D-B3EF-3C2780D08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3447"/>
              <a:ext cx="17" cy="24"/>
            </a:xfrm>
            <a:custGeom>
              <a:avLst/>
              <a:gdLst>
                <a:gd name="T0" fmla="*/ 9 w 8"/>
                <a:gd name="T1" fmla="*/ 20 h 11"/>
                <a:gd name="T2" fmla="*/ 19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2"/>
                  </a:moveTo>
                  <a:cubicBezTo>
                    <a:pt x="0" y="11"/>
                    <a:pt x="8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0" name="Freeform 2811">
              <a:extLst>
                <a:ext uri="{FF2B5EF4-FFF2-40B4-BE49-F238E27FC236}">
                  <a16:creationId xmlns:a16="http://schemas.microsoft.com/office/drawing/2014/main" id="{21D820DA-B0CB-4C1A-B835-E112E13E1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398"/>
              <a:ext cx="8" cy="11"/>
            </a:xfrm>
            <a:custGeom>
              <a:avLst/>
              <a:gdLst>
                <a:gd name="T0" fmla="*/ 0 w 4"/>
                <a:gd name="T1" fmla="*/ 20 h 5"/>
                <a:gd name="T2" fmla="*/ 8 w 4"/>
                <a:gd name="T3" fmla="*/ 53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3"/>
                    <a:pt x="3" y="0"/>
                    <a:pt x="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1" name="Freeform 2812">
              <a:extLst>
                <a:ext uri="{FF2B5EF4-FFF2-40B4-BE49-F238E27FC236}">
                  <a16:creationId xmlns:a16="http://schemas.microsoft.com/office/drawing/2014/main" id="{9B95F54D-FDEB-4276-B03B-3245FC16A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3342"/>
              <a:ext cx="14" cy="11"/>
            </a:xfrm>
            <a:custGeom>
              <a:avLst/>
              <a:gdLst>
                <a:gd name="T0" fmla="*/ 24 w 7"/>
                <a:gd name="T1" fmla="*/ 0 h 5"/>
                <a:gd name="T2" fmla="*/ 24 w 7"/>
                <a:gd name="T3" fmla="*/ 53 h 5"/>
                <a:gd name="T4" fmla="*/ 2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1" y="1"/>
                    <a:pt x="0" y="4"/>
                    <a:pt x="3" y="5"/>
                  </a:cubicBezTo>
                  <a:cubicBezTo>
                    <a:pt x="5" y="4"/>
                    <a:pt x="7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2" name="Freeform 2813">
              <a:extLst>
                <a:ext uri="{FF2B5EF4-FFF2-40B4-BE49-F238E27FC236}">
                  <a16:creationId xmlns:a16="http://schemas.microsoft.com/office/drawing/2014/main" id="{04B42F71-6D13-4665-BDB3-21FD8680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372"/>
              <a:ext cx="10" cy="16"/>
            </a:xfrm>
            <a:custGeom>
              <a:avLst/>
              <a:gdLst>
                <a:gd name="T0" fmla="*/ 8 w 5"/>
                <a:gd name="T1" fmla="*/ 11 h 7"/>
                <a:gd name="T2" fmla="*/ 16 w 5"/>
                <a:gd name="T3" fmla="*/ 85 h 7"/>
                <a:gd name="T4" fmla="*/ 16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5" y="5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3" name="Freeform 2814">
              <a:extLst>
                <a:ext uri="{FF2B5EF4-FFF2-40B4-BE49-F238E27FC236}">
                  <a16:creationId xmlns:a16="http://schemas.microsoft.com/office/drawing/2014/main" id="{DE9837DB-F08D-43F0-AEC6-BAFE57FF8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331"/>
              <a:ext cx="29" cy="19"/>
            </a:xfrm>
            <a:custGeom>
              <a:avLst/>
              <a:gdLst>
                <a:gd name="T0" fmla="*/ 52 w 14"/>
                <a:gd name="T1" fmla="*/ 0 h 9"/>
                <a:gd name="T2" fmla="*/ 64 w 14"/>
                <a:gd name="T3" fmla="*/ 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6" y="0"/>
                  </a:moveTo>
                  <a:cubicBezTo>
                    <a:pt x="0" y="9"/>
                    <a:pt x="14" y="2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4" name="Freeform 2815">
              <a:extLst>
                <a:ext uri="{FF2B5EF4-FFF2-40B4-BE49-F238E27FC236}">
                  <a16:creationId xmlns:a16="http://schemas.microsoft.com/office/drawing/2014/main" id="{3013284C-0A19-40BE-BFBC-905196B43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3394"/>
              <a:ext cx="8" cy="11"/>
            </a:xfrm>
            <a:custGeom>
              <a:avLst/>
              <a:gdLst>
                <a:gd name="T0" fmla="*/ 8 w 4"/>
                <a:gd name="T1" fmla="*/ 20 h 5"/>
                <a:gd name="T2" fmla="*/ 16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4"/>
                    <a:pt x="0" y="4"/>
                    <a:pt x="2" y="5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5" name="Freeform 2816">
              <a:extLst>
                <a:ext uri="{FF2B5EF4-FFF2-40B4-BE49-F238E27FC236}">
                  <a16:creationId xmlns:a16="http://schemas.microsoft.com/office/drawing/2014/main" id="{B3773FC9-3A5F-458B-BE9B-10AA6EB66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3363"/>
              <a:ext cx="8" cy="11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53 h 5"/>
                <a:gd name="T4" fmla="*/ 24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6" name="Freeform 2817">
              <a:extLst>
                <a:ext uri="{FF2B5EF4-FFF2-40B4-BE49-F238E27FC236}">
                  <a16:creationId xmlns:a16="http://schemas.microsoft.com/office/drawing/2014/main" id="{D072CBDF-83EB-4564-9480-769479B4F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359"/>
              <a:ext cx="8" cy="11"/>
            </a:xfrm>
            <a:custGeom>
              <a:avLst/>
              <a:gdLst>
                <a:gd name="T0" fmla="*/ 8 w 4"/>
                <a:gd name="T1" fmla="*/ 9 h 5"/>
                <a:gd name="T2" fmla="*/ 8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7" name="Freeform 2818">
              <a:extLst>
                <a:ext uri="{FF2B5EF4-FFF2-40B4-BE49-F238E27FC236}">
                  <a16:creationId xmlns:a16="http://schemas.microsoft.com/office/drawing/2014/main" id="{724510DD-27A9-4921-AF33-20487DBD6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3289"/>
              <a:ext cx="10" cy="13"/>
            </a:xfrm>
            <a:custGeom>
              <a:avLst/>
              <a:gdLst>
                <a:gd name="T0" fmla="*/ 24 w 5"/>
                <a:gd name="T1" fmla="*/ 0 h 6"/>
                <a:gd name="T2" fmla="*/ 16 w 5"/>
                <a:gd name="T3" fmla="*/ 61 h 6"/>
                <a:gd name="T4" fmla="*/ 32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4" y="5"/>
                    <a:pt x="5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8" name="Freeform 2819">
              <a:extLst>
                <a:ext uri="{FF2B5EF4-FFF2-40B4-BE49-F238E27FC236}">
                  <a16:creationId xmlns:a16="http://schemas.microsoft.com/office/drawing/2014/main" id="{DE71D33E-2F93-4DD1-BAFF-C988E6CF4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291"/>
              <a:ext cx="18" cy="20"/>
            </a:xfrm>
            <a:custGeom>
              <a:avLst/>
              <a:gdLst>
                <a:gd name="T0" fmla="*/ 32 w 9"/>
                <a:gd name="T1" fmla="*/ 0 h 9"/>
                <a:gd name="T2" fmla="*/ 32 w 9"/>
                <a:gd name="T3" fmla="*/ 89 h 9"/>
                <a:gd name="T4" fmla="*/ 32 w 9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0" y="2"/>
                    <a:pt x="0" y="9"/>
                    <a:pt x="4" y="8"/>
                  </a:cubicBezTo>
                  <a:cubicBezTo>
                    <a:pt x="9" y="8"/>
                    <a:pt x="8" y="0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39" name="Freeform 2820">
              <a:extLst>
                <a:ext uri="{FF2B5EF4-FFF2-40B4-BE49-F238E27FC236}">
                  <a16:creationId xmlns:a16="http://schemas.microsoft.com/office/drawing/2014/main" id="{0AD731A3-2B12-4C34-8595-818792112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3274"/>
              <a:ext cx="6" cy="9"/>
            </a:xfrm>
            <a:custGeom>
              <a:avLst/>
              <a:gdLst>
                <a:gd name="T0" fmla="*/ 0 w 3"/>
                <a:gd name="T1" fmla="*/ 11 h 4"/>
                <a:gd name="T2" fmla="*/ 8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2"/>
                    <a:pt x="3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0" name="Freeform 2821">
              <a:extLst>
                <a:ext uri="{FF2B5EF4-FFF2-40B4-BE49-F238E27FC236}">
                  <a16:creationId xmlns:a16="http://schemas.microsoft.com/office/drawing/2014/main" id="{32A8D8D7-586A-451B-954A-682B6820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3624"/>
              <a:ext cx="15" cy="17"/>
            </a:xfrm>
            <a:custGeom>
              <a:avLst/>
              <a:gdLst>
                <a:gd name="T0" fmla="*/ 19 w 7"/>
                <a:gd name="T1" fmla="*/ 28 h 8"/>
                <a:gd name="T2" fmla="*/ 19 w 7"/>
                <a:gd name="T3" fmla="*/ 77 h 8"/>
                <a:gd name="T4" fmla="*/ 5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3"/>
                  </a:moveTo>
                  <a:cubicBezTo>
                    <a:pt x="0" y="5"/>
                    <a:pt x="0" y="6"/>
                    <a:pt x="2" y="8"/>
                  </a:cubicBezTo>
                  <a:cubicBezTo>
                    <a:pt x="6" y="6"/>
                    <a:pt x="7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1" name="Freeform 2822">
              <a:extLst>
                <a:ext uri="{FF2B5EF4-FFF2-40B4-BE49-F238E27FC236}">
                  <a16:creationId xmlns:a16="http://schemas.microsoft.com/office/drawing/2014/main" id="{A70D8A8D-E755-4591-B4F2-9DA80A345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3615"/>
              <a:ext cx="10" cy="13"/>
            </a:xfrm>
            <a:custGeom>
              <a:avLst/>
              <a:gdLst>
                <a:gd name="T0" fmla="*/ 8 w 5"/>
                <a:gd name="T1" fmla="*/ 20 h 6"/>
                <a:gd name="T2" fmla="*/ 8 w 5"/>
                <a:gd name="T3" fmla="*/ 61 h 6"/>
                <a:gd name="T4" fmla="*/ 2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5" y="3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2" name="Freeform 2823">
              <a:extLst>
                <a:ext uri="{FF2B5EF4-FFF2-40B4-BE49-F238E27FC236}">
                  <a16:creationId xmlns:a16="http://schemas.microsoft.com/office/drawing/2014/main" id="{C236BE86-DE15-4825-9244-91D637D75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3632"/>
              <a:ext cx="12" cy="14"/>
            </a:xfrm>
            <a:custGeom>
              <a:avLst/>
              <a:gdLst>
                <a:gd name="T0" fmla="*/ 8 w 6"/>
                <a:gd name="T1" fmla="*/ 0 h 6"/>
                <a:gd name="T2" fmla="*/ 0 w 6"/>
                <a:gd name="T3" fmla="*/ 65 h 6"/>
                <a:gd name="T4" fmla="*/ 16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5" y="6"/>
                    <a:pt x="6" y="3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3" name="Freeform 2824">
              <a:extLst>
                <a:ext uri="{FF2B5EF4-FFF2-40B4-BE49-F238E27FC236}">
                  <a16:creationId xmlns:a16="http://schemas.microsoft.com/office/drawing/2014/main" id="{F105CF87-EA40-4627-ADAF-0A6E72D32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326"/>
              <a:ext cx="33" cy="40"/>
            </a:xfrm>
            <a:custGeom>
              <a:avLst/>
              <a:gdLst>
                <a:gd name="T0" fmla="*/ 43 w 16"/>
                <a:gd name="T1" fmla="*/ 9 h 18"/>
                <a:gd name="T2" fmla="*/ 60 w 16"/>
                <a:gd name="T3" fmla="*/ 187 h 18"/>
                <a:gd name="T4" fmla="*/ 60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5" y="1"/>
                  </a:moveTo>
                  <a:cubicBezTo>
                    <a:pt x="1" y="4"/>
                    <a:pt x="0" y="17"/>
                    <a:pt x="7" y="17"/>
                  </a:cubicBezTo>
                  <a:cubicBezTo>
                    <a:pt x="16" y="18"/>
                    <a:pt x="11" y="3"/>
                    <a:pt x="7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4" name="Freeform 2825">
              <a:extLst>
                <a:ext uri="{FF2B5EF4-FFF2-40B4-BE49-F238E27FC236}">
                  <a16:creationId xmlns:a16="http://schemas.microsoft.com/office/drawing/2014/main" id="{DD3C2AF8-2E7B-4F4F-9A3C-1C62FBEB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3569"/>
              <a:ext cx="27" cy="50"/>
            </a:xfrm>
            <a:custGeom>
              <a:avLst/>
              <a:gdLst>
                <a:gd name="T0" fmla="*/ 0 w 13"/>
                <a:gd name="T1" fmla="*/ 20 h 23"/>
                <a:gd name="T2" fmla="*/ 100 w 13"/>
                <a:gd name="T3" fmla="*/ 141 h 23"/>
                <a:gd name="T4" fmla="*/ 8 w 13"/>
                <a:gd name="T5" fmla="*/ 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0" y="2"/>
                  </a:moveTo>
                  <a:cubicBezTo>
                    <a:pt x="0" y="6"/>
                    <a:pt x="8" y="23"/>
                    <a:pt x="11" y="14"/>
                  </a:cubicBezTo>
                  <a:cubicBezTo>
                    <a:pt x="13" y="10"/>
                    <a:pt x="5" y="0"/>
                    <a:pt x="1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5" name="Freeform 2826">
              <a:extLst>
                <a:ext uri="{FF2B5EF4-FFF2-40B4-BE49-F238E27FC236}">
                  <a16:creationId xmlns:a16="http://schemas.microsoft.com/office/drawing/2014/main" id="{88BE5DCE-C899-4310-A891-6A0DA2ED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713"/>
              <a:ext cx="32" cy="24"/>
            </a:xfrm>
            <a:custGeom>
              <a:avLst/>
              <a:gdLst>
                <a:gd name="T0" fmla="*/ 0 w 16"/>
                <a:gd name="T1" fmla="*/ 0 h 11"/>
                <a:gd name="T2" fmla="*/ 128 w 16"/>
                <a:gd name="T3" fmla="*/ 81 h 11"/>
                <a:gd name="T4" fmla="*/ 16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0"/>
                  </a:moveTo>
                  <a:cubicBezTo>
                    <a:pt x="3" y="6"/>
                    <a:pt x="10" y="11"/>
                    <a:pt x="16" y="8"/>
                  </a:cubicBezTo>
                  <a:cubicBezTo>
                    <a:pt x="14" y="4"/>
                    <a:pt x="7" y="0"/>
                    <a:pt x="2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6" name="Freeform 2827">
              <a:extLst>
                <a:ext uri="{FF2B5EF4-FFF2-40B4-BE49-F238E27FC236}">
                  <a16:creationId xmlns:a16="http://schemas.microsoft.com/office/drawing/2014/main" id="{B7B8BC4C-0A3B-4966-AC84-72068AE1D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3755"/>
              <a:ext cx="29" cy="17"/>
            </a:xfrm>
            <a:custGeom>
              <a:avLst/>
              <a:gdLst>
                <a:gd name="T0" fmla="*/ 0 w 14"/>
                <a:gd name="T1" fmla="*/ 9 h 8"/>
                <a:gd name="T2" fmla="*/ 124 w 14"/>
                <a:gd name="T3" fmla="*/ 49 h 8"/>
                <a:gd name="T4" fmla="*/ 17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1"/>
                  </a:moveTo>
                  <a:cubicBezTo>
                    <a:pt x="3" y="6"/>
                    <a:pt x="9" y="8"/>
                    <a:pt x="14" y="5"/>
                  </a:cubicBezTo>
                  <a:cubicBezTo>
                    <a:pt x="11" y="2"/>
                    <a:pt x="6" y="0"/>
                    <a:pt x="2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7" name="Freeform 2828">
              <a:extLst>
                <a:ext uri="{FF2B5EF4-FFF2-40B4-BE49-F238E27FC236}">
                  <a16:creationId xmlns:a16="http://schemas.microsoft.com/office/drawing/2014/main" id="{7F68ECA0-E50F-4924-B5CB-152039E99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259"/>
              <a:ext cx="18" cy="32"/>
            </a:xfrm>
            <a:custGeom>
              <a:avLst/>
              <a:gdLst>
                <a:gd name="T0" fmla="*/ 16 w 9"/>
                <a:gd name="T1" fmla="*/ 28 h 15"/>
                <a:gd name="T2" fmla="*/ 40 w 9"/>
                <a:gd name="T3" fmla="*/ 137 h 15"/>
                <a:gd name="T4" fmla="*/ 72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2" y="3"/>
                  </a:moveTo>
                  <a:cubicBezTo>
                    <a:pt x="0" y="6"/>
                    <a:pt x="0" y="15"/>
                    <a:pt x="5" y="14"/>
                  </a:cubicBezTo>
                  <a:cubicBezTo>
                    <a:pt x="9" y="14"/>
                    <a:pt x="9" y="3"/>
                    <a:pt x="9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8" name="Freeform 2829">
              <a:extLst>
                <a:ext uri="{FF2B5EF4-FFF2-40B4-BE49-F238E27FC236}">
                  <a16:creationId xmlns:a16="http://schemas.microsoft.com/office/drawing/2014/main" id="{B35A032D-4B33-4744-B5E7-6DDA26998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3228"/>
              <a:ext cx="27" cy="31"/>
            </a:xfrm>
            <a:custGeom>
              <a:avLst/>
              <a:gdLst>
                <a:gd name="T0" fmla="*/ 64 w 13"/>
                <a:gd name="T1" fmla="*/ 153 h 14"/>
                <a:gd name="T2" fmla="*/ 52 w 13"/>
                <a:gd name="T3" fmla="*/ 0 h 14"/>
                <a:gd name="T4" fmla="*/ 116 w 13"/>
                <a:gd name="T5" fmla="*/ 1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7" y="14"/>
                  </a:moveTo>
                  <a:cubicBezTo>
                    <a:pt x="4" y="11"/>
                    <a:pt x="0" y="2"/>
                    <a:pt x="6" y="0"/>
                  </a:cubicBezTo>
                  <a:cubicBezTo>
                    <a:pt x="9" y="4"/>
                    <a:pt x="11" y="8"/>
                    <a:pt x="13" y="1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49" name="Freeform 2830">
              <a:extLst>
                <a:ext uri="{FF2B5EF4-FFF2-40B4-BE49-F238E27FC236}">
                  <a16:creationId xmlns:a16="http://schemas.microsoft.com/office/drawing/2014/main" id="{70B82A8A-B58D-44EF-949B-52EA03C94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440"/>
              <a:ext cx="23" cy="39"/>
            </a:xfrm>
            <a:custGeom>
              <a:avLst/>
              <a:gdLst>
                <a:gd name="T0" fmla="*/ 56 w 11"/>
                <a:gd name="T1" fmla="*/ 0 h 18"/>
                <a:gd name="T2" fmla="*/ 36 w 11"/>
                <a:gd name="T3" fmla="*/ 184 h 18"/>
                <a:gd name="T4" fmla="*/ 75 w 11"/>
                <a:gd name="T5" fmla="*/ 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6" y="0"/>
                  </a:moveTo>
                  <a:cubicBezTo>
                    <a:pt x="4" y="5"/>
                    <a:pt x="0" y="13"/>
                    <a:pt x="4" y="18"/>
                  </a:cubicBezTo>
                  <a:cubicBezTo>
                    <a:pt x="8" y="14"/>
                    <a:pt x="11" y="5"/>
                    <a:pt x="8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0" name="Freeform 2831">
              <a:extLst>
                <a:ext uri="{FF2B5EF4-FFF2-40B4-BE49-F238E27FC236}">
                  <a16:creationId xmlns:a16="http://schemas.microsoft.com/office/drawing/2014/main" id="{A5B411F9-CEB9-4D9D-8E6A-C68EBDBE7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3600"/>
              <a:ext cx="25" cy="35"/>
            </a:xfrm>
            <a:custGeom>
              <a:avLst/>
              <a:gdLst>
                <a:gd name="T0" fmla="*/ 108 w 12"/>
                <a:gd name="T1" fmla="*/ 0 h 16"/>
                <a:gd name="T2" fmla="*/ 0 w 12"/>
                <a:gd name="T3" fmla="*/ 168 h 16"/>
                <a:gd name="T4" fmla="*/ 108 w 12"/>
                <a:gd name="T5" fmla="*/ 20 h 16"/>
                <a:gd name="T6" fmla="*/ 100 w 12"/>
                <a:gd name="T7" fmla="*/ 2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7" y="5"/>
                    <a:pt x="0" y="9"/>
                    <a:pt x="0" y="16"/>
                  </a:cubicBezTo>
                  <a:cubicBezTo>
                    <a:pt x="5" y="14"/>
                    <a:pt x="10" y="7"/>
                    <a:pt x="12" y="2"/>
                  </a:cubicBezTo>
                  <a:cubicBezTo>
                    <a:pt x="12" y="0"/>
                    <a:pt x="12" y="2"/>
                    <a:pt x="11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1" name="Freeform 2832">
              <a:extLst>
                <a:ext uri="{FF2B5EF4-FFF2-40B4-BE49-F238E27FC236}">
                  <a16:creationId xmlns:a16="http://schemas.microsoft.com/office/drawing/2014/main" id="{BDCEE0E5-C754-4208-8442-821318F5D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705"/>
              <a:ext cx="23" cy="19"/>
            </a:xfrm>
            <a:custGeom>
              <a:avLst/>
              <a:gdLst>
                <a:gd name="T0" fmla="*/ 65 w 11"/>
                <a:gd name="T1" fmla="*/ 17 h 9"/>
                <a:gd name="T2" fmla="*/ 17 w 11"/>
                <a:gd name="T3" fmla="*/ 84 h 9"/>
                <a:gd name="T4" fmla="*/ 100 w 11"/>
                <a:gd name="T5" fmla="*/ 8 h 9"/>
                <a:gd name="T6" fmla="*/ 75 w 11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7" y="2"/>
                  </a:moveTo>
                  <a:cubicBezTo>
                    <a:pt x="3" y="3"/>
                    <a:pt x="0" y="6"/>
                    <a:pt x="2" y="9"/>
                  </a:cubicBezTo>
                  <a:cubicBezTo>
                    <a:pt x="6" y="8"/>
                    <a:pt x="9" y="5"/>
                    <a:pt x="11" y="1"/>
                  </a:cubicBezTo>
                  <a:cubicBezTo>
                    <a:pt x="10" y="0"/>
                    <a:pt x="9" y="1"/>
                    <a:pt x="8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2" name="Freeform 2833">
              <a:extLst>
                <a:ext uri="{FF2B5EF4-FFF2-40B4-BE49-F238E27FC236}">
                  <a16:creationId xmlns:a16="http://schemas.microsoft.com/office/drawing/2014/main" id="{B288C4CC-F0F1-4287-BE3F-52F6BEF07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3768"/>
              <a:ext cx="21" cy="13"/>
            </a:xfrm>
            <a:custGeom>
              <a:avLst/>
              <a:gdLst>
                <a:gd name="T0" fmla="*/ 0 w 10"/>
                <a:gd name="T1" fmla="*/ 61 h 6"/>
                <a:gd name="T2" fmla="*/ 92 w 10"/>
                <a:gd name="T3" fmla="*/ 33 h 6"/>
                <a:gd name="T4" fmla="*/ 0 w 10"/>
                <a:gd name="T5" fmla="*/ 5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7" y="6"/>
                    <a:pt x="10" y="3"/>
                  </a:cubicBezTo>
                  <a:cubicBezTo>
                    <a:pt x="7" y="0"/>
                    <a:pt x="2" y="1"/>
                    <a:pt x="0" y="5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3" name="Freeform 2834">
              <a:extLst>
                <a:ext uri="{FF2B5EF4-FFF2-40B4-BE49-F238E27FC236}">
                  <a16:creationId xmlns:a16="http://schemas.microsoft.com/office/drawing/2014/main" id="{67EC77FC-6DFE-4178-A1FE-4261A2105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123"/>
              <a:ext cx="19" cy="24"/>
            </a:xfrm>
            <a:custGeom>
              <a:avLst/>
              <a:gdLst>
                <a:gd name="T0" fmla="*/ 8 w 9"/>
                <a:gd name="T1" fmla="*/ 20 h 11"/>
                <a:gd name="T2" fmla="*/ 49 w 9"/>
                <a:gd name="T3" fmla="*/ 113 h 11"/>
                <a:gd name="T4" fmla="*/ 17 w 9"/>
                <a:gd name="T5" fmla="*/ 0 h 11"/>
                <a:gd name="T6" fmla="*/ 8 w 9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2"/>
                  </a:moveTo>
                  <a:cubicBezTo>
                    <a:pt x="0" y="5"/>
                    <a:pt x="2" y="10"/>
                    <a:pt x="5" y="11"/>
                  </a:cubicBezTo>
                  <a:cubicBezTo>
                    <a:pt x="9" y="9"/>
                    <a:pt x="5" y="1"/>
                    <a:pt x="2" y="0"/>
                  </a:cubicBezTo>
                  <a:cubicBezTo>
                    <a:pt x="0" y="0"/>
                    <a:pt x="1" y="1"/>
                    <a:pt x="1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4" name="Freeform 2835">
              <a:extLst>
                <a:ext uri="{FF2B5EF4-FFF2-40B4-BE49-F238E27FC236}">
                  <a16:creationId xmlns:a16="http://schemas.microsoft.com/office/drawing/2014/main" id="{50EA9A6A-9D6B-4E86-B3AC-2A7DFA320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992"/>
              <a:ext cx="18" cy="33"/>
            </a:xfrm>
            <a:custGeom>
              <a:avLst/>
              <a:gdLst>
                <a:gd name="T0" fmla="*/ 0 w 9"/>
                <a:gd name="T1" fmla="*/ 53 h 15"/>
                <a:gd name="T2" fmla="*/ 56 w 9"/>
                <a:gd name="T3" fmla="*/ 161 h 15"/>
                <a:gd name="T4" fmla="*/ 8 w 9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5"/>
                  </a:moveTo>
                  <a:cubicBezTo>
                    <a:pt x="1" y="8"/>
                    <a:pt x="3" y="15"/>
                    <a:pt x="7" y="15"/>
                  </a:cubicBezTo>
                  <a:cubicBezTo>
                    <a:pt x="9" y="11"/>
                    <a:pt x="6" y="0"/>
                    <a:pt x="1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5" name="Freeform 2836">
              <a:extLst>
                <a:ext uri="{FF2B5EF4-FFF2-40B4-BE49-F238E27FC236}">
                  <a16:creationId xmlns:a16="http://schemas.microsoft.com/office/drawing/2014/main" id="{BD9B7E82-1636-423E-BB11-1762DAC9F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686"/>
              <a:ext cx="25" cy="30"/>
            </a:xfrm>
            <a:custGeom>
              <a:avLst/>
              <a:gdLst>
                <a:gd name="T0" fmla="*/ 8 w 12"/>
                <a:gd name="T1" fmla="*/ 0 h 14"/>
                <a:gd name="T2" fmla="*/ 83 w 12"/>
                <a:gd name="T3" fmla="*/ 137 h 14"/>
                <a:gd name="T4" fmla="*/ 17 w 1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" y="0"/>
                  </a:moveTo>
                  <a:cubicBezTo>
                    <a:pt x="0" y="5"/>
                    <a:pt x="4" y="14"/>
                    <a:pt x="9" y="14"/>
                  </a:cubicBezTo>
                  <a:cubicBezTo>
                    <a:pt x="12" y="10"/>
                    <a:pt x="7" y="0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6" name="Freeform 2837">
              <a:extLst>
                <a:ext uri="{FF2B5EF4-FFF2-40B4-BE49-F238E27FC236}">
                  <a16:creationId xmlns:a16="http://schemas.microsoft.com/office/drawing/2014/main" id="{09F09E61-2015-4430-92E4-1137E0491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517"/>
              <a:ext cx="21" cy="33"/>
            </a:xfrm>
            <a:custGeom>
              <a:avLst/>
              <a:gdLst>
                <a:gd name="T0" fmla="*/ 0 w 10"/>
                <a:gd name="T1" fmla="*/ 44 h 15"/>
                <a:gd name="T2" fmla="*/ 57 w 10"/>
                <a:gd name="T3" fmla="*/ 141 h 15"/>
                <a:gd name="T4" fmla="*/ 0 w 10"/>
                <a:gd name="T5" fmla="*/ 4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0" y="4"/>
                  </a:moveTo>
                  <a:cubicBezTo>
                    <a:pt x="0" y="6"/>
                    <a:pt x="2" y="15"/>
                    <a:pt x="6" y="13"/>
                  </a:cubicBezTo>
                  <a:cubicBezTo>
                    <a:pt x="10" y="12"/>
                    <a:pt x="5" y="0"/>
                    <a:pt x="0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7" name="Freeform 2838">
              <a:extLst>
                <a:ext uri="{FF2B5EF4-FFF2-40B4-BE49-F238E27FC236}">
                  <a16:creationId xmlns:a16="http://schemas.microsoft.com/office/drawing/2014/main" id="{734DE467-EC45-427D-B202-BF81C19A8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985"/>
              <a:ext cx="29" cy="33"/>
            </a:xfrm>
            <a:custGeom>
              <a:avLst/>
              <a:gdLst>
                <a:gd name="T0" fmla="*/ 17 w 14"/>
                <a:gd name="T1" fmla="*/ 0 h 15"/>
                <a:gd name="T2" fmla="*/ 73 w 14"/>
                <a:gd name="T3" fmla="*/ 141 h 15"/>
                <a:gd name="T4" fmla="*/ 44 w 1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2" y="0"/>
                  </a:moveTo>
                  <a:cubicBezTo>
                    <a:pt x="0" y="4"/>
                    <a:pt x="4" y="15"/>
                    <a:pt x="8" y="13"/>
                  </a:cubicBezTo>
                  <a:cubicBezTo>
                    <a:pt x="14" y="10"/>
                    <a:pt x="9" y="1"/>
                    <a:pt x="5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8" name="Freeform 2839">
              <a:extLst>
                <a:ext uri="{FF2B5EF4-FFF2-40B4-BE49-F238E27FC236}">
                  <a16:creationId xmlns:a16="http://schemas.microsoft.com/office/drawing/2014/main" id="{1D4A4F91-D0D5-41C7-900B-C1000C2C6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878"/>
              <a:ext cx="23" cy="28"/>
            </a:xfrm>
            <a:custGeom>
              <a:avLst/>
              <a:gdLst>
                <a:gd name="T0" fmla="*/ 17 w 11"/>
                <a:gd name="T1" fmla="*/ 9 h 13"/>
                <a:gd name="T2" fmla="*/ 44 w 11"/>
                <a:gd name="T3" fmla="*/ 129 h 13"/>
                <a:gd name="T4" fmla="*/ 27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2" y="1"/>
                  </a:moveTo>
                  <a:cubicBezTo>
                    <a:pt x="0" y="5"/>
                    <a:pt x="2" y="10"/>
                    <a:pt x="5" y="13"/>
                  </a:cubicBezTo>
                  <a:cubicBezTo>
                    <a:pt x="11" y="11"/>
                    <a:pt x="6" y="0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59" name="Freeform 2840">
              <a:extLst>
                <a:ext uri="{FF2B5EF4-FFF2-40B4-BE49-F238E27FC236}">
                  <a16:creationId xmlns:a16="http://schemas.microsoft.com/office/drawing/2014/main" id="{F441A0A3-21BF-4236-B671-653CA5B0D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734"/>
              <a:ext cx="23" cy="33"/>
            </a:xfrm>
            <a:custGeom>
              <a:avLst/>
              <a:gdLst>
                <a:gd name="T0" fmla="*/ 8 w 11"/>
                <a:gd name="T1" fmla="*/ 0 h 15"/>
                <a:gd name="T2" fmla="*/ 65 w 11"/>
                <a:gd name="T3" fmla="*/ 161 h 15"/>
                <a:gd name="T4" fmla="*/ 27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0"/>
                  </a:moveTo>
                  <a:cubicBezTo>
                    <a:pt x="0" y="5"/>
                    <a:pt x="1" y="14"/>
                    <a:pt x="7" y="15"/>
                  </a:cubicBezTo>
                  <a:cubicBezTo>
                    <a:pt x="11" y="10"/>
                    <a:pt x="8" y="2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0" name="Freeform 2841">
              <a:extLst>
                <a:ext uri="{FF2B5EF4-FFF2-40B4-BE49-F238E27FC236}">
                  <a16:creationId xmlns:a16="http://schemas.microsoft.com/office/drawing/2014/main" id="{D3F3470D-F7DB-481A-9BA4-39694F711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613"/>
              <a:ext cx="19" cy="22"/>
            </a:xfrm>
            <a:custGeom>
              <a:avLst/>
              <a:gdLst>
                <a:gd name="T0" fmla="*/ 0 w 9"/>
                <a:gd name="T1" fmla="*/ 9 h 10"/>
                <a:gd name="T2" fmla="*/ 57 w 9"/>
                <a:gd name="T3" fmla="*/ 106 h 10"/>
                <a:gd name="T4" fmla="*/ 17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9" y="7"/>
                    <a:pt x="6" y="1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1" name="Freeform 2842">
              <a:extLst>
                <a:ext uri="{FF2B5EF4-FFF2-40B4-BE49-F238E27FC236}">
                  <a16:creationId xmlns:a16="http://schemas.microsoft.com/office/drawing/2014/main" id="{0CEE9703-3B54-41E1-8EF0-9C7484295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482"/>
              <a:ext cx="24" cy="29"/>
            </a:xfrm>
            <a:custGeom>
              <a:avLst/>
              <a:gdLst>
                <a:gd name="T0" fmla="*/ 24 w 12"/>
                <a:gd name="T1" fmla="*/ 0 h 13"/>
                <a:gd name="T2" fmla="*/ 56 w 12"/>
                <a:gd name="T3" fmla="*/ 145 h 13"/>
                <a:gd name="T4" fmla="*/ 48 w 12"/>
                <a:gd name="T5" fmla="*/ 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3" y="0"/>
                  </a:moveTo>
                  <a:cubicBezTo>
                    <a:pt x="0" y="4"/>
                    <a:pt x="3" y="11"/>
                    <a:pt x="7" y="13"/>
                  </a:cubicBezTo>
                  <a:cubicBezTo>
                    <a:pt x="12" y="10"/>
                    <a:pt x="8" y="4"/>
                    <a:pt x="6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2" name="Freeform 2843">
              <a:extLst>
                <a:ext uri="{FF2B5EF4-FFF2-40B4-BE49-F238E27FC236}">
                  <a16:creationId xmlns:a16="http://schemas.microsoft.com/office/drawing/2014/main" id="{3898AD64-FB23-49CE-BC13-735C7871B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351"/>
              <a:ext cx="17" cy="29"/>
            </a:xfrm>
            <a:custGeom>
              <a:avLst/>
              <a:gdLst>
                <a:gd name="T0" fmla="*/ 9 w 8"/>
                <a:gd name="T1" fmla="*/ 9 h 13"/>
                <a:gd name="T2" fmla="*/ 49 w 8"/>
                <a:gd name="T3" fmla="*/ 145 h 13"/>
                <a:gd name="T4" fmla="*/ 0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1"/>
                  </a:moveTo>
                  <a:cubicBezTo>
                    <a:pt x="0" y="5"/>
                    <a:pt x="0" y="12"/>
                    <a:pt x="5" y="13"/>
                  </a:cubicBezTo>
                  <a:cubicBezTo>
                    <a:pt x="8" y="9"/>
                    <a:pt x="4" y="0"/>
                    <a:pt x="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3" name="Freeform 2844">
              <a:extLst>
                <a:ext uri="{FF2B5EF4-FFF2-40B4-BE49-F238E27FC236}">
                  <a16:creationId xmlns:a16="http://schemas.microsoft.com/office/drawing/2014/main" id="{A06A2353-E9BC-4C8C-A589-25CF5D6E5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224"/>
              <a:ext cx="19" cy="27"/>
            </a:xfrm>
            <a:custGeom>
              <a:avLst/>
              <a:gdLst>
                <a:gd name="T0" fmla="*/ 0 w 9"/>
                <a:gd name="T1" fmla="*/ 25 h 12"/>
                <a:gd name="T2" fmla="*/ 36 w 9"/>
                <a:gd name="T3" fmla="*/ 117 h 12"/>
                <a:gd name="T4" fmla="*/ 0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2"/>
                  </a:moveTo>
                  <a:cubicBezTo>
                    <a:pt x="0" y="5"/>
                    <a:pt x="0" y="12"/>
                    <a:pt x="4" y="10"/>
                  </a:cubicBezTo>
                  <a:cubicBezTo>
                    <a:pt x="9" y="9"/>
                    <a:pt x="2" y="1"/>
                    <a:pt x="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4" name="Freeform 2845">
              <a:extLst>
                <a:ext uri="{FF2B5EF4-FFF2-40B4-BE49-F238E27FC236}">
                  <a16:creationId xmlns:a16="http://schemas.microsoft.com/office/drawing/2014/main" id="{4CA21423-E9C6-453E-A153-8033D79CE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286"/>
              <a:ext cx="26" cy="32"/>
            </a:xfrm>
            <a:custGeom>
              <a:avLst/>
              <a:gdLst>
                <a:gd name="T0" fmla="*/ 8 w 13"/>
                <a:gd name="T1" fmla="*/ 0 h 15"/>
                <a:gd name="T2" fmla="*/ 24 w 13"/>
                <a:gd name="T3" fmla="*/ 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" y="0"/>
                  </a:moveTo>
                  <a:cubicBezTo>
                    <a:pt x="0" y="15"/>
                    <a:pt x="13" y="5"/>
                    <a:pt x="3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5" name="Freeform 2846">
              <a:extLst>
                <a:ext uri="{FF2B5EF4-FFF2-40B4-BE49-F238E27FC236}">
                  <a16:creationId xmlns:a16="http://schemas.microsoft.com/office/drawing/2014/main" id="{852E2429-8480-4F16-B11E-051139E01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35"/>
              <a:ext cx="22" cy="33"/>
            </a:xfrm>
            <a:custGeom>
              <a:avLst/>
              <a:gdLst>
                <a:gd name="T0" fmla="*/ 56 w 11"/>
                <a:gd name="T1" fmla="*/ 9 h 15"/>
                <a:gd name="T2" fmla="*/ 24 w 11"/>
                <a:gd name="T3" fmla="*/ 106 h 15"/>
                <a:gd name="T4" fmla="*/ 80 w 11"/>
                <a:gd name="T5" fmla="*/ 0 h 15"/>
                <a:gd name="T6" fmla="*/ 64 w 11"/>
                <a:gd name="T7" fmla="*/ 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7" y="1"/>
                  </a:moveTo>
                  <a:cubicBezTo>
                    <a:pt x="4" y="1"/>
                    <a:pt x="0" y="8"/>
                    <a:pt x="3" y="10"/>
                  </a:cubicBezTo>
                  <a:cubicBezTo>
                    <a:pt x="6" y="15"/>
                    <a:pt x="11" y="3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6" name="Freeform 2847">
              <a:extLst>
                <a:ext uri="{FF2B5EF4-FFF2-40B4-BE49-F238E27FC236}">
                  <a16:creationId xmlns:a16="http://schemas.microsoft.com/office/drawing/2014/main" id="{712AF2CE-8B1B-4B47-AE59-77DD60350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765"/>
              <a:ext cx="18" cy="22"/>
            </a:xfrm>
            <a:custGeom>
              <a:avLst/>
              <a:gdLst>
                <a:gd name="T0" fmla="*/ 56 w 9"/>
                <a:gd name="T1" fmla="*/ 9 h 10"/>
                <a:gd name="T2" fmla="*/ 24 w 9"/>
                <a:gd name="T3" fmla="*/ 106 h 10"/>
                <a:gd name="T4" fmla="*/ 72 w 9"/>
                <a:gd name="T5" fmla="*/ 9 h 10"/>
                <a:gd name="T6" fmla="*/ 64 w 9"/>
                <a:gd name="T7" fmla="*/ 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7" y="1"/>
                  </a:moveTo>
                  <a:cubicBezTo>
                    <a:pt x="4" y="3"/>
                    <a:pt x="0" y="8"/>
                    <a:pt x="3" y="10"/>
                  </a:cubicBezTo>
                  <a:cubicBezTo>
                    <a:pt x="7" y="9"/>
                    <a:pt x="9" y="4"/>
                    <a:pt x="9" y="1"/>
                  </a:cubicBezTo>
                  <a:cubicBezTo>
                    <a:pt x="8" y="0"/>
                    <a:pt x="8" y="1"/>
                    <a:pt x="8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7" name="Freeform 2848">
              <a:extLst>
                <a:ext uri="{FF2B5EF4-FFF2-40B4-BE49-F238E27FC236}">
                  <a16:creationId xmlns:a16="http://schemas.microsoft.com/office/drawing/2014/main" id="{A456C8D2-BC2F-4918-B274-818F46E6C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686"/>
              <a:ext cx="27" cy="22"/>
            </a:xfrm>
            <a:custGeom>
              <a:avLst/>
              <a:gdLst>
                <a:gd name="T0" fmla="*/ 81 w 13"/>
                <a:gd name="T1" fmla="*/ 0 h 10"/>
                <a:gd name="T2" fmla="*/ 17 w 13"/>
                <a:gd name="T3" fmla="*/ 53 h 10"/>
                <a:gd name="T4" fmla="*/ 116 w 13"/>
                <a:gd name="T5" fmla="*/ 0 h 10"/>
                <a:gd name="T6" fmla="*/ 108 w 1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9" y="0"/>
                  </a:moveTo>
                  <a:cubicBezTo>
                    <a:pt x="6" y="0"/>
                    <a:pt x="0" y="2"/>
                    <a:pt x="2" y="5"/>
                  </a:cubicBezTo>
                  <a:cubicBezTo>
                    <a:pt x="4" y="10"/>
                    <a:pt x="12" y="3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8" name="Freeform 2849">
              <a:extLst>
                <a:ext uri="{FF2B5EF4-FFF2-40B4-BE49-F238E27FC236}">
                  <a16:creationId xmlns:a16="http://schemas.microsoft.com/office/drawing/2014/main" id="{084B1DCC-02E9-4241-9D94-023D8C200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684"/>
              <a:ext cx="39" cy="24"/>
            </a:xfrm>
            <a:custGeom>
              <a:avLst/>
              <a:gdLst>
                <a:gd name="T0" fmla="*/ 96 w 19"/>
                <a:gd name="T1" fmla="*/ 20 h 11"/>
                <a:gd name="T2" fmla="*/ 43 w 19"/>
                <a:gd name="T3" fmla="*/ 72 h 11"/>
                <a:gd name="T4" fmla="*/ 123 w 19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11" y="2"/>
                  </a:moveTo>
                  <a:cubicBezTo>
                    <a:pt x="7" y="0"/>
                    <a:pt x="0" y="2"/>
                    <a:pt x="5" y="7"/>
                  </a:cubicBezTo>
                  <a:cubicBezTo>
                    <a:pt x="8" y="11"/>
                    <a:pt x="19" y="7"/>
                    <a:pt x="14" y="3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69" name="Freeform 2850">
              <a:extLst>
                <a:ext uri="{FF2B5EF4-FFF2-40B4-BE49-F238E27FC236}">
                  <a16:creationId xmlns:a16="http://schemas.microsoft.com/office/drawing/2014/main" id="{FEF11395-7022-4BA6-AE3B-36294B38B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710"/>
              <a:ext cx="31" cy="20"/>
            </a:xfrm>
            <a:custGeom>
              <a:avLst/>
              <a:gdLst>
                <a:gd name="T0" fmla="*/ 99 w 15"/>
                <a:gd name="T1" fmla="*/ 36 h 9"/>
                <a:gd name="T2" fmla="*/ 17 w 15"/>
                <a:gd name="T3" fmla="*/ 36 h 9"/>
                <a:gd name="T4" fmla="*/ 132 w 15"/>
                <a:gd name="T5" fmla="*/ 64 h 9"/>
                <a:gd name="T6" fmla="*/ 124 w 15"/>
                <a:gd name="T7" fmla="*/ 4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1" y="3"/>
                  </a:moveTo>
                  <a:cubicBezTo>
                    <a:pt x="9" y="2"/>
                    <a:pt x="3" y="0"/>
                    <a:pt x="2" y="3"/>
                  </a:cubicBezTo>
                  <a:cubicBezTo>
                    <a:pt x="0" y="9"/>
                    <a:pt x="13" y="9"/>
                    <a:pt x="15" y="6"/>
                  </a:cubicBezTo>
                  <a:cubicBezTo>
                    <a:pt x="15" y="4"/>
                    <a:pt x="14" y="5"/>
                    <a:pt x="14" y="4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0" name="Freeform 2851">
              <a:extLst>
                <a:ext uri="{FF2B5EF4-FFF2-40B4-BE49-F238E27FC236}">
                  <a16:creationId xmlns:a16="http://schemas.microsoft.com/office/drawing/2014/main" id="{DAB9E3DF-A548-4318-8D85-4DBED44EC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881"/>
              <a:ext cx="14" cy="28"/>
            </a:xfrm>
            <a:custGeom>
              <a:avLst/>
              <a:gdLst>
                <a:gd name="T0" fmla="*/ 0 w 7"/>
                <a:gd name="T1" fmla="*/ 19 h 13"/>
                <a:gd name="T2" fmla="*/ 48 w 7"/>
                <a:gd name="T3" fmla="*/ 88 h 13"/>
                <a:gd name="T4" fmla="*/ 16 w 7"/>
                <a:gd name="T5" fmla="*/ 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2"/>
                  </a:moveTo>
                  <a:cubicBezTo>
                    <a:pt x="0" y="4"/>
                    <a:pt x="2" y="13"/>
                    <a:pt x="6" y="9"/>
                  </a:cubicBezTo>
                  <a:cubicBezTo>
                    <a:pt x="7" y="7"/>
                    <a:pt x="4" y="0"/>
                    <a:pt x="2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1" name="Freeform 2852">
              <a:extLst>
                <a:ext uri="{FF2B5EF4-FFF2-40B4-BE49-F238E27FC236}">
                  <a16:creationId xmlns:a16="http://schemas.microsoft.com/office/drawing/2014/main" id="{AE1BA1A5-F77A-4283-9B2C-728948DEB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019"/>
              <a:ext cx="17" cy="28"/>
            </a:xfrm>
            <a:custGeom>
              <a:avLst/>
              <a:gdLst>
                <a:gd name="T0" fmla="*/ 40 w 8"/>
                <a:gd name="T1" fmla="*/ 9 h 13"/>
                <a:gd name="T2" fmla="*/ 40 w 8"/>
                <a:gd name="T3" fmla="*/ 129 h 13"/>
                <a:gd name="T4" fmla="*/ 40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4" y="1"/>
                  </a:moveTo>
                  <a:cubicBezTo>
                    <a:pt x="0" y="4"/>
                    <a:pt x="1" y="11"/>
                    <a:pt x="4" y="13"/>
                  </a:cubicBezTo>
                  <a:cubicBezTo>
                    <a:pt x="8" y="12"/>
                    <a:pt x="8" y="2"/>
                    <a:pt x="4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2" name="Freeform 2853">
              <a:extLst>
                <a:ext uri="{FF2B5EF4-FFF2-40B4-BE49-F238E27FC236}">
                  <a16:creationId xmlns:a16="http://schemas.microsoft.com/office/drawing/2014/main" id="{24FA6992-AB2A-478D-B031-C78090E8C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028"/>
              <a:ext cx="17" cy="26"/>
            </a:xfrm>
            <a:custGeom>
              <a:avLst/>
              <a:gdLst>
                <a:gd name="T0" fmla="*/ 40 w 8"/>
                <a:gd name="T1" fmla="*/ 0 h 12"/>
                <a:gd name="T2" fmla="*/ 49 w 8"/>
                <a:gd name="T3" fmla="*/ 121 h 12"/>
                <a:gd name="T4" fmla="*/ 49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4" y="0"/>
                  </a:moveTo>
                  <a:cubicBezTo>
                    <a:pt x="2" y="4"/>
                    <a:pt x="0" y="10"/>
                    <a:pt x="5" y="12"/>
                  </a:cubicBezTo>
                  <a:cubicBezTo>
                    <a:pt x="8" y="9"/>
                    <a:pt x="8" y="3"/>
                    <a:pt x="5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3" name="Freeform 2854">
              <a:extLst>
                <a:ext uri="{FF2B5EF4-FFF2-40B4-BE49-F238E27FC236}">
                  <a16:creationId xmlns:a16="http://schemas.microsoft.com/office/drawing/2014/main" id="{C4BAD2A8-108A-474A-AD35-0E31F57F6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815"/>
              <a:ext cx="15" cy="22"/>
            </a:xfrm>
            <a:custGeom>
              <a:avLst/>
              <a:gdLst>
                <a:gd name="T0" fmla="*/ 9 w 7"/>
                <a:gd name="T1" fmla="*/ 0 h 10"/>
                <a:gd name="T2" fmla="*/ 41 w 7"/>
                <a:gd name="T3" fmla="*/ 97 h 10"/>
                <a:gd name="T4" fmla="*/ 9 w 7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0" y="2"/>
                    <a:pt x="0" y="10"/>
                    <a:pt x="4" y="9"/>
                  </a:cubicBezTo>
                  <a:cubicBezTo>
                    <a:pt x="7" y="9"/>
                    <a:pt x="4" y="0"/>
                    <a:pt x="1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4" name="Freeform 2855">
              <a:extLst>
                <a:ext uri="{FF2B5EF4-FFF2-40B4-BE49-F238E27FC236}">
                  <a16:creationId xmlns:a16="http://schemas.microsoft.com/office/drawing/2014/main" id="{53EE9A3D-4A10-4B00-B004-10D510418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2985"/>
              <a:ext cx="20" cy="18"/>
            </a:xfrm>
            <a:custGeom>
              <a:avLst/>
              <a:gdLst>
                <a:gd name="T0" fmla="*/ 40 w 10"/>
                <a:gd name="T1" fmla="*/ 0 h 8"/>
                <a:gd name="T2" fmla="*/ 48 w 10"/>
                <a:gd name="T3" fmla="*/ 81 h 8"/>
                <a:gd name="T4" fmla="*/ 32 w 10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0" y="2"/>
                    <a:pt x="2" y="8"/>
                    <a:pt x="6" y="7"/>
                  </a:cubicBezTo>
                  <a:cubicBezTo>
                    <a:pt x="10" y="5"/>
                    <a:pt x="7" y="1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5" name="Freeform 2856">
              <a:extLst>
                <a:ext uri="{FF2B5EF4-FFF2-40B4-BE49-F238E27FC236}">
                  <a16:creationId xmlns:a16="http://schemas.microsoft.com/office/drawing/2014/main" id="{47C37AF2-85DD-4684-99D8-240377566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3018"/>
              <a:ext cx="14" cy="17"/>
            </a:xfrm>
            <a:custGeom>
              <a:avLst/>
              <a:gdLst>
                <a:gd name="T0" fmla="*/ 8 w 7"/>
                <a:gd name="T1" fmla="*/ 0 h 8"/>
                <a:gd name="T2" fmla="*/ 24 w 7"/>
                <a:gd name="T3" fmla="*/ 77 h 8"/>
                <a:gd name="T4" fmla="*/ 24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3"/>
                    <a:pt x="0" y="6"/>
                    <a:pt x="3" y="8"/>
                  </a:cubicBezTo>
                  <a:cubicBezTo>
                    <a:pt x="6" y="6"/>
                    <a:pt x="7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6" name="Freeform 2857">
              <a:extLst>
                <a:ext uri="{FF2B5EF4-FFF2-40B4-BE49-F238E27FC236}">
                  <a16:creationId xmlns:a16="http://schemas.microsoft.com/office/drawing/2014/main" id="{5F845585-0996-438D-ABE6-407E5090D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3057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16 w 5"/>
                <a:gd name="T3" fmla="*/ 53 h 5"/>
                <a:gd name="T4" fmla="*/ 24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5" y="4"/>
                    <a:pt x="3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7" name="Freeform 2858">
              <a:extLst>
                <a:ext uri="{FF2B5EF4-FFF2-40B4-BE49-F238E27FC236}">
                  <a16:creationId xmlns:a16="http://schemas.microsoft.com/office/drawing/2014/main" id="{48B57CBF-0BEE-4F0E-B0C3-C64E0CA62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3095"/>
              <a:ext cx="12" cy="15"/>
            </a:xfrm>
            <a:custGeom>
              <a:avLst/>
              <a:gdLst>
                <a:gd name="T0" fmla="*/ 16 w 6"/>
                <a:gd name="T1" fmla="*/ 0 h 7"/>
                <a:gd name="T2" fmla="*/ 32 w 6"/>
                <a:gd name="T3" fmla="*/ 69 h 7"/>
                <a:gd name="T4" fmla="*/ 40 w 6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0" y="3"/>
                    <a:pt x="0" y="6"/>
                    <a:pt x="4" y="7"/>
                  </a:cubicBezTo>
                  <a:cubicBezTo>
                    <a:pt x="6" y="6"/>
                    <a:pt x="5" y="5"/>
                    <a:pt x="5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8" name="Freeform 2859">
              <a:extLst>
                <a:ext uri="{FF2B5EF4-FFF2-40B4-BE49-F238E27FC236}">
                  <a16:creationId xmlns:a16="http://schemas.microsoft.com/office/drawing/2014/main" id="{30976596-F2AC-44A1-BB80-CFBA21C71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3066"/>
              <a:ext cx="4" cy="7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7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1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79" name="Freeform 2860">
              <a:extLst>
                <a:ext uri="{FF2B5EF4-FFF2-40B4-BE49-F238E27FC236}">
                  <a16:creationId xmlns:a16="http://schemas.microsoft.com/office/drawing/2014/main" id="{881E7F1F-4943-4329-B5FB-2242EDBFF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3130"/>
              <a:ext cx="8" cy="13"/>
            </a:xfrm>
            <a:custGeom>
              <a:avLst/>
              <a:gdLst>
                <a:gd name="T0" fmla="*/ 8 w 4"/>
                <a:gd name="T1" fmla="*/ 0 h 6"/>
                <a:gd name="T2" fmla="*/ 16 w 4"/>
                <a:gd name="T3" fmla="*/ 61 h 6"/>
                <a:gd name="T4" fmla="*/ 32 w 4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3"/>
                    <a:pt x="0" y="4"/>
                    <a:pt x="2" y="6"/>
                  </a:cubicBezTo>
                  <a:cubicBezTo>
                    <a:pt x="4" y="5"/>
                    <a:pt x="4" y="3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0" name="Freeform 2861">
              <a:extLst>
                <a:ext uri="{FF2B5EF4-FFF2-40B4-BE49-F238E27FC236}">
                  <a16:creationId xmlns:a16="http://schemas.microsoft.com/office/drawing/2014/main" id="{A75BE261-6A68-429F-8FA3-947F5188E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3164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16 w 5"/>
                <a:gd name="T3" fmla="*/ 53 h 5"/>
                <a:gd name="T4" fmla="*/ 32 w 5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3"/>
                    <a:pt x="0" y="3"/>
                    <a:pt x="2" y="5"/>
                  </a:cubicBezTo>
                  <a:cubicBezTo>
                    <a:pt x="5" y="4"/>
                    <a:pt x="4" y="3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1" name="Freeform 2862">
              <a:extLst>
                <a:ext uri="{FF2B5EF4-FFF2-40B4-BE49-F238E27FC236}">
                  <a16:creationId xmlns:a16="http://schemas.microsoft.com/office/drawing/2014/main" id="{4D7BC8CD-6A4A-4919-B9D7-AFE288B39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3169"/>
              <a:ext cx="8" cy="11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53 h 5"/>
                <a:gd name="T4" fmla="*/ 32 w 4"/>
                <a:gd name="T5" fmla="*/ 33 h 5"/>
                <a:gd name="T6" fmla="*/ 24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4" y="2"/>
                    <a:pt x="3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2" name="Freeform 2863">
              <a:extLst>
                <a:ext uri="{FF2B5EF4-FFF2-40B4-BE49-F238E27FC236}">
                  <a16:creationId xmlns:a16="http://schemas.microsoft.com/office/drawing/2014/main" id="{2EC5CE9B-4C2E-4C28-98A5-DD35185B5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3197"/>
              <a:ext cx="8" cy="11"/>
            </a:xfrm>
            <a:custGeom>
              <a:avLst/>
              <a:gdLst>
                <a:gd name="T0" fmla="*/ 8 w 4"/>
                <a:gd name="T1" fmla="*/ 0 h 5"/>
                <a:gd name="T2" fmla="*/ 24 w 4"/>
                <a:gd name="T3" fmla="*/ 53 h 5"/>
                <a:gd name="T4" fmla="*/ 32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3" y="5"/>
                  </a:cubicBezTo>
                  <a:cubicBezTo>
                    <a:pt x="4" y="4"/>
                    <a:pt x="4" y="3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3" name="Freeform 2864">
              <a:extLst>
                <a:ext uri="{FF2B5EF4-FFF2-40B4-BE49-F238E27FC236}">
                  <a16:creationId xmlns:a16="http://schemas.microsoft.com/office/drawing/2014/main" id="{1D213FFA-B464-4F03-9192-CD96E1168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3199"/>
              <a:ext cx="6" cy="11"/>
            </a:xfrm>
            <a:custGeom>
              <a:avLst/>
              <a:gdLst>
                <a:gd name="T0" fmla="*/ 0 w 3"/>
                <a:gd name="T1" fmla="*/ 0 h 5"/>
                <a:gd name="T2" fmla="*/ 24 w 3"/>
                <a:gd name="T3" fmla="*/ 53 h 5"/>
                <a:gd name="T4" fmla="*/ 8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3"/>
                    <a:pt x="1" y="5"/>
                    <a:pt x="3" y="5"/>
                  </a:cubicBezTo>
                  <a:cubicBezTo>
                    <a:pt x="3" y="3"/>
                    <a:pt x="2" y="3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4" name="Freeform 2865">
              <a:extLst>
                <a:ext uri="{FF2B5EF4-FFF2-40B4-BE49-F238E27FC236}">
                  <a16:creationId xmlns:a16="http://schemas.microsoft.com/office/drawing/2014/main" id="{A3373491-F2FA-461B-AD1A-4B34F850F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3232"/>
              <a:ext cx="8" cy="9"/>
            </a:xfrm>
            <a:custGeom>
              <a:avLst/>
              <a:gdLst>
                <a:gd name="T0" fmla="*/ 8 w 4"/>
                <a:gd name="T1" fmla="*/ 0 h 4"/>
                <a:gd name="T2" fmla="*/ 8 w 4"/>
                <a:gd name="T3" fmla="*/ 45 h 4"/>
                <a:gd name="T4" fmla="*/ 32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4" y="4"/>
                    <a:pt x="3" y="3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5" name="Freeform 2866">
              <a:extLst>
                <a:ext uri="{FF2B5EF4-FFF2-40B4-BE49-F238E27FC236}">
                  <a16:creationId xmlns:a16="http://schemas.microsoft.com/office/drawing/2014/main" id="{573A3BC8-568D-46D6-B5AD-ECA33CCAA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095"/>
              <a:ext cx="10" cy="8"/>
            </a:xfrm>
            <a:custGeom>
              <a:avLst/>
              <a:gdLst>
                <a:gd name="T0" fmla="*/ 0 w 5"/>
                <a:gd name="T1" fmla="*/ 16 h 4"/>
                <a:gd name="T2" fmla="*/ 24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3"/>
                    <a:pt x="2" y="4"/>
                    <a:pt x="3" y="4"/>
                  </a:cubicBezTo>
                  <a:cubicBezTo>
                    <a:pt x="5" y="2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6" name="Freeform 2867">
              <a:extLst>
                <a:ext uri="{FF2B5EF4-FFF2-40B4-BE49-F238E27FC236}">
                  <a16:creationId xmlns:a16="http://schemas.microsoft.com/office/drawing/2014/main" id="{595AE0ED-E6C4-47BE-BFAA-6E287D71E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913"/>
              <a:ext cx="10" cy="15"/>
            </a:xfrm>
            <a:custGeom>
              <a:avLst/>
              <a:gdLst>
                <a:gd name="T0" fmla="*/ 0 w 5"/>
                <a:gd name="T1" fmla="*/ 0 h 7"/>
                <a:gd name="T2" fmla="*/ 24 w 5"/>
                <a:gd name="T3" fmla="*/ 69 h 7"/>
                <a:gd name="T4" fmla="*/ 32 w 5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5" y="5"/>
                    <a:pt x="4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7" name="Freeform 2868">
              <a:extLst>
                <a:ext uri="{FF2B5EF4-FFF2-40B4-BE49-F238E27FC236}">
                  <a16:creationId xmlns:a16="http://schemas.microsoft.com/office/drawing/2014/main" id="{672765D0-B071-4888-BB71-177FE5296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882"/>
              <a:ext cx="11" cy="11"/>
            </a:xfrm>
            <a:custGeom>
              <a:avLst/>
              <a:gdLst>
                <a:gd name="T0" fmla="*/ 9 w 5"/>
                <a:gd name="T1" fmla="*/ 0 h 5"/>
                <a:gd name="T2" fmla="*/ 20 w 5"/>
                <a:gd name="T3" fmla="*/ 53 h 5"/>
                <a:gd name="T4" fmla="*/ 20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1" y="2"/>
                    <a:pt x="0" y="3"/>
                    <a:pt x="2" y="5"/>
                  </a:cubicBezTo>
                  <a:cubicBezTo>
                    <a:pt x="5" y="3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8" name="Freeform 2869">
              <a:extLst>
                <a:ext uri="{FF2B5EF4-FFF2-40B4-BE49-F238E27FC236}">
                  <a16:creationId xmlns:a16="http://schemas.microsoft.com/office/drawing/2014/main" id="{25B214DB-66DE-4BD2-B85E-BBB42F761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2920"/>
              <a:ext cx="10" cy="8"/>
            </a:xfrm>
            <a:custGeom>
              <a:avLst/>
              <a:gdLst>
                <a:gd name="T0" fmla="*/ 16 w 5"/>
                <a:gd name="T1" fmla="*/ 8 h 4"/>
                <a:gd name="T2" fmla="*/ 8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5" y="3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89" name="Freeform 2870">
              <a:extLst>
                <a:ext uri="{FF2B5EF4-FFF2-40B4-BE49-F238E27FC236}">
                  <a16:creationId xmlns:a16="http://schemas.microsoft.com/office/drawing/2014/main" id="{06F17308-6E47-447F-AD38-37D677A16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948"/>
              <a:ext cx="27" cy="26"/>
            </a:xfrm>
            <a:custGeom>
              <a:avLst/>
              <a:gdLst>
                <a:gd name="T0" fmla="*/ 17 w 13"/>
                <a:gd name="T1" fmla="*/ 0 h 12"/>
                <a:gd name="T2" fmla="*/ 44 w 13"/>
                <a:gd name="T3" fmla="*/ 2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2" y="0"/>
                  </a:moveTo>
                  <a:cubicBezTo>
                    <a:pt x="0" y="12"/>
                    <a:pt x="13" y="6"/>
                    <a:pt x="5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90" name="Freeform 2871">
              <a:extLst>
                <a:ext uri="{FF2B5EF4-FFF2-40B4-BE49-F238E27FC236}">
                  <a16:creationId xmlns:a16="http://schemas.microsoft.com/office/drawing/2014/main" id="{5C5D0CE1-2EE2-40CB-A943-71252D9FB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957"/>
              <a:ext cx="11" cy="11"/>
            </a:xfrm>
            <a:custGeom>
              <a:avLst/>
              <a:gdLst>
                <a:gd name="T0" fmla="*/ 0 w 5"/>
                <a:gd name="T1" fmla="*/ 9 h 5"/>
                <a:gd name="T2" fmla="*/ 20 w 5"/>
                <a:gd name="T3" fmla="*/ 53 h 5"/>
                <a:gd name="T4" fmla="*/ 20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1" y="2"/>
                    <a:pt x="1" y="3"/>
                    <a:pt x="2" y="5"/>
                  </a:cubicBezTo>
                  <a:cubicBezTo>
                    <a:pt x="5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91" name="Freeform 2872">
              <a:extLst>
                <a:ext uri="{FF2B5EF4-FFF2-40B4-BE49-F238E27FC236}">
                  <a16:creationId xmlns:a16="http://schemas.microsoft.com/office/drawing/2014/main" id="{43C4D11E-27BB-4FAC-A547-3134157CE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990"/>
              <a:ext cx="8" cy="15"/>
            </a:xfrm>
            <a:custGeom>
              <a:avLst/>
              <a:gdLst>
                <a:gd name="T0" fmla="*/ 8 w 4"/>
                <a:gd name="T1" fmla="*/ 0 h 7"/>
                <a:gd name="T2" fmla="*/ 24 w 4"/>
                <a:gd name="T3" fmla="*/ 69 h 7"/>
                <a:gd name="T4" fmla="*/ 24 w 4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3"/>
                    <a:pt x="0" y="6"/>
                    <a:pt x="3" y="7"/>
                  </a:cubicBezTo>
                  <a:cubicBezTo>
                    <a:pt x="4" y="6"/>
                    <a:pt x="4" y="4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92" name="Freeform 2873">
              <a:extLst>
                <a:ext uri="{FF2B5EF4-FFF2-40B4-BE49-F238E27FC236}">
                  <a16:creationId xmlns:a16="http://schemas.microsoft.com/office/drawing/2014/main" id="{713FF155-3A08-4ECE-B7E7-55D9D8902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854"/>
              <a:ext cx="10" cy="11"/>
            </a:xfrm>
            <a:custGeom>
              <a:avLst/>
              <a:gdLst>
                <a:gd name="T0" fmla="*/ 8 w 5"/>
                <a:gd name="T1" fmla="*/ 9 h 5"/>
                <a:gd name="T2" fmla="*/ 16 w 5"/>
                <a:gd name="T3" fmla="*/ 53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3"/>
                    <a:pt x="5" y="3"/>
                    <a:pt x="2" y="5"/>
                  </a:cubicBezTo>
                  <a:cubicBezTo>
                    <a:pt x="0" y="3"/>
                    <a:pt x="1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93" name="Freeform 2874">
              <a:extLst>
                <a:ext uri="{FF2B5EF4-FFF2-40B4-BE49-F238E27FC236}">
                  <a16:creationId xmlns:a16="http://schemas.microsoft.com/office/drawing/2014/main" id="{7E099BA5-5F8B-4417-86C3-8ED557778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808"/>
              <a:ext cx="8" cy="11"/>
            </a:xfrm>
            <a:custGeom>
              <a:avLst/>
              <a:gdLst>
                <a:gd name="T0" fmla="*/ 0 w 4"/>
                <a:gd name="T1" fmla="*/ 20 h 5"/>
                <a:gd name="T2" fmla="*/ 24 w 4"/>
                <a:gd name="T3" fmla="*/ 53 h 5"/>
                <a:gd name="T4" fmla="*/ 16 w 4"/>
                <a:gd name="T5" fmla="*/ 9 h 5"/>
                <a:gd name="T6" fmla="*/ 0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4"/>
                    <a:pt x="1" y="5"/>
                    <a:pt x="3" y="5"/>
                  </a:cubicBezTo>
                  <a:cubicBezTo>
                    <a:pt x="4" y="3"/>
                    <a:pt x="3" y="3"/>
                    <a:pt x="2" y="1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94" name="Freeform 2875">
              <a:extLst>
                <a:ext uri="{FF2B5EF4-FFF2-40B4-BE49-F238E27FC236}">
                  <a16:creationId xmlns:a16="http://schemas.microsoft.com/office/drawing/2014/main" id="{77A6DFFA-3D1F-42C2-9A6B-374E096AF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821"/>
              <a:ext cx="8" cy="13"/>
            </a:xfrm>
            <a:custGeom>
              <a:avLst/>
              <a:gdLst>
                <a:gd name="T0" fmla="*/ 8 w 4"/>
                <a:gd name="T1" fmla="*/ 43 h 6"/>
                <a:gd name="T2" fmla="*/ 16 w 4"/>
                <a:gd name="T3" fmla="*/ 61 h 6"/>
                <a:gd name="T4" fmla="*/ 24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4"/>
                  </a:moveTo>
                  <a:cubicBezTo>
                    <a:pt x="1" y="5"/>
                    <a:pt x="0" y="6"/>
                    <a:pt x="2" y="6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95" name="Freeform 2876">
              <a:extLst>
                <a:ext uri="{FF2B5EF4-FFF2-40B4-BE49-F238E27FC236}">
                  <a16:creationId xmlns:a16="http://schemas.microsoft.com/office/drawing/2014/main" id="{B5FF7A19-02CD-409A-A3C4-BBDD8A60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729"/>
              <a:ext cx="10" cy="9"/>
            </a:xfrm>
            <a:custGeom>
              <a:avLst/>
              <a:gdLst>
                <a:gd name="T0" fmla="*/ 0 w 5"/>
                <a:gd name="T1" fmla="*/ 11 h 4"/>
                <a:gd name="T2" fmla="*/ 8 w 5"/>
                <a:gd name="T3" fmla="*/ 45 h 4"/>
                <a:gd name="T4" fmla="*/ 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5" y="3"/>
                    <a:pt x="3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96" name="Freeform 2877">
              <a:extLst>
                <a:ext uri="{FF2B5EF4-FFF2-40B4-BE49-F238E27FC236}">
                  <a16:creationId xmlns:a16="http://schemas.microsoft.com/office/drawing/2014/main" id="{99151B60-013B-400C-8330-BC7FE451F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2734"/>
              <a:ext cx="10" cy="11"/>
            </a:xfrm>
            <a:custGeom>
              <a:avLst/>
              <a:gdLst>
                <a:gd name="T0" fmla="*/ 8 w 5"/>
                <a:gd name="T1" fmla="*/ 20 h 5"/>
                <a:gd name="T2" fmla="*/ 8 w 5"/>
                <a:gd name="T3" fmla="*/ 53 h 5"/>
                <a:gd name="T4" fmla="*/ 0 w 5"/>
                <a:gd name="T5" fmla="*/ 4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3"/>
                    <a:pt x="1" y="4"/>
                    <a:pt x="1" y="5"/>
                  </a:cubicBezTo>
                  <a:cubicBezTo>
                    <a:pt x="5" y="4"/>
                    <a:pt x="3" y="0"/>
                    <a:pt x="0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97" name="Freeform 2878">
              <a:extLst>
                <a:ext uri="{FF2B5EF4-FFF2-40B4-BE49-F238E27FC236}">
                  <a16:creationId xmlns:a16="http://schemas.microsoft.com/office/drawing/2014/main" id="{C9362444-503F-4474-B136-D46DC56A9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777"/>
              <a:ext cx="9" cy="9"/>
            </a:xfrm>
            <a:custGeom>
              <a:avLst/>
              <a:gdLst>
                <a:gd name="T0" fmla="*/ 0 w 4"/>
                <a:gd name="T1" fmla="*/ 11 h 4"/>
                <a:gd name="T2" fmla="*/ 11 w 4"/>
                <a:gd name="T3" fmla="*/ 45 h 4"/>
                <a:gd name="T4" fmla="*/ 1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4" y="2"/>
                    <a:pt x="2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98" name="Freeform 2879">
              <a:extLst>
                <a:ext uri="{FF2B5EF4-FFF2-40B4-BE49-F238E27FC236}">
                  <a16:creationId xmlns:a16="http://schemas.microsoft.com/office/drawing/2014/main" id="{FA5402DF-8E8F-4150-BC3B-72283246A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734"/>
              <a:ext cx="6" cy="11"/>
            </a:xfrm>
            <a:custGeom>
              <a:avLst/>
              <a:gdLst>
                <a:gd name="T0" fmla="*/ 8 w 3"/>
                <a:gd name="T1" fmla="*/ 20 h 5"/>
                <a:gd name="T2" fmla="*/ 24 w 3"/>
                <a:gd name="T3" fmla="*/ 53 h 5"/>
                <a:gd name="T4" fmla="*/ 16 w 3"/>
                <a:gd name="T5" fmla="*/ 0 h 5"/>
                <a:gd name="T6" fmla="*/ 0 w 3"/>
                <a:gd name="T7" fmla="*/ 3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2" y="3"/>
                    <a:pt x="2" y="4"/>
                    <a:pt x="3" y="5"/>
                  </a:cubicBezTo>
                  <a:cubicBezTo>
                    <a:pt x="3" y="2"/>
                    <a:pt x="3" y="2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99" name="Freeform 2880">
              <a:extLst>
                <a:ext uri="{FF2B5EF4-FFF2-40B4-BE49-F238E27FC236}">
                  <a16:creationId xmlns:a16="http://schemas.microsoft.com/office/drawing/2014/main" id="{9C49A58F-6875-44E2-ACBA-45E51DA83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2694"/>
              <a:ext cx="7" cy="9"/>
            </a:xfrm>
            <a:custGeom>
              <a:avLst/>
              <a:gdLst>
                <a:gd name="T0" fmla="*/ 12 w 3"/>
                <a:gd name="T1" fmla="*/ 11 h 4"/>
                <a:gd name="T2" fmla="*/ 12 w 3"/>
                <a:gd name="T3" fmla="*/ 45 h 4"/>
                <a:gd name="T4" fmla="*/ 37 w 3"/>
                <a:gd name="T5" fmla="*/ 11 h 4"/>
                <a:gd name="T6" fmla="*/ 12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2" y="3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00" name="Freeform 2881">
              <a:extLst>
                <a:ext uri="{FF2B5EF4-FFF2-40B4-BE49-F238E27FC236}">
                  <a16:creationId xmlns:a16="http://schemas.microsoft.com/office/drawing/2014/main" id="{9AC1E77B-F586-4BB8-B049-AB78B4666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2653"/>
              <a:ext cx="6" cy="11"/>
            </a:xfrm>
            <a:custGeom>
              <a:avLst/>
              <a:gdLst>
                <a:gd name="T0" fmla="*/ 0 w 3"/>
                <a:gd name="T1" fmla="*/ 33 h 5"/>
                <a:gd name="T2" fmla="*/ 8 w 3"/>
                <a:gd name="T3" fmla="*/ 53 h 5"/>
                <a:gd name="T4" fmla="*/ 16 w 3"/>
                <a:gd name="T5" fmla="*/ 0 h 5"/>
                <a:gd name="T6" fmla="*/ 0 w 3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01" name="Freeform 2882">
              <a:extLst>
                <a:ext uri="{FF2B5EF4-FFF2-40B4-BE49-F238E27FC236}">
                  <a16:creationId xmlns:a16="http://schemas.microsoft.com/office/drawing/2014/main" id="{32C97344-5056-44EC-9AF3-828527348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644"/>
              <a:ext cx="6" cy="11"/>
            </a:xfrm>
            <a:custGeom>
              <a:avLst/>
              <a:gdLst>
                <a:gd name="T0" fmla="*/ 0 w 3"/>
                <a:gd name="T1" fmla="*/ 9 h 5"/>
                <a:gd name="T2" fmla="*/ 16 w 3"/>
                <a:gd name="T3" fmla="*/ 53 h 5"/>
                <a:gd name="T4" fmla="*/ 24 w 3"/>
                <a:gd name="T5" fmla="*/ 9 h 5"/>
                <a:gd name="T6" fmla="*/ 8 w 3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3" y="3"/>
                    <a:pt x="3" y="4"/>
                    <a:pt x="3" y="1"/>
                  </a:cubicBezTo>
                  <a:cubicBezTo>
                    <a:pt x="2" y="0"/>
                    <a:pt x="2" y="2"/>
                    <a:pt x="1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02" name="Freeform 2883">
              <a:extLst>
                <a:ext uri="{FF2B5EF4-FFF2-40B4-BE49-F238E27FC236}">
                  <a16:creationId xmlns:a16="http://schemas.microsoft.com/office/drawing/2014/main" id="{3CC615A3-0A76-483F-91FE-E05B5BC62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699"/>
              <a:ext cx="8" cy="11"/>
            </a:xfrm>
            <a:custGeom>
              <a:avLst/>
              <a:gdLst>
                <a:gd name="T0" fmla="*/ 0 w 4"/>
                <a:gd name="T1" fmla="*/ 9 h 5"/>
                <a:gd name="T2" fmla="*/ 16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03" name="Freeform 2884">
              <a:extLst>
                <a:ext uri="{FF2B5EF4-FFF2-40B4-BE49-F238E27FC236}">
                  <a16:creationId xmlns:a16="http://schemas.microsoft.com/office/drawing/2014/main" id="{7B72020C-9162-4730-BA53-38FD8FBA7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622"/>
              <a:ext cx="11" cy="9"/>
            </a:xfrm>
            <a:custGeom>
              <a:avLst/>
              <a:gdLst>
                <a:gd name="T0" fmla="*/ 0 w 5"/>
                <a:gd name="T1" fmla="*/ 11 h 4"/>
                <a:gd name="T2" fmla="*/ 20 w 5"/>
                <a:gd name="T3" fmla="*/ 45 h 4"/>
                <a:gd name="T4" fmla="*/ 2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5" y="2"/>
                    <a:pt x="2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04" name="Freeform 2885">
              <a:extLst>
                <a:ext uri="{FF2B5EF4-FFF2-40B4-BE49-F238E27FC236}">
                  <a16:creationId xmlns:a16="http://schemas.microsoft.com/office/drawing/2014/main" id="{1035FC6F-56CF-4289-91A0-14301DB2A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622"/>
              <a:ext cx="6" cy="9"/>
            </a:xfrm>
            <a:custGeom>
              <a:avLst/>
              <a:gdLst>
                <a:gd name="T0" fmla="*/ 8 w 3"/>
                <a:gd name="T1" fmla="*/ 11 h 4"/>
                <a:gd name="T2" fmla="*/ 0 w 3"/>
                <a:gd name="T3" fmla="*/ 45 h 4"/>
                <a:gd name="T4" fmla="*/ 24 w 3"/>
                <a:gd name="T5" fmla="*/ 25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1" y="3"/>
                    <a:pt x="3" y="2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05" name="Freeform 2886">
              <a:extLst>
                <a:ext uri="{FF2B5EF4-FFF2-40B4-BE49-F238E27FC236}">
                  <a16:creationId xmlns:a16="http://schemas.microsoft.com/office/drawing/2014/main" id="{CF7B6A6A-D00C-4847-9B8D-324E9A8B8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581"/>
              <a:ext cx="4" cy="6"/>
            </a:xfrm>
            <a:custGeom>
              <a:avLst/>
              <a:gdLst>
                <a:gd name="T0" fmla="*/ 0 w 2"/>
                <a:gd name="T1" fmla="*/ 8 h 3"/>
                <a:gd name="T2" fmla="*/ 8 w 2"/>
                <a:gd name="T3" fmla="*/ 24 h 3"/>
                <a:gd name="T4" fmla="*/ 16 w 2"/>
                <a:gd name="T5" fmla="*/ 8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3"/>
                    <a:pt x="2" y="1"/>
                  </a:cubicBezTo>
                  <a:cubicBezTo>
                    <a:pt x="2" y="0"/>
                    <a:pt x="0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06" name="Freeform 2887">
              <a:extLst>
                <a:ext uri="{FF2B5EF4-FFF2-40B4-BE49-F238E27FC236}">
                  <a16:creationId xmlns:a16="http://schemas.microsoft.com/office/drawing/2014/main" id="{4EE08F9A-E70B-4464-8E25-8CD63E77C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572"/>
              <a:ext cx="4" cy="9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45 h 4"/>
                <a:gd name="T4" fmla="*/ 16 w 2"/>
                <a:gd name="T5" fmla="*/ 0 h 4"/>
                <a:gd name="T6" fmla="*/ 0 w 2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2"/>
                    <a:pt x="2" y="2"/>
                    <a:pt x="2" y="0"/>
                  </a:cubicBezTo>
                  <a:cubicBezTo>
                    <a:pt x="0" y="0"/>
                    <a:pt x="1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07" name="Freeform 2888">
              <a:extLst>
                <a:ext uri="{FF2B5EF4-FFF2-40B4-BE49-F238E27FC236}">
                  <a16:creationId xmlns:a16="http://schemas.microsoft.com/office/drawing/2014/main" id="{AAE84A92-4337-45C9-A6AA-504C6B26D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603"/>
              <a:ext cx="8" cy="10"/>
            </a:xfrm>
            <a:custGeom>
              <a:avLst/>
              <a:gdLst>
                <a:gd name="T0" fmla="*/ 0 w 4"/>
                <a:gd name="T1" fmla="*/ 8 h 5"/>
                <a:gd name="T2" fmla="*/ 8 w 4"/>
                <a:gd name="T3" fmla="*/ 40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3"/>
                    <a:pt x="2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08" name="Freeform 2889">
              <a:extLst>
                <a:ext uri="{FF2B5EF4-FFF2-40B4-BE49-F238E27FC236}">
                  <a16:creationId xmlns:a16="http://schemas.microsoft.com/office/drawing/2014/main" id="{E6B17CC1-A8E7-4F20-869C-E237AED00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576"/>
              <a:ext cx="4" cy="7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37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09" name="Freeform 2890">
              <a:extLst>
                <a:ext uri="{FF2B5EF4-FFF2-40B4-BE49-F238E27FC236}">
                  <a16:creationId xmlns:a16="http://schemas.microsoft.com/office/drawing/2014/main" id="{F1D8C291-6616-40AD-9F3F-65C45CAC3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541"/>
              <a:ext cx="6" cy="7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37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1"/>
                    <a:pt x="1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10" name="Freeform 2891">
              <a:extLst>
                <a:ext uri="{FF2B5EF4-FFF2-40B4-BE49-F238E27FC236}">
                  <a16:creationId xmlns:a16="http://schemas.microsoft.com/office/drawing/2014/main" id="{2E4E6277-D663-4DAB-92F4-5DEF238F7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511"/>
              <a:ext cx="9" cy="8"/>
            </a:xfrm>
            <a:custGeom>
              <a:avLst/>
              <a:gdLst>
                <a:gd name="T0" fmla="*/ 11 w 4"/>
                <a:gd name="T1" fmla="*/ 0 h 4"/>
                <a:gd name="T2" fmla="*/ 11 w 4"/>
                <a:gd name="T3" fmla="*/ 32 h 4"/>
                <a:gd name="T4" fmla="*/ 45 w 4"/>
                <a:gd name="T5" fmla="*/ 24 h 4"/>
                <a:gd name="T6" fmla="*/ 36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4" y="1"/>
                    <a:pt x="3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11" name="Freeform 2892">
              <a:extLst>
                <a:ext uri="{FF2B5EF4-FFF2-40B4-BE49-F238E27FC236}">
                  <a16:creationId xmlns:a16="http://schemas.microsoft.com/office/drawing/2014/main" id="{A7905CC0-22ED-4272-818A-1B9470D32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548"/>
              <a:ext cx="20" cy="20"/>
            </a:xfrm>
            <a:custGeom>
              <a:avLst/>
              <a:gdLst>
                <a:gd name="T0" fmla="*/ 64 w 10"/>
                <a:gd name="T1" fmla="*/ 0 h 9"/>
                <a:gd name="T2" fmla="*/ 80 w 10"/>
                <a:gd name="T3" fmla="*/ 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0" y="0"/>
                    <a:pt x="7" y="9"/>
                    <a:pt x="1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12" name="Freeform 2893">
              <a:extLst>
                <a:ext uri="{FF2B5EF4-FFF2-40B4-BE49-F238E27FC236}">
                  <a16:creationId xmlns:a16="http://schemas.microsoft.com/office/drawing/2014/main" id="{E5DB0D8B-2828-488C-9A9B-F76C3A25D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292"/>
              <a:ext cx="6" cy="7"/>
            </a:xfrm>
            <a:custGeom>
              <a:avLst/>
              <a:gdLst>
                <a:gd name="T0" fmla="*/ 0 w 3"/>
                <a:gd name="T1" fmla="*/ 12 h 3"/>
                <a:gd name="T2" fmla="*/ 8 w 3"/>
                <a:gd name="T3" fmla="*/ 37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13" name="Freeform 2894">
              <a:extLst>
                <a:ext uri="{FF2B5EF4-FFF2-40B4-BE49-F238E27FC236}">
                  <a16:creationId xmlns:a16="http://schemas.microsoft.com/office/drawing/2014/main" id="{8E968519-2C62-427A-9AFB-2A72B9A4F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292"/>
              <a:ext cx="23" cy="13"/>
            </a:xfrm>
            <a:custGeom>
              <a:avLst/>
              <a:gdLst>
                <a:gd name="T0" fmla="*/ 36 w 11"/>
                <a:gd name="T1" fmla="*/ 0 h 6"/>
                <a:gd name="T2" fmla="*/ 44 w 11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4" y="0"/>
                  </a:moveTo>
                  <a:cubicBezTo>
                    <a:pt x="0" y="5"/>
                    <a:pt x="11" y="6"/>
                    <a:pt x="5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14" name="Freeform 2895">
              <a:extLst>
                <a:ext uri="{FF2B5EF4-FFF2-40B4-BE49-F238E27FC236}">
                  <a16:creationId xmlns:a16="http://schemas.microsoft.com/office/drawing/2014/main" id="{D9D6BE1D-6791-4E2A-A0AF-0A21216F5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334"/>
              <a:ext cx="6" cy="8"/>
            </a:xfrm>
            <a:custGeom>
              <a:avLst/>
              <a:gdLst>
                <a:gd name="T0" fmla="*/ 0 w 3"/>
                <a:gd name="T1" fmla="*/ 16 h 4"/>
                <a:gd name="T2" fmla="*/ 8 w 3"/>
                <a:gd name="T3" fmla="*/ 32 h 4"/>
                <a:gd name="T4" fmla="*/ 0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2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15" name="Freeform 2896">
              <a:extLst>
                <a:ext uri="{FF2B5EF4-FFF2-40B4-BE49-F238E27FC236}">
                  <a16:creationId xmlns:a16="http://schemas.microsoft.com/office/drawing/2014/main" id="{4D39E782-D86B-4501-BB79-BF63496F0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321"/>
              <a:ext cx="8" cy="8"/>
            </a:xfrm>
            <a:custGeom>
              <a:avLst/>
              <a:gdLst>
                <a:gd name="T0" fmla="*/ 0 w 4"/>
                <a:gd name="T1" fmla="*/ 0 h 4"/>
                <a:gd name="T2" fmla="*/ 16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2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16" name="Freeform 2897">
              <a:extLst>
                <a:ext uri="{FF2B5EF4-FFF2-40B4-BE49-F238E27FC236}">
                  <a16:creationId xmlns:a16="http://schemas.microsoft.com/office/drawing/2014/main" id="{207044C4-C982-4ADE-87AF-5265C7654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358"/>
              <a:ext cx="8" cy="6"/>
            </a:xfrm>
            <a:custGeom>
              <a:avLst/>
              <a:gdLst>
                <a:gd name="T0" fmla="*/ 8 w 4"/>
                <a:gd name="T1" fmla="*/ 0 h 3"/>
                <a:gd name="T2" fmla="*/ 16 w 4"/>
                <a:gd name="T3" fmla="*/ 24 h 3"/>
                <a:gd name="T4" fmla="*/ 16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4" y="2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17" name="Freeform 2898">
              <a:extLst>
                <a:ext uri="{FF2B5EF4-FFF2-40B4-BE49-F238E27FC236}">
                  <a16:creationId xmlns:a16="http://schemas.microsoft.com/office/drawing/2014/main" id="{6B78359F-AA1D-40E3-B4F7-9BAB7C38C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362"/>
              <a:ext cx="6" cy="7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37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18" name="Freeform 2899">
              <a:extLst>
                <a:ext uri="{FF2B5EF4-FFF2-40B4-BE49-F238E27FC236}">
                  <a16:creationId xmlns:a16="http://schemas.microsoft.com/office/drawing/2014/main" id="{5D3C20B2-2B1E-479C-9BDD-A98325610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395"/>
              <a:ext cx="6" cy="9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45 h 4"/>
                <a:gd name="T4" fmla="*/ 8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2"/>
                    <a:pt x="2" y="2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19" name="Freeform 2900">
              <a:extLst>
                <a:ext uri="{FF2B5EF4-FFF2-40B4-BE49-F238E27FC236}">
                  <a16:creationId xmlns:a16="http://schemas.microsoft.com/office/drawing/2014/main" id="{A54227F9-DC1D-4EED-A4DC-638DF343B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421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20" name="Freeform 2901">
              <a:extLst>
                <a:ext uri="{FF2B5EF4-FFF2-40B4-BE49-F238E27FC236}">
                  <a16:creationId xmlns:a16="http://schemas.microsoft.com/office/drawing/2014/main" id="{2E8D4BB3-96CD-4EB5-8C9B-D2CE53FB5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395"/>
              <a:ext cx="8" cy="9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45 h 4"/>
                <a:gd name="T4" fmla="*/ 16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3"/>
                    <a:pt x="4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21" name="Freeform 2902">
              <a:extLst>
                <a:ext uri="{FF2B5EF4-FFF2-40B4-BE49-F238E27FC236}">
                  <a16:creationId xmlns:a16="http://schemas.microsoft.com/office/drawing/2014/main" id="{AD73FDDE-73A8-42DE-9C03-6467A8D35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439"/>
              <a:ext cx="8" cy="6"/>
            </a:xfrm>
            <a:custGeom>
              <a:avLst/>
              <a:gdLst>
                <a:gd name="T0" fmla="*/ 16 w 4"/>
                <a:gd name="T1" fmla="*/ 0 h 3"/>
                <a:gd name="T2" fmla="*/ 0 w 4"/>
                <a:gd name="T3" fmla="*/ 16 h 3"/>
                <a:gd name="T4" fmla="*/ 32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2" y="3"/>
                    <a:pt x="3" y="2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22" name="Freeform 2903">
              <a:extLst>
                <a:ext uri="{FF2B5EF4-FFF2-40B4-BE49-F238E27FC236}">
                  <a16:creationId xmlns:a16="http://schemas.microsoft.com/office/drawing/2014/main" id="{68F21CD3-6961-4319-8501-9C9D6644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465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23" name="Freeform 2904">
              <a:extLst>
                <a:ext uri="{FF2B5EF4-FFF2-40B4-BE49-F238E27FC236}">
                  <a16:creationId xmlns:a16="http://schemas.microsoft.com/office/drawing/2014/main" id="{AE5FBBA4-7BFD-4EF4-B341-9ED3A5738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454"/>
              <a:ext cx="29" cy="20"/>
            </a:xfrm>
            <a:custGeom>
              <a:avLst/>
              <a:gdLst>
                <a:gd name="T0" fmla="*/ 44 w 14"/>
                <a:gd name="T1" fmla="*/ 0 h 9"/>
                <a:gd name="T2" fmla="*/ 52 w 14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5" y="0"/>
                  </a:moveTo>
                  <a:cubicBezTo>
                    <a:pt x="0" y="9"/>
                    <a:pt x="14" y="5"/>
                    <a:pt x="6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24" name="Freeform 2905">
              <a:extLst>
                <a:ext uri="{FF2B5EF4-FFF2-40B4-BE49-F238E27FC236}">
                  <a16:creationId xmlns:a16="http://schemas.microsoft.com/office/drawing/2014/main" id="{2F6ECA08-A7EC-4744-8A5F-9285ADFAF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495"/>
              <a:ext cx="10" cy="11"/>
            </a:xfrm>
            <a:custGeom>
              <a:avLst/>
              <a:gdLst>
                <a:gd name="T0" fmla="*/ 16 w 5"/>
                <a:gd name="T1" fmla="*/ 9 h 5"/>
                <a:gd name="T2" fmla="*/ 8 w 5"/>
                <a:gd name="T3" fmla="*/ 53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5"/>
                    <a:pt x="5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25" name="Freeform 2906">
              <a:extLst>
                <a:ext uri="{FF2B5EF4-FFF2-40B4-BE49-F238E27FC236}">
                  <a16:creationId xmlns:a16="http://schemas.microsoft.com/office/drawing/2014/main" id="{8C11672A-E440-4DBF-B43F-860D817DF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469"/>
              <a:ext cx="8" cy="11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33 h 5"/>
                <a:gd name="T4" fmla="*/ 24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2" y="5"/>
                    <a:pt x="4" y="3"/>
                  </a:cubicBezTo>
                  <a:cubicBezTo>
                    <a:pt x="4" y="2"/>
                    <a:pt x="3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26" name="Freeform 2907">
              <a:extLst>
                <a:ext uri="{FF2B5EF4-FFF2-40B4-BE49-F238E27FC236}">
                  <a16:creationId xmlns:a16="http://schemas.microsoft.com/office/drawing/2014/main" id="{038D84B2-6146-4819-9779-8F68A08F2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430"/>
              <a:ext cx="9" cy="11"/>
            </a:xfrm>
            <a:custGeom>
              <a:avLst/>
              <a:gdLst>
                <a:gd name="T0" fmla="*/ 0 w 4"/>
                <a:gd name="T1" fmla="*/ 33 h 5"/>
                <a:gd name="T2" fmla="*/ 11 w 4"/>
                <a:gd name="T3" fmla="*/ 53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4"/>
                    <a:pt x="1" y="4"/>
                    <a:pt x="1" y="5"/>
                  </a:cubicBezTo>
                  <a:cubicBezTo>
                    <a:pt x="3" y="4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27" name="Freeform 2908">
              <a:extLst>
                <a:ext uri="{FF2B5EF4-FFF2-40B4-BE49-F238E27FC236}">
                  <a16:creationId xmlns:a16="http://schemas.microsoft.com/office/drawing/2014/main" id="{53475391-862F-4F98-8FF9-D5B506A90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2327"/>
              <a:ext cx="22" cy="18"/>
            </a:xfrm>
            <a:custGeom>
              <a:avLst/>
              <a:gdLst>
                <a:gd name="T0" fmla="*/ 40 w 11"/>
                <a:gd name="T1" fmla="*/ 0 h 8"/>
                <a:gd name="T2" fmla="*/ 64 w 11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5" y="0"/>
                  </a:moveTo>
                  <a:cubicBezTo>
                    <a:pt x="0" y="5"/>
                    <a:pt x="11" y="8"/>
                    <a:pt x="8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28" name="Freeform 2909">
              <a:extLst>
                <a:ext uri="{FF2B5EF4-FFF2-40B4-BE49-F238E27FC236}">
                  <a16:creationId xmlns:a16="http://schemas.microsoft.com/office/drawing/2014/main" id="{925E4085-F0D1-4BAE-89D6-5790C2AE3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235"/>
              <a:ext cx="20" cy="13"/>
            </a:xfrm>
            <a:custGeom>
              <a:avLst/>
              <a:gdLst>
                <a:gd name="T0" fmla="*/ 24 w 10"/>
                <a:gd name="T1" fmla="*/ 0 h 6"/>
                <a:gd name="T2" fmla="*/ 4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3" y="0"/>
                  </a:moveTo>
                  <a:cubicBezTo>
                    <a:pt x="0" y="6"/>
                    <a:pt x="10" y="4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29" name="Freeform 2910">
              <a:extLst>
                <a:ext uri="{FF2B5EF4-FFF2-40B4-BE49-F238E27FC236}">
                  <a16:creationId xmlns:a16="http://schemas.microsoft.com/office/drawing/2014/main" id="{20D7A00C-3F8F-433F-95E3-4766BD795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244"/>
              <a:ext cx="8" cy="9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30" name="Freeform 2911">
              <a:extLst>
                <a:ext uri="{FF2B5EF4-FFF2-40B4-BE49-F238E27FC236}">
                  <a16:creationId xmlns:a16="http://schemas.microsoft.com/office/drawing/2014/main" id="{4C556077-A476-4137-8FC0-548F81293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196"/>
              <a:ext cx="4" cy="9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45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31" name="Freeform 2912">
              <a:extLst>
                <a:ext uri="{FF2B5EF4-FFF2-40B4-BE49-F238E27FC236}">
                  <a16:creationId xmlns:a16="http://schemas.microsoft.com/office/drawing/2014/main" id="{C2DC5480-FB80-495B-9D89-7DE030AAE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198"/>
              <a:ext cx="33" cy="15"/>
            </a:xfrm>
            <a:custGeom>
              <a:avLst/>
              <a:gdLst>
                <a:gd name="T0" fmla="*/ 89 w 16"/>
                <a:gd name="T1" fmla="*/ 0 h 7"/>
                <a:gd name="T2" fmla="*/ 80 w 16"/>
                <a:gd name="T3" fmla="*/ 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10" y="0"/>
                  </a:moveTo>
                  <a:cubicBezTo>
                    <a:pt x="0" y="4"/>
                    <a:pt x="16" y="7"/>
                    <a:pt x="9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32" name="Freeform 2913">
              <a:extLst>
                <a:ext uri="{FF2B5EF4-FFF2-40B4-BE49-F238E27FC236}">
                  <a16:creationId xmlns:a16="http://schemas.microsoft.com/office/drawing/2014/main" id="{4F5BCF1D-7758-426C-91AF-F1551908D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161"/>
              <a:ext cx="12" cy="11"/>
            </a:xfrm>
            <a:custGeom>
              <a:avLst/>
              <a:gdLst>
                <a:gd name="T0" fmla="*/ 16 w 6"/>
                <a:gd name="T1" fmla="*/ 9 h 5"/>
                <a:gd name="T2" fmla="*/ 0 w 6"/>
                <a:gd name="T3" fmla="*/ 20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2"/>
                    <a:pt x="1" y="1"/>
                    <a:pt x="0" y="2"/>
                  </a:cubicBezTo>
                  <a:cubicBezTo>
                    <a:pt x="2" y="5"/>
                    <a:pt x="6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33" name="Freeform 2914">
              <a:extLst>
                <a:ext uri="{FF2B5EF4-FFF2-40B4-BE49-F238E27FC236}">
                  <a16:creationId xmlns:a16="http://schemas.microsoft.com/office/drawing/2014/main" id="{AD53D490-B39B-4E15-B071-925C7D1D6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150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8 w 5"/>
                <a:gd name="T3" fmla="*/ 53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4" y="5"/>
                    <a:pt x="5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34" name="Freeform 2915">
              <a:extLst>
                <a:ext uri="{FF2B5EF4-FFF2-40B4-BE49-F238E27FC236}">
                  <a16:creationId xmlns:a16="http://schemas.microsoft.com/office/drawing/2014/main" id="{724D9424-061B-4FA7-9182-799F1650B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102"/>
              <a:ext cx="6" cy="9"/>
            </a:xfrm>
            <a:custGeom>
              <a:avLst/>
              <a:gdLst>
                <a:gd name="T0" fmla="*/ 8 w 3"/>
                <a:gd name="T1" fmla="*/ 25 h 4"/>
                <a:gd name="T2" fmla="*/ 0 w 3"/>
                <a:gd name="T3" fmla="*/ 25 h 4"/>
                <a:gd name="T4" fmla="*/ 8 w 3"/>
                <a:gd name="T5" fmla="*/ 45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3" y="3"/>
                    <a:pt x="2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35" name="Freeform 2916">
              <a:extLst>
                <a:ext uri="{FF2B5EF4-FFF2-40B4-BE49-F238E27FC236}">
                  <a16:creationId xmlns:a16="http://schemas.microsoft.com/office/drawing/2014/main" id="{B05955F2-15DA-45CE-9622-2DFB25392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087"/>
              <a:ext cx="4" cy="6"/>
            </a:xfrm>
            <a:custGeom>
              <a:avLst/>
              <a:gdLst>
                <a:gd name="T0" fmla="*/ 8 w 2"/>
                <a:gd name="T1" fmla="*/ 8 h 3"/>
                <a:gd name="T2" fmla="*/ 0 w 2"/>
                <a:gd name="T3" fmla="*/ 24 h 3"/>
                <a:gd name="T4" fmla="*/ 8 w 2"/>
                <a:gd name="T5" fmla="*/ 24 h 3"/>
                <a:gd name="T6" fmla="*/ 8 w 2"/>
                <a:gd name="T7" fmla="*/ 0 h 3"/>
                <a:gd name="T8" fmla="*/ 0 w 2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36" name="Freeform 2917">
              <a:extLst>
                <a:ext uri="{FF2B5EF4-FFF2-40B4-BE49-F238E27FC236}">
                  <a16:creationId xmlns:a16="http://schemas.microsoft.com/office/drawing/2014/main" id="{BB915BEC-A05A-4827-B7E9-32D383607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087"/>
              <a:ext cx="6" cy="8"/>
            </a:xfrm>
            <a:custGeom>
              <a:avLst/>
              <a:gdLst>
                <a:gd name="T0" fmla="*/ 8 w 3"/>
                <a:gd name="T1" fmla="*/ 8 h 4"/>
                <a:gd name="T2" fmla="*/ 16 w 3"/>
                <a:gd name="T3" fmla="*/ 32 h 4"/>
                <a:gd name="T4" fmla="*/ 0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3" y="3"/>
                    <a:pt x="2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37" name="Freeform 2918">
              <a:extLst>
                <a:ext uri="{FF2B5EF4-FFF2-40B4-BE49-F238E27FC236}">
                  <a16:creationId xmlns:a16="http://schemas.microsoft.com/office/drawing/2014/main" id="{7AA78A5E-6EE5-4DC2-ACBF-61C9CA3E9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119"/>
              <a:ext cx="15" cy="16"/>
            </a:xfrm>
            <a:custGeom>
              <a:avLst/>
              <a:gdLst>
                <a:gd name="T0" fmla="*/ 41 w 7"/>
                <a:gd name="T1" fmla="*/ 11 h 7"/>
                <a:gd name="T2" fmla="*/ 19 w 7"/>
                <a:gd name="T3" fmla="*/ 57 h 7"/>
                <a:gd name="T4" fmla="*/ 41 w 7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4" y="7"/>
                    <a:pt x="7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38" name="Freeform 2919">
              <a:extLst>
                <a:ext uri="{FF2B5EF4-FFF2-40B4-BE49-F238E27FC236}">
                  <a16:creationId xmlns:a16="http://schemas.microsoft.com/office/drawing/2014/main" id="{268FA45A-0BAA-4F5B-9D96-AABDED9C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124"/>
              <a:ext cx="8" cy="8"/>
            </a:xfrm>
            <a:custGeom>
              <a:avLst/>
              <a:gdLst>
                <a:gd name="T0" fmla="*/ 0 w 4"/>
                <a:gd name="T1" fmla="*/ 0 h 4"/>
                <a:gd name="T2" fmla="*/ 16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3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39" name="Freeform 2920">
              <a:extLst>
                <a:ext uri="{FF2B5EF4-FFF2-40B4-BE49-F238E27FC236}">
                  <a16:creationId xmlns:a16="http://schemas.microsoft.com/office/drawing/2014/main" id="{A1180EDC-1FB1-4DC1-8216-EDEF256B6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2699"/>
              <a:ext cx="8" cy="9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45 h 4"/>
                <a:gd name="T4" fmla="*/ 3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4" y="4"/>
                    <a:pt x="4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40" name="Freeform 2921">
              <a:extLst>
                <a:ext uri="{FF2B5EF4-FFF2-40B4-BE49-F238E27FC236}">
                  <a16:creationId xmlns:a16="http://schemas.microsoft.com/office/drawing/2014/main" id="{CD916C10-C772-470C-A5D4-22000622E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091"/>
              <a:ext cx="6" cy="9"/>
            </a:xfrm>
            <a:custGeom>
              <a:avLst/>
              <a:gdLst>
                <a:gd name="T0" fmla="*/ 8 w 3"/>
                <a:gd name="T1" fmla="*/ 25 h 4"/>
                <a:gd name="T2" fmla="*/ 0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41" name="Freeform 2922">
              <a:extLst>
                <a:ext uri="{FF2B5EF4-FFF2-40B4-BE49-F238E27FC236}">
                  <a16:creationId xmlns:a16="http://schemas.microsoft.com/office/drawing/2014/main" id="{698E3B05-E848-4384-906B-37E7BBF65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119"/>
              <a:ext cx="9" cy="9"/>
            </a:xfrm>
            <a:custGeom>
              <a:avLst/>
              <a:gdLst>
                <a:gd name="T0" fmla="*/ 11 w 4"/>
                <a:gd name="T1" fmla="*/ 0 h 4"/>
                <a:gd name="T2" fmla="*/ 25 w 4"/>
                <a:gd name="T3" fmla="*/ 45 h 4"/>
                <a:gd name="T4" fmla="*/ 1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4" y="3"/>
                    <a:pt x="4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42" name="Freeform 2923">
              <a:extLst>
                <a:ext uri="{FF2B5EF4-FFF2-40B4-BE49-F238E27FC236}">
                  <a16:creationId xmlns:a16="http://schemas.microsoft.com/office/drawing/2014/main" id="{AA6B52A3-4501-4EE0-92AE-F89854600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161"/>
              <a:ext cx="12" cy="13"/>
            </a:xfrm>
            <a:custGeom>
              <a:avLst/>
              <a:gdLst>
                <a:gd name="T0" fmla="*/ 32 w 6"/>
                <a:gd name="T1" fmla="*/ 0 h 6"/>
                <a:gd name="T2" fmla="*/ 16 w 6"/>
                <a:gd name="T3" fmla="*/ 52 h 6"/>
                <a:gd name="T4" fmla="*/ 40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2" y="0"/>
                    <a:pt x="0" y="4"/>
                    <a:pt x="2" y="5"/>
                  </a:cubicBezTo>
                  <a:cubicBezTo>
                    <a:pt x="5" y="6"/>
                    <a:pt x="6" y="2"/>
                    <a:pt x="5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43" name="Freeform 2924">
              <a:extLst>
                <a:ext uri="{FF2B5EF4-FFF2-40B4-BE49-F238E27FC236}">
                  <a16:creationId xmlns:a16="http://schemas.microsoft.com/office/drawing/2014/main" id="{08250188-3F7A-455B-AC28-505B48EA3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205"/>
              <a:ext cx="10" cy="11"/>
            </a:xfrm>
            <a:custGeom>
              <a:avLst/>
              <a:gdLst>
                <a:gd name="T0" fmla="*/ 24 w 5"/>
                <a:gd name="T1" fmla="*/ 0 h 5"/>
                <a:gd name="T2" fmla="*/ 16 w 5"/>
                <a:gd name="T3" fmla="*/ 53 h 5"/>
                <a:gd name="T4" fmla="*/ 32 w 5"/>
                <a:gd name="T5" fmla="*/ 9 h 5"/>
                <a:gd name="T6" fmla="*/ 16 w 5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2"/>
                    <a:pt x="0" y="3"/>
                    <a:pt x="2" y="5"/>
                  </a:cubicBezTo>
                  <a:cubicBezTo>
                    <a:pt x="4" y="5"/>
                    <a:pt x="5" y="3"/>
                    <a:pt x="4" y="1"/>
                  </a:cubicBezTo>
                  <a:cubicBezTo>
                    <a:pt x="3" y="1"/>
                    <a:pt x="2" y="1"/>
                    <a:pt x="2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44" name="Freeform 2925">
              <a:extLst>
                <a:ext uri="{FF2B5EF4-FFF2-40B4-BE49-F238E27FC236}">
                  <a16:creationId xmlns:a16="http://schemas.microsoft.com/office/drawing/2014/main" id="{C0B77036-C7C2-42D3-B337-FA38B1613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246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24 w 5"/>
                <a:gd name="T3" fmla="*/ 53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3"/>
                    <a:pt x="5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45" name="Freeform 2926">
              <a:extLst>
                <a:ext uri="{FF2B5EF4-FFF2-40B4-BE49-F238E27FC236}">
                  <a16:creationId xmlns:a16="http://schemas.microsoft.com/office/drawing/2014/main" id="{5A6372F4-3266-413C-B9B4-F00091C55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196"/>
              <a:ext cx="6" cy="9"/>
            </a:xfrm>
            <a:custGeom>
              <a:avLst/>
              <a:gdLst>
                <a:gd name="T0" fmla="*/ 0 w 3"/>
                <a:gd name="T1" fmla="*/ 36 h 4"/>
                <a:gd name="T2" fmla="*/ 8 w 3"/>
                <a:gd name="T3" fmla="*/ 45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4"/>
                    <a:pt x="1" y="4"/>
                    <a:pt x="1" y="4"/>
                  </a:cubicBezTo>
                  <a:cubicBezTo>
                    <a:pt x="3" y="3"/>
                    <a:pt x="3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46" name="Freeform 2927">
              <a:extLst>
                <a:ext uri="{FF2B5EF4-FFF2-40B4-BE49-F238E27FC236}">
                  <a16:creationId xmlns:a16="http://schemas.microsoft.com/office/drawing/2014/main" id="{80537196-E1F2-48D9-88BF-20A6DA0C5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154"/>
              <a:ext cx="10" cy="9"/>
            </a:xfrm>
            <a:custGeom>
              <a:avLst/>
              <a:gdLst>
                <a:gd name="T0" fmla="*/ 8 w 5"/>
                <a:gd name="T1" fmla="*/ 0 h 4"/>
                <a:gd name="T2" fmla="*/ 8 w 5"/>
                <a:gd name="T3" fmla="*/ 45 h 4"/>
                <a:gd name="T4" fmla="*/ 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3"/>
                    <a:pt x="5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47" name="Freeform 2928">
              <a:extLst>
                <a:ext uri="{FF2B5EF4-FFF2-40B4-BE49-F238E27FC236}">
                  <a16:creationId xmlns:a16="http://schemas.microsoft.com/office/drawing/2014/main" id="{0232B808-3017-486E-8BCF-14103937D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087"/>
              <a:ext cx="8" cy="8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32 h 4"/>
                <a:gd name="T4" fmla="*/ 16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4" y="3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48" name="Freeform 2929">
              <a:extLst>
                <a:ext uri="{FF2B5EF4-FFF2-40B4-BE49-F238E27FC236}">
                  <a16:creationId xmlns:a16="http://schemas.microsoft.com/office/drawing/2014/main" id="{81A13CA8-5D12-468B-AAEF-E00000C84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091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24 w 5"/>
                <a:gd name="T3" fmla="*/ 45 h 4"/>
                <a:gd name="T4" fmla="*/ 24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3"/>
                    <a:pt x="3" y="4"/>
                  </a:cubicBezTo>
                  <a:cubicBezTo>
                    <a:pt x="5" y="3"/>
                    <a:pt x="4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49" name="Freeform 2930">
              <a:extLst>
                <a:ext uri="{FF2B5EF4-FFF2-40B4-BE49-F238E27FC236}">
                  <a16:creationId xmlns:a16="http://schemas.microsoft.com/office/drawing/2014/main" id="{4FFE0AF3-453E-4D35-A8DB-75AC01925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128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53 h 5"/>
                <a:gd name="T4" fmla="*/ 24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4" y="4"/>
                    <a:pt x="4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50" name="Freeform 2931">
              <a:extLst>
                <a:ext uri="{FF2B5EF4-FFF2-40B4-BE49-F238E27FC236}">
                  <a16:creationId xmlns:a16="http://schemas.microsoft.com/office/drawing/2014/main" id="{16B4A9FB-0A73-4748-8229-477F416C6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170"/>
              <a:ext cx="7" cy="6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8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51" name="Freeform 2932">
              <a:extLst>
                <a:ext uri="{FF2B5EF4-FFF2-40B4-BE49-F238E27FC236}">
                  <a16:creationId xmlns:a16="http://schemas.microsoft.com/office/drawing/2014/main" id="{78269E4F-3ADE-428E-BCEB-C861295D3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222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16 w 5"/>
                <a:gd name="T3" fmla="*/ 45 h 4"/>
                <a:gd name="T4" fmla="*/ 24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2"/>
                    <a:pt x="2" y="4"/>
                  </a:cubicBezTo>
                  <a:cubicBezTo>
                    <a:pt x="4" y="3"/>
                    <a:pt x="5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52" name="Freeform 2933">
              <a:extLst>
                <a:ext uri="{FF2B5EF4-FFF2-40B4-BE49-F238E27FC236}">
                  <a16:creationId xmlns:a16="http://schemas.microsoft.com/office/drawing/2014/main" id="{A1CD0BD2-A8EA-487A-BF90-6D2DA07FB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257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37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53" name="Freeform 2934">
              <a:extLst>
                <a:ext uri="{FF2B5EF4-FFF2-40B4-BE49-F238E27FC236}">
                  <a16:creationId xmlns:a16="http://schemas.microsoft.com/office/drawing/2014/main" id="{27155265-6A81-4E18-BBC5-0EFE3BD2E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255"/>
              <a:ext cx="6" cy="6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24 h 3"/>
                <a:gd name="T4" fmla="*/ 24 w 3"/>
                <a:gd name="T5" fmla="*/ 16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54" name="Freeform 2935">
              <a:extLst>
                <a:ext uri="{FF2B5EF4-FFF2-40B4-BE49-F238E27FC236}">
                  <a16:creationId xmlns:a16="http://schemas.microsoft.com/office/drawing/2014/main" id="{E9E99525-24FA-41A7-81DE-B081DA3FF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292"/>
              <a:ext cx="6" cy="9"/>
            </a:xfrm>
            <a:custGeom>
              <a:avLst/>
              <a:gdLst>
                <a:gd name="T0" fmla="*/ 16 w 3"/>
                <a:gd name="T1" fmla="*/ 11 h 4"/>
                <a:gd name="T2" fmla="*/ 16 w 3"/>
                <a:gd name="T3" fmla="*/ 45 h 4"/>
                <a:gd name="T4" fmla="*/ 16 w 3"/>
                <a:gd name="T5" fmla="*/ 11 h 4"/>
                <a:gd name="T6" fmla="*/ 8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3"/>
                    <a:pt x="0" y="3"/>
                    <a:pt x="2" y="4"/>
                  </a:cubicBezTo>
                  <a:cubicBezTo>
                    <a:pt x="3" y="3"/>
                    <a:pt x="3" y="2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55" name="Freeform 2936">
              <a:extLst>
                <a:ext uri="{FF2B5EF4-FFF2-40B4-BE49-F238E27FC236}">
                  <a16:creationId xmlns:a16="http://schemas.microsoft.com/office/drawing/2014/main" id="{4450F4A9-678C-4D61-95C8-A722B409A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305"/>
              <a:ext cx="9" cy="13"/>
            </a:xfrm>
            <a:custGeom>
              <a:avLst/>
              <a:gdLst>
                <a:gd name="T0" fmla="*/ 11 w 4"/>
                <a:gd name="T1" fmla="*/ 0 h 6"/>
                <a:gd name="T2" fmla="*/ 25 w 4"/>
                <a:gd name="T3" fmla="*/ 61 h 6"/>
                <a:gd name="T4" fmla="*/ 11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4" y="4"/>
                    <a:pt x="4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56" name="Freeform 2937">
              <a:extLst>
                <a:ext uri="{FF2B5EF4-FFF2-40B4-BE49-F238E27FC236}">
                  <a16:creationId xmlns:a16="http://schemas.microsoft.com/office/drawing/2014/main" id="{09250FE2-A961-434B-8C39-913D4B8A4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307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37 h 3"/>
                <a:gd name="T4" fmla="*/ 16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57" name="Freeform 2938">
              <a:extLst>
                <a:ext uri="{FF2B5EF4-FFF2-40B4-BE49-F238E27FC236}">
                  <a16:creationId xmlns:a16="http://schemas.microsoft.com/office/drawing/2014/main" id="{1CC6C175-B3DA-4FE6-9250-CFAFC885D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340"/>
              <a:ext cx="4" cy="9"/>
            </a:xfrm>
            <a:custGeom>
              <a:avLst/>
              <a:gdLst>
                <a:gd name="T0" fmla="*/ 0 w 2"/>
                <a:gd name="T1" fmla="*/ 11 h 4"/>
                <a:gd name="T2" fmla="*/ 8 w 2"/>
                <a:gd name="T3" fmla="*/ 45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2"/>
                    <a:pt x="2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58" name="Freeform 2939">
              <a:extLst>
                <a:ext uri="{FF2B5EF4-FFF2-40B4-BE49-F238E27FC236}">
                  <a16:creationId xmlns:a16="http://schemas.microsoft.com/office/drawing/2014/main" id="{30CC9618-0B6C-4C04-947C-23DE2A0D8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349"/>
              <a:ext cx="27" cy="15"/>
            </a:xfrm>
            <a:custGeom>
              <a:avLst/>
              <a:gdLst>
                <a:gd name="T0" fmla="*/ 44 w 13"/>
                <a:gd name="T1" fmla="*/ 0 h 7"/>
                <a:gd name="T2" fmla="*/ 73 w 13"/>
                <a:gd name="T3" fmla="*/ 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5" y="0"/>
                  </a:moveTo>
                  <a:cubicBezTo>
                    <a:pt x="0" y="7"/>
                    <a:pt x="13" y="5"/>
                    <a:pt x="8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59" name="Freeform 2940">
              <a:extLst>
                <a:ext uri="{FF2B5EF4-FFF2-40B4-BE49-F238E27FC236}">
                  <a16:creationId xmlns:a16="http://schemas.microsoft.com/office/drawing/2014/main" id="{99350F94-9748-41B9-8EBD-E990DD20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349"/>
              <a:ext cx="8" cy="11"/>
            </a:xfrm>
            <a:custGeom>
              <a:avLst/>
              <a:gdLst>
                <a:gd name="T0" fmla="*/ 0 w 4"/>
                <a:gd name="T1" fmla="*/ 9 h 5"/>
                <a:gd name="T2" fmla="*/ 16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3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60" name="Freeform 2941">
              <a:extLst>
                <a:ext uri="{FF2B5EF4-FFF2-40B4-BE49-F238E27FC236}">
                  <a16:creationId xmlns:a16="http://schemas.microsoft.com/office/drawing/2014/main" id="{6C4C8E44-AB82-4A10-8F72-ED9CA227A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382"/>
              <a:ext cx="8" cy="6"/>
            </a:xfrm>
            <a:custGeom>
              <a:avLst/>
              <a:gdLst>
                <a:gd name="T0" fmla="*/ 8 w 4"/>
                <a:gd name="T1" fmla="*/ 0 h 3"/>
                <a:gd name="T2" fmla="*/ 0 w 4"/>
                <a:gd name="T3" fmla="*/ 16 h 3"/>
                <a:gd name="T4" fmla="*/ 32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3"/>
                    <a:pt x="3" y="3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61" name="Freeform 2942">
              <a:extLst>
                <a:ext uri="{FF2B5EF4-FFF2-40B4-BE49-F238E27FC236}">
                  <a16:creationId xmlns:a16="http://schemas.microsoft.com/office/drawing/2014/main" id="{AB4892A6-E9A1-448B-A4A2-6B828E87B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2386"/>
              <a:ext cx="6" cy="9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45 h 4"/>
                <a:gd name="T4" fmla="*/ 24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62" name="Freeform 2943">
              <a:extLst>
                <a:ext uri="{FF2B5EF4-FFF2-40B4-BE49-F238E27FC236}">
                  <a16:creationId xmlns:a16="http://schemas.microsoft.com/office/drawing/2014/main" id="{54361B5C-C78B-48AA-82CE-A5EB42003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388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24 w 3"/>
                <a:gd name="T5" fmla="*/ 11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63" name="Freeform 2944">
              <a:extLst>
                <a:ext uri="{FF2B5EF4-FFF2-40B4-BE49-F238E27FC236}">
                  <a16:creationId xmlns:a16="http://schemas.microsoft.com/office/drawing/2014/main" id="{732E8639-C4D8-4D91-92C7-3D779C37B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430"/>
              <a:ext cx="7" cy="9"/>
            </a:xfrm>
            <a:custGeom>
              <a:avLst/>
              <a:gdLst>
                <a:gd name="T0" fmla="*/ 28 w 3"/>
                <a:gd name="T1" fmla="*/ 0 h 4"/>
                <a:gd name="T2" fmla="*/ 28 w 3"/>
                <a:gd name="T3" fmla="*/ 45 h 4"/>
                <a:gd name="T4" fmla="*/ 37 w 3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2"/>
                    <a:pt x="0" y="2"/>
                    <a:pt x="2" y="4"/>
                  </a:cubicBezTo>
                  <a:cubicBezTo>
                    <a:pt x="3" y="3"/>
                    <a:pt x="3" y="2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64" name="Freeform 2945">
              <a:extLst>
                <a:ext uri="{FF2B5EF4-FFF2-40B4-BE49-F238E27FC236}">
                  <a16:creationId xmlns:a16="http://schemas.microsoft.com/office/drawing/2014/main" id="{2E9DD830-15DB-4451-9134-7659583B1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454"/>
              <a:ext cx="8" cy="11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65" name="Freeform 2946">
              <a:extLst>
                <a:ext uri="{FF2B5EF4-FFF2-40B4-BE49-F238E27FC236}">
                  <a16:creationId xmlns:a16="http://schemas.microsoft.com/office/drawing/2014/main" id="{C44A5BF0-A2FC-4778-A85A-D93195359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452"/>
              <a:ext cx="6" cy="13"/>
            </a:xfrm>
            <a:custGeom>
              <a:avLst/>
              <a:gdLst>
                <a:gd name="T0" fmla="*/ 0 w 3"/>
                <a:gd name="T1" fmla="*/ 33 h 6"/>
                <a:gd name="T2" fmla="*/ 8 w 3"/>
                <a:gd name="T3" fmla="*/ 61 h 6"/>
                <a:gd name="T4" fmla="*/ 16 w 3"/>
                <a:gd name="T5" fmla="*/ 9 h 6"/>
                <a:gd name="T6" fmla="*/ 0 w 3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0" y="5"/>
                    <a:pt x="0" y="5"/>
                    <a:pt x="1" y="6"/>
                  </a:cubicBezTo>
                  <a:cubicBezTo>
                    <a:pt x="3" y="4"/>
                    <a:pt x="3" y="2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66" name="Freeform 2947">
              <a:extLst>
                <a:ext uri="{FF2B5EF4-FFF2-40B4-BE49-F238E27FC236}">
                  <a16:creationId xmlns:a16="http://schemas.microsoft.com/office/drawing/2014/main" id="{2F2414CF-E345-4AEE-9C04-0C1AB983D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419"/>
              <a:ext cx="11" cy="11"/>
            </a:xfrm>
            <a:custGeom>
              <a:avLst/>
              <a:gdLst>
                <a:gd name="T0" fmla="*/ 20 w 5"/>
                <a:gd name="T1" fmla="*/ 0 h 5"/>
                <a:gd name="T2" fmla="*/ 33 w 5"/>
                <a:gd name="T3" fmla="*/ 53 h 5"/>
                <a:gd name="T4" fmla="*/ 33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4"/>
                    <a:pt x="5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67" name="Freeform 2948">
              <a:extLst>
                <a:ext uri="{FF2B5EF4-FFF2-40B4-BE49-F238E27FC236}">
                  <a16:creationId xmlns:a16="http://schemas.microsoft.com/office/drawing/2014/main" id="{6BE633BC-D8C0-4C8F-B0AA-1C6593B6E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493"/>
              <a:ext cx="14" cy="18"/>
            </a:xfrm>
            <a:custGeom>
              <a:avLst/>
              <a:gdLst>
                <a:gd name="T0" fmla="*/ 40 w 7"/>
                <a:gd name="T1" fmla="*/ 0 h 8"/>
                <a:gd name="T2" fmla="*/ 56 w 7"/>
                <a:gd name="T3" fmla="*/ 36 h 8"/>
                <a:gd name="T4" fmla="*/ 40 w 7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0" y="1"/>
                    <a:pt x="4" y="8"/>
                    <a:pt x="7" y="3"/>
                  </a:cubicBezTo>
                  <a:cubicBezTo>
                    <a:pt x="6" y="2"/>
                    <a:pt x="6" y="2"/>
                    <a:pt x="5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68" name="Freeform 2949">
              <a:extLst>
                <a:ext uri="{FF2B5EF4-FFF2-40B4-BE49-F238E27FC236}">
                  <a16:creationId xmlns:a16="http://schemas.microsoft.com/office/drawing/2014/main" id="{F329EAA3-4B4D-43C7-8217-1FB5AC0A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471"/>
              <a:ext cx="4" cy="5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0 h 2"/>
                <a:gd name="T4" fmla="*/ 8 w 2"/>
                <a:gd name="T5" fmla="*/ 33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0" y="2"/>
                    <a:pt x="1" y="2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69" name="Freeform 2950">
              <a:extLst>
                <a:ext uri="{FF2B5EF4-FFF2-40B4-BE49-F238E27FC236}">
                  <a16:creationId xmlns:a16="http://schemas.microsoft.com/office/drawing/2014/main" id="{D7791DCE-ECE0-4292-BA5B-92DBD65DB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511"/>
              <a:ext cx="24" cy="15"/>
            </a:xfrm>
            <a:custGeom>
              <a:avLst/>
              <a:gdLst>
                <a:gd name="T0" fmla="*/ 48 w 12"/>
                <a:gd name="T1" fmla="*/ 0 h 7"/>
                <a:gd name="T2" fmla="*/ 40 w 12"/>
                <a:gd name="T3" fmla="*/ 0 h 7"/>
                <a:gd name="T4" fmla="*/ 48 w 12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6" y="0"/>
                  </a:moveTo>
                  <a:cubicBezTo>
                    <a:pt x="6" y="0"/>
                    <a:pt x="6" y="0"/>
                    <a:pt x="5" y="0"/>
                  </a:cubicBezTo>
                  <a:cubicBezTo>
                    <a:pt x="0" y="7"/>
                    <a:pt x="12" y="4"/>
                    <a:pt x="6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0" name="Freeform 2951">
              <a:extLst>
                <a:ext uri="{FF2B5EF4-FFF2-40B4-BE49-F238E27FC236}">
                  <a16:creationId xmlns:a16="http://schemas.microsoft.com/office/drawing/2014/main" id="{EB73F6AF-B234-475A-AC2F-32E4E17DD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500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44 h 5"/>
                <a:gd name="T4" fmla="*/ 32 w 4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3" y="5"/>
                    <a:pt x="4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1" name="Freeform 2952">
              <a:extLst>
                <a:ext uri="{FF2B5EF4-FFF2-40B4-BE49-F238E27FC236}">
                  <a16:creationId xmlns:a16="http://schemas.microsoft.com/office/drawing/2014/main" id="{3A32EDFB-ACB6-4E25-BBD5-6B5A909D5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552"/>
              <a:ext cx="6" cy="9"/>
            </a:xfrm>
            <a:custGeom>
              <a:avLst/>
              <a:gdLst>
                <a:gd name="T0" fmla="*/ 8 w 3"/>
                <a:gd name="T1" fmla="*/ 11 h 4"/>
                <a:gd name="T2" fmla="*/ 16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2" name="Freeform 2953">
              <a:extLst>
                <a:ext uri="{FF2B5EF4-FFF2-40B4-BE49-F238E27FC236}">
                  <a16:creationId xmlns:a16="http://schemas.microsoft.com/office/drawing/2014/main" id="{ACF513D0-3CA5-470F-8835-929C804C1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539"/>
              <a:ext cx="9" cy="9"/>
            </a:xfrm>
            <a:custGeom>
              <a:avLst/>
              <a:gdLst>
                <a:gd name="T0" fmla="*/ 11 w 4"/>
                <a:gd name="T1" fmla="*/ 11 h 4"/>
                <a:gd name="T2" fmla="*/ 11 w 4"/>
                <a:gd name="T3" fmla="*/ 45 h 4"/>
                <a:gd name="T4" fmla="*/ 1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3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3" name="Freeform 2954">
              <a:extLst>
                <a:ext uri="{FF2B5EF4-FFF2-40B4-BE49-F238E27FC236}">
                  <a16:creationId xmlns:a16="http://schemas.microsoft.com/office/drawing/2014/main" id="{06224566-5108-43C0-B5F6-CBEAC0612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552"/>
              <a:ext cx="6" cy="9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45 h 4"/>
                <a:gd name="T4" fmla="*/ 24 w 3"/>
                <a:gd name="T5" fmla="*/ 25 h 4"/>
                <a:gd name="T6" fmla="*/ 8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2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4" name="Freeform 2955">
              <a:extLst>
                <a:ext uri="{FF2B5EF4-FFF2-40B4-BE49-F238E27FC236}">
                  <a16:creationId xmlns:a16="http://schemas.microsoft.com/office/drawing/2014/main" id="{4C110B3A-B2A9-4C25-B706-F03BFBE8F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589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53 h 5"/>
                <a:gd name="T4" fmla="*/ 32 w 4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3" y="5"/>
                    <a:pt x="3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5" name="Freeform 2956">
              <a:extLst>
                <a:ext uri="{FF2B5EF4-FFF2-40B4-BE49-F238E27FC236}">
                  <a16:creationId xmlns:a16="http://schemas.microsoft.com/office/drawing/2014/main" id="{FA14FC59-9CD6-4747-BC45-6B25D7937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622"/>
              <a:ext cx="10" cy="13"/>
            </a:xfrm>
            <a:custGeom>
              <a:avLst/>
              <a:gdLst>
                <a:gd name="T0" fmla="*/ 24 w 5"/>
                <a:gd name="T1" fmla="*/ 9 h 6"/>
                <a:gd name="T2" fmla="*/ 16 w 5"/>
                <a:gd name="T3" fmla="*/ 61 h 6"/>
                <a:gd name="T4" fmla="*/ 24 w 5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0" y="0"/>
                    <a:pt x="0" y="5"/>
                    <a:pt x="2" y="6"/>
                  </a:cubicBezTo>
                  <a:cubicBezTo>
                    <a:pt x="5" y="6"/>
                    <a:pt x="5" y="3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6" name="Freeform 2957">
              <a:extLst>
                <a:ext uri="{FF2B5EF4-FFF2-40B4-BE49-F238E27FC236}">
                  <a16:creationId xmlns:a16="http://schemas.microsoft.com/office/drawing/2014/main" id="{7064039F-B752-495F-8246-E564E5F41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611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25 w 4"/>
                <a:gd name="T3" fmla="*/ 53 h 5"/>
                <a:gd name="T4" fmla="*/ 25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4" y="4"/>
                    <a:pt x="4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7" name="Freeform 2958">
              <a:extLst>
                <a:ext uri="{FF2B5EF4-FFF2-40B4-BE49-F238E27FC236}">
                  <a16:creationId xmlns:a16="http://schemas.microsoft.com/office/drawing/2014/main" id="{BC61B60B-871D-451B-8D8E-EB0D947E3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600"/>
              <a:ext cx="13" cy="13"/>
            </a:xfrm>
            <a:custGeom>
              <a:avLst/>
              <a:gdLst>
                <a:gd name="T0" fmla="*/ 9 w 6"/>
                <a:gd name="T1" fmla="*/ 9 h 6"/>
                <a:gd name="T2" fmla="*/ 2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6"/>
                    <a:pt x="6" y="3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8" name="Freeform 2959">
              <a:extLst>
                <a:ext uri="{FF2B5EF4-FFF2-40B4-BE49-F238E27FC236}">
                  <a16:creationId xmlns:a16="http://schemas.microsoft.com/office/drawing/2014/main" id="{096298E6-7587-462D-A52D-49B6F1D38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638"/>
              <a:ext cx="4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16 h 2"/>
                <a:gd name="T4" fmla="*/ 16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79" name="Freeform 2960">
              <a:extLst>
                <a:ext uri="{FF2B5EF4-FFF2-40B4-BE49-F238E27FC236}">
                  <a16:creationId xmlns:a16="http://schemas.microsoft.com/office/drawing/2014/main" id="{2869B1C1-9755-4ECA-BA2E-0B43642EC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673"/>
              <a:ext cx="10" cy="10"/>
            </a:xfrm>
            <a:custGeom>
              <a:avLst/>
              <a:gdLst>
                <a:gd name="T0" fmla="*/ 8 w 5"/>
                <a:gd name="T1" fmla="*/ 8 h 5"/>
                <a:gd name="T2" fmla="*/ 16 w 5"/>
                <a:gd name="T3" fmla="*/ 40 h 5"/>
                <a:gd name="T4" fmla="*/ 3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4" y="4"/>
                    <a:pt x="5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0" name="Freeform 2961">
              <a:extLst>
                <a:ext uri="{FF2B5EF4-FFF2-40B4-BE49-F238E27FC236}">
                  <a16:creationId xmlns:a16="http://schemas.microsoft.com/office/drawing/2014/main" id="{35F4EC20-D3E1-4ADB-A8A3-C2C5FB1B4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688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3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1" name="Freeform 2962">
              <a:extLst>
                <a:ext uri="{FF2B5EF4-FFF2-40B4-BE49-F238E27FC236}">
                  <a16:creationId xmlns:a16="http://schemas.microsoft.com/office/drawing/2014/main" id="{0FCB5568-2273-4C95-88D8-EC4DD9308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666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53 h 5"/>
                <a:gd name="T4" fmla="*/ 32 w 4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2" y="4"/>
                    <a:pt x="3" y="3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2" name="Freeform 2963">
              <a:extLst>
                <a:ext uri="{FF2B5EF4-FFF2-40B4-BE49-F238E27FC236}">
                  <a16:creationId xmlns:a16="http://schemas.microsoft.com/office/drawing/2014/main" id="{5B5AE08A-652E-45A2-9B4E-320256970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705"/>
              <a:ext cx="18" cy="24"/>
            </a:xfrm>
            <a:custGeom>
              <a:avLst/>
              <a:gdLst>
                <a:gd name="T0" fmla="*/ 48 w 9"/>
                <a:gd name="T1" fmla="*/ 9 h 11"/>
                <a:gd name="T2" fmla="*/ 72 w 9"/>
                <a:gd name="T3" fmla="*/ 3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6" y="1"/>
                  </a:moveTo>
                  <a:cubicBezTo>
                    <a:pt x="0" y="0"/>
                    <a:pt x="7" y="11"/>
                    <a:pt x="9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3" name="Freeform 2964">
              <a:extLst>
                <a:ext uri="{FF2B5EF4-FFF2-40B4-BE49-F238E27FC236}">
                  <a16:creationId xmlns:a16="http://schemas.microsoft.com/office/drawing/2014/main" id="{2C68583B-B15C-4880-A0F1-8FE401040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712"/>
              <a:ext cx="9" cy="9"/>
            </a:xfrm>
            <a:custGeom>
              <a:avLst/>
              <a:gdLst>
                <a:gd name="T0" fmla="*/ 0 w 4"/>
                <a:gd name="T1" fmla="*/ 0 h 4"/>
                <a:gd name="T2" fmla="*/ 11 w 4"/>
                <a:gd name="T3" fmla="*/ 45 h 4"/>
                <a:gd name="T4" fmla="*/ 1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4" y="3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4" name="Freeform 2965">
              <a:extLst>
                <a:ext uri="{FF2B5EF4-FFF2-40B4-BE49-F238E27FC236}">
                  <a16:creationId xmlns:a16="http://schemas.microsoft.com/office/drawing/2014/main" id="{A8E99197-EF7E-41A6-AB9D-D127E51EA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721"/>
              <a:ext cx="6" cy="11"/>
            </a:xfrm>
            <a:custGeom>
              <a:avLst/>
              <a:gdLst>
                <a:gd name="T0" fmla="*/ 0 w 3"/>
                <a:gd name="T1" fmla="*/ 0 h 5"/>
                <a:gd name="T2" fmla="*/ 16 w 3"/>
                <a:gd name="T3" fmla="*/ 53 h 5"/>
                <a:gd name="T4" fmla="*/ 16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5" name="Freeform 2966">
              <a:extLst>
                <a:ext uri="{FF2B5EF4-FFF2-40B4-BE49-F238E27FC236}">
                  <a16:creationId xmlns:a16="http://schemas.microsoft.com/office/drawing/2014/main" id="{AC266A90-DE28-47E8-A527-B1ED5859B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773"/>
              <a:ext cx="8" cy="9"/>
            </a:xfrm>
            <a:custGeom>
              <a:avLst/>
              <a:gdLst>
                <a:gd name="T0" fmla="*/ 24 w 4"/>
                <a:gd name="T1" fmla="*/ 0 h 4"/>
                <a:gd name="T2" fmla="*/ 24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4"/>
                    <a:pt x="3" y="4"/>
                  </a:cubicBezTo>
                  <a:cubicBezTo>
                    <a:pt x="4" y="2"/>
                    <a:pt x="3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6" name="Freeform 2967">
              <a:extLst>
                <a:ext uri="{FF2B5EF4-FFF2-40B4-BE49-F238E27FC236}">
                  <a16:creationId xmlns:a16="http://schemas.microsoft.com/office/drawing/2014/main" id="{AC33697A-2C1F-448C-B817-9B32D3888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753"/>
              <a:ext cx="6" cy="7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37 h 3"/>
                <a:gd name="T4" fmla="*/ 16 w 3"/>
                <a:gd name="T5" fmla="*/ 37 h 3"/>
                <a:gd name="T6" fmla="*/ 24 w 3"/>
                <a:gd name="T7" fmla="*/ 12 h 3"/>
                <a:gd name="T8" fmla="*/ 16 w 3"/>
                <a:gd name="T9" fmla="*/ 0 h 3"/>
                <a:gd name="T10" fmla="*/ 8 w 3"/>
                <a:gd name="T11" fmla="*/ 37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7" name="Freeform 2968">
              <a:extLst>
                <a:ext uri="{FF2B5EF4-FFF2-40B4-BE49-F238E27FC236}">
                  <a16:creationId xmlns:a16="http://schemas.microsoft.com/office/drawing/2014/main" id="{E860249E-8C1F-4295-8778-B8F55D222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2804"/>
              <a:ext cx="10" cy="11"/>
            </a:xfrm>
            <a:custGeom>
              <a:avLst/>
              <a:gdLst>
                <a:gd name="T0" fmla="*/ 24 w 5"/>
                <a:gd name="T1" fmla="*/ 9 h 5"/>
                <a:gd name="T2" fmla="*/ 8 w 5"/>
                <a:gd name="T3" fmla="*/ 9 h 5"/>
                <a:gd name="T4" fmla="*/ 32 w 5"/>
                <a:gd name="T5" fmla="*/ 53 h 5"/>
                <a:gd name="T6" fmla="*/ 24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4"/>
                    <a:pt x="2" y="5"/>
                    <a:pt x="4" y="5"/>
                  </a:cubicBezTo>
                  <a:cubicBezTo>
                    <a:pt x="5" y="3"/>
                    <a:pt x="5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8" name="Freeform 2969">
              <a:extLst>
                <a:ext uri="{FF2B5EF4-FFF2-40B4-BE49-F238E27FC236}">
                  <a16:creationId xmlns:a16="http://schemas.microsoft.com/office/drawing/2014/main" id="{067A3371-DBB4-42E6-9290-E960CB14B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810"/>
              <a:ext cx="8" cy="11"/>
            </a:xfrm>
            <a:custGeom>
              <a:avLst/>
              <a:gdLst>
                <a:gd name="T0" fmla="*/ 0 w 4"/>
                <a:gd name="T1" fmla="*/ 9 h 5"/>
                <a:gd name="T2" fmla="*/ 16 w 4"/>
                <a:gd name="T3" fmla="*/ 53 h 5"/>
                <a:gd name="T4" fmla="*/ 0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3"/>
                    <a:pt x="3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89" name="Freeform 2970">
              <a:extLst>
                <a:ext uri="{FF2B5EF4-FFF2-40B4-BE49-F238E27FC236}">
                  <a16:creationId xmlns:a16="http://schemas.microsoft.com/office/drawing/2014/main" id="{F6BB585D-E7A6-4383-9C02-0818C60BD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815"/>
              <a:ext cx="9" cy="11"/>
            </a:xfrm>
            <a:custGeom>
              <a:avLst/>
              <a:gdLst>
                <a:gd name="T0" fmla="*/ 25 w 4"/>
                <a:gd name="T1" fmla="*/ 33 h 5"/>
                <a:gd name="T2" fmla="*/ 36 w 4"/>
                <a:gd name="T3" fmla="*/ 53 h 5"/>
                <a:gd name="T4" fmla="*/ 11 w 4"/>
                <a:gd name="T5" fmla="*/ 0 h 5"/>
                <a:gd name="T6" fmla="*/ 0 w 4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3" y="4"/>
                    <a:pt x="2" y="4"/>
                    <a:pt x="3" y="5"/>
                  </a:cubicBezTo>
                  <a:cubicBezTo>
                    <a:pt x="4" y="3"/>
                    <a:pt x="4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0" name="Freeform 2971">
              <a:extLst>
                <a:ext uri="{FF2B5EF4-FFF2-40B4-BE49-F238E27FC236}">
                  <a16:creationId xmlns:a16="http://schemas.microsoft.com/office/drawing/2014/main" id="{FC399C5B-A8EA-4C5E-82E7-2DAE31E61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756"/>
              <a:ext cx="6" cy="11"/>
            </a:xfrm>
            <a:custGeom>
              <a:avLst/>
              <a:gdLst>
                <a:gd name="T0" fmla="*/ 0 w 3"/>
                <a:gd name="T1" fmla="*/ 20 h 5"/>
                <a:gd name="T2" fmla="*/ 8 w 3"/>
                <a:gd name="T3" fmla="*/ 53 h 5"/>
                <a:gd name="T4" fmla="*/ 8 w 3"/>
                <a:gd name="T5" fmla="*/ 0 h 5"/>
                <a:gd name="T6" fmla="*/ 0 w 3"/>
                <a:gd name="T7" fmla="*/ 3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3" y="3"/>
                    <a:pt x="3" y="1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1" name="Freeform 2972">
              <a:extLst>
                <a:ext uri="{FF2B5EF4-FFF2-40B4-BE49-F238E27FC236}">
                  <a16:creationId xmlns:a16="http://schemas.microsoft.com/office/drawing/2014/main" id="{CF2B4BD2-6C35-4DEF-A4D0-DD7801417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872"/>
              <a:ext cx="16" cy="17"/>
            </a:xfrm>
            <a:custGeom>
              <a:avLst/>
              <a:gdLst>
                <a:gd name="T0" fmla="*/ 32 w 8"/>
                <a:gd name="T1" fmla="*/ 9 h 8"/>
                <a:gd name="T2" fmla="*/ 40 w 8"/>
                <a:gd name="T3" fmla="*/ 68 h 8"/>
                <a:gd name="T4" fmla="*/ 4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1" y="2"/>
                    <a:pt x="0" y="8"/>
                    <a:pt x="5" y="7"/>
                  </a:cubicBezTo>
                  <a:cubicBezTo>
                    <a:pt x="8" y="6"/>
                    <a:pt x="7" y="1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2" name="Freeform 2973">
              <a:extLst>
                <a:ext uri="{FF2B5EF4-FFF2-40B4-BE49-F238E27FC236}">
                  <a16:creationId xmlns:a16="http://schemas.microsoft.com/office/drawing/2014/main" id="{05212CC3-D317-4AA9-B348-4640A77C5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847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24 w 3"/>
                <a:gd name="T5" fmla="*/ 11 h 4"/>
                <a:gd name="T6" fmla="*/ 16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2" y="3"/>
                    <a:pt x="3" y="1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3" name="Freeform 2974">
              <a:extLst>
                <a:ext uri="{FF2B5EF4-FFF2-40B4-BE49-F238E27FC236}">
                  <a16:creationId xmlns:a16="http://schemas.microsoft.com/office/drawing/2014/main" id="{75F840FA-EB3A-4357-AC8E-6EB3879BF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889"/>
              <a:ext cx="10" cy="11"/>
            </a:xfrm>
            <a:custGeom>
              <a:avLst/>
              <a:gdLst>
                <a:gd name="T0" fmla="*/ 32 w 5"/>
                <a:gd name="T1" fmla="*/ 0 h 5"/>
                <a:gd name="T2" fmla="*/ 24 w 5"/>
                <a:gd name="T3" fmla="*/ 53 h 5"/>
                <a:gd name="T4" fmla="*/ 16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2" y="1"/>
                    <a:pt x="0" y="4"/>
                    <a:pt x="3" y="5"/>
                  </a:cubicBezTo>
                  <a:cubicBezTo>
                    <a:pt x="5" y="3"/>
                    <a:pt x="4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4" name="Freeform 2975">
              <a:extLst>
                <a:ext uri="{FF2B5EF4-FFF2-40B4-BE49-F238E27FC236}">
                  <a16:creationId xmlns:a16="http://schemas.microsoft.com/office/drawing/2014/main" id="{52AF836A-3B2E-4B5B-9CA0-F25C70F8F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922"/>
              <a:ext cx="8" cy="11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53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4" y="4"/>
                    <a:pt x="4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5" name="Freeform 2976">
              <a:extLst>
                <a:ext uri="{FF2B5EF4-FFF2-40B4-BE49-F238E27FC236}">
                  <a16:creationId xmlns:a16="http://schemas.microsoft.com/office/drawing/2014/main" id="{FE1AA44E-BAAB-4130-94CF-9AB6CF991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946"/>
              <a:ext cx="14" cy="17"/>
            </a:xfrm>
            <a:custGeom>
              <a:avLst/>
              <a:gdLst>
                <a:gd name="T0" fmla="*/ 16 w 7"/>
                <a:gd name="T1" fmla="*/ 9 h 8"/>
                <a:gd name="T2" fmla="*/ 32 w 7"/>
                <a:gd name="T3" fmla="*/ 68 h 8"/>
                <a:gd name="T4" fmla="*/ 16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0" y="2"/>
                    <a:pt x="0" y="8"/>
                    <a:pt x="4" y="7"/>
                  </a:cubicBezTo>
                  <a:cubicBezTo>
                    <a:pt x="7" y="6"/>
                    <a:pt x="5" y="0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6" name="Freeform 2977">
              <a:extLst>
                <a:ext uri="{FF2B5EF4-FFF2-40B4-BE49-F238E27FC236}">
                  <a16:creationId xmlns:a16="http://schemas.microsoft.com/office/drawing/2014/main" id="{33D3A0AC-8C17-40AF-BF56-004457700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33"/>
              <a:ext cx="8" cy="6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24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7" name="Freeform 2978">
              <a:extLst>
                <a:ext uri="{FF2B5EF4-FFF2-40B4-BE49-F238E27FC236}">
                  <a16:creationId xmlns:a16="http://schemas.microsoft.com/office/drawing/2014/main" id="{D425C678-8797-4F97-A801-0CCA68E61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970"/>
              <a:ext cx="15" cy="17"/>
            </a:xfrm>
            <a:custGeom>
              <a:avLst/>
              <a:gdLst>
                <a:gd name="T0" fmla="*/ 41 w 7"/>
                <a:gd name="T1" fmla="*/ 0 h 8"/>
                <a:gd name="T2" fmla="*/ 69 w 7"/>
                <a:gd name="T3" fmla="*/ 49 h 8"/>
                <a:gd name="T4" fmla="*/ 51 w 7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0" y="1"/>
                    <a:pt x="3" y="8"/>
                    <a:pt x="7" y="5"/>
                  </a:cubicBezTo>
                  <a:cubicBezTo>
                    <a:pt x="7" y="3"/>
                    <a:pt x="6" y="2"/>
                    <a:pt x="5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8" name="Freeform 2979">
              <a:extLst>
                <a:ext uri="{FF2B5EF4-FFF2-40B4-BE49-F238E27FC236}">
                  <a16:creationId xmlns:a16="http://schemas.microsoft.com/office/drawing/2014/main" id="{C0B03F1C-1EFA-4D55-951F-1D556B2FD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992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16 w 5"/>
                <a:gd name="T3" fmla="*/ 53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5" y="4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899" name="Freeform 2980">
              <a:extLst>
                <a:ext uri="{FF2B5EF4-FFF2-40B4-BE49-F238E27FC236}">
                  <a16:creationId xmlns:a16="http://schemas.microsoft.com/office/drawing/2014/main" id="{ED4040E9-135E-4A79-A105-0A3F8A673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029"/>
              <a:ext cx="11" cy="15"/>
            </a:xfrm>
            <a:custGeom>
              <a:avLst/>
              <a:gdLst>
                <a:gd name="T0" fmla="*/ 44 w 5"/>
                <a:gd name="T1" fmla="*/ 0 h 7"/>
                <a:gd name="T2" fmla="*/ 20 w 5"/>
                <a:gd name="T3" fmla="*/ 69 h 7"/>
                <a:gd name="T4" fmla="*/ 53 w 5"/>
                <a:gd name="T5" fmla="*/ 28 h 7"/>
                <a:gd name="T6" fmla="*/ 44 w 5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2" y="2"/>
                    <a:pt x="0" y="5"/>
                    <a:pt x="2" y="7"/>
                  </a:cubicBezTo>
                  <a:cubicBezTo>
                    <a:pt x="4" y="6"/>
                    <a:pt x="5" y="5"/>
                    <a:pt x="5" y="3"/>
                  </a:cubicBezTo>
                  <a:cubicBezTo>
                    <a:pt x="5" y="2"/>
                    <a:pt x="4" y="2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0" name="Freeform 2981">
              <a:extLst>
                <a:ext uri="{FF2B5EF4-FFF2-40B4-BE49-F238E27FC236}">
                  <a16:creationId xmlns:a16="http://schemas.microsoft.com/office/drawing/2014/main" id="{483D0BB6-2112-4F08-8194-0FAE33F42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3014"/>
              <a:ext cx="6" cy="8"/>
            </a:xfrm>
            <a:custGeom>
              <a:avLst/>
              <a:gdLst>
                <a:gd name="T0" fmla="*/ 16 w 3"/>
                <a:gd name="T1" fmla="*/ 0 h 4"/>
                <a:gd name="T2" fmla="*/ 16 w 3"/>
                <a:gd name="T3" fmla="*/ 32 h 4"/>
                <a:gd name="T4" fmla="*/ 16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2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1" name="Freeform 2982">
              <a:extLst>
                <a:ext uri="{FF2B5EF4-FFF2-40B4-BE49-F238E27FC236}">
                  <a16:creationId xmlns:a16="http://schemas.microsoft.com/office/drawing/2014/main" id="{1825334A-C2EA-4AEA-83B3-C22AD5CC8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3049"/>
              <a:ext cx="8" cy="8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24 h 4"/>
                <a:gd name="T4" fmla="*/ 24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3"/>
                    <a:pt x="1" y="4"/>
                    <a:pt x="4" y="3"/>
                  </a:cubicBezTo>
                  <a:cubicBezTo>
                    <a:pt x="4" y="2"/>
                    <a:pt x="3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2" name="Freeform 2983">
              <a:extLst>
                <a:ext uri="{FF2B5EF4-FFF2-40B4-BE49-F238E27FC236}">
                  <a16:creationId xmlns:a16="http://schemas.microsoft.com/office/drawing/2014/main" id="{33B20F0F-F1AB-4474-A4F6-7BDFF8531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068"/>
              <a:ext cx="10" cy="13"/>
            </a:xfrm>
            <a:custGeom>
              <a:avLst/>
              <a:gdLst>
                <a:gd name="T0" fmla="*/ 8 w 5"/>
                <a:gd name="T1" fmla="*/ 9 h 6"/>
                <a:gd name="T2" fmla="*/ 16 w 5"/>
                <a:gd name="T3" fmla="*/ 61 h 6"/>
                <a:gd name="T4" fmla="*/ 0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5" y="4"/>
                    <a:pt x="4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3" name="Freeform 2984">
              <a:extLst>
                <a:ext uri="{FF2B5EF4-FFF2-40B4-BE49-F238E27FC236}">
                  <a16:creationId xmlns:a16="http://schemas.microsoft.com/office/drawing/2014/main" id="{F39D0BF0-F547-483F-9FDA-B4993DF1D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3112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24 w 5"/>
                <a:gd name="T3" fmla="*/ 53 h 5"/>
                <a:gd name="T4" fmla="*/ 24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4"/>
                    <a:pt x="5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4" name="Freeform 2985">
              <a:extLst>
                <a:ext uri="{FF2B5EF4-FFF2-40B4-BE49-F238E27FC236}">
                  <a16:creationId xmlns:a16="http://schemas.microsoft.com/office/drawing/2014/main" id="{6FE7C0A8-F9EA-4641-B991-179874E0A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3112"/>
              <a:ext cx="9" cy="11"/>
            </a:xfrm>
            <a:custGeom>
              <a:avLst/>
              <a:gdLst>
                <a:gd name="T0" fmla="*/ 11 w 4"/>
                <a:gd name="T1" fmla="*/ 9 h 5"/>
                <a:gd name="T2" fmla="*/ 25 w 4"/>
                <a:gd name="T3" fmla="*/ 53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4" y="3"/>
                    <a:pt x="3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5" name="Freeform 2986">
              <a:extLst>
                <a:ext uri="{FF2B5EF4-FFF2-40B4-BE49-F238E27FC236}">
                  <a16:creationId xmlns:a16="http://schemas.microsoft.com/office/drawing/2014/main" id="{BDC74D59-3B5F-461A-A540-5A84A5E30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3068"/>
              <a:ext cx="10" cy="22"/>
            </a:xfrm>
            <a:custGeom>
              <a:avLst/>
              <a:gdLst>
                <a:gd name="T0" fmla="*/ 16 w 5"/>
                <a:gd name="T1" fmla="*/ 20 h 10"/>
                <a:gd name="T2" fmla="*/ 24 w 5"/>
                <a:gd name="T3" fmla="*/ 73 h 10"/>
                <a:gd name="T4" fmla="*/ 16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2"/>
                  </a:moveTo>
                  <a:cubicBezTo>
                    <a:pt x="0" y="4"/>
                    <a:pt x="1" y="10"/>
                    <a:pt x="3" y="7"/>
                  </a:cubicBezTo>
                  <a:cubicBezTo>
                    <a:pt x="5" y="4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6" name="Freeform 2987">
              <a:extLst>
                <a:ext uri="{FF2B5EF4-FFF2-40B4-BE49-F238E27FC236}">
                  <a16:creationId xmlns:a16="http://schemas.microsoft.com/office/drawing/2014/main" id="{31965E4F-7ABD-416E-B352-322F21D15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014"/>
              <a:ext cx="10" cy="11"/>
            </a:xfrm>
            <a:custGeom>
              <a:avLst/>
              <a:gdLst>
                <a:gd name="T0" fmla="*/ 24 w 5"/>
                <a:gd name="T1" fmla="*/ 0 h 5"/>
                <a:gd name="T2" fmla="*/ 16 w 5"/>
                <a:gd name="T3" fmla="*/ 53 h 5"/>
                <a:gd name="T4" fmla="*/ 3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5" y="5"/>
                    <a:pt x="5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7" name="Freeform 2988">
              <a:extLst>
                <a:ext uri="{FF2B5EF4-FFF2-40B4-BE49-F238E27FC236}">
                  <a16:creationId xmlns:a16="http://schemas.microsoft.com/office/drawing/2014/main" id="{58C4C695-9DDA-497A-9ED5-343F1208C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961"/>
              <a:ext cx="8" cy="11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53 h 5"/>
                <a:gd name="T4" fmla="*/ 32 w 4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2" y="5"/>
                    <a:pt x="3" y="5"/>
                    <a:pt x="4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8" name="Freeform 2989">
              <a:extLst>
                <a:ext uri="{FF2B5EF4-FFF2-40B4-BE49-F238E27FC236}">
                  <a16:creationId xmlns:a16="http://schemas.microsoft.com/office/drawing/2014/main" id="{BA002526-183D-4C18-922E-A2EDED848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3151"/>
              <a:ext cx="15" cy="18"/>
            </a:xfrm>
            <a:custGeom>
              <a:avLst/>
              <a:gdLst>
                <a:gd name="T0" fmla="*/ 60 w 7"/>
                <a:gd name="T1" fmla="*/ 36 h 8"/>
                <a:gd name="T2" fmla="*/ 19 w 7"/>
                <a:gd name="T3" fmla="*/ 56 h 8"/>
                <a:gd name="T4" fmla="*/ 69 w 7"/>
                <a:gd name="T5" fmla="*/ 4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5" y="0"/>
                    <a:pt x="0" y="2"/>
                    <a:pt x="2" y="5"/>
                  </a:cubicBezTo>
                  <a:cubicBezTo>
                    <a:pt x="3" y="8"/>
                    <a:pt x="6" y="5"/>
                    <a:pt x="7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09" name="Freeform 2990">
              <a:extLst>
                <a:ext uri="{FF2B5EF4-FFF2-40B4-BE49-F238E27FC236}">
                  <a16:creationId xmlns:a16="http://schemas.microsoft.com/office/drawing/2014/main" id="{DA98FAFD-BE15-46D9-8F27-B2161B5F8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3134"/>
              <a:ext cx="8" cy="11"/>
            </a:xfrm>
            <a:custGeom>
              <a:avLst/>
              <a:gdLst>
                <a:gd name="T0" fmla="*/ 8 w 4"/>
                <a:gd name="T1" fmla="*/ 9 h 5"/>
                <a:gd name="T2" fmla="*/ 24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1" y="4"/>
                    <a:pt x="3" y="5"/>
                  </a:cubicBezTo>
                  <a:cubicBezTo>
                    <a:pt x="4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0" name="Freeform 2991">
              <a:extLst>
                <a:ext uri="{FF2B5EF4-FFF2-40B4-BE49-F238E27FC236}">
                  <a16:creationId xmlns:a16="http://schemas.microsoft.com/office/drawing/2014/main" id="{70622CC6-6924-42CD-BAE4-D19AE8B77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3090"/>
              <a:ext cx="4" cy="9"/>
            </a:xfrm>
            <a:custGeom>
              <a:avLst/>
              <a:gdLst>
                <a:gd name="T0" fmla="*/ 0 w 2"/>
                <a:gd name="T1" fmla="*/ 11 h 4"/>
                <a:gd name="T2" fmla="*/ 0 w 2"/>
                <a:gd name="T3" fmla="*/ 36 h 4"/>
                <a:gd name="T4" fmla="*/ 16 w 2"/>
                <a:gd name="T5" fmla="*/ 45 h 4"/>
                <a:gd name="T6" fmla="*/ 8 w 2"/>
                <a:gd name="T7" fmla="*/ 11 h 4"/>
                <a:gd name="T8" fmla="*/ 0 w 2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1" name="Freeform 2992">
              <a:extLst>
                <a:ext uri="{FF2B5EF4-FFF2-40B4-BE49-F238E27FC236}">
                  <a16:creationId xmlns:a16="http://schemas.microsoft.com/office/drawing/2014/main" id="{CDCE081F-8C87-48E7-A566-034B259F2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151"/>
              <a:ext cx="8" cy="9"/>
            </a:xfrm>
            <a:custGeom>
              <a:avLst/>
              <a:gdLst>
                <a:gd name="T0" fmla="*/ 8 w 4"/>
                <a:gd name="T1" fmla="*/ 0 h 4"/>
                <a:gd name="T2" fmla="*/ 8 w 4"/>
                <a:gd name="T3" fmla="*/ 45 h 4"/>
                <a:gd name="T4" fmla="*/ 24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4"/>
                    <a:pt x="4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2" name="Freeform 2993">
              <a:extLst>
                <a:ext uri="{FF2B5EF4-FFF2-40B4-BE49-F238E27FC236}">
                  <a16:creationId xmlns:a16="http://schemas.microsoft.com/office/drawing/2014/main" id="{9DC1BE45-7C65-49C4-B0A3-7948698B0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3191"/>
              <a:ext cx="12" cy="15"/>
            </a:xfrm>
            <a:custGeom>
              <a:avLst/>
              <a:gdLst>
                <a:gd name="T0" fmla="*/ 16 w 6"/>
                <a:gd name="T1" fmla="*/ 9 h 7"/>
                <a:gd name="T2" fmla="*/ 32 w 6"/>
                <a:gd name="T3" fmla="*/ 51 h 7"/>
                <a:gd name="T4" fmla="*/ 24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3"/>
                    <a:pt x="2" y="7"/>
                    <a:pt x="4" y="5"/>
                  </a:cubicBezTo>
                  <a:cubicBezTo>
                    <a:pt x="6" y="4"/>
                    <a:pt x="5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3" name="Freeform 2994">
              <a:extLst>
                <a:ext uri="{FF2B5EF4-FFF2-40B4-BE49-F238E27FC236}">
                  <a16:creationId xmlns:a16="http://schemas.microsoft.com/office/drawing/2014/main" id="{03747006-FE38-4311-9F62-C284D9E76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3202"/>
              <a:ext cx="10" cy="13"/>
            </a:xfrm>
            <a:custGeom>
              <a:avLst/>
              <a:gdLst>
                <a:gd name="T0" fmla="*/ 16 w 5"/>
                <a:gd name="T1" fmla="*/ 0 h 6"/>
                <a:gd name="T2" fmla="*/ 16 w 5"/>
                <a:gd name="T3" fmla="*/ 61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5" y="5"/>
                    <a:pt x="5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4" name="Freeform 2995">
              <a:extLst>
                <a:ext uri="{FF2B5EF4-FFF2-40B4-BE49-F238E27FC236}">
                  <a16:creationId xmlns:a16="http://schemas.microsoft.com/office/drawing/2014/main" id="{DBCE5DD4-C14B-4FB1-BF43-820FFB48F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3182"/>
              <a:ext cx="10" cy="9"/>
            </a:xfrm>
            <a:custGeom>
              <a:avLst/>
              <a:gdLst>
                <a:gd name="T0" fmla="*/ 8 w 5"/>
                <a:gd name="T1" fmla="*/ 0 h 4"/>
                <a:gd name="T2" fmla="*/ 16 w 5"/>
                <a:gd name="T3" fmla="*/ 45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4" y="3"/>
                    <a:pt x="5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5" name="Freeform 2996">
              <a:extLst>
                <a:ext uri="{FF2B5EF4-FFF2-40B4-BE49-F238E27FC236}">
                  <a16:creationId xmlns:a16="http://schemas.microsoft.com/office/drawing/2014/main" id="{959E9F34-D2DD-42F0-B241-22E32B29A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210"/>
              <a:ext cx="8" cy="11"/>
            </a:xfrm>
            <a:custGeom>
              <a:avLst/>
              <a:gdLst>
                <a:gd name="T0" fmla="*/ 24 w 4"/>
                <a:gd name="T1" fmla="*/ 0 h 5"/>
                <a:gd name="T2" fmla="*/ 16 w 4"/>
                <a:gd name="T3" fmla="*/ 53 h 5"/>
                <a:gd name="T4" fmla="*/ 32 w 4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3" y="4"/>
                    <a:pt x="3" y="4"/>
                    <a:pt x="4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6" name="Freeform 2997">
              <a:extLst>
                <a:ext uri="{FF2B5EF4-FFF2-40B4-BE49-F238E27FC236}">
                  <a16:creationId xmlns:a16="http://schemas.microsoft.com/office/drawing/2014/main" id="{F66E6623-9303-41F1-9B21-0C9F183FE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241"/>
              <a:ext cx="6" cy="7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37 h 3"/>
                <a:gd name="T4" fmla="*/ 24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7" name="Freeform 2998">
              <a:extLst>
                <a:ext uri="{FF2B5EF4-FFF2-40B4-BE49-F238E27FC236}">
                  <a16:creationId xmlns:a16="http://schemas.microsoft.com/office/drawing/2014/main" id="{DFEF722C-5F8A-4C14-865D-F93B3E739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3226"/>
              <a:ext cx="6" cy="11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53 h 5"/>
                <a:gd name="T4" fmla="*/ 8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3" y="2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8" name="Freeform 2999">
              <a:extLst>
                <a:ext uri="{FF2B5EF4-FFF2-40B4-BE49-F238E27FC236}">
                  <a16:creationId xmlns:a16="http://schemas.microsoft.com/office/drawing/2014/main" id="{AC962CD9-F5F4-4734-8671-B81A1A87F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3237"/>
              <a:ext cx="8" cy="8"/>
            </a:xfrm>
            <a:custGeom>
              <a:avLst/>
              <a:gdLst>
                <a:gd name="T0" fmla="*/ 8 w 4"/>
                <a:gd name="T1" fmla="*/ 16 h 4"/>
                <a:gd name="T2" fmla="*/ 8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19" name="Freeform 3000">
              <a:extLst>
                <a:ext uri="{FF2B5EF4-FFF2-40B4-BE49-F238E27FC236}">
                  <a16:creationId xmlns:a16="http://schemas.microsoft.com/office/drawing/2014/main" id="{C536A19B-85B6-4C0F-A8C2-4FC8F100E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333"/>
              <a:ext cx="22" cy="28"/>
            </a:xfrm>
            <a:custGeom>
              <a:avLst/>
              <a:gdLst>
                <a:gd name="T0" fmla="*/ 16 w 11"/>
                <a:gd name="T1" fmla="*/ 101 h 13"/>
                <a:gd name="T2" fmla="*/ 16 w 11"/>
                <a:gd name="T3" fmla="*/ 129 h 13"/>
                <a:gd name="T4" fmla="*/ 8 w 11"/>
                <a:gd name="T5" fmla="*/ 6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2" y="10"/>
                  </a:moveTo>
                  <a:cubicBezTo>
                    <a:pt x="0" y="11"/>
                    <a:pt x="0" y="12"/>
                    <a:pt x="2" y="13"/>
                  </a:cubicBezTo>
                  <a:cubicBezTo>
                    <a:pt x="11" y="10"/>
                    <a:pt x="0" y="0"/>
                    <a:pt x="1" y="6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0" name="Freeform 3001">
              <a:extLst>
                <a:ext uri="{FF2B5EF4-FFF2-40B4-BE49-F238E27FC236}">
                  <a16:creationId xmlns:a16="http://schemas.microsoft.com/office/drawing/2014/main" id="{3CAB548D-6A1C-4465-A860-4C20A4B63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409"/>
              <a:ext cx="27" cy="18"/>
            </a:xfrm>
            <a:custGeom>
              <a:avLst/>
              <a:gdLst>
                <a:gd name="T0" fmla="*/ 64 w 13"/>
                <a:gd name="T1" fmla="*/ 0 h 8"/>
                <a:gd name="T2" fmla="*/ 81 w 13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7" y="0"/>
                  </a:moveTo>
                  <a:cubicBezTo>
                    <a:pt x="0" y="4"/>
                    <a:pt x="13" y="8"/>
                    <a:pt x="9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1" name="Freeform 3002">
              <a:extLst>
                <a:ext uri="{FF2B5EF4-FFF2-40B4-BE49-F238E27FC236}">
                  <a16:creationId xmlns:a16="http://schemas.microsoft.com/office/drawing/2014/main" id="{2AF3393D-EC07-49AE-8C82-5A4FEE109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3359"/>
              <a:ext cx="15" cy="11"/>
            </a:xfrm>
            <a:custGeom>
              <a:avLst/>
              <a:gdLst>
                <a:gd name="T0" fmla="*/ 9 w 7"/>
                <a:gd name="T1" fmla="*/ 9 h 5"/>
                <a:gd name="T2" fmla="*/ 9 w 7"/>
                <a:gd name="T3" fmla="*/ 53 h 5"/>
                <a:gd name="T4" fmla="*/ 41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0" y="2"/>
                    <a:pt x="1" y="4"/>
                    <a:pt x="1" y="5"/>
                  </a:cubicBezTo>
                  <a:cubicBezTo>
                    <a:pt x="5" y="5"/>
                    <a:pt x="7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2" name="Freeform 3003">
              <a:extLst>
                <a:ext uri="{FF2B5EF4-FFF2-40B4-BE49-F238E27FC236}">
                  <a16:creationId xmlns:a16="http://schemas.microsoft.com/office/drawing/2014/main" id="{02C0E063-057D-4998-8A03-8EB8E098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3315"/>
              <a:ext cx="4" cy="9"/>
            </a:xfrm>
            <a:custGeom>
              <a:avLst/>
              <a:gdLst>
                <a:gd name="T0" fmla="*/ 0 w 2"/>
                <a:gd name="T1" fmla="*/ 11 h 4"/>
                <a:gd name="T2" fmla="*/ 0 w 2"/>
                <a:gd name="T3" fmla="*/ 45 h 4"/>
                <a:gd name="T4" fmla="*/ 16 w 2"/>
                <a:gd name="T5" fmla="*/ 11 h 4"/>
                <a:gd name="T6" fmla="*/ 0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3" name="Freeform 3004">
              <a:extLst>
                <a:ext uri="{FF2B5EF4-FFF2-40B4-BE49-F238E27FC236}">
                  <a16:creationId xmlns:a16="http://schemas.microsoft.com/office/drawing/2014/main" id="{23BB827B-135D-45EB-8241-20BDFE552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3289"/>
              <a:ext cx="12" cy="9"/>
            </a:xfrm>
            <a:custGeom>
              <a:avLst/>
              <a:gdLst>
                <a:gd name="T0" fmla="*/ 0 w 6"/>
                <a:gd name="T1" fmla="*/ 11 h 4"/>
                <a:gd name="T2" fmla="*/ 8 w 6"/>
                <a:gd name="T3" fmla="*/ 45 h 4"/>
                <a:gd name="T4" fmla="*/ 16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6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4" name="Freeform 3005">
              <a:extLst>
                <a:ext uri="{FF2B5EF4-FFF2-40B4-BE49-F238E27FC236}">
                  <a16:creationId xmlns:a16="http://schemas.microsoft.com/office/drawing/2014/main" id="{15E998F7-1114-4A4F-995F-A4B00A2C6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269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32 w 4"/>
                <a:gd name="T3" fmla="*/ 20 h 5"/>
                <a:gd name="T4" fmla="*/ 16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3"/>
                    <a:pt x="2" y="5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5" name="Freeform 3006">
              <a:extLst>
                <a:ext uri="{FF2B5EF4-FFF2-40B4-BE49-F238E27FC236}">
                  <a16:creationId xmlns:a16="http://schemas.microsoft.com/office/drawing/2014/main" id="{2476F7BB-51B3-425D-BD50-31DE19882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3293"/>
              <a:ext cx="6" cy="9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3" y="2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6" name="Freeform 3007">
              <a:extLst>
                <a:ext uri="{FF2B5EF4-FFF2-40B4-BE49-F238E27FC236}">
                  <a16:creationId xmlns:a16="http://schemas.microsoft.com/office/drawing/2014/main" id="{430337C2-D38E-4650-9214-C961F5B55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3368"/>
              <a:ext cx="6" cy="6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24 h 3"/>
                <a:gd name="T4" fmla="*/ 24 w 3"/>
                <a:gd name="T5" fmla="*/ 16 h 3"/>
                <a:gd name="T6" fmla="*/ 16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7" name="Freeform 3008">
              <a:extLst>
                <a:ext uri="{FF2B5EF4-FFF2-40B4-BE49-F238E27FC236}">
                  <a16:creationId xmlns:a16="http://schemas.microsoft.com/office/drawing/2014/main" id="{5020B94C-4FFC-44B6-A3FF-F5AEB8D42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407"/>
              <a:ext cx="18" cy="15"/>
            </a:xfrm>
            <a:custGeom>
              <a:avLst/>
              <a:gdLst>
                <a:gd name="T0" fmla="*/ 40 w 9"/>
                <a:gd name="T1" fmla="*/ 0 h 7"/>
                <a:gd name="T2" fmla="*/ 48 w 9"/>
                <a:gd name="T3" fmla="*/ 1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0" y="7"/>
                    <a:pt x="9" y="6"/>
                    <a:pt x="6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8" name="Freeform 3009">
              <a:extLst>
                <a:ext uri="{FF2B5EF4-FFF2-40B4-BE49-F238E27FC236}">
                  <a16:creationId xmlns:a16="http://schemas.microsoft.com/office/drawing/2014/main" id="{8402A966-F1A8-4B6C-8E9D-3C04A2E70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466"/>
              <a:ext cx="6" cy="9"/>
            </a:xfrm>
            <a:custGeom>
              <a:avLst/>
              <a:gdLst>
                <a:gd name="T0" fmla="*/ 16 w 3"/>
                <a:gd name="T1" fmla="*/ 36 h 4"/>
                <a:gd name="T2" fmla="*/ 8 w 3"/>
                <a:gd name="T3" fmla="*/ 0 h 4"/>
                <a:gd name="T4" fmla="*/ 0 w 3"/>
                <a:gd name="T5" fmla="*/ 45 h 4"/>
                <a:gd name="T6" fmla="*/ 24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2"/>
                    <a:pt x="3" y="1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29" name="Freeform 3010">
              <a:extLst>
                <a:ext uri="{FF2B5EF4-FFF2-40B4-BE49-F238E27FC236}">
                  <a16:creationId xmlns:a16="http://schemas.microsoft.com/office/drawing/2014/main" id="{3364C4FA-0396-4147-A509-C4496C1F8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477"/>
              <a:ext cx="12" cy="18"/>
            </a:xfrm>
            <a:custGeom>
              <a:avLst/>
              <a:gdLst>
                <a:gd name="T0" fmla="*/ 8 w 6"/>
                <a:gd name="T1" fmla="*/ 11 h 8"/>
                <a:gd name="T2" fmla="*/ 32 w 6"/>
                <a:gd name="T3" fmla="*/ 72 h 8"/>
                <a:gd name="T4" fmla="*/ 16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1"/>
                  </a:moveTo>
                  <a:cubicBezTo>
                    <a:pt x="0" y="3"/>
                    <a:pt x="1" y="8"/>
                    <a:pt x="4" y="6"/>
                  </a:cubicBezTo>
                  <a:cubicBezTo>
                    <a:pt x="6" y="4"/>
                    <a:pt x="5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0" name="Freeform 3011">
              <a:extLst>
                <a:ext uri="{FF2B5EF4-FFF2-40B4-BE49-F238E27FC236}">
                  <a16:creationId xmlns:a16="http://schemas.microsoft.com/office/drawing/2014/main" id="{422D254F-727B-4445-AF44-EE9EF2DF6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3530"/>
              <a:ext cx="8" cy="15"/>
            </a:xfrm>
            <a:custGeom>
              <a:avLst/>
              <a:gdLst>
                <a:gd name="T0" fmla="*/ 8 w 4"/>
                <a:gd name="T1" fmla="*/ 51 h 7"/>
                <a:gd name="T2" fmla="*/ 0 w 4"/>
                <a:gd name="T3" fmla="*/ 69 h 7"/>
                <a:gd name="T4" fmla="*/ 0 w 4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5"/>
                  </a:moveTo>
                  <a:cubicBezTo>
                    <a:pt x="0" y="6"/>
                    <a:pt x="0" y="7"/>
                    <a:pt x="0" y="7"/>
                  </a:cubicBezTo>
                  <a:cubicBezTo>
                    <a:pt x="4" y="6"/>
                    <a:pt x="2" y="0"/>
                    <a:pt x="0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1" name="Freeform 3012">
              <a:extLst>
                <a:ext uri="{FF2B5EF4-FFF2-40B4-BE49-F238E27FC236}">
                  <a16:creationId xmlns:a16="http://schemas.microsoft.com/office/drawing/2014/main" id="{A82FBF2C-CA6A-46E7-B863-A50DEED33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3567"/>
              <a:ext cx="14" cy="17"/>
            </a:xfrm>
            <a:custGeom>
              <a:avLst/>
              <a:gdLst>
                <a:gd name="T0" fmla="*/ 32 w 7"/>
                <a:gd name="T1" fmla="*/ 28 h 8"/>
                <a:gd name="T2" fmla="*/ 48 w 7"/>
                <a:gd name="T3" fmla="*/ 49 h 8"/>
                <a:gd name="T4" fmla="*/ 32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3"/>
                  </a:moveTo>
                  <a:cubicBezTo>
                    <a:pt x="0" y="5"/>
                    <a:pt x="4" y="8"/>
                    <a:pt x="6" y="5"/>
                  </a:cubicBezTo>
                  <a:cubicBezTo>
                    <a:pt x="7" y="3"/>
                    <a:pt x="6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2" name="Freeform 3013">
              <a:extLst>
                <a:ext uri="{FF2B5EF4-FFF2-40B4-BE49-F238E27FC236}">
                  <a16:creationId xmlns:a16="http://schemas.microsoft.com/office/drawing/2014/main" id="{DE428F23-3899-40C3-B6F4-F1D05EF1B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3543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16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3" name="Freeform 3014">
              <a:extLst>
                <a:ext uri="{FF2B5EF4-FFF2-40B4-BE49-F238E27FC236}">
                  <a16:creationId xmlns:a16="http://schemas.microsoft.com/office/drawing/2014/main" id="{F15ED234-0085-4052-B009-998D3BA14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3532"/>
              <a:ext cx="8" cy="9"/>
            </a:xfrm>
            <a:custGeom>
              <a:avLst/>
              <a:gdLst>
                <a:gd name="T0" fmla="*/ 8 w 4"/>
                <a:gd name="T1" fmla="*/ 0 h 4"/>
                <a:gd name="T2" fmla="*/ 24 w 4"/>
                <a:gd name="T3" fmla="*/ 45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3"/>
                    <a:pt x="3" y="4"/>
                  </a:cubicBezTo>
                  <a:cubicBezTo>
                    <a:pt x="4" y="2"/>
                    <a:pt x="4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4" name="Freeform 3015">
              <a:extLst>
                <a:ext uri="{FF2B5EF4-FFF2-40B4-BE49-F238E27FC236}">
                  <a16:creationId xmlns:a16="http://schemas.microsoft.com/office/drawing/2014/main" id="{A85697A7-95C8-4785-896A-8BF239C8D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3492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8 w 5"/>
                <a:gd name="T3" fmla="*/ 53 h 5"/>
                <a:gd name="T4" fmla="*/ 24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5"/>
                    <a:pt x="5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5" name="Freeform 3016">
              <a:extLst>
                <a:ext uri="{FF2B5EF4-FFF2-40B4-BE49-F238E27FC236}">
                  <a16:creationId xmlns:a16="http://schemas.microsoft.com/office/drawing/2014/main" id="{41D57306-B6C6-424F-8921-77E07B186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591"/>
              <a:ext cx="21" cy="17"/>
            </a:xfrm>
            <a:custGeom>
              <a:avLst/>
              <a:gdLst>
                <a:gd name="T0" fmla="*/ 57 w 10"/>
                <a:gd name="T1" fmla="*/ 0 h 8"/>
                <a:gd name="T2" fmla="*/ 67 w 10"/>
                <a:gd name="T3" fmla="*/ 1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6" y="0"/>
                  </a:moveTo>
                  <a:cubicBezTo>
                    <a:pt x="0" y="3"/>
                    <a:pt x="10" y="8"/>
                    <a:pt x="7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6" name="Freeform 3017">
              <a:extLst>
                <a:ext uri="{FF2B5EF4-FFF2-40B4-BE49-F238E27FC236}">
                  <a16:creationId xmlns:a16="http://schemas.microsoft.com/office/drawing/2014/main" id="{6C43B676-D04A-4645-A1B5-DC1F5FBC8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611"/>
              <a:ext cx="15" cy="17"/>
            </a:xfrm>
            <a:custGeom>
              <a:avLst/>
              <a:gdLst>
                <a:gd name="T0" fmla="*/ 51 w 7"/>
                <a:gd name="T1" fmla="*/ 0 h 8"/>
                <a:gd name="T2" fmla="*/ 28 w 7"/>
                <a:gd name="T3" fmla="*/ 60 h 8"/>
                <a:gd name="T4" fmla="*/ 41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2" y="0"/>
                    <a:pt x="0" y="4"/>
                    <a:pt x="3" y="6"/>
                  </a:cubicBezTo>
                  <a:cubicBezTo>
                    <a:pt x="6" y="8"/>
                    <a:pt x="7" y="3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7" name="Freeform 3018">
              <a:extLst>
                <a:ext uri="{FF2B5EF4-FFF2-40B4-BE49-F238E27FC236}">
                  <a16:creationId xmlns:a16="http://schemas.microsoft.com/office/drawing/2014/main" id="{2C566E42-1D7A-4D4B-8A76-84E3A8072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3608"/>
              <a:ext cx="30" cy="18"/>
            </a:xfrm>
            <a:custGeom>
              <a:avLst/>
              <a:gdLst>
                <a:gd name="T0" fmla="*/ 48 w 15"/>
                <a:gd name="T1" fmla="*/ 0 h 8"/>
                <a:gd name="T2" fmla="*/ 56 w 15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6" y="0"/>
                  </a:moveTo>
                  <a:cubicBezTo>
                    <a:pt x="0" y="8"/>
                    <a:pt x="15" y="3"/>
                    <a:pt x="7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8" name="Freeform 3019">
              <a:extLst>
                <a:ext uri="{FF2B5EF4-FFF2-40B4-BE49-F238E27FC236}">
                  <a16:creationId xmlns:a16="http://schemas.microsoft.com/office/drawing/2014/main" id="{BF62639C-04F3-4F72-B333-7A6B95909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670"/>
              <a:ext cx="12" cy="8"/>
            </a:xfrm>
            <a:custGeom>
              <a:avLst/>
              <a:gdLst>
                <a:gd name="T0" fmla="*/ 16 w 6"/>
                <a:gd name="T1" fmla="*/ 8 h 4"/>
                <a:gd name="T2" fmla="*/ 8 w 6"/>
                <a:gd name="T3" fmla="*/ 8 h 4"/>
                <a:gd name="T4" fmla="*/ 32 w 6"/>
                <a:gd name="T5" fmla="*/ 32 h 4"/>
                <a:gd name="T6" fmla="*/ 24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2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3"/>
                    <a:pt x="2" y="4"/>
                    <a:pt x="4" y="4"/>
                  </a:cubicBezTo>
                  <a:cubicBezTo>
                    <a:pt x="6" y="2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39" name="Freeform 3020">
              <a:extLst>
                <a:ext uri="{FF2B5EF4-FFF2-40B4-BE49-F238E27FC236}">
                  <a16:creationId xmlns:a16="http://schemas.microsoft.com/office/drawing/2014/main" id="{D47525FD-9169-4546-A026-CEA3CFC1C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3667"/>
              <a:ext cx="29" cy="22"/>
            </a:xfrm>
            <a:custGeom>
              <a:avLst/>
              <a:gdLst>
                <a:gd name="T0" fmla="*/ 35 w 14"/>
                <a:gd name="T1" fmla="*/ 9 h 10"/>
                <a:gd name="T2" fmla="*/ 52 w 1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4" y="1"/>
                  </a:moveTo>
                  <a:cubicBezTo>
                    <a:pt x="0" y="10"/>
                    <a:pt x="14" y="0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0" name="Freeform 3021">
              <a:extLst>
                <a:ext uri="{FF2B5EF4-FFF2-40B4-BE49-F238E27FC236}">
                  <a16:creationId xmlns:a16="http://schemas.microsoft.com/office/drawing/2014/main" id="{C724CB46-A9FF-48AB-A797-39C0CF86B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3718"/>
              <a:ext cx="12" cy="13"/>
            </a:xfrm>
            <a:custGeom>
              <a:avLst/>
              <a:gdLst>
                <a:gd name="T0" fmla="*/ 16 w 6"/>
                <a:gd name="T1" fmla="*/ 33 h 6"/>
                <a:gd name="T2" fmla="*/ 0 w 6"/>
                <a:gd name="T3" fmla="*/ 61 h 6"/>
                <a:gd name="T4" fmla="*/ 40 w 6"/>
                <a:gd name="T5" fmla="*/ 0 h 6"/>
                <a:gd name="T6" fmla="*/ 8 w 6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3"/>
                  </a:moveTo>
                  <a:cubicBezTo>
                    <a:pt x="1" y="4"/>
                    <a:pt x="1" y="5"/>
                    <a:pt x="0" y="6"/>
                  </a:cubicBezTo>
                  <a:cubicBezTo>
                    <a:pt x="3" y="6"/>
                    <a:pt x="6" y="3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1" name="Freeform 3022">
              <a:extLst>
                <a:ext uri="{FF2B5EF4-FFF2-40B4-BE49-F238E27FC236}">
                  <a16:creationId xmlns:a16="http://schemas.microsoft.com/office/drawing/2014/main" id="{E80B01A8-DFD4-4AD0-8D3A-BFDFA4658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3724"/>
              <a:ext cx="10" cy="13"/>
            </a:xfrm>
            <a:custGeom>
              <a:avLst/>
              <a:gdLst>
                <a:gd name="T0" fmla="*/ 0 w 5"/>
                <a:gd name="T1" fmla="*/ 9 h 6"/>
                <a:gd name="T2" fmla="*/ 24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1" y="6"/>
                    <a:pt x="5" y="4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2" name="Freeform 3023">
              <a:extLst>
                <a:ext uri="{FF2B5EF4-FFF2-40B4-BE49-F238E27FC236}">
                  <a16:creationId xmlns:a16="http://schemas.microsoft.com/office/drawing/2014/main" id="{9FF86C61-E480-415B-BD75-CD7B390D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759"/>
              <a:ext cx="35" cy="20"/>
            </a:xfrm>
            <a:custGeom>
              <a:avLst/>
              <a:gdLst>
                <a:gd name="T0" fmla="*/ 68 w 17"/>
                <a:gd name="T1" fmla="*/ 0 h 9"/>
                <a:gd name="T2" fmla="*/ 89 w 17"/>
                <a:gd name="T3" fmla="*/ 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8" y="0"/>
                  </a:moveTo>
                  <a:cubicBezTo>
                    <a:pt x="0" y="9"/>
                    <a:pt x="17" y="6"/>
                    <a:pt x="1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3" name="Freeform 3024">
              <a:extLst>
                <a:ext uri="{FF2B5EF4-FFF2-40B4-BE49-F238E27FC236}">
                  <a16:creationId xmlns:a16="http://schemas.microsoft.com/office/drawing/2014/main" id="{59E5400B-1CDD-4A47-BD24-CC6BF099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796"/>
              <a:ext cx="8" cy="11"/>
            </a:xfrm>
            <a:custGeom>
              <a:avLst/>
              <a:gdLst>
                <a:gd name="T0" fmla="*/ 0 w 4"/>
                <a:gd name="T1" fmla="*/ 9 h 5"/>
                <a:gd name="T2" fmla="*/ 8 w 4"/>
                <a:gd name="T3" fmla="*/ 53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4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4" name="Freeform 3025">
              <a:extLst>
                <a:ext uri="{FF2B5EF4-FFF2-40B4-BE49-F238E27FC236}">
                  <a16:creationId xmlns:a16="http://schemas.microsoft.com/office/drawing/2014/main" id="{12C3C601-EA56-4A02-9671-33A3DB75A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770"/>
              <a:ext cx="8" cy="11"/>
            </a:xfrm>
            <a:custGeom>
              <a:avLst/>
              <a:gdLst>
                <a:gd name="T0" fmla="*/ 0 w 4"/>
                <a:gd name="T1" fmla="*/ 9 h 5"/>
                <a:gd name="T2" fmla="*/ 32 w 4"/>
                <a:gd name="T3" fmla="*/ 0 h 5"/>
                <a:gd name="T4" fmla="*/ 24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5"/>
                    <a:pt x="4" y="3"/>
                    <a:pt x="4" y="0"/>
                  </a:cubicBezTo>
                  <a:cubicBezTo>
                    <a:pt x="3" y="0"/>
                    <a:pt x="3" y="0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5" name="Freeform 3026">
              <a:extLst>
                <a:ext uri="{FF2B5EF4-FFF2-40B4-BE49-F238E27FC236}">
                  <a16:creationId xmlns:a16="http://schemas.microsoft.com/office/drawing/2014/main" id="{2AD75781-0597-455A-AA6E-DBAED2AC0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3805"/>
              <a:ext cx="20" cy="15"/>
            </a:xfrm>
            <a:custGeom>
              <a:avLst/>
              <a:gdLst>
                <a:gd name="T0" fmla="*/ 24 w 10"/>
                <a:gd name="T1" fmla="*/ 0 h 7"/>
                <a:gd name="T2" fmla="*/ 40 w 10"/>
                <a:gd name="T3" fmla="*/ 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cubicBezTo>
                    <a:pt x="0" y="7"/>
                    <a:pt x="10" y="4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6" name="Freeform 3027">
              <a:extLst>
                <a:ext uri="{FF2B5EF4-FFF2-40B4-BE49-F238E27FC236}">
                  <a16:creationId xmlns:a16="http://schemas.microsoft.com/office/drawing/2014/main" id="{9C1EBDA2-618F-4339-BDDB-06D584544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3847"/>
              <a:ext cx="12" cy="13"/>
            </a:xfrm>
            <a:custGeom>
              <a:avLst/>
              <a:gdLst>
                <a:gd name="T0" fmla="*/ 16 w 6"/>
                <a:gd name="T1" fmla="*/ 0 h 6"/>
                <a:gd name="T2" fmla="*/ 48 w 6"/>
                <a:gd name="T3" fmla="*/ 20 h 6"/>
                <a:gd name="T4" fmla="*/ 24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4"/>
                    <a:pt x="5" y="6"/>
                    <a:pt x="6" y="2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7" name="Freeform 3028">
              <a:extLst>
                <a:ext uri="{FF2B5EF4-FFF2-40B4-BE49-F238E27FC236}">
                  <a16:creationId xmlns:a16="http://schemas.microsoft.com/office/drawing/2014/main" id="{CA9AB8E6-FDB1-487A-A354-ED5570801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840"/>
              <a:ext cx="31" cy="20"/>
            </a:xfrm>
            <a:custGeom>
              <a:avLst/>
              <a:gdLst>
                <a:gd name="T0" fmla="*/ 52 w 15"/>
                <a:gd name="T1" fmla="*/ 0 h 9"/>
                <a:gd name="T2" fmla="*/ 60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6" y="0"/>
                  </a:moveTo>
                  <a:cubicBezTo>
                    <a:pt x="0" y="9"/>
                    <a:pt x="15" y="2"/>
                    <a:pt x="7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8" name="Freeform 3029">
              <a:extLst>
                <a:ext uri="{FF2B5EF4-FFF2-40B4-BE49-F238E27FC236}">
                  <a16:creationId xmlns:a16="http://schemas.microsoft.com/office/drawing/2014/main" id="{786440BF-5FED-45DD-80BB-6CA8C0A7F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3864"/>
              <a:ext cx="8" cy="7"/>
            </a:xfrm>
            <a:custGeom>
              <a:avLst/>
              <a:gdLst>
                <a:gd name="T0" fmla="*/ 8 w 4"/>
                <a:gd name="T1" fmla="*/ 0 h 3"/>
                <a:gd name="T2" fmla="*/ 16 w 4"/>
                <a:gd name="T3" fmla="*/ 37 h 3"/>
                <a:gd name="T4" fmla="*/ 32 w 4"/>
                <a:gd name="T5" fmla="*/ 12 h 3"/>
                <a:gd name="T6" fmla="*/ 16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49" name="Freeform 3030">
              <a:extLst>
                <a:ext uri="{FF2B5EF4-FFF2-40B4-BE49-F238E27FC236}">
                  <a16:creationId xmlns:a16="http://schemas.microsoft.com/office/drawing/2014/main" id="{C4D471BB-7D2A-4D30-9A38-B76464840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877"/>
              <a:ext cx="14" cy="18"/>
            </a:xfrm>
            <a:custGeom>
              <a:avLst/>
              <a:gdLst>
                <a:gd name="T0" fmla="*/ 32 w 7"/>
                <a:gd name="T1" fmla="*/ 0 h 8"/>
                <a:gd name="T2" fmla="*/ 16 w 7"/>
                <a:gd name="T3" fmla="*/ 72 h 8"/>
                <a:gd name="T4" fmla="*/ 40 w 7"/>
                <a:gd name="T5" fmla="*/ 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5" y="8"/>
                    <a:pt x="7" y="4"/>
                    <a:pt x="5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0" name="Freeform 3031">
              <a:extLst>
                <a:ext uri="{FF2B5EF4-FFF2-40B4-BE49-F238E27FC236}">
                  <a16:creationId xmlns:a16="http://schemas.microsoft.com/office/drawing/2014/main" id="{E030AA81-9E08-4A95-AFB5-CCA7CB892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875"/>
              <a:ext cx="8" cy="9"/>
            </a:xfrm>
            <a:custGeom>
              <a:avLst/>
              <a:gdLst>
                <a:gd name="T0" fmla="*/ 0 w 4"/>
                <a:gd name="T1" fmla="*/ 25 h 4"/>
                <a:gd name="T2" fmla="*/ 8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4" y="3"/>
                    <a:pt x="4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1" name="Freeform 3032">
              <a:extLst>
                <a:ext uri="{FF2B5EF4-FFF2-40B4-BE49-F238E27FC236}">
                  <a16:creationId xmlns:a16="http://schemas.microsoft.com/office/drawing/2014/main" id="{72D19280-BB9D-4A88-BC5F-5E9127E9B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3840"/>
              <a:ext cx="6" cy="7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37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2" name="Freeform 3033">
              <a:extLst>
                <a:ext uri="{FF2B5EF4-FFF2-40B4-BE49-F238E27FC236}">
                  <a16:creationId xmlns:a16="http://schemas.microsoft.com/office/drawing/2014/main" id="{57F27F63-983A-4A1C-BAAD-087EE4876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799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24 h 3"/>
                <a:gd name="T4" fmla="*/ 24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3" name="Freeform 3034">
              <a:extLst>
                <a:ext uri="{FF2B5EF4-FFF2-40B4-BE49-F238E27FC236}">
                  <a16:creationId xmlns:a16="http://schemas.microsoft.com/office/drawing/2014/main" id="{54CEF61B-F483-4DD2-890A-98C347035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3912"/>
              <a:ext cx="9" cy="11"/>
            </a:xfrm>
            <a:custGeom>
              <a:avLst/>
              <a:gdLst>
                <a:gd name="T0" fmla="*/ 11 w 4"/>
                <a:gd name="T1" fmla="*/ 9 h 5"/>
                <a:gd name="T2" fmla="*/ 11 w 4"/>
                <a:gd name="T3" fmla="*/ 44 h 5"/>
                <a:gd name="T4" fmla="*/ 25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5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4" name="Freeform 3035">
              <a:extLst>
                <a:ext uri="{FF2B5EF4-FFF2-40B4-BE49-F238E27FC236}">
                  <a16:creationId xmlns:a16="http://schemas.microsoft.com/office/drawing/2014/main" id="{CB009D32-4310-497B-BB99-209508C4D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3899"/>
              <a:ext cx="12" cy="13"/>
            </a:xfrm>
            <a:custGeom>
              <a:avLst/>
              <a:gdLst>
                <a:gd name="T0" fmla="*/ 16 w 6"/>
                <a:gd name="T1" fmla="*/ 0 h 6"/>
                <a:gd name="T2" fmla="*/ 32 w 6"/>
                <a:gd name="T3" fmla="*/ 43 h 6"/>
                <a:gd name="T4" fmla="*/ 24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2"/>
                    <a:pt x="2" y="6"/>
                    <a:pt x="4" y="4"/>
                  </a:cubicBezTo>
                  <a:cubicBezTo>
                    <a:pt x="6" y="3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5" name="Freeform 3036">
              <a:extLst>
                <a:ext uri="{FF2B5EF4-FFF2-40B4-BE49-F238E27FC236}">
                  <a16:creationId xmlns:a16="http://schemas.microsoft.com/office/drawing/2014/main" id="{FC7BE97D-F616-4799-B864-189BBFFB8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888"/>
              <a:ext cx="8" cy="11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53 h 5"/>
                <a:gd name="T4" fmla="*/ 32 w 4"/>
                <a:gd name="T5" fmla="*/ 33 h 5"/>
                <a:gd name="T6" fmla="*/ 16 w 4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3" y="2"/>
                    <a:pt x="3" y="2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6" name="Freeform 3037">
              <a:extLst>
                <a:ext uri="{FF2B5EF4-FFF2-40B4-BE49-F238E27FC236}">
                  <a16:creationId xmlns:a16="http://schemas.microsoft.com/office/drawing/2014/main" id="{600CF7A2-1F84-4347-9BB1-602EF35D9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928"/>
              <a:ext cx="23" cy="13"/>
            </a:xfrm>
            <a:custGeom>
              <a:avLst/>
              <a:gdLst>
                <a:gd name="T0" fmla="*/ 44 w 11"/>
                <a:gd name="T1" fmla="*/ 0 h 6"/>
                <a:gd name="T2" fmla="*/ 75 w 11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0" y="5"/>
                    <a:pt x="11" y="6"/>
                    <a:pt x="8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7" name="Freeform 3038">
              <a:extLst>
                <a:ext uri="{FF2B5EF4-FFF2-40B4-BE49-F238E27FC236}">
                  <a16:creationId xmlns:a16="http://schemas.microsoft.com/office/drawing/2014/main" id="{429D7184-B07E-4048-BE4C-AAA298570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3906"/>
              <a:ext cx="8" cy="6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24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4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8" name="Freeform 3039">
              <a:extLst>
                <a:ext uri="{FF2B5EF4-FFF2-40B4-BE49-F238E27FC236}">
                  <a16:creationId xmlns:a16="http://schemas.microsoft.com/office/drawing/2014/main" id="{A49CAFAD-1E58-45CF-9B28-BE60351DB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936"/>
              <a:ext cx="17" cy="22"/>
            </a:xfrm>
            <a:custGeom>
              <a:avLst/>
              <a:gdLst>
                <a:gd name="T0" fmla="*/ 68 w 8"/>
                <a:gd name="T1" fmla="*/ 20 h 10"/>
                <a:gd name="T2" fmla="*/ 77 w 8"/>
                <a:gd name="T3" fmla="*/ 53 h 10"/>
                <a:gd name="T4" fmla="*/ 60 w 8"/>
                <a:gd name="T5" fmla="*/ 4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7" y="2"/>
                  </a:moveTo>
                  <a:cubicBezTo>
                    <a:pt x="0" y="0"/>
                    <a:pt x="4" y="10"/>
                    <a:pt x="8" y="5"/>
                  </a:cubicBezTo>
                  <a:cubicBezTo>
                    <a:pt x="7" y="4"/>
                    <a:pt x="7" y="4"/>
                    <a:pt x="6" y="4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59" name="Freeform 3040">
              <a:extLst>
                <a:ext uri="{FF2B5EF4-FFF2-40B4-BE49-F238E27FC236}">
                  <a16:creationId xmlns:a16="http://schemas.microsoft.com/office/drawing/2014/main" id="{F296C34F-7ED6-4961-8581-0AB2EFBD3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943"/>
              <a:ext cx="8" cy="6"/>
            </a:xfrm>
            <a:custGeom>
              <a:avLst/>
              <a:gdLst>
                <a:gd name="T0" fmla="*/ 8 w 4"/>
                <a:gd name="T1" fmla="*/ 0 h 3"/>
                <a:gd name="T2" fmla="*/ 8 w 4"/>
                <a:gd name="T3" fmla="*/ 24 h 3"/>
                <a:gd name="T4" fmla="*/ 24 w 4"/>
                <a:gd name="T5" fmla="*/ 0 h 3"/>
                <a:gd name="T6" fmla="*/ 16 w 4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4" y="3"/>
                    <a:pt x="4" y="1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0" name="Freeform 3041">
              <a:extLst>
                <a:ext uri="{FF2B5EF4-FFF2-40B4-BE49-F238E27FC236}">
                  <a16:creationId xmlns:a16="http://schemas.microsoft.com/office/drawing/2014/main" id="{7442A66F-F7CB-4741-9122-CDFF01E4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3925"/>
              <a:ext cx="17" cy="11"/>
            </a:xfrm>
            <a:custGeom>
              <a:avLst/>
              <a:gdLst>
                <a:gd name="T0" fmla="*/ 0 w 8"/>
                <a:gd name="T1" fmla="*/ 0 h 5"/>
                <a:gd name="T2" fmla="*/ 0 w 8"/>
                <a:gd name="T3" fmla="*/ 44 h 5"/>
                <a:gd name="T4" fmla="*/ 28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4" y="5"/>
                    <a:pt x="8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1" name="Freeform 3042">
              <a:extLst>
                <a:ext uri="{FF2B5EF4-FFF2-40B4-BE49-F238E27FC236}">
                  <a16:creationId xmlns:a16="http://schemas.microsoft.com/office/drawing/2014/main" id="{2284D2FF-AE03-485E-8075-BA36D75A8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3952"/>
              <a:ext cx="19" cy="13"/>
            </a:xfrm>
            <a:custGeom>
              <a:avLst/>
              <a:gdLst>
                <a:gd name="T0" fmla="*/ 68 w 9"/>
                <a:gd name="T1" fmla="*/ 9 h 6"/>
                <a:gd name="T2" fmla="*/ 27 w 9"/>
                <a:gd name="T3" fmla="*/ 52 h 6"/>
                <a:gd name="T4" fmla="*/ 57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7" y="1"/>
                  </a:moveTo>
                  <a:cubicBezTo>
                    <a:pt x="4" y="0"/>
                    <a:pt x="0" y="3"/>
                    <a:pt x="3" y="5"/>
                  </a:cubicBezTo>
                  <a:cubicBezTo>
                    <a:pt x="5" y="6"/>
                    <a:pt x="9" y="2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2" name="Freeform 3043">
              <a:extLst>
                <a:ext uri="{FF2B5EF4-FFF2-40B4-BE49-F238E27FC236}">
                  <a16:creationId xmlns:a16="http://schemas.microsoft.com/office/drawing/2014/main" id="{72EC4ACD-2A81-4937-B3B0-DFE56C5DA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914"/>
              <a:ext cx="8" cy="7"/>
            </a:xfrm>
            <a:custGeom>
              <a:avLst/>
              <a:gdLst>
                <a:gd name="T0" fmla="*/ 8 w 4"/>
                <a:gd name="T1" fmla="*/ 12 h 3"/>
                <a:gd name="T2" fmla="*/ 0 w 4"/>
                <a:gd name="T3" fmla="*/ 37 h 3"/>
                <a:gd name="T4" fmla="*/ 32 w 4"/>
                <a:gd name="T5" fmla="*/ 12 h 3"/>
                <a:gd name="T6" fmla="*/ 8 w 4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3" y="3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3" name="Freeform 3044">
              <a:extLst>
                <a:ext uri="{FF2B5EF4-FFF2-40B4-BE49-F238E27FC236}">
                  <a16:creationId xmlns:a16="http://schemas.microsoft.com/office/drawing/2014/main" id="{6A8D75B1-795B-419F-9EB0-099183592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943"/>
              <a:ext cx="12" cy="11"/>
            </a:xfrm>
            <a:custGeom>
              <a:avLst/>
              <a:gdLst>
                <a:gd name="T0" fmla="*/ 40 w 6"/>
                <a:gd name="T1" fmla="*/ 0 h 5"/>
                <a:gd name="T2" fmla="*/ 8 w 6"/>
                <a:gd name="T3" fmla="*/ 44 h 5"/>
                <a:gd name="T4" fmla="*/ 32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2" y="1"/>
                    <a:pt x="0" y="2"/>
                    <a:pt x="1" y="4"/>
                  </a:cubicBezTo>
                  <a:cubicBezTo>
                    <a:pt x="4" y="5"/>
                    <a:pt x="6" y="3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4" name="Freeform 3045">
              <a:extLst>
                <a:ext uri="{FF2B5EF4-FFF2-40B4-BE49-F238E27FC236}">
                  <a16:creationId xmlns:a16="http://schemas.microsoft.com/office/drawing/2014/main" id="{0FF5CA58-FD1F-4A07-8FF0-656DDFF8E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3932"/>
              <a:ext cx="6" cy="7"/>
            </a:xfrm>
            <a:custGeom>
              <a:avLst/>
              <a:gdLst>
                <a:gd name="T0" fmla="*/ 16 w 3"/>
                <a:gd name="T1" fmla="*/ 0 h 3"/>
                <a:gd name="T2" fmla="*/ 0 w 3"/>
                <a:gd name="T3" fmla="*/ 37 h 3"/>
                <a:gd name="T4" fmla="*/ 24 w 3"/>
                <a:gd name="T5" fmla="*/ 12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2" y="3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5" name="Freeform 3046">
              <a:extLst>
                <a:ext uri="{FF2B5EF4-FFF2-40B4-BE49-F238E27FC236}">
                  <a16:creationId xmlns:a16="http://schemas.microsoft.com/office/drawing/2014/main" id="{38F75817-8A98-47E2-85EA-BB062171E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3906"/>
              <a:ext cx="11" cy="8"/>
            </a:xfrm>
            <a:custGeom>
              <a:avLst/>
              <a:gdLst>
                <a:gd name="T0" fmla="*/ 33 w 5"/>
                <a:gd name="T1" fmla="*/ 0 h 4"/>
                <a:gd name="T2" fmla="*/ 0 w 5"/>
                <a:gd name="T3" fmla="*/ 24 h 4"/>
                <a:gd name="T4" fmla="*/ 53 w 5"/>
                <a:gd name="T5" fmla="*/ 8 h 4"/>
                <a:gd name="T6" fmla="*/ 33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6" name="Freeform 3047">
              <a:extLst>
                <a:ext uri="{FF2B5EF4-FFF2-40B4-BE49-F238E27FC236}">
                  <a16:creationId xmlns:a16="http://schemas.microsoft.com/office/drawing/2014/main" id="{96C670D9-F7AC-449C-A72C-38983037E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3923"/>
              <a:ext cx="23" cy="16"/>
            </a:xfrm>
            <a:custGeom>
              <a:avLst/>
              <a:gdLst>
                <a:gd name="T0" fmla="*/ 65 w 11"/>
                <a:gd name="T1" fmla="*/ 0 h 7"/>
                <a:gd name="T2" fmla="*/ 36 w 11"/>
                <a:gd name="T3" fmla="*/ 73 h 7"/>
                <a:gd name="T4" fmla="*/ 65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7" y="0"/>
                  </a:moveTo>
                  <a:cubicBezTo>
                    <a:pt x="5" y="0"/>
                    <a:pt x="0" y="4"/>
                    <a:pt x="4" y="6"/>
                  </a:cubicBezTo>
                  <a:cubicBezTo>
                    <a:pt x="8" y="7"/>
                    <a:pt x="11" y="2"/>
                    <a:pt x="7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7" name="Freeform 3048">
              <a:extLst>
                <a:ext uri="{FF2B5EF4-FFF2-40B4-BE49-F238E27FC236}">
                  <a16:creationId xmlns:a16="http://schemas.microsoft.com/office/drawing/2014/main" id="{1F6266B8-F64E-4E42-B226-6E9C4717B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3956"/>
              <a:ext cx="11" cy="9"/>
            </a:xfrm>
            <a:custGeom>
              <a:avLst/>
              <a:gdLst>
                <a:gd name="T0" fmla="*/ 33 w 5"/>
                <a:gd name="T1" fmla="*/ 0 h 4"/>
                <a:gd name="T2" fmla="*/ 9 w 5"/>
                <a:gd name="T3" fmla="*/ 45 h 4"/>
                <a:gd name="T4" fmla="*/ 33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4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8" name="Freeform 3049">
              <a:extLst>
                <a:ext uri="{FF2B5EF4-FFF2-40B4-BE49-F238E27FC236}">
                  <a16:creationId xmlns:a16="http://schemas.microsoft.com/office/drawing/2014/main" id="{2A126CEA-DD29-464C-BA86-D0686593D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3971"/>
              <a:ext cx="8" cy="7"/>
            </a:xfrm>
            <a:custGeom>
              <a:avLst/>
              <a:gdLst>
                <a:gd name="T0" fmla="*/ 16 w 4"/>
                <a:gd name="T1" fmla="*/ 0 h 3"/>
                <a:gd name="T2" fmla="*/ 8 w 4"/>
                <a:gd name="T3" fmla="*/ 37 h 3"/>
                <a:gd name="T4" fmla="*/ 24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4" y="3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69" name="Freeform 3050">
              <a:extLst>
                <a:ext uri="{FF2B5EF4-FFF2-40B4-BE49-F238E27FC236}">
                  <a16:creationId xmlns:a16="http://schemas.microsoft.com/office/drawing/2014/main" id="{5B3A3E27-1559-43AA-A893-D4F6744BD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3973"/>
              <a:ext cx="4" cy="7"/>
            </a:xfrm>
            <a:custGeom>
              <a:avLst/>
              <a:gdLst>
                <a:gd name="T0" fmla="*/ 8 w 2"/>
                <a:gd name="T1" fmla="*/ 12 h 3"/>
                <a:gd name="T2" fmla="*/ 16 w 2"/>
                <a:gd name="T3" fmla="*/ 28 h 3"/>
                <a:gd name="T4" fmla="*/ 16 w 2"/>
                <a:gd name="T5" fmla="*/ 12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0" name="Freeform 3051">
              <a:extLst>
                <a:ext uri="{FF2B5EF4-FFF2-40B4-BE49-F238E27FC236}">
                  <a16:creationId xmlns:a16="http://schemas.microsoft.com/office/drawing/2014/main" id="{91986647-48A1-43BF-A94B-E84CC9CA8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3967"/>
              <a:ext cx="10" cy="9"/>
            </a:xfrm>
            <a:custGeom>
              <a:avLst/>
              <a:gdLst>
                <a:gd name="T0" fmla="*/ 8 w 5"/>
                <a:gd name="T1" fmla="*/ 11 h 4"/>
                <a:gd name="T2" fmla="*/ 8 w 5"/>
                <a:gd name="T3" fmla="*/ 36 h 4"/>
                <a:gd name="T4" fmla="*/ 0 w 5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5" y="4"/>
                    <a:pt x="3" y="0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1" name="Freeform 3052">
              <a:extLst>
                <a:ext uri="{FF2B5EF4-FFF2-40B4-BE49-F238E27FC236}">
                  <a16:creationId xmlns:a16="http://schemas.microsoft.com/office/drawing/2014/main" id="{5AB6DF8D-E363-4B3D-9ED7-F0B9D92FA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963"/>
              <a:ext cx="7" cy="6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24 h 3"/>
                <a:gd name="T4" fmla="*/ 37 w 3"/>
                <a:gd name="T5" fmla="*/ 8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2" name="Freeform 3053">
              <a:extLst>
                <a:ext uri="{FF2B5EF4-FFF2-40B4-BE49-F238E27FC236}">
                  <a16:creationId xmlns:a16="http://schemas.microsoft.com/office/drawing/2014/main" id="{1E9FAE22-A907-4C2B-B995-643C3D1CF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886"/>
              <a:ext cx="18" cy="13"/>
            </a:xfrm>
            <a:custGeom>
              <a:avLst/>
              <a:gdLst>
                <a:gd name="T0" fmla="*/ 40 w 9"/>
                <a:gd name="T1" fmla="*/ 9 h 6"/>
                <a:gd name="T2" fmla="*/ 24 w 9"/>
                <a:gd name="T3" fmla="*/ 52 h 6"/>
                <a:gd name="T4" fmla="*/ 56 w 9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1"/>
                  </a:moveTo>
                  <a:cubicBezTo>
                    <a:pt x="2" y="0"/>
                    <a:pt x="0" y="4"/>
                    <a:pt x="3" y="5"/>
                  </a:cubicBezTo>
                  <a:cubicBezTo>
                    <a:pt x="6" y="6"/>
                    <a:pt x="9" y="4"/>
                    <a:pt x="7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3" name="Freeform 3054">
              <a:extLst>
                <a:ext uri="{FF2B5EF4-FFF2-40B4-BE49-F238E27FC236}">
                  <a16:creationId xmlns:a16="http://schemas.microsoft.com/office/drawing/2014/main" id="{F6176437-3FE7-4E97-AE70-C96C444B3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3897"/>
              <a:ext cx="12" cy="13"/>
            </a:xfrm>
            <a:custGeom>
              <a:avLst/>
              <a:gdLst>
                <a:gd name="T0" fmla="*/ 32 w 6"/>
                <a:gd name="T1" fmla="*/ 0 h 6"/>
                <a:gd name="T2" fmla="*/ 8 w 6"/>
                <a:gd name="T3" fmla="*/ 52 h 6"/>
                <a:gd name="T4" fmla="*/ 24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2" y="1"/>
                    <a:pt x="0" y="3"/>
                    <a:pt x="1" y="5"/>
                  </a:cubicBezTo>
                  <a:cubicBezTo>
                    <a:pt x="4" y="6"/>
                    <a:pt x="6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4" name="Freeform 3055">
              <a:extLst>
                <a:ext uri="{FF2B5EF4-FFF2-40B4-BE49-F238E27FC236}">
                  <a16:creationId xmlns:a16="http://schemas.microsoft.com/office/drawing/2014/main" id="{F676D70F-7C8D-445A-80CC-7ADAEDF3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3923"/>
              <a:ext cx="14" cy="11"/>
            </a:xfrm>
            <a:custGeom>
              <a:avLst/>
              <a:gdLst>
                <a:gd name="T0" fmla="*/ 24 w 7"/>
                <a:gd name="T1" fmla="*/ 0 h 5"/>
                <a:gd name="T2" fmla="*/ 40 w 7"/>
                <a:gd name="T3" fmla="*/ 44 h 5"/>
                <a:gd name="T4" fmla="*/ 32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0" y="1"/>
                    <a:pt x="2" y="5"/>
                    <a:pt x="5" y="4"/>
                  </a:cubicBezTo>
                  <a:cubicBezTo>
                    <a:pt x="7" y="2"/>
                    <a:pt x="6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5" name="Freeform 3056">
              <a:extLst>
                <a:ext uri="{FF2B5EF4-FFF2-40B4-BE49-F238E27FC236}">
                  <a16:creationId xmlns:a16="http://schemas.microsoft.com/office/drawing/2014/main" id="{3A1ECF91-9F20-4E65-8CEB-9791A1DE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3888"/>
              <a:ext cx="12" cy="13"/>
            </a:xfrm>
            <a:custGeom>
              <a:avLst/>
              <a:gdLst>
                <a:gd name="T0" fmla="*/ 16 w 6"/>
                <a:gd name="T1" fmla="*/ 20 h 6"/>
                <a:gd name="T2" fmla="*/ 8 w 6"/>
                <a:gd name="T3" fmla="*/ 61 h 6"/>
                <a:gd name="T4" fmla="*/ 48 w 6"/>
                <a:gd name="T5" fmla="*/ 9 h 6"/>
                <a:gd name="T6" fmla="*/ 32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4" y="6"/>
                    <a:pt x="5" y="4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6" name="Freeform 3057">
              <a:extLst>
                <a:ext uri="{FF2B5EF4-FFF2-40B4-BE49-F238E27FC236}">
                  <a16:creationId xmlns:a16="http://schemas.microsoft.com/office/drawing/2014/main" id="{439F1AC4-53A3-4218-8BD4-9964560DB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3847"/>
              <a:ext cx="4" cy="8"/>
            </a:xfrm>
            <a:custGeom>
              <a:avLst/>
              <a:gdLst>
                <a:gd name="T0" fmla="*/ 16 w 2"/>
                <a:gd name="T1" fmla="*/ 0 h 4"/>
                <a:gd name="T2" fmla="*/ 0 w 2"/>
                <a:gd name="T3" fmla="*/ 24 h 4"/>
                <a:gd name="T4" fmla="*/ 16 w 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1" y="4"/>
                    <a:pt x="1" y="3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7" name="Freeform 3058">
              <a:extLst>
                <a:ext uri="{FF2B5EF4-FFF2-40B4-BE49-F238E27FC236}">
                  <a16:creationId xmlns:a16="http://schemas.microsoft.com/office/drawing/2014/main" id="{EB39EA0D-88F7-4FA7-806E-0A328DFEF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3847"/>
              <a:ext cx="37" cy="13"/>
            </a:xfrm>
            <a:custGeom>
              <a:avLst/>
              <a:gdLst>
                <a:gd name="T0" fmla="*/ 80 w 18"/>
                <a:gd name="T1" fmla="*/ 9 h 6"/>
                <a:gd name="T2" fmla="*/ 88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9" y="1"/>
                  </a:moveTo>
                  <a:cubicBezTo>
                    <a:pt x="0" y="6"/>
                    <a:pt x="18" y="6"/>
                    <a:pt x="1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8" name="Freeform 3059">
              <a:extLst>
                <a:ext uri="{FF2B5EF4-FFF2-40B4-BE49-F238E27FC236}">
                  <a16:creationId xmlns:a16="http://schemas.microsoft.com/office/drawing/2014/main" id="{A5035295-0C45-4867-9D6E-4A38F30EC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3803"/>
              <a:ext cx="14" cy="15"/>
            </a:xfrm>
            <a:custGeom>
              <a:avLst/>
              <a:gdLst>
                <a:gd name="T0" fmla="*/ 24 w 7"/>
                <a:gd name="T1" fmla="*/ 0 h 7"/>
                <a:gd name="T2" fmla="*/ 24 w 7"/>
                <a:gd name="T3" fmla="*/ 60 h 7"/>
                <a:gd name="T4" fmla="*/ 32 w 7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2"/>
                    <a:pt x="0" y="7"/>
                    <a:pt x="3" y="6"/>
                  </a:cubicBezTo>
                  <a:cubicBezTo>
                    <a:pt x="6" y="6"/>
                    <a:pt x="7" y="3"/>
                    <a:pt x="4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79" name="Freeform 3060">
              <a:extLst>
                <a:ext uri="{FF2B5EF4-FFF2-40B4-BE49-F238E27FC236}">
                  <a16:creationId xmlns:a16="http://schemas.microsoft.com/office/drawing/2014/main" id="{E4668C43-9A7A-4734-AEEC-95DBC6057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3842"/>
              <a:ext cx="25" cy="18"/>
            </a:xfrm>
            <a:custGeom>
              <a:avLst/>
              <a:gdLst>
                <a:gd name="T0" fmla="*/ 83 w 12"/>
                <a:gd name="T1" fmla="*/ 0 h 8"/>
                <a:gd name="T2" fmla="*/ 73 w 12"/>
                <a:gd name="T3" fmla="*/ 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9" y="0"/>
                  </a:moveTo>
                  <a:cubicBezTo>
                    <a:pt x="0" y="0"/>
                    <a:pt x="12" y="8"/>
                    <a:pt x="8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0" name="Freeform 3061">
              <a:extLst>
                <a:ext uri="{FF2B5EF4-FFF2-40B4-BE49-F238E27FC236}">
                  <a16:creationId xmlns:a16="http://schemas.microsoft.com/office/drawing/2014/main" id="{BCEF23D2-6999-4058-A789-56819741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3873"/>
              <a:ext cx="8" cy="9"/>
            </a:xfrm>
            <a:custGeom>
              <a:avLst/>
              <a:gdLst>
                <a:gd name="T0" fmla="*/ 8 w 4"/>
                <a:gd name="T1" fmla="*/ 11 h 4"/>
                <a:gd name="T2" fmla="*/ 0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1" name="Freeform 3062">
              <a:extLst>
                <a:ext uri="{FF2B5EF4-FFF2-40B4-BE49-F238E27FC236}">
                  <a16:creationId xmlns:a16="http://schemas.microsoft.com/office/drawing/2014/main" id="{B855A898-63DE-41C0-846D-F5DE4B9A9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3899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2" name="Freeform 3063">
              <a:extLst>
                <a:ext uri="{FF2B5EF4-FFF2-40B4-BE49-F238E27FC236}">
                  <a16:creationId xmlns:a16="http://schemas.microsoft.com/office/drawing/2014/main" id="{DE5E06C2-B916-4DFC-A965-91A0918E0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3866"/>
              <a:ext cx="7" cy="11"/>
            </a:xfrm>
            <a:custGeom>
              <a:avLst/>
              <a:gdLst>
                <a:gd name="T0" fmla="*/ 12 w 3"/>
                <a:gd name="T1" fmla="*/ 9 h 5"/>
                <a:gd name="T2" fmla="*/ 0 w 3"/>
                <a:gd name="T3" fmla="*/ 53 h 5"/>
                <a:gd name="T4" fmla="*/ 2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3" name="Freeform 3064">
              <a:extLst>
                <a:ext uri="{FF2B5EF4-FFF2-40B4-BE49-F238E27FC236}">
                  <a16:creationId xmlns:a16="http://schemas.microsoft.com/office/drawing/2014/main" id="{EF78D794-175B-4A90-8EDF-F8CC3A410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3768"/>
              <a:ext cx="13" cy="11"/>
            </a:xfrm>
            <a:custGeom>
              <a:avLst/>
              <a:gdLst>
                <a:gd name="T0" fmla="*/ 52 w 6"/>
                <a:gd name="T1" fmla="*/ 0 h 5"/>
                <a:gd name="T2" fmla="*/ 61 w 6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0" y="0"/>
                    <a:pt x="4" y="5"/>
                    <a:pt x="6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4" name="Freeform 3065">
              <a:extLst>
                <a:ext uri="{FF2B5EF4-FFF2-40B4-BE49-F238E27FC236}">
                  <a16:creationId xmlns:a16="http://schemas.microsoft.com/office/drawing/2014/main" id="{8DCB4CA4-4C42-4498-AD34-A08E29107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3742"/>
              <a:ext cx="16" cy="8"/>
            </a:xfrm>
            <a:custGeom>
              <a:avLst/>
              <a:gdLst>
                <a:gd name="T0" fmla="*/ 24 w 8"/>
                <a:gd name="T1" fmla="*/ 0 h 4"/>
                <a:gd name="T2" fmla="*/ 48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3" y="0"/>
                  </a:moveTo>
                  <a:cubicBezTo>
                    <a:pt x="0" y="4"/>
                    <a:pt x="8" y="4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5" name="Freeform 3066">
              <a:extLst>
                <a:ext uri="{FF2B5EF4-FFF2-40B4-BE49-F238E27FC236}">
                  <a16:creationId xmlns:a16="http://schemas.microsoft.com/office/drawing/2014/main" id="{7E83B858-8E93-4A2E-A2E9-6F3E21DD8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3702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37 h 3"/>
                <a:gd name="T4" fmla="*/ 16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6" name="Freeform 3067">
              <a:extLst>
                <a:ext uri="{FF2B5EF4-FFF2-40B4-BE49-F238E27FC236}">
                  <a16:creationId xmlns:a16="http://schemas.microsoft.com/office/drawing/2014/main" id="{3196C9B7-8D7F-4DCD-8689-4D1502064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3694"/>
              <a:ext cx="7" cy="8"/>
            </a:xfrm>
            <a:custGeom>
              <a:avLst/>
              <a:gdLst>
                <a:gd name="T0" fmla="*/ 28 w 3"/>
                <a:gd name="T1" fmla="*/ 8 h 4"/>
                <a:gd name="T2" fmla="*/ 0 w 3"/>
                <a:gd name="T3" fmla="*/ 24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7" name="Freeform 3068">
              <a:extLst>
                <a:ext uri="{FF2B5EF4-FFF2-40B4-BE49-F238E27FC236}">
                  <a16:creationId xmlns:a16="http://schemas.microsoft.com/office/drawing/2014/main" id="{0BFAEDAB-2EEA-421B-8DED-CFEC5E66C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3659"/>
              <a:ext cx="6" cy="8"/>
            </a:xfrm>
            <a:custGeom>
              <a:avLst/>
              <a:gdLst>
                <a:gd name="T0" fmla="*/ 8 w 3"/>
                <a:gd name="T1" fmla="*/ 0 h 4"/>
                <a:gd name="T2" fmla="*/ 0 w 3"/>
                <a:gd name="T3" fmla="*/ 32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8" name="Freeform 3069">
              <a:extLst>
                <a:ext uri="{FF2B5EF4-FFF2-40B4-BE49-F238E27FC236}">
                  <a16:creationId xmlns:a16="http://schemas.microsoft.com/office/drawing/2014/main" id="{6E8C38CC-A2ED-4DA1-85F0-7FB550882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606"/>
              <a:ext cx="12" cy="15"/>
            </a:xfrm>
            <a:custGeom>
              <a:avLst/>
              <a:gdLst>
                <a:gd name="T0" fmla="*/ 8 w 6"/>
                <a:gd name="T1" fmla="*/ 28 h 7"/>
                <a:gd name="T2" fmla="*/ 0 w 6"/>
                <a:gd name="T3" fmla="*/ 60 h 7"/>
                <a:gd name="T4" fmla="*/ 16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4" y="7"/>
                    <a:pt x="6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89" name="Freeform 3070">
              <a:extLst>
                <a:ext uri="{FF2B5EF4-FFF2-40B4-BE49-F238E27FC236}">
                  <a16:creationId xmlns:a16="http://schemas.microsoft.com/office/drawing/2014/main" id="{378248FD-AE63-4B54-9EFF-B3E32D26B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3611"/>
              <a:ext cx="8" cy="10"/>
            </a:xfrm>
            <a:custGeom>
              <a:avLst/>
              <a:gdLst>
                <a:gd name="T0" fmla="*/ 32 w 4"/>
                <a:gd name="T1" fmla="*/ 8 h 5"/>
                <a:gd name="T2" fmla="*/ 24 w 4"/>
                <a:gd name="T3" fmla="*/ 0 h 5"/>
                <a:gd name="T4" fmla="*/ 8 w 4"/>
                <a:gd name="T5" fmla="*/ 40 h 5"/>
                <a:gd name="T6" fmla="*/ 32 w 4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4" y="1"/>
                    <a:pt x="3" y="1"/>
                    <a:pt x="3" y="0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3" y="5"/>
                    <a:pt x="4" y="3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0" name="Freeform 3071">
              <a:extLst>
                <a:ext uri="{FF2B5EF4-FFF2-40B4-BE49-F238E27FC236}">
                  <a16:creationId xmlns:a16="http://schemas.microsoft.com/office/drawing/2014/main" id="{2DFAE7D1-0CF1-481B-9938-4BD970AD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3573"/>
              <a:ext cx="17" cy="11"/>
            </a:xfrm>
            <a:custGeom>
              <a:avLst/>
              <a:gdLst>
                <a:gd name="T0" fmla="*/ 60 w 8"/>
                <a:gd name="T1" fmla="*/ 0 h 5"/>
                <a:gd name="T2" fmla="*/ 40 w 8"/>
                <a:gd name="T3" fmla="*/ 44 h 5"/>
                <a:gd name="T4" fmla="*/ 68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6" y="0"/>
                  </a:moveTo>
                  <a:cubicBezTo>
                    <a:pt x="4" y="0"/>
                    <a:pt x="0" y="3"/>
                    <a:pt x="4" y="4"/>
                  </a:cubicBezTo>
                  <a:cubicBezTo>
                    <a:pt x="7" y="5"/>
                    <a:pt x="8" y="1"/>
                    <a:pt x="7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1" name="Freeform 3072">
              <a:extLst>
                <a:ext uri="{FF2B5EF4-FFF2-40B4-BE49-F238E27FC236}">
                  <a16:creationId xmlns:a16="http://schemas.microsoft.com/office/drawing/2014/main" id="{38332203-72F3-4903-9748-828C01DF6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3534"/>
              <a:ext cx="10" cy="13"/>
            </a:xfrm>
            <a:custGeom>
              <a:avLst/>
              <a:gdLst>
                <a:gd name="T0" fmla="*/ 8 w 5"/>
                <a:gd name="T1" fmla="*/ 20 h 6"/>
                <a:gd name="T2" fmla="*/ 0 w 5"/>
                <a:gd name="T3" fmla="*/ 61 h 6"/>
                <a:gd name="T4" fmla="*/ 8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5" y="6"/>
                    <a:pt x="5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2" name="Freeform 3073">
              <a:extLst>
                <a:ext uri="{FF2B5EF4-FFF2-40B4-BE49-F238E27FC236}">
                  <a16:creationId xmlns:a16="http://schemas.microsoft.com/office/drawing/2014/main" id="{13ABBA17-ECBA-46C8-8E74-451901759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3580"/>
              <a:ext cx="6" cy="11"/>
            </a:xfrm>
            <a:custGeom>
              <a:avLst/>
              <a:gdLst>
                <a:gd name="T0" fmla="*/ 16 w 3"/>
                <a:gd name="T1" fmla="*/ 9 h 5"/>
                <a:gd name="T2" fmla="*/ 0 w 3"/>
                <a:gd name="T3" fmla="*/ 53 h 5"/>
                <a:gd name="T4" fmla="*/ 16 w 3"/>
                <a:gd name="T5" fmla="*/ 0 h 5"/>
                <a:gd name="T6" fmla="*/ 0 w 3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3" name="Freeform 3074">
              <a:extLst>
                <a:ext uri="{FF2B5EF4-FFF2-40B4-BE49-F238E27FC236}">
                  <a16:creationId xmlns:a16="http://schemas.microsoft.com/office/drawing/2014/main" id="{C153BC2C-00F2-4329-B838-E3D09217D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3635"/>
              <a:ext cx="8" cy="8"/>
            </a:xfrm>
            <a:custGeom>
              <a:avLst/>
              <a:gdLst>
                <a:gd name="T0" fmla="*/ 8 w 4"/>
                <a:gd name="T1" fmla="*/ 8 h 4"/>
                <a:gd name="T2" fmla="*/ 8 w 4"/>
                <a:gd name="T3" fmla="*/ 32 h 4"/>
                <a:gd name="T4" fmla="*/ 8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4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4" name="Freeform 3075">
              <a:extLst>
                <a:ext uri="{FF2B5EF4-FFF2-40B4-BE49-F238E27FC236}">
                  <a16:creationId xmlns:a16="http://schemas.microsoft.com/office/drawing/2014/main" id="{DD63FE8C-B48A-46FD-A40D-1CB918B4B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3654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24 w 5"/>
                <a:gd name="T3" fmla="*/ 53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2"/>
                    <a:pt x="0" y="5"/>
                    <a:pt x="3" y="5"/>
                  </a:cubicBezTo>
                  <a:cubicBezTo>
                    <a:pt x="4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5" name="Freeform 3076">
              <a:extLst>
                <a:ext uri="{FF2B5EF4-FFF2-40B4-BE49-F238E27FC236}">
                  <a16:creationId xmlns:a16="http://schemas.microsoft.com/office/drawing/2014/main" id="{06C5A399-CE1D-450D-8400-FC7EC0E5E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3689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6" name="Freeform 3077">
              <a:extLst>
                <a:ext uri="{FF2B5EF4-FFF2-40B4-BE49-F238E27FC236}">
                  <a16:creationId xmlns:a16="http://schemas.microsoft.com/office/drawing/2014/main" id="{A15141B9-69A9-4B71-8FAD-7FC83F71E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3709"/>
              <a:ext cx="7" cy="9"/>
            </a:xfrm>
            <a:custGeom>
              <a:avLst/>
              <a:gdLst>
                <a:gd name="T0" fmla="*/ 37 w 3"/>
                <a:gd name="T1" fmla="*/ 0 h 4"/>
                <a:gd name="T2" fmla="*/ 12 w 3"/>
                <a:gd name="T3" fmla="*/ 0 h 4"/>
                <a:gd name="T4" fmla="*/ 12 w 3"/>
                <a:gd name="T5" fmla="*/ 45 h 4"/>
                <a:gd name="T6" fmla="*/ 28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1"/>
                    <a:pt x="0" y="2"/>
                    <a:pt x="1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7" name="Freeform 3078">
              <a:extLst>
                <a:ext uri="{FF2B5EF4-FFF2-40B4-BE49-F238E27FC236}">
                  <a16:creationId xmlns:a16="http://schemas.microsoft.com/office/drawing/2014/main" id="{40B1E1A9-B7A7-49C3-802B-171846C6C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3753"/>
              <a:ext cx="10" cy="8"/>
            </a:xfrm>
            <a:custGeom>
              <a:avLst/>
              <a:gdLst>
                <a:gd name="T0" fmla="*/ 16 w 5"/>
                <a:gd name="T1" fmla="*/ 0 h 4"/>
                <a:gd name="T2" fmla="*/ 8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8" name="Freeform 3079">
              <a:extLst>
                <a:ext uri="{FF2B5EF4-FFF2-40B4-BE49-F238E27FC236}">
                  <a16:creationId xmlns:a16="http://schemas.microsoft.com/office/drawing/2014/main" id="{F85E819D-7DC4-476E-B3BF-9C4550D19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3783"/>
              <a:ext cx="14" cy="13"/>
            </a:xfrm>
            <a:custGeom>
              <a:avLst/>
              <a:gdLst>
                <a:gd name="T0" fmla="*/ 24 w 7"/>
                <a:gd name="T1" fmla="*/ 0 h 6"/>
                <a:gd name="T2" fmla="*/ 16 w 7"/>
                <a:gd name="T3" fmla="*/ 61 h 6"/>
                <a:gd name="T4" fmla="*/ 48 w 7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5" y="6"/>
                    <a:pt x="7" y="4"/>
                    <a:pt x="6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999" name="Freeform 3080">
              <a:extLst>
                <a:ext uri="{FF2B5EF4-FFF2-40B4-BE49-F238E27FC236}">
                  <a16:creationId xmlns:a16="http://schemas.microsoft.com/office/drawing/2014/main" id="{78941684-94A9-40DD-8616-0563F8E6C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3499"/>
              <a:ext cx="7" cy="9"/>
            </a:xfrm>
            <a:custGeom>
              <a:avLst/>
              <a:gdLst>
                <a:gd name="T0" fmla="*/ 28 w 3"/>
                <a:gd name="T1" fmla="*/ 0 h 4"/>
                <a:gd name="T2" fmla="*/ 0 w 3"/>
                <a:gd name="T3" fmla="*/ 36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0" name="Freeform 3081">
              <a:extLst>
                <a:ext uri="{FF2B5EF4-FFF2-40B4-BE49-F238E27FC236}">
                  <a16:creationId xmlns:a16="http://schemas.microsoft.com/office/drawing/2014/main" id="{AAF3BB93-1F49-4477-808B-670A5D297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3490"/>
              <a:ext cx="8" cy="9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45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1" name="Freeform 3082">
              <a:extLst>
                <a:ext uri="{FF2B5EF4-FFF2-40B4-BE49-F238E27FC236}">
                  <a16:creationId xmlns:a16="http://schemas.microsoft.com/office/drawing/2014/main" id="{1F1FDDF4-C8E1-4176-A78E-BC02B9BDA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3447"/>
              <a:ext cx="6" cy="8"/>
            </a:xfrm>
            <a:custGeom>
              <a:avLst/>
              <a:gdLst>
                <a:gd name="T0" fmla="*/ 0 w 3"/>
                <a:gd name="T1" fmla="*/ 16 h 4"/>
                <a:gd name="T2" fmla="*/ 0 w 3"/>
                <a:gd name="T3" fmla="*/ 32 h 4"/>
                <a:gd name="T4" fmla="*/ 24 w 3"/>
                <a:gd name="T5" fmla="*/ 8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2" name="Freeform 3083">
              <a:extLst>
                <a:ext uri="{FF2B5EF4-FFF2-40B4-BE49-F238E27FC236}">
                  <a16:creationId xmlns:a16="http://schemas.microsoft.com/office/drawing/2014/main" id="{6C2F72FA-EF5B-463F-B471-6852A2A11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3440"/>
              <a:ext cx="6" cy="13"/>
            </a:xfrm>
            <a:custGeom>
              <a:avLst/>
              <a:gdLst>
                <a:gd name="T0" fmla="*/ 0 w 3"/>
                <a:gd name="T1" fmla="*/ 43 h 6"/>
                <a:gd name="T2" fmla="*/ 0 w 3"/>
                <a:gd name="T3" fmla="*/ 61 h 6"/>
                <a:gd name="T4" fmla="*/ 0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4"/>
                  </a:moveTo>
                  <a:cubicBezTo>
                    <a:pt x="0" y="5"/>
                    <a:pt x="0" y="6"/>
                    <a:pt x="0" y="6"/>
                  </a:cubicBezTo>
                  <a:cubicBezTo>
                    <a:pt x="3" y="5"/>
                    <a:pt x="3" y="2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3" name="Freeform 3084">
              <a:extLst>
                <a:ext uri="{FF2B5EF4-FFF2-40B4-BE49-F238E27FC236}">
                  <a16:creationId xmlns:a16="http://schemas.microsoft.com/office/drawing/2014/main" id="{27F6E3CD-6E66-4726-9689-9A3BD5EE2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3407"/>
              <a:ext cx="7" cy="9"/>
            </a:xfrm>
            <a:custGeom>
              <a:avLst/>
              <a:gdLst>
                <a:gd name="T0" fmla="*/ 12 w 3"/>
                <a:gd name="T1" fmla="*/ 25 h 4"/>
                <a:gd name="T2" fmla="*/ 0 w 3"/>
                <a:gd name="T3" fmla="*/ 45 h 4"/>
                <a:gd name="T4" fmla="*/ 28 w 3"/>
                <a:gd name="T5" fmla="*/ 0 h 4"/>
                <a:gd name="T6" fmla="*/ 12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4" name="Freeform 3085">
              <a:extLst>
                <a:ext uri="{FF2B5EF4-FFF2-40B4-BE49-F238E27FC236}">
                  <a16:creationId xmlns:a16="http://schemas.microsoft.com/office/drawing/2014/main" id="{58214354-1217-427B-98DB-A9A072F92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3385"/>
              <a:ext cx="12" cy="13"/>
            </a:xfrm>
            <a:custGeom>
              <a:avLst/>
              <a:gdLst>
                <a:gd name="T0" fmla="*/ 32 w 6"/>
                <a:gd name="T1" fmla="*/ 0 h 6"/>
                <a:gd name="T2" fmla="*/ 16 w 6"/>
                <a:gd name="T3" fmla="*/ 61 h 6"/>
                <a:gd name="T4" fmla="*/ 32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5" y="6"/>
                    <a:pt x="6" y="3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5" name="Freeform 3086">
              <a:extLst>
                <a:ext uri="{FF2B5EF4-FFF2-40B4-BE49-F238E27FC236}">
                  <a16:creationId xmlns:a16="http://schemas.microsoft.com/office/drawing/2014/main" id="{C41C81D0-D522-4CC7-8144-27CB16DEC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3431"/>
              <a:ext cx="10" cy="11"/>
            </a:xfrm>
            <a:custGeom>
              <a:avLst/>
              <a:gdLst>
                <a:gd name="T0" fmla="*/ 40 w 5"/>
                <a:gd name="T1" fmla="*/ 0 h 5"/>
                <a:gd name="T2" fmla="*/ 16 w 5"/>
                <a:gd name="T3" fmla="*/ 53 h 5"/>
                <a:gd name="T4" fmla="*/ 3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4" y="4"/>
                    <a:pt x="5" y="2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6" name="Freeform 3087">
              <a:extLst>
                <a:ext uri="{FF2B5EF4-FFF2-40B4-BE49-F238E27FC236}">
                  <a16:creationId xmlns:a16="http://schemas.microsoft.com/office/drawing/2014/main" id="{DFD90C68-53E2-4A96-BDC4-52416E5BE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486"/>
              <a:ext cx="6" cy="6"/>
            </a:xfrm>
            <a:custGeom>
              <a:avLst/>
              <a:gdLst>
                <a:gd name="T0" fmla="*/ 24 w 3"/>
                <a:gd name="T1" fmla="*/ 0 h 3"/>
                <a:gd name="T2" fmla="*/ 8 w 3"/>
                <a:gd name="T3" fmla="*/ 24 h 3"/>
                <a:gd name="T4" fmla="*/ 16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7" name="Freeform 3088">
              <a:extLst>
                <a:ext uri="{FF2B5EF4-FFF2-40B4-BE49-F238E27FC236}">
                  <a16:creationId xmlns:a16="http://schemas.microsoft.com/office/drawing/2014/main" id="{7DB5F34F-552C-42E7-9694-0D1DD086D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3547"/>
              <a:ext cx="6" cy="11"/>
            </a:xfrm>
            <a:custGeom>
              <a:avLst/>
              <a:gdLst>
                <a:gd name="T0" fmla="*/ 0 w 3"/>
                <a:gd name="T1" fmla="*/ 9 h 5"/>
                <a:gd name="T2" fmla="*/ 0 w 3"/>
                <a:gd name="T3" fmla="*/ 53 h 5"/>
                <a:gd name="T4" fmla="*/ 24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2" y="4"/>
                    <a:pt x="3" y="3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8" name="Freeform 3089">
              <a:extLst>
                <a:ext uri="{FF2B5EF4-FFF2-40B4-BE49-F238E27FC236}">
                  <a16:creationId xmlns:a16="http://schemas.microsoft.com/office/drawing/2014/main" id="{24BC77D9-510E-4EA7-82A8-01EF3CF4A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3374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0 w 4"/>
                <a:gd name="T3" fmla="*/ 36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4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09" name="Freeform 3090">
              <a:extLst>
                <a:ext uri="{FF2B5EF4-FFF2-40B4-BE49-F238E27FC236}">
                  <a16:creationId xmlns:a16="http://schemas.microsoft.com/office/drawing/2014/main" id="{57233E4B-2C10-4826-B046-8E97B6563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3355"/>
              <a:ext cx="12" cy="15"/>
            </a:xfrm>
            <a:custGeom>
              <a:avLst/>
              <a:gdLst>
                <a:gd name="T0" fmla="*/ 32 w 6"/>
                <a:gd name="T1" fmla="*/ 0 h 7"/>
                <a:gd name="T2" fmla="*/ 16 w 6"/>
                <a:gd name="T3" fmla="*/ 60 h 7"/>
                <a:gd name="T4" fmla="*/ 24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1"/>
                    <a:pt x="0" y="5"/>
                    <a:pt x="2" y="6"/>
                  </a:cubicBezTo>
                  <a:cubicBezTo>
                    <a:pt x="6" y="7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0" name="Freeform 3091">
              <a:extLst>
                <a:ext uri="{FF2B5EF4-FFF2-40B4-BE49-F238E27FC236}">
                  <a16:creationId xmlns:a16="http://schemas.microsoft.com/office/drawing/2014/main" id="{C54B9034-B5CE-4AE0-8684-32680A1D0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3304"/>
              <a:ext cx="8" cy="9"/>
            </a:xfrm>
            <a:custGeom>
              <a:avLst/>
              <a:gdLst>
                <a:gd name="T0" fmla="*/ 24 w 4"/>
                <a:gd name="T1" fmla="*/ 11 h 4"/>
                <a:gd name="T2" fmla="*/ 0 w 4"/>
                <a:gd name="T3" fmla="*/ 36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1" name="Freeform 3092">
              <a:extLst>
                <a:ext uri="{FF2B5EF4-FFF2-40B4-BE49-F238E27FC236}">
                  <a16:creationId xmlns:a16="http://schemas.microsoft.com/office/drawing/2014/main" id="{5BABFDFB-89E7-4237-90CD-B6D94FD79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3278"/>
              <a:ext cx="7" cy="9"/>
            </a:xfrm>
            <a:custGeom>
              <a:avLst/>
              <a:gdLst>
                <a:gd name="T0" fmla="*/ 28 w 3"/>
                <a:gd name="T1" fmla="*/ 11 h 4"/>
                <a:gd name="T2" fmla="*/ 0 w 3"/>
                <a:gd name="T3" fmla="*/ 36 h 4"/>
                <a:gd name="T4" fmla="*/ 28 w 3"/>
                <a:gd name="T5" fmla="*/ 0 h 4"/>
                <a:gd name="T6" fmla="*/ 12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2" name="Freeform 3093">
              <a:extLst>
                <a:ext uri="{FF2B5EF4-FFF2-40B4-BE49-F238E27FC236}">
                  <a16:creationId xmlns:a16="http://schemas.microsoft.com/office/drawing/2014/main" id="{964AFE94-FD38-4836-9473-524043D64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3320"/>
              <a:ext cx="9" cy="15"/>
            </a:xfrm>
            <a:custGeom>
              <a:avLst/>
              <a:gdLst>
                <a:gd name="T0" fmla="*/ 25 w 4"/>
                <a:gd name="T1" fmla="*/ 28 h 7"/>
                <a:gd name="T2" fmla="*/ 11 w 4"/>
                <a:gd name="T3" fmla="*/ 69 h 7"/>
                <a:gd name="T4" fmla="*/ 25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1" y="4"/>
                    <a:pt x="0" y="6"/>
                    <a:pt x="1" y="7"/>
                  </a:cubicBezTo>
                  <a:cubicBezTo>
                    <a:pt x="4" y="6"/>
                    <a:pt x="4" y="3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3" name="Freeform 3094">
              <a:extLst>
                <a:ext uri="{FF2B5EF4-FFF2-40B4-BE49-F238E27FC236}">
                  <a16:creationId xmlns:a16="http://schemas.microsoft.com/office/drawing/2014/main" id="{01EDAF1F-C9EE-4E27-9BFD-6CAF9FD1C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3283"/>
              <a:ext cx="8" cy="10"/>
            </a:xfrm>
            <a:custGeom>
              <a:avLst/>
              <a:gdLst>
                <a:gd name="T0" fmla="*/ 24 w 4"/>
                <a:gd name="T1" fmla="*/ 0 h 5"/>
                <a:gd name="T2" fmla="*/ 0 w 4"/>
                <a:gd name="T3" fmla="*/ 32 h 5"/>
                <a:gd name="T4" fmla="*/ 32 w 4"/>
                <a:gd name="T5" fmla="*/ 16 h 5"/>
                <a:gd name="T6" fmla="*/ 16 w 4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4" y="4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4" name="Freeform 3095">
              <a:extLst>
                <a:ext uri="{FF2B5EF4-FFF2-40B4-BE49-F238E27FC236}">
                  <a16:creationId xmlns:a16="http://schemas.microsoft.com/office/drawing/2014/main" id="{0E3FD097-E890-4AB6-A7F6-4B8FF2BD7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3320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44 h 5"/>
                <a:gd name="T4" fmla="*/ 32 w 4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1" y="5"/>
                    <a:pt x="3" y="4"/>
                    <a:pt x="4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5" name="Freeform 3096">
              <a:extLst>
                <a:ext uri="{FF2B5EF4-FFF2-40B4-BE49-F238E27FC236}">
                  <a16:creationId xmlns:a16="http://schemas.microsoft.com/office/drawing/2014/main" id="{5BD60CB2-D352-47A0-9C83-DDC7F67A5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923"/>
              <a:ext cx="6" cy="11"/>
            </a:xfrm>
            <a:custGeom>
              <a:avLst/>
              <a:gdLst>
                <a:gd name="T0" fmla="*/ 0 w 3"/>
                <a:gd name="T1" fmla="*/ 20 h 5"/>
                <a:gd name="T2" fmla="*/ 0 w 3"/>
                <a:gd name="T3" fmla="*/ 53 h 5"/>
                <a:gd name="T4" fmla="*/ 8 w 3"/>
                <a:gd name="T5" fmla="*/ 0 h 5"/>
                <a:gd name="T6" fmla="*/ 0 w 3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2" y="3"/>
                    <a:pt x="3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6" name="Freeform 3097">
              <a:extLst>
                <a:ext uri="{FF2B5EF4-FFF2-40B4-BE49-F238E27FC236}">
                  <a16:creationId xmlns:a16="http://schemas.microsoft.com/office/drawing/2014/main" id="{37375EB6-7F04-42CA-BBB3-B78D6A683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1968"/>
              <a:ext cx="8" cy="11"/>
            </a:xfrm>
            <a:custGeom>
              <a:avLst/>
              <a:gdLst>
                <a:gd name="T0" fmla="*/ 0 w 4"/>
                <a:gd name="T1" fmla="*/ 0 h 5"/>
                <a:gd name="T2" fmla="*/ 16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7" name="Freeform 3098">
              <a:extLst>
                <a:ext uri="{FF2B5EF4-FFF2-40B4-BE49-F238E27FC236}">
                  <a16:creationId xmlns:a16="http://schemas.microsoft.com/office/drawing/2014/main" id="{1192586E-F492-4723-B212-AA69F23E9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041"/>
              <a:ext cx="6" cy="8"/>
            </a:xfrm>
            <a:custGeom>
              <a:avLst/>
              <a:gdLst>
                <a:gd name="T0" fmla="*/ 16 w 3"/>
                <a:gd name="T1" fmla="*/ 8 h 4"/>
                <a:gd name="T2" fmla="*/ 8 w 3"/>
                <a:gd name="T3" fmla="*/ 8 h 4"/>
                <a:gd name="T4" fmla="*/ 8 w 3"/>
                <a:gd name="T5" fmla="*/ 32 h 4"/>
                <a:gd name="T6" fmla="*/ 16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0" y="2"/>
                    <a:pt x="1" y="4"/>
                  </a:cubicBezTo>
                  <a:cubicBezTo>
                    <a:pt x="3" y="3"/>
                    <a:pt x="2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8" name="Freeform 3099">
              <a:extLst>
                <a:ext uri="{FF2B5EF4-FFF2-40B4-BE49-F238E27FC236}">
                  <a16:creationId xmlns:a16="http://schemas.microsoft.com/office/drawing/2014/main" id="{4BEED2BC-BE33-45D7-BC00-2809112CF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017"/>
              <a:ext cx="6" cy="8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19" name="Freeform 3100">
              <a:extLst>
                <a:ext uri="{FF2B5EF4-FFF2-40B4-BE49-F238E27FC236}">
                  <a16:creationId xmlns:a16="http://schemas.microsoft.com/office/drawing/2014/main" id="{7036C875-54B8-4D88-9EC9-493360E35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990"/>
              <a:ext cx="6" cy="11"/>
            </a:xfrm>
            <a:custGeom>
              <a:avLst/>
              <a:gdLst>
                <a:gd name="T0" fmla="*/ 0 w 3"/>
                <a:gd name="T1" fmla="*/ 20 h 5"/>
                <a:gd name="T2" fmla="*/ 8 w 3"/>
                <a:gd name="T3" fmla="*/ 53 h 5"/>
                <a:gd name="T4" fmla="*/ 0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3" y="4"/>
                    <a:pt x="3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0" name="Freeform 3101">
              <a:extLst>
                <a:ext uri="{FF2B5EF4-FFF2-40B4-BE49-F238E27FC236}">
                  <a16:creationId xmlns:a16="http://schemas.microsoft.com/office/drawing/2014/main" id="{0EF683C1-148F-4014-BFEF-A0727165D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028"/>
              <a:ext cx="8" cy="13"/>
            </a:xfrm>
            <a:custGeom>
              <a:avLst/>
              <a:gdLst>
                <a:gd name="T0" fmla="*/ 16 w 4"/>
                <a:gd name="T1" fmla="*/ 9 h 6"/>
                <a:gd name="T2" fmla="*/ 16 w 4"/>
                <a:gd name="T3" fmla="*/ 61 h 6"/>
                <a:gd name="T4" fmla="*/ 24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1" name="Freeform 3102">
              <a:extLst>
                <a:ext uri="{FF2B5EF4-FFF2-40B4-BE49-F238E27FC236}">
                  <a16:creationId xmlns:a16="http://schemas.microsoft.com/office/drawing/2014/main" id="{C4F8E27D-4670-4504-B945-10F674EE1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938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8 w 5"/>
                <a:gd name="T3" fmla="*/ 53 h 5"/>
                <a:gd name="T4" fmla="*/ 16 w 5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5" y="2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2" name="Freeform 3103">
              <a:extLst>
                <a:ext uri="{FF2B5EF4-FFF2-40B4-BE49-F238E27FC236}">
                  <a16:creationId xmlns:a16="http://schemas.microsoft.com/office/drawing/2014/main" id="{412464F1-597F-492B-857E-9B86945CA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940"/>
              <a:ext cx="25" cy="20"/>
            </a:xfrm>
            <a:custGeom>
              <a:avLst/>
              <a:gdLst>
                <a:gd name="T0" fmla="*/ 35 w 12"/>
                <a:gd name="T1" fmla="*/ 9 h 9"/>
                <a:gd name="T2" fmla="*/ 44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4" y="1"/>
                  </a:moveTo>
                  <a:cubicBezTo>
                    <a:pt x="0" y="9"/>
                    <a:pt x="12" y="1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3" name="Freeform 3104">
              <a:extLst>
                <a:ext uri="{FF2B5EF4-FFF2-40B4-BE49-F238E27FC236}">
                  <a16:creationId xmlns:a16="http://schemas.microsoft.com/office/drawing/2014/main" id="{D70BCF1D-8281-457F-8AB7-604742D64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894"/>
              <a:ext cx="6" cy="9"/>
            </a:xfrm>
            <a:custGeom>
              <a:avLst/>
              <a:gdLst>
                <a:gd name="T0" fmla="*/ 0 w 3"/>
                <a:gd name="T1" fmla="*/ 11 h 4"/>
                <a:gd name="T2" fmla="*/ 0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3" y="2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4" name="Freeform 3105">
              <a:extLst>
                <a:ext uri="{FF2B5EF4-FFF2-40B4-BE49-F238E27FC236}">
                  <a16:creationId xmlns:a16="http://schemas.microsoft.com/office/drawing/2014/main" id="{BC14F177-32FC-44B1-90A6-A64AB6CBD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855"/>
              <a:ext cx="8" cy="9"/>
            </a:xfrm>
            <a:custGeom>
              <a:avLst/>
              <a:gdLst>
                <a:gd name="T0" fmla="*/ 8 w 4"/>
                <a:gd name="T1" fmla="*/ 0 h 4"/>
                <a:gd name="T2" fmla="*/ 8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5" name="Freeform 3106">
              <a:extLst>
                <a:ext uri="{FF2B5EF4-FFF2-40B4-BE49-F238E27FC236}">
                  <a16:creationId xmlns:a16="http://schemas.microsoft.com/office/drawing/2014/main" id="{CCD30BD1-32A6-4EBE-A223-613890050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881"/>
              <a:ext cx="4" cy="7"/>
            </a:xfrm>
            <a:custGeom>
              <a:avLst/>
              <a:gdLst>
                <a:gd name="T0" fmla="*/ 8 w 2"/>
                <a:gd name="T1" fmla="*/ 0 h 3"/>
                <a:gd name="T2" fmla="*/ 8 w 2"/>
                <a:gd name="T3" fmla="*/ 37 h 3"/>
                <a:gd name="T4" fmla="*/ 16 w 2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1" y="3"/>
                    <a:pt x="2" y="3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6" name="Freeform 3107">
              <a:extLst>
                <a:ext uri="{FF2B5EF4-FFF2-40B4-BE49-F238E27FC236}">
                  <a16:creationId xmlns:a16="http://schemas.microsoft.com/office/drawing/2014/main" id="{8F886F00-710C-4D92-B1DA-200DED909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829"/>
              <a:ext cx="4" cy="6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24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7" name="Freeform 3108">
              <a:extLst>
                <a:ext uri="{FF2B5EF4-FFF2-40B4-BE49-F238E27FC236}">
                  <a16:creationId xmlns:a16="http://schemas.microsoft.com/office/drawing/2014/main" id="{AA104C23-EBE2-4073-B041-2DF07F57D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809"/>
              <a:ext cx="7" cy="6"/>
            </a:xfrm>
            <a:custGeom>
              <a:avLst/>
              <a:gdLst>
                <a:gd name="T0" fmla="*/ 0 w 3"/>
                <a:gd name="T1" fmla="*/ 16 h 3"/>
                <a:gd name="T2" fmla="*/ 0 w 3"/>
                <a:gd name="T3" fmla="*/ 24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3"/>
                    <a:pt x="3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8" name="Freeform 3109">
              <a:extLst>
                <a:ext uri="{FF2B5EF4-FFF2-40B4-BE49-F238E27FC236}">
                  <a16:creationId xmlns:a16="http://schemas.microsoft.com/office/drawing/2014/main" id="{24C72028-F05E-4150-BBF9-7FD7268F8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842"/>
              <a:ext cx="6" cy="8"/>
            </a:xfrm>
            <a:custGeom>
              <a:avLst/>
              <a:gdLst>
                <a:gd name="T0" fmla="*/ 8 w 3"/>
                <a:gd name="T1" fmla="*/ 8 h 4"/>
                <a:gd name="T2" fmla="*/ 8 w 3"/>
                <a:gd name="T3" fmla="*/ 32 h 4"/>
                <a:gd name="T4" fmla="*/ 24 w 3"/>
                <a:gd name="T5" fmla="*/ 0 h 4"/>
                <a:gd name="T6" fmla="*/ 16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29" name="Freeform 3110">
              <a:extLst>
                <a:ext uri="{FF2B5EF4-FFF2-40B4-BE49-F238E27FC236}">
                  <a16:creationId xmlns:a16="http://schemas.microsoft.com/office/drawing/2014/main" id="{EA236B62-243B-47E7-A3FD-C9EE2FCF3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881"/>
              <a:ext cx="6" cy="11"/>
            </a:xfrm>
            <a:custGeom>
              <a:avLst/>
              <a:gdLst>
                <a:gd name="T0" fmla="*/ 8 w 3"/>
                <a:gd name="T1" fmla="*/ 9 h 5"/>
                <a:gd name="T2" fmla="*/ 8 w 3"/>
                <a:gd name="T3" fmla="*/ 53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0" name="Freeform 3111">
              <a:extLst>
                <a:ext uri="{FF2B5EF4-FFF2-40B4-BE49-F238E27FC236}">
                  <a16:creationId xmlns:a16="http://schemas.microsoft.com/office/drawing/2014/main" id="{7741BF15-21F1-4AEA-A6D0-914CFDFBF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796"/>
              <a:ext cx="8" cy="6"/>
            </a:xfrm>
            <a:custGeom>
              <a:avLst/>
              <a:gdLst>
                <a:gd name="T0" fmla="*/ 16 w 4"/>
                <a:gd name="T1" fmla="*/ 0 h 3"/>
                <a:gd name="T2" fmla="*/ 0 w 4"/>
                <a:gd name="T3" fmla="*/ 24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1" name="Freeform 3112">
              <a:extLst>
                <a:ext uri="{FF2B5EF4-FFF2-40B4-BE49-F238E27FC236}">
                  <a16:creationId xmlns:a16="http://schemas.microsoft.com/office/drawing/2014/main" id="{AF3F0115-4252-4917-8B89-C81CD075F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754"/>
              <a:ext cx="7" cy="9"/>
            </a:xfrm>
            <a:custGeom>
              <a:avLst/>
              <a:gdLst>
                <a:gd name="T0" fmla="*/ 12 w 3"/>
                <a:gd name="T1" fmla="*/ 11 h 4"/>
                <a:gd name="T2" fmla="*/ 0 w 3"/>
                <a:gd name="T3" fmla="*/ 45 h 4"/>
                <a:gd name="T4" fmla="*/ 37 w 3"/>
                <a:gd name="T5" fmla="*/ 11 h 4"/>
                <a:gd name="T6" fmla="*/ 12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4"/>
                    <a:pt x="2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2" name="Freeform 3113">
              <a:extLst>
                <a:ext uri="{FF2B5EF4-FFF2-40B4-BE49-F238E27FC236}">
                  <a16:creationId xmlns:a16="http://schemas.microsoft.com/office/drawing/2014/main" id="{6BB3B86C-244F-4353-B402-D5EFBC823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765"/>
              <a:ext cx="6" cy="7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37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3" name="Freeform 3114">
              <a:extLst>
                <a:ext uri="{FF2B5EF4-FFF2-40B4-BE49-F238E27FC236}">
                  <a16:creationId xmlns:a16="http://schemas.microsoft.com/office/drawing/2014/main" id="{8B1428AE-DCFA-4DE8-A2C7-77B0A17EC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728"/>
              <a:ext cx="11" cy="11"/>
            </a:xfrm>
            <a:custGeom>
              <a:avLst/>
              <a:gdLst>
                <a:gd name="T0" fmla="*/ 20 w 5"/>
                <a:gd name="T1" fmla="*/ 0 h 5"/>
                <a:gd name="T2" fmla="*/ 20 w 5"/>
                <a:gd name="T3" fmla="*/ 53 h 5"/>
                <a:gd name="T4" fmla="*/ 53 w 5"/>
                <a:gd name="T5" fmla="*/ 20 h 5"/>
                <a:gd name="T6" fmla="*/ 33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4" y="5"/>
                    <a:pt x="5" y="3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4" name="Freeform 3115">
              <a:extLst>
                <a:ext uri="{FF2B5EF4-FFF2-40B4-BE49-F238E27FC236}">
                  <a16:creationId xmlns:a16="http://schemas.microsoft.com/office/drawing/2014/main" id="{FAEB8332-4E1F-44C6-82D4-C27105F22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761"/>
              <a:ext cx="10" cy="11"/>
            </a:xfrm>
            <a:custGeom>
              <a:avLst/>
              <a:gdLst>
                <a:gd name="T0" fmla="*/ 24 w 5"/>
                <a:gd name="T1" fmla="*/ 9 h 5"/>
                <a:gd name="T2" fmla="*/ 8 w 5"/>
                <a:gd name="T3" fmla="*/ 53 h 5"/>
                <a:gd name="T4" fmla="*/ 24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4" y="5"/>
                    <a:pt x="5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5" name="Freeform 3116">
              <a:extLst>
                <a:ext uri="{FF2B5EF4-FFF2-40B4-BE49-F238E27FC236}">
                  <a16:creationId xmlns:a16="http://schemas.microsoft.com/office/drawing/2014/main" id="{47A70978-C0F6-4B54-973F-D853D2574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721"/>
              <a:ext cx="11" cy="11"/>
            </a:xfrm>
            <a:custGeom>
              <a:avLst/>
              <a:gdLst>
                <a:gd name="T0" fmla="*/ 20 w 5"/>
                <a:gd name="T1" fmla="*/ 0 h 5"/>
                <a:gd name="T2" fmla="*/ 0 w 5"/>
                <a:gd name="T3" fmla="*/ 53 h 5"/>
                <a:gd name="T4" fmla="*/ 20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3" y="5"/>
                    <a:pt x="5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6" name="Freeform 3117">
              <a:extLst>
                <a:ext uri="{FF2B5EF4-FFF2-40B4-BE49-F238E27FC236}">
                  <a16:creationId xmlns:a16="http://schemas.microsoft.com/office/drawing/2014/main" id="{93FD1AB1-3822-4F98-8B43-18CF55492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686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8 w 5"/>
                <a:gd name="T3" fmla="*/ 45 h 4"/>
                <a:gd name="T4" fmla="*/ 2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7" name="Freeform 3118">
              <a:extLst>
                <a:ext uri="{FF2B5EF4-FFF2-40B4-BE49-F238E27FC236}">
                  <a16:creationId xmlns:a16="http://schemas.microsoft.com/office/drawing/2014/main" id="{CFEDA7DA-79C5-4FBF-BBD7-A3A1068D0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658"/>
              <a:ext cx="6" cy="9"/>
            </a:xfrm>
            <a:custGeom>
              <a:avLst/>
              <a:gdLst>
                <a:gd name="T0" fmla="*/ 8 w 3"/>
                <a:gd name="T1" fmla="*/ 0 h 4"/>
                <a:gd name="T2" fmla="*/ 0 w 3"/>
                <a:gd name="T3" fmla="*/ 36 h 4"/>
                <a:gd name="T4" fmla="*/ 16 w 3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3" y="3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8" name="Freeform 3119">
              <a:extLst>
                <a:ext uri="{FF2B5EF4-FFF2-40B4-BE49-F238E27FC236}">
                  <a16:creationId xmlns:a16="http://schemas.microsoft.com/office/drawing/2014/main" id="{B188DBE6-3351-42FA-8140-7C829F5DB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656"/>
              <a:ext cx="6" cy="6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24 h 3"/>
                <a:gd name="T4" fmla="*/ 24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39" name="Freeform 3120">
              <a:extLst>
                <a:ext uri="{FF2B5EF4-FFF2-40B4-BE49-F238E27FC236}">
                  <a16:creationId xmlns:a16="http://schemas.microsoft.com/office/drawing/2014/main" id="{788B6B9F-DA1C-466A-A2AC-60C6ECC3F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625"/>
              <a:ext cx="10" cy="11"/>
            </a:xfrm>
            <a:custGeom>
              <a:avLst/>
              <a:gdLst>
                <a:gd name="T0" fmla="*/ 8 w 5"/>
                <a:gd name="T1" fmla="*/ 9 h 5"/>
                <a:gd name="T2" fmla="*/ 32 w 5"/>
                <a:gd name="T3" fmla="*/ 33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3"/>
                    <a:pt x="2" y="5"/>
                    <a:pt x="4" y="3"/>
                  </a:cubicBezTo>
                  <a:cubicBezTo>
                    <a:pt x="5" y="1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0" name="Freeform 3121">
              <a:extLst>
                <a:ext uri="{FF2B5EF4-FFF2-40B4-BE49-F238E27FC236}">
                  <a16:creationId xmlns:a16="http://schemas.microsoft.com/office/drawing/2014/main" id="{84D2BDB9-91C5-4E2B-9C7C-09505FE0F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608"/>
              <a:ext cx="12" cy="11"/>
            </a:xfrm>
            <a:custGeom>
              <a:avLst/>
              <a:gdLst>
                <a:gd name="T0" fmla="*/ 32 w 6"/>
                <a:gd name="T1" fmla="*/ 0 h 5"/>
                <a:gd name="T2" fmla="*/ 48 w 6"/>
                <a:gd name="T3" fmla="*/ 9 h 5"/>
                <a:gd name="T4" fmla="*/ 32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0" y="2"/>
                    <a:pt x="4" y="5"/>
                    <a:pt x="6" y="1"/>
                  </a:cubicBezTo>
                  <a:cubicBezTo>
                    <a:pt x="5" y="0"/>
                    <a:pt x="5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1" name="Freeform 3122">
              <a:extLst>
                <a:ext uri="{FF2B5EF4-FFF2-40B4-BE49-F238E27FC236}">
                  <a16:creationId xmlns:a16="http://schemas.microsoft.com/office/drawing/2014/main" id="{E4F6B663-6B7F-48CB-B456-9435A4861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588"/>
              <a:ext cx="14" cy="18"/>
            </a:xfrm>
            <a:custGeom>
              <a:avLst/>
              <a:gdLst>
                <a:gd name="T0" fmla="*/ 48 w 7"/>
                <a:gd name="T1" fmla="*/ 0 h 8"/>
                <a:gd name="T2" fmla="*/ 56 w 7"/>
                <a:gd name="T3" fmla="*/ 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0" y="0"/>
                    <a:pt x="5" y="8"/>
                    <a:pt x="7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2" name="Freeform 3123">
              <a:extLst>
                <a:ext uri="{FF2B5EF4-FFF2-40B4-BE49-F238E27FC236}">
                  <a16:creationId xmlns:a16="http://schemas.microsoft.com/office/drawing/2014/main" id="{B2B1244A-690E-404B-A0A5-1C6FE80F7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575"/>
              <a:ext cx="4" cy="4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8 h 2"/>
                <a:gd name="T4" fmla="*/ 16 w 2"/>
                <a:gd name="T5" fmla="*/ 8 h 2"/>
                <a:gd name="T6" fmla="*/ 8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3" name="Freeform 3124">
              <a:extLst>
                <a:ext uri="{FF2B5EF4-FFF2-40B4-BE49-F238E27FC236}">
                  <a16:creationId xmlns:a16="http://schemas.microsoft.com/office/drawing/2014/main" id="{2CDB7F84-38D4-465D-A945-7D3747D87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590"/>
              <a:ext cx="21" cy="16"/>
            </a:xfrm>
            <a:custGeom>
              <a:avLst/>
              <a:gdLst>
                <a:gd name="T0" fmla="*/ 17 w 10"/>
                <a:gd name="T1" fmla="*/ 0 h 7"/>
                <a:gd name="T2" fmla="*/ 27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0" y="7"/>
                    <a:pt x="10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4" name="Freeform 3125">
              <a:extLst>
                <a:ext uri="{FF2B5EF4-FFF2-40B4-BE49-F238E27FC236}">
                  <a16:creationId xmlns:a16="http://schemas.microsoft.com/office/drawing/2014/main" id="{4DC76794-0D5E-466B-927E-1104106CB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4"/>
              <a:ext cx="16" cy="13"/>
            </a:xfrm>
            <a:custGeom>
              <a:avLst/>
              <a:gdLst>
                <a:gd name="T0" fmla="*/ 24 w 8"/>
                <a:gd name="T1" fmla="*/ 9 h 6"/>
                <a:gd name="T2" fmla="*/ 4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3" y="1"/>
                  </a:moveTo>
                  <a:cubicBezTo>
                    <a:pt x="0" y="6"/>
                    <a:pt x="8" y="5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5" name="Freeform 3126">
              <a:extLst>
                <a:ext uri="{FF2B5EF4-FFF2-40B4-BE49-F238E27FC236}">
                  <a16:creationId xmlns:a16="http://schemas.microsoft.com/office/drawing/2014/main" id="{5FC3203C-43A8-4751-86CF-49CC8D11C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597"/>
              <a:ext cx="10" cy="6"/>
            </a:xfrm>
            <a:custGeom>
              <a:avLst/>
              <a:gdLst>
                <a:gd name="T0" fmla="*/ 16 w 5"/>
                <a:gd name="T1" fmla="*/ 0 h 3"/>
                <a:gd name="T2" fmla="*/ 8 w 5"/>
                <a:gd name="T3" fmla="*/ 24 h 3"/>
                <a:gd name="T4" fmla="*/ 2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6" name="Freeform 3127">
              <a:extLst>
                <a:ext uri="{FF2B5EF4-FFF2-40B4-BE49-F238E27FC236}">
                  <a16:creationId xmlns:a16="http://schemas.microsoft.com/office/drawing/2014/main" id="{3691E624-6FAA-48F4-9EBB-E2C4C6446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573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4 h 3"/>
                <a:gd name="T4" fmla="*/ 16 w 2"/>
                <a:gd name="T5" fmla="*/ 8 h 3"/>
                <a:gd name="T6" fmla="*/ 8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7" name="Freeform 3128">
              <a:extLst>
                <a:ext uri="{FF2B5EF4-FFF2-40B4-BE49-F238E27FC236}">
                  <a16:creationId xmlns:a16="http://schemas.microsoft.com/office/drawing/2014/main" id="{F063C9F5-C4DE-45D1-BE52-7247A6C90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627"/>
              <a:ext cx="8" cy="9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2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4"/>
                    <a:pt x="4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8" name="Freeform 3129">
              <a:extLst>
                <a:ext uri="{FF2B5EF4-FFF2-40B4-BE49-F238E27FC236}">
                  <a16:creationId xmlns:a16="http://schemas.microsoft.com/office/drawing/2014/main" id="{20D080D5-D5BC-4F80-A503-CC9E792C6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5"/>
              <a:ext cx="8" cy="10"/>
            </a:xfrm>
            <a:custGeom>
              <a:avLst/>
              <a:gdLst>
                <a:gd name="T0" fmla="*/ 8 w 4"/>
                <a:gd name="T1" fmla="*/ 8 h 5"/>
                <a:gd name="T2" fmla="*/ 8 w 4"/>
                <a:gd name="T3" fmla="*/ 40 h 5"/>
                <a:gd name="T4" fmla="*/ 8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4"/>
                    <a:pt x="4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49" name="Freeform 3130">
              <a:extLst>
                <a:ext uri="{FF2B5EF4-FFF2-40B4-BE49-F238E27FC236}">
                  <a16:creationId xmlns:a16="http://schemas.microsoft.com/office/drawing/2014/main" id="{B73846DC-80AF-4020-BAE9-7B6532B54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704"/>
              <a:ext cx="8" cy="6"/>
            </a:xfrm>
            <a:custGeom>
              <a:avLst/>
              <a:gdLst>
                <a:gd name="T0" fmla="*/ 16 w 4"/>
                <a:gd name="T1" fmla="*/ 0 h 3"/>
                <a:gd name="T2" fmla="*/ 0 w 4"/>
                <a:gd name="T3" fmla="*/ 24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2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0" name="Freeform 3131">
              <a:extLst>
                <a:ext uri="{FF2B5EF4-FFF2-40B4-BE49-F238E27FC236}">
                  <a16:creationId xmlns:a16="http://schemas.microsoft.com/office/drawing/2014/main" id="{3D7ECAAF-115D-4DBE-87CA-7C63DF098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93"/>
              <a:ext cx="6" cy="4"/>
            </a:xfrm>
            <a:custGeom>
              <a:avLst/>
              <a:gdLst>
                <a:gd name="T0" fmla="*/ 0 w 3"/>
                <a:gd name="T1" fmla="*/ 8 h 2"/>
                <a:gd name="T2" fmla="*/ 0 w 3"/>
                <a:gd name="T3" fmla="*/ 16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1" name="Freeform 3132">
              <a:extLst>
                <a:ext uri="{FF2B5EF4-FFF2-40B4-BE49-F238E27FC236}">
                  <a16:creationId xmlns:a16="http://schemas.microsoft.com/office/drawing/2014/main" id="{D8EDEE5B-EFC5-423E-B6EB-6CC9B5477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553"/>
              <a:ext cx="16" cy="13"/>
            </a:xfrm>
            <a:custGeom>
              <a:avLst/>
              <a:gdLst>
                <a:gd name="T0" fmla="*/ 24 w 8"/>
                <a:gd name="T1" fmla="*/ 0 h 6"/>
                <a:gd name="T2" fmla="*/ 8 w 8"/>
                <a:gd name="T3" fmla="*/ 9 h 6"/>
                <a:gd name="T4" fmla="*/ 32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6"/>
                    <a:pt x="8" y="4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2" name="Freeform 3133">
              <a:extLst>
                <a:ext uri="{FF2B5EF4-FFF2-40B4-BE49-F238E27FC236}">
                  <a16:creationId xmlns:a16="http://schemas.microsoft.com/office/drawing/2014/main" id="{61F797EE-74E3-4810-95D6-CA1F7CB8A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1525"/>
              <a:ext cx="9" cy="6"/>
            </a:xfrm>
            <a:custGeom>
              <a:avLst/>
              <a:gdLst>
                <a:gd name="T0" fmla="*/ 25 w 4"/>
                <a:gd name="T1" fmla="*/ 0 h 3"/>
                <a:gd name="T2" fmla="*/ 11 w 4"/>
                <a:gd name="T3" fmla="*/ 24 h 3"/>
                <a:gd name="T4" fmla="*/ 45 w 4"/>
                <a:gd name="T5" fmla="*/ 8 h 3"/>
                <a:gd name="T6" fmla="*/ 25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3" name="Freeform 3134">
              <a:extLst>
                <a:ext uri="{FF2B5EF4-FFF2-40B4-BE49-F238E27FC236}">
                  <a16:creationId xmlns:a16="http://schemas.microsoft.com/office/drawing/2014/main" id="{383A5987-0C47-49E0-9901-6FD3E41B5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1544"/>
              <a:ext cx="13" cy="11"/>
            </a:xfrm>
            <a:custGeom>
              <a:avLst/>
              <a:gdLst>
                <a:gd name="T0" fmla="*/ 43 w 6"/>
                <a:gd name="T1" fmla="*/ 9 h 5"/>
                <a:gd name="T2" fmla="*/ 33 w 6"/>
                <a:gd name="T3" fmla="*/ 53 h 5"/>
                <a:gd name="T4" fmla="*/ 52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1"/>
                  </a:moveTo>
                  <a:cubicBezTo>
                    <a:pt x="1" y="0"/>
                    <a:pt x="0" y="4"/>
                    <a:pt x="3" y="5"/>
                  </a:cubicBezTo>
                  <a:cubicBezTo>
                    <a:pt x="5" y="5"/>
                    <a:pt x="6" y="3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4" name="Freeform 3135">
              <a:extLst>
                <a:ext uri="{FF2B5EF4-FFF2-40B4-BE49-F238E27FC236}">
                  <a16:creationId xmlns:a16="http://schemas.microsoft.com/office/drawing/2014/main" id="{AEAFC16E-73C8-4F3A-898E-23A8ADED9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538"/>
              <a:ext cx="11" cy="8"/>
            </a:xfrm>
            <a:custGeom>
              <a:avLst/>
              <a:gdLst>
                <a:gd name="T0" fmla="*/ 20 w 5"/>
                <a:gd name="T1" fmla="*/ 0 h 4"/>
                <a:gd name="T2" fmla="*/ 0 w 5"/>
                <a:gd name="T3" fmla="*/ 8 h 4"/>
                <a:gd name="T4" fmla="*/ 53 w 5"/>
                <a:gd name="T5" fmla="*/ 8 h 4"/>
                <a:gd name="T6" fmla="*/ 33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4"/>
                    <a:pt x="4" y="3"/>
                    <a:pt x="5" y="1"/>
                  </a:cubicBezTo>
                  <a:cubicBezTo>
                    <a:pt x="4" y="0"/>
                    <a:pt x="4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5" name="Freeform 3136">
              <a:extLst>
                <a:ext uri="{FF2B5EF4-FFF2-40B4-BE49-F238E27FC236}">
                  <a16:creationId xmlns:a16="http://schemas.microsoft.com/office/drawing/2014/main" id="{4E22E627-5AEE-4B04-8A97-542A6E222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560"/>
              <a:ext cx="7" cy="6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16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6" name="Freeform 3137">
              <a:extLst>
                <a:ext uri="{FF2B5EF4-FFF2-40B4-BE49-F238E27FC236}">
                  <a16:creationId xmlns:a16="http://schemas.microsoft.com/office/drawing/2014/main" id="{7A1524F2-4ECC-4FAF-A9F7-739C71BFB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566"/>
              <a:ext cx="4" cy="7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8 h 3"/>
                <a:gd name="T4" fmla="*/ 16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7" name="Freeform 3138">
              <a:extLst>
                <a:ext uri="{FF2B5EF4-FFF2-40B4-BE49-F238E27FC236}">
                  <a16:creationId xmlns:a16="http://schemas.microsoft.com/office/drawing/2014/main" id="{37BA568F-55C1-4B9B-A54D-4034F267A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525"/>
              <a:ext cx="15" cy="13"/>
            </a:xfrm>
            <a:custGeom>
              <a:avLst/>
              <a:gdLst>
                <a:gd name="T0" fmla="*/ 60 w 7"/>
                <a:gd name="T1" fmla="*/ 9 h 6"/>
                <a:gd name="T2" fmla="*/ 28 w 7"/>
                <a:gd name="T3" fmla="*/ 52 h 6"/>
                <a:gd name="T4" fmla="*/ 60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6" y="1"/>
                  </a:moveTo>
                  <a:cubicBezTo>
                    <a:pt x="3" y="0"/>
                    <a:pt x="0" y="3"/>
                    <a:pt x="3" y="5"/>
                  </a:cubicBezTo>
                  <a:cubicBezTo>
                    <a:pt x="5" y="6"/>
                    <a:pt x="7" y="4"/>
                    <a:pt x="6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8" name="Freeform 3139">
              <a:extLst>
                <a:ext uri="{FF2B5EF4-FFF2-40B4-BE49-F238E27FC236}">
                  <a16:creationId xmlns:a16="http://schemas.microsoft.com/office/drawing/2014/main" id="{0A9EF4F0-F896-4115-B5D0-6D1332D62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509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8 w 1"/>
                <a:gd name="T5" fmla="*/ 20 h 2"/>
                <a:gd name="T6" fmla="*/ 8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59" name="Freeform 3140">
              <a:extLst>
                <a:ext uri="{FF2B5EF4-FFF2-40B4-BE49-F238E27FC236}">
                  <a16:creationId xmlns:a16="http://schemas.microsoft.com/office/drawing/2014/main" id="{7DA89534-9A98-46A5-82BC-0ACBCE3EA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549"/>
              <a:ext cx="10" cy="11"/>
            </a:xfrm>
            <a:custGeom>
              <a:avLst/>
              <a:gdLst>
                <a:gd name="T0" fmla="*/ 24 w 5"/>
                <a:gd name="T1" fmla="*/ 9 h 5"/>
                <a:gd name="T2" fmla="*/ 16 w 5"/>
                <a:gd name="T3" fmla="*/ 0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3"/>
                    <a:pt x="5" y="5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0" name="Freeform 3141">
              <a:extLst>
                <a:ext uri="{FF2B5EF4-FFF2-40B4-BE49-F238E27FC236}">
                  <a16:creationId xmlns:a16="http://schemas.microsoft.com/office/drawing/2014/main" id="{9A931E3F-2E74-4B71-AAA8-B4B82653D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529"/>
              <a:ext cx="6" cy="11"/>
            </a:xfrm>
            <a:custGeom>
              <a:avLst/>
              <a:gdLst>
                <a:gd name="T0" fmla="*/ 16 w 3"/>
                <a:gd name="T1" fmla="*/ 0 h 5"/>
                <a:gd name="T2" fmla="*/ 0 w 3"/>
                <a:gd name="T3" fmla="*/ 44 h 5"/>
                <a:gd name="T4" fmla="*/ 24 w 3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3" y="4"/>
                    <a:pt x="3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1" name="Freeform 3142">
              <a:extLst>
                <a:ext uri="{FF2B5EF4-FFF2-40B4-BE49-F238E27FC236}">
                  <a16:creationId xmlns:a16="http://schemas.microsoft.com/office/drawing/2014/main" id="{1F9D8962-6CDC-4D7B-9FE0-78269E0E6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512"/>
              <a:ext cx="6" cy="6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16 h 3"/>
                <a:gd name="T4" fmla="*/ 16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3" y="3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2" name="Freeform 3143">
              <a:extLst>
                <a:ext uri="{FF2B5EF4-FFF2-40B4-BE49-F238E27FC236}">
                  <a16:creationId xmlns:a16="http://schemas.microsoft.com/office/drawing/2014/main" id="{DFBEB559-FE59-49F8-88EB-EBAC15EED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536"/>
              <a:ext cx="10" cy="10"/>
            </a:xfrm>
            <a:custGeom>
              <a:avLst/>
              <a:gdLst>
                <a:gd name="T0" fmla="*/ 8 w 5"/>
                <a:gd name="T1" fmla="*/ 24 h 5"/>
                <a:gd name="T2" fmla="*/ 0 w 5"/>
                <a:gd name="T3" fmla="*/ 32 h 5"/>
                <a:gd name="T4" fmla="*/ 40 w 5"/>
                <a:gd name="T5" fmla="*/ 16 h 5"/>
                <a:gd name="T6" fmla="*/ 8 w 5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5"/>
                    <a:pt x="4" y="4"/>
                    <a:pt x="5" y="2"/>
                  </a:cubicBezTo>
                  <a:cubicBezTo>
                    <a:pt x="4" y="0"/>
                    <a:pt x="3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3" name="Freeform 3144">
              <a:extLst>
                <a:ext uri="{FF2B5EF4-FFF2-40B4-BE49-F238E27FC236}">
                  <a16:creationId xmlns:a16="http://schemas.microsoft.com/office/drawing/2014/main" id="{1071E282-145F-4073-9629-3F8D9F633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527"/>
              <a:ext cx="4" cy="6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16 h 3"/>
                <a:gd name="T4" fmla="*/ 16 w 2"/>
                <a:gd name="T5" fmla="*/ 16 h 3"/>
                <a:gd name="T6" fmla="*/ 8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4" name="Freeform 3145">
              <a:extLst>
                <a:ext uri="{FF2B5EF4-FFF2-40B4-BE49-F238E27FC236}">
                  <a16:creationId xmlns:a16="http://schemas.microsoft.com/office/drawing/2014/main" id="{B40DAB4D-B988-42D0-B203-4473A827B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553"/>
              <a:ext cx="14" cy="11"/>
            </a:xfrm>
            <a:custGeom>
              <a:avLst/>
              <a:gdLst>
                <a:gd name="T0" fmla="*/ 40 w 7"/>
                <a:gd name="T1" fmla="*/ 9 h 5"/>
                <a:gd name="T2" fmla="*/ 24 w 7"/>
                <a:gd name="T3" fmla="*/ 44 h 5"/>
                <a:gd name="T4" fmla="*/ 56 w 7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4" y="0"/>
                    <a:pt x="0" y="2"/>
                    <a:pt x="3" y="4"/>
                  </a:cubicBezTo>
                  <a:cubicBezTo>
                    <a:pt x="5" y="5"/>
                    <a:pt x="7" y="3"/>
                    <a:pt x="7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5" name="Freeform 3146">
              <a:extLst>
                <a:ext uri="{FF2B5EF4-FFF2-40B4-BE49-F238E27FC236}">
                  <a16:creationId xmlns:a16="http://schemas.microsoft.com/office/drawing/2014/main" id="{A3EE16B9-BE7D-44B3-87BD-2B3FD3EFF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1586"/>
              <a:ext cx="8" cy="11"/>
            </a:xfrm>
            <a:custGeom>
              <a:avLst/>
              <a:gdLst>
                <a:gd name="T0" fmla="*/ 8 w 4"/>
                <a:gd name="T1" fmla="*/ 9 h 5"/>
                <a:gd name="T2" fmla="*/ 0 w 4"/>
                <a:gd name="T3" fmla="*/ 20 h 5"/>
                <a:gd name="T4" fmla="*/ 32 w 4"/>
                <a:gd name="T5" fmla="*/ 9 h 5"/>
                <a:gd name="T6" fmla="*/ 16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5"/>
                    <a:pt x="3" y="4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6" name="Freeform 3147">
              <a:extLst>
                <a:ext uri="{FF2B5EF4-FFF2-40B4-BE49-F238E27FC236}">
                  <a16:creationId xmlns:a16="http://schemas.microsoft.com/office/drawing/2014/main" id="{805633D8-F18B-49B1-BCD9-FD8DAF1DD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575"/>
              <a:ext cx="9" cy="6"/>
            </a:xfrm>
            <a:custGeom>
              <a:avLst/>
              <a:gdLst>
                <a:gd name="T0" fmla="*/ 0 w 4"/>
                <a:gd name="T1" fmla="*/ 0 h 3"/>
                <a:gd name="T2" fmla="*/ 11 w 4"/>
                <a:gd name="T3" fmla="*/ 24 h 3"/>
                <a:gd name="T4" fmla="*/ 2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7" name="Freeform 3148">
              <a:extLst>
                <a:ext uri="{FF2B5EF4-FFF2-40B4-BE49-F238E27FC236}">
                  <a16:creationId xmlns:a16="http://schemas.microsoft.com/office/drawing/2014/main" id="{B02E80A5-E692-4E15-A9B1-6171BC718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601"/>
              <a:ext cx="35" cy="18"/>
            </a:xfrm>
            <a:custGeom>
              <a:avLst/>
              <a:gdLst>
                <a:gd name="T0" fmla="*/ 68 w 17"/>
                <a:gd name="T1" fmla="*/ 0 h 8"/>
                <a:gd name="T2" fmla="*/ 89 w 17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8" y="0"/>
                  </a:moveTo>
                  <a:cubicBezTo>
                    <a:pt x="0" y="8"/>
                    <a:pt x="17" y="6"/>
                    <a:pt x="1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8" name="Freeform 3149">
              <a:extLst>
                <a:ext uri="{FF2B5EF4-FFF2-40B4-BE49-F238E27FC236}">
                  <a16:creationId xmlns:a16="http://schemas.microsoft.com/office/drawing/2014/main" id="{4BD127B9-3708-40F5-8742-4188AA656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590"/>
              <a:ext cx="6" cy="11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53 h 5"/>
                <a:gd name="T4" fmla="*/ 24 w 3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2" y="5"/>
                    <a:pt x="2" y="4"/>
                    <a:pt x="3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69" name="Freeform 3150">
              <a:extLst>
                <a:ext uri="{FF2B5EF4-FFF2-40B4-BE49-F238E27FC236}">
                  <a16:creationId xmlns:a16="http://schemas.microsoft.com/office/drawing/2014/main" id="{4DA85A9D-7DBD-4C0C-A990-73AA5EAD2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560"/>
              <a:ext cx="8" cy="6"/>
            </a:xfrm>
            <a:custGeom>
              <a:avLst/>
              <a:gdLst>
                <a:gd name="T0" fmla="*/ 8 w 4"/>
                <a:gd name="T1" fmla="*/ 8 h 3"/>
                <a:gd name="T2" fmla="*/ 8 w 4"/>
                <a:gd name="T3" fmla="*/ 24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4" y="2"/>
                    <a:pt x="3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0" name="Freeform 3151">
              <a:extLst>
                <a:ext uri="{FF2B5EF4-FFF2-40B4-BE49-F238E27FC236}">
                  <a16:creationId xmlns:a16="http://schemas.microsoft.com/office/drawing/2014/main" id="{CFC98AC7-C860-4A6F-8F6C-DEE162A2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575"/>
              <a:ext cx="6" cy="4"/>
            </a:xfrm>
            <a:custGeom>
              <a:avLst/>
              <a:gdLst>
                <a:gd name="T0" fmla="*/ 8 w 3"/>
                <a:gd name="T1" fmla="*/ 0 h 2"/>
                <a:gd name="T2" fmla="*/ 0 w 3"/>
                <a:gd name="T3" fmla="*/ 16 h 2"/>
                <a:gd name="T4" fmla="*/ 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2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1" name="Freeform 3152">
              <a:extLst>
                <a:ext uri="{FF2B5EF4-FFF2-40B4-BE49-F238E27FC236}">
                  <a16:creationId xmlns:a16="http://schemas.microsoft.com/office/drawing/2014/main" id="{18A2AEE4-C568-4E17-AB8A-74922AF28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546"/>
              <a:ext cx="12" cy="9"/>
            </a:xfrm>
            <a:custGeom>
              <a:avLst/>
              <a:gdLst>
                <a:gd name="T0" fmla="*/ 16 w 6"/>
                <a:gd name="T1" fmla="*/ 0 h 4"/>
                <a:gd name="T2" fmla="*/ 32 w 6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0" y="4"/>
                    <a:pt x="6" y="4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2" name="Freeform 3153">
              <a:extLst>
                <a:ext uri="{FF2B5EF4-FFF2-40B4-BE49-F238E27FC236}">
                  <a16:creationId xmlns:a16="http://schemas.microsoft.com/office/drawing/2014/main" id="{D669ED56-2E40-4D18-B2B2-3D3E2F2CB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540"/>
              <a:ext cx="25" cy="13"/>
            </a:xfrm>
            <a:custGeom>
              <a:avLst/>
              <a:gdLst>
                <a:gd name="T0" fmla="*/ 65 w 12"/>
                <a:gd name="T1" fmla="*/ 0 h 6"/>
                <a:gd name="T2" fmla="*/ 73 w 12"/>
                <a:gd name="T3" fmla="*/ 2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7" y="0"/>
                  </a:moveTo>
                  <a:cubicBezTo>
                    <a:pt x="0" y="6"/>
                    <a:pt x="12" y="5"/>
                    <a:pt x="8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3" name="Freeform 3154">
              <a:extLst>
                <a:ext uri="{FF2B5EF4-FFF2-40B4-BE49-F238E27FC236}">
                  <a16:creationId xmlns:a16="http://schemas.microsoft.com/office/drawing/2014/main" id="{5FE1CB2D-2E5D-4C1F-B91E-AC771ADC1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527"/>
              <a:ext cx="8" cy="6"/>
            </a:xfrm>
            <a:custGeom>
              <a:avLst/>
              <a:gdLst>
                <a:gd name="T0" fmla="*/ 16 w 4"/>
                <a:gd name="T1" fmla="*/ 8 h 3"/>
                <a:gd name="T2" fmla="*/ 0 w 4"/>
                <a:gd name="T3" fmla="*/ 16 h 3"/>
                <a:gd name="T4" fmla="*/ 32 w 4"/>
                <a:gd name="T5" fmla="*/ 0 h 3"/>
                <a:gd name="T6" fmla="*/ 16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2"/>
                    <a:pt x="0" y="1"/>
                    <a:pt x="0" y="2"/>
                  </a:cubicBezTo>
                  <a:cubicBezTo>
                    <a:pt x="2" y="3"/>
                    <a:pt x="3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4" name="Freeform 3155">
              <a:extLst>
                <a:ext uri="{FF2B5EF4-FFF2-40B4-BE49-F238E27FC236}">
                  <a16:creationId xmlns:a16="http://schemas.microsoft.com/office/drawing/2014/main" id="{1AF1B82F-A680-4FA6-BD9D-7C3616039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509"/>
              <a:ext cx="19" cy="9"/>
            </a:xfrm>
            <a:custGeom>
              <a:avLst/>
              <a:gdLst>
                <a:gd name="T0" fmla="*/ 36 w 9"/>
                <a:gd name="T1" fmla="*/ 0 h 4"/>
                <a:gd name="T2" fmla="*/ 57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4" y="0"/>
                  </a:moveTo>
                  <a:cubicBezTo>
                    <a:pt x="0" y="4"/>
                    <a:pt x="9" y="4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5" name="Freeform 3156">
              <a:extLst>
                <a:ext uri="{FF2B5EF4-FFF2-40B4-BE49-F238E27FC236}">
                  <a16:creationId xmlns:a16="http://schemas.microsoft.com/office/drawing/2014/main" id="{5662508E-379F-46FD-89A9-C82F6E119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1562"/>
              <a:ext cx="9" cy="6"/>
            </a:xfrm>
            <a:custGeom>
              <a:avLst/>
              <a:gdLst>
                <a:gd name="T0" fmla="*/ 0 w 4"/>
                <a:gd name="T1" fmla="*/ 16 h 3"/>
                <a:gd name="T2" fmla="*/ 11 w 4"/>
                <a:gd name="T3" fmla="*/ 24 h 3"/>
                <a:gd name="T4" fmla="*/ 45 w 4"/>
                <a:gd name="T5" fmla="*/ 8 h 3"/>
                <a:gd name="T6" fmla="*/ 25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6" name="Freeform 3157">
              <a:extLst>
                <a:ext uri="{FF2B5EF4-FFF2-40B4-BE49-F238E27FC236}">
                  <a16:creationId xmlns:a16="http://schemas.microsoft.com/office/drawing/2014/main" id="{5F2D8ED8-1F44-4470-BA8A-E193512E1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625"/>
              <a:ext cx="12" cy="7"/>
            </a:xfrm>
            <a:custGeom>
              <a:avLst/>
              <a:gdLst>
                <a:gd name="T0" fmla="*/ 16 w 6"/>
                <a:gd name="T1" fmla="*/ 0 h 3"/>
                <a:gd name="T2" fmla="*/ 0 w 6"/>
                <a:gd name="T3" fmla="*/ 28 h 3"/>
                <a:gd name="T4" fmla="*/ 24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3" y="3"/>
                    <a:pt x="6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7" name="Freeform 3158">
              <a:extLst>
                <a:ext uri="{FF2B5EF4-FFF2-40B4-BE49-F238E27FC236}">
                  <a16:creationId xmlns:a16="http://schemas.microsoft.com/office/drawing/2014/main" id="{2D49D969-EE32-4F96-9818-FCB7B3E73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621"/>
              <a:ext cx="13" cy="11"/>
            </a:xfrm>
            <a:custGeom>
              <a:avLst/>
              <a:gdLst>
                <a:gd name="T0" fmla="*/ 33 w 6"/>
                <a:gd name="T1" fmla="*/ 0 h 5"/>
                <a:gd name="T2" fmla="*/ 61 w 6"/>
                <a:gd name="T3" fmla="*/ 33 h 5"/>
                <a:gd name="T4" fmla="*/ 52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2"/>
                    <a:pt x="3" y="5"/>
                    <a:pt x="6" y="3"/>
                  </a:cubicBezTo>
                  <a:cubicBezTo>
                    <a:pt x="5" y="2"/>
                    <a:pt x="5" y="1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8" name="Freeform 3159">
              <a:extLst>
                <a:ext uri="{FF2B5EF4-FFF2-40B4-BE49-F238E27FC236}">
                  <a16:creationId xmlns:a16="http://schemas.microsoft.com/office/drawing/2014/main" id="{0C56A97C-787F-47C7-8D42-794494A73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597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40 w 5"/>
                <a:gd name="T3" fmla="*/ 36 h 4"/>
                <a:gd name="T4" fmla="*/ 40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2" y="4"/>
                    <a:pt x="5" y="3"/>
                  </a:cubicBezTo>
                  <a:cubicBezTo>
                    <a:pt x="5" y="2"/>
                    <a:pt x="5" y="1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79" name="Freeform 3160">
              <a:extLst>
                <a:ext uri="{FF2B5EF4-FFF2-40B4-BE49-F238E27FC236}">
                  <a16:creationId xmlns:a16="http://schemas.microsoft.com/office/drawing/2014/main" id="{75922C8A-FE30-44C9-92EC-CD4AD7BDB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623"/>
              <a:ext cx="17" cy="11"/>
            </a:xfrm>
            <a:custGeom>
              <a:avLst/>
              <a:gdLst>
                <a:gd name="T0" fmla="*/ 40 w 8"/>
                <a:gd name="T1" fmla="*/ 9 h 5"/>
                <a:gd name="T2" fmla="*/ 28 w 8"/>
                <a:gd name="T3" fmla="*/ 9 h 5"/>
                <a:gd name="T4" fmla="*/ 6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1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0" y="5"/>
                    <a:pt x="8" y="4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0" name="Freeform 3161">
              <a:extLst>
                <a:ext uri="{FF2B5EF4-FFF2-40B4-BE49-F238E27FC236}">
                  <a16:creationId xmlns:a16="http://schemas.microsoft.com/office/drawing/2014/main" id="{012F159D-9C25-4B69-BA7A-AB849CB88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651"/>
              <a:ext cx="11" cy="9"/>
            </a:xfrm>
            <a:custGeom>
              <a:avLst/>
              <a:gdLst>
                <a:gd name="T0" fmla="*/ 20 w 5"/>
                <a:gd name="T1" fmla="*/ 0 h 4"/>
                <a:gd name="T2" fmla="*/ 0 w 5"/>
                <a:gd name="T3" fmla="*/ 25 h 4"/>
                <a:gd name="T4" fmla="*/ 33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2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1" name="Freeform 3162">
              <a:extLst>
                <a:ext uri="{FF2B5EF4-FFF2-40B4-BE49-F238E27FC236}">
                  <a16:creationId xmlns:a16="http://schemas.microsoft.com/office/drawing/2014/main" id="{6408B184-1AAF-432E-81F2-8B5FA4909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1686"/>
              <a:ext cx="12" cy="14"/>
            </a:xfrm>
            <a:custGeom>
              <a:avLst/>
              <a:gdLst>
                <a:gd name="T0" fmla="*/ 16 w 6"/>
                <a:gd name="T1" fmla="*/ 37 h 6"/>
                <a:gd name="T2" fmla="*/ 8 w 6"/>
                <a:gd name="T3" fmla="*/ 28 h 6"/>
                <a:gd name="T4" fmla="*/ 16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6"/>
                    <a:pt x="6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2" name="Freeform 3163">
              <a:extLst>
                <a:ext uri="{FF2B5EF4-FFF2-40B4-BE49-F238E27FC236}">
                  <a16:creationId xmlns:a16="http://schemas.microsoft.com/office/drawing/2014/main" id="{279665A4-7B4F-4D4E-B6F1-280B401E1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662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32 w 5"/>
                <a:gd name="T3" fmla="*/ 36 h 4"/>
                <a:gd name="T4" fmla="*/ 24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1"/>
                    <a:pt x="2" y="4"/>
                    <a:pt x="4" y="3"/>
                  </a:cubicBezTo>
                  <a:cubicBezTo>
                    <a:pt x="5" y="1"/>
                    <a:pt x="4" y="1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3" name="Freeform 3164">
              <a:extLst>
                <a:ext uri="{FF2B5EF4-FFF2-40B4-BE49-F238E27FC236}">
                  <a16:creationId xmlns:a16="http://schemas.microsoft.com/office/drawing/2014/main" id="{E6A1D9FD-6138-4820-81CF-BD58A4594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708"/>
              <a:ext cx="6" cy="5"/>
            </a:xfrm>
            <a:custGeom>
              <a:avLst/>
              <a:gdLst>
                <a:gd name="T0" fmla="*/ 8 w 3"/>
                <a:gd name="T1" fmla="*/ 0 h 2"/>
                <a:gd name="T2" fmla="*/ 0 w 3"/>
                <a:gd name="T3" fmla="*/ 33 h 2"/>
                <a:gd name="T4" fmla="*/ 24 w 3"/>
                <a:gd name="T5" fmla="*/ 33 h 2"/>
                <a:gd name="T6" fmla="*/ 24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4" name="Freeform 3165">
              <a:extLst>
                <a:ext uri="{FF2B5EF4-FFF2-40B4-BE49-F238E27FC236}">
                  <a16:creationId xmlns:a16="http://schemas.microsoft.com/office/drawing/2014/main" id="{4B292D64-4AE3-4E07-B329-9FAB70979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721"/>
              <a:ext cx="18" cy="14"/>
            </a:xfrm>
            <a:custGeom>
              <a:avLst/>
              <a:gdLst>
                <a:gd name="T0" fmla="*/ 24 w 9"/>
                <a:gd name="T1" fmla="*/ 12 h 6"/>
                <a:gd name="T2" fmla="*/ 16 w 9"/>
                <a:gd name="T3" fmla="*/ 12 h 6"/>
                <a:gd name="T4" fmla="*/ 4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1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0" y="6"/>
                    <a:pt x="9" y="3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5" name="Freeform 3166">
              <a:extLst>
                <a:ext uri="{FF2B5EF4-FFF2-40B4-BE49-F238E27FC236}">
                  <a16:creationId xmlns:a16="http://schemas.microsoft.com/office/drawing/2014/main" id="{5D7A9583-ADAF-464B-AFC9-0D4AF1E68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759"/>
              <a:ext cx="8" cy="8"/>
            </a:xfrm>
            <a:custGeom>
              <a:avLst/>
              <a:gdLst>
                <a:gd name="T0" fmla="*/ 8 w 4"/>
                <a:gd name="T1" fmla="*/ 8 h 4"/>
                <a:gd name="T2" fmla="*/ 0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4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6" name="Freeform 3167">
              <a:extLst>
                <a:ext uri="{FF2B5EF4-FFF2-40B4-BE49-F238E27FC236}">
                  <a16:creationId xmlns:a16="http://schemas.microsoft.com/office/drawing/2014/main" id="{A58EC2E6-3661-4C54-80A3-7F1FBE844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724"/>
              <a:ext cx="8" cy="8"/>
            </a:xfrm>
            <a:custGeom>
              <a:avLst/>
              <a:gdLst>
                <a:gd name="T0" fmla="*/ 16 w 4"/>
                <a:gd name="T1" fmla="*/ 0 h 4"/>
                <a:gd name="T2" fmla="*/ 0 w 4"/>
                <a:gd name="T3" fmla="*/ 8 h 4"/>
                <a:gd name="T4" fmla="*/ 3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2" y="4"/>
                    <a:pt x="4" y="2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7" name="Freeform 3168">
              <a:extLst>
                <a:ext uri="{FF2B5EF4-FFF2-40B4-BE49-F238E27FC236}">
                  <a16:creationId xmlns:a16="http://schemas.microsoft.com/office/drawing/2014/main" id="{D4D86D5A-67A7-4F31-94FC-20819514F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1693"/>
              <a:ext cx="5" cy="7"/>
            </a:xfrm>
            <a:custGeom>
              <a:avLst/>
              <a:gdLst>
                <a:gd name="T0" fmla="*/ 0 w 2"/>
                <a:gd name="T1" fmla="*/ 12 h 3"/>
                <a:gd name="T2" fmla="*/ 20 w 2"/>
                <a:gd name="T3" fmla="*/ 37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1"/>
                    <a:pt x="2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8" name="Freeform 3169">
              <a:extLst>
                <a:ext uri="{FF2B5EF4-FFF2-40B4-BE49-F238E27FC236}">
                  <a16:creationId xmlns:a16="http://schemas.microsoft.com/office/drawing/2014/main" id="{DFF99639-0C4F-4FC3-97F2-340D74858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658"/>
              <a:ext cx="10" cy="11"/>
            </a:xfrm>
            <a:custGeom>
              <a:avLst/>
              <a:gdLst>
                <a:gd name="T0" fmla="*/ 24 w 5"/>
                <a:gd name="T1" fmla="*/ 0 h 5"/>
                <a:gd name="T2" fmla="*/ 40 w 5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4"/>
                    <a:pt x="5" y="5"/>
                    <a:pt x="5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89" name="Freeform 3170">
              <a:extLst>
                <a:ext uri="{FF2B5EF4-FFF2-40B4-BE49-F238E27FC236}">
                  <a16:creationId xmlns:a16="http://schemas.microsoft.com/office/drawing/2014/main" id="{BAEEE529-8E39-4616-8E1F-D8FE7261A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756"/>
              <a:ext cx="17" cy="16"/>
            </a:xfrm>
            <a:custGeom>
              <a:avLst/>
              <a:gdLst>
                <a:gd name="T0" fmla="*/ 40 w 8"/>
                <a:gd name="T1" fmla="*/ 25 h 7"/>
                <a:gd name="T2" fmla="*/ 40 w 8"/>
                <a:gd name="T3" fmla="*/ 0 h 7"/>
                <a:gd name="T4" fmla="*/ 28 w 8"/>
                <a:gd name="T5" fmla="*/ 57 h 7"/>
                <a:gd name="T6" fmla="*/ 60 w 8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4" y="2"/>
                  </a:moveTo>
                  <a:cubicBezTo>
                    <a:pt x="5" y="1"/>
                    <a:pt x="5" y="1"/>
                    <a:pt x="4" y="0"/>
                  </a:cubicBezTo>
                  <a:cubicBezTo>
                    <a:pt x="2" y="1"/>
                    <a:pt x="0" y="4"/>
                    <a:pt x="3" y="5"/>
                  </a:cubicBezTo>
                  <a:cubicBezTo>
                    <a:pt x="6" y="7"/>
                    <a:pt x="8" y="3"/>
                    <a:pt x="6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0" name="Freeform 3171">
              <a:extLst>
                <a:ext uri="{FF2B5EF4-FFF2-40B4-BE49-F238E27FC236}">
                  <a16:creationId xmlns:a16="http://schemas.microsoft.com/office/drawing/2014/main" id="{DCDDE830-9410-4419-B84F-1B59941B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748"/>
              <a:ext cx="4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16 h 2"/>
                <a:gd name="T4" fmla="*/ 16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2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1" name="Freeform 3172">
              <a:extLst>
                <a:ext uri="{FF2B5EF4-FFF2-40B4-BE49-F238E27FC236}">
                  <a16:creationId xmlns:a16="http://schemas.microsoft.com/office/drawing/2014/main" id="{CB1C7C33-AA2C-4F7C-9D17-CE0D9C39B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798"/>
              <a:ext cx="17" cy="11"/>
            </a:xfrm>
            <a:custGeom>
              <a:avLst/>
              <a:gdLst>
                <a:gd name="T0" fmla="*/ 19 w 8"/>
                <a:gd name="T1" fmla="*/ 0 h 5"/>
                <a:gd name="T2" fmla="*/ 28 w 8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2" y="0"/>
                  </a:moveTo>
                  <a:cubicBezTo>
                    <a:pt x="0" y="5"/>
                    <a:pt x="8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2" name="Freeform 3173">
              <a:extLst>
                <a:ext uri="{FF2B5EF4-FFF2-40B4-BE49-F238E27FC236}">
                  <a16:creationId xmlns:a16="http://schemas.microsoft.com/office/drawing/2014/main" id="{BD251534-31D5-469C-8973-0AD9B7893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1822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16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5"/>
                    <a:pt x="5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3" name="Freeform 3174">
              <a:extLst>
                <a:ext uri="{FF2B5EF4-FFF2-40B4-BE49-F238E27FC236}">
                  <a16:creationId xmlns:a16="http://schemas.microsoft.com/office/drawing/2014/main" id="{AD086BB8-AF2D-405B-8BC1-59F9DFC1C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857"/>
              <a:ext cx="16" cy="13"/>
            </a:xfrm>
            <a:custGeom>
              <a:avLst/>
              <a:gdLst>
                <a:gd name="T0" fmla="*/ 16 w 8"/>
                <a:gd name="T1" fmla="*/ 9 h 6"/>
                <a:gd name="T2" fmla="*/ 8 w 8"/>
                <a:gd name="T3" fmla="*/ 20 h 6"/>
                <a:gd name="T4" fmla="*/ 32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6"/>
                    <a:pt x="8" y="4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4" name="Freeform 3175">
              <a:extLst>
                <a:ext uri="{FF2B5EF4-FFF2-40B4-BE49-F238E27FC236}">
                  <a16:creationId xmlns:a16="http://schemas.microsoft.com/office/drawing/2014/main" id="{4CC0B82C-7B02-4814-A98E-704D5DD66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837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24 w 3"/>
                <a:gd name="T5" fmla="*/ 28 h 3"/>
                <a:gd name="T6" fmla="*/ 16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3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5" name="Freeform 3176">
              <a:extLst>
                <a:ext uri="{FF2B5EF4-FFF2-40B4-BE49-F238E27FC236}">
                  <a16:creationId xmlns:a16="http://schemas.microsoft.com/office/drawing/2014/main" id="{41456438-A79C-407F-A3A2-A1BAF2843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826"/>
              <a:ext cx="7" cy="7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37 h 3"/>
                <a:gd name="T4" fmla="*/ 37 w 3"/>
                <a:gd name="T5" fmla="*/ 0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6" name="Freeform 3177">
              <a:extLst>
                <a:ext uri="{FF2B5EF4-FFF2-40B4-BE49-F238E27FC236}">
                  <a16:creationId xmlns:a16="http://schemas.microsoft.com/office/drawing/2014/main" id="{475A642D-D64E-4BCF-81BB-F48028ADE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874"/>
              <a:ext cx="10" cy="11"/>
            </a:xfrm>
            <a:custGeom>
              <a:avLst/>
              <a:gdLst>
                <a:gd name="T0" fmla="*/ 16 w 5"/>
                <a:gd name="T1" fmla="*/ 9 h 5"/>
                <a:gd name="T2" fmla="*/ 16 w 5"/>
                <a:gd name="T3" fmla="*/ 0 h 5"/>
                <a:gd name="T4" fmla="*/ 40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3"/>
                    <a:pt x="5" y="5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7" name="Freeform 3178">
              <a:extLst>
                <a:ext uri="{FF2B5EF4-FFF2-40B4-BE49-F238E27FC236}">
                  <a16:creationId xmlns:a16="http://schemas.microsoft.com/office/drawing/2014/main" id="{E6F40449-9150-49AC-92C4-6CF28C3B6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1916"/>
              <a:ext cx="18" cy="20"/>
            </a:xfrm>
            <a:custGeom>
              <a:avLst/>
              <a:gdLst>
                <a:gd name="T0" fmla="*/ 56 w 9"/>
                <a:gd name="T1" fmla="*/ 0 h 9"/>
                <a:gd name="T2" fmla="*/ 72 w 9"/>
                <a:gd name="T3" fmla="*/ 3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7" y="0"/>
                  </a:moveTo>
                  <a:cubicBezTo>
                    <a:pt x="0" y="2"/>
                    <a:pt x="8" y="9"/>
                    <a:pt x="9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8" name="Freeform 3179">
              <a:extLst>
                <a:ext uri="{FF2B5EF4-FFF2-40B4-BE49-F238E27FC236}">
                  <a16:creationId xmlns:a16="http://schemas.microsoft.com/office/drawing/2014/main" id="{36F9C5F5-3C3B-40C6-BB8E-1DF947022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892"/>
              <a:ext cx="11" cy="11"/>
            </a:xfrm>
            <a:custGeom>
              <a:avLst/>
              <a:gdLst>
                <a:gd name="T0" fmla="*/ 33 w 5"/>
                <a:gd name="T1" fmla="*/ 0 h 5"/>
                <a:gd name="T2" fmla="*/ 33 w 5"/>
                <a:gd name="T3" fmla="*/ 53 h 5"/>
                <a:gd name="T4" fmla="*/ 44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4"/>
                    <a:pt x="3" y="5"/>
                  </a:cubicBezTo>
                  <a:cubicBezTo>
                    <a:pt x="4" y="4"/>
                    <a:pt x="5" y="3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099" name="Freeform 3180">
              <a:extLst>
                <a:ext uri="{FF2B5EF4-FFF2-40B4-BE49-F238E27FC236}">
                  <a16:creationId xmlns:a16="http://schemas.microsoft.com/office/drawing/2014/main" id="{D9542B3F-564A-49B5-BBBF-4F7417301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1888"/>
              <a:ext cx="12" cy="13"/>
            </a:xfrm>
            <a:custGeom>
              <a:avLst/>
              <a:gdLst>
                <a:gd name="T0" fmla="*/ 32 w 6"/>
                <a:gd name="T1" fmla="*/ 0 h 6"/>
                <a:gd name="T2" fmla="*/ 48 w 6"/>
                <a:gd name="T3" fmla="*/ 33 h 6"/>
                <a:gd name="T4" fmla="*/ 40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0" y="3"/>
                    <a:pt x="3" y="6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0" name="Freeform 3181">
              <a:extLst>
                <a:ext uri="{FF2B5EF4-FFF2-40B4-BE49-F238E27FC236}">
                  <a16:creationId xmlns:a16="http://schemas.microsoft.com/office/drawing/2014/main" id="{AFA57CB9-4661-45F8-B765-DF48AAEA6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929"/>
              <a:ext cx="16" cy="15"/>
            </a:xfrm>
            <a:custGeom>
              <a:avLst/>
              <a:gdLst>
                <a:gd name="T0" fmla="*/ 48 w 8"/>
                <a:gd name="T1" fmla="*/ 0 h 7"/>
                <a:gd name="T2" fmla="*/ 56 w 8"/>
                <a:gd name="T3" fmla="*/ 1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0" y="2"/>
                    <a:pt x="8" y="7"/>
                    <a:pt x="7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1" name="Freeform 3182">
              <a:extLst>
                <a:ext uri="{FF2B5EF4-FFF2-40B4-BE49-F238E27FC236}">
                  <a16:creationId xmlns:a16="http://schemas.microsoft.com/office/drawing/2014/main" id="{F1B3FEC6-DD93-4A49-85D7-DA8F1469F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949"/>
              <a:ext cx="6" cy="6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24 h 3"/>
                <a:gd name="T4" fmla="*/ 24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2" name="Freeform 3183">
              <a:extLst>
                <a:ext uri="{FF2B5EF4-FFF2-40B4-BE49-F238E27FC236}">
                  <a16:creationId xmlns:a16="http://schemas.microsoft.com/office/drawing/2014/main" id="{E625432A-4672-451E-832A-1466F128B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982"/>
              <a:ext cx="8" cy="6"/>
            </a:xfrm>
            <a:custGeom>
              <a:avLst/>
              <a:gdLst>
                <a:gd name="T0" fmla="*/ 24 w 4"/>
                <a:gd name="T1" fmla="*/ 0 h 3"/>
                <a:gd name="T2" fmla="*/ 0 w 4"/>
                <a:gd name="T3" fmla="*/ 16 h 3"/>
                <a:gd name="T4" fmla="*/ 24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2" y="3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3" name="Freeform 3184">
              <a:extLst>
                <a:ext uri="{FF2B5EF4-FFF2-40B4-BE49-F238E27FC236}">
                  <a16:creationId xmlns:a16="http://schemas.microsoft.com/office/drawing/2014/main" id="{13AA381D-A433-48D8-9220-BBD95E694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975"/>
              <a:ext cx="9" cy="11"/>
            </a:xfrm>
            <a:custGeom>
              <a:avLst/>
              <a:gdLst>
                <a:gd name="T0" fmla="*/ 45 w 4"/>
                <a:gd name="T1" fmla="*/ 0 h 5"/>
                <a:gd name="T2" fmla="*/ 45 w 4"/>
                <a:gd name="T3" fmla="*/ 44 h 5"/>
                <a:gd name="T4" fmla="*/ 36 w 4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1"/>
                    <a:pt x="1" y="5"/>
                    <a:pt x="4" y="4"/>
                  </a:cubicBezTo>
                  <a:cubicBezTo>
                    <a:pt x="4" y="3"/>
                    <a:pt x="4" y="3"/>
                    <a:pt x="3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4" name="Freeform 3185">
              <a:extLst>
                <a:ext uri="{FF2B5EF4-FFF2-40B4-BE49-F238E27FC236}">
                  <a16:creationId xmlns:a16="http://schemas.microsoft.com/office/drawing/2014/main" id="{2592C595-B81E-4FFC-AE8B-6E0AF4E91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975"/>
              <a:ext cx="11" cy="11"/>
            </a:xfrm>
            <a:custGeom>
              <a:avLst/>
              <a:gdLst>
                <a:gd name="T0" fmla="*/ 20 w 5"/>
                <a:gd name="T1" fmla="*/ 0 h 5"/>
                <a:gd name="T2" fmla="*/ 9 w 5"/>
                <a:gd name="T3" fmla="*/ 53 h 5"/>
                <a:gd name="T4" fmla="*/ 33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4" y="5"/>
                    <a:pt x="5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5" name="Freeform 3186">
              <a:extLst>
                <a:ext uri="{FF2B5EF4-FFF2-40B4-BE49-F238E27FC236}">
                  <a16:creationId xmlns:a16="http://schemas.microsoft.com/office/drawing/2014/main" id="{1011007D-D15B-4B91-83B2-61EE8CA7B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017"/>
              <a:ext cx="10" cy="13"/>
            </a:xfrm>
            <a:custGeom>
              <a:avLst/>
              <a:gdLst>
                <a:gd name="T0" fmla="*/ 40 w 5"/>
                <a:gd name="T1" fmla="*/ 20 h 6"/>
                <a:gd name="T2" fmla="*/ 32 w 5"/>
                <a:gd name="T3" fmla="*/ 0 h 6"/>
                <a:gd name="T4" fmla="*/ 40 w 5"/>
                <a:gd name="T5" fmla="*/ 4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1"/>
                    <a:pt x="5" y="1"/>
                    <a:pt x="4" y="0"/>
                  </a:cubicBezTo>
                  <a:cubicBezTo>
                    <a:pt x="0" y="2"/>
                    <a:pt x="2" y="6"/>
                    <a:pt x="5" y="4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6" name="Freeform 3187">
              <a:extLst>
                <a:ext uri="{FF2B5EF4-FFF2-40B4-BE49-F238E27FC236}">
                  <a16:creationId xmlns:a16="http://schemas.microsoft.com/office/drawing/2014/main" id="{8DEF889F-37EA-41D2-B193-395D8CB6C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036"/>
              <a:ext cx="13" cy="11"/>
            </a:xfrm>
            <a:custGeom>
              <a:avLst/>
              <a:gdLst>
                <a:gd name="T0" fmla="*/ 20 w 6"/>
                <a:gd name="T1" fmla="*/ 9 h 5"/>
                <a:gd name="T2" fmla="*/ 9 w 6"/>
                <a:gd name="T3" fmla="*/ 44 h 5"/>
                <a:gd name="T4" fmla="*/ 2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5"/>
                    <a:pt x="6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7" name="Freeform 3188">
              <a:extLst>
                <a:ext uri="{FF2B5EF4-FFF2-40B4-BE49-F238E27FC236}">
                  <a16:creationId xmlns:a16="http://schemas.microsoft.com/office/drawing/2014/main" id="{C381BD63-0065-40AD-A58D-539A8513F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056"/>
              <a:ext cx="6" cy="4"/>
            </a:xfrm>
            <a:custGeom>
              <a:avLst/>
              <a:gdLst>
                <a:gd name="T0" fmla="*/ 8 w 3"/>
                <a:gd name="T1" fmla="*/ 0 h 2"/>
                <a:gd name="T2" fmla="*/ 0 w 3"/>
                <a:gd name="T3" fmla="*/ 16 h 2"/>
                <a:gd name="T4" fmla="*/ 24 w 3"/>
                <a:gd name="T5" fmla="*/ 0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2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8" name="Freeform 3189">
              <a:extLst>
                <a:ext uri="{FF2B5EF4-FFF2-40B4-BE49-F238E27FC236}">
                  <a16:creationId xmlns:a16="http://schemas.microsoft.com/office/drawing/2014/main" id="{01FC255F-7B1F-40BD-AE83-0B1D4AA39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034"/>
              <a:ext cx="6" cy="9"/>
            </a:xfrm>
            <a:custGeom>
              <a:avLst/>
              <a:gdLst>
                <a:gd name="T0" fmla="*/ 16 w 3"/>
                <a:gd name="T1" fmla="*/ 11 h 4"/>
                <a:gd name="T2" fmla="*/ 8 w 3"/>
                <a:gd name="T3" fmla="*/ 0 h 4"/>
                <a:gd name="T4" fmla="*/ 0 w 3"/>
                <a:gd name="T5" fmla="*/ 45 h 4"/>
                <a:gd name="T6" fmla="*/ 24 w 3"/>
                <a:gd name="T7" fmla="*/ 3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1" y="1"/>
                    <a:pt x="1" y="0"/>
                  </a:cubicBezTo>
                  <a:cubicBezTo>
                    <a:pt x="0" y="2"/>
                    <a:pt x="0" y="2"/>
                    <a:pt x="0" y="4"/>
                  </a:cubicBezTo>
                  <a:cubicBezTo>
                    <a:pt x="1" y="4"/>
                    <a:pt x="2" y="4"/>
                    <a:pt x="3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09" name="Freeform 3190">
              <a:extLst>
                <a:ext uri="{FF2B5EF4-FFF2-40B4-BE49-F238E27FC236}">
                  <a16:creationId xmlns:a16="http://schemas.microsoft.com/office/drawing/2014/main" id="{1A46C653-C3DA-4A82-943D-0D6ECA156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3241"/>
              <a:ext cx="820" cy="527"/>
            </a:xfrm>
            <a:custGeom>
              <a:avLst/>
              <a:gdLst>
                <a:gd name="T0" fmla="*/ 96 w 400"/>
                <a:gd name="T1" fmla="*/ 468 h 241"/>
                <a:gd name="T2" fmla="*/ 180 w 400"/>
                <a:gd name="T3" fmla="*/ 1181 h 241"/>
                <a:gd name="T4" fmla="*/ 428 w 400"/>
                <a:gd name="T5" fmla="*/ 1588 h 241"/>
                <a:gd name="T6" fmla="*/ 621 w 400"/>
                <a:gd name="T7" fmla="*/ 1983 h 241"/>
                <a:gd name="T8" fmla="*/ 732 w 400"/>
                <a:gd name="T9" fmla="*/ 2104 h 241"/>
                <a:gd name="T10" fmla="*/ 920 w 400"/>
                <a:gd name="T11" fmla="*/ 2176 h 241"/>
                <a:gd name="T12" fmla="*/ 1076 w 400"/>
                <a:gd name="T13" fmla="*/ 2289 h 241"/>
                <a:gd name="T14" fmla="*/ 1345 w 400"/>
                <a:gd name="T15" fmla="*/ 2397 h 241"/>
                <a:gd name="T16" fmla="*/ 1706 w 400"/>
                <a:gd name="T17" fmla="*/ 2519 h 241"/>
                <a:gd name="T18" fmla="*/ 2001 w 400"/>
                <a:gd name="T19" fmla="*/ 2478 h 241"/>
                <a:gd name="T20" fmla="*/ 2306 w 400"/>
                <a:gd name="T21" fmla="*/ 2438 h 241"/>
                <a:gd name="T22" fmla="*/ 2593 w 400"/>
                <a:gd name="T23" fmla="*/ 2228 h 241"/>
                <a:gd name="T24" fmla="*/ 2815 w 400"/>
                <a:gd name="T25" fmla="*/ 2071 h 241"/>
                <a:gd name="T26" fmla="*/ 3026 w 400"/>
                <a:gd name="T27" fmla="*/ 1769 h 241"/>
                <a:gd name="T28" fmla="*/ 3231 w 400"/>
                <a:gd name="T29" fmla="*/ 1454 h 241"/>
                <a:gd name="T30" fmla="*/ 3298 w 400"/>
                <a:gd name="T31" fmla="*/ 1277 h 241"/>
                <a:gd name="T32" fmla="*/ 3333 w 400"/>
                <a:gd name="T33" fmla="*/ 1067 h 241"/>
                <a:gd name="T34" fmla="*/ 3413 w 400"/>
                <a:gd name="T35" fmla="*/ 838 h 241"/>
                <a:gd name="T36" fmla="*/ 3403 w 400"/>
                <a:gd name="T37" fmla="*/ 81 h 241"/>
                <a:gd name="T38" fmla="*/ 3403 w 400"/>
                <a:gd name="T39" fmla="*/ 81 h 241"/>
                <a:gd name="T40" fmla="*/ 3005 w 400"/>
                <a:gd name="T41" fmla="*/ 105 h 241"/>
                <a:gd name="T42" fmla="*/ 2290 w 400"/>
                <a:gd name="T43" fmla="*/ 52 h 241"/>
                <a:gd name="T44" fmla="*/ 1121 w 400"/>
                <a:gd name="T45" fmla="*/ 9 h 241"/>
                <a:gd name="T46" fmla="*/ 0 w 400"/>
                <a:gd name="T47" fmla="*/ 81 h 241"/>
                <a:gd name="T48" fmla="*/ 0 w 400"/>
                <a:gd name="T49" fmla="*/ 81 h 241"/>
                <a:gd name="T50" fmla="*/ 96 w 400"/>
                <a:gd name="T51" fmla="*/ 468 h 2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00" h="241">
                  <a:moveTo>
                    <a:pt x="11" y="45"/>
                  </a:moveTo>
                  <a:cubicBezTo>
                    <a:pt x="13" y="62"/>
                    <a:pt x="10" y="89"/>
                    <a:pt x="21" y="113"/>
                  </a:cubicBezTo>
                  <a:cubicBezTo>
                    <a:pt x="27" y="127"/>
                    <a:pt x="40" y="136"/>
                    <a:pt x="50" y="152"/>
                  </a:cubicBezTo>
                  <a:cubicBezTo>
                    <a:pt x="57" y="163"/>
                    <a:pt x="63" y="181"/>
                    <a:pt x="72" y="190"/>
                  </a:cubicBezTo>
                  <a:cubicBezTo>
                    <a:pt x="76" y="194"/>
                    <a:pt x="81" y="197"/>
                    <a:pt x="85" y="201"/>
                  </a:cubicBezTo>
                  <a:cubicBezTo>
                    <a:pt x="92" y="205"/>
                    <a:pt x="100" y="205"/>
                    <a:pt x="107" y="208"/>
                  </a:cubicBezTo>
                  <a:cubicBezTo>
                    <a:pt x="113" y="211"/>
                    <a:pt x="118" y="216"/>
                    <a:pt x="125" y="219"/>
                  </a:cubicBezTo>
                  <a:cubicBezTo>
                    <a:pt x="134" y="223"/>
                    <a:pt x="145" y="225"/>
                    <a:pt x="156" y="229"/>
                  </a:cubicBezTo>
                  <a:cubicBezTo>
                    <a:pt x="170" y="234"/>
                    <a:pt x="184" y="241"/>
                    <a:pt x="198" y="241"/>
                  </a:cubicBezTo>
                  <a:cubicBezTo>
                    <a:pt x="209" y="241"/>
                    <a:pt x="220" y="238"/>
                    <a:pt x="232" y="237"/>
                  </a:cubicBezTo>
                  <a:cubicBezTo>
                    <a:pt x="244" y="236"/>
                    <a:pt x="256" y="237"/>
                    <a:pt x="268" y="233"/>
                  </a:cubicBezTo>
                  <a:cubicBezTo>
                    <a:pt x="280" y="230"/>
                    <a:pt x="289" y="221"/>
                    <a:pt x="301" y="213"/>
                  </a:cubicBezTo>
                  <a:cubicBezTo>
                    <a:pt x="309" y="207"/>
                    <a:pt x="320" y="204"/>
                    <a:pt x="327" y="198"/>
                  </a:cubicBezTo>
                  <a:cubicBezTo>
                    <a:pt x="335" y="191"/>
                    <a:pt x="342" y="180"/>
                    <a:pt x="351" y="169"/>
                  </a:cubicBezTo>
                  <a:cubicBezTo>
                    <a:pt x="359" y="159"/>
                    <a:pt x="369" y="150"/>
                    <a:pt x="375" y="139"/>
                  </a:cubicBezTo>
                  <a:cubicBezTo>
                    <a:pt x="377" y="134"/>
                    <a:pt x="380" y="128"/>
                    <a:pt x="383" y="122"/>
                  </a:cubicBezTo>
                  <a:cubicBezTo>
                    <a:pt x="385" y="116"/>
                    <a:pt x="385" y="109"/>
                    <a:pt x="387" y="102"/>
                  </a:cubicBezTo>
                  <a:cubicBezTo>
                    <a:pt x="389" y="95"/>
                    <a:pt x="394" y="88"/>
                    <a:pt x="396" y="80"/>
                  </a:cubicBezTo>
                  <a:cubicBezTo>
                    <a:pt x="400" y="65"/>
                    <a:pt x="396" y="32"/>
                    <a:pt x="395" y="8"/>
                  </a:cubicBezTo>
                  <a:cubicBezTo>
                    <a:pt x="395" y="8"/>
                    <a:pt x="395" y="8"/>
                    <a:pt x="395" y="8"/>
                  </a:cubicBezTo>
                  <a:cubicBezTo>
                    <a:pt x="384" y="8"/>
                    <a:pt x="364" y="13"/>
                    <a:pt x="349" y="10"/>
                  </a:cubicBezTo>
                  <a:cubicBezTo>
                    <a:pt x="319" y="5"/>
                    <a:pt x="298" y="3"/>
                    <a:pt x="266" y="5"/>
                  </a:cubicBezTo>
                  <a:cubicBezTo>
                    <a:pt x="218" y="9"/>
                    <a:pt x="178" y="0"/>
                    <a:pt x="130" y="1"/>
                  </a:cubicBezTo>
                  <a:cubicBezTo>
                    <a:pt x="93" y="1"/>
                    <a:pt x="38" y="22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7" y="22"/>
                    <a:pt x="11" y="45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10" name="Freeform 3191">
              <a:extLst>
                <a:ext uri="{FF2B5EF4-FFF2-40B4-BE49-F238E27FC236}">
                  <a16:creationId xmlns:a16="http://schemas.microsoft.com/office/drawing/2014/main" id="{46256F7D-5F38-4CD5-9916-5F017F727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695"/>
              <a:ext cx="1131" cy="1594"/>
            </a:xfrm>
            <a:custGeom>
              <a:avLst/>
              <a:gdLst>
                <a:gd name="T0" fmla="*/ 1352 w 552"/>
                <a:gd name="T1" fmla="*/ 7474 h 729"/>
                <a:gd name="T2" fmla="*/ 1352 w 552"/>
                <a:gd name="T3" fmla="*/ 7474 h 729"/>
                <a:gd name="T4" fmla="*/ 2469 w 552"/>
                <a:gd name="T5" fmla="*/ 7401 h 729"/>
                <a:gd name="T6" fmla="*/ 3639 w 552"/>
                <a:gd name="T7" fmla="*/ 7443 h 729"/>
                <a:gd name="T8" fmla="*/ 4354 w 552"/>
                <a:gd name="T9" fmla="*/ 7498 h 729"/>
                <a:gd name="T10" fmla="*/ 4747 w 552"/>
                <a:gd name="T11" fmla="*/ 7474 h 729"/>
                <a:gd name="T12" fmla="*/ 4747 w 552"/>
                <a:gd name="T13" fmla="*/ 7474 h 729"/>
                <a:gd name="T14" fmla="*/ 4747 w 552"/>
                <a:gd name="T15" fmla="*/ 7526 h 729"/>
                <a:gd name="T16" fmla="*/ 4747 w 552"/>
                <a:gd name="T17" fmla="*/ 7474 h 729"/>
                <a:gd name="T18" fmla="*/ 4747 w 552"/>
                <a:gd name="T19" fmla="*/ 7474 h 729"/>
                <a:gd name="T20" fmla="*/ 4542 w 552"/>
                <a:gd name="T21" fmla="*/ 6857 h 729"/>
                <a:gd name="T22" fmla="*/ 4239 w 552"/>
                <a:gd name="T23" fmla="*/ 6315 h 729"/>
                <a:gd name="T24" fmla="*/ 3959 w 552"/>
                <a:gd name="T25" fmla="*/ 5613 h 729"/>
                <a:gd name="T26" fmla="*/ 3723 w 552"/>
                <a:gd name="T27" fmla="*/ 5162 h 729"/>
                <a:gd name="T28" fmla="*/ 3526 w 552"/>
                <a:gd name="T29" fmla="*/ 4810 h 729"/>
                <a:gd name="T30" fmla="*/ 3370 w 552"/>
                <a:gd name="T31" fmla="*/ 4351 h 729"/>
                <a:gd name="T32" fmla="*/ 3166 w 552"/>
                <a:gd name="T33" fmla="*/ 4001 h 729"/>
                <a:gd name="T34" fmla="*/ 2959 w 552"/>
                <a:gd name="T35" fmla="*/ 3400 h 729"/>
                <a:gd name="T36" fmla="*/ 2682 w 552"/>
                <a:gd name="T37" fmla="*/ 2897 h 729"/>
                <a:gd name="T38" fmla="*/ 2526 w 552"/>
                <a:gd name="T39" fmla="*/ 2318 h 729"/>
                <a:gd name="T40" fmla="*/ 2313 w 552"/>
                <a:gd name="T41" fmla="*/ 1797 h 729"/>
                <a:gd name="T42" fmla="*/ 2297 w 552"/>
                <a:gd name="T43" fmla="*/ 1329 h 729"/>
                <a:gd name="T44" fmla="*/ 2174 w 552"/>
                <a:gd name="T45" fmla="*/ 971 h 729"/>
                <a:gd name="T46" fmla="*/ 2057 w 552"/>
                <a:gd name="T47" fmla="*/ 555 h 729"/>
                <a:gd name="T48" fmla="*/ 1608 w 552"/>
                <a:gd name="T49" fmla="*/ 157 h 729"/>
                <a:gd name="T50" fmla="*/ 1188 w 552"/>
                <a:gd name="T51" fmla="*/ 0 h 729"/>
                <a:gd name="T52" fmla="*/ 928 w 552"/>
                <a:gd name="T53" fmla="*/ 81 h 729"/>
                <a:gd name="T54" fmla="*/ 533 w 552"/>
                <a:gd name="T55" fmla="*/ 273 h 729"/>
                <a:gd name="T56" fmla="*/ 232 w 552"/>
                <a:gd name="T57" fmla="*/ 741 h 729"/>
                <a:gd name="T58" fmla="*/ 51 w 552"/>
                <a:gd name="T59" fmla="*/ 1152 h 729"/>
                <a:gd name="T60" fmla="*/ 0 w 552"/>
                <a:gd name="T61" fmla="*/ 1797 h 729"/>
                <a:gd name="T62" fmla="*/ 76 w 552"/>
                <a:gd name="T63" fmla="*/ 2281 h 729"/>
                <a:gd name="T64" fmla="*/ 240 w 552"/>
                <a:gd name="T65" fmla="*/ 3022 h 729"/>
                <a:gd name="T66" fmla="*/ 361 w 552"/>
                <a:gd name="T67" fmla="*/ 3542 h 729"/>
                <a:gd name="T68" fmla="*/ 475 w 552"/>
                <a:gd name="T69" fmla="*/ 4255 h 729"/>
                <a:gd name="T70" fmla="*/ 609 w 552"/>
                <a:gd name="T71" fmla="*/ 4775 h 729"/>
                <a:gd name="T72" fmla="*/ 764 w 552"/>
                <a:gd name="T73" fmla="*/ 5499 h 729"/>
                <a:gd name="T74" fmla="*/ 992 w 552"/>
                <a:gd name="T75" fmla="*/ 6168 h 729"/>
                <a:gd name="T76" fmla="*/ 1108 w 552"/>
                <a:gd name="T77" fmla="*/ 6741 h 729"/>
                <a:gd name="T78" fmla="*/ 1352 w 552"/>
                <a:gd name="T79" fmla="*/ 7474 h 729"/>
                <a:gd name="T80" fmla="*/ 1352 w 552"/>
                <a:gd name="T81" fmla="*/ 7474 h 7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52" h="729">
                  <a:moveTo>
                    <a:pt x="157" y="715"/>
                  </a:moveTo>
                  <a:cubicBezTo>
                    <a:pt x="157" y="715"/>
                    <a:pt x="157" y="715"/>
                    <a:pt x="157" y="715"/>
                  </a:cubicBezTo>
                  <a:cubicBezTo>
                    <a:pt x="195" y="729"/>
                    <a:pt x="250" y="708"/>
                    <a:pt x="287" y="708"/>
                  </a:cubicBezTo>
                  <a:cubicBezTo>
                    <a:pt x="335" y="707"/>
                    <a:pt x="375" y="716"/>
                    <a:pt x="423" y="712"/>
                  </a:cubicBezTo>
                  <a:cubicBezTo>
                    <a:pt x="455" y="710"/>
                    <a:pt x="476" y="712"/>
                    <a:pt x="506" y="717"/>
                  </a:cubicBezTo>
                  <a:cubicBezTo>
                    <a:pt x="521" y="720"/>
                    <a:pt x="541" y="715"/>
                    <a:pt x="552" y="715"/>
                  </a:cubicBezTo>
                  <a:cubicBezTo>
                    <a:pt x="552" y="715"/>
                    <a:pt x="552" y="715"/>
                    <a:pt x="552" y="715"/>
                  </a:cubicBezTo>
                  <a:cubicBezTo>
                    <a:pt x="552" y="717"/>
                    <a:pt x="552" y="718"/>
                    <a:pt x="552" y="720"/>
                  </a:cubicBezTo>
                  <a:cubicBezTo>
                    <a:pt x="552" y="718"/>
                    <a:pt x="552" y="717"/>
                    <a:pt x="552" y="715"/>
                  </a:cubicBezTo>
                  <a:cubicBezTo>
                    <a:pt x="552" y="715"/>
                    <a:pt x="552" y="715"/>
                    <a:pt x="552" y="715"/>
                  </a:cubicBezTo>
                  <a:cubicBezTo>
                    <a:pt x="543" y="697"/>
                    <a:pt x="539" y="675"/>
                    <a:pt x="528" y="656"/>
                  </a:cubicBezTo>
                  <a:cubicBezTo>
                    <a:pt x="519" y="638"/>
                    <a:pt x="503" y="622"/>
                    <a:pt x="493" y="604"/>
                  </a:cubicBezTo>
                  <a:cubicBezTo>
                    <a:pt x="480" y="581"/>
                    <a:pt x="474" y="562"/>
                    <a:pt x="460" y="537"/>
                  </a:cubicBezTo>
                  <a:cubicBezTo>
                    <a:pt x="454" y="524"/>
                    <a:pt x="440" y="507"/>
                    <a:pt x="433" y="494"/>
                  </a:cubicBezTo>
                  <a:cubicBezTo>
                    <a:pt x="425" y="479"/>
                    <a:pt x="417" y="473"/>
                    <a:pt x="410" y="460"/>
                  </a:cubicBezTo>
                  <a:cubicBezTo>
                    <a:pt x="402" y="446"/>
                    <a:pt x="399" y="430"/>
                    <a:pt x="392" y="416"/>
                  </a:cubicBezTo>
                  <a:cubicBezTo>
                    <a:pt x="385" y="404"/>
                    <a:pt x="374" y="395"/>
                    <a:pt x="368" y="383"/>
                  </a:cubicBezTo>
                  <a:cubicBezTo>
                    <a:pt x="358" y="365"/>
                    <a:pt x="353" y="343"/>
                    <a:pt x="344" y="325"/>
                  </a:cubicBezTo>
                  <a:cubicBezTo>
                    <a:pt x="334" y="305"/>
                    <a:pt x="321" y="295"/>
                    <a:pt x="312" y="277"/>
                  </a:cubicBezTo>
                  <a:cubicBezTo>
                    <a:pt x="304" y="260"/>
                    <a:pt x="301" y="238"/>
                    <a:pt x="294" y="222"/>
                  </a:cubicBezTo>
                  <a:cubicBezTo>
                    <a:pt x="286" y="203"/>
                    <a:pt x="274" y="189"/>
                    <a:pt x="269" y="172"/>
                  </a:cubicBezTo>
                  <a:cubicBezTo>
                    <a:pt x="268" y="161"/>
                    <a:pt x="270" y="142"/>
                    <a:pt x="267" y="127"/>
                  </a:cubicBezTo>
                  <a:cubicBezTo>
                    <a:pt x="264" y="115"/>
                    <a:pt x="257" y="104"/>
                    <a:pt x="253" y="93"/>
                  </a:cubicBezTo>
                  <a:cubicBezTo>
                    <a:pt x="249" y="81"/>
                    <a:pt x="245" y="62"/>
                    <a:pt x="239" y="53"/>
                  </a:cubicBezTo>
                  <a:cubicBezTo>
                    <a:pt x="224" y="31"/>
                    <a:pt x="209" y="24"/>
                    <a:pt x="187" y="15"/>
                  </a:cubicBezTo>
                  <a:cubicBezTo>
                    <a:pt x="174" y="10"/>
                    <a:pt x="153" y="0"/>
                    <a:pt x="138" y="0"/>
                  </a:cubicBezTo>
                  <a:cubicBezTo>
                    <a:pt x="128" y="0"/>
                    <a:pt x="117" y="6"/>
                    <a:pt x="108" y="8"/>
                  </a:cubicBezTo>
                  <a:cubicBezTo>
                    <a:pt x="90" y="11"/>
                    <a:pt x="75" y="15"/>
                    <a:pt x="62" y="26"/>
                  </a:cubicBezTo>
                  <a:cubicBezTo>
                    <a:pt x="49" y="37"/>
                    <a:pt x="37" y="53"/>
                    <a:pt x="27" y="71"/>
                  </a:cubicBezTo>
                  <a:cubicBezTo>
                    <a:pt x="21" y="83"/>
                    <a:pt x="10" y="97"/>
                    <a:pt x="6" y="110"/>
                  </a:cubicBezTo>
                  <a:cubicBezTo>
                    <a:pt x="2" y="125"/>
                    <a:pt x="1" y="153"/>
                    <a:pt x="0" y="172"/>
                  </a:cubicBezTo>
                  <a:cubicBezTo>
                    <a:pt x="2" y="183"/>
                    <a:pt x="4" y="201"/>
                    <a:pt x="9" y="218"/>
                  </a:cubicBezTo>
                  <a:cubicBezTo>
                    <a:pt x="15" y="237"/>
                    <a:pt x="20" y="263"/>
                    <a:pt x="28" y="289"/>
                  </a:cubicBezTo>
                  <a:cubicBezTo>
                    <a:pt x="34" y="307"/>
                    <a:pt x="35" y="319"/>
                    <a:pt x="42" y="339"/>
                  </a:cubicBezTo>
                  <a:cubicBezTo>
                    <a:pt x="48" y="358"/>
                    <a:pt x="49" y="388"/>
                    <a:pt x="55" y="407"/>
                  </a:cubicBezTo>
                  <a:cubicBezTo>
                    <a:pt x="61" y="423"/>
                    <a:pt x="65" y="441"/>
                    <a:pt x="71" y="457"/>
                  </a:cubicBezTo>
                  <a:cubicBezTo>
                    <a:pt x="81" y="485"/>
                    <a:pt x="79" y="497"/>
                    <a:pt x="89" y="526"/>
                  </a:cubicBezTo>
                  <a:cubicBezTo>
                    <a:pt x="97" y="548"/>
                    <a:pt x="108" y="571"/>
                    <a:pt x="115" y="590"/>
                  </a:cubicBezTo>
                  <a:cubicBezTo>
                    <a:pt x="121" y="608"/>
                    <a:pt x="123" y="629"/>
                    <a:pt x="129" y="645"/>
                  </a:cubicBezTo>
                  <a:cubicBezTo>
                    <a:pt x="146" y="692"/>
                    <a:pt x="157" y="715"/>
                    <a:pt x="157" y="715"/>
                  </a:cubicBezTo>
                  <a:cubicBezTo>
                    <a:pt x="157" y="715"/>
                    <a:pt x="157" y="715"/>
                    <a:pt x="157" y="715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11" name="Line 3192">
              <a:extLst>
                <a:ext uri="{FF2B5EF4-FFF2-40B4-BE49-F238E27FC236}">
                  <a16:creationId xmlns:a16="http://schemas.microsoft.com/office/drawing/2014/main" id="{DA6CEEE5-5D51-420C-BDE1-1F69217E9E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6" y="3259"/>
              <a:ext cx="222" cy="1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12" name="Line 3193">
              <a:extLst>
                <a:ext uri="{FF2B5EF4-FFF2-40B4-BE49-F238E27FC236}">
                  <a16:creationId xmlns:a16="http://schemas.microsoft.com/office/drawing/2014/main" id="{CE931A2A-09A9-4F16-8842-C6A4F14A7A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7" y="3259"/>
              <a:ext cx="230" cy="1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13" name="Line 3194">
              <a:extLst>
                <a:ext uri="{FF2B5EF4-FFF2-40B4-BE49-F238E27FC236}">
                  <a16:creationId xmlns:a16="http://schemas.microsoft.com/office/drawing/2014/main" id="{B6F59727-8A0A-4A63-8219-F8DF0E9679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7" y="2071"/>
              <a:ext cx="189" cy="1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14" name="Line 3195">
              <a:extLst>
                <a:ext uri="{FF2B5EF4-FFF2-40B4-BE49-F238E27FC236}">
                  <a16:creationId xmlns:a16="http://schemas.microsoft.com/office/drawing/2014/main" id="{E82524E2-4F6E-4316-A6B3-5A79A61A2E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7" y="2071"/>
              <a:ext cx="187" cy="1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15" name="Freeform 3196">
              <a:extLst>
                <a:ext uri="{FF2B5EF4-FFF2-40B4-BE49-F238E27FC236}">
                  <a16:creationId xmlns:a16="http://schemas.microsoft.com/office/drawing/2014/main" id="{C0D64C2E-9AA8-4E1B-96FD-214132B29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695"/>
              <a:ext cx="553" cy="376"/>
            </a:xfrm>
            <a:custGeom>
              <a:avLst/>
              <a:gdLst>
                <a:gd name="T0" fmla="*/ 1942 w 270"/>
                <a:gd name="T1" fmla="*/ 1777 h 172"/>
                <a:gd name="T2" fmla="*/ 2245 w 270"/>
                <a:gd name="T3" fmla="*/ 1777 h 172"/>
                <a:gd name="T4" fmla="*/ 2312 w 270"/>
                <a:gd name="T5" fmla="*/ 1788 h 172"/>
                <a:gd name="T6" fmla="*/ 2294 w 270"/>
                <a:gd name="T7" fmla="*/ 1329 h 172"/>
                <a:gd name="T8" fmla="*/ 2173 w 270"/>
                <a:gd name="T9" fmla="*/ 971 h 172"/>
                <a:gd name="T10" fmla="*/ 2056 w 270"/>
                <a:gd name="T11" fmla="*/ 555 h 172"/>
                <a:gd name="T12" fmla="*/ 1606 w 270"/>
                <a:gd name="T13" fmla="*/ 157 h 172"/>
                <a:gd name="T14" fmla="*/ 1188 w 270"/>
                <a:gd name="T15" fmla="*/ 0 h 172"/>
                <a:gd name="T16" fmla="*/ 928 w 270"/>
                <a:gd name="T17" fmla="*/ 81 h 172"/>
                <a:gd name="T18" fmla="*/ 533 w 270"/>
                <a:gd name="T19" fmla="*/ 273 h 172"/>
                <a:gd name="T20" fmla="*/ 231 w 270"/>
                <a:gd name="T21" fmla="*/ 741 h 172"/>
                <a:gd name="T22" fmla="*/ 51 w 270"/>
                <a:gd name="T23" fmla="*/ 1148 h 172"/>
                <a:gd name="T24" fmla="*/ 0 w 270"/>
                <a:gd name="T25" fmla="*/ 1764 h 172"/>
                <a:gd name="T26" fmla="*/ 428 w 270"/>
                <a:gd name="T27" fmla="*/ 1744 h 172"/>
                <a:gd name="T28" fmla="*/ 969 w 270"/>
                <a:gd name="T29" fmla="*/ 1692 h 172"/>
                <a:gd name="T30" fmla="*/ 1501 w 270"/>
                <a:gd name="T31" fmla="*/ 1725 h 172"/>
                <a:gd name="T32" fmla="*/ 1942 w 270"/>
                <a:gd name="T33" fmla="*/ 1777 h 1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0" h="172">
                  <a:moveTo>
                    <a:pt x="226" y="170"/>
                  </a:moveTo>
                  <a:cubicBezTo>
                    <a:pt x="238" y="169"/>
                    <a:pt x="249" y="170"/>
                    <a:pt x="261" y="170"/>
                  </a:cubicBezTo>
                  <a:cubicBezTo>
                    <a:pt x="263" y="170"/>
                    <a:pt x="266" y="170"/>
                    <a:pt x="269" y="171"/>
                  </a:cubicBezTo>
                  <a:cubicBezTo>
                    <a:pt x="268" y="159"/>
                    <a:pt x="270" y="141"/>
                    <a:pt x="267" y="127"/>
                  </a:cubicBezTo>
                  <a:cubicBezTo>
                    <a:pt x="264" y="115"/>
                    <a:pt x="257" y="104"/>
                    <a:pt x="253" y="93"/>
                  </a:cubicBezTo>
                  <a:cubicBezTo>
                    <a:pt x="249" y="81"/>
                    <a:pt x="245" y="62"/>
                    <a:pt x="239" y="53"/>
                  </a:cubicBezTo>
                  <a:cubicBezTo>
                    <a:pt x="224" y="31"/>
                    <a:pt x="209" y="24"/>
                    <a:pt x="187" y="15"/>
                  </a:cubicBezTo>
                  <a:cubicBezTo>
                    <a:pt x="174" y="10"/>
                    <a:pt x="153" y="0"/>
                    <a:pt x="138" y="0"/>
                  </a:cubicBezTo>
                  <a:cubicBezTo>
                    <a:pt x="128" y="0"/>
                    <a:pt x="117" y="6"/>
                    <a:pt x="108" y="8"/>
                  </a:cubicBezTo>
                  <a:cubicBezTo>
                    <a:pt x="90" y="11"/>
                    <a:pt x="75" y="15"/>
                    <a:pt x="62" y="26"/>
                  </a:cubicBezTo>
                  <a:cubicBezTo>
                    <a:pt x="49" y="37"/>
                    <a:pt x="37" y="53"/>
                    <a:pt x="27" y="71"/>
                  </a:cubicBezTo>
                  <a:cubicBezTo>
                    <a:pt x="21" y="83"/>
                    <a:pt x="10" y="97"/>
                    <a:pt x="6" y="110"/>
                  </a:cubicBezTo>
                  <a:cubicBezTo>
                    <a:pt x="3" y="124"/>
                    <a:pt x="2" y="150"/>
                    <a:pt x="0" y="169"/>
                  </a:cubicBezTo>
                  <a:cubicBezTo>
                    <a:pt x="15" y="168"/>
                    <a:pt x="34" y="167"/>
                    <a:pt x="50" y="167"/>
                  </a:cubicBezTo>
                  <a:cubicBezTo>
                    <a:pt x="73" y="168"/>
                    <a:pt x="89" y="156"/>
                    <a:pt x="113" y="162"/>
                  </a:cubicBezTo>
                  <a:cubicBezTo>
                    <a:pt x="135" y="168"/>
                    <a:pt x="152" y="165"/>
                    <a:pt x="175" y="165"/>
                  </a:cubicBezTo>
                  <a:cubicBezTo>
                    <a:pt x="192" y="165"/>
                    <a:pt x="208" y="172"/>
                    <a:pt x="226" y="17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16" name="Freeform 3197">
              <a:extLst>
                <a:ext uri="{FF2B5EF4-FFF2-40B4-BE49-F238E27FC236}">
                  <a16:creationId xmlns:a16="http://schemas.microsoft.com/office/drawing/2014/main" id="{AAB935D7-8192-4EBC-8ACA-75A3FD484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501"/>
              <a:ext cx="929" cy="570"/>
            </a:xfrm>
            <a:custGeom>
              <a:avLst/>
              <a:gdLst>
                <a:gd name="T0" fmla="*/ 3907 w 453"/>
                <a:gd name="T1" fmla="*/ 2719 h 261"/>
                <a:gd name="T2" fmla="*/ 3538 w 453"/>
                <a:gd name="T3" fmla="*/ 1031 h 261"/>
                <a:gd name="T4" fmla="*/ 1993 w 453"/>
                <a:gd name="T5" fmla="*/ 0 h 261"/>
                <a:gd name="T6" fmla="*/ 812 w 453"/>
                <a:gd name="T7" fmla="*/ 476 h 261"/>
                <a:gd name="T8" fmla="*/ 0 w 453"/>
                <a:gd name="T9" fmla="*/ 2719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3" h="261">
                  <a:moveTo>
                    <a:pt x="453" y="261"/>
                  </a:moveTo>
                  <a:cubicBezTo>
                    <a:pt x="453" y="209"/>
                    <a:pt x="440" y="144"/>
                    <a:pt x="410" y="99"/>
                  </a:cubicBezTo>
                  <a:cubicBezTo>
                    <a:pt x="366" y="33"/>
                    <a:pt x="300" y="1"/>
                    <a:pt x="231" y="0"/>
                  </a:cubicBezTo>
                  <a:cubicBezTo>
                    <a:pt x="184" y="0"/>
                    <a:pt x="135" y="12"/>
                    <a:pt x="94" y="46"/>
                  </a:cubicBezTo>
                  <a:cubicBezTo>
                    <a:pt x="34" y="96"/>
                    <a:pt x="0" y="184"/>
                    <a:pt x="0" y="26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17" name="Freeform 3198">
              <a:extLst>
                <a:ext uri="{FF2B5EF4-FFF2-40B4-BE49-F238E27FC236}">
                  <a16:creationId xmlns:a16="http://schemas.microsoft.com/office/drawing/2014/main" id="{3FCB6125-1495-48C9-9177-67F493C65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071"/>
              <a:ext cx="623" cy="1188"/>
            </a:xfrm>
            <a:custGeom>
              <a:avLst/>
              <a:gdLst>
                <a:gd name="T0" fmla="*/ 2617 w 304"/>
                <a:gd name="T1" fmla="*/ 5686 h 543"/>
                <a:gd name="T2" fmla="*/ 0 w 304"/>
                <a:gd name="T3" fmla="*/ 0 h 5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4" h="543">
                  <a:moveTo>
                    <a:pt x="304" y="543"/>
                  </a:moveTo>
                  <a:cubicBezTo>
                    <a:pt x="200" y="366"/>
                    <a:pt x="45" y="119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18" name="Freeform 3199">
              <a:extLst>
                <a:ext uri="{FF2B5EF4-FFF2-40B4-BE49-F238E27FC236}">
                  <a16:creationId xmlns:a16="http://schemas.microsoft.com/office/drawing/2014/main" id="{C6EF29AC-997B-4285-97B5-397797957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259"/>
              <a:ext cx="1263" cy="732"/>
            </a:xfrm>
            <a:custGeom>
              <a:avLst/>
              <a:gdLst>
                <a:gd name="T0" fmla="*/ 0 w 616"/>
                <a:gd name="T1" fmla="*/ 0 h 335"/>
                <a:gd name="T2" fmla="*/ 576 w 616"/>
                <a:gd name="T3" fmla="*/ 2130 h 335"/>
                <a:gd name="T4" fmla="*/ 2569 w 616"/>
                <a:gd name="T5" fmla="*/ 3485 h 335"/>
                <a:gd name="T6" fmla="*/ 4310 w 616"/>
                <a:gd name="T7" fmla="*/ 2836 h 335"/>
                <a:gd name="T8" fmla="*/ 5310 w 616"/>
                <a:gd name="T9" fmla="*/ 0 h 3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6" h="335">
                  <a:moveTo>
                    <a:pt x="0" y="0"/>
                  </a:moveTo>
                  <a:cubicBezTo>
                    <a:pt x="0" y="69"/>
                    <a:pt x="27" y="144"/>
                    <a:pt x="67" y="204"/>
                  </a:cubicBezTo>
                  <a:cubicBezTo>
                    <a:pt x="124" y="291"/>
                    <a:pt x="209" y="333"/>
                    <a:pt x="298" y="334"/>
                  </a:cubicBezTo>
                  <a:cubicBezTo>
                    <a:pt x="360" y="335"/>
                    <a:pt x="446" y="316"/>
                    <a:pt x="500" y="272"/>
                  </a:cubicBezTo>
                  <a:cubicBezTo>
                    <a:pt x="578" y="207"/>
                    <a:pt x="615" y="101"/>
                    <a:pt x="616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119" name="Freeform 3200">
              <a:extLst>
                <a:ext uri="{FF2B5EF4-FFF2-40B4-BE49-F238E27FC236}">
                  <a16:creationId xmlns:a16="http://schemas.microsoft.com/office/drawing/2014/main" id="{9B59A157-DD98-4FFF-8A14-D29CCB5B9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722"/>
              <a:ext cx="1828" cy="2939"/>
            </a:xfrm>
            <a:custGeom>
              <a:avLst/>
              <a:gdLst>
                <a:gd name="T0" fmla="*/ 1289 w 892"/>
                <a:gd name="T1" fmla="*/ 0 h 1344"/>
                <a:gd name="T2" fmla="*/ 1049 w 892"/>
                <a:gd name="T3" fmla="*/ 2290 h 1344"/>
                <a:gd name="T4" fmla="*/ 2510 w 892"/>
                <a:gd name="T5" fmla="*/ 2926 h 1344"/>
                <a:gd name="T6" fmla="*/ 3787 w 892"/>
                <a:gd name="T7" fmla="*/ 4625 h 1344"/>
                <a:gd name="T8" fmla="*/ 3890 w 892"/>
                <a:gd name="T9" fmla="*/ 6641 h 1344"/>
                <a:gd name="T10" fmla="*/ 5724 w 892"/>
                <a:gd name="T11" fmla="*/ 14054 h 1344"/>
                <a:gd name="T12" fmla="*/ 5338 w 892"/>
                <a:gd name="T13" fmla="*/ 12873 h 1344"/>
                <a:gd name="T14" fmla="*/ 5330 w 892"/>
                <a:gd name="T15" fmla="*/ 12854 h 1344"/>
                <a:gd name="T16" fmla="*/ 5308 w 892"/>
                <a:gd name="T17" fmla="*/ 12768 h 1344"/>
                <a:gd name="T18" fmla="*/ 5300 w 892"/>
                <a:gd name="T19" fmla="*/ 12716 h 1344"/>
                <a:gd name="T20" fmla="*/ 5291 w 892"/>
                <a:gd name="T21" fmla="*/ 12644 h 1344"/>
                <a:gd name="T22" fmla="*/ 5283 w 892"/>
                <a:gd name="T23" fmla="*/ 12580 h 1344"/>
                <a:gd name="T24" fmla="*/ 5275 w 892"/>
                <a:gd name="T25" fmla="*/ 12519 h 1344"/>
                <a:gd name="T26" fmla="*/ 5275 w 892"/>
                <a:gd name="T27" fmla="*/ 12443 h 1344"/>
                <a:gd name="T28" fmla="*/ 5267 w 892"/>
                <a:gd name="T29" fmla="*/ 12381 h 1344"/>
                <a:gd name="T30" fmla="*/ 5259 w 892"/>
                <a:gd name="T31" fmla="*/ 12298 h 1344"/>
                <a:gd name="T32" fmla="*/ 5259 w 892"/>
                <a:gd name="T33" fmla="*/ 12257 h 1344"/>
                <a:gd name="T34" fmla="*/ 5259 w 892"/>
                <a:gd name="T35" fmla="*/ 12132 h 1344"/>
                <a:gd name="T36" fmla="*/ 4045 w 892"/>
                <a:gd name="T37" fmla="*/ 6451 h 1344"/>
                <a:gd name="T38" fmla="*/ 4855 w 892"/>
                <a:gd name="T39" fmla="*/ 4203 h 1344"/>
                <a:gd name="T40" fmla="*/ 6035 w 892"/>
                <a:gd name="T41" fmla="*/ 3720 h 1344"/>
                <a:gd name="T42" fmla="*/ 7572 w 892"/>
                <a:gd name="T43" fmla="*/ 4758 h 1344"/>
                <a:gd name="T44" fmla="*/ 7677 w 892"/>
                <a:gd name="T45" fmla="*/ 4977 h 1344"/>
                <a:gd name="T46" fmla="*/ 2369 w 892"/>
                <a:gd name="T47" fmla="*/ 1631 h 1344"/>
                <a:gd name="T48" fmla="*/ 1328 w 892"/>
                <a:gd name="T49" fmla="*/ 210 h 1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92" h="1344">
                  <a:moveTo>
                    <a:pt x="150" y="0"/>
                  </a:moveTo>
                  <a:cubicBezTo>
                    <a:pt x="0" y="40"/>
                    <a:pt x="10" y="151"/>
                    <a:pt x="122" y="219"/>
                  </a:cubicBezTo>
                  <a:cubicBezTo>
                    <a:pt x="174" y="251"/>
                    <a:pt x="236" y="265"/>
                    <a:pt x="292" y="280"/>
                  </a:cubicBezTo>
                  <a:cubicBezTo>
                    <a:pt x="387" y="305"/>
                    <a:pt x="449" y="326"/>
                    <a:pt x="440" y="442"/>
                  </a:cubicBezTo>
                  <a:cubicBezTo>
                    <a:pt x="434" y="523"/>
                    <a:pt x="439" y="571"/>
                    <a:pt x="452" y="635"/>
                  </a:cubicBezTo>
                  <a:cubicBezTo>
                    <a:pt x="465" y="708"/>
                    <a:pt x="596" y="1262"/>
                    <a:pt x="665" y="1344"/>
                  </a:cubicBezTo>
                  <a:cubicBezTo>
                    <a:pt x="645" y="1309"/>
                    <a:pt x="629" y="1270"/>
                    <a:pt x="620" y="1231"/>
                  </a:cubicBezTo>
                  <a:cubicBezTo>
                    <a:pt x="620" y="1231"/>
                    <a:pt x="619" y="1230"/>
                    <a:pt x="619" y="1229"/>
                  </a:cubicBezTo>
                  <a:cubicBezTo>
                    <a:pt x="619" y="1226"/>
                    <a:pt x="618" y="1224"/>
                    <a:pt x="617" y="1221"/>
                  </a:cubicBezTo>
                  <a:cubicBezTo>
                    <a:pt x="617" y="1219"/>
                    <a:pt x="617" y="1218"/>
                    <a:pt x="616" y="1216"/>
                  </a:cubicBezTo>
                  <a:cubicBezTo>
                    <a:pt x="616" y="1214"/>
                    <a:pt x="616" y="1211"/>
                    <a:pt x="615" y="1209"/>
                  </a:cubicBezTo>
                  <a:cubicBezTo>
                    <a:pt x="615" y="1207"/>
                    <a:pt x="615" y="1205"/>
                    <a:pt x="614" y="1203"/>
                  </a:cubicBezTo>
                  <a:cubicBezTo>
                    <a:pt x="614" y="1201"/>
                    <a:pt x="614" y="1199"/>
                    <a:pt x="613" y="1197"/>
                  </a:cubicBezTo>
                  <a:cubicBezTo>
                    <a:pt x="613" y="1194"/>
                    <a:pt x="613" y="1192"/>
                    <a:pt x="613" y="1190"/>
                  </a:cubicBezTo>
                  <a:cubicBezTo>
                    <a:pt x="612" y="1188"/>
                    <a:pt x="612" y="1186"/>
                    <a:pt x="612" y="1184"/>
                  </a:cubicBezTo>
                  <a:cubicBezTo>
                    <a:pt x="612" y="1182"/>
                    <a:pt x="612" y="1179"/>
                    <a:pt x="611" y="1176"/>
                  </a:cubicBezTo>
                  <a:cubicBezTo>
                    <a:pt x="611" y="1175"/>
                    <a:pt x="611" y="1174"/>
                    <a:pt x="611" y="1172"/>
                  </a:cubicBezTo>
                  <a:cubicBezTo>
                    <a:pt x="611" y="1168"/>
                    <a:pt x="611" y="1164"/>
                    <a:pt x="611" y="1160"/>
                  </a:cubicBezTo>
                  <a:cubicBezTo>
                    <a:pt x="528" y="971"/>
                    <a:pt x="498" y="722"/>
                    <a:pt x="470" y="617"/>
                  </a:cubicBezTo>
                  <a:cubicBezTo>
                    <a:pt x="470" y="540"/>
                    <a:pt x="504" y="452"/>
                    <a:pt x="564" y="402"/>
                  </a:cubicBezTo>
                  <a:cubicBezTo>
                    <a:pt x="605" y="368"/>
                    <a:pt x="654" y="356"/>
                    <a:pt x="701" y="356"/>
                  </a:cubicBezTo>
                  <a:cubicBezTo>
                    <a:pt x="770" y="357"/>
                    <a:pt x="836" y="389"/>
                    <a:pt x="880" y="455"/>
                  </a:cubicBezTo>
                  <a:cubicBezTo>
                    <a:pt x="884" y="462"/>
                    <a:pt x="889" y="469"/>
                    <a:pt x="892" y="476"/>
                  </a:cubicBezTo>
                  <a:cubicBezTo>
                    <a:pt x="776" y="198"/>
                    <a:pt x="514" y="173"/>
                    <a:pt x="275" y="156"/>
                  </a:cubicBezTo>
                  <a:cubicBezTo>
                    <a:pt x="44" y="139"/>
                    <a:pt x="64" y="40"/>
                    <a:pt x="154" y="2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59" name="Arterial-wall-cross-section-diagram">
            <a:extLst>
              <a:ext uri="{FF2B5EF4-FFF2-40B4-BE49-F238E27FC236}">
                <a16:creationId xmlns:a16="http://schemas.microsoft.com/office/drawing/2014/main" id="{67989A03-E355-424B-B1B0-7E096780BB24}"/>
              </a:ext>
            </a:extLst>
          </p:cNvPr>
          <p:cNvGrpSpPr>
            <a:grpSpLocks/>
          </p:cNvGrpSpPr>
          <p:nvPr/>
        </p:nvGrpSpPr>
        <p:grpSpPr bwMode="auto">
          <a:xfrm rot="160703">
            <a:off x="2241550" y="1212850"/>
            <a:ext cx="3989388" cy="5187950"/>
            <a:chOff x="452" y="720"/>
            <a:chExt cx="2513" cy="3268"/>
          </a:xfrm>
        </p:grpSpPr>
        <p:sp>
          <p:nvSpPr>
            <p:cNvPr id="19460" name="Freeform 3202">
              <a:extLst>
                <a:ext uri="{FF2B5EF4-FFF2-40B4-BE49-F238E27FC236}">
                  <a16:creationId xmlns:a16="http://schemas.microsoft.com/office/drawing/2014/main" id="{CD6F5B63-8888-4C68-818A-79DCD5F6A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498"/>
              <a:ext cx="929" cy="571"/>
            </a:xfrm>
            <a:custGeom>
              <a:avLst/>
              <a:gdLst>
                <a:gd name="T0" fmla="*/ 1993 w 453"/>
                <a:gd name="T1" fmla="*/ 0 h 261"/>
                <a:gd name="T2" fmla="*/ 812 w 453"/>
                <a:gd name="T3" fmla="*/ 483 h 261"/>
                <a:gd name="T4" fmla="*/ 0 w 453"/>
                <a:gd name="T5" fmla="*/ 2732 h 261"/>
                <a:gd name="T6" fmla="*/ 304 w 453"/>
                <a:gd name="T7" fmla="*/ 2732 h 261"/>
                <a:gd name="T8" fmla="*/ 328 w 453"/>
                <a:gd name="T9" fmla="*/ 2398 h 261"/>
                <a:gd name="T10" fmla="*/ 1009 w 453"/>
                <a:gd name="T11" fmla="*/ 742 h 261"/>
                <a:gd name="T12" fmla="*/ 1993 w 453"/>
                <a:gd name="T13" fmla="*/ 346 h 261"/>
                <a:gd name="T14" fmla="*/ 3267 w 453"/>
                <a:gd name="T15" fmla="*/ 1205 h 261"/>
                <a:gd name="T16" fmla="*/ 3605 w 453"/>
                <a:gd name="T17" fmla="*/ 2398 h 261"/>
                <a:gd name="T18" fmla="*/ 3613 w 453"/>
                <a:gd name="T19" fmla="*/ 2732 h 261"/>
                <a:gd name="T20" fmla="*/ 3907 w 453"/>
                <a:gd name="T21" fmla="*/ 2732 h 261"/>
                <a:gd name="T22" fmla="*/ 3538 w 453"/>
                <a:gd name="T23" fmla="*/ 1039 h 261"/>
                <a:gd name="T24" fmla="*/ 1993 w 453"/>
                <a:gd name="T25" fmla="*/ 0 h 2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3" h="261">
                  <a:moveTo>
                    <a:pt x="231" y="0"/>
                  </a:moveTo>
                  <a:cubicBezTo>
                    <a:pt x="184" y="0"/>
                    <a:pt x="135" y="12"/>
                    <a:pt x="94" y="46"/>
                  </a:cubicBezTo>
                  <a:cubicBezTo>
                    <a:pt x="34" y="96"/>
                    <a:pt x="0" y="184"/>
                    <a:pt x="0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5" y="254"/>
                    <a:pt x="36" y="241"/>
                    <a:pt x="38" y="229"/>
                  </a:cubicBezTo>
                  <a:cubicBezTo>
                    <a:pt x="45" y="166"/>
                    <a:pt x="75" y="105"/>
                    <a:pt x="117" y="71"/>
                  </a:cubicBezTo>
                  <a:cubicBezTo>
                    <a:pt x="147" y="46"/>
                    <a:pt x="186" y="33"/>
                    <a:pt x="231" y="33"/>
                  </a:cubicBezTo>
                  <a:cubicBezTo>
                    <a:pt x="291" y="34"/>
                    <a:pt x="344" y="63"/>
                    <a:pt x="379" y="115"/>
                  </a:cubicBezTo>
                  <a:cubicBezTo>
                    <a:pt x="401" y="148"/>
                    <a:pt x="414" y="191"/>
                    <a:pt x="418" y="229"/>
                  </a:cubicBezTo>
                  <a:cubicBezTo>
                    <a:pt x="419" y="238"/>
                    <a:pt x="419" y="253"/>
                    <a:pt x="419" y="261"/>
                  </a:cubicBezTo>
                  <a:cubicBezTo>
                    <a:pt x="453" y="261"/>
                    <a:pt x="453" y="261"/>
                    <a:pt x="453" y="261"/>
                  </a:cubicBezTo>
                  <a:cubicBezTo>
                    <a:pt x="453" y="209"/>
                    <a:pt x="440" y="144"/>
                    <a:pt x="410" y="99"/>
                  </a:cubicBezTo>
                  <a:cubicBezTo>
                    <a:pt x="366" y="33"/>
                    <a:pt x="300" y="1"/>
                    <a:pt x="231" y="0"/>
                  </a:cubicBezTo>
                  <a:close/>
                </a:path>
              </a:pathLst>
            </a:custGeom>
            <a:solidFill>
              <a:srgbClr val="F9C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1" name="Freeform 3203">
              <a:extLst>
                <a:ext uri="{FF2B5EF4-FFF2-40B4-BE49-F238E27FC236}">
                  <a16:creationId xmlns:a16="http://schemas.microsoft.com/office/drawing/2014/main" id="{3FEFDFAB-40D9-41E6-8FE4-F9B86D625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3256"/>
              <a:ext cx="1111" cy="657"/>
            </a:xfrm>
            <a:custGeom>
              <a:avLst/>
              <a:gdLst>
                <a:gd name="T0" fmla="*/ 4178 w 542"/>
                <a:gd name="T1" fmla="*/ 0 h 301"/>
                <a:gd name="T2" fmla="*/ 4159 w 542"/>
                <a:gd name="T3" fmla="*/ 310 h 301"/>
                <a:gd name="T4" fmla="*/ 3479 w 542"/>
                <a:gd name="T5" fmla="*/ 2102 h 301"/>
                <a:gd name="T6" fmla="*/ 2290 w 542"/>
                <a:gd name="T7" fmla="*/ 2525 h 301"/>
                <a:gd name="T8" fmla="*/ 888 w 542"/>
                <a:gd name="T9" fmla="*/ 1611 h 301"/>
                <a:gd name="T10" fmla="*/ 467 w 542"/>
                <a:gd name="T11" fmla="*/ 0 h 301"/>
                <a:gd name="T12" fmla="*/ 8 w 542"/>
                <a:gd name="T13" fmla="*/ 0 h 301"/>
                <a:gd name="T14" fmla="*/ 25 w 542"/>
                <a:gd name="T15" fmla="*/ 334 h 301"/>
                <a:gd name="T16" fmla="*/ 484 w 542"/>
                <a:gd name="T17" fmla="*/ 1925 h 301"/>
                <a:gd name="T18" fmla="*/ 2240 w 542"/>
                <a:gd name="T19" fmla="*/ 3121 h 301"/>
                <a:gd name="T20" fmla="*/ 3782 w 542"/>
                <a:gd name="T21" fmla="*/ 2549 h 301"/>
                <a:gd name="T22" fmla="*/ 4651 w 542"/>
                <a:gd name="T23" fmla="*/ 375 h 301"/>
                <a:gd name="T24" fmla="*/ 4651 w 542"/>
                <a:gd name="T25" fmla="*/ 0 h 301"/>
                <a:gd name="T26" fmla="*/ 4178 w 542"/>
                <a:gd name="T27" fmla="*/ 0 h 3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2" h="301">
                  <a:moveTo>
                    <a:pt x="485" y="0"/>
                  </a:moveTo>
                  <a:cubicBezTo>
                    <a:pt x="485" y="0"/>
                    <a:pt x="486" y="9"/>
                    <a:pt x="483" y="30"/>
                  </a:cubicBezTo>
                  <a:cubicBezTo>
                    <a:pt x="477" y="103"/>
                    <a:pt x="449" y="165"/>
                    <a:pt x="404" y="202"/>
                  </a:cubicBezTo>
                  <a:cubicBezTo>
                    <a:pt x="369" y="231"/>
                    <a:pt x="311" y="244"/>
                    <a:pt x="266" y="243"/>
                  </a:cubicBezTo>
                  <a:cubicBezTo>
                    <a:pt x="201" y="243"/>
                    <a:pt x="141" y="213"/>
                    <a:pt x="103" y="155"/>
                  </a:cubicBezTo>
                  <a:cubicBezTo>
                    <a:pt x="46" y="65"/>
                    <a:pt x="54" y="0"/>
                    <a:pt x="5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1"/>
                    <a:pt x="3" y="32"/>
                  </a:cubicBezTo>
                  <a:cubicBezTo>
                    <a:pt x="5" y="76"/>
                    <a:pt x="25" y="138"/>
                    <a:pt x="56" y="185"/>
                  </a:cubicBezTo>
                  <a:cubicBezTo>
                    <a:pt x="104" y="259"/>
                    <a:pt x="177" y="300"/>
                    <a:pt x="260" y="300"/>
                  </a:cubicBezTo>
                  <a:cubicBezTo>
                    <a:pt x="315" y="301"/>
                    <a:pt x="392" y="284"/>
                    <a:pt x="439" y="245"/>
                  </a:cubicBezTo>
                  <a:cubicBezTo>
                    <a:pt x="496" y="198"/>
                    <a:pt x="532" y="123"/>
                    <a:pt x="540" y="36"/>
                  </a:cubicBezTo>
                  <a:cubicBezTo>
                    <a:pt x="542" y="14"/>
                    <a:pt x="540" y="0"/>
                    <a:pt x="540" y="0"/>
                  </a:cubicBezTo>
                  <a:lnTo>
                    <a:pt x="485" y="0"/>
                  </a:lnTo>
                  <a:close/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2" name="Freeform 3204">
              <a:extLst>
                <a:ext uri="{FF2B5EF4-FFF2-40B4-BE49-F238E27FC236}">
                  <a16:creationId xmlns:a16="http://schemas.microsoft.com/office/drawing/2014/main" id="{751F7EE0-E6C8-40F0-857A-D3B56C5E6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069"/>
              <a:ext cx="623" cy="1187"/>
            </a:xfrm>
            <a:custGeom>
              <a:avLst/>
              <a:gdLst>
                <a:gd name="T0" fmla="*/ 0 w 304"/>
                <a:gd name="T1" fmla="*/ 0 h 543"/>
                <a:gd name="T2" fmla="*/ 215 w 304"/>
                <a:gd name="T3" fmla="*/ 520 h 543"/>
                <a:gd name="T4" fmla="*/ 369 w 304"/>
                <a:gd name="T5" fmla="*/ 1100 h 543"/>
                <a:gd name="T6" fmla="*/ 648 w 304"/>
                <a:gd name="T7" fmla="*/ 1596 h 543"/>
                <a:gd name="T8" fmla="*/ 853 w 304"/>
                <a:gd name="T9" fmla="*/ 2203 h 543"/>
                <a:gd name="T10" fmla="*/ 1049 w 304"/>
                <a:gd name="T11" fmla="*/ 2547 h 543"/>
                <a:gd name="T12" fmla="*/ 1213 w 304"/>
                <a:gd name="T13" fmla="*/ 3010 h 543"/>
                <a:gd name="T14" fmla="*/ 1412 w 304"/>
                <a:gd name="T15" fmla="*/ 3364 h 543"/>
                <a:gd name="T16" fmla="*/ 1642 w 304"/>
                <a:gd name="T17" fmla="*/ 3812 h 543"/>
                <a:gd name="T18" fmla="*/ 1928 w 304"/>
                <a:gd name="T19" fmla="*/ 4512 h 543"/>
                <a:gd name="T20" fmla="*/ 2230 w 304"/>
                <a:gd name="T21" fmla="*/ 5056 h 543"/>
                <a:gd name="T22" fmla="*/ 2437 w 304"/>
                <a:gd name="T23" fmla="*/ 5673 h 543"/>
                <a:gd name="T24" fmla="*/ 2617 w 304"/>
                <a:gd name="T25" fmla="*/ 5673 h 543"/>
                <a:gd name="T26" fmla="*/ 105 w 304"/>
                <a:gd name="T27" fmla="*/ 0 h 543"/>
                <a:gd name="T28" fmla="*/ 0 w 304"/>
                <a:gd name="T29" fmla="*/ 0 h 5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543">
                  <a:moveTo>
                    <a:pt x="0" y="0"/>
                  </a:moveTo>
                  <a:cubicBezTo>
                    <a:pt x="5" y="17"/>
                    <a:pt x="17" y="31"/>
                    <a:pt x="25" y="50"/>
                  </a:cubicBezTo>
                  <a:cubicBezTo>
                    <a:pt x="32" y="66"/>
                    <a:pt x="35" y="88"/>
                    <a:pt x="43" y="105"/>
                  </a:cubicBezTo>
                  <a:cubicBezTo>
                    <a:pt x="52" y="123"/>
                    <a:pt x="65" y="133"/>
                    <a:pt x="75" y="153"/>
                  </a:cubicBezTo>
                  <a:cubicBezTo>
                    <a:pt x="84" y="171"/>
                    <a:pt x="89" y="193"/>
                    <a:pt x="99" y="211"/>
                  </a:cubicBezTo>
                  <a:cubicBezTo>
                    <a:pt x="105" y="223"/>
                    <a:pt x="116" y="232"/>
                    <a:pt x="122" y="244"/>
                  </a:cubicBezTo>
                  <a:cubicBezTo>
                    <a:pt x="130" y="258"/>
                    <a:pt x="133" y="274"/>
                    <a:pt x="141" y="288"/>
                  </a:cubicBezTo>
                  <a:cubicBezTo>
                    <a:pt x="148" y="301"/>
                    <a:pt x="156" y="307"/>
                    <a:pt x="164" y="322"/>
                  </a:cubicBezTo>
                  <a:cubicBezTo>
                    <a:pt x="171" y="335"/>
                    <a:pt x="185" y="352"/>
                    <a:pt x="191" y="365"/>
                  </a:cubicBezTo>
                  <a:cubicBezTo>
                    <a:pt x="205" y="390"/>
                    <a:pt x="211" y="409"/>
                    <a:pt x="224" y="432"/>
                  </a:cubicBezTo>
                  <a:cubicBezTo>
                    <a:pt x="234" y="450"/>
                    <a:pt x="250" y="466"/>
                    <a:pt x="259" y="484"/>
                  </a:cubicBezTo>
                  <a:cubicBezTo>
                    <a:pt x="270" y="503"/>
                    <a:pt x="274" y="525"/>
                    <a:pt x="283" y="543"/>
                  </a:cubicBezTo>
                  <a:cubicBezTo>
                    <a:pt x="304" y="543"/>
                    <a:pt x="304" y="543"/>
                    <a:pt x="304" y="543"/>
                  </a:cubicBezTo>
                  <a:cubicBezTo>
                    <a:pt x="225" y="394"/>
                    <a:pt x="67" y="135"/>
                    <a:pt x="1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3" name="Freeform 3205">
              <a:extLst>
                <a:ext uri="{FF2B5EF4-FFF2-40B4-BE49-F238E27FC236}">
                  <a16:creationId xmlns:a16="http://schemas.microsoft.com/office/drawing/2014/main" id="{20E70DDC-EF35-4691-91C6-52F72B31C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069"/>
              <a:ext cx="347" cy="1187"/>
            </a:xfrm>
            <a:custGeom>
              <a:avLst/>
              <a:gdLst>
                <a:gd name="T0" fmla="*/ 1333 w 169"/>
                <a:gd name="T1" fmla="*/ 5673 h 543"/>
                <a:gd name="T2" fmla="*/ 0 w 169"/>
                <a:gd name="T3" fmla="*/ 0 h 543"/>
                <a:gd name="T4" fmla="*/ 105 w 169"/>
                <a:gd name="T5" fmla="*/ 0 h 543"/>
                <a:gd name="T6" fmla="*/ 181 w 169"/>
                <a:gd name="T7" fmla="*/ 483 h 543"/>
                <a:gd name="T8" fmla="*/ 345 w 169"/>
                <a:gd name="T9" fmla="*/ 1224 h 543"/>
                <a:gd name="T10" fmla="*/ 468 w 169"/>
                <a:gd name="T11" fmla="*/ 1744 h 543"/>
                <a:gd name="T12" fmla="*/ 581 w 169"/>
                <a:gd name="T13" fmla="*/ 2457 h 543"/>
                <a:gd name="T14" fmla="*/ 717 w 169"/>
                <a:gd name="T15" fmla="*/ 2977 h 543"/>
                <a:gd name="T16" fmla="*/ 873 w 169"/>
                <a:gd name="T17" fmla="*/ 3699 h 543"/>
                <a:gd name="T18" fmla="*/ 1101 w 169"/>
                <a:gd name="T19" fmla="*/ 4368 h 543"/>
                <a:gd name="T20" fmla="*/ 1222 w 169"/>
                <a:gd name="T21" fmla="*/ 4940 h 543"/>
                <a:gd name="T22" fmla="*/ 1462 w 169"/>
                <a:gd name="T23" fmla="*/ 5673 h 543"/>
                <a:gd name="T24" fmla="*/ 1333 w 169"/>
                <a:gd name="T25" fmla="*/ 5673 h 5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543">
                  <a:moveTo>
                    <a:pt x="154" y="543"/>
                  </a:moveTo>
                  <a:cubicBezTo>
                    <a:pt x="76" y="349"/>
                    <a:pt x="20" y="106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4" y="11"/>
                    <a:pt x="16" y="29"/>
                    <a:pt x="21" y="46"/>
                  </a:cubicBezTo>
                  <a:cubicBezTo>
                    <a:pt x="27" y="65"/>
                    <a:pt x="32" y="91"/>
                    <a:pt x="40" y="117"/>
                  </a:cubicBezTo>
                  <a:cubicBezTo>
                    <a:pt x="46" y="135"/>
                    <a:pt x="47" y="147"/>
                    <a:pt x="54" y="167"/>
                  </a:cubicBezTo>
                  <a:cubicBezTo>
                    <a:pt x="60" y="186"/>
                    <a:pt x="61" y="216"/>
                    <a:pt x="67" y="235"/>
                  </a:cubicBezTo>
                  <a:cubicBezTo>
                    <a:pt x="73" y="251"/>
                    <a:pt x="77" y="269"/>
                    <a:pt x="83" y="285"/>
                  </a:cubicBezTo>
                  <a:cubicBezTo>
                    <a:pt x="93" y="313"/>
                    <a:pt x="91" y="325"/>
                    <a:pt x="101" y="354"/>
                  </a:cubicBezTo>
                  <a:cubicBezTo>
                    <a:pt x="109" y="376"/>
                    <a:pt x="120" y="399"/>
                    <a:pt x="127" y="418"/>
                  </a:cubicBezTo>
                  <a:cubicBezTo>
                    <a:pt x="133" y="436"/>
                    <a:pt x="135" y="457"/>
                    <a:pt x="141" y="473"/>
                  </a:cubicBezTo>
                  <a:cubicBezTo>
                    <a:pt x="158" y="520"/>
                    <a:pt x="169" y="543"/>
                    <a:pt x="169" y="543"/>
                  </a:cubicBezTo>
                  <a:lnTo>
                    <a:pt x="154" y="543"/>
                  </a:ln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4" name="Freeform 3206">
              <a:extLst>
                <a:ext uri="{FF2B5EF4-FFF2-40B4-BE49-F238E27FC236}">
                  <a16:creationId xmlns:a16="http://schemas.microsoft.com/office/drawing/2014/main" id="{1C45BAE8-99B1-42A1-91AE-1CE5453F6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069"/>
              <a:ext cx="711" cy="1187"/>
            </a:xfrm>
            <a:custGeom>
              <a:avLst/>
              <a:gdLst>
                <a:gd name="T0" fmla="*/ 0 w 347"/>
                <a:gd name="T1" fmla="*/ 0 h 543"/>
                <a:gd name="T2" fmla="*/ 2510 w 347"/>
                <a:gd name="T3" fmla="*/ 5673 h 543"/>
                <a:gd name="T4" fmla="*/ 2985 w 347"/>
                <a:gd name="T5" fmla="*/ 5673 h 543"/>
                <a:gd name="T6" fmla="*/ 395 w 347"/>
                <a:gd name="T7" fmla="*/ 0 h 543"/>
                <a:gd name="T8" fmla="*/ 0 w 347"/>
                <a:gd name="T9" fmla="*/ 0 h 5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7" h="543">
                  <a:moveTo>
                    <a:pt x="0" y="0"/>
                  </a:moveTo>
                  <a:cubicBezTo>
                    <a:pt x="55" y="135"/>
                    <a:pt x="213" y="394"/>
                    <a:pt x="292" y="543"/>
                  </a:cubicBezTo>
                  <a:cubicBezTo>
                    <a:pt x="347" y="543"/>
                    <a:pt x="347" y="543"/>
                    <a:pt x="347" y="543"/>
                  </a:cubicBezTo>
                  <a:cubicBezTo>
                    <a:pt x="259" y="400"/>
                    <a:pt x="87" y="121"/>
                    <a:pt x="4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5" name="Freeform 3207">
              <a:extLst>
                <a:ext uri="{FF2B5EF4-FFF2-40B4-BE49-F238E27FC236}">
                  <a16:creationId xmlns:a16="http://schemas.microsoft.com/office/drawing/2014/main" id="{5C211CD7-678C-4211-830F-321C3BB30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069"/>
              <a:ext cx="408" cy="1187"/>
            </a:xfrm>
            <a:custGeom>
              <a:avLst/>
              <a:gdLst>
                <a:gd name="T0" fmla="*/ 1257 w 199"/>
                <a:gd name="T1" fmla="*/ 5673 h 543"/>
                <a:gd name="T2" fmla="*/ 0 w 199"/>
                <a:gd name="T3" fmla="*/ 0 h 543"/>
                <a:gd name="T4" fmla="*/ 387 w 199"/>
                <a:gd name="T5" fmla="*/ 0 h 543"/>
                <a:gd name="T6" fmla="*/ 1716 w 199"/>
                <a:gd name="T7" fmla="*/ 5673 h 543"/>
                <a:gd name="T8" fmla="*/ 1257 w 199"/>
                <a:gd name="T9" fmla="*/ 5673 h 5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543">
                  <a:moveTo>
                    <a:pt x="146" y="543"/>
                  </a:moveTo>
                  <a:cubicBezTo>
                    <a:pt x="64" y="364"/>
                    <a:pt x="22" y="103"/>
                    <a:pt x="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65" y="106"/>
                    <a:pt x="121" y="349"/>
                    <a:pt x="199" y="543"/>
                  </a:cubicBezTo>
                  <a:lnTo>
                    <a:pt x="146" y="543"/>
                  </a:lnTo>
                  <a:close/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6" name="Freeform 3208">
              <a:extLst>
                <a:ext uri="{FF2B5EF4-FFF2-40B4-BE49-F238E27FC236}">
                  <a16:creationId xmlns:a16="http://schemas.microsoft.com/office/drawing/2014/main" id="{E996EA99-D0AF-42E4-9185-C709781C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671"/>
              <a:ext cx="601" cy="398"/>
            </a:xfrm>
            <a:custGeom>
              <a:avLst/>
              <a:gdLst>
                <a:gd name="T0" fmla="*/ 2529 w 293"/>
                <a:gd name="T1" fmla="*/ 1903 h 182"/>
                <a:gd name="T2" fmla="*/ 2521 w 293"/>
                <a:gd name="T3" fmla="*/ 1631 h 182"/>
                <a:gd name="T4" fmla="*/ 2521 w 293"/>
                <a:gd name="T5" fmla="*/ 1612 h 182"/>
                <a:gd name="T6" fmla="*/ 2250 w 293"/>
                <a:gd name="T7" fmla="*/ 649 h 182"/>
                <a:gd name="T8" fmla="*/ 1296 w 293"/>
                <a:gd name="T9" fmla="*/ 0 h 182"/>
                <a:gd name="T10" fmla="*/ 568 w 293"/>
                <a:gd name="T11" fmla="*/ 282 h 182"/>
                <a:gd name="T12" fmla="*/ 88 w 293"/>
                <a:gd name="T13" fmla="*/ 1253 h 182"/>
                <a:gd name="T14" fmla="*/ 0 w 293"/>
                <a:gd name="T15" fmla="*/ 1903 h 182"/>
                <a:gd name="T16" fmla="*/ 105 w 293"/>
                <a:gd name="T17" fmla="*/ 1903 h 182"/>
                <a:gd name="T18" fmla="*/ 156 w 293"/>
                <a:gd name="T19" fmla="*/ 1253 h 182"/>
                <a:gd name="T20" fmla="*/ 336 w 293"/>
                <a:gd name="T21" fmla="*/ 846 h 182"/>
                <a:gd name="T22" fmla="*/ 640 w 293"/>
                <a:gd name="T23" fmla="*/ 378 h 182"/>
                <a:gd name="T24" fmla="*/ 1036 w 293"/>
                <a:gd name="T25" fmla="*/ 186 h 182"/>
                <a:gd name="T26" fmla="*/ 1296 w 293"/>
                <a:gd name="T27" fmla="*/ 105 h 182"/>
                <a:gd name="T28" fmla="*/ 1717 w 293"/>
                <a:gd name="T29" fmla="*/ 262 h 182"/>
                <a:gd name="T30" fmla="*/ 2166 w 293"/>
                <a:gd name="T31" fmla="*/ 660 h 182"/>
                <a:gd name="T32" fmla="*/ 2289 w 293"/>
                <a:gd name="T33" fmla="*/ 1076 h 182"/>
                <a:gd name="T34" fmla="*/ 2406 w 293"/>
                <a:gd name="T35" fmla="*/ 1435 h 182"/>
                <a:gd name="T36" fmla="*/ 2422 w 293"/>
                <a:gd name="T37" fmla="*/ 1903 h 182"/>
                <a:gd name="T38" fmla="*/ 2529 w 293"/>
                <a:gd name="T39" fmla="*/ 1903 h 18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3" h="182">
                  <a:moveTo>
                    <a:pt x="293" y="182"/>
                  </a:moveTo>
                  <a:cubicBezTo>
                    <a:pt x="293" y="165"/>
                    <a:pt x="292" y="158"/>
                    <a:pt x="292" y="156"/>
                  </a:cubicBezTo>
                  <a:cubicBezTo>
                    <a:pt x="292" y="155"/>
                    <a:pt x="292" y="154"/>
                    <a:pt x="292" y="154"/>
                  </a:cubicBezTo>
                  <a:cubicBezTo>
                    <a:pt x="289" y="122"/>
                    <a:pt x="277" y="86"/>
                    <a:pt x="261" y="62"/>
                  </a:cubicBezTo>
                  <a:cubicBezTo>
                    <a:pt x="234" y="22"/>
                    <a:pt x="196" y="1"/>
                    <a:pt x="150" y="0"/>
                  </a:cubicBezTo>
                  <a:cubicBezTo>
                    <a:pt x="116" y="0"/>
                    <a:pt x="89" y="9"/>
                    <a:pt x="66" y="27"/>
                  </a:cubicBezTo>
                  <a:cubicBezTo>
                    <a:pt x="41" y="48"/>
                    <a:pt x="21" y="82"/>
                    <a:pt x="10" y="120"/>
                  </a:cubicBezTo>
                  <a:cubicBezTo>
                    <a:pt x="5" y="138"/>
                    <a:pt x="0" y="172"/>
                    <a:pt x="0" y="182"/>
                  </a:cubicBezTo>
                  <a:cubicBezTo>
                    <a:pt x="12" y="182"/>
                    <a:pt x="12" y="182"/>
                    <a:pt x="12" y="182"/>
                  </a:cubicBezTo>
                  <a:cubicBezTo>
                    <a:pt x="13" y="163"/>
                    <a:pt x="14" y="135"/>
                    <a:pt x="18" y="120"/>
                  </a:cubicBezTo>
                  <a:cubicBezTo>
                    <a:pt x="22" y="107"/>
                    <a:pt x="33" y="93"/>
                    <a:pt x="39" y="81"/>
                  </a:cubicBezTo>
                  <a:cubicBezTo>
                    <a:pt x="49" y="63"/>
                    <a:pt x="61" y="47"/>
                    <a:pt x="74" y="36"/>
                  </a:cubicBezTo>
                  <a:cubicBezTo>
                    <a:pt x="87" y="25"/>
                    <a:pt x="102" y="21"/>
                    <a:pt x="120" y="18"/>
                  </a:cubicBezTo>
                  <a:cubicBezTo>
                    <a:pt x="129" y="16"/>
                    <a:pt x="140" y="10"/>
                    <a:pt x="150" y="10"/>
                  </a:cubicBezTo>
                  <a:cubicBezTo>
                    <a:pt x="165" y="10"/>
                    <a:pt x="186" y="20"/>
                    <a:pt x="199" y="25"/>
                  </a:cubicBezTo>
                  <a:cubicBezTo>
                    <a:pt x="221" y="34"/>
                    <a:pt x="236" y="41"/>
                    <a:pt x="251" y="63"/>
                  </a:cubicBezTo>
                  <a:cubicBezTo>
                    <a:pt x="257" y="72"/>
                    <a:pt x="261" y="91"/>
                    <a:pt x="265" y="103"/>
                  </a:cubicBezTo>
                  <a:cubicBezTo>
                    <a:pt x="269" y="114"/>
                    <a:pt x="276" y="125"/>
                    <a:pt x="279" y="137"/>
                  </a:cubicBezTo>
                  <a:cubicBezTo>
                    <a:pt x="282" y="152"/>
                    <a:pt x="280" y="171"/>
                    <a:pt x="281" y="182"/>
                  </a:cubicBezTo>
                  <a:lnTo>
                    <a:pt x="293" y="182"/>
                  </a:lnTo>
                  <a:close/>
                </a:path>
              </a:pathLst>
            </a:custGeom>
            <a:solidFill>
              <a:srgbClr val="A14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7" name="Freeform 3209">
              <a:extLst>
                <a:ext uri="{FF2B5EF4-FFF2-40B4-BE49-F238E27FC236}">
                  <a16:creationId xmlns:a16="http://schemas.microsoft.com/office/drawing/2014/main" id="{E0C04C0E-3E11-4FFE-AE39-61C7E93F5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570"/>
              <a:ext cx="787" cy="499"/>
            </a:xfrm>
            <a:custGeom>
              <a:avLst/>
              <a:gdLst>
                <a:gd name="T0" fmla="*/ 3298 w 384"/>
                <a:gd name="T1" fmla="*/ 2055 h 228"/>
                <a:gd name="T2" fmla="*/ 2961 w 384"/>
                <a:gd name="T3" fmla="*/ 858 h 228"/>
                <a:gd name="T4" fmla="*/ 1689 w 384"/>
                <a:gd name="T5" fmla="*/ 0 h 228"/>
                <a:gd name="T6" fmla="*/ 705 w 384"/>
                <a:gd name="T7" fmla="*/ 398 h 228"/>
                <a:gd name="T8" fmla="*/ 25 w 384"/>
                <a:gd name="T9" fmla="*/ 2055 h 228"/>
                <a:gd name="T10" fmla="*/ 0 w 384"/>
                <a:gd name="T11" fmla="*/ 2390 h 228"/>
                <a:gd name="T12" fmla="*/ 387 w 384"/>
                <a:gd name="T13" fmla="*/ 2390 h 228"/>
                <a:gd name="T14" fmla="*/ 475 w 384"/>
                <a:gd name="T15" fmla="*/ 1738 h 228"/>
                <a:gd name="T16" fmla="*/ 953 w 384"/>
                <a:gd name="T17" fmla="*/ 766 h 228"/>
                <a:gd name="T18" fmla="*/ 1681 w 384"/>
                <a:gd name="T19" fmla="*/ 484 h 228"/>
                <a:gd name="T20" fmla="*/ 2634 w 384"/>
                <a:gd name="T21" fmla="*/ 1132 h 228"/>
                <a:gd name="T22" fmla="*/ 2902 w 384"/>
                <a:gd name="T23" fmla="*/ 2099 h 228"/>
                <a:gd name="T24" fmla="*/ 2902 w 384"/>
                <a:gd name="T25" fmla="*/ 2116 h 228"/>
                <a:gd name="T26" fmla="*/ 2910 w 384"/>
                <a:gd name="T27" fmla="*/ 2390 h 228"/>
                <a:gd name="T28" fmla="*/ 3306 w 384"/>
                <a:gd name="T29" fmla="*/ 2390 h 228"/>
                <a:gd name="T30" fmla="*/ 3298 w 384"/>
                <a:gd name="T31" fmla="*/ 2055 h 2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4" h="228">
                  <a:moveTo>
                    <a:pt x="383" y="196"/>
                  </a:moveTo>
                  <a:cubicBezTo>
                    <a:pt x="379" y="158"/>
                    <a:pt x="366" y="115"/>
                    <a:pt x="344" y="82"/>
                  </a:cubicBezTo>
                  <a:cubicBezTo>
                    <a:pt x="309" y="30"/>
                    <a:pt x="256" y="1"/>
                    <a:pt x="196" y="0"/>
                  </a:cubicBezTo>
                  <a:cubicBezTo>
                    <a:pt x="151" y="0"/>
                    <a:pt x="112" y="13"/>
                    <a:pt x="82" y="38"/>
                  </a:cubicBezTo>
                  <a:cubicBezTo>
                    <a:pt x="40" y="72"/>
                    <a:pt x="10" y="133"/>
                    <a:pt x="3" y="196"/>
                  </a:cubicBezTo>
                  <a:cubicBezTo>
                    <a:pt x="1" y="208"/>
                    <a:pt x="0" y="221"/>
                    <a:pt x="0" y="228"/>
                  </a:cubicBezTo>
                  <a:cubicBezTo>
                    <a:pt x="45" y="228"/>
                    <a:pt x="45" y="228"/>
                    <a:pt x="45" y="228"/>
                  </a:cubicBezTo>
                  <a:cubicBezTo>
                    <a:pt x="45" y="218"/>
                    <a:pt x="50" y="184"/>
                    <a:pt x="55" y="166"/>
                  </a:cubicBezTo>
                  <a:cubicBezTo>
                    <a:pt x="66" y="128"/>
                    <a:pt x="86" y="94"/>
                    <a:pt x="111" y="73"/>
                  </a:cubicBezTo>
                  <a:cubicBezTo>
                    <a:pt x="134" y="55"/>
                    <a:pt x="161" y="46"/>
                    <a:pt x="195" y="46"/>
                  </a:cubicBezTo>
                  <a:cubicBezTo>
                    <a:pt x="241" y="47"/>
                    <a:pt x="279" y="68"/>
                    <a:pt x="306" y="108"/>
                  </a:cubicBezTo>
                  <a:cubicBezTo>
                    <a:pt x="322" y="132"/>
                    <a:pt x="334" y="168"/>
                    <a:pt x="337" y="200"/>
                  </a:cubicBezTo>
                  <a:cubicBezTo>
                    <a:pt x="337" y="200"/>
                    <a:pt x="337" y="201"/>
                    <a:pt x="337" y="202"/>
                  </a:cubicBezTo>
                  <a:cubicBezTo>
                    <a:pt x="337" y="204"/>
                    <a:pt x="338" y="211"/>
                    <a:pt x="338" y="228"/>
                  </a:cubicBezTo>
                  <a:cubicBezTo>
                    <a:pt x="384" y="228"/>
                    <a:pt x="384" y="228"/>
                    <a:pt x="384" y="228"/>
                  </a:cubicBezTo>
                  <a:cubicBezTo>
                    <a:pt x="384" y="220"/>
                    <a:pt x="384" y="205"/>
                    <a:pt x="383" y="196"/>
                  </a:cubicBezTo>
                  <a:close/>
                </a:path>
              </a:pathLst>
            </a:custGeom>
            <a:solidFill>
              <a:srgbClr val="F5B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8" name="Freeform 3210">
              <a:extLst>
                <a:ext uri="{FF2B5EF4-FFF2-40B4-BE49-F238E27FC236}">
                  <a16:creationId xmlns:a16="http://schemas.microsoft.com/office/drawing/2014/main" id="{07BB5F8F-55BE-4DCA-BC17-525A07513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3256"/>
              <a:ext cx="1261" cy="732"/>
            </a:xfrm>
            <a:custGeom>
              <a:avLst/>
              <a:gdLst>
                <a:gd name="T0" fmla="*/ 0 w 615"/>
                <a:gd name="T1" fmla="*/ 0 h 335"/>
                <a:gd name="T2" fmla="*/ 576 w 615"/>
                <a:gd name="T3" fmla="*/ 2130 h 335"/>
                <a:gd name="T4" fmla="*/ 2569 w 615"/>
                <a:gd name="T5" fmla="*/ 3485 h 335"/>
                <a:gd name="T6" fmla="*/ 4310 w 615"/>
                <a:gd name="T7" fmla="*/ 2836 h 335"/>
                <a:gd name="T8" fmla="*/ 5302 w 615"/>
                <a:gd name="T9" fmla="*/ 0 h 335"/>
                <a:gd name="T10" fmla="*/ 4991 w 615"/>
                <a:gd name="T11" fmla="*/ 0 h 335"/>
                <a:gd name="T12" fmla="*/ 4991 w 615"/>
                <a:gd name="T13" fmla="*/ 378 h 335"/>
                <a:gd name="T14" fmla="*/ 4119 w 615"/>
                <a:gd name="T15" fmla="*/ 2554 h 335"/>
                <a:gd name="T16" fmla="*/ 2577 w 615"/>
                <a:gd name="T17" fmla="*/ 3131 h 335"/>
                <a:gd name="T18" fmla="*/ 820 w 615"/>
                <a:gd name="T19" fmla="*/ 1929 h 335"/>
                <a:gd name="T20" fmla="*/ 361 w 615"/>
                <a:gd name="T21" fmla="*/ 334 h 335"/>
                <a:gd name="T22" fmla="*/ 344 w 615"/>
                <a:gd name="T23" fmla="*/ 0 h 335"/>
                <a:gd name="T24" fmla="*/ 0 w 615"/>
                <a:gd name="T25" fmla="*/ 0 h 3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5" h="335">
                  <a:moveTo>
                    <a:pt x="0" y="0"/>
                  </a:moveTo>
                  <a:cubicBezTo>
                    <a:pt x="0" y="69"/>
                    <a:pt x="27" y="144"/>
                    <a:pt x="67" y="204"/>
                  </a:cubicBezTo>
                  <a:cubicBezTo>
                    <a:pt x="124" y="291"/>
                    <a:pt x="209" y="333"/>
                    <a:pt x="298" y="334"/>
                  </a:cubicBezTo>
                  <a:cubicBezTo>
                    <a:pt x="360" y="335"/>
                    <a:pt x="446" y="316"/>
                    <a:pt x="500" y="272"/>
                  </a:cubicBezTo>
                  <a:cubicBezTo>
                    <a:pt x="578" y="207"/>
                    <a:pt x="615" y="101"/>
                    <a:pt x="615" y="0"/>
                  </a:cubicBezTo>
                  <a:cubicBezTo>
                    <a:pt x="579" y="0"/>
                    <a:pt x="579" y="0"/>
                    <a:pt x="579" y="0"/>
                  </a:cubicBezTo>
                  <a:cubicBezTo>
                    <a:pt x="579" y="0"/>
                    <a:pt x="581" y="14"/>
                    <a:pt x="579" y="36"/>
                  </a:cubicBezTo>
                  <a:cubicBezTo>
                    <a:pt x="571" y="123"/>
                    <a:pt x="535" y="198"/>
                    <a:pt x="478" y="245"/>
                  </a:cubicBezTo>
                  <a:cubicBezTo>
                    <a:pt x="431" y="284"/>
                    <a:pt x="354" y="301"/>
                    <a:pt x="299" y="300"/>
                  </a:cubicBezTo>
                  <a:cubicBezTo>
                    <a:pt x="216" y="300"/>
                    <a:pt x="143" y="259"/>
                    <a:pt x="95" y="185"/>
                  </a:cubicBezTo>
                  <a:cubicBezTo>
                    <a:pt x="64" y="138"/>
                    <a:pt x="44" y="76"/>
                    <a:pt x="42" y="32"/>
                  </a:cubicBezTo>
                  <a:cubicBezTo>
                    <a:pt x="39" y="11"/>
                    <a:pt x="40" y="0"/>
                    <a:pt x="4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5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9" name="Freeform 3211">
              <a:extLst>
                <a:ext uri="{FF2B5EF4-FFF2-40B4-BE49-F238E27FC236}">
                  <a16:creationId xmlns:a16="http://schemas.microsoft.com/office/drawing/2014/main" id="{91C809A7-B2FA-44D6-AAD8-116E12A2B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720"/>
              <a:ext cx="1828" cy="2938"/>
            </a:xfrm>
            <a:custGeom>
              <a:avLst/>
              <a:gdLst>
                <a:gd name="T0" fmla="*/ 5338 w 892"/>
                <a:gd name="T1" fmla="*/ 12860 h 1344"/>
                <a:gd name="T2" fmla="*/ 5330 w 892"/>
                <a:gd name="T3" fmla="*/ 12841 h 1344"/>
                <a:gd name="T4" fmla="*/ 5308 w 892"/>
                <a:gd name="T5" fmla="*/ 12753 h 1344"/>
                <a:gd name="T6" fmla="*/ 5300 w 892"/>
                <a:gd name="T7" fmla="*/ 12701 h 1344"/>
                <a:gd name="T8" fmla="*/ 5291 w 892"/>
                <a:gd name="T9" fmla="*/ 12631 h 1344"/>
                <a:gd name="T10" fmla="*/ 5283 w 892"/>
                <a:gd name="T11" fmla="*/ 12567 h 1344"/>
                <a:gd name="T12" fmla="*/ 5275 w 892"/>
                <a:gd name="T13" fmla="*/ 12506 h 1344"/>
                <a:gd name="T14" fmla="*/ 5267 w 892"/>
                <a:gd name="T15" fmla="*/ 12430 h 1344"/>
                <a:gd name="T16" fmla="*/ 5267 w 892"/>
                <a:gd name="T17" fmla="*/ 12366 h 1344"/>
                <a:gd name="T18" fmla="*/ 5259 w 892"/>
                <a:gd name="T19" fmla="*/ 12285 h 1344"/>
                <a:gd name="T20" fmla="*/ 5259 w 892"/>
                <a:gd name="T21" fmla="*/ 12244 h 1344"/>
                <a:gd name="T22" fmla="*/ 5259 w 892"/>
                <a:gd name="T23" fmla="*/ 12119 h 1344"/>
                <a:gd name="T24" fmla="*/ 4045 w 892"/>
                <a:gd name="T25" fmla="*/ 6447 h 1344"/>
                <a:gd name="T26" fmla="*/ 4855 w 892"/>
                <a:gd name="T27" fmla="*/ 4202 h 1344"/>
                <a:gd name="T28" fmla="*/ 6035 w 892"/>
                <a:gd name="T29" fmla="*/ 3718 h 1344"/>
                <a:gd name="T30" fmla="*/ 7572 w 892"/>
                <a:gd name="T31" fmla="*/ 4755 h 1344"/>
                <a:gd name="T32" fmla="*/ 7677 w 892"/>
                <a:gd name="T33" fmla="*/ 4975 h 1344"/>
                <a:gd name="T34" fmla="*/ 2369 w 892"/>
                <a:gd name="T35" fmla="*/ 1629 h 1344"/>
                <a:gd name="T36" fmla="*/ 1328 w 892"/>
                <a:gd name="T37" fmla="*/ 210 h 1344"/>
                <a:gd name="T38" fmla="*/ 1289 w 892"/>
                <a:gd name="T39" fmla="*/ 0 h 1344"/>
                <a:gd name="T40" fmla="*/ 1049 w 892"/>
                <a:gd name="T41" fmla="*/ 2289 h 1344"/>
                <a:gd name="T42" fmla="*/ 2510 w 892"/>
                <a:gd name="T43" fmla="*/ 2925 h 1344"/>
                <a:gd name="T44" fmla="*/ 3787 w 892"/>
                <a:gd name="T45" fmla="*/ 4617 h 1344"/>
                <a:gd name="T46" fmla="*/ 3890 w 892"/>
                <a:gd name="T47" fmla="*/ 6632 h 1344"/>
                <a:gd name="T48" fmla="*/ 5724 w 892"/>
                <a:gd name="T49" fmla="*/ 14041 h 1344"/>
                <a:gd name="T50" fmla="*/ 5338 w 892"/>
                <a:gd name="T51" fmla="*/ 12860 h 13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92" h="1344">
                  <a:moveTo>
                    <a:pt x="620" y="1231"/>
                  </a:moveTo>
                  <a:cubicBezTo>
                    <a:pt x="620" y="1231"/>
                    <a:pt x="619" y="1230"/>
                    <a:pt x="619" y="1229"/>
                  </a:cubicBezTo>
                  <a:cubicBezTo>
                    <a:pt x="619" y="1226"/>
                    <a:pt x="618" y="1224"/>
                    <a:pt x="617" y="1221"/>
                  </a:cubicBezTo>
                  <a:cubicBezTo>
                    <a:pt x="617" y="1219"/>
                    <a:pt x="617" y="1218"/>
                    <a:pt x="616" y="1216"/>
                  </a:cubicBezTo>
                  <a:cubicBezTo>
                    <a:pt x="616" y="1214"/>
                    <a:pt x="616" y="1211"/>
                    <a:pt x="615" y="1209"/>
                  </a:cubicBezTo>
                  <a:cubicBezTo>
                    <a:pt x="615" y="1207"/>
                    <a:pt x="614" y="1205"/>
                    <a:pt x="614" y="1203"/>
                  </a:cubicBezTo>
                  <a:cubicBezTo>
                    <a:pt x="614" y="1201"/>
                    <a:pt x="614" y="1199"/>
                    <a:pt x="613" y="1197"/>
                  </a:cubicBezTo>
                  <a:cubicBezTo>
                    <a:pt x="613" y="1194"/>
                    <a:pt x="613" y="1192"/>
                    <a:pt x="612" y="1190"/>
                  </a:cubicBezTo>
                  <a:cubicBezTo>
                    <a:pt x="612" y="1188"/>
                    <a:pt x="612" y="1186"/>
                    <a:pt x="612" y="1184"/>
                  </a:cubicBezTo>
                  <a:cubicBezTo>
                    <a:pt x="612" y="1182"/>
                    <a:pt x="612" y="1179"/>
                    <a:pt x="611" y="1176"/>
                  </a:cubicBezTo>
                  <a:cubicBezTo>
                    <a:pt x="611" y="1175"/>
                    <a:pt x="611" y="1174"/>
                    <a:pt x="611" y="1172"/>
                  </a:cubicBezTo>
                  <a:cubicBezTo>
                    <a:pt x="611" y="1168"/>
                    <a:pt x="611" y="1164"/>
                    <a:pt x="611" y="1160"/>
                  </a:cubicBezTo>
                  <a:cubicBezTo>
                    <a:pt x="528" y="971"/>
                    <a:pt x="498" y="722"/>
                    <a:pt x="470" y="617"/>
                  </a:cubicBezTo>
                  <a:cubicBezTo>
                    <a:pt x="470" y="540"/>
                    <a:pt x="504" y="452"/>
                    <a:pt x="564" y="402"/>
                  </a:cubicBezTo>
                  <a:cubicBezTo>
                    <a:pt x="605" y="368"/>
                    <a:pt x="654" y="356"/>
                    <a:pt x="701" y="356"/>
                  </a:cubicBezTo>
                  <a:cubicBezTo>
                    <a:pt x="770" y="357"/>
                    <a:pt x="836" y="389"/>
                    <a:pt x="880" y="455"/>
                  </a:cubicBezTo>
                  <a:cubicBezTo>
                    <a:pt x="884" y="462"/>
                    <a:pt x="889" y="469"/>
                    <a:pt x="892" y="476"/>
                  </a:cubicBezTo>
                  <a:cubicBezTo>
                    <a:pt x="776" y="198"/>
                    <a:pt x="514" y="173"/>
                    <a:pt x="275" y="156"/>
                  </a:cubicBezTo>
                  <a:cubicBezTo>
                    <a:pt x="44" y="139"/>
                    <a:pt x="64" y="40"/>
                    <a:pt x="154" y="2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0" y="40"/>
                    <a:pt x="10" y="151"/>
                    <a:pt x="122" y="219"/>
                  </a:cubicBezTo>
                  <a:cubicBezTo>
                    <a:pt x="174" y="251"/>
                    <a:pt x="236" y="265"/>
                    <a:pt x="292" y="280"/>
                  </a:cubicBezTo>
                  <a:cubicBezTo>
                    <a:pt x="387" y="305"/>
                    <a:pt x="449" y="326"/>
                    <a:pt x="440" y="442"/>
                  </a:cubicBezTo>
                  <a:cubicBezTo>
                    <a:pt x="433" y="523"/>
                    <a:pt x="439" y="571"/>
                    <a:pt x="452" y="635"/>
                  </a:cubicBezTo>
                  <a:cubicBezTo>
                    <a:pt x="465" y="708"/>
                    <a:pt x="596" y="1262"/>
                    <a:pt x="665" y="1344"/>
                  </a:cubicBezTo>
                  <a:cubicBezTo>
                    <a:pt x="645" y="1309"/>
                    <a:pt x="629" y="1270"/>
                    <a:pt x="620" y="1231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3212">
              <a:extLst>
                <a:ext uri="{FF2B5EF4-FFF2-40B4-BE49-F238E27FC236}">
                  <a16:creationId xmlns:a16="http://schemas.microsoft.com/office/drawing/2014/main" id="{497ECC1D-FDCC-4360-980E-73CFE7166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069"/>
              <a:ext cx="691" cy="1187"/>
            </a:xfrm>
            <a:custGeom>
              <a:avLst/>
              <a:gdLst>
                <a:gd name="T0" fmla="*/ 2905 w 337"/>
                <a:gd name="T1" fmla="*/ 5673 h 543"/>
                <a:gd name="T2" fmla="*/ 295 w 337"/>
                <a:gd name="T3" fmla="*/ 0 h 543"/>
                <a:gd name="T4" fmla="*/ 0 w 337"/>
                <a:gd name="T5" fmla="*/ 0 h 543"/>
                <a:gd name="T6" fmla="*/ 2594 w 337"/>
                <a:gd name="T7" fmla="*/ 5673 h 543"/>
                <a:gd name="T8" fmla="*/ 2905 w 337"/>
                <a:gd name="T9" fmla="*/ 5673 h 5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7" h="543">
                  <a:moveTo>
                    <a:pt x="337" y="543"/>
                  </a:moveTo>
                  <a:cubicBezTo>
                    <a:pt x="234" y="366"/>
                    <a:pt x="79" y="119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1" y="121"/>
                    <a:pt x="213" y="400"/>
                    <a:pt x="301" y="543"/>
                  </a:cubicBezTo>
                  <a:lnTo>
                    <a:pt x="337" y="543"/>
                  </a:ln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3213">
              <a:extLst>
                <a:ext uri="{FF2B5EF4-FFF2-40B4-BE49-F238E27FC236}">
                  <a16:creationId xmlns:a16="http://schemas.microsoft.com/office/drawing/2014/main" id="{AF061986-EFF3-486D-BBF9-0B8878DFA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069"/>
              <a:ext cx="371" cy="1187"/>
            </a:xfrm>
            <a:custGeom>
              <a:avLst/>
              <a:gdLst>
                <a:gd name="T0" fmla="*/ 0 w 181"/>
                <a:gd name="T1" fmla="*/ 0 h 543"/>
                <a:gd name="T2" fmla="*/ 1213 w 181"/>
                <a:gd name="T3" fmla="*/ 5673 h 543"/>
                <a:gd name="T4" fmla="*/ 1558 w 181"/>
                <a:gd name="T5" fmla="*/ 5673 h 543"/>
                <a:gd name="T6" fmla="*/ 303 w 181"/>
                <a:gd name="T7" fmla="*/ 0 h 543"/>
                <a:gd name="T8" fmla="*/ 0 w 181"/>
                <a:gd name="T9" fmla="*/ 0 h 5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543">
                  <a:moveTo>
                    <a:pt x="0" y="0"/>
                  </a:moveTo>
                  <a:cubicBezTo>
                    <a:pt x="28" y="105"/>
                    <a:pt x="58" y="354"/>
                    <a:pt x="141" y="543"/>
                  </a:cubicBezTo>
                  <a:cubicBezTo>
                    <a:pt x="181" y="543"/>
                    <a:pt x="181" y="543"/>
                    <a:pt x="181" y="543"/>
                  </a:cubicBezTo>
                  <a:cubicBezTo>
                    <a:pt x="99" y="364"/>
                    <a:pt x="57" y="103"/>
                    <a:pt x="3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Freeform 3214">
              <a:extLst>
                <a:ext uri="{FF2B5EF4-FFF2-40B4-BE49-F238E27FC236}">
                  <a16:creationId xmlns:a16="http://schemas.microsoft.com/office/drawing/2014/main" id="{DF2AC955-2E84-4EC6-9BDA-851F25973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3256"/>
              <a:ext cx="901" cy="533"/>
            </a:xfrm>
            <a:custGeom>
              <a:avLst/>
              <a:gdLst>
                <a:gd name="T0" fmla="*/ 3770 w 440"/>
                <a:gd name="T1" fmla="*/ 0 h 244"/>
                <a:gd name="T2" fmla="*/ 3590 w 440"/>
                <a:gd name="T3" fmla="*/ 0 h 244"/>
                <a:gd name="T4" fmla="*/ 3590 w 440"/>
                <a:gd name="T5" fmla="*/ 61 h 244"/>
                <a:gd name="T6" fmla="*/ 3590 w 440"/>
                <a:gd name="T7" fmla="*/ 72 h 244"/>
                <a:gd name="T8" fmla="*/ 3598 w 440"/>
                <a:gd name="T9" fmla="*/ 125 h 244"/>
                <a:gd name="T10" fmla="*/ 3598 w 440"/>
                <a:gd name="T11" fmla="*/ 133 h 244"/>
                <a:gd name="T12" fmla="*/ 3598 w 440"/>
                <a:gd name="T13" fmla="*/ 218 h 244"/>
                <a:gd name="T14" fmla="*/ 3598 w 440"/>
                <a:gd name="T15" fmla="*/ 262 h 244"/>
                <a:gd name="T16" fmla="*/ 3598 w 440"/>
                <a:gd name="T17" fmla="*/ 291 h 244"/>
                <a:gd name="T18" fmla="*/ 3606 w 440"/>
                <a:gd name="T19" fmla="*/ 334 h 244"/>
                <a:gd name="T20" fmla="*/ 3606 w 440"/>
                <a:gd name="T21" fmla="*/ 354 h 244"/>
                <a:gd name="T22" fmla="*/ 3606 w 440"/>
                <a:gd name="T23" fmla="*/ 415 h 244"/>
                <a:gd name="T24" fmla="*/ 3606 w 440"/>
                <a:gd name="T25" fmla="*/ 439 h 244"/>
                <a:gd name="T26" fmla="*/ 3606 w 440"/>
                <a:gd name="T27" fmla="*/ 476 h 244"/>
                <a:gd name="T28" fmla="*/ 3606 w 440"/>
                <a:gd name="T29" fmla="*/ 500 h 244"/>
                <a:gd name="T30" fmla="*/ 3606 w 440"/>
                <a:gd name="T31" fmla="*/ 553 h 244"/>
                <a:gd name="T32" fmla="*/ 3614 w 440"/>
                <a:gd name="T33" fmla="*/ 564 h 244"/>
                <a:gd name="T34" fmla="*/ 3606 w 440"/>
                <a:gd name="T35" fmla="*/ 721 h 244"/>
                <a:gd name="T36" fmla="*/ 3598 w 440"/>
                <a:gd name="T37" fmla="*/ 749 h 244"/>
                <a:gd name="T38" fmla="*/ 3522 w 440"/>
                <a:gd name="T39" fmla="*/ 979 h 244"/>
                <a:gd name="T40" fmla="*/ 3485 w 440"/>
                <a:gd name="T41" fmla="*/ 1188 h 244"/>
                <a:gd name="T42" fmla="*/ 3467 w 440"/>
                <a:gd name="T43" fmla="*/ 1232 h 244"/>
                <a:gd name="T44" fmla="*/ 3459 w 440"/>
                <a:gd name="T45" fmla="*/ 1260 h 244"/>
                <a:gd name="T46" fmla="*/ 3459 w 440"/>
                <a:gd name="T47" fmla="*/ 1260 h 244"/>
                <a:gd name="T48" fmla="*/ 3442 w 440"/>
                <a:gd name="T49" fmla="*/ 1284 h 244"/>
                <a:gd name="T50" fmla="*/ 3442 w 440"/>
                <a:gd name="T51" fmla="*/ 1284 h 244"/>
                <a:gd name="T52" fmla="*/ 3418 w 440"/>
                <a:gd name="T53" fmla="*/ 1365 h 244"/>
                <a:gd name="T54" fmla="*/ 3213 w 440"/>
                <a:gd name="T55" fmla="*/ 1680 h 244"/>
                <a:gd name="T56" fmla="*/ 3006 w 440"/>
                <a:gd name="T57" fmla="*/ 1981 h 244"/>
                <a:gd name="T58" fmla="*/ 2781 w 440"/>
                <a:gd name="T59" fmla="*/ 2139 h 244"/>
                <a:gd name="T60" fmla="*/ 2498 w 440"/>
                <a:gd name="T61" fmla="*/ 2344 h 244"/>
                <a:gd name="T62" fmla="*/ 2189 w 440"/>
                <a:gd name="T63" fmla="*/ 2385 h 244"/>
                <a:gd name="T64" fmla="*/ 1900 w 440"/>
                <a:gd name="T65" fmla="*/ 2429 h 244"/>
                <a:gd name="T66" fmla="*/ 1853 w 440"/>
                <a:gd name="T67" fmla="*/ 2420 h 244"/>
                <a:gd name="T68" fmla="*/ 1853 w 440"/>
                <a:gd name="T69" fmla="*/ 2420 h 244"/>
                <a:gd name="T70" fmla="*/ 1720 w 440"/>
                <a:gd name="T71" fmla="*/ 2385 h 244"/>
                <a:gd name="T72" fmla="*/ 1720 w 440"/>
                <a:gd name="T73" fmla="*/ 2385 h 244"/>
                <a:gd name="T74" fmla="*/ 1581 w 440"/>
                <a:gd name="T75" fmla="*/ 2324 h 244"/>
                <a:gd name="T76" fmla="*/ 1540 w 440"/>
                <a:gd name="T77" fmla="*/ 2305 h 244"/>
                <a:gd name="T78" fmla="*/ 1270 w 440"/>
                <a:gd name="T79" fmla="*/ 2200 h 244"/>
                <a:gd name="T80" fmla="*/ 1116 w 440"/>
                <a:gd name="T81" fmla="*/ 2086 h 244"/>
                <a:gd name="T82" fmla="*/ 928 w 440"/>
                <a:gd name="T83" fmla="*/ 2014 h 244"/>
                <a:gd name="T84" fmla="*/ 805 w 440"/>
                <a:gd name="T85" fmla="*/ 1898 h 244"/>
                <a:gd name="T86" fmla="*/ 625 w 440"/>
                <a:gd name="T87" fmla="*/ 1503 h 244"/>
                <a:gd name="T88" fmla="*/ 369 w 440"/>
                <a:gd name="T89" fmla="*/ 1092 h 244"/>
                <a:gd name="T90" fmla="*/ 293 w 440"/>
                <a:gd name="T91" fmla="*/ 387 h 244"/>
                <a:gd name="T92" fmla="*/ 197 w 440"/>
                <a:gd name="T93" fmla="*/ 0 h 244"/>
                <a:gd name="T94" fmla="*/ 197 w 440"/>
                <a:gd name="T95" fmla="*/ 0 h 244"/>
                <a:gd name="T96" fmla="*/ 197 w 440"/>
                <a:gd name="T97" fmla="*/ 0 h 244"/>
                <a:gd name="T98" fmla="*/ 68 w 440"/>
                <a:gd name="T99" fmla="*/ 0 h 244"/>
                <a:gd name="T100" fmla="*/ 491 w 440"/>
                <a:gd name="T101" fmla="*/ 1619 h 244"/>
                <a:gd name="T102" fmla="*/ 1892 w 440"/>
                <a:gd name="T103" fmla="*/ 2534 h 244"/>
                <a:gd name="T104" fmla="*/ 3074 w 440"/>
                <a:gd name="T105" fmla="*/ 2104 h 244"/>
                <a:gd name="T106" fmla="*/ 3753 w 440"/>
                <a:gd name="T107" fmla="*/ 315 h 244"/>
                <a:gd name="T108" fmla="*/ 3770 w 440"/>
                <a:gd name="T109" fmla="*/ 0 h 24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40" h="244">
                  <a:moveTo>
                    <a:pt x="439" y="0"/>
                  </a:moveTo>
                  <a:cubicBezTo>
                    <a:pt x="418" y="0"/>
                    <a:pt x="418" y="0"/>
                    <a:pt x="418" y="0"/>
                  </a:cubicBezTo>
                  <a:cubicBezTo>
                    <a:pt x="418" y="2"/>
                    <a:pt x="418" y="4"/>
                    <a:pt x="418" y="6"/>
                  </a:cubicBezTo>
                  <a:cubicBezTo>
                    <a:pt x="418" y="6"/>
                    <a:pt x="418" y="7"/>
                    <a:pt x="418" y="7"/>
                  </a:cubicBezTo>
                  <a:cubicBezTo>
                    <a:pt x="418" y="9"/>
                    <a:pt x="418" y="11"/>
                    <a:pt x="419" y="12"/>
                  </a:cubicBezTo>
                  <a:cubicBezTo>
                    <a:pt x="419" y="13"/>
                    <a:pt x="419" y="13"/>
                    <a:pt x="419" y="13"/>
                  </a:cubicBezTo>
                  <a:cubicBezTo>
                    <a:pt x="419" y="16"/>
                    <a:pt x="419" y="18"/>
                    <a:pt x="419" y="21"/>
                  </a:cubicBezTo>
                  <a:cubicBezTo>
                    <a:pt x="419" y="22"/>
                    <a:pt x="419" y="24"/>
                    <a:pt x="419" y="25"/>
                  </a:cubicBezTo>
                  <a:cubicBezTo>
                    <a:pt x="419" y="26"/>
                    <a:pt x="419" y="27"/>
                    <a:pt x="419" y="28"/>
                  </a:cubicBezTo>
                  <a:cubicBezTo>
                    <a:pt x="420" y="29"/>
                    <a:pt x="420" y="31"/>
                    <a:pt x="420" y="32"/>
                  </a:cubicBezTo>
                  <a:cubicBezTo>
                    <a:pt x="420" y="33"/>
                    <a:pt x="420" y="34"/>
                    <a:pt x="420" y="34"/>
                  </a:cubicBezTo>
                  <a:cubicBezTo>
                    <a:pt x="420" y="36"/>
                    <a:pt x="420" y="38"/>
                    <a:pt x="420" y="40"/>
                  </a:cubicBezTo>
                  <a:cubicBezTo>
                    <a:pt x="420" y="41"/>
                    <a:pt x="420" y="41"/>
                    <a:pt x="420" y="42"/>
                  </a:cubicBezTo>
                  <a:cubicBezTo>
                    <a:pt x="420" y="43"/>
                    <a:pt x="420" y="45"/>
                    <a:pt x="420" y="46"/>
                  </a:cubicBezTo>
                  <a:cubicBezTo>
                    <a:pt x="420" y="47"/>
                    <a:pt x="420" y="47"/>
                    <a:pt x="420" y="48"/>
                  </a:cubicBezTo>
                  <a:cubicBezTo>
                    <a:pt x="420" y="50"/>
                    <a:pt x="420" y="52"/>
                    <a:pt x="420" y="53"/>
                  </a:cubicBezTo>
                  <a:cubicBezTo>
                    <a:pt x="420" y="53"/>
                    <a:pt x="421" y="54"/>
                    <a:pt x="421" y="54"/>
                  </a:cubicBezTo>
                  <a:cubicBezTo>
                    <a:pt x="420" y="60"/>
                    <a:pt x="420" y="65"/>
                    <a:pt x="420" y="69"/>
                  </a:cubicBezTo>
                  <a:cubicBezTo>
                    <a:pt x="419" y="70"/>
                    <a:pt x="419" y="71"/>
                    <a:pt x="419" y="72"/>
                  </a:cubicBezTo>
                  <a:cubicBezTo>
                    <a:pt x="417" y="80"/>
                    <a:pt x="412" y="87"/>
                    <a:pt x="410" y="94"/>
                  </a:cubicBezTo>
                  <a:cubicBezTo>
                    <a:pt x="407" y="101"/>
                    <a:pt x="408" y="108"/>
                    <a:pt x="406" y="114"/>
                  </a:cubicBezTo>
                  <a:cubicBezTo>
                    <a:pt x="405" y="115"/>
                    <a:pt x="404" y="117"/>
                    <a:pt x="404" y="118"/>
                  </a:cubicBezTo>
                  <a:cubicBezTo>
                    <a:pt x="403" y="119"/>
                    <a:pt x="403" y="120"/>
                    <a:pt x="403" y="121"/>
                  </a:cubicBezTo>
                  <a:cubicBezTo>
                    <a:pt x="403" y="121"/>
                    <a:pt x="403" y="121"/>
                    <a:pt x="403" y="121"/>
                  </a:cubicBezTo>
                  <a:cubicBezTo>
                    <a:pt x="402" y="122"/>
                    <a:pt x="402" y="123"/>
                    <a:pt x="401" y="123"/>
                  </a:cubicBezTo>
                  <a:cubicBezTo>
                    <a:pt x="401" y="123"/>
                    <a:pt x="401" y="123"/>
                    <a:pt x="401" y="123"/>
                  </a:cubicBezTo>
                  <a:cubicBezTo>
                    <a:pt x="400" y="126"/>
                    <a:pt x="399" y="129"/>
                    <a:pt x="398" y="131"/>
                  </a:cubicBezTo>
                  <a:cubicBezTo>
                    <a:pt x="392" y="142"/>
                    <a:pt x="382" y="151"/>
                    <a:pt x="374" y="161"/>
                  </a:cubicBezTo>
                  <a:cubicBezTo>
                    <a:pt x="365" y="172"/>
                    <a:pt x="358" y="183"/>
                    <a:pt x="350" y="190"/>
                  </a:cubicBezTo>
                  <a:cubicBezTo>
                    <a:pt x="343" y="196"/>
                    <a:pt x="332" y="199"/>
                    <a:pt x="324" y="205"/>
                  </a:cubicBezTo>
                  <a:cubicBezTo>
                    <a:pt x="312" y="213"/>
                    <a:pt x="303" y="222"/>
                    <a:pt x="291" y="225"/>
                  </a:cubicBezTo>
                  <a:cubicBezTo>
                    <a:pt x="279" y="229"/>
                    <a:pt x="267" y="228"/>
                    <a:pt x="255" y="229"/>
                  </a:cubicBezTo>
                  <a:cubicBezTo>
                    <a:pt x="243" y="230"/>
                    <a:pt x="232" y="233"/>
                    <a:pt x="221" y="233"/>
                  </a:cubicBezTo>
                  <a:cubicBezTo>
                    <a:pt x="219" y="233"/>
                    <a:pt x="217" y="233"/>
                    <a:pt x="216" y="232"/>
                  </a:cubicBezTo>
                  <a:cubicBezTo>
                    <a:pt x="216" y="232"/>
                    <a:pt x="216" y="232"/>
                    <a:pt x="216" y="232"/>
                  </a:cubicBezTo>
                  <a:cubicBezTo>
                    <a:pt x="210" y="232"/>
                    <a:pt x="205" y="231"/>
                    <a:pt x="200" y="229"/>
                  </a:cubicBezTo>
                  <a:cubicBezTo>
                    <a:pt x="200" y="229"/>
                    <a:pt x="200" y="229"/>
                    <a:pt x="200" y="229"/>
                  </a:cubicBezTo>
                  <a:cubicBezTo>
                    <a:pt x="195" y="227"/>
                    <a:pt x="190" y="225"/>
                    <a:pt x="184" y="223"/>
                  </a:cubicBezTo>
                  <a:cubicBezTo>
                    <a:pt x="183" y="222"/>
                    <a:pt x="181" y="222"/>
                    <a:pt x="179" y="221"/>
                  </a:cubicBezTo>
                  <a:cubicBezTo>
                    <a:pt x="168" y="217"/>
                    <a:pt x="157" y="215"/>
                    <a:pt x="148" y="211"/>
                  </a:cubicBezTo>
                  <a:cubicBezTo>
                    <a:pt x="141" y="208"/>
                    <a:pt x="136" y="203"/>
                    <a:pt x="130" y="200"/>
                  </a:cubicBezTo>
                  <a:cubicBezTo>
                    <a:pt x="123" y="197"/>
                    <a:pt x="115" y="197"/>
                    <a:pt x="108" y="193"/>
                  </a:cubicBezTo>
                  <a:cubicBezTo>
                    <a:pt x="103" y="189"/>
                    <a:pt x="99" y="186"/>
                    <a:pt x="94" y="182"/>
                  </a:cubicBezTo>
                  <a:cubicBezTo>
                    <a:pt x="86" y="173"/>
                    <a:pt x="80" y="155"/>
                    <a:pt x="73" y="144"/>
                  </a:cubicBezTo>
                  <a:cubicBezTo>
                    <a:pt x="63" y="128"/>
                    <a:pt x="50" y="119"/>
                    <a:pt x="43" y="105"/>
                  </a:cubicBezTo>
                  <a:cubicBezTo>
                    <a:pt x="33" y="81"/>
                    <a:pt x="36" y="54"/>
                    <a:pt x="34" y="37"/>
                  </a:cubicBezTo>
                  <a:cubicBezTo>
                    <a:pt x="30" y="14"/>
                    <a:pt x="23" y="1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0" y="65"/>
                    <a:pt x="57" y="155"/>
                  </a:cubicBezTo>
                  <a:cubicBezTo>
                    <a:pt x="95" y="213"/>
                    <a:pt x="155" y="243"/>
                    <a:pt x="220" y="243"/>
                  </a:cubicBezTo>
                  <a:cubicBezTo>
                    <a:pt x="265" y="244"/>
                    <a:pt x="323" y="231"/>
                    <a:pt x="358" y="202"/>
                  </a:cubicBezTo>
                  <a:cubicBezTo>
                    <a:pt x="403" y="165"/>
                    <a:pt x="431" y="103"/>
                    <a:pt x="437" y="30"/>
                  </a:cubicBezTo>
                  <a:cubicBezTo>
                    <a:pt x="440" y="9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99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3215">
              <a:extLst>
                <a:ext uri="{FF2B5EF4-FFF2-40B4-BE49-F238E27FC236}">
                  <a16:creationId xmlns:a16="http://schemas.microsoft.com/office/drawing/2014/main" id="{A125F81F-7737-4C17-8F1C-B11247BF0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693"/>
              <a:ext cx="1142" cy="2072"/>
            </a:xfrm>
            <a:custGeom>
              <a:avLst/>
              <a:gdLst>
                <a:gd name="T0" fmla="*/ 4759 w 557"/>
                <a:gd name="T1" fmla="*/ 7466 h 948"/>
                <a:gd name="T2" fmla="*/ 4759 w 557"/>
                <a:gd name="T3" fmla="*/ 7466 h 948"/>
                <a:gd name="T4" fmla="*/ 4759 w 557"/>
                <a:gd name="T5" fmla="*/ 7466 h 948"/>
                <a:gd name="T6" fmla="*/ 4552 w 557"/>
                <a:gd name="T7" fmla="*/ 6850 h 948"/>
                <a:gd name="T8" fmla="*/ 4250 w 557"/>
                <a:gd name="T9" fmla="*/ 6306 h 948"/>
                <a:gd name="T10" fmla="*/ 3963 w 557"/>
                <a:gd name="T11" fmla="*/ 5608 h 948"/>
                <a:gd name="T12" fmla="*/ 3734 w 557"/>
                <a:gd name="T13" fmla="*/ 5160 h 948"/>
                <a:gd name="T14" fmla="*/ 3535 w 557"/>
                <a:gd name="T15" fmla="*/ 4802 h 948"/>
                <a:gd name="T16" fmla="*/ 3371 w 557"/>
                <a:gd name="T17" fmla="*/ 4343 h 948"/>
                <a:gd name="T18" fmla="*/ 3170 w 557"/>
                <a:gd name="T19" fmla="*/ 3998 h 948"/>
                <a:gd name="T20" fmla="*/ 2963 w 557"/>
                <a:gd name="T21" fmla="*/ 3392 h 948"/>
                <a:gd name="T22" fmla="*/ 2690 w 557"/>
                <a:gd name="T23" fmla="*/ 2889 h 948"/>
                <a:gd name="T24" fmla="*/ 2534 w 557"/>
                <a:gd name="T25" fmla="*/ 2317 h 948"/>
                <a:gd name="T26" fmla="*/ 2321 w 557"/>
                <a:gd name="T27" fmla="*/ 1797 h 948"/>
                <a:gd name="T28" fmla="*/ 2298 w 557"/>
                <a:gd name="T29" fmla="*/ 1329 h 948"/>
                <a:gd name="T30" fmla="*/ 2181 w 557"/>
                <a:gd name="T31" fmla="*/ 970 h 948"/>
                <a:gd name="T32" fmla="*/ 2061 w 557"/>
                <a:gd name="T33" fmla="*/ 555 h 948"/>
                <a:gd name="T34" fmla="*/ 1609 w 557"/>
                <a:gd name="T35" fmla="*/ 157 h 948"/>
                <a:gd name="T36" fmla="*/ 1189 w 557"/>
                <a:gd name="T37" fmla="*/ 0 h 948"/>
                <a:gd name="T38" fmla="*/ 929 w 557"/>
                <a:gd name="T39" fmla="*/ 81 h 948"/>
                <a:gd name="T40" fmla="*/ 533 w 557"/>
                <a:gd name="T41" fmla="*/ 273 h 948"/>
                <a:gd name="T42" fmla="*/ 232 w 557"/>
                <a:gd name="T43" fmla="*/ 741 h 948"/>
                <a:gd name="T44" fmla="*/ 51 w 557"/>
                <a:gd name="T45" fmla="*/ 1147 h 948"/>
                <a:gd name="T46" fmla="*/ 0 w 557"/>
                <a:gd name="T47" fmla="*/ 1797 h 948"/>
                <a:gd name="T48" fmla="*/ 76 w 557"/>
                <a:gd name="T49" fmla="*/ 2273 h 948"/>
                <a:gd name="T50" fmla="*/ 240 w 557"/>
                <a:gd name="T51" fmla="*/ 3018 h 948"/>
                <a:gd name="T52" fmla="*/ 361 w 557"/>
                <a:gd name="T53" fmla="*/ 3541 h 948"/>
                <a:gd name="T54" fmla="*/ 476 w 557"/>
                <a:gd name="T55" fmla="*/ 4251 h 948"/>
                <a:gd name="T56" fmla="*/ 613 w 557"/>
                <a:gd name="T57" fmla="*/ 4771 h 948"/>
                <a:gd name="T58" fmla="*/ 765 w 557"/>
                <a:gd name="T59" fmla="*/ 5495 h 948"/>
                <a:gd name="T60" fmla="*/ 992 w 557"/>
                <a:gd name="T61" fmla="*/ 6161 h 948"/>
                <a:gd name="T62" fmla="*/ 1109 w 557"/>
                <a:gd name="T63" fmla="*/ 6736 h 948"/>
                <a:gd name="T64" fmla="*/ 1353 w 557"/>
                <a:gd name="T65" fmla="*/ 7466 h 948"/>
                <a:gd name="T66" fmla="*/ 1353 w 557"/>
                <a:gd name="T67" fmla="*/ 7466 h 948"/>
                <a:gd name="T68" fmla="*/ 1353 w 557"/>
                <a:gd name="T69" fmla="*/ 7466 h 948"/>
                <a:gd name="T70" fmla="*/ 1353 w 557"/>
                <a:gd name="T71" fmla="*/ 7466 h 948"/>
                <a:gd name="T72" fmla="*/ 1445 w 557"/>
                <a:gd name="T73" fmla="*/ 7853 h 948"/>
                <a:gd name="T74" fmla="*/ 1525 w 557"/>
                <a:gd name="T75" fmla="*/ 8561 h 948"/>
                <a:gd name="T76" fmla="*/ 1782 w 557"/>
                <a:gd name="T77" fmla="*/ 8966 h 948"/>
                <a:gd name="T78" fmla="*/ 1962 w 557"/>
                <a:gd name="T79" fmla="*/ 9368 h 948"/>
                <a:gd name="T80" fmla="*/ 2085 w 557"/>
                <a:gd name="T81" fmla="*/ 9484 h 948"/>
                <a:gd name="T82" fmla="*/ 2274 w 557"/>
                <a:gd name="T83" fmla="*/ 9553 h 948"/>
                <a:gd name="T84" fmla="*/ 2430 w 557"/>
                <a:gd name="T85" fmla="*/ 9669 h 948"/>
                <a:gd name="T86" fmla="*/ 2698 w 557"/>
                <a:gd name="T87" fmla="*/ 9774 h 948"/>
                <a:gd name="T88" fmla="*/ 3061 w 557"/>
                <a:gd name="T89" fmla="*/ 9899 h 948"/>
                <a:gd name="T90" fmla="*/ 3354 w 557"/>
                <a:gd name="T91" fmla="*/ 9855 h 948"/>
                <a:gd name="T92" fmla="*/ 3662 w 557"/>
                <a:gd name="T93" fmla="*/ 9818 h 948"/>
                <a:gd name="T94" fmla="*/ 3947 w 557"/>
                <a:gd name="T95" fmla="*/ 9606 h 948"/>
                <a:gd name="T96" fmla="*/ 4170 w 557"/>
                <a:gd name="T97" fmla="*/ 9449 h 948"/>
                <a:gd name="T98" fmla="*/ 4379 w 557"/>
                <a:gd name="T99" fmla="*/ 9149 h 948"/>
                <a:gd name="T100" fmla="*/ 4586 w 557"/>
                <a:gd name="T101" fmla="*/ 8832 h 948"/>
                <a:gd name="T102" fmla="*/ 4654 w 557"/>
                <a:gd name="T103" fmla="*/ 8655 h 948"/>
                <a:gd name="T104" fmla="*/ 4687 w 557"/>
                <a:gd name="T105" fmla="*/ 8445 h 948"/>
                <a:gd name="T106" fmla="*/ 4767 w 557"/>
                <a:gd name="T107" fmla="*/ 8216 h 948"/>
                <a:gd name="T108" fmla="*/ 4759 w 557"/>
                <a:gd name="T109" fmla="*/ 7466 h 94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57" h="948">
                  <a:moveTo>
                    <a:pt x="552" y="715"/>
                  </a:moveTo>
                  <a:cubicBezTo>
                    <a:pt x="552" y="715"/>
                    <a:pt x="552" y="715"/>
                    <a:pt x="552" y="715"/>
                  </a:cubicBezTo>
                  <a:cubicBezTo>
                    <a:pt x="552" y="715"/>
                    <a:pt x="552" y="715"/>
                    <a:pt x="552" y="715"/>
                  </a:cubicBezTo>
                  <a:cubicBezTo>
                    <a:pt x="543" y="697"/>
                    <a:pt x="539" y="675"/>
                    <a:pt x="528" y="656"/>
                  </a:cubicBezTo>
                  <a:cubicBezTo>
                    <a:pt x="519" y="638"/>
                    <a:pt x="503" y="622"/>
                    <a:pt x="493" y="604"/>
                  </a:cubicBezTo>
                  <a:cubicBezTo>
                    <a:pt x="480" y="581"/>
                    <a:pt x="474" y="562"/>
                    <a:pt x="460" y="537"/>
                  </a:cubicBezTo>
                  <a:cubicBezTo>
                    <a:pt x="454" y="524"/>
                    <a:pt x="440" y="507"/>
                    <a:pt x="433" y="494"/>
                  </a:cubicBezTo>
                  <a:cubicBezTo>
                    <a:pt x="425" y="479"/>
                    <a:pt x="417" y="473"/>
                    <a:pt x="410" y="460"/>
                  </a:cubicBezTo>
                  <a:cubicBezTo>
                    <a:pt x="402" y="446"/>
                    <a:pt x="399" y="430"/>
                    <a:pt x="391" y="416"/>
                  </a:cubicBezTo>
                  <a:cubicBezTo>
                    <a:pt x="385" y="404"/>
                    <a:pt x="374" y="395"/>
                    <a:pt x="368" y="383"/>
                  </a:cubicBezTo>
                  <a:cubicBezTo>
                    <a:pt x="358" y="365"/>
                    <a:pt x="353" y="343"/>
                    <a:pt x="344" y="325"/>
                  </a:cubicBezTo>
                  <a:cubicBezTo>
                    <a:pt x="334" y="305"/>
                    <a:pt x="321" y="295"/>
                    <a:pt x="312" y="277"/>
                  </a:cubicBezTo>
                  <a:cubicBezTo>
                    <a:pt x="304" y="260"/>
                    <a:pt x="301" y="238"/>
                    <a:pt x="294" y="222"/>
                  </a:cubicBezTo>
                  <a:cubicBezTo>
                    <a:pt x="286" y="203"/>
                    <a:pt x="274" y="189"/>
                    <a:pt x="269" y="172"/>
                  </a:cubicBezTo>
                  <a:cubicBezTo>
                    <a:pt x="268" y="161"/>
                    <a:pt x="270" y="142"/>
                    <a:pt x="267" y="127"/>
                  </a:cubicBezTo>
                  <a:cubicBezTo>
                    <a:pt x="264" y="115"/>
                    <a:pt x="257" y="104"/>
                    <a:pt x="253" y="93"/>
                  </a:cubicBezTo>
                  <a:cubicBezTo>
                    <a:pt x="249" y="81"/>
                    <a:pt x="245" y="62"/>
                    <a:pt x="239" y="53"/>
                  </a:cubicBezTo>
                  <a:cubicBezTo>
                    <a:pt x="224" y="31"/>
                    <a:pt x="209" y="24"/>
                    <a:pt x="187" y="15"/>
                  </a:cubicBezTo>
                  <a:cubicBezTo>
                    <a:pt x="174" y="10"/>
                    <a:pt x="153" y="0"/>
                    <a:pt x="138" y="0"/>
                  </a:cubicBezTo>
                  <a:cubicBezTo>
                    <a:pt x="128" y="0"/>
                    <a:pt x="117" y="6"/>
                    <a:pt x="108" y="8"/>
                  </a:cubicBezTo>
                  <a:cubicBezTo>
                    <a:pt x="90" y="11"/>
                    <a:pt x="75" y="15"/>
                    <a:pt x="62" y="26"/>
                  </a:cubicBezTo>
                  <a:cubicBezTo>
                    <a:pt x="49" y="37"/>
                    <a:pt x="37" y="53"/>
                    <a:pt x="27" y="71"/>
                  </a:cubicBezTo>
                  <a:cubicBezTo>
                    <a:pt x="21" y="83"/>
                    <a:pt x="10" y="97"/>
                    <a:pt x="6" y="110"/>
                  </a:cubicBezTo>
                  <a:cubicBezTo>
                    <a:pt x="2" y="125"/>
                    <a:pt x="1" y="153"/>
                    <a:pt x="0" y="172"/>
                  </a:cubicBezTo>
                  <a:cubicBezTo>
                    <a:pt x="2" y="183"/>
                    <a:pt x="4" y="201"/>
                    <a:pt x="9" y="218"/>
                  </a:cubicBezTo>
                  <a:cubicBezTo>
                    <a:pt x="15" y="237"/>
                    <a:pt x="20" y="263"/>
                    <a:pt x="28" y="289"/>
                  </a:cubicBezTo>
                  <a:cubicBezTo>
                    <a:pt x="34" y="307"/>
                    <a:pt x="35" y="319"/>
                    <a:pt x="42" y="339"/>
                  </a:cubicBezTo>
                  <a:cubicBezTo>
                    <a:pt x="48" y="358"/>
                    <a:pt x="49" y="388"/>
                    <a:pt x="55" y="407"/>
                  </a:cubicBezTo>
                  <a:cubicBezTo>
                    <a:pt x="61" y="423"/>
                    <a:pt x="65" y="441"/>
                    <a:pt x="71" y="457"/>
                  </a:cubicBezTo>
                  <a:cubicBezTo>
                    <a:pt x="81" y="485"/>
                    <a:pt x="79" y="497"/>
                    <a:pt x="89" y="526"/>
                  </a:cubicBezTo>
                  <a:cubicBezTo>
                    <a:pt x="97" y="548"/>
                    <a:pt x="108" y="571"/>
                    <a:pt x="115" y="590"/>
                  </a:cubicBezTo>
                  <a:cubicBezTo>
                    <a:pt x="121" y="608"/>
                    <a:pt x="123" y="629"/>
                    <a:pt x="129" y="645"/>
                  </a:cubicBezTo>
                  <a:cubicBezTo>
                    <a:pt x="146" y="692"/>
                    <a:pt x="157" y="715"/>
                    <a:pt x="157" y="715"/>
                  </a:cubicBezTo>
                  <a:cubicBezTo>
                    <a:pt x="157" y="715"/>
                    <a:pt x="157" y="715"/>
                    <a:pt x="157" y="715"/>
                  </a:cubicBezTo>
                  <a:cubicBezTo>
                    <a:pt x="157" y="715"/>
                    <a:pt x="157" y="715"/>
                    <a:pt x="157" y="715"/>
                  </a:cubicBezTo>
                  <a:cubicBezTo>
                    <a:pt x="157" y="715"/>
                    <a:pt x="157" y="715"/>
                    <a:pt x="157" y="715"/>
                  </a:cubicBezTo>
                  <a:cubicBezTo>
                    <a:pt x="157" y="716"/>
                    <a:pt x="164" y="729"/>
                    <a:pt x="168" y="752"/>
                  </a:cubicBezTo>
                  <a:cubicBezTo>
                    <a:pt x="170" y="769"/>
                    <a:pt x="167" y="796"/>
                    <a:pt x="177" y="820"/>
                  </a:cubicBezTo>
                  <a:cubicBezTo>
                    <a:pt x="184" y="834"/>
                    <a:pt x="197" y="843"/>
                    <a:pt x="207" y="859"/>
                  </a:cubicBezTo>
                  <a:cubicBezTo>
                    <a:pt x="214" y="870"/>
                    <a:pt x="220" y="888"/>
                    <a:pt x="228" y="897"/>
                  </a:cubicBezTo>
                  <a:cubicBezTo>
                    <a:pt x="233" y="901"/>
                    <a:pt x="237" y="904"/>
                    <a:pt x="242" y="908"/>
                  </a:cubicBezTo>
                  <a:cubicBezTo>
                    <a:pt x="249" y="912"/>
                    <a:pt x="257" y="912"/>
                    <a:pt x="264" y="915"/>
                  </a:cubicBezTo>
                  <a:cubicBezTo>
                    <a:pt x="270" y="918"/>
                    <a:pt x="275" y="923"/>
                    <a:pt x="282" y="926"/>
                  </a:cubicBezTo>
                  <a:cubicBezTo>
                    <a:pt x="291" y="930"/>
                    <a:pt x="302" y="932"/>
                    <a:pt x="313" y="936"/>
                  </a:cubicBezTo>
                  <a:cubicBezTo>
                    <a:pt x="327" y="941"/>
                    <a:pt x="341" y="948"/>
                    <a:pt x="355" y="948"/>
                  </a:cubicBezTo>
                  <a:cubicBezTo>
                    <a:pt x="366" y="948"/>
                    <a:pt x="377" y="945"/>
                    <a:pt x="389" y="944"/>
                  </a:cubicBezTo>
                  <a:cubicBezTo>
                    <a:pt x="401" y="943"/>
                    <a:pt x="413" y="944"/>
                    <a:pt x="425" y="940"/>
                  </a:cubicBezTo>
                  <a:cubicBezTo>
                    <a:pt x="437" y="937"/>
                    <a:pt x="446" y="928"/>
                    <a:pt x="458" y="920"/>
                  </a:cubicBezTo>
                  <a:cubicBezTo>
                    <a:pt x="466" y="914"/>
                    <a:pt x="477" y="911"/>
                    <a:pt x="484" y="905"/>
                  </a:cubicBezTo>
                  <a:cubicBezTo>
                    <a:pt x="492" y="898"/>
                    <a:pt x="499" y="887"/>
                    <a:pt x="508" y="876"/>
                  </a:cubicBezTo>
                  <a:cubicBezTo>
                    <a:pt x="516" y="866"/>
                    <a:pt x="526" y="857"/>
                    <a:pt x="532" y="846"/>
                  </a:cubicBezTo>
                  <a:cubicBezTo>
                    <a:pt x="534" y="841"/>
                    <a:pt x="537" y="835"/>
                    <a:pt x="540" y="829"/>
                  </a:cubicBezTo>
                  <a:cubicBezTo>
                    <a:pt x="542" y="823"/>
                    <a:pt x="541" y="816"/>
                    <a:pt x="544" y="809"/>
                  </a:cubicBezTo>
                  <a:cubicBezTo>
                    <a:pt x="546" y="802"/>
                    <a:pt x="551" y="795"/>
                    <a:pt x="553" y="787"/>
                  </a:cubicBezTo>
                  <a:cubicBezTo>
                    <a:pt x="557" y="772"/>
                    <a:pt x="553" y="739"/>
                    <a:pt x="552" y="715"/>
                  </a:cubicBezTo>
                  <a:close/>
                </a:path>
              </a:pathLst>
            </a:custGeom>
            <a:solidFill>
              <a:srgbClr val="CDA4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3216">
              <a:extLst>
                <a:ext uri="{FF2B5EF4-FFF2-40B4-BE49-F238E27FC236}">
                  <a16:creationId xmlns:a16="http://schemas.microsoft.com/office/drawing/2014/main" id="{7E655F8B-BC43-41A6-BDCF-57092DC39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693"/>
              <a:ext cx="1131" cy="2072"/>
            </a:xfrm>
            <a:custGeom>
              <a:avLst/>
              <a:gdLst>
                <a:gd name="T0" fmla="*/ 4747 w 552"/>
                <a:gd name="T1" fmla="*/ 7466 h 948"/>
                <a:gd name="T2" fmla="*/ 4542 w 552"/>
                <a:gd name="T3" fmla="*/ 6850 h 948"/>
                <a:gd name="T4" fmla="*/ 3959 w 552"/>
                <a:gd name="T5" fmla="*/ 5608 h 948"/>
                <a:gd name="T6" fmla="*/ 3526 w 552"/>
                <a:gd name="T7" fmla="*/ 4802 h 948"/>
                <a:gd name="T8" fmla="*/ 3166 w 552"/>
                <a:gd name="T9" fmla="*/ 3998 h 948"/>
                <a:gd name="T10" fmla="*/ 2682 w 552"/>
                <a:gd name="T11" fmla="*/ 2889 h 948"/>
                <a:gd name="T12" fmla="*/ 2598 w 552"/>
                <a:gd name="T13" fmla="*/ 2378 h 948"/>
                <a:gd name="T14" fmla="*/ 2297 w 552"/>
                <a:gd name="T15" fmla="*/ 1329 h 948"/>
                <a:gd name="T16" fmla="*/ 2057 w 552"/>
                <a:gd name="T17" fmla="*/ 555 h 948"/>
                <a:gd name="T18" fmla="*/ 1188 w 552"/>
                <a:gd name="T19" fmla="*/ 0 h 948"/>
                <a:gd name="T20" fmla="*/ 533 w 552"/>
                <a:gd name="T21" fmla="*/ 273 h 948"/>
                <a:gd name="T22" fmla="*/ 51 w 552"/>
                <a:gd name="T23" fmla="*/ 1147 h 948"/>
                <a:gd name="T24" fmla="*/ 76 w 552"/>
                <a:gd name="T25" fmla="*/ 2273 h 948"/>
                <a:gd name="T26" fmla="*/ 361 w 552"/>
                <a:gd name="T27" fmla="*/ 3541 h 948"/>
                <a:gd name="T28" fmla="*/ 609 w 552"/>
                <a:gd name="T29" fmla="*/ 4771 h 948"/>
                <a:gd name="T30" fmla="*/ 992 w 552"/>
                <a:gd name="T31" fmla="*/ 6161 h 948"/>
                <a:gd name="T32" fmla="*/ 1352 w 552"/>
                <a:gd name="T33" fmla="*/ 7466 h 948"/>
                <a:gd name="T34" fmla="*/ 1352 w 552"/>
                <a:gd name="T35" fmla="*/ 7466 h 948"/>
                <a:gd name="T36" fmla="*/ 1444 w 552"/>
                <a:gd name="T37" fmla="*/ 7853 h 948"/>
                <a:gd name="T38" fmla="*/ 1781 w 552"/>
                <a:gd name="T39" fmla="*/ 8966 h 948"/>
                <a:gd name="T40" fmla="*/ 2082 w 552"/>
                <a:gd name="T41" fmla="*/ 9484 h 948"/>
                <a:gd name="T42" fmla="*/ 2426 w 552"/>
                <a:gd name="T43" fmla="*/ 9669 h 948"/>
                <a:gd name="T44" fmla="*/ 3053 w 552"/>
                <a:gd name="T45" fmla="*/ 9899 h 948"/>
                <a:gd name="T46" fmla="*/ 3657 w 552"/>
                <a:gd name="T47" fmla="*/ 9818 h 948"/>
                <a:gd name="T48" fmla="*/ 3674 w 552"/>
                <a:gd name="T49" fmla="*/ 9763 h 948"/>
                <a:gd name="T50" fmla="*/ 1885 w 552"/>
                <a:gd name="T51" fmla="*/ 7724 h 948"/>
                <a:gd name="T52" fmla="*/ 809 w 552"/>
                <a:gd name="T53" fmla="*/ 2350 h 948"/>
                <a:gd name="T54" fmla="*/ 1592 w 552"/>
                <a:gd name="T55" fmla="*/ 1869 h 948"/>
                <a:gd name="T56" fmla="*/ 2862 w 552"/>
                <a:gd name="T57" fmla="*/ 3530 h 948"/>
                <a:gd name="T58" fmla="*/ 3422 w 552"/>
                <a:gd name="T59" fmla="*/ 4907 h 948"/>
                <a:gd name="T60" fmla="*/ 4190 w 552"/>
                <a:gd name="T61" fmla="*/ 6491 h 948"/>
                <a:gd name="T62" fmla="*/ 4747 w 552"/>
                <a:gd name="T63" fmla="*/ 7486 h 9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52" h="948">
                  <a:moveTo>
                    <a:pt x="552" y="715"/>
                  </a:moveTo>
                  <a:cubicBezTo>
                    <a:pt x="552" y="715"/>
                    <a:pt x="552" y="715"/>
                    <a:pt x="552" y="715"/>
                  </a:cubicBezTo>
                  <a:cubicBezTo>
                    <a:pt x="552" y="715"/>
                    <a:pt x="552" y="715"/>
                    <a:pt x="552" y="715"/>
                  </a:cubicBezTo>
                  <a:cubicBezTo>
                    <a:pt x="543" y="697"/>
                    <a:pt x="539" y="675"/>
                    <a:pt x="528" y="656"/>
                  </a:cubicBezTo>
                  <a:cubicBezTo>
                    <a:pt x="519" y="638"/>
                    <a:pt x="503" y="622"/>
                    <a:pt x="493" y="604"/>
                  </a:cubicBezTo>
                  <a:cubicBezTo>
                    <a:pt x="480" y="581"/>
                    <a:pt x="474" y="562"/>
                    <a:pt x="460" y="537"/>
                  </a:cubicBezTo>
                  <a:cubicBezTo>
                    <a:pt x="454" y="524"/>
                    <a:pt x="440" y="507"/>
                    <a:pt x="433" y="494"/>
                  </a:cubicBezTo>
                  <a:cubicBezTo>
                    <a:pt x="425" y="479"/>
                    <a:pt x="417" y="473"/>
                    <a:pt x="410" y="460"/>
                  </a:cubicBezTo>
                  <a:cubicBezTo>
                    <a:pt x="402" y="446"/>
                    <a:pt x="399" y="430"/>
                    <a:pt x="391" y="416"/>
                  </a:cubicBezTo>
                  <a:cubicBezTo>
                    <a:pt x="385" y="404"/>
                    <a:pt x="374" y="395"/>
                    <a:pt x="368" y="383"/>
                  </a:cubicBezTo>
                  <a:cubicBezTo>
                    <a:pt x="358" y="365"/>
                    <a:pt x="353" y="343"/>
                    <a:pt x="344" y="325"/>
                  </a:cubicBezTo>
                  <a:cubicBezTo>
                    <a:pt x="334" y="305"/>
                    <a:pt x="321" y="295"/>
                    <a:pt x="312" y="277"/>
                  </a:cubicBezTo>
                  <a:cubicBezTo>
                    <a:pt x="305" y="260"/>
                    <a:pt x="301" y="239"/>
                    <a:pt x="295" y="223"/>
                  </a:cubicBezTo>
                  <a:cubicBezTo>
                    <a:pt x="297" y="226"/>
                    <a:pt x="300" y="228"/>
                    <a:pt x="302" y="228"/>
                  </a:cubicBezTo>
                  <a:cubicBezTo>
                    <a:pt x="309" y="232"/>
                    <a:pt x="288" y="184"/>
                    <a:pt x="268" y="144"/>
                  </a:cubicBezTo>
                  <a:cubicBezTo>
                    <a:pt x="268" y="138"/>
                    <a:pt x="268" y="132"/>
                    <a:pt x="267" y="127"/>
                  </a:cubicBezTo>
                  <a:cubicBezTo>
                    <a:pt x="264" y="115"/>
                    <a:pt x="257" y="104"/>
                    <a:pt x="253" y="93"/>
                  </a:cubicBezTo>
                  <a:cubicBezTo>
                    <a:pt x="249" y="81"/>
                    <a:pt x="245" y="62"/>
                    <a:pt x="239" y="53"/>
                  </a:cubicBezTo>
                  <a:cubicBezTo>
                    <a:pt x="224" y="31"/>
                    <a:pt x="209" y="24"/>
                    <a:pt x="187" y="15"/>
                  </a:cubicBezTo>
                  <a:cubicBezTo>
                    <a:pt x="174" y="10"/>
                    <a:pt x="153" y="0"/>
                    <a:pt x="138" y="0"/>
                  </a:cubicBezTo>
                  <a:cubicBezTo>
                    <a:pt x="128" y="0"/>
                    <a:pt x="117" y="6"/>
                    <a:pt x="108" y="8"/>
                  </a:cubicBezTo>
                  <a:cubicBezTo>
                    <a:pt x="90" y="11"/>
                    <a:pt x="75" y="15"/>
                    <a:pt x="62" y="26"/>
                  </a:cubicBezTo>
                  <a:cubicBezTo>
                    <a:pt x="49" y="37"/>
                    <a:pt x="37" y="53"/>
                    <a:pt x="27" y="71"/>
                  </a:cubicBezTo>
                  <a:cubicBezTo>
                    <a:pt x="21" y="83"/>
                    <a:pt x="10" y="97"/>
                    <a:pt x="6" y="110"/>
                  </a:cubicBezTo>
                  <a:cubicBezTo>
                    <a:pt x="2" y="125"/>
                    <a:pt x="1" y="153"/>
                    <a:pt x="0" y="172"/>
                  </a:cubicBezTo>
                  <a:cubicBezTo>
                    <a:pt x="2" y="183"/>
                    <a:pt x="4" y="201"/>
                    <a:pt x="9" y="218"/>
                  </a:cubicBezTo>
                  <a:cubicBezTo>
                    <a:pt x="15" y="237"/>
                    <a:pt x="20" y="263"/>
                    <a:pt x="28" y="289"/>
                  </a:cubicBezTo>
                  <a:cubicBezTo>
                    <a:pt x="34" y="307"/>
                    <a:pt x="35" y="319"/>
                    <a:pt x="42" y="339"/>
                  </a:cubicBezTo>
                  <a:cubicBezTo>
                    <a:pt x="48" y="358"/>
                    <a:pt x="49" y="388"/>
                    <a:pt x="55" y="407"/>
                  </a:cubicBezTo>
                  <a:cubicBezTo>
                    <a:pt x="61" y="423"/>
                    <a:pt x="65" y="441"/>
                    <a:pt x="71" y="457"/>
                  </a:cubicBezTo>
                  <a:cubicBezTo>
                    <a:pt x="81" y="485"/>
                    <a:pt x="79" y="497"/>
                    <a:pt x="89" y="526"/>
                  </a:cubicBezTo>
                  <a:cubicBezTo>
                    <a:pt x="97" y="548"/>
                    <a:pt x="108" y="571"/>
                    <a:pt x="115" y="590"/>
                  </a:cubicBezTo>
                  <a:cubicBezTo>
                    <a:pt x="121" y="608"/>
                    <a:pt x="123" y="629"/>
                    <a:pt x="129" y="645"/>
                  </a:cubicBezTo>
                  <a:cubicBezTo>
                    <a:pt x="146" y="692"/>
                    <a:pt x="157" y="715"/>
                    <a:pt x="157" y="715"/>
                  </a:cubicBezTo>
                  <a:cubicBezTo>
                    <a:pt x="157" y="715"/>
                    <a:pt x="157" y="715"/>
                    <a:pt x="157" y="715"/>
                  </a:cubicBezTo>
                  <a:cubicBezTo>
                    <a:pt x="157" y="715"/>
                    <a:pt x="157" y="715"/>
                    <a:pt x="157" y="715"/>
                  </a:cubicBezTo>
                  <a:cubicBezTo>
                    <a:pt x="157" y="715"/>
                    <a:pt x="157" y="715"/>
                    <a:pt x="157" y="715"/>
                  </a:cubicBezTo>
                  <a:cubicBezTo>
                    <a:pt x="157" y="716"/>
                    <a:pt x="164" y="729"/>
                    <a:pt x="168" y="752"/>
                  </a:cubicBezTo>
                  <a:cubicBezTo>
                    <a:pt x="170" y="769"/>
                    <a:pt x="167" y="796"/>
                    <a:pt x="177" y="820"/>
                  </a:cubicBezTo>
                  <a:cubicBezTo>
                    <a:pt x="184" y="834"/>
                    <a:pt x="197" y="843"/>
                    <a:pt x="207" y="859"/>
                  </a:cubicBezTo>
                  <a:cubicBezTo>
                    <a:pt x="214" y="870"/>
                    <a:pt x="220" y="888"/>
                    <a:pt x="228" y="897"/>
                  </a:cubicBezTo>
                  <a:cubicBezTo>
                    <a:pt x="233" y="901"/>
                    <a:pt x="237" y="904"/>
                    <a:pt x="242" y="908"/>
                  </a:cubicBezTo>
                  <a:cubicBezTo>
                    <a:pt x="249" y="912"/>
                    <a:pt x="257" y="912"/>
                    <a:pt x="264" y="915"/>
                  </a:cubicBezTo>
                  <a:cubicBezTo>
                    <a:pt x="270" y="918"/>
                    <a:pt x="275" y="923"/>
                    <a:pt x="282" y="926"/>
                  </a:cubicBezTo>
                  <a:cubicBezTo>
                    <a:pt x="291" y="930"/>
                    <a:pt x="302" y="932"/>
                    <a:pt x="313" y="936"/>
                  </a:cubicBezTo>
                  <a:cubicBezTo>
                    <a:pt x="327" y="941"/>
                    <a:pt x="341" y="948"/>
                    <a:pt x="355" y="948"/>
                  </a:cubicBezTo>
                  <a:cubicBezTo>
                    <a:pt x="366" y="948"/>
                    <a:pt x="377" y="945"/>
                    <a:pt x="389" y="944"/>
                  </a:cubicBezTo>
                  <a:cubicBezTo>
                    <a:pt x="401" y="943"/>
                    <a:pt x="413" y="944"/>
                    <a:pt x="425" y="940"/>
                  </a:cubicBezTo>
                  <a:cubicBezTo>
                    <a:pt x="431" y="939"/>
                    <a:pt x="436" y="936"/>
                    <a:pt x="441" y="932"/>
                  </a:cubicBezTo>
                  <a:cubicBezTo>
                    <a:pt x="435" y="934"/>
                    <a:pt x="430" y="935"/>
                    <a:pt x="427" y="935"/>
                  </a:cubicBezTo>
                  <a:cubicBezTo>
                    <a:pt x="381" y="939"/>
                    <a:pt x="335" y="912"/>
                    <a:pt x="304" y="879"/>
                  </a:cubicBezTo>
                  <a:cubicBezTo>
                    <a:pt x="268" y="840"/>
                    <a:pt x="233" y="791"/>
                    <a:pt x="219" y="740"/>
                  </a:cubicBezTo>
                  <a:cubicBezTo>
                    <a:pt x="191" y="641"/>
                    <a:pt x="167" y="550"/>
                    <a:pt x="136" y="451"/>
                  </a:cubicBezTo>
                  <a:cubicBezTo>
                    <a:pt x="109" y="369"/>
                    <a:pt x="86" y="292"/>
                    <a:pt x="94" y="225"/>
                  </a:cubicBezTo>
                  <a:cubicBezTo>
                    <a:pt x="106" y="186"/>
                    <a:pt x="145" y="193"/>
                    <a:pt x="183" y="179"/>
                  </a:cubicBezTo>
                  <a:cubicBezTo>
                    <a:pt x="185" y="179"/>
                    <a:pt x="185" y="179"/>
                    <a:pt x="185" y="179"/>
                  </a:cubicBezTo>
                  <a:cubicBezTo>
                    <a:pt x="226" y="170"/>
                    <a:pt x="275" y="218"/>
                    <a:pt x="294" y="262"/>
                  </a:cubicBezTo>
                  <a:cubicBezTo>
                    <a:pt x="313" y="306"/>
                    <a:pt x="313" y="312"/>
                    <a:pt x="333" y="338"/>
                  </a:cubicBezTo>
                  <a:cubicBezTo>
                    <a:pt x="352" y="364"/>
                    <a:pt x="360" y="402"/>
                    <a:pt x="364" y="407"/>
                  </a:cubicBezTo>
                  <a:cubicBezTo>
                    <a:pt x="387" y="434"/>
                    <a:pt x="374" y="439"/>
                    <a:pt x="398" y="470"/>
                  </a:cubicBezTo>
                  <a:cubicBezTo>
                    <a:pt x="422" y="501"/>
                    <a:pt x="431" y="516"/>
                    <a:pt x="452" y="547"/>
                  </a:cubicBezTo>
                  <a:cubicBezTo>
                    <a:pt x="473" y="578"/>
                    <a:pt x="462" y="592"/>
                    <a:pt x="487" y="622"/>
                  </a:cubicBezTo>
                  <a:cubicBezTo>
                    <a:pt x="512" y="651"/>
                    <a:pt x="515" y="648"/>
                    <a:pt x="528" y="673"/>
                  </a:cubicBezTo>
                  <a:cubicBezTo>
                    <a:pt x="537" y="690"/>
                    <a:pt x="547" y="708"/>
                    <a:pt x="552" y="717"/>
                  </a:cubicBezTo>
                  <a:cubicBezTo>
                    <a:pt x="552" y="716"/>
                    <a:pt x="552" y="716"/>
                    <a:pt x="552" y="715"/>
                  </a:cubicBezTo>
                  <a:close/>
                </a:path>
              </a:pathLst>
            </a:custGeom>
            <a:solidFill>
              <a:srgbClr val="C39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3217">
              <a:extLst>
                <a:ext uri="{FF2B5EF4-FFF2-40B4-BE49-F238E27FC236}">
                  <a16:creationId xmlns:a16="http://schemas.microsoft.com/office/drawing/2014/main" id="{0CC7A84C-E8F7-4494-B89A-C93C36D57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693"/>
              <a:ext cx="551" cy="1997"/>
            </a:xfrm>
            <a:custGeom>
              <a:avLst/>
              <a:gdLst>
                <a:gd name="T0" fmla="*/ 1452 w 269"/>
                <a:gd name="T1" fmla="*/ 1442 h 914"/>
                <a:gd name="T2" fmla="*/ 1821 w 269"/>
                <a:gd name="T3" fmla="*/ 500 h 914"/>
                <a:gd name="T4" fmla="*/ 2313 w 269"/>
                <a:gd name="T5" fmla="*/ 1671 h 914"/>
                <a:gd name="T6" fmla="*/ 2294 w 269"/>
                <a:gd name="T7" fmla="*/ 1322 h 914"/>
                <a:gd name="T8" fmla="*/ 2173 w 269"/>
                <a:gd name="T9" fmla="*/ 970 h 914"/>
                <a:gd name="T10" fmla="*/ 2057 w 269"/>
                <a:gd name="T11" fmla="*/ 553 h 914"/>
                <a:gd name="T12" fmla="*/ 1608 w 269"/>
                <a:gd name="T13" fmla="*/ 157 h 914"/>
                <a:gd name="T14" fmla="*/ 1188 w 269"/>
                <a:gd name="T15" fmla="*/ 0 h 914"/>
                <a:gd name="T16" fmla="*/ 928 w 269"/>
                <a:gd name="T17" fmla="*/ 81 h 914"/>
                <a:gd name="T18" fmla="*/ 533 w 269"/>
                <a:gd name="T19" fmla="*/ 273 h 914"/>
                <a:gd name="T20" fmla="*/ 231 w 269"/>
                <a:gd name="T21" fmla="*/ 741 h 914"/>
                <a:gd name="T22" fmla="*/ 51 w 269"/>
                <a:gd name="T23" fmla="*/ 1145 h 914"/>
                <a:gd name="T24" fmla="*/ 0 w 269"/>
                <a:gd name="T25" fmla="*/ 1796 h 914"/>
                <a:gd name="T26" fmla="*/ 76 w 269"/>
                <a:gd name="T27" fmla="*/ 2272 h 914"/>
                <a:gd name="T28" fmla="*/ 240 w 269"/>
                <a:gd name="T29" fmla="*/ 3013 h 914"/>
                <a:gd name="T30" fmla="*/ 361 w 269"/>
                <a:gd name="T31" fmla="*/ 3537 h 914"/>
                <a:gd name="T32" fmla="*/ 473 w 269"/>
                <a:gd name="T33" fmla="*/ 4243 h 914"/>
                <a:gd name="T34" fmla="*/ 608 w 269"/>
                <a:gd name="T35" fmla="*/ 4765 h 914"/>
                <a:gd name="T36" fmla="*/ 764 w 269"/>
                <a:gd name="T37" fmla="*/ 5484 h 914"/>
                <a:gd name="T38" fmla="*/ 989 w 269"/>
                <a:gd name="T39" fmla="*/ 6153 h 914"/>
                <a:gd name="T40" fmla="*/ 1108 w 269"/>
                <a:gd name="T41" fmla="*/ 6727 h 914"/>
                <a:gd name="T42" fmla="*/ 1352 w 269"/>
                <a:gd name="T43" fmla="*/ 7457 h 914"/>
                <a:gd name="T44" fmla="*/ 1352 w 269"/>
                <a:gd name="T45" fmla="*/ 7457 h 914"/>
                <a:gd name="T46" fmla="*/ 1352 w 269"/>
                <a:gd name="T47" fmla="*/ 7457 h 914"/>
                <a:gd name="T48" fmla="*/ 1352 w 269"/>
                <a:gd name="T49" fmla="*/ 7457 h 914"/>
                <a:gd name="T50" fmla="*/ 1444 w 269"/>
                <a:gd name="T51" fmla="*/ 7844 h 914"/>
                <a:gd name="T52" fmla="*/ 1524 w 269"/>
                <a:gd name="T53" fmla="*/ 8554 h 914"/>
                <a:gd name="T54" fmla="*/ 1778 w 269"/>
                <a:gd name="T55" fmla="*/ 8960 h 914"/>
                <a:gd name="T56" fmla="*/ 1960 w 269"/>
                <a:gd name="T57" fmla="*/ 9356 h 914"/>
                <a:gd name="T58" fmla="*/ 2081 w 269"/>
                <a:gd name="T59" fmla="*/ 9472 h 914"/>
                <a:gd name="T60" fmla="*/ 2261 w 269"/>
                <a:gd name="T61" fmla="*/ 9533 h 914"/>
                <a:gd name="T62" fmla="*/ 1901 w 269"/>
                <a:gd name="T63" fmla="*/ 8888 h 914"/>
                <a:gd name="T64" fmla="*/ 1581 w 269"/>
                <a:gd name="T65" fmla="*/ 7938 h 914"/>
                <a:gd name="T66" fmla="*/ 1452 w 269"/>
                <a:gd name="T67" fmla="*/ 7103 h 914"/>
                <a:gd name="T68" fmla="*/ 1229 w 269"/>
                <a:gd name="T69" fmla="*/ 6435 h 914"/>
                <a:gd name="T70" fmla="*/ 617 w 269"/>
                <a:gd name="T71" fmla="*/ 3590 h 914"/>
                <a:gd name="T72" fmla="*/ 457 w 269"/>
                <a:gd name="T73" fmla="*/ 2148 h 914"/>
                <a:gd name="T74" fmla="*/ 1452 w 269"/>
                <a:gd name="T75" fmla="*/ 1442 h 9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69" h="914">
                  <a:moveTo>
                    <a:pt x="169" y="138"/>
                  </a:moveTo>
                  <a:cubicBezTo>
                    <a:pt x="206" y="103"/>
                    <a:pt x="211" y="66"/>
                    <a:pt x="212" y="48"/>
                  </a:cubicBezTo>
                  <a:cubicBezTo>
                    <a:pt x="248" y="70"/>
                    <a:pt x="260" y="119"/>
                    <a:pt x="269" y="160"/>
                  </a:cubicBezTo>
                  <a:cubicBezTo>
                    <a:pt x="269" y="150"/>
                    <a:pt x="269" y="137"/>
                    <a:pt x="267" y="127"/>
                  </a:cubicBezTo>
                  <a:cubicBezTo>
                    <a:pt x="264" y="115"/>
                    <a:pt x="257" y="104"/>
                    <a:pt x="253" y="93"/>
                  </a:cubicBezTo>
                  <a:cubicBezTo>
                    <a:pt x="249" y="81"/>
                    <a:pt x="245" y="62"/>
                    <a:pt x="239" y="53"/>
                  </a:cubicBezTo>
                  <a:cubicBezTo>
                    <a:pt x="224" y="31"/>
                    <a:pt x="209" y="24"/>
                    <a:pt x="187" y="15"/>
                  </a:cubicBezTo>
                  <a:cubicBezTo>
                    <a:pt x="174" y="10"/>
                    <a:pt x="153" y="0"/>
                    <a:pt x="138" y="0"/>
                  </a:cubicBezTo>
                  <a:cubicBezTo>
                    <a:pt x="128" y="0"/>
                    <a:pt x="117" y="6"/>
                    <a:pt x="108" y="8"/>
                  </a:cubicBezTo>
                  <a:cubicBezTo>
                    <a:pt x="90" y="11"/>
                    <a:pt x="75" y="15"/>
                    <a:pt x="62" y="26"/>
                  </a:cubicBezTo>
                  <a:cubicBezTo>
                    <a:pt x="49" y="37"/>
                    <a:pt x="37" y="53"/>
                    <a:pt x="27" y="71"/>
                  </a:cubicBezTo>
                  <a:cubicBezTo>
                    <a:pt x="21" y="83"/>
                    <a:pt x="10" y="97"/>
                    <a:pt x="6" y="110"/>
                  </a:cubicBezTo>
                  <a:cubicBezTo>
                    <a:pt x="2" y="125"/>
                    <a:pt x="1" y="153"/>
                    <a:pt x="0" y="172"/>
                  </a:cubicBezTo>
                  <a:cubicBezTo>
                    <a:pt x="2" y="183"/>
                    <a:pt x="4" y="201"/>
                    <a:pt x="9" y="218"/>
                  </a:cubicBezTo>
                  <a:cubicBezTo>
                    <a:pt x="15" y="237"/>
                    <a:pt x="20" y="263"/>
                    <a:pt x="28" y="289"/>
                  </a:cubicBezTo>
                  <a:cubicBezTo>
                    <a:pt x="34" y="307"/>
                    <a:pt x="35" y="319"/>
                    <a:pt x="42" y="339"/>
                  </a:cubicBezTo>
                  <a:cubicBezTo>
                    <a:pt x="48" y="358"/>
                    <a:pt x="49" y="388"/>
                    <a:pt x="55" y="407"/>
                  </a:cubicBezTo>
                  <a:cubicBezTo>
                    <a:pt x="61" y="423"/>
                    <a:pt x="65" y="441"/>
                    <a:pt x="71" y="457"/>
                  </a:cubicBezTo>
                  <a:cubicBezTo>
                    <a:pt x="81" y="485"/>
                    <a:pt x="79" y="497"/>
                    <a:pt x="89" y="526"/>
                  </a:cubicBezTo>
                  <a:cubicBezTo>
                    <a:pt x="97" y="548"/>
                    <a:pt x="108" y="571"/>
                    <a:pt x="115" y="590"/>
                  </a:cubicBezTo>
                  <a:cubicBezTo>
                    <a:pt x="121" y="608"/>
                    <a:pt x="123" y="629"/>
                    <a:pt x="129" y="645"/>
                  </a:cubicBezTo>
                  <a:cubicBezTo>
                    <a:pt x="146" y="692"/>
                    <a:pt x="157" y="715"/>
                    <a:pt x="157" y="715"/>
                  </a:cubicBezTo>
                  <a:cubicBezTo>
                    <a:pt x="157" y="715"/>
                    <a:pt x="157" y="715"/>
                    <a:pt x="157" y="715"/>
                  </a:cubicBezTo>
                  <a:cubicBezTo>
                    <a:pt x="157" y="715"/>
                    <a:pt x="157" y="715"/>
                    <a:pt x="157" y="715"/>
                  </a:cubicBezTo>
                  <a:cubicBezTo>
                    <a:pt x="157" y="715"/>
                    <a:pt x="157" y="715"/>
                    <a:pt x="157" y="715"/>
                  </a:cubicBezTo>
                  <a:cubicBezTo>
                    <a:pt x="157" y="716"/>
                    <a:pt x="164" y="729"/>
                    <a:pt x="168" y="752"/>
                  </a:cubicBezTo>
                  <a:cubicBezTo>
                    <a:pt x="170" y="769"/>
                    <a:pt x="167" y="796"/>
                    <a:pt x="177" y="820"/>
                  </a:cubicBezTo>
                  <a:cubicBezTo>
                    <a:pt x="184" y="834"/>
                    <a:pt x="197" y="843"/>
                    <a:pt x="207" y="859"/>
                  </a:cubicBezTo>
                  <a:cubicBezTo>
                    <a:pt x="214" y="870"/>
                    <a:pt x="220" y="888"/>
                    <a:pt x="228" y="897"/>
                  </a:cubicBezTo>
                  <a:cubicBezTo>
                    <a:pt x="233" y="901"/>
                    <a:pt x="237" y="904"/>
                    <a:pt x="242" y="908"/>
                  </a:cubicBezTo>
                  <a:cubicBezTo>
                    <a:pt x="248" y="911"/>
                    <a:pt x="256" y="912"/>
                    <a:pt x="263" y="914"/>
                  </a:cubicBezTo>
                  <a:cubicBezTo>
                    <a:pt x="250" y="892"/>
                    <a:pt x="231" y="868"/>
                    <a:pt x="221" y="852"/>
                  </a:cubicBezTo>
                  <a:cubicBezTo>
                    <a:pt x="204" y="824"/>
                    <a:pt x="192" y="793"/>
                    <a:pt x="184" y="761"/>
                  </a:cubicBezTo>
                  <a:cubicBezTo>
                    <a:pt x="177" y="735"/>
                    <a:pt x="176" y="707"/>
                    <a:pt x="169" y="681"/>
                  </a:cubicBezTo>
                  <a:cubicBezTo>
                    <a:pt x="163" y="659"/>
                    <a:pt x="152" y="638"/>
                    <a:pt x="143" y="617"/>
                  </a:cubicBezTo>
                  <a:cubicBezTo>
                    <a:pt x="102" y="526"/>
                    <a:pt x="89" y="441"/>
                    <a:pt x="72" y="344"/>
                  </a:cubicBezTo>
                  <a:cubicBezTo>
                    <a:pt x="66" y="312"/>
                    <a:pt x="54" y="263"/>
                    <a:pt x="53" y="206"/>
                  </a:cubicBezTo>
                  <a:cubicBezTo>
                    <a:pt x="60" y="156"/>
                    <a:pt x="119" y="184"/>
                    <a:pt x="169" y="138"/>
                  </a:cubicBezTo>
                  <a:close/>
                </a:path>
              </a:pathLst>
            </a:custGeom>
            <a:solidFill>
              <a:srgbClr val="BD8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3218">
              <a:extLst>
                <a:ext uri="{FF2B5EF4-FFF2-40B4-BE49-F238E27FC236}">
                  <a16:creationId xmlns:a16="http://schemas.microsoft.com/office/drawing/2014/main" id="{165CD571-8EE7-488F-988C-41D948403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759"/>
              <a:ext cx="1616" cy="774"/>
            </a:xfrm>
            <a:custGeom>
              <a:avLst/>
              <a:gdLst>
                <a:gd name="T0" fmla="*/ 1001 w 788"/>
                <a:gd name="T1" fmla="*/ 0 h 354"/>
                <a:gd name="T2" fmla="*/ 2086 w 788"/>
                <a:gd name="T3" fmla="*/ 1506 h 354"/>
                <a:gd name="T4" fmla="*/ 6763 w 788"/>
                <a:gd name="T5" fmla="*/ 3595 h 354"/>
                <a:gd name="T6" fmla="*/ 6720 w 788"/>
                <a:gd name="T7" fmla="*/ 3658 h 354"/>
                <a:gd name="T8" fmla="*/ 5391 w 788"/>
                <a:gd name="T9" fmla="*/ 3400 h 354"/>
                <a:gd name="T10" fmla="*/ 3966 w 788"/>
                <a:gd name="T11" fmla="*/ 2036 h 354"/>
                <a:gd name="T12" fmla="*/ 1068 w 788"/>
                <a:gd name="T13" fmla="*/ 1463 h 354"/>
                <a:gd name="T14" fmla="*/ 1001 w 788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8" h="354">
                  <a:moveTo>
                    <a:pt x="116" y="0"/>
                  </a:moveTo>
                  <a:cubicBezTo>
                    <a:pt x="28" y="25"/>
                    <a:pt x="10" y="127"/>
                    <a:pt x="242" y="144"/>
                  </a:cubicBezTo>
                  <a:cubicBezTo>
                    <a:pt x="438" y="158"/>
                    <a:pt x="660" y="182"/>
                    <a:pt x="784" y="344"/>
                  </a:cubicBezTo>
                  <a:cubicBezTo>
                    <a:pt x="788" y="349"/>
                    <a:pt x="787" y="354"/>
                    <a:pt x="779" y="350"/>
                  </a:cubicBezTo>
                  <a:cubicBezTo>
                    <a:pt x="749" y="335"/>
                    <a:pt x="687" y="313"/>
                    <a:pt x="625" y="325"/>
                  </a:cubicBezTo>
                  <a:cubicBezTo>
                    <a:pt x="616" y="326"/>
                    <a:pt x="648" y="249"/>
                    <a:pt x="460" y="195"/>
                  </a:cubicBezTo>
                  <a:cubicBezTo>
                    <a:pt x="341" y="166"/>
                    <a:pt x="206" y="169"/>
                    <a:pt x="124" y="140"/>
                  </a:cubicBezTo>
                  <a:cubicBezTo>
                    <a:pt x="38" y="110"/>
                    <a:pt x="0" y="36"/>
                    <a:pt x="116" y="0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3219">
              <a:extLst>
                <a:ext uri="{FF2B5EF4-FFF2-40B4-BE49-F238E27FC236}">
                  <a16:creationId xmlns:a16="http://schemas.microsoft.com/office/drawing/2014/main" id="{4BF6B97E-E14F-4A8D-A6EE-7EDBF6FD1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074"/>
              <a:ext cx="1120" cy="459"/>
            </a:xfrm>
            <a:custGeom>
              <a:avLst/>
              <a:gdLst>
                <a:gd name="T0" fmla="*/ 4082 w 546"/>
                <a:gd name="T1" fmla="*/ 1902 h 210"/>
                <a:gd name="T2" fmla="*/ 4047 w 546"/>
                <a:gd name="T3" fmla="*/ 1910 h 210"/>
                <a:gd name="T4" fmla="*/ 4638 w 546"/>
                <a:gd name="T5" fmla="*/ 2151 h 210"/>
                <a:gd name="T6" fmla="*/ 4679 w 546"/>
                <a:gd name="T7" fmla="*/ 2087 h 210"/>
                <a:gd name="T8" fmla="*/ 0 w 546"/>
                <a:gd name="T9" fmla="*/ 0 h 210"/>
                <a:gd name="T10" fmla="*/ 3514 w 546"/>
                <a:gd name="T11" fmla="*/ 1012 h 210"/>
                <a:gd name="T12" fmla="*/ 4082 w 546"/>
                <a:gd name="T13" fmla="*/ 1902 h 2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6" h="210">
                  <a:moveTo>
                    <a:pt x="473" y="182"/>
                  </a:moveTo>
                  <a:cubicBezTo>
                    <a:pt x="472" y="182"/>
                    <a:pt x="470" y="182"/>
                    <a:pt x="469" y="183"/>
                  </a:cubicBezTo>
                  <a:cubicBezTo>
                    <a:pt x="498" y="188"/>
                    <a:pt x="522" y="198"/>
                    <a:pt x="537" y="206"/>
                  </a:cubicBezTo>
                  <a:cubicBezTo>
                    <a:pt x="545" y="210"/>
                    <a:pt x="546" y="205"/>
                    <a:pt x="542" y="200"/>
                  </a:cubicBezTo>
                  <a:cubicBezTo>
                    <a:pt x="418" y="38"/>
                    <a:pt x="196" y="14"/>
                    <a:pt x="0" y="0"/>
                  </a:cubicBezTo>
                  <a:cubicBezTo>
                    <a:pt x="104" y="10"/>
                    <a:pt x="317" y="33"/>
                    <a:pt x="407" y="97"/>
                  </a:cubicBezTo>
                  <a:cubicBezTo>
                    <a:pt x="496" y="161"/>
                    <a:pt x="491" y="180"/>
                    <a:pt x="473" y="182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Freeform 3220">
              <a:extLst>
                <a:ext uri="{FF2B5EF4-FFF2-40B4-BE49-F238E27FC236}">
                  <a16:creationId xmlns:a16="http://schemas.microsoft.com/office/drawing/2014/main" id="{2E24742F-3DD0-4D45-8AEA-48FA61648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197"/>
              <a:ext cx="696" cy="907"/>
            </a:xfrm>
            <a:custGeom>
              <a:avLst/>
              <a:gdLst>
                <a:gd name="T0" fmla="*/ 2802 w 340"/>
                <a:gd name="T1" fmla="*/ 4332 h 415"/>
                <a:gd name="T2" fmla="*/ 2721 w 340"/>
                <a:gd name="T3" fmla="*/ 2288 h 415"/>
                <a:gd name="T4" fmla="*/ 1449 w 340"/>
                <a:gd name="T5" fmla="*/ 597 h 415"/>
                <a:gd name="T6" fmla="*/ 0 w 340"/>
                <a:gd name="T7" fmla="*/ 0 h 415"/>
                <a:gd name="T8" fmla="*/ 1580 w 340"/>
                <a:gd name="T9" fmla="*/ 531 h 415"/>
                <a:gd name="T10" fmla="*/ 2850 w 340"/>
                <a:gd name="T11" fmla="*/ 1930 h 415"/>
                <a:gd name="T12" fmla="*/ 2802 w 340"/>
                <a:gd name="T13" fmla="*/ 4332 h 4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0" h="415">
                  <a:moveTo>
                    <a:pt x="327" y="415"/>
                  </a:moveTo>
                  <a:cubicBezTo>
                    <a:pt x="314" y="351"/>
                    <a:pt x="310" y="300"/>
                    <a:pt x="317" y="219"/>
                  </a:cubicBezTo>
                  <a:cubicBezTo>
                    <a:pt x="326" y="103"/>
                    <a:pt x="264" y="82"/>
                    <a:pt x="169" y="57"/>
                  </a:cubicBezTo>
                  <a:cubicBezTo>
                    <a:pt x="113" y="42"/>
                    <a:pt x="52" y="32"/>
                    <a:pt x="0" y="0"/>
                  </a:cubicBezTo>
                  <a:cubicBezTo>
                    <a:pt x="28" y="14"/>
                    <a:pt x="132" y="43"/>
                    <a:pt x="184" y="51"/>
                  </a:cubicBezTo>
                  <a:cubicBezTo>
                    <a:pt x="237" y="58"/>
                    <a:pt x="340" y="96"/>
                    <a:pt x="332" y="185"/>
                  </a:cubicBezTo>
                  <a:cubicBezTo>
                    <a:pt x="324" y="274"/>
                    <a:pt x="310" y="327"/>
                    <a:pt x="327" y="415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3221">
              <a:extLst>
                <a:ext uri="{FF2B5EF4-FFF2-40B4-BE49-F238E27FC236}">
                  <a16:creationId xmlns:a16="http://schemas.microsoft.com/office/drawing/2014/main" id="{FDF65C51-1113-42C8-9722-6B7559672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146"/>
              <a:ext cx="758" cy="643"/>
            </a:xfrm>
            <a:custGeom>
              <a:avLst/>
              <a:gdLst>
                <a:gd name="T0" fmla="*/ 2002 w 370"/>
                <a:gd name="T1" fmla="*/ 1216 h 294"/>
                <a:gd name="T2" fmla="*/ 1780 w 370"/>
                <a:gd name="T3" fmla="*/ 3075 h 294"/>
                <a:gd name="T4" fmla="*/ 2682 w 370"/>
                <a:gd name="T5" fmla="*/ 1789 h 294"/>
                <a:gd name="T6" fmla="*/ 3050 w 370"/>
                <a:gd name="T7" fmla="*/ 1579 h 294"/>
                <a:gd name="T8" fmla="*/ 2589 w 370"/>
                <a:gd name="T9" fmla="*/ 722 h 294"/>
                <a:gd name="T10" fmla="*/ 0 w 370"/>
                <a:gd name="T11" fmla="*/ 0 h 294"/>
                <a:gd name="T12" fmla="*/ 2002 w 370"/>
                <a:gd name="T13" fmla="*/ 1216 h 2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0" h="294">
                  <a:moveTo>
                    <a:pt x="233" y="116"/>
                  </a:moveTo>
                  <a:cubicBezTo>
                    <a:pt x="251" y="161"/>
                    <a:pt x="230" y="215"/>
                    <a:pt x="207" y="294"/>
                  </a:cubicBezTo>
                  <a:cubicBezTo>
                    <a:pt x="236" y="211"/>
                    <a:pt x="294" y="182"/>
                    <a:pt x="312" y="171"/>
                  </a:cubicBezTo>
                  <a:cubicBezTo>
                    <a:pt x="318" y="167"/>
                    <a:pt x="345" y="155"/>
                    <a:pt x="355" y="151"/>
                  </a:cubicBezTo>
                  <a:cubicBezTo>
                    <a:pt x="370" y="146"/>
                    <a:pt x="345" y="99"/>
                    <a:pt x="301" y="69"/>
                  </a:cubicBezTo>
                  <a:cubicBezTo>
                    <a:pt x="232" y="16"/>
                    <a:pt x="80" y="11"/>
                    <a:pt x="0" y="0"/>
                  </a:cubicBezTo>
                  <a:cubicBezTo>
                    <a:pt x="108" y="22"/>
                    <a:pt x="202" y="55"/>
                    <a:pt x="233" y="116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Freeform 3222">
              <a:extLst>
                <a:ext uri="{FF2B5EF4-FFF2-40B4-BE49-F238E27FC236}">
                  <a16:creationId xmlns:a16="http://schemas.microsoft.com/office/drawing/2014/main" id="{B5F6D478-F642-4D5B-A2F5-12D2DA14F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197"/>
              <a:ext cx="358" cy="373"/>
            </a:xfrm>
            <a:custGeom>
              <a:avLst/>
              <a:gdLst>
                <a:gd name="T0" fmla="*/ 0 w 175"/>
                <a:gd name="T1" fmla="*/ 0 h 171"/>
                <a:gd name="T2" fmla="*/ 1424 w 175"/>
                <a:gd name="T3" fmla="*/ 1442 h 171"/>
                <a:gd name="T4" fmla="*/ 1064 w 175"/>
                <a:gd name="T5" fmla="*/ 1776 h 171"/>
                <a:gd name="T6" fmla="*/ 0 w 175"/>
                <a:gd name="T7" fmla="*/ 0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71">
                  <a:moveTo>
                    <a:pt x="0" y="0"/>
                  </a:moveTo>
                  <a:cubicBezTo>
                    <a:pt x="52" y="10"/>
                    <a:pt x="175" y="44"/>
                    <a:pt x="166" y="139"/>
                  </a:cubicBezTo>
                  <a:cubicBezTo>
                    <a:pt x="165" y="146"/>
                    <a:pt x="139" y="155"/>
                    <a:pt x="124" y="171"/>
                  </a:cubicBezTo>
                  <a:cubicBezTo>
                    <a:pt x="135" y="139"/>
                    <a:pt x="150" y="47"/>
                    <a:pt x="0" y="0"/>
                  </a:cubicBezTo>
                  <a:close/>
                </a:path>
              </a:pathLst>
            </a:custGeom>
            <a:solidFill>
              <a:srgbClr val="FDE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3223">
              <a:extLst>
                <a:ext uri="{FF2B5EF4-FFF2-40B4-BE49-F238E27FC236}">
                  <a16:creationId xmlns:a16="http://schemas.microsoft.com/office/drawing/2014/main" id="{9A00CCF4-2BDF-41E7-849D-2752896EE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834"/>
              <a:ext cx="143" cy="321"/>
            </a:xfrm>
            <a:custGeom>
              <a:avLst/>
              <a:gdLst>
                <a:gd name="T0" fmla="*/ 597 w 70"/>
                <a:gd name="T1" fmla="*/ 1531 h 147"/>
                <a:gd name="T2" fmla="*/ 264 w 70"/>
                <a:gd name="T3" fmla="*/ 0 h 147"/>
                <a:gd name="T4" fmla="*/ 597 w 70"/>
                <a:gd name="T5" fmla="*/ 1531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47">
                  <a:moveTo>
                    <a:pt x="70" y="147"/>
                  </a:moveTo>
                  <a:cubicBezTo>
                    <a:pt x="0" y="89"/>
                    <a:pt x="4" y="32"/>
                    <a:pt x="31" y="0"/>
                  </a:cubicBezTo>
                  <a:cubicBezTo>
                    <a:pt x="15" y="24"/>
                    <a:pt x="17" y="90"/>
                    <a:pt x="70" y="147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3224">
              <a:extLst>
                <a:ext uri="{FF2B5EF4-FFF2-40B4-BE49-F238E27FC236}">
                  <a16:creationId xmlns:a16="http://schemas.microsoft.com/office/drawing/2014/main" id="{7BFAD14A-48AB-4C4F-9D89-BF6D2106B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886"/>
              <a:ext cx="31" cy="136"/>
            </a:xfrm>
            <a:custGeom>
              <a:avLst/>
              <a:gdLst>
                <a:gd name="T0" fmla="*/ 60 w 15"/>
                <a:gd name="T1" fmla="*/ 140 h 62"/>
                <a:gd name="T2" fmla="*/ 132 w 15"/>
                <a:gd name="T3" fmla="*/ 654 h 62"/>
                <a:gd name="T4" fmla="*/ 99 w 15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2">
                  <a:moveTo>
                    <a:pt x="7" y="13"/>
                  </a:moveTo>
                  <a:cubicBezTo>
                    <a:pt x="0" y="27"/>
                    <a:pt x="7" y="51"/>
                    <a:pt x="15" y="62"/>
                  </a:cubicBezTo>
                  <a:cubicBezTo>
                    <a:pt x="10" y="42"/>
                    <a:pt x="11" y="21"/>
                    <a:pt x="11" y="0"/>
                  </a:cubicBezTo>
                </a:path>
              </a:pathLst>
            </a:custGeom>
            <a:solidFill>
              <a:srgbClr val="FD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3225">
              <a:extLst>
                <a:ext uri="{FF2B5EF4-FFF2-40B4-BE49-F238E27FC236}">
                  <a16:creationId xmlns:a16="http://schemas.microsoft.com/office/drawing/2014/main" id="{EDE9B082-8D34-4D20-8849-F5D28DBA3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371"/>
              <a:ext cx="31" cy="134"/>
            </a:xfrm>
            <a:custGeom>
              <a:avLst/>
              <a:gdLst>
                <a:gd name="T0" fmla="*/ 0 w 15"/>
                <a:gd name="T1" fmla="*/ 33 h 61"/>
                <a:gd name="T2" fmla="*/ 81 w 15"/>
                <a:gd name="T3" fmla="*/ 646 h 61"/>
                <a:gd name="T4" fmla="*/ 81 w 15"/>
                <a:gd name="T5" fmla="*/ 444 h 61"/>
                <a:gd name="T6" fmla="*/ 0 w 15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1">
                  <a:moveTo>
                    <a:pt x="0" y="3"/>
                  </a:moveTo>
                  <a:cubicBezTo>
                    <a:pt x="15" y="16"/>
                    <a:pt x="14" y="44"/>
                    <a:pt x="9" y="61"/>
                  </a:cubicBezTo>
                  <a:cubicBezTo>
                    <a:pt x="2" y="60"/>
                    <a:pt x="8" y="48"/>
                    <a:pt x="9" y="42"/>
                  </a:cubicBezTo>
                  <a:cubicBezTo>
                    <a:pt x="9" y="28"/>
                    <a:pt x="0" y="1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3226">
              <a:extLst>
                <a:ext uri="{FF2B5EF4-FFF2-40B4-BE49-F238E27FC236}">
                  <a16:creationId xmlns:a16="http://schemas.microsoft.com/office/drawing/2014/main" id="{09066700-2C16-42C0-AE01-26EF1FE10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336"/>
              <a:ext cx="22" cy="29"/>
            </a:xfrm>
            <a:custGeom>
              <a:avLst/>
              <a:gdLst>
                <a:gd name="T0" fmla="*/ 16 w 11"/>
                <a:gd name="T1" fmla="*/ 100 h 13"/>
                <a:gd name="T2" fmla="*/ 0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2" y="9"/>
                  </a:moveTo>
                  <a:cubicBezTo>
                    <a:pt x="11" y="13"/>
                    <a:pt x="8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3227">
              <a:extLst>
                <a:ext uri="{FF2B5EF4-FFF2-40B4-BE49-F238E27FC236}">
                  <a16:creationId xmlns:a16="http://schemas.microsoft.com/office/drawing/2014/main" id="{66598E16-DE51-4110-A3F9-49A47A08C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693"/>
              <a:ext cx="346" cy="999"/>
            </a:xfrm>
            <a:custGeom>
              <a:avLst/>
              <a:gdLst>
                <a:gd name="T0" fmla="*/ 1185 w 169"/>
                <a:gd name="T1" fmla="*/ 0 h 457"/>
                <a:gd name="T2" fmla="*/ 925 w 169"/>
                <a:gd name="T3" fmla="*/ 81 h 457"/>
                <a:gd name="T4" fmla="*/ 532 w 169"/>
                <a:gd name="T5" fmla="*/ 273 h 457"/>
                <a:gd name="T6" fmla="*/ 231 w 169"/>
                <a:gd name="T7" fmla="*/ 741 h 457"/>
                <a:gd name="T8" fmla="*/ 51 w 169"/>
                <a:gd name="T9" fmla="*/ 1148 h 457"/>
                <a:gd name="T10" fmla="*/ 0 w 169"/>
                <a:gd name="T11" fmla="*/ 1797 h 457"/>
                <a:gd name="T12" fmla="*/ 76 w 169"/>
                <a:gd name="T13" fmla="*/ 2280 h 457"/>
                <a:gd name="T14" fmla="*/ 240 w 169"/>
                <a:gd name="T15" fmla="*/ 3021 h 457"/>
                <a:gd name="T16" fmla="*/ 360 w 169"/>
                <a:gd name="T17" fmla="*/ 3541 h 457"/>
                <a:gd name="T18" fmla="*/ 473 w 169"/>
                <a:gd name="T19" fmla="*/ 4254 h 457"/>
                <a:gd name="T20" fmla="*/ 608 w 169"/>
                <a:gd name="T21" fmla="*/ 4774 h 457"/>
                <a:gd name="T22" fmla="*/ 608 w 169"/>
                <a:gd name="T23" fmla="*/ 4774 h 457"/>
                <a:gd name="T24" fmla="*/ 600 w 169"/>
                <a:gd name="T25" fmla="*/ 4626 h 457"/>
                <a:gd name="T26" fmla="*/ 377 w 169"/>
                <a:gd name="T27" fmla="*/ 3039 h 457"/>
                <a:gd name="T28" fmla="*/ 213 w 169"/>
                <a:gd name="T29" fmla="*/ 1266 h 457"/>
                <a:gd name="T30" fmla="*/ 1056 w 169"/>
                <a:gd name="T31" fmla="*/ 669 h 457"/>
                <a:gd name="T32" fmla="*/ 1185 w 169"/>
                <a:gd name="T33" fmla="*/ 0 h 4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9" h="457">
                  <a:moveTo>
                    <a:pt x="138" y="0"/>
                  </a:moveTo>
                  <a:cubicBezTo>
                    <a:pt x="128" y="0"/>
                    <a:pt x="117" y="6"/>
                    <a:pt x="108" y="8"/>
                  </a:cubicBezTo>
                  <a:cubicBezTo>
                    <a:pt x="90" y="11"/>
                    <a:pt x="75" y="15"/>
                    <a:pt x="62" y="26"/>
                  </a:cubicBezTo>
                  <a:cubicBezTo>
                    <a:pt x="49" y="37"/>
                    <a:pt x="37" y="53"/>
                    <a:pt x="27" y="71"/>
                  </a:cubicBezTo>
                  <a:cubicBezTo>
                    <a:pt x="21" y="83"/>
                    <a:pt x="10" y="97"/>
                    <a:pt x="6" y="110"/>
                  </a:cubicBezTo>
                  <a:cubicBezTo>
                    <a:pt x="2" y="125"/>
                    <a:pt x="1" y="153"/>
                    <a:pt x="0" y="172"/>
                  </a:cubicBezTo>
                  <a:cubicBezTo>
                    <a:pt x="2" y="183"/>
                    <a:pt x="4" y="201"/>
                    <a:pt x="9" y="218"/>
                  </a:cubicBezTo>
                  <a:cubicBezTo>
                    <a:pt x="15" y="237"/>
                    <a:pt x="20" y="263"/>
                    <a:pt x="28" y="289"/>
                  </a:cubicBezTo>
                  <a:cubicBezTo>
                    <a:pt x="34" y="307"/>
                    <a:pt x="35" y="319"/>
                    <a:pt x="42" y="339"/>
                  </a:cubicBezTo>
                  <a:cubicBezTo>
                    <a:pt x="48" y="358"/>
                    <a:pt x="49" y="388"/>
                    <a:pt x="55" y="407"/>
                  </a:cubicBezTo>
                  <a:cubicBezTo>
                    <a:pt x="61" y="423"/>
                    <a:pt x="65" y="441"/>
                    <a:pt x="71" y="457"/>
                  </a:cubicBezTo>
                  <a:cubicBezTo>
                    <a:pt x="71" y="457"/>
                    <a:pt x="71" y="457"/>
                    <a:pt x="71" y="457"/>
                  </a:cubicBezTo>
                  <a:cubicBezTo>
                    <a:pt x="70" y="443"/>
                    <a:pt x="70" y="443"/>
                    <a:pt x="70" y="443"/>
                  </a:cubicBezTo>
                  <a:cubicBezTo>
                    <a:pt x="63" y="394"/>
                    <a:pt x="57" y="350"/>
                    <a:pt x="44" y="291"/>
                  </a:cubicBezTo>
                  <a:cubicBezTo>
                    <a:pt x="31" y="232"/>
                    <a:pt x="5" y="155"/>
                    <a:pt x="25" y="121"/>
                  </a:cubicBezTo>
                  <a:cubicBezTo>
                    <a:pt x="45" y="87"/>
                    <a:pt x="64" y="98"/>
                    <a:pt x="123" y="64"/>
                  </a:cubicBezTo>
                  <a:cubicBezTo>
                    <a:pt x="169" y="37"/>
                    <a:pt x="153" y="0"/>
                    <a:pt x="138" y="0"/>
                  </a:cubicBezTo>
                  <a:close/>
                </a:path>
              </a:pathLst>
            </a:custGeom>
            <a:solidFill>
              <a:srgbClr val="AE78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Freeform 3228">
              <a:extLst>
                <a:ext uri="{FF2B5EF4-FFF2-40B4-BE49-F238E27FC236}">
                  <a16:creationId xmlns:a16="http://schemas.microsoft.com/office/drawing/2014/main" id="{3A6547CA-E50A-4D19-9A1E-8586FDD34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123"/>
              <a:ext cx="771" cy="1508"/>
            </a:xfrm>
            <a:custGeom>
              <a:avLst/>
              <a:gdLst>
                <a:gd name="T0" fmla="*/ 96 w 376"/>
                <a:gd name="T1" fmla="*/ 1427 h 690"/>
                <a:gd name="T2" fmla="*/ 853 w 376"/>
                <a:gd name="T3" fmla="*/ 4686 h 690"/>
                <a:gd name="T4" fmla="*/ 1624 w 376"/>
                <a:gd name="T5" fmla="*/ 6736 h 690"/>
                <a:gd name="T6" fmla="*/ 2863 w 376"/>
                <a:gd name="T7" fmla="*/ 6683 h 690"/>
                <a:gd name="T8" fmla="*/ 3174 w 376"/>
                <a:gd name="T9" fmla="*/ 5398 h 690"/>
                <a:gd name="T10" fmla="*/ 2321 w 376"/>
                <a:gd name="T11" fmla="*/ 3401 h 690"/>
                <a:gd name="T12" fmla="*/ 1517 w 376"/>
                <a:gd name="T13" fmla="*/ 1418 h 690"/>
                <a:gd name="T14" fmla="*/ 804 w 376"/>
                <a:gd name="T15" fmla="*/ 149 h 690"/>
                <a:gd name="T16" fmla="*/ 43 w 376"/>
                <a:gd name="T17" fmla="*/ 483 h 690"/>
                <a:gd name="T18" fmla="*/ 96 w 376"/>
                <a:gd name="T19" fmla="*/ 1427 h 6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6" h="690">
                  <a:moveTo>
                    <a:pt x="11" y="137"/>
                  </a:moveTo>
                  <a:cubicBezTo>
                    <a:pt x="41" y="241"/>
                    <a:pt x="66" y="345"/>
                    <a:pt x="99" y="449"/>
                  </a:cubicBezTo>
                  <a:cubicBezTo>
                    <a:pt x="121" y="520"/>
                    <a:pt x="132" y="592"/>
                    <a:pt x="188" y="645"/>
                  </a:cubicBezTo>
                  <a:cubicBezTo>
                    <a:pt x="221" y="677"/>
                    <a:pt x="285" y="690"/>
                    <a:pt x="332" y="640"/>
                  </a:cubicBezTo>
                  <a:cubicBezTo>
                    <a:pt x="359" y="611"/>
                    <a:pt x="376" y="554"/>
                    <a:pt x="368" y="517"/>
                  </a:cubicBezTo>
                  <a:cubicBezTo>
                    <a:pt x="361" y="486"/>
                    <a:pt x="311" y="406"/>
                    <a:pt x="269" y="326"/>
                  </a:cubicBezTo>
                  <a:cubicBezTo>
                    <a:pt x="227" y="246"/>
                    <a:pt x="193" y="167"/>
                    <a:pt x="176" y="136"/>
                  </a:cubicBezTo>
                  <a:cubicBezTo>
                    <a:pt x="154" y="96"/>
                    <a:pt x="133" y="39"/>
                    <a:pt x="93" y="14"/>
                  </a:cubicBezTo>
                  <a:cubicBezTo>
                    <a:pt x="70" y="0"/>
                    <a:pt x="17" y="9"/>
                    <a:pt x="5" y="46"/>
                  </a:cubicBezTo>
                  <a:cubicBezTo>
                    <a:pt x="0" y="57"/>
                    <a:pt x="3" y="90"/>
                    <a:pt x="11" y="137"/>
                  </a:cubicBezTo>
                  <a:close/>
                </a:path>
              </a:pathLst>
            </a:custGeom>
            <a:solidFill>
              <a:srgbClr val="D2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3229">
              <a:extLst>
                <a:ext uri="{FF2B5EF4-FFF2-40B4-BE49-F238E27FC236}">
                  <a16:creationId xmlns:a16="http://schemas.microsoft.com/office/drawing/2014/main" id="{6478E059-2F27-4C5C-BA60-DF1378CBF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257"/>
              <a:ext cx="545" cy="1217"/>
            </a:xfrm>
            <a:custGeom>
              <a:avLst/>
              <a:gdLst>
                <a:gd name="T0" fmla="*/ 1549 w 266"/>
                <a:gd name="T1" fmla="*/ 5685 h 557"/>
                <a:gd name="T2" fmla="*/ 1344 w 266"/>
                <a:gd name="T3" fmla="*/ 4121 h 557"/>
                <a:gd name="T4" fmla="*/ 412 w 266"/>
                <a:gd name="T5" fmla="*/ 1261 h 557"/>
                <a:gd name="T6" fmla="*/ 172 w 266"/>
                <a:gd name="T7" fmla="*/ 72 h 557"/>
                <a:gd name="T8" fmla="*/ 893 w 266"/>
                <a:gd name="T9" fmla="*/ 1451 h 557"/>
                <a:gd name="T10" fmla="*/ 2166 w 266"/>
                <a:gd name="T11" fmla="*/ 4674 h 557"/>
                <a:gd name="T12" fmla="*/ 1592 w 266"/>
                <a:gd name="T13" fmla="*/ 5801 h 557"/>
                <a:gd name="T14" fmla="*/ 1549 w 266"/>
                <a:gd name="T15" fmla="*/ 5685 h 5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557">
                  <a:moveTo>
                    <a:pt x="180" y="545"/>
                  </a:moveTo>
                  <a:cubicBezTo>
                    <a:pt x="198" y="512"/>
                    <a:pt x="181" y="461"/>
                    <a:pt x="156" y="395"/>
                  </a:cubicBezTo>
                  <a:cubicBezTo>
                    <a:pt x="119" y="316"/>
                    <a:pt x="66" y="184"/>
                    <a:pt x="48" y="121"/>
                  </a:cubicBezTo>
                  <a:cubicBezTo>
                    <a:pt x="36" y="73"/>
                    <a:pt x="0" y="13"/>
                    <a:pt x="20" y="7"/>
                  </a:cubicBezTo>
                  <a:cubicBezTo>
                    <a:pt x="40" y="0"/>
                    <a:pt x="88" y="109"/>
                    <a:pt x="104" y="139"/>
                  </a:cubicBezTo>
                  <a:cubicBezTo>
                    <a:pt x="116" y="161"/>
                    <a:pt x="237" y="392"/>
                    <a:pt x="252" y="448"/>
                  </a:cubicBezTo>
                  <a:cubicBezTo>
                    <a:pt x="266" y="496"/>
                    <a:pt x="251" y="543"/>
                    <a:pt x="185" y="556"/>
                  </a:cubicBezTo>
                  <a:cubicBezTo>
                    <a:pt x="181" y="557"/>
                    <a:pt x="177" y="550"/>
                    <a:pt x="180" y="545"/>
                  </a:cubicBezTo>
                  <a:close/>
                </a:path>
              </a:pathLst>
            </a:custGeom>
            <a:solidFill>
              <a:srgbClr val="D5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3230">
              <a:extLst>
                <a:ext uri="{FF2B5EF4-FFF2-40B4-BE49-F238E27FC236}">
                  <a16:creationId xmlns:a16="http://schemas.microsoft.com/office/drawing/2014/main" id="{C6126825-6700-458F-B267-A899B86FC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434"/>
              <a:ext cx="383" cy="994"/>
            </a:xfrm>
            <a:custGeom>
              <a:avLst/>
              <a:gdLst>
                <a:gd name="T0" fmla="*/ 0 w 187"/>
                <a:gd name="T1" fmla="*/ 0 h 455"/>
                <a:gd name="T2" fmla="*/ 1360 w 187"/>
                <a:gd name="T3" fmla="*/ 3327 h 455"/>
                <a:gd name="T4" fmla="*/ 1342 w 187"/>
                <a:gd name="T5" fmla="*/ 4649 h 455"/>
                <a:gd name="T6" fmla="*/ 1360 w 187"/>
                <a:gd name="T7" fmla="*/ 4496 h 455"/>
                <a:gd name="T8" fmla="*/ 1032 w 187"/>
                <a:gd name="T9" fmla="*/ 2825 h 455"/>
                <a:gd name="T10" fmla="*/ 0 w 187"/>
                <a:gd name="T11" fmla="*/ 0 h 4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455">
                  <a:moveTo>
                    <a:pt x="0" y="0"/>
                  </a:moveTo>
                  <a:cubicBezTo>
                    <a:pt x="38" y="74"/>
                    <a:pt x="128" y="248"/>
                    <a:pt x="158" y="319"/>
                  </a:cubicBezTo>
                  <a:cubicBezTo>
                    <a:pt x="187" y="390"/>
                    <a:pt x="174" y="435"/>
                    <a:pt x="156" y="446"/>
                  </a:cubicBezTo>
                  <a:cubicBezTo>
                    <a:pt x="143" y="455"/>
                    <a:pt x="154" y="448"/>
                    <a:pt x="158" y="431"/>
                  </a:cubicBezTo>
                  <a:cubicBezTo>
                    <a:pt x="162" y="414"/>
                    <a:pt x="172" y="371"/>
                    <a:pt x="120" y="271"/>
                  </a:cubicBezTo>
                  <a:cubicBezTo>
                    <a:pt x="68" y="1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3231">
              <a:extLst>
                <a:ext uri="{FF2B5EF4-FFF2-40B4-BE49-F238E27FC236}">
                  <a16:creationId xmlns:a16="http://schemas.microsoft.com/office/drawing/2014/main" id="{A797ADDB-BC13-4BEC-9BA9-966D059F5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262"/>
              <a:ext cx="31" cy="44"/>
            </a:xfrm>
            <a:custGeom>
              <a:avLst/>
              <a:gdLst>
                <a:gd name="T0" fmla="*/ 25 w 15"/>
                <a:gd name="T1" fmla="*/ 0 h 20"/>
                <a:gd name="T2" fmla="*/ 25 w 15"/>
                <a:gd name="T3" fmla="*/ 213 h 20"/>
                <a:gd name="T4" fmla="*/ 35 w 1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3" y="0"/>
                  </a:moveTo>
                  <a:cubicBezTo>
                    <a:pt x="1" y="7"/>
                    <a:pt x="0" y="14"/>
                    <a:pt x="3" y="20"/>
                  </a:cubicBezTo>
                  <a:cubicBezTo>
                    <a:pt x="15" y="17"/>
                    <a:pt x="14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3232">
              <a:extLst>
                <a:ext uri="{FF2B5EF4-FFF2-40B4-BE49-F238E27FC236}">
                  <a16:creationId xmlns:a16="http://schemas.microsoft.com/office/drawing/2014/main" id="{5688F4EB-9A10-43B8-B3B7-6E1FEBADF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3323"/>
              <a:ext cx="22" cy="68"/>
            </a:xfrm>
            <a:custGeom>
              <a:avLst/>
              <a:gdLst>
                <a:gd name="T0" fmla="*/ 88 w 11"/>
                <a:gd name="T1" fmla="*/ 0 h 31"/>
                <a:gd name="T2" fmla="*/ 0 w 11"/>
                <a:gd name="T3" fmla="*/ 32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11" y="11"/>
                    <a:pt x="7" y="22"/>
                    <a:pt x="0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3233">
              <a:extLst>
                <a:ext uri="{FF2B5EF4-FFF2-40B4-BE49-F238E27FC236}">
                  <a16:creationId xmlns:a16="http://schemas.microsoft.com/office/drawing/2014/main" id="{6CF24AC0-5A4D-458E-92F6-7F0FCA651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151"/>
              <a:ext cx="31" cy="94"/>
            </a:xfrm>
            <a:custGeom>
              <a:avLst/>
              <a:gdLst>
                <a:gd name="T0" fmla="*/ 0 w 15"/>
                <a:gd name="T1" fmla="*/ 0 h 43"/>
                <a:gd name="T2" fmla="*/ 132 w 15"/>
                <a:gd name="T3" fmla="*/ 44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3">
                  <a:moveTo>
                    <a:pt x="0" y="0"/>
                  </a:moveTo>
                  <a:cubicBezTo>
                    <a:pt x="10" y="11"/>
                    <a:pt x="15" y="29"/>
                    <a:pt x="15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Freeform 3234">
              <a:extLst>
                <a:ext uri="{FF2B5EF4-FFF2-40B4-BE49-F238E27FC236}">
                  <a16:creationId xmlns:a16="http://schemas.microsoft.com/office/drawing/2014/main" id="{8A1AE808-2408-4E21-9B1B-C247BBFB6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3671"/>
              <a:ext cx="18" cy="24"/>
            </a:xfrm>
            <a:custGeom>
              <a:avLst/>
              <a:gdLst>
                <a:gd name="T0" fmla="*/ 0 w 9"/>
                <a:gd name="T1" fmla="*/ 0 h 11"/>
                <a:gd name="T2" fmla="*/ 72 w 9"/>
                <a:gd name="T3" fmla="*/ 10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3" y="3"/>
                    <a:pt x="2" y="11"/>
                    <a:pt x="9" y="1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Freeform 3235">
              <a:extLst>
                <a:ext uri="{FF2B5EF4-FFF2-40B4-BE49-F238E27FC236}">
                  <a16:creationId xmlns:a16="http://schemas.microsoft.com/office/drawing/2014/main" id="{4EF47BCD-CC42-4822-AA6C-5B74990EE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765"/>
              <a:ext cx="16" cy="22"/>
            </a:xfrm>
            <a:custGeom>
              <a:avLst/>
              <a:gdLst>
                <a:gd name="T0" fmla="*/ 48 w 8"/>
                <a:gd name="T1" fmla="*/ 0 h 10"/>
                <a:gd name="T2" fmla="*/ 0 w 8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6" y="0"/>
                  </a:moveTo>
                  <a:cubicBezTo>
                    <a:pt x="8" y="5"/>
                    <a:pt x="5" y="9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Freeform 3236">
              <a:extLst>
                <a:ext uri="{FF2B5EF4-FFF2-40B4-BE49-F238E27FC236}">
                  <a16:creationId xmlns:a16="http://schemas.microsoft.com/office/drawing/2014/main" id="{68B0EBB4-B5E9-4668-BFD4-164006550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3476"/>
              <a:ext cx="37" cy="29"/>
            </a:xfrm>
            <a:custGeom>
              <a:avLst/>
              <a:gdLst>
                <a:gd name="T0" fmla="*/ 0 w 18"/>
                <a:gd name="T1" fmla="*/ 0 h 13"/>
                <a:gd name="T2" fmla="*/ 156 w 18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cubicBezTo>
                    <a:pt x="3" y="7"/>
                    <a:pt x="11" y="12"/>
                    <a:pt x="18" y="1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Freeform 3237">
              <a:extLst>
                <a:ext uri="{FF2B5EF4-FFF2-40B4-BE49-F238E27FC236}">
                  <a16:creationId xmlns:a16="http://schemas.microsoft.com/office/drawing/2014/main" id="{63545024-DC62-4EBD-B77B-AFDF3E943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3498"/>
              <a:ext cx="7" cy="29"/>
            </a:xfrm>
            <a:custGeom>
              <a:avLst/>
              <a:gdLst>
                <a:gd name="T0" fmla="*/ 0 w 3"/>
                <a:gd name="T1" fmla="*/ 0 h 13"/>
                <a:gd name="T2" fmla="*/ 37 w 3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4"/>
                    <a:pt x="0" y="10"/>
                    <a:pt x="3" y="1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Freeform 3238">
              <a:extLst>
                <a:ext uri="{FF2B5EF4-FFF2-40B4-BE49-F238E27FC236}">
                  <a16:creationId xmlns:a16="http://schemas.microsoft.com/office/drawing/2014/main" id="{8D7D14DD-AC18-4C1A-8C3A-26A99A2E8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3669"/>
              <a:ext cx="41" cy="6"/>
            </a:xfrm>
            <a:custGeom>
              <a:avLst/>
              <a:gdLst>
                <a:gd name="T0" fmla="*/ 0 w 20"/>
                <a:gd name="T1" fmla="*/ 0 h 3"/>
                <a:gd name="T2" fmla="*/ 172 w 20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0"/>
                  </a:moveTo>
                  <a:cubicBezTo>
                    <a:pt x="7" y="1"/>
                    <a:pt x="13" y="3"/>
                    <a:pt x="20" y="1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Freeform 3239">
              <a:extLst>
                <a:ext uri="{FF2B5EF4-FFF2-40B4-BE49-F238E27FC236}">
                  <a16:creationId xmlns:a16="http://schemas.microsoft.com/office/drawing/2014/main" id="{A6025036-8263-47B3-AF7F-E3E81685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3671"/>
              <a:ext cx="39" cy="41"/>
            </a:xfrm>
            <a:custGeom>
              <a:avLst/>
              <a:gdLst>
                <a:gd name="T0" fmla="*/ 8 w 19"/>
                <a:gd name="T1" fmla="*/ 0 h 19"/>
                <a:gd name="T2" fmla="*/ 164 w 19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" y="0"/>
                  </a:moveTo>
                  <a:cubicBezTo>
                    <a:pt x="0" y="7"/>
                    <a:pt x="14" y="16"/>
                    <a:pt x="19" y="1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Freeform 3240">
              <a:extLst>
                <a:ext uri="{FF2B5EF4-FFF2-40B4-BE49-F238E27FC236}">
                  <a16:creationId xmlns:a16="http://schemas.microsoft.com/office/drawing/2014/main" id="{3C04A2F0-4497-4BE2-880A-21683EAB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3741"/>
              <a:ext cx="68" cy="30"/>
            </a:xfrm>
            <a:custGeom>
              <a:avLst/>
              <a:gdLst>
                <a:gd name="T0" fmla="*/ 0 w 33"/>
                <a:gd name="T1" fmla="*/ 0 h 14"/>
                <a:gd name="T2" fmla="*/ 165 w 33"/>
                <a:gd name="T3" fmla="*/ 77 h 14"/>
                <a:gd name="T4" fmla="*/ 288 w 33"/>
                <a:gd name="T5" fmla="*/ 13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cubicBezTo>
                    <a:pt x="6" y="2"/>
                    <a:pt x="12" y="6"/>
                    <a:pt x="19" y="8"/>
                  </a:cubicBezTo>
                  <a:cubicBezTo>
                    <a:pt x="24" y="9"/>
                    <a:pt x="28" y="14"/>
                    <a:pt x="33" y="14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Freeform 3241">
              <a:extLst>
                <a:ext uri="{FF2B5EF4-FFF2-40B4-BE49-F238E27FC236}">
                  <a16:creationId xmlns:a16="http://schemas.microsoft.com/office/drawing/2014/main" id="{63F906D0-1EDD-4030-881F-0DBC44AEB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3771"/>
              <a:ext cx="19" cy="20"/>
            </a:xfrm>
            <a:custGeom>
              <a:avLst/>
              <a:gdLst>
                <a:gd name="T0" fmla="*/ 0 w 9"/>
                <a:gd name="T1" fmla="*/ 0 h 9"/>
                <a:gd name="T2" fmla="*/ 84 w 9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1" y="4"/>
                    <a:pt x="4" y="8"/>
                    <a:pt x="9" y="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3242">
              <a:extLst>
                <a:ext uri="{FF2B5EF4-FFF2-40B4-BE49-F238E27FC236}">
                  <a16:creationId xmlns:a16="http://schemas.microsoft.com/office/drawing/2014/main" id="{B44DBF53-4F21-4395-8D18-32B1DD130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533"/>
              <a:ext cx="35" cy="18"/>
            </a:xfrm>
            <a:custGeom>
              <a:avLst/>
              <a:gdLst>
                <a:gd name="T0" fmla="*/ 0 w 17"/>
                <a:gd name="T1" fmla="*/ 92 h 8"/>
                <a:gd name="T2" fmla="*/ 148 w 17"/>
                <a:gd name="T3" fmla="*/ 0 h 8"/>
                <a:gd name="T4" fmla="*/ 148 w 17"/>
                <a:gd name="T5" fmla="*/ 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3" y="2"/>
                    <a:pt x="11" y="1"/>
                    <a:pt x="17" y="0"/>
                  </a:cubicBezTo>
                  <a:cubicBezTo>
                    <a:pt x="17" y="1"/>
                    <a:pt x="17" y="3"/>
                    <a:pt x="17" y="2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Freeform 3243">
              <a:extLst>
                <a:ext uri="{FF2B5EF4-FFF2-40B4-BE49-F238E27FC236}">
                  <a16:creationId xmlns:a16="http://schemas.microsoft.com/office/drawing/2014/main" id="{7C84AB7B-0E37-4F3A-9422-DA939C355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3507"/>
              <a:ext cx="4" cy="28"/>
            </a:xfrm>
            <a:custGeom>
              <a:avLst/>
              <a:gdLst>
                <a:gd name="T0" fmla="*/ 8 w 2"/>
                <a:gd name="T1" fmla="*/ 0 h 13"/>
                <a:gd name="T2" fmla="*/ 16 w 2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1" y="0"/>
                  </a:moveTo>
                  <a:cubicBezTo>
                    <a:pt x="0" y="4"/>
                    <a:pt x="0" y="10"/>
                    <a:pt x="2" y="1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Freeform 3244">
              <a:extLst>
                <a:ext uri="{FF2B5EF4-FFF2-40B4-BE49-F238E27FC236}">
                  <a16:creationId xmlns:a16="http://schemas.microsoft.com/office/drawing/2014/main" id="{A43286C7-AA2C-4A35-BA8A-FB5D33D62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349"/>
              <a:ext cx="35" cy="64"/>
            </a:xfrm>
            <a:custGeom>
              <a:avLst/>
              <a:gdLst>
                <a:gd name="T0" fmla="*/ 8 w 17"/>
                <a:gd name="T1" fmla="*/ 311 h 29"/>
                <a:gd name="T2" fmla="*/ 148 w 1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9">
                  <a:moveTo>
                    <a:pt x="1" y="29"/>
                  </a:moveTo>
                  <a:cubicBezTo>
                    <a:pt x="0" y="17"/>
                    <a:pt x="13" y="10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Freeform 3245">
              <a:extLst>
                <a:ext uri="{FF2B5EF4-FFF2-40B4-BE49-F238E27FC236}">
                  <a16:creationId xmlns:a16="http://schemas.microsoft.com/office/drawing/2014/main" id="{0AB69143-9718-4F20-9833-D60800E76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371"/>
              <a:ext cx="12" cy="18"/>
            </a:xfrm>
            <a:custGeom>
              <a:avLst/>
              <a:gdLst>
                <a:gd name="T0" fmla="*/ 0 w 6"/>
                <a:gd name="T1" fmla="*/ 11 h 8"/>
                <a:gd name="T2" fmla="*/ 48 w 6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1"/>
                  </a:moveTo>
                  <a:cubicBezTo>
                    <a:pt x="5" y="0"/>
                    <a:pt x="5" y="5"/>
                    <a:pt x="6" y="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Freeform 3246">
              <a:extLst>
                <a:ext uri="{FF2B5EF4-FFF2-40B4-BE49-F238E27FC236}">
                  <a16:creationId xmlns:a16="http://schemas.microsoft.com/office/drawing/2014/main" id="{0BF6DAAE-944A-467A-B0C8-0EDFFA9E9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3690"/>
              <a:ext cx="6" cy="18"/>
            </a:xfrm>
            <a:custGeom>
              <a:avLst/>
              <a:gdLst>
                <a:gd name="T0" fmla="*/ 24 w 3"/>
                <a:gd name="T1" fmla="*/ 0 h 8"/>
                <a:gd name="T2" fmla="*/ 0 w 3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3" y="4"/>
                    <a:pt x="3" y="7"/>
                    <a:pt x="0" y="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Freeform 3247">
              <a:extLst>
                <a:ext uri="{FF2B5EF4-FFF2-40B4-BE49-F238E27FC236}">
                  <a16:creationId xmlns:a16="http://schemas.microsoft.com/office/drawing/2014/main" id="{321FE357-663E-45C4-9559-41A123DB2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3612"/>
              <a:ext cx="27" cy="37"/>
            </a:xfrm>
            <a:custGeom>
              <a:avLst/>
              <a:gdLst>
                <a:gd name="T0" fmla="*/ 0 w 13"/>
                <a:gd name="T1" fmla="*/ 176 h 17"/>
                <a:gd name="T2" fmla="*/ 116 w 1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17"/>
                  </a:moveTo>
                  <a:cubicBezTo>
                    <a:pt x="4" y="11"/>
                    <a:pt x="9" y="5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Freeform 3248">
              <a:extLst>
                <a:ext uri="{FF2B5EF4-FFF2-40B4-BE49-F238E27FC236}">
                  <a16:creationId xmlns:a16="http://schemas.microsoft.com/office/drawing/2014/main" id="{BF433477-33AD-4BFA-BA08-B7F88FA3F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3092"/>
              <a:ext cx="8" cy="61"/>
            </a:xfrm>
            <a:custGeom>
              <a:avLst/>
              <a:gdLst>
                <a:gd name="T0" fmla="*/ 16 w 4"/>
                <a:gd name="T1" fmla="*/ 0 h 28"/>
                <a:gd name="T2" fmla="*/ 32 w 4"/>
                <a:gd name="T3" fmla="*/ 29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8">
                  <a:moveTo>
                    <a:pt x="2" y="0"/>
                  </a:moveTo>
                  <a:cubicBezTo>
                    <a:pt x="4" y="9"/>
                    <a:pt x="0" y="20"/>
                    <a:pt x="4" y="2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3249">
              <a:extLst>
                <a:ext uri="{FF2B5EF4-FFF2-40B4-BE49-F238E27FC236}">
                  <a16:creationId xmlns:a16="http://schemas.microsoft.com/office/drawing/2014/main" id="{8737B1FA-D64E-4429-B9D8-F0394B45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103"/>
              <a:ext cx="14" cy="13"/>
            </a:xfrm>
            <a:custGeom>
              <a:avLst/>
              <a:gdLst>
                <a:gd name="T0" fmla="*/ 0 w 7"/>
                <a:gd name="T1" fmla="*/ 43 h 6"/>
                <a:gd name="T2" fmla="*/ 56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3" y="6"/>
                    <a:pt x="6" y="3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3250">
              <a:extLst>
                <a:ext uri="{FF2B5EF4-FFF2-40B4-BE49-F238E27FC236}">
                  <a16:creationId xmlns:a16="http://schemas.microsoft.com/office/drawing/2014/main" id="{45415691-6661-4B31-97B3-3891855B4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109"/>
              <a:ext cx="11" cy="7"/>
            </a:xfrm>
            <a:custGeom>
              <a:avLst/>
              <a:gdLst>
                <a:gd name="T0" fmla="*/ 0 w 5"/>
                <a:gd name="T1" fmla="*/ 37 h 3"/>
                <a:gd name="T2" fmla="*/ 53 w 5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0"/>
                    <a:pt x="3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Freeform 3251">
              <a:extLst>
                <a:ext uri="{FF2B5EF4-FFF2-40B4-BE49-F238E27FC236}">
                  <a16:creationId xmlns:a16="http://schemas.microsoft.com/office/drawing/2014/main" id="{7475421B-05E6-4460-A1F6-F6FB7B36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950"/>
              <a:ext cx="51" cy="43"/>
            </a:xfrm>
            <a:custGeom>
              <a:avLst/>
              <a:gdLst>
                <a:gd name="T0" fmla="*/ 0 w 25"/>
                <a:gd name="T1" fmla="*/ 19 h 20"/>
                <a:gd name="T2" fmla="*/ 16 w 25"/>
                <a:gd name="T3" fmla="*/ 0 h 20"/>
                <a:gd name="T4" fmla="*/ 212 w 25"/>
                <a:gd name="T5" fmla="*/ 19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7" y="10"/>
                    <a:pt x="20" y="11"/>
                    <a:pt x="25" y="2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3252">
              <a:extLst>
                <a:ext uri="{FF2B5EF4-FFF2-40B4-BE49-F238E27FC236}">
                  <a16:creationId xmlns:a16="http://schemas.microsoft.com/office/drawing/2014/main" id="{D589D5D3-2C27-42CD-A270-F968700E6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965"/>
              <a:ext cx="6" cy="11"/>
            </a:xfrm>
            <a:custGeom>
              <a:avLst/>
              <a:gdLst>
                <a:gd name="T0" fmla="*/ 0 w 3"/>
                <a:gd name="T1" fmla="*/ 53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2" y="4"/>
                    <a:pt x="3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3253">
              <a:extLst>
                <a:ext uri="{FF2B5EF4-FFF2-40B4-BE49-F238E27FC236}">
                  <a16:creationId xmlns:a16="http://schemas.microsoft.com/office/drawing/2014/main" id="{C76F1FCF-2A28-437E-9214-CC49A9430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92"/>
              <a:ext cx="21" cy="85"/>
            </a:xfrm>
            <a:custGeom>
              <a:avLst/>
              <a:gdLst>
                <a:gd name="T0" fmla="*/ 0 w 10"/>
                <a:gd name="T1" fmla="*/ 0 h 39"/>
                <a:gd name="T2" fmla="*/ 57 w 10"/>
                <a:gd name="T3" fmla="*/ 218 h 39"/>
                <a:gd name="T4" fmla="*/ 92 w 10"/>
                <a:gd name="T5" fmla="*/ 40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4" y="6"/>
                    <a:pt x="4" y="14"/>
                    <a:pt x="6" y="21"/>
                  </a:cubicBezTo>
                  <a:cubicBezTo>
                    <a:pt x="8" y="27"/>
                    <a:pt x="8" y="33"/>
                    <a:pt x="10" y="3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3254">
              <a:extLst>
                <a:ext uri="{FF2B5EF4-FFF2-40B4-BE49-F238E27FC236}">
                  <a16:creationId xmlns:a16="http://schemas.microsoft.com/office/drawing/2014/main" id="{3D23B090-3583-43D7-9AEB-ACAC73C94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829"/>
              <a:ext cx="13" cy="9"/>
            </a:xfrm>
            <a:custGeom>
              <a:avLst/>
              <a:gdLst>
                <a:gd name="T0" fmla="*/ 0 w 6"/>
                <a:gd name="T1" fmla="*/ 11 h 4"/>
                <a:gd name="T2" fmla="*/ 61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3255">
              <a:extLst>
                <a:ext uri="{FF2B5EF4-FFF2-40B4-BE49-F238E27FC236}">
                  <a16:creationId xmlns:a16="http://schemas.microsoft.com/office/drawing/2014/main" id="{9D0654FB-A6DA-42D6-955D-E436DC856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598"/>
              <a:ext cx="58" cy="63"/>
            </a:xfrm>
            <a:custGeom>
              <a:avLst/>
              <a:gdLst>
                <a:gd name="T0" fmla="*/ 0 w 28"/>
                <a:gd name="T1" fmla="*/ 0 h 29"/>
                <a:gd name="T2" fmla="*/ 141 w 28"/>
                <a:gd name="T3" fmla="*/ 185 h 29"/>
                <a:gd name="T4" fmla="*/ 249 w 28"/>
                <a:gd name="T5" fmla="*/ 29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9">
                  <a:moveTo>
                    <a:pt x="0" y="0"/>
                  </a:moveTo>
                  <a:cubicBezTo>
                    <a:pt x="3" y="8"/>
                    <a:pt x="10" y="13"/>
                    <a:pt x="16" y="18"/>
                  </a:cubicBezTo>
                  <a:cubicBezTo>
                    <a:pt x="21" y="22"/>
                    <a:pt x="23" y="26"/>
                    <a:pt x="28" y="2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3256">
              <a:extLst>
                <a:ext uri="{FF2B5EF4-FFF2-40B4-BE49-F238E27FC236}">
                  <a16:creationId xmlns:a16="http://schemas.microsoft.com/office/drawing/2014/main" id="{ACBBBBBC-8C13-4288-A461-6454B694B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637"/>
              <a:ext cx="16" cy="24"/>
            </a:xfrm>
            <a:custGeom>
              <a:avLst/>
              <a:gdLst>
                <a:gd name="T0" fmla="*/ 64 w 8"/>
                <a:gd name="T1" fmla="*/ 0 h 11"/>
                <a:gd name="T2" fmla="*/ 16 w 8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3" y="0"/>
                    <a:pt x="0" y="7"/>
                    <a:pt x="2" y="1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3257">
              <a:extLst>
                <a:ext uri="{FF2B5EF4-FFF2-40B4-BE49-F238E27FC236}">
                  <a16:creationId xmlns:a16="http://schemas.microsoft.com/office/drawing/2014/main" id="{A55AB942-A3F3-43F5-82AA-8A6816A2C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460"/>
              <a:ext cx="4" cy="79"/>
            </a:xfrm>
            <a:custGeom>
              <a:avLst/>
              <a:gdLst>
                <a:gd name="T0" fmla="*/ 16 w 2"/>
                <a:gd name="T1" fmla="*/ 380 h 36"/>
                <a:gd name="T2" fmla="*/ 8 w 2"/>
                <a:gd name="T3" fmla="*/ 140 h 36"/>
                <a:gd name="T4" fmla="*/ 8 w 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6">
                  <a:moveTo>
                    <a:pt x="2" y="36"/>
                  </a:moveTo>
                  <a:cubicBezTo>
                    <a:pt x="1" y="28"/>
                    <a:pt x="0" y="21"/>
                    <a:pt x="1" y="13"/>
                  </a:cubicBezTo>
                  <a:cubicBezTo>
                    <a:pt x="2" y="8"/>
                    <a:pt x="2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3258">
              <a:extLst>
                <a:ext uri="{FF2B5EF4-FFF2-40B4-BE49-F238E27FC236}">
                  <a16:creationId xmlns:a16="http://schemas.microsoft.com/office/drawing/2014/main" id="{58C2CFFB-F3B0-495D-A57A-68E190889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3749"/>
              <a:ext cx="41" cy="11"/>
            </a:xfrm>
            <a:custGeom>
              <a:avLst/>
              <a:gdLst>
                <a:gd name="T0" fmla="*/ 0 w 20"/>
                <a:gd name="T1" fmla="*/ 33 h 5"/>
                <a:gd name="T2" fmla="*/ 172 w 20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3"/>
                  </a:moveTo>
                  <a:cubicBezTo>
                    <a:pt x="7" y="0"/>
                    <a:pt x="14" y="4"/>
                    <a:pt x="20" y="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3259">
              <a:extLst>
                <a:ext uri="{FF2B5EF4-FFF2-40B4-BE49-F238E27FC236}">
                  <a16:creationId xmlns:a16="http://schemas.microsoft.com/office/drawing/2014/main" id="{041D72E9-C76F-4E7D-AD12-C9CA18285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3747"/>
              <a:ext cx="6" cy="13"/>
            </a:xfrm>
            <a:custGeom>
              <a:avLst/>
              <a:gdLst>
                <a:gd name="T0" fmla="*/ 16 w 3"/>
                <a:gd name="T1" fmla="*/ 0 h 6"/>
                <a:gd name="T2" fmla="*/ 24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0" y="2"/>
                    <a:pt x="0" y="5"/>
                    <a:pt x="3" y="6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Freeform 3260">
              <a:extLst>
                <a:ext uri="{FF2B5EF4-FFF2-40B4-BE49-F238E27FC236}">
                  <a16:creationId xmlns:a16="http://schemas.microsoft.com/office/drawing/2014/main" id="{487D50BC-3C0A-4C45-9735-2186A2F08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186"/>
              <a:ext cx="54" cy="63"/>
            </a:xfrm>
            <a:custGeom>
              <a:avLst/>
              <a:gdLst>
                <a:gd name="T0" fmla="*/ 0 w 26"/>
                <a:gd name="T1" fmla="*/ 0 h 29"/>
                <a:gd name="T2" fmla="*/ 233 w 26"/>
                <a:gd name="T3" fmla="*/ 29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9">
                  <a:moveTo>
                    <a:pt x="0" y="0"/>
                  </a:moveTo>
                  <a:cubicBezTo>
                    <a:pt x="3" y="12"/>
                    <a:pt x="21" y="18"/>
                    <a:pt x="26" y="2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Freeform 3261">
              <a:extLst>
                <a:ext uri="{FF2B5EF4-FFF2-40B4-BE49-F238E27FC236}">
                  <a16:creationId xmlns:a16="http://schemas.microsoft.com/office/drawing/2014/main" id="{B2FE8D7C-75B3-403E-BA40-BF3E88B4B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218"/>
              <a:ext cx="6" cy="18"/>
            </a:xfrm>
            <a:custGeom>
              <a:avLst/>
              <a:gdLst>
                <a:gd name="T0" fmla="*/ 8 w 3"/>
                <a:gd name="T1" fmla="*/ 92 h 8"/>
                <a:gd name="T2" fmla="*/ 24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1" y="5"/>
                    <a:pt x="0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3262">
              <a:extLst>
                <a:ext uri="{FF2B5EF4-FFF2-40B4-BE49-F238E27FC236}">
                  <a16:creationId xmlns:a16="http://schemas.microsoft.com/office/drawing/2014/main" id="{6458ED05-2EF3-4013-AB97-D7913F846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3052"/>
              <a:ext cx="16" cy="64"/>
            </a:xfrm>
            <a:custGeom>
              <a:avLst/>
              <a:gdLst>
                <a:gd name="T0" fmla="*/ 8 w 8"/>
                <a:gd name="T1" fmla="*/ 311 h 29"/>
                <a:gd name="T2" fmla="*/ 0 w 8"/>
                <a:gd name="T3" fmla="*/ 238 h 29"/>
                <a:gd name="T4" fmla="*/ 24 w 8"/>
                <a:gd name="T5" fmla="*/ 97 h 29"/>
                <a:gd name="T6" fmla="*/ 64 w 8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9">
                  <a:moveTo>
                    <a:pt x="1" y="29"/>
                  </a:moveTo>
                  <a:cubicBezTo>
                    <a:pt x="2" y="27"/>
                    <a:pt x="1" y="25"/>
                    <a:pt x="0" y="22"/>
                  </a:cubicBezTo>
                  <a:cubicBezTo>
                    <a:pt x="0" y="18"/>
                    <a:pt x="2" y="13"/>
                    <a:pt x="3" y="9"/>
                  </a:cubicBezTo>
                  <a:cubicBezTo>
                    <a:pt x="5" y="6"/>
                    <a:pt x="7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Freeform 3263">
              <a:extLst>
                <a:ext uri="{FF2B5EF4-FFF2-40B4-BE49-F238E27FC236}">
                  <a16:creationId xmlns:a16="http://schemas.microsoft.com/office/drawing/2014/main" id="{914EA918-A3DB-407A-8596-BE9492454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072"/>
              <a:ext cx="10" cy="6"/>
            </a:xfrm>
            <a:custGeom>
              <a:avLst/>
              <a:gdLst>
                <a:gd name="T0" fmla="*/ 0 w 5"/>
                <a:gd name="T1" fmla="*/ 8 h 3"/>
                <a:gd name="T2" fmla="*/ 40 w 5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3" y="0"/>
                    <a:pt x="5" y="1"/>
                    <a:pt x="5" y="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Freeform 3264">
              <a:extLst>
                <a:ext uri="{FF2B5EF4-FFF2-40B4-BE49-F238E27FC236}">
                  <a16:creationId xmlns:a16="http://schemas.microsoft.com/office/drawing/2014/main" id="{9CABC8C7-6442-46B7-9F07-05F976E5F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3113"/>
              <a:ext cx="30" cy="88"/>
            </a:xfrm>
            <a:custGeom>
              <a:avLst/>
              <a:gdLst>
                <a:gd name="T0" fmla="*/ 0 w 15"/>
                <a:gd name="T1" fmla="*/ 0 h 40"/>
                <a:gd name="T2" fmla="*/ 80 w 15"/>
                <a:gd name="T3" fmla="*/ 233 h 40"/>
                <a:gd name="T4" fmla="*/ 120 w 15"/>
                <a:gd name="T5" fmla="*/ 42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0">
                  <a:moveTo>
                    <a:pt x="0" y="0"/>
                  </a:moveTo>
                  <a:cubicBezTo>
                    <a:pt x="1" y="7"/>
                    <a:pt x="7" y="15"/>
                    <a:pt x="10" y="22"/>
                  </a:cubicBezTo>
                  <a:cubicBezTo>
                    <a:pt x="13" y="27"/>
                    <a:pt x="13" y="34"/>
                    <a:pt x="15" y="4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3265">
              <a:extLst>
                <a:ext uri="{FF2B5EF4-FFF2-40B4-BE49-F238E27FC236}">
                  <a16:creationId xmlns:a16="http://schemas.microsoft.com/office/drawing/2014/main" id="{B8B2C19B-195A-4F16-B6B4-60537EFCD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910"/>
              <a:ext cx="47" cy="166"/>
            </a:xfrm>
            <a:custGeom>
              <a:avLst/>
              <a:gdLst>
                <a:gd name="T0" fmla="*/ 196 w 23"/>
                <a:gd name="T1" fmla="*/ 793 h 76"/>
                <a:gd name="T2" fmla="*/ 33 w 23"/>
                <a:gd name="T3" fmla="*/ 387 h 76"/>
                <a:gd name="T4" fmla="*/ 41 w 23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6">
                  <a:moveTo>
                    <a:pt x="23" y="76"/>
                  </a:moveTo>
                  <a:cubicBezTo>
                    <a:pt x="14" y="65"/>
                    <a:pt x="8" y="50"/>
                    <a:pt x="4" y="37"/>
                  </a:cubicBezTo>
                  <a:cubicBezTo>
                    <a:pt x="0" y="24"/>
                    <a:pt x="5" y="1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3266">
              <a:extLst>
                <a:ext uri="{FF2B5EF4-FFF2-40B4-BE49-F238E27FC236}">
                  <a16:creationId xmlns:a16="http://schemas.microsoft.com/office/drawing/2014/main" id="{BC32BC3A-0DEE-42D4-964E-BA0CD0697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925"/>
              <a:ext cx="12" cy="9"/>
            </a:xfrm>
            <a:custGeom>
              <a:avLst/>
              <a:gdLst>
                <a:gd name="T0" fmla="*/ 0 w 6"/>
                <a:gd name="T1" fmla="*/ 45 h 4"/>
                <a:gd name="T2" fmla="*/ 48 w 6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3" y="0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3267">
              <a:extLst>
                <a:ext uri="{FF2B5EF4-FFF2-40B4-BE49-F238E27FC236}">
                  <a16:creationId xmlns:a16="http://schemas.microsoft.com/office/drawing/2014/main" id="{C6DD3F0A-C396-450B-B33A-1F36C422C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777"/>
              <a:ext cx="12" cy="65"/>
            </a:xfrm>
            <a:custGeom>
              <a:avLst/>
              <a:gdLst>
                <a:gd name="T0" fmla="*/ 40 w 6"/>
                <a:gd name="T1" fmla="*/ 0 h 30"/>
                <a:gd name="T2" fmla="*/ 0 w 6"/>
                <a:gd name="T3" fmla="*/ 173 h 30"/>
                <a:gd name="T4" fmla="*/ 8 w 6"/>
                <a:gd name="T5" fmla="*/ 30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0">
                  <a:moveTo>
                    <a:pt x="5" y="0"/>
                  </a:moveTo>
                  <a:cubicBezTo>
                    <a:pt x="6" y="5"/>
                    <a:pt x="1" y="12"/>
                    <a:pt x="0" y="17"/>
                  </a:cubicBezTo>
                  <a:cubicBezTo>
                    <a:pt x="0" y="21"/>
                    <a:pt x="0" y="26"/>
                    <a:pt x="1" y="3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3268">
              <a:extLst>
                <a:ext uri="{FF2B5EF4-FFF2-40B4-BE49-F238E27FC236}">
                  <a16:creationId xmlns:a16="http://schemas.microsoft.com/office/drawing/2014/main" id="{0DA05D74-35DA-44E9-82B8-38AF81A9B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803"/>
              <a:ext cx="14" cy="7"/>
            </a:xfrm>
            <a:custGeom>
              <a:avLst/>
              <a:gdLst>
                <a:gd name="T0" fmla="*/ 0 w 7"/>
                <a:gd name="T1" fmla="*/ 28 h 3"/>
                <a:gd name="T2" fmla="*/ 56 w 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2" y="0"/>
                    <a:pt x="6" y="0"/>
                    <a:pt x="7" y="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3269">
              <a:extLst>
                <a:ext uri="{FF2B5EF4-FFF2-40B4-BE49-F238E27FC236}">
                  <a16:creationId xmlns:a16="http://schemas.microsoft.com/office/drawing/2014/main" id="{8CEE3EE8-7D08-4B64-8FC2-DB3777616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2947"/>
              <a:ext cx="13" cy="5"/>
            </a:xfrm>
            <a:custGeom>
              <a:avLst/>
              <a:gdLst>
                <a:gd name="T0" fmla="*/ 0 w 6"/>
                <a:gd name="T1" fmla="*/ 0 h 2"/>
                <a:gd name="T2" fmla="*/ 61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1" y="2"/>
                    <a:pt x="3" y="2"/>
                    <a:pt x="6" y="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3270">
              <a:extLst>
                <a:ext uri="{FF2B5EF4-FFF2-40B4-BE49-F238E27FC236}">
                  <a16:creationId xmlns:a16="http://schemas.microsoft.com/office/drawing/2014/main" id="{41C400EF-FDEF-4F77-B350-C8EF6CC1B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541"/>
              <a:ext cx="55" cy="175"/>
            </a:xfrm>
            <a:custGeom>
              <a:avLst/>
              <a:gdLst>
                <a:gd name="T0" fmla="*/ 0 w 27"/>
                <a:gd name="T1" fmla="*/ 0 h 80"/>
                <a:gd name="T2" fmla="*/ 67 w 27"/>
                <a:gd name="T3" fmla="*/ 96 h 80"/>
                <a:gd name="T4" fmla="*/ 171 w 27"/>
                <a:gd name="T5" fmla="*/ 263 h 80"/>
                <a:gd name="T6" fmla="*/ 187 w 27"/>
                <a:gd name="T7" fmla="*/ 838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0">
                  <a:moveTo>
                    <a:pt x="0" y="0"/>
                  </a:moveTo>
                  <a:cubicBezTo>
                    <a:pt x="1" y="4"/>
                    <a:pt x="5" y="6"/>
                    <a:pt x="8" y="9"/>
                  </a:cubicBezTo>
                  <a:cubicBezTo>
                    <a:pt x="13" y="14"/>
                    <a:pt x="17" y="19"/>
                    <a:pt x="20" y="25"/>
                  </a:cubicBezTo>
                  <a:cubicBezTo>
                    <a:pt x="27" y="42"/>
                    <a:pt x="25" y="63"/>
                    <a:pt x="22" y="8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3271">
              <a:extLst>
                <a:ext uri="{FF2B5EF4-FFF2-40B4-BE49-F238E27FC236}">
                  <a16:creationId xmlns:a16="http://schemas.microsoft.com/office/drawing/2014/main" id="{8BA8F651-C93A-4C6D-90BD-B924DE2B8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672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0"/>
                    <a:pt x="4" y="0"/>
                    <a:pt x="5" y="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Freeform 3272">
              <a:extLst>
                <a:ext uri="{FF2B5EF4-FFF2-40B4-BE49-F238E27FC236}">
                  <a16:creationId xmlns:a16="http://schemas.microsoft.com/office/drawing/2014/main" id="{F8D5F9F5-0B49-4AF9-B160-84C424B57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2709"/>
              <a:ext cx="35" cy="105"/>
            </a:xfrm>
            <a:custGeom>
              <a:avLst/>
              <a:gdLst>
                <a:gd name="T0" fmla="*/ 25 w 17"/>
                <a:gd name="T1" fmla="*/ 0 h 48"/>
                <a:gd name="T2" fmla="*/ 68 w 17"/>
                <a:gd name="T3" fmla="*/ 273 h 48"/>
                <a:gd name="T4" fmla="*/ 148 w 17"/>
                <a:gd name="T5" fmla="*/ 50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8">
                  <a:moveTo>
                    <a:pt x="3" y="0"/>
                  </a:moveTo>
                  <a:cubicBezTo>
                    <a:pt x="0" y="7"/>
                    <a:pt x="6" y="19"/>
                    <a:pt x="8" y="26"/>
                  </a:cubicBezTo>
                  <a:cubicBezTo>
                    <a:pt x="10" y="33"/>
                    <a:pt x="13" y="42"/>
                    <a:pt x="17" y="4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Freeform 3273">
              <a:extLst>
                <a:ext uri="{FF2B5EF4-FFF2-40B4-BE49-F238E27FC236}">
                  <a16:creationId xmlns:a16="http://schemas.microsoft.com/office/drawing/2014/main" id="{A104131C-6908-4F43-9407-D5C129DCF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554"/>
              <a:ext cx="33" cy="157"/>
            </a:xfrm>
            <a:custGeom>
              <a:avLst/>
              <a:gdLst>
                <a:gd name="T0" fmla="*/ 0 w 16"/>
                <a:gd name="T1" fmla="*/ 0 h 72"/>
                <a:gd name="T2" fmla="*/ 43 w 16"/>
                <a:gd name="T3" fmla="*/ 362 h 72"/>
                <a:gd name="T4" fmla="*/ 97 w 16"/>
                <a:gd name="T5" fmla="*/ 560 h 72"/>
                <a:gd name="T6" fmla="*/ 140 w 16"/>
                <a:gd name="T7" fmla="*/ 746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2">
                  <a:moveTo>
                    <a:pt x="0" y="0"/>
                  </a:moveTo>
                  <a:cubicBezTo>
                    <a:pt x="0" y="12"/>
                    <a:pt x="1" y="24"/>
                    <a:pt x="5" y="35"/>
                  </a:cubicBezTo>
                  <a:cubicBezTo>
                    <a:pt x="7" y="41"/>
                    <a:pt x="10" y="47"/>
                    <a:pt x="11" y="54"/>
                  </a:cubicBezTo>
                  <a:cubicBezTo>
                    <a:pt x="13" y="60"/>
                    <a:pt x="13" y="68"/>
                    <a:pt x="16" y="7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Freeform 3274">
              <a:extLst>
                <a:ext uri="{FF2B5EF4-FFF2-40B4-BE49-F238E27FC236}">
                  <a16:creationId xmlns:a16="http://schemas.microsoft.com/office/drawing/2014/main" id="{ADA77CF8-8649-4E5F-A6DA-397CBE37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05"/>
              <a:ext cx="19" cy="136"/>
            </a:xfrm>
            <a:custGeom>
              <a:avLst/>
              <a:gdLst>
                <a:gd name="T0" fmla="*/ 84 w 9"/>
                <a:gd name="T1" fmla="*/ 654 h 62"/>
                <a:gd name="T2" fmla="*/ 17 w 9"/>
                <a:gd name="T3" fmla="*/ 254 h 62"/>
                <a:gd name="T4" fmla="*/ 68 w 9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2">
                  <a:moveTo>
                    <a:pt x="9" y="62"/>
                  </a:moveTo>
                  <a:cubicBezTo>
                    <a:pt x="6" y="50"/>
                    <a:pt x="0" y="36"/>
                    <a:pt x="2" y="24"/>
                  </a:cubicBezTo>
                  <a:cubicBezTo>
                    <a:pt x="3" y="16"/>
                    <a:pt x="6" y="8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Freeform 3275">
              <a:extLst>
                <a:ext uri="{FF2B5EF4-FFF2-40B4-BE49-F238E27FC236}">
                  <a16:creationId xmlns:a16="http://schemas.microsoft.com/office/drawing/2014/main" id="{670BA742-8D91-4599-AD91-DC8A90377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427"/>
              <a:ext cx="16" cy="24"/>
            </a:xfrm>
            <a:custGeom>
              <a:avLst/>
              <a:gdLst>
                <a:gd name="T0" fmla="*/ 0 w 8"/>
                <a:gd name="T1" fmla="*/ 0 h 11"/>
                <a:gd name="T2" fmla="*/ 64 w 8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5" y="2"/>
                    <a:pt x="8" y="5"/>
                    <a:pt x="8" y="1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Freeform 3276">
              <a:extLst>
                <a:ext uri="{FF2B5EF4-FFF2-40B4-BE49-F238E27FC236}">
                  <a16:creationId xmlns:a16="http://schemas.microsoft.com/office/drawing/2014/main" id="{187E1E33-FBBB-46BA-92E9-45AE4156E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294"/>
              <a:ext cx="39" cy="33"/>
            </a:xfrm>
            <a:custGeom>
              <a:avLst/>
              <a:gdLst>
                <a:gd name="T0" fmla="*/ 0 w 19"/>
                <a:gd name="T1" fmla="*/ 0 h 15"/>
                <a:gd name="T2" fmla="*/ 164 w 19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0" y="0"/>
                  </a:moveTo>
                  <a:cubicBezTo>
                    <a:pt x="6" y="0"/>
                    <a:pt x="17" y="10"/>
                    <a:pt x="19" y="1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5" name="Freeform 3277">
              <a:extLst>
                <a:ext uri="{FF2B5EF4-FFF2-40B4-BE49-F238E27FC236}">
                  <a16:creationId xmlns:a16="http://schemas.microsoft.com/office/drawing/2014/main" id="{8DA6052B-3FF6-479B-AE4B-E07967FAF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300"/>
              <a:ext cx="47" cy="164"/>
            </a:xfrm>
            <a:custGeom>
              <a:avLst/>
              <a:gdLst>
                <a:gd name="T0" fmla="*/ 84 w 23"/>
                <a:gd name="T1" fmla="*/ 0 h 75"/>
                <a:gd name="T2" fmla="*/ 121 w 23"/>
                <a:gd name="T3" fmla="*/ 378 h 75"/>
                <a:gd name="T4" fmla="*/ 163 w 23"/>
                <a:gd name="T5" fmla="*/ 608 h 75"/>
                <a:gd name="T6" fmla="*/ 196 w 23"/>
                <a:gd name="T7" fmla="*/ 785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75">
                  <a:moveTo>
                    <a:pt x="10" y="0"/>
                  </a:moveTo>
                  <a:cubicBezTo>
                    <a:pt x="0" y="1"/>
                    <a:pt x="14" y="31"/>
                    <a:pt x="14" y="36"/>
                  </a:cubicBezTo>
                  <a:cubicBezTo>
                    <a:pt x="16" y="43"/>
                    <a:pt x="17" y="50"/>
                    <a:pt x="19" y="58"/>
                  </a:cubicBezTo>
                  <a:cubicBezTo>
                    <a:pt x="20" y="63"/>
                    <a:pt x="23" y="70"/>
                    <a:pt x="23" y="75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3278">
              <a:extLst>
                <a:ext uri="{FF2B5EF4-FFF2-40B4-BE49-F238E27FC236}">
                  <a16:creationId xmlns:a16="http://schemas.microsoft.com/office/drawing/2014/main" id="{FF6213E2-B830-4E4F-8136-38A5C7A0B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283"/>
              <a:ext cx="6" cy="20"/>
            </a:xfrm>
            <a:custGeom>
              <a:avLst/>
              <a:gdLst>
                <a:gd name="T0" fmla="*/ 0 w 3"/>
                <a:gd name="T1" fmla="*/ 98 h 9"/>
                <a:gd name="T2" fmla="*/ 24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3" y="7"/>
                    <a:pt x="3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3279">
              <a:extLst>
                <a:ext uri="{FF2B5EF4-FFF2-40B4-BE49-F238E27FC236}">
                  <a16:creationId xmlns:a16="http://schemas.microsoft.com/office/drawing/2014/main" id="{9CB67719-7D6C-45BA-8F78-980D161C0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143"/>
              <a:ext cx="32" cy="48"/>
            </a:xfrm>
            <a:custGeom>
              <a:avLst/>
              <a:gdLst>
                <a:gd name="T0" fmla="*/ 0 w 16"/>
                <a:gd name="T1" fmla="*/ 0 h 22"/>
                <a:gd name="T2" fmla="*/ 72 w 16"/>
                <a:gd name="T3" fmla="*/ 105 h 22"/>
                <a:gd name="T4" fmla="*/ 128 w 16"/>
                <a:gd name="T5" fmla="*/ 2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0" y="0"/>
                  </a:moveTo>
                  <a:cubicBezTo>
                    <a:pt x="3" y="4"/>
                    <a:pt x="5" y="7"/>
                    <a:pt x="9" y="10"/>
                  </a:cubicBezTo>
                  <a:cubicBezTo>
                    <a:pt x="11" y="12"/>
                    <a:pt x="16" y="18"/>
                    <a:pt x="16" y="2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3280">
              <a:extLst>
                <a:ext uri="{FF2B5EF4-FFF2-40B4-BE49-F238E27FC236}">
                  <a16:creationId xmlns:a16="http://schemas.microsoft.com/office/drawing/2014/main" id="{EE1EF088-5241-4E86-96EC-0853B21B2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158"/>
              <a:ext cx="12" cy="5"/>
            </a:xfrm>
            <a:custGeom>
              <a:avLst/>
              <a:gdLst>
                <a:gd name="T0" fmla="*/ 0 w 6"/>
                <a:gd name="T1" fmla="*/ 0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3281">
              <a:extLst>
                <a:ext uri="{FF2B5EF4-FFF2-40B4-BE49-F238E27FC236}">
                  <a16:creationId xmlns:a16="http://schemas.microsoft.com/office/drawing/2014/main" id="{3D744FD0-2D34-476A-BB1A-FC6E1D9B9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143"/>
              <a:ext cx="32" cy="155"/>
            </a:xfrm>
            <a:custGeom>
              <a:avLst/>
              <a:gdLst>
                <a:gd name="T0" fmla="*/ 0 w 16"/>
                <a:gd name="T1" fmla="*/ 0 h 71"/>
                <a:gd name="T2" fmla="*/ 40 w 16"/>
                <a:gd name="T3" fmla="*/ 210 h 71"/>
                <a:gd name="T4" fmla="*/ 72 w 16"/>
                <a:gd name="T5" fmla="*/ 406 h 71"/>
                <a:gd name="T6" fmla="*/ 120 w 16"/>
                <a:gd name="T7" fmla="*/ 592 h 71"/>
                <a:gd name="T8" fmla="*/ 128 w 16"/>
                <a:gd name="T9" fmla="*/ 73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1">
                  <a:moveTo>
                    <a:pt x="0" y="0"/>
                  </a:moveTo>
                  <a:cubicBezTo>
                    <a:pt x="3" y="7"/>
                    <a:pt x="4" y="12"/>
                    <a:pt x="5" y="20"/>
                  </a:cubicBezTo>
                  <a:cubicBezTo>
                    <a:pt x="6" y="26"/>
                    <a:pt x="7" y="32"/>
                    <a:pt x="9" y="39"/>
                  </a:cubicBezTo>
                  <a:cubicBezTo>
                    <a:pt x="11" y="45"/>
                    <a:pt x="14" y="50"/>
                    <a:pt x="15" y="57"/>
                  </a:cubicBezTo>
                  <a:cubicBezTo>
                    <a:pt x="16" y="62"/>
                    <a:pt x="16" y="67"/>
                    <a:pt x="16" y="7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3282">
              <a:extLst>
                <a:ext uri="{FF2B5EF4-FFF2-40B4-BE49-F238E27FC236}">
                  <a16:creationId xmlns:a16="http://schemas.microsoft.com/office/drawing/2014/main" id="{6D06CC10-F5F3-4031-812E-59EE84AF2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080"/>
              <a:ext cx="11" cy="63"/>
            </a:xfrm>
            <a:custGeom>
              <a:avLst/>
              <a:gdLst>
                <a:gd name="T0" fmla="*/ 53 w 5"/>
                <a:gd name="T1" fmla="*/ 298 h 29"/>
                <a:gd name="T2" fmla="*/ 20 w 5"/>
                <a:gd name="T3" fmla="*/ 133 h 29"/>
                <a:gd name="T4" fmla="*/ 0 w 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9">
                  <a:moveTo>
                    <a:pt x="5" y="29"/>
                  </a:moveTo>
                  <a:cubicBezTo>
                    <a:pt x="4" y="24"/>
                    <a:pt x="3" y="19"/>
                    <a:pt x="2" y="13"/>
                  </a:cubicBezTo>
                  <a:cubicBezTo>
                    <a:pt x="2" y="8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Freeform 3283">
              <a:extLst>
                <a:ext uri="{FF2B5EF4-FFF2-40B4-BE49-F238E27FC236}">
                  <a16:creationId xmlns:a16="http://schemas.microsoft.com/office/drawing/2014/main" id="{1A065753-236C-4A12-9BE1-F98DF54A3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130"/>
              <a:ext cx="4" cy="30"/>
            </a:xfrm>
            <a:custGeom>
              <a:avLst/>
              <a:gdLst>
                <a:gd name="T0" fmla="*/ 16 w 2"/>
                <a:gd name="T1" fmla="*/ 0 h 14"/>
                <a:gd name="T2" fmla="*/ 0 w 2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1" y="5"/>
                    <a:pt x="0" y="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Freeform 3284">
              <a:extLst>
                <a:ext uri="{FF2B5EF4-FFF2-40B4-BE49-F238E27FC236}">
                  <a16:creationId xmlns:a16="http://schemas.microsoft.com/office/drawing/2014/main" id="{5E340F46-851F-46B2-930A-7DAB6D1B0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130"/>
              <a:ext cx="12" cy="6"/>
            </a:xfrm>
            <a:custGeom>
              <a:avLst/>
              <a:gdLst>
                <a:gd name="T0" fmla="*/ 0 w 6"/>
                <a:gd name="T1" fmla="*/ 0 h 3"/>
                <a:gd name="T2" fmla="*/ 48 w 6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3"/>
                    <a:pt x="3" y="3"/>
                    <a:pt x="6" y="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3" name="Freeform 3285">
              <a:extLst>
                <a:ext uri="{FF2B5EF4-FFF2-40B4-BE49-F238E27FC236}">
                  <a16:creationId xmlns:a16="http://schemas.microsoft.com/office/drawing/2014/main" id="{4891A94D-40BF-46ED-B027-0C354C635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239"/>
              <a:ext cx="37" cy="29"/>
            </a:xfrm>
            <a:custGeom>
              <a:avLst/>
              <a:gdLst>
                <a:gd name="T0" fmla="*/ 0 w 18"/>
                <a:gd name="T1" fmla="*/ 0 h 13"/>
                <a:gd name="T2" fmla="*/ 156 w 18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0" y="0"/>
                  </a:moveTo>
                  <a:cubicBezTo>
                    <a:pt x="3" y="8"/>
                    <a:pt x="11" y="10"/>
                    <a:pt x="18" y="1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4" name="Freeform 3286">
              <a:extLst>
                <a:ext uri="{FF2B5EF4-FFF2-40B4-BE49-F238E27FC236}">
                  <a16:creationId xmlns:a16="http://schemas.microsoft.com/office/drawing/2014/main" id="{330F427C-5B59-4256-8106-E76BB423A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259"/>
              <a:ext cx="10" cy="24"/>
            </a:xfrm>
            <a:custGeom>
              <a:avLst/>
              <a:gdLst>
                <a:gd name="T0" fmla="*/ 40 w 5"/>
                <a:gd name="T1" fmla="*/ 0 h 11"/>
                <a:gd name="T2" fmla="*/ 16 w 5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2" y="2"/>
                    <a:pt x="0" y="7"/>
                    <a:pt x="2" y="1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5" name="Freeform 3287">
              <a:extLst>
                <a:ext uri="{FF2B5EF4-FFF2-40B4-BE49-F238E27FC236}">
                  <a16:creationId xmlns:a16="http://schemas.microsoft.com/office/drawing/2014/main" id="{A58F5BA2-5210-4F93-A742-93AA28211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268"/>
              <a:ext cx="41" cy="115"/>
            </a:xfrm>
            <a:custGeom>
              <a:avLst/>
              <a:gdLst>
                <a:gd name="T0" fmla="*/ 0 w 20"/>
                <a:gd name="T1" fmla="*/ 0 h 53"/>
                <a:gd name="T2" fmla="*/ 96 w 20"/>
                <a:gd name="T3" fmla="*/ 286 h 53"/>
                <a:gd name="T4" fmla="*/ 172 w 20"/>
                <a:gd name="T5" fmla="*/ 54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3">
                  <a:moveTo>
                    <a:pt x="0" y="0"/>
                  </a:moveTo>
                  <a:cubicBezTo>
                    <a:pt x="5" y="9"/>
                    <a:pt x="7" y="19"/>
                    <a:pt x="11" y="28"/>
                  </a:cubicBezTo>
                  <a:cubicBezTo>
                    <a:pt x="16" y="37"/>
                    <a:pt x="18" y="45"/>
                    <a:pt x="20" y="5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6" name="Freeform 3288">
              <a:extLst>
                <a:ext uri="{FF2B5EF4-FFF2-40B4-BE49-F238E27FC236}">
                  <a16:creationId xmlns:a16="http://schemas.microsoft.com/office/drawing/2014/main" id="{28E8AFD1-FA72-4548-B0DC-9C0E62A93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359"/>
              <a:ext cx="8" cy="11"/>
            </a:xfrm>
            <a:custGeom>
              <a:avLst/>
              <a:gdLst>
                <a:gd name="T0" fmla="*/ 0 w 4"/>
                <a:gd name="T1" fmla="*/ 53 h 5"/>
                <a:gd name="T2" fmla="*/ 3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7" name="Freeform 3289">
              <a:extLst>
                <a:ext uri="{FF2B5EF4-FFF2-40B4-BE49-F238E27FC236}">
                  <a16:creationId xmlns:a16="http://schemas.microsoft.com/office/drawing/2014/main" id="{91767EDA-44C2-4BC5-8866-4C005EA21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359"/>
              <a:ext cx="57" cy="103"/>
            </a:xfrm>
            <a:custGeom>
              <a:avLst/>
              <a:gdLst>
                <a:gd name="T0" fmla="*/ 0 w 28"/>
                <a:gd name="T1" fmla="*/ 9 h 47"/>
                <a:gd name="T2" fmla="*/ 128 w 28"/>
                <a:gd name="T3" fmla="*/ 307 h 47"/>
                <a:gd name="T4" fmla="*/ 236 w 28"/>
                <a:gd name="T5" fmla="*/ 49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7">
                  <a:moveTo>
                    <a:pt x="0" y="1"/>
                  </a:moveTo>
                  <a:cubicBezTo>
                    <a:pt x="8" y="0"/>
                    <a:pt x="13" y="23"/>
                    <a:pt x="15" y="29"/>
                  </a:cubicBezTo>
                  <a:cubicBezTo>
                    <a:pt x="19" y="36"/>
                    <a:pt x="23" y="41"/>
                    <a:pt x="28" y="4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8" name="Freeform 3290">
              <a:extLst>
                <a:ext uri="{FF2B5EF4-FFF2-40B4-BE49-F238E27FC236}">
                  <a16:creationId xmlns:a16="http://schemas.microsoft.com/office/drawing/2014/main" id="{DD7A6DD3-84A0-4DE6-A2C7-634A8E34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501"/>
              <a:ext cx="8" cy="3"/>
            </a:xfrm>
            <a:custGeom>
              <a:avLst/>
              <a:gdLst>
                <a:gd name="T0" fmla="*/ 0 w 4"/>
                <a:gd name="T1" fmla="*/ 0 h 1"/>
                <a:gd name="T2" fmla="*/ 3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9" name="Freeform 3291">
              <a:extLst>
                <a:ext uri="{FF2B5EF4-FFF2-40B4-BE49-F238E27FC236}">
                  <a16:creationId xmlns:a16="http://schemas.microsoft.com/office/drawing/2014/main" id="{B1F01F47-EB14-495E-870B-335D7C3FF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475"/>
              <a:ext cx="12" cy="5"/>
            </a:xfrm>
            <a:custGeom>
              <a:avLst/>
              <a:gdLst>
                <a:gd name="T0" fmla="*/ 0 w 6"/>
                <a:gd name="T1" fmla="*/ 33 h 2"/>
                <a:gd name="T2" fmla="*/ 48 w 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0" name="Freeform 3292">
              <a:extLst>
                <a:ext uri="{FF2B5EF4-FFF2-40B4-BE49-F238E27FC236}">
                  <a16:creationId xmlns:a16="http://schemas.microsoft.com/office/drawing/2014/main" id="{F375324E-7679-49B4-86AB-51624094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3717"/>
              <a:ext cx="35" cy="54"/>
            </a:xfrm>
            <a:custGeom>
              <a:avLst/>
              <a:gdLst>
                <a:gd name="T0" fmla="*/ 8 w 17"/>
                <a:gd name="T1" fmla="*/ 0 h 25"/>
                <a:gd name="T2" fmla="*/ 148 w 17"/>
                <a:gd name="T3" fmla="*/ 25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5">
                  <a:moveTo>
                    <a:pt x="1" y="0"/>
                  </a:moveTo>
                  <a:cubicBezTo>
                    <a:pt x="0" y="8"/>
                    <a:pt x="11" y="22"/>
                    <a:pt x="17" y="2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1" name="Freeform 3293">
              <a:extLst>
                <a:ext uri="{FF2B5EF4-FFF2-40B4-BE49-F238E27FC236}">
                  <a16:creationId xmlns:a16="http://schemas.microsoft.com/office/drawing/2014/main" id="{5121DE2F-3EC2-4A2A-9EF2-317796023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752"/>
              <a:ext cx="12" cy="8"/>
            </a:xfrm>
            <a:custGeom>
              <a:avLst/>
              <a:gdLst>
                <a:gd name="T0" fmla="*/ 0 w 6"/>
                <a:gd name="T1" fmla="*/ 24 h 4"/>
                <a:gd name="T2" fmla="*/ 48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2" y="4"/>
                    <a:pt x="4" y="3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2" name="Freeform 3294">
              <a:extLst>
                <a:ext uri="{FF2B5EF4-FFF2-40B4-BE49-F238E27FC236}">
                  <a16:creationId xmlns:a16="http://schemas.microsoft.com/office/drawing/2014/main" id="{76E9F469-C756-495B-89A6-EEAF9977F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975"/>
              <a:ext cx="27" cy="91"/>
            </a:xfrm>
            <a:custGeom>
              <a:avLst/>
              <a:gdLst>
                <a:gd name="T0" fmla="*/ 0 w 13"/>
                <a:gd name="T1" fmla="*/ 427 h 42"/>
                <a:gd name="T2" fmla="*/ 116 w 13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0" y="42"/>
                  </a:moveTo>
                  <a:cubicBezTo>
                    <a:pt x="0" y="26"/>
                    <a:pt x="1" y="11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3" name="Freeform 3295">
              <a:extLst>
                <a:ext uri="{FF2B5EF4-FFF2-40B4-BE49-F238E27FC236}">
                  <a16:creationId xmlns:a16="http://schemas.microsoft.com/office/drawing/2014/main" id="{B77D06B3-3640-4DB5-83FA-2592C5489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979"/>
              <a:ext cx="6" cy="9"/>
            </a:xfrm>
            <a:custGeom>
              <a:avLst/>
              <a:gdLst>
                <a:gd name="T0" fmla="*/ 8 w 3"/>
                <a:gd name="T1" fmla="*/ 0 h 4"/>
                <a:gd name="T2" fmla="*/ 24 w 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4"/>
                    <a:pt x="3" y="4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Freeform 3296">
              <a:extLst>
                <a:ext uri="{FF2B5EF4-FFF2-40B4-BE49-F238E27FC236}">
                  <a16:creationId xmlns:a16="http://schemas.microsoft.com/office/drawing/2014/main" id="{575F0E28-0905-43B7-AB48-BA0855881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894"/>
              <a:ext cx="25" cy="11"/>
            </a:xfrm>
            <a:custGeom>
              <a:avLst/>
              <a:gdLst>
                <a:gd name="T0" fmla="*/ 0 w 12"/>
                <a:gd name="T1" fmla="*/ 53 h 5"/>
                <a:gd name="T2" fmla="*/ 108 w 12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3" y="0"/>
                    <a:pt x="7" y="1"/>
                    <a:pt x="12" y="1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5" name="Freeform 3297">
              <a:extLst>
                <a:ext uri="{FF2B5EF4-FFF2-40B4-BE49-F238E27FC236}">
                  <a16:creationId xmlns:a16="http://schemas.microsoft.com/office/drawing/2014/main" id="{67BF50FF-C77A-4BEC-9022-DE6C00211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881"/>
              <a:ext cx="8" cy="15"/>
            </a:xfrm>
            <a:custGeom>
              <a:avLst/>
              <a:gdLst>
                <a:gd name="T0" fmla="*/ 16 w 4"/>
                <a:gd name="T1" fmla="*/ 0 h 7"/>
                <a:gd name="T2" fmla="*/ 32 w 4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0" y="3"/>
                    <a:pt x="1" y="6"/>
                    <a:pt x="4" y="7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6" name="Freeform 3298">
              <a:extLst>
                <a:ext uri="{FF2B5EF4-FFF2-40B4-BE49-F238E27FC236}">
                  <a16:creationId xmlns:a16="http://schemas.microsoft.com/office/drawing/2014/main" id="{FD1E5669-594D-431A-9F46-1ED5B35BF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1787"/>
              <a:ext cx="5" cy="43"/>
            </a:xfrm>
            <a:custGeom>
              <a:avLst/>
              <a:gdLst>
                <a:gd name="T0" fmla="*/ 0 w 2"/>
                <a:gd name="T1" fmla="*/ 0 h 20"/>
                <a:gd name="T2" fmla="*/ 20 w 2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0" y="0"/>
                  </a:moveTo>
                  <a:cubicBezTo>
                    <a:pt x="2" y="7"/>
                    <a:pt x="2" y="14"/>
                    <a:pt x="1" y="2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7" name="Freeform 3299">
              <a:extLst>
                <a:ext uri="{FF2B5EF4-FFF2-40B4-BE49-F238E27FC236}">
                  <a16:creationId xmlns:a16="http://schemas.microsoft.com/office/drawing/2014/main" id="{62A631EF-1A58-4352-891C-69A0F3F7C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1806"/>
              <a:ext cx="16" cy="5"/>
            </a:xfrm>
            <a:custGeom>
              <a:avLst/>
              <a:gdLst>
                <a:gd name="T0" fmla="*/ 0 w 8"/>
                <a:gd name="T1" fmla="*/ 0 h 2"/>
                <a:gd name="T2" fmla="*/ 64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2"/>
                    <a:pt x="5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Freeform 3300">
              <a:extLst>
                <a:ext uri="{FF2B5EF4-FFF2-40B4-BE49-F238E27FC236}">
                  <a16:creationId xmlns:a16="http://schemas.microsoft.com/office/drawing/2014/main" id="{43B2594E-F675-432E-87CE-E4DE48B7A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704"/>
              <a:ext cx="11" cy="32"/>
            </a:xfrm>
            <a:custGeom>
              <a:avLst/>
              <a:gdLst>
                <a:gd name="T0" fmla="*/ 33 w 5"/>
                <a:gd name="T1" fmla="*/ 145 h 15"/>
                <a:gd name="T2" fmla="*/ 0 w 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15"/>
                  </a:moveTo>
                  <a:cubicBezTo>
                    <a:pt x="5" y="10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9" name="Freeform 3301">
              <a:extLst>
                <a:ext uri="{FF2B5EF4-FFF2-40B4-BE49-F238E27FC236}">
                  <a16:creationId xmlns:a16="http://schemas.microsoft.com/office/drawing/2014/main" id="{A3015955-2338-401C-A843-3B45A6BEB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712"/>
              <a:ext cx="17" cy="14"/>
            </a:xfrm>
            <a:custGeom>
              <a:avLst/>
              <a:gdLst>
                <a:gd name="T0" fmla="*/ 0 w 8"/>
                <a:gd name="T1" fmla="*/ 28 h 6"/>
                <a:gd name="T2" fmla="*/ 77 w 8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2"/>
                  </a:moveTo>
                  <a:cubicBezTo>
                    <a:pt x="4" y="0"/>
                    <a:pt x="7" y="3"/>
                    <a:pt x="8" y="6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" name="Freeform 3302">
              <a:extLst>
                <a:ext uri="{FF2B5EF4-FFF2-40B4-BE49-F238E27FC236}">
                  <a16:creationId xmlns:a16="http://schemas.microsoft.com/office/drawing/2014/main" id="{B0CD01E7-A1BA-40B5-80E4-BF11BA3D2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719"/>
              <a:ext cx="29" cy="9"/>
            </a:xfrm>
            <a:custGeom>
              <a:avLst/>
              <a:gdLst>
                <a:gd name="T0" fmla="*/ 0 w 14"/>
                <a:gd name="T1" fmla="*/ 0 h 4"/>
                <a:gd name="T2" fmla="*/ 124 w 14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cubicBezTo>
                    <a:pt x="5" y="1"/>
                    <a:pt x="9" y="4"/>
                    <a:pt x="14" y="1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1" name="Freeform 3303">
              <a:extLst>
                <a:ext uri="{FF2B5EF4-FFF2-40B4-BE49-F238E27FC236}">
                  <a16:creationId xmlns:a16="http://schemas.microsoft.com/office/drawing/2014/main" id="{B62391FA-6C38-4DA7-BAFB-C9D0DD986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673"/>
              <a:ext cx="27" cy="26"/>
            </a:xfrm>
            <a:custGeom>
              <a:avLst/>
              <a:gdLst>
                <a:gd name="T0" fmla="*/ 0 w 13"/>
                <a:gd name="T1" fmla="*/ 121 h 12"/>
                <a:gd name="T2" fmla="*/ 116 w 1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12"/>
                  </a:moveTo>
                  <a:cubicBezTo>
                    <a:pt x="7" y="10"/>
                    <a:pt x="10" y="6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2" name="Freeform 3304">
              <a:extLst>
                <a:ext uri="{FF2B5EF4-FFF2-40B4-BE49-F238E27FC236}">
                  <a16:creationId xmlns:a16="http://schemas.microsoft.com/office/drawing/2014/main" id="{A0927C17-8812-4A17-ABB4-1D843D34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673"/>
              <a:ext cx="11" cy="18"/>
            </a:xfrm>
            <a:custGeom>
              <a:avLst/>
              <a:gdLst>
                <a:gd name="T0" fmla="*/ 0 w 5"/>
                <a:gd name="T1" fmla="*/ 0 h 8"/>
                <a:gd name="T2" fmla="*/ 20 w 5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3" y="2"/>
                    <a:pt x="5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3" name="Freeform 3305">
              <a:extLst>
                <a:ext uri="{FF2B5EF4-FFF2-40B4-BE49-F238E27FC236}">
                  <a16:creationId xmlns:a16="http://schemas.microsoft.com/office/drawing/2014/main" id="{101DB9D4-FA4B-452F-B864-62CC355C3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691"/>
              <a:ext cx="34" cy="24"/>
            </a:xfrm>
            <a:custGeom>
              <a:avLst/>
              <a:gdLst>
                <a:gd name="T0" fmla="*/ 0 w 17"/>
                <a:gd name="T1" fmla="*/ 113 h 11"/>
                <a:gd name="T2" fmla="*/ 136 w 1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7" y="11"/>
                    <a:pt x="12" y="4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4" name="Freeform 3306">
              <a:extLst>
                <a:ext uri="{FF2B5EF4-FFF2-40B4-BE49-F238E27FC236}">
                  <a16:creationId xmlns:a16="http://schemas.microsoft.com/office/drawing/2014/main" id="{D2C54582-695A-44D8-BC68-4890DAB57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708"/>
              <a:ext cx="10" cy="18"/>
            </a:xfrm>
            <a:custGeom>
              <a:avLst/>
              <a:gdLst>
                <a:gd name="T0" fmla="*/ 8 w 5"/>
                <a:gd name="T1" fmla="*/ 0 h 8"/>
                <a:gd name="T2" fmla="*/ 40 w 5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0" y="3"/>
                    <a:pt x="1" y="7"/>
                    <a:pt x="5" y="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5" name="Freeform 3307">
              <a:extLst>
                <a:ext uri="{FF2B5EF4-FFF2-40B4-BE49-F238E27FC236}">
                  <a16:creationId xmlns:a16="http://schemas.microsoft.com/office/drawing/2014/main" id="{96DFD7A7-EEB9-4FF6-A8D6-A60FCE059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763"/>
              <a:ext cx="31" cy="4"/>
            </a:xfrm>
            <a:custGeom>
              <a:avLst/>
              <a:gdLst>
                <a:gd name="T0" fmla="*/ 0 w 15"/>
                <a:gd name="T1" fmla="*/ 8 h 2"/>
                <a:gd name="T2" fmla="*/ 132 w 1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1"/>
                  </a:moveTo>
                  <a:cubicBezTo>
                    <a:pt x="5" y="2"/>
                    <a:pt x="10" y="1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6" name="Freeform 3308">
              <a:extLst>
                <a:ext uri="{FF2B5EF4-FFF2-40B4-BE49-F238E27FC236}">
                  <a16:creationId xmlns:a16="http://schemas.microsoft.com/office/drawing/2014/main" id="{409A2B88-1908-4970-A377-67B1AA4CD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765"/>
              <a:ext cx="4" cy="20"/>
            </a:xfrm>
            <a:custGeom>
              <a:avLst/>
              <a:gdLst>
                <a:gd name="T0" fmla="*/ 8 w 2"/>
                <a:gd name="T1" fmla="*/ 0 h 9"/>
                <a:gd name="T2" fmla="*/ 16 w 2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0" y="3"/>
                    <a:pt x="0" y="6"/>
                    <a:pt x="2" y="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7" name="Freeform 3309">
              <a:extLst>
                <a:ext uri="{FF2B5EF4-FFF2-40B4-BE49-F238E27FC236}">
                  <a16:creationId xmlns:a16="http://schemas.microsoft.com/office/drawing/2014/main" id="{6A242299-94DE-4ABB-8572-2EBDBD54F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844"/>
              <a:ext cx="39" cy="21"/>
            </a:xfrm>
            <a:custGeom>
              <a:avLst/>
              <a:gdLst>
                <a:gd name="T0" fmla="*/ 0 w 19"/>
                <a:gd name="T1" fmla="*/ 0 h 10"/>
                <a:gd name="T2" fmla="*/ 164 w 19"/>
                <a:gd name="T3" fmla="*/ 8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7" y="4"/>
                    <a:pt x="10" y="10"/>
                    <a:pt x="19" y="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8" name="Freeform 3310">
              <a:extLst>
                <a:ext uri="{FF2B5EF4-FFF2-40B4-BE49-F238E27FC236}">
                  <a16:creationId xmlns:a16="http://schemas.microsoft.com/office/drawing/2014/main" id="{9646194A-9FE4-4069-8745-EA4A4B524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857"/>
              <a:ext cx="11" cy="8"/>
            </a:xfrm>
            <a:custGeom>
              <a:avLst/>
              <a:gdLst>
                <a:gd name="T0" fmla="*/ 53 w 5"/>
                <a:gd name="T1" fmla="*/ 0 h 4"/>
                <a:gd name="T2" fmla="*/ 0 w 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2" y="0"/>
                    <a:pt x="0" y="2"/>
                    <a:pt x="0" y="4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9" name="Freeform 3311">
              <a:extLst>
                <a:ext uri="{FF2B5EF4-FFF2-40B4-BE49-F238E27FC236}">
                  <a16:creationId xmlns:a16="http://schemas.microsoft.com/office/drawing/2014/main" id="{21EFCBE6-B401-4FF5-B83F-FB5E5481A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929"/>
              <a:ext cx="17" cy="61"/>
            </a:xfrm>
            <a:custGeom>
              <a:avLst/>
              <a:gdLst>
                <a:gd name="T0" fmla="*/ 60 w 8"/>
                <a:gd name="T1" fmla="*/ 0 h 28"/>
                <a:gd name="T2" fmla="*/ 0 w 8"/>
                <a:gd name="T3" fmla="*/ 29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6" y="0"/>
                  </a:moveTo>
                  <a:cubicBezTo>
                    <a:pt x="8" y="11"/>
                    <a:pt x="1" y="19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Freeform 3312">
              <a:extLst>
                <a:ext uri="{FF2B5EF4-FFF2-40B4-BE49-F238E27FC236}">
                  <a16:creationId xmlns:a16="http://schemas.microsoft.com/office/drawing/2014/main" id="{15B2EBA1-B547-4F05-BAB5-071A84183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957"/>
              <a:ext cx="10" cy="5"/>
            </a:xfrm>
            <a:custGeom>
              <a:avLst/>
              <a:gdLst>
                <a:gd name="T0" fmla="*/ 0 w 5"/>
                <a:gd name="T1" fmla="*/ 0 h 2"/>
                <a:gd name="T2" fmla="*/ 4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1"/>
                    <a:pt x="3" y="2"/>
                    <a:pt x="5" y="2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1" name="Freeform 3313">
              <a:extLst>
                <a:ext uri="{FF2B5EF4-FFF2-40B4-BE49-F238E27FC236}">
                  <a16:creationId xmlns:a16="http://schemas.microsoft.com/office/drawing/2014/main" id="{BF915E10-4DE4-430A-9C5F-046FA5FDB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861"/>
              <a:ext cx="18" cy="52"/>
            </a:xfrm>
            <a:custGeom>
              <a:avLst/>
              <a:gdLst>
                <a:gd name="T0" fmla="*/ 8 w 9"/>
                <a:gd name="T1" fmla="*/ 0 h 24"/>
                <a:gd name="T2" fmla="*/ 40 w 9"/>
                <a:gd name="T3" fmla="*/ 121 h 24"/>
                <a:gd name="T4" fmla="*/ 72 w 9"/>
                <a:gd name="T5" fmla="*/ 2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1" y="0"/>
                  </a:moveTo>
                  <a:cubicBezTo>
                    <a:pt x="0" y="4"/>
                    <a:pt x="4" y="8"/>
                    <a:pt x="5" y="12"/>
                  </a:cubicBezTo>
                  <a:cubicBezTo>
                    <a:pt x="6" y="17"/>
                    <a:pt x="6" y="20"/>
                    <a:pt x="9" y="24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2" name="Freeform 3314">
              <a:extLst>
                <a:ext uri="{FF2B5EF4-FFF2-40B4-BE49-F238E27FC236}">
                  <a16:creationId xmlns:a16="http://schemas.microsoft.com/office/drawing/2014/main" id="{4B3BC389-70A4-40C4-8CF3-0ED3CE5C7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765"/>
              <a:ext cx="13" cy="13"/>
            </a:xfrm>
            <a:custGeom>
              <a:avLst/>
              <a:gdLst>
                <a:gd name="T0" fmla="*/ 0 w 6"/>
                <a:gd name="T1" fmla="*/ 0 h 6"/>
                <a:gd name="T2" fmla="*/ 61 w 6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3" y="0"/>
                    <a:pt x="3" y="4"/>
                    <a:pt x="6" y="6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3" name="Freeform 3315">
              <a:extLst>
                <a:ext uri="{FF2B5EF4-FFF2-40B4-BE49-F238E27FC236}">
                  <a16:creationId xmlns:a16="http://schemas.microsoft.com/office/drawing/2014/main" id="{B202C880-B538-4455-8E74-A98D29EE8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075"/>
              <a:ext cx="24" cy="57"/>
            </a:xfrm>
            <a:custGeom>
              <a:avLst/>
              <a:gdLst>
                <a:gd name="T0" fmla="*/ 0 w 12"/>
                <a:gd name="T1" fmla="*/ 0 h 26"/>
                <a:gd name="T2" fmla="*/ 48 w 12"/>
                <a:gd name="T3" fmla="*/ 140 h 26"/>
                <a:gd name="T4" fmla="*/ 96 w 12"/>
                <a:gd name="T5" fmla="*/ 27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6">
                  <a:moveTo>
                    <a:pt x="0" y="0"/>
                  </a:moveTo>
                  <a:cubicBezTo>
                    <a:pt x="0" y="5"/>
                    <a:pt x="4" y="8"/>
                    <a:pt x="6" y="13"/>
                  </a:cubicBezTo>
                  <a:cubicBezTo>
                    <a:pt x="7" y="17"/>
                    <a:pt x="7" y="22"/>
                    <a:pt x="12" y="2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Freeform 3316">
              <a:extLst>
                <a:ext uri="{FF2B5EF4-FFF2-40B4-BE49-F238E27FC236}">
                  <a16:creationId xmlns:a16="http://schemas.microsoft.com/office/drawing/2014/main" id="{76F04BE2-C097-42A7-B29D-DC0B5B10D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134"/>
              <a:ext cx="62" cy="134"/>
            </a:xfrm>
            <a:custGeom>
              <a:avLst/>
              <a:gdLst>
                <a:gd name="T0" fmla="*/ 0 w 30"/>
                <a:gd name="T1" fmla="*/ 0 h 61"/>
                <a:gd name="T2" fmla="*/ 89 w 30"/>
                <a:gd name="T3" fmla="*/ 213 h 61"/>
                <a:gd name="T4" fmla="*/ 141 w 30"/>
                <a:gd name="T5" fmla="*/ 362 h 61"/>
                <a:gd name="T6" fmla="*/ 213 w 30"/>
                <a:gd name="T7" fmla="*/ 532 h 61"/>
                <a:gd name="T8" fmla="*/ 265 w 30"/>
                <a:gd name="T9" fmla="*/ 64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1">
                  <a:moveTo>
                    <a:pt x="0" y="0"/>
                  </a:moveTo>
                  <a:cubicBezTo>
                    <a:pt x="3" y="6"/>
                    <a:pt x="8" y="13"/>
                    <a:pt x="10" y="20"/>
                  </a:cubicBezTo>
                  <a:cubicBezTo>
                    <a:pt x="12" y="25"/>
                    <a:pt x="14" y="30"/>
                    <a:pt x="16" y="34"/>
                  </a:cubicBezTo>
                  <a:cubicBezTo>
                    <a:pt x="19" y="40"/>
                    <a:pt x="21" y="45"/>
                    <a:pt x="24" y="50"/>
                  </a:cubicBezTo>
                  <a:cubicBezTo>
                    <a:pt x="26" y="53"/>
                    <a:pt x="28" y="60"/>
                    <a:pt x="30" y="6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5" name="Freeform 3317">
              <a:extLst>
                <a:ext uri="{FF2B5EF4-FFF2-40B4-BE49-F238E27FC236}">
                  <a16:creationId xmlns:a16="http://schemas.microsoft.com/office/drawing/2014/main" id="{3D72D623-269B-4C73-A63B-254C9FBA6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477"/>
              <a:ext cx="91" cy="182"/>
            </a:xfrm>
            <a:custGeom>
              <a:avLst/>
              <a:gdLst>
                <a:gd name="T0" fmla="*/ 0 w 44"/>
                <a:gd name="T1" fmla="*/ 0 h 83"/>
                <a:gd name="T2" fmla="*/ 205 w 44"/>
                <a:gd name="T3" fmla="*/ 496 h 83"/>
                <a:gd name="T4" fmla="*/ 389 w 44"/>
                <a:gd name="T5" fmla="*/ 875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3">
                  <a:moveTo>
                    <a:pt x="0" y="0"/>
                  </a:moveTo>
                  <a:cubicBezTo>
                    <a:pt x="3" y="17"/>
                    <a:pt x="14" y="33"/>
                    <a:pt x="23" y="47"/>
                  </a:cubicBezTo>
                  <a:cubicBezTo>
                    <a:pt x="29" y="59"/>
                    <a:pt x="40" y="70"/>
                    <a:pt x="44" y="8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6" name="Freeform 3318">
              <a:extLst>
                <a:ext uri="{FF2B5EF4-FFF2-40B4-BE49-F238E27FC236}">
                  <a16:creationId xmlns:a16="http://schemas.microsoft.com/office/drawing/2014/main" id="{E125C0AF-840D-46F4-A88B-DF4F8B209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661"/>
              <a:ext cx="69" cy="129"/>
            </a:xfrm>
            <a:custGeom>
              <a:avLst/>
              <a:gdLst>
                <a:gd name="T0" fmla="*/ 0 w 34"/>
                <a:gd name="T1" fmla="*/ 0 h 59"/>
                <a:gd name="T2" fmla="*/ 65 w 34"/>
                <a:gd name="T3" fmla="*/ 201 h 59"/>
                <a:gd name="T4" fmla="*/ 132 w 34"/>
                <a:gd name="T5" fmla="*/ 378 h 59"/>
                <a:gd name="T6" fmla="*/ 219 w 34"/>
                <a:gd name="T7" fmla="*/ 544 h 59"/>
                <a:gd name="T8" fmla="*/ 284 w 34"/>
                <a:gd name="T9" fmla="*/ 61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9">
                  <a:moveTo>
                    <a:pt x="0" y="0"/>
                  </a:moveTo>
                  <a:cubicBezTo>
                    <a:pt x="0" y="7"/>
                    <a:pt x="4" y="14"/>
                    <a:pt x="8" y="19"/>
                  </a:cubicBezTo>
                  <a:cubicBezTo>
                    <a:pt x="11" y="25"/>
                    <a:pt x="13" y="31"/>
                    <a:pt x="16" y="36"/>
                  </a:cubicBezTo>
                  <a:cubicBezTo>
                    <a:pt x="19" y="42"/>
                    <a:pt x="22" y="47"/>
                    <a:pt x="26" y="52"/>
                  </a:cubicBezTo>
                  <a:cubicBezTo>
                    <a:pt x="29" y="55"/>
                    <a:pt x="32" y="56"/>
                    <a:pt x="34" y="59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7" name="Freeform 3319">
              <a:extLst>
                <a:ext uri="{FF2B5EF4-FFF2-40B4-BE49-F238E27FC236}">
                  <a16:creationId xmlns:a16="http://schemas.microsoft.com/office/drawing/2014/main" id="{74538DDF-B6E3-458F-908B-2DEB0944A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816"/>
              <a:ext cx="82" cy="153"/>
            </a:xfrm>
            <a:custGeom>
              <a:avLst/>
              <a:gdLst>
                <a:gd name="T0" fmla="*/ 0 w 40"/>
                <a:gd name="T1" fmla="*/ 0 h 70"/>
                <a:gd name="T2" fmla="*/ 76 w 40"/>
                <a:gd name="T3" fmla="*/ 177 h 70"/>
                <a:gd name="T4" fmla="*/ 148 w 40"/>
                <a:gd name="T5" fmla="*/ 378 h 70"/>
                <a:gd name="T6" fmla="*/ 248 w 40"/>
                <a:gd name="T7" fmla="*/ 573 h 70"/>
                <a:gd name="T8" fmla="*/ 344 w 40"/>
                <a:gd name="T9" fmla="*/ 73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70">
                  <a:moveTo>
                    <a:pt x="0" y="0"/>
                  </a:moveTo>
                  <a:cubicBezTo>
                    <a:pt x="4" y="4"/>
                    <a:pt x="7" y="12"/>
                    <a:pt x="9" y="17"/>
                  </a:cubicBezTo>
                  <a:cubicBezTo>
                    <a:pt x="10" y="24"/>
                    <a:pt x="14" y="29"/>
                    <a:pt x="17" y="36"/>
                  </a:cubicBezTo>
                  <a:cubicBezTo>
                    <a:pt x="20" y="43"/>
                    <a:pt x="23" y="49"/>
                    <a:pt x="29" y="55"/>
                  </a:cubicBezTo>
                  <a:cubicBezTo>
                    <a:pt x="32" y="59"/>
                    <a:pt x="38" y="65"/>
                    <a:pt x="40" y="7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Freeform 3320">
              <a:extLst>
                <a:ext uri="{FF2B5EF4-FFF2-40B4-BE49-F238E27FC236}">
                  <a16:creationId xmlns:a16="http://schemas.microsoft.com/office/drawing/2014/main" id="{43A52BC7-499E-47BA-B880-F28C7A286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991"/>
              <a:ext cx="57" cy="103"/>
            </a:xfrm>
            <a:custGeom>
              <a:avLst/>
              <a:gdLst>
                <a:gd name="T0" fmla="*/ 0 w 28"/>
                <a:gd name="T1" fmla="*/ 0 h 47"/>
                <a:gd name="T2" fmla="*/ 120 w 28"/>
                <a:gd name="T3" fmla="*/ 307 h 47"/>
                <a:gd name="T4" fmla="*/ 187 w 28"/>
                <a:gd name="T5" fmla="*/ 408 h 47"/>
                <a:gd name="T6" fmla="*/ 236 w 28"/>
                <a:gd name="T7" fmla="*/ 49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7">
                  <a:moveTo>
                    <a:pt x="0" y="0"/>
                  </a:moveTo>
                  <a:cubicBezTo>
                    <a:pt x="7" y="8"/>
                    <a:pt x="9" y="20"/>
                    <a:pt x="14" y="29"/>
                  </a:cubicBezTo>
                  <a:cubicBezTo>
                    <a:pt x="16" y="33"/>
                    <a:pt x="19" y="36"/>
                    <a:pt x="22" y="39"/>
                  </a:cubicBezTo>
                  <a:cubicBezTo>
                    <a:pt x="24" y="42"/>
                    <a:pt x="27" y="44"/>
                    <a:pt x="28" y="4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9" name="Freeform 3321">
              <a:extLst>
                <a:ext uri="{FF2B5EF4-FFF2-40B4-BE49-F238E27FC236}">
                  <a16:creationId xmlns:a16="http://schemas.microsoft.com/office/drawing/2014/main" id="{2677E45D-9787-429C-BFE4-65D52427F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111"/>
              <a:ext cx="71" cy="140"/>
            </a:xfrm>
            <a:custGeom>
              <a:avLst/>
              <a:gdLst>
                <a:gd name="T0" fmla="*/ 0 w 35"/>
                <a:gd name="T1" fmla="*/ 0 h 64"/>
                <a:gd name="T2" fmla="*/ 75 w 35"/>
                <a:gd name="T3" fmla="*/ 201 h 64"/>
                <a:gd name="T4" fmla="*/ 140 w 35"/>
                <a:gd name="T5" fmla="*/ 387 h 64"/>
                <a:gd name="T6" fmla="*/ 252 w 35"/>
                <a:gd name="T7" fmla="*/ 556 h 64"/>
                <a:gd name="T8" fmla="*/ 292 w 35"/>
                <a:gd name="T9" fmla="*/ 66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4">
                  <a:moveTo>
                    <a:pt x="0" y="0"/>
                  </a:moveTo>
                  <a:cubicBezTo>
                    <a:pt x="0" y="6"/>
                    <a:pt x="6" y="14"/>
                    <a:pt x="9" y="19"/>
                  </a:cubicBezTo>
                  <a:cubicBezTo>
                    <a:pt x="11" y="26"/>
                    <a:pt x="13" y="31"/>
                    <a:pt x="17" y="37"/>
                  </a:cubicBezTo>
                  <a:cubicBezTo>
                    <a:pt x="20" y="43"/>
                    <a:pt x="27" y="47"/>
                    <a:pt x="30" y="53"/>
                  </a:cubicBezTo>
                  <a:cubicBezTo>
                    <a:pt x="31" y="55"/>
                    <a:pt x="35" y="64"/>
                    <a:pt x="35" y="6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0" name="Freeform 3322">
              <a:extLst>
                <a:ext uri="{FF2B5EF4-FFF2-40B4-BE49-F238E27FC236}">
                  <a16:creationId xmlns:a16="http://schemas.microsoft.com/office/drawing/2014/main" id="{74CA475B-8C3A-4AC4-8977-D56B158AF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258"/>
              <a:ext cx="14" cy="109"/>
            </a:xfrm>
            <a:custGeom>
              <a:avLst/>
              <a:gdLst>
                <a:gd name="T0" fmla="*/ 16 w 7"/>
                <a:gd name="T1" fmla="*/ 0 h 50"/>
                <a:gd name="T2" fmla="*/ 16 w 7"/>
                <a:gd name="T3" fmla="*/ 270 h 50"/>
                <a:gd name="T4" fmla="*/ 16 w 7"/>
                <a:gd name="T5" fmla="*/ 403 h 50"/>
                <a:gd name="T6" fmla="*/ 8 w 7"/>
                <a:gd name="T7" fmla="*/ 51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0">
                  <a:moveTo>
                    <a:pt x="2" y="0"/>
                  </a:moveTo>
                  <a:cubicBezTo>
                    <a:pt x="7" y="6"/>
                    <a:pt x="2" y="19"/>
                    <a:pt x="2" y="26"/>
                  </a:cubicBezTo>
                  <a:cubicBezTo>
                    <a:pt x="2" y="30"/>
                    <a:pt x="3" y="35"/>
                    <a:pt x="2" y="39"/>
                  </a:cubicBezTo>
                  <a:cubicBezTo>
                    <a:pt x="2" y="43"/>
                    <a:pt x="0" y="46"/>
                    <a:pt x="1" y="5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1" name="Freeform 3323">
              <a:extLst>
                <a:ext uri="{FF2B5EF4-FFF2-40B4-BE49-F238E27FC236}">
                  <a16:creationId xmlns:a16="http://schemas.microsoft.com/office/drawing/2014/main" id="{F63504CB-AE36-4880-826D-3C54F7BD7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435"/>
              <a:ext cx="12" cy="41"/>
            </a:xfrm>
            <a:custGeom>
              <a:avLst/>
              <a:gdLst>
                <a:gd name="T0" fmla="*/ 48 w 6"/>
                <a:gd name="T1" fmla="*/ 0 h 19"/>
                <a:gd name="T2" fmla="*/ 0 w 6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4" y="7"/>
                    <a:pt x="2" y="13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Freeform 3324">
              <a:extLst>
                <a:ext uri="{FF2B5EF4-FFF2-40B4-BE49-F238E27FC236}">
                  <a16:creationId xmlns:a16="http://schemas.microsoft.com/office/drawing/2014/main" id="{6DED57A8-A5EA-432D-9757-3943F9E88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782"/>
              <a:ext cx="105" cy="9"/>
            </a:xfrm>
            <a:custGeom>
              <a:avLst/>
              <a:gdLst>
                <a:gd name="T0" fmla="*/ 0 w 51"/>
                <a:gd name="T1" fmla="*/ 25 h 4"/>
                <a:gd name="T2" fmla="*/ 140 w 51"/>
                <a:gd name="T3" fmla="*/ 0 h 4"/>
                <a:gd name="T4" fmla="*/ 237 w 51"/>
                <a:gd name="T5" fmla="*/ 36 h 4"/>
                <a:gd name="T6" fmla="*/ 445 w 51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">
                  <a:moveTo>
                    <a:pt x="0" y="2"/>
                  </a:moveTo>
                  <a:cubicBezTo>
                    <a:pt x="5" y="4"/>
                    <a:pt x="10" y="0"/>
                    <a:pt x="16" y="0"/>
                  </a:cubicBezTo>
                  <a:cubicBezTo>
                    <a:pt x="20" y="1"/>
                    <a:pt x="23" y="2"/>
                    <a:pt x="27" y="3"/>
                  </a:cubicBezTo>
                  <a:cubicBezTo>
                    <a:pt x="34" y="4"/>
                    <a:pt x="43" y="1"/>
                    <a:pt x="51" y="1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3" name="Freeform 3325">
              <a:extLst>
                <a:ext uri="{FF2B5EF4-FFF2-40B4-BE49-F238E27FC236}">
                  <a16:creationId xmlns:a16="http://schemas.microsoft.com/office/drawing/2014/main" id="{25797167-C38B-4B89-823E-8B71E2A5A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760"/>
              <a:ext cx="46" cy="18"/>
            </a:xfrm>
            <a:custGeom>
              <a:avLst/>
              <a:gdLst>
                <a:gd name="T0" fmla="*/ 0 w 22"/>
                <a:gd name="T1" fmla="*/ 92 h 8"/>
                <a:gd name="T2" fmla="*/ 201 w 2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0" y="8"/>
                  </a:moveTo>
                  <a:cubicBezTo>
                    <a:pt x="6" y="7"/>
                    <a:pt x="17" y="5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4" name="Freeform 3326">
              <a:extLst>
                <a:ext uri="{FF2B5EF4-FFF2-40B4-BE49-F238E27FC236}">
                  <a16:creationId xmlns:a16="http://schemas.microsoft.com/office/drawing/2014/main" id="{D2F3FCD9-DF59-4990-BC1C-28ECCD8A7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057"/>
              <a:ext cx="15" cy="46"/>
            </a:xfrm>
            <a:custGeom>
              <a:avLst/>
              <a:gdLst>
                <a:gd name="T0" fmla="*/ 9 w 7"/>
                <a:gd name="T1" fmla="*/ 0 h 21"/>
                <a:gd name="T2" fmla="*/ 28 w 7"/>
                <a:gd name="T3" fmla="*/ 105 h 21"/>
                <a:gd name="T4" fmla="*/ 69 w 7"/>
                <a:gd name="T5" fmla="*/ 2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1">
                  <a:moveTo>
                    <a:pt x="1" y="0"/>
                  </a:moveTo>
                  <a:cubicBezTo>
                    <a:pt x="0" y="4"/>
                    <a:pt x="2" y="7"/>
                    <a:pt x="3" y="10"/>
                  </a:cubicBezTo>
                  <a:cubicBezTo>
                    <a:pt x="5" y="14"/>
                    <a:pt x="5" y="18"/>
                    <a:pt x="7" y="2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5" name="Freeform 3327">
              <a:extLst>
                <a:ext uri="{FF2B5EF4-FFF2-40B4-BE49-F238E27FC236}">
                  <a16:creationId xmlns:a16="http://schemas.microsoft.com/office/drawing/2014/main" id="{680EA715-7E7D-403A-81D1-B6C3F19A2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1747"/>
              <a:ext cx="29" cy="48"/>
            </a:xfrm>
            <a:custGeom>
              <a:avLst/>
              <a:gdLst>
                <a:gd name="T0" fmla="*/ 0 w 14"/>
                <a:gd name="T1" fmla="*/ 229 h 22"/>
                <a:gd name="T2" fmla="*/ 124 w 1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0" y="22"/>
                  </a:moveTo>
                  <a:cubicBezTo>
                    <a:pt x="3" y="14"/>
                    <a:pt x="8" y="7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Freeform 3328">
              <a:extLst>
                <a:ext uri="{FF2B5EF4-FFF2-40B4-BE49-F238E27FC236}">
                  <a16:creationId xmlns:a16="http://schemas.microsoft.com/office/drawing/2014/main" id="{54C66CA0-62A7-4965-BEFD-4E37C0DE7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848"/>
              <a:ext cx="14" cy="41"/>
            </a:xfrm>
            <a:custGeom>
              <a:avLst/>
              <a:gdLst>
                <a:gd name="T0" fmla="*/ 8 w 7"/>
                <a:gd name="T1" fmla="*/ 190 h 19"/>
                <a:gd name="T2" fmla="*/ 56 w 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1" y="19"/>
                  </a:moveTo>
                  <a:cubicBezTo>
                    <a:pt x="0" y="15"/>
                    <a:pt x="4" y="3"/>
                    <a:pt x="7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7" name="Freeform 3329">
              <a:extLst>
                <a:ext uri="{FF2B5EF4-FFF2-40B4-BE49-F238E27FC236}">
                  <a16:creationId xmlns:a16="http://schemas.microsoft.com/office/drawing/2014/main" id="{A545A7AA-87EF-42D2-80F8-6FF603C3C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769"/>
              <a:ext cx="63" cy="136"/>
            </a:xfrm>
            <a:custGeom>
              <a:avLst/>
              <a:gdLst>
                <a:gd name="T0" fmla="*/ 0 w 31"/>
                <a:gd name="T1" fmla="*/ 654 h 62"/>
                <a:gd name="T2" fmla="*/ 219 w 31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2">
                  <a:moveTo>
                    <a:pt x="0" y="62"/>
                  </a:moveTo>
                  <a:cubicBezTo>
                    <a:pt x="14" y="44"/>
                    <a:pt x="31" y="22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8" name="Freeform 3330">
              <a:extLst>
                <a:ext uri="{FF2B5EF4-FFF2-40B4-BE49-F238E27FC236}">
                  <a16:creationId xmlns:a16="http://schemas.microsoft.com/office/drawing/2014/main" id="{7B85393A-E646-4F53-8DB8-EB9FE0AA0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706"/>
              <a:ext cx="39" cy="100"/>
            </a:xfrm>
            <a:custGeom>
              <a:avLst/>
              <a:gdLst>
                <a:gd name="T0" fmla="*/ 0 w 19"/>
                <a:gd name="T1" fmla="*/ 472 h 46"/>
                <a:gd name="T2" fmla="*/ 131 w 19"/>
                <a:gd name="T3" fmla="*/ 237 h 46"/>
                <a:gd name="T4" fmla="*/ 164 w 1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0" y="46"/>
                  </a:moveTo>
                  <a:cubicBezTo>
                    <a:pt x="6" y="41"/>
                    <a:pt x="12" y="31"/>
                    <a:pt x="15" y="23"/>
                  </a:cubicBezTo>
                  <a:cubicBezTo>
                    <a:pt x="18" y="15"/>
                    <a:pt x="16" y="6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9" name="Freeform 3331">
              <a:extLst>
                <a:ext uri="{FF2B5EF4-FFF2-40B4-BE49-F238E27FC236}">
                  <a16:creationId xmlns:a16="http://schemas.microsoft.com/office/drawing/2014/main" id="{32B28290-B8F2-4667-8CAB-5E803E672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653"/>
              <a:ext cx="72" cy="83"/>
            </a:xfrm>
            <a:custGeom>
              <a:avLst/>
              <a:gdLst>
                <a:gd name="T0" fmla="*/ 0 w 35"/>
                <a:gd name="T1" fmla="*/ 395 h 38"/>
                <a:gd name="T2" fmla="*/ 304 w 35"/>
                <a:gd name="T3" fmla="*/ 0 h 38"/>
                <a:gd name="T4" fmla="*/ 8 w 35"/>
                <a:gd name="T5" fmla="*/ 24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4" y="28"/>
                    <a:pt x="25" y="14"/>
                    <a:pt x="35" y="0"/>
                  </a:cubicBezTo>
                  <a:cubicBezTo>
                    <a:pt x="21" y="5"/>
                    <a:pt x="11" y="14"/>
                    <a:pt x="1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0" name="Freeform 3332">
              <a:extLst>
                <a:ext uri="{FF2B5EF4-FFF2-40B4-BE49-F238E27FC236}">
                  <a16:creationId xmlns:a16="http://schemas.microsoft.com/office/drawing/2014/main" id="{8420BCB4-BFE0-4BCD-8DD5-A4718720E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708"/>
              <a:ext cx="92" cy="192"/>
            </a:xfrm>
            <a:custGeom>
              <a:avLst/>
              <a:gdLst>
                <a:gd name="T0" fmla="*/ 0 w 45"/>
                <a:gd name="T1" fmla="*/ 914 h 88"/>
                <a:gd name="T2" fmla="*/ 92 w 45"/>
                <a:gd name="T3" fmla="*/ 539 h 88"/>
                <a:gd name="T4" fmla="*/ 204 w 45"/>
                <a:gd name="T5" fmla="*/ 299 h 88"/>
                <a:gd name="T6" fmla="*/ 221 w 45"/>
                <a:gd name="T7" fmla="*/ 310 h 88"/>
                <a:gd name="T8" fmla="*/ 229 w 45"/>
                <a:gd name="T9" fmla="*/ 271 h 88"/>
                <a:gd name="T10" fmla="*/ 280 w 45"/>
                <a:gd name="T11" fmla="*/ 157 h 88"/>
                <a:gd name="T12" fmla="*/ 384 w 45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8">
                  <a:moveTo>
                    <a:pt x="0" y="88"/>
                  </a:moveTo>
                  <a:cubicBezTo>
                    <a:pt x="0" y="77"/>
                    <a:pt x="8" y="63"/>
                    <a:pt x="11" y="52"/>
                  </a:cubicBezTo>
                  <a:cubicBezTo>
                    <a:pt x="14" y="43"/>
                    <a:pt x="18" y="36"/>
                    <a:pt x="24" y="29"/>
                  </a:cubicBezTo>
                  <a:cubicBezTo>
                    <a:pt x="25" y="30"/>
                    <a:pt x="25" y="30"/>
                    <a:pt x="26" y="30"/>
                  </a:cubicBezTo>
                  <a:cubicBezTo>
                    <a:pt x="28" y="29"/>
                    <a:pt x="26" y="28"/>
                    <a:pt x="27" y="26"/>
                  </a:cubicBezTo>
                  <a:cubicBezTo>
                    <a:pt x="28" y="22"/>
                    <a:pt x="30" y="19"/>
                    <a:pt x="33" y="15"/>
                  </a:cubicBezTo>
                  <a:cubicBezTo>
                    <a:pt x="36" y="11"/>
                    <a:pt x="44" y="5"/>
                    <a:pt x="4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1" name="Freeform 3333">
              <a:extLst>
                <a:ext uri="{FF2B5EF4-FFF2-40B4-BE49-F238E27FC236}">
                  <a16:creationId xmlns:a16="http://schemas.microsoft.com/office/drawing/2014/main" id="{4315CAFB-3AF9-4219-B5BC-2917E34B6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789"/>
              <a:ext cx="49" cy="87"/>
            </a:xfrm>
            <a:custGeom>
              <a:avLst/>
              <a:gdLst>
                <a:gd name="T0" fmla="*/ 0 w 24"/>
                <a:gd name="T1" fmla="*/ 411 h 40"/>
                <a:gd name="T2" fmla="*/ 188 w 24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0">
                  <a:moveTo>
                    <a:pt x="0" y="40"/>
                  </a:moveTo>
                  <a:cubicBezTo>
                    <a:pt x="13" y="35"/>
                    <a:pt x="24" y="14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2" name="Freeform 3334">
              <a:extLst>
                <a:ext uri="{FF2B5EF4-FFF2-40B4-BE49-F238E27FC236}">
                  <a16:creationId xmlns:a16="http://schemas.microsoft.com/office/drawing/2014/main" id="{D85AC5E6-E47A-44B7-96E2-41A629132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721"/>
              <a:ext cx="45" cy="101"/>
            </a:xfrm>
            <a:custGeom>
              <a:avLst/>
              <a:gdLst>
                <a:gd name="T0" fmla="*/ 0 w 22"/>
                <a:gd name="T1" fmla="*/ 487 h 46"/>
                <a:gd name="T2" fmla="*/ 155 w 22"/>
                <a:gd name="T3" fmla="*/ 169 h 46"/>
                <a:gd name="T4" fmla="*/ 188 w 2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6">
                  <a:moveTo>
                    <a:pt x="0" y="46"/>
                  </a:moveTo>
                  <a:cubicBezTo>
                    <a:pt x="8" y="37"/>
                    <a:pt x="15" y="27"/>
                    <a:pt x="18" y="16"/>
                  </a:cubicBezTo>
                  <a:cubicBezTo>
                    <a:pt x="20" y="11"/>
                    <a:pt x="21" y="5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3" name="Freeform 3335">
              <a:extLst>
                <a:ext uri="{FF2B5EF4-FFF2-40B4-BE49-F238E27FC236}">
                  <a16:creationId xmlns:a16="http://schemas.microsoft.com/office/drawing/2014/main" id="{E24BC023-A2E0-4E2F-9C73-361916B31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599"/>
              <a:ext cx="100" cy="65"/>
            </a:xfrm>
            <a:custGeom>
              <a:avLst/>
              <a:gdLst>
                <a:gd name="T0" fmla="*/ 0 w 49"/>
                <a:gd name="T1" fmla="*/ 306 h 30"/>
                <a:gd name="T2" fmla="*/ 416 w 49"/>
                <a:gd name="T3" fmla="*/ 0 h 30"/>
                <a:gd name="T4" fmla="*/ 237 w 49"/>
                <a:gd name="T5" fmla="*/ 156 h 30"/>
                <a:gd name="T6" fmla="*/ 100 w 49"/>
                <a:gd name="T7" fmla="*/ 24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0">
                  <a:moveTo>
                    <a:pt x="0" y="30"/>
                  </a:moveTo>
                  <a:cubicBezTo>
                    <a:pt x="13" y="13"/>
                    <a:pt x="29" y="6"/>
                    <a:pt x="49" y="0"/>
                  </a:cubicBezTo>
                  <a:cubicBezTo>
                    <a:pt x="42" y="5"/>
                    <a:pt x="35" y="10"/>
                    <a:pt x="28" y="15"/>
                  </a:cubicBezTo>
                  <a:cubicBezTo>
                    <a:pt x="24" y="18"/>
                    <a:pt x="18" y="22"/>
                    <a:pt x="12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Freeform 3336">
              <a:extLst>
                <a:ext uri="{FF2B5EF4-FFF2-40B4-BE49-F238E27FC236}">
                  <a16:creationId xmlns:a16="http://schemas.microsoft.com/office/drawing/2014/main" id="{BD88CBC1-D4DF-4A42-8F8E-33B88E4AE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623"/>
              <a:ext cx="72" cy="72"/>
            </a:xfrm>
            <a:custGeom>
              <a:avLst/>
              <a:gdLst>
                <a:gd name="T0" fmla="*/ 0 w 35"/>
                <a:gd name="T1" fmla="*/ 343 h 33"/>
                <a:gd name="T2" fmla="*/ 304 w 35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3">
                  <a:moveTo>
                    <a:pt x="0" y="33"/>
                  </a:moveTo>
                  <a:cubicBezTo>
                    <a:pt x="16" y="26"/>
                    <a:pt x="26" y="12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5" name="Freeform 3337">
              <a:extLst>
                <a:ext uri="{FF2B5EF4-FFF2-40B4-BE49-F238E27FC236}">
                  <a16:creationId xmlns:a16="http://schemas.microsoft.com/office/drawing/2014/main" id="{2C3E26BC-2E1F-42A4-AE4E-709439E9F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684"/>
              <a:ext cx="58" cy="96"/>
            </a:xfrm>
            <a:custGeom>
              <a:avLst/>
              <a:gdLst>
                <a:gd name="T0" fmla="*/ 0 w 28"/>
                <a:gd name="T1" fmla="*/ 456 h 44"/>
                <a:gd name="T2" fmla="*/ 168 w 28"/>
                <a:gd name="T3" fmla="*/ 229 h 44"/>
                <a:gd name="T4" fmla="*/ 249 w 28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4">
                  <a:moveTo>
                    <a:pt x="0" y="44"/>
                  </a:moveTo>
                  <a:cubicBezTo>
                    <a:pt x="5" y="36"/>
                    <a:pt x="13" y="30"/>
                    <a:pt x="19" y="22"/>
                  </a:cubicBezTo>
                  <a:cubicBezTo>
                    <a:pt x="23" y="17"/>
                    <a:pt x="25" y="5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6" name="Freeform 3338">
              <a:extLst>
                <a:ext uri="{FF2B5EF4-FFF2-40B4-BE49-F238E27FC236}">
                  <a16:creationId xmlns:a16="http://schemas.microsoft.com/office/drawing/2014/main" id="{11E62524-63B4-40BD-9045-8682D7123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568"/>
              <a:ext cx="113" cy="33"/>
            </a:xfrm>
            <a:custGeom>
              <a:avLst/>
              <a:gdLst>
                <a:gd name="T0" fmla="*/ 0 w 55"/>
                <a:gd name="T1" fmla="*/ 161 h 15"/>
                <a:gd name="T2" fmla="*/ 208 w 55"/>
                <a:gd name="T3" fmla="*/ 33 h 15"/>
                <a:gd name="T4" fmla="*/ 477 w 55"/>
                <a:gd name="T5" fmla="*/ 64 h 15"/>
                <a:gd name="T6" fmla="*/ 224 w 55"/>
                <a:gd name="T7" fmla="*/ 141 h 15"/>
                <a:gd name="T8" fmla="*/ 16 w 55"/>
                <a:gd name="T9" fmla="*/ 15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5">
                  <a:moveTo>
                    <a:pt x="0" y="15"/>
                  </a:moveTo>
                  <a:cubicBezTo>
                    <a:pt x="5" y="8"/>
                    <a:pt x="16" y="5"/>
                    <a:pt x="24" y="3"/>
                  </a:cubicBezTo>
                  <a:cubicBezTo>
                    <a:pt x="35" y="0"/>
                    <a:pt x="44" y="4"/>
                    <a:pt x="55" y="6"/>
                  </a:cubicBezTo>
                  <a:cubicBezTo>
                    <a:pt x="47" y="3"/>
                    <a:pt x="34" y="11"/>
                    <a:pt x="26" y="13"/>
                  </a:cubicBezTo>
                  <a:cubicBezTo>
                    <a:pt x="18" y="15"/>
                    <a:pt x="9" y="12"/>
                    <a:pt x="2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7" name="Freeform 3339">
              <a:extLst>
                <a:ext uri="{FF2B5EF4-FFF2-40B4-BE49-F238E27FC236}">
                  <a16:creationId xmlns:a16="http://schemas.microsoft.com/office/drawing/2014/main" id="{158BA3EB-A708-4A45-A656-C511D9BF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564"/>
              <a:ext cx="99" cy="15"/>
            </a:xfrm>
            <a:custGeom>
              <a:avLst/>
              <a:gdLst>
                <a:gd name="T0" fmla="*/ 25 w 48"/>
                <a:gd name="T1" fmla="*/ 51 h 7"/>
                <a:gd name="T2" fmla="*/ 421 w 48"/>
                <a:gd name="T3" fmla="*/ 51 h 7"/>
                <a:gd name="T4" fmla="*/ 184 w 48"/>
                <a:gd name="T5" fmla="*/ 9 h 7"/>
                <a:gd name="T6" fmla="*/ 0 w 48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7">
                  <a:moveTo>
                    <a:pt x="3" y="5"/>
                  </a:moveTo>
                  <a:cubicBezTo>
                    <a:pt x="18" y="7"/>
                    <a:pt x="33" y="6"/>
                    <a:pt x="48" y="5"/>
                  </a:cubicBezTo>
                  <a:cubicBezTo>
                    <a:pt x="42" y="0"/>
                    <a:pt x="29" y="1"/>
                    <a:pt x="21" y="1"/>
                  </a:cubicBezTo>
                  <a:cubicBezTo>
                    <a:pt x="14" y="0"/>
                    <a:pt x="7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Freeform 3340">
              <a:extLst>
                <a:ext uri="{FF2B5EF4-FFF2-40B4-BE49-F238E27FC236}">
                  <a16:creationId xmlns:a16="http://schemas.microsoft.com/office/drawing/2014/main" id="{6F2518A0-C3C4-4FA1-A696-DD3FBEF21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581"/>
              <a:ext cx="84" cy="33"/>
            </a:xfrm>
            <a:custGeom>
              <a:avLst/>
              <a:gdLst>
                <a:gd name="T0" fmla="*/ 0 w 41"/>
                <a:gd name="T1" fmla="*/ 88 h 15"/>
                <a:gd name="T2" fmla="*/ 352 w 4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5">
                  <a:moveTo>
                    <a:pt x="0" y="8"/>
                  </a:moveTo>
                  <a:cubicBezTo>
                    <a:pt x="10" y="15"/>
                    <a:pt x="34" y="7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9" name="Freeform 3341">
              <a:extLst>
                <a:ext uri="{FF2B5EF4-FFF2-40B4-BE49-F238E27FC236}">
                  <a16:creationId xmlns:a16="http://schemas.microsoft.com/office/drawing/2014/main" id="{BD55019E-F4CB-4A4E-9B82-7F1B72E01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599"/>
              <a:ext cx="72" cy="63"/>
            </a:xfrm>
            <a:custGeom>
              <a:avLst/>
              <a:gdLst>
                <a:gd name="T0" fmla="*/ 0 w 35"/>
                <a:gd name="T1" fmla="*/ 289 h 29"/>
                <a:gd name="T2" fmla="*/ 237 w 35"/>
                <a:gd name="T3" fmla="*/ 122 h 29"/>
                <a:gd name="T4" fmla="*/ 304 w 3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9">
                  <a:moveTo>
                    <a:pt x="0" y="28"/>
                  </a:moveTo>
                  <a:cubicBezTo>
                    <a:pt x="8" y="29"/>
                    <a:pt x="21" y="17"/>
                    <a:pt x="27" y="12"/>
                  </a:cubicBezTo>
                  <a:cubicBezTo>
                    <a:pt x="30" y="9"/>
                    <a:pt x="33" y="4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0" name="Freeform 3342">
              <a:extLst>
                <a:ext uri="{FF2B5EF4-FFF2-40B4-BE49-F238E27FC236}">
                  <a16:creationId xmlns:a16="http://schemas.microsoft.com/office/drawing/2014/main" id="{9F43B011-993E-4E86-A04E-BE4BAA8A7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605"/>
              <a:ext cx="84" cy="46"/>
            </a:xfrm>
            <a:custGeom>
              <a:avLst/>
              <a:gdLst>
                <a:gd name="T0" fmla="*/ 0 w 41"/>
                <a:gd name="T1" fmla="*/ 210 h 21"/>
                <a:gd name="T2" fmla="*/ 240 w 41"/>
                <a:gd name="T3" fmla="*/ 61 h 21"/>
                <a:gd name="T4" fmla="*/ 352 w 4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">
                  <a:moveTo>
                    <a:pt x="0" y="20"/>
                  </a:moveTo>
                  <a:cubicBezTo>
                    <a:pt x="12" y="21"/>
                    <a:pt x="20" y="11"/>
                    <a:pt x="28" y="6"/>
                  </a:cubicBezTo>
                  <a:cubicBezTo>
                    <a:pt x="33" y="3"/>
                    <a:pt x="37" y="3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1" name="Freeform 3343">
              <a:extLst>
                <a:ext uri="{FF2B5EF4-FFF2-40B4-BE49-F238E27FC236}">
                  <a16:creationId xmlns:a16="http://schemas.microsoft.com/office/drawing/2014/main" id="{5C5D7EA4-21D9-4688-953D-CD63C1086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1656"/>
              <a:ext cx="52" cy="65"/>
            </a:xfrm>
            <a:custGeom>
              <a:avLst/>
              <a:gdLst>
                <a:gd name="T0" fmla="*/ 0 w 25"/>
                <a:gd name="T1" fmla="*/ 306 h 30"/>
                <a:gd name="T2" fmla="*/ 225 w 2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0">
                  <a:moveTo>
                    <a:pt x="0" y="30"/>
                  </a:moveTo>
                  <a:cubicBezTo>
                    <a:pt x="14" y="25"/>
                    <a:pt x="19" y="11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Freeform 3344">
              <a:extLst>
                <a:ext uri="{FF2B5EF4-FFF2-40B4-BE49-F238E27FC236}">
                  <a16:creationId xmlns:a16="http://schemas.microsoft.com/office/drawing/2014/main" id="{640DA531-0FC1-4757-B3C2-E7A46DF0C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876"/>
              <a:ext cx="45" cy="90"/>
            </a:xfrm>
            <a:custGeom>
              <a:avLst/>
              <a:gdLst>
                <a:gd name="T0" fmla="*/ 68 w 22"/>
                <a:gd name="T1" fmla="*/ 125 h 41"/>
                <a:gd name="T2" fmla="*/ 16 w 22"/>
                <a:gd name="T3" fmla="*/ 435 h 41"/>
                <a:gd name="T4" fmla="*/ 121 w 22"/>
                <a:gd name="T5" fmla="*/ 213 h 41"/>
                <a:gd name="T6" fmla="*/ 164 w 22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1">
                  <a:moveTo>
                    <a:pt x="8" y="12"/>
                  </a:moveTo>
                  <a:cubicBezTo>
                    <a:pt x="3" y="19"/>
                    <a:pt x="0" y="32"/>
                    <a:pt x="2" y="41"/>
                  </a:cubicBezTo>
                  <a:cubicBezTo>
                    <a:pt x="2" y="34"/>
                    <a:pt x="11" y="26"/>
                    <a:pt x="14" y="20"/>
                  </a:cubicBezTo>
                  <a:cubicBezTo>
                    <a:pt x="17" y="16"/>
                    <a:pt x="22" y="5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3" name="Freeform 3345">
              <a:extLst>
                <a:ext uri="{FF2B5EF4-FFF2-40B4-BE49-F238E27FC236}">
                  <a16:creationId xmlns:a16="http://schemas.microsoft.com/office/drawing/2014/main" id="{4BC7F21B-E99B-4B9E-AA80-E1E6E77AE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938"/>
              <a:ext cx="41" cy="111"/>
            </a:xfrm>
            <a:custGeom>
              <a:avLst/>
              <a:gdLst>
                <a:gd name="T0" fmla="*/ 105 w 20"/>
                <a:gd name="T1" fmla="*/ 113 h 51"/>
                <a:gd name="T2" fmla="*/ 59 w 20"/>
                <a:gd name="T3" fmla="*/ 527 h 51"/>
                <a:gd name="T4" fmla="*/ 96 w 20"/>
                <a:gd name="T5" fmla="*/ 403 h 51"/>
                <a:gd name="T6" fmla="*/ 164 w 20"/>
                <a:gd name="T7" fmla="*/ 209 h 51"/>
                <a:gd name="T8" fmla="*/ 156 w 20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1">
                  <a:moveTo>
                    <a:pt x="12" y="11"/>
                  </a:moveTo>
                  <a:cubicBezTo>
                    <a:pt x="9" y="22"/>
                    <a:pt x="0" y="39"/>
                    <a:pt x="7" y="51"/>
                  </a:cubicBezTo>
                  <a:cubicBezTo>
                    <a:pt x="6" y="47"/>
                    <a:pt x="9" y="43"/>
                    <a:pt x="11" y="39"/>
                  </a:cubicBezTo>
                  <a:cubicBezTo>
                    <a:pt x="15" y="33"/>
                    <a:pt x="18" y="27"/>
                    <a:pt x="19" y="20"/>
                  </a:cubicBezTo>
                  <a:cubicBezTo>
                    <a:pt x="20" y="13"/>
                    <a:pt x="19" y="7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4" name="Freeform 3346">
              <a:extLst>
                <a:ext uri="{FF2B5EF4-FFF2-40B4-BE49-F238E27FC236}">
                  <a16:creationId xmlns:a16="http://schemas.microsoft.com/office/drawing/2014/main" id="{06125DAA-7D6D-4313-9DF8-7E45A95D1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045"/>
              <a:ext cx="2" cy="21"/>
            </a:xfrm>
            <a:custGeom>
              <a:avLst/>
              <a:gdLst>
                <a:gd name="T0" fmla="*/ 8 w 1"/>
                <a:gd name="T1" fmla="*/ 0 h 10"/>
                <a:gd name="T2" fmla="*/ 0 w 1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1" y="3"/>
                    <a:pt x="0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5" name="Freeform 3347">
              <a:extLst>
                <a:ext uri="{FF2B5EF4-FFF2-40B4-BE49-F238E27FC236}">
                  <a16:creationId xmlns:a16="http://schemas.microsoft.com/office/drawing/2014/main" id="{1089BF4F-F290-479D-A336-7A8FB1308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023"/>
              <a:ext cx="15" cy="46"/>
            </a:xfrm>
            <a:custGeom>
              <a:avLst/>
              <a:gdLst>
                <a:gd name="T0" fmla="*/ 9 w 7"/>
                <a:gd name="T1" fmla="*/ 0 h 21"/>
                <a:gd name="T2" fmla="*/ 69 w 7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1" y="0"/>
                  </a:moveTo>
                  <a:cubicBezTo>
                    <a:pt x="0" y="6"/>
                    <a:pt x="5" y="15"/>
                    <a:pt x="7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Freeform 3348">
              <a:extLst>
                <a:ext uri="{FF2B5EF4-FFF2-40B4-BE49-F238E27FC236}">
                  <a16:creationId xmlns:a16="http://schemas.microsoft.com/office/drawing/2014/main" id="{3BCF1097-640A-47C0-ABCB-BB682FCB0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981"/>
              <a:ext cx="12" cy="88"/>
            </a:xfrm>
            <a:custGeom>
              <a:avLst/>
              <a:gdLst>
                <a:gd name="T0" fmla="*/ 0 w 6"/>
                <a:gd name="T1" fmla="*/ 427 h 40"/>
                <a:gd name="T2" fmla="*/ 0 w 6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0">
                  <a:moveTo>
                    <a:pt x="0" y="40"/>
                  </a:moveTo>
                  <a:cubicBezTo>
                    <a:pt x="6" y="27"/>
                    <a:pt x="4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7" name="Freeform 3349">
              <a:extLst>
                <a:ext uri="{FF2B5EF4-FFF2-40B4-BE49-F238E27FC236}">
                  <a16:creationId xmlns:a16="http://schemas.microsoft.com/office/drawing/2014/main" id="{8FD0E63A-D731-4F7D-98E6-C4F991664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907"/>
              <a:ext cx="29" cy="79"/>
            </a:xfrm>
            <a:custGeom>
              <a:avLst/>
              <a:gdLst>
                <a:gd name="T0" fmla="*/ 0 w 14"/>
                <a:gd name="T1" fmla="*/ 380 h 36"/>
                <a:gd name="T2" fmla="*/ 73 w 1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6">
                  <a:moveTo>
                    <a:pt x="0" y="36"/>
                  </a:moveTo>
                  <a:cubicBezTo>
                    <a:pt x="4" y="25"/>
                    <a:pt x="14" y="1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8" name="Freeform 3350">
              <a:extLst>
                <a:ext uri="{FF2B5EF4-FFF2-40B4-BE49-F238E27FC236}">
                  <a16:creationId xmlns:a16="http://schemas.microsoft.com/office/drawing/2014/main" id="{DA6A2D8E-E9CB-40E1-82CF-3CF7AE2AD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861"/>
              <a:ext cx="21" cy="79"/>
            </a:xfrm>
            <a:custGeom>
              <a:avLst/>
              <a:gdLst>
                <a:gd name="T0" fmla="*/ 0 w 10"/>
                <a:gd name="T1" fmla="*/ 380 h 36"/>
                <a:gd name="T2" fmla="*/ 92 w 10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0" y="36"/>
                  </a:moveTo>
                  <a:cubicBezTo>
                    <a:pt x="8" y="26"/>
                    <a:pt x="10" y="1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9" name="Freeform 3351">
              <a:extLst>
                <a:ext uri="{FF2B5EF4-FFF2-40B4-BE49-F238E27FC236}">
                  <a16:creationId xmlns:a16="http://schemas.microsoft.com/office/drawing/2014/main" id="{ABEFCABB-85FF-467A-B555-60E7EAAC0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815"/>
              <a:ext cx="32" cy="98"/>
            </a:xfrm>
            <a:custGeom>
              <a:avLst/>
              <a:gdLst>
                <a:gd name="T0" fmla="*/ 0 w 16"/>
                <a:gd name="T1" fmla="*/ 464 h 45"/>
                <a:gd name="T2" fmla="*/ 88 w 16"/>
                <a:gd name="T3" fmla="*/ 309 h 45"/>
                <a:gd name="T4" fmla="*/ 120 w 16"/>
                <a:gd name="T5" fmla="*/ 124 h 45"/>
                <a:gd name="T6" fmla="*/ 112 w 1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5">
                  <a:moveTo>
                    <a:pt x="0" y="45"/>
                  </a:moveTo>
                  <a:cubicBezTo>
                    <a:pt x="2" y="39"/>
                    <a:pt x="8" y="35"/>
                    <a:pt x="11" y="30"/>
                  </a:cubicBezTo>
                  <a:cubicBezTo>
                    <a:pt x="14" y="25"/>
                    <a:pt x="16" y="18"/>
                    <a:pt x="15" y="12"/>
                  </a:cubicBezTo>
                  <a:cubicBezTo>
                    <a:pt x="15" y="8"/>
                    <a:pt x="16" y="3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Freeform 3352">
              <a:extLst>
                <a:ext uri="{FF2B5EF4-FFF2-40B4-BE49-F238E27FC236}">
                  <a16:creationId xmlns:a16="http://schemas.microsoft.com/office/drawing/2014/main" id="{35821295-BD73-4A4D-9B52-76B7E4884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601"/>
              <a:ext cx="90" cy="39"/>
            </a:xfrm>
            <a:custGeom>
              <a:avLst/>
              <a:gdLst>
                <a:gd name="T0" fmla="*/ 0 w 44"/>
                <a:gd name="T1" fmla="*/ 165 h 18"/>
                <a:gd name="T2" fmla="*/ 248 w 44"/>
                <a:gd name="T3" fmla="*/ 104 h 18"/>
                <a:gd name="T4" fmla="*/ 376 w 4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8">
                  <a:moveTo>
                    <a:pt x="0" y="16"/>
                  </a:moveTo>
                  <a:cubicBezTo>
                    <a:pt x="9" y="18"/>
                    <a:pt x="21" y="14"/>
                    <a:pt x="29" y="10"/>
                  </a:cubicBezTo>
                  <a:cubicBezTo>
                    <a:pt x="35" y="7"/>
                    <a:pt x="39" y="3"/>
                    <a:pt x="4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1" name="Freeform 3353">
              <a:extLst>
                <a:ext uri="{FF2B5EF4-FFF2-40B4-BE49-F238E27FC236}">
                  <a16:creationId xmlns:a16="http://schemas.microsoft.com/office/drawing/2014/main" id="{4A7579E6-ADCD-43D8-9E22-0985D4941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645"/>
              <a:ext cx="68" cy="56"/>
            </a:xfrm>
            <a:custGeom>
              <a:avLst/>
              <a:gdLst>
                <a:gd name="T0" fmla="*/ 0 w 33"/>
                <a:gd name="T1" fmla="*/ 261 h 26"/>
                <a:gd name="T2" fmla="*/ 97 w 33"/>
                <a:gd name="T3" fmla="*/ 190 h 26"/>
                <a:gd name="T4" fmla="*/ 220 w 33"/>
                <a:gd name="T5" fmla="*/ 112 h 26"/>
                <a:gd name="T6" fmla="*/ 288 w 3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6">
                  <a:moveTo>
                    <a:pt x="0" y="26"/>
                  </a:moveTo>
                  <a:cubicBezTo>
                    <a:pt x="5" y="24"/>
                    <a:pt x="7" y="20"/>
                    <a:pt x="11" y="19"/>
                  </a:cubicBezTo>
                  <a:cubicBezTo>
                    <a:pt x="17" y="16"/>
                    <a:pt x="21" y="16"/>
                    <a:pt x="25" y="11"/>
                  </a:cubicBezTo>
                  <a:cubicBezTo>
                    <a:pt x="28" y="8"/>
                    <a:pt x="29" y="3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2" name="Freeform 3354">
              <a:extLst>
                <a:ext uri="{FF2B5EF4-FFF2-40B4-BE49-F238E27FC236}">
                  <a16:creationId xmlns:a16="http://schemas.microsoft.com/office/drawing/2014/main" id="{2EDA2304-05D7-4E35-A8FE-765AAE1DF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636"/>
              <a:ext cx="68" cy="44"/>
            </a:xfrm>
            <a:custGeom>
              <a:avLst/>
              <a:gdLst>
                <a:gd name="T0" fmla="*/ 0 w 33"/>
                <a:gd name="T1" fmla="*/ 213 h 20"/>
                <a:gd name="T2" fmla="*/ 220 w 33"/>
                <a:gd name="T3" fmla="*/ 97 h 20"/>
                <a:gd name="T4" fmla="*/ 288 w 3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0">
                  <a:moveTo>
                    <a:pt x="0" y="20"/>
                  </a:moveTo>
                  <a:cubicBezTo>
                    <a:pt x="10" y="17"/>
                    <a:pt x="17" y="15"/>
                    <a:pt x="25" y="9"/>
                  </a:cubicBezTo>
                  <a:cubicBezTo>
                    <a:pt x="28" y="6"/>
                    <a:pt x="30" y="3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3" name="Freeform 3355">
              <a:extLst>
                <a:ext uri="{FF2B5EF4-FFF2-40B4-BE49-F238E27FC236}">
                  <a16:creationId xmlns:a16="http://schemas.microsoft.com/office/drawing/2014/main" id="{ABF1B7E7-34F3-4FC7-96E5-24B663C75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780"/>
              <a:ext cx="26" cy="74"/>
            </a:xfrm>
            <a:custGeom>
              <a:avLst/>
              <a:gdLst>
                <a:gd name="T0" fmla="*/ 0 w 13"/>
                <a:gd name="T1" fmla="*/ 350 h 34"/>
                <a:gd name="T2" fmla="*/ 88 w 13"/>
                <a:gd name="T3" fmla="*/ 133 h 34"/>
                <a:gd name="T4" fmla="*/ 104 w 1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4">
                  <a:moveTo>
                    <a:pt x="0" y="34"/>
                  </a:moveTo>
                  <a:cubicBezTo>
                    <a:pt x="4" y="26"/>
                    <a:pt x="10" y="21"/>
                    <a:pt x="11" y="13"/>
                  </a:cubicBezTo>
                  <a:cubicBezTo>
                    <a:pt x="12" y="9"/>
                    <a:pt x="13" y="2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4" name="Freeform 3356">
              <a:extLst>
                <a:ext uri="{FF2B5EF4-FFF2-40B4-BE49-F238E27FC236}">
                  <a16:creationId xmlns:a16="http://schemas.microsoft.com/office/drawing/2014/main" id="{4E94A70B-31A1-43C4-AB38-D70897C17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730"/>
              <a:ext cx="43" cy="83"/>
            </a:xfrm>
            <a:custGeom>
              <a:avLst/>
              <a:gdLst>
                <a:gd name="T0" fmla="*/ 0 w 21"/>
                <a:gd name="T1" fmla="*/ 395 h 38"/>
                <a:gd name="T2" fmla="*/ 180 w 21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8">
                  <a:moveTo>
                    <a:pt x="0" y="38"/>
                  </a:moveTo>
                  <a:cubicBezTo>
                    <a:pt x="12" y="28"/>
                    <a:pt x="19" y="16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5" name="Freeform 3357">
              <a:extLst>
                <a:ext uri="{FF2B5EF4-FFF2-40B4-BE49-F238E27FC236}">
                  <a16:creationId xmlns:a16="http://schemas.microsoft.com/office/drawing/2014/main" id="{47C4F56E-1E6E-49D1-8835-1D5508E4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697"/>
              <a:ext cx="49" cy="79"/>
            </a:xfrm>
            <a:custGeom>
              <a:avLst/>
              <a:gdLst>
                <a:gd name="T0" fmla="*/ 0 w 24"/>
                <a:gd name="T1" fmla="*/ 380 h 36"/>
                <a:gd name="T2" fmla="*/ 180 w 24"/>
                <a:gd name="T3" fmla="*/ 116 h 36"/>
                <a:gd name="T4" fmla="*/ 204 w 24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6">
                  <a:moveTo>
                    <a:pt x="0" y="36"/>
                  </a:moveTo>
                  <a:cubicBezTo>
                    <a:pt x="7" y="29"/>
                    <a:pt x="18" y="21"/>
                    <a:pt x="21" y="11"/>
                  </a:cubicBezTo>
                  <a:cubicBezTo>
                    <a:pt x="22" y="8"/>
                    <a:pt x="22" y="3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6" name="Freeform 3358">
              <a:extLst>
                <a:ext uri="{FF2B5EF4-FFF2-40B4-BE49-F238E27FC236}">
                  <a16:creationId xmlns:a16="http://schemas.microsoft.com/office/drawing/2014/main" id="{CA3029BA-7497-4A5F-BB55-19A8C9483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675"/>
              <a:ext cx="59" cy="59"/>
            </a:xfrm>
            <a:custGeom>
              <a:avLst/>
              <a:gdLst>
                <a:gd name="T0" fmla="*/ 0 w 29"/>
                <a:gd name="T1" fmla="*/ 282 h 27"/>
                <a:gd name="T2" fmla="*/ 244 w 29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7">
                  <a:moveTo>
                    <a:pt x="0" y="27"/>
                  </a:moveTo>
                  <a:cubicBezTo>
                    <a:pt x="11" y="20"/>
                    <a:pt x="23" y="12"/>
                    <a:pt x="2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7" name="Freeform 3359">
              <a:extLst>
                <a:ext uri="{FF2B5EF4-FFF2-40B4-BE49-F238E27FC236}">
                  <a16:creationId xmlns:a16="http://schemas.microsoft.com/office/drawing/2014/main" id="{7BF27E50-3E0C-43B0-8751-74B073A8C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664"/>
              <a:ext cx="63" cy="55"/>
            </a:xfrm>
            <a:custGeom>
              <a:avLst/>
              <a:gdLst>
                <a:gd name="T0" fmla="*/ 0 w 31"/>
                <a:gd name="T1" fmla="*/ 266 h 25"/>
                <a:gd name="T2" fmla="*/ 91 w 31"/>
                <a:gd name="T3" fmla="*/ 222 h 25"/>
                <a:gd name="T4" fmla="*/ 177 w 31"/>
                <a:gd name="T5" fmla="*/ 161 h 25"/>
                <a:gd name="T6" fmla="*/ 260 w 31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0" y="25"/>
                  </a:moveTo>
                  <a:cubicBezTo>
                    <a:pt x="3" y="23"/>
                    <a:pt x="7" y="23"/>
                    <a:pt x="11" y="21"/>
                  </a:cubicBezTo>
                  <a:cubicBezTo>
                    <a:pt x="15" y="20"/>
                    <a:pt x="18" y="17"/>
                    <a:pt x="21" y="15"/>
                  </a:cubicBezTo>
                  <a:cubicBezTo>
                    <a:pt x="27" y="11"/>
                    <a:pt x="29" y="7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8" name="Freeform 3360">
              <a:extLst>
                <a:ext uri="{FF2B5EF4-FFF2-40B4-BE49-F238E27FC236}">
                  <a16:creationId xmlns:a16="http://schemas.microsoft.com/office/drawing/2014/main" id="{EB6AEA30-5A6C-4DA2-B87B-C26265797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750"/>
              <a:ext cx="62" cy="65"/>
            </a:xfrm>
            <a:custGeom>
              <a:avLst/>
              <a:gdLst>
                <a:gd name="T0" fmla="*/ 0 w 30"/>
                <a:gd name="T1" fmla="*/ 297 h 30"/>
                <a:gd name="T2" fmla="*/ 265 w 3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0">
                  <a:moveTo>
                    <a:pt x="0" y="29"/>
                  </a:moveTo>
                  <a:cubicBezTo>
                    <a:pt x="19" y="30"/>
                    <a:pt x="25" y="14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9" name="Freeform 3361">
              <a:extLst>
                <a:ext uri="{FF2B5EF4-FFF2-40B4-BE49-F238E27FC236}">
                  <a16:creationId xmlns:a16="http://schemas.microsoft.com/office/drawing/2014/main" id="{D592D12A-0AE1-49A1-9115-41D5E184E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715"/>
              <a:ext cx="55" cy="48"/>
            </a:xfrm>
            <a:custGeom>
              <a:avLst/>
              <a:gdLst>
                <a:gd name="T0" fmla="*/ 0 w 27"/>
                <a:gd name="T1" fmla="*/ 166 h 22"/>
                <a:gd name="T2" fmla="*/ 228 w 2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2">
                  <a:moveTo>
                    <a:pt x="0" y="16"/>
                  </a:moveTo>
                  <a:cubicBezTo>
                    <a:pt x="6" y="22"/>
                    <a:pt x="27" y="5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0" name="Freeform 3362">
              <a:extLst>
                <a:ext uri="{FF2B5EF4-FFF2-40B4-BE49-F238E27FC236}">
                  <a16:creationId xmlns:a16="http://schemas.microsoft.com/office/drawing/2014/main" id="{7142E000-8EBC-4F87-B05E-ACD07B09F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951"/>
              <a:ext cx="23" cy="87"/>
            </a:xfrm>
            <a:custGeom>
              <a:avLst/>
              <a:gdLst>
                <a:gd name="T0" fmla="*/ 0 w 11"/>
                <a:gd name="T1" fmla="*/ 411 h 40"/>
                <a:gd name="T2" fmla="*/ 36 w 11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0">
                  <a:moveTo>
                    <a:pt x="0" y="40"/>
                  </a:moveTo>
                  <a:cubicBezTo>
                    <a:pt x="5" y="31"/>
                    <a:pt x="11" y="9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1" name="Freeform 3363">
              <a:extLst>
                <a:ext uri="{FF2B5EF4-FFF2-40B4-BE49-F238E27FC236}">
                  <a16:creationId xmlns:a16="http://schemas.microsoft.com/office/drawing/2014/main" id="{DB21F195-0EEA-495D-AA24-64DDE0F39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911"/>
              <a:ext cx="19" cy="88"/>
            </a:xfrm>
            <a:custGeom>
              <a:avLst/>
              <a:gdLst>
                <a:gd name="T0" fmla="*/ 0 w 9"/>
                <a:gd name="T1" fmla="*/ 427 h 40"/>
                <a:gd name="T2" fmla="*/ 84 w 9"/>
                <a:gd name="T3" fmla="*/ 150 h 40"/>
                <a:gd name="T4" fmla="*/ 84 w 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0">
                  <a:moveTo>
                    <a:pt x="0" y="40"/>
                  </a:moveTo>
                  <a:cubicBezTo>
                    <a:pt x="6" y="33"/>
                    <a:pt x="9" y="23"/>
                    <a:pt x="9" y="14"/>
                  </a:cubicBezTo>
                  <a:cubicBezTo>
                    <a:pt x="9" y="10"/>
                    <a:pt x="7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2" name="Freeform 3364">
              <a:extLst>
                <a:ext uri="{FF2B5EF4-FFF2-40B4-BE49-F238E27FC236}">
                  <a16:creationId xmlns:a16="http://schemas.microsoft.com/office/drawing/2014/main" id="{261A2264-34AC-4814-BF5E-FE7AA6A15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876"/>
              <a:ext cx="26" cy="79"/>
            </a:xfrm>
            <a:custGeom>
              <a:avLst/>
              <a:gdLst>
                <a:gd name="T0" fmla="*/ 0 w 13"/>
                <a:gd name="T1" fmla="*/ 380 h 36"/>
                <a:gd name="T2" fmla="*/ 80 w 13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6">
                  <a:moveTo>
                    <a:pt x="0" y="36"/>
                  </a:moveTo>
                  <a:cubicBezTo>
                    <a:pt x="8" y="27"/>
                    <a:pt x="13" y="13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3" name="Freeform 3365">
              <a:extLst>
                <a:ext uri="{FF2B5EF4-FFF2-40B4-BE49-F238E27FC236}">
                  <a16:creationId xmlns:a16="http://schemas.microsoft.com/office/drawing/2014/main" id="{82AD683A-B7C7-47F9-98D3-F74DF542F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830"/>
              <a:ext cx="35" cy="90"/>
            </a:xfrm>
            <a:custGeom>
              <a:avLst/>
              <a:gdLst>
                <a:gd name="T0" fmla="*/ 0 w 17"/>
                <a:gd name="T1" fmla="*/ 435 h 41"/>
                <a:gd name="T2" fmla="*/ 97 w 17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1">
                  <a:moveTo>
                    <a:pt x="0" y="41"/>
                  </a:moveTo>
                  <a:cubicBezTo>
                    <a:pt x="7" y="30"/>
                    <a:pt x="17" y="1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4" name="Freeform 3366">
              <a:extLst>
                <a:ext uri="{FF2B5EF4-FFF2-40B4-BE49-F238E27FC236}">
                  <a16:creationId xmlns:a16="http://schemas.microsoft.com/office/drawing/2014/main" id="{4AFA24F8-E2A0-4D8E-BBD9-367069A5F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806"/>
              <a:ext cx="45" cy="77"/>
            </a:xfrm>
            <a:custGeom>
              <a:avLst/>
              <a:gdLst>
                <a:gd name="T0" fmla="*/ 0 w 22"/>
                <a:gd name="T1" fmla="*/ 372 h 35"/>
                <a:gd name="T2" fmla="*/ 59 w 22"/>
                <a:gd name="T3" fmla="*/ 286 h 35"/>
                <a:gd name="T4" fmla="*/ 129 w 22"/>
                <a:gd name="T5" fmla="*/ 161 h 35"/>
                <a:gd name="T6" fmla="*/ 188 w 2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5">
                  <a:moveTo>
                    <a:pt x="0" y="35"/>
                  </a:moveTo>
                  <a:cubicBezTo>
                    <a:pt x="1" y="31"/>
                    <a:pt x="4" y="30"/>
                    <a:pt x="7" y="27"/>
                  </a:cubicBezTo>
                  <a:cubicBezTo>
                    <a:pt x="10" y="23"/>
                    <a:pt x="13" y="19"/>
                    <a:pt x="15" y="15"/>
                  </a:cubicBezTo>
                  <a:cubicBezTo>
                    <a:pt x="18" y="10"/>
                    <a:pt x="20" y="5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5" name="Freeform 3367">
              <a:extLst>
                <a:ext uri="{FF2B5EF4-FFF2-40B4-BE49-F238E27FC236}">
                  <a16:creationId xmlns:a16="http://schemas.microsoft.com/office/drawing/2014/main" id="{6E7E11FF-2A02-4AD9-8D2D-BA8813568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881"/>
              <a:ext cx="29" cy="100"/>
            </a:xfrm>
            <a:custGeom>
              <a:avLst/>
              <a:gdLst>
                <a:gd name="T0" fmla="*/ 99 w 14"/>
                <a:gd name="T1" fmla="*/ 0 h 46"/>
                <a:gd name="T2" fmla="*/ 25 w 14"/>
                <a:gd name="T3" fmla="*/ 472 h 46"/>
                <a:gd name="T4" fmla="*/ 0 w 14"/>
                <a:gd name="T5" fmla="*/ 174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6">
                  <a:moveTo>
                    <a:pt x="11" y="0"/>
                  </a:moveTo>
                  <a:cubicBezTo>
                    <a:pt x="14" y="12"/>
                    <a:pt x="9" y="36"/>
                    <a:pt x="3" y="46"/>
                  </a:cubicBezTo>
                  <a:cubicBezTo>
                    <a:pt x="2" y="37"/>
                    <a:pt x="0" y="26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6" name="Freeform 3368">
              <a:extLst>
                <a:ext uri="{FF2B5EF4-FFF2-40B4-BE49-F238E27FC236}">
                  <a16:creationId xmlns:a16="http://schemas.microsoft.com/office/drawing/2014/main" id="{7A75E4AC-D905-426A-B618-148CB6BBB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938"/>
              <a:ext cx="23" cy="91"/>
            </a:xfrm>
            <a:custGeom>
              <a:avLst/>
              <a:gdLst>
                <a:gd name="T0" fmla="*/ 17 w 11"/>
                <a:gd name="T1" fmla="*/ 0 h 42"/>
                <a:gd name="T2" fmla="*/ 27 w 11"/>
                <a:gd name="T3" fmla="*/ 202 h 42"/>
                <a:gd name="T4" fmla="*/ 75 w 11"/>
                <a:gd name="T5" fmla="*/ 427 h 42"/>
                <a:gd name="T6" fmla="*/ 100 w 11"/>
                <a:gd name="T7" fmla="*/ 17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2">
                  <a:moveTo>
                    <a:pt x="2" y="0"/>
                  </a:moveTo>
                  <a:cubicBezTo>
                    <a:pt x="0" y="8"/>
                    <a:pt x="1" y="13"/>
                    <a:pt x="3" y="20"/>
                  </a:cubicBezTo>
                  <a:cubicBezTo>
                    <a:pt x="5" y="27"/>
                    <a:pt x="6" y="35"/>
                    <a:pt x="8" y="42"/>
                  </a:cubicBezTo>
                  <a:cubicBezTo>
                    <a:pt x="9" y="34"/>
                    <a:pt x="11" y="25"/>
                    <a:pt x="11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7" name="Freeform 3369">
              <a:extLst>
                <a:ext uri="{FF2B5EF4-FFF2-40B4-BE49-F238E27FC236}">
                  <a16:creationId xmlns:a16="http://schemas.microsoft.com/office/drawing/2014/main" id="{0B93DC94-8449-40C0-9F18-87A54D189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73"/>
              <a:ext cx="41" cy="52"/>
            </a:xfrm>
            <a:custGeom>
              <a:avLst/>
              <a:gdLst>
                <a:gd name="T0" fmla="*/ 164 w 20"/>
                <a:gd name="T1" fmla="*/ 0 h 24"/>
                <a:gd name="T2" fmla="*/ 0 w 20"/>
                <a:gd name="T3" fmla="*/ 24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4">
                  <a:moveTo>
                    <a:pt x="19" y="0"/>
                  </a:moveTo>
                  <a:cubicBezTo>
                    <a:pt x="20" y="10"/>
                    <a:pt x="8" y="20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8" name="Freeform 3370">
              <a:extLst>
                <a:ext uri="{FF2B5EF4-FFF2-40B4-BE49-F238E27FC236}">
                  <a16:creationId xmlns:a16="http://schemas.microsoft.com/office/drawing/2014/main" id="{FFA4DE94-AA8E-4E61-979F-5A3A069EF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001"/>
              <a:ext cx="24" cy="61"/>
            </a:xfrm>
            <a:custGeom>
              <a:avLst/>
              <a:gdLst>
                <a:gd name="T0" fmla="*/ 8 w 12"/>
                <a:gd name="T1" fmla="*/ 0 h 28"/>
                <a:gd name="T2" fmla="*/ 8 w 12"/>
                <a:gd name="T3" fmla="*/ 157 h 28"/>
                <a:gd name="T4" fmla="*/ 80 w 12"/>
                <a:gd name="T5" fmla="*/ 290 h 28"/>
                <a:gd name="T6" fmla="*/ 96 w 12"/>
                <a:gd name="T7" fmla="*/ 14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1" y="0"/>
                  </a:moveTo>
                  <a:cubicBezTo>
                    <a:pt x="0" y="5"/>
                    <a:pt x="0" y="10"/>
                    <a:pt x="1" y="15"/>
                  </a:cubicBezTo>
                  <a:cubicBezTo>
                    <a:pt x="2" y="18"/>
                    <a:pt x="6" y="28"/>
                    <a:pt x="10" y="28"/>
                  </a:cubicBezTo>
                  <a:cubicBezTo>
                    <a:pt x="11" y="23"/>
                    <a:pt x="11" y="19"/>
                    <a:pt x="12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9" name="Freeform 3371">
              <a:extLst>
                <a:ext uri="{FF2B5EF4-FFF2-40B4-BE49-F238E27FC236}">
                  <a16:creationId xmlns:a16="http://schemas.microsoft.com/office/drawing/2014/main" id="{50F7FF5C-6B07-4026-AE63-DF0AA08D8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018"/>
              <a:ext cx="1" cy="4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22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7"/>
                    <a:pt x="0" y="15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0" name="Freeform 3372">
              <a:extLst>
                <a:ext uri="{FF2B5EF4-FFF2-40B4-BE49-F238E27FC236}">
                  <a16:creationId xmlns:a16="http://schemas.microsoft.com/office/drawing/2014/main" id="{3B29915D-3729-4845-B196-948402405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653"/>
              <a:ext cx="86" cy="40"/>
            </a:xfrm>
            <a:custGeom>
              <a:avLst/>
              <a:gdLst>
                <a:gd name="T0" fmla="*/ 0 w 42"/>
                <a:gd name="T1" fmla="*/ 187 h 18"/>
                <a:gd name="T2" fmla="*/ 360 w 42"/>
                <a:gd name="T3" fmla="*/ 80 h 18"/>
                <a:gd name="T4" fmla="*/ 68 w 42"/>
                <a:gd name="T5" fmla="*/ 4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0" y="17"/>
                  </a:moveTo>
                  <a:cubicBezTo>
                    <a:pt x="14" y="18"/>
                    <a:pt x="29" y="11"/>
                    <a:pt x="42" y="7"/>
                  </a:cubicBezTo>
                  <a:cubicBezTo>
                    <a:pt x="33" y="4"/>
                    <a:pt x="17" y="0"/>
                    <a:pt x="8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1" name="Freeform 3373">
              <a:extLst>
                <a:ext uri="{FF2B5EF4-FFF2-40B4-BE49-F238E27FC236}">
                  <a16:creationId xmlns:a16="http://schemas.microsoft.com/office/drawing/2014/main" id="{75207010-25C8-4244-9BD5-46F30AD51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638"/>
              <a:ext cx="55" cy="22"/>
            </a:xfrm>
            <a:custGeom>
              <a:avLst/>
              <a:gdLst>
                <a:gd name="T0" fmla="*/ 0 w 27"/>
                <a:gd name="T1" fmla="*/ 9 h 10"/>
                <a:gd name="T2" fmla="*/ 228 w 27"/>
                <a:gd name="T3" fmla="*/ 0 h 10"/>
                <a:gd name="T4" fmla="*/ 67 w 27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1"/>
                  </a:moveTo>
                  <a:cubicBezTo>
                    <a:pt x="9" y="0"/>
                    <a:pt x="18" y="1"/>
                    <a:pt x="27" y="0"/>
                  </a:cubicBezTo>
                  <a:cubicBezTo>
                    <a:pt x="23" y="3"/>
                    <a:pt x="12" y="9"/>
                    <a:pt x="8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2" name="Freeform 3374">
              <a:extLst>
                <a:ext uri="{FF2B5EF4-FFF2-40B4-BE49-F238E27FC236}">
                  <a16:creationId xmlns:a16="http://schemas.microsoft.com/office/drawing/2014/main" id="{323AF488-F6EE-4679-8891-7E8DD2F4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769"/>
              <a:ext cx="64" cy="136"/>
            </a:xfrm>
            <a:custGeom>
              <a:avLst/>
              <a:gdLst>
                <a:gd name="T0" fmla="*/ 273 w 31"/>
                <a:gd name="T1" fmla="*/ 654 h 62"/>
                <a:gd name="T2" fmla="*/ 52 w 31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2">
                  <a:moveTo>
                    <a:pt x="31" y="62"/>
                  </a:moveTo>
                  <a:cubicBezTo>
                    <a:pt x="17" y="44"/>
                    <a:pt x="0" y="2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3" name="Freeform 3375">
              <a:extLst>
                <a:ext uri="{FF2B5EF4-FFF2-40B4-BE49-F238E27FC236}">
                  <a16:creationId xmlns:a16="http://schemas.microsoft.com/office/drawing/2014/main" id="{3002C4C2-E339-44D0-B92E-5EE1C03A4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706"/>
              <a:ext cx="39" cy="100"/>
            </a:xfrm>
            <a:custGeom>
              <a:avLst/>
              <a:gdLst>
                <a:gd name="T0" fmla="*/ 164 w 19"/>
                <a:gd name="T1" fmla="*/ 472 h 46"/>
                <a:gd name="T2" fmla="*/ 33 w 19"/>
                <a:gd name="T3" fmla="*/ 237 h 46"/>
                <a:gd name="T4" fmla="*/ 0 w 1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19" y="46"/>
                  </a:moveTo>
                  <a:cubicBezTo>
                    <a:pt x="13" y="41"/>
                    <a:pt x="7" y="31"/>
                    <a:pt x="4" y="23"/>
                  </a:cubicBezTo>
                  <a:cubicBezTo>
                    <a:pt x="1" y="15"/>
                    <a:pt x="2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4" name="Freeform 3376">
              <a:extLst>
                <a:ext uri="{FF2B5EF4-FFF2-40B4-BE49-F238E27FC236}">
                  <a16:creationId xmlns:a16="http://schemas.microsoft.com/office/drawing/2014/main" id="{431BBBAC-7CAE-436D-A8EC-E32114170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653"/>
              <a:ext cx="71" cy="83"/>
            </a:xfrm>
            <a:custGeom>
              <a:avLst/>
              <a:gdLst>
                <a:gd name="T0" fmla="*/ 292 w 35"/>
                <a:gd name="T1" fmla="*/ 395 h 38"/>
                <a:gd name="T2" fmla="*/ 0 w 35"/>
                <a:gd name="T3" fmla="*/ 0 h 38"/>
                <a:gd name="T4" fmla="*/ 276 w 35"/>
                <a:gd name="T5" fmla="*/ 24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8">
                  <a:moveTo>
                    <a:pt x="35" y="38"/>
                  </a:moveTo>
                  <a:cubicBezTo>
                    <a:pt x="21" y="28"/>
                    <a:pt x="9" y="14"/>
                    <a:pt x="0" y="0"/>
                  </a:cubicBezTo>
                  <a:cubicBezTo>
                    <a:pt x="13" y="5"/>
                    <a:pt x="23" y="14"/>
                    <a:pt x="33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5" name="Freeform 3377">
              <a:extLst>
                <a:ext uri="{FF2B5EF4-FFF2-40B4-BE49-F238E27FC236}">
                  <a16:creationId xmlns:a16="http://schemas.microsoft.com/office/drawing/2014/main" id="{2F732B7E-98FC-4418-9E2B-BD50918EF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708"/>
              <a:ext cx="93" cy="192"/>
            </a:xfrm>
            <a:custGeom>
              <a:avLst/>
              <a:gdLst>
                <a:gd name="T0" fmla="*/ 389 w 45"/>
                <a:gd name="T1" fmla="*/ 914 h 88"/>
                <a:gd name="T2" fmla="*/ 291 w 45"/>
                <a:gd name="T3" fmla="*/ 539 h 88"/>
                <a:gd name="T4" fmla="*/ 184 w 45"/>
                <a:gd name="T5" fmla="*/ 299 h 88"/>
                <a:gd name="T6" fmla="*/ 167 w 45"/>
                <a:gd name="T7" fmla="*/ 310 h 88"/>
                <a:gd name="T8" fmla="*/ 157 w 45"/>
                <a:gd name="T9" fmla="*/ 271 h 88"/>
                <a:gd name="T10" fmla="*/ 99 w 45"/>
                <a:gd name="T11" fmla="*/ 157 h 88"/>
                <a:gd name="T12" fmla="*/ 0 w 45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8">
                  <a:moveTo>
                    <a:pt x="44" y="88"/>
                  </a:moveTo>
                  <a:cubicBezTo>
                    <a:pt x="45" y="77"/>
                    <a:pt x="37" y="63"/>
                    <a:pt x="33" y="52"/>
                  </a:cubicBezTo>
                  <a:cubicBezTo>
                    <a:pt x="30" y="43"/>
                    <a:pt x="26" y="36"/>
                    <a:pt x="21" y="29"/>
                  </a:cubicBezTo>
                  <a:cubicBezTo>
                    <a:pt x="20" y="30"/>
                    <a:pt x="19" y="30"/>
                    <a:pt x="19" y="30"/>
                  </a:cubicBezTo>
                  <a:cubicBezTo>
                    <a:pt x="16" y="29"/>
                    <a:pt x="19" y="28"/>
                    <a:pt x="18" y="26"/>
                  </a:cubicBezTo>
                  <a:cubicBezTo>
                    <a:pt x="16" y="22"/>
                    <a:pt x="14" y="19"/>
                    <a:pt x="11" y="15"/>
                  </a:cubicBezTo>
                  <a:cubicBezTo>
                    <a:pt x="8" y="11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6" name="Freeform 3378">
              <a:extLst>
                <a:ext uri="{FF2B5EF4-FFF2-40B4-BE49-F238E27FC236}">
                  <a16:creationId xmlns:a16="http://schemas.microsoft.com/office/drawing/2014/main" id="{890E1DCC-DF87-4BA1-9F6B-2895DBAEF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789"/>
              <a:ext cx="49" cy="87"/>
            </a:xfrm>
            <a:custGeom>
              <a:avLst/>
              <a:gdLst>
                <a:gd name="T0" fmla="*/ 204 w 24"/>
                <a:gd name="T1" fmla="*/ 411 h 40"/>
                <a:gd name="T2" fmla="*/ 8 w 24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0">
                  <a:moveTo>
                    <a:pt x="24" y="40"/>
                  </a:moveTo>
                  <a:cubicBezTo>
                    <a:pt x="11" y="35"/>
                    <a:pt x="0" y="1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7" name="Freeform 3379">
              <a:extLst>
                <a:ext uri="{FF2B5EF4-FFF2-40B4-BE49-F238E27FC236}">
                  <a16:creationId xmlns:a16="http://schemas.microsoft.com/office/drawing/2014/main" id="{70A399B7-8073-4567-8F81-CCC767B93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721"/>
              <a:ext cx="45" cy="101"/>
            </a:xfrm>
            <a:custGeom>
              <a:avLst/>
              <a:gdLst>
                <a:gd name="T0" fmla="*/ 188 w 22"/>
                <a:gd name="T1" fmla="*/ 487 h 46"/>
                <a:gd name="T2" fmla="*/ 41 w 22"/>
                <a:gd name="T3" fmla="*/ 169 h 46"/>
                <a:gd name="T4" fmla="*/ 0 w 2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6">
                  <a:moveTo>
                    <a:pt x="22" y="46"/>
                  </a:moveTo>
                  <a:cubicBezTo>
                    <a:pt x="15" y="37"/>
                    <a:pt x="8" y="27"/>
                    <a:pt x="5" y="16"/>
                  </a:cubicBezTo>
                  <a:cubicBezTo>
                    <a:pt x="3" y="11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8" name="Freeform 3380">
              <a:extLst>
                <a:ext uri="{FF2B5EF4-FFF2-40B4-BE49-F238E27FC236}">
                  <a16:creationId xmlns:a16="http://schemas.microsoft.com/office/drawing/2014/main" id="{CFA618C3-EC47-40B7-9D82-85825B2DE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599"/>
              <a:ext cx="98" cy="65"/>
            </a:xfrm>
            <a:custGeom>
              <a:avLst/>
              <a:gdLst>
                <a:gd name="T0" fmla="*/ 408 w 48"/>
                <a:gd name="T1" fmla="*/ 306 h 30"/>
                <a:gd name="T2" fmla="*/ 0 w 48"/>
                <a:gd name="T3" fmla="*/ 0 h 30"/>
                <a:gd name="T4" fmla="*/ 180 w 48"/>
                <a:gd name="T5" fmla="*/ 156 h 30"/>
                <a:gd name="T6" fmla="*/ 308 w 48"/>
                <a:gd name="T7" fmla="*/ 24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0">
                  <a:moveTo>
                    <a:pt x="48" y="30"/>
                  </a:moveTo>
                  <a:cubicBezTo>
                    <a:pt x="36" y="13"/>
                    <a:pt x="20" y="6"/>
                    <a:pt x="0" y="0"/>
                  </a:cubicBezTo>
                  <a:cubicBezTo>
                    <a:pt x="6" y="5"/>
                    <a:pt x="14" y="10"/>
                    <a:pt x="21" y="15"/>
                  </a:cubicBezTo>
                  <a:cubicBezTo>
                    <a:pt x="25" y="18"/>
                    <a:pt x="31" y="22"/>
                    <a:pt x="36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9" name="Freeform 3381">
              <a:extLst>
                <a:ext uri="{FF2B5EF4-FFF2-40B4-BE49-F238E27FC236}">
                  <a16:creationId xmlns:a16="http://schemas.microsoft.com/office/drawing/2014/main" id="{3A21080A-E565-48EA-8F54-FC429D25D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623"/>
              <a:ext cx="73" cy="72"/>
            </a:xfrm>
            <a:custGeom>
              <a:avLst/>
              <a:gdLst>
                <a:gd name="T0" fmla="*/ 300 w 36"/>
                <a:gd name="T1" fmla="*/ 343 h 33"/>
                <a:gd name="T2" fmla="*/ 0 w 36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36" y="33"/>
                  </a:moveTo>
                  <a:cubicBezTo>
                    <a:pt x="20" y="26"/>
                    <a:pt x="10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0" name="Freeform 3382">
              <a:extLst>
                <a:ext uri="{FF2B5EF4-FFF2-40B4-BE49-F238E27FC236}">
                  <a16:creationId xmlns:a16="http://schemas.microsoft.com/office/drawing/2014/main" id="{BA69F842-1518-4438-AE4D-DEBE1BB0A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684"/>
              <a:ext cx="57" cy="96"/>
            </a:xfrm>
            <a:custGeom>
              <a:avLst/>
              <a:gdLst>
                <a:gd name="T0" fmla="*/ 236 w 28"/>
                <a:gd name="T1" fmla="*/ 456 h 44"/>
                <a:gd name="T2" fmla="*/ 75 w 28"/>
                <a:gd name="T3" fmla="*/ 229 h 44"/>
                <a:gd name="T4" fmla="*/ 0 w 28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4">
                  <a:moveTo>
                    <a:pt x="28" y="44"/>
                  </a:moveTo>
                  <a:cubicBezTo>
                    <a:pt x="22" y="36"/>
                    <a:pt x="15" y="30"/>
                    <a:pt x="9" y="22"/>
                  </a:cubicBezTo>
                  <a:cubicBezTo>
                    <a:pt x="5" y="17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1" name="Freeform 3383">
              <a:extLst>
                <a:ext uri="{FF2B5EF4-FFF2-40B4-BE49-F238E27FC236}">
                  <a16:creationId xmlns:a16="http://schemas.microsoft.com/office/drawing/2014/main" id="{04E4378F-65C3-4F21-A62F-0B5CDAF32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599"/>
              <a:ext cx="74" cy="63"/>
            </a:xfrm>
            <a:custGeom>
              <a:avLst/>
              <a:gdLst>
                <a:gd name="T0" fmla="*/ 312 w 36"/>
                <a:gd name="T1" fmla="*/ 289 h 29"/>
                <a:gd name="T2" fmla="*/ 80 w 36"/>
                <a:gd name="T3" fmla="*/ 122 h 29"/>
                <a:gd name="T4" fmla="*/ 0 w 36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9">
                  <a:moveTo>
                    <a:pt x="36" y="28"/>
                  </a:moveTo>
                  <a:cubicBezTo>
                    <a:pt x="28" y="29"/>
                    <a:pt x="14" y="17"/>
                    <a:pt x="9" y="12"/>
                  </a:cubicBezTo>
                  <a:cubicBezTo>
                    <a:pt x="5" y="9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2" name="Freeform 3384">
              <a:extLst>
                <a:ext uri="{FF2B5EF4-FFF2-40B4-BE49-F238E27FC236}">
                  <a16:creationId xmlns:a16="http://schemas.microsoft.com/office/drawing/2014/main" id="{319A1749-C56B-4CE1-8FBB-C7ACDFE78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656"/>
              <a:ext cx="51" cy="65"/>
            </a:xfrm>
            <a:custGeom>
              <a:avLst/>
              <a:gdLst>
                <a:gd name="T0" fmla="*/ 212 w 25"/>
                <a:gd name="T1" fmla="*/ 306 h 30"/>
                <a:gd name="T2" fmla="*/ 0 w 2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0">
                  <a:moveTo>
                    <a:pt x="25" y="30"/>
                  </a:moveTo>
                  <a:cubicBezTo>
                    <a:pt x="11" y="25"/>
                    <a:pt x="7" y="1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3" name="Freeform 3385">
              <a:extLst>
                <a:ext uri="{FF2B5EF4-FFF2-40B4-BE49-F238E27FC236}">
                  <a16:creationId xmlns:a16="http://schemas.microsoft.com/office/drawing/2014/main" id="{DBC74308-B769-41DC-8F86-479806442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876"/>
              <a:ext cx="45" cy="90"/>
            </a:xfrm>
            <a:custGeom>
              <a:avLst/>
              <a:gdLst>
                <a:gd name="T0" fmla="*/ 121 w 22"/>
                <a:gd name="T1" fmla="*/ 125 h 41"/>
                <a:gd name="T2" fmla="*/ 172 w 22"/>
                <a:gd name="T3" fmla="*/ 435 h 41"/>
                <a:gd name="T4" fmla="*/ 68 w 22"/>
                <a:gd name="T5" fmla="*/ 213 h 41"/>
                <a:gd name="T6" fmla="*/ 25 w 22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1">
                  <a:moveTo>
                    <a:pt x="14" y="12"/>
                  </a:moveTo>
                  <a:cubicBezTo>
                    <a:pt x="19" y="19"/>
                    <a:pt x="22" y="32"/>
                    <a:pt x="20" y="41"/>
                  </a:cubicBezTo>
                  <a:cubicBezTo>
                    <a:pt x="21" y="34"/>
                    <a:pt x="12" y="26"/>
                    <a:pt x="8" y="20"/>
                  </a:cubicBezTo>
                  <a:cubicBezTo>
                    <a:pt x="6" y="16"/>
                    <a:pt x="0" y="5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4" name="Freeform 3386">
              <a:extLst>
                <a:ext uri="{FF2B5EF4-FFF2-40B4-BE49-F238E27FC236}">
                  <a16:creationId xmlns:a16="http://schemas.microsoft.com/office/drawing/2014/main" id="{F720A87E-AD88-441A-8C41-5E4DE17CD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938"/>
              <a:ext cx="38" cy="111"/>
            </a:xfrm>
            <a:custGeom>
              <a:avLst/>
              <a:gdLst>
                <a:gd name="T0" fmla="*/ 56 w 19"/>
                <a:gd name="T1" fmla="*/ 113 h 51"/>
                <a:gd name="T2" fmla="*/ 96 w 19"/>
                <a:gd name="T3" fmla="*/ 527 h 51"/>
                <a:gd name="T4" fmla="*/ 72 w 19"/>
                <a:gd name="T5" fmla="*/ 403 h 51"/>
                <a:gd name="T6" fmla="*/ 8 w 19"/>
                <a:gd name="T7" fmla="*/ 209 h 51"/>
                <a:gd name="T8" fmla="*/ 8 w 19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1">
                  <a:moveTo>
                    <a:pt x="7" y="11"/>
                  </a:moveTo>
                  <a:cubicBezTo>
                    <a:pt x="11" y="22"/>
                    <a:pt x="19" y="39"/>
                    <a:pt x="12" y="51"/>
                  </a:cubicBezTo>
                  <a:cubicBezTo>
                    <a:pt x="14" y="47"/>
                    <a:pt x="11" y="43"/>
                    <a:pt x="9" y="39"/>
                  </a:cubicBezTo>
                  <a:cubicBezTo>
                    <a:pt x="5" y="33"/>
                    <a:pt x="2" y="27"/>
                    <a:pt x="1" y="20"/>
                  </a:cubicBezTo>
                  <a:cubicBezTo>
                    <a:pt x="0" y="13"/>
                    <a:pt x="0" y="7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5" name="Freeform 3387">
              <a:extLst>
                <a:ext uri="{FF2B5EF4-FFF2-40B4-BE49-F238E27FC236}">
                  <a16:creationId xmlns:a16="http://schemas.microsoft.com/office/drawing/2014/main" id="{27D7DDFD-594C-40EC-AF42-61A943EE5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5"/>
              <a:ext cx="2" cy="21"/>
            </a:xfrm>
            <a:custGeom>
              <a:avLst/>
              <a:gdLst>
                <a:gd name="T0" fmla="*/ 0 w 1"/>
                <a:gd name="T1" fmla="*/ 0 h 10"/>
                <a:gd name="T2" fmla="*/ 8 w 1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1" y="3"/>
                    <a:pt x="1" y="7"/>
                    <a:pt x="1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6" name="Freeform 3388">
              <a:extLst>
                <a:ext uri="{FF2B5EF4-FFF2-40B4-BE49-F238E27FC236}">
                  <a16:creationId xmlns:a16="http://schemas.microsoft.com/office/drawing/2014/main" id="{7CD105CE-EA08-48A2-8D73-6F8037DD2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023"/>
              <a:ext cx="14" cy="46"/>
            </a:xfrm>
            <a:custGeom>
              <a:avLst/>
              <a:gdLst>
                <a:gd name="T0" fmla="*/ 40 w 7"/>
                <a:gd name="T1" fmla="*/ 0 h 21"/>
                <a:gd name="T2" fmla="*/ 0 w 7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5" y="0"/>
                  </a:moveTo>
                  <a:cubicBezTo>
                    <a:pt x="7" y="6"/>
                    <a:pt x="2" y="15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7" name="Freeform 3389">
              <a:extLst>
                <a:ext uri="{FF2B5EF4-FFF2-40B4-BE49-F238E27FC236}">
                  <a16:creationId xmlns:a16="http://schemas.microsoft.com/office/drawing/2014/main" id="{5D049BB0-D7B7-4F53-8612-E79AFBFF9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981"/>
              <a:ext cx="11" cy="88"/>
            </a:xfrm>
            <a:custGeom>
              <a:avLst/>
              <a:gdLst>
                <a:gd name="T0" fmla="*/ 53 w 5"/>
                <a:gd name="T1" fmla="*/ 427 h 40"/>
                <a:gd name="T2" fmla="*/ 53 w 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0">
                  <a:moveTo>
                    <a:pt x="5" y="40"/>
                  </a:moveTo>
                  <a:cubicBezTo>
                    <a:pt x="0" y="27"/>
                    <a:pt x="2" y="1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8" name="Freeform 3390">
              <a:extLst>
                <a:ext uri="{FF2B5EF4-FFF2-40B4-BE49-F238E27FC236}">
                  <a16:creationId xmlns:a16="http://schemas.microsoft.com/office/drawing/2014/main" id="{C85537B8-7CEE-40B7-B534-A645BE5EE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907"/>
              <a:ext cx="31" cy="79"/>
            </a:xfrm>
            <a:custGeom>
              <a:avLst/>
              <a:gdLst>
                <a:gd name="T0" fmla="*/ 132 w 15"/>
                <a:gd name="T1" fmla="*/ 380 h 36"/>
                <a:gd name="T2" fmla="*/ 52 w 15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5" y="36"/>
                  </a:moveTo>
                  <a:cubicBezTo>
                    <a:pt x="11" y="25"/>
                    <a:pt x="0" y="1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9" name="Freeform 3391">
              <a:extLst>
                <a:ext uri="{FF2B5EF4-FFF2-40B4-BE49-F238E27FC236}">
                  <a16:creationId xmlns:a16="http://schemas.microsoft.com/office/drawing/2014/main" id="{1FE71D1E-4578-496A-9F8D-5BCA90490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861"/>
              <a:ext cx="20" cy="79"/>
            </a:xfrm>
            <a:custGeom>
              <a:avLst/>
              <a:gdLst>
                <a:gd name="T0" fmla="*/ 80 w 10"/>
                <a:gd name="T1" fmla="*/ 380 h 36"/>
                <a:gd name="T2" fmla="*/ 0 w 10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10" y="36"/>
                  </a:moveTo>
                  <a:cubicBezTo>
                    <a:pt x="1" y="26"/>
                    <a:pt x="0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0" name="Freeform 3392">
              <a:extLst>
                <a:ext uri="{FF2B5EF4-FFF2-40B4-BE49-F238E27FC236}">
                  <a16:creationId xmlns:a16="http://schemas.microsoft.com/office/drawing/2014/main" id="{92DB1785-686D-444B-9643-019A99EC6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815"/>
              <a:ext cx="33" cy="98"/>
            </a:xfrm>
            <a:custGeom>
              <a:avLst/>
              <a:gdLst>
                <a:gd name="T0" fmla="*/ 140 w 16"/>
                <a:gd name="T1" fmla="*/ 464 h 45"/>
                <a:gd name="T2" fmla="*/ 43 w 16"/>
                <a:gd name="T3" fmla="*/ 309 h 45"/>
                <a:gd name="T4" fmla="*/ 0 w 16"/>
                <a:gd name="T5" fmla="*/ 124 h 45"/>
                <a:gd name="T6" fmla="*/ 17 w 16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5">
                  <a:moveTo>
                    <a:pt x="16" y="45"/>
                  </a:moveTo>
                  <a:cubicBezTo>
                    <a:pt x="13" y="39"/>
                    <a:pt x="8" y="35"/>
                    <a:pt x="5" y="30"/>
                  </a:cubicBezTo>
                  <a:cubicBezTo>
                    <a:pt x="2" y="25"/>
                    <a:pt x="0" y="18"/>
                    <a:pt x="0" y="12"/>
                  </a:cubicBezTo>
                  <a:cubicBezTo>
                    <a:pt x="0" y="8"/>
                    <a:pt x="0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1" name="Freeform 3393">
              <a:extLst>
                <a:ext uri="{FF2B5EF4-FFF2-40B4-BE49-F238E27FC236}">
                  <a16:creationId xmlns:a16="http://schemas.microsoft.com/office/drawing/2014/main" id="{87B49151-878C-40A5-8799-1610FCA12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638"/>
              <a:ext cx="67" cy="63"/>
            </a:xfrm>
            <a:custGeom>
              <a:avLst/>
              <a:gdLst>
                <a:gd name="T0" fmla="*/ 276 w 33"/>
                <a:gd name="T1" fmla="*/ 298 h 29"/>
                <a:gd name="T2" fmla="*/ 185 w 33"/>
                <a:gd name="T3" fmla="*/ 237 h 29"/>
                <a:gd name="T4" fmla="*/ 57 w 33"/>
                <a:gd name="T5" fmla="*/ 165 h 29"/>
                <a:gd name="T6" fmla="*/ 0 w 33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33" y="29"/>
                  </a:moveTo>
                  <a:cubicBezTo>
                    <a:pt x="29" y="27"/>
                    <a:pt x="26" y="25"/>
                    <a:pt x="22" y="23"/>
                  </a:cubicBezTo>
                  <a:cubicBezTo>
                    <a:pt x="16" y="21"/>
                    <a:pt x="11" y="21"/>
                    <a:pt x="7" y="16"/>
                  </a:cubicBezTo>
                  <a:cubicBezTo>
                    <a:pt x="4" y="13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2" name="Freeform 3394">
              <a:extLst>
                <a:ext uri="{FF2B5EF4-FFF2-40B4-BE49-F238E27FC236}">
                  <a16:creationId xmlns:a16="http://schemas.microsoft.com/office/drawing/2014/main" id="{D743A328-85BE-4E67-8BBB-07222E26B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780"/>
              <a:ext cx="29" cy="74"/>
            </a:xfrm>
            <a:custGeom>
              <a:avLst/>
              <a:gdLst>
                <a:gd name="T0" fmla="*/ 124 w 14"/>
                <a:gd name="T1" fmla="*/ 350 h 34"/>
                <a:gd name="T2" fmla="*/ 25 w 14"/>
                <a:gd name="T3" fmla="*/ 133 h 34"/>
                <a:gd name="T4" fmla="*/ 0 w 1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4">
                  <a:moveTo>
                    <a:pt x="14" y="34"/>
                  </a:moveTo>
                  <a:cubicBezTo>
                    <a:pt x="10" y="26"/>
                    <a:pt x="4" y="21"/>
                    <a:pt x="3" y="13"/>
                  </a:cubicBezTo>
                  <a:cubicBezTo>
                    <a:pt x="2" y="9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3" name="Freeform 3395">
              <a:extLst>
                <a:ext uri="{FF2B5EF4-FFF2-40B4-BE49-F238E27FC236}">
                  <a16:creationId xmlns:a16="http://schemas.microsoft.com/office/drawing/2014/main" id="{8FD6457B-1B7C-474A-AEBF-190E83249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730"/>
              <a:ext cx="43" cy="83"/>
            </a:xfrm>
            <a:custGeom>
              <a:avLst/>
              <a:gdLst>
                <a:gd name="T0" fmla="*/ 180 w 21"/>
                <a:gd name="T1" fmla="*/ 395 h 38"/>
                <a:gd name="T2" fmla="*/ 0 w 21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8">
                  <a:moveTo>
                    <a:pt x="21" y="38"/>
                  </a:moveTo>
                  <a:cubicBezTo>
                    <a:pt x="8" y="28"/>
                    <a:pt x="2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4" name="Freeform 3396">
              <a:extLst>
                <a:ext uri="{FF2B5EF4-FFF2-40B4-BE49-F238E27FC236}">
                  <a16:creationId xmlns:a16="http://schemas.microsoft.com/office/drawing/2014/main" id="{65A963B7-5A56-41FA-BB30-691B90DDA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697"/>
              <a:ext cx="49" cy="79"/>
            </a:xfrm>
            <a:custGeom>
              <a:avLst/>
              <a:gdLst>
                <a:gd name="T0" fmla="*/ 204 w 24"/>
                <a:gd name="T1" fmla="*/ 380 h 36"/>
                <a:gd name="T2" fmla="*/ 25 w 24"/>
                <a:gd name="T3" fmla="*/ 116 h 36"/>
                <a:gd name="T4" fmla="*/ 0 w 24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6">
                  <a:moveTo>
                    <a:pt x="24" y="36"/>
                  </a:moveTo>
                  <a:cubicBezTo>
                    <a:pt x="16" y="29"/>
                    <a:pt x="6" y="21"/>
                    <a:pt x="3" y="11"/>
                  </a:cubicBezTo>
                  <a:cubicBezTo>
                    <a:pt x="2" y="8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5" name="Freeform 3397">
              <a:extLst>
                <a:ext uri="{FF2B5EF4-FFF2-40B4-BE49-F238E27FC236}">
                  <a16:creationId xmlns:a16="http://schemas.microsoft.com/office/drawing/2014/main" id="{13734502-CE1D-4DD6-A75B-1ACC521FF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675"/>
              <a:ext cx="59" cy="59"/>
            </a:xfrm>
            <a:custGeom>
              <a:avLst/>
              <a:gdLst>
                <a:gd name="T0" fmla="*/ 244 w 29"/>
                <a:gd name="T1" fmla="*/ 282 h 27"/>
                <a:gd name="T2" fmla="*/ 0 w 29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7">
                  <a:moveTo>
                    <a:pt x="29" y="27"/>
                  </a:moveTo>
                  <a:cubicBezTo>
                    <a:pt x="18" y="20"/>
                    <a:pt x="7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6" name="Freeform 3398">
              <a:extLst>
                <a:ext uri="{FF2B5EF4-FFF2-40B4-BE49-F238E27FC236}">
                  <a16:creationId xmlns:a16="http://schemas.microsoft.com/office/drawing/2014/main" id="{C42235D0-0EB7-4F57-972F-22555C90E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664"/>
              <a:ext cx="64" cy="55"/>
            </a:xfrm>
            <a:custGeom>
              <a:avLst/>
              <a:gdLst>
                <a:gd name="T0" fmla="*/ 273 w 31"/>
                <a:gd name="T1" fmla="*/ 266 h 25"/>
                <a:gd name="T2" fmla="*/ 175 w 31"/>
                <a:gd name="T3" fmla="*/ 222 h 25"/>
                <a:gd name="T4" fmla="*/ 89 w 31"/>
                <a:gd name="T5" fmla="*/ 161 h 25"/>
                <a:gd name="T6" fmla="*/ 0 w 31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31" y="25"/>
                  </a:moveTo>
                  <a:cubicBezTo>
                    <a:pt x="27" y="23"/>
                    <a:pt x="23" y="23"/>
                    <a:pt x="20" y="21"/>
                  </a:cubicBezTo>
                  <a:cubicBezTo>
                    <a:pt x="16" y="20"/>
                    <a:pt x="13" y="17"/>
                    <a:pt x="10" y="15"/>
                  </a:cubicBezTo>
                  <a:cubicBezTo>
                    <a:pt x="3" y="11"/>
                    <a:pt x="2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7" name="Freeform 3399">
              <a:extLst>
                <a:ext uri="{FF2B5EF4-FFF2-40B4-BE49-F238E27FC236}">
                  <a16:creationId xmlns:a16="http://schemas.microsoft.com/office/drawing/2014/main" id="{D8027CB3-8647-4284-929F-8D6377799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750"/>
              <a:ext cx="61" cy="65"/>
            </a:xfrm>
            <a:custGeom>
              <a:avLst/>
              <a:gdLst>
                <a:gd name="T0" fmla="*/ 252 w 30"/>
                <a:gd name="T1" fmla="*/ 297 h 30"/>
                <a:gd name="T2" fmla="*/ 0 w 3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0">
                  <a:moveTo>
                    <a:pt x="30" y="29"/>
                  </a:moveTo>
                  <a:cubicBezTo>
                    <a:pt x="10" y="30"/>
                    <a:pt x="5" y="1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8" name="Freeform 3400">
              <a:extLst>
                <a:ext uri="{FF2B5EF4-FFF2-40B4-BE49-F238E27FC236}">
                  <a16:creationId xmlns:a16="http://schemas.microsoft.com/office/drawing/2014/main" id="{A85B0DE7-7CE7-473E-BF07-73F7AB696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715"/>
              <a:ext cx="56" cy="43"/>
            </a:xfrm>
            <a:custGeom>
              <a:avLst/>
              <a:gdLst>
                <a:gd name="T0" fmla="*/ 241 w 27"/>
                <a:gd name="T1" fmla="*/ 157 h 20"/>
                <a:gd name="T2" fmla="*/ 8 w 2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27" y="16"/>
                  </a:moveTo>
                  <a:cubicBezTo>
                    <a:pt x="23" y="20"/>
                    <a:pt x="0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9" name="Freeform 3401">
              <a:extLst>
                <a:ext uri="{FF2B5EF4-FFF2-40B4-BE49-F238E27FC236}">
                  <a16:creationId xmlns:a16="http://schemas.microsoft.com/office/drawing/2014/main" id="{43344EF4-28DD-4347-BEDB-8D707F203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951"/>
              <a:ext cx="22" cy="87"/>
            </a:xfrm>
            <a:custGeom>
              <a:avLst/>
              <a:gdLst>
                <a:gd name="T0" fmla="*/ 88 w 11"/>
                <a:gd name="T1" fmla="*/ 411 h 40"/>
                <a:gd name="T2" fmla="*/ 56 w 11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0">
                  <a:moveTo>
                    <a:pt x="11" y="40"/>
                  </a:moveTo>
                  <a:cubicBezTo>
                    <a:pt x="6" y="31"/>
                    <a:pt x="0" y="9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0" name="Freeform 3402">
              <a:extLst>
                <a:ext uri="{FF2B5EF4-FFF2-40B4-BE49-F238E27FC236}">
                  <a16:creationId xmlns:a16="http://schemas.microsoft.com/office/drawing/2014/main" id="{BA510FEA-628D-43F0-8900-F31C66639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911"/>
              <a:ext cx="18" cy="88"/>
            </a:xfrm>
            <a:custGeom>
              <a:avLst/>
              <a:gdLst>
                <a:gd name="T0" fmla="*/ 72 w 9"/>
                <a:gd name="T1" fmla="*/ 427 h 40"/>
                <a:gd name="T2" fmla="*/ 0 w 9"/>
                <a:gd name="T3" fmla="*/ 150 h 40"/>
                <a:gd name="T4" fmla="*/ 8 w 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0">
                  <a:moveTo>
                    <a:pt x="9" y="40"/>
                  </a:moveTo>
                  <a:cubicBezTo>
                    <a:pt x="4" y="33"/>
                    <a:pt x="1" y="23"/>
                    <a:pt x="0" y="14"/>
                  </a:cubicBezTo>
                  <a:cubicBezTo>
                    <a:pt x="0" y="10"/>
                    <a:pt x="3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1" name="Freeform 3403">
              <a:extLst>
                <a:ext uri="{FF2B5EF4-FFF2-40B4-BE49-F238E27FC236}">
                  <a16:creationId xmlns:a16="http://schemas.microsoft.com/office/drawing/2014/main" id="{A106D266-8948-4D77-9B0C-45E7BD3C2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876"/>
              <a:ext cx="26" cy="79"/>
            </a:xfrm>
            <a:custGeom>
              <a:avLst/>
              <a:gdLst>
                <a:gd name="T0" fmla="*/ 104 w 13"/>
                <a:gd name="T1" fmla="*/ 380 h 36"/>
                <a:gd name="T2" fmla="*/ 32 w 13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cubicBezTo>
                    <a:pt x="6" y="27"/>
                    <a:pt x="0" y="13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2" name="Freeform 3404">
              <a:extLst>
                <a:ext uri="{FF2B5EF4-FFF2-40B4-BE49-F238E27FC236}">
                  <a16:creationId xmlns:a16="http://schemas.microsoft.com/office/drawing/2014/main" id="{4994FA14-3E8F-4A11-B1B2-F6202D3E8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830"/>
              <a:ext cx="35" cy="90"/>
            </a:xfrm>
            <a:custGeom>
              <a:avLst/>
              <a:gdLst>
                <a:gd name="T0" fmla="*/ 148 w 17"/>
                <a:gd name="T1" fmla="*/ 435 h 41"/>
                <a:gd name="T2" fmla="*/ 43 w 17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1">
                  <a:moveTo>
                    <a:pt x="17" y="41"/>
                  </a:moveTo>
                  <a:cubicBezTo>
                    <a:pt x="10" y="30"/>
                    <a:pt x="0" y="14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3" name="Freeform 3405">
              <a:extLst>
                <a:ext uri="{FF2B5EF4-FFF2-40B4-BE49-F238E27FC236}">
                  <a16:creationId xmlns:a16="http://schemas.microsoft.com/office/drawing/2014/main" id="{3B19F097-9A52-4AC3-867E-E5C3FA942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806"/>
              <a:ext cx="45" cy="77"/>
            </a:xfrm>
            <a:custGeom>
              <a:avLst/>
              <a:gdLst>
                <a:gd name="T0" fmla="*/ 188 w 22"/>
                <a:gd name="T1" fmla="*/ 372 h 35"/>
                <a:gd name="T2" fmla="*/ 129 w 22"/>
                <a:gd name="T3" fmla="*/ 286 h 35"/>
                <a:gd name="T4" fmla="*/ 51 w 22"/>
                <a:gd name="T5" fmla="*/ 161 h 35"/>
                <a:gd name="T6" fmla="*/ 0 w 2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5">
                  <a:moveTo>
                    <a:pt x="22" y="35"/>
                  </a:moveTo>
                  <a:cubicBezTo>
                    <a:pt x="21" y="31"/>
                    <a:pt x="17" y="30"/>
                    <a:pt x="15" y="27"/>
                  </a:cubicBezTo>
                  <a:cubicBezTo>
                    <a:pt x="11" y="23"/>
                    <a:pt x="9" y="19"/>
                    <a:pt x="6" y="15"/>
                  </a:cubicBez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4" name="Freeform 3406">
              <a:extLst>
                <a:ext uri="{FF2B5EF4-FFF2-40B4-BE49-F238E27FC236}">
                  <a16:creationId xmlns:a16="http://schemas.microsoft.com/office/drawing/2014/main" id="{E6E22704-7305-49BD-A892-B37BB93AA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881"/>
              <a:ext cx="31" cy="100"/>
            </a:xfrm>
            <a:custGeom>
              <a:avLst/>
              <a:gdLst>
                <a:gd name="T0" fmla="*/ 35 w 15"/>
                <a:gd name="T1" fmla="*/ 0 h 46"/>
                <a:gd name="T2" fmla="*/ 107 w 15"/>
                <a:gd name="T3" fmla="*/ 472 h 46"/>
                <a:gd name="T4" fmla="*/ 124 w 15"/>
                <a:gd name="T5" fmla="*/ 174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6">
                  <a:moveTo>
                    <a:pt x="4" y="0"/>
                  </a:moveTo>
                  <a:cubicBezTo>
                    <a:pt x="0" y="12"/>
                    <a:pt x="9" y="26"/>
                    <a:pt x="12" y="46"/>
                  </a:cubicBezTo>
                  <a:cubicBezTo>
                    <a:pt x="12" y="37"/>
                    <a:pt x="15" y="26"/>
                    <a:pt x="14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5" name="Freeform 3407">
              <a:extLst>
                <a:ext uri="{FF2B5EF4-FFF2-40B4-BE49-F238E27FC236}">
                  <a16:creationId xmlns:a16="http://schemas.microsoft.com/office/drawing/2014/main" id="{E70FD1C8-D69C-42FB-8104-C5ACF82CB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938"/>
              <a:ext cx="22" cy="91"/>
            </a:xfrm>
            <a:custGeom>
              <a:avLst/>
              <a:gdLst>
                <a:gd name="T0" fmla="*/ 64 w 11"/>
                <a:gd name="T1" fmla="*/ 0 h 42"/>
                <a:gd name="T2" fmla="*/ 56 w 11"/>
                <a:gd name="T3" fmla="*/ 202 h 42"/>
                <a:gd name="T4" fmla="*/ 16 w 11"/>
                <a:gd name="T5" fmla="*/ 427 h 42"/>
                <a:gd name="T6" fmla="*/ 0 w 11"/>
                <a:gd name="T7" fmla="*/ 17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2">
                  <a:moveTo>
                    <a:pt x="8" y="0"/>
                  </a:moveTo>
                  <a:cubicBezTo>
                    <a:pt x="11" y="8"/>
                    <a:pt x="9" y="13"/>
                    <a:pt x="7" y="20"/>
                  </a:cubicBezTo>
                  <a:cubicBezTo>
                    <a:pt x="5" y="27"/>
                    <a:pt x="5" y="35"/>
                    <a:pt x="2" y="42"/>
                  </a:cubicBezTo>
                  <a:cubicBezTo>
                    <a:pt x="1" y="34"/>
                    <a:pt x="0" y="25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6" name="Freeform 3408">
              <a:extLst>
                <a:ext uri="{FF2B5EF4-FFF2-40B4-BE49-F238E27FC236}">
                  <a16:creationId xmlns:a16="http://schemas.microsoft.com/office/drawing/2014/main" id="{8FB5D33E-3CF6-4DA6-92CE-6CB056928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973"/>
              <a:ext cx="43" cy="52"/>
            </a:xfrm>
            <a:custGeom>
              <a:avLst/>
              <a:gdLst>
                <a:gd name="T0" fmla="*/ 8 w 21"/>
                <a:gd name="T1" fmla="*/ 0 h 24"/>
                <a:gd name="T2" fmla="*/ 180 w 21"/>
                <a:gd name="T3" fmla="*/ 24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4">
                  <a:moveTo>
                    <a:pt x="1" y="0"/>
                  </a:moveTo>
                  <a:cubicBezTo>
                    <a:pt x="0" y="10"/>
                    <a:pt x="12" y="20"/>
                    <a:pt x="21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7" name="Freeform 3409">
              <a:extLst>
                <a:ext uri="{FF2B5EF4-FFF2-40B4-BE49-F238E27FC236}">
                  <a16:creationId xmlns:a16="http://schemas.microsoft.com/office/drawing/2014/main" id="{C213A13F-3CD1-4F10-BFB1-518D916AA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001"/>
              <a:ext cx="27" cy="61"/>
            </a:xfrm>
            <a:custGeom>
              <a:avLst/>
              <a:gdLst>
                <a:gd name="T0" fmla="*/ 100 w 13"/>
                <a:gd name="T1" fmla="*/ 0 h 28"/>
                <a:gd name="T2" fmla="*/ 100 w 13"/>
                <a:gd name="T3" fmla="*/ 157 h 28"/>
                <a:gd name="T4" fmla="*/ 25 w 13"/>
                <a:gd name="T5" fmla="*/ 290 h 28"/>
                <a:gd name="T6" fmla="*/ 0 w 13"/>
                <a:gd name="T7" fmla="*/ 14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11" y="0"/>
                  </a:moveTo>
                  <a:cubicBezTo>
                    <a:pt x="13" y="5"/>
                    <a:pt x="13" y="10"/>
                    <a:pt x="11" y="15"/>
                  </a:cubicBezTo>
                  <a:cubicBezTo>
                    <a:pt x="10" y="18"/>
                    <a:pt x="6" y="28"/>
                    <a:pt x="3" y="28"/>
                  </a:cubicBezTo>
                  <a:cubicBezTo>
                    <a:pt x="2" y="23"/>
                    <a:pt x="2" y="1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8" name="Freeform 3410">
              <a:extLst>
                <a:ext uri="{FF2B5EF4-FFF2-40B4-BE49-F238E27FC236}">
                  <a16:creationId xmlns:a16="http://schemas.microsoft.com/office/drawing/2014/main" id="{59FF33F2-0E3B-42C9-B498-40C4A05F7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018"/>
              <a:ext cx="1" cy="4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22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7"/>
                    <a:pt x="0" y="15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9" name="Freeform 3411">
              <a:extLst>
                <a:ext uri="{FF2B5EF4-FFF2-40B4-BE49-F238E27FC236}">
                  <a16:creationId xmlns:a16="http://schemas.microsoft.com/office/drawing/2014/main" id="{BB1E5A07-CDF7-47B3-9579-B9BEADFED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656"/>
              <a:ext cx="55" cy="19"/>
            </a:xfrm>
            <a:custGeom>
              <a:avLst/>
              <a:gdLst>
                <a:gd name="T0" fmla="*/ 0 w 27"/>
                <a:gd name="T1" fmla="*/ 57 h 9"/>
                <a:gd name="T2" fmla="*/ 228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6"/>
                  </a:moveTo>
                  <a:cubicBezTo>
                    <a:pt x="7" y="9"/>
                    <a:pt x="21" y="5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0" name="Freeform 3412">
              <a:extLst>
                <a:ext uri="{FF2B5EF4-FFF2-40B4-BE49-F238E27FC236}">
                  <a16:creationId xmlns:a16="http://schemas.microsoft.com/office/drawing/2014/main" id="{17A5F8FD-7FB8-4689-A337-5E9A661E5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638"/>
              <a:ext cx="76" cy="20"/>
            </a:xfrm>
            <a:custGeom>
              <a:avLst/>
              <a:gdLst>
                <a:gd name="T0" fmla="*/ 0 w 37"/>
                <a:gd name="T1" fmla="*/ 0 h 9"/>
                <a:gd name="T2" fmla="*/ 156 w 37"/>
                <a:gd name="T3" fmla="*/ 64 h 9"/>
                <a:gd name="T4" fmla="*/ 320 w 37"/>
                <a:gd name="T5" fmla="*/ 8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">
                  <a:moveTo>
                    <a:pt x="0" y="0"/>
                  </a:moveTo>
                  <a:cubicBezTo>
                    <a:pt x="6" y="3"/>
                    <a:pt x="11" y="5"/>
                    <a:pt x="18" y="6"/>
                  </a:cubicBezTo>
                  <a:cubicBezTo>
                    <a:pt x="23" y="7"/>
                    <a:pt x="32" y="9"/>
                    <a:pt x="37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1" name="Freeform 3413">
              <a:extLst>
                <a:ext uri="{FF2B5EF4-FFF2-40B4-BE49-F238E27FC236}">
                  <a16:creationId xmlns:a16="http://schemas.microsoft.com/office/drawing/2014/main" id="{D9E2B286-9CE8-4B3B-890B-CE7AEFBA9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642"/>
              <a:ext cx="75" cy="53"/>
            </a:xfrm>
            <a:custGeom>
              <a:avLst/>
              <a:gdLst>
                <a:gd name="T0" fmla="*/ 0 w 37"/>
                <a:gd name="T1" fmla="*/ 0 h 24"/>
                <a:gd name="T2" fmla="*/ 308 w 37"/>
                <a:gd name="T3" fmla="*/ 20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4">
                  <a:moveTo>
                    <a:pt x="0" y="0"/>
                  </a:moveTo>
                  <a:cubicBezTo>
                    <a:pt x="3" y="13"/>
                    <a:pt x="25" y="24"/>
                    <a:pt x="37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2" name="Freeform 3414">
              <a:extLst>
                <a:ext uri="{FF2B5EF4-FFF2-40B4-BE49-F238E27FC236}">
                  <a16:creationId xmlns:a16="http://schemas.microsoft.com/office/drawing/2014/main" id="{710006CD-2B3C-4EEB-9734-4FF0EA8A4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625"/>
              <a:ext cx="141" cy="39"/>
            </a:xfrm>
            <a:custGeom>
              <a:avLst/>
              <a:gdLst>
                <a:gd name="T0" fmla="*/ 0 w 69"/>
                <a:gd name="T1" fmla="*/ 61 h 18"/>
                <a:gd name="T2" fmla="*/ 229 w 69"/>
                <a:gd name="T3" fmla="*/ 43 h 18"/>
                <a:gd name="T4" fmla="*/ 288 w 69"/>
                <a:gd name="T5" fmla="*/ 93 h 18"/>
                <a:gd name="T6" fmla="*/ 589 w 69"/>
                <a:gd name="T7" fmla="*/ 18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8">
                  <a:moveTo>
                    <a:pt x="0" y="6"/>
                  </a:moveTo>
                  <a:cubicBezTo>
                    <a:pt x="8" y="3"/>
                    <a:pt x="19" y="0"/>
                    <a:pt x="27" y="4"/>
                  </a:cubicBezTo>
                  <a:cubicBezTo>
                    <a:pt x="29" y="5"/>
                    <a:pt x="32" y="7"/>
                    <a:pt x="34" y="9"/>
                  </a:cubicBezTo>
                  <a:cubicBezTo>
                    <a:pt x="39" y="4"/>
                    <a:pt x="66" y="10"/>
                    <a:pt x="69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3" name="Freeform 3415">
              <a:extLst>
                <a:ext uri="{FF2B5EF4-FFF2-40B4-BE49-F238E27FC236}">
                  <a16:creationId xmlns:a16="http://schemas.microsoft.com/office/drawing/2014/main" id="{7DC72679-F667-4BF6-ADF8-CAACE6FD6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649"/>
              <a:ext cx="33" cy="26"/>
            </a:xfrm>
            <a:custGeom>
              <a:avLst/>
              <a:gdLst>
                <a:gd name="T0" fmla="*/ 8 w 16"/>
                <a:gd name="T1" fmla="*/ 80 h 12"/>
                <a:gd name="T2" fmla="*/ 0 w 16"/>
                <a:gd name="T3" fmla="*/ 0 h 12"/>
                <a:gd name="T4" fmla="*/ 140 w 16"/>
                <a:gd name="T5" fmla="*/ 1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" y="8"/>
                  </a:moveTo>
                  <a:cubicBezTo>
                    <a:pt x="0" y="6"/>
                    <a:pt x="0" y="3"/>
                    <a:pt x="0" y="0"/>
                  </a:cubicBezTo>
                  <a:cubicBezTo>
                    <a:pt x="6" y="1"/>
                    <a:pt x="13" y="8"/>
                    <a:pt x="16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4" name="Freeform 3416">
              <a:extLst>
                <a:ext uri="{FF2B5EF4-FFF2-40B4-BE49-F238E27FC236}">
                  <a16:creationId xmlns:a16="http://schemas.microsoft.com/office/drawing/2014/main" id="{BB2CF945-9230-40C2-AF3C-675276193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581"/>
              <a:ext cx="69" cy="51"/>
            </a:xfrm>
            <a:custGeom>
              <a:avLst/>
              <a:gdLst>
                <a:gd name="T0" fmla="*/ 0 w 34"/>
                <a:gd name="T1" fmla="*/ 173 h 23"/>
                <a:gd name="T2" fmla="*/ 284 w 3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0" y="16"/>
                  </a:moveTo>
                  <a:cubicBezTo>
                    <a:pt x="12" y="23"/>
                    <a:pt x="28" y="8"/>
                    <a:pt x="3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5" name="Freeform 3417">
              <a:extLst>
                <a:ext uri="{FF2B5EF4-FFF2-40B4-BE49-F238E27FC236}">
                  <a16:creationId xmlns:a16="http://schemas.microsoft.com/office/drawing/2014/main" id="{F143E611-609F-450C-BBBB-3622A328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566"/>
              <a:ext cx="86" cy="39"/>
            </a:xfrm>
            <a:custGeom>
              <a:avLst/>
              <a:gdLst>
                <a:gd name="T0" fmla="*/ 8 w 42"/>
                <a:gd name="T1" fmla="*/ 52 h 18"/>
                <a:gd name="T2" fmla="*/ 360 w 42"/>
                <a:gd name="T3" fmla="*/ 132 h 18"/>
                <a:gd name="T4" fmla="*/ 0 w 42"/>
                <a:gd name="T5" fmla="*/ 6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1" y="5"/>
                  </a:moveTo>
                  <a:cubicBezTo>
                    <a:pt x="12" y="0"/>
                    <a:pt x="33" y="5"/>
                    <a:pt x="42" y="13"/>
                  </a:cubicBezTo>
                  <a:cubicBezTo>
                    <a:pt x="31" y="17"/>
                    <a:pt x="3" y="18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6" name="Freeform 3418">
              <a:extLst>
                <a:ext uri="{FF2B5EF4-FFF2-40B4-BE49-F238E27FC236}">
                  <a16:creationId xmlns:a16="http://schemas.microsoft.com/office/drawing/2014/main" id="{3FAF4E78-2215-4C91-A025-46F6F4CF5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601"/>
              <a:ext cx="70" cy="39"/>
            </a:xfrm>
            <a:custGeom>
              <a:avLst/>
              <a:gdLst>
                <a:gd name="T0" fmla="*/ 0 w 34"/>
                <a:gd name="T1" fmla="*/ 0 h 18"/>
                <a:gd name="T2" fmla="*/ 165 w 34"/>
                <a:gd name="T3" fmla="*/ 156 h 18"/>
                <a:gd name="T4" fmla="*/ 296 w 34"/>
                <a:gd name="T5" fmla="*/ 17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8">
                  <a:moveTo>
                    <a:pt x="0" y="0"/>
                  </a:moveTo>
                  <a:cubicBezTo>
                    <a:pt x="6" y="6"/>
                    <a:pt x="11" y="12"/>
                    <a:pt x="19" y="15"/>
                  </a:cubicBezTo>
                  <a:cubicBezTo>
                    <a:pt x="24" y="18"/>
                    <a:pt x="30" y="16"/>
                    <a:pt x="34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7" name="Freeform 3419">
              <a:extLst>
                <a:ext uri="{FF2B5EF4-FFF2-40B4-BE49-F238E27FC236}">
                  <a16:creationId xmlns:a16="http://schemas.microsoft.com/office/drawing/2014/main" id="{3817649B-9430-4BAD-AEDB-382103E2C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605"/>
              <a:ext cx="78" cy="7"/>
            </a:xfrm>
            <a:custGeom>
              <a:avLst/>
              <a:gdLst>
                <a:gd name="T0" fmla="*/ 0 w 38"/>
                <a:gd name="T1" fmla="*/ 12 h 3"/>
                <a:gd name="T2" fmla="*/ 96 w 38"/>
                <a:gd name="T3" fmla="*/ 0 h 3"/>
                <a:gd name="T4" fmla="*/ 224 w 38"/>
                <a:gd name="T5" fmla="*/ 37 h 3"/>
                <a:gd name="T6" fmla="*/ 328 w 3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">
                  <a:moveTo>
                    <a:pt x="0" y="1"/>
                  </a:moveTo>
                  <a:cubicBezTo>
                    <a:pt x="3" y="2"/>
                    <a:pt x="7" y="0"/>
                    <a:pt x="11" y="0"/>
                  </a:cubicBezTo>
                  <a:cubicBezTo>
                    <a:pt x="16" y="1"/>
                    <a:pt x="21" y="3"/>
                    <a:pt x="26" y="3"/>
                  </a:cubicBezTo>
                  <a:cubicBezTo>
                    <a:pt x="30" y="3"/>
                    <a:pt x="34" y="2"/>
                    <a:pt x="3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8" name="Freeform 3420">
              <a:extLst>
                <a:ext uri="{FF2B5EF4-FFF2-40B4-BE49-F238E27FC236}">
                  <a16:creationId xmlns:a16="http://schemas.microsoft.com/office/drawing/2014/main" id="{A4A07A73-6C4C-42ED-BAB6-F5C60CCBE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612"/>
              <a:ext cx="78" cy="35"/>
            </a:xfrm>
            <a:custGeom>
              <a:avLst/>
              <a:gdLst>
                <a:gd name="T0" fmla="*/ 0 w 38"/>
                <a:gd name="T1" fmla="*/ 0 h 16"/>
                <a:gd name="T2" fmla="*/ 216 w 38"/>
                <a:gd name="T3" fmla="*/ 158 h 16"/>
                <a:gd name="T4" fmla="*/ 328 w 38"/>
                <a:gd name="T5" fmla="*/ 14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1" y="9"/>
                    <a:pt x="16" y="15"/>
                    <a:pt x="25" y="15"/>
                  </a:cubicBezTo>
                  <a:cubicBezTo>
                    <a:pt x="29" y="16"/>
                    <a:pt x="34" y="16"/>
                    <a:pt x="38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9" name="Freeform 3421">
              <a:extLst>
                <a:ext uri="{FF2B5EF4-FFF2-40B4-BE49-F238E27FC236}">
                  <a16:creationId xmlns:a16="http://schemas.microsoft.com/office/drawing/2014/main" id="{6AA8F188-D654-4F1B-A355-C56D2E292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612"/>
              <a:ext cx="12" cy="17"/>
            </a:xfrm>
            <a:custGeom>
              <a:avLst/>
              <a:gdLst>
                <a:gd name="T0" fmla="*/ 0 w 6"/>
                <a:gd name="T1" fmla="*/ 0 h 8"/>
                <a:gd name="T2" fmla="*/ 48 w 6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3"/>
                    <a:pt x="2" y="7"/>
                    <a:pt x="6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0" name="Freeform 3422">
              <a:extLst>
                <a:ext uri="{FF2B5EF4-FFF2-40B4-BE49-F238E27FC236}">
                  <a16:creationId xmlns:a16="http://schemas.microsoft.com/office/drawing/2014/main" id="{318BAFEE-109F-4E10-836A-7C9DCA9B6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67"/>
              <a:ext cx="51" cy="8"/>
            </a:xfrm>
            <a:custGeom>
              <a:avLst/>
              <a:gdLst>
                <a:gd name="T0" fmla="*/ 0 w 25"/>
                <a:gd name="T1" fmla="*/ 0 h 4"/>
                <a:gd name="T2" fmla="*/ 212 w 25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0"/>
                  </a:moveTo>
                  <a:cubicBezTo>
                    <a:pt x="8" y="4"/>
                    <a:pt x="16" y="3"/>
                    <a:pt x="25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1" name="Freeform 3423">
              <a:extLst>
                <a:ext uri="{FF2B5EF4-FFF2-40B4-BE49-F238E27FC236}">
                  <a16:creationId xmlns:a16="http://schemas.microsoft.com/office/drawing/2014/main" id="{BF0C3A7B-93F4-4FFD-9AC4-787A173E6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3568"/>
              <a:ext cx="60" cy="103"/>
            </a:xfrm>
            <a:custGeom>
              <a:avLst/>
              <a:gdLst>
                <a:gd name="T0" fmla="*/ 257 w 29"/>
                <a:gd name="T1" fmla="*/ 0 h 47"/>
                <a:gd name="T2" fmla="*/ 72 w 29"/>
                <a:gd name="T3" fmla="*/ 49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7">
                  <a:moveTo>
                    <a:pt x="29" y="0"/>
                  </a:moveTo>
                  <a:cubicBezTo>
                    <a:pt x="10" y="19"/>
                    <a:pt x="0" y="23"/>
                    <a:pt x="8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2" name="Freeform 3424">
              <a:extLst>
                <a:ext uri="{FF2B5EF4-FFF2-40B4-BE49-F238E27FC236}">
                  <a16:creationId xmlns:a16="http://schemas.microsoft.com/office/drawing/2014/main" id="{C0244518-CFA2-4F13-84EA-4286D4605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642"/>
              <a:ext cx="58" cy="110"/>
            </a:xfrm>
            <a:custGeom>
              <a:avLst/>
              <a:gdLst>
                <a:gd name="T0" fmla="*/ 249 w 28"/>
                <a:gd name="T1" fmla="*/ 0 h 50"/>
                <a:gd name="T2" fmla="*/ 64 w 28"/>
                <a:gd name="T3" fmla="*/ 266 h 50"/>
                <a:gd name="T4" fmla="*/ 0 w 28"/>
                <a:gd name="T5" fmla="*/ 53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0">
                  <a:moveTo>
                    <a:pt x="28" y="0"/>
                  </a:moveTo>
                  <a:cubicBezTo>
                    <a:pt x="20" y="7"/>
                    <a:pt x="12" y="17"/>
                    <a:pt x="7" y="25"/>
                  </a:cubicBezTo>
                  <a:cubicBezTo>
                    <a:pt x="3" y="34"/>
                    <a:pt x="4" y="43"/>
                    <a:pt x="0" y="5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3" name="Freeform 3425">
              <a:extLst>
                <a:ext uri="{FF2B5EF4-FFF2-40B4-BE49-F238E27FC236}">
                  <a16:creationId xmlns:a16="http://schemas.microsoft.com/office/drawing/2014/main" id="{A2DF43D4-5D8B-488C-8DBB-A0A545A81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3719"/>
              <a:ext cx="96" cy="92"/>
            </a:xfrm>
            <a:custGeom>
              <a:avLst/>
              <a:gdLst>
                <a:gd name="T0" fmla="*/ 400 w 47"/>
                <a:gd name="T1" fmla="*/ 0 h 42"/>
                <a:gd name="T2" fmla="*/ 0 w 47"/>
                <a:gd name="T3" fmla="*/ 442 h 42"/>
                <a:gd name="T4" fmla="*/ 384 w 47"/>
                <a:gd name="T5" fmla="*/ 158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2">
                  <a:moveTo>
                    <a:pt x="47" y="0"/>
                  </a:moveTo>
                  <a:cubicBezTo>
                    <a:pt x="29" y="11"/>
                    <a:pt x="12" y="26"/>
                    <a:pt x="0" y="42"/>
                  </a:cubicBezTo>
                  <a:cubicBezTo>
                    <a:pt x="18" y="36"/>
                    <a:pt x="32" y="26"/>
                    <a:pt x="45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4" name="Freeform 3426">
              <a:extLst>
                <a:ext uri="{FF2B5EF4-FFF2-40B4-BE49-F238E27FC236}">
                  <a16:creationId xmlns:a16="http://schemas.microsoft.com/office/drawing/2014/main" id="{6B688D67-FEBF-4F33-AA82-7249A08E2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568"/>
              <a:ext cx="70" cy="96"/>
            </a:xfrm>
            <a:custGeom>
              <a:avLst/>
              <a:gdLst>
                <a:gd name="T0" fmla="*/ 296 w 34"/>
                <a:gd name="T1" fmla="*/ 0 h 44"/>
                <a:gd name="T2" fmla="*/ 25 w 34"/>
                <a:gd name="T3" fmla="*/ 45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4">
                  <a:moveTo>
                    <a:pt x="34" y="0"/>
                  </a:moveTo>
                  <a:cubicBezTo>
                    <a:pt x="16" y="6"/>
                    <a:pt x="0" y="29"/>
                    <a:pt x="3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5" name="Freeform 3427">
              <a:extLst>
                <a:ext uri="{FF2B5EF4-FFF2-40B4-BE49-F238E27FC236}">
                  <a16:creationId xmlns:a16="http://schemas.microsoft.com/office/drawing/2014/main" id="{F8D9BD89-7741-48F0-8EBD-8BDE54655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629"/>
              <a:ext cx="63" cy="107"/>
            </a:xfrm>
            <a:custGeom>
              <a:avLst/>
              <a:gdLst>
                <a:gd name="T0" fmla="*/ 260 w 31"/>
                <a:gd name="T1" fmla="*/ 0 h 49"/>
                <a:gd name="T2" fmla="*/ 49 w 31"/>
                <a:gd name="T3" fmla="*/ 323 h 49"/>
                <a:gd name="T4" fmla="*/ 0 w 31"/>
                <a:gd name="T5" fmla="*/ 5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9">
                  <a:moveTo>
                    <a:pt x="31" y="0"/>
                  </a:moveTo>
                  <a:cubicBezTo>
                    <a:pt x="20" y="9"/>
                    <a:pt x="11" y="19"/>
                    <a:pt x="6" y="31"/>
                  </a:cubicBezTo>
                  <a:cubicBezTo>
                    <a:pt x="4" y="37"/>
                    <a:pt x="2" y="43"/>
                    <a:pt x="0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6" name="Freeform 3428">
              <a:extLst>
                <a:ext uri="{FF2B5EF4-FFF2-40B4-BE49-F238E27FC236}">
                  <a16:creationId xmlns:a16="http://schemas.microsoft.com/office/drawing/2014/main" id="{80769B09-F308-436F-8876-8FDDCB2C8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798"/>
              <a:ext cx="138" cy="69"/>
            </a:xfrm>
            <a:custGeom>
              <a:avLst/>
              <a:gdLst>
                <a:gd name="T0" fmla="*/ 585 w 67"/>
                <a:gd name="T1" fmla="*/ 0 h 32"/>
                <a:gd name="T2" fmla="*/ 0 w 67"/>
                <a:gd name="T3" fmla="*/ 321 h 32"/>
                <a:gd name="T4" fmla="*/ 245 w 67"/>
                <a:gd name="T5" fmla="*/ 162 h 32"/>
                <a:gd name="T6" fmla="*/ 437 w 67"/>
                <a:gd name="T7" fmla="*/ 6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32">
                  <a:moveTo>
                    <a:pt x="67" y="0"/>
                  </a:moveTo>
                  <a:cubicBezTo>
                    <a:pt x="49" y="18"/>
                    <a:pt x="28" y="26"/>
                    <a:pt x="0" y="32"/>
                  </a:cubicBezTo>
                  <a:cubicBezTo>
                    <a:pt x="9" y="26"/>
                    <a:pt x="19" y="21"/>
                    <a:pt x="28" y="16"/>
                  </a:cubicBezTo>
                  <a:cubicBezTo>
                    <a:pt x="35" y="12"/>
                    <a:pt x="43" y="8"/>
                    <a:pt x="5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7" name="Freeform 3429">
              <a:extLst>
                <a:ext uri="{FF2B5EF4-FFF2-40B4-BE49-F238E27FC236}">
                  <a16:creationId xmlns:a16="http://schemas.microsoft.com/office/drawing/2014/main" id="{78B4862E-C47F-4B6E-AEF6-11DAC6C6E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3765"/>
              <a:ext cx="103" cy="76"/>
            </a:xfrm>
            <a:custGeom>
              <a:avLst/>
              <a:gdLst>
                <a:gd name="T0" fmla="*/ 437 w 50"/>
                <a:gd name="T1" fmla="*/ 0 h 35"/>
                <a:gd name="T2" fmla="*/ 0 w 50"/>
                <a:gd name="T3" fmla="*/ 3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5">
                  <a:moveTo>
                    <a:pt x="50" y="0"/>
                  </a:moveTo>
                  <a:cubicBezTo>
                    <a:pt x="27" y="7"/>
                    <a:pt x="14" y="22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8" name="Freeform 3430">
              <a:extLst>
                <a:ext uri="{FF2B5EF4-FFF2-40B4-BE49-F238E27FC236}">
                  <a16:creationId xmlns:a16="http://schemas.microsoft.com/office/drawing/2014/main" id="{D7B408E1-61A2-4028-951E-EE73BDBC2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673"/>
              <a:ext cx="82" cy="103"/>
            </a:xfrm>
            <a:custGeom>
              <a:avLst/>
              <a:gdLst>
                <a:gd name="T0" fmla="*/ 344 w 40"/>
                <a:gd name="T1" fmla="*/ 0 h 47"/>
                <a:gd name="T2" fmla="*/ 113 w 40"/>
                <a:gd name="T3" fmla="*/ 241 h 47"/>
                <a:gd name="T4" fmla="*/ 0 w 40"/>
                <a:gd name="T5" fmla="*/ 49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7">
                  <a:moveTo>
                    <a:pt x="40" y="0"/>
                  </a:moveTo>
                  <a:cubicBezTo>
                    <a:pt x="32" y="8"/>
                    <a:pt x="21" y="15"/>
                    <a:pt x="13" y="23"/>
                  </a:cubicBezTo>
                  <a:cubicBezTo>
                    <a:pt x="7" y="29"/>
                    <a:pt x="4" y="42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9" name="Freeform 3431">
              <a:extLst>
                <a:ext uri="{FF2B5EF4-FFF2-40B4-BE49-F238E27FC236}">
                  <a16:creationId xmlns:a16="http://schemas.microsoft.com/office/drawing/2014/main" id="{061E136F-DFC0-4042-B999-1959E6C69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865"/>
              <a:ext cx="147" cy="35"/>
            </a:xfrm>
            <a:custGeom>
              <a:avLst/>
              <a:gdLst>
                <a:gd name="T0" fmla="*/ 613 w 72"/>
                <a:gd name="T1" fmla="*/ 0 h 16"/>
                <a:gd name="T2" fmla="*/ 341 w 72"/>
                <a:gd name="T3" fmla="*/ 133 h 16"/>
                <a:gd name="T4" fmla="*/ 0 w 72"/>
                <a:gd name="T5" fmla="*/ 116 h 16"/>
                <a:gd name="T6" fmla="*/ 316 w 72"/>
                <a:gd name="T7" fmla="*/ 20 h 16"/>
                <a:gd name="T8" fmla="*/ 596 w 72"/>
                <a:gd name="T9" fmla="*/ 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6">
                  <a:moveTo>
                    <a:pt x="72" y="0"/>
                  </a:moveTo>
                  <a:cubicBezTo>
                    <a:pt x="65" y="8"/>
                    <a:pt x="51" y="11"/>
                    <a:pt x="40" y="13"/>
                  </a:cubicBezTo>
                  <a:cubicBezTo>
                    <a:pt x="25" y="16"/>
                    <a:pt x="14" y="13"/>
                    <a:pt x="0" y="11"/>
                  </a:cubicBezTo>
                  <a:cubicBezTo>
                    <a:pt x="11" y="14"/>
                    <a:pt x="25" y="5"/>
                    <a:pt x="37" y="2"/>
                  </a:cubicBezTo>
                  <a:cubicBezTo>
                    <a:pt x="47" y="0"/>
                    <a:pt x="60" y="3"/>
                    <a:pt x="7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0" name="Freeform 3432">
              <a:extLst>
                <a:ext uri="{FF2B5EF4-FFF2-40B4-BE49-F238E27FC236}">
                  <a16:creationId xmlns:a16="http://schemas.microsoft.com/office/drawing/2014/main" id="{B8E1BA46-BA10-4936-9A10-E5A7ACBCF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3887"/>
              <a:ext cx="138" cy="18"/>
            </a:xfrm>
            <a:custGeom>
              <a:avLst/>
              <a:gdLst>
                <a:gd name="T0" fmla="*/ 544 w 67"/>
                <a:gd name="T1" fmla="*/ 25 h 8"/>
                <a:gd name="T2" fmla="*/ 0 w 67"/>
                <a:gd name="T3" fmla="*/ 25 h 8"/>
                <a:gd name="T4" fmla="*/ 332 w 67"/>
                <a:gd name="T5" fmla="*/ 92 h 8"/>
                <a:gd name="T6" fmla="*/ 585 w 67"/>
                <a:gd name="T7" fmla="*/ 4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">
                  <a:moveTo>
                    <a:pt x="62" y="2"/>
                  </a:moveTo>
                  <a:cubicBezTo>
                    <a:pt x="42" y="0"/>
                    <a:pt x="21" y="1"/>
                    <a:pt x="0" y="2"/>
                  </a:cubicBezTo>
                  <a:cubicBezTo>
                    <a:pt x="9" y="8"/>
                    <a:pt x="27" y="7"/>
                    <a:pt x="38" y="8"/>
                  </a:cubicBezTo>
                  <a:cubicBezTo>
                    <a:pt x="48" y="8"/>
                    <a:pt x="58" y="5"/>
                    <a:pt x="67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1" name="Freeform 3433">
              <a:extLst>
                <a:ext uri="{FF2B5EF4-FFF2-40B4-BE49-F238E27FC236}">
                  <a16:creationId xmlns:a16="http://schemas.microsoft.com/office/drawing/2014/main" id="{900863D7-256A-4F61-B737-D1DFDE3F0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852"/>
              <a:ext cx="115" cy="35"/>
            </a:xfrm>
            <a:custGeom>
              <a:avLst/>
              <a:gdLst>
                <a:gd name="T0" fmla="*/ 485 w 56"/>
                <a:gd name="T1" fmla="*/ 72 h 16"/>
                <a:gd name="T2" fmla="*/ 0 w 56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6">
                  <a:moveTo>
                    <a:pt x="56" y="7"/>
                  </a:moveTo>
                  <a:cubicBezTo>
                    <a:pt x="43" y="0"/>
                    <a:pt x="10" y="8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2" name="Freeform 3434">
              <a:extLst>
                <a:ext uri="{FF2B5EF4-FFF2-40B4-BE49-F238E27FC236}">
                  <a16:creationId xmlns:a16="http://schemas.microsoft.com/office/drawing/2014/main" id="{BE77708C-E83A-4819-8354-8A21286E7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3800"/>
              <a:ext cx="102" cy="67"/>
            </a:xfrm>
            <a:custGeom>
              <a:avLst/>
              <a:gdLst>
                <a:gd name="T0" fmla="*/ 424 w 50"/>
                <a:gd name="T1" fmla="*/ 9 h 31"/>
                <a:gd name="T2" fmla="*/ 100 w 50"/>
                <a:gd name="T3" fmla="*/ 182 h 31"/>
                <a:gd name="T4" fmla="*/ 0 w 50"/>
                <a:gd name="T5" fmla="*/ 31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1">
                  <a:moveTo>
                    <a:pt x="50" y="1"/>
                  </a:moveTo>
                  <a:cubicBezTo>
                    <a:pt x="39" y="0"/>
                    <a:pt x="20" y="12"/>
                    <a:pt x="12" y="18"/>
                  </a:cubicBezTo>
                  <a:cubicBezTo>
                    <a:pt x="8" y="22"/>
                    <a:pt x="4" y="27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3" name="Freeform 3435">
              <a:extLst>
                <a:ext uri="{FF2B5EF4-FFF2-40B4-BE49-F238E27FC236}">
                  <a16:creationId xmlns:a16="http://schemas.microsoft.com/office/drawing/2014/main" id="{7ECA055D-0A39-41AD-9754-CCB14F844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811"/>
              <a:ext cx="117" cy="50"/>
            </a:xfrm>
            <a:custGeom>
              <a:avLst/>
              <a:gdLst>
                <a:gd name="T0" fmla="*/ 493 w 57"/>
                <a:gd name="T1" fmla="*/ 9 h 23"/>
                <a:gd name="T2" fmla="*/ 156 w 57"/>
                <a:gd name="T3" fmla="*/ 174 h 23"/>
                <a:gd name="T4" fmla="*/ 0 w 57"/>
                <a:gd name="T5" fmla="*/ 23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">
                  <a:moveTo>
                    <a:pt x="57" y="1"/>
                  </a:moveTo>
                  <a:cubicBezTo>
                    <a:pt x="41" y="0"/>
                    <a:pt x="30" y="11"/>
                    <a:pt x="18" y="17"/>
                  </a:cubicBezTo>
                  <a:cubicBezTo>
                    <a:pt x="12" y="20"/>
                    <a:pt x="5" y="20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4" name="Freeform 3436">
              <a:extLst>
                <a:ext uri="{FF2B5EF4-FFF2-40B4-BE49-F238E27FC236}">
                  <a16:creationId xmlns:a16="http://schemas.microsoft.com/office/drawing/2014/main" id="{88578294-D8C5-42F9-B62D-2BA5993FA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736"/>
              <a:ext cx="71" cy="72"/>
            </a:xfrm>
            <a:custGeom>
              <a:avLst/>
              <a:gdLst>
                <a:gd name="T0" fmla="*/ 292 w 35"/>
                <a:gd name="T1" fmla="*/ 0 h 33"/>
                <a:gd name="T2" fmla="*/ 0 w 35"/>
                <a:gd name="T3" fmla="*/ 34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3">
                  <a:moveTo>
                    <a:pt x="35" y="0"/>
                  </a:moveTo>
                  <a:cubicBezTo>
                    <a:pt x="15" y="6"/>
                    <a:pt x="10" y="20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" name="Freeform 3437">
              <a:extLst>
                <a:ext uri="{FF2B5EF4-FFF2-40B4-BE49-F238E27FC236}">
                  <a16:creationId xmlns:a16="http://schemas.microsoft.com/office/drawing/2014/main" id="{427C5E88-5930-4838-ADBF-1645A4ECE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363"/>
              <a:ext cx="21" cy="50"/>
            </a:xfrm>
            <a:custGeom>
              <a:avLst/>
              <a:gdLst>
                <a:gd name="T0" fmla="*/ 76 w 10"/>
                <a:gd name="T1" fmla="*/ 237 h 23"/>
                <a:gd name="T2" fmla="*/ 0 w 1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8" y="23"/>
                  </a:moveTo>
                  <a:cubicBezTo>
                    <a:pt x="10" y="16"/>
                    <a:pt x="3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6" name="Freeform 3438">
              <a:extLst>
                <a:ext uri="{FF2B5EF4-FFF2-40B4-BE49-F238E27FC236}">
                  <a16:creationId xmlns:a16="http://schemas.microsoft.com/office/drawing/2014/main" id="{F573BA6A-8F46-4B14-ABF6-39ED143A6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3363"/>
              <a:ext cx="16" cy="94"/>
            </a:xfrm>
            <a:custGeom>
              <a:avLst/>
              <a:gdLst>
                <a:gd name="T0" fmla="*/ 64 w 8"/>
                <a:gd name="T1" fmla="*/ 0 h 43"/>
                <a:gd name="T2" fmla="*/ 64 w 8"/>
                <a:gd name="T3" fmla="*/ 44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3">
                  <a:moveTo>
                    <a:pt x="8" y="0"/>
                  </a:moveTo>
                  <a:cubicBezTo>
                    <a:pt x="0" y="14"/>
                    <a:pt x="3" y="29"/>
                    <a:pt x="8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7" name="Freeform 3439">
              <a:extLst>
                <a:ext uri="{FF2B5EF4-FFF2-40B4-BE49-F238E27FC236}">
                  <a16:creationId xmlns:a16="http://schemas.microsoft.com/office/drawing/2014/main" id="{6131CE4C-A548-4319-8E36-00CE40AA5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450"/>
              <a:ext cx="41" cy="85"/>
            </a:xfrm>
            <a:custGeom>
              <a:avLst/>
              <a:gdLst>
                <a:gd name="T0" fmla="*/ 172 w 20"/>
                <a:gd name="T1" fmla="*/ 0 h 39"/>
                <a:gd name="T2" fmla="*/ 68 w 20"/>
                <a:gd name="T3" fmla="*/ 40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9">
                  <a:moveTo>
                    <a:pt x="20" y="0"/>
                  </a:moveTo>
                  <a:cubicBezTo>
                    <a:pt x="14" y="12"/>
                    <a:pt x="0" y="27"/>
                    <a:pt x="8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8" name="Freeform 3440">
              <a:extLst>
                <a:ext uri="{FF2B5EF4-FFF2-40B4-BE49-F238E27FC236}">
                  <a16:creationId xmlns:a16="http://schemas.microsoft.com/office/drawing/2014/main" id="{1E9CDAAC-E147-4CA2-8D84-A0DDCD225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3500"/>
              <a:ext cx="29" cy="86"/>
            </a:xfrm>
            <a:custGeom>
              <a:avLst/>
              <a:gdLst>
                <a:gd name="T0" fmla="*/ 124 w 14"/>
                <a:gd name="T1" fmla="*/ 0 h 39"/>
                <a:gd name="T2" fmla="*/ 0 w 14"/>
                <a:gd name="T3" fmla="*/ 41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9">
                  <a:moveTo>
                    <a:pt x="14" y="0"/>
                  </a:moveTo>
                  <a:cubicBezTo>
                    <a:pt x="2" y="11"/>
                    <a:pt x="0" y="27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9" name="Freeform 3441">
              <a:extLst>
                <a:ext uri="{FF2B5EF4-FFF2-40B4-BE49-F238E27FC236}">
                  <a16:creationId xmlns:a16="http://schemas.microsoft.com/office/drawing/2014/main" id="{50000F40-932F-464F-86D6-8FD6E4441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529"/>
              <a:ext cx="45" cy="107"/>
            </a:xfrm>
            <a:custGeom>
              <a:avLst/>
              <a:gdLst>
                <a:gd name="T0" fmla="*/ 188 w 22"/>
                <a:gd name="T1" fmla="*/ 0 h 49"/>
                <a:gd name="T2" fmla="*/ 51 w 22"/>
                <a:gd name="T3" fmla="*/ 166 h 49"/>
                <a:gd name="T4" fmla="*/ 0 w 22"/>
                <a:gd name="T5" fmla="*/ 378 h 49"/>
                <a:gd name="T6" fmla="*/ 16 w 22"/>
                <a:gd name="T7" fmla="*/ 51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9">
                  <a:moveTo>
                    <a:pt x="22" y="0"/>
                  </a:moveTo>
                  <a:cubicBezTo>
                    <a:pt x="18" y="7"/>
                    <a:pt x="11" y="11"/>
                    <a:pt x="6" y="16"/>
                  </a:cubicBezTo>
                  <a:cubicBezTo>
                    <a:pt x="2" y="22"/>
                    <a:pt x="0" y="29"/>
                    <a:pt x="0" y="36"/>
                  </a:cubicBezTo>
                  <a:cubicBezTo>
                    <a:pt x="0" y="40"/>
                    <a:pt x="0" y="45"/>
                    <a:pt x="2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0" name="Freeform 3442">
              <a:extLst>
                <a:ext uri="{FF2B5EF4-FFF2-40B4-BE49-F238E27FC236}">
                  <a16:creationId xmlns:a16="http://schemas.microsoft.com/office/drawing/2014/main" id="{99A310A1-3D0A-45ED-8BF3-E7B6A32B6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822"/>
              <a:ext cx="125" cy="43"/>
            </a:xfrm>
            <a:custGeom>
              <a:avLst/>
              <a:gdLst>
                <a:gd name="T0" fmla="*/ 525 w 61"/>
                <a:gd name="T1" fmla="*/ 28 h 20"/>
                <a:gd name="T2" fmla="*/ 172 w 61"/>
                <a:gd name="T3" fmla="*/ 88 h 20"/>
                <a:gd name="T4" fmla="*/ 0 w 61"/>
                <a:gd name="T5" fmla="*/ 19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0">
                  <a:moveTo>
                    <a:pt x="61" y="3"/>
                  </a:moveTo>
                  <a:cubicBezTo>
                    <a:pt x="48" y="0"/>
                    <a:pt x="31" y="5"/>
                    <a:pt x="20" y="9"/>
                  </a:cubicBezTo>
                  <a:cubicBezTo>
                    <a:pt x="12" y="12"/>
                    <a:pt x="6" y="17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1" name="Freeform 3443">
              <a:extLst>
                <a:ext uri="{FF2B5EF4-FFF2-40B4-BE49-F238E27FC236}">
                  <a16:creationId xmlns:a16="http://schemas.microsoft.com/office/drawing/2014/main" id="{1D1EF6F0-CABF-422D-BDF3-5E1BD2D4A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3758"/>
              <a:ext cx="90" cy="61"/>
            </a:xfrm>
            <a:custGeom>
              <a:avLst/>
              <a:gdLst>
                <a:gd name="T0" fmla="*/ 376 w 44"/>
                <a:gd name="T1" fmla="*/ 0 h 28"/>
                <a:gd name="T2" fmla="*/ 248 w 44"/>
                <a:gd name="T3" fmla="*/ 72 h 28"/>
                <a:gd name="T4" fmla="*/ 84 w 44"/>
                <a:gd name="T5" fmla="*/ 166 h 28"/>
                <a:gd name="T6" fmla="*/ 0 w 44"/>
                <a:gd name="T7" fmla="*/ 29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8">
                  <a:moveTo>
                    <a:pt x="44" y="0"/>
                  </a:moveTo>
                  <a:cubicBezTo>
                    <a:pt x="39" y="2"/>
                    <a:pt x="35" y="5"/>
                    <a:pt x="29" y="7"/>
                  </a:cubicBezTo>
                  <a:cubicBezTo>
                    <a:pt x="22" y="10"/>
                    <a:pt x="16" y="10"/>
                    <a:pt x="10" y="16"/>
                  </a:cubicBezTo>
                  <a:cubicBezTo>
                    <a:pt x="6" y="19"/>
                    <a:pt x="4" y="24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2" name="Freeform 3444">
              <a:extLst>
                <a:ext uri="{FF2B5EF4-FFF2-40B4-BE49-F238E27FC236}">
                  <a16:creationId xmlns:a16="http://schemas.microsoft.com/office/drawing/2014/main" id="{0D31B316-C27B-4C97-A279-B57F049E1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3782"/>
              <a:ext cx="94" cy="44"/>
            </a:xfrm>
            <a:custGeom>
              <a:avLst/>
              <a:gdLst>
                <a:gd name="T0" fmla="*/ 392 w 46"/>
                <a:gd name="T1" fmla="*/ 0 h 20"/>
                <a:gd name="T2" fmla="*/ 92 w 46"/>
                <a:gd name="T3" fmla="*/ 125 h 20"/>
                <a:gd name="T4" fmla="*/ 0 w 46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0">
                  <a:moveTo>
                    <a:pt x="46" y="0"/>
                  </a:moveTo>
                  <a:cubicBezTo>
                    <a:pt x="32" y="2"/>
                    <a:pt x="22" y="4"/>
                    <a:pt x="11" y="12"/>
                  </a:cubicBezTo>
                  <a:cubicBezTo>
                    <a:pt x="7" y="14"/>
                    <a:pt x="4" y="18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3" name="Freeform 3445">
              <a:extLst>
                <a:ext uri="{FF2B5EF4-FFF2-40B4-BE49-F238E27FC236}">
                  <a16:creationId xmlns:a16="http://schemas.microsoft.com/office/drawing/2014/main" id="{14EBB778-ECB9-485D-A88C-EFAB0882A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594"/>
              <a:ext cx="37" cy="79"/>
            </a:xfrm>
            <a:custGeom>
              <a:avLst/>
              <a:gdLst>
                <a:gd name="T0" fmla="*/ 156 w 18"/>
                <a:gd name="T1" fmla="*/ 0 h 36"/>
                <a:gd name="T2" fmla="*/ 25 w 18"/>
                <a:gd name="T3" fmla="*/ 230 h 36"/>
                <a:gd name="T4" fmla="*/ 0 w 18"/>
                <a:gd name="T5" fmla="*/ 38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6">
                  <a:moveTo>
                    <a:pt x="18" y="0"/>
                  </a:moveTo>
                  <a:cubicBezTo>
                    <a:pt x="12" y="8"/>
                    <a:pt x="5" y="13"/>
                    <a:pt x="3" y="22"/>
                  </a:cubicBezTo>
                  <a:cubicBezTo>
                    <a:pt x="2" y="26"/>
                    <a:pt x="0" y="34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4" name="Freeform 3446">
              <a:extLst>
                <a:ext uri="{FF2B5EF4-FFF2-40B4-BE49-F238E27FC236}">
                  <a16:creationId xmlns:a16="http://schemas.microsoft.com/office/drawing/2014/main" id="{50CAD6EC-332F-47E4-A07C-56C2E4B07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3636"/>
              <a:ext cx="61" cy="89"/>
            </a:xfrm>
            <a:custGeom>
              <a:avLst/>
              <a:gdLst>
                <a:gd name="T0" fmla="*/ 252 w 30"/>
                <a:gd name="T1" fmla="*/ 0 h 41"/>
                <a:gd name="T2" fmla="*/ 0 w 30"/>
                <a:gd name="T3" fmla="*/ 41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1">
                  <a:moveTo>
                    <a:pt x="30" y="0"/>
                  </a:moveTo>
                  <a:cubicBezTo>
                    <a:pt x="12" y="12"/>
                    <a:pt x="3" y="25"/>
                    <a:pt x="0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5" name="Freeform 3447">
              <a:extLst>
                <a:ext uri="{FF2B5EF4-FFF2-40B4-BE49-F238E27FC236}">
                  <a16:creationId xmlns:a16="http://schemas.microsoft.com/office/drawing/2014/main" id="{C125FC9F-9FC2-45F8-AE8D-4B462D477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677"/>
              <a:ext cx="68" cy="86"/>
            </a:xfrm>
            <a:custGeom>
              <a:avLst/>
              <a:gdLst>
                <a:gd name="T0" fmla="*/ 288 w 33"/>
                <a:gd name="T1" fmla="*/ 0 h 39"/>
                <a:gd name="T2" fmla="*/ 33 w 33"/>
                <a:gd name="T3" fmla="*/ 291 h 39"/>
                <a:gd name="T4" fmla="*/ 0 w 33"/>
                <a:gd name="T5" fmla="*/ 41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9">
                  <a:moveTo>
                    <a:pt x="33" y="0"/>
                  </a:moveTo>
                  <a:cubicBezTo>
                    <a:pt x="23" y="7"/>
                    <a:pt x="9" y="16"/>
                    <a:pt x="4" y="27"/>
                  </a:cubicBezTo>
                  <a:cubicBezTo>
                    <a:pt x="3" y="30"/>
                    <a:pt x="3" y="36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6" name="Freeform 3448">
              <a:extLst>
                <a:ext uri="{FF2B5EF4-FFF2-40B4-BE49-F238E27FC236}">
                  <a16:creationId xmlns:a16="http://schemas.microsoft.com/office/drawing/2014/main" id="{03597AC1-12FB-482C-875B-13AAAF333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723"/>
              <a:ext cx="82" cy="61"/>
            </a:xfrm>
            <a:custGeom>
              <a:avLst/>
              <a:gdLst>
                <a:gd name="T0" fmla="*/ 344 w 40"/>
                <a:gd name="T1" fmla="*/ 0 h 28"/>
                <a:gd name="T2" fmla="*/ 0 w 40"/>
                <a:gd name="T3" fmla="*/ 29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cubicBezTo>
                    <a:pt x="25" y="7"/>
                    <a:pt x="9" y="15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7" name="Freeform 3449">
              <a:extLst>
                <a:ext uri="{FF2B5EF4-FFF2-40B4-BE49-F238E27FC236}">
                  <a16:creationId xmlns:a16="http://schemas.microsoft.com/office/drawing/2014/main" id="{5A81E7A7-7684-426C-AE7B-20A39179A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3739"/>
              <a:ext cx="88" cy="59"/>
            </a:xfrm>
            <a:custGeom>
              <a:avLst/>
              <a:gdLst>
                <a:gd name="T0" fmla="*/ 368 w 43"/>
                <a:gd name="T1" fmla="*/ 0 h 27"/>
                <a:gd name="T2" fmla="*/ 256 w 43"/>
                <a:gd name="T3" fmla="*/ 52 h 27"/>
                <a:gd name="T4" fmla="*/ 156 w 43"/>
                <a:gd name="T5" fmla="*/ 114 h 27"/>
                <a:gd name="T6" fmla="*/ 0 w 43"/>
                <a:gd name="T7" fmla="*/ 28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7">
                  <a:moveTo>
                    <a:pt x="43" y="0"/>
                  </a:moveTo>
                  <a:cubicBezTo>
                    <a:pt x="38" y="2"/>
                    <a:pt x="34" y="4"/>
                    <a:pt x="30" y="5"/>
                  </a:cubicBezTo>
                  <a:cubicBezTo>
                    <a:pt x="25" y="7"/>
                    <a:pt x="23" y="9"/>
                    <a:pt x="18" y="11"/>
                  </a:cubicBezTo>
                  <a:cubicBezTo>
                    <a:pt x="9" y="16"/>
                    <a:pt x="3" y="19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8" name="Freeform 3450">
              <a:extLst>
                <a:ext uri="{FF2B5EF4-FFF2-40B4-BE49-F238E27FC236}">
                  <a16:creationId xmlns:a16="http://schemas.microsoft.com/office/drawing/2014/main" id="{884D13C4-A23B-4154-9C29-8EB206FB9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636"/>
              <a:ext cx="80" cy="70"/>
            </a:xfrm>
            <a:custGeom>
              <a:avLst/>
              <a:gdLst>
                <a:gd name="T0" fmla="*/ 336 w 39"/>
                <a:gd name="T1" fmla="*/ 0 h 32"/>
                <a:gd name="T2" fmla="*/ 0 w 39"/>
                <a:gd name="T3" fmla="*/ 33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39" y="0"/>
                  </a:moveTo>
                  <a:cubicBezTo>
                    <a:pt x="12" y="0"/>
                    <a:pt x="6" y="17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9" name="Freeform 3451">
              <a:extLst>
                <a:ext uri="{FF2B5EF4-FFF2-40B4-BE49-F238E27FC236}">
                  <a16:creationId xmlns:a16="http://schemas.microsoft.com/office/drawing/2014/main" id="{39A21E8A-332E-4763-9340-67683C418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3690"/>
              <a:ext cx="76" cy="53"/>
            </a:xfrm>
            <a:custGeom>
              <a:avLst/>
              <a:gdLst>
                <a:gd name="T0" fmla="*/ 320 w 37"/>
                <a:gd name="T1" fmla="*/ 73 h 24"/>
                <a:gd name="T2" fmla="*/ 0 w 37"/>
                <a:gd name="T3" fmla="*/ 2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4">
                  <a:moveTo>
                    <a:pt x="37" y="7"/>
                  </a:moveTo>
                  <a:cubicBezTo>
                    <a:pt x="29" y="0"/>
                    <a:pt x="0" y="19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0" name="Freeform 3452">
              <a:extLst>
                <a:ext uri="{FF2B5EF4-FFF2-40B4-BE49-F238E27FC236}">
                  <a16:creationId xmlns:a16="http://schemas.microsoft.com/office/drawing/2014/main" id="{541B254B-D1E8-4A80-A25D-D5AAF16FE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395"/>
              <a:ext cx="33" cy="94"/>
            </a:xfrm>
            <a:custGeom>
              <a:avLst/>
              <a:gdLst>
                <a:gd name="T0" fmla="*/ 140 w 16"/>
                <a:gd name="T1" fmla="*/ 0 h 43"/>
                <a:gd name="T2" fmla="*/ 89 w 16"/>
                <a:gd name="T3" fmla="*/ 44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3">
                  <a:moveTo>
                    <a:pt x="16" y="0"/>
                  </a:moveTo>
                  <a:cubicBezTo>
                    <a:pt x="8" y="9"/>
                    <a:pt x="0" y="33"/>
                    <a:pt x="10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1" name="Freeform 3453">
              <a:extLst>
                <a:ext uri="{FF2B5EF4-FFF2-40B4-BE49-F238E27FC236}">
                  <a16:creationId xmlns:a16="http://schemas.microsoft.com/office/drawing/2014/main" id="{59420C3E-9181-44E8-8FB4-8AA0B8404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437"/>
              <a:ext cx="25" cy="96"/>
            </a:xfrm>
            <a:custGeom>
              <a:avLst/>
              <a:gdLst>
                <a:gd name="T0" fmla="*/ 108 w 12"/>
                <a:gd name="T1" fmla="*/ 0 h 44"/>
                <a:gd name="T2" fmla="*/ 0 w 12"/>
                <a:gd name="T3" fmla="*/ 290 h 44"/>
                <a:gd name="T4" fmla="*/ 8 w 12"/>
                <a:gd name="T5" fmla="*/ 45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4">
                  <a:moveTo>
                    <a:pt x="12" y="0"/>
                  </a:moveTo>
                  <a:cubicBezTo>
                    <a:pt x="4" y="7"/>
                    <a:pt x="0" y="19"/>
                    <a:pt x="0" y="28"/>
                  </a:cubicBezTo>
                  <a:cubicBezTo>
                    <a:pt x="0" y="32"/>
                    <a:pt x="3" y="40"/>
                    <a:pt x="1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2" name="Freeform 3454">
              <a:extLst>
                <a:ext uri="{FF2B5EF4-FFF2-40B4-BE49-F238E27FC236}">
                  <a16:creationId xmlns:a16="http://schemas.microsoft.com/office/drawing/2014/main" id="{A37ACB4D-E19F-4909-9D03-384D33FFA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485"/>
              <a:ext cx="37" cy="83"/>
            </a:xfrm>
            <a:custGeom>
              <a:avLst/>
              <a:gdLst>
                <a:gd name="T0" fmla="*/ 156 w 18"/>
                <a:gd name="T1" fmla="*/ 0 h 38"/>
                <a:gd name="T2" fmla="*/ 43 w 18"/>
                <a:gd name="T3" fmla="*/ 39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8" y="0"/>
                  </a:moveTo>
                  <a:cubicBezTo>
                    <a:pt x="8" y="10"/>
                    <a:pt x="0" y="25"/>
                    <a:pt x="5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3" name="Freeform 3455">
              <a:extLst>
                <a:ext uri="{FF2B5EF4-FFF2-40B4-BE49-F238E27FC236}">
                  <a16:creationId xmlns:a16="http://schemas.microsoft.com/office/drawing/2014/main" id="{36AC25EE-E246-4C43-941E-439731734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522"/>
              <a:ext cx="49" cy="96"/>
            </a:xfrm>
            <a:custGeom>
              <a:avLst/>
              <a:gdLst>
                <a:gd name="T0" fmla="*/ 204 w 24"/>
                <a:gd name="T1" fmla="*/ 0 h 44"/>
                <a:gd name="T2" fmla="*/ 67 w 24"/>
                <a:gd name="T3" fmla="*/ 45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4">
                  <a:moveTo>
                    <a:pt x="24" y="0"/>
                  </a:moveTo>
                  <a:cubicBezTo>
                    <a:pt x="14" y="12"/>
                    <a:pt x="0" y="30"/>
                    <a:pt x="8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4" name="Freeform 3456">
              <a:extLst>
                <a:ext uri="{FF2B5EF4-FFF2-40B4-BE49-F238E27FC236}">
                  <a16:creationId xmlns:a16="http://schemas.microsoft.com/office/drawing/2014/main" id="{12CD2BBF-D11E-4304-B093-982B8CD5E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457"/>
              <a:ext cx="41" cy="107"/>
            </a:xfrm>
            <a:custGeom>
              <a:avLst/>
              <a:gdLst>
                <a:gd name="T0" fmla="*/ 43 w 20"/>
                <a:gd name="T1" fmla="*/ 511 h 49"/>
                <a:gd name="T2" fmla="*/ 139 w 20"/>
                <a:gd name="T3" fmla="*/ 0 h 49"/>
                <a:gd name="T4" fmla="*/ 172 w 20"/>
                <a:gd name="T5" fmla="*/ 33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9">
                  <a:moveTo>
                    <a:pt x="5" y="49"/>
                  </a:moveTo>
                  <a:cubicBezTo>
                    <a:pt x="0" y="37"/>
                    <a:pt x="7" y="11"/>
                    <a:pt x="16" y="0"/>
                  </a:cubicBezTo>
                  <a:cubicBezTo>
                    <a:pt x="17" y="10"/>
                    <a:pt x="20" y="22"/>
                    <a:pt x="20" y="3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5" name="Freeform 3457">
              <a:extLst>
                <a:ext uri="{FF2B5EF4-FFF2-40B4-BE49-F238E27FC236}">
                  <a16:creationId xmlns:a16="http://schemas.microsoft.com/office/drawing/2014/main" id="{5159CF50-A7C0-491F-81C6-0DBE87335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406"/>
              <a:ext cx="33" cy="96"/>
            </a:xfrm>
            <a:custGeom>
              <a:avLst/>
              <a:gdLst>
                <a:gd name="T0" fmla="*/ 107 w 16"/>
                <a:gd name="T1" fmla="*/ 456 h 44"/>
                <a:gd name="T2" fmla="*/ 89 w 16"/>
                <a:gd name="T3" fmla="*/ 238 h 44"/>
                <a:gd name="T4" fmla="*/ 35 w 16"/>
                <a:gd name="T5" fmla="*/ 0 h 44"/>
                <a:gd name="T6" fmla="*/ 0 w 16"/>
                <a:gd name="T7" fmla="*/ 27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4">
                  <a:moveTo>
                    <a:pt x="12" y="44"/>
                  </a:moveTo>
                  <a:cubicBezTo>
                    <a:pt x="16" y="36"/>
                    <a:pt x="13" y="30"/>
                    <a:pt x="10" y="23"/>
                  </a:cubicBezTo>
                  <a:cubicBezTo>
                    <a:pt x="8" y="15"/>
                    <a:pt x="8" y="6"/>
                    <a:pt x="4" y="0"/>
                  </a:cubicBezTo>
                  <a:cubicBezTo>
                    <a:pt x="2" y="8"/>
                    <a:pt x="0" y="17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6" name="Freeform 3458">
              <a:extLst>
                <a:ext uri="{FF2B5EF4-FFF2-40B4-BE49-F238E27FC236}">
                  <a16:creationId xmlns:a16="http://schemas.microsoft.com/office/drawing/2014/main" id="{0E91ECD5-BDD6-4612-B282-2A74EDC3E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408"/>
              <a:ext cx="58" cy="60"/>
            </a:xfrm>
            <a:custGeom>
              <a:avLst/>
              <a:gdLst>
                <a:gd name="T0" fmla="*/ 8 w 28"/>
                <a:gd name="T1" fmla="*/ 296 h 27"/>
                <a:gd name="T2" fmla="*/ 249 w 28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1" y="27"/>
                  </a:moveTo>
                  <a:cubicBezTo>
                    <a:pt x="0" y="15"/>
                    <a:pt x="16" y="5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7" name="Freeform 3459">
              <a:extLst>
                <a:ext uri="{FF2B5EF4-FFF2-40B4-BE49-F238E27FC236}">
                  <a16:creationId xmlns:a16="http://schemas.microsoft.com/office/drawing/2014/main" id="{3F14471B-68FC-4753-B904-D89D17966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369"/>
              <a:ext cx="35" cy="66"/>
            </a:xfrm>
            <a:custGeom>
              <a:avLst/>
              <a:gdLst>
                <a:gd name="T0" fmla="*/ 132 w 17"/>
                <a:gd name="T1" fmla="*/ 319 h 30"/>
                <a:gd name="T2" fmla="*/ 132 w 17"/>
                <a:gd name="T3" fmla="*/ 161 h 30"/>
                <a:gd name="T4" fmla="*/ 25 w 17"/>
                <a:gd name="T5" fmla="*/ 0 h 30"/>
                <a:gd name="T6" fmla="*/ 0 w 17"/>
                <a:gd name="T7" fmla="*/ 16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0">
                  <a:moveTo>
                    <a:pt x="15" y="30"/>
                  </a:moveTo>
                  <a:cubicBezTo>
                    <a:pt x="17" y="25"/>
                    <a:pt x="17" y="20"/>
                    <a:pt x="15" y="15"/>
                  </a:cubicBezTo>
                  <a:cubicBezTo>
                    <a:pt x="13" y="11"/>
                    <a:pt x="8" y="1"/>
                    <a:pt x="3" y="0"/>
                  </a:cubicBezTo>
                  <a:cubicBezTo>
                    <a:pt x="2" y="6"/>
                    <a:pt x="2" y="10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8" name="Freeform 3460">
              <a:extLst>
                <a:ext uri="{FF2B5EF4-FFF2-40B4-BE49-F238E27FC236}">
                  <a16:creationId xmlns:a16="http://schemas.microsoft.com/office/drawing/2014/main" id="{DBAEA0BA-8670-46B8-9080-0E5260D05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3771"/>
              <a:ext cx="125" cy="37"/>
            </a:xfrm>
            <a:custGeom>
              <a:avLst/>
              <a:gdLst>
                <a:gd name="T0" fmla="*/ 525 w 61"/>
                <a:gd name="T1" fmla="*/ 0 h 17"/>
                <a:gd name="T2" fmla="*/ 0 w 61"/>
                <a:gd name="T3" fmla="*/ 96 h 17"/>
                <a:gd name="T4" fmla="*/ 412 w 61"/>
                <a:gd name="T5" fmla="*/ 13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7">
                  <a:moveTo>
                    <a:pt x="61" y="0"/>
                  </a:moveTo>
                  <a:cubicBezTo>
                    <a:pt x="40" y="0"/>
                    <a:pt x="19" y="5"/>
                    <a:pt x="0" y="9"/>
                  </a:cubicBezTo>
                  <a:cubicBezTo>
                    <a:pt x="13" y="13"/>
                    <a:pt x="35" y="17"/>
                    <a:pt x="48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9" name="Freeform 3461">
              <a:extLst>
                <a:ext uri="{FF2B5EF4-FFF2-40B4-BE49-F238E27FC236}">
                  <a16:creationId xmlns:a16="http://schemas.microsoft.com/office/drawing/2014/main" id="{A562CDAD-C1A1-457B-AA5C-10CF8D4CC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802"/>
              <a:ext cx="78" cy="22"/>
            </a:xfrm>
            <a:custGeom>
              <a:avLst/>
              <a:gdLst>
                <a:gd name="T0" fmla="*/ 328 w 38"/>
                <a:gd name="T1" fmla="*/ 97 h 10"/>
                <a:gd name="T2" fmla="*/ 0 w 38"/>
                <a:gd name="T3" fmla="*/ 106 h 10"/>
                <a:gd name="T4" fmla="*/ 224 w 3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">
                  <a:moveTo>
                    <a:pt x="38" y="9"/>
                  </a:moveTo>
                  <a:cubicBezTo>
                    <a:pt x="25" y="10"/>
                    <a:pt x="12" y="10"/>
                    <a:pt x="0" y="10"/>
                  </a:cubicBezTo>
                  <a:cubicBezTo>
                    <a:pt x="6" y="8"/>
                    <a:pt x="22" y="1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0" name="Freeform 3462">
              <a:extLst>
                <a:ext uri="{FF2B5EF4-FFF2-40B4-BE49-F238E27FC236}">
                  <a16:creationId xmlns:a16="http://schemas.microsoft.com/office/drawing/2014/main" id="{8D52E4FA-1C1F-448C-A44B-A4373E0D8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3540"/>
              <a:ext cx="88" cy="144"/>
            </a:xfrm>
            <a:custGeom>
              <a:avLst/>
              <a:gdLst>
                <a:gd name="T0" fmla="*/ 0 w 43"/>
                <a:gd name="T1" fmla="*/ 0 h 66"/>
                <a:gd name="T2" fmla="*/ 301 w 43"/>
                <a:gd name="T3" fmla="*/ 68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6">
                  <a:moveTo>
                    <a:pt x="0" y="0"/>
                  </a:moveTo>
                  <a:cubicBezTo>
                    <a:pt x="19" y="19"/>
                    <a:pt x="43" y="42"/>
                    <a:pt x="35" y="6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1" name="Freeform 3463">
              <a:extLst>
                <a:ext uri="{FF2B5EF4-FFF2-40B4-BE49-F238E27FC236}">
                  <a16:creationId xmlns:a16="http://schemas.microsoft.com/office/drawing/2014/main" id="{54AE8B4E-E93A-425E-9EA2-19A2FF6C7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642"/>
              <a:ext cx="54" cy="110"/>
            </a:xfrm>
            <a:custGeom>
              <a:avLst/>
              <a:gdLst>
                <a:gd name="T0" fmla="*/ 0 w 26"/>
                <a:gd name="T1" fmla="*/ 0 h 50"/>
                <a:gd name="T2" fmla="*/ 181 w 26"/>
                <a:gd name="T3" fmla="*/ 266 h 50"/>
                <a:gd name="T4" fmla="*/ 233 w 26"/>
                <a:gd name="T5" fmla="*/ 53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0" y="0"/>
                  </a:moveTo>
                  <a:cubicBezTo>
                    <a:pt x="8" y="7"/>
                    <a:pt x="16" y="17"/>
                    <a:pt x="20" y="25"/>
                  </a:cubicBezTo>
                  <a:cubicBezTo>
                    <a:pt x="24" y="34"/>
                    <a:pt x="22" y="44"/>
                    <a:pt x="26" y="5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2" name="Freeform 3464">
              <a:extLst>
                <a:ext uri="{FF2B5EF4-FFF2-40B4-BE49-F238E27FC236}">
                  <a16:creationId xmlns:a16="http://schemas.microsoft.com/office/drawing/2014/main" id="{424EBCB3-E3B2-41F2-A264-FC35033AD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719"/>
              <a:ext cx="98" cy="92"/>
            </a:xfrm>
            <a:custGeom>
              <a:avLst/>
              <a:gdLst>
                <a:gd name="T0" fmla="*/ 0 w 48"/>
                <a:gd name="T1" fmla="*/ 0 h 42"/>
                <a:gd name="T2" fmla="*/ 408 w 48"/>
                <a:gd name="T3" fmla="*/ 442 h 42"/>
                <a:gd name="T4" fmla="*/ 0 w 48"/>
                <a:gd name="T5" fmla="*/ 158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2">
                  <a:moveTo>
                    <a:pt x="0" y="0"/>
                  </a:moveTo>
                  <a:cubicBezTo>
                    <a:pt x="19" y="11"/>
                    <a:pt x="35" y="26"/>
                    <a:pt x="48" y="42"/>
                  </a:cubicBezTo>
                  <a:cubicBezTo>
                    <a:pt x="25" y="40"/>
                    <a:pt x="13" y="26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3" name="Freeform 3465">
              <a:extLst>
                <a:ext uri="{FF2B5EF4-FFF2-40B4-BE49-F238E27FC236}">
                  <a16:creationId xmlns:a16="http://schemas.microsoft.com/office/drawing/2014/main" id="{D978E659-FADC-4592-9A33-E0315C10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3542"/>
              <a:ext cx="125" cy="210"/>
            </a:xfrm>
            <a:custGeom>
              <a:avLst/>
              <a:gdLst>
                <a:gd name="T0" fmla="*/ 0 w 61"/>
                <a:gd name="T1" fmla="*/ 0 h 96"/>
                <a:gd name="T2" fmla="*/ 148 w 61"/>
                <a:gd name="T3" fmla="*/ 387 h 96"/>
                <a:gd name="T4" fmla="*/ 285 w 61"/>
                <a:gd name="T5" fmla="*/ 669 h 96"/>
                <a:gd name="T6" fmla="*/ 303 w 61"/>
                <a:gd name="T7" fmla="*/ 661 h 96"/>
                <a:gd name="T8" fmla="*/ 311 w 61"/>
                <a:gd name="T9" fmla="*/ 704 h 96"/>
                <a:gd name="T10" fmla="*/ 387 w 61"/>
                <a:gd name="T11" fmla="*/ 827 h 96"/>
                <a:gd name="T12" fmla="*/ 525 w 61"/>
                <a:gd name="T13" fmla="*/ 1004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96">
                  <a:moveTo>
                    <a:pt x="0" y="0"/>
                  </a:moveTo>
                  <a:cubicBezTo>
                    <a:pt x="4" y="12"/>
                    <a:pt x="12" y="25"/>
                    <a:pt x="17" y="37"/>
                  </a:cubicBezTo>
                  <a:cubicBezTo>
                    <a:pt x="21" y="46"/>
                    <a:pt x="29" y="53"/>
                    <a:pt x="33" y="64"/>
                  </a:cubicBezTo>
                  <a:cubicBezTo>
                    <a:pt x="34" y="63"/>
                    <a:pt x="34" y="63"/>
                    <a:pt x="35" y="63"/>
                  </a:cubicBezTo>
                  <a:cubicBezTo>
                    <a:pt x="38" y="65"/>
                    <a:pt x="35" y="65"/>
                    <a:pt x="36" y="67"/>
                  </a:cubicBezTo>
                  <a:cubicBezTo>
                    <a:pt x="38" y="72"/>
                    <a:pt x="41" y="75"/>
                    <a:pt x="45" y="79"/>
                  </a:cubicBezTo>
                  <a:cubicBezTo>
                    <a:pt x="50" y="84"/>
                    <a:pt x="60" y="90"/>
                    <a:pt x="61" y="9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4" name="Freeform 3466">
              <a:extLst>
                <a:ext uri="{FF2B5EF4-FFF2-40B4-BE49-F238E27FC236}">
                  <a16:creationId xmlns:a16="http://schemas.microsoft.com/office/drawing/2014/main" id="{2B7F0369-4F2E-4000-A53A-06FA3632E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568"/>
              <a:ext cx="68" cy="96"/>
            </a:xfrm>
            <a:custGeom>
              <a:avLst/>
              <a:gdLst>
                <a:gd name="T0" fmla="*/ 0 w 33"/>
                <a:gd name="T1" fmla="*/ 0 h 44"/>
                <a:gd name="T2" fmla="*/ 272 w 33"/>
                <a:gd name="T3" fmla="*/ 45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4">
                  <a:moveTo>
                    <a:pt x="0" y="0"/>
                  </a:moveTo>
                  <a:cubicBezTo>
                    <a:pt x="18" y="6"/>
                    <a:pt x="33" y="29"/>
                    <a:pt x="31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5" name="Freeform 3467">
              <a:extLst>
                <a:ext uri="{FF2B5EF4-FFF2-40B4-BE49-F238E27FC236}">
                  <a16:creationId xmlns:a16="http://schemas.microsoft.com/office/drawing/2014/main" id="{87B18AB5-EEFA-4DD9-90EB-1191BFD70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629"/>
              <a:ext cx="61" cy="107"/>
            </a:xfrm>
            <a:custGeom>
              <a:avLst/>
              <a:gdLst>
                <a:gd name="T0" fmla="*/ 0 w 30"/>
                <a:gd name="T1" fmla="*/ 0 h 49"/>
                <a:gd name="T2" fmla="*/ 203 w 30"/>
                <a:gd name="T3" fmla="*/ 323 h 49"/>
                <a:gd name="T4" fmla="*/ 252 w 30"/>
                <a:gd name="T5" fmla="*/ 5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9">
                  <a:moveTo>
                    <a:pt x="0" y="0"/>
                  </a:moveTo>
                  <a:cubicBezTo>
                    <a:pt x="11" y="9"/>
                    <a:pt x="20" y="19"/>
                    <a:pt x="24" y="31"/>
                  </a:cubicBezTo>
                  <a:cubicBezTo>
                    <a:pt x="27" y="37"/>
                    <a:pt x="28" y="43"/>
                    <a:pt x="30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6" name="Freeform 3468">
              <a:extLst>
                <a:ext uri="{FF2B5EF4-FFF2-40B4-BE49-F238E27FC236}">
                  <a16:creationId xmlns:a16="http://schemas.microsoft.com/office/drawing/2014/main" id="{FAE9F013-9788-4E67-AFD5-786C103AB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798"/>
              <a:ext cx="144" cy="69"/>
            </a:xfrm>
            <a:custGeom>
              <a:avLst/>
              <a:gdLst>
                <a:gd name="T0" fmla="*/ 0 w 70"/>
                <a:gd name="T1" fmla="*/ 0 h 32"/>
                <a:gd name="T2" fmla="*/ 609 w 70"/>
                <a:gd name="T3" fmla="*/ 321 h 32"/>
                <a:gd name="T4" fmla="*/ 356 w 70"/>
                <a:gd name="T5" fmla="*/ 162 h 32"/>
                <a:gd name="T6" fmla="*/ 165 w 70"/>
                <a:gd name="T7" fmla="*/ 6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32">
                  <a:moveTo>
                    <a:pt x="0" y="0"/>
                  </a:moveTo>
                  <a:cubicBezTo>
                    <a:pt x="18" y="19"/>
                    <a:pt x="42" y="26"/>
                    <a:pt x="70" y="32"/>
                  </a:cubicBezTo>
                  <a:cubicBezTo>
                    <a:pt x="61" y="26"/>
                    <a:pt x="50" y="21"/>
                    <a:pt x="41" y="16"/>
                  </a:cubicBezTo>
                  <a:cubicBezTo>
                    <a:pt x="35" y="12"/>
                    <a:pt x="27" y="8"/>
                    <a:pt x="19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7" name="Freeform 3469">
              <a:extLst>
                <a:ext uri="{FF2B5EF4-FFF2-40B4-BE49-F238E27FC236}">
                  <a16:creationId xmlns:a16="http://schemas.microsoft.com/office/drawing/2014/main" id="{F0FD21A0-1EB7-4319-B7AC-5390C5BBB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765"/>
              <a:ext cx="101" cy="76"/>
            </a:xfrm>
            <a:custGeom>
              <a:avLst/>
              <a:gdLst>
                <a:gd name="T0" fmla="*/ 0 w 49"/>
                <a:gd name="T1" fmla="*/ 0 h 35"/>
                <a:gd name="T2" fmla="*/ 429 w 49"/>
                <a:gd name="T3" fmla="*/ 3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5">
                  <a:moveTo>
                    <a:pt x="0" y="0"/>
                  </a:moveTo>
                  <a:cubicBezTo>
                    <a:pt x="22" y="7"/>
                    <a:pt x="36" y="22"/>
                    <a:pt x="49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8" name="Freeform 3470">
              <a:extLst>
                <a:ext uri="{FF2B5EF4-FFF2-40B4-BE49-F238E27FC236}">
                  <a16:creationId xmlns:a16="http://schemas.microsoft.com/office/drawing/2014/main" id="{AD35E991-F8BE-4D15-B8AD-9C2AE1580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3673"/>
              <a:ext cx="80" cy="103"/>
            </a:xfrm>
            <a:custGeom>
              <a:avLst/>
              <a:gdLst>
                <a:gd name="T0" fmla="*/ 0 w 39"/>
                <a:gd name="T1" fmla="*/ 0 h 47"/>
                <a:gd name="T2" fmla="*/ 224 w 39"/>
                <a:gd name="T3" fmla="*/ 241 h 47"/>
                <a:gd name="T4" fmla="*/ 336 w 39"/>
                <a:gd name="T5" fmla="*/ 49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7">
                  <a:moveTo>
                    <a:pt x="0" y="0"/>
                  </a:moveTo>
                  <a:cubicBezTo>
                    <a:pt x="8" y="8"/>
                    <a:pt x="18" y="15"/>
                    <a:pt x="26" y="23"/>
                  </a:cubicBezTo>
                  <a:cubicBezTo>
                    <a:pt x="32" y="29"/>
                    <a:pt x="35" y="42"/>
                    <a:pt x="39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9" name="Freeform 3471">
              <a:extLst>
                <a:ext uri="{FF2B5EF4-FFF2-40B4-BE49-F238E27FC236}">
                  <a16:creationId xmlns:a16="http://schemas.microsoft.com/office/drawing/2014/main" id="{D265EB72-5BEC-4910-9F26-45AB27A6F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800"/>
              <a:ext cx="100" cy="67"/>
            </a:xfrm>
            <a:custGeom>
              <a:avLst/>
              <a:gdLst>
                <a:gd name="T0" fmla="*/ 0 w 49"/>
                <a:gd name="T1" fmla="*/ 9 h 31"/>
                <a:gd name="T2" fmla="*/ 316 w 49"/>
                <a:gd name="T3" fmla="*/ 182 h 31"/>
                <a:gd name="T4" fmla="*/ 416 w 49"/>
                <a:gd name="T5" fmla="*/ 31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1">
                  <a:moveTo>
                    <a:pt x="0" y="1"/>
                  </a:moveTo>
                  <a:cubicBezTo>
                    <a:pt x="11" y="0"/>
                    <a:pt x="30" y="12"/>
                    <a:pt x="37" y="18"/>
                  </a:cubicBezTo>
                  <a:cubicBezTo>
                    <a:pt x="42" y="22"/>
                    <a:pt x="46" y="27"/>
                    <a:pt x="49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0" name="Freeform 3472">
              <a:extLst>
                <a:ext uri="{FF2B5EF4-FFF2-40B4-BE49-F238E27FC236}">
                  <a16:creationId xmlns:a16="http://schemas.microsoft.com/office/drawing/2014/main" id="{041D1AF8-AF1A-4426-A979-934A2BFBC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736"/>
              <a:ext cx="71" cy="72"/>
            </a:xfrm>
            <a:custGeom>
              <a:avLst/>
              <a:gdLst>
                <a:gd name="T0" fmla="*/ 0 w 35"/>
                <a:gd name="T1" fmla="*/ 0 h 33"/>
                <a:gd name="T2" fmla="*/ 292 w 35"/>
                <a:gd name="T3" fmla="*/ 34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3">
                  <a:moveTo>
                    <a:pt x="0" y="0"/>
                  </a:moveTo>
                  <a:cubicBezTo>
                    <a:pt x="20" y="6"/>
                    <a:pt x="26" y="20"/>
                    <a:pt x="35" y="3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1" name="Freeform 3473">
              <a:extLst>
                <a:ext uri="{FF2B5EF4-FFF2-40B4-BE49-F238E27FC236}">
                  <a16:creationId xmlns:a16="http://schemas.microsoft.com/office/drawing/2014/main" id="{E7BC0AB2-0236-430E-8101-6288B26CD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474"/>
              <a:ext cx="62" cy="96"/>
            </a:xfrm>
            <a:custGeom>
              <a:avLst/>
              <a:gdLst>
                <a:gd name="T0" fmla="*/ 99 w 30"/>
                <a:gd name="T1" fmla="*/ 323 h 44"/>
                <a:gd name="T2" fmla="*/ 25 w 30"/>
                <a:gd name="T3" fmla="*/ 0 h 44"/>
                <a:gd name="T4" fmla="*/ 167 w 30"/>
                <a:gd name="T5" fmla="*/ 229 h 44"/>
                <a:gd name="T6" fmla="*/ 231 w 30"/>
                <a:gd name="T7" fmla="*/ 45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4">
                  <a:moveTo>
                    <a:pt x="11" y="31"/>
                  </a:moveTo>
                  <a:cubicBezTo>
                    <a:pt x="4" y="23"/>
                    <a:pt x="0" y="9"/>
                    <a:pt x="3" y="0"/>
                  </a:cubicBezTo>
                  <a:cubicBezTo>
                    <a:pt x="2" y="7"/>
                    <a:pt x="14" y="16"/>
                    <a:pt x="19" y="22"/>
                  </a:cubicBezTo>
                  <a:cubicBezTo>
                    <a:pt x="23" y="27"/>
                    <a:pt x="30" y="38"/>
                    <a:pt x="26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2" name="Freeform 3474">
              <a:extLst>
                <a:ext uri="{FF2B5EF4-FFF2-40B4-BE49-F238E27FC236}">
                  <a16:creationId xmlns:a16="http://schemas.microsoft.com/office/drawing/2014/main" id="{620204DE-209C-4BC1-A150-4C204E87E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3384"/>
              <a:ext cx="56" cy="118"/>
            </a:xfrm>
            <a:custGeom>
              <a:avLst/>
              <a:gdLst>
                <a:gd name="T0" fmla="*/ 151 w 27"/>
                <a:gd name="T1" fmla="*/ 448 h 54"/>
                <a:gd name="T2" fmla="*/ 81 w 27"/>
                <a:gd name="T3" fmla="*/ 0 h 54"/>
                <a:gd name="T4" fmla="*/ 124 w 27"/>
                <a:gd name="T5" fmla="*/ 125 h 54"/>
                <a:gd name="T6" fmla="*/ 224 w 27"/>
                <a:gd name="T7" fmla="*/ 343 h 54"/>
                <a:gd name="T8" fmla="*/ 224 w 27"/>
                <a:gd name="T9" fmla="*/ 56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4">
                  <a:moveTo>
                    <a:pt x="17" y="43"/>
                  </a:moveTo>
                  <a:cubicBezTo>
                    <a:pt x="12" y="31"/>
                    <a:pt x="0" y="12"/>
                    <a:pt x="9" y="0"/>
                  </a:cubicBezTo>
                  <a:cubicBezTo>
                    <a:pt x="8" y="4"/>
                    <a:pt x="12" y="9"/>
                    <a:pt x="14" y="12"/>
                  </a:cubicBezTo>
                  <a:cubicBezTo>
                    <a:pt x="20" y="19"/>
                    <a:pt x="24" y="25"/>
                    <a:pt x="25" y="33"/>
                  </a:cubicBezTo>
                  <a:cubicBezTo>
                    <a:pt x="27" y="40"/>
                    <a:pt x="26" y="47"/>
                    <a:pt x="25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3" name="Freeform 3475">
              <a:extLst>
                <a:ext uri="{FF2B5EF4-FFF2-40B4-BE49-F238E27FC236}">
                  <a16:creationId xmlns:a16="http://schemas.microsoft.com/office/drawing/2014/main" id="{2298C673-331D-4934-9113-E61387E23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3363"/>
              <a:ext cx="19" cy="50"/>
            </a:xfrm>
            <a:custGeom>
              <a:avLst/>
              <a:gdLst>
                <a:gd name="T0" fmla="*/ 17 w 9"/>
                <a:gd name="T1" fmla="*/ 237 h 23"/>
                <a:gd name="T2" fmla="*/ 84 w 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2" y="23"/>
                  </a:moveTo>
                  <a:cubicBezTo>
                    <a:pt x="0" y="16"/>
                    <a:pt x="6" y="6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4" name="Freeform 3476">
              <a:extLst>
                <a:ext uri="{FF2B5EF4-FFF2-40B4-BE49-F238E27FC236}">
                  <a16:creationId xmlns:a16="http://schemas.microsoft.com/office/drawing/2014/main" id="{4169B30F-8F9B-428C-98E4-EC03E006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3363"/>
              <a:ext cx="16" cy="94"/>
            </a:xfrm>
            <a:custGeom>
              <a:avLst/>
              <a:gdLst>
                <a:gd name="T0" fmla="*/ 0 w 8"/>
                <a:gd name="T1" fmla="*/ 0 h 43"/>
                <a:gd name="T2" fmla="*/ 0 w 8"/>
                <a:gd name="T3" fmla="*/ 44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3">
                  <a:moveTo>
                    <a:pt x="0" y="0"/>
                  </a:moveTo>
                  <a:cubicBezTo>
                    <a:pt x="8" y="14"/>
                    <a:pt x="4" y="29"/>
                    <a:pt x="0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5" name="Freeform 3477">
              <a:extLst>
                <a:ext uri="{FF2B5EF4-FFF2-40B4-BE49-F238E27FC236}">
                  <a16:creationId xmlns:a16="http://schemas.microsoft.com/office/drawing/2014/main" id="{71EC1649-981C-4547-BDD2-9865979B4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3450"/>
              <a:ext cx="43" cy="85"/>
            </a:xfrm>
            <a:custGeom>
              <a:avLst/>
              <a:gdLst>
                <a:gd name="T0" fmla="*/ 0 w 21"/>
                <a:gd name="T1" fmla="*/ 0 h 39"/>
                <a:gd name="T2" fmla="*/ 113 w 21"/>
                <a:gd name="T3" fmla="*/ 40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9">
                  <a:moveTo>
                    <a:pt x="0" y="0"/>
                  </a:moveTo>
                  <a:cubicBezTo>
                    <a:pt x="6" y="12"/>
                    <a:pt x="21" y="27"/>
                    <a:pt x="13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6" name="Freeform 3478">
              <a:extLst>
                <a:ext uri="{FF2B5EF4-FFF2-40B4-BE49-F238E27FC236}">
                  <a16:creationId xmlns:a16="http://schemas.microsoft.com/office/drawing/2014/main" id="{9A0ACD91-9A51-4D63-83DB-BAA10E062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500"/>
              <a:ext cx="29" cy="86"/>
            </a:xfrm>
            <a:custGeom>
              <a:avLst/>
              <a:gdLst>
                <a:gd name="T0" fmla="*/ 0 w 14"/>
                <a:gd name="T1" fmla="*/ 0 h 39"/>
                <a:gd name="T2" fmla="*/ 124 w 14"/>
                <a:gd name="T3" fmla="*/ 41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9">
                  <a:moveTo>
                    <a:pt x="0" y="0"/>
                  </a:moveTo>
                  <a:cubicBezTo>
                    <a:pt x="12" y="11"/>
                    <a:pt x="13" y="27"/>
                    <a:pt x="14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7" name="Freeform 3479">
              <a:extLst>
                <a:ext uri="{FF2B5EF4-FFF2-40B4-BE49-F238E27FC236}">
                  <a16:creationId xmlns:a16="http://schemas.microsoft.com/office/drawing/2014/main" id="{6DE75513-530B-4DF0-A706-20D8BCC5A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3529"/>
              <a:ext cx="47" cy="107"/>
            </a:xfrm>
            <a:custGeom>
              <a:avLst/>
              <a:gdLst>
                <a:gd name="T0" fmla="*/ 0 w 23"/>
                <a:gd name="T1" fmla="*/ 0 h 49"/>
                <a:gd name="T2" fmla="*/ 137 w 23"/>
                <a:gd name="T3" fmla="*/ 166 h 49"/>
                <a:gd name="T4" fmla="*/ 188 w 23"/>
                <a:gd name="T5" fmla="*/ 378 h 49"/>
                <a:gd name="T6" fmla="*/ 172 w 23"/>
                <a:gd name="T7" fmla="*/ 51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9">
                  <a:moveTo>
                    <a:pt x="0" y="0"/>
                  </a:moveTo>
                  <a:cubicBezTo>
                    <a:pt x="4" y="7"/>
                    <a:pt x="12" y="11"/>
                    <a:pt x="16" y="16"/>
                  </a:cubicBezTo>
                  <a:cubicBezTo>
                    <a:pt x="21" y="22"/>
                    <a:pt x="23" y="29"/>
                    <a:pt x="22" y="36"/>
                  </a:cubicBezTo>
                  <a:cubicBezTo>
                    <a:pt x="22" y="40"/>
                    <a:pt x="23" y="45"/>
                    <a:pt x="20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8" name="Freeform 3480">
              <a:extLst>
                <a:ext uri="{FF2B5EF4-FFF2-40B4-BE49-F238E27FC236}">
                  <a16:creationId xmlns:a16="http://schemas.microsoft.com/office/drawing/2014/main" id="{E32AD22E-AC96-4E1A-997D-395F7AE80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758"/>
              <a:ext cx="96" cy="66"/>
            </a:xfrm>
            <a:custGeom>
              <a:avLst/>
              <a:gdLst>
                <a:gd name="T0" fmla="*/ 0 w 47"/>
                <a:gd name="T1" fmla="*/ 0 h 30"/>
                <a:gd name="T2" fmla="*/ 137 w 47"/>
                <a:gd name="T3" fmla="*/ 53 h 30"/>
                <a:gd name="T4" fmla="*/ 308 w 47"/>
                <a:gd name="T5" fmla="*/ 141 h 30"/>
                <a:gd name="T6" fmla="*/ 400 w 47"/>
                <a:gd name="T7" fmla="*/ 31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0">
                  <a:moveTo>
                    <a:pt x="0" y="0"/>
                  </a:moveTo>
                  <a:cubicBezTo>
                    <a:pt x="6" y="2"/>
                    <a:pt x="10" y="4"/>
                    <a:pt x="16" y="5"/>
                  </a:cubicBezTo>
                  <a:cubicBezTo>
                    <a:pt x="24" y="8"/>
                    <a:pt x="31" y="8"/>
                    <a:pt x="36" y="13"/>
                  </a:cubicBezTo>
                  <a:cubicBezTo>
                    <a:pt x="41" y="17"/>
                    <a:pt x="42" y="27"/>
                    <a:pt x="47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9" name="Freeform 3481">
              <a:extLst>
                <a:ext uri="{FF2B5EF4-FFF2-40B4-BE49-F238E27FC236}">
                  <a16:creationId xmlns:a16="http://schemas.microsoft.com/office/drawing/2014/main" id="{F71334A3-98D3-4018-A1E5-823641F2D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594"/>
              <a:ext cx="39" cy="79"/>
            </a:xfrm>
            <a:custGeom>
              <a:avLst/>
              <a:gdLst>
                <a:gd name="T0" fmla="*/ 0 w 19"/>
                <a:gd name="T1" fmla="*/ 0 h 36"/>
                <a:gd name="T2" fmla="*/ 140 w 19"/>
                <a:gd name="T3" fmla="*/ 230 h 36"/>
                <a:gd name="T4" fmla="*/ 164 w 19"/>
                <a:gd name="T5" fmla="*/ 38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0"/>
                  </a:moveTo>
                  <a:cubicBezTo>
                    <a:pt x="6" y="8"/>
                    <a:pt x="14" y="13"/>
                    <a:pt x="16" y="22"/>
                  </a:cubicBezTo>
                  <a:cubicBezTo>
                    <a:pt x="17" y="26"/>
                    <a:pt x="19" y="34"/>
                    <a:pt x="19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0" name="Freeform 3482">
              <a:extLst>
                <a:ext uri="{FF2B5EF4-FFF2-40B4-BE49-F238E27FC236}">
                  <a16:creationId xmlns:a16="http://schemas.microsoft.com/office/drawing/2014/main" id="{5646E915-9017-4A4B-8AA0-ABE2806A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3636"/>
              <a:ext cx="59" cy="89"/>
            </a:xfrm>
            <a:custGeom>
              <a:avLst/>
              <a:gdLst>
                <a:gd name="T0" fmla="*/ 0 w 29"/>
                <a:gd name="T1" fmla="*/ 0 h 41"/>
                <a:gd name="T2" fmla="*/ 244 w 29"/>
                <a:gd name="T3" fmla="*/ 41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1">
                  <a:moveTo>
                    <a:pt x="0" y="0"/>
                  </a:moveTo>
                  <a:cubicBezTo>
                    <a:pt x="17" y="12"/>
                    <a:pt x="26" y="25"/>
                    <a:pt x="29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1" name="Freeform 3483">
              <a:extLst>
                <a:ext uri="{FF2B5EF4-FFF2-40B4-BE49-F238E27FC236}">
                  <a16:creationId xmlns:a16="http://schemas.microsoft.com/office/drawing/2014/main" id="{1FD892AF-648F-4AE9-84AD-2098B7389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3677"/>
              <a:ext cx="68" cy="86"/>
            </a:xfrm>
            <a:custGeom>
              <a:avLst/>
              <a:gdLst>
                <a:gd name="T0" fmla="*/ 0 w 33"/>
                <a:gd name="T1" fmla="*/ 0 h 39"/>
                <a:gd name="T2" fmla="*/ 256 w 33"/>
                <a:gd name="T3" fmla="*/ 291 h 39"/>
                <a:gd name="T4" fmla="*/ 288 w 33"/>
                <a:gd name="T5" fmla="*/ 41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9">
                  <a:moveTo>
                    <a:pt x="0" y="0"/>
                  </a:moveTo>
                  <a:cubicBezTo>
                    <a:pt x="10" y="7"/>
                    <a:pt x="25" y="16"/>
                    <a:pt x="29" y="27"/>
                  </a:cubicBezTo>
                  <a:cubicBezTo>
                    <a:pt x="31" y="30"/>
                    <a:pt x="31" y="36"/>
                    <a:pt x="33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2" name="Freeform 3484">
              <a:extLst>
                <a:ext uri="{FF2B5EF4-FFF2-40B4-BE49-F238E27FC236}">
                  <a16:creationId xmlns:a16="http://schemas.microsoft.com/office/drawing/2014/main" id="{54369934-3795-407C-85D9-1EA88340B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3723"/>
              <a:ext cx="82" cy="61"/>
            </a:xfrm>
            <a:custGeom>
              <a:avLst/>
              <a:gdLst>
                <a:gd name="T0" fmla="*/ 0 w 40"/>
                <a:gd name="T1" fmla="*/ 0 h 28"/>
                <a:gd name="T2" fmla="*/ 344 w 40"/>
                <a:gd name="T3" fmla="*/ 29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8">
                  <a:moveTo>
                    <a:pt x="0" y="0"/>
                  </a:moveTo>
                  <a:cubicBezTo>
                    <a:pt x="15" y="7"/>
                    <a:pt x="32" y="15"/>
                    <a:pt x="40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3" name="Freeform 3485">
              <a:extLst>
                <a:ext uri="{FF2B5EF4-FFF2-40B4-BE49-F238E27FC236}">
                  <a16:creationId xmlns:a16="http://schemas.microsoft.com/office/drawing/2014/main" id="{41D23697-4B95-4775-AB9A-FA587CE64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3739"/>
              <a:ext cx="88" cy="59"/>
            </a:xfrm>
            <a:custGeom>
              <a:avLst/>
              <a:gdLst>
                <a:gd name="T0" fmla="*/ 0 w 43"/>
                <a:gd name="T1" fmla="*/ 0 h 27"/>
                <a:gd name="T2" fmla="*/ 129 w 43"/>
                <a:gd name="T3" fmla="*/ 44 h 27"/>
                <a:gd name="T4" fmla="*/ 248 w 43"/>
                <a:gd name="T5" fmla="*/ 105 h 27"/>
                <a:gd name="T6" fmla="*/ 368 w 43"/>
                <a:gd name="T7" fmla="*/ 28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7">
                  <a:moveTo>
                    <a:pt x="0" y="0"/>
                  </a:moveTo>
                  <a:cubicBezTo>
                    <a:pt x="4" y="2"/>
                    <a:pt x="10" y="2"/>
                    <a:pt x="15" y="4"/>
                  </a:cubicBezTo>
                  <a:cubicBezTo>
                    <a:pt x="20" y="5"/>
                    <a:pt x="24" y="8"/>
                    <a:pt x="29" y="10"/>
                  </a:cubicBezTo>
                  <a:cubicBezTo>
                    <a:pt x="38" y="15"/>
                    <a:pt x="39" y="19"/>
                    <a:pt x="43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4" name="Freeform 3486">
              <a:extLst>
                <a:ext uri="{FF2B5EF4-FFF2-40B4-BE49-F238E27FC236}">
                  <a16:creationId xmlns:a16="http://schemas.microsoft.com/office/drawing/2014/main" id="{DB05B96A-09B8-4C70-BC78-5AD78D2DD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3636"/>
              <a:ext cx="86" cy="70"/>
            </a:xfrm>
            <a:custGeom>
              <a:avLst/>
              <a:gdLst>
                <a:gd name="T0" fmla="*/ 0 w 42"/>
                <a:gd name="T1" fmla="*/ 0 h 32"/>
                <a:gd name="T2" fmla="*/ 360 w 42"/>
                <a:gd name="T3" fmla="*/ 33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2">
                  <a:moveTo>
                    <a:pt x="0" y="0"/>
                  </a:moveTo>
                  <a:cubicBezTo>
                    <a:pt x="27" y="0"/>
                    <a:pt x="35" y="17"/>
                    <a:pt x="42" y="3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5" name="Freeform 3487">
              <a:extLst>
                <a:ext uri="{FF2B5EF4-FFF2-40B4-BE49-F238E27FC236}">
                  <a16:creationId xmlns:a16="http://schemas.microsoft.com/office/drawing/2014/main" id="{BA1CDA1F-0560-499C-9137-56E1559AD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697"/>
              <a:ext cx="78" cy="46"/>
            </a:xfrm>
            <a:custGeom>
              <a:avLst/>
              <a:gdLst>
                <a:gd name="T0" fmla="*/ 0 w 38"/>
                <a:gd name="T1" fmla="*/ 44 h 21"/>
                <a:gd name="T2" fmla="*/ 320 w 38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1">
                  <a:moveTo>
                    <a:pt x="0" y="4"/>
                  </a:moveTo>
                  <a:cubicBezTo>
                    <a:pt x="6" y="0"/>
                    <a:pt x="38" y="16"/>
                    <a:pt x="37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6" name="Freeform 3488">
              <a:extLst>
                <a:ext uri="{FF2B5EF4-FFF2-40B4-BE49-F238E27FC236}">
                  <a16:creationId xmlns:a16="http://schemas.microsoft.com/office/drawing/2014/main" id="{35F54BA4-AD6D-4214-B0BF-1E9F6B0CE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3395"/>
              <a:ext cx="33" cy="94"/>
            </a:xfrm>
            <a:custGeom>
              <a:avLst/>
              <a:gdLst>
                <a:gd name="T0" fmla="*/ 0 w 16"/>
                <a:gd name="T1" fmla="*/ 0 h 43"/>
                <a:gd name="T2" fmla="*/ 43 w 16"/>
                <a:gd name="T3" fmla="*/ 44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3">
                  <a:moveTo>
                    <a:pt x="0" y="0"/>
                  </a:moveTo>
                  <a:cubicBezTo>
                    <a:pt x="7" y="9"/>
                    <a:pt x="16" y="33"/>
                    <a:pt x="5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7" name="Freeform 3489">
              <a:extLst>
                <a:ext uri="{FF2B5EF4-FFF2-40B4-BE49-F238E27FC236}">
                  <a16:creationId xmlns:a16="http://schemas.microsoft.com/office/drawing/2014/main" id="{4474EC4C-157E-4401-AA24-445DCF0D5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3437"/>
              <a:ext cx="25" cy="96"/>
            </a:xfrm>
            <a:custGeom>
              <a:avLst/>
              <a:gdLst>
                <a:gd name="T0" fmla="*/ 0 w 12"/>
                <a:gd name="T1" fmla="*/ 0 h 44"/>
                <a:gd name="T2" fmla="*/ 108 w 12"/>
                <a:gd name="T3" fmla="*/ 290 h 44"/>
                <a:gd name="T4" fmla="*/ 100 w 12"/>
                <a:gd name="T5" fmla="*/ 45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4">
                  <a:moveTo>
                    <a:pt x="0" y="0"/>
                  </a:moveTo>
                  <a:cubicBezTo>
                    <a:pt x="7" y="7"/>
                    <a:pt x="11" y="19"/>
                    <a:pt x="12" y="28"/>
                  </a:cubicBezTo>
                  <a:cubicBezTo>
                    <a:pt x="12" y="32"/>
                    <a:pt x="9" y="40"/>
                    <a:pt x="11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8" name="Freeform 3490">
              <a:extLst>
                <a:ext uri="{FF2B5EF4-FFF2-40B4-BE49-F238E27FC236}">
                  <a16:creationId xmlns:a16="http://schemas.microsoft.com/office/drawing/2014/main" id="{0DE33582-0CF2-4F75-B5F5-EE7459BBE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3485"/>
              <a:ext cx="37" cy="83"/>
            </a:xfrm>
            <a:custGeom>
              <a:avLst/>
              <a:gdLst>
                <a:gd name="T0" fmla="*/ 0 w 18"/>
                <a:gd name="T1" fmla="*/ 0 h 38"/>
                <a:gd name="T2" fmla="*/ 113 w 18"/>
                <a:gd name="T3" fmla="*/ 39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0" y="0"/>
                  </a:moveTo>
                  <a:cubicBezTo>
                    <a:pt x="11" y="10"/>
                    <a:pt x="18" y="25"/>
                    <a:pt x="13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9" name="Freeform 3491">
              <a:extLst>
                <a:ext uri="{FF2B5EF4-FFF2-40B4-BE49-F238E27FC236}">
                  <a16:creationId xmlns:a16="http://schemas.microsoft.com/office/drawing/2014/main" id="{9747CC59-71BA-4F93-9FDB-EC601AA02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3522"/>
              <a:ext cx="49" cy="96"/>
            </a:xfrm>
            <a:custGeom>
              <a:avLst/>
              <a:gdLst>
                <a:gd name="T0" fmla="*/ 0 w 24"/>
                <a:gd name="T1" fmla="*/ 0 h 44"/>
                <a:gd name="T2" fmla="*/ 137 w 24"/>
                <a:gd name="T3" fmla="*/ 45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4">
                  <a:moveTo>
                    <a:pt x="0" y="0"/>
                  </a:moveTo>
                  <a:cubicBezTo>
                    <a:pt x="10" y="12"/>
                    <a:pt x="24" y="30"/>
                    <a:pt x="16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0" name="Freeform 3492">
              <a:extLst>
                <a:ext uri="{FF2B5EF4-FFF2-40B4-BE49-F238E27FC236}">
                  <a16:creationId xmlns:a16="http://schemas.microsoft.com/office/drawing/2014/main" id="{E11FF995-1106-4BFA-A84B-44A23F069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3561"/>
              <a:ext cx="61" cy="84"/>
            </a:xfrm>
            <a:custGeom>
              <a:avLst/>
              <a:gdLst>
                <a:gd name="T0" fmla="*/ 0 w 30"/>
                <a:gd name="T1" fmla="*/ 0 h 38"/>
                <a:gd name="T2" fmla="*/ 83 w 30"/>
                <a:gd name="T3" fmla="*/ 97 h 38"/>
                <a:gd name="T4" fmla="*/ 177 w 30"/>
                <a:gd name="T5" fmla="*/ 239 h 38"/>
                <a:gd name="T6" fmla="*/ 252 w 30"/>
                <a:gd name="T7" fmla="*/ 41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8">
                  <a:moveTo>
                    <a:pt x="0" y="0"/>
                  </a:moveTo>
                  <a:cubicBezTo>
                    <a:pt x="1" y="4"/>
                    <a:pt x="6" y="6"/>
                    <a:pt x="10" y="9"/>
                  </a:cubicBezTo>
                  <a:cubicBezTo>
                    <a:pt x="14" y="13"/>
                    <a:pt x="18" y="17"/>
                    <a:pt x="21" y="22"/>
                  </a:cubicBezTo>
                  <a:cubicBezTo>
                    <a:pt x="25" y="27"/>
                    <a:pt x="28" y="32"/>
                    <a:pt x="30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1" name="Freeform 3493">
              <a:extLst>
                <a:ext uri="{FF2B5EF4-FFF2-40B4-BE49-F238E27FC236}">
                  <a16:creationId xmlns:a16="http://schemas.microsoft.com/office/drawing/2014/main" id="{5525BFD6-C9EE-4D1D-99B6-CFC8468FB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3784"/>
              <a:ext cx="78" cy="22"/>
            </a:xfrm>
            <a:custGeom>
              <a:avLst/>
              <a:gdLst>
                <a:gd name="T0" fmla="*/ 328 w 38"/>
                <a:gd name="T1" fmla="*/ 44 h 10"/>
                <a:gd name="T2" fmla="*/ 0 w 38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38" y="4"/>
                  </a:moveTo>
                  <a:cubicBezTo>
                    <a:pt x="27" y="0"/>
                    <a:pt x="8" y="5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2" name="Freeform 3494">
              <a:extLst>
                <a:ext uri="{FF2B5EF4-FFF2-40B4-BE49-F238E27FC236}">
                  <a16:creationId xmlns:a16="http://schemas.microsoft.com/office/drawing/2014/main" id="{CA8FB452-5DE5-4DE6-97D9-173DC9E56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804"/>
              <a:ext cx="104" cy="20"/>
            </a:xfrm>
            <a:custGeom>
              <a:avLst/>
              <a:gdLst>
                <a:gd name="T0" fmla="*/ 432 w 51"/>
                <a:gd name="T1" fmla="*/ 98 h 9"/>
                <a:gd name="T2" fmla="*/ 220 w 51"/>
                <a:gd name="T3" fmla="*/ 36 h 9"/>
                <a:gd name="T4" fmla="*/ 0 w 51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9">
                  <a:moveTo>
                    <a:pt x="51" y="9"/>
                  </a:moveTo>
                  <a:cubicBezTo>
                    <a:pt x="43" y="6"/>
                    <a:pt x="35" y="4"/>
                    <a:pt x="26" y="3"/>
                  </a:cubicBezTo>
                  <a:cubicBezTo>
                    <a:pt x="19" y="3"/>
                    <a:pt x="6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3" name="Freeform 3495">
              <a:extLst>
                <a:ext uri="{FF2B5EF4-FFF2-40B4-BE49-F238E27FC236}">
                  <a16:creationId xmlns:a16="http://schemas.microsoft.com/office/drawing/2014/main" id="{59329EFF-C8C2-4414-A4A0-8D10EEEC5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3765"/>
              <a:ext cx="103" cy="54"/>
            </a:xfrm>
            <a:custGeom>
              <a:avLst/>
              <a:gdLst>
                <a:gd name="T0" fmla="*/ 437 w 50"/>
                <a:gd name="T1" fmla="*/ 253 h 25"/>
                <a:gd name="T2" fmla="*/ 0 w 50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5">
                  <a:moveTo>
                    <a:pt x="50" y="25"/>
                  </a:moveTo>
                  <a:cubicBezTo>
                    <a:pt x="47" y="12"/>
                    <a:pt x="16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4" name="Freeform 3496">
              <a:extLst>
                <a:ext uri="{FF2B5EF4-FFF2-40B4-BE49-F238E27FC236}">
                  <a16:creationId xmlns:a16="http://schemas.microsoft.com/office/drawing/2014/main" id="{BBE36050-4ABA-4A8D-A3E2-E2F425F96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798"/>
              <a:ext cx="197" cy="41"/>
            </a:xfrm>
            <a:custGeom>
              <a:avLst/>
              <a:gdLst>
                <a:gd name="T0" fmla="*/ 829 w 96"/>
                <a:gd name="T1" fmla="*/ 121 h 19"/>
                <a:gd name="T2" fmla="*/ 509 w 96"/>
                <a:gd name="T3" fmla="*/ 149 h 19"/>
                <a:gd name="T4" fmla="*/ 425 w 96"/>
                <a:gd name="T5" fmla="*/ 101 h 19"/>
                <a:gd name="T6" fmla="*/ 0 w 9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19">
                  <a:moveTo>
                    <a:pt x="96" y="12"/>
                  </a:moveTo>
                  <a:cubicBezTo>
                    <a:pt x="85" y="15"/>
                    <a:pt x="70" y="19"/>
                    <a:pt x="59" y="15"/>
                  </a:cubicBezTo>
                  <a:cubicBezTo>
                    <a:pt x="55" y="14"/>
                    <a:pt x="52" y="11"/>
                    <a:pt x="49" y="10"/>
                  </a:cubicBezTo>
                  <a:cubicBezTo>
                    <a:pt x="41" y="15"/>
                    <a:pt x="4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5" name="Freeform 3497">
              <a:extLst>
                <a:ext uri="{FF2B5EF4-FFF2-40B4-BE49-F238E27FC236}">
                  <a16:creationId xmlns:a16="http://schemas.microsoft.com/office/drawing/2014/main" id="{492D2037-45A6-4667-A1BF-65A0AFE07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3784"/>
              <a:ext cx="47" cy="29"/>
            </a:xfrm>
            <a:custGeom>
              <a:avLst/>
              <a:gdLst>
                <a:gd name="T0" fmla="*/ 180 w 23"/>
                <a:gd name="T1" fmla="*/ 45 h 13"/>
                <a:gd name="T2" fmla="*/ 196 w 23"/>
                <a:gd name="T3" fmla="*/ 145 h 13"/>
                <a:gd name="T4" fmla="*/ 0 w 2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">
                  <a:moveTo>
                    <a:pt x="21" y="4"/>
                  </a:moveTo>
                  <a:cubicBezTo>
                    <a:pt x="22" y="7"/>
                    <a:pt x="23" y="10"/>
                    <a:pt x="23" y="13"/>
                  </a:cubicBezTo>
                  <a:cubicBezTo>
                    <a:pt x="15" y="12"/>
                    <a:pt x="5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6" name="Freeform 3498">
              <a:extLst>
                <a:ext uri="{FF2B5EF4-FFF2-40B4-BE49-F238E27FC236}">
                  <a16:creationId xmlns:a16="http://schemas.microsoft.com/office/drawing/2014/main" id="{BF63D19A-DE40-4DC9-B07B-3B2D0A5F2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833"/>
              <a:ext cx="97" cy="54"/>
            </a:xfrm>
            <a:custGeom>
              <a:avLst/>
              <a:gdLst>
                <a:gd name="T0" fmla="*/ 413 w 47"/>
                <a:gd name="T1" fmla="*/ 69 h 25"/>
                <a:gd name="T2" fmla="*/ 0 w 47"/>
                <a:gd name="T3" fmla="*/ 25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5">
                  <a:moveTo>
                    <a:pt x="47" y="7"/>
                  </a:moveTo>
                  <a:cubicBezTo>
                    <a:pt x="31" y="0"/>
                    <a:pt x="9" y="16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7" name="Freeform 3499">
              <a:extLst>
                <a:ext uri="{FF2B5EF4-FFF2-40B4-BE49-F238E27FC236}">
                  <a16:creationId xmlns:a16="http://schemas.microsoft.com/office/drawing/2014/main" id="{38B56860-BF15-4ACF-9976-1FFAEE3AB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3861"/>
              <a:ext cx="118" cy="41"/>
            </a:xfrm>
            <a:custGeom>
              <a:avLst/>
              <a:gdLst>
                <a:gd name="T0" fmla="*/ 472 w 58"/>
                <a:gd name="T1" fmla="*/ 140 h 19"/>
                <a:gd name="T2" fmla="*/ 0 w 58"/>
                <a:gd name="T3" fmla="*/ 52 h 19"/>
                <a:gd name="T4" fmla="*/ 488 w 58"/>
                <a:gd name="T5" fmla="*/ 12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9">
                  <a:moveTo>
                    <a:pt x="56" y="14"/>
                  </a:moveTo>
                  <a:cubicBezTo>
                    <a:pt x="41" y="19"/>
                    <a:pt x="11" y="13"/>
                    <a:pt x="0" y="5"/>
                  </a:cubicBezTo>
                  <a:cubicBezTo>
                    <a:pt x="15" y="0"/>
                    <a:pt x="53" y="0"/>
                    <a:pt x="58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8" name="Freeform 3500">
              <a:extLst>
                <a:ext uri="{FF2B5EF4-FFF2-40B4-BE49-F238E27FC236}">
                  <a16:creationId xmlns:a16="http://schemas.microsoft.com/office/drawing/2014/main" id="{0F8E0E81-1168-4548-BF4C-99CF68099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824"/>
              <a:ext cx="97" cy="41"/>
            </a:xfrm>
            <a:custGeom>
              <a:avLst/>
              <a:gdLst>
                <a:gd name="T0" fmla="*/ 413 w 47"/>
                <a:gd name="T1" fmla="*/ 190 h 19"/>
                <a:gd name="T2" fmla="*/ 175 w 47"/>
                <a:gd name="T3" fmla="*/ 19 h 19"/>
                <a:gd name="T4" fmla="*/ 0 w 4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9">
                  <a:moveTo>
                    <a:pt x="47" y="19"/>
                  </a:moveTo>
                  <a:cubicBezTo>
                    <a:pt x="39" y="12"/>
                    <a:pt x="31" y="6"/>
                    <a:pt x="20" y="2"/>
                  </a:cubicBezTo>
                  <a:cubicBezTo>
                    <a:pt x="13" y="0"/>
                    <a:pt x="5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9" name="Freeform 3501">
              <a:extLst>
                <a:ext uri="{FF2B5EF4-FFF2-40B4-BE49-F238E27FC236}">
                  <a16:creationId xmlns:a16="http://schemas.microsoft.com/office/drawing/2014/main" id="{22B85523-8CCA-48DE-AA57-A9B670E9A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852"/>
              <a:ext cx="107" cy="9"/>
            </a:xfrm>
            <a:custGeom>
              <a:avLst/>
              <a:gdLst>
                <a:gd name="T0" fmla="*/ 453 w 52"/>
                <a:gd name="T1" fmla="*/ 25 h 4"/>
                <a:gd name="T2" fmla="*/ 321 w 52"/>
                <a:gd name="T3" fmla="*/ 36 h 4"/>
                <a:gd name="T4" fmla="*/ 140 w 52"/>
                <a:gd name="T5" fmla="*/ 11 h 4"/>
                <a:gd name="T6" fmla="*/ 0 w 52"/>
                <a:gd name="T7" fmla="*/ 3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">
                  <a:moveTo>
                    <a:pt x="52" y="2"/>
                  </a:moveTo>
                  <a:cubicBezTo>
                    <a:pt x="48" y="1"/>
                    <a:pt x="42" y="4"/>
                    <a:pt x="37" y="3"/>
                  </a:cubicBezTo>
                  <a:cubicBezTo>
                    <a:pt x="30" y="3"/>
                    <a:pt x="23" y="0"/>
                    <a:pt x="16" y="1"/>
                  </a:cubicBezTo>
                  <a:cubicBezTo>
                    <a:pt x="10" y="1"/>
                    <a:pt x="5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0" name="Freeform 3502">
              <a:extLst>
                <a:ext uri="{FF2B5EF4-FFF2-40B4-BE49-F238E27FC236}">
                  <a16:creationId xmlns:a16="http://schemas.microsoft.com/office/drawing/2014/main" id="{9C1F502A-4C0D-4CC6-8807-AA5162FB3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3817"/>
              <a:ext cx="110" cy="37"/>
            </a:xfrm>
            <a:custGeom>
              <a:avLst/>
              <a:gdLst>
                <a:gd name="T0" fmla="*/ 456 w 54"/>
                <a:gd name="T1" fmla="*/ 176 h 17"/>
                <a:gd name="T2" fmla="*/ 161 w 54"/>
                <a:gd name="T3" fmla="*/ 0 h 17"/>
                <a:gd name="T4" fmla="*/ 0 w 54"/>
                <a:gd name="T5" fmla="*/ 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7">
                  <a:moveTo>
                    <a:pt x="54" y="17"/>
                  </a:moveTo>
                  <a:cubicBezTo>
                    <a:pt x="51" y="7"/>
                    <a:pt x="30" y="1"/>
                    <a:pt x="19" y="0"/>
                  </a:cubicBezTo>
                  <a:cubicBezTo>
                    <a:pt x="13" y="0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1" name="Freeform 3503">
              <a:extLst>
                <a:ext uri="{FF2B5EF4-FFF2-40B4-BE49-F238E27FC236}">
                  <a16:creationId xmlns:a16="http://schemas.microsoft.com/office/drawing/2014/main" id="{9EF0B119-B663-4D47-9943-0D85E4F16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835"/>
              <a:ext cx="18" cy="19"/>
            </a:xfrm>
            <a:custGeom>
              <a:avLst/>
              <a:gdLst>
                <a:gd name="T0" fmla="*/ 72 w 9"/>
                <a:gd name="T1" fmla="*/ 84 h 9"/>
                <a:gd name="T2" fmla="*/ 0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8" y="5"/>
                    <a:pt x="6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2" name="Freeform 3504">
              <a:extLst>
                <a:ext uri="{FF2B5EF4-FFF2-40B4-BE49-F238E27FC236}">
                  <a16:creationId xmlns:a16="http://schemas.microsoft.com/office/drawing/2014/main" id="{6EC1ED37-273B-4F8E-88A7-8F52DF061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784"/>
              <a:ext cx="70" cy="11"/>
            </a:xfrm>
            <a:custGeom>
              <a:avLst/>
              <a:gdLst>
                <a:gd name="T0" fmla="*/ 296 w 34"/>
                <a:gd name="T1" fmla="*/ 53 h 5"/>
                <a:gd name="T2" fmla="*/ 0 w 34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">
                  <a:moveTo>
                    <a:pt x="34" y="5"/>
                  </a:moveTo>
                  <a:cubicBezTo>
                    <a:pt x="22" y="0"/>
                    <a:pt x="1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" name="Freeform 3505">
              <a:extLst>
                <a:ext uri="{FF2B5EF4-FFF2-40B4-BE49-F238E27FC236}">
                  <a16:creationId xmlns:a16="http://schemas.microsoft.com/office/drawing/2014/main" id="{314709B3-8C7E-46F9-9826-042B4B716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069"/>
              <a:ext cx="25" cy="43"/>
            </a:xfrm>
            <a:custGeom>
              <a:avLst/>
              <a:gdLst>
                <a:gd name="T0" fmla="*/ 0 w 12"/>
                <a:gd name="T1" fmla="*/ 9 h 20"/>
                <a:gd name="T2" fmla="*/ 92 w 12"/>
                <a:gd name="T3" fmla="*/ 198 h 20"/>
                <a:gd name="T4" fmla="*/ 108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0" y="1"/>
                  </a:moveTo>
                  <a:cubicBezTo>
                    <a:pt x="1" y="9"/>
                    <a:pt x="4" y="17"/>
                    <a:pt x="10" y="20"/>
                  </a:cubicBezTo>
                  <a:cubicBezTo>
                    <a:pt x="10" y="13"/>
                    <a:pt x="10" y="7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" name="Freeform 3506">
              <a:extLst>
                <a:ext uri="{FF2B5EF4-FFF2-40B4-BE49-F238E27FC236}">
                  <a16:creationId xmlns:a16="http://schemas.microsoft.com/office/drawing/2014/main" id="{1BF30D87-8111-4B36-9C58-65BEA3412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069"/>
              <a:ext cx="28" cy="28"/>
            </a:xfrm>
            <a:custGeom>
              <a:avLst/>
              <a:gdLst>
                <a:gd name="T0" fmla="*/ 112 w 14"/>
                <a:gd name="T1" fmla="*/ 0 h 13"/>
                <a:gd name="T2" fmla="*/ 24 w 14"/>
                <a:gd name="T3" fmla="*/ 112 h 13"/>
                <a:gd name="T4" fmla="*/ 0 w 14"/>
                <a:gd name="T5" fmla="*/ 1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4" y="0"/>
                  </a:moveTo>
                  <a:cubicBezTo>
                    <a:pt x="12" y="4"/>
                    <a:pt x="7" y="8"/>
                    <a:pt x="3" y="11"/>
                  </a:cubicBezTo>
                  <a:cubicBezTo>
                    <a:pt x="2" y="12"/>
                    <a:pt x="0" y="13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5" name="Freeform 3507">
              <a:extLst>
                <a:ext uri="{FF2B5EF4-FFF2-40B4-BE49-F238E27FC236}">
                  <a16:creationId xmlns:a16="http://schemas.microsoft.com/office/drawing/2014/main" id="{FDC0D462-FD7D-4493-9B01-9CFCC42B6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099"/>
              <a:ext cx="21" cy="68"/>
            </a:xfrm>
            <a:custGeom>
              <a:avLst/>
              <a:gdLst>
                <a:gd name="T0" fmla="*/ 17 w 10"/>
                <a:gd name="T1" fmla="*/ 0 h 31"/>
                <a:gd name="T2" fmla="*/ 0 w 10"/>
                <a:gd name="T3" fmla="*/ 116 h 31"/>
                <a:gd name="T4" fmla="*/ 57 w 10"/>
                <a:gd name="T5" fmla="*/ 327 h 31"/>
                <a:gd name="T6" fmla="*/ 76 w 10"/>
                <a:gd name="T7" fmla="*/ 6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2" y="0"/>
                  </a:moveTo>
                  <a:cubicBezTo>
                    <a:pt x="0" y="3"/>
                    <a:pt x="0" y="8"/>
                    <a:pt x="0" y="11"/>
                  </a:cubicBezTo>
                  <a:cubicBezTo>
                    <a:pt x="1" y="18"/>
                    <a:pt x="4" y="24"/>
                    <a:pt x="6" y="31"/>
                  </a:cubicBezTo>
                  <a:cubicBezTo>
                    <a:pt x="7" y="23"/>
                    <a:pt x="10" y="14"/>
                    <a:pt x="8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6" name="Freeform 3508">
              <a:extLst>
                <a:ext uri="{FF2B5EF4-FFF2-40B4-BE49-F238E27FC236}">
                  <a16:creationId xmlns:a16="http://schemas.microsoft.com/office/drawing/2014/main" id="{0BDAF2EE-E1FE-4EC8-A544-3B5E112AB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2145"/>
              <a:ext cx="20" cy="79"/>
            </a:xfrm>
            <a:custGeom>
              <a:avLst/>
              <a:gdLst>
                <a:gd name="T0" fmla="*/ 8 w 10"/>
                <a:gd name="T1" fmla="*/ 97 h 36"/>
                <a:gd name="T2" fmla="*/ 24 w 10"/>
                <a:gd name="T3" fmla="*/ 241 h 36"/>
                <a:gd name="T4" fmla="*/ 40 w 10"/>
                <a:gd name="T5" fmla="*/ 338 h 36"/>
                <a:gd name="T6" fmla="*/ 56 w 10"/>
                <a:gd name="T7" fmla="*/ 380 h 36"/>
                <a:gd name="T8" fmla="*/ 72 w 10"/>
                <a:gd name="T9" fmla="*/ 318 h 36"/>
                <a:gd name="T10" fmla="*/ 64 w 10"/>
                <a:gd name="T11" fmla="*/ 140 h 36"/>
                <a:gd name="T12" fmla="*/ 24 w 10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6">
                  <a:moveTo>
                    <a:pt x="1" y="9"/>
                  </a:moveTo>
                  <a:cubicBezTo>
                    <a:pt x="0" y="13"/>
                    <a:pt x="2" y="19"/>
                    <a:pt x="3" y="23"/>
                  </a:cubicBezTo>
                  <a:cubicBezTo>
                    <a:pt x="3" y="26"/>
                    <a:pt x="4" y="29"/>
                    <a:pt x="5" y="32"/>
                  </a:cubicBezTo>
                  <a:cubicBezTo>
                    <a:pt x="6" y="33"/>
                    <a:pt x="6" y="35"/>
                    <a:pt x="7" y="36"/>
                  </a:cubicBezTo>
                  <a:cubicBezTo>
                    <a:pt x="8" y="34"/>
                    <a:pt x="9" y="32"/>
                    <a:pt x="9" y="30"/>
                  </a:cubicBezTo>
                  <a:cubicBezTo>
                    <a:pt x="10" y="25"/>
                    <a:pt x="9" y="18"/>
                    <a:pt x="8" y="13"/>
                  </a:cubicBezTo>
                  <a:cubicBezTo>
                    <a:pt x="7" y="8"/>
                    <a:pt x="5" y="4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7" name="Freeform 3509">
              <a:extLst>
                <a:ext uri="{FF2B5EF4-FFF2-40B4-BE49-F238E27FC236}">
                  <a16:creationId xmlns:a16="http://schemas.microsoft.com/office/drawing/2014/main" id="{2CE43927-F3E5-4BB7-ABDA-937E5E4BB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095"/>
              <a:ext cx="18" cy="70"/>
            </a:xfrm>
            <a:custGeom>
              <a:avLst/>
              <a:gdLst>
                <a:gd name="T0" fmla="*/ 32 w 9"/>
                <a:gd name="T1" fmla="*/ 335 h 32"/>
                <a:gd name="T2" fmla="*/ 48 w 9"/>
                <a:gd name="T3" fmla="*/ 105 h 32"/>
                <a:gd name="T4" fmla="*/ 0 w 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2">
                  <a:moveTo>
                    <a:pt x="4" y="32"/>
                  </a:moveTo>
                  <a:cubicBezTo>
                    <a:pt x="7" y="25"/>
                    <a:pt x="9" y="18"/>
                    <a:pt x="6" y="10"/>
                  </a:cubicBezTo>
                  <a:cubicBezTo>
                    <a:pt x="5" y="6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8" name="Freeform 3510">
              <a:extLst>
                <a:ext uri="{FF2B5EF4-FFF2-40B4-BE49-F238E27FC236}">
                  <a16:creationId xmlns:a16="http://schemas.microsoft.com/office/drawing/2014/main" id="{EB3788E0-AF6A-4EF1-AD83-D2B26A11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066"/>
              <a:ext cx="33" cy="35"/>
            </a:xfrm>
            <a:custGeom>
              <a:avLst/>
              <a:gdLst>
                <a:gd name="T0" fmla="*/ 140 w 16"/>
                <a:gd name="T1" fmla="*/ 0 h 16"/>
                <a:gd name="T2" fmla="*/ 124 w 16"/>
                <a:gd name="T3" fmla="*/ 61 h 16"/>
                <a:gd name="T4" fmla="*/ 80 w 16"/>
                <a:gd name="T5" fmla="*/ 168 h 16"/>
                <a:gd name="T6" fmla="*/ 35 w 16"/>
                <a:gd name="T7" fmla="*/ 96 h 16"/>
                <a:gd name="T8" fmla="*/ 0 w 16"/>
                <a:gd name="T9" fmla="*/ 3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0"/>
                  </a:moveTo>
                  <a:cubicBezTo>
                    <a:pt x="15" y="2"/>
                    <a:pt x="14" y="4"/>
                    <a:pt x="14" y="6"/>
                  </a:cubicBezTo>
                  <a:cubicBezTo>
                    <a:pt x="13" y="9"/>
                    <a:pt x="12" y="14"/>
                    <a:pt x="9" y="16"/>
                  </a:cubicBezTo>
                  <a:cubicBezTo>
                    <a:pt x="7" y="14"/>
                    <a:pt x="6" y="11"/>
                    <a:pt x="4" y="9"/>
                  </a:cubicBezTo>
                  <a:cubicBezTo>
                    <a:pt x="3" y="7"/>
                    <a:pt x="1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9" name="Freeform 3511">
              <a:extLst>
                <a:ext uri="{FF2B5EF4-FFF2-40B4-BE49-F238E27FC236}">
                  <a16:creationId xmlns:a16="http://schemas.microsoft.com/office/drawing/2014/main" id="{5FF8A3DB-48AA-48D1-BB4B-1466665E2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073"/>
              <a:ext cx="25" cy="70"/>
            </a:xfrm>
            <a:custGeom>
              <a:avLst/>
              <a:gdLst>
                <a:gd name="T0" fmla="*/ 56 w 12"/>
                <a:gd name="T1" fmla="*/ 0 h 32"/>
                <a:gd name="T2" fmla="*/ 100 w 12"/>
                <a:gd name="T3" fmla="*/ 149 h 32"/>
                <a:gd name="T4" fmla="*/ 108 w 12"/>
                <a:gd name="T5" fmla="*/ 335 h 32"/>
                <a:gd name="T6" fmla="*/ 35 w 12"/>
                <a:gd name="T7" fmla="*/ 201 h 32"/>
                <a:gd name="T8" fmla="*/ 0 w 12"/>
                <a:gd name="T9" fmla="*/ 1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2">
                  <a:moveTo>
                    <a:pt x="6" y="0"/>
                  </a:moveTo>
                  <a:cubicBezTo>
                    <a:pt x="9" y="0"/>
                    <a:pt x="11" y="12"/>
                    <a:pt x="11" y="14"/>
                  </a:cubicBezTo>
                  <a:cubicBezTo>
                    <a:pt x="12" y="20"/>
                    <a:pt x="12" y="26"/>
                    <a:pt x="12" y="32"/>
                  </a:cubicBezTo>
                  <a:cubicBezTo>
                    <a:pt x="9" y="28"/>
                    <a:pt x="6" y="23"/>
                    <a:pt x="4" y="19"/>
                  </a:cubicBezTo>
                  <a:cubicBezTo>
                    <a:pt x="2" y="17"/>
                    <a:pt x="2" y="15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0" name="Freeform 3512">
              <a:extLst>
                <a:ext uri="{FF2B5EF4-FFF2-40B4-BE49-F238E27FC236}">
                  <a16:creationId xmlns:a16="http://schemas.microsoft.com/office/drawing/2014/main" id="{34B6BE68-6EC3-422D-A734-CA2AE4299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130"/>
              <a:ext cx="33" cy="96"/>
            </a:xfrm>
            <a:custGeom>
              <a:avLst/>
              <a:gdLst>
                <a:gd name="T0" fmla="*/ 8 w 16"/>
                <a:gd name="T1" fmla="*/ 0 h 44"/>
                <a:gd name="T2" fmla="*/ 0 w 16"/>
                <a:gd name="T3" fmla="*/ 52 h 44"/>
                <a:gd name="T4" fmla="*/ 17 w 16"/>
                <a:gd name="T5" fmla="*/ 229 h 44"/>
                <a:gd name="T6" fmla="*/ 89 w 16"/>
                <a:gd name="T7" fmla="*/ 404 h 44"/>
                <a:gd name="T8" fmla="*/ 132 w 16"/>
                <a:gd name="T9" fmla="*/ 456 h 44"/>
                <a:gd name="T10" fmla="*/ 132 w 16"/>
                <a:gd name="T11" fmla="*/ 439 h 44"/>
                <a:gd name="T12" fmla="*/ 116 w 16"/>
                <a:gd name="T13" fmla="*/ 323 h 44"/>
                <a:gd name="T14" fmla="*/ 97 w 16"/>
                <a:gd name="T15" fmla="*/ 166 h 44"/>
                <a:gd name="T16" fmla="*/ 72 w 16"/>
                <a:gd name="T17" fmla="*/ 72 h 44"/>
                <a:gd name="T18" fmla="*/ 60 w 16"/>
                <a:gd name="T19" fmla="*/ 2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44">
                  <a:moveTo>
                    <a:pt x="1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1" y="11"/>
                    <a:pt x="1" y="16"/>
                    <a:pt x="2" y="22"/>
                  </a:cubicBezTo>
                  <a:cubicBezTo>
                    <a:pt x="3" y="28"/>
                    <a:pt x="6" y="34"/>
                    <a:pt x="10" y="39"/>
                  </a:cubicBezTo>
                  <a:cubicBezTo>
                    <a:pt x="12" y="40"/>
                    <a:pt x="14" y="42"/>
                    <a:pt x="15" y="44"/>
                  </a:cubicBezTo>
                  <a:cubicBezTo>
                    <a:pt x="16" y="44"/>
                    <a:pt x="15" y="43"/>
                    <a:pt x="15" y="42"/>
                  </a:cubicBezTo>
                  <a:cubicBezTo>
                    <a:pt x="15" y="38"/>
                    <a:pt x="14" y="35"/>
                    <a:pt x="13" y="31"/>
                  </a:cubicBezTo>
                  <a:cubicBezTo>
                    <a:pt x="13" y="26"/>
                    <a:pt x="12" y="21"/>
                    <a:pt x="11" y="16"/>
                  </a:cubicBezTo>
                  <a:cubicBezTo>
                    <a:pt x="10" y="13"/>
                    <a:pt x="9" y="10"/>
                    <a:pt x="8" y="7"/>
                  </a:cubicBezTo>
                  <a:cubicBezTo>
                    <a:pt x="8" y="6"/>
                    <a:pt x="6" y="3"/>
                    <a:pt x="7" y="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1" name="Freeform 3513">
              <a:extLst>
                <a:ext uri="{FF2B5EF4-FFF2-40B4-BE49-F238E27FC236}">
                  <a16:creationId xmlns:a16="http://schemas.microsoft.com/office/drawing/2014/main" id="{4FD407D7-FEF9-4120-A706-70F47648A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084"/>
              <a:ext cx="28" cy="81"/>
            </a:xfrm>
            <a:custGeom>
              <a:avLst/>
              <a:gdLst>
                <a:gd name="T0" fmla="*/ 0 w 14"/>
                <a:gd name="T1" fmla="*/ 0 h 37"/>
                <a:gd name="T2" fmla="*/ 0 w 14"/>
                <a:gd name="T3" fmla="*/ 61 h 37"/>
                <a:gd name="T4" fmla="*/ 32 w 14"/>
                <a:gd name="T5" fmla="*/ 230 h 37"/>
                <a:gd name="T6" fmla="*/ 88 w 14"/>
                <a:gd name="T7" fmla="*/ 346 h 37"/>
                <a:gd name="T8" fmla="*/ 112 w 14"/>
                <a:gd name="T9" fmla="*/ 38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12"/>
                    <a:pt x="2" y="17"/>
                    <a:pt x="4" y="22"/>
                  </a:cubicBezTo>
                  <a:cubicBezTo>
                    <a:pt x="6" y="25"/>
                    <a:pt x="9" y="29"/>
                    <a:pt x="11" y="33"/>
                  </a:cubicBezTo>
                  <a:cubicBezTo>
                    <a:pt x="12" y="34"/>
                    <a:pt x="14" y="37"/>
                    <a:pt x="14" y="3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2" name="Freeform 3514">
              <a:extLst>
                <a:ext uri="{FF2B5EF4-FFF2-40B4-BE49-F238E27FC236}">
                  <a16:creationId xmlns:a16="http://schemas.microsoft.com/office/drawing/2014/main" id="{1DB0E436-D67F-4B84-AD01-D241A5D5F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075"/>
              <a:ext cx="18" cy="90"/>
            </a:xfrm>
            <a:custGeom>
              <a:avLst/>
              <a:gdLst>
                <a:gd name="T0" fmla="*/ 64 w 9"/>
                <a:gd name="T1" fmla="*/ 0 h 41"/>
                <a:gd name="T2" fmla="*/ 64 w 9"/>
                <a:gd name="T3" fmla="*/ 169 h 41"/>
                <a:gd name="T4" fmla="*/ 48 w 9"/>
                <a:gd name="T5" fmla="*/ 362 h 41"/>
                <a:gd name="T6" fmla="*/ 24 w 9"/>
                <a:gd name="T7" fmla="*/ 415 h 41"/>
                <a:gd name="T8" fmla="*/ 0 w 9"/>
                <a:gd name="T9" fmla="*/ 43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1">
                  <a:moveTo>
                    <a:pt x="8" y="0"/>
                  </a:moveTo>
                  <a:cubicBezTo>
                    <a:pt x="9" y="5"/>
                    <a:pt x="9" y="10"/>
                    <a:pt x="8" y="16"/>
                  </a:cubicBezTo>
                  <a:cubicBezTo>
                    <a:pt x="8" y="22"/>
                    <a:pt x="9" y="29"/>
                    <a:pt x="6" y="34"/>
                  </a:cubicBezTo>
                  <a:cubicBezTo>
                    <a:pt x="5" y="36"/>
                    <a:pt x="4" y="38"/>
                    <a:pt x="3" y="39"/>
                  </a:cubicBezTo>
                  <a:cubicBezTo>
                    <a:pt x="2" y="40"/>
                    <a:pt x="1" y="40"/>
                    <a:pt x="0" y="4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3" name="Freeform 3515">
              <a:extLst>
                <a:ext uri="{FF2B5EF4-FFF2-40B4-BE49-F238E27FC236}">
                  <a16:creationId xmlns:a16="http://schemas.microsoft.com/office/drawing/2014/main" id="{8B5AECB2-D217-4D74-8582-D24D51C02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139"/>
              <a:ext cx="41" cy="54"/>
            </a:xfrm>
            <a:custGeom>
              <a:avLst/>
              <a:gdLst>
                <a:gd name="T0" fmla="*/ 0 w 20"/>
                <a:gd name="T1" fmla="*/ 0 h 25"/>
                <a:gd name="T2" fmla="*/ 121 w 20"/>
                <a:gd name="T3" fmla="*/ 225 h 25"/>
                <a:gd name="T4" fmla="*/ 172 w 20"/>
                <a:gd name="T5" fmla="*/ 25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3" y="8"/>
                    <a:pt x="6" y="17"/>
                    <a:pt x="14" y="22"/>
                  </a:cubicBezTo>
                  <a:cubicBezTo>
                    <a:pt x="16" y="23"/>
                    <a:pt x="18" y="24"/>
                    <a:pt x="20" y="2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4" name="Freeform 3516">
              <a:extLst>
                <a:ext uri="{FF2B5EF4-FFF2-40B4-BE49-F238E27FC236}">
                  <a16:creationId xmlns:a16="http://schemas.microsoft.com/office/drawing/2014/main" id="{283845DD-5BD1-4DCA-B230-6CFA1711D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215"/>
              <a:ext cx="29" cy="109"/>
            </a:xfrm>
            <a:custGeom>
              <a:avLst/>
              <a:gdLst>
                <a:gd name="T0" fmla="*/ 8 w 14"/>
                <a:gd name="T1" fmla="*/ 44 h 50"/>
                <a:gd name="T2" fmla="*/ 8 w 14"/>
                <a:gd name="T3" fmla="*/ 218 h 50"/>
                <a:gd name="T4" fmla="*/ 44 w 14"/>
                <a:gd name="T5" fmla="*/ 395 h 50"/>
                <a:gd name="T6" fmla="*/ 91 w 14"/>
                <a:gd name="T7" fmla="*/ 519 h 50"/>
                <a:gd name="T8" fmla="*/ 81 w 14"/>
                <a:gd name="T9" fmla="*/ 157 h 50"/>
                <a:gd name="T10" fmla="*/ 35 w 14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50">
                  <a:moveTo>
                    <a:pt x="1" y="4"/>
                  </a:moveTo>
                  <a:cubicBezTo>
                    <a:pt x="1" y="9"/>
                    <a:pt x="0" y="15"/>
                    <a:pt x="1" y="21"/>
                  </a:cubicBezTo>
                  <a:cubicBezTo>
                    <a:pt x="2" y="27"/>
                    <a:pt x="4" y="33"/>
                    <a:pt x="5" y="38"/>
                  </a:cubicBezTo>
                  <a:cubicBezTo>
                    <a:pt x="6" y="42"/>
                    <a:pt x="7" y="48"/>
                    <a:pt x="10" y="50"/>
                  </a:cubicBezTo>
                  <a:cubicBezTo>
                    <a:pt x="14" y="39"/>
                    <a:pt x="11" y="26"/>
                    <a:pt x="9" y="15"/>
                  </a:cubicBezTo>
                  <a:cubicBezTo>
                    <a:pt x="8" y="9"/>
                    <a:pt x="7" y="5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5" name="Freeform 3517">
              <a:extLst>
                <a:ext uri="{FF2B5EF4-FFF2-40B4-BE49-F238E27FC236}">
                  <a16:creationId xmlns:a16="http://schemas.microsoft.com/office/drawing/2014/main" id="{A90615CE-4AC6-4D6C-9385-3420A7FBD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60"/>
              <a:ext cx="23" cy="101"/>
            </a:xfrm>
            <a:custGeom>
              <a:avLst/>
              <a:gdLst>
                <a:gd name="T0" fmla="*/ 44 w 11"/>
                <a:gd name="T1" fmla="*/ 487 h 46"/>
                <a:gd name="T2" fmla="*/ 0 w 11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5" y="46"/>
                  </a:moveTo>
                  <a:cubicBezTo>
                    <a:pt x="11" y="32"/>
                    <a:pt x="9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6" name="Freeform 3518">
              <a:extLst>
                <a:ext uri="{FF2B5EF4-FFF2-40B4-BE49-F238E27FC236}">
                  <a16:creationId xmlns:a16="http://schemas.microsoft.com/office/drawing/2014/main" id="{9BB00573-6F3E-4BAE-BC8C-001FE2F4D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167"/>
              <a:ext cx="14" cy="70"/>
            </a:xfrm>
            <a:custGeom>
              <a:avLst/>
              <a:gdLst>
                <a:gd name="T0" fmla="*/ 16 w 7"/>
                <a:gd name="T1" fmla="*/ 0 h 32"/>
                <a:gd name="T2" fmla="*/ 32 w 7"/>
                <a:gd name="T3" fmla="*/ 210 h 32"/>
                <a:gd name="T4" fmla="*/ 0 w 7"/>
                <a:gd name="T5" fmla="*/ 33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2" y="0"/>
                  </a:moveTo>
                  <a:cubicBezTo>
                    <a:pt x="7" y="5"/>
                    <a:pt x="5" y="14"/>
                    <a:pt x="4" y="20"/>
                  </a:cubicBezTo>
                  <a:cubicBezTo>
                    <a:pt x="3" y="22"/>
                    <a:pt x="2" y="31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7" name="Freeform 3519">
              <a:extLst>
                <a:ext uri="{FF2B5EF4-FFF2-40B4-BE49-F238E27FC236}">
                  <a16:creationId xmlns:a16="http://schemas.microsoft.com/office/drawing/2014/main" id="{5A4BB4D1-C939-45C6-B696-469605EC6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217"/>
              <a:ext cx="27" cy="94"/>
            </a:xfrm>
            <a:custGeom>
              <a:avLst/>
              <a:gdLst>
                <a:gd name="T0" fmla="*/ 64 w 13"/>
                <a:gd name="T1" fmla="*/ 0 h 43"/>
                <a:gd name="T2" fmla="*/ 116 w 13"/>
                <a:gd name="T3" fmla="*/ 448 h 43"/>
                <a:gd name="T4" fmla="*/ 0 w 13"/>
                <a:gd name="T5" fmla="*/ 22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3">
                  <a:moveTo>
                    <a:pt x="7" y="0"/>
                  </a:moveTo>
                  <a:cubicBezTo>
                    <a:pt x="13" y="14"/>
                    <a:pt x="13" y="28"/>
                    <a:pt x="13" y="43"/>
                  </a:cubicBezTo>
                  <a:cubicBezTo>
                    <a:pt x="10" y="35"/>
                    <a:pt x="3" y="29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8" name="Freeform 3520">
              <a:extLst>
                <a:ext uri="{FF2B5EF4-FFF2-40B4-BE49-F238E27FC236}">
                  <a16:creationId xmlns:a16="http://schemas.microsoft.com/office/drawing/2014/main" id="{5F161A1E-3A4C-4078-A128-8E311DF18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189"/>
              <a:ext cx="21" cy="107"/>
            </a:xfrm>
            <a:custGeom>
              <a:avLst/>
              <a:gdLst>
                <a:gd name="T0" fmla="*/ 36 w 10"/>
                <a:gd name="T1" fmla="*/ 0 h 49"/>
                <a:gd name="T2" fmla="*/ 36 w 10"/>
                <a:gd name="T3" fmla="*/ 378 h 49"/>
                <a:gd name="T4" fmla="*/ 0 w 10"/>
                <a:gd name="T5" fmla="*/ 5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9">
                  <a:moveTo>
                    <a:pt x="4" y="0"/>
                  </a:moveTo>
                  <a:cubicBezTo>
                    <a:pt x="10" y="9"/>
                    <a:pt x="7" y="27"/>
                    <a:pt x="4" y="36"/>
                  </a:cubicBezTo>
                  <a:cubicBezTo>
                    <a:pt x="3" y="41"/>
                    <a:pt x="2" y="45"/>
                    <a:pt x="0" y="4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9" name="Freeform 3521">
              <a:extLst>
                <a:ext uri="{FF2B5EF4-FFF2-40B4-BE49-F238E27FC236}">
                  <a16:creationId xmlns:a16="http://schemas.microsoft.com/office/drawing/2014/main" id="{64E0E9BC-9E64-4E57-9C14-6C9E5D421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213"/>
              <a:ext cx="35" cy="127"/>
            </a:xfrm>
            <a:custGeom>
              <a:avLst/>
              <a:gdLst>
                <a:gd name="T0" fmla="*/ 8 w 17"/>
                <a:gd name="T1" fmla="*/ 0 h 58"/>
                <a:gd name="T2" fmla="*/ 0 w 17"/>
                <a:gd name="T3" fmla="*/ 158 h 58"/>
                <a:gd name="T4" fmla="*/ 25 w 17"/>
                <a:gd name="T5" fmla="*/ 346 h 58"/>
                <a:gd name="T6" fmla="*/ 148 w 17"/>
                <a:gd name="T7" fmla="*/ 609 h 58"/>
                <a:gd name="T8" fmla="*/ 140 w 17"/>
                <a:gd name="T9" fmla="*/ 484 h 58"/>
                <a:gd name="T10" fmla="*/ 97 w 17"/>
                <a:gd name="T11" fmla="*/ 254 h 58"/>
                <a:gd name="T12" fmla="*/ 43 w 17"/>
                <a:gd name="T13" fmla="*/ 6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8">
                  <a:moveTo>
                    <a:pt x="1" y="0"/>
                  </a:moveTo>
                  <a:cubicBezTo>
                    <a:pt x="1" y="5"/>
                    <a:pt x="0" y="10"/>
                    <a:pt x="0" y="15"/>
                  </a:cubicBezTo>
                  <a:cubicBezTo>
                    <a:pt x="1" y="21"/>
                    <a:pt x="1" y="27"/>
                    <a:pt x="3" y="33"/>
                  </a:cubicBezTo>
                  <a:cubicBezTo>
                    <a:pt x="5" y="42"/>
                    <a:pt x="11" y="52"/>
                    <a:pt x="17" y="58"/>
                  </a:cubicBezTo>
                  <a:cubicBezTo>
                    <a:pt x="16" y="55"/>
                    <a:pt x="16" y="50"/>
                    <a:pt x="16" y="46"/>
                  </a:cubicBezTo>
                  <a:cubicBezTo>
                    <a:pt x="15" y="38"/>
                    <a:pt x="13" y="31"/>
                    <a:pt x="11" y="24"/>
                  </a:cubicBezTo>
                  <a:cubicBezTo>
                    <a:pt x="10" y="18"/>
                    <a:pt x="7" y="12"/>
                    <a:pt x="5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0" name="Freeform 3522">
              <a:extLst>
                <a:ext uri="{FF2B5EF4-FFF2-40B4-BE49-F238E27FC236}">
                  <a16:creationId xmlns:a16="http://schemas.microsoft.com/office/drawing/2014/main" id="{E98BC414-718F-4846-9314-03CD46A9A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250"/>
              <a:ext cx="23" cy="74"/>
            </a:xfrm>
            <a:custGeom>
              <a:avLst/>
              <a:gdLst>
                <a:gd name="T0" fmla="*/ 8 w 11"/>
                <a:gd name="T1" fmla="*/ 0 h 34"/>
                <a:gd name="T2" fmla="*/ 8 w 11"/>
                <a:gd name="T3" fmla="*/ 176 h 34"/>
                <a:gd name="T4" fmla="*/ 100 w 11"/>
                <a:gd name="T5" fmla="*/ 350 h 34"/>
                <a:gd name="T6" fmla="*/ 100 w 11"/>
                <a:gd name="T7" fmla="*/ 20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4">
                  <a:moveTo>
                    <a:pt x="1" y="0"/>
                  </a:moveTo>
                  <a:cubicBezTo>
                    <a:pt x="1" y="6"/>
                    <a:pt x="0" y="11"/>
                    <a:pt x="1" y="17"/>
                  </a:cubicBezTo>
                  <a:cubicBezTo>
                    <a:pt x="2" y="24"/>
                    <a:pt x="7" y="28"/>
                    <a:pt x="11" y="34"/>
                  </a:cubicBezTo>
                  <a:cubicBezTo>
                    <a:pt x="10" y="30"/>
                    <a:pt x="9" y="23"/>
                    <a:pt x="11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1" name="Freeform 3523">
              <a:extLst>
                <a:ext uri="{FF2B5EF4-FFF2-40B4-BE49-F238E27FC236}">
                  <a16:creationId xmlns:a16="http://schemas.microsoft.com/office/drawing/2014/main" id="{9459A1E9-7DDA-4B91-A3B1-DB067D372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303"/>
              <a:ext cx="29" cy="91"/>
            </a:xfrm>
            <a:custGeom>
              <a:avLst/>
              <a:gdLst>
                <a:gd name="T0" fmla="*/ 0 w 14"/>
                <a:gd name="T1" fmla="*/ 104 h 42"/>
                <a:gd name="T2" fmla="*/ 64 w 14"/>
                <a:gd name="T3" fmla="*/ 427 h 42"/>
                <a:gd name="T4" fmla="*/ 81 w 14"/>
                <a:gd name="T5" fmla="*/ 347 h 42"/>
                <a:gd name="T6" fmla="*/ 116 w 14"/>
                <a:gd name="T7" fmla="*/ 184 h 42"/>
                <a:gd name="T8" fmla="*/ 116 w 14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2">
                  <a:moveTo>
                    <a:pt x="0" y="10"/>
                  </a:moveTo>
                  <a:cubicBezTo>
                    <a:pt x="0" y="19"/>
                    <a:pt x="1" y="34"/>
                    <a:pt x="7" y="42"/>
                  </a:cubicBezTo>
                  <a:cubicBezTo>
                    <a:pt x="9" y="40"/>
                    <a:pt x="9" y="36"/>
                    <a:pt x="9" y="34"/>
                  </a:cubicBezTo>
                  <a:cubicBezTo>
                    <a:pt x="10" y="28"/>
                    <a:pt x="12" y="23"/>
                    <a:pt x="13" y="18"/>
                  </a:cubicBezTo>
                  <a:cubicBezTo>
                    <a:pt x="14" y="12"/>
                    <a:pt x="14" y="6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2" name="Freeform 3524">
              <a:extLst>
                <a:ext uri="{FF2B5EF4-FFF2-40B4-BE49-F238E27FC236}">
                  <a16:creationId xmlns:a16="http://schemas.microsoft.com/office/drawing/2014/main" id="{5615E23E-0A62-4D06-A988-B0B0E47E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305"/>
              <a:ext cx="35" cy="74"/>
            </a:xfrm>
            <a:custGeom>
              <a:avLst/>
              <a:gdLst>
                <a:gd name="T0" fmla="*/ 0 w 17"/>
                <a:gd name="T1" fmla="*/ 0 h 34"/>
                <a:gd name="T2" fmla="*/ 16 w 17"/>
                <a:gd name="T3" fmla="*/ 157 h 34"/>
                <a:gd name="T4" fmla="*/ 80 w 17"/>
                <a:gd name="T5" fmla="*/ 350 h 34"/>
                <a:gd name="T6" fmla="*/ 140 w 17"/>
                <a:gd name="T7" fmla="*/ 194 h 34"/>
                <a:gd name="T8" fmla="*/ 140 w 17"/>
                <a:gd name="T9" fmla="*/ 6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4">
                  <a:moveTo>
                    <a:pt x="0" y="0"/>
                  </a:moveTo>
                  <a:cubicBezTo>
                    <a:pt x="0" y="5"/>
                    <a:pt x="1" y="10"/>
                    <a:pt x="2" y="15"/>
                  </a:cubicBezTo>
                  <a:cubicBezTo>
                    <a:pt x="3" y="21"/>
                    <a:pt x="5" y="30"/>
                    <a:pt x="9" y="34"/>
                  </a:cubicBezTo>
                  <a:cubicBezTo>
                    <a:pt x="9" y="29"/>
                    <a:pt x="15" y="25"/>
                    <a:pt x="16" y="19"/>
                  </a:cubicBezTo>
                  <a:cubicBezTo>
                    <a:pt x="17" y="15"/>
                    <a:pt x="15" y="10"/>
                    <a:pt x="16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3" name="Freeform 3525">
              <a:extLst>
                <a:ext uri="{FF2B5EF4-FFF2-40B4-BE49-F238E27FC236}">
                  <a16:creationId xmlns:a16="http://schemas.microsoft.com/office/drawing/2014/main" id="{7235C1C4-5A15-41ED-BF75-2E5EB9AB5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392"/>
              <a:ext cx="26" cy="94"/>
            </a:xfrm>
            <a:custGeom>
              <a:avLst/>
              <a:gdLst>
                <a:gd name="T0" fmla="*/ 0 w 13"/>
                <a:gd name="T1" fmla="*/ 9 h 43"/>
                <a:gd name="T2" fmla="*/ 24 w 13"/>
                <a:gd name="T3" fmla="*/ 262 h 43"/>
                <a:gd name="T4" fmla="*/ 80 w 13"/>
                <a:gd name="T5" fmla="*/ 448 h 43"/>
                <a:gd name="T6" fmla="*/ 96 w 13"/>
                <a:gd name="T7" fmla="*/ 378 h 43"/>
                <a:gd name="T8" fmla="*/ 64 w 13"/>
                <a:gd name="T9" fmla="*/ 149 h 43"/>
                <a:gd name="T10" fmla="*/ 8 w 13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3">
                  <a:moveTo>
                    <a:pt x="0" y="1"/>
                  </a:moveTo>
                  <a:cubicBezTo>
                    <a:pt x="0" y="9"/>
                    <a:pt x="1" y="17"/>
                    <a:pt x="3" y="25"/>
                  </a:cubicBezTo>
                  <a:cubicBezTo>
                    <a:pt x="5" y="31"/>
                    <a:pt x="6" y="38"/>
                    <a:pt x="10" y="43"/>
                  </a:cubicBezTo>
                  <a:cubicBezTo>
                    <a:pt x="11" y="41"/>
                    <a:pt x="12" y="38"/>
                    <a:pt x="12" y="36"/>
                  </a:cubicBezTo>
                  <a:cubicBezTo>
                    <a:pt x="13" y="29"/>
                    <a:pt x="11" y="20"/>
                    <a:pt x="8" y="14"/>
                  </a:cubicBezTo>
                  <a:cubicBezTo>
                    <a:pt x="7" y="10"/>
                    <a:pt x="1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4" name="Freeform 3526">
              <a:extLst>
                <a:ext uri="{FF2B5EF4-FFF2-40B4-BE49-F238E27FC236}">
                  <a16:creationId xmlns:a16="http://schemas.microsoft.com/office/drawing/2014/main" id="{8CC8FFD9-4AA8-4DDA-904E-7FEEA74D6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377"/>
              <a:ext cx="9" cy="87"/>
            </a:xfrm>
            <a:custGeom>
              <a:avLst/>
              <a:gdLst>
                <a:gd name="T0" fmla="*/ 25 w 4"/>
                <a:gd name="T1" fmla="*/ 0 h 40"/>
                <a:gd name="T2" fmla="*/ 36 w 4"/>
                <a:gd name="T3" fmla="*/ 289 h 40"/>
                <a:gd name="T4" fmla="*/ 0 w 4"/>
                <a:gd name="T5" fmla="*/ 41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0">
                  <a:moveTo>
                    <a:pt x="2" y="0"/>
                  </a:moveTo>
                  <a:cubicBezTo>
                    <a:pt x="2" y="9"/>
                    <a:pt x="4" y="18"/>
                    <a:pt x="3" y="28"/>
                  </a:cubicBezTo>
                  <a:cubicBezTo>
                    <a:pt x="3" y="31"/>
                    <a:pt x="3" y="38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5" name="Freeform 3527">
              <a:extLst>
                <a:ext uri="{FF2B5EF4-FFF2-40B4-BE49-F238E27FC236}">
                  <a16:creationId xmlns:a16="http://schemas.microsoft.com/office/drawing/2014/main" id="{7C29656B-6A68-494B-BB77-317598D78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346"/>
              <a:ext cx="20" cy="96"/>
            </a:xfrm>
            <a:custGeom>
              <a:avLst/>
              <a:gdLst>
                <a:gd name="T0" fmla="*/ 0 w 10"/>
                <a:gd name="T1" fmla="*/ 456 h 44"/>
                <a:gd name="T2" fmla="*/ 72 w 10"/>
                <a:gd name="T3" fmla="*/ 157 h 44"/>
                <a:gd name="T4" fmla="*/ 48 w 1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4">
                  <a:moveTo>
                    <a:pt x="0" y="44"/>
                  </a:moveTo>
                  <a:cubicBezTo>
                    <a:pt x="6" y="36"/>
                    <a:pt x="10" y="25"/>
                    <a:pt x="9" y="15"/>
                  </a:cubicBezTo>
                  <a:cubicBezTo>
                    <a:pt x="8" y="10"/>
                    <a:pt x="6" y="5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6" name="Freeform 3528">
              <a:extLst>
                <a:ext uri="{FF2B5EF4-FFF2-40B4-BE49-F238E27FC236}">
                  <a16:creationId xmlns:a16="http://schemas.microsoft.com/office/drawing/2014/main" id="{BA95AE37-F0CA-45A8-A4B3-07F4CBCDF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320"/>
              <a:ext cx="39" cy="103"/>
            </a:xfrm>
            <a:custGeom>
              <a:avLst/>
              <a:gdLst>
                <a:gd name="T0" fmla="*/ 0 w 19"/>
                <a:gd name="T1" fmla="*/ 0 h 47"/>
                <a:gd name="T2" fmla="*/ 8 w 19"/>
                <a:gd name="T3" fmla="*/ 85 h 47"/>
                <a:gd name="T4" fmla="*/ 43 w 19"/>
                <a:gd name="T5" fmla="*/ 241 h 47"/>
                <a:gd name="T6" fmla="*/ 156 w 19"/>
                <a:gd name="T7" fmla="*/ 495 h 47"/>
                <a:gd name="T8" fmla="*/ 148 w 19"/>
                <a:gd name="T9" fmla="*/ 399 h 47"/>
                <a:gd name="T10" fmla="*/ 123 w 19"/>
                <a:gd name="T11" fmla="*/ 254 h 47"/>
                <a:gd name="T12" fmla="*/ 68 w 19"/>
                <a:gd name="T13" fmla="*/ 7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7">
                  <a:moveTo>
                    <a:pt x="0" y="0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1" y="13"/>
                    <a:pt x="3" y="18"/>
                    <a:pt x="5" y="23"/>
                  </a:cubicBezTo>
                  <a:cubicBezTo>
                    <a:pt x="8" y="32"/>
                    <a:pt x="12" y="40"/>
                    <a:pt x="18" y="47"/>
                  </a:cubicBezTo>
                  <a:cubicBezTo>
                    <a:pt x="19" y="45"/>
                    <a:pt x="18" y="41"/>
                    <a:pt x="17" y="38"/>
                  </a:cubicBezTo>
                  <a:cubicBezTo>
                    <a:pt x="16" y="34"/>
                    <a:pt x="16" y="29"/>
                    <a:pt x="14" y="24"/>
                  </a:cubicBezTo>
                  <a:cubicBezTo>
                    <a:pt x="13" y="18"/>
                    <a:pt x="10" y="13"/>
                    <a:pt x="8" y="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7" name="Freeform 3529">
              <a:extLst>
                <a:ext uri="{FF2B5EF4-FFF2-40B4-BE49-F238E27FC236}">
                  <a16:creationId xmlns:a16="http://schemas.microsoft.com/office/drawing/2014/main" id="{534AC90B-2685-4C77-ABBC-88AE8E462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368"/>
              <a:ext cx="27" cy="57"/>
            </a:xfrm>
            <a:custGeom>
              <a:avLst/>
              <a:gdLst>
                <a:gd name="T0" fmla="*/ 0 w 13"/>
                <a:gd name="T1" fmla="*/ 0 h 26"/>
                <a:gd name="T2" fmla="*/ 116 w 13"/>
                <a:gd name="T3" fmla="*/ 274 h 26"/>
                <a:gd name="T4" fmla="*/ 108 w 13"/>
                <a:gd name="T5" fmla="*/ 6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1" y="8"/>
                    <a:pt x="5" y="22"/>
                    <a:pt x="13" y="26"/>
                  </a:cubicBezTo>
                  <a:cubicBezTo>
                    <a:pt x="11" y="21"/>
                    <a:pt x="11" y="11"/>
                    <a:pt x="12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8" name="Freeform 3530">
              <a:extLst>
                <a:ext uri="{FF2B5EF4-FFF2-40B4-BE49-F238E27FC236}">
                  <a16:creationId xmlns:a16="http://schemas.microsoft.com/office/drawing/2014/main" id="{64B61866-33B8-4FAB-BA20-877D3310B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432"/>
              <a:ext cx="25" cy="100"/>
            </a:xfrm>
            <a:custGeom>
              <a:avLst/>
              <a:gdLst>
                <a:gd name="T0" fmla="*/ 0 w 12"/>
                <a:gd name="T1" fmla="*/ 278 h 46"/>
                <a:gd name="T2" fmla="*/ 100 w 12"/>
                <a:gd name="T3" fmla="*/ 472 h 46"/>
                <a:gd name="T4" fmla="*/ 100 w 12"/>
                <a:gd name="T5" fmla="*/ 270 h 46"/>
                <a:gd name="T6" fmla="*/ 100 w 12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6">
                  <a:moveTo>
                    <a:pt x="0" y="27"/>
                  </a:moveTo>
                  <a:cubicBezTo>
                    <a:pt x="1" y="34"/>
                    <a:pt x="5" y="42"/>
                    <a:pt x="11" y="46"/>
                  </a:cubicBezTo>
                  <a:cubicBezTo>
                    <a:pt x="11" y="39"/>
                    <a:pt x="10" y="32"/>
                    <a:pt x="11" y="26"/>
                  </a:cubicBezTo>
                  <a:cubicBezTo>
                    <a:pt x="12" y="10"/>
                    <a:pt x="11" y="0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9" name="Freeform 3531">
              <a:extLst>
                <a:ext uri="{FF2B5EF4-FFF2-40B4-BE49-F238E27FC236}">
                  <a16:creationId xmlns:a16="http://schemas.microsoft.com/office/drawing/2014/main" id="{E5B2C50A-F7C2-4949-B338-20A9D458F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519"/>
              <a:ext cx="23" cy="66"/>
            </a:xfrm>
            <a:custGeom>
              <a:avLst/>
              <a:gdLst>
                <a:gd name="T0" fmla="*/ 8 w 11"/>
                <a:gd name="T1" fmla="*/ 0 h 30"/>
                <a:gd name="T2" fmla="*/ 8 w 11"/>
                <a:gd name="T3" fmla="*/ 117 h 30"/>
                <a:gd name="T4" fmla="*/ 65 w 11"/>
                <a:gd name="T5" fmla="*/ 319 h 30"/>
                <a:gd name="T6" fmla="*/ 75 w 11"/>
                <a:gd name="T7" fmla="*/ 5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0">
                  <a:moveTo>
                    <a:pt x="1" y="0"/>
                  </a:moveTo>
                  <a:cubicBezTo>
                    <a:pt x="0" y="3"/>
                    <a:pt x="0" y="7"/>
                    <a:pt x="1" y="11"/>
                  </a:cubicBezTo>
                  <a:cubicBezTo>
                    <a:pt x="2" y="17"/>
                    <a:pt x="5" y="24"/>
                    <a:pt x="7" y="30"/>
                  </a:cubicBezTo>
                  <a:cubicBezTo>
                    <a:pt x="8" y="23"/>
                    <a:pt x="11" y="13"/>
                    <a:pt x="8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0" name="Freeform 3532">
              <a:extLst>
                <a:ext uri="{FF2B5EF4-FFF2-40B4-BE49-F238E27FC236}">
                  <a16:creationId xmlns:a16="http://schemas.microsoft.com/office/drawing/2014/main" id="{CC47F4E9-546C-4C0E-B09F-358228ABC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563"/>
              <a:ext cx="20" cy="78"/>
            </a:xfrm>
            <a:custGeom>
              <a:avLst/>
              <a:gdLst>
                <a:gd name="T0" fmla="*/ 8 w 10"/>
                <a:gd name="T1" fmla="*/ 104 h 36"/>
                <a:gd name="T2" fmla="*/ 24 w 10"/>
                <a:gd name="T3" fmla="*/ 234 h 36"/>
                <a:gd name="T4" fmla="*/ 48 w 10"/>
                <a:gd name="T5" fmla="*/ 325 h 36"/>
                <a:gd name="T6" fmla="*/ 64 w 10"/>
                <a:gd name="T7" fmla="*/ 366 h 36"/>
                <a:gd name="T8" fmla="*/ 80 w 10"/>
                <a:gd name="T9" fmla="*/ 306 h 36"/>
                <a:gd name="T10" fmla="*/ 56 w 10"/>
                <a:gd name="T11" fmla="*/ 132 h 36"/>
                <a:gd name="T12" fmla="*/ 16 w 10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6">
                  <a:moveTo>
                    <a:pt x="1" y="10"/>
                  </a:moveTo>
                  <a:cubicBezTo>
                    <a:pt x="0" y="14"/>
                    <a:pt x="1" y="19"/>
                    <a:pt x="3" y="23"/>
                  </a:cubicBezTo>
                  <a:cubicBezTo>
                    <a:pt x="3" y="26"/>
                    <a:pt x="4" y="29"/>
                    <a:pt x="6" y="32"/>
                  </a:cubicBezTo>
                  <a:cubicBezTo>
                    <a:pt x="6" y="33"/>
                    <a:pt x="7" y="36"/>
                    <a:pt x="8" y="36"/>
                  </a:cubicBezTo>
                  <a:cubicBezTo>
                    <a:pt x="8" y="34"/>
                    <a:pt x="9" y="32"/>
                    <a:pt x="10" y="30"/>
                  </a:cubicBezTo>
                  <a:cubicBezTo>
                    <a:pt x="10" y="25"/>
                    <a:pt x="9" y="18"/>
                    <a:pt x="7" y="13"/>
                  </a:cubicBezTo>
                  <a:cubicBezTo>
                    <a:pt x="6" y="8"/>
                    <a:pt x="4" y="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1" name="Freeform 3533">
              <a:extLst>
                <a:ext uri="{FF2B5EF4-FFF2-40B4-BE49-F238E27FC236}">
                  <a16:creationId xmlns:a16="http://schemas.microsoft.com/office/drawing/2014/main" id="{56F165C2-EA95-402B-B2D4-DC32114D8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512"/>
              <a:ext cx="22" cy="70"/>
            </a:xfrm>
            <a:custGeom>
              <a:avLst/>
              <a:gdLst>
                <a:gd name="T0" fmla="*/ 48 w 11"/>
                <a:gd name="T1" fmla="*/ 335 h 32"/>
                <a:gd name="T2" fmla="*/ 56 w 11"/>
                <a:gd name="T3" fmla="*/ 105 h 32"/>
                <a:gd name="T4" fmla="*/ 0 w 1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2">
                  <a:moveTo>
                    <a:pt x="6" y="32"/>
                  </a:moveTo>
                  <a:cubicBezTo>
                    <a:pt x="8" y="25"/>
                    <a:pt x="11" y="17"/>
                    <a:pt x="7" y="10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2" name="Freeform 3534">
              <a:extLst>
                <a:ext uri="{FF2B5EF4-FFF2-40B4-BE49-F238E27FC236}">
                  <a16:creationId xmlns:a16="http://schemas.microsoft.com/office/drawing/2014/main" id="{8C5A8ED3-D5FD-4605-8F1A-65A64801E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458"/>
              <a:ext cx="39" cy="98"/>
            </a:xfrm>
            <a:custGeom>
              <a:avLst/>
              <a:gdLst>
                <a:gd name="T0" fmla="*/ 148 w 19"/>
                <a:gd name="T1" fmla="*/ 290 h 45"/>
                <a:gd name="T2" fmla="*/ 164 w 19"/>
                <a:gd name="T3" fmla="*/ 464 h 45"/>
                <a:gd name="T4" fmla="*/ 88 w 19"/>
                <a:gd name="T5" fmla="*/ 342 h 45"/>
                <a:gd name="T6" fmla="*/ 51 w 19"/>
                <a:gd name="T7" fmla="*/ 279 h 45"/>
                <a:gd name="T8" fmla="*/ 16 w 19"/>
                <a:gd name="T9" fmla="*/ 0 h 45"/>
                <a:gd name="T10" fmla="*/ 148 w 19"/>
                <a:gd name="T11" fmla="*/ 29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5">
                  <a:moveTo>
                    <a:pt x="17" y="28"/>
                  </a:moveTo>
                  <a:cubicBezTo>
                    <a:pt x="18" y="33"/>
                    <a:pt x="19" y="39"/>
                    <a:pt x="19" y="45"/>
                  </a:cubicBezTo>
                  <a:cubicBezTo>
                    <a:pt x="15" y="41"/>
                    <a:pt x="13" y="37"/>
                    <a:pt x="10" y="33"/>
                  </a:cubicBezTo>
                  <a:cubicBezTo>
                    <a:pt x="8" y="31"/>
                    <a:pt x="7" y="29"/>
                    <a:pt x="6" y="27"/>
                  </a:cubicBezTo>
                  <a:cubicBezTo>
                    <a:pt x="0" y="17"/>
                    <a:pt x="2" y="0"/>
                    <a:pt x="2" y="0"/>
                  </a:cubicBezTo>
                  <a:cubicBezTo>
                    <a:pt x="2" y="0"/>
                    <a:pt x="17" y="25"/>
                    <a:pt x="17" y="28"/>
                  </a:cubicBezTo>
                  <a:close/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3" name="Freeform 3535">
              <a:extLst>
                <a:ext uri="{FF2B5EF4-FFF2-40B4-BE49-F238E27FC236}">
                  <a16:creationId xmlns:a16="http://schemas.microsoft.com/office/drawing/2014/main" id="{EDF14571-FA9C-4CB2-89D0-854F23DB8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543"/>
              <a:ext cx="35" cy="96"/>
            </a:xfrm>
            <a:custGeom>
              <a:avLst/>
              <a:gdLst>
                <a:gd name="T0" fmla="*/ 0 w 17"/>
                <a:gd name="T1" fmla="*/ 0 h 44"/>
                <a:gd name="T2" fmla="*/ 0 w 17"/>
                <a:gd name="T3" fmla="*/ 61 h 44"/>
                <a:gd name="T4" fmla="*/ 25 w 17"/>
                <a:gd name="T5" fmla="*/ 229 h 44"/>
                <a:gd name="T6" fmla="*/ 97 w 17"/>
                <a:gd name="T7" fmla="*/ 404 h 44"/>
                <a:gd name="T8" fmla="*/ 148 w 17"/>
                <a:gd name="T9" fmla="*/ 456 h 44"/>
                <a:gd name="T10" fmla="*/ 148 w 17"/>
                <a:gd name="T11" fmla="*/ 439 h 44"/>
                <a:gd name="T12" fmla="*/ 124 w 17"/>
                <a:gd name="T13" fmla="*/ 323 h 44"/>
                <a:gd name="T14" fmla="*/ 97 w 17"/>
                <a:gd name="T15" fmla="*/ 166 h 44"/>
                <a:gd name="T16" fmla="*/ 68 w 17"/>
                <a:gd name="T17" fmla="*/ 72 h 44"/>
                <a:gd name="T18" fmla="*/ 51 w 17"/>
                <a:gd name="T19" fmla="*/ 2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44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0" y="11"/>
                    <a:pt x="1" y="17"/>
                    <a:pt x="3" y="22"/>
                  </a:cubicBezTo>
                  <a:cubicBezTo>
                    <a:pt x="4" y="28"/>
                    <a:pt x="7" y="34"/>
                    <a:pt x="11" y="39"/>
                  </a:cubicBezTo>
                  <a:cubicBezTo>
                    <a:pt x="13" y="40"/>
                    <a:pt x="16" y="42"/>
                    <a:pt x="17" y="44"/>
                  </a:cubicBezTo>
                  <a:cubicBezTo>
                    <a:pt x="17" y="43"/>
                    <a:pt x="17" y="43"/>
                    <a:pt x="17" y="42"/>
                  </a:cubicBezTo>
                  <a:cubicBezTo>
                    <a:pt x="16" y="38"/>
                    <a:pt x="15" y="35"/>
                    <a:pt x="14" y="31"/>
                  </a:cubicBezTo>
                  <a:cubicBezTo>
                    <a:pt x="13" y="26"/>
                    <a:pt x="12" y="21"/>
                    <a:pt x="11" y="16"/>
                  </a:cubicBezTo>
                  <a:cubicBezTo>
                    <a:pt x="10" y="13"/>
                    <a:pt x="9" y="10"/>
                    <a:pt x="8" y="7"/>
                  </a:cubicBezTo>
                  <a:cubicBezTo>
                    <a:pt x="8" y="6"/>
                    <a:pt x="6" y="3"/>
                    <a:pt x="6" y="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4" name="Freeform 3536">
              <a:extLst>
                <a:ext uri="{FF2B5EF4-FFF2-40B4-BE49-F238E27FC236}">
                  <a16:creationId xmlns:a16="http://schemas.microsoft.com/office/drawing/2014/main" id="{81B2750D-FB0F-445B-B86E-28A14FBEB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495"/>
              <a:ext cx="36" cy="85"/>
            </a:xfrm>
            <a:custGeom>
              <a:avLst/>
              <a:gdLst>
                <a:gd name="T0" fmla="*/ 0 w 18"/>
                <a:gd name="T1" fmla="*/ 0 h 39"/>
                <a:gd name="T2" fmla="*/ 24 w 18"/>
                <a:gd name="T3" fmla="*/ 96 h 39"/>
                <a:gd name="T4" fmla="*/ 64 w 18"/>
                <a:gd name="T5" fmla="*/ 246 h 39"/>
                <a:gd name="T6" fmla="*/ 120 w 18"/>
                <a:gd name="T7" fmla="*/ 351 h 39"/>
                <a:gd name="T8" fmla="*/ 144 w 18"/>
                <a:gd name="T9" fmla="*/ 40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0" y="0"/>
                  </a:moveTo>
                  <a:cubicBezTo>
                    <a:pt x="0" y="2"/>
                    <a:pt x="3" y="7"/>
                    <a:pt x="3" y="9"/>
                  </a:cubicBezTo>
                  <a:cubicBezTo>
                    <a:pt x="3" y="14"/>
                    <a:pt x="5" y="19"/>
                    <a:pt x="8" y="24"/>
                  </a:cubicBezTo>
                  <a:cubicBezTo>
                    <a:pt x="10" y="27"/>
                    <a:pt x="13" y="31"/>
                    <a:pt x="15" y="34"/>
                  </a:cubicBezTo>
                  <a:cubicBezTo>
                    <a:pt x="16" y="35"/>
                    <a:pt x="18" y="38"/>
                    <a:pt x="18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5" name="Freeform 3537">
              <a:extLst>
                <a:ext uri="{FF2B5EF4-FFF2-40B4-BE49-F238E27FC236}">
                  <a16:creationId xmlns:a16="http://schemas.microsoft.com/office/drawing/2014/main" id="{809C6E01-B992-41DB-82B4-C57DC894C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2458"/>
              <a:ext cx="27" cy="124"/>
            </a:xfrm>
            <a:custGeom>
              <a:avLst/>
              <a:gdLst>
                <a:gd name="T0" fmla="*/ 52 w 13"/>
                <a:gd name="T1" fmla="*/ 587 h 57"/>
                <a:gd name="T2" fmla="*/ 73 w 13"/>
                <a:gd name="T3" fmla="*/ 568 h 57"/>
                <a:gd name="T4" fmla="*/ 100 w 13"/>
                <a:gd name="T5" fmla="*/ 516 h 57"/>
                <a:gd name="T6" fmla="*/ 108 w 13"/>
                <a:gd name="T7" fmla="*/ 331 h 57"/>
                <a:gd name="T8" fmla="*/ 100 w 13"/>
                <a:gd name="T9" fmla="*/ 165 h 57"/>
                <a:gd name="T10" fmla="*/ 0 w 13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57">
                  <a:moveTo>
                    <a:pt x="6" y="57"/>
                  </a:moveTo>
                  <a:cubicBezTo>
                    <a:pt x="6" y="56"/>
                    <a:pt x="7" y="56"/>
                    <a:pt x="8" y="55"/>
                  </a:cubicBezTo>
                  <a:cubicBezTo>
                    <a:pt x="9" y="53"/>
                    <a:pt x="10" y="52"/>
                    <a:pt x="11" y="50"/>
                  </a:cubicBezTo>
                  <a:cubicBezTo>
                    <a:pt x="13" y="44"/>
                    <a:pt x="12" y="37"/>
                    <a:pt x="12" y="32"/>
                  </a:cubicBezTo>
                  <a:cubicBezTo>
                    <a:pt x="13" y="26"/>
                    <a:pt x="13" y="21"/>
                    <a:pt x="11" y="16"/>
                  </a:cubicBezTo>
                  <a:cubicBezTo>
                    <a:pt x="9" y="6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6" name="Freeform 3538">
              <a:extLst>
                <a:ext uri="{FF2B5EF4-FFF2-40B4-BE49-F238E27FC236}">
                  <a16:creationId xmlns:a16="http://schemas.microsoft.com/office/drawing/2014/main" id="{C8EC0671-C4EB-4CB4-9BC0-EB4632795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554"/>
              <a:ext cx="46" cy="55"/>
            </a:xfrm>
            <a:custGeom>
              <a:avLst/>
              <a:gdLst>
                <a:gd name="T0" fmla="*/ 0 w 22"/>
                <a:gd name="T1" fmla="*/ 0 h 25"/>
                <a:gd name="T2" fmla="*/ 144 w 22"/>
                <a:gd name="T3" fmla="*/ 233 h 25"/>
                <a:gd name="T4" fmla="*/ 201 w 22"/>
                <a:gd name="T5" fmla="*/ 26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0" y="0"/>
                  </a:moveTo>
                  <a:cubicBezTo>
                    <a:pt x="4" y="9"/>
                    <a:pt x="8" y="17"/>
                    <a:pt x="16" y="22"/>
                  </a:cubicBezTo>
                  <a:cubicBezTo>
                    <a:pt x="18" y="23"/>
                    <a:pt x="20" y="24"/>
                    <a:pt x="22" y="2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7" name="Freeform 3539">
              <a:extLst>
                <a:ext uri="{FF2B5EF4-FFF2-40B4-BE49-F238E27FC236}">
                  <a16:creationId xmlns:a16="http://schemas.microsoft.com/office/drawing/2014/main" id="{BD5AA460-EAFE-4A4C-A7C6-AA725D71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633"/>
              <a:ext cx="33" cy="107"/>
            </a:xfrm>
            <a:custGeom>
              <a:avLst/>
              <a:gdLst>
                <a:gd name="T0" fmla="*/ 8 w 16"/>
                <a:gd name="T1" fmla="*/ 44 h 49"/>
                <a:gd name="T2" fmla="*/ 17 w 16"/>
                <a:gd name="T3" fmla="*/ 218 h 49"/>
                <a:gd name="T4" fmla="*/ 60 w 16"/>
                <a:gd name="T5" fmla="*/ 395 h 49"/>
                <a:gd name="T6" fmla="*/ 107 w 16"/>
                <a:gd name="T7" fmla="*/ 511 h 49"/>
                <a:gd name="T8" fmla="*/ 89 w 16"/>
                <a:gd name="T9" fmla="*/ 148 h 49"/>
                <a:gd name="T10" fmla="*/ 35 w 16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9">
                  <a:moveTo>
                    <a:pt x="1" y="4"/>
                  </a:moveTo>
                  <a:cubicBezTo>
                    <a:pt x="1" y="9"/>
                    <a:pt x="0" y="15"/>
                    <a:pt x="2" y="21"/>
                  </a:cubicBezTo>
                  <a:cubicBezTo>
                    <a:pt x="3" y="27"/>
                    <a:pt x="5" y="33"/>
                    <a:pt x="7" y="38"/>
                  </a:cubicBezTo>
                  <a:cubicBezTo>
                    <a:pt x="8" y="42"/>
                    <a:pt x="9" y="47"/>
                    <a:pt x="12" y="49"/>
                  </a:cubicBezTo>
                  <a:cubicBezTo>
                    <a:pt x="16" y="38"/>
                    <a:pt x="12" y="25"/>
                    <a:pt x="10" y="14"/>
                  </a:cubicBezTo>
                  <a:cubicBezTo>
                    <a:pt x="8" y="9"/>
                    <a:pt x="6" y="4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8" name="Freeform 3540">
              <a:extLst>
                <a:ext uri="{FF2B5EF4-FFF2-40B4-BE49-F238E27FC236}">
                  <a16:creationId xmlns:a16="http://schemas.microsoft.com/office/drawing/2014/main" id="{32CFD3F1-25B8-4FFC-ADE7-616B68696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578"/>
              <a:ext cx="27" cy="100"/>
            </a:xfrm>
            <a:custGeom>
              <a:avLst/>
              <a:gdLst>
                <a:gd name="T0" fmla="*/ 73 w 13"/>
                <a:gd name="T1" fmla="*/ 472 h 46"/>
                <a:gd name="T2" fmla="*/ 0 w 13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6">
                  <a:moveTo>
                    <a:pt x="8" y="46"/>
                  </a:moveTo>
                  <a:cubicBezTo>
                    <a:pt x="13" y="32"/>
                    <a:pt x="9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9" name="Freeform 3541">
              <a:extLst>
                <a:ext uri="{FF2B5EF4-FFF2-40B4-BE49-F238E27FC236}">
                  <a16:creationId xmlns:a16="http://schemas.microsoft.com/office/drawing/2014/main" id="{07559581-A7C7-43B7-8642-12AC89CBE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582"/>
              <a:ext cx="10" cy="70"/>
            </a:xfrm>
            <a:custGeom>
              <a:avLst/>
              <a:gdLst>
                <a:gd name="T0" fmla="*/ 8 w 5"/>
                <a:gd name="T1" fmla="*/ 0 h 32"/>
                <a:gd name="T2" fmla="*/ 24 w 5"/>
                <a:gd name="T3" fmla="*/ 210 h 32"/>
                <a:gd name="T4" fmla="*/ 0 w 5"/>
                <a:gd name="T5" fmla="*/ 33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">
                  <a:moveTo>
                    <a:pt x="1" y="0"/>
                  </a:moveTo>
                  <a:cubicBezTo>
                    <a:pt x="5" y="5"/>
                    <a:pt x="4" y="14"/>
                    <a:pt x="3" y="20"/>
                  </a:cubicBezTo>
                  <a:cubicBezTo>
                    <a:pt x="3" y="23"/>
                    <a:pt x="2" y="31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0" name="Freeform 3542">
              <a:extLst>
                <a:ext uri="{FF2B5EF4-FFF2-40B4-BE49-F238E27FC236}">
                  <a16:creationId xmlns:a16="http://schemas.microsoft.com/office/drawing/2014/main" id="{F3A553F4-2E6F-4C2E-8110-0564B90FD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633"/>
              <a:ext cx="28" cy="91"/>
            </a:xfrm>
            <a:custGeom>
              <a:avLst/>
              <a:gdLst>
                <a:gd name="T0" fmla="*/ 40 w 14"/>
                <a:gd name="T1" fmla="*/ 0 h 42"/>
                <a:gd name="T2" fmla="*/ 112 w 14"/>
                <a:gd name="T3" fmla="*/ 427 h 42"/>
                <a:gd name="T4" fmla="*/ 0 w 14"/>
                <a:gd name="T5" fmla="*/ 21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2">
                  <a:moveTo>
                    <a:pt x="5" y="0"/>
                  </a:moveTo>
                  <a:cubicBezTo>
                    <a:pt x="12" y="14"/>
                    <a:pt x="13" y="28"/>
                    <a:pt x="14" y="42"/>
                  </a:cubicBezTo>
                  <a:cubicBezTo>
                    <a:pt x="11" y="35"/>
                    <a:pt x="3" y="30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1" name="Freeform 3543">
              <a:extLst>
                <a:ext uri="{FF2B5EF4-FFF2-40B4-BE49-F238E27FC236}">
                  <a16:creationId xmlns:a16="http://schemas.microsoft.com/office/drawing/2014/main" id="{75D5F4CE-12F2-40EE-ADF6-F3D36855F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604"/>
              <a:ext cx="17" cy="107"/>
            </a:xfrm>
            <a:custGeom>
              <a:avLst/>
              <a:gdLst>
                <a:gd name="T0" fmla="*/ 19 w 8"/>
                <a:gd name="T1" fmla="*/ 0 h 49"/>
                <a:gd name="T2" fmla="*/ 40 w 8"/>
                <a:gd name="T3" fmla="*/ 378 h 49"/>
                <a:gd name="T4" fmla="*/ 0 w 8"/>
                <a:gd name="T5" fmla="*/ 5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9">
                  <a:moveTo>
                    <a:pt x="2" y="0"/>
                  </a:moveTo>
                  <a:cubicBezTo>
                    <a:pt x="8" y="8"/>
                    <a:pt x="6" y="26"/>
                    <a:pt x="4" y="36"/>
                  </a:cubicBezTo>
                  <a:cubicBezTo>
                    <a:pt x="3" y="40"/>
                    <a:pt x="2" y="44"/>
                    <a:pt x="0" y="4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2" name="Freeform 3544">
              <a:extLst>
                <a:ext uri="{FF2B5EF4-FFF2-40B4-BE49-F238E27FC236}">
                  <a16:creationId xmlns:a16="http://schemas.microsoft.com/office/drawing/2014/main" id="{4700444B-E2B9-4FB0-868B-1E18C1506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26"/>
              <a:ext cx="39" cy="125"/>
            </a:xfrm>
            <a:custGeom>
              <a:avLst/>
              <a:gdLst>
                <a:gd name="T0" fmla="*/ 0 w 19"/>
                <a:gd name="T1" fmla="*/ 0 h 57"/>
                <a:gd name="T2" fmla="*/ 0 w 19"/>
                <a:gd name="T3" fmla="*/ 158 h 57"/>
                <a:gd name="T4" fmla="*/ 33 w 19"/>
                <a:gd name="T5" fmla="*/ 346 h 57"/>
                <a:gd name="T6" fmla="*/ 164 w 19"/>
                <a:gd name="T7" fmla="*/ 601 h 57"/>
                <a:gd name="T8" fmla="*/ 156 w 19"/>
                <a:gd name="T9" fmla="*/ 476 h 57"/>
                <a:gd name="T10" fmla="*/ 105 w 19"/>
                <a:gd name="T11" fmla="*/ 254 h 57"/>
                <a:gd name="T12" fmla="*/ 43 w 19"/>
                <a:gd name="T13" fmla="*/ 64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7">
                  <a:moveTo>
                    <a:pt x="0" y="0"/>
                  </a:moveTo>
                  <a:cubicBezTo>
                    <a:pt x="1" y="5"/>
                    <a:pt x="0" y="10"/>
                    <a:pt x="0" y="15"/>
                  </a:cubicBezTo>
                  <a:cubicBezTo>
                    <a:pt x="1" y="21"/>
                    <a:pt x="2" y="27"/>
                    <a:pt x="4" y="33"/>
                  </a:cubicBezTo>
                  <a:cubicBezTo>
                    <a:pt x="7" y="41"/>
                    <a:pt x="13" y="51"/>
                    <a:pt x="19" y="57"/>
                  </a:cubicBezTo>
                  <a:cubicBezTo>
                    <a:pt x="18" y="54"/>
                    <a:pt x="18" y="49"/>
                    <a:pt x="18" y="45"/>
                  </a:cubicBezTo>
                  <a:cubicBezTo>
                    <a:pt x="17" y="38"/>
                    <a:pt x="14" y="31"/>
                    <a:pt x="12" y="24"/>
                  </a:cubicBezTo>
                  <a:cubicBezTo>
                    <a:pt x="10" y="17"/>
                    <a:pt x="7" y="12"/>
                    <a:pt x="5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3" name="Freeform 3545">
              <a:extLst>
                <a:ext uri="{FF2B5EF4-FFF2-40B4-BE49-F238E27FC236}">
                  <a16:creationId xmlns:a16="http://schemas.microsoft.com/office/drawing/2014/main" id="{B1CD1B41-59AC-482C-ADE1-BD033974E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665"/>
              <a:ext cx="26" cy="70"/>
            </a:xfrm>
            <a:custGeom>
              <a:avLst/>
              <a:gdLst>
                <a:gd name="T0" fmla="*/ 8 w 13"/>
                <a:gd name="T1" fmla="*/ 0 h 32"/>
                <a:gd name="T2" fmla="*/ 16 w 13"/>
                <a:gd name="T3" fmla="*/ 168 h 32"/>
                <a:gd name="T4" fmla="*/ 104 w 13"/>
                <a:gd name="T5" fmla="*/ 335 h 32"/>
                <a:gd name="T6" fmla="*/ 104 w 13"/>
                <a:gd name="T7" fmla="*/ 20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2">
                  <a:moveTo>
                    <a:pt x="1" y="0"/>
                  </a:moveTo>
                  <a:cubicBezTo>
                    <a:pt x="1" y="5"/>
                    <a:pt x="0" y="11"/>
                    <a:pt x="2" y="16"/>
                  </a:cubicBezTo>
                  <a:cubicBezTo>
                    <a:pt x="4" y="23"/>
                    <a:pt x="9" y="27"/>
                    <a:pt x="13" y="32"/>
                  </a:cubicBezTo>
                  <a:cubicBezTo>
                    <a:pt x="12" y="29"/>
                    <a:pt x="11" y="22"/>
                    <a:pt x="13" y="1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4" name="Freeform 3546">
              <a:extLst>
                <a:ext uri="{FF2B5EF4-FFF2-40B4-BE49-F238E27FC236}">
                  <a16:creationId xmlns:a16="http://schemas.microsoft.com/office/drawing/2014/main" id="{E004B7AB-7D3F-41C6-81CC-AB9C54356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718"/>
              <a:ext cx="28" cy="94"/>
            </a:xfrm>
            <a:custGeom>
              <a:avLst/>
              <a:gdLst>
                <a:gd name="T0" fmla="*/ 0 w 14"/>
                <a:gd name="T1" fmla="*/ 105 h 43"/>
                <a:gd name="T2" fmla="*/ 72 w 14"/>
                <a:gd name="T3" fmla="*/ 448 h 43"/>
                <a:gd name="T4" fmla="*/ 88 w 14"/>
                <a:gd name="T5" fmla="*/ 354 h 43"/>
                <a:gd name="T6" fmla="*/ 112 w 14"/>
                <a:gd name="T7" fmla="*/ 177 h 43"/>
                <a:gd name="T8" fmla="*/ 96 w 1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3">
                  <a:moveTo>
                    <a:pt x="0" y="10"/>
                  </a:moveTo>
                  <a:cubicBezTo>
                    <a:pt x="1" y="20"/>
                    <a:pt x="2" y="35"/>
                    <a:pt x="9" y="43"/>
                  </a:cubicBezTo>
                  <a:cubicBezTo>
                    <a:pt x="10" y="40"/>
                    <a:pt x="10" y="36"/>
                    <a:pt x="11" y="34"/>
                  </a:cubicBezTo>
                  <a:cubicBezTo>
                    <a:pt x="11" y="28"/>
                    <a:pt x="13" y="23"/>
                    <a:pt x="14" y="17"/>
                  </a:cubicBezTo>
                  <a:cubicBezTo>
                    <a:pt x="14" y="12"/>
                    <a:pt x="14" y="6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5" name="Freeform 3547">
              <a:extLst>
                <a:ext uri="{FF2B5EF4-FFF2-40B4-BE49-F238E27FC236}">
                  <a16:creationId xmlns:a16="http://schemas.microsoft.com/office/drawing/2014/main" id="{6126CC80-5675-4BED-BAC7-CC75E1204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720"/>
              <a:ext cx="35" cy="72"/>
            </a:xfrm>
            <a:custGeom>
              <a:avLst/>
              <a:gdLst>
                <a:gd name="T0" fmla="*/ 0 w 17"/>
                <a:gd name="T1" fmla="*/ 0 h 33"/>
                <a:gd name="T2" fmla="*/ 25 w 17"/>
                <a:gd name="T3" fmla="*/ 157 h 33"/>
                <a:gd name="T4" fmla="*/ 89 w 17"/>
                <a:gd name="T5" fmla="*/ 343 h 33"/>
                <a:gd name="T6" fmla="*/ 140 w 17"/>
                <a:gd name="T7" fmla="*/ 185 h 33"/>
                <a:gd name="T8" fmla="*/ 140 w 17"/>
                <a:gd name="T9" fmla="*/ 5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0" y="5"/>
                    <a:pt x="1" y="10"/>
                    <a:pt x="3" y="15"/>
                  </a:cubicBezTo>
                  <a:cubicBezTo>
                    <a:pt x="4" y="20"/>
                    <a:pt x="6" y="30"/>
                    <a:pt x="10" y="33"/>
                  </a:cubicBezTo>
                  <a:cubicBezTo>
                    <a:pt x="10" y="28"/>
                    <a:pt x="15" y="24"/>
                    <a:pt x="16" y="18"/>
                  </a:cubicBezTo>
                  <a:cubicBezTo>
                    <a:pt x="17" y="14"/>
                    <a:pt x="16" y="9"/>
                    <a:pt x="16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6" name="Freeform 3548">
              <a:extLst>
                <a:ext uri="{FF2B5EF4-FFF2-40B4-BE49-F238E27FC236}">
                  <a16:creationId xmlns:a16="http://schemas.microsoft.com/office/drawing/2014/main" id="{2BC1FA2F-70F4-4BC1-B5D7-3C14AE709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807"/>
              <a:ext cx="33" cy="94"/>
            </a:xfrm>
            <a:custGeom>
              <a:avLst/>
              <a:gdLst>
                <a:gd name="T0" fmla="*/ 0 w 16"/>
                <a:gd name="T1" fmla="*/ 9 h 43"/>
                <a:gd name="T2" fmla="*/ 43 w 16"/>
                <a:gd name="T3" fmla="*/ 262 h 43"/>
                <a:gd name="T4" fmla="*/ 116 w 16"/>
                <a:gd name="T5" fmla="*/ 448 h 43"/>
                <a:gd name="T6" fmla="*/ 132 w 16"/>
                <a:gd name="T7" fmla="*/ 367 h 43"/>
                <a:gd name="T8" fmla="*/ 89 w 16"/>
                <a:gd name="T9" fmla="*/ 149 h 43"/>
                <a:gd name="T10" fmla="*/ 17 w 16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3">
                  <a:moveTo>
                    <a:pt x="0" y="1"/>
                  </a:moveTo>
                  <a:cubicBezTo>
                    <a:pt x="1" y="9"/>
                    <a:pt x="2" y="17"/>
                    <a:pt x="5" y="25"/>
                  </a:cubicBezTo>
                  <a:cubicBezTo>
                    <a:pt x="7" y="31"/>
                    <a:pt x="9" y="38"/>
                    <a:pt x="13" y="43"/>
                  </a:cubicBezTo>
                  <a:cubicBezTo>
                    <a:pt x="14" y="40"/>
                    <a:pt x="15" y="38"/>
                    <a:pt x="15" y="35"/>
                  </a:cubicBezTo>
                  <a:cubicBezTo>
                    <a:pt x="16" y="28"/>
                    <a:pt x="12" y="20"/>
                    <a:pt x="10" y="14"/>
                  </a:cubicBezTo>
                  <a:cubicBezTo>
                    <a:pt x="8" y="9"/>
                    <a:pt x="2" y="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7" name="Freeform 3549">
              <a:extLst>
                <a:ext uri="{FF2B5EF4-FFF2-40B4-BE49-F238E27FC236}">
                  <a16:creationId xmlns:a16="http://schemas.microsoft.com/office/drawing/2014/main" id="{83C78322-9809-4E61-AA31-8CA2A15EB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790"/>
              <a:ext cx="6" cy="87"/>
            </a:xfrm>
            <a:custGeom>
              <a:avLst/>
              <a:gdLst>
                <a:gd name="T0" fmla="*/ 0 w 3"/>
                <a:gd name="T1" fmla="*/ 0 h 40"/>
                <a:gd name="T2" fmla="*/ 24 w 3"/>
                <a:gd name="T3" fmla="*/ 289 h 40"/>
                <a:gd name="T4" fmla="*/ 0 w 3"/>
                <a:gd name="T5" fmla="*/ 41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0">
                  <a:moveTo>
                    <a:pt x="0" y="0"/>
                  </a:moveTo>
                  <a:cubicBezTo>
                    <a:pt x="1" y="10"/>
                    <a:pt x="3" y="19"/>
                    <a:pt x="3" y="28"/>
                  </a:cubicBezTo>
                  <a:cubicBezTo>
                    <a:pt x="3" y="31"/>
                    <a:pt x="3" y="38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8" name="Freeform 3550">
              <a:extLst>
                <a:ext uri="{FF2B5EF4-FFF2-40B4-BE49-F238E27FC236}">
                  <a16:creationId xmlns:a16="http://schemas.microsoft.com/office/drawing/2014/main" id="{EF3C8E8A-441B-4757-BC53-045E7C62B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759"/>
              <a:ext cx="18" cy="97"/>
            </a:xfrm>
            <a:custGeom>
              <a:avLst/>
              <a:gdLst>
                <a:gd name="T0" fmla="*/ 0 w 9"/>
                <a:gd name="T1" fmla="*/ 472 h 44"/>
                <a:gd name="T2" fmla="*/ 56 w 9"/>
                <a:gd name="T3" fmla="*/ 150 h 44"/>
                <a:gd name="T4" fmla="*/ 32 w 9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4">
                  <a:moveTo>
                    <a:pt x="0" y="44"/>
                  </a:moveTo>
                  <a:cubicBezTo>
                    <a:pt x="6" y="36"/>
                    <a:pt x="9" y="25"/>
                    <a:pt x="7" y="14"/>
                  </a:cubicBezTo>
                  <a:cubicBezTo>
                    <a:pt x="6" y="10"/>
                    <a:pt x="4" y="5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9" name="Freeform 3551">
              <a:extLst>
                <a:ext uri="{FF2B5EF4-FFF2-40B4-BE49-F238E27FC236}">
                  <a16:creationId xmlns:a16="http://schemas.microsoft.com/office/drawing/2014/main" id="{F8F5E20B-4BA3-4A26-AA3C-9E42993F6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731"/>
              <a:ext cx="45" cy="103"/>
            </a:xfrm>
            <a:custGeom>
              <a:avLst/>
              <a:gdLst>
                <a:gd name="T0" fmla="*/ 0 w 22"/>
                <a:gd name="T1" fmla="*/ 0 h 47"/>
                <a:gd name="T2" fmla="*/ 8 w 22"/>
                <a:gd name="T3" fmla="*/ 85 h 47"/>
                <a:gd name="T4" fmla="*/ 51 w 22"/>
                <a:gd name="T5" fmla="*/ 241 h 47"/>
                <a:gd name="T6" fmla="*/ 172 w 22"/>
                <a:gd name="T7" fmla="*/ 495 h 47"/>
                <a:gd name="T8" fmla="*/ 164 w 22"/>
                <a:gd name="T9" fmla="*/ 399 h 47"/>
                <a:gd name="T10" fmla="*/ 139 w 22"/>
                <a:gd name="T11" fmla="*/ 254 h 47"/>
                <a:gd name="T12" fmla="*/ 68 w 22"/>
                <a:gd name="T13" fmla="*/ 85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7">
                  <a:moveTo>
                    <a:pt x="0" y="0"/>
                  </a:moveTo>
                  <a:cubicBezTo>
                    <a:pt x="1" y="3"/>
                    <a:pt x="1" y="6"/>
                    <a:pt x="1" y="8"/>
                  </a:cubicBezTo>
                  <a:cubicBezTo>
                    <a:pt x="2" y="13"/>
                    <a:pt x="4" y="19"/>
                    <a:pt x="6" y="23"/>
                  </a:cubicBezTo>
                  <a:cubicBezTo>
                    <a:pt x="9" y="32"/>
                    <a:pt x="14" y="40"/>
                    <a:pt x="20" y="47"/>
                  </a:cubicBezTo>
                  <a:cubicBezTo>
                    <a:pt x="22" y="45"/>
                    <a:pt x="20" y="40"/>
                    <a:pt x="19" y="38"/>
                  </a:cubicBezTo>
                  <a:cubicBezTo>
                    <a:pt x="18" y="33"/>
                    <a:pt x="17" y="29"/>
                    <a:pt x="16" y="24"/>
                  </a:cubicBezTo>
                  <a:cubicBezTo>
                    <a:pt x="14" y="18"/>
                    <a:pt x="11" y="13"/>
                    <a:pt x="8" y="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0" name="Freeform 3552">
              <a:extLst>
                <a:ext uri="{FF2B5EF4-FFF2-40B4-BE49-F238E27FC236}">
                  <a16:creationId xmlns:a16="http://schemas.microsoft.com/office/drawing/2014/main" id="{E7C0D03E-4C01-43B7-99E9-337F2D81C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2779"/>
              <a:ext cx="31" cy="59"/>
            </a:xfrm>
            <a:custGeom>
              <a:avLst/>
              <a:gdLst>
                <a:gd name="T0" fmla="*/ 0 w 15"/>
                <a:gd name="T1" fmla="*/ 0 h 27"/>
                <a:gd name="T2" fmla="*/ 132 w 15"/>
                <a:gd name="T3" fmla="*/ 282 h 27"/>
                <a:gd name="T4" fmla="*/ 107 w 15"/>
                <a:gd name="T5" fmla="*/ 6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7">
                  <a:moveTo>
                    <a:pt x="0" y="0"/>
                  </a:moveTo>
                  <a:cubicBezTo>
                    <a:pt x="2" y="9"/>
                    <a:pt x="6" y="23"/>
                    <a:pt x="15" y="27"/>
                  </a:cubicBezTo>
                  <a:cubicBezTo>
                    <a:pt x="12" y="21"/>
                    <a:pt x="12" y="12"/>
                    <a:pt x="12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1" name="Freeform 3553">
              <a:extLst>
                <a:ext uri="{FF2B5EF4-FFF2-40B4-BE49-F238E27FC236}">
                  <a16:creationId xmlns:a16="http://schemas.microsoft.com/office/drawing/2014/main" id="{CDAE4DF6-67E0-4070-86C4-77D6E1E72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425"/>
              <a:ext cx="12" cy="37"/>
            </a:xfrm>
            <a:custGeom>
              <a:avLst/>
              <a:gdLst>
                <a:gd name="T0" fmla="*/ 0 w 6"/>
                <a:gd name="T1" fmla="*/ 0 h 17"/>
                <a:gd name="T2" fmla="*/ 48 w 6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3" y="9"/>
                    <a:pt x="6" y="17"/>
                    <a:pt x="6" y="1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2" name="Freeform 3554">
              <a:extLst>
                <a:ext uri="{FF2B5EF4-FFF2-40B4-BE49-F238E27FC236}">
                  <a16:creationId xmlns:a16="http://schemas.microsoft.com/office/drawing/2014/main" id="{06288918-D5A2-474D-BD7C-4BCC2BF80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427"/>
              <a:ext cx="17" cy="85"/>
            </a:xfrm>
            <a:custGeom>
              <a:avLst/>
              <a:gdLst>
                <a:gd name="T0" fmla="*/ 0 w 8"/>
                <a:gd name="T1" fmla="*/ 0 h 39"/>
                <a:gd name="T2" fmla="*/ 77 w 8"/>
                <a:gd name="T3" fmla="*/ 40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0" y="0"/>
                  </a:moveTo>
                  <a:cubicBezTo>
                    <a:pt x="5" y="9"/>
                    <a:pt x="8" y="30"/>
                    <a:pt x="8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3" name="Freeform 3555">
              <a:extLst>
                <a:ext uri="{FF2B5EF4-FFF2-40B4-BE49-F238E27FC236}">
                  <a16:creationId xmlns:a16="http://schemas.microsoft.com/office/drawing/2014/main" id="{72786051-E037-44D2-8C72-F52B13888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425"/>
              <a:ext cx="9" cy="79"/>
            </a:xfrm>
            <a:custGeom>
              <a:avLst/>
              <a:gdLst>
                <a:gd name="T0" fmla="*/ 25 w 4"/>
                <a:gd name="T1" fmla="*/ 380 h 36"/>
                <a:gd name="T2" fmla="*/ 0 w 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2" y="36"/>
                  </a:moveTo>
                  <a:cubicBezTo>
                    <a:pt x="4" y="22"/>
                    <a:pt x="4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4" name="Freeform 3556">
              <a:extLst>
                <a:ext uri="{FF2B5EF4-FFF2-40B4-BE49-F238E27FC236}">
                  <a16:creationId xmlns:a16="http://schemas.microsoft.com/office/drawing/2014/main" id="{06D4E49E-F62F-4040-9E4A-CCEF955CE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873"/>
              <a:ext cx="26" cy="96"/>
            </a:xfrm>
            <a:custGeom>
              <a:avLst/>
              <a:gdLst>
                <a:gd name="T0" fmla="*/ 0 w 13"/>
                <a:gd name="T1" fmla="*/ 124 h 44"/>
                <a:gd name="T2" fmla="*/ 80 w 13"/>
                <a:gd name="T3" fmla="*/ 456 h 44"/>
                <a:gd name="T4" fmla="*/ 88 w 13"/>
                <a:gd name="T5" fmla="*/ 362 h 44"/>
                <a:gd name="T6" fmla="*/ 104 w 13"/>
                <a:gd name="T7" fmla="*/ 194 h 44"/>
                <a:gd name="T8" fmla="*/ 48 w 13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4">
                  <a:moveTo>
                    <a:pt x="0" y="12"/>
                  </a:moveTo>
                  <a:cubicBezTo>
                    <a:pt x="1" y="22"/>
                    <a:pt x="3" y="37"/>
                    <a:pt x="10" y="44"/>
                  </a:cubicBezTo>
                  <a:cubicBezTo>
                    <a:pt x="11" y="42"/>
                    <a:pt x="11" y="38"/>
                    <a:pt x="11" y="35"/>
                  </a:cubicBezTo>
                  <a:cubicBezTo>
                    <a:pt x="12" y="30"/>
                    <a:pt x="13" y="24"/>
                    <a:pt x="13" y="19"/>
                  </a:cubicBezTo>
                  <a:cubicBezTo>
                    <a:pt x="13" y="13"/>
                    <a:pt x="8" y="6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5" name="Freeform 3557">
              <a:extLst>
                <a:ext uri="{FF2B5EF4-FFF2-40B4-BE49-F238E27FC236}">
                  <a16:creationId xmlns:a16="http://schemas.microsoft.com/office/drawing/2014/main" id="{276C879C-01BB-4342-958E-F396E15BC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965"/>
              <a:ext cx="35" cy="92"/>
            </a:xfrm>
            <a:custGeom>
              <a:avLst/>
              <a:gdLst>
                <a:gd name="T0" fmla="*/ 0 w 17"/>
                <a:gd name="T1" fmla="*/ 9 h 42"/>
                <a:gd name="T2" fmla="*/ 51 w 17"/>
                <a:gd name="T3" fmla="*/ 263 h 42"/>
                <a:gd name="T4" fmla="*/ 140 w 17"/>
                <a:gd name="T5" fmla="*/ 442 h 42"/>
                <a:gd name="T6" fmla="*/ 148 w 17"/>
                <a:gd name="T7" fmla="*/ 370 h 42"/>
                <a:gd name="T8" fmla="*/ 89 w 17"/>
                <a:gd name="T9" fmla="*/ 134 h 42"/>
                <a:gd name="T10" fmla="*/ 16 w 17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2">
                  <a:moveTo>
                    <a:pt x="0" y="1"/>
                  </a:moveTo>
                  <a:cubicBezTo>
                    <a:pt x="1" y="9"/>
                    <a:pt x="3" y="17"/>
                    <a:pt x="6" y="25"/>
                  </a:cubicBezTo>
                  <a:cubicBezTo>
                    <a:pt x="9" y="31"/>
                    <a:pt x="11" y="37"/>
                    <a:pt x="16" y="42"/>
                  </a:cubicBezTo>
                  <a:cubicBezTo>
                    <a:pt x="16" y="40"/>
                    <a:pt x="17" y="37"/>
                    <a:pt x="17" y="35"/>
                  </a:cubicBezTo>
                  <a:cubicBezTo>
                    <a:pt x="17" y="27"/>
                    <a:pt x="13" y="20"/>
                    <a:pt x="10" y="13"/>
                  </a:cubicBezTo>
                  <a:cubicBezTo>
                    <a:pt x="8" y="9"/>
                    <a:pt x="2" y="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6" name="Freeform 3558">
              <a:extLst>
                <a:ext uri="{FF2B5EF4-FFF2-40B4-BE49-F238E27FC236}">
                  <a16:creationId xmlns:a16="http://schemas.microsoft.com/office/drawing/2014/main" id="{26F421EB-F0FC-4020-B894-49EBAE208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947"/>
              <a:ext cx="10" cy="86"/>
            </a:xfrm>
            <a:custGeom>
              <a:avLst/>
              <a:gdLst>
                <a:gd name="T0" fmla="*/ 0 w 5"/>
                <a:gd name="T1" fmla="*/ 0 h 39"/>
                <a:gd name="T2" fmla="*/ 32 w 5"/>
                <a:gd name="T3" fmla="*/ 291 h 39"/>
                <a:gd name="T4" fmla="*/ 16 w 5"/>
                <a:gd name="T5" fmla="*/ 41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9">
                  <a:moveTo>
                    <a:pt x="0" y="0"/>
                  </a:moveTo>
                  <a:cubicBezTo>
                    <a:pt x="1" y="9"/>
                    <a:pt x="3" y="18"/>
                    <a:pt x="4" y="27"/>
                  </a:cubicBezTo>
                  <a:cubicBezTo>
                    <a:pt x="4" y="30"/>
                    <a:pt x="5" y="38"/>
                    <a:pt x="2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7" name="Freeform 3559">
              <a:extLst>
                <a:ext uri="{FF2B5EF4-FFF2-40B4-BE49-F238E27FC236}">
                  <a16:creationId xmlns:a16="http://schemas.microsoft.com/office/drawing/2014/main" id="{275DD11C-12B4-4CDF-9E1A-EDA723CF2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915"/>
              <a:ext cx="16" cy="98"/>
            </a:xfrm>
            <a:custGeom>
              <a:avLst/>
              <a:gdLst>
                <a:gd name="T0" fmla="*/ 0 w 8"/>
                <a:gd name="T1" fmla="*/ 464 h 45"/>
                <a:gd name="T2" fmla="*/ 48 w 8"/>
                <a:gd name="T3" fmla="*/ 142 h 45"/>
                <a:gd name="T4" fmla="*/ 16 w 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5">
                  <a:moveTo>
                    <a:pt x="0" y="45"/>
                  </a:moveTo>
                  <a:cubicBezTo>
                    <a:pt x="5" y="36"/>
                    <a:pt x="8" y="24"/>
                    <a:pt x="6" y="14"/>
                  </a:cubicBezTo>
                  <a:cubicBezTo>
                    <a:pt x="4" y="10"/>
                    <a:pt x="2" y="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8" name="Freeform 3560">
              <a:extLst>
                <a:ext uri="{FF2B5EF4-FFF2-40B4-BE49-F238E27FC236}">
                  <a16:creationId xmlns:a16="http://schemas.microsoft.com/office/drawing/2014/main" id="{9AACC8B6-3352-4B4D-9ED1-01E381AAB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886"/>
              <a:ext cx="50" cy="98"/>
            </a:xfrm>
            <a:custGeom>
              <a:avLst/>
              <a:gdLst>
                <a:gd name="T0" fmla="*/ 0 w 24"/>
                <a:gd name="T1" fmla="*/ 0 h 45"/>
                <a:gd name="T2" fmla="*/ 8 w 24"/>
                <a:gd name="T3" fmla="*/ 81 h 45"/>
                <a:gd name="T4" fmla="*/ 65 w 24"/>
                <a:gd name="T5" fmla="*/ 237 h 45"/>
                <a:gd name="T6" fmla="*/ 208 w 24"/>
                <a:gd name="T7" fmla="*/ 464 h 45"/>
                <a:gd name="T8" fmla="*/ 192 w 24"/>
                <a:gd name="T9" fmla="*/ 383 h 45"/>
                <a:gd name="T10" fmla="*/ 152 w 24"/>
                <a:gd name="T11" fmla="*/ 237 h 45"/>
                <a:gd name="T12" fmla="*/ 83 w 24"/>
                <a:gd name="T13" fmla="*/ 7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5">
                  <a:moveTo>
                    <a:pt x="0" y="0"/>
                  </a:moveTo>
                  <a:cubicBezTo>
                    <a:pt x="1" y="2"/>
                    <a:pt x="1" y="5"/>
                    <a:pt x="1" y="8"/>
                  </a:cubicBezTo>
                  <a:cubicBezTo>
                    <a:pt x="2" y="13"/>
                    <a:pt x="5" y="18"/>
                    <a:pt x="7" y="23"/>
                  </a:cubicBezTo>
                  <a:cubicBezTo>
                    <a:pt x="11" y="31"/>
                    <a:pt x="16" y="39"/>
                    <a:pt x="23" y="45"/>
                  </a:cubicBezTo>
                  <a:cubicBezTo>
                    <a:pt x="24" y="43"/>
                    <a:pt x="22" y="39"/>
                    <a:pt x="21" y="37"/>
                  </a:cubicBezTo>
                  <a:cubicBezTo>
                    <a:pt x="20" y="32"/>
                    <a:pt x="18" y="27"/>
                    <a:pt x="17" y="23"/>
                  </a:cubicBezTo>
                  <a:cubicBezTo>
                    <a:pt x="14" y="17"/>
                    <a:pt x="11" y="12"/>
                    <a:pt x="9" y="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9" name="Freeform 3561">
              <a:extLst>
                <a:ext uri="{FF2B5EF4-FFF2-40B4-BE49-F238E27FC236}">
                  <a16:creationId xmlns:a16="http://schemas.microsoft.com/office/drawing/2014/main" id="{F220368A-20E6-4BFD-AB40-FADF36048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934"/>
              <a:ext cx="33" cy="57"/>
            </a:xfrm>
            <a:custGeom>
              <a:avLst/>
              <a:gdLst>
                <a:gd name="T0" fmla="*/ 0 w 16"/>
                <a:gd name="T1" fmla="*/ 0 h 26"/>
                <a:gd name="T2" fmla="*/ 140 w 16"/>
                <a:gd name="T3" fmla="*/ 274 h 26"/>
                <a:gd name="T4" fmla="*/ 107 w 16"/>
                <a:gd name="T5" fmla="*/ 5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3" y="9"/>
                    <a:pt x="7" y="22"/>
                    <a:pt x="16" y="26"/>
                  </a:cubicBezTo>
                  <a:cubicBezTo>
                    <a:pt x="14" y="21"/>
                    <a:pt x="13" y="11"/>
                    <a:pt x="12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0" name="Freeform 3562">
              <a:extLst>
                <a:ext uri="{FF2B5EF4-FFF2-40B4-BE49-F238E27FC236}">
                  <a16:creationId xmlns:a16="http://schemas.microsoft.com/office/drawing/2014/main" id="{97D3D892-5946-497D-9A99-E899745C6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3000"/>
              <a:ext cx="29" cy="98"/>
            </a:xfrm>
            <a:custGeom>
              <a:avLst/>
              <a:gdLst>
                <a:gd name="T0" fmla="*/ 0 w 14"/>
                <a:gd name="T1" fmla="*/ 290 h 45"/>
                <a:gd name="T2" fmla="*/ 124 w 14"/>
                <a:gd name="T3" fmla="*/ 464 h 45"/>
                <a:gd name="T4" fmla="*/ 108 w 14"/>
                <a:gd name="T5" fmla="*/ 257 h 45"/>
                <a:gd name="T6" fmla="*/ 73 w 1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5">
                  <a:moveTo>
                    <a:pt x="0" y="28"/>
                  </a:moveTo>
                  <a:cubicBezTo>
                    <a:pt x="2" y="35"/>
                    <a:pt x="7" y="43"/>
                    <a:pt x="14" y="45"/>
                  </a:cubicBezTo>
                  <a:cubicBezTo>
                    <a:pt x="13" y="38"/>
                    <a:pt x="11" y="32"/>
                    <a:pt x="12" y="25"/>
                  </a:cubicBezTo>
                  <a:cubicBezTo>
                    <a:pt x="11" y="10"/>
                    <a:pt x="8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1" name="Freeform 3563">
              <a:extLst>
                <a:ext uri="{FF2B5EF4-FFF2-40B4-BE49-F238E27FC236}">
                  <a16:creationId xmlns:a16="http://schemas.microsoft.com/office/drawing/2014/main" id="{A09EFEC9-63CF-46A5-8518-DC0AE2ADD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059"/>
              <a:ext cx="37" cy="94"/>
            </a:xfrm>
            <a:custGeom>
              <a:avLst/>
              <a:gdLst>
                <a:gd name="T0" fmla="*/ 8 w 18"/>
                <a:gd name="T1" fmla="*/ 0 h 43"/>
                <a:gd name="T2" fmla="*/ 43 w 18"/>
                <a:gd name="T3" fmla="*/ 273 h 43"/>
                <a:gd name="T4" fmla="*/ 148 w 18"/>
                <a:gd name="T5" fmla="*/ 448 h 43"/>
                <a:gd name="T6" fmla="*/ 123 w 18"/>
                <a:gd name="T7" fmla="*/ 186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3">
                  <a:moveTo>
                    <a:pt x="1" y="0"/>
                  </a:moveTo>
                  <a:cubicBezTo>
                    <a:pt x="0" y="3"/>
                    <a:pt x="4" y="23"/>
                    <a:pt x="5" y="26"/>
                  </a:cubicBezTo>
                  <a:cubicBezTo>
                    <a:pt x="7" y="33"/>
                    <a:pt x="13" y="37"/>
                    <a:pt x="17" y="43"/>
                  </a:cubicBezTo>
                  <a:cubicBezTo>
                    <a:pt x="16" y="35"/>
                    <a:pt x="18" y="25"/>
                    <a:pt x="14" y="1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2" name="Freeform 3564">
              <a:extLst>
                <a:ext uri="{FF2B5EF4-FFF2-40B4-BE49-F238E27FC236}">
                  <a16:creationId xmlns:a16="http://schemas.microsoft.com/office/drawing/2014/main" id="{92C6E2C1-B0E3-4829-A8CC-1A8BDAC02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3131"/>
              <a:ext cx="26" cy="103"/>
            </a:xfrm>
            <a:custGeom>
              <a:avLst/>
              <a:gdLst>
                <a:gd name="T0" fmla="*/ 8 w 13"/>
                <a:gd name="T1" fmla="*/ 96 h 47"/>
                <a:gd name="T2" fmla="*/ 16 w 13"/>
                <a:gd name="T3" fmla="*/ 265 h 47"/>
                <a:gd name="T4" fmla="*/ 96 w 13"/>
                <a:gd name="T5" fmla="*/ 484 h 47"/>
                <a:gd name="T6" fmla="*/ 88 w 13"/>
                <a:gd name="T7" fmla="*/ 370 h 47"/>
                <a:gd name="T8" fmla="*/ 96 w 13"/>
                <a:gd name="T9" fmla="*/ 307 h 47"/>
                <a:gd name="T10" fmla="*/ 64 w 13"/>
                <a:gd name="T11" fmla="*/ 125 h 47"/>
                <a:gd name="T12" fmla="*/ 8 w 13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7">
                  <a:moveTo>
                    <a:pt x="1" y="9"/>
                  </a:moveTo>
                  <a:cubicBezTo>
                    <a:pt x="0" y="14"/>
                    <a:pt x="0" y="21"/>
                    <a:pt x="2" y="25"/>
                  </a:cubicBezTo>
                  <a:cubicBezTo>
                    <a:pt x="3" y="28"/>
                    <a:pt x="10" y="43"/>
                    <a:pt x="12" y="46"/>
                  </a:cubicBezTo>
                  <a:cubicBezTo>
                    <a:pt x="13" y="47"/>
                    <a:pt x="10" y="34"/>
                    <a:pt x="11" y="35"/>
                  </a:cubicBezTo>
                  <a:cubicBezTo>
                    <a:pt x="11" y="33"/>
                    <a:pt x="12" y="31"/>
                    <a:pt x="12" y="29"/>
                  </a:cubicBezTo>
                  <a:cubicBezTo>
                    <a:pt x="12" y="23"/>
                    <a:pt x="10" y="17"/>
                    <a:pt x="8" y="12"/>
                  </a:cubicBezTo>
                  <a:cubicBezTo>
                    <a:pt x="6" y="7"/>
                    <a:pt x="4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3" name="Freeform 3565">
              <a:extLst>
                <a:ext uri="{FF2B5EF4-FFF2-40B4-BE49-F238E27FC236}">
                  <a16:creationId xmlns:a16="http://schemas.microsoft.com/office/drawing/2014/main" id="{A1DA81B9-8CA1-49F1-B04B-CF6BE3917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081"/>
              <a:ext cx="24" cy="67"/>
            </a:xfrm>
            <a:custGeom>
              <a:avLst/>
              <a:gdLst>
                <a:gd name="T0" fmla="*/ 72 w 12"/>
                <a:gd name="T1" fmla="*/ 313 h 31"/>
                <a:gd name="T2" fmla="*/ 64 w 12"/>
                <a:gd name="T3" fmla="*/ 80 h 31"/>
                <a:gd name="T4" fmla="*/ 0 w 12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1">
                  <a:moveTo>
                    <a:pt x="9" y="31"/>
                  </a:moveTo>
                  <a:cubicBezTo>
                    <a:pt x="11" y="23"/>
                    <a:pt x="12" y="16"/>
                    <a:pt x="8" y="8"/>
                  </a:cubicBez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4" name="Freeform 3566">
              <a:extLst>
                <a:ext uri="{FF2B5EF4-FFF2-40B4-BE49-F238E27FC236}">
                  <a16:creationId xmlns:a16="http://schemas.microsoft.com/office/drawing/2014/main" id="{000B0ADE-7980-4A77-B776-12E513330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3022"/>
              <a:ext cx="50" cy="94"/>
            </a:xfrm>
            <a:custGeom>
              <a:avLst/>
              <a:gdLst>
                <a:gd name="T0" fmla="*/ 200 w 24"/>
                <a:gd name="T1" fmla="*/ 238 h 43"/>
                <a:gd name="T2" fmla="*/ 200 w 24"/>
                <a:gd name="T3" fmla="*/ 448 h 43"/>
                <a:gd name="T4" fmla="*/ 108 w 24"/>
                <a:gd name="T5" fmla="*/ 326 h 43"/>
                <a:gd name="T6" fmla="*/ 73 w 24"/>
                <a:gd name="T7" fmla="*/ 273 h 43"/>
                <a:gd name="T8" fmla="*/ 0 w 24"/>
                <a:gd name="T9" fmla="*/ 0 h 43"/>
                <a:gd name="T10" fmla="*/ 200 w 24"/>
                <a:gd name="T11" fmla="*/ 238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3">
                  <a:moveTo>
                    <a:pt x="22" y="23"/>
                  </a:moveTo>
                  <a:cubicBezTo>
                    <a:pt x="24" y="29"/>
                    <a:pt x="21" y="37"/>
                    <a:pt x="22" y="43"/>
                  </a:cubicBezTo>
                  <a:cubicBezTo>
                    <a:pt x="18" y="39"/>
                    <a:pt x="15" y="35"/>
                    <a:pt x="12" y="31"/>
                  </a:cubicBezTo>
                  <a:cubicBezTo>
                    <a:pt x="10" y="30"/>
                    <a:pt x="9" y="28"/>
                    <a:pt x="8" y="26"/>
                  </a:cubicBezTo>
                  <a:cubicBezTo>
                    <a:pt x="1" y="17"/>
                    <a:pt x="0" y="0"/>
                    <a:pt x="0" y="0"/>
                  </a:cubicBezTo>
                  <a:cubicBezTo>
                    <a:pt x="0" y="0"/>
                    <a:pt x="21" y="21"/>
                    <a:pt x="22" y="23"/>
                  </a:cubicBezTo>
                  <a:close/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5" name="Freeform 3567">
              <a:extLst>
                <a:ext uri="{FF2B5EF4-FFF2-40B4-BE49-F238E27FC236}">
                  <a16:creationId xmlns:a16="http://schemas.microsoft.com/office/drawing/2014/main" id="{F9E815BB-1C8C-4AB8-B55A-7C4D2F475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3103"/>
              <a:ext cx="45" cy="91"/>
            </a:xfrm>
            <a:custGeom>
              <a:avLst/>
              <a:gdLst>
                <a:gd name="T0" fmla="*/ 0 w 22"/>
                <a:gd name="T1" fmla="*/ 0 h 42"/>
                <a:gd name="T2" fmla="*/ 8 w 22"/>
                <a:gd name="T3" fmla="*/ 61 h 42"/>
                <a:gd name="T4" fmla="*/ 41 w 22"/>
                <a:gd name="T5" fmla="*/ 225 h 42"/>
                <a:gd name="T6" fmla="*/ 139 w 22"/>
                <a:gd name="T7" fmla="*/ 375 h 42"/>
                <a:gd name="T8" fmla="*/ 188 w 22"/>
                <a:gd name="T9" fmla="*/ 427 h 42"/>
                <a:gd name="T10" fmla="*/ 180 w 22"/>
                <a:gd name="T11" fmla="*/ 410 h 42"/>
                <a:gd name="T12" fmla="*/ 155 w 22"/>
                <a:gd name="T13" fmla="*/ 297 h 42"/>
                <a:gd name="T14" fmla="*/ 129 w 22"/>
                <a:gd name="T15" fmla="*/ 132 h 42"/>
                <a:gd name="T16" fmla="*/ 96 w 22"/>
                <a:gd name="T17" fmla="*/ 52 h 42"/>
                <a:gd name="T18" fmla="*/ 51 w 22"/>
                <a:gd name="T19" fmla="*/ 9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42">
                  <a:moveTo>
                    <a:pt x="0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2" y="11"/>
                    <a:pt x="3" y="17"/>
                    <a:pt x="5" y="22"/>
                  </a:cubicBezTo>
                  <a:cubicBezTo>
                    <a:pt x="7" y="28"/>
                    <a:pt x="11" y="33"/>
                    <a:pt x="16" y="37"/>
                  </a:cubicBezTo>
                  <a:cubicBezTo>
                    <a:pt x="17" y="39"/>
                    <a:pt x="20" y="40"/>
                    <a:pt x="22" y="42"/>
                  </a:cubicBezTo>
                  <a:cubicBezTo>
                    <a:pt x="22" y="41"/>
                    <a:pt x="21" y="41"/>
                    <a:pt x="21" y="40"/>
                  </a:cubicBezTo>
                  <a:cubicBezTo>
                    <a:pt x="20" y="36"/>
                    <a:pt x="19" y="33"/>
                    <a:pt x="18" y="29"/>
                  </a:cubicBezTo>
                  <a:cubicBezTo>
                    <a:pt x="16" y="24"/>
                    <a:pt x="16" y="18"/>
                    <a:pt x="15" y="13"/>
                  </a:cubicBezTo>
                  <a:cubicBezTo>
                    <a:pt x="14" y="11"/>
                    <a:pt x="12" y="8"/>
                    <a:pt x="11" y="5"/>
                  </a:cubicBezTo>
                  <a:cubicBezTo>
                    <a:pt x="10" y="4"/>
                    <a:pt x="6" y="3"/>
                    <a:pt x="6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6" name="Freeform 3568">
              <a:extLst>
                <a:ext uri="{FF2B5EF4-FFF2-40B4-BE49-F238E27FC236}">
                  <a16:creationId xmlns:a16="http://schemas.microsoft.com/office/drawing/2014/main" id="{95A1A664-5AED-4BC6-A557-FB1AFCFE7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061"/>
              <a:ext cx="47" cy="76"/>
            </a:xfrm>
            <a:custGeom>
              <a:avLst/>
              <a:gdLst>
                <a:gd name="T0" fmla="*/ 0 w 23"/>
                <a:gd name="T1" fmla="*/ 0 h 35"/>
                <a:gd name="T2" fmla="*/ 33 w 23"/>
                <a:gd name="T3" fmla="*/ 80 h 35"/>
                <a:gd name="T4" fmla="*/ 92 w 23"/>
                <a:gd name="T5" fmla="*/ 226 h 35"/>
                <a:gd name="T6" fmla="*/ 172 w 23"/>
                <a:gd name="T7" fmla="*/ 326 h 35"/>
                <a:gd name="T8" fmla="*/ 196 w 23"/>
                <a:gd name="T9" fmla="*/ 35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5">
                  <a:moveTo>
                    <a:pt x="0" y="0"/>
                  </a:moveTo>
                  <a:cubicBezTo>
                    <a:pt x="1" y="1"/>
                    <a:pt x="4" y="5"/>
                    <a:pt x="4" y="8"/>
                  </a:cubicBezTo>
                  <a:cubicBezTo>
                    <a:pt x="5" y="13"/>
                    <a:pt x="8" y="17"/>
                    <a:pt x="11" y="22"/>
                  </a:cubicBezTo>
                  <a:cubicBezTo>
                    <a:pt x="14" y="25"/>
                    <a:pt x="17" y="28"/>
                    <a:pt x="20" y="32"/>
                  </a:cubicBezTo>
                  <a:cubicBezTo>
                    <a:pt x="20" y="33"/>
                    <a:pt x="23" y="35"/>
                    <a:pt x="23" y="3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7" name="Freeform 3569">
              <a:extLst>
                <a:ext uri="{FF2B5EF4-FFF2-40B4-BE49-F238E27FC236}">
                  <a16:creationId xmlns:a16="http://schemas.microsoft.com/office/drawing/2014/main" id="{6B0FB24C-C158-4A24-8554-20E72AB1A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3026"/>
              <a:ext cx="39" cy="122"/>
            </a:xfrm>
            <a:custGeom>
              <a:avLst/>
              <a:gdLst>
                <a:gd name="T0" fmla="*/ 113 w 19"/>
                <a:gd name="T1" fmla="*/ 580 h 56"/>
                <a:gd name="T2" fmla="*/ 131 w 19"/>
                <a:gd name="T3" fmla="*/ 547 h 56"/>
                <a:gd name="T4" fmla="*/ 148 w 19"/>
                <a:gd name="T5" fmla="*/ 499 h 56"/>
                <a:gd name="T6" fmla="*/ 148 w 19"/>
                <a:gd name="T7" fmla="*/ 309 h 56"/>
                <a:gd name="T8" fmla="*/ 123 w 19"/>
                <a:gd name="T9" fmla="*/ 142 h 56"/>
                <a:gd name="T10" fmla="*/ 0 w 19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6">
                  <a:moveTo>
                    <a:pt x="13" y="56"/>
                  </a:moveTo>
                  <a:cubicBezTo>
                    <a:pt x="13" y="55"/>
                    <a:pt x="14" y="54"/>
                    <a:pt x="15" y="53"/>
                  </a:cubicBezTo>
                  <a:cubicBezTo>
                    <a:pt x="16" y="52"/>
                    <a:pt x="16" y="50"/>
                    <a:pt x="17" y="48"/>
                  </a:cubicBezTo>
                  <a:cubicBezTo>
                    <a:pt x="19" y="42"/>
                    <a:pt x="17" y="35"/>
                    <a:pt x="17" y="30"/>
                  </a:cubicBezTo>
                  <a:cubicBezTo>
                    <a:pt x="16" y="24"/>
                    <a:pt x="15" y="19"/>
                    <a:pt x="14" y="14"/>
                  </a:cubicBezTo>
                  <a:cubicBezTo>
                    <a:pt x="10" y="5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8" name="Freeform 3570">
              <a:extLst>
                <a:ext uri="{FF2B5EF4-FFF2-40B4-BE49-F238E27FC236}">
                  <a16:creationId xmlns:a16="http://schemas.microsoft.com/office/drawing/2014/main" id="{C0C8D9F2-FA5F-45B3-BEA8-669687FA1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3118"/>
              <a:ext cx="49" cy="48"/>
            </a:xfrm>
            <a:custGeom>
              <a:avLst/>
              <a:gdLst>
                <a:gd name="T0" fmla="*/ 0 w 24"/>
                <a:gd name="T1" fmla="*/ 0 h 22"/>
                <a:gd name="T2" fmla="*/ 155 w 24"/>
                <a:gd name="T3" fmla="*/ 209 h 22"/>
                <a:gd name="T4" fmla="*/ 204 w 24"/>
                <a:gd name="T5" fmla="*/ 2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0" y="0"/>
                  </a:moveTo>
                  <a:cubicBezTo>
                    <a:pt x="4" y="8"/>
                    <a:pt x="9" y="16"/>
                    <a:pt x="18" y="20"/>
                  </a:cubicBezTo>
                  <a:cubicBezTo>
                    <a:pt x="20" y="21"/>
                    <a:pt x="22" y="22"/>
                    <a:pt x="24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9" name="Freeform 3571">
              <a:extLst>
                <a:ext uri="{FF2B5EF4-FFF2-40B4-BE49-F238E27FC236}">
                  <a16:creationId xmlns:a16="http://schemas.microsoft.com/office/drawing/2014/main" id="{B9C3B7F4-AC45-4EB5-B301-3D2F40C0A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3196"/>
              <a:ext cx="23" cy="42"/>
            </a:xfrm>
            <a:custGeom>
              <a:avLst/>
              <a:gdLst>
                <a:gd name="T0" fmla="*/ 100 w 11"/>
                <a:gd name="T1" fmla="*/ 206 h 19"/>
                <a:gd name="T2" fmla="*/ 0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19"/>
                  </a:moveTo>
                  <a:cubicBezTo>
                    <a:pt x="9" y="14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0" name="Freeform 3572">
              <a:extLst>
                <a:ext uri="{FF2B5EF4-FFF2-40B4-BE49-F238E27FC236}">
                  <a16:creationId xmlns:a16="http://schemas.microsoft.com/office/drawing/2014/main" id="{29445127-1B88-4440-8FE0-E3F33447A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205"/>
              <a:ext cx="8" cy="48"/>
            </a:xfrm>
            <a:custGeom>
              <a:avLst/>
              <a:gdLst>
                <a:gd name="T0" fmla="*/ 0 w 4"/>
                <a:gd name="T1" fmla="*/ 0 h 22"/>
                <a:gd name="T2" fmla="*/ 16 w 4"/>
                <a:gd name="T3" fmla="*/ 185 h 22"/>
                <a:gd name="T4" fmla="*/ 32 w 4"/>
                <a:gd name="T5" fmla="*/ 2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2">
                  <a:moveTo>
                    <a:pt x="0" y="0"/>
                  </a:moveTo>
                  <a:cubicBezTo>
                    <a:pt x="0" y="6"/>
                    <a:pt x="1" y="12"/>
                    <a:pt x="2" y="18"/>
                  </a:cubicBezTo>
                  <a:cubicBezTo>
                    <a:pt x="3" y="19"/>
                    <a:pt x="3" y="20"/>
                    <a:pt x="4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1" name="Freeform 3573">
              <a:extLst>
                <a:ext uri="{FF2B5EF4-FFF2-40B4-BE49-F238E27FC236}">
                  <a16:creationId xmlns:a16="http://schemas.microsoft.com/office/drawing/2014/main" id="{00D147B3-FB61-4672-90C4-DC3FBC605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142"/>
              <a:ext cx="33" cy="98"/>
            </a:xfrm>
            <a:custGeom>
              <a:avLst/>
              <a:gdLst>
                <a:gd name="T0" fmla="*/ 116 w 16"/>
                <a:gd name="T1" fmla="*/ 464 h 45"/>
                <a:gd name="T2" fmla="*/ 0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3" y="45"/>
                  </a:moveTo>
                  <a:cubicBezTo>
                    <a:pt x="16" y="30"/>
                    <a:pt x="10" y="1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2" name="Freeform 3574">
              <a:extLst>
                <a:ext uri="{FF2B5EF4-FFF2-40B4-BE49-F238E27FC236}">
                  <a16:creationId xmlns:a16="http://schemas.microsoft.com/office/drawing/2014/main" id="{551D57EF-5720-4909-BBA5-D16B78032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144"/>
              <a:ext cx="12" cy="70"/>
            </a:xfrm>
            <a:custGeom>
              <a:avLst/>
              <a:gdLst>
                <a:gd name="T0" fmla="*/ 0 w 6"/>
                <a:gd name="T1" fmla="*/ 0 h 32"/>
                <a:gd name="T2" fmla="*/ 40 w 6"/>
                <a:gd name="T3" fmla="*/ 210 h 32"/>
                <a:gd name="T4" fmla="*/ 32 w 6"/>
                <a:gd name="T5" fmla="*/ 33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2">
                  <a:moveTo>
                    <a:pt x="0" y="0"/>
                  </a:moveTo>
                  <a:cubicBezTo>
                    <a:pt x="6" y="5"/>
                    <a:pt x="6" y="14"/>
                    <a:pt x="5" y="20"/>
                  </a:cubicBezTo>
                  <a:cubicBezTo>
                    <a:pt x="5" y="22"/>
                    <a:pt x="5" y="31"/>
                    <a:pt x="4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3" name="Freeform 3575">
              <a:extLst>
                <a:ext uri="{FF2B5EF4-FFF2-40B4-BE49-F238E27FC236}">
                  <a16:creationId xmlns:a16="http://schemas.microsoft.com/office/drawing/2014/main" id="{208B17B6-7BC4-420B-9014-C5BD504E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194"/>
              <a:ext cx="28" cy="64"/>
            </a:xfrm>
            <a:custGeom>
              <a:avLst/>
              <a:gdLst>
                <a:gd name="T0" fmla="*/ 24 w 14"/>
                <a:gd name="T1" fmla="*/ 0 h 29"/>
                <a:gd name="T2" fmla="*/ 112 w 14"/>
                <a:gd name="T3" fmla="*/ 311 h 29"/>
                <a:gd name="T4" fmla="*/ 0 w 14"/>
                <a:gd name="T5" fmla="*/ 21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3" y="0"/>
                  </a:moveTo>
                  <a:cubicBezTo>
                    <a:pt x="11" y="13"/>
                    <a:pt x="11" y="15"/>
                    <a:pt x="14" y="29"/>
                  </a:cubicBezTo>
                  <a:cubicBezTo>
                    <a:pt x="9" y="21"/>
                    <a:pt x="4" y="29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4" name="Freeform 3576">
              <a:extLst>
                <a:ext uri="{FF2B5EF4-FFF2-40B4-BE49-F238E27FC236}">
                  <a16:creationId xmlns:a16="http://schemas.microsoft.com/office/drawing/2014/main" id="{4AED711D-EA9B-42AD-A710-4F3BD8B68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164"/>
              <a:ext cx="17" cy="85"/>
            </a:xfrm>
            <a:custGeom>
              <a:avLst/>
              <a:gdLst>
                <a:gd name="T0" fmla="*/ 0 w 8"/>
                <a:gd name="T1" fmla="*/ 0 h 39"/>
                <a:gd name="T2" fmla="*/ 49 w 8"/>
                <a:gd name="T3" fmla="*/ 40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0" y="0"/>
                  </a:moveTo>
                  <a:cubicBezTo>
                    <a:pt x="8" y="7"/>
                    <a:pt x="6" y="30"/>
                    <a:pt x="5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5" name="Freeform 3577">
              <a:extLst>
                <a:ext uri="{FF2B5EF4-FFF2-40B4-BE49-F238E27FC236}">
                  <a16:creationId xmlns:a16="http://schemas.microsoft.com/office/drawing/2014/main" id="{0DA2BC09-E99F-4E49-89B1-364C92599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194"/>
              <a:ext cx="31" cy="62"/>
            </a:xfrm>
            <a:custGeom>
              <a:avLst/>
              <a:gdLst>
                <a:gd name="T0" fmla="*/ 132 w 15"/>
                <a:gd name="T1" fmla="*/ 303 h 28"/>
                <a:gd name="T2" fmla="*/ 89 w 15"/>
                <a:gd name="T3" fmla="*/ 153 h 28"/>
                <a:gd name="T4" fmla="*/ 0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28"/>
                  </a:moveTo>
                  <a:cubicBezTo>
                    <a:pt x="13" y="21"/>
                    <a:pt x="13" y="21"/>
                    <a:pt x="10" y="14"/>
                  </a:cubicBezTo>
                  <a:cubicBezTo>
                    <a:pt x="7" y="9"/>
                    <a:pt x="3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6" name="Freeform 3578">
              <a:extLst>
                <a:ext uri="{FF2B5EF4-FFF2-40B4-BE49-F238E27FC236}">
                  <a16:creationId xmlns:a16="http://schemas.microsoft.com/office/drawing/2014/main" id="{55AB3FD7-1397-4FC9-858B-1399A127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3183"/>
              <a:ext cx="16" cy="70"/>
            </a:xfrm>
            <a:custGeom>
              <a:avLst/>
              <a:gdLst>
                <a:gd name="T0" fmla="*/ 0 w 8"/>
                <a:gd name="T1" fmla="*/ 0 h 32"/>
                <a:gd name="T2" fmla="*/ 16 w 8"/>
                <a:gd name="T3" fmla="*/ 149 h 32"/>
                <a:gd name="T4" fmla="*/ 64 w 8"/>
                <a:gd name="T5" fmla="*/ 33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2">
                  <a:moveTo>
                    <a:pt x="0" y="0"/>
                  </a:moveTo>
                  <a:cubicBezTo>
                    <a:pt x="1" y="5"/>
                    <a:pt x="1" y="10"/>
                    <a:pt x="2" y="14"/>
                  </a:cubicBezTo>
                  <a:cubicBezTo>
                    <a:pt x="3" y="20"/>
                    <a:pt x="5" y="27"/>
                    <a:pt x="8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7" name="Line 3579">
              <a:extLst>
                <a:ext uri="{FF2B5EF4-FFF2-40B4-BE49-F238E27FC236}">
                  <a16:creationId xmlns:a16="http://schemas.microsoft.com/office/drawing/2014/main" id="{940C4B33-7BF2-4894-BE86-578682C800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3262"/>
              <a:ext cx="1" cy="1"/>
            </a:xfrm>
            <a:prstGeom prst="line">
              <a:avLst/>
            </a:prstGeom>
            <a:noFill/>
            <a:ln w="6350" cap="rnd">
              <a:solidFill>
                <a:srgbClr val="E6BFB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8" name="Freeform 3580">
              <a:extLst>
                <a:ext uri="{FF2B5EF4-FFF2-40B4-BE49-F238E27FC236}">
                  <a16:creationId xmlns:a16="http://schemas.microsoft.com/office/drawing/2014/main" id="{B005A1C2-EDC7-4210-A4A1-E55990C53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3216"/>
              <a:ext cx="6" cy="37"/>
            </a:xfrm>
            <a:custGeom>
              <a:avLst/>
              <a:gdLst>
                <a:gd name="T0" fmla="*/ 0 w 3"/>
                <a:gd name="T1" fmla="*/ 0 h 17"/>
                <a:gd name="T2" fmla="*/ 24 w 3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0" y="6"/>
                    <a:pt x="1" y="12"/>
                    <a:pt x="3" y="1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9" name="Line 3581">
              <a:extLst>
                <a:ext uri="{FF2B5EF4-FFF2-40B4-BE49-F238E27FC236}">
                  <a16:creationId xmlns:a16="http://schemas.microsoft.com/office/drawing/2014/main" id="{0B62C8AD-BF01-4890-8B31-0F1E89F60F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3" y="3277"/>
              <a:ext cx="1" cy="1"/>
            </a:xfrm>
            <a:prstGeom prst="line">
              <a:avLst/>
            </a:prstGeom>
            <a:noFill/>
            <a:ln w="6350" cap="rnd">
              <a:solidFill>
                <a:srgbClr val="E6BFB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0" name="Line 3582">
              <a:extLst>
                <a:ext uri="{FF2B5EF4-FFF2-40B4-BE49-F238E27FC236}">
                  <a16:creationId xmlns:a16="http://schemas.microsoft.com/office/drawing/2014/main" id="{990DC66D-11D1-404F-B87D-A49015A93E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8" y="3277"/>
              <a:ext cx="1" cy="1"/>
            </a:xfrm>
            <a:prstGeom prst="line">
              <a:avLst/>
            </a:prstGeom>
            <a:noFill/>
            <a:ln w="6350" cap="rnd">
              <a:solidFill>
                <a:srgbClr val="E6BFB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1" name="Freeform 3583">
              <a:extLst>
                <a:ext uri="{FF2B5EF4-FFF2-40B4-BE49-F238E27FC236}">
                  <a16:creationId xmlns:a16="http://schemas.microsoft.com/office/drawing/2014/main" id="{AF12DEFE-B28C-4CDD-8D4D-34CD9A4E5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991"/>
              <a:ext cx="16" cy="35"/>
            </a:xfrm>
            <a:custGeom>
              <a:avLst/>
              <a:gdLst>
                <a:gd name="T0" fmla="*/ 0 w 8"/>
                <a:gd name="T1" fmla="*/ 0 h 16"/>
                <a:gd name="T2" fmla="*/ 64 w 8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4" y="8"/>
                    <a:pt x="8" y="16"/>
                    <a:pt x="8" y="1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2" name="Freeform 3584">
              <a:extLst>
                <a:ext uri="{FF2B5EF4-FFF2-40B4-BE49-F238E27FC236}">
                  <a16:creationId xmlns:a16="http://schemas.microsoft.com/office/drawing/2014/main" id="{893C67B4-191E-46D7-9CB4-1D52C75DD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989"/>
              <a:ext cx="32" cy="74"/>
            </a:xfrm>
            <a:custGeom>
              <a:avLst/>
              <a:gdLst>
                <a:gd name="T0" fmla="*/ 0 w 16"/>
                <a:gd name="T1" fmla="*/ 0 h 34"/>
                <a:gd name="T2" fmla="*/ 128 w 16"/>
                <a:gd name="T3" fmla="*/ 35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4">
                  <a:moveTo>
                    <a:pt x="0" y="0"/>
                  </a:moveTo>
                  <a:cubicBezTo>
                    <a:pt x="6" y="9"/>
                    <a:pt x="14" y="25"/>
                    <a:pt x="16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3" name="Freeform 3585">
              <a:extLst>
                <a:ext uri="{FF2B5EF4-FFF2-40B4-BE49-F238E27FC236}">
                  <a16:creationId xmlns:a16="http://schemas.microsoft.com/office/drawing/2014/main" id="{F58CC210-8C9C-402D-BA02-8647E744F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991"/>
              <a:ext cx="12" cy="77"/>
            </a:xfrm>
            <a:custGeom>
              <a:avLst/>
              <a:gdLst>
                <a:gd name="T0" fmla="*/ 48 w 6"/>
                <a:gd name="T1" fmla="*/ 372 h 35"/>
                <a:gd name="T2" fmla="*/ 0 w 6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5">
                  <a:moveTo>
                    <a:pt x="6" y="35"/>
                  </a:moveTo>
                  <a:cubicBezTo>
                    <a:pt x="6" y="21"/>
                    <a:pt x="4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4" name="Freeform 3586">
              <a:extLst>
                <a:ext uri="{FF2B5EF4-FFF2-40B4-BE49-F238E27FC236}">
                  <a16:creationId xmlns:a16="http://schemas.microsoft.com/office/drawing/2014/main" id="{8FE3D601-1160-4F35-9412-FDDB6A344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2899"/>
              <a:ext cx="35" cy="51"/>
            </a:xfrm>
            <a:custGeom>
              <a:avLst/>
              <a:gdLst>
                <a:gd name="T0" fmla="*/ 0 w 17"/>
                <a:gd name="T1" fmla="*/ 53 h 23"/>
                <a:gd name="T2" fmla="*/ 68 w 17"/>
                <a:gd name="T3" fmla="*/ 186 h 23"/>
                <a:gd name="T4" fmla="*/ 89 w 17"/>
                <a:gd name="T5" fmla="*/ 251 h 23"/>
                <a:gd name="T6" fmla="*/ 124 w 17"/>
                <a:gd name="T7" fmla="*/ 0 h 23"/>
                <a:gd name="T8" fmla="*/ 148 w 17"/>
                <a:gd name="T9" fmla="*/ 9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3">
                  <a:moveTo>
                    <a:pt x="0" y="5"/>
                  </a:moveTo>
                  <a:cubicBezTo>
                    <a:pt x="1" y="9"/>
                    <a:pt x="6" y="12"/>
                    <a:pt x="8" y="17"/>
                  </a:cubicBezTo>
                  <a:cubicBezTo>
                    <a:pt x="9" y="19"/>
                    <a:pt x="9" y="21"/>
                    <a:pt x="10" y="23"/>
                  </a:cubicBezTo>
                  <a:cubicBezTo>
                    <a:pt x="8" y="18"/>
                    <a:pt x="12" y="6"/>
                    <a:pt x="14" y="0"/>
                  </a:cubicBezTo>
                  <a:cubicBezTo>
                    <a:pt x="15" y="3"/>
                    <a:pt x="16" y="7"/>
                    <a:pt x="17" y="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5" name="Freeform 3587">
              <a:extLst>
                <a:ext uri="{FF2B5EF4-FFF2-40B4-BE49-F238E27FC236}">
                  <a16:creationId xmlns:a16="http://schemas.microsoft.com/office/drawing/2014/main" id="{D27BA217-4043-4BE1-9A32-33673615B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884"/>
              <a:ext cx="12" cy="37"/>
            </a:xfrm>
            <a:custGeom>
              <a:avLst/>
              <a:gdLst>
                <a:gd name="T0" fmla="*/ 8 w 6"/>
                <a:gd name="T1" fmla="*/ 176 h 17"/>
                <a:gd name="T2" fmla="*/ 48 w 6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1" y="17"/>
                  </a:moveTo>
                  <a:cubicBezTo>
                    <a:pt x="0" y="14"/>
                    <a:pt x="3" y="3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6" name="Freeform 3588">
              <a:extLst>
                <a:ext uri="{FF2B5EF4-FFF2-40B4-BE49-F238E27FC236}">
                  <a16:creationId xmlns:a16="http://schemas.microsoft.com/office/drawing/2014/main" id="{D79F9DAB-CEC3-4E8E-BAB1-9F253F0D9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884"/>
              <a:ext cx="21" cy="20"/>
            </a:xfrm>
            <a:custGeom>
              <a:avLst/>
              <a:gdLst>
                <a:gd name="T0" fmla="*/ 0 w 10"/>
                <a:gd name="T1" fmla="*/ 0 h 9"/>
                <a:gd name="T2" fmla="*/ 92 w 10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3" y="1"/>
                    <a:pt x="8" y="6"/>
                    <a:pt x="10" y="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7" name="Freeform 3589">
              <a:extLst>
                <a:ext uri="{FF2B5EF4-FFF2-40B4-BE49-F238E27FC236}">
                  <a16:creationId xmlns:a16="http://schemas.microsoft.com/office/drawing/2014/main" id="{F3706175-30E0-4C45-9F17-C087EEE12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829"/>
              <a:ext cx="26" cy="81"/>
            </a:xfrm>
            <a:custGeom>
              <a:avLst/>
              <a:gdLst>
                <a:gd name="T0" fmla="*/ 80 w 13"/>
                <a:gd name="T1" fmla="*/ 387 h 37"/>
                <a:gd name="T2" fmla="*/ 72 w 13"/>
                <a:gd name="T3" fmla="*/ 201 h 37"/>
                <a:gd name="T4" fmla="*/ 8 w 13"/>
                <a:gd name="T5" fmla="*/ 0 h 37"/>
                <a:gd name="T6" fmla="*/ 0 w 13"/>
                <a:gd name="T7" fmla="*/ 85 h 37"/>
                <a:gd name="T8" fmla="*/ 16 w 13"/>
                <a:gd name="T9" fmla="*/ 210 h 37"/>
                <a:gd name="T10" fmla="*/ 56 w 13"/>
                <a:gd name="T11" fmla="*/ 34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7">
                  <a:moveTo>
                    <a:pt x="10" y="37"/>
                  </a:moveTo>
                  <a:cubicBezTo>
                    <a:pt x="13" y="34"/>
                    <a:pt x="10" y="23"/>
                    <a:pt x="9" y="19"/>
                  </a:cubicBezTo>
                  <a:cubicBezTo>
                    <a:pt x="8" y="13"/>
                    <a:pt x="4" y="6"/>
                    <a:pt x="1" y="0"/>
                  </a:cubicBezTo>
                  <a:cubicBezTo>
                    <a:pt x="0" y="2"/>
                    <a:pt x="1" y="6"/>
                    <a:pt x="0" y="8"/>
                  </a:cubicBezTo>
                  <a:cubicBezTo>
                    <a:pt x="0" y="12"/>
                    <a:pt x="1" y="16"/>
                    <a:pt x="2" y="20"/>
                  </a:cubicBezTo>
                  <a:cubicBezTo>
                    <a:pt x="4" y="24"/>
                    <a:pt x="7" y="29"/>
                    <a:pt x="7" y="3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8" name="Freeform 3590">
              <a:extLst>
                <a:ext uri="{FF2B5EF4-FFF2-40B4-BE49-F238E27FC236}">
                  <a16:creationId xmlns:a16="http://schemas.microsoft.com/office/drawing/2014/main" id="{90062D92-2344-496B-B512-1785E215A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836"/>
              <a:ext cx="27" cy="50"/>
            </a:xfrm>
            <a:custGeom>
              <a:avLst/>
              <a:gdLst>
                <a:gd name="T0" fmla="*/ 0 w 13"/>
                <a:gd name="T1" fmla="*/ 0 h 23"/>
                <a:gd name="T2" fmla="*/ 64 w 13"/>
                <a:gd name="T3" fmla="*/ 141 h 23"/>
                <a:gd name="T4" fmla="*/ 116 w 13"/>
                <a:gd name="T5" fmla="*/ 23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3" y="4"/>
                    <a:pt x="4" y="10"/>
                    <a:pt x="7" y="14"/>
                  </a:cubicBezTo>
                  <a:cubicBezTo>
                    <a:pt x="8" y="17"/>
                    <a:pt x="11" y="22"/>
                    <a:pt x="13" y="2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9" name="Freeform 3591">
              <a:extLst>
                <a:ext uri="{FF2B5EF4-FFF2-40B4-BE49-F238E27FC236}">
                  <a16:creationId xmlns:a16="http://schemas.microsoft.com/office/drawing/2014/main" id="{E6F008C1-C37F-4A2A-9DD3-021038AA7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827"/>
              <a:ext cx="9" cy="90"/>
            </a:xfrm>
            <a:custGeom>
              <a:avLst/>
              <a:gdLst>
                <a:gd name="T0" fmla="*/ 0 w 4"/>
                <a:gd name="T1" fmla="*/ 0 h 41"/>
                <a:gd name="T2" fmla="*/ 36 w 4"/>
                <a:gd name="T3" fmla="*/ 285 h 41"/>
                <a:gd name="T4" fmla="*/ 25 w 4"/>
                <a:gd name="T5" fmla="*/ 43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3" y="9"/>
                    <a:pt x="4" y="18"/>
                    <a:pt x="3" y="27"/>
                  </a:cubicBezTo>
                  <a:cubicBezTo>
                    <a:pt x="2" y="31"/>
                    <a:pt x="3" y="36"/>
                    <a:pt x="2" y="4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0" name="Freeform 3592">
              <a:extLst>
                <a:ext uri="{FF2B5EF4-FFF2-40B4-BE49-F238E27FC236}">
                  <a16:creationId xmlns:a16="http://schemas.microsoft.com/office/drawing/2014/main" id="{D80C8769-C19C-4B5B-AC80-541CACACE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827"/>
              <a:ext cx="25" cy="74"/>
            </a:xfrm>
            <a:custGeom>
              <a:avLst/>
              <a:gdLst>
                <a:gd name="T0" fmla="*/ 0 w 12"/>
                <a:gd name="T1" fmla="*/ 0 h 34"/>
                <a:gd name="T2" fmla="*/ 108 w 12"/>
                <a:gd name="T3" fmla="*/ 35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4">
                  <a:moveTo>
                    <a:pt x="0" y="0"/>
                  </a:moveTo>
                  <a:cubicBezTo>
                    <a:pt x="6" y="11"/>
                    <a:pt x="8" y="23"/>
                    <a:pt x="12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1" name="Freeform 3593">
              <a:extLst>
                <a:ext uri="{FF2B5EF4-FFF2-40B4-BE49-F238E27FC236}">
                  <a16:creationId xmlns:a16="http://schemas.microsoft.com/office/drawing/2014/main" id="{B3C95216-55A1-4FB7-85F0-09314944C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069"/>
              <a:ext cx="39" cy="46"/>
            </a:xfrm>
            <a:custGeom>
              <a:avLst/>
              <a:gdLst>
                <a:gd name="T0" fmla="*/ 0 w 19"/>
                <a:gd name="T1" fmla="*/ 20 h 21"/>
                <a:gd name="T2" fmla="*/ 164 w 19"/>
                <a:gd name="T3" fmla="*/ 221 h 21"/>
                <a:gd name="T4" fmla="*/ 164 w 19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2"/>
                  </a:moveTo>
                  <a:cubicBezTo>
                    <a:pt x="3" y="9"/>
                    <a:pt x="12" y="19"/>
                    <a:pt x="19" y="21"/>
                  </a:cubicBezTo>
                  <a:cubicBezTo>
                    <a:pt x="17" y="14"/>
                    <a:pt x="18" y="7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2" name="Freeform 3594">
              <a:extLst>
                <a:ext uri="{FF2B5EF4-FFF2-40B4-BE49-F238E27FC236}">
                  <a16:creationId xmlns:a16="http://schemas.microsoft.com/office/drawing/2014/main" id="{72AC4C9B-E0A8-4F32-A07A-61C540ECE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062"/>
              <a:ext cx="22" cy="35"/>
            </a:xfrm>
            <a:custGeom>
              <a:avLst/>
              <a:gdLst>
                <a:gd name="T0" fmla="*/ 88 w 11"/>
                <a:gd name="T1" fmla="*/ 0 h 16"/>
                <a:gd name="T2" fmla="*/ 24 w 11"/>
                <a:gd name="T3" fmla="*/ 133 h 16"/>
                <a:gd name="T4" fmla="*/ 0 w 11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0" y="5"/>
                    <a:pt x="6" y="10"/>
                    <a:pt x="3" y="13"/>
                  </a:cubicBezTo>
                  <a:cubicBezTo>
                    <a:pt x="2" y="14"/>
                    <a:pt x="0" y="16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3" name="Freeform 3595">
              <a:extLst>
                <a:ext uri="{FF2B5EF4-FFF2-40B4-BE49-F238E27FC236}">
                  <a16:creationId xmlns:a16="http://schemas.microsoft.com/office/drawing/2014/main" id="{FD0E3284-A73D-412F-A8C1-969B56801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095"/>
              <a:ext cx="37" cy="72"/>
            </a:xfrm>
            <a:custGeom>
              <a:avLst/>
              <a:gdLst>
                <a:gd name="T0" fmla="*/ 8 w 18"/>
                <a:gd name="T1" fmla="*/ 0 h 33"/>
                <a:gd name="T2" fmla="*/ 51 w 18"/>
                <a:gd name="T3" fmla="*/ 166 h 33"/>
                <a:gd name="T4" fmla="*/ 156 w 18"/>
                <a:gd name="T5" fmla="*/ 343 h 33"/>
                <a:gd name="T6" fmla="*/ 113 w 18"/>
                <a:gd name="T7" fmla="*/ 9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3">
                  <a:moveTo>
                    <a:pt x="1" y="0"/>
                  </a:moveTo>
                  <a:cubicBezTo>
                    <a:pt x="0" y="3"/>
                    <a:pt x="5" y="13"/>
                    <a:pt x="6" y="16"/>
                  </a:cubicBezTo>
                  <a:cubicBezTo>
                    <a:pt x="8" y="23"/>
                    <a:pt x="14" y="28"/>
                    <a:pt x="18" y="33"/>
                  </a:cubicBezTo>
                  <a:cubicBezTo>
                    <a:pt x="17" y="25"/>
                    <a:pt x="17" y="15"/>
                    <a:pt x="13" y="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4" name="Freeform 3596">
              <a:extLst>
                <a:ext uri="{FF2B5EF4-FFF2-40B4-BE49-F238E27FC236}">
                  <a16:creationId xmlns:a16="http://schemas.microsoft.com/office/drawing/2014/main" id="{44F8CF68-09FA-490D-9E16-07E70EF9F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145"/>
              <a:ext cx="31" cy="90"/>
            </a:xfrm>
            <a:custGeom>
              <a:avLst/>
              <a:gdLst>
                <a:gd name="T0" fmla="*/ 8 w 15"/>
                <a:gd name="T1" fmla="*/ 105 h 41"/>
                <a:gd name="T2" fmla="*/ 43 w 15"/>
                <a:gd name="T3" fmla="*/ 285 h 41"/>
                <a:gd name="T4" fmla="*/ 89 w 15"/>
                <a:gd name="T5" fmla="*/ 371 h 41"/>
                <a:gd name="T6" fmla="*/ 132 w 15"/>
                <a:gd name="T7" fmla="*/ 435 h 41"/>
                <a:gd name="T8" fmla="*/ 116 w 15"/>
                <a:gd name="T9" fmla="*/ 294 h 41"/>
                <a:gd name="T10" fmla="*/ 72 w 15"/>
                <a:gd name="T11" fmla="*/ 116 h 41"/>
                <a:gd name="T12" fmla="*/ 0 w 15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1">
                  <a:moveTo>
                    <a:pt x="1" y="10"/>
                  </a:moveTo>
                  <a:cubicBezTo>
                    <a:pt x="0" y="14"/>
                    <a:pt x="3" y="23"/>
                    <a:pt x="5" y="27"/>
                  </a:cubicBezTo>
                  <a:cubicBezTo>
                    <a:pt x="6" y="30"/>
                    <a:pt x="8" y="32"/>
                    <a:pt x="10" y="35"/>
                  </a:cubicBezTo>
                  <a:cubicBezTo>
                    <a:pt x="10" y="36"/>
                    <a:pt x="13" y="40"/>
                    <a:pt x="15" y="41"/>
                  </a:cubicBezTo>
                  <a:cubicBezTo>
                    <a:pt x="15" y="39"/>
                    <a:pt x="13" y="30"/>
                    <a:pt x="13" y="28"/>
                  </a:cubicBezTo>
                  <a:cubicBezTo>
                    <a:pt x="13" y="22"/>
                    <a:pt x="10" y="16"/>
                    <a:pt x="8" y="11"/>
                  </a:cubicBezTo>
                  <a:cubicBezTo>
                    <a:pt x="6" y="7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5" name="Freeform 3597">
              <a:extLst>
                <a:ext uri="{FF2B5EF4-FFF2-40B4-BE49-F238E27FC236}">
                  <a16:creationId xmlns:a16="http://schemas.microsoft.com/office/drawing/2014/main" id="{EC33CC93-F5B8-4959-8E34-E6C63B305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095"/>
              <a:ext cx="31" cy="68"/>
            </a:xfrm>
            <a:custGeom>
              <a:avLst/>
              <a:gdLst>
                <a:gd name="T0" fmla="*/ 124 w 15"/>
                <a:gd name="T1" fmla="*/ 327 h 31"/>
                <a:gd name="T2" fmla="*/ 81 w 15"/>
                <a:gd name="T3" fmla="*/ 86 h 31"/>
                <a:gd name="T4" fmla="*/ 0 w 15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1">
                  <a:moveTo>
                    <a:pt x="14" y="31"/>
                  </a:moveTo>
                  <a:cubicBezTo>
                    <a:pt x="15" y="24"/>
                    <a:pt x="14" y="15"/>
                    <a:pt x="9" y="8"/>
                  </a:cubicBezTo>
                  <a:cubicBezTo>
                    <a:pt x="7" y="4"/>
                    <a:pt x="4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6" name="Freeform 3598">
              <a:extLst>
                <a:ext uri="{FF2B5EF4-FFF2-40B4-BE49-F238E27FC236}">
                  <a16:creationId xmlns:a16="http://schemas.microsoft.com/office/drawing/2014/main" id="{2BF748E8-9978-4D44-8C10-EF63B9684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066"/>
              <a:ext cx="29" cy="22"/>
            </a:xfrm>
            <a:custGeom>
              <a:avLst/>
              <a:gdLst>
                <a:gd name="T0" fmla="*/ 124 w 14"/>
                <a:gd name="T1" fmla="*/ 0 h 10"/>
                <a:gd name="T2" fmla="*/ 108 w 14"/>
                <a:gd name="T3" fmla="*/ 106 h 10"/>
                <a:gd name="T4" fmla="*/ 44 w 14"/>
                <a:gd name="T5" fmla="*/ 53 h 10"/>
                <a:gd name="T6" fmla="*/ 0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cubicBezTo>
                    <a:pt x="14" y="3"/>
                    <a:pt x="14" y="8"/>
                    <a:pt x="12" y="10"/>
                  </a:cubicBezTo>
                  <a:cubicBezTo>
                    <a:pt x="10" y="9"/>
                    <a:pt x="7" y="7"/>
                    <a:pt x="5" y="5"/>
                  </a:cubicBezTo>
                  <a:cubicBezTo>
                    <a:pt x="4" y="4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7" name="Freeform 3599">
              <a:extLst>
                <a:ext uri="{FF2B5EF4-FFF2-40B4-BE49-F238E27FC236}">
                  <a16:creationId xmlns:a16="http://schemas.microsoft.com/office/drawing/2014/main" id="{255F0175-A919-4EE6-8DD0-314D5EA36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071"/>
              <a:ext cx="8" cy="89"/>
            </a:xfrm>
            <a:custGeom>
              <a:avLst/>
              <a:gdLst>
                <a:gd name="T0" fmla="*/ 0 w 4"/>
                <a:gd name="T1" fmla="*/ 0 h 41"/>
                <a:gd name="T2" fmla="*/ 8 w 4"/>
                <a:gd name="T3" fmla="*/ 156 h 41"/>
                <a:gd name="T4" fmla="*/ 24 w 4"/>
                <a:gd name="T5" fmla="*/ 339 h 41"/>
                <a:gd name="T6" fmla="*/ 8 w 4"/>
                <a:gd name="T7" fmla="*/ 386 h 41"/>
                <a:gd name="T8" fmla="*/ 8 w 4"/>
                <a:gd name="T9" fmla="*/ 41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2" y="5"/>
                    <a:pt x="0" y="9"/>
                    <a:pt x="1" y="15"/>
                  </a:cubicBezTo>
                  <a:cubicBezTo>
                    <a:pt x="1" y="20"/>
                    <a:pt x="4" y="27"/>
                    <a:pt x="3" y="33"/>
                  </a:cubicBezTo>
                  <a:cubicBezTo>
                    <a:pt x="2" y="35"/>
                    <a:pt x="2" y="37"/>
                    <a:pt x="1" y="38"/>
                  </a:cubicBezTo>
                  <a:cubicBezTo>
                    <a:pt x="0" y="39"/>
                    <a:pt x="1" y="40"/>
                    <a:pt x="1" y="4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8" name="Freeform 3600">
              <a:extLst>
                <a:ext uri="{FF2B5EF4-FFF2-40B4-BE49-F238E27FC236}">
                  <a16:creationId xmlns:a16="http://schemas.microsoft.com/office/drawing/2014/main" id="{9D3A8066-4A05-404F-B06F-771BA4186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30"/>
              <a:ext cx="53" cy="44"/>
            </a:xfrm>
            <a:custGeom>
              <a:avLst/>
              <a:gdLst>
                <a:gd name="T0" fmla="*/ 0 w 26"/>
                <a:gd name="T1" fmla="*/ 0 h 20"/>
                <a:gd name="T2" fmla="*/ 171 w 26"/>
                <a:gd name="T3" fmla="*/ 194 h 20"/>
                <a:gd name="T4" fmla="*/ 220 w 26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0"/>
                  </a:moveTo>
                  <a:cubicBezTo>
                    <a:pt x="5" y="8"/>
                    <a:pt x="10" y="16"/>
                    <a:pt x="20" y="18"/>
                  </a:cubicBezTo>
                  <a:cubicBezTo>
                    <a:pt x="22" y="19"/>
                    <a:pt x="24" y="20"/>
                    <a:pt x="26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9" name="Freeform 3601">
              <a:extLst>
                <a:ext uri="{FF2B5EF4-FFF2-40B4-BE49-F238E27FC236}">
                  <a16:creationId xmlns:a16="http://schemas.microsoft.com/office/drawing/2014/main" id="{33925651-02A7-4E36-9264-54B09CE35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202"/>
              <a:ext cx="45" cy="109"/>
            </a:xfrm>
            <a:custGeom>
              <a:avLst/>
              <a:gdLst>
                <a:gd name="T0" fmla="*/ 8 w 22"/>
                <a:gd name="T1" fmla="*/ 72 h 50"/>
                <a:gd name="T2" fmla="*/ 41 w 22"/>
                <a:gd name="T3" fmla="*/ 246 h 50"/>
                <a:gd name="T4" fmla="*/ 121 w 22"/>
                <a:gd name="T5" fmla="*/ 414 h 50"/>
                <a:gd name="T6" fmla="*/ 180 w 22"/>
                <a:gd name="T7" fmla="*/ 519 h 50"/>
                <a:gd name="T8" fmla="*/ 104 w 22"/>
                <a:gd name="T9" fmla="*/ 166 h 50"/>
                <a:gd name="T10" fmla="*/ 0 w 22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0">
                  <a:moveTo>
                    <a:pt x="1" y="7"/>
                  </a:moveTo>
                  <a:cubicBezTo>
                    <a:pt x="2" y="13"/>
                    <a:pt x="3" y="19"/>
                    <a:pt x="5" y="24"/>
                  </a:cubicBezTo>
                  <a:cubicBezTo>
                    <a:pt x="7" y="30"/>
                    <a:pt x="11" y="35"/>
                    <a:pt x="14" y="40"/>
                  </a:cubicBezTo>
                  <a:cubicBezTo>
                    <a:pt x="15" y="43"/>
                    <a:pt x="17" y="48"/>
                    <a:pt x="21" y="50"/>
                  </a:cubicBezTo>
                  <a:cubicBezTo>
                    <a:pt x="22" y="38"/>
                    <a:pt x="16" y="26"/>
                    <a:pt x="12" y="16"/>
                  </a:cubicBezTo>
                  <a:cubicBezTo>
                    <a:pt x="9" y="11"/>
                    <a:pt x="3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0" name="Freeform 3602">
              <a:extLst>
                <a:ext uri="{FF2B5EF4-FFF2-40B4-BE49-F238E27FC236}">
                  <a16:creationId xmlns:a16="http://schemas.microsoft.com/office/drawing/2014/main" id="{64491980-B474-4180-8B96-79C571329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154"/>
              <a:ext cx="36" cy="96"/>
            </a:xfrm>
            <a:custGeom>
              <a:avLst/>
              <a:gdLst>
                <a:gd name="T0" fmla="*/ 128 w 18"/>
                <a:gd name="T1" fmla="*/ 456 h 44"/>
                <a:gd name="T2" fmla="*/ 0 w 18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4">
                  <a:moveTo>
                    <a:pt x="16" y="44"/>
                  </a:moveTo>
                  <a:cubicBezTo>
                    <a:pt x="18" y="29"/>
                    <a:pt x="11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1" name="Freeform 3603">
              <a:extLst>
                <a:ext uri="{FF2B5EF4-FFF2-40B4-BE49-F238E27FC236}">
                  <a16:creationId xmlns:a16="http://schemas.microsoft.com/office/drawing/2014/main" id="{75075EFF-FC53-4836-B6CD-700759D54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54"/>
              <a:ext cx="14" cy="70"/>
            </a:xfrm>
            <a:custGeom>
              <a:avLst/>
              <a:gdLst>
                <a:gd name="T0" fmla="*/ 0 w 7"/>
                <a:gd name="T1" fmla="*/ 0 h 32"/>
                <a:gd name="T2" fmla="*/ 48 w 7"/>
                <a:gd name="T3" fmla="*/ 210 h 32"/>
                <a:gd name="T4" fmla="*/ 40 w 7"/>
                <a:gd name="T5" fmla="*/ 33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0" y="0"/>
                  </a:moveTo>
                  <a:cubicBezTo>
                    <a:pt x="5" y="4"/>
                    <a:pt x="6" y="13"/>
                    <a:pt x="6" y="20"/>
                  </a:cubicBezTo>
                  <a:cubicBezTo>
                    <a:pt x="6" y="22"/>
                    <a:pt x="7" y="30"/>
                    <a:pt x="5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2" name="Freeform 3604">
              <a:extLst>
                <a:ext uri="{FF2B5EF4-FFF2-40B4-BE49-F238E27FC236}">
                  <a16:creationId xmlns:a16="http://schemas.microsoft.com/office/drawing/2014/main" id="{8E13095F-701D-48F6-81A1-8DBB5E643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204"/>
              <a:ext cx="37" cy="85"/>
            </a:xfrm>
            <a:custGeom>
              <a:avLst/>
              <a:gdLst>
                <a:gd name="T0" fmla="*/ 16 w 18"/>
                <a:gd name="T1" fmla="*/ 0 h 39"/>
                <a:gd name="T2" fmla="*/ 156 w 18"/>
                <a:gd name="T3" fmla="*/ 403 h 39"/>
                <a:gd name="T4" fmla="*/ 0 w 18"/>
                <a:gd name="T5" fmla="*/ 21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9">
                  <a:moveTo>
                    <a:pt x="2" y="0"/>
                  </a:moveTo>
                  <a:cubicBezTo>
                    <a:pt x="11" y="12"/>
                    <a:pt x="14" y="25"/>
                    <a:pt x="18" y="39"/>
                  </a:cubicBezTo>
                  <a:cubicBezTo>
                    <a:pt x="13" y="32"/>
                    <a:pt x="5" y="29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3" name="Freeform 3605">
              <a:extLst>
                <a:ext uri="{FF2B5EF4-FFF2-40B4-BE49-F238E27FC236}">
                  <a16:creationId xmlns:a16="http://schemas.microsoft.com/office/drawing/2014/main" id="{5683718C-98D1-4A75-B58C-8F71C6AD9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171"/>
              <a:ext cx="18" cy="105"/>
            </a:xfrm>
            <a:custGeom>
              <a:avLst/>
              <a:gdLst>
                <a:gd name="T0" fmla="*/ 0 w 9"/>
                <a:gd name="T1" fmla="*/ 0 h 48"/>
                <a:gd name="T2" fmla="*/ 72 w 9"/>
                <a:gd name="T3" fmla="*/ 354 h 48"/>
                <a:gd name="T4" fmla="*/ 64 w 9"/>
                <a:gd name="T5" fmla="*/ 50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8">
                  <a:moveTo>
                    <a:pt x="0" y="0"/>
                  </a:moveTo>
                  <a:cubicBezTo>
                    <a:pt x="8" y="6"/>
                    <a:pt x="9" y="25"/>
                    <a:pt x="9" y="34"/>
                  </a:cubicBezTo>
                  <a:cubicBezTo>
                    <a:pt x="9" y="39"/>
                    <a:pt x="9" y="43"/>
                    <a:pt x="8" y="4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4" name="Freeform 3606">
              <a:extLst>
                <a:ext uri="{FF2B5EF4-FFF2-40B4-BE49-F238E27FC236}">
                  <a16:creationId xmlns:a16="http://schemas.microsoft.com/office/drawing/2014/main" id="{9F6728A6-9940-48D1-A961-37A1838A5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224"/>
              <a:ext cx="37" cy="70"/>
            </a:xfrm>
            <a:custGeom>
              <a:avLst/>
              <a:gdLst>
                <a:gd name="T0" fmla="*/ 0 w 18"/>
                <a:gd name="T1" fmla="*/ 0 h 32"/>
                <a:gd name="T2" fmla="*/ 43 w 18"/>
                <a:gd name="T3" fmla="*/ 186 h 32"/>
                <a:gd name="T4" fmla="*/ 156 w 18"/>
                <a:gd name="T5" fmla="*/ 335 h 32"/>
                <a:gd name="T6" fmla="*/ 140 w 18"/>
                <a:gd name="T7" fmla="*/ 20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2">
                  <a:moveTo>
                    <a:pt x="0" y="0"/>
                  </a:moveTo>
                  <a:cubicBezTo>
                    <a:pt x="1" y="6"/>
                    <a:pt x="2" y="13"/>
                    <a:pt x="5" y="18"/>
                  </a:cubicBezTo>
                  <a:cubicBezTo>
                    <a:pt x="8" y="24"/>
                    <a:pt x="14" y="27"/>
                    <a:pt x="18" y="32"/>
                  </a:cubicBezTo>
                  <a:cubicBezTo>
                    <a:pt x="17" y="29"/>
                    <a:pt x="14" y="22"/>
                    <a:pt x="16" y="1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5" name="Freeform 3607">
              <a:extLst>
                <a:ext uri="{FF2B5EF4-FFF2-40B4-BE49-F238E27FC236}">
                  <a16:creationId xmlns:a16="http://schemas.microsoft.com/office/drawing/2014/main" id="{E76762D8-C604-47F5-98DF-E5470483F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285"/>
              <a:ext cx="39" cy="92"/>
            </a:xfrm>
            <a:custGeom>
              <a:avLst/>
              <a:gdLst>
                <a:gd name="T0" fmla="*/ 0 w 19"/>
                <a:gd name="T1" fmla="*/ 105 h 42"/>
                <a:gd name="T2" fmla="*/ 156 w 19"/>
                <a:gd name="T3" fmla="*/ 442 h 42"/>
                <a:gd name="T4" fmla="*/ 156 w 19"/>
                <a:gd name="T5" fmla="*/ 346 h 42"/>
                <a:gd name="T6" fmla="*/ 148 w 19"/>
                <a:gd name="T7" fmla="*/ 169 h 42"/>
                <a:gd name="T8" fmla="*/ 113 w 19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2">
                  <a:moveTo>
                    <a:pt x="0" y="10"/>
                  </a:moveTo>
                  <a:cubicBezTo>
                    <a:pt x="2" y="19"/>
                    <a:pt x="10" y="36"/>
                    <a:pt x="18" y="42"/>
                  </a:cubicBezTo>
                  <a:cubicBezTo>
                    <a:pt x="19" y="39"/>
                    <a:pt x="18" y="36"/>
                    <a:pt x="18" y="33"/>
                  </a:cubicBezTo>
                  <a:cubicBezTo>
                    <a:pt x="17" y="27"/>
                    <a:pt x="18" y="22"/>
                    <a:pt x="17" y="16"/>
                  </a:cubicBezTo>
                  <a:cubicBezTo>
                    <a:pt x="17" y="10"/>
                    <a:pt x="16" y="5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6" name="Freeform 3608">
              <a:extLst>
                <a:ext uri="{FF2B5EF4-FFF2-40B4-BE49-F238E27FC236}">
                  <a16:creationId xmlns:a16="http://schemas.microsoft.com/office/drawing/2014/main" id="{41B6E5F3-5014-46B7-B902-9E2475E5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285"/>
              <a:ext cx="41" cy="68"/>
            </a:xfrm>
            <a:custGeom>
              <a:avLst/>
              <a:gdLst>
                <a:gd name="T0" fmla="*/ 0 w 20"/>
                <a:gd name="T1" fmla="*/ 0 h 31"/>
                <a:gd name="T2" fmla="*/ 51 w 20"/>
                <a:gd name="T3" fmla="*/ 149 h 31"/>
                <a:gd name="T4" fmla="*/ 148 w 20"/>
                <a:gd name="T5" fmla="*/ 327 h 31"/>
                <a:gd name="T6" fmla="*/ 172 w 20"/>
                <a:gd name="T7" fmla="*/ 158 h 31"/>
                <a:gd name="T8" fmla="*/ 148 w 20"/>
                <a:gd name="T9" fmla="*/ 2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0" y="0"/>
                  </a:moveTo>
                  <a:cubicBezTo>
                    <a:pt x="1" y="5"/>
                    <a:pt x="4" y="10"/>
                    <a:pt x="6" y="14"/>
                  </a:cubicBezTo>
                  <a:cubicBezTo>
                    <a:pt x="9" y="19"/>
                    <a:pt x="12" y="28"/>
                    <a:pt x="17" y="31"/>
                  </a:cubicBezTo>
                  <a:cubicBezTo>
                    <a:pt x="16" y="26"/>
                    <a:pt x="20" y="20"/>
                    <a:pt x="20" y="15"/>
                  </a:cubicBezTo>
                  <a:cubicBezTo>
                    <a:pt x="20" y="10"/>
                    <a:pt x="18" y="6"/>
                    <a:pt x="17" y="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7" name="Freeform 3609">
              <a:extLst>
                <a:ext uri="{FF2B5EF4-FFF2-40B4-BE49-F238E27FC236}">
                  <a16:creationId xmlns:a16="http://schemas.microsoft.com/office/drawing/2014/main" id="{55E90664-2457-4356-BA06-0EAB735C0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370"/>
              <a:ext cx="47" cy="90"/>
            </a:xfrm>
            <a:custGeom>
              <a:avLst/>
              <a:gdLst>
                <a:gd name="T0" fmla="*/ 0 w 23"/>
                <a:gd name="T1" fmla="*/ 0 h 41"/>
                <a:gd name="T2" fmla="*/ 92 w 23"/>
                <a:gd name="T3" fmla="*/ 266 h 41"/>
                <a:gd name="T4" fmla="*/ 188 w 23"/>
                <a:gd name="T5" fmla="*/ 435 h 41"/>
                <a:gd name="T6" fmla="*/ 196 w 23"/>
                <a:gd name="T7" fmla="*/ 347 h 41"/>
                <a:gd name="T8" fmla="*/ 112 w 23"/>
                <a:gd name="T9" fmla="*/ 140 h 41"/>
                <a:gd name="T10" fmla="*/ 25 w 23"/>
                <a:gd name="T11" fmla="*/ 9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1">
                  <a:moveTo>
                    <a:pt x="0" y="0"/>
                  </a:moveTo>
                  <a:cubicBezTo>
                    <a:pt x="2" y="8"/>
                    <a:pt x="7" y="18"/>
                    <a:pt x="11" y="25"/>
                  </a:cubicBezTo>
                  <a:cubicBezTo>
                    <a:pt x="14" y="31"/>
                    <a:pt x="17" y="37"/>
                    <a:pt x="22" y="41"/>
                  </a:cubicBezTo>
                  <a:cubicBezTo>
                    <a:pt x="22" y="38"/>
                    <a:pt x="23" y="36"/>
                    <a:pt x="23" y="33"/>
                  </a:cubicBezTo>
                  <a:cubicBezTo>
                    <a:pt x="22" y="26"/>
                    <a:pt x="17" y="19"/>
                    <a:pt x="13" y="13"/>
                  </a:cubicBezTo>
                  <a:cubicBezTo>
                    <a:pt x="11" y="9"/>
                    <a:pt x="4" y="6"/>
                    <a:pt x="3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8" name="Freeform 3610">
              <a:extLst>
                <a:ext uri="{FF2B5EF4-FFF2-40B4-BE49-F238E27FC236}">
                  <a16:creationId xmlns:a16="http://schemas.microsoft.com/office/drawing/2014/main" id="{4BDAE9C1-4342-4006-9C84-532CDEF7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51"/>
              <a:ext cx="20" cy="85"/>
            </a:xfrm>
            <a:custGeom>
              <a:avLst/>
              <a:gdLst>
                <a:gd name="T0" fmla="*/ 0 w 10"/>
                <a:gd name="T1" fmla="*/ 0 h 39"/>
                <a:gd name="T2" fmla="*/ 64 w 10"/>
                <a:gd name="T3" fmla="*/ 281 h 39"/>
                <a:gd name="T4" fmla="*/ 56 w 10"/>
                <a:gd name="T5" fmla="*/ 40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2" y="9"/>
                    <a:pt x="6" y="18"/>
                    <a:pt x="8" y="27"/>
                  </a:cubicBezTo>
                  <a:cubicBezTo>
                    <a:pt x="8" y="30"/>
                    <a:pt x="10" y="37"/>
                    <a:pt x="7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9" name="Freeform 3611">
              <a:extLst>
                <a:ext uri="{FF2B5EF4-FFF2-40B4-BE49-F238E27FC236}">
                  <a16:creationId xmlns:a16="http://schemas.microsoft.com/office/drawing/2014/main" id="{16EEC608-C345-422B-8BE9-CA1E8DA1E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16"/>
              <a:ext cx="21" cy="98"/>
            </a:xfrm>
            <a:custGeom>
              <a:avLst/>
              <a:gdLst>
                <a:gd name="T0" fmla="*/ 36 w 10"/>
                <a:gd name="T1" fmla="*/ 464 h 45"/>
                <a:gd name="T2" fmla="*/ 57 w 10"/>
                <a:gd name="T3" fmla="*/ 142 h 45"/>
                <a:gd name="T4" fmla="*/ 0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45"/>
                  </a:moveTo>
                  <a:cubicBezTo>
                    <a:pt x="8" y="35"/>
                    <a:pt x="10" y="24"/>
                    <a:pt x="6" y="14"/>
                  </a:cubicBezTo>
                  <a:cubicBezTo>
                    <a:pt x="4" y="10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0" name="Freeform 3612">
              <a:extLst>
                <a:ext uri="{FF2B5EF4-FFF2-40B4-BE49-F238E27FC236}">
                  <a16:creationId xmlns:a16="http://schemas.microsoft.com/office/drawing/2014/main" id="{12FAD29C-B0B9-4A34-8415-B9C10AD09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35"/>
              <a:ext cx="39" cy="51"/>
            </a:xfrm>
            <a:custGeom>
              <a:avLst/>
              <a:gdLst>
                <a:gd name="T0" fmla="*/ 0 w 19"/>
                <a:gd name="T1" fmla="*/ 0 h 23"/>
                <a:gd name="T2" fmla="*/ 164 w 19"/>
                <a:gd name="T3" fmla="*/ 25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0" y="0"/>
                  </a:moveTo>
                  <a:cubicBezTo>
                    <a:pt x="3" y="9"/>
                    <a:pt x="10" y="21"/>
                    <a:pt x="19" y="2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1" name="Freeform 3613">
              <a:extLst>
                <a:ext uri="{FF2B5EF4-FFF2-40B4-BE49-F238E27FC236}">
                  <a16:creationId xmlns:a16="http://schemas.microsoft.com/office/drawing/2014/main" id="{1DFD81ED-C32D-46E9-9A31-B85261DC2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399"/>
              <a:ext cx="37" cy="98"/>
            </a:xfrm>
            <a:custGeom>
              <a:avLst/>
              <a:gdLst>
                <a:gd name="T0" fmla="*/ 0 w 18"/>
                <a:gd name="T1" fmla="*/ 290 h 45"/>
                <a:gd name="T2" fmla="*/ 156 w 18"/>
                <a:gd name="T3" fmla="*/ 464 h 45"/>
                <a:gd name="T4" fmla="*/ 113 w 18"/>
                <a:gd name="T5" fmla="*/ 257 h 45"/>
                <a:gd name="T6" fmla="*/ 51 w 18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5">
                  <a:moveTo>
                    <a:pt x="0" y="28"/>
                  </a:moveTo>
                  <a:cubicBezTo>
                    <a:pt x="3" y="35"/>
                    <a:pt x="11" y="43"/>
                    <a:pt x="18" y="45"/>
                  </a:cubicBezTo>
                  <a:cubicBezTo>
                    <a:pt x="16" y="38"/>
                    <a:pt x="14" y="32"/>
                    <a:pt x="13" y="25"/>
                  </a:cubicBezTo>
                  <a:cubicBezTo>
                    <a:pt x="10" y="11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2" name="Freeform 3614">
              <a:extLst>
                <a:ext uri="{FF2B5EF4-FFF2-40B4-BE49-F238E27FC236}">
                  <a16:creationId xmlns:a16="http://schemas.microsoft.com/office/drawing/2014/main" id="{F85BB19D-6ACF-4D53-B3DB-D1DF7B732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473"/>
              <a:ext cx="39" cy="77"/>
            </a:xfrm>
            <a:custGeom>
              <a:avLst/>
              <a:gdLst>
                <a:gd name="T0" fmla="*/ 8 w 19"/>
                <a:gd name="T1" fmla="*/ 0 h 35"/>
                <a:gd name="T2" fmla="*/ 68 w 19"/>
                <a:gd name="T3" fmla="*/ 178 h 35"/>
                <a:gd name="T4" fmla="*/ 164 w 19"/>
                <a:gd name="T5" fmla="*/ 372 h 35"/>
                <a:gd name="T6" fmla="*/ 123 w 19"/>
                <a:gd name="T7" fmla="*/ 11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">
                  <a:moveTo>
                    <a:pt x="1" y="0"/>
                  </a:moveTo>
                  <a:cubicBezTo>
                    <a:pt x="0" y="4"/>
                    <a:pt x="7" y="14"/>
                    <a:pt x="8" y="17"/>
                  </a:cubicBezTo>
                  <a:cubicBezTo>
                    <a:pt x="10" y="24"/>
                    <a:pt x="15" y="30"/>
                    <a:pt x="19" y="35"/>
                  </a:cubicBezTo>
                  <a:cubicBezTo>
                    <a:pt x="18" y="27"/>
                    <a:pt x="18" y="17"/>
                    <a:pt x="14" y="1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3" name="Freeform 3615">
              <a:extLst>
                <a:ext uri="{FF2B5EF4-FFF2-40B4-BE49-F238E27FC236}">
                  <a16:creationId xmlns:a16="http://schemas.microsoft.com/office/drawing/2014/main" id="{800DC65A-80A5-4F5F-B07A-620ABDF9C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528"/>
              <a:ext cx="31" cy="72"/>
            </a:xfrm>
            <a:custGeom>
              <a:avLst/>
              <a:gdLst>
                <a:gd name="T0" fmla="*/ 8 w 15"/>
                <a:gd name="T1" fmla="*/ 105 h 33"/>
                <a:gd name="T2" fmla="*/ 52 w 15"/>
                <a:gd name="T3" fmla="*/ 229 h 33"/>
                <a:gd name="T4" fmla="*/ 99 w 15"/>
                <a:gd name="T5" fmla="*/ 310 h 33"/>
                <a:gd name="T6" fmla="*/ 132 w 15"/>
                <a:gd name="T7" fmla="*/ 343 h 33"/>
                <a:gd name="T8" fmla="*/ 132 w 15"/>
                <a:gd name="T9" fmla="*/ 281 h 33"/>
                <a:gd name="T10" fmla="*/ 81 w 15"/>
                <a:gd name="T11" fmla="*/ 113 h 33"/>
                <a:gd name="T12" fmla="*/ 0 w 15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3">
                  <a:moveTo>
                    <a:pt x="1" y="10"/>
                  </a:moveTo>
                  <a:cubicBezTo>
                    <a:pt x="1" y="14"/>
                    <a:pt x="4" y="19"/>
                    <a:pt x="6" y="22"/>
                  </a:cubicBezTo>
                  <a:cubicBezTo>
                    <a:pt x="8" y="25"/>
                    <a:pt x="9" y="27"/>
                    <a:pt x="11" y="30"/>
                  </a:cubicBezTo>
                  <a:cubicBezTo>
                    <a:pt x="12" y="31"/>
                    <a:pt x="13" y="33"/>
                    <a:pt x="15" y="33"/>
                  </a:cubicBezTo>
                  <a:cubicBezTo>
                    <a:pt x="15" y="31"/>
                    <a:pt x="15" y="29"/>
                    <a:pt x="15" y="27"/>
                  </a:cubicBezTo>
                  <a:cubicBezTo>
                    <a:pt x="14" y="22"/>
                    <a:pt x="11" y="16"/>
                    <a:pt x="9" y="11"/>
                  </a:cubicBezTo>
                  <a:cubicBezTo>
                    <a:pt x="6" y="6"/>
                    <a:pt x="4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4" name="Freeform 3616">
              <a:extLst>
                <a:ext uri="{FF2B5EF4-FFF2-40B4-BE49-F238E27FC236}">
                  <a16:creationId xmlns:a16="http://schemas.microsoft.com/office/drawing/2014/main" id="{86345529-867A-471E-AC3B-0C461AF75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477"/>
              <a:ext cx="29" cy="66"/>
            </a:xfrm>
            <a:custGeom>
              <a:avLst/>
              <a:gdLst>
                <a:gd name="T0" fmla="*/ 116 w 14"/>
                <a:gd name="T1" fmla="*/ 319 h 30"/>
                <a:gd name="T2" fmla="*/ 81 w 14"/>
                <a:gd name="T3" fmla="*/ 88 h 30"/>
                <a:gd name="T4" fmla="*/ 0 w 1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0">
                  <a:moveTo>
                    <a:pt x="13" y="30"/>
                  </a:moveTo>
                  <a:cubicBezTo>
                    <a:pt x="14" y="23"/>
                    <a:pt x="14" y="14"/>
                    <a:pt x="9" y="8"/>
                  </a:cubicBez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5" name="Freeform 3617">
              <a:extLst>
                <a:ext uri="{FF2B5EF4-FFF2-40B4-BE49-F238E27FC236}">
                  <a16:creationId xmlns:a16="http://schemas.microsoft.com/office/drawing/2014/main" id="{98ECF325-CDA0-4844-BBBC-FD0E9A10B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456"/>
              <a:ext cx="55" cy="69"/>
            </a:xfrm>
            <a:custGeom>
              <a:avLst/>
              <a:gdLst>
                <a:gd name="T0" fmla="*/ 0 w 27"/>
                <a:gd name="T1" fmla="*/ 0 h 32"/>
                <a:gd name="T2" fmla="*/ 41 w 27"/>
                <a:gd name="T3" fmla="*/ 69 h 32"/>
                <a:gd name="T4" fmla="*/ 120 w 27"/>
                <a:gd name="T5" fmla="*/ 201 h 32"/>
                <a:gd name="T6" fmla="*/ 196 w 27"/>
                <a:gd name="T7" fmla="*/ 293 h 32"/>
                <a:gd name="T8" fmla="*/ 228 w 27"/>
                <a:gd name="T9" fmla="*/ 3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2">
                  <a:moveTo>
                    <a:pt x="0" y="0"/>
                  </a:moveTo>
                  <a:cubicBezTo>
                    <a:pt x="1" y="1"/>
                    <a:pt x="4" y="5"/>
                    <a:pt x="5" y="7"/>
                  </a:cubicBezTo>
                  <a:cubicBezTo>
                    <a:pt x="7" y="12"/>
                    <a:pt x="10" y="16"/>
                    <a:pt x="14" y="20"/>
                  </a:cubicBezTo>
                  <a:cubicBezTo>
                    <a:pt x="17" y="23"/>
                    <a:pt x="20" y="26"/>
                    <a:pt x="23" y="29"/>
                  </a:cubicBezTo>
                  <a:cubicBezTo>
                    <a:pt x="24" y="30"/>
                    <a:pt x="27" y="32"/>
                    <a:pt x="27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6" name="Freeform 3618">
              <a:extLst>
                <a:ext uri="{FF2B5EF4-FFF2-40B4-BE49-F238E27FC236}">
                  <a16:creationId xmlns:a16="http://schemas.microsoft.com/office/drawing/2014/main" id="{AD0765D5-BF8A-4014-9CF2-054EEB85C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425"/>
              <a:ext cx="49" cy="118"/>
            </a:xfrm>
            <a:custGeom>
              <a:avLst/>
              <a:gdLst>
                <a:gd name="T0" fmla="*/ 172 w 24"/>
                <a:gd name="T1" fmla="*/ 564 h 54"/>
                <a:gd name="T2" fmla="*/ 180 w 24"/>
                <a:gd name="T3" fmla="*/ 531 h 54"/>
                <a:gd name="T4" fmla="*/ 196 w 24"/>
                <a:gd name="T5" fmla="*/ 483 h 54"/>
                <a:gd name="T6" fmla="*/ 172 w 24"/>
                <a:gd name="T7" fmla="*/ 282 h 54"/>
                <a:gd name="T8" fmla="*/ 129 w 24"/>
                <a:gd name="T9" fmla="*/ 125 h 54"/>
                <a:gd name="T10" fmla="*/ 0 w 24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4">
                  <a:moveTo>
                    <a:pt x="20" y="54"/>
                  </a:moveTo>
                  <a:cubicBezTo>
                    <a:pt x="20" y="53"/>
                    <a:pt x="21" y="52"/>
                    <a:pt x="21" y="51"/>
                  </a:cubicBezTo>
                  <a:cubicBezTo>
                    <a:pt x="22" y="50"/>
                    <a:pt x="23" y="47"/>
                    <a:pt x="23" y="46"/>
                  </a:cubicBezTo>
                  <a:cubicBezTo>
                    <a:pt x="24" y="40"/>
                    <a:pt x="21" y="33"/>
                    <a:pt x="20" y="27"/>
                  </a:cubicBezTo>
                  <a:cubicBezTo>
                    <a:pt x="19" y="22"/>
                    <a:pt x="18" y="17"/>
                    <a:pt x="15" y="12"/>
                  </a:cubicBezTo>
                  <a:cubicBezTo>
                    <a:pt x="11" y="3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7" name="Freeform 3619">
              <a:extLst>
                <a:ext uri="{FF2B5EF4-FFF2-40B4-BE49-F238E27FC236}">
                  <a16:creationId xmlns:a16="http://schemas.microsoft.com/office/drawing/2014/main" id="{8499CBD1-C3CF-40AF-9939-E7EB8F737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512"/>
              <a:ext cx="55" cy="40"/>
            </a:xfrm>
            <a:custGeom>
              <a:avLst/>
              <a:gdLst>
                <a:gd name="T0" fmla="*/ 0 w 27"/>
                <a:gd name="T1" fmla="*/ 0 h 18"/>
                <a:gd name="T2" fmla="*/ 179 w 27"/>
                <a:gd name="T3" fmla="*/ 187 h 18"/>
                <a:gd name="T4" fmla="*/ 228 w 27"/>
                <a:gd name="T5" fmla="*/ 19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8">
                  <a:moveTo>
                    <a:pt x="0" y="0"/>
                  </a:moveTo>
                  <a:cubicBezTo>
                    <a:pt x="6" y="7"/>
                    <a:pt x="11" y="15"/>
                    <a:pt x="21" y="17"/>
                  </a:cubicBezTo>
                  <a:cubicBezTo>
                    <a:pt x="23" y="17"/>
                    <a:pt x="25" y="18"/>
                    <a:pt x="27" y="1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8" name="Freeform 3620">
              <a:extLst>
                <a:ext uri="{FF2B5EF4-FFF2-40B4-BE49-F238E27FC236}">
                  <a16:creationId xmlns:a16="http://schemas.microsoft.com/office/drawing/2014/main" id="{2CC5F98A-68CB-4F71-97B2-9D816F925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589"/>
              <a:ext cx="45" cy="100"/>
            </a:xfrm>
            <a:custGeom>
              <a:avLst/>
              <a:gdLst>
                <a:gd name="T0" fmla="*/ 0 w 22"/>
                <a:gd name="T1" fmla="*/ 52 h 46"/>
                <a:gd name="T2" fmla="*/ 59 w 22"/>
                <a:gd name="T3" fmla="*/ 217 h 46"/>
                <a:gd name="T4" fmla="*/ 129 w 22"/>
                <a:gd name="T5" fmla="*/ 370 h 46"/>
                <a:gd name="T6" fmla="*/ 180 w 22"/>
                <a:gd name="T7" fmla="*/ 472 h 46"/>
                <a:gd name="T8" fmla="*/ 84 w 22"/>
                <a:gd name="T9" fmla="*/ 133 h 46"/>
                <a:gd name="T10" fmla="*/ 8 w 22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6">
                  <a:moveTo>
                    <a:pt x="0" y="5"/>
                  </a:moveTo>
                  <a:cubicBezTo>
                    <a:pt x="1" y="10"/>
                    <a:pt x="4" y="16"/>
                    <a:pt x="7" y="21"/>
                  </a:cubicBezTo>
                  <a:cubicBezTo>
                    <a:pt x="9" y="27"/>
                    <a:pt x="12" y="31"/>
                    <a:pt x="15" y="36"/>
                  </a:cubicBezTo>
                  <a:cubicBezTo>
                    <a:pt x="17" y="39"/>
                    <a:pt x="18" y="45"/>
                    <a:pt x="21" y="46"/>
                  </a:cubicBezTo>
                  <a:cubicBezTo>
                    <a:pt x="22" y="34"/>
                    <a:pt x="15" y="23"/>
                    <a:pt x="10" y="13"/>
                  </a:cubicBezTo>
                  <a:cubicBezTo>
                    <a:pt x="8" y="8"/>
                    <a:pt x="5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9" name="Freeform 3621">
              <a:extLst>
                <a:ext uri="{FF2B5EF4-FFF2-40B4-BE49-F238E27FC236}">
                  <a16:creationId xmlns:a16="http://schemas.microsoft.com/office/drawing/2014/main" id="{70F7C808-BE7C-4DE1-A848-C722FE8F6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536"/>
              <a:ext cx="41" cy="94"/>
            </a:xfrm>
            <a:custGeom>
              <a:avLst/>
              <a:gdLst>
                <a:gd name="T0" fmla="*/ 156 w 20"/>
                <a:gd name="T1" fmla="*/ 448 h 43"/>
                <a:gd name="T2" fmla="*/ 0 w 20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3">
                  <a:moveTo>
                    <a:pt x="18" y="43"/>
                  </a:moveTo>
                  <a:cubicBezTo>
                    <a:pt x="20" y="28"/>
                    <a:pt x="11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0" name="Freeform 3622">
              <a:extLst>
                <a:ext uri="{FF2B5EF4-FFF2-40B4-BE49-F238E27FC236}">
                  <a16:creationId xmlns:a16="http://schemas.microsoft.com/office/drawing/2014/main" id="{DBF86C79-2A71-462C-A799-DEC473572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536"/>
              <a:ext cx="19" cy="68"/>
            </a:xfrm>
            <a:custGeom>
              <a:avLst/>
              <a:gdLst>
                <a:gd name="T0" fmla="*/ 0 w 9"/>
                <a:gd name="T1" fmla="*/ 0 h 31"/>
                <a:gd name="T2" fmla="*/ 76 w 9"/>
                <a:gd name="T3" fmla="*/ 189 h 31"/>
                <a:gd name="T4" fmla="*/ 76 w 9"/>
                <a:gd name="T5" fmla="*/ 32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1">
                  <a:moveTo>
                    <a:pt x="0" y="0"/>
                  </a:moveTo>
                  <a:cubicBezTo>
                    <a:pt x="6" y="3"/>
                    <a:pt x="7" y="12"/>
                    <a:pt x="8" y="18"/>
                  </a:cubicBezTo>
                  <a:cubicBezTo>
                    <a:pt x="8" y="21"/>
                    <a:pt x="9" y="29"/>
                    <a:pt x="8" y="3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1" name="Freeform 3623">
              <a:extLst>
                <a:ext uri="{FF2B5EF4-FFF2-40B4-BE49-F238E27FC236}">
                  <a16:creationId xmlns:a16="http://schemas.microsoft.com/office/drawing/2014/main" id="{A8FDDB45-D95F-4E39-BABB-4A79E602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585"/>
              <a:ext cx="39" cy="83"/>
            </a:xfrm>
            <a:custGeom>
              <a:avLst/>
              <a:gdLst>
                <a:gd name="T0" fmla="*/ 8 w 19"/>
                <a:gd name="T1" fmla="*/ 0 h 38"/>
                <a:gd name="T2" fmla="*/ 164 w 19"/>
                <a:gd name="T3" fmla="*/ 395 h 38"/>
                <a:gd name="T4" fmla="*/ 0 w 19"/>
                <a:gd name="T5" fmla="*/ 21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8">
                  <a:moveTo>
                    <a:pt x="1" y="0"/>
                  </a:moveTo>
                  <a:cubicBezTo>
                    <a:pt x="10" y="11"/>
                    <a:pt x="15" y="25"/>
                    <a:pt x="19" y="38"/>
                  </a:cubicBezTo>
                  <a:cubicBezTo>
                    <a:pt x="14" y="32"/>
                    <a:pt x="5" y="29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2" name="Freeform 3624">
              <a:extLst>
                <a:ext uri="{FF2B5EF4-FFF2-40B4-BE49-F238E27FC236}">
                  <a16:creationId xmlns:a16="http://schemas.microsoft.com/office/drawing/2014/main" id="{3EC6DE87-09AF-48AC-85BD-E49F74404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550"/>
              <a:ext cx="23" cy="104"/>
            </a:xfrm>
            <a:custGeom>
              <a:avLst/>
              <a:gdLst>
                <a:gd name="T0" fmla="*/ 0 w 11"/>
                <a:gd name="T1" fmla="*/ 0 h 48"/>
                <a:gd name="T2" fmla="*/ 100 w 11"/>
                <a:gd name="T3" fmla="*/ 347 h 48"/>
                <a:gd name="T4" fmla="*/ 92 w 11"/>
                <a:gd name="T5" fmla="*/ 48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9" y="6"/>
                    <a:pt x="11" y="24"/>
                    <a:pt x="11" y="34"/>
                  </a:cubicBezTo>
                  <a:cubicBezTo>
                    <a:pt x="11" y="39"/>
                    <a:pt x="11" y="43"/>
                    <a:pt x="10" y="4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3" name="Freeform 3625">
              <a:extLst>
                <a:ext uri="{FF2B5EF4-FFF2-40B4-BE49-F238E27FC236}">
                  <a16:creationId xmlns:a16="http://schemas.microsoft.com/office/drawing/2014/main" id="{3D4D2316-DE62-4E41-AFD4-5BE2341D6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606"/>
              <a:ext cx="39" cy="64"/>
            </a:xfrm>
            <a:custGeom>
              <a:avLst/>
              <a:gdLst>
                <a:gd name="T0" fmla="*/ 0 w 19"/>
                <a:gd name="T1" fmla="*/ 0 h 29"/>
                <a:gd name="T2" fmla="*/ 43 w 19"/>
                <a:gd name="T3" fmla="*/ 170 h 29"/>
                <a:gd name="T4" fmla="*/ 164 w 19"/>
                <a:gd name="T5" fmla="*/ 311 h 29"/>
                <a:gd name="T6" fmla="*/ 140 w 19"/>
                <a:gd name="T7" fmla="*/ 17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9">
                  <a:moveTo>
                    <a:pt x="0" y="0"/>
                  </a:moveTo>
                  <a:cubicBezTo>
                    <a:pt x="2" y="6"/>
                    <a:pt x="2" y="11"/>
                    <a:pt x="5" y="16"/>
                  </a:cubicBezTo>
                  <a:cubicBezTo>
                    <a:pt x="9" y="22"/>
                    <a:pt x="15" y="25"/>
                    <a:pt x="19" y="29"/>
                  </a:cubicBezTo>
                  <a:cubicBezTo>
                    <a:pt x="18" y="26"/>
                    <a:pt x="15" y="20"/>
                    <a:pt x="16" y="1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4" name="Freeform 3626">
              <a:extLst>
                <a:ext uri="{FF2B5EF4-FFF2-40B4-BE49-F238E27FC236}">
                  <a16:creationId xmlns:a16="http://schemas.microsoft.com/office/drawing/2014/main" id="{6CA8367E-9C44-4E7E-A6FE-E591CBA2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663"/>
              <a:ext cx="35" cy="90"/>
            </a:xfrm>
            <a:custGeom>
              <a:avLst/>
              <a:gdLst>
                <a:gd name="T0" fmla="*/ 0 w 17"/>
                <a:gd name="T1" fmla="*/ 125 h 41"/>
                <a:gd name="T2" fmla="*/ 140 w 17"/>
                <a:gd name="T3" fmla="*/ 435 h 41"/>
                <a:gd name="T4" fmla="*/ 132 w 17"/>
                <a:gd name="T5" fmla="*/ 347 h 41"/>
                <a:gd name="T6" fmla="*/ 124 w 17"/>
                <a:gd name="T7" fmla="*/ 169 h 41"/>
                <a:gd name="T8" fmla="*/ 80 w 1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1">
                  <a:moveTo>
                    <a:pt x="0" y="12"/>
                  </a:moveTo>
                  <a:cubicBezTo>
                    <a:pt x="3" y="21"/>
                    <a:pt x="10" y="30"/>
                    <a:pt x="16" y="41"/>
                  </a:cubicBezTo>
                  <a:cubicBezTo>
                    <a:pt x="17" y="39"/>
                    <a:pt x="16" y="35"/>
                    <a:pt x="15" y="33"/>
                  </a:cubicBezTo>
                  <a:cubicBezTo>
                    <a:pt x="15" y="27"/>
                    <a:pt x="15" y="22"/>
                    <a:pt x="14" y="16"/>
                  </a:cubicBezTo>
                  <a:cubicBezTo>
                    <a:pt x="14" y="10"/>
                    <a:pt x="12" y="5"/>
                    <a:pt x="9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5" name="Freeform 3627">
              <a:extLst>
                <a:ext uri="{FF2B5EF4-FFF2-40B4-BE49-F238E27FC236}">
                  <a16:creationId xmlns:a16="http://schemas.microsoft.com/office/drawing/2014/main" id="{0E80D268-97DF-4087-992D-17BF2C02A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663"/>
              <a:ext cx="43" cy="66"/>
            </a:xfrm>
            <a:custGeom>
              <a:avLst/>
              <a:gdLst>
                <a:gd name="T0" fmla="*/ 0 w 21"/>
                <a:gd name="T1" fmla="*/ 0 h 30"/>
                <a:gd name="T2" fmla="*/ 59 w 21"/>
                <a:gd name="T3" fmla="*/ 150 h 30"/>
                <a:gd name="T4" fmla="*/ 164 w 21"/>
                <a:gd name="T5" fmla="*/ 319 h 30"/>
                <a:gd name="T6" fmla="*/ 180 w 21"/>
                <a:gd name="T7" fmla="*/ 150 h 30"/>
                <a:gd name="T8" fmla="*/ 147 w 21"/>
                <a:gd name="T9" fmla="*/ 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0">
                  <a:moveTo>
                    <a:pt x="0" y="0"/>
                  </a:moveTo>
                  <a:cubicBezTo>
                    <a:pt x="2" y="5"/>
                    <a:pt x="4" y="9"/>
                    <a:pt x="7" y="14"/>
                  </a:cubicBezTo>
                  <a:cubicBezTo>
                    <a:pt x="10" y="19"/>
                    <a:pt x="13" y="27"/>
                    <a:pt x="19" y="30"/>
                  </a:cubicBezTo>
                  <a:cubicBezTo>
                    <a:pt x="17" y="25"/>
                    <a:pt x="21" y="19"/>
                    <a:pt x="21" y="14"/>
                  </a:cubicBezTo>
                  <a:cubicBezTo>
                    <a:pt x="21" y="9"/>
                    <a:pt x="18" y="5"/>
                    <a:pt x="17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6" name="Freeform 3628">
              <a:extLst>
                <a:ext uri="{FF2B5EF4-FFF2-40B4-BE49-F238E27FC236}">
                  <a16:creationId xmlns:a16="http://schemas.microsoft.com/office/drawing/2014/main" id="{67364D7F-032A-4688-ADD3-9AD514577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751"/>
              <a:ext cx="47" cy="85"/>
            </a:xfrm>
            <a:custGeom>
              <a:avLst/>
              <a:gdLst>
                <a:gd name="T0" fmla="*/ 0 w 23"/>
                <a:gd name="T1" fmla="*/ 9 h 39"/>
                <a:gd name="T2" fmla="*/ 112 w 23"/>
                <a:gd name="T3" fmla="*/ 229 h 39"/>
                <a:gd name="T4" fmla="*/ 196 w 23"/>
                <a:gd name="T5" fmla="*/ 403 h 39"/>
                <a:gd name="T6" fmla="*/ 188 w 23"/>
                <a:gd name="T7" fmla="*/ 323 h 39"/>
                <a:gd name="T8" fmla="*/ 104 w 23"/>
                <a:gd name="T9" fmla="*/ 113 h 39"/>
                <a:gd name="T10" fmla="*/ 8 w 23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9">
                  <a:moveTo>
                    <a:pt x="0" y="1"/>
                  </a:moveTo>
                  <a:cubicBezTo>
                    <a:pt x="2" y="9"/>
                    <a:pt x="8" y="16"/>
                    <a:pt x="13" y="22"/>
                  </a:cubicBezTo>
                  <a:cubicBezTo>
                    <a:pt x="16" y="28"/>
                    <a:pt x="17" y="35"/>
                    <a:pt x="23" y="39"/>
                  </a:cubicBezTo>
                  <a:cubicBezTo>
                    <a:pt x="22" y="36"/>
                    <a:pt x="23" y="33"/>
                    <a:pt x="22" y="31"/>
                  </a:cubicBezTo>
                  <a:cubicBezTo>
                    <a:pt x="21" y="24"/>
                    <a:pt x="16" y="17"/>
                    <a:pt x="12" y="11"/>
                  </a:cubicBezTo>
                  <a:cubicBezTo>
                    <a:pt x="9" y="7"/>
                    <a:pt x="3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7" name="Freeform 3629">
              <a:extLst>
                <a:ext uri="{FF2B5EF4-FFF2-40B4-BE49-F238E27FC236}">
                  <a16:creationId xmlns:a16="http://schemas.microsoft.com/office/drawing/2014/main" id="{B2966E9B-6B7D-4407-9531-D698C4316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727"/>
              <a:ext cx="26" cy="85"/>
            </a:xfrm>
            <a:custGeom>
              <a:avLst/>
              <a:gdLst>
                <a:gd name="T0" fmla="*/ 0 w 13"/>
                <a:gd name="T1" fmla="*/ 0 h 39"/>
                <a:gd name="T2" fmla="*/ 80 w 13"/>
                <a:gd name="T3" fmla="*/ 270 h 39"/>
                <a:gd name="T4" fmla="*/ 80 w 13"/>
                <a:gd name="T5" fmla="*/ 40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9">
                  <a:moveTo>
                    <a:pt x="0" y="0"/>
                  </a:moveTo>
                  <a:cubicBezTo>
                    <a:pt x="3" y="9"/>
                    <a:pt x="7" y="17"/>
                    <a:pt x="10" y="26"/>
                  </a:cubicBezTo>
                  <a:cubicBezTo>
                    <a:pt x="11" y="29"/>
                    <a:pt x="13" y="36"/>
                    <a:pt x="10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8" name="Freeform 3630">
              <a:extLst>
                <a:ext uri="{FF2B5EF4-FFF2-40B4-BE49-F238E27FC236}">
                  <a16:creationId xmlns:a16="http://schemas.microsoft.com/office/drawing/2014/main" id="{21F91D25-D548-49C4-A3F6-C00214173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692"/>
              <a:ext cx="24" cy="96"/>
            </a:xfrm>
            <a:custGeom>
              <a:avLst/>
              <a:gdLst>
                <a:gd name="T0" fmla="*/ 56 w 12"/>
                <a:gd name="T1" fmla="*/ 456 h 44"/>
                <a:gd name="T2" fmla="*/ 56 w 12"/>
                <a:gd name="T3" fmla="*/ 148 h 44"/>
                <a:gd name="T4" fmla="*/ 0 w 1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4">
                  <a:moveTo>
                    <a:pt x="7" y="44"/>
                  </a:moveTo>
                  <a:cubicBezTo>
                    <a:pt x="11" y="35"/>
                    <a:pt x="12" y="23"/>
                    <a:pt x="7" y="14"/>
                  </a:cubicBezTo>
                  <a:cubicBezTo>
                    <a:pt x="5" y="9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9" name="Freeform 3631">
              <a:extLst>
                <a:ext uri="{FF2B5EF4-FFF2-40B4-BE49-F238E27FC236}">
                  <a16:creationId xmlns:a16="http://schemas.microsoft.com/office/drawing/2014/main" id="{2A813458-B501-407A-B828-B88A1D563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711"/>
              <a:ext cx="41" cy="48"/>
            </a:xfrm>
            <a:custGeom>
              <a:avLst/>
              <a:gdLst>
                <a:gd name="T0" fmla="*/ 0 w 20"/>
                <a:gd name="T1" fmla="*/ 0 h 22"/>
                <a:gd name="T2" fmla="*/ 172 w 20"/>
                <a:gd name="T3" fmla="*/ 229 h 22"/>
                <a:gd name="T4" fmla="*/ 113 w 20"/>
                <a:gd name="T5" fmla="*/ 3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4" y="8"/>
                    <a:pt x="11" y="20"/>
                    <a:pt x="20" y="22"/>
                  </a:cubicBezTo>
                  <a:cubicBezTo>
                    <a:pt x="17" y="18"/>
                    <a:pt x="14" y="8"/>
                    <a:pt x="13" y="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0" name="Freeform 3632">
              <a:extLst>
                <a:ext uri="{FF2B5EF4-FFF2-40B4-BE49-F238E27FC236}">
                  <a16:creationId xmlns:a16="http://schemas.microsoft.com/office/drawing/2014/main" id="{F6782A6A-C9D0-4F85-AB47-AE3983E98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383"/>
              <a:ext cx="19" cy="79"/>
            </a:xfrm>
            <a:custGeom>
              <a:avLst/>
              <a:gdLst>
                <a:gd name="T0" fmla="*/ 84 w 9"/>
                <a:gd name="T1" fmla="*/ 380 h 36"/>
                <a:gd name="T2" fmla="*/ 0 w 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6">
                  <a:moveTo>
                    <a:pt x="9" y="36"/>
                  </a:moveTo>
                  <a:cubicBezTo>
                    <a:pt x="7" y="22"/>
                    <a:pt x="6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1" name="Freeform 3633">
              <a:extLst>
                <a:ext uri="{FF2B5EF4-FFF2-40B4-BE49-F238E27FC236}">
                  <a16:creationId xmlns:a16="http://schemas.microsoft.com/office/drawing/2014/main" id="{06D8326E-3B9B-4A9C-A68A-9F91E4378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807"/>
              <a:ext cx="33" cy="90"/>
            </a:xfrm>
            <a:custGeom>
              <a:avLst/>
              <a:gdLst>
                <a:gd name="T0" fmla="*/ 0 w 16"/>
                <a:gd name="T1" fmla="*/ 125 h 41"/>
                <a:gd name="T2" fmla="*/ 140 w 16"/>
                <a:gd name="T3" fmla="*/ 435 h 41"/>
                <a:gd name="T4" fmla="*/ 132 w 16"/>
                <a:gd name="T5" fmla="*/ 338 h 41"/>
                <a:gd name="T6" fmla="*/ 116 w 16"/>
                <a:gd name="T7" fmla="*/ 169 h 41"/>
                <a:gd name="T8" fmla="*/ 8 w 16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1">
                  <a:moveTo>
                    <a:pt x="0" y="12"/>
                  </a:moveTo>
                  <a:cubicBezTo>
                    <a:pt x="3" y="21"/>
                    <a:pt x="9" y="34"/>
                    <a:pt x="16" y="41"/>
                  </a:cubicBezTo>
                  <a:cubicBezTo>
                    <a:pt x="16" y="38"/>
                    <a:pt x="15" y="35"/>
                    <a:pt x="15" y="32"/>
                  </a:cubicBezTo>
                  <a:cubicBezTo>
                    <a:pt x="14" y="27"/>
                    <a:pt x="13" y="21"/>
                    <a:pt x="13" y="16"/>
                  </a:cubicBezTo>
                  <a:cubicBezTo>
                    <a:pt x="11" y="10"/>
                    <a:pt x="4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2" name="Freeform 3634">
              <a:extLst>
                <a:ext uri="{FF2B5EF4-FFF2-40B4-BE49-F238E27FC236}">
                  <a16:creationId xmlns:a16="http://schemas.microsoft.com/office/drawing/2014/main" id="{44E88F78-6912-43FB-9DE1-782C729F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893"/>
              <a:ext cx="49" cy="83"/>
            </a:xfrm>
            <a:custGeom>
              <a:avLst/>
              <a:gdLst>
                <a:gd name="T0" fmla="*/ 0 w 24"/>
                <a:gd name="T1" fmla="*/ 20 h 38"/>
                <a:gd name="T2" fmla="*/ 112 w 24"/>
                <a:gd name="T3" fmla="*/ 238 h 38"/>
                <a:gd name="T4" fmla="*/ 196 w 24"/>
                <a:gd name="T5" fmla="*/ 395 h 38"/>
                <a:gd name="T6" fmla="*/ 204 w 24"/>
                <a:gd name="T7" fmla="*/ 315 h 38"/>
                <a:gd name="T8" fmla="*/ 104 w 24"/>
                <a:gd name="T9" fmla="*/ 114 h 38"/>
                <a:gd name="T10" fmla="*/ 8 w 24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8">
                  <a:moveTo>
                    <a:pt x="0" y="2"/>
                  </a:moveTo>
                  <a:cubicBezTo>
                    <a:pt x="3" y="9"/>
                    <a:pt x="8" y="16"/>
                    <a:pt x="13" y="23"/>
                  </a:cubicBezTo>
                  <a:cubicBezTo>
                    <a:pt x="17" y="28"/>
                    <a:pt x="17" y="35"/>
                    <a:pt x="23" y="38"/>
                  </a:cubicBezTo>
                  <a:cubicBezTo>
                    <a:pt x="22" y="36"/>
                    <a:pt x="24" y="32"/>
                    <a:pt x="24" y="30"/>
                  </a:cubicBezTo>
                  <a:cubicBezTo>
                    <a:pt x="22" y="23"/>
                    <a:pt x="17" y="16"/>
                    <a:pt x="12" y="11"/>
                  </a:cubicBezTo>
                  <a:cubicBezTo>
                    <a:pt x="9" y="7"/>
                    <a:pt x="3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3" name="Freeform 3635">
              <a:extLst>
                <a:ext uri="{FF2B5EF4-FFF2-40B4-BE49-F238E27FC236}">
                  <a16:creationId xmlns:a16="http://schemas.microsoft.com/office/drawing/2014/main" id="{D9763C80-B54D-4B9A-8755-3EFF8DFC6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869"/>
              <a:ext cx="31" cy="83"/>
            </a:xfrm>
            <a:custGeom>
              <a:avLst/>
              <a:gdLst>
                <a:gd name="T0" fmla="*/ 0 w 15"/>
                <a:gd name="T1" fmla="*/ 0 h 38"/>
                <a:gd name="T2" fmla="*/ 99 w 15"/>
                <a:gd name="T3" fmla="*/ 273 h 38"/>
                <a:gd name="T4" fmla="*/ 107 w 15"/>
                <a:gd name="T5" fmla="*/ 39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8">
                  <a:moveTo>
                    <a:pt x="0" y="0"/>
                  </a:moveTo>
                  <a:cubicBezTo>
                    <a:pt x="4" y="9"/>
                    <a:pt x="8" y="17"/>
                    <a:pt x="11" y="26"/>
                  </a:cubicBezTo>
                  <a:cubicBezTo>
                    <a:pt x="12" y="29"/>
                    <a:pt x="15" y="35"/>
                    <a:pt x="12" y="3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4" name="Freeform 3636">
              <a:extLst>
                <a:ext uri="{FF2B5EF4-FFF2-40B4-BE49-F238E27FC236}">
                  <a16:creationId xmlns:a16="http://schemas.microsoft.com/office/drawing/2014/main" id="{6C7AFF8E-990B-4F99-A347-ADBA2EA82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834"/>
              <a:ext cx="24" cy="96"/>
            </a:xfrm>
            <a:custGeom>
              <a:avLst/>
              <a:gdLst>
                <a:gd name="T0" fmla="*/ 72 w 12"/>
                <a:gd name="T1" fmla="*/ 456 h 44"/>
                <a:gd name="T2" fmla="*/ 56 w 12"/>
                <a:gd name="T3" fmla="*/ 133 h 44"/>
                <a:gd name="T4" fmla="*/ 0 w 1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4">
                  <a:moveTo>
                    <a:pt x="9" y="44"/>
                  </a:moveTo>
                  <a:cubicBezTo>
                    <a:pt x="12" y="34"/>
                    <a:pt x="12" y="22"/>
                    <a:pt x="7" y="13"/>
                  </a:cubicBezTo>
                  <a:cubicBezTo>
                    <a:pt x="5" y="8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5" name="Freeform 3637">
              <a:extLst>
                <a:ext uri="{FF2B5EF4-FFF2-40B4-BE49-F238E27FC236}">
                  <a16:creationId xmlns:a16="http://schemas.microsoft.com/office/drawing/2014/main" id="{69BA9AC4-9800-410E-A0C5-AB6922392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803"/>
              <a:ext cx="61" cy="96"/>
            </a:xfrm>
            <a:custGeom>
              <a:avLst/>
              <a:gdLst>
                <a:gd name="T0" fmla="*/ 0 w 30"/>
                <a:gd name="T1" fmla="*/ 0 h 44"/>
                <a:gd name="T2" fmla="*/ 24 w 30"/>
                <a:gd name="T3" fmla="*/ 72 h 44"/>
                <a:gd name="T4" fmla="*/ 100 w 30"/>
                <a:gd name="T5" fmla="*/ 209 h 44"/>
                <a:gd name="T6" fmla="*/ 252 w 30"/>
                <a:gd name="T7" fmla="*/ 456 h 44"/>
                <a:gd name="T8" fmla="*/ 220 w 30"/>
                <a:gd name="T9" fmla="*/ 334 h 44"/>
                <a:gd name="T10" fmla="*/ 144 w 30"/>
                <a:gd name="T11" fmla="*/ 194 h 44"/>
                <a:gd name="T12" fmla="*/ 83 w 30"/>
                <a:gd name="T13" fmla="*/ 5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4">
                  <a:moveTo>
                    <a:pt x="0" y="0"/>
                  </a:moveTo>
                  <a:cubicBezTo>
                    <a:pt x="2" y="2"/>
                    <a:pt x="2" y="5"/>
                    <a:pt x="3" y="7"/>
                  </a:cubicBezTo>
                  <a:cubicBezTo>
                    <a:pt x="5" y="12"/>
                    <a:pt x="9" y="16"/>
                    <a:pt x="12" y="20"/>
                  </a:cubicBezTo>
                  <a:cubicBezTo>
                    <a:pt x="18" y="27"/>
                    <a:pt x="22" y="40"/>
                    <a:pt x="30" y="44"/>
                  </a:cubicBezTo>
                  <a:cubicBezTo>
                    <a:pt x="30" y="42"/>
                    <a:pt x="27" y="34"/>
                    <a:pt x="26" y="32"/>
                  </a:cubicBezTo>
                  <a:cubicBezTo>
                    <a:pt x="23" y="28"/>
                    <a:pt x="20" y="23"/>
                    <a:pt x="17" y="19"/>
                  </a:cubicBezTo>
                  <a:cubicBezTo>
                    <a:pt x="13" y="14"/>
                    <a:pt x="13" y="9"/>
                    <a:pt x="10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6" name="Freeform 3638">
              <a:extLst>
                <a:ext uri="{FF2B5EF4-FFF2-40B4-BE49-F238E27FC236}">
                  <a16:creationId xmlns:a16="http://schemas.microsoft.com/office/drawing/2014/main" id="{94D158E4-01BF-46EE-AEDF-EC05A190F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851"/>
              <a:ext cx="37" cy="55"/>
            </a:xfrm>
            <a:custGeom>
              <a:avLst/>
              <a:gdLst>
                <a:gd name="T0" fmla="*/ 0 w 18"/>
                <a:gd name="T1" fmla="*/ 0 h 25"/>
                <a:gd name="T2" fmla="*/ 156 w 18"/>
                <a:gd name="T3" fmla="*/ 266 h 25"/>
                <a:gd name="T4" fmla="*/ 105 w 18"/>
                <a:gd name="T5" fmla="*/ 2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4" y="8"/>
                    <a:pt x="8" y="24"/>
                    <a:pt x="18" y="25"/>
                  </a:cubicBezTo>
                  <a:cubicBezTo>
                    <a:pt x="14" y="21"/>
                    <a:pt x="14" y="8"/>
                    <a:pt x="12" y="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7" name="Freeform 3639">
              <a:extLst>
                <a:ext uri="{FF2B5EF4-FFF2-40B4-BE49-F238E27FC236}">
                  <a16:creationId xmlns:a16="http://schemas.microsoft.com/office/drawing/2014/main" id="{C5152874-5EBE-4789-B9F6-4186A1F7E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140"/>
              <a:ext cx="39" cy="72"/>
            </a:xfrm>
            <a:custGeom>
              <a:avLst/>
              <a:gdLst>
                <a:gd name="T0" fmla="*/ 0 w 19"/>
                <a:gd name="T1" fmla="*/ 0 h 33"/>
                <a:gd name="T2" fmla="*/ 76 w 19"/>
                <a:gd name="T3" fmla="*/ 229 h 33"/>
                <a:gd name="T4" fmla="*/ 131 w 19"/>
                <a:gd name="T5" fmla="*/ 299 h 33"/>
                <a:gd name="T6" fmla="*/ 164 w 19"/>
                <a:gd name="T7" fmla="*/ 343 h 33"/>
                <a:gd name="T8" fmla="*/ 156 w 19"/>
                <a:gd name="T9" fmla="*/ 281 h 33"/>
                <a:gd name="T10" fmla="*/ 88 w 19"/>
                <a:gd name="T11" fmla="*/ 113 h 33"/>
                <a:gd name="T12" fmla="*/ 8 w 19"/>
                <a:gd name="T13" fmla="*/ 9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3">
                  <a:moveTo>
                    <a:pt x="0" y="0"/>
                  </a:moveTo>
                  <a:cubicBezTo>
                    <a:pt x="0" y="5"/>
                    <a:pt x="7" y="19"/>
                    <a:pt x="9" y="22"/>
                  </a:cubicBezTo>
                  <a:cubicBezTo>
                    <a:pt x="11" y="25"/>
                    <a:pt x="13" y="27"/>
                    <a:pt x="15" y="29"/>
                  </a:cubicBezTo>
                  <a:cubicBezTo>
                    <a:pt x="16" y="30"/>
                    <a:pt x="18" y="33"/>
                    <a:pt x="19" y="33"/>
                  </a:cubicBezTo>
                  <a:cubicBezTo>
                    <a:pt x="19" y="31"/>
                    <a:pt x="19" y="29"/>
                    <a:pt x="18" y="27"/>
                  </a:cubicBezTo>
                  <a:cubicBezTo>
                    <a:pt x="17" y="21"/>
                    <a:pt x="13" y="16"/>
                    <a:pt x="10" y="11"/>
                  </a:cubicBezTo>
                  <a:cubicBezTo>
                    <a:pt x="8" y="7"/>
                    <a:pt x="5" y="4"/>
                    <a:pt x="1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8" name="Freeform 3640">
              <a:extLst>
                <a:ext uri="{FF2B5EF4-FFF2-40B4-BE49-F238E27FC236}">
                  <a16:creationId xmlns:a16="http://schemas.microsoft.com/office/drawing/2014/main" id="{23387F88-101B-4A17-B330-72DE794C7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3094"/>
              <a:ext cx="35" cy="63"/>
            </a:xfrm>
            <a:custGeom>
              <a:avLst/>
              <a:gdLst>
                <a:gd name="T0" fmla="*/ 148 w 17"/>
                <a:gd name="T1" fmla="*/ 298 h 29"/>
                <a:gd name="T2" fmla="*/ 89 w 17"/>
                <a:gd name="T3" fmla="*/ 72 h 29"/>
                <a:gd name="T4" fmla="*/ 0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7" y="29"/>
                  </a:moveTo>
                  <a:cubicBezTo>
                    <a:pt x="16" y="21"/>
                    <a:pt x="16" y="13"/>
                    <a:pt x="10" y="7"/>
                  </a:cubicBezTo>
                  <a:cubicBezTo>
                    <a:pt x="7" y="4"/>
                    <a:pt x="4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9" name="Freeform 3641">
              <a:extLst>
                <a:ext uri="{FF2B5EF4-FFF2-40B4-BE49-F238E27FC236}">
                  <a16:creationId xmlns:a16="http://schemas.microsoft.com/office/drawing/2014/main" id="{B8D49327-0A2C-4CE3-BAA4-386ED1CF8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030"/>
              <a:ext cx="64" cy="79"/>
            </a:xfrm>
            <a:custGeom>
              <a:avLst/>
              <a:gdLst>
                <a:gd name="T0" fmla="*/ 213 w 31"/>
                <a:gd name="T1" fmla="*/ 213 h 36"/>
                <a:gd name="T2" fmla="*/ 273 w 31"/>
                <a:gd name="T3" fmla="*/ 380 h 36"/>
                <a:gd name="T4" fmla="*/ 157 w 31"/>
                <a:gd name="T5" fmla="*/ 283 h 36"/>
                <a:gd name="T6" fmla="*/ 116 w 31"/>
                <a:gd name="T7" fmla="*/ 241 h 36"/>
                <a:gd name="T8" fmla="*/ 0 w 31"/>
                <a:gd name="T9" fmla="*/ 0 h 36"/>
                <a:gd name="T10" fmla="*/ 213 w 31"/>
                <a:gd name="T11" fmla="*/ 21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6">
                  <a:moveTo>
                    <a:pt x="24" y="20"/>
                  </a:moveTo>
                  <a:cubicBezTo>
                    <a:pt x="27" y="25"/>
                    <a:pt x="29" y="30"/>
                    <a:pt x="31" y="36"/>
                  </a:cubicBezTo>
                  <a:cubicBezTo>
                    <a:pt x="27" y="33"/>
                    <a:pt x="23" y="30"/>
                    <a:pt x="18" y="27"/>
                  </a:cubicBezTo>
                  <a:cubicBezTo>
                    <a:pt x="16" y="26"/>
                    <a:pt x="15" y="24"/>
                    <a:pt x="13" y="23"/>
                  </a:cubicBezTo>
                  <a:cubicBezTo>
                    <a:pt x="4" y="16"/>
                    <a:pt x="0" y="0"/>
                    <a:pt x="0" y="0"/>
                  </a:cubicBezTo>
                  <a:cubicBezTo>
                    <a:pt x="0" y="0"/>
                    <a:pt x="22" y="17"/>
                    <a:pt x="24" y="20"/>
                  </a:cubicBezTo>
                  <a:close/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0" name="Freeform 3642">
              <a:extLst>
                <a:ext uri="{FF2B5EF4-FFF2-40B4-BE49-F238E27FC236}">
                  <a16:creationId xmlns:a16="http://schemas.microsoft.com/office/drawing/2014/main" id="{ACB4CA33-6EF8-4FD3-8349-624E6BC00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098"/>
              <a:ext cx="64" cy="79"/>
            </a:xfrm>
            <a:custGeom>
              <a:avLst/>
              <a:gdLst>
                <a:gd name="T0" fmla="*/ 0 w 31"/>
                <a:gd name="T1" fmla="*/ 9 h 36"/>
                <a:gd name="T2" fmla="*/ 17 w 31"/>
                <a:gd name="T3" fmla="*/ 64 h 36"/>
                <a:gd name="T4" fmla="*/ 89 w 31"/>
                <a:gd name="T5" fmla="*/ 222 h 36"/>
                <a:gd name="T6" fmla="*/ 213 w 31"/>
                <a:gd name="T7" fmla="*/ 347 h 36"/>
                <a:gd name="T8" fmla="*/ 273 w 31"/>
                <a:gd name="T9" fmla="*/ 380 h 36"/>
                <a:gd name="T10" fmla="*/ 264 w 31"/>
                <a:gd name="T11" fmla="*/ 362 h 36"/>
                <a:gd name="T12" fmla="*/ 213 w 31"/>
                <a:gd name="T13" fmla="*/ 266 h 36"/>
                <a:gd name="T14" fmla="*/ 140 w 31"/>
                <a:gd name="T15" fmla="*/ 125 h 36"/>
                <a:gd name="T16" fmla="*/ 89 w 31"/>
                <a:gd name="T17" fmla="*/ 53 h 36"/>
                <a:gd name="T18" fmla="*/ 52 w 31"/>
                <a:gd name="T19" fmla="*/ 0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36">
                  <a:moveTo>
                    <a:pt x="0" y="1"/>
                  </a:moveTo>
                  <a:cubicBezTo>
                    <a:pt x="1" y="2"/>
                    <a:pt x="1" y="4"/>
                    <a:pt x="2" y="6"/>
                  </a:cubicBezTo>
                  <a:cubicBezTo>
                    <a:pt x="4" y="11"/>
                    <a:pt x="7" y="16"/>
                    <a:pt x="10" y="21"/>
                  </a:cubicBezTo>
                  <a:cubicBezTo>
                    <a:pt x="14" y="26"/>
                    <a:pt x="18" y="30"/>
                    <a:pt x="24" y="33"/>
                  </a:cubicBezTo>
                  <a:cubicBezTo>
                    <a:pt x="26" y="34"/>
                    <a:pt x="29" y="35"/>
                    <a:pt x="31" y="36"/>
                  </a:cubicBezTo>
                  <a:cubicBezTo>
                    <a:pt x="31" y="35"/>
                    <a:pt x="30" y="35"/>
                    <a:pt x="30" y="34"/>
                  </a:cubicBezTo>
                  <a:cubicBezTo>
                    <a:pt x="28" y="31"/>
                    <a:pt x="26" y="28"/>
                    <a:pt x="24" y="25"/>
                  </a:cubicBezTo>
                  <a:cubicBezTo>
                    <a:pt x="21" y="21"/>
                    <a:pt x="19" y="16"/>
                    <a:pt x="16" y="12"/>
                  </a:cubicBezTo>
                  <a:cubicBezTo>
                    <a:pt x="14" y="9"/>
                    <a:pt x="12" y="7"/>
                    <a:pt x="10" y="5"/>
                  </a:cubicBezTo>
                  <a:cubicBezTo>
                    <a:pt x="9" y="4"/>
                    <a:pt x="6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1" name="Freeform 3643">
              <a:extLst>
                <a:ext uri="{FF2B5EF4-FFF2-40B4-BE49-F238E27FC236}">
                  <a16:creationId xmlns:a16="http://schemas.microsoft.com/office/drawing/2014/main" id="{8D2463D8-7270-4B3C-A4CB-68BFB5143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070"/>
              <a:ext cx="62" cy="63"/>
            </a:xfrm>
            <a:custGeom>
              <a:avLst/>
              <a:gdLst>
                <a:gd name="T0" fmla="*/ 0 w 30"/>
                <a:gd name="T1" fmla="*/ 0 h 29"/>
                <a:gd name="T2" fmla="*/ 52 w 30"/>
                <a:gd name="T3" fmla="*/ 61 h 29"/>
                <a:gd name="T4" fmla="*/ 141 w 30"/>
                <a:gd name="T5" fmla="*/ 185 h 29"/>
                <a:gd name="T6" fmla="*/ 231 w 30"/>
                <a:gd name="T7" fmla="*/ 265 h 29"/>
                <a:gd name="T8" fmla="*/ 265 w 30"/>
                <a:gd name="T9" fmla="*/ 29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0" y="0"/>
                  </a:moveTo>
                  <a:cubicBezTo>
                    <a:pt x="1" y="1"/>
                    <a:pt x="5" y="4"/>
                    <a:pt x="6" y="6"/>
                  </a:cubicBezTo>
                  <a:cubicBezTo>
                    <a:pt x="8" y="11"/>
                    <a:pt x="12" y="15"/>
                    <a:pt x="16" y="18"/>
                  </a:cubicBezTo>
                  <a:cubicBezTo>
                    <a:pt x="19" y="21"/>
                    <a:pt x="23" y="23"/>
                    <a:pt x="26" y="26"/>
                  </a:cubicBezTo>
                  <a:cubicBezTo>
                    <a:pt x="27" y="27"/>
                    <a:pt x="30" y="29"/>
                    <a:pt x="30" y="2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2" name="Freeform 3644">
              <a:extLst>
                <a:ext uri="{FF2B5EF4-FFF2-40B4-BE49-F238E27FC236}">
                  <a16:creationId xmlns:a16="http://schemas.microsoft.com/office/drawing/2014/main" id="{56D11454-F4EF-4E1A-B455-8002A17A5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043"/>
              <a:ext cx="58" cy="112"/>
            </a:xfrm>
            <a:custGeom>
              <a:avLst/>
              <a:gdLst>
                <a:gd name="T0" fmla="*/ 224 w 28"/>
                <a:gd name="T1" fmla="*/ 540 h 51"/>
                <a:gd name="T2" fmla="*/ 232 w 28"/>
                <a:gd name="T3" fmla="*/ 507 h 51"/>
                <a:gd name="T4" fmla="*/ 249 w 28"/>
                <a:gd name="T5" fmla="*/ 452 h 51"/>
                <a:gd name="T6" fmla="*/ 205 w 28"/>
                <a:gd name="T7" fmla="*/ 266 h 51"/>
                <a:gd name="T8" fmla="*/ 141 w 28"/>
                <a:gd name="T9" fmla="*/ 105 h 51"/>
                <a:gd name="T10" fmla="*/ 0 w 28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1">
                  <a:moveTo>
                    <a:pt x="25" y="51"/>
                  </a:moveTo>
                  <a:cubicBezTo>
                    <a:pt x="25" y="50"/>
                    <a:pt x="26" y="49"/>
                    <a:pt x="26" y="48"/>
                  </a:cubicBezTo>
                  <a:cubicBezTo>
                    <a:pt x="27" y="47"/>
                    <a:pt x="27" y="44"/>
                    <a:pt x="28" y="43"/>
                  </a:cubicBezTo>
                  <a:cubicBezTo>
                    <a:pt x="28" y="37"/>
                    <a:pt x="24" y="30"/>
                    <a:pt x="23" y="25"/>
                  </a:cubicBezTo>
                  <a:cubicBezTo>
                    <a:pt x="21" y="20"/>
                    <a:pt x="19" y="15"/>
                    <a:pt x="16" y="10"/>
                  </a:cubicBezTo>
                  <a:cubicBezTo>
                    <a:pt x="11" y="2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3" name="Freeform 3645">
              <a:extLst>
                <a:ext uri="{FF2B5EF4-FFF2-40B4-BE49-F238E27FC236}">
                  <a16:creationId xmlns:a16="http://schemas.microsoft.com/office/drawing/2014/main" id="{FD68D1B6-565B-439D-A955-B1ECB6978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124"/>
              <a:ext cx="59" cy="33"/>
            </a:xfrm>
            <a:custGeom>
              <a:avLst/>
              <a:gdLst>
                <a:gd name="T0" fmla="*/ 0 w 29"/>
                <a:gd name="T1" fmla="*/ 0 h 15"/>
                <a:gd name="T2" fmla="*/ 187 w 29"/>
                <a:gd name="T3" fmla="*/ 161 h 15"/>
                <a:gd name="T4" fmla="*/ 244 w 29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0" y="0"/>
                  </a:moveTo>
                  <a:cubicBezTo>
                    <a:pt x="6" y="6"/>
                    <a:pt x="13" y="13"/>
                    <a:pt x="22" y="15"/>
                  </a:cubicBezTo>
                  <a:cubicBezTo>
                    <a:pt x="24" y="15"/>
                    <a:pt x="27" y="15"/>
                    <a:pt x="29" y="1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4" name="Freeform 3646">
              <a:extLst>
                <a:ext uri="{FF2B5EF4-FFF2-40B4-BE49-F238E27FC236}">
                  <a16:creationId xmlns:a16="http://schemas.microsoft.com/office/drawing/2014/main" id="{15B24723-629B-4AF5-A1E1-532149BD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210"/>
              <a:ext cx="18" cy="43"/>
            </a:xfrm>
            <a:custGeom>
              <a:avLst/>
              <a:gdLst>
                <a:gd name="T0" fmla="*/ 0 w 9"/>
                <a:gd name="T1" fmla="*/ 0 h 20"/>
                <a:gd name="T2" fmla="*/ 48 w 9"/>
                <a:gd name="T3" fmla="*/ 157 h 20"/>
                <a:gd name="T4" fmla="*/ 72 w 9"/>
                <a:gd name="T5" fmla="*/ 19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0" y="0"/>
                  </a:moveTo>
                  <a:cubicBezTo>
                    <a:pt x="1" y="6"/>
                    <a:pt x="3" y="12"/>
                    <a:pt x="6" y="16"/>
                  </a:cubicBezTo>
                  <a:cubicBezTo>
                    <a:pt x="7" y="18"/>
                    <a:pt x="8" y="19"/>
                    <a:pt x="9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5" name="Freeform 3647">
              <a:extLst>
                <a:ext uri="{FF2B5EF4-FFF2-40B4-BE49-F238E27FC236}">
                  <a16:creationId xmlns:a16="http://schemas.microsoft.com/office/drawing/2014/main" id="{621ADE51-229C-4123-8120-339220B8C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148"/>
              <a:ext cx="49" cy="88"/>
            </a:xfrm>
            <a:custGeom>
              <a:avLst/>
              <a:gdLst>
                <a:gd name="T0" fmla="*/ 204 w 24"/>
                <a:gd name="T1" fmla="*/ 427 h 40"/>
                <a:gd name="T2" fmla="*/ 0 w 24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0">
                  <a:moveTo>
                    <a:pt x="24" y="40"/>
                  </a:moveTo>
                  <a:cubicBezTo>
                    <a:pt x="24" y="25"/>
                    <a:pt x="12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6" name="Freeform 3648">
              <a:extLst>
                <a:ext uri="{FF2B5EF4-FFF2-40B4-BE49-F238E27FC236}">
                  <a16:creationId xmlns:a16="http://schemas.microsoft.com/office/drawing/2014/main" id="{614CF02D-5B2D-45EB-B349-E78543D61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144"/>
              <a:ext cx="25" cy="66"/>
            </a:xfrm>
            <a:custGeom>
              <a:avLst/>
              <a:gdLst>
                <a:gd name="T0" fmla="*/ 0 w 12"/>
                <a:gd name="T1" fmla="*/ 0 h 30"/>
                <a:gd name="T2" fmla="*/ 83 w 12"/>
                <a:gd name="T3" fmla="*/ 194 h 30"/>
                <a:gd name="T4" fmla="*/ 100 w 12"/>
                <a:gd name="T5" fmla="*/ 31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0">
                  <a:moveTo>
                    <a:pt x="0" y="0"/>
                  </a:moveTo>
                  <a:cubicBezTo>
                    <a:pt x="6" y="3"/>
                    <a:pt x="9" y="12"/>
                    <a:pt x="9" y="18"/>
                  </a:cubicBezTo>
                  <a:cubicBezTo>
                    <a:pt x="10" y="21"/>
                    <a:pt x="12" y="29"/>
                    <a:pt x="11" y="3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7" name="Freeform 3649">
              <a:extLst>
                <a:ext uri="{FF2B5EF4-FFF2-40B4-BE49-F238E27FC236}">
                  <a16:creationId xmlns:a16="http://schemas.microsoft.com/office/drawing/2014/main" id="{503D1DBD-28DA-495B-9A9E-785D65B4D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3155"/>
              <a:ext cx="27" cy="85"/>
            </a:xfrm>
            <a:custGeom>
              <a:avLst/>
              <a:gdLst>
                <a:gd name="T0" fmla="*/ 0 w 13"/>
                <a:gd name="T1" fmla="*/ 0 h 39"/>
                <a:gd name="T2" fmla="*/ 116 w 13"/>
                <a:gd name="T3" fmla="*/ 40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9">
                  <a:moveTo>
                    <a:pt x="0" y="0"/>
                  </a:moveTo>
                  <a:cubicBezTo>
                    <a:pt x="9" y="6"/>
                    <a:pt x="12" y="29"/>
                    <a:pt x="13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8" name="Freeform 3650">
              <a:extLst>
                <a:ext uri="{FF2B5EF4-FFF2-40B4-BE49-F238E27FC236}">
                  <a16:creationId xmlns:a16="http://schemas.microsoft.com/office/drawing/2014/main" id="{1DBC8C22-A52E-4C97-BFC4-0F133B4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177"/>
              <a:ext cx="45" cy="74"/>
            </a:xfrm>
            <a:custGeom>
              <a:avLst/>
              <a:gdLst>
                <a:gd name="T0" fmla="*/ 188 w 22"/>
                <a:gd name="T1" fmla="*/ 350 h 34"/>
                <a:gd name="T2" fmla="*/ 96 w 22"/>
                <a:gd name="T3" fmla="*/ 141 h 34"/>
                <a:gd name="T4" fmla="*/ 0 w 2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4">
                  <a:moveTo>
                    <a:pt x="22" y="34"/>
                  </a:moveTo>
                  <a:cubicBezTo>
                    <a:pt x="18" y="27"/>
                    <a:pt x="16" y="20"/>
                    <a:pt x="11" y="14"/>
                  </a:cubicBezTo>
                  <a:cubicBezTo>
                    <a:pt x="7" y="9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9" name="Freeform 3651">
              <a:extLst>
                <a:ext uri="{FF2B5EF4-FFF2-40B4-BE49-F238E27FC236}">
                  <a16:creationId xmlns:a16="http://schemas.microsoft.com/office/drawing/2014/main" id="{5E9C7871-FD25-4AAE-AE53-8AA01CE99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3168"/>
              <a:ext cx="55" cy="81"/>
            </a:xfrm>
            <a:custGeom>
              <a:avLst/>
              <a:gdLst>
                <a:gd name="T0" fmla="*/ 0 w 27"/>
                <a:gd name="T1" fmla="*/ 0 h 37"/>
                <a:gd name="T2" fmla="*/ 41 w 27"/>
                <a:gd name="T3" fmla="*/ 149 h 37"/>
                <a:gd name="T4" fmla="*/ 228 w 27"/>
                <a:gd name="T5" fmla="*/ 38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7">
                  <a:moveTo>
                    <a:pt x="0" y="0"/>
                  </a:moveTo>
                  <a:cubicBezTo>
                    <a:pt x="2" y="5"/>
                    <a:pt x="2" y="10"/>
                    <a:pt x="5" y="14"/>
                  </a:cubicBezTo>
                  <a:cubicBezTo>
                    <a:pt x="8" y="19"/>
                    <a:pt x="21" y="32"/>
                    <a:pt x="27" y="3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0" name="Freeform 3652">
              <a:extLst>
                <a:ext uri="{FF2B5EF4-FFF2-40B4-BE49-F238E27FC236}">
                  <a16:creationId xmlns:a16="http://schemas.microsoft.com/office/drawing/2014/main" id="{3EE1B5F7-690D-4B87-9C27-97D3069AE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3002"/>
              <a:ext cx="24" cy="31"/>
            </a:xfrm>
            <a:custGeom>
              <a:avLst/>
              <a:gdLst>
                <a:gd name="T0" fmla="*/ 0 w 12"/>
                <a:gd name="T1" fmla="*/ 0 h 14"/>
                <a:gd name="T2" fmla="*/ 96 w 12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6" y="8"/>
                    <a:pt x="12" y="14"/>
                    <a:pt x="12" y="1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1" name="Freeform 3653">
              <a:extLst>
                <a:ext uri="{FF2B5EF4-FFF2-40B4-BE49-F238E27FC236}">
                  <a16:creationId xmlns:a16="http://schemas.microsoft.com/office/drawing/2014/main" id="{53A71C3B-42EC-481E-93CF-E31FF46E6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995"/>
              <a:ext cx="45" cy="73"/>
            </a:xfrm>
            <a:custGeom>
              <a:avLst/>
              <a:gdLst>
                <a:gd name="T0" fmla="*/ 0 w 22"/>
                <a:gd name="T1" fmla="*/ 0 h 33"/>
                <a:gd name="T2" fmla="*/ 188 w 22"/>
                <a:gd name="T3" fmla="*/ 3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3">
                  <a:moveTo>
                    <a:pt x="0" y="0"/>
                  </a:moveTo>
                  <a:cubicBezTo>
                    <a:pt x="9" y="7"/>
                    <a:pt x="18" y="25"/>
                    <a:pt x="22" y="3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2" name="Freeform 3654">
              <a:extLst>
                <a:ext uri="{FF2B5EF4-FFF2-40B4-BE49-F238E27FC236}">
                  <a16:creationId xmlns:a16="http://schemas.microsoft.com/office/drawing/2014/main" id="{46EF8B9C-F287-40BF-9E3E-0F716CFC6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004"/>
              <a:ext cx="30" cy="72"/>
            </a:xfrm>
            <a:custGeom>
              <a:avLst/>
              <a:gdLst>
                <a:gd name="T0" fmla="*/ 120 w 15"/>
                <a:gd name="T1" fmla="*/ 343 h 33"/>
                <a:gd name="T2" fmla="*/ 0 w 15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15" y="33"/>
                  </a:moveTo>
                  <a:cubicBezTo>
                    <a:pt x="11" y="19"/>
                    <a:pt x="6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3" name="Freeform 3655">
              <a:extLst>
                <a:ext uri="{FF2B5EF4-FFF2-40B4-BE49-F238E27FC236}">
                  <a16:creationId xmlns:a16="http://schemas.microsoft.com/office/drawing/2014/main" id="{160AFC22-660C-4CF8-8D36-E238250D2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821"/>
              <a:ext cx="37" cy="50"/>
            </a:xfrm>
            <a:custGeom>
              <a:avLst/>
              <a:gdLst>
                <a:gd name="T0" fmla="*/ 0 w 18"/>
                <a:gd name="T1" fmla="*/ 80 h 23"/>
                <a:gd name="T2" fmla="*/ 105 w 18"/>
                <a:gd name="T3" fmla="*/ 185 h 23"/>
                <a:gd name="T4" fmla="*/ 132 w 18"/>
                <a:gd name="T5" fmla="*/ 237 h 23"/>
                <a:gd name="T6" fmla="*/ 113 w 18"/>
                <a:gd name="T7" fmla="*/ 0 h 23"/>
                <a:gd name="T8" fmla="*/ 156 w 18"/>
                <a:gd name="T9" fmla="*/ 8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0" y="8"/>
                  </a:moveTo>
                  <a:cubicBezTo>
                    <a:pt x="3" y="12"/>
                    <a:pt x="9" y="13"/>
                    <a:pt x="12" y="18"/>
                  </a:cubicBezTo>
                  <a:cubicBezTo>
                    <a:pt x="13" y="20"/>
                    <a:pt x="14" y="22"/>
                    <a:pt x="15" y="23"/>
                  </a:cubicBezTo>
                  <a:cubicBezTo>
                    <a:pt x="11" y="18"/>
                    <a:pt x="12" y="6"/>
                    <a:pt x="13" y="0"/>
                  </a:cubicBezTo>
                  <a:cubicBezTo>
                    <a:pt x="15" y="2"/>
                    <a:pt x="17" y="6"/>
                    <a:pt x="18" y="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4" name="Freeform 3656">
              <a:extLst>
                <a:ext uri="{FF2B5EF4-FFF2-40B4-BE49-F238E27FC236}">
                  <a16:creationId xmlns:a16="http://schemas.microsoft.com/office/drawing/2014/main" id="{EC2DF783-19DC-4B66-A8D7-8CDDD4A60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801"/>
              <a:ext cx="7" cy="39"/>
            </a:xfrm>
            <a:custGeom>
              <a:avLst/>
              <a:gdLst>
                <a:gd name="T0" fmla="*/ 37 w 3"/>
                <a:gd name="T1" fmla="*/ 184 h 18"/>
                <a:gd name="T2" fmla="*/ 37 w 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18"/>
                  </a:moveTo>
                  <a:cubicBezTo>
                    <a:pt x="0" y="15"/>
                    <a:pt x="2" y="4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5" name="Freeform 3657">
              <a:extLst>
                <a:ext uri="{FF2B5EF4-FFF2-40B4-BE49-F238E27FC236}">
                  <a16:creationId xmlns:a16="http://schemas.microsoft.com/office/drawing/2014/main" id="{C50E5A96-7561-4644-B703-E203529A6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801"/>
              <a:ext cx="22" cy="13"/>
            </a:xfrm>
            <a:custGeom>
              <a:avLst/>
              <a:gdLst>
                <a:gd name="T0" fmla="*/ 0 w 11"/>
                <a:gd name="T1" fmla="*/ 0 h 6"/>
                <a:gd name="T2" fmla="*/ 88 w 1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3" y="0"/>
                    <a:pt x="9" y="4"/>
                    <a:pt x="11" y="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6" name="Freeform 3658">
              <a:extLst>
                <a:ext uri="{FF2B5EF4-FFF2-40B4-BE49-F238E27FC236}">
                  <a16:creationId xmlns:a16="http://schemas.microsoft.com/office/drawing/2014/main" id="{E07FAB3F-F05B-4F6B-B4D1-675AD7F3A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757"/>
              <a:ext cx="39" cy="44"/>
            </a:xfrm>
            <a:custGeom>
              <a:avLst/>
              <a:gdLst>
                <a:gd name="T0" fmla="*/ 0 w 19"/>
                <a:gd name="T1" fmla="*/ 0 h 20"/>
                <a:gd name="T2" fmla="*/ 88 w 19"/>
                <a:gd name="T3" fmla="*/ 141 h 20"/>
                <a:gd name="T4" fmla="*/ 164 w 19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4" y="4"/>
                    <a:pt x="6" y="9"/>
                    <a:pt x="10" y="13"/>
                  </a:cubicBezTo>
                  <a:cubicBezTo>
                    <a:pt x="12" y="14"/>
                    <a:pt x="16" y="19"/>
                    <a:pt x="19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7" name="Freeform 3659">
              <a:extLst>
                <a:ext uri="{FF2B5EF4-FFF2-40B4-BE49-F238E27FC236}">
                  <a16:creationId xmlns:a16="http://schemas.microsoft.com/office/drawing/2014/main" id="{CF145A17-7FF4-4752-9601-7D9A62B8A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757"/>
              <a:ext cx="23" cy="85"/>
            </a:xfrm>
            <a:custGeom>
              <a:avLst/>
              <a:gdLst>
                <a:gd name="T0" fmla="*/ 0 w 11"/>
                <a:gd name="T1" fmla="*/ 0 h 39"/>
                <a:gd name="T2" fmla="*/ 84 w 11"/>
                <a:gd name="T3" fmla="*/ 257 h 39"/>
                <a:gd name="T4" fmla="*/ 100 w 11"/>
                <a:gd name="T5" fmla="*/ 40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9">
                  <a:moveTo>
                    <a:pt x="0" y="0"/>
                  </a:moveTo>
                  <a:cubicBezTo>
                    <a:pt x="5" y="8"/>
                    <a:pt x="8" y="16"/>
                    <a:pt x="9" y="25"/>
                  </a:cubicBezTo>
                  <a:cubicBezTo>
                    <a:pt x="10" y="30"/>
                    <a:pt x="11" y="34"/>
                    <a:pt x="11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8" name="Freeform 3660">
              <a:extLst>
                <a:ext uri="{FF2B5EF4-FFF2-40B4-BE49-F238E27FC236}">
                  <a16:creationId xmlns:a16="http://schemas.microsoft.com/office/drawing/2014/main" id="{DAE56ADA-D14A-4A6F-991B-39D0CEDCE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757"/>
              <a:ext cx="43" cy="66"/>
            </a:xfrm>
            <a:custGeom>
              <a:avLst/>
              <a:gdLst>
                <a:gd name="T0" fmla="*/ 0 w 21"/>
                <a:gd name="T1" fmla="*/ 0 h 30"/>
                <a:gd name="T2" fmla="*/ 180 w 21"/>
                <a:gd name="T3" fmla="*/ 31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0">
                  <a:moveTo>
                    <a:pt x="0" y="0"/>
                  </a:moveTo>
                  <a:cubicBezTo>
                    <a:pt x="10" y="8"/>
                    <a:pt x="15" y="20"/>
                    <a:pt x="21" y="3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9" name="Freeform 3661">
              <a:extLst>
                <a:ext uri="{FF2B5EF4-FFF2-40B4-BE49-F238E27FC236}">
                  <a16:creationId xmlns:a16="http://schemas.microsoft.com/office/drawing/2014/main" id="{990DA843-9A80-44DE-9ED2-E9C7BB450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56"/>
              <a:ext cx="6" cy="53"/>
            </a:xfrm>
            <a:custGeom>
              <a:avLst/>
              <a:gdLst>
                <a:gd name="T0" fmla="*/ 8 w 3"/>
                <a:gd name="T1" fmla="*/ 0 h 24"/>
                <a:gd name="T2" fmla="*/ 8 w 3"/>
                <a:gd name="T3" fmla="*/ 150 h 24"/>
                <a:gd name="T4" fmla="*/ 24 w 3"/>
                <a:gd name="T5" fmla="*/ 2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4">
                  <a:moveTo>
                    <a:pt x="1" y="0"/>
                  </a:moveTo>
                  <a:cubicBezTo>
                    <a:pt x="1" y="5"/>
                    <a:pt x="0" y="9"/>
                    <a:pt x="1" y="14"/>
                  </a:cubicBezTo>
                  <a:cubicBezTo>
                    <a:pt x="1" y="18"/>
                    <a:pt x="2" y="21"/>
                    <a:pt x="3" y="2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0" name="Freeform 3662">
              <a:extLst>
                <a:ext uri="{FF2B5EF4-FFF2-40B4-BE49-F238E27FC236}">
                  <a16:creationId xmlns:a16="http://schemas.microsoft.com/office/drawing/2014/main" id="{5F1047DF-D171-4F26-BD6E-126135615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088"/>
              <a:ext cx="16" cy="75"/>
            </a:xfrm>
            <a:custGeom>
              <a:avLst/>
              <a:gdLst>
                <a:gd name="T0" fmla="*/ 0 w 8"/>
                <a:gd name="T1" fmla="*/ 0 h 34"/>
                <a:gd name="T2" fmla="*/ 48 w 8"/>
                <a:gd name="T3" fmla="*/ 291 h 34"/>
                <a:gd name="T4" fmla="*/ 56 w 8"/>
                <a:gd name="T5" fmla="*/ 36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4">
                  <a:moveTo>
                    <a:pt x="0" y="0"/>
                  </a:moveTo>
                  <a:cubicBezTo>
                    <a:pt x="2" y="9"/>
                    <a:pt x="5" y="18"/>
                    <a:pt x="6" y="27"/>
                  </a:cubicBezTo>
                  <a:cubicBezTo>
                    <a:pt x="7" y="29"/>
                    <a:pt x="8" y="33"/>
                    <a:pt x="7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1" name="Freeform 3663">
              <a:extLst>
                <a:ext uri="{FF2B5EF4-FFF2-40B4-BE49-F238E27FC236}">
                  <a16:creationId xmlns:a16="http://schemas.microsoft.com/office/drawing/2014/main" id="{41D69DA3-BC6C-42FC-BCA0-6F88C2241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71"/>
              <a:ext cx="33" cy="100"/>
            </a:xfrm>
            <a:custGeom>
              <a:avLst/>
              <a:gdLst>
                <a:gd name="T0" fmla="*/ 140 w 16"/>
                <a:gd name="T1" fmla="*/ 472 h 46"/>
                <a:gd name="T2" fmla="*/ 60 w 16"/>
                <a:gd name="T3" fmla="*/ 174 h 46"/>
                <a:gd name="T4" fmla="*/ 0 w 16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6">
                  <a:moveTo>
                    <a:pt x="16" y="46"/>
                  </a:moveTo>
                  <a:cubicBezTo>
                    <a:pt x="16" y="36"/>
                    <a:pt x="11" y="26"/>
                    <a:pt x="7" y="17"/>
                  </a:cubicBezTo>
                  <a:cubicBezTo>
                    <a:pt x="5" y="11"/>
                    <a:pt x="2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2" name="Freeform 3664">
              <a:extLst>
                <a:ext uri="{FF2B5EF4-FFF2-40B4-BE49-F238E27FC236}">
                  <a16:creationId xmlns:a16="http://schemas.microsoft.com/office/drawing/2014/main" id="{E46C6483-5F3A-4433-B6A6-E4681275C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174"/>
              <a:ext cx="45" cy="98"/>
            </a:xfrm>
            <a:custGeom>
              <a:avLst/>
              <a:gdLst>
                <a:gd name="T0" fmla="*/ 0 w 22"/>
                <a:gd name="T1" fmla="*/ 0 h 45"/>
                <a:gd name="T2" fmla="*/ 139 w 22"/>
                <a:gd name="T3" fmla="*/ 279 h 45"/>
                <a:gd name="T4" fmla="*/ 188 w 22"/>
                <a:gd name="T5" fmla="*/ 46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5">
                  <a:moveTo>
                    <a:pt x="0" y="0"/>
                  </a:moveTo>
                  <a:cubicBezTo>
                    <a:pt x="8" y="5"/>
                    <a:pt x="12" y="18"/>
                    <a:pt x="16" y="27"/>
                  </a:cubicBezTo>
                  <a:cubicBezTo>
                    <a:pt x="18" y="32"/>
                    <a:pt x="21" y="39"/>
                    <a:pt x="22" y="4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3" name="Freeform 3665">
              <a:extLst>
                <a:ext uri="{FF2B5EF4-FFF2-40B4-BE49-F238E27FC236}">
                  <a16:creationId xmlns:a16="http://schemas.microsoft.com/office/drawing/2014/main" id="{D05CDB33-9609-4C0E-B768-5D5E137FE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265"/>
              <a:ext cx="53" cy="121"/>
            </a:xfrm>
            <a:custGeom>
              <a:avLst/>
              <a:gdLst>
                <a:gd name="T0" fmla="*/ 0 w 26"/>
                <a:gd name="T1" fmla="*/ 0 h 55"/>
                <a:gd name="T2" fmla="*/ 153 w 26"/>
                <a:gd name="T3" fmla="*/ 372 h 55"/>
                <a:gd name="T4" fmla="*/ 188 w 26"/>
                <a:gd name="T5" fmla="*/ 488 h 55"/>
                <a:gd name="T6" fmla="*/ 220 w 26"/>
                <a:gd name="T7" fmla="*/ 585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5">
                  <a:moveTo>
                    <a:pt x="0" y="0"/>
                  </a:moveTo>
                  <a:cubicBezTo>
                    <a:pt x="7" y="11"/>
                    <a:pt x="13" y="23"/>
                    <a:pt x="18" y="35"/>
                  </a:cubicBezTo>
                  <a:cubicBezTo>
                    <a:pt x="19" y="39"/>
                    <a:pt x="21" y="42"/>
                    <a:pt x="22" y="46"/>
                  </a:cubicBezTo>
                  <a:cubicBezTo>
                    <a:pt x="23" y="49"/>
                    <a:pt x="26" y="52"/>
                    <a:pt x="26" y="5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4" name="Freeform 3666">
              <a:extLst>
                <a:ext uri="{FF2B5EF4-FFF2-40B4-BE49-F238E27FC236}">
                  <a16:creationId xmlns:a16="http://schemas.microsoft.com/office/drawing/2014/main" id="{1DD80F7E-A49E-4B5E-8E7F-BDA49A949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383"/>
              <a:ext cx="62" cy="116"/>
            </a:xfrm>
            <a:custGeom>
              <a:avLst/>
              <a:gdLst>
                <a:gd name="T0" fmla="*/ 0 w 30"/>
                <a:gd name="T1" fmla="*/ 0 h 53"/>
                <a:gd name="T2" fmla="*/ 99 w 30"/>
                <a:gd name="T3" fmla="*/ 169 h 53"/>
                <a:gd name="T4" fmla="*/ 184 w 30"/>
                <a:gd name="T5" fmla="*/ 346 h 53"/>
                <a:gd name="T6" fmla="*/ 265 w 30"/>
                <a:gd name="T7" fmla="*/ 55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3">
                  <a:moveTo>
                    <a:pt x="0" y="0"/>
                  </a:moveTo>
                  <a:cubicBezTo>
                    <a:pt x="5" y="4"/>
                    <a:pt x="7" y="11"/>
                    <a:pt x="11" y="16"/>
                  </a:cubicBezTo>
                  <a:cubicBezTo>
                    <a:pt x="14" y="21"/>
                    <a:pt x="18" y="27"/>
                    <a:pt x="21" y="33"/>
                  </a:cubicBezTo>
                  <a:cubicBezTo>
                    <a:pt x="24" y="39"/>
                    <a:pt x="27" y="47"/>
                    <a:pt x="30" y="5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5" name="Freeform 3667">
              <a:extLst>
                <a:ext uri="{FF2B5EF4-FFF2-40B4-BE49-F238E27FC236}">
                  <a16:creationId xmlns:a16="http://schemas.microsoft.com/office/drawing/2014/main" id="{478DDCF6-2678-433B-AECD-7804732BC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495"/>
              <a:ext cx="20" cy="57"/>
            </a:xfrm>
            <a:custGeom>
              <a:avLst/>
              <a:gdLst>
                <a:gd name="T0" fmla="*/ 0 w 10"/>
                <a:gd name="T1" fmla="*/ 0 h 26"/>
                <a:gd name="T2" fmla="*/ 40 w 10"/>
                <a:gd name="T3" fmla="*/ 178 h 26"/>
                <a:gd name="T4" fmla="*/ 80 w 10"/>
                <a:gd name="T5" fmla="*/ 27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0" y="6"/>
                    <a:pt x="3" y="12"/>
                    <a:pt x="5" y="17"/>
                  </a:cubicBezTo>
                  <a:cubicBezTo>
                    <a:pt x="6" y="19"/>
                    <a:pt x="8" y="26"/>
                    <a:pt x="10" y="2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6" name="Freeform 3668">
              <a:extLst>
                <a:ext uri="{FF2B5EF4-FFF2-40B4-BE49-F238E27FC236}">
                  <a16:creationId xmlns:a16="http://schemas.microsoft.com/office/drawing/2014/main" id="{F2A7C2E7-8FE8-4454-ABE2-D005C2FDB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497"/>
              <a:ext cx="45" cy="83"/>
            </a:xfrm>
            <a:custGeom>
              <a:avLst/>
              <a:gdLst>
                <a:gd name="T0" fmla="*/ 0 w 22"/>
                <a:gd name="T1" fmla="*/ 0 h 38"/>
                <a:gd name="T2" fmla="*/ 139 w 22"/>
                <a:gd name="T3" fmla="*/ 238 h 38"/>
                <a:gd name="T4" fmla="*/ 188 w 22"/>
                <a:gd name="T5" fmla="*/ 39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8">
                  <a:moveTo>
                    <a:pt x="0" y="0"/>
                  </a:moveTo>
                  <a:cubicBezTo>
                    <a:pt x="7" y="4"/>
                    <a:pt x="12" y="16"/>
                    <a:pt x="16" y="23"/>
                  </a:cubicBezTo>
                  <a:cubicBezTo>
                    <a:pt x="18" y="28"/>
                    <a:pt x="21" y="32"/>
                    <a:pt x="22" y="3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7" name="Freeform 3669">
              <a:extLst>
                <a:ext uri="{FF2B5EF4-FFF2-40B4-BE49-F238E27FC236}">
                  <a16:creationId xmlns:a16="http://schemas.microsoft.com/office/drawing/2014/main" id="{0FF54C88-C8D1-4AD9-A698-EAB3098F4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571"/>
              <a:ext cx="41" cy="79"/>
            </a:xfrm>
            <a:custGeom>
              <a:avLst/>
              <a:gdLst>
                <a:gd name="T0" fmla="*/ 0 w 20"/>
                <a:gd name="T1" fmla="*/ 0 h 36"/>
                <a:gd name="T2" fmla="*/ 59 w 20"/>
                <a:gd name="T3" fmla="*/ 53 h 36"/>
                <a:gd name="T4" fmla="*/ 121 w 20"/>
                <a:gd name="T5" fmla="*/ 213 h 36"/>
                <a:gd name="T6" fmla="*/ 172 w 20"/>
                <a:gd name="T7" fmla="*/ 38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6">
                  <a:moveTo>
                    <a:pt x="0" y="0"/>
                  </a:moveTo>
                  <a:cubicBezTo>
                    <a:pt x="3" y="2"/>
                    <a:pt x="5" y="2"/>
                    <a:pt x="7" y="5"/>
                  </a:cubicBezTo>
                  <a:cubicBezTo>
                    <a:pt x="11" y="10"/>
                    <a:pt x="12" y="15"/>
                    <a:pt x="14" y="20"/>
                  </a:cubicBezTo>
                  <a:cubicBezTo>
                    <a:pt x="16" y="26"/>
                    <a:pt x="18" y="31"/>
                    <a:pt x="20" y="3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8" name="Freeform 3670">
              <a:extLst>
                <a:ext uri="{FF2B5EF4-FFF2-40B4-BE49-F238E27FC236}">
                  <a16:creationId xmlns:a16="http://schemas.microsoft.com/office/drawing/2014/main" id="{BE6CCA69-46EB-4EC3-8AB1-89D07B4F3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602"/>
              <a:ext cx="35" cy="63"/>
            </a:xfrm>
            <a:custGeom>
              <a:avLst/>
              <a:gdLst>
                <a:gd name="T0" fmla="*/ 0 w 17"/>
                <a:gd name="T1" fmla="*/ 0 h 29"/>
                <a:gd name="T2" fmla="*/ 124 w 17"/>
                <a:gd name="T3" fmla="*/ 202 h 29"/>
                <a:gd name="T4" fmla="*/ 148 w 17"/>
                <a:gd name="T5" fmla="*/ 29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0"/>
                  </a:moveTo>
                  <a:cubicBezTo>
                    <a:pt x="7" y="2"/>
                    <a:pt x="11" y="14"/>
                    <a:pt x="14" y="20"/>
                  </a:cubicBezTo>
                  <a:cubicBezTo>
                    <a:pt x="15" y="23"/>
                    <a:pt x="16" y="26"/>
                    <a:pt x="17" y="2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9" name="Freeform 3671">
              <a:extLst>
                <a:ext uri="{FF2B5EF4-FFF2-40B4-BE49-F238E27FC236}">
                  <a16:creationId xmlns:a16="http://schemas.microsoft.com/office/drawing/2014/main" id="{AE932FBF-087D-4C86-8F47-C3577B0B0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370"/>
              <a:ext cx="37" cy="90"/>
            </a:xfrm>
            <a:custGeom>
              <a:avLst/>
              <a:gdLst>
                <a:gd name="T0" fmla="*/ 0 w 18"/>
                <a:gd name="T1" fmla="*/ 0 h 41"/>
                <a:gd name="T2" fmla="*/ 16 w 18"/>
                <a:gd name="T3" fmla="*/ 97 h 41"/>
                <a:gd name="T4" fmla="*/ 80 w 18"/>
                <a:gd name="T5" fmla="*/ 274 h 41"/>
                <a:gd name="T6" fmla="*/ 156 w 18"/>
                <a:gd name="T7" fmla="*/ 43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1">
                  <a:moveTo>
                    <a:pt x="0" y="0"/>
                  </a:moveTo>
                  <a:cubicBezTo>
                    <a:pt x="1" y="3"/>
                    <a:pt x="2" y="6"/>
                    <a:pt x="2" y="9"/>
                  </a:cubicBezTo>
                  <a:cubicBezTo>
                    <a:pt x="4" y="15"/>
                    <a:pt x="6" y="20"/>
                    <a:pt x="9" y="26"/>
                  </a:cubicBezTo>
                  <a:cubicBezTo>
                    <a:pt x="12" y="31"/>
                    <a:pt x="15" y="36"/>
                    <a:pt x="18" y="4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0" name="Freeform 3672">
              <a:extLst>
                <a:ext uri="{FF2B5EF4-FFF2-40B4-BE49-F238E27FC236}">
                  <a16:creationId xmlns:a16="http://schemas.microsoft.com/office/drawing/2014/main" id="{536AEA3A-F2A9-4F51-8B9D-E1081ED9A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309"/>
              <a:ext cx="30" cy="59"/>
            </a:xfrm>
            <a:custGeom>
              <a:avLst/>
              <a:gdLst>
                <a:gd name="T0" fmla="*/ 0 w 15"/>
                <a:gd name="T1" fmla="*/ 0 h 27"/>
                <a:gd name="T2" fmla="*/ 48 w 15"/>
                <a:gd name="T3" fmla="*/ 52 h 27"/>
                <a:gd name="T4" fmla="*/ 88 w 15"/>
                <a:gd name="T5" fmla="*/ 157 h 27"/>
                <a:gd name="T6" fmla="*/ 112 w 15"/>
                <a:gd name="T7" fmla="*/ 28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7">
                  <a:moveTo>
                    <a:pt x="0" y="0"/>
                  </a:moveTo>
                  <a:cubicBezTo>
                    <a:pt x="2" y="2"/>
                    <a:pt x="4" y="3"/>
                    <a:pt x="6" y="5"/>
                  </a:cubicBezTo>
                  <a:cubicBezTo>
                    <a:pt x="8" y="8"/>
                    <a:pt x="10" y="11"/>
                    <a:pt x="11" y="15"/>
                  </a:cubicBezTo>
                  <a:cubicBezTo>
                    <a:pt x="12" y="18"/>
                    <a:pt x="15" y="25"/>
                    <a:pt x="14" y="2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1" name="Freeform 3673">
              <a:extLst>
                <a:ext uri="{FF2B5EF4-FFF2-40B4-BE49-F238E27FC236}">
                  <a16:creationId xmlns:a16="http://schemas.microsoft.com/office/drawing/2014/main" id="{5BD70B73-9B86-4810-A8D6-5570B2837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952"/>
              <a:ext cx="47" cy="98"/>
            </a:xfrm>
            <a:custGeom>
              <a:avLst/>
              <a:gdLst>
                <a:gd name="T0" fmla="*/ 0 w 23"/>
                <a:gd name="T1" fmla="*/ 124 h 45"/>
                <a:gd name="T2" fmla="*/ 67 w 23"/>
                <a:gd name="T3" fmla="*/ 290 h 45"/>
                <a:gd name="T4" fmla="*/ 180 w 23"/>
                <a:gd name="T5" fmla="*/ 464 h 45"/>
                <a:gd name="T6" fmla="*/ 155 w 23"/>
                <a:gd name="T7" fmla="*/ 246 h 45"/>
                <a:gd name="T8" fmla="*/ 67 w 23"/>
                <a:gd name="T9" fmla="*/ 72 h 45"/>
                <a:gd name="T10" fmla="*/ 16 w 23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5">
                  <a:moveTo>
                    <a:pt x="0" y="12"/>
                  </a:moveTo>
                  <a:cubicBezTo>
                    <a:pt x="3" y="17"/>
                    <a:pt x="5" y="23"/>
                    <a:pt x="8" y="28"/>
                  </a:cubicBezTo>
                  <a:cubicBezTo>
                    <a:pt x="11" y="34"/>
                    <a:pt x="16" y="41"/>
                    <a:pt x="21" y="45"/>
                  </a:cubicBezTo>
                  <a:cubicBezTo>
                    <a:pt x="23" y="38"/>
                    <a:pt x="22" y="30"/>
                    <a:pt x="18" y="24"/>
                  </a:cubicBezTo>
                  <a:cubicBezTo>
                    <a:pt x="15" y="18"/>
                    <a:pt x="12" y="13"/>
                    <a:pt x="8" y="7"/>
                  </a:cubicBezTo>
                  <a:cubicBezTo>
                    <a:pt x="6" y="5"/>
                    <a:pt x="3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2" name="Freeform 3674">
              <a:extLst>
                <a:ext uri="{FF2B5EF4-FFF2-40B4-BE49-F238E27FC236}">
                  <a16:creationId xmlns:a16="http://schemas.microsoft.com/office/drawing/2014/main" id="{92034C38-96B5-40BC-8DDE-34C5EE05E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904"/>
              <a:ext cx="37" cy="105"/>
            </a:xfrm>
            <a:custGeom>
              <a:avLst/>
              <a:gdLst>
                <a:gd name="T0" fmla="*/ 140 w 18"/>
                <a:gd name="T1" fmla="*/ 503 h 48"/>
                <a:gd name="T2" fmla="*/ 140 w 18"/>
                <a:gd name="T3" fmla="*/ 354 h 48"/>
                <a:gd name="T4" fmla="*/ 60 w 18"/>
                <a:gd name="T5" fmla="*/ 116 h 48"/>
                <a:gd name="T6" fmla="*/ 0 w 18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8">
                  <a:moveTo>
                    <a:pt x="16" y="48"/>
                  </a:moveTo>
                  <a:cubicBezTo>
                    <a:pt x="18" y="44"/>
                    <a:pt x="17" y="39"/>
                    <a:pt x="16" y="34"/>
                  </a:cubicBezTo>
                  <a:cubicBezTo>
                    <a:pt x="14" y="26"/>
                    <a:pt x="11" y="19"/>
                    <a:pt x="7" y="11"/>
                  </a:cubicBezTo>
                  <a:cubicBezTo>
                    <a:pt x="5" y="8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3" name="Freeform 3675">
              <a:extLst>
                <a:ext uri="{FF2B5EF4-FFF2-40B4-BE49-F238E27FC236}">
                  <a16:creationId xmlns:a16="http://schemas.microsoft.com/office/drawing/2014/main" id="{B46A8672-7F77-42F5-A2BC-5254780FE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906"/>
              <a:ext cx="18" cy="78"/>
            </a:xfrm>
            <a:custGeom>
              <a:avLst/>
              <a:gdLst>
                <a:gd name="T0" fmla="*/ 0 w 9"/>
                <a:gd name="T1" fmla="*/ 0 h 36"/>
                <a:gd name="T2" fmla="*/ 64 w 9"/>
                <a:gd name="T3" fmla="*/ 202 h 36"/>
                <a:gd name="T4" fmla="*/ 56 w 9"/>
                <a:gd name="T5" fmla="*/ 36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6">
                  <a:moveTo>
                    <a:pt x="0" y="0"/>
                  </a:moveTo>
                  <a:cubicBezTo>
                    <a:pt x="7" y="2"/>
                    <a:pt x="8" y="15"/>
                    <a:pt x="8" y="20"/>
                  </a:cubicBezTo>
                  <a:cubicBezTo>
                    <a:pt x="9" y="25"/>
                    <a:pt x="8" y="31"/>
                    <a:pt x="7" y="3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4" name="Freeform 3676">
              <a:extLst>
                <a:ext uri="{FF2B5EF4-FFF2-40B4-BE49-F238E27FC236}">
                  <a16:creationId xmlns:a16="http://schemas.microsoft.com/office/drawing/2014/main" id="{16452F6A-6A30-4291-8405-252956FFB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659"/>
              <a:ext cx="43" cy="61"/>
            </a:xfrm>
            <a:custGeom>
              <a:avLst/>
              <a:gdLst>
                <a:gd name="T0" fmla="*/ 0 w 21"/>
                <a:gd name="T1" fmla="*/ 0 h 28"/>
                <a:gd name="T2" fmla="*/ 180 w 21"/>
                <a:gd name="T3" fmla="*/ 29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8">
                  <a:moveTo>
                    <a:pt x="0" y="0"/>
                  </a:moveTo>
                  <a:cubicBezTo>
                    <a:pt x="12" y="2"/>
                    <a:pt x="15" y="20"/>
                    <a:pt x="21" y="2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5" name="Freeform 3677">
              <a:extLst>
                <a:ext uri="{FF2B5EF4-FFF2-40B4-BE49-F238E27FC236}">
                  <a16:creationId xmlns:a16="http://schemas.microsoft.com/office/drawing/2014/main" id="{D86A998A-1E41-49AD-B5E1-C29D93471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716"/>
              <a:ext cx="49" cy="85"/>
            </a:xfrm>
            <a:custGeom>
              <a:avLst/>
              <a:gdLst>
                <a:gd name="T0" fmla="*/ 0 w 24"/>
                <a:gd name="T1" fmla="*/ 0 h 39"/>
                <a:gd name="T2" fmla="*/ 145 w 24"/>
                <a:gd name="T3" fmla="*/ 257 h 39"/>
                <a:gd name="T4" fmla="*/ 204 w 24"/>
                <a:gd name="T5" fmla="*/ 40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9">
                  <a:moveTo>
                    <a:pt x="0" y="0"/>
                  </a:moveTo>
                  <a:cubicBezTo>
                    <a:pt x="8" y="6"/>
                    <a:pt x="12" y="16"/>
                    <a:pt x="17" y="25"/>
                  </a:cubicBezTo>
                  <a:cubicBezTo>
                    <a:pt x="20" y="29"/>
                    <a:pt x="22" y="34"/>
                    <a:pt x="24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6" name="Freeform 3678">
              <a:extLst>
                <a:ext uri="{FF2B5EF4-FFF2-40B4-BE49-F238E27FC236}">
                  <a16:creationId xmlns:a16="http://schemas.microsoft.com/office/drawing/2014/main" id="{D859F2EF-FFE2-4D24-A0E1-C8CC4924A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897"/>
              <a:ext cx="26" cy="57"/>
            </a:xfrm>
            <a:custGeom>
              <a:avLst/>
              <a:gdLst>
                <a:gd name="T0" fmla="*/ 0 w 13"/>
                <a:gd name="T1" fmla="*/ 64 h 26"/>
                <a:gd name="T2" fmla="*/ 40 w 13"/>
                <a:gd name="T3" fmla="*/ 169 h 26"/>
                <a:gd name="T4" fmla="*/ 104 w 13"/>
                <a:gd name="T5" fmla="*/ 274 h 26"/>
                <a:gd name="T6" fmla="*/ 64 w 13"/>
                <a:gd name="T7" fmla="*/ 64 h 26"/>
                <a:gd name="T8" fmla="*/ 48 w 1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6">
                  <a:moveTo>
                    <a:pt x="0" y="6"/>
                  </a:moveTo>
                  <a:cubicBezTo>
                    <a:pt x="0" y="9"/>
                    <a:pt x="3" y="13"/>
                    <a:pt x="5" y="16"/>
                  </a:cubicBezTo>
                  <a:cubicBezTo>
                    <a:pt x="7" y="19"/>
                    <a:pt x="10" y="24"/>
                    <a:pt x="13" y="26"/>
                  </a:cubicBezTo>
                  <a:cubicBezTo>
                    <a:pt x="11" y="19"/>
                    <a:pt x="9" y="13"/>
                    <a:pt x="8" y="6"/>
                  </a:cubicBezTo>
                  <a:cubicBezTo>
                    <a:pt x="7" y="4"/>
                    <a:pt x="7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7" name="Freeform 3679">
              <a:extLst>
                <a:ext uri="{FF2B5EF4-FFF2-40B4-BE49-F238E27FC236}">
                  <a16:creationId xmlns:a16="http://schemas.microsoft.com/office/drawing/2014/main" id="{692D606A-5766-4D8B-B7A1-97A511140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8"/>
              <a:ext cx="18" cy="65"/>
            </a:xfrm>
            <a:custGeom>
              <a:avLst/>
              <a:gdLst>
                <a:gd name="T0" fmla="*/ 0 w 9"/>
                <a:gd name="T1" fmla="*/ 0 h 30"/>
                <a:gd name="T2" fmla="*/ 72 w 9"/>
                <a:gd name="T3" fmla="*/ 225 h 30"/>
                <a:gd name="T4" fmla="*/ 72 w 9"/>
                <a:gd name="T5" fmla="*/ 30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6" y="2"/>
                    <a:pt x="9" y="16"/>
                    <a:pt x="9" y="22"/>
                  </a:cubicBezTo>
                  <a:cubicBezTo>
                    <a:pt x="9" y="25"/>
                    <a:pt x="9" y="27"/>
                    <a:pt x="9" y="3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8" name="Freeform 3680">
              <a:extLst>
                <a:ext uri="{FF2B5EF4-FFF2-40B4-BE49-F238E27FC236}">
                  <a16:creationId xmlns:a16="http://schemas.microsoft.com/office/drawing/2014/main" id="{A52EDD03-3557-4F00-8341-420AF62BD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971"/>
              <a:ext cx="27" cy="35"/>
            </a:xfrm>
            <a:custGeom>
              <a:avLst/>
              <a:gdLst>
                <a:gd name="T0" fmla="*/ 116 w 13"/>
                <a:gd name="T1" fmla="*/ 168 h 16"/>
                <a:gd name="T2" fmla="*/ 0 w 1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13" y="16"/>
                  </a:moveTo>
                  <a:cubicBezTo>
                    <a:pt x="11" y="10"/>
                    <a:pt x="2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" name="Freeform 3681">
              <a:extLst>
                <a:ext uri="{FF2B5EF4-FFF2-40B4-BE49-F238E27FC236}">
                  <a16:creationId xmlns:a16="http://schemas.microsoft.com/office/drawing/2014/main" id="{DBD52C0B-F8F0-4AE0-A2A9-794BB915D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950"/>
              <a:ext cx="11" cy="54"/>
            </a:xfrm>
            <a:custGeom>
              <a:avLst/>
              <a:gdLst>
                <a:gd name="T0" fmla="*/ 53 w 5"/>
                <a:gd name="T1" fmla="*/ 253 h 25"/>
                <a:gd name="T2" fmla="*/ 33 w 5"/>
                <a:gd name="T3" fmla="*/ 89 h 25"/>
                <a:gd name="T4" fmla="*/ 0 w 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5">
                  <a:moveTo>
                    <a:pt x="5" y="25"/>
                  </a:moveTo>
                  <a:cubicBezTo>
                    <a:pt x="5" y="20"/>
                    <a:pt x="4" y="15"/>
                    <a:pt x="3" y="9"/>
                  </a:cubicBezTo>
                  <a:cubicBezTo>
                    <a:pt x="2" y="6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0" name="Freeform 3682">
              <a:extLst>
                <a:ext uri="{FF2B5EF4-FFF2-40B4-BE49-F238E27FC236}">
                  <a16:creationId xmlns:a16="http://schemas.microsoft.com/office/drawing/2014/main" id="{444FAAA5-A051-46A3-9BF3-F8570E631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952"/>
              <a:ext cx="30" cy="48"/>
            </a:xfrm>
            <a:custGeom>
              <a:avLst/>
              <a:gdLst>
                <a:gd name="T0" fmla="*/ 0 w 15"/>
                <a:gd name="T1" fmla="*/ 0 h 22"/>
                <a:gd name="T2" fmla="*/ 40 w 15"/>
                <a:gd name="T3" fmla="*/ 72 h 22"/>
                <a:gd name="T4" fmla="*/ 80 w 15"/>
                <a:gd name="T5" fmla="*/ 157 h 22"/>
                <a:gd name="T6" fmla="*/ 120 w 15"/>
                <a:gd name="T7" fmla="*/ 2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0" y="0"/>
                  </a:moveTo>
                  <a:cubicBezTo>
                    <a:pt x="2" y="1"/>
                    <a:pt x="3" y="5"/>
                    <a:pt x="5" y="7"/>
                  </a:cubicBezTo>
                  <a:cubicBezTo>
                    <a:pt x="6" y="10"/>
                    <a:pt x="8" y="12"/>
                    <a:pt x="10" y="15"/>
                  </a:cubicBezTo>
                  <a:cubicBezTo>
                    <a:pt x="12" y="17"/>
                    <a:pt x="14" y="20"/>
                    <a:pt x="15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1" name="Freeform 3683">
              <a:extLst>
                <a:ext uri="{FF2B5EF4-FFF2-40B4-BE49-F238E27FC236}">
                  <a16:creationId xmlns:a16="http://schemas.microsoft.com/office/drawing/2014/main" id="{473922C3-91D8-4731-97B9-E4FF03FDF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08"/>
              <a:ext cx="47" cy="94"/>
            </a:xfrm>
            <a:custGeom>
              <a:avLst/>
              <a:gdLst>
                <a:gd name="T0" fmla="*/ 0 w 23"/>
                <a:gd name="T1" fmla="*/ 0 h 43"/>
                <a:gd name="T2" fmla="*/ 155 w 23"/>
                <a:gd name="T3" fmla="*/ 302 h 43"/>
                <a:gd name="T4" fmla="*/ 196 w 23"/>
                <a:gd name="T5" fmla="*/ 44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3">
                  <a:moveTo>
                    <a:pt x="0" y="0"/>
                  </a:moveTo>
                  <a:cubicBezTo>
                    <a:pt x="7" y="10"/>
                    <a:pt x="13" y="18"/>
                    <a:pt x="18" y="29"/>
                  </a:cubicBezTo>
                  <a:cubicBezTo>
                    <a:pt x="20" y="33"/>
                    <a:pt x="22" y="39"/>
                    <a:pt x="23" y="4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2" name="Freeform 3684">
              <a:extLst>
                <a:ext uri="{FF2B5EF4-FFF2-40B4-BE49-F238E27FC236}">
                  <a16:creationId xmlns:a16="http://schemas.microsoft.com/office/drawing/2014/main" id="{D9B73D68-75A9-4BD6-B71B-8B9C71DA1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022"/>
              <a:ext cx="31" cy="74"/>
            </a:xfrm>
            <a:custGeom>
              <a:avLst/>
              <a:gdLst>
                <a:gd name="T0" fmla="*/ 0 w 15"/>
                <a:gd name="T1" fmla="*/ 124 h 34"/>
                <a:gd name="T2" fmla="*/ 132 w 15"/>
                <a:gd name="T3" fmla="*/ 350 h 34"/>
                <a:gd name="T4" fmla="*/ 107 w 15"/>
                <a:gd name="T5" fmla="*/ 246 h 34"/>
                <a:gd name="T6" fmla="*/ 72 w 15"/>
                <a:gd name="T7" fmla="*/ 113 h 34"/>
                <a:gd name="T8" fmla="*/ 0 w 1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4">
                  <a:moveTo>
                    <a:pt x="0" y="12"/>
                  </a:moveTo>
                  <a:cubicBezTo>
                    <a:pt x="1" y="19"/>
                    <a:pt x="5" y="34"/>
                    <a:pt x="15" y="34"/>
                  </a:cubicBezTo>
                  <a:cubicBezTo>
                    <a:pt x="14" y="31"/>
                    <a:pt x="13" y="28"/>
                    <a:pt x="12" y="24"/>
                  </a:cubicBezTo>
                  <a:cubicBezTo>
                    <a:pt x="11" y="20"/>
                    <a:pt x="10" y="16"/>
                    <a:pt x="8" y="11"/>
                  </a:cubicBezTo>
                  <a:cubicBezTo>
                    <a:pt x="7" y="7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3" name="Freeform 3685">
              <a:extLst>
                <a:ext uri="{FF2B5EF4-FFF2-40B4-BE49-F238E27FC236}">
                  <a16:creationId xmlns:a16="http://schemas.microsoft.com/office/drawing/2014/main" id="{D49D4285-6BA0-48E0-9A74-172D6B25E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094"/>
              <a:ext cx="29" cy="48"/>
            </a:xfrm>
            <a:custGeom>
              <a:avLst/>
              <a:gdLst>
                <a:gd name="T0" fmla="*/ 0 w 14"/>
                <a:gd name="T1" fmla="*/ 0 h 22"/>
                <a:gd name="T2" fmla="*/ 73 w 14"/>
                <a:gd name="T3" fmla="*/ 166 h 22"/>
                <a:gd name="T4" fmla="*/ 124 w 14"/>
                <a:gd name="T5" fmla="*/ 2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2" y="6"/>
                    <a:pt x="3" y="11"/>
                    <a:pt x="8" y="16"/>
                  </a:cubicBezTo>
                  <a:cubicBezTo>
                    <a:pt x="10" y="19"/>
                    <a:pt x="12" y="20"/>
                    <a:pt x="14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4" name="Freeform 3686">
              <a:extLst>
                <a:ext uri="{FF2B5EF4-FFF2-40B4-BE49-F238E27FC236}">
                  <a16:creationId xmlns:a16="http://schemas.microsoft.com/office/drawing/2014/main" id="{4971B619-E0C5-42DB-8843-A38098EC2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199"/>
              <a:ext cx="47" cy="63"/>
            </a:xfrm>
            <a:custGeom>
              <a:avLst/>
              <a:gdLst>
                <a:gd name="T0" fmla="*/ 0 w 23"/>
                <a:gd name="T1" fmla="*/ 0 h 29"/>
                <a:gd name="T2" fmla="*/ 33 w 23"/>
                <a:gd name="T3" fmla="*/ 33 h 29"/>
                <a:gd name="T4" fmla="*/ 92 w 23"/>
                <a:gd name="T5" fmla="*/ 80 h 29"/>
                <a:gd name="T6" fmla="*/ 155 w 23"/>
                <a:gd name="T7" fmla="*/ 193 h 29"/>
                <a:gd name="T8" fmla="*/ 180 w 23"/>
                <a:gd name="T9" fmla="*/ 245 h 29"/>
                <a:gd name="T10" fmla="*/ 196 w 23"/>
                <a:gd name="T11" fmla="*/ 289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9">
                  <a:moveTo>
                    <a:pt x="0" y="0"/>
                  </a:moveTo>
                  <a:cubicBezTo>
                    <a:pt x="1" y="2"/>
                    <a:pt x="2" y="2"/>
                    <a:pt x="4" y="3"/>
                  </a:cubicBezTo>
                  <a:cubicBezTo>
                    <a:pt x="7" y="4"/>
                    <a:pt x="9" y="6"/>
                    <a:pt x="11" y="8"/>
                  </a:cubicBezTo>
                  <a:cubicBezTo>
                    <a:pt x="14" y="12"/>
                    <a:pt x="16" y="15"/>
                    <a:pt x="18" y="19"/>
                  </a:cubicBezTo>
                  <a:cubicBezTo>
                    <a:pt x="19" y="21"/>
                    <a:pt x="20" y="23"/>
                    <a:pt x="21" y="24"/>
                  </a:cubicBezTo>
                  <a:cubicBezTo>
                    <a:pt x="22" y="25"/>
                    <a:pt x="23" y="29"/>
                    <a:pt x="23" y="2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5" name="Freeform 3687">
              <a:extLst>
                <a:ext uri="{FF2B5EF4-FFF2-40B4-BE49-F238E27FC236}">
                  <a16:creationId xmlns:a16="http://schemas.microsoft.com/office/drawing/2014/main" id="{B563804B-2E11-4BB2-B4A5-DBFEB7A44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3157"/>
              <a:ext cx="45" cy="96"/>
            </a:xfrm>
            <a:custGeom>
              <a:avLst/>
              <a:gdLst>
                <a:gd name="T0" fmla="*/ 51 w 22"/>
                <a:gd name="T1" fmla="*/ 0 h 44"/>
                <a:gd name="T2" fmla="*/ 188 w 22"/>
                <a:gd name="T3" fmla="*/ 45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4">
                  <a:moveTo>
                    <a:pt x="6" y="0"/>
                  </a:moveTo>
                  <a:cubicBezTo>
                    <a:pt x="0" y="17"/>
                    <a:pt x="14" y="32"/>
                    <a:pt x="22" y="4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6" name="Freeform 3688">
              <a:extLst>
                <a:ext uri="{FF2B5EF4-FFF2-40B4-BE49-F238E27FC236}">
                  <a16:creationId xmlns:a16="http://schemas.microsoft.com/office/drawing/2014/main" id="{15B248A3-CCEE-4D73-BCB3-9D163FB76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216"/>
              <a:ext cx="27" cy="35"/>
            </a:xfrm>
            <a:custGeom>
              <a:avLst/>
              <a:gdLst>
                <a:gd name="T0" fmla="*/ 0 w 13"/>
                <a:gd name="T1" fmla="*/ 0 h 16"/>
                <a:gd name="T2" fmla="*/ 100 w 13"/>
                <a:gd name="T3" fmla="*/ 125 h 16"/>
                <a:gd name="T4" fmla="*/ 116 w 13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4" y="4"/>
                    <a:pt x="8" y="8"/>
                    <a:pt x="11" y="12"/>
                  </a:cubicBezTo>
                  <a:cubicBezTo>
                    <a:pt x="11" y="14"/>
                    <a:pt x="13" y="16"/>
                    <a:pt x="13" y="1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7" name="Freeform 3689">
              <a:extLst>
                <a:ext uri="{FF2B5EF4-FFF2-40B4-BE49-F238E27FC236}">
                  <a16:creationId xmlns:a16="http://schemas.microsoft.com/office/drawing/2014/main" id="{26371EB6-B3D7-4847-8E03-5515EC05C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194"/>
              <a:ext cx="4" cy="37"/>
            </a:xfrm>
            <a:custGeom>
              <a:avLst/>
              <a:gdLst>
                <a:gd name="T0" fmla="*/ 8 w 2"/>
                <a:gd name="T1" fmla="*/ 176 h 17"/>
                <a:gd name="T2" fmla="*/ 0 w 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1" y="17"/>
                  </a:moveTo>
                  <a:cubicBezTo>
                    <a:pt x="2" y="11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8" name="Freeform 3690">
              <a:extLst>
                <a:ext uri="{FF2B5EF4-FFF2-40B4-BE49-F238E27FC236}">
                  <a16:creationId xmlns:a16="http://schemas.microsoft.com/office/drawing/2014/main" id="{AF267AA3-BA04-4E94-AF47-19ACF39FD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207"/>
              <a:ext cx="8" cy="22"/>
            </a:xfrm>
            <a:custGeom>
              <a:avLst/>
              <a:gdLst>
                <a:gd name="T0" fmla="*/ 0 w 4"/>
                <a:gd name="T1" fmla="*/ 106 h 10"/>
                <a:gd name="T2" fmla="*/ 32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3" y="7"/>
                    <a:pt x="3" y="4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9" name="Freeform 3691">
              <a:extLst>
                <a:ext uri="{FF2B5EF4-FFF2-40B4-BE49-F238E27FC236}">
                  <a16:creationId xmlns:a16="http://schemas.microsoft.com/office/drawing/2014/main" id="{319A98B7-DCE2-4529-B9F6-764C73B13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3535"/>
              <a:ext cx="61" cy="107"/>
            </a:xfrm>
            <a:custGeom>
              <a:avLst/>
              <a:gdLst>
                <a:gd name="T0" fmla="*/ 236 w 30"/>
                <a:gd name="T1" fmla="*/ 0 h 49"/>
                <a:gd name="T2" fmla="*/ 83 w 30"/>
                <a:gd name="T3" fmla="*/ 301 h 49"/>
                <a:gd name="T4" fmla="*/ 0 w 30"/>
                <a:gd name="T5" fmla="*/ 511 h 49"/>
                <a:gd name="T6" fmla="*/ 57 w 30"/>
                <a:gd name="T7" fmla="*/ 476 h 49"/>
                <a:gd name="T8" fmla="*/ 153 w 30"/>
                <a:gd name="T9" fmla="*/ 387 h 49"/>
                <a:gd name="T10" fmla="*/ 252 w 30"/>
                <a:gd name="T11" fmla="*/ 133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9">
                  <a:moveTo>
                    <a:pt x="28" y="0"/>
                  </a:moveTo>
                  <a:cubicBezTo>
                    <a:pt x="23" y="4"/>
                    <a:pt x="12" y="23"/>
                    <a:pt x="10" y="29"/>
                  </a:cubicBezTo>
                  <a:cubicBezTo>
                    <a:pt x="6" y="38"/>
                    <a:pt x="6" y="42"/>
                    <a:pt x="0" y="49"/>
                  </a:cubicBezTo>
                  <a:cubicBezTo>
                    <a:pt x="2" y="48"/>
                    <a:pt x="4" y="47"/>
                    <a:pt x="7" y="46"/>
                  </a:cubicBezTo>
                  <a:cubicBezTo>
                    <a:pt x="11" y="44"/>
                    <a:pt x="14" y="41"/>
                    <a:pt x="18" y="37"/>
                  </a:cubicBezTo>
                  <a:cubicBezTo>
                    <a:pt x="25" y="29"/>
                    <a:pt x="27" y="23"/>
                    <a:pt x="30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0" name="Freeform 3692">
              <a:extLst>
                <a:ext uri="{FF2B5EF4-FFF2-40B4-BE49-F238E27FC236}">
                  <a16:creationId xmlns:a16="http://schemas.microsoft.com/office/drawing/2014/main" id="{B533B5F6-146A-4104-AFA3-EDEB924C4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3647"/>
              <a:ext cx="68" cy="59"/>
            </a:xfrm>
            <a:custGeom>
              <a:avLst/>
              <a:gdLst>
                <a:gd name="T0" fmla="*/ 16 w 33"/>
                <a:gd name="T1" fmla="*/ 282 h 27"/>
                <a:gd name="T2" fmla="*/ 140 w 33"/>
                <a:gd name="T3" fmla="*/ 114 h 27"/>
                <a:gd name="T4" fmla="*/ 264 w 33"/>
                <a:gd name="T5" fmla="*/ 0 h 27"/>
                <a:gd name="T6" fmla="*/ 272 w 33"/>
                <a:gd name="T7" fmla="*/ 9 h 27"/>
                <a:gd name="T8" fmla="*/ 288 w 33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2" y="27"/>
                  </a:moveTo>
                  <a:cubicBezTo>
                    <a:pt x="0" y="23"/>
                    <a:pt x="12" y="15"/>
                    <a:pt x="16" y="11"/>
                  </a:cubicBezTo>
                  <a:cubicBezTo>
                    <a:pt x="20" y="7"/>
                    <a:pt x="24" y="2"/>
                    <a:pt x="30" y="0"/>
                  </a:cubicBezTo>
                  <a:cubicBezTo>
                    <a:pt x="30" y="0"/>
                    <a:pt x="30" y="1"/>
                    <a:pt x="31" y="1"/>
                  </a:cubicBezTo>
                  <a:cubicBezTo>
                    <a:pt x="31" y="0"/>
                    <a:pt x="32" y="0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1" name="Freeform 3693">
              <a:extLst>
                <a:ext uri="{FF2B5EF4-FFF2-40B4-BE49-F238E27FC236}">
                  <a16:creationId xmlns:a16="http://schemas.microsoft.com/office/drawing/2014/main" id="{7314BA6E-505A-48C1-8E1A-7F85FA467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734"/>
              <a:ext cx="72" cy="33"/>
            </a:xfrm>
            <a:custGeom>
              <a:avLst/>
              <a:gdLst>
                <a:gd name="T0" fmla="*/ 0 w 35"/>
                <a:gd name="T1" fmla="*/ 161 h 15"/>
                <a:gd name="T2" fmla="*/ 224 w 35"/>
                <a:gd name="T3" fmla="*/ 20 h 15"/>
                <a:gd name="T4" fmla="*/ 304 w 3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0" y="15"/>
                  </a:moveTo>
                  <a:cubicBezTo>
                    <a:pt x="8" y="9"/>
                    <a:pt x="16" y="5"/>
                    <a:pt x="26" y="2"/>
                  </a:cubicBezTo>
                  <a:cubicBezTo>
                    <a:pt x="29" y="1"/>
                    <a:pt x="32" y="0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2" name="Freeform 3694">
              <a:extLst>
                <a:ext uri="{FF2B5EF4-FFF2-40B4-BE49-F238E27FC236}">
                  <a16:creationId xmlns:a16="http://schemas.microsoft.com/office/drawing/2014/main" id="{EC37F552-AE75-4E17-B01C-15F369CEE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3894"/>
              <a:ext cx="123" cy="24"/>
            </a:xfrm>
            <a:custGeom>
              <a:avLst/>
              <a:gdLst>
                <a:gd name="T0" fmla="*/ 0 w 60"/>
                <a:gd name="T1" fmla="*/ 0 h 11"/>
                <a:gd name="T2" fmla="*/ 328 w 60"/>
                <a:gd name="T3" fmla="*/ 105 h 11"/>
                <a:gd name="T4" fmla="*/ 517 w 60"/>
                <a:gd name="T5" fmla="*/ 5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1">
                  <a:moveTo>
                    <a:pt x="0" y="0"/>
                  </a:moveTo>
                  <a:cubicBezTo>
                    <a:pt x="8" y="8"/>
                    <a:pt x="28" y="11"/>
                    <a:pt x="38" y="10"/>
                  </a:cubicBezTo>
                  <a:cubicBezTo>
                    <a:pt x="43" y="10"/>
                    <a:pt x="58" y="9"/>
                    <a:pt x="6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3" name="Freeform 3695">
              <a:extLst>
                <a:ext uri="{FF2B5EF4-FFF2-40B4-BE49-F238E27FC236}">
                  <a16:creationId xmlns:a16="http://schemas.microsoft.com/office/drawing/2014/main" id="{5AFE4778-D24D-4BE8-9876-16FA52323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3846"/>
              <a:ext cx="123" cy="54"/>
            </a:xfrm>
            <a:custGeom>
              <a:avLst/>
              <a:gdLst>
                <a:gd name="T0" fmla="*/ 0 w 60"/>
                <a:gd name="T1" fmla="*/ 0 h 25"/>
                <a:gd name="T2" fmla="*/ 517 w 60"/>
                <a:gd name="T3" fmla="*/ 23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5">
                  <a:moveTo>
                    <a:pt x="0" y="0"/>
                  </a:moveTo>
                  <a:cubicBezTo>
                    <a:pt x="12" y="15"/>
                    <a:pt x="41" y="25"/>
                    <a:pt x="60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4" name="Freeform 3696">
              <a:extLst>
                <a:ext uri="{FF2B5EF4-FFF2-40B4-BE49-F238E27FC236}">
                  <a16:creationId xmlns:a16="http://schemas.microsoft.com/office/drawing/2014/main" id="{13F4C7E0-9730-4689-BEE8-524095B52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3297"/>
              <a:ext cx="25" cy="101"/>
            </a:xfrm>
            <a:custGeom>
              <a:avLst/>
              <a:gdLst>
                <a:gd name="T0" fmla="*/ 56 w 12"/>
                <a:gd name="T1" fmla="*/ 487 h 46"/>
                <a:gd name="T2" fmla="*/ 8 w 12"/>
                <a:gd name="T3" fmla="*/ 255 h 46"/>
                <a:gd name="T4" fmla="*/ 0 w 12"/>
                <a:gd name="T5" fmla="*/ 116 h 46"/>
                <a:gd name="T6" fmla="*/ 8 w 12"/>
                <a:gd name="T7" fmla="*/ 0 h 46"/>
                <a:gd name="T8" fmla="*/ 92 w 12"/>
                <a:gd name="T9" fmla="*/ 274 h 46"/>
                <a:gd name="T10" fmla="*/ 92 w 12"/>
                <a:gd name="T11" fmla="*/ 46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6">
                  <a:moveTo>
                    <a:pt x="6" y="46"/>
                  </a:moveTo>
                  <a:cubicBezTo>
                    <a:pt x="5" y="39"/>
                    <a:pt x="1" y="33"/>
                    <a:pt x="1" y="24"/>
                  </a:cubicBezTo>
                  <a:cubicBezTo>
                    <a:pt x="1" y="20"/>
                    <a:pt x="0" y="16"/>
                    <a:pt x="0" y="11"/>
                  </a:cubicBezTo>
                  <a:cubicBezTo>
                    <a:pt x="0" y="7"/>
                    <a:pt x="2" y="3"/>
                    <a:pt x="1" y="0"/>
                  </a:cubicBezTo>
                  <a:cubicBezTo>
                    <a:pt x="4" y="9"/>
                    <a:pt x="9" y="17"/>
                    <a:pt x="10" y="26"/>
                  </a:cubicBezTo>
                  <a:cubicBezTo>
                    <a:pt x="11" y="31"/>
                    <a:pt x="12" y="40"/>
                    <a:pt x="10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5" name="Freeform 3697">
              <a:extLst>
                <a:ext uri="{FF2B5EF4-FFF2-40B4-BE49-F238E27FC236}">
                  <a16:creationId xmlns:a16="http://schemas.microsoft.com/office/drawing/2014/main" id="{2B1CCDD5-3807-471D-B8C6-C7F3101E7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3256"/>
              <a:ext cx="27" cy="37"/>
            </a:xfrm>
            <a:custGeom>
              <a:avLst/>
              <a:gdLst>
                <a:gd name="T0" fmla="*/ 8 w 13"/>
                <a:gd name="T1" fmla="*/ 0 h 17"/>
                <a:gd name="T2" fmla="*/ 25 w 13"/>
                <a:gd name="T3" fmla="*/ 176 h 17"/>
                <a:gd name="T4" fmla="*/ 116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" y="0"/>
                  </a:moveTo>
                  <a:cubicBezTo>
                    <a:pt x="0" y="6"/>
                    <a:pt x="0" y="12"/>
                    <a:pt x="3" y="17"/>
                  </a:cubicBezTo>
                  <a:cubicBezTo>
                    <a:pt x="8" y="13"/>
                    <a:pt x="11" y="6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6" name="Freeform 3698">
              <a:extLst>
                <a:ext uri="{FF2B5EF4-FFF2-40B4-BE49-F238E27FC236}">
                  <a16:creationId xmlns:a16="http://schemas.microsoft.com/office/drawing/2014/main" id="{8FE49C2B-0E77-403A-A72A-F2F1A8E39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3260"/>
              <a:ext cx="22" cy="76"/>
            </a:xfrm>
            <a:custGeom>
              <a:avLst/>
              <a:gdLst>
                <a:gd name="T0" fmla="*/ 88 w 11"/>
                <a:gd name="T1" fmla="*/ 0 h 35"/>
                <a:gd name="T2" fmla="*/ 40 w 11"/>
                <a:gd name="T3" fmla="*/ 237 h 35"/>
                <a:gd name="T4" fmla="*/ 0 w 11"/>
                <a:gd name="T5" fmla="*/ 35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5">
                  <a:moveTo>
                    <a:pt x="11" y="0"/>
                  </a:moveTo>
                  <a:cubicBezTo>
                    <a:pt x="8" y="8"/>
                    <a:pt x="9" y="15"/>
                    <a:pt x="5" y="23"/>
                  </a:cubicBezTo>
                  <a:cubicBezTo>
                    <a:pt x="3" y="27"/>
                    <a:pt x="2" y="31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7" name="Freeform 3699">
              <a:extLst>
                <a:ext uri="{FF2B5EF4-FFF2-40B4-BE49-F238E27FC236}">
                  <a16:creationId xmlns:a16="http://schemas.microsoft.com/office/drawing/2014/main" id="{781B5CC0-0388-435D-BAD2-AA0F18C60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3258"/>
              <a:ext cx="37" cy="96"/>
            </a:xfrm>
            <a:custGeom>
              <a:avLst/>
              <a:gdLst>
                <a:gd name="T0" fmla="*/ 97 w 18"/>
                <a:gd name="T1" fmla="*/ 0 h 44"/>
                <a:gd name="T2" fmla="*/ 140 w 18"/>
                <a:gd name="T3" fmla="*/ 290 h 44"/>
                <a:gd name="T4" fmla="*/ 148 w 18"/>
                <a:gd name="T5" fmla="*/ 456 h 44"/>
                <a:gd name="T6" fmla="*/ 0 w 18"/>
                <a:gd name="T7" fmla="*/ 133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4">
                  <a:moveTo>
                    <a:pt x="11" y="0"/>
                  </a:moveTo>
                  <a:cubicBezTo>
                    <a:pt x="14" y="9"/>
                    <a:pt x="15" y="19"/>
                    <a:pt x="16" y="28"/>
                  </a:cubicBezTo>
                  <a:cubicBezTo>
                    <a:pt x="16" y="33"/>
                    <a:pt x="18" y="39"/>
                    <a:pt x="17" y="44"/>
                  </a:cubicBezTo>
                  <a:cubicBezTo>
                    <a:pt x="11" y="34"/>
                    <a:pt x="3" y="25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8" name="Freeform 3700">
              <a:extLst>
                <a:ext uri="{FF2B5EF4-FFF2-40B4-BE49-F238E27FC236}">
                  <a16:creationId xmlns:a16="http://schemas.microsoft.com/office/drawing/2014/main" id="{1A0DBA90-CA3F-4E48-8C8F-8F3D911FC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330"/>
              <a:ext cx="12" cy="35"/>
            </a:xfrm>
            <a:custGeom>
              <a:avLst/>
              <a:gdLst>
                <a:gd name="T0" fmla="*/ 0 w 6"/>
                <a:gd name="T1" fmla="*/ 168 h 16"/>
                <a:gd name="T2" fmla="*/ 32 w 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2" y="13"/>
                    <a:pt x="6" y="4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9" name="Freeform 3701">
              <a:extLst>
                <a:ext uri="{FF2B5EF4-FFF2-40B4-BE49-F238E27FC236}">
                  <a16:creationId xmlns:a16="http://schemas.microsoft.com/office/drawing/2014/main" id="{8685E6A0-1A9C-44CC-9170-E0A02DF9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258"/>
              <a:ext cx="29" cy="70"/>
            </a:xfrm>
            <a:custGeom>
              <a:avLst/>
              <a:gdLst>
                <a:gd name="T0" fmla="*/ 108 w 14"/>
                <a:gd name="T1" fmla="*/ 9 h 32"/>
                <a:gd name="T2" fmla="*/ 124 w 14"/>
                <a:gd name="T3" fmla="*/ 335 h 32"/>
                <a:gd name="T4" fmla="*/ 0 w 1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12" y="1"/>
                  </a:moveTo>
                  <a:cubicBezTo>
                    <a:pt x="11" y="12"/>
                    <a:pt x="13" y="22"/>
                    <a:pt x="14" y="32"/>
                  </a:cubicBezTo>
                  <a:cubicBezTo>
                    <a:pt x="8" y="22"/>
                    <a:pt x="1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0" name="Freeform 3702">
              <a:extLst>
                <a:ext uri="{FF2B5EF4-FFF2-40B4-BE49-F238E27FC236}">
                  <a16:creationId xmlns:a16="http://schemas.microsoft.com/office/drawing/2014/main" id="{79BB0606-4C49-42AD-83D8-26A6115CF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258"/>
              <a:ext cx="10" cy="37"/>
            </a:xfrm>
            <a:custGeom>
              <a:avLst/>
              <a:gdLst>
                <a:gd name="T0" fmla="*/ 0 w 5"/>
                <a:gd name="T1" fmla="*/ 176 h 17"/>
                <a:gd name="T2" fmla="*/ 40 w 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0" y="17"/>
                  </a:moveTo>
                  <a:cubicBezTo>
                    <a:pt x="2" y="12"/>
                    <a:pt x="4" y="4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1" name="Freeform 3703">
              <a:extLst>
                <a:ext uri="{FF2B5EF4-FFF2-40B4-BE49-F238E27FC236}">
                  <a16:creationId xmlns:a16="http://schemas.microsoft.com/office/drawing/2014/main" id="{43666E2A-2D79-4021-859B-390170B5C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3352"/>
              <a:ext cx="19" cy="85"/>
            </a:xfrm>
            <a:custGeom>
              <a:avLst/>
              <a:gdLst>
                <a:gd name="T0" fmla="*/ 0 w 9"/>
                <a:gd name="T1" fmla="*/ 0 h 39"/>
                <a:gd name="T2" fmla="*/ 68 w 9"/>
                <a:gd name="T3" fmla="*/ 270 h 39"/>
                <a:gd name="T4" fmla="*/ 68 w 9"/>
                <a:gd name="T5" fmla="*/ 40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9">
                  <a:moveTo>
                    <a:pt x="0" y="0"/>
                  </a:moveTo>
                  <a:cubicBezTo>
                    <a:pt x="5" y="8"/>
                    <a:pt x="6" y="16"/>
                    <a:pt x="7" y="26"/>
                  </a:cubicBezTo>
                  <a:cubicBezTo>
                    <a:pt x="7" y="29"/>
                    <a:pt x="9" y="37"/>
                    <a:pt x="7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2" name="Freeform 3704">
              <a:extLst>
                <a:ext uri="{FF2B5EF4-FFF2-40B4-BE49-F238E27FC236}">
                  <a16:creationId xmlns:a16="http://schemas.microsoft.com/office/drawing/2014/main" id="{23CA5CFB-D7CC-489D-81AA-1A2DAC985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299"/>
              <a:ext cx="17" cy="77"/>
            </a:xfrm>
            <a:custGeom>
              <a:avLst/>
              <a:gdLst>
                <a:gd name="T0" fmla="*/ 40 w 8"/>
                <a:gd name="T1" fmla="*/ 0 h 35"/>
                <a:gd name="T2" fmla="*/ 0 w 8"/>
                <a:gd name="T3" fmla="*/ 37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5">
                  <a:moveTo>
                    <a:pt x="4" y="0"/>
                  </a:moveTo>
                  <a:cubicBezTo>
                    <a:pt x="8" y="10"/>
                    <a:pt x="6" y="27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3" name="Freeform 3705">
              <a:extLst>
                <a:ext uri="{FF2B5EF4-FFF2-40B4-BE49-F238E27FC236}">
                  <a16:creationId xmlns:a16="http://schemas.microsoft.com/office/drawing/2014/main" id="{DFCFF71D-4EB0-454E-BFD6-71DCBD767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358"/>
              <a:ext cx="10" cy="101"/>
            </a:xfrm>
            <a:custGeom>
              <a:avLst/>
              <a:gdLst>
                <a:gd name="T0" fmla="*/ 0 w 5"/>
                <a:gd name="T1" fmla="*/ 0 h 46"/>
                <a:gd name="T2" fmla="*/ 40 w 5"/>
                <a:gd name="T3" fmla="*/ 338 h 46"/>
                <a:gd name="T4" fmla="*/ 40 w 5"/>
                <a:gd name="T5" fmla="*/ 48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6">
                  <a:moveTo>
                    <a:pt x="0" y="0"/>
                  </a:moveTo>
                  <a:cubicBezTo>
                    <a:pt x="3" y="10"/>
                    <a:pt x="5" y="21"/>
                    <a:pt x="5" y="32"/>
                  </a:cubicBezTo>
                  <a:cubicBezTo>
                    <a:pt x="5" y="35"/>
                    <a:pt x="4" y="44"/>
                    <a:pt x="5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4" name="Freeform 3706">
              <a:extLst>
                <a:ext uri="{FF2B5EF4-FFF2-40B4-BE49-F238E27FC236}">
                  <a16:creationId xmlns:a16="http://schemas.microsoft.com/office/drawing/2014/main" id="{E09ADF68-F024-4665-B9DC-4D289DC2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328"/>
              <a:ext cx="41" cy="105"/>
            </a:xfrm>
            <a:custGeom>
              <a:avLst/>
              <a:gdLst>
                <a:gd name="T0" fmla="*/ 68 w 20"/>
                <a:gd name="T1" fmla="*/ 0 h 48"/>
                <a:gd name="T2" fmla="*/ 105 w 20"/>
                <a:gd name="T3" fmla="*/ 221 h 48"/>
                <a:gd name="T4" fmla="*/ 172 w 20"/>
                <a:gd name="T5" fmla="*/ 503 h 48"/>
                <a:gd name="T6" fmla="*/ 0 w 20"/>
                <a:gd name="T7" fmla="*/ 14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8">
                  <a:moveTo>
                    <a:pt x="8" y="0"/>
                  </a:moveTo>
                  <a:cubicBezTo>
                    <a:pt x="8" y="7"/>
                    <a:pt x="10" y="14"/>
                    <a:pt x="12" y="21"/>
                  </a:cubicBezTo>
                  <a:cubicBezTo>
                    <a:pt x="14" y="29"/>
                    <a:pt x="19" y="40"/>
                    <a:pt x="20" y="48"/>
                  </a:cubicBezTo>
                  <a:cubicBezTo>
                    <a:pt x="12" y="40"/>
                    <a:pt x="3" y="25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5" name="Freeform 3707">
              <a:extLst>
                <a:ext uri="{FF2B5EF4-FFF2-40B4-BE49-F238E27FC236}">
                  <a16:creationId xmlns:a16="http://schemas.microsoft.com/office/drawing/2014/main" id="{5D80DEEC-DD70-43FE-A332-DBEA146AE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430"/>
              <a:ext cx="14" cy="94"/>
            </a:xfrm>
            <a:custGeom>
              <a:avLst/>
              <a:gdLst>
                <a:gd name="T0" fmla="*/ 0 w 7"/>
                <a:gd name="T1" fmla="*/ 0 h 43"/>
                <a:gd name="T2" fmla="*/ 40 w 7"/>
                <a:gd name="T3" fmla="*/ 44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3">
                  <a:moveTo>
                    <a:pt x="0" y="0"/>
                  </a:moveTo>
                  <a:cubicBezTo>
                    <a:pt x="7" y="11"/>
                    <a:pt x="5" y="30"/>
                    <a:pt x="5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6" name="Freeform 3708">
              <a:extLst>
                <a:ext uri="{FF2B5EF4-FFF2-40B4-BE49-F238E27FC236}">
                  <a16:creationId xmlns:a16="http://schemas.microsoft.com/office/drawing/2014/main" id="{844ECB45-DAAE-40AC-942E-2985BF318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3459"/>
              <a:ext cx="59" cy="122"/>
            </a:xfrm>
            <a:custGeom>
              <a:avLst/>
              <a:gdLst>
                <a:gd name="T0" fmla="*/ 0 w 29"/>
                <a:gd name="T1" fmla="*/ 0 h 56"/>
                <a:gd name="T2" fmla="*/ 83 w 29"/>
                <a:gd name="T3" fmla="*/ 185 h 56"/>
                <a:gd name="T4" fmla="*/ 169 w 29"/>
                <a:gd name="T5" fmla="*/ 362 h 56"/>
                <a:gd name="T6" fmla="*/ 244 w 29"/>
                <a:gd name="T7" fmla="*/ 58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6">
                  <a:moveTo>
                    <a:pt x="0" y="0"/>
                  </a:moveTo>
                  <a:cubicBezTo>
                    <a:pt x="5" y="4"/>
                    <a:pt x="8" y="13"/>
                    <a:pt x="10" y="18"/>
                  </a:cubicBezTo>
                  <a:cubicBezTo>
                    <a:pt x="13" y="24"/>
                    <a:pt x="16" y="30"/>
                    <a:pt x="20" y="35"/>
                  </a:cubicBezTo>
                  <a:cubicBezTo>
                    <a:pt x="23" y="42"/>
                    <a:pt x="29" y="49"/>
                    <a:pt x="29" y="5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7" name="Freeform 3709">
              <a:extLst>
                <a:ext uri="{FF2B5EF4-FFF2-40B4-BE49-F238E27FC236}">
                  <a16:creationId xmlns:a16="http://schemas.microsoft.com/office/drawing/2014/main" id="{9D6A9C5C-725B-45E3-B86B-2A44B936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662"/>
              <a:ext cx="54" cy="81"/>
            </a:xfrm>
            <a:custGeom>
              <a:avLst/>
              <a:gdLst>
                <a:gd name="T0" fmla="*/ 0 w 26"/>
                <a:gd name="T1" fmla="*/ 387 h 37"/>
                <a:gd name="T2" fmla="*/ 233 w 26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7">
                  <a:moveTo>
                    <a:pt x="0" y="37"/>
                  </a:moveTo>
                  <a:cubicBezTo>
                    <a:pt x="12" y="31"/>
                    <a:pt x="24" y="13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8" name="Freeform 3710">
              <a:extLst>
                <a:ext uri="{FF2B5EF4-FFF2-40B4-BE49-F238E27FC236}">
                  <a16:creationId xmlns:a16="http://schemas.microsoft.com/office/drawing/2014/main" id="{7303B171-E657-4357-ABC4-9B02EC971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3568"/>
              <a:ext cx="49" cy="105"/>
            </a:xfrm>
            <a:custGeom>
              <a:avLst/>
              <a:gdLst>
                <a:gd name="T0" fmla="*/ 0 w 24"/>
                <a:gd name="T1" fmla="*/ 503 h 48"/>
                <a:gd name="T2" fmla="*/ 188 w 24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8">
                  <a:moveTo>
                    <a:pt x="0" y="48"/>
                  </a:moveTo>
                  <a:cubicBezTo>
                    <a:pt x="9" y="33"/>
                    <a:pt x="24" y="19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9" name="Freeform 3711">
              <a:extLst>
                <a:ext uri="{FF2B5EF4-FFF2-40B4-BE49-F238E27FC236}">
                  <a16:creationId xmlns:a16="http://schemas.microsoft.com/office/drawing/2014/main" id="{0A1BCDC5-53C8-4CCD-A249-6B316890B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452"/>
              <a:ext cx="32" cy="118"/>
            </a:xfrm>
            <a:custGeom>
              <a:avLst/>
              <a:gdLst>
                <a:gd name="T0" fmla="*/ 0 w 16"/>
                <a:gd name="T1" fmla="*/ 378 h 54"/>
                <a:gd name="T2" fmla="*/ 0 w 16"/>
                <a:gd name="T3" fmla="*/ 564 h 54"/>
                <a:gd name="T4" fmla="*/ 112 w 16"/>
                <a:gd name="T5" fmla="*/ 221 h 54"/>
                <a:gd name="T6" fmla="*/ 120 w 16"/>
                <a:gd name="T7" fmla="*/ 81 h 54"/>
                <a:gd name="T8" fmla="*/ 104 w 16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4">
                  <a:moveTo>
                    <a:pt x="0" y="36"/>
                  </a:moveTo>
                  <a:cubicBezTo>
                    <a:pt x="0" y="42"/>
                    <a:pt x="2" y="48"/>
                    <a:pt x="0" y="54"/>
                  </a:cubicBezTo>
                  <a:cubicBezTo>
                    <a:pt x="7" y="45"/>
                    <a:pt x="11" y="32"/>
                    <a:pt x="14" y="21"/>
                  </a:cubicBezTo>
                  <a:cubicBezTo>
                    <a:pt x="15" y="17"/>
                    <a:pt x="16" y="12"/>
                    <a:pt x="15" y="8"/>
                  </a:cubicBezTo>
                  <a:cubicBezTo>
                    <a:pt x="15" y="5"/>
                    <a:pt x="13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0" name="Freeform 3712">
              <a:extLst>
                <a:ext uri="{FF2B5EF4-FFF2-40B4-BE49-F238E27FC236}">
                  <a16:creationId xmlns:a16="http://schemas.microsoft.com/office/drawing/2014/main" id="{9528887F-1B7B-4C3D-82F7-984298A11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3411"/>
              <a:ext cx="15" cy="63"/>
            </a:xfrm>
            <a:custGeom>
              <a:avLst/>
              <a:gdLst>
                <a:gd name="T0" fmla="*/ 69 w 7"/>
                <a:gd name="T1" fmla="*/ 0 h 29"/>
                <a:gd name="T2" fmla="*/ 0 w 7"/>
                <a:gd name="T3" fmla="*/ 29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7" y="0"/>
                  </a:moveTo>
                  <a:cubicBezTo>
                    <a:pt x="7" y="9"/>
                    <a:pt x="4" y="21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1" name="Freeform 3713">
              <a:extLst>
                <a:ext uri="{FF2B5EF4-FFF2-40B4-BE49-F238E27FC236}">
                  <a16:creationId xmlns:a16="http://schemas.microsoft.com/office/drawing/2014/main" id="{E7EE8179-BE4A-42A2-A67E-151CD054E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297"/>
              <a:ext cx="33" cy="85"/>
            </a:xfrm>
            <a:custGeom>
              <a:avLst/>
              <a:gdLst>
                <a:gd name="T0" fmla="*/ 17 w 16"/>
                <a:gd name="T1" fmla="*/ 333 h 39"/>
                <a:gd name="T2" fmla="*/ 52 w 16"/>
                <a:gd name="T3" fmla="*/ 0 h 39"/>
                <a:gd name="T4" fmla="*/ 72 w 16"/>
                <a:gd name="T5" fmla="*/ 40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9">
                  <a:moveTo>
                    <a:pt x="2" y="32"/>
                  </a:moveTo>
                  <a:cubicBezTo>
                    <a:pt x="0" y="23"/>
                    <a:pt x="1" y="7"/>
                    <a:pt x="6" y="0"/>
                  </a:cubicBezTo>
                  <a:cubicBezTo>
                    <a:pt x="11" y="11"/>
                    <a:pt x="16" y="28"/>
                    <a:pt x="8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2" name="Freeform 3714">
              <a:extLst>
                <a:ext uri="{FF2B5EF4-FFF2-40B4-BE49-F238E27FC236}">
                  <a16:creationId xmlns:a16="http://schemas.microsoft.com/office/drawing/2014/main" id="{20163839-3C77-4A4E-BD5E-56F3EEABB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256"/>
              <a:ext cx="27" cy="41"/>
            </a:xfrm>
            <a:custGeom>
              <a:avLst/>
              <a:gdLst>
                <a:gd name="T0" fmla="*/ 17 w 13"/>
                <a:gd name="T1" fmla="*/ 9 h 19"/>
                <a:gd name="T2" fmla="*/ 25 w 13"/>
                <a:gd name="T3" fmla="*/ 190 h 19"/>
                <a:gd name="T4" fmla="*/ 116 w 1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2" y="1"/>
                  </a:moveTo>
                  <a:cubicBezTo>
                    <a:pt x="1" y="7"/>
                    <a:pt x="0" y="14"/>
                    <a:pt x="3" y="19"/>
                  </a:cubicBezTo>
                  <a:cubicBezTo>
                    <a:pt x="7" y="13"/>
                    <a:pt x="12" y="8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3" name="Freeform 3715">
              <a:extLst>
                <a:ext uri="{FF2B5EF4-FFF2-40B4-BE49-F238E27FC236}">
                  <a16:creationId xmlns:a16="http://schemas.microsoft.com/office/drawing/2014/main" id="{17FBA3D1-9094-4454-8C31-C84115ACE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258"/>
              <a:ext cx="31" cy="46"/>
            </a:xfrm>
            <a:custGeom>
              <a:avLst/>
              <a:gdLst>
                <a:gd name="T0" fmla="*/ 132 w 15"/>
                <a:gd name="T1" fmla="*/ 9 h 21"/>
                <a:gd name="T2" fmla="*/ 60 w 15"/>
                <a:gd name="T3" fmla="*/ 221 h 21"/>
                <a:gd name="T4" fmla="*/ 0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5" y="1"/>
                  </a:moveTo>
                  <a:cubicBezTo>
                    <a:pt x="15" y="7"/>
                    <a:pt x="10" y="16"/>
                    <a:pt x="7" y="21"/>
                  </a:cubicBezTo>
                  <a:cubicBezTo>
                    <a:pt x="3" y="16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4" name="Freeform 3716">
              <a:extLst>
                <a:ext uri="{FF2B5EF4-FFF2-40B4-BE49-F238E27FC236}">
                  <a16:creationId xmlns:a16="http://schemas.microsoft.com/office/drawing/2014/main" id="{B166B158-FAFA-48C9-8321-E961F87DE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258"/>
              <a:ext cx="27" cy="37"/>
            </a:xfrm>
            <a:custGeom>
              <a:avLst/>
              <a:gdLst>
                <a:gd name="T0" fmla="*/ 116 w 13"/>
                <a:gd name="T1" fmla="*/ 0 h 17"/>
                <a:gd name="T2" fmla="*/ 0 w 13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13" y="0"/>
                  </a:moveTo>
                  <a:cubicBezTo>
                    <a:pt x="11" y="8"/>
                    <a:pt x="5" y="12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5" name="Freeform 3717">
              <a:extLst>
                <a:ext uri="{FF2B5EF4-FFF2-40B4-BE49-F238E27FC236}">
                  <a16:creationId xmlns:a16="http://schemas.microsoft.com/office/drawing/2014/main" id="{5CA09CCF-EAE8-499F-88DA-04E7EAAA8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3258"/>
              <a:ext cx="29" cy="35"/>
            </a:xfrm>
            <a:custGeom>
              <a:avLst/>
              <a:gdLst>
                <a:gd name="T0" fmla="*/ 0 w 14"/>
                <a:gd name="T1" fmla="*/ 9 h 16"/>
                <a:gd name="T2" fmla="*/ 44 w 14"/>
                <a:gd name="T3" fmla="*/ 168 h 16"/>
                <a:gd name="T4" fmla="*/ 124 w 1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0" y="1"/>
                  </a:moveTo>
                  <a:cubicBezTo>
                    <a:pt x="3" y="5"/>
                    <a:pt x="4" y="11"/>
                    <a:pt x="5" y="16"/>
                  </a:cubicBezTo>
                  <a:cubicBezTo>
                    <a:pt x="10" y="12"/>
                    <a:pt x="13" y="6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6" name="Freeform 3718">
              <a:extLst>
                <a:ext uri="{FF2B5EF4-FFF2-40B4-BE49-F238E27FC236}">
                  <a16:creationId xmlns:a16="http://schemas.microsoft.com/office/drawing/2014/main" id="{5C488518-71BF-4065-AA08-869D160AA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260"/>
              <a:ext cx="35" cy="138"/>
            </a:xfrm>
            <a:custGeom>
              <a:avLst/>
              <a:gdLst>
                <a:gd name="T0" fmla="*/ 43 w 17"/>
                <a:gd name="T1" fmla="*/ 158 h 63"/>
                <a:gd name="T2" fmla="*/ 105 w 17"/>
                <a:gd name="T3" fmla="*/ 662 h 63"/>
                <a:gd name="T4" fmla="*/ 140 w 17"/>
                <a:gd name="T5" fmla="*/ 283 h 63"/>
                <a:gd name="T6" fmla="*/ 124 w 17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3">
                  <a:moveTo>
                    <a:pt x="5" y="15"/>
                  </a:moveTo>
                  <a:cubicBezTo>
                    <a:pt x="0" y="28"/>
                    <a:pt x="5" y="51"/>
                    <a:pt x="12" y="63"/>
                  </a:cubicBezTo>
                  <a:cubicBezTo>
                    <a:pt x="17" y="53"/>
                    <a:pt x="16" y="38"/>
                    <a:pt x="16" y="27"/>
                  </a:cubicBezTo>
                  <a:cubicBezTo>
                    <a:pt x="16" y="19"/>
                    <a:pt x="17" y="8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7" name="Freeform 3719">
              <a:extLst>
                <a:ext uri="{FF2B5EF4-FFF2-40B4-BE49-F238E27FC236}">
                  <a16:creationId xmlns:a16="http://schemas.microsoft.com/office/drawing/2014/main" id="{4127AD1D-C0FE-4B68-9B71-905C7C4E8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308"/>
              <a:ext cx="37" cy="107"/>
            </a:xfrm>
            <a:custGeom>
              <a:avLst/>
              <a:gdLst>
                <a:gd name="T0" fmla="*/ 0 w 18"/>
                <a:gd name="T1" fmla="*/ 511 h 49"/>
                <a:gd name="T2" fmla="*/ 8 w 18"/>
                <a:gd name="T3" fmla="*/ 323 h 49"/>
                <a:gd name="T4" fmla="*/ 88 w 18"/>
                <a:gd name="T5" fmla="*/ 114 h 49"/>
                <a:gd name="T6" fmla="*/ 156 w 18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9">
                  <a:moveTo>
                    <a:pt x="0" y="49"/>
                  </a:moveTo>
                  <a:cubicBezTo>
                    <a:pt x="1" y="44"/>
                    <a:pt x="0" y="37"/>
                    <a:pt x="1" y="31"/>
                  </a:cubicBezTo>
                  <a:cubicBezTo>
                    <a:pt x="3" y="24"/>
                    <a:pt x="6" y="17"/>
                    <a:pt x="10" y="11"/>
                  </a:cubicBezTo>
                  <a:cubicBezTo>
                    <a:pt x="12" y="8"/>
                    <a:pt x="16" y="4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8" name="Freeform 3720">
              <a:extLst>
                <a:ext uri="{FF2B5EF4-FFF2-40B4-BE49-F238E27FC236}">
                  <a16:creationId xmlns:a16="http://schemas.microsoft.com/office/drawing/2014/main" id="{E1166688-E32D-448A-A69D-D6D6873B4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295"/>
              <a:ext cx="25" cy="103"/>
            </a:xfrm>
            <a:custGeom>
              <a:avLst/>
              <a:gdLst>
                <a:gd name="T0" fmla="*/ 108 w 12"/>
                <a:gd name="T1" fmla="*/ 0 h 47"/>
                <a:gd name="T2" fmla="*/ 100 w 12"/>
                <a:gd name="T3" fmla="*/ 49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7">
                  <a:moveTo>
                    <a:pt x="12" y="0"/>
                  </a:moveTo>
                  <a:cubicBezTo>
                    <a:pt x="0" y="10"/>
                    <a:pt x="5" y="35"/>
                    <a:pt x="11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9" name="Freeform 3721">
              <a:extLst>
                <a:ext uri="{FF2B5EF4-FFF2-40B4-BE49-F238E27FC236}">
                  <a16:creationId xmlns:a16="http://schemas.microsoft.com/office/drawing/2014/main" id="{4F3C2F05-3A5B-487C-8E33-B04FEF42B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3352"/>
              <a:ext cx="22" cy="30"/>
            </a:xfrm>
            <a:custGeom>
              <a:avLst/>
              <a:gdLst>
                <a:gd name="T0" fmla="*/ 0 w 11"/>
                <a:gd name="T1" fmla="*/ 0 h 14"/>
                <a:gd name="T2" fmla="*/ 88 w 11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4" y="4"/>
                    <a:pt x="8" y="9"/>
                    <a:pt x="11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0" name="Freeform 3722">
              <a:extLst>
                <a:ext uri="{FF2B5EF4-FFF2-40B4-BE49-F238E27FC236}">
                  <a16:creationId xmlns:a16="http://schemas.microsoft.com/office/drawing/2014/main" id="{7C988B46-8182-4421-86CB-17929540C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001"/>
              <a:ext cx="31" cy="68"/>
            </a:xfrm>
            <a:custGeom>
              <a:avLst/>
              <a:gdLst>
                <a:gd name="T0" fmla="*/ 35 w 15"/>
                <a:gd name="T1" fmla="*/ 327 h 31"/>
                <a:gd name="T2" fmla="*/ 132 w 1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4" y="31"/>
                  </a:moveTo>
                  <a:cubicBezTo>
                    <a:pt x="0" y="15"/>
                    <a:pt x="3" y="8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1" name="Freeform 3723">
              <a:extLst>
                <a:ext uri="{FF2B5EF4-FFF2-40B4-BE49-F238E27FC236}">
                  <a16:creationId xmlns:a16="http://schemas.microsoft.com/office/drawing/2014/main" id="{9AC3D037-AAF0-4810-8B38-2B040C3CC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946"/>
              <a:ext cx="36" cy="68"/>
            </a:xfrm>
            <a:custGeom>
              <a:avLst/>
              <a:gdLst>
                <a:gd name="T0" fmla="*/ 24 w 18"/>
                <a:gd name="T1" fmla="*/ 327 h 31"/>
                <a:gd name="T2" fmla="*/ 144 w 18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1">
                  <a:moveTo>
                    <a:pt x="3" y="31"/>
                  </a:moveTo>
                  <a:cubicBezTo>
                    <a:pt x="3" y="18"/>
                    <a:pt x="0" y="0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2" name="Freeform 3724">
              <a:extLst>
                <a:ext uri="{FF2B5EF4-FFF2-40B4-BE49-F238E27FC236}">
                  <a16:creationId xmlns:a16="http://schemas.microsoft.com/office/drawing/2014/main" id="{741346E1-2D8A-43CF-BAD4-9BEE2F24B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038"/>
              <a:ext cx="22" cy="28"/>
            </a:xfrm>
            <a:custGeom>
              <a:avLst/>
              <a:gdLst>
                <a:gd name="T0" fmla="*/ 0 w 11"/>
                <a:gd name="T1" fmla="*/ 129 h 13"/>
                <a:gd name="T2" fmla="*/ 24 w 11"/>
                <a:gd name="T3" fmla="*/ 19 h 13"/>
                <a:gd name="T4" fmla="*/ 88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0" y="9"/>
                    <a:pt x="0" y="5"/>
                    <a:pt x="3" y="2"/>
                  </a:cubicBezTo>
                  <a:cubicBezTo>
                    <a:pt x="6" y="1"/>
                    <a:pt x="10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3" name="Freeform 3725">
              <a:extLst>
                <a:ext uri="{FF2B5EF4-FFF2-40B4-BE49-F238E27FC236}">
                  <a16:creationId xmlns:a16="http://schemas.microsoft.com/office/drawing/2014/main" id="{A16573BA-5FB1-40AC-87C5-4B636B118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999"/>
              <a:ext cx="31" cy="43"/>
            </a:xfrm>
            <a:custGeom>
              <a:avLst/>
              <a:gdLst>
                <a:gd name="T0" fmla="*/ 17 w 15"/>
                <a:gd name="T1" fmla="*/ 198 h 20"/>
                <a:gd name="T2" fmla="*/ 52 w 15"/>
                <a:gd name="T3" fmla="*/ 19 h 20"/>
                <a:gd name="T4" fmla="*/ 107 w 15"/>
                <a:gd name="T5" fmla="*/ 0 h 20"/>
                <a:gd name="T6" fmla="*/ 132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2" y="20"/>
                  </a:moveTo>
                  <a:cubicBezTo>
                    <a:pt x="2" y="14"/>
                    <a:pt x="0" y="6"/>
                    <a:pt x="6" y="2"/>
                  </a:cubicBezTo>
                  <a:cubicBezTo>
                    <a:pt x="8" y="0"/>
                    <a:pt x="10" y="0"/>
                    <a:pt x="12" y="0"/>
                  </a:cubicBezTo>
                  <a:cubicBezTo>
                    <a:pt x="13" y="0"/>
                    <a:pt x="14" y="0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4" name="Freeform 3726">
              <a:extLst>
                <a:ext uri="{FF2B5EF4-FFF2-40B4-BE49-F238E27FC236}">
                  <a16:creationId xmlns:a16="http://schemas.microsoft.com/office/drawing/2014/main" id="{FD47A1A5-38C9-4B72-BF0C-6847C553E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012"/>
              <a:ext cx="20" cy="4"/>
            </a:xfrm>
            <a:custGeom>
              <a:avLst/>
              <a:gdLst>
                <a:gd name="T0" fmla="*/ 0 w 10"/>
                <a:gd name="T1" fmla="*/ 16 h 2"/>
                <a:gd name="T2" fmla="*/ 8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2" y="0"/>
                    <a:pt x="6" y="1"/>
                    <a:pt x="10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5" name="Freeform 3727">
              <a:extLst>
                <a:ext uri="{FF2B5EF4-FFF2-40B4-BE49-F238E27FC236}">
                  <a16:creationId xmlns:a16="http://schemas.microsoft.com/office/drawing/2014/main" id="{3803C5F5-D37C-4E4E-B7F9-804E05E0E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959"/>
              <a:ext cx="18" cy="48"/>
            </a:xfrm>
            <a:custGeom>
              <a:avLst/>
              <a:gdLst>
                <a:gd name="T0" fmla="*/ 0 w 9"/>
                <a:gd name="T1" fmla="*/ 9 h 22"/>
                <a:gd name="T2" fmla="*/ 64 w 9"/>
                <a:gd name="T3" fmla="*/ 20 h 22"/>
                <a:gd name="T4" fmla="*/ 72 w 9"/>
                <a:gd name="T5" fmla="*/ 113 h 22"/>
                <a:gd name="T6" fmla="*/ 56 w 9"/>
                <a:gd name="T7" fmla="*/ 2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2">
                  <a:moveTo>
                    <a:pt x="0" y="1"/>
                  </a:moveTo>
                  <a:cubicBezTo>
                    <a:pt x="2" y="1"/>
                    <a:pt x="6" y="0"/>
                    <a:pt x="8" y="2"/>
                  </a:cubicBezTo>
                  <a:cubicBezTo>
                    <a:pt x="9" y="4"/>
                    <a:pt x="9" y="9"/>
                    <a:pt x="9" y="11"/>
                  </a:cubicBezTo>
                  <a:cubicBezTo>
                    <a:pt x="8" y="15"/>
                    <a:pt x="8" y="19"/>
                    <a:pt x="7" y="2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6" name="Freeform 3728">
              <a:extLst>
                <a:ext uri="{FF2B5EF4-FFF2-40B4-BE49-F238E27FC236}">
                  <a16:creationId xmlns:a16="http://schemas.microsoft.com/office/drawing/2014/main" id="{D60396C7-D25A-44DA-A98D-F545AFFF4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964"/>
              <a:ext cx="23" cy="4"/>
            </a:xfrm>
            <a:custGeom>
              <a:avLst/>
              <a:gdLst>
                <a:gd name="T0" fmla="*/ 0 w 11"/>
                <a:gd name="T1" fmla="*/ 16 h 2"/>
                <a:gd name="T2" fmla="*/ 100 w 1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1"/>
                    <a:pt x="7" y="0"/>
                    <a:pt x="11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7" name="Freeform 3729">
              <a:extLst>
                <a:ext uri="{FF2B5EF4-FFF2-40B4-BE49-F238E27FC236}">
                  <a16:creationId xmlns:a16="http://schemas.microsoft.com/office/drawing/2014/main" id="{562F25C3-797A-4566-B509-DDAC8B51F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894"/>
              <a:ext cx="37" cy="59"/>
            </a:xfrm>
            <a:custGeom>
              <a:avLst/>
              <a:gdLst>
                <a:gd name="T0" fmla="*/ 8 w 18"/>
                <a:gd name="T1" fmla="*/ 282 h 27"/>
                <a:gd name="T2" fmla="*/ 68 w 18"/>
                <a:gd name="T3" fmla="*/ 44 h 27"/>
                <a:gd name="T4" fmla="*/ 156 w 18"/>
                <a:gd name="T5" fmla="*/ 2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1" y="27"/>
                  </a:moveTo>
                  <a:cubicBezTo>
                    <a:pt x="5" y="20"/>
                    <a:pt x="0" y="9"/>
                    <a:pt x="8" y="4"/>
                  </a:cubicBezTo>
                  <a:cubicBezTo>
                    <a:pt x="10" y="2"/>
                    <a:pt x="16" y="0"/>
                    <a:pt x="18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8" name="Freeform 3730">
              <a:extLst>
                <a:ext uri="{FF2B5EF4-FFF2-40B4-BE49-F238E27FC236}">
                  <a16:creationId xmlns:a16="http://schemas.microsoft.com/office/drawing/2014/main" id="{342B0B73-8105-48C8-AED2-8C70244C7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911"/>
              <a:ext cx="25" cy="55"/>
            </a:xfrm>
            <a:custGeom>
              <a:avLst/>
              <a:gdLst>
                <a:gd name="T0" fmla="*/ 108 w 12"/>
                <a:gd name="T1" fmla="*/ 9 h 25"/>
                <a:gd name="T2" fmla="*/ 17 w 12"/>
                <a:gd name="T3" fmla="*/ 88 h 25"/>
                <a:gd name="T4" fmla="*/ 0 w 12"/>
                <a:gd name="T5" fmla="*/ 26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12" y="1"/>
                  </a:moveTo>
                  <a:cubicBezTo>
                    <a:pt x="6" y="0"/>
                    <a:pt x="4" y="1"/>
                    <a:pt x="2" y="8"/>
                  </a:cubicBezTo>
                  <a:cubicBezTo>
                    <a:pt x="0" y="13"/>
                    <a:pt x="0" y="19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9" name="Freeform 3731">
              <a:extLst>
                <a:ext uri="{FF2B5EF4-FFF2-40B4-BE49-F238E27FC236}">
                  <a16:creationId xmlns:a16="http://schemas.microsoft.com/office/drawing/2014/main" id="{C7036D48-7C3E-44C3-8D71-5258F7C17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907"/>
              <a:ext cx="27" cy="13"/>
            </a:xfrm>
            <a:custGeom>
              <a:avLst/>
              <a:gdLst>
                <a:gd name="T0" fmla="*/ 0 w 13"/>
                <a:gd name="T1" fmla="*/ 0 h 6"/>
                <a:gd name="T2" fmla="*/ 116 w 1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0"/>
                    <a:pt x="11" y="3"/>
                    <a:pt x="13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0" name="Freeform 3732">
              <a:extLst>
                <a:ext uri="{FF2B5EF4-FFF2-40B4-BE49-F238E27FC236}">
                  <a16:creationId xmlns:a16="http://schemas.microsoft.com/office/drawing/2014/main" id="{5BEE3A93-0496-4DA1-B2F8-B7820532A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953"/>
              <a:ext cx="12" cy="11"/>
            </a:xfrm>
            <a:custGeom>
              <a:avLst/>
              <a:gdLst>
                <a:gd name="T0" fmla="*/ 0 w 6"/>
                <a:gd name="T1" fmla="*/ 53 h 5"/>
                <a:gd name="T2" fmla="*/ 48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5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1" name="Freeform 3733">
              <a:extLst>
                <a:ext uri="{FF2B5EF4-FFF2-40B4-BE49-F238E27FC236}">
                  <a16:creationId xmlns:a16="http://schemas.microsoft.com/office/drawing/2014/main" id="{6B5ABAEE-C0F3-4E4B-B08D-15301D4F8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999"/>
              <a:ext cx="11" cy="15"/>
            </a:xfrm>
            <a:custGeom>
              <a:avLst/>
              <a:gdLst>
                <a:gd name="T0" fmla="*/ 0 w 5"/>
                <a:gd name="T1" fmla="*/ 0 h 7"/>
                <a:gd name="T2" fmla="*/ 53 w 5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4" y="1"/>
                    <a:pt x="4" y="4"/>
                    <a:pt x="5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2" name="Freeform 3734">
              <a:extLst>
                <a:ext uri="{FF2B5EF4-FFF2-40B4-BE49-F238E27FC236}">
                  <a16:creationId xmlns:a16="http://schemas.microsoft.com/office/drawing/2014/main" id="{AF2625E5-861E-4BF6-91A9-D858669CA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012"/>
              <a:ext cx="10" cy="2"/>
            </a:xfrm>
            <a:custGeom>
              <a:avLst/>
              <a:gdLst>
                <a:gd name="T0" fmla="*/ 0 w 5"/>
                <a:gd name="T1" fmla="*/ 0 h 1"/>
                <a:gd name="T2" fmla="*/ 4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5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3" name="Freeform 3735">
              <a:extLst>
                <a:ext uri="{FF2B5EF4-FFF2-40B4-BE49-F238E27FC236}">
                  <a16:creationId xmlns:a16="http://schemas.microsoft.com/office/drawing/2014/main" id="{05F8FF49-0F2A-4655-9AB1-E5B189B40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846"/>
              <a:ext cx="31" cy="54"/>
            </a:xfrm>
            <a:custGeom>
              <a:avLst/>
              <a:gdLst>
                <a:gd name="T0" fmla="*/ 0 w 15"/>
                <a:gd name="T1" fmla="*/ 253 h 25"/>
                <a:gd name="T2" fmla="*/ 25 w 15"/>
                <a:gd name="T3" fmla="*/ 112 h 25"/>
                <a:gd name="T4" fmla="*/ 52 w 15"/>
                <a:gd name="T5" fmla="*/ 19 h 25"/>
                <a:gd name="T6" fmla="*/ 132 w 15"/>
                <a:gd name="T7" fmla="*/ 2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0" y="25"/>
                  </a:moveTo>
                  <a:cubicBezTo>
                    <a:pt x="1" y="20"/>
                    <a:pt x="1" y="15"/>
                    <a:pt x="3" y="11"/>
                  </a:cubicBezTo>
                  <a:cubicBezTo>
                    <a:pt x="4" y="8"/>
                    <a:pt x="5" y="4"/>
                    <a:pt x="6" y="2"/>
                  </a:cubicBezTo>
                  <a:cubicBezTo>
                    <a:pt x="9" y="0"/>
                    <a:pt x="13" y="2"/>
                    <a:pt x="15" y="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4" name="Freeform 3736">
              <a:extLst>
                <a:ext uri="{FF2B5EF4-FFF2-40B4-BE49-F238E27FC236}">
                  <a16:creationId xmlns:a16="http://schemas.microsoft.com/office/drawing/2014/main" id="{69164A04-09D6-4B1F-A08B-894B51A3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789"/>
              <a:ext cx="47" cy="59"/>
            </a:xfrm>
            <a:custGeom>
              <a:avLst/>
              <a:gdLst>
                <a:gd name="T0" fmla="*/ 41 w 23"/>
                <a:gd name="T1" fmla="*/ 282 h 27"/>
                <a:gd name="T2" fmla="*/ 112 w 23"/>
                <a:gd name="T3" fmla="*/ 44 h 27"/>
                <a:gd name="T4" fmla="*/ 196 w 23"/>
                <a:gd name="T5" fmla="*/ 4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5" y="27"/>
                  </a:moveTo>
                  <a:cubicBezTo>
                    <a:pt x="0" y="22"/>
                    <a:pt x="11" y="8"/>
                    <a:pt x="13" y="4"/>
                  </a:cubicBezTo>
                  <a:cubicBezTo>
                    <a:pt x="16" y="0"/>
                    <a:pt x="19" y="0"/>
                    <a:pt x="23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5" name="Freeform 3737">
              <a:extLst>
                <a:ext uri="{FF2B5EF4-FFF2-40B4-BE49-F238E27FC236}">
                  <a16:creationId xmlns:a16="http://schemas.microsoft.com/office/drawing/2014/main" id="{32D5FC80-90BF-4685-87E8-C0EB2D9D9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739"/>
              <a:ext cx="53" cy="52"/>
            </a:xfrm>
            <a:custGeom>
              <a:avLst/>
              <a:gdLst>
                <a:gd name="T0" fmla="*/ 41 w 26"/>
                <a:gd name="T1" fmla="*/ 245 h 24"/>
                <a:gd name="T2" fmla="*/ 128 w 26"/>
                <a:gd name="T3" fmla="*/ 33 h 24"/>
                <a:gd name="T4" fmla="*/ 179 w 26"/>
                <a:gd name="T5" fmla="*/ 20 h 24"/>
                <a:gd name="T6" fmla="*/ 220 w 26"/>
                <a:gd name="T7" fmla="*/ 6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5" y="24"/>
                  </a:moveTo>
                  <a:cubicBezTo>
                    <a:pt x="0" y="20"/>
                    <a:pt x="12" y="6"/>
                    <a:pt x="15" y="3"/>
                  </a:cubicBezTo>
                  <a:cubicBezTo>
                    <a:pt x="17" y="1"/>
                    <a:pt x="18" y="0"/>
                    <a:pt x="21" y="2"/>
                  </a:cubicBezTo>
                  <a:cubicBezTo>
                    <a:pt x="23" y="3"/>
                    <a:pt x="25" y="4"/>
                    <a:pt x="26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6" name="Freeform 3738">
              <a:extLst>
                <a:ext uri="{FF2B5EF4-FFF2-40B4-BE49-F238E27FC236}">
                  <a16:creationId xmlns:a16="http://schemas.microsoft.com/office/drawing/2014/main" id="{3ADCE804-F321-45DA-BA90-0E799B18E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859"/>
              <a:ext cx="17" cy="50"/>
            </a:xfrm>
            <a:custGeom>
              <a:avLst/>
              <a:gdLst>
                <a:gd name="T0" fmla="*/ 19 w 8"/>
                <a:gd name="T1" fmla="*/ 237 h 23"/>
                <a:gd name="T2" fmla="*/ 77 w 8"/>
                <a:gd name="T3" fmla="*/ 80 h 23"/>
                <a:gd name="T4" fmla="*/ 0 w 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2" y="23"/>
                  </a:moveTo>
                  <a:cubicBezTo>
                    <a:pt x="4" y="19"/>
                    <a:pt x="8" y="13"/>
                    <a:pt x="8" y="8"/>
                  </a:cubicBezTo>
                  <a:cubicBezTo>
                    <a:pt x="8" y="1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7" name="Freeform 3739">
              <a:extLst>
                <a:ext uri="{FF2B5EF4-FFF2-40B4-BE49-F238E27FC236}">
                  <a16:creationId xmlns:a16="http://schemas.microsoft.com/office/drawing/2014/main" id="{4D65EA7D-EB28-4EFA-9911-CD722238F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870"/>
              <a:ext cx="24" cy="9"/>
            </a:xfrm>
            <a:custGeom>
              <a:avLst/>
              <a:gdLst>
                <a:gd name="T0" fmla="*/ 0 w 12"/>
                <a:gd name="T1" fmla="*/ 25 h 4"/>
                <a:gd name="T2" fmla="*/ 96 w 1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2"/>
                  </a:moveTo>
                  <a:cubicBezTo>
                    <a:pt x="3" y="0"/>
                    <a:pt x="9" y="2"/>
                    <a:pt x="12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8" name="Freeform 3740">
              <a:extLst>
                <a:ext uri="{FF2B5EF4-FFF2-40B4-BE49-F238E27FC236}">
                  <a16:creationId xmlns:a16="http://schemas.microsoft.com/office/drawing/2014/main" id="{CC95C10E-EC8D-403D-B8E5-69F0F8A48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903"/>
              <a:ext cx="13" cy="10"/>
            </a:xfrm>
            <a:custGeom>
              <a:avLst/>
              <a:gdLst>
                <a:gd name="T0" fmla="*/ 0 w 6"/>
                <a:gd name="T1" fmla="*/ 0 h 5"/>
                <a:gd name="T2" fmla="*/ 61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3"/>
                    <a:pt x="4" y="5"/>
                    <a:pt x="6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9" name="Freeform 3741">
              <a:extLst>
                <a:ext uri="{FF2B5EF4-FFF2-40B4-BE49-F238E27FC236}">
                  <a16:creationId xmlns:a16="http://schemas.microsoft.com/office/drawing/2014/main" id="{9D8D1FFA-EB69-41C6-9DDA-1C025F7F7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815"/>
              <a:ext cx="20" cy="57"/>
            </a:xfrm>
            <a:custGeom>
              <a:avLst/>
              <a:gdLst>
                <a:gd name="T0" fmla="*/ 16 w 10"/>
                <a:gd name="T1" fmla="*/ 274 h 26"/>
                <a:gd name="T2" fmla="*/ 56 w 10"/>
                <a:gd name="T3" fmla="*/ 158 h 26"/>
                <a:gd name="T4" fmla="*/ 72 w 10"/>
                <a:gd name="T5" fmla="*/ 72 h 26"/>
                <a:gd name="T6" fmla="*/ 0 w 10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2" y="26"/>
                  </a:moveTo>
                  <a:cubicBezTo>
                    <a:pt x="4" y="23"/>
                    <a:pt x="5" y="19"/>
                    <a:pt x="7" y="15"/>
                  </a:cubicBezTo>
                  <a:cubicBezTo>
                    <a:pt x="8" y="13"/>
                    <a:pt x="10" y="10"/>
                    <a:pt x="9" y="7"/>
                  </a:cubicBezTo>
                  <a:cubicBezTo>
                    <a:pt x="9" y="4"/>
                    <a:pt x="3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0" name="Freeform 3742">
              <a:extLst>
                <a:ext uri="{FF2B5EF4-FFF2-40B4-BE49-F238E27FC236}">
                  <a16:creationId xmlns:a16="http://schemas.microsoft.com/office/drawing/2014/main" id="{D6E0ACDF-F285-4773-BD9F-488708552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830"/>
              <a:ext cx="14" cy="7"/>
            </a:xfrm>
            <a:custGeom>
              <a:avLst/>
              <a:gdLst>
                <a:gd name="T0" fmla="*/ 0 w 7"/>
                <a:gd name="T1" fmla="*/ 0 h 3"/>
                <a:gd name="T2" fmla="*/ 56 w 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6" y="1"/>
                    <a:pt x="7" y="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1" name="Freeform 3743">
              <a:extLst>
                <a:ext uri="{FF2B5EF4-FFF2-40B4-BE49-F238E27FC236}">
                  <a16:creationId xmlns:a16="http://schemas.microsoft.com/office/drawing/2014/main" id="{B2B33C05-337E-4E36-AFD2-8AFFAB49F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769"/>
              <a:ext cx="18" cy="51"/>
            </a:xfrm>
            <a:custGeom>
              <a:avLst/>
              <a:gdLst>
                <a:gd name="T0" fmla="*/ 0 w 9"/>
                <a:gd name="T1" fmla="*/ 251 h 23"/>
                <a:gd name="T2" fmla="*/ 72 w 9"/>
                <a:gd name="T3" fmla="*/ 78 h 23"/>
                <a:gd name="T4" fmla="*/ 24 w 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3">
                  <a:moveTo>
                    <a:pt x="0" y="23"/>
                  </a:moveTo>
                  <a:cubicBezTo>
                    <a:pt x="2" y="19"/>
                    <a:pt x="9" y="12"/>
                    <a:pt x="9" y="7"/>
                  </a:cubicBezTo>
                  <a:cubicBezTo>
                    <a:pt x="8" y="4"/>
                    <a:pt x="4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2" name="Freeform 3744">
              <a:extLst>
                <a:ext uri="{FF2B5EF4-FFF2-40B4-BE49-F238E27FC236}">
                  <a16:creationId xmlns:a16="http://schemas.microsoft.com/office/drawing/2014/main" id="{AED3AA42-7775-4597-A376-9E11C7D1E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789"/>
              <a:ext cx="23" cy="13"/>
            </a:xfrm>
            <a:custGeom>
              <a:avLst/>
              <a:gdLst>
                <a:gd name="T0" fmla="*/ 0 w 11"/>
                <a:gd name="T1" fmla="*/ 0 h 6"/>
                <a:gd name="T2" fmla="*/ 100 w 1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4" y="0"/>
                    <a:pt x="9" y="3"/>
                    <a:pt x="11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3" name="Freeform 3745">
              <a:extLst>
                <a:ext uri="{FF2B5EF4-FFF2-40B4-BE49-F238E27FC236}">
                  <a16:creationId xmlns:a16="http://schemas.microsoft.com/office/drawing/2014/main" id="{E7FE8869-6543-4C69-890C-D6D94F4B9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780"/>
              <a:ext cx="12" cy="15"/>
            </a:xfrm>
            <a:custGeom>
              <a:avLst/>
              <a:gdLst>
                <a:gd name="T0" fmla="*/ 0 w 6"/>
                <a:gd name="T1" fmla="*/ 69 h 7"/>
                <a:gd name="T2" fmla="*/ 48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6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4" name="Freeform 3746">
              <a:extLst>
                <a:ext uri="{FF2B5EF4-FFF2-40B4-BE49-F238E27FC236}">
                  <a16:creationId xmlns:a16="http://schemas.microsoft.com/office/drawing/2014/main" id="{644F19D2-24F6-4815-A3C8-23FA44397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743"/>
              <a:ext cx="39" cy="37"/>
            </a:xfrm>
            <a:custGeom>
              <a:avLst/>
              <a:gdLst>
                <a:gd name="T0" fmla="*/ 0 w 19"/>
                <a:gd name="T1" fmla="*/ 176 h 17"/>
                <a:gd name="T2" fmla="*/ 105 w 19"/>
                <a:gd name="T3" fmla="*/ 0 h 17"/>
                <a:gd name="T4" fmla="*/ 164 w 19"/>
                <a:gd name="T5" fmla="*/ 5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0" y="17"/>
                  </a:moveTo>
                  <a:cubicBezTo>
                    <a:pt x="2" y="12"/>
                    <a:pt x="5" y="1"/>
                    <a:pt x="12" y="0"/>
                  </a:cubicBezTo>
                  <a:cubicBezTo>
                    <a:pt x="14" y="0"/>
                    <a:pt x="19" y="3"/>
                    <a:pt x="19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5" name="Freeform 3747">
              <a:extLst>
                <a:ext uri="{FF2B5EF4-FFF2-40B4-BE49-F238E27FC236}">
                  <a16:creationId xmlns:a16="http://schemas.microsoft.com/office/drawing/2014/main" id="{8729E8CF-4746-4396-9A61-6F514524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730"/>
              <a:ext cx="14" cy="13"/>
            </a:xfrm>
            <a:custGeom>
              <a:avLst/>
              <a:gdLst>
                <a:gd name="T0" fmla="*/ 56 w 7"/>
                <a:gd name="T1" fmla="*/ 61 h 6"/>
                <a:gd name="T2" fmla="*/ 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6" y="4"/>
                    <a:pt x="2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6" name="Freeform 3748">
              <a:extLst>
                <a:ext uri="{FF2B5EF4-FFF2-40B4-BE49-F238E27FC236}">
                  <a16:creationId xmlns:a16="http://schemas.microsoft.com/office/drawing/2014/main" id="{F3661FB0-C2DE-4442-912B-FE630CE0C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697"/>
              <a:ext cx="41" cy="44"/>
            </a:xfrm>
            <a:custGeom>
              <a:avLst/>
              <a:gdLst>
                <a:gd name="T0" fmla="*/ 0 w 20"/>
                <a:gd name="T1" fmla="*/ 213 h 20"/>
                <a:gd name="T2" fmla="*/ 43 w 20"/>
                <a:gd name="T3" fmla="*/ 106 h 20"/>
                <a:gd name="T4" fmla="*/ 96 w 20"/>
                <a:gd name="T5" fmla="*/ 20 h 20"/>
                <a:gd name="T6" fmla="*/ 172 w 20"/>
                <a:gd name="T7" fmla="*/ 7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cubicBezTo>
                    <a:pt x="1" y="17"/>
                    <a:pt x="3" y="13"/>
                    <a:pt x="5" y="10"/>
                  </a:cubicBezTo>
                  <a:cubicBezTo>
                    <a:pt x="6" y="8"/>
                    <a:pt x="9" y="3"/>
                    <a:pt x="11" y="2"/>
                  </a:cubicBezTo>
                  <a:cubicBezTo>
                    <a:pt x="15" y="0"/>
                    <a:pt x="19" y="4"/>
                    <a:pt x="2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7" name="Freeform 3749">
              <a:extLst>
                <a:ext uri="{FF2B5EF4-FFF2-40B4-BE49-F238E27FC236}">
                  <a16:creationId xmlns:a16="http://schemas.microsoft.com/office/drawing/2014/main" id="{7B63B80F-8430-4469-BE7D-9A7582221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669"/>
              <a:ext cx="43" cy="30"/>
            </a:xfrm>
            <a:custGeom>
              <a:avLst/>
              <a:gdLst>
                <a:gd name="T0" fmla="*/ 0 w 21"/>
                <a:gd name="T1" fmla="*/ 137 h 14"/>
                <a:gd name="T2" fmla="*/ 121 w 21"/>
                <a:gd name="T3" fmla="*/ 0 h 14"/>
                <a:gd name="T4" fmla="*/ 180 w 21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0" y="14"/>
                  </a:moveTo>
                  <a:cubicBezTo>
                    <a:pt x="2" y="10"/>
                    <a:pt x="9" y="0"/>
                    <a:pt x="14" y="0"/>
                  </a:cubicBezTo>
                  <a:cubicBezTo>
                    <a:pt x="16" y="0"/>
                    <a:pt x="21" y="5"/>
                    <a:pt x="21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8" name="Freeform 3750">
              <a:extLst>
                <a:ext uri="{FF2B5EF4-FFF2-40B4-BE49-F238E27FC236}">
                  <a16:creationId xmlns:a16="http://schemas.microsoft.com/office/drawing/2014/main" id="{7E956190-AC6E-46DE-A3DF-D7E340272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632"/>
              <a:ext cx="45" cy="37"/>
            </a:xfrm>
            <a:custGeom>
              <a:avLst/>
              <a:gdLst>
                <a:gd name="T0" fmla="*/ 0 w 22"/>
                <a:gd name="T1" fmla="*/ 176 h 17"/>
                <a:gd name="T2" fmla="*/ 139 w 22"/>
                <a:gd name="T3" fmla="*/ 9 h 17"/>
                <a:gd name="T4" fmla="*/ 188 w 22"/>
                <a:gd name="T5" fmla="*/ 5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17"/>
                  </a:moveTo>
                  <a:cubicBezTo>
                    <a:pt x="0" y="13"/>
                    <a:pt x="11" y="1"/>
                    <a:pt x="16" y="1"/>
                  </a:cubicBezTo>
                  <a:cubicBezTo>
                    <a:pt x="18" y="0"/>
                    <a:pt x="22" y="4"/>
                    <a:pt x="22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9" name="Freeform 3751">
              <a:extLst>
                <a:ext uri="{FF2B5EF4-FFF2-40B4-BE49-F238E27FC236}">
                  <a16:creationId xmlns:a16="http://schemas.microsoft.com/office/drawing/2014/main" id="{864D9811-BFAB-475E-A5EF-0BCAAF074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706"/>
              <a:ext cx="41" cy="35"/>
            </a:xfrm>
            <a:custGeom>
              <a:avLst/>
              <a:gdLst>
                <a:gd name="T0" fmla="*/ 0 w 20"/>
                <a:gd name="T1" fmla="*/ 168 h 16"/>
                <a:gd name="T2" fmla="*/ 96 w 20"/>
                <a:gd name="T3" fmla="*/ 9 h 16"/>
                <a:gd name="T4" fmla="*/ 172 w 20"/>
                <a:gd name="T5" fmla="*/ 6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0" y="16"/>
                  </a:moveTo>
                  <a:cubicBezTo>
                    <a:pt x="1" y="12"/>
                    <a:pt x="6" y="2"/>
                    <a:pt x="11" y="1"/>
                  </a:cubicBezTo>
                  <a:cubicBezTo>
                    <a:pt x="13" y="0"/>
                    <a:pt x="20" y="3"/>
                    <a:pt x="2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0" name="Freeform 3752">
              <a:extLst>
                <a:ext uri="{FF2B5EF4-FFF2-40B4-BE49-F238E27FC236}">
                  <a16:creationId xmlns:a16="http://schemas.microsoft.com/office/drawing/2014/main" id="{69F1BCC4-178F-4549-BBDF-5B97E2C1F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667"/>
              <a:ext cx="47" cy="39"/>
            </a:xfrm>
            <a:custGeom>
              <a:avLst/>
              <a:gdLst>
                <a:gd name="T0" fmla="*/ 0 w 23"/>
                <a:gd name="T1" fmla="*/ 184 h 18"/>
                <a:gd name="T2" fmla="*/ 121 w 23"/>
                <a:gd name="T3" fmla="*/ 0 h 18"/>
                <a:gd name="T4" fmla="*/ 196 w 23"/>
                <a:gd name="T5" fmla="*/ 7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0" y="18"/>
                  </a:moveTo>
                  <a:cubicBezTo>
                    <a:pt x="1" y="14"/>
                    <a:pt x="9" y="0"/>
                    <a:pt x="14" y="0"/>
                  </a:cubicBezTo>
                  <a:cubicBezTo>
                    <a:pt x="16" y="0"/>
                    <a:pt x="23" y="6"/>
                    <a:pt x="23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1" name="Freeform 3753">
              <a:extLst>
                <a:ext uri="{FF2B5EF4-FFF2-40B4-BE49-F238E27FC236}">
                  <a16:creationId xmlns:a16="http://schemas.microsoft.com/office/drawing/2014/main" id="{F5037D75-A681-47A3-98E6-74C820643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634"/>
              <a:ext cx="43" cy="33"/>
            </a:xfrm>
            <a:custGeom>
              <a:avLst/>
              <a:gdLst>
                <a:gd name="T0" fmla="*/ 0 w 21"/>
                <a:gd name="T1" fmla="*/ 161 h 15"/>
                <a:gd name="T2" fmla="*/ 121 w 21"/>
                <a:gd name="T3" fmla="*/ 0 h 15"/>
                <a:gd name="T4" fmla="*/ 180 w 21"/>
                <a:gd name="T5" fmla="*/ 5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1" y="10"/>
                    <a:pt x="9" y="1"/>
                    <a:pt x="14" y="0"/>
                  </a:cubicBezTo>
                  <a:cubicBezTo>
                    <a:pt x="16" y="0"/>
                    <a:pt x="21" y="4"/>
                    <a:pt x="21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2" name="Freeform 3754">
              <a:extLst>
                <a:ext uri="{FF2B5EF4-FFF2-40B4-BE49-F238E27FC236}">
                  <a16:creationId xmlns:a16="http://schemas.microsoft.com/office/drawing/2014/main" id="{2CCB072B-58BE-459A-AEC6-462CABD4A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682"/>
              <a:ext cx="15" cy="15"/>
            </a:xfrm>
            <a:custGeom>
              <a:avLst/>
              <a:gdLst>
                <a:gd name="T0" fmla="*/ 69 w 7"/>
                <a:gd name="T1" fmla="*/ 69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3" name="Freeform 3755">
              <a:extLst>
                <a:ext uri="{FF2B5EF4-FFF2-40B4-BE49-F238E27FC236}">
                  <a16:creationId xmlns:a16="http://schemas.microsoft.com/office/drawing/2014/main" id="{33559B60-872B-4033-9E9A-544ABF7F7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1640"/>
              <a:ext cx="17" cy="13"/>
            </a:xfrm>
            <a:custGeom>
              <a:avLst/>
              <a:gdLst>
                <a:gd name="T0" fmla="*/ 77 w 8"/>
                <a:gd name="T1" fmla="*/ 61 h 6"/>
                <a:gd name="T2" fmla="*/ 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7" y="3"/>
                    <a:pt x="2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4" name="Freeform 3756">
              <a:extLst>
                <a:ext uri="{FF2B5EF4-FFF2-40B4-BE49-F238E27FC236}">
                  <a16:creationId xmlns:a16="http://schemas.microsoft.com/office/drawing/2014/main" id="{E94A69FD-7F8C-4099-B414-A57441CCF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653"/>
              <a:ext cx="14" cy="18"/>
            </a:xfrm>
            <a:custGeom>
              <a:avLst/>
              <a:gdLst>
                <a:gd name="T0" fmla="*/ 0 w 7"/>
                <a:gd name="T1" fmla="*/ 92 h 8"/>
                <a:gd name="T2" fmla="*/ 5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1" y="4"/>
                    <a:pt x="4" y="3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5" name="Freeform 3757">
              <a:extLst>
                <a:ext uri="{FF2B5EF4-FFF2-40B4-BE49-F238E27FC236}">
                  <a16:creationId xmlns:a16="http://schemas.microsoft.com/office/drawing/2014/main" id="{0C08862D-FC59-47D2-8BD7-6CF407EA7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688"/>
              <a:ext cx="13" cy="13"/>
            </a:xfrm>
            <a:custGeom>
              <a:avLst/>
              <a:gdLst>
                <a:gd name="T0" fmla="*/ 0 w 6"/>
                <a:gd name="T1" fmla="*/ 61 h 6"/>
                <a:gd name="T2" fmla="*/ 6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3"/>
                    <a:pt x="3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6" name="Freeform 3758">
              <a:extLst>
                <a:ext uri="{FF2B5EF4-FFF2-40B4-BE49-F238E27FC236}">
                  <a16:creationId xmlns:a16="http://schemas.microsoft.com/office/drawing/2014/main" id="{B882F499-C61A-4352-9C79-77E4CB9CE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28"/>
              <a:ext cx="6" cy="19"/>
            </a:xfrm>
            <a:custGeom>
              <a:avLst/>
              <a:gdLst>
                <a:gd name="T0" fmla="*/ 8 w 3"/>
                <a:gd name="T1" fmla="*/ 0 h 9"/>
                <a:gd name="T2" fmla="*/ 24 w 3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0"/>
                  </a:moveTo>
                  <a:cubicBezTo>
                    <a:pt x="1" y="3"/>
                    <a:pt x="0" y="7"/>
                    <a:pt x="3" y="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7" name="Freeform 3759">
              <a:extLst>
                <a:ext uri="{FF2B5EF4-FFF2-40B4-BE49-F238E27FC236}">
                  <a16:creationId xmlns:a16="http://schemas.microsoft.com/office/drawing/2014/main" id="{14E8019E-E7DD-46EB-BA6B-D9105291A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568"/>
              <a:ext cx="59" cy="37"/>
            </a:xfrm>
            <a:custGeom>
              <a:avLst/>
              <a:gdLst>
                <a:gd name="T0" fmla="*/ 0 w 29"/>
                <a:gd name="T1" fmla="*/ 176 h 17"/>
                <a:gd name="T2" fmla="*/ 244 w 29"/>
                <a:gd name="T3" fmla="*/ 16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7">
                  <a:moveTo>
                    <a:pt x="0" y="17"/>
                  </a:moveTo>
                  <a:cubicBezTo>
                    <a:pt x="12" y="11"/>
                    <a:pt x="20" y="0"/>
                    <a:pt x="29" y="1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8" name="Freeform 3760">
              <a:extLst>
                <a:ext uri="{FF2B5EF4-FFF2-40B4-BE49-F238E27FC236}">
                  <a16:creationId xmlns:a16="http://schemas.microsoft.com/office/drawing/2014/main" id="{E7B9876D-58A3-4B11-9689-228D3271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544"/>
              <a:ext cx="51" cy="42"/>
            </a:xfrm>
            <a:custGeom>
              <a:avLst/>
              <a:gdLst>
                <a:gd name="T0" fmla="*/ 171 w 25"/>
                <a:gd name="T1" fmla="*/ 0 h 19"/>
                <a:gd name="T2" fmla="*/ 196 w 25"/>
                <a:gd name="T3" fmla="*/ 73 h 19"/>
                <a:gd name="T4" fmla="*/ 137 w 25"/>
                <a:gd name="T5" fmla="*/ 133 h 19"/>
                <a:gd name="T6" fmla="*/ 67 w 25"/>
                <a:gd name="T7" fmla="*/ 195 h 19"/>
                <a:gd name="T8" fmla="*/ 0 w 25"/>
                <a:gd name="T9" fmla="*/ 15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">
                  <a:moveTo>
                    <a:pt x="20" y="0"/>
                  </a:moveTo>
                  <a:cubicBezTo>
                    <a:pt x="22" y="2"/>
                    <a:pt x="25" y="4"/>
                    <a:pt x="23" y="7"/>
                  </a:cubicBezTo>
                  <a:cubicBezTo>
                    <a:pt x="22" y="10"/>
                    <a:pt x="18" y="11"/>
                    <a:pt x="16" y="12"/>
                  </a:cubicBezTo>
                  <a:cubicBezTo>
                    <a:pt x="13" y="14"/>
                    <a:pt x="11" y="17"/>
                    <a:pt x="8" y="18"/>
                  </a:cubicBezTo>
                  <a:cubicBezTo>
                    <a:pt x="6" y="19"/>
                    <a:pt x="0" y="14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9" name="Freeform 3761">
              <a:extLst>
                <a:ext uri="{FF2B5EF4-FFF2-40B4-BE49-F238E27FC236}">
                  <a16:creationId xmlns:a16="http://schemas.microsoft.com/office/drawing/2014/main" id="{AAF2D5C3-69AF-4CBA-A900-9E65B621F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564"/>
              <a:ext cx="14" cy="19"/>
            </a:xfrm>
            <a:custGeom>
              <a:avLst/>
              <a:gdLst>
                <a:gd name="T0" fmla="*/ 0 w 7"/>
                <a:gd name="T1" fmla="*/ 0 h 9"/>
                <a:gd name="T2" fmla="*/ 56 w 7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3" y="3"/>
                    <a:pt x="6" y="5"/>
                    <a:pt x="7" y="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0" name="Freeform 3762">
              <a:extLst>
                <a:ext uri="{FF2B5EF4-FFF2-40B4-BE49-F238E27FC236}">
                  <a16:creationId xmlns:a16="http://schemas.microsoft.com/office/drawing/2014/main" id="{D6302982-08A9-4DC7-AA2B-B85C4F1BB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564"/>
              <a:ext cx="57" cy="19"/>
            </a:xfrm>
            <a:custGeom>
              <a:avLst/>
              <a:gdLst>
                <a:gd name="T0" fmla="*/ 0 w 28"/>
                <a:gd name="T1" fmla="*/ 84 h 9"/>
                <a:gd name="T2" fmla="*/ 204 w 28"/>
                <a:gd name="T3" fmla="*/ 36 h 9"/>
                <a:gd name="T4" fmla="*/ 236 w 28"/>
                <a:gd name="T5" fmla="*/ 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8" y="9"/>
                    <a:pt x="15" y="0"/>
                    <a:pt x="24" y="4"/>
                  </a:cubicBezTo>
                  <a:cubicBezTo>
                    <a:pt x="26" y="5"/>
                    <a:pt x="28" y="5"/>
                    <a:pt x="28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1" name="Freeform 3763">
              <a:extLst>
                <a:ext uri="{FF2B5EF4-FFF2-40B4-BE49-F238E27FC236}">
                  <a16:creationId xmlns:a16="http://schemas.microsoft.com/office/drawing/2014/main" id="{1BD24705-5373-459D-A8DA-E4512F7BB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555"/>
              <a:ext cx="55" cy="18"/>
            </a:xfrm>
            <a:custGeom>
              <a:avLst/>
              <a:gdLst>
                <a:gd name="T0" fmla="*/ 228 w 27"/>
                <a:gd name="T1" fmla="*/ 81 h 8"/>
                <a:gd name="T2" fmla="*/ 136 w 27"/>
                <a:gd name="T3" fmla="*/ 25 h 8"/>
                <a:gd name="T4" fmla="*/ 0 w 27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">
                  <a:moveTo>
                    <a:pt x="27" y="7"/>
                  </a:moveTo>
                  <a:cubicBezTo>
                    <a:pt x="24" y="1"/>
                    <a:pt x="23" y="0"/>
                    <a:pt x="16" y="2"/>
                  </a:cubicBezTo>
                  <a:cubicBezTo>
                    <a:pt x="10" y="3"/>
                    <a:pt x="5" y="5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2" name="Freeform 3764">
              <a:extLst>
                <a:ext uri="{FF2B5EF4-FFF2-40B4-BE49-F238E27FC236}">
                  <a16:creationId xmlns:a16="http://schemas.microsoft.com/office/drawing/2014/main" id="{8A3A0765-DAF0-40D5-8E04-D79ED78B9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524"/>
              <a:ext cx="6" cy="33"/>
            </a:xfrm>
            <a:custGeom>
              <a:avLst/>
              <a:gdLst>
                <a:gd name="T0" fmla="*/ 0 w 3"/>
                <a:gd name="T1" fmla="*/ 0 h 15"/>
                <a:gd name="T2" fmla="*/ 0 w 3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0"/>
                  </a:moveTo>
                  <a:cubicBezTo>
                    <a:pt x="2" y="4"/>
                    <a:pt x="3" y="12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3" name="Freeform 3765">
              <a:extLst>
                <a:ext uri="{FF2B5EF4-FFF2-40B4-BE49-F238E27FC236}">
                  <a16:creationId xmlns:a16="http://schemas.microsoft.com/office/drawing/2014/main" id="{1E27F59E-1497-420D-89F9-3881AA262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562"/>
              <a:ext cx="14" cy="4"/>
            </a:xfrm>
            <a:custGeom>
              <a:avLst/>
              <a:gdLst>
                <a:gd name="T0" fmla="*/ 0 w 7"/>
                <a:gd name="T1" fmla="*/ 0 h 2"/>
                <a:gd name="T2" fmla="*/ 56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1"/>
                    <a:pt x="5" y="2"/>
                    <a:pt x="7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4" name="Freeform 3766">
              <a:extLst>
                <a:ext uri="{FF2B5EF4-FFF2-40B4-BE49-F238E27FC236}">
                  <a16:creationId xmlns:a16="http://schemas.microsoft.com/office/drawing/2014/main" id="{9DD18708-F37E-4249-A2B5-ADE5B246A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557"/>
              <a:ext cx="55" cy="16"/>
            </a:xfrm>
            <a:custGeom>
              <a:avLst/>
              <a:gdLst>
                <a:gd name="T0" fmla="*/ 0 w 27"/>
                <a:gd name="T1" fmla="*/ 73 h 7"/>
                <a:gd name="T2" fmla="*/ 120 w 27"/>
                <a:gd name="T3" fmla="*/ 25 h 7"/>
                <a:gd name="T4" fmla="*/ 196 w 27"/>
                <a:gd name="T5" fmla="*/ 11 h 7"/>
                <a:gd name="T6" fmla="*/ 228 w 27"/>
                <a:gd name="T7" fmla="*/ 8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7">
                  <a:moveTo>
                    <a:pt x="0" y="6"/>
                  </a:moveTo>
                  <a:cubicBezTo>
                    <a:pt x="5" y="5"/>
                    <a:pt x="9" y="3"/>
                    <a:pt x="14" y="2"/>
                  </a:cubicBezTo>
                  <a:cubicBezTo>
                    <a:pt x="17" y="2"/>
                    <a:pt x="21" y="0"/>
                    <a:pt x="23" y="1"/>
                  </a:cubicBezTo>
                  <a:cubicBezTo>
                    <a:pt x="26" y="2"/>
                    <a:pt x="26" y="5"/>
                    <a:pt x="27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5" name="Freeform 3767">
              <a:extLst>
                <a:ext uri="{FF2B5EF4-FFF2-40B4-BE49-F238E27FC236}">
                  <a16:creationId xmlns:a16="http://schemas.microsoft.com/office/drawing/2014/main" id="{D4D9E828-74DA-49D7-B542-25E449F7E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544"/>
              <a:ext cx="64" cy="20"/>
            </a:xfrm>
            <a:custGeom>
              <a:avLst/>
              <a:gdLst>
                <a:gd name="T0" fmla="*/ 0 w 31"/>
                <a:gd name="T1" fmla="*/ 64 h 9"/>
                <a:gd name="T2" fmla="*/ 213 w 31"/>
                <a:gd name="T3" fmla="*/ 20 h 9"/>
                <a:gd name="T4" fmla="*/ 264 w 31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">
                  <a:moveTo>
                    <a:pt x="0" y="6"/>
                  </a:moveTo>
                  <a:cubicBezTo>
                    <a:pt x="2" y="0"/>
                    <a:pt x="20" y="2"/>
                    <a:pt x="24" y="2"/>
                  </a:cubicBezTo>
                  <a:cubicBezTo>
                    <a:pt x="30" y="2"/>
                    <a:pt x="31" y="3"/>
                    <a:pt x="30" y="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6" name="Freeform 3768">
              <a:extLst>
                <a:ext uri="{FF2B5EF4-FFF2-40B4-BE49-F238E27FC236}">
                  <a16:creationId xmlns:a16="http://schemas.microsoft.com/office/drawing/2014/main" id="{52DE3CAA-AFC5-4042-850D-4F4EE87AB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538"/>
              <a:ext cx="56" cy="32"/>
            </a:xfrm>
            <a:custGeom>
              <a:avLst/>
              <a:gdLst>
                <a:gd name="T0" fmla="*/ 0 w 27"/>
                <a:gd name="T1" fmla="*/ 60 h 15"/>
                <a:gd name="T2" fmla="*/ 207 w 27"/>
                <a:gd name="T3" fmla="*/ 41 h 15"/>
                <a:gd name="T4" fmla="*/ 241 w 27"/>
                <a:gd name="T5" fmla="*/ 87 h 15"/>
                <a:gd name="T6" fmla="*/ 232 w 27"/>
                <a:gd name="T7" fmla="*/ 14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5">
                  <a:moveTo>
                    <a:pt x="0" y="6"/>
                  </a:moveTo>
                  <a:cubicBezTo>
                    <a:pt x="1" y="0"/>
                    <a:pt x="18" y="3"/>
                    <a:pt x="23" y="4"/>
                  </a:cubicBezTo>
                  <a:cubicBezTo>
                    <a:pt x="26" y="5"/>
                    <a:pt x="26" y="5"/>
                    <a:pt x="27" y="9"/>
                  </a:cubicBezTo>
                  <a:cubicBezTo>
                    <a:pt x="27" y="10"/>
                    <a:pt x="27" y="14"/>
                    <a:pt x="26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7" name="Freeform 3769">
              <a:extLst>
                <a:ext uri="{FF2B5EF4-FFF2-40B4-BE49-F238E27FC236}">
                  <a16:creationId xmlns:a16="http://schemas.microsoft.com/office/drawing/2014/main" id="{7692ACBF-AE60-439E-A525-F6BD538F9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14"/>
              <a:ext cx="47" cy="28"/>
            </a:xfrm>
            <a:custGeom>
              <a:avLst/>
              <a:gdLst>
                <a:gd name="T0" fmla="*/ 0 w 23"/>
                <a:gd name="T1" fmla="*/ 129 h 13"/>
                <a:gd name="T2" fmla="*/ 147 w 23"/>
                <a:gd name="T3" fmla="*/ 101 h 13"/>
                <a:gd name="T4" fmla="*/ 172 w 2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">
                  <a:moveTo>
                    <a:pt x="0" y="13"/>
                  </a:moveTo>
                  <a:cubicBezTo>
                    <a:pt x="5" y="13"/>
                    <a:pt x="12" y="13"/>
                    <a:pt x="17" y="10"/>
                  </a:cubicBezTo>
                  <a:cubicBezTo>
                    <a:pt x="23" y="7"/>
                    <a:pt x="19" y="4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8" name="Freeform 3770">
              <a:extLst>
                <a:ext uri="{FF2B5EF4-FFF2-40B4-BE49-F238E27FC236}">
                  <a16:creationId xmlns:a16="http://schemas.microsoft.com/office/drawing/2014/main" id="{5EABA18C-BF61-4FC9-BCC4-567DE845A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535"/>
              <a:ext cx="10" cy="27"/>
            </a:xfrm>
            <a:custGeom>
              <a:avLst/>
              <a:gdLst>
                <a:gd name="T0" fmla="*/ 0 w 5"/>
                <a:gd name="T1" fmla="*/ 0 h 12"/>
                <a:gd name="T2" fmla="*/ 40 w 5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4" y="2"/>
                    <a:pt x="5" y="8"/>
                    <a:pt x="5" y="1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9" name="Freeform 3771">
              <a:extLst>
                <a:ext uri="{FF2B5EF4-FFF2-40B4-BE49-F238E27FC236}">
                  <a16:creationId xmlns:a16="http://schemas.microsoft.com/office/drawing/2014/main" id="{5B5A00CF-EE75-4943-9A3F-856FD6C31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542"/>
              <a:ext cx="4" cy="17"/>
            </a:xfrm>
            <a:custGeom>
              <a:avLst/>
              <a:gdLst>
                <a:gd name="T0" fmla="*/ 16 w 2"/>
                <a:gd name="T1" fmla="*/ 0 h 8"/>
                <a:gd name="T2" fmla="*/ 8 w 2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6"/>
                    <a:pt x="1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0" name="Freeform 3772">
              <a:extLst>
                <a:ext uri="{FF2B5EF4-FFF2-40B4-BE49-F238E27FC236}">
                  <a16:creationId xmlns:a16="http://schemas.microsoft.com/office/drawing/2014/main" id="{A0E65DDA-16D3-4B9A-A1A3-07D1E9781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507"/>
              <a:ext cx="45" cy="33"/>
            </a:xfrm>
            <a:custGeom>
              <a:avLst/>
              <a:gdLst>
                <a:gd name="T0" fmla="*/ 0 w 22"/>
                <a:gd name="T1" fmla="*/ 150 h 15"/>
                <a:gd name="T2" fmla="*/ 96 w 22"/>
                <a:gd name="T3" fmla="*/ 141 h 15"/>
                <a:gd name="T4" fmla="*/ 172 w 22"/>
                <a:gd name="T5" fmla="*/ 117 h 15"/>
                <a:gd name="T6" fmla="*/ 180 w 2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5">
                  <a:moveTo>
                    <a:pt x="0" y="14"/>
                  </a:moveTo>
                  <a:cubicBezTo>
                    <a:pt x="3" y="15"/>
                    <a:pt x="7" y="13"/>
                    <a:pt x="11" y="13"/>
                  </a:cubicBezTo>
                  <a:cubicBezTo>
                    <a:pt x="14" y="13"/>
                    <a:pt x="18" y="13"/>
                    <a:pt x="20" y="11"/>
                  </a:cubicBezTo>
                  <a:cubicBezTo>
                    <a:pt x="22" y="9"/>
                    <a:pt x="22" y="2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1" name="Freeform 3773">
              <a:extLst>
                <a:ext uri="{FF2B5EF4-FFF2-40B4-BE49-F238E27FC236}">
                  <a16:creationId xmlns:a16="http://schemas.microsoft.com/office/drawing/2014/main" id="{9815F6E1-0079-4E21-B380-C29CEBEB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533"/>
              <a:ext cx="6" cy="15"/>
            </a:xfrm>
            <a:custGeom>
              <a:avLst/>
              <a:gdLst>
                <a:gd name="T0" fmla="*/ 0 w 3"/>
                <a:gd name="T1" fmla="*/ 0 h 7"/>
                <a:gd name="T2" fmla="*/ 8 w 3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3" y="5"/>
                    <a:pt x="1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2" name="Freeform 3774">
              <a:extLst>
                <a:ext uri="{FF2B5EF4-FFF2-40B4-BE49-F238E27FC236}">
                  <a16:creationId xmlns:a16="http://schemas.microsoft.com/office/drawing/2014/main" id="{CC2BC67B-DF5A-4ADF-A907-9A2165C4C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500"/>
              <a:ext cx="45" cy="27"/>
            </a:xfrm>
            <a:custGeom>
              <a:avLst/>
              <a:gdLst>
                <a:gd name="T0" fmla="*/ 0 w 22"/>
                <a:gd name="T1" fmla="*/ 101 h 12"/>
                <a:gd name="T2" fmla="*/ 164 w 22"/>
                <a:gd name="T3" fmla="*/ 101 h 12"/>
                <a:gd name="T4" fmla="*/ 180 w 2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9"/>
                  </a:moveTo>
                  <a:cubicBezTo>
                    <a:pt x="5" y="9"/>
                    <a:pt x="15" y="12"/>
                    <a:pt x="19" y="9"/>
                  </a:cubicBezTo>
                  <a:cubicBezTo>
                    <a:pt x="21" y="7"/>
                    <a:pt x="22" y="2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3" name="Freeform 3775">
              <a:extLst>
                <a:ext uri="{FF2B5EF4-FFF2-40B4-BE49-F238E27FC236}">
                  <a16:creationId xmlns:a16="http://schemas.microsoft.com/office/drawing/2014/main" id="{F69F6F43-3B82-4E4A-9EB3-5F49BB488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522"/>
              <a:ext cx="6" cy="26"/>
            </a:xfrm>
            <a:custGeom>
              <a:avLst/>
              <a:gdLst>
                <a:gd name="T0" fmla="*/ 0 w 3"/>
                <a:gd name="T1" fmla="*/ 0 h 12"/>
                <a:gd name="T2" fmla="*/ 8 w 3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3" y="3"/>
                    <a:pt x="3" y="9"/>
                    <a:pt x="1" y="1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4" name="Freeform 3776">
              <a:extLst>
                <a:ext uri="{FF2B5EF4-FFF2-40B4-BE49-F238E27FC236}">
                  <a16:creationId xmlns:a16="http://schemas.microsoft.com/office/drawing/2014/main" id="{7F659675-EB39-4E2C-9493-B8E35688E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540"/>
              <a:ext cx="19" cy="2"/>
            </a:xfrm>
            <a:custGeom>
              <a:avLst/>
              <a:gdLst>
                <a:gd name="T0" fmla="*/ 0 w 9"/>
                <a:gd name="T1" fmla="*/ 0 h 1"/>
                <a:gd name="T2" fmla="*/ 84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1"/>
                    <a:pt x="6" y="1"/>
                    <a:pt x="9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5" name="Freeform 3777">
              <a:extLst>
                <a:ext uri="{FF2B5EF4-FFF2-40B4-BE49-F238E27FC236}">
                  <a16:creationId xmlns:a16="http://schemas.microsoft.com/office/drawing/2014/main" id="{C2DDC0AC-094A-4AC0-928E-B83D28419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511"/>
              <a:ext cx="45" cy="29"/>
            </a:xfrm>
            <a:custGeom>
              <a:avLst/>
              <a:gdLst>
                <a:gd name="T0" fmla="*/ 0 w 22"/>
                <a:gd name="T1" fmla="*/ 36 h 13"/>
                <a:gd name="T2" fmla="*/ 172 w 22"/>
                <a:gd name="T3" fmla="*/ 56 h 13"/>
                <a:gd name="T4" fmla="*/ 172 w 22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0" y="3"/>
                  </a:moveTo>
                  <a:cubicBezTo>
                    <a:pt x="5" y="2"/>
                    <a:pt x="16" y="0"/>
                    <a:pt x="20" y="5"/>
                  </a:cubicBezTo>
                  <a:cubicBezTo>
                    <a:pt x="22" y="7"/>
                    <a:pt x="21" y="13"/>
                    <a:pt x="20" y="1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6" name="Freeform 3778">
              <a:extLst>
                <a:ext uri="{FF2B5EF4-FFF2-40B4-BE49-F238E27FC236}">
                  <a16:creationId xmlns:a16="http://schemas.microsoft.com/office/drawing/2014/main" id="{1196E363-D4A3-41BB-B801-FD3B2BDA0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500"/>
              <a:ext cx="6" cy="20"/>
            </a:xfrm>
            <a:custGeom>
              <a:avLst/>
              <a:gdLst>
                <a:gd name="T0" fmla="*/ 0 w 3"/>
                <a:gd name="T1" fmla="*/ 98 h 9"/>
                <a:gd name="T2" fmla="*/ 1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1" y="7"/>
                    <a:pt x="3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7" name="Freeform 3779">
              <a:extLst>
                <a:ext uri="{FF2B5EF4-FFF2-40B4-BE49-F238E27FC236}">
                  <a16:creationId xmlns:a16="http://schemas.microsoft.com/office/drawing/2014/main" id="{D606B223-8862-4F61-A740-F2DF17A9E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551"/>
              <a:ext cx="51" cy="24"/>
            </a:xfrm>
            <a:custGeom>
              <a:avLst/>
              <a:gdLst>
                <a:gd name="T0" fmla="*/ 0 w 25"/>
                <a:gd name="T1" fmla="*/ 9 h 11"/>
                <a:gd name="T2" fmla="*/ 92 w 25"/>
                <a:gd name="T3" fmla="*/ 9 h 11"/>
                <a:gd name="T4" fmla="*/ 188 w 25"/>
                <a:gd name="T5" fmla="*/ 20 h 11"/>
                <a:gd name="T6" fmla="*/ 196 w 25"/>
                <a:gd name="T7" fmla="*/ 11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"/>
                  </a:moveTo>
                  <a:cubicBezTo>
                    <a:pt x="4" y="1"/>
                    <a:pt x="7" y="0"/>
                    <a:pt x="11" y="1"/>
                  </a:cubicBezTo>
                  <a:cubicBezTo>
                    <a:pt x="13" y="1"/>
                    <a:pt x="20" y="0"/>
                    <a:pt x="22" y="2"/>
                  </a:cubicBezTo>
                  <a:cubicBezTo>
                    <a:pt x="25" y="4"/>
                    <a:pt x="24" y="8"/>
                    <a:pt x="23" y="1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8" name="Freeform 3780">
              <a:extLst>
                <a:ext uri="{FF2B5EF4-FFF2-40B4-BE49-F238E27FC236}">
                  <a16:creationId xmlns:a16="http://schemas.microsoft.com/office/drawing/2014/main" id="{D25F0CF1-BCEE-482C-8F13-B3F157E42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557"/>
              <a:ext cx="43" cy="33"/>
            </a:xfrm>
            <a:custGeom>
              <a:avLst/>
              <a:gdLst>
                <a:gd name="T0" fmla="*/ 0 w 21"/>
                <a:gd name="T1" fmla="*/ 9 h 15"/>
                <a:gd name="T2" fmla="*/ 164 w 21"/>
                <a:gd name="T3" fmla="*/ 64 h 15"/>
                <a:gd name="T4" fmla="*/ 156 w 21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0" y="1"/>
                  </a:moveTo>
                  <a:cubicBezTo>
                    <a:pt x="4" y="0"/>
                    <a:pt x="17" y="2"/>
                    <a:pt x="19" y="6"/>
                  </a:cubicBezTo>
                  <a:cubicBezTo>
                    <a:pt x="21" y="8"/>
                    <a:pt x="19" y="14"/>
                    <a:pt x="18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9" name="Freeform 3781">
              <a:extLst>
                <a:ext uri="{FF2B5EF4-FFF2-40B4-BE49-F238E27FC236}">
                  <a16:creationId xmlns:a16="http://schemas.microsoft.com/office/drawing/2014/main" id="{77E710F0-AD4F-4797-A70B-A9E82A22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1520"/>
              <a:ext cx="43" cy="31"/>
            </a:xfrm>
            <a:custGeom>
              <a:avLst/>
              <a:gdLst>
                <a:gd name="T0" fmla="*/ 0 w 21"/>
                <a:gd name="T1" fmla="*/ 20 h 14"/>
                <a:gd name="T2" fmla="*/ 164 w 21"/>
                <a:gd name="T3" fmla="*/ 35 h 14"/>
                <a:gd name="T4" fmla="*/ 164 w 21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0" y="2"/>
                  </a:moveTo>
                  <a:cubicBezTo>
                    <a:pt x="3" y="1"/>
                    <a:pt x="15" y="0"/>
                    <a:pt x="19" y="3"/>
                  </a:cubicBezTo>
                  <a:cubicBezTo>
                    <a:pt x="20" y="5"/>
                    <a:pt x="21" y="12"/>
                    <a:pt x="19" y="1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0" name="Freeform 3782">
              <a:extLst>
                <a:ext uri="{FF2B5EF4-FFF2-40B4-BE49-F238E27FC236}">
                  <a16:creationId xmlns:a16="http://schemas.microsoft.com/office/drawing/2014/main" id="{FF5987CF-5C32-4EC9-B7F4-34F7587F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527"/>
              <a:ext cx="50" cy="32"/>
            </a:xfrm>
            <a:custGeom>
              <a:avLst/>
              <a:gdLst>
                <a:gd name="T0" fmla="*/ 0 w 24"/>
                <a:gd name="T1" fmla="*/ 9 h 15"/>
                <a:gd name="T2" fmla="*/ 208 w 24"/>
                <a:gd name="T3" fmla="*/ 49 h 15"/>
                <a:gd name="T4" fmla="*/ 200 w 24"/>
                <a:gd name="T5" fmla="*/ 14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1"/>
                  </a:moveTo>
                  <a:cubicBezTo>
                    <a:pt x="4" y="0"/>
                    <a:pt x="20" y="0"/>
                    <a:pt x="23" y="5"/>
                  </a:cubicBezTo>
                  <a:cubicBezTo>
                    <a:pt x="24" y="6"/>
                    <a:pt x="23" y="15"/>
                    <a:pt x="22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1" name="Freeform 3783">
              <a:extLst>
                <a:ext uri="{FF2B5EF4-FFF2-40B4-BE49-F238E27FC236}">
                  <a16:creationId xmlns:a16="http://schemas.microsoft.com/office/drawing/2014/main" id="{6507CDDF-0FCC-4EAE-8B47-F6579568D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535"/>
              <a:ext cx="43" cy="33"/>
            </a:xfrm>
            <a:custGeom>
              <a:avLst/>
              <a:gdLst>
                <a:gd name="T0" fmla="*/ 0 w 21"/>
                <a:gd name="T1" fmla="*/ 9 h 15"/>
                <a:gd name="T2" fmla="*/ 172 w 21"/>
                <a:gd name="T3" fmla="*/ 64 h 15"/>
                <a:gd name="T4" fmla="*/ 164 w 21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0" y="1"/>
                  </a:moveTo>
                  <a:cubicBezTo>
                    <a:pt x="5" y="0"/>
                    <a:pt x="17" y="2"/>
                    <a:pt x="20" y="6"/>
                  </a:cubicBezTo>
                  <a:cubicBezTo>
                    <a:pt x="21" y="8"/>
                    <a:pt x="20" y="15"/>
                    <a:pt x="19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2" name="Freeform 3784">
              <a:extLst>
                <a:ext uri="{FF2B5EF4-FFF2-40B4-BE49-F238E27FC236}">
                  <a16:creationId xmlns:a16="http://schemas.microsoft.com/office/drawing/2014/main" id="{A64E7359-2741-4829-9219-A1797DC78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505"/>
              <a:ext cx="4" cy="19"/>
            </a:xfrm>
            <a:custGeom>
              <a:avLst/>
              <a:gdLst>
                <a:gd name="T0" fmla="*/ 0 w 2"/>
                <a:gd name="T1" fmla="*/ 84 h 9"/>
                <a:gd name="T2" fmla="*/ 16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3" name="Freeform 3785">
              <a:extLst>
                <a:ext uri="{FF2B5EF4-FFF2-40B4-BE49-F238E27FC236}">
                  <a16:creationId xmlns:a16="http://schemas.microsoft.com/office/drawing/2014/main" id="{32FAD73B-A21F-441C-BD71-24C93AD2F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520"/>
              <a:ext cx="4" cy="18"/>
            </a:xfrm>
            <a:custGeom>
              <a:avLst/>
              <a:gdLst>
                <a:gd name="T0" fmla="*/ 0 w 2"/>
                <a:gd name="T1" fmla="*/ 92 h 8"/>
                <a:gd name="T2" fmla="*/ 8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2" y="5"/>
                    <a:pt x="1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4" name="Freeform 3786">
              <a:extLst>
                <a:ext uri="{FF2B5EF4-FFF2-40B4-BE49-F238E27FC236}">
                  <a16:creationId xmlns:a16="http://schemas.microsoft.com/office/drawing/2014/main" id="{D8012392-246A-48DC-A1C7-83A624B52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1559"/>
              <a:ext cx="20" cy="9"/>
            </a:xfrm>
            <a:custGeom>
              <a:avLst/>
              <a:gdLst>
                <a:gd name="T0" fmla="*/ 0 w 10"/>
                <a:gd name="T1" fmla="*/ 11 h 4"/>
                <a:gd name="T2" fmla="*/ 80 w 10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4" y="0"/>
                    <a:pt x="6" y="2"/>
                    <a:pt x="10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5" name="Freeform 3787">
              <a:extLst>
                <a:ext uri="{FF2B5EF4-FFF2-40B4-BE49-F238E27FC236}">
                  <a16:creationId xmlns:a16="http://schemas.microsoft.com/office/drawing/2014/main" id="{A9BB1221-CCAF-49FA-82B6-4FD9489A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553"/>
              <a:ext cx="16" cy="4"/>
            </a:xfrm>
            <a:custGeom>
              <a:avLst/>
              <a:gdLst>
                <a:gd name="T0" fmla="*/ 0 w 8"/>
                <a:gd name="T1" fmla="*/ 0 h 2"/>
                <a:gd name="T2" fmla="*/ 64 w 8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1"/>
                    <a:pt x="5" y="1"/>
                    <a:pt x="8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6" name="Freeform 3788">
              <a:extLst>
                <a:ext uri="{FF2B5EF4-FFF2-40B4-BE49-F238E27FC236}">
                  <a16:creationId xmlns:a16="http://schemas.microsoft.com/office/drawing/2014/main" id="{DA62A32F-22E9-4BBD-9DDE-D3924F3B2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553"/>
              <a:ext cx="12" cy="13"/>
            </a:xfrm>
            <a:custGeom>
              <a:avLst/>
              <a:gdLst>
                <a:gd name="T0" fmla="*/ 48 w 6"/>
                <a:gd name="T1" fmla="*/ 0 h 6"/>
                <a:gd name="T2" fmla="*/ 0 w 6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0" y="3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7" name="Freeform 3789">
              <a:extLst>
                <a:ext uri="{FF2B5EF4-FFF2-40B4-BE49-F238E27FC236}">
                  <a16:creationId xmlns:a16="http://schemas.microsoft.com/office/drawing/2014/main" id="{05E6617D-C239-4857-A0C1-441EEB887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603"/>
              <a:ext cx="43" cy="29"/>
            </a:xfrm>
            <a:custGeom>
              <a:avLst/>
              <a:gdLst>
                <a:gd name="T0" fmla="*/ 0 w 21"/>
                <a:gd name="T1" fmla="*/ 145 h 13"/>
                <a:gd name="T2" fmla="*/ 121 w 21"/>
                <a:gd name="T3" fmla="*/ 9 h 13"/>
                <a:gd name="T4" fmla="*/ 180 w 21"/>
                <a:gd name="T5" fmla="*/ 10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4" y="5"/>
                    <a:pt x="12" y="0"/>
                    <a:pt x="14" y="1"/>
                  </a:cubicBezTo>
                  <a:cubicBezTo>
                    <a:pt x="17" y="2"/>
                    <a:pt x="21" y="10"/>
                    <a:pt x="21" y="1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8" name="Freeform 3790">
              <a:extLst>
                <a:ext uri="{FF2B5EF4-FFF2-40B4-BE49-F238E27FC236}">
                  <a16:creationId xmlns:a16="http://schemas.microsoft.com/office/drawing/2014/main" id="{23BFAC0C-CCE8-4C0E-BA4A-6010DDD30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603"/>
              <a:ext cx="12" cy="31"/>
            </a:xfrm>
            <a:custGeom>
              <a:avLst/>
              <a:gdLst>
                <a:gd name="T0" fmla="*/ 16 w 6"/>
                <a:gd name="T1" fmla="*/ 153 h 14"/>
                <a:gd name="T2" fmla="*/ 48 w 6"/>
                <a:gd name="T3" fmla="*/ 97 h 14"/>
                <a:gd name="T4" fmla="*/ 0 w 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2" y="14"/>
                  </a:moveTo>
                  <a:cubicBezTo>
                    <a:pt x="6" y="12"/>
                    <a:pt x="6" y="10"/>
                    <a:pt x="6" y="9"/>
                  </a:cubicBezTo>
                  <a:cubicBezTo>
                    <a:pt x="6" y="8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9" name="Freeform 3791">
              <a:extLst>
                <a:ext uri="{FF2B5EF4-FFF2-40B4-BE49-F238E27FC236}">
                  <a16:creationId xmlns:a16="http://schemas.microsoft.com/office/drawing/2014/main" id="{F6621B55-A4BA-4913-8DC6-5D51593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586"/>
              <a:ext cx="37" cy="37"/>
            </a:xfrm>
            <a:custGeom>
              <a:avLst/>
              <a:gdLst>
                <a:gd name="T0" fmla="*/ 0 w 18"/>
                <a:gd name="T1" fmla="*/ 176 h 17"/>
                <a:gd name="T2" fmla="*/ 156 w 1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0" y="17"/>
                  </a:moveTo>
                  <a:cubicBezTo>
                    <a:pt x="5" y="13"/>
                    <a:pt x="17" y="1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0" name="Freeform 3792">
              <a:extLst>
                <a:ext uri="{FF2B5EF4-FFF2-40B4-BE49-F238E27FC236}">
                  <a16:creationId xmlns:a16="http://schemas.microsoft.com/office/drawing/2014/main" id="{3D92B926-E58C-47A4-87C4-8573CA13C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599"/>
              <a:ext cx="14" cy="13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4" y="2"/>
                    <a:pt x="7" y="6"/>
                    <a:pt x="7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1" name="Freeform 3793">
              <a:extLst>
                <a:ext uri="{FF2B5EF4-FFF2-40B4-BE49-F238E27FC236}">
                  <a16:creationId xmlns:a16="http://schemas.microsoft.com/office/drawing/2014/main" id="{5BAE1F87-D0E3-4E6C-BA56-CBEDFAAA2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001"/>
              <a:ext cx="33" cy="68"/>
            </a:xfrm>
            <a:custGeom>
              <a:avLst/>
              <a:gdLst>
                <a:gd name="T0" fmla="*/ 107 w 16"/>
                <a:gd name="T1" fmla="*/ 327 h 31"/>
                <a:gd name="T2" fmla="*/ 0 w 16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12" y="31"/>
                  </a:moveTo>
                  <a:cubicBezTo>
                    <a:pt x="16" y="15"/>
                    <a:pt x="12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2" name="Freeform 3794">
              <a:extLst>
                <a:ext uri="{FF2B5EF4-FFF2-40B4-BE49-F238E27FC236}">
                  <a16:creationId xmlns:a16="http://schemas.microsoft.com/office/drawing/2014/main" id="{C19499C2-7ABD-494D-A0B1-022F0415F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946"/>
              <a:ext cx="35" cy="68"/>
            </a:xfrm>
            <a:custGeom>
              <a:avLst/>
              <a:gdLst>
                <a:gd name="T0" fmla="*/ 132 w 17"/>
                <a:gd name="T1" fmla="*/ 327 h 31"/>
                <a:gd name="T2" fmla="*/ 0 w 17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15" y="31"/>
                  </a:moveTo>
                  <a:cubicBezTo>
                    <a:pt x="15" y="18"/>
                    <a:pt x="17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3" name="Freeform 3795">
              <a:extLst>
                <a:ext uri="{FF2B5EF4-FFF2-40B4-BE49-F238E27FC236}">
                  <a16:creationId xmlns:a16="http://schemas.microsoft.com/office/drawing/2014/main" id="{DBBB0960-80C8-472E-99F0-D879BB878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038"/>
              <a:ext cx="24" cy="28"/>
            </a:xfrm>
            <a:custGeom>
              <a:avLst/>
              <a:gdLst>
                <a:gd name="T0" fmla="*/ 96 w 12"/>
                <a:gd name="T1" fmla="*/ 129 h 13"/>
                <a:gd name="T2" fmla="*/ 64 w 12"/>
                <a:gd name="T3" fmla="*/ 19 h 13"/>
                <a:gd name="T4" fmla="*/ 0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13"/>
                  </a:moveTo>
                  <a:cubicBezTo>
                    <a:pt x="11" y="9"/>
                    <a:pt x="12" y="5"/>
                    <a:pt x="8" y="2"/>
                  </a:cubicBezTo>
                  <a:cubicBezTo>
                    <a:pt x="6" y="1"/>
                    <a:pt x="2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4" name="Freeform 3796">
              <a:extLst>
                <a:ext uri="{FF2B5EF4-FFF2-40B4-BE49-F238E27FC236}">
                  <a16:creationId xmlns:a16="http://schemas.microsoft.com/office/drawing/2014/main" id="{F81F5D0B-510B-4A97-905E-C8B82C63A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999"/>
              <a:ext cx="30" cy="43"/>
            </a:xfrm>
            <a:custGeom>
              <a:avLst/>
              <a:gdLst>
                <a:gd name="T0" fmla="*/ 104 w 15"/>
                <a:gd name="T1" fmla="*/ 198 h 20"/>
                <a:gd name="T2" fmla="*/ 64 w 15"/>
                <a:gd name="T3" fmla="*/ 19 h 20"/>
                <a:gd name="T4" fmla="*/ 16 w 15"/>
                <a:gd name="T5" fmla="*/ 0 h 20"/>
                <a:gd name="T6" fmla="*/ 0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13" y="20"/>
                  </a:moveTo>
                  <a:cubicBezTo>
                    <a:pt x="12" y="14"/>
                    <a:pt x="15" y="6"/>
                    <a:pt x="8" y="2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5" name="Freeform 3797">
              <a:extLst>
                <a:ext uri="{FF2B5EF4-FFF2-40B4-BE49-F238E27FC236}">
                  <a16:creationId xmlns:a16="http://schemas.microsoft.com/office/drawing/2014/main" id="{23C955AF-A0FB-4502-9D20-C4EBA3B04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012"/>
              <a:ext cx="21" cy="4"/>
            </a:xfrm>
            <a:custGeom>
              <a:avLst/>
              <a:gdLst>
                <a:gd name="T0" fmla="*/ 92 w 10"/>
                <a:gd name="T1" fmla="*/ 16 h 2"/>
                <a:gd name="T2" fmla="*/ 0 w 1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7" y="0"/>
                    <a:pt x="3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6" name="Freeform 3798">
              <a:extLst>
                <a:ext uri="{FF2B5EF4-FFF2-40B4-BE49-F238E27FC236}">
                  <a16:creationId xmlns:a16="http://schemas.microsoft.com/office/drawing/2014/main" id="{BD53E712-B5C2-4136-BD18-829C5500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959"/>
              <a:ext cx="21" cy="48"/>
            </a:xfrm>
            <a:custGeom>
              <a:avLst/>
              <a:gdLst>
                <a:gd name="T0" fmla="*/ 92 w 10"/>
                <a:gd name="T1" fmla="*/ 9 h 22"/>
                <a:gd name="T2" fmla="*/ 17 w 10"/>
                <a:gd name="T3" fmla="*/ 20 h 22"/>
                <a:gd name="T4" fmla="*/ 8 w 10"/>
                <a:gd name="T5" fmla="*/ 113 h 22"/>
                <a:gd name="T6" fmla="*/ 27 w 10"/>
                <a:gd name="T7" fmla="*/ 2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">
                  <a:moveTo>
                    <a:pt x="10" y="1"/>
                  </a:moveTo>
                  <a:cubicBezTo>
                    <a:pt x="7" y="1"/>
                    <a:pt x="4" y="0"/>
                    <a:pt x="2" y="2"/>
                  </a:cubicBezTo>
                  <a:cubicBezTo>
                    <a:pt x="0" y="4"/>
                    <a:pt x="1" y="9"/>
                    <a:pt x="1" y="11"/>
                  </a:cubicBezTo>
                  <a:cubicBezTo>
                    <a:pt x="1" y="15"/>
                    <a:pt x="2" y="19"/>
                    <a:pt x="3" y="2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7" name="Freeform 3799">
              <a:extLst>
                <a:ext uri="{FF2B5EF4-FFF2-40B4-BE49-F238E27FC236}">
                  <a16:creationId xmlns:a16="http://schemas.microsoft.com/office/drawing/2014/main" id="{3855FEF2-08A6-46B9-BEB6-55D091509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964"/>
              <a:ext cx="24" cy="4"/>
            </a:xfrm>
            <a:custGeom>
              <a:avLst/>
              <a:gdLst>
                <a:gd name="T0" fmla="*/ 96 w 12"/>
                <a:gd name="T1" fmla="*/ 16 h 2"/>
                <a:gd name="T2" fmla="*/ 0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8" y="1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8" name="Freeform 3800">
              <a:extLst>
                <a:ext uri="{FF2B5EF4-FFF2-40B4-BE49-F238E27FC236}">
                  <a16:creationId xmlns:a16="http://schemas.microsoft.com/office/drawing/2014/main" id="{BD158F67-ADE2-411A-83AD-A86448162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894"/>
              <a:ext cx="34" cy="59"/>
            </a:xfrm>
            <a:custGeom>
              <a:avLst/>
              <a:gdLst>
                <a:gd name="T0" fmla="*/ 136 w 17"/>
                <a:gd name="T1" fmla="*/ 282 h 27"/>
                <a:gd name="T2" fmla="*/ 80 w 17"/>
                <a:gd name="T3" fmla="*/ 44 h 27"/>
                <a:gd name="T4" fmla="*/ 0 w 17"/>
                <a:gd name="T5" fmla="*/ 2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17" y="27"/>
                  </a:moveTo>
                  <a:cubicBezTo>
                    <a:pt x="13" y="20"/>
                    <a:pt x="17" y="9"/>
                    <a:pt x="10" y="4"/>
                  </a:cubicBezTo>
                  <a:cubicBezTo>
                    <a:pt x="7" y="2"/>
                    <a:pt x="2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9" name="Freeform 3801">
              <a:extLst>
                <a:ext uri="{FF2B5EF4-FFF2-40B4-BE49-F238E27FC236}">
                  <a16:creationId xmlns:a16="http://schemas.microsoft.com/office/drawing/2014/main" id="{00C8E381-0493-44A4-A27A-6A475A82E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911"/>
              <a:ext cx="25" cy="55"/>
            </a:xfrm>
            <a:custGeom>
              <a:avLst/>
              <a:gdLst>
                <a:gd name="T0" fmla="*/ 0 w 12"/>
                <a:gd name="T1" fmla="*/ 9 h 25"/>
                <a:gd name="T2" fmla="*/ 92 w 12"/>
                <a:gd name="T3" fmla="*/ 88 h 25"/>
                <a:gd name="T4" fmla="*/ 108 w 12"/>
                <a:gd name="T5" fmla="*/ 26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0" y="1"/>
                  </a:moveTo>
                  <a:cubicBezTo>
                    <a:pt x="6" y="0"/>
                    <a:pt x="8" y="1"/>
                    <a:pt x="10" y="8"/>
                  </a:cubicBezTo>
                  <a:cubicBezTo>
                    <a:pt x="11" y="13"/>
                    <a:pt x="12" y="19"/>
                    <a:pt x="12" y="2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0" name="Freeform 3802">
              <a:extLst>
                <a:ext uri="{FF2B5EF4-FFF2-40B4-BE49-F238E27FC236}">
                  <a16:creationId xmlns:a16="http://schemas.microsoft.com/office/drawing/2014/main" id="{00BF2CFD-6A3E-4B2B-A347-B594A2C38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907"/>
              <a:ext cx="26" cy="13"/>
            </a:xfrm>
            <a:custGeom>
              <a:avLst/>
              <a:gdLst>
                <a:gd name="T0" fmla="*/ 104 w 13"/>
                <a:gd name="T1" fmla="*/ 0 h 6"/>
                <a:gd name="T2" fmla="*/ 0 w 1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0"/>
                  </a:moveTo>
                  <a:cubicBezTo>
                    <a:pt x="9" y="0"/>
                    <a:pt x="1" y="3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1" name="Freeform 3803">
              <a:extLst>
                <a:ext uri="{FF2B5EF4-FFF2-40B4-BE49-F238E27FC236}">
                  <a16:creationId xmlns:a16="http://schemas.microsoft.com/office/drawing/2014/main" id="{6B7BD7D4-3B9F-4C78-85CB-2486F939D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1953"/>
              <a:ext cx="10" cy="11"/>
            </a:xfrm>
            <a:custGeom>
              <a:avLst/>
              <a:gdLst>
                <a:gd name="T0" fmla="*/ 40 w 5"/>
                <a:gd name="T1" fmla="*/ 53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5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2" name="Freeform 3804">
              <a:extLst>
                <a:ext uri="{FF2B5EF4-FFF2-40B4-BE49-F238E27FC236}">
                  <a16:creationId xmlns:a16="http://schemas.microsoft.com/office/drawing/2014/main" id="{8F64FE26-99E0-4B10-9A91-7BF22E17B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999"/>
              <a:ext cx="10" cy="15"/>
            </a:xfrm>
            <a:custGeom>
              <a:avLst/>
              <a:gdLst>
                <a:gd name="T0" fmla="*/ 40 w 5"/>
                <a:gd name="T1" fmla="*/ 0 h 7"/>
                <a:gd name="T2" fmla="*/ 0 w 5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2" y="1"/>
                    <a:pt x="1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3" name="Freeform 3805">
              <a:extLst>
                <a:ext uri="{FF2B5EF4-FFF2-40B4-BE49-F238E27FC236}">
                  <a16:creationId xmlns:a16="http://schemas.microsoft.com/office/drawing/2014/main" id="{1049D714-D98D-4B71-8F76-263C94976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012"/>
              <a:ext cx="11" cy="2"/>
            </a:xfrm>
            <a:custGeom>
              <a:avLst/>
              <a:gdLst>
                <a:gd name="T0" fmla="*/ 53 w 5"/>
                <a:gd name="T1" fmla="*/ 0 h 1"/>
                <a:gd name="T2" fmla="*/ 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4" name="Freeform 3806">
              <a:extLst>
                <a:ext uri="{FF2B5EF4-FFF2-40B4-BE49-F238E27FC236}">
                  <a16:creationId xmlns:a16="http://schemas.microsoft.com/office/drawing/2014/main" id="{50438E60-80C4-4004-9378-282AF7C0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846"/>
              <a:ext cx="31" cy="54"/>
            </a:xfrm>
            <a:custGeom>
              <a:avLst/>
              <a:gdLst>
                <a:gd name="T0" fmla="*/ 132 w 15"/>
                <a:gd name="T1" fmla="*/ 253 h 25"/>
                <a:gd name="T2" fmla="*/ 107 w 15"/>
                <a:gd name="T3" fmla="*/ 112 h 25"/>
                <a:gd name="T4" fmla="*/ 72 w 15"/>
                <a:gd name="T5" fmla="*/ 19 h 25"/>
                <a:gd name="T6" fmla="*/ 0 w 15"/>
                <a:gd name="T7" fmla="*/ 2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15" y="25"/>
                  </a:moveTo>
                  <a:cubicBezTo>
                    <a:pt x="14" y="20"/>
                    <a:pt x="13" y="15"/>
                    <a:pt x="12" y="11"/>
                  </a:cubicBezTo>
                  <a:cubicBezTo>
                    <a:pt x="11" y="8"/>
                    <a:pt x="10" y="4"/>
                    <a:pt x="8" y="2"/>
                  </a:cubicBezTo>
                  <a:cubicBezTo>
                    <a:pt x="6" y="0"/>
                    <a:pt x="2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5" name="Freeform 3807">
              <a:extLst>
                <a:ext uri="{FF2B5EF4-FFF2-40B4-BE49-F238E27FC236}">
                  <a16:creationId xmlns:a16="http://schemas.microsoft.com/office/drawing/2014/main" id="{5CC02ED8-880B-4C58-8D67-4FF1E4378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789"/>
              <a:ext cx="49" cy="59"/>
            </a:xfrm>
            <a:custGeom>
              <a:avLst/>
              <a:gdLst>
                <a:gd name="T0" fmla="*/ 163 w 24"/>
                <a:gd name="T1" fmla="*/ 282 h 27"/>
                <a:gd name="T2" fmla="*/ 84 w 24"/>
                <a:gd name="T3" fmla="*/ 44 h 27"/>
                <a:gd name="T4" fmla="*/ 0 w 24"/>
                <a:gd name="T5" fmla="*/ 4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7">
                  <a:moveTo>
                    <a:pt x="19" y="27"/>
                  </a:moveTo>
                  <a:cubicBezTo>
                    <a:pt x="24" y="22"/>
                    <a:pt x="13" y="8"/>
                    <a:pt x="10" y="4"/>
                  </a:cubicBezTo>
                  <a:cubicBezTo>
                    <a:pt x="7" y="0"/>
                    <a:pt x="4" y="0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6" name="Freeform 3808">
              <a:extLst>
                <a:ext uri="{FF2B5EF4-FFF2-40B4-BE49-F238E27FC236}">
                  <a16:creationId xmlns:a16="http://schemas.microsoft.com/office/drawing/2014/main" id="{420216E8-4D03-4B5C-8D47-DC3B9B3F7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739"/>
              <a:ext cx="51" cy="52"/>
            </a:xfrm>
            <a:custGeom>
              <a:avLst/>
              <a:gdLst>
                <a:gd name="T0" fmla="*/ 180 w 25"/>
                <a:gd name="T1" fmla="*/ 245 h 24"/>
                <a:gd name="T2" fmla="*/ 92 w 25"/>
                <a:gd name="T3" fmla="*/ 33 h 24"/>
                <a:gd name="T4" fmla="*/ 41 w 25"/>
                <a:gd name="T5" fmla="*/ 20 h 24"/>
                <a:gd name="T6" fmla="*/ 0 w 25"/>
                <a:gd name="T7" fmla="*/ 6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4">
                  <a:moveTo>
                    <a:pt x="21" y="24"/>
                  </a:moveTo>
                  <a:cubicBezTo>
                    <a:pt x="25" y="20"/>
                    <a:pt x="14" y="6"/>
                    <a:pt x="11" y="3"/>
                  </a:cubicBezTo>
                  <a:cubicBezTo>
                    <a:pt x="8" y="1"/>
                    <a:pt x="8" y="0"/>
                    <a:pt x="5" y="2"/>
                  </a:cubicBezTo>
                  <a:cubicBezTo>
                    <a:pt x="3" y="3"/>
                    <a:pt x="0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7" name="Freeform 3809">
              <a:extLst>
                <a:ext uri="{FF2B5EF4-FFF2-40B4-BE49-F238E27FC236}">
                  <a16:creationId xmlns:a16="http://schemas.microsoft.com/office/drawing/2014/main" id="{F9F1104F-4779-4EE4-A54C-856A9A304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859"/>
              <a:ext cx="16" cy="50"/>
            </a:xfrm>
            <a:custGeom>
              <a:avLst/>
              <a:gdLst>
                <a:gd name="T0" fmla="*/ 56 w 8"/>
                <a:gd name="T1" fmla="*/ 237 h 23"/>
                <a:gd name="T2" fmla="*/ 8 w 8"/>
                <a:gd name="T3" fmla="*/ 80 h 23"/>
                <a:gd name="T4" fmla="*/ 64 w 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7" y="23"/>
                  </a:moveTo>
                  <a:cubicBezTo>
                    <a:pt x="5" y="19"/>
                    <a:pt x="1" y="13"/>
                    <a:pt x="1" y="8"/>
                  </a:cubicBezTo>
                  <a:cubicBezTo>
                    <a:pt x="0" y="1"/>
                    <a:pt x="5" y="3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8" name="Freeform 3810">
              <a:extLst>
                <a:ext uri="{FF2B5EF4-FFF2-40B4-BE49-F238E27FC236}">
                  <a16:creationId xmlns:a16="http://schemas.microsoft.com/office/drawing/2014/main" id="{DFC22F44-C31B-4463-9E71-DD5D62DA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870"/>
              <a:ext cx="27" cy="9"/>
            </a:xfrm>
            <a:custGeom>
              <a:avLst/>
              <a:gdLst>
                <a:gd name="T0" fmla="*/ 116 w 13"/>
                <a:gd name="T1" fmla="*/ 25 h 4"/>
                <a:gd name="T2" fmla="*/ 0 w 1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13" y="2"/>
                  </a:moveTo>
                  <a:cubicBezTo>
                    <a:pt x="10" y="0"/>
                    <a:pt x="3" y="2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9" name="Freeform 3811">
              <a:extLst>
                <a:ext uri="{FF2B5EF4-FFF2-40B4-BE49-F238E27FC236}">
                  <a16:creationId xmlns:a16="http://schemas.microsoft.com/office/drawing/2014/main" id="{35B74DEA-1F9D-4344-9FE7-E6F5F58DF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903"/>
              <a:ext cx="12" cy="10"/>
            </a:xfrm>
            <a:custGeom>
              <a:avLst/>
              <a:gdLst>
                <a:gd name="T0" fmla="*/ 48 w 6"/>
                <a:gd name="T1" fmla="*/ 0 h 5"/>
                <a:gd name="T2" fmla="*/ 0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5" y="3"/>
                    <a:pt x="2" y="5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0" name="Freeform 3812">
              <a:extLst>
                <a:ext uri="{FF2B5EF4-FFF2-40B4-BE49-F238E27FC236}">
                  <a16:creationId xmlns:a16="http://schemas.microsoft.com/office/drawing/2014/main" id="{3C42A280-00E5-499E-A8C5-C369DE052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815"/>
              <a:ext cx="21" cy="57"/>
            </a:xfrm>
            <a:custGeom>
              <a:avLst/>
              <a:gdLst>
                <a:gd name="T0" fmla="*/ 76 w 10"/>
                <a:gd name="T1" fmla="*/ 274 h 26"/>
                <a:gd name="T2" fmla="*/ 36 w 10"/>
                <a:gd name="T3" fmla="*/ 158 h 26"/>
                <a:gd name="T4" fmla="*/ 8 w 10"/>
                <a:gd name="T5" fmla="*/ 72 h 26"/>
                <a:gd name="T6" fmla="*/ 92 w 10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8" y="26"/>
                  </a:moveTo>
                  <a:cubicBezTo>
                    <a:pt x="7" y="23"/>
                    <a:pt x="6" y="19"/>
                    <a:pt x="4" y="15"/>
                  </a:cubicBezTo>
                  <a:cubicBezTo>
                    <a:pt x="3" y="13"/>
                    <a:pt x="0" y="10"/>
                    <a:pt x="1" y="7"/>
                  </a:cubicBezTo>
                  <a:cubicBezTo>
                    <a:pt x="2" y="4"/>
                    <a:pt x="8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1" name="Freeform 3813">
              <a:extLst>
                <a:ext uri="{FF2B5EF4-FFF2-40B4-BE49-F238E27FC236}">
                  <a16:creationId xmlns:a16="http://schemas.microsoft.com/office/drawing/2014/main" id="{32BC9E09-C547-45FE-B1C4-0AF81136D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830"/>
              <a:ext cx="14" cy="7"/>
            </a:xfrm>
            <a:custGeom>
              <a:avLst/>
              <a:gdLst>
                <a:gd name="T0" fmla="*/ 56 w 7"/>
                <a:gd name="T1" fmla="*/ 0 h 3"/>
                <a:gd name="T2" fmla="*/ 0 w 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1"/>
                    <a:pt x="1" y="1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2" name="Freeform 3814">
              <a:extLst>
                <a:ext uri="{FF2B5EF4-FFF2-40B4-BE49-F238E27FC236}">
                  <a16:creationId xmlns:a16="http://schemas.microsoft.com/office/drawing/2014/main" id="{E2AE73AE-94CA-4449-B8A3-D1F53C2FF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769"/>
              <a:ext cx="18" cy="51"/>
            </a:xfrm>
            <a:custGeom>
              <a:avLst/>
              <a:gdLst>
                <a:gd name="T0" fmla="*/ 72 w 9"/>
                <a:gd name="T1" fmla="*/ 251 h 23"/>
                <a:gd name="T2" fmla="*/ 0 w 9"/>
                <a:gd name="T3" fmla="*/ 78 h 23"/>
                <a:gd name="T4" fmla="*/ 48 w 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3">
                  <a:moveTo>
                    <a:pt x="9" y="23"/>
                  </a:moveTo>
                  <a:cubicBezTo>
                    <a:pt x="7" y="19"/>
                    <a:pt x="0" y="12"/>
                    <a:pt x="0" y="7"/>
                  </a:cubicBezTo>
                  <a:cubicBezTo>
                    <a:pt x="0" y="4"/>
                    <a:pt x="5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3" name="Freeform 3815">
              <a:extLst>
                <a:ext uri="{FF2B5EF4-FFF2-40B4-BE49-F238E27FC236}">
                  <a16:creationId xmlns:a16="http://schemas.microsoft.com/office/drawing/2014/main" id="{59FB09DF-4859-4088-BDCE-AF4F82DBB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789"/>
              <a:ext cx="23" cy="13"/>
            </a:xfrm>
            <a:custGeom>
              <a:avLst/>
              <a:gdLst>
                <a:gd name="T0" fmla="*/ 100 w 11"/>
                <a:gd name="T1" fmla="*/ 0 h 6"/>
                <a:gd name="T2" fmla="*/ 0 w 1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0"/>
                  </a:moveTo>
                  <a:cubicBezTo>
                    <a:pt x="7" y="0"/>
                    <a:pt x="2" y="3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4" name="Freeform 3816">
              <a:extLst>
                <a:ext uri="{FF2B5EF4-FFF2-40B4-BE49-F238E27FC236}">
                  <a16:creationId xmlns:a16="http://schemas.microsoft.com/office/drawing/2014/main" id="{5A600AE3-5BEB-4E5B-8B88-AE38F4D9C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780"/>
              <a:ext cx="13" cy="15"/>
            </a:xfrm>
            <a:custGeom>
              <a:avLst/>
              <a:gdLst>
                <a:gd name="T0" fmla="*/ 61 w 6"/>
                <a:gd name="T1" fmla="*/ 69 h 7"/>
                <a:gd name="T2" fmla="*/ 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3" y="6"/>
                    <a:pt x="2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5" name="Freeform 3817">
              <a:extLst>
                <a:ext uri="{FF2B5EF4-FFF2-40B4-BE49-F238E27FC236}">
                  <a16:creationId xmlns:a16="http://schemas.microsoft.com/office/drawing/2014/main" id="{A0835B92-2633-4662-9344-906B94C39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743"/>
              <a:ext cx="39" cy="37"/>
            </a:xfrm>
            <a:custGeom>
              <a:avLst/>
              <a:gdLst>
                <a:gd name="T0" fmla="*/ 164 w 19"/>
                <a:gd name="T1" fmla="*/ 176 h 17"/>
                <a:gd name="T2" fmla="*/ 60 w 19"/>
                <a:gd name="T3" fmla="*/ 0 h 17"/>
                <a:gd name="T4" fmla="*/ 0 w 19"/>
                <a:gd name="T5" fmla="*/ 5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17"/>
                  </a:moveTo>
                  <a:cubicBezTo>
                    <a:pt x="17" y="12"/>
                    <a:pt x="14" y="1"/>
                    <a:pt x="7" y="0"/>
                  </a:cubicBezTo>
                  <a:cubicBezTo>
                    <a:pt x="5" y="0"/>
                    <a:pt x="0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6" name="Freeform 3818">
              <a:extLst>
                <a:ext uri="{FF2B5EF4-FFF2-40B4-BE49-F238E27FC236}">
                  <a16:creationId xmlns:a16="http://schemas.microsoft.com/office/drawing/2014/main" id="{75292B0E-2BDE-4575-92AB-F148A9BD5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730"/>
              <a:ext cx="13" cy="13"/>
            </a:xfrm>
            <a:custGeom>
              <a:avLst/>
              <a:gdLst>
                <a:gd name="T0" fmla="*/ 0 w 6"/>
                <a:gd name="T1" fmla="*/ 61 h 6"/>
                <a:gd name="T2" fmla="*/ 6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4"/>
                    <a:pt x="5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7" name="Freeform 3819">
              <a:extLst>
                <a:ext uri="{FF2B5EF4-FFF2-40B4-BE49-F238E27FC236}">
                  <a16:creationId xmlns:a16="http://schemas.microsoft.com/office/drawing/2014/main" id="{F97522CF-A615-4B5B-B4ED-7D0A4C652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1697"/>
              <a:ext cx="44" cy="44"/>
            </a:xfrm>
            <a:custGeom>
              <a:avLst/>
              <a:gdLst>
                <a:gd name="T0" fmla="*/ 193 w 21"/>
                <a:gd name="T1" fmla="*/ 213 h 20"/>
                <a:gd name="T2" fmla="*/ 149 w 21"/>
                <a:gd name="T3" fmla="*/ 106 h 20"/>
                <a:gd name="T4" fmla="*/ 84 w 21"/>
                <a:gd name="T5" fmla="*/ 20 h 20"/>
                <a:gd name="T6" fmla="*/ 0 w 21"/>
                <a:gd name="T7" fmla="*/ 7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1" y="20"/>
                  </a:moveTo>
                  <a:cubicBezTo>
                    <a:pt x="19" y="17"/>
                    <a:pt x="18" y="13"/>
                    <a:pt x="16" y="10"/>
                  </a:cubicBezTo>
                  <a:cubicBezTo>
                    <a:pt x="14" y="8"/>
                    <a:pt x="11" y="3"/>
                    <a:pt x="9" y="2"/>
                  </a:cubicBezTo>
                  <a:cubicBezTo>
                    <a:pt x="6" y="0"/>
                    <a:pt x="2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8" name="Freeform 3820">
              <a:extLst>
                <a:ext uri="{FF2B5EF4-FFF2-40B4-BE49-F238E27FC236}">
                  <a16:creationId xmlns:a16="http://schemas.microsoft.com/office/drawing/2014/main" id="{E07795E2-E9B2-46E9-B1E0-8095088ED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669"/>
              <a:ext cx="43" cy="30"/>
            </a:xfrm>
            <a:custGeom>
              <a:avLst/>
              <a:gdLst>
                <a:gd name="T0" fmla="*/ 180 w 21"/>
                <a:gd name="T1" fmla="*/ 137 h 14"/>
                <a:gd name="T2" fmla="*/ 68 w 21"/>
                <a:gd name="T3" fmla="*/ 0 h 14"/>
                <a:gd name="T4" fmla="*/ 0 w 21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21" y="14"/>
                  </a:moveTo>
                  <a:cubicBezTo>
                    <a:pt x="20" y="10"/>
                    <a:pt x="13" y="0"/>
                    <a:pt x="8" y="0"/>
                  </a:cubicBezTo>
                  <a:cubicBezTo>
                    <a:pt x="5" y="0"/>
                    <a:pt x="1" y="5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9" name="Freeform 3821">
              <a:extLst>
                <a:ext uri="{FF2B5EF4-FFF2-40B4-BE49-F238E27FC236}">
                  <a16:creationId xmlns:a16="http://schemas.microsoft.com/office/drawing/2014/main" id="{B8A652DB-15F1-4E8F-A9AB-15A8D1A3A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632"/>
              <a:ext cx="47" cy="37"/>
            </a:xfrm>
            <a:custGeom>
              <a:avLst/>
              <a:gdLst>
                <a:gd name="T0" fmla="*/ 196 w 23"/>
                <a:gd name="T1" fmla="*/ 176 h 17"/>
                <a:gd name="T2" fmla="*/ 59 w 23"/>
                <a:gd name="T3" fmla="*/ 9 h 17"/>
                <a:gd name="T4" fmla="*/ 0 w 23"/>
                <a:gd name="T5" fmla="*/ 7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23" y="17"/>
                  </a:moveTo>
                  <a:cubicBezTo>
                    <a:pt x="23" y="13"/>
                    <a:pt x="12" y="1"/>
                    <a:pt x="7" y="1"/>
                  </a:cubicBezTo>
                  <a:cubicBezTo>
                    <a:pt x="4" y="0"/>
                    <a:pt x="0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0" name="Freeform 3822">
              <a:extLst>
                <a:ext uri="{FF2B5EF4-FFF2-40B4-BE49-F238E27FC236}">
                  <a16:creationId xmlns:a16="http://schemas.microsoft.com/office/drawing/2014/main" id="{B7C1E3C7-0EAF-4B6B-A108-403084D06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706"/>
              <a:ext cx="41" cy="35"/>
            </a:xfrm>
            <a:custGeom>
              <a:avLst/>
              <a:gdLst>
                <a:gd name="T0" fmla="*/ 172 w 20"/>
                <a:gd name="T1" fmla="*/ 168 h 16"/>
                <a:gd name="T2" fmla="*/ 88 w 20"/>
                <a:gd name="T3" fmla="*/ 9 h 16"/>
                <a:gd name="T4" fmla="*/ 0 w 20"/>
                <a:gd name="T5" fmla="*/ 6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20" y="16"/>
                  </a:moveTo>
                  <a:cubicBezTo>
                    <a:pt x="19" y="12"/>
                    <a:pt x="14" y="2"/>
                    <a:pt x="10" y="1"/>
                  </a:cubicBezTo>
                  <a:cubicBezTo>
                    <a:pt x="7" y="0"/>
                    <a:pt x="1" y="3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1" name="Freeform 3823">
              <a:extLst>
                <a:ext uri="{FF2B5EF4-FFF2-40B4-BE49-F238E27FC236}">
                  <a16:creationId xmlns:a16="http://schemas.microsoft.com/office/drawing/2014/main" id="{4590DE57-6FF4-40CE-9D11-77CE421EE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667"/>
              <a:ext cx="47" cy="39"/>
            </a:xfrm>
            <a:custGeom>
              <a:avLst/>
              <a:gdLst>
                <a:gd name="T0" fmla="*/ 196 w 23"/>
                <a:gd name="T1" fmla="*/ 184 h 18"/>
                <a:gd name="T2" fmla="*/ 67 w 23"/>
                <a:gd name="T3" fmla="*/ 0 h 18"/>
                <a:gd name="T4" fmla="*/ 0 w 23"/>
                <a:gd name="T5" fmla="*/ 7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23" y="18"/>
                  </a:moveTo>
                  <a:cubicBezTo>
                    <a:pt x="22" y="14"/>
                    <a:pt x="14" y="0"/>
                    <a:pt x="8" y="0"/>
                  </a:cubicBezTo>
                  <a:cubicBezTo>
                    <a:pt x="6" y="0"/>
                    <a:pt x="0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2" name="Freeform 3824">
              <a:extLst>
                <a:ext uri="{FF2B5EF4-FFF2-40B4-BE49-F238E27FC236}">
                  <a16:creationId xmlns:a16="http://schemas.microsoft.com/office/drawing/2014/main" id="{E25EC8AD-D946-431F-A06F-6F6A3AE2B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634"/>
              <a:ext cx="45" cy="33"/>
            </a:xfrm>
            <a:custGeom>
              <a:avLst/>
              <a:gdLst>
                <a:gd name="T0" fmla="*/ 188 w 22"/>
                <a:gd name="T1" fmla="*/ 161 h 15"/>
                <a:gd name="T2" fmla="*/ 68 w 22"/>
                <a:gd name="T3" fmla="*/ 0 h 15"/>
                <a:gd name="T4" fmla="*/ 0 w 22"/>
                <a:gd name="T5" fmla="*/ 5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22" y="15"/>
                  </a:moveTo>
                  <a:cubicBezTo>
                    <a:pt x="21" y="10"/>
                    <a:pt x="13" y="1"/>
                    <a:pt x="8" y="0"/>
                  </a:cubicBezTo>
                  <a:cubicBezTo>
                    <a:pt x="5" y="0"/>
                    <a:pt x="0" y="4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3" name="Freeform 3825">
              <a:extLst>
                <a:ext uri="{FF2B5EF4-FFF2-40B4-BE49-F238E27FC236}">
                  <a16:creationId xmlns:a16="http://schemas.microsoft.com/office/drawing/2014/main" id="{7B3518ED-FD35-43D5-BAE1-CC5672CD9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682"/>
              <a:ext cx="14" cy="15"/>
            </a:xfrm>
            <a:custGeom>
              <a:avLst/>
              <a:gdLst>
                <a:gd name="T0" fmla="*/ 0 w 7"/>
                <a:gd name="T1" fmla="*/ 69 h 7"/>
                <a:gd name="T2" fmla="*/ 5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4"/>
                    <a:pt x="4" y="2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4" name="Freeform 3826">
              <a:extLst>
                <a:ext uri="{FF2B5EF4-FFF2-40B4-BE49-F238E27FC236}">
                  <a16:creationId xmlns:a16="http://schemas.microsoft.com/office/drawing/2014/main" id="{676D5ED7-9D86-4FA4-829E-979B8942C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640"/>
              <a:ext cx="18" cy="13"/>
            </a:xfrm>
            <a:custGeom>
              <a:avLst/>
              <a:gdLst>
                <a:gd name="T0" fmla="*/ 0 w 9"/>
                <a:gd name="T1" fmla="*/ 61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3"/>
                    <a:pt x="7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5" name="Freeform 3827">
              <a:extLst>
                <a:ext uri="{FF2B5EF4-FFF2-40B4-BE49-F238E27FC236}">
                  <a16:creationId xmlns:a16="http://schemas.microsoft.com/office/drawing/2014/main" id="{09727A6C-6E5E-4DB9-BF73-53D78F0A2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653"/>
              <a:ext cx="16" cy="18"/>
            </a:xfrm>
            <a:custGeom>
              <a:avLst/>
              <a:gdLst>
                <a:gd name="T0" fmla="*/ 64 w 8"/>
                <a:gd name="T1" fmla="*/ 92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6" y="4"/>
                    <a:pt x="4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6" name="Freeform 3828">
              <a:extLst>
                <a:ext uri="{FF2B5EF4-FFF2-40B4-BE49-F238E27FC236}">
                  <a16:creationId xmlns:a16="http://schemas.microsoft.com/office/drawing/2014/main" id="{A0AA1934-D65D-4772-B29C-DAB897284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688"/>
              <a:ext cx="12" cy="13"/>
            </a:xfrm>
            <a:custGeom>
              <a:avLst/>
              <a:gdLst>
                <a:gd name="T0" fmla="*/ 48 w 6"/>
                <a:gd name="T1" fmla="*/ 61 h 6"/>
                <a:gd name="T2" fmla="*/ 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7" name="Freeform 3829">
              <a:extLst>
                <a:ext uri="{FF2B5EF4-FFF2-40B4-BE49-F238E27FC236}">
                  <a16:creationId xmlns:a16="http://schemas.microsoft.com/office/drawing/2014/main" id="{EDEEFBAD-E301-486E-A0DF-25CA2E453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728"/>
              <a:ext cx="4" cy="19"/>
            </a:xfrm>
            <a:custGeom>
              <a:avLst/>
              <a:gdLst>
                <a:gd name="T0" fmla="*/ 16 w 2"/>
                <a:gd name="T1" fmla="*/ 0 h 9"/>
                <a:gd name="T2" fmla="*/ 0 w 2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2" y="3"/>
                    <a:pt x="2" y="7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8" name="Freeform 3830">
              <a:extLst>
                <a:ext uri="{FF2B5EF4-FFF2-40B4-BE49-F238E27FC236}">
                  <a16:creationId xmlns:a16="http://schemas.microsoft.com/office/drawing/2014/main" id="{52D2BA4E-9ED0-457C-9103-CEF6968E0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1605"/>
              <a:ext cx="43" cy="27"/>
            </a:xfrm>
            <a:custGeom>
              <a:avLst/>
              <a:gdLst>
                <a:gd name="T0" fmla="*/ 180 w 21"/>
                <a:gd name="T1" fmla="*/ 137 h 12"/>
                <a:gd name="T2" fmla="*/ 59 w 21"/>
                <a:gd name="T3" fmla="*/ 11 h 12"/>
                <a:gd name="T4" fmla="*/ 0 w 21"/>
                <a:gd name="T5" fmla="*/ 10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21" y="12"/>
                  </a:moveTo>
                  <a:cubicBezTo>
                    <a:pt x="16" y="4"/>
                    <a:pt x="9" y="0"/>
                    <a:pt x="7" y="1"/>
                  </a:cubicBezTo>
                  <a:cubicBezTo>
                    <a:pt x="5" y="2"/>
                    <a:pt x="0" y="9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9" name="Freeform 3831">
              <a:extLst>
                <a:ext uri="{FF2B5EF4-FFF2-40B4-BE49-F238E27FC236}">
                  <a16:creationId xmlns:a16="http://schemas.microsoft.com/office/drawing/2014/main" id="{29CED931-16CA-46F5-84AF-8EE5C801A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603"/>
              <a:ext cx="12" cy="31"/>
            </a:xfrm>
            <a:custGeom>
              <a:avLst/>
              <a:gdLst>
                <a:gd name="T0" fmla="*/ 32 w 6"/>
                <a:gd name="T1" fmla="*/ 153 h 14"/>
                <a:gd name="T2" fmla="*/ 0 w 6"/>
                <a:gd name="T3" fmla="*/ 97 h 14"/>
                <a:gd name="T4" fmla="*/ 48 w 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4" y="14"/>
                  </a:moveTo>
                  <a:cubicBezTo>
                    <a:pt x="0" y="12"/>
                    <a:pt x="0" y="10"/>
                    <a:pt x="0" y="9"/>
                  </a:cubicBezTo>
                  <a:cubicBezTo>
                    <a:pt x="0" y="8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0" name="Freeform 3832">
              <a:extLst>
                <a:ext uri="{FF2B5EF4-FFF2-40B4-BE49-F238E27FC236}">
                  <a16:creationId xmlns:a16="http://schemas.microsoft.com/office/drawing/2014/main" id="{50AB12DF-FE0A-429B-8751-E1C7A3811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586"/>
              <a:ext cx="37" cy="37"/>
            </a:xfrm>
            <a:custGeom>
              <a:avLst/>
              <a:gdLst>
                <a:gd name="T0" fmla="*/ 156 w 18"/>
                <a:gd name="T1" fmla="*/ 176 h 17"/>
                <a:gd name="T2" fmla="*/ 0 w 1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18" y="17"/>
                  </a:moveTo>
                  <a:cubicBezTo>
                    <a:pt x="12" y="13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1" name="Freeform 3833">
              <a:extLst>
                <a:ext uri="{FF2B5EF4-FFF2-40B4-BE49-F238E27FC236}">
                  <a16:creationId xmlns:a16="http://schemas.microsoft.com/office/drawing/2014/main" id="{07E63D6F-8BBE-48E5-857F-C40E7ED56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599"/>
              <a:ext cx="12" cy="13"/>
            </a:xfrm>
            <a:custGeom>
              <a:avLst/>
              <a:gdLst>
                <a:gd name="T0" fmla="*/ 48 w 6"/>
                <a:gd name="T1" fmla="*/ 0 h 6"/>
                <a:gd name="T2" fmla="*/ 0 w 6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2"/>
                    <a:pt x="0" y="6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2" name="Freeform 3834">
              <a:extLst>
                <a:ext uri="{FF2B5EF4-FFF2-40B4-BE49-F238E27FC236}">
                  <a16:creationId xmlns:a16="http://schemas.microsoft.com/office/drawing/2014/main" id="{267CC240-80BE-4B3F-987F-BA635EB58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1579"/>
              <a:ext cx="4" cy="11"/>
            </a:xfrm>
            <a:custGeom>
              <a:avLst/>
              <a:gdLst>
                <a:gd name="T0" fmla="*/ 16 w 2"/>
                <a:gd name="T1" fmla="*/ 0 h 5"/>
                <a:gd name="T2" fmla="*/ 0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0" y="3"/>
                    <a:pt x="0" y="5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3" name="Freeform 3835">
              <a:extLst>
                <a:ext uri="{FF2B5EF4-FFF2-40B4-BE49-F238E27FC236}">
                  <a16:creationId xmlns:a16="http://schemas.microsoft.com/office/drawing/2014/main" id="{4E9F5EB1-6E6A-445E-98F8-6502B2C33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566"/>
              <a:ext cx="37" cy="42"/>
            </a:xfrm>
            <a:custGeom>
              <a:avLst/>
              <a:gdLst>
                <a:gd name="T0" fmla="*/ 0 w 18"/>
                <a:gd name="T1" fmla="*/ 9 h 19"/>
                <a:gd name="T2" fmla="*/ 113 w 18"/>
                <a:gd name="T3" fmla="*/ 44 h 19"/>
                <a:gd name="T4" fmla="*/ 132 w 18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1"/>
                  </a:moveTo>
                  <a:cubicBezTo>
                    <a:pt x="5" y="0"/>
                    <a:pt x="9" y="1"/>
                    <a:pt x="13" y="4"/>
                  </a:cubicBezTo>
                  <a:cubicBezTo>
                    <a:pt x="18" y="9"/>
                    <a:pt x="17" y="13"/>
                    <a:pt x="15" y="1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4" name="Freeform 3836">
              <a:extLst>
                <a:ext uri="{FF2B5EF4-FFF2-40B4-BE49-F238E27FC236}">
                  <a16:creationId xmlns:a16="http://schemas.microsoft.com/office/drawing/2014/main" id="{428918AC-134B-4F31-BD18-0DA7F5FF1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583"/>
              <a:ext cx="39" cy="25"/>
            </a:xfrm>
            <a:custGeom>
              <a:avLst/>
              <a:gdLst>
                <a:gd name="T0" fmla="*/ 0 w 19"/>
                <a:gd name="T1" fmla="*/ 0 h 11"/>
                <a:gd name="T2" fmla="*/ 164 w 19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6" y="2"/>
                    <a:pt x="17" y="3"/>
                    <a:pt x="19" y="1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5" name="Freeform 3837">
              <a:extLst>
                <a:ext uri="{FF2B5EF4-FFF2-40B4-BE49-F238E27FC236}">
                  <a16:creationId xmlns:a16="http://schemas.microsoft.com/office/drawing/2014/main" id="{2632066D-3716-4E81-9A0D-EF2AEEF99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555"/>
              <a:ext cx="32" cy="35"/>
            </a:xfrm>
            <a:custGeom>
              <a:avLst/>
              <a:gdLst>
                <a:gd name="T0" fmla="*/ 0 w 16"/>
                <a:gd name="T1" fmla="*/ 0 h 16"/>
                <a:gd name="T2" fmla="*/ 112 w 16"/>
                <a:gd name="T3" fmla="*/ 61 h 16"/>
                <a:gd name="T4" fmla="*/ 112 w 16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4" y="0"/>
                    <a:pt x="11" y="3"/>
                    <a:pt x="14" y="6"/>
                  </a:cubicBezTo>
                  <a:cubicBezTo>
                    <a:pt x="16" y="8"/>
                    <a:pt x="16" y="12"/>
                    <a:pt x="14" y="1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6" name="Freeform 3838">
              <a:extLst>
                <a:ext uri="{FF2B5EF4-FFF2-40B4-BE49-F238E27FC236}">
                  <a16:creationId xmlns:a16="http://schemas.microsoft.com/office/drawing/2014/main" id="{F4E8F649-AA11-4F88-B528-0CB17007E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570"/>
              <a:ext cx="35" cy="13"/>
            </a:xfrm>
            <a:custGeom>
              <a:avLst/>
              <a:gdLst>
                <a:gd name="T0" fmla="*/ 0 w 17"/>
                <a:gd name="T1" fmla="*/ 0 h 6"/>
                <a:gd name="T2" fmla="*/ 148 w 1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5" y="0"/>
                    <a:pt x="15" y="2"/>
                    <a:pt x="17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7" name="Freeform 3839">
              <a:extLst>
                <a:ext uri="{FF2B5EF4-FFF2-40B4-BE49-F238E27FC236}">
                  <a16:creationId xmlns:a16="http://schemas.microsoft.com/office/drawing/2014/main" id="{BFAEF46A-8573-4AD2-B2DA-C34673164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570"/>
              <a:ext cx="8" cy="16"/>
            </a:xfrm>
            <a:custGeom>
              <a:avLst/>
              <a:gdLst>
                <a:gd name="T0" fmla="*/ 0 w 4"/>
                <a:gd name="T1" fmla="*/ 85 h 7"/>
                <a:gd name="T2" fmla="*/ 32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2" y="5"/>
                    <a:pt x="1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8" name="Freeform 3840">
              <a:extLst>
                <a:ext uri="{FF2B5EF4-FFF2-40B4-BE49-F238E27FC236}">
                  <a16:creationId xmlns:a16="http://schemas.microsoft.com/office/drawing/2014/main" id="{DA19629E-EB43-47B0-9893-AD57C6D55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546"/>
              <a:ext cx="4" cy="16"/>
            </a:xfrm>
            <a:custGeom>
              <a:avLst/>
              <a:gdLst>
                <a:gd name="T0" fmla="*/ 0 w 2"/>
                <a:gd name="T1" fmla="*/ 85 h 7"/>
                <a:gd name="T2" fmla="*/ 16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1" y="5"/>
                    <a:pt x="2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9" name="Freeform 3841">
              <a:extLst>
                <a:ext uri="{FF2B5EF4-FFF2-40B4-BE49-F238E27FC236}">
                  <a16:creationId xmlns:a16="http://schemas.microsoft.com/office/drawing/2014/main" id="{7AEAFEB8-8F7E-4B03-AB5F-816FC1F99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354"/>
              <a:ext cx="35" cy="68"/>
            </a:xfrm>
            <a:custGeom>
              <a:avLst/>
              <a:gdLst>
                <a:gd name="T0" fmla="*/ 105 w 17"/>
                <a:gd name="T1" fmla="*/ 0 h 31"/>
                <a:gd name="T2" fmla="*/ 0 w 17"/>
                <a:gd name="T3" fmla="*/ 32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12" y="0"/>
                  </a:moveTo>
                  <a:cubicBezTo>
                    <a:pt x="17" y="16"/>
                    <a:pt x="14" y="24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0" name="Freeform 3842">
              <a:extLst>
                <a:ext uri="{FF2B5EF4-FFF2-40B4-BE49-F238E27FC236}">
                  <a16:creationId xmlns:a16="http://schemas.microsoft.com/office/drawing/2014/main" id="{56F09EB5-29EE-4982-918B-C9B98BD23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3411"/>
              <a:ext cx="33" cy="67"/>
            </a:xfrm>
            <a:custGeom>
              <a:avLst/>
              <a:gdLst>
                <a:gd name="T0" fmla="*/ 132 w 16"/>
                <a:gd name="T1" fmla="*/ 0 h 31"/>
                <a:gd name="T2" fmla="*/ 0 w 16"/>
                <a:gd name="T3" fmla="*/ 31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15" y="0"/>
                  </a:moveTo>
                  <a:cubicBezTo>
                    <a:pt x="15" y="13"/>
                    <a:pt x="16" y="31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1" name="Freeform 3843">
              <a:extLst>
                <a:ext uri="{FF2B5EF4-FFF2-40B4-BE49-F238E27FC236}">
                  <a16:creationId xmlns:a16="http://schemas.microsoft.com/office/drawing/2014/main" id="{EE49B910-EAD2-438E-A07E-3A684BA5A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358"/>
              <a:ext cx="27" cy="29"/>
            </a:xfrm>
            <a:custGeom>
              <a:avLst/>
              <a:gdLst>
                <a:gd name="T0" fmla="*/ 116 w 13"/>
                <a:gd name="T1" fmla="*/ 0 h 13"/>
                <a:gd name="T2" fmla="*/ 81 w 13"/>
                <a:gd name="T3" fmla="*/ 125 h 13"/>
                <a:gd name="T4" fmla="*/ 0 w 13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cubicBezTo>
                    <a:pt x="12" y="4"/>
                    <a:pt x="13" y="8"/>
                    <a:pt x="9" y="11"/>
                  </a:cubicBezTo>
                  <a:cubicBezTo>
                    <a:pt x="6" y="12"/>
                    <a:pt x="2" y="12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2" name="Freeform 3844">
              <a:extLst>
                <a:ext uri="{FF2B5EF4-FFF2-40B4-BE49-F238E27FC236}">
                  <a16:creationId xmlns:a16="http://schemas.microsoft.com/office/drawing/2014/main" id="{934E4E21-926E-4CD1-93AB-A06F04079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3382"/>
              <a:ext cx="35" cy="44"/>
            </a:xfrm>
            <a:custGeom>
              <a:avLst/>
              <a:gdLst>
                <a:gd name="T0" fmla="*/ 124 w 17"/>
                <a:gd name="T1" fmla="*/ 0 h 20"/>
                <a:gd name="T2" fmla="*/ 89 w 17"/>
                <a:gd name="T3" fmla="*/ 194 h 20"/>
                <a:gd name="T4" fmla="*/ 25 w 17"/>
                <a:gd name="T5" fmla="*/ 213 h 20"/>
                <a:gd name="T6" fmla="*/ 0 w 17"/>
                <a:gd name="T7" fmla="*/ 21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4" y="0"/>
                  </a:moveTo>
                  <a:cubicBezTo>
                    <a:pt x="14" y="6"/>
                    <a:pt x="17" y="14"/>
                    <a:pt x="10" y="18"/>
                  </a:cubicBezTo>
                  <a:cubicBezTo>
                    <a:pt x="7" y="20"/>
                    <a:pt x="5" y="20"/>
                    <a:pt x="3" y="20"/>
                  </a:cubicBezTo>
                  <a:cubicBezTo>
                    <a:pt x="1" y="20"/>
                    <a:pt x="0" y="20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3" name="Freeform 3845">
              <a:extLst>
                <a:ext uri="{FF2B5EF4-FFF2-40B4-BE49-F238E27FC236}">
                  <a16:creationId xmlns:a16="http://schemas.microsoft.com/office/drawing/2014/main" id="{F69D8CA7-78D3-4DA4-A8D1-864413C90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408"/>
              <a:ext cx="23" cy="5"/>
            </a:xfrm>
            <a:custGeom>
              <a:avLst/>
              <a:gdLst>
                <a:gd name="T0" fmla="*/ 100 w 11"/>
                <a:gd name="T1" fmla="*/ 0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8" y="2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4" name="Freeform 3846">
              <a:extLst>
                <a:ext uri="{FF2B5EF4-FFF2-40B4-BE49-F238E27FC236}">
                  <a16:creationId xmlns:a16="http://schemas.microsoft.com/office/drawing/2014/main" id="{0A0FFF4F-A559-4A7B-A7AC-FAD987B1C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417"/>
              <a:ext cx="22" cy="51"/>
            </a:xfrm>
            <a:custGeom>
              <a:avLst/>
              <a:gdLst>
                <a:gd name="T0" fmla="*/ 88 w 11"/>
                <a:gd name="T1" fmla="*/ 231 h 23"/>
                <a:gd name="T2" fmla="*/ 16 w 11"/>
                <a:gd name="T3" fmla="*/ 217 h 23"/>
                <a:gd name="T4" fmla="*/ 8 w 11"/>
                <a:gd name="T5" fmla="*/ 118 h 23"/>
                <a:gd name="T6" fmla="*/ 24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11" y="21"/>
                  </a:moveTo>
                  <a:cubicBezTo>
                    <a:pt x="8" y="21"/>
                    <a:pt x="4" y="23"/>
                    <a:pt x="2" y="20"/>
                  </a:cubicBezTo>
                  <a:cubicBezTo>
                    <a:pt x="0" y="18"/>
                    <a:pt x="1" y="13"/>
                    <a:pt x="1" y="11"/>
                  </a:cubicBezTo>
                  <a:cubicBezTo>
                    <a:pt x="2" y="7"/>
                    <a:pt x="3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5" name="Freeform 3847">
              <a:extLst>
                <a:ext uri="{FF2B5EF4-FFF2-40B4-BE49-F238E27FC236}">
                  <a16:creationId xmlns:a16="http://schemas.microsoft.com/office/drawing/2014/main" id="{021B95F1-B4D7-4C6C-B353-C8F4C6835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457"/>
              <a:ext cx="27" cy="4"/>
            </a:xfrm>
            <a:custGeom>
              <a:avLst/>
              <a:gdLst>
                <a:gd name="T0" fmla="*/ 116 w 13"/>
                <a:gd name="T1" fmla="*/ 0 h 2"/>
                <a:gd name="T2" fmla="*/ 0 w 1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13" y="0"/>
                  </a:moveTo>
                  <a:cubicBezTo>
                    <a:pt x="8" y="1"/>
                    <a:pt x="5" y="2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6" name="Freeform 3848">
              <a:extLst>
                <a:ext uri="{FF2B5EF4-FFF2-40B4-BE49-F238E27FC236}">
                  <a16:creationId xmlns:a16="http://schemas.microsoft.com/office/drawing/2014/main" id="{4A8CE4B6-D298-44B3-B158-18803596A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3472"/>
              <a:ext cx="33" cy="59"/>
            </a:xfrm>
            <a:custGeom>
              <a:avLst/>
              <a:gdLst>
                <a:gd name="T0" fmla="*/ 140 w 16"/>
                <a:gd name="T1" fmla="*/ 0 h 27"/>
                <a:gd name="T2" fmla="*/ 72 w 16"/>
                <a:gd name="T3" fmla="*/ 249 h 27"/>
                <a:gd name="T4" fmla="*/ 0 w 16"/>
                <a:gd name="T5" fmla="*/ 26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0"/>
                  </a:moveTo>
                  <a:cubicBezTo>
                    <a:pt x="12" y="8"/>
                    <a:pt x="16" y="18"/>
                    <a:pt x="8" y="24"/>
                  </a:cubicBezTo>
                  <a:cubicBezTo>
                    <a:pt x="5" y="26"/>
                    <a:pt x="2" y="27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7" name="Freeform 3849">
              <a:extLst>
                <a:ext uri="{FF2B5EF4-FFF2-40B4-BE49-F238E27FC236}">
                  <a16:creationId xmlns:a16="http://schemas.microsoft.com/office/drawing/2014/main" id="{E8E4A5C6-E20F-4281-8DB8-ED6127148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459"/>
              <a:ext cx="31" cy="54"/>
            </a:xfrm>
            <a:custGeom>
              <a:avLst/>
              <a:gdLst>
                <a:gd name="T0" fmla="*/ 0 w 15"/>
                <a:gd name="T1" fmla="*/ 242 h 25"/>
                <a:gd name="T2" fmla="*/ 107 w 15"/>
                <a:gd name="T3" fmla="*/ 181 h 25"/>
                <a:gd name="T4" fmla="*/ 132 w 1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24"/>
                  </a:moveTo>
                  <a:cubicBezTo>
                    <a:pt x="7" y="25"/>
                    <a:pt x="10" y="24"/>
                    <a:pt x="12" y="18"/>
                  </a:cubicBezTo>
                  <a:cubicBezTo>
                    <a:pt x="14" y="12"/>
                    <a:pt x="15" y="6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8" name="Freeform 3850">
              <a:extLst>
                <a:ext uri="{FF2B5EF4-FFF2-40B4-BE49-F238E27FC236}">
                  <a16:creationId xmlns:a16="http://schemas.microsoft.com/office/drawing/2014/main" id="{F5BF3192-5C16-4575-A505-7A32145CA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505"/>
              <a:ext cx="31" cy="15"/>
            </a:xfrm>
            <a:custGeom>
              <a:avLst/>
              <a:gdLst>
                <a:gd name="T0" fmla="*/ 132 w 15"/>
                <a:gd name="T1" fmla="*/ 69 h 7"/>
                <a:gd name="T2" fmla="*/ 0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7"/>
                  </a:moveTo>
                  <a:cubicBezTo>
                    <a:pt x="10" y="7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9" name="Freeform 3851">
              <a:extLst>
                <a:ext uri="{FF2B5EF4-FFF2-40B4-BE49-F238E27FC236}">
                  <a16:creationId xmlns:a16="http://schemas.microsoft.com/office/drawing/2014/main" id="{3FE6C7D2-E0FD-4A3A-BBFA-D0985F77D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3461"/>
              <a:ext cx="14" cy="11"/>
            </a:xfrm>
            <a:custGeom>
              <a:avLst/>
              <a:gdLst>
                <a:gd name="T0" fmla="*/ 56 w 7"/>
                <a:gd name="T1" fmla="*/ 0 h 5"/>
                <a:gd name="T2" fmla="*/ 0 w 7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2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0" name="Freeform 3852">
              <a:extLst>
                <a:ext uri="{FF2B5EF4-FFF2-40B4-BE49-F238E27FC236}">
                  <a16:creationId xmlns:a16="http://schemas.microsoft.com/office/drawing/2014/main" id="{959EF6C2-5B5C-4B3C-A8C2-E8B09488C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3411"/>
              <a:ext cx="13" cy="15"/>
            </a:xfrm>
            <a:custGeom>
              <a:avLst/>
              <a:gdLst>
                <a:gd name="T0" fmla="*/ 61 w 6"/>
                <a:gd name="T1" fmla="*/ 69 h 7"/>
                <a:gd name="T2" fmla="*/ 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1" name="Freeform 3853">
              <a:extLst>
                <a:ext uri="{FF2B5EF4-FFF2-40B4-BE49-F238E27FC236}">
                  <a16:creationId xmlns:a16="http://schemas.microsoft.com/office/drawing/2014/main" id="{F6D929DA-6748-4FD1-BFBD-E628CDFA9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411"/>
              <a:ext cx="12" cy="2"/>
            </a:xfrm>
            <a:custGeom>
              <a:avLst/>
              <a:gdLst>
                <a:gd name="T0" fmla="*/ 48 w 6"/>
                <a:gd name="T1" fmla="*/ 8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3" y="1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2" name="Freeform 3854">
              <a:extLst>
                <a:ext uri="{FF2B5EF4-FFF2-40B4-BE49-F238E27FC236}">
                  <a16:creationId xmlns:a16="http://schemas.microsoft.com/office/drawing/2014/main" id="{0967225F-0731-42FB-9839-EF793D62A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524"/>
              <a:ext cx="35" cy="57"/>
            </a:xfrm>
            <a:custGeom>
              <a:avLst/>
              <a:gdLst>
                <a:gd name="T0" fmla="*/ 148 w 17"/>
                <a:gd name="T1" fmla="*/ 0 h 26"/>
                <a:gd name="T2" fmla="*/ 115 w 17"/>
                <a:gd name="T3" fmla="*/ 158 h 26"/>
                <a:gd name="T4" fmla="*/ 80 w 17"/>
                <a:gd name="T5" fmla="*/ 241 h 26"/>
                <a:gd name="T6" fmla="*/ 0 w 17"/>
                <a:gd name="T7" fmla="*/ 23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16" y="5"/>
                    <a:pt x="15" y="10"/>
                    <a:pt x="13" y="15"/>
                  </a:cubicBezTo>
                  <a:cubicBezTo>
                    <a:pt x="12" y="17"/>
                    <a:pt x="11" y="22"/>
                    <a:pt x="9" y="23"/>
                  </a:cubicBezTo>
                  <a:cubicBezTo>
                    <a:pt x="6" y="26"/>
                    <a:pt x="2" y="23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3" name="Freeform 3855">
              <a:extLst>
                <a:ext uri="{FF2B5EF4-FFF2-40B4-BE49-F238E27FC236}">
                  <a16:creationId xmlns:a16="http://schemas.microsoft.com/office/drawing/2014/main" id="{B2762173-E4FC-4949-8395-D573E7387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577"/>
              <a:ext cx="47" cy="63"/>
            </a:xfrm>
            <a:custGeom>
              <a:avLst/>
              <a:gdLst>
                <a:gd name="T0" fmla="*/ 155 w 23"/>
                <a:gd name="T1" fmla="*/ 0 h 29"/>
                <a:gd name="T2" fmla="*/ 67 w 23"/>
                <a:gd name="T3" fmla="*/ 245 h 29"/>
                <a:gd name="T4" fmla="*/ 0 w 23"/>
                <a:gd name="T5" fmla="*/ 25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9">
                  <a:moveTo>
                    <a:pt x="18" y="0"/>
                  </a:moveTo>
                  <a:cubicBezTo>
                    <a:pt x="23" y="5"/>
                    <a:pt x="11" y="20"/>
                    <a:pt x="8" y="24"/>
                  </a:cubicBezTo>
                  <a:cubicBezTo>
                    <a:pt x="5" y="28"/>
                    <a:pt x="4" y="29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4" name="Freeform 3856">
              <a:extLst>
                <a:ext uri="{FF2B5EF4-FFF2-40B4-BE49-F238E27FC236}">
                  <a16:creationId xmlns:a16="http://schemas.microsoft.com/office/drawing/2014/main" id="{06079BE8-C9BD-43D6-ABFD-91C57AA7E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3516"/>
              <a:ext cx="19" cy="52"/>
            </a:xfrm>
            <a:custGeom>
              <a:avLst/>
              <a:gdLst>
                <a:gd name="T0" fmla="*/ 76 w 9"/>
                <a:gd name="T1" fmla="*/ 0 h 24"/>
                <a:gd name="T2" fmla="*/ 8 w 9"/>
                <a:gd name="T3" fmla="*/ 165 h 24"/>
                <a:gd name="T4" fmla="*/ 84 w 9"/>
                <a:gd name="T5" fmla="*/ 2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8" y="0"/>
                  </a:moveTo>
                  <a:cubicBezTo>
                    <a:pt x="5" y="4"/>
                    <a:pt x="1" y="11"/>
                    <a:pt x="1" y="16"/>
                  </a:cubicBezTo>
                  <a:cubicBezTo>
                    <a:pt x="0" y="22"/>
                    <a:pt x="6" y="21"/>
                    <a:pt x="9" y="2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5" name="Freeform 3857">
              <a:extLst>
                <a:ext uri="{FF2B5EF4-FFF2-40B4-BE49-F238E27FC236}">
                  <a16:creationId xmlns:a16="http://schemas.microsoft.com/office/drawing/2014/main" id="{080DD91F-A6C1-4854-AE21-BFAFAB7E0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546"/>
              <a:ext cx="30" cy="9"/>
            </a:xfrm>
            <a:custGeom>
              <a:avLst/>
              <a:gdLst>
                <a:gd name="T0" fmla="*/ 120 w 15"/>
                <a:gd name="T1" fmla="*/ 25 h 4"/>
                <a:gd name="T2" fmla="*/ 0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15" y="2"/>
                  </a:moveTo>
                  <a:cubicBezTo>
                    <a:pt x="11" y="4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6" name="Freeform 3858">
              <a:extLst>
                <a:ext uri="{FF2B5EF4-FFF2-40B4-BE49-F238E27FC236}">
                  <a16:creationId xmlns:a16="http://schemas.microsoft.com/office/drawing/2014/main" id="{74A7A018-F83A-4579-B4B0-1ADCBE859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3513"/>
              <a:ext cx="17" cy="9"/>
            </a:xfrm>
            <a:custGeom>
              <a:avLst/>
              <a:gdLst>
                <a:gd name="T0" fmla="*/ 77 w 8"/>
                <a:gd name="T1" fmla="*/ 45 h 4"/>
                <a:gd name="T2" fmla="*/ 0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6" y="2"/>
                    <a:pt x="2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7" name="Freeform 3859">
              <a:extLst>
                <a:ext uri="{FF2B5EF4-FFF2-40B4-BE49-F238E27FC236}">
                  <a16:creationId xmlns:a16="http://schemas.microsoft.com/office/drawing/2014/main" id="{012A5587-DFFC-4EFA-B7EE-890436D97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555"/>
              <a:ext cx="22" cy="55"/>
            </a:xfrm>
            <a:custGeom>
              <a:avLst/>
              <a:gdLst>
                <a:gd name="T0" fmla="*/ 72 w 11"/>
                <a:gd name="T1" fmla="*/ 0 h 25"/>
                <a:gd name="T2" fmla="*/ 32 w 11"/>
                <a:gd name="T3" fmla="*/ 106 h 25"/>
                <a:gd name="T4" fmla="*/ 8 w 11"/>
                <a:gd name="T5" fmla="*/ 202 h 25"/>
                <a:gd name="T6" fmla="*/ 88 w 11"/>
                <a:gd name="T7" fmla="*/ 26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9" y="0"/>
                  </a:moveTo>
                  <a:cubicBezTo>
                    <a:pt x="7" y="3"/>
                    <a:pt x="6" y="7"/>
                    <a:pt x="4" y="10"/>
                  </a:cubicBezTo>
                  <a:cubicBezTo>
                    <a:pt x="3" y="13"/>
                    <a:pt x="0" y="16"/>
                    <a:pt x="1" y="19"/>
                  </a:cubicBezTo>
                  <a:cubicBezTo>
                    <a:pt x="1" y="22"/>
                    <a:pt x="8" y="25"/>
                    <a:pt x="11" y="2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8" name="Freeform 3860">
              <a:extLst>
                <a:ext uri="{FF2B5EF4-FFF2-40B4-BE49-F238E27FC236}">
                  <a16:creationId xmlns:a16="http://schemas.microsoft.com/office/drawing/2014/main" id="{1F80709D-85A1-4B07-BB07-554EF3563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590"/>
              <a:ext cx="17" cy="4"/>
            </a:xfrm>
            <a:custGeom>
              <a:avLst/>
              <a:gdLst>
                <a:gd name="T0" fmla="*/ 77 w 8"/>
                <a:gd name="T1" fmla="*/ 16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2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9" name="Freeform 3861">
              <a:extLst>
                <a:ext uri="{FF2B5EF4-FFF2-40B4-BE49-F238E27FC236}">
                  <a16:creationId xmlns:a16="http://schemas.microsoft.com/office/drawing/2014/main" id="{6C54FBB7-0697-4429-A630-AD18DC8BB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3607"/>
              <a:ext cx="23" cy="48"/>
            </a:xfrm>
            <a:custGeom>
              <a:avLst/>
              <a:gdLst>
                <a:gd name="T0" fmla="*/ 100 w 11"/>
                <a:gd name="T1" fmla="*/ 0 h 22"/>
                <a:gd name="T2" fmla="*/ 0 w 11"/>
                <a:gd name="T3" fmla="*/ 166 h 22"/>
                <a:gd name="T4" fmla="*/ 65 w 11"/>
                <a:gd name="T5" fmla="*/ 2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0"/>
                  </a:moveTo>
                  <a:cubicBezTo>
                    <a:pt x="8" y="4"/>
                    <a:pt x="0" y="11"/>
                    <a:pt x="0" y="16"/>
                  </a:cubicBezTo>
                  <a:cubicBezTo>
                    <a:pt x="1" y="19"/>
                    <a:pt x="6" y="22"/>
                    <a:pt x="7" y="2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0" name="Freeform 3862">
              <a:extLst>
                <a:ext uri="{FF2B5EF4-FFF2-40B4-BE49-F238E27FC236}">
                  <a16:creationId xmlns:a16="http://schemas.microsoft.com/office/drawing/2014/main" id="{55849287-A3E2-41D3-83D4-09DBD0D0A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625"/>
              <a:ext cx="24" cy="11"/>
            </a:xfrm>
            <a:custGeom>
              <a:avLst/>
              <a:gdLst>
                <a:gd name="T0" fmla="*/ 96 w 12"/>
                <a:gd name="T1" fmla="*/ 53 h 5"/>
                <a:gd name="T2" fmla="*/ 0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5"/>
                  </a:moveTo>
                  <a:cubicBezTo>
                    <a:pt x="8" y="5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1" name="Freeform 3863">
              <a:extLst>
                <a:ext uri="{FF2B5EF4-FFF2-40B4-BE49-F238E27FC236}">
                  <a16:creationId xmlns:a16="http://schemas.microsoft.com/office/drawing/2014/main" id="{3B785B43-9FE3-41D7-B9D8-B7642566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631"/>
              <a:ext cx="12" cy="16"/>
            </a:xfrm>
            <a:custGeom>
              <a:avLst/>
              <a:gdLst>
                <a:gd name="T0" fmla="*/ 48 w 6"/>
                <a:gd name="T1" fmla="*/ 0 h 7"/>
                <a:gd name="T2" fmla="*/ 0 w 6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3" y="1"/>
                    <a:pt x="1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2" name="Freeform 3864">
              <a:extLst>
                <a:ext uri="{FF2B5EF4-FFF2-40B4-BE49-F238E27FC236}">
                  <a16:creationId xmlns:a16="http://schemas.microsoft.com/office/drawing/2014/main" id="{B7D89B3D-7F24-4D2B-B9DD-39F9733AB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3647"/>
              <a:ext cx="47" cy="37"/>
            </a:xfrm>
            <a:custGeom>
              <a:avLst/>
              <a:gdLst>
                <a:gd name="T0" fmla="*/ 196 w 23"/>
                <a:gd name="T1" fmla="*/ 0 h 17"/>
                <a:gd name="T2" fmla="*/ 76 w 23"/>
                <a:gd name="T3" fmla="*/ 176 h 17"/>
                <a:gd name="T4" fmla="*/ 8 w 23"/>
                <a:gd name="T5" fmla="*/ 12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23" y="0"/>
                  </a:moveTo>
                  <a:cubicBezTo>
                    <a:pt x="20" y="5"/>
                    <a:pt x="16" y="16"/>
                    <a:pt x="9" y="17"/>
                  </a:cubicBezTo>
                  <a:cubicBezTo>
                    <a:pt x="6" y="17"/>
                    <a:pt x="0" y="13"/>
                    <a:pt x="1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3" name="Freeform 3865">
              <a:extLst>
                <a:ext uri="{FF2B5EF4-FFF2-40B4-BE49-F238E27FC236}">
                  <a16:creationId xmlns:a16="http://schemas.microsoft.com/office/drawing/2014/main" id="{DE40A66E-8058-456C-9EAC-1860F742A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684"/>
              <a:ext cx="14" cy="13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2"/>
                    <a:pt x="5" y="6"/>
                    <a:pt x="7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4" name="Freeform 3866">
              <a:extLst>
                <a:ext uri="{FF2B5EF4-FFF2-40B4-BE49-F238E27FC236}">
                  <a16:creationId xmlns:a16="http://schemas.microsoft.com/office/drawing/2014/main" id="{31CBBA84-44F5-460D-B867-A7340E027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789"/>
              <a:ext cx="55" cy="44"/>
            </a:xfrm>
            <a:custGeom>
              <a:avLst/>
              <a:gdLst>
                <a:gd name="T0" fmla="*/ 228 w 27"/>
                <a:gd name="T1" fmla="*/ 0 h 20"/>
                <a:gd name="T2" fmla="*/ 41 w 27"/>
                <a:gd name="T3" fmla="*/ 202 h 20"/>
                <a:gd name="T4" fmla="*/ 0 w 27"/>
                <a:gd name="T5" fmla="*/ 1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0">
                  <a:moveTo>
                    <a:pt x="27" y="0"/>
                  </a:moveTo>
                  <a:cubicBezTo>
                    <a:pt x="26" y="5"/>
                    <a:pt x="12" y="19"/>
                    <a:pt x="5" y="19"/>
                  </a:cubicBezTo>
                  <a:cubicBezTo>
                    <a:pt x="2" y="20"/>
                    <a:pt x="0" y="20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5" name="Freeform 3867">
              <a:extLst>
                <a:ext uri="{FF2B5EF4-FFF2-40B4-BE49-F238E27FC236}">
                  <a16:creationId xmlns:a16="http://schemas.microsoft.com/office/drawing/2014/main" id="{4E09094C-7BF5-4D40-B3EE-248D77051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3684"/>
              <a:ext cx="37" cy="37"/>
            </a:xfrm>
            <a:custGeom>
              <a:avLst/>
              <a:gdLst>
                <a:gd name="T0" fmla="*/ 156 w 18"/>
                <a:gd name="T1" fmla="*/ 0 h 17"/>
                <a:gd name="T2" fmla="*/ 51 w 18"/>
                <a:gd name="T3" fmla="*/ 165 h 17"/>
                <a:gd name="T4" fmla="*/ 0 w 18"/>
                <a:gd name="T5" fmla="*/ 13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8" y="0"/>
                  </a:moveTo>
                  <a:cubicBezTo>
                    <a:pt x="17" y="4"/>
                    <a:pt x="11" y="15"/>
                    <a:pt x="6" y="16"/>
                  </a:cubicBezTo>
                  <a:cubicBezTo>
                    <a:pt x="3" y="17"/>
                    <a:pt x="0" y="16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6" name="Freeform 3868">
              <a:extLst>
                <a:ext uri="{FF2B5EF4-FFF2-40B4-BE49-F238E27FC236}">
                  <a16:creationId xmlns:a16="http://schemas.microsoft.com/office/drawing/2014/main" id="{7F9B617D-E31D-4901-B507-3751CDBA7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721"/>
              <a:ext cx="45" cy="39"/>
            </a:xfrm>
            <a:custGeom>
              <a:avLst/>
              <a:gdLst>
                <a:gd name="T0" fmla="*/ 188 w 22"/>
                <a:gd name="T1" fmla="*/ 0 h 18"/>
                <a:gd name="T2" fmla="*/ 41 w 22"/>
                <a:gd name="T3" fmla="*/ 184 h 18"/>
                <a:gd name="T4" fmla="*/ 0 w 22"/>
                <a:gd name="T5" fmla="*/ 13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22" y="0"/>
                  </a:moveTo>
                  <a:cubicBezTo>
                    <a:pt x="20" y="4"/>
                    <a:pt x="11" y="18"/>
                    <a:pt x="5" y="18"/>
                  </a:cubicBezTo>
                  <a:cubicBezTo>
                    <a:pt x="2" y="18"/>
                    <a:pt x="0" y="14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7" name="Freeform 3869">
              <a:extLst>
                <a:ext uri="{FF2B5EF4-FFF2-40B4-BE49-F238E27FC236}">
                  <a16:creationId xmlns:a16="http://schemas.microsoft.com/office/drawing/2014/main" id="{09AD1655-A923-46B9-9DC7-E8DF79363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793"/>
              <a:ext cx="59" cy="37"/>
            </a:xfrm>
            <a:custGeom>
              <a:avLst/>
              <a:gdLst>
                <a:gd name="T0" fmla="*/ 244 w 29"/>
                <a:gd name="T1" fmla="*/ 0 h 17"/>
                <a:gd name="T2" fmla="*/ 83 w 29"/>
                <a:gd name="T3" fmla="*/ 165 h 17"/>
                <a:gd name="T4" fmla="*/ 0 w 29"/>
                <a:gd name="T5" fmla="*/ 11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29" y="0"/>
                  </a:moveTo>
                  <a:cubicBezTo>
                    <a:pt x="27" y="5"/>
                    <a:pt x="17" y="16"/>
                    <a:pt x="10" y="16"/>
                  </a:cubicBezTo>
                  <a:cubicBezTo>
                    <a:pt x="6" y="17"/>
                    <a:pt x="0" y="12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8" name="Freeform 3870">
              <a:extLst>
                <a:ext uri="{FF2B5EF4-FFF2-40B4-BE49-F238E27FC236}">
                  <a16:creationId xmlns:a16="http://schemas.microsoft.com/office/drawing/2014/main" id="{E8386C24-DA27-499D-9808-62DD08C32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3730"/>
              <a:ext cx="16" cy="15"/>
            </a:xfrm>
            <a:custGeom>
              <a:avLst/>
              <a:gdLst>
                <a:gd name="T0" fmla="*/ 0 w 8"/>
                <a:gd name="T1" fmla="*/ 0 h 7"/>
                <a:gd name="T2" fmla="*/ 64 w 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3" y="3"/>
                    <a:pt x="5" y="5"/>
                    <a:pt x="8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9" name="Freeform 3871">
              <a:extLst>
                <a:ext uri="{FF2B5EF4-FFF2-40B4-BE49-F238E27FC236}">
                  <a16:creationId xmlns:a16="http://schemas.microsoft.com/office/drawing/2014/main" id="{441B086D-144E-4C0D-8093-8A0820824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806"/>
              <a:ext cx="23" cy="16"/>
            </a:xfrm>
            <a:custGeom>
              <a:avLst/>
              <a:gdLst>
                <a:gd name="T0" fmla="*/ 0 w 11"/>
                <a:gd name="T1" fmla="*/ 0 h 7"/>
                <a:gd name="T2" fmla="*/ 100 w 1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2" y="4"/>
                    <a:pt x="8" y="5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0" name="Freeform 3872">
              <a:extLst>
                <a:ext uri="{FF2B5EF4-FFF2-40B4-BE49-F238E27FC236}">
                  <a16:creationId xmlns:a16="http://schemas.microsoft.com/office/drawing/2014/main" id="{C27FA924-3BCC-48E9-AAA2-374904FB7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863"/>
              <a:ext cx="77" cy="42"/>
            </a:xfrm>
            <a:custGeom>
              <a:avLst/>
              <a:gdLst>
                <a:gd name="T0" fmla="*/ 316 w 38"/>
                <a:gd name="T1" fmla="*/ 0 h 19"/>
                <a:gd name="T2" fmla="*/ 0 w 38"/>
                <a:gd name="T3" fmla="*/ 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cubicBezTo>
                    <a:pt x="23" y="7"/>
                    <a:pt x="12" y="19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1" name="Freeform 3873">
              <a:extLst>
                <a:ext uri="{FF2B5EF4-FFF2-40B4-BE49-F238E27FC236}">
                  <a16:creationId xmlns:a16="http://schemas.microsoft.com/office/drawing/2014/main" id="{7E09D4FE-7019-44AE-A2AD-34869FF4D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3885"/>
              <a:ext cx="70" cy="50"/>
            </a:xfrm>
            <a:custGeom>
              <a:avLst/>
              <a:gdLst>
                <a:gd name="T0" fmla="*/ 60 w 34"/>
                <a:gd name="T1" fmla="*/ 237 h 23"/>
                <a:gd name="T2" fmla="*/ 16 w 34"/>
                <a:gd name="T3" fmla="*/ 141 h 23"/>
                <a:gd name="T4" fmla="*/ 105 w 34"/>
                <a:gd name="T5" fmla="*/ 80 h 23"/>
                <a:gd name="T6" fmla="*/ 191 w 34"/>
                <a:gd name="T7" fmla="*/ 9 h 23"/>
                <a:gd name="T8" fmla="*/ 296 w 34"/>
                <a:gd name="T9" fmla="*/ 6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3">
                  <a:moveTo>
                    <a:pt x="7" y="23"/>
                  </a:moveTo>
                  <a:cubicBezTo>
                    <a:pt x="4" y="20"/>
                    <a:pt x="0" y="18"/>
                    <a:pt x="2" y="14"/>
                  </a:cubicBezTo>
                  <a:cubicBezTo>
                    <a:pt x="3" y="11"/>
                    <a:pt x="9" y="9"/>
                    <a:pt x="12" y="8"/>
                  </a:cubicBezTo>
                  <a:cubicBezTo>
                    <a:pt x="16" y="6"/>
                    <a:pt x="18" y="2"/>
                    <a:pt x="22" y="1"/>
                  </a:cubicBezTo>
                  <a:cubicBezTo>
                    <a:pt x="26" y="0"/>
                    <a:pt x="34" y="6"/>
                    <a:pt x="34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2" name="Freeform 3874">
              <a:extLst>
                <a:ext uri="{FF2B5EF4-FFF2-40B4-BE49-F238E27FC236}">
                  <a16:creationId xmlns:a16="http://schemas.microsoft.com/office/drawing/2014/main" id="{74DE62FF-3362-4DEF-92A0-CBF862340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3887"/>
              <a:ext cx="16" cy="26"/>
            </a:xfrm>
            <a:custGeom>
              <a:avLst/>
              <a:gdLst>
                <a:gd name="T0" fmla="*/ 64 w 8"/>
                <a:gd name="T1" fmla="*/ 121 h 12"/>
                <a:gd name="T2" fmla="*/ 0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12"/>
                  </a:moveTo>
                  <a:cubicBezTo>
                    <a:pt x="5" y="8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3" name="Freeform 3875">
              <a:extLst>
                <a:ext uri="{FF2B5EF4-FFF2-40B4-BE49-F238E27FC236}">
                  <a16:creationId xmlns:a16="http://schemas.microsoft.com/office/drawing/2014/main" id="{221352F9-815F-4DB5-996D-47146BFF5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3889"/>
              <a:ext cx="76" cy="22"/>
            </a:xfrm>
            <a:custGeom>
              <a:avLst/>
              <a:gdLst>
                <a:gd name="T0" fmla="*/ 320 w 37"/>
                <a:gd name="T1" fmla="*/ 0 h 10"/>
                <a:gd name="T2" fmla="*/ 51 w 37"/>
                <a:gd name="T3" fmla="*/ 64 h 10"/>
                <a:gd name="T4" fmla="*/ 0 w 37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0">
                  <a:moveTo>
                    <a:pt x="37" y="0"/>
                  </a:moveTo>
                  <a:cubicBezTo>
                    <a:pt x="27" y="0"/>
                    <a:pt x="17" y="10"/>
                    <a:pt x="6" y="6"/>
                  </a:cubicBezTo>
                  <a:cubicBezTo>
                    <a:pt x="2" y="4"/>
                    <a:pt x="0" y="4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4" name="Freeform 3876">
              <a:extLst>
                <a:ext uri="{FF2B5EF4-FFF2-40B4-BE49-F238E27FC236}">
                  <a16:creationId xmlns:a16="http://schemas.microsoft.com/office/drawing/2014/main" id="{94A5224A-CE9D-4D2E-9008-337F1210E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900"/>
              <a:ext cx="74" cy="20"/>
            </a:xfrm>
            <a:custGeom>
              <a:avLst/>
              <a:gdLst>
                <a:gd name="T0" fmla="*/ 0 w 36"/>
                <a:gd name="T1" fmla="*/ 20 h 9"/>
                <a:gd name="T2" fmla="*/ 123 w 36"/>
                <a:gd name="T3" fmla="*/ 89 h 9"/>
                <a:gd name="T4" fmla="*/ 312 w 3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">
                  <a:moveTo>
                    <a:pt x="0" y="2"/>
                  </a:moveTo>
                  <a:cubicBezTo>
                    <a:pt x="3" y="8"/>
                    <a:pt x="6" y="9"/>
                    <a:pt x="14" y="8"/>
                  </a:cubicBezTo>
                  <a:cubicBezTo>
                    <a:pt x="22" y="6"/>
                    <a:pt x="29" y="3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5" name="Freeform 3877">
              <a:extLst>
                <a:ext uri="{FF2B5EF4-FFF2-40B4-BE49-F238E27FC236}">
                  <a16:creationId xmlns:a16="http://schemas.microsoft.com/office/drawing/2014/main" id="{45C6769F-67BC-411E-8D05-8F89D7681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920"/>
              <a:ext cx="9" cy="37"/>
            </a:xfrm>
            <a:custGeom>
              <a:avLst/>
              <a:gdLst>
                <a:gd name="T0" fmla="*/ 45 w 4"/>
                <a:gd name="T1" fmla="*/ 176 h 17"/>
                <a:gd name="T2" fmla="*/ 36 w 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17"/>
                  </a:moveTo>
                  <a:cubicBezTo>
                    <a:pt x="1" y="13"/>
                    <a:pt x="0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6" name="Freeform 3878">
              <a:extLst>
                <a:ext uri="{FF2B5EF4-FFF2-40B4-BE49-F238E27FC236}">
                  <a16:creationId xmlns:a16="http://schemas.microsoft.com/office/drawing/2014/main" id="{8803A6F7-840C-4F12-A602-85DE84CDB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909"/>
              <a:ext cx="19" cy="7"/>
            </a:xfrm>
            <a:custGeom>
              <a:avLst/>
              <a:gdLst>
                <a:gd name="T0" fmla="*/ 84 w 9"/>
                <a:gd name="T1" fmla="*/ 37 h 3"/>
                <a:gd name="T2" fmla="*/ 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7" name="Freeform 3879">
              <a:extLst>
                <a:ext uri="{FF2B5EF4-FFF2-40B4-BE49-F238E27FC236}">
                  <a16:creationId xmlns:a16="http://schemas.microsoft.com/office/drawing/2014/main" id="{3572F71C-62CC-4BB1-A746-9DCD0A220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3900"/>
              <a:ext cx="72" cy="20"/>
            </a:xfrm>
            <a:custGeom>
              <a:avLst/>
              <a:gdLst>
                <a:gd name="T0" fmla="*/ 304 w 35"/>
                <a:gd name="T1" fmla="*/ 9 h 9"/>
                <a:gd name="T2" fmla="*/ 148 w 35"/>
                <a:gd name="T3" fmla="*/ 64 h 9"/>
                <a:gd name="T4" fmla="*/ 43 w 35"/>
                <a:gd name="T5" fmla="*/ 89 h 9"/>
                <a:gd name="T6" fmla="*/ 0 w 3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9">
                  <a:moveTo>
                    <a:pt x="35" y="1"/>
                  </a:moveTo>
                  <a:cubicBezTo>
                    <a:pt x="29" y="3"/>
                    <a:pt x="23" y="5"/>
                    <a:pt x="17" y="6"/>
                  </a:cubicBezTo>
                  <a:cubicBezTo>
                    <a:pt x="14" y="7"/>
                    <a:pt x="8" y="9"/>
                    <a:pt x="5" y="8"/>
                  </a:cubicBezTo>
                  <a:cubicBezTo>
                    <a:pt x="1" y="7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8" name="Freeform 3880">
              <a:extLst>
                <a:ext uri="{FF2B5EF4-FFF2-40B4-BE49-F238E27FC236}">
                  <a16:creationId xmlns:a16="http://schemas.microsoft.com/office/drawing/2014/main" id="{DB3B44D7-1647-495E-B36B-FCDFB444E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905"/>
              <a:ext cx="84" cy="30"/>
            </a:xfrm>
            <a:custGeom>
              <a:avLst/>
              <a:gdLst>
                <a:gd name="T0" fmla="*/ 352 w 41"/>
                <a:gd name="T1" fmla="*/ 60 h 14"/>
                <a:gd name="T2" fmla="*/ 76 w 41"/>
                <a:gd name="T3" fmla="*/ 109 h 14"/>
                <a:gd name="T4" fmla="*/ 16 w 4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4">
                  <a:moveTo>
                    <a:pt x="41" y="6"/>
                  </a:moveTo>
                  <a:cubicBezTo>
                    <a:pt x="39" y="14"/>
                    <a:pt x="15" y="11"/>
                    <a:pt x="9" y="11"/>
                  </a:cubicBezTo>
                  <a:cubicBezTo>
                    <a:pt x="2" y="11"/>
                    <a:pt x="0" y="7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9" name="Freeform 3881">
              <a:extLst>
                <a:ext uri="{FF2B5EF4-FFF2-40B4-BE49-F238E27FC236}">
                  <a16:creationId xmlns:a16="http://schemas.microsoft.com/office/drawing/2014/main" id="{3041900C-AEF3-48A5-9294-EA9FBEFAD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913"/>
              <a:ext cx="78" cy="29"/>
            </a:xfrm>
            <a:custGeom>
              <a:avLst/>
              <a:gdLst>
                <a:gd name="T0" fmla="*/ 328 w 38"/>
                <a:gd name="T1" fmla="*/ 65 h 13"/>
                <a:gd name="T2" fmla="*/ 60 w 38"/>
                <a:gd name="T3" fmla="*/ 89 h 13"/>
                <a:gd name="T4" fmla="*/ 16 w 38"/>
                <a:gd name="T5" fmla="*/ 36 h 13"/>
                <a:gd name="T6" fmla="*/ 16 w 3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3">
                  <a:moveTo>
                    <a:pt x="38" y="6"/>
                  </a:moveTo>
                  <a:cubicBezTo>
                    <a:pt x="36" y="13"/>
                    <a:pt x="13" y="10"/>
                    <a:pt x="7" y="8"/>
                  </a:cubicBezTo>
                  <a:cubicBezTo>
                    <a:pt x="3" y="7"/>
                    <a:pt x="2" y="7"/>
                    <a:pt x="2" y="3"/>
                  </a:cubicBezTo>
                  <a:cubicBezTo>
                    <a:pt x="2" y="1"/>
                    <a:pt x="0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40" name="Freeform 3882">
              <a:extLst>
                <a:ext uri="{FF2B5EF4-FFF2-40B4-BE49-F238E27FC236}">
                  <a16:creationId xmlns:a16="http://schemas.microsoft.com/office/drawing/2014/main" id="{FE8A3EEB-060F-4C81-BF9E-172715A78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3937"/>
              <a:ext cx="61" cy="33"/>
            </a:xfrm>
            <a:custGeom>
              <a:avLst/>
              <a:gdLst>
                <a:gd name="T0" fmla="*/ 252 w 30"/>
                <a:gd name="T1" fmla="*/ 0 h 15"/>
                <a:gd name="T2" fmla="*/ 57 w 30"/>
                <a:gd name="T3" fmla="*/ 33 h 15"/>
                <a:gd name="T4" fmla="*/ 24 w 30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30" y="0"/>
                  </a:moveTo>
                  <a:cubicBezTo>
                    <a:pt x="23" y="0"/>
                    <a:pt x="13" y="0"/>
                    <a:pt x="7" y="3"/>
                  </a:cubicBezTo>
                  <a:cubicBezTo>
                    <a:pt x="0" y="6"/>
                    <a:pt x="5" y="10"/>
                    <a:pt x="3" y="1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41" name="Freeform 3883">
              <a:extLst>
                <a:ext uri="{FF2B5EF4-FFF2-40B4-BE49-F238E27FC236}">
                  <a16:creationId xmlns:a16="http://schemas.microsoft.com/office/drawing/2014/main" id="{51FADE85-FEB3-45C5-9677-1A5813EE4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3913"/>
              <a:ext cx="14" cy="31"/>
            </a:xfrm>
            <a:custGeom>
              <a:avLst/>
              <a:gdLst>
                <a:gd name="T0" fmla="*/ 56 w 7"/>
                <a:gd name="T1" fmla="*/ 153 h 14"/>
                <a:gd name="T2" fmla="*/ 8 w 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14"/>
                  </a:moveTo>
                  <a:cubicBezTo>
                    <a:pt x="2" y="12"/>
                    <a:pt x="0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42" name="Freeform 3884">
              <a:extLst>
                <a:ext uri="{FF2B5EF4-FFF2-40B4-BE49-F238E27FC236}">
                  <a16:creationId xmlns:a16="http://schemas.microsoft.com/office/drawing/2014/main" id="{761AC446-467B-4AFB-8E2A-E5D627208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918"/>
              <a:ext cx="4" cy="19"/>
            </a:xfrm>
            <a:custGeom>
              <a:avLst/>
              <a:gdLst>
                <a:gd name="T0" fmla="*/ 0 w 2"/>
                <a:gd name="T1" fmla="*/ 84 h 9"/>
                <a:gd name="T2" fmla="*/ 8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2" y="6"/>
                    <a:pt x="2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43" name="Freeform 3885">
              <a:extLst>
                <a:ext uri="{FF2B5EF4-FFF2-40B4-BE49-F238E27FC236}">
                  <a16:creationId xmlns:a16="http://schemas.microsoft.com/office/drawing/2014/main" id="{1637C42F-745B-44C4-8A3C-C6D339A6E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3940"/>
              <a:ext cx="61" cy="37"/>
            </a:xfrm>
            <a:custGeom>
              <a:avLst/>
              <a:gdLst>
                <a:gd name="T0" fmla="*/ 252 w 30"/>
                <a:gd name="T1" fmla="*/ 9 h 17"/>
                <a:gd name="T2" fmla="*/ 128 w 30"/>
                <a:gd name="T3" fmla="*/ 20 h 17"/>
                <a:gd name="T4" fmla="*/ 24 w 30"/>
                <a:gd name="T5" fmla="*/ 44 h 17"/>
                <a:gd name="T6" fmla="*/ 16 w 30"/>
                <a:gd name="T7" fmla="*/ 1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7">
                  <a:moveTo>
                    <a:pt x="30" y="1"/>
                  </a:moveTo>
                  <a:cubicBezTo>
                    <a:pt x="25" y="0"/>
                    <a:pt x="20" y="2"/>
                    <a:pt x="15" y="2"/>
                  </a:cubicBezTo>
                  <a:cubicBezTo>
                    <a:pt x="11" y="2"/>
                    <a:pt x="6" y="2"/>
                    <a:pt x="3" y="4"/>
                  </a:cubicBezTo>
                  <a:cubicBezTo>
                    <a:pt x="0" y="7"/>
                    <a:pt x="0" y="15"/>
                    <a:pt x="2" y="1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44" name="Freeform 3886">
              <a:extLst>
                <a:ext uri="{FF2B5EF4-FFF2-40B4-BE49-F238E27FC236}">
                  <a16:creationId xmlns:a16="http://schemas.microsoft.com/office/drawing/2014/main" id="{BADFD708-F0C4-4F2C-9902-C3A823218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3929"/>
              <a:ext cx="4" cy="19"/>
            </a:xfrm>
            <a:custGeom>
              <a:avLst/>
              <a:gdLst>
                <a:gd name="T0" fmla="*/ 16 w 2"/>
                <a:gd name="T1" fmla="*/ 84 h 9"/>
                <a:gd name="T2" fmla="*/ 8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9"/>
                  </a:moveTo>
                  <a:cubicBezTo>
                    <a:pt x="1" y="6"/>
                    <a:pt x="0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45" name="Freeform 3887">
              <a:extLst>
                <a:ext uri="{FF2B5EF4-FFF2-40B4-BE49-F238E27FC236}">
                  <a16:creationId xmlns:a16="http://schemas.microsoft.com/office/drawing/2014/main" id="{08A98E27-0ACB-4A75-836B-052FB9EE6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3955"/>
              <a:ext cx="60" cy="28"/>
            </a:xfrm>
            <a:custGeom>
              <a:avLst/>
              <a:gdLst>
                <a:gd name="T0" fmla="*/ 257 w 29"/>
                <a:gd name="T1" fmla="*/ 28 h 13"/>
                <a:gd name="T2" fmla="*/ 35 w 29"/>
                <a:gd name="T3" fmla="*/ 28 h 13"/>
                <a:gd name="T4" fmla="*/ 8 w 29"/>
                <a:gd name="T5" fmla="*/ 1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3">
                  <a:moveTo>
                    <a:pt x="29" y="3"/>
                  </a:moveTo>
                  <a:cubicBezTo>
                    <a:pt x="22" y="3"/>
                    <a:pt x="9" y="0"/>
                    <a:pt x="4" y="3"/>
                  </a:cubicBezTo>
                  <a:cubicBezTo>
                    <a:pt x="1" y="5"/>
                    <a:pt x="0" y="12"/>
                    <a:pt x="1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46" name="Freeform 3888">
              <a:extLst>
                <a:ext uri="{FF2B5EF4-FFF2-40B4-BE49-F238E27FC236}">
                  <a16:creationId xmlns:a16="http://schemas.microsoft.com/office/drawing/2014/main" id="{74C930A7-FBA5-4E5E-9F26-9BA8FD7B5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931"/>
              <a:ext cx="7" cy="30"/>
            </a:xfrm>
            <a:custGeom>
              <a:avLst/>
              <a:gdLst>
                <a:gd name="T0" fmla="*/ 37 w 3"/>
                <a:gd name="T1" fmla="*/ 137 h 14"/>
                <a:gd name="T2" fmla="*/ 37 w 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14"/>
                  </a:moveTo>
                  <a:cubicBezTo>
                    <a:pt x="0" y="9"/>
                    <a:pt x="0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47" name="Freeform 3889">
              <a:extLst>
                <a:ext uri="{FF2B5EF4-FFF2-40B4-BE49-F238E27FC236}">
                  <a16:creationId xmlns:a16="http://schemas.microsoft.com/office/drawing/2014/main" id="{F61840FE-11DD-4317-8A69-A56151174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3935"/>
              <a:ext cx="24" cy="5"/>
            </a:xfrm>
            <a:custGeom>
              <a:avLst/>
              <a:gdLst>
                <a:gd name="T0" fmla="*/ 96 w 12"/>
                <a:gd name="T1" fmla="*/ 33 h 2"/>
                <a:gd name="T2" fmla="*/ 0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9" y="0"/>
                    <a:pt x="4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48" name="Freeform 3890">
              <a:extLst>
                <a:ext uri="{FF2B5EF4-FFF2-40B4-BE49-F238E27FC236}">
                  <a16:creationId xmlns:a16="http://schemas.microsoft.com/office/drawing/2014/main" id="{B1AF4E25-69CC-4E2E-9279-02718E687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3940"/>
              <a:ext cx="59" cy="32"/>
            </a:xfrm>
            <a:custGeom>
              <a:avLst/>
              <a:gdLst>
                <a:gd name="T0" fmla="*/ 244 w 29"/>
                <a:gd name="T1" fmla="*/ 117 h 15"/>
                <a:gd name="T2" fmla="*/ 8 w 29"/>
                <a:gd name="T3" fmla="*/ 87 h 15"/>
                <a:gd name="T4" fmla="*/ 16 w 2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29" y="12"/>
                  </a:moveTo>
                  <a:cubicBezTo>
                    <a:pt x="21" y="12"/>
                    <a:pt x="7" y="15"/>
                    <a:pt x="1" y="9"/>
                  </a:cubicBezTo>
                  <a:cubicBezTo>
                    <a:pt x="0" y="7"/>
                    <a:pt x="0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49" name="Freeform 3891">
              <a:extLst>
                <a:ext uri="{FF2B5EF4-FFF2-40B4-BE49-F238E27FC236}">
                  <a16:creationId xmlns:a16="http://schemas.microsoft.com/office/drawing/2014/main" id="{F8A2A873-DA65-44F0-BBD5-295D9C908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964"/>
              <a:ext cx="8" cy="19"/>
            </a:xfrm>
            <a:custGeom>
              <a:avLst/>
              <a:gdLst>
                <a:gd name="T0" fmla="*/ 32 w 4"/>
                <a:gd name="T1" fmla="*/ 0 h 9"/>
                <a:gd name="T2" fmla="*/ 8 w 4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2"/>
                    <a:pt x="0" y="8"/>
                    <a:pt x="1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0" name="Freeform 3892">
              <a:extLst>
                <a:ext uri="{FF2B5EF4-FFF2-40B4-BE49-F238E27FC236}">
                  <a16:creationId xmlns:a16="http://schemas.microsoft.com/office/drawing/2014/main" id="{ED6FAF7E-BE13-4425-B6CA-503077783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900"/>
              <a:ext cx="67" cy="27"/>
            </a:xfrm>
            <a:custGeom>
              <a:avLst/>
              <a:gdLst>
                <a:gd name="T0" fmla="*/ 276 w 33"/>
                <a:gd name="T1" fmla="*/ 126 h 12"/>
                <a:gd name="T2" fmla="*/ 152 w 33"/>
                <a:gd name="T3" fmla="*/ 126 h 12"/>
                <a:gd name="T4" fmla="*/ 32 w 33"/>
                <a:gd name="T5" fmla="*/ 117 h 12"/>
                <a:gd name="T6" fmla="*/ 24 w 3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2">
                  <a:moveTo>
                    <a:pt x="33" y="11"/>
                  </a:moveTo>
                  <a:cubicBezTo>
                    <a:pt x="28" y="11"/>
                    <a:pt x="23" y="12"/>
                    <a:pt x="18" y="11"/>
                  </a:cubicBezTo>
                  <a:cubicBezTo>
                    <a:pt x="15" y="11"/>
                    <a:pt x="6" y="11"/>
                    <a:pt x="4" y="10"/>
                  </a:cubicBezTo>
                  <a:cubicBezTo>
                    <a:pt x="0" y="7"/>
                    <a:pt x="1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1" name="Freeform 3893">
              <a:extLst>
                <a:ext uri="{FF2B5EF4-FFF2-40B4-BE49-F238E27FC236}">
                  <a16:creationId xmlns:a16="http://schemas.microsoft.com/office/drawing/2014/main" id="{23AC32E3-CE1B-438F-BDC0-E22CBEA83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887"/>
              <a:ext cx="58" cy="31"/>
            </a:xfrm>
            <a:custGeom>
              <a:avLst/>
              <a:gdLst>
                <a:gd name="T0" fmla="*/ 249 w 28"/>
                <a:gd name="T1" fmla="*/ 142 h 14"/>
                <a:gd name="T2" fmla="*/ 17 w 28"/>
                <a:gd name="T3" fmla="*/ 89 h 14"/>
                <a:gd name="T4" fmla="*/ 17 w 2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28" y="13"/>
                  </a:moveTo>
                  <a:cubicBezTo>
                    <a:pt x="22" y="14"/>
                    <a:pt x="5" y="13"/>
                    <a:pt x="2" y="8"/>
                  </a:cubicBezTo>
                  <a:cubicBezTo>
                    <a:pt x="1" y="5"/>
                    <a:pt x="0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2" name="Freeform 3894">
              <a:extLst>
                <a:ext uri="{FF2B5EF4-FFF2-40B4-BE49-F238E27FC236}">
                  <a16:creationId xmlns:a16="http://schemas.microsoft.com/office/drawing/2014/main" id="{A9A1AEDF-EF2E-4108-A65A-6B7C529D7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3927"/>
              <a:ext cx="60" cy="34"/>
            </a:xfrm>
            <a:custGeom>
              <a:avLst/>
              <a:gdLst>
                <a:gd name="T0" fmla="*/ 257 w 29"/>
                <a:gd name="T1" fmla="*/ 136 h 16"/>
                <a:gd name="T2" fmla="*/ 35 w 29"/>
                <a:gd name="T3" fmla="*/ 128 h 16"/>
                <a:gd name="T4" fmla="*/ 25 w 2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6">
                  <a:moveTo>
                    <a:pt x="29" y="14"/>
                  </a:moveTo>
                  <a:cubicBezTo>
                    <a:pt x="23" y="15"/>
                    <a:pt x="8" y="16"/>
                    <a:pt x="4" y="13"/>
                  </a:cubicBezTo>
                  <a:cubicBezTo>
                    <a:pt x="1" y="10"/>
                    <a:pt x="0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3" name="Freeform 3895">
              <a:extLst>
                <a:ext uri="{FF2B5EF4-FFF2-40B4-BE49-F238E27FC236}">
                  <a16:creationId xmlns:a16="http://schemas.microsoft.com/office/drawing/2014/main" id="{3340AFE7-02DE-4A44-BEB1-67551DF6F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916"/>
              <a:ext cx="66" cy="39"/>
            </a:xfrm>
            <a:custGeom>
              <a:avLst/>
              <a:gdLst>
                <a:gd name="T0" fmla="*/ 281 w 32"/>
                <a:gd name="T1" fmla="*/ 173 h 18"/>
                <a:gd name="T2" fmla="*/ 8 w 32"/>
                <a:gd name="T3" fmla="*/ 132 h 18"/>
                <a:gd name="T4" fmla="*/ 25 w 3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17"/>
                  </a:moveTo>
                  <a:cubicBezTo>
                    <a:pt x="26" y="18"/>
                    <a:pt x="5" y="18"/>
                    <a:pt x="1" y="13"/>
                  </a:cubicBezTo>
                  <a:cubicBezTo>
                    <a:pt x="0" y="11"/>
                    <a:pt x="2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4" name="Freeform 3896">
              <a:extLst>
                <a:ext uri="{FF2B5EF4-FFF2-40B4-BE49-F238E27FC236}">
                  <a16:creationId xmlns:a16="http://schemas.microsoft.com/office/drawing/2014/main" id="{3EFB20DB-00D1-4256-A916-75D924155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907"/>
              <a:ext cx="57" cy="37"/>
            </a:xfrm>
            <a:custGeom>
              <a:avLst/>
              <a:gdLst>
                <a:gd name="T0" fmla="*/ 236 w 28"/>
                <a:gd name="T1" fmla="*/ 165 h 17"/>
                <a:gd name="T2" fmla="*/ 16 w 28"/>
                <a:gd name="T3" fmla="*/ 104 h 17"/>
                <a:gd name="T4" fmla="*/ 24 w 2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28" y="16"/>
                  </a:moveTo>
                  <a:cubicBezTo>
                    <a:pt x="22" y="17"/>
                    <a:pt x="5" y="15"/>
                    <a:pt x="2" y="10"/>
                  </a:cubicBezTo>
                  <a:cubicBezTo>
                    <a:pt x="0" y="7"/>
                    <a:pt x="1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5" name="Freeform 3897">
              <a:extLst>
                <a:ext uri="{FF2B5EF4-FFF2-40B4-BE49-F238E27FC236}">
                  <a16:creationId xmlns:a16="http://schemas.microsoft.com/office/drawing/2014/main" id="{9E87E1BE-673F-420E-9401-F6DA73C92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3955"/>
              <a:ext cx="4" cy="24"/>
            </a:xfrm>
            <a:custGeom>
              <a:avLst/>
              <a:gdLst>
                <a:gd name="T0" fmla="*/ 16 w 2"/>
                <a:gd name="T1" fmla="*/ 0 h 11"/>
                <a:gd name="T2" fmla="*/ 0 w 2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4"/>
                    <a:pt x="0" y="7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6" name="Freeform 3898">
              <a:extLst>
                <a:ext uri="{FF2B5EF4-FFF2-40B4-BE49-F238E27FC236}">
                  <a16:creationId xmlns:a16="http://schemas.microsoft.com/office/drawing/2014/main" id="{5D3DCC80-89D5-44C5-A38F-3E98FC2D6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3942"/>
              <a:ext cx="7" cy="22"/>
            </a:xfrm>
            <a:custGeom>
              <a:avLst/>
              <a:gdLst>
                <a:gd name="T0" fmla="*/ 37 w 3"/>
                <a:gd name="T1" fmla="*/ 0 h 10"/>
                <a:gd name="T2" fmla="*/ 28 w 3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0" y="4"/>
                    <a:pt x="2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7" name="Freeform 3899">
              <a:extLst>
                <a:ext uri="{FF2B5EF4-FFF2-40B4-BE49-F238E27FC236}">
                  <a16:creationId xmlns:a16="http://schemas.microsoft.com/office/drawing/2014/main" id="{FEB16630-55B2-4EBE-B2AB-70C591219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3907"/>
              <a:ext cx="29" cy="9"/>
            </a:xfrm>
            <a:custGeom>
              <a:avLst/>
              <a:gdLst>
                <a:gd name="T0" fmla="*/ 124 w 14"/>
                <a:gd name="T1" fmla="*/ 36 h 4"/>
                <a:gd name="T2" fmla="*/ 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14" y="3"/>
                  </a:moveTo>
                  <a:cubicBezTo>
                    <a:pt x="9" y="4"/>
                    <a:pt x="5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8" name="Freeform 3900">
              <a:extLst>
                <a:ext uri="{FF2B5EF4-FFF2-40B4-BE49-F238E27FC236}">
                  <a16:creationId xmlns:a16="http://schemas.microsoft.com/office/drawing/2014/main" id="{628204D2-4602-4F82-8741-9504ECC71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918"/>
              <a:ext cx="23" cy="6"/>
            </a:xfrm>
            <a:custGeom>
              <a:avLst/>
              <a:gdLst>
                <a:gd name="T0" fmla="*/ 100 w 11"/>
                <a:gd name="T1" fmla="*/ 24 h 3"/>
                <a:gd name="T2" fmla="*/ 0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7" y="2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59" name="Freeform 3901">
              <a:extLst>
                <a:ext uri="{FF2B5EF4-FFF2-40B4-BE49-F238E27FC236}">
                  <a16:creationId xmlns:a16="http://schemas.microsoft.com/office/drawing/2014/main" id="{94EB8247-03C3-4D80-A0A9-7AE7C2E6D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3833"/>
              <a:ext cx="51" cy="32"/>
            </a:xfrm>
            <a:custGeom>
              <a:avLst/>
              <a:gdLst>
                <a:gd name="T0" fmla="*/ 212 w 25"/>
                <a:gd name="T1" fmla="*/ 0 h 15"/>
                <a:gd name="T2" fmla="*/ 41 w 25"/>
                <a:gd name="T3" fmla="*/ 137 h 15"/>
                <a:gd name="T4" fmla="*/ 0 w 25"/>
                <a:gd name="T5" fmla="*/ 6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5">
                  <a:moveTo>
                    <a:pt x="25" y="0"/>
                  </a:moveTo>
                  <a:cubicBezTo>
                    <a:pt x="18" y="9"/>
                    <a:pt x="8" y="15"/>
                    <a:pt x="5" y="14"/>
                  </a:cubicBezTo>
                  <a:cubicBezTo>
                    <a:pt x="2" y="13"/>
                    <a:pt x="0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60" name="Freeform 3902">
              <a:extLst>
                <a:ext uri="{FF2B5EF4-FFF2-40B4-BE49-F238E27FC236}">
                  <a16:creationId xmlns:a16="http://schemas.microsoft.com/office/drawing/2014/main" id="{8A688DB1-E418-4A7F-8A92-0CCC1B56D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828"/>
              <a:ext cx="19" cy="39"/>
            </a:xfrm>
            <a:custGeom>
              <a:avLst/>
              <a:gdLst>
                <a:gd name="T0" fmla="*/ 57 w 9"/>
                <a:gd name="T1" fmla="*/ 0 h 18"/>
                <a:gd name="T2" fmla="*/ 8 w 9"/>
                <a:gd name="T3" fmla="*/ 72 h 18"/>
                <a:gd name="T4" fmla="*/ 84 w 9"/>
                <a:gd name="T5" fmla="*/ 18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6" y="0"/>
                  </a:moveTo>
                  <a:cubicBezTo>
                    <a:pt x="1" y="4"/>
                    <a:pt x="0" y="6"/>
                    <a:pt x="1" y="7"/>
                  </a:cubicBezTo>
                  <a:cubicBezTo>
                    <a:pt x="1" y="8"/>
                    <a:pt x="9" y="18"/>
                    <a:pt x="9" y="1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61" name="Freeform 3903">
              <a:extLst>
                <a:ext uri="{FF2B5EF4-FFF2-40B4-BE49-F238E27FC236}">
                  <a16:creationId xmlns:a16="http://schemas.microsoft.com/office/drawing/2014/main" id="{C6AC7BED-1553-4A4E-A5F1-293F93F06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843"/>
              <a:ext cx="49" cy="42"/>
            </a:xfrm>
            <a:custGeom>
              <a:avLst/>
              <a:gdLst>
                <a:gd name="T0" fmla="*/ 204 w 24"/>
                <a:gd name="T1" fmla="*/ 0 h 19"/>
                <a:gd name="T2" fmla="*/ 0 w 24"/>
                <a:gd name="T3" fmla="*/ 2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24" y="0"/>
                  </a:moveTo>
                  <a:cubicBezTo>
                    <a:pt x="16" y="4"/>
                    <a:pt x="1" y="18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62" name="Freeform 3904">
              <a:extLst>
                <a:ext uri="{FF2B5EF4-FFF2-40B4-BE49-F238E27FC236}">
                  <a16:creationId xmlns:a16="http://schemas.microsoft.com/office/drawing/2014/main" id="{3E6B985B-DE8C-472F-9C03-44AF419FB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854"/>
              <a:ext cx="18" cy="18"/>
            </a:xfrm>
            <a:custGeom>
              <a:avLst/>
              <a:gdLst>
                <a:gd name="T0" fmla="*/ 72 w 9"/>
                <a:gd name="T1" fmla="*/ 92 h 8"/>
                <a:gd name="T2" fmla="*/ 0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4" y="5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63" name="Freeform 3905">
              <a:extLst>
                <a:ext uri="{FF2B5EF4-FFF2-40B4-BE49-F238E27FC236}">
                  <a16:creationId xmlns:a16="http://schemas.microsoft.com/office/drawing/2014/main" id="{421C4852-E2DD-423E-A745-A124FD318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256"/>
              <a:ext cx="34" cy="72"/>
            </a:xfrm>
            <a:custGeom>
              <a:avLst/>
              <a:gdLst>
                <a:gd name="T0" fmla="*/ 40 w 17"/>
                <a:gd name="T1" fmla="*/ 0 h 33"/>
                <a:gd name="T2" fmla="*/ 136 w 17"/>
                <a:gd name="T3" fmla="*/ 34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5" y="0"/>
                  </a:moveTo>
                  <a:cubicBezTo>
                    <a:pt x="0" y="18"/>
                    <a:pt x="1" y="25"/>
                    <a:pt x="17" y="3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64" name="Freeform 3906">
              <a:extLst>
                <a:ext uri="{FF2B5EF4-FFF2-40B4-BE49-F238E27FC236}">
                  <a16:creationId xmlns:a16="http://schemas.microsoft.com/office/drawing/2014/main" id="{72A11C62-CFB7-4767-8E58-4B7D946BB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3319"/>
              <a:ext cx="37" cy="72"/>
            </a:xfrm>
            <a:custGeom>
              <a:avLst/>
              <a:gdLst>
                <a:gd name="T0" fmla="*/ 43 w 18"/>
                <a:gd name="T1" fmla="*/ 0 h 33"/>
                <a:gd name="T2" fmla="*/ 156 w 18"/>
                <a:gd name="T3" fmla="*/ 34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3">
                  <a:moveTo>
                    <a:pt x="5" y="0"/>
                  </a:moveTo>
                  <a:cubicBezTo>
                    <a:pt x="5" y="15"/>
                    <a:pt x="0" y="33"/>
                    <a:pt x="18" y="3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65" name="Freeform 3907">
              <a:extLst>
                <a:ext uri="{FF2B5EF4-FFF2-40B4-BE49-F238E27FC236}">
                  <a16:creationId xmlns:a16="http://schemas.microsoft.com/office/drawing/2014/main" id="{53EC8143-2BED-4557-8029-C28D9B7EB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260"/>
              <a:ext cx="31" cy="30"/>
            </a:xfrm>
            <a:custGeom>
              <a:avLst/>
              <a:gdLst>
                <a:gd name="T0" fmla="*/ 0 w 15"/>
                <a:gd name="T1" fmla="*/ 0 h 14"/>
                <a:gd name="T2" fmla="*/ 43 w 15"/>
                <a:gd name="T3" fmla="*/ 120 h 14"/>
                <a:gd name="T4" fmla="*/ 132 w 15"/>
                <a:gd name="T5" fmla="*/ 13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0" y="4"/>
                    <a:pt x="0" y="9"/>
                    <a:pt x="5" y="12"/>
                  </a:cubicBezTo>
                  <a:cubicBezTo>
                    <a:pt x="8" y="13"/>
                    <a:pt x="13" y="14"/>
                    <a:pt x="15" y="1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66" name="Freeform 3908">
              <a:extLst>
                <a:ext uri="{FF2B5EF4-FFF2-40B4-BE49-F238E27FC236}">
                  <a16:creationId xmlns:a16="http://schemas.microsoft.com/office/drawing/2014/main" id="{91A7D3FD-DC1B-42FE-9330-FA2306031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286"/>
              <a:ext cx="41" cy="53"/>
            </a:xfrm>
            <a:custGeom>
              <a:avLst/>
              <a:gdLst>
                <a:gd name="T0" fmla="*/ 25 w 20"/>
                <a:gd name="T1" fmla="*/ 0 h 24"/>
                <a:gd name="T2" fmla="*/ 68 w 20"/>
                <a:gd name="T3" fmla="*/ 225 h 24"/>
                <a:gd name="T4" fmla="*/ 139 w 20"/>
                <a:gd name="T5" fmla="*/ 250 h 24"/>
                <a:gd name="T6" fmla="*/ 172 w 20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4">
                  <a:moveTo>
                    <a:pt x="3" y="0"/>
                  </a:moveTo>
                  <a:cubicBezTo>
                    <a:pt x="3" y="7"/>
                    <a:pt x="0" y="17"/>
                    <a:pt x="8" y="21"/>
                  </a:cubicBezTo>
                  <a:cubicBezTo>
                    <a:pt x="11" y="23"/>
                    <a:pt x="14" y="23"/>
                    <a:pt x="16" y="23"/>
                  </a:cubicBezTo>
                  <a:cubicBezTo>
                    <a:pt x="18" y="24"/>
                    <a:pt x="19" y="23"/>
                    <a:pt x="20" y="2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67" name="Freeform 3909">
              <a:extLst>
                <a:ext uri="{FF2B5EF4-FFF2-40B4-BE49-F238E27FC236}">
                  <a16:creationId xmlns:a16="http://schemas.microsoft.com/office/drawing/2014/main" id="{B1C69CF7-90DE-4E02-B638-8DC571D19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3317"/>
              <a:ext cx="29" cy="4"/>
            </a:xfrm>
            <a:custGeom>
              <a:avLst/>
              <a:gdLst>
                <a:gd name="T0" fmla="*/ 0 w 14"/>
                <a:gd name="T1" fmla="*/ 0 h 2"/>
                <a:gd name="T2" fmla="*/ 124 w 1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0"/>
                  </a:moveTo>
                  <a:cubicBezTo>
                    <a:pt x="4" y="2"/>
                    <a:pt x="9" y="1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68" name="Freeform 3910">
              <a:extLst>
                <a:ext uri="{FF2B5EF4-FFF2-40B4-BE49-F238E27FC236}">
                  <a16:creationId xmlns:a16="http://schemas.microsoft.com/office/drawing/2014/main" id="{E75A604A-6064-448E-A01C-B5FFE9397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3325"/>
              <a:ext cx="24" cy="59"/>
            </a:xfrm>
            <a:custGeom>
              <a:avLst/>
              <a:gdLst>
                <a:gd name="T0" fmla="*/ 0 w 12"/>
                <a:gd name="T1" fmla="*/ 262 h 27"/>
                <a:gd name="T2" fmla="*/ 80 w 12"/>
                <a:gd name="T3" fmla="*/ 249 h 27"/>
                <a:gd name="T4" fmla="*/ 88 w 12"/>
                <a:gd name="T5" fmla="*/ 133 h 27"/>
                <a:gd name="T6" fmla="*/ 72 w 1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7">
                  <a:moveTo>
                    <a:pt x="0" y="25"/>
                  </a:moveTo>
                  <a:cubicBezTo>
                    <a:pt x="3" y="25"/>
                    <a:pt x="8" y="27"/>
                    <a:pt x="10" y="24"/>
                  </a:cubicBezTo>
                  <a:cubicBezTo>
                    <a:pt x="12" y="21"/>
                    <a:pt x="12" y="16"/>
                    <a:pt x="11" y="13"/>
                  </a:cubicBezTo>
                  <a:cubicBezTo>
                    <a:pt x="11" y="9"/>
                    <a:pt x="10" y="4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69" name="Freeform 3911">
              <a:extLst>
                <a:ext uri="{FF2B5EF4-FFF2-40B4-BE49-F238E27FC236}">
                  <a16:creationId xmlns:a16="http://schemas.microsoft.com/office/drawing/2014/main" id="{F8C175F9-5CA8-4367-A403-61DB9676A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374"/>
              <a:ext cx="33" cy="4"/>
            </a:xfrm>
            <a:custGeom>
              <a:avLst/>
              <a:gdLst>
                <a:gd name="T0" fmla="*/ 0 w 16"/>
                <a:gd name="T1" fmla="*/ 0 h 2"/>
                <a:gd name="T2" fmla="*/ 140 w 1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6" y="1"/>
                    <a:pt x="10" y="2"/>
                    <a:pt x="16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0" name="Freeform 3912">
              <a:extLst>
                <a:ext uri="{FF2B5EF4-FFF2-40B4-BE49-F238E27FC236}">
                  <a16:creationId xmlns:a16="http://schemas.microsoft.com/office/drawing/2014/main" id="{38DFC2D3-1CCF-4630-A8B3-249C80970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391"/>
              <a:ext cx="33" cy="55"/>
            </a:xfrm>
            <a:custGeom>
              <a:avLst/>
              <a:gdLst>
                <a:gd name="T0" fmla="*/ 25 w 16"/>
                <a:gd name="T1" fmla="*/ 0 h 25"/>
                <a:gd name="T2" fmla="*/ 89 w 16"/>
                <a:gd name="T3" fmla="*/ 246 h 25"/>
                <a:gd name="T4" fmla="*/ 140 w 16"/>
                <a:gd name="T5" fmla="*/ 2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3" y="0"/>
                  </a:moveTo>
                  <a:cubicBezTo>
                    <a:pt x="8" y="8"/>
                    <a:pt x="0" y="17"/>
                    <a:pt x="10" y="23"/>
                  </a:cubicBezTo>
                  <a:cubicBezTo>
                    <a:pt x="13" y="25"/>
                    <a:pt x="13" y="25"/>
                    <a:pt x="16" y="2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1" name="Freeform 3913">
              <a:extLst>
                <a:ext uri="{FF2B5EF4-FFF2-40B4-BE49-F238E27FC236}">
                  <a16:creationId xmlns:a16="http://schemas.microsoft.com/office/drawing/2014/main" id="{96832C42-F79A-4606-B146-5D87AE8F2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376"/>
              <a:ext cx="32" cy="61"/>
            </a:xfrm>
            <a:custGeom>
              <a:avLst/>
              <a:gdLst>
                <a:gd name="T0" fmla="*/ 128 w 16"/>
                <a:gd name="T1" fmla="*/ 290 h 28"/>
                <a:gd name="T2" fmla="*/ 24 w 16"/>
                <a:gd name="T3" fmla="*/ 209 h 28"/>
                <a:gd name="T4" fmla="*/ 0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28"/>
                  </a:moveTo>
                  <a:cubicBezTo>
                    <a:pt x="8" y="28"/>
                    <a:pt x="6" y="27"/>
                    <a:pt x="3" y="20"/>
                  </a:cubicBezTo>
                  <a:cubicBezTo>
                    <a:pt x="1" y="13"/>
                    <a:pt x="0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2" name="Freeform 3914">
              <a:extLst>
                <a:ext uri="{FF2B5EF4-FFF2-40B4-BE49-F238E27FC236}">
                  <a16:creationId xmlns:a16="http://schemas.microsoft.com/office/drawing/2014/main" id="{276CB8D4-82BD-4AB0-BB36-D0FB21C0F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376"/>
              <a:ext cx="15" cy="13"/>
            </a:xfrm>
            <a:custGeom>
              <a:avLst/>
              <a:gdLst>
                <a:gd name="T0" fmla="*/ 0 w 7"/>
                <a:gd name="T1" fmla="*/ 0 h 6"/>
                <a:gd name="T2" fmla="*/ 69 w 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1"/>
                    <a:pt x="5" y="4"/>
                    <a:pt x="7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3" name="Freeform 3915">
              <a:extLst>
                <a:ext uri="{FF2B5EF4-FFF2-40B4-BE49-F238E27FC236}">
                  <a16:creationId xmlns:a16="http://schemas.microsoft.com/office/drawing/2014/main" id="{B91BDBB5-2F8A-4E15-9373-776DAB80E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321"/>
              <a:ext cx="12" cy="15"/>
            </a:xfrm>
            <a:custGeom>
              <a:avLst/>
              <a:gdLst>
                <a:gd name="T0" fmla="*/ 0 w 6"/>
                <a:gd name="T1" fmla="*/ 69 h 7"/>
                <a:gd name="T2" fmla="*/ 48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4" y="6"/>
                    <a:pt x="5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4" name="Freeform 3916">
              <a:extLst>
                <a:ext uri="{FF2B5EF4-FFF2-40B4-BE49-F238E27FC236}">
                  <a16:creationId xmlns:a16="http://schemas.microsoft.com/office/drawing/2014/main" id="{AF31ABAD-BE91-47E9-8C5B-71DF68CEC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319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3" y="2"/>
                    <a:pt x="5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5" name="Freeform 3917">
              <a:extLst>
                <a:ext uri="{FF2B5EF4-FFF2-40B4-BE49-F238E27FC236}">
                  <a16:creationId xmlns:a16="http://schemas.microsoft.com/office/drawing/2014/main" id="{238EA73F-CE69-4092-98A2-B5A43C39D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529"/>
              <a:ext cx="39" cy="54"/>
            </a:xfrm>
            <a:custGeom>
              <a:avLst/>
              <a:gdLst>
                <a:gd name="T0" fmla="*/ 0 w 19"/>
                <a:gd name="T1" fmla="*/ 0 h 25"/>
                <a:gd name="T2" fmla="*/ 60 w 19"/>
                <a:gd name="T3" fmla="*/ 130 h 25"/>
                <a:gd name="T4" fmla="*/ 105 w 19"/>
                <a:gd name="T5" fmla="*/ 233 h 25"/>
                <a:gd name="T6" fmla="*/ 164 w 19"/>
                <a:gd name="T7" fmla="*/ 2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5">
                  <a:moveTo>
                    <a:pt x="0" y="0"/>
                  </a:moveTo>
                  <a:cubicBezTo>
                    <a:pt x="1" y="6"/>
                    <a:pt x="5" y="7"/>
                    <a:pt x="7" y="13"/>
                  </a:cubicBezTo>
                  <a:cubicBezTo>
                    <a:pt x="8" y="15"/>
                    <a:pt x="9" y="21"/>
                    <a:pt x="12" y="23"/>
                  </a:cubicBezTo>
                  <a:cubicBezTo>
                    <a:pt x="15" y="25"/>
                    <a:pt x="16" y="23"/>
                    <a:pt x="19" y="2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6" name="Freeform 3918">
              <a:extLst>
                <a:ext uri="{FF2B5EF4-FFF2-40B4-BE49-F238E27FC236}">
                  <a16:creationId xmlns:a16="http://schemas.microsoft.com/office/drawing/2014/main" id="{618C7A99-C81F-40A5-B820-0061D9E73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3581"/>
              <a:ext cx="58" cy="72"/>
            </a:xfrm>
            <a:custGeom>
              <a:avLst/>
              <a:gdLst>
                <a:gd name="T0" fmla="*/ 64 w 28"/>
                <a:gd name="T1" fmla="*/ 0 h 33"/>
                <a:gd name="T2" fmla="*/ 160 w 28"/>
                <a:gd name="T3" fmla="*/ 281 h 33"/>
                <a:gd name="T4" fmla="*/ 249 w 28"/>
                <a:gd name="T5" fmla="*/ 29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3">
                  <a:moveTo>
                    <a:pt x="7" y="0"/>
                  </a:moveTo>
                  <a:cubicBezTo>
                    <a:pt x="0" y="5"/>
                    <a:pt x="15" y="22"/>
                    <a:pt x="18" y="27"/>
                  </a:cubicBezTo>
                  <a:cubicBezTo>
                    <a:pt x="22" y="32"/>
                    <a:pt x="23" y="33"/>
                    <a:pt x="28" y="2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7" name="Freeform 3919">
              <a:extLst>
                <a:ext uri="{FF2B5EF4-FFF2-40B4-BE49-F238E27FC236}">
                  <a16:creationId xmlns:a16="http://schemas.microsoft.com/office/drawing/2014/main" id="{7A8993C1-4B4F-4E7B-8B4F-8BFD76087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649"/>
              <a:ext cx="64" cy="59"/>
            </a:xfrm>
            <a:custGeom>
              <a:avLst/>
              <a:gdLst>
                <a:gd name="T0" fmla="*/ 60 w 31"/>
                <a:gd name="T1" fmla="*/ 0 h 27"/>
                <a:gd name="T2" fmla="*/ 175 w 31"/>
                <a:gd name="T3" fmla="*/ 249 h 27"/>
                <a:gd name="T4" fmla="*/ 248 w 31"/>
                <a:gd name="T5" fmla="*/ 262 h 27"/>
                <a:gd name="T6" fmla="*/ 273 w 31"/>
                <a:gd name="T7" fmla="*/ 23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7">
                  <a:moveTo>
                    <a:pt x="7" y="0"/>
                  </a:moveTo>
                  <a:cubicBezTo>
                    <a:pt x="0" y="4"/>
                    <a:pt x="16" y="20"/>
                    <a:pt x="20" y="24"/>
                  </a:cubicBezTo>
                  <a:cubicBezTo>
                    <a:pt x="23" y="26"/>
                    <a:pt x="24" y="27"/>
                    <a:pt x="28" y="25"/>
                  </a:cubicBezTo>
                  <a:cubicBezTo>
                    <a:pt x="30" y="24"/>
                    <a:pt x="30" y="25"/>
                    <a:pt x="31" y="2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8" name="Freeform 3920">
              <a:extLst>
                <a:ext uri="{FF2B5EF4-FFF2-40B4-BE49-F238E27FC236}">
                  <a16:creationId xmlns:a16="http://schemas.microsoft.com/office/drawing/2014/main" id="{CFEF4372-0134-45AA-A209-C96BCD4AF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3509"/>
              <a:ext cx="20" cy="59"/>
            </a:xfrm>
            <a:custGeom>
              <a:avLst/>
              <a:gdLst>
                <a:gd name="T0" fmla="*/ 8 w 10"/>
                <a:gd name="T1" fmla="*/ 0 h 27"/>
                <a:gd name="T2" fmla="*/ 80 w 10"/>
                <a:gd name="T3" fmla="*/ 201 h 27"/>
                <a:gd name="T4" fmla="*/ 0 w 10"/>
                <a:gd name="T5" fmla="*/ 28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1" y="0"/>
                  </a:moveTo>
                  <a:cubicBezTo>
                    <a:pt x="5" y="5"/>
                    <a:pt x="10" y="12"/>
                    <a:pt x="10" y="19"/>
                  </a:cubicBezTo>
                  <a:cubicBezTo>
                    <a:pt x="10" y="26"/>
                    <a:pt x="4" y="24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9" name="Freeform 3921">
              <a:extLst>
                <a:ext uri="{FF2B5EF4-FFF2-40B4-BE49-F238E27FC236}">
                  <a16:creationId xmlns:a16="http://schemas.microsoft.com/office/drawing/2014/main" id="{206F2B80-1657-477D-B274-7C0D37221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3544"/>
              <a:ext cx="33" cy="11"/>
            </a:xfrm>
            <a:custGeom>
              <a:avLst/>
              <a:gdLst>
                <a:gd name="T0" fmla="*/ 0 w 16"/>
                <a:gd name="T1" fmla="*/ 33 h 5"/>
                <a:gd name="T2" fmla="*/ 14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3"/>
                  </a:moveTo>
                  <a:cubicBezTo>
                    <a:pt x="4" y="5"/>
                    <a:pt x="13" y="3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0" name="Freeform 3922">
              <a:extLst>
                <a:ext uri="{FF2B5EF4-FFF2-40B4-BE49-F238E27FC236}">
                  <a16:creationId xmlns:a16="http://schemas.microsoft.com/office/drawing/2014/main" id="{C2853B95-0E77-408D-B9B6-C6D22C179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505"/>
              <a:ext cx="19" cy="11"/>
            </a:xfrm>
            <a:custGeom>
              <a:avLst/>
              <a:gdLst>
                <a:gd name="T0" fmla="*/ 0 w 9"/>
                <a:gd name="T1" fmla="*/ 53 h 5"/>
                <a:gd name="T2" fmla="*/ 84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1" y="3"/>
                    <a:pt x="6" y="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1" name="Freeform 3923">
              <a:extLst>
                <a:ext uri="{FF2B5EF4-FFF2-40B4-BE49-F238E27FC236}">
                  <a16:creationId xmlns:a16="http://schemas.microsoft.com/office/drawing/2014/main" id="{939EF967-4AC5-4702-96F4-5F491411B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3555"/>
              <a:ext cx="29" cy="63"/>
            </a:xfrm>
            <a:custGeom>
              <a:avLst/>
              <a:gdLst>
                <a:gd name="T0" fmla="*/ 25 w 14"/>
                <a:gd name="T1" fmla="*/ 0 h 29"/>
                <a:gd name="T2" fmla="*/ 81 w 14"/>
                <a:gd name="T3" fmla="*/ 122 h 29"/>
                <a:gd name="T4" fmla="*/ 116 w 14"/>
                <a:gd name="T5" fmla="*/ 226 h 29"/>
                <a:gd name="T6" fmla="*/ 0 w 14"/>
                <a:gd name="T7" fmla="*/ 29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9">
                  <a:moveTo>
                    <a:pt x="3" y="0"/>
                  </a:moveTo>
                  <a:cubicBezTo>
                    <a:pt x="5" y="3"/>
                    <a:pt x="7" y="8"/>
                    <a:pt x="9" y="12"/>
                  </a:cubicBezTo>
                  <a:cubicBezTo>
                    <a:pt x="10" y="14"/>
                    <a:pt x="14" y="18"/>
                    <a:pt x="13" y="22"/>
                  </a:cubicBezTo>
                  <a:cubicBezTo>
                    <a:pt x="12" y="25"/>
                    <a:pt x="3" y="29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2" name="Freeform 3924">
              <a:extLst>
                <a:ext uri="{FF2B5EF4-FFF2-40B4-BE49-F238E27FC236}">
                  <a16:creationId xmlns:a16="http://schemas.microsoft.com/office/drawing/2014/main" id="{9BDC447B-6D84-43D1-82AF-DAA7B1273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594"/>
              <a:ext cx="18" cy="7"/>
            </a:xfrm>
            <a:custGeom>
              <a:avLst/>
              <a:gdLst>
                <a:gd name="T0" fmla="*/ 0 w 9"/>
                <a:gd name="T1" fmla="*/ 37 h 3"/>
                <a:gd name="T2" fmla="*/ 7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8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3" name="Freeform 3925">
              <a:extLst>
                <a:ext uri="{FF2B5EF4-FFF2-40B4-BE49-F238E27FC236}">
                  <a16:creationId xmlns:a16="http://schemas.microsoft.com/office/drawing/2014/main" id="{81BAEB60-FF8D-4FEB-B52F-214429370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3614"/>
              <a:ext cx="24" cy="57"/>
            </a:xfrm>
            <a:custGeom>
              <a:avLst/>
              <a:gdLst>
                <a:gd name="T0" fmla="*/ 0 w 12"/>
                <a:gd name="T1" fmla="*/ 0 h 26"/>
                <a:gd name="T2" fmla="*/ 96 w 12"/>
                <a:gd name="T3" fmla="*/ 202 h 26"/>
                <a:gd name="T4" fmla="*/ 32 w 12"/>
                <a:gd name="T5" fmla="*/ 27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6">
                  <a:moveTo>
                    <a:pt x="0" y="0"/>
                  </a:moveTo>
                  <a:cubicBezTo>
                    <a:pt x="3" y="5"/>
                    <a:pt x="12" y="13"/>
                    <a:pt x="12" y="19"/>
                  </a:cubicBezTo>
                  <a:cubicBezTo>
                    <a:pt x="11" y="22"/>
                    <a:pt x="6" y="26"/>
                    <a:pt x="4" y="2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4" name="Freeform 3926">
              <a:extLst>
                <a:ext uri="{FF2B5EF4-FFF2-40B4-BE49-F238E27FC236}">
                  <a16:creationId xmlns:a16="http://schemas.microsoft.com/office/drawing/2014/main" id="{205C7D30-890B-4142-822D-DA0C3617F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3634"/>
              <a:ext cx="29" cy="15"/>
            </a:xfrm>
            <a:custGeom>
              <a:avLst/>
              <a:gdLst>
                <a:gd name="T0" fmla="*/ 0 w 14"/>
                <a:gd name="T1" fmla="*/ 69 h 7"/>
                <a:gd name="T2" fmla="*/ 124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5" y="7"/>
                    <a:pt x="12" y="4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5" name="Freeform 3927">
              <a:extLst>
                <a:ext uri="{FF2B5EF4-FFF2-40B4-BE49-F238E27FC236}">
                  <a16:creationId xmlns:a16="http://schemas.microsoft.com/office/drawing/2014/main" id="{DFE93E09-1803-4D88-AF5C-BF04AD76F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3642"/>
              <a:ext cx="16" cy="18"/>
            </a:xfrm>
            <a:custGeom>
              <a:avLst/>
              <a:gdLst>
                <a:gd name="T0" fmla="*/ 0 w 8"/>
                <a:gd name="T1" fmla="*/ 0 h 8"/>
                <a:gd name="T2" fmla="*/ 64 w 8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4" y="1"/>
                    <a:pt x="6" y="5"/>
                    <a:pt x="8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6" name="Freeform 3928">
              <a:extLst>
                <a:ext uri="{FF2B5EF4-FFF2-40B4-BE49-F238E27FC236}">
                  <a16:creationId xmlns:a16="http://schemas.microsoft.com/office/drawing/2014/main" id="{8164565E-68E5-4CA7-B08A-C109B5BA2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3660"/>
              <a:ext cx="52" cy="44"/>
            </a:xfrm>
            <a:custGeom>
              <a:avLst/>
              <a:gdLst>
                <a:gd name="T0" fmla="*/ 0 w 25"/>
                <a:gd name="T1" fmla="*/ 0 h 20"/>
                <a:gd name="T2" fmla="*/ 144 w 25"/>
                <a:gd name="T3" fmla="*/ 213 h 20"/>
                <a:gd name="T4" fmla="*/ 225 w 25"/>
                <a:gd name="T5" fmla="*/ 15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3" y="6"/>
                    <a:pt x="7" y="19"/>
                    <a:pt x="16" y="20"/>
                  </a:cubicBezTo>
                  <a:cubicBezTo>
                    <a:pt x="18" y="20"/>
                    <a:pt x="25" y="16"/>
                    <a:pt x="25" y="1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7" name="Freeform 3929">
              <a:extLst>
                <a:ext uri="{FF2B5EF4-FFF2-40B4-BE49-F238E27FC236}">
                  <a16:creationId xmlns:a16="http://schemas.microsoft.com/office/drawing/2014/main" id="{F4CB2939-BE3A-4A57-B7B3-D9F3C3CB5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704"/>
              <a:ext cx="16" cy="15"/>
            </a:xfrm>
            <a:custGeom>
              <a:avLst/>
              <a:gdLst>
                <a:gd name="T0" fmla="*/ 64 w 8"/>
                <a:gd name="T1" fmla="*/ 0 h 7"/>
                <a:gd name="T2" fmla="*/ 0 w 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7" y="2"/>
                    <a:pt x="2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8" name="Freeform 3930">
              <a:extLst>
                <a:ext uri="{FF2B5EF4-FFF2-40B4-BE49-F238E27FC236}">
                  <a16:creationId xmlns:a16="http://schemas.microsoft.com/office/drawing/2014/main" id="{A45C2F87-6DD7-443F-AD28-37C32AB32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3706"/>
              <a:ext cx="56" cy="50"/>
            </a:xfrm>
            <a:custGeom>
              <a:avLst/>
              <a:gdLst>
                <a:gd name="T0" fmla="*/ 0 w 27"/>
                <a:gd name="T1" fmla="*/ 0 h 23"/>
                <a:gd name="T2" fmla="*/ 64 w 27"/>
                <a:gd name="T3" fmla="*/ 113 h 23"/>
                <a:gd name="T4" fmla="*/ 141 w 27"/>
                <a:gd name="T5" fmla="*/ 217 h 23"/>
                <a:gd name="T6" fmla="*/ 241 w 27"/>
                <a:gd name="T7" fmla="*/ 15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0" y="0"/>
                  </a:moveTo>
                  <a:cubicBezTo>
                    <a:pt x="3" y="4"/>
                    <a:pt x="4" y="8"/>
                    <a:pt x="7" y="11"/>
                  </a:cubicBezTo>
                  <a:cubicBezTo>
                    <a:pt x="9" y="14"/>
                    <a:pt x="13" y="20"/>
                    <a:pt x="16" y="21"/>
                  </a:cubicBezTo>
                  <a:cubicBezTo>
                    <a:pt x="21" y="23"/>
                    <a:pt x="25" y="18"/>
                    <a:pt x="27" y="1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9" name="Freeform 3931">
              <a:extLst>
                <a:ext uri="{FF2B5EF4-FFF2-40B4-BE49-F238E27FC236}">
                  <a16:creationId xmlns:a16="http://schemas.microsoft.com/office/drawing/2014/main" id="{647A745A-2CAF-4557-B083-4E6D5B71F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3754"/>
              <a:ext cx="52" cy="37"/>
            </a:xfrm>
            <a:custGeom>
              <a:avLst/>
              <a:gdLst>
                <a:gd name="T0" fmla="*/ 0 w 25"/>
                <a:gd name="T1" fmla="*/ 0 h 17"/>
                <a:gd name="T2" fmla="*/ 173 w 25"/>
                <a:gd name="T3" fmla="*/ 165 h 17"/>
                <a:gd name="T4" fmla="*/ 225 w 25"/>
                <a:gd name="T5" fmla="*/ 12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2" y="4"/>
                    <a:pt x="12" y="17"/>
                    <a:pt x="19" y="16"/>
                  </a:cubicBezTo>
                  <a:cubicBezTo>
                    <a:pt x="22" y="16"/>
                    <a:pt x="24" y="14"/>
                    <a:pt x="25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0" name="Freeform 3932">
              <a:extLst>
                <a:ext uri="{FF2B5EF4-FFF2-40B4-BE49-F238E27FC236}">
                  <a16:creationId xmlns:a16="http://schemas.microsoft.com/office/drawing/2014/main" id="{E249C22D-9688-4C86-8FFC-B74310E6F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789"/>
              <a:ext cx="60" cy="44"/>
            </a:xfrm>
            <a:custGeom>
              <a:avLst/>
              <a:gdLst>
                <a:gd name="T0" fmla="*/ 0 w 29"/>
                <a:gd name="T1" fmla="*/ 0 h 20"/>
                <a:gd name="T2" fmla="*/ 197 w 29"/>
                <a:gd name="T3" fmla="*/ 202 h 20"/>
                <a:gd name="T4" fmla="*/ 257 w 29"/>
                <a:gd name="T5" fmla="*/ 14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0" y="0"/>
                  </a:moveTo>
                  <a:cubicBezTo>
                    <a:pt x="1" y="5"/>
                    <a:pt x="15" y="19"/>
                    <a:pt x="22" y="19"/>
                  </a:cubicBezTo>
                  <a:cubicBezTo>
                    <a:pt x="25" y="20"/>
                    <a:pt x="28" y="15"/>
                    <a:pt x="29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1" name="Freeform 3933">
              <a:extLst>
                <a:ext uri="{FF2B5EF4-FFF2-40B4-BE49-F238E27FC236}">
                  <a16:creationId xmlns:a16="http://schemas.microsoft.com/office/drawing/2014/main" id="{76BF1314-A3BE-4083-B216-83076E01E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704"/>
              <a:ext cx="54" cy="43"/>
            </a:xfrm>
            <a:custGeom>
              <a:avLst/>
              <a:gdLst>
                <a:gd name="T0" fmla="*/ 0 w 26"/>
                <a:gd name="T1" fmla="*/ 0 h 20"/>
                <a:gd name="T2" fmla="*/ 125 w 26"/>
                <a:gd name="T3" fmla="*/ 189 h 20"/>
                <a:gd name="T4" fmla="*/ 233 w 26"/>
                <a:gd name="T5" fmla="*/ 12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0"/>
                  </a:moveTo>
                  <a:cubicBezTo>
                    <a:pt x="1" y="5"/>
                    <a:pt x="8" y="17"/>
                    <a:pt x="14" y="19"/>
                  </a:cubicBezTo>
                  <a:cubicBezTo>
                    <a:pt x="17" y="20"/>
                    <a:pt x="25" y="16"/>
                    <a:pt x="26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2" name="Freeform 3934">
              <a:extLst>
                <a:ext uri="{FF2B5EF4-FFF2-40B4-BE49-F238E27FC236}">
                  <a16:creationId xmlns:a16="http://schemas.microsoft.com/office/drawing/2014/main" id="{DC8FAAFA-CBDE-44FF-845B-B4E2948E3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745"/>
              <a:ext cx="64" cy="46"/>
            </a:xfrm>
            <a:custGeom>
              <a:avLst/>
              <a:gdLst>
                <a:gd name="T0" fmla="*/ 0 w 31"/>
                <a:gd name="T1" fmla="*/ 0 h 21"/>
                <a:gd name="T2" fmla="*/ 175 w 31"/>
                <a:gd name="T3" fmla="*/ 221 h 21"/>
                <a:gd name="T4" fmla="*/ 273 w 31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">
                  <a:moveTo>
                    <a:pt x="0" y="0"/>
                  </a:moveTo>
                  <a:cubicBezTo>
                    <a:pt x="1" y="5"/>
                    <a:pt x="12" y="21"/>
                    <a:pt x="20" y="21"/>
                  </a:cubicBezTo>
                  <a:cubicBezTo>
                    <a:pt x="22" y="21"/>
                    <a:pt x="31" y="15"/>
                    <a:pt x="31" y="1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3" name="Freeform 3935">
              <a:extLst>
                <a:ext uri="{FF2B5EF4-FFF2-40B4-BE49-F238E27FC236}">
                  <a16:creationId xmlns:a16="http://schemas.microsoft.com/office/drawing/2014/main" id="{2E9BAF49-95C7-4CB8-8EDA-3C932CF0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793"/>
              <a:ext cx="60" cy="37"/>
            </a:xfrm>
            <a:custGeom>
              <a:avLst/>
              <a:gdLst>
                <a:gd name="T0" fmla="*/ 0 w 29"/>
                <a:gd name="T1" fmla="*/ 0 h 17"/>
                <a:gd name="T2" fmla="*/ 168 w 29"/>
                <a:gd name="T3" fmla="*/ 165 h 17"/>
                <a:gd name="T4" fmla="*/ 257 w 29"/>
                <a:gd name="T5" fmla="*/ 11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0" y="0"/>
                  </a:moveTo>
                  <a:cubicBezTo>
                    <a:pt x="2" y="5"/>
                    <a:pt x="12" y="16"/>
                    <a:pt x="19" y="16"/>
                  </a:cubicBezTo>
                  <a:cubicBezTo>
                    <a:pt x="22" y="17"/>
                    <a:pt x="29" y="12"/>
                    <a:pt x="29" y="1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4" name="Freeform 3936">
              <a:extLst>
                <a:ext uri="{FF2B5EF4-FFF2-40B4-BE49-F238E27FC236}">
                  <a16:creationId xmlns:a16="http://schemas.microsoft.com/office/drawing/2014/main" id="{E5C01C2F-6E95-422C-91F0-6CA8F25A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756"/>
              <a:ext cx="20" cy="18"/>
            </a:xfrm>
            <a:custGeom>
              <a:avLst/>
              <a:gdLst>
                <a:gd name="T0" fmla="*/ 80 w 10"/>
                <a:gd name="T1" fmla="*/ 0 h 8"/>
                <a:gd name="T2" fmla="*/ 0 w 10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6" y="3"/>
                    <a:pt x="4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5" name="Freeform 3937">
              <a:extLst>
                <a:ext uri="{FF2B5EF4-FFF2-40B4-BE49-F238E27FC236}">
                  <a16:creationId xmlns:a16="http://schemas.microsoft.com/office/drawing/2014/main" id="{73251E9D-AD2A-46DA-8AAA-DECB3260B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3806"/>
              <a:ext cx="22" cy="16"/>
            </a:xfrm>
            <a:custGeom>
              <a:avLst/>
              <a:gdLst>
                <a:gd name="T0" fmla="*/ 88 w 11"/>
                <a:gd name="T1" fmla="*/ 0 h 7"/>
                <a:gd name="T2" fmla="*/ 0 w 1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10" y="4"/>
                    <a:pt x="3" y="5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6" name="Freeform 3938">
              <a:extLst>
                <a:ext uri="{FF2B5EF4-FFF2-40B4-BE49-F238E27FC236}">
                  <a16:creationId xmlns:a16="http://schemas.microsoft.com/office/drawing/2014/main" id="{19809B85-0E65-4CD8-844F-954D4F84C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3787"/>
              <a:ext cx="20" cy="19"/>
            </a:xfrm>
            <a:custGeom>
              <a:avLst/>
              <a:gdLst>
                <a:gd name="T0" fmla="*/ 0 w 10"/>
                <a:gd name="T1" fmla="*/ 0 h 9"/>
                <a:gd name="T2" fmla="*/ 80 w 10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2" y="4"/>
                    <a:pt x="6" y="6"/>
                    <a:pt x="10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7" name="Freeform 3939">
              <a:extLst>
                <a:ext uri="{FF2B5EF4-FFF2-40B4-BE49-F238E27FC236}">
                  <a16:creationId xmlns:a16="http://schemas.microsoft.com/office/drawing/2014/main" id="{EB97E8EB-CF73-4451-B507-912C9CA10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3752"/>
              <a:ext cx="16" cy="15"/>
            </a:xfrm>
            <a:custGeom>
              <a:avLst/>
              <a:gdLst>
                <a:gd name="T0" fmla="*/ 0 w 8"/>
                <a:gd name="T1" fmla="*/ 0 h 7"/>
                <a:gd name="T2" fmla="*/ 64 w 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3"/>
                    <a:pt x="4" y="5"/>
                    <a:pt x="8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8" name="Freeform 3940">
              <a:extLst>
                <a:ext uri="{FF2B5EF4-FFF2-40B4-BE49-F238E27FC236}">
                  <a16:creationId xmlns:a16="http://schemas.microsoft.com/office/drawing/2014/main" id="{CF44C518-19B4-4493-AEE2-68545954A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3701"/>
              <a:ext cx="9" cy="18"/>
            </a:xfrm>
            <a:custGeom>
              <a:avLst/>
              <a:gdLst>
                <a:gd name="T0" fmla="*/ 25 w 4"/>
                <a:gd name="T1" fmla="*/ 92 h 8"/>
                <a:gd name="T2" fmla="*/ 45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2" y="8"/>
                  </a:moveTo>
                  <a:cubicBezTo>
                    <a:pt x="2" y="5"/>
                    <a:pt x="0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9" name="Freeform 3941">
              <a:extLst>
                <a:ext uri="{FF2B5EF4-FFF2-40B4-BE49-F238E27FC236}">
                  <a16:creationId xmlns:a16="http://schemas.microsoft.com/office/drawing/2014/main" id="{2F6E7799-C057-4D61-934F-7651B74DC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3833"/>
              <a:ext cx="58" cy="28"/>
            </a:xfrm>
            <a:custGeom>
              <a:avLst/>
              <a:gdLst>
                <a:gd name="T0" fmla="*/ 0 w 28"/>
                <a:gd name="T1" fmla="*/ 0 h 13"/>
                <a:gd name="T2" fmla="*/ 168 w 28"/>
                <a:gd name="T3" fmla="*/ 121 h 13"/>
                <a:gd name="T4" fmla="*/ 249 w 28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6" y="9"/>
                    <a:pt x="16" y="13"/>
                    <a:pt x="19" y="12"/>
                  </a:cubicBezTo>
                  <a:cubicBezTo>
                    <a:pt x="22" y="11"/>
                    <a:pt x="28" y="4"/>
                    <a:pt x="28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00" name="Freeform 3942">
              <a:extLst>
                <a:ext uri="{FF2B5EF4-FFF2-40B4-BE49-F238E27FC236}">
                  <a16:creationId xmlns:a16="http://schemas.microsoft.com/office/drawing/2014/main" id="{A33312EB-0422-4A5E-99FE-F905C35AC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3828"/>
              <a:ext cx="16" cy="39"/>
            </a:xfrm>
            <a:custGeom>
              <a:avLst/>
              <a:gdLst>
                <a:gd name="T0" fmla="*/ 24 w 8"/>
                <a:gd name="T1" fmla="*/ 0 h 18"/>
                <a:gd name="T2" fmla="*/ 64 w 8"/>
                <a:gd name="T3" fmla="*/ 72 h 18"/>
                <a:gd name="T4" fmla="*/ 0 w 8"/>
                <a:gd name="T5" fmla="*/ 18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3" y="0"/>
                  </a:moveTo>
                  <a:cubicBezTo>
                    <a:pt x="8" y="4"/>
                    <a:pt x="8" y="6"/>
                    <a:pt x="8" y="7"/>
                  </a:cubicBezTo>
                  <a:cubicBezTo>
                    <a:pt x="8" y="8"/>
                    <a:pt x="0" y="18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01" name="Freeform 3943">
              <a:extLst>
                <a:ext uri="{FF2B5EF4-FFF2-40B4-BE49-F238E27FC236}">
                  <a16:creationId xmlns:a16="http://schemas.microsoft.com/office/drawing/2014/main" id="{DDCD9DDD-72DB-4DF8-9250-A3D8FC81B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3843"/>
              <a:ext cx="50" cy="42"/>
            </a:xfrm>
            <a:custGeom>
              <a:avLst/>
              <a:gdLst>
                <a:gd name="T0" fmla="*/ 0 w 24"/>
                <a:gd name="T1" fmla="*/ 0 h 19"/>
                <a:gd name="T2" fmla="*/ 217 w 24"/>
                <a:gd name="T3" fmla="*/ 2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0" y="0"/>
                  </a:moveTo>
                  <a:cubicBezTo>
                    <a:pt x="7" y="4"/>
                    <a:pt x="23" y="18"/>
                    <a:pt x="24" y="1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02" name="Freeform 3944">
              <a:extLst>
                <a:ext uri="{FF2B5EF4-FFF2-40B4-BE49-F238E27FC236}">
                  <a16:creationId xmlns:a16="http://schemas.microsoft.com/office/drawing/2014/main" id="{3299E799-7DBD-48A1-A203-DDB2722DA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854"/>
              <a:ext cx="17" cy="18"/>
            </a:xfrm>
            <a:custGeom>
              <a:avLst/>
              <a:gdLst>
                <a:gd name="T0" fmla="*/ 0 w 8"/>
                <a:gd name="T1" fmla="*/ 92 h 8"/>
                <a:gd name="T2" fmla="*/ 77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5" y="5"/>
                    <a:pt x="8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03" name="Freeform 3945">
              <a:extLst>
                <a:ext uri="{FF2B5EF4-FFF2-40B4-BE49-F238E27FC236}">
                  <a16:creationId xmlns:a16="http://schemas.microsoft.com/office/drawing/2014/main" id="{C8F42E33-D4FD-4571-AD0D-4C19EA11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881"/>
              <a:ext cx="6" cy="11"/>
            </a:xfrm>
            <a:custGeom>
              <a:avLst/>
              <a:gdLst>
                <a:gd name="T0" fmla="*/ 0 w 3"/>
                <a:gd name="T1" fmla="*/ 53 h 5"/>
                <a:gd name="T2" fmla="*/ 1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3" y="3"/>
                    <a:pt x="2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04" name="Freeform 3946">
              <a:extLst>
                <a:ext uri="{FF2B5EF4-FFF2-40B4-BE49-F238E27FC236}">
                  <a16:creationId xmlns:a16="http://schemas.microsoft.com/office/drawing/2014/main" id="{1AAAA939-9B02-4B3F-AAF9-2AFB60458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867"/>
              <a:ext cx="49" cy="42"/>
            </a:xfrm>
            <a:custGeom>
              <a:avLst/>
              <a:gdLst>
                <a:gd name="T0" fmla="*/ 204 w 24"/>
                <a:gd name="T1" fmla="*/ 186 h 19"/>
                <a:gd name="T2" fmla="*/ 59 w 24"/>
                <a:gd name="T3" fmla="*/ 153 h 19"/>
                <a:gd name="T4" fmla="*/ 25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24" y="17"/>
                  </a:moveTo>
                  <a:cubicBezTo>
                    <a:pt x="17" y="19"/>
                    <a:pt x="12" y="18"/>
                    <a:pt x="7" y="14"/>
                  </a:cubicBezTo>
                  <a:cubicBezTo>
                    <a:pt x="1" y="8"/>
                    <a:pt x="0" y="7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05" name="Freeform 3947">
              <a:extLst>
                <a:ext uri="{FF2B5EF4-FFF2-40B4-BE49-F238E27FC236}">
                  <a16:creationId xmlns:a16="http://schemas.microsoft.com/office/drawing/2014/main" id="{DFD12FE1-3B0F-4C04-8AB0-BAD526822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3861"/>
              <a:ext cx="51" cy="26"/>
            </a:xfrm>
            <a:custGeom>
              <a:avLst/>
              <a:gdLst>
                <a:gd name="T0" fmla="*/ 212 w 25"/>
                <a:gd name="T1" fmla="*/ 121 h 12"/>
                <a:gd name="T2" fmla="*/ 0 w 2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2">
                  <a:moveTo>
                    <a:pt x="25" y="12"/>
                  </a:moveTo>
                  <a:cubicBezTo>
                    <a:pt x="16" y="10"/>
                    <a:pt x="3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06" name="Freeform 3948">
              <a:extLst>
                <a:ext uri="{FF2B5EF4-FFF2-40B4-BE49-F238E27FC236}">
                  <a16:creationId xmlns:a16="http://schemas.microsoft.com/office/drawing/2014/main" id="{40719B3D-DE23-4F8A-B2CA-CE4661FE1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881"/>
              <a:ext cx="45" cy="41"/>
            </a:xfrm>
            <a:custGeom>
              <a:avLst/>
              <a:gdLst>
                <a:gd name="T0" fmla="*/ 188 w 22"/>
                <a:gd name="T1" fmla="*/ 190 h 19"/>
                <a:gd name="T2" fmla="*/ 25 w 22"/>
                <a:gd name="T3" fmla="*/ 121 h 19"/>
                <a:gd name="T4" fmla="*/ 16 w 2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22" y="19"/>
                  </a:moveTo>
                  <a:cubicBezTo>
                    <a:pt x="16" y="19"/>
                    <a:pt x="7" y="16"/>
                    <a:pt x="3" y="12"/>
                  </a:cubicBezTo>
                  <a:cubicBezTo>
                    <a:pt x="0" y="9"/>
                    <a:pt x="1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07" name="Freeform 3949">
              <a:extLst>
                <a:ext uri="{FF2B5EF4-FFF2-40B4-BE49-F238E27FC236}">
                  <a16:creationId xmlns:a16="http://schemas.microsoft.com/office/drawing/2014/main" id="{AA8F6717-DB21-4CBE-90C6-85F6945AF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887"/>
              <a:ext cx="45" cy="18"/>
            </a:xfrm>
            <a:custGeom>
              <a:avLst/>
              <a:gdLst>
                <a:gd name="T0" fmla="*/ 188 w 22"/>
                <a:gd name="T1" fmla="*/ 81 h 8"/>
                <a:gd name="T2" fmla="*/ 0 w 2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22" y="7"/>
                  </a:moveTo>
                  <a:cubicBezTo>
                    <a:pt x="16" y="8"/>
                    <a:pt x="3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08" name="Freeform 3950">
              <a:extLst>
                <a:ext uri="{FF2B5EF4-FFF2-40B4-BE49-F238E27FC236}">
                  <a16:creationId xmlns:a16="http://schemas.microsoft.com/office/drawing/2014/main" id="{49D7CCB0-E262-47F3-B344-04842E63A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3885"/>
              <a:ext cx="11" cy="17"/>
            </a:xfrm>
            <a:custGeom>
              <a:avLst/>
              <a:gdLst>
                <a:gd name="T0" fmla="*/ 53 w 5"/>
                <a:gd name="T1" fmla="*/ 0 h 8"/>
                <a:gd name="T2" fmla="*/ 0 w 5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3"/>
                    <a:pt x="3" y="7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09" name="Freeform 3951">
              <a:extLst>
                <a:ext uri="{FF2B5EF4-FFF2-40B4-BE49-F238E27FC236}">
                  <a16:creationId xmlns:a16="http://schemas.microsoft.com/office/drawing/2014/main" id="{F224BC2D-B970-4949-9758-4734FC78F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913"/>
              <a:ext cx="6" cy="20"/>
            </a:xfrm>
            <a:custGeom>
              <a:avLst/>
              <a:gdLst>
                <a:gd name="T0" fmla="*/ 24 w 3"/>
                <a:gd name="T1" fmla="*/ 0 h 9"/>
                <a:gd name="T2" fmla="*/ 0 w 3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1" y="3"/>
                    <a:pt x="1" y="7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0" name="Freeform 3952">
              <a:extLst>
                <a:ext uri="{FF2B5EF4-FFF2-40B4-BE49-F238E27FC236}">
                  <a16:creationId xmlns:a16="http://schemas.microsoft.com/office/drawing/2014/main" id="{C3011129-FC74-4364-99C1-F1BF9B7A7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758"/>
              <a:ext cx="35" cy="37"/>
            </a:xfrm>
            <a:custGeom>
              <a:avLst/>
              <a:gdLst>
                <a:gd name="T0" fmla="*/ 0 w 17"/>
                <a:gd name="T1" fmla="*/ 176 h 17"/>
                <a:gd name="T2" fmla="*/ 89 w 17"/>
                <a:gd name="T3" fmla="*/ 61 h 17"/>
                <a:gd name="T4" fmla="*/ 148 w 1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3" y="13"/>
                    <a:pt x="6" y="9"/>
                    <a:pt x="10" y="6"/>
                  </a:cubicBezTo>
                  <a:cubicBezTo>
                    <a:pt x="12" y="4"/>
                    <a:pt x="15" y="3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1" name="Freeform 3953">
              <a:extLst>
                <a:ext uri="{FF2B5EF4-FFF2-40B4-BE49-F238E27FC236}">
                  <a16:creationId xmlns:a16="http://schemas.microsoft.com/office/drawing/2014/main" id="{3220C92D-E8BC-42E0-A7CE-C3B96FF63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776"/>
              <a:ext cx="45" cy="15"/>
            </a:xfrm>
            <a:custGeom>
              <a:avLst/>
              <a:gdLst>
                <a:gd name="T0" fmla="*/ 0 w 22"/>
                <a:gd name="T1" fmla="*/ 41 h 7"/>
                <a:gd name="T2" fmla="*/ 16 w 22"/>
                <a:gd name="T3" fmla="*/ 60 h 7"/>
                <a:gd name="T4" fmla="*/ 121 w 22"/>
                <a:gd name="T5" fmla="*/ 0 h 7"/>
                <a:gd name="T6" fmla="*/ 188 w 22"/>
                <a:gd name="T7" fmla="*/ 6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0" y="4"/>
                  </a:moveTo>
                  <a:cubicBezTo>
                    <a:pt x="1" y="5"/>
                    <a:pt x="2" y="5"/>
                    <a:pt x="2" y="6"/>
                  </a:cubicBezTo>
                  <a:cubicBezTo>
                    <a:pt x="5" y="5"/>
                    <a:pt x="11" y="0"/>
                    <a:pt x="14" y="0"/>
                  </a:cubicBezTo>
                  <a:cubicBezTo>
                    <a:pt x="17" y="1"/>
                    <a:pt x="21" y="6"/>
                    <a:pt x="22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2" name="Freeform 3954">
              <a:extLst>
                <a:ext uri="{FF2B5EF4-FFF2-40B4-BE49-F238E27FC236}">
                  <a16:creationId xmlns:a16="http://schemas.microsoft.com/office/drawing/2014/main" id="{0A9A8516-8022-4BE9-B454-7ADE64A59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642"/>
              <a:ext cx="113" cy="134"/>
            </a:xfrm>
            <a:custGeom>
              <a:avLst/>
              <a:gdLst>
                <a:gd name="T0" fmla="*/ 0 w 55"/>
                <a:gd name="T1" fmla="*/ 646 h 61"/>
                <a:gd name="T2" fmla="*/ 156 w 55"/>
                <a:gd name="T3" fmla="*/ 532 h 61"/>
                <a:gd name="T4" fmla="*/ 296 w 55"/>
                <a:gd name="T5" fmla="*/ 338 h 61"/>
                <a:gd name="T6" fmla="*/ 312 w 55"/>
                <a:gd name="T7" fmla="*/ 327 h 61"/>
                <a:gd name="T8" fmla="*/ 329 w 55"/>
                <a:gd name="T9" fmla="*/ 255 h 61"/>
                <a:gd name="T10" fmla="*/ 401 w 55"/>
                <a:gd name="T11" fmla="*/ 158 h 61"/>
                <a:gd name="T12" fmla="*/ 477 w 55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61">
                  <a:moveTo>
                    <a:pt x="0" y="61"/>
                  </a:moveTo>
                  <a:cubicBezTo>
                    <a:pt x="4" y="59"/>
                    <a:pt x="13" y="47"/>
                    <a:pt x="18" y="50"/>
                  </a:cubicBezTo>
                  <a:cubicBezTo>
                    <a:pt x="19" y="40"/>
                    <a:pt x="27" y="38"/>
                    <a:pt x="34" y="32"/>
                  </a:cubicBezTo>
                  <a:cubicBezTo>
                    <a:pt x="34" y="31"/>
                    <a:pt x="35" y="32"/>
                    <a:pt x="36" y="31"/>
                  </a:cubicBezTo>
                  <a:cubicBezTo>
                    <a:pt x="37" y="30"/>
                    <a:pt x="37" y="26"/>
                    <a:pt x="38" y="24"/>
                  </a:cubicBezTo>
                  <a:cubicBezTo>
                    <a:pt x="39" y="22"/>
                    <a:pt x="44" y="15"/>
                    <a:pt x="46" y="15"/>
                  </a:cubicBezTo>
                  <a:cubicBezTo>
                    <a:pt x="49" y="11"/>
                    <a:pt x="51" y="5"/>
                    <a:pt x="55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3" name="Freeform 3955">
              <a:extLst>
                <a:ext uri="{FF2B5EF4-FFF2-40B4-BE49-F238E27FC236}">
                  <a16:creationId xmlns:a16="http://schemas.microsoft.com/office/drawing/2014/main" id="{2E47CAD2-D968-4D91-A0C4-17C30FF0F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3671"/>
              <a:ext cx="18" cy="11"/>
            </a:xfrm>
            <a:custGeom>
              <a:avLst/>
              <a:gdLst>
                <a:gd name="T0" fmla="*/ 72 w 9"/>
                <a:gd name="T1" fmla="*/ 53 h 5"/>
                <a:gd name="T2" fmla="*/ 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5"/>
                  </a:moveTo>
                  <a:cubicBezTo>
                    <a:pt x="5" y="4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4" name="Freeform 3956">
              <a:extLst>
                <a:ext uri="{FF2B5EF4-FFF2-40B4-BE49-F238E27FC236}">
                  <a16:creationId xmlns:a16="http://schemas.microsoft.com/office/drawing/2014/main" id="{F6C076F2-92D8-4723-A98E-BAE3E9AB7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717"/>
              <a:ext cx="8" cy="8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3" y="3"/>
                    <a:pt x="4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5" name="Freeform 3957">
              <a:extLst>
                <a:ext uri="{FF2B5EF4-FFF2-40B4-BE49-F238E27FC236}">
                  <a16:creationId xmlns:a16="http://schemas.microsoft.com/office/drawing/2014/main" id="{2E84C061-2010-4B01-A1D0-A0E925EC6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754"/>
              <a:ext cx="8" cy="9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3" y="3"/>
                    <a:pt x="4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6" name="Freeform 3958">
              <a:extLst>
                <a:ext uri="{FF2B5EF4-FFF2-40B4-BE49-F238E27FC236}">
                  <a16:creationId xmlns:a16="http://schemas.microsoft.com/office/drawing/2014/main" id="{4C9093A4-1FE9-41B2-B73D-77F892C32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767"/>
              <a:ext cx="22" cy="22"/>
            </a:xfrm>
            <a:custGeom>
              <a:avLst/>
              <a:gdLst>
                <a:gd name="T0" fmla="*/ 0 w 11"/>
                <a:gd name="T1" fmla="*/ 0 h 10"/>
                <a:gd name="T2" fmla="*/ 88 w 11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4" y="0"/>
                    <a:pt x="9" y="7"/>
                    <a:pt x="11" y="1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7" name="Freeform 3959">
              <a:extLst>
                <a:ext uri="{FF2B5EF4-FFF2-40B4-BE49-F238E27FC236}">
                  <a16:creationId xmlns:a16="http://schemas.microsoft.com/office/drawing/2014/main" id="{051DEB9B-4E5C-4D71-8045-E61B9A7F0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758"/>
              <a:ext cx="6" cy="13"/>
            </a:xfrm>
            <a:custGeom>
              <a:avLst/>
              <a:gdLst>
                <a:gd name="T0" fmla="*/ 8 w 3"/>
                <a:gd name="T1" fmla="*/ 61 h 6"/>
                <a:gd name="T2" fmla="*/ 24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8" name="Freeform 3960">
              <a:extLst>
                <a:ext uri="{FF2B5EF4-FFF2-40B4-BE49-F238E27FC236}">
                  <a16:creationId xmlns:a16="http://schemas.microsoft.com/office/drawing/2014/main" id="{41F3509C-52CA-4E52-8B85-EF85B88D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352"/>
              <a:ext cx="12" cy="2"/>
            </a:xfrm>
            <a:custGeom>
              <a:avLst/>
              <a:gdLst>
                <a:gd name="T0" fmla="*/ 0 w 6"/>
                <a:gd name="T1" fmla="*/ 0 h 1"/>
                <a:gd name="T2" fmla="*/ 48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19" name="Freeform 3961">
              <a:extLst>
                <a:ext uri="{FF2B5EF4-FFF2-40B4-BE49-F238E27FC236}">
                  <a16:creationId xmlns:a16="http://schemas.microsoft.com/office/drawing/2014/main" id="{CCAF8725-415C-4260-9903-5F9A24ECC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3301"/>
              <a:ext cx="19" cy="53"/>
            </a:xfrm>
            <a:custGeom>
              <a:avLst/>
              <a:gdLst>
                <a:gd name="T0" fmla="*/ 49 w 9"/>
                <a:gd name="T1" fmla="*/ 258 h 24"/>
                <a:gd name="T2" fmla="*/ 57 w 9"/>
                <a:gd name="T3" fmla="*/ 150 h 24"/>
                <a:gd name="T4" fmla="*/ 84 w 9"/>
                <a:gd name="T5" fmla="*/ 64 h 24"/>
                <a:gd name="T6" fmla="*/ 0 w 9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4">
                  <a:moveTo>
                    <a:pt x="5" y="24"/>
                  </a:moveTo>
                  <a:cubicBezTo>
                    <a:pt x="7" y="22"/>
                    <a:pt x="6" y="17"/>
                    <a:pt x="6" y="14"/>
                  </a:cubicBezTo>
                  <a:cubicBezTo>
                    <a:pt x="7" y="11"/>
                    <a:pt x="9" y="9"/>
                    <a:pt x="9" y="6"/>
                  </a:cubicBez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20" name="Freeform 3962">
              <a:extLst>
                <a:ext uri="{FF2B5EF4-FFF2-40B4-BE49-F238E27FC236}">
                  <a16:creationId xmlns:a16="http://schemas.microsoft.com/office/drawing/2014/main" id="{206A899A-E240-49B9-A29D-9DAC2FAF1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3258"/>
              <a:ext cx="4" cy="50"/>
            </a:xfrm>
            <a:custGeom>
              <a:avLst/>
              <a:gdLst>
                <a:gd name="T0" fmla="*/ 0 w 2"/>
                <a:gd name="T1" fmla="*/ 237 h 23"/>
                <a:gd name="T2" fmla="*/ 8 w 2"/>
                <a:gd name="T3" fmla="*/ 72 h 23"/>
                <a:gd name="T4" fmla="*/ 8 w 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3">
                  <a:moveTo>
                    <a:pt x="0" y="23"/>
                  </a:moveTo>
                  <a:cubicBezTo>
                    <a:pt x="2" y="19"/>
                    <a:pt x="1" y="12"/>
                    <a:pt x="1" y="7"/>
                  </a:cubicBezTo>
                  <a:cubicBezTo>
                    <a:pt x="1" y="5"/>
                    <a:pt x="1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21" name="Freeform 3963">
              <a:extLst>
                <a:ext uri="{FF2B5EF4-FFF2-40B4-BE49-F238E27FC236}">
                  <a16:creationId xmlns:a16="http://schemas.microsoft.com/office/drawing/2014/main" id="{ACE175E5-5DFA-4097-9A0D-26813C6D9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317"/>
              <a:ext cx="26" cy="41"/>
            </a:xfrm>
            <a:custGeom>
              <a:avLst/>
              <a:gdLst>
                <a:gd name="T0" fmla="*/ 80 w 13"/>
                <a:gd name="T1" fmla="*/ 190 h 19"/>
                <a:gd name="T2" fmla="*/ 88 w 13"/>
                <a:gd name="T3" fmla="*/ 41 h 19"/>
                <a:gd name="T4" fmla="*/ 0 w 13"/>
                <a:gd name="T5" fmla="*/ 2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0" y="19"/>
                  </a:moveTo>
                  <a:cubicBezTo>
                    <a:pt x="11" y="17"/>
                    <a:pt x="13" y="6"/>
                    <a:pt x="11" y="4"/>
                  </a:cubicBezTo>
                  <a:cubicBezTo>
                    <a:pt x="9" y="0"/>
                    <a:pt x="3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22" name="Freeform 3964">
              <a:extLst>
                <a:ext uri="{FF2B5EF4-FFF2-40B4-BE49-F238E27FC236}">
                  <a16:creationId xmlns:a16="http://schemas.microsoft.com/office/drawing/2014/main" id="{056A8961-7E5A-460D-9C87-6B3C5DC39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275"/>
              <a:ext cx="24" cy="48"/>
            </a:xfrm>
            <a:custGeom>
              <a:avLst/>
              <a:gdLst>
                <a:gd name="T0" fmla="*/ 88 w 12"/>
                <a:gd name="T1" fmla="*/ 229 h 22"/>
                <a:gd name="T2" fmla="*/ 88 w 12"/>
                <a:gd name="T3" fmla="*/ 61 h 22"/>
                <a:gd name="T4" fmla="*/ 0 w 12"/>
                <a:gd name="T5" fmla="*/ 3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11" y="22"/>
                  </a:moveTo>
                  <a:cubicBezTo>
                    <a:pt x="10" y="17"/>
                    <a:pt x="12" y="12"/>
                    <a:pt x="11" y="6"/>
                  </a:cubicBezTo>
                  <a:cubicBezTo>
                    <a:pt x="9" y="0"/>
                    <a:pt x="6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23" name="Freeform 3965">
              <a:extLst>
                <a:ext uri="{FF2B5EF4-FFF2-40B4-BE49-F238E27FC236}">
                  <a16:creationId xmlns:a16="http://schemas.microsoft.com/office/drawing/2014/main" id="{89BE3CD9-90BF-4CF1-A990-D3418289A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260"/>
              <a:ext cx="4" cy="22"/>
            </a:xfrm>
            <a:custGeom>
              <a:avLst/>
              <a:gdLst>
                <a:gd name="T0" fmla="*/ 0 w 2"/>
                <a:gd name="T1" fmla="*/ 106 h 10"/>
                <a:gd name="T2" fmla="*/ 16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2" y="7"/>
                    <a:pt x="2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24" name="Freeform 3966">
              <a:extLst>
                <a:ext uri="{FF2B5EF4-FFF2-40B4-BE49-F238E27FC236}">
                  <a16:creationId xmlns:a16="http://schemas.microsoft.com/office/drawing/2014/main" id="{EAE44536-AFE3-41D5-8C23-1A08ABCAB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352"/>
              <a:ext cx="21" cy="2"/>
            </a:xfrm>
            <a:custGeom>
              <a:avLst/>
              <a:gdLst>
                <a:gd name="T0" fmla="*/ 0 w 10"/>
                <a:gd name="T1" fmla="*/ 8 h 1"/>
                <a:gd name="T2" fmla="*/ 92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3" y="0"/>
                    <a:pt x="7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25" name="Freeform 3967">
              <a:extLst>
                <a:ext uri="{FF2B5EF4-FFF2-40B4-BE49-F238E27FC236}">
                  <a16:creationId xmlns:a16="http://schemas.microsoft.com/office/drawing/2014/main" id="{7F50F7CA-75DE-4AAE-A904-32017D79E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299"/>
              <a:ext cx="23" cy="5"/>
            </a:xfrm>
            <a:custGeom>
              <a:avLst/>
              <a:gdLst>
                <a:gd name="T0" fmla="*/ 0 w 11"/>
                <a:gd name="T1" fmla="*/ 33 h 2"/>
                <a:gd name="T2" fmla="*/ 10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26" name="Freeform 3968">
              <a:extLst>
                <a:ext uri="{FF2B5EF4-FFF2-40B4-BE49-F238E27FC236}">
                  <a16:creationId xmlns:a16="http://schemas.microsoft.com/office/drawing/2014/main" id="{3D9271FE-1696-426C-9CFF-3F48340B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288"/>
              <a:ext cx="8" cy="11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3"/>
                    <a:pt x="1" y="5"/>
                    <a:pt x="4" y="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27" name="Freeform 3969">
              <a:extLst>
                <a:ext uri="{FF2B5EF4-FFF2-40B4-BE49-F238E27FC236}">
                  <a16:creationId xmlns:a16="http://schemas.microsoft.com/office/drawing/2014/main" id="{7EB3C82D-6290-434D-B10F-8AD7A7BE5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384"/>
              <a:ext cx="12" cy="14"/>
            </a:xfrm>
            <a:custGeom>
              <a:avLst/>
              <a:gdLst>
                <a:gd name="T0" fmla="*/ 0 w 6"/>
                <a:gd name="T1" fmla="*/ 12 h 6"/>
                <a:gd name="T2" fmla="*/ 48 w 6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3" y="0"/>
                    <a:pt x="5" y="3"/>
                    <a:pt x="6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28" name="Freeform 3970">
              <a:extLst>
                <a:ext uri="{FF2B5EF4-FFF2-40B4-BE49-F238E27FC236}">
                  <a16:creationId xmlns:a16="http://schemas.microsoft.com/office/drawing/2014/main" id="{3405E5A8-DFB5-4A74-B50B-91BB3731C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3336"/>
              <a:ext cx="12" cy="13"/>
            </a:xfrm>
            <a:custGeom>
              <a:avLst/>
              <a:gdLst>
                <a:gd name="T0" fmla="*/ 0 w 6"/>
                <a:gd name="T1" fmla="*/ 61 h 6"/>
                <a:gd name="T2" fmla="*/ 4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3" y="6"/>
                    <a:pt x="3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29" name="Freeform 3971">
              <a:extLst>
                <a:ext uri="{FF2B5EF4-FFF2-40B4-BE49-F238E27FC236}">
                  <a16:creationId xmlns:a16="http://schemas.microsoft.com/office/drawing/2014/main" id="{3772BF94-2893-4BAA-AC8E-C749A49DB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3850"/>
              <a:ext cx="22" cy="7"/>
            </a:xfrm>
            <a:custGeom>
              <a:avLst/>
              <a:gdLst>
                <a:gd name="T0" fmla="*/ 0 w 11"/>
                <a:gd name="T1" fmla="*/ 37 h 3"/>
                <a:gd name="T2" fmla="*/ 88 w 11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3" y="1"/>
                    <a:pt x="8" y="0"/>
                    <a:pt x="11" y="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0" name="Freeform 3972">
              <a:extLst>
                <a:ext uri="{FF2B5EF4-FFF2-40B4-BE49-F238E27FC236}">
                  <a16:creationId xmlns:a16="http://schemas.microsoft.com/office/drawing/2014/main" id="{BB475E97-2EAE-43C6-9B17-80093A5C3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3500"/>
              <a:ext cx="32" cy="29"/>
            </a:xfrm>
            <a:custGeom>
              <a:avLst/>
              <a:gdLst>
                <a:gd name="T0" fmla="*/ 0 w 16"/>
                <a:gd name="T1" fmla="*/ 36 h 13"/>
                <a:gd name="T2" fmla="*/ 88 w 16"/>
                <a:gd name="T3" fmla="*/ 145 h 13"/>
                <a:gd name="T4" fmla="*/ 128 w 16"/>
                <a:gd name="T5" fmla="*/ 8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3"/>
                  </a:moveTo>
                  <a:cubicBezTo>
                    <a:pt x="5" y="0"/>
                    <a:pt x="10" y="9"/>
                    <a:pt x="11" y="13"/>
                  </a:cubicBezTo>
                  <a:cubicBezTo>
                    <a:pt x="11" y="11"/>
                    <a:pt x="14" y="9"/>
                    <a:pt x="16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1" name="Freeform 3973">
              <a:extLst>
                <a:ext uri="{FF2B5EF4-FFF2-40B4-BE49-F238E27FC236}">
                  <a16:creationId xmlns:a16="http://schemas.microsoft.com/office/drawing/2014/main" id="{781D43E0-C669-43C6-9BA0-0EA6E9804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3441"/>
              <a:ext cx="17" cy="64"/>
            </a:xfrm>
            <a:custGeom>
              <a:avLst/>
              <a:gdLst>
                <a:gd name="T0" fmla="*/ 77 w 8"/>
                <a:gd name="T1" fmla="*/ 311 h 29"/>
                <a:gd name="T2" fmla="*/ 28 w 8"/>
                <a:gd name="T3" fmla="*/ 194 h 29"/>
                <a:gd name="T4" fmla="*/ 28 w 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8" y="29"/>
                  </a:moveTo>
                  <a:cubicBezTo>
                    <a:pt x="7" y="25"/>
                    <a:pt x="4" y="22"/>
                    <a:pt x="3" y="18"/>
                  </a:cubicBezTo>
                  <a:cubicBezTo>
                    <a:pt x="0" y="11"/>
                    <a:pt x="1" y="7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2" name="Freeform 3974">
              <a:extLst>
                <a:ext uri="{FF2B5EF4-FFF2-40B4-BE49-F238E27FC236}">
                  <a16:creationId xmlns:a16="http://schemas.microsoft.com/office/drawing/2014/main" id="{E757E031-5E9C-4A1C-B958-A2AA0D549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3505"/>
              <a:ext cx="14" cy="4"/>
            </a:xfrm>
            <a:custGeom>
              <a:avLst/>
              <a:gdLst>
                <a:gd name="T0" fmla="*/ 0 w 7"/>
                <a:gd name="T1" fmla="*/ 16 h 2"/>
                <a:gd name="T2" fmla="*/ 56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0"/>
                    <a:pt x="5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3" name="Freeform 3975">
              <a:extLst>
                <a:ext uri="{FF2B5EF4-FFF2-40B4-BE49-F238E27FC236}">
                  <a16:creationId xmlns:a16="http://schemas.microsoft.com/office/drawing/2014/main" id="{ADF9EA38-5F69-440A-AF41-C84D2FFFE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459"/>
              <a:ext cx="35" cy="48"/>
            </a:xfrm>
            <a:custGeom>
              <a:avLst/>
              <a:gdLst>
                <a:gd name="T0" fmla="*/ 140 w 17"/>
                <a:gd name="T1" fmla="*/ 229 h 22"/>
                <a:gd name="T2" fmla="*/ 97 w 17"/>
                <a:gd name="T3" fmla="*/ 44 h 22"/>
                <a:gd name="T4" fmla="*/ 0 w 17"/>
                <a:gd name="T5" fmla="*/ 3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16" y="22"/>
                  </a:moveTo>
                  <a:cubicBezTo>
                    <a:pt x="17" y="17"/>
                    <a:pt x="14" y="8"/>
                    <a:pt x="11" y="4"/>
                  </a:cubicBezTo>
                  <a:cubicBezTo>
                    <a:pt x="8" y="0"/>
                    <a:pt x="3" y="1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4" name="Freeform 3976">
              <a:extLst>
                <a:ext uri="{FF2B5EF4-FFF2-40B4-BE49-F238E27FC236}">
                  <a16:creationId xmlns:a16="http://schemas.microsoft.com/office/drawing/2014/main" id="{BF387CCC-BA02-4978-A87B-C605ADB30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3426"/>
              <a:ext cx="4" cy="37"/>
            </a:xfrm>
            <a:custGeom>
              <a:avLst/>
              <a:gdLst>
                <a:gd name="T0" fmla="*/ 0 w 2"/>
                <a:gd name="T1" fmla="*/ 176 h 17"/>
                <a:gd name="T2" fmla="*/ 16 w 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17"/>
                  </a:moveTo>
                  <a:cubicBezTo>
                    <a:pt x="0" y="11"/>
                    <a:pt x="1" y="6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5" name="Freeform 3977">
              <a:extLst>
                <a:ext uri="{FF2B5EF4-FFF2-40B4-BE49-F238E27FC236}">
                  <a16:creationId xmlns:a16="http://schemas.microsoft.com/office/drawing/2014/main" id="{3F376B8E-D541-47F0-8547-C1B381206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3435"/>
              <a:ext cx="12" cy="8"/>
            </a:xfrm>
            <a:custGeom>
              <a:avLst/>
              <a:gdLst>
                <a:gd name="T0" fmla="*/ 0 w 6"/>
                <a:gd name="T1" fmla="*/ 32 h 4"/>
                <a:gd name="T2" fmla="*/ 48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3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6" name="Freeform 3978">
              <a:extLst>
                <a:ext uri="{FF2B5EF4-FFF2-40B4-BE49-F238E27FC236}">
                  <a16:creationId xmlns:a16="http://schemas.microsoft.com/office/drawing/2014/main" id="{E617F6F0-6537-480C-BD7C-9B66769A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3439"/>
              <a:ext cx="6" cy="13"/>
            </a:xfrm>
            <a:custGeom>
              <a:avLst/>
              <a:gdLst>
                <a:gd name="T0" fmla="*/ 0 w 3"/>
                <a:gd name="T1" fmla="*/ 0 h 6"/>
                <a:gd name="T2" fmla="*/ 24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2"/>
                    <a:pt x="3" y="4"/>
                    <a:pt x="3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7" name="Freeform 3979">
              <a:extLst>
                <a:ext uri="{FF2B5EF4-FFF2-40B4-BE49-F238E27FC236}">
                  <a16:creationId xmlns:a16="http://schemas.microsoft.com/office/drawing/2014/main" id="{088F394F-5D71-4595-BA3C-D962D3880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066"/>
              <a:ext cx="18" cy="55"/>
            </a:xfrm>
            <a:custGeom>
              <a:avLst/>
              <a:gdLst>
                <a:gd name="T0" fmla="*/ 40 w 9"/>
                <a:gd name="T1" fmla="*/ 0 h 25"/>
                <a:gd name="T2" fmla="*/ 72 w 9"/>
                <a:gd name="T3" fmla="*/ 213 h 25"/>
                <a:gd name="T4" fmla="*/ 0 w 9"/>
                <a:gd name="T5" fmla="*/ 26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5">
                  <a:moveTo>
                    <a:pt x="5" y="0"/>
                  </a:moveTo>
                  <a:cubicBezTo>
                    <a:pt x="8" y="8"/>
                    <a:pt x="7" y="12"/>
                    <a:pt x="9" y="20"/>
                  </a:cubicBezTo>
                  <a:cubicBezTo>
                    <a:pt x="8" y="24"/>
                    <a:pt x="1" y="24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8" name="Freeform 3980">
              <a:extLst>
                <a:ext uri="{FF2B5EF4-FFF2-40B4-BE49-F238E27FC236}">
                  <a16:creationId xmlns:a16="http://schemas.microsoft.com/office/drawing/2014/main" id="{8051E40E-01D3-4605-9943-5381D9AB1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115"/>
              <a:ext cx="14" cy="67"/>
            </a:xfrm>
            <a:custGeom>
              <a:avLst/>
              <a:gdLst>
                <a:gd name="T0" fmla="*/ 8 w 7"/>
                <a:gd name="T1" fmla="*/ 0 h 31"/>
                <a:gd name="T2" fmla="*/ 24 w 7"/>
                <a:gd name="T3" fmla="*/ 69 h 31"/>
                <a:gd name="T4" fmla="*/ 48 w 7"/>
                <a:gd name="T5" fmla="*/ 192 h 31"/>
                <a:gd name="T6" fmla="*/ 48 w 7"/>
                <a:gd name="T7" fmla="*/ 262 h 31"/>
                <a:gd name="T8" fmla="*/ 0 w 7"/>
                <a:gd name="T9" fmla="*/ 30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1">
                  <a:moveTo>
                    <a:pt x="1" y="0"/>
                  </a:moveTo>
                  <a:cubicBezTo>
                    <a:pt x="3" y="2"/>
                    <a:pt x="3" y="5"/>
                    <a:pt x="3" y="7"/>
                  </a:cubicBezTo>
                  <a:cubicBezTo>
                    <a:pt x="4" y="11"/>
                    <a:pt x="6" y="15"/>
                    <a:pt x="6" y="19"/>
                  </a:cubicBezTo>
                  <a:cubicBezTo>
                    <a:pt x="7" y="22"/>
                    <a:pt x="7" y="24"/>
                    <a:pt x="6" y="26"/>
                  </a:cubicBezTo>
                  <a:cubicBezTo>
                    <a:pt x="5" y="28"/>
                    <a:pt x="2" y="31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39" name="Freeform 3981">
              <a:extLst>
                <a:ext uri="{FF2B5EF4-FFF2-40B4-BE49-F238E27FC236}">
                  <a16:creationId xmlns:a16="http://schemas.microsoft.com/office/drawing/2014/main" id="{F47FC9E2-056B-41F1-AF87-D891060C2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171"/>
              <a:ext cx="17" cy="57"/>
            </a:xfrm>
            <a:custGeom>
              <a:avLst/>
              <a:gdLst>
                <a:gd name="T0" fmla="*/ 28 w 8"/>
                <a:gd name="T1" fmla="*/ 0 h 26"/>
                <a:gd name="T2" fmla="*/ 68 w 8"/>
                <a:gd name="T3" fmla="*/ 202 h 26"/>
                <a:gd name="T4" fmla="*/ 68 w 8"/>
                <a:gd name="T5" fmla="*/ 254 h 26"/>
                <a:gd name="T6" fmla="*/ 9 w 8"/>
                <a:gd name="T7" fmla="*/ 274 h 26"/>
                <a:gd name="T8" fmla="*/ 9 w 8"/>
                <a:gd name="T9" fmla="*/ 2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6">
                  <a:moveTo>
                    <a:pt x="3" y="0"/>
                  </a:moveTo>
                  <a:cubicBezTo>
                    <a:pt x="5" y="6"/>
                    <a:pt x="7" y="12"/>
                    <a:pt x="7" y="19"/>
                  </a:cubicBezTo>
                  <a:cubicBezTo>
                    <a:pt x="7" y="20"/>
                    <a:pt x="8" y="22"/>
                    <a:pt x="7" y="24"/>
                  </a:cubicBezTo>
                  <a:cubicBezTo>
                    <a:pt x="6" y="25"/>
                    <a:pt x="2" y="26"/>
                    <a:pt x="1" y="26"/>
                  </a:cubicBezTo>
                  <a:cubicBezTo>
                    <a:pt x="0" y="25"/>
                    <a:pt x="1" y="26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0" name="Freeform 3982">
              <a:extLst>
                <a:ext uri="{FF2B5EF4-FFF2-40B4-BE49-F238E27FC236}">
                  <a16:creationId xmlns:a16="http://schemas.microsoft.com/office/drawing/2014/main" id="{90092529-2197-4747-8C07-E2C6E17BD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224"/>
              <a:ext cx="14" cy="52"/>
            </a:xfrm>
            <a:custGeom>
              <a:avLst/>
              <a:gdLst>
                <a:gd name="T0" fmla="*/ 8 w 7"/>
                <a:gd name="T1" fmla="*/ 0 h 24"/>
                <a:gd name="T2" fmla="*/ 48 w 7"/>
                <a:gd name="T3" fmla="*/ 184 h 24"/>
                <a:gd name="T4" fmla="*/ 48 w 7"/>
                <a:gd name="T5" fmla="*/ 225 h 24"/>
                <a:gd name="T6" fmla="*/ 0 w 7"/>
                <a:gd name="T7" fmla="*/ 24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4">
                  <a:moveTo>
                    <a:pt x="1" y="0"/>
                  </a:moveTo>
                  <a:cubicBezTo>
                    <a:pt x="2" y="7"/>
                    <a:pt x="5" y="12"/>
                    <a:pt x="6" y="18"/>
                  </a:cubicBezTo>
                  <a:cubicBezTo>
                    <a:pt x="7" y="21"/>
                    <a:pt x="7" y="20"/>
                    <a:pt x="6" y="22"/>
                  </a:cubicBezTo>
                  <a:cubicBezTo>
                    <a:pt x="5" y="23"/>
                    <a:pt x="1" y="24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1" name="Freeform 3983">
              <a:extLst>
                <a:ext uri="{FF2B5EF4-FFF2-40B4-BE49-F238E27FC236}">
                  <a16:creationId xmlns:a16="http://schemas.microsoft.com/office/drawing/2014/main" id="{9AE5564F-88CE-438C-A2E7-B7F71CBFA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274"/>
              <a:ext cx="16" cy="53"/>
            </a:xfrm>
            <a:custGeom>
              <a:avLst/>
              <a:gdLst>
                <a:gd name="T0" fmla="*/ 16 w 8"/>
                <a:gd name="T1" fmla="*/ 0 h 24"/>
                <a:gd name="T2" fmla="*/ 56 w 8"/>
                <a:gd name="T3" fmla="*/ 194 h 24"/>
                <a:gd name="T4" fmla="*/ 0 w 8"/>
                <a:gd name="T5" fmla="*/ 23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4">
                  <a:moveTo>
                    <a:pt x="2" y="0"/>
                  </a:moveTo>
                  <a:cubicBezTo>
                    <a:pt x="4" y="5"/>
                    <a:pt x="8" y="12"/>
                    <a:pt x="7" y="18"/>
                  </a:cubicBezTo>
                  <a:cubicBezTo>
                    <a:pt x="6" y="20"/>
                    <a:pt x="1" y="24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2" name="Freeform 3984">
              <a:extLst>
                <a:ext uri="{FF2B5EF4-FFF2-40B4-BE49-F238E27FC236}">
                  <a16:creationId xmlns:a16="http://schemas.microsoft.com/office/drawing/2014/main" id="{F7EA20E6-73E5-4AEA-8504-53D0750AE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073"/>
              <a:ext cx="28" cy="42"/>
            </a:xfrm>
            <a:custGeom>
              <a:avLst/>
              <a:gdLst>
                <a:gd name="T0" fmla="*/ 96 w 14"/>
                <a:gd name="T1" fmla="*/ 0 h 19"/>
                <a:gd name="T2" fmla="*/ 112 w 14"/>
                <a:gd name="T3" fmla="*/ 141 h 19"/>
                <a:gd name="T4" fmla="*/ 80 w 14"/>
                <a:gd name="T5" fmla="*/ 206 h 19"/>
                <a:gd name="T6" fmla="*/ 24 w 14"/>
                <a:gd name="T7" fmla="*/ 117 h 19"/>
                <a:gd name="T8" fmla="*/ 0 w 14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12" y="0"/>
                  </a:moveTo>
                  <a:cubicBezTo>
                    <a:pt x="12" y="4"/>
                    <a:pt x="14" y="8"/>
                    <a:pt x="14" y="13"/>
                  </a:cubicBezTo>
                  <a:cubicBezTo>
                    <a:pt x="14" y="17"/>
                    <a:pt x="14" y="19"/>
                    <a:pt x="10" y="19"/>
                  </a:cubicBezTo>
                  <a:cubicBezTo>
                    <a:pt x="4" y="18"/>
                    <a:pt x="4" y="16"/>
                    <a:pt x="3" y="11"/>
                  </a:cubicBezTo>
                  <a:cubicBezTo>
                    <a:pt x="2" y="8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3" name="Freeform 3985">
              <a:extLst>
                <a:ext uri="{FF2B5EF4-FFF2-40B4-BE49-F238E27FC236}">
                  <a16:creationId xmlns:a16="http://schemas.microsoft.com/office/drawing/2014/main" id="{CF8D0C3A-9612-4501-8EB7-3C7334D79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099"/>
              <a:ext cx="19" cy="5"/>
            </a:xfrm>
            <a:custGeom>
              <a:avLst/>
              <a:gdLst>
                <a:gd name="T0" fmla="*/ 0 w 9"/>
                <a:gd name="T1" fmla="*/ 33 h 2"/>
                <a:gd name="T2" fmla="*/ 84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4" name="Freeform 3986">
              <a:extLst>
                <a:ext uri="{FF2B5EF4-FFF2-40B4-BE49-F238E27FC236}">
                  <a16:creationId xmlns:a16="http://schemas.microsoft.com/office/drawing/2014/main" id="{A15E0289-3B76-4133-845D-7530DBB63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110"/>
              <a:ext cx="25" cy="35"/>
            </a:xfrm>
            <a:custGeom>
              <a:avLst/>
              <a:gdLst>
                <a:gd name="T0" fmla="*/ 73 w 12"/>
                <a:gd name="T1" fmla="*/ 0 h 16"/>
                <a:gd name="T2" fmla="*/ 83 w 12"/>
                <a:gd name="T3" fmla="*/ 133 h 16"/>
                <a:gd name="T4" fmla="*/ 0 w 12"/>
                <a:gd name="T5" fmla="*/ 15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8" y="0"/>
                  </a:moveTo>
                  <a:cubicBezTo>
                    <a:pt x="8" y="4"/>
                    <a:pt x="12" y="10"/>
                    <a:pt x="9" y="13"/>
                  </a:cubicBezTo>
                  <a:cubicBezTo>
                    <a:pt x="7" y="15"/>
                    <a:pt x="3" y="16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5" name="Freeform 3987">
              <a:extLst>
                <a:ext uri="{FF2B5EF4-FFF2-40B4-BE49-F238E27FC236}">
                  <a16:creationId xmlns:a16="http://schemas.microsoft.com/office/drawing/2014/main" id="{0EE0B417-8247-4435-BB88-DE55A2B8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136"/>
              <a:ext cx="24" cy="18"/>
            </a:xfrm>
            <a:custGeom>
              <a:avLst/>
              <a:gdLst>
                <a:gd name="T0" fmla="*/ 0 w 12"/>
                <a:gd name="T1" fmla="*/ 0 h 8"/>
                <a:gd name="T2" fmla="*/ 40 w 12"/>
                <a:gd name="T3" fmla="*/ 92 h 8"/>
                <a:gd name="T4" fmla="*/ 96 w 12"/>
                <a:gd name="T5" fmla="*/ 7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1" y="3"/>
                    <a:pt x="0" y="7"/>
                    <a:pt x="5" y="8"/>
                  </a:cubicBezTo>
                  <a:cubicBezTo>
                    <a:pt x="7" y="8"/>
                    <a:pt x="10" y="7"/>
                    <a:pt x="12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6" name="Freeform 3988">
              <a:extLst>
                <a:ext uri="{FF2B5EF4-FFF2-40B4-BE49-F238E27FC236}">
                  <a16:creationId xmlns:a16="http://schemas.microsoft.com/office/drawing/2014/main" id="{E3408F74-F0ED-4A80-8460-3A103622C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154"/>
              <a:ext cx="21" cy="46"/>
            </a:xfrm>
            <a:custGeom>
              <a:avLst/>
              <a:gdLst>
                <a:gd name="T0" fmla="*/ 0 w 10"/>
                <a:gd name="T1" fmla="*/ 0 h 21"/>
                <a:gd name="T2" fmla="*/ 27 w 10"/>
                <a:gd name="T3" fmla="*/ 177 h 21"/>
                <a:gd name="T4" fmla="*/ 92 w 10"/>
                <a:gd name="T5" fmla="*/ 20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cubicBezTo>
                    <a:pt x="2" y="5"/>
                    <a:pt x="1" y="12"/>
                    <a:pt x="3" y="17"/>
                  </a:cubicBezTo>
                  <a:cubicBezTo>
                    <a:pt x="5" y="21"/>
                    <a:pt x="7" y="20"/>
                    <a:pt x="1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7" name="Freeform 3989">
              <a:extLst>
                <a:ext uri="{FF2B5EF4-FFF2-40B4-BE49-F238E27FC236}">
                  <a16:creationId xmlns:a16="http://schemas.microsoft.com/office/drawing/2014/main" id="{637CE69F-FD48-403A-A78A-5B9B587FD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198"/>
              <a:ext cx="31" cy="52"/>
            </a:xfrm>
            <a:custGeom>
              <a:avLst/>
              <a:gdLst>
                <a:gd name="T0" fmla="*/ 25 w 15"/>
                <a:gd name="T1" fmla="*/ 0 h 24"/>
                <a:gd name="T2" fmla="*/ 25 w 15"/>
                <a:gd name="T3" fmla="*/ 165 h 24"/>
                <a:gd name="T4" fmla="*/ 89 w 15"/>
                <a:gd name="T5" fmla="*/ 193 h 24"/>
                <a:gd name="T6" fmla="*/ 81 w 15"/>
                <a:gd name="T7" fmla="*/ 2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3" y="0"/>
                  </a:moveTo>
                  <a:cubicBezTo>
                    <a:pt x="0" y="4"/>
                    <a:pt x="2" y="12"/>
                    <a:pt x="3" y="16"/>
                  </a:cubicBezTo>
                  <a:cubicBezTo>
                    <a:pt x="4" y="21"/>
                    <a:pt x="5" y="24"/>
                    <a:pt x="10" y="19"/>
                  </a:cubicBezTo>
                  <a:cubicBezTo>
                    <a:pt x="15" y="15"/>
                    <a:pt x="10" y="7"/>
                    <a:pt x="9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8" name="Freeform 3990">
              <a:extLst>
                <a:ext uri="{FF2B5EF4-FFF2-40B4-BE49-F238E27FC236}">
                  <a16:creationId xmlns:a16="http://schemas.microsoft.com/office/drawing/2014/main" id="{11D1A1B2-604E-486A-895B-0E9169ABF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152"/>
              <a:ext cx="11" cy="43"/>
            </a:xfrm>
            <a:custGeom>
              <a:avLst/>
              <a:gdLst>
                <a:gd name="T0" fmla="*/ 9 w 5"/>
                <a:gd name="T1" fmla="*/ 0 h 20"/>
                <a:gd name="T2" fmla="*/ 53 w 5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1" y="0"/>
                  </a:moveTo>
                  <a:cubicBezTo>
                    <a:pt x="3" y="5"/>
                    <a:pt x="0" y="15"/>
                    <a:pt x="5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49" name="Freeform 3991">
              <a:extLst>
                <a:ext uri="{FF2B5EF4-FFF2-40B4-BE49-F238E27FC236}">
                  <a16:creationId xmlns:a16="http://schemas.microsoft.com/office/drawing/2014/main" id="{756DABA7-BDE7-465E-A440-3B9E8145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115"/>
              <a:ext cx="8" cy="35"/>
            </a:xfrm>
            <a:custGeom>
              <a:avLst/>
              <a:gdLst>
                <a:gd name="T0" fmla="*/ 0 w 4"/>
                <a:gd name="T1" fmla="*/ 0 h 16"/>
                <a:gd name="T2" fmla="*/ 32 w 4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0" y="0"/>
                  </a:moveTo>
                  <a:cubicBezTo>
                    <a:pt x="0" y="5"/>
                    <a:pt x="3" y="11"/>
                    <a:pt x="4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0" name="Freeform 3992">
              <a:extLst>
                <a:ext uri="{FF2B5EF4-FFF2-40B4-BE49-F238E27FC236}">
                  <a16:creationId xmlns:a16="http://schemas.microsoft.com/office/drawing/2014/main" id="{F36BDCC1-F6A5-48F8-81C4-C8CEE5CDD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178"/>
              <a:ext cx="24" cy="17"/>
            </a:xfrm>
            <a:custGeom>
              <a:avLst/>
              <a:gdLst>
                <a:gd name="T0" fmla="*/ 0 w 12"/>
                <a:gd name="T1" fmla="*/ 40 h 8"/>
                <a:gd name="T2" fmla="*/ 96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4"/>
                  </a:moveTo>
                  <a:cubicBezTo>
                    <a:pt x="2" y="8"/>
                    <a:pt x="9" y="2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1" name="Freeform 3993">
              <a:extLst>
                <a:ext uri="{FF2B5EF4-FFF2-40B4-BE49-F238E27FC236}">
                  <a16:creationId xmlns:a16="http://schemas.microsoft.com/office/drawing/2014/main" id="{0623B470-6503-4A68-808C-CCB138506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152"/>
              <a:ext cx="6" cy="28"/>
            </a:xfrm>
            <a:custGeom>
              <a:avLst/>
              <a:gdLst>
                <a:gd name="T0" fmla="*/ 0 w 3"/>
                <a:gd name="T1" fmla="*/ 0 h 13"/>
                <a:gd name="T2" fmla="*/ 24 w 3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4"/>
                    <a:pt x="2" y="9"/>
                    <a:pt x="3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2" name="Freeform 3994">
              <a:extLst>
                <a:ext uri="{FF2B5EF4-FFF2-40B4-BE49-F238E27FC236}">
                  <a16:creationId xmlns:a16="http://schemas.microsoft.com/office/drawing/2014/main" id="{AAFF6058-A964-436A-BE63-67A306BCF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222"/>
              <a:ext cx="24" cy="11"/>
            </a:xfrm>
            <a:custGeom>
              <a:avLst/>
              <a:gdLst>
                <a:gd name="T0" fmla="*/ 0 w 12"/>
                <a:gd name="T1" fmla="*/ 44 h 5"/>
                <a:gd name="T2" fmla="*/ 96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4" y="5"/>
                    <a:pt x="9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3" name="Freeform 3995">
              <a:extLst>
                <a:ext uri="{FF2B5EF4-FFF2-40B4-BE49-F238E27FC236}">
                  <a16:creationId xmlns:a16="http://schemas.microsoft.com/office/drawing/2014/main" id="{A50D014D-7071-4904-8006-E9425935C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189"/>
              <a:ext cx="10" cy="17"/>
            </a:xfrm>
            <a:custGeom>
              <a:avLst/>
              <a:gdLst>
                <a:gd name="T0" fmla="*/ 40 w 5"/>
                <a:gd name="T1" fmla="*/ 0 h 8"/>
                <a:gd name="T2" fmla="*/ 8 w 5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1"/>
                    <a:pt x="0" y="6"/>
                    <a:pt x="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4" name="Freeform 3996">
              <a:extLst>
                <a:ext uri="{FF2B5EF4-FFF2-40B4-BE49-F238E27FC236}">
                  <a16:creationId xmlns:a16="http://schemas.microsoft.com/office/drawing/2014/main" id="{1CDADB5A-A7E9-4C47-B7BC-E692D79A6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246"/>
              <a:ext cx="22" cy="37"/>
            </a:xfrm>
            <a:custGeom>
              <a:avLst/>
              <a:gdLst>
                <a:gd name="T0" fmla="*/ 0 w 11"/>
                <a:gd name="T1" fmla="*/ 176 h 17"/>
                <a:gd name="T2" fmla="*/ 88 w 11"/>
                <a:gd name="T3" fmla="*/ 104 h 17"/>
                <a:gd name="T4" fmla="*/ 8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17"/>
                  </a:moveTo>
                  <a:cubicBezTo>
                    <a:pt x="4" y="17"/>
                    <a:pt x="11" y="15"/>
                    <a:pt x="11" y="10"/>
                  </a:cubicBezTo>
                  <a:cubicBezTo>
                    <a:pt x="11" y="7"/>
                    <a:pt x="9" y="3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5" name="Freeform 3997">
              <a:extLst>
                <a:ext uri="{FF2B5EF4-FFF2-40B4-BE49-F238E27FC236}">
                  <a16:creationId xmlns:a16="http://schemas.microsoft.com/office/drawing/2014/main" id="{D3E498BE-BAB5-41EA-A3A2-124285DD3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268"/>
              <a:ext cx="4" cy="13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6" name="Freeform 3998">
              <a:extLst>
                <a:ext uri="{FF2B5EF4-FFF2-40B4-BE49-F238E27FC236}">
                  <a16:creationId xmlns:a16="http://schemas.microsoft.com/office/drawing/2014/main" id="{1782B0CE-7DAE-4B83-BD72-1407C922D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119"/>
              <a:ext cx="14" cy="11"/>
            </a:xfrm>
            <a:custGeom>
              <a:avLst/>
              <a:gdLst>
                <a:gd name="T0" fmla="*/ 0 w 7"/>
                <a:gd name="T1" fmla="*/ 0 h 5"/>
                <a:gd name="T2" fmla="*/ 32 w 7"/>
                <a:gd name="T3" fmla="*/ 9 h 5"/>
                <a:gd name="T4" fmla="*/ 56 w 7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5" y="2"/>
                    <a:pt x="6" y="4"/>
                    <a:pt x="7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7" name="Freeform 3999">
              <a:extLst>
                <a:ext uri="{FF2B5EF4-FFF2-40B4-BE49-F238E27FC236}">
                  <a16:creationId xmlns:a16="http://schemas.microsoft.com/office/drawing/2014/main" id="{EF2E393B-A12D-4E8E-8B44-FF064810B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274"/>
              <a:ext cx="23" cy="9"/>
            </a:xfrm>
            <a:custGeom>
              <a:avLst/>
              <a:gdLst>
                <a:gd name="T0" fmla="*/ 0 w 11"/>
                <a:gd name="T1" fmla="*/ 0 h 4"/>
                <a:gd name="T2" fmla="*/ 44 w 11"/>
                <a:gd name="T3" fmla="*/ 45 h 4"/>
                <a:gd name="T4" fmla="*/ 100 w 11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1" y="3"/>
                    <a:pt x="2" y="4"/>
                    <a:pt x="5" y="4"/>
                  </a:cubicBezTo>
                  <a:cubicBezTo>
                    <a:pt x="7" y="3"/>
                    <a:pt x="9" y="3"/>
                    <a:pt x="11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8" name="Freeform 4000">
              <a:extLst>
                <a:ext uri="{FF2B5EF4-FFF2-40B4-BE49-F238E27FC236}">
                  <a16:creationId xmlns:a16="http://schemas.microsoft.com/office/drawing/2014/main" id="{59329253-A54D-4DD4-BB67-E722F653D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235"/>
              <a:ext cx="22" cy="89"/>
            </a:xfrm>
            <a:custGeom>
              <a:avLst/>
              <a:gdLst>
                <a:gd name="T0" fmla="*/ 8 w 11"/>
                <a:gd name="T1" fmla="*/ 226 h 41"/>
                <a:gd name="T2" fmla="*/ 32 w 11"/>
                <a:gd name="T3" fmla="*/ 402 h 41"/>
                <a:gd name="T4" fmla="*/ 88 w 11"/>
                <a:gd name="T5" fmla="*/ 402 h 41"/>
                <a:gd name="T6" fmla="*/ 48 w 11"/>
                <a:gd name="T7" fmla="*/ 202 h 41"/>
                <a:gd name="T8" fmla="*/ 32 w 11"/>
                <a:gd name="T9" fmla="*/ 72 h 41"/>
                <a:gd name="T10" fmla="*/ 32 w 11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1">
                  <a:moveTo>
                    <a:pt x="1" y="22"/>
                  </a:moveTo>
                  <a:cubicBezTo>
                    <a:pt x="0" y="25"/>
                    <a:pt x="1" y="38"/>
                    <a:pt x="4" y="39"/>
                  </a:cubicBezTo>
                  <a:cubicBezTo>
                    <a:pt x="6" y="41"/>
                    <a:pt x="9" y="40"/>
                    <a:pt x="11" y="39"/>
                  </a:cubicBezTo>
                  <a:cubicBezTo>
                    <a:pt x="8" y="33"/>
                    <a:pt x="8" y="26"/>
                    <a:pt x="6" y="20"/>
                  </a:cubicBezTo>
                  <a:cubicBezTo>
                    <a:pt x="4" y="16"/>
                    <a:pt x="4" y="12"/>
                    <a:pt x="4" y="7"/>
                  </a:cubicBezTo>
                  <a:cubicBezTo>
                    <a:pt x="4" y="5"/>
                    <a:pt x="4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59" name="Freeform 4001">
              <a:extLst>
                <a:ext uri="{FF2B5EF4-FFF2-40B4-BE49-F238E27FC236}">
                  <a16:creationId xmlns:a16="http://schemas.microsoft.com/office/drawing/2014/main" id="{FD8C0242-167A-4AF0-91F8-AE08985EA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322"/>
              <a:ext cx="24" cy="53"/>
            </a:xfrm>
            <a:custGeom>
              <a:avLst/>
              <a:gdLst>
                <a:gd name="T0" fmla="*/ 8 w 12"/>
                <a:gd name="T1" fmla="*/ 0 h 24"/>
                <a:gd name="T2" fmla="*/ 8 w 12"/>
                <a:gd name="T3" fmla="*/ 73 h 24"/>
                <a:gd name="T4" fmla="*/ 24 w 12"/>
                <a:gd name="T5" fmla="*/ 186 h 24"/>
                <a:gd name="T6" fmla="*/ 80 w 12"/>
                <a:gd name="T7" fmla="*/ 225 h 24"/>
                <a:gd name="T8" fmla="*/ 80 w 12"/>
                <a:gd name="T9" fmla="*/ 117 h 24"/>
                <a:gd name="T10" fmla="*/ 64 w 12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4">
                  <a:moveTo>
                    <a:pt x="1" y="0"/>
                  </a:moveTo>
                  <a:cubicBezTo>
                    <a:pt x="0" y="2"/>
                    <a:pt x="1" y="4"/>
                    <a:pt x="1" y="7"/>
                  </a:cubicBezTo>
                  <a:cubicBezTo>
                    <a:pt x="2" y="10"/>
                    <a:pt x="2" y="14"/>
                    <a:pt x="3" y="17"/>
                  </a:cubicBezTo>
                  <a:cubicBezTo>
                    <a:pt x="3" y="20"/>
                    <a:pt x="6" y="24"/>
                    <a:pt x="10" y="21"/>
                  </a:cubicBezTo>
                  <a:cubicBezTo>
                    <a:pt x="12" y="19"/>
                    <a:pt x="10" y="14"/>
                    <a:pt x="10" y="11"/>
                  </a:cubicBezTo>
                  <a:cubicBezTo>
                    <a:pt x="9" y="7"/>
                    <a:pt x="9" y="3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0" name="Freeform 4002">
              <a:extLst>
                <a:ext uri="{FF2B5EF4-FFF2-40B4-BE49-F238E27FC236}">
                  <a16:creationId xmlns:a16="http://schemas.microsoft.com/office/drawing/2014/main" id="{D5DCADCF-CA5A-4D14-92E6-40F212D55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366"/>
              <a:ext cx="27" cy="48"/>
            </a:xfrm>
            <a:custGeom>
              <a:avLst/>
              <a:gdLst>
                <a:gd name="T0" fmla="*/ 0 w 13"/>
                <a:gd name="T1" fmla="*/ 9 h 22"/>
                <a:gd name="T2" fmla="*/ 44 w 13"/>
                <a:gd name="T3" fmla="*/ 229 h 22"/>
                <a:gd name="T4" fmla="*/ 108 w 13"/>
                <a:gd name="T5" fmla="*/ 148 h 22"/>
                <a:gd name="T6" fmla="*/ 91 w 13"/>
                <a:gd name="T7" fmla="*/ 96 h 22"/>
                <a:gd name="T8" fmla="*/ 64 w 13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0" y="1"/>
                  </a:moveTo>
                  <a:cubicBezTo>
                    <a:pt x="0" y="8"/>
                    <a:pt x="2" y="15"/>
                    <a:pt x="5" y="22"/>
                  </a:cubicBezTo>
                  <a:cubicBezTo>
                    <a:pt x="8" y="18"/>
                    <a:pt x="13" y="21"/>
                    <a:pt x="12" y="14"/>
                  </a:cubicBezTo>
                  <a:cubicBezTo>
                    <a:pt x="12" y="12"/>
                    <a:pt x="10" y="10"/>
                    <a:pt x="10" y="9"/>
                  </a:cubicBezTo>
                  <a:cubicBezTo>
                    <a:pt x="8" y="6"/>
                    <a:pt x="8" y="3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1" name="Freeform 4003">
              <a:extLst>
                <a:ext uri="{FF2B5EF4-FFF2-40B4-BE49-F238E27FC236}">
                  <a16:creationId xmlns:a16="http://schemas.microsoft.com/office/drawing/2014/main" id="{34824B66-8CA8-48DA-9043-D8C6F34EB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313"/>
              <a:ext cx="16" cy="57"/>
            </a:xfrm>
            <a:custGeom>
              <a:avLst/>
              <a:gdLst>
                <a:gd name="T0" fmla="*/ 24 w 8"/>
                <a:gd name="T1" fmla="*/ 0 h 26"/>
                <a:gd name="T2" fmla="*/ 40 w 8"/>
                <a:gd name="T3" fmla="*/ 116 h 26"/>
                <a:gd name="T4" fmla="*/ 56 w 8"/>
                <a:gd name="T5" fmla="*/ 230 h 26"/>
                <a:gd name="T6" fmla="*/ 0 w 8"/>
                <a:gd name="T7" fmla="*/ 26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6">
                  <a:moveTo>
                    <a:pt x="3" y="0"/>
                  </a:moveTo>
                  <a:cubicBezTo>
                    <a:pt x="3" y="4"/>
                    <a:pt x="5" y="8"/>
                    <a:pt x="5" y="11"/>
                  </a:cubicBezTo>
                  <a:cubicBezTo>
                    <a:pt x="6" y="13"/>
                    <a:pt x="8" y="20"/>
                    <a:pt x="7" y="22"/>
                  </a:cubicBezTo>
                  <a:cubicBezTo>
                    <a:pt x="6" y="24"/>
                    <a:pt x="1" y="26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2" name="Freeform 4004">
              <a:extLst>
                <a:ext uri="{FF2B5EF4-FFF2-40B4-BE49-F238E27FC236}">
                  <a16:creationId xmlns:a16="http://schemas.microsoft.com/office/drawing/2014/main" id="{BB9AB682-94EB-42CF-B8BA-DE77F344E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324"/>
              <a:ext cx="27" cy="11"/>
            </a:xfrm>
            <a:custGeom>
              <a:avLst/>
              <a:gdLst>
                <a:gd name="T0" fmla="*/ 0 w 13"/>
                <a:gd name="T1" fmla="*/ 44 h 5"/>
                <a:gd name="T2" fmla="*/ 116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4"/>
                  </a:moveTo>
                  <a:cubicBezTo>
                    <a:pt x="4" y="5"/>
                    <a:pt x="10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3" name="Freeform 4005">
              <a:extLst>
                <a:ext uri="{FF2B5EF4-FFF2-40B4-BE49-F238E27FC236}">
                  <a16:creationId xmlns:a16="http://schemas.microsoft.com/office/drawing/2014/main" id="{3D81B764-AAB9-4FFE-92C0-BFB4CFBA9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281"/>
              <a:ext cx="6" cy="19"/>
            </a:xfrm>
            <a:custGeom>
              <a:avLst/>
              <a:gdLst>
                <a:gd name="T0" fmla="*/ 0 w 3"/>
                <a:gd name="T1" fmla="*/ 84 h 9"/>
                <a:gd name="T2" fmla="*/ 24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0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4" name="Freeform 4006">
              <a:extLst>
                <a:ext uri="{FF2B5EF4-FFF2-40B4-BE49-F238E27FC236}">
                  <a16:creationId xmlns:a16="http://schemas.microsoft.com/office/drawing/2014/main" id="{5AD6E717-08B3-4C94-998E-5522A87D1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357"/>
              <a:ext cx="19" cy="42"/>
            </a:xfrm>
            <a:custGeom>
              <a:avLst/>
              <a:gdLst>
                <a:gd name="T0" fmla="*/ 49 w 9"/>
                <a:gd name="T1" fmla="*/ 0 h 19"/>
                <a:gd name="T2" fmla="*/ 68 w 9"/>
                <a:gd name="T3" fmla="*/ 88 h 19"/>
                <a:gd name="T4" fmla="*/ 84 w 9"/>
                <a:gd name="T5" fmla="*/ 161 h 19"/>
                <a:gd name="T6" fmla="*/ 0 w 9"/>
                <a:gd name="T7" fmla="*/ 20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9">
                  <a:moveTo>
                    <a:pt x="5" y="0"/>
                  </a:moveTo>
                  <a:cubicBezTo>
                    <a:pt x="6" y="3"/>
                    <a:pt x="7" y="6"/>
                    <a:pt x="7" y="8"/>
                  </a:cubicBezTo>
                  <a:cubicBezTo>
                    <a:pt x="8" y="10"/>
                    <a:pt x="9" y="14"/>
                    <a:pt x="9" y="15"/>
                  </a:cubicBezTo>
                  <a:cubicBezTo>
                    <a:pt x="8" y="19"/>
                    <a:pt x="2" y="19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5" name="Freeform 4007">
              <a:extLst>
                <a:ext uri="{FF2B5EF4-FFF2-40B4-BE49-F238E27FC236}">
                  <a16:creationId xmlns:a16="http://schemas.microsoft.com/office/drawing/2014/main" id="{49EAB649-49F5-4E2B-8DDF-BA8C3C3F3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388"/>
              <a:ext cx="27" cy="52"/>
            </a:xfrm>
            <a:custGeom>
              <a:avLst/>
              <a:gdLst>
                <a:gd name="T0" fmla="*/ 44 w 13"/>
                <a:gd name="T1" fmla="*/ 20 h 24"/>
                <a:gd name="T2" fmla="*/ 81 w 13"/>
                <a:gd name="T3" fmla="*/ 93 h 24"/>
                <a:gd name="T4" fmla="*/ 108 w 13"/>
                <a:gd name="T5" fmla="*/ 202 h 24"/>
                <a:gd name="T6" fmla="*/ 0 w 13"/>
                <a:gd name="T7" fmla="*/ 24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5" y="2"/>
                  </a:moveTo>
                  <a:cubicBezTo>
                    <a:pt x="8" y="0"/>
                    <a:pt x="9" y="7"/>
                    <a:pt x="9" y="9"/>
                  </a:cubicBezTo>
                  <a:cubicBezTo>
                    <a:pt x="10" y="12"/>
                    <a:pt x="13" y="17"/>
                    <a:pt x="12" y="20"/>
                  </a:cubicBezTo>
                  <a:cubicBezTo>
                    <a:pt x="10" y="24"/>
                    <a:pt x="3" y="23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6" name="Freeform 4008">
              <a:extLst>
                <a:ext uri="{FF2B5EF4-FFF2-40B4-BE49-F238E27FC236}">
                  <a16:creationId xmlns:a16="http://schemas.microsoft.com/office/drawing/2014/main" id="{28B12B6E-54D0-4699-AA82-0EC745605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436"/>
              <a:ext cx="17" cy="44"/>
            </a:xfrm>
            <a:custGeom>
              <a:avLst/>
              <a:gdLst>
                <a:gd name="T0" fmla="*/ 49 w 8"/>
                <a:gd name="T1" fmla="*/ 0 h 20"/>
                <a:gd name="T2" fmla="*/ 68 w 8"/>
                <a:gd name="T3" fmla="*/ 97 h 20"/>
                <a:gd name="T4" fmla="*/ 77 w 8"/>
                <a:gd name="T5" fmla="*/ 178 h 20"/>
                <a:gd name="T6" fmla="*/ 0 w 8"/>
                <a:gd name="T7" fmla="*/ 20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0">
                  <a:moveTo>
                    <a:pt x="5" y="0"/>
                  </a:moveTo>
                  <a:cubicBezTo>
                    <a:pt x="6" y="3"/>
                    <a:pt x="6" y="6"/>
                    <a:pt x="7" y="9"/>
                  </a:cubicBezTo>
                  <a:cubicBezTo>
                    <a:pt x="7" y="11"/>
                    <a:pt x="8" y="15"/>
                    <a:pt x="8" y="17"/>
                  </a:cubicBezTo>
                  <a:cubicBezTo>
                    <a:pt x="7" y="19"/>
                    <a:pt x="2" y="20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7" name="Freeform 4009">
              <a:extLst>
                <a:ext uri="{FF2B5EF4-FFF2-40B4-BE49-F238E27FC236}">
                  <a16:creationId xmlns:a16="http://schemas.microsoft.com/office/drawing/2014/main" id="{77D71A9E-2146-4848-81E0-050ED34E5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2477"/>
              <a:ext cx="18" cy="53"/>
            </a:xfrm>
            <a:custGeom>
              <a:avLst/>
              <a:gdLst>
                <a:gd name="T0" fmla="*/ 32 w 9"/>
                <a:gd name="T1" fmla="*/ 0 h 24"/>
                <a:gd name="T2" fmla="*/ 56 w 9"/>
                <a:gd name="T3" fmla="*/ 141 h 24"/>
                <a:gd name="T4" fmla="*/ 64 w 9"/>
                <a:gd name="T5" fmla="*/ 225 h 24"/>
                <a:gd name="T6" fmla="*/ 0 w 9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4">
                  <a:moveTo>
                    <a:pt x="4" y="0"/>
                  </a:moveTo>
                  <a:cubicBezTo>
                    <a:pt x="5" y="4"/>
                    <a:pt x="6" y="9"/>
                    <a:pt x="7" y="13"/>
                  </a:cubicBezTo>
                  <a:cubicBezTo>
                    <a:pt x="7" y="15"/>
                    <a:pt x="9" y="19"/>
                    <a:pt x="8" y="21"/>
                  </a:cubicBezTo>
                  <a:cubicBezTo>
                    <a:pt x="7" y="23"/>
                    <a:pt x="2" y="23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8" name="Freeform 4010">
              <a:extLst>
                <a:ext uri="{FF2B5EF4-FFF2-40B4-BE49-F238E27FC236}">
                  <a16:creationId xmlns:a16="http://schemas.microsoft.com/office/drawing/2014/main" id="{319560DE-4BAB-4DC2-9003-4466B0A6C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416"/>
              <a:ext cx="29" cy="33"/>
            </a:xfrm>
            <a:custGeom>
              <a:avLst/>
              <a:gdLst>
                <a:gd name="T0" fmla="*/ 17 w 14"/>
                <a:gd name="T1" fmla="*/ 0 h 15"/>
                <a:gd name="T2" fmla="*/ 0 w 14"/>
                <a:gd name="T3" fmla="*/ 20 h 15"/>
                <a:gd name="T4" fmla="*/ 17 w 14"/>
                <a:gd name="T5" fmla="*/ 125 h 15"/>
                <a:gd name="T6" fmla="*/ 124 w 14"/>
                <a:gd name="T7" fmla="*/ 14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2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4"/>
                    <a:pt x="1" y="10"/>
                    <a:pt x="2" y="12"/>
                  </a:cubicBezTo>
                  <a:cubicBezTo>
                    <a:pt x="4" y="15"/>
                    <a:pt x="11" y="15"/>
                    <a:pt x="14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69" name="Freeform 4011">
              <a:extLst>
                <a:ext uri="{FF2B5EF4-FFF2-40B4-BE49-F238E27FC236}">
                  <a16:creationId xmlns:a16="http://schemas.microsoft.com/office/drawing/2014/main" id="{1E964188-A15E-40D6-A394-2CE4B5BF3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449"/>
              <a:ext cx="25" cy="42"/>
            </a:xfrm>
            <a:custGeom>
              <a:avLst/>
              <a:gdLst>
                <a:gd name="T0" fmla="*/ 0 w 12"/>
                <a:gd name="T1" fmla="*/ 0 h 19"/>
                <a:gd name="T2" fmla="*/ 17 w 12"/>
                <a:gd name="T3" fmla="*/ 108 h 19"/>
                <a:gd name="T4" fmla="*/ 44 w 12"/>
                <a:gd name="T5" fmla="*/ 206 h 19"/>
                <a:gd name="T6" fmla="*/ 108 w 12"/>
                <a:gd name="T7" fmla="*/ 17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0" y="0"/>
                  </a:moveTo>
                  <a:cubicBezTo>
                    <a:pt x="0" y="4"/>
                    <a:pt x="1" y="7"/>
                    <a:pt x="2" y="10"/>
                  </a:cubicBezTo>
                  <a:cubicBezTo>
                    <a:pt x="3" y="12"/>
                    <a:pt x="3" y="18"/>
                    <a:pt x="5" y="19"/>
                  </a:cubicBezTo>
                  <a:cubicBezTo>
                    <a:pt x="6" y="19"/>
                    <a:pt x="10" y="17"/>
                    <a:pt x="12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0" name="Freeform 4012">
              <a:extLst>
                <a:ext uri="{FF2B5EF4-FFF2-40B4-BE49-F238E27FC236}">
                  <a16:creationId xmlns:a16="http://schemas.microsoft.com/office/drawing/2014/main" id="{BF4E4F2C-9166-4373-BB91-25EBA945D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407"/>
              <a:ext cx="6" cy="38"/>
            </a:xfrm>
            <a:custGeom>
              <a:avLst/>
              <a:gdLst>
                <a:gd name="T0" fmla="*/ 0 w 3"/>
                <a:gd name="T1" fmla="*/ 0 h 17"/>
                <a:gd name="T2" fmla="*/ 24 w 3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1" y="6"/>
                    <a:pt x="2" y="12"/>
                    <a:pt x="3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1" name="Freeform 4013">
              <a:extLst>
                <a:ext uri="{FF2B5EF4-FFF2-40B4-BE49-F238E27FC236}">
                  <a16:creationId xmlns:a16="http://schemas.microsoft.com/office/drawing/2014/main" id="{7E5F9A25-5193-49E0-9D90-DA3827F70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447"/>
              <a:ext cx="10" cy="37"/>
            </a:xfrm>
            <a:custGeom>
              <a:avLst/>
              <a:gdLst>
                <a:gd name="T0" fmla="*/ 0 w 5"/>
                <a:gd name="T1" fmla="*/ 0 h 17"/>
                <a:gd name="T2" fmla="*/ 32 w 5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1" y="5"/>
                    <a:pt x="5" y="13"/>
                    <a:pt x="4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2" name="Freeform 4014">
              <a:extLst>
                <a:ext uri="{FF2B5EF4-FFF2-40B4-BE49-F238E27FC236}">
                  <a16:creationId xmlns:a16="http://schemas.microsoft.com/office/drawing/2014/main" id="{2D1870D1-C9A3-40F0-B8FD-4B14C13B2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484"/>
              <a:ext cx="30" cy="66"/>
            </a:xfrm>
            <a:custGeom>
              <a:avLst/>
              <a:gdLst>
                <a:gd name="T0" fmla="*/ 56 w 15"/>
                <a:gd name="T1" fmla="*/ 0 h 30"/>
                <a:gd name="T2" fmla="*/ 112 w 15"/>
                <a:gd name="T3" fmla="*/ 150 h 30"/>
                <a:gd name="T4" fmla="*/ 80 w 15"/>
                <a:gd name="T5" fmla="*/ 257 h 30"/>
                <a:gd name="T6" fmla="*/ 0 w 15"/>
                <a:gd name="T7" fmla="*/ 4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0">
                  <a:moveTo>
                    <a:pt x="7" y="0"/>
                  </a:moveTo>
                  <a:cubicBezTo>
                    <a:pt x="9" y="5"/>
                    <a:pt x="12" y="9"/>
                    <a:pt x="14" y="14"/>
                  </a:cubicBezTo>
                  <a:cubicBezTo>
                    <a:pt x="15" y="17"/>
                    <a:pt x="13" y="22"/>
                    <a:pt x="10" y="24"/>
                  </a:cubicBezTo>
                  <a:cubicBezTo>
                    <a:pt x="4" y="30"/>
                    <a:pt x="1" y="7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3" name="Freeform 4015">
              <a:extLst>
                <a:ext uri="{FF2B5EF4-FFF2-40B4-BE49-F238E27FC236}">
                  <a16:creationId xmlns:a16="http://schemas.microsoft.com/office/drawing/2014/main" id="{A6A04810-A535-4E8D-9679-EC87FE08A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368"/>
              <a:ext cx="21" cy="9"/>
            </a:xfrm>
            <a:custGeom>
              <a:avLst/>
              <a:gdLst>
                <a:gd name="T0" fmla="*/ 0 w 10"/>
                <a:gd name="T1" fmla="*/ 36 h 4"/>
                <a:gd name="T2" fmla="*/ 92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3"/>
                  </a:moveTo>
                  <a:cubicBezTo>
                    <a:pt x="3" y="4"/>
                    <a:pt x="8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4" name="Freeform 4016">
              <a:extLst>
                <a:ext uri="{FF2B5EF4-FFF2-40B4-BE49-F238E27FC236}">
                  <a16:creationId xmlns:a16="http://schemas.microsoft.com/office/drawing/2014/main" id="{95E3F859-FF47-4C3A-8359-9F399C09C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416"/>
              <a:ext cx="12" cy="5"/>
            </a:xfrm>
            <a:custGeom>
              <a:avLst/>
              <a:gdLst>
                <a:gd name="T0" fmla="*/ 0 w 6"/>
                <a:gd name="T1" fmla="*/ 20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5" name="Freeform 4017">
              <a:extLst>
                <a:ext uri="{FF2B5EF4-FFF2-40B4-BE49-F238E27FC236}">
                  <a16:creationId xmlns:a16="http://schemas.microsoft.com/office/drawing/2014/main" id="{5E491093-0E24-4CED-81C9-FDA949DB9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2375"/>
              <a:ext cx="4" cy="15"/>
            </a:xfrm>
            <a:custGeom>
              <a:avLst/>
              <a:gdLst>
                <a:gd name="T0" fmla="*/ 16 w 2"/>
                <a:gd name="T1" fmla="*/ 0 h 7"/>
                <a:gd name="T2" fmla="*/ 8 w 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1"/>
                    <a:pt x="0" y="6"/>
                    <a:pt x="1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6" name="Freeform 4018">
              <a:extLst>
                <a:ext uri="{FF2B5EF4-FFF2-40B4-BE49-F238E27FC236}">
                  <a16:creationId xmlns:a16="http://schemas.microsoft.com/office/drawing/2014/main" id="{98863C21-84BB-4C9D-B0EE-F9E8E28B3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462"/>
              <a:ext cx="22" cy="13"/>
            </a:xfrm>
            <a:custGeom>
              <a:avLst/>
              <a:gdLst>
                <a:gd name="T0" fmla="*/ 0 w 11"/>
                <a:gd name="T1" fmla="*/ 20 h 6"/>
                <a:gd name="T2" fmla="*/ 88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3" y="6"/>
                    <a:pt x="8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7" name="Freeform 4019">
              <a:extLst>
                <a:ext uri="{FF2B5EF4-FFF2-40B4-BE49-F238E27FC236}">
                  <a16:creationId xmlns:a16="http://schemas.microsoft.com/office/drawing/2014/main" id="{295BDEE7-20CA-4831-A15B-859D7D614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425"/>
              <a:ext cx="10" cy="9"/>
            </a:xfrm>
            <a:custGeom>
              <a:avLst/>
              <a:gdLst>
                <a:gd name="T0" fmla="*/ 0 w 5"/>
                <a:gd name="T1" fmla="*/ 45 h 4"/>
                <a:gd name="T2" fmla="*/ 40 w 5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2"/>
                    <a:pt x="3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8" name="Freeform 4020">
              <a:extLst>
                <a:ext uri="{FF2B5EF4-FFF2-40B4-BE49-F238E27FC236}">
                  <a16:creationId xmlns:a16="http://schemas.microsoft.com/office/drawing/2014/main" id="{928D7183-5864-454A-B2B0-CD6F191A6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508"/>
              <a:ext cx="31" cy="13"/>
            </a:xfrm>
            <a:custGeom>
              <a:avLst/>
              <a:gdLst>
                <a:gd name="T0" fmla="*/ 0 w 15"/>
                <a:gd name="T1" fmla="*/ 33 h 6"/>
                <a:gd name="T2" fmla="*/ 132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5" y="6"/>
                    <a:pt x="11" y="3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79" name="Freeform 4021">
              <a:extLst>
                <a:ext uri="{FF2B5EF4-FFF2-40B4-BE49-F238E27FC236}">
                  <a16:creationId xmlns:a16="http://schemas.microsoft.com/office/drawing/2014/main" id="{F35488BA-0D2E-433A-ABE2-5307BAFBD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329"/>
              <a:ext cx="14" cy="11"/>
            </a:xfrm>
            <a:custGeom>
              <a:avLst/>
              <a:gdLst>
                <a:gd name="T0" fmla="*/ 0 w 7"/>
                <a:gd name="T1" fmla="*/ 20 h 5"/>
                <a:gd name="T2" fmla="*/ 56 w 7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3" y="0"/>
                    <a:pt x="6" y="3"/>
                    <a:pt x="7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0" name="Freeform 4022">
              <a:extLst>
                <a:ext uri="{FF2B5EF4-FFF2-40B4-BE49-F238E27FC236}">
                  <a16:creationId xmlns:a16="http://schemas.microsoft.com/office/drawing/2014/main" id="{B43B6E47-05DD-4121-99E8-6609143B1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523"/>
              <a:ext cx="16" cy="62"/>
            </a:xfrm>
            <a:custGeom>
              <a:avLst/>
              <a:gdLst>
                <a:gd name="T0" fmla="*/ 8 w 8"/>
                <a:gd name="T1" fmla="*/ 0 h 28"/>
                <a:gd name="T2" fmla="*/ 64 w 8"/>
                <a:gd name="T3" fmla="*/ 250 h 28"/>
                <a:gd name="T4" fmla="*/ 0 w 8"/>
                <a:gd name="T5" fmla="*/ 30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8">
                  <a:moveTo>
                    <a:pt x="1" y="0"/>
                  </a:moveTo>
                  <a:cubicBezTo>
                    <a:pt x="4" y="7"/>
                    <a:pt x="6" y="16"/>
                    <a:pt x="8" y="23"/>
                  </a:cubicBezTo>
                  <a:cubicBezTo>
                    <a:pt x="7" y="28"/>
                    <a:pt x="1" y="28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1" name="Freeform 4023">
              <a:extLst>
                <a:ext uri="{FF2B5EF4-FFF2-40B4-BE49-F238E27FC236}">
                  <a16:creationId xmlns:a16="http://schemas.microsoft.com/office/drawing/2014/main" id="{AE979700-8D2F-451C-BBD4-F2CFC1531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578"/>
              <a:ext cx="19" cy="68"/>
            </a:xfrm>
            <a:custGeom>
              <a:avLst/>
              <a:gdLst>
                <a:gd name="T0" fmla="*/ 17 w 9"/>
                <a:gd name="T1" fmla="*/ 0 h 31"/>
                <a:gd name="T2" fmla="*/ 36 w 9"/>
                <a:gd name="T3" fmla="*/ 72 h 31"/>
                <a:gd name="T4" fmla="*/ 76 w 9"/>
                <a:gd name="T5" fmla="*/ 202 h 31"/>
                <a:gd name="T6" fmla="*/ 76 w 9"/>
                <a:gd name="T7" fmla="*/ 274 h 31"/>
                <a:gd name="T8" fmla="*/ 0 w 9"/>
                <a:gd name="T9" fmla="*/ 32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1">
                  <a:moveTo>
                    <a:pt x="2" y="0"/>
                  </a:moveTo>
                  <a:cubicBezTo>
                    <a:pt x="4" y="2"/>
                    <a:pt x="4" y="5"/>
                    <a:pt x="4" y="7"/>
                  </a:cubicBezTo>
                  <a:cubicBezTo>
                    <a:pt x="5" y="11"/>
                    <a:pt x="7" y="15"/>
                    <a:pt x="8" y="19"/>
                  </a:cubicBezTo>
                  <a:cubicBezTo>
                    <a:pt x="9" y="22"/>
                    <a:pt x="9" y="24"/>
                    <a:pt x="8" y="26"/>
                  </a:cubicBezTo>
                  <a:cubicBezTo>
                    <a:pt x="7" y="28"/>
                    <a:pt x="1" y="31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2" name="Freeform 4024">
              <a:extLst>
                <a:ext uri="{FF2B5EF4-FFF2-40B4-BE49-F238E27FC236}">
                  <a16:creationId xmlns:a16="http://schemas.microsoft.com/office/drawing/2014/main" id="{126E48C7-F516-4D5F-B8FE-163510AE6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635"/>
              <a:ext cx="14" cy="57"/>
            </a:xfrm>
            <a:custGeom>
              <a:avLst/>
              <a:gdLst>
                <a:gd name="T0" fmla="*/ 16 w 7"/>
                <a:gd name="T1" fmla="*/ 0 h 26"/>
                <a:gd name="T2" fmla="*/ 56 w 7"/>
                <a:gd name="T3" fmla="*/ 202 h 26"/>
                <a:gd name="T4" fmla="*/ 56 w 7"/>
                <a:gd name="T5" fmla="*/ 254 h 26"/>
                <a:gd name="T6" fmla="*/ 0 w 7"/>
                <a:gd name="T7" fmla="*/ 274 h 26"/>
                <a:gd name="T8" fmla="*/ 0 w 7"/>
                <a:gd name="T9" fmla="*/ 27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6">
                  <a:moveTo>
                    <a:pt x="2" y="0"/>
                  </a:moveTo>
                  <a:cubicBezTo>
                    <a:pt x="4" y="7"/>
                    <a:pt x="6" y="12"/>
                    <a:pt x="7" y="19"/>
                  </a:cubicBezTo>
                  <a:cubicBezTo>
                    <a:pt x="7" y="20"/>
                    <a:pt x="7" y="22"/>
                    <a:pt x="7" y="24"/>
                  </a:cubicBezTo>
                  <a:cubicBezTo>
                    <a:pt x="6" y="25"/>
                    <a:pt x="2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3" name="Freeform 4025">
              <a:extLst>
                <a:ext uri="{FF2B5EF4-FFF2-40B4-BE49-F238E27FC236}">
                  <a16:creationId xmlns:a16="http://schemas.microsoft.com/office/drawing/2014/main" id="{DBF1B3FC-3D4F-4C99-8EF4-20D0274CC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687"/>
              <a:ext cx="20" cy="53"/>
            </a:xfrm>
            <a:custGeom>
              <a:avLst/>
              <a:gdLst>
                <a:gd name="T0" fmla="*/ 24 w 10"/>
                <a:gd name="T1" fmla="*/ 0 h 24"/>
                <a:gd name="T2" fmla="*/ 72 w 10"/>
                <a:gd name="T3" fmla="*/ 194 h 24"/>
                <a:gd name="T4" fmla="*/ 72 w 10"/>
                <a:gd name="T5" fmla="*/ 239 h 24"/>
                <a:gd name="T6" fmla="*/ 0 w 10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3" y="0"/>
                  </a:moveTo>
                  <a:cubicBezTo>
                    <a:pt x="4" y="6"/>
                    <a:pt x="8" y="12"/>
                    <a:pt x="9" y="18"/>
                  </a:cubicBezTo>
                  <a:cubicBezTo>
                    <a:pt x="10" y="20"/>
                    <a:pt x="10" y="20"/>
                    <a:pt x="9" y="22"/>
                  </a:cubicBezTo>
                  <a:cubicBezTo>
                    <a:pt x="8" y="23"/>
                    <a:pt x="1" y="24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4" name="Freeform 4026">
              <a:extLst>
                <a:ext uri="{FF2B5EF4-FFF2-40B4-BE49-F238E27FC236}">
                  <a16:creationId xmlns:a16="http://schemas.microsoft.com/office/drawing/2014/main" id="{955A6129-5E93-430F-82B5-1ADABD60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735"/>
              <a:ext cx="20" cy="55"/>
            </a:xfrm>
            <a:custGeom>
              <a:avLst/>
              <a:gdLst>
                <a:gd name="T0" fmla="*/ 32 w 10"/>
                <a:gd name="T1" fmla="*/ 0 h 25"/>
                <a:gd name="T2" fmla="*/ 80 w 10"/>
                <a:gd name="T3" fmla="*/ 194 h 25"/>
                <a:gd name="T4" fmla="*/ 0 w 10"/>
                <a:gd name="T5" fmla="*/ 2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4" y="0"/>
                  </a:moveTo>
                  <a:cubicBezTo>
                    <a:pt x="6" y="6"/>
                    <a:pt x="10" y="12"/>
                    <a:pt x="10" y="18"/>
                  </a:cubicBezTo>
                  <a:cubicBezTo>
                    <a:pt x="9" y="21"/>
                    <a:pt x="2" y="25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5" name="Freeform 4027">
              <a:extLst>
                <a:ext uri="{FF2B5EF4-FFF2-40B4-BE49-F238E27FC236}">
                  <a16:creationId xmlns:a16="http://schemas.microsoft.com/office/drawing/2014/main" id="{149F743A-AA19-49BE-BBCA-B43F40211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534"/>
              <a:ext cx="26" cy="42"/>
            </a:xfrm>
            <a:custGeom>
              <a:avLst/>
              <a:gdLst>
                <a:gd name="T0" fmla="*/ 80 w 13"/>
                <a:gd name="T1" fmla="*/ 9 h 19"/>
                <a:gd name="T2" fmla="*/ 104 w 13"/>
                <a:gd name="T3" fmla="*/ 141 h 19"/>
                <a:gd name="T4" fmla="*/ 64 w 13"/>
                <a:gd name="T5" fmla="*/ 206 h 19"/>
                <a:gd name="T6" fmla="*/ 8 w 13"/>
                <a:gd name="T7" fmla="*/ 133 h 19"/>
                <a:gd name="T8" fmla="*/ 16 w 13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10" y="1"/>
                  </a:moveTo>
                  <a:cubicBezTo>
                    <a:pt x="11" y="5"/>
                    <a:pt x="12" y="9"/>
                    <a:pt x="13" y="13"/>
                  </a:cubicBezTo>
                  <a:cubicBezTo>
                    <a:pt x="13" y="18"/>
                    <a:pt x="13" y="19"/>
                    <a:pt x="8" y="19"/>
                  </a:cubicBezTo>
                  <a:cubicBezTo>
                    <a:pt x="3" y="19"/>
                    <a:pt x="3" y="17"/>
                    <a:pt x="1" y="12"/>
                  </a:cubicBezTo>
                  <a:cubicBezTo>
                    <a:pt x="0" y="9"/>
                    <a:pt x="3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6" name="Freeform 4028">
              <a:extLst>
                <a:ext uri="{FF2B5EF4-FFF2-40B4-BE49-F238E27FC236}">
                  <a16:creationId xmlns:a16="http://schemas.microsoft.com/office/drawing/2014/main" id="{AB512ED2-B4AF-4169-983D-A21F65756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563"/>
              <a:ext cx="19" cy="4"/>
            </a:xfrm>
            <a:custGeom>
              <a:avLst/>
              <a:gdLst>
                <a:gd name="T0" fmla="*/ 0 w 9"/>
                <a:gd name="T1" fmla="*/ 16 h 2"/>
                <a:gd name="T2" fmla="*/ 84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7" name="Freeform 4029">
              <a:extLst>
                <a:ext uri="{FF2B5EF4-FFF2-40B4-BE49-F238E27FC236}">
                  <a16:creationId xmlns:a16="http://schemas.microsoft.com/office/drawing/2014/main" id="{C6B2AA53-ED10-4281-B8C0-5627ED8BA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574"/>
              <a:ext cx="22" cy="35"/>
            </a:xfrm>
            <a:custGeom>
              <a:avLst/>
              <a:gdLst>
                <a:gd name="T0" fmla="*/ 56 w 11"/>
                <a:gd name="T1" fmla="*/ 0 h 16"/>
                <a:gd name="T2" fmla="*/ 64 w 11"/>
                <a:gd name="T3" fmla="*/ 133 h 16"/>
                <a:gd name="T4" fmla="*/ 0 w 11"/>
                <a:gd name="T5" fmla="*/ 15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7" y="0"/>
                  </a:moveTo>
                  <a:cubicBezTo>
                    <a:pt x="7" y="4"/>
                    <a:pt x="11" y="9"/>
                    <a:pt x="8" y="13"/>
                  </a:cubicBezTo>
                  <a:cubicBezTo>
                    <a:pt x="7" y="15"/>
                    <a:pt x="2" y="16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8" name="Freeform 4030">
              <a:extLst>
                <a:ext uri="{FF2B5EF4-FFF2-40B4-BE49-F238E27FC236}">
                  <a16:creationId xmlns:a16="http://schemas.microsoft.com/office/drawing/2014/main" id="{B38FB678-EA45-4AF3-A8B1-EF8913B1C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598"/>
              <a:ext cx="23" cy="19"/>
            </a:xfrm>
            <a:custGeom>
              <a:avLst/>
              <a:gdLst>
                <a:gd name="T0" fmla="*/ 0 w 11"/>
                <a:gd name="T1" fmla="*/ 0 h 9"/>
                <a:gd name="T2" fmla="*/ 36 w 11"/>
                <a:gd name="T3" fmla="*/ 76 h 9"/>
                <a:gd name="T4" fmla="*/ 100 w 11"/>
                <a:gd name="T5" fmla="*/ 6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0" y="4"/>
                    <a:pt x="0" y="8"/>
                    <a:pt x="4" y="8"/>
                  </a:cubicBezTo>
                  <a:cubicBezTo>
                    <a:pt x="6" y="9"/>
                    <a:pt x="9" y="7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89" name="Freeform 4031">
              <a:extLst>
                <a:ext uri="{FF2B5EF4-FFF2-40B4-BE49-F238E27FC236}">
                  <a16:creationId xmlns:a16="http://schemas.microsoft.com/office/drawing/2014/main" id="{7F19AD0C-C0DA-4FD7-8974-6D80DA63C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615"/>
              <a:ext cx="21" cy="48"/>
            </a:xfrm>
            <a:custGeom>
              <a:avLst/>
              <a:gdLst>
                <a:gd name="T0" fmla="*/ 0 w 10"/>
                <a:gd name="T1" fmla="*/ 0 h 22"/>
                <a:gd name="T2" fmla="*/ 27 w 10"/>
                <a:gd name="T3" fmla="*/ 185 h 22"/>
                <a:gd name="T4" fmla="*/ 92 w 10"/>
                <a:gd name="T5" fmla="*/ 20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2" y="6"/>
                    <a:pt x="1" y="12"/>
                    <a:pt x="3" y="18"/>
                  </a:cubicBezTo>
                  <a:cubicBezTo>
                    <a:pt x="5" y="22"/>
                    <a:pt x="7" y="21"/>
                    <a:pt x="1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0" name="Freeform 4032">
              <a:extLst>
                <a:ext uri="{FF2B5EF4-FFF2-40B4-BE49-F238E27FC236}">
                  <a16:creationId xmlns:a16="http://schemas.microsoft.com/office/drawing/2014/main" id="{5085EB0B-CDF5-4464-A0A9-8D648EB76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661"/>
              <a:ext cx="30" cy="50"/>
            </a:xfrm>
            <a:custGeom>
              <a:avLst/>
              <a:gdLst>
                <a:gd name="T0" fmla="*/ 16 w 15"/>
                <a:gd name="T1" fmla="*/ 0 h 23"/>
                <a:gd name="T2" fmla="*/ 16 w 15"/>
                <a:gd name="T3" fmla="*/ 165 h 23"/>
                <a:gd name="T4" fmla="*/ 80 w 15"/>
                <a:gd name="T5" fmla="*/ 193 h 23"/>
                <a:gd name="T6" fmla="*/ 64 w 15"/>
                <a:gd name="T7" fmla="*/ 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2" y="0"/>
                  </a:moveTo>
                  <a:cubicBezTo>
                    <a:pt x="0" y="4"/>
                    <a:pt x="1" y="11"/>
                    <a:pt x="2" y="16"/>
                  </a:cubicBezTo>
                  <a:cubicBezTo>
                    <a:pt x="3" y="21"/>
                    <a:pt x="5" y="23"/>
                    <a:pt x="10" y="19"/>
                  </a:cubicBezTo>
                  <a:cubicBezTo>
                    <a:pt x="15" y="14"/>
                    <a:pt x="9" y="6"/>
                    <a:pt x="8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1" name="Freeform 4033">
              <a:extLst>
                <a:ext uri="{FF2B5EF4-FFF2-40B4-BE49-F238E27FC236}">
                  <a16:creationId xmlns:a16="http://schemas.microsoft.com/office/drawing/2014/main" id="{DA9234F1-3A05-406B-8D3C-6C54EB3F1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613"/>
              <a:ext cx="12" cy="44"/>
            </a:xfrm>
            <a:custGeom>
              <a:avLst/>
              <a:gdLst>
                <a:gd name="T0" fmla="*/ 8 w 6"/>
                <a:gd name="T1" fmla="*/ 0 h 20"/>
                <a:gd name="T2" fmla="*/ 48 w 6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1" y="0"/>
                  </a:moveTo>
                  <a:cubicBezTo>
                    <a:pt x="4" y="5"/>
                    <a:pt x="0" y="16"/>
                    <a:pt x="6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2" name="Freeform 4034">
              <a:extLst>
                <a:ext uri="{FF2B5EF4-FFF2-40B4-BE49-F238E27FC236}">
                  <a16:creationId xmlns:a16="http://schemas.microsoft.com/office/drawing/2014/main" id="{513D2617-C12A-4B3E-82A7-5AA59D23C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576"/>
              <a:ext cx="11" cy="35"/>
            </a:xfrm>
            <a:custGeom>
              <a:avLst/>
              <a:gdLst>
                <a:gd name="T0" fmla="*/ 0 w 5"/>
                <a:gd name="T1" fmla="*/ 0 h 16"/>
                <a:gd name="T2" fmla="*/ 53 w 5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0" y="6"/>
                    <a:pt x="3" y="12"/>
                    <a:pt x="5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3" name="Freeform 4035">
              <a:extLst>
                <a:ext uri="{FF2B5EF4-FFF2-40B4-BE49-F238E27FC236}">
                  <a16:creationId xmlns:a16="http://schemas.microsoft.com/office/drawing/2014/main" id="{9E336060-21B4-4CF6-BD05-C5C651B28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641"/>
              <a:ext cx="24" cy="18"/>
            </a:xfrm>
            <a:custGeom>
              <a:avLst/>
              <a:gdLst>
                <a:gd name="T0" fmla="*/ 0 w 12"/>
                <a:gd name="T1" fmla="*/ 45 h 8"/>
                <a:gd name="T2" fmla="*/ 96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4"/>
                  </a:moveTo>
                  <a:cubicBezTo>
                    <a:pt x="2" y="8"/>
                    <a:pt x="9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4" name="Freeform 4036">
              <a:extLst>
                <a:ext uri="{FF2B5EF4-FFF2-40B4-BE49-F238E27FC236}">
                  <a16:creationId xmlns:a16="http://schemas.microsoft.com/office/drawing/2014/main" id="{7466B6D7-217E-4C9C-A52E-2F9096D5D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615"/>
              <a:ext cx="8" cy="26"/>
            </a:xfrm>
            <a:custGeom>
              <a:avLst/>
              <a:gdLst>
                <a:gd name="T0" fmla="*/ 0 w 4"/>
                <a:gd name="T1" fmla="*/ 0 h 12"/>
                <a:gd name="T2" fmla="*/ 32 w 4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1" y="4"/>
                    <a:pt x="3" y="8"/>
                    <a:pt x="4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5" name="Freeform 4037">
              <a:extLst>
                <a:ext uri="{FF2B5EF4-FFF2-40B4-BE49-F238E27FC236}">
                  <a16:creationId xmlns:a16="http://schemas.microsoft.com/office/drawing/2014/main" id="{E30F0B59-71BF-43DF-A2C5-362A61A48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683"/>
              <a:ext cx="27" cy="13"/>
            </a:xfrm>
            <a:custGeom>
              <a:avLst/>
              <a:gdLst>
                <a:gd name="T0" fmla="*/ 0 w 13"/>
                <a:gd name="T1" fmla="*/ 52 h 6"/>
                <a:gd name="T2" fmla="*/ 116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5"/>
                  </a:moveTo>
                  <a:cubicBezTo>
                    <a:pt x="5" y="6"/>
                    <a:pt x="9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6" name="Freeform 4038">
              <a:extLst>
                <a:ext uri="{FF2B5EF4-FFF2-40B4-BE49-F238E27FC236}">
                  <a16:creationId xmlns:a16="http://schemas.microsoft.com/office/drawing/2014/main" id="{3ECD444D-6F10-4BDA-8902-C33EFD73A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652"/>
              <a:ext cx="10" cy="18"/>
            </a:xfrm>
            <a:custGeom>
              <a:avLst/>
              <a:gdLst>
                <a:gd name="T0" fmla="*/ 40 w 5"/>
                <a:gd name="T1" fmla="*/ 0 h 8"/>
                <a:gd name="T2" fmla="*/ 8 w 5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1"/>
                    <a:pt x="0" y="6"/>
                    <a:pt x="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7" name="Freeform 4039">
              <a:extLst>
                <a:ext uri="{FF2B5EF4-FFF2-40B4-BE49-F238E27FC236}">
                  <a16:creationId xmlns:a16="http://schemas.microsoft.com/office/drawing/2014/main" id="{6D1ABBBA-2900-40CB-965A-FC536FF2A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707"/>
              <a:ext cx="25" cy="39"/>
            </a:xfrm>
            <a:custGeom>
              <a:avLst/>
              <a:gdLst>
                <a:gd name="T0" fmla="*/ 0 w 12"/>
                <a:gd name="T1" fmla="*/ 184 h 18"/>
                <a:gd name="T2" fmla="*/ 100 w 12"/>
                <a:gd name="T3" fmla="*/ 113 h 18"/>
                <a:gd name="T4" fmla="*/ 92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4" y="17"/>
                    <a:pt x="12" y="15"/>
                    <a:pt x="11" y="11"/>
                  </a:cubicBezTo>
                  <a:cubicBezTo>
                    <a:pt x="11" y="7"/>
                    <a:pt x="9" y="4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8" name="Freeform 4040">
              <a:extLst>
                <a:ext uri="{FF2B5EF4-FFF2-40B4-BE49-F238E27FC236}">
                  <a16:creationId xmlns:a16="http://schemas.microsoft.com/office/drawing/2014/main" id="{C55D2B8D-C860-4675-A83E-569FF676D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731"/>
              <a:ext cx="4" cy="13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9" name="Freeform 4041">
              <a:extLst>
                <a:ext uri="{FF2B5EF4-FFF2-40B4-BE49-F238E27FC236}">
                  <a16:creationId xmlns:a16="http://schemas.microsoft.com/office/drawing/2014/main" id="{ABCD8419-77D4-4C15-99E2-5CBC143EC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585"/>
              <a:ext cx="15" cy="8"/>
            </a:xfrm>
            <a:custGeom>
              <a:avLst/>
              <a:gdLst>
                <a:gd name="T0" fmla="*/ 0 w 7"/>
                <a:gd name="T1" fmla="*/ 0 h 4"/>
                <a:gd name="T2" fmla="*/ 41 w 7"/>
                <a:gd name="T3" fmla="*/ 8 h 4"/>
                <a:gd name="T4" fmla="*/ 69 w 7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0"/>
                    <a:pt x="2" y="0"/>
                    <a:pt x="4" y="1"/>
                  </a:cubicBezTo>
                  <a:cubicBezTo>
                    <a:pt x="5" y="1"/>
                    <a:pt x="6" y="3"/>
                    <a:pt x="7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0" name="Freeform 4042">
              <a:extLst>
                <a:ext uri="{FF2B5EF4-FFF2-40B4-BE49-F238E27FC236}">
                  <a16:creationId xmlns:a16="http://schemas.microsoft.com/office/drawing/2014/main" id="{10F1172D-2DE0-40C8-8542-61A380064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735"/>
              <a:ext cx="22" cy="11"/>
            </a:xfrm>
            <a:custGeom>
              <a:avLst/>
              <a:gdLst>
                <a:gd name="T0" fmla="*/ 0 w 11"/>
                <a:gd name="T1" fmla="*/ 0 h 5"/>
                <a:gd name="T2" fmla="*/ 48 w 11"/>
                <a:gd name="T3" fmla="*/ 44 h 5"/>
                <a:gd name="T4" fmla="*/ 88 w 11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2" y="3"/>
                    <a:pt x="2" y="5"/>
                    <a:pt x="6" y="4"/>
                  </a:cubicBezTo>
                  <a:cubicBezTo>
                    <a:pt x="8" y="4"/>
                    <a:pt x="9" y="3"/>
                    <a:pt x="11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1" name="Freeform 4043">
              <a:extLst>
                <a:ext uri="{FF2B5EF4-FFF2-40B4-BE49-F238E27FC236}">
                  <a16:creationId xmlns:a16="http://schemas.microsoft.com/office/drawing/2014/main" id="{4C27B1BD-E507-48E3-9578-C3873A845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696"/>
              <a:ext cx="25" cy="90"/>
            </a:xfrm>
            <a:custGeom>
              <a:avLst/>
              <a:gdLst>
                <a:gd name="T0" fmla="*/ 8 w 12"/>
                <a:gd name="T1" fmla="*/ 241 h 41"/>
                <a:gd name="T2" fmla="*/ 44 w 12"/>
                <a:gd name="T3" fmla="*/ 424 h 41"/>
                <a:gd name="T4" fmla="*/ 108 w 12"/>
                <a:gd name="T5" fmla="*/ 415 h 41"/>
                <a:gd name="T6" fmla="*/ 73 w 12"/>
                <a:gd name="T7" fmla="*/ 202 h 41"/>
                <a:gd name="T8" fmla="*/ 44 w 12"/>
                <a:gd name="T9" fmla="*/ 72 h 41"/>
                <a:gd name="T10" fmla="*/ 35 w 12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1">
                  <a:moveTo>
                    <a:pt x="1" y="23"/>
                  </a:moveTo>
                  <a:cubicBezTo>
                    <a:pt x="0" y="25"/>
                    <a:pt x="2" y="38"/>
                    <a:pt x="5" y="40"/>
                  </a:cubicBezTo>
                  <a:cubicBezTo>
                    <a:pt x="7" y="41"/>
                    <a:pt x="10" y="40"/>
                    <a:pt x="12" y="39"/>
                  </a:cubicBezTo>
                  <a:cubicBezTo>
                    <a:pt x="9" y="33"/>
                    <a:pt x="11" y="25"/>
                    <a:pt x="8" y="19"/>
                  </a:cubicBezTo>
                  <a:cubicBezTo>
                    <a:pt x="6" y="15"/>
                    <a:pt x="6" y="12"/>
                    <a:pt x="5" y="7"/>
                  </a:cubicBezTo>
                  <a:cubicBezTo>
                    <a:pt x="5" y="4"/>
                    <a:pt x="4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2" name="Freeform 4044">
              <a:extLst>
                <a:ext uri="{FF2B5EF4-FFF2-40B4-BE49-F238E27FC236}">
                  <a16:creationId xmlns:a16="http://schemas.microsoft.com/office/drawing/2014/main" id="{333EACB0-6ED1-4C1B-988B-4F8B3BB88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783"/>
              <a:ext cx="31" cy="53"/>
            </a:xfrm>
            <a:custGeom>
              <a:avLst/>
              <a:gdLst>
                <a:gd name="T0" fmla="*/ 8 w 15"/>
                <a:gd name="T1" fmla="*/ 0 h 24"/>
                <a:gd name="T2" fmla="*/ 8 w 15"/>
                <a:gd name="T3" fmla="*/ 73 h 24"/>
                <a:gd name="T4" fmla="*/ 25 w 15"/>
                <a:gd name="T5" fmla="*/ 186 h 24"/>
                <a:gd name="T6" fmla="*/ 116 w 15"/>
                <a:gd name="T7" fmla="*/ 225 h 24"/>
                <a:gd name="T8" fmla="*/ 107 w 15"/>
                <a:gd name="T9" fmla="*/ 108 h 24"/>
                <a:gd name="T10" fmla="*/ 72 w 15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4">
                  <a:moveTo>
                    <a:pt x="1" y="0"/>
                  </a:moveTo>
                  <a:cubicBezTo>
                    <a:pt x="0" y="2"/>
                    <a:pt x="1" y="5"/>
                    <a:pt x="1" y="7"/>
                  </a:cubicBezTo>
                  <a:cubicBezTo>
                    <a:pt x="2" y="10"/>
                    <a:pt x="2" y="14"/>
                    <a:pt x="3" y="17"/>
                  </a:cubicBezTo>
                  <a:cubicBezTo>
                    <a:pt x="4" y="20"/>
                    <a:pt x="9" y="24"/>
                    <a:pt x="13" y="21"/>
                  </a:cubicBezTo>
                  <a:cubicBezTo>
                    <a:pt x="15" y="19"/>
                    <a:pt x="13" y="14"/>
                    <a:pt x="12" y="10"/>
                  </a:cubicBezTo>
                  <a:cubicBezTo>
                    <a:pt x="12" y="7"/>
                    <a:pt x="10" y="3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3" name="Freeform 4045">
              <a:extLst>
                <a:ext uri="{FF2B5EF4-FFF2-40B4-BE49-F238E27FC236}">
                  <a16:creationId xmlns:a16="http://schemas.microsoft.com/office/drawing/2014/main" id="{ED9E79F0-083E-4618-BD28-7D60BD957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827"/>
              <a:ext cx="33" cy="48"/>
            </a:xfrm>
            <a:custGeom>
              <a:avLst/>
              <a:gdLst>
                <a:gd name="T0" fmla="*/ 0 w 16"/>
                <a:gd name="T1" fmla="*/ 9 h 22"/>
                <a:gd name="T2" fmla="*/ 43 w 16"/>
                <a:gd name="T3" fmla="*/ 229 h 22"/>
                <a:gd name="T4" fmla="*/ 124 w 16"/>
                <a:gd name="T5" fmla="*/ 148 h 22"/>
                <a:gd name="T6" fmla="*/ 107 w 16"/>
                <a:gd name="T7" fmla="*/ 81 h 22"/>
                <a:gd name="T8" fmla="*/ 80 w 1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0" y="1"/>
                  </a:moveTo>
                  <a:cubicBezTo>
                    <a:pt x="0" y="8"/>
                    <a:pt x="2" y="15"/>
                    <a:pt x="5" y="22"/>
                  </a:cubicBezTo>
                  <a:cubicBezTo>
                    <a:pt x="9" y="18"/>
                    <a:pt x="16" y="21"/>
                    <a:pt x="14" y="14"/>
                  </a:cubicBezTo>
                  <a:cubicBezTo>
                    <a:pt x="14" y="12"/>
                    <a:pt x="13" y="10"/>
                    <a:pt x="12" y="8"/>
                  </a:cubicBezTo>
                  <a:cubicBezTo>
                    <a:pt x="10" y="6"/>
                    <a:pt x="10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4" name="Freeform 4046">
              <a:extLst>
                <a:ext uri="{FF2B5EF4-FFF2-40B4-BE49-F238E27FC236}">
                  <a16:creationId xmlns:a16="http://schemas.microsoft.com/office/drawing/2014/main" id="{15C5222B-3494-444C-9EDE-B58102D17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777"/>
              <a:ext cx="21" cy="57"/>
            </a:xfrm>
            <a:custGeom>
              <a:avLst/>
              <a:gdLst>
                <a:gd name="T0" fmla="*/ 36 w 10"/>
                <a:gd name="T1" fmla="*/ 0 h 26"/>
                <a:gd name="T2" fmla="*/ 67 w 10"/>
                <a:gd name="T3" fmla="*/ 116 h 26"/>
                <a:gd name="T4" fmla="*/ 84 w 10"/>
                <a:gd name="T5" fmla="*/ 230 h 26"/>
                <a:gd name="T6" fmla="*/ 0 w 10"/>
                <a:gd name="T7" fmla="*/ 26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4" y="0"/>
                  </a:moveTo>
                  <a:cubicBezTo>
                    <a:pt x="4" y="4"/>
                    <a:pt x="6" y="7"/>
                    <a:pt x="7" y="11"/>
                  </a:cubicBezTo>
                  <a:cubicBezTo>
                    <a:pt x="7" y="13"/>
                    <a:pt x="10" y="20"/>
                    <a:pt x="9" y="22"/>
                  </a:cubicBezTo>
                  <a:cubicBezTo>
                    <a:pt x="8" y="24"/>
                    <a:pt x="1" y="26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5" name="Freeform 4047">
              <a:extLst>
                <a:ext uri="{FF2B5EF4-FFF2-40B4-BE49-F238E27FC236}">
                  <a16:creationId xmlns:a16="http://schemas.microsoft.com/office/drawing/2014/main" id="{39096D42-9587-48A9-AE82-37799ADC8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786"/>
              <a:ext cx="26" cy="11"/>
            </a:xfrm>
            <a:custGeom>
              <a:avLst/>
              <a:gdLst>
                <a:gd name="T0" fmla="*/ 0 w 13"/>
                <a:gd name="T1" fmla="*/ 44 h 5"/>
                <a:gd name="T2" fmla="*/ 104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4"/>
                  </a:moveTo>
                  <a:cubicBezTo>
                    <a:pt x="4" y="5"/>
                    <a:pt x="10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6" name="Freeform 4048">
              <a:extLst>
                <a:ext uri="{FF2B5EF4-FFF2-40B4-BE49-F238E27FC236}">
                  <a16:creationId xmlns:a16="http://schemas.microsoft.com/office/drawing/2014/main" id="{7FFC8058-2961-417B-8DAD-CB5AF995E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742"/>
              <a:ext cx="5" cy="22"/>
            </a:xfrm>
            <a:custGeom>
              <a:avLst/>
              <a:gdLst>
                <a:gd name="T0" fmla="*/ 0 w 2"/>
                <a:gd name="T1" fmla="*/ 106 h 10"/>
                <a:gd name="T2" fmla="*/ 33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0" y="6"/>
                    <a:pt x="0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7" name="Freeform 4049">
              <a:extLst>
                <a:ext uri="{FF2B5EF4-FFF2-40B4-BE49-F238E27FC236}">
                  <a16:creationId xmlns:a16="http://schemas.microsoft.com/office/drawing/2014/main" id="{6FC412AA-6A8E-41EE-96E5-02090D71C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821"/>
              <a:ext cx="23" cy="43"/>
            </a:xfrm>
            <a:custGeom>
              <a:avLst/>
              <a:gdLst>
                <a:gd name="T0" fmla="*/ 65 w 11"/>
                <a:gd name="T1" fmla="*/ 0 h 20"/>
                <a:gd name="T2" fmla="*/ 84 w 11"/>
                <a:gd name="T3" fmla="*/ 80 h 20"/>
                <a:gd name="T4" fmla="*/ 100 w 11"/>
                <a:gd name="T5" fmla="*/ 148 h 20"/>
                <a:gd name="T6" fmla="*/ 0 w 11"/>
                <a:gd name="T7" fmla="*/ 18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7" y="0"/>
                  </a:moveTo>
                  <a:cubicBezTo>
                    <a:pt x="8" y="2"/>
                    <a:pt x="8" y="5"/>
                    <a:pt x="9" y="8"/>
                  </a:cubicBezTo>
                  <a:cubicBezTo>
                    <a:pt x="10" y="9"/>
                    <a:pt x="11" y="13"/>
                    <a:pt x="11" y="15"/>
                  </a:cubicBezTo>
                  <a:cubicBezTo>
                    <a:pt x="10" y="18"/>
                    <a:pt x="2" y="20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8" name="Freeform 4050">
              <a:extLst>
                <a:ext uri="{FF2B5EF4-FFF2-40B4-BE49-F238E27FC236}">
                  <a16:creationId xmlns:a16="http://schemas.microsoft.com/office/drawing/2014/main" id="{B99021E7-D1D4-45EB-AAB5-D763AD1D5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849"/>
              <a:ext cx="24" cy="52"/>
            </a:xfrm>
            <a:custGeom>
              <a:avLst/>
              <a:gdLst>
                <a:gd name="T0" fmla="*/ 32 w 12"/>
                <a:gd name="T1" fmla="*/ 20 h 24"/>
                <a:gd name="T2" fmla="*/ 64 w 12"/>
                <a:gd name="T3" fmla="*/ 104 h 24"/>
                <a:gd name="T4" fmla="*/ 88 w 12"/>
                <a:gd name="T5" fmla="*/ 202 h 24"/>
                <a:gd name="T6" fmla="*/ 0 w 12"/>
                <a:gd name="T7" fmla="*/ 24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4">
                  <a:moveTo>
                    <a:pt x="4" y="2"/>
                  </a:moveTo>
                  <a:cubicBezTo>
                    <a:pt x="7" y="0"/>
                    <a:pt x="8" y="8"/>
                    <a:pt x="8" y="10"/>
                  </a:cubicBezTo>
                  <a:cubicBezTo>
                    <a:pt x="9" y="12"/>
                    <a:pt x="12" y="17"/>
                    <a:pt x="11" y="20"/>
                  </a:cubicBezTo>
                  <a:cubicBezTo>
                    <a:pt x="10" y="24"/>
                    <a:pt x="2" y="24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09" name="Freeform 4051">
              <a:extLst>
                <a:ext uri="{FF2B5EF4-FFF2-40B4-BE49-F238E27FC236}">
                  <a16:creationId xmlns:a16="http://schemas.microsoft.com/office/drawing/2014/main" id="{0DB0B78C-2E66-4923-8570-76E5490C8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899"/>
              <a:ext cx="18" cy="44"/>
            </a:xfrm>
            <a:custGeom>
              <a:avLst/>
              <a:gdLst>
                <a:gd name="T0" fmla="*/ 40 w 9"/>
                <a:gd name="T1" fmla="*/ 0 h 20"/>
                <a:gd name="T2" fmla="*/ 56 w 9"/>
                <a:gd name="T3" fmla="*/ 97 h 20"/>
                <a:gd name="T4" fmla="*/ 64 w 9"/>
                <a:gd name="T5" fmla="*/ 169 h 20"/>
                <a:gd name="T6" fmla="*/ 0 w 9"/>
                <a:gd name="T7" fmla="*/ 20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">
                  <a:moveTo>
                    <a:pt x="5" y="0"/>
                  </a:moveTo>
                  <a:cubicBezTo>
                    <a:pt x="5" y="3"/>
                    <a:pt x="6" y="6"/>
                    <a:pt x="7" y="9"/>
                  </a:cubicBezTo>
                  <a:cubicBezTo>
                    <a:pt x="7" y="10"/>
                    <a:pt x="9" y="14"/>
                    <a:pt x="8" y="16"/>
                  </a:cubicBezTo>
                  <a:cubicBezTo>
                    <a:pt x="7" y="18"/>
                    <a:pt x="2" y="20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0" name="Freeform 4052">
              <a:extLst>
                <a:ext uri="{FF2B5EF4-FFF2-40B4-BE49-F238E27FC236}">
                  <a16:creationId xmlns:a16="http://schemas.microsoft.com/office/drawing/2014/main" id="{8CEBC6FB-9370-4561-9987-E3BE13D05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939"/>
              <a:ext cx="23" cy="52"/>
            </a:xfrm>
            <a:custGeom>
              <a:avLst/>
              <a:gdLst>
                <a:gd name="T0" fmla="*/ 36 w 11"/>
                <a:gd name="T1" fmla="*/ 0 h 24"/>
                <a:gd name="T2" fmla="*/ 75 w 11"/>
                <a:gd name="T3" fmla="*/ 132 h 24"/>
                <a:gd name="T4" fmla="*/ 92 w 11"/>
                <a:gd name="T5" fmla="*/ 217 h 24"/>
                <a:gd name="T6" fmla="*/ 0 w 11"/>
                <a:gd name="T7" fmla="*/ 24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4">
                  <a:moveTo>
                    <a:pt x="4" y="0"/>
                  </a:moveTo>
                  <a:cubicBezTo>
                    <a:pt x="5" y="4"/>
                    <a:pt x="8" y="9"/>
                    <a:pt x="8" y="13"/>
                  </a:cubicBezTo>
                  <a:cubicBezTo>
                    <a:pt x="9" y="15"/>
                    <a:pt x="11" y="19"/>
                    <a:pt x="10" y="21"/>
                  </a:cubicBezTo>
                  <a:cubicBezTo>
                    <a:pt x="9" y="23"/>
                    <a:pt x="2" y="24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1" name="Freeform 4053">
              <a:extLst>
                <a:ext uri="{FF2B5EF4-FFF2-40B4-BE49-F238E27FC236}">
                  <a16:creationId xmlns:a16="http://schemas.microsoft.com/office/drawing/2014/main" id="{B21417EA-42EA-4A48-B897-7CBF03436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877"/>
              <a:ext cx="34" cy="33"/>
            </a:xfrm>
            <a:custGeom>
              <a:avLst/>
              <a:gdLst>
                <a:gd name="T0" fmla="*/ 16 w 17"/>
                <a:gd name="T1" fmla="*/ 0 h 15"/>
                <a:gd name="T2" fmla="*/ 0 w 17"/>
                <a:gd name="T3" fmla="*/ 20 h 15"/>
                <a:gd name="T4" fmla="*/ 24 w 17"/>
                <a:gd name="T5" fmla="*/ 125 h 15"/>
                <a:gd name="T6" fmla="*/ 136 w 17"/>
                <a:gd name="T7" fmla="*/ 12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2" y="0"/>
                  </a:moveTo>
                  <a:cubicBezTo>
                    <a:pt x="0" y="0"/>
                    <a:pt x="1" y="1"/>
                    <a:pt x="0" y="2"/>
                  </a:cubicBezTo>
                  <a:cubicBezTo>
                    <a:pt x="0" y="4"/>
                    <a:pt x="2" y="10"/>
                    <a:pt x="3" y="12"/>
                  </a:cubicBezTo>
                  <a:cubicBezTo>
                    <a:pt x="5" y="15"/>
                    <a:pt x="14" y="15"/>
                    <a:pt x="17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2" name="Freeform 4054">
              <a:extLst>
                <a:ext uri="{FF2B5EF4-FFF2-40B4-BE49-F238E27FC236}">
                  <a16:creationId xmlns:a16="http://schemas.microsoft.com/office/drawing/2014/main" id="{F16FB042-AC9A-43D4-B261-FD4D12CF6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910"/>
              <a:ext cx="29" cy="42"/>
            </a:xfrm>
            <a:custGeom>
              <a:avLst/>
              <a:gdLst>
                <a:gd name="T0" fmla="*/ 0 w 14"/>
                <a:gd name="T1" fmla="*/ 0 h 19"/>
                <a:gd name="T2" fmla="*/ 17 w 14"/>
                <a:gd name="T3" fmla="*/ 108 h 19"/>
                <a:gd name="T4" fmla="*/ 44 w 14"/>
                <a:gd name="T5" fmla="*/ 195 h 19"/>
                <a:gd name="T6" fmla="*/ 124 w 14"/>
                <a:gd name="T7" fmla="*/ 17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0" y="0"/>
                  </a:moveTo>
                  <a:cubicBezTo>
                    <a:pt x="0" y="3"/>
                    <a:pt x="2" y="7"/>
                    <a:pt x="2" y="10"/>
                  </a:cubicBezTo>
                  <a:cubicBezTo>
                    <a:pt x="3" y="12"/>
                    <a:pt x="3" y="17"/>
                    <a:pt x="5" y="18"/>
                  </a:cubicBezTo>
                  <a:cubicBezTo>
                    <a:pt x="7" y="19"/>
                    <a:pt x="13" y="17"/>
                    <a:pt x="14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3" name="Freeform 4055">
              <a:extLst>
                <a:ext uri="{FF2B5EF4-FFF2-40B4-BE49-F238E27FC236}">
                  <a16:creationId xmlns:a16="http://schemas.microsoft.com/office/drawing/2014/main" id="{3E8DA333-9FF0-4BA2-AE6B-92CD1886D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866"/>
              <a:ext cx="6" cy="35"/>
            </a:xfrm>
            <a:custGeom>
              <a:avLst/>
              <a:gdLst>
                <a:gd name="T0" fmla="*/ 0 w 3"/>
                <a:gd name="T1" fmla="*/ 0 h 16"/>
                <a:gd name="T2" fmla="*/ 24 w 3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0" y="6"/>
                    <a:pt x="2" y="12"/>
                    <a:pt x="3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4" name="Freeform 4056">
              <a:extLst>
                <a:ext uri="{FF2B5EF4-FFF2-40B4-BE49-F238E27FC236}">
                  <a16:creationId xmlns:a16="http://schemas.microsoft.com/office/drawing/2014/main" id="{EC0E5CDC-5578-4347-BF78-1799B0FE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904"/>
              <a:ext cx="9" cy="39"/>
            </a:xfrm>
            <a:custGeom>
              <a:avLst/>
              <a:gdLst>
                <a:gd name="T0" fmla="*/ 0 w 4"/>
                <a:gd name="T1" fmla="*/ 0 h 18"/>
                <a:gd name="T2" fmla="*/ 45 w 4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1" y="6"/>
                    <a:pt x="4" y="13"/>
                    <a:pt x="4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5" name="Freeform 4057">
              <a:extLst>
                <a:ext uri="{FF2B5EF4-FFF2-40B4-BE49-F238E27FC236}">
                  <a16:creationId xmlns:a16="http://schemas.microsoft.com/office/drawing/2014/main" id="{01547029-84E8-412A-B4C3-75B67FFA1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943"/>
              <a:ext cx="35" cy="68"/>
            </a:xfrm>
            <a:custGeom>
              <a:avLst/>
              <a:gdLst>
                <a:gd name="T0" fmla="*/ 80 w 17"/>
                <a:gd name="T1" fmla="*/ 0 h 31"/>
                <a:gd name="T2" fmla="*/ 140 w 17"/>
                <a:gd name="T3" fmla="*/ 149 h 31"/>
                <a:gd name="T4" fmla="*/ 97 w 17"/>
                <a:gd name="T5" fmla="*/ 254 h 31"/>
                <a:gd name="T6" fmla="*/ 0 w 17"/>
                <a:gd name="T7" fmla="*/ 4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1">
                  <a:moveTo>
                    <a:pt x="9" y="0"/>
                  </a:moveTo>
                  <a:cubicBezTo>
                    <a:pt x="11" y="5"/>
                    <a:pt x="14" y="9"/>
                    <a:pt x="16" y="14"/>
                  </a:cubicBezTo>
                  <a:cubicBezTo>
                    <a:pt x="17" y="17"/>
                    <a:pt x="13" y="22"/>
                    <a:pt x="11" y="24"/>
                  </a:cubicBezTo>
                  <a:cubicBezTo>
                    <a:pt x="4" y="31"/>
                    <a:pt x="1" y="7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6" name="Freeform 4058">
              <a:extLst>
                <a:ext uri="{FF2B5EF4-FFF2-40B4-BE49-F238E27FC236}">
                  <a16:creationId xmlns:a16="http://schemas.microsoft.com/office/drawing/2014/main" id="{990CD9D9-1731-403E-B4B3-BFCC93C4C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829"/>
              <a:ext cx="20" cy="9"/>
            </a:xfrm>
            <a:custGeom>
              <a:avLst/>
              <a:gdLst>
                <a:gd name="T0" fmla="*/ 0 w 10"/>
                <a:gd name="T1" fmla="*/ 36 h 4"/>
                <a:gd name="T2" fmla="*/ 8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3"/>
                  </a:moveTo>
                  <a:cubicBezTo>
                    <a:pt x="3" y="4"/>
                    <a:pt x="7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7" name="Freeform 4059">
              <a:extLst>
                <a:ext uri="{FF2B5EF4-FFF2-40B4-BE49-F238E27FC236}">
                  <a16:creationId xmlns:a16="http://schemas.microsoft.com/office/drawing/2014/main" id="{1E89CD16-49A6-4094-8352-23F00DFDD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877"/>
              <a:ext cx="13" cy="5"/>
            </a:xfrm>
            <a:custGeom>
              <a:avLst/>
              <a:gdLst>
                <a:gd name="T0" fmla="*/ 0 w 6"/>
                <a:gd name="T1" fmla="*/ 33 h 2"/>
                <a:gd name="T2" fmla="*/ 6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8" name="Freeform 4060">
              <a:extLst>
                <a:ext uri="{FF2B5EF4-FFF2-40B4-BE49-F238E27FC236}">
                  <a16:creationId xmlns:a16="http://schemas.microsoft.com/office/drawing/2014/main" id="{BE707C60-05FB-4F6C-8068-877029E43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836"/>
              <a:ext cx="4" cy="17"/>
            </a:xfrm>
            <a:custGeom>
              <a:avLst/>
              <a:gdLst>
                <a:gd name="T0" fmla="*/ 16 w 2"/>
                <a:gd name="T1" fmla="*/ 0 h 8"/>
                <a:gd name="T2" fmla="*/ 8 w 2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6"/>
                    <a:pt x="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19" name="Freeform 4061">
              <a:extLst>
                <a:ext uri="{FF2B5EF4-FFF2-40B4-BE49-F238E27FC236}">
                  <a16:creationId xmlns:a16="http://schemas.microsoft.com/office/drawing/2014/main" id="{31AC800C-C51C-4065-8ADE-A454F493B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923"/>
              <a:ext cx="23" cy="13"/>
            </a:xfrm>
            <a:custGeom>
              <a:avLst/>
              <a:gdLst>
                <a:gd name="T0" fmla="*/ 0 w 11"/>
                <a:gd name="T1" fmla="*/ 20 h 6"/>
                <a:gd name="T2" fmla="*/ 100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3" y="6"/>
                    <a:pt x="8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0" name="Freeform 4062">
              <a:extLst>
                <a:ext uri="{FF2B5EF4-FFF2-40B4-BE49-F238E27FC236}">
                  <a16:creationId xmlns:a16="http://schemas.microsoft.com/office/drawing/2014/main" id="{507A0828-C777-4E2F-AD57-E668F9D8F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886"/>
              <a:ext cx="13" cy="9"/>
            </a:xfrm>
            <a:custGeom>
              <a:avLst/>
              <a:gdLst>
                <a:gd name="T0" fmla="*/ 0 w 6"/>
                <a:gd name="T1" fmla="*/ 45 h 4"/>
                <a:gd name="T2" fmla="*/ 61 w 6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3" y="0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1" name="Freeform 4063">
              <a:extLst>
                <a:ext uri="{FF2B5EF4-FFF2-40B4-BE49-F238E27FC236}">
                  <a16:creationId xmlns:a16="http://schemas.microsoft.com/office/drawing/2014/main" id="{CAA99A76-31FA-46DC-A39E-74ADF7ABF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969"/>
              <a:ext cx="24" cy="13"/>
            </a:xfrm>
            <a:custGeom>
              <a:avLst/>
              <a:gdLst>
                <a:gd name="T0" fmla="*/ 0 w 12"/>
                <a:gd name="T1" fmla="*/ 33 h 6"/>
                <a:gd name="T2" fmla="*/ 96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5" y="6"/>
                    <a:pt x="9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2" name="Freeform 4064">
              <a:extLst>
                <a:ext uri="{FF2B5EF4-FFF2-40B4-BE49-F238E27FC236}">
                  <a16:creationId xmlns:a16="http://schemas.microsoft.com/office/drawing/2014/main" id="{2F00B035-5BE0-4A2A-BE9D-8DABD3F40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792"/>
              <a:ext cx="12" cy="9"/>
            </a:xfrm>
            <a:custGeom>
              <a:avLst/>
              <a:gdLst>
                <a:gd name="T0" fmla="*/ 0 w 6"/>
                <a:gd name="T1" fmla="*/ 11 h 4"/>
                <a:gd name="T2" fmla="*/ 48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0"/>
                    <a:pt x="5" y="2"/>
                    <a:pt x="6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3" name="Freeform 4065">
              <a:extLst>
                <a:ext uri="{FF2B5EF4-FFF2-40B4-BE49-F238E27FC236}">
                  <a16:creationId xmlns:a16="http://schemas.microsoft.com/office/drawing/2014/main" id="{1A9DB5B4-C327-4FE3-9537-31114845B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517"/>
              <a:ext cx="8" cy="19"/>
            </a:xfrm>
            <a:custGeom>
              <a:avLst/>
              <a:gdLst>
                <a:gd name="T0" fmla="*/ 8 w 4"/>
                <a:gd name="T1" fmla="*/ 84 h 9"/>
                <a:gd name="T2" fmla="*/ 32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1" y="9"/>
                  </a:moveTo>
                  <a:cubicBezTo>
                    <a:pt x="1" y="7"/>
                    <a:pt x="0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4" name="Freeform 4066">
              <a:extLst>
                <a:ext uri="{FF2B5EF4-FFF2-40B4-BE49-F238E27FC236}">
                  <a16:creationId xmlns:a16="http://schemas.microsoft.com/office/drawing/2014/main" id="{4724ACAE-A279-4415-87BD-9F7CABB9D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984"/>
              <a:ext cx="16" cy="62"/>
            </a:xfrm>
            <a:custGeom>
              <a:avLst/>
              <a:gdLst>
                <a:gd name="T0" fmla="*/ 0 w 8"/>
                <a:gd name="T1" fmla="*/ 0 h 28"/>
                <a:gd name="T2" fmla="*/ 56 w 8"/>
                <a:gd name="T3" fmla="*/ 206 h 28"/>
                <a:gd name="T4" fmla="*/ 48 w 8"/>
                <a:gd name="T5" fmla="*/ 270 h 28"/>
                <a:gd name="T6" fmla="*/ 0 w 8"/>
                <a:gd name="T7" fmla="*/ 30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0" y="7"/>
                    <a:pt x="6" y="13"/>
                    <a:pt x="7" y="19"/>
                  </a:cubicBezTo>
                  <a:cubicBezTo>
                    <a:pt x="8" y="23"/>
                    <a:pt x="8" y="23"/>
                    <a:pt x="6" y="25"/>
                  </a:cubicBezTo>
                  <a:cubicBezTo>
                    <a:pt x="5" y="27"/>
                    <a:pt x="2" y="28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5" name="Freeform 4067">
              <a:extLst>
                <a:ext uri="{FF2B5EF4-FFF2-40B4-BE49-F238E27FC236}">
                  <a16:creationId xmlns:a16="http://schemas.microsoft.com/office/drawing/2014/main" id="{EC056C7D-57A9-4E59-8AA0-855319B40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3039"/>
              <a:ext cx="16" cy="57"/>
            </a:xfrm>
            <a:custGeom>
              <a:avLst/>
              <a:gdLst>
                <a:gd name="T0" fmla="*/ 0 w 8"/>
                <a:gd name="T1" fmla="*/ 0 h 26"/>
                <a:gd name="T2" fmla="*/ 56 w 8"/>
                <a:gd name="T3" fmla="*/ 202 h 26"/>
                <a:gd name="T4" fmla="*/ 8 w 8"/>
                <a:gd name="T5" fmla="*/ 274 h 26"/>
                <a:gd name="T6" fmla="*/ 8 w 8"/>
                <a:gd name="T7" fmla="*/ 26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6">
                  <a:moveTo>
                    <a:pt x="0" y="0"/>
                  </a:moveTo>
                  <a:cubicBezTo>
                    <a:pt x="4" y="6"/>
                    <a:pt x="6" y="13"/>
                    <a:pt x="7" y="19"/>
                  </a:cubicBezTo>
                  <a:cubicBezTo>
                    <a:pt x="8" y="23"/>
                    <a:pt x="5" y="25"/>
                    <a:pt x="1" y="26"/>
                  </a:cubicBezTo>
                  <a:cubicBezTo>
                    <a:pt x="0" y="26"/>
                    <a:pt x="1" y="25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6" name="Freeform 4068">
              <a:extLst>
                <a:ext uri="{FF2B5EF4-FFF2-40B4-BE49-F238E27FC236}">
                  <a16:creationId xmlns:a16="http://schemas.microsoft.com/office/drawing/2014/main" id="{5385F907-9103-4C37-A30B-D69AEDCE2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087"/>
              <a:ext cx="19" cy="53"/>
            </a:xfrm>
            <a:custGeom>
              <a:avLst/>
              <a:gdLst>
                <a:gd name="T0" fmla="*/ 0 w 9"/>
                <a:gd name="T1" fmla="*/ 0 h 24"/>
                <a:gd name="T2" fmla="*/ 76 w 9"/>
                <a:gd name="T3" fmla="*/ 205 h 24"/>
                <a:gd name="T4" fmla="*/ 8 w 9"/>
                <a:gd name="T5" fmla="*/ 2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2" y="6"/>
                    <a:pt x="9" y="13"/>
                    <a:pt x="8" y="19"/>
                  </a:cubicBezTo>
                  <a:cubicBezTo>
                    <a:pt x="8" y="21"/>
                    <a:pt x="3" y="24"/>
                    <a:pt x="1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7" name="Freeform 4069">
              <a:extLst>
                <a:ext uri="{FF2B5EF4-FFF2-40B4-BE49-F238E27FC236}">
                  <a16:creationId xmlns:a16="http://schemas.microsoft.com/office/drawing/2014/main" id="{B9743647-B93B-4C2A-A6D1-242FD878F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131"/>
              <a:ext cx="18" cy="41"/>
            </a:xfrm>
            <a:custGeom>
              <a:avLst/>
              <a:gdLst>
                <a:gd name="T0" fmla="*/ 8 w 9"/>
                <a:gd name="T1" fmla="*/ 0 h 19"/>
                <a:gd name="T2" fmla="*/ 64 w 9"/>
                <a:gd name="T3" fmla="*/ 149 h 19"/>
                <a:gd name="T4" fmla="*/ 0 w 9"/>
                <a:gd name="T5" fmla="*/ 18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1" y="0"/>
                  </a:moveTo>
                  <a:cubicBezTo>
                    <a:pt x="3" y="3"/>
                    <a:pt x="9" y="11"/>
                    <a:pt x="8" y="15"/>
                  </a:cubicBezTo>
                  <a:cubicBezTo>
                    <a:pt x="7" y="17"/>
                    <a:pt x="1" y="19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8" name="Freeform 4070">
              <a:extLst>
                <a:ext uri="{FF2B5EF4-FFF2-40B4-BE49-F238E27FC236}">
                  <a16:creationId xmlns:a16="http://schemas.microsoft.com/office/drawing/2014/main" id="{38A0D72E-DE2B-4088-A167-1EC4630B5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3164"/>
              <a:ext cx="19" cy="48"/>
            </a:xfrm>
            <a:custGeom>
              <a:avLst/>
              <a:gdLst>
                <a:gd name="T0" fmla="*/ 8 w 9"/>
                <a:gd name="T1" fmla="*/ 0 h 22"/>
                <a:gd name="T2" fmla="*/ 57 w 9"/>
                <a:gd name="T3" fmla="*/ 81 h 22"/>
                <a:gd name="T4" fmla="*/ 84 w 9"/>
                <a:gd name="T5" fmla="*/ 177 h 22"/>
                <a:gd name="T6" fmla="*/ 0 w 9"/>
                <a:gd name="T7" fmla="*/ 229 h 22"/>
                <a:gd name="T8" fmla="*/ 8 w 9"/>
                <a:gd name="T9" fmla="*/ 21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2">
                  <a:moveTo>
                    <a:pt x="1" y="0"/>
                  </a:moveTo>
                  <a:cubicBezTo>
                    <a:pt x="3" y="3"/>
                    <a:pt x="5" y="5"/>
                    <a:pt x="6" y="8"/>
                  </a:cubicBezTo>
                  <a:cubicBezTo>
                    <a:pt x="7" y="10"/>
                    <a:pt x="9" y="15"/>
                    <a:pt x="9" y="17"/>
                  </a:cubicBezTo>
                  <a:cubicBezTo>
                    <a:pt x="9" y="22"/>
                    <a:pt x="4" y="22"/>
                    <a:pt x="0" y="22"/>
                  </a:cubicBezTo>
                  <a:cubicBezTo>
                    <a:pt x="0" y="21"/>
                    <a:pt x="0" y="22"/>
                    <a:pt x="1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29" name="Freeform 4071">
              <a:extLst>
                <a:ext uri="{FF2B5EF4-FFF2-40B4-BE49-F238E27FC236}">
                  <a16:creationId xmlns:a16="http://schemas.microsoft.com/office/drawing/2014/main" id="{6F8B27FE-136A-4B88-98D2-1A1F4B576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3203"/>
              <a:ext cx="23" cy="44"/>
            </a:xfrm>
            <a:custGeom>
              <a:avLst/>
              <a:gdLst>
                <a:gd name="T0" fmla="*/ 36 w 11"/>
                <a:gd name="T1" fmla="*/ 0 h 20"/>
                <a:gd name="T2" fmla="*/ 65 w 11"/>
                <a:gd name="T3" fmla="*/ 73 h 20"/>
                <a:gd name="T4" fmla="*/ 100 w 11"/>
                <a:gd name="T5" fmla="*/ 194 h 20"/>
                <a:gd name="T6" fmla="*/ 65 w 11"/>
                <a:gd name="T7" fmla="*/ 202 h 20"/>
                <a:gd name="T8" fmla="*/ 0 w 11"/>
                <a:gd name="T9" fmla="*/ 213 h 20"/>
                <a:gd name="T10" fmla="*/ 0 w 11"/>
                <a:gd name="T11" fmla="*/ 20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0">
                  <a:moveTo>
                    <a:pt x="4" y="0"/>
                  </a:moveTo>
                  <a:cubicBezTo>
                    <a:pt x="4" y="3"/>
                    <a:pt x="6" y="5"/>
                    <a:pt x="7" y="7"/>
                  </a:cubicBezTo>
                  <a:cubicBezTo>
                    <a:pt x="9" y="11"/>
                    <a:pt x="10" y="14"/>
                    <a:pt x="11" y="18"/>
                  </a:cubicBezTo>
                  <a:cubicBezTo>
                    <a:pt x="10" y="19"/>
                    <a:pt x="9" y="19"/>
                    <a:pt x="7" y="19"/>
                  </a:cubicBezTo>
                  <a:cubicBezTo>
                    <a:pt x="5" y="19"/>
                    <a:pt x="3" y="19"/>
                    <a:pt x="0" y="20"/>
                  </a:cubicBez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0" name="Freeform 4072">
              <a:extLst>
                <a:ext uri="{FF2B5EF4-FFF2-40B4-BE49-F238E27FC236}">
                  <a16:creationId xmlns:a16="http://schemas.microsoft.com/office/drawing/2014/main" id="{D8868857-EE34-4CD3-AC9F-6767B52C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242"/>
              <a:ext cx="4" cy="14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2" y="4"/>
                    <a:pt x="2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1" name="Freeform 4073">
              <a:extLst>
                <a:ext uri="{FF2B5EF4-FFF2-40B4-BE49-F238E27FC236}">
                  <a16:creationId xmlns:a16="http://schemas.microsoft.com/office/drawing/2014/main" id="{6EE97D12-CE72-4914-87CB-2323D9996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998"/>
              <a:ext cx="28" cy="37"/>
            </a:xfrm>
            <a:custGeom>
              <a:avLst/>
              <a:gdLst>
                <a:gd name="T0" fmla="*/ 0 w 14"/>
                <a:gd name="T1" fmla="*/ 0 h 17"/>
                <a:gd name="T2" fmla="*/ 64 w 14"/>
                <a:gd name="T3" fmla="*/ 176 h 17"/>
                <a:gd name="T4" fmla="*/ 112 w 14"/>
                <a:gd name="T5" fmla="*/ 16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2" y="4"/>
                    <a:pt x="3" y="15"/>
                    <a:pt x="8" y="17"/>
                  </a:cubicBezTo>
                  <a:cubicBezTo>
                    <a:pt x="9" y="17"/>
                    <a:pt x="13" y="16"/>
                    <a:pt x="14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2" name="Freeform 4074">
              <a:extLst>
                <a:ext uri="{FF2B5EF4-FFF2-40B4-BE49-F238E27FC236}">
                  <a16:creationId xmlns:a16="http://schemas.microsoft.com/office/drawing/2014/main" id="{B63B498C-CB30-4009-AD4E-39FB917A7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3035"/>
              <a:ext cx="27" cy="39"/>
            </a:xfrm>
            <a:custGeom>
              <a:avLst/>
              <a:gdLst>
                <a:gd name="T0" fmla="*/ 0 w 13"/>
                <a:gd name="T1" fmla="*/ 0 h 18"/>
                <a:gd name="T2" fmla="*/ 35 w 13"/>
                <a:gd name="T3" fmla="*/ 132 h 18"/>
                <a:gd name="T4" fmla="*/ 52 w 13"/>
                <a:gd name="T5" fmla="*/ 173 h 18"/>
                <a:gd name="T6" fmla="*/ 116 w 13"/>
                <a:gd name="T7" fmla="*/ 15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0" y="0"/>
                  </a:moveTo>
                  <a:cubicBezTo>
                    <a:pt x="1" y="4"/>
                    <a:pt x="3" y="9"/>
                    <a:pt x="4" y="13"/>
                  </a:cubicBezTo>
                  <a:cubicBezTo>
                    <a:pt x="4" y="15"/>
                    <a:pt x="4" y="17"/>
                    <a:pt x="6" y="17"/>
                  </a:cubicBezTo>
                  <a:cubicBezTo>
                    <a:pt x="8" y="18"/>
                    <a:pt x="11" y="16"/>
                    <a:pt x="13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3" name="Freeform 4075">
              <a:extLst>
                <a:ext uri="{FF2B5EF4-FFF2-40B4-BE49-F238E27FC236}">
                  <a16:creationId xmlns:a16="http://schemas.microsoft.com/office/drawing/2014/main" id="{B4405E2D-7FD8-4B64-9841-DBF41E511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980"/>
              <a:ext cx="25" cy="83"/>
            </a:xfrm>
            <a:custGeom>
              <a:avLst/>
              <a:gdLst>
                <a:gd name="T0" fmla="*/ 0 w 12"/>
                <a:gd name="T1" fmla="*/ 0 h 38"/>
                <a:gd name="T2" fmla="*/ 108 w 12"/>
                <a:gd name="T3" fmla="*/ 39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8">
                  <a:moveTo>
                    <a:pt x="0" y="0"/>
                  </a:moveTo>
                  <a:cubicBezTo>
                    <a:pt x="4" y="13"/>
                    <a:pt x="9" y="26"/>
                    <a:pt x="12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4" name="Freeform 4076">
              <a:extLst>
                <a:ext uri="{FF2B5EF4-FFF2-40B4-BE49-F238E27FC236}">
                  <a16:creationId xmlns:a16="http://schemas.microsoft.com/office/drawing/2014/main" id="{3DD8450A-740B-42F4-80C7-6A9CF89B6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3070"/>
              <a:ext cx="35" cy="46"/>
            </a:xfrm>
            <a:custGeom>
              <a:avLst/>
              <a:gdLst>
                <a:gd name="T0" fmla="*/ 43 w 17"/>
                <a:gd name="T1" fmla="*/ 9 h 21"/>
                <a:gd name="T2" fmla="*/ 43 w 17"/>
                <a:gd name="T3" fmla="*/ 125 h 21"/>
                <a:gd name="T4" fmla="*/ 97 w 17"/>
                <a:gd name="T5" fmla="*/ 221 h 21"/>
                <a:gd name="T6" fmla="*/ 148 w 17"/>
                <a:gd name="T7" fmla="*/ 177 h 21"/>
                <a:gd name="T8" fmla="*/ 124 w 17"/>
                <a:gd name="T9" fmla="*/ 72 h 21"/>
                <a:gd name="T10" fmla="*/ 97 w 17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1">
                  <a:moveTo>
                    <a:pt x="5" y="1"/>
                  </a:moveTo>
                  <a:cubicBezTo>
                    <a:pt x="0" y="4"/>
                    <a:pt x="3" y="8"/>
                    <a:pt x="5" y="12"/>
                  </a:cubicBezTo>
                  <a:cubicBezTo>
                    <a:pt x="6" y="16"/>
                    <a:pt x="6" y="21"/>
                    <a:pt x="11" y="21"/>
                  </a:cubicBezTo>
                  <a:cubicBezTo>
                    <a:pt x="14" y="21"/>
                    <a:pt x="16" y="20"/>
                    <a:pt x="17" y="17"/>
                  </a:cubicBezTo>
                  <a:cubicBezTo>
                    <a:pt x="17" y="15"/>
                    <a:pt x="15" y="10"/>
                    <a:pt x="14" y="7"/>
                  </a:cubicBezTo>
                  <a:cubicBezTo>
                    <a:pt x="13" y="5"/>
                    <a:pt x="12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5" name="Freeform 4077">
              <a:extLst>
                <a:ext uri="{FF2B5EF4-FFF2-40B4-BE49-F238E27FC236}">
                  <a16:creationId xmlns:a16="http://schemas.microsoft.com/office/drawing/2014/main" id="{4A25D7BC-A705-4EA3-B66D-7F53390C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111"/>
              <a:ext cx="34" cy="51"/>
            </a:xfrm>
            <a:custGeom>
              <a:avLst/>
              <a:gdLst>
                <a:gd name="T0" fmla="*/ 8 w 17"/>
                <a:gd name="T1" fmla="*/ 20 h 23"/>
                <a:gd name="T2" fmla="*/ 80 w 17"/>
                <a:gd name="T3" fmla="*/ 251 h 23"/>
                <a:gd name="T4" fmla="*/ 136 w 17"/>
                <a:gd name="T5" fmla="*/ 206 h 23"/>
                <a:gd name="T6" fmla="*/ 88 w 17"/>
                <a:gd name="T7" fmla="*/ 64 h 23"/>
                <a:gd name="T8" fmla="*/ 64 w 1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3">
                  <a:moveTo>
                    <a:pt x="1" y="2"/>
                  </a:moveTo>
                  <a:cubicBezTo>
                    <a:pt x="0" y="10"/>
                    <a:pt x="6" y="16"/>
                    <a:pt x="10" y="23"/>
                  </a:cubicBezTo>
                  <a:cubicBezTo>
                    <a:pt x="12" y="22"/>
                    <a:pt x="16" y="22"/>
                    <a:pt x="17" y="19"/>
                  </a:cubicBezTo>
                  <a:cubicBezTo>
                    <a:pt x="17" y="16"/>
                    <a:pt x="12" y="10"/>
                    <a:pt x="11" y="6"/>
                  </a:cubicBezTo>
                  <a:cubicBezTo>
                    <a:pt x="10" y="4"/>
                    <a:pt x="9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6" name="Freeform 4078">
              <a:extLst>
                <a:ext uri="{FF2B5EF4-FFF2-40B4-BE49-F238E27FC236}">
                  <a16:creationId xmlns:a16="http://schemas.microsoft.com/office/drawing/2014/main" id="{4F14BDCD-9C71-448F-9FBC-C911D1FAF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155"/>
              <a:ext cx="37" cy="44"/>
            </a:xfrm>
            <a:custGeom>
              <a:avLst/>
              <a:gdLst>
                <a:gd name="T0" fmla="*/ 33 w 18"/>
                <a:gd name="T1" fmla="*/ 33 h 20"/>
                <a:gd name="T2" fmla="*/ 43 w 18"/>
                <a:gd name="T3" fmla="*/ 150 h 20"/>
                <a:gd name="T4" fmla="*/ 113 w 18"/>
                <a:gd name="T5" fmla="*/ 202 h 20"/>
                <a:gd name="T6" fmla="*/ 140 w 18"/>
                <a:gd name="T7" fmla="*/ 150 h 20"/>
                <a:gd name="T8" fmla="*/ 88 w 18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4" y="3"/>
                  </a:moveTo>
                  <a:cubicBezTo>
                    <a:pt x="0" y="6"/>
                    <a:pt x="2" y="10"/>
                    <a:pt x="5" y="14"/>
                  </a:cubicBezTo>
                  <a:cubicBezTo>
                    <a:pt x="7" y="19"/>
                    <a:pt x="8" y="20"/>
                    <a:pt x="13" y="19"/>
                  </a:cubicBezTo>
                  <a:cubicBezTo>
                    <a:pt x="17" y="18"/>
                    <a:pt x="18" y="18"/>
                    <a:pt x="16" y="14"/>
                  </a:cubicBezTo>
                  <a:cubicBezTo>
                    <a:pt x="15" y="9"/>
                    <a:pt x="12" y="4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7" name="Freeform 4079">
              <a:extLst>
                <a:ext uri="{FF2B5EF4-FFF2-40B4-BE49-F238E27FC236}">
                  <a16:creationId xmlns:a16="http://schemas.microsoft.com/office/drawing/2014/main" id="{D1CDD134-44BB-403E-B2D8-7C26C3BC7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190"/>
              <a:ext cx="31" cy="48"/>
            </a:xfrm>
            <a:custGeom>
              <a:avLst/>
              <a:gdLst>
                <a:gd name="T0" fmla="*/ 0 w 15"/>
                <a:gd name="T1" fmla="*/ 44 h 22"/>
                <a:gd name="T2" fmla="*/ 116 w 15"/>
                <a:gd name="T3" fmla="*/ 157 h 22"/>
                <a:gd name="T4" fmla="*/ 124 w 15"/>
                <a:gd name="T5" fmla="*/ 124 h 22"/>
                <a:gd name="T6" fmla="*/ 89 w 15"/>
                <a:gd name="T7" fmla="*/ 44 h 22"/>
                <a:gd name="T8" fmla="*/ 81 w 1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4"/>
                  </a:moveTo>
                  <a:cubicBezTo>
                    <a:pt x="1" y="11"/>
                    <a:pt x="5" y="22"/>
                    <a:pt x="13" y="15"/>
                  </a:cubicBezTo>
                  <a:cubicBezTo>
                    <a:pt x="15" y="13"/>
                    <a:pt x="15" y="14"/>
                    <a:pt x="14" y="12"/>
                  </a:cubicBezTo>
                  <a:cubicBezTo>
                    <a:pt x="13" y="9"/>
                    <a:pt x="11" y="7"/>
                    <a:pt x="10" y="4"/>
                  </a:cubicBezTo>
                  <a:cubicBezTo>
                    <a:pt x="9" y="3"/>
                    <a:pt x="10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8" name="Freeform 4080">
              <a:extLst>
                <a:ext uri="{FF2B5EF4-FFF2-40B4-BE49-F238E27FC236}">
                  <a16:creationId xmlns:a16="http://schemas.microsoft.com/office/drawing/2014/main" id="{9A1C86FA-A288-47FE-97BC-FD7A84F19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229"/>
              <a:ext cx="6" cy="24"/>
            </a:xfrm>
            <a:custGeom>
              <a:avLst/>
              <a:gdLst>
                <a:gd name="T0" fmla="*/ 0 w 3"/>
                <a:gd name="T1" fmla="*/ 0 h 11"/>
                <a:gd name="T2" fmla="*/ 24 w 3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1" y="5"/>
                    <a:pt x="3" y="6"/>
                    <a:pt x="3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39" name="Freeform 4081">
              <a:extLst>
                <a:ext uri="{FF2B5EF4-FFF2-40B4-BE49-F238E27FC236}">
                  <a16:creationId xmlns:a16="http://schemas.microsoft.com/office/drawing/2014/main" id="{DB73CE12-BF49-4988-88BF-5C7B1A824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218"/>
              <a:ext cx="24" cy="7"/>
            </a:xfrm>
            <a:custGeom>
              <a:avLst/>
              <a:gdLst>
                <a:gd name="T0" fmla="*/ 0 w 12"/>
                <a:gd name="T1" fmla="*/ 37 h 3"/>
                <a:gd name="T2" fmla="*/ 96 w 12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3" y="2"/>
                    <a:pt x="10" y="0"/>
                    <a:pt x="12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0" name="Freeform 4082">
              <a:extLst>
                <a:ext uri="{FF2B5EF4-FFF2-40B4-BE49-F238E27FC236}">
                  <a16:creationId xmlns:a16="http://schemas.microsoft.com/office/drawing/2014/main" id="{EF57A99C-4F05-4F36-9CF2-44225194E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3177"/>
              <a:ext cx="19" cy="6"/>
            </a:xfrm>
            <a:custGeom>
              <a:avLst/>
              <a:gdLst>
                <a:gd name="T0" fmla="*/ 0 w 9"/>
                <a:gd name="T1" fmla="*/ 24 h 3"/>
                <a:gd name="T2" fmla="*/ 84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1" name="Freeform 4083">
              <a:extLst>
                <a:ext uri="{FF2B5EF4-FFF2-40B4-BE49-F238E27FC236}">
                  <a16:creationId xmlns:a16="http://schemas.microsoft.com/office/drawing/2014/main" id="{E0F8646F-0365-41D3-AFF9-9DC5D115B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3133"/>
              <a:ext cx="21" cy="11"/>
            </a:xfrm>
            <a:custGeom>
              <a:avLst/>
              <a:gdLst>
                <a:gd name="T0" fmla="*/ 0 w 10"/>
                <a:gd name="T1" fmla="*/ 53 h 5"/>
                <a:gd name="T2" fmla="*/ 92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2" y="4"/>
                    <a:pt x="10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2" name="Freeform 4084">
              <a:extLst>
                <a:ext uri="{FF2B5EF4-FFF2-40B4-BE49-F238E27FC236}">
                  <a16:creationId xmlns:a16="http://schemas.microsoft.com/office/drawing/2014/main" id="{9E6C5E47-8452-4846-80EC-A6CFF4E0C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096"/>
              <a:ext cx="24" cy="11"/>
            </a:xfrm>
            <a:custGeom>
              <a:avLst/>
              <a:gdLst>
                <a:gd name="T0" fmla="*/ 0 w 12"/>
                <a:gd name="T1" fmla="*/ 53 h 5"/>
                <a:gd name="T2" fmla="*/ 96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3"/>
                    <a:pt x="7" y="0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3" name="Freeform 4085">
              <a:extLst>
                <a:ext uri="{FF2B5EF4-FFF2-40B4-BE49-F238E27FC236}">
                  <a16:creationId xmlns:a16="http://schemas.microsoft.com/office/drawing/2014/main" id="{13AB1831-3EC5-4D5C-8109-70141A455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3050"/>
              <a:ext cx="31" cy="13"/>
            </a:xfrm>
            <a:custGeom>
              <a:avLst/>
              <a:gdLst>
                <a:gd name="T0" fmla="*/ 0 w 15"/>
                <a:gd name="T1" fmla="*/ 61 h 6"/>
                <a:gd name="T2" fmla="*/ 132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4" y="3"/>
                    <a:pt x="10" y="0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4" name="Freeform 4086">
              <a:extLst>
                <a:ext uri="{FF2B5EF4-FFF2-40B4-BE49-F238E27FC236}">
                  <a16:creationId xmlns:a16="http://schemas.microsoft.com/office/drawing/2014/main" id="{E5FF59E9-F84B-42D9-9F8C-CA0B53578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3009"/>
              <a:ext cx="25" cy="10"/>
            </a:xfrm>
            <a:custGeom>
              <a:avLst/>
              <a:gdLst>
                <a:gd name="T0" fmla="*/ 0 w 12"/>
                <a:gd name="T1" fmla="*/ 40 h 5"/>
                <a:gd name="T2" fmla="*/ 10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2"/>
                    <a:pt x="8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5" name="Freeform 4087">
              <a:extLst>
                <a:ext uri="{FF2B5EF4-FFF2-40B4-BE49-F238E27FC236}">
                  <a16:creationId xmlns:a16="http://schemas.microsoft.com/office/drawing/2014/main" id="{97BD8304-51EB-45BF-864A-E0F3C6110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993"/>
              <a:ext cx="7" cy="18"/>
            </a:xfrm>
            <a:custGeom>
              <a:avLst/>
              <a:gdLst>
                <a:gd name="T0" fmla="*/ 0 w 3"/>
                <a:gd name="T1" fmla="*/ 0 h 8"/>
                <a:gd name="T2" fmla="*/ 28 w 3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3"/>
                    <a:pt x="3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6" name="Freeform 4088">
              <a:extLst>
                <a:ext uri="{FF2B5EF4-FFF2-40B4-BE49-F238E27FC236}">
                  <a16:creationId xmlns:a16="http://schemas.microsoft.com/office/drawing/2014/main" id="{13A2A261-CB63-46A1-BA31-08D3C3F2C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3030"/>
              <a:ext cx="6" cy="22"/>
            </a:xfrm>
            <a:custGeom>
              <a:avLst/>
              <a:gdLst>
                <a:gd name="T0" fmla="*/ 0 w 3"/>
                <a:gd name="T1" fmla="*/ 106 h 10"/>
                <a:gd name="T2" fmla="*/ 16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3" y="7"/>
                    <a:pt x="2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7" name="Freeform 4089">
              <a:extLst>
                <a:ext uri="{FF2B5EF4-FFF2-40B4-BE49-F238E27FC236}">
                  <a16:creationId xmlns:a16="http://schemas.microsoft.com/office/drawing/2014/main" id="{27D99E08-9448-4E6C-B9E8-7BCDDBB5E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105"/>
              <a:ext cx="8" cy="19"/>
            </a:xfrm>
            <a:custGeom>
              <a:avLst/>
              <a:gdLst>
                <a:gd name="T0" fmla="*/ 32 w 4"/>
                <a:gd name="T1" fmla="*/ 0 h 9"/>
                <a:gd name="T2" fmla="*/ 8 w 4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2"/>
                    <a:pt x="0" y="6"/>
                    <a:pt x="1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8" name="Freeform 4090">
              <a:extLst>
                <a:ext uri="{FF2B5EF4-FFF2-40B4-BE49-F238E27FC236}">
                  <a16:creationId xmlns:a16="http://schemas.microsoft.com/office/drawing/2014/main" id="{BA82DB7C-4351-45AB-B723-627C53A9A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3140"/>
              <a:ext cx="19" cy="8"/>
            </a:xfrm>
            <a:custGeom>
              <a:avLst/>
              <a:gdLst>
                <a:gd name="T0" fmla="*/ 0 w 9"/>
                <a:gd name="T1" fmla="*/ 0 h 4"/>
                <a:gd name="T2" fmla="*/ 84 w 9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4" y="0"/>
                    <a:pt x="6" y="0"/>
                    <a:pt x="9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49" name="Freeform 4091">
              <a:extLst>
                <a:ext uri="{FF2B5EF4-FFF2-40B4-BE49-F238E27FC236}">
                  <a16:creationId xmlns:a16="http://schemas.microsoft.com/office/drawing/2014/main" id="{CD91053E-2376-445F-889E-2F852E8A8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3183"/>
              <a:ext cx="11" cy="20"/>
            </a:xfrm>
            <a:custGeom>
              <a:avLst/>
              <a:gdLst>
                <a:gd name="T0" fmla="*/ 53 w 5"/>
                <a:gd name="T1" fmla="*/ 0 h 9"/>
                <a:gd name="T2" fmla="*/ 20 w 5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2" y="2"/>
                    <a:pt x="0" y="6"/>
                    <a:pt x="2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0" name="Freeform 4092">
              <a:extLst>
                <a:ext uri="{FF2B5EF4-FFF2-40B4-BE49-F238E27FC236}">
                  <a16:creationId xmlns:a16="http://schemas.microsoft.com/office/drawing/2014/main" id="{B349F32C-8D5E-4183-A700-27D87C688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3203"/>
              <a:ext cx="6" cy="15"/>
            </a:xfrm>
            <a:custGeom>
              <a:avLst/>
              <a:gdLst>
                <a:gd name="T0" fmla="*/ 0 w 3"/>
                <a:gd name="T1" fmla="*/ 69 h 7"/>
                <a:gd name="T2" fmla="*/ 24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3" y="5"/>
                    <a:pt x="2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1" name="Freeform 4093">
              <a:extLst>
                <a:ext uri="{FF2B5EF4-FFF2-40B4-BE49-F238E27FC236}">
                  <a16:creationId xmlns:a16="http://schemas.microsoft.com/office/drawing/2014/main" id="{F2592549-F016-41EA-A205-5FBB5BD94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978"/>
              <a:ext cx="10" cy="15"/>
            </a:xfrm>
            <a:custGeom>
              <a:avLst/>
              <a:gdLst>
                <a:gd name="T0" fmla="*/ 16 w 5"/>
                <a:gd name="T1" fmla="*/ 69 h 7"/>
                <a:gd name="T2" fmla="*/ 4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2" y="7"/>
                  </a:moveTo>
                  <a:cubicBezTo>
                    <a:pt x="0" y="4"/>
                    <a:pt x="3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2" name="Freeform 4094">
              <a:extLst>
                <a:ext uri="{FF2B5EF4-FFF2-40B4-BE49-F238E27FC236}">
                  <a16:creationId xmlns:a16="http://schemas.microsoft.com/office/drawing/2014/main" id="{FB4925DA-9635-4787-9B52-7D8ADCBDE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928"/>
              <a:ext cx="12" cy="8"/>
            </a:xfrm>
            <a:custGeom>
              <a:avLst/>
              <a:gdLst>
                <a:gd name="T0" fmla="*/ 0 w 6"/>
                <a:gd name="T1" fmla="*/ 0 h 4"/>
                <a:gd name="T2" fmla="*/ 4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3" y="1"/>
                    <a:pt x="5" y="2"/>
                    <a:pt x="6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3" name="Freeform 4095">
              <a:extLst>
                <a:ext uri="{FF2B5EF4-FFF2-40B4-BE49-F238E27FC236}">
                  <a16:creationId xmlns:a16="http://schemas.microsoft.com/office/drawing/2014/main" id="{27BD8AF2-56AE-4243-AB78-6585E1864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950"/>
              <a:ext cx="8" cy="15"/>
            </a:xfrm>
            <a:custGeom>
              <a:avLst/>
              <a:gdLst>
                <a:gd name="T0" fmla="*/ 32 w 4"/>
                <a:gd name="T1" fmla="*/ 0 h 7"/>
                <a:gd name="T2" fmla="*/ 0 w 4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4" name="Freeform 4096">
              <a:extLst>
                <a:ext uri="{FF2B5EF4-FFF2-40B4-BE49-F238E27FC236}">
                  <a16:creationId xmlns:a16="http://schemas.microsoft.com/office/drawing/2014/main" id="{F967C59E-BFF9-4D8D-89DE-72FEA9F89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3041"/>
              <a:ext cx="10" cy="16"/>
            </a:xfrm>
            <a:custGeom>
              <a:avLst/>
              <a:gdLst>
                <a:gd name="T0" fmla="*/ 0 w 5"/>
                <a:gd name="T1" fmla="*/ 85 h 7"/>
                <a:gd name="T2" fmla="*/ 4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0" y="4"/>
                    <a:pt x="3" y="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5" name="Freeform 4097">
              <a:extLst>
                <a:ext uri="{FF2B5EF4-FFF2-40B4-BE49-F238E27FC236}">
                  <a16:creationId xmlns:a16="http://schemas.microsoft.com/office/drawing/2014/main" id="{F2BB0792-E7F2-4118-A528-427EF2DA8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3221"/>
              <a:ext cx="10" cy="28"/>
            </a:xfrm>
            <a:custGeom>
              <a:avLst/>
              <a:gdLst>
                <a:gd name="T0" fmla="*/ 0 w 5"/>
                <a:gd name="T1" fmla="*/ 0 h 13"/>
                <a:gd name="T2" fmla="*/ 40 w 5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2" y="5"/>
                    <a:pt x="4" y="9"/>
                    <a:pt x="5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6" name="Freeform 4098">
              <a:extLst>
                <a:ext uri="{FF2B5EF4-FFF2-40B4-BE49-F238E27FC236}">
                  <a16:creationId xmlns:a16="http://schemas.microsoft.com/office/drawing/2014/main" id="{0B3BE182-C78C-4072-940D-D6E70B886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75"/>
              <a:ext cx="18" cy="53"/>
            </a:xfrm>
            <a:custGeom>
              <a:avLst/>
              <a:gdLst>
                <a:gd name="T0" fmla="*/ 0 w 9"/>
                <a:gd name="T1" fmla="*/ 0 h 24"/>
                <a:gd name="T2" fmla="*/ 72 w 9"/>
                <a:gd name="T3" fmla="*/ 194 h 24"/>
                <a:gd name="T4" fmla="*/ 16 w 9"/>
                <a:gd name="T5" fmla="*/ 2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5" y="6"/>
                    <a:pt x="5" y="11"/>
                    <a:pt x="9" y="18"/>
                  </a:cubicBezTo>
                  <a:cubicBezTo>
                    <a:pt x="9" y="22"/>
                    <a:pt x="2" y="24"/>
                    <a:pt x="2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7" name="Freeform 4099">
              <a:extLst>
                <a:ext uri="{FF2B5EF4-FFF2-40B4-BE49-F238E27FC236}">
                  <a16:creationId xmlns:a16="http://schemas.microsoft.com/office/drawing/2014/main" id="{34E1EDBE-6743-4EA1-B93A-69D13E1F3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119"/>
              <a:ext cx="25" cy="66"/>
            </a:xfrm>
            <a:custGeom>
              <a:avLst/>
              <a:gdLst>
                <a:gd name="T0" fmla="*/ 0 w 12"/>
                <a:gd name="T1" fmla="*/ 0 h 30"/>
                <a:gd name="T2" fmla="*/ 35 w 12"/>
                <a:gd name="T3" fmla="*/ 64 h 30"/>
                <a:gd name="T4" fmla="*/ 92 w 12"/>
                <a:gd name="T5" fmla="*/ 178 h 30"/>
                <a:gd name="T6" fmla="*/ 100 w 12"/>
                <a:gd name="T7" fmla="*/ 257 h 30"/>
                <a:gd name="T8" fmla="*/ 56 w 12"/>
                <a:gd name="T9" fmla="*/ 31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0">
                  <a:moveTo>
                    <a:pt x="0" y="0"/>
                  </a:moveTo>
                  <a:cubicBezTo>
                    <a:pt x="2" y="1"/>
                    <a:pt x="3" y="4"/>
                    <a:pt x="4" y="6"/>
                  </a:cubicBezTo>
                  <a:cubicBezTo>
                    <a:pt x="6" y="10"/>
                    <a:pt x="8" y="13"/>
                    <a:pt x="10" y="17"/>
                  </a:cubicBezTo>
                  <a:cubicBezTo>
                    <a:pt x="11" y="19"/>
                    <a:pt x="12" y="21"/>
                    <a:pt x="11" y="24"/>
                  </a:cubicBezTo>
                  <a:cubicBezTo>
                    <a:pt x="11" y="26"/>
                    <a:pt x="8" y="30"/>
                    <a:pt x="6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8" name="Freeform 4100">
              <a:extLst>
                <a:ext uri="{FF2B5EF4-FFF2-40B4-BE49-F238E27FC236}">
                  <a16:creationId xmlns:a16="http://schemas.microsoft.com/office/drawing/2014/main" id="{60AD0412-E7C9-4923-A20E-75703D42E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71"/>
              <a:ext cx="18" cy="55"/>
            </a:xfrm>
            <a:custGeom>
              <a:avLst/>
              <a:gdLst>
                <a:gd name="T0" fmla="*/ 0 w 9"/>
                <a:gd name="T1" fmla="*/ 0 h 25"/>
                <a:gd name="T2" fmla="*/ 64 w 9"/>
                <a:gd name="T3" fmla="*/ 178 h 25"/>
                <a:gd name="T4" fmla="*/ 72 w 9"/>
                <a:gd name="T5" fmla="*/ 233 h 25"/>
                <a:gd name="T6" fmla="*/ 24 w 9"/>
                <a:gd name="T7" fmla="*/ 266 h 25"/>
                <a:gd name="T8" fmla="*/ 24 w 9"/>
                <a:gd name="T9" fmla="*/ 26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3" y="5"/>
                    <a:pt x="6" y="10"/>
                    <a:pt x="8" y="17"/>
                  </a:cubicBezTo>
                  <a:cubicBezTo>
                    <a:pt x="8" y="18"/>
                    <a:pt x="9" y="20"/>
                    <a:pt x="9" y="22"/>
                  </a:cubicBezTo>
                  <a:cubicBezTo>
                    <a:pt x="8" y="23"/>
                    <a:pt x="5" y="25"/>
                    <a:pt x="3" y="25"/>
                  </a:cubicBezTo>
                  <a:cubicBezTo>
                    <a:pt x="3" y="25"/>
                    <a:pt x="3" y="25"/>
                    <a:pt x="3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59" name="Freeform 4101">
              <a:extLst>
                <a:ext uri="{FF2B5EF4-FFF2-40B4-BE49-F238E27FC236}">
                  <a16:creationId xmlns:a16="http://schemas.microsoft.com/office/drawing/2014/main" id="{DE3D052D-5890-4855-9A97-8F33722B0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219"/>
              <a:ext cx="23" cy="51"/>
            </a:xfrm>
            <a:custGeom>
              <a:avLst/>
              <a:gdLst>
                <a:gd name="T0" fmla="*/ 0 w 11"/>
                <a:gd name="T1" fmla="*/ 0 h 23"/>
                <a:gd name="T2" fmla="*/ 84 w 11"/>
                <a:gd name="T3" fmla="*/ 173 h 23"/>
                <a:gd name="T4" fmla="*/ 92 w 11"/>
                <a:gd name="T5" fmla="*/ 217 h 23"/>
                <a:gd name="T6" fmla="*/ 44 w 11"/>
                <a:gd name="T7" fmla="*/ 25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2" y="6"/>
                    <a:pt x="7" y="11"/>
                    <a:pt x="9" y="16"/>
                  </a:cubicBezTo>
                  <a:cubicBezTo>
                    <a:pt x="10" y="18"/>
                    <a:pt x="11" y="18"/>
                    <a:pt x="10" y="20"/>
                  </a:cubicBezTo>
                  <a:cubicBezTo>
                    <a:pt x="9" y="21"/>
                    <a:pt x="6" y="23"/>
                    <a:pt x="5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0" name="Freeform 4102">
              <a:extLst>
                <a:ext uri="{FF2B5EF4-FFF2-40B4-BE49-F238E27FC236}">
                  <a16:creationId xmlns:a16="http://schemas.microsoft.com/office/drawing/2014/main" id="{C9DC362F-0E6E-4A91-BFEB-C6D1CE15E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265"/>
              <a:ext cx="20" cy="53"/>
            </a:xfrm>
            <a:custGeom>
              <a:avLst/>
              <a:gdLst>
                <a:gd name="T0" fmla="*/ 0 w 10"/>
                <a:gd name="T1" fmla="*/ 0 h 24"/>
                <a:gd name="T2" fmla="*/ 80 w 10"/>
                <a:gd name="T3" fmla="*/ 170 h 24"/>
                <a:gd name="T4" fmla="*/ 32 w 10"/>
                <a:gd name="T5" fmla="*/ 23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3" y="4"/>
                    <a:pt x="9" y="10"/>
                    <a:pt x="10" y="16"/>
                  </a:cubicBezTo>
                  <a:cubicBezTo>
                    <a:pt x="10" y="18"/>
                    <a:pt x="5" y="24"/>
                    <a:pt x="4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1" name="Freeform 4103">
              <a:extLst>
                <a:ext uri="{FF2B5EF4-FFF2-40B4-BE49-F238E27FC236}">
                  <a16:creationId xmlns:a16="http://schemas.microsoft.com/office/drawing/2014/main" id="{A7F9CBE6-DF6C-4416-AD9D-15F27A50F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066"/>
              <a:ext cx="37" cy="44"/>
            </a:xfrm>
            <a:custGeom>
              <a:avLst/>
              <a:gdLst>
                <a:gd name="T0" fmla="*/ 97 w 18"/>
                <a:gd name="T1" fmla="*/ 0 h 20"/>
                <a:gd name="T2" fmla="*/ 148 w 18"/>
                <a:gd name="T3" fmla="*/ 125 h 20"/>
                <a:gd name="T4" fmla="*/ 123 w 18"/>
                <a:gd name="T5" fmla="*/ 202 h 20"/>
                <a:gd name="T6" fmla="*/ 43 w 18"/>
                <a:gd name="T7" fmla="*/ 141 h 20"/>
                <a:gd name="T8" fmla="*/ 0 w 18"/>
                <a:gd name="T9" fmla="*/ 3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1" y="0"/>
                  </a:moveTo>
                  <a:cubicBezTo>
                    <a:pt x="13" y="4"/>
                    <a:pt x="15" y="8"/>
                    <a:pt x="17" y="12"/>
                  </a:cubicBezTo>
                  <a:cubicBezTo>
                    <a:pt x="18" y="17"/>
                    <a:pt x="18" y="18"/>
                    <a:pt x="14" y="19"/>
                  </a:cubicBezTo>
                  <a:cubicBezTo>
                    <a:pt x="8" y="20"/>
                    <a:pt x="8" y="18"/>
                    <a:pt x="5" y="13"/>
                  </a:cubicBezTo>
                  <a:cubicBezTo>
                    <a:pt x="3" y="10"/>
                    <a:pt x="2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2" name="Freeform 4104">
              <a:extLst>
                <a:ext uri="{FF2B5EF4-FFF2-40B4-BE49-F238E27FC236}">
                  <a16:creationId xmlns:a16="http://schemas.microsoft.com/office/drawing/2014/main" id="{FF5127BB-BD16-47BA-835E-4AB6F0F62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099"/>
              <a:ext cx="18" cy="9"/>
            </a:xfrm>
            <a:custGeom>
              <a:avLst/>
              <a:gdLst>
                <a:gd name="T0" fmla="*/ 0 w 9"/>
                <a:gd name="T1" fmla="*/ 45 h 4"/>
                <a:gd name="T2" fmla="*/ 7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4" y="3"/>
                    <a:pt x="6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3" name="Freeform 4105">
              <a:extLst>
                <a:ext uri="{FF2B5EF4-FFF2-40B4-BE49-F238E27FC236}">
                  <a16:creationId xmlns:a16="http://schemas.microsoft.com/office/drawing/2014/main" id="{B537816D-81F0-4123-8CD6-6EBD976D7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108"/>
              <a:ext cx="21" cy="35"/>
            </a:xfrm>
            <a:custGeom>
              <a:avLst/>
              <a:gdLst>
                <a:gd name="T0" fmla="*/ 36 w 10"/>
                <a:gd name="T1" fmla="*/ 0 h 16"/>
                <a:gd name="T2" fmla="*/ 76 w 10"/>
                <a:gd name="T3" fmla="*/ 125 h 16"/>
                <a:gd name="T4" fmla="*/ 0 w 10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4" y="0"/>
                  </a:moveTo>
                  <a:cubicBezTo>
                    <a:pt x="5" y="4"/>
                    <a:pt x="10" y="8"/>
                    <a:pt x="8" y="12"/>
                  </a:cubicBezTo>
                  <a:cubicBezTo>
                    <a:pt x="7" y="14"/>
                    <a:pt x="2" y="16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4" name="Freeform 4106">
              <a:extLst>
                <a:ext uri="{FF2B5EF4-FFF2-40B4-BE49-F238E27FC236}">
                  <a16:creationId xmlns:a16="http://schemas.microsoft.com/office/drawing/2014/main" id="{6A0ADD13-7D6A-424B-96F1-414B78977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30"/>
              <a:ext cx="27" cy="17"/>
            </a:xfrm>
            <a:custGeom>
              <a:avLst/>
              <a:gdLst>
                <a:gd name="T0" fmla="*/ 0 w 13"/>
                <a:gd name="T1" fmla="*/ 0 h 8"/>
                <a:gd name="T2" fmla="*/ 52 w 13"/>
                <a:gd name="T3" fmla="*/ 68 h 8"/>
                <a:gd name="T4" fmla="*/ 116 w 13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0"/>
                  </a:moveTo>
                  <a:cubicBezTo>
                    <a:pt x="2" y="4"/>
                    <a:pt x="2" y="8"/>
                    <a:pt x="6" y="7"/>
                  </a:cubicBezTo>
                  <a:cubicBezTo>
                    <a:pt x="8" y="7"/>
                    <a:pt x="11" y="5"/>
                    <a:pt x="13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5" name="Freeform 4107">
              <a:extLst>
                <a:ext uri="{FF2B5EF4-FFF2-40B4-BE49-F238E27FC236}">
                  <a16:creationId xmlns:a16="http://schemas.microsoft.com/office/drawing/2014/main" id="{4E2396FB-16BF-4F1C-9D71-5331C9806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145"/>
              <a:ext cx="29" cy="44"/>
            </a:xfrm>
            <a:custGeom>
              <a:avLst/>
              <a:gdLst>
                <a:gd name="T0" fmla="*/ 0 w 14"/>
                <a:gd name="T1" fmla="*/ 0 h 20"/>
                <a:gd name="T2" fmla="*/ 64 w 14"/>
                <a:gd name="T3" fmla="*/ 169 h 20"/>
                <a:gd name="T4" fmla="*/ 124 w 14"/>
                <a:gd name="T5" fmla="*/ 16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3" y="5"/>
                    <a:pt x="4" y="11"/>
                    <a:pt x="7" y="16"/>
                  </a:cubicBezTo>
                  <a:cubicBezTo>
                    <a:pt x="9" y="20"/>
                    <a:pt x="11" y="18"/>
                    <a:pt x="14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6" name="Freeform 4108">
              <a:extLst>
                <a:ext uri="{FF2B5EF4-FFF2-40B4-BE49-F238E27FC236}">
                  <a16:creationId xmlns:a16="http://schemas.microsoft.com/office/drawing/2014/main" id="{C5E1CABA-87AB-45FA-92DC-39481F6A6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185"/>
              <a:ext cx="35" cy="50"/>
            </a:xfrm>
            <a:custGeom>
              <a:avLst/>
              <a:gdLst>
                <a:gd name="T0" fmla="*/ 8 w 17"/>
                <a:gd name="T1" fmla="*/ 0 h 23"/>
                <a:gd name="T2" fmla="*/ 43 w 17"/>
                <a:gd name="T3" fmla="*/ 165 h 23"/>
                <a:gd name="T4" fmla="*/ 115 w 17"/>
                <a:gd name="T5" fmla="*/ 174 h 23"/>
                <a:gd name="T6" fmla="*/ 60 w 17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1" y="0"/>
                  </a:moveTo>
                  <a:cubicBezTo>
                    <a:pt x="0" y="5"/>
                    <a:pt x="3" y="12"/>
                    <a:pt x="5" y="16"/>
                  </a:cubicBezTo>
                  <a:cubicBezTo>
                    <a:pt x="7" y="21"/>
                    <a:pt x="9" y="23"/>
                    <a:pt x="13" y="17"/>
                  </a:cubicBezTo>
                  <a:cubicBezTo>
                    <a:pt x="17" y="12"/>
                    <a:pt x="10" y="5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7" name="Freeform 4109">
              <a:extLst>
                <a:ext uri="{FF2B5EF4-FFF2-40B4-BE49-F238E27FC236}">
                  <a16:creationId xmlns:a16="http://schemas.microsoft.com/office/drawing/2014/main" id="{E9B12FF9-3789-4AF1-974E-249448586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139"/>
              <a:ext cx="18" cy="39"/>
            </a:xfrm>
            <a:custGeom>
              <a:avLst/>
              <a:gdLst>
                <a:gd name="T0" fmla="*/ 0 w 9"/>
                <a:gd name="T1" fmla="*/ 0 h 18"/>
                <a:gd name="T2" fmla="*/ 72 w 9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4" y="5"/>
                    <a:pt x="3" y="16"/>
                    <a:pt x="9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8" name="Freeform 4110">
              <a:extLst>
                <a:ext uri="{FF2B5EF4-FFF2-40B4-BE49-F238E27FC236}">
                  <a16:creationId xmlns:a16="http://schemas.microsoft.com/office/drawing/2014/main" id="{0AF514D8-D4A0-4B30-8B5F-991724D65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106"/>
              <a:ext cx="17" cy="30"/>
            </a:xfrm>
            <a:custGeom>
              <a:avLst/>
              <a:gdLst>
                <a:gd name="T0" fmla="*/ 0 w 8"/>
                <a:gd name="T1" fmla="*/ 0 h 14"/>
                <a:gd name="T2" fmla="*/ 77 w 8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1" y="5"/>
                    <a:pt x="5" y="11"/>
                    <a:pt x="8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69" name="Freeform 4111">
              <a:extLst>
                <a:ext uri="{FF2B5EF4-FFF2-40B4-BE49-F238E27FC236}">
                  <a16:creationId xmlns:a16="http://schemas.microsoft.com/office/drawing/2014/main" id="{B0409F3A-B925-4EAD-90DF-0FFD1FCEB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69"/>
              <a:ext cx="20" cy="22"/>
            </a:xfrm>
            <a:custGeom>
              <a:avLst/>
              <a:gdLst>
                <a:gd name="T0" fmla="*/ 0 w 10"/>
                <a:gd name="T1" fmla="*/ 64 h 10"/>
                <a:gd name="T2" fmla="*/ 80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2" y="10"/>
                    <a:pt x="8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0" name="Freeform 4112">
              <a:extLst>
                <a:ext uri="{FF2B5EF4-FFF2-40B4-BE49-F238E27FC236}">
                  <a16:creationId xmlns:a16="http://schemas.microsoft.com/office/drawing/2014/main" id="{0005E2D1-B3B8-48C7-B683-860903E93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145"/>
              <a:ext cx="14" cy="24"/>
            </a:xfrm>
            <a:custGeom>
              <a:avLst/>
              <a:gdLst>
                <a:gd name="T0" fmla="*/ 0 w 7"/>
                <a:gd name="T1" fmla="*/ 0 h 11"/>
                <a:gd name="T2" fmla="*/ 56 w 7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1" y="4"/>
                    <a:pt x="5" y="8"/>
                    <a:pt x="7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1" name="Freeform 4113">
              <a:extLst>
                <a:ext uri="{FF2B5EF4-FFF2-40B4-BE49-F238E27FC236}">
                  <a16:creationId xmlns:a16="http://schemas.microsoft.com/office/drawing/2014/main" id="{48781480-D331-4911-9C37-92D7DACE0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209"/>
              <a:ext cx="23" cy="17"/>
            </a:xfrm>
            <a:custGeom>
              <a:avLst/>
              <a:gdLst>
                <a:gd name="T0" fmla="*/ 0 w 11"/>
                <a:gd name="T1" fmla="*/ 77 h 8"/>
                <a:gd name="T2" fmla="*/ 100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5" y="7"/>
                    <a:pt x="9" y="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2" name="Freeform 4114">
              <a:extLst>
                <a:ext uri="{FF2B5EF4-FFF2-40B4-BE49-F238E27FC236}">
                  <a16:creationId xmlns:a16="http://schemas.microsoft.com/office/drawing/2014/main" id="{34F76D53-2EEB-48E6-AAD4-4B3F9C5F7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85"/>
              <a:ext cx="8" cy="17"/>
            </a:xfrm>
            <a:custGeom>
              <a:avLst/>
              <a:gdLst>
                <a:gd name="T0" fmla="*/ 32 w 4"/>
                <a:gd name="T1" fmla="*/ 0 h 8"/>
                <a:gd name="T2" fmla="*/ 16 w 4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1" y="1"/>
                    <a:pt x="0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3" name="Freeform 4115">
              <a:extLst>
                <a:ext uri="{FF2B5EF4-FFF2-40B4-BE49-F238E27FC236}">
                  <a16:creationId xmlns:a16="http://schemas.microsoft.com/office/drawing/2014/main" id="{FEF2C0EC-3EA8-493D-A4A7-9FB5D9D4E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230"/>
              <a:ext cx="20" cy="42"/>
            </a:xfrm>
            <a:custGeom>
              <a:avLst/>
              <a:gdLst>
                <a:gd name="T0" fmla="*/ 0 w 10"/>
                <a:gd name="T1" fmla="*/ 206 h 19"/>
                <a:gd name="T2" fmla="*/ 72 w 10"/>
                <a:gd name="T3" fmla="*/ 108 h 19"/>
                <a:gd name="T4" fmla="*/ 40 w 1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3" y="18"/>
                    <a:pt x="10" y="14"/>
                    <a:pt x="9" y="10"/>
                  </a:cubicBezTo>
                  <a:cubicBezTo>
                    <a:pt x="8" y="7"/>
                    <a:pt x="5" y="4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4" name="Freeform 4116">
              <a:extLst>
                <a:ext uri="{FF2B5EF4-FFF2-40B4-BE49-F238E27FC236}">
                  <a16:creationId xmlns:a16="http://schemas.microsoft.com/office/drawing/2014/main" id="{CDA802DB-34B3-413B-AB95-B5D29D759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259"/>
              <a:ext cx="6" cy="11"/>
            </a:xfrm>
            <a:custGeom>
              <a:avLst/>
              <a:gdLst>
                <a:gd name="T0" fmla="*/ 0 w 3"/>
                <a:gd name="T1" fmla="*/ 0 h 5"/>
                <a:gd name="T2" fmla="*/ 24 w 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5" name="Freeform 4117">
              <a:extLst>
                <a:ext uri="{FF2B5EF4-FFF2-40B4-BE49-F238E27FC236}">
                  <a16:creationId xmlns:a16="http://schemas.microsoft.com/office/drawing/2014/main" id="{95668CB0-4F3D-44E2-9668-88861A686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126"/>
              <a:ext cx="16" cy="6"/>
            </a:xfrm>
            <a:custGeom>
              <a:avLst/>
              <a:gdLst>
                <a:gd name="T0" fmla="*/ 0 w 8"/>
                <a:gd name="T1" fmla="*/ 0 h 3"/>
                <a:gd name="T2" fmla="*/ 40 w 8"/>
                <a:gd name="T3" fmla="*/ 0 h 3"/>
                <a:gd name="T4" fmla="*/ 64 w 8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7" y="2"/>
                    <a:pt x="8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6" name="Freeform 4118">
              <a:extLst>
                <a:ext uri="{FF2B5EF4-FFF2-40B4-BE49-F238E27FC236}">
                  <a16:creationId xmlns:a16="http://schemas.microsoft.com/office/drawing/2014/main" id="{1830049B-A985-4639-80B3-F9153819B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257"/>
              <a:ext cx="23" cy="8"/>
            </a:xfrm>
            <a:custGeom>
              <a:avLst/>
              <a:gdLst>
                <a:gd name="T0" fmla="*/ 0 w 11"/>
                <a:gd name="T1" fmla="*/ 0 h 4"/>
                <a:gd name="T2" fmla="*/ 56 w 11"/>
                <a:gd name="T3" fmla="*/ 24 h 4"/>
                <a:gd name="T4" fmla="*/ 100 w 1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2" y="3"/>
                    <a:pt x="3" y="4"/>
                    <a:pt x="6" y="3"/>
                  </a:cubicBezTo>
                  <a:cubicBezTo>
                    <a:pt x="8" y="2"/>
                    <a:pt x="9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7" name="Freeform 4119">
              <a:extLst>
                <a:ext uri="{FF2B5EF4-FFF2-40B4-BE49-F238E27FC236}">
                  <a16:creationId xmlns:a16="http://schemas.microsoft.com/office/drawing/2014/main" id="{046292DE-70E7-45A1-AAC4-F0FB9D9C8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215"/>
              <a:ext cx="35" cy="85"/>
            </a:xfrm>
            <a:custGeom>
              <a:avLst/>
              <a:gdLst>
                <a:gd name="T0" fmla="*/ 25 w 17"/>
                <a:gd name="T1" fmla="*/ 238 h 39"/>
                <a:gd name="T2" fmla="*/ 89 w 17"/>
                <a:gd name="T3" fmla="*/ 403 h 39"/>
                <a:gd name="T4" fmla="*/ 148 w 17"/>
                <a:gd name="T5" fmla="*/ 371 h 39"/>
                <a:gd name="T6" fmla="*/ 60 w 17"/>
                <a:gd name="T7" fmla="*/ 194 h 39"/>
                <a:gd name="T8" fmla="*/ 16 w 17"/>
                <a:gd name="T9" fmla="*/ 72 h 39"/>
                <a:gd name="T10" fmla="*/ 0 w 17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9">
                  <a:moveTo>
                    <a:pt x="3" y="23"/>
                  </a:moveTo>
                  <a:cubicBezTo>
                    <a:pt x="3" y="25"/>
                    <a:pt x="7" y="37"/>
                    <a:pt x="10" y="39"/>
                  </a:cubicBezTo>
                  <a:cubicBezTo>
                    <a:pt x="12" y="39"/>
                    <a:pt x="15" y="37"/>
                    <a:pt x="17" y="36"/>
                  </a:cubicBezTo>
                  <a:cubicBezTo>
                    <a:pt x="13" y="31"/>
                    <a:pt x="11" y="25"/>
                    <a:pt x="7" y="19"/>
                  </a:cubicBezTo>
                  <a:cubicBezTo>
                    <a:pt x="5" y="15"/>
                    <a:pt x="3" y="12"/>
                    <a:pt x="2" y="7"/>
                  </a:cubicBezTo>
                  <a:cubicBezTo>
                    <a:pt x="1" y="5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8" name="Freeform 4120">
              <a:extLst>
                <a:ext uri="{FF2B5EF4-FFF2-40B4-BE49-F238E27FC236}">
                  <a16:creationId xmlns:a16="http://schemas.microsoft.com/office/drawing/2014/main" id="{8521BF94-B584-4F10-BE04-6FB6EDB06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298"/>
              <a:ext cx="33" cy="50"/>
            </a:xfrm>
            <a:custGeom>
              <a:avLst/>
              <a:gdLst>
                <a:gd name="T0" fmla="*/ 8 w 16"/>
                <a:gd name="T1" fmla="*/ 9 h 23"/>
                <a:gd name="T2" fmla="*/ 17 w 16"/>
                <a:gd name="T3" fmla="*/ 72 h 23"/>
                <a:gd name="T4" fmla="*/ 52 w 16"/>
                <a:gd name="T5" fmla="*/ 174 h 23"/>
                <a:gd name="T6" fmla="*/ 124 w 16"/>
                <a:gd name="T7" fmla="*/ 193 h 23"/>
                <a:gd name="T8" fmla="*/ 97 w 16"/>
                <a:gd name="T9" fmla="*/ 93 h 23"/>
                <a:gd name="T10" fmla="*/ 60 w 16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3">
                  <a:moveTo>
                    <a:pt x="1" y="1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11"/>
                    <a:pt x="5" y="14"/>
                    <a:pt x="6" y="17"/>
                  </a:cubicBezTo>
                  <a:cubicBezTo>
                    <a:pt x="8" y="20"/>
                    <a:pt x="11" y="23"/>
                    <a:pt x="14" y="19"/>
                  </a:cubicBezTo>
                  <a:cubicBezTo>
                    <a:pt x="16" y="17"/>
                    <a:pt x="12" y="12"/>
                    <a:pt x="11" y="9"/>
                  </a:cubicBezTo>
                  <a:cubicBezTo>
                    <a:pt x="10" y="6"/>
                    <a:pt x="9" y="2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9" name="Freeform 4121">
              <a:extLst>
                <a:ext uri="{FF2B5EF4-FFF2-40B4-BE49-F238E27FC236}">
                  <a16:creationId xmlns:a16="http://schemas.microsoft.com/office/drawing/2014/main" id="{BA1E0FA1-D6E8-48D4-AAB1-A785C9BD4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338"/>
              <a:ext cx="35" cy="45"/>
            </a:xfrm>
            <a:custGeom>
              <a:avLst/>
              <a:gdLst>
                <a:gd name="T0" fmla="*/ 0 w 17"/>
                <a:gd name="T1" fmla="*/ 19 h 21"/>
                <a:gd name="T2" fmla="*/ 80 w 17"/>
                <a:gd name="T3" fmla="*/ 206 h 21"/>
                <a:gd name="T4" fmla="*/ 124 w 17"/>
                <a:gd name="T5" fmla="*/ 120 h 21"/>
                <a:gd name="T6" fmla="*/ 97 w 17"/>
                <a:gd name="T7" fmla="*/ 77 h 21"/>
                <a:gd name="T8" fmla="*/ 51 w 17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1">
                  <a:moveTo>
                    <a:pt x="0" y="2"/>
                  </a:moveTo>
                  <a:cubicBezTo>
                    <a:pt x="2" y="9"/>
                    <a:pt x="5" y="16"/>
                    <a:pt x="9" y="21"/>
                  </a:cubicBezTo>
                  <a:cubicBezTo>
                    <a:pt x="12" y="17"/>
                    <a:pt x="17" y="19"/>
                    <a:pt x="14" y="12"/>
                  </a:cubicBezTo>
                  <a:cubicBezTo>
                    <a:pt x="13" y="11"/>
                    <a:pt x="12" y="9"/>
                    <a:pt x="11" y="8"/>
                  </a:cubicBezTo>
                  <a:cubicBezTo>
                    <a:pt x="9" y="5"/>
                    <a:pt x="8" y="3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0" name="Freeform 4122">
              <a:extLst>
                <a:ext uri="{FF2B5EF4-FFF2-40B4-BE49-F238E27FC236}">
                  <a16:creationId xmlns:a16="http://schemas.microsoft.com/office/drawing/2014/main" id="{3E1CC365-F214-4F6A-A859-0C55F07C6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303"/>
              <a:ext cx="21" cy="52"/>
            </a:xfrm>
            <a:custGeom>
              <a:avLst/>
              <a:gdLst>
                <a:gd name="T0" fmla="*/ 0 w 10"/>
                <a:gd name="T1" fmla="*/ 0 h 24"/>
                <a:gd name="T2" fmla="*/ 48 w 10"/>
                <a:gd name="T3" fmla="*/ 93 h 24"/>
                <a:gd name="T4" fmla="*/ 92 w 10"/>
                <a:gd name="T5" fmla="*/ 202 h 24"/>
                <a:gd name="T6" fmla="*/ 27 w 10"/>
                <a:gd name="T7" fmla="*/ 24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1" y="3"/>
                    <a:pt x="3" y="6"/>
                    <a:pt x="5" y="9"/>
                  </a:cubicBezTo>
                  <a:cubicBezTo>
                    <a:pt x="6" y="11"/>
                    <a:pt x="10" y="17"/>
                    <a:pt x="10" y="20"/>
                  </a:cubicBezTo>
                  <a:cubicBezTo>
                    <a:pt x="9" y="22"/>
                    <a:pt x="5" y="24"/>
                    <a:pt x="3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1" name="Freeform 4123">
              <a:extLst>
                <a:ext uri="{FF2B5EF4-FFF2-40B4-BE49-F238E27FC236}">
                  <a16:creationId xmlns:a16="http://schemas.microsoft.com/office/drawing/2014/main" id="{02D4B9EF-6090-4C0B-A655-056C71179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305"/>
              <a:ext cx="23" cy="13"/>
            </a:xfrm>
            <a:custGeom>
              <a:avLst/>
              <a:gdLst>
                <a:gd name="T0" fmla="*/ 0 w 11"/>
                <a:gd name="T1" fmla="*/ 61 h 6"/>
                <a:gd name="T2" fmla="*/ 100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4" y="6"/>
                    <a:pt x="9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2" name="Freeform 4124">
              <a:extLst>
                <a:ext uri="{FF2B5EF4-FFF2-40B4-BE49-F238E27FC236}">
                  <a16:creationId xmlns:a16="http://schemas.microsoft.com/office/drawing/2014/main" id="{948BE062-C6AD-4E2D-A342-62AC6926A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265"/>
              <a:ext cx="4" cy="24"/>
            </a:xfrm>
            <a:custGeom>
              <a:avLst/>
              <a:gdLst>
                <a:gd name="T0" fmla="*/ 8 w 2"/>
                <a:gd name="T1" fmla="*/ 113 h 11"/>
                <a:gd name="T2" fmla="*/ 16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0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3" name="Freeform 4125">
              <a:extLst>
                <a:ext uri="{FF2B5EF4-FFF2-40B4-BE49-F238E27FC236}">
                  <a16:creationId xmlns:a16="http://schemas.microsoft.com/office/drawing/2014/main" id="{5A1A0071-3319-4E1C-BAC0-A039671FE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2342"/>
              <a:ext cx="14" cy="41"/>
            </a:xfrm>
            <a:custGeom>
              <a:avLst/>
              <a:gdLst>
                <a:gd name="T0" fmla="*/ 0 w 7"/>
                <a:gd name="T1" fmla="*/ 0 h 19"/>
                <a:gd name="T2" fmla="*/ 32 w 7"/>
                <a:gd name="T3" fmla="*/ 69 h 19"/>
                <a:gd name="T4" fmla="*/ 56 w 7"/>
                <a:gd name="T5" fmla="*/ 129 h 19"/>
                <a:gd name="T6" fmla="*/ 0 w 7"/>
                <a:gd name="T7" fmla="*/ 19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1" y="2"/>
                    <a:pt x="3" y="4"/>
                    <a:pt x="4" y="7"/>
                  </a:cubicBezTo>
                  <a:cubicBezTo>
                    <a:pt x="5" y="8"/>
                    <a:pt x="7" y="11"/>
                    <a:pt x="7" y="13"/>
                  </a:cubicBezTo>
                  <a:cubicBezTo>
                    <a:pt x="7" y="17"/>
                    <a:pt x="2" y="19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4" name="Freeform 4126">
              <a:extLst>
                <a:ext uri="{FF2B5EF4-FFF2-40B4-BE49-F238E27FC236}">
                  <a16:creationId xmlns:a16="http://schemas.microsoft.com/office/drawing/2014/main" id="{C30A41D6-99F2-4F4B-B371-26FF71908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366"/>
              <a:ext cx="25" cy="55"/>
            </a:xfrm>
            <a:custGeom>
              <a:avLst/>
              <a:gdLst>
                <a:gd name="T0" fmla="*/ 0 w 12"/>
                <a:gd name="T1" fmla="*/ 33 h 25"/>
                <a:gd name="T2" fmla="*/ 56 w 12"/>
                <a:gd name="T3" fmla="*/ 97 h 25"/>
                <a:gd name="T4" fmla="*/ 108 w 12"/>
                <a:gd name="T5" fmla="*/ 202 h 25"/>
                <a:gd name="T6" fmla="*/ 8 w 12"/>
                <a:gd name="T7" fmla="*/ 26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0" y="3"/>
                  </a:moveTo>
                  <a:cubicBezTo>
                    <a:pt x="3" y="0"/>
                    <a:pt x="5" y="7"/>
                    <a:pt x="6" y="9"/>
                  </a:cubicBezTo>
                  <a:cubicBezTo>
                    <a:pt x="8" y="11"/>
                    <a:pt x="12" y="16"/>
                    <a:pt x="12" y="19"/>
                  </a:cubicBezTo>
                  <a:cubicBezTo>
                    <a:pt x="11" y="23"/>
                    <a:pt x="4" y="24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5" name="Freeform 4127">
              <a:extLst>
                <a:ext uri="{FF2B5EF4-FFF2-40B4-BE49-F238E27FC236}">
                  <a16:creationId xmlns:a16="http://schemas.microsoft.com/office/drawing/2014/main" id="{7927E9E1-1E14-4348-BB0D-D2EC5950B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412"/>
              <a:ext cx="17" cy="46"/>
            </a:xfrm>
            <a:custGeom>
              <a:avLst/>
              <a:gdLst>
                <a:gd name="T0" fmla="*/ 9 w 8"/>
                <a:gd name="T1" fmla="*/ 0 h 21"/>
                <a:gd name="T2" fmla="*/ 49 w 8"/>
                <a:gd name="T3" fmla="*/ 96 h 21"/>
                <a:gd name="T4" fmla="*/ 68 w 8"/>
                <a:gd name="T5" fmla="*/ 169 h 21"/>
                <a:gd name="T6" fmla="*/ 0 w 8"/>
                <a:gd name="T7" fmla="*/ 21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1">
                  <a:moveTo>
                    <a:pt x="1" y="0"/>
                  </a:moveTo>
                  <a:cubicBezTo>
                    <a:pt x="2" y="3"/>
                    <a:pt x="3" y="6"/>
                    <a:pt x="5" y="9"/>
                  </a:cubicBezTo>
                  <a:cubicBezTo>
                    <a:pt x="5" y="10"/>
                    <a:pt x="8" y="14"/>
                    <a:pt x="7" y="16"/>
                  </a:cubicBezTo>
                  <a:cubicBezTo>
                    <a:pt x="7" y="18"/>
                    <a:pt x="3" y="21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6" name="Freeform 4128">
              <a:extLst>
                <a:ext uri="{FF2B5EF4-FFF2-40B4-BE49-F238E27FC236}">
                  <a16:creationId xmlns:a16="http://schemas.microsoft.com/office/drawing/2014/main" id="{67A69D3E-6CCE-40C1-877A-9864344BA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451"/>
              <a:ext cx="18" cy="48"/>
            </a:xfrm>
            <a:custGeom>
              <a:avLst/>
              <a:gdLst>
                <a:gd name="T0" fmla="*/ 0 w 9"/>
                <a:gd name="T1" fmla="*/ 0 h 22"/>
                <a:gd name="T2" fmla="*/ 48 w 9"/>
                <a:gd name="T3" fmla="*/ 124 h 22"/>
                <a:gd name="T4" fmla="*/ 72 w 9"/>
                <a:gd name="T5" fmla="*/ 194 h 22"/>
                <a:gd name="T6" fmla="*/ 40 w 9"/>
                <a:gd name="T7" fmla="*/ 2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cubicBezTo>
                    <a:pt x="2" y="4"/>
                    <a:pt x="4" y="8"/>
                    <a:pt x="6" y="12"/>
                  </a:cubicBezTo>
                  <a:cubicBezTo>
                    <a:pt x="7" y="14"/>
                    <a:pt x="9" y="17"/>
                    <a:pt x="9" y="19"/>
                  </a:cubicBezTo>
                  <a:cubicBezTo>
                    <a:pt x="9" y="21"/>
                    <a:pt x="6" y="21"/>
                    <a:pt x="5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7" name="Freeform 4129">
              <a:extLst>
                <a:ext uri="{FF2B5EF4-FFF2-40B4-BE49-F238E27FC236}">
                  <a16:creationId xmlns:a16="http://schemas.microsoft.com/office/drawing/2014/main" id="{D34D1CB1-0717-4677-B487-94A12D04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88"/>
              <a:ext cx="35" cy="30"/>
            </a:xfrm>
            <a:custGeom>
              <a:avLst/>
              <a:gdLst>
                <a:gd name="T0" fmla="*/ 16 w 17"/>
                <a:gd name="T1" fmla="*/ 0 h 14"/>
                <a:gd name="T2" fmla="*/ 0 w 17"/>
                <a:gd name="T3" fmla="*/ 28 h 14"/>
                <a:gd name="T4" fmla="*/ 43 w 17"/>
                <a:gd name="T5" fmla="*/ 109 h 14"/>
                <a:gd name="T6" fmla="*/ 148 w 17"/>
                <a:gd name="T7" fmla="*/ 8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2" y="0"/>
                  </a:moveTo>
                  <a:cubicBezTo>
                    <a:pt x="0" y="1"/>
                    <a:pt x="0" y="1"/>
                    <a:pt x="0" y="3"/>
                  </a:cubicBezTo>
                  <a:cubicBezTo>
                    <a:pt x="1" y="4"/>
                    <a:pt x="4" y="10"/>
                    <a:pt x="5" y="11"/>
                  </a:cubicBezTo>
                  <a:cubicBezTo>
                    <a:pt x="7" y="14"/>
                    <a:pt x="15" y="12"/>
                    <a:pt x="17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8" name="Freeform 4130">
              <a:extLst>
                <a:ext uri="{FF2B5EF4-FFF2-40B4-BE49-F238E27FC236}">
                  <a16:creationId xmlns:a16="http://schemas.microsoft.com/office/drawing/2014/main" id="{6CC954EA-123E-41DD-8922-5175DABA0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418"/>
              <a:ext cx="31" cy="35"/>
            </a:xfrm>
            <a:custGeom>
              <a:avLst/>
              <a:gdLst>
                <a:gd name="T0" fmla="*/ 0 w 15"/>
                <a:gd name="T1" fmla="*/ 0 h 16"/>
                <a:gd name="T2" fmla="*/ 35 w 15"/>
                <a:gd name="T3" fmla="*/ 96 h 16"/>
                <a:gd name="T4" fmla="*/ 81 w 15"/>
                <a:gd name="T5" fmla="*/ 168 h 16"/>
                <a:gd name="T6" fmla="*/ 132 w 15"/>
                <a:gd name="T7" fmla="*/ 1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1" y="3"/>
                    <a:pt x="3" y="6"/>
                    <a:pt x="4" y="9"/>
                  </a:cubicBezTo>
                  <a:cubicBezTo>
                    <a:pt x="5" y="10"/>
                    <a:pt x="7" y="16"/>
                    <a:pt x="9" y="16"/>
                  </a:cubicBezTo>
                  <a:cubicBezTo>
                    <a:pt x="11" y="16"/>
                    <a:pt x="14" y="14"/>
                    <a:pt x="15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89" name="Freeform 4131">
              <a:extLst>
                <a:ext uri="{FF2B5EF4-FFF2-40B4-BE49-F238E27FC236}">
                  <a16:creationId xmlns:a16="http://schemas.microsoft.com/office/drawing/2014/main" id="{777F6DC4-98F0-4607-A156-06E705B5B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375"/>
              <a:ext cx="15" cy="32"/>
            </a:xfrm>
            <a:custGeom>
              <a:avLst/>
              <a:gdLst>
                <a:gd name="T0" fmla="*/ 0 w 7"/>
                <a:gd name="T1" fmla="*/ 0 h 15"/>
                <a:gd name="T2" fmla="*/ 69 w 7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2" y="6"/>
                    <a:pt x="4" y="11"/>
                    <a:pt x="7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0" name="Freeform 4132">
              <a:extLst>
                <a:ext uri="{FF2B5EF4-FFF2-40B4-BE49-F238E27FC236}">
                  <a16:creationId xmlns:a16="http://schemas.microsoft.com/office/drawing/2014/main" id="{57ED151B-38B9-4815-826B-CB03A52CA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410"/>
              <a:ext cx="16" cy="37"/>
            </a:xfrm>
            <a:custGeom>
              <a:avLst/>
              <a:gdLst>
                <a:gd name="T0" fmla="*/ 0 w 8"/>
                <a:gd name="T1" fmla="*/ 0 h 17"/>
                <a:gd name="T2" fmla="*/ 64 w 8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0" y="0"/>
                  </a:moveTo>
                  <a:cubicBezTo>
                    <a:pt x="2" y="5"/>
                    <a:pt x="8" y="12"/>
                    <a:pt x="8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1" name="Freeform 4133">
              <a:extLst>
                <a:ext uri="{FF2B5EF4-FFF2-40B4-BE49-F238E27FC236}">
                  <a16:creationId xmlns:a16="http://schemas.microsoft.com/office/drawing/2014/main" id="{3883851B-4DA9-4BFA-B738-FAC952980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445"/>
              <a:ext cx="37" cy="65"/>
            </a:xfrm>
            <a:custGeom>
              <a:avLst/>
              <a:gdLst>
                <a:gd name="T0" fmla="*/ 60 w 18"/>
                <a:gd name="T1" fmla="*/ 0 h 30"/>
                <a:gd name="T2" fmla="*/ 140 w 18"/>
                <a:gd name="T3" fmla="*/ 121 h 30"/>
                <a:gd name="T4" fmla="*/ 140 w 18"/>
                <a:gd name="T5" fmla="*/ 234 h 30"/>
                <a:gd name="T6" fmla="*/ 0 w 18"/>
                <a:gd name="T7" fmla="*/ 5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7" y="0"/>
                  </a:moveTo>
                  <a:cubicBezTo>
                    <a:pt x="9" y="4"/>
                    <a:pt x="13" y="8"/>
                    <a:pt x="16" y="12"/>
                  </a:cubicBezTo>
                  <a:cubicBezTo>
                    <a:pt x="18" y="15"/>
                    <a:pt x="17" y="20"/>
                    <a:pt x="16" y="23"/>
                  </a:cubicBezTo>
                  <a:cubicBezTo>
                    <a:pt x="10" y="30"/>
                    <a:pt x="2" y="8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2" name="Freeform 4134">
              <a:extLst>
                <a:ext uri="{FF2B5EF4-FFF2-40B4-BE49-F238E27FC236}">
                  <a16:creationId xmlns:a16="http://schemas.microsoft.com/office/drawing/2014/main" id="{01E67409-82E6-424B-9508-228ABDE87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344"/>
              <a:ext cx="18" cy="13"/>
            </a:xfrm>
            <a:custGeom>
              <a:avLst/>
              <a:gdLst>
                <a:gd name="T0" fmla="*/ 0 w 9"/>
                <a:gd name="T1" fmla="*/ 52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3" y="6"/>
                    <a:pt x="7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3" name="Freeform 4135">
              <a:extLst>
                <a:ext uri="{FF2B5EF4-FFF2-40B4-BE49-F238E27FC236}">
                  <a16:creationId xmlns:a16="http://schemas.microsoft.com/office/drawing/2014/main" id="{BD536140-F816-4115-AE32-CF3997D72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390"/>
              <a:ext cx="13" cy="4"/>
            </a:xfrm>
            <a:custGeom>
              <a:avLst/>
              <a:gdLst>
                <a:gd name="T0" fmla="*/ 0 w 6"/>
                <a:gd name="T1" fmla="*/ 16 h 2"/>
                <a:gd name="T2" fmla="*/ 6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4" name="Freeform 4136">
              <a:extLst>
                <a:ext uri="{FF2B5EF4-FFF2-40B4-BE49-F238E27FC236}">
                  <a16:creationId xmlns:a16="http://schemas.microsoft.com/office/drawing/2014/main" id="{07C2E431-4778-4AC7-8D7B-3310EC6E6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353"/>
              <a:ext cx="6" cy="17"/>
            </a:xfrm>
            <a:custGeom>
              <a:avLst/>
              <a:gdLst>
                <a:gd name="T0" fmla="*/ 16 w 3"/>
                <a:gd name="T1" fmla="*/ 0 h 8"/>
                <a:gd name="T2" fmla="*/ 24 w 3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0"/>
                  </a:moveTo>
                  <a:cubicBezTo>
                    <a:pt x="0" y="2"/>
                    <a:pt x="1" y="6"/>
                    <a:pt x="3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5" name="Freeform 4137">
              <a:extLst>
                <a:ext uri="{FF2B5EF4-FFF2-40B4-BE49-F238E27FC236}">
                  <a16:creationId xmlns:a16="http://schemas.microsoft.com/office/drawing/2014/main" id="{E0A740F8-2235-408C-B7CC-A6085FE5F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432"/>
              <a:ext cx="22" cy="15"/>
            </a:xfrm>
            <a:custGeom>
              <a:avLst/>
              <a:gdLst>
                <a:gd name="T0" fmla="*/ 0 w 11"/>
                <a:gd name="T1" fmla="*/ 41 h 7"/>
                <a:gd name="T2" fmla="*/ 88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5" y="7"/>
                    <a:pt x="8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6" name="Freeform 4138">
              <a:extLst>
                <a:ext uri="{FF2B5EF4-FFF2-40B4-BE49-F238E27FC236}">
                  <a16:creationId xmlns:a16="http://schemas.microsoft.com/office/drawing/2014/main" id="{5355AA96-2002-44C6-A423-7F4DAFD12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399"/>
              <a:ext cx="8" cy="8"/>
            </a:xfrm>
            <a:custGeom>
              <a:avLst/>
              <a:gdLst>
                <a:gd name="T0" fmla="*/ 0 w 4"/>
                <a:gd name="T1" fmla="*/ 32 h 4"/>
                <a:gd name="T2" fmla="*/ 32 w 4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7" name="Freeform 4139">
              <a:extLst>
                <a:ext uri="{FF2B5EF4-FFF2-40B4-BE49-F238E27FC236}">
                  <a16:creationId xmlns:a16="http://schemas.microsoft.com/office/drawing/2014/main" id="{F6010FE7-677C-4EA8-B50F-E548AF80C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471"/>
              <a:ext cx="29" cy="20"/>
            </a:xfrm>
            <a:custGeom>
              <a:avLst/>
              <a:gdLst>
                <a:gd name="T0" fmla="*/ 0 w 14"/>
                <a:gd name="T1" fmla="*/ 80 h 9"/>
                <a:gd name="T2" fmla="*/ 124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7"/>
                  </a:moveTo>
                  <a:cubicBezTo>
                    <a:pt x="6" y="9"/>
                    <a:pt x="11" y="4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8" name="Freeform 4140">
              <a:extLst>
                <a:ext uri="{FF2B5EF4-FFF2-40B4-BE49-F238E27FC236}">
                  <a16:creationId xmlns:a16="http://schemas.microsoft.com/office/drawing/2014/main" id="{A65DE314-8A35-4FC1-B428-BCC66CB19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309"/>
              <a:ext cx="14" cy="9"/>
            </a:xfrm>
            <a:custGeom>
              <a:avLst/>
              <a:gdLst>
                <a:gd name="T0" fmla="*/ 0 w 7"/>
                <a:gd name="T1" fmla="*/ 25 h 4"/>
                <a:gd name="T2" fmla="*/ 56 w 7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2" y="0"/>
                    <a:pt x="5" y="2"/>
                    <a:pt x="7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9" name="Freeform 4141">
              <a:extLst>
                <a:ext uri="{FF2B5EF4-FFF2-40B4-BE49-F238E27FC236}">
                  <a16:creationId xmlns:a16="http://schemas.microsoft.com/office/drawing/2014/main" id="{BD308E8C-120E-4250-B54E-440F383EB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493"/>
              <a:ext cx="27" cy="57"/>
            </a:xfrm>
            <a:custGeom>
              <a:avLst/>
              <a:gdLst>
                <a:gd name="T0" fmla="*/ 0 w 13"/>
                <a:gd name="T1" fmla="*/ 0 h 26"/>
                <a:gd name="T2" fmla="*/ 116 w 13"/>
                <a:gd name="T3" fmla="*/ 221 h 26"/>
                <a:gd name="T4" fmla="*/ 100 w 13"/>
                <a:gd name="T5" fmla="*/ 27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5" y="7"/>
                    <a:pt x="9" y="14"/>
                    <a:pt x="13" y="21"/>
                  </a:cubicBezTo>
                  <a:cubicBezTo>
                    <a:pt x="13" y="25"/>
                    <a:pt x="11" y="26"/>
                    <a:pt x="11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0" name="Freeform 4142">
              <a:extLst>
                <a:ext uri="{FF2B5EF4-FFF2-40B4-BE49-F238E27FC236}">
                  <a16:creationId xmlns:a16="http://schemas.microsoft.com/office/drawing/2014/main" id="{A18C5A3A-92BD-477C-B401-AB396109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615"/>
              <a:ext cx="27" cy="68"/>
            </a:xfrm>
            <a:custGeom>
              <a:avLst/>
              <a:gdLst>
                <a:gd name="T0" fmla="*/ 0 w 13"/>
                <a:gd name="T1" fmla="*/ 0 h 31"/>
                <a:gd name="T2" fmla="*/ 35 w 13"/>
                <a:gd name="T3" fmla="*/ 72 h 31"/>
                <a:gd name="T4" fmla="*/ 91 w 13"/>
                <a:gd name="T5" fmla="*/ 178 h 31"/>
                <a:gd name="T6" fmla="*/ 108 w 13"/>
                <a:gd name="T7" fmla="*/ 254 h 31"/>
                <a:gd name="T8" fmla="*/ 44 w 13"/>
                <a:gd name="T9" fmla="*/ 32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1">
                  <a:moveTo>
                    <a:pt x="0" y="0"/>
                  </a:moveTo>
                  <a:cubicBezTo>
                    <a:pt x="2" y="1"/>
                    <a:pt x="3" y="5"/>
                    <a:pt x="4" y="7"/>
                  </a:cubicBezTo>
                  <a:cubicBezTo>
                    <a:pt x="6" y="10"/>
                    <a:pt x="9" y="14"/>
                    <a:pt x="10" y="17"/>
                  </a:cubicBezTo>
                  <a:cubicBezTo>
                    <a:pt x="12" y="19"/>
                    <a:pt x="13" y="22"/>
                    <a:pt x="12" y="24"/>
                  </a:cubicBezTo>
                  <a:cubicBezTo>
                    <a:pt x="12" y="26"/>
                    <a:pt x="7" y="31"/>
                    <a:pt x="5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1" name="Freeform 4143">
              <a:extLst>
                <a:ext uri="{FF2B5EF4-FFF2-40B4-BE49-F238E27FC236}">
                  <a16:creationId xmlns:a16="http://schemas.microsoft.com/office/drawing/2014/main" id="{11F01E34-B650-43D8-AD6B-AD86AE758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668"/>
              <a:ext cx="20" cy="56"/>
            </a:xfrm>
            <a:custGeom>
              <a:avLst/>
              <a:gdLst>
                <a:gd name="T0" fmla="*/ 0 w 10"/>
                <a:gd name="T1" fmla="*/ 0 h 26"/>
                <a:gd name="T2" fmla="*/ 64 w 10"/>
                <a:gd name="T3" fmla="*/ 172 h 26"/>
                <a:gd name="T4" fmla="*/ 80 w 10"/>
                <a:gd name="T5" fmla="*/ 218 h 26"/>
                <a:gd name="T6" fmla="*/ 32 w 10"/>
                <a:gd name="T7" fmla="*/ 261 h 26"/>
                <a:gd name="T8" fmla="*/ 32 w 10"/>
                <a:gd name="T9" fmla="*/ 25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3" y="6"/>
                    <a:pt x="6" y="11"/>
                    <a:pt x="8" y="17"/>
                  </a:cubicBezTo>
                  <a:cubicBezTo>
                    <a:pt x="9" y="18"/>
                    <a:pt x="10" y="20"/>
                    <a:pt x="10" y="22"/>
                  </a:cubicBezTo>
                  <a:cubicBezTo>
                    <a:pt x="9" y="23"/>
                    <a:pt x="5" y="25"/>
                    <a:pt x="4" y="26"/>
                  </a:cubicBezTo>
                  <a:cubicBezTo>
                    <a:pt x="3" y="25"/>
                    <a:pt x="4" y="25"/>
                    <a:pt x="4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2" name="Freeform 4144">
              <a:extLst>
                <a:ext uri="{FF2B5EF4-FFF2-40B4-BE49-F238E27FC236}">
                  <a16:creationId xmlns:a16="http://schemas.microsoft.com/office/drawing/2014/main" id="{5C2E8059-BA77-40D9-A399-76CAFE0D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716"/>
              <a:ext cx="23" cy="48"/>
            </a:xfrm>
            <a:custGeom>
              <a:avLst/>
              <a:gdLst>
                <a:gd name="T0" fmla="*/ 0 w 11"/>
                <a:gd name="T1" fmla="*/ 0 h 22"/>
                <a:gd name="T2" fmla="*/ 92 w 11"/>
                <a:gd name="T3" fmla="*/ 166 h 22"/>
                <a:gd name="T4" fmla="*/ 92 w 11"/>
                <a:gd name="T5" fmla="*/ 194 h 22"/>
                <a:gd name="T6" fmla="*/ 56 w 11"/>
                <a:gd name="T7" fmla="*/ 2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2" y="6"/>
                    <a:pt x="7" y="10"/>
                    <a:pt x="10" y="16"/>
                  </a:cubicBezTo>
                  <a:cubicBezTo>
                    <a:pt x="11" y="18"/>
                    <a:pt x="11" y="18"/>
                    <a:pt x="10" y="19"/>
                  </a:cubicBezTo>
                  <a:cubicBezTo>
                    <a:pt x="10" y="20"/>
                    <a:pt x="7" y="22"/>
                    <a:pt x="6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3" name="Freeform 4145">
              <a:extLst>
                <a:ext uri="{FF2B5EF4-FFF2-40B4-BE49-F238E27FC236}">
                  <a16:creationId xmlns:a16="http://schemas.microsoft.com/office/drawing/2014/main" id="{EEAE49D3-277E-4EF6-B6D0-E9B04D480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759"/>
              <a:ext cx="22" cy="48"/>
            </a:xfrm>
            <a:custGeom>
              <a:avLst/>
              <a:gdLst>
                <a:gd name="T0" fmla="*/ 0 w 11"/>
                <a:gd name="T1" fmla="*/ 0 h 22"/>
                <a:gd name="T2" fmla="*/ 80 w 11"/>
                <a:gd name="T3" fmla="*/ 166 h 22"/>
                <a:gd name="T4" fmla="*/ 32 w 11"/>
                <a:gd name="T5" fmla="*/ 20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4" y="5"/>
                    <a:pt x="10" y="10"/>
                    <a:pt x="10" y="16"/>
                  </a:cubicBezTo>
                  <a:cubicBezTo>
                    <a:pt x="11" y="18"/>
                    <a:pt x="6" y="22"/>
                    <a:pt x="4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4" name="Freeform 4146">
              <a:extLst>
                <a:ext uri="{FF2B5EF4-FFF2-40B4-BE49-F238E27FC236}">
                  <a16:creationId xmlns:a16="http://schemas.microsoft.com/office/drawing/2014/main" id="{08A9DF09-8273-4F5E-A029-6B56B98F2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491"/>
              <a:ext cx="35" cy="43"/>
            </a:xfrm>
            <a:custGeom>
              <a:avLst/>
              <a:gdLst>
                <a:gd name="T0" fmla="*/ 80 w 17"/>
                <a:gd name="T1" fmla="*/ 0 h 20"/>
                <a:gd name="T2" fmla="*/ 132 w 17"/>
                <a:gd name="T3" fmla="*/ 120 h 20"/>
                <a:gd name="T4" fmla="*/ 105 w 17"/>
                <a:gd name="T5" fmla="*/ 189 h 20"/>
                <a:gd name="T6" fmla="*/ 25 w 17"/>
                <a:gd name="T7" fmla="*/ 129 h 20"/>
                <a:gd name="T8" fmla="*/ 0 w 17"/>
                <a:gd name="T9" fmla="*/ 1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9" y="0"/>
                  </a:moveTo>
                  <a:cubicBezTo>
                    <a:pt x="10" y="4"/>
                    <a:pt x="13" y="8"/>
                    <a:pt x="15" y="12"/>
                  </a:cubicBezTo>
                  <a:cubicBezTo>
                    <a:pt x="16" y="16"/>
                    <a:pt x="17" y="18"/>
                    <a:pt x="12" y="19"/>
                  </a:cubicBezTo>
                  <a:cubicBezTo>
                    <a:pt x="6" y="20"/>
                    <a:pt x="6" y="18"/>
                    <a:pt x="3" y="13"/>
                  </a:cubicBezTo>
                  <a:cubicBezTo>
                    <a:pt x="2" y="10"/>
                    <a:pt x="2" y="4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5" name="Freeform 4147">
              <a:extLst>
                <a:ext uri="{FF2B5EF4-FFF2-40B4-BE49-F238E27FC236}">
                  <a16:creationId xmlns:a16="http://schemas.microsoft.com/office/drawing/2014/main" id="{51B80D10-F6F6-4D6C-9518-846F4CBD8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523"/>
              <a:ext cx="16" cy="9"/>
            </a:xfrm>
            <a:custGeom>
              <a:avLst/>
              <a:gdLst>
                <a:gd name="T0" fmla="*/ 0 w 8"/>
                <a:gd name="T1" fmla="*/ 45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6" name="Freeform 4148">
              <a:extLst>
                <a:ext uri="{FF2B5EF4-FFF2-40B4-BE49-F238E27FC236}">
                  <a16:creationId xmlns:a16="http://schemas.microsoft.com/office/drawing/2014/main" id="{D3C1A6FE-A777-4446-B2EC-FF0C2A0A0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532"/>
              <a:ext cx="19" cy="35"/>
            </a:xfrm>
            <a:custGeom>
              <a:avLst/>
              <a:gdLst>
                <a:gd name="T0" fmla="*/ 36 w 9"/>
                <a:gd name="T1" fmla="*/ 0 h 16"/>
                <a:gd name="T2" fmla="*/ 76 w 9"/>
                <a:gd name="T3" fmla="*/ 125 h 16"/>
                <a:gd name="T4" fmla="*/ 0 w 9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4" y="0"/>
                  </a:moveTo>
                  <a:cubicBezTo>
                    <a:pt x="4" y="4"/>
                    <a:pt x="9" y="8"/>
                    <a:pt x="8" y="12"/>
                  </a:cubicBezTo>
                  <a:cubicBezTo>
                    <a:pt x="7" y="14"/>
                    <a:pt x="2" y="16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7" name="Freeform 4149">
              <a:extLst>
                <a:ext uri="{FF2B5EF4-FFF2-40B4-BE49-F238E27FC236}">
                  <a16:creationId xmlns:a16="http://schemas.microsoft.com/office/drawing/2014/main" id="{B734BD67-D4B7-4E1B-BEA3-6850C9E84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554"/>
              <a:ext cx="26" cy="15"/>
            </a:xfrm>
            <a:custGeom>
              <a:avLst/>
              <a:gdLst>
                <a:gd name="T0" fmla="*/ 0 w 13"/>
                <a:gd name="T1" fmla="*/ 0 h 7"/>
                <a:gd name="T2" fmla="*/ 48 w 13"/>
                <a:gd name="T3" fmla="*/ 69 h 7"/>
                <a:gd name="T4" fmla="*/ 104 w 13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1" y="3"/>
                    <a:pt x="2" y="7"/>
                    <a:pt x="6" y="7"/>
                  </a:cubicBezTo>
                  <a:cubicBezTo>
                    <a:pt x="8" y="6"/>
                    <a:pt x="11" y="4"/>
                    <a:pt x="13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8" name="Freeform 4150">
              <a:extLst>
                <a:ext uri="{FF2B5EF4-FFF2-40B4-BE49-F238E27FC236}">
                  <a16:creationId xmlns:a16="http://schemas.microsoft.com/office/drawing/2014/main" id="{CE10EB7D-5EDA-4B51-803A-EDA24F588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641"/>
              <a:ext cx="33" cy="42"/>
            </a:xfrm>
            <a:custGeom>
              <a:avLst/>
              <a:gdLst>
                <a:gd name="T0" fmla="*/ 0 w 16"/>
                <a:gd name="T1" fmla="*/ 0 h 19"/>
                <a:gd name="T2" fmla="*/ 72 w 16"/>
                <a:gd name="T3" fmla="*/ 170 h 19"/>
                <a:gd name="T4" fmla="*/ 140 w 16"/>
                <a:gd name="T5" fmla="*/ 17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0"/>
                  </a:moveTo>
                  <a:cubicBezTo>
                    <a:pt x="3" y="5"/>
                    <a:pt x="5" y="11"/>
                    <a:pt x="8" y="16"/>
                  </a:cubicBezTo>
                  <a:cubicBezTo>
                    <a:pt x="11" y="19"/>
                    <a:pt x="12" y="18"/>
                    <a:pt x="16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9" name="Freeform 4151">
              <a:extLst>
                <a:ext uri="{FF2B5EF4-FFF2-40B4-BE49-F238E27FC236}">
                  <a16:creationId xmlns:a16="http://schemas.microsoft.com/office/drawing/2014/main" id="{1BC00577-B547-4D6B-901E-8BC981AD5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681"/>
              <a:ext cx="35" cy="48"/>
            </a:xfrm>
            <a:custGeom>
              <a:avLst/>
              <a:gdLst>
                <a:gd name="T0" fmla="*/ 8 w 17"/>
                <a:gd name="T1" fmla="*/ 0 h 22"/>
                <a:gd name="T2" fmla="*/ 51 w 17"/>
                <a:gd name="T3" fmla="*/ 157 h 22"/>
                <a:gd name="T4" fmla="*/ 124 w 17"/>
                <a:gd name="T5" fmla="*/ 177 h 22"/>
                <a:gd name="T6" fmla="*/ 60 w 17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2">
                  <a:moveTo>
                    <a:pt x="1" y="0"/>
                  </a:moveTo>
                  <a:cubicBezTo>
                    <a:pt x="0" y="4"/>
                    <a:pt x="4" y="12"/>
                    <a:pt x="6" y="15"/>
                  </a:cubicBezTo>
                  <a:cubicBezTo>
                    <a:pt x="8" y="20"/>
                    <a:pt x="10" y="22"/>
                    <a:pt x="14" y="17"/>
                  </a:cubicBezTo>
                  <a:cubicBezTo>
                    <a:pt x="17" y="11"/>
                    <a:pt x="10" y="5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0" name="Freeform 4152">
              <a:extLst>
                <a:ext uri="{FF2B5EF4-FFF2-40B4-BE49-F238E27FC236}">
                  <a16:creationId xmlns:a16="http://schemas.microsoft.com/office/drawing/2014/main" id="{CAD9AD80-1D1A-4457-B7DC-A0A921CD3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635"/>
              <a:ext cx="20" cy="39"/>
            </a:xfrm>
            <a:custGeom>
              <a:avLst/>
              <a:gdLst>
                <a:gd name="T0" fmla="*/ 0 w 10"/>
                <a:gd name="T1" fmla="*/ 0 h 18"/>
                <a:gd name="T2" fmla="*/ 80 w 10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4" y="4"/>
                    <a:pt x="4" y="15"/>
                    <a:pt x="10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1" name="Freeform 4153">
              <a:extLst>
                <a:ext uri="{FF2B5EF4-FFF2-40B4-BE49-F238E27FC236}">
                  <a16:creationId xmlns:a16="http://schemas.microsoft.com/office/drawing/2014/main" id="{5EB7A9FF-738E-45B8-9C70-947C32CC2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63"/>
              <a:ext cx="20" cy="24"/>
            </a:xfrm>
            <a:custGeom>
              <a:avLst/>
              <a:gdLst>
                <a:gd name="T0" fmla="*/ 0 w 10"/>
                <a:gd name="T1" fmla="*/ 72 h 11"/>
                <a:gd name="T2" fmla="*/ 80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7"/>
                  </a:moveTo>
                  <a:cubicBezTo>
                    <a:pt x="2" y="11"/>
                    <a:pt x="8" y="3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2" name="Freeform 4154">
              <a:extLst>
                <a:ext uri="{FF2B5EF4-FFF2-40B4-BE49-F238E27FC236}">
                  <a16:creationId xmlns:a16="http://schemas.microsoft.com/office/drawing/2014/main" id="{BDF56770-D846-43AE-B807-E96F5CC97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705"/>
              <a:ext cx="23" cy="17"/>
            </a:xfrm>
            <a:custGeom>
              <a:avLst/>
              <a:gdLst>
                <a:gd name="T0" fmla="*/ 0 w 11"/>
                <a:gd name="T1" fmla="*/ 77 h 8"/>
                <a:gd name="T2" fmla="*/ 100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5" y="7"/>
                    <a:pt x="9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3" name="Freeform 4155">
              <a:extLst>
                <a:ext uri="{FF2B5EF4-FFF2-40B4-BE49-F238E27FC236}">
                  <a16:creationId xmlns:a16="http://schemas.microsoft.com/office/drawing/2014/main" id="{0040D36B-9A0E-4C52-91F3-F82932488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681"/>
              <a:ext cx="6" cy="17"/>
            </a:xfrm>
            <a:custGeom>
              <a:avLst/>
              <a:gdLst>
                <a:gd name="T0" fmla="*/ 24 w 3"/>
                <a:gd name="T1" fmla="*/ 0 h 8"/>
                <a:gd name="T2" fmla="*/ 8 w 3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1"/>
                    <a:pt x="0" y="6"/>
                    <a:pt x="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4" name="Freeform 4156">
              <a:extLst>
                <a:ext uri="{FF2B5EF4-FFF2-40B4-BE49-F238E27FC236}">
                  <a16:creationId xmlns:a16="http://schemas.microsoft.com/office/drawing/2014/main" id="{625A5E4F-4776-46C5-A4A3-F9E9BD31B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727"/>
              <a:ext cx="20" cy="41"/>
            </a:xfrm>
            <a:custGeom>
              <a:avLst/>
              <a:gdLst>
                <a:gd name="T0" fmla="*/ 0 w 10"/>
                <a:gd name="T1" fmla="*/ 190 h 19"/>
                <a:gd name="T2" fmla="*/ 72 w 10"/>
                <a:gd name="T3" fmla="*/ 88 h 19"/>
                <a:gd name="T4" fmla="*/ 32 w 1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4" y="17"/>
                    <a:pt x="10" y="13"/>
                    <a:pt x="9" y="9"/>
                  </a:cubicBezTo>
                  <a:cubicBezTo>
                    <a:pt x="8" y="6"/>
                    <a:pt x="5" y="3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5" name="Freeform 4157">
              <a:extLst>
                <a:ext uri="{FF2B5EF4-FFF2-40B4-BE49-F238E27FC236}">
                  <a16:creationId xmlns:a16="http://schemas.microsoft.com/office/drawing/2014/main" id="{7AD2467D-FE94-4DBC-9F91-B643D65BF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753"/>
              <a:ext cx="6" cy="13"/>
            </a:xfrm>
            <a:custGeom>
              <a:avLst/>
              <a:gdLst>
                <a:gd name="T0" fmla="*/ 0 w 3"/>
                <a:gd name="T1" fmla="*/ 0 h 6"/>
                <a:gd name="T2" fmla="*/ 24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3"/>
                    <a:pt x="2" y="4"/>
                    <a:pt x="3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6" name="Freeform 4158">
              <a:extLst>
                <a:ext uri="{FF2B5EF4-FFF2-40B4-BE49-F238E27FC236}">
                  <a16:creationId xmlns:a16="http://schemas.microsoft.com/office/drawing/2014/main" id="{A341F9A5-94E6-4541-9647-B7C8F3717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550"/>
              <a:ext cx="16" cy="6"/>
            </a:xfrm>
            <a:custGeom>
              <a:avLst/>
              <a:gdLst>
                <a:gd name="T0" fmla="*/ 0 w 8"/>
                <a:gd name="T1" fmla="*/ 8 h 3"/>
                <a:gd name="T2" fmla="*/ 32 w 8"/>
                <a:gd name="T3" fmla="*/ 8 h 3"/>
                <a:gd name="T4" fmla="*/ 64 w 8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5" y="1"/>
                    <a:pt x="7" y="2"/>
                    <a:pt x="8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7" name="Freeform 4159">
              <a:extLst>
                <a:ext uri="{FF2B5EF4-FFF2-40B4-BE49-F238E27FC236}">
                  <a16:creationId xmlns:a16="http://schemas.microsoft.com/office/drawing/2014/main" id="{A8F4041B-70B1-4BE4-A928-CF4677124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751"/>
              <a:ext cx="21" cy="11"/>
            </a:xfrm>
            <a:custGeom>
              <a:avLst/>
              <a:gdLst>
                <a:gd name="T0" fmla="*/ 0 w 10"/>
                <a:gd name="T1" fmla="*/ 0 h 5"/>
                <a:gd name="T2" fmla="*/ 57 w 10"/>
                <a:gd name="T3" fmla="*/ 33 h 5"/>
                <a:gd name="T4" fmla="*/ 92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2" y="3"/>
                    <a:pt x="2" y="5"/>
                    <a:pt x="6" y="3"/>
                  </a:cubicBezTo>
                  <a:cubicBezTo>
                    <a:pt x="7" y="2"/>
                    <a:pt x="9" y="1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8" name="Freeform 4160">
              <a:extLst>
                <a:ext uri="{FF2B5EF4-FFF2-40B4-BE49-F238E27FC236}">
                  <a16:creationId xmlns:a16="http://schemas.microsoft.com/office/drawing/2014/main" id="{4A30333C-BA62-4B9A-897F-801239104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709"/>
              <a:ext cx="36" cy="85"/>
            </a:xfrm>
            <a:custGeom>
              <a:avLst/>
              <a:gdLst>
                <a:gd name="T0" fmla="*/ 24 w 18"/>
                <a:gd name="T1" fmla="*/ 238 h 39"/>
                <a:gd name="T2" fmla="*/ 88 w 18"/>
                <a:gd name="T3" fmla="*/ 394 h 39"/>
                <a:gd name="T4" fmla="*/ 144 w 18"/>
                <a:gd name="T5" fmla="*/ 371 h 39"/>
                <a:gd name="T6" fmla="*/ 72 w 18"/>
                <a:gd name="T7" fmla="*/ 185 h 39"/>
                <a:gd name="T8" fmla="*/ 24 w 18"/>
                <a:gd name="T9" fmla="*/ 61 h 39"/>
                <a:gd name="T10" fmla="*/ 0 w 18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9">
                  <a:moveTo>
                    <a:pt x="3" y="23"/>
                  </a:moveTo>
                  <a:cubicBezTo>
                    <a:pt x="3" y="25"/>
                    <a:pt x="8" y="37"/>
                    <a:pt x="11" y="38"/>
                  </a:cubicBezTo>
                  <a:cubicBezTo>
                    <a:pt x="13" y="39"/>
                    <a:pt x="16" y="37"/>
                    <a:pt x="18" y="36"/>
                  </a:cubicBezTo>
                  <a:cubicBezTo>
                    <a:pt x="13" y="31"/>
                    <a:pt x="13" y="23"/>
                    <a:pt x="9" y="18"/>
                  </a:cubicBezTo>
                  <a:cubicBezTo>
                    <a:pt x="6" y="14"/>
                    <a:pt x="5" y="11"/>
                    <a:pt x="3" y="6"/>
                  </a:cubicBezTo>
                  <a:cubicBezTo>
                    <a:pt x="2" y="4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19" name="Freeform 4161">
              <a:extLst>
                <a:ext uri="{FF2B5EF4-FFF2-40B4-BE49-F238E27FC236}">
                  <a16:creationId xmlns:a16="http://schemas.microsoft.com/office/drawing/2014/main" id="{C539B2B0-014A-4ADC-A18D-F3C63C56C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790"/>
              <a:ext cx="39" cy="50"/>
            </a:xfrm>
            <a:custGeom>
              <a:avLst/>
              <a:gdLst>
                <a:gd name="T0" fmla="*/ 0 w 19"/>
                <a:gd name="T1" fmla="*/ 20 h 23"/>
                <a:gd name="T2" fmla="*/ 16 w 19"/>
                <a:gd name="T3" fmla="*/ 80 h 23"/>
                <a:gd name="T4" fmla="*/ 60 w 19"/>
                <a:gd name="T5" fmla="*/ 185 h 23"/>
                <a:gd name="T6" fmla="*/ 148 w 19"/>
                <a:gd name="T7" fmla="*/ 193 h 23"/>
                <a:gd name="T8" fmla="*/ 123 w 19"/>
                <a:gd name="T9" fmla="*/ 93 h 23"/>
                <a:gd name="T10" fmla="*/ 60 w 19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0" y="2"/>
                  </a:moveTo>
                  <a:cubicBezTo>
                    <a:pt x="0" y="4"/>
                    <a:pt x="1" y="6"/>
                    <a:pt x="2" y="8"/>
                  </a:cubicBezTo>
                  <a:cubicBezTo>
                    <a:pt x="4" y="11"/>
                    <a:pt x="5" y="15"/>
                    <a:pt x="7" y="18"/>
                  </a:cubicBezTo>
                  <a:cubicBezTo>
                    <a:pt x="8" y="21"/>
                    <a:pt x="14" y="23"/>
                    <a:pt x="17" y="19"/>
                  </a:cubicBezTo>
                  <a:cubicBezTo>
                    <a:pt x="19" y="17"/>
                    <a:pt x="15" y="12"/>
                    <a:pt x="14" y="9"/>
                  </a:cubicBezTo>
                  <a:cubicBezTo>
                    <a:pt x="13" y="6"/>
                    <a:pt x="9" y="2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0" name="Freeform 4162">
              <a:extLst>
                <a:ext uri="{FF2B5EF4-FFF2-40B4-BE49-F238E27FC236}">
                  <a16:creationId xmlns:a16="http://schemas.microsoft.com/office/drawing/2014/main" id="{614022F2-F7B6-44D6-9302-4C2746738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829"/>
              <a:ext cx="43" cy="48"/>
            </a:xfrm>
            <a:custGeom>
              <a:avLst/>
              <a:gdLst>
                <a:gd name="T0" fmla="*/ 0 w 21"/>
                <a:gd name="T1" fmla="*/ 33 h 22"/>
                <a:gd name="T2" fmla="*/ 84 w 21"/>
                <a:gd name="T3" fmla="*/ 229 h 22"/>
                <a:gd name="T4" fmla="*/ 156 w 21"/>
                <a:gd name="T5" fmla="*/ 124 h 22"/>
                <a:gd name="T6" fmla="*/ 121 w 21"/>
                <a:gd name="T7" fmla="*/ 72 h 22"/>
                <a:gd name="T8" fmla="*/ 76 w 2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0" y="3"/>
                  </a:moveTo>
                  <a:cubicBezTo>
                    <a:pt x="2" y="9"/>
                    <a:pt x="6" y="16"/>
                    <a:pt x="10" y="22"/>
                  </a:cubicBezTo>
                  <a:cubicBezTo>
                    <a:pt x="13" y="17"/>
                    <a:pt x="21" y="18"/>
                    <a:pt x="18" y="12"/>
                  </a:cubicBezTo>
                  <a:cubicBezTo>
                    <a:pt x="17" y="10"/>
                    <a:pt x="15" y="9"/>
                    <a:pt x="14" y="7"/>
                  </a:cubicBezTo>
                  <a:cubicBezTo>
                    <a:pt x="12" y="5"/>
                    <a:pt x="11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1" name="Freeform 4163">
              <a:extLst>
                <a:ext uri="{FF2B5EF4-FFF2-40B4-BE49-F238E27FC236}">
                  <a16:creationId xmlns:a16="http://schemas.microsoft.com/office/drawing/2014/main" id="{4E2CBB0F-CA69-4C55-AF81-D455CC109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797"/>
              <a:ext cx="23" cy="48"/>
            </a:xfrm>
            <a:custGeom>
              <a:avLst/>
              <a:gdLst>
                <a:gd name="T0" fmla="*/ 0 w 11"/>
                <a:gd name="T1" fmla="*/ 0 h 22"/>
                <a:gd name="T2" fmla="*/ 44 w 11"/>
                <a:gd name="T3" fmla="*/ 105 h 22"/>
                <a:gd name="T4" fmla="*/ 92 w 11"/>
                <a:gd name="T5" fmla="*/ 209 h 22"/>
                <a:gd name="T6" fmla="*/ 65 w 11"/>
                <a:gd name="T7" fmla="*/ 2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1" y="3"/>
                    <a:pt x="3" y="6"/>
                    <a:pt x="5" y="10"/>
                  </a:cubicBezTo>
                  <a:cubicBezTo>
                    <a:pt x="6" y="11"/>
                    <a:pt x="11" y="17"/>
                    <a:pt x="10" y="20"/>
                  </a:cubicBezTo>
                  <a:cubicBezTo>
                    <a:pt x="10" y="22"/>
                    <a:pt x="8" y="22"/>
                    <a:pt x="7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2" name="Freeform 4164">
              <a:extLst>
                <a:ext uri="{FF2B5EF4-FFF2-40B4-BE49-F238E27FC236}">
                  <a16:creationId xmlns:a16="http://schemas.microsoft.com/office/drawing/2014/main" id="{7E35CEF3-3F32-4C21-B318-F9607C220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797"/>
              <a:ext cx="23" cy="15"/>
            </a:xfrm>
            <a:custGeom>
              <a:avLst/>
              <a:gdLst>
                <a:gd name="T0" fmla="*/ 0 w 11"/>
                <a:gd name="T1" fmla="*/ 69 h 7"/>
                <a:gd name="T2" fmla="*/ 10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4" y="7"/>
                    <a:pt x="9" y="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3" name="Freeform 4165">
              <a:extLst>
                <a:ext uri="{FF2B5EF4-FFF2-40B4-BE49-F238E27FC236}">
                  <a16:creationId xmlns:a16="http://schemas.microsoft.com/office/drawing/2014/main" id="{A6599446-B453-4C98-80F2-6BC3F3B93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762"/>
              <a:ext cx="2" cy="21"/>
            </a:xfrm>
            <a:custGeom>
              <a:avLst/>
              <a:gdLst>
                <a:gd name="T0" fmla="*/ 8 w 1"/>
                <a:gd name="T1" fmla="*/ 92 h 10"/>
                <a:gd name="T2" fmla="*/ 8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0" y="6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4" name="Freeform 4166">
              <a:extLst>
                <a:ext uri="{FF2B5EF4-FFF2-40B4-BE49-F238E27FC236}">
                  <a16:creationId xmlns:a16="http://schemas.microsoft.com/office/drawing/2014/main" id="{4DE2342E-48EB-4822-8A43-301DD737A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834"/>
              <a:ext cx="14" cy="39"/>
            </a:xfrm>
            <a:custGeom>
              <a:avLst/>
              <a:gdLst>
                <a:gd name="T0" fmla="*/ 0 w 7"/>
                <a:gd name="T1" fmla="*/ 0 h 18"/>
                <a:gd name="T2" fmla="*/ 32 w 7"/>
                <a:gd name="T3" fmla="*/ 72 h 18"/>
                <a:gd name="T4" fmla="*/ 56 w 7"/>
                <a:gd name="T5" fmla="*/ 141 h 18"/>
                <a:gd name="T6" fmla="*/ 32 w 7"/>
                <a:gd name="T7" fmla="*/ 18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3"/>
                    <a:pt x="2" y="5"/>
                    <a:pt x="4" y="7"/>
                  </a:cubicBezTo>
                  <a:cubicBezTo>
                    <a:pt x="5" y="9"/>
                    <a:pt x="7" y="12"/>
                    <a:pt x="7" y="14"/>
                  </a:cubicBezTo>
                  <a:cubicBezTo>
                    <a:pt x="7" y="18"/>
                    <a:pt x="6" y="18"/>
                    <a:pt x="4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5" name="Freeform 4167">
              <a:extLst>
                <a:ext uri="{FF2B5EF4-FFF2-40B4-BE49-F238E27FC236}">
                  <a16:creationId xmlns:a16="http://schemas.microsoft.com/office/drawing/2014/main" id="{FC20A996-198B-45F2-8F7D-51B147DDE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858"/>
              <a:ext cx="25" cy="52"/>
            </a:xfrm>
            <a:custGeom>
              <a:avLst/>
              <a:gdLst>
                <a:gd name="T0" fmla="*/ 0 w 12"/>
                <a:gd name="T1" fmla="*/ 33 h 24"/>
                <a:gd name="T2" fmla="*/ 65 w 12"/>
                <a:gd name="T3" fmla="*/ 93 h 24"/>
                <a:gd name="T4" fmla="*/ 108 w 12"/>
                <a:gd name="T5" fmla="*/ 193 h 24"/>
                <a:gd name="T6" fmla="*/ 35 w 12"/>
                <a:gd name="T7" fmla="*/ 24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4">
                  <a:moveTo>
                    <a:pt x="0" y="3"/>
                  </a:moveTo>
                  <a:cubicBezTo>
                    <a:pt x="3" y="0"/>
                    <a:pt x="6" y="8"/>
                    <a:pt x="7" y="9"/>
                  </a:cubicBezTo>
                  <a:cubicBezTo>
                    <a:pt x="8" y="12"/>
                    <a:pt x="12" y="16"/>
                    <a:pt x="12" y="19"/>
                  </a:cubicBezTo>
                  <a:cubicBezTo>
                    <a:pt x="12" y="23"/>
                    <a:pt x="6" y="23"/>
                    <a:pt x="4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6" name="Freeform 4168">
              <a:extLst>
                <a:ext uri="{FF2B5EF4-FFF2-40B4-BE49-F238E27FC236}">
                  <a16:creationId xmlns:a16="http://schemas.microsoft.com/office/drawing/2014/main" id="{A5EE29E7-E944-4590-8943-BF5285F5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906"/>
              <a:ext cx="16" cy="41"/>
            </a:xfrm>
            <a:custGeom>
              <a:avLst/>
              <a:gdLst>
                <a:gd name="T0" fmla="*/ 0 w 8"/>
                <a:gd name="T1" fmla="*/ 0 h 19"/>
                <a:gd name="T2" fmla="*/ 40 w 8"/>
                <a:gd name="T3" fmla="*/ 80 h 19"/>
                <a:gd name="T4" fmla="*/ 64 w 8"/>
                <a:gd name="T5" fmla="*/ 149 h 19"/>
                <a:gd name="T6" fmla="*/ 40 w 8"/>
                <a:gd name="T7" fmla="*/ 19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2" y="3"/>
                    <a:pt x="3" y="5"/>
                    <a:pt x="5" y="8"/>
                  </a:cubicBezTo>
                  <a:cubicBezTo>
                    <a:pt x="5" y="9"/>
                    <a:pt x="8" y="13"/>
                    <a:pt x="8" y="15"/>
                  </a:cubicBezTo>
                  <a:cubicBezTo>
                    <a:pt x="7" y="17"/>
                    <a:pt x="7" y="19"/>
                    <a:pt x="5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7" name="Freeform 4169">
              <a:extLst>
                <a:ext uri="{FF2B5EF4-FFF2-40B4-BE49-F238E27FC236}">
                  <a16:creationId xmlns:a16="http://schemas.microsoft.com/office/drawing/2014/main" id="{AA01941A-420F-47BE-9577-F6EDFE06F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943"/>
              <a:ext cx="23" cy="50"/>
            </a:xfrm>
            <a:custGeom>
              <a:avLst/>
              <a:gdLst>
                <a:gd name="T0" fmla="*/ 0 w 11"/>
                <a:gd name="T1" fmla="*/ 0 h 23"/>
                <a:gd name="T2" fmla="*/ 75 w 11"/>
                <a:gd name="T3" fmla="*/ 113 h 23"/>
                <a:gd name="T4" fmla="*/ 100 w 11"/>
                <a:gd name="T5" fmla="*/ 185 h 23"/>
                <a:gd name="T6" fmla="*/ 56 w 11"/>
                <a:gd name="T7" fmla="*/ 23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2" y="4"/>
                    <a:pt x="6" y="7"/>
                    <a:pt x="8" y="11"/>
                  </a:cubicBezTo>
                  <a:cubicBezTo>
                    <a:pt x="8" y="13"/>
                    <a:pt x="11" y="16"/>
                    <a:pt x="11" y="18"/>
                  </a:cubicBezTo>
                  <a:cubicBezTo>
                    <a:pt x="10" y="21"/>
                    <a:pt x="8" y="22"/>
                    <a:pt x="6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8" name="Freeform 4170">
              <a:extLst>
                <a:ext uri="{FF2B5EF4-FFF2-40B4-BE49-F238E27FC236}">
                  <a16:creationId xmlns:a16="http://schemas.microsoft.com/office/drawing/2014/main" id="{C2A5009A-EEFC-4573-AEE7-152879F4E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880"/>
              <a:ext cx="39" cy="30"/>
            </a:xfrm>
            <a:custGeom>
              <a:avLst/>
              <a:gdLst>
                <a:gd name="T0" fmla="*/ 16 w 19"/>
                <a:gd name="T1" fmla="*/ 0 h 14"/>
                <a:gd name="T2" fmla="*/ 8 w 19"/>
                <a:gd name="T3" fmla="*/ 28 h 14"/>
                <a:gd name="T4" fmla="*/ 51 w 19"/>
                <a:gd name="T5" fmla="*/ 109 h 14"/>
                <a:gd name="T6" fmla="*/ 164 w 19"/>
                <a:gd name="T7" fmla="*/ 7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2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1" y="4"/>
                    <a:pt x="5" y="10"/>
                    <a:pt x="6" y="11"/>
                  </a:cubicBezTo>
                  <a:cubicBezTo>
                    <a:pt x="8" y="14"/>
                    <a:pt x="18" y="11"/>
                    <a:pt x="19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9" name="Freeform 4171">
              <a:extLst>
                <a:ext uri="{FF2B5EF4-FFF2-40B4-BE49-F238E27FC236}">
                  <a16:creationId xmlns:a16="http://schemas.microsoft.com/office/drawing/2014/main" id="{63931B1E-C967-454F-8987-EE278D338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910"/>
              <a:ext cx="37" cy="35"/>
            </a:xfrm>
            <a:custGeom>
              <a:avLst/>
              <a:gdLst>
                <a:gd name="T0" fmla="*/ 0 w 18"/>
                <a:gd name="T1" fmla="*/ 0 h 16"/>
                <a:gd name="T2" fmla="*/ 43 w 18"/>
                <a:gd name="T3" fmla="*/ 85 h 16"/>
                <a:gd name="T4" fmla="*/ 88 w 18"/>
                <a:gd name="T5" fmla="*/ 168 h 16"/>
                <a:gd name="T6" fmla="*/ 156 w 18"/>
                <a:gd name="T7" fmla="*/ 1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0" y="0"/>
                  </a:moveTo>
                  <a:cubicBezTo>
                    <a:pt x="1" y="3"/>
                    <a:pt x="4" y="6"/>
                    <a:pt x="5" y="8"/>
                  </a:cubicBezTo>
                  <a:cubicBezTo>
                    <a:pt x="6" y="10"/>
                    <a:pt x="8" y="16"/>
                    <a:pt x="10" y="16"/>
                  </a:cubicBezTo>
                  <a:cubicBezTo>
                    <a:pt x="12" y="16"/>
                    <a:pt x="17" y="12"/>
                    <a:pt x="18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0" name="Freeform 4172">
              <a:extLst>
                <a:ext uri="{FF2B5EF4-FFF2-40B4-BE49-F238E27FC236}">
                  <a16:creationId xmlns:a16="http://schemas.microsoft.com/office/drawing/2014/main" id="{380EB4F0-6851-450C-A550-0BF785369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864"/>
              <a:ext cx="16" cy="33"/>
            </a:xfrm>
            <a:custGeom>
              <a:avLst/>
              <a:gdLst>
                <a:gd name="T0" fmla="*/ 0 w 8"/>
                <a:gd name="T1" fmla="*/ 0 h 15"/>
                <a:gd name="T2" fmla="*/ 64 w 8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2" y="5"/>
                    <a:pt x="5" y="11"/>
                    <a:pt x="8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1" name="Freeform 4173">
              <a:extLst>
                <a:ext uri="{FF2B5EF4-FFF2-40B4-BE49-F238E27FC236}">
                  <a16:creationId xmlns:a16="http://schemas.microsoft.com/office/drawing/2014/main" id="{BC82BC15-3473-4829-8BDA-CF1FB7AC7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897"/>
              <a:ext cx="18" cy="35"/>
            </a:xfrm>
            <a:custGeom>
              <a:avLst/>
              <a:gdLst>
                <a:gd name="T0" fmla="*/ 0 w 9"/>
                <a:gd name="T1" fmla="*/ 0 h 16"/>
                <a:gd name="T2" fmla="*/ 72 w 9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5"/>
                    <a:pt x="8" y="12"/>
                    <a:pt x="9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2" name="Freeform 4174">
              <a:extLst>
                <a:ext uri="{FF2B5EF4-FFF2-40B4-BE49-F238E27FC236}">
                  <a16:creationId xmlns:a16="http://schemas.microsoft.com/office/drawing/2014/main" id="{52925399-B06A-4635-8935-3E1A00293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934"/>
              <a:ext cx="41" cy="66"/>
            </a:xfrm>
            <a:custGeom>
              <a:avLst/>
              <a:gdLst>
                <a:gd name="T0" fmla="*/ 68 w 20"/>
                <a:gd name="T1" fmla="*/ 0 h 30"/>
                <a:gd name="T2" fmla="*/ 156 w 20"/>
                <a:gd name="T3" fmla="*/ 117 h 30"/>
                <a:gd name="T4" fmla="*/ 131 w 20"/>
                <a:gd name="T5" fmla="*/ 246 h 30"/>
                <a:gd name="T6" fmla="*/ 0 w 20"/>
                <a:gd name="T7" fmla="*/ 6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0">
                  <a:moveTo>
                    <a:pt x="8" y="0"/>
                  </a:moveTo>
                  <a:cubicBezTo>
                    <a:pt x="11" y="4"/>
                    <a:pt x="15" y="7"/>
                    <a:pt x="18" y="11"/>
                  </a:cubicBezTo>
                  <a:cubicBezTo>
                    <a:pt x="20" y="14"/>
                    <a:pt x="17" y="20"/>
                    <a:pt x="15" y="23"/>
                  </a:cubicBezTo>
                  <a:cubicBezTo>
                    <a:pt x="11" y="30"/>
                    <a:pt x="2" y="8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3" name="Freeform 4175">
              <a:extLst>
                <a:ext uri="{FF2B5EF4-FFF2-40B4-BE49-F238E27FC236}">
                  <a16:creationId xmlns:a16="http://schemas.microsoft.com/office/drawing/2014/main" id="{BB288924-94C0-47F8-AC63-E42AE0E95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836"/>
              <a:ext cx="18" cy="13"/>
            </a:xfrm>
            <a:custGeom>
              <a:avLst/>
              <a:gdLst>
                <a:gd name="T0" fmla="*/ 0 w 9"/>
                <a:gd name="T1" fmla="*/ 61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4" y="6"/>
                    <a:pt x="8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4" name="Freeform 4176">
              <a:extLst>
                <a:ext uri="{FF2B5EF4-FFF2-40B4-BE49-F238E27FC236}">
                  <a16:creationId xmlns:a16="http://schemas.microsoft.com/office/drawing/2014/main" id="{F10A2DF1-25EA-4839-ABFC-B3E2FEAA7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882"/>
              <a:ext cx="12" cy="6"/>
            </a:xfrm>
            <a:custGeom>
              <a:avLst/>
              <a:gdLst>
                <a:gd name="T0" fmla="*/ 0 w 6"/>
                <a:gd name="T1" fmla="*/ 24 h 3"/>
                <a:gd name="T2" fmla="*/ 48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5" name="Freeform 4177">
              <a:extLst>
                <a:ext uri="{FF2B5EF4-FFF2-40B4-BE49-F238E27FC236}">
                  <a16:creationId xmlns:a16="http://schemas.microsoft.com/office/drawing/2014/main" id="{CF6F551C-3106-46ED-A457-98F90996F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847"/>
              <a:ext cx="6" cy="15"/>
            </a:xfrm>
            <a:custGeom>
              <a:avLst/>
              <a:gdLst>
                <a:gd name="T0" fmla="*/ 8 w 3"/>
                <a:gd name="T1" fmla="*/ 0 h 7"/>
                <a:gd name="T2" fmla="*/ 24 w 3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2"/>
                    <a:pt x="1" y="6"/>
                    <a:pt x="3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6" name="Freeform 4178">
              <a:extLst>
                <a:ext uri="{FF2B5EF4-FFF2-40B4-BE49-F238E27FC236}">
                  <a16:creationId xmlns:a16="http://schemas.microsoft.com/office/drawing/2014/main" id="{19F6439E-5CEE-4A2A-B75C-E59132548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21"/>
              <a:ext cx="21" cy="18"/>
            </a:xfrm>
            <a:custGeom>
              <a:avLst/>
              <a:gdLst>
                <a:gd name="T0" fmla="*/ 0 w 10"/>
                <a:gd name="T1" fmla="*/ 56 h 8"/>
                <a:gd name="T2" fmla="*/ 92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5"/>
                  </a:moveTo>
                  <a:cubicBezTo>
                    <a:pt x="4" y="8"/>
                    <a:pt x="7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7" name="Freeform 4179">
              <a:extLst>
                <a:ext uri="{FF2B5EF4-FFF2-40B4-BE49-F238E27FC236}">
                  <a16:creationId xmlns:a16="http://schemas.microsoft.com/office/drawing/2014/main" id="{11602735-9575-4160-9F3E-526A1D3B1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890"/>
              <a:ext cx="10" cy="11"/>
            </a:xfrm>
            <a:custGeom>
              <a:avLst/>
              <a:gdLst>
                <a:gd name="T0" fmla="*/ 0 w 5"/>
                <a:gd name="T1" fmla="*/ 53 h 5"/>
                <a:gd name="T2" fmla="*/ 40 w 5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2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8" name="Freeform 4180">
              <a:extLst>
                <a:ext uri="{FF2B5EF4-FFF2-40B4-BE49-F238E27FC236}">
                  <a16:creationId xmlns:a16="http://schemas.microsoft.com/office/drawing/2014/main" id="{33554E03-4543-4DE4-B438-4109FF2DC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960"/>
              <a:ext cx="22" cy="20"/>
            </a:xfrm>
            <a:custGeom>
              <a:avLst/>
              <a:gdLst>
                <a:gd name="T0" fmla="*/ 0 w 11"/>
                <a:gd name="T1" fmla="*/ 80 h 9"/>
                <a:gd name="T2" fmla="*/ 88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5" y="9"/>
                    <a:pt x="8" y="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39" name="Freeform 4181">
              <a:extLst>
                <a:ext uri="{FF2B5EF4-FFF2-40B4-BE49-F238E27FC236}">
                  <a16:creationId xmlns:a16="http://schemas.microsoft.com/office/drawing/2014/main" id="{9091225C-0EDF-4438-84E0-EA90BC614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803"/>
              <a:ext cx="14" cy="7"/>
            </a:xfrm>
            <a:custGeom>
              <a:avLst/>
              <a:gdLst>
                <a:gd name="T0" fmla="*/ 0 w 7"/>
                <a:gd name="T1" fmla="*/ 28 h 3"/>
                <a:gd name="T2" fmla="*/ 56 w 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2" y="0"/>
                    <a:pt x="6" y="2"/>
                    <a:pt x="7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40" name="Freeform 4182">
              <a:extLst>
                <a:ext uri="{FF2B5EF4-FFF2-40B4-BE49-F238E27FC236}">
                  <a16:creationId xmlns:a16="http://schemas.microsoft.com/office/drawing/2014/main" id="{A8FCC1EA-B276-43F1-9948-C52A071C4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484"/>
              <a:ext cx="6" cy="22"/>
            </a:xfrm>
            <a:custGeom>
              <a:avLst/>
              <a:gdLst>
                <a:gd name="T0" fmla="*/ 24 w 3"/>
                <a:gd name="T1" fmla="*/ 106 h 10"/>
                <a:gd name="T2" fmla="*/ 24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2" y="7"/>
                    <a:pt x="0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41" name="Freeform 4183">
              <a:extLst>
                <a:ext uri="{FF2B5EF4-FFF2-40B4-BE49-F238E27FC236}">
                  <a16:creationId xmlns:a16="http://schemas.microsoft.com/office/drawing/2014/main" id="{497C17D0-FB29-4144-86D9-544E56053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984"/>
              <a:ext cx="28" cy="57"/>
            </a:xfrm>
            <a:custGeom>
              <a:avLst/>
              <a:gdLst>
                <a:gd name="T0" fmla="*/ 0 w 14"/>
                <a:gd name="T1" fmla="*/ 0 h 26"/>
                <a:gd name="T2" fmla="*/ 96 w 14"/>
                <a:gd name="T3" fmla="*/ 169 h 26"/>
                <a:gd name="T4" fmla="*/ 96 w 14"/>
                <a:gd name="T5" fmla="*/ 241 h 26"/>
                <a:gd name="T6" fmla="*/ 56 w 14"/>
                <a:gd name="T7" fmla="*/ 27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6">
                  <a:moveTo>
                    <a:pt x="0" y="0"/>
                  </a:moveTo>
                  <a:cubicBezTo>
                    <a:pt x="2" y="6"/>
                    <a:pt x="9" y="10"/>
                    <a:pt x="12" y="16"/>
                  </a:cubicBezTo>
                  <a:cubicBezTo>
                    <a:pt x="13" y="19"/>
                    <a:pt x="14" y="20"/>
                    <a:pt x="12" y="23"/>
                  </a:cubicBezTo>
                  <a:cubicBezTo>
                    <a:pt x="12" y="24"/>
                    <a:pt x="9" y="26"/>
                    <a:pt x="7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42" name="Freeform 4184">
              <a:extLst>
                <a:ext uri="{FF2B5EF4-FFF2-40B4-BE49-F238E27FC236}">
                  <a16:creationId xmlns:a16="http://schemas.microsoft.com/office/drawing/2014/main" id="{D29EC536-71BE-42F0-9BBF-C3A47A2A4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033"/>
              <a:ext cx="27" cy="54"/>
            </a:xfrm>
            <a:custGeom>
              <a:avLst/>
              <a:gdLst>
                <a:gd name="T0" fmla="*/ 0 w 13"/>
                <a:gd name="T1" fmla="*/ 0 h 25"/>
                <a:gd name="T2" fmla="*/ 108 w 13"/>
                <a:gd name="T3" fmla="*/ 173 h 25"/>
                <a:gd name="T4" fmla="*/ 64 w 13"/>
                <a:gd name="T5" fmla="*/ 253 h 25"/>
                <a:gd name="T6" fmla="*/ 64 w 13"/>
                <a:gd name="T7" fmla="*/ 24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5" y="4"/>
                    <a:pt x="9" y="10"/>
                    <a:pt x="12" y="17"/>
                  </a:cubicBezTo>
                  <a:cubicBezTo>
                    <a:pt x="13" y="21"/>
                    <a:pt x="11" y="22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43" name="Freeform 4185">
              <a:extLst>
                <a:ext uri="{FF2B5EF4-FFF2-40B4-BE49-F238E27FC236}">
                  <a16:creationId xmlns:a16="http://schemas.microsoft.com/office/drawing/2014/main" id="{17E5885D-25CF-4945-AC64-2E9817645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076"/>
              <a:ext cx="25" cy="48"/>
            </a:xfrm>
            <a:custGeom>
              <a:avLst/>
              <a:gdLst>
                <a:gd name="T0" fmla="*/ 0 w 12"/>
                <a:gd name="T1" fmla="*/ 0 h 22"/>
                <a:gd name="T2" fmla="*/ 108 w 12"/>
                <a:gd name="T3" fmla="*/ 166 h 22"/>
                <a:gd name="T4" fmla="*/ 56 w 12"/>
                <a:gd name="T5" fmla="*/ 2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2" y="5"/>
                    <a:pt x="11" y="9"/>
                    <a:pt x="12" y="16"/>
                  </a:cubicBezTo>
                  <a:cubicBezTo>
                    <a:pt x="12" y="18"/>
                    <a:pt x="9" y="22"/>
                    <a:pt x="6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44" name="Freeform 4186">
              <a:extLst>
                <a:ext uri="{FF2B5EF4-FFF2-40B4-BE49-F238E27FC236}">
                  <a16:creationId xmlns:a16="http://schemas.microsoft.com/office/drawing/2014/main" id="{B2FCF2C3-308F-459A-9C50-E94A814EE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113"/>
              <a:ext cx="22" cy="44"/>
            </a:xfrm>
            <a:custGeom>
              <a:avLst/>
              <a:gdLst>
                <a:gd name="T0" fmla="*/ 0 w 11"/>
                <a:gd name="T1" fmla="*/ 0 h 20"/>
                <a:gd name="T2" fmla="*/ 80 w 11"/>
                <a:gd name="T3" fmla="*/ 125 h 20"/>
                <a:gd name="T4" fmla="*/ 24 w 11"/>
                <a:gd name="T5" fmla="*/ 1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cubicBezTo>
                    <a:pt x="3" y="2"/>
                    <a:pt x="11" y="8"/>
                    <a:pt x="10" y="12"/>
                  </a:cubicBezTo>
                  <a:cubicBezTo>
                    <a:pt x="10" y="15"/>
                    <a:pt x="5" y="20"/>
                    <a:pt x="3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45" name="Freeform 4187">
              <a:extLst>
                <a:ext uri="{FF2B5EF4-FFF2-40B4-BE49-F238E27FC236}">
                  <a16:creationId xmlns:a16="http://schemas.microsoft.com/office/drawing/2014/main" id="{C7EA8F87-40D8-403A-9956-43C2FEB9A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142"/>
              <a:ext cx="27" cy="48"/>
            </a:xfrm>
            <a:custGeom>
              <a:avLst/>
              <a:gdLst>
                <a:gd name="T0" fmla="*/ 0 w 13"/>
                <a:gd name="T1" fmla="*/ 0 h 22"/>
                <a:gd name="T2" fmla="*/ 52 w 13"/>
                <a:gd name="T3" fmla="*/ 61 h 22"/>
                <a:gd name="T4" fmla="*/ 108 w 13"/>
                <a:gd name="T5" fmla="*/ 148 h 22"/>
                <a:gd name="T6" fmla="*/ 25 w 13"/>
                <a:gd name="T7" fmla="*/ 229 h 22"/>
                <a:gd name="T8" fmla="*/ 35 w 13"/>
                <a:gd name="T9" fmla="*/ 2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  <a:cubicBezTo>
                    <a:pt x="8" y="8"/>
                    <a:pt x="11" y="12"/>
                    <a:pt x="12" y="14"/>
                  </a:cubicBezTo>
                  <a:cubicBezTo>
                    <a:pt x="13" y="18"/>
                    <a:pt x="7" y="22"/>
                    <a:pt x="3" y="22"/>
                  </a:cubicBezTo>
                  <a:cubicBezTo>
                    <a:pt x="3" y="22"/>
                    <a:pt x="3" y="22"/>
                    <a:pt x="4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46" name="Freeform 4188">
              <a:extLst>
                <a:ext uri="{FF2B5EF4-FFF2-40B4-BE49-F238E27FC236}">
                  <a16:creationId xmlns:a16="http://schemas.microsoft.com/office/drawing/2014/main" id="{05C58954-302C-419D-8039-940506854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175"/>
              <a:ext cx="24" cy="46"/>
            </a:xfrm>
            <a:custGeom>
              <a:avLst/>
              <a:gdLst>
                <a:gd name="T0" fmla="*/ 0 w 12"/>
                <a:gd name="T1" fmla="*/ 0 h 21"/>
                <a:gd name="T2" fmla="*/ 48 w 12"/>
                <a:gd name="T3" fmla="*/ 61 h 21"/>
                <a:gd name="T4" fmla="*/ 96 w 12"/>
                <a:gd name="T5" fmla="*/ 158 h 21"/>
                <a:gd name="T6" fmla="*/ 72 w 12"/>
                <a:gd name="T7" fmla="*/ 177 h 21"/>
                <a:gd name="T8" fmla="*/ 8 w 12"/>
                <a:gd name="T9" fmla="*/ 2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1" y="3"/>
                    <a:pt x="4" y="4"/>
                    <a:pt x="6" y="6"/>
                  </a:cubicBezTo>
                  <a:cubicBezTo>
                    <a:pt x="8" y="9"/>
                    <a:pt x="10" y="12"/>
                    <a:pt x="12" y="15"/>
                  </a:cubicBezTo>
                  <a:cubicBezTo>
                    <a:pt x="11" y="16"/>
                    <a:pt x="10" y="17"/>
                    <a:pt x="9" y="17"/>
                  </a:cubicBezTo>
                  <a:cubicBezTo>
                    <a:pt x="6" y="18"/>
                    <a:pt x="4" y="19"/>
                    <a:pt x="1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47" name="Freeform 4189">
              <a:extLst>
                <a:ext uri="{FF2B5EF4-FFF2-40B4-BE49-F238E27FC236}">
                  <a16:creationId xmlns:a16="http://schemas.microsoft.com/office/drawing/2014/main" id="{17833FE5-A365-47AC-A5C3-5C02E4F8D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3210"/>
              <a:ext cx="6" cy="11"/>
            </a:xfrm>
            <a:custGeom>
              <a:avLst/>
              <a:gdLst>
                <a:gd name="T0" fmla="*/ 0 w 3"/>
                <a:gd name="T1" fmla="*/ 0 h 5"/>
                <a:gd name="T2" fmla="*/ 24 w 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3" y="3"/>
                    <a:pt x="3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48" name="Freeform 4190">
              <a:extLst>
                <a:ext uri="{FF2B5EF4-FFF2-40B4-BE49-F238E27FC236}">
                  <a16:creationId xmlns:a16="http://schemas.microsoft.com/office/drawing/2014/main" id="{D090872B-6EA4-480B-9F63-E019A68BD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987"/>
              <a:ext cx="37" cy="30"/>
            </a:xfrm>
            <a:custGeom>
              <a:avLst/>
              <a:gdLst>
                <a:gd name="T0" fmla="*/ 0 w 18"/>
                <a:gd name="T1" fmla="*/ 0 h 14"/>
                <a:gd name="T2" fmla="*/ 97 w 18"/>
                <a:gd name="T3" fmla="*/ 137 h 14"/>
                <a:gd name="T4" fmla="*/ 156 w 18"/>
                <a:gd name="T5" fmla="*/ 1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0" y="0"/>
                  </a:moveTo>
                  <a:cubicBezTo>
                    <a:pt x="3" y="3"/>
                    <a:pt x="6" y="13"/>
                    <a:pt x="11" y="14"/>
                  </a:cubicBezTo>
                  <a:cubicBezTo>
                    <a:pt x="13" y="14"/>
                    <a:pt x="17" y="12"/>
                    <a:pt x="18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49" name="Freeform 4191">
              <a:extLst>
                <a:ext uri="{FF2B5EF4-FFF2-40B4-BE49-F238E27FC236}">
                  <a16:creationId xmlns:a16="http://schemas.microsoft.com/office/drawing/2014/main" id="{994A60D5-17D3-4BA1-8900-5BF8ACCA9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017"/>
              <a:ext cx="33" cy="35"/>
            </a:xfrm>
            <a:custGeom>
              <a:avLst/>
              <a:gdLst>
                <a:gd name="T0" fmla="*/ 0 w 16"/>
                <a:gd name="T1" fmla="*/ 0 h 16"/>
                <a:gd name="T2" fmla="*/ 60 w 16"/>
                <a:gd name="T3" fmla="*/ 125 h 16"/>
                <a:gd name="T4" fmla="*/ 89 w 16"/>
                <a:gd name="T5" fmla="*/ 168 h 16"/>
                <a:gd name="T6" fmla="*/ 140 w 16"/>
                <a:gd name="T7" fmla="*/ 1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  <a:cubicBezTo>
                    <a:pt x="8" y="14"/>
                    <a:pt x="8" y="16"/>
                    <a:pt x="10" y="16"/>
                  </a:cubicBezTo>
                  <a:cubicBezTo>
                    <a:pt x="12" y="16"/>
                    <a:pt x="15" y="13"/>
                    <a:pt x="16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0" name="Freeform 4192">
              <a:extLst>
                <a:ext uri="{FF2B5EF4-FFF2-40B4-BE49-F238E27FC236}">
                  <a16:creationId xmlns:a16="http://schemas.microsoft.com/office/drawing/2014/main" id="{F5BCC4F9-9263-4F82-9B4C-496C236C5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965"/>
              <a:ext cx="45" cy="74"/>
            </a:xfrm>
            <a:custGeom>
              <a:avLst/>
              <a:gdLst>
                <a:gd name="T0" fmla="*/ 0 w 22"/>
                <a:gd name="T1" fmla="*/ 0 h 34"/>
                <a:gd name="T2" fmla="*/ 188 w 22"/>
                <a:gd name="T3" fmla="*/ 35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8" y="11"/>
                    <a:pt x="16" y="23"/>
                    <a:pt x="22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1" name="Freeform 4193">
              <a:extLst>
                <a:ext uri="{FF2B5EF4-FFF2-40B4-BE49-F238E27FC236}">
                  <a16:creationId xmlns:a16="http://schemas.microsoft.com/office/drawing/2014/main" id="{F4E7F398-E432-408B-9191-C3C55D11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046"/>
              <a:ext cx="41" cy="46"/>
            </a:xfrm>
            <a:custGeom>
              <a:avLst/>
              <a:gdLst>
                <a:gd name="T0" fmla="*/ 33 w 20"/>
                <a:gd name="T1" fmla="*/ 20 h 21"/>
                <a:gd name="T2" fmla="*/ 51 w 20"/>
                <a:gd name="T3" fmla="*/ 125 h 21"/>
                <a:gd name="T4" fmla="*/ 131 w 20"/>
                <a:gd name="T5" fmla="*/ 210 h 21"/>
                <a:gd name="T6" fmla="*/ 172 w 20"/>
                <a:gd name="T7" fmla="*/ 158 h 21"/>
                <a:gd name="T8" fmla="*/ 121 w 20"/>
                <a:gd name="T9" fmla="*/ 61 h 21"/>
                <a:gd name="T10" fmla="*/ 76 w 20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1">
                  <a:moveTo>
                    <a:pt x="4" y="2"/>
                  </a:moveTo>
                  <a:cubicBezTo>
                    <a:pt x="0" y="6"/>
                    <a:pt x="4" y="9"/>
                    <a:pt x="6" y="12"/>
                  </a:cubicBezTo>
                  <a:cubicBezTo>
                    <a:pt x="9" y="16"/>
                    <a:pt x="10" y="21"/>
                    <a:pt x="15" y="20"/>
                  </a:cubicBezTo>
                  <a:cubicBezTo>
                    <a:pt x="18" y="19"/>
                    <a:pt x="20" y="18"/>
                    <a:pt x="20" y="15"/>
                  </a:cubicBezTo>
                  <a:cubicBezTo>
                    <a:pt x="19" y="13"/>
                    <a:pt x="16" y="8"/>
                    <a:pt x="14" y="6"/>
                  </a:cubicBezTo>
                  <a:cubicBezTo>
                    <a:pt x="13" y="4"/>
                    <a:pt x="11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2" name="Freeform 4194">
              <a:extLst>
                <a:ext uri="{FF2B5EF4-FFF2-40B4-BE49-F238E27FC236}">
                  <a16:creationId xmlns:a16="http://schemas.microsoft.com/office/drawing/2014/main" id="{0D1284AE-BDF8-486F-8A72-D20C46B7C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179"/>
              <a:ext cx="19" cy="13"/>
            </a:xfrm>
            <a:custGeom>
              <a:avLst/>
              <a:gdLst>
                <a:gd name="T0" fmla="*/ 0 w 9"/>
                <a:gd name="T1" fmla="*/ 61 h 6"/>
                <a:gd name="T2" fmla="*/ 84 w 9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3" y="4"/>
                    <a:pt x="6" y="0"/>
                    <a:pt x="9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3" name="Freeform 4195">
              <a:extLst>
                <a:ext uri="{FF2B5EF4-FFF2-40B4-BE49-F238E27FC236}">
                  <a16:creationId xmlns:a16="http://schemas.microsoft.com/office/drawing/2014/main" id="{89A4A66B-CF92-4A49-AEC3-BF59056E6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146"/>
              <a:ext cx="16" cy="11"/>
            </a:xfrm>
            <a:custGeom>
              <a:avLst/>
              <a:gdLst>
                <a:gd name="T0" fmla="*/ 0 w 8"/>
                <a:gd name="T1" fmla="*/ 53 h 5"/>
                <a:gd name="T2" fmla="*/ 64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3"/>
                    <a:pt x="5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4" name="Freeform 4196">
              <a:extLst>
                <a:ext uri="{FF2B5EF4-FFF2-40B4-BE49-F238E27FC236}">
                  <a16:creationId xmlns:a16="http://schemas.microsoft.com/office/drawing/2014/main" id="{0F09304E-857E-4066-ABB2-F726DC64A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107"/>
              <a:ext cx="18" cy="17"/>
            </a:xfrm>
            <a:custGeom>
              <a:avLst/>
              <a:gdLst>
                <a:gd name="T0" fmla="*/ 0 w 9"/>
                <a:gd name="T1" fmla="*/ 77 h 8"/>
                <a:gd name="T2" fmla="*/ 72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2" y="5"/>
                    <a:pt x="9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5" name="Freeform 4197">
              <a:extLst>
                <a:ext uri="{FF2B5EF4-FFF2-40B4-BE49-F238E27FC236}">
                  <a16:creationId xmlns:a16="http://schemas.microsoft.com/office/drawing/2014/main" id="{6762D583-EFC3-457B-8CC4-C286227D9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3074"/>
              <a:ext cx="21" cy="18"/>
            </a:xfrm>
            <a:custGeom>
              <a:avLst/>
              <a:gdLst>
                <a:gd name="T0" fmla="*/ 0 w 10"/>
                <a:gd name="T1" fmla="*/ 92 h 8"/>
                <a:gd name="T2" fmla="*/ 92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5"/>
                    <a:pt x="5" y="1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6" name="Freeform 4198">
              <a:extLst>
                <a:ext uri="{FF2B5EF4-FFF2-40B4-BE49-F238E27FC236}">
                  <a16:creationId xmlns:a16="http://schemas.microsoft.com/office/drawing/2014/main" id="{7441517E-2AA7-401F-873B-DEBD2A02A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3033"/>
              <a:ext cx="24" cy="19"/>
            </a:xfrm>
            <a:custGeom>
              <a:avLst/>
              <a:gdLst>
                <a:gd name="T0" fmla="*/ 0 w 12"/>
                <a:gd name="T1" fmla="*/ 84 h 9"/>
                <a:gd name="T2" fmla="*/ 96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3" y="5"/>
                    <a:pt x="8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7" name="Freeform 4199">
              <a:extLst>
                <a:ext uri="{FF2B5EF4-FFF2-40B4-BE49-F238E27FC236}">
                  <a16:creationId xmlns:a16="http://schemas.microsoft.com/office/drawing/2014/main" id="{1C645419-1CEE-4621-B88F-4A27822C2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995"/>
              <a:ext cx="21" cy="18"/>
            </a:xfrm>
            <a:custGeom>
              <a:avLst/>
              <a:gdLst>
                <a:gd name="T0" fmla="*/ 0 w 10"/>
                <a:gd name="T1" fmla="*/ 92 h 8"/>
                <a:gd name="T2" fmla="*/ 92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4"/>
                    <a:pt x="6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8" name="Freeform 4200">
              <a:extLst>
                <a:ext uri="{FF2B5EF4-FFF2-40B4-BE49-F238E27FC236}">
                  <a16:creationId xmlns:a16="http://schemas.microsoft.com/office/drawing/2014/main" id="{11BBA0F4-E7DE-43DB-AC47-52A563511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984"/>
              <a:ext cx="9" cy="16"/>
            </a:xfrm>
            <a:custGeom>
              <a:avLst/>
              <a:gdLst>
                <a:gd name="T0" fmla="*/ 0 w 4"/>
                <a:gd name="T1" fmla="*/ 0 h 7"/>
                <a:gd name="T2" fmla="*/ 36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4" y="4"/>
                    <a:pt x="3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59" name="Freeform 4201">
              <a:extLst>
                <a:ext uri="{FF2B5EF4-FFF2-40B4-BE49-F238E27FC236}">
                  <a16:creationId xmlns:a16="http://schemas.microsoft.com/office/drawing/2014/main" id="{B6DF33FD-B44E-4A63-ADCE-75E762FB2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3015"/>
              <a:ext cx="8" cy="22"/>
            </a:xfrm>
            <a:custGeom>
              <a:avLst/>
              <a:gdLst>
                <a:gd name="T0" fmla="*/ 8 w 4"/>
                <a:gd name="T1" fmla="*/ 106 h 10"/>
                <a:gd name="T2" fmla="*/ 0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10"/>
                  </a:moveTo>
                  <a:cubicBezTo>
                    <a:pt x="4" y="7"/>
                    <a:pt x="1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60" name="Freeform 4202">
              <a:extLst>
                <a:ext uri="{FF2B5EF4-FFF2-40B4-BE49-F238E27FC236}">
                  <a16:creationId xmlns:a16="http://schemas.microsoft.com/office/drawing/2014/main" id="{5CF7672D-0DAB-4698-AC97-F135BE11C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85"/>
              <a:ext cx="5" cy="22"/>
            </a:xfrm>
            <a:custGeom>
              <a:avLst/>
              <a:gdLst>
                <a:gd name="T0" fmla="*/ 33 w 2"/>
                <a:gd name="T1" fmla="*/ 0 h 10"/>
                <a:gd name="T2" fmla="*/ 20 w 2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7"/>
                    <a:pt x="1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61" name="Freeform 4203">
              <a:extLst>
                <a:ext uri="{FF2B5EF4-FFF2-40B4-BE49-F238E27FC236}">
                  <a16:creationId xmlns:a16="http://schemas.microsoft.com/office/drawing/2014/main" id="{338FF611-C27A-4BB1-AA56-4FDB0C1A9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111"/>
              <a:ext cx="21" cy="9"/>
            </a:xfrm>
            <a:custGeom>
              <a:avLst/>
              <a:gdLst>
                <a:gd name="T0" fmla="*/ 0 w 10"/>
                <a:gd name="T1" fmla="*/ 25 h 4"/>
                <a:gd name="T2" fmla="*/ 92 w 10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5" y="0"/>
                    <a:pt x="7" y="1"/>
                    <a:pt x="1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62" name="Freeform 4204">
              <a:extLst>
                <a:ext uri="{FF2B5EF4-FFF2-40B4-BE49-F238E27FC236}">
                  <a16:creationId xmlns:a16="http://schemas.microsoft.com/office/drawing/2014/main" id="{313EACF2-A9B4-4DEF-A3B5-09344AA25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3153"/>
              <a:ext cx="4" cy="22"/>
            </a:xfrm>
            <a:custGeom>
              <a:avLst/>
              <a:gdLst>
                <a:gd name="T0" fmla="*/ 16 w 2"/>
                <a:gd name="T1" fmla="*/ 0 h 10"/>
                <a:gd name="T2" fmla="*/ 8 w 2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0" y="3"/>
                    <a:pt x="0" y="7"/>
                    <a:pt x="1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63" name="Freeform 4205">
              <a:extLst>
                <a:ext uri="{FF2B5EF4-FFF2-40B4-BE49-F238E27FC236}">
                  <a16:creationId xmlns:a16="http://schemas.microsoft.com/office/drawing/2014/main" id="{72EA0C47-6116-4492-95DB-26B0E30DD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3168"/>
              <a:ext cx="6" cy="18"/>
            </a:xfrm>
            <a:custGeom>
              <a:avLst/>
              <a:gdLst>
                <a:gd name="T0" fmla="*/ 0 w 3"/>
                <a:gd name="T1" fmla="*/ 92 h 8"/>
                <a:gd name="T2" fmla="*/ 1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3" y="5"/>
                    <a:pt x="1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64" name="Freeform 4206">
              <a:extLst>
                <a:ext uri="{FF2B5EF4-FFF2-40B4-BE49-F238E27FC236}">
                  <a16:creationId xmlns:a16="http://schemas.microsoft.com/office/drawing/2014/main" id="{F19DAC34-D70C-471C-AC24-33A8A367B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974"/>
              <a:ext cx="6" cy="17"/>
            </a:xfrm>
            <a:custGeom>
              <a:avLst/>
              <a:gdLst>
                <a:gd name="T0" fmla="*/ 16 w 3"/>
                <a:gd name="T1" fmla="*/ 77 h 8"/>
                <a:gd name="T2" fmla="*/ 24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8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65" name="Freeform 4207">
              <a:extLst>
                <a:ext uri="{FF2B5EF4-FFF2-40B4-BE49-F238E27FC236}">
                  <a16:creationId xmlns:a16="http://schemas.microsoft.com/office/drawing/2014/main" id="{E5804012-FC3C-4713-9421-0B7BBF430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928"/>
              <a:ext cx="15" cy="6"/>
            </a:xfrm>
            <a:custGeom>
              <a:avLst/>
              <a:gdLst>
                <a:gd name="T0" fmla="*/ 0 w 7"/>
                <a:gd name="T1" fmla="*/ 0 h 3"/>
                <a:gd name="T2" fmla="*/ 69 w 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3" y="1"/>
                    <a:pt x="5" y="1"/>
                    <a:pt x="7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66" name="Freeform 4208">
              <a:extLst>
                <a:ext uri="{FF2B5EF4-FFF2-40B4-BE49-F238E27FC236}">
                  <a16:creationId xmlns:a16="http://schemas.microsoft.com/office/drawing/2014/main" id="{8EB3B2CA-45D6-497B-A3D6-CE22830CF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943"/>
              <a:ext cx="4" cy="15"/>
            </a:xfrm>
            <a:custGeom>
              <a:avLst/>
              <a:gdLst>
                <a:gd name="T0" fmla="*/ 16 w 2"/>
                <a:gd name="T1" fmla="*/ 0 h 7"/>
                <a:gd name="T2" fmla="*/ 8 w 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0" y="4"/>
                    <a:pt x="1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67" name="Freeform 4209">
              <a:extLst>
                <a:ext uri="{FF2B5EF4-FFF2-40B4-BE49-F238E27FC236}">
                  <a16:creationId xmlns:a16="http://schemas.microsoft.com/office/drawing/2014/main" id="{A0574B15-0078-4372-8A48-D1E3DB79D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037"/>
              <a:ext cx="6" cy="17"/>
            </a:xfrm>
            <a:custGeom>
              <a:avLst/>
              <a:gdLst>
                <a:gd name="T0" fmla="*/ 8 w 3"/>
                <a:gd name="T1" fmla="*/ 77 h 8"/>
                <a:gd name="T2" fmla="*/ 24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5"/>
                    <a:pt x="2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68" name="Freeform 4210">
              <a:extLst>
                <a:ext uri="{FF2B5EF4-FFF2-40B4-BE49-F238E27FC236}">
                  <a16:creationId xmlns:a16="http://schemas.microsoft.com/office/drawing/2014/main" id="{EE2741D4-D8E3-4505-84BC-D4EA7AAE1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089"/>
              <a:ext cx="39" cy="44"/>
            </a:xfrm>
            <a:custGeom>
              <a:avLst/>
              <a:gdLst>
                <a:gd name="T0" fmla="*/ 0 w 19"/>
                <a:gd name="T1" fmla="*/ 0 h 20"/>
                <a:gd name="T2" fmla="*/ 76 w 19"/>
                <a:gd name="T3" fmla="*/ 169 h 20"/>
                <a:gd name="T4" fmla="*/ 164 w 19"/>
                <a:gd name="T5" fmla="*/ 16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7"/>
                    <a:pt x="5" y="11"/>
                    <a:pt x="9" y="16"/>
                  </a:cubicBezTo>
                  <a:cubicBezTo>
                    <a:pt x="12" y="20"/>
                    <a:pt x="15" y="18"/>
                    <a:pt x="19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69" name="Freeform 4211">
              <a:extLst>
                <a:ext uri="{FF2B5EF4-FFF2-40B4-BE49-F238E27FC236}">
                  <a16:creationId xmlns:a16="http://schemas.microsoft.com/office/drawing/2014/main" id="{6E332058-5B49-4D16-AC5D-082449897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129"/>
              <a:ext cx="31" cy="35"/>
            </a:xfrm>
            <a:custGeom>
              <a:avLst/>
              <a:gdLst>
                <a:gd name="T0" fmla="*/ 0 w 15"/>
                <a:gd name="T1" fmla="*/ 0 h 16"/>
                <a:gd name="T2" fmla="*/ 35 w 15"/>
                <a:gd name="T3" fmla="*/ 96 h 16"/>
                <a:gd name="T4" fmla="*/ 72 w 15"/>
                <a:gd name="T5" fmla="*/ 158 h 16"/>
                <a:gd name="T6" fmla="*/ 107 w 15"/>
                <a:gd name="T7" fmla="*/ 158 h 16"/>
                <a:gd name="T8" fmla="*/ 132 w 15"/>
                <a:gd name="T9" fmla="*/ 149 h 16"/>
                <a:gd name="T10" fmla="*/ 124 w 15"/>
                <a:gd name="T11" fmla="*/ 14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2" y="2"/>
                    <a:pt x="2" y="6"/>
                    <a:pt x="4" y="9"/>
                  </a:cubicBezTo>
                  <a:cubicBezTo>
                    <a:pt x="5" y="11"/>
                    <a:pt x="6" y="13"/>
                    <a:pt x="8" y="15"/>
                  </a:cubicBezTo>
                  <a:cubicBezTo>
                    <a:pt x="10" y="16"/>
                    <a:pt x="10" y="16"/>
                    <a:pt x="12" y="15"/>
                  </a:cubicBezTo>
                  <a:cubicBezTo>
                    <a:pt x="13" y="15"/>
                    <a:pt x="14" y="14"/>
                    <a:pt x="15" y="14"/>
                  </a:cubicBezTo>
                  <a:cubicBezTo>
                    <a:pt x="14" y="14"/>
                    <a:pt x="14" y="14"/>
                    <a:pt x="14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0" name="Freeform 4212">
              <a:extLst>
                <a:ext uri="{FF2B5EF4-FFF2-40B4-BE49-F238E27FC236}">
                  <a16:creationId xmlns:a16="http://schemas.microsoft.com/office/drawing/2014/main" id="{9565AD44-8B13-45B4-869B-89DD1CE29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162"/>
              <a:ext cx="31" cy="43"/>
            </a:xfrm>
            <a:custGeom>
              <a:avLst/>
              <a:gdLst>
                <a:gd name="T0" fmla="*/ 0 w 15"/>
                <a:gd name="T1" fmla="*/ 0 h 20"/>
                <a:gd name="T2" fmla="*/ 25 w 15"/>
                <a:gd name="T3" fmla="*/ 80 h 20"/>
                <a:gd name="T4" fmla="*/ 72 w 15"/>
                <a:gd name="T5" fmla="*/ 172 h 20"/>
                <a:gd name="T6" fmla="*/ 132 w 15"/>
                <a:gd name="T7" fmla="*/ 17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0" y="0"/>
                  </a:moveTo>
                  <a:cubicBezTo>
                    <a:pt x="0" y="3"/>
                    <a:pt x="2" y="5"/>
                    <a:pt x="3" y="8"/>
                  </a:cubicBezTo>
                  <a:cubicBezTo>
                    <a:pt x="4" y="11"/>
                    <a:pt x="6" y="14"/>
                    <a:pt x="8" y="17"/>
                  </a:cubicBezTo>
                  <a:cubicBezTo>
                    <a:pt x="10" y="20"/>
                    <a:pt x="13" y="19"/>
                    <a:pt x="15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1" name="Freeform 4213">
              <a:extLst>
                <a:ext uri="{FF2B5EF4-FFF2-40B4-BE49-F238E27FC236}">
                  <a16:creationId xmlns:a16="http://schemas.microsoft.com/office/drawing/2014/main" id="{BE67B0D2-CEA4-4D7E-8448-31FBFDB2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203"/>
              <a:ext cx="27" cy="28"/>
            </a:xfrm>
            <a:custGeom>
              <a:avLst/>
              <a:gdLst>
                <a:gd name="T0" fmla="*/ 0 w 13"/>
                <a:gd name="T1" fmla="*/ 0 h 13"/>
                <a:gd name="T2" fmla="*/ 52 w 13"/>
                <a:gd name="T3" fmla="*/ 121 h 13"/>
                <a:gd name="T4" fmla="*/ 116 w 13"/>
                <a:gd name="T5" fmla="*/ 1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4"/>
                    <a:pt x="2" y="12"/>
                    <a:pt x="6" y="12"/>
                  </a:cubicBezTo>
                  <a:cubicBezTo>
                    <a:pt x="8" y="13"/>
                    <a:pt x="11" y="12"/>
                    <a:pt x="13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2" name="Freeform 4214">
              <a:extLst>
                <a:ext uri="{FF2B5EF4-FFF2-40B4-BE49-F238E27FC236}">
                  <a16:creationId xmlns:a16="http://schemas.microsoft.com/office/drawing/2014/main" id="{5B922F8A-4EB0-4308-AEE6-41C05808A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229"/>
              <a:ext cx="4" cy="24"/>
            </a:xfrm>
            <a:custGeom>
              <a:avLst/>
              <a:gdLst>
                <a:gd name="T0" fmla="*/ 0 w 2"/>
                <a:gd name="T1" fmla="*/ 0 h 11"/>
                <a:gd name="T2" fmla="*/ 8 w 2"/>
                <a:gd name="T3" fmla="*/ 61 h 11"/>
                <a:gd name="T4" fmla="*/ 16 w 2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1" y="8"/>
                    <a:pt x="1" y="10"/>
                    <a:pt x="2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3" name="Freeform 4215">
              <a:extLst>
                <a:ext uri="{FF2B5EF4-FFF2-40B4-BE49-F238E27FC236}">
                  <a16:creationId xmlns:a16="http://schemas.microsoft.com/office/drawing/2014/main" id="{94746B71-773E-4518-BA31-D11A9A22A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218"/>
              <a:ext cx="21" cy="7"/>
            </a:xfrm>
            <a:custGeom>
              <a:avLst/>
              <a:gdLst>
                <a:gd name="T0" fmla="*/ 0 w 10"/>
                <a:gd name="T1" fmla="*/ 12 h 3"/>
                <a:gd name="T2" fmla="*/ 67 w 10"/>
                <a:gd name="T3" fmla="*/ 28 h 3"/>
                <a:gd name="T4" fmla="*/ 92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1"/>
                  </a:moveTo>
                  <a:cubicBezTo>
                    <a:pt x="1" y="3"/>
                    <a:pt x="6" y="2"/>
                    <a:pt x="7" y="2"/>
                  </a:cubicBezTo>
                  <a:cubicBezTo>
                    <a:pt x="8" y="1"/>
                    <a:pt x="9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4" name="Freeform 4216">
              <a:extLst>
                <a:ext uri="{FF2B5EF4-FFF2-40B4-BE49-F238E27FC236}">
                  <a16:creationId xmlns:a16="http://schemas.microsoft.com/office/drawing/2014/main" id="{50D9F8C3-0998-4055-94B4-4C5C847BE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3221"/>
              <a:ext cx="25" cy="24"/>
            </a:xfrm>
            <a:custGeom>
              <a:avLst/>
              <a:gdLst>
                <a:gd name="T0" fmla="*/ 92 w 12"/>
                <a:gd name="T1" fmla="*/ 0 h 11"/>
                <a:gd name="T2" fmla="*/ 100 w 12"/>
                <a:gd name="T3" fmla="*/ 52 h 11"/>
                <a:gd name="T4" fmla="*/ 108 w 12"/>
                <a:gd name="T5" fmla="*/ 105 h 11"/>
                <a:gd name="T6" fmla="*/ 100 w 12"/>
                <a:gd name="T7" fmla="*/ 105 h 11"/>
                <a:gd name="T8" fmla="*/ 56 w 12"/>
                <a:gd name="T9" fmla="*/ 113 h 11"/>
                <a:gd name="T10" fmla="*/ 0 w 12"/>
                <a:gd name="T11" fmla="*/ 113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">
                  <a:moveTo>
                    <a:pt x="10" y="0"/>
                  </a:moveTo>
                  <a:cubicBezTo>
                    <a:pt x="10" y="1"/>
                    <a:pt x="11" y="3"/>
                    <a:pt x="11" y="5"/>
                  </a:cubicBezTo>
                  <a:cubicBezTo>
                    <a:pt x="12" y="6"/>
                    <a:pt x="12" y="9"/>
                    <a:pt x="12" y="10"/>
                  </a:cubicBezTo>
                  <a:cubicBezTo>
                    <a:pt x="12" y="10"/>
                    <a:pt x="12" y="10"/>
                    <a:pt x="11" y="10"/>
                  </a:cubicBezTo>
                  <a:cubicBezTo>
                    <a:pt x="9" y="10"/>
                    <a:pt x="8" y="11"/>
                    <a:pt x="6" y="11"/>
                  </a:cubicBezTo>
                  <a:cubicBezTo>
                    <a:pt x="4" y="11"/>
                    <a:pt x="2" y="11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5" name="Freeform 4217">
              <a:extLst>
                <a:ext uri="{FF2B5EF4-FFF2-40B4-BE49-F238E27FC236}">
                  <a16:creationId xmlns:a16="http://schemas.microsoft.com/office/drawing/2014/main" id="{7C1320DF-0456-4388-AB37-9C8487F5C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3242"/>
              <a:ext cx="2" cy="11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6" name="Freeform 4218">
              <a:extLst>
                <a:ext uri="{FF2B5EF4-FFF2-40B4-BE49-F238E27FC236}">
                  <a16:creationId xmlns:a16="http://schemas.microsoft.com/office/drawing/2014/main" id="{750331DB-339C-4A53-9FE2-96223508B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183"/>
              <a:ext cx="14" cy="5"/>
            </a:xfrm>
            <a:custGeom>
              <a:avLst/>
              <a:gdLst>
                <a:gd name="T0" fmla="*/ 0 w 7"/>
                <a:gd name="T1" fmla="*/ 20 h 2"/>
                <a:gd name="T2" fmla="*/ 40 w 7"/>
                <a:gd name="T3" fmla="*/ 20 h 2"/>
                <a:gd name="T4" fmla="*/ 56 w 7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6" y="2"/>
                    <a:pt x="7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7" name="Freeform 4219">
              <a:extLst>
                <a:ext uri="{FF2B5EF4-FFF2-40B4-BE49-F238E27FC236}">
                  <a16:creationId xmlns:a16="http://schemas.microsoft.com/office/drawing/2014/main" id="{32F020E8-87C1-446F-A4FB-6964D4E38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225"/>
              <a:ext cx="9" cy="13"/>
            </a:xfrm>
            <a:custGeom>
              <a:avLst/>
              <a:gdLst>
                <a:gd name="T0" fmla="*/ 45 w 4"/>
                <a:gd name="T1" fmla="*/ 0 h 6"/>
                <a:gd name="T2" fmla="*/ 11 w 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0" y="3"/>
                    <a:pt x="1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8" name="Freeform 4220">
              <a:extLst>
                <a:ext uri="{FF2B5EF4-FFF2-40B4-BE49-F238E27FC236}">
                  <a16:creationId xmlns:a16="http://schemas.microsoft.com/office/drawing/2014/main" id="{67D72201-4F67-4C7A-80BA-C202D8279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556"/>
              <a:ext cx="23" cy="37"/>
            </a:xfrm>
            <a:custGeom>
              <a:avLst/>
              <a:gdLst>
                <a:gd name="T0" fmla="*/ 0 w 11"/>
                <a:gd name="T1" fmla="*/ 0 h 17"/>
                <a:gd name="T2" fmla="*/ 8 w 11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1" y="4"/>
                    <a:pt x="11" y="17"/>
                    <a:pt x="1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79" name="Freeform 4221">
              <a:extLst>
                <a:ext uri="{FF2B5EF4-FFF2-40B4-BE49-F238E27FC236}">
                  <a16:creationId xmlns:a16="http://schemas.microsoft.com/office/drawing/2014/main" id="{FDAEA082-7465-4A61-B5FA-45B9A8EAD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582"/>
              <a:ext cx="29" cy="44"/>
            </a:xfrm>
            <a:custGeom>
              <a:avLst/>
              <a:gdLst>
                <a:gd name="T0" fmla="*/ 0 w 14"/>
                <a:gd name="T1" fmla="*/ 33 h 20"/>
                <a:gd name="T2" fmla="*/ 124 w 14"/>
                <a:gd name="T3" fmla="*/ 169 h 20"/>
                <a:gd name="T4" fmla="*/ 52 w 14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0" y="3"/>
                  </a:moveTo>
                  <a:cubicBezTo>
                    <a:pt x="4" y="0"/>
                    <a:pt x="13" y="12"/>
                    <a:pt x="14" y="16"/>
                  </a:cubicBezTo>
                  <a:cubicBezTo>
                    <a:pt x="11" y="17"/>
                    <a:pt x="9" y="20"/>
                    <a:pt x="6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0" name="Freeform 4222">
              <a:extLst>
                <a:ext uri="{FF2B5EF4-FFF2-40B4-BE49-F238E27FC236}">
                  <a16:creationId xmlns:a16="http://schemas.microsoft.com/office/drawing/2014/main" id="{4CA29EE6-8A94-49AC-A204-E55F21BBB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567"/>
              <a:ext cx="18" cy="35"/>
            </a:xfrm>
            <a:custGeom>
              <a:avLst/>
              <a:gdLst>
                <a:gd name="T0" fmla="*/ 0 w 9"/>
                <a:gd name="T1" fmla="*/ 168 h 16"/>
                <a:gd name="T2" fmla="*/ 0 w 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16"/>
                  </a:moveTo>
                  <a:cubicBezTo>
                    <a:pt x="9" y="14"/>
                    <a:pt x="2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1" name="Freeform 4223">
              <a:extLst>
                <a:ext uri="{FF2B5EF4-FFF2-40B4-BE49-F238E27FC236}">
                  <a16:creationId xmlns:a16="http://schemas.microsoft.com/office/drawing/2014/main" id="{FC05A279-0CB5-4175-A8CD-8DBB59C18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91"/>
              <a:ext cx="31" cy="15"/>
            </a:xfrm>
            <a:custGeom>
              <a:avLst/>
              <a:gdLst>
                <a:gd name="T0" fmla="*/ 0 w 15"/>
                <a:gd name="T1" fmla="*/ 0 h 7"/>
                <a:gd name="T2" fmla="*/ 72 w 15"/>
                <a:gd name="T3" fmla="*/ 69 h 7"/>
                <a:gd name="T4" fmla="*/ 132 w 15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2" y="3"/>
                    <a:pt x="4" y="7"/>
                    <a:pt x="8" y="7"/>
                  </a:cubicBezTo>
                  <a:cubicBezTo>
                    <a:pt x="10" y="7"/>
                    <a:pt x="15" y="4"/>
                    <a:pt x="15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2" name="Freeform 4224">
              <a:extLst>
                <a:ext uri="{FF2B5EF4-FFF2-40B4-BE49-F238E27FC236}">
                  <a16:creationId xmlns:a16="http://schemas.microsoft.com/office/drawing/2014/main" id="{19F5DF6C-864F-4C7C-9348-C68A522AE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606"/>
              <a:ext cx="34" cy="35"/>
            </a:xfrm>
            <a:custGeom>
              <a:avLst/>
              <a:gdLst>
                <a:gd name="T0" fmla="*/ 0 w 17"/>
                <a:gd name="T1" fmla="*/ 0 h 16"/>
                <a:gd name="T2" fmla="*/ 40 w 17"/>
                <a:gd name="T3" fmla="*/ 85 h 16"/>
                <a:gd name="T4" fmla="*/ 88 w 17"/>
                <a:gd name="T5" fmla="*/ 158 h 16"/>
                <a:gd name="T6" fmla="*/ 136 w 17"/>
                <a:gd name="T7" fmla="*/ 1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1" y="3"/>
                    <a:pt x="4" y="6"/>
                    <a:pt x="5" y="8"/>
                  </a:cubicBezTo>
                  <a:cubicBezTo>
                    <a:pt x="6" y="10"/>
                    <a:pt x="9" y="14"/>
                    <a:pt x="11" y="15"/>
                  </a:cubicBezTo>
                  <a:cubicBezTo>
                    <a:pt x="13" y="16"/>
                    <a:pt x="15" y="13"/>
                    <a:pt x="17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3" name="Freeform 4225">
              <a:extLst>
                <a:ext uri="{FF2B5EF4-FFF2-40B4-BE49-F238E27FC236}">
                  <a16:creationId xmlns:a16="http://schemas.microsoft.com/office/drawing/2014/main" id="{F158C82E-53B5-45E0-A930-4B883DB4E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633"/>
              <a:ext cx="18" cy="11"/>
            </a:xfrm>
            <a:custGeom>
              <a:avLst/>
              <a:gdLst>
                <a:gd name="T0" fmla="*/ 0 w 9"/>
                <a:gd name="T1" fmla="*/ 53 h 5"/>
                <a:gd name="T2" fmla="*/ 7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5"/>
                    <a:pt x="6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4" name="Freeform 4226">
              <a:extLst>
                <a:ext uri="{FF2B5EF4-FFF2-40B4-BE49-F238E27FC236}">
                  <a16:creationId xmlns:a16="http://schemas.microsoft.com/office/drawing/2014/main" id="{6F0D94F0-971F-4112-AC3B-4582C9DD7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991"/>
              <a:ext cx="29" cy="55"/>
            </a:xfrm>
            <a:custGeom>
              <a:avLst/>
              <a:gdLst>
                <a:gd name="T0" fmla="*/ 17 w 14"/>
                <a:gd name="T1" fmla="*/ 0 h 25"/>
                <a:gd name="T2" fmla="*/ 81 w 14"/>
                <a:gd name="T3" fmla="*/ 141 h 25"/>
                <a:gd name="T4" fmla="*/ 124 w 14"/>
                <a:gd name="T5" fmla="*/ 26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2" y="0"/>
                  </a:moveTo>
                  <a:cubicBezTo>
                    <a:pt x="0" y="5"/>
                    <a:pt x="6" y="10"/>
                    <a:pt x="9" y="13"/>
                  </a:cubicBezTo>
                  <a:cubicBezTo>
                    <a:pt x="11" y="17"/>
                    <a:pt x="12" y="22"/>
                    <a:pt x="14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5" name="Freeform 4227">
              <a:extLst>
                <a:ext uri="{FF2B5EF4-FFF2-40B4-BE49-F238E27FC236}">
                  <a16:creationId xmlns:a16="http://schemas.microsoft.com/office/drawing/2014/main" id="{A13DE574-FB07-42DE-BB93-446AD534C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628"/>
              <a:ext cx="47" cy="94"/>
            </a:xfrm>
            <a:custGeom>
              <a:avLst/>
              <a:gdLst>
                <a:gd name="T0" fmla="*/ 0 w 23"/>
                <a:gd name="T1" fmla="*/ 0 h 43"/>
                <a:gd name="T2" fmla="*/ 33 w 23"/>
                <a:gd name="T3" fmla="*/ 96 h 43"/>
                <a:gd name="T4" fmla="*/ 41 w 23"/>
                <a:gd name="T5" fmla="*/ 157 h 43"/>
                <a:gd name="T6" fmla="*/ 84 w 23"/>
                <a:gd name="T7" fmla="*/ 249 h 43"/>
                <a:gd name="T8" fmla="*/ 196 w 23"/>
                <a:gd name="T9" fmla="*/ 44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3">
                  <a:moveTo>
                    <a:pt x="0" y="0"/>
                  </a:moveTo>
                  <a:cubicBezTo>
                    <a:pt x="1" y="3"/>
                    <a:pt x="3" y="6"/>
                    <a:pt x="4" y="9"/>
                  </a:cubicBezTo>
                  <a:cubicBezTo>
                    <a:pt x="4" y="11"/>
                    <a:pt x="4" y="13"/>
                    <a:pt x="5" y="15"/>
                  </a:cubicBezTo>
                  <a:cubicBezTo>
                    <a:pt x="6" y="18"/>
                    <a:pt x="9" y="21"/>
                    <a:pt x="10" y="24"/>
                  </a:cubicBezTo>
                  <a:cubicBezTo>
                    <a:pt x="13" y="32"/>
                    <a:pt x="16" y="38"/>
                    <a:pt x="23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6" name="Freeform 4228">
              <a:extLst>
                <a:ext uri="{FF2B5EF4-FFF2-40B4-BE49-F238E27FC236}">
                  <a16:creationId xmlns:a16="http://schemas.microsoft.com/office/drawing/2014/main" id="{5D57482B-8807-48DE-B9C9-F4791862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748"/>
              <a:ext cx="27" cy="55"/>
            </a:xfrm>
            <a:custGeom>
              <a:avLst/>
              <a:gdLst>
                <a:gd name="T0" fmla="*/ 0 w 13"/>
                <a:gd name="T1" fmla="*/ 0 h 25"/>
                <a:gd name="T2" fmla="*/ 73 w 13"/>
                <a:gd name="T3" fmla="*/ 141 h 25"/>
                <a:gd name="T4" fmla="*/ 116 w 13"/>
                <a:gd name="T5" fmla="*/ 26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3" y="4"/>
                    <a:pt x="5" y="9"/>
                    <a:pt x="8" y="13"/>
                  </a:cubicBezTo>
                  <a:cubicBezTo>
                    <a:pt x="10" y="17"/>
                    <a:pt x="10" y="23"/>
                    <a:pt x="13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7" name="Freeform 4229">
              <a:extLst>
                <a:ext uri="{FF2B5EF4-FFF2-40B4-BE49-F238E27FC236}">
                  <a16:creationId xmlns:a16="http://schemas.microsoft.com/office/drawing/2014/main" id="{2483DF40-685E-4AC7-9554-397AB3626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801"/>
              <a:ext cx="41" cy="68"/>
            </a:xfrm>
            <a:custGeom>
              <a:avLst/>
              <a:gdLst>
                <a:gd name="T0" fmla="*/ 0 w 20"/>
                <a:gd name="T1" fmla="*/ 0 h 31"/>
                <a:gd name="T2" fmla="*/ 68 w 20"/>
                <a:gd name="T3" fmla="*/ 105 h 31"/>
                <a:gd name="T4" fmla="*/ 113 w 20"/>
                <a:gd name="T5" fmla="*/ 202 h 31"/>
                <a:gd name="T6" fmla="*/ 148 w 20"/>
                <a:gd name="T7" fmla="*/ 274 h 31"/>
                <a:gd name="T8" fmla="*/ 172 w 20"/>
                <a:gd name="T9" fmla="*/ 32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0" y="0"/>
                  </a:moveTo>
                  <a:cubicBezTo>
                    <a:pt x="2" y="4"/>
                    <a:pt x="6" y="5"/>
                    <a:pt x="8" y="10"/>
                  </a:cubicBezTo>
                  <a:cubicBezTo>
                    <a:pt x="9" y="13"/>
                    <a:pt x="11" y="16"/>
                    <a:pt x="13" y="19"/>
                  </a:cubicBezTo>
                  <a:cubicBezTo>
                    <a:pt x="14" y="22"/>
                    <a:pt x="15" y="24"/>
                    <a:pt x="17" y="26"/>
                  </a:cubicBezTo>
                  <a:cubicBezTo>
                    <a:pt x="18" y="28"/>
                    <a:pt x="20" y="31"/>
                    <a:pt x="20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8" name="Freeform 4230">
              <a:extLst>
                <a:ext uri="{FF2B5EF4-FFF2-40B4-BE49-F238E27FC236}">
                  <a16:creationId xmlns:a16="http://schemas.microsoft.com/office/drawing/2014/main" id="{B5946DA7-2117-40B2-8C52-1BF46FE3C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73"/>
              <a:ext cx="10" cy="37"/>
            </a:xfrm>
            <a:custGeom>
              <a:avLst/>
              <a:gdLst>
                <a:gd name="T0" fmla="*/ 0 w 5"/>
                <a:gd name="T1" fmla="*/ 0 h 17"/>
                <a:gd name="T2" fmla="*/ 32 w 5"/>
                <a:gd name="T3" fmla="*/ 124 h 17"/>
                <a:gd name="T4" fmla="*/ 40 w 5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2" y="4"/>
                    <a:pt x="3" y="8"/>
                    <a:pt x="4" y="12"/>
                  </a:cubicBezTo>
                  <a:cubicBezTo>
                    <a:pt x="4" y="13"/>
                    <a:pt x="4" y="16"/>
                    <a:pt x="5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9" name="Freeform 4231">
              <a:extLst>
                <a:ext uri="{FF2B5EF4-FFF2-40B4-BE49-F238E27FC236}">
                  <a16:creationId xmlns:a16="http://schemas.microsoft.com/office/drawing/2014/main" id="{8DC39CB8-1CAA-4C55-9C29-B9D337070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910"/>
              <a:ext cx="43" cy="85"/>
            </a:xfrm>
            <a:custGeom>
              <a:avLst/>
              <a:gdLst>
                <a:gd name="T0" fmla="*/ 0 w 21"/>
                <a:gd name="T1" fmla="*/ 0 h 39"/>
                <a:gd name="T2" fmla="*/ 41 w 21"/>
                <a:gd name="T3" fmla="*/ 61 h 39"/>
                <a:gd name="T4" fmla="*/ 76 w 21"/>
                <a:gd name="T5" fmla="*/ 133 h 39"/>
                <a:gd name="T6" fmla="*/ 113 w 21"/>
                <a:gd name="T7" fmla="*/ 218 h 39"/>
                <a:gd name="T8" fmla="*/ 156 w 21"/>
                <a:gd name="T9" fmla="*/ 333 h 39"/>
                <a:gd name="T10" fmla="*/ 180 w 21"/>
                <a:gd name="T11" fmla="*/ 40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9">
                  <a:moveTo>
                    <a:pt x="0" y="0"/>
                  </a:moveTo>
                  <a:cubicBezTo>
                    <a:pt x="1" y="3"/>
                    <a:pt x="4" y="4"/>
                    <a:pt x="5" y="6"/>
                  </a:cubicBezTo>
                  <a:cubicBezTo>
                    <a:pt x="7" y="8"/>
                    <a:pt x="8" y="11"/>
                    <a:pt x="9" y="13"/>
                  </a:cubicBezTo>
                  <a:cubicBezTo>
                    <a:pt x="10" y="16"/>
                    <a:pt x="11" y="18"/>
                    <a:pt x="13" y="21"/>
                  </a:cubicBezTo>
                  <a:cubicBezTo>
                    <a:pt x="15" y="25"/>
                    <a:pt x="17" y="28"/>
                    <a:pt x="18" y="32"/>
                  </a:cubicBezTo>
                  <a:cubicBezTo>
                    <a:pt x="19" y="34"/>
                    <a:pt x="19" y="37"/>
                    <a:pt x="21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0" name="Freeform 4232">
              <a:extLst>
                <a:ext uri="{FF2B5EF4-FFF2-40B4-BE49-F238E27FC236}">
                  <a16:creationId xmlns:a16="http://schemas.microsoft.com/office/drawing/2014/main" id="{45897737-F44A-45D7-89FD-7B3035DC9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993"/>
              <a:ext cx="27" cy="48"/>
            </a:xfrm>
            <a:custGeom>
              <a:avLst/>
              <a:gdLst>
                <a:gd name="T0" fmla="*/ 0 w 13"/>
                <a:gd name="T1" fmla="*/ 0 h 22"/>
                <a:gd name="T2" fmla="*/ 25 w 13"/>
                <a:gd name="T3" fmla="*/ 61 h 22"/>
                <a:gd name="T4" fmla="*/ 64 w 13"/>
                <a:gd name="T5" fmla="*/ 148 h 22"/>
                <a:gd name="T6" fmla="*/ 116 w 13"/>
                <a:gd name="T7" fmla="*/ 2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0" y="0"/>
                  </a:moveTo>
                  <a:cubicBezTo>
                    <a:pt x="0" y="3"/>
                    <a:pt x="2" y="4"/>
                    <a:pt x="3" y="6"/>
                  </a:cubicBezTo>
                  <a:cubicBezTo>
                    <a:pt x="4" y="8"/>
                    <a:pt x="6" y="11"/>
                    <a:pt x="7" y="14"/>
                  </a:cubicBezTo>
                  <a:cubicBezTo>
                    <a:pt x="9" y="17"/>
                    <a:pt x="11" y="19"/>
                    <a:pt x="13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1" name="Freeform 4233">
              <a:extLst>
                <a:ext uri="{FF2B5EF4-FFF2-40B4-BE49-F238E27FC236}">
                  <a16:creationId xmlns:a16="http://schemas.microsoft.com/office/drawing/2014/main" id="{EAE8B881-0937-4680-BBAC-4D0EE94D0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050"/>
              <a:ext cx="21" cy="37"/>
            </a:xfrm>
            <a:custGeom>
              <a:avLst/>
              <a:gdLst>
                <a:gd name="T0" fmla="*/ 0 w 10"/>
                <a:gd name="T1" fmla="*/ 0 h 17"/>
                <a:gd name="T2" fmla="*/ 48 w 10"/>
                <a:gd name="T3" fmla="*/ 104 h 17"/>
                <a:gd name="T4" fmla="*/ 67 w 10"/>
                <a:gd name="T5" fmla="*/ 157 h 17"/>
                <a:gd name="T6" fmla="*/ 92 w 10"/>
                <a:gd name="T7" fmla="*/ 1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2" y="3"/>
                    <a:pt x="4" y="7"/>
                    <a:pt x="5" y="10"/>
                  </a:cubicBezTo>
                  <a:cubicBezTo>
                    <a:pt x="6" y="12"/>
                    <a:pt x="6" y="14"/>
                    <a:pt x="7" y="15"/>
                  </a:cubicBezTo>
                  <a:cubicBezTo>
                    <a:pt x="8" y="16"/>
                    <a:pt x="9" y="16"/>
                    <a:pt x="1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2" name="Freeform 4234">
              <a:extLst>
                <a:ext uri="{FF2B5EF4-FFF2-40B4-BE49-F238E27FC236}">
                  <a16:creationId xmlns:a16="http://schemas.microsoft.com/office/drawing/2014/main" id="{6920F5D1-BE5E-4BBE-B5C4-2B63B183D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3087"/>
              <a:ext cx="24" cy="33"/>
            </a:xfrm>
            <a:custGeom>
              <a:avLst/>
              <a:gdLst>
                <a:gd name="T0" fmla="*/ 0 w 12"/>
                <a:gd name="T1" fmla="*/ 0 h 15"/>
                <a:gd name="T2" fmla="*/ 64 w 12"/>
                <a:gd name="T3" fmla="*/ 106 h 15"/>
                <a:gd name="T4" fmla="*/ 96 w 12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1" y="5"/>
                    <a:pt x="4" y="7"/>
                    <a:pt x="8" y="10"/>
                  </a:cubicBezTo>
                  <a:cubicBezTo>
                    <a:pt x="9" y="12"/>
                    <a:pt x="10" y="15"/>
                    <a:pt x="12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3" name="Freeform 4235">
              <a:extLst>
                <a:ext uri="{FF2B5EF4-FFF2-40B4-BE49-F238E27FC236}">
                  <a16:creationId xmlns:a16="http://schemas.microsoft.com/office/drawing/2014/main" id="{E87AE2EE-3CA1-412A-93AC-5B996D4F6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124"/>
              <a:ext cx="17" cy="29"/>
            </a:xfrm>
            <a:custGeom>
              <a:avLst/>
              <a:gdLst>
                <a:gd name="T0" fmla="*/ 0 w 8"/>
                <a:gd name="T1" fmla="*/ 0 h 13"/>
                <a:gd name="T2" fmla="*/ 77 w 8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2" y="4"/>
                    <a:pt x="5" y="10"/>
                    <a:pt x="8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4" name="Freeform 4236">
              <a:extLst>
                <a:ext uri="{FF2B5EF4-FFF2-40B4-BE49-F238E27FC236}">
                  <a16:creationId xmlns:a16="http://schemas.microsoft.com/office/drawing/2014/main" id="{69D33DFF-FFD1-4504-9F0C-B23CB291C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155"/>
              <a:ext cx="49" cy="85"/>
            </a:xfrm>
            <a:custGeom>
              <a:avLst/>
              <a:gdLst>
                <a:gd name="T0" fmla="*/ 0 w 24"/>
                <a:gd name="T1" fmla="*/ 0 h 39"/>
                <a:gd name="T2" fmla="*/ 67 w 24"/>
                <a:gd name="T3" fmla="*/ 148 h 39"/>
                <a:gd name="T4" fmla="*/ 137 w 24"/>
                <a:gd name="T5" fmla="*/ 238 h 39"/>
                <a:gd name="T6" fmla="*/ 180 w 24"/>
                <a:gd name="T7" fmla="*/ 323 h 39"/>
                <a:gd name="T8" fmla="*/ 204 w 24"/>
                <a:gd name="T9" fmla="*/ 40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9">
                  <a:moveTo>
                    <a:pt x="0" y="0"/>
                  </a:moveTo>
                  <a:cubicBezTo>
                    <a:pt x="3" y="5"/>
                    <a:pt x="4" y="10"/>
                    <a:pt x="8" y="14"/>
                  </a:cubicBezTo>
                  <a:cubicBezTo>
                    <a:pt x="11" y="17"/>
                    <a:pt x="14" y="19"/>
                    <a:pt x="16" y="23"/>
                  </a:cubicBezTo>
                  <a:cubicBezTo>
                    <a:pt x="17" y="26"/>
                    <a:pt x="19" y="28"/>
                    <a:pt x="21" y="31"/>
                  </a:cubicBezTo>
                  <a:cubicBezTo>
                    <a:pt x="22" y="34"/>
                    <a:pt x="23" y="37"/>
                    <a:pt x="24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5" name="Freeform 4237">
              <a:extLst>
                <a:ext uri="{FF2B5EF4-FFF2-40B4-BE49-F238E27FC236}">
                  <a16:creationId xmlns:a16="http://schemas.microsoft.com/office/drawing/2014/main" id="{97D44A9C-663E-439E-8DB8-9FE61FF36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595"/>
              <a:ext cx="21" cy="31"/>
            </a:xfrm>
            <a:custGeom>
              <a:avLst/>
              <a:gdLst>
                <a:gd name="T0" fmla="*/ 0 w 10"/>
                <a:gd name="T1" fmla="*/ 0 h 14"/>
                <a:gd name="T2" fmla="*/ 92 w 10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3" y="4"/>
                    <a:pt x="8" y="9"/>
                    <a:pt x="1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6" name="Freeform 4238">
              <a:extLst>
                <a:ext uri="{FF2B5EF4-FFF2-40B4-BE49-F238E27FC236}">
                  <a16:creationId xmlns:a16="http://schemas.microsoft.com/office/drawing/2014/main" id="{DF03CE29-9F41-4683-A91C-16282966C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552"/>
              <a:ext cx="20" cy="43"/>
            </a:xfrm>
            <a:custGeom>
              <a:avLst/>
              <a:gdLst>
                <a:gd name="T0" fmla="*/ 0 w 10"/>
                <a:gd name="T1" fmla="*/ 0 h 20"/>
                <a:gd name="T2" fmla="*/ 48 w 10"/>
                <a:gd name="T3" fmla="*/ 120 h 20"/>
                <a:gd name="T4" fmla="*/ 80 w 10"/>
                <a:gd name="T5" fmla="*/ 19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1" y="4"/>
                    <a:pt x="4" y="8"/>
                    <a:pt x="6" y="12"/>
                  </a:cubicBezTo>
                  <a:cubicBezTo>
                    <a:pt x="7" y="15"/>
                    <a:pt x="8" y="18"/>
                    <a:pt x="1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7" name="Freeform 4239">
              <a:extLst>
                <a:ext uri="{FF2B5EF4-FFF2-40B4-BE49-F238E27FC236}">
                  <a16:creationId xmlns:a16="http://schemas.microsoft.com/office/drawing/2014/main" id="{F53A10EF-A196-4544-90DE-B25D3B535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499"/>
              <a:ext cx="27" cy="48"/>
            </a:xfrm>
            <a:custGeom>
              <a:avLst/>
              <a:gdLst>
                <a:gd name="T0" fmla="*/ 0 w 13"/>
                <a:gd name="T1" fmla="*/ 0 h 22"/>
                <a:gd name="T2" fmla="*/ 81 w 13"/>
                <a:gd name="T3" fmla="*/ 133 h 22"/>
                <a:gd name="T4" fmla="*/ 116 w 13"/>
                <a:gd name="T5" fmla="*/ 22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0" y="0"/>
                  </a:moveTo>
                  <a:cubicBezTo>
                    <a:pt x="3" y="4"/>
                    <a:pt x="6" y="8"/>
                    <a:pt x="9" y="13"/>
                  </a:cubicBezTo>
                  <a:cubicBezTo>
                    <a:pt x="11" y="16"/>
                    <a:pt x="11" y="20"/>
                    <a:pt x="13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8" name="Freeform 4240">
              <a:extLst>
                <a:ext uri="{FF2B5EF4-FFF2-40B4-BE49-F238E27FC236}">
                  <a16:creationId xmlns:a16="http://schemas.microsoft.com/office/drawing/2014/main" id="{4CF3706C-3C5A-4669-A2D6-F5519752A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423"/>
              <a:ext cx="41" cy="74"/>
            </a:xfrm>
            <a:custGeom>
              <a:avLst/>
              <a:gdLst>
                <a:gd name="T0" fmla="*/ 0 w 20"/>
                <a:gd name="T1" fmla="*/ 0 h 34"/>
                <a:gd name="T2" fmla="*/ 96 w 20"/>
                <a:gd name="T3" fmla="*/ 209 h 34"/>
                <a:gd name="T4" fmla="*/ 121 w 20"/>
                <a:gd name="T5" fmla="*/ 289 h 34"/>
                <a:gd name="T6" fmla="*/ 172 w 20"/>
                <a:gd name="T7" fmla="*/ 35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0" y="0"/>
                  </a:moveTo>
                  <a:cubicBezTo>
                    <a:pt x="5" y="6"/>
                    <a:pt x="8" y="13"/>
                    <a:pt x="11" y="20"/>
                  </a:cubicBezTo>
                  <a:cubicBezTo>
                    <a:pt x="12" y="22"/>
                    <a:pt x="13" y="25"/>
                    <a:pt x="14" y="28"/>
                  </a:cubicBezTo>
                  <a:cubicBezTo>
                    <a:pt x="16" y="31"/>
                    <a:pt x="18" y="32"/>
                    <a:pt x="20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9" name="Freeform 4241">
              <a:extLst>
                <a:ext uri="{FF2B5EF4-FFF2-40B4-BE49-F238E27FC236}">
                  <a16:creationId xmlns:a16="http://schemas.microsoft.com/office/drawing/2014/main" id="{132C779D-2AF4-4E5D-B89F-1AF227C76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263"/>
              <a:ext cx="76" cy="155"/>
            </a:xfrm>
            <a:custGeom>
              <a:avLst/>
              <a:gdLst>
                <a:gd name="T0" fmla="*/ 0 w 37"/>
                <a:gd name="T1" fmla="*/ 0 h 71"/>
                <a:gd name="T2" fmla="*/ 105 w 37"/>
                <a:gd name="T3" fmla="*/ 229 h 71"/>
                <a:gd name="T4" fmla="*/ 173 w 37"/>
                <a:gd name="T5" fmla="*/ 439 h 71"/>
                <a:gd name="T6" fmla="*/ 232 w 37"/>
                <a:gd name="T7" fmla="*/ 563 h 71"/>
                <a:gd name="T8" fmla="*/ 320 w 37"/>
                <a:gd name="T9" fmla="*/ 73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71">
                  <a:moveTo>
                    <a:pt x="0" y="0"/>
                  </a:moveTo>
                  <a:cubicBezTo>
                    <a:pt x="4" y="7"/>
                    <a:pt x="9" y="14"/>
                    <a:pt x="12" y="22"/>
                  </a:cubicBezTo>
                  <a:cubicBezTo>
                    <a:pt x="16" y="28"/>
                    <a:pt x="17" y="35"/>
                    <a:pt x="20" y="42"/>
                  </a:cubicBezTo>
                  <a:cubicBezTo>
                    <a:pt x="22" y="47"/>
                    <a:pt x="24" y="50"/>
                    <a:pt x="27" y="54"/>
                  </a:cubicBezTo>
                  <a:cubicBezTo>
                    <a:pt x="31" y="59"/>
                    <a:pt x="35" y="65"/>
                    <a:pt x="37" y="7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0" name="Freeform 4242">
              <a:extLst>
                <a:ext uri="{FF2B5EF4-FFF2-40B4-BE49-F238E27FC236}">
                  <a16:creationId xmlns:a16="http://schemas.microsoft.com/office/drawing/2014/main" id="{0455E4CA-81F4-40A4-B2D2-CDFAA73DC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355"/>
              <a:ext cx="10" cy="2"/>
            </a:xfrm>
            <a:custGeom>
              <a:avLst/>
              <a:gdLst>
                <a:gd name="T0" fmla="*/ 0 w 5"/>
                <a:gd name="T1" fmla="*/ 8 h 1"/>
                <a:gd name="T2" fmla="*/ 4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1" name="Freeform 4243">
              <a:extLst>
                <a:ext uri="{FF2B5EF4-FFF2-40B4-BE49-F238E27FC236}">
                  <a16:creationId xmlns:a16="http://schemas.microsoft.com/office/drawing/2014/main" id="{AE2D8A35-81A7-498C-A89F-13D354BD4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270"/>
              <a:ext cx="6" cy="2"/>
            </a:xfrm>
            <a:custGeom>
              <a:avLst/>
              <a:gdLst>
                <a:gd name="T0" fmla="*/ 0 w 3"/>
                <a:gd name="T1" fmla="*/ 8 h 1"/>
                <a:gd name="T2" fmla="*/ 24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2" name="Freeform 4244">
              <a:extLst>
                <a:ext uri="{FF2B5EF4-FFF2-40B4-BE49-F238E27FC236}">
                  <a16:creationId xmlns:a16="http://schemas.microsoft.com/office/drawing/2014/main" id="{8F1D0428-C408-4206-A966-43A75BF04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87"/>
              <a:ext cx="29" cy="76"/>
            </a:xfrm>
            <a:custGeom>
              <a:avLst/>
              <a:gdLst>
                <a:gd name="T0" fmla="*/ 0 w 14"/>
                <a:gd name="T1" fmla="*/ 0 h 35"/>
                <a:gd name="T2" fmla="*/ 81 w 14"/>
                <a:gd name="T3" fmla="*/ 202 h 35"/>
                <a:gd name="T4" fmla="*/ 124 w 14"/>
                <a:gd name="T5" fmla="*/ 35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5">
                  <a:moveTo>
                    <a:pt x="0" y="0"/>
                  </a:moveTo>
                  <a:cubicBezTo>
                    <a:pt x="3" y="7"/>
                    <a:pt x="6" y="13"/>
                    <a:pt x="9" y="20"/>
                  </a:cubicBezTo>
                  <a:cubicBezTo>
                    <a:pt x="11" y="25"/>
                    <a:pt x="12" y="31"/>
                    <a:pt x="14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3" name="Freeform 4245">
              <a:extLst>
                <a:ext uri="{FF2B5EF4-FFF2-40B4-BE49-F238E27FC236}">
                  <a16:creationId xmlns:a16="http://schemas.microsoft.com/office/drawing/2014/main" id="{A2634C8A-87C9-470B-92BE-68D8F9234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075"/>
              <a:ext cx="51" cy="114"/>
            </a:xfrm>
            <a:custGeom>
              <a:avLst/>
              <a:gdLst>
                <a:gd name="T0" fmla="*/ 0 w 25"/>
                <a:gd name="T1" fmla="*/ 0 h 52"/>
                <a:gd name="T2" fmla="*/ 112 w 25"/>
                <a:gd name="T3" fmla="*/ 335 h 52"/>
                <a:gd name="T4" fmla="*/ 145 w 25"/>
                <a:gd name="T5" fmla="*/ 460 h 52"/>
                <a:gd name="T6" fmla="*/ 188 w 25"/>
                <a:gd name="T7" fmla="*/ 495 h 52"/>
                <a:gd name="T8" fmla="*/ 212 w 25"/>
                <a:gd name="T9" fmla="*/ 54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2">
                  <a:moveTo>
                    <a:pt x="0" y="0"/>
                  </a:moveTo>
                  <a:cubicBezTo>
                    <a:pt x="5" y="10"/>
                    <a:pt x="11" y="21"/>
                    <a:pt x="13" y="32"/>
                  </a:cubicBezTo>
                  <a:cubicBezTo>
                    <a:pt x="14" y="36"/>
                    <a:pt x="14" y="41"/>
                    <a:pt x="17" y="44"/>
                  </a:cubicBezTo>
                  <a:cubicBezTo>
                    <a:pt x="18" y="45"/>
                    <a:pt x="21" y="45"/>
                    <a:pt x="22" y="47"/>
                  </a:cubicBezTo>
                  <a:cubicBezTo>
                    <a:pt x="23" y="48"/>
                    <a:pt x="24" y="51"/>
                    <a:pt x="25" y="5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4" name="Freeform 4246">
              <a:extLst>
                <a:ext uri="{FF2B5EF4-FFF2-40B4-BE49-F238E27FC236}">
                  <a16:creationId xmlns:a16="http://schemas.microsoft.com/office/drawing/2014/main" id="{F392D386-D6CE-4DCA-86A6-8D3B6F233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651"/>
              <a:ext cx="22" cy="11"/>
            </a:xfrm>
            <a:custGeom>
              <a:avLst/>
              <a:gdLst>
                <a:gd name="T0" fmla="*/ 32 w 11"/>
                <a:gd name="T1" fmla="*/ 0 h 5"/>
                <a:gd name="T2" fmla="*/ 24 w 11"/>
                <a:gd name="T3" fmla="*/ 44 h 5"/>
                <a:gd name="T4" fmla="*/ 56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4" y="0"/>
                  </a:moveTo>
                  <a:cubicBezTo>
                    <a:pt x="0" y="0"/>
                    <a:pt x="1" y="3"/>
                    <a:pt x="3" y="4"/>
                  </a:cubicBezTo>
                  <a:cubicBezTo>
                    <a:pt x="7" y="5"/>
                    <a:pt x="11" y="3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5" name="Freeform 4247">
              <a:extLst>
                <a:ext uri="{FF2B5EF4-FFF2-40B4-BE49-F238E27FC236}">
                  <a16:creationId xmlns:a16="http://schemas.microsoft.com/office/drawing/2014/main" id="{32864875-813D-4045-B7E7-FDAD36567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1638"/>
              <a:ext cx="14" cy="9"/>
            </a:xfrm>
            <a:custGeom>
              <a:avLst/>
              <a:gdLst>
                <a:gd name="T0" fmla="*/ 16 w 7"/>
                <a:gd name="T1" fmla="*/ 0 h 4"/>
                <a:gd name="T2" fmla="*/ 0 w 7"/>
                <a:gd name="T3" fmla="*/ 11 h 4"/>
                <a:gd name="T4" fmla="*/ 40 w 7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4"/>
                    <a:pt x="7" y="4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6" name="Freeform 4248">
              <a:extLst>
                <a:ext uri="{FF2B5EF4-FFF2-40B4-BE49-F238E27FC236}">
                  <a16:creationId xmlns:a16="http://schemas.microsoft.com/office/drawing/2014/main" id="{3CD6D25B-2017-4C9C-B470-DEC231E32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621"/>
              <a:ext cx="21" cy="13"/>
            </a:xfrm>
            <a:custGeom>
              <a:avLst/>
              <a:gdLst>
                <a:gd name="T0" fmla="*/ 27 w 10"/>
                <a:gd name="T1" fmla="*/ 0 h 6"/>
                <a:gd name="T2" fmla="*/ 0 w 10"/>
                <a:gd name="T3" fmla="*/ 0 h 6"/>
                <a:gd name="T4" fmla="*/ 48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6"/>
                    <a:pt x="10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7" name="Freeform 4249">
              <a:extLst>
                <a:ext uri="{FF2B5EF4-FFF2-40B4-BE49-F238E27FC236}">
                  <a16:creationId xmlns:a16="http://schemas.microsoft.com/office/drawing/2014/main" id="{6BDAF7D4-AC71-49B9-885F-CC3C664FF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656"/>
              <a:ext cx="17" cy="17"/>
            </a:xfrm>
            <a:custGeom>
              <a:avLst/>
              <a:gdLst>
                <a:gd name="T0" fmla="*/ 40 w 8"/>
                <a:gd name="T1" fmla="*/ 9 h 8"/>
                <a:gd name="T2" fmla="*/ 28 w 8"/>
                <a:gd name="T3" fmla="*/ 60 h 8"/>
                <a:gd name="T4" fmla="*/ 60 w 8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6" y="8"/>
                    <a:pt x="8" y="4"/>
                    <a:pt x="6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8" name="Freeform 4250">
              <a:extLst>
                <a:ext uri="{FF2B5EF4-FFF2-40B4-BE49-F238E27FC236}">
                  <a16:creationId xmlns:a16="http://schemas.microsoft.com/office/drawing/2014/main" id="{05265DE1-DFC3-463D-A491-3E678450D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621"/>
              <a:ext cx="11" cy="8"/>
            </a:xfrm>
            <a:custGeom>
              <a:avLst/>
              <a:gdLst>
                <a:gd name="T0" fmla="*/ 9 w 5"/>
                <a:gd name="T1" fmla="*/ 8 h 4"/>
                <a:gd name="T2" fmla="*/ 0 w 5"/>
                <a:gd name="T3" fmla="*/ 8 h 4"/>
                <a:gd name="T4" fmla="*/ 53 w 5"/>
                <a:gd name="T5" fmla="*/ 24 h 4"/>
                <a:gd name="T6" fmla="*/ 33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4" y="4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9" name="Freeform 4251">
              <a:extLst>
                <a:ext uri="{FF2B5EF4-FFF2-40B4-BE49-F238E27FC236}">
                  <a16:creationId xmlns:a16="http://schemas.microsoft.com/office/drawing/2014/main" id="{145B7730-E466-4B6A-A160-03FEF902B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610"/>
              <a:ext cx="27" cy="13"/>
            </a:xfrm>
            <a:custGeom>
              <a:avLst/>
              <a:gdLst>
                <a:gd name="T0" fmla="*/ 52 w 13"/>
                <a:gd name="T1" fmla="*/ 0 h 6"/>
                <a:gd name="T2" fmla="*/ 73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6" y="0"/>
                  </a:moveTo>
                  <a:cubicBezTo>
                    <a:pt x="0" y="5"/>
                    <a:pt x="13" y="6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0" name="Freeform 4252">
              <a:extLst>
                <a:ext uri="{FF2B5EF4-FFF2-40B4-BE49-F238E27FC236}">
                  <a16:creationId xmlns:a16="http://schemas.microsoft.com/office/drawing/2014/main" id="{A309E2FA-13A6-4E4E-990E-42039DC3A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590"/>
              <a:ext cx="23" cy="15"/>
            </a:xfrm>
            <a:custGeom>
              <a:avLst/>
              <a:gdLst>
                <a:gd name="T0" fmla="*/ 65 w 11"/>
                <a:gd name="T1" fmla="*/ 0 h 7"/>
                <a:gd name="T2" fmla="*/ 100 w 11"/>
                <a:gd name="T3" fmla="*/ 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7" y="0"/>
                  </a:moveTo>
                  <a:cubicBezTo>
                    <a:pt x="0" y="0"/>
                    <a:pt x="5" y="7"/>
                    <a:pt x="1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1" name="Freeform 4253">
              <a:extLst>
                <a:ext uri="{FF2B5EF4-FFF2-40B4-BE49-F238E27FC236}">
                  <a16:creationId xmlns:a16="http://schemas.microsoft.com/office/drawing/2014/main" id="{3E268ACF-4015-4C5A-A605-42B16B87F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669"/>
              <a:ext cx="17" cy="13"/>
            </a:xfrm>
            <a:custGeom>
              <a:avLst/>
              <a:gdLst>
                <a:gd name="T0" fmla="*/ 49 w 8"/>
                <a:gd name="T1" fmla="*/ 20 h 6"/>
                <a:gd name="T2" fmla="*/ 9 w 8"/>
                <a:gd name="T3" fmla="*/ 33 h 6"/>
                <a:gd name="T4" fmla="*/ 60 w 8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2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1" y="6"/>
                    <a:pt x="8" y="4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2" name="Freeform 4254">
              <a:extLst>
                <a:ext uri="{FF2B5EF4-FFF2-40B4-BE49-F238E27FC236}">
                  <a16:creationId xmlns:a16="http://schemas.microsoft.com/office/drawing/2014/main" id="{6ABC6A77-918C-45AD-B655-14829F7F6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647"/>
              <a:ext cx="8" cy="9"/>
            </a:xfrm>
            <a:custGeom>
              <a:avLst/>
              <a:gdLst>
                <a:gd name="T0" fmla="*/ 0 w 4"/>
                <a:gd name="T1" fmla="*/ 11 h 4"/>
                <a:gd name="T2" fmla="*/ 24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4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3" name="Freeform 4255">
              <a:extLst>
                <a:ext uri="{FF2B5EF4-FFF2-40B4-BE49-F238E27FC236}">
                  <a16:creationId xmlns:a16="http://schemas.microsoft.com/office/drawing/2014/main" id="{39BD5AB4-BB78-49DB-B9A0-7123D58DD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627"/>
              <a:ext cx="31" cy="13"/>
            </a:xfrm>
            <a:custGeom>
              <a:avLst/>
              <a:gdLst>
                <a:gd name="T0" fmla="*/ 81 w 15"/>
                <a:gd name="T1" fmla="*/ 0 h 6"/>
                <a:gd name="T2" fmla="*/ 107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9" y="0"/>
                  </a:moveTo>
                  <a:cubicBezTo>
                    <a:pt x="0" y="0"/>
                    <a:pt x="15" y="6"/>
                    <a:pt x="1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4" name="Freeform 4256">
              <a:extLst>
                <a:ext uri="{FF2B5EF4-FFF2-40B4-BE49-F238E27FC236}">
                  <a16:creationId xmlns:a16="http://schemas.microsoft.com/office/drawing/2014/main" id="{A577AEFB-6DE0-4274-BA7C-040E21DFA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614"/>
              <a:ext cx="14" cy="13"/>
            </a:xfrm>
            <a:custGeom>
              <a:avLst/>
              <a:gdLst>
                <a:gd name="T0" fmla="*/ 40 w 7"/>
                <a:gd name="T1" fmla="*/ 9 h 6"/>
                <a:gd name="T2" fmla="*/ 32 w 7"/>
                <a:gd name="T3" fmla="*/ 0 h 6"/>
                <a:gd name="T4" fmla="*/ 56 w 7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1"/>
                  </a:moveTo>
                  <a:cubicBezTo>
                    <a:pt x="5" y="1"/>
                    <a:pt x="4" y="1"/>
                    <a:pt x="4" y="0"/>
                  </a:cubicBezTo>
                  <a:cubicBezTo>
                    <a:pt x="0" y="3"/>
                    <a:pt x="7" y="6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5" name="Freeform 4257">
              <a:extLst>
                <a:ext uri="{FF2B5EF4-FFF2-40B4-BE49-F238E27FC236}">
                  <a16:creationId xmlns:a16="http://schemas.microsoft.com/office/drawing/2014/main" id="{863C8C67-9D2C-4089-AAB8-FF2D962CD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647"/>
              <a:ext cx="10" cy="13"/>
            </a:xfrm>
            <a:custGeom>
              <a:avLst/>
              <a:gdLst>
                <a:gd name="T0" fmla="*/ 8 w 5"/>
                <a:gd name="T1" fmla="*/ 20 h 6"/>
                <a:gd name="T2" fmla="*/ 0 w 5"/>
                <a:gd name="T3" fmla="*/ 61 h 6"/>
                <a:gd name="T4" fmla="*/ 40 w 5"/>
                <a:gd name="T5" fmla="*/ 43 h 6"/>
                <a:gd name="T6" fmla="*/ 16 w 5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2" y="6"/>
                    <a:pt x="3" y="4"/>
                    <a:pt x="5" y="4"/>
                  </a:cubicBezTo>
                  <a:cubicBezTo>
                    <a:pt x="5" y="2"/>
                    <a:pt x="3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6" name="Freeform 4258">
              <a:extLst>
                <a:ext uri="{FF2B5EF4-FFF2-40B4-BE49-F238E27FC236}">
                  <a16:creationId xmlns:a16="http://schemas.microsoft.com/office/drawing/2014/main" id="{13F3D09F-F437-4FAA-8C70-3884E4944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608"/>
              <a:ext cx="12" cy="13"/>
            </a:xfrm>
            <a:custGeom>
              <a:avLst/>
              <a:gdLst>
                <a:gd name="T0" fmla="*/ 8 w 6"/>
                <a:gd name="T1" fmla="*/ 20 h 6"/>
                <a:gd name="T2" fmla="*/ 8 w 6"/>
                <a:gd name="T3" fmla="*/ 61 h 6"/>
                <a:gd name="T4" fmla="*/ 24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4" y="6"/>
                    <a:pt x="6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7" name="Freeform 4259">
              <a:extLst>
                <a:ext uri="{FF2B5EF4-FFF2-40B4-BE49-F238E27FC236}">
                  <a16:creationId xmlns:a16="http://schemas.microsoft.com/office/drawing/2014/main" id="{BBF1658D-CCC5-4830-B9B5-E7EB707C9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697"/>
              <a:ext cx="15" cy="11"/>
            </a:xfrm>
            <a:custGeom>
              <a:avLst/>
              <a:gdLst>
                <a:gd name="T0" fmla="*/ 19 w 7"/>
                <a:gd name="T1" fmla="*/ 9 h 5"/>
                <a:gd name="T2" fmla="*/ 0 w 7"/>
                <a:gd name="T3" fmla="*/ 44 h 5"/>
                <a:gd name="T4" fmla="*/ 28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7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8" name="Freeform 4260">
              <a:extLst>
                <a:ext uri="{FF2B5EF4-FFF2-40B4-BE49-F238E27FC236}">
                  <a16:creationId xmlns:a16="http://schemas.microsoft.com/office/drawing/2014/main" id="{7FC4A278-5793-478E-8B26-FDD165AF6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664"/>
              <a:ext cx="29" cy="20"/>
            </a:xfrm>
            <a:custGeom>
              <a:avLst/>
              <a:gdLst>
                <a:gd name="T0" fmla="*/ 64 w 14"/>
                <a:gd name="T1" fmla="*/ 0 h 9"/>
                <a:gd name="T2" fmla="*/ 64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7" y="0"/>
                  </a:moveTo>
                  <a:cubicBezTo>
                    <a:pt x="0" y="9"/>
                    <a:pt x="14" y="1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9" name="Freeform 4261">
              <a:extLst>
                <a:ext uri="{FF2B5EF4-FFF2-40B4-BE49-F238E27FC236}">
                  <a16:creationId xmlns:a16="http://schemas.microsoft.com/office/drawing/2014/main" id="{7E50AE02-4242-43AB-97BC-F2BB4F10F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625"/>
              <a:ext cx="16" cy="13"/>
            </a:xfrm>
            <a:custGeom>
              <a:avLst/>
              <a:gdLst>
                <a:gd name="T0" fmla="*/ 24 w 8"/>
                <a:gd name="T1" fmla="*/ 9 h 6"/>
                <a:gd name="T2" fmla="*/ 4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3" y="1"/>
                  </a:moveTo>
                  <a:cubicBezTo>
                    <a:pt x="0" y="6"/>
                    <a:pt x="8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0" name="Freeform 4262">
              <a:extLst>
                <a:ext uri="{FF2B5EF4-FFF2-40B4-BE49-F238E27FC236}">
                  <a16:creationId xmlns:a16="http://schemas.microsoft.com/office/drawing/2014/main" id="{0C8DF4C4-306A-4BBF-A575-824BB7E29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1682"/>
              <a:ext cx="24" cy="22"/>
            </a:xfrm>
            <a:custGeom>
              <a:avLst/>
              <a:gdLst>
                <a:gd name="T0" fmla="*/ 24 w 12"/>
                <a:gd name="T1" fmla="*/ 33 h 10"/>
                <a:gd name="T2" fmla="*/ 40 w 12"/>
                <a:gd name="T3" fmla="*/ 2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3" y="3"/>
                  </a:moveTo>
                  <a:cubicBezTo>
                    <a:pt x="0" y="10"/>
                    <a:pt x="12" y="0"/>
                    <a:pt x="5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1" name="Freeform 4263">
              <a:extLst>
                <a:ext uri="{FF2B5EF4-FFF2-40B4-BE49-F238E27FC236}">
                  <a16:creationId xmlns:a16="http://schemas.microsoft.com/office/drawing/2014/main" id="{A63D6740-6F5E-4F0E-A132-824F87EC1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726"/>
              <a:ext cx="13" cy="15"/>
            </a:xfrm>
            <a:custGeom>
              <a:avLst/>
              <a:gdLst>
                <a:gd name="T0" fmla="*/ 33 w 6"/>
                <a:gd name="T1" fmla="*/ 19 h 7"/>
                <a:gd name="T2" fmla="*/ 43 w 6"/>
                <a:gd name="T3" fmla="*/ 41 h 7"/>
                <a:gd name="T4" fmla="*/ 33 w 6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2"/>
                  </a:moveTo>
                  <a:cubicBezTo>
                    <a:pt x="0" y="2"/>
                    <a:pt x="1" y="7"/>
                    <a:pt x="4" y="4"/>
                  </a:cubicBezTo>
                  <a:cubicBezTo>
                    <a:pt x="6" y="3"/>
                    <a:pt x="6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2" name="Freeform 4264">
              <a:extLst>
                <a:ext uri="{FF2B5EF4-FFF2-40B4-BE49-F238E27FC236}">
                  <a16:creationId xmlns:a16="http://schemas.microsoft.com/office/drawing/2014/main" id="{F71501E9-2FB8-4DEA-AFD7-DD3B927C4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719"/>
              <a:ext cx="10" cy="13"/>
            </a:xfrm>
            <a:custGeom>
              <a:avLst/>
              <a:gdLst>
                <a:gd name="T0" fmla="*/ 8 w 5"/>
                <a:gd name="T1" fmla="*/ 20 h 6"/>
                <a:gd name="T2" fmla="*/ 8 w 5"/>
                <a:gd name="T3" fmla="*/ 61 h 6"/>
                <a:gd name="T4" fmla="*/ 1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5" y="5"/>
                    <a:pt x="5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3" name="Freeform 4265">
              <a:extLst>
                <a:ext uri="{FF2B5EF4-FFF2-40B4-BE49-F238E27FC236}">
                  <a16:creationId xmlns:a16="http://schemas.microsoft.com/office/drawing/2014/main" id="{8DCE18AA-A0A1-4BF2-B825-D9AC4D66B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695"/>
              <a:ext cx="31" cy="13"/>
            </a:xfrm>
            <a:custGeom>
              <a:avLst/>
              <a:gdLst>
                <a:gd name="T0" fmla="*/ 99 w 15"/>
                <a:gd name="T1" fmla="*/ 9 h 6"/>
                <a:gd name="T2" fmla="*/ 116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11" y="1"/>
                  </a:moveTo>
                  <a:cubicBezTo>
                    <a:pt x="0" y="6"/>
                    <a:pt x="15" y="6"/>
                    <a:pt x="1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4" name="Freeform 4266">
              <a:extLst>
                <a:ext uri="{FF2B5EF4-FFF2-40B4-BE49-F238E27FC236}">
                  <a16:creationId xmlns:a16="http://schemas.microsoft.com/office/drawing/2014/main" id="{0E113665-472D-47E4-A92C-866D96D7A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758"/>
              <a:ext cx="10" cy="13"/>
            </a:xfrm>
            <a:custGeom>
              <a:avLst/>
              <a:gdLst>
                <a:gd name="T0" fmla="*/ 16 w 5"/>
                <a:gd name="T1" fmla="*/ 0 h 6"/>
                <a:gd name="T2" fmla="*/ 0 w 5"/>
                <a:gd name="T3" fmla="*/ 61 h 6"/>
                <a:gd name="T4" fmla="*/ 2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3" y="6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5" name="Freeform 4267">
              <a:extLst>
                <a:ext uri="{FF2B5EF4-FFF2-40B4-BE49-F238E27FC236}">
                  <a16:creationId xmlns:a16="http://schemas.microsoft.com/office/drawing/2014/main" id="{92FC7C18-FEFE-40C2-A3CC-F87607328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771"/>
              <a:ext cx="11" cy="14"/>
            </a:xfrm>
            <a:custGeom>
              <a:avLst/>
              <a:gdLst>
                <a:gd name="T0" fmla="*/ 20 w 5"/>
                <a:gd name="T1" fmla="*/ 28 h 6"/>
                <a:gd name="T2" fmla="*/ 9 w 5"/>
                <a:gd name="T3" fmla="*/ 77 h 6"/>
                <a:gd name="T4" fmla="*/ 3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4" y="6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6" name="Freeform 4268">
              <a:extLst>
                <a:ext uri="{FF2B5EF4-FFF2-40B4-BE49-F238E27FC236}">
                  <a16:creationId xmlns:a16="http://schemas.microsoft.com/office/drawing/2014/main" id="{3377BDF2-231D-4391-9ACB-6F5169263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782"/>
              <a:ext cx="10" cy="9"/>
            </a:xfrm>
            <a:custGeom>
              <a:avLst/>
              <a:gdLst>
                <a:gd name="T0" fmla="*/ 0 w 5"/>
                <a:gd name="T1" fmla="*/ 11 h 4"/>
                <a:gd name="T2" fmla="*/ 0 w 5"/>
                <a:gd name="T3" fmla="*/ 45 h 4"/>
                <a:gd name="T4" fmla="*/ 40 w 5"/>
                <a:gd name="T5" fmla="*/ 0 h 4"/>
                <a:gd name="T6" fmla="*/ 32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4" y="2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7" name="Freeform 4269">
              <a:extLst>
                <a:ext uri="{FF2B5EF4-FFF2-40B4-BE49-F238E27FC236}">
                  <a16:creationId xmlns:a16="http://schemas.microsoft.com/office/drawing/2014/main" id="{2B2EEC62-6B27-4FFB-A7AF-4855EC82D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830"/>
              <a:ext cx="16" cy="16"/>
            </a:xfrm>
            <a:custGeom>
              <a:avLst/>
              <a:gdLst>
                <a:gd name="T0" fmla="*/ 24 w 8"/>
                <a:gd name="T1" fmla="*/ 0 h 7"/>
                <a:gd name="T2" fmla="*/ 40 w 8"/>
                <a:gd name="T3" fmla="*/ 57 h 7"/>
                <a:gd name="T4" fmla="*/ 48 w 8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0" y="2"/>
                    <a:pt x="1" y="7"/>
                    <a:pt x="5" y="5"/>
                  </a:cubicBezTo>
                  <a:cubicBezTo>
                    <a:pt x="7" y="3"/>
                    <a:pt x="8" y="1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8" name="Freeform 4270">
              <a:extLst>
                <a:ext uri="{FF2B5EF4-FFF2-40B4-BE49-F238E27FC236}">
                  <a16:creationId xmlns:a16="http://schemas.microsoft.com/office/drawing/2014/main" id="{33A8BD4C-4F51-403C-BF89-B5DFF217A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863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53 h 5"/>
                <a:gd name="T4" fmla="*/ 32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3" y="5"/>
                    <a:pt x="4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9" name="Freeform 4271">
              <a:extLst>
                <a:ext uri="{FF2B5EF4-FFF2-40B4-BE49-F238E27FC236}">
                  <a16:creationId xmlns:a16="http://schemas.microsoft.com/office/drawing/2014/main" id="{FAC056D3-B733-4CCA-A0AF-2CB7EC8BD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918"/>
              <a:ext cx="10" cy="13"/>
            </a:xfrm>
            <a:custGeom>
              <a:avLst/>
              <a:gdLst>
                <a:gd name="T0" fmla="*/ 24 w 5"/>
                <a:gd name="T1" fmla="*/ 0 h 6"/>
                <a:gd name="T2" fmla="*/ 8 w 5"/>
                <a:gd name="T3" fmla="*/ 61 h 6"/>
                <a:gd name="T4" fmla="*/ 24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3" y="5"/>
                    <a:pt x="5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0" name="Freeform 4272">
              <a:extLst>
                <a:ext uri="{FF2B5EF4-FFF2-40B4-BE49-F238E27FC236}">
                  <a16:creationId xmlns:a16="http://schemas.microsoft.com/office/drawing/2014/main" id="{3994C185-A2A4-47FE-9426-DA97EFB9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1955"/>
              <a:ext cx="4" cy="11"/>
            </a:xfrm>
            <a:custGeom>
              <a:avLst/>
              <a:gdLst>
                <a:gd name="T0" fmla="*/ 8 w 2"/>
                <a:gd name="T1" fmla="*/ 9 h 5"/>
                <a:gd name="T2" fmla="*/ 8 w 2"/>
                <a:gd name="T3" fmla="*/ 53 h 5"/>
                <a:gd name="T4" fmla="*/ 8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4"/>
                    <a:pt x="2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1" name="Freeform 4273">
              <a:extLst>
                <a:ext uri="{FF2B5EF4-FFF2-40B4-BE49-F238E27FC236}">
                  <a16:creationId xmlns:a16="http://schemas.microsoft.com/office/drawing/2014/main" id="{C91F661D-6BD1-4C12-A6CA-618A63A6D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010"/>
              <a:ext cx="10" cy="13"/>
            </a:xfrm>
            <a:custGeom>
              <a:avLst/>
              <a:gdLst>
                <a:gd name="T0" fmla="*/ 32 w 5"/>
                <a:gd name="T1" fmla="*/ 0 h 6"/>
                <a:gd name="T2" fmla="*/ 16 w 5"/>
                <a:gd name="T3" fmla="*/ 61 h 6"/>
                <a:gd name="T4" fmla="*/ 24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4" y="6"/>
                    <a:pt x="5" y="3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2" name="Freeform 4274">
              <a:extLst>
                <a:ext uri="{FF2B5EF4-FFF2-40B4-BE49-F238E27FC236}">
                  <a16:creationId xmlns:a16="http://schemas.microsoft.com/office/drawing/2014/main" id="{C97ABF20-3407-4531-8636-DDD4CB87B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979"/>
              <a:ext cx="6" cy="9"/>
            </a:xfrm>
            <a:custGeom>
              <a:avLst/>
              <a:gdLst>
                <a:gd name="T0" fmla="*/ 8 w 3"/>
                <a:gd name="T1" fmla="*/ 25 h 4"/>
                <a:gd name="T2" fmla="*/ 0 w 3"/>
                <a:gd name="T3" fmla="*/ 45 h 4"/>
                <a:gd name="T4" fmla="*/ 8 w 3"/>
                <a:gd name="T5" fmla="*/ 0 h 4"/>
                <a:gd name="T6" fmla="*/ 0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4"/>
                    <a:pt x="3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3" name="Freeform 4275">
              <a:extLst>
                <a:ext uri="{FF2B5EF4-FFF2-40B4-BE49-F238E27FC236}">
                  <a16:creationId xmlns:a16="http://schemas.microsoft.com/office/drawing/2014/main" id="{52A6644C-33B3-4D27-8B43-083AFD30A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038"/>
              <a:ext cx="12" cy="11"/>
            </a:xfrm>
            <a:custGeom>
              <a:avLst/>
              <a:gdLst>
                <a:gd name="T0" fmla="*/ 24 w 6"/>
                <a:gd name="T1" fmla="*/ 9 h 5"/>
                <a:gd name="T2" fmla="*/ 24 w 6"/>
                <a:gd name="T3" fmla="*/ 53 h 5"/>
                <a:gd name="T4" fmla="*/ 32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0"/>
                    <a:pt x="0" y="5"/>
                    <a:pt x="3" y="5"/>
                  </a:cubicBezTo>
                  <a:cubicBezTo>
                    <a:pt x="6" y="5"/>
                    <a:pt x="5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4" name="Freeform 4276">
              <a:extLst>
                <a:ext uri="{FF2B5EF4-FFF2-40B4-BE49-F238E27FC236}">
                  <a16:creationId xmlns:a16="http://schemas.microsoft.com/office/drawing/2014/main" id="{5B50C103-9218-46AC-8FE6-D9901E302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2018"/>
              <a:ext cx="8" cy="11"/>
            </a:xfrm>
            <a:custGeom>
              <a:avLst/>
              <a:gdLst>
                <a:gd name="T0" fmla="*/ 24 w 4"/>
                <a:gd name="T1" fmla="*/ 0 h 5"/>
                <a:gd name="T2" fmla="*/ 16 w 4"/>
                <a:gd name="T3" fmla="*/ 53 h 5"/>
                <a:gd name="T4" fmla="*/ 24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5" name="Freeform 4277">
              <a:extLst>
                <a:ext uri="{FF2B5EF4-FFF2-40B4-BE49-F238E27FC236}">
                  <a16:creationId xmlns:a16="http://schemas.microsoft.com/office/drawing/2014/main" id="{ED57D33F-16DB-4F53-BB50-F09A548A6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986"/>
              <a:ext cx="10" cy="13"/>
            </a:xfrm>
            <a:custGeom>
              <a:avLst/>
              <a:gdLst>
                <a:gd name="T0" fmla="*/ 16 w 5"/>
                <a:gd name="T1" fmla="*/ 0 h 6"/>
                <a:gd name="T2" fmla="*/ 24 w 5"/>
                <a:gd name="T3" fmla="*/ 52 h 6"/>
                <a:gd name="T4" fmla="*/ 1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2"/>
                    <a:pt x="0" y="6"/>
                    <a:pt x="3" y="5"/>
                  </a:cubicBezTo>
                  <a:cubicBezTo>
                    <a:pt x="5" y="4"/>
                    <a:pt x="3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6" name="Freeform 4278">
              <a:extLst>
                <a:ext uri="{FF2B5EF4-FFF2-40B4-BE49-F238E27FC236}">
                  <a16:creationId xmlns:a16="http://schemas.microsoft.com/office/drawing/2014/main" id="{DF503B56-7634-4391-91DA-2C9CE0384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946"/>
              <a:ext cx="13" cy="13"/>
            </a:xfrm>
            <a:custGeom>
              <a:avLst/>
              <a:gdLst>
                <a:gd name="T0" fmla="*/ 33 w 6"/>
                <a:gd name="T1" fmla="*/ 33 h 6"/>
                <a:gd name="T2" fmla="*/ 33 w 6"/>
                <a:gd name="T3" fmla="*/ 9 h 6"/>
                <a:gd name="T4" fmla="*/ 9 w 6"/>
                <a:gd name="T5" fmla="*/ 5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3"/>
                  </a:moveTo>
                  <a:cubicBezTo>
                    <a:pt x="0" y="3"/>
                    <a:pt x="1" y="0"/>
                    <a:pt x="3" y="1"/>
                  </a:cubicBezTo>
                  <a:cubicBezTo>
                    <a:pt x="6" y="2"/>
                    <a:pt x="4" y="6"/>
                    <a:pt x="1" y="5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7" name="Freeform 4279">
              <a:extLst>
                <a:ext uri="{FF2B5EF4-FFF2-40B4-BE49-F238E27FC236}">
                  <a16:creationId xmlns:a16="http://schemas.microsoft.com/office/drawing/2014/main" id="{9E1B05E1-A590-4218-AB40-6BB0FC8CA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907"/>
              <a:ext cx="12" cy="24"/>
            </a:xfrm>
            <a:custGeom>
              <a:avLst/>
              <a:gdLst>
                <a:gd name="T0" fmla="*/ 24 w 6"/>
                <a:gd name="T1" fmla="*/ 20 h 11"/>
                <a:gd name="T2" fmla="*/ 48 w 6"/>
                <a:gd name="T3" fmla="*/ 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3" y="2"/>
                  </a:moveTo>
                  <a:cubicBezTo>
                    <a:pt x="0" y="0"/>
                    <a:pt x="1" y="11"/>
                    <a:pt x="6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8" name="Freeform 4280">
              <a:extLst>
                <a:ext uri="{FF2B5EF4-FFF2-40B4-BE49-F238E27FC236}">
                  <a16:creationId xmlns:a16="http://schemas.microsoft.com/office/drawing/2014/main" id="{7E638476-9F84-4717-A64C-59A3E326A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857"/>
              <a:ext cx="12" cy="13"/>
            </a:xfrm>
            <a:custGeom>
              <a:avLst/>
              <a:gdLst>
                <a:gd name="T0" fmla="*/ 24 w 6"/>
                <a:gd name="T1" fmla="*/ 0 h 6"/>
                <a:gd name="T2" fmla="*/ 16 w 6"/>
                <a:gd name="T3" fmla="*/ 61 h 6"/>
                <a:gd name="T4" fmla="*/ 32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6" y="5"/>
                    <a:pt x="5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9" name="Freeform 4281">
              <a:extLst>
                <a:ext uri="{FF2B5EF4-FFF2-40B4-BE49-F238E27FC236}">
                  <a16:creationId xmlns:a16="http://schemas.microsoft.com/office/drawing/2014/main" id="{7ED3BD88-0890-40EE-BB0B-F3E886DA2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824"/>
              <a:ext cx="8" cy="9"/>
            </a:xfrm>
            <a:custGeom>
              <a:avLst/>
              <a:gdLst>
                <a:gd name="T0" fmla="*/ 16 w 4"/>
                <a:gd name="T1" fmla="*/ 0 h 4"/>
                <a:gd name="T2" fmla="*/ 16 w 4"/>
                <a:gd name="T3" fmla="*/ 45 h 4"/>
                <a:gd name="T4" fmla="*/ 32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4"/>
                    <a:pt x="4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0" name="Freeform 4282">
              <a:extLst>
                <a:ext uri="{FF2B5EF4-FFF2-40B4-BE49-F238E27FC236}">
                  <a16:creationId xmlns:a16="http://schemas.microsoft.com/office/drawing/2014/main" id="{A15DCAB9-2251-4DB0-9F9B-3323FA3C7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747"/>
              <a:ext cx="13" cy="14"/>
            </a:xfrm>
            <a:custGeom>
              <a:avLst/>
              <a:gdLst>
                <a:gd name="T0" fmla="*/ 43 w 6"/>
                <a:gd name="T1" fmla="*/ 0 h 6"/>
                <a:gd name="T2" fmla="*/ 0 w 6"/>
                <a:gd name="T3" fmla="*/ 37 h 6"/>
                <a:gd name="T4" fmla="*/ 61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3" y="6"/>
                    <a:pt x="5" y="4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1" name="Freeform 4283">
              <a:extLst>
                <a:ext uri="{FF2B5EF4-FFF2-40B4-BE49-F238E27FC236}">
                  <a16:creationId xmlns:a16="http://schemas.microsoft.com/office/drawing/2014/main" id="{7121DACA-8FAD-4E45-9F6D-A82F157E1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811"/>
              <a:ext cx="12" cy="15"/>
            </a:xfrm>
            <a:custGeom>
              <a:avLst/>
              <a:gdLst>
                <a:gd name="T0" fmla="*/ 32 w 6"/>
                <a:gd name="T1" fmla="*/ 0 h 7"/>
                <a:gd name="T2" fmla="*/ 0 w 6"/>
                <a:gd name="T3" fmla="*/ 51 h 7"/>
                <a:gd name="T4" fmla="*/ 4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3" y="7"/>
                    <a:pt x="6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2" name="Freeform 4284">
              <a:extLst>
                <a:ext uri="{FF2B5EF4-FFF2-40B4-BE49-F238E27FC236}">
                  <a16:creationId xmlns:a16="http://schemas.microsoft.com/office/drawing/2014/main" id="{316B3156-BD4E-40FF-9DDF-DFF5D8186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903"/>
              <a:ext cx="6" cy="8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32 h 4"/>
                <a:gd name="T4" fmla="*/ 24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4"/>
                    <a:pt x="3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3" name="Freeform 4285">
              <a:extLst>
                <a:ext uri="{FF2B5EF4-FFF2-40B4-BE49-F238E27FC236}">
                  <a16:creationId xmlns:a16="http://schemas.microsoft.com/office/drawing/2014/main" id="{F4D8343E-63C7-4170-95AF-F977C3749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935"/>
              <a:ext cx="10" cy="11"/>
            </a:xfrm>
            <a:custGeom>
              <a:avLst/>
              <a:gdLst>
                <a:gd name="T0" fmla="*/ 16 w 5"/>
                <a:gd name="T1" fmla="*/ 9 h 5"/>
                <a:gd name="T2" fmla="*/ 24 w 5"/>
                <a:gd name="T3" fmla="*/ 44 h 5"/>
                <a:gd name="T4" fmla="*/ 16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5" y="2"/>
                    <a:pt x="4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4" name="Freeform 4286">
              <a:extLst>
                <a:ext uri="{FF2B5EF4-FFF2-40B4-BE49-F238E27FC236}">
                  <a16:creationId xmlns:a16="http://schemas.microsoft.com/office/drawing/2014/main" id="{116632EE-2C72-456F-A1CD-F4DB243A7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975"/>
              <a:ext cx="11" cy="13"/>
            </a:xfrm>
            <a:custGeom>
              <a:avLst/>
              <a:gdLst>
                <a:gd name="T0" fmla="*/ 9 w 5"/>
                <a:gd name="T1" fmla="*/ 20 h 6"/>
                <a:gd name="T2" fmla="*/ 0 w 5"/>
                <a:gd name="T3" fmla="*/ 61 h 6"/>
                <a:gd name="T4" fmla="*/ 2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3" y="6"/>
                    <a:pt x="5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5" name="Freeform 4287">
              <a:extLst>
                <a:ext uri="{FF2B5EF4-FFF2-40B4-BE49-F238E27FC236}">
                  <a16:creationId xmlns:a16="http://schemas.microsoft.com/office/drawing/2014/main" id="{67B84C07-3058-4646-8A67-B3F3FBB50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1629"/>
              <a:ext cx="6" cy="5"/>
            </a:xfrm>
            <a:custGeom>
              <a:avLst/>
              <a:gdLst>
                <a:gd name="T0" fmla="*/ 8 w 3"/>
                <a:gd name="T1" fmla="*/ 20 h 2"/>
                <a:gd name="T2" fmla="*/ 8 w 3"/>
                <a:gd name="T3" fmla="*/ 33 h 2"/>
                <a:gd name="T4" fmla="*/ 16 w 3"/>
                <a:gd name="T5" fmla="*/ 0 h 2"/>
                <a:gd name="T6" fmla="*/ 16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3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6" name="Freeform 4288">
              <a:extLst>
                <a:ext uri="{FF2B5EF4-FFF2-40B4-BE49-F238E27FC236}">
                  <a16:creationId xmlns:a16="http://schemas.microsoft.com/office/drawing/2014/main" id="{37BDF828-5309-4642-8774-6989322AC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653"/>
              <a:ext cx="12" cy="9"/>
            </a:xfrm>
            <a:custGeom>
              <a:avLst/>
              <a:gdLst>
                <a:gd name="T0" fmla="*/ 24 w 6"/>
                <a:gd name="T1" fmla="*/ 0 h 4"/>
                <a:gd name="T2" fmla="*/ 8 w 6"/>
                <a:gd name="T3" fmla="*/ 45 h 4"/>
                <a:gd name="T4" fmla="*/ 24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0" y="2"/>
                    <a:pt x="1" y="4"/>
                  </a:cubicBezTo>
                  <a:cubicBezTo>
                    <a:pt x="3" y="4"/>
                    <a:pt x="6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7" name="Freeform 4289">
              <a:extLst>
                <a:ext uri="{FF2B5EF4-FFF2-40B4-BE49-F238E27FC236}">
                  <a16:creationId xmlns:a16="http://schemas.microsoft.com/office/drawing/2014/main" id="{4A991110-BCFA-4831-B83F-4AD88CD26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581"/>
              <a:ext cx="15" cy="11"/>
            </a:xfrm>
            <a:custGeom>
              <a:avLst/>
              <a:gdLst>
                <a:gd name="T0" fmla="*/ 51 w 7"/>
                <a:gd name="T1" fmla="*/ 0 h 5"/>
                <a:gd name="T2" fmla="*/ 19 w 7"/>
                <a:gd name="T3" fmla="*/ 44 h 5"/>
                <a:gd name="T4" fmla="*/ 60 w 7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3" y="0"/>
                    <a:pt x="0" y="2"/>
                    <a:pt x="2" y="4"/>
                  </a:cubicBezTo>
                  <a:cubicBezTo>
                    <a:pt x="4" y="5"/>
                    <a:pt x="7" y="3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8" name="Freeform 4290">
              <a:extLst>
                <a:ext uri="{FF2B5EF4-FFF2-40B4-BE49-F238E27FC236}">
                  <a16:creationId xmlns:a16="http://schemas.microsoft.com/office/drawing/2014/main" id="{AE0D17A6-DCA3-4B3B-AFA4-F7C1B9317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588"/>
              <a:ext cx="6" cy="6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16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3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9" name="Freeform 4291">
              <a:extLst>
                <a:ext uri="{FF2B5EF4-FFF2-40B4-BE49-F238E27FC236}">
                  <a16:creationId xmlns:a16="http://schemas.microsoft.com/office/drawing/2014/main" id="{F3EF5CD8-691D-4451-942C-1FC0C5394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566"/>
              <a:ext cx="11" cy="9"/>
            </a:xfrm>
            <a:custGeom>
              <a:avLst/>
              <a:gdLst>
                <a:gd name="T0" fmla="*/ 44 w 5"/>
                <a:gd name="T1" fmla="*/ 0 h 4"/>
                <a:gd name="T2" fmla="*/ 53 w 5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0" y="2"/>
                    <a:pt x="4" y="4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0" name="Freeform 4292">
              <a:extLst>
                <a:ext uri="{FF2B5EF4-FFF2-40B4-BE49-F238E27FC236}">
                  <a16:creationId xmlns:a16="http://schemas.microsoft.com/office/drawing/2014/main" id="{1980FE97-2FCF-4D5C-9502-044E50B10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1581"/>
              <a:ext cx="33" cy="11"/>
            </a:xfrm>
            <a:custGeom>
              <a:avLst/>
              <a:gdLst>
                <a:gd name="T0" fmla="*/ 72 w 16"/>
                <a:gd name="T1" fmla="*/ 0 h 5"/>
                <a:gd name="T2" fmla="*/ 89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8" y="0"/>
                  </a:moveTo>
                  <a:cubicBezTo>
                    <a:pt x="0" y="3"/>
                    <a:pt x="16" y="5"/>
                    <a:pt x="1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1" name="Freeform 4293">
              <a:extLst>
                <a:ext uri="{FF2B5EF4-FFF2-40B4-BE49-F238E27FC236}">
                  <a16:creationId xmlns:a16="http://schemas.microsoft.com/office/drawing/2014/main" id="{301627CE-24B0-48AA-A594-43172476F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621"/>
              <a:ext cx="16" cy="11"/>
            </a:xfrm>
            <a:custGeom>
              <a:avLst/>
              <a:gdLst>
                <a:gd name="T0" fmla="*/ 24 w 8"/>
                <a:gd name="T1" fmla="*/ 0 h 5"/>
                <a:gd name="T2" fmla="*/ 40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5"/>
                    <a:pt x="8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2" name="Freeform 4294">
              <a:extLst>
                <a:ext uri="{FF2B5EF4-FFF2-40B4-BE49-F238E27FC236}">
                  <a16:creationId xmlns:a16="http://schemas.microsoft.com/office/drawing/2014/main" id="{729A92CB-483E-4D08-A847-33FD83623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667"/>
              <a:ext cx="11" cy="8"/>
            </a:xfrm>
            <a:custGeom>
              <a:avLst/>
              <a:gdLst>
                <a:gd name="T0" fmla="*/ 9 w 5"/>
                <a:gd name="T1" fmla="*/ 8 h 4"/>
                <a:gd name="T2" fmla="*/ 9 w 5"/>
                <a:gd name="T3" fmla="*/ 32 h 4"/>
                <a:gd name="T4" fmla="*/ 2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4"/>
                    <a:pt x="5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3" name="Freeform 4295">
              <a:extLst>
                <a:ext uri="{FF2B5EF4-FFF2-40B4-BE49-F238E27FC236}">
                  <a16:creationId xmlns:a16="http://schemas.microsoft.com/office/drawing/2014/main" id="{90587402-E542-49F1-909B-5BB1EA9CB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677"/>
              <a:ext cx="29" cy="11"/>
            </a:xfrm>
            <a:custGeom>
              <a:avLst/>
              <a:gdLst>
                <a:gd name="T0" fmla="*/ 52 w 14"/>
                <a:gd name="T1" fmla="*/ 0 h 5"/>
                <a:gd name="T2" fmla="*/ 73 w 14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6" y="0"/>
                  </a:moveTo>
                  <a:cubicBezTo>
                    <a:pt x="0" y="5"/>
                    <a:pt x="14" y="5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4" name="Freeform 4296">
              <a:extLst>
                <a:ext uri="{FF2B5EF4-FFF2-40B4-BE49-F238E27FC236}">
                  <a16:creationId xmlns:a16="http://schemas.microsoft.com/office/drawing/2014/main" id="{4204A51B-BA2C-4A4B-8965-8D667FBFC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697"/>
              <a:ext cx="6" cy="9"/>
            </a:xfrm>
            <a:custGeom>
              <a:avLst/>
              <a:gdLst>
                <a:gd name="T0" fmla="*/ 0 w 3"/>
                <a:gd name="T1" fmla="*/ 0 h 4"/>
                <a:gd name="T2" fmla="*/ 16 w 3"/>
                <a:gd name="T3" fmla="*/ 45 h 4"/>
                <a:gd name="T4" fmla="*/ 16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5" name="Freeform 4297">
              <a:extLst>
                <a:ext uri="{FF2B5EF4-FFF2-40B4-BE49-F238E27FC236}">
                  <a16:creationId xmlns:a16="http://schemas.microsoft.com/office/drawing/2014/main" id="{F7A4CE9E-4E31-4EC0-A3A0-9AD9A7723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684"/>
              <a:ext cx="9" cy="9"/>
            </a:xfrm>
            <a:custGeom>
              <a:avLst/>
              <a:gdLst>
                <a:gd name="T0" fmla="*/ 11 w 4"/>
                <a:gd name="T1" fmla="*/ 11 h 4"/>
                <a:gd name="T2" fmla="*/ 11 w 4"/>
                <a:gd name="T3" fmla="*/ 45 h 4"/>
                <a:gd name="T4" fmla="*/ 25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4"/>
                    <a:pt x="1" y="4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6" name="Freeform 4298">
              <a:extLst>
                <a:ext uri="{FF2B5EF4-FFF2-40B4-BE49-F238E27FC236}">
                  <a16:creationId xmlns:a16="http://schemas.microsoft.com/office/drawing/2014/main" id="{DC874551-08AF-4377-A92A-F1E365F56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656"/>
              <a:ext cx="4" cy="4"/>
            </a:xfrm>
            <a:custGeom>
              <a:avLst/>
              <a:gdLst>
                <a:gd name="T0" fmla="*/ 8 w 2"/>
                <a:gd name="T1" fmla="*/ 0 h 2"/>
                <a:gd name="T2" fmla="*/ 8 w 2"/>
                <a:gd name="T3" fmla="*/ 16 h 2"/>
                <a:gd name="T4" fmla="*/ 16 w 2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7" name="Freeform 4299">
              <a:extLst>
                <a:ext uri="{FF2B5EF4-FFF2-40B4-BE49-F238E27FC236}">
                  <a16:creationId xmlns:a16="http://schemas.microsoft.com/office/drawing/2014/main" id="{BF7E1CDE-A9FF-4853-89B9-F01EB3B5E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632"/>
              <a:ext cx="10" cy="8"/>
            </a:xfrm>
            <a:custGeom>
              <a:avLst/>
              <a:gdLst>
                <a:gd name="T0" fmla="*/ 24 w 5"/>
                <a:gd name="T1" fmla="*/ 8 h 4"/>
                <a:gd name="T2" fmla="*/ 0 w 5"/>
                <a:gd name="T3" fmla="*/ 0 h 4"/>
                <a:gd name="T4" fmla="*/ 40 w 5"/>
                <a:gd name="T5" fmla="*/ 2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2" y="0"/>
                    <a:pt x="1" y="1"/>
                    <a:pt x="0" y="0"/>
                  </a:cubicBezTo>
                  <a:cubicBezTo>
                    <a:pt x="0" y="3"/>
                    <a:pt x="3" y="4"/>
                    <a:pt x="5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8" name="Freeform 4300">
              <a:extLst>
                <a:ext uri="{FF2B5EF4-FFF2-40B4-BE49-F238E27FC236}">
                  <a16:creationId xmlns:a16="http://schemas.microsoft.com/office/drawing/2014/main" id="{EB8F3520-69CB-4D00-8F8C-31942BB64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691"/>
              <a:ext cx="31" cy="13"/>
            </a:xfrm>
            <a:custGeom>
              <a:avLst/>
              <a:gdLst>
                <a:gd name="T0" fmla="*/ 52 w 15"/>
                <a:gd name="T1" fmla="*/ 0 h 6"/>
                <a:gd name="T2" fmla="*/ 81 w 15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6" y="0"/>
                  </a:moveTo>
                  <a:cubicBezTo>
                    <a:pt x="0" y="4"/>
                    <a:pt x="15" y="6"/>
                    <a:pt x="9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9" name="Freeform 4301">
              <a:extLst>
                <a:ext uri="{FF2B5EF4-FFF2-40B4-BE49-F238E27FC236}">
                  <a16:creationId xmlns:a16="http://schemas.microsoft.com/office/drawing/2014/main" id="{417BC151-363C-4EA6-8F93-08A9A9440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747"/>
              <a:ext cx="18" cy="14"/>
            </a:xfrm>
            <a:custGeom>
              <a:avLst/>
              <a:gdLst>
                <a:gd name="T0" fmla="*/ 32 w 9"/>
                <a:gd name="T1" fmla="*/ 0 h 6"/>
                <a:gd name="T2" fmla="*/ 56 w 9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4" y="0"/>
                  </a:moveTo>
                  <a:cubicBezTo>
                    <a:pt x="0" y="6"/>
                    <a:pt x="9" y="5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0" name="Freeform 4302">
              <a:extLst>
                <a:ext uri="{FF2B5EF4-FFF2-40B4-BE49-F238E27FC236}">
                  <a16:creationId xmlns:a16="http://schemas.microsoft.com/office/drawing/2014/main" id="{2A890BAA-524C-4F7A-BACA-B699C6F8B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820"/>
              <a:ext cx="14" cy="10"/>
            </a:xfrm>
            <a:custGeom>
              <a:avLst/>
              <a:gdLst>
                <a:gd name="T0" fmla="*/ 40 w 7"/>
                <a:gd name="T1" fmla="*/ 0 h 5"/>
                <a:gd name="T2" fmla="*/ 24 w 7"/>
                <a:gd name="T3" fmla="*/ 0 h 5"/>
                <a:gd name="T4" fmla="*/ 56 w 7"/>
                <a:gd name="T5" fmla="*/ 24 h 5"/>
                <a:gd name="T6" fmla="*/ 48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0" y="3"/>
                    <a:pt x="4" y="5"/>
                    <a:pt x="7" y="3"/>
                  </a:cubicBezTo>
                  <a:cubicBezTo>
                    <a:pt x="7" y="3"/>
                    <a:pt x="7" y="1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1" name="Freeform 4303">
              <a:extLst>
                <a:ext uri="{FF2B5EF4-FFF2-40B4-BE49-F238E27FC236}">
                  <a16:creationId xmlns:a16="http://schemas.microsoft.com/office/drawing/2014/main" id="{093A83BB-AD1E-436B-901E-EA9DDCC59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830"/>
              <a:ext cx="8" cy="7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3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2" name="Freeform 4304">
              <a:extLst>
                <a:ext uri="{FF2B5EF4-FFF2-40B4-BE49-F238E27FC236}">
                  <a16:creationId xmlns:a16="http://schemas.microsoft.com/office/drawing/2014/main" id="{4A063741-C938-482F-BF6A-5A66D147D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857"/>
              <a:ext cx="10" cy="11"/>
            </a:xfrm>
            <a:custGeom>
              <a:avLst/>
              <a:gdLst>
                <a:gd name="T0" fmla="*/ 24 w 5"/>
                <a:gd name="T1" fmla="*/ 0 h 5"/>
                <a:gd name="T2" fmla="*/ 16 w 5"/>
                <a:gd name="T3" fmla="*/ 53 h 5"/>
                <a:gd name="T4" fmla="*/ 32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4" y="5"/>
                    <a:pt x="5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3" name="Freeform 4305">
              <a:extLst>
                <a:ext uri="{FF2B5EF4-FFF2-40B4-BE49-F238E27FC236}">
                  <a16:creationId xmlns:a16="http://schemas.microsoft.com/office/drawing/2014/main" id="{F716A384-D1F2-4465-ACAA-EC7ED64F9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811"/>
              <a:ext cx="9" cy="9"/>
            </a:xfrm>
            <a:custGeom>
              <a:avLst/>
              <a:gdLst>
                <a:gd name="T0" fmla="*/ 25 w 4"/>
                <a:gd name="T1" fmla="*/ 0 h 4"/>
                <a:gd name="T2" fmla="*/ 45 w 4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3"/>
                    <a:pt x="4" y="4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4" name="Freeform 4306">
              <a:extLst>
                <a:ext uri="{FF2B5EF4-FFF2-40B4-BE49-F238E27FC236}">
                  <a16:creationId xmlns:a16="http://schemas.microsoft.com/office/drawing/2014/main" id="{49361B78-54E8-4092-9742-407DFD0ED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776"/>
              <a:ext cx="23" cy="13"/>
            </a:xfrm>
            <a:custGeom>
              <a:avLst/>
              <a:gdLst>
                <a:gd name="T0" fmla="*/ 44 w 11"/>
                <a:gd name="T1" fmla="*/ 0 h 6"/>
                <a:gd name="T2" fmla="*/ 75 w 11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0" y="3"/>
                    <a:pt x="11" y="6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5" name="Freeform 4307">
              <a:extLst>
                <a:ext uri="{FF2B5EF4-FFF2-40B4-BE49-F238E27FC236}">
                  <a16:creationId xmlns:a16="http://schemas.microsoft.com/office/drawing/2014/main" id="{0EF232D4-4258-49B2-AA75-CC0210D2A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769"/>
              <a:ext cx="21" cy="11"/>
            </a:xfrm>
            <a:custGeom>
              <a:avLst/>
              <a:gdLst>
                <a:gd name="T0" fmla="*/ 48 w 10"/>
                <a:gd name="T1" fmla="*/ 0 h 5"/>
                <a:gd name="T2" fmla="*/ 67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5" y="0"/>
                  </a:moveTo>
                  <a:cubicBezTo>
                    <a:pt x="0" y="3"/>
                    <a:pt x="10" y="5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6" name="Freeform 4308">
              <a:extLst>
                <a:ext uri="{FF2B5EF4-FFF2-40B4-BE49-F238E27FC236}">
                  <a16:creationId xmlns:a16="http://schemas.microsoft.com/office/drawing/2014/main" id="{AB35EDD6-494D-449E-BEED-3321F5987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721"/>
              <a:ext cx="19" cy="22"/>
            </a:xfrm>
            <a:custGeom>
              <a:avLst/>
              <a:gdLst>
                <a:gd name="T0" fmla="*/ 17 w 9"/>
                <a:gd name="T1" fmla="*/ 0 h 10"/>
                <a:gd name="T2" fmla="*/ 27 w 9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0" y="10"/>
                    <a:pt x="9" y="1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7" name="Freeform 4309">
              <a:extLst>
                <a:ext uri="{FF2B5EF4-FFF2-40B4-BE49-F238E27FC236}">
                  <a16:creationId xmlns:a16="http://schemas.microsoft.com/office/drawing/2014/main" id="{FE0B5D4F-38D8-4B04-BB1C-93A66FF05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728"/>
              <a:ext cx="14" cy="13"/>
            </a:xfrm>
            <a:custGeom>
              <a:avLst/>
              <a:gdLst>
                <a:gd name="T0" fmla="*/ 24 w 7"/>
                <a:gd name="T1" fmla="*/ 0 h 6"/>
                <a:gd name="T2" fmla="*/ 32 w 7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6"/>
                    <a:pt x="7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8" name="Freeform 4310">
              <a:extLst>
                <a:ext uri="{FF2B5EF4-FFF2-40B4-BE49-F238E27FC236}">
                  <a16:creationId xmlns:a16="http://schemas.microsoft.com/office/drawing/2014/main" id="{F3866849-1154-4EB2-B2E0-2ECAB725C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728"/>
              <a:ext cx="12" cy="11"/>
            </a:xfrm>
            <a:custGeom>
              <a:avLst/>
              <a:gdLst>
                <a:gd name="T0" fmla="*/ 32 w 6"/>
                <a:gd name="T1" fmla="*/ 0 h 5"/>
                <a:gd name="T2" fmla="*/ 24 w 6"/>
                <a:gd name="T3" fmla="*/ 44 h 5"/>
                <a:gd name="T4" fmla="*/ 24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2" y="1"/>
                    <a:pt x="0" y="5"/>
                    <a:pt x="3" y="4"/>
                  </a:cubicBezTo>
                  <a:cubicBezTo>
                    <a:pt x="6" y="4"/>
                    <a:pt x="4" y="1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9" name="Freeform 4311">
              <a:extLst>
                <a:ext uri="{FF2B5EF4-FFF2-40B4-BE49-F238E27FC236}">
                  <a16:creationId xmlns:a16="http://schemas.microsoft.com/office/drawing/2014/main" id="{F37AB3BA-ADDA-472A-899D-F71540320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774"/>
              <a:ext cx="29" cy="17"/>
            </a:xfrm>
            <a:custGeom>
              <a:avLst/>
              <a:gdLst>
                <a:gd name="T0" fmla="*/ 52 w 14"/>
                <a:gd name="T1" fmla="*/ 0 h 8"/>
                <a:gd name="T2" fmla="*/ 64 w 14"/>
                <a:gd name="T3" fmla="*/ 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6" y="0"/>
                  </a:moveTo>
                  <a:cubicBezTo>
                    <a:pt x="0" y="8"/>
                    <a:pt x="14" y="4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0" name="Freeform 4312">
              <a:extLst>
                <a:ext uri="{FF2B5EF4-FFF2-40B4-BE49-F238E27FC236}">
                  <a16:creationId xmlns:a16="http://schemas.microsoft.com/office/drawing/2014/main" id="{88C0FEA1-668A-466E-B811-90C596987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597"/>
              <a:ext cx="10" cy="11"/>
            </a:xfrm>
            <a:custGeom>
              <a:avLst/>
              <a:gdLst>
                <a:gd name="T0" fmla="*/ 16 w 5"/>
                <a:gd name="T1" fmla="*/ 20 h 5"/>
                <a:gd name="T2" fmla="*/ 8 w 5"/>
                <a:gd name="T3" fmla="*/ 53 h 5"/>
                <a:gd name="T4" fmla="*/ 16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3"/>
                    <a:pt x="0" y="4"/>
                    <a:pt x="1" y="5"/>
                  </a:cubicBezTo>
                  <a:cubicBezTo>
                    <a:pt x="4" y="5"/>
                    <a:pt x="5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1" name="Freeform 4313">
              <a:extLst>
                <a:ext uri="{FF2B5EF4-FFF2-40B4-BE49-F238E27FC236}">
                  <a16:creationId xmlns:a16="http://schemas.microsoft.com/office/drawing/2014/main" id="{55C5FC6C-3F7B-476E-AB18-91AC9ABCD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35"/>
              <a:ext cx="14" cy="11"/>
            </a:xfrm>
            <a:custGeom>
              <a:avLst/>
              <a:gdLst>
                <a:gd name="T0" fmla="*/ 40 w 7"/>
                <a:gd name="T1" fmla="*/ 9 h 5"/>
                <a:gd name="T2" fmla="*/ 24 w 7"/>
                <a:gd name="T3" fmla="*/ 53 h 5"/>
                <a:gd name="T4" fmla="*/ 4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1" y="0"/>
                    <a:pt x="0" y="4"/>
                    <a:pt x="3" y="5"/>
                  </a:cubicBezTo>
                  <a:cubicBezTo>
                    <a:pt x="6" y="5"/>
                    <a:pt x="7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2" name="Freeform 4314">
              <a:extLst>
                <a:ext uri="{FF2B5EF4-FFF2-40B4-BE49-F238E27FC236}">
                  <a16:creationId xmlns:a16="http://schemas.microsoft.com/office/drawing/2014/main" id="{DCDE703F-728C-44E5-A55D-F27C7F177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1872"/>
              <a:ext cx="17" cy="11"/>
            </a:xfrm>
            <a:custGeom>
              <a:avLst/>
              <a:gdLst>
                <a:gd name="T0" fmla="*/ 40 w 8"/>
                <a:gd name="T1" fmla="*/ 0 h 5"/>
                <a:gd name="T2" fmla="*/ 49 w 8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0" y="5"/>
                    <a:pt x="8" y="5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3" name="Freeform 4315">
              <a:extLst>
                <a:ext uri="{FF2B5EF4-FFF2-40B4-BE49-F238E27FC236}">
                  <a16:creationId xmlns:a16="http://schemas.microsoft.com/office/drawing/2014/main" id="{07B277A5-18C7-4195-B231-2BDB6A93E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913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8 w 5"/>
                <a:gd name="T3" fmla="*/ 45 h 4"/>
                <a:gd name="T4" fmla="*/ 32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4" y="4"/>
                    <a:pt x="5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4" name="Freeform 4316">
              <a:extLst>
                <a:ext uri="{FF2B5EF4-FFF2-40B4-BE49-F238E27FC236}">
                  <a16:creationId xmlns:a16="http://schemas.microsoft.com/office/drawing/2014/main" id="{86F464EF-0BCD-4B0E-8EBE-ED58D31B9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892"/>
              <a:ext cx="12" cy="8"/>
            </a:xfrm>
            <a:custGeom>
              <a:avLst/>
              <a:gdLst>
                <a:gd name="T0" fmla="*/ 32 w 6"/>
                <a:gd name="T1" fmla="*/ 0 h 4"/>
                <a:gd name="T2" fmla="*/ 24 w 6"/>
                <a:gd name="T3" fmla="*/ 24 h 4"/>
                <a:gd name="T4" fmla="*/ 4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0"/>
                    <a:pt x="0" y="2"/>
                    <a:pt x="3" y="3"/>
                  </a:cubicBezTo>
                  <a:cubicBezTo>
                    <a:pt x="5" y="4"/>
                    <a:pt x="6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5" name="Freeform 4317">
              <a:extLst>
                <a:ext uri="{FF2B5EF4-FFF2-40B4-BE49-F238E27FC236}">
                  <a16:creationId xmlns:a16="http://schemas.microsoft.com/office/drawing/2014/main" id="{37C037BA-5F84-4009-88A5-F431D3FF3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905"/>
              <a:ext cx="7" cy="11"/>
            </a:xfrm>
            <a:custGeom>
              <a:avLst/>
              <a:gdLst>
                <a:gd name="T0" fmla="*/ 28 w 3"/>
                <a:gd name="T1" fmla="*/ 0 h 5"/>
                <a:gd name="T2" fmla="*/ 28 w 3"/>
                <a:gd name="T3" fmla="*/ 53 h 5"/>
                <a:gd name="T4" fmla="*/ 37 w 3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5"/>
                    <a:pt x="3" y="4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6" name="Freeform 4318">
              <a:extLst>
                <a:ext uri="{FF2B5EF4-FFF2-40B4-BE49-F238E27FC236}">
                  <a16:creationId xmlns:a16="http://schemas.microsoft.com/office/drawing/2014/main" id="{2330BE75-F8A0-4FE8-8B55-1441FBD1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940"/>
              <a:ext cx="10" cy="11"/>
            </a:xfrm>
            <a:custGeom>
              <a:avLst/>
              <a:gdLst>
                <a:gd name="T0" fmla="*/ 24 w 5"/>
                <a:gd name="T1" fmla="*/ 9 h 5"/>
                <a:gd name="T2" fmla="*/ 8 w 5"/>
                <a:gd name="T3" fmla="*/ 0 h 5"/>
                <a:gd name="T4" fmla="*/ 40 w 5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2"/>
                    <a:pt x="3" y="5"/>
                    <a:pt x="5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7" name="Freeform 4319">
              <a:extLst>
                <a:ext uri="{FF2B5EF4-FFF2-40B4-BE49-F238E27FC236}">
                  <a16:creationId xmlns:a16="http://schemas.microsoft.com/office/drawing/2014/main" id="{482834E5-04B1-4B05-ADAF-8D1142445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979"/>
              <a:ext cx="8" cy="11"/>
            </a:xfrm>
            <a:custGeom>
              <a:avLst/>
              <a:gdLst>
                <a:gd name="T0" fmla="*/ 32 w 4"/>
                <a:gd name="T1" fmla="*/ 0 h 5"/>
                <a:gd name="T2" fmla="*/ 8 w 4"/>
                <a:gd name="T3" fmla="*/ 53 h 5"/>
                <a:gd name="T4" fmla="*/ 32 w 4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3" y="5"/>
                    <a:pt x="3" y="4"/>
                    <a:pt x="4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8" name="Freeform 4320">
              <a:extLst>
                <a:ext uri="{FF2B5EF4-FFF2-40B4-BE49-F238E27FC236}">
                  <a16:creationId xmlns:a16="http://schemas.microsoft.com/office/drawing/2014/main" id="{79C3DAFD-109A-4DE8-9D51-526D8AB5E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023"/>
              <a:ext cx="15" cy="17"/>
            </a:xfrm>
            <a:custGeom>
              <a:avLst/>
              <a:gdLst>
                <a:gd name="T0" fmla="*/ 60 w 7"/>
                <a:gd name="T1" fmla="*/ 9 h 8"/>
                <a:gd name="T2" fmla="*/ 41 w 7"/>
                <a:gd name="T3" fmla="*/ 0 h 8"/>
                <a:gd name="T4" fmla="*/ 60 w 7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1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0" y="4"/>
                    <a:pt x="7" y="8"/>
                    <a:pt x="6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9" name="Freeform 4321">
              <a:extLst>
                <a:ext uri="{FF2B5EF4-FFF2-40B4-BE49-F238E27FC236}">
                  <a16:creationId xmlns:a16="http://schemas.microsoft.com/office/drawing/2014/main" id="{C4EE1E36-B3DE-4965-8010-E5F91D02C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979"/>
              <a:ext cx="20" cy="20"/>
            </a:xfrm>
            <a:custGeom>
              <a:avLst/>
              <a:gdLst>
                <a:gd name="T0" fmla="*/ 32 w 10"/>
                <a:gd name="T1" fmla="*/ 0 h 9"/>
                <a:gd name="T2" fmla="*/ 56 w 10"/>
                <a:gd name="T3" fmla="*/ 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0" y="6"/>
                    <a:pt x="10" y="9"/>
                    <a:pt x="7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0" name="Freeform 4322">
              <a:extLst>
                <a:ext uri="{FF2B5EF4-FFF2-40B4-BE49-F238E27FC236}">
                  <a16:creationId xmlns:a16="http://schemas.microsoft.com/office/drawing/2014/main" id="{BDB3EF0D-DF43-468A-A960-C7CCBC9BB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953"/>
              <a:ext cx="12" cy="13"/>
            </a:xfrm>
            <a:custGeom>
              <a:avLst/>
              <a:gdLst>
                <a:gd name="T0" fmla="*/ 24 w 6"/>
                <a:gd name="T1" fmla="*/ 0 h 6"/>
                <a:gd name="T2" fmla="*/ 48 w 6"/>
                <a:gd name="T3" fmla="*/ 9 h 6"/>
                <a:gd name="T4" fmla="*/ 40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0" y="4"/>
                    <a:pt x="5" y="6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1" name="Freeform 4323">
              <a:extLst>
                <a:ext uri="{FF2B5EF4-FFF2-40B4-BE49-F238E27FC236}">
                  <a16:creationId xmlns:a16="http://schemas.microsoft.com/office/drawing/2014/main" id="{476E1137-48C4-4D85-8C44-C84AA0A56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983"/>
              <a:ext cx="19" cy="16"/>
            </a:xfrm>
            <a:custGeom>
              <a:avLst/>
              <a:gdLst>
                <a:gd name="T0" fmla="*/ 49 w 9"/>
                <a:gd name="T1" fmla="*/ 0 h 7"/>
                <a:gd name="T2" fmla="*/ 36 w 9"/>
                <a:gd name="T3" fmla="*/ 0 h 7"/>
                <a:gd name="T4" fmla="*/ 57 w 9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6"/>
                    <a:pt x="9" y="7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2" name="Freeform 4324">
              <a:extLst>
                <a:ext uri="{FF2B5EF4-FFF2-40B4-BE49-F238E27FC236}">
                  <a16:creationId xmlns:a16="http://schemas.microsoft.com/office/drawing/2014/main" id="{F4F4E920-7FCF-46EB-A41A-02A13A5E3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018"/>
              <a:ext cx="8" cy="9"/>
            </a:xfrm>
            <a:custGeom>
              <a:avLst/>
              <a:gdLst>
                <a:gd name="T0" fmla="*/ 24 w 4"/>
                <a:gd name="T1" fmla="*/ 11 h 4"/>
                <a:gd name="T2" fmla="*/ 8 w 4"/>
                <a:gd name="T3" fmla="*/ 45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3" name="Freeform 4325">
              <a:extLst>
                <a:ext uri="{FF2B5EF4-FFF2-40B4-BE49-F238E27FC236}">
                  <a16:creationId xmlns:a16="http://schemas.microsoft.com/office/drawing/2014/main" id="{8C47BEAD-048C-4E80-ADF3-406C08247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038"/>
              <a:ext cx="21" cy="24"/>
            </a:xfrm>
            <a:custGeom>
              <a:avLst/>
              <a:gdLst>
                <a:gd name="T0" fmla="*/ 36 w 10"/>
                <a:gd name="T1" fmla="*/ 81 h 11"/>
                <a:gd name="T2" fmla="*/ 27 w 10"/>
                <a:gd name="T3" fmla="*/ 81 h 11"/>
                <a:gd name="T4" fmla="*/ 36 w 10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4" y="8"/>
                  </a:moveTo>
                  <a:cubicBezTo>
                    <a:pt x="3" y="9"/>
                    <a:pt x="3" y="9"/>
                    <a:pt x="3" y="8"/>
                  </a:cubicBezTo>
                  <a:cubicBezTo>
                    <a:pt x="0" y="0"/>
                    <a:pt x="10" y="8"/>
                    <a:pt x="4" y="1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4" name="Freeform 4326">
              <a:extLst>
                <a:ext uri="{FF2B5EF4-FFF2-40B4-BE49-F238E27FC236}">
                  <a16:creationId xmlns:a16="http://schemas.microsoft.com/office/drawing/2014/main" id="{F3158F71-C0FB-44B3-9D29-F3A602D1C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047"/>
              <a:ext cx="8" cy="9"/>
            </a:xfrm>
            <a:custGeom>
              <a:avLst/>
              <a:gdLst>
                <a:gd name="T0" fmla="*/ 24 w 4"/>
                <a:gd name="T1" fmla="*/ 0 h 4"/>
                <a:gd name="T2" fmla="*/ 24 w 4"/>
                <a:gd name="T3" fmla="*/ 45 h 4"/>
                <a:gd name="T4" fmla="*/ 32 w 4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0" y="1"/>
                    <a:pt x="1" y="3"/>
                    <a:pt x="3" y="4"/>
                  </a:cubicBezTo>
                  <a:cubicBezTo>
                    <a:pt x="4" y="4"/>
                    <a:pt x="4" y="3"/>
                    <a:pt x="4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5" name="Freeform 4327">
              <a:extLst>
                <a:ext uri="{FF2B5EF4-FFF2-40B4-BE49-F238E27FC236}">
                  <a16:creationId xmlns:a16="http://schemas.microsoft.com/office/drawing/2014/main" id="{D7AE89F2-9F52-4771-9635-913B06589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957"/>
              <a:ext cx="12" cy="13"/>
            </a:xfrm>
            <a:custGeom>
              <a:avLst/>
              <a:gdLst>
                <a:gd name="T0" fmla="*/ 8 w 6"/>
                <a:gd name="T1" fmla="*/ 9 h 6"/>
                <a:gd name="T2" fmla="*/ 24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6"/>
                    <a:pt x="6" y="4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6" name="Freeform 4328">
              <a:extLst>
                <a:ext uri="{FF2B5EF4-FFF2-40B4-BE49-F238E27FC236}">
                  <a16:creationId xmlns:a16="http://schemas.microsoft.com/office/drawing/2014/main" id="{AE17092A-7B88-4177-BFCF-119C1BE15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1918"/>
              <a:ext cx="19" cy="11"/>
            </a:xfrm>
            <a:custGeom>
              <a:avLst/>
              <a:gdLst>
                <a:gd name="T0" fmla="*/ 17 w 9"/>
                <a:gd name="T1" fmla="*/ 0 h 5"/>
                <a:gd name="T2" fmla="*/ 36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2" y="0"/>
                  </a:moveTo>
                  <a:cubicBezTo>
                    <a:pt x="0" y="5"/>
                    <a:pt x="9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7" name="Freeform 4329">
              <a:extLst>
                <a:ext uri="{FF2B5EF4-FFF2-40B4-BE49-F238E27FC236}">
                  <a16:creationId xmlns:a16="http://schemas.microsoft.com/office/drawing/2014/main" id="{ABC2F233-6933-4A88-9D84-4E88A90BE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056"/>
              <a:ext cx="10" cy="8"/>
            </a:xfrm>
            <a:custGeom>
              <a:avLst/>
              <a:gdLst>
                <a:gd name="T0" fmla="*/ 16 w 5"/>
                <a:gd name="T1" fmla="*/ 32 h 4"/>
                <a:gd name="T2" fmla="*/ 32 w 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cubicBezTo>
                    <a:pt x="0" y="0"/>
                    <a:pt x="5" y="0"/>
                    <a:pt x="4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8" name="Freeform 4330">
              <a:extLst>
                <a:ext uri="{FF2B5EF4-FFF2-40B4-BE49-F238E27FC236}">
                  <a16:creationId xmlns:a16="http://schemas.microsoft.com/office/drawing/2014/main" id="{9354EA50-2455-4CDA-A662-69CF189BA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434"/>
              <a:ext cx="10" cy="15"/>
            </a:xfrm>
            <a:custGeom>
              <a:avLst/>
              <a:gdLst>
                <a:gd name="T0" fmla="*/ 16 w 5"/>
                <a:gd name="T1" fmla="*/ 0 h 7"/>
                <a:gd name="T2" fmla="*/ 16 w 5"/>
                <a:gd name="T3" fmla="*/ 69 h 7"/>
                <a:gd name="T4" fmla="*/ 32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2"/>
                    <a:pt x="0" y="5"/>
                    <a:pt x="2" y="7"/>
                  </a:cubicBezTo>
                  <a:cubicBezTo>
                    <a:pt x="5" y="6"/>
                    <a:pt x="5" y="3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9" name="Freeform 4331">
              <a:extLst>
                <a:ext uri="{FF2B5EF4-FFF2-40B4-BE49-F238E27FC236}">
                  <a16:creationId xmlns:a16="http://schemas.microsoft.com/office/drawing/2014/main" id="{D3B9C8A5-8B2C-4823-AF9C-30C2BE0AC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493"/>
              <a:ext cx="12" cy="19"/>
            </a:xfrm>
            <a:custGeom>
              <a:avLst/>
              <a:gdLst>
                <a:gd name="T0" fmla="*/ 0 w 6"/>
                <a:gd name="T1" fmla="*/ 36 h 9"/>
                <a:gd name="T2" fmla="*/ 32 w 6"/>
                <a:gd name="T3" fmla="*/ 84 h 9"/>
                <a:gd name="T4" fmla="*/ 16 w 6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4"/>
                  </a:moveTo>
                  <a:cubicBezTo>
                    <a:pt x="1" y="6"/>
                    <a:pt x="2" y="8"/>
                    <a:pt x="4" y="9"/>
                  </a:cubicBezTo>
                  <a:cubicBezTo>
                    <a:pt x="6" y="6"/>
                    <a:pt x="6" y="0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0" name="Freeform 4332">
              <a:extLst>
                <a:ext uri="{FF2B5EF4-FFF2-40B4-BE49-F238E27FC236}">
                  <a16:creationId xmlns:a16="http://schemas.microsoft.com/office/drawing/2014/main" id="{0D91D649-D4DF-4FB0-BD01-81A37ED8F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565"/>
              <a:ext cx="8" cy="9"/>
            </a:xfrm>
            <a:custGeom>
              <a:avLst/>
              <a:gdLst>
                <a:gd name="T0" fmla="*/ 0 w 4"/>
                <a:gd name="T1" fmla="*/ 11 h 4"/>
                <a:gd name="T2" fmla="*/ 16 w 4"/>
                <a:gd name="T3" fmla="*/ 45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4" y="3"/>
                    <a:pt x="3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1" name="Freeform 4333">
              <a:extLst>
                <a:ext uri="{FF2B5EF4-FFF2-40B4-BE49-F238E27FC236}">
                  <a16:creationId xmlns:a16="http://schemas.microsoft.com/office/drawing/2014/main" id="{744CB450-5574-41F1-8022-63AA3F46B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504"/>
              <a:ext cx="10" cy="17"/>
            </a:xfrm>
            <a:custGeom>
              <a:avLst/>
              <a:gdLst>
                <a:gd name="T0" fmla="*/ 0 w 5"/>
                <a:gd name="T1" fmla="*/ 0 h 8"/>
                <a:gd name="T2" fmla="*/ 32 w 5"/>
                <a:gd name="T3" fmla="*/ 77 h 8"/>
                <a:gd name="T4" fmla="*/ 16 w 5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0" y="3"/>
                    <a:pt x="1" y="7"/>
                    <a:pt x="4" y="8"/>
                  </a:cubicBezTo>
                  <a:cubicBezTo>
                    <a:pt x="5" y="6"/>
                    <a:pt x="4" y="3"/>
                    <a:pt x="2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2" name="Freeform 4334">
              <a:extLst>
                <a:ext uri="{FF2B5EF4-FFF2-40B4-BE49-F238E27FC236}">
                  <a16:creationId xmlns:a16="http://schemas.microsoft.com/office/drawing/2014/main" id="{78B0C5D8-68A8-4D56-9647-330DBEA40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447"/>
              <a:ext cx="8" cy="15"/>
            </a:xfrm>
            <a:custGeom>
              <a:avLst/>
              <a:gdLst>
                <a:gd name="T0" fmla="*/ 8 w 4"/>
                <a:gd name="T1" fmla="*/ 19 h 7"/>
                <a:gd name="T2" fmla="*/ 16 w 4"/>
                <a:gd name="T3" fmla="*/ 69 h 7"/>
                <a:gd name="T4" fmla="*/ 0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2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4" y="5"/>
                    <a:pt x="3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3" name="Freeform 4335">
              <a:extLst>
                <a:ext uri="{FF2B5EF4-FFF2-40B4-BE49-F238E27FC236}">
                  <a16:creationId xmlns:a16="http://schemas.microsoft.com/office/drawing/2014/main" id="{6CF75565-B478-481E-86E1-DA408E65E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364"/>
              <a:ext cx="8" cy="13"/>
            </a:xfrm>
            <a:custGeom>
              <a:avLst/>
              <a:gdLst>
                <a:gd name="T0" fmla="*/ 0 w 4"/>
                <a:gd name="T1" fmla="*/ 20 h 6"/>
                <a:gd name="T2" fmla="*/ 16 w 4"/>
                <a:gd name="T3" fmla="*/ 61 h 6"/>
                <a:gd name="T4" fmla="*/ 16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4" y="4"/>
                    <a:pt x="3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4" name="Freeform 4336">
              <a:extLst>
                <a:ext uri="{FF2B5EF4-FFF2-40B4-BE49-F238E27FC236}">
                  <a16:creationId xmlns:a16="http://schemas.microsoft.com/office/drawing/2014/main" id="{C8E26C2B-3D1B-47D5-8FE5-A403DDCA0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281"/>
              <a:ext cx="10" cy="8"/>
            </a:xfrm>
            <a:custGeom>
              <a:avLst/>
              <a:gdLst>
                <a:gd name="T0" fmla="*/ 8 w 5"/>
                <a:gd name="T1" fmla="*/ 0 h 4"/>
                <a:gd name="T2" fmla="*/ 24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1" y="4"/>
                    <a:pt x="3" y="4"/>
                  </a:cubicBezTo>
                  <a:cubicBezTo>
                    <a:pt x="5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5" name="Freeform 4337">
              <a:extLst>
                <a:ext uri="{FF2B5EF4-FFF2-40B4-BE49-F238E27FC236}">
                  <a16:creationId xmlns:a16="http://schemas.microsoft.com/office/drawing/2014/main" id="{5524A64B-6183-42E8-BE18-6C915E68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318"/>
              <a:ext cx="6" cy="15"/>
            </a:xfrm>
            <a:custGeom>
              <a:avLst/>
              <a:gdLst>
                <a:gd name="T0" fmla="*/ 16 w 3"/>
                <a:gd name="T1" fmla="*/ 0 h 7"/>
                <a:gd name="T2" fmla="*/ 8 w 3"/>
                <a:gd name="T3" fmla="*/ 69 h 7"/>
                <a:gd name="T4" fmla="*/ 24 w 3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3" y="6"/>
                    <a:pt x="2" y="5"/>
                    <a:pt x="3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6" name="Freeform 4338">
              <a:extLst>
                <a:ext uri="{FF2B5EF4-FFF2-40B4-BE49-F238E27FC236}">
                  <a16:creationId xmlns:a16="http://schemas.microsoft.com/office/drawing/2014/main" id="{8DB14388-6947-41C0-8F7F-4D7841D4F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320"/>
              <a:ext cx="13" cy="15"/>
            </a:xfrm>
            <a:custGeom>
              <a:avLst/>
              <a:gdLst>
                <a:gd name="T0" fmla="*/ 20 w 6"/>
                <a:gd name="T1" fmla="*/ 0 h 7"/>
                <a:gd name="T2" fmla="*/ 9 w 6"/>
                <a:gd name="T3" fmla="*/ 60 h 7"/>
                <a:gd name="T4" fmla="*/ 43 w 6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4" y="7"/>
                    <a:pt x="6" y="4"/>
                    <a:pt x="4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7" name="Freeform 4339">
              <a:extLst>
                <a:ext uri="{FF2B5EF4-FFF2-40B4-BE49-F238E27FC236}">
                  <a16:creationId xmlns:a16="http://schemas.microsoft.com/office/drawing/2014/main" id="{83BC4885-1E36-4C78-AA7F-87D123153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379"/>
              <a:ext cx="10" cy="13"/>
            </a:xfrm>
            <a:custGeom>
              <a:avLst/>
              <a:gdLst>
                <a:gd name="T0" fmla="*/ 24 w 5"/>
                <a:gd name="T1" fmla="*/ 0 h 6"/>
                <a:gd name="T2" fmla="*/ 0 w 5"/>
                <a:gd name="T3" fmla="*/ 52 h 6"/>
                <a:gd name="T4" fmla="*/ 40 w 5"/>
                <a:gd name="T5" fmla="*/ 4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3" y="6"/>
                    <a:pt x="3" y="5"/>
                    <a:pt x="5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8" name="Freeform 4340">
              <a:extLst>
                <a:ext uri="{FF2B5EF4-FFF2-40B4-BE49-F238E27FC236}">
                  <a16:creationId xmlns:a16="http://schemas.microsoft.com/office/drawing/2014/main" id="{859F70D4-081F-424E-B6D3-890DC219E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386"/>
              <a:ext cx="8" cy="13"/>
            </a:xfrm>
            <a:custGeom>
              <a:avLst/>
              <a:gdLst>
                <a:gd name="T0" fmla="*/ 0 w 4"/>
                <a:gd name="T1" fmla="*/ 9 h 6"/>
                <a:gd name="T2" fmla="*/ 16 w 4"/>
                <a:gd name="T3" fmla="*/ 61 h 6"/>
                <a:gd name="T4" fmla="*/ 16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4" y="4"/>
                    <a:pt x="4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9" name="Freeform 4341">
              <a:extLst>
                <a:ext uri="{FF2B5EF4-FFF2-40B4-BE49-F238E27FC236}">
                  <a16:creationId xmlns:a16="http://schemas.microsoft.com/office/drawing/2014/main" id="{2D81BACC-9F2E-4368-A2BE-9D2ECE782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438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24 w 3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2" y="3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0" name="Freeform 4342">
              <a:extLst>
                <a:ext uri="{FF2B5EF4-FFF2-40B4-BE49-F238E27FC236}">
                  <a16:creationId xmlns:a16="http://schemas.microsoft.com/office/drawing/2014/main" id="{CE09B2F2-D92C-45DC-B788-21F7D88CF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550"/>
              <a:ext cx="6" cy="8"/>
            </a:xfrm>
            <a:custGeom>
              <a:avLst/>
              <a:gdLst>
                <a:gd name="T0" fmla="*/ 24 w 3"/>
                <a:gd name="T1" fmla="*/ 0 h 4"/>
                <a:gd name="T2" fmla="*/ 24 w 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0" y="2"/>
                    <a:pt x="1" y="3"/>
                    <a:pt x="3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1" name="Freeform 4343">
              <a:extLst>
                <a:ext uri="{FF2B5EF4-FFF2-40B4-BE49-F238E27FC236}">
                  <a16:creationId xmlns:a16="http://schemas.microsoft.com/office/drawing/2014/main" id="{4332EEC6-B811-45E9-A288-E03004D7F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600"/>
              <a:ext cx="10" cy="11"/>
            </a:xfrm>
            <a:custGeom>
              <a:avLst/>
              <a:gdLst>
                <a:gd name="T0" fmla="*/ 24 w 5"/>
                <a:gd name="T1" fmla="*/ 0 h 5"/>
                <a:gd name="T2" fmla="*/ 16 w 5"/>
                <a:gd name="T3" fmla="*/ 53 h 5"/>
                <a:gd name="T4" fmla="*/ 32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5" y="4"/>
                    <a:pt x="4" y="3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2" name="Freeform 4344">
              <a:extLst>
                <a:ext uri="{FF2B5EF4-FFF2-40B4-BE49-F238E27FC236}">
                  <a16:creationId xmlns:a16="http://schemas.microsoft.com/office/drawing/2014/main" id="{AE2AAF4E-EE32-400C-98E6-E5FDD9E2F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626"/>
              <a:ext cx="13" cy="15"/>
            </a:xfrm>
            <a:custGeom>
              <a:avLst/>
              <a:gdLst>
                <a:gd name="T0" fmla="*/ 43 w 6"/>
                <a:gd name="T1" fmla="*/ 0 h 7"/>
                <a:gd name="T2" fmla="*/ 20 w 6"/>
                <a:gd name="T3" fmla="*/ 69 h 7"/>
                <a:gd name="T4" fmla="*/ 43 w 6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1" y="2"/>
                    <a:pt x="0" y="5"/>
                    <a:pt x="2" y="7"/>
                  </a:cubicBezTo>
                  <a:cubicBezTo>
                    <a:pt x="5" y="6"/>
                    <a:pt x="6" y="4"/>
                    <a:pt x="4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3" name="Freeform 4345">
              <a:extLst>
                <a:ext uri="{FF2B5EF4-FFF2-40B4-BE49-F238E27FC236}">
                  <a16:creationId xmlns:a16="http://schemas.microsoft.com/office/drawing/2014/main" id="{C97881EE-7219-4843-A43A-8A7DBF935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585"/>
              <a:ext cx="12" cy="15"/>
            </a:xfrm>
            <a:custGeom>
              <a:avLst/>
              <a:gdLst>
                <a:gd name="T0" fmla="*/ 24 w 6"/>
                <a:gd name="T1" fmla="*/ 0 h 7"/>
                <a:gd name="T2" fmla="*/ 48 w 6"/>
                <a:gd name="T3" fmla="*/ 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0" y="3"/>
                    <a:pt x="2" y="7"/>
                    <a:pt x="6" y="5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4" name="Freeform 4346">
              <a:extLst>
                <a:ext uri="{FF2B5EF4-FFF2-40B4-BE49-F238E27FC236}">
                  <a16:creationId xmlns:a16="http://schemas.microsoft.com/office/drawing/2014/main" id="{BFC5C986-6828-4432-8934-96DCC329A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2683"/>
              <a:ext cx="9" cy="9"/>
            </a:xfrm>
            <a:custGeom>
              <a:avLst/>
              <a:gdLst>
                <a:gd name="T0" fmla="*/ 0 w 4"/>
                <a:gd name="T1" fmla="*/ 0 h 4"/>
                <a:gd name="T2" fmla="*/ 36 w 4"/>
                <a:gd name="T3" fmla="*/ 45 h 4"/>
                <a:gd name="T4" fmla="*/ 45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1" y="3"/>
                    <a:pt x="3" y="4"/>
                  </a:cubicBezTo>
                  <a:cubicBezTo>
                    <a:pt x="4" y="3"/>
                    <a:pt x="4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5" name="Freeform 4347">
              <a:extLst>
                <a:ext uri="{FF2B5EF4-FFF2-40B4-BE49-F238E27FC236}">
                  <a16:creationId xmlns:a16="http://schemas.microsoft.com/office/drawing/2014/main" id="{7477507F-2A65-442A-A5D5-F653ED1F8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735"/>
              <a:ext cx="14" cy="16"/>
            </a:xfrm>
            <a:custGeom>
              <a:avLst/>
              <a:gdLst>
                <a:gd name="T0" fmla="*/ 32 w 7"/>
                <a:gd name="T1" fmla="*/ 11 h 7"/>
                <a:gd name="T2" fmla="*/ 24 w 7"/>
                <a:gd name="T3" fmla="*/ 73 h 7"/>
                <a:gd name="T4" fmla="*/ 4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2" y="1"/>
                    <a:pt x="0" y="5"/>
                    <a:pt x="3" y="6"/>
                  </a:cubicBezTo>
                  <a:cubicBezTo>
                    <a:pt x="6" y="7"/>
                    <a:pt x="7" y="2"/>
                    <a:pt x="5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6" name="Freeform 4348">
              <a:extLst>
                <a:ext uri="{FF2B5EF4-FFF2-40B4-BE49-F238E27FC236}">
                  <a16:creationId xmlns:a16="http://schemas.microsoft.com/office/drawing/2014/main" id="{106D2383-3800-4DF5-8FB8-0DCF2EF88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737"/>
              <a:ext cx="10" cy="14"/>
            </a:xfrm>
            <a:custGeom>
              <a:avLst/>
              <a:gdLst>
                <a:gd name="T0" fmla="*/ 16 w 5"/>
                <a:gd name="T1" fmla="*/ 0 h 6"/>
                <a:gd name="T2" fmla="*/ 24 w 5"/>
                <a:gd name="T3" fmla="*/ 77 h 6"/>
                <a:gd name="T4" fmla="*/ 32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1"/>
                    <a:pt x="0" y="6"/>
                    <a:pt x="3" y="6"/>
                  </a:cubicBezTo>
                  <a:cubicBezTo>
                    <a:pt x="5" y="4"/>
                    <a:pt x="5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7" name="Freeform 4349">
              <a:extLst>
                <a:ext uri="{FF2B5EF4-FFF2-40B4-BE49-F238E27FC236}">
                  <a16:creationId xmlns:a16="http://schemas.microsoft.com/office/drawing/2014/main" id="{C6268E63-5687-4204-B41C-EC302BAE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685"/>
              <a:ext cx="8" cy="11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4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1" y="5"/>
                    <a:pt x="4" y="4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8" name="Freeform 4350">
              <a:extLst>
                <a:ext uri="{FF2B5EF4-FFF2-40B4-BE49-F238E27FC236}">
                  <a16:creationId xmlns:a16="http://schemas.microsoft.com/office/drawing/2014/main" id="{103FB2C0-A48E-43A0-8B2B-A16431D7A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768"/>
              <a:ext cx="5" cy="9"/>
            </a:xfrm>
            <a:custGeom>
              <a:avLst/>
              <a:gdLst>
                <a:gd name="T0" fmla="*/ 20 w 2"/>
                <a:gd name="T1" fmla="*/ 0 h 4"/>
                <a:gd name="T2" fmla="*/ 20 w 2"/>
                <a:gd name="T3" fmla="*/ 45 h 4"/>
                <a:gd name="T4" fmla="*/ 33 w 2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9" name="Freeform 4351">
              <a:extLst>
                <a:ext uri="{FF2B5EF4-FFF2-40B4-BE49-F238E27FC236}">
                  <a16:creationId xmlns:a16="http://schemas.microsoft.com/office/drawing/2014/main" id="{867336AE-E98C-4480-A900-4F86A1EE3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768"/>
              <a:ext cx="12" cy="11"/>
            </a:xfrm>
            <a:custGeom>
              <a:avLst/>
              <a:gdLst>
                <a:gd name="T0" fmla="*/ 32 w 6"/>
                <a:gd name="T1" fmla="*/ 0 h 5"/>
                <a:gd name="T2" fmla="*/ 40 w 6"/>
                <a:gd name="T3" fmla="*/ 53 h 5"/>
                <a:gd name="T4" fmla="*/ 40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0" y="0"/>
                    <a:pt x="3" y="5"/>
                    <a:pt x="5" y="5"/>
                  </a:cubicBezTo>
                  <a:cubicBezTo>
                    <a:pt x="6" y="3"/>
                    <a:pt x="6" y="2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0" name="Freeform 4352">
              <a:extLst>
                <a:ext uri="{FF2B5EF4-FFF2-40B4-BE49-F238E27FC236}">
                  <a16:creationId xmlns:a16="http://schemas.microsoft.com/office/drawing/2014/main" id="{DE780EAD-85C8-4C1B-8DF2-9540ADEE2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801"/>
              <a:ext cx="6" cy="6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3" y="3"/>
                    <a:pt x="3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1" name="Freeform 4353">
              <a:extLst>
                <a:ext uri="{FF2B5EF4-FFF2-40B4-BE49-F238E27FC236}">
                  <a16:creationId xmlns:a16="http://schemas.microsoft.com/office/drawing/2014/main" id="{E1E6BF37-7CC2-471A-90B1-71147A162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794"/>
              <a:ext cx="9" cy="11"/>
            </a:xfrm>
            <a:custGeom>
              <a:avLst/>
              <a:gdLst>
                <a:gd name="T0" fmla="*/ 0 w 4"/>
                <a:gd name="T1" fmla="*/ 0 h 5"/>
                <a:gd name="T2" fmla="*/ 11 w 4"/>
                <a:gd name="T3" fmla="*/ 53 h 5"/>
                <a:gd name="T4" fmla="*/ 11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2" name="Freeform 4354">
              <a:extLst>
                <a:ext uri="{FF2B5EF4-FFF2-40B4-BE49-F238E27FC236}">
                  <a16:creationId xmlns:a16="http://schemas.microsoft.com/office/drawing/2014/main" id="{72E54081-D554-4C65-B612-85DE8589C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856"/>
              <a:ext cx="5" cy="6"/>
            </a:xfrm>
            <a:custGeom>
              <a:avLst/>
              <a:gdLst>
                <a:gd name="T0" fmla="*/ 20 w 2"/>
                <a:gd name="T1" fmla="*/ 24 h 3"/>
                <a:gd name="T2" fmla="*/ 0 w 2"/>
                <a:gd name="T3" fmla="*/ 0 h 3"/>
                <a:gd name="T4" fmla="*/ 33 w 2"/>
                <a:gd name="T5" fmla="*/ 16 h 3"/>
                <a:gd name="T6" fmla="*/ 20 w 2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2" y="0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3" name="Freeform 4355">
              <a:extLst>
                <a:ext uri="{FF2B5EF4-FFF2-40B4-BE49-F238E27FC236}">
                  <a16:creationId xmlns:a16="http://schemas.microsoft.com/office/drawing/2014/main" id="{D294681D-66E3-4D93-9031-805843719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864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44 h 5"/>
                <a:gd name="T4" fmla="*/ 24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4" y="4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4" name="Freeform 4356">
              <a:extLst>
                <a:ext uri="{FF2B5EF4-FFF2-40B4-BE49-F238E27FC236}">
                  <a16:creationId xmlns:a16="http://schemas.microsoft.com/office/drawing/2014/main" id="{FB63928D-DD2B-4D57-9FB6-4B508C895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858"/>
              <a:ext cx="8" cy="15"/>
            </a:xfrm>
            <a:custGeom>
              <a:avLst/>
              <a:gdLst>
                <a:gd name="T0" fmla="*/ 0 w 4"/>
                <a:gd name="T1" fmla="*/ 19 h 7"/>
                <a:gd name="T2" fmla="*/ 16 w 4"/>
                <a:gd name="T3" fmla="*/ 69 h 7"/>
                <a:gd name="T4" fmla="*/ 8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2"/>
                  </a:moveTo>
                  <a:cubicBezTo>
                    <a:pt x="0" y="4"/>
                    <a:pt x="1" y="6"/>
                    <a:pt x="2" y="7"/>
                  </a:cubicBezTo>
                  <a:cubicBezTo>
                    <a:pt x="4" y="5"/>
                    <a:pt x="3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5" name="Freeform 4357">
              <a:extLst>
                <a:ext uri="{FF2B5EF4-FFF2-40B4-BE49-F238E27FC236}">
                  <a16:creationId xmlns:a16="http://schemas.microsoft.com/office/drawing/2014/main" id="{78B1A742-0455-4BB4-8A30-862D965F3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2834"/>
              <a:ext cx="6" cy="8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32 h 4"/>
                <a:gd name="T4" fmla="*/ 8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2" y="2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6" name="Freeform 4358">
              <a:extLst>
                <a:ext uri="{FF2B5EF4-FFF2-40B4-BE49-F238E27FC236}">
                  <a16:creationId xmlns:a16="http://schemas.microsoft.com/office/drawing/2014/main" id="{7B42E5D1-83EE-437F-B286-F39EF7ADD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480"/>
              <a:ext cx="15" cy="17"/>
            </a:xfrm>
            <a:custGeom>
              <a:avLst/>
              <a:gdLst>
                <a:gd name="T0" fmla="*/ 0 w 7"/>
                <a:gd name="T1" fmla="*/ 9 h 8"/>
                <a:gd name="T2" fmla="*/ 2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8"/>
                    <a:pt x="7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7" name="Freeform 4359">
              <a:extLst>
                <a:ext uri="{FF2B5EF4-FFF2-40B4-BE49-F238E27FC236}">
                  <a16:creationId xmlns:a16="http://schemas.microsoft.com/office/drawing/2014/main" id="{0DD48B34-2903-42C9-B563-A41A2F1DF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259"/>
              <a:ext cx="8" cy="11"/>
            </a:xfrm>
            <a:custGeom>
              <a:avLst/>
              <a:gdLst>
                <a:gd name="T0" fmla="*/ 0 w 4"/>
                <a:gd name="T1" fmla="*/ 20 h 5"/>
                <a:gd name="T2" fmla="*/ 16 w 4"/>
                <a:gd name="T3" fmla="*/ 53 h 5"/>
                <a:gd name="T4" fmla="*/ 24 w 4"/>
                <a:gd name="T5" fmla="*/ 0 h 5"/>
                <a:gd name="T6" fmla="*/ 16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5"/>
                    <a:pt x="2" y="5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8" name="Freeform 4360">
              <a:extLst>
                <a:ext uri="{FF2B5EF4-FFF2-40B4-BE49-F238E27FC236}">
                  <a16:creationId xmlns:a16="http://schemas.microsoft.com/office/drawing/2014/main" id="{8B0FA897-7DD6-4265-91CB-515F49BE4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254"/>
              <a:ext cx="8" cy="11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53 h 5"/>
                <a:gd name="T4" fmla="*/ 24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9" name="Freeform 4361">
              <a:extLst>
                <a:ext uri="{FF2B5EF4-FFF2-40B4-BE49-F238E27FC236}">
                  <a16:creationId xmlns:a16="http://schemas.microsoft.com/office/drawing/2014/main" id="{B45F4CF2-16EF-4C83-B617-15768AD20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211"/>
              <a:ext cx="12" cy="15"/>
            </a:xfrm>
            <a:custGeom>
              <a:avLst/>
              <a:gdLst>
                <a:gd name="T0" fmla="*/ 24 w 6"/>
                <a:gd name="T1" fmla="*/ 0 h 7"/>
                <a:gd name="T2" fmla="*/ 24 w 6"/>
                <a:gd name="T3" fmla="*/ 69 h 7"/>
                <a:gd name="T4" fmla="*/ 32 w 6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2"/>
                    <a:pt x="0" y="7"/>
                    <a:pt x="3" y="7"/>
                  </a:cubicBezTo>
                  <a:cubicBezTo>
                    <a:pt x="6" y="7"/>
                    <a:pt x="4" y="3"/>
                    <a:pt x="4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0" name="Freeform 4362">
              <a:extLst>
                <a:ext uri="{FF2B5EF4-FFF2-40B4-BE49-F238E27FC236}">
                  <a16:creationId xmlns:a16="http://schemas.microsoft.com/office/drawing/2014/main" id="{6378D92A-BAD5-4A28-B75C-256E0008D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123"/>
              <a:ext cx="10" cy="13"/>
            </a:xfrm>
            <a:custGeom>
              <a:avLst/>
              <a:gdLst>
                <a:gd name="T0" fmla="*/ 16 w 5"/>
                <a:gd name="T1" fmla="*/ 0 h 6"/>
                <a:gd name="T2" fmla="*/ 40 w 5"/>
                <a:gd name="T3" fmla="*/ 2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3"/>
                    <a:pt x="4" y="6"/>
                    <a:pt x="5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1" name="Freeform 4363">
              <a:extLst>
                <a:ext uri="{FF2B5EF4-FFF2-40B4-BE49-F238E27FC236}">
                  <a16:creationId xmlns:a16="http://schemas.microsoft.com/office/drawing/2014/main" id="{B0F6B31A-F447-4390-982D-8E78248BE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147"/>
              <a:ext cx="8" cy="11"/>
            </a:xfrm>
            <a:custGeom>
              <a:avLst/>
              <a:gdLst>
                <a:gd name="T0" fmla="*/ 8 w 4"/>
                <a:gd name="T1" fmla="*/ 0 h 5"/>
                <a:gd name="T2" fmla="*/ 24 w 4"/>
                <a:gd name="T3" fmla="*/ 53 h 5"/>
                <a:gd name="T4" fmla="*/ 24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4" y="4"/>
                    <a:pt x="3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2" name="Freeform 4364">
              <a:extLst>
                <a:ext uri="{FF2B5EF4-FFF2-40B4-BE49-F238E27FC236}">
                  <a16:creationId xmlns:a16="http://schemas.microsoft.com/office/drawing/2014/main" id="{51FC1F45-326D-43E2-8841-739F59875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163"/>
              <a:ext cx="7" cy="11"/>
            </a:xfrm>
            <a:custGeom>
              <a:avLst/>
              <a:gdLst>
                <a:gd name="T0" fmla="*/ 37 w 3"/>
                <a:gd name="T1" fmla="*/ 0 h 5"/>
                <a:gd name="T2" fmla="*/ 28 w 3"/>
                <a:gd name="T3" fmla="*/ 53 h 5"/>
                <a:gd name="T4" fmla="*/ 2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3" name="Freeform 4365">
              <a:extLst>
                <a:ext uri="{FF2B5EF4-FFF2-40B4-BE49-F238E27FC236}">
                  <a16:creationId xmlns:a16="http://schemas.microsoft.com/office/drawing/2014/main" id="{3103A466-32E5-48F8-A0DE-845075D4D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193"/>
              <a:ext cx="6" cy="9"/>
            </a:xfrm>
            <a:custGeom>
              <a:avLst/>
              <a:gdLst>
                <a:gd name="T0" fmla="*/ 8 w 3"/>
                <a:gd name="T1" fmla="*/ 11 h 4"/>
                <a:gd name="T2" fmla="*/ 0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4" name="Freeform 4366">
              <a:extLst>
                <a:ext uri="{FF2B5EF4-FFF2-40B4-BE49-F238E27FC236}">
                  <a16:creationId xmlns:a16="http://schemas.microsoft.com/office/drawing/2014/main" id="{F869582B-7C78-4633-A3D3-AF8015FE3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115"/>
              <a:ext cx="18" cy="11"/>
            </a:xfrm>
            <a:custGeom>
              <a:avLst/>
              <a:gdLst>
                <a:gd name="T0" fmla="*/ 24 w 9"/>
                <a:gd name="T1" fmla="*/ 0 h 5"/>
                <a:gd name="T2" fmla="*/ 3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5" name="Freeform 4367">
              <a:extLst>
                <a:ext uri="{FF2B5EF4-FFF2-40B4-BE49-F238E27FC236}">
                  <a16:creationId xmlns:a16="http://schemas.microsoft.com/office/drawing/2014/main" id="{1688738A-76EA-4839-9A7D-CA040D190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097"/>
              <a:ext cx="4" cy="9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45 h 4"/>
                <a:gd name="T4" fmla="*/ 8 w 2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2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6" name="Freeform 4368">
              <a:extLst>
                <a:ext uri="{FF2B5EF4-FFF2-40B4-BE49-F238E27FC236}">
                  <a16:creationId xmlns:a16="http://schemas.microsoft.com/office/drawing/2014/main" id="{0CAE4063-C3AE-4E4F-9A64-6EFA73611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180"/>
              <a:ext cx="4" cy="7"/>
            </a:xfrm>
            <a:custGeom>
              <a:avLst/>
              <a:gdLst>
                <a:gd name="T0" fmla="*/ 8 w 2"/>
                <a:gd name="T1" fmla="*/ 28 h 3"/>
                <a:gd name="T2" fmla="*/ 8 w 2"/>
                <a:gd name="T3" fmla="*/ 37 h 3"/>
                <a:gd name="T4" fmla="*/ 8 w 2"/>
                <a:gd name="T5" fmla="*/ 0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0"/>
                    <a:pt x="1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7" name="Freeform 4369">
              <a:extLst>
                <a:ext uri="{FF2B5EF4-FFF2-40B4-BE49-F238E27FC236}">
                  <a16:creationId xmlns:a16="http://schemas.microsoft.com/office/drawing/2014/main" id="{69119CA8-362E-42E7-AA7E-3C64F7F4F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676"/>
              <a:ext cx="7" cy="11"/>
            </a:xfrm>
            <a:custGeom>
              <a:avLst/>
              <a:gdLst>
                <a:gd name="T0" fmla="*/ 12 w 3"/>
                <a:gd name="T1" fmla="*/ 20 h 5"/>
                <a:gd name="T2" fmla="*/ 12 w 3"/>
                <a:gd name="T3" fmla="*/ 53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3"/>
                    <a:pt x="1" y="4"/>
                    <a:pt x="1" y="5"/>
                  </a:cubicBezTo>
                  <a:cubicBezTo>
                    <a:pt x="3" y="3"/>
                    <a:pt x="2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8" name="Freeform 4370">
              <a:extLst>
                <a:ext uri="{FF2B5EF4-FFF2-40B4-BE49-F238E27FC236}">
                  <a16:creationId xmlns:a16="http://schemas.microsoft.com/office/drawing/2014/main" id="{1C8898CD-A7D9-4D13-A51A-FD7685B62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615"/>
              <a:ext cx="7" cy="9"/>
            </a:xfrm>
            <a:custGeom>
              <a:avLst/>
              <a:gdLst>
                <a:gd name="T0" fmla="*/ 0 w 3"/>
                <a:gd name="T1" fmla="*/ 25 h 4"/>
                <a:gd name="T2" fmla="*/ 12 w 3"/>
                <a:gd name="T3" fmla="*/ 45 h 4"/>
                <a:gd name="T4" fmla="*/ 12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3"/>
                    <a:pt x="3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9" name="Freeform 4371">
              <a:extLst>
                <a:ext uri="{FF2B5EF4-FFF2-40B4-BE49-F238E27FC236}">
                  <a16:creationId xmlns:a16="http://schemas.microsoft.com/office/drawing/2014/main" id="{B4DE9B7C-BC88-43D5-A0FD-13B0E3F01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670"/>
              <a:ext cx="6" cy="15"/>
            </a:xfrm>
            <a:custGeom>
              <a:avLst/>
              <a:gdLst>
                <a:gd name="T0" fmla="*/ 8 w 3"/>
                <a:gd name="T1" fmla="*/ 28 h 7"/>
                <a:gd name="T2" fmla="*/ 8 w 3"/>
                <a:gd name="T3" fmla="*/ 69 h 7"/>
                <a:gd name="T4" fmla="*/ 0 w 3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1" y="3"/>
                  </a:moveTo>
                  <a:cubicBezTo>
                    <a:pt x="0" y="5"/>
                    <a:pt x="1" y="6"/>
                    <a:pt x="1" y="7"/>
                  </a:cubicBezTo>
                  <a:cubicBezTo>
                    <a:pt x="3" y="5"/>
                    <a:pt x="2" y="0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0" name="Freeform 4372">
              <a:extLst>
                <a:ext uri="{FF2B5EF4-FFF2-40B4-BE49-F238E27FC236}">
                  <a16:creationId xmlns:a16="http://schemas.microsoft.com/office/drawing/2014/main" id="{EFD5462A-7367-4FD0-8C9F-26B605DA0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600"/>
              <a:ext cx="6" cy="4"/>
            </a:xfrm>
            <a:custGeom>
              <a:avLst/>
              <a:gdLst>
                <a:gd name="T0" fmla="*/ 0 w 3"/>
                <a:gd name="T1" fmla="*/ 8 h 2"/>
                <a:gd name="T2" fmla="*/ 8 w 3"/>
                <a:gd name="T3" fmla="*/ 16 h 2"/>
                <a:gd name="T4" fmla="*/ 16 w 3"/>
                <a:gd name="T5" fmla="*/ 0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3" y="2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1" name="Freeform 4373">
              <a:extLst>
                <a:ext uri="{FF2B5EF4-FFF2-40B4-BE49-F238E27FC236}">
                  <a16:creationId xmlns:a16="http://schemas.microsoft.com/office/drawing/2014/main" id="{2DC69C25-DE6B-43B2-BDAB-F2DAA7BE7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952"/>
              <a:ext cx="11" cy="13"/>
            </a:xfrm>
            <a:custGeom>
              <a:avLst/>
              <a:gdLst>
                <a:gd name="T0" fmla="*/ 20 w 5"/>
                <a:gd name="T1" fmla="*/ 9 h 6"/>
                <a:gd name="T2" fmla="*/ 33 w 5"/>
                <a:gd name="T3" fmla="*/ 52 h 6"/>
                <a:gd name="T4" fmla="*/ 4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5" y="6"/>
                    <a:pt x="5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2" name="Freeform 4374">
              <a:extLst>
                <a:ext uri="{FF2B5EF4-FFF2-40B4-BE49-F238E27FC236}">
                  <a16:creationId xmlns:a16="http://schemas.microsoft.com/office/drawing/2014/main" id="{8030C930-EEFF-44D5-98F2-4D58BB034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950"/>
              <a:ext cx="6" cy="13"/>
            </a:xfrm>
            <a:custGeom>
              <a:avLst/>
              <a:gdLst>
                <a:gd name="T0" fmla="*/ 0 w 3"/>
                <a:gd name="T1" fmla="*/ 9 h 6"/>
                <a:gd name="T2" fmla="*/ 16 w 3"/>
                <a:gd name="T3" fmla="*/ 61 h 6"/>
                <a:gd name="T4" fmla="*/ 8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3" name="Freeform 4375">
              <a:extLst>
                <a:ext uri="{FF2B5EF4-FFF2-40B4-BE49-F238E27FC236}">
                  <a16:creationId xmlns:a16="http://schemas.microsoft.com/office/drawing/2014/main" id="{BA9BFE43-B57B-4C91-B346-6DAD2A949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939"/>
              <a:ext cx="14" cy="17"/>
            </a:xfrm>
            <a:custGeom>
              <a:avLst/>
              <a:gdLst>
                <a:gd name="T0" fmla="*/ 8 w 7"/>
                <a:gd name="T1" fmla="*/ 9 h 8"/>
                <a:gd name="T2" fmla="*/ 1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1"/>
                  </a:moveTo>
                  <a:cubicBezTo>
                    <a:pt x="0" y="8"/>
                    <a:pt x="7" y="4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4" name="Freeform 4376">
              <a:extLst>
                <a:ext uri="{FF2B5EF4-FFF2-40B4-BE49-F238E27FC236}">
                  <a16:creationId xmlns:a16="http://schemas.microsoft.com/office/drawing/2014/main" id="{4AF8C652-F32D-4FC8-8B59-9DA7E55FD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925"/>
              <a:ext cx="16" cy="11"/>
            </a:xfrm>
            <a:custGeom>
              <a:avLst/>
              <a:gdLst>
                <a:gd name="T0" fmla="*/ 24 w 8"/>
                <a:gd name="T1" fmla="*/ 0 h 5"/>
                <a:gd name="T2" fmla="*/ 32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5"/>
                    <a:pt x="8" y="3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5" name="Freeform 4377">
              <a:extLst>
                <a:ext uri="{FF2B5EF4-FFF2-40B4-BE49-F238E27FC236}">
                  <a16:creationId xmlns:a16="http://schemas.microsoft.com/office/drawing/2014/main" id="{D25FC848-4F6A-4BD9-AE0C-BACE463AE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004"/>
              <a:ext cx="18" cy="18"/>
            </a:xfrm>
            <a:custGeom>
              <a:avLst/>
              <a:gdLst>
                <a:gd name="T0" fmla="*/ 8 w 9"/>
                <a:gd name="T1" fmla="*/ 11 h 8"/>
                <a:gd name="T2" fmla="*/ 24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1"/>
                  </a:moveTo>
                  <a:cubicBezTo>
                    <a:pt x="0" y="8"/>
                    <a:pt x="9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6" name="Freeform 4378">
              <a:extLst>
                <a:ext uri="{FF2B5EF4-FFF2-40B4-BE49-F238E27FC236}">
                  <a16:creationId xmlns:a16="http://schemas.microsoft.com/office/drawing/2014/main" id="{C245E131-005D-4308-888B-31169B1E5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059"/>
              <a:ext cx="8" cy="11"/>
            </a:xfrm>
            <a:custGeom>
              <a:avLst/>
              <a:gdLst>
                <a:gd name="T0" fmla="*/ 8 w 4"/>
                <a:gd name="T1" fmla="*/ 9 h 5"/>
                <a:gd name="T2" fmla="*/ 24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7" name="Freeform 4379">
              <a:extLst>
                <a:ext uri="{FF2B5EF4-FFF2-40B4-BE49-F238E27FC236}">
                  <a16:creationId xmlns:a16="http://schemas.microsoft.com/office/drawing/2014/main" id="{814C1671-98F4-4568-84D2-68E3E21E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048"/>
              <a:ext cx="8" cy="13"/>
            </a:xfrm>
            <a:custGeom>
              <a:avLst/>
              <a:gdLst>
                <a:gd name="T0" fmla="*/ 0 w 4"/>
                <a:gd name="T1" fmla="*/ 43 h 6"/>
                <a:gd name="T2" fmla="*/ 8 w 4"/>
                <a:gd name="T3" fmla="*/ 61 h 6"/>
                <a:gd name="T4" fmla="*/ 0 w 4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0" y="5"/>
                    <a:pt x="0" y="5"/>
                    <a:pt x="1" y="6"/>
                  </a:cubicBezTo>
                  <a:cubicBezTo>
                    <a:pt x="4" y="5"/>
                    <a:pt x="2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8" name="Freeform 4380">
              <a:extLst>
                <a:ext uri="{FF2B5EF4-FFF2-40B4-BE49-F238E27FC236}">
                  <a16:creationId xmlns:a16="http://schemas.microsoft.com/office/drawing/2014/main" id="{CA00518E-4896-4865-9B4C-0D0A37F33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3017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9" name="Freeform 4381">
              <a:extLst>
                <a:ext uri="{FF2B5EF4-FFF2-40B4-BE49-F238E27FC236}">
                  <a16:creationId xmlns:a16="http://schemas.microsoft.com/office/drawing/2014/main" id="{36591BE4-CB45-4586-93B0-6AAFDA725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915"/>
              <a:ext cx="8" cy="8"/>
            </a:xfrm>
            <a:custGeom>
              <a:avLst/>
              <a:gdLst>
                <a:gd name="T0" fmla="*/ 0 w 4"/>
                <a:gd name="T1" fmla="*/ 16 h 4"/>
                <a:gd name="T2" fmla="*/ 8 w 4"/>
                <a:gd name="T3" fmla="*/ 32 h 4"/>
                <a:gd name="T4" fmla="*/ 8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4"/>
                    <a:pt x="4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0" name="Freeform 4382">
              <a:extLst>
                <a:ext uri="{FF2B5EF4-FFF2-40B4-BE49-F238E27FC236}">
                  <a16:creationId xmlns:a16="http://schemas.microsoft.com/office/drawing/2014/main" id="{CF67D169-D2A9-4D03-AA55-69B10B130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3113"/>
              <a:ext cx="4" cy="7"/>
            </a:xfrm>
            <a:custGeom>
              <a:avLst/>
              <a:gdLst>
                <a:gd name="T0" fmla="*/ 0 w 2"/>
                <a:gd name="T1" fmla="*/ 12 h 3"/>
                <a:gd name="T2" fmla="*/ 0 w 2"/>
                <a:gd name="T3" fmla="*/ 37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3"/>
                    <a:pt x="2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1" name="Freeform 4383">
              <a:extLst>
                <a:ext uri="{FF2B5EF4-FFF2-40B4-BE49-F238E27FC236}">
                  <a16:creationId xmlns:a16="http://schemas.microsoft.com/office/drawing/2014/main" id="{F59C0EAE-28E1-4EAB-A919-A2D9878C0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3175"/>
              <a:ext cx="7" cy="13"/>
            </a:xfrm>
            <a:custGeom>
              <a:avLst/>
              <a:gdLst>
                <a:gd name="T0" fmla="*/ 0 w 3"/>
                <a:gd name="T1" fmla="*/ 33 h 6"/>
                <a:gd name="T2" fmla="*/ 28 w 3"/>
                <a:gd name="T3" fmla="*/ 61 h 6"/>
                <a:gd name="T4" fmla="*/ 0 w 3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0" y="4"/>
                    <a:pt x="0" y="6"/>
                    <a:pt x="2" y="6"/>
                  </a:cubicBezTo>
                  <a:cubicBezTo>
                    <a:pt x="3" y="4"/>
                    <a:pt x="2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2" name="Freeform 4384">
              <a:extLst>
                <a:ext uri="{FF2B5EF4-FFF2-40B4-BE49-F238E27FC236}">
                  <a16:creationId xmlns:a16="http://schemas.microsoft.com/office/drawing/2014/main" id="{450214DF-96F5-4899-8631-87EE38E69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159"/>
              <a:ext cx="4" cy="7"/>
            </a:xfrm>
            <a:custGeom>
              <a:avLst/>
              <a:gdLst>
                <a:gd name="T0" fmla="*/ 0 w 2"/>
                <a:gd name="T1" fmla="*/ 28 h 3"/>
                <a:gd name="T2" fmla="*/ 0 w 2"/>
                <a:gd name="T3" fmla="*/ 37 h 3"/>
                <a:gd name="T4" fmla="*/ 8 w 2"/>
                <a:gd name="T5" fmla="*/ 12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3"/>
                    <a:pt x="2" y="2"/>
                    <a:pt x="1" y="1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3" name="Freeform 4385">
              <a:extLst>
                <a:ext uri="{FF2B5EF4-FFF2-40B4-BE49-F238E27FC236}">
                  <a16:creationId xmlns:a16="http://schemas.microsoft.com/office/drawing/2014/main" id="{22973506-372F-47E3-9E09-90AFFE02B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3177"/>
              <a:ext cx="12" cy="15"/>
            </a:xfrm>
            <a:custGeom>
              <a:avLst/>
              <a:gdLst>
                <a:gd name="T0" fmla="*/ 24 w 6"/>
                <a:gd name="T1" fmla="*/ 0 h 7"/>
                <a:gd name="T2" fmla="*/ 24 w 6"/>
                <a:gd name="T3" fmla="*/ 60 h 7"/>
                <a:gd name="T4" fmla="*/ 32 w 6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2"/>
                    <a:pt x="0" y="7"/>
                    <a:pt x="3" y="6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4" name="Freeform 4386">
              <a:extLst>
                <a:ext uri="{FF2B5EF4-FFF2-40B4-BE49-F238E27FC236}">
                  <a16:creationId xmlns:a16="http://schemas.microsoft.com/office/drawing/2014/main" id="{73DE9F84-EB53-4294-AA5C-EEB20CFEB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3144"/>
              <a:ext cx="7" cy="11"/>
            </a:xfrm>
            <a:custGeom>
              <a:avLst/>
              <a:gdLst>
                <a:gd name="T0" fmla="*/ 12 w 3"/>
                <a:gd name="T1" fmla="*/ 0 h 5"/>
                <a:gd name="T2" fmla="*/ 37 w 3"/>
                <a:gd name="T3" fmla="*/ 53 h 5"/>
                <a:gd name="T4" fmla="*/ 28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5"/>
                    <a:pt x="3" y="5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5" name="Freeform 4387">
              <a:extLst>
                <a:ext uri="{FF2B5EF4-FFF2-40B4-BE49-F238E27FC236}">
                  <a16:creationId xmlns:a16="http://schemas.microsoft.com/office/drawing/2014/main" id="{D831A716-69E1-46ED-A7AF-59F1F2872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3122"/>
              <a:ext cx="8" cy="7"/>
            </a:xfrm>
            <a:custGeom>
              <a:avLst/>
              <a:gdLst>
                <a:gd name="T0" fmla="*/ 0 w 4"/>
                <a:gd name="T1" fmla="*/ 12 h 3"/>
                <a:gd name="T2" fmla="*/ 16 w 4"/>
                <a:gd name="T3" fmla="*/ 37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6" name="Freeform 4388">
              <a:extLst>
                <a:ext uri="{FF2B5EF4-FFF2-40B4-BE49-F238E27FC236}">
                  <a16:creationId xmlns:a16="http://schemas.microsoft.com/office/drawing/2014/main" id="{706DEDBB-9D09-4F9E-AB55-54BA488E7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098"/>
              <a:ext cx="4" cy="7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37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7" name="Freeform 4389">
              <a:extLst>
                <a:ext uri="{FF2B5EF4-FFF2-40B4-BE49-F238E27FC236}">
                  <a16:creationId xmlns:a16="http://schemas.microsoft.com/office/drawing/2014/main" id="{DB29C8FA-8FFE-40B5-8306-D0A381388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3052"/>
              <a:ext cx="14" cy="11"/>
            </a:xfrm>
            <a:custGeom>
              <a:avLst/>
              <a:gdLst>
                <a:gd name="T0" fmla="*/ 16 w 7"/>
                <a:gd name="T1" fmla="*/ 0 h 5"/>
                <a:gd name="T2" fmla="*/ 40 w 7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5"/>
                    <a:pt x="7" y="5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8" name="Freeform 4390">
              <a:extLst>
                <a:ext uri="{FF2B5EF4-FFF2-40B4-BE49-F238E27FC236}">
                  <a16:creationId xmlns:a16="http://schemas.microsoft.com/office/drawing/2014/main" id="{E7E747F4-C217-4BE1-AA65-2EA030837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3000"/>
              <a:ext cx="17" cy="19"/>
            </a:xfrm>
            <a:custGeom>
              <a:avLst/>
              <a:gdLst>
                <a:gd name="T0" fmla="*/ 9 w 8"/>
                <a:gd name="T1" fmla="*/ 0 h 9"/>
                <a:gd name="T2" fmla="*/ 19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1" y="0"/>
                  </a:moveTo>
                  <a:cubicBezTo>
                    <a:pt x="0" y="9"/>
                    <a:pt x="8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9" name="Freeform 4391">
              <a:extLst>
                <a:ext uri="{FF2B5EF4-FFF2-40B4-BE49-F238E27FC236}">
                  <a16:creationId xmlns:a16="http://schemas.microsoft.com/office/drawing/2014/main" id="{6FC8AFB3-509F-420B-9679-AB7827F08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227"/>
              <a:ext cx="13" cy="13"/>
            </a:xfrm>
            <a:custGeom>
              <a:avLst/>
              <a:gdLst>
                <a:gd name="T0" fmla="*/ 0 w 6"/>
                <a:gd name="T1" fmla="*/ 0 h 6"/>
                <a:gd name="T2" fmla="*/ 9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6"/>
                    <a:pt x="6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0" name="Freeform 4392">
              <a:extLst>
                <a:ext uri="{FF2B5EF4-FFF2-40B4-BE49-F238E27FC236}">
                  <a16:creationId xmlns:a16="http://schemas.microsoft.com/office/drawing/2014/main" id="{DE5B3BF1-4B71-49AC-9E98-DC8B4081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3229"/>
              <a:ext cx="9" cy="9"/>
            </a:xfrm>
            <a:custGeom>
              <a:avLst/>
              <a:gdLst>
                <a:gd name="T0" fmla="*/ 25 w 4"/>
                <a:gd name="T1" fmla="*/ 11 h 4"/>
                <a:gd name="T2" fmla="*/ 36 w 4"/>
                <a:gd name="T3" fmla="*/ 45 h 4"/>
                <a:gd name="T4" fmla="*/ 25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0" y="2"/>
                    <a:pt x="1" y="4"/>
                    <a:pt x="3" y="4"/>
                  </a:cubicBezTo>
                  <a:cubicBezTo>
                    <a:pt x="4" y="3"/>
                    <a:pt x="3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1" name="Freeform 4393">
              <a:extLst>
                <a:ext uri="{FF2B5EF4-FFF2-40B4-BE49-F238E27FC236}">
                  <a16:creationId xmlns:a16="http://schemas.microsoft.com/office/drawing/2014/main" id="{7664612C-8091-47DD-B9D9-A118DB02E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227"/>
              <a:ext cx="6" cy="11"/>
            </a:xfrm>
            <a:custGeom>
              <a:avLst/>
              <a:gdLst>
                <a:gd name="T0" fmla="*/ 0 w 3"/>
                <a:gd name="T1" fmla="*/ 20 h 5"/>
                <a:gd name="T2" fmla="*/ 8 w 3"/>
                <a:gd name="T3" fmla="*/ 53 h 5"/>
                <a:gd name="T4" fmla="*/ 8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3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2" name="Freeform 4394">
              <a:extLst>
                <a:ext uri="{FF2B5EF4-FFF2-40B4-BE49-F238E27FC236}">
                  <a16:creationId xmlns:a16="http://schemas.microsoft.com/office/drawing/2014/main" id="{45C53C8A-2932-484F-89E1-84422237D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3229"/>
              <a:ext cx="2" cy="7"/>
            </a:xfrm>
            <a:custGeom>
              <a:avLst/>
              <a:gdLst>
                <a:gd name="T0" fmla="*/ 0 w 1"/>
                <a:gd name="T1" fmla="*/ 12 h 3"/>
                <a:gd name="T2" fmla="*/ 8 w 1"/>
                <a:gd name="T3" fmla="*/ 37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3" name="Freeform 4395">
              <a:extLst>
                <a:ext uri="{FF2B5EF4-FFF2-40B4-BE49-F238E27FC236}">
                  <a16:creationId xmlns:a16="http://schemas.microsoft.com/office/drawing/2014/main" id="{C19B11B0-D405-4D1E-80CA-C3C7380E6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3179"/>
              <a:ext cx="6" cy="11"/>
            </a:xfrm>
            <a:custGeom>
              <a:avLst/>
              <a:gdLst>
                <a:gd name="T0" fmla="*/ 0 w 3"/>
                <a:gd name="T1" fmla="*/ 20 h 5"/>
                <a:gd name="T2" fmla="*/ 8 w 3"/>
                <a:gd name="T3" fmla="*/ 53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4"/>
                    <a:pt x="1" y="4"/>
                    <a:pt x="1" y="5"/>
                  </a:cubicBezTo>
                  <a:cubicBezTo>
                    <a:pt x="3" y="4"/>
                    <a:pt x="3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4" name="Freeform 4396">
              <a:extLst>
                <a:ext uri="{FF2B5EF4-FFF2-40B4-BE49-F238E27FC236}">
                  <a16:creationId xmlns:a16="http://schemas.microsoft.com/office/drawing/2014/main" id="{D0DA0B5C-5B46-4FCC-8F5A-CAD545283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3109"/>
              <a:ext cx="4" cy="7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37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5" name="Freeform 4397">
              <a:extLst>
                <a:ext uri="{FF2B5EF4-FFF2-40B4-BE49-F238E27FC236}">
                  <a16:creationId xmlns:a16="http://schemas.microsoft.com/office/drawing/2014/main" id="{9EB9DBA5-B287-48D1-AF67-E3275395D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126"/>
              <a:ext cx="6" cy="8"/>
            </a:xfrm>
            <a:custGeom>
              <a:avLst/>
              <a:gdLst>
                <a:gd name="T0" fmla="*/ 0 w 3"/>
                <a:gd name="T1" fmla="*/ 8 h 4"/>
                <a:gd name="T2" fmla="*/ 8 w 3"/>
                <a:gd name="T3" fmla="*/ 32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6" name="Freeform 4398">
              <a:extLst>
                <a:ext uri="{FF2B5EF4-FFF2-40B4-BE49-F238E27FC236}">
                  <a16:creationId xmlns:a16="http://schemas.microsoft.com/office/drawing/2014/main" id="{7981B46D-BB3C-4FB6-99C5-D5D4100F4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126"/>
              <a:ext cx="8" cy="13"/>
            </a:xfrm>
            <a:custGeom>
              <a:avLst/>
              <a:gdLst>
                <a:gd name="T0" fmla="*/ 8 w 4"/>
                <a:gd name="T1" fmla="*/ 0 h 6"/>
                <a:gd name="T2" fmla="*/ 16 w 4"/>
                <a:gd name="T3" fmla="*/ 61 h 6"/>
                <a:gd name="T4" fmla="*/ 16 w 4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4" y="5"/>
                    <a:pt x="4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7" name="Freeform 4399">
              <a:extLst>
                <a:ext uri="{FF2B5EF4-FFF2-40B4-BE49-F238E27FC236}">
                  <a16:creationId xmlns:a16="http://schemas.microsoft.com/office/drawing/2014/main" id="{9858BDDA-01DD-47F5-952E-2D3B4F571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097"/>
              <a:ext cx="4" cy="7"/>
            </a:xfrm>
            <a:custGeom>
              <a:avLst/>
              <a:gdLst>
                <a:gd name="T0" fmla="*/ 0 w 2"/>
                <a:gd name="T1" fmla="*/ 12 h 3"/>
                <a:gd name="T2" fmla="*/ 0 w 2"/>
                <a:gd name="T3" fmla="*/ 37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8" name="Freeform 4400">
              <a:extLst>
                <a:ext uri="{FF2B5EF4-FFF2-40B4-BE49-F238E27FC236}">
                  <a16:creationId xmlns:a16="http://schemas.microsoft.com/office/drawing/2014/main" id="{05AA1017-B894-4944-B17E-4173894E3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108"/>
              <a:ext cx="8" cy="11"/>
            </a:xfrm>
            <a:custGeom>
              <a:avLst/>
              <a:gdLst>
                <a:gd name="T0" fmla="*/ 24 w 4"/>
                <a:gd name="T1" fmla="*/ 0 h 5"/>
                <a:gd name="T2" fmla="*/ 16 w 4"/>
                <a:gd name="T3" fmla="*/ 0 h 5"/>
                <a:gd name="T4" fmla="*/ 24 w 4"/>
                <a:gd name="T5" fmla="*/ 53 h 5"/>
                <a:gd name="T6" fmla="*/ 32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2"/>
                    <a:pt x="0" y="5"/>
                    <a:pt x="3" y="5"/>
                  </a:cubicBezTo>
                  <a:cubicBezTo>
                    <a:pt x="4" y="4"/>
                    <a:pt x="4" y="2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9" name="Freeform 4401">
              <a:extLst>
                <a:ext uri="{FF2B5EF4-FFF2-40B4-BE49-F238E27FC236}">
                  <a16:creationId xmlns:a16="http://schemas.microsoft.com/office/drawing/2014/main" id="{0D0338E2-FDB5-4A47-A0F2-6C89284BF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136"/>
              <a:ext cx="7" cy="11"/>
            </a:xfrm>
            <a:custGeom>
              <a:avLst/>
              <a:gdLst>
                <a:gd name="T0" fmla="*/ 28 w 3"/>
                <a:gd name="T1" fmla="*/ 0 h 5"/>
                <a:gd name="T2" fmla="*/ 28 w 3"/>
                <a:gd name="T3" fmla="*/ 53 h 5"/>
                <a:gd name="T4" fmla="*/ 28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4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0" name="Freeform 4402">
              <a:extLst>
                <a:ext uri="{FF2B5EF4-FFF2-40B4-BE49-F238E27FC236}">
                  <a16:creationId xmlns:a16="http://schemas.microsoft.com/office/drawing/2014/main" id="{4F20B081-8F75-4EA2-B9AE-2E27C9CB4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191"/>
              <a:ext cx="23" cy="18"/>
            </a:xfrm>
            <a:custGeom>
              <a:avLst/>
              <a:gdLst>
                <a:gd name="T0" fmla="*/ 65 w 11"/>
                <a:gd name="T1" fmla="*/ 0 h 8"/>
                <a:gd name="T2" fmla="*/ 75 w 11"/>
                <a:gd name="T3" fmla="*/ 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7" y="0"/>
                  </a:moveTo>
                  <a:cubicBezTo>
                    <a:pt x="0" y="3"/>
                    <a:pt x="11" y="8"/>
                    <a:pt x="8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1" name="Freeform 4403">
              <a:extLst>
                <a:ext uri="{FF2B5EF4-FFF2-40B4-BE49-F238E27FC236}">
                  <a16:creationId xmlns:a16="http://schemas.microsoft.com/office/drawing/2014/main" id="{6B7122EC-05F1-490F-8673-FF2228EBE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230"/>
              <a:ext cx="7" cy="11"/>
            </a:xfrm>
            <a:custGeom>
              <a:avLst/>
              <a:gdLst>
                <a:gd name="T0" fmla="*/ 12 w 3"/>
                <a:gd name="T1" fmla="*/ 0 h 5"/>
                <a:gd name="T2" fmla="*/ 28 w 3"/>
                <a:gd name="T3" fmla="*/ 53 h 5"/>
                <a:gd name="T4" fmla="*/ 37 w 3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4"/>
                    <a:pt x="3" y="3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2" name="Freeform 4404">
              <a:extLst>
                <a:ext uri="{FF2B5EF4-FFF2-40B4-BE49-F238E27FC236}">
                  <a16:creationId xmlns:a16="http://schemas.microsoft.com/office/drawing/2014/main" id="{2CB17006-A86A-4564-98C2-F07DB09F1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296"/>
              <a:ext cx="8" cy="9"/>
            </a:xfrm>
            <a:custGeom>
              <a:avLst/>
              <a:gdLst>
                <a:gd name="T0" fmla="*/ 0 w 4"/>
                <a:gd name="T1" fmla="*/ 0 h 4"/>
                <a:gd name="T2" fmla="*/ 8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3" name="Freeform 4405">
              <a:extLst>
                <a:ext uri="{FF2B5EF4-FFF2-40B4-BE49-F238E27FC236}">
                  <a16:creationId xmlns:a16="http://schemas.microsoft.com/office/drawing/2014/main" id="{723A6959-C377-4283-BA05-4B519A731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294"/>
              <a:ext cx="16" cy="15"/>
            </a:xfrm>
            <a:custGeom>
              <a:avLst/>
              <a:gdLst>
                <a:gd name="T0" fmla="*/ 32 w 8"/>
                <a:gd name="T1" fmla="*/ 0 h 7"/>
                <a:gd name="T2" fmla="*/ 48 w 8"/>
                <a:gd name="T3" fmla="*/ 1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0" y="5"/>
                    <a:pt x="8" y="7"/>
                    <a:pt x="6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4" name="Freeform 4406">
              <a:extLst>
                <a:ext uri="{FF2B5EF4-FFF2-40B4-BE49-F238E27FC236}">
                  <a16:creationId xmlns:a16="http://schemas.microsoft.com/office/drawing/2014/main" id="{66AAE6E8-E5FB-4136-BB54-90DD30C87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46"/>
              <a:ext cx="8" cy="11"/>
            </a:xfrm>
            <a:custGeom>
              <a:avLst/>
              <a:gdLst>
                <a:gd name="T0" fmla="*/ 0 w 4"/>
                <a:gd name="T1" fmla="*/ 33 h 5"/>
                <a:gd name="T2" fmla="*/ 8 w 4"/>
                <a:gd name="T3" fmla="*/ 53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5" name="Freeform 4407">
              <a:extLst>
                <a:ext uri="{FF2B5EF4-FFF2-40B4-BE49-F238E27FC236}">
                  <a16:creationId xmlns:a16="http://schemas.microsoft.com/office/drawing/2014/main" id="{2A9E1F97-70D6-4983-8767-1BC41A8B8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189"/>
              <a:ext cx="8" cy="9"/>
            </a:xfrm>
            <a:custGeom>
              <a:avLst/>
              <a:gdLst>
                <a:gd name="T0" fmla="*/ 0 w 4"/>
                <a:gd name="T1" fmla="*/ 0 h 4"/>
                <a:gd name="T2" fmla="*/ 24 w 4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3"/>
                    <a:pt x="4" y="4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6" name="Freeform 4408">
              <a:extLst>
                <a:ext uri="{FF2B5EF4-FFF2-40B4-BE49-F238E27FC236}">
                  <a16:creationId xmlns:a16="http://schemas.microsoft.com/office/drawing/2014/main" id="{60D9E117-512B-41F1-94E6-CD90187C1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174"/>
              <a:ext cx="6" cy="6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24 h 3"/>
                <a:gd name="T4" fmla="*/ 24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7" name="Freeform 4409">
              <a:extLst>
                <a:ext uri="{FF2B5EF4-FFF2-40B4-BE49-F238E27FC236}">
                  <a16:creationId xmlns:a16="http://schemas.microsoft.com/office/drawing/2014/main" id="{9DDC7670-2336-49DF-BAE8-ADCDBDED5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248"/>
              <a:ext cx="6" cy="9"/>
            </a:xfrm>
            <a:custGeom>
              <a:avLst/>
              <a:gdLst>
                <a:gd name="T0" fmla="*/ 0 w 3"/>
                <a:gd name="T1" fmla="*/ 0 h 4"/>
                <a:gd name="T2" fmla="*/ 16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8" name="Freeform 4410">
              <a:extLst>
                <a:ext uri="{FF2B5EF4-FFF2-40B4-BE49-F238E27FC236}">
                  <a16:creationId xmlns:a16="http://schemas.microsoft.com/office/drawing/2014/main" id="{9A5F0E9A-B91F-4754-8E61-D0DE41C9E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85"/>
              <a:ext cx="6" cy="6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2" y="3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9" name="Freeform 4411">
              <a:extLst>
                <a:ext uri="{FF2B5EF4-FFF2-40B4-BE49-F238E27FC236}">
                  <a16:creationId xmlns:a16="http://schemas.microsoft.com/office/drawing/2014/main" id="{49B04A8B-615B-40DC-B326-F0586260B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357"/>
              <a:ext cx="12" cy="13"/>
            </a:xfrm>
            <a:custGeom>
              <a:avLst/>
              <a:gdLst>
                <a:gd name="T0" fmla="*/ 16 w 6"/>
                <a:gd name="T1" fmla="*/ 0 h 6"/>
                <a:gd name="T2" fmla="*/ 24 w 6"/>
                <a:gd name="T3" fmla="*/ 52 h 6"/>
                <a:gd name="T4" fmla="*/ 24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1"/>
                    <a:pt x="0" y="6"/>
                    <a:pt x="3" y="5"/>
                  </a:cubicBezTo>
                  <a:cubicBezTo>
                    <a:pt x="6" y="5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0" name="Freeform 4412">
              <a:extLst>
                <a:ext uri="{FF2B5EF4-FFF2-40B4-BE49-F238E27FC236}">
                  <a16:creationId xmlns:a16="http://schemas.microsoft.com/office/drawing/2014/main" id="{A053313D-A28C-4818-93E6-7690BE5D2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364"/>
              <a:ext cx="4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16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1" name="Freeform 4413">
              <a:extLst>
                <a:ext uri="{FF2B5EF4-FFF2-40B4-BE49-F238E27FC236}">
                  <a16:creationId xmlns:a16="http://schemas.microsoft.com/office/drawing/2014/main" id="{60833A0C-7CD8-47A9-98FC-2F8967FE6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449"/>
              <a:ext cx="8" cy="11"/>
            </a:xfrm>
            <a:custGeom>
              <a:avLst/>
              <a:gdLst>
                <a:gd name="T0" fmla="*/ 8 w 4"/>
                <a:gd name="T1" fmla="*/ 9 h 5"/>
                <a:gd name="T2" fmla="*/ 16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2" name="Freeform 4414">
              <a:extLst>
                <a:ext uri="{FF2B5EF4-FFF2-40B4-BE49-F238E27FC236}">
                  <a16:creationId xmlns:a16="http://schemas.microsoft.com/office/drawing/2014/main" id="{B1AEAD8E-0239-441B-872F-C52333FDB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456"/>
              <a:ext cx="29" cy="13"/>
            </a:xfrm>
            <a:custGeom>
              <a:avLst/>
              <a:gdLst>
                <a:gd name="T0" fmla="*/ 64 w 14"/>
                <a:gd name="T1" fmla="*/ 0 h 6"/>
                <a:gd name="T2" fmla="*/ 73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7" y="0"/>
                  </a:moveTo>
                  <a:cubicBezTo>
                    <a:pt x="0" y="6"/>
                    <a:pt x="14" y="3"/>
                    <a:pt x="8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3" name="Freeform 4415">
              <a:extLst>
                <a:ext uri="{FF2B5EF4-FFF2-40B4-BE49-F238E27FC236}">
                  <a16:creationId xmlns:a16="http://schemas.microsoft.com/office/drawing/2014/main" id="{D362AF29-A52C-495F-9EE3-65C83F4F4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03"/>
              <a:ext cx="6" cy="11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53 h 5"/>
                <a:gd name="T4" fmla="*/ 16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4"/>
                    <a:pt x="3" y="3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4" name="Freeform 4416">
              <a:extLst>
                <a:ext uri="{FF2B5EF4-FFF2-40B4-BE49-F238E27FC236}">
                  <a16:creationId xmlns:a16="http://schemas.microsoft.com/office/drawing/2014/main" id="{8E5459D1-BF3A-4471-8924-1EAD40B42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458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53 h 5"/>
                <a:gd name="T4" fmla="*/ 24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5" name="Freeform 4417">
              <a:extLst>
                <a:ext uri="{FF2B5EF4-FFF2-40B4-BE49-F238E27FC236}">
                  <a16:creationId xmlns:a16="http://schemas.microsoft.com/office/drawing/2014/main" id="{5ED36908-0661-4D55-8234-B1460428A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324"/>
              <a:ext cx="4" cy="9"/>
            </a:xfrm>
            <a:custGeom>
              <a:avLst/>
              <a:gdLst>
                <a:gd name="T0" fmla="*/ 0 w 2"/>
                <a:gd name="T1" fmla="*/ 25 h 4"/>
                <a:gd name="T2" fmla="*/ 0 w 2"/>
                <a:gd name="T3" fmla="*/ 45 h 4"/>
                <a:gd name="T4" fmla="*/ 0 w 2"/>
                <a:gd name="T5" fmla="*/ 0 h 4"/>
                <a:gd name="T6" fmla="*/ 0 w 2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3"/>
                    <a:pt x="2" y="2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6" name="Freeform 4418">
              <a:extLst>
                <a:ext uri="{FF2B5EF4-FFF2-40B4-BE49-F238E27FC236}">
                  <a16:creationId xmlns:a16="http://schemas.microsoft.com/office/drawing/2014/main" id="{46FDB53A-8361-4925-BA87-B729FF174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394"/>
              <a:ext cx="6" cy="11"/>
            </a:xfrm>
            <a:custGeom>
              <a:avLst/>
              <a:gdLst>
                <a:gd name="T0" fmla="*/ 16 w 3"/>
                <a:gd name="T1" fmla="*/ 0 h 5"/>
                <a:gd name="T2" fmla="*/ 16 w 3"/>
                <a:gd name="T3" fmla="*/ 53 h 5"/>
                <a:gd name="T4" fmla="*/ 16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7" name="Freeform 4419">
              <a:extLst>
                <a:ext uri="{FF2B5EF4-FFF2-40B4-BE49-F238E27FC236}">
                  <a16:creationId xmlns:a16="http://schemas.microsoft.com/office/drawing/2014/main" id="{C72D4AFD-CE1D-4B9E-A68C-0FF622031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416"/>
              <a:ext cx="6" cy="9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45 h 4"/>
                <a:gd name="T4" fmla="*/ 16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3"/>
                    <a:pt x="3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8" name="Freeform 4420">
              <a:extLst>
                <a:ext uri="{FF2B5EF4-FFF2-40B4-BE49-F238E27FC236}">
                  <a16:creationId xmlns:a16="http://schemas.microsoft.com/office/drawing/2014/main" id="{E01A944A-A345-4055-9170-37C1F4124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338"/>
              <a:ext cx="4" cy="6"/>
            </a:xfrm>
            <a:custGeom>
              <a:avLst/>
              <a:gdLst>
                <a:gd name="T0" fmla="*/ 0 w 2"/>
                <a:gd name="T1" fmla="*/ 8 h 3"/>
                <a:gd name="T2" fmla="*/ 8 w 2"/>
                <a:gd name="T3" fmla="*/ 24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99" name="Freeform 4421">
              <a:extLst>
                <a:ext uri="{FF2B5EF4-FFF2-40B4-BE49-F238E27FC236}">
                  <a16:creationId xmlns:a16="http://schemas.microsoft.com/office/drawing/2014/main" id="{0D64166B-1D21-4D94-A52C-629C28FA0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558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37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0" name="Freeform 4422">
              <a:extLst>
                <a:ext uri="{FF2B5EF4-FFF2-40B4-BE49-F238E27FC236}">
                  <a16:creationId xmlns:a16="http://schemas.microsoft.com/office/drawing/2014/main" id="{0824F1C9-1551-4186-9A48-370A3E751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565"/>
              <a:ext cx="10" cy="15"/>
            </a:xfrm>
            <a:custGeom>
              <a:avLst/>
              <a:gdLst>
                <a:gd name="T0" fmla="*/ 8 w 5"/>
                <a:gd name="T1" fmla="*/ 0 h 7"/>
                <a:gd name="T2" fmla="*/ 24 w 5"/>
                <a:gd name="T3" fmla="*/ 69 h 7"/>
                <a:gd name="T4" fmla="*/ 24 w 5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3"/>
                    <a:pt x="1" y="6"/>
                    <a:pt x="3" y="7"/>
                  </a:cubicBezTo>
                  <a:cubicBezTo>
                    <a:pt x="5" y="5"/>
                    <a:pt x="5" y="3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1" name="Freeform 4423">
              <a:extLst>
                <a:ext uri="{FF2B5EF4-FFF2-40B4-BE49-F238E27FC236}">
                  <a16:creationId xmlns:a16="http://schemas.microsoft.com/office/drawing/2014/main" id="{56C56CD6-9D5C-4E0D-8300-E9265A573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554"/>
              <a:ext cx="6" cy="6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2" name="Freeform 4424">
              <a:extLst>
                <a:ext uri="{FF2B5EF4-FFF2-40B4-BE49-F238E27FC236}">
                  <a16:creationId xmlns:a16="http://schemas.microsoft.com/office/drawing/2014/main" id="{19B53F97-2182-453F-9304-A28581856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517"/>
              <a:ext cx="15" cy="15"/>
            </a:xfrm>
            <a:custGeom>
              <a:avLst/>
              <a:gdLst>
                <a:gd name="T0" fmla="*/ 41 w 7"/>
                <a:gd name="T1" fmla="*/ 9 h 7"/>
                <a:gd name="T2" fmla="*/ 9 w 7"/>
                <a:gd name="T3" fmla="*/ 41 h 7"/>
                <a:gd name="T4" fmla="*/ 60 w 7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3" y="7"/>
                    <a:pt x="7" y="5"/>
                    <a:pt x="6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3" name="Freeform 4425">
              <a:extLst>
                <a:ext uri="{FF2B5EF4-FFF2-40B4-BE49-F238E27FC236}">
                  <a16:creationId xmlns:a16="http://schemas.microsoft.com/office/drawing/2014/main" id="{8B6CF8D4-90A5-4978-A090-D8715B3BD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510"/>
              <a:ext cx="9" cy="9"/>
            </a:xfrm>
            <a:custGeom>
              <a:avLst/>
              <a:gdLst>
                <a:gd name="T0" fmla="*/ 25 w 4"/>
                <a:gd name="T1" fmla="*/ 0 h 4"/>
                <a:gd name="T2" fmla="*/ 0 w 4"/>
                <a:gd name="T3" fmla="*/ 25 h 4"/>
                <a:gd name="T4" fmla="*/ 25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4"/>
                    <a:pt x="4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4" name="Freeform 4426">
              <a:extLst>
                <a:ext uri="{FF2B5EF4-FFF2-40B4-BE49-F238E27FC236}">
                  <a16:creationId xmlns:a16="http://schemas.microsoft.com/office/drawing/2014/main" id="{556060F8-3AEC-4BBD-ACE1-E1731C818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506"/>
              <a:ext cx="8" cy="9"/>
            </a:xfrm>
            <a:custGeom>
              <a:avLst/>
              <a:gdLst>
                <a:gd name="T0" fmla="*/ 8 w 4"/>
                <a:gd name="T1" fmla="*/ 11 h 4"/>
                <a:gd name="T2" fmla="*/ 8 w 4"/>
                <a:gd name="T3" fmla="*/ 45 h 4"/>
                <a:gd name="T4" fmla="*/ 32 w 4"/>
                <a:gd name="T5" fmla="*/ 11 h 4"/>
                <a:gd name="T6" fmla="*/ 8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3"/>
                    <a:pt x="4" y="1"/>
                  </a:cubicBezTo>
                  <a:cubicBezTo>
                    <a:pt x="3" y="1"/>
                    <a:pt x="2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5" name="Freeform 4427">
              <a:extLst>
                <a:ext uri="{FF2B5EF4-FFF2-40B4-BE49-F238E27FC236}">
                  <a16:creationId xmlns:a16="http://schemas.microsoft.com/office/drawing/2014/main" id="{AE6FE0F1-D674-46B7-BB06-017BD9F22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624"/>
              <a:ext cx="7" cy="4"/>
            </a:xfrm>
            <a:custGeom>
              <a:avLst/>
              <a:gdLst>
                <a:gd name="T0" fmla="*/ 0 w 3"/>
                <a:gd name="T1" fmla="*/ 0 h 2"/>
                <a:gd name="T2" fmla="*/ 28 w 3"/>
                <a:gd name="T3" fmla="*/ 16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6" name="Freeform 4428">
              <a:extLst>
                <a:ext uri="{FF2B5EF4-FFF2-40B4-BE49-F238E27FC236}">
                  <a16:creationId xmlns:a16="http://schemas.microsoft.com/office/drawing/2014/main" id="{440B8E39-E0BA-49D6-BF62-97B604116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2619"/>
              <a:ext cx="10" cy="14"/>
            </a:xfrm>
            <a:custGeom>
              <a:avLst/>
              <a:gdLst>
                <a:gd name="T0" fmla="*/ 8 w 5"/>
                <a:gd name="T1" fmla="*/ 0 h 6"/>
                <a:gd name="T2" fmla="*/ 8 w 5"/>
                <a:gd name="T3" fmla="*/ 77 h 6"/>
                <a:gd name="T4" fmla="*/ 32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3" y="5"/>
                    <a:pt x="5" y="3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7" name="Freeform 4429">
              <a:extLst>
                <a:ext uri="{FF2B5EF4-FFF2-40B4-BE49-F238E27FC236}">
                  <a16:creationId xmlns:a16="http://schemas.microsoft.com/office/drawing/2014/main" id="{857B330F-4D6E-4F0F-9747-6C6047E17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576"/>
              <a:ext cx="6" cy="11"/>
            </a:xfrm>
            <a:custGeom>
              <a:avLst/>
              <a:gdLst>
                <a:gd name="T0" fmla="*/ 8 w 3"/>
                <a:gd name="T1" fmla="*/ 0 h 5"/>
                <a:gd name="T2" fmla="*/ 16 w 3"/>
                <a:gd name="T3" fmla="*/ 53 h 5"/>
                <a:gd name="T4" fmla="*/ 8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4"/>
                    <a:pt x="3" y="2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8" name="Freeform 4430">
              <a:extLst>
                <a:ext uri="{FF2B5EF4-FFF2-40B4-BE49-F238E27FC236}">
                  <a16:creationId xmlns:a16="http://schemas.microsoft.com/office/drawing/2014/main" id="{4D81FC70-AC1E-4F28-B43E-BB1F3008D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602"/>
              <a:ext cx="6" cy="9"/>
            </a:xfrm>
            <a:custGeom>
              <a:avLst/>
              <a:gdLst>
                <a:gd name="T0" fmla="*/ 24 w 3"/>
                <a:gd name="T1" fmla="*/ 0 h 4"/>
                <a:gd name="T2" fmla="*/ 8 w 3"/>
                <a:gd name="T3" fmla="*/ 45 h 4"/>
                <a:gd name="T4" fmla="*/ 16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3" y="4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09" name="Freeform 4431">
              <a:extLst>
                <a:ext uri="{FF2B5EF4-FFF2-40B4-BE49-F238E27FC236}">
                  <a16:creationId xmlns:a16="http://schemas.microsoft.com/office/drawing/2014/main" id="{50A37778-FC8B-4925-94D9-CF54F938F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689"/>
              <a:ext cx="8" cy="9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45 h 4"/>
                <a:gd name="T4" fmla="*/ 32 w 4"/>
                <a:gd name="T5" fmla="*/ 25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0" name="Freeform 4432">
              <a:extLst>
                <a:ext uri="{FF2B5EF4-FFF2-40B4-BE49-F238E27FC236}">
                  <a16:creationId xmlns:a16="http://schemas.microsoft.com/office/drawing/2014/main" id="{C2DDA981-E283-4DC1-A8D8-DD9B79C49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644"/>
              <a:ext cx="4" cy="6"/>
            </a:xfrm>
            <a:custGeom>
              <a:avLst/>
              <a:gdLst>
                <a:gd name="T0" fmla="*/ 8 w 2"/>
                <a:gd name="T1" fmla="*/ 0 h 3"/>
                <a:gd name="T2" fmla="*/ 16 w 2"/>
                <a:gd name="T3" fmla="*/ 24 h 3"/>
                <a:gd name="T4" fmla="*/ 16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2"/>
                    <a:pt x="0" y="2"/>
                    <a:pt x="2" y="3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1" name="Freeform 4433">
              <a:extLst>
                <a:ext uri="{FF2B5EF4-FFF2-40B4-BE49-F238E27FC236}">
                  <a16:creationId xmlns:a16="http://schemas.microsoft.com/office/drawing/2014/main" id="{86935A5B-A6E4-408A-986D-97AC7D64A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554"/>
              <a:ext cx="4" cy="6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24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2" name="Freeform 4434">
              <a:extLst>
                <a:ext uri="{FF2B5EF4-FFF2-40B4-BE49-F238E27FC236}">
                  <a16:creationId xmlns:a16="http://schemas.microsoft.com/office/drawing/2014/main" id="{8322266F-7037-4D86-BD03-492B7FF2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674"/>
              <a:ext cx="35" cy="20"/>
            </a:xfrm>
            <a:custGeom>
              <a:avLst/>
              <a:gdLst>
                <a:gd name="T0" fmla="*/ 60 w 17"/>
                <a:gd name="T1" fmla="*/ 0 h 9"/>
                <a:gd name="T2" fmla="*/ 80 w 17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7" y="0"/>
                  </a:moveTo>
                  <a:cubicBezTo>
                    <a:pt x="0" y="9"/>
                    <a:pt x="17" y="4"/>
                    <a:pt x="9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3" name="Freeform 4435">
              <a:extLst>
                <a:ext uri="{FF2B5EF4-FFF2-40B4-BE49-F238E27FC236}">
                  <a16:creationId xmlns:a16="http://schemas.microsoft.com/office/drawing/2014/main" id="{2E1C09DE-5DF4-42CD-8AE1-94346CCC3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733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8 w 4"/>
                <a:gd name="T3" fmla="*/ 0 h 4"/>
                <a:gd name="T4" fmla="*/ 24 w 4"/>
                <a:gd name="T5" fmla="*/ 45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4" name="Freeform 4436">
              <a:extLst>
                <a:ext uri="{FF2B5EF4-FFF2-40B4-BE49-F238E27FC236}">
                  <a16:creationId xmlns:a16="http://schemas.microsoft.com/office/drawing/2014/main" id="{2E28AA21-DF93-465E-BD2E-0089306EF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729"/>
              <a:ext cx="6" cy="8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32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3" y="3"/>
                    <a:pt x="3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5" name="Freeform 4437">
              <a:extLst>
                <a:ext uri="{FF2B5EF4-FFF2-40B4-BE49-F238E27FC236}">
                  <a16:creationId xmlns:a16="http://schemas.microsoft.com/office/drawing/2014/main" id="{C4CCACB4-9AA4-4242-B2E3-03DCC5E2F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694"/>
              <a:ext cx="8" cy="9"/>
            </a:xfrm>
            <a:custGeom>
              <a:avLst/>
              <a:gdLst>
                <a:gd name="T0" fmla="*/ 8 w 4"/>
                <a:gd name="T1" fmla="*/ 0 h 4"/>
                <a:gd name="T2" fmla="*/ 8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4" y="3"/>
                    <a:pt x="4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6" name="Freeform 4438">
              <a:extLst>
                <a:ext uri="{FF2B5EF4-FFF2-40B4-BE49-F238E27FC236}">
                  <a16:creationId xmlns:a16="http://schemas.microsoft.com/office/drawing/2014/main" id="{2BCE6ADB-E783-4903-BBE6-09119179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786"/>
              <a:ext cx="8" cy="8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4" y="2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7" name="Freeform 4439">
              <a:extLst>
                <a:ext uri="{FF2B5EF4-FFF2-40B4-BE49-F238E27FC236}">
                  <a16:creationId xmlns:a16="http://schemas.microsoft.com/office/drawing/2014/main" id="{39054E28-FAC2-42C5-8E19-1C154C0F9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794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53 h 5"/>
                <a:gd name="T4" fmla="*/ 16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4" y="4"/>
                    <a:pt x="4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8" name="Freeform 4440">
              <a:extLst>
                <a:ext uri="{FF2B5EF4-FFF2-40B4-BE49-F238E27FC236}">
                  <a16:creationId xmlns:a16="http://schemas.microsoft.com/office/drawing/2014/main" id="{755A8E01-6839-4327-B64D-8BB48FAA1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821"/>
              <a:ext cx="6" cy="8"/>
            </a:xfrm>
            <a:custGeom>
              <a:avLst/>
              <a:gdLst>
                <a:gd name="T0" fmla="*/ 16 w 3"/>
                <a:gd name="T1" fmla="*/ 0 h 4"/>
                <a:gd name="T2" fmla="*/ 8 w 3"/>
                <a:gd name="T3" fmla="*/ 32 h 4"/>
                <a:gd name="T4" fmla="*/ 24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3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19" name="Freeform 4441">
              <a:extLst>
                <a:ext uri="{FF2B5EF4-FFF2-40B4-BE49-F238E27FC236}">
                  <a16:creationId xmlns:a16="http://schemas.microsoft.com/office/drawing/2014/main" id="{5CBFFF3E-8F96-48E9-985D-63E90CA2F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81"/>
              <a:ext cx="12" cy="13"/>
            </a:xfrm>
            <a:custGeom>
              <a:avLst/>
              <a:gdLst>
                <a:gd name="T0" fmla="*/ 24 w 6"/>
                <a:gd name="T1" fmla="*/ 0 h 6"/>
                <a:gd name="T2" fmla="*/ 24 w 6"/>
                <a:gd name="T3" fmla="*/ 61 h 6"/>
                <a:gd name="T4" fmla="*/ 32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0" name="Freeform 4442">
              <a:extLst>
                <a:ext uri="{FF2B5EF4-FFF2-40B4-BE49-F238E27FC236}">
                  <a16:creationId xmlns:a16="http://schemas.microsoft.com/office/drawing/2014/main" id="{B3E7B842-D4E5-4112-A6F7-884263D59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746"/>
              <a:ext cx="6" cy="5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33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1" name="Freeform 4443">
              <a:extLst>
                <a:ext uri="{FF2B5EF4-FFF2-40B4-BE49-F238E27FC236}">
                  <a16:creationId xmlns:a16="http://schemas.microsoft.com/office/drawing/2014/main" id="{F76BDFC5-48E3-46B2-8F84-936A52AD1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840"/>
              <a:ext cx="14" cy="13"/>
            </a:xfrm>
            <a:custGeom>
              <a:avLst/>
              <a:gdLst>
                <a:gd name="T0" fmla="*/ 32 w 7"/>
                <a:gd name="T1" fmla="*/ 0 h 6"/>
                <a:gd name="T2" fmla="*/ 40 w 7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0" y="3"/>
                    <a:pt x="7" y="6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2" name="Freeform 4444">
              <a:extLst>
                <a:ext uri="{FF2B5EF4-FFF2-40B4-BE49-F238E27FC236}">
                  <a16:creationId xmlns:a16="http://schemas.microsoft.com/office/drawing/2014/main" id="{DAFAC9A4-8DC4-4708-A4F0-6DE3E99B4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816"/>
              <a:ext cx="6" cy="9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45 h 4"/>
                <a:gd name="T4" fmla="*/ 16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3" name="Freeform 4445">
              <a:extLst>
                <a:ext uri="{FF2B5EF4-FFF2-40B4-BE49-F238E27FC236}">
                  <a16:creationId xmlns:a16="http://schemas.microsoft.com/office/drawing/2014/main" id="{71E30C0A-0F33-48E7-AAC8-5C0C848DA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866"/>
              <a:ext cx="8" cy="14"/>
            </a:xfrm>
            <a:custGeom>
              <a:avLst/>
              <a:gdLst>
                <a:gd name="T0" fmla="*/ 0 w 4"/>
                <a:gd name="T1" fmla="*/ 0 h 6"/>
                <a:gd name="T2" fmla="*/ 8 w 4"/>
                <a:gd name="T3" fmla="*/ 77 h 6"/>
                <a:gd name="T4" fmla="*/ 16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2"/>
                    <a:pt x="0" y="5"/>
                    <a:pt x="1" y="6"/>
                  </a:cubicBezTo>
                  <a:cubicBezTo>
                    <a:pt x="3" y="5"/>
                    <a:pt x="4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4" name="Freeform 4446">
              <a:extLst>
                <a:ext uri="{FF2B5EF4-FFF2-40B4-BE49-F238E27FC236}">
                  <a16:creationId xmlns:a16="http://schemas.microsoft.com/office/drawing/2014/main" id="{1805F0A8-9FD4-450E-A430-95B20A624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866"/>
              <a:ext cx="6" cy="11"/>
            </a:xfrm>
            <a:custGeom>
              <a:avLst/>
              <a:gdLst>
                <a:gd name="T0" fmla="*/ 0 w 3"/>
                <a:gd name="T1" fmla="*/ 0 h 5"/>
                <a:gd name="T2" fmla="*/ 16 w 3"/>
                <a:gd name="T3" fmla="*/ 53 h 5"/>
                <a:gd name="T4" fmla="*/ 16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4"/>
                    <a:pt x="3" y="3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5" name="Freeform 4447">
              <a:extLst>
                <a:ext uri="{FF2B5EF4-FFF2-40B4-BE49-F238E27FC236}">
                  <a16:creationId xmlns:a16="http://schemas.microsoft.com/office/drawing/2014/main" id="{3C436F7E-98EB-407B-B6BF-FF3308633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842"/>
              <a:ext cx="25" cy="20"/>
            </a:xfrm>
            <a:custGeom>
              <a:avLst/>
              <a:gdLst>
                <a:gd name="T0" fmla="*/ 35 w 12"/>
                <a:gd name="T1" fmla="*/ 9 h 9"/>
                <a:gd name="T2" fmla="*/ 56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4" y="1"/>
                  </a:moveTo>
                  <a:cubicBezTo>
                    <a:pt x="0" y="9"/>
                    <a:pt x="12" y="1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6" name="Freeform 4448">
              <a:extLst>
                <a:ext uri="{FF2B5EF4-FFF2-40B4-BE49-F238E27FC236}">
                  <a16:creationId xmlns:a16="http://schemas.microsoft.com/office/drawing/2014/main" id="{FC7AA692-8D7B-4644-952E-8724E1F79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930"/>
              <a:ext cx="5" cy="6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24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7" name="Freeform 4449">
              <a:extLst>
                <a:ext uri="{FF2B5EF4-FFF2-40B4-BE49-F238E27FC236}">
                  <a16:creationId xmlns:a16="http://schemas.microsoft.com/office/drawing/2014/main" id="{11AD48C9-A357-451C-8B0E-F2CF66EEB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941"/>
              <a:ext cx="14" cy="17"/>
            </a:xfrm>
            <a:custGeom>
              <a:avLst/>
              <a:gdLst>
                <a:gd name="T0" fmla="*/ 40 w 7"/>
                <a:gd name="T1" fmla="*/ 9 h 8"/>
                <a:gd name="T2" fmla="*/ 40 w 7"/>
                <a:gd name="T3" fmla="*/ 77 h 8"/>
                <a:gd name="T4" fmla="*/ 48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0" y="0"/>
                    <a:pt x="1" y="6"/>
                    <a:pt x="5" y="8"/>
                  </a:cubicBezTo>
                  <a:cubicBezTo>
                    <a:pt x="6" y="6"/>
                    <a:pt x="7" y="3"/>
                    <a:pt x="6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8" name="Freeform 4450">
              <a:extLst>
                <a:ext uri="{FF2B5EF4-FFF2-40B4-BE49-F238E27FC236}">
                  <a16:creationId xmlns:a16="http://schemas.microsoft.com/office/drawing/2014/main" id="{73ECBEF4-3BB7-4FD5-ADA8-4836A68B1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923"/>
              <a:ext cx="8" cy="7"/>
            </a:xfrm>
            <a:custGeom>
              <a:avLst/>
              <a:gdLst>
                <a:gd name="T0" fmla="*/ 0 w 4"/>
                <a:gd name="T1" fmla="*/ 0 h 3"/>
                <a:gd name="T2" fmla="*/ 0 w 4"/>
                <a:gd name="T3" fmla="*/ 37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4" y="3"/>
                    <a:pt x="3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9" name="Freeform 4451">
              <a:extLst>
                <a:ext uri="{FF2B5EF4-FFF2-40B4-BE49-F238E27FC236}">
                  <a16:creationId xmlns:a16="http://schemas.microsoft.com/office/drawing/2014/main" id="{C0189903-CB3B-4FDA-88AD-63545D7C7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08"/>
              <a:ext cx="12" cy="13"/>
            </a:xfrm>
            <a:custGeom>
              <a:avLst/>
              <a:gdLst>
                <a:gd name="T0" fmla="*/ 0 w 6"/>
                <a:gd name="T1" fmla="*/ 9 h 6"/>
                <a:gd name="T2" fmla="*/ 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1" y="6"/>
                    <a:pt x="6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0" name="Freeform 4452">
              <a:extLst>
                <a:ext uri="{FF2B5EF4-FFF2-40B4-BE49-F238E27FC236}">
                  <a16:creationId xmlns:a16="http://schemas.microsoft.com/office/drawing/2014/main" id="{963359D5-95B1-4B89-A166-4CD9E703A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63"/>
              <a:ext cx="8" cy="8"/>
            </a:xfrm>
            <a:custGeom>
              <a:avLst/>
              <a:gdLst>
                <a:gd name="T0" fmla="*/ 16 w 4"/>
                <a:gd name="T1" fmla="*/ 8 h 4"/>
                <a:gd name="T2" fmla="*/ 8 w 4"/>
                <a:gd name="T3" fmla="*/ 8 h 4"/>
                <a:gd name="T4" fmla="*/ 16 w 4"/>
                <a:gd name="T5" fmla="*/ 32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3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1" name="Freeform 4453">
              <a:extLst>
                <a:ext uri="{FF2B5EF4-FFF2-40B4-BE49-F238E27FC236}">
                  <a16:creationId xmlns:a16="http://schemas.microsoft.com/office/drawing/2014/main" id="{1644D081-6371-48C7-B47B-000888CBC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000"/>
              <a:ext cx="12" cy="13"/>
            </a:xfrm>
            <a:custGeom>
              <a:avLst/>
              <a:gdLst>
                <a:gd name="T0" fmla="*/ 32 w 6"/>
                <a:gd name="T1" fmla="*/ 0 h 6"/>
                <a:gd name="T2" fmla="*/ 24 w 6"/>
                <a:gd name="T3" fmla="*/ 52 h 6"/>
                <a:gd name="T4" fmla="*/ 40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2" y="0"/>
                    <a:pt x="0" y="5"/>
                    <a:pt x="3" y="5"/>
                  </a:cubicBezTo>
                  <a:cubicBezTo>
                    <a:pt x="5" y="6"/>
                    <a:pt x="6" y="2"/>
                    <a:pt x="5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2" name="Freeform 4454">
              <a:extLst>
                <a:ext uri="{FF2B5EF4-FFF2-40B4-BE49-F238E27FC236}">
                  <a16:creationId xmlns:a16="http://schemas.microsoft.com/office/drawing/2014/main" id="{B5E5FAB0-87DE-47C9-B599-B7683DA3D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954"/>
              <a:ext cx="14" cy="9"/>
            </a:xfrm>
            <a:custGeom>
              <a:avLst/>
              <a:gdLst>
                <a:gd name="T0" fmla="*/ 16 w 7"/>
                <a:gd name="T1" fmla="*/ 0 h 4"/>
                <a:gd name="T2" fmla="*/ 24 w 7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3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3" name="Freeform 4455">
              <a:extLst>
                <a:ext uri="{FF2B5EF4-FFF2-40B4-BE49-F238E27FC236}">
                  <a16:creationId xmlns:a16="http://schemas.microsoft.com/office/drawing/2014/main" id="{78F87180-512B-405A-BF4B-9D1B8B118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024"/>
              <a:ext cx="8" cy="13"/>
            </a:xfrm>
            <a:custGeom>
              <a:avLst/>
              <a:gdLst>
                <a:gd name="T0" fmla="*/ 8 w 4"/>
                <a:gd name="T1" fmla="*/ 20 h 6"/>
                <a:gd name="T2" fmla="*/ 8 w 4"/>
                <a:gd name="T3" fmla="*/ 61 h 6"/>
                <a:gd name="T4" fmla="*/ 8 w 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4" y="5"/>
                    <a:pt x="4" y="0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4" name="Freeform 4456">
              <a:extLst>
                <a:ext uri="{FF2B5EF4-FFF2-40B4-BE49-F238E27FC236}">
                  <a16:creationId xmlns:a16="http://schemas.microsoft.com/office/drawing/2014/main" id="{4D722226-403A-4824-B228-F4412FCE9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063"/>
              <a:ext cx="10" cy="15"/>
            </a:xfrm>
            <a:custGeom>
              <a:avLst/>
              <a:gdLst>
                <a:gd name="T0" fmla="*/ 0 w 5"/>
                <a:gd name="T1" fmla="*/ 9 h 7"/>
                <a:gd name="T2" fmla="*/ 24 w 5"/>
                <a:gd name="T3" fmla="*/ 69 h 7"/>
                <a:gd name="T4" fmla="*/ 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0" y="3"/>
                    <a:pt x="1" y="6"/>
                    <a:pt x="3" y="7"/>
                  </a:cubicBezTo>
                  <a:cubicBezTo>
                    <a:pt x="5" y="5"/>
                    <a:pt x="4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5" name="Freeform 4457">
              <a:extLst>
                <a:ext uri="{FF2B5EF4-FFF2-40B4-BE49-F238E27FC236}">
                  <a16:creationId xmlns:a16="http://schemas.microsoft.com/office/drawing/2014/main" id="{66F14E77-8732-4E76-A729-541FBEF08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057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1" y="3"/>
                    <a:pt x="1" y="3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6" name="Freeform 4458">
              <a:extLst>
                <a:ext uri="{FF2B5EF4-FFF2-40B4-BE49-F238E27FC236}">
                  <a16:creationId xmlns:a16="http://schemas.microsoft.com/office/drawing/2014/main" id="{7825C530-28BC-4106-AF62-F8DE91FEB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3009"/>
              <a:ext cx="15" cy="13"/>
            </a:xfrm>
            <a:custGeom>
              <a:avLst/>
              <a:gdLst>
                <a:gd name="T0" fmla="*/ 28 w 7"/>
                <a:gd name="T1" fmla="*/ 0 h 6"/>
                <a:gd name="T2" fmla="*/ 51 w 7"/>
                <a:gd name="T3" fmla="*/ 33 h 6"/>
                <a:gd name="T4" fmla="*/ 19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2"/>
                    <a:pt x="3" y="6"/>
                    <a:pt x="5" y="3"/>
                  </a:cubicBezTo>
                  <a:cubicBezTo>
                    <a:pt x="7" y="1"/>
                    <a:pt x="4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7" name="Freeform 4459">
              <a:extLst>
                <a:ext uri="{FF2B5EF4-FFF2-40B4-BE49-F238E27FC236}">
                  <a16:creationId xmlns:a16="http://schemas.microsoft.com/office/drawing/2014/main" id="{7FC9DCC9-B5D3-4300-9C83-6BDB87610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3006"/>
              <a:ext cx="6" cy="11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53 h 5"/>
                <a:gd name="T4" fmla="*/ 16 w 3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4"/>
                    <a:pt x="3" y="3"/>
                    <a:pt x="2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8" name="Freeform 4460">
              <a:extLst>
                <a:ext uri="{FF2B5EF4-FFF2-40B4-BE49-F238E27FC236}">
                  <a16:creationId xmlns:a16="http://schemas.microsoft.com/office/drawing/2014/main" id="{D5CBD9B1-2A61-4CC7-8560-D2B4B5F8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065"/>
              <a:ext cx="10" cy="9"/>
            </a:xfrm>
            <a:custGeom>
              <a:avLst/>
              <a:gdLst>
                <a:gd name="T0" fmla="*/ 16 w 5"/>
                <a:gd name="T1" fmla="*/ 11 h 4"/>
                <a:gd name="T2" fmla="*/ 8 w 5"/>
                <a:gd name="T3" fmla="*/ 11 h 4"/>
                <a:gd name="T4" fmla="*/ 16 w 5"/>
                <a:gd name="T5" fmla="*/ 45 h 4"/>
                <a:gd name="T6" fmla="*/ 16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2"/>
                    <a:pt x="1" y="4"/>
                    <a:pt x="2" y="4"/>
                  </a:cubicBezTo>
                  <a:cubicBezTo>
                    <a:pt x="5" y="3"/>
                    <a:pt x="5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39" name="Freeform 4461">
              <a:extLst>
                <a:ext uri="{FF2B5EF4-FFF2-40B4-BE49-F238E27FC236}">
                  <a16:creationId xmlns:a16="http://schemas.microsoft.com/office/drawing/2014/main" id="{DEC06F11-DFFE-4240-9542-22FA12D65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098"/>
              <a:ext cx="6" cy="7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37 h 3"/>
                <a:gd name="T4" fmla="*/ 24 w 3"/>
                <a:gd name="T5" fmla="*/ 12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3"/>
                  </a:cubicBezTo>
                  <a:cubicBezTo>
                    <a:pt x="2" y="3"/>
                    <a:pt x="3" y="3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0" name="Freeform 4462">
              <a:extLst>
                <a:ext uri="{FF2B5EF4-FFF2-40B4-BE49-F238E27FC236}">
                  <a16:creationId xmlns:a16="http://schemas.microsoft.com/office/drawing/2014/main" id="{6357E816-9E2D-4228-927A-6BF006063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133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16 w 5"/>
                <a:gd name="T3" fmla="*/ 53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1" name="Freeform 4463">
              <a:extLst>
                <a:ext uri="{FF2B5EF4-FFF2-40B4-BE49-F238E27FC236}">
                  <a16:creationId xmlns:a16="http://schemas.microsoft.com/office/drawing/2014/main" id="{75E52A5B-89D4-4689-A587-1FD1AB0F9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3190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16 w 4"/>
                <a:gd name="T3" fmla="*/ 45 h 4"/>
                <a:gd name="T4" fmla="*/ 24 w 4"/>
                <a:gd name="T5" fmla="*/ 0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2"/>
                    <a:pt x="0" y="2"/>
                    <a:pt x="2" y="4"/>
                  </a:cubicBezTo>
                  <a:cubicBezTo>
                    <a:pt x="3" y="3"/>
                    <a:pt x="4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2" name="Freeform 4464">
              <a:extLst>
                <a:ext uri="{FF2B5EF4-FFF2-40B4-BE49-F238E27FC236}">
                  <a16:creationId xmlns:a16="http://schemas.microsoft.com/office/drawing/2014/main" id="{86894A92-4268-489F-A3AC-DE7C97865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3179"/>
              <a:ext cx="13" cy="11"/>
            </a:xfrm>
            <a:custGeom>
              <a:avLst/>
              <a:gdLst>
                <a:gd name="T0" fmla="*/ 52 w 6"/>
                <a:gd name="T1" fmla="*/ 0 h 5"/>
                <a:gd name="T2" fmla="*/ 61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0" y="1"/>
                    <a:pt x="6" y="5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3" name="Freeform 4465">
              <a:extLst>
                <a:ext uri="{FF2B5EF4-FFF2-40B4-BE49-F238E27FC236}">
                  <a16:creationId xmlns:a16="http://schemas.microsoft.com/office/drawing/2014/main" id="{DD53F06F-A346-403A-B401-E87B52CD3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192"/>
              <a:ext cx="8" cy="9"/>
            </a:xfrm>
            <a:custGeom>
              <a:avLst/>
              <a:gdLst>
                <a:gd name="T0" fmla="*/ 16 w 4"/>
                <a:gd name="T1" fmla="*/ 0 h 4"/>
                <a:gd name="T2" fmla="*/ 0 w 4"/>
                <a:gd name="T3" fmla="*/ 11 h 4"/>
                <a:gd name="T4" fmla="*/ 16 w 4"/>
                <a:gd name="T5" fmla="*/ 45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4" name="Freeform 4466">
              <a:extLst>
                <a:ext uri="{FF2B5EF4-FFF2-40B4-BE49-F238E27FC236}">
                  <a16:creationId xmlns:a16="http://schemas.microsoft.com/office/drawing/2014/main" id="{24A78520-99F8-4F82-9702-72E45AA18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175"/>
              <a:ext cx="12" cy="17"/>
            </a:xfrm>
            <a:custGeom>
              <a:avLst/>
              <a:gdLst>
                <a:gd name="T0" fmla="*/ 16 w 6"/>
                <a:gd name="T1" fmla="*/ 9 h 8"/>
                <a:gd name="T2" fmla="*/ 32 w 6"/>
                <a:gd name="T3" fmla="*/ 60 h 8"/>
                <a:gd name="T4" fmla="*/ 24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1"/>
                  </a:moveTo>
                  <a:cubicBezTo>
                    <a:pt x="0" y="3"/>
                    <a:pt x="2" y="8"/>
                    <a:pt x="4" y="6"/>
                  </a:cubicBezTo>
                  <a:cubicBezTo>
                    <a:pt x="6" y="4"/>
                    <a:pt x="5" y="1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5" name="Freeform 4467">
              <a:extLst>
                <a:ext uri="{FF2B5EF4-FFF2-40B4-BE49-F238E27FC236}">
                  <a16:creationId xmlns:a16="http://schemas.microsoft.com/office/drawing/2014/main" id="{8EFC07A0-4C63-4727-ABBE-E96C8C495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162"/>
              <a:ext cx="6" cy="8"/>
            </a:xfrm>
            <a:custGeom>
              <a:avLst/>
              <a:gdLst>
                <a:gd name="T0" fmla="*/ 16 w 3"/>
                <a:gd name="T1" fmla="*/ 0 h 4"/>
                <a:gd name="T2" fmla="*/ 16 w 3"/>
                <a:gd name="T3" fmla="*/ 32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3"/>
                    <a:pt x="3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6" name="Freeform 4468">
              <a:extLst>
                <a:ext uri="{FF2B5EF4-FFF2-40B4-BE49-F238E27FC236}">
                  <a16:creationId xmlns:a16="http://schemas.microsoft.com/office/drawing/2014/main" id="{554DBE80-CC04-4DA9-B990-D4699CC74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122"/>
              <a:ext cx="12" cy="13"/>
            </a:xfrm>
            <a:custGeom>
              <a:avLst/>
              <a:gdLst>
                <a:gd name="T0" fmla="*/ 24 w 6"/>
                <a:gd name="T1" fmla="*/ 9 h 6"/>
                <a:gd name="T2" fmla="*/ 24 w 6"/>
                <a:gd name="T3" fmla="*/ 61 h 6"/>
                <a:gd name="T4" fmla="*/ 40 w 6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0" y="0"/>
                    <a:pt x="0" y="5"/>
                    <a:pt x="3" y="6"/>
                  </a:cubicBezTo>
                  <a:cubicBezTo>
                    <a:pt x="5" y="6"/>
                    <a:pt x="6" y="3"/>
                    <a:pt x="5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7" name="Freeform 4469">
              <a:extLst>
                <a:ext uri="{FF2B5EF4-FFF2-40B4-BE49-F238E27FC236}">
                  <a16:creationId xmlns:a16="http://schemas.microsoft.com/office/drawing/2014/main" id="{FE0D01BF-B910-4D51-AFF5-D4247D9F5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120"/>
              <a:ext cx="12" cy="11"/>
            </a:xfrm>
            <a:custGeom>
              <a:avLst/>
              <a:gdLst>
                <a:gd name="T0" fmla="*/ 0 w 6"/>
                <a:gd name="T1" fmla="*/ 20 h 5"/>
                <a:gd name="T2" fmla="*/ 8 w 6"/>
                <a:gd name="T3" fmla="*/ 53 h 5"/>
                <a:gd name="T4" fmla="*/ 16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6" y="0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8" name="Freeform 4470">
              <a:extLst>
                <a:ext uri="{FF2B5EF4-FFF2-40B4-BE49-F238E27FC236}">
                  <a16:creationId xmlns:a16="http://schemas.microsoft.com/office/drawing/2014/main" id="{868DCD2E-4251-4C21-9A1D-4488A50A2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221"/>
              <a:ext cx="9" cy="15"/>
            </a:xfrm>
            <a:custGeom>
              <a:avLst/>
              <a:gdLst>
                <a:gd name="T0" fmla="*/ 25 w 4"/>
                <a:gd name="T1" fmla="*/ 0 h 7"/>
                <a:gd name="T2" fmla="*/ 25 w 4"/>
                <a:gd name="T3" fmla="*/ 69 h 7"/>
                <a:gd name="T4" fmla="*/ 36 w 4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4" y="6"/>
                    <a:pt x="4" y="5"/>
                    <a:pt x="3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9" name="Freeform 4471">
              <a:extLst>
                <a:ext uri="{FF2B5EF4-FFF2-40B4-BE49-F238E27FC236}">
                  <a16:creationId xmlns:a16="http://schemas.microsoft.com/office/drawing/2014/main" id="{7157CD71-C4E4-4BFA-847E-F4EF5C743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238"/>
              <a:ext cx="4" cy="9"/>
            </a:xfrm>
            <a:custGeom>
              <a:avLst/>
              <a:gdLst>
                <a:gd name="T0" fmla="*/ 0 w 2"/>
                <a:gd name="T1" fmla="*/ 11 h 4"/>
                <a:gd name="T2" fmla="*/ 0 w 2"/>
                <a:gd name="T3" fmla="*/ 45 h 4"/>
                <a:gd name="T4" fmla="*/ 16 w 2"/>
                <a:gd name="T5" fmla="*/ 11 h 4"/>
                <a:gd name="T6" fmla="*/ 8 w 2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0" name="Freeform 4472">
              <a:extLst>
                <a:ext uri="{FF2B5EF4-FFF2-40B4-BE49-F238E27FC236}">
                  <a16:creationId xmlns:a16="http://schemas.microsoft.com/office/drawing/2014/main" id="{C983D122-C0AF-45F5-BA4E-FE2C203A1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238"/>
              <a:ext cx="16" cy="13"/>
            </a:xfrm>
            <a:custGeom>
              <a:avLst/>
              <a:gdLst>
                <a:gd name="T0" fmla="*/ 40 w 8"/>
                <a:gd name="T1" fmla="*/ 0 h 6"/>
                <a:gd name="T2" fmla="*/ 48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0" y="1"/>
                    <a:pt x="8" y="6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1" name="Freeform 4473">
              <a:extLst>
                <a:ext uri="{FF2B5EF4-FFF2-40B4-BE49-F238E27FC236}">
                  <a16:creationId xmlns:a16="http://schemas.microsoft.com/office/drawing/2014/main" id="{CA0E1FCC-3384-48A1-997F-66432813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181"/>
              <a:ext cx="6" cy="7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28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2" name="Freeform 4474">
              <a:extLst>
                <a:ext uri="{FF2B5EF4-FFF2-40B4-BE49-F238E27FC236}">
                  <a16:creationId xmlns:a16="http://schemas.microsoft.com/office/drawing/2014/main" id="{8AA06FD4-4031-40E6-AB5C-ECB035409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507"/>
              <a:ext cx="19" cy="20"/>
            </a:xfrm>
            <a:custGeom>
              <a:avLst/>
              <a:gdLst>
                <a:gd name="T0" fmla="*/ 57 w 9"/>
                <a:gd name="T1" fmla="*/ 0 h 9"/>
                <a:gd name="T2" fmla="*/ 17 w 9"/>
                <a:gd name="T3" fmla="*/ 98 h 9"/>
                <a:gd name="T4" fmla="*/ 68 w 9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0"/>
                  </a:moveTo>
                  <a:cubicBezTo>
                    <a:pt x="2" y="1"/>
                    <a:pt x="0" y="5"/>
                    <a:pt x="2" y="9"/>
                  </a:cubicBezTo>
                  <a:cubicBezTo>
                    <a:pt x="6" y="8"/>
                    <a:pt x="9" y="4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3" name="Freeform 4475">
              <a:extLst>
                <a:ext uri="{FF2B5EF4-FFF2-40B4-BE49-F238E27FC236}">
                  <a16:creationId xmlns:a16="http://schemas.microsoft.com/office/drawing/2014/main" id="{C5092C64-96B0-4EC3-AC23-87921CFCA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566"/>
              <a:ext cx="17" cy="17"/>
            </a:xfrm>
            <a:custGeom>
              <a:avLst/>
              <a:gdLst>
                <a:gd name="T0" fmla="*/ 28 w 8"/>
                <a:gd name="T1" fmla="*/ 0 h 8"/>
                <a:gd name="T2" fmla="*/ 40 w 8"/>
                <a:gd name="T3" fmla="*/ 77 h 8"/>
                <a:gd name="T4" fmla="*/ 60 w 8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0" y="2"/>
                    <a:pt x="1" y="6"/>
                    <a:pt x="4" y="8"/>
                  </a:cubicBezTo>
                  <a:cubicBezTo>
                    <a:pt x="7" y="8"/>
                    <a:pt x="8" y="4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4" name="Freeform 4476">
              <a:extLst>
                <a:ext uri="{FF2B5EF4-FFF2-40B4-BE49-F238E27FC236}">
                  <a16:creationId xmlns:a16="http://schemas.microsoft.com/office/drawing/2014/main" id="{C6C6EF4D-3920-4E3E-AD99-40C26B299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572"/>
              <a:ext cx="19" cy="20"/>
            </a:xfrm>
            <a:custGeom>
              <a:avLst/>
              <a:gdLst>
                <a:gd name="T0" fmla="*/ 49 w 9"/>
                <a:gd name="T1" fmla="*/ 0 h 9"/>
                <a:gd name="T2" fmla="*/ 8 w 9"/>
                <a:gd name="T3" fmla="*/ 89 h 9"/>
                <a:gd name="T4" fmla="*/ 68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2" y="1"/>
                    <a:pt x="0" y="4"/>
                    <a:pt x="1" y="8"/>
                  </a:cubicBezTo>
                  <a:cubicBezTo>
                    <a:pt x="5" y="9"/>
                    <a:pt x="9" y="4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5" name="Freeform 4477">
              <a:extLst>
                <a:ext uri="{FF2B5EF4-FFF2-40B4-BE49-F238E27FC236}">
                  <a16:creationId xmlns:a16="http://schemas.microsoft.com/office/drawing/2014/main" id="{5A4C4218-50BC-488D-80DC-5B335CC43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3520"/>
              <a:ext cx="9" cy="11"/>
            </a:xfrm>
            <a:custGeom>
              <a:avLst/>
              <a:gdLst>
                <a:gd name="T0" fmla="*/ 36 w 4"/>
                <a:gd name="T1" fmla="*/ 0 h 5"/>
                <a:gd name="T2" fmla="*/ 11 w 4"/>
                <a:gd name="T3" fmla="*/ 53 h 5"/>
                <a:gd name="T4" fmla="*/ 45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2"/>
                    <a:pt x="0" y="2"/>
                    <a:pt x="1" y="5"/>
                  </a:cubicBezTo>
                  <a:cubicBezTo>
                    <a:pt x="4" y="5"/>
                    <a:pt x="3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6" name="Freeform 4478">
              <a:extLst>
                <a:ext uri="{FF2B5EF4-FFF2-40B4-BE49-F238E27FC236}">
                  <a16:creationId xmlns:a16="http://schemas.microsoft.com/office/drawing/2014/main" id="{E334E630-5552-4F44-BC11-57C06B8CF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3483"/>
              <a:ext cx="51" cy="19"/>
            </a:xfrm>
            <a:custGeom>
              <a:avLst/>
              <a:gdLst>
                <a:gd name="T0" fmla="*/ 120 w 25"/>
                <a:gd name="T1" fmla="*/ 0 h 9"/>
                <a:gd name="T2" fmla="*/ 137 w 2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14" y="0"/>
                  </a:moveTo>
                  <a:cubicBezTo>
                    <a:pt x="0" y="6"/>
                    <a:pt x="25" y="9"/>
                    <a:pt x="1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7" name="Freeform 4479">
              <a:extLst>
                <a:ext uri="{FF2B5EF4-FFF2-40B4-BE49-F238E27FC236}">
                  <a16:creationId xmlns:a16="http://schemas.microsoft.com/office/drawing/2014/main" id="{835FBEC0-13D4-4A43-BB8A-20B13FC3C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441"/>
              <a:ext cx="10" cy="16"/>
            </a:xfrm>
            <a:custGeom>
              <a:avLst/>
              <a:gdLst>
                <a:gd name="T0" fmla="*/ 24 w 5"/>
                <a:gd name="T1" fmla="*/ 0 h 7"/>
                <a:gd name="T2" fmla="*/ 8 w 5"/>
                <a:gd name="T3" fmla="*/ 85 h 7"/>
                <a:gd name="T4" fmla="*/ 32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1" y="2"/>
                    <a:pt x="0" y="4"/>
                    <a:pt x="1" y="7"/>
                  </a:cubicBezTo>
                  <a:cubicBezTo>
                    <a:pt x="4" y="7"/>
                    <a:pt x="5" y="4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8" name="Freeform 4480">
              <a:extLst>
                <a:ext uri="{FF2B5EF4-FFF2-40B4-BE49-F238E27FC236}">
                  <a16:creationId xmlns:a16="http://schemas.microsoft.com/office/drawing/2014/main" id="{9A74712C-1847-42C4-838B-A4A98E394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404"/>
              <a:ext cx="31" cy="33"/>
            </a:xfrm>
            <a:custGeom>
              <a:avLst/>
              <a:gdLst>
                <a:gd name="T0" fmla="*/ 52 w 15"/>
                <a:gd name="T1" fmla="*/ 0 h 15"/>
                <a:gd name="T2" fmla="*/ 72 w 15"/>
                <a:gd name="T3" fmla="*/ 3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6" y="0"/>
                  </a:moveTo>
                  <a:cubicBezTo>
                    <a:pt x="0" y="15"/>
                    <a:pt x="15" y="9"/>
                    <a:pt x="8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59" name="Freeform 4481">
              <a:extLst>
                <a:ext uri="{FF2B5EF4-FFF2-40B4-BE49-F238E27FC236}">
                  <a16:creationId xmlns:a16="http://schemas.microsoft.com/office/drawing/2014/main" id="{4C13C9C6-C4CF-4C62-B403-790AAE940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356"/>
              <a:ext cx="14" cy="18"/>
            </a:xfrm>
            <a:custGeom>
              <a:avLst/>
              <a:gdLst>
                <a:gd name="T0" fmla="*/ 24 w 7"/>
                <a:gd name="T1" fmla="*/ 0 h 8"/>
                <a:gd name="T2" fmla="*/ 8 w 7"/>
                <a:gd name="T3" fmla="*/ 92 h 8"/>
                <a:gd name="T4" fmla="*/ 4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3"/>
                    <a:pt x="0" y="5"/>
                    <a:pt x="1" y="8"/>
                  </a:cubicBezTo>
                  <a:cubicBezTo>
                    <a:pt x="5" y="7"/>
                    <a:pt x="7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0" name="Freeform 4482">
              <a:extLst>
                <a:ext uri="{FF2B5EF4-FFF2-40B4-BE49-F238E27FC236}">
                  <a16:creationId xmlns:a16="http://schemas.microsoft.com/office/drawing/2014/main" id="{3BE56632-DC11-4981-B463-0CA8A9A52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3317"/>
              <a:ext cx="14" cy="19"/>
            </a:xfrm>
            <a:custGeom>
              <a:avLst/>
              <a:gdLst>
                <a:gd name="T0" fmla="*/ 32 w 7"/>
                <a:gd name="T1" fmla="*/ 0 h 9"/>
                <a:gd name="T2" fmla="*/ 16 w 7"/>
                <a:gd name="T3" fmla="*/ 84 h 9"/>
                <a:gd name="T4" fmla="*/ 40 w 7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1" y="2"/>
                    <a:pt x="0" y="6"/>
                    <a:pt x="2" y="9"/>
                  </a:cubicBezTo>
                  <a:cubicBezTo>
                    <a:pt x="6" y="8"/>
                    <a:pt x="7" y="6"/>
                    <a:pt x="5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1" name="Freeform 4483">
              <a:extLst>
                <a:ext uri="{FF2B5EF4-FFF2-40B4-BE49-F238E27FC236}">
                  <a16:creationId xmlns:a16="http://schemas.microsoft.com/office/drawing/2014/main" id="{B707EEC6-390F-47FF-92B6-696A2D55E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3312"/>
              <a:ext cx="57" cy="24"/>
            </a:xfrm>
            <a:custGeom>
              <a:avLst/>
              <a:gdLst>
                <a:gd name="T0" fmla="*/ 145 w 28"/>
                <a:gd name="T1" fmla="*/ 0 h 11"/>
                <a:gd name="T2" fmla="*/ 161 w 2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1">
                  <a:moveTo>
                    <a:pt x="17" y="0"/>
                  </a:moveTo>
                  <a:cubicBezTo>
                    <a:pt x="0" y="7"/>
                    <a:pt x="28" y="11"/>
                    <a:pt x="19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2" name="Freeform 4484">
              <a:extLst>
                <a:ext uri="{FF2B5EF4-FFF2-40B4-BE49-F238E27FC236}">
                  <a16:creationId xmlns:a16="http://schemas.microsoft.com/office/drawing/2014/main" id="{942D6264-C3DD-4ACF-B147-24DB3A242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3387"/>
              <a:ext cx="14" cy="15"/>
            </a:xfrm>
            <a:custGeom>
              <a:avLst/>
              <a:gdLst>
                <a:gd name="T0" fmla="*/ 8 w 7"/>
                <a:gd name="T1" fmla="*/ 0 h 7"/>
                <a:gd name="T2" fmla="*/ 32 w 7"/>
                <a:gd name="T3" fmla="*/ 1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0" y="7"/>
                    <a:pt x="7" y="7"/>
                    <a:pt x="4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3" name="Freeform 4485">
              <a:extLst>
                <a:ext uri="{FF2B5EF4-FFF2-40B4-BE49-F238E27FC236}">
                  <a16:creationId xmlns:a16="http://schemas.microsoft.com/office/drawing/2014/main" id="{820DF8E8-C125-42C4-AC7B-BDB71255E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408"/>
              <a:ext cx="13" cy="16"/>
            </a:xfrm>
            <a:custGeom>
              <a:avLst/>
              <a:gdLst>
                <a:gd name="T0" fmla="*/ 9 w 6"/>
                <a:gd name="T1" fmla="*/ 11 h 7"/>
                <a:gd name="T2" fmla="*/ 20 w 6"/>
                <a:gd name="T3" fmla="*/ 85 h 7"/>
                <a:gd name="T4" fmla="*/ 43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3"/>
                    <a:pt x="1" y="6"/>
                    <a:pt x="2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4" name="Freeform 4486">
              <a:extLst>
                <a:ext uri="{FF2B5EF4-FFF2-40B4-BE49-F238E27FC236}">
                  <a16:creationId xmlns:a16="http://schemas.microsoft.com/office/drawing/2014/main" id="{F4BFC17C-F641-445F-B905-71786BAF6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343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0 w 4"/>
                <a:gd name="T3" fmla="*/ 44 h 5"/>
                <a:gd name="T4" fmla="*/ 45 w 4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5"/>
                    <a:pt x="3" y="4"/>
                    <a:pt x="4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5" name="Freeform 4487">
              <a:extLst>
                <a:ext uri="{FF2B5EF4-FFF2-40B4-BE49-F238E27FC236}">
                  <a16:creationId xmlns:a16="http://schemas.microsoft.com/office/drawing/2014/main" id="{995C9433-5421-4D08-B6FE-3778C6B64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299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32 w 4"/>
                <a:gd name="T3" fmla="*/ 44 h 5"/>
                <a:gd name="T4" fmla="*/ 24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3"/>
                    <a:pt x="1" y="5"/>
                    <a:pt x="4" y="4"/>
                  </a:cubicBezTo>
                  <a:cubicBezTo>
                    <a:pt x="4" y="3"/>
                    <a:pt x="3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6" name="Freeform 4488">
              <a:extLst>
                <a:ext uri="{FF2B5EF4-FFF2-40B4-BE49-F238E27FC236}">
                  <a16:creationId xmlns:a16="http://schemas.microsoft.com/office/drawing/2014/main" id="{CE2FCA99-06C3-4AD2-9A97-4E147358C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3581"/>
              <a:ext cx="12" cy="11"/>
            </a:xfrm>
            <a:custGeom>
              <a:avLst/>
              <a:gdLst>
                <a:gd name="T0" fmla="*/ 16 w 6"/>
                <a:gd name="T1" fmla="*/ 9 h 5"/>
                <a:gd name="T2" fmla="*/ 0 w 6"/>
                <a:gd name="T3" fmla="*/ 53 h 5"/>
                <a:gd name="T4" fmla="*/ 16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3"/>
                    <a:pt x="0" y="4"/>
                    <a:pt x="0" y="5"/>
                  </a:cubicBezTo>
                  <a:cubicBezTo>
                    <a:pt x="4" y="5"/>
                    <a:pt x="6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7" name="Freeform 4489">
              <a:extLst>
                <a:ext uri="{FF2B5EF4-FFF2-40B4-BE49-F238E27FC236}">
                  <a16:creationId xmlns:a16="http://schemas.microsoft.com/office/drawing/2014/main" id="{6C8D5658-AF46-432B-AB96-8831298FB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3658"/>
              <a:ext cx="10" cy="13"/>
            </a:xfrm>
            <a:custGeom>
              <a:avLst/>
              <a:gdLst>
                <a:gd name="T0" fmla="*/ 24 w 5"/>
                <a:gd name="T1" fmla="*/ 9 h 6"/>
                <a:gd name="T2" fmla="*/ 8 w 5"/>
                <a:gd name="T3" fmla="*/ 52 h 6"/>
                <a:gd name="T4" fmla="*/ 40 w 5"/>
                <a:gd name="T5" fmla="*/ 9 h 6"/>
                <a:gd name="T6" fmla="*/ 24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6"/>
                    <a:pt x="5" y="4"/>
                    <a:pt x="5" y="1"/>
                  </a:cubicBezTo>
                  <a:cubicBezTo>
                    <a:pt x="4" y="0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8" name="Freeform 4490">
              <a:extLst>
                <a:ext uri="{FF2B5EF4-FFF2-40B4-BE49-F238E27FC236}">
                  <a16:creationId xmlns:a16="http://schemas.microsoft.com/office/drawing/2014/main" id="{AB29DF05-6678-4557-A477-40EE18F37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3666"/>
              <a:ext cx="19" cy="22"/>
            </a:xfrm>
            <a:custGeom>
              <a:avLst/>
              <a:gdLst>
                <a:gd name="T0" fmla="*/ 76 w 9"/>
                <a:gd name="T1" fmla="*/ 20 h 10"/>
                <a:gd name="T2" fmla="*/ 36 w 9"/>
                <a:gd name="T3" fmla="*/ 88 h 10"/>
                <a:gd name="T4" fmla="*/ 76 w 9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8" y="2"/>
                  </a:moveTo>
                  <a:cubicBezTo>
                    <a:pt x="4" y="0"/>
                    <a:pt x="0" y="6"/>
                    <a:pt x="4" y="8"/>
                  </a:cubicBezTo>
                  <a:cubicBezTo>
                    <a:pt x="7" y="10"/>
                    <a:pt x="9" y="4"/>
                    <a:pt x="8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9" name="Freeform 4491">
              <a:extLst>
                <a:ext uri="{FF2B5EF4-FFF2-40B4-BE49-F238E27FC236}">
                  <a16:creationId xmlns:a16="http://schemas.microsoft.com/office/drawing/2014/main" id="{C43CF921-BFDF-40F6-853A-391F99E74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684"/>
              <a:ext cx="10" cy="13"/>
            </a:xfrm>
            <a:custGeom>
              <a:avLst/>
              <a:gdLst>
                <a:gd name="T0" fmla="*/ 40 w 5"/>
                <a:gd name="T1" fmla="*/ 0 h 6"/>
                <a:gd name="T2" fmla="*/ 8 w 5"/>
                <a:gd name="T3" fmla="*/ 61 h 6"/>
                <a:gd name="T4" fmla="*/ 32 w 5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1"/>
                    <a:pt x="0" y="3"/>
                    <a:pt x="1" y="6"/>
                  </a:cubicBezTo>
                  <a:cubicBezTo>
                    <a:pt x="3" y="5"/>
                    <a:pt x="4" y="4"/>
                    <a:pt x="4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70" name="Freeform 4492">
              <a:extLst>
                <a:ext uri="{FF2B5EF4-FFF2-40B4-BE49-F238E27FC236}">
                  <a16:creationId xmlns:a16="http://schemas.microsoft.com/office/drawing/2014/main" id="{2207CE5F-D931-42DC-AE93-53329C25D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686"/>
              <a:ext cx="14" cy="15"/>
            </a:xfrm>
            <a:custGeom>
              <a:avLst/>
              <a:gdLst>
                <a:gd name="T0" fmla="*/ 24 w 7"/>
                <a:gd name="T1" fmla="*/ 9 h 7"/>
                <a:gd name="T2" fmla="*/ 16 w 7"/>
                <a:gd name="T3" fmla="*/ 69 h 7"/>
                <a:gd name="T4" fmla="*/ 48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5" y="6"/>
                    <a:pt x="7" y="3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71" name="Freeform 4493">
              <a:extLst>
                <a:ext uri="{FF2B5EF4-FFF2-40B4-BE49-F238E27FC236}">
                  <a16:creationId xmlns:a16="http://schemas.microsoft.com/office/drawing/2014/main" id="{33E57B15-87ED-47CA-BED9-4F37D6B29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616"/>
              <a:ext cx="16" cy="15"/>
            </a:xfrm>
            <a:custGeom>
              <a:avLst/>
              <a:gdLst>
                <a:gd name="T0" fmla="*/ 24 w 8"/>
                <a:gd name="T1" fmla="*/ 9 h 7"/>
                <a:gd name="T2" fmla="*/ 16 w 8"/>
                <a:gd name="T3" fmla="*/ 69 h 7"/>
                <a:gd name="T4" fmla="*/ 40 w 8"/>
                <a:gd name="T5" fmla="*/ 0 h 7"/>
                <a:gd name="T6" fmla="*/ 24 w 8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3" y="1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6" y="6"/>
                    <a:pt x="8" y="2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72" name="Freeform 4494">
              <a:extLst>
                <a:ext uri="{FF2B5EF4-FFF2-40B4-BE49-F238E27FC236}">
                  <a16:creationId xmlns:a16="http://schemas.microsoft.com/office/drawing/2014/main" id="{7631F5DF-821F-412D-9958-2FEA7D80F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3548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0 w 5"/>
                <a:gd name="T3" fmla="*/ 53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73" name="Freeform 4495">
              <a:extLst>
                <a:ext uri="{FF2B5EF4-FFF2-40B4-BE49-F238E27FC236}">
                  <a16:creationId xmlns:a16="http://schemas.microsoft.com/office/drawing/2014/main" id="{94B254A5-08F8-45E3-8927-3BD2005B1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500"/>
              <a:ext cx="47" cy="29"/>
            </a:xfrm>
            <a:custGeom>
              <a:avLst/>
              <a:gdLst>
                <a:gd name="T0" fmla="*/ 76 w 23"/>
                <a:gd name="T1" fmla="*/ 0 h 13"/>
                <a:gd name="T2" fmla="*/ 76 w 2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">
                  <a:moveTo>
                    <a:pt x="9" y="0"/>
                  </a:moveTo>
                  <a:cubicBezTo>
                    <a:pt x="0" y="13"/>
                    <a:pt x="23" y="2"/>
                    <a:pt x="9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74" name="Freeform 4496">
              <a:extLst>
                <a:ext uri="{FF2B5EF4-FFF2-40B4-BE49-F238E27FC236}">
                  <a16:creationId xmlns:a16="http://schemas.microsoft.com/office/drawing/2014/main" id="{E3EB488E-B18F-4723-93B4-CD6493E6E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745"/>
              <a:ext cx="10" cy="15"/>
            </a:xfrm>
            <a:custGeom>
              <a:avLst/>
              <a:gdLst>
                <a:gd name="T0" fmla="*/ 0 w 5"/>
                <a:gd name="T1" fmla="*/ 41 h 7"/>
                <a:gd name="T2" fmla="*/ 0 w 5"/>
                <a:gd name="T3" fmla="*/ 69 h 7"/>
                <a:gd name="T4" fmla="*/ 32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4"/>
                  </a:moveTo>
                  <a:cubicBezTo>
                    <a:pt x="0" y="5"/>
                    <a:pt x="0" y="6"/>
                    <a:pt x="0" y="7"/>
                  </a:cubicBezTo>
                  <a:cubicBezTo>
                    <a:pt x="3" y="7"/>
                    <a:pt x="5" y="4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75" name="Freeform 4497">
              <a:extLst>
                <a:ext uri="{FF2B5EF4-FFF2-40B4-BE49-F238E27FC236}">
                  <a16:creationId xmlns:a16="http://schemas.microsoft.com/office/drawing/2014/main" id="{0BCCACDE-66AC-4C1D-9272-B098E0E37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3763"/>
              <a:ext cx="16" cy="15"/>
            </a:xfrm>
            <a:custGeom>
              <a:avLst/>
              <a:gdLst>
                <a:gd name="T0" fmla="*/ 32 w 8"/>
                <a:gd name="T1" fmla="*/ 9 h 7"/>
                <a:gd name="T2" fmla="*/ 0 w 8"/>
                <a:gd name="T3" fmla="*/ 60 h 7"/>
                <a:gd name="T4" fmla="*/ 48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3" y="7"/>
                    <a:pt x="8" y="4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76" name="Freeform 4498">
              <a:extLst>
                <a:ext uri="{FF2B5EF4-FFF2-40B4-BE49-F238E27FC236}">
                  <a16:creationId xmlns:a16="http://schemas.microsoft.com/office/drawing/2014/main" id="{6657389E-25FD-4332-AE64-E3776DC19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3802"/>
              <a:ext cx="22" cy="17"/>
            </a:xfrm>
            <a:custGeom>
              <a:avLst/>
              <a:gdLst>
                <a:gd name="T0" fmla="*/ 16 w 11"/>
                <a:gd name="T1" fmla="*/ 19 h 8"/>
                <a:gd name="T2" fmla="*/ 48 w 11"/>
                <a:gd name="T3" fmla="*/ 68 h 8"/>
                <a:gd name="T4" fmla="*/ 56 w 11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2" y="2"/>
                  </a:moveTo>
                  <a:cubicBezTo>
                    <a:pt x="0" y="6"/>
                    <a:pt x="3" y="8"/>
                    <a:pt x="6" y="7"/>
                  </a:cubicBezTo>
                  <a:cubicBezTo>
                    <a:pt x="10" y="5"/>
                    <a:pt x="11" y="0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77" name="Freeform 4499">
              <a:extLst>
                <a:ext uri="{FF2B5EF4-FFF2-40B4-BE49-F238E27FC236}">
                  <a16:creationId xmlns:a16="http://schemas.microsoft.com/office/drawing/2014/main" id="{FA4D74CE-E840-4121-A3A1-31CF89E6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3843"/>
              <a:ext cx="12" cy="9"/>
            </a:xfrm>
            <a:custGeom>
              <a:avLst/>
              <a:gdLst>
                <a:gd name="T0" fmla="*/ 16 w 6"/>
                <a:gd name="T1" fmla="*/ 0 h 4"/>
                <a:gd name="T2" fmla="*/ 8 w 6"/>
                <a:gd name="T3" fmla="*/ 45 h 4"/>
                <a:gd name="T4" fmla="*/ 32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6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78" name="Freeform 4500">
              <a:extLst>
                <a:ext uri="{FF2B5EF4-FFF2-40B4-BE49-F238E27FC236}">
                  <a16:creationId xmlns:a16="http://schemas.microsoft.com/office/drawing/2014/main" id="{277B63D1-36D1-43B2-93AF-4956971A6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830"/>
              <a:ext cx="24" cy="22"/>
            </a:xfrm>
            <a:custGeom>
              <a:avLst/>
              <a:gdLst>
                <a:gd name="T0" fmla="*/ 40 w 12"/>
                <a:gd name="T1" fmla="*/ 20 h 10"/>
                <a:gd name="T2" fmla="*/ 56 w 12"/>
                <a:gd name="T3" fmla="*/ 88 h 10"/>
                <a:gd name="T4" fmla="*/ 64 w 12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5" y="2"/>
                  </a:moveTo>
                  <a:cubicBezTo>
                    <a:pt x="0" y="5"/>
                    <a:pt x="1" y="10"/>
                    <a:pt x="7" y="8"/>
                  </a:cubicBezTo>
                  <a:cubicBezTo>
                    <a:pt x="10" y="6"/>
                    <a:pt x="12" y="0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79" name="Freeform 4501">
              <a:extLst>
                <a:ext uri="{FF2B5EF4-FFF2-40B4-BE49-F238E27FC236}">
                  <a16:creationId xmlns:a16="http://schemas.microsoft.com/office/drawing/2014/main" id="{4C6A34A8-F359-4A34-960B-564533030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3787"/>
              <a:ext cx="19" cy="13"/>
            </a:xfrm>
            <a:custGeom>
              <a:avLst/>
              <a:gdLst>
                <a:gd name="T0" fmla="*/ 27 w 9"/>
                <a:gd name="T1" fmla="*/ 0 h 6"/>
                <a:gd name="T2" fmla="*/ 27 w 9"/>
                <a:gd name="T3" fmla="*/ 52 h 6"/>
                <a:gd name="T4" fmla="*/ 49 w 9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6" y="6"/>
                    <a:pt x="9" y="2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0" name="Freeform 4502">
              <a:extLst>
                <a:ext uri="{FF2B5EF4-FFF2-40B4-BE49-F238E27FC236}">
                  <a16:creationId xmlns:a16="http://schemas.microsoft.com/office/drawing/2014/main" id="{43814904-B317-49B6-98F3-62AAD7BCC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3798"/>
              <a:ext cx="10" cy="10"/>
            </a:xfrm>
            <a:custGeom>
              <a:avLst/>
              <a:gdLst>
                <a:gd name="T0" fmla="*/ 16 w 5"/>
                <a:gd name="T1" fmla="*/ 8 h 5"/>
                <a:gd name="T2" fmla="*/ 8 w 5"/>
                <a:gd name="T3" fmla="*/ 32 h 5"/>
                <a:gd name="T4" fmla="*/ 40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5"/>
                    <a:pt x="5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1" name="Freeform 4503">
              <a:extLst>
                <a:ext uri="{FF2B5EF4-FFF2-40B4-BE49-F238E27FC236}">
                  <a16:creationId xmlns:a16="http://schemas.microsoft.com/office/drawing/2014/main" id="{22A3465C-797D-4403-91AF-E086A5D4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3758"/>
              <a:ext cx="19" cy="13"/>
            </a:xfrm>
            <a:custGeom>
              <a:avLst/>
              <a:gdLst>
                <a:gd name="T0" fmla="*/ 36 w 9"/>
                <a:gd name="T1" fmla="*/ 9 h 6"/>
                <a:gd name="T2" fmla="*/ 8 w 9"/>
                <a:gd name="T3" fmla="*/ 61 h 6"/>
                <a:gd name="T4" fmla="*/ 68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4" y="1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4" y="6"/>
                    <a:pt x="9" y="3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2" name="Freeform 4504">
              <a:extLst>
                <a:ext uri="{FF2B5EF4-FFF2-40B4-BE49-F238E27FC236}">
                  <a16:creationId xmlns:a16="http://schemas.microsoft.com/office/drawing/2014/main" id="{89BE50AE-6032-4D6C-ACE3-A58408B1A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728"/>
              <a:ext cx="12" cy="13"/>
            </a:xfrm>
            <a:custGeom>
              <a:avLst/>
              <a:gdLst>
                <a:gd name="T0" fmla="*/ 8 w 6"/>
                <a:gd name="T1" fmla="*/ 0 h 6"/>
                <a:gd name="T2" fmla="*/ 8 w 6"/>
                <a:gd name="T3" fmla="*/ 61 h 6"/>
                <a:gd name="T4" fmla="*/ 32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2"/>
                    <a:pt x="0" y="5"/>
                    <a:pt x="1" y="6"/>
                  </a:cubicBezTo>
                  <a:cubicBezTo>
                    <a:pt x="4" y="6"/>
                    <a:pt x="6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3" name="Freeform 4505">
              <a:extLst>
                <a:ext uri="{FF2B5EF4-FFF2-40B4-BE49-F238E27FC236}">
                  <a16:creationId xmlns:a16="http://schemas.microsoft.com/office/drawing/2014/main" id="{86A55958-B69E-4BF1-A2A2-422DD106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723"/>
              <a:ext cx="10" cy="9"/>
            </a:xfrm>
            <a:custGeom>
              <a:avLst/>
              <a:gdLst>
                <a:gd name="T0" fmla="*/ 16 w 5"/>
                <a:gd name="T1" fmla="*/ 0 h 4"/>
                <a:gd name="T2" fmla="*/ 32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3"/>
                    <a:pt x="5" y="4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4" name="Freeform 4506">
              <a:extLst>
                <a:ext uri="{FF2B5EF4-FFF2-40B4-BE49-F238E27FC236}">
                  <a16:creationId xmlns:a16="http://schemas.microsoft.com/office/drawing/2014/main" id="{D015FFB3-7D19-4115-9067-EF4256053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714"/>
              <a:ext cx="12" cy="11"/>
            </a:xfrm>
            <a:custGeom>
              <a:avLst/>
              <a:gdLst>
                <a:gd name="T0" fmla="*/ 8 w 6"/>
                <a:gd name="T1" fmla="*/ 0 h 5"/>
                <a:gd name="T2" fmla="*/ 32 w 6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5"/>
                    <a:pt x="6" y="4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5" name="Freeform 4507">
              <a:extLst>
                <a:ext uri="{FF2B5EF4-FFF2-40B4-BE49-F238E27FC236}">
                  <a16:creationId xmlns:a16="http://schemas.microsoft.com/office/drawing/2014/main" id="{38C4459B-4004-4676-ADFF-32F233AD4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688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28 h 3"/>
                <a:gd name="T4" fmla="*/ 24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6" name="Freeform 4508">
              <a:extLst>
                <a:ext uri="{FF2B5EF4-FFF2-40B4-BE49-F238E27FC236}">
                  <a16:creationId xmlns:a16="http://schemas.microsoft.com/office/drawing/2014/main" id="{A27F711E-C63C-493C-97CA-B02BD1B0A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749"/>
              <a:ext cx="12" cy="11"/>
            </a:xfrm>
            <a:custGeom>
              <a:avLst/>
              <a:gdLst>
                <a:gd name="T0" fmla="*/ 24 w 6"/>
                <a:gd name="T1" fmla="*/ 9 h 5"/>
                <a:gd name="T2" fmla="*/ 48 w 6"/>
                <a:gd name="T3" fmla="*/ 9 h 5"/>
                <a:gd name="T4" fmla="*/ 4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5"/>
                    <a:pt x="6" y="5"/>
                    <a:pt x="6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7" name="Freeform 4509">
              <a:extLst>
                <a:ext uri="{FF2B5EF4-FFF2-40B4-BE49-F238E27FC236}">
                  <a16:creationId xmlns:a16="http://schemas.microsoft.com/office/drawing/2014/main" id="{019A7B29-0DC7-4E4F-BB76-3F1916DCE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789"/>
              <a:ext cx="14" cy="11"/>
            </a:xfrm>
            <a:custGeom>
              <a:avLst/>
              <a:gdLst>
                <a:gd name="T0" fmla="*/ 8 w 7"/>
                <a:gd name="T1" fmla="*/ 9 h 5"/>
                <a:gd name="T2" fmla="*/ 8 w 7"/>
                <a:gd name="T3" fmla="*/ 44 h 5"/>
                <a:gd name="T4" fmla="*/ 2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5"/>
                    <a:pt x="7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8" name="Freeform 4510">
              <a:extLst>
                <a:ext uri="{FF2B5EF4-FFF2-40B4-BE49-F238E27FC236}">
                  <a16:creationId xmlns:a16="http://schemas.microsoft.com/office/drawing/2014/main" id="{8C387D02-3662-4A72-A7D3-6490B1704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813"/>
              <a:ext cx="6" cy="6"/>
            </a:xfrm>
            <a:custGeom>
              <a:avLst/>
              <a:gdLst>
                <a:gd name="T0" fmla="*/ 0 w 3"/>
                <a:gd name="T1" fmla="*/ 16 h 3"/>
                <a:gd name="T2" fmla="*/ 24 w 3"/>
                <a:gd name="T3" fmla="*/ 8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2" y="3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89" name="Freeform 4511">
              <a:extLst>
                <a:ext uri="{FF2B5EF4-FFF2-40B4-BE49-F238E27FC236}">
                  <a16:creationId xmlns:a16="http://schemas.microsoft.com/office/drawing/2014/main" id="{93EC4B25-556C-4C59-8FCB-9188D7E9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3795"/>
              <a:ext cx="22" cy="18"/>
            </a:xfrm>
            <a:custGeom>
              <a:avLst/>
              <a:gdLst>
                <a:gd name="T0" fmla="*/ 48 w 11"/>
                <a:gd name="T1" fmla="*/ 0 h 8"/>
                <a:gd name="T2" fmla="*/ 64 w 11"/>
                <a:gd name="T3" fmla="*/ 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6" y="0"/>
                  </a:moveTo>
                  <a:cubicBezTo>
                    <a:pt x="0" y="5"/>
                    <a:pt x="11" y="8"/>
                    <a:pt x="8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0" name="Freeform 4512">
              <a:extLst>
                <a:ext uri="{FF2B5EF4-FFF2-40B4-BE49-F238E27FC236}">
                  <a16:creationId xmlns:a16="http://schemas.microsoft.com/office/drawing/2014/main" id="{4C766967-8656-49F7-8B64-9D00764CC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3819"/>
              <a:ext cx="19" cy="14"/>
            </a:xfrm>
            <a:custGeom>
              <a:avLst/>
              <a:gdLst>
                <a:gd name="T0" fmla="*/ 49 w 9"/>
                <a:gd name="T1" fmla="*/ 0 h 6"/>
                <a:gd name="T2" fmla="*/ 84 w 9"/>
                <a:gd name="T3" fmla="*/ 12 h 6"/>
                <a:gd name="T4" fmla="*/ 76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0" y="3"/>
                    <a:pt x="6" y="6"/>
                    <a:pt x="9" y="1"/>
                  </a:cubicBezTo>
                  <a:cubicBezTo>
                    <a:pt x="9" y="1"/>
                    <a:pt x="9" y="0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1" name="Freeform 4513">
              <a:extLst>
                <a:ext uri="{FF2B5EF4-FFF2-40B4-BE49-F238E27FC236}">
                  <a16:creationId xmlns:a16="http://schemas.microsoft.com/office/drawing/2014/main" id="{65FC419C-9F06-4772-8D20-37D38BB89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3837"/>
              <a:ext cx="16" cy="13"/>
            </a:xfrm>
            <a:custGeom>
              <a:avLst/>
              <a:gdLst>
                <a:gd name="T0" fmla="*/ 8 w 8"/>
                <a:gd name="T1" fmla="*/ 0 h 6"/>
                <a:gd name="T2" fmla="*/ 32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0" y="6"/>
                    <a:pt x="8" y="4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2" name="Freeform 4514">
              <a:extLst>
                <a:ext uri="{FF2B5EF4-FFF2-40B4-BE49-F238E27FC236}">
                  <a16:creationId xmlns:a16="http://schemas.microsoft.com/office/drawing/2014/main" id="{78BF9EA8-8A5F-4ED7-B20B-DFB8EFBE1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3863"/>
              <a:ext cx="16" cy="22"/>
            </a:xfrm>
            <a:custGeom>
              <a:avLst/>
              <a:gdLst>
                <a:gd name="T0" fmla="*/ 56 w 8"/>
                <a:gd name="T1" fmla="*/ 20 h 10"/>
                <a:gd name="T2" fmla="*/ 16 w 8"/>
                <a:gd name="T3" fmla="*/ 73 h 10"/>
                <a:gd name="T4" fmla="*/ 56 w 8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7" y="2"/>
                  </a:moveTo>
                  <a:cubicBezTo>
                    <a:pt x="3" y="0"/>
                    <a:pt x="0" y="4"/>
                    <a:pt x="2" y="7"/>
                  </a:cubicBezTo>
                  <a:cubicBezTo>
                    <a:pt x="5" y="10"/>
                    <a:pt x="8" y="5"/>
                    <a:pt x="7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3" name="Freeform 4515">
              <a:extLst>
                <a:ext uri="{FF2B5EF4-FFF2-40B4-BE49-F238E27FC236}">
                  <a16:creationId xmlns:a16="http://schemas.microsoft.com/office/drawing/2014/main" id="{0E02AFD0-FA88-4EB1-9F69-7CAA8E431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859"/>
              <a:ext cx="8" cy="8"/>
            </a:xfrm>
            <a:custGeom>
              <a:avLst/>
              <a:gdLst>
                <a:gd name="T0" fmla="*/ 24 w 4"/>
                <a:gd name="T1" fmla="*/ 8 h 4"/>
                <a:gd name="T2" fmla="*/ 8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3" y="3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4" name="Freeform 4516">
              <a:extLst>
                <a:ext uri="{FF2B5EF4-FFF2-40B4-BE49-F238E27FC236}">
                  <a16:creationId xmlns:a16="http://schemas.microsoft.com/office/drawing/2014/main" id="{17F1F5C1-9120-4CB7-BB3A-58DCCAB5E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843"/>
              <a:ext cx="19" cy="16"/>
            </a:xfrm>
            <a:custGeom>
              <a:avLst/>
              <a:gdLst>
                <a:gd name="T0" fmla="*/ 27 w 9"/>
                <a:gd name="T1" fmla="*/ 25 h 7"/>
                <a:gd name="T2" fmla="*/ 8 w 9"/>
                <a:gd name="T3" fmla="*/ 25 h 7"/>
                <a:gd name="T4" fmla="*/ 84 w 9"/>
                <a:gd name="T5" fmla="*/ 0 h 7"/>
                <a:gd name="T6" fmla="*/ 57 w 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3" y="2"/>
                  </a:moveTo>
                  <a:cubicBezTo>
                    <a:pt x="2" y="2"/>
                    <a:pt x="1" y="1"/>
                    <a:pt x="1" y="2"/>
                  </a:cubicBezTo>
                  <a:cubicBezTo>
                    <a:pt x="0" y="7"/>
                    <a:pt x="9" y="4"/>
                    <a:pt x="9" y="0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5" name="Freeform 4517">
              <a:extLst>
                <a:ext uri="{FF2B5EF4-FFF2-40B4-BE49-F238E27FC236}">
                  <a16:creationId xmlns:a16="http://schemas.microsoft.com/office/drawing/2014/main" id="{CDF35A3B-9215-4680-9EF9-D2E9DDE2F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3830"/>
              <a:ext cx="7" cy="7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7 h 3"/>
                <a:gd name="T4" fmla="*/ 28 w 3"/>
                <a:gd name="T5" fmla="*/ 12 h 3"/>
                <a:gd name="T6" fmla="*/ 28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2"/>
                    <a:pt x="2" y="1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6" name="Freeform 4518">
              <a:extLst>
                <a:ext uri="{FF2B5EF4-FFF2-40B4-BE49-F238E27FC236}">
                  <a16:creationId xmlns:a16="http://schemas.microsoft.com/office/drawing/2014/main" id="{BF97F4AF-4916-470B-B4F5-2997BF4B9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867"/>
              <a:ext cx="15" cy="14"/>
            </a:xfrm>
            <a:custGeom>
              <a:avLst/>
              <a:gdLst>
                <a:gd name="T0" fmla="*/ 51 w 7"/>
                <a:gd name="T1" fmla="*/ 0 h 6"/>
                <a:gd name="T2" fmla="*/ 0 w 7"/>
                <a:gd name="T3" fmla="*/ 12 h 6"/>
                <a:gd name="T4" fmla="*/ 60 w 7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0" y="5"/>
                    <a:pt x="7" y="6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7" name="Freeform 4519">
              <a:extLst>
                <a:ext uri="{FF2B5EF4-FFF2-40B4-BE49-F238E27FC236}">
                  <a16:creationId xmlns:a16="http://schemas.microsoft.com/office/drawing/2014/main" id="{104EA1ED-0A3C-4B10-96A3-22912A28D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3878"/>
              <a:ext cx="18" cy="11"/>
            </a:xfrm>
            <a:custGeom>
              <a:avLst/>
              <a:gdLst>
                <a:gd name="T0" fmla="*/ 40 w 9"/>
                <a:gd name="T1" fmla="*/ 9 h 5"/>
                <a:gd name="T2" fmla="*/ 32 w 9"/>
                <a:gd name="T3" fmla="*/ 44 h 5"/>
                <a:gd name="T4" fmla="*/ 64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5" y="1"/>
                  </a:moveTo>
                  <a:cubicBezTo>
                    <a:pt x="2" y="1"/>
                    <a:pt x="0" y="3"/>
                    <a:pt x="4" y="4"/>
                  </a:cubicBezTo>
                  <a:cubicBezTo>
                    <a:pt x="6" y="5"/>
                    <a:pt x="9" y="3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8" name="Freeform 4520">
              <a:extLst>
                <a:ext uri="{FF2B5EF4-FFF2-40B4-BE49-F238E27FC236}">
                  <a16:creationId xmlns:a16="http://schemas.microsoft.com/office/drawing/2014/main" id="{6324C0AE-8D96-48CD-AE65-121A3F04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3900"/>
              <a:ext cx="14" cy="13"/>
            </a:xfrm>
            <a:custGeom>
              <a:avLst/>
              <a:gdLst>
                <a:gd name="T0" fmla="*/ 24 w 7"/>
                <a:gd name="T1" fmla="*/ 0 h 6"/>
                <a:gd name="T2" fmla="*/ 40 w 7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3"/>
                    <a:pt x="7" y="6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99" name="Freeform 4521">
              <a:extLst>
                <a:ext uri="{FF2B5EF4-FFF2-40B4-BE49-F238E27FC236}">
                  <a16:creationId xmlns:a16="http://schemas.microsoft.com/office/drawing/2014/main" id="{5EC66373-988B-484B-879D-237D2D544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872"/>
              <a:ext cx="16" cy="15"/>
            </a:xfrm>
            <a:custGeom>
              <a:avLst/>
              <a:gdLst>
                <a:gd name="T0" fmla="*/ 24 w 8"/>
                <a:gd name="T1" fmla="*/ 9 h 7"/>
                <a:gd name="T2" fmla="*/ 0 w 8"/>
                <a:gd name="T3" fmla="*/ 19 h 7"/>
                <a:gd name="T4" fmla="*/ 64 w 8"/>
                <a:gd name="T5" fmla="*/ 9 h 7"/>
                <a:gd name="T6" fmla="*/ 56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3" y="1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0" y="7"/>
                    <a:pt x="7" y="4"/>
                    <a:pt x="8" y="1"/>
                  </a:cubicBezTo>
                  <a:cubicBezTo>
                    <a:pt x="8" y="0"/>
                    <a:pt x="7" y="0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0" name="Freeform 4522">
              <a:extLst>
                <a:ext uri="{FF2B5EF4-FFF2-40B4-BE49-F238E27FC236}">
                  <a16:creationId xmlns:a16="http://schemas.microsoft.com/office/drawing/2014/main" id="{D1E733C0-FC8F-4941-AB2F-602D2EF8E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3837"/>
              <a:ext cx="25" cy="17"/>
            </a:xfrm>
            <a:custGeom>
              <a:avLst/>
              <a:gdLst>
                <a:gd name="T0" fmla="*/ 73 w 12"/>
                <a:gd name="T1" fmla="*/ 0 h 8"/>
                <a:gd name="T2" fmla="*/ 92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8" y="0"/>
                  </a:moveTo>
                  <a:cubicBezTo>
                    <a:pt x="0" y="2"/>
                    <a:pt x="12" y="8"/>
                    <a:pt x="1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1" name="Freeform 4523">
              <a:extLst>
                <a:ext uri="{FF2B5EF4-FFF2-40B4-BE49-F238E27FC236}">
                  <a16:creationId xmlns:a16="http://schemas.microsoft.com/office/drawing/2014/main" id="{400E0FB3-82D9-4B7F-8930-1BEE5FA34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3793"/>
              <a:ext cx="21" cy="15"/>
            </a:xfrm>
            <a:custGeom>
              <a:avLst/>
              <a:gdLst>
                <a:gd name="T0" fmla="*/ 36 w 10"/>
                <a:gd name="T1" fmla="*/ 0 h 7"/>
                <a:gd name="T2" fmla="*/ 17 w 10"/>
                <a:gd name="T3" fmla="*/ 51 h 7"/>
                <a:gd name="T4" fmla="*/ 76 w 10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0"/>
                  </a:moveTo>
                  <a:cubicBezTo>
                    <a:pt x="1" y="0"/>
                    <a:pt x="0" y="3"/>
                    <a:pt x="2" y="5"/>
                  </a:cubicBezTo>
                  <a:cubicBezTo>
                    <a:pt x="5" y="7"/>
                    <a:pt x="10" y="4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2" name="Freeform 4524">
              <a:extLst>
                <a:ext uri="{FF2B5EF4-FFF2-40B4-BE49-F238E27FC236}">
                  <a16:creationId xmlns:a16="http://schemas.microsoft.com/office/drawing/2014/main" id="{A7D94995-78C9-40D4-9A97-03AB92AFD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793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0 w 5"/>
                <a:gd name="T3" fmla="*/ 9 h 5"/>
                <a:gd name="T4" fmla="*/ 40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5"/>
                    <a:pt x="4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3" name="Freeform 4525">
              <a:extLst>
                <a:ext uri="{FF2B5EF4-FFF2-40B4-BE49-F238E27FC236}">
                  <a16:creationId xmlns:a16="http://schemas.microsoft.com/office/drawing/2014/main" id="{B1B5341A-268E-427E-A3A6-75667496A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892"/>
              <a:ext cx="6" cy="6"/>
            </a:xfrm>
            <a:custGeom>
              <a:avLst/>
              <a:gdLst>
                <a:gd name="T0" fmla="*/ 0 w 3"/>
                <a:gd name="T1" fmla="*/ 24 h 3"/>
                <a:gd name="T2" fmla="*/ 0 w 3"/>
                <a:gd name="T3" fmla="*/ 8 h 3"/>
                <a:gd name="T4" fmla="*/ 0 w 3"/>
                <a:gd name="T5" fmla="*/ 24 h 3"/>
                <a:gd name="T6" fmla="*/ 24 w 3"/>
                <a:gd name="T7" fmla="*/ 8 h 3"/>
                <a:gd name="T8" fmla="*/ 16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3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4" name="Freeform 4526">
              <a:extLst>
                <a:ext uri="{FF2B5EF4-FFF2-40B4-BE49-F238E27FC236}">
                  <a16:creationId xmlns:a16="http://schemas.microsoft.com/office/drawing/2014/main" id="{1B1A4569-5F87-4C3B-AF51-AA6FB32D8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3763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24 w 5"/>
                <a:gd name="T3" fmla="*/ 53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4"/>
                    <a:pt x="3" y="5"/>
                  </a:cubicBezTo>
                  <a:cubicBezTo>
                    <a:pt x="5" y="4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5" name="Freeform 4527">
              <a:extLst>
                <a:ext uri="{FF2B5EF4-FFF2-40B4-BE49-F238E27FC236}">
                  <a16:creationId xmlns:a16="http://schemas.microsoft.com/office/drawing/2014/main" id="{9E83D73D-AD3C-47BA-BC0C-306AB92D8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3789"/>
              <a:ext cx="39" cy="26"/>
            </a:xfrm>
            <a:custGeom>
              <a:avLst/>
              <a:gdLst>
                <a:gd name="T0" fmla="*/ 60 w 19"/>
                <a:gd name="T1" fmla="*/ 20 h 12"/>
                <a:gd name="T2" fmla="*/ 43 w 19"/>
                <a:gd name="T3" fmla="*/ 9 h 12"/>
                <a:gd name="T4" fmla="*/ 68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7" y="2"/>
                  </a:moveTo>
                  <a:cubicBezTo>
                    <a:pt x="6" y="1"/>
                    <a:pt x="6" y="1"/>
                    <a:pt x="5" y="1"/>
                  </a:cubicBezTo>
                  <a:cubicBezTo>
                    <a:pt x="0" y="12"/>
                    <a:pt x="19" y="2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6" name="Freeform 4528">
              <a:extLst>
                <a:ext uri="{FF2B5EF4-FFF2-40B4-BE49-F238E27FC236}">
                  <a16:creationId xmlns:a16="http://schemas.microsoft.com/office/drawing/2014/main" id="{CC10FD78-E625-4691-A5A5-CB8839094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771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16 w 5"/>
                <a:gd name="T3" fmla="*/ 53 h 5"/>
                <a:gd name="T4" fmla="*/ 40 w 5"/>
                <a:gd name="T5" fmla="*/ 33 h 5"/>
                <a:gd name="T6" fmla="*/ 24 w 5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3" y="4"/>
                    <a:pt x="4" y="4"/>
                    <a:pt x="5" y="3"/>
                  </a:cubicBezTo>
                  <a:cubicBezTo>
                    <a:pt x="4" y="2"/>
                    <a:pt x="4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7" name="Freeform 4529">
              <a:extLst>
                <a:ext uri="{FF2B5EF4-FFF2-40B4-BE49-F238E27FC236}">
                  <a16:creationId xmlns:a16="http://schemas.microsoft.com/office/drawing/2014/main" id="{7F285856-8727-4A27-9698-F11A3541E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3835"/>
              <a:ext cx="6" cy="8"/>
            </a:xfrm>
            <a:custGeom>
              <a:avLst/>
              <a:gdLst>
                <a:gd name="T0" fmla="*/ 16 w 3"/>
                <a:gd name="T1" fmla="*/ 0 h 4"/>
                <a:gd name="T2" fmla="*/ 16 w 3"/>
                <a:gd name="T3" fmla="*/ 32 h 4"/>
                <a:gd name="T4" fmla="*/ 24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3" y="4"/>
                    <a:pt x="3" y="3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8" name="Freeform 4530">
              <a:extLst>
                <a:ext uri="{FF2B5EF4-FFF2-40B4-BE49-F238E27FC236}">
                  <a16:creationId xmlns:a16="http://schemas.microsoft.com/office/drawing/2014/main" id="{02482521-07B7-408C-A773-68F6B19C1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843"/>
              <a:ext cx="19" cy="14"/>
            </a:xfrm>
            <a:custGeom>
              <a:avLst/>
              <a:gdLst>
                <a:gd name="T0" fmla="*/ 49 w 9"/>
                <a:gd name="T1" fmla="*/ 0 h 6"/>
                <a:gd name="T2" fmla="*/ 49 w 9"/>
                <a:gd name="T3" fmla="*/ 77 h 6"/>
                <a:gd name="T4" fmla="*/ 49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2" y="1"/>
                    <a:pt x="0" y="6"/>
                    <a:pt x="5" y="6"/>
                  </a:cubicBezTo>
                  <a:cubicBezTo>
                    <a:pt x="8" y="6"/>
                    <a:pt x="9" y="0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09" name="Freeform 4531">
              <a:extLst>
                <a:ext uri="{FF2B5EF4-FFF2-40B4-BE49-F238E27FC236}">
                  <a16:creationId xmlns:a16="http://schemas.microsoft.com/office/drawing/2014/main" id="{8E428D57-0114-4D7D-BE3C-7D02B55B1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872"/>
              <a:ext cx="8" cy="6"/>
            </a:xfrm>
            <a:custGeom>
              <a:avLst/>
              <a:gdLst>
                <a:gd name="T0" fmla="*/ 8 w 4"/>
                <a:gd name="T1" fmla="*/ 8 h 3"/>
                <a:gd name="T2" fmla="*/ 8 w 4"/>
                <a:gd name="T3" fmla="*/ 24 h 3"/>
                <a:gd name="T4" fmla="*/ 32 w 4"/>
                <a:gd name="T5" fmla="*/ 8 h 3"/>
                <a:gd name="T6" fmla="*/ 24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0" name="Freeform 4532">
              <a:extLst>
                <a:ext uri="{FF2B5EF4-FFF2-40B4-BE49-F238E27FC236}">
                  <a16:creationId xmlns:a16="http://schemas.microsoft.com/office/drawing/2014/main" id="{69A13911-9D05-44E8-8CAC-24E1BED26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828"/>
              <a:ext cx="31" cy="11"/>
            </a:xfrm>
            <a:custGeom>
              <a:avLst/>
              <a:gdLst>
                <a:gd name="T0" fmla="*/ 60 w 15"/>
                <a:gd name="T1" fmla="*/ 9 h 5"/>
                <a:gd name="T2" fmla="*/ 72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7" y="1"/>
                  </a:moveTo>
                  <a:cubicBezTo>
                    <a:pt x="0" y="5"/>
                    <a:pt x="15" y="4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1" name="Freeform 4533">
              <a:extLst>
                <a:ext uri="{FF2B5EF4-FFF2-40B4-BE49-F238E27FC236}">
                  <a16:creationId xmlns:a16="http://schemas.microsoft.com/office/drawing/2014/main" id="{392FC152-2A0B-4B29-A3B1-5E1BC8886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3795"/>
              <a:ext cx="8" cy="9"/>
            </a:xfrm>
            <a:custGeom>
              <a:avLst/>
              <a:gdLst>
                <a:gd name="T0" fmla="*/ 8 w 4"/>
                <a:gd name="T1" fmla="*/ 0 h 4"/>
                <a:gd name="T2" fmla="*/ 8 w 4"/>
                <a:gd name="T3" fmla="*/ 45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2" name="Freeform 4534">
              <a:extLst>
                <a:ext uri="{FF2B5EF4-FFF2-40B4-BE49-F238E27FC236}">
                  <a16:creationId xmlns:a16="http://schemas.microsoft.com/office/drawing/2014/main" id="{3C196D9A-549A-4AE7-8BBC-5D98C6233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3747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0 w 5"/>
                <a:gd name="T3" fmla="*/ 33 h 5"/>
                <a:gd name="T4" fmla="*/ 40 w 5"/>
                <a:gd name="T5" fmla="*/ 0 h 5"/>
                <a:gd name="T6" fmla="*/ 24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5"/>
                    <a:pt x="4" y="3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3" name="Freeform 4535">
              <a:extLst>
                <a:ext uri="{FF2B5EF4-FFF2-40B4-BE49-F238E27FC236}">
                  <a16:creationId xmlns:a16="http://schemas.microsoft.com/office/drawing/2014/main" id="{DB711705-DD0A-4CDC-9F67-AEAFBF42A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721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4" name="Freeform 4536">
              <a:extLst>
                <a:ext uri="{FF2B5EF4-FFF2-40B4-BE49-F238E27FC236}">
                  <a16:creationId xmlns:a16="http://schemas.microsoft.com/office/drawing/2014/main" id="{682C7A9F-3EEF-4809-95A6-BBC608F54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662"/>
              <a:ext cx="8" cy="9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5" name="Freeform 4537">
              <a:extLst>
                <a:ext uri="{FF2B5EF4-FFF2-40B4-BE49-F238E27FC236}">
                  <a16:creationId xmlns:a16="http://schemas.microsoft.com/office/drawing/2014/main" id="{071C1A08-7154-4D86-A320-54FAFC6F0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714"/>
              <a:ext cx="12" cy="11"/>
            </a:xfrm>
            <a:custGeom>
              <a:avLst/>
              <a:gdLst>
                <a:gd name="T0" fmla="*/ 16 w 6"/>
                <a:gd name="T1" fmla="*/ 0 h 5"/>
                <a:gd name="T2" fmla="*/ 24 w 6"/>
                <a:gd name="T3" fmla="*/ 53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6" y="4"/>
                    <a:pt x="6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6" name="Freeform 4538">
              <a:extLst>
                <a:ext uri="{FF2B5EF4-FFF2-40B4-BE49-F238E27FC236}">
                  <a16:creationId xmlns:a16="http://schemas.microsoft.com/office/drawing/2014/main" id="{FCD99548-0F1A-4B30-97A5-8761A6D97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3673"/>
              <a:ext cx="8" cy="9"/>
            </a:xfrm>
            <a:custGeom>
              <a:avLst/>
              <a:gdLst>
                <a:gd name="T0" fmla="*/ 0 w 4"/>
                <a:gd name="T1" fmla="*/ 11 h 4"/>
                <a:gd name="T2" fmla="*/ 8 w 4"/>
                <a:gd name="T3" fmla="*/ 45 h 4"/>
                <a:gd name="T4" fmla="*/ 24 w 4"/>
                <a:gd name="T5" fmla="*/ 11 h 4"/>
                <a:gd name="T6" fmla="*/ 8 w 4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3" y="4"/>
                    <a:pt x="4" y="3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7" name="Freeform 4539">
              <a:extLst>
                <a:ext uri="{FF2B5EF4-FFF2-40B4-BE49-F238E27FC236}">
                  <a16:creationId xmlns:a16="http://schemas.microsoft.com/office/drawing/2014/main" id="{816A1B53-1CE3-4356-9823-4AA67364D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719"/>
              <a:ext cx="26" cy="33"/>
            </a:xfrm>
            <a:custGeom>
              <a:avLst/>
              <a:gdLst>
                <a:gd name="T0" fmla="*/ 32 w 13"/>
                <a:gd name="T1" fmla="*/ 9 h 15"/>
                <a:gd name="T2" fmla="*/ 16 w 13"/>
                <a:gd name="T3" fmla="*/ 9 h 15"/>
                <a:gd name="T4" fmla="*/ 4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4" y="1"/>
                  </a:moveTo>
                  <a:cubicBezTo>
                    <a:pt x="3" y="1"/>
                    <a:pt x="2" y="0"/>
                    <a:pt x="2" y="1"/>
                  </a:cubicBezTo>
                  <a:cubicBezTo>
                    <a:pt x="0" y="15"/>
                    <a:pt x="13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8" name="Freeform 4540">
              <a:extLst>
                <a:ext uri="{FF2B5EF4-FFF2-40B4-BE49-F238E27FC236}">
                  <a16:creationId xmlns:a16="http://schemas.microsoft.com/office/drawing/2014/main" id="{B0A0AE19-6D9F-4B5D-8328-CD5067C7B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3756"/>
              <a:ext cx="13" cy="13"/>
            </a:xfrm>
            <a:custGeom>
              <a:avLst/>
              <a:gdLst>
                <a:gd name="T0" fmla="*/ 0 w 6"/>
                <a:gd name="T1" fmla="*/ 9 h 6"/>
                <a:gd name="T2" fmla="*/ 61 w 6"/>
                <a:gd name="T3" fmla="*/ 9 h 6"/>
                <a:gd name="T4" fmla="*/ 20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6"/>
                    <a:pt x="6" y="6"/>
                    <a:pt x="6" y="1"/>
                  </a:cubicBezTo>
                  <a:cubicBezTo>
                    <a:pt x="5" y="0"/>
                    <a:pt x="4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19" name="Freeform 4541">
              <a:extLst>
                <a:ext uri="{FF2B5EF4-FFF2-40B4-BE49-F238E27FC236}">
                  <a16:creationId xmlns:a16="http://schemas.microsoft.com/office/drawing/2014/main" id="{EA0DE048-EFFE-4F01-92B2-A8DF2E161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693"/>
              <a:ext cx="8" cy="13"/>
            </a:xfrm>
            <a:custGeom>
              <a:avLst/>
              <a:gdLst>
                <a:gd name="T0" fmla="*/ 0 w 4"/>
                <a:gd name="T1" fmla="*/ 33 h 6"/>
                <a:gd name="T2" fmla="*/ 8 w 4"/>
                <a:gd name="T3" fmla="*/ 61 h 6"/>
                <a:gd name="T4" fmla="*/ 8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4" y="5"/>
                    <a:pt x="4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0" name="Freeform 4542">
              <a:extLst>
                <a:ext uri="{FF2B5EF4-FFF2-40B4-BE49-F238E27FC236}">
                  <a16:creationId xmlns:a16="http://schemas.microsoft.com/office/drawing/2014/main" id="{D57CA269-FA3C-46AE-B3C4-553D9C1C7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3688"/>
              <a:ext cx="20" cy="18"/>
            </a:xfrm>
            <a:custGeom>
              <a:avLst/>
              <a:gdLst>
                <a:gd name="T0" fmla="*/ 32 w 10"/>
                <a:gd name="T1" fmla="*/ 11 h 8"/>
                <a:gd name="T2" fmla="*/ 24 w 10"/>
                <a:gd name="T3" fmla="*/ 11 h 8"/>
                <a:gd name="T4" fmla="*/ 56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1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0" y="8"/>
                    <a:pt x="10" y="8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1" name="Freeform 4543">
              <a:extLst>
                <a:ext uri="{FF2B5EF4-FFF2-40B4-BE49-F238E27FC236}">
                  <a16:creationId xmlns:a16="http://schemas.microsoft.com/office/drawing/2014/main" id="{6269CB35-1DCC-4F35-A801-7CC6B9161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3627"/>
              <a:ext cx="10" cy="15"/>
            </a:xfrm>
            <a:custGeom>
              <a:avLst/>
              <a:gdLst>
                <a:gd name="T0" fmla="*/ 16 w 5"/>
                <a:gd name="T1" fmla="*/ 0 h 7"/>
                <a:gd name="T2" fmla="*/ 16 w 5"/>
                <a:gd name="T3" fmla="*/ 69 h 7"/>
                <a:gd name="T4" fmla="*/ 24 w 5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5" y="6"/>
                    <a:pt x="5" y="3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2" name="Freeform 4544">
              <a:extLst>
                <a:ext uri="{FF2B5EF4-FFF2-40B4-BE49-F238E27FC236}">
                  <a16:creationId xmlns:a16="http://schemas.microsoft.com/office/drawing/2014/main" id="{BCB831F1-8CA2-4A40-8A7D-0BD256AEE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3614"/>
              <a:ext cx="9" cy="9"/>
            </a:xfrm>
            <a:custGeom>
              <a:avLst/>
              <a:gdLst>
                <a:gd name="T0" fmla="*/ 11 w 4"/>
                <a:gd name="T1" fmla="*/ 0 h 4"/>
                <a:gd name="T2" fmla="*/ 25 w 4"/>
                <a:gd name="T3" fmla="*/ 45 h 4"/>
                <a:gd name="T4" fmla="*/ 3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3" name="Freeform 4545">
              <a:extLst>
                <a:ext uri="{FF2B5EF4-FFF2-40B4-BE49-F238E27FC236}">
                  <a16:creationId xmlns:a16="http://schemas.microsoft.com/office/drawing/2014/main" id="{8DE6F801-93E1-4F10-82B4-AB334A49D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3568"/>
              <a:ext cx="21" cy="20"/>
            </a:xfrm>
            <a:custGeom>
              <a:avLst/>
              <a:gdLst>
                <a:gd name="T0" fmla="*/ 17 w 10"/>
                <a:gd name="T1" fmla="*/ 0 h 9"/>
                <a:gd name="T2" fmla="*/ 48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2" y="0"/>
                  </a:moveTo>
                  <a:cubicBezTo>
                    <a:pt x="0" y="9"/>
                    <a:pt x="10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4" name="Freeform 4546">
              <a:extLst>
                <a:ext uri="{FF2B5EF4-FFF2-40B4-BE49-F238E27FC236}">
                  <a16:creationId xmlns:a16="http://schemas.microsoft.com/office/drawing/2014/main" id="{B595209B-6212-42FF-8AD9-FDF0DFB4E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527"/>
              <a:ext cx="11" cy="13"/>
            </a:xfrm>
            <a:custGeom>
              <a:avLst/>
              <a:gdLst>
                <a:gd name="T0" fmla="*/ 20 w 5"/>
                <a:gd name="T1" fmla="*/ 0 h 6"/>
                <a:gd name="T2" fmla="*/ 33 w 5"/>
                <a:gd name="T3" fmla="*/ 61 h 6"/>
                <a:gd name="T4" fmla="*/ 20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2"/>
                    <a:pt x="0" y="5"/>
                    <a:pt x="3" y="6"/>
                  </a:cubicBezTo>
                  <a:cubicBezTo>
                    <a:pt x="5" y="4"/>
                    <a:pt x="4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5" name="Freeform 4547">
              <a:extLst>
                <a:ext uri="{FF2B5EF4-FFF2-40B4-BE49-F238E27FC236}">
                  <a16:creationId xmlns:a16="http://schemas.microsoft.com/office/drawing/2014/main" id="{190991D3-9B7F-4021-A284-82BCE29BA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3559"/>
              <a:ext cx="8" cy="13"/>
            </a:xfrm>
            <a:custGeom>
              <a:avLst/>
              <a:gdLst>
                <a:gd name="T0" fmla="*/ 24 w 4"/>
                <a:gd name="T1" fmla="*/ 0 h 6"/>
                <a:gd name="T2" fmla="*/ 16 w 4"/>
                <a:gd name="T3" fmla="*/ 61 h 6"/>
                <a:gd name="T4" fmla="*/ 24 w 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3" y="5"/>
                    <a:pt x="4" y="4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6" name="Freeform 4548">
              <a:extLst>
                <a:ext uri="{FF2B5EF4-FFF2-40B4-BE49-F238E27FC236}">
                  <a16:creationId xmlns:a16="http://schemas.microsoft.com/office/drawing/2014/main" id="{89439116-BA36-4B07-B928-BC8ECAD6E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601"/>
              <a:ext cx="10" cy="13"/>
            </a:xfrm>
            <a:custGeom>
              <a:avLst/>
              <a:gdLst>
                <a:gd name="T0" fmla="*/ 24 w 5"/>
                <a:gd name="T1" fmla="*/ 0 h 6"/>
                <a:gd name="T2" fmla="*/ 16 w 5"/>
                <a:gd name="T3" fmla="*/ 61 h 6"/>
                <a:gd name="T4" fmla="*/ 32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4" y="5"/>
                    <a:pt x="5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7" name="Freeform 4549">
              <a:extLst>
                <a:ext uri="{FF2B5EF4-FFF2-40B4-BE49-F238E27FC236}">
                  <a16:creationId xmlns:a16="http://schemas.microsoft.com/office/drawing/2014/main" id="{7397FE02-52B2-4CB2-B6AD-50D23CCCF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3520"/>
              <a:ext cx="6" cy="11"/>
            </a:xfrm>
            <a:custGeom>
              <a:avLst/>
              <a:gdLst>
                <a:gd name="T0" fmla="*/ 8 w 3"/>
                <a:gd name="T1" fmla="*/ 20 h 5"/>
                <a:gd name="T2" fmla="*/ 0 w 3"/>
                <a:gd name="T3" fmla="*/ 44 h 5"/>
                <a:gd name="T4" fmla="*/ 16 w 3"/>
                <a:gd name="T5" fmla="*/ 53 h 5"/>
                <a:gd name="T6" fmla="*/ 16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8" name="Freeform 4550">
              <a:extLst>
                <a:ext uri="{FF2B5EF4-FFF2-40B4-BE49-F238E27FC236}">
                  <a16:creationId xmlns:a16="http://schemas.microsoft.com/office/drawing/2014/main" id="{E069CDF1-45A0-4829-A2E0-615D69C2C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454"/>
              <a:ext cx="27" cy="20"/>
            </a:xfrm>
            <a:custGeom>
              <a:avLst/>
              <a:gdLst>
                <a:gd name="T0" fmla="*/ 35 w 13"/>
                <a:gd name="T1" fmla="*/ 20 h 9"/>
                <a:gd name="T2" fmla="*/ 44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4" y="2"/>
                  </a:moveTo>
                  <a:cubicBezTo>
                    <a:pt x="0" y="9"/>
                    <a:pt x="13" y="7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9" name="Freeform 4551">
              <a:extLst>
                <a:ext uri="{FF2B5EF4-FFF2-40B4-BE49-F238E27FC236}">
                  <a16:creationId xmlns:a16="http://schemas.microsoft.com/office/drawing/2014/main" id="{A557D5D5-8407-4483-92BC-CF8AF1DB2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481"/>
              <a:ext cx="8" cy="11"/>
            </a:xfrm>
            <a:custGeom>
              <a:avLst/>
              <a:gdLst>
                <a:gd name="T0" fmla="*/ 8 w 4"/>
                <a:gd name="T1" fmla="*/ 0 h 5"/>
                <a:gd name="T2" fmla="*/ 16 w 4"/>
                <a:gd name="T3" fmla="*/ 53 h 5"/>
                <a:gd name="T4" fmla="*/ 16 w 4"/>
                <a:gd name="T5" fmla="*/ 20 h 5"/>
                <a:gd name="T6" fmla="*/ 8 w 4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3"/>
                    <a:pt x="4" y="3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0" name="Freeform 4552">
              <a:extLst>
                <a:ext uri="{FF2B5EF4-FFF2-40B4-BE49-F238E27FC236}">
                  <a16:creationId xmlns:a16="http://schemas.microsoft.com/office/drawing/2014/main" id="{AC3643EE-0BFE-44EB-9177-90FF47F4F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3542"/>
              <a:ext cx="10" cy="15"/>
            </a:xfrm>
            <a:custGeom>
              <a:avLst/>
              <a:gdLst>
                <a:gd name="T0" fmla="*/ 16 w 5"/>
                <a:gd name="T1" fmla="*/ 28 h 7"/>
                <a:gd name="T2" fmla="*/ 0 w 5"/>
                <a:gd name="T3" fmla="*/ 28 h 7"/>
                <a:gd name="T4" fmla="*/ 8 w 5"/>
                <a:gd name="T5" fmla="*/ 69 h 7"/>
                <a:gd name="T6" fmla="*/ 24 w 5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3"/>
                  </a:moveTo>
                  <a:cubicBezTo>
                    <a:pt x="1" y="3"/>
                    <a:pt x="1" y="3"/>
                    <a:pt x="0" y="3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4" y="6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1" name="Freeform 4553">
              <a:extLst>
                <a:ext uri="{FF2B5EF4-FFF2-40B4-BE49-F238E27FC236}">
                  <a16:creationId xmlns:a16="http://schemas.microsoft.com/office/drawing/2014/main" id="{66CFF1AB-03A8-4D1E-B290-12C1591A5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3524"/>
              <a:ext cx="6" cy="9"/>
            </a:xfrm>
            <a:custGeom>
              <a:avLst/>
              <a:gdLst>
                <a:gd name="T0" fmla="*/ 0 w 3"/>
                <a:gd name="T1" fmla="*/ 0 h 4"/>
                <a:gd name="T2" fmla="*/ 16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2" name="Freeform 4554">
              <a:extLst>
                <a:ext uri="{FF2B5EF4-FFF2-40B4-BE49-F238E27FC236}">
                  <a16:creationId xmlns:a16="http://schemas.microsoft.com/office/drawing/2014/main" id="{F7A815CD-5044-409E-928B-04FBD9A77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3492"/>
              <a:ext cx="6" cy="10"/>
            </a:xfrm>
            <a:custGeom>
              <a:avLst/>
              <a:gdLst>
                <a:gd name="T0" fmla="*/ 8 w 3"/>
                <a:gd name="T1" fmla="*/ 0 h 5"/>
                <a:gd name="T2" fmla="*/ 16 w 3"/>
                <a:gd name="T3" fmla="*/ 40 h 5"/>
                <a:gd name="T4" fmla="*/ 16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4"/>
                    <a:pt x="3" y="3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3" name="Freeform 4555">
              <a:extLst>
                <a:ext uri="{FF2B5EF4-FFF2-40B4-BE49-F238E27FC236}">
                  <a16:creationId xmlns:a16="http://schemas.microsoft.com/office/drawing/2014/main" id="{2AA9872F-1968-4B5B-A96E-C62ADE6FF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3443"/>
              <a:ext cx="16" cy="20"/>
            </a:xfrm>
            <a:custGeom>
              <a:avLst/>
              <a:gdLst>
                <a:gd name="T0" fmla="*/ 8 w 8"/>
                <a:gd name="T1" fmla="*/ 9 h 9"/>
                <a:gd name="T2" fmla="*/ 16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1" y="1"/>
                  </a:moveTo>
                  <a:cubicBezTo>
                    <a:pt x="0" y="9"/>
                    <a:pt x="8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4" name="Freeform 4556">
              <a:extLst>
                <a:ext uri="{FF2B5EF4-FFF2-40B4-BE49-F238E27FC236}">
                  <a16:creationId xmlns:a16="http://schemas.microsoft.com/office/drawing/2014/main" id="{306B3BF0-185F-4368-9DC6-330E5E63A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443"/>
              <a:ext cx="16" cy="25"/>
            </a:xfrm>
            <a:custGeom>
              <a:avLst/>
              <a:gdLst>
                <a:gd name="T0" fmla="*/ 8 w 8"/>
                <a:gd name="T1" fmla="*/ 25 h 11"/>
                <a:gd name="T2" fmla="*/ 16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2"/>
                  </a:moveTo>
                  <a:cubicBezTo>
                    <a:pt x="0" y="11"/>
                    <a:pt x="8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5" name="Freeform 4557">
              <a:extLst>
                <a:ext uri="{FF2B5EF4-FFF2-40B4-BE49-F238E27FC236}">
                  <a16:creationId xmlns:a16="http://schemas.microsoft.com/office/drawing/2014/main" id="{FF5403DF-60B9-436A-B644-7653E4EDD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3395"/>
              <a:ext cx="8" cy="11"/>
            </a:xfrm>
            <a:custGeom>
              <a:avLst/>
              <a:gdLst>
                <a:gd name="T0" fmla="*/ 0 w 4"/>
                <a:gd name="T1" fmla="*/ 20 h 5"/>
                <a:gd name="T2" fmla="*/ 8 w 4"/>
                <a:gd name="T3" fmla="*/ 53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3"/>
                    <a:pt x="3" y="0"/>
                    <a:pt x="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6" name="Freeform 4558">
              <a:extLst>
                <a:ext uri="{FF2B5EF4-FFF2-40B4-BE49-F238E27FC236}">
                  <a16:creationId xmlns:a16="http://schemas.microsoft.com/office/drawing/2014/main" id="{3549AA2A-555D-4F21-800C-678B67440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339"/>
              <a:ext cx="14" cy="10"/>
            </a:xfrm>
            <a:custGeom>
              <a:avLst/>
              <a:gdLst>
                <a:gd name="T0" fmla="*/ 24 w 7"/>
                <a:gd name="T1" fmla="*/ 0 h 5"/>
                <a:gd name="T2" fmla="*/ 16 w 7"/>
                <a:gd name="T3" fmla="*/ 40 h 5"/>
                <a:gd name="T4" fmla="*/ 2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5" y="4"/>
                    <a:pt x="7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7" name="Freeform 4559">
              <a:extLst>
                <a:ext uri="{FF2B5EF4-FFF2-40B4-BE49-F238E27FC236}">
                  <a16:creationId xmlns:a16="http://schemas.microsoft.com/office/drawing/2014/main" id="{08B735FE-F358-437F-B950-A3928DC8A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3369"/>
              <a:ext cx="10" cy="15"/>
            </a:xfrm>
            <a:custGeom>
              <a:avLst/>
              <a:gdLst>
                <a:gd name="T0" fmla="*/ 8 w 5"/>
                <a:gd name="T1" fmla="*/ 9 h 7"/>
                <a:gd name="T2" fmla="*/ 16 w 5"/>
                <a:gd name="T3" fmla="*/ 69 h 7"/>
                <a:gd name="T4" fmla="*/ 16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5" y="5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8" name="Freeform 4560">
              <a:extLst>
                <a:ext uri="{FF2B5EF4-FFF2-40B4-BE49-F238E27FC236}">
                  <a16:creationId xmlns:a16="http://schemas.microsoft.com/office/drawing/2014/main" id="{4DC2C413-A1D2-467E-AFF2-48626609B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3328"/>
              <a:ext cx="29" cy="19"/>
            </a:xfrm>
            <a:custGeom>
              <a:avLst/>
              <a:gdLst>
                <a:gd name="T0" fmla="*/ 52 w 14"/>
                <a:gd name="T1" fmla="*/ 0 h 9"/>
                <a:gd name="T2" fmla="*/ 64 w 14"/>
                <a:gd name="T3" fmla="*/ 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6" y="0"/>
                  </a:moveTo>
                  <a:cubicBezTo>
                    <a:pt x="0" y="9"/>
                    <a:pt x="14" y="2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9" name="Freeform 4561">
              <a:extLst>
                <a:ext uri="{FF2B5EF4-FFF2-40B4-BE49-F238E27FC236}">
                  <a16:creationId xmlns:a16="http://schemas.microsoft.com/office/drawing/2014/main" id="{40C84050-0852-4E35-9800-90D543F8D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391"/>
              <a:ext cx="6" cy="11"/>
            </a:xfrm>
            <a:custGeom>
              <a:avLst/>
              <a:gdLst>
                <a:gd name="T0" fmla="*/ 8 w 3"/>
                <a:gd name="T1" fmla="*/ 20 h 5"/>
                <a:gd name="T2" fmla="*/ 8 w 3"/>
                <a:gd name="T3" fmla="*/ 53 h 5"/>
                <a:gd name="T4" fmla="*/ 16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4"/>
                    <a:pt x="0" y="4"/>
                    <a:pt x="1" y="5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0" name="Freeform 4562">
              <a:extLst>
                <a:ext uri="{FF2B5EF4-FFF2-40B4-BE49-F238E27FC236}">
                  <a16:creationId xmlns:a16="http://schemas.microsoft.com/office/drawing/2014/main" id="{19705DC3-02E3-437A-B7A7-6B986A9B4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3360"/>
              <a:ext cx="8" cy="11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53 h 5"/>
                <a:gd name="T4" fmla="*/ 24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1" name="Freeform 4563">
              <a:extLst>
                <a:ext uri="{FF2B5EF4-FFF2-40B4-BE49-F238E27FC236}">
                  <a16:creationId xmlns:a16="http://schemas.microsoft.com/office/drawing/2014/main" id="{2C9A34C1-4EAF-4D2D-A372-B7CAC8B63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3356"/>
              <a:ext cx="8" cy="11"/>
            </a:xfrm>
            <a:custGeom>
              <a:avLst/>
              <a:gdLst>
                <a:gd name="T0" fmla="*/ 8 w 4"/>
                <a:gd name="T1" fmla="*/ 9 h 5"/>
                <a:gd name="T2" fmla="*/ 8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2" name="Freeform 4564">
              <a:extLst>
                <a:ext uri="{FF2B5EF4-FFF2-40B4-BE49-F238E27FC236}">
                  <a16:creationId xmlns:a16="http://schemas.microsoft.com/office/drawing/2014/main" id="{F2A73E1D-32F0-4377-A019-4AB77E62B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3286"/>
              <a:ext cx="11" cy="13"/>
            </a:xfrm>
            <a:custGeom>
              <a:avLst/>
              <a:gdLst>
                <a:gd name="T0" fmla="*/ 33 w 5"/>
                <a:gd name="T1" fmla="*/ 0 h 6"/>
                <a:gd name="T2" fmla="*/ 20 w 5"/>
                <a:gd name="T3" fmla="*/ 61 h 6"/>
                <a:gd name="T4" fmla="*/ 44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4" y="5"/>
                    <a:pt x="5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3" name="Freeform 4565">
              <a:extLst>
                <a:ext uri="{FF2B5EF4-FFF2-40B4-BE49-F238E27FC236}">
                  <a16:creationId xmlns:a16="http://schemas.microsoft.com/office/drawing/2014/main" id="{89E39467-8E18-4EAA-82F8-B8D69B705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3288"/>
              <a:ext cx="20" cy="20"/>
            </a:xfrm>
            <a:custGeom>
              <a:avLst/>
              <a:gdLst>
                <a:gd name="T0" fmla="*/ 40 w 10"/>
                <a:gd name="T1" fmla="*/ 0 h 9"/>
                <a:gd name="T2" fmla="*/ 40 w 10"/>
                <a:gd name="T3" fmla="*/ 89 h 9"/>
                <a:gd name="T4" fmla="*/ 40 w 10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1" y="2"/>
                    <a:pt x="0" y="9"/>
                    <a:pt x="5" y="8"/>
                  </a:cubicBezTo>
                  <a:cubicBezTo>
                    <a:pt x="10" y="8"/>
                    <a:pt x="9" y="0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4" name="Freeform 4566">
              <a:extLst>
                <a:ext uri="{FF2B5EF4-FFF2-40B4-BE49-F238E27FC236}">
                  <a16:creationId xmlns:a16="http://schemas.microsoft.com/office/drawing/2014/main" id="{D7D747C1-F7DA-482E-A9BF-7FFD3D54F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271"/>
              <a:ext cx="6" cy="9"/>
            </a:xfrm>
            <a:custGeom>
              <a:avLst/>
              <a:gdLst>
                <a:gd name="T0" fmla="*/ 0 w 3"/>
                <a:gd name="T1" fmla="*/ 11 h 4"/>
                <a:gd name="T2" fmla="*/ 8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2"/>
                    <a:pt x="3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5" name="Freeform 4567">
              <a:extLst>
                <a:ext uri="{FF2B5EF4-FFF2-40B4-BE49-F238E27FC236}">
                  <a16:creationId xmlns:a16="http://schemas.microsoft.com/office/drawing/2014/main" id="{C1DFEFDF-6248-4C30-9EE3-68427791E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621"/>
              <a:ext cx="15" cy="17"/>
            </a:xfrm>
            <a:custGeom>
              <a:avLst/>
              <a:gdLst>
                <a:gd name="T0" fmla="*/ 19 w 7"/>
                <a:gd name="T1" fmla="*/ 28 h 8"/>
                <a:gd name="T2" fmla="*/ 19 w 7"/>
                <a:gd name="T3" fmla="*/ 77 h 8"/>
                <a:gd name="T4" fmla="*/ 5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3"/>
                  </a:moveTo>
                  <a:cubicBezTo>
                    <a:pt x="0" y="5"/>
                    <a:pt x="0" y="6"/>
                    <a:pt x="2" y="8"/>
                  </a:cubicBezTo>
                  <a:cubicBezTo>
                    <a:pt x="6" y="6"/>
                    <a:pt x="7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6" name="Freeform 4568">
              <a:extLst>
                <a:ext uri="{FF2B5EF4-FFF2-40B4-BE49-F238E27FC236}">
                  <a16:creationId xmlns:a16="http://schemas.microsoft.com/office/drawing/2014/main" id="{CCB7FDA6-F08D-4467-A491-E859A22AC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3612"/>
              <a:ext cx="10" cy="13"/>
            </a:xfrm>
            <a:custGeom>
              <a:avLst/>
              <a:gdLst>
                <a:gd name="T0" fmla="*/ 8 w 5"/>
                <a:gd name="T1" fmla="*/ 20 h 6"/>
                <a:gd name="T2" fmla="*/ 8 w 5"/>
                <a:gd name="T3" fmla="*/ 61 h 6"/>
                <a:gd name="T4" fmla="*/ 2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5" y="3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7" name="Freeform 4569">
              <a:extLst>
                <a:ext uri="{FF2B5EF4-FFF2-40B4-BE49-F238E27FC236}">
                  <a16:creationId xmlns:a16="http://schemas.microsoft.com/office/drawing/2014/main" id="{531DF11B-FAE9-4EF7-8261-FC117C2CB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3629"/>
              <a:ext cx="13" cy="13"/>
            </a:xfrm>
            <a:custGeom>
              <a:avLst/>
              <a:gdLst>
                <a:gd name="T0" fmla="*/ 9 w 6"/>
                <a:gd name="T1" fmla="*/ 0 h 6"/>
                <a:gd name="T2" fmla="*/ 0 w 6"/>
                <a:gd name="T3" fmla="*/ 52 h 6"/>
                <a:gd name="T4" fmla="*/ 2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5" y="6"/>
                    <a:pt x="6" y="3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8" name="Freeform 4570">
              <a:extLst>
                <a:ext uri="{FF2B5EF4-FFF2-40B4-BE49-F238E27FC236}">
                  <a16:creationId xmlns:a16="http://schemas.microsoft.com/office/drawing/2014/main" id="{F11B8819-7EA4-46C7-9440-81361F909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3323"/>
              <a:ext cx="33" cy="40"/>
            </a:xfrm>
            <a:custGeom>
              <a:avLst/>
              <a:gdLst>
                <a:gd name="T0" fmla="*/ 43 w 16"/>
                <a:gd name="T1" fmla="*/ 9 h 18"/>
                <a:gd name="T2" fmla="*/ 60 w 16"/>
                <a:gd name="T3" fmla="*/ 187 h 18"/>
                <a:gd name="T4" fmla="*/ 60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5" y="1"/>
                  </a:moveTo>
                  <a:cubicBezTo>
                    <a:pt x="1" y="4"/>
                    <a:pt x="0" y="17"/>
                    <a:pt x="7" y="17"/>
                  </a:cubicBezTo>
                  <a:cubicBezTo>
                    <a:pt x="16" y="18"/>
                    <a:pt x="11" y="3"/>
                    <a:pt x="7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9" name="Freeform 4571">
              <a:extLst>
                <a:ext uri="{FF2B5EF4-FFF2-40B4-BE49-F238E27FC236}">
                  <a16:creationId xmlns:a16="http://schemas.microsoft.com/office/drawing/2014/main" id="{956D14A0-6D76-4B96-A614-A87E88604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566"/>
              <a:ext cx="27" cy="50"/>
            </a:xfrm>
            <a:custGeom>
              <a:avLst/>
              <a:gdLst>
                <a:gd name="T0" fmla="*/ 0 w 13"/>
                <a:gd name="T1" fmla="*/ 20 h 23"/>
                <a:gd name="T2" fmla="*/ 100 w 13"/>
                <a:gd name="T3" fmla="*/ 141 h 23"/>
                <a:gd name="T4" fmla="*/ 8 w 13"/>
                <a:gd name="T5" fmla="*/ 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0" y="2"/>
                  </a:moveTo>
                  <a:cubicBezTo>
                    <a:pt x="0" y="6"/>
                    <a:pt x="8" y="23"/>
                    <a:pt x="11" y="14"/>
                  </a:cubicBezTo>
                  <a:cubicBezTo>
                    <a:pt x="13" y="10"/>
                    <a:pt x="5" y="0"/>
                    <a:pt x="1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0" name="Freeform 4572">
              <a:extLst>
                <a:ext uri="{FF2B5EF4-FFF2-40B4-BE49-F238E27FC236}">
                  <a16:creationId xmlns:a16="http://schemas.microsoft.com/office/drawing/2014/main" id="{506EF379-729A-470D-AEE6-5D8E962AC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710"/>
              <a:ext cx="32" cy="24"/>
            </a:xfrm>
            <a:custGeom>
              <a:avLst/>
              <a:gdLst>
                <a:gd name="T0" fmla="*/ 0 w 16"/>
                <a:gd name="T1" fmla="*/ 0 h 11"/>
                <a:gd name="T2" fmla="*/ 128 w 16"/>
                <a:gd name="T3" fmla="*/ 81 h 11"/>
                <a:gd name="T4" fmla="*/ 16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0"/>
                  </a:moveTo>
                  <a:cubicBezTo>
                    <a:pt x="3" y="6"/>
                    <a:pt x="10" y="11"/>
                    <a:pt x="16" y="8"/>
                  </a:cubicBezTo>
                  <a:cubicBezTo>
                    <a:pt x="14" y="4"/>
                    <a:pt x="7" y="0"/>
                    <a:pt x="2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1" name="Freeform 4573">
              <a:extLst>
                <a:ext uri="{FF2B5EF4-FFF2-40B4-BE49-F238E27FC236}">
                  <a16:creationId xmlns:a16="http://schemas.microsoft.com/office/drawing/2014/main" id="{11702678-8565-434D-BF96-350FEF698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752"/>
              <a:ext cx="29" cy="17"/>
            </a:xfrm>
            <a:custGeom>
              <a:avLst/>
              <a:gdLst>
                <a:gd name="T0" fmla="*/ 0 w 14"/>
                <a:gd name="T1" fmla="*/ 9 h 8"/>
                <a:gd name="T2" fmla="*/ 124 w 14"/>
                <a:gd name="T3" fmla="*/ 49 h 8"/>
                <a:gd name="T4" fmla="*/ 17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1"/>
                  </a:moveTo>
                  <a:cubicBezTo>
                    <a:pt x="3" y="6"/>
                    <a:pt x="9" y="8"/>
                    <a:pt x="14" y="5"/>
                  </a:cubicBezTo>
                  <a:cubicBezTo>
                    <a:pt x="11" y="2"/>
                    <a:pt x="6" y="0"/>
                    <a:pt x="2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2" name="Freeform 4574">
              <a:extLst>
                <a:ext uri="{FF2B5EF4-FFF2-40B4-BE49-F238E27FC236}">
                  <a16:creationId xmlns:a16="http://schemas.microsoft.com/office/drawing/2014/main" id="{8082AB41-320A-481B-88DB-223763A00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256"/>
              <a:ext cx="18" cy="32"/>
            </a:xfrm>
            <a:custGeom>
              <a:avLst/>
              <a:gdLst>
                <a:gd name="T0" fmla="*/ 16 w 9"/>
                <a:gd name="T1" fmla="*/ 28 h 15"/>
                <a:gd name="T2" fmla="*/ 40 w 9"/>
                <a:gd name="T3" fmla="*/ 137 h 15"/>
                <a:gd name="T4" fmla="*/ 72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2" y="3"/>
                  </a:moveTo>
                  <a:cubicBezTo>
                    <a:pt x="0" y="6"/>
                    <a:pt x="0" y="15"/>
                    <a:pt x="5" y="14"/>
                  </a:cubicBezTo>
                  <a:cubicBezTo>
                    <a:pt x="9" y="14"/>
                    <a:pt x="9" y="3"/>
                    <a:pt x="9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3" name="Freeform 4575">
              <a:extLst>
                <a:ext uri="{FF2B5EF4-FFF2-40B4-BE49-F238E27FC236}">
                  <a16:creationId xmlns:a16="http://schemas.microsoft.com/office/drawing/2014/main" id="{B91214B0-EB7E-459D-924E-9162057A9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225"/>
              <a:ext cx="27" cy="31"/>
            </a:xfrm>
            <a:custGeom>
              <a:avLst/>
              <a:gdLst>
                <a:gd name="T0" fmla="*/ 64 w 13"/>
                <a:gd name="T1" fmla="*/ 153 h 14"/>
                <a:gd name="T2" fmla="*/ 52 w 13"/>
                <a:gd name="T3" fmla="*/ 0 h 14"/>
                <a:gd name="T4" fmla="*/ 116 w 13"/>
                <a:gd name="T5" fmla="*/ 1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7" y="14"/>
                  </a:moveTo>
                  <a:cubicBezTo>
                    <a:pt x="3" y="11"/>
                    <a:pt x="0" y="2"/>
                    <a:pt x="6" y="0"/>
                  </a:cubicBezTo>
                  <a:cubicBezTo>
                    <a:pt x="9" y="4"/>
                    <a:pt x="11" y="8"/>
                    <a:pt x="13" y="1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4" name="Freeform 4576">
              <a:extLst>
                <a:ext uri="{FF2B5EF4-FFF2-40B4-BE49-F238E27FC236}">
                  <a16:creationId xmlns:a16="http://schemas.microsoft.com/office/drawing/2014/main" id="{D4654B98-9C7C-4DFD-A109-0C6C8D693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437"/>
              <a:ext cx="23" cy="39"/>
            </a:xfrm>
            <a:custGeom>
              <a:avLst/>
              <a:gdLst>
                <a:gd name="T0" fmla="*/ 56 w 11"/>
                <a:gd name="T1" fmla="*/ 0 h 18"/>
                <a:gd name="T2" fmla="*/ 36 w 11"/>
                <a:gd name="T3" fmla="*/ 184 h 18"/>
                <a:gd name="T4" fmla="*/ 75 w 11"/>
                <a:gd name="T5" fmla="*/ 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6" y="0"/>
                  </a:moveTo>
                  <a:cubicBezTo>
                    <a:pt x="4" y="5"/>
                    <a:pt x="0" y="13"/>
                    <a:pt x="4" y="18"/>
                  </a:cubicBezTo>
                  <a:cubicBezTo>
                    <a:pt x="8" y="14"/>
                    <a:pt x="11" y="5"/>
                    <a:pt x="8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5" name="Freeform 4577">
              <a:extLst>
                <a:ext uri="{FF2B5EF4-FFF2-40B4-BE49-F238E27FC236}">
                  <a16:creationId xmlns:a16="http://schemas.microsoft.com/office/drawing/2014/main" id="{F50C9E48-120E-4062-9C70-B893D7FD2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3596"/>
              <a:ext cx="25" cy="35"/>
            </a:xfrm>
            <a:custGeom>
              <a:avLst/>
              <a:gdLst>
                <a:gd name="T0" fmla="*/ 108 w 12"/>
                <a:gd name="T1" fmla="*/ 0 h 16"/>
                <a:gd name="T2" fmla="*/ 0 w 12"/>
                <a:gd name="T3" fmla="*/ 168 h 16"/>
                <a:gd name="T4" fmla="*/ 108 w 12"/>
                <a:gd name="T5" fmla="*/ 20 h 16"/>
                <a:gd name="T6" fmla="*/ 100 w 12"/>
                <a:gd name="T7" fmla="*/ 2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7" y="5"/>
                    <a:pt x="0" y="9"/>
                    <a:pt x="0" y="16"/>
                  </a:cubicBezTo>
                  <a:cubicBezTo>
                    <a:pt x="5" y="14"/>
                    <a:pt x="10" y="7"/>
                    <a:pt x="12" y="2"/>
                  </a:cubicBezTo>
                  <a:cubicBezTo>
                    <a:pt x="12" y="0"/>
                    <a:pt x="12" y="2"/>
                    <a:pt x="11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6" name="Freeform 4578">
              <a:extLst>
                <a:ext uri="{FF2B5EF4-FFF2-40B4-BE49-F238E27FC236}">
                  <a16:creationId xmlns:a16="http://schemas.microsoft.com/office/drawing/2014/main" id="{9DB83396-FAD2-4E93-9237-D91719012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701"/>
              <a:ext cx="23" cy="20"/>
            </a:xfrm>
            <a:custGeom>
              <a:avLst/>
              <a:gdLst>
                <a:gd name="T0" fmla="*/ 65 w 11"/>
                <a:gd name="T1" fmla="*/ 20 h 9"/>
                <a:gd name="T2" fmla="*/ 17 w 11"/>
                <a:gd name="T3" fmla="*/ 98 h 9"/>
                <a:gd name="T4" fmla="*/ 100 w 11"/>
                <a:gd name="T5" fmla="*/ 9 h 9"/>
                <a:gd name="T6" fmla="*/ 75 w 11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7" y="2"/>
                  </a:moveTo>
                  <a:cubicBezTo>
                    <a:pt x="3" y="3"/>
                    <a:pt x="0" y="6"/>
                    <a:pt x="2" y="9"/>
                  </a:cubicBezTo>
                  <a:cubicBezTo>
                    <a:pt x="6" y="8"/>
                    <a:pt x="9" y="5"/>
                    <a:pt x="11" y="1"/>
                  </a:cubicBezTo>
                  <a:cubicBezTo>
                    <a:pt x="10" y="0"/>
                    <a:pt x="9" y="1"/>
                    <a:pt x="8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7" name="Freeform 4579">
              <a:extLst>
                <a:ext uri="{FF2B5EF4-FFF2-40B4-BE49-F238E27FC236}">
                  <a16:creationId xmlns:a16="http://schemas.microsoft.com/office/drawing/2014/main" id="{1473769E-ECA0-4B34-B086-02D7281C2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3765"/>
              <a:ext cx="21" cy="13"/>
            </a:xfrm>
            <a:custGeom>
              <a:avLst/>
              <a:gdLst>
                <a:gd name="T0" fmla="*/ 0 w 10"/>
                <a:gd name="T1" fmla="*/ 61 h 6"/>
                <a:gd name="T2" fmla="*/ 92 w 10"/>
                <a:gd name="T3" fmla="*/ 33 h 6"/>
                <a:gd name="T4" fmla="*/ 0 w 10"/>
                <a:gd name="T5" fmla="*/ 5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7" y="6"/>
                    <a:pt x="10" y="3"/>
                  </a:cubicBezTo>
                  <a:cubicBezTo>
                    <a:pt x="7" y="0"/>
                    <a:pt x="2" y="1"/>
                    <a:pt x="0" y="5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8" name="Freeform 4580">
              <a:extLst>
                <a:ext uri="{FF2B5EF4-FFF2-40B4-BE49-F238E27FC236}">
                  <a16:creationId xmlns:a16="http://schemas.microsoft.com/office/drawing/2014/main" id="{2F218467-9E70-48E3-B710-1B4FAE3E2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120"/>
              <a:ext cx="18" cy="24"/>
            </a:xfrm>
            <a:custGeom>
              <a:avLst/>
              <a:gdLst>
                <a:gd name="T0" fmla="*/ 8 w 9"/>
                <a:gd name="T1" fmla="*/ 20 h 11"/>
                <a:gd name="T2" fmla="*/ 40 w 9"/>
                <a:gd name="T3" fmla="*/ 113 h 11"/>
                <a:gd name="T4" fmla="*/ 16 w 9"/>
                <a:gd name="T5" fmla="*/ 0 h 11"/>
                <a:gd name="T6" fmla="*/ 8 w 9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2"/>
                  </a:moveTo>
                  <a:cubicBezTo>
                    <a:pt x="0" y="5"/>
                    <a:pt x="2" y="10"/>
                    <a:pt x="5" y="11"/>
                  </a:cubicBezTo>
                  <a:cubicBezTo>
                    <a:pt x="9" y="9"/>
                    <a:pt x="5" y="1"/>
                    <a:pt x="2" y="0"/>
                  </a:cubicBezTo>
                  <a:cubicBezTo>
                    <a:pt x="0" y="0"/>
                    <a:pt x="1" y="1"/>
                    <a:pt x="1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59" name="Freeform 4581">
              <a:extLst>
                <a:ext uri="{FF2B5EF4-FFF2-40B4-BE49-F238E27FC236}">
                  <a16:creationId xmlns:a16="http://schemas.microsoft.com/office/drawing/2014/main" id="{3702AE18-0452-47A1-BF9A-43619721F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989"/>
              <a:ext cx="18" cy="33"/>
            </a:xfrm>
            <a:custGeom>
              <a:avLst/>
              <a:gdLst>
                <a:gd name="T0" fmla="*/ 0 w 9"/>
                <a:gd name="T1" fmla="*/ 53 h 15"/>
                <a:gd name="T2" fmla="*/ 56 w 9"/>
                <a:gd name="T3" fmla="*/ 161 h 15"/>
                <a:gd name="T4" fmla="*/ 8 w 9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5"/>
                  </a:moveTo>
                  <a:cubicBezTo>
                    <a:pt x="1" y="8"/>
                    <a:pt x="3" y="15"/>
                    <a:pt x="7" y="15"/>
                  </a:cubicBezTo>
                  <a:cubicBezTo>
                    <a:pt x="9" y="11"/>
                    <a:pt x="6" y="0"/>
                    <a:pt x="1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0" name="Freeform 4582">
              <a:extLst>
                <a:ext uri="{FF2B5EF4-FFF2-40B4-BE49-F238E27FC236}">
                  <a16:creationId xmlns:a16="http://schemas.microsoft.com/office/drawing/2014/main" id="{87C62037-EACF-444F-85A3-88D4D65C1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683"/>
              <a:ext cx="25" cy="30"/>
            </a:xfrm>
            <a:custGeom>
              <a:avLst/>
              <a:gdLst>
                <a:gd name="T0" fmla="*/ 8 w 12"/>
                <a:gd name="T1" fmla="*/ 0 h 14"/>
                <a:gd name="T2" fmla="*/ 83 w 12"/>
                <a:gd name="T3" fmla="*/ 137 h 14"/>
                <a:gd name="T4" fmla="*/ 17 w 1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" y="0"/>
                  </a:moveTo>
                  <a:cubicBezTo>
                    <a:pt x="0" y="5"/>
                    <a:pt x="4" y="14"/>
                    <a:pt x="9" y="14"/>
                  </a:cubicBezTo>
                  <a:cubicBezTo>
                    <a:pt x="12" y="10"/>
                    <a:pt x="7" y="0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1" name="Freeform 4583">
              <a:extLst>
                <a:ext uri="{FF2B5EF4-FFF2-40B4-BE49-F238E27FC236}">
                  <a16:creationId xmlns:a16="http://schemas.microsoft.com/office/drawing/2014/main" id="{064EE32B-FF37-4319-8BD5-798B602C1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515"/>
              <a:ext cx="21" cy="32"/>
            </a:xfrm>
            <a:custGeom>
              <a:avLst/>
              <a:gdLst>
                <a:gd name="T0" fmla="*/ 0 w 10"/>
                <a:gd name="T1" fmla="*/ 41 h 15"/>
                <a:gd name="T2" fmla="*/ 57 w 10"/>
                <a:gd name="T3" fmla="*/ 128 h 15"/>
                <a:gd name="T4" fmla="*/ 0 w 10"/>
                <a:gd name="T5" fmla="*/ 4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0" y="4"/>
                  </a:moveTo>
                  <a:cubicBezTo>
                    <a:pt x="0" y="6"/>
                    <a:pt x="2" y="15"/>
                    <a:pt x="6" y="13"/>
                  </a:cubicBezTo>
                  <a:cubicBezTo>
                    <a:pt x="10" y="12"/>
                    <a:pt x="5" y="0"/>
                    <a:pt x="0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2" name="Freeform 4584">
              <a:extLst>
                <a:ext uri="{FF2B5EF4-FFF2-40B4-BE49-F238E27FC236}">
                  <a16:creationId xmlns:a16="http://schemas.microsoft.com/office/drawing/2014/main" id="{20AF2826-D9DC-4FC4-81AC-8875773C7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982"/>
              <a:ext cx="29" cy="33"/>
            </a:xfrm>
            <a:custGeom>
              <a:avLst/>
              <a:gdLst>
                <a:gd name="T0" fmla="*/ 17 w 14"/>
                <a:gd name="T1" fmla="*/ 0 h 15"/>
                <a:gd name="T2" fmla="*/ 73 w 14"/>
                <a:gd name="T3" fmla="*/ 141 h 15"/>
                <a:gd name="T4" fmla="*/ 44 w 1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2" y="0"/>
                  </a:moveTo>
                  <a:cubicBezTo>
                    <a:pt x="0" y="4"/>
                    <a:pt x="3" y="15"/>
                    <a:pt x="8" y="13"/>
                  </a:cubicBezTo>
                  <a:cubicBezTo>
                    <a:pt x="14" y="10"/>
                    <a:pt x="8" y="1"/>
                    <a:pt x="5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3" name="Freeform 4585">
              <a:extLst>
                <a:ext uri="{FF2B5EF4-FFF2-40B4-BE49-F238E27FC236}">
                  <a16:creationId xmlns:a16="http://schemas.microsoft.com/office/drawing/2014/main" id="{58C3F484-4890-446D-9BAA-C03644B14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875"/>
              <a:ext cx="23" cy="29"/>
            </a:xfrm>
            <a:custGeom>
              <a:avLst/>
              <a:gdLst>
                <a:gd name="T0" fmla="*/ 17 w 11"/>
                <a:gd name="T1" fmla="*/ 9 h 13"/>
                <a:gd name="T2" fmla="*/ 44 w 11"/>
                <a:gd name="T3" fmla="*/ 145 h 13"/>
                <a:gd name="T4" fmla="*/ 27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2" y="1"/>
                  </a:moveTo>
                  <a:cubicBezTo>
                    <a:pt x="0" y="5"/>
                    <a:pt x="2" y="10"/>
                    <a:pt x="5" y="13"/>
                  </a:cubicBezTo>
                  <a:cubicBezTo>
                    <a:pt x="11" y="11"/>
                    <a:pt x="6" y="0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4" name="Freeform 4586">
              <a:extLst>
                <a:ext uri="{FF2B5EF4-FFF2-40B4-BE49-F238E27FC236}">
                  <a16:creationId xmlns:a16="http://schemas.microsoft.com/office/drawing/2014/main" id="{D7C28CF1-3BCD-41FD-8772-FA26EC8E5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731"/>
              <a:ext cx="23" cy="33"/>
            </a:xfrm>
            <a:custGeom>
              <a:avLst/>
              <a:gdLst>
                <a:gd name="T0" fmla="*/ 8 w 11"/>
                <a:gd name="T1" fmla="*/ 0 h 15"/>
                <a:gd name="T2" fmla="*/ 65 w 11"/>
                <a:gd name="T3" fmla="*/ 161 h 15"/>
                <a:gd name="T4" fmla="*/ 27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0"/>
                  </a:moveTo>
                  <a:cubicBezTo>
                    <a:pt x="0" y="5"/>
                    <a:pt x="1" y="14"/>
                    <a:pt x="7" y="15"/>
                  </a:cubicBezTo>
                  <a:cubicBezTo>
                    <a:pt x="11" y="10"/>
                    <a:pt x="8" y="2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5" name="Freeform 4587">
              <a:extLst>
                <a:ext uri="{FF2B5EF4-FFF2-40B4-BE49-F238E27FC236}">
                  <a16:creationId xmlns:a16="http://schemas.microsoft.com/office/drawing/2014/main" id="{E8C826BE-6E65-41C3-BDB5-2311667AA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611"/>
              <a:ext cx="19" cy="22"/>
            </a:xfrm>
            <a:custGeom>
              <a:avLst/>
              <a:gdLst>
                <a:gd name="T0" fmla="*/ 0 w 9"/>
                <a:gd name="T1" fmla="*/ 9 h 10"/>
                <a:gd name="T2" fmla="*/ 57 w 9"/>
                <a:gd name="T3" fmla="*/ 106 h 10"/>
                <a:gd name="T4" fmla="*/ 17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"/>
                  </a:moveTo>
                  <a:cubicBezTo>
                    <a:pt x="0" y="5"/>
                    <a:pt x="2" y="9"/>
                    <a:pt x="6" y="10"/>
                  </a:cubicBezTo>
                  <a:cubicBezTo>
                    <a:pt x="9" y="7"/>
                    <a:pt x="6" y="1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6" name="Freeform 4588">
              <a:extLst>
                <a:ext uri="{FF2B5EF4-FFF2-40B4-BE49-F238E27FC236}">
                  <a16:creationId xmlns:a16="http://schemas.microsoft.com/office/drawing/2014/main" id="{687AA9DC-44A7-4465-96B4-431731DDB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480"/>
              <a:ext cx="24" cy="28"/>
            </a:xfrm>
            <a:custGeom>
              <a:avLst/>
              <a:gdLst>
                <a:gd name="T0" fmla="*/ 24 w 12"/>
                <a:gd name="T1" fmla="*/ 0 h 13"/>
                <a:gd name="T2" fmla="*/ 56 w 12"/>
                <a:gd name="T3" fmla="*/ 129 h 13"/>
                <a:gd name="T4" fmla="*/ 48 w 12"/>
                <a:gd name="T5" fmla="*/ 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3" y="0"/>
                  </a:moveTo>
                  <a:cubicBezTo>
                    <a:pt x="0" y="4"/>
                    <a:pt x="3" y="11"/>
                    <a:pt x="7" y="13"/>
                  </a:cubicBezTo>
                  <a:cubicBezTo>
                    <a:pt x="12" y="10"/>
                    <a:pt x="8" y="4"/>
                    <a:pt x="6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7" name="Freeform 4589">
              <a:extLst>
                <a:ext uri="{FF2B5EF4-FFF2-40B4-BE49-F238E27FC236}">
                  <a16:creationId xmlns:a16="http://schemas.microsoft.com/office/drawing/2014/main" id="{00723D79-4F85-439D-9DA7-CCEDBFC06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348"/>
              <a:ext cx="14" cy="29"/>
            </a:xfrm>
            <a:custGeom>
              <a:avLst/>
              <a:gdLst>
                <a:gd name="T0" fmla="*/ 8 w 7"/>
                <a:gd name="T1" fmla="*/ 9 h 13"/>
                <a:gd name="T2" fmla="*/ 40 w 7"/>
                <a:gd name="T3" fmla="*/ 145 h 13"/>
                <a:gd name="T4" fmla="*/ 0 w 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1" y="1"/>
                  </a:moveTo>
                  <a:cubicBezTo>
                    <a:pt x="0" y="5"/>
                    <a:pt x="0" y="12"/>
                    <a:pt x="5" y="13"/>
                  </a:cubicBezTo>
                  <a:cubicBezTo>
                    <a:pt x="7" y="9"/>
                    <a:pt x="4" y="0"/>
                    <a:pt x="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8" name="Freeform 4590">
              <a:extLst>
                <a:ext uri="{FF2B5EF4-FFF2-40B4-BE49-F238E27FC236}">
                  <a16:creationId xmlns:a16="http://schemas.microsoft.com/office/drawing/2014/main" id="{718C3D74-EE49-4CE7-9E21-DEBB38CC4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222"/>
              <a:ext cx="17" cy="26"/>
            </a:xfrm>
            <a:custGeom>
              <a:avLst/>
              <a:gdLst>
                <a:gd name="T0" fmla="*/ 0 w 8"/>
                <a:gd name="T1" fmla="*/ 20 h 12"/>
                <a:gd name="T2" fmla="*/ 40 w 8"/>
                <a:gd name="T3" fmla="*/ 104 h 12"/>
                <a:gd name="T4" fmla="*/ 0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2"/>
                  </a:moveTo>
                  <a:cubicBezTo>
                    <a:pt x="0" y="5"/>
                    <a:pt x="0" y="12"/>
                    <a:pt x="4" y="10"/>
                  </a:cubicBezTo>
                  <a:cubicBezTo>
                    <a:pt x="8" y="9"/>
                    <a:pt x="2" y="1"/>
                    <a:pt x="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9" name="Freeform 4591">
              <a:extLst>
                <a:ext uri="{FF2B5EF4-FFF2-40B4-BE49-F238E27FC236}">
                  <a16:creationId xmlns:a16="http://schemas.microsoft.com/office/drawing/2014/main" id="{EFCB52D5-EC0D-4BA2-BA6F-444934227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283"/>
              <a:ext cx="26" cy="33"/>
            </a:xfrm>
            <a:custGeom>
              <a:avLst/>
              <a:gdLst>
                <a:gd name="T0" fmla="*/ 8 w 13"/>
                <a:gd name="T1" fmla="*/ 0 h 15"/>
                <a:gd name="T2" fmla="*/ 24 w 13"/>
                <a:gd name="T3" fmla="*/ 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" y="0"/>
                  </a:moveTo>
                  <a:cubicBezTo>
                    <a:pt x="0" y="15"/>
                    <a:pt x="13" y="5"/>
                    <a:pt x="3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0" name="Freeform 4592">
              <a:extLst>
                <a:ext uri="{FF2B5EF4-FFF2-40B4-BE49-F238E27FC236}">
                  <a16:creationId xmlns:a16="http://schemas.microsoft.com/office/drawing/2014/main" id="{5F50D633-F6B2-4027-B46F-7F4BA6BFA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833"/>
              <a:ext cx="22" cy="32"/>
            </a:xfrm>
            <a:custGeom>
              <a:avLst/>
              <a:gdLst>
                <a:gd name="T0" fmla="*/ 56 w 11"/>
                <a:gd name="T1" fmla="*/ 9 h 15"/>
                <a:gd name="T2" fmla="*/ 24 w 11"/>
                <a:gd name="T3" fmla="*/ 96 h 15"/>
                <a:gd name="T4" fmla="*/ 80 w 11"/>
                <a:gd name="T5" fmla="*/ 0 h 15"/>
                <a:gd name="T6" fmla="*/ 64 w 11"/>
                <a:gd name="T7" fmla="*/ 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7" y="1"/>
                  </a:moveTo>
                  <a:cubicBezTo>
                    <a:pt x="4" y="1"/>
                    <a:pt x="0" y="8"/>
                    <a:pt x="3" y="10"/>
                  </a:cubicBezTo>
                  <a:cubicBezTo>
                    <a:pt x="6" y="15"/>
                    <a:pt x="11" y="3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1" name="Freeform 4593">
              <a:extLst>
                <a:ext uri="{FF2B5EF4-FFF2-40B4-BE49-F238E27FC236}">
                  <a16:creationId xmlns:a16="http://schemas.microsoft.com/office/drawing/2014/main" id="{16504D41-BE50-4734-82BD-950987388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763"/>
              <a:ext cx="18" cy="22"/>
            </a:xfrm>
            <a:custGeom>
              <a:avLst/>
              <a:gdLst>
                <a:gd name="T0" fmla="*/ 56 w 9"/>
                <a:gd name="T1" fmla="*/ 9 h 10"/>
                <a:gd name="T2" fmla="*/ 24 w 9"/>
                <a:gd name="T3" fmla="*/ 106 h 10"/>
                <a:gd name="T4" fmla="*/ 72 w 9"/>
                <a:gd name="T5" fmla="*/ 9 h 10"/>
                <a:gd name="T6" fmla="*/ 64 w 9"/>
                <a:gd name="T7" fmla="*/ 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7" y="1"/>
                  </a:moveTo>
                  <a:cubicBezTo>
                    <a:pt x="4" y="3"/>
                    <a:pt x="0" y="8"/>
                    <a:pt x="3" y="10"/>
                  </a:cubicBezTo>
                  <a:cubicBezTo>
                    <a:pt x="7" y="9"/>
                    <a:pt x="9" y="4"/>
                    <a:pt x="9" y="1"/>
                  </a:cubicBezTo>
                  <a:cubicBezTo>
                    <a:pt x="7" y="0"/>
                    <a:pt x="8" y="1"/>
                    <a:pt x="8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2" name="Freeform 4594">
              <a:extLst>
                <a:ext uri="{FF2B5EF4-FFF2-40B4-BE49-F238E27FC236}">
                  <a16:creationId xmlns:a16="http://schemas.microsoft.com/office/drawing/2014/main" id="{850CDE2C-3AE2-4F22-A2C1-B594F9A79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684"/>
              <a:ext cx="27" cy="22"/>
            </a:xfrm>
            <a:custGeom>
              <a:avLst/>
              <a:gdLst>
                <a:gd name="T0" fmla="*/ 81 w 13"/>
                <a:gd name="T1" fmla="*/ 0 h 10"/>
                <a:gd name="T2" fmla="*/ 17 w 13"/>
                <a:gd name="T3" fmla="*/ 53 h 10"/>
                <a:gd name="T4" fmla="*/ 116 w 13"/>
                <a:gd name="T5" fmla="*/ 0 h 10"/>
                <a:gd name="T6" fmla="*/ 108 w 1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9" y="0"/>
                  </a:moveTo>
                  <a:cubicBezTo>
                    <a:pt x="6" y="0"/>
                    <a:pt x="0" y="2"/>
                    <a:pt x="2" y="5"/>
                  </a:cubicBezTo>
                  <a:cubicBezTo>
                    <a:pt x="4" y="10"/>
                    <a:pt x="12" y="3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3" name="Freeform 4595">
              <a:extLst>
                <a:ext uri="{FF2B5EF4-FFF2-40B4-BE49-F238E27FC236}">
                  <a16:creationId xmlns:a16="http://schemas.microsoft.com/office/drawing/2014/main" id="{F70B50AB-2F5E-44DF-8680-DACB8F929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682"/>
              <a:ext cx="39" cy="24"/>
            </a:xfrm>
            <a:custGeom>
              <a:avLst/>
              <a:gdLst>
                <a:gd name="T0" fmla="*/ 96 w 19"/>
                <a:gd name="T1" fmla="*/ 20 h 11"/>
                <a:gd name="T2" fmla="*/ 43 w 19"/>
                <a:gd name="T3" fmla="*/ 72 h 11"/>
                <a:gd name="T4" fmla="*/ 123 w 19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11" y="2"/>
                  </a:moveTo>
                  <a:cubicBezTo>
                    <a:pt x="7" y="0"/>
                    <a:pt x="0" y="2"/>
                    <a:pt x="5" y="7"/>
                  </a:cubicBezTo>
                  <a:cubicBezTo>
                    <a:pt x="8" y="11"/>
                    <a:pt x="19" y="7"/>
                    <a:pt x="14" y="3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4" name="Freeform 4596">
              <a:extLst>
                <a:ext uri="{FF2B5EF4-FFF2-40B4-BE49-F238E27FC236}">
                  <a16:creationId xmlns:a16="http://schemas.microsoft.com/office/drawing/2014/main" id="{732B4EE1-87D0-45AC-8D95-07F8682F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708"/>
              <a:ext cx="31" cy="20"/>
            </a:xfrm>
            <a:custGeom>
              <a:avLst/>
              <a:gdLst>
                <a:gd name="T0" fmla="*/ 99 w 15"/>
                <a:gd name="T1" fmla="*/ 36 h 9"/>
                <a:gd name="T2" fmla="*/ 17 w 15"/>
                <a:gd name="T3" fmla="*/ 36 h 9"/>
                <a:gd name="T4" fmla="*/ 132 w 15"/>
                <a:gd name="T5" fmla="*/ 64 h 9"/>
                <a:gd name="T6" fmla="*/ 124 w 15"/>
                <a:gd name="T7" fmla="*/ 4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1" y="3"/>
                  </a:moveTo>
                  <a:cubicBezTo>
                    <a:pt x="9" y="2"/>
                    <a:pt x="3" y="0"/>
                    <a:pt x="2" y="3"/>
                  </a:cubicBezTo>
                  <a:cubicBezTo>
                    <a:pt x="0" y="9"/>
                    <a:pt x="13" y="9"/>
                    <a:pt x="15" y="6"/>
                  </a:cubicBezTo>
                  <a:cubicBezTo>
                    <a:pt x="15" y="4"/>
                    <a:pt x="14" y="5"/>
                    <a:pt x="14" y="4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5" name="Freeform 4597">
              <a:extLst>
                <a:ext uri="{FF2B5EF4-FFF2-40B4-BE49-F238E27FC236}">
                  <a16:creationId xmlns:a16="http://schemas.microsoft.com/office/drawing/2014/main" id="{72FA9FE7-1044-42AD-86EB-D9037D3E6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879"/>
              <a:ext cx="14" cy="28"/>
            </a:xfrm>
            <a:custGeom>
              <a:avLst/>
              <a:gdLst>
                <a:gd name="T0" fmla="*/ 0 w 7"/>
                <a:gd name="T1" fmla="*/ 19 h 13"/>
                <a:gd name="T2" fmla="*/ 48 w 7"/>
                <a:gd name="T3" fmla="*/ 88 h 13"/>
                <a:gd name="T4" fmla="*/ 16 w 7"/>
                <a:gd name="T5" fmla="*/ 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2"/>
                  </a:moveTo>
                  <a:cubicBezTo>
                    <a:pt x="0" y="4"/>
                    <a:pt x="2" y="13"/>
                    <a:pt x="6" y="9"/>
                  </a:cubicBezTo>
                  <a:cubicBezTo>
                    <a:pt x="7" y="7"/>
                    <a:pt x="4" y="0"/>
                    <a:pt x="2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6" name="Freeform 4598">
              <a:extLst>
                <a:ext uri="{FF2B5EF4-FFF2-40B4-BE49-F238E27FC236}">
                  <a16:creationId xmlns:a16="http://schemas.microsoft.com/office/drawing/2014/main" id="{8C3049DF-5EF6-46DB-98A9-7666C3DDD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016"/>
              <a:ext cx="17" cy="29"/>
            </a:xfrm>
            <a:custGeom>
              <a:avLst/>
              <a:gdLst>
                <a:gd name="T0" fmla="*/ 40 w 8"/>
                <a:gd name="T1" fmla="*/ 9 h 13"/>
                <a:gd name="T2" fmla="*/ 40 w 8"/>
                <a:gd name="T3" fmla="*/ 145 h 13"/>
                <a:gd name="T4" fmla="*/ 40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4" y="1"/>
                  </a:moveTo>
                  <a:cubicBezTo>
                    <a:pt x="0" y="4"/>
                    <a:pt x="1" y="11"/>
                    <a:pt x="4" y="13"/>
                  </a:cubicBezTo>
                  <a:cubicBezTo>
                    <a:pt x="8" y="12"/>
                    <a:pt x="8" y="2"/>
                    <a:pt x="4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7" name="Freeform 4599">
              <a:extLst>
                <a:ext uri="{FF2B5EF4-FFF2-40B4-BE49-F238E27FC236}">
                  <a16:creationId xmlns:a16="http://schemas.microsoft.com/office/drawing/2014/main" id="{4BE4C7D8-1320-4F96-B8AE-26ECD325C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025"/>
              <a:ext cx="17" cy="26"/>
            </a:xfrm>
            <a:custGeom>
              <a:avLst/>
              <a:gdLst>
                <a:gd name="T0" fmla="*/ 40 w 8"/>
                <a:gd name="T1" fmla="*/ 0 h 12"/>
                <a:gd name="T2" fmla="*/ 49 w 8"/>
                <a:gd name="T3" fmla="*/ 121 h 12"/>
                <a:gd name="T4" fmla="*/ 49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4" y="0"/>
                  </a:moveTo>
                  <a:cubicBezTo>
                    <a:pt x="2" y="4"/>
                    <a:pt x="0" y="10"/>
                    <a:pt x="5" y="12"/>
                  </a:cubicBezTo>
                  <a:cubicBezTo>
                    <a:pt x="7" y="9"/>
                    <a:pt x="8" y="3"/>
                    <a:pt x="5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8" name="Freeform 4600">
              <a:extLst>
                <a:ext uri="{FF2B5EF4-FFF2-40B4-BE49-F238E27FC236}">
                  <a16:creationId xmlns:a16="http://schemas.microsoft.com/office/drawing/2014/main" id="{51E9BC45-3A68-479B-9E85-F07C7ECBC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813"/>
              <a:ext cx="14" cy="22"/>
            </a:xfrm>
            <a:custGeom>
              <a:avLst/>
              <a:gdLst>
                <a:gd name="T0" fmla="*/ 8 w 7"/>
                <a:gd name="T1" fmla="*/ 0 h 10"/>
                <a:gd name="T2" fmla="*/ 32 w 7"/>
                <a:gd name="T3" fmla="*/ 97 h 10"/>
                <a:gd name="T4" fmla="*/ 8 w 7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0" y="2"/>
                    <a:pt x="0" y="10"/>
                    <a:pt x="4" y="9"/>
                  </a:cubicBezTo>
                  <a:cubicBezTo>
                    <a:pt x="7" y="9"/>
                    <a:pt x="4" y="0"/>
                    <a:pt x="1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9" name="Freeform 4601">
              <a:extLst>
                <a:ext uri="{FF2B5EF4-FFF2-40B4-BE49-F238E27FC236}">
                  <a16:creationId xmlns:a16="http://schemas.microsoft.com/office/drawing/2014/main" id="{9B0D1D23-03E1-4389-AB7D-244470C60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982"/>
              <a:ext cx="20" cy="18"/>
            </a:xfrm>
            <a:custGeom>
              <a:avLst/>
              <a:gdLst>
                <a:gd name="T0" fmla="*/ 40 w 10"/>
                <a:gd name="T1" fmla="*/ 0 h 8"/>
                <a:gd name="T2" fmla="*/ 48 w 10"/>
                <a:gd name="T3" fmla="*/ 81 h 8"/>
                <a:gd name="T4" fmla="*/ 32 w 10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0" y="2"/>
                    <a:pt x="2" y="8"/>
                    <a:pt x="6" y="7"/>
                  </a:cubicBezTo>
                  <a:cubicBezTo>
                    <a:pt x="10" y="5"/>
                    <a:pt x="7" y="1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0" name="Freeform 4602">
              <a:extLst>
                <a:ext uri="{FF2B5EF4-FFF2-40B4-BE49-F238E27FC236}">
                  <a16:creationId xmlns:a16="http://schemas.microsoft.com/office/drawing/2014/main" id="{7BFE8B51-95EB-492D-A806-1B88B3DB1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015"/>
              <a:ext cx="14" cy="18"/>
            </a:xfrm>
            <a:custGeom>
              <a:avLst/>
              <a:gdLst>
                <a:gd name="T0" fmla="*/ 8 w 7"/>
                <a:gd name="T1" fmla="*/ 0 h 8"/>
                <a:gd name="T2" fmla="*/ 16 w 7"/>
                <a:gd name="T3" fmla="*/ 92 h 8"/>
                <a:gd name="T4" fmla="*/ 24 w 7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3"/>
                    <a:pt x="0" y="6"/>
                    <a:pt x="2" y="8"/>
                  </a:cubicBezTo>
                  <a:cubicBezTo>
                    <a:pt x="6" y="6"/>
                    <a:pt x="7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1" name="Freeform 4603">
              <a:extLst>
                <a:ext uri="{FF2B5EF4-FFF2-40B4-BE49-F238E27FC236}">
                  <a16:creationId xmlns:a16="http://schemas.microsoft.com/office/drawing/2014/main" id="{A0CCD6A7-9B5E-4C62-9690-88EF93D15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054"/>
              <a:ext cx="8" cy="11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53 h 5"/>
                <a:gd name="T4" fmla="*/ 24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4" y="4"/>
                    <a:pt x="3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2" name="Freeform 4604">
              <a:extLst>
                <a:ext uri="{FF2B5EF4-FFF2-40B4-BE49-F238E27FC236}">
                  <a16:creationId xmlns:a16="http://schemas.microsoft.com/office/drawing/2014/main" id="{9E5DD6CA-5758-4F70-8494-479A60100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092"/>
              <a:ext cx="12" cy="15"/>
            </a:xfrm>
            <a:custGeom>
              <a:avLst/>
              <a:gdLst>
                <a:gd name="T0" fmla="*/ 16 w 6"/>
                <a:gd name="T1" fmla="*/ 0 h 7"/>
                <a:gd name="T2" fmla="*/ 32 w 6"/>
                <a:gd name="T3" fmla="*/ 69 h 7"/>
                <a:gd name="T4" fmla="*/ 40 w 6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0" y="3"/>
                    <a:pt x="0" y="6"/>
                    <a:pt x="4" y="7"/>
                  </a:cubicBezTo>
                  <a:cubicBezTo>
                    <a:pt x="6" y="6"/>
                    <a:pt x="5" y="5"/>
                    <a:pt x="5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3" name="Freeform 4605">
              <a:extLst>
                <a:ext uri="{FF2B5EF4-FFF2-40B4-BE49-F238E27FC236}">
                  <a16:creationId xmlns:a16="http://schemas.microsoft.com/office/drawing/2014/main" id="{5EAFABA1-96AC-490B-848F-23B57FCE2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3063"/>
              <a:ext cx="6" cy="7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37 h 3"/>
                <a:gd name="T4" fmla="*/ 24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2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4" name="Freeform 4606">
              <a:extLst>
                <a:ext uri="{FF2B5EF4-FFF2-40B4-BE49-F238E27FC236}">
                  <a16:creationId xmlns:a16="http://schemas.microsoft.com/office/drawing/2014/main" id="{E281F5F3-ABA7-4128-9FE0-28CAEA41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127"/>
              <a:ext cx="8" cy="13"/>
            </a:xfrm>
            <a:custGeom>
              <a:avLst/>
              <a:gdLst>
                <a:gd name="T0" fmla="*/ 8 w 4"/>
                <a:gd name="T1" fmla="*/ 0 h 6"/>
                <a:gd name="T2" fmla="*/ 16 w 4"/>
                <a:gd name="T3" fmla="*/ 61 h 6"/>
                <a:gd name="T4" fmla="*/ 32 w 4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3"/>
                    <a:pt x="0" y="4"/>
                    <a:pt x="2" y="6"/>
                  </a:cubicBezTo>
                  <a:cubicBezTo>
                    <a:pt x="4" y="5"/>
                    <a:pt x="4" y="3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5" name="Freeform 4607">
              <a:extLst>
                <a:ext uri="{FF2B5EF4-FFF2-40B4-BE49-F238E27FC236}">
                  <a16:creationId xmlns:a16="http://schemas.microsoft.com/office/drawing/2014/main" id="{69C413BE-4C96-4151-A58D-D846AA437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162"/>
              <a:ext cx="10" cy="10"/>
            </a:xfrm>
            <a:custGeom>
              <a:avLst/>
              <a:gdLst>
                <a:gd name="T0" fmla="*/ 16 w 5"/>
                <a:gd name="T1" fmla="*/ 0 h 5"/>
                <a:gd name="T2" fmla="*/ 16 w 5"/>
                <a:gd name="T3" fmla="*/ 40 h 5"/>
                <a:gd name="T4" fmla="*/ 32 w 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3"/>
                    <a:pt x="0" y="3"/>
                    <a:pt x="2" y="5"/>
                  </a:cubicBezTo>
                  <a:cubicBezTo>
                    <a:pt x="5" y="4"/>
                    <a:pt x="4" y="3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6" name="Freeform 4608">
              <a:extLst>
                <a:ext uri="{FF2B5EF4-FFF2-40B4-BE49-F238E27FC236}">
                  <a16:creationId xmlns:a16="http://schemas.microsoft.com/office/drawing/2014/main" id="{B8097F9A-0088-4EC9-9E0B-6ECE8E3F1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166"/>
              <a:ext cx="8" cy="11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53 h 5"/>
                <a:gd name="T4" fmla="*/ 32 w 4"/>
                <a:gd name="T5" fmla="*/ 33 h 5"/>
                <a:gd name="T6" fmla="*/ 24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4" y="2"/>
                    <a:pt x="3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7" name="Freeform 4609">
              <a:extLst>
                <a:ext uri="{FF2B5EF4-FFF2-40B4-BE49-F238E27FC236}">
                  <a16:creationId xmlns:a16="http://schemas.microsoft.com/office/drawing/2014/main" id="{BD10BE8F-2C4C-4679-8947-B7AF52D00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3194"/>
              <a:ext cx="8" cy="11"/>
            </a:xfrm>
            <a:custGeom>
              <a:avLst/>
              <a:gdLst>
                <a:gd name="T0" fmla="*/ 8 w 4"/>
                <a:gd name="T1" fmla="*/ 0 h 5"/>
                <a:gd name="T2" fmla="*/ 24 w 4"/>
                <a:gd name="T3" fmla="*/ 53 h 5"/>
                <a:gd name="T4" fmla="*/ 32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3" y="5"/>
                  </a:cubicBezTo>
                  <a:cubicBezTo>
                    <a:pt x="4" y="4"/>
                    <a:pt x="4" y="3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8" name="Freeform 4610">
              <a:extLst>
                <a:ext uri="{FF2B5EF4-FFF2-40B4-BE49-F238E27FC236}">
                  <a16:creationId xmlns:a16="http://schemas.microsoft.com/office/drawing/2014/main" id="{DF9FECD7-05B8-4E91-91DB-BFDFA2805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3196"/>
              <a:ext cx="6" cy="11"/>
            </a:xfrm>
            <a:custGeom>
              <a:avLst/>
              <a:gdLst>
                <a:gd name="T0" fmla="*/ 0 w 3"/>
                <a:gd name="T1" fmla="*/ 0 h 5"/>
                <a:gd name="T2" fmla="*/ 24 w 3"/>
                <a:gd name="T3" fmla="*/ 53 h 5"/>
                <a:gd name="T4" fmla="*/ 8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3"/>
                    <a:pt x="1" y="5"/>
                    <a:pt x="3" y="5"/>
                  </a:cubicBezTo>
                  <a:cubicBezTo>
                    <a:pt x="3" y="3"/>
                    <a:pt x="2" y="3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89" name="Freeform 4611">
              <a:extLst>
                <a:ext uri="{FF2B5EF4-FFF2-40B4-BE49-F238E27FC236}">
                  <a16:creationId xmlns:a16="http://schemas.microsoft.com/office/drawing/2014/main" id="{FDABA095-DBC4-4FE5-BE32-8D516756A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229"/>
              <a:ext cx="8" cy="9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45 h 4"/>
                <a:gd name="T4" fmla="*/ 32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4" y="4"/>
                    <a:pt x="3" y="3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0" name="Freeform 4612">
              <a:extLst>
                <a:ext uri="{FF2B5EF4-FFF2-40B4-BE49-F238E27FC236}">
                  <a16:creationId xmlns:a16="http://schemas.microsoft.com/office/drawing/2014/main" id="{ED4E1782-6AEA-446C-AB5A-73025E495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3092"/>
              <a:ext cx="10" cy="8"/>
            </a:xfrm>
            <a:custGeom>
              <a:avLst/>
              <a:gdLst>
                <a:gd name="T0" fmla="*/ 0 w 5"/>
                <a:gd name="T1" fmla="*/ 16 h 4"/>
                <a:gd name="T2" fmla="*/ 24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3"/>
                    <a:pt x="2" y="4"/>
                    <a:pt x="3" y="4"/>
                  </a:cubicBezTo>
                  <a:cubicBezTo>
                    <a:pt x="5" y="2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1" name="Freeform 4613">
              <a:extLst>
                <a:ext uri="{FF2B5EF4-FFF2-40B4-BE49-F238E27FC236}">
                  <a16:creationId xmlns:a16="http://schemas.microsoft.com/office/drawing/2014/main" id="{D16914C6-50B0-4621-9692-4ACDD6741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10"/>
              <a:ext cx="10" cy="15"/>
            </a:xfrm>
            <a:custGeom>
              <a:avLst/>
              <a:gdLst>
                <a:gd name="T0" fmla="*/ 0 w 5"/>
                <a:gd name="T1" fmla="*/ 0 h 7"/>
                <a:gd name="T2" fmla="*/ 24 w 5"/>
                <a:gd name="T3" fmla="*/ 69 h 7"/>
                <a:gd name="T4" fmla="*/ 32 w 5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5" y="5"/>
                    <a:pt x="4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2" name="Freeform 4614">
              <a:extLst>
                <a:ext uri="{FF2B5EF4-FFF2-40B4-BE49-F238E27FC236}">
                  <a16:creationId xmlns:a16="http://schemas.microsoft.com/office/drawing/2014/main" id="{CBC8F1B5-EAF4-4A01-A319-03701DD91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880"/>
              <a:ext cx="13" cy="10"/>
            </a:xfrm>
            <a:custGeom>
              <a:avLst/>
              <a:gdLst>
                <a:gd name="T0" fmla="*/ 20 w 6"/>
                <a:gd name="T1" fmla="*/ 0 h 5"/>
                <a:gd name="T2" fmla="*/ 33 w 6"/>
                <a:gd name="T3" fmla="*/ 40 h 5"/>
                <a:gd name="T4" fmla="*/ 3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2" y="2"/>
                    <a:pt x="0" y="3"/>
                    <a:pt x="3" y="5"/>
                  </a:cubicBezTo>
                  <a:cubicBezTo>
                    <a:pt x="6" y="3"/>
                    <a:pt x="5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3" name="Freeform 4615">
              <a:extLst>
                <a:ext uri="{FF2B5EF4-FFF2-40B4-BE49-F238E27FC236}">
                  <a16:creationId xmlns:a16="http://schemas.microsoft.com/office/drawing/2014/main" id="{F44413CC-35FB-4370-A95E-FB090AFDF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917"/>
              <a:ext cx="10" cy="8"/>
            </a:xfrm>
            <a:custGeom>
              <a:avLst/>
              <a:gdLst>
                <a:gd name="T0" fmla="*/ 16 w 5"/>
                <a:gd name="T1" fmla="*/ 8 h 4"/>
                <a:gd name="T2" fmla="*/ 8 w 5"/>
                <a:gd name="T3" fmla="*/ 32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5" y="3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4" name="Freeform 4616">
              <a:extLst>
                <a:ext uri="{FF2B5EF4-FFF2-40B4-BE49-F238E27FC236}">
                  <a16:creationId xmlns:a16="http://schemas.microsoft.com/office/drawing/2014/main" id="{F3FE4896-3D4D-41E8-BBAD-187F14DE2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945"/>
              <a:ext cx="27" cy="26"/>
            </a:xfrm>
            <a:custGeom>
              <a:avLst/>
              <a:gdLst>
                <a:gd name="T0" fmla="*/ 17 w 13"/>
                <a:gd name="T1" fmla="*/ 0 h 12"/>
                <a:gd name="T2" fmla="*/ 44 w 13"/>
                <a:gd name="T3" fmla="*/ 2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2" y="0"/>
                  </a:moveTo>
                  <a:cubicBezTo>
                    <a:pt x="0" y="12"/>
                    <a:pt x="13" y="6"/>
                    <a:pt x="5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5" name="Freeform 4617">
              <a:extLst>
                <a:ext uri="{FF2B5EF4-FFF2-40B4-BE49-F238E27FC236}">
                  <a16:creationId xmlns:a16="http://schemas.microsoft.com/office/drawing/2014/main" id="{25BF31B6-3A3D-4A50-9D11-54DB71FBC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954"/>
              <a:ext cx="11" cy="11"/>
            </a:xfrm>
            <a:custGeom>
              <a:avLst/>
              <a:gdLst>
                <a:gd name="T0" fmla="*/ 0 w 5"/>
                <a:gd name="T1" fmla="*/ 9 h 5"/>
                <a:gd name="T2" fmla="*/ 20 w 5"/>
                <a:gd name="T3" fmla="*/ 53 h 5"/>
                <a:gd name="T4" fmla="*/ 20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1" y="2"/>
                    <a:pt x="1" y="3"/>
                    <a:pt x="2" y="5"/>
                  </a:cubicBezTo>
                  <a:cubicBezTo>
                    <a:pt x="5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6" name="Freeform 4618">
              <a:extLst>
                <a:ext uri="{FF2B5EF4-FFF2-40B4-BE49-F238E27FC236}">
                  <a16:creationId xmlns:a16="http://schemas.microsoft.com/office/drawing/2014/main" id="{BFA4D702-BDCE-4271-8E45-B888EA25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87"/>
              <a:ext cx="10" cy="15"/>
            </a:xfrm>
            <a:custGeom>
              <a:avLst/>
              <a:gdLst>
                <a:gd name="T0" fmla="*/ 16 w 5"/>
                <a:gd name="T1" fmla="*/ 0 h 7"/>
                <a:gd name="T2" fmla="*/ 32 w 5"/>
                <a:gd name="T3" fmla="*/ 69 h 7"/>
                <a:gd name="T4" fmla="*/ 32 w 5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3"/>
                    <a:pt x="1" y="6"/>
                    <a:pt x="4" y="7"/>
                  </a:cubicBezTo>
                  <a:cubicBezTo>
                    <a:pt x="5" y="6"/>
                    <a:pt x="5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7" name="Freeform 4619">
              <a:extLst>
                <a:ext uri="{FF2B5EF4-FFF2-40B4-BE49-F238E27FC236}">
                  <a16:creationId xmlns:a16="http://schemas.microsoft.com/office/drawing/2014/main" id="{5B805007-B5B1-4680-94C4-3E971E655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851"/>
              <a:ext cx="10" cy="11"/>
            </a:xfrm>
            <a:custGeom>
              <a:avLst/>
              <a:gdLst>
                <a:gd name="T0" fmla="*/ 8 w 5"/>
                <a:gd name="T1" fmla="*/ 9 h 5"/>
                <a:gd name="T2" fmla="*/ 16 w 5"/>
                <a:gd name="T3" fmla="*/ 53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3"/>
                    <a:pt x="5" y="3"/>
                    <a:pt x="2" y="5"/>
                  </a:cubicBezTo>
                  <a:cubicBezTo>
                    <a:pt x="0" y="3"/>
                    <a:pt x="1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8" name="Freeform 4620">
              <a:extLst>
                <a:ext uri="{FF2B5EF4-FFF2-40B4-BE49-F238E27FC236}">
                  <a16:creationId xmlns:a16="http://schemas.microsoft.com/office/drawing/2014/main" id="{A11ADDE0-665A-47F3-8D0A-2056B2A29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805"/>
              <a:ext cx="8" cy="11"/>
            </a:xfrm>
            <a:custGeom>
              <a:avLst/>
              <a:gdLst>
                <a:gd name="T0" fmla="*/ 0 w 4"/>
                <a:gd name="T1" fmla="*/ 20 h 5"/>
                <a:gd name="T2" fmla="*/ 24 w 4"/>
                <a:gd name="T3" fmla="*/ 53 h 5"/>
                <a:gd name="T4" fmla="*/ 16 w 4"/>
                <a:gd name="T5" fmla="*/ 9 h 5"/>
                <a:gd name="T6" fmla="*/ 0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4"/>
                    <a:pt x="1" y="5"/>
                    <a:pt x="3" y="5"/>
                  </a:cubicBezTo>
                  <a:cubicBezTo>
                    <a:pt x="4" y="3"/>
                    <a:pt x="3" y="3"/>
                    <a:pt x="2" y="1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99" name="Freeform 4621">
              <a:extLst>
                <a:ext uri="{FF2B5EF4-FFF2-40B4-BE49-F238E27FC236}">
                  <a16:creationId xmlns:a16="http://schemas.microsoft.com/office/drawing/2014/main" id="{3BD1EAC8-0AC4-4F7B-808D-BBEDCC863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818"/>
              <a:ext cx="8" cy="13"/>
            </a:xfrm>
            <a:custGeom>
              <a:avLst/>
              <a:gdLst>
                <a:gd name="T0" fmla="*/ 8 w 4"/>
                <a:gd name="T1" fmla="*/ 43 h 6"/>
                <a:gd name="T2" fmla="*/ 16 w 4"/>
                <a:gd name="T3" fmla="*/ 61 h 6"/>
                <a:gd name="T4" fmla="*/ 24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4"/>
                  </a:moveTo>
                  <a:cubicBezTo>
                    <a:pt x="1" y="5"/>
                    <a:pt x="0" y="6"/>
                    <a:pt x="2" y="6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0" name="Freeform 4622">
              <a:extLst>
                <a:ext uri="{FF2B5EF4-FFF2-40B4-BE49-F238E27FC236}">
                  <a16:creationId xmlns:a16="http://schemas.microsoft.com/office/drawing/2014/main" id="{1DB0061D-60E5-4C22-B284-4D18B8C6D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727"/>
              <a:ext cx="10" cy="8"/>
            </a:xfrm>
            <a:custGeom>
              <a:avLst/>
              <a:gdLst>
                <a:gd name="T0" fmla="*/ 0 w 5"/>
                <a:gd name="T1" fmla="*/ 8 h 4"/>
                <a:gd name="T2" fmla="*/ 8 w 5"/>
                <a:gd name="T3" fmla="*/ 32 h 4"/>
                <a:gd name="T4" fmla="*/ 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5" y="3"/>
                    <a:pt x="3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1" name="Freeform 4623">
              <a:extLst>
                <a:ext uri="{FF2B5EF4-FFF2-40B4-BE49-F238E27FC236}">
                  <a16:creationId xmlns:a16="http://schemas.microsoft.com/office/drawing/2014/main" id="{D33CA026-CB34-469F-A640-E3DE53202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731"/>
              <a:ext cx="8" cy="11"/>
            </a:xfrm>
            <a:custGeom>
              <a:avLst/>
              <a:gdLst>
                <a:gd name="T0" fmla="*/ 8 w 4"/>
                <a:gd name="T1" fmla="*/ 20 h 5"/>
                <a:gd name="T2" fmla="*/ 8 w 4"/>
                <a:gd name="T3" fmla="*/ 53 h 5"/>
                <a:gd name="T4" fmla="*/ 0 w 4"/>
                <a:gd name="T5" fmla="*/ 4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3"/>
                    <a:pt x="0" y="4"/>
                    <a:pt x="1" y="5"/>
                  </a:cubicBezTo>
                  <a:cubicBezTo>
                    <a:pt x="4" y="4"/>
                    <a:pt x="3" y="0"/>
                    <a:pt x="0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2" name="Freeform 4624">
              <a:extLst>
                <a:ext uri="{FF2B5EF4-FFF2-40B4-BE49-F238E27FC236}">
                  <a16:creationId xmlns:a16="http://schemas.microsoft.com/office/drawing/2014/main" id="{E8A23506-5B49-4756-8174-26FAA4F99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775"/>
              <a:ext cx="9" cy="8"/>
            </a:xfrm>
            <a:custGeom>
              <a:avLst/>
              <a:gdLst>
                <a:gd name="T0" fmla="*/ 0 w 4"/>
                <a:gd name="T1" fmla="*/ 8 h 4"/>
                <a:gd name="T2" fmla="*/ 11 w 4"/>
                <a:gd name="T3" fmla="*/ 32 h 4"/>
                <a:gd name="T4" fmla="*/ 1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4" y="2"/>
                    <a:pt x="2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3" name="Freeform 4625">
              <a:extLst>
                <a:ext uri="{FF2B5EF4-FFF2-40B4-BE49-F238E27FC236}">
                  <a16:creationId xmlns:a16="http://schemas.microsoft.com/office/drawing/2014/main" id="{2C043F35-517F-4234-B9FF-FAF600321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731"/>
              <a:ext cx="6" cy="11"/>
            </a:xfrm>
            <a:custGeom>
              <a:avLst/>
              <a:gdLst>
                <a:gd name="T0" fmla="*/ 8 w 3"/>
                <a:gd name="T1" fmla="*/ 20 h 5"/>
                <a:gd name="T2" fmla="*/ 24 w 3"/>
                <a:gd name="T3" fmla="*/ 53 h 5"/>
                <a:gd name="T4" fmla="*/ 16 w 3"/>
                <a:gd name="T5" fmla="*/ 0 h 5"/>
                <a:gd name="T6" fmla="*/ 0 w 3"/>
                <a:gd name="T7" fmla="*/ 3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3"/>
                    <a:pt x="2" y="4"/>
                    <a:pt x="3" y="5"/>
                  </a:cubicBezTo>
                  <a:cubicBezTo>
                    <a:pt x="3" y="2"/>
                    <a:pt x="2" y="2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4" name="Freeform 4626">
              <a:extLst>
                <a:ext uri="{FF2B5EF4-FFF2-40B4-BE49-F238E27FC236}">
                  <a16:creationId xmlns:a16="http://schemas.microsoft.com/office/drawing/2014/main" id="{257B89CA-A1B2-404C-B84D-BB5CC3143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692"/>
              <a:ext cx="7" cy="8"/>
            </a:xfrm>
            <a:custGeom>
              <a:avLst/>
              <a:gdLst>
                <a:gd name="T0" fmla="*/ 0 w 3"/>
                <a:gd name="T1" fmla="*/ 8 h 4"/>
                <a:gd name="T2" fmla="*/ 12 w 3"/>
                <a:gd name="T3" fmla="*/ 32 h 4"/>
                <a:gd name="T4" fmla="*/ 37 w 3"/>
                <a:gd name="T5" fmla="*/ 8 h 4"/>
                <a:gd name="T6" fmla="*/ 12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2" y="3"/>
                    <a:pt x="2" y="3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5" name="Freeform 4627">
              <a:extLst>
                <a:ext uri="{FF2B5EF4-FFF2-40B4-BE49-F238E27FC236}">
                  <a16:creationId xmlns:a16="http://schemas.microsoft.com/office/drawing/2014/main" id="{D12944E2-1F26-4A6D-9BDB-F4F3D4979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650"/>
              <a:ext cx="6" cy="11"/>
            </a:xfrm>
            <a:custGeom>
              <a:avLst/>
              <a:gdLst>
                <a:gd name="T0" fmla="*/ 0 w 3"/>
                <a:gd name="T1" fmla="*/ 33 h 5"/>
                <a:gd name="T2" fmla="*/ 8 w 3"/>
                <a:gd name="T3" fmla="*/ 53 h 5"/>
                <a:gd name="T4" fmla="*/ 16 w 3"/>
                <a:gd name="T5" fmla="*/ 0 h 5"/>
                <a:gd name="T6" fmla="*/ 0 w 3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6" name="Freeform 4628">
              <a:extLst>
                <a:ext uri="{FF2B5EF4-FFF2-40B4-BE49-F238E27FC236}">
                  <a16:creationId xmlns:a16="http://schemas.microsoft.com/office/drawing/2014/main" id="{72660D2C-6512-44B7-B76E-C2C37BA75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641"/>
              <a:ext cx="6" cy="11"/>
            </a:xfrm>
            <a:custGeom>
              <a:avLst/>
              <a:gdLst>
                <a:gd name="T0" fmla="*/ 0 w 3"/>
                <a:gd name="T1" fmla="*/ 9 h 5"/>
                <a:gd name="T2" fmla="*/ 16 w 3"/>
                <a:gd name="T3" fmla="*/ 53 h 5"/>
                <a:gd name="T4" fmla="*/ 24 w 3"/>
                <a:gd name="T5" fmla="*/ 9 h 5"/>
                <a:gd name="T6" fmla="*/ 8 w 3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3" y="3"/>
                    <a:pt x="3" y="4"/>
                    <a:pt x="3" y="1"/>
                  </a:cubicBezTo>
                  <a:cubicBezTo>
                    <a:pt x="2" y="0"/>
                    <a:pt x="2" y="2"/>
                    <a:pt x="1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7" name="Freeform 4629">
              <a:extLst>
                <a:ext uri="{FF2B5EF4-FFF2-40B4-BE49-F238E27FC236}">
                  <a16:creationId xmlns:a16="http://schemas.microsoft.com/office/drawing/2014/main" id="{DF617A4D-D1E4-4938-B3DA-24A4DB214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696"/>
              <a:ext cx="8" cy="11"/>
            </a:xfrm>
            <a:custGeom>
              <a:avLst/>
              <a:gdLst>
                <a:gd name="T0" fmla="*/ 0 w 4"/>
                <a:gd name="T1" fmla="*/ 9 h 5"/>
                <a:gd name="T2" fmla="*/ 16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8" name="Freeform 4630">
              <a:extLst>
                <a:ext uri="{FF2B5EF4-FFF2-40B4-BE49-F238E27FC236}">
                  <a16:creationId xmlns:a16="http://schemas.microsoft.com/office/drawing/2014/main" id="{E7343455-8D6F-4718-A280-E867C95B4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619"/>
              <a:ext cx="11" cy="9"/>
            </a:xfrm>
            <a:custGeom>
              <a:avLst/>
              <a:gdLst>
                <a:gd name="T0" fmla="*/ 0 w 5"/>
                <a:gd name="T1" fmla="*/ 11 h 4"/>
                <a:gd name="T2" fmla="*/ 20 w 5"/>
                <a:gd name="T3" fmla="*/ 45 h 4"/>
                <a:gd name="T4" fmla="*/ 2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5" y="2"/>
                    <a:pt x="2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09" name="Freeform 4631">
              <a:extLst>
                <a:ext uri="{FF2B5EF4-FFF2-40B4-BE49-F238E27FC236}">
                  <a16:creationId xmlns:a16="http://schemas.microsoft.com/office/drawing/2014/main" id="{34CE2839-BEF7-4C00-BBC2-51972C309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619"/>
              <a:ext cx="6" cy="9"/>
            </a:xfrm>
            <a:custGeom>
              <a:avLst/>
              <a:gdLst>
                <a:gd name="T0" fmla="*/ 8 w 3"/>
                <a:gd name="T1" fmla="*/ 11 h 4"/>
                <a:gd name="T2" fmla="*/ 0 w 3"/>
                <a:gd name="T3" fmla="*/ 45 h 4"/>
                <a:gd name="T4" fmla="*/ 24 w 3"/>
                <a:gd name="T5" fmla="*/ 25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1" y="3"/>
                    <a:pt x="3" y="2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0" name="Freeform 4632">
              <a:extLst>
                <a:ext uri="{FF2B5EF4-FFF2-40B4-BE49-F238E27FC236}">
                  <a16:creationId xmlns:a16="http://schemas.microsoft.com/office/drawing/2014/main" id="{EA28B479-9344-4F36-8F48-30B37008C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578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37 h 3"/>
                <a:gd name="T4" fmla="*/ 16 w 2"/>
                <a:gd name="T5" fmla="*/ 12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3"/>
                    <a:pt x="2" y="1"/>
                  </a:cubicBezTo>
                  <a:cubicBezTo>
                    <a:pt x="2" y="0"/>
                    <a:pt x="0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1" name="Freeform 4633">
              <a:extLst>
                <a:ext uri="{FF2B5EF4-FFF2-40B4-BE49-F238E27FC236}">
                  <a16:creationId xmlns:a16="http://schemas.microsoft.com/office/drawing/2014/main" id="{44B68879-6279-4002-ABA1-40DE6C26C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569"/>
              <a:ext cx="4" cy="9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45 h 4"/>
                <a:gd name="T4" fmla="*/ 16 w 2"/>
                <a:gd name="T5" fmla="*/ 0 h 4"/>
                <a:gd name="T6" fmla="*/ 0 w 2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2"/>
                    <a:pt x="2" y="2"/>
                    <a:pt x="2" y="0"/>
                  </a:cubicBezTo>
                  <a:cubicBezTo>
                    <a:pt x="0" y="0"/>
                    <a:pt x="1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2" name="Freeform 4634">
              <a:extLst>
                <a:ext uri="{FF2B5EF4-FFF2-40B4-BE49-F238E27FC236}">
                  <a16:creationId xmlns:a16="http://schemas.microsoft.com/office/drawing/2014/main" id="{6A15C65B-45DE-4086-9786-D514E4A47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600"/>
              <a:ext cx="8" cy="11"/>
            </a:xfrm>
            <a:custGeom>
              <a:avLst/>
              <a:gdLst>
                <a:gd name="T0" fmla="*/ 0 w 4"/>
                <a:gd name="T1" fmla="*/ 9 h 5"/>
                <a:gd name="T2" fmla="*/ 8 w 4"/>
                <a:gd name="T3" fmla="*/ 53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3"/>
                    <a:pt x="2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3" name="Freeform 4635">
              <a:extLst>
                <a:ext uri="{FF2B5EF4-FFF2-40B4-BE49-F238E27FC236}">
                  <a16:creationId xmlns:a16="http://schemas.microsoft.com/office/drawing/2014/main" id="{32426C4F-0115-4573-A2A5-BE9C3F288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574"/>
              <a:ext cx="4" cy="6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24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4" name="Freeform 4636">
              <a:extLst>
                <a:ext uri="{FF2B5EF4-FFF2-40B4-BE49-F238E27FC236}">
                  <a16:creationId xmlns:a16="http://schemas.microsoft.com/office/drawing/2014/main" id="{03D81042-0324-4F53-9A56-4AA508D46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539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1"/>
                    <a:pt x="1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5" name="Freeform 4637">
              <a:extLst>
                <a:ext uri="{FF2B5EF4-FFF2-40B4-BE49-F238E27FC236}">
                  <a16:creationId xmlns:a16="http://schemas.microsoft.com/office/drawing/2014/main" id="{85A3D593-DD14-4F50-A8C3-90A64607F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508"/>
              <a:ext cx="9" cy="9"/>
            </a:xfrm>
            <a:custGeom>
              <a:avLst/>
              <a:gdLst>
                <a:gd name="T0" fmla="*/ 11 w 4"/>
                <a:gd name="T1" fmla="*/ 0 h 4"/>
                <a:gd name="T2" fmla="*/ 11 w 4"/>
                <a:gd name="T3" fmla="*/ 45 h 4"/>
                <a:gd name="T4" fmla="*/ 45 w 4"/>
                <a:gd name="T5" fmla="*/ 36 h 4"/>
                <a:gd name="T6" fmla="*/ 36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4" y="1"/>
                    <a:pt x="3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6" name="Freeform 4638">
              <a:extLst>
                <a:ext uri="{FF2B5EF4-FFF2-40B4-BE49-F238E27FC236}">
                  <a16:creationId xmlns:a16="http://schemas.microsoft.com/office/drawing/2014/main" id="{BF29F894-B8C5-49C7-8C3A-FA2298FD9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545"/>
              <a:ext cx="20" cy="20"/>
            </a:xfrm>
            <a:custGeom>
              <a:avLst/>
              <a:gdLst>
                <a:gd name="T0" fmla="*/ 64 w 10"/>
                <a:gd name="T1" fmla="*/ 0 h 9"/>
                <a:gd name="T2" fmla="*/ 80 w 10"/>
                <a:gd name="T3" fmla="*/ 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0" y="0"/>
                    <a:pt x="7" y="9"/>
                    <a:pt x="1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7" name="Freeform 4639">
              <a:extLst>
                <a:ext uri="{FF2B5EF4-FFF2-40B4-BE49-F238E27FC236}">
                  <a16:creationId xmlns:a16="http://schemas.microsoft.com/office/drawing/2014/main" id="{7656143D-C24D-40F3-B819-799581DB6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289"/>
              <a:ext cx="6" cy="7"/>
            </a:xfrm>
            <a:custGeom>
              <a:avLst/>
              <a:gdLst>
                <a:gd name="T0" fmla="*/ 0 w 3"/>
                <a:gd name="T1" fmla="*/ 12 h 3"/>
                <a:gd name="T2" fmla="*/ 8 w 3"/>
                <a:gd name="T3" fmla="*/ 37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8" name="Freeform 4640">
              <a:extLst>
                <a:ext uri="{FF2B5EF4-FFF2-40B4-BE49-F238E27FC236}">
                  <a16:creationId xmlns:a16="http://schemas.microsoft.com/office/drawing/2014/main" id="{2A6B721E-C887-4BA8-8EB1-B749660B7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289"/>
              <a:ext cx="25" cy="14"/>
            </a:xfrm>
            <a:custGeom>
              <a:avLst/>
              <a:gdLst>
                <a:gd name="T0" fmla="*/ 44 w 12"/>
                <a:gd name="T1" fmla="*/ 0 h 6"/>
                <a:gd name="T2" fmla="*/ 56 w 12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5" y="0"/>
                  </a:moveTo>
                  <a:cubicBezTo>
                    <a:pt x="0" y="5"/>
                    <a:pt x="12" y="6"/>
                    <a:pt x="6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19" name="Freeform 4641">
              <a:extLst>
                <a:ext uri="{FF2B5EF4-FFF2-40B4-BE49-F238E27FC236}">
                  <a16:creationId xmlns:a16="http://schemas.microsoft.com/office/drawing/2014/main" id="{915A4635-865F-48FF-A496-DE71D5A17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331"/>
              <a:ext cx="6" cy="9"/>
            </a:xfrm>
            <a:custGeom>
              <a:avLst/>
              <a:gdLst>
                <a:gd name="T0" fmla="*/ 0 w 3"/>
                <a:gd name="T1" fmla="*/ 25 h 4"/>
                <a:gd name="T2" fmla="*/ 8 w 3"/>
                <a:gd name="T3" fmla="*/ 45 h 4"/>
                <a:gd name="T4" fmla="*/ 0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2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0" name="Freeform 4642">
              <a:extLst>
                <a:ext uri="{FF2B5EF4-FFF2-40B4-BE49-F238E27FC236}">
                  <a16:creationId xmlns:a16="http://schemas.microsoft.com/office/drawing/2014/main" id="{D9E937CF-9BB8-4BD9-9071-03DCEE383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318"/>
              <a:ext cx="6" cy="9"/>
            </a:xfrm>
            <a:custGeom>
              <a:avLst/>
              <a:gdLst>
                <a:gd name="T0" fmla="*/ 0 w 3"/>
                <a:gd name="T1" fmla="*/ 0 h 4"/>
                <a:gd name="T2" fmla="*/ 16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1" name="Freeform 4643">
              <a:extLst>
                <a:ext uri="{FF2B5EF4-FFF2-40B4-BE49-F238E27FC236}">
                  <a16:creationId xmlns:a16="http://schemas.microsoft.com/office/drawing/2014/main" id="{227D36B8-04AF-435C-A514-4DCEA1E64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355"/>
              <a:ext cx="8" cy="7"/>
            </a:xfrm>
            <a:custGeom>
              <a:avLst/>
              <a:gdLst>
                <a:gd name="T0" fmla="*/ 8 w 4"/>
                <a:gd name="T1" fmla="*/ 0 h 3"/>
                <a:gd name="T2" fmla="*/ 16 w 4"/>
                <a:gd name="T3" fmla="*/ 37 h 3"/>
                <a:gd name="T4" fmla="*/ 16 w 4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2" y="3"/>
                  </a:cubicBezTo>
                  <a:cubicBezTo>
                    <a:pt x="4" y="2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2" name="Freeform 4644">
              <a:extLst>
                <a:ext uri="{FF2B5EF4-FFF2-40B4-BE49-F238E27FC236}">
                  <a16:creationId xmlns:a16="http://schemas.microsoft.com/office/drawing/2014/main" id="{17151814-43AF-4588-8D68-356A8E138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359"/>
              <a:ext cx="6" cy="7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37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3" name="Freeform 4645">
              <a:extLst>
                <a:ext uri="{FF2B5EF4-FFF2-40B4-BE49-F238E27FC236}">
                  <a16:creationId xmlns:a16="http://schemas.microsoft.com/office/drawing/2014/main" id="{173CE6D2-4E9C-4829-B107-74E8A9C4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392"/>
              <a:ext cx="6" cy="9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45 h 4"/>
                <a:gd name="T4" fmla="*/ 8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2"/>
                    <a:pt x="2" y="2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4" name="Freeform 4646">
              <a:extLst>
                <a:ext uri="{FF2B5EF4-FFF2-40B4-BE49-F238E27FC236}">
                  <a16:creationId xmlns:a16="http://schemas.microsoft.com/office/drawing/2014/main" id="{55A33060-EA13-431F-90AD-B2675AFB8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418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5" name="Freeform 4647">
              <a:extLst>
                <a:ext uri="{FF2B5EF4-FFF2-40B4-BE49-F238E27FC236}">
                  <a16:creationId xmlns:a16="http://schemas.microsoft.com/office/drawing/2014/main" id="{DA93CB78-3FC5-4C2B-A570-F0D35D13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92"/>
              <a:ext cx="8" cy="9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45 h 4"/>
                <a:gd name="T4" fmla="*/ 16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4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6" name="Freeform 4648">
              <a:extLst>
                <a:ext uri="{FF2B5EF4-FFF2-40B4-BE49-F238E27FC236}">
                  <a16:creationId xmlns:a16="http://schemas.microsoft.com/office/drawing/2014/main" id="{C59286F4-D774-40E3-B398-EF9C9E1D6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436"/>
              <a:ext cx="8" cy="6"/>
            </a:xfrm>
            <a:custGeom>
              <a:avLst/>
              <a:gdLst>
                <a:gd name="T0" fmla="*/ 16 w 4"/>
                <a:gd name="T1" fmla="*/ 0 h 3"/>
                <a:gd name="T2" fmla="*/ 0 w 4"/>
                <a:gd name="T3" fmla="*/ 16 h 3"/>
                <a:gd name="T4" fmla="*/ 32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2" y="3"/>
                    <a:pt x="3" y="2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7" name="Freeform 4649">
              <a:extLst>
                <a:ext uri="{FF2B5EF4-FFF2-40B4-BE49-F238E27FC236}">
                  <a16:creationId xmlns:a16="http://schemas.microsoft.com/office/drawing/2014/main" id="{6B709AE8-8A45-4629-8497-58227CBD4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462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16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3"/>
                    <a:pt x="0" y="3"/>
                    <a:pt x="2" y="4"/>
                  </a:cubicBezTo>
                  <a:cubicBezTo>
                    <a:pt x="4" y="3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8" name="Freeform 4650">
              <a:extLst>
                <a:ext uri="{FF2B5EF4-FFF2-40B4-BE49-F238E27FC236}">
                  <a16:creationId xmlns:a16="http://schemas.microsoft.com/office/drawing/2014/main" id="{8D4EE8BD-6BAF-4133-B455-ADD4965E2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451"/>
              <a:ext cx="29" cy="20"/>
            </a:xfrm>
            <a:custGeom>
              <a:avLst/>
              <a:gdLst>
                <a:gd name="T0" fmla="*/ 44 w 14"/>
                <a:gd name="T1" fmla="*/ 0 h 9"/>
                <a:gd name="T2" fmla="*/ 52 w 14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5" y="0"/>
                  </a:moveTo>
                  <a:cubicBezTo>
                    <a:pt x="0" y="9"/>
                    <a:pt x="14" y="5"/>
                    <a:pt x="6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29" name="Freeform 4651">
              <a:extLst>
                <a:ext uri="{FF2B5EF4-FFF2-40B4-BE49-F238E27FC236}">
                  <a16:creationId xmlns:a16="http://schemas.microsoft.com/office/drawing/2014/main" id="{4F90930B-FFE7-4819-B2B5-B60EB6849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493"/>
              <a:ext cx="10" cy="11"/>
            </a:xfrm>
            <a:custGeom>
              <a:avLst/>
              <a:gdLst>
                <a:gd name="T0" fmla="*/ 16 w 5"/>
                <a:gd name="T1" fmla="*/ 9 h 5"/>
                <a:gd name="T2" fmla="*/ 8 w 5"/>
                <a:gd name="T3" fmla="*/ 53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5"/>
                    <a:pt x="5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0" name="Freeform 4652">
              <a:extLst>
                <a:ext uri="{FF2B5EF4-FFF2-40B4-BE49-F238E27FC236}">
                  <a16:creationId xmlns:a16="http://schemas.microsoft.com/office/drawing/2014/main" id="{1768294E-62BA-4F4F-A7F6-21779A404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466"/>
              <a:ext cx="8" cy="11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33 h 5"/>
                <a:gd name="T4" fmla="*/ 24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1" y="5"/>
                    <a:pt x="4" y="3"/>
                  </a:cubicBezTo>
                  <a:cubicBezTo>
                    <a:pt x="4" y="2"/>
                    <a:pt x="3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1" name="Freeform 4653">
              <a:extLst>
                <a:ext uri="{FF2B5EF4-FFF2-40B4-BE49-F238E27FC236}">
                  <a16:creationId xmlns:a16="http://schemas.microsoft.com/office/drawing/2014/main" id="{BF77C71E-5252-441B-A2BC-28E342129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427"/>
              <a:ext cx="9" cy="11"/>
            </a:xfrm>
            <a:custGeom>
              <a:avLst/>
              <a:gdLst>
                <a:gd name="T0" fmla="*/ 0 w 4"/>
                <a:gd name="T1" fmla="*/ 33 h 5"/>
                <a:gd name="T2" fmla="*/ 11 w 4"/>
                <a:gd name="T3" fmla="*/ 53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4"/>
                    <a:pt x="0" y="4"/>
                    <a:pt x="1" y="5"/>
                  </a:cubicBezTo>
                  <a:cubicBezTo>
                    <a:pt x="3" y="4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2" name="Freeform 4654">
              <a:extLst>
                <a:ext uri="{FF2B5EF4-FFF2-40B4-BE49-F238E27FC236}">
                  <a16:creationId xmlns:a16="http://schemas.microsoft.com/office/drawing/2014/main" id="{26AB9429-DC6A-44BC-9357-B8E074BF1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324"/>
              <a:ext cx="22" cy="18"/>
            </a:xfrm>
            <a:custGeom>
              <a:avLst/>
              <a:gdLst>
                <a:gd name="T0" fmla="*/ 40 w 11"/>
                <a:gd name="T1" fmla="*/ 0 h 8"/>
                <a:gd name="T2" fmla="*/ 64 w 11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5" y="0"/>
                  </a:moveTo>
                  <a:cubicBezTo>
                    <a:pt x="0" y="5"/>
                    <a:pt x="11" y="8"/>
                    <a:pt x="8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3" name="Freeform 4655">
              <a:extLst>
                <a:ext uri="{FF2B5EF4-FFF2-40B4-BE49-F238E27FC236}">
                  <a16:creationId xmlns:a16="http://schemas.microsoft.com/office/drawing/2014/main" id="{C6E3927D-CF88-4184-8D08-FB90EF33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233"/>
              <a:ext cx="20" cy="13"/>
            </a:xfrm>
            <a:custGeom>
              <a:avLst/>
              <a:gdLst>
                <a:gd name="T0" fmla="*/ 24 w 10"/>
                <a:gd name="T1" fmla="*/ 0 h 6"/>
                <a:gd name="T2" fmla="*/ 40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3" y="0"/>
                  </a:moveTo>
                  <a:cubicBezTo>
                    <a:pt x="0" y="6"/>
                    <a:pt x="10" y="4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4" name="Freeform 4656">
              <a:extLst>
                <a:ext uri="{FF2B5EF4-FFF2-40B4-BE49-F238E27FC236}">
                  <a16:creationId xmlns:a16="http://schemas.microsoft.com/office/drawing/2014/main" id="{596E635F-22CF-47B5-B3C0-39D2C0F8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241"/>
              <a:ext cx="8" cy="9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5" name="Freeform 4657">
              <a:extLst>
                <a:ext uri="{FF2B5EF4-FFF2-40B4-BE49-F238E27FC236}">
                  <a16:creationId xmlns:a16="http://schemas.microsoft.com/office/drawing/2014/main" id="{E531213C-4D87-4FB7-8955-CF03DE316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193"/>
              <a:ext cx="4" cy="9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45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6" name="Freeform 4658">
              <a:extLst>
                <a:ext uri="{FF2B5EF4-FFF2-40B4-BE49-F238E27FC236}">
                  <a16:creationId xmlns:a16="http://schemas.microsoft.com/office/drawing/2014/main" id="{9E6DE9F5-826B-4EA4-A32E-3BCB3F217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195"/>
              <a:ext cx="33" cy="16"/>
            </a:xfrm>
            <a:custGeom>
              <a:avLst/>
              <a:gdLst>
                <a:gd name="T0" fmla="*/ 89 w 16"/>
                <a:gd name="T1" fmla="*/ 0 h 7"/>
                <a:gd name="T2" fmla="*/ 80 w 16"/>
                <a:gd name="T3" fmla="*/ 1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10" y="0"/>
                  </a:moveTo>
                  <a:cubicBezTo>
                    <a:pt x="0" y="4"/>
                    <a:pt x="16" y="7"/>
                    <a:pt x="9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7" name="Freeform 4659">
              <a:extLst>
                <a:ext uri="{FF2B5EF4-FFF2-40B4-BE49-F238E27FC236}">
                  <a16:creationId xmlns:a16="http://schemas.microsoft.com/office/drawing/2014/main" id="{F7A8FF6C-245C-4203-A040-E34ECBF95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158"/>
              <a:ext cx="12" cy="11"/>
            </a:xfrm>
            <a:custGeom>
              <a:avLst/>
              <a:gdLst>
                <a:gd name="T0" fmla="*/ 16 w 6"/>
                <a:gd name="T1" fmla="*/ 9 h 5"/>
                <a:gd name="T2" fmla="*/ 0 w 6"/>
                <a:gd name="T3" fmla="*/ 20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2"/>
                    <a:pt x="1" y="1"/>
                    <a:pt x="0" y="2"/>
                  </a:cubicBezTo>
                  <a:cubicBezTo>
                    <a:pt x="2" y="5"/>
                    <a:pt x="6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8" name="Freeform 4660">
              <a:extLst>
                <a:ext uri="{FF2B5EF4-FFF2-40B4-BE49-F238E27FC236}">
                  <a16:creationId xmlns:a16="http://schemas.microsoft.com/office/drawing/2014/main" id="{0CC1C9BA-63EA-48FD-A512-0C64950BA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147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8 w 5"/>
                <a:gd name="T3" fmla="*/ 53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4" y="5"/>
                    <a:pt x="5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9" name="Freeform 4661">
              <a:extLst>
                <a:ext uri="{FF2B5EF4-FFF2-40B4-BE49-F238E27FC236}">
                  <a16:creationId xmlns:a16="http://schemas.microsoft.com/office/drawing/2014/main" id="{590BC144-34E3-42DD-BE1C-40C2874A1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099"/>
              <a:ext cx="6" cy="9"/>
            </a:xfrm>
            <a:custGeom>
              <a:avLst/>
              <a:gdLst>
                <a:gd name="T0" fmla="*/ 8 w 3"/>
                <a:gd name="T1" fmla="*/ 25 h 4"/>
                <a:gd name="T2" fmla="*/ 0 w 3"/>
                <a:gd name="T3" fmla="*/ 25 h 4"/>
                <a:gd name="T4" fmla="*/ 8 w 3"/>
                <a:gd name="T5" fmla="*/ 45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3" y="3"/>
                    <a:pt x="2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0" name="Freeform 4662">
              <a:extLst>
                <a:ext uri="{FF2B5EF4-FFF2-40B4-BE49-F238E27FC236}">
                  <a16:creationId xmlns:a16="http://schemas.microsoft.com/office/drawing/2014/main" id="{760026E8-6FAD-4E68-B475-454C492D3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084"/>
              <a:ext cx="4" cy="7"/>
            </a:xfrm>
            <a:custGeom>
              <a:avLst/>
              <a:gdLst>
                <a:gd name="T0" fmla="*/ 0 w 2"/>
                <a:gd name="T1" fmla="*/ 12 h 3"/>
                <a:gd name="T2" fmla="*/ 0 w 2"/>
                <a:gd name="T3" fmla="*/ 37 h 3"/>
                <a:gd name="T4" fmla="*/ 8 w 2"/>
                <a:gd name="T5" fmla="*/ 37 h 3"/>
                <a:gd name="T6" fmla="*/ 8 w 2"/>
                <a:gd name="T7" fmla="*/ 0 h 3"/>
                <a:gd name="T8" fmla="*/ 0 w 2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1" name="Freeform 4663">
              <a:extLst>
                <a:ext uri="{FF2B5EF4-FFF2-40B4-BE49-F238E27FC236}">
                  <a16:creationId xmlns:a16="http://schemas.microsoft.com/office/drawing/2014/main" id="{22CF8665-A63E-491D-9A28-111578B2C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084"/>
              <a:ext cx="6" cy="9"/>
            </a:xfrm>
            <a:custGeom>
              <a:avLst/>
              <a:gdLst>
                <a:gd name="T0" fmla="*/ 8 w 3"/>
                <a:gd name="T1" fmla="*/ 11 h 4"/>
                <a:gd name="T2" fmla="*/ 16 w 3"/>
                <a:gd name="T3" fmla="*/ 45 h 4"/>
                <a:gd name="T4" fmla="*/ 0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3" y="3"/>
                    <a:pt x="2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2" name="Freeform 4664">
              <a:extLst>
                <a:ext uri="{FF2B5EF4-FFF2-40B4-BE49-F238E27FC236}">
                  <a16:creationId xmlns:a16="http://schemas.microsoft.com/office/drawing/2014/main" id="{F68883A5-6E6D-4E76-A0A0-83B50976E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17"/>
              <a:ext cx="15" cy="15"/>
            </a:xfrm>
            <a:custGeom>
              <a:avLst/>
              <a:gdLst>
                <a:gd name="T0" fmla="*/ 41 w 7"/>
                <a:gd name="T1" fmla="*/ 9 h 7"/>
                <a:gd name="T2" fmla="*/ 19 w 7"/>
                <a:gd name="T3" fmla="*/ 51 h 7"/>
                <a:gd name="T4" fmla="*/ 41 w 7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4" y="7"/>
                    <a:pt x="7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3" name="Freeform 4665">
              <a:extLst>
                <a:ext uri="{FF2B5EF4-FFF2-40B4-BE49-F238E27FC236}">
                  <a16:creationId xmlns:a16="http://schemas.microsoft.com/office/drawing/2014/main" id="{1C2DE1C8-A593-4049-BD4B-A19F335E9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121"/>
              <a:ext cx="8" cy="9"/>
            </a:xfrm>
            <a:custGeom>
              <a:avLst/>
              <a:gdLst>
                <a:gd name="T0" fmla="*/ 0 w 4"/>
                <a:gd name="T1" fmla="*/ 0 h 4"/>
                <a:gd name="T2" fmla="*/ 16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4" y="3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4" name="Freeform 4666">
              <a:extLst>
                <a:ext uri="{FF2B5EF4-FFF2-40B4-BE49-F238E27FC236}">
                  <a16:creationId xmlns:a16="http://schemas.microsoft.com/office/drawing/2014/main" id="{0BA1B9AF-2F56-42F5-9BC5-6AE404C4A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696"/>
              <a:ext cx="8" cy="9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45 h 4"/>
                <a:gd name="T4" fmla="*/ 3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4" y="4"/>
                    <a:pt x="4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5" name="Freeform 4667">
              <a:extLst>
                <a:ext uri="{FF2B5EF4-FFF2-40B4-BE49-F238E27FC236}">
                  <a16:creationId xmlns:a16="http://schemas.microsoft.com/office/drawing/2014/main" id="{3305BEAC-E3C0-4AA4-9F71-69DA463A3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088"/>
              <a:ext cx="6" cy="9"/>
            </a:xfrm>
            <a:custGeom>
              <a:avLst/>
              <a:gdLst>
                <a:gd name="T0" fmla="*/ 8 w 3"/>
                <a:gd name="T1" fmla="*/ 25 h 4"/>
                <a:gd name="T2" fmla="*/ 0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6" name="Freeform 4668">
              <a:extLst>
                <a:ext uri="{FF2B5EF4-FFF2-40B4-BE49-F238E27FC236}">
                  <a16:creationId xmlns:a16="http://schemas.microsoft.com/office/drawing/2014/main" id="{7A996AE2-8DAB-4AA6-8A86-7814803F3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117"/>
              <a:ext cx="9" cy="9"/>
            </a:xfrm>
            <a:custGeom>
              <a:avLst/>
              <a:gdLst>
                <a:gd name="T0" fmla="*/ 11 w 4"/>
                <a:gd name="T1" fmla="*/ 0 h 4"/>
                <a:gd name="T2" fmla="*/ 25 w 4"/>
                <a:gd name="T3" fmla="*/ 45 h 4"/>
                <a:gd name="T4" fmla="*/ 1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4" y="3"/>
                    <a:pt x="4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7" name="Freeform 4669">
              <a:extLst>
                <a:ext uri="{FF2B5EF4-FFF2-40B4-BE49-F238E27FC236}">
                  <a16:creationId xmlns:a16="http://schemas.microsoft.com/office/drawing/2014/main" id="{38CC6226-7E0C-4F73-BDC3-E804AFE1C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158"/>
              <a:ext cx="12" cy="13"/>
            </a:xfrm>
            <a:custGeom>
              <a:avLst/>
              <a:gdLst>
                <a:gd name="T0" fmla="*/ 32 w 6"/>
                <a:gd name="T1" fmla="*/ 0 h 6"/>
                <a:gd name="T2" fmla="*/ 16 w 6"/>
                <a:gd name="T3" fmla="*/ 52 h 6"/>
                <a:gd name="T4" fmla="*/ 40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2" y="0"/>
                    <a:pt x="0" y="4"/>
                    <a:pt x="2" y="5"/>
                  </a:cubicBezTo>
                  <a:cubicBezTo>
                    <a:pt x="5" y="6"/>
                    <a:pt x="6" y="2"/>
                    <a:pt x="5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8" name="Freeform 4670">
              <a:extLst>
                <a:ext uri="{FF2B5EF4-FFF2-40B4-BE49-F238E27FC236}">
                  <a16:creationId xmlns:a16="http://schemas.microsoft.com/office/drawing/2014/main" id="{A74DA0D0-7EBC-4CBE-B609-13103C2E7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202"/>
              <a:ext cx="10" cy="11"/>
            </a:xfrm>
            <a:custGeom>
              <a:avLst/>
              <a:gdLst>
                <a:gd name="T0" fmla="*/ 24 w 5"/>
                <a:gd name="T1" fmla="*/ 0 h 5"/>
                <a:gd name="T2" fmla="*/ 16 w 5"/>
                <a:gd name="T3" fmla="*/ 53 h 5"/>
                <a:gd name="T4" fmla="*/ 24 w 5"/>
                <a:gd name="T5" fmla="*/ 9 h 5"/>
                <a:gd name="T6" fmla="*/ 16 w 5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2"/>
                    <a:pt x="0" y="3"/>
                    <a:pt x="2" y="5"/>
                  </a:cubicBezTo>
                  <a:cubicBezTo>
                    <a:pt x="4" y="5"/>
                    <a:pt x="5" y="3"/>
                    <a:pt x="3" y="1"/>
                  </a:cubicBezTo>
                  <a:cubicBezTo>
                    <a:pt x="3" y="1"/>
                    <a:pt x="2" y="1"/>
                    <a:pt x="2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9" name="Freeform 4671">
              <a:extLst>
                <a:ext uri="{FF2B5EF4-FFF2-40B4-BE49-F238E27FC236}">
                  <a16:creationId xmlns:a16="http://schemas.microsoft.com/office/drawing/2014/main" id="{8EE7CA41-9F54-4C97-8DC1-0D7243FC5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244"/>
              <a:ext cx="10" cy="10"/>
            </a:xfrm>
            <a:custGeom>
              <a:avLst/>
              <a:gdLst>
                <a:gd name="T0" fmla="*/ 8 w 5"/>
                <a:gd name="T1" fmla="*/ 0 h 5"/>
                <a:gd name="T2" fmla="*/ 16 w 5"/>
                <a:gd name="T3" fmla="*/ 40 h 5"/>
                <a:gd name="T4" fmla="*/ 16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5" y="3"/>
                    <a:pt x="5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0" name="Freeform 4672">
              <a:extLst>
                <a:ext uri="{FF2B5EF4-FFF2-40B4-BE49-F238E27FC236}">
                  <a16:creationId xmlns:a16="http://schemas.microsoft.com/office/drawing/2014/main" id="{EEAF2089-2E59-480A-B4D5-69E096F7D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2193"/>
              <a:ext cx="6" cy="9"/>
            </a:xfrm>
            <a:custGeom>
              <a:avLst/>
              <a:gdLst>
                <a:gd name="T0" fmla="*/ 0 w 3"/>
                <a:gd name="T1" fmla="*/ 36 h 4"/>
                <a:gd name="T2" fmla="*/ 8 w 3"/>
                <a:gd name="T3" fmla="*/ 45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4"/>
                    <a:pt x="1" y="4"/>
                    <a:pt x="1" y="4"/>
                  </a:cubicBezTo>
                  <a:cubicBezTo>
                    <a:pt x="3" y="3"/>
                    <a:pt x="3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1" name="Freeform 4673">
              <a:extLst>
                <a:ext uri="{FF2B5EF4-FFF2-40B4-BE49-F238E27FC236}">
                  <a16:creationId xmlns:a16="http://schemas.microsoft.com/office/drawing/2014/main" id="{E116997F-F1C7-46CC-8E96-19EADE429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152"/>
              <a:ext cx="10" cy="8"/>
            </a:xfrm>
            <a:custGeom>
              <a:avLst/>
              <a:gdLst>
                <a:gd name="T0" fmla="*/ 8 w 5"/>
                <a:gd name="T1" fmla="*/ 0 h 4"/>
                <a:gd name="T2" fmla="*/ 8 w 5"/>
                <a:gd name="T3" fmla="*/ 32 h 4"/>
                <a:gd name="T4" fmla="*/ 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3"/>
                    <a:pt x="5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2" name="Freeform 4674">
              <a:extLst>
                <a:ext uri="{FF2B5EF4-FFF2-40B4-BE49-F238E27FC236}">
                  <a16:creationId xmlns:a16="http://schemas.microsoft.com/office/drawing/2014/main" id="{5F2A4475-9642-4D09-A248-3CCBE57BB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084"/>
              <a:ext cx="8" cy="9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45 h 4"/>
                <a:gd name="T4" fmla="*/ 16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4" y="3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3" name="Freeform 4675">
              <a:extLst>
                <a:ext uri="{FF2B5EF4-FFF2-40B4-BE49-F238E27FC236}">
                  <a16:creationId xmlns:a16="http://schemas.microsoft.com/office/drawing/2014/main" id="{DCBCE30A-B847-4799-8454-BB305DEED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088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24 w 5"/>
                <a:gd name="T3" fmla="*/ 45 h 4"/>
                <a:gd name="T4" fmla="*/ 24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0"/>
                    <a:pt x="0" y="3"/>
                    <a:pt x="3" y="4"/>
                  </a:cubicBezTo>
                  <a:cubicBezTo>
                    <a:pt x="5" y="3"/>
                    <a:pt x="4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4" name="Freeform 4676">
              <a:extLst>
                <a:ext uri="{FF2B5EF4-FFF2-40B4-BE49-F238E27FC236}">
                  <a16:creationId xmlns:a16="http://schemas.microsoft.com/office/drawing/2014/main" id="{CD24CF68-EF64-4B90-82EB-F9408E89B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126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40 h 5"/>
                <a:gd name="T4" fmla="*/ 24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4" y="4"/>
                    <a:pt x="4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5" name="Freeform 4677">
              <a:extLst>
                <a:ext uri="{FF2B5EF4-FFF2-40B4-BE49-F238E27FC236}">
                  <a16:creationId xmlns:a16="http://schemas.microsoft.com/office/drawing/2014/main" id="{4B278337-CAD1-411A-9317-696878E41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167"/>
              <a:ext cx="6" cy="7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12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6" name="Freeform 4678">
              <a:extLst>
                <a:ext uri="{FF2B5EF4-FFF2-40B4-BE49-F238E27FC236}">
                  <a16:creationId xmlns:a16="http://schemas.microsoft.com/office/drawing/2014/main" id="{403BFFEB-28AD-4654-969E-F553E9027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219"/>
              <a:ext cx="11" cy="9"/>
            </a:xfrm>
            <a:custGeom>
              <a:avLst/>
              <a:gdLst>
                <a:gd name="T0" fmla="*/ 33 w 5"/>
                <a:gd name="T1" fmla="*/ 0 h 4"/>
                <a:gd name="T2" fmla="*/ 20 w 5"/>
                <a:gd name="T3" fmla="*/ 45 h 4"/>
                <a:gd name="T4" fmla="*/ 33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2"/>
                    <a:pt x="2" y="4"/>
                  </a:cubicBezTo>
                  <a:cubicBezTo>
                    <a:pt x="4" y="3"/>
                    <a:pt x="5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7" name="Freeform 4679">
              <a:extLst>
                <a:ext uri="{FF2B5EF4-FFF2-40B4-BE49-F238E27FC236}">
                  <a16:creationId xmlns:a16="http://schemas.microsoft.com/office/drawing/2014/main" id="{D433CD32-06D9-4628-BD08-D45D0B65A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2254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37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8" name="Freeform 4680">
              <a:extLst>
                <a:ext uri="{FF2B5EF4-FFF2-40B4-BE49-F238E27FC236}">
                  <a16:creationId xmlns:a16="http://schemas.microsoft.com/office/drawing/2014/main" id="{68CEBF54-E2D1-4C66-B337-77EB3B565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252"/>
              <a:ext cx="6" cy="7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37 h 3"/>
                <a:gd name="T4" fmla="*/ 24 w 3"/>
                <a:gd name="T5" fmla="*/ 28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59" name="Freeform 4681">
              <a:extLst>
                <a:ext uri="{FF2B5EF4-FFF2-40B4-BE49-F238E27FC236}">
                  <a16:creationId xmlns:a16="http://schemas.microsoft.com/office/drawing/2014/main" id="{9EC90E00-9FB5-4529-A92C-AACEF0C1E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289"/>
              <a:ext cx="6" cy="9"/>
            </a:xfrm>
            <a:custGeom>
              <a:avLst/>
              <a:gdLst>
                <a:gd name="T0" fmla="*/ 16 w 3"/>
                <a:gd name="T1" fmla="*/ 11 h 4"/>
                <a:gd name="T2" fmla="*/ 16 w 3"/>
                <a:gd name="T3" fmla="*/ 45 h 4"/>
                <a:gd name="T4" fmla="*/ 16 w 3"/>
                <a:gd name="T5" fmla="*/ 11 h 4"/>
                <a:gd name="T6" fmla="*/ 8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3"/>
                    <a:pt x="0" y="3"/>
                    <a:pt x="2" y="4"/>
                  </a:cubicBezTo>
                  <a:cubicBezTo>
                    <a:pt x="3" y="3"/>
                    <a:pt x="3" y="2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0" name="Freeform 4682">
              <a:extLst>
                <a:ext uri="{FF2B5EF4-FFF2-40B4-BE49-F238E27FC236}">
                  <a16:creationId xmlns:a16="http://schemas.microsoft.com/office/drawing/2014/main" id="{FFA6E654-0CA6-4029-B0A0-BDF9B5A97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303"/>
              <a:ext cx="9" cy="13"/>
            </a:xfrm>
            <a:custGeom>
              <a:avLst/>
              <a:gdLst>
                <a:gd name="T0" fmla="*/ 11 w 4"/>
                <a:gd name="T1" fmla="*/ 0 h 6"/>
                <a:gd name="T2" fmla="*/ 25 w 4"/>
                <a:gd name="T3" fmla="*/ 61 h 6"/>
                <a:gd name="T4" fmla="*/ 11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4" y="4"/>
                    <a:pt x="4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1" name="Freeform 4683">
              <a:extLst>
                <a:ext uri="{FF2B5EF4-FFF2-40B4-BE49-F238E27FC236}">
                  <a16:creationId xmlns:a16="http://schemas.microsoft.com/office/drawing/2014/main" id="{D674DB15-7454-4806-B63F-C09C7262E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305"/>
              <a:ext cx="4" cy="6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4 h 3"/>
                <a:gd name="T4" fmla="*/ 16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2" name="Freeform 4684">
              <a:extLst>
                <a:ext uri="{FF2B5EF4-FFF2-40B4-BE49-F238E27FC236}">
                  <a16:creationId xmlns:a16="http://schemas.microsoft.com/office/drawing/2014/main" id="{519D70C4-8888-4CF7-B0B9-07FA8600F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338"/>
              <a:ext cx="4" cy="8"/>
            </a:xfrm>
            <a:custGeom>
              <a:avLst/>
              <a:gdLst>
                <a:gd name="T0" fmla="*/ 0 w 2"/>
                <a:gd name="T1" fmla="*/ 8 h 4"/>
                <a:gd name="T2" fmla="*/ 8 w 2"/>
                <a:gd name="T3" fmla="*/ 32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2"/>
                    <a:pt x="2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3" name="Freeform 4685">
              <a:extLst>
                <a:ext uri="{FF2B5EF4-FFF2-40B4-BE49-F238E27FC236}">
                  <a16:creationId xmlns:a16="http://schemas.microsoft.com/office/drawing/2014/main" id="{BAD4C72A-D05C-46BC-8B2C-5F53EEBD4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346"/>
              <a:ext cx="27" cy="16"/>
            </a:xfrm>
            <a:custGeom>
              <a:avLst/>
              <a:gdLst>
                <a:gd name="T0" fmla="*/ 44 w 13"/>
                <a:gd name="T1" fmla="*/ 0 h 7"/>
                <a:gd name="T2" fmla="*/ 73 w 13"/>
                <a:gd name="T3" fmla="*/ 1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5" y="0"/>
                  </a:moveTo>
                  <a:cubicBezTo>
                    <a:pt x="0" y="7"/>
                    <a:pt x="13" y="5"/>
                    <a:pt x="8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4" name="Freeform 4686">
              <a:extLst>
                <a:ext uri="{FF2B5EF4-FFF2-40B4-BE49-F238E27FC236}">
                  <a16:creationId xmlns:a16="http://schemas.microsoft.com/office/drawing/2014/main" id="{D0C1B9BC-B4E4-4D4C-BC95-E4A8682B0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346"/>
              <a:ext cx="8" cy="11"/>
            </a:xfrm>
            <a:custGeom>
              <a:avLst/>
              <a:gdLst>
                <a:gd name="T0" fmla="*/ 0 w 4"/>
                <a:gd name="T1" fmla="*/ 9 h 5"/>
                <a:gd name="T2" fmla="*/ 16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3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5" name="Freeform 4687">
              <a:extLst>
                <a:ext uri="{FF2B5EF4-FFF2-40B4-BE49-F238E27FC236}">
                  <a16:creationId xmlns:a16="http://schemas.microsoft.com/office/drawing/2014/main" id="{02225136-B42C-4688-935C-931F2B8DA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379"/>
              <a:ext cx="8" cy="7"/>
            </a:xfrm>
            <a:custGeom>
              <a:avLst/>
              <a:gdLst>
                <a:gd name="T0" fmla="*/ 8 w 4"/>
                <a:gd name="T1" fmla="*/ 0 h 3"/>
                <a:gd name="T2" fmla="*/ 0 w 4"/>
                <a:gd name="T3" fmla="*/ 28 h 3"/>
                <a:gd name="T4" fmla="*/ 32 w 4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3"/>
                    <a:pt x="3" y="3"/>
                    <a:pt x="4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6" name="Freeform 4688">
              <a:extLst>
                <a:ext uri="{FF2B5EF4-FFF2-40B4-BE49-F238E27FC236}">
                  <a16:creationId xmlns:a16="http://schemas.microsoft.com/office/drawing/2014/main" id="{4E2ACB94-2654-4C8C-ABB0-8EE73C205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383"/>
              <a:ext cx="6" cy="9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45 h 4"/>
                <a:gd name="T4" fmla="*/ 24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7" name="Freeform 4689">
              <a:extLst>
                <a:ext uri="{FF2B5EF4-FFF2-40B4-BE49-F238E27FC236}">
                  <a16:creationId xmlns:a16="http://schemas.microsoft.com/office/drawing/2014/main" id="{33519BDE-426E-425E-9E5D-D2DF64226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386"/>
              <a:ext cx="6" cy="8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32 h 4"/>
                <a:gd name="T4" fmla="*/ 24 w 3"/>
                <a:gd name="T5" fmla="*/ 8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8" name="Freeform 4690">
              <a:extLst>
                <a:ext uri="{FF2B5EF4-FFF2-40B4-BE49-F238E27FC236}">
                  <a16:creationId xmlns:a16="http://schemas.microsoft.com/office/drawing/2014/main" id="{E31D09C0-E011-4144-A5EE-C88804650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427"/>
              <a:ext cx="7" cy="9"/>
            </a:xfrm>
            <a:custGeom>
              <a:avLst/>
              <a:gdLst>
                <a:gd name="T0" fmla="*/ 28 w 3"/>
                <a:gd name="T1" fmla="*/ 0 h 4"/>
                <a:gd name="T2" fmla="*/ 28 w 3"/>
                <a:gd name="T3" fmla="*/ 45 h 4"/>
                <a:gd name="T4" fmla="*/ 37 w 3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2"/>
                    <a:pt x="0" y="2"/>
                    <a:pt x="2" y="4"/>
                  </a:cubicBezTo>
                  <a:cubicBezTo>
                    <a:pt x="3" y="3"/>
                    <a:pt x="3" y="2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9" name="Freeform 4691">
              <a:extLst>
                <a:ext uri="{FF2B5EF4-FFF2-40B4-BE49-F238E27FC236}">
                  <a16:creationId xmlns:a16="http://schemas.microsoft.com/office/drawing/2014/main" id="{283E30FD-FC72-40C2-898F-AA4E9DF4B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451"/>
              <a:ext cx="8" cy="11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0" name="Freeform 4692">
              <a:extLst>
                <a:ext uri="{FF2B5EF4-FFF2-40B4-BE49-F238E27FC236}">
                  <a16:creationId xmlns:a16="http://schemas.microsoft.com/office/drawing/2014/main" id="{0061FBD4-DDB9-4EF2-9C88-B56323383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449"/>
              <a:ext cx="6" cy="13"/>
            </a:xfrm>
            <a:custGeom>
              <a:avLst/>
              <a:gdLst>
                <a:gd name="T0" fmla="*/ 0 w 3"/>
                <a:gd name="T1" fmla="*/ 33 h 6"/>
                <a:gd name="T2" fmla="*/ 8 w 3"/>
                <a:gd name="T3" fmla="*/ 61 h 6"/>
                <a:gd name="T4" fmla="*/ 16 w 3"/>
                <a:gd name="T5" fmla="*/ 9 h 6"/>
                <a:gd name="T6" fmla="*/ 0 w 3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0" y="5"/>
                    <a:pt x="0" y="5"/>
                    <a:pt x="1" y="6"/>
                  </a:cubicBezTo>
                  <a:cubicBezTo>
                    <a:pt x="3" y="4"/>
                    <a:pt x="3" y="2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1" name="Freeform 4693">
              <a:extLst>
                <a:ext uri="{FF2B5EF4-FFF2-40B4-BE49-F238E27FC236}">
                  <a16:creationId xmlns:a16="http://schemas.microsoft.com/office/drawing/2014/main" id="{C8009D0A-587D-4939-B4EA-36F1E1FD1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416"/>
              <a:ext cx="11" cy="11"/>
            </a:xfrm>
            <a:custGeom>
              <a:avLst/>
              <a:gdLst>
                <a:gd name="T0" fmla="*/ 20 w 5"/>
                <a:gd name="T1" fmla="*/ 0 h 5"/>
                <a:gd name="T2" fmla="*/ 33 w 5"/>
                <a:gd name="T3" fmla="*/ 53 h 5"/>
                <a:gd name="T4" fmla="*/ 33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4"/>
                    <a:pt x="5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2" name="Freeform 4694">
              <a:extLst>
                <a:ext uri="{FF2B5EF4-FFF2-40B4-BE49-F238E27FC236}">
                  <a16:creationId xmlns:a16="http://schemas.microsoft.com/office/drawing/2014/main" id="{9C7671BB-9090-4395-991C-9B1730A3E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491"/>
              <a:ext cx="14" cy="17"/>
            </a:xfrm>
            <a:custGeom>
              <a:avLst/>
              <a:gdLst>
                <a:gd name="T0" fmla="*/ 40 w 7"/>
                <a:gd name="T1" fmla="*/ 0 h 8"/>
                <a:gd name="T2" fmla="*/ 56 w 7"/>
                <a:gd name="T3" fmla="*/ 28 h 8"/>
                <a:gd name="T4" fmla="*/ 40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0" y="1"/>
                    <a:pt x="4" y="8"/>
                    <a:pt x="7" y="3"/>
                  </a:cubicBezTo>
                  <a:cubicBezTo>
                    <a:pt x="6" y="2"/>
                    <a:pt x="6" y="2"/>
                    <a:pt x="5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3" name="Freeform 4695">
              <a:extLst>
                <a:ext uri="{FF2B5EF4-FFF2-40B4-BE49-F238E27FC236}">
                  <a16:creationId xmlns:a16="http://schemas.microsoft.com/office/drawing/2014/main" id="{B6369B94-4FE0-4950-B4F6-AD3619133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469"/>
              <a:ext cx="4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0 h 2"/>
                <a:gd name="T4" fmla="*/ 8 w 2"/>
                <a:gd name="T5" fmla="*/ 16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0" y="2"/>
                    <a:pt x="1" y="2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4" name="Freeform 4696">
              <a:extLst>
                <a:ext uri="{FF2B5EF4-FFF2-40B4-BE49-F238E27FC236}">
                  <a16:creationId xmlns:a16="http://schemas.microsoft.com/office/drawing/2014/main" id="{9455A6D8-ABB0-4017-B76B-046F8470E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508"/>
              <a:ext cx="24" cy="15"/>
            </a:xfrm>
            <a:custGeom>
              <a:avLst/>
              <a:gdLst>
                <a:gd name="T0" fmla="*/ 48 w 12"/>
                <a:gd name="T1" fmla="*/ 0 h 7"/>
                <a:gd name="T2" fmla="*/ 40 w 12"/>
                <a:gd name="T3" fmla="*/ 0 h 7"/>
                <a:gd name="T4" fmla="*/ 48 w 12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6" y="0"/>
                  </a:moveTo>
                  <a:cubicBezTo>
                    <a:pt x="6" y="0"/>
                    <a:pt x="6" y="0"/>
                    <a:pt x="5" y="0"/>
                  </a:cubicBezTo>
                  <a:cubicBezTo>
                    <a:pt x="0" y="7"/>
                    <a:pt x="12" y="4"/>
                    <a:pt x="6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5" name="Freeform 4697">
              <a:extLst>
                <a:ext uri="{FF2B5EF4-FFF2-40B4-BE49-F238E27FC236}">
                  <a16:creationId xmlns:a16="http://schemas.microsoft.com/office/drawing/2014/main" id="{79C91EDA-646B-47C7-BE88-130F3CC67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2497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44 h 5"/>
                <a:gd name="T4" fmla="*/ 32 w 4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3" y="5"/>
                    <a:pt x="4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6" name="Freeform 4698">
              <a:extLst>
                <a:ext uri="{FF2B5EF4-FFF2-40B4-BE49-F238E27FC236}">
                  <a16:creationId xmlns:a16="http://schemas.microsoft.com/office/drawing/2014/main" id="{CEB7DE34-1F33-4B39-B121-C17B3867F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550"/>
              <a:ext cx="6" cy="8"/>
            </a:xfrm>
            <a:custGeom>
              <a:avLst/>
              <a:gdLst>
                <a:gd name="T0" fmla="*/ 8 w 3"/>
                <a:gd name="T1" fmla="*/ 8 h 4"/>
                <a:gd name="T2" fmla="*/ 16 w 3"/>
                <a:gd name="T3" fmla="*/ 32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7" name="Freeform 4699">
              <a:extLst>
                <a:ext uri="{FF2B5EF4-FFF2-40B4-BE49-F238E27FC236}">
                  <a16:creationId xmlns:a16="http://schemas.microsoft.com/office/drawing/2014/main" id="{7D10ABFA-8E22-40B0-8B82-81D90526E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536"/>
              <a:ext cx="9" cy="9"/>
            </a:xfrm>
            <a:custGeom>
              <a:avLst/>
              <a:gdLst>
                <a:gd name="T0" fmla="*/ 11 w 4"/>
                <a:gd name="T1" fmla="*/ 11 h 4"/>
                <a:gd name="T2" fmla="*/ 11 w 4"/>
                <a:gd name="T3" fmla="*/ 45 h 4"/>
                <a:gd name="T4" fmla="*/ 1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3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8" name="Freeform 4700">
              <a:extLst>
                <a:ext uri="{FF2B5EF4-FFF2-40B4-BE49-F238E27FC236}">
                  <a16:creationId xmlns:a16="http://schemas.microsoft.com/office/drawing/2014/main" id="{B308645E-92A9-4BCA-B4AE-FA720DCAA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550"/>
              <a:ext cx="6" cy="8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32 h 4"/>
                <a:gd name="T4" fmla="*/ 24 w 3"/>
                <a:gd name="T5" fmla="*/ 16 h 4"/>
                <a:gd name="T6" fmla="*/ 8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2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79" name="Freeform 4701">
              <a:extLst>
                <a:ext uri="{FF2B5EF4-FFF2-40B4-BE49-F238E27FC236}">
                  <a16:creationId xmlns:a16="http://schemas.microsoft.com/office/drawing/2014/main" id="{DD8BF17E-8BB0-4330-B88B-ACEFB083C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587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53 h 5"/>
                <a:gd name="T4" fmla="*/ 32 w 4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3" y="5"/>
                    <a:pt x="3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0" name="Freeform 4702">
              <a:extLst>
                <a:ext uri="{FF2B5EF4-FFF2-40B4-BE49-F238E27FC236}">
                  <a16:creationId xmlns:a16="http://schemas.microsoft.com/office/drawing/2014/main" id="{203554D1-EFD8-4545-A445-02454A648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619"/>
              <a:ext cx="10" cy="14"/>
            </a:xfrm>
            <a:custGeom>
              <a:avLst/>
              <a:gdLst>
                <a:gd name="T0" fmla="*/ 24 w 5"/>
                <a:gd name="T1" fmla="*/ 12 h 6"/>
                <a:gd name="T2" fmla="*/ 16 w 5"/>
                <a:gd name="T3" fmla="*/ 77 h 6"/>
                <a:gd name="T4" fmla="*/ 24 w 5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0" y="0"/>
                    <a:pt x="0" y="5"/>
                    <a:pt x="2" y="6"/>
                  </a:cubicBezTo>
                  <a:cubicBezTo>
                    <a:pt x="5" y="6"/>
                    <a:pt x="5" y="3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1" name="Freeform 4703">
              <a:extLst>
                <a:ext uri="{FF2B5EF4-FFF2-40B4-BE49-F238E27FC236}">
                  <a16:creationId xmlns:a16="http://schemas.microsoft.com/office/drawing/2014/main" id="{DF3CAB05-415F-4AD6-ACD8-3CD3A0547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609"/>
              <a:ext cx="8" cy="10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40 h 5"/>
                <a:gd name="T4" fmla="*/ 16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4" y="4"/>
                    <a:pt x="4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2" name="Freeform 4704">
              <a:extLst>
                <a:ext uri="{FF2B5EF4-FFF2-40B4-BE49-F238E27FC236}">
                  <a16:creationId xmlns:a16="http://schemas.microsoft.com/office/drawing/2014/main" id="{78D5395B-C749-4ACB-8BDB-A586DC61F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598"/>
              <a:ext cx="13" cy="13"/>
            </a:xfrm>
            <a:custGeom>
              <a:avLst/>
              <a:gdLst>
                <a:gd name="T0" fmla="*/ 9 w 6"/>
                <a:gd name="T1" fmla="*/ 9 h 6"/>
                <a:gd name="T2" fmla="*/ 2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6"/>
                    <a:pt x="6" y="3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3" name="Freeform 4705">
              <a:extLst>
                <a:ext uri="{FF2B5EF4-FFF2-40B4-BE49-F238E27FC236}">
                  <a16:creationId xmlns:a16="http://schemas.microsoft.com/office/drawing/2014/main" id="{D058CE29-C7D2-49EC-8A61-B85A2C4C0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635"/>
              <a:ext cx="5" cy="4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16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4" name="Freeform 4706">
              <a:extLst>
                <a:ext uri="{FF2B5EF4-FFF2-40B4-BE49-F238E27FC236}">
                  <a16:creationId xmlns:a16="http://schemas.microsoft.com/office/drawing/2014/main" id="{D84C84FF-9415-4F2F-9B0B-AB89B6838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670"/>
              <a:ext cx="8" cy="11"/>
            </a:xfrm>
            <a:custGeom>
              <a:avLst/>
              <a:gdLst>
                <a:gd name="T0" fmla="*/ 8 w 4"/>
                <a:gd name="T1" fmla="*/ 9 h 5"/>
                <a:gd name="T2" fmla="*/ 16 w 4"/>
                <a:gd name="T3" fmla="*/ 53 h 5"/>
                <a:gd name="T4" fmla="*/ 32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4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5" name="Freeform 4707">
              <a:extLst>
                <a:ext uri="{FF2B5EF4-FFF2-40B4-BE49-F238E27FC236}">
                  <a16:creationId xmlns:a16="http://schemas.microsoft.com/office/drawing/2014/main" id="{CE43A2A2-6F48-4980-AED8-01BEE7195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685"/>
              <a:ext cx="6" cy="9"/>
            </a:xfrm>
            <a:custGeom>
              <a:avLst/>
              <a:gdLst>
                <a:gd name="T0" fmla="*/ 0 w 3"/>
                <a:gd name="T1" fmla="*/ 11 h 4"/>
                <a:gd name="T2" fmla="*/ 8 w 3"/>
                <a:gd name="T3" fmla="*/ 45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3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6" name="Freeform 4708">
              <a:extLst>
                <a:ext uri="{FF2B5EF4-FFF2-40B4-BE49-F238E27FC236}">
                  <a16:creationId xmlns:a16="http://schemas.microsoft.com/office/drawing/2014/main" id="{CDAA8A9E-9648-4C18-BFA7-7DC618CFD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663"/>
              <a:ext cx="6" cy="11"/>
            </a:xfrm>
            <a:custGeom>
              <a:avLst/>
              <a:gdLst>
                <a:gd name="T0" fmla="*/ 16 w 3"/>
                <a:gd name="T1" fmla="*/ 0 h 5"/>
                <a:gd name="T2" fmla="*/ 8 w 3"/>
                <a:gd name="T3" fmla="*/ 53 h 5"/>
                <a:gd name="T4" fmla="*/ 24 w 3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2" y="4"/>
                    <a:pt x="3" y="3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7" name="Freeform 4709">
              <a:extLst>
                <a:ext uri="{FF2B5EF4-FFF2-40B4-BE49-F238E27FC236}">
                  <a16:creationId xmlns:a16="http://schemas.microsoft.com/office/drawing/2014/main" id="{BAE436F4-2BEE-4C39-8A11-792D10EEC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703"/>
              <a:ext cx="19" cy="24"/>
            </a:xfrm>
            <a:custGeom>
              <a:avLst/>
              <a:gdLst>
                <a:gd name="T0" fmla="*/ 57 w 9"/>
                <a:gd name="T1" fmla="*/ 9 h 11"/>
                <a:gd name="T2" fmla="*/ 84 w 9"/>
                <a:gd name="T3" fmla="*/ 3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6" y="1"/>
                  </a:moveTo>
                  <a:cubicBezTo>
                    <a:pt x="0" y="0"/>
                    <a:pt x="7" y="11"/>
                    <a:pt x="9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8" name="Freeform 4710">
              <a:extLst>
                <a:ext uri="{FF2B5EF4-FFF2-40B4-BE49-F238E27FC236}">
                  <a16:creationId xmlns:a16="http://schemas.microsoft.com/office/drawing/2014/main" id="{95D14B00-4D54-42D1-BD79-EBFB05D8D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709"/>
              <a:ext cx="9" cy="9"/>
            </a:xfrm>
            <a:custGeom>
              <a:avLst/>
              <a:gdLst>
                <a:gd name="T0" fmla="*/ 0 w 4"/>
                <a:gd name="T1" fmla="*/ 0 h 4"/>
                <a:gd name="T2" fmla="*/ 11 w 4"/>
                <a:gd name="T3" fmla="*/ 45 h 4"/>
                <a:gd name="T4" fmla="*/ 1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89" name="Freeform 4711">
              <a:extLst>
                <a:ext uri="{FF2B5EF4-FFF2-40B4-BE49-F238E27FC236}">
                  <a16:creationId xmlns:a16="http://schemas.microsoft.com/office/drawing/2014/main" id="{0BB86A76-5E76-41E5-88D5-3E1BDF928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718"/>
              <a:ext cx="6" cy="11"/>
            </a:xfrm>
            <a:custGeom>
              <a:avLst/>
              <a:gdLst>
                <a:gd name="T0" fmla="*/ 0 w 3"/>
                <a:gd name="T1" fmla="*/ 0 h 5"/>
                <a:gd name="T2" fmla="*/ 16 w 3"/>
                <a:gd name="T3" fmla="*/ 53 h 5"/>
                <a:gd name="T4" fmla="*/ 16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0" name="Freeform 4712">
              <a:extLst>
                <a:ext uri="{FF2B5EF4-FFF2-40B4-BE49-F238E27FC236}">
                  <a16:creationId xmlns:a16="http://schemas.microsoft.com/office/drawing/2014/main" id="{2253BB64-AAA3-4E02-8BDD-D71CFDA3A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770"/>
              <a:ext cx="8" cy="9"/>
            </a:xfrm>
            <a:custGeom>
              <a:avLst/>
              <a:gdLst>
                <a:gd name="T0" fmla="*/ 24 w 4"/>
                <a:gd name="T1" fmla="*/ 0 h 4"/>
                <a:gd name="T2" fmla="*/ 24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0" y="1"/>
                    <a:pt x="0" y="4"/>
                    <a:pt x="3" y="4"/>
                  </a:cubicBezTo>
                  <a:cubicBezTo>
                    <a:pt x="4" y="2"/>
                    <a:pt x="3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1" name="Freeform 4713">
              <a:extLst>
                <a:ext uri="{FF2B5EF4-FFF2-40B4-BE49-F238E27FC236}">
                  <a16:creationId xmlns:a16="http://schemas.microsoft.com/office/drawing/2014/main" id="{02898322-6336-4D05-941B-EE4B4F630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751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24 h 3"/>
                <a:gd name="T4" fmla="*/ 16 w 3"/>
                <a:gd name="T5" fmla="*/ 24 h 3"/>
                <a:gd name="T6" fmla="*/ 24 w 3"/>
                <a:gd name="T7" fmla="*/ 8 h 3"/>
                <a:gd name="T8" fmla="*/ 16 w 3"/>
                <a:gd name="T9" fmla="*/ 0 h 3"/>
                <a:gd name="T10" fmla="*/ 8 w 3"/>
                <a:gd name="T11" fmla="*/ 24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2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2" name="Freeform 4714">
              <a:extLst>
                <a:ext uri="{FF2B5EF4-FFF2-40B4-BE49-F238E27FC236}">
                  <a16:creationId xmlns:a16="http://schemas.microsoft.com/office/drawing/2014/main" id="{E15F6A91-2792-4AEF-8DC4-5CEB9D3BE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801"/>
              <a:ext cx="10" cy="11"/>
            </a:xfrm>
            <a:custGeom>
              <a:avLst/>
              <a:gdLst>
                <a:gd name="T0" fmla="*/ 16 w 5"/>
                <a:gd name="T1" fmla="*/ 9 h 5"/>
                <a:gd name="T2" fmla="*/ 8 w 5"/>
                <a:gd name="T3" fmla="*/ 9 h 5"/>
                <a:gd name="T4" fmla="*/ 32 w 5"/>
                <a:gd name="T5" fmla="*/ 53 h 5"/>
                <a:gd name="T6" fmla="*/ 16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4"/>
                    <a:pt x="2" y="5"/>
                    <a:pt x="4" y="5"/>
                  </a:cubicBezTo>
                  <a:cubicBezTo>
                    <a:pt x="5" y="3"/>
                    <a:pt x="5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3" name="Freeform 4715">
              <a:extLst>
                <a:ext uri="{FF2B5EF4-FFF2-40B4-BE49-F238E27FC236}">
                  <a16:creationId xmlns:a16="http://schemas.microsoft.com/office/drawing/2014/main" id="{BA2AB891-8A52-4760-81A3-E2D8C421E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2807"/>
              <a:ext cx="8" cy="11"/>
            </a:xfrm>
            <a:custGeom>
              <a:avLst/>
              <a:gdLst>
                <a:gd name="T0" fmla="*/ 0 w 4"/>
                <a:gd name="T1" fmla="*/ 9 h 5"/>
                <a:gd name="T2" fmla="*/ 16 w 4"/>
                <a:gd name="T3" fmla="*/ 53 h 5"/>
                <a:gd name="T4" fmla="*/ 0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3"/>
                    <a:pt x="3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4" name="Freeform 4716">
              <a:extLst>
                <a:ext uri="{FF2B5EF4-FFF2-40B4-BE49-F238E27FC236}">
                  <a16:creationId xmlns:a16="http://schemas.microsoft.com/office/drawing/2014/main" id="{2200F1C5-7CCB-4BB1-96FB-570BAAB8F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812"/>
              <a:ext cx="9" cy="11"/>
            </a:xfrm>
            <a:custGeom>
              <a:avLst/>
              <a:gdLst>
                <a:gd name="T0" fmla="*/ 25 w 4"/>
                <a:gd name="T1" fmla="*/ 33 h 5"/>
                <a:gd name="T2" fmla="*/ 36 w 4"/>
                <a:gd name="T3" fmla="*/ 53 h 5"/>
                <a:gd name="T4" fmla="*/ 11 w 4"/>
                <a:gd name="T5" fmla="*/ 0 h 5"/>
                <a:gd name="T6" fmla="*/ 0 w 4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3" y="4"/>
                    <a:pt x="2" y="4"/>
                    <a:pt x="3" y="5"/>
                  </a:cubicBezTo>
                  <a:cubicBezTo>
                    <a:pt x="4" y="3"/>
                    <a:pt x="4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5" name="Freeform 4717">
              <a:extLst>
                <a:ext uri="{FF2B5EF4-FFF2-40B4-BE49-F238E27FC236}">
                  <a16:creationId xmlns:a16="http://schemas.microsoft.com/office/drawing/2014/main" id="{8BF9D42B-F1F3-475F-B104-465A65B9A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753"/>
              <a:ext cx="6" cy="11"/>
            </a:xfrm>
            <a:custGeom>
              <a:avLst/>
              <a:gdLst>
                <a:gd name="T0" fmla="*/ 0 w 3"/>
                <a:gd name="T1" fmla="*/ 20 h 5"/>
                <a:gd name="T2" fmla="*/ 8 w 3"/>
                <a:gd name="T3" fmla="*/ 53 h 5"/>
                <a:gd name="T4" fmla="*/ 8 w 3"/>
                <a:gd name="T5" fmla="*/ 0 h 5"/>
                <a:gd name="T6" fmla="*/ 0 w 3"/>
                <a:gd name="T7" fmla="*/ 3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2" y="3"/>
                    <a:pt x="3" y="1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6" name="Freeform 4718">
              <a:extLst>
                <a:ext uri="{FF2B5EF4-FFF2-40B4-BE49-F238E27FC236}">
                  <a16:creationId xmlns:a16="http://schemas.microsoft.com/office/drawing/2014/main" id="{A608E169-3C50-4A8A-9380-977C1BC9D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869"/>
              <a:ext cx="16" cy="17"/>
            </a:xfrm>
            <a:custGeom>
              <a:avLst/>
              <a:gdLst>
                <a:gd name="T0" fmla="*/ 32 w 8"/>
                <a:gd name="T1" fmla="*/ 9 h 8"/>
                <a:gd name="T2" fmla="*/ 32 w 8"/>
                <a:gd name="T3" fmla="*/ 68 h 8"/>
                <a:gd name="T4" fmla="*/ 4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1" y="2"/>
                    <a:pt x="0" y="8"/>
                    <a:pt x="4" y="7"/>
                  </a:cubicBezTo>
                  <a:cubicBezTo>
                    <a:pt x="8" y="6"/>
                    <a:pt x="7" y="1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7" name="Freeform 4719">
              <a:extLst>
                <a:ext uri="{FF2B5EF4-FFF2-40B4-BE49-F238E27FC236}">
                  <a16:creationId xmlns:a16="http://schemas.microsoft.com/office/drawing/2014/main" id="{BD009591-EB2F-478C-8062-0547FD3CB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845"/>
              <a:ext cx="7" cy="8"/>
            </a:xfrm>
            <a:custGeom>
              <a:avLst/>
              <a:gdLst>
                <a:gd name="T0" fmla="*/ 12 w 3"/>
                <a:gd name="T1" fmla="*/ 8 h 4"/>
                <a:gd name="T2" fmla="*/ 12 w 3"/>
                <a:gd name="T3" fmla="*/ 32 h 4"/>
                <a:gd name="T4" fmla="*/ 37 w 3"/>
                <a:gd name="T5" fmla="*/ 8 h 4"/>
                <a:gd name="T6" fmla="*/ 12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2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8" name="Freeform 4720">
              <a:extLst>
                <a:ext uri="{FF2B5EF4-FFF2-40B4-BE49-F238E27FC236}">
                  <a16:creationId xmlns:a16="http://schemas.microsoft.com/office/drawing/2014/main" id="{9D0A54D4-E6D0-45EF-B83D-2540678D4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886"/>
              <a:ext cx="10" cy="11"/>
            </a:xfrm>
            <a:custGeom>
              <a:avLst/>
              <a:gdLst>
                <a:gd name="T0" fmla="*/ 32 w 5"/>
                <a:gd name="T1" fmla="*/ 0 h 5"/>
                <a:gd name="T2" fmla="*/ 24 w 5"/>
                <a:gd name="T3" fmla="*/ 53 h 5"/>
                <a:gd name="T4" fmla="*/ 16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2" y="1"/>
                    <a:pt x="0" y="4"/>
                    <a:pt x="3" y="5"/>
                  </a:cubicBezTo>
                  <a:cubicBezTo>
                    <a:pt x="5" y="3"/>
                    <a:pt x="4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99" name="Freeform 4721">
              <a:extLst>
                <a:ext uri="{FF2B5EF4-FFF2-40B4-BE49-F238E27FC236}">
                  <a16:creationId xmlns:a16="http://schemas.microsoft.com/office/drawing/2014/main" id="{FA59635F-D556-4826-BF37-140CE8C21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2919"/>
              <a:ext cx="8" cy="11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53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4" y="4"/>
                    <a:pt x="4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0" name="Freeform 4722">
              <a:extLst>
                <a:ext uri="{FF2B5EF4-FFF2-40B4-BE49-F238E27FC236}">
                  <a16:creationId xmlns:a16="http://schemas.microsoft.com/office/drawing/2014/main" id="{F13E4B66-C787-4397-BE05-CB7D6885F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943"/>
              <a:ext cx="14" cy="17"/>
            </a:xfrm>
            <a:custGeom>
              <a:avLst/>
              <a:gdLst>
                <a:gd name="T0" fmla="*/ 16 w 7"/>
                <a:gd name="T1" fmla="*/ 9 h 8"/>
                <a:gd name="T2" fmla="*/ 32 w 7"/>
                <a:gd name="T3" fmla="*/ 68 h 8"/>
                <a:gd name="T4" fmla="*/ 16 w 7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0" y="2"/>
                    <a:pt x="0" y="8"/>
                    <a:pt x="4" y="7"/>
                  </a:cubicBezTo>
                  <a:cubicBezTo>
                    <a:pt x="7" y="6"/>
                    <a:pt x="5" y="0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1" name="Freeform 4723">
              <a:extLst>
                <a:ext uri="{FF2B5EF4-FFF2-40B4-BE49-F238E27FC236}">
                  <a16:creationId xmlns:a16="http://schemas.microsoft.com/office/drawing/2014/main" id="{06C12507-68BD-43DA-A04E-01CD026DE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930"/>
              <a:ext cx="8" cy="6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24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2" name="Freeform 4724">
              <a:extLst>
                <a:ext uri="{FF2B5EF4-FFF2-40B4-BE49-F238E27FC236}">
                  <a16:creationId xmlns:a16="http://schemas.microsoft.com/office/drawing/2014/main" id="{2757DA00-4A03-4D57-935D-1EA074373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967"/>
              <a:ext cx="15" cy="17"/>
            </a:xfrm>
            <a:custGeom>
              <a:avLst/>
              <a:gdLst>
                <a:gd name="T0" fmla="*/ 41 w 7"/>
                <a:gd name="T1" fmla="*/ 0 h 8"/>
                <a:gd name="T2" fmla="*/ 60 w 7"/>
                <a:gd name="T3" fmla="*/ 49 h 8"/>
                <a:gd name="T4" fmla="*/ 51 w 7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0" y="1"/>
                    <a:pt x="3" y="8"/>
                    <a:pt x="6" y="5"/>
                  </a:cubicBezTo>
                  <a:cubicBezTo>
                    <a:pt x="7" y="3"/>
                    <a:pt x="6" y="2"/>
                    <a:pt x="5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3" name="Freeform 4725">
              <a:extLst>
                <a:ext uri="{FF2B5EF4-FFF2-40B4-BE49-F238E27FC236}">
                  <a16:creationId xmlns:a16="http://schemas.microsoft.com/office/drawing/2014/main" id="{46F18A2A-9665-4D89-8F1A-1B9F99D7B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989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16 w 5"/>
                <a:gd name="T3" fmla="*/ 53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5" y="4"/>
                    <a:pt x="4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4" name="Freeform 4726">
              <a:extLst>
                <a:ext uri="{FF2B5EF4-FFF2-40B4-BE49-F238E27FC236}">
                  <a16:creationId xmlns:a16="http://schemas.microsoft.com/office/drawing/2014/main" id="{406CCF21-933F-43CB-983F-183254D45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3026"/>
              <a:ext cx="11" cy="15"/>
            </a:xfrm>
            <a:custGeom>
              <a:avLst/>
              <a:gdLst>
                <a:gd name="T0" fmla="*/ 44 w 5"/>
                <a:gd name="T1" fmla="*/ 0 h 7"/>
                <a:gd name="T2" fmla="*/ 20 w 5"/>
                <a:gd name="T3" fmla="*/ 69 h 7"/>
                <a:gd name="T4" fmla="*/ 53 w 5"/>
                <a:gd name="T5" fmla="*/ 28 h 7"/>
                <a:gd name="T6" fmla="*/ 44 w 5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2" y="2"/>
                    <a:pt x="0" y="5"/>
                    <a:pt x="2" y="7"/>
                  </a:cubicBezTo>
                  <a:cubicBezTo>
                    <a:pt x="4" y="6"/>
                    <a:pt x="5" y="5"/>
                    <a:pt x="5" y="3"/>
                  </a:cubicBezTo>
                  <a:cubicBezTo>
                    <a:pt x="5" y="2"/>
                    <a:pt x="4" y="2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5" name="Freeform 4727">
              <a:extLst>
                <a:ext uri="{FF2B5EF4-FFF2-40B4-BE49-F238E27FC236}">
                  <a16:creationId xmlns:a16="http://schemas.microsoft.com/office/drawing/2014/main" id="{9758FD7C-CA0F-43DE-A8D1-4A47A73AF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3011"/>
              <a:ext cx="6" cy="8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32 h 4"/>
                <a:gd name="T4" fmla="*/ 16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2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6" name="Freeform 4728">
              <a:extLst>
                <a:ext uri="{FF2B5EF4-FFF2-40B4-BE49-F238E27FC236}">
                  <a16:creationId xmlns:a16="http://schemas.microsoft.com/office/drawing/2014/main" id="{38A80FE4-DD16-4837-AF51-5634502A0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046"/>
              <a:ext cx="6" cy="8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24 h 4"/>
                <a:gd name="T4" fmla="*/ 24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3"/>
                    <a:pt x="1" y="4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7" name="Freeform 4729">
              <a:extLst>
                <a:ext uri="{FF2B5EF4-FFF2-40B4-BE49-F238E27FC236}">
                  <a16:creationId xmlns:a16="http://schemas.microsoft.com/office/drawing/2014/main" id="{9947B908-7ABD-463E-BA9D-11FC861DE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3065"/>
              <a:ext cx="10" cy="13"/>
            </a:xfrm>
            <a:custGeom>
              <a:avLst/>
              <a:gdLst>
                <a:gd name="T0" fmla="*/ 8 w 5"/>
                <a:gd name="T1" fmla="*/ 9 h 6"/>
                <a:gd name="T2" fmla="*/ 16 w 5"/>
                <a:gd name="T3" fmla="*/ 61 h 6"/>
                <a:gd name="T4" fmla="*/ 0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5" y="4"/>
                    <a:pt x="4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8" name="Freeform 4730">
              <a:extLst>
                <a:ext uri="{FF2B5EF4-FFF2-40B4-BE49-F238E27FC236}">
                  <a16:creationId xmlns:a16="http://schemas.microsoft.com/office/drawing/2014/main" id="{E9A8A8E6-239E-4E42-8657-650845CDD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3109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24 w 5"/>
                <a:gd name="T3" fmla="*/ 53 h 5"/>
                <a:gd name="T4" fmla="*/ 24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4"/>
                    <a:pt x="5" y="3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09" name="Freeform 4731">
              <a:extLst>
                <a:ext uri="{FF2B5EF4-FFF2-40B4-BE49-F238E27FC236}">
                  <a16:creationId xmlns:a16="http://schemas.microsoft.com/office/drawing/2014/main" id="{E8A2D3AC-3718-43A5-B5BF-3F65262B3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3109"/>
              <a:ext cx="9" cy="11"/>
            </a:xfrm>
            <a:custGeom>
              <a:avLst/>
              <a:gdLst>
                <a:gd name="T0" fmla="*/ 11 w 4"/>
                <a:gd name="T1" fmla="*/ 9 h 5"/>
                <a:gd name="T2" fmla="*/ 25 w 4"/>
                <a:gd name="T3" fmla="*/ 53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4" y="3"/>
                    <a:pt x="3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0" name="Freeform 4732">
              <a:extLst>
                <a:ext uri="{FF2B5EF4-FFF2-40B4-BE49-F238E27FC236}">
                  <a16:creationId xmlns:a16="http://schemas.microsoft.com/office/drawing/2014/main" id="{EFE5CC7A-89E7-414C-AA4A-9AB98359D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3065"/>
              <a:ext cx="10" cy="22"/>
            </a:xfrm>
            <a:custGeom>
              <a:avLst/>
              <a:gdLst>
                <a:gd name="T0" fmla="*/ 16 w 5"/>
                <a:gd name="T1" fmla="*/ 20 h 10"/>
                <a:gd name="T2" fmla="*/ 24 w 5"/>
                <a:gd name="T3" fmla="*/ 73 h 10"/>
                <a:gd name="T4" fmla="*/ 16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2"/>
                  </a:moveTo>
                  <a:cubicBezTo>
                    <a:pt x="0" y="4"/>
                    <a:pt x="1" y="10"/>
                    <a:pt x="3" y="7"/>
                  </a:cubicBezTo>
                  <a:cubicBezTo>
                    <a:pt x="5" y="4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1" name="Freeform 4733">
              <a:extLst>
                <a:ext uri="{FF2B5EF4-FFF2-40B4-BE49-F238E27FC236}">
                  <a16:creationId xmlns:a16="http://schemas.microsoft.com/office/drawing/2014/main" id="{91DCCEA9-4F46-443B-B65A-3837E8EE1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3011"/>
              <a:ext cx="10" cy="11"/>
            </a:xfrm>
            <a:custGeom>
              <a:avLst/>
              <a:gdLst>
                <a:gd name="T0" fmla="*/ 24 w 5"/>
                <a:gd name="T1" fmla="*/ 0 h 5"/>
                <a:gd name="T2" fmla="*/ 16 w 5"/>
                <a:gd name="T3" fmla="*/ 53 h 5"/>
                <a:gd name="T4" fmla="*/ 3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5" y="5"/>
                    <a:pt x="5" y="2"/>
                    <a:pt x="4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2" name="Freeform 4734">
              <a:extLst>
                <a:ext uri="{FF2B5EF4-FFF2-40B4-BE49-F238E27FC236}">
                  <a16:creationId xmlns:a16="http://schemas.microsoft.com/office/drawing/2014/main" id="{00EBB3A2-31EE-414C-A785-A8BCA780A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958"/>
              <a:ext cx="8" cy="11"/>
            </a:xfrm>
            <a:custGeom>
              <a:avLst/>
              <a:gdLst>
                <a:gd name="T0" fmla="*/ 8 w 4"/>
                <a:gd name="T1" fmla="*/ 0 h 5"/>
                <a:gd name="T2" fmla="*/ 0 w 4"/>
                <a:gd name="T3" fmla="*/ 53 h 5"/>
                <a:gd name="T4" fmla="*/ 32 w 4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2" y="5"/>
                    <a:pt x="3" y="5"/>
                    <a:pt x="4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3" name="Freeform 4735">
              <a:extLst>
                <a:ext uri="{FF2B5EF4-FFF2-40B4-BE49-F238E27FC236}">
                  <a16:creationId xmlns:a16="http://schemas.microsoft.com/office/drawing/2014/main" id="{4B755450-5F58-4FD2-A077-55491676A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3148"/>
              <a:ext cx="15" cy="18"/>
            </a:xfrm>
            <a:custGeom>
              <a:avLst/>
              <a:gdLst>
                <a:gd name="T0" fmla="*/ 60 w 7"/>
                <a:gd name="T1" fmla="*/ 36 h 8"/>
                <a:gd name="T2" fmla="*/ 19 w 7"/>
                <a:gd name="T3" fmla="*/ 56 h 8"/>
                <a:gd name="T4" fmla="*/ 69 w 7"/>
                <a:gd name="T5" fmla="*/ 4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5" y="0"/>
                    <a:pt x="0" y="2"/>
                    <a:pt x="2" y="5"/>
                  </a:cubicBezTo>
                  <a:cubicBezTo>
                    <a:pt x="3" y="8"/>
                    <a:pt x="6" y="5"/>
                    <a:pt x="7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4" name="Freeform 4736">
              <a:extLst>
                <a:ext uri="{FF2B5EF4-FFF2-40B4-BE49-F238E27FC236}">
                  <a16:creationId xmlns:a16="http://schemas.microsoft.com/office/drawing/2014/main" id="{58494133-DCE5-4FE4-B3DA-C6321246F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3131"/>
              <a:ext cx="8" cy="11"/>
            </a:xfrm>
            <a:custGeom>
              <a:avLst/>
              <a:gdLst>
                <a:gd name="T0" fmla="*/ 8 w 4"/>
                <a:gd name="T1" fmla="*/ 9 h 5"/>
                <a:gd name="T2" fmla="*/ 24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1" y="4"/>
                    <a:pt x="3" y="5"/>
                  </a:cubicBezTo>
                  <a:cubicBezTo>
                    <a:pt x="4" y="3"/>
                    <a:pt x="3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5" name="Freeform 4737">
              <a:extLst>
                <a:ext uri="{FF2B5EF4-FFF2-40B4-BE49-F238E27FC236}">
                  <a16:creationId xmlns:a16="http://schemas.microsoft.com/office/drawing/2014/main" id="{329C847E-ECCA-40CD-AD68-58DBDE54D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087"/>
              <a:ext cx="4" cy="9"/>
            </a:xfrm>
            <a:custGeom>
              <a:avLst/>
              <a:gdLst>
                <a:gd name="T0" fmla="*/ 0 w 2"/>
                <a:gd name="T1" fmla="*/ 11 h 4"/>
                <a:gd name="T2" fmla="*/ 0 w 2"/>
                <a:gd name="T3" fmla="*/ 36 h 4"/>
                <a:gd name="T4" fmla="*/ 16 w 2"/>
                <a:gd name="T5" fmla="*/ 45 h 4"/>
                <a:gd name="T6" fmla="*/ 8 w 2"/>
                <a:gd name="T7" fmla="*/ 11 h 4"/>
                <a:gd name="T8" fmla="*/ 0 w 2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6" name="Freeform 4738">
              <a:extLst>
                <a:ext uri="{FF2B5EF4-FFF2-40B4-BE49-F238E27FC236}">
                  <a16:creationId xmlns:a16="http://schemas.microsoft.com/office/drawing/2014/main" id="{B7FD5FFE-CCC0-4BD7-A103-EC8BE6209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148"/>
              <a:ext cx="8" cy="9"/>
            </a:xfrm>
            <a:custGeom>
              <a:avLst/>
              <a:gdLst>
                <a:gd name="T0" fmla="*/ 8 w 4"/>
                <a:gd name="T1" fmla="*/ 0 h 4"/>
                <a:gd name="T2" fmla="*/ 8 w 4"/>
                <a:gd name="T3" fmla="*/ 45 h 4"/>
                <a:gd name="T4" fmla="*/ 24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4"/>
                    <a:pt x="4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7" name="Freeform 4739">
              <a:extLst>
                <a:ext uri="{FF2B5EF4-FFF2-40B4-BE49-F238E27FC236}">
                  <a16:creationId xmlns:a16="http://schemas.microsoft.com/office/drawing/2014/main" id="{EE7243C1-E959-4A26-997E-E4AC84590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188"/>
              <a:ext cx="12" cy="15"/>
            </a:xfrm>
            <a:custGeom>
              <a:avLst/>
              <a:gdLst>
                <a:gd name="T0" fmla="*/ 16 w 6"/>
                <a:gd name="T1" fmla="*/ 9 h 7"/>
                <a:gd name="T2" fmla="*/ 32 w 6"/>
                <a:gd name="T3" fmla="*/ 51 h 7"/>
                <a:gd name="T4" fmla="*/ 24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3"/>
                    <a:pt x="2" y="7"/>
                    <a:pt x="4" y="5"/>
                  </a:cubicBezTo>
                  <a:cubicBezTo>
                    <a:pt x="6" y="4"/>
                    <a:pt x="5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8" name="Freeform 4740">
              <a:extLst>
                <a:ext uri="{FF2B5EF4-FFF2-40B4-BE49-F238E27FC236}">
                  <a16:creationId xmlns:a16="http://schemas.microsoft.com/office/drawing/2014/main" id="{EB144D34-148B-4B62-875E-D75DA85A1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3199"/>
              <a:ext cx="10" cy="13"/>
            </a:xfrm>
            <a:custGeom>
              <a:avLst/>
              <a:gdLst>
                <a:gd name="T0" fmla="*/ 16 w 5"/>
                <a:gd name="T1" fmla="*/ 0 h 6"/>
                <a:gd name="T2" fmla="*/ 16 w 5"/>
                <a:gd name="T3" fmla="*/ 61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5" y="5"/>
                    <a:pt x="5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19" name="Freeform 4741">
              <a:extLst>
                <a:ext uri="{FF2B5EF4-FFF2-40B4-BE49-F238E27FC236}">
                  <a16:creationId xmlns:a16="http://schemas.microsoft.com/office/drawing/2014/main" id="{C3C76C6B-8E1E-4832-9CBE-9304835D0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179"/>
              <a:ext cx="10" cy="9"/>
            </a:xfrm>
            <a:custGeom>
              <a:avLst/>
              <a:gdLst>
                <a:gd name="T0" fmla="*/ 8 w 5"/>
                <a:gd name="T1" fmla="*/ 0 h 4"/>
                <a:gd name="T2" fmla="*/ 8 w 5"/>
                <a:gd name="T3" fmla="*/ 45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4" y="3"/>
                    <a:pt x="5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0" name="Freeform 4742">
              <a:extLst>
                <a:ext uri="{FF2B5EF4-FFF2-40B4-BE49-F238E27FC236}">
                  <a16:creationId xmlns:a16="http://schemas.microsoft.com/office/drawing/2014/main" id="{FFA7E0C9-9F6F-45C0-9B57-62BF66049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207"/>
              <a:ext cx="8" cy="11"/>
            </a:xfrm>
            <a:custGeom>
              <a:avLst/>
              <a:gdLst>
                <a:gd name="T0" fmla="*/ 32 w 4"/>
                <a:gd name="T1" fmla="*/ 0 h 5"/>
                <a:gd name="T2" fmla="*/ 24 w 4"/>
                <a:gd name="T3" fmla="*/ 53 h 5"/>
                <a:gd name="T4" fmla="*/ 32 w 4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1" y="1"/>
                    <a:pt x="0" y="4"/>
                    <a:pt x="3" y="5"/>
                  </a:cubicBezTo>
                  <a:cubicBezTo>
                    <a:pt x="4" y="4"/>
                    <a:pt x="4" y="4"/>
                    <a:pt x="4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1" name="Freeform 4743">
              <a:extLst>
                <a:ext uri="{FF2B5EF4-FFF2-40B4-BE49-F238E27FC236}">
                  <a16:creationId xmlns:a16="http://schemas.microsoft.com/office/drawing/2014/main" id="{1536FB35-4D2D-44FA-B215-F595C6FF4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238"/>
              <a:ext cx="6" cy="7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37 h 3"/>
                <a:gd name="T4" fmla="*/ 24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2" name="Freeform 4744">
              <a:extLst>
                <a:ext uri="{FF2B5EF4-FFF2-40B4-BE49-F238E27FC236}">
                  <a16:creationId xmlns:a16="http://schemas.microsoft.com/office/drawing/2014/main" id="{AD3BA584-BEE4-46E0-8D16-2719E18C5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223"/>
              <a:ext cx="6" cy="11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53 h 5"/>
                <a:gd name="T4" fmla="*/ 8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3" y="2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3" name="Freeform 4745">
              <a:extLst>
                <a:ext uri="{FF2B5EF4-FFF2-40B4-BE49-F238E27FC236}">
                  <a16:creationId xmlns:a16="http://schemas.microsoft.com/office/drawing/2014/main" id="{940D7307-9D71-4242-8FBD-C42D34AD1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3234"/>
              <a:ext cx="8" cy="8"/>
            </a:xfrm>
            <a:custGeom>
              <a:avLst/>
              <a:gdLst>
                <a:gd name="T0" fmla="*/ 8 w 4"/>
                <a:gd name="T1" fmla="*/ 16 h 4"/>
                <a:gd name="T2" fmla="*/ 8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4" name="Freeform 4746">
              <a:extLst>
                <a:ext uri="{FF2B5EF4-FFF2-40B4-BE49-F238E27FC236}">
                  <a16:creationId xmlns:a16="http://schemas.microsoft.com/office/drawing/2014/main" id="{94DA0A48-3E06-4624-8814-99E193CA7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330"/>
              <a:ext cx="22" cy="28"/>
            </a:xfrm>
            <a:custGeom>
              <a:avLst/>
              <a:gdLst>
                <a:gd name="T0" fmla="*/ 8 w 11"/>
                <a:gd name="T1" fmla="*/ 101 h 13"/>
                <a:gd name="T2" fmla="*/ 16 w 11"/>
                <a:gd name="T3" fmla="*/ 129 h 13"/>
                <a:gd name="T4" fmla="*/ 8 w 11"/>
                <a:gd name="T5" fmla="*/ 6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" y="10"/>
                  </a:moveTo>
                  <a:cubicBezTo>
                    <a:pt x="0" y="11"/>
                    <a:pt x="0" y="12"/>
                    <a:pt x="2" y="13"/>
                  </a:cubicBezTo>
                  <a:cubicBezTo>
                    <a:pt x="11" y="10"/>
                    <a:pt x="0" y="0"/>
                    <a:pt x="1" y="6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5" name="Freeform 4747">
              <a:extLst>
                <a:ext uri="{FF2B5EF4-FFF2-40B4-BE49-F238E27FC236}">
                  <a16:creationId xmlns:a16="http://schemas.microsoft.com/office/drawing/2014/main" id="{18B124AD-DC35-4EF5-BE4F-C9CE792FA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406"/>
              <a:ext cx="27" cy="18"/>
            </a:xfrm>
            <a:custGeom>
              <a:avLst/>
              <a:gdLst>
                <a:gd name="T0" fmla="*/ 64 w 13"/>
                <a:gd name="T1" fmla="*/ 0 h 8"/>
                <a:gd name="T2" fmla="*/ 81 w 13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7" y="0"/>
                  </a:moveTo>
                  <a:cubicBezTo>
                    <a:pt x="0" y="4"/>
                    <a:pt x="13" y="8"/>
                    <a:pt x="9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6" name="Freeform 4748">
              <a:extLst>
                <a:ext uri="{FF2B5EF4-FFF2-40B4-BE49-F238E27FC236}">
                  <a16:creationId xmlns:a16="http://schemas.microsoft.com/office/drawing/2014/main" id="{C6949203-D304-47A1-B891-FCE0059DE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3356"/>
              <a:ext cx="15" cy="11"/>
            </a:xfrm>
            <a:custGeom>
              <a:avLst/>
              <a:gdLst>
                <a:gd name="T0" fmla="*/ 9 w 7"/>
                <a:gd name="T1" fmla="*/ 9 h 5"/>
                <a:gd name="T2" fmla="*/ 9 w 7"/>
                <a:gd name="T3" fmla="*/ 53 h 5"/>
                <a:gd name="T4" fmla="*/ 41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0" y="2"/>
                    <a:pt x="1" y="4"/>
                    <a:pt x="1" y="5"/>
                  </a:cubicBezTo>
                  <a:cubicBezTo>
                    <a:pt x="5" y="5"/>
                    <a:pt x="7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7" name="Freeform 4749">
              <a:extLst>
                <a:ext uri="{FF2B5EF4-FFF2-40B4-BE49-F238E27FC236}">
                  <a16:creationId xmlns:a16="http://schemas.microsoft.com/office/drawing/2014/main" id="{D19951E4-E27B-463D-8F38-F858031D8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3312"/>
              <a:ext cx="5" cy="9"/>
            </a:xfrm>
            <a:custGeom>
              <a:avLst/>
              <a:gdLst>
                <a:gd name="T0" fmla="*/ 0 w 2"/>
                <a:gd name="T1" fmla="*/ 11 h 4"/>
                <a:gd name="T2" fmla="*/ 0 w 2"/>
                <a:gd name="T3" fmla="*/ 45 h 4"/>
                <a:gd name="T4" fmla="*/ 33 w 2"/>
                <a:gd name="T5" fmla="*/ 11 h 4"/>
                <a:gd name="T6" fmla="*/ 0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1" y="3"/>
                    <a:pt x="2" y="2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8" name="Freeform 4750">
              <a:extLst>
                <a:ext uri="{FF2B5EF4-FFF2-40B4-BE49-F238E27FC236}">
                  <a16:creationId xmlns:a16="http://schemas.microsoft.com/office/drawing/2014/main" id="{8F335007-A9C0-4675-B8E2-C8C3320C6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286"/>
              <a:ext cx="12" cy="9"/>
            </a:xfrm>
            <a:custGeom>
              <a:avLst/>
              <a:gdLst>
                <a:gd name="T0" fmla="*/ 0 w 6"/>
                <a:gd name="T1" fmla="*/ 11 h 4"/>
                <a:gd name="T2" fmla="*/ 0 w 6"/>
                <a:gd name="T3" fmla="*/ 45 h 4"/>
                <a:gd name="T4" fmla="*/ 16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6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29" name="Freeform 4751">
              <a:extLst>
                <a:ext uri="{FF2B5EF4-FFF2-40B4-BE49-F238E27FC236}">
                  <a16:creationId xmlns:a16="http://schemas.microsoft.com/office/drawing/2014/main" id="{87486C5C-05FF-4D51-987F-7DE002AAD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266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32 w 4"/>
                <a:gd name="T3" fmla="*/ 20 h 5"/>
                <a:gd name="T4" fmla="*/ 16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3"/>
                    <a:pt x="2" y="5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0" name="Freeform 4752">
              <a:extLst>
                <a:ext uri="{FF2B5EF4-FFF2-40B4-BE49-F238E27FC236}">
                  <a16:creationId xmlns:a16="http://schemas.microsoft.com/office/drawing/2014/main" id="{87C0E1BE-513B-4044-B246-446D81366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3290"/>
              <a:ext cx="8" cy="9"/>
            </a:xfrm>
            <a:custGeom>
              <a:avLst/>
              <a:gdLst>
                <a:gd name="T0" fmla="*/ 8 w 4"/>
                <a:gd name="T1" fmla="*/ 0 h 4"/>
                <a:gd name="T2" fmla="*/ 8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4"/>
                    <a:pt x="4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1" name="Freeform 4753">
              <a:extLst>
                <a:ext uri="{FF2B5EF4-FFF2-40B4-BE49-F238E27FC236}">
                  <a16:creationId xmlns:a16="http://schemas.microsoft.com/office/drawing/2014/main" id="{ED9EE694-3A63-479D-86BD-4E8517E57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3365"/>
              <a:ext cx="6" cy="6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24 h 3"/>
                <a:gd name="T4" fmla="*/ 24 w 3"/>
                <a:gd name="T5" fmla="*/ 16 h 3"/>
                <a:gd name="T6" fmla="*/ 16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2" name="Freeform 4754">
              <a:extLst>
                <a:ext uri="{FF2B5EF4-FFF2-40B4-BE49-F238E27FC236}">
                  <a16:creationId xmlns:a16="http://schemas.microsoft.com/office/drawing/2014/main" id="{1E517248-A328-4BBB-9A58-295FD4CFD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3404"/>
              <a:ext cx="18" cy="15"/>
            </a:xfrm>
            <a:custGeom>
              <a:avLst/>
              <a:gdLst>
                <a:gd name="T0" fmla="*/ 40 w 9"/>
                <a:gd name="T1" fmla="*/ 0 h 7"/>
                <a:gd name="T2" fmla="*/ 48 w 9"/>
                <a:gd name="T3" fmla="*/ 1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0" y="7"/>
                    <a:pt x="9" y="6"/>
                    <a:pt x="6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3" name="Freeform 4755">
              <a:extLst>
                <a:ext uri="{FF2B5EF4-FFF2-40B4-BE49-F238E27FC236}">
                  <a16:creationId xmlns:a16="http://schemas.microsoft.com/office/drawing/2014/main" id="{953C0AE1-5C32-4C43-8790-F53197B5E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463"/>
              <a:ext cx="6" cy="9"/>
            </a:xfrm>
            <a:custGeom>
              <a:avLst/>
              <a:gdLst>
                <a:gd name="T0" fmla="*/ 16 w 3"/>
                <a:gd name="T1" fmla="*/ 36 h 4"/>
                <a:gd name="T2" fmla="*/ 8 w 3"/>
                <a:gd name="T3" fmla="*/ 0 h 4"/>
                <a:gd name="T4" fmla="*/ 0 w 3"/>
                <a:gd name="T5" fmla="*/ 45 h 4"/>
                <a:gd name="T6" fmla="*/ 24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2"/>
                    <a:pt x="3" y="1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4" name="Freeform 4756">
              <a:extLst>
                <a:ext uri="{FF2B5EF4-FFF2-40B4-BE49-F238E27FC236}">
                  <a16:creationId xmlns:a16="http://schemas.microsoft.com/office/drawing/2014/main" id="{44B8DE7A-C45C-41E9-A498-8B696522A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3474"/>
              <a:ext cx="12" cy="18"/>
            </a:xfrm>
            <a:custGeom>
              <a:avLst/>
              <a:gdLst>
                <a:gd name="T0" fmla="*/ 8 w 6"/>
                <a:gd name="T1" fmla="*/ 11 h 8"/>
                <a:gd name="T2" fmla="*/ 32 w 6"/>
                <a:gd name="T3" fmla="*/ 72 h 8"/>
                <a:gd name="T4" fmla="*/ 16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1"/>
                  </a:moveTo>
                  <a:cubicBezTo>
                    <a:pt x="0" y="3"/>
                    <a:pt x="1" y="8"/>
                    <a:pt x="4" y="6"/>
                  </a:cubicBezTo>
                  <a:cubicBezTo>
                    <a:pt x="6" y="4"/>
                    <a:pt x="5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5" name="Freeform 4757">
              <a:extLst>
                <a:ext uri="{FF2B5EF4-FFF2-40B4-BE49-F238E27FC236}">
                  <a16:creationId xmlns:a16="http://schemas.microsoft.com/office/drawing/2014/main" id="{920AF702-5BE3-46A2-B06C-95B1DE140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3527"/>
              <a:ext cx="8" cy="15"/>
            </a:xfrm>
            <a:custGeom>
              <a:avLst/>
              <a:gdLst>
                <a:gd name="T0" fmla="*/ 8 w 4"/>
                <a:gd name="T1" fmla="*/ 51 h 7"/>
                <a:gd name="T2" fmla="*/ 0 w 4"/>
                <a:gd name="T3" fmla="*/ 69 h 7"/>
                <a:gd name="T4" fmla="*/ 0 w 4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5"/>
                  </a:moveTo>
                  <a:cubicBezTo>
                    <a:pt x="0" y="6"/>
                    <a:pt x="0" y="7"/>
                    <a:pt x="0" y="7"/>
                  </a:cubicBezTo>
                  <a:cubicBezTo>
                    <a:pt x="4" y="6"/>
                    <a:pt x="2" y="0"/>
                    <a:pt x="0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6" name="Freeform 4758">
              <a:extLst>
                <a:ext uri="{FF2B5EF4-FFF2-40B4-BE49-F238E27FC236}">
                  <a16:creationId xmlns:a16="http://schemas.microsoft.com/office/drawing/2014/main" id="{E3049A74-F294-4745-8CAE-EF6E88299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3564"/>
              <a:ext cx="14" cy="17"/>
            </a:xfrm>
            <a:custGeom>
              <a:avLst/>
              <a:gdLst>
                <a:gd name="T0" fmla="*/ 32 w 7"/>
                <a:gd name="T1" fmla="*/ 28 h 8"/>
                <a:gd name="T2" fmla="*/ 48 w 7"/>
                <a:gd name="T3" fmla="*/ 49 h 8"/>
                <a:gd name="T4" fmla="*/ 32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3"/>
                  </a:moveTo>
                  <a:cubicBezTo>
                    <a:pt x="0" y="5"/>
                    <a:pt x="4" y="8"/>
                    <a:pt x="6" y="5"/>
                  </a:cubicBezTo>
                  <a:cubicBezTo>
                    <a:pt x="7" y="3"/>
                    <a:pt x="6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7" name="Freeform 4759">
              <a:extLst>
                <a:ext uri="{FF2B5EF4-FFF2-40B4-BE49-F238E27FC236}">
                  <a16:creationId xmlns:a16="http://schemas.microsoft.com/office/drawing/2014/main" id="{304D9870-C673-4754-95BD-B5E3926CC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540"/>
              <a:ext cx="6" cy="6"/>
            </a:xfrm>
            <a:custGeom>
              <a:avLst/>
              <a:gdLst>
                <a:gd name="T0" fmla="*/ 8 w 3"/>
                <a:gd name="T1" fmla="*/ 0 h 3"/>
                <a:gd name="T2" fmla="*/ 24 w 3"/>
                <a:gd name="T3" fmla="*/ 24 h 3"/>
                <a:gd name="T4" fmla="*/ 16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2"/>
                    <a:pt x="1" y="3"/>
                    <a:pt x="3" y="3"/>
                  </a:cubicBezTo>
                  <a:cubicBezTo>
                    <a:pt x="3" y="2"/>
                    <a:pt x="3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8" name="Freeform 4760">
              <a:extLst>
                <a:ext uri="{FF2B5EF4-FFF2-40B4-BE49-F238E27FC236}">
                  <a16:creationId xmlns:a16="http://schemas.microsoft.com/office/drawing/2014/main" id="{3AD7E6A5-120F-4D31-BA64-035B8863D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3529"/>
              <a:ext cx="8" cy="8"/>
            </a:xfrm>
            <a:custGeom>
              <a:avLst/>
              <a:gdLst>
                <a:gd name="T0" fmla="*/ 8 w 4"/>
                <a:gd name="T1" fmla="*/ 0 h 4"/>
                <a:gd name="T2" fmla="*/ 24 w 4"/>
                <a:gd name="T3" fmla="*/ 32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3"/>
                    <a:pt x="3" y="4"/>
                  </a:cubicBezTo>
                  <a:cubicBezTo>
                    <a:pt x="4" y="2"/>
                    <a:pt x="4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39" name="Freeform 4761">
              <a:extLst>
                <a:ext uri="{FF2B5EF4-FFF2-40B4-BE49-F238E27FC236}">
                  <a16:creationId xmlns:a16="http://schemas.microsoft.com/office/drawing/2014/main" id="{FA7E9340-6912-4789-832C-7C2A8CA59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3489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8 w 5"/>
                <a:gd name="T3" fmla="*/ 53 h 5"/>
                <a:gd name="T4" fmla="*/ 24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5"/>
                    <a:pt x="5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0" name="Freeform 4762">
              <a:extLst>
                <a:ext uri="{FF2B5EF4-FFF2-40B4-BE49-F238E27FC236}">
                  <a16:creationId xmlns:a16="http://schemas.microsoft.com/office/drawing/2014/main" id="{9AF6E814-BDD0-4F5C-9877-22095B92C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3588"/>
              <a:ext cx="21" cy="17"/>
            </a:xfrm>
            <a:custGeom>
              <a:avLst/>
              <a:gdLst>
                <a:gd name="T0" fmla="*/ 57 w 10"/>
                <a:gd name="T1" fmla="*/ 0 h 8"/>
                <a:gd name="T2" fmla="*/ 67 w 10"/>
                <a:gd name="T3" fmla="*/ 1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6" y="0"/>
                  </a:moveTo>
                  <a:cubicBezTo>
                    <a:pt x="0" y="3"/>
                    <a:pt x="10" y="8"/>
                    <a:pt x="7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1" name="Freeform 4763">
              <a:extLst>
                <a:ext uri="{FF2B5EF4-FFF2-40B4-BE49-F238E27FC236}">
                  <a16:creationId xmlns:a16="http://schemas.microsoft.com/office/drawing/2014/main" id="{F3982F64-C5C4-4F90-9372-6EA6064C7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3607"/>
              <a:ext cx="14" cy="18"/>
            </a:xfrm>
            <a:custGeom>
              <a:avLst/>
              <a:gdLst>
                <a:gd name="T0" fmla="*/ 40 w 7"/>
                <a:gd name="T1" fmla="*/ 0 h 8"/>
                <a:gd name="T2" fmla="*/ 24 w 7"/>
                <a:gd name="T3" fmla="*/ 72 h 8"/>
                <a:gd name="T4" fmla="*/ 32 w 7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2" y="0"/>
                    <a:pt x="0" y="4"/>
                    <a:pt x="3" y="6"/>
                  </a:cubicBezTo>
                  <a:cubicBezTo>
                    <a:pt x="6" y="8"/>
                    <a:pt x="7" y="3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2" name="Freeform 4764">
              <a:extLst>
                <a:ext uri="{FF2B5EF4-FFF2-40B4-BE49-F238E27FC236}">
                  <a16:creationId xmlns:a16="http://schemas.microsoft.com/office/drawing/2014/main" id="{267BF206-B6E5-4120-9F9C-82C6C0D1E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605"/>
              <a:ext cx="30" cy="18"/>
            </a:xfrm>
            <a:custGeom>
              <a:avLst/>
              <a:gdLst>
                <a:gd name="T0" fmla="*/ 48 w 15"/>
                <a:gd name="T1" fmla="*/ 0 h 8"/>
                <a:gd name="T2" fmla="*/ 56 w 15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6" y="0"/>
                  </a:moveTo>
                  <a:cubicBezTo>
                    <a:pt x="0" y="8"/>
                    <a:pt x="15" y="3"/>
                    <a:pt x="7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3" name="Freeform 4765">
              <a:extLst>
                <a:ext uri="{FF2B5EF4-FFF2-40B4-BE49-F238E27FC236}">
                  <a16:creationId xmlns:a16="http://schemas.microsoft.com/office/drawing/2014/main" id="{23364B59-BFD7-4D01-A324-0EACC06EC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666"/>
              <a:ext cx="10" cy="9"/>
            </a:xfrm>
            <a:custGeom>
              <a:avLst/>
              <a:gdLst>
                <a:gd name="T0" fmla="*/ 16 w 5"/>
                <a:gd name="T1" fmla="*/ 11 h 4"/>
                <a:gd name="T2" fmla="*/ 8 w 5"/>
                <a:gd name="T3" fmla="*/ 11 h 4"/>
                <a:gd name="T4" fmla="*/ 32 w 5"/>
                <a:gd name="T5" fmla="*/ 45 h 4"/>
                <a:gd name="T6" fmla="*/ 2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3"/>
                    <a:pt x="2" y="4"/>
                    <a:pt x="4" y="4"/>
                  </a:cubicBezTo>
                  <a:cubicBezTo>
                    <a:pt x="5" y="2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4" name="Freeform 4766">
              <a:extLst>
                <a:ext uri="{FF2B5EF4-FFF2-40B4-BE49-F238E27FC236}">
                  <a16:creationId xmlns:a16="http://schemas.microsoft.com/office/drawing/2014/main" id="{0CEECF8B-9D48-4672-A088-FE8633BAE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3664"/>
              <a:ext cx="29" cy="22"/>
            </a:xfrm>
            <a:custGeom>
              <a:avLst/>
              <a:gdLst>
                <a:gd name="T0" fmla="*/ 35 w 14"/>
                <a:gd name="T1" fmla="*/ 9 h 10"/>
                <a:gd name="T2" fmla="*/ 52 w 1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4" y="1"/>
                  </a:moveTo>
                  <a:cubicBezTo>
                    <a:pt x="0" y="10"/>
                    <a:pt x="14" y="0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5" name="Freeform 4767">
              <a:extLst>
                <a:ext uri="{FF2B5EF4-FFF2-40B4-BE49-F238E27FC236}">
                  <a16:creationId xmlns:a16="http://schemas.microsoft.com/office/drawing/2014/main" id="{32A1B9B0-7EE2-480E-8942-5DF20C04C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3714"/>
              <a:ext cx="12" cy="14"/>
            </a:xfrm>
            <a:custGeom>
              <a:avLst/>
              <a:gdLst>
                <a:gd name="T0" fmla="*/ 16 w 6"/>
                <a:gd name="T1" fmla="*/ 37 h 6"/>
                <a:gd name="T2" fmla="*/ 0 w 6"/>
                <a:gd name="T3" fmla="*/ 77 h 6"/>
                <a:gd name="T4" fmla="*/ 40 w 6"/>
                <a:gd name="T5" fmla="*/ 0 h 6"/>
                <a:gd name="T6" fmla="*/ 8 w 6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3"/>
                  </a:moveTo>
                  <a:cubicBezTo>
                    <a:pt x="1" y="4"/>
                    <a:pt x="1" y="5"/>
                    <a:pt x="0" y="6"/>
                  </a:cubicBezTo>
                  <a:cubicBezTo>
                    <a:pt x="3" y="6"/>
                    <a:pt x="6" y="3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6" name="Freeform 4768">
              <a:extLst>
                <a:ext uri="{FF2B5EF4-FFF2-40B4-BE49-F238E27FC236}">
                  <a16:creationId xmlns:a16="http://schemas.microsoft.com/office/drawing/2014/main" id="{C914245F-B078-476A-9A1C-3EA878ED7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3721"/>
              <a:ext cx="10" cy="13"/>
            </a:xfrm>
            <a:custGeom>
              <a:avLst/>
              <a:gdLst>
                <a:gd name="T0" fmla="*/ 0 w 5"/>
                <a:gd name="T1" fmla="*/ 9 h 6"/>
                <a:gd name="T2" fmla="*/ 24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1" y="6"/>
                    <a:pt x="5" y="4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7" name="Freeform 4769">
              <a:extLst>
                <a:ext uri="{FF2B5EF4-FFF2-40B4-BE49-F238E27FC236}">
                  <a16:creationId xmlns:a16="http://schemas.microsoft.com/office/drawing/2014/main" id="{53217402-420E-4463-88CE-B4042BC9C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3756"/>
              <a:ext cx="35" cy="20"/>
            </a:xfrm>
            <a:custGeom>
              <a:avLst/>
              <a:gdLst>
                <a:gd name="T0" fmla="*/ 68 w 17"/>
                <a:gd name="T1" fmla="*/ 0 h 9"/>
                <a:gd name="T2" fmla="*/ 89 w 17"/>
                <a:gd name="T3" fmla="*/ 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8" y="0"/>
                  </a:moveTo>
                  <a:cubicBezTo>
                    <a:pt x="0" y="9"/>
                    <a:pt x="17" y="6"/>
                    <a:pt x="1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8" name="Freeform 4770">
              <a:extLst>
                <a:ext uri="{FF2B5EF4-FFF2-40B4-BE49-F238E27FC236}">
                  <a16:creationId xmlns:a16="http://schemas.microsoft.com/office/drawing/2014/main" id="{003BA1B5-347E-4AA7-861D-D80EC9E81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3793"/>
              <a:ext cx="8" cy="11"/>
            </a:xfrm>
            <a:custGeom>
              <a:avLst/>
              <a:gdLst>
                <a:gd name="T0" fmla="*/ 0 w 4"/>
                <a:gd name="T1" fmla="*/ 9 h 5"/>
                <a:gd name="T2" fmla="*/ 8 w 4"/>
                <a:gd name="T3" fmla="*/ 53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4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49" name="Freeform 4771">
              <a:extLst>
                <a:ext uri="{FF2B5EF4-FFF2-40B4-BE49-F238E27FC236}">
                  <a16:creationId xmlns:a16="http://schemas.microsoft.com/office/drawing/2014/main" id="{CD972348-5F61-4363-85DD-D54811A71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767"/>
              <a:ext cx="8" cy="11"/>
            </a:xfrm>
            <a:custGeom>
              <a:avLst/>
              <a:gdLst>
                <a:gd name="T0" fmla="*/ 0 w 4"/>
                <a:gd name="T1" fmla="*/ 9 h 5"/>
                <a:gd name="T2" fmla="*/ 32 w 4"/>
                <a:gd name="T3" fmla="*/ 0 h 5"/>
                <a:gd name="T4" fmla="*/ 24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5"/>
                    <a:pt x="4" y="3"/>
                    <a:pt x="4" y="0"/>
                  </a:cubicBezTo>
                  <a:cubicBezTo>
                    <a:pt x="3" y="0"/>
                    <a:pt x="3" y="0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0" name="Freeform 4772">
              <a:extLst>
                <a:ext uri="{FF2B5EF4-FFF2-40B4-BE49-F238E27FC236}">
                  <a16:creationId xmlns:a16="http://schemas.microsoft.com/office/drawing/2014/main" id="{00F90015-4509-46BA-99F7-E97619338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3802"/>
              <a:ext cx="20" cy="15"/>
            </a:xfrm>
            <a:custGeom>
              <a:avLst/>
              <a:gdLst>
                <a:gd name="T0" fmla="*/ 24 w 10"/>
                <a:gd name="T1" fmla="*/ 0 h 7"/>
                <a:gd name="T2" fmla="*/ 40 w 10"/>
                <a:gd name="T3" fmla="*/ 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cubicBezTo>
                    <a:pt x="0" y="7"/>
                    <a:pt x="10" y="4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1" name="Freeform 4773">
              <a:extLst>
                <a:ext uri="{FF2B5EF4-FFF2-40B4-BE49-F238E27FC236}">
                  <a16:creationId xmlns:a16="http://schemas.microsoft.com/office/drawing/2014/main" id="{EFAAE3F6-6175-47F7-8329-90889A471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3843"/>
              <a:ext cx="12" cy="14"/>
            </a:xfrm>
            <a:custGeom>
              <a:avLst/>
              <a:gdLst>
                <a:gd name="T0" fmla="*/ 16 w 6"/>
                <a:gd name="T1" fmla="*/ 0 h 6"/>
                <a:gd name="T2" fmla="*/ 48 w 6"/>
                <a:gd name="T3" fmla="*/ 28 h 6"/>
                <a:gd name="T4" fmla="*/ 24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4"/>
                    <a:pt x="5" y="6"/>
                    <a:pt x="6" y="2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2" name="Freeform 4774">
              <a:extLst>
                <a:ext uri="{FF2B5EF4-FFF2-40B4-BE49-F238E27FC236}">
                  <a16:creationId xmlns:a16="http://schemas.microsoft.com/office/drawing/2014/main" id="{390785E5-4435-4F46-8EA1-479D9BB2C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3837"/>
              <a:ext cx="29" cy="20"/>
            </a:xfrm>
            <a:custGeom>
              <a:avLst/>
              <a:gdLst>
                <a:gd name="T0" fmla="*/ 52 w 14"/>
                <a:gd name="T1" fmla="*/ 0 h 9"/>
                <a:gd name="T2" fmla="*/ 64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6" y="0"/>
                  </a:moveTo>
                  <a:cubicBezTo>
                    <a:pt x="0" y="9"/>
                    <a:pt x="14" y="2"/>
                    <a:pt x="7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3" name="Freeform 4775">
              <a:extLst>
                <a:ext uri="{FF2B5EF4-FFF2-40B4-BE49-F238E27FC236}">
                  <a16:creationId xmlns:a16="http://schemas.microsoft.com/office/drawing/2014/main" id="{DD56A45C-5E32-4BD8-85EE-81D86C663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861"/>
              <a:ext cx="8" cy="6"/>
            </a:xfrm>
            <a:custGeom>
              <a:avLst/>
              <a:gdLst>
                <a:gd name="T0" fmla="*/ 8 w 4"/>
                <a:gd name="T1" fmla="*/ 0 h 3"/>
                <a:gd name="T2" fmla="*/ 8 w 4"/>
                <a:gd name="T3" fmla="*/ 24 h 3"/>
                <a:gd name="T4" fmla="*/ 32 w 4"/>
                <a:gd name="T5" fmla="*/ 8 h 3"/>
                <a:gd name="T6" fmla="*/ 16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4" name="Freeform 4776">
              <a:extLst>
                <a:ext uri="{FF2B5EF4-FFF2-40B4-BE49-F238E27FC236}">
                  <a16:creationId xmlns:a16="http://schemas.microsoft.com/office/drawing/2014/main" id="{5396FF31-CD4A-4FE2-B0DA-DBFF121B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3874"/>
              <a:ext cx="14" cy="18"/>
            </a:xfrm>
            <a:custGeom>
              <a:avLst/>
              <a:gdLst>
                <a:gd name="T0" fmla="*/ 32 w 7"/>
                <a:gd name="T1" fmla="*/ 0 h 8"/>
                <a:gd name="T2" fmla="*/ 16 w 7"/>
                <a:gd name="T3" fmla="*/ 72 h 8"/>
                <a:gd name="T4" fmla="*/ 40 w 7"/>
                <a:gd name="T5" fmla="*/ 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5" y="8"/>
                    <a:pt x="7" y="4"/>
                    <a:pt x="5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5" name="Freeform 4777">
              <a:extLst>
                <a:ext uri="{FF2B5EF4-FFF2-40B4-BE49-F238E27FC236}">
                  <a16:creationId xmlns:a16="http://schemas.microsoft.com/office/drawing/2014/main" id="{626C968B-3BF3-4735-94E9-F701B54A2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872"/>
              <a:ext cx="8" cy="9"/>
            </a:xfrm>
            <a:custGeom>
              <a:avLst/>
              <a:gdLst>
                <a:gd name="T0" fmla="*/ 0 w 4"/>
                <a:gd name="T1" fmla="*/ 25 h 4"/>
                <a:gd name="T2" fmla="*/ 8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3" y="3"/>
                    <a:pt x="4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6" name="Freeform 4778">
              <a:extLst>
                <a:ext uri="{FF2B5EF4-FFF2-40B4-BE49-F238E27FC236}">
                  <a16:creationId xmlns:a16="http://schemas.microsoft.com/office/drawing/2014/main" id="{120464A3-A37E-4382-A7D9-346FB6369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3837"/>
              <a:ext cx="6" cy="6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7" name="Freeform 4779">
              <a:extLst>
                <a:ext uri="{FF2B5EF4-FFF2-40B4-BE49-F238E27FC236}">
                  <a16:creationId xmlns:a16="http://schemas.microsoft.com/office/drawing/2014/main" id="{D7AFFB08-EE64-47C1-B111-A712913C3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3795"/>
              <a:ext cx="6" cy="7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37 h 3"/>
                <a:gd name="T4" fmla="*/ 24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8" name="Freeform 4780">
              <a:extLst>
                <a:ext uri="{FF2B5EF4-FFF2-40B4-BE49-F238E27FC236}">
                  <a16:creationId xmlns:a16="http://schemas.microsoft.com/office/drawing/2014/main" id="{B0EE0387-4EE2-4E03-BC88-F2E0A1EEB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3909"/>
              <a:ext cx="9" cy="11"/>
            </a:xfrm>
            <a:custGeom>
              <a:avLst/>
              <a:gdLst>
                <a:gd name="T0" fmla="*/ 11 w 4"/>
                <a:gd name="T1" fmla="*/ 9 h 5"/>
                <a:gd name="T2" fmla="*/ 11 w 4"/>
                <a:gd name="T3" fmla="*/ 44 h 5"/>
                <a:gd name="T4" fmla="*/ 25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5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59" name="Freeform 4781">
              <a:extLst>
                <a:ext uri="{FF2B5EF4-FFF2-40B4-BE49-F238E27FC236}">
                  <a16:creationId xmlns:a16="http://schemas.microsoft.com/office/drawing/2014/main" id="{71C2A88C-594F-4619-985F-0FC59B988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3896"/>
              <a:ext cx="14" cy="13"/>
            </a:xfrm>
            <a:custGeom>
              <a:avLst/>
              <a:gdLst>
                <a:gd name="T0" fmla="*/ 24 w 7"/>
                <a:gd name="T1" fmla="*/ 0 h 6"/>
                <a:gd name="T2" fmla="*/ 40 w 7"/>
                <a:gd name="T3" fmla="*/ 43 h 6"/>
                <a:gd name="T4" fmla="*/ 32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2"/>
                    <a:pt x="3" y="6"/>
                    <a:pt x="5" y="4"/>
                  </a:cubicBezTo>
                  <a:cubicBezTo>
                    <a:pt x="7" y="3"/>
                    <a:pt x="6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0" name="Freeform 4782">
              <a:extLst>
                <a:ext uri="{FF2B5EF4-FFF2-40B4-BE49-F238E27FC236}">
                  <a16:creationId xmlns:a16="http://schemas.microsoft.com/office/drawing/2014/main" id="{CBECEF3A-C8E3-4E20-860D-272848254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3885"/>
              <a:ext cx="8" cy="11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53 h 5"/>
                <a:gd name="T4" fmla="*/ 32 w 4"/>
                <a:gd name="T5" fmla="*/ 33 h 5"/>
                <a:gd name="T6" fmla="*/ 16 w 4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3" y="2"/>
                    <a:pt x="3" y="2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1" name="Freeform 4783">
              <a:extLst>
                <a:ext uri="{FF2B5EF4-FFF2-40B4-BE49-F238E27FC236}">
                  <a16:creationId xmlns:a16="http://schemas.microsoft.com/office/drawing/2014/main" id="{4F6868CE-3358-411F-8D59-DE5BE0A1D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3924"/>
              <a:ext cx="23" cy="13"/>
            </a:xfrm>
            <a:custGeom>
              <a:avLst/>
              <a:gdLst>
                <a:gd name="T0" fmla="*/ 44 w 11"/>
                <a:gd name="T1" fmla="*/ 0 h 6"/>
                <a:gd name="T2" fmla="*/ 75 w 11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0" y="5"/>
                    <a:pt x="11" y="6"/>
                    <a:pt x="8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2" name="Freeform 4784">
              <a:extLst>
                <a:ext uri="{FF2B5EF4-FFF2-40B4-BE49-F238E27FC236}">
                  <a16:creationId xmlns:a16="http://schemas.microsoft.com/office/drawing/2014/main" id="{A17B32D0-7DCA-47C2-82AB-FEF649D77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3902"/>
              <a:ext cx="8" cy="7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37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4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3" name="Freeform 4785">
              <a:extLst>
                <a:ext uri="{FF2B5EF4-FFF2-40B4-BE49-F238E27FC236}">
                  <a16:creationId xmlns:a16="http://schemas.microsoft.com/office/drawing/2014/main" id="{2247BB32-3EB0-45C8-9D1C-C1607FE4C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933"/>
              <a:ext cx="17" cy="22"/>
            </a:xfrm>
            <a:custGeom>
              <a:avLst/>
              <a:gdLst>
                <a:gd name="T0" fmla="*/ 68 w 8"/>
                <a:gd name="T1" fmla="*/ 20 h 10"/>
                <a:gd name="T2" fmla="*/ 77 w 8"/>
                <a:gd name="T3" fmla="*/ 53 h 10"/>
                <a:gd name="T4" fmla="*/ 60 w 8"/>
                <a:gd name="T5" fmla="*/ 4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7" y="2"/>
                  </a:moveTo>
                  <a:cubicBezTo>
                    <a:pt x="0" y="0"/>
                    <a:pt x="4" y="10"/>
                    <a:pt x="8" y="5"/>
                  </a:cubicBezTo>
                  <a:cubicBezTo>
                    <a:pt x="7" y="4"/>
                    <a:pt x="7" y="4"/>
                    <a:pt x="6" y="4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4" name="Freeform 4786">
              <a:extLst>
                <a:ext uri="{FF2B5EF4-FFF2-40B4-BE49-F238E27FC236}">
                  <a16:creationId xmlns:a16="http://schemas.microsoft.com/office/drawing/2014/main" id="{6D8CECB3-7A1D-4E7D-AA7A-FC2CF0D32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3940"/>
              <a:ext cx="8" cy="6"/>
            </a:xfrm>
            <a:custGeom>
              <a:avLst/>
              <a:gdLst>
                <a:gd name="T0" fmla="*/ 8 w 4"/>
                <a:gd name="T1" fmla="*/ 0 h 3"/>
                <a:gd name="T2" fmla="*/ 8 w 4"/>
                <a:gd name="T3" fmla="*/ 24 h 3"/>
                <a:gd name="T4" fmla="*/ 24 w 4"/>
                <a:gd name="T5" fmla="*/ 0 h 3"/>
                <a:gd name="T6" fmla="*/ 16 w 4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4" y="3"/>
                    <a:pt x="4" y="1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5" name="Freeform 4787">
              <a:extLst>
                <a:ext uri="{FF2B5EF4-FFF2-40B4-BE49-F238E27FC236}">
                  <a16:creationId xmlns:a16="http://schemas.microsoft.com/office/drawing/2014/main" id="{2A0D01EB-19E7-4277-8C2B-C1332D7C2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922"/>
              <a:ext cx="17" cy="11"/>
            </a:xfrm>
            <a:custGeom>
              <a:avLst/>
              <a:gdLst>
                <a:gd name="T0" fmla="*/ 0 w 8"/>
                <a:gd name="T1" fmla="*/ 0 h 5"/>
                <a:gd name="T2" fmla="*/ 0 w 8"/>
                <a:gd name="T3" fmla="*/ 44 h 5"/>
                <a:gd name="T4" fmla="*/ 28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4" y="5"/>
                    <a:pt x="8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6" name="Freeform 4788">
              <a:extLst>
                <a:ext uri="{FF2B5EF4-FFF2-40B4-BE49-F238E27FC236}">
                  <a16:creationId xmlns:a16="http://schemas.microsoft.com/office/drawing/2014/main" id="{5B3769E1-8221-4DFE-96BD-DD0693757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3948"/>
              <a:ext cx="19" cy="13"/>
            </a:xfrm>
            <a:custGeom>
              <a:avLst/>
              <a:gdLst>
                <a:gd name="T0" fmla="*/ 68 w 9"/>
                <a:gd name="T1" fmla="*/ 9 h 6"/>
                <a:gd name="T2" fmla="*/ 27 w 9"/>
                <a:gd name="T3" fmla="*/ 52 h 6"/>
                <a:gd name="T4" fmla="*/ 57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7" y="1"/>
                  </a:moveTo>
                  <a:cubicBezTo>
                    <a:pt x="4" y="0"/>
                    <a:pt x="0" y="3"/>
                    <a:pt x="3" y="5"/>
                  </a:cubicBezTo>
                  <a:cubicBezTo>
                    <a:pt x="5" y="6"/>
                    <a:pt x="9" y="2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7" name="Freeform 4789">
              <a:extLst>
                <a:ext uri="{FF2B5EF4-FFF2-40B4-BE49-F238E27FC236}">
                  <a16:creationId xmlns:a16="http://schemas.microsoft.com/office/drawing/2014/main" id="{BBEEB414-CFD8-4BB5-B443-A721AC94A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3911"/>
              <a:ext cx="8" cy="7"/>
            </a:xfrm>
            <a:custGeom>
              <a:avLst/>
              <a:gdLst>
                <a:gd name="T0" fmla="*/ 0 w 4"/>
                <a:gd name="T1" fmla="*/ 12 h 3"/>
                <a:gd name="T2" fmla="*/ 0 w 4"/>
                <a:gd name="T3" fmla="*/ 37 h 3"/>
                <a:gd name="T4" fmla="*/ 32 w 4"/>
                <a:gd name="T5" fmla="*/ 12 h 3"/>
                <a:gd name="T6" fmla="*/ 8 w 4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3" y="3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8" name="Freeform 4790">
              <a:extLst>
                <a:ext uri="{FF2B5EF4-FFF2-40B4-BE49-F238E27FC236}">
                  <a16:creationId xmlns:a16="http://schemas.microsoft.com/office/drawing/2014/main" id="{1A0B4D20-EA1B-4B52-9264-36B31D320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940"/>
              <a:ext cx="12" cy="11"/>
            </a:xfrm>
            <a:custGeom>
              <a:avLst/>
              <a:gdLst>
                <a:gd name="T0" fmla="*/ 32 w 6"/>
                <a:gd name="T1" fmla="*/ 0 h 5"/>
                <a:gd name="T2" fmla="*/ 8 w 6"/>
                <a:gd name="T3" fmla="*/ 44 h 5"/>
                <a:gd name="T4" fmla="*/ 32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2" y="1"/>
                    <a:pt x="0" y="2"/>
                    <a:pt x="1" y="4"/>
                  </a:cubicBezTo>
                  <a:cubicBezTo>
                    <a:pt x="4" y="5"/>
                    <a:pt x="6" y="3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69" name="Freeform 4791">
              <a:extLst>
                <a:ext uri="{FF2B5EF4-FFF2-40B4-BE49-F238E27FC236}">
                  <a16:creationId xmlns:a16="http://schemas.microsoft.com/office/drawing/2014/main" id="{E5686F3D-7E62-4B79-ADC7-3119A6D3C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929"/>
              <a:ext cx="6" cy="6"/>
            </a:xfrm>
            <a:custGeom>
              <a:avLst/>
              <a:gdLst>
                <a:gd name="T0" fmla="*/ 16 w 3"/>
                <a:gd name="T1" fmla="*/ 0 h 3"/>
                <a:gd name="T2" fmla="*/ 0 w 3"/>
                <a:gd name="T3" fmla="*/ 24 h 3"/>
                <a:gd name="T4" fmla="*/ 24 w 3"/>
                <a:gd name="T5" fmla="*/ 8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2" y="3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0" name="Freeform 4792">
              <a:extLst>
                <a:ext uri="{FF2B5EF4-FFF2-40B4-BE49-F238E27FC236}">
                  <a16:creationId xmlns:a16="http://schemas.microsoft.com/office/drawing/2014/main" id="{BAB4D036-F211-4B19-AC5E-9437AF558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3902"/>
              <a:ext cx="11" cy="9"/>
            </a:xfrm>
            <a:custGeom>
              <a:avLst/>
              <a:gdLst>
                <a:gd name="T0" fmla="*/ 33 w 5"/>
                <a:gd name="T1" fmla="*/ 0 h 4"/>
                <a:gd name="T2" fmla="*/ 0 w 5"/>
                <a:gd name="T3" fmla="*/ 36 h 4"/>
                <a:gd name="T4" fmla="*/ 53 w 5"/>
                <a:gd name="T5" fmla="*/ 11 h 4"/>
                <a:gd name="T6" fmla="*/ 33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1" name="Freeform 4793">
              <a:extLst>
                <a:ext uri="{FF2B5EF4-FFF2-40B4-BE49-F238E27FC236}">
                  <a16:creationId xmlns:a16="http://schemas.microsoft.com/office/drawing/2014/main" id="{38AE9464-56DB-46E6-BCCD-64167DED7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3920"/>
              <a:ext cx="23" cy="15"/>
            </a:xfrm>
            <a:custGeom>
              <a:avLst/>
              <a:gdLst>
                <a:gd name="T0" fmla="*/ 65 w 11"/>
                <a:gd name="T1" fmla="*/ 0 h 7"/>
                <a:gd name="T2" fmla="*/ 36 w 11"/>
                <a:gd name="T3" fmla="*/ 60 h 7"/>
                <a:gd name="T4" fmla="*/ 65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7" y="0"/>
                  </a:moveTo>
                  <a:cubicBezTo>
                    <a:pt x="5" y="0"/>
                    <a:pt x="0" y="4"/>
                    <a:pt x="4" y="6"/>
                  </a:cubicBezTo>
                  <a:cubicBezTo>
                    <a:pt x="8" y="7"/>
                    <a:pt x="11" y="2"/>
                    <a:pt x="7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2" name="Freeform 4794">
              <a:extLst>
                <a:ext uri="{FF2B5EF4-FFF2-40B4-BE49-F238E27FC236}">
                  <a16:creationId xmlns:a16="http://schemas.microsoft.com/office/drawing/2014/main" id="{98E6991D-9658-4EB2-BF8F-EEAC3DEC3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953"/>
              <a:ext cx="11" cy="8"/>
            </a:xfrm>
            <a:custGeom>
              <a:avLst/>
              <a:gdLst>
                <a:gd name="T0" fmla="*/ 20 w 5"/>
                <a:gd name="T1" fmla="*/ 0 h 4"/>
                <a:gd name="T2" fmla="*/ 9 w 5"/>
                <a:gd name="T3" fmla="*/ 32 h 4"/>
                <a:gd name="T4" fmla="*/ 33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4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3" name="Freeform 4795">
              <a:extLst>
                <a:ext uri="{FF2B5EF4-FFF2-40B4-BE49-F238E27FC236}">
                  <a16:creationId xmlns:a16="http://schemas.microsoft.com/office/drawing/2014/main" id="{5E3A2563-E48F-42E7-9639-1C9C0176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3968"/>
              <a:ext cx="8" cy="7"/>
            </a:xfrm>
            <a:custGeom>
              <a:avLst/>
              <a:gdLst>
                <a:gd name="T0" fmla="*/ 16 w 4"/>
                <a:gd name="T1" fmla="*/ 0 h 3"/>
                <a:gd name="T2" fmla="*/ 8 w 4"/>
                <a:gd name="T3" fmla="*/ 37 h 3"/>
                <a:gd name="T4" fmla="*/ 24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4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4" name="Freeform 4796">
              <a:extLst>
                <a:ext uri="{FF2B5EF4-FFF2-40B4-BE49-F238E27FC236}">
                  <a16:creationId xmlns:a16="http://schemas.microsoft.com/office/drawing/2014/main" id="{143A5291-5550-4B2F-BE93-4DE08674A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3970"/>
              <a:ext cx="4" cy="7"/>
            </a:xfrm>
            <a:custGeom>
              <a:avLst/>
              <a:gdLst>
                <a:gd name="T0" fmla="*/ 8 w 2"/>
                <a:gd name="T1" fmla="*/ 12 h 3"/>
                <a:gd name="T2" fmla="*/ 16 w 2"/>
                <a:gd name="T3" fmla="*/ 28 h 3"/>
                <a:gd name="T4" fmla="*/ 16 w 2"/>
                <a:gd name="T5" fmla="*/ 12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5" name="Freeform 4797">
              <a:extLst>
                <a:ext uri="{FF2B5EF4-FFF2-40B4-BE49-F238E27FC236}">
                  <a16:creationId xmlns:a16="http://schemas.microsoft.com/office/drawing/2014/main" id="{B1014FDF-7F68-4526-81C7-4F1087C81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3964"/>
              <a:ext cx="10" cy="8"/>
            </a:xfrm>
            <a:custGeom>
              <a:avLst/>
              <a:gdLst>
                <a:gd name="T0" fmla="*/ 8 w 5"/>
                <a:gd name="T1" fmla="*/ 8 h 4"/>
                <a:gd name="T2" fmla="*/ 8 w 5"/>
                <a:gd name="T3" fmla="*/ 24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5" y="4"/>
                    <a:pt x="3" y="0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6" name="Freeform 4798">
              <a:extLst>
                <a:ext uri="{FF2B5EF4-FFF2-40B4-BE49-F238E27FC236}">
                  <a16:creationId xmlns:a16="http://schemas.microsoft.com/office/drawing/2014/main" id="{5DA4B51C-5A84-4333-8026-D767AA222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959"/>
              <a:ext cx="7" cy="7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37 h 3"/>
                <a:gd name="T4" fmla="*/ 37 w 3"/>
                <a:gd name="T5" fmla="*/ 12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7" name="Freeform 4799">
              <a:extLst>
                <a:ext uri="{FF2B5EF4-FFF2-40B4-BE49-F238E27FC236}">
                  <a16:creationId xmlns:a16="http://schemas.microsoft.com/office/drawing/2014/main" id="{DE9CA58F-0675-4003-9A56-D82189BA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3883"/>
              <a:ext cx="18" cy="13"/>
            </a:xfrm>
            <a:custGeom>
              <a:avLst/>
              <a:gdLst>
                <a:gd name="T0" fmla="*/ 40 w 9"/>
                <a:gd name="T1" fmla="*/ 9 h 6"/>
                <a:gd name="T2" fmla="*/ 24 w 9"/>
                <a:gd name="T3" fmla="*/ 52 h 6"/>
                <a:gd name="T4" fmla="*/ 56 w 9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1"/>
                  </a:moveTo>
                  <a:cubicBezTo>
                    <a:pt x="2" y="0"/>
                    <a:pt x="0" y="4"/>
                    <a:pt x="3" y="5"/>
                  </a:cubicBezTo>
                  <a:cubicBezTo>
                    <a:pt x="6" y="6"/>
                    <a:pt x="9" y="4"/>
                    <a:pt x="7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8" name="Freeform 4800">
              <a:extLst>
                <a:ext uri="{FF2B5EF4-FFF2-40B4-BE49-F238E27FC236}">
                  <a16:creationId xmlns:a16="http://schemas.microsoft.com/office/drawing/2014/main" id="{C7F55321-AA5A-4311-AEFB-D9673D892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3894"/>
              <a:ext cx="12" cy="13"/>
            </a:xfrm>
            <a:custGeom>
              <a:avLst/>
              <a:gdLst>
                <a:gd name="T0" fmla="*/ 32 w 6"/>
                <a:gd name="T1" fmla="*/ 0 h 6"/>
                <a:gd name="T2" fmla="*/ 8 w 6"/>
                <a:gd name="T3" fmla="*/ 52 h 6"/>
                <a:gd name="T4" fmla="*/ 24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2" y="1"/>
                    <a:pt x="0" y="3"/>
                    <a:pt x="1" y="5"/>
                  </a:cubicBezTo>
                  <a:cubicBezTo>
                    <a:pt x="4" y="6"/>
                    <a:pt x="6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79" name="Freeform 4801">
              <a:extLst>
                <a:ext uri="{FF2B5EF4-FFF2-40B4-BE49-F238E27FC236}">
                  <a16:creationId xmlns:a16="http://schemas.microsoft.com/office/drawing/2014/main" id="{42C97C0C-746F-4869-982B-4C1AB8C72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920"/>
              <a:ext cx="14" cy="11"/>
            </a:xfrm>
            <a:custGeom>
              <a:avLst/>
              <a:gdLst>
                <a:gd name="T0" fmla="*/ 24 w 7"/>
                <a:gd name="T1" fmla="*/ 0 h 5"/>
                <a:gd name="T2" fmla="*/ 40 w 7"/>
                <a:gd name="T3" fmla="*/ 44 h 5"/>
                <a:gd name="T4" fmla="*/ 32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0" y="1"/>
                    <a:pt x="2" y="5"/>
                    <a:pt x="5" y="4"/>
                  </a:cubicBezTo>
                  <a:cubicBezTo>
                    <a:pt x="7" y="2"/>
                    <a:pt x="6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0" name="Freeform 4802">
              <a:extLst>
                <a:ext uri="{FF2B5EF4-FFF2-40B4-BE49-F238E27FC236}">
                  <a16:creationId xmlns:a16="http://schemas.microsoft.com/office/drawing/2014/main" id="{FF55546F-9238-454F-8C6B-91FD3AE47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3885"/>
              <a:ext cx="12" cy="13"/>
            </a:xfrm>
            <a:custGeom>
              <a:avLst/>
              <a:gdLst>
                <a:gd name="T0" fmla="*/ 16 w 6"/>
                <a:gd name="T1" fmla="*/ 20 h 6"/>
                <a:gd name="T2" fmla="*/ 8 w 6"/>
                <a:gd name="T3" fmla="*/ 61 h 6"/>
                <a:gd name="T4" fmla="*/ 48 w 6"/>
                <a:gd name="T5" fmla="*/ 9 h 6"/>
                <a:gd name="T6" fmla="*/ 32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4" y="6"/>
                    <a:pt x="5" y="4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1" name="Freeform 4803">
              <a:extLst>
                <a:ext uri="{FF2B5EF4-FFF2-40B4-BE49-F238E27FC236}">
                  <a16:creationId xmlns:a16="http://schemas.microsoft.com/office/drawing/2014/main" id="{34F935BA-1590-419C-AF62-FEBEE9BE6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3843"/>
              <a:ext cx="4" cy="9"/>
            </a:xfrm>
            <a:custGeom>
              <a:avLst/>
              <a:gdLst>
                <a:gd name="T0" fmla="*/ 16 w 2"/>
                <a:gd name="T1" fmla="*/ 0 h 4"/>
                <a:gd name="T2" fmla="*/ 0 w 2"/>
                <a:gd name="T3" fmla="*/ 36 h 4"/>
                <a:gd name="T4" fmla="*/ 16 w 2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1" y="4"/>
                    <a:pt x="1" y="3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2" name="Freeform 4804">
              <a:extLst>
                <a:ext uri="{FF2B5EF4-FFF2-40B4-BE49-F238E27FC236}">
                  <a16:creationId xmlns:a16="http://schemas.microsoft.com/office/drawing/2014/main" id="{D1BCC1D7-C485-4AC1-B718-05ABEB3AB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843"/>
              <a:ext cx="37" cy="14"/>
            </a:xfrm>
            <a:custGeom>
              <a:avLst/>
              <a:gdLst>
                <a:gd name="T0" fmla="*/ 80 w 18"/>
                <a:gd name="T1" fmla="*/ 12 h 6"/>
                <a:gd name="T2" fmla="*/ 88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9" y="1"/>
                  </a:moveTo>
                  <a:cubicBezTo>
                    <a:pt x="0" y="6"/>
                    <a:pt x="18" y="6"/>
                    <a:pt x="1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3" name="Freeform 4805">
              <a:extLst>
                <a:ext uri="{FF2B5EF4-FFF2-40B4-BE49-F238E27FC236}">
                  <a16:creationId xmlns:a16="http://schemas.microsoft.com/office/drawing/2014/main" id="{B5A51D2A-B487-4C83-B7B8-88C1388EF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800"/>
              <a:ext cx="14" cy="15"/>
            </a:xfrm>
            <a:custGeom>
              <a:avLst/>
              <a:gdLst>
                <a:gd name="T0" fmla="*/ 24 w 7"/>
                <a:gd name="T1" fmla="*/ 0 h 7"/>
                <a:gd name="T2" fmla="*/ 24 w 7"/>
                <a:gd name="T3" fmla="*/ 60 h 7"/>
                <a:gd name="T4" fmla="*/ 32 w 7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1" y="2"/>
                    <a:pt x="0" y="7"/>
                    <a:pt x="3" y="6"/>
                  </a:cubicBezTo>
                  <a:cubicBezTo>
                    <a:pt x="6" y="6"/>
                    <a:pt x="7" y="3"/>
                    <a:pt x="4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4" name="Freeform 4806">
              <a:extLst>
                <a:ext uri="{FF2B5EF4-FFF2-40B4-BE49-F238E27FC236}">
                  <a16:creationId xmlns:a16="http://schemas.microsoft.com/office/drawing/2014/main" id="{1E547B9E-0A59-4971-A158-68F11C3E8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839"/>
              <a:ext cx="25" cy="18"/>
            </a:xfrm>
            <a:custGeom>
              <a:avLst/>
              <a:gdLst>
                <a:gd name="T0" fmla="*/ 83 w 12"/>
                <a:gd name="T1" fmla="*/ 0 h 8"/>
                <a:gd name="T2" fmla="*/ 73 w 12"/>
                <a:gd name="T3" fmla="*/ 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9" y="0"/>
                  </a:moveTo>
                  <a:cubicBezTo>
                    <a:pt x="0" y="0"/>
                    <a:pt x="12" y="8"/>
                    <a:pt x="8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5" name="Freeform 4807">
              <a:extLst>
                <a:ext uri="{FF2B5EF4-FFF2-40B4-BE49-F238E27FC236}">
                  <a16:creationId xmlns:a16="http://schemas.microsoft.com/office/drawing/2014/main" id="{0CD5A282-6EAB-4869-B99A-CD91C8F87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870"/>
              <a:ext cx="8" cy="8"/>
            </a:xfrm>
            <a:custGeom>
              <a:avLst/>
              <a:gdLst>
                <a:gd name="T0" fmla="*/ 8 w 4"/>
                <a:gd name="T1" fmla="*/ 8 h 4"/>
                <a:gd name="T2" fmla="*/ 0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6" name="Freeform 4808">
              <a:extLst>
                <a:ext uri="{FF2B5EF4-FFF2-40B4-BE49-F238E27FC236}">
                  <a16:creationId xmlns:a16="http://schemas.microsoft.com/office/drawing/2014/main" id="{E8DC34F1-958B-43F5-97F0-01DD874DE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896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7" name="Freeform 4809">
              <a:extLst>
                <a:ext uri="{FF2B5EF4-FFF2-40B4-BE49-F238E27FC236}">
                  <a16:creationId xmlns:a16="http://schemas.microsoft.com/office/drawing/2014/main" id="{752C5B2F-01CA-4EEC-BAEA-36159C617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3863"/>
              <a:ext cx="7" cy="11"/>
            </a:xfrm>
            <a:custGeom>
              <a:avLst/>
              <a:gdLst>
                <a:gd name="T0" fmla="*/ 12 w 3"/>
                <a:gd name="T1" fmla="*/ 9 h 5"/>
                <a:gd name="T2" fmla="*/ 0 w 3"/>
                <a:gd name="T3" fmla="*/ 53 h 5"/>
                <a:gd name="T4" fmla="*/ 2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8" name="Freeform 4810">
              <a:extLst>
                <a:ext uri="{FF2B5EF4-FFF2-40B4-BE49-F238E27FC236}">
                  <a16:creationId xmlns:a16="http://schemas.microsoft.com/office/drawing/2014/main" id="{97F19439-0CD6-458C-9253-E461F69CD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765"/>
              <a:ext cx="13" cy="11"/>
            </a:xfrm>
            <a:custGeom>
              <a:avLst/>
              <a:gdLst>
                <a:gd name="T0" fmla="*/ 52 w 6"/>
                <a:gd name="T1" fmla="*/ 0 h 5"/>
                <a:gd name="T2" fmla="*/ 61 w 6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0" y="0"/>
                    <a:pt x="4" y="5"/>
                    <a:pt x="6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89" name="Freeform 4811">
              <a:extLst>
                <a:ext uri="{FF2B5EF4-FFF2-40B4-BE49-F238E27FC236}">
                  <a16:creationId xmlns:a16="http://schemas.microsoft.com/office/drawing/2014/main" id="{BF8C3E8E-A59C-40EB-847A-287292E0F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739"/>
              <a:ext cx="16" cy="8"/>
            </a:xfrm>
            <a:custGeom>
              <a:avLst/>
              <a:gdLst>
                <a:gd name="T0" fmla="*/ 24 w 8"/>
                <a:gd name="T1" fmla="*/ 0 h 4"/>
                <a:gd name="T2" fmla="*/ 48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3" y="0"/>
                  </a:moveTo>
                  <a:cubicBezTo>
                    <a:pt x="0" y="4"/>
                    <a:pt x="8" y="4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0" name="Freeform 4812">
              <a:extLst>
                <a:ext uri="{FF2B5EF4-FFF2-40B4-BE49-F238E27FC236}">
                  <a16:creationId xmlns:a16="http://schemas.microsoft.com/office/drawing/2014/main" id="{6E9FB234-715E-4615-A400-C76DFC293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3699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37 h 3"/>
                <a:gd name="T4" fmla="*/ 16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1" name="Freeform 4813">
              <a:extLst>
                <a:ext uri="{FF2B5EF4-FFF2-40B4-BE49-F238E27FC236}">
                  <a16:creationId xmlns:a16="http://schemas.microsoft.com/office/drawing/2014/main" id="{DE77FBC0-1767-4A60-8E67-D13F3065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690"/>
              <a:ext cx="7" cy="9"/>
            </a:xfrm>
            <a:custGeom>
              <a:avLst/>
              <a:gdLst>
                <a:gd name="T0" fmla="*/ 28 w 3"/>
                <a:gd name="T1" fmla="*/ 11 h 4"/>
                <a:gd name="T2" fmla="*/ 0 w 3"/>
                <a:gd name="T3" fmla="*/ 36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2" name="Freeform 4814">
              <a:extLst>
                <a:ext uri="{FF2B5EF4-FFF2-40B4-BE49-F238E27FC236}">
                  <a16:creationId xmlns:a16="http://schemas.microsoft.com/office/drawing/2014/main" id="{A98AEF4F-61F5-460C-8B3D-F9623F006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655"/>
              <a:ext cx="6" cy="9"/>
            </a:xfrm>
            <a:custGeom>
              <a:avLst/>
              <a:gdLst>
                <a:gd name="T0" fmla="*/ 8 w 3"/>
                <a:gd name="T1" fmla="*/ 0 h 4"/>
                <a:gd name="T2" fmla="*/ 0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3" name="Freeform 4815">
              <a:extLst>
                <a:ext uri="{FF2B5EF4-FFF2-40B4-BE49-F238E27FC236}">
                  <a16:creationId xmlns:a16="http://schemas.microsoft.com/office/drawing/2014/main" id="{49D1A2D1-6445-4D66-9EDA-47E0C54B8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603"/>
              <a:ext cx="12" cy="15"/>
            </a:xfrm>
            <a:custGeom>
              <a:avLst/>
              <a:gdLst>
                <a:gd name="T0" fmla="*/ 8 w 6"/>
                <a:gd name="T1" fmla="*/ 28 h 7"/>
                <a:gd name="T2" fmla="*/ 0 w 6"/>
                <a:gd name="T3" fmla="*/ 60 h 7"/>
                <a:gd name="T4" fmla="*/ 16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4" y="7"/>
                    <a:pt x="6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4" name="Freeform 4816">
              <a:extLst>
                <a:ext uri="{FF2B5EF4-FFF2-40B4-BE49-F238E27FC236}">
                  <a16:creationId xmlns:a16="http://schemas.microsoft.com/office/drawing/2014/main" id="{F6B2630A-4EDF-4CA6-8C2E-B7B3FFBCA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3607"/>
              <a:ext cx="8" cy="11"/>
            </a:xfrm>
            <a:custGeom>
              <a:avLst/>
              <a:gdLst>
                <a:gd name="T0" fmla="*/ 32 w 4"/>
                <a:gd name="T1" fmla="*/ 9 h 5"/>
                <a:gd name="T2" fmla="*/ 16 w 4"/>
                <a:gd name="T3" fmla="*/ 0 h 5"/>
                <a:gd name="T4" fmla="*/ 8 w 4"/>
                <a:gd name="T5" fmla="*/ 53 h 5"/>
                <a:gd name="T6" fmla="*/ 32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4" y="1"/>
                    <a:pt x="3" y="1"/>
                    <a:pt x="2" y="0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3" y="5"/>
                    <a:pt x="4" y="3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5" name="Freeform 4817">
              <a:extLst>
                <a:ext uri="{FF2B5EF4-FFF2-40B4-BE49-F238E27FC236}">
                  <a16:creationId xmlns:a16="http://schemas.microsoft.com/office/drawing/2014/main" id="{CF0990F7-0477-4724-A29D-F02D2D156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3570"/>
              <a:ext cx="17" cy="11"/>
            </a:xfrm>
            <a:custGeom>
              <a:avLst/>
              <a:gdLst>
                <a:gd name="T0" fmla="*/ 60 w 8"/>
                <a:gd name="T1" fmla="*/ 0 h 5"/>
                <a:gd name="T2" fmla="*/ 40 w 8"/>
                <a:gd name="T3" fmla="*/ 44 h 5"/>
                <a:gd name="T4" fmla="*/ 68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6" y="0"/>
                  </a:moveTo>
                  <a:cubicBezTo>
                    <a:pt x="4" y="0"/>
                    <a:pt x="0" y="3"/>
                    <a:pt x="4" y="4"/>
                  </a:cubicBezTo>
                  <a:cubicBezTo>
                    <a:pt x="7" y="5"/>
                    <a:pt x="8" y="1"/>
                    <a:pt x="7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6" name="Freeform 4818">
              <a:extLst>
                <a:ext uri="{FF2B5EF4-FFF2-40B4-BE49-F238E27FC236}">
                  <a16:creationId xmlns:a16="http://schemas.microsoft.com/office/drawing/2014/main" id="{0C8FD1C8-F296-47FD-AC96-DBD5DC8B8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531"/>
              <a:ext cx="12" cy="13"/>
            </a:xfrm>
            <a:custGeom>
              <a:avLst/>
              <a:gdLst>
                <a:gd name="T0" fmla="*/ 16 w 6"/>
                <a:gd name="T1" fmla="*/ 20 h 6"/>
                <a:gd name="T2" fmla="*/ 8 w 6"/>
                <a:gd name="T3" fmla="*/ 61 h 6"/>
                <a:gd name="T4" fmla="*/ 16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1" y="3"/>
                    <a:pt x="0" y="5"/>
                    <a:pt x="1" y="6"/>
                  </a:cubicBezTo>
                  <a:cubicBezTo>
                    <a:pt x="6" y="6"/>
                    <a:pt x="6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7" name="Freeform 4819">
              <a:extLst>
                <a:ext uri="{FF2B5EF4-FFF2-40B4-BE49-F238E27FC236}">
                  <a16:creationId xmlns:a16="http://schemas.microsoft.com/office/drawing/2014/main" id="{49854C3D-CEBB-43D6-BCC5-BA7CA1E77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577"/>
              <a:ext cx="6" cy="11"/>
            </a:xfrm>
            <a:custGeom>
              <a:avLst/>
              <a:gdLst>
                <a:gd name="T0" fmla="*/ 16 w 3"/>
                <a:gd name="T1" fmla="*/ 9 h 5"/>
                <a:gd name="T2" fmla="*/ 0 w 3"/>
                <a:gd name="T3" fmla="*/ 53 h 5"/>
                <a:gd name="T4" fmla="*/ 16 w 3"/>
                <a:gd name="T5" fmla="*/ 0 h 5"/>
                <a:gd name="T6" fmla="*/ 0 w 3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8" name="Freeform 4820">
              <a:extLst>
                <a:ext uri="{FF2B5EF4-FFF2-40B4-BE49-F238E27FC236}">
                  <a16:creationId xmlns:a16="http://schemas.microsoft.com/office/drawing/2014/main" id="{AD66A2CD-BB92-427D-A4F2-54F3FC7F0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3631"/>
              <a:ext cx="8" cy="9"/>
            </a:xfrm>
            <a:custGeom>
              <a:avLst/>
              <a:gdLst>
                <a:gd name="T0" fmla="*/ 8 w 4"/>
                <a:gd name="T1" fmla="*/ 11 h 4"/>
                <a:gd name="T2" fmla="*/ 8 w 4"/>
                <a:gd name="T3" fmla="*/ 45 h 4"/>
                <a:gd name="T4" fmla="*/ 8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4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99" name="Freeform 4821">
              <a:extLst>
                <a:ext uri="{FF2B5EF4-FFF2-40B4-BE49-F238E27FC236}">
                  <a16:creationId xmlns:a16="http://schemas.microsoft.com/office/drawing/2014/main" id="{DFF22A49-473A-4C05-B2F5-3AF0C762F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651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24 w 4"/>
                <a:gd name="T3" fmla="*/ 53 h 5"/>
                <a:gd name="T4" fmla="*/ 24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5"/>
                    <a:pt x="3" y="5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0" name="Freeform 4822">
              <a:extLst>
                <a:ext uri="{FF2B5EF4-FFF2-40B4-BE49-F238E27FC236}">
                  <a16:creationId xmlns:a16="http://schemas.microsoft.com/office/drawing/2014/main" id="{C1628C09-FD32-4B17-8ACB-535F86162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686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1" name="Freeform 4823">
              <a:extLst>
                <a:ext uri="{FF2B5EF4-FFF2-40B4-BE49-F238E27FC236}">
                  <a16:creationId xmlns:a16="http://schemas.microsoft.com/office/drawing/2014/main" id="{8F3B097E-9A8D-4AEB-9000-3E4E09B0D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706"/>
              <a:ext cx="7" cy="8"/>
            </a:xfrm>
            <a:custGeom>
              <a:avLst/>
              <a:gdLst>
                <a:gd name="T0" fmla="*/ 37 w 3"/>
                <a:gd name="T1" fmla="*/ 0 h 4"/>
                <a:gd name="T2" fmla="*/ 12 w 3"/>
                <a:gd name="T3" fmla="*/ 0 h 4"/>
                <a:gd name="T4" fmla="*/ 12 w 3"/>
                <a:gd name="T5" fmla="*/ 32 h 4"/>
                <a:gd name="T6" fmla="*/ 28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1"/>
                    <a:pt x="0" y="2"/>
                    <a:pt x="1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2" name="Freeform 4824">
              <a:extLst>
                <a:ext uri="{FF2B5EF4-FFF2-40B4-BE49-F238E27FC236}">
                  <a16:creationId xmlns:a16="http://schemas.microsoft.com/office/drawing/2014/main" id="{51924E07-CF28-4C69-9D73-752C1FE51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3749"/>
              <a:ext cx="10" cy="9"/>
            </a:xfrm>
            <a:custGeom>
              <a:avLst/>
              <a:gdLst>
                <a:gd name="T0" fmla="*/ 16 w 5"/>
                <a:gd name="T1" fmla="*/ 0 h 4"/>
                <a:gd name="T2" fmla="*/ 8 w 5"/>
                <a:gd name="T3" fmla="*/ 45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3" name="Freeform 4825">
              <a:extLst>
                <a:ext uri="{FF2B5EF4-FFF2-40B4-BE49-F238E27FC236}">
                  <a16:creationId xmlns:a16="http://schemas.microsoft.com/office/drawing/2014/main" id="{39F4D260-8134-4B55-B503-4B72B4A09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780"/>
              <a:ext cx="14" cy="13"/>
            </a:xfrm>
            <a:custGeom>
              <a:avLst/>
              <a:gdLst>
                <a:gd name="T0" fmla="*/ 24 w 7"/>
                <a:gd name="T1" fmla="*/ 0 h 6"/>
                <a:gd name="T2" fmla="*/ 16 w 7"/>
                <a:gd name="T3" fmla="*/ 61 h 6"/>
                <a:gd name="T4" fmla="*/ 48 w 7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5" y="6"/>
                    <a:pt x="7" y="4"/>
                    <a:pt x="6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4" name="Freeform 4826">
              <a:extLst>
                <a:ext uri="{FF2B5EF4-FFF2-40B4-BE49-F238E27FC236}">
                  <a16:creationId xmlns:a16="http://schemas.microsoft.com/office/drawing/2014/main" id="{7512B749-AA0A-4C82-8109-AB1C1CD47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3496"/>
              <a:ext cx="7" cy="9"/>
            </a:xfrm>
            <a:custGeom>
              <a:avLst/>
              <a:gdLst>
                <a:gd name="T0" fmla="*/ 28 w 3"/>
                <a:gd name="T1" fmla="*/ 0 h 4"/>
                <a:gd name="T2" fmla="*/ 0 w 3"/>
                <a:gd name="T3" fmla="*/ 36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5" name="Freeform 4827">
              <a:extLst>
                <a:ext uri="{FF2B5EF4-FFF2-40B4-BE49-F238E27FC236}">
                  <a16:creationId xmlns:a16="http://schemas.microsoft.com/office/drawing/2014/main" id="{06AE266B-5081-4882-8619-8D1B929FA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487"/>
              <a:ext cx="8" cy="9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45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6" name="Freeform 4828">
              <a:extLst>
                <a:ext uri="{FF2B5EF4-FFF2-40B4-BE49-F238E27FC236}">
                  <a16:creationId xmlns:a16="http://schemas.microsoft.com/office/drawing/2014/main" id="{38BDBAE8-5A4B-41CA-A84B-529561F25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3443"/>
              <a:ext cx="6" cy="9"/>
            </a:xfrm>
            <a:custGeom>
              <a:avLst/>
              <a:gdLst>
                <a:gd name="T0" fmla="*/ 0 w 3"/>
                <a:gd name="T1" fmla="*/ 25 h 4"/>
                <a:gd name="T2" fmla="*/ 0 w 3"/>
                <a:gd name="T3" fmla="*/ 45 h 4"/>
                <a:gd name="T4" fmla="*/ 24 w 3"/>
                <a:gd name="T5" fmla="*/ 11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1" y="3"/>
                    <a:pt x="2" y="2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7" name="Freeform 4829">
              <a:extLst>
                <a:ext uri="{FF2B5EF4-FFF2-40B4-BE49-F238E27FC236}">
                  <a16:creationId xmlns:a16="http://schemas.microsoft.com/office/drawing/2014/main" id="{3D0BFDA6-4677-4A8A-98F0-E465C10ED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437"/>
              <a:ext cx="6" cy="13"/>
            </a:xfrm>
            <a:custGeom>
              <a:avLst/>
              <a:gdLst>
                <a:gd name="T0" fmla="*/ 0 w 3"/>
                <a:gd name="T1" fmla="*/ 43 h 6"/>
                <a:gd name="T2" fmla="*/ 0 w 3"/>
                <a:gd name="T3" fmla="*/ 61 h 6"/>
                <a:gd name="T4" fmla="*/ 0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4"/>
                  </a:moveTo>
                  <a:cubicBezTo>
                    <a:pt x="0" y="5"/>
                    <a:pt x="0" y="6"/>
                    <a:pt x="0" y="6"/>
                  </a:cubicBezTo>
                  <a:cubicBezTo>
                    <a:pt x="3" y="5"/>
                    <a:pt x="3" y="2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8" name="Freeform 4830">
              <a:extLst>
                <a:ext uri="{FF2B5EF4-FFF2-40B4-BE49-F238E27FC236}">
                  <a16:creationId xmlns:a16="http://schemas.microsoft.com/office/drawing/2014/main" id="{DB41F584-5FA1-41CE-946F-74A168CBE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404"/>
              <a:ext cx="7" cy="9"/>
            </a:xfrm>
            <a:custGeom>
              <a:avLst/>
              <a:gdLst>
                <a:gd name="T0" fmla="*/ 12 w 3"/>
                <a:gd name="T1" fmla="*/ 25 h 4"/>
                <a:gd name="T2" fmla="*/ 0 w 3"/>
                <a:gd name="T3" fmla="*/ 45 h 4"/>
                <a:gd name="T4" fmla="*/ 28 w 3"/>
                <a:gd name="T5" fmla="*/ 0 h 4"/>
                <a:gd name="T6" fmla="*/ 12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09" name="Freeform 4831">
              <a:extLst>
                <a:ext uri="{FF2B5EF4-FFF2-40B4-BE49-F238E27FC236}">
                  <a16:creationId xmlns:a16="http://schemas.microsoft.com/office/drawing/2014/main" id="{F0CF8AF5-91AE-4744-9C5F-CC87E3AFF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382"/>
              <a:ext cx="12" cy="13"/>
            </a:xfrm>
            <a:custGeom>
              <a:avLst/>
              <a:gdLst>
                <a:gd name="T0" fmla="*/ 32 w 6"/>
                <a:gd name="T1" fmla="*/ 0 h 6"/>
                <a:gd name="T2" fmla="*/ 16 w 6"/>
                <a:gd name="T3" fmla="*/ 61 h 6"/>
                <a:gd name="T4" fmla="*/ 32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5" y="6"/>
                    <a:pt x="6" y="3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0" name="Freeform 4832">
              <a:extLst>
                <a:ext uri="{FF2B5EF4-FFF2-40B4-BE49-F238E27FC236}">
                  <a16:creationId xmlns:a16="http://schemas.microsoft.com/office/drawing/2014/main" id="{F6DB8237-BB82-4300-ADDC-91675E34B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428"/>
              <a:ext cx="10" cy="11"/>
            </a:xfrm>
            <a:custGeom>
              <a:avLst/>
              <a:gdLst>
                <a:gd name="T0" fmla="*/ 40 w 5"/>
                <a:gd name="T1" fmla="*/ 0 h 5"/>
                <a:gd name="T2" fmla="*/ 16 w 5"/>
                <a:gd name="T3" fmla="*/ 53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4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1" name="Freeform 4833">
              <a:extLst>
                <a:ext uri="{FF2B5EF4-FFF2-40B4-BE49-F238E27FC236}">
                  <a16:creationId xmlns:a16="http://schemas.microsoft.com/office/drawing/2014/main" id="{2BCDF42F-AC9B-4C60-8FD0-433E15FCC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483"/>
              <a:ext cx="6" cy="6"/>
            </a:xfrm>
            <a:custGeom>
              <a:avLst/>
              <a:gdLst>
                <a:gd name="T0" fmla="*/ 24 w 3"/>
                <a:gd name="T1" fmla="*/ 0 h 3"/>
                <a:gd name="T2" fmla="*/ 8 w 3"/>
                <a:gd name="T3" fmla="*/ 24 h 3"/>
                <a:gd name="T4" fmla="*/ 16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2" name="Freeform 4834">
              <a:extLst>
                <a:ext uri="{FF2B5EF4-FFF2-40B4-BE49-F238E27FC236}">
                  <a16:creationId xmlns:a16="http://schemas.microsoft.com/office/drawing/2014/main" id="{56C3C6B3-4F49-4F02-83A2-E7B3A7719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544"/>
              <a:ext cx="6" cy="11"/>
            </a:xfrm>
            <a:custGeom>
              <a:avLst/>
              <a:gdLst>
                <a:gd name="T0" fmla="*/ 0 w 3"/>
                <a:gd name="T1" fmla="*/ 9 h 5"/>
                <a:gd name="T2" fmla="*/ 0 w 3"/>
                <a:gd name="T3" fmla="*/ 53 h 5"/>
                <a:gd name="T4" fmla="*/ 24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2" y="4"/>
                    <a:pt x="3" y="3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3" name="Freeform 4835">
              <a:extLst>
                <a:ext uri="{FF2B5EF4-FFF2-40B4-BE49-F238E27FC236}">
                  <a16:creationId xmlns:a16="http://schemas.microsoft.com/office/drawing/2014/main" id="{3A143890-E94B-4FA3-B143-E937349B7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371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0 w 4"/>
                <a:gd name="T3" fmla="*/ 36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4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4" name="Freeform 4836">
              <a:extLst>
                <a:ext uri="{FF2B5EF4-FFF2-40B4-BE49-F238E27FC236}">
                  <a16:creationId xmlns:a16="http://schemas.microsoft.com/office/drawing/2014/main" id="{EEA834A5-80FE-478D-8E91-AF571BC98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352"/>
              <a:ext cx="12" cy="15"/>
            </a:xfrm>
            <a:custGeom>
              <a:avLst/>
              <a:gdLst>
                <a:gd name="T0" fmla="*/ 32 w 6"/>
                <a:gd name="T1" fmla="*/ 0 h 7"/>
                <a:gd name="T2" fmla="*/ 16 w 6"/>
                <a:gd name="T3" fmla="*/ 60 h 7"/>
                <a:gd name="T4" fmla="*/ 24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1"/>
                    <a:pt x="0" y="5"/>
                    <a:pt x="2" y="6"/>
                  </a:cubicBezTo>
                  <a:cubicBezTo>
                    <a:pt x="6" y="7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5" name="Freeform 4837">
              <a:extLst>
                <a:ext uri="{FF2B5EF4-FFF2-40B4-BE49-F238E27FC236}">
                  <a16:creationId xmlns:a16="http://schemas.microsoft.com/office/drawing/2014/main" id="{2A01F74E-D91B-4C87-8741-44EA482FD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301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0 w 4"/>
                <a:gd name="T3" fmla="*/ 36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6" name="Freeform 4838">
              <a:extLst>
                <a:ext uri="{FF2B5EF4-FFF2-40B4-BE49-F238E27FC236}">
                  <a16:creationId xmlns:a16="http://schemas.microsoft.com/office/drawing/2014/main" id="{D2817D17-8902-4238-9772-62CBB06C8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3275"/>
              <a:ext cx="7" cy="9"/>
            </a:xfrm>
            <a:custGeom>
              <a:avLst/>
              <a:gdLst>
                <a:gd name="T0" fmla="*/ 28 w 3"/>
                <a:gd name="T1" fmla="*/ 11 h 4"/>
                <a:gd name="T2" fmla="*/ 0 w 3"/>
                <a:gd name="T3" fmla="*/ 36 h 4"/>
                <a:gd name="T4" fmla="*/ 28 w 3"/>
                <a:gd name="T5" fmla="*/ 0 h 4"/>
                <a:gd name="T6" fmla="*/ 12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7" name="Freeform 4839">
              <a:extLst>
                <a:ext uri="{FF2B5EF4-FFF2-40B4-BE49-F238E27FC236}">
                  <a16:creationId xmlns:a16="http://schemas.microsoft.com/office/drawing/2014/main" id="{61AA77C1-149F-4CDB-BE07-DFF286624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3317"/>
              <a:ext cx="9" cy="15"/>
            </a:xfrm>
            <a:custGeom>
              <a:avLst/>
              <a:gdLst>
                <a:gd name="T0" fmla="*/ 25 w 4"/>
                <a:gd name="T1" fmla="*/ 28 h 7"/>
                <a:gd name="T2" fmla="*/ 11 w 4"/>
                <a:gd name="T3" fmla="*/ 69 h 7"/>
                <a:gd name="T4" fmla="*/ 25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1" y="4"/>
                    <a:pt x="0" y="6"/>
                    <a:pt x="1" y="7"/>
                  </a:cubicBezTo>
                  <a:cubicBezTo>
                    <a:pt x="4" y="6"/>
                    <a:pt x="4" y="3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8" name="Freeform 4840">
              <a:extLst>
                <a:ext uri="{FF2B5EF4-FFF2-40B4-BE49-F238E27FC236}">
                  <a16:creationId xmlns:a16="http://schemas.microsoft.com/office/drawing/2014/main" id="{E3598892-6F8A-4D5D-85F8-34BC4BC19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280"/>
              <a:ext cx="8" cy="10"/>
            </a:xfrm>
            <a:custGeom>
              <a:avLst/>
              <a:gdLst>
                <a:gd name="T0" fmla="*/ 24 w 4"/>
                <a:gd name="T1" fmla="*/ 0 h 5"/>
                <a:gd name="T2" fmla="*/ 0 w 4"/>
                <a:gd name="T3" fmla="*/ 32 h 5"/>
                <a:gd name="T4" fmla="*/ 32 w 4"/>
                <a:gd name="T5" fmla="*/ 16 h 5"/>
                <a:gd name="T6" fmla="*/ 16 w 4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4" y="4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19" name="Freeform 4841">
              <a:extLst>
                <a:ext uri="{FF2B5EF4-FFF2-40B4-BE49-F238E27FC236}">
                  <a16:creationId xmlns:a16="http://schemas.microsoft.com/office/drawing/2014/main" id="{71DF9C42-0479-4DEF-8378-074119BBB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317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44 h 5"/>
                <a:gd name="T4" fmla="*/ 32 w 4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1" y="5"/>
                    <a:pt x="3" y="4"/>
                    <a:pt x="4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0" name="Freeform 4842">
              <a:extLst>
                <a:ext uri="{FF2B5EF4-FFF2-40B4-BE49-F238E27FC236}">
                  <a16:creationId xmlns:a16="http://schemas.microsoft.com/office/drawing/2014/main" id="{0B6E29EC-EE57-4CC5-B2E0-2F73AA0BE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920"/>
              <a:ext cx="8" cy="11"/>
            </a:xfrm>
            <a:custGeom>
              <a:avLst/>
              <a:gdLst>
                <a:gd name="T0" fmla="*/ 0 w 4"/>
                <a:gd name="T1" fmla="*/ 20 h 5"/>
                <a:gd name="T2" fmla="*/ 8 w 4"/>
                <a:gd name="T3" fmla="*/ 53 h 5"/>
                <a:gd name="T4" fmla="*/ 16 w 4"/>
                <a:gd name="T5" fmla="*/ 0 h 5"/>
                <a:gd name="T6" fmla="*/ 0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3"/>
                    <a:pt x="1" y="4"/>
                    <a:pt x="1" y="5"/>
                  </a:cubicBezTo>
                  <a:cubicBezTo>
                    <a:pt x="3" y="3"/>
                    <a:pt x="4" y="1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1" name="Freeform 4843">
              <a:extLst>
                <a:ext uri="{FF2B5EF4-FFF2-40B4-BE49-F238E27FC236}">
                  <a16:creationId xmlns:a16="http://schemas.microsoft.com/office/drawing/2014/main" id="{09FD30F9-DE93-4F83-9C06-26FD60A44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966"/>
              <a:ext cx="8" cy="11"/>
            </a:xfrm>
            <a:custGeom>
              <a:avLst/>
              <a:gdLst>
                <a:gd name="T0" fmla="*/ 0 w 4"/>
                <a:gd name="T1" fmla="*/ 0 h 5"/>
                <a:gd name="T2" fmla="*/ 16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2" name="Freeform 4844">
              <a:extLst>
                <a:ext uri="{FF2B5EF4-FFF2-40B4-BE49-F238E27FC236}">
                  <a16:creationId xmlns:a16="http://schemas.microsoft.com/office/drawing/2014/main" id="{B9EB6D5E-5EE6-4006-9DE4-2C8D5D33F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038"/>
              <a:ext cx="6" cy="9"/>
            </a:xfrm>
            <a:custGeom>
              <a:avLst/>
              <a:gdLst>
                <a:gd name="T0" fmla="*/ 16 w 3"/>
                <a:gd name="T1" fmla="*/ 11 h 4"/>
                <a:gd name="T2" fmla="*/ 8 w 3"/>
                <a:gd name="T3" fmla="*/ 11 h 4"/>
                <a:gd name="T4" fmla="*/ 8 w 3"/>
                <a:gd name="T5" fmla="*/ 45 h 4"/>
                <a:gd name="T6" fmla="*/ 16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0" y="2"/>
                    <a:pt x="1" y="4"/>
                  </a:cubicBezTo>
                  <a:cubicBezTo>
                    <a:pt x="3" y="3"/>
                    <a:pt x="2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3" name="Freeform 4845">
              <a:extLst>
                <a:ext uri="{FF2B5EF4-FFF2-40B4-BE49-F238E27FC236}">
                  <a16:creationId xmlns:a16="http://schemas.microsoft.com/office/drawing/2014/main" id="{DF2FAE25-A9B2-4704-AF70-A03EC18A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014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4" name="Freeform 4846">
              <a:extLst>
                <a:ext uri="{FF2B5EF4-FFF2-40B4-BE49-F238E27FC236}">
                  <a16:creationId xmlns:a16="http://schemas.microsoft.com/office/drawing/2014/main" id="{D3068870-7759-4E6A-A69D-9DD85F363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988"/>
              <a:ext cx="6" cy="11"/>
            </a:xfrm>
            <a:custGeom>
              <a:avLst/>
              <a:gdLst>
                <a:gd name="T0" fmla="*/ 0 w 3"/>
                <a:gd name="T1" fmla="*/ 20 h 5"/>
                <a:gd name="T2" fmla="*/ 8 w 3"/>
                <a:gd name="T3" fmla="*/ 53 h 5"/>
                <a:gd name="T4" fmla="*/ 0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3" y="4"/>
                    <a:pt x="3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5" name="Freeform 4847">
              <a:extLst>
                <a:ext uri="{FF2B5EF4-FFF2-40B4-BE49-F238E27FC236}">
                  <a16:creationId xmlns:a16="http://schemas.microsoft.com/office/drawing/2014/main" id="{D853A6D4-0FC0-4B97-A389-8285E60C3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025"/>
              <a:ext cx="8" cy="13"/>
            </a:xfrm>
            <a:custGeom>
              <a:avLst/>
              <a:gdLst>
                <a:gd name="T0" fmla="*/ 8 w 4"/>
                <a:gd name="T1" fmla="*/ 9 h 6"/>
                <a:gd name="T2" fmla="*/ 16 w 4"/>
                <a:gd name="T3" fmla="*/ 61 h 6"/>
                <a:gd name="T4" fmla="*/ 24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6" name="Freeform 4848">
              <a:extLst>
                <a:ext uri="{FF2B5EF4-FFF2-40B4-BE49-F238E27FC236}">
                  <a16:creationId xmlns:a16="http://schemas.microsoft.com/office/drawing/2014/main" id="{D359236B-568F-465A-A647-E866266A3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935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8 w 5"/>
                <a:gd name="T3" fmla="*/ 53 h 5"/>
                <a:gd name="T4" fmla="*/ 16 w 5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5" y="2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7" name="Freeform 4849">
              <a:extLst>
                <a:ext uri="{FF2B5EF4-FFF2-40B4-BE49-F238E27FC236}">
                  <a16:creationId xmlns:a16="http://schemas.microsoft.com/office/drawing/2014/main" id="{048336A3-839A-4224-BDA6-83411D9B5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938"/>
              <a:ext cx="25" cy="19"/>
            </a:xfrm>
            <a:custGeom>
              <a:avLst/>
              <a:gdLst>
                <a:gd name="T0" fmla="*/ 35 w 12"/>
                <a:gd name="T1" fmla="*/ 8 h 9"/>
                <a:gd name="T2" fmla="*/ 44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4" y="1"/>
                  </a:moveTo>
                  <a:cubicBezTo>
                    <a:pt x="0" y="9"/>
                    <a:pt x="12" y="1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8" name="Freeform 4850">
              <a:extLst>
                <a:ext uri="{FF2B5EF4-FFF2-40B4-BE49-F238E27FC236}">
                  <a16:creationId xmlns:a16="http://schemas.microsoft.com/office/drawing/2014/main" id="{9BF9EC67-849C-4A6D-8204-B6509D65E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1892"/>
              <a:ext cx="8" cy="8"/>
            </a:xfrm>
            <a:custGeom>
              <a:avLst/>
              <a:gdLst>
                <a:gd name="T0" fmla="*/ 8 w 4"/>
                <a:gd name="T1" fmla="*/ 8 h 4"/>
                <a:gd name="T2" fmla="*/ 8 w 4"/>
                <a:gd name="T3" fmla="*/ 32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29" name="Freeform 4851">
              <a:extLst>
                <a:ext uri="{FF2B5EF4-FFF2-40B4-BE49-F238E27FC236}">
                  <a16:creationId xmlns:a16="http://schemas.microsoft.com/office/drawing/2014/main" id="{9A9F98B9-A5A6-44E5-9505-67150B182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852"/>
              <a:ext cx="8" cy="9"/>
            </a:xfrm>
            <a:custGeom>
              <a:avLst/>
              <a:gdLst>
                <a:gd name="T0" fmla="*/ 8 w 4"/>
                <a:gd name="T1" fmla="*/ 0 h 4"/>
                <a:gd name="T2" fmla="*/ 8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0" name="Freeform 4852">
              <a:extLst>
                <a:ext uri="{FF2B5EF4-FFF2-40B4-BE49-F238E27FC236}">
                  <a16:creationId xmlns:a16="http://schemas.microsoft.com/office/drawing/2014/main" id="{3542F75C-9457-4447-8BE8-B40198B5A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879"/>
              <a:ext cx="5" cy="6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24 h 3"/>
                <a:gd name="T4" fmla="*/ 33 w 2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1" y="3"/>
                    <a:pt x="2" y="3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1" name="Freeform 4853">
              <a:extLst>
                <a:ext uri="{FF2B5EF4-FFF2-40B4-BE49-F238E27FC236}">
                  <a16:creationId xmlns:a16="http://schemas.microsoft.com/office/drawing/2014/main" id="{089640F4-15D4-4D98-9F83-FD1B90920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826"/>
              <a:ext cx="4" cy="7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37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2" name="Freeform 4854">
              <a:extLst>
                <a:ext uri="{FF2B5EF4-FFF2-40B4-BE49-F238E27FC236}">
                  <a16:creationId xmlns:a16="http://schemas.microsoft.com/office/drawing/2014/main" id="{99513361-CCEE-4E82-9D28-57A06BEA9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806"/>
              <a:ext cx="7" cy="7"/>
            </a:xfrm>
            <a:custGeom>
              <a:avLst/>
              <a:gdLst>
                <a:gd name="T0" fmla="*/ 0 w 3"/>
                <a:gd name="T1" fmla="*/ 28 h 3"/>
                <a:gd name="T2" fmla="*/ 0 w 3"/>
                <a:gd name="T3" fmla="*/ 37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3"/>
                    <a:pt x="3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3" name="Freeform 4855">
              <a:extLst>
                <a:ext uri="{FF2B5EF4-FFF2-40B4-BE49-F238E27FC236}">
                  <a16:creationId xmlns:a16="http://schemas.microsoft.com/office/drawing/2014/main" id="{ABBD0122-FB5E-4475-AD33-13119954D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839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24 w 3"/>
                <a:gd name="T5" fmla="*/ 0 h 4"/>
                <a:gd name="T6" fmla="*/ 16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4" name="Freeform 4856">
              <a:extLst>
                <a:ext uri="{FF2B5EF4-FFF2-40B4-BE49-F238E27FC236}">
                  <a16:creationId xmlns:a16="http://schemas.microsoft.com/office/drawing/2014/main" id="{A6C28238-6434-4AEE-8EB9-F2D6DF474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879"/>
              <a:ext cx="6" cy="10"/>
            </a:xfrm>
            <a:custGeom>
              <a:avLst/>
              <a:gdLst>
                <a:gd name="T0" fmla="*/ 8 w 3"/>
                <a:gd name="T1" fmla="*/ 8 h 5"/>
                <a:gd name="T2" fmla="*/ 8 w 3"/>
                <a:gd name="T3" fmla="*/ 40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5" name="Freeform 4857">
              <a:extLst>
                <a:ext uri="{FF2B5EF4-FFF2-40B4-BE49-F238E27FC236}">
                  <a16:creationId xmlns:a16="http://schemas.microsoft.com/office/drawing/2014/main" id="{3C685324-A60D-4249-A8F6-73D391F5E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793"/>
              <a:ext cx="8" cy="7"/>
            </a:xfrm>
            <a:custGeom>
              <a:avLst/>
              <a:gdLst>
                <a:gd name="T0" fmla="*/ 16 w 4"/>
                <a:gd name="T1" fmla="*/ 0 h 3"/>
                <a:gd name="T2" fmla="*/ 0 w 4"/>
                <a:gd name="T3" fmla="*/ 37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6" name="Freeform 4858">
              <a:extLst>
                <a:ext uri="{FF2B5EF4-FFF2-40B4-BE49-F238E27FC236}">
                  <a16:creationId xmlns:a16="http://schemas.microsoft.com/office/drawing/2014/main" id="{7EB0CF77-19AC-4E01-BEBA-CA24C4BBC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752"/>
              <a:ext cx="6" cy="9"/>
            </a:xfrm>
            <a:custGeom>
              <a:avLst/>
              <a:gdLst>
                <a:gd name="T0" fmla="*/ 8 w 3"/>
                <a:gd name="T1" fmla="*/ 11 h 4"/>
                <a:gd name="T2" fmla="*/ 0 w 3"/>
                <a:gd name="T3" fmla="*/ 45 h 4"/>
                <a:gd name="T4" fmla="*/ 24 w 3"/>
                <a:gd name="T5" fmla="*/ 11 h 4"/>
                <a:gd name="T6" fmla="*/ 8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4"/>
                    <a:pt x="2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7" name="Freeform 4859">
              <a:extLst>
                <a:ext uri="{FF2B5EF4-FFF2-40B4-BE49-F238E27FC236}">
                  <a16:creationId xmlns:a16="http://schemas.microsoft.com/office/drawing/2014/main" id="{A71FDB5E-7C69-4E72-A73A-CFF6B557F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763"/>
              <a:ext cx="6" cy="6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8" name="Freeform 4860">
              <a:extLst>
                <a:ext uri="{FF2B5EF4-FFF2-40B4-BE49-F238E27FC236}">
                  <a16:creationId xmlns:a16="http://schemas.microsoft.com/office/drawing/2014/main" id="{C2EF67B0-74EA-44DA-B4E5-C774BE5CC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1726"/>
              <a:ext cx="11" cy="10"/>
            </a:xfrm>
            <a:custGeom>
              <a:avLst/>
              <a:gdLst>
                <a:gd name="T0" fmla="*/ 20 w 5"/>
                <a:gd name="T1" fmla="*/ 0 h 5"/>
                <a:gd name="T2" fmla="*/ 20 w 5"/>
                <a:gd name="T3" fmla="*/ 40 h 5"/>
                <a:gd name="T4" fmla="*/ 53 w 5"/>
                <a:gd name="T5" fmla="*/ 16 h 5"/>
                <a:gd name="T6" fmla="*/ 33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3"/>
                    <a:pt x="2" y="5"/>
                  </a:cubicBezTo>
                  <a:cubicBezTo>
                    <a:pt x="3" y="5"/>
                    <a:pt x="5" y="3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39" name="Freeform 4861">
              <a:extLst>
                <a:ext uri="{FF2B5EF4-FFF2-40B4-BE49-F238E27FC236}">
                  <a16:creationId xmlns:a16="http://schemas.microsoft.com/office/drawing/2014/main" id="{C01DAB39-26F8-4D19-A544-3D8622833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758"/>
              <a:ext cx="11" cy="11"/>
            </a:xfrm>
            <a:custGeom>
              <a:avLst/>
              <a:gdLst>
                <a:gd name="T0" fmla="*/ 33 w 5"/>
                <a:gd name="T1" fmla="*/ 9 h 5"/>
                <a:gd name="T2" fmla="*/ 9 w 5"/>
                <a:gd name="T3" fmla="*/ 53 h 5"/>
                <a:gd name="T4" fmla="*/ 33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4" y="5"/>
                    <a:pt x="5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0" name="Freeform 4862">
              <a:extLst>
                <a:ext uri="{FF2B5EF4-FFF2-40B4-BE49-F238E27FC236}">
                  <a16:creationId xmlns:a16="http://schemas.microsoft.com/office/drawing/2014/main" id="{EE9D21C1-49FD-473D-A1D8-F980615E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1719"/>
              <a:ext cx="13" cy="11"/>
            </a:xfrm>
            <a:custGeom>
              <a:avLst/>
              <a:gdLst>
                <a:gd name="T0" fmla="*/ 33 w 6"/>
                <a:gd name="T1" fmla="*/ 0 h 5"/>
                <a:gd name="T2" fmla="*/ 9 w 6"/>
                <a:gd name="T3" fmla="*/ 53 h 5"/>
                <a:gd name="T4" fmla="*/ 33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4" y="5"/>
                    <a:pt x="6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1" name="Freeform 4863">
              <a:extLst>
                <a:ext uri="{FF2B5EF4-FFF2-40B4-BE49-F238E27FC236}">
                  <a16:creationId xmlns:a16="http://schemas.microsoft.com/office/drawing/2014/main" id="{7A8790CC-BB51-4DEC-9F41-7090CBCC1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684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8 w 5"/>
                <a:gd name="T3" fmla="*/ 45 h 4"/>
                <a:gd name="T4" fmla="*/ 2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2" name="Freeform 4864">
              <a:extLst>
                <a:ext uri="{FF2B5EF4-FFF2-40B4-BE49-F238E27FC236}">
                  <a16:creationId xmlns:a16="http://schemas.microsoft.com/office/drawing/2014/main" id="{EBA5B810-3585-427E-9B72-4DD2A43BA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656"/>
              <a:ext cx="6" cy="8"/>
            </a:xfrm>
            <a:custGeom>
              <a:avLst/>
              <a:gdLst>
                <a:gd name="T0" fmla="*/ 8 w 3"/>
                <a:gd name="T1" fmla="*/ 0 h 4"/>
                <a:gd name="T2" fmla="*/ 0 w 3"/>
                <a:gd name="T3" fmla="*/ 24 h 4"/>
                <a:gd name="T4" fmla="*/ 16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3" y="3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3" name="Freeform 4865">
              <a:extLst>
                <a:ext uri="{FF2B5EF4-FFF2-40B4-BE49-F238E27FC236}">
                  <a16:creationId xmlns:a16="http://schemas.microsoft.com/office/drawing/2014/main" id="{A2613FF9-E24E-47FC-8BEB-CCDF59649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653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24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4" name="Freeform 4866">
              <a:extLst>
                <a:ext uri="{FF2B5EF4-FFF2-40B4-BE49-F238E27FC236}">
                  <a16:creationId xmlns:a16="http://schemas.microsoft.com/office/drawing/2014/main" id="{68ABF37C-E770-4682-A8E4-94E0A4AD1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623"/>
              <a:ext cx="11" cy="11"/>
            </a:xfrm>
            <a:custGeom>
              <a:avLst/>
              <a:gdLst>
                <a:gd name="T0" fmla="*/ 9 w 5"/>
                <a:gd name="T1" fmla="*/ 9 h 5"/>
                <a:gd name="T2" fmla="*/ 44 w 5"/>
                <a:gd name="T3" fmla="*/ 33 h 5"/>
                <a:gd name="T4" fmla="*/ 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3"/>
                    <a:pt x="2" y="5"/>
                    <a:pt x="4" y="3"/>
                  </a:cubicBezTo>
                  <a:cubicBezTo>
                    <a:pt x="5" y="1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5" name="Freeform 4867">
              <a:extLst>
                <a:ext uri="{FF2B5EF4-FFF2-40B4-BE49-F238E27FC236}">
                  <a16:creationId xmlns:a16="http://schemas.microsoft.com/office/drawing/2014/main" id="{A9AD9D30-F4EC-4FC6-8084-2D505A6A0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605"/>
              <a:ext cx="12" cy="11"/>
            </a:xfrm>
            <a:custGeom>
              <a:avLst/>
              <a:gdLst>
                <a:gd name="T0" fmla="*/ 32 w 6"/>
                <a:gd name="T1" fmla="*/ 0 h 5"/>
                <a:gd name="T2" fmla="*/ 48 w 6"/>
                <a:gd name="T3" fmla="*/ 9 h 5"/>
                <a:gd name="T4" fmla="*/ 32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0" y="2"/>
                    <a:pt x="4" y="5"/>
                    <a:pt x="6" y="1"/>
                  </a:cubicBezTo>
                  <a:cubicBezTo>
                    <a:pt x="5" y="0"/>
                    <a:pt x="5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6" name="Freeform 4868">
              <a:extLst>
                <a:ext uri="{FF2B5EF4-FFF2-40B4-BE49-F238E27FC236}">
                  <a16:creationId xmlns:a16="http://schemas.microsoft.com/office/drawing/2014/main" id="{72479EDC-67E8-4568-9AE6-45AF9614E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586"/>
              <a:ext cx="14" cy="17"/>
            </a:xfrm>
            <a:custGeom>
              <a:avLst/>
              <a:gdLst>
                <a:gd name="T0" fmla="*/ 48 w 7"/>
                <a:gd name="T1" fmla="*/ 0 h 8"/>
                <a:gd name="T2" fmla="*/ 56 w 7"/>
                <a:gd name="T3" fmla="*/ 1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0" y="0"/>
                    <a:pt x="5" y="8"/>
                    <a:pt x="7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7" name="Freeform 4869">
              <a:extLst>
                <a:ext uri="{FF2B5EF4-FFF2-40B4-BE49-F238E27FC236}">
                  <a16:creationId xmlns:a16="http://schemas.microsoft.com/office/drawing/2014/main" id="{A1BA0DF1-CEC1-4703-82D8-722B68F58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573"/>
              <a:ext cx="4" cy="4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8 h 2"/>
                <a:gd name="T4" fmla="*/ 16 w 2"/>
                <a:gd name="T5" fmla="*/ 8 h 2"/>
                <a:gd name="T6" fmla="*/ 8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8" name="Freeform 4870">
              <a:extLst>
                <a:ext uri="{FF2B5EF4-FFF2-40B4-BE49-F238E27FC236}">
                  <a16:creationId xmlns:a16="http://schemas.microsoft.com/office/drawing/2014/main" id="{940694F2-A54B-43B9-8E2E-CDECAA864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88"/>
              <a:ext cx="21" cy="15"/>
            </a:xfrm>
            <a:custGeom>
              <a:avLst/>
              <a:gdLst>
                <a:gd name="T0" fmla="*/ 17 w 10"/>
                <a:gd name="T1" fmla="*/ 0 h 7"/>
                <a:gd name="T2" fmla="*/ 27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0" y="7"/>
                    <a:pt x="10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9" name="Freeform 4871">
              <a:extLst>
                <a:ext uri="{FF2B5EF4-FFF2-40B4-BE49-F238E27FC236}">
                  <a16:creationId xmlns:a16="http://schemas.microsoft.com/office/drawing/2014/main" id="{1DFF1D44-740D-4B90-A7B6-031298912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612"/>
              <a:ext cx="16" cy="13"/>
            </a:xfrm>
            <a:custGeom>
              <a:avLst/>
              <a:gdLst>
                <a:gd name="T0" fmla="*/ 24 w 8"/>
                <a:gd name="T1" fmla="*/ 9 h 6"/>
                <a:gd name="T2" fmla="*/ 4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3" y="1"/>
                  </a:moveTo>
                  <a:cubicBezTo>
                    <a:pt x="0" y="6"/>
                    <a:pt x="8" y="5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0" name="Freeform 4872">
              <a:extLst>
                <a:ext uri="{FF2B5EF4-FFF2-40B4-BE49-F238E27FC236}">
                  <a16:creationId xmlns:a16="http://schemas.microsoft.com/office/drawing/2014/main" id="{18EAA5FC-C86D-4076-91AC-2B674744D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594"/>
              <a:ext cx="11" cy="7"/>
            </a:xfrm>
            <a:custGeom>
              <a:avLst/>
              <a:gdLst>
                <a:gd name="T0" fmla="*/ 20 w 5"/>
                <a:gd name="T1" fmla="*/ 0 h 3"/>
                <a:gd name="T2" fmla="*/ 9 w 5"/>
                <a:gd name="T3" fmla="*/ 37 h 3"/>
                <a:gd name="T4" fmla="*/ 33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1" name="Freeform 4873">
              <a:extLst>
                <a:ext uri="{FF2B5EF4-FFF2-40B4-BE49-F238E27FC236}">
                  <a16:creationId xmlns:a16="http://schemas.microsoft.com/office/drawing/2014/main" id="{ED325BCD-939D-4C59-9A04-25F296E22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570"/>
              <a:ext cx="4" cy="7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7 h 3"/>
                <a:gd name="T4" fmla="*/ 16 w 2"/>
                <a:gd name="T5" fmla="*/ 12 h 3"/>
                <a:gd name="T6" fmla="*/ 8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2" name="Freeform 4874">
              <a:extLst>
                <a:ext uri="{FF2B5EF4-FFF2-40B4-BE49-F238E27FC236}">
                  <a16:creationId xmlns:a16="http://schemas.microsoft.com/office/drawing/2014/main" id="{679C5956-8514-4A7C-9F45-52FE2E4EF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625"/>
              <a:ext cx="8" cy="9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2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4"/>
                    <a:pt x="4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3" name="Freeform 4875">
              <a:extLst>
                <a:ext uri="{FF2B5EF4-FFF2-40B4-BE49-F238E27FC236}">
                  <a16:creationId xmlns:a16="http://schemas.microsoft.com/office/drawing/2014/main" id="{28D7D906-D918-4331-A993-D8E71D649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662"/>
              <a:ext cx="10" cy="11"/>
            </a:xfrm>
            <a:custGeom>
              <a:avLst/>
              <a:gdLst>
                <a:gd name="T0" fmla="*/ 16 w 5"/>
                <a:gd name="T1" fmla="*/ 9 h 5"/>
                <a:gd name="T2" fmla="*/ 16 w 5"/>
                <a:gd name="T3" fmla="*/ 53 h 5"/>
                <a:gd name="T4" fmla="*/ 16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3"/>
                    <a:pt x="2" y="5"/>
                  </a:cubicBezTo>
                  <a:cubicBezTo>
                    <a:pt x="4" y="4"/>
                    <a:pt x="5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4" name="Freeform 4876">
              <a:extLst>
                <a:ext uri="{FF2B5EF4-FFF2-40B4-BE49-F238E27FC236}">
                  <a16:creationId xmlns:a16="http://schemas.microsoft.com/office/drawing/2014/main" id="{55B55949-1606-4F41-AAE2-93DA20B8D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701"/>
              <a:ext cx="8" cy="7"/>
            </a:xfrm>
            <a:custGeom>
              <a:avLst/>
              <a:gdLst>
                <a:gd name="T0" fmla="*/ 16 w 4"/>
                <a:gd name="T1" fmla="*/ 0 h 3"/>
                <a:gd name="T2" fmla="*/ 0 w 4"/>
                <a:gd name="T3" fmla="*/ 37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2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5" name="Freeform 4877">
              <a:extLst>
                <a:ext uri="{FF2B5EF4-FFF2-40B4-BE49-F238E27FC236}">
                  <a16:creationId xmlns:a16="http://schemas.microsoft.com/office/drawing/2014/main" id="{3C8DC4A5-49BB-4C63-81BE-2B60A2993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691"/>
              <a:ext cx="4" cy="4"/>
            </a:xfrm>
            <a:custGeom>
              <a:avLst/>
              <a:gdLst>
                <a:gd name="T0" fmla="*/ 0 w 2"/>
                <a:gd name="T1" fmla="*/ 8 h 2"/>
                <a:gd name="T2" fmla="*/ 0 w 2"/>
                <a:gd name="T3" fmla="*/ 16 h 2"/>
                <a:gd name="T4" fmla="*/ 16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6" name="Freeform 4878">
              <a:extLst>
                <a:ext uri="{FF2B5EF4-FFF2-40B4-BE49-F238E27FC236}">
                  <a16:creationId xmlns:a16="http://schemas.microsoft.com/office/drawing/2014/main" id="{9488CF9A-263A-4426-BBE7-6BB93CE37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551"/>
              <a:ext cx="16" cy="13"/>
            </a:xfrm>
            <a:custGeom>
              <a:avLst/>
              <a:gdLst>
                <a:gd name="T0" fmla="*/ 24 w 8"/>
                <a:gd name="T1" fmla="*/ 0 h 6"/>
                <a:gd name="T2" fmla="*/ 8 w 8"/>
                <a:gd name="T3" fmla="*/ 9 h 6"/>
                <a:gd name="T4" fmla="*/ 32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6"/>
                    <a:pt x="8" y="4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7" name="Freeform 4879">
              <a:extLst>
                <a:ext uri="{FF2B5EF4-FFF2-40B4-BE49-F238E27FC236}">
                  <a16:creationId xmlns:a16="http://schemas.microsoft.com/office/drawing/2014/main" id="{F0F28062-4B54-4E4A-9C2F-88D27363D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522"/>
              <a:ext cx="9" cy="7"/>
            </a:xfrm>
            <a:custGeom>
              <a:avLst/>
              <a:gdLst>
                <a:gd name="T0" fmla="*/ 25 w 4"/>
                <a:gd name="T1" fmla="*/ 0 h 3"/>
                <a:gd name="T2" fmla="*/ 11 w 4"/>
                <a:gd name="T3" fmla="*/ 37 h 3"/>
                <a:gd name="T4" fmla="*/ 45 w 4"/>
                <a:gd name="T5" fmla="*/ 12 h 3"/>
                <a:gd name="T6" fmla="*/ 25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8" name="Freeform 4880">
              <a:extLst>
                <a:ext uri="{FF2B5EF4-FFF2-40B4-BE49-F238E27FC236}">
                  <a16:creationId xmlns:a16="http://schemas.microsoft.com/office/drawing/2014/main" id="{B40084B1-19CD-4349-ABE8-59356FAE4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542"/>
              <a:ext cx="15" cy="11"/>
            </a:xfrm>
            <a:custGeom>
              <a:avLst/>
              <a:gdLst>
                <a:gd name="T0" fmla="*/ 51 w 7"/>
                <a:gd name="T1" fmla="*/ 9 h 5"/>
                <a:gd name="T2" fmla="*/ 28 w 7"/>
                <a:gd name="T3" fmla="*/ 53 h 5"/>
                <a:gd name="T4" fmla="*/ 60 w 7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2" y="0"/>
                    <a:pt x="0" y="4"/>
                    <a:pt x="3" y="5"/>
                  </a:cubicBezTo>
                  <a:cubicBezTo>
                    <a:pt x="6" y="5"/>
                    <a:pt x="7" y="3"/>
                    <a:pt x="6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9" name="Freeform 4881">
              <a:extLst>
                <a:ext uri="{FF2B5EF4-FFF2-40B4-BE49-F238E27FC236}">
                  <a16:creationId xmlns:a16="http://schemas.microsoft.com/office/drawing/2014/main" id="{0841934F-CD9D-40A4-A0E9-14922E4F8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535"/>
              <a:ext cx="11" cy="9"/>
            </a:xfrm>
            <a:custGeom>
              <a:avLst/>
              <a:gdLst>
                <a:gd name="T0" fmla="*/ 20 w 5"/>
                <a:gd name="T1" fmla="*/ 0 h 4"/>
                <a:gd name="T2" fmla="*/ 0 w 5"/>
                <a:gd name="T3" fmla="*/ 11 h 4"/>
                <a:gd name="T4" fmla="*/ 53 w 5"/>
                <a:gd name="T5" fmla="*/ 11 h 4"/>
                <a:gd name="T6" fmla="*/ 33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4"/>
                    <a:pt x="4" y="3"/>
                    <a:pt x="5" y="1"/>
                  </a:cubicBezTo>
                  <a:cubicBezTo>
                    <a:pt x="4" y="0"/>
                    <a:pt x="4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0" name="Freeform 4882">
              <a:extLst>
                <a:ext uri="{FF2B5EF4-FFF2-40B4-BE49-F238E27FC236}">
                  <a16:creationId xmlns:a16="http://schemas.microsoft.com/office/drawing/2014/main" id="{F1C98F1D-DBB2-4806-BDF5-A9CBC9BF9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557"/>
              <a:ext cx="7" cy="7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28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1" name="Freeform 4883">
              <a:extLst>
                <a:ext uri="{FF2B5EF4-FFF2-40B4-BE49-F238E27FC236}">
                  <a16:creationId xmlns:a16="http://schemas.microsoft.com/office/drawing/2014/main" id="{D32F8A71-AA2F-4C73-972F-A9C276EB6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564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6 h 3"/>
                <a:gd name="T4" fmla="*/ 16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2" name="Freeform 4884">
              <a:extLst>
                <a:ext uri="{FF2B5EF4-FFF2-40B4-BE49-F238E27FC236}">
                  <a16:creationId xmlns:a16="http://schemas.microsoft.com/office/drawing/2014/main" id="{0B726ED0-D490-4763-84AF-40D25C3FB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522"/>
              <a:ext cx="15" cy="13"/>
            </a:xfrm>
            <a:custGeom>
              <a:avLst/>
              <a:gdLst>
                <a:gd name="T0" fmla="*/ 60 w 7"/>
                <a:gd name="T1" fmla="*/ 9 h 6"/>
                <a:gd name="T2" fmla="*/ 28 w 7"/>
                <a:gd name="T3" fmla="*/ 52 h 6"/>
                <a:gd name="T4" fmla="*/ 60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6" y="1"/>
                  </a:moveTo>
                  <a:cubicBezTo>
                    <a:pt x="3" y="0"/>
                    <a:pt x="0" y="3"/>
                    <a:pt x="3" y="5"/>
                  </a:cubicBezTo>
                  <a:cubicBezTo>
                    <a:pt x="5" y="6"/>
                    <a:pt x="7" y="4"/>
                    <a:pt x="6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3" name="Freeform 4885">
              <a:extLst>
                <a:ext uri="{FF2B5EF4-FFF2-40B4-BE49-F238E27FC236}">
                  <a16:creationId xmlns:a16="http://schemas.microsoft.com/office/drawing/2014/main" id="{7F92D145-392D-4D04-89AC-C71403055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507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8 w 1"/>
                <a:gd name="T5" fmla="*/ 8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4" name="Freeform 4886">
              <a:extLst>
                <a:ext uri="{FF2B5EF4-FFF2-40B4-BE49-F238E27FC236}">
                  <a16:creationId xmlns:a16="http://schemas.microsoft.com/office/drawing/2014/main" id="{421CEF5D-5114-4727-8741-DB0F908B7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546"/>
              <a:ext cx="10" cy="11"/>
            </a:xfrm>
            <a:custGeom>
              <a:avLst/>
              <a:gdLst>
                <a:gd name="T0" fmla="*/ 24 w 5"/>
                <a:gd name="T1" fmla="*/ 9 h 5"/>
                <a:gd name="T2" fmla="*/ 16 w 5"/>
                <a:gd name="T3" fmla="*/ 0 h 5"/>
                <a:gd name="T4" fmla="*/ 2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3"/>
                    <a:pt x="5" y="5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5" name="Freeform 4887">
              <a:extLst>
                <a:ext uri="{FF2B5EF4-FFF2-40B4-BE49-F238E27FC236}">
                  <a16:creationId xmlns:a16="http://schemas.microsoft.com/office/drawing/2014/main" id="{8FC90DBF-6DA2-4A72-BAFF-604D0BE47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527"/>
              <a:ext cx="6" cy="11"/>
            </a:xfrm>
            <a:custGeom>
              <a:avLst/>
              <a:gdLst>
                <a:gd name="T0" fmla="*/ 16 w 3"/>
                <a:gd name="T1" fmla="*/ 0 h 5"/>
                <a:gd name="T2" fmla="*/ 0 w 3"/>
                <a:gd name="T3" fmla="*/ 44 h 5"/>
                <a:gd name="T4" fmla="*/ 24 w 3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3" y="4"/>
                    <a:pt x="3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6" name="Freeform 4888">
              <a:extLst>
                <a:ext uri="{FF2B5EF4-FFF2-40B4-BE49-F238E27FC236}">
                  <a16:creationId xmlns:a16="http://schemas.microsoft.com/office/drawing/2014/main" id="{BD5D142B-42AF-40D9-93CE-E7B5076E4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509"/>
              <a:ext cx="6" cy="7"/>
            </a:xfrm>
            <a:custGeom>
              <a:avLst/>
              <a:gdLst>
                <a:gd name="T0" fmla="*/ 8 w 3"/>
                <a:gd name="T1" fmla="*/ 0 h 3"/>
                <a:gd name="T2" fmla="*/ 0 w 3"/>
                <a:gd name="T3" fmla="*/ 28 h 3"/>
                <a:gd name="T4" fmla="*/ 16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3" y="3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7" name="Freeform 4889">
              <a:extLst>
                <a:ext uri="{FF2B5EF4-FFF2-40B4-BE49-F238E27FC236}">
                  <a16:creationId xmlns:a16="http://schemas.microsoft.com/office/drawing/2014/main" id="{0A5439D8-0F99-420A-AD7F-226AB3E2B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533"/>
              <a:ext cx="10" cy="11"/>
            </a:xfrm>
            <a:custGeom>
              <a:avLst/>
              <a:gdLst>
                <a:gd name="T0" fmla="*/ 8 w 5"/>
                <a:gd name="T1" fmla="*/ 33 h 5"/>
                <a:gd name="T2" fmla="*/ 0 w 5"/>
                <a:gd name="T3" fmla="*/ 44 h 5"/>
                <a:gd name="T4" fmla="*/ 40 w 5"/>
                <a:gd name="T5" fmla="*/ 20 h 5"/>
                <a:gd name="T6" fmla="*/ 8 w 5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5"/>
                    <a:pt x="4" y="4"/>
                    <a:pt x="5" y="2"/>
                  </a:cubicBezTo>
                  <a:cubicBezTo>
                    <a:pt x="4" y="0"/>
                    <a:pt x="3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8" name="Freeform 4890">
              <a:extLst>
                <a:ext uri="{FF2B5EF4-FFF2-40B4-BE49-F238E27FC236}">
                  <a16:creationId xmlns:a16="http://schemas.microsoft.com/office/drawing/2014/main" id="{0D297683-677E-4783-95E5-278031F02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524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8 h 3"/>
                <a:gd name="T4" fmla="*/ 16 w 2"/>
                <a:gd name="T5" fmla="*/ 28 h 3"/>
                <a:gd name="T6" fmla="*/ 8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69" name="Freeform 4891">
              <a:extLst>
                <a:ext uri="{FF2B5EF4-FFF2-40B4-BE49-F238E27FC236}">
                  <a16:creationId xmlns:a16="http://schemas.microsoft.com/office/drawing/2014/main" id="{E52B3F01-4AE8-44E6-87D1-5E8B43441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551"/>
              <a:ext cx="14" cy="11"/>
            </a:xfrm>
            <a:custGeom>
              <a:avLst/>
              <a:gdLst>
                <a:gd name="T0" fmla="*/ 40 w 7"/>
                <a:gd name="T1" fmla="*/ 9 h 5"/>
                <a:gd name="T2" fmla="*/ 24 w 7"/>
                <a:gd name="T3" fmla="*/ 44 h 5"/>
                <a:gd name="T4" fmla="*/ 56 w 7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4" y="0"/>
                    <a:pt x="0" y="2"/>
                    <a:pt x="3" y="4"/>
                  </a:cubicBezTo>
                  <a:cubicBezTo>
                    <a:pt x="5" y="5"/>
                    <a:pt x="7" y="3"/>
                    <a:pt x="7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0" name="Freeform 4892">
              <a:extLst>
                <a:ext uri="{FF2B5EF4-FFF2-40B4-BE49-F238E27FC236}">
                  <a16:creationId xmlns:a16="http://schemas.microsoft.com/office/drawing/2014/main" id="{1C70FF99-5BCE-427E-A843-867086BE4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583"/>
              <a:ext cx="8" cy="11"/>
            </a:xfrm>
            <a:custGeom>
              <a:avLst/>
              <a:gdLst>
                <a:gd name="T0" fmla="*/ 8 w 4"/>
                <a:gd name="T1" fmla="*/ 9 h 5"/>
                <a:gd name="T2" fmla="*/ 0 w 4"/>
                <a:gd name="T3" fmla="*/ 20 h 5"/>
                <a:gd name="T4" fmla="*/ 32 w 4"/>
                <a:gd name="T5" fmla="*/ 9 h 5"/>
                <a:gd name="T6" fmla="*/ 16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5"/>
                    <a:pt x="3" y="4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1" name="Freeform 4893">
              <a:extLst>
                <a:ext uri="{FF2B5EF4-FFF2-40B4-BE49-F238E27FC236}">
                  <a16:creationId xmlns:a16="http://schemas.microsoft.com/office/drawing/2014/main" id="{34CEEA16-C67D-43BD-80BE-EA6954F4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573"/>
              <a:ext cx="9" cy="6"/>
            </a:xfrm>
            <a:custGeom>
              <a:avLst/>
              <a:gdLst>
                <a:gd name="T0" fmla="*/ 0 w 4"/>
                <a:gd name="T1" fmla="*/ 0 h 3"/>
                <a:gd name="T2" fmla="*/ 11 w 4"/>
                <a:gd name="T3" fmla="*/ 24 h 3"/>
                <a:gd name="T4" fmla="*/ 2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2" name="Freeform 4894">
              <a:extLst>
                <a:ext uri="{FF2B5EF4-FFF2-40B4-BE49-F238E27FC236}">
                  <a16:creationId xmlns:a16="http://schemas.microsoft.com/office/drawing/2014/main" id="{28E69D53-A6CE-4251-AB2A-F075D7998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599"/>
              <a:ext cx="35" cy="17"/>
            </a:xfrm>
            <a:custGeom>
              <a:avLst/>
              <a:gdLst>
                <a:gd name="T0" fmla="*/ 68 w 17"/>
                <a:gd name="T1" fmla="*/ 0 h 8"/>
                <a:gd name="T2" fmla="*/ 89 w 17"/>
                <a:gd name="T3" fmla="*/ 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8" y="0"/>
                  </a:moveTo>
                  <a:cubicBezTo>
                    <a:pt x="0" y="8"/>
                    <a:pt x="17" y="6"/>
                    <a:pt x="1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3" name="Freeform 4895">
              <a:extLst>
                <a:ext uri="{FF2B5EF4-FFF2-40B4-BE49-F238E27FC236}">
                  <a16:creationId xmlns:a16="http://schemas.microsoft.com/office/drawing/2014/main" id="{9CC11C48-2ACD-42BA-A8AE-6672270C1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588"/>
              <a:ext cx="6" cy="11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53 h 5"/>
                <a:gd name="T4" fmla="*/ 24 w 3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2" y="5"/>
                    <a:pt x="2" y="4"/>
                    <a:pt x="3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4" name="Freeform 4896">
              <a:extLst>
                <a:ext uri="{FF2B5EF4-FFF2-40B4-BE49-F238E27FC236}">
                  <a16:creationId xmlns:a16="http://schemas.microsoft.com/office/drawing/2014/main" id="{63792BFB-3EB7-4A88-8DBE-63C29864B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557"/>
              <a:ext cx="8" cy="7"/>
            </a:xfrm>
            <a:custGeom>
              <a:avLst/>
              <a:gdLst>
                <a:gd name="T0" fmla="*/ 8 w 4"/>
                <a:gd name="T1" fmla="*/ 12 h 3"/>
                <a:gd name="T2" fmla="*/ 8 w 4"/>
                <a:gd name="T3" fmla="*/ 37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4" y="2"/>
                    <a:pt x="3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5" name="Freeform 4897">
              <a:extLst>
                <a:ext uri="{FF2B5EF4-FFF2-40B4-BE49-F238E27FC236}">
                  <a16:creationId xmlns:a16="http://schemas.microsoft.com/office/drawing/2014/main" id="{A5FEADEE-20D3-4ECB-A69A-972B72A65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573"/>
              <a:ext cx="6" cy="4"/>
            </a:xfrm>
            <a:custGeom>
              <a:avLst/>
              <a:gdLst>
                <a:gd name="T0" fmla="*/ 8 w 3"/>
                <a:gd name="T1" fmla="*/ 0 h 2"/>
                <a:gd name="T2" fmla="*/ 0 w 3"/>
                <a:gd name="T3" fmla="*/ 16 h 2"/>
                <a:gd name="T4" fmla="*/ 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2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6" name="Freeform 4898">
              <a:extLst>
                <a:ext uri="{FF2B5EF4-FFF2-40B4-BE49-F238E27FC236}">
                  <a16:creationId xmlns:a16="http://schemas.microsoft.com/office/drawing/2014/main" id="{BE559C45-165B-462E-91DF-0E6060D77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544"/>
              <a:ext cx="10" cy="9"/>
            </a:xfrm>
            <a:custGeom>
              <a:avLst/>
              <a:gdLst>
                <a:gd name="T0" fmla="*/ 16 w 5"/>
                <a:gd name="T1" fmla="*/ 0 h 4"/>
                <a:gd name="T2" fmla="*/ 32 w 5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4"/>
                    <a:pt x="5" y="4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7" name="Freeform 4899">
              <a:extLst>
                <a:ext uri="{FF2B5EF4-FFF2-40B4-BE49-F238E27FC236}">
                  <a16:creationId xmlns:a16="http://schemas.microsoft.com/office/drawing/2014/main" id="{11F4FE6C-B8D1-4A96-9BB9-E30AFF393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538"/>
              <a:ext cx="25" cy="13"/>
            </a:xfrm>
            <a:custGeom>
              <a:avLst/>
              <a:gdLst>
                <a:gd name="T0" fmla="*/ 65 w 12"/>
                <a:gd name="T1" fmla="*/ 0 h 6"/>
                <a:gd name="T2" fmla="*/ 73 w 12"/>
                <a:gd name="T3" fmla="*/ 2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7" y="0"/>
                  </a:moveTo>
                  <a:cubicBezTo>
                    <a:pt x="0" y="6"/>
                    <a:pt x="12" y="5"/>
                    <a:pt x="8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8" name="Freeform 4900">
              <a:extLst>
                <a:ext uri="{FF2B5EF4-FFF2-40B4-BE49-F238E27FC236}">
                  <a16:creationId xmlns:a16="http://schemas.microsoft.com/office/drawing/2014/main" id="{4923690B-C5CA-4D5B-90AC-7C2C352B3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524"/>
              <a:ext cx="8" cy="7"/>
            </a:xfrm>
            <a:custGeom>
              <a:avLst/>
              <a:gdLst>
                <a:gd name="T0" fmla="*/ 16 w 4"/>
                <a:gd name="T1" fmla="*/ 12 h 3"/>
                <a:gd name="T2" fmla="*/ 0 w 4"/>
                <a:gd name="T3" fmla="*/ 28 h 3"/>
                <a:gd name="T4" fmla="*/ 32 w 4"/>
                <a:gd name="T5" fmla="*/ 0 h 3"/>
                <a:gd name="T6" fmla="*/ 16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2"/>
                    <a:pt x="0" y="1"/>
                    <a:pt x="0" y="2"/>
                  </a:cubicBezTo>
                  <a:cubicBezTo>
                    <a:pt x="2" y="3"/>
                    <a:pt x="3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9" name="Freeform 4901">
              <a:extLst>
                <a:ext uri="{FF2B5EF4-FFF2-40B4-BE49-F238E27FC236}">
                  <a16:creationId xmlns:a16="http://schemas.microsoft.com/office/drawing/2014/main" id="{B951DE2B-8622-4BCE-AFDA-69D205AF1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507"/>
              <a:ext cx="19" cy="9"/>
            </a:xfrm>
            <a:custGeom>
              <a:avLst/>
              <a:gdLst>
                <a:gd name="T0" fmla="*/ 36 w 9"/>
                <a:gd name="T1" fmla="*/ 0 h 4"/>
                <a:gd name="T2" fmla="*/ 57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4" y="0"/>
                  </a:moveTo>
                  <a:cubicBezTo>
                    <a:pt x="0" y="4"/>
                    <a:pt x="9" y="4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80" name="Freeform 4902">
              <a:extLst>
                <a:ext uri="{FF2B5EF4-FFF2-40B4-BE49-F238E27FC236}">
                  <a16:creationId xmlns:a16="http://schemas.microsoft.com/office/drawing/2014/main" id="{B2C26452-6F4D-496D-A629-A78AF80E7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559"/>
              <a:ext cx="9" cy="7"/>
            </a:xfrm>
            <a:custGeom>
              <a:avLst/>
              <a:gdLst>
                <a:gd name="T0" fmla="*/ 0 w 4"/>
                <a:gd name="T1" fmla="*/ 28 h 3"/>
                <a:gd name="T2" fmla="*/ 11 w 4"/>
                <a:gd name="T3" fmla="*/ 37 h 3"/>
                <a:gd name="T4" fmla="*/ 45 w 4"/>
                <a:gd name="T5" fmla="*/ 12 h 3"/>
                <a:gd name="T6" fmla="*/ 25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81" name="Freeform 4903">
              <a:extLst>
                <a:ext uri="{FF2B5EF4-FFF2-40B4-BE49-F238E27FC236}">
                  <a16:creationId xmlns:a16="http://schemas.microsoft.com/office/drawing/2014/main" id="{0DA2B58E-39EB-413D-A3C0-D07F23D4F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623"/>
              <a:ext cx="12" cy="6"/>
            </a:xfrm>
            <a:custGeom>
              <a:avLst/>
              <a:gdLst>
                <a:gd name="T0" fmla="*/ 16 w 6"/>
                <a:gd name="T1" fmla="*/ 0 h 3"/>
                <a:gd name="T2" fmla="*/ 0 w 6"/>
                <a:gd name="T3" fmla="*/ 16 h 3"/>
                <a:gd name="T4" fmla="*/ 24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3" y="3"/>
                    <a:pt x="6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82" name="Freeform 4904">
              <a:extLst>
                <a:ext uri="{FF2B5EF4-FFF2-40B4-BE49-F238E27FC236}">
                  <a16:creationId xmlns:a16="http://schemas.microsoft.com/office/drawing/2014/main" id="{98EDBBF5-52D9-487E-9C7F-3A16B095B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618"/>
              <a:ext cx="11" cy="11"/>
            </a:xfrm>
            <a:custGeom>
              <a:avLst/>
              <a:gdLst>
                <a:gd name="T0" fmla="*/ 33 w 5"/>
                <a:gd name="T1" fmla="*/ 0 h 5"/>
                <a:gd name="T2" fmla="*/ 53 w 5"/>
                <a:gd name="T3" fmla="*/ 33 h 5"/>
                <a:gd name="T4" fmla="*/ 5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2"/>
                    <a:pt x="3" y="5"/>
                    <a:pt x="5" y="3"/>
                  </a:cubicBezTo>
                  <a:cubicBezTo>
                    <a:pt x="5" y="2"/>
                    <a:pt x="5" y="1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83" name="Freeform 4905">
              <a:extLst>
                <a:ext uri="{FF2B5EF4-FFF2-40B4-BE49-F238E27FC236}">
                  <a16:creationId xmlns:a16="http://schemas.microsoft.com/office/drawing/2014/main" id="{A5D6E4B6-087E-4F86-BF1B-24729030C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594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40 w 5"/>
                <a:gd name="T3" fmla="*/ 36 h 4"/>
                <a:gd name="T4" fmla="*/ 32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2" y="4"/>
                    <a:pt x="5" y="3"/>
                  </a:cubicBezTo>
                  <a:cubicBezTo>
                    <a:pt x="5" y="2"/>
                    <a:pt x="5" y="1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84" name="Freeform 4906">
              <a:extLst>
                <a:ext uri="{FF2B5EF4-FFF2-40B4-BE49-F238E27FC236}">
                  <a16:creationId xmlns:a16="http://schemas.microsoft.com/office/drawing/2014/main" id="{8A798189-C0DD-4638-849A-9C47686D9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621"/>
              <a:ext cx="17" cy="11"/>
            </a:xfrm>
            <a:custGeom>
              <a:avLst/>
              <a:gdLst>
                <a:gd name="T0" fmla="*/ 40 w 8"/>
                <a:gd name="T1" fmla="*/ 9 h 5"/>
                <a:gd name="T2" fmla="*/ 28 w 8"/>
                <a:gd name="T3" fmla="*/ 9 h 5"/>
                <a:gd name="T4" fmla="*/ 6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1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0" y="5"/>
                    <a:pt x="8" y="4"/>
                    <a:pt x="6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85" name="Freeform 4907">
              <a:extLst>
                <a:ext uri="{FF2B5EF4-FFF2-40B4-BE49-F238E27FC236}">
                  <a16:creationId xmlns:a16="http://schemas.microsoft.com/office/drawing/2014/main" id="{ADB98605-097C-4FBD-A965-6D0D1DC08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649"/>
              <a:ext cx="11" cy="9"/>
            </a:xfrm>
            <a:custGeom>
              <a:avLst/>
              <a:gdLst>
                <a:gd name="T0" fmla="*/ 20 w 5"/>
                <a:gd name="T1" fmla="*/ 0 h 4"/>
                <a:gd name="T2" fmla="*/ 0 w 5"/>
                <a:gd name="T3" fmla="*/ 25 h 4"/>
                <a:gd name="T4" fmla="*/ 33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86" name="Freeform 4908">
              <a:extLst>
                <a:ext uri="{FF2B5EF4-FFF2-40B4-BE49-F238E27FC236}">
                  <a16:creationId xmlns:a16="http://schemas.microsoft.com/office/drawing/2014/main" id="{F4DECBDC-3AA0-492E-9879-E81126668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684"/>
              <a:ext cx="12" cy="13"/>
            </a:xfrm>
            <a:custGeom>
              <a:avLst/>
              <a:gdLst>
                <a:gd name="T0" fmla="*/ 16 w 6"/>
                <a:gd name="T1" fmla="*/ 33 h 6"/>
                <a:gd name="T2" fmla="*/ 8 w 6"/>
                <a:gd name="T3" fmla="*/ 20 h 6"/>
                <a:gd name="T4" fmla="*/ 16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6"/>
                    <a:pt x="6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87" name="Freeform 4909">
              <a:extLst>
                <a:ext uri="{FF2B5EF4-FFF2-40B4-BE49-F238E27FC236}">
                  <a16:creationId xmlns:a16="http://schemas.microsoft.com/office/drawing/2014/main" id="{2590F46A-C0D6-4A00-9C9C-89F5F06AE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660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32 w 5"/>
                <a:gd name="T3" fmla="*/ 36 h 4"/>
                <a:gd name="T4" fmla="*/ 24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1"/>
                    <a:pt x="2" y="4"/>
                    <a:pt x="4" y="3"/>
                  </a:cubicBezTo>
                  <a:cubicBezTo>
                    <a:pt x="5" y="1"/>
                    <a:pt x="4" y="1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88" name="Freeform 4910">
              <a:extLst>
                <a:ext uri="{FF2B5EF4-FFF2-40B4-BE49-F238E27FC236}">
                  <a16:creationId xmlns:a16="http://schemas.microsoft.com/office/drawing/2014/main" id="{2B37001C-B9AB-4693-B6CB-DDB44BA6A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706"/>
              <a:ext cx="6" cy="4"/>
            </a:xfrm>
            <a:custGeom>
              <a:avLst/>
              <a:gdLst>
                <a:gd name="T0" fmla="*/ 8 w 3"/>
                <a:gd name="T1" fmla="*/ 0 h 2"/>
                <a:gd name="T2" fmla="*/ 0 w 3"/>
                <a:gd name="T3" fmla="*/ 16 h 2"/>
                <a:gd name="T4" fmla="*/ 24 w 3"/>
                <a:gd name="T5" fmla="*/ 16 h 2"/>
                <a:gd name="T6" fmla="*/ 24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89" name="Freeform 4911">
              <a:extLst>
                <a:ext uri="{FF2B5EF4-FFF2-40B4-BE49-F238E27FC236}">
                  <a16:creationId xmlns:a16="http://schemas.microsoft.com/office/drawing/2014/main" id="{C7E34573-8A72-4EB1-8004-579D1585C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19"/>
              <a:ext cx="18" cy="13"/>
            </a:xfrm>
            <a:custGeom>
              <a:avLst/>
              <a:gdLst>
                <a:gd name="T0" fmla="*/ 24 w 9"/>
                <a:gd name="T1" fmla="*/ 9 h 6"/>
                <a:gd name="T2" fmla="*/ 16 w 9"/>
                <a:gd name="T3" fmla="*/ 9 h 6"/>
                <a:gd name="T4" fmla="*/ 4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1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0" y="6"/>
                    <a:pt x="9" y="3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90" name="Freeform 4912">
              <a:extLst>
                <a:ext uri="{FF2B5EF4-FFF2-40B4-BE49-F238E27FC236}">
                  <a16:creationId xmlns:a16="http://schemas.microsoft.com/office/drawing/2014/main" id="{14485235-DF56-4D7B-B9F0-F45103580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756"/>
              <a:ext cx="8" cy="9"/>
            </a:xfrm>
            <a:custGeom>
              <a:avLst/>
              <a:gdLst>
                <a:gd name="T0" fmla="*/ 8 w 4"/>
                <a:gd name="T1" fmla="*/ 11 h 4"/>
                <a:gd name="T2" fmla="*/ 0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4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91" name="Freeform 4913">
              <a:extLst>
                <a:ext uri="{FF2B5EF4-FFF2-40B4-BE49-F238E27FC236}">
                  <a16:creationId xmlns:a16="http://schemas.microsoft.com/office/drawing/2014/main" id="{5AE8BFD4-D63D-41D2-B237-DA000DC6E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721"/>
              <a:ext cx="8" cy="9"/>
            </a:xfrm>
            <a:custGeom>
              <a:avLst/>
              <a:gdLst>
                <a:gd name="T0" fmla="*/ 16 w 4"/>
                <a:gd name="T1" fmla="*/ 0 h 4"/>
                <a:gd name="T2" fmla="*/ 0 w 4"/>
                <a:gd name="T3" fmla="*/ 11 h 4"/>
                <a:gd name="T4" fmla="*/ 3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4"/>
                    <a:pt x="4" y="2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92" name="Freeform 4914">
              <a:extLst>
                <a:ext uri="{FF2B5EF4-FFF2-40B4-BE49-F238E27FC236}">
                  <a16:creationId xmlns:a16="http://schemas.microsoft.com/office/drawing/2014/main" id="{3B4BB328-00AB-4ADF-8445-CCA40923D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691"/>
              <a:ext cx="5" cy="6"/>
            </a:xfrm>
            <a:custGeom>
              <a:avLst/>
              <a:gdLst>
                <a:gd name="T0" fmla="*/ 0 w 2"/>
                <a:gd name="T1" fmla="*/ 8 h 3"/>
                <a:gd name="T2" fmla="*/ 20 w 2"/>
                <a:gd name="T3" fmla="*/ 24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1"/>
                    <a:pt x="2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93" name="Freeform 4915">
              <a:extLst>
                <a:ext uri="{FF2B5EF4-FFF2-40B4-BE49-F238E27FC236}">
                  <a16:creationId xmlns:a16="http://schemas.microsoft.com/office/drawing/2014/main" id="{0DFAA613-1450-44C5-AC4B-0AA74A054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656"/>
              <a:ext cx="12" cy="11"/>
            </a:xfrm>
            <a:custGeom>
              <a:avLst/>
              <a:gdLst>
                <a:gd name="T0" fmla="*/ 32 w 6"/>
                <a:gd name="T1" fmla="*/ 0 h 5"/>
                <a:gd name="T2" fmla="*/ 48 w 6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0" y="4"/>
                    <a:pt x="6" y="5"/>
                    <a:pt x="6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94" name="Freeform 4916">
              <a:extLst>
                <a:ext uri="{FF2B5EF4-FFF2-40B4-BE49-F238E27FC236}">
                  <a16:creationId xmlns:a16="http://schemas.microsoft.com/office/drawing/2014/main" id="{EDD43687-9AF1-4A7E-9DE3-0DEB69510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754"/>
              <a:ext cx="15" cy="15"/>
            </a:xfrm>
            <a:custGeom>
              <a:avLst/>
              <a:gdLst>
                <a:gd name="T0" fmla="*/ 41 w 7"/>
                <a:gd name="T1" fmla="*/ 19 h 7"/>
                <a:gd name="T2" fmla="*/ 41 w 7"/>
                <a:gd name="T3" fmla="*/ 0 h 7"/>
                <a:gd name="T4" fmla="*/ 28 w 7"/>
                <a:gd name="T5" fmla="*/ 51 h 7"/>
                <a:gd name="T6" fmla="*/ 60 w 7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5" y="1"/>
                    <a:pt x="5" y="1"/>
                    <a:pt x="4" y="0"/>
                  </a:cubicBezTo>
                  <a:cubicBezTo>
                    <a:pt x="2" y="1"/>
                    <a:pt x="0" y="4"/>
                    <a:pt x="3" y="5"/>
                  </a:cubicBezTo>
                  <a:cubicBezTo>
                    <a:pt x="6" y="7"/>
                    <a:pt x="7" y="3"/>
                    <a:pt x="6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95" name="Freeform 4917">
              <a:extLst>
                <a:ext uri="{FF2B5EF4-FFF2-40B4-BE49-F238E27FC236}">
                  <a16:creationId xmlns:a16="http://schemas.microsoft.com/office/drawing/2014/main" id="{165941D3-9B95-4E8C-842A-AE6B61CC3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745"/>
              <a:ext cx="4" cy="5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2" y="2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96" name="Freeform 4918">
              <a:extLst>
                <a:ext uri="{FF2B5EF4-FFF2-40B4-BE49-F238E27FC236}">
                  <a16:creationId xmlns:a16="http://schemas.microsoft.com/office/drawing/2014/main" id="{EEEEDF33-4C35-4DB0-89AB-56DA5207D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795"/>
              <a:ext cx="19" cy="11"/>
            </a:xfrm>
            <a:custGeom>
              <a:avLst/>
              <a:gdLst>
                <a:gd name="T0" fmla="*/ 27 w 9"/>
                <a:gd name="T1" fmla="*/ 0 h 5"/>
                <a:gd name="T2" fmla="*/ 36 w 9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3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97" name="Freeform 4919">
              <a:extLst>
                <a:ext uri="{FF2B5EF4-FFF2-40B4-BE49-F238E27FC236}">
                  <a16:creationId xmlns:a16="http://schemas.microsoft.com/office/drawing/2014/main" id="{95D590FD-CA4C-4278-A993-0E4160EA8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820"/>
              <a:ext cx="10" cy="10"/>
            </a:xfrm>
            <a:custGeom>
              <a:avLst/>
              <a:gdLst>
                <a:gd name="T0" fmla="*/ 8 w 5"/>
                <a:gd name="T1" fmla="*/ 0 h 5"/>
                <a:gd name="T2" fmla="*/ 16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5"/>
                    <a:pt x="5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98" name="Freeform 4920">
              <a:extLst>
                <a:ext uri="{FF2B5EF4-FFF2-40B4-BE49-F238E27FC236}">
                  <a16:creationId xmlns:a16="http://schemas.microsoft.com/office/drawing/2014/main" id="{7D56128F-9FA1-44D5-BC10-086AE50DE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854"/>
              <a:ext cx="16" cy="14"/>
            </a:xfrm>
            <a:custGeom>
              <a:avLst/>
              <a:gdLst>
                <a:gd name="T0" fmla="*/ 16 w 8"/>
                <a:gd name="T1" fmla="*/ 12 h 6"/>
                <a:gd name="T2" fmla="*/ 8 w 8"/>
                <a:gd name="T3" fmla="*/ 28 h 6"/>
                <a:gd name="T4" fmla="*/ 32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6"/>
                    <a:pt x="8" y="4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99" name="Freeform 4921">
              <a:extLst>
                <a:ext uri="{FF2B5EF4-FFF2-40B4-BE49-F238E27FC236}">
                  <a16:creationId xmlns:a16="http://schemas.microsoft.com/office/drawing/2014/main" id="{1C93495B-FDD9-4289-9B06-634FE3398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835"/>
              <a:ext cx="7" cy="6"/>
            </a:xfrm>
            <a:custGeom>
              <a:avLst/>
              <a:gdLst>
                <a:gd name="T0" fmla="*/ 37 w 3"/>
                <a:gd name="T1" fmla="*/ 0 h 3"/>
                <a:gd name="T2" fmla="*/ 0 w 3"/>
                <a:gd name="T3" fmla="*/ 24 h 3"/>
                <a:gd name="T4" fmla="*/ 37 w 3"/>
                <a:gd name="T5" fmla="*/ 16 h 3"/>
                <a:gd name="T6" fmla="*/ 28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1"/>
                    <a:pt x="3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00" name="Freeform 4922">
              <a:extLst>
                <a:ext uri="{FF2B5EF4-FFF2-40B4-BE49-F238E27FC236}">
                  <a16:creationId xmlns:a16="http://schemas.microsoft.com/office/drawing/2014/main" id="{620BFEF3-BE92-4B69-BEE1-6B13B86C8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824"/>
              <a:ext cx="7" cy="6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24 h 3"/>
                <a:gd name="T4" fmla="*/ 37 w 3"/>
                <a:gd name="T5" fmla="*/ 0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01" name="Freeform 4923">
              <a:extLst>
                <a:ext uri="{FF2B5EF4-FFF2-40B4-BE49-F238E27FC236}">
                  <a16:creationId xmlns:a16="http://schemas.microsoft.com/office/drawing/2014/main" id="{3E8EE9CD-55A7-4403-B179-E76082006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872"/>
              <a:ext cx="10" cy="11"/>
            </a:xfrm>
            <a:custGeom>
              <a:avLst/>
              <a:gdLst>
                <a:gd name="T0" fmla="*/ 16 w 5"/>
                <a:gd name="T1" fmla="*/ 9 h 5"/>
                <a:gd name="T2" fmla="*/ 16 w 5"/>
                <a:gd name="T3" fmla="*/ 0 h 5"/>
                <a:gd name="T4" fmla="*/ 40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5" y="5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02" name="Freeform 4924">
              <a:extLst>
                <a:ext uri="{FF2B5EF4-FFF2-40B4-BE49-F238E27FC236}">
                  <a16:creationId xmlns:a16="http://schemas.microsoft.com/office/drawing/2014/main" id="{D8EC7244-A471-459D-9268-72AEA8EEC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913"/>
              <a:ext cx="16" cy="20"/>
            </a:xfrm>
            <a:custGeom>
              <a:avLst/>
              <a:gdLst>
                <a:gd name="T0" fmla="*/ 56 w 8"/>
                <a:gd name="T1" fmla="*/ 0 h 9"/>
                <a:gd name="T2" fmla="*/ 64 w 8"/>
                <a:gd name="T3" fmla="*/ 3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7" y="0"/>
                  </a:moveTo>
                  <a:cubicBezTo>
                    <a:pt x="0" y="2"/>
                    <a:pt x="8" y="9"/>
                    <a:pt x="8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03" name="Freeform 4925">
              <a:extLst>
                <a:ext uri="{FF2B5EF4-FFF2-40B4-BE49-F238E27FC236}">
                  <a16:creationId xmlns:a16="http://schemas.microsoft.com/office/drawing/2014/main" id="{60DB52F5-36F0-47FE-ADAD-52DF0468B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889"/>
              <a:ext cx="11" cy="11"/>
            </a:xfrm>
            <a:custGeom>
              <a:avLst/>
              <a:gdLst>
                <a:gd name="T0" fmla="*/ 33 w 5"/>
                <a:gd name="T1" fmla="*/ 0 h 5"/>
                <a:gd name="T2" fmla="*/ 33 w 5"/>
                <a:gd name="T3" fmla="*/ 53 h 5"/>
                <a:gd name="T4" fmla="*/ 44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4"/>
                    <a:pt x="3" y="5"/>
                  </a:cubicBezTo>
                  <a:cubicBezTo>
                    <a:pt x="4" y="4"/>
                    <a:pt x="5" y="3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04" name="Freeform 4926">
              <a:extLst>
                <a:ext uri="{FF2B5EF4-FFF2-40B4-BE49-F238E27FC236}">
                  <a16:creationId xmlns:a16="http://schemas.microsoft.com/office/drawing/2014/main" id="{59D4E93D-FAE7-44E5-957C-099754C7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885"/>
              <a:ext cx="12" cy="13"/>
            </a:xfrm>
            <a:custGeom>
              <a:avLst/>
              <a:gdLst>
                <a:gd name="T0" fmla="*/ 32 w 6"/>
                <a:gd name="T1" fmla="*/ 0 h 6"/>
                <a:gd name="T2" fmla="*/ 48 w 6"/>
                <a:gd name="T3" fmla="*/ 33 h 6"/>
                <a:gd name="T4" fmla="*/ 40 w 6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0" y="3"/>
                    <a:pt x="3" y="6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05" name="Freeform 4927">
              <a:extLst>
                <a:ext uri="{FF2B5EF4-FFF2-40B4-BE49-F238E27FC236}">
                  <a16:creationId xmlns:a16="http://schemas.microsoft.com/office/drawing/2014/main" id="{5EF445E6-74DA-4F44-8A0A-6AB02D05D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927"/>
              <a:ext cx="16" cy="15"/>
            </a:xfrm>
            <a:custGeom>
              <a:avLst/>
              <a:gdLst>
                <a:gd name="T0" fmla="*/ 48 w 8"/>
                <a:gd name="T1" fmla="*/ 0 h 7"/>
                <a:gd name="T2" fmla="*/ 56 w 8"/>
                <a:gd name="T3" fmla="*/ 1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0" y="2"/>
                    <a:pt x="8" y="7"/>
                    <a:pt x="7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06" name="Freeform 4928">
              <a:extLst>
                <a:ext uri="{FF2B5EF4-FFF2-40B4-BE49-F238E27FC236}">
                  <a16:creationId xmlns:a16="http://schemas.microsoft.com/office/drawing/2014/main" id="{DB87D577-ABDC-402F-B55C-24A5F2024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946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37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07" name="Freeform 4929">
              <a:extLst>
                <a:ext uri="{FF2B5EF4-FFF2-40B4-BE49-F238E27FC236}">
                  <a16:creationId xmlns:a16="http://schemas.microsoft.com/office/drawing/2014/main" id="{DB6CE8E6-7AAC-4002-90C0-1AD68436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979"/>
              <a:ext cx="8" cy="7"/>
            </a:xfrm>
            <a:custGeom>
              <a:avLst/>
              <a:gdLst>
                <a:gd name="T0" fmla="*/ 24 w 4"/>
                <a:gd name="T1" fmla="*/ 0 h 3"/>
                <a:gd name="T2" fmla="*/ 0 w 4"/>
                <a:gd name="T3" fmla="*/ 28 h 3"/>
                <a:gd name="T4" fmla="*/ 24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2" y="3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08" name="Freeform 4930">
              <a:extLst>
                <a:ext uri="{FF2B5EF4-FFF2-40B4-BE49-F238E27FC236}">
                  <a16:creationId xmlns:a16="http://schemas.microsoft.com/office/drawing/2014/main" id="{967314B7-983A-4CFC-B3ED-FFCC341F3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973"/>
              <a:ext cx="9" cy="10"/>
            </a:xfrm>
            <a:custGeom>
              <a:avLst/>
              <a:gdLst>
                <a:gd name="T0" fmla="*/ 45 w 4"/>
                <a:gd name="T1" fmla="*/ 0 h 5"/>
                <a:gd name="T2" fmla="*/ 45 w 4"/>
                <a:gd name="T3" fmla="*/ 32 h 5"/>
                <a:gd name="T4" fmla="*/ 36 w 4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1"/>
                    <a:pt x="1" y="5"/>
                    <a:pt x="4" y="4"/>
                  </a:cubicBezTo>
                  <a:cubicBezTo>
                    <a:pt x="4" y="3"/>
                    <a:pt x="4" y="3"/>
                    <a:pt x="3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09" name="Freeform 4931">
              <a:extLst>
                <a:ext uri="{FF2B5EF4-FFF2-40B4-BE49-F238E27FC236}">
                  <a16:creationId xmlns:a16="http://schemas.microsoft.com/office/drawing/2014/main" id="{DB3E3592-80C1-4408-9AF1-FC00A579F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973"/>
              <a:ext cx="11" cy="10"/>
            </a:xfrm>
            <a:custGeom>
              <a:avLst/>
              <a:gdLst>
                <a:gd name="T0" fmla="*/ 20 w 5"/>
                <a:gd name="T1" fmla="*/ 0 h 5"/>
                <a:gd name="T2" fmla="*/ 9 w 5"/>
                <a:gd name="T3" fmla="*/ 40 h 5"/>
                <a:gd name="T4" fmla="*/ 33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3" y="5"/>
                    <a:pt x="5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10" name="Freeform 4932">
              <a:extLst>
                <a:ext uri="{FF2B5EF4-FFF2-40B4-BE49-F238E27FC236}">
                  <a16:creationId xmlns:a16="http://schemas.microsoft.com/office/drawing/2014/main" id="{B8C64DBF-4723-4621-A4B7-42DEACDBC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014"/>
              <a:ext cx="10" cy="13"/>
            </a:xfrm>
            <a:custGeom>
              <a:avLst/>
              <a:gdLst>
                <a:gd name="T0" fmla="*/ 40 w 5"/>
                <a:gd name="T1" fmla="*/ 20 h 6"/>
                <a:gd name="T2" fmla="*/ 32 w 5"/>
                <a:gd name="T3" fmla="*/ 0 h 6"/>
                <a:gd name="T4" fmla="*/ 40 w 5"/>
                <a:gd name="T5" fmla="*/ 4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1"/>
                    <a:pt x="5" y="1"/>
                    <a:pt x="4" y="0"/>
                  </a:cubicBezTo>
                  <a:cubicBezTo>
                    <a:pt x="0" y="2"/>
                    <a:pt x="2" y="6"/>
                    <a:pt x="5" y="4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11" name="Freeform 4933">
              <a:extLst>
                <a:ext uri="{FF2B5EF4-FFF2-40B4-BE49-F238E27FC236}">
                  <a16:creationId xmlns:a16="http://schemas.microsoft.com/office/drawing/2014/main" id="{9E392562-C2EB-4D7B-87DE-C107FD290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034"/>
              <a:ext cx="13" cy="11"/>
            </a:xfrm>
            <a:custGeom>
              <a:avLst/>
              <a:gdLst>
                <a:gd name="T0" fmla="*/ 20 w 6"/>
                <a:gd name="T1" fmla="*/ 9 h 5"/>
                <a:gd name="T2" fmla="*/ 9 w 6"/>
                <a:gd name="T3" fmla="*/ 44 h 5"/>
                <a:gd name="T4" fmla="*/ 2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5"/>
                    <a:pt x="6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12" name="Freeform 4934">
              <a:extLst>
                <a:ext uri="{FF2B5EF4-FFF2-40B4-BE49-F238E27FC236}">
                  <a16:creationId xmlns:a16="http://schemas.microsoft.com/office/drawing/2014/main" id="{57093BFC-FFAA-4DDD-B597-7ABE0D1D5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053"/>
              <a:ext cx="6" cy="5"/>
            </a:xfrm>
            <a:custGeom>
              <a:avLst/>
              <a:gdLst>
                <a:gd name="T0" fmla="*/ 8 w 3"/>
                <a:gd name="T1" fmla="*/ 0 h 2"/>
                <a:gd name="T2" fmla="*/ 0 w 3"/>
                <a:gd name="T3" fmla="*/ 33 h 2"/>
                <a:gd name="T4" fmla="*/ 24 w 3"/>
                <a:gd name="T5" fmla="*/ 0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2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13" name="Freeform 4935">
              <a:extLst>
                <a:ext uri="{FF2B5EF4-FFF2-40B4-BE49-F238E27FC236}">
                  <a16:creationId xmlns:a16="http://schemas.microsoft.com/office/drawing/2014/main" id="{65CB25CF-93EB-4D7C-B8AA-CF744B265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032"/>
              <a:ext cx="6" cy="8"/>
            </a:xfrm>
            <a:custGeom>
              <a:avLst/>
              <a:gdLst>
                <a:gd name="T0" fmla="*/ 16 w 3"/>
                <a:gd name="T1" fmla="*/ 8 h 4"/>
                <a:gd name="T2" fmla="*/ 8 w 3"/>
                <a:gd name="T3" fmla="*/ 0 h 4"/>
                <a:gd name="T4" fmla="*/ 0 w 3"/>
                <a:gd name="T5" fmla="*/ 32 h 4"/>
                <a:gd name="T6" fmla="*/ 24 w 3"/>
                <a:gd name="T7" fmla="*/ 2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1" y="1"/>
                    <a:pt x="1" y="0"/>
                  </a:cubicBezTo>
                  <a:cubicBezTo>
                    <a:pt x="0" y="2"/>
                    <a:pt x="0" y="2"/>
                    <a:pt x="0" y="4"/>
                  </a:cubicBezTo>
                  <a:cubicBezTo>
                    <a:pt x="1" y="4"/>
                    <a:pt x="2" y="4"/>
                    <a:pt x="3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14" name="Line 4936">
              <a:extLst>
                <a:ext uri="{FF2B5EF4-FFF2-40B4-BE49-F238E27FC236}">
                  <a16:creationId xmlns:a16="http://schemas.microsoft.com/office/drawing/2014/main" id="{F28CDE7C-8ED7-49AB-A0CB-38A3727D63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4" y="3256"/>
              <a:ext cx="222" cy="1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15" name="Line 4937">
              <a:extLst>
                <a:ext uri="{FF2B5EF4-FFF2-40B4-BE49-F238E27FC236}">
                  <a16:creationId xmlns:a16="http://schemas.microsoft.com/office/drawing/2014/main" id="{8F993A35-53FC-4638-B329-BA9EB96EBD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3256"/>
              <a:ext cx="230" cy="1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16" name="Line 4938">
              <a:extLst>
                <a:ext uri="{FF2B5EF4-FFF2-40B4-BE49-F238E27FC236}">
                  <a16:creationId xmlns:a16="http://schemas.microsoft.com/office/drawing/2014/main" id="{6B78F604-8E2F-4787-9913-A51D7D6D05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5" y="2069"/>
              <a:ext cx="189" cy="1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17" name="Line 4939">
              <a:extLst>
                <a:ext uri="{FF2B5EF4-FFF2-40B4-BE49-F238E27FC236}">
                  <a16:creationId xmlns:a16="http://schemas.microsoft.com/office/drawing/2014/main" id="{FE4790B2-3C78-400C-BB57-6B71ADC1D2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5" y="2069"/>
              <a:ext cx="187" cy="1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18" name="Freeform 4940">
              <a:extLst>
                <a:ext uri="{FF2B5EF4-FFF2-40B4-BE49-F238E27FC236}">
                  <a16:creationId xmlns:a16="http://schemas.microsoft.com/office/drawing/2014/main" id="{42CD2155-61DE-4731-A77E-60295004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693"/>
              <a:ext cx="1142" cy="2072"/>
            </a:xfrm>
            <a:custGeom>
              <a:avLst/>
              <a:gdLst>
                <a:gd name="T0" fmla="*/ 4759 w 557"/>
                <a:gd name="T1" fmla="*/ 7466 h 948"/>
                <a:gd name="T2" fmla="*/ 4759 w 557"/>
                <a:gd name="T3" fmla="*/ 7466 h 948"/>
                <a:gd name="T4" fmla="*/ 4759 w 557"/>
                <a:gd name="T5" fmla="*/ 7466 h 948"/>
                <a:gd name="T6" fmla="*/ 4552 w 557"/>
                <a:gd name="T7" fmla="*/ 6850 h 948"/>
                <a:gd name="T8" fmla="*/ 4250 w 557"/>
                <a:gd name="T9" fmla="*/ 6306 h 948"/>
                <a:gd name="T10" fmla="*/ 3963 w 557"/>
                <a:gd name="T11" fmla="*/ 5608 h 948"/>
                <a:gd name="T12" fmla="*/ 3734 w 557"/>
                <a:gd name="T13" fmla="*/ 5160 h 948"/>
                <a:gd name="T14" fmla="*/ 3535 w 557"/>
                <a:gd name="T15" fmla="*/ 4802 h 948"/>
                <a:gd name="T16" fmla="*/ 3371 w 557"/>
                <a:gd name="T17" fmla="*/ 4343 h 948"/>
                <a:gd name="T18" fmla="*/ 3170 w 557"/>
                <a:gd name="T19" fmla="*/ 3998 h 948"/>
                <a:gd name="T20" fmla="*/ 2963 w 557"/>
                <a:gd name="T21" fmla="*/ 3392 h 948"/>
                <a:gd name="T22" fmla="*/ 2690 w 557"/>
                <a:gd name="T23" fmla="*/ 2889 h 948"/>
                <a:gd name="T24" fmla="*/ 2534 w 557"/>
                <a:gd name="T25" fmla="*/ 2317 h 948"/>
                <a:gd name="T26" fmla="*/ 2321 w 557"/>
                <a:gd name="T27" fmla="*/ 1797 h 948"/>
                <a:gd name="T28" fmla="*/ 2309 w 557"/>
                <a:gd name="T29" fmla="*/ 1390 h 948"/>
                <a:gd name="T30" fmla="*/ 2298 w 557"/>
                <a:gd name="T31" fmla="*/ 1329 h 948"/>
                <a:gd name="T32" fmla="*/ 2181 w 557"/>
                <a:gd name="T33" fmla="*/ 970 h 948"/>
                <a:gd name="T34" fmla="*/ 2061 w 557"/>
                <a:gd name="T35" fmla="*/ 555 h 948"/>
                <a:gd name="T36" fmla="*/ 1609 w 557"/>
                <a:gd name="T37" fmla="*/ 157 h 948"/>
                <a:gd name="T38" fmla="*/ 1189 w 557"/>
                <a:gd name="T39" fmla="*/ 0 h 948"/>
                <a:gd name="T40" fmla="*/ 929 w 557"/>
                <a:gd name="T41" fmla="*/ 81 h 948"/>
                <a:gd name="T42" fmla="*/ 533 w 557"/>
                <a:gd name="T43" fmla="*/ 273 h 948"/>
                <a:gd name="T44" fmla="*/ 232 w 557"/>
                <a:gd name="T45" fmla="*/ 741 h 948"/>
                <a:gd name="T46" fmla="*/ 51 w 557"/>
                <a:gd name="T47" fmla="*/ 1147 h 948"/>
                <a:gd name="T48" fmla="*/ 0 w 557"/>
                <a:gd name="T49" fmla="*/ 1797 h 948"/>
                <a:gd name="T50" fmla="*/ 76 w 557"/>
                <a:gd name="T51" fmla="*/ 2273 h 948"/>
                <a:gd name="T52" fmla="*/ 240 w 557"/>
                <a:gd name="T53" fmla="*/ 3018 h 948"/>
                <a:gd name="T54" fmla="*/ 361 w 557"/>
                <a:gd name="T55" fmla="*/ 3541 h 948"/>
                <a:gd name="T56" fmla="*/ 476 w 557"/>
                <a:gd name="T57" fmla="*/ 4251 h 948"/>
                <a:gd name="T58" fmla="*/ 613 w 557"/>
                <a:gd name="T59" fmla="*/ 4771 h 948"/>
                <a:gd name="T60" fmla="*/ 765 w 557"/>
                <a:gd name="T61" fmla="*/ 5495 h 948"/>
                <a:gd name="T62" fmla="*/ 992 w 557"/>
                <a:gd name="T63" fmla="*/ 6161 h 948"/>
                <a:gd name="T64" fmla="*/ 1109 w 557"/>
                <a:gd name="T65" fmla="*/ 6736 h 948"/>
                <a:gd name="T66" fmla="*/ 1353 w 557"/>
                <a:gd name="T67" fmla="*/ 7466 h 948"/>
                <a:gd name="T68" fmla="*/ 1353 w 557"/>
                <a:gd name="T69" fmla="*/ 7466 h 948"/>
                <a:gd name="T70" fmla="*/ 1353 w 557"/>
                <a:gd name="T71" fmla="*/ 7466 h 948"/>
                <a:gd name="T72" fmla="*/ 1353 w 557"/>
                <a:gd name="T73" fmla="*/ 7466 h 948"/>
                <a:gd name="T74" fmla="*/ 1445 w 557"/>
                <a:gd name="T75" fmla="*/ 7853 h 948"/>
                <a:gd name="T76" fmla="*/ 1525 w 557"/>
                <a:gd name="T77" fmla="*/ 8561 h 948"/>
                <a:gd name="T78" fmla="*/ 1782 w 557"/>
                <a:gd name="T79" fmla="*/ 8966 h 948"/>
                <a:gd name="T80" fmla="*/ 1962 w 557"/>
                <a:gd name="T81" fmla="*/ 9368 h 948"/>
                <a:gd name="T82" fmla="*/ 2085 w 557"/>
                <a:gd name="T83" fmla="*/ 9484 h 948"/>
                <a:gd name="T84" fmla="*/ 2274 w 557"/>
                <a:gd name="T85" fmla="*/ 9553 h 948"/>
                <a:gd name="T86" fmla="*/ 2430 w 557"/>
                <a:gd name="T87" fmla="*/ 9669 h 948"/>
                <a:gd name="T88" fmla="*/ 2698 w 557"/>
                <a:gd name="T89" fmla="*/ 9774 h 948"/>
                <a:gd name="T90" fmla="*/ 3061 w 557"/>
                <a:gd name="T91" fmla="*/ 9899 h 948"/>
                <a:gd name="T92" fmla="*/ 3354 w 557"/>
                <a:gd name="T93" fmla="*/ 9855 h 948"/>
                <a:gd name="T94" fmla="*/ 3662 w 557"/>
                <a:gd name="T95" fmla="*/ 9818 h 948"/>
                <a:gd name="T96" fmla="*/ 3947 w 557"/>
                <a:gd name="T97" fmla="*/ 9606 h 948"/>
                <a:gd name="T98" fmla="*/ 4170 w 557"/>
                <a:gd name="T99" fmla="*/ 9449 h 948"/>
                <a:gd name="T100" fmla="*/ 4379 w 557"/>
                <a:gd name="T101" fmla="*/ 9149 h 948"/>
                <a:gd name="T102" fmla="*/ 4586 w 557"/>
                <a:gd name="T103" fmla="*/ 8832 h 948"/>
                <a:gd name="T104" fmla="*/ 4654 w 557"/>
                <a:gd name="T105" fmla="*/ 8655 h 948"/>
                <a:gd name="T106" fmla="*/ 4687 w 557"/>
                <a:gd name="T107" fmla="*/ 8445 h 948"/>
                <a:gd name="T108" fmla="*/ 4767 w 557"/>
                <a:gd name="T109" fmla="*/ 8216 h 948"/>
                <a:gd name="T110" fmla="*/ 4759 w 557"/>
                <a:gd name="T111" fmla="*/ 7466 h 9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57" h="948">
                  <a:moveTo>
                    <a:pt x="552" y="715"/>
                  </a:moveTo>
                  <a:cubicBezTo>
                    <a:pt x="552" y="715"/>
                    <a:pt x="552" y="715"/>
                    <a:pt x="552" y="715"/>
                  </a:cubicBezTo>
                  <a:cubicBezTo>
                    <a:pt x="552" y="715"/>
                    <a:pt x="552" y="715"/>
                    <a:pt x="552" y="715"/>
                  </a:cubicBezTo>
                  <a:cubicBezTo>
                    <a:pt x="543" y="697"/>
                    <a:pt x="539" y="675"/>
                    <a:pt x="528" y="656"/>
                  </a:cubicBezTo>
                  <a:cubicBezTo>
                    <a:pt x="519" y="638"/>
                    <a:pt x="503" y="622"/>
                    <a:pt x="493" y="604"/>
                  </a:cubicBezTo>
                  <a:cubicBezTo>
                    <a:pt x="480" y="581"/>
                    <a:pt x="474" y="562"/>
                    <a:pt x="460" y="537"/>
                  </a:cubicBezTo>
                  <a:cubicBezTo>
                    <a:pt x="454" y="524"/>
                    <a:pt x="440" y="507"/>
                    <a:pt x="433" y="494"/>
                  </a:cubicBezTo>
                  <a:cubicBezTo>
                    <a:pt x="425" y="479"/>
                    <a:pt x="417" y="473"/>
                    <a:pt x="410" y="460"/>
                  </a:cubicBezTo>
                  <a:cubicBezTo>
                    <a:pt x="402" y="446"/>
                    <a:pt x="399" y="430"/>
                    <a:pt x="391" y="416"/>
                  </a:cubicBezTo>
                  <a:cubicBezTo>
                    <a:pt x="385" y="404"/>
                    <a:pt x="374" y="395"/>
                    <a:pt x="368" y="383"/>
                  </a:cubicBezTo>
                  <a:cubicBezTo>
                    <a:pt x="358" y="365"/>
                    <a:pt x="353" y="343"/>
                    <a:pt x="344" y="325"/>
                  </a:cubicBezTo>
                  <a:cubicBezTo>
                    <a:pt x="334" y="305"/>
                    <a:pt x="321" y="295"/>
                    <a:pt x="312" y="277"/>
                  </a:cubicBezTo>
                  <a:cubicBezTo>
                    <a:pt x="304" y="260"/>
                    <a:pt x="301" y="238"/>
                    <a:pt x="294" y="222"/>
                  </a:cubicBezTo>
                  <a:cubicBezTo>
                    <a:pt x="286" y="203"/>
                    <a:pt x="274" y="189"/>
                    <a:pt x="269" y="172"/>
                  </a:cubicBezTo>
                  <a:cubicBezTo>
                    <a:pt x="268" y="162"/>
                    <a:pt x="269" y="146"/>
                    <a:pt x="268" y="133"/>
                  </a:cubicBezTo>
                  <a:cubicBezTo>
                    <a:pt x="267" y="131"/>
                    <a:pt x="267" y="129"/>
                    <a:pt x="267" y="127"/>
                  </a:cubicBezTo>
                  <a:cubicBezTo>
                    <a:pt x="264" y="115"/>
                    <a:pt x="257" y="104"/>
                    <a:pt x="253" y="93"/>
                  </a:cubicBezTo>
                  <a:cubicBezTo>
                    <a:pt x="249" y="81"/>
                    <a:pt x="245" y="62"/>
                    <a:pt x="239" y="53"/>
                  </a:cubicBezTo>
                  <a:cubicBezTo>
                    <a:pt x="224" y="31"/>
                    <a:pt x="209" y="24"/>
                    <a:pt x="187" y="15"/>
                  </a:cubicBezTo>
                  <a:cubicBezTo>
                    <a:pt x="174" y="10"/>
                    <a:pt x="153" y="0"/>
                    <a:pt x="138" y="0"/>
                  </a:cubicBezTo>
                  <a:cubicBezTo>
                    <a:pt x="128" y="0"/>
                    <a:pt x="117" y="6"/>
                    <a:pt x="108" y="8"/>
                  </a:cubicBezTo>
                  <a:cubicBezTo>
                    <a:pt x="90" y="11"/>
                    <a:pt x="75" y="15"/>
                    <a:pt x="62" y="26"/>
                  </a:cubicBezTo>
                  <a:cubicBezTo>
                    <a:pt x="49" y="37"/>
                    <a:pt x="37" y="53"/>
                    <a:pt x="27" y="71"/>
                  </a:cubicBezTo>
                  <a:cubicBezTo>
                    <a:pt x="21" y="83"/>
                    <a:pt x="10" y="97"/>
                    <a:pt x="6" y="110"/>
                  </a:cubicBezTo>
                  <a:cubicBezTo>
                    <a:pt x="2" y="125"/>
                    <a:pt x="1" y="153"/>
                    <a:pt x="0" y="172"/>
                  </a:cubicBezTo>
                  <a:cubicBezTo>
                    <a:pt x="2" y="183"/>
                    <a:pt x="4" y="201"/>
                    <a:pt x="9" y="218"/>
                  </a:cubicBezTo>
                  <a:cubicBezTo>
                    <a:pt x="15" y="237"/>
                    <a:pt x="20" y="263"/>
                    <a:pt x="28" y="289"/>
                  </a:cubicBezTo>
                  <a:cubicBezTo>
                    <a:pt x="34" y="307"/>
                    <a:pt x="35" y="319"/>
                    <a:pt x="42" y="339"/>
                  </a:cubicBezTo>
                  <a:cubicBezTo>
                    <a:pt x="48" y="358"/>
                    <a:pt x="49" y="388"/>
                    <a:pt x="55" y="407"/>
                  </a:cubicBezTo>
                  <a:cubicBezTo>
                    <a:pt x="61" y="423"/>
                    <a:pt x="65" y="441"/>
                    <a:pt x="71" y="457"/>
                  </a:cubicBezTo>
                  <a:cubicBezTo>
                    <a:pt x="81" y="485"/>
                    <a:pt x="79" y="497"/>
                    <a:pt x="89" y="526"/>
                  </a:cubicBezTo>
                  <a:cubicBezTo>
                    <a:pt x="97" y="548"/>
                    <a:pt x="108" y="571"/>
                    <a:pt x="115" y="590"/>
                  </a:cubicBezTo>
                  <a:cubicBezTo>
                    <a:pt x="121" y="608"/>
                    <a:pt x="123" y="629"/>
                    <a:pt x="129" y="645"/>
                  </a:cubicBezTo>
                  <a:cubicBezTo>
                    <a:pt x="146" y="692"/>
                    <a:pt x="157" y="715"/>
                    <a:pt x="157" y="715"/>
                  </a:cubicBezTo>
                  <a:cubicBezTo>
                    <a:pt x="157" y="715"/>
                    <a:pt x="157" y="715"/>
                    <a:pt x="157" y="715"/>
                  </a:cubicBezTo>
                  <a:cubicBezTo>
                    <a:pt x="157" y="715"/>
                    <a:pt x="157" y="715"/>
                    <a:pt x="157" y="715"/>
                  </a:cubicBezTo>
                  <a:cubicBezTo>
                    <a:pt x="157" y="715"/>
                    <a:pt x="157" y="715"/>
                    <a:pt x="157" y="715"/>
                  </a:cubicBezTo>
                  <a:cubicBezTo>
                    <a:pt x="157" y="716"/>
                    <a:pt x="164" y="729"/>
                    <a:pt x="168" y="752"/>
                  </a:cubicBezTo>
                  <a:cubicBezTo>
                    <a:pt x="170" y="769"/>
                    <a:pt x="167" y="796"/>
                    <a:pt x="177" y="820"/>
                  </a:cubicBezTo>
                  <a:cubicBezTo>
                    <a:pt x="184" y="834"/>
                    <a:pt x="197" y="843"/>
                    <a:pt x="207" y="859"/>
                  </a:cubicBezTo>
                  <a:cubicBezTo>
                    <a:pt x="214" y="870"/>
                    <a:pt x="220" y="888"/>
                    <a:pt x="228" y="897"/>
                  </a:cubicBezTo>
                  <a:cubicBezTo>
                    <a:pt x="233" y="901"/>
                    <a:pt x="237" y="904"/>
                    <a:pt x="242" y="908"/>
                  </a:cubicBezTo>
                  <a:cubicBezTo>
                    <a:pt x="249" y="912"/>
                    <a:pt x="257" y="912"/>
                    <a:pt x="264" y="915"/>
                  </a:cubicBezTo>
                  <a:cubicBezTo>
                    <a:pt x="270" y="918"/>
                    <a:pt x="275" y="923"/>
                    <a:pt x="282" y="926"/>
                  </a:cubicBezTo>
                  <a:cubicBezTo>
                    <a:pt x="291" y="930"/>
                    <a:pt x="302" y="932"/>
                    <a:pt x="313" y="936"/>
                  </a:cubicBezTo>
                  <a:cubicBezTo>
                    <a:pt x="327" y="941"/>
                    <a:pt x="341" y="948"/>
                    <a:pt x="355" y="948"/>
                  </a:cubicBezTo>
                  <a:cubicBezTo>
                    <a:pt x="366" y="948"/>
                    <a:pt x="377" y="945"/>
                    <a:pt x="389" y="944"/>
                  </a:cubicBezTo>
                  <a:cubicBezTo>
                    <a:pt x="401" y="943"/>
                    <a:pt x="413" y="944"/>
                    <a:pt x="425" y="940"/>
                  </a:cubicBezTo>
                  <a:cubicBezTo>
                    <a:pt x="437" y="937"/>
                    <a:pt x="446" y="928"/>
                    <a:pt x="458" y="920"/>
                  </a:cubicBezTo>
                  <a:cubicBezTo>
                    <a:pt x="466" y="914"/>
                    <a:pt x="477" y="911"/>
                    <a:pt x="484" y="905"/>
                  </a:cubicBezTo>
                  <a:cubicBezTo>
                    <a:pt x="492" y="898"/>
                    <a:pt x="499" y="887"/>
                    <a:pt x="508" y="876"/>
                  </a:cubicBezTo>
                  <a:cubicBezTo>
                    <a:pt x="516" y="866"/>
                    <a:pt x="526" y="857"/>
                    <a:pt x="532" y="846"/>
                  </a:cubicBezTo>
                  <a:cubicBezTo>
                    <a:pt x="534" y="841"/>
                    <a:pt x="537" y="835"/>
                    <a:pt x="540" y="829"/>
                  </a:cubicBezTo>
                  <a:cubicBezTo>
                    <a:pt x="542" y="823"/>
                    <a:pt x="541" y="816"/>
                    <a:pt x="544" y="809"/>
                  </a:cubicBezTo>
                  <a:cubicBezTo>
                    <a:pt x="546" y="802"/>
                    <a:pt x="551" y="795"/>
                    <a:pt x="553" y="787"/>
                  </a:cubicBezTo>
                  <a:cubicBezTo>
                    <a:pt x="557" y="772"/>
                    <a:pt x="553" y="739"/>
                    <a:pt x="552" y="715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19" name="Freeform 4941">
              <a:extLst>
                <a:ext uri="{FF2B5EF4-FFF2-40B4-BE49-F238E27FC236}">
                  <a16:creationId xmlns:a16="http://schemas.microsoft.com/office/drawing/2014/main" id="{9B7A5509-A356-4869-935D-E7D3E3A68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498"/>
              <a:ext cx="929" cy="571"/>
            </a:xfrm>
            <a:custGeom>
              <a:avLst/>
              <a:gdLst>
                <a:gd name="T0" fmla="*/ 3907 w 453"/>
                <a:gd name="T1" fmla="*/ 2732 h 261"/>
                <a:gd name="T2" fmla="*/ 3538 w 453"/>
                <a:gd name="T3" fmla="*/ 1039 h 261"/>
                <a:gd name="T4" fmla="*/ 1993 w 453"/>
                <a:gd name="T5" fmla="*/ 0 h 261"/>
                <a:gd name="T6" fmla="*/ 812 w 453"/>
                <a:gd name="T7" fmla="*/ 483 h 261"/>
                <a:gd name="T8" fmla="*/ 0 w 453"/>
                <a:gd name="T9" fmla="*/ 2732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3" h="261">
                  <a:moveTo>
                    <a:pt x="453" y="261"/>
                  </a:moveTo>
                  <a:cubicBezTo>
                    <a:pt x="453" y="209"/>
                    <a:pt x="440" y="144"/>
                    <a:pt x="410" y="99"/>
                  </a:cubicBezTo>
                  <a:cubicBezTo>
                    <a:pt x="366" y="33"/>
                    <a:pt x="300" y="1"/>
                    <a:pt x="231" y="0"/>
                  </a:cubicBezTo>
                  <a:cubicBezTo>
                    <a:pt x="184" y="0"/>
                    <a:pt x="135" y="12"/>
                    <a:pt x="94" y="46"/>
                  </a:cubicBezTo>
                  <a:cubicBezTo>
                    <a:pt x="34" y="96"/>
                    <a:pt x="0" y="184"/>
                    <a:pt x="0" y="26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20" name="Freeform 4942">
              <a:extLst>
                <a:ext uri="{FF2B5EF4-FFF2-40B4-BE49-F238E27FC236}">
                  <a16:creationId xmlns:a16="http://schemas.microsoft.com/office/drawing/2014/main" id="{AC9711C0-B08E-403A-9673-06472CCBC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069"/>
              <a:ext cx="621" cy="1187"/>
            </a:xfrm>
            <a:custGeom>
              <a:avLst/>
              <a:gdLst>
                <a:gd name="T0" fmla="*/ 2609 w 303"/>
                <a:gd name="T1" fmla="*/ 5673 h 543"/>
                <a:gd name="T2" fmla="*/ 0 w 303"/>
                <a:gd name="T3" fmla="*/ 0 h 5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3" h="543">
                  <a:moveTo>
                    <a:pt x="303" y="543"/>
                  </a:moveTo>
                  <a:cubicBezTo>
                    <a:pt x="200" y="366"/>
                    <a:pt x="45" y="119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21" name="Freeform 4943">
              <a:extLst>
                <a:ext uri="{FF2B5EF4-FFF2-40B4-BE49-F238E27FC236}">
                  <a16:creationId xmlns:a16="http://schemas.microsoft.com/office/drawing/2014/main" id="{98141697-0036-47D7-8E1B-51A80A85F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3256"/>
              <a:ext cx="1261" cy="732"/>
            </a:xfrm>
            <a:custGeom>
              <a:avLst/>
              <a:gdLst>
                <a:gd name="T0" fmla="*/ 0 w 615"/>
                <a:gd name="T1" fmla="*/ 0 h 335"/>
                <a:gd name="T2" fmla="*/ 576 w 615"/>
                <a:gd name="T3" fmla="*/ 2130 h 335"/>
                <a:gd name="T4" fmla="*/ 2569 w 615"/>
                <a:gd name="T5" fmla="*/ 3485 h 335"/>
                <a:gd name="T6" fmla="*/ 4310 w 615"/>
                <a:gd name="T7" fmla="*/ 2836 h 335"/>
                <a:gd name="T8" fmla="*/ 5302 w 615"/>
                <a:gd name="T9" fmla="*/ 0 h 3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5" h="335">
                  <a:moveTo>
                    <a:pt x="0" y="0"/>
                  </a:moveTo>
                  <a:cubicBezTo>
                    <a:pt x="0" y="69"/>
                    <a:pt x="27" y="144"/>
                    <a:pt x="67" y="204"/>
                  </a:cubicBezTo>
                  <a:cubicBezTo>
                    <a:pt x="124" y="291"/>
                    <a:pt x="209" y="333"/>
                    <a:pt x="298" y="334"/>
                  </a:cubicBezTo>
                  <a:cubicBezTo>
                    <a:pt x="360" y="335"/>
                    <a:pt x="446" y="316"/>
                    <a:pt x="500" y="272"/>
                  </a:cubicBezTo>
                  <a:cubicBezTo>
                    <a:pt x="578" y="207"/>
                    <a:pt x="615" y="101"/>
                    <a:pt x="615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22" name="Freeform 4944">
              <a:extLst>
                <a:ext uri="{FF2B5EF4-FFF2-40B4-BE49-F238E27FC236}">
                  <a16:creationId xmlns:a16="http://schemas.microsoft.com/office/drawing/2014/main" id="{B6BDE530-F5DC-4ED5-B6BD-0F2C7993B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720"/>
              <a:ext cx="1828" cy="2938"/>
            </a:xfrm>
            <a:custGeom>
              <a:avLst/>
              <a:gdLst>
                <a:gd name="T0" fmla="*/ 1289 w 892"/>
                <a:gd name="T1" fmla="*/ 0 h 1344"/>
                <a:gd name="T2" fmla="*/ 1049 w 892"/>
                <a:gd name="T3" fmla="*/ 2289 h 1344"/>
                <a:gd name="T4" fmla="*/ 2510 w 892"/>
                <a:gd name="T5" fmla="*/ 2925 h 1344"/>
                <a:gd name="T6" fmla="*/ 3787 w 892"/>
                <a:gd name="T7" fmla="*/ 4617 h 1344"/>
                <a:gd name="T8" fmla="*/ 3890 w 892"/>
                <a:gd name="T9" fmla="*/ 6632 h 1344"/>
                <a:gd name="T10" fmla="*/ 5724 w 892"/>
                <a:gd name="T11" fmla="*/ 14041 h 1344"/>
                <a:gd name="T12" fmla="*/ 5338 w 892"/>
                <a:gd name="T13" fmla="*/ 12860 h 1344"/>
                <a:gd name="T14" fmla="*/ 5330 w 892"/>
                <a:gd name="T15" fmla="*/ 12841 h 1344"/>
                <a:gd name="T16" fmla="*/ 5308 w 892"/>
                <a:gd name="T17" fmla="*/ 12753 h 1344"/>
                <a:gd name="T18" fmla="*/ 5300 w 892"/>
                <a:gd name="T19" fmla="*/ 12701 h 1344"/>
                <a:gd name="T20" fmla="*/ 5291 w 892"/>
                <a:gd name="T21" fmla="*/ 12631 h 1344"/>
                <a:gd name="T22" fmla="*/ 5283 w 892"/>
                <a:gd name="T23" fmla="*/ 12567 h 1344"/>
                <a:gd name="T24" fmla="*/ 5275 w 892"/>
                <a:gd name="T25" fmla="*/ 12506 h 1344"/>
                <a:gd name="T26" fmla="*/ 5267 w 892"/>
                <a:gd name="T27" fmla="*/ 12430 h 1344"/>
                <a:gd name="T28" fmla="*/ 5267 w 892"/>
                <a:gd name="T29" fmla="*/ 12366 h 1344"/>
                <a:gd name="T30" fmla="*/ 5259 w 892"/>
                <a:gd name="T31" fmla="*/ 12285 h 1344"/>
                <a:gd name="T32" fmla="*/ 5259 w 892"/>
                <a:gd name="T33" fmla="*/ 12244 h 1344"/>
                <a:gd name="T34" fmla="*/ 5259 w 892"/>
                <a:gd name="T35" fmla="*/ 12119 h 1344"/>
                <a:gd name="T36" fmla="*/ 4045 w 892"/>
                <a:gd name="T37" fmla="*/ 6447 h 1344"/>
                <a:gd name="T38" fmla="*/ 4855 w 892"/>
                <a:gd name="T39" fmla="*/ 4202 h 1344"/>
                <a:gd name="T40" fmla="*/ 6035 w 892"/>
                <a:gd name="T41" fmla="*/ 3718 h 1344"/>
                <a:gd name="T42" fmla="*/ 7572 w 892"/>
                <a:gd name="T43" fmla="*/ 4755 h 1344"/>
                <a:gd name="T44" fmla="*/ 7677 w 892"/>
                <a:gd name="T45" fmla="*/ 4975 h 1344"/>
                <a:gd name="T46" fmla="*/ 2369 w 892"/>
                <a:gd name="T47" fmla="*/ 1629 h 1344"/>
                <a:gd name="T48" fmla="*/ 1328 w 892"/>
                <a:gd name="T49" fmla="*/ 210 h 1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92" h="1344">
                  <a:moveTo>
                    <a:pt x="150" y="0"/>
                  </a:moveTo>
                  <a:cubicBezTo>
                    <a:pt x="0" y="40"/>
                    <a:pt x="10" y="151"/>
                    <a:pt x="122" y="219"/>
                  </a:cubicBezTo>
                  <a:cubicBezTo>
                    <a:pt x="174" y="251"/>
                    <a:pt x="236" y="265"/>
                    <a:pt x="292" y="280"/>
                  </a:cubicBezTo>
                  <a:cubicBezTo>
                    <a:pt x="387" y="305"/>
                    <a:pt x="449" y="326"/>
                    <a:pt x="440" y="442"/>
                  </a:cubicBezTo>
                  <a:cubicBezTo>
                    <a:pt x="433" y="523"/>
                    <a:pt x="439" y="571"/>
                    <a:pt x="452" y="635"/>
                  </a:cubicBezTo>
                  <a:cubicBezTo>
                    <a:pt x="465" y="708"/>
                    <a:pt x="596" y="1262"/>
                    <a:pt x="665" y="1344"/>
                  </a:cubicBezTo>
                  <a:cubicBezTo>
                    <a:pt x="645" y="1309"/>
                    <a:pt x="629" y="1270"/>
                    <a:pt x="620" y="1231"/>
                  </a:cubicBezTo>
                  <a:cubicBezTo>
                    <a:pt x="620" y="1231"/>
                    <a:pt x="619" y="1230"/>
                    <a:pt x="619" y="1229"/>
                  </a:cubicBezTo>
                  <a:cubicBezTo>
                    <a:pt x="619" y="1226"/>
                    <a:pt x="618" y="1224"/>
                    <a:pt x="617" y="1221"/>
                  </a:cubicBezTo>
                  <a:cubicBezTo>
                    <a:pt x="617" y="1219"/>
                    <a:pt x="617" y="1218"/>
                    <a:pt x="616" y="1216"/>
                  </a:cubicBezTo>
                  <a:cubicBezTo>
                    <a:pt x="616" y="1214"/>
                    <a:pt x="616" y="1211"/>
                    <a:pt x="615" y="1209"/>
                  </a:cubicBezTo>
                  <a:cubicBezTo>
                    <a:pt x="615" y="1207"/>
                    <a:pt x="614" y="1205"/>
                    <a:pt x="614" y="1203"/>
                  </a:cubicBezTo>
                  <a:cubicBezTo>
                    <a:pt x="614" y="1201"/>
                    <a:pt x="614" y="1199"/>
                    <a:pt x="613" y="1197"/>
                  </a:cubicBezTo>
                  <a:cubicBezTo>
                    <a:pt x="613" y="1194"/>
                    <a:pt x="613" y="1192"/>
                    <a:pt x="612" y="1190"/>
                  </a:cubicBezTo>
                  <a:cubicBezTo>
                    <a:pt x="612" y="1188"/>
                    <a:pt x="612" y="1186"/>
                    <a:pt x="612" y="1184"/>
                  </a:cubicBezTo>
                  <a:cubicBezTo>
                    <a:pt x="612" y="1182"/>
                    <a:pt x="612" y="1179"/>
                    <a:pt x="611" y="1176"/>
                  </a:cubicBezTo>
                  <a:cubicBezTo>
                    <a:pt x="611" y="1175"/>
                    <a:pt x="611" y="1174"/>
                    <a:pt x="611" y="1172"/>
                  </a:cubicBezTo>
                  <a:cubicBezTo>
                    <a:pt x="611" y="1168"/>
                    <a:pt x="611" y="1164"/>
                    <a:pt x="611" y="1160"/>
                  </a:cubicBezTo>
                  <a:cubicBezTo>
                    <a:pt x="528" y="971"/>
                    <a:pt x="498" y="722"/>
                    <a:pt x="470" y="617"/>
                  </a:cubicBezTo>
                  <a:cubicBezTo>
                    <a:pt x="470" y="540"/>
                    <a:pt x="504" y="452"/>
                    <a:pt x="564" y="402"/>
                  </a:cubicBezTo>
                  <a:cubicBezTo>
                    <a:pt x="605" y="368"/>
                    <a:pt x="654" y="356"/>
                    <a:pt x="701" y="356"/>
                  </a:cubicBezTo>
                  <a:cubicBezTo>
                    <a:pt x="770" y="357"/>
                    <a:pt x="836" y="389"/>
                    <a:pt x="880" y="455"/>
                  </a:cubicBezTo>
                  <a:cubicBezTo>
                    <a:pt x="884" y="462"/>
                    <a:pt x="889" y="469"/>
                    <a:pt x="892" y="476"/>
                  </a:cubicBezTo>
                  <a:cubicBezTo>
                    <a:pt x="776" y="198"/>
                    <a:pt x="514" y="173"/>
                    <a:pt x="275" y="156"/>
                  </a:cubicBezTo>
                  <a:cubicBezTo>
                    <a:pt x="44" y="139"/>
                    <a:pt x="64" y="40"/>
                    <a:pt x="154" y="2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44814EE1-9409-4A12-BDCA-D213A156D30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Glomerular afferent arterie</a:t>
            </a:r>
          </a:p>
        </p:txBody>
      </p:sp>
      <p:grpSp>
        <p:nvGrpSpPr>
          <p:cNvPr id="2" name="Glomerular-Afferent-Arteriole-Illustration">
            <a:extLst>
              <a:ext uri="{FF2B5EF4-FFF2-40B4-BE49-F238E27FC236}">
                <a16:creationId xmlns:a16="http://schemas.microsoft.com/office/drawing/2014/main" id="{4BF11D82-934D-4068-94EF-95256EDC4CB9}"/>
              </a:ext>
            </a:extLst>
          </p:cNvPr>
          <p:cNvGrpSpPr>
            <a:grpSpLocks/>
          </p:cNvGrpSpPr>
          <p:nvPr/>
        </p:nvGrpSpPr>
        <p:grpSpPr bwMode="auto">
          <a:xfrm>
            <a:off x="4481513" y="1117600"/>
            <a:ext cx="3281362" cy="5394325"/>
            <a:chOff x="1863" y="704"/>
            <a:chExt cx="2067" cy="3398"/>
          </a:xfrm>
        </p:grpSpPr>
        <p:sp>
          <p:nvSpPr>
            <p:cNvPr id="20483" name="Freeform 4">
              <a:extLst>
                <a:ext uri="{FF2B5EF4-FFF2-40B4-BE49-F238E27FC236}">
                  <a16:creationId xmlns:a16="http://schemas.microsoft.com/office/drawing/2014/main" id="{1A1D45B1-8BF4-4882-9508-1B1FA24B8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704"/>
              <a:ext cx="782" cy="1029"/>
            </a:xfrm>
            <a:custGeom>
              <a:avLst/>
              <a:gdLst>
                <a:gd name="T0" fmla="*/ 3109 w 374"/>
                <a:gd name="T1" fmla="*/ 498 h 461"/>
                <a:gd name="T2" fmla="*/ 3235 w 374"/>
                <a:gd name="T3" fmla="*/ 2826 h 461"/>
                <a:gd name="T4" fmla="*/ 2304 w 374"/>
                <a:gd name="T5" fmla="*/ 5091 h 461"/>
                <a:gd name="T6" fmla="*/ 1315 w 374"/>
                <a:gd name="T7" fmla="*/ 4194 h 461"/>
                <a:gd name="T8" fmla="*/ 1163 w 374"/>
                <a:gd name="T9" fmla="*/ 3891 h 461"/>
                <a:gd name="T10" fmla="*/ 949 w 374"/>
                <a:gd name="T11" fmla="*/ 3757 h 461"/>
                <a:gd name="T12" fmla="*/ 17 w 374"/>
                <a:gd name="T13" fmla="*/ 2670 h 461"/>
                <a:gd name="T14" fmla="*/ 1700 w 374"/>
                <a:gd name="T15" fmla="*/ 967 h 461"/>
                <a:gd name="T16" fmla="*/ 2421 w 374"/>
                <a:gd name="T17" fmla="*/ 134 h 461"/>
                <a:gd name="T18" fmla="*/ 3109 w 374"/>
                <a:gd name="T19" fmla="*/ 498 h 4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4" h="461">
                  <a:moveTo>
                    <a:pt x="340" y="45"/>
                  </a:moveTo>
                  <a:cubicBezTo>
                    <a:pt x="301" y="127"/>
                    <a:pt x="335" y="152"/>
                    <a:pt x="354" y="254"/>
                  </a:cubicBezTo>
                  <a:cubicBezTo>
                    <a:pt x="374" y="356"/>
                    <a:pt x="329" y="455"/>
                    <a:pt x="252" y="458"/>
                  </a:cubicBezTo>
                  <a:cubicBezTo>
                    <a:pt x="175" y="461"/>
                    <a:pt x="139" y="410"/>
                    <a:pt x="144" y="377"/>
                  </a:cubicBezTo>
                  <a:cubicBezTo>
                    <a:pt x="144" y="377"/>
                    <a:pt x="142" y="366"/>
                    <a:pt x="127" y="350"/>
                  </a:cubicBezTo>
                  <a:cubicBezTo>
                    <a:pt x="111" y="334"/>
                    <a:pt x="104" y="338"/>
                    <a:pt x="104" y="338"/>
                  </a:cubicBezTo>
                  <a:cubicBezTo>
                    <a:pt x="104" y="338"/>
                    <a:pt x="4" y="357"/>
                    <a:pt x="2" y="240"/>
                  </a:cubicBezTo>
                  <a:cubicBezTo>
                    <a:pt x="0" y="124"/>
                    <a:pt x="113" y="100"/>
                    <a:pt x="186" y="87"/>
                  </a:cubicBezTo>
                  <a:cubicBezTo>
                    <a:pt x="224" y="80"/>
                    <a:pt x="248" y="47"/>
                    <a:pt x="265" y="12"/>
                  </a:cubicBezTo>
                  <a:cubicBezTo>
                    <a:pt x="281" y="0"/>
                    <a:pt x="335" y="17"/>
                    <a:pt x="340" y="45"/>
                  </a:cubicBezTo>
                  <a:close/>
                </a:path>
              </a:pathLst>
            </a:custGeom>
            <a:solidFill>
              <a:srgbClr val="DFC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4" name="Freeform 5">
              <a:extLst>
                <a:ext uri="{FF2B5EF4-FFF2-40B4-BE49-F238E27FC236}">
                  <a16:creationId xmlns:a16="http://schemas.microsoft.com/office/drawing/2014/main" id="{CD6BA452-6E69-49D5-88A7-CFDCEBE7B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805"/>
              <a:ext cx="458" cy="921"/>
            </a:xfrm>
            <a:custGeom>
              <a:avLst/>
              <a:gdLst>
                <a:gd name="T0" fmla="*/ 1702 w 219"/>
                <a:gd name="T1" fmla="*/ 0 h 413"/>
                <a:gd name="T2" fmla="*/ 1828 w 219"/>
                <a:gd name="T3" fmla="*/ 2317 h 413"/>
                <a:gd name="T4" fmla="*/ 931 w 219"/>
                <a:gd name="T5" fmla="*/ 4536 h 413"/>
                <a:gd name="T6" fmla="*/ 0 w 219"/>
                <a:gd name="T7" fmla="*/ 3885 h 413"/>
                <a:gd name="T8" fmla="*/ 1098 w 219"/>
                <a:gd name="T9" fmla="*/ 4337 h 413"/>
                <a:gd name="T10" fmla="*/ 1803 w 219"/>
                <a:gd name="T11" fmla="*/ 2875 h 413"/>
                <a:gd name="T12" fmla="*/ 1510 w 219"/>
                <a:gd name="T13" fmla="*/ 1218 h 413"/>
                <a:gd name="T14" fmla="*/ 1702 w 219"/>
                <a:gd name="T15" fmla="*/ 0 h 4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413">
                  <a:moveTo>
                    <a:pt x="186" y="0"/>
                  </a:moveTo>
                  <a:cubicBezTo>
                    <a:pt x="147" y="82"/>
                    <a:pt x="181" y="107"/>
                    <a:pt x="200" y="209"/>
                  </a:cubicBezTo>
                  <a:cubicBezTo>
                    <a:pt x="219" y="311"/>
                    <a:pt x="179" y="407"/>
                    <a:pt x="102" y="409"/>
                  </a:cubicBezTo>
                  <a:cubicBezTo>
                    <a:pt x="41" y="412"/>
                    <a:pt x="9" y="380"/>
                    <a:pt x="0" y="350"/>
                  </a:cubicBezTo>
                  <a:cubicBezTo>
                    <a:pt x="14" y="376"/>
                    <a:pt x="63" y="413"/>
                    <a:pt x="120" y="391"/>
                  </a:cubicBezTo>
                  <a:cubicBezTo>
                    <a:pt x="178" y="368"/>
                    <a:pt x="194" y="321"/>
                    <a:pt x="197" y="259"/>
                  </a:cubicBezTo>
                  <a:cubicBezTo>
                    <a:pt x="200" y="197"/>
                    <a:pt x="178" y="151"/>
                    <a:pt x="165" y="110"/>
                  </a:cubicBezTo>
                  <a:cubicBezTo>
                    <a:pt x="152" y="69"/>
                    <a:pt x="152" y="51"/>
                    <a:pt x="186" y="0"/>
                  </a:cubicBezTo>
                  <a:close/>
                </a:path>
              </a:pathLst>
            </a:custGeom>
            <a:solidFill>
              <a:srgbClr val="D2B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5" name="Freeform 6">
              <a:extLst>
                <a:ext uri="{FF2B5EF4-FFF2-40B4-BE49-F238E27FC236}">
                  <a16:creationId xmlns:a16="http://schemas.microsoft.com/office/drawing/2014/main" id="{D85908CE-9165-4129-A9CE-4B8BB3013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271"/>
              <a:ext cx="245" cy="446"/>
            </a:xfrm>
            <a:custGeom>
              <a:avLst/>
              <a:gdLst>
                <a:gd name="T0" fmla="*/ 0 w 117"/>
                <a:gd name="T1" fmla="*/ 2219 h 200"/>
                <a:gd name="T2" fmla="*/ 898 w 117"/>
                <a:gd name="T3" fmla="*/ 0 h 200"/>
                <a:gd name="T4" fmla="*/ 0 w 117"/>
                <a:gd name="T5" fmla="*/ 2219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200">
                  <a:moveTo>
                    <a:pt x="0" y="200"/>
                  </a:moveTo>
                  <a:cubicBezTo>
                    <a:pt x="77" y="198"/>
                    <a:pt x="117" y="102"/>
                    <a:pt x="98" y="0"/>
                  </a:cubicBezTo>
                  <a:cubicBezTo>
                    <a:pt x="105" y="68"/>
                    <a:pt x="104" y="176"/>
                    <a:pt x="0" y="200"/>
                  </a:cubicBezTo>
                </a:path>
              </a:pathLst>
            </a:custGeom>
            <a:solidFill>
              <a:srgbClr val="BE9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6" name="Freeform 7">
              <a:extLst>
                <a:ext uri="{FF2B5EF4-FFF2-40B4-BE49-F238E27FC236}">
                  <a16:creationId xmlns:a16="http://schemas.microsoft.com/office/drawing/2014/main" id="{1DA3B01F-1CC9-41E0-8D77-C66564D57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722"/>
              <a:ext cx="632" cy="525"/>
            </a:xfrm>
            <a:custGeom>
              <a:avLst/>
              <a:gdLst>
                <a:gd name="T0" fmla="*/ 1611 w 302"/>
                <a:gd name="T1" fmla="*/ 1028 h 235"/>
                <a:gd name="T2" fmla="*/ 2382 w 302"/>
                <a:gd name="T3" fmla="*/ 424 h 235"/>
                <a:gd name="T4" fmla="*/ 2769 w 302"/>
                <a:gd name="T5" fmla="*/ 125 h 235"/>
                <a:gd name="T6" fmla="*/ 2382 w 302"/>
                <a:gd name="T7" fmla="*/ 179 h 235"/>
                <a:gd name="T8" fmla="*/ 1695 w 302"/>
                <a:gd name="T9" fmla="*/ 914 h 235"/>
                <a:gd name="T10" fmla="*/ 8 w 302"/>
                <a:gd name="T11" fmla="*/ 2621 h 235"/>
                <a:gd name="T12" fmla="*/ 1611 w 302"/>
                <a:gd name="T13" fmla="*/ 1028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2" h="235">
                  <a:moveTo>
                    <a:pt x="176" y="92"/>
                  </a:moveTo>
                  <a:cubicBezTo>
                    <a:pt x="234" y="77"/>
                    <a:pt x="246" y="59"/>
                    <a:pt x="260" y="38"/>
                  </a:cubicBezTo>
                  <a:cubicBezTo>
                    <a:pt x="273" y="18"/>
                    <a:pt x="285" y="10"/>
                    <a:pt x="302" y="11"/>
                  </a:cubicBezTo>
                  <a:cubicBezTo>
                    <a:pt x="274" y="0"/>
                    <a:pt x="265" y="6"/>
                    <a:pt x="260" y="16"/>
                  </a:cubicBezTo>
                  <a:cubicBezTo>
                    <a:pt x="244" y="48"/>
                    <a:pt x="221" y="76"/>
                    <a:pt x="185" y="82"/>
                  </a:cubicBezTo>
                  <a:cubicBezTo>
                    <a:pt x="113" y="95"/>
                    <a:pt x="0" y="119"/>
                    <a:pt x="1" y="235"/>
                  </a:cubicBezTo>
                  <a:cubicBezTo>
                    <a:pt x="18" y="154"/>
                    <a:pt x="67" y="113"/>
                    <a:pt x="176" y="92"/>
                  </a:cubicBezTo>
                  <a:close/>
                </a:path>
              </a:pathLst>
            </a:custGeom>
            <a:solidFill>
              <a:srgbClr val="F2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7" name="Freeform 8">
              <a:extLst>
                <a:ext uri="{FF2B5EF4-FFF2-40B4-BE49-F238E27FC236}">
                  <a16:creationId xmlns:a16="http://schemas.microsoft.com/office/drawing/2014/main" id="{74112A74-5ECF-431B-BF67-C87AEC3AA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872"/>
              <a:ext cx="608" cy="770"/>
            </a:xfrm>
            <a:custGeom>
              <a:avLst/>
              <a:gdLst>
                <a:gd name="T0" fmla="*/ 568 w 291"/>
                <a:gd name="T1" fmla="*/ 2924 h 345"/>
                <a:gd name="T2" fmla="*/ 568 w 291"/>
                <a:gd name="T3" fmla="*/ 2924 h 345"/>
                <a:gd name="T4" fmla="*/ 136 w 291"/>
                <a:gd name="T5" fmla="*/ 1480 h 345"/>
                <a:gd name="T6" fmla="*/ 1222 w 291"/>
                <a:gd name="T7" fmla="*/ 513 h 345"/>
                <a:gd name="T8" fmla="*/ 1515 w 291"/>
                <a:gd name="T9" fmla="*/ 413 h 345"/>
                <a:gd name="T10" fmla="*/ 1868 w 291"/>
                <a:gd name="T11" fmla="*/ 165 h 345"/>
                <a:gd name="T12" fmla="*/ 1876 w 291"/>
                <a:gd name="T13" fmla="*/ 154 h 345"/>
                <a:gd name="T14" fmla="*/ 2035 w 291"/>
                <a:gd name="T15" fmla="*/ 9 h 345"/>
                <a:gd name="T16" fmla="*/ 2227 w 291"/>
                <a:gd name="T17" fmla="*/ 125 h 345"/>
                <a:gd name="T18" fmla="*/ 2236 w 291"/>
                <a:gd name="T19" fmla="*/ 344 h 345"/>
                <a:gd name="T20" fmla="*/ 2236 w 291"/>
                <a:gd name="T21" fmla="*/ 353 h 345"/>
                <a:gd name="T22" fmla="*/ 2371 w 291"/>
                <a:gd name="T23" fmla="*/ 1091 h 345"/>
                <a:gd name="T24" fmla="*/ 2461 w 291"/>
                <a:gd name="T25" fmla="*/ 2980 h 345"/>
                <a:gd name="T26" fmla="*/ 1623 w 291"/>
                <a:gd name="T27" fmla="*/ 3817 h 345"/>
                <a:gd name="T28" fmla="*/ 938 w 291"/>
                <a:gd name="T29" fmla="*/ 3357 h 345"/>
                <a:gd name="T30" fmla="*/ 938 w 291"/>
                <a:gd name="T31" fmla="*/ 3368 h 345"/>
                <a:gd name="T32" fmla="*/ 568 w 291"/>
                <a:gd name="T33" fmla="*/ 2924 h 3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1" h="345">
                  <a:moveTo>
                    <a:pt x="62" y="263"/>
                  </a:moveTo>
                  <a:cubicBezTo>
                    <a:pt x="63" y="263"/>
                    <a:pt x="64" y="263"/>
                    <a:pt x="62" y="263"/>
                  </a:cubicBezTo>
                  <a:cubicBezTo>
                    <a:pt x="33" y="252"/>
                    <a:pt x="0" y="198"/>
                    <a:pt x="15" y="133"/>
                  </a:cubicBezTo>
                  <a:cubicBezTo>
                    <a:pt x="29" y="75"/>
                    <a:pt x="80" y="61"/>
                    <a:pt x="134" y="46"/>
                  </a:cubicBezTo>
                  <a:cubicBezTo>
                    <a:pt x="145" y="43"/>
                    <a:pt x="155" y="40"/>
                    <a:pt x="166" y="37"/>
                  </a:cubicBezTo>
                  <a:cubicBezTo>
                    <a:pt x="192" y="28"/>
                    <a:pt x="205" y="16"/>
                    <a:pt x="205" y="15"/>
                  </a:cubicBezTo>
                  <a:cubicBezTo>
                    <a:pt x="206" y="15"/>
                    <a:pt x="206" y="14"/>
                    <a:pt x="206" y="14"/>
                  </a:cubicBezTo>
                  <a:cubicBezTo>
                    <a:pt x="209" y="6"/>
                    <a:pt x="215" y="2"/>
                    <a:pt x="223" y="1"/>
                  </a:cubicBezTo>
                  <a:cubicBezTo>
                    <a:pt x="231" y="0"/>
                    <a:pt x="239" y="4"/>
                    <a:pt x="244" y="11"/>
                  </a:cubicBezTo>
                  <a:cubicBezTo>
                    <a:pt x="248" y="17"/>
                    <a:pt x="248" y="24"/>
                    <a:pt x="245" y="31"/>
                  </a:cubicBezTo>
                  <a:cubicBezTo>
                    <a:pt x="245" y="31"/>
                    <a:pt x="245" y="32"/>
                    <a:pt x="245" y="32"/>
                  </a:cubicBezTo>
                  <a:cubicBezTo>
                    <a:pt x="246" y="52"/>
                    <a:pt x="253" y="75"/>
                    <a:pt x="260" y="98"/>
                  </a:cubicBezTo>
                  <a:cubicBezTo>
                    <a:pt x="275" y="148"/>
                    <a:pt x="291" y="205"/>
                    <a:pt x="270" y="268"/>
                  </a:cubicBezTo>
                  <a:cubicBezTo>
                    <a:pt x="251" y="321"/>
                    <a:pt x="210" y="342"/>
                    <a:pt x="178" y="343"/>
                  </a:cubicBezTo>
                  <a:cubicBezTo>
                    <a:pt x="146" y="345"/>
                    <a:pt x="116" y="330"/>
                    <a:pt x="103" y="302"/>
                  </a:cubicBezTo>
                  <a:cubicBezTo>
                    <a:pt x="102" y="301"/>
                    <a:pt x="102" y="301"/>
                    <a:pt x="103" y="303"/>
                  </a:cubicBezTo>
                  <a:lnTo>
                    <a:pt x="62" y="263"/>
                  </a:lnTo>
                  <a:close/>
                </a:path>
              </a:pathLst>
            </a:custGeom>
            <a:solidFill>
              <a:srgbClr val="9B86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8" name="Freeform 9">
              <a:extLst>
                <a:ext uri="{FF2B5EF4-FFF2-40B4-BE49-F238E27FC236}">
                  <a16:creationId xmlns:a16="http://schemas.microsoft.com/office/drawing/2014/main" id="{44738DFD-7D0E-435E-AAD8-90232B7C8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872"/>
              <a:ext cx="606" cy="669"/>
            </a:xfrm>
            <a:custGeom>
              <a:avLst/>
              <a:gdLst>
                <a:gd name="T0" fmla="*/ 2228 w 290"/>
                <a:gd name="T1" fmla="*/ 352 h 300"/>
                <a:gd name="T2" fmla="*/ 2228 w 290"/>
                <a:gd name="T3" fmla="*/ 343 h 300"/>
                <a:gd name="T4" fmla="*/ 2219 w 290"/>
                <a:gd name="T5" fmla="*/ 125 h 300"/>
                <a:gd name="T6" fmla="*/ 2027 w 290"/>
                <a:gd name="T7" fmla="*/ 9 h 300"/>
                <a:gd name="T8" fmla="*/ 1868 w 290"/>
                <a:gd name="T9" fmla="*/ 154 h 300"/>
                <a:gd name="T10" fmla="*/ 1860 w 290"/>
                <a:gd name="T11" fmla="*/ 165 h 300"/>
                <a:gd name="T12" fmla="*/ 1507 w 290"/>
                <a:gd name="T13" fmla="*/ 413 h 300"/>
                <a:gd name="T14" fmla="*/ 1214 w 290"/>
                <a:gd name="T15" fmla="*/ 513 h 300"/>
                <a:gd name="T16" fmla="*/ 127 w 290"/>
                <a:gd name="T17" fmla="*/ 1476 h 300"/>
                <a:gd name="T18" fmla="*/ 520 w 290"/>
                <a:gd name="T19" fmla="*/ 2895 h 300"/>
                <a:gd name="T20" fmla="*/ 554 w 290"/>
                <a:gd name="T21" fmla="*/ 2486 h 300"/>
                <a:gd name="T22" fmla="*/ 585 w 290"/>
                <a:gd name="T23" fmla="*/ 1586 h 300"/>
                <a:gd name="T24" fmla="*/ 1542 w 290"/>
                <a:gd name="T25" fmla="*/ 821 h 300"/>
                <a:gd name="T26" fmla="*/ 2301 w 290"/>
                <a:gd name="T27" fmla="*/ 1443 h 300"/>
                <a:gd name="T28" fmla="*/ 2301 w 290"/>
                <a:gd name="T29" fmla="*/ 3327 h 300"/>
                <a:gd name="T30" fmla="*/ 2453 w 290"/>
                <a:gd name="T31" fmla="*/ 2975 h 300"/>
                <a:gd name="T32" fmla="*/ 2363 w 290"/>
                <a:gd name="T33" fmla="*/ 1088 h 300"/>
                <a:gd name="T34" fmla="*/ 2228 w 290"/>
                <a:gd name="T35" fmla="*/ 352 h 3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0" h="300">
                  <a:moveTo>
                    <a:pt x="244" y="32"/>
                  </a:moveTo>
                  <a:cubicBezTo>
                    <a:pt x="244" y="32"/>
                    <a:pt x="244" y="31"/>
                    <a:pt x="244" y="31"/>
                  </a:cubicBezTo>
                  <a:cubicBezTo>
                    <a:pt x="247" y="24"/>
                    <a:pt x="247" y="17"/>
                    <a:pt x="243" y="11"/>
                  </a:cubicBezTo>
                  <a:cubicBezTo>
                    <a:pt x="238" y="4"/>
                    <a:pt x="230" y="0"/>
                    <a:pt x="222" y="1"/>
                  </a:cubicBezTo>
                  <a:cubicBezTo>
                    <a:pt x="214" y="2"/>
                    <a:pt x="208" y="6"/>
                    <a:pt x="205" y="14"/>
                  </a:cubicBezTo>
                  <a:cubicBezTo>
                    <a:pt x="205" y="14"/>
                    <a:pt x="205" y="15"/>
                    <a:pt x="204" y="15"/>
                  </a:cubicBezTo>
                  <a:cubicBezTo>
                    <a:pt x="204" y="16"/>
                    <a:pt x="191" y="28"/>
                    <a:pt x="165" y="37"/>
                  </a:cubicBezTo>
                  <a:cubicBezTo>
                    <a:pt x="154" y="40"/>
                    <a:pt x="144" y="43"/>
                    <a:pt x="133" y="46"/>
                  </a:cubicBezTo>
                  <a:cubicBezTo>
                    <a:pt x="79" y="61"/>
                    <a:pt x="28" y="75"/>
                    <a:pt x="14" y="133"/>
                  </a:cubicBezTo>
                  <a:cubicBezTo>
                    <a:pt x="0" y="195"/>
                    <a:pt x="29" y="247"/>
                    <a:pt x="57" y="261"/>
                  </a:cubicBezTo>
                  <a:cubicBezTo>
                    <a:pt x="64" y="253"/>
                    <a:pt x="61" y="233"/>
                    <a:pt x="61" y="224"/>
                  </a:cubicBezTo>
                  <a:cubicBezTo>
                    <a:pt x="59" y="197"/>
                    <a:pt x="52" y="170"/>
                    <a:pt x="64" y="143"/>
                  </a:cubicBezTo>
                  <a:cubicBezTo>
                    <a:pt x="81" y="103"/>
                    <a:pt x="126" y="76"/>
                    <a:pt x="169" y="74"/>
                  </a:cubicBezTo>
                  <a:cubicBezTo>
                    <a:pt x="206" y="73"/>
                    <a:pt x="237" y="97"/>
                    <a:pt x="252" y="130"/>
                  </a:cubicBezTo>
                  <a:cubicBezTo>
                    <a:pt x="276" y="186"/>
                    <a:pt x="271" y="245"/>
                    <a:pt x="252" y="300"/>
                  </a:cubicBezTo>
                  <a:cubicBezTo>
                    <a:pt x="259" y="291"/>
                    <a:pt x="264" y="280"/>
                    <a:pt x="269" y="268"/>
                  </a:cubicBezTo>
                  <a:cubicBezTo>
                    <a:pt x="290" y="205"/>
                    <a:pt x="274" y="148"/>
                    <a:pt x="259" y="98"/>
                  </a:cubicBezTo>
                  <a:cubicBezTo>
                    <a:pt x="252" y="75"/>
                    <a:pt x="245" y="52"/>
                    <a:pt x="244" y="32"/>
                  </a:cubicBezTo>
                  <a:close/>
                </a:path>
              </a:pathLst>
            </a:custGeom>
            <a:solidFill>
              <a:srgbClr val="7F65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9" name="Freeform 10">
              <a:extLst>
                <a:ext uri="{FF2B5EF4-FFF2-40B4-BE49-F238E27FC236}">
                  <a16:creationId xmlns:a16="http://schemas.microsoft.com/office/drawing/2014/main" id="{5F6B9523-15D0-4B91-AB7A-EFFC7AD2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137"/>
              <a:ext cx="50" cy="103"/>
            </a:xfrm>
            <a:custGeom>
              <a:avLst/>
              <a:gdLst>
                <a:gd name="T0" fmla="*/ 217 w 24"/>
                <a:gd name="T1" fmla="*/ 0 h 46"/>
                <a:gd name="T2" fmla="*/ 183 w 24"/>
                <a:gd name="T3" fmla="*/ 260 h 46"/>
                <a:gd name="T4" fmla="*/ 152 w 24"/>
                <a:gd name="T5" fmla="*/ 336 h 46"/>
                <a:gd name="T6" fmla="*/ 56 w 24"/>
                <a:gd name="T7" fmla="*/ 517 h 46"/>
                <a:gd name="T8" fmla="*/ 73 w 24"/>
                <a:gd name="T9" fmla="*/ 2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18" y="8"/>
                    <a:pt x="21" y="15"/>
                    <a:pt x="20" y="23"/>
                  </a:cubicBezTo>
                  <a:cubicBezTo>
                    <a:pt x="20" y="26"/>
                    <a:pt x="19" y="27"/>
                    <a:pt x="17" y="30"/>
                  </a:cubicBezTo>
                  <a:cubicBezTo>
                    <a:pt x="14" y="34"/>
                    <a:pt x="10" y="43"/>
                    <a:pt x="6" y="46"/>
                  </a:cubicBezTo>
                  <a:cubicBezTo>
                    <a:pt x="0" y="37"/>
                    <a:pt x="2" y="11"/>
                    <a:pt x="8" y="2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0" name="Freeform 11">
              <a:extLst>
                <a:ext uri="{FF2B5EF4-FFF2-40B4-BE49-F238E27FC236}">
                  <a16:creationId xmlns:a16="http://schemas.microsoft.com/office/drawing/2014/main" id="{2C57C236-BA82-42EB-A892-5713FC107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1131"/>
              <a:ext cx="54" cy="116"/>
            </a:xfrm>
            <a:custGeom>
              <a:avLst/>
              <a:gdLst>
                <a:gd name="T0" fmla="*/ 81 w 26"/>
                <a:gd name="T1" fmla="*/ 89 h 52"/>
                <a:gd name="T2" fmla="*/ 199 w 26"/>
                <a:gd name="T3" fmla="*/ 0 h 52"/>
                <a:gd name="T4" fmla="*/ 152 w 26"/>
                <a:gd name="T5" fmla="*/ 413 h 52"/>
                <a:gd name="T6" fmla="*/ 0 w 26"/>
                <a:gd name="T7" fmla="*/ 57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2">
                  <a:moveTo>
                    <a:pt x="9" y="8"/>
                  </a:moveTo>
                  <a:cubicBezTo>
                    <a:pt x="13" y="5"/>
                    <a:pt x="17" y="1"/>
                    <a:pt x="22" y="0"/>
                  </a:cubicBezTo>
                  <a:cubicBezTo>
                    <a:pt x="26" y="9"/>
                    <a:pt x="23" y="29"/>
                    <a:pt x="17" y="37"/>
                  </a:cubicBezTo>
                  <a:cubicBezTo>
                    <a:pt x="13" y="43"/>
                    <a:pt x="6" y="48"/>
                    <a:pt x="0" y="52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1" name="Freeform 12">
              <a:extLst>
                <a:ext uri="{FF2B5EF4-FFF2-40B4-BE49-F238E27FC236}">
                  <a16:creationId xmlns:a16="http://schemas.microsoft.com/office/drawing/2014/main" id="{BA62FF46-2FE6-4563-963B-D3B6EB339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353"/>
              <a:ext cx="1193" cy="749"/>
            </a:xfrm>
            <a:custGeom>
              <a:avLst/>
              <a:gdLst>
                <a:gd name="T0" fmla="*/ 4741 w 570"/>
                <a:gd name="T1" fmla="*/ 80 h 336"/>
                <a:gd name="T2" fmla="*/ 4393 w 570"/>
                <a:gd name="T3" fmla="*/ 1839 h 336"/>
                <a:gd name="T4" fmla="*/ 2953 w 570"/>
                <a:gd name="T5" fmla="*/ 3000 h 336"/>
                <a:gd name="T6" fmla="*/ 1139 w 570"/>
                <a:gd name="T7" fmla="*/ 2624 h 336"/>
                <a:gd name="T8" fmla="*/ 329 w 570"/>
                <a:gd name="T9" fmla="*/ 1297 h 336"/>
                <a:gd name="T10" fmla="*/ 0 w 570"/>
                <a:gd name="T11" fmla="*/ 1387 h 336"/>
                <a:gd name="T12" fmla="*/ 1118 w 570"/>
                <a:gd name="T13" fmla="*/ 3081 h 336"/>
                <a:gd name="T14" fmla="*/ 3271 w 570"/>
                <a:gd name="T15" fmla="*/ 3335 h 336"/>
                <a:gd name="T16" fmla="*/ 5025 w 570"/>
                <a:gd name="T17" fmla="*/ 0 h 336"/>
                <a:gd name="T18" fmla="*/ 4741 w 570"/>
                <a:gd name="T19" fmla="*/ 80 h 3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0" h="336">
                  <a:moveTo>
                    <a:pt x="517" y="7"/>
                  </a:moveTo>
                  <a:cubicBezTo>
                    <a:pt x="526" y="79"/>
                    <a:pt x="505" y="125"/>
                    <a:pt x="479" y="166"/>
                  </a:cubicBezTo>
                  <a:cubicBezTo>
                    <a:pt x="452" y="207"/>
                    <a:pt x="425" y="248"/>
                    <a:pt x="322" y="271"/>
                  </a:cubicBezTo>
                  <a:cubicBezTo>
                    <a:pt x="260" y="285"/>
                    <a:pt x="171" y="267"/>
                    <a:pt x="124" y="237"/>
                  </a:cubicBezTo>
                  <a:cubicBezTo>
                    <a:pt x="84" y="212"/>
                    <a:pt x="43" y="162"/>
                    <a:pt x="36" y="117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13" y="185"/>
                    <a:pt x="55" y="246"/>
                    <a:pt x="122" y="278"/>
                  </a:cubicBezTo>
                  <a:cubicBezTo>
                    <a:pt x="168" y="300"/>
                    <a:pt x="241" y="336"/>
                    <a:pt x="357" y="301"/>
                  </a:cubicBezTo>
                  <a:cubicBezTo>
                    <a:pt x="481" y="264"/>
                    <a:pt x="570" y="128"/>
                    <a:pt x="548" y="0"/>
                  </a:cubicBezTo>
                  <a:lnTo>
                    <a:pt x="517" y="7"/>
                  </a:lnTo>
                  <a:close/>
                </a:path>
              </a:pathLst>
            </a:custGeom>
            <a:solidFill>
              <a:srgbClr val="F5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2" name="Freeform 13">
              <a:extLst>
                <a:ext uri="{FF2B5EF4-FFF2-40B4-BE49-F238E27FC236}">
                  <a16:creationId xmlns:a16="http://schemas.microsoft.com/office/drawing/2014/main" id="{F21B2A8E-59E4-4E94-AD06-BFACEBA0E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012"/>
              <a:ext cx="251" cy="556"/>
            </a:xfrm>
            <a:custGeom>
              <a:avLst/>
              <a:gdLst>
                <a:gd name="T0" fmla="*/ 176 w 120"/>
                <a:gd name="T1" fmla="*/ 2773 h 249"/>
                <a:gd name="T2" fmla="*/ 312 w 120"/>
                <a:gd name="T3" fmla="*/ 2492 h 249"/>
                <a:gd name="T4" fmla="*/ 345 w 120"/>
                <a:gd name="T5" fmla="*/ 2474 h 249"/>
                <a:gd name="T6" fmla="*/ 504 w 120"/>
                <a:gd name="T7" fmla="*/ 2394 h 249"/>
                <a:gd name="T8" fmla="*/ 485 w 120"/>
                <a:gd name="T9" fmla="*/ 2374 h 249"/>
                <a:gd name="T10" fmla="*/ 889 w 120"/>
                <a:gd name="T11" fmla="*/ 1804 h 249"/>
                <a:gd name="T12" fmla="*/ 402 w 120"/>
                <a:gd name="T13" fmla="*/ 2213 h 249"/>
                <a:gd name="T14" fmla="*/ 420 w 120"/>
                <a:gd name="T15" fmla="*/ 2050 h 249"/>
                <a:gd name="T16" fmla="*/ 420 w 120"/>
                <a:gd name="T17" fmla="*/ 1994 h 249"/>
                <a:gd name="T18" fmla="*/ 412 w 120"/>
                <a:gd name="T19" fmla="*/ 1690 h 249"/>
                <a:gd name="T20" fmla="*/ 504 w 120"/>
                <a:gd name="T21" fmla="*/ 804 h 249"/>
                <a:gd name="T22" fmla="*/ 1098 w 120"/>
                <a:gd name="T23" fmla="*/ 154 h 249"/>
                <a:gd name="T24" fmla="*/ 1023 w 120"/>
                <a:gd name="T25" fmla="*/ 56 h 249"/>
                <a:gd name="T26" fmla="*/ 705 w 120"/>
                <a:gd name="T27" fmla="*/ 65 h 249"/>
                <a:gd name="T28" fmla="*/ 312 w 120"/>
                <a:gd name="T29" fmla="*/ 732 h 249"/>
                <a:gd name="T30" fmla="*/ 228 w 120"/>
                <a:gd name="T31" fmla="*/ 2005 h 249"/>
                <a:gd name="T32" fmla="*/ 157 w 120"/>
                <a:gd name="T33" fmla="*/ 2329 h 249"/>
                <a:gd name="T34" fmla="*/ 0 w 120"/>
                <a:gd name="T35" fmla="*/ 2662 h 2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0" h="249">
                  <a:moveTo>
                    <a:pt x="19" y="249"/>
                  </a:moveTo>
                  <a:cubicBezTo>
                    <a:pt x="24" y="241"/>
                    <a:pt x="28" y="233"/>
                    <a:pt x="34" y="224"/>
                  </a:cubicBezTo>
                  <a:cubicBezTo>
                    <a:pt x="35" y="224"/>
                    <a:pt x="38" y="222"/>
                    <a:pt x="38" y="222"/>
                  </a:cubicBezTo>
                  <a:cubicBezTo>
                    <a:pt x="42" y="221"/>
                    <a:pt x="48" y="219"/>
                    <a:pt x="55" y="215"/>
                  </a:cubicBezTo>
                  <a:cubicBezTo>
                    <a:pt x="53" y="213"/>
                    <a:pt x="53" y="213"/>
                    <a:pt x="53" y="213"/>
                  </a:cubicBezTo>
                  <a:cubicBezTo>
                    <a:pt x="70" y="198"/>
                    <a:pt x="85" y="182"/>
                    <a:pt x="97" y="162"/>
                  </a:cubicBezTo>
                  <a:cubicBezTo>
                    <a:pt x="78" y="178"/>
                    <a:pt x="57" y="192"/>
                    <a:pt x="44" y="199"/>
                  </a:cubicBezTo>
                  <a:cubicBezTo>
                    <a:pt x="45" y="194"/>
                    <a:pt x="46" y="189"/>
                    <a:pt x="46" y="184"/>
                  </a:cubicBezTo>
                  <a:cubicBezTo>
                    <a:pt x="46" y="182"/>
                    <a:pt x="46" y="180"/>
                    <a:pt x="46" y="179"/>
                  </a:cubicBezTo>
                  <a:cubicBezTo>
                    <a:pt x="45" y="171"/>
                    <a:pt x="45" y="162"/>
                    <a:pt x="45" y="152"/>
                  </a:cubicBezTo>
                  <a:cubicBezTo>
                    <a:pt x="45" y="128"/>
                    <a:pt x="47" y="98"/>
                    <a:pt x="55" y="72"/>
                  </a:cubicBezTo>
                  <a:cubicBezTo>
                    <a:pt x="62" y="48"/>
                    <a:pt x="91" y="10"/>
                    <a:pt x="120" y="14"/>
                  </a:cubicBezTo>
                  <a:cubicBezTo>
                    <a:pt x="118" y="10"/>
                    <a:pt x="115" y="7"/>
                    <a:pt x="112" y="5"/>
                  </a:cubicBezTo>
                  <a:cubicBezTo>
                    <a:pt x="103" y="0"/>
                    <a:pt x="91" y="0"/>
                    <a:pt x="77" y="6"/>
                  </a:cubicBezTo>
                  <a:cubicBezTo>
                    <a:pt x="56" y="21"/>
                    <a:pt x="40" y="47"/>
                    <a:pt x="34" y="66"/>
                  </a:cubicBezTo>
                  <a:cubicBezTo>
                    <a:pt x="22" y="106"/>
                    <a:pt x="23" y="154"/>
                    <a:pt x="25" y="180"/>
                  </a:cubicBezTo>
                  <a:cubicBezTo>
                    <a:pt x="25" y="192"/>
                    <a:pt x="24" y="198"/>
                    <a:pt x="17" y="209"/>
                  </a:cubicBezTo>
                  <a:cubicBezTo>
                    <a:pt x="10" y="219"/>
                    <a:pt x="5" y="229"/>
                    <a:pt x="0" y="23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3" name="Freeform 14">
              <a:extLst>
                <a:ext uri="{FF2B5EF4-FFF2-40B4-BE49-F238E27FC236}">
                  <a16:creationId xmlns:a16="http://schemas.microsoft.com/office/drawing/2014/main" id="{8DC693F2-DE5A-4D1E-8392-F27B549B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858"/>
              <a:ext cx="608" cy="797"/>
            </a:xfrm>
            <a:custGeom>
              <a:avLst/>
              <a:gdLst>
                <a:gd name="T0" fmla="*/ 2025 w 291"/>
                <a:gd name="T1" fmla="*/ 9 h 357"/>
                <a:gd name="T2" fmla="*/ 1834 w 291"/>
                <a:gd name="T3" fmla="*/ 190 h 357"/>
                <a:gd name="T4" fmla="*/ 1498 w 291"/>
                <a:gd name="T5" fmla="*/ 413 h 357"/>
                <a:gd name="T6" fmla="*/ 1214 w 291"/>
                <a:gd name="T7" fmla="*/ 513 h 357"/>
                <a:gd name="T8" fmla="*/ 92 w 291"/>
                <a:gd name="T9" fmla="*/ 1536 h 357"/>
                <a:gd name="T10" fmla="*/ 56 w 291"/>
                <a:gd name="T11" fmla="*/ 1893 h 357"/>
                <a:gd name="T12" fmla="*/ 568 w 291"/>
                <a:gd name="T13" fmla="*/ 2996 h 357"/>
                <a:gd name="T14" fmla="*/ 568 w 291"/>
                <a:gd name="T15" fmla="*/ 2996 h 357"/>
                <a:gd name="T16" fmla="*/ 136 w 291"/>
                <a:gd name="T17" fmla="*/ 1545 h 357"/>
                <a:gd name="T18" fmla="*/ 1222 w 291"/>
                <a:gd name="T19" fmla="*/ 578 h 357"/>
                <a:gd name="T20" fmla="*/ 1515 w 291"/>
                <a:gd name="T21" fmla="*/ 478 h 357"/>
                <a:gd name="T22" fmla="*/ 1868 w 291"/>
                <a:gd name="T23" fmla="*/ 234 h 357"/>
                <a:gd name="T24" fmla="*/ 1876 w 291"/>
                <a:gd name="T25" fmla="*/ 223 h 357"/>
                <a:gd name="T26" fmla="*/ 2035 w 291"/>
                <a:gd name="T27" fmla="*/ 80 h 357"/>
                <a:gd name="T28" fmla="*/ 2227 w 291"/>
                <a:gd name="T29" fmla="*/ 190 h 357"/>
                <a:gd name="T30" fmla="*/ 2236 w 291"/>
                <a:gd name="T31" fmla="*/ 413 h 357"/>
                <a:gd name="T32" fmla="*/ 2236 w 291"/>
                <a:gd name="T33" fmla="*/ 424 h 357"/>
                <a:gd name="T34" fmla="*/ 2371 w 291"/>
                <a:gd name="T35" fmla="*/ 1156 h 357"/>
                <a:gd name="T36" fmla="*/ 2461 w 291"/>
                <a:gd name="T37" fmla="*/ 3050 h 357"/>
                <a:gd name="T38" fmla="*/ 1623 w 291"/>
                <a:gd name="T39" fmla="*/ 3882 h 357"/>
                <a:gd name="T40" fmla="*/ 938 w 291"/>
                <a:gd name="T41" fmla="*/ 3429 h 357"/>
                <a:gd name="T42" fmla="*/ 938 w 291"/>
                <a:gd name="T43" fmla="*/ 3438 h 357"/>
                <a:gd name="T44" fmla="*/ 1632 w 291"/>
                <a:gd name="T45" fmla="*/ 3952 h 357"/>
                <a:gd name="T46" fmla="*/ 2509 w 291"/>
                <a:gd name="T47" fmla="*/ 3070 h 357"/>
                <a:gd name="T48" fmla="*/ 2610 w 291"/>
                <a:gd name="T49" fmla="*/ 2349 h 357"/>
                <a:gd name="T50" fmla="*/ 2417 w 291"/>
                <a:gd name="T51" fmla="*/ 1136 h 357"/>
                <a:gd name="T52" fmla="*/ 2288 w 291"/>
                <a:gd name="T53" fmla="*/ 433 h 357"/>
                <a:gd name="T54" fmla="*/ 2309 w 291"/>
                <a:gd name="T55" fmla="*/ 315 h 357"/>
                <a:gd name="T56" fmla="*/ 2269 w 291"/>
                <a:gd name="T57" fmla="*/ 154 h 357"/>
                <a:gd name="T58" fmla="*/ 2025 w 291"/>
                <a:gd name="T59" fmla="*/ 9 h 35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1" h="357">
                  <a:moveTo>
                    <a:pt x="222" y="1"/>
                  </a:moveTo>
                  <a:cubicBezTo>
                    <a:pt x="213" y="2"/>
                    <a:pt x="205" y="8"/>
                    <a:pt x="201" y="17"/>
                  </a:cubicBezTo>
                  <a:cubicBezTo>
                    <a:pt x="199" y="19"/>
                    <a:pt x="187" y="29"/>
                    <a:pt x="164" y="37"/>
                  </a:cubicBezTo>
                  <a:cubicBezTo>
                    <a:pt x="154" y="41"/>
                    <a:pt x="143" y="44"/>
                    <a:pt x="133" y="46"/>
                  </a:cubicBezTo>
                  <a:cubicBezTo>
                    <a:pt x="79" y="61"/>
                    <a:pt x="24" y="76"/>
                    <a:pt x="10" y="138"/>
                  </a:cubicBezTo>
                  <a:cubicBezTo>
                    <a:pt x="7" y="149"/>
                    <a:pt x="6" y="160"/>
                    <a:pt x="6" y="170"/>
                  </a:cubicBezTo>
                  <a:cubicBezTo>
                    <a:pt x="6" y="219"/>
                    <a:pt x="29" y="261"/>
                    <a:pt x="62" y="269"/>
                  </a:cubicBezTo>
                  <a:cubicBezTo>
                    <a:pt x="63" y="269"/>
                    <a:pt x="64" y="269"/>
                    <a:pt x="62" y="269"/>
                  </a:cubicBezTo>
                  <a:cubicBezTo>
                    <a:pt x="33" y="258"/>
                    <a:pt x="0" y="204"/>
                    <a:pt x="15" y="139"/>
                  </a:cubicBezTo>
                  <a:cubicBezTo>
                    <a:pt x="29" y="81"/>
                    <a:pt x="80" y="67"/>
                    <a:pt x="134" y="52"/>
                  </a:cubicBezTo>
                  <a:cubicBezTo>
                    <a:pt x="145" y="49"/>
                    <a:pt x="155" y="46"/>
                    <a:pt x="166" y="43"/>
                  </a:cubicBezTo>
                  <a:cubicBezTo>
                    <a:pt x="192" y="34"/>
                    <a:pt x="205" y="22"/>
                    <a:pt x="205" y="21"/>
                  </a:cubicBezTo>
                  <a:cubicBezTo>
                    <a:pt x="206" y="21"/>
                    <a:pt x="206" y="20"/>
                    <a:pt x="206" y="20"/>
                  </a:cubicBezTo>
                  <a:cubicBezTo>
                    <a:pt x="209" y="12"/>
                    <a:pt x="215" y="8"/>
                    <a:pt x="223" y="7"/>
                  </a:cubicBezTo>
                  <a:cubicBezTo>
                    <a:pt x="231" y="6"/>
                    <a:pt x="239" y="10"/>
                    <a:pt x="244" y="17"/>
                  </a:cubicBezTo>
                  <a:cubicBezTo>
                    <a:pt x="248" y="23"/>
                    <a:pt x="248" y="30"/>
                    <a:pt x="245" y="37"/>
                  </a:cubicBezTo>
                  <a:cubicBezTo>
                    <a:pt x="245" y="37"/>
                    <a:pt x="245" y="38"/>
                    <a:pt x="245" y="38"/>
                  </a:cubicBezTo>
                  <a:cubicBezTo>
                    <a:pt x="246" y="58"/>
                    <a:pt x="253" y="81"/>
                    <a:pt x="260" y="104"/>
                  </a:cubicBezTo>
                  <a:cubicBezTo>
                    <a:pt x="275" y="154"/>
                    <a:pt x="291" y="211"/>
                    <a:pt x="270" y="274"/>
                  </a:cubicBezTo>
                  <a:cubicBezTo>
                    <a:pt x="251" y="327"/>
                    <a:pt x="210" y="348"/>
                    <a:pt x="178" y="349"/>
                  </a:cubicBezTo>
                  <a:cubicBezTo>
                    <a:pt x="146" y="351"/>
                    <a:pt x="116" y="336"/>
                    <a:pt x="103" y="308"/>
                  </a:cubicBezTo>
                  <a:cubicBezTo>
                    <a:pt x="102" y="307"/>
                    <a:pt x="102" y="307"/>
                    <a:pt x="103" y="309"/>
                  </a:cubicBezTo>
                  <a:cubicBezTo>
                    <a:pt x="116" y="341"/>
                    <a:pt x="144" y="357"/>
                    <a:pt x="179" y="355"/>
                  </a:cubicBezTo>
                  <a:cubicBezTo>
                    <a:pt x="212" y="354"/>
                    <a:pt x="255" y="332"/>
                    <a:pt x="275" y="276"/>
                  </a:cubicBezTo>
                  <a:cubicBezTo>
                    <a:pt x="283" y="254"/>
                    <a:pt x="286" y="232"/>
                    <a:pt x="286" y="211"/>
                  </a:cubicBezTo>
                  <a:cubicBezTo>
                    <a:pt x="286" y="172"/>
                    <a:pt x="275" y="136"/>
                    <a:pt x="265" y="102"/>
                  </a:cubicBezTo>
                  <a:cubicBezTo>
                    <a:pt x="259" y="80"/>
                    <a:pt x="252" y="58"/>
                    <a:pt x="251" y="39"/>
                  </a:cubicBezTo>
                  <a:cubicBezTo>
                    <a:pt x="252" y="35"/>
                    <a:pt x="253" y="31"/>
                    <a:pt x="253" y="28"/>
                  </a:cubicBezTo>
                  <a:cubicBezTo>
                    <a:pt x="253" y="23"/>
                    <a:pt x="252" y="18"/>
                    <a:pt x="249" y="14"/>
                  </a:cubicBezTo>
                  <a:cubicBezTo>
                    <a:pt x="243" y="5"/>
                    <a:pt x="232" y="0"/>
                    <a:pt x="222" y="1"/>
                  </a:cubicBezTo>
                  <a:close/>
                </a:path>
              </a:pathLst>
            </a:custGeom>
            <a:solidFill>
              <a:srgbClr val="EFE3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4" name="Freeform 15">
              <a:extLst>
                <a:ext uri="{FF2B5EF4-FFF2-40B4-BE49-F238E27FC236}">
                  <a16:creationId xmlns:a16="http://schemas.microsoft.com/office/drawing/2014/main" id="{36471E45-C25E-447B-BA93-1E426000F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995"/>
              <a:ext cx="259" cy="446"/>
            </a:xfrm>
            <a:custGeom>
              <a:avLst/>
              <a:gdLst>
                <a:gd name="T0" fmla="*/ 554 w 124"/>
                <a:gd name="T1" fmla="*/ 2094 h 200"/>
                <a:gd name="T2" fmla="*/ 520 w 124"/>
                <a:gd name="T3" fmla="*/ 1929 h 200"/>
                <a:gd name="T4" fmla="*/ 466 w 124"/>
                <a:gd name="T5" fmla="*/ 1650 h 200"/>
                <a:gd name="T6" fmla="*/ 510 w 124"/>
                <a:gd name="T7" fmla="*/ 676 h 200"/>
                <a:gd name="T8" fmla="*/ 654 w 124"/>
                <a:gd name="T9" fmla="*/ 488 h 200"/>
                <a:gd name="T10" fmla="*/ 921 w 124"/>
                <a:gd name="T11" fmla="*/ 178 h 200"/>
                <a:gd name="T12" fmla="*/ 1130 w 124"/>
                <a:gd name="T13" fmla="*/ 9 h 200"/>
                <a:gd name="T14" fmla="*/ 1130 w 124"/>
                <a:gd name="T15" fmla="*/ 0 h 200"/>
                <a:gd name="T16" fmla="*/ 1046 w 124"/>
                <a:gd name="T17" fmla="*/ 36 h 200"/>
                <a:gd name="T18" fmla="*/ 345 w 124"/>
                <a:gd name="T19" fmla="*/ 558 h 200"/>
                <a:gd name="T20" fmla="*/ 568 w 124"/>
                <a:gd name="T21" fmla="*/ 2219 h 200"/>
                <a:gd name="T22" fmla="*/ 554 w 124"/>
                <a:gd name="T23" fmla="*/ 2094 h 2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200">
                  <a:moveTo>
                    <a:pt x="61" y="189"/>
                  </a:moveTo>
                  <a:cubicBezTo>
                    <a:pt x="61" y="186"/>
                    <a:pt x="59" y="180"/>
                    <a:pt x="57" y="174"/>
                  </a:cubicBezTo>
                  <a:cubicBezTo>
                    <a:pt x="55" y="167"/>
                    <a:pt x="53" y="159"/>
                    <a:pt x="51" y="149"/>
                  </a:cubicBezTo>
                  <a:cubicBezTo>
                    <a:pt x="34" y="113"/>
                    <a:pt x="43" y="82"/>
                    <a:pt x="56" y="61"/>
                  </a:cubicBezTo>
                  <a:cubicBezTo>
                    <a:pt x="61" y="54"/>
                    <a:pt x="66" y="48"/>
                    <a:pt x="72" y="44"/>
                  </a:cubicBezTo>
                  <a:cubicBezTo>
                    <a:pt x="80" y="34"/>
                    <a:pt x="89" y="25"/>
                    <a:pt x="101" y="16"/>
                  </a:cubicBezTo>
                  <a:cubicBezTo>
                    <a:pt x="109" y="10"/>
                    <a:pt x="117" y="5"/>
                    <a:pt x="124" y="1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23" y="1"/>
                    <a:pt x="119" y="2"/>
                    <a:pt x="115" y="3"/>
                  </a:cubicBezTo>
                  <a:cubicBezTo>
                    <a:pt x="95" y="8"/>
                    <a:pt x="58" y="18"/>
                    <a:pt x="38" y="50"/>
                  </a:cubicBezTo>
                  <a:cubicBezTo>
                    <a:pt x="21" y="78"/>
                    <a:pt x="0" y="135"/>
                    <a:pt x="62" y="200"/>
                  </a:cubicBezTo>
                  <a:cubicBezTo>
                    <a:pt x="62" y="197"/>
                    <a:pt x="61" y="194"/>
                    <a:pt x="61" y="18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5" name="Freeform 16">
              <a:extLst>
                <a:ext uri="{FF2B5EF4-FFF2-40B4-BE49-F238E27FC236}">
                  <a16:creationId xmlns:a16="http://schemas.microsoft.com/office/drawing/2014/main" id="{FC18A2DB-69F1-44DB-BBE5-FF4FB3A74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153"/>
              <a:ext cx="393" cy="502"/>
            </a:xfrm>
            <a:custGeom>
              <a:avLst/>
              <a:gdLst>
                <a:gd name="T0" fmla="*/ 1434 w 188"/>
                <a:gd name="T1" fmla="*/ 0 h 225"/>
                <a:gd name="T2" fmla="*/ 1451 w 188"/>
                <a:gd name="T3" fmla="*/ 578 h 225"/>
                <a:gd name="T4" fmla="*/ 1342 w 188"/>
                <a:gd name="T5" fmla="*/ 1265 h 225"/>
                <a:gd name="T6" fmla="*/ 978 w 188"/>
                <a:gd name="T7" fmla="*/ 2021 h 225"/>
                <a:gd name="T8" fmla="*/ 328 w 188"/>
                <a:gd name="T9" fmla="*/ 1977 h 225"/>
                <a:gd name="T10" fmla="*/ 245 w 188"/>
                <a:gd name="T11" fmla="*/ 1932 h 225"/>
                <a:gd name="T12" fmla="*/ 0 w 188"/>
                <a:gd name="T13" fmla="*/ 1867 h 225"/>
                <a:gd name="T14" fmla="*/ 1070 w 188"/>
                <a:gd name="T15" fmla="*/ 2231 h 225"/>
                <a:gd name="T16" fmla="*/ 1434 w 188"/>
                <a:gd name="T17" fmla="*/ 0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225">
                  <a:moveTo>
                    <a:pt x="157" y="0"/>
                  </a:moveTo>
                  <a:cubicBezTo>
                    <a:pt x="159" y="17"/>
                    <a:pt x="160" y="36"/>
                    <a:pt x="159" y="52"/>
                  </a:cubicBezTo>
                  <a:cubicBezTo>
                    <a:pt x="158" y="65"/>
                    <a:pt x="155" y="90"/>
                    <a:pt x="147" y="114"/>
                  </a:cubicBezTo>
                  <a:cubicBezTo>
                    <a:pt x="140" y="146"/>
                    <a:pt x="126" y="172"/>
                    <a:pt x="107" y="182"/>
                  </a:cubicBezTo>
                  <a:cubicBezTo>
                    <a:pt x="80" y="196"/>
                    <a:pt x="57" y="195"/>
                    <a:pt x="36" y="178"/>
                  </a:cubicBezTo>
                  <a:cubicBezTo>
                    <a:pt x="33" y="177"/>
                    <a:pt x="30" y="175"/>
                    <a:pt x="27" y="174"/>
                  </a:cubicBezTo>
                  <a:cubicBezTo>
                    <a:pt x="17" y="170"/>
                    <a:pt x="9" y="169"/>
                    <a:pt x="0" y="168"/>
                  </a:cubicBezTo>
                  <a:cubicBezTo>
                    <a:pt x="39" y="225"/>
                    <a:pt x="85" y="217"/>
                    <a:pt x="117" y="201"/>
                  </a:cubicBezTo>
                  <a:cubicBezTo>
                    <a:pt x="168" y="174"/>
                    <a:pt x="188" y="72"/>
                    <a:pt x="157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6" name="Freeform 17">
              <a:extLst>
                <a:ext uri="{FF2B5EF4-FFF2-40B4-BE49-F238E27FC236}">
                  <a16:creationId xmlns:a16="http://schemas.microsoft.com/office/drawing/2014/main" id="{81F628FF-17F4-4783-995E-310FC0FE7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858"/>
              <a:ext cx="109" cy="90"/>
            </a:xfrm>
            <a:custGeom>
              <a:avLst/>
              <a:gdLst>
                <a:gd name="T0" fmla="*/ 44 w 52"/>
                <a:gd name="T1" fmla="*/ 227 h 40"/>
                <a:gd name="T2" fmla="*/ 201 w 52"/>
                <a:gd name="T3" fmla="*/ 81 h 40"/>
                <a:gd name="T4" fmla="*/ 396 w 52"/>
                <a:gd name="T5" fmla="*/ 194 h 40"/>
                <a:gd name="T6" fmla="*/ 405 w 52"/>
                <a:gd name="T7" fmla="*/ 421 h 40"/>
                <a:gd name="T8" fmla="*/ 405 w 52"/>
                <a:gd name="T9" fmla="*/ 421 h 40"/>
                <a:gd name="T10" fmla="*/ 461 w 52"/>
                <a:gd name="T11" fmla="*/ 457 h 40"/>
                <a:gd name="T12" fmla="*/ 461 w 52"/>
                <a:gd name="T13" fmla="*/ 446 h 40"/>
                <a:gd name="T14" fmla="*/ 478 w 52"/>
                <a:gd name="T15" fmla="*/ 320 h 40"/>
                <a:gd name="T16" fmla="*/ 444 w 52"/>
                <a:gd name="T17" fmla="*/ 162 h 40"/>
                <a:gd name="T18" fmla="*/ 193 w 52"/>
                <a:gd name="T19" fmla="*/ 11 h 40"/>
                <a:gd name="T20" fmla="*/ 0 w 52"/>
                <a:gd name="T21" fmla="*/ 194 h 40"/>
                <a:gd name="T22" fmla="*/ 44 w 52"/>
                <a:gd name="T23" fmla="*/ 227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40">
                  <a:moveTo>
                    <a:pt x="5" y="20"/>
                  </a:moveTo>
                  <a:cubicBezTo>
                    <a:pt x="9" y="12"/>
                    <a:pt x="15" y="8"/>
                    <a:pt x="22" y="7"/>
                  </a:cubicBezTo>
                  <a:cubicBezTo>
                    <a:pt x="30" y="6"/>
                    <a:pt x="38" y="10"/>
                    <a:pt x="43" y="17"/>
                  </a:cubicBezTo>
                  <a:cubicBezTo>
                    <a:pt x="47" y="23"/>
                    <a:pt x="47" y="30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35"/>
                    <a:pt x="52" y="31"/>
                    <a:pt x="52" y="28"/>
                  </a:cubicBezTo>
                  <a:cubicBezTo>
                    <a:pt x="52" y="23"/>
                    <a:pt x="51" y="18"/>
                    <a:pt x="48" y="14"/>
                  </a:cubicBezTo>
                  <a:cubicBezTo>
                    <a:pt x="42" y="5"/>
                    <a:pt x="31" y="0"/>
                    <a:pt x="21" y="1"/>
                  </a:cubicBezTo>
                  <a:cubicBezTo>
                    <a:pt x="12" y="2"/>
                    <a:pt x="4" y="8"/>
                    <a:pt x="0" y="17"/>
                  </a:cubicBezTo>
                  <a:lnTo>
                    <a:pt x="5" y="20"/>
                  </a:lnTo>
                  <a:close/>
                </a:path>
              </a:pathLst>
            </a:custGeom>
            <a:solidFill>
              <a:srgbClr val="E6C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7" name="Freeform 18">
              <a:extLst>
                <a:ext uri="{FF2B5EF4-FFF2-40B4-BE49-F238E27FC236}">
                  <a16:creationId xmlns:a16="http://schemas.microsoft.com/office/drawing/2014/main" id="{54B02653-B0E8-4E7B-8DDE-1A791F57E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026"/>
              <a:ext cx="159" cy="450"/>
            </a:xfrm>
            <a:custGeom>
              <a:avLst/>
              <a:gdLst>
                <a:gd name="T0" fmla="*/ 697 w 76"/>
                <a:gd name="T1" fmla="*/ 0 h 202"/>
                <a:gd name="T2" fmla="*/ 412 w 76"/>
                <a:gd name="T3" fmla="*/ 209 h 202"/>
                <a:gd name="T4" fmla="*/ 27 w 76"/>
                <a:gd name="T5" fmla="*/ 864 h 202"/>
                <a:gd name="T6" fmla="*/ 8 w 76"/>
                <a:gd name="T7" fmla="*/ 1314 h 202"/>
                <a:gd name="T8" fmla="*/ 84 w 76"/>
                <a:gd name="T9" fmla="*/ 1702 h 202"/>
                <a:gd name="T10" fmla="*/ 117 w 76"/>
                <a:gd name="T11" fmla="*/ 1911 h 202"/>
                <a:gd name="T12" fmla="*/ 128 w 76"/>
                <a:gd name="T13" fmla="*/ 2123 h 202"/>
                <a:gd name="T14" fmla="*/ 157 w 76"/>
                <a:gd name="T15" fmla="*/ 2232 h 202"/>
                <a:gd name="T16" fmla="*/ 220 w 76"/>
                <a:gd name="T17" fmla="*/ 1925 h 202"/>
                <a:gd name="T18" fmla="*/ 209 w 76"/>
                <a:gd name="T19" fmla="*/ 1459 h 202"/>
                <a:gd name="T20" fmla="*/ 697 w 76"/>
                <a:gd name="T21" fmla="*/ 0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02">
                  <a:moveTo>
                    <a:pt x="76" y="0"/>
                  </a:moveTo>
                  <a:cubicBezTo>
                    <a:pt x="66" y="4"/>
                    <a:pt x="56" y="10"/>
                    <a:pt x="45" y="19"/>
                  </a:cubicBezTo>
                  <a:cubicBezTo>
                    <a:pt x="20" y="38"/>
                    <a:pt x="8" y="58"/>
                    <a:pt x="3" y="78"/>
                  </a:cubicBezTo>
                  <a:cubicBezTo>
                    <a:pt x="1" y="91"/>
                    <a:pt x="0" y="105"/>
                    <a:pt x="1" y="119"/>
                  </a:cubicBezTo>
                  <a:cubicBezTo>
                    <a:pt x="3" y="132"/>
                    <a:pt x="6" y="144"/>
                    <a:pt x="9" y="154"/>
                  </a:cubicBezTo>
                  <a:cubicBezTo>
                    <a:pt x="11" y="162"/>
                    <a:pt x="12" y="168"/>
                    <a:pt x="13" y="173"/>
                  </a:cubicBezTo>
                  <a:cubicBezTo>
                    <a:pt x="14" y="180"/>
                    <a:pt x="14" y="186"/>
                    <a:pt x="14" y="192"/>
                  </a:cubicBezTo>
                  <a:cubicBezTo>
                    <a:pt x="15" y="195"/>
                    <a:pt x="16" y="198"/>
                    <a:pt x="17" y="202"/>
                  </a:cubicBezTo>
                  <a:cubicBezTo>
                    <a:pt x="23" y="192"/>
                    <a:pt x="24" y="185"/>
                    <a:pt x="24" y="174"/>
                  </a:cubicBezTo>
                  <a:cubicBezTo>
                    <a:pt x="23" y="163"/>
                    <a:pt x="23" y="148"/>
                    <a:pt x="23" y="132"/>
                  </a:cubicBezTo>
                  <a:cubicBezTo>
                    <a:pt x="16" y="61"/>
                    <a:pt x="41" y="16"/>
                    <a:pt x="76" y="0"/>
                  </a:cubicBezTo>
                  <a:close/>
                </a:path>
              </a:pathLst>
            </a:custGeom>
            <a:solidFill>
              <a:srgbClr val="D96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8" name="Freeform 19">
              <a:extLst>
                <a:ext uri="{FF2B5EF4-FFF2-40B4-BE49-F238E27FC236}">
                  <a16:creationId xmlns:a16="http://schemas.microsoft.com/office/drawing/2014/main" id="{B4075025-348C-4F51-9057-AF4853F18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001"/>
              <a:ext cx="143" cy="404"/>
            </a:xfrm>
            <a:custGeom>
              <a:avLst/>
              <a:gdLst>
                <a:gd name="T0" fmla="*/ 381 w 68"/>
                <a:gd name="T1" fmla="*/ 788 h 181"/>
                <a:gd name="T2" fmla="*/ 278 w 68"/>
                <a:gd name="T3" fmla="*/ 1310 h 181"/>
                <a:gd name="T4" fmla="*/ 233 w 68"/>
                <a:gd name="T5" fmla="*/ 1399 h 181"/>
                <a:gd name="T6" fmla="*/ 0 w 68"/>
                <a:gd name="T7" fmla="*/ 2013 h 181"/>
                <a:gd name="T8" fmla="*/ 456 w 68"/>
                <a:gd name="T9" fmla="*/ 1411 h 181"/>
                <a:gd name="T10" fmla="*/ 513 w 68"/>
                <a:gd name="T11" fmla="*/ 353 h 181"/>
                <a:gd name="T12" fmla="*/ 177 w 68"/>
                <a:gd name="T13" fmla="*/ 0 h 181"/>
                <a:gd name="T14" fmla="*/ 345 w 68"/>
                <a:gd name="T15" fmla="*/ 498 h 181"/>
                <a:gd name="T16" fmla="*/ 381 w 68"/>
                <a:gd name="T17" fmla="*/ 788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181">
                  <a:moveTo>
                    <a:pt x="41" y="71"/>
                  </a:moveTo>
                  <a:cubicBezTo>
                    <a:pt x="41" y="88"/>
                    <a:pt x="37" y="106"/>
                    <a:pt x="30" y="118"/>
                  </a:cubicBezTo>
                  <a:cubicBezTo>
                    <a:pt x="29" y="120"/>
                    <a:pt x="27" y="123"/>
                    <a:pt x="25" y="126"/>
                  </a:cubicBezTo>
                  <a:cubicBezTo>
                    <a:pt x="19" y="146"/>
                    <a:pt x="11" y="164"/>
                    <a:pt x="0" y="181"/>
                  </a:cubicBezTo>
                  <a:cubicBezTo>
                    <a:pt x="22" y="163"/>
                    <a:pt x="41" y="144"/>
                    <a:pt x="49" y="127"/>
                  </a:cubicBezTo>
                  <a:cubicBezTo>
                    <a:pt x="62" y="104"/>
                    <a:pt x="68" y="62"/>
                    <a:pt x="55" y="32"/>
                  </a:cubicBezTo>
                  <a:cubicBezTo>
                    <a:pt x="48" y="16"/>
                    <a:pt x="35" y="5"/>
                    <a:pt x="19" y="0"/>
                  </a:cubicBezTo>
                  <a:cubicBezTo>
                    <a:pt x="29" y="10"/>
                    <a:pt x="35" y="26"/>
                    <a:pt x="37" y="45"/>
                  </a:cubicBezTo>
                  <a:cubicBezTo>
                    <a:pt x="40" y="53"/>
                    <a:pt x="41" y="62"/>
                    <a:pt x="41" y="7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9" name="Freeform 20">
              <a:extLst>
                <a:ext uri="{FF2B5EF4-FFF2-40B4-BE49-F238E27FC236}">
                  <a16:creationId xmlns:a16="http://schemas.microsoft.com/office/drawing/2014/main" id="{10622BB7-0216-4128-9B02-685C2F649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233"/>
              <a:ext cx="237" cy="284"/>
            </a:xfrm>
            <a:custGeom>
              <a:avLst/>
              <a:gdLst>
                <a:gd name="T0" fmla="*/ 1042 w 113"/>
                <a:gd name="T1" fmla="*/ 0 h 127"/>
                <a:gd name="T2" fmla="*/ 958 w 113"/>
                <a:gd name="T3" fmla="*/ 255 h 127"/>
                <a:gd name="T4" fmla="*/ 749 w 113"/>
                <a:gd name="T5" fmla="*/ 606 h 127"/>
                <a:gd name="T6" fmla="*/ 461 w 113"/>
                <a:gd name="T7" fmla="*/ 1105 h 127"/>
                <a:gd name="T8" fmla="*/ 36 w 113"/>
                <a:gd name="T9" fmla="*/ 1250 h 127"/>
                <a:gd name="T10" fmla="*/ 0 w 113"/>
                <a:gd name="T11" fmla="*/ 1286 h 127"/>
                <a:gd name="T12" fmla="*/ 92 w 113"/>
                <a:gd name="T13" fmla="*/ 1319 h 127"/>
                <a:gd name="T14" fmla="*/ 413 w 113"/>
                <a:gd name="T15" fmla="*/ 1420 h 127"/>
                <a:gd name="T16" fmla="*/ 589 w 113"/>
                <a:gd name="T17" fmla="*/ 1286 h 127"/>
                <a:gd name="T18" fmla="*/ 1042 w 11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127">
                  <a:moveTo>
                    <a:pt x="113" y="0"/>
                  </a:moveTo>
                  <a:cubicBezTo>
                    <a:pt x="111" y="9"/>
                    <a:pt x="108" y="17"/>
                    <a:pt x="104" y="23"/>
                  </a:cubicBezTo>
                  <a:cubicBezTo>
                    <a:pt x="99" y="33"/>
                    <a:pt x="91" y="43"/>
                    <a:pt x="81" y="54"/>
                  </a:cubicBezTo>
                  <a:cubicBezTo>
                    <a:pt x="74" y="72"/>
                    <a:pt x="64" y="88"/>
                    <a:pt x="50" y="99"/>
                  </a:cubicBezTo>
                  <a:cubicBezTo>
                    <a:pt x="37" y="110"/>
                    <a:pt x="22" y="114"/>
                    <a:pt x="4" y="112"/>
                  </a:cubicBezTo>
                  <a:cubicBezTo>
                    <a:pt x="3" y="113"/>
                    <a:pt x="1" y="114"/>
                    <a:pt x="0" y="115"/>
                  </a:cubicBezTo>
                  <a:cubicBezTo>
                    <a:pt x="3" y="116"/>
                    <a:pt x="7" y="117"/>
                    <a:pt x="10" y="118"/>
                  </a:cubicBezTo>
                  <a:cubicBezTo>
                    <a:pt x="23" y="123"/>
                    <a:pt x="34" y="127"/>
                    <a:pt x="45" y="127"/>
                  </a:cubicBezTo>
                  <a:cubicBezTo>
                    <a:pt x="52" y="124"/>
                    <a:pt x="58" y="120"/>
                    <a:pt x="64" y="115"/>
                  </a:cubicBezTo>
                  <a:cubicBezTo>
                    <a:pt x="96" y="89"/>
                    <a:pt x="112" y="39"/>
                    <a:pt x="113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0" name="Freeform 21">
              <a:extLst>
                <a:ext uri="{FF2B5EF4-FFF2-40B4-BE49-F238E27FC236}">
                  <a16:creationId xmlns:a16="http://schemas.microsoft.com/office/drawing/2014/main" id="{7AC909D2-E88E-4B17-B721-D620FB5F3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233"/>
              <a:ext cx="237" cy="284"/>
            </a:xfrm>
            <a:custGeom>
              <a:avLst/>
              <a:gdLst>
                <a:gd name="T0" fmla="*/ 1042 w 113"/>
                <a:gd name="T1" fmla="*/ 0 h 127"/>
                <a:gd name="T2" fmla="*/ 958 w 113"/>
                <a:gd name="T3" fmla="*/ 255 h 127"/>
                <a:gd name="T4" fmla="*/ 749 w 113"/>
                <a:gd name="T5" fmla="*/ 606 h 127"/>
                <a:gd name="T6" fmla="*/ 461 w 113"/>
                <a:gd name="T7" fmla="*/ 1105 h 127"/>
                <a:gd name="T8" fmla="*/ 36 w 113"/>
                <a:gd name="T9" fmla="*/ 1250 h 127"/>
                <a:gd name="T10" fmla="*/ 0 w 113"/>
                <a:gd name="T11" fmla="*/ 1286 h 127"/>
                <a:gd name="T12" fmla="*/ 92 w 113"/>
                <a:gd name="T13" fmla="*/ 1319 h 127"/>
                <a:gd name="T14" fmla="*/ 413 w 113"/>
                <a:gd name="T15" fmla="*/ 1420 h 127"/>
                <a:gd name="T16" fmla="*/ 589 w 113"/>
                <a:gd name="T17" fmla="*/ 1286 h 127"/>
                <a:gd name="T18" fmla="*/ 1042 w 11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127">
                  <a:moveTo>
                    <a:pt x="113" y="0"/>
                  </a:moveTo>
                  <a:cubicBezTo>
                    <a:pt x="111" y="9"/>
                    <a:pt x="108" y="17"/>
                    <a:pt x="104" y="23"/>
                  </a:cubicBezTo>
                  <a:cubicBezTo>
                    <a:pt x="99" y="33"/>
                    <a:pt x="91" y="43"/>
                    <a:pt x="81" y="54"/>
                  </a:cubicBezTo>
                  <a:cubicBezTo>
                    <a:pt x="74" y="72"/>
                    <a:pt x="64" y="88"/>
                    <a:pt x="50" y="99"/>
                  </a:cubicBezTo>
                  <a:cubicBezTo>
                    <a:pt x="37" y="110"/>
                    <a:pt x="22" y="114"/>
                    <a:pt x="4" y="112"/>
                  </a:cubicBezTo>
                  <a:cubicBezTo>
                    <a:pt x="3" y="113"/>
                    <a:pt x="1" y="114"/>
                    <a:pt x="0" y="115"/>
                  </a:cubicBezTo>
                  <a:cubicBezTo>
                    <a:pt x="3" y="116"/>
                    <a:pt x="7" y="117"/>
                    <a:pt x="10" y="118"/>
                  </a:cubicBezTo>
                  <a:cubicBezTo>
                    <a:pt x="23" y="123"/>
                    <a:pt x="34" y="127"/>
                    <a:pt x="45" y="127"/>
                  </a:cubicBezTo>
                  <a:cubicBezTo>
                    <a:pt x="52" y="124"/>
                    <a:pt x="58" y="120"/>
                    <a:pt x="64" y="115"/>
                  </a:cubicBezTo>
                  <a:cubicBezTo>
                    <a:pt x="96" y="89"/>
                    <a:pt x="112" y="39"/>
                    <a:pt x="113" y="0"/>
                  </a:cubicBezTo>
                  <a:close/>
                </a:path>
              </a:pathLst>
            </a:custGeom>
            <a:solidFill>
              <a:srgbClr val="D96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1" name="Freeform 22">
              <a:extLst>
                <a:ext uri="{FF2B5EF4-FFF2-40B4-BE49-F238E27FC236}">
                  <a16:creationId xmlns:a16="http://schemas.microsoft.com/office/drawing/2014/main" id="{642975D2-3A2F-48AE-9CC8-619E5568C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035"/>
              <a:ext cx="345" cy="555"/>
            </a:xfrm>
            <a:custGeom>
              <a:avLst/>
              <a:gdLst>
                <a:gd name="T0" fmla="*/ 1326 w 165"/>
                <a:gd name="T1" fmla="*/ 109 h 249"/>
                <a:gd name="T2" fmla="*/ 1163 w 165"/>
                <a:gd name="T3" fmla="*/ 0 h 249"/>
                <a:gd name="T4" fmla="*/ 1263 w 165"/>
                <a:gd name="T5" fmla="*/ 189 h 249"/>
                <a:gd name="T6" fmla="*/ 1298 w 165"/>
                <a:gd name="T7" fmla="*/ 929 h 249"/>
                <a:gd name="T8" fmla="*/ 1290 w 165"/>
                <a:gd name="T9" fmla="*/ 1152 h 249"/>
                <a:gd name="T10" fmla="*/ 1014 w 165"/>
                <a:gd name="T11" fmla="*/ 2146 h 249"/>
                <a:gd name="T12" fmla="*/ 345 w 165"/>
                <a:gd name="T13" fmla="*/ 2291 h 249"/>
                <a:gd name="T14" fmla="*/ 257 w 165"/>
                <a:gd name="T15" fmla="*/ 2260 h 249"/>
                <a:gd name="T16" fmla="*/ 75 w 165"/>
                <a:gd name="T17" fmla="*/ 2349 h 249"/>
                <a:gd name="T18" fmla="*/ 36 w 165"/>
                <a:gd name="T19" fmla="*/ 2369 h 249"/>
                <a:gd name="T20" fmla="*/ 0 w 165"/>
                <a:gd name="T21" fmla="*/ 2450 h 249"/>
                <a:gd name="T22" fmla="*/ 284 w 165"/>
                <a:gd name="T23" fmla="*/ 2514 h 249"/>
                <a:gd name="T24" fmla="*/ 1150 w 165"/>
                <a:gd name="T25" fmla="*/ 2316 h 249"/>
                <a:gd name="T26" fmla="*/ 1491 w 165"/>
                <a:gd name="T27" fmla="*/ 1163 h 249"/>
                <a:gd name="T28" fmla="*/ 1326 w 165"/>
                <a:gd name="T29" fmla="*/ 109 h 2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5" h="249">
                  <a:moveTo>
                    <a:pt x="145" y="10"/>
                  </a:moveTo>
                  <a:cubicBezTo>
                    <a:pt x="140" y="4"/>
                    <a:pt x="134" y="1"/>
                    <a:pt x="127" y="0"/>
                  </a:cubicBezTo>
                  <a:cubicBezTo>
                    <a:pt x="131" y="5"/>
                    <a:pt x="135" y="11"/>
                    <a:pt x="138" y="17"/>
                  </a:cubicBezTo>
                  <a:cubicBezTo>
                    <a:pt x="147" y="37"/>
                    <a:pt x="147" y="62"/>
                    <a:pt x="142" y="84"/>
                  </a:cubicBezTo>
                  <a:cubicBezTo>
                    <a:pt x="142" y="90"/>
                    <a:pt x="142" y="97"/>
                    <a:pt x="141" y="104"/>
                  </a:cubicBezTo>
                  <a:cubicBezTo>
                    <a:pt x="139" y="144"/>
                    <a:pt x="127" y="178"/>
                    <a:pt x="111" y="194"/>
                  </a:cubicBezTo>
                  <a:cubicBezTo>
                    <a:pt x="82" y="224"/>
                    <a:pt x="64" y="217"/>
                    <a:pt x="38" y="207"/>
                  </a:cubicBezTo>
                  <a:cubicBezTo>
                    <a:pt x="35" y="206"/>
                    <a:pt x="31" y="205"/>
                    <a:pt x="28" y="204"/>
                  </a:cubicBezTo>
                  <a:cubicBezTo>
                    <a:pt x="20" y="208"/>
                    <a:pt x="12" y="211"/>
                    <a:pt x="8" y="212"/>
                  </a:cubicBezTo>
                  <a:cubicBezTo>
                    <a:pt x="8" y="212"/>
                    <a:pt x="5" y="214"/>
                    <a:pt x="4" y="214"/>
                  </a:cubicBezTo>
                  <a:cubicBezTo>
                    <a:pt x="3" y="217"/>
                    <a:pt x="1" y="219"/>
                    <a:pt x="0" y="221"/>
                  </a:cubicBezTo>
                  <a:cubicBezTo>
                    <a:pt x="11" y="222"/>
                    <a:pt x="19" y="223"/>
                    <a:pt x="31" y="227"/>
                  </a:cubicBezTo>
                  <a:cubicBezTo>
                    <a:pt x="57" y="237"/>
                    <a:pt x="87" y="249"/>
                    <a:pt x="126" y="209"/>
                  </a:cubicBezTo>
                  <a:cubicBezTo>
                    <a:pt x="155" y="181"/>
                    <a:pt x="161" y="127"/>
                    <a:pt x="163" y="105"/>
                  </a:cubicBezTo>
                  <a:cubicBezTo>
                    <a:pt x="165" y="71"/>
                    <a:pt x="161" y="28"/>
                    <a:pt x="145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2" name="Freeform 23">
              <a:extLst>
                <a:ext uri="{FF2B5EF4-FFF2-40B4-BE49-F238E27FC236}">
                  <a16:creationId xmlns:a16="http://schemas.microsoft.com/office/drawing/2014/main" id="{FB612162-5BC0-4BCD-BFC4-56E4196CA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211"/>
              <a:ext cx="92" cy="147"/>
            </a:xfrm>
            <a:custGeom>
              <a:avLst/>
              <a:gdLst>
                <a:gd name="T0" fmla="*/ 176 w 44"/>
                <a:gd name="T1" fmla="*/ 323 h 66"/>
                <a:gd name="T2" fmla="*/ 0 w 44"/>
                <a:gd name="T3" fmla="*/ 728 h 66"/>
                <a:gd name="T4" fmla="*/ 268 w 44"/>
                <a:gd name="T5" fmla="*/ 530 h 66"/>
                <a:gd name="T6" fmla="*/ 401 w 44"/>
                <a:gd name="T7" fmla="*/ 0 h 66"/>
                <a:gd name="T8" fmla="*/ 176 w 44"/>
                <a:gd name="T9" fmla="*/ 32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6">
                  <a:moveTo>
                    <a:pt x="19" y="29"/>
                  </a:moveTo>
                  <a:cubicBezTo>
                    <a:pt x="13" y="42"/>
                    <a:pt x="7" y="54"/>
                    <a:pt x="0" y="66"/>
                  </a:cubicBezTo>
                  <a:cubicBezTo>
                    <a:pt x="10" y="61"/>
                    <a:pt x="20" y="55"/>
                    <a:pt x="29" y="48"/>
                  </a:cubicBezTo>
                  <a:cubicBezTo>
                    <a:pt x="35" y="34"/>
                    <a:pt x="40" y="19"/>
                    <a:pt x="44" y="0"/>
                  </a:cubicBezTo>
                  <a:cubicBezTo>
                    <a:pt x="38" y="10"/>
                    <a:pt x="29" y="21"/>
                    <a:pt x="19" y="29"/>
                  </a:cubicBezTo>
                  <a:close/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Freeform 24">
              <a:extLst>
                <a:ext uri="{FF2B5EF4-FFF2-40B4-BE49-F238E27FC236}">
                  <a16:creationId xmlns:a16="http://schemas.microsoft.com/office/drawing/2014/main" id="{6AC32699-1CEE-4B3B-8B13-D930891E7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320"/>
              <a:ext cx="29" cy="47"/>
            </a:xfrm>
            <a:custGeom>
              <a:avLst/>
              <a:gdLst>
                <a:gd name="T0" fmla="*/ 64 w 14"/>
                <a:gd name="T1" fmla="*/ 20 h 21"/>
                <a:gd name="T2" fmla="*/ 0 w 14"/>
                <a:gd name="T3" fmla="*/ 235 h 21"/>
                <a:gd name="T4" fmla="*/ 124 w 14"/>
                <a:gd name="T5" fmla="*/ 0 h 21"/>
                <a:gd name="T6" fmla="*/ 64 w 14"/>
                <a:gd name="T7" fmla="*/ 20 h 21"/>
                <a:gd name="T8" fmla="*/ 64 w 14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7" y="2"/>
                  </a:moveTo>
                  <a:cubicBezTo>
                    <a:pt x="4" y="8"/>
                    <a:pt x="2" y="15"/>
                    <a:pt x="0" y="21"/>
                  </a:cubicBezTo>
                  <a:cubicBezTo>
                    <a:pt x="5" y="14"/>
                    <a:pt x="10" y="7"/>
                    <a:pt x="14" y="0"/>
                  </a:cubicBezTo>
                  <a:cubicBezTo>
                    <a:pt x="11" y="1"/>
                    <a:pt x="9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lose/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Freeform 25">
              <a:extLst>
                <a:ext uri="{FF2B5EF4-FFF2-40B4-BE49-F238E27FC236}">
                  <a16:creationId xmlns:a16="http://schemas.microsoft.com/office/drawing/2014/main" id="{0DA2F1B1-8EC2-4B80-8D6E-EC1F40D085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6" y="1124"/>
              <a:ext cx="174" cy="272"/>
            </a:xfrm>
            <a:custGeom>
              <a:avLst/>
              <a:gdLst>
                <a:gd name="T0" fmla="*/ 698 w 83"/>
                <a:gd name="T1" fmla="*/ 0 h 122"/>
                <a:gd name="T2" fmla="*/ 681 w 83"/>
                <a:gd name="T3" fmla="*/ 125 h 122"/>
                <a:gd name="T4" fmla="*/ 765 w 83"/>
                <a:gd name="T5" fmla="*/ 20 h 122"/>
                <a:gd name="T6" fmla="*/ 698 w 83"/>
                <a:gd name="T7" fmla="*/ 0 h 122"/>
                <a:gd name="T8" fmla="*/ 0 w 83"/>
                <a:gd name="T9" fmla="*/ 1351 h 122"/>
                <a:gd name="T10" fmla="*/ 0 w 83"/>
                <a:gd name="T11" fmla="*/ 1333 h 122"/>
                <a:gd name="T12" fmla="*/ 75 w 83"/>
                <a:gd name="T13" fmla="*/ 1208 h 122"/>
                <a:gd name="T14" fmla="*/ 369 w 83"/>
                <a:gd name="T15" fmla="*/ 513 h 122"/>
                <a:gd name="T16" fmla="*/ 444 w 83"/>
                <a:gd name="T17" fmla="*/ 268 h 122"/>
                <a:gd name="T18" fmla="*/ 497 w 83"/>
                <a:gd name="T19" fmla="*/ 0 h 122"/>
                <a:gd name="T20" fmla="*/ 497 w 83"/>
                <a:gd name="T21" fmla="*/ 0 h 122"/>
                <a:gd name="T22" fmla="*/ 8 w 83"/>
                <a:gd name="T23" fmla="*/ 756 h 122"/>
                <a:gd name="T24" fmla="*/ 0 w 83"/>
                <a:gd name="T25" fmla="*/ 1128 h 122"/>
                <a:gd name="T26" fmla="*/ 0 w 83"/>
                <a:gd name="T27" fmla="*/ 1351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" h="122">
                  <a:moveTo>
                    <a:pt x="76" y="0"/>
                  </a:moveTo>
                  <a:cubicBezTo>
                    <a:pt x="75" y="3"/>
                    <a:pt x="74" y="7"/>
                    <a:pt x="74" y="11"/>
                  </a:cubicBezTo>
                  <a:cubicBezTo>
                    <a:pt x="77" y="8"/>
                    <a:pt x="80" y="5"/>
                    <a:pt x="83" y="2"/>
                  </a:cubicBezTo>
                  <a:cubicBezTo>
                    <a:pt x="81" y="1"/>
                    <a:pt x="78" y="1"/>
                    <a:pt x="76" y="0"/>
                  </a:cubicBezTo>
                  <a:close/>
                  <a:moveTo>
                    <a:pt x="0" y="122"/>
                  </a:moveTo>
                  <a:cubicBezTo>
                    <a:pt x="0" y="122"/>
                    <a:pt x="0" y="121"/>
                    <a:pt x="0" y="120"/>
                  </a:cubicBezTo>
                  <a:cubicBezTo>
                    <a:pt x="3" y="117"/>
                    <a:pt x="6" y="113"/>
                    <a:pt x="8" y="109"/>
                  </a:cubicBezTo>
                  <a:cubicBezTo>
                    <a:pt x="14" y="88"/>
                    <a:pt x="24" y="67"/>
                    <a:pt x="40" y="46"/>
                  </a:cubicBezTo>
                  <a:cubicBezTo>
                    <a:pt x="44" y="38"/>
                    <a:pt x="46" y="30"/>
                    <a:pt x="48" y="24"/>
                  </a:cubicBezTo>
                  <a:cubicBezTo>
                    <a:pt x="51" y="15"/>
                    <a:pt x="53" y="7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1" y="23"/>
                    <a:pt x="13" y="45"/>
                    <a:pt x="1" y="68"/>
                  </a:cubicBezTo>
                  <a:cubicBezTo>
                    <a:pt x="0" y="80"/>
                    <a:pt x="0" y="92"/>
                    <a:pt x="0" y="102"/>
                  </a:cubicBezTo>
                  <a:cubicBezTo>
                    <a:pt x="0" y="109"/>
                    <a:pt x="0" y="116"/>
                    <a:pt x="0" y="122"/>
                  </a:cubicBezTo>
                  <a:close/>
                </a:path>
              </a:pathLst>
            </a:custGeom>
            <a:solidFill>
              <a:srgbClr val="D96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Freeform 26">
              <a:extLst>
                <a:ext uri="{FF2B5EF4-FFF2-40B4-BE49-F238E27FC236}">
                  <a16:creationId xmlns:a16="http://schemas.microsoft.com/office/drawing/2014/main" id="{BEB20A86-78DC-4CAA-97E5-8058D5576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073"/>
              <a:ext cx="213" cy="140"/>
            </a:xfrm>
            <a:custGeom>
              <a:avLst/>
              <a:gdLst>
                <a:gd name="T0" fmla="*/ 902 w 102"/>
                <a:gd name="T1" fmla="*/ 178 h 63"/>
                <a:gd name="T2" fmla="*/ 601 w 102"/>
                <a:gd name="T3" fmla="*/ 9 h 63"/>
                <a:gd name="T4" fmla="*/ 217 w 102"/>
                <a:gd name="T5" fmla="*/ 89 h 63"/>
                <a:gd name="T6" fmla="*/ 27 w 102"/>
                <a:gd name="T7" fmla="*/ 493 h 63"/>
                <a:gd name="T8" fmla="*/ 0 w 102"/>
                <a:gd name="T9" fmla="*/ 593 h 63"/>
                <a:gd name="T10" fmla="*/ 585 w 102"/>
                <a:gd name="T11" fmla="*/ 242 h 63"/>
                <a:gd name="T12" fmla="*/ 894 w 102"/>
                <a:gd name="T13" fmla="*/ 691 h 63"/>
                <a:gd name="T14" fmla="*/ 902 w 102"/>
                <a:gd name="T15" fmla="*/ 691 h 63"/>
                <a:gd name="T16" fmla="*/ 929 w 102"/>
                <a:gd name="T17" fmla="*/ 429 h 63"/>
                <a:gd name="T18" fmla="*/ 902 w 102"/>
                <a:gd name="T19" fmla="*/ 178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63">
                  <a:moveTo>
                    <a:pt x="99" y="16"/>
                  </a:moveTo>
                  <a:cubicBezTo>
                    <a:pt x="88" y="6"/>
                    <a:pt x="75" y="2"/>
                    <a:pt x="66" y="1"/>
                  </a:cubicBezTo>
                  <a:cubicBezTo>
                    <a:pt x="53" y="0"/>
                    <a:pt x="38" y="2"/>
                    <a:pt x="24" y="8"/>
                  </a:cubicBezTo>
                  <a:cubicBezTo>
                    <a:pt x="14" y="20"/>
                    <a:pt x="6" y="34"/>
                    <a:pt x="3" y="45"/>
                  </a:cubicBezTo>
                  <a:cubicBezTo>
                    <a:pt x="2" y="48"/>
                    <a:pt x="1" y="51"/>
                    <a:pt x="0" y="54"/>
                  </a:cubicBezTo>
                  <a:cubicBezTo>
                    <a:pt x="10" y="37"/>
                    <a:pt x="39" y="19"/>
                    <a:pt x="64" y="22"/>
                  </a:cubicBezTo>
                  <a:cubicBezTo>
                    <a:pt x="83" y="24"/>
                    <a:pt x="94" y="38"/>
                    <a:pt x="98" y="63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101" y="55"/>
                    <a:pt x="102" y="47"/>
                    <a:pt x="102" y="39"/>
                  </a:cubicBezTo>
                  <a:cubicBezTo>
                    <a:pt x="102" y="31"/>
                    <a:pt x="101" y="23"/>
                    <a:pt x="99" y="16"/>
                  </a:cubicBezTo>
                  <a:close/>
                </a:path>
              </a:pathLst>
            </a:custGeom>
            <a:solidFill>
              <a:srgbClr val="D96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27">
              <a:extLst>
                <a:ext uri="{FF2B5EF4-FFF2-40B4-BE49-F238E27FC236}">
                  <a16:creationId xmlns:a16="http://schemas.microsoft.com/office/drawing/2014/main" id="{A7CFDAC8-E00C-434B-AD53-D53152940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122"/>
              <a:ext cx="161" cy="334"/>
            </a:xfrm>
            <a:custGeom>
              <a:avLst/>
              <a:gdLst>
                <a:gd name="T0" fmla="*/ 502 w 77"/>
                <a:gd name="T1" fmla="*/ 9 h 150"/>
                <a:gd name="T2" fmla="*/ 445 w 77"/>
                <a:gd name="T3" fmla="*/ 278 h 150"/>
                <a:gd name="T4" fmla="*/ 8 w 77"/>
                <a:gd name="T5" fmla="*/ 1334 h 150"/>
                <a:gd name="T6" fmla="*/ 17 w 77"/>
                <a:gd name="T7" fmla="*/ 1434 h 150"/>
                <a:gd name="T8" fmla="*/ 17 w 77"/>
                <a:gd name="T9" fmla="*/ 1492 h 150"/>
                <a:gd name="T10" fmla="*/ 0 w 77"/>
                <a:gd name="T11" fmla="*/ 1657 h 150"/>
                <a:gd name="T12" fmla="*/ 100 w 77"/>
                <a:gd name="T13" fmla="*/ 1576 h 150"/>
                <a:gd name="T14" fmla="*/ 705 w 77"/>
                <a:gd name="T15" fmla="*/ 9 h 150"/>
                <a:gd name="T16" fmla="*/ 661 w 77"/>
                <a:gd name="T17" fmla="*/ 0 h 150"/>
                <a:gd name="T18" fmla="*/ 502 w 77"/>
                <a:gd name="T19" fmla="*/ 9 h 1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50">
                  <a:moveTo>
                    <a:pt x="55" y="1"/>
                  </a:moveTo>
                  <a:cubicBezTo>
                    <a:pt x="54" y="8"/>
                    <a:pt x="52" y="16"/>
                    <a:pt x="49" y="25"/>
                  </a:cubicBezTo>
                  <a:cubicBezTo>
                    <a:pt x="42" y="47"/>
                    <a:pt x="28" y="87"/>
                    <a:pt x="1" y="121"/>
                  </a:cubicBezTo>
                  <a:cubicBezTo>
                    <a:pt x="2" y="124"/>
                    <a:pt x="2" y="127"/>
                    <a:pt x="2" y="130"/>
                  </a:cubicBezTo>
                  <a:cubicBezTo>
                    <a:pt x="2" y="131"/>
                    <a:pt x="2" y="133"/>
                    <a:pt x="2" y="135"/>
                  </a:cubicBezTo>
                  <a:cubicBezTo>
                    <a:pt x="2" y="140"/>
                    <a:pt x="1" y="145"/>
                    <a:pt x="0" y="150"/>
                  </a:cubicBezTo>
                  <a:cubicBezTo>
                    <a:pt x="4" y="148"/>
                    <a:pt x="7" y="146"/>
                    <a:pt x="11" y="143"/>
                  </a:cubicBezTo>
                  <a:cubicBezTo>
                    <a:pt x="47" y="101"/>
                    <a:pt x="69" y="45"/>
                    <a:pt x="77" y="1"/>
                  </a:cubicBezTo>
                  <a:cubicBezTo>
                    <a:pt x="75" y="1"/>
                    <a:pt x="74" y="0"/>
                    <a:pt x="72" y="0"/>
                  </a:cubicBezTo>
                  <a:cubicBezTo>
                    <a:pt x="66" y="0"/>
                    <a:pt x="61" y="0"/>
                    <a:pt x="55" y="1"/>
                  </a:cubicBezTo>
                  <a:close/>
                </a:path>
              </a:pathLst>
            </a:custGeom>
            <a:solidFill>
              <a:srgbClr val="D96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Freeform 28">
              <a:extLst>
                <a:ext uri="{FF2B5EF4-FFF2-40B4-BE49-F238E27FC236}">
                  <a16:creationId xmlns:a16="http://schemas.microsoft.com/office/drawing/2014/main" id="{83E7B16B-EBC1-4DC7-B195-68AEA1054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131"/>
              <a:ext cx="198" cy="361"/>
            </a:xfrm>
            <a:custGeom>
              <a:avLst/>
              <a:gdLst>
                <a:gd name="T0" fmla="*/ 686 w 95"/>
                <a:gd name="T1" fmla="*/ 0 h 162"/>
                <a:gd name="T2" fmla="*/ 669 w 95"/>
                <a:gd name="T3" fmla="*/ 279 h 162"/>
                <a:gd name="T4" fmla="*/ 0 w 95"/>
                <a:gd name="T5" fmla="*/ 1774 h 162"/>
                <a:gd name="T6" fmla="*/ 17 w 95"/>
                <a:gd name="T7" fmla="*/ 1792 h 162"/>
                <a:gd name="T8" fmla="*/ 44 w 95"/>
                <a:gd name="T9" fmla="*/ 1783 h 162"/>
                <a:gd name="T10" fmla="*/ 44 w 95"/>
                <a:gd name="T11" fmla="*/ 1783 h 162"/>
                <a:gd name="T12" fmla="*/ 83 w 95"/>
                <a:gd name="T13" fmla="*/ 1747 h 162"/>
                <a:gd name="T14" fmla="*/ 144 w 95"/>
                <a:gd name="T15" fmla="*/ 1758 h 162"/>
                <a:gd name="T16" fmla="*/ 144 w 95"/>
                <a:gd name="T17" fmla="*/ 1758 h 162"/>
                <a:gd name="T18" fmla="*/ 200 w 95"/>
                <a:gd name="T19" fmla="*/ 1747 h 162"/>
                <a:gd name="T20" fmla="*/ 200 w 95"/>
                <a:gd name="T21" fmla="*/ 1747 h 162"/>
                <a:gd name="T22" fmla="*/ 308 w 95"/>
                <a:gd name="T23" fmla="*/ 1727 h 162"/>
                <a:gd name="T24" fmla="*/ 308 w 95"/>
                <a:gd name="T25" fmla="*/ 1727 h 162"/>
                <a:gd name="T26" fmla="*/ 861 w 95"/>
                <a:gd name="T27" fmla="*/ 323 h 162"/>
                <a:gd name="T28" fmla="*/ 861 w 95"/>
                <a:gd name="T29" fmla="*/ 299 h 162"/>
                <a:gd name="T30" fmla="*/ 686 w 95"/>
                <a:gd name="T31" fmla="*/ 0 h 1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5" h="162">
                  <a:moveTo>
                    <a:pt x="76" y="0"/>
                  </a:moveTo>
                  <a:cubicBezTo>
                    <a:pt x="76" y="8"/>
                    <a:pt x="76" y="16"/>
                    <a:pt x="74" y="25"/>
                  </a:cubicBezTo>
                  <a:cubicBezTo>
                    <a:pt x="61" y="94"/>
                    <a:pt x="35" y="129"/>
                    <a:pt x="0" y="160"/>
                  </a:cubicBezTo>
                  <a:cubicBezTo>
                    <a:pt x="2" y="162"/>
                    <a:pt x="2" y="162"/>
                    <a:pt x="2" y="162"/>
                  </a:cubicBezTo>
                  <a:cubicBezTo>
                    <a:pt x="3" y="162"/>
                    <a:pt x="4" y="161"/>
                    <a:pt x="5" y="161"/>
                  </a:cubicBezTo>
                  <a:cubicBezTo>
                    <a:pt x="5" y="161"/>
                    <a:pt x="5" y="161"/>
                    <a:pt x="5" y="161"/>
                  </a:cubicBezTo>
                  <a:cubicBezTo>
                    <a:pt x="6" y="160"/>
                    <a:pt x="8" y="159"/>
                    <a:pt x="9" y="158"/>
                  </a:cubicBezTo>
                  <a:cubicBezTo>
                    <a:pt x="11" y="159"/>
                    <a:pt x="14" y="159"/>
                    <a:pt x="16" y="159"/>
                  </a:cubicBezTo>
                  <a:cubicBezTo>
                    <a:pt x="16" y="159"/>
                    <a:pt x="16" y="159"/>
                    <a:pt x="16" y="159"/>
                  </a:cubicBezTo>
                  <a:cubicBezTo>
                    <a:pt x="18" y="159"/>
                    <a:pt x="20" y="159"/>
                    <a:pt x="22" y="158"/>
                  </a:cubicBezTo>
                  <a:cubicBezTo>
                    <a:pt x="22" y="158"/>
                    <a:pt x="22" y="158"/>
                    <a:pt x="22" y="158"/>
                  </a:cubicBezTo>
                  <a:cubicBezTo>
                    <a:pt x="26" y="158"/>
                    <a:pt x="30" y="157"/>
                    <a:pt x="34" y="156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67" y="122"/>
                    <a:pt x="85" y="83"/>
                    <a:pt x="95" y="29"/>
                  </a:cubicBezTo>
                  <a:cubicBezTo>
                    <a:pt x="95" y="28"/>
                    <a:pt x="95" y="28"/>
                    <a:pt x="95" y="27"/>
                  </a:cubicBezTo>
                  <a:cubicBezTo>
                    <a:pt x="92" y="14"/>
                    <a:pt x="85" y="5"/>
                    <a:pt x="76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Freeform 29">
              <a:extLst>
                <a:ext uri="{FF2B5EF4-FFF2-40B4-BE49-F238E27FC236}">
                  <a16:creationId xmlns:a16="http://schemas.microsoft.com/office/drawing/2014/main" id="{D33E62F3-98BB-46FF-86F9-AEA1A4AFB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452"/>
              <a:ext cx="27" cy="71"/>
            </a:xfrm>
            <a:custGeom>
              <a:avLst/>
              <a:gdLst>
                <a:gd name="T0" fmla="*/ 116 w 13"/>
                <a:gd name="T1" fmla="*/ 0 h 32"/>
                <a:gd name="T2" fmla="*/ 0 w 13"/>
                <a:gd name="T3" fmla="*/ 35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13" y="0"/>
                  </a:moveTo>
                  <a:cubicBezTo>
                    <a:pt x="11" y="9"/>
                    <a:pt x="8" y="18"/>
                    <a:pt x="0" y="3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9" name="Freeform 30">
              <a:extLst>
                <a:ext uri="{FF2B5EF4-FFF2-40B4-BE49-F238E27FC236}">
                  <a16:creationId xmlns:a16="http://schemas.microsoft.com/office/drawing/2014/main" id="{AF4D994A-B85E-4567-AF19-EDEEE3D80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483"/>
              <a:ext cx="50" cy="11"/>
            </a:xfrm>
            <a:custGeom>
              <a:avLst/>
              <a:gdLst>
                <a:gd name="T0" fmla="*/ 0 w 24"/>
                <a:gd name="T1" fmla="*/ 9 h 5"/>
                <a:gd name="T2" fmla="*/ 217 w 2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0" y="1"/>
                  </a:moveTo>
                  <a:cubicBezTo>
                    <a:pt x="8" y="0"/>
                    <a:pt x="15" y="1"/>
                    <a:pt x="24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0" name="Freeform 31">
              <a:extLst>
                <a:ext uri="{FF2B5EF4-FFF2-40B4-BE49-F238E27FC236}">
                  <a16:creationId xmlns:a16="http://schemas.microsoft.com/office/drawing/2014/main" id="{1E5033AE-F928-4D83-8F72-8DA493511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461"/>
              <a:ext cx="33" cy="24"/>
            </a:xfrm>
            <a:custGeom>
              <a:avLst/>
              <a:gdLst>
                <a:gd name="T0" fmla="*/ 140 w 16"/>
                <a:gd name="T1" fmla="*/ 0 h 11"/>
                <a:gd name="T2" fmla="*/ 0 w 16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13" y="3"/>
                    <a:pt x="6" y="9"/>
                    <a:pt x="0" y="1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32">
              <a:extLst>
                <a:ext uri="{FF2B5EF4-FFF2-40B4-BE49-F238E27FC236}">
                  <a16:creationId xmlns:a16="http://schemas.microsoft.com/office/drawing/2014/main" id="{AC2BC132-16BA-402D-A0C7-7CCCB45B1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481"/>
              <a:ext cx="25" cy="4"/>
            </a:xfrm>
            <a:custGeom>
              <a:avLst/>
              <a:gdLst>
                <a:gd name="T0" fmla="*/ 0 w 12"/>
                <a:gd name="T1" fmla="*/ 0 h 2"/>
                <a:gd name="T2" fmla="*/ 108 w 1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5" y="2"/>
                    <a:pt x="12" y="2"/>
                    <a:pt x="12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33">
              <a:extLst>
                <a:ext uri="{FF2B5EF4-FFF2-40B4-BE49-F238E27FC236}">
                  <a16:creationId xmlns:a16="http://schemas.microsoft.com/office/drawing/2014/main" id="{023CC134-8018-4B30-8613-99FED32A4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952"/>
              <a:ext cx="653" cy="730"/>
            </a:xfrm>
            <a:custGeom>
              <a:avLst/>
              <a:gdLst>
                <a:gd name="T0" fmla="*/ 65 w 312"/>
                <a:gd name="T1" fmla="*/ 3025 h 327"/>
                <a:gd name="T2" fmla="*/ 75 w 312"/>
                <a:gd name="T3" fmla="*/ 3081 h 327"/>
                <a:gd name="T4" fmla="*/ 27 w 312"/>
                <a:gd name="T5" fmla="*/ 3105 h 327"/>
                <a:gd name="T6" fmla="*/ 0 w 312"/>
                <a:gd name="T7" fmla="*/ 3170 h 327"/>
                <a:gd name="T8" fmla="*/ 1519 w 312"/>
                <a:gd name="T9" fmla="*/ 2806 h 327"/>
                <a:gd name="T10" fmla="*/ 1612 w 312"/>
                <a:gd name="T11" fmla="*/ 2293 h 327"/>
                <a:gd name="T12" fmla="*/ 1576 w 312"/>
                <a:gd name="T13" fmla="*/ 2078 h 327"/>
                <a:gd name="T14" fmla="*/ 1905 w 312"/>
                <a:gd name="T15" fmla="*/ 578 h 327"/>
                <a:gd name="T16" fmla="*/ 2509 w 312"/>
                <a:gd name="T17" fmla="*/ 355 h 327"/>
                <a:gd name="T18" fmla="*/ 2650 w 312"/>
                <a:gd name="T19" fmla="*/ 634 h 327"/>
                <a:gd name="T20" fmla="*/ 2861 w 312"/>
                <a:gd name="T21" fmla="*/ 777 h 327"/>
                <a:gd name="T22" fmla="*/ 2610 w 312"/>
                <a:gd name="T23" fmla="*/ 154 h 327"/>
                <a:gd name="T24" fmla="*/ 1787 w 312"/>
                <a:gd name="T25" fmla="*/ 388 h 327"/>
                <a:gd name="T26" fmla="*/ 1383 w 312"/>
                <a:gd name="T27" fmla="*/ 2148 h 327"/>
                <a:gd name="T28" fmla="*/ 1419 w 312"/>
                <a:gd name="T29" fmla="*/ 2313 h 327"/>
                <a:gd name="T30" fmla="*/ 1358 w 312"/>
                <a:gd name="T31" fmla="*/ 2672 h 327"/>
                <a:gd name="T32" fmla="*/ 92 w 312"/>
                <a:gd name="T33" fmla="*/ 2960 h 327"/>
                <a:gd name="T34" fmla="*/ 65 w 312"/>
                <a:gd name="T35" fmla="*/ 3025 h 3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2" h="327">
                  <a:moveTo>
                    <a:pt x="7" y="272"/>
                  </a:moveTo>
                  <a:cubicBezTo>
                    <a:pt x="7" y="272"/>
                    <a:pt x="9" y="274"/>
                    <a:pt x="8" y="277"/>
                  </a:cubicBezTo>
                  <a:cubicBezTo>
                    <a:pt x="6" y="280"/>
                    <a:pt x="3" y="279"/>
                    <a:pt x="3" y="279"/>
                  </a:cubicBezTo>
                  <a:cubicBezTo>
                    <a:pt x="0" y="285"/>
                    <a:pt x="0" y="285"/>
                    <a:pt x="0" y="285"/>
                  </a:cubicBezTo>
                  <a:cubicBezTo>
                    <a:pt x="66" y="327"/>
                    <a:pt x="150" y="275"/>
                    <a:pt x="166" y="252"/>
                  </a:cubicBezTo>
                  <a:cubicBezTo>
                    <a:pt x="177" y="235"/>
                    <a:pt x="178" y="226"/>
                    <a:pt x="176" y="206"/>
                  </a:cubicBezTo>
                  <a:cubicBezTo>
                    <a:pt x="175" y="201"/>
                    <a:pt x="174" y="195"/>
                    <a:pt x="172" y="187"/>
                  </a:cubicBezTo>
                  <a:cubicBezTo>
                    <a:pt x="162" y="154"/>
                    <a:pt x="147" y="98"/>
                    <a:pt x="208" y="52"/>
                  </a:cubicBezTo>
                  <a:cubicBezTo>
                    <a:pt x="236" y="30"/>
                    <a:pt x="260" y="23"/>
                    <a:pt x="274" y="32"/>
                  </a:cubicBezTo>
                  <a:cubicBezTo>
                    <a:pt x="281" y="36"/>
                    <a:pt x="286" y="45"/>
                    <a:pt x="289" y="57"/>
                  </a:cubicBezTo>
                  <a:cubicBezTo>
                    <a:pt x="296" y="59"/>
                    <a:pt x="305" y="62"/>
                    <a:pt x="312" y="70"/>
                  </a:cubicBezTo>
                  <a:cubicBezTo>
                    <a:pt x="310" y="44"/>
                    <a:pt x="301" y="24"/>
                    <a:pt x="285" y="14"/>
                  </a:cubicBezTo>
                  <a:cubicBezTo>
                    <a:pt x="269" y="4"/>
                    <a:pt x="241" y="0"/>
                    <a:pt x="195" y="35"/>
                  </a:cubicBezTo>
                  <a:cubicBezTo>
                    <a:pt x="123" y="90"/>
                    <a:pt x="142" y="159"/>
                    <a:pt x="151" y="193"/>
                  </a:cubicBezTo>
                  <a:cubicBezTo>
                    <a:pt x="153" y="199"/>
                    <a:pt x="155" y="205"/>
                    <a:pt x="155" y="208"/>
                  </a:cubicBezTo>
                  <a:cubicBezTo>
                    <a:pt x="157" y="222"/>
                    <a:pt x="157" y="227"/>
                    <a:pt x="148" y="240"/>
                  </a:cubicBezTo>
                  <a:cubicBezTo>
                    <a:pt x="134" y="259"/>
                    <a:pt x="63" y="295"/>
                    <a:pt x="10" y="266"/>
                  </a:cubicBezTo>
                  <a:lnTo>
                    <a:pt x="7" y="272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34">
              <a:extLst>
                <a:ext uri="{FF2B5EF4-FFF2-40B4-BE49-F238E27FC236}">
                  <a16:creationId xmlns:a16="http://schemas.microsoft.com/office/drawing/2014/main" id="{A0BA570E-E7C7-4DF0-8816-EAF0E6D78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505"/>
              <a:ext cx="341" cy="166"/>
            </a:xfrm>
            <a:custGeom>
              <a:avLst/>
              <a:gdLst>
                <a:gd name="T0" fmla="*/ 8 w 163"/>
                <a:gd name="T1" fmla="*/ 372 h 74"/>
                <a:gd name="T2" fmla="*/ 1475 w 163"/>
                <a:gd name="T3" fmla="*/ 0 h 74"/>
                <a:gd name="T4" fmla="*/ 1492 w 163"/>
                <a:gd name="T5" fmla="*/ 20 h 74"/>
                <a:gd name="T6" fmla="*/ 0 w 163"/>
                <a:gd name="T7" fmla="*/ 397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74">
                  <a:moveTo>
                    <a:pt x="1" y="33"/>
                  </a:moveTo>
                  <a:cubicBezTo>
                    <a:pt x="63" y="71"/>
                    <a:pt x="144" y="24"/>
                    <a:pt x="161" y="0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7" y="25"/>
                    <a:pt x="64" y="74"/>
                    <a:pt x="0" y="35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35">
              <a:extLst>
                <a:ext uri="{FF2B5EF4-FFF2-40B4-BE49-F238E27FC236}">
                  <a16:creationId xmlns:a16="http://schemas.microsoft.com/office/drawing/2014/main" id="{2ECBDD0E-5C58-4E49-8C77-8CF6713CF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485"/>
              <a:ext cx="303" cy="141"/>
            </a:xfrm>
            <a:custGeom>
              <a:avLst/>
              <a:gdLst>
                <a:gd name="T0" fmla="*/ 0 w 145"/>
                <a:gd name="T1" fmla="*/ 360 h 63"/>
                <a:gd name="T2" fmla="*/ 1306 w 145"/>
                <a:gd name="T3" fmla="*/ 56 h 63"/>
                <a:gd name="T4" fmla="*/ 1323 w 145"/>
                <a:gd name="T5" fmla="*/ 20 h 63"/>
                <a:gd name="T6" fmla="*/ 1314 w 145"/>
                <a:gd name="T7" fmla="*/ 0 h 63"/>
                <a:gd name="T8" fmla="*/ 1287 w 145"/>
                <a:gd name="T9" fmla="*/ 45 h 63"/>
                <a:gd name="T10" fmla="*/ 8 w 145"/>
                <a:gd name="T11" fmla="*/ 336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63">
                  <a:moveTo>
                    <a:pt x="0" y="32"/>
                  </a:moveTo>
                  <a:cubicBezTo>
                    <a:pt x="57" y="63"/>
                    <a:pt x="129" y="24"/>
                    <a:pt x="143" y="5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28" y="22"/>
                    <a:pt x="57" y="60"/>
                    <a:pt x="1" y="3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36">
              <a:extLst>
                <a:ext uri="{FF2B5EF4-FFF2-40B4-BE49-F238E27FC236}">
                  <a16:creationId xmlns:a16="http://schemas.microsoft.com/office/drawing/2014/main" id="{D45D37E6-730E-46AB-A832-3D2B6C21B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510"/>
              <a:ext cx="345" cy="169"/>
            </a:xfrm>
            <a:custGeom>
              <a:avLst/>
              <a:gdLst>
                <a:gd name="T0" fmla="*/ 1508 w 165"/>
                <a:gd name="T1" fmla="*/ 20 h 76"/>
                <a:gd name="T2" fmla="*/ 1499 w 165"/>
                <a:gd name="T3" fmla="*/ 0 h 76"/>
                <a:gd name="T4" fmla="*/ 8 w 165"/>
                <a:gd name="T5" fmla="*/ 360 h 76"/>
                <a:gd name="T6" fmla="*/ 8 w 165"/>
                <a:gd name="T7" fmla="*/ 360 h 76"/>
                <a:gd name="T8" fmla="*/ 0 w 165"/>
                <a:gd name="T9" fmla="*/ 385 h 76"/>
                <a:gd name="T10" fmla="*/ 1508 w 165"/>
                <a:gd name="T11" fmla="*/ 2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5" h="76">
                  <a:moveTo>
                    <a:pt x="165" y="2"/>
                  </a:moveTo>
                  <a:cubicBezTo>
                    <a:pt x="164" y="0"/>
                    <a:pt x="164" y="0"/>
                    <a:pt x="164" y="0"/>
                  </a:cubicBezTo>
                  <a:cubicBezTo>
                    <a:pt x="148" y="23"/>
                    <a:pt x="65" y="72"/>
                    <a:pt x="1" y="33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66" y="76"/>
                    <a:pt x="149" y="25"/>
                    <a:pt x="165" y="2"/>
                  </a:cubicBez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37">
              <a:extLst>
                <a:ext uri="{FF2B5EF4-FFF2-40B4-BE49-F238E27FC236}">
                  <a16:creationId xmlns:a16="http://schemas.microsoft.com/office/drawing/2014/main" id="{65E05677-FBF0-42C2-8667-182D8A03D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483"/>
              <a:ext cx="299" cy="136"/>
            </a:xfrm>
            <a:custGeom>
              <a:avLst/>
              <a:gdLst>
                <a:gd name="T0" fmla="*/ 1282 w 143"/>
                <a:gd name="T1" fmla="*/ 56 h 61"/>
                <a:gd name="T2" fmla="*/ 1307 w 143"/>
                <a:gd name="T3" fmla="*/ 9 h 61"/>
                <a:gd name="T4" fmla="*/ 1282 w 143"/>
                <a:gd name="T5" fmla="*/ 0 h 61"/>
                <a:gd name="T6" fmla="*/ 1271 w 143"/>
                <a:gd name="T7" fmla="*/ 20 h 61"/>
                <a:gd name="T8" fmla="*/ 8 w 143"/>
                <a:gd name="T9" fmla="*/ 308 h 61"/>
                <a:gd name="T10" fmla="*/ 0 w 143"/>
                <a:gd name="T11" fmla="*/ 332 h 61"/>
                <a:gd name="T12" fmla="*/ 0 w 143"/>
                <a:gd name="T13" fmla="*/ 343 h 61"/>
                <a:gd name="T14" fmla="*/ 1282 w 143"/>
                <a:gd name="T15" fmla="*/ 56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61">
                  <a:moveTo>
                    <a:pt x="140" y="5"/>
                  </a:moveTo>
                  <a:cubicBezTo>
                    <a:pt x="143" y="1"/>
                    <a:pt x="143" y="1"/>
                    <a:pt x="143" y="1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1"/>
                    <a:pt x="139" y="1"/>
                    <a:pt x="139" y="2"/>
                  </a:cubicBezTo>
                  <a:cubicBezTo>
                    <a:pt x="125" y="21"/>
                    <a:pt x="54" y="57"/>
                    <a:pt x="1" y="28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56" y="61"/>
                    <a:pt x="127" y="23"/>
                    <a:pt x="140" y="5"/>
                  </a:cubicBez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Freeform 38">
              <a:extLst>
                <a:ext uri="{FF2B5EF4-FFF2-40B4-BE49-F238E27FC236}">
                  <a16:creationId xmlns:a16="http://schemas.microsoft.com/office/drawing/2014/main" id="{3372DE23-CF09-4A5E-8676-4D7313FAE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454"/>
              <a:ext cx="52" cy="60"/>
            </a:xfrm>
            <a:custGeom>
              <a:avLst/>
              <a:gdLst>
                <a:gd name="T0" fmla="*/ 133 w 25"/>
                <a:gd name="T1" fmla="*/ 296 h 27"/>
                <a:gd name="T2" fmla="*/ 0 w 25"/>
                <a:gd name="T3" fmla="*/ 133 h 27"/>
                <a:gd name="T4" fmla="*/ 133 w 25"/>
                <a:gd name="T5" fmla="*/ 2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15" y="27"/>
                  </a:moveTo>
                  <a:cubicBezTo>
                    <a:pt x="25" y="15"/>
                    <a:pt x="8" y="0"/>
                    <a:pt x="0" y="12"/>
                  </a:cubicBezTo>
                  <a:lnTo>
                    <a:pt x="15" y="27"/>
                  </a:ln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39">
              <a:extLst>
                <a:ext uri="{FF2B5EF4-FFF2-40B4-BE49-F238E27FC236}">
                  <a16:creationId xmlns:a16="http://schemas.microsoft.com/office/drawing/2014/main" id="{136CDB4E-0EA9-415D-8DAB-83CAD4D9D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503"/>
              <a:ext cx="335" cy="161"/>
            </a:xfrm>
            <a:custGeom>
              <a:avLst/>
              <a:gdLst>
                <a:gd name="T0" fmla="*/ 17 w 160"/>
                <a:gd name="T1" fmla="*/ 360 h 72"/>
                <a:gd name="T2" fmla="*/ 1451 w 160"/>
                <a:gd name="T3" fmla="*/ 0 h 72"/>
                <a:gd name="T4" fmla="*/ 1468 w 160"/>
                <a:gd name="T5" fmla="*/ 9 h 72"/>
                <a:gd name="T6" fmla="*/ 0 w 160"/>
                <a:gd name="T7" fmla="*/ 38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72">
                  <a:moveTo>
                    <a:pt x="2" y="32"/>
                  </a:moveTo>
                  <a:cubicBezTo>
                    <a:pt x="61" y="68"/>
                    <a:pt x="139" y="24"/>
                    <a:pt x="158" y="0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43" y="25"/>
                    <a:pt x="62" y="72"/>
                    <a:pt x="0" y="34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Freeform 40">
              <a:extLst>
                <a:ext uri="{FF2B5EF4-FFF2-40B4-BE49-F238E27FC236}">
                  <a16:creationId xmlns:a16="http://schemas.microsoft.com/office/drawing/2014/main" id="{FA34B07C-17B0-4C28-B628-5D6E03F17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490"/>
              <a:ext cx="307" cy="136"/>
            </a:xfrm>
            <a:custGeom>
              <a:avLst/>
              <a:gdLst>
                <a:gd name="T0" fmla="*/ 0 w 147"/>
                <a:gd name="T1" fmla="*/ 352 h 61"/>
                <a:gd name="T2" fmla="*/ 593 w 147"/>
                <a:gd name="T3" fmla="*/ 477 h 61"/>
                <a:gd name="T4" fmla="*/ 1314 w 147"/>
                <a:gd name="T5" fmla="*/ 56 h 61"/>
                <a:gd name="T6" fmla="*/ 1339 w 147"/>
                <a:gd name="T7" fmla="*/ 20 h 61"/>
                <a:gd name="T8" fmla="*/ 1322 w 147"/>
                <a:gd name="T9" fmla="*/ 0 h 61"/>
                <a:gd name="T10" fmla="*/ 1303 w 147"/>
                <a:gd name="T11" fmla="*/ 36 h 61"/>
                <a:gd name="T12" fmla="*/ 0 w 147"/>
                <a:gd name="T13" fmla="*/ 332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7" h="61">
                  <a:moveTo>
                    <a:pt x="0" y="32"/>
                  </a:moveTo>
                  <a:cubicBezTo>
                    <a:pt x="21" y="44"/>
                    <a:pt x="44" y="46"/>
                    <a:pt x="65" y="43"/>
                  </a:cubicBezTo>
                  <a:cubicBezTo>
                    <a:pt x="103" y="37"/>
                    <a:pt x="136" y="17"/>
                    <a:pt x="144" y="5"/>
                  </a:cubicBezTo>
                  <a:cubicBezTo>
                    <a:pt x="147" y="2"/>
                    <a:pt x="147" y="2"/>
                    <a:pt x="147" y="2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29" y="22"/>
                    <a:pt x="57" y="61"/>
                    <a:pt x="0" y="30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Freeform 41">
              <a:extLst>
                <a:ext uri="{FF2B5EF4-FFF2-40B4-BE49-F238E27FC236}">
                  <a16:creationId xmlns:a16="http://schemas.microsoft.com/office/drawing/2014/main" id="{BC83D717-1183-4587-A150-A361C055B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126"/>
              <a:ext cx="17" cy="20"/>
            </a:xfrm>
            <a:custGeom>
              <a:avLst/>
              <a:gdLst>
                <a:gd name="T0" fmla="*/ 0 w 8"/>
                <a:gd name="T1" fmla="*/ 98 h 9"/>
                <a:gd name="T2" fmla="*/ 77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3" y="5"/>
                    <a:pt x="8" y="0"/>
                    <a:pt x="8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1" name="Freeform 42">
              <a:extLst>
                <a:ext uri="{FF2B5EF4-FFF2-40B4-BE49-F238E27FC236}">
                  <a16:creationId xmlns:a16="http://schemas.microsoft.com/office/drawing/2014/main" id="{59EB11D0-E496-45F4-8F2B-1D660F57A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229"/>
              <a:ext cx="8" cy="13"/>
            </a:xfrm>
            <a:custGeom>
              <a:avLst/>
              <a:gdLst>
                <a:gd name="T0" fmla="*/ 0 w 4"/>
                <a:gd name="T1" fmla="*/ 61 h 6"/>
                <a:gd name="T2" fmla="*/ 32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5"/>
                    <a:pt x="0" y="6"/>
                    <a:pt x="4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43">
              <a:extLst>
                <a:ext uri="{FF2B5EF4-FFF2-40B4-BE49-F238E27FC236}">
                  <a16:creationId xmlns:a16="http://schemas.microsoft.com/office/drawing/2014/main" id="{2120E2E2-AF68-4F91-AC67-449D2A9EC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140"/>
              <a:ext cx="8" cy="40"/>
            </a:xfrm>
            <a:custGeom>
              <a:avLst/>
              <a:gdLst>
                <a:gd name="T0" fmla="*/ 32 w 4"/>
                <a:gd name="T1" fmla="*/ 0 h 18"/>
                <a:gd name="T2" fmla="*/ 0 w 4"/>
                <a:gd name="T3" fmla="*/ 19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0" y="5"/>
                    <a:pt x="0" y="18"/>
                    <a:pt x="0" y="1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Freeform 44">
              <a:extLst>
                <a:ext uri="{FF2B5EF4-FFF2-40B4-BE49-F238E27FC236}">
                  <a16:creationId xmlns:a16="http://schemas.microsoft.com/office/drawing/2014/main" id="{7DE8EE52-9922-40E4-BCE4-A509E13B7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173"/>
              <a:ext cx="4" cy="56"/>
            </a:xfrm>
            <a:custGeom>
              <a:avLst/>
              <a:gdLst>
                <a:gd name="T0" fmla="*/ 16 w 2"/>
                <a:gd name="T1" fmla="*/ 0 h 25"/>
                <a:gd name="T2" fmla="*/ 16 w 2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5">
                  <a:moveTo>
                    <a:pt x="2" y="0"/>
                  </a:moveTo>
                  <a:cubicBezTo>
                    <a:pt x="0" y="5"/>
                    <a:pt x="2" y="25"/>
                    <a:pt x="2" y="2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Freeform 45">
              <a:extLst>
                <a:ext uri="{FF2B5EF4-FFF2-40B4-BE49-F238E27FC236}">
                  <a16:creationId xmlns:a16="http://schemas.microsoft.com/office/drawing/2014/main" id="{29920FB3-02C2-4613-B6AF-3A63E3441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79"/>
              <a:ext cx="56" cy="60"/>
            </a:xfrm>
            <a:custGeom>
              <a:avLst/>
              <a:gdLst>
                <a:gd name="T0" fmla="*/ 151 w 27"/>
                <a:gd name="T1" fmla="*/ 296 h 27"/>
                <a:gd name="T2" fmla="*/ 0 w 27"/>
                <a:gd name="T3" fmla="*/ 142 h 27"/>
                <a:gd name="T4" fmla="*/ 151 w 27"/>
                <a:gd name="T5" fmla="*/ 2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17" y="27"/>
                  </a:moveTo>
                  <a:cubicBezTo>
                    <a:pt x="27" y="16"/>
                    <a:pt x="7" y="0"/>
                    <a:pt x="0" y="13"/>
                  </a:cubicBezTo>
                  <a:lnTo>
                    <a:pt x="17" y="27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Freeform 46">
              <a:extLst>
                <a:ext uri="{FF2B5EF4-FFF2-40B4-BE49-F238E27FC236}">
                  <a16:creationId xmlns:a16="http://schemas.microsoft.com/office/drawing/2014/main" id="{7FB71DD6-5C47-4AF7-B30D-7CC05879B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512"/>
              <a:ext cx="17" cy="16"/>
            </a:xfrm>
            <a:custGeom>
              <a:avLst/>
              <a:gdLst>
                <a:gd name="T0" fmla="*/ 68 w 8"/>
                <a:gd name="T1" fmla="*/ 85 h 7"/>
                <a:gd name="T2" fmla="*/ 49 w 8"/>
                <a:gd name="T3" fmla="*/ 11 h 7"/>
                <a:gd name="T4" fmla="*/ 0 w 8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7"/>
                  </a:moveTo>
                  <a:cubicBezTo>
                    <a:pt x="8" y="5"/>
                    <a:pt x="7" y="3"/>
                    <a:pt x="5" y="1"/>
                  </a:cubicBezTo>
                  <a:cubicBezTo>
                    <a:pt x="4" y="0"/>
                    <a:pt x="2" y="0"/>
                    <a:pt x="0" y="2"/>
                  </a:cubicBezTo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Freeform 47">
              <a:extLst>
                <a:ext uri="{FF2B5EF4-FFF2-40B4-BE49-F238E27FC236}">
                  <a16:creationId xmlns:a16="http://schemas.microsoft.com/office/drawing/2014/main" id="{8EC3C6D6-B44E-4CCE-8AC4-E504D8F04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485"/>
              <a:ext cx="17" cy="16"/>
            </a:xfrm>
            <a:custGeom>
              <a:avLst/>
              <a:gdLst>
                <a:gd name="T0" fmla="*/ 60 w 8"/>
                <a:gd name="T1" fmla="*/ 85 h 7"/>
                <a:gd name="T2" fmla="*/ 49 w 8"/>
                <a:gd name="T3" fmla="*/ 25 h 7"/>
                <a:gd name="T4" fmla="*/ 0 w 8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7"/>
                  </a:moveTo>
                  <a:cubicBezTo>
                    <a:pt x="8" y="5"/>
                    <a:pt x="7" y="3"/>
                    <a:pt x="5" y="2"/>
                  </a:cubicBezTo>
                  <a:cubicBezTo>
                    <a:pt x="4" y="1"/>
                    <a:pt x="2" y="0"/>
                    <a:pt x="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Freeform 48">
              <a:extLst>
                <a:ext uri="{FF2B5EF4-FFF2-40B4-BE49-F238E27FC236}">
                  <a16:creationId xmlns:a16="http://schemas.microsoft.com/office/drawing/2014/main" id="{C41DCAFB-1D92-4203-A00B-F905C0B5F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025"/>
              <a:ext cx="412" cy="908"/>
            </a:xfrm>
            <a:custGeom>
              <a:avLst/>
              <a:gdLst>
                <a:gd name="T0" fmla="*/ 1727 w 197"/>
                <a:gd name="T1" fmla="*/ 4455 h 407"/>
                <a:gd name="T2" fmla="*/ 1692 w 197"/>
                <a:gd name="T3" fmla="*/ 4420 h 407"/>
                <a:gd name="T4" fmla="*/ 1644 w 197"/>
                <a:gd name="T5" fmla="*/ 4375 h 407"/>
                <a:gd name="T6" fmla="*/ 1610 w 197"/>
                <a:gd name="T7" fmla="*/ 4339 h 407"/>
                <a:gd name="T8" fmla="*/ 1566 w 197"/>
                <a:gd name="T9" fmla="*/ 4286 h 407"/>
                <a:gd name="T10" fmla="*/ 1535 w 197"/>
                <a:gd name="T11" fmla="*/ 4250 h 407"/>
                <a:gd name="T12" fmla="*/ 1491 w 197"/>
                <a:gd name="T13" fmla="*/ 4196 h 407"/>
                <a:gd name="T14" fmla="*/ 1466 w 197"/>
                <a:gd name="T15" fmla="*/ 4152 h 407"/>
                <a:gd name="T16" fmla="*/ 1426 w 197"/>
                <a:gd name="T17" fmla="*/ 4107 h 407"/>
                <a:gd name="T18" fmla="*/ 1399 w 197"/>
                <a:gd name="T19" fmla="*/ 4067 h 407"/>
                <a:gd name="T20" fmla="*/ 1366 w 197"/>
                <a:gd name="T21" fmla="*/ 4007 h 407"/>
                <a:gd name="T22" fmla="*/ 1334 w 197"/>
                <a:gd name="T23" fmla="*/ 3962 h 407"/>
                <a:gd name="T24" fmla="*/ 1299 w 197"/>
                <a:gd name="T25" fmla="*/ 3922 h 407"/>
                <a:gd name="T26" fmla="*/ 1274 w 197"/>
                <a:gd name="T27" fmla="*/ 3862 h 407"/>
                <a:gd name="T28" fmla="*/ 1242 w 197"/>
                <a:gd name="T29" fmla="*/ 3808 h 407"/>
                <a:gd name="T30" fmla="*/ 1215 w 197"/>
                <a:gd name="T31" fmla="*/ 3764 h 407"/>
                <a:gd name="T32" fmla="*/ 1190 w 197"/>
                <a:gd name="T33" fmla="*/ 3708 h 407"/>
                <a:gd name="T34" fmla="*/ 1171 w 197"/>
                <a:gd name="T35" fmla="*/ 3663 h 407"/>
                <a:gd name="T36" fmla="*/ 1142 w 197"/>
                <a:gd name="T37" fmla="*/ 3607 h 407"/>
                <a:gd name="T38" fmla="*/ 1123 w 197"/>
                <a:gd name="T39" fmla="*/ 3563 h 407"/>
                <a:gd name="T40" fmla="*/ 1106 w 197"/>
                <a:gd name="T41" fmla="*/ 3498 h 407"/>
                <a:gd name="T42" fmla="*/ 1090 w 197"/>
                <a:gd name="T43" fmla="*/ 3454 h 407"/>
                <a:gd name="T44" fmla="*/ 1062 w 197"/>
                <a:gd name="T45" fmla="*/ 3384 h 407"/>
                <a:gd name="T46" fmla="*/ 1054 w 197"/>
                <a:gd name="T47" fmla="*/ 3344 h 407"/>
                <a:gd name="T48" fmla="*/ 1033 w 197"/>
                <a:gd name="T49" fmla="*/ 3284 h 407"/>
                <a:gd name="T50" fmla="*/ 1014 w 197"/>
                <a:gd name="T51" fmla="*/ 3239 h 407"/>
                <a:gd name="T52" fmla="*/ 998 w 197"/>
                <a:gd name="T53" fmla="*/ 3166 h 407"/>
                <a:gd name="T54" fmla="*/ 989 w 197"/>
                <a:gd name="T55" fmla="*/ 3130 h 407"/>
                <a:gd name="T56" fmla="*/ 970 w 197"/>
                <a:gd name="T57" fmla="*/ 3021 h 407"/>
                <a:gd name="T58" fmla="*/ 0 w 197"/>
                <a:gd name="T59" fmla="*/ 0 h 407"/>
                <a:gd name="T60" fmla="*/ 1803 w 197"/>
                <a:gd name="T61" fmla="*/ 4520 h 407"/>
                <a:gd name="T62" fmla="*/ 1784 w 197"/>
                <a:gd name="T63" fmla="*/ 4509 h 407"/>
                <a:gd name="T64" fmla="*/ 1727 w 197"/>
                <a:gd name="T65" fmla="*/ 4455 h 40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" h="407">
                  <a:moveTo>
                    <a:pt x="189" y="401"/>
                  </a:moveTo>
                  <a:cubicBezTo>
                    <a:pt x="187" y="400"/>
                    <a:pt x="186" y="399"/>
                    <a:pt x="185" y="398"/>
                  </a:cubicBezTo>
                  <a:cubicBezTo>
                    <a:pt x="183" y="397"/>
                    <a:pt x="182" y="395"/>
                    <a:pt x="180" y="394"/>
                  </a:cubicBezTo>
                  <a:cubicBezTo>
                    <a:pt x="179" y="393"/>
                    <a:pt x="177" y="392"/>
                    <a:pt x="176" y="391"/>
                  </a:cubicBezTo>
                  <a:cubicBezTo>
                    <a:pt x="175" y="389"/>
                    <a:pt x="173" y="388"/>
                    <a:pt x="171" y="386"/>
                  </a:cubicBezTo>
                  <a:cubicBezTo>
                    <a:pt x="170" y="385"/>
                    <a:pt x="169" y="384"/>
                    <a:pt x="168" y="383"/>
                  </a:cubicBezTo>
                  <a:cubicBezTo>
                    <a:pt x="166" y="381"/>
                    <a:pt x="165" y="380"/>
                    <a:pt x="163" y="378"/>
                  </a:cubicBezTo>
                  <a:cubicBezTo>
                    <a:pt x="162" y="377"/>
                    <a:pt x="161" y="376"/>
                    <a:pt x="160" y="374"/>
                  </a:cubicBezTo>
                  <a:cubicBezTo>
                    <a:pt x="158" y="373"/>
                    <a:pt x="157" y="371"/>
                    <a:pt x="156" y="370"/>
                  </a:cubicBezTo>
                  <a:cubicBezTo>
                    <a:pt x="155" y="369"/>
                    <a:pt x="154" y="367"/>
                    <a:pt x="153" y="366"/>
                  </a:cubicBezTo>
                  <a:cubicBezTo>
                    <a:pt x="151" y="364"/>
                    <a:pt x="150" y="363"/>
                    <a:pt x="149" y="361"/>
                  </a:cubicBezTo>
                  <a:cubicBezTo>
                    <a:pt x="148" y="360"/>
                    <a:pt x="147" y="359"/>
                    <a:pt x="146" y="357"/>
                  </a:cubicBezTo>
                  <a:cubicBezTo>
                    <a:pt x="144" y="356"/>
                    <a:pt x="143" y="354"/>
                    <a:pt x="142" y="353"/>
                  </a:cubicBezTo>
                  <a:cubicBezTo>
                    <a:pt x="141" y="351"/>
                    <a:pt x="140" y="350"/>
                    <a:pt x="139" y="348"/>
                  </a:cubicBezTo>
                  <a:cubicBezTo>
                    <a:pt x="138" y="347"/>
                    <a:pt x="137" y="345"/>
                    <a:pt x="136" y="343"/>
                  </a:cubicBezTo>
                  <a:cubicBezTo>
                    <a:pt x="135" y="342"/>
                    <a:pt x="134" y="341"/>
                    <a:pt x="133" y="339"/>
                  </a:cubicBezTo>
                  <a:cubicBezTo>
                    <a:pt x="132" y="338"/>
                    <a:pt x="131" y="336"/>
                    <a:pt x="130" y="334"/>
                  </a:cubicBezTo>
                  <a:cubicBezTo>
                    <a:pt x="130" y="333"/>
                    <a:pt x="129" y="331"/>
                    <a:pt x="128" y="330"/>
                  </a:cubicBezTo>
                  <a:cubicBezTo>
                    <a:pt x="127" y="328"/>
                    <a:pt x="126" y="327"/>
                    <a:pt x="125" y="325"/>
                  </a:cubicBezTo>
                  <a:cubicBezTo>
                    <a:pt x="124" y="323"/>
                    <a:pt x="124" y="322"/>
                    <a:pt x="123" y="321"/>
                  </a:cubicBezTo>
                  <a:cubicBezTo>
                    <a:pt x="122" y="319"/>
                    <a:pt x="121" y="317"/>
                    <a:pt x="121" y="315"/>
                  </a:cubicBezTo>
                  <a:cubicBezTo>
                    <a:pt x="120" y="314"/>
                    <a:pt x="119" y="312"/>
                    <a:pt x="119" y="311"/>
                  </a:cubicBezTo>
                  <a:cubicBezTo>
                    <a:pt x="118" y="309"/>
                    <a:pt x="117" y="307"/>
                    <a:pt x="116" y="305"/>
                  </a:cubicBezTo>
                  <a:cubicBezTo>
                    <a:pt x="116" y="304"/>
                    <a:pt x="115" y="303"/>
                    <a:pt x="115" y="301"/>
                  </a:cubicBezTo>
                  <a:cubicBezTo>
                    <a:pt x="114" y="299"/>
                    <a:pt x="113" y="297"/>
                    <a:pt x="113" y="296"/>
                  </a:cubicBezTo>
                  <a:cubicBezTo>
                    <a:pt x="112" y="294"/>
                    <a:pt x="112" y="293"/>
                    <a:pt x="111" y="292"/>
                  </a:cubicBezTo>
                  <a:cubicBezTo>
                    <a:pt x="111" y="290"/>
                    <a:pt x="110" y="287"/>
                    <a:pt x="109" y="285"/>
                  </a:cubicBezTo>
                  <a:cubicBezTo>
                    <a:pt x="109" y="284"/>
                    <a:pt x="109" y="283"/>
                    <a:pt x="108" y="282"/>
                  </a:cubicBezTo>
                  <a:cubicBezTo>
                    <a:pt x="108" y="279"/>
                    <a:pt x="107" y="276"/>
                    <a:pt x="106" y="272"/>
                  </a:cubicBezTo>
                  <a:cubicBezTo>
                    <a:pt x="40" y="171"/>
                    <a:pt x="10" y="81"/>
                    <a:pt x="0" y="0"/>
                  </a:cubicBezTo>
                  <a:cubicBezTo>
                    <a:pt x="10" y="104"/>
                    <a:pt x="50" y="304"/>
                    <a:pt x="197" y="407"/>
                  </a:cubicBezTo>
                  <a:cubicBezTo>
                    <a:pt x="196" y="407"/>
                    <a:pt x="196" y="406"/>
                    <a:pt x="195" y="406"/>
                  </a:cubicBezTo>
                  <a:cubicBezTo>
                    <a:pt x="193" y="404"/>
                    <a:pt x="191" y="403"/>
                    <a:pt x="189" y="401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Freeform 49">
              <a:extLst>
                <a:ext uri="{FF2B5EF4-FFF2-40B4-BE49-F238E27FC236}">
                  <a16:creationId xmlns:a16="http://schemas.microsoft.com/office/drawing/2014/main" id="{E61D67C6-1943-4179-90DF-7AF338969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686"/>
              <a:ext cx="601" cy="524"/>
            </a:xfrm>
            <a:custGeom>
              <a:avLst/>
              <a:gdLst>
                <a:gd name="T0" fmla="*/ 2176 w 287"/>
                <a:gd name="T1" fmla="*/ 2604 h 235"/>
                <a:gd name="T2" fmla="*/ 2184 w 287"/>
                <a:gd name="T3" fmla="*/ 2604 h 235"/>
                <a:gd name="T4" fmla="*/ 2224 w 287"/>
                <a:gd name="T5" fmla="*/ 2451 h 235"/>
                <a:gd name="T6" fmla="*/ 1386 w 287"/>
                <a:gd name="T7" fmla="*/ 667 h 235"/>
                <a:gd name="T8" fmla="*/ 36 w 287"/>
                <a:gd name="T9" fmla="*/ 109 h 235"/>
                <a:gd name="T10" fmla="*/ 0 w 287"/>
                <a:gd name="T11" fmla="*/ 0 h 235"/>
                <a:gd name="T12" fmla="*/ 0 w 287"/>
                <a:gd name="T13" fmla="*/ 0 h 235"/>
                <a:gd name="T14" fmla="*/ 1342 w 287"/>
                <a:gd name="T15" fmla="*/ 829 h 235"/>
                <a:gd name="T16" fmla="*/ 2176 w 287"/>
                <a:gd name="T17" fmla="*/ 2604 h 2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235">
                  <a:moveTo>
                    <a:pt x="237" y="235"/>
                  </a:moveTo>
                  <a:cubicBezTo>
                    <a:pt x="238" y="235"/>
                    <a:pt x="238" y="235"/>
                    <a:pt x="238" y="235"/>
                  </a:cubicBezTo>
                  <a:cubicBezTo>
                    <a:pt x="239" y="230"/>
                    <a:pt x="241" y="225"/>
                    <a:pt x="242" y="221"/>
                  </a:cubicBezTo>
                  <a:cubicBezTo>
                    <a:pt x="287" y="87"/>
                    <a:pt x="181" y="69"/>
                    <a:pt x="151" y="60"/>
                  </a:cubicBezTo>
                  <a:cubicBezTo>
                    <a:pt x="124" y="52"/>
                    <a:pt x="27" y="53"/>
                    <a:pt x="4" y="10"/>
                  </a:cubicBezTo>
                  <a:cubicBezTo>
                    <a:pt x="3" y="7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65"/>
                    <a:pt x="105" y="62"/>
                    <a:pt x="146" y="75"/>
                  </a:cubicBezTo>
                  <a:cubicBezTo>
                    <a:pt x="176" y="84"/>
                    <a:pt x="281" y="101"/>
                    <a:pt x="237" y="235"/>
                  </a:cubicBez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Freeform 50">
              <a:extLst>
                <a:ext uri="{FF2B5EF4-FFF2-40B4-BE49-F238E27FC236}">
                  <a16:creationId xmlns:a16="http://schemas.microsoft.com/office/drawing/2014/main" id="{2DDA37BF-1943-4F00-827A-E78A3EB5B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514"/>
              <a:ext cx="799" cy="2073"/>
            </a:xfrm>
            <a:custGeom>
              <a:avLst/>
              <a:gdLst>
                <a:gd name="T0" fmla="*/ 268 w 382"/>
                <a:gd name="T1" fmla="*/ 0 h 929"/>
                <a:gd name="T2" fmla="*/ 92 w 382"/>
                <a:gd name="T3" fmla="*/ 388 h 929"/>
                <a:gd name="T4" fmla="*/ 100 w 382"/>
                <a:gd name="T5" fmla="*/ 901 h 929"/>
                <a:gd name="T6" fmla="*/ 1115 w 382"/>
                <a:gd name="T7" fmla="*/ 1379 h 929"/>
                <a:gd name="T8" fmla="*/ 1418 w 382"/>
                <a:gd name="T9" fmla="*/ 1435 h 929"/>
                <a:gd name="T10" fmla="*/ 2313 w 382"/>
                <a:gd name="T11" fmla="*/ 2066 h 929"/>
                <a:gd name="T12" fmla="*/ 2453 w 382"/>
                <a:gd name="T13" fmla="*/ 2653 h 929"/>
                <a:gd name="T14" fmla="*/ 2361 w 382"/>
                <a:gd name="T15" fmla="*/ 3392 h 929"/>
                <a:gd name="T16" fmla="*/ 2205 w 382"/>
                <a:gd name="T17" fmla="*/ 3954 h 929"/>
                <a:gd name="T18" fmla="*/ 1751 w 382"/>
                <a:gd name="T19" fmla="*/ 6821 h 929"/>
                <a:gd name="T20" fmla="*/ 3294 w 382"/>
                <a:gd name="T21" fmla="*/ 10323 h 929"/>
                <a:gd name="T22" fmla="*/ 3495 w 382"/>
                <a:gd name="T23" fmla="*/ 10278 h 929"/>
                <a:gd name="T24" fmla="*/ 1828 w 382"/>
                <a:gd name="T25" fmla="*/ 6768 h 929"/>
                <a:gd name="T26" fmla="*/ 2253 w 382"/>
                <a:gd name="T27" fmla="*/ 3934 h 929"/>
                <a:gd name="T28" fmla="*/ 2405 w 382"/>
                <a:gd name="T29" fmla="*/ 3365 h 929"/>
                <a:gd name="T30" fmla="*/ 2489 w 382"/>
                <a:gd name="T31" fmla="*/ 2644 h 929"/>
                <a:gd name="T32" fmla="*/ 2353 w 382"/>
                <a:gd name="T33" fmla="*/ 2031 h 929"/>
                <a:gd name="T34" fmla="*/ 1443 w 382"/>
                <a:gd name="T35" fmla="*/ 1408 h 929"/>
                <a:gd name="T36" fmla="*/ 1155 w 382"/>
                <a:gd name="T37" fmla="*/ 1343 h 929"/>
                <a:gd name="T38" fmla="*/ 117 w 382"/>
                <a:gd name="T39" fmla="*/ 877 h 929"/>
                <a:gd name="T40" fmla="*/ 117 w 382"/>
                <a:gd name="T41" fmla="*/ 379 h 929"/>
                <a:gd name="T42" fmla="*/ 276 w 382"/>
                <a:gd name="T43" fmla="*/ 20 h 92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2" h="929">
                  <a:moveTo>
                    <a:pt x="29" y="0"/>
                  </a:moveTo>
                  <a:cubicBezTo>
                    <a:pt x="22" y="11"/>
                    <a:pt x="17" y="21"/>
                    <a:pt x="10" y="35"/>
                  </a:cubicBezTo>
                  <a:cubicBezTo>
                    <a:pt x="0" y="56"/>
                    <a:pt x="7" y="74"/>
                    <a:pt x="11" y="81"/>
                  </a:cubicBezTo>
                  <a:cubicBezTo>
                    <a:pt x="26" y="110"/>
                    <a:pt x="84" y="119"/>
                    <a:pt x="122" y="124"/>
                  </a:cubicBezTo>
                  <a:cubicBezTo>
                    <a:pt x="136" y="126"/>
                    <a:pt x="148" y="127"/>
                    <a:pt x="155" y="129"/>
                  </a:cubicBezTo>
                  <a:cubicBezTo>
                    <a:pt x="179" y="136"/>
                    <a:pt x="231" y="144"/>
                    <a:pt x="253" y="186"/>
                  </a:cubicBezTo>
                  <a:cubicBezTo>
                    <a:pt x="260" y="198"/>
                    <a:pt x="268" y="216"/>
                    <a:pt x="268" y="239"/>
                  </a:cubicBezTo>
                  <a:cubicBezTo>
                    <a:pt x="268" y="261"/>
                    <a:pt x="265" y="285"/>
                    <a:pt x="258" y="305"/>
                  </a:cubicBezTo>
                  <a:cubicBezTo>
                    <a:pt x="252" y="322"/>
                    <a:pt x="248" y="337"/>
                    <a:pt x="241" y="356"/>
                  </a:cubicBezTo>
                  <a:cubicBezTo>
                    <a:pt x="214" y="430"/>
                    <a:pt x="191" y="512"/>
                    <a:pt x="191" y="614"/>
                  </a:cubicBezTo>
                  <a:cubicBezTo>
                    <a:pt x="191" y="713"/>
                    <a:pt x="292" y="823"/>
                    <a:pt x="360" y="929"/>
                  </a:cubicBezTo>
                  <a:cubicBezTo>
                    <a:pt x="382" y="925"/>
                    <a:pt x="382" y="925"/>
                    <a:pt x="382" y="925"/>
                  </a:cubicBezTo>
                  <a:cubicBezTo>
                    <a:pt x="313" y="818"/>
                    <a:pt x="200" y="708"/>
                    <a:pt x="200" y="609"/>
                  </a:cubicBezTo>
                  <a:cubicBezTo>
                    <a:pt x="200" y="507"/>
                    <a:pt x="219" y="427"/>
                    <a:pt x="246" y="354"/>
                  </a:cubicBezTo>
                  <a:cubicBezTo>
                    <a:pt x="253" y="335"/>
                    <a:pt x="257" y="320"/>
                    <a:pt x="263" y="303"/>
                  </a:cubicBezTo>
                  <a:cubicBezTo>
                    <a:pt x="270" y="282"/>
                    <a:pt x="272" y="259"/>
                    <a:pt x="272" y="238"/>
                  </a:cubicBezTo>
                  <a:cubicBezTo>
                    <a:pt x="272" y="214"/>
                    <a:pt x="263" y="195"/>
                    <a:pt x="257" y="183"/>
                  </a:cubicBezTo>
                  <a:cubicBezTo>
                    <a:pt x="234" y="141"/>
                    <a:pt x="183" y="133"/>
                    <a:pt x="158" y="127"/>
                  </a:cubicBezTo>
                  <a:cubicBezTo>
                    <a:pt x="151" y="125"/>
                    <a:pt x="139" y="123"/>
                    <a:pt x="126" y="121"/>
                  </a:cubicBezTo>
                  <a:cubicBezTo>
                    <a:pt x="88" y="116"/>
                    <a:pt x="29" y="108"/>
                    <a:pt x="13" y="79"/>
                  </a:cubicBezTo>
                  <a:cubicBezTo>
                    <a:pt x="10" y="72"/>
                    <a:pt x="3" y="55"/>
                    <a:pt x="13" y="34"/>
                  </a:cubicBezTo>
                  <a:cubicBezTo>
                    <a:pt x="19" y="20"/>
                    <a:pt x="23" y="13"/>
                    <a:pt x="30" y="2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Freeform 51">
              <a:extLst>
                <a:ext uri="{FF2B5EF4-FFF2-40B4-BE49-F238E27FC236}">
                  <a16:creationId xmlns:a16="http://schemas.microsoft.com/office/drawing/2014/main" id="{FE0F4D49-51FB-4A4F-ABFF-4FBB25AAC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012"/>
              <a:ext cx="1728" cy="2620"/>
            </a:xfrm>
            <a:custGeom>
              <a:avLst/>
              <a:gdLst>
                <a:gd name="T0" fmla="*/ 412 w 826"/>
                <a:gd name="T1" fmla="*/ 2609 h 1174"/>
                <a:gd name="T2" fmla="*/ 328 w 826"/>
                <a:gd name="T3" fmla="*/ 2799 h 1174"/>
                <a:gd name="T4" fmla="*/ 257 w 826"/>
                <a:gd name="T5" fmla="*/ 3057 h 1174"/>
                <a:gd name="T6" fmla="*/ 293 w 826"/>
                <a:gd name="T7" fmla="*/ 3223 h 1174"/>
                <a:gd name="T8" fmla="*/ 753 w 826"/>
                <a:gd name="T9" fmla="*/ 3466 h 1174"/>
                <a:gd name="T10" fmla="*/ 2929 w 826"/>
                <a:gd name="T11" fmla="*/ 4367 h 1174"/>
                <a:gd name="T12" fmla="*/ 3159 w 826"/>
                <a:gd name="T13" fmla="*/ 5135 h 1174"/>
                <a:gd name="T14" fmla="*/ 3151 w 826"/>
                <a:gd name="T15" fmla="*/ 5289 h 1174"/>
                <a:gd name="T16" fmla="*/ 3067 w 826"/>
                <a:gd name="T17" fmla="*/ 6345 h 1174"/>
                <a:gd name="T18" fmla="*/ 3213 w 826"/>
                <a:gd name="T19" fmla="*/ 7490 h 1174"/>
                <a:gd name="T20" fmla="*/ 3213 w 826"/>
                <a:gd name="T21" fmla="*/ 7501 h 1174"/>
                <a:gd name="T22" fmla="*/ 3956 w 826"/>
                <a:gd name="T23" fmla="*/ 8800 h 1174"/>
                <a:gd name="T24" fmla="*/ 3956 w 826"/>
                <a:gd name="T25" fmla="*/ 8815 h 1174"/>
                <a:gd name="T26" fmla="*/ 5117 w 826"/>
                <a:gd name="T27" fmla="*/ 9627 h 1174"/>
                <a:gd name="T28" fmla="*/ 7278 w 826"/>
                <a:gd name="T29" fmla="*/ 11739 h 1174"/>
                <a:gd name="T30" fmla="*/ 7563 w 826"/>
                <a:gd name="T31" fmla="*/ 11658 h 1174"/>
                <a:gd name="T32" fmla="*/ 3992 w 826"/>
                <a:gd name="T33" fmla="*/ 8681 h 1174"/>
                <a:gd name="T34" fmla="*/ 3287 w 826"/>
                <a:gd name="T35" fmla="*/ 7472 h 1174"/>
                <a:gd name="T36" fmla="*/ 3203 w 826"/>
                <a:gd name="T37" fmla="*/ 5289 h 1174"/>
                <a:gd name="T38" fmla="*/ 741 w 826"/>
                <a:gd name="T39" fmla="*/ 3421 h 1174"/>
                <a:gd name="T40" fmla="*/ 360 w 826"/>
                <a:gd name="T41" fmla="*/ 2799 h 1174"/>
                <a:gd name="T42" fmla="*/ 513 w 826"/>
                <a:gd name="T43" fmla="*/ 2491 h 1174"/>
                <a:gd name="T44" fmla="*/ 552 w 826"/>
                <a:gd name="T45" fmla="*/ 2466 h 1174"/>
                <a:gd name="T46" fmla="*/ 705 w 826"/>
                <a:gd name="T47" fmla="*/ 2390 h 1174"/>
                <a:gd name="T48" fmla="*/ 686 w 826"/>
                <a:gd name="T49" fmla="*/ 2366 h 1174"/>
                <a:gd name="T50" fmla="*/ 1090 w 826"/>
                <a:gd name="T51" fmla="*/ 1803 h 1174"/>
                <a:gd name="T52" fmla="*/ 605 w 826"/>
                <a:gd name="T53" fmla="*/ 2212 h 1174"/>
                <a:gd name="T54" fmla="*/ 621 w 826"/>
                <a:gd name="T55" fmla="*/ 2046 h 1174"/>
                <a:gd name="T56" fmla="*/ 621 w 826"/>
                <a:gd name="T57" fmla="*/ 1986 h 1174"/>
                <a:gd name="T58" fmla="*/ 613 w 826"/>
                <a:gd name="T59" fmla="*/ 1689 h 1174"/>
                <a:gd name="T60" fmla="*/ 705 w 826"/>
                <a:gd name="T61" fmla="*/ 801 h 1174"/>
                <a:gd name="T62" fmla="*/ 1299 w 826"/>
                <a:gd name="T63" fmla="*/ 154 h 1174"/>
                <a:gd name="T64" fmla="*/ 1226 w 826"/>
                <a:gd name="T65" fmla="*/ 56 h 1174"/>
                <a:gd name="T66" fmla="*/ 906 w 826"/>
                <a:gd name="T67" fmla="*/ 65 h 1174"/>
                <a:gd name="T68" fmla="*/ 513 w 826"/>
                <a:gd name="T69" fmla="*/ 732 h 1174"/>
                <a:gd name="T70" fmla="*/ 429 w 826"/>
                <a:gd name="T71" fmla="*/ 2002 h 1174"/>
                <a:gd name="T72" fmla="*/ 360 w 826"/>
                <a:gd name="T73" fmla="*/ 2321 h 1174"/>
                <a:gd name="T74" fmla="*/ 84 w 826"/>
                <a:gd name="T75" fmla="*/ 2879 h 1174"/>
                <a:gd name="T76" fmla="*/ 75 w 826"/>
                <a:gd name="T77" fmla="*/ 3466 h 1174"/>
                <a:gd name="T78" fmla="*/ 1418 w 826"/>
                <a:gd name="T79" fmla="*/ 4024 h 1174"/>
                <a:gd name="T80" fmla="*/ 2253 w 826"/>
                <a:gd name="T81" fmla="*/ 5811 h 1174"/>
                <a:gd name="T82" fmla="*/ 2548 w 826"/>
                <a:gd name="T83" fmla="*/ 13049 h 1174"/>
                <a:gd name="T84" fmla="*/ 2874 w 826"/>
                <a:gd name="T85" fmla="*/ 12959 h 1174"/>
                <a:gd name="T86" fmla="*/ 1651 w 826"/>
                <a:gd name="T87" fmla="*/ 9382 h 1174"/>
                <a:gd name="T88" fmla="*/ 2161 w 826"/>
                <a:gd name="T89" fmla="*/ 6414 h 1174"/>
                <a:gd name="T90" fmla="*/ 2333 w 826"/>
                <a:gd name="T91" fmla="*/ 5838 h 1174"/>
                <a:gd name="T92" fmla="*/ 2425 w 826"/>
                <a:gd name="T93" fmla="*/ 5169 h 1174"/>
                <a:gd name="T94" fmla="*/ 2297 w 826"/>
                <a:gd name="T95" fmla="*/ 4602 h 1174"/>
                <a:gd name="T96" fmla="*/ 1502 w 826"/>
                <a:gd name="T97" fmla="*/ 3999 h 1174"/>
                <a:gd name="T98" fmla="*/ 1435 w 826"/>
                <a:gd name="T99" fmla="*/ 3979 h 1174"/>
                <a:gd name="T100" fmla="*/ 1155 w 826"/>
                <a:gd name="T101" fmla="*/ 3926 h 1174"/>
                <a:gd name="T102" fmla="*/ 117 w 826"/>
                <a:gd name="T103" fmla="*/ 3457 h 1174"/>
                <a:gd name="T104" fmla="*/ 56 w 826"/>
                <a:gd name="T105" fmla="*/ 3211 h 1174"/>
                <a:gd name="T106" fmla="*/ 117 w 826"/>
                <a:gd name="T107" fmla="*/ 2888 h 1174"/>
                <a:gd name="T108" fmla="*/ 293 w 826"/>
                <a:gd name="T109" fmla="*/ 2491 h 117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26" h="1174">
                  <a:moveTo>
                    <a:pt x="45" y="235"/>
                  </a:moveTo>
                  <a:cubicBezTo>
                    <a:pt x="42" y="241"/>
                    <a:pt x="39" y="246"/>
                    <a:pt x="36" y="252"/>
                  </a:cubicBezTo>
                  <a:cubicBezTo>
                    <a:pt x="30" y="261"/>
                    <a:pt x="28" y="268"/>
                    <a:pt x="28" y="275"/>
                  </a:cubicBezTo>
                  <a:cubicBezTo>
                    <a:pt x="28" y="281"/>
                    <a:pt x="31" y="286"/>
                    <a:pt x="32" y="290"/>
                  </a:cubicBezTo>
                  <a:cubicBezTo>
                    <a:pt x="40" y="304"/>
                    <a:pt x="57" y="310"/>
                    <a:pt x="82" y="312"/>
                  </a:cubicBezTo>
                  <a:cubicBezTo>
                    <a:pt x="197" y="318"/>
                    <a:pt x="281" y="347"/>
                    <a:pt x="320" y="393"/>
                  </a:cubicBezTo>
                  <a:cubicBezTo>
                    <a:pt x="337" y="413"/>
                    <a:pt x="345" y="437"/>
                    <a:pt x="345" y="462"/>
                  </a:cubicBezTo>
                  <a:cubicBezTo>
                    <a:pt x="345" y="467"/>
                    <a:pt x="345" y="471"/>
                    <a:pt x="344" y="476"/>
                  </a:cubicBezTo>
                  <a:cubicBezTo>
                    <a:pt x="340" y="512"/>
                    <a:pt x="335" y="543"/>
                    <a:pt x="335" y="571"/>
                  </a:cubicBezTo>
                  <a:cubicBezTo>
                    <a:pt x="335" y="608"/>
                    <a:pt x="339" y="641"/>
                    <a:pt x="351" y="674"/>
                  </a:cubicBezTo>
                  <a:cubicBezTo>
                    <a:pt x="351" y="675"/>
                    <a:pt x="351" y="675"/>
                    <a:pt x="351" y="675"/>
                  </a:cubicBezTo>
                  <a:cubicBezTo>
                    <a:pt x="359" y="698"/>
                    <a:pt x="377" y="749"/>
                    <a:pt x="432" y="792"/>
                  </a:cubicBezTo>
                  <a:cubicBezTo>
                    <a:pt x="432" y="793"/>
                    <a:pt x="432" y="793"/>
                    <a:pt x="432" y="793"/>
                  </a:cubicBezTo>
                  <a:cubicBezTo>
                    <a:pt x="465" y="816"/>
                    <a:pt x="508" y="841"/>
                    <a:pt x="559" y="866"/>
                  </a:cubicBezTo>
                  <a:cubicBezTo>
                    <a:pt x="664" y="919"/>
                    <a:pt x="763" y="982"/>
                    <a:pt x="795" y="1056"/>
                  </a:cubicBezTo>
                  <a:cubicBezTo>
                    <a:pt x="826" y="1049"/>
                    <a:pt x="826" y="1049"/>
                    <a:pt x="826" y="1049"/>
                  </a:cubicBezTo>
                  <a:cubicBezTo>
                    <a:pt x="784" y="933"/>
                    <a:pt x="536" y="852"/>
                    <a:pt x="436" y="781"/>
                  </a:cubicBezTo>
                  <a:cubicBezTo>
                    <a:pt x="381" y="737"/>
                    <a:pt x="367" y="695"/>
                    <a:pt x="359" y="672"/>
                  </a:cubicBezTo>
                  <a:cubicBezTo>
                    <a:pt x="339" y="614"/>
                    <a:pt x="342" y="555"/>
                    <a:pt x="350" y="476"/>
                  </a:cubicBezTo>
                  <a:cubicBezTo>
                    <a:pt x="363" y="364"/>
                    <a:pt x="231" y="315"/>
                    <a:pt x="81" y="308"/>
                  </a:cubicBezTo>
                  <a:cubicBezTo>
                    <a:pt x="40" y="305"/>
                    <a:pt x="20" y="282"/>
                    <a:pt x="39" y="252"/>
                  </a:cubicBezTo>
                  <a:cubicBezTo>
                    <a:pt x="44" y="243"/>
                    <a:pt x="50" y="235"/>
                    <a:pt x="56" y="224"/>
                  </a:cubicBezTo>
                  <a:cubicBezTo>
                    <a:pt x="57" y="224"/>
                    <a:pt x="60" y="222"/>
                    <a:pt x="60" y="222"/>
                  </a:cubicBezTo>
                  <a:cubicBezTo>
                    <a:pt x="64" y="221"/>
                    <a:pt x="70" y="219"/>
                    <a:pt x="77" y="215"/>
                  </a:cubicBezTo>
                  <a:cubicBezTo>
                    <a:pt x="75" y="213"/>
                    <a:pt x="75" y="213"/>
                    <a:pt x="75" y="213"/>
                  </a:cubicBezTo>
                  <a:cubicBezTo>
                    <a:pt x="92" y="198"/>
                    <a:pt x="107" y="182"/>
                    <a:pt x="119" y="162"/>
                  </a:cubicBezTo>
                  <a:cubicBezTo>
                    <a:pt x="100" y="178"/>
                    <a:pt x="79" y="192"/>
                    <a:pt x="66" y="199"/>
                  </a:cubicBezTo>
                  <a:cubicBezTo>
                    <a:pt x="67" y="194"/>
                    <a:pt x="68" y="189"/>
                    <a:pt x="68" y="184"/>
                  </a:cubicBezTo>
                  <a:cubicBezTo>
                    <a:pt x="68" y="182"/>
                    <a:pt x="68" y="180"/>
                    <a:pt x="68" y="179"/>
                  </a:cubicBezTo>
                  <a:cubicBezTo>
                    <a:pt x="67" y="171"/>
                    <a:pt x="67" y="162"/>
                    <a:pt x="67" y="152"/>
                  </a:cubicBezTo>
                  <a:cubicBezTo>
                    <a:pt x="67" y="128"/>
                    <a:pt x="69" y="98"/>
                    <a:pt x="77" y="72"/>
                  </a:cubicBezTo>
                  <a:cubicBezTo>
                    <a:pt x="84" y="48"/>
                    <a:pt x="113" y="10"/>
                    <a:pt x="142" y="14"/>
                  </a:cubicBezTo>
                  <a:cubicBezTo>
                    <a:pt x="140" y="10"/>
                    <a:pt x="137" y="7"/>
                    <a:pt x="134" y="5"/>
                  </a:cubicBezTo>
                  <a:cubicBezTo>
                    <a:pt x="125" y="0"/>
                    <a:pt x="113" y="0"/>
                    <a:pt x="99" y="6"/>
                  </a:cubicBezTo>
                  <a:cubicBezTo>
                    <a:pt x="78" y="21"/>
                    <a:pt x="62" y="47"/>
                    <a:pt x="56" y="66"/>
                  </a:cubicBezTo>
                  <a:cubicBezTo>
                    <a:pt x="44" y="106"/>
                    <a:pt x="45" y="154"/>
                    <a:pt x="47" y="180"/>
                  </a:cubicBezTo>
                  <a:cubicBezTo>
                    <a:pt x="47" y="192"/>
                    <a:pt x="46" y="198"/>
                    <a:pt x="39" y="209"/>
                  </a:cubicBezTo>
                  <a:cubicBezTo>
                    <a:pt x="28" y="226"/>
                    <a:pt x="18" y="239"/>
                    <a:pt x="9" y="259"/>
                  </a:cubicBezTo>
                  <a:cubicBezTo>
                    <a:pt x="0" y="281"/>
                    <a:pt x="1" y="297"/>
                    <a:pt x="8" y="312"/>
                  </a:cubicBezTo>
                  <a:cubicBezTo>
                    <a:pt x="31" y="355"/>
                    <a:pt x="128" y="354"/>
                    <a:pt x="155" y="362"/>
                  </a:cubicBezTo>
                  <a:cubicBezTo>
                    <a:pt x="185" y="371"/>
                    <a:pt x="291" y="389"/>
                    <a:pt x="246" y="523"/>
                  </a:cubicBezTo>
                  <a:cubicBezTo>
                    <a:pt x="198" y="671"/>
                    <a:pt x="84" y="877"/>
                    <a:pt x="278" y="1174"/>
                  </a:cubicBezTo>
                  <a:cubicBezTo>
                    <a:pt x="314" y="1166"/>
                    <a:pt x="314" y="1166"/>
                    <a:pt x="314" y="1166"/>
                  </a:cubicBezTo>
                  <a:cubicBezTo>
                    <a:pt x="234" y="1043"/>
                    <a:pt x="180" y="939"/>
                    <a:pt x="180" y="844"/>
                  </a:cubicBezTo>
                  <a:cubicBezTo>
                    <a:pt x="180" y="740"/>
                    <a:pt x="210" y="651"/>
                    <a:pt x="236" y="577"/>
                  </a:cubicBezTo>
                  <a:cubicBezTo>
                    <a:pt x="243" y="559"/>
                    <a:pt x="250" y="541"/>
                    <a:pt x="255" y="525"/>
                  </a:cubicBezTo>
                  <a:cubicBezTo>
                    <a:pt x="262" y="502"/>
                    <a:pt x="265" y="483"/>
                    <a:pt x="265" y="465"/>
                  </a:cubicBezTo>
                  <a:cubicBezTo>
                    <a:pt x="265" y="447"/>
                    <a:pt x="259" y="428"/>
                    <a:pt x="251" y="414"/>
                  </a:cubicBezTo>
                  <a:cubicBezTo>
                    <a:pt x="230" y="375"/>
                    <a:pt x="188" y="367"/>
                    <a:pt x="164" y="360"/>
                  </a:cubicBezTo>
                  <a:cubicBezTo>
                    <a:pt x="157" y="358"/>
                    <a:pt x="157" y="358"/>
                    <a:pt x="157" y="358"/>
                  </a:cubicBezTo>
                  <a:cubicBezTo>
                    <a:pt x="150" y="356"/>
                    <a:pt x="139" y="355"/>
                    <a:pt x="126" y="353"/>
                  </a:cubicBezTo>
                  <a:cubicBezTo>
                    <a:pt x="87" y="348"/>
                    <a:pt x="28" y="340"/>
                    <a:pt x="13" y="311"/>
                  </a:cubicBezTo>
                  <a:cubicBezTo>
                    <a:pt x="9" y="304"/>
                    <a:pt x="6" y="296"/>
                    <a:pt x="6" y="289"/>
                  </a:cubicBezTo>
                  <a:cubicBezTo>
                    <a:pt x="6" y="281"/>
                    <a:pt x="8" y="270"/>
                    <a:pt x="13" y="260"/>
                  </a:cubicBezTo>
                  <a:cubicBezTo>
                    <a:pt x="19" y="246"/>
                    <a:pt x="25" y="235"/>
                    <a:pt x="32" y="224"/>
                  </a:cubicBezTo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52">
              <a:extLst>
                <a:ext uri="{FF2B5EF4-FFF2-40B4-BE49-F238E27FC236}">
                  <a16:creationId xmlns:a16="http://schemas.microsoft.com/office/drawing/2014/main" id="{31C895CE-86C6-4EBF-83B7-9243C1AC0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512"/>
              <a:ext cx="753" cy="2102"/>
            </a:xfrm>
            <a:custGeom>
              <a:avLst/>
              <a:gdLst>
                <a:gd name="T0" fmla="*/ 245 w 360"/>
                <a:gd name="T1" fmla="*/ 0 h 942"/>
                <a:gd name="T2" fmla="*/ 75 w 360"/>
                <a:gd name="T3" fmla="*/ 399 h 942"/>
                <a:gd name="T4" fmla="*/ 8 w 360"/>
                <a:gd name="T5" fmla="*/ 723 h 942"/>
                <a:gd name="T6" fmla="*/ 75 w 360"/>
                <a:gd name="T7" fmla="*/ 966 h 942"/>
                <a:gd name="T8" fmla="*/ 1106 w 360"/>
                <a:gd name="T9" fmla="*/ 1435 h 942"/>
                <a:gd name="T10" fmla="*/ 1391 w 360"/>
                <a:gd name="T11" fmla="*/ 1488 h 942"/>
                <a:gd name="T12" fmla="*/ 1458 w 360"/>
                <a:gd name="T13" fmla="*/ 1508 h 942"/>
                <a:gd name="T14" fmla="*/ 2253 w 360"/>
                <a:gd name="T15" fmla="*/ 2111 h 942"/>
                <a:gd name="T16" fmla="*/ 2380 w 360"/>
                <a:gd name="T17" fmla="*/ 2680 h 942"/>
                <a:gd name="T18" fmla="*/ 2288 w 360"/>
                <a:gd name="T19" fmla="*/ 3347 h 942"/>
                <a:gd name="T20" fmla="*/ 2113 w 360"/>
                <a:gd name="T21" fmla="*/ 3923 h 942"/>
                <a:gd name="T22" fmla="*/ 1602 w 360"/>
                <a:gd name="T23" fmla="*/ 6886 h 942"/>
                <a:gd name="T24" fmla="*/ 2826 w 360"/>
                <a:gd name="T25" fmla="*/ 10465 h 942"/>
                <a:gd name="T26" fmla="*/ 3294 w 360"/>
                <a:gd name="T27" fmla="*/ 10331 h 942"/>
                <a:gd name="T28" fmla="*/ 1751 w 360"/>
                <a:gd name="T29" fmla="*/ 6833 h 942"/>
                <a:gd name="T30" fmla="*/ 2205 w 360"/>
                <a:gd name="T31" fmla="*/ 3967 h 942"/>
                <a:gd name="T32" fmla="*/ 2364 w 360"/>
                <a:gd name="T33" fmla="*/ 3401 h 942"/>
                <a:gd name="T34" fmla="*/ 2454 w 360"/>
                <a:gd name="T35" fmla="*/ 2669 h 942"/>
                <a:gd name="T36" fmla="*/ 2313 w 360"/>
                <a:gd name="T37" fmla="*/ 2077 h 942"/>
                <a:gd name="T38" fmla="*/ 1418 w 360"/>
                <a:gd name="T39" fmla="*/ 1444 h 942"/>
                <a:gd name="T40" fmla="*/ 1115 w 360"/>
                <a:gd name="T41" fmla="*/ 1390 h 942"/>
                <a:gd name="T42" fmla="*/ 100 w 360"/>
                <a:gd name="T43" fmla="*/ 910 h 942"/>
                <a:gd name="T44" fmla="*/ 92 w 360"/>
                <a:gd name="T45" fmla="*/ 399 h 942"/>
                <a:gd name="T46" fmla="*/ 268 w 360"/>
                <a:gd name="T47" fmla="*/ 9 h 94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0" h="942">
                  <a:moveTo>
                    <a:pt x="27" y="0"/>
                  </a:moveTo>
                  <a:cubicBezTo>
                    <a:pt x="20" y="11"/>
                    <a:pt x="14" y="22"/>
                    <a:pt x="8" y="36"/>
                  </a:cubicBezTo>
                  <a:cubicBezTo>
                    <a:pt x="3" y="46"/>
                    <a:pt x="1" y="57"/>
                    <a:pt x="1" y="65"/>
                  </a:cubicBezTo>
                  <a:cubicBezTo>
                    <a:pt x="1" y="72"/>
                    <a:pt x="4" y="80"/>
                    <a:pt x="8" y="87"/>
                  </a:cubicBezTo>
                  <a:cubicBezTo>
                    <a:pt x="23" y="116"/>
                    <a:pt x="82" y="124"/>
                    <a:pt x="121" y="129"/>
                  </a:cubicBezTo>
                  <a:cubicBezTo>
                    <a:pt x="134" y="131"/>
                    <a:pt x="145" y="132"/>
                    <a:pt x="152" y="134"/>
                  </a:cubicBezTo>
                  <a:cubicBezTo>
                    <a:pt x="159" y="136"/>
                    <a:pt x="159" y="136"/>
                    <a:pt x="159" y="136"/>
                  </a:cubicBezTo>
                  <a:cubicBezTo>
                    <a:pt x="183" y="143"/>
                    <a:pt x="225" y="151"/>
                    <a:pt x="246" y="190"/>
                  </a:cubicBezTo>
                  <a:cubicBezTo>
                    <a:pt x="254" y="204"/>
                    <a:pt x="260" y="223"/>
                    <a:pt x="260" y="241"/>
                  </a:cubicBezTo>
                  <a:cubicBezTo>
                    <a:pt x="260" y="259"/>
                    <a:pt x="257" y="278"/>
                    <a:pt x="250" y="301"/>
                  </a:cubicBezTo>
                  <a:cubicBezTo>
                    <a:pt x="245" y="317"/>
                    <a:pt x="238" y="335"/>
                    <a:pt x="231" y="353"/>
                  </a:cubicBezTo>
                  <a:cubicBezTo>
                    <a:pt x="205" y="427"/>
                    <a:pt x="175" y="516"/>
                    <a:pt x="175" y="620"/>
                  </a:cubicBezTo>
                  <a:cubicBezTo>
                    <a:pt x="175" y="715"/>
                    <a:pt x="229" y="819"/>
                    <a:pt x="309" y="942"/>
                  </a:cubicBezTo>
                  <a:cubicBezTo>
                    <a:pt x="360" y="930"/>
                    <a:pt x="360" y="930"/>
                    <a:pt x="360" y="930"/>
                  </a:cubicBezTo>
                  <a:cubicBezTo>
                    <a:pt x="292" y="824"/>
                    <a:pt x="191" y="714"/>
                    <a:pt x="191" y="615"/>
                  </a:cubicBezTo>
                  <a:cubicBezTo>
                    <a:pt x="191" y="513"/>
                    <a:pt x="214" y="431"/>
                    <a:pt x="241" y="357"/>
                  </a:cubicBezTo>
                  <a:cubicBezTo>
                    <a:pt x="248" y="338"/>
                    <a:pt x="252" y="323"/>
                    <a:pt x="258" y="306"/>
                  </a:cubicBezTo>
                  <a:cubicBezTo>
                    <a:pt x="265" y="286"/>
                    <a:pt x="268" y="262"/>
                    <a:pt x="268" y="240"/>
                  </a:cubicBezTo>
                  <a:cubicBezTo>
                    <a:pt x="268" y="217"/>
                    <a:pt x="260" y="199"/>
                    <a:pt x="253" y="187"/>
                  </a:cubicBezTo>
                  <a:cubicBezTo>
                    <a:pt x="231" y="145"/>
                    <a:pt x="179" y="137"/>
                    <a:pt x="155" y="130"/>
                  </a:cubicBezTo>
                  <a:cubicBezTo>
                    <a:pt x="148" y="128"/>
                    <a:pt x="136" y="127"/>
                    <a:pt x="122" y="125"/>
                  </a:cubicBezTo>
                  <a:cubicBezTo>
                    <a:pt x="84" y="120"/>
                    <a:pt x="26" y="111"/>
                    <a:pt x="11" y="82"/>
                  </a:cubicBezTo>
                  <a:cubicBezTo>
                    <a:pt x="7" y="75"/>
                    <a:pt x="0" y="57"/>
                    <a:pt x="10" y="36"/>
                  </a:cubicBezTo>
                  <a:cubicBezTo>
                    <a:pt x="17" y="22"/>
                    <a:pt x="22" y="12"/>
                    <a:pt x="29" y="1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53">
              <a:extLst>
                <a:ext uri="{FF2B5EF4-FFF2-40B4-BE49-F238E27FC236}">
                  <a16:creationId xmlns:a16="http://schemas.microsoft.com/office/drawing/2014/main" id="{BD655016-E5AE-4354-A50F-3FC73DE75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532"/>
              <a:ext cx="1617" cy="1865"/>
            </a:xfrm>
            <a:custGeom>
              <a:avLst/>
              <a:gdLst>
                <a:gd name="T0" fmla="*/ 209 w 773"/>
                <a:gd name="T1" fmla="*/ 20 h 836"/>
                <a:gd name="T2" fmla="*/ 128 w 773"/>
                <a:gd name="T3" fmla="*/ 210 h 836"/>
                <a:gd name="T4" fmla="*/ 56 w 773"/>
                <a:gd name="T5" fmla="*/ 468 h 836"/>
                <a:gd name="T6" fmla="*/ 92 w 773"/>
                <a:gd name="T7" fmla="*/ 631 h 836"/>
                <a:gd name="T8" fmla="*/ 552 w 773"/>
                <a:gd name="T9" fmla="*/ 877 h 836"/>
                <a:gd name="T10" fmla="*/ 2726 w 773"/>
                <a:gd name="T11" fmla="*/ 1776 h 836"/>
                <a:gd name="T12" fmla="*/ 2958 w 773"/>
                <a:gd name="T13" fmla="*/ 2543 h 836"/>
                <a:gd name="T14" fmla="*/ 2950 w 773"/>
                <a:gd name="T15" fmla="*/ 2697 h 836"/>
                <a:gd name="T16" fmla="*/ 2866 w 773"/>
                <a:gd name="T17" fmla="*/ 3752 h 836"/>
                <a:gd name="T18" fmla="*/ 3010 w 773"/>
                <a:gd name="T19" fmla="*/ 4897 h 836"/>
                <a:gd name="T20" fmla="*/ 3010 w 773"/>
                <a:gd name="T21" fmla="*/ 4908 h 836"/>
                <a:gd name="T22" fmla="*/ 3755 w 773"/>
                <a:gd name="T23" fmla="*/ 6206 h 836"/>
                <a:gd name="T24" fmla="*/ 3755 w 773"/>
                <a:gd name="T25" fmla="*/ 6215 h 836"/>
                <a:gd name="T26" fmla="*/ 4914 w 773"/>
                <a:gd name="T27" fmla="*/ 7027 h 836"/>
                <a:gd name="T28" fmla="*/ 7077 w 773"/>
                <a:gd name="T29" fmla="*/ 9138 h 836"/>
                <a:gd name="T30" fmla="*/ 6573 w 773"/>
                <a:gd name="T31" fmla="*/ 9283 h 836"/>
                <a:gd name="T32" fmla="*/ 4696 w 773"/>
                <a:gd name="T33" fmla="*/ 7172 h 836"/>
                <a:gd name="T34" fmla="*/ 3588 w 773"/>
                <a:gd name="T35" fmla="*/ 6242 h 836"/>
                <a:gd name="T36" fmla="*/ 2926 w 773"/>
                <a:gd name="T37" fmla="*/ 4941 h 836"/>
                <a:gd name="T38" fmla="*/ 2918 w 773"/>
                <a:gd name="T39" fmla="*/ 4932 h 836"/>
                <a:gd name="T40" fmla="*/ 2782 w 773"/>
                <a:gd name="T41" fmla="*/ 3772 h 836"/>
                <a:gd name="T42" fmla="*/ 2849 w 773"/>
                <a:gd name="T43" fmla="*/ 3021 h 836"/>
                <a:gd name="T44" fmla="*/ 2874 w 773"/>
                <a:gd name="T45" fmla="*/ 2677 h 836"/>
                <a:gd name="T46" fmla="*/ 2885 w 773"/>
                <a:gd name="T47" fmla="*/ 2543 h 836"/>
                <a:gd name="T48" fmla="*/ 2673 w 773"/>
                <a:gd name="T49" fmla="*/ 1811 h 836"/>
                <a:gd name="T50" fmla="*/ 552 w 773"/>
                <a:gd name="T51" fmla="*/ 921 h 836"/>
                <a:gd name="T52" fmla="*/ 521 w 773"/>
                <a:gd name="T53" fmla="*/ 921 h 836"/>
                <a:gd name="T54" fmla="*/ 36 w 773"/>
                <a:gd name="T55" fmla="*/ 667 h 836"/>
                <a:gd name="T56" fmla="*/ 0 w 773"/>
                <a:gd name="T57" fmla="*/ 468 h 836"/>
                <a:gd name="T58" fmla="*/ 75 w 773"/>
                <a:gd name="T59" fmla="*/ 190 h 836"/>
                <a:gd name="T60" fmla="*/ 165 w 773"/>
                <a:gd name="T61" fmla="*/ 0 h 8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73" h="836">
                  <a:moveTo>
                    <a:pt x="23" y="2"/>
                  </a:moveTo>
                  <a:cubicBezTo>
                    <a:pt x="20" y="8"/>
                    <a:pt x="17" y="13"/>
                    <a:pt x="14" y="19"/>
                  </a:cubicBezTo>
                  <a:cubicBezTo>
                    <a:pt x="8" y="28"/>
                    <a:pt x="6" y="35"/>
                    <a:pt x="6" y="42"/>
                  </a:cubicBezTo>
                  <a:cubicBezTo>
                    <a:pt x="6" y="48"/>
                    <a:pt x="8" y="53"/>
                    <a:pt x="10" y="57"/>
                  </a:cubicBezTo>
                  <a:cubicBezTo>
                    <a:pt x="18" y="71"/>
                    <a:pt x="35" y="77"/>
                    <a:pt x="60" y="79"/>
                  </a:cubicBezTo>
                  <a:cubicBezTo>
                    <a:pt x="175" y="85"/>
                    <a:pt x="259" y="114"/>
                    <a:pt x="298" y="160"/>
                  </a:cubicBezTo>
                  <a:cubicBezTo>
                    <a:pt x="315" y="180"/>
                    <a:pt x="323" y="204"/>
                    <a:pt x="323" y="229"/>
                  </a:cubicBezTo>
                  <a:cubicBezTo>
                    <a:pt x="323" y="234"/>
                    <a:pt x="323" y="238"/>
                    <a:pt x="322" y="243"/>
                  </a:cubicBezTo>
                  <a:cubicBezTo>
                    <a:pt x="318" y="279"/>
                    <a:pt x="313" y="310"/>
                    <a:pt x="313" y="338"/>
                  </a:cubicBezTo>
                  <a:cubicBezTo>
                    <a:pt x="313" y="375"/>
                    <a:pt x="317" y="408"/>
                    <a:pt x="329" y="441"/>
                  </a:cubicBezTo>
                  <a:cubicBezTo>
                    <a:pt x="329" y="442"/>
                    <a:pt x="329" y="442"/>
                    <a:pt x="329" y="442"/>
                  </a:cubicBezTo>
                  <a:cubicBezTo>
                    <a:pt x="337" y="465"/>
                    <a:pt x="355" y="516"/>
                    <a:pt x="410" y="559"/>
                  </a:cubicBezTo>
                  <a:cubicBezTo>
                    <a:pt x="410" y="560"/>
                    <a:pt x="410" y="560"/>
                    <a:pt x="410" y="560"/>
                  </a:cubicBezTo>
                  <a:cubicBezTo>
                    <a:pt x="443" y="583"/>
                    <a:pt x="486" y="608"/>
                    <a:pt x="537" y="633"/>
                  </a:cubicBezTo>
                  <a:cubicBezTo>
                    <a:pt x="641" y="686"/>
                    <a:pt x="741" y="749"/>
                    <a:pt x="773" y="823"/>
                  </a:cubicBezTo>
                  <a:cubicBezTo>
                    <a:pt x="718" y="836"/>
                    <a:pt x="718" y="836"/>
                    <a:pt x="718" y="836"/>
                  </a:cubicBezTo>
                  <a:cubicBezTo>
                    <a:pt x="693" y="777"/>
                    <a:pt x="640" y="719"/>
                    <a:pt x="513" y="646"/>
                  </a:cubicBezTo>
                  <a:cubicBezTo>
                    <a:pt x="490" y="633"/>
                    <a:pt x="428" y="600"/>
                    <a:pt x="392" y="562"/>
                  </a:cubicBezTo>
                  <a:cubicBezTo>
                    <a:pt x="344" y="513"/>
                    <a:pt x="324" y="458"/>
                    <a:pt x="320" y="445"/>
                  </a:cubicBezTo>
                  <a:cubicBezTo>
                    <a:pt x="319" y="444"/>
                    <a:pt x="319" y="444"/>
                    <a:pt x="319" y="444"/>
                  </a:cubicBezTo>
                  <a:cubicBezTo>
                    <a:pt x="308" y="411"/>
                    <a:pt x="304" y="380"/>
                    <a:pt x="304" y="340"/>
                  </a:cubicBezTo>
                  <a:cubicBezTo>
                    <a:pt x="304" y="319"/>
                    <a:pt x="308" y="295"/>
                    <a:pt x="311" y="272"/>
                  </a:cubicBezTo>
                  <a:cubicBezTo>
                    <a:pt x="314" y="241"/>
                    <a:pt x="314" y="241"/>
                    <a:pt x="314" y="241"/>
                  </a:cubicBezTo>
                  <a:cubicBezTo>
                    <a:pt x="315" y="229"/>
                    <a:pt x="315" y="229"/>
                    <a:pt x="315" y="229"/>
                  </a:cubicBezTo>
                  <a:cubicBezTo>
                    <a:pt x="315" y="205"/>
                    <a:pt x="306" y="180"/>
                    <a:pt x="292" y="163"/>
                  </a:cubicBezTo>
                  <a:cubicBezTo>
                    <a:pt x="254" y="118"/>
                    <a:pt x="171" y="89"/>
                    <a:pt x="60" y="83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33" y="81"/>
                    <a:pt x="12" y="74"/>
                    <a:pt x="4" y="60"/>
                  </a:cubicBezTo>
                  <a:cubicBezTo>
                    <a:pt x="3" y="56"/>
                    <a:pt x="0" y="48"/>
                    <a:pt x="0" y="42"/>
                  </a:cubicBezTo>
                  <a:cubicBezTo>
                    <a:pt x="0" y="36"/>
                    <a:pt x="2" y="26"/>
                    <a:pt x="8" y="17"/>
                  </a:cubicBezTo>
                  <a:cubicBezTo>
                    <a:pt x="11" y="11"/>
                    <a:pt x="15" y="5"/>
                    <a:pt x="18" y="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Freeform 54">
              <a:extLst>
                <a:ext uri="{FF2B5EF4-FFF2-40B4-BE49-F238E27FC236}">
                  <a16:creationId xmlns:a16="http://schemas.microsoft.com/office/drawing/2014/main" id="{8AD21614-52F3-471E-AA57-1F12E2B2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368"/>
              <a:ext cx="1025" cy="621"/>
            </a:xfrm>
            <a:custGeom>
              <a:avLst/>
              <a:gdLst>
                <a:gd name="T0" fmla="*/ 0 w 490"/>
                <a:gd name="T1" fmla="*/ 1229 h 278"/>
                <a:gd name="T2" fmla="*/ 805 w 490"/>
                <a:gd name="T3" fmla="*/ 2564 h 278"/>
                <a:gd name="T4" fmla="*/ 2617 w 490"/>
                <a:gd name="T5" fmla="*/ 2944 h 278"/>
                <a:gd name="T6" fmla="*/ 4056 w 490"/>
                <a:gd name="T7" fmla="*/ 1771 h 278"/>
                <a:gd name="T8" fmla="*/ 4401 w 490"/>
                <a:gd name="T9" fmla="*/ 0 h 278"/>
                <a:gd name="T10" fmla="*/ 3899 w 490"/>
                <a:gd name="T11" fmla="*/ 145 h 278"/>
                <a:gd name="T12" fmla="*/ 3891 w 490"/>
                <a:gd name="T13" fmla="*/ 768 h 278"/>
                <a:gd name="T14" fmla="*/ 3646 w 490"/>
                <a:gd name="T15" fmla="*/ 1427 h 278"/>
                <a:gd name="T16" fmla="*/ 2489 w 490"/>
                <a:gd name="T17" fmla="*/ 2430 h 278"/>
                <a:gd name="T18" fmla="*/ 1107 w 490"/>
                <a:gd name="T19" fmla="*/ 2196 h 278"/>
                <a:gd name="T20" fmla="*/ 638 w 490"/>
                <a:gd name="T21" fmla="*/ 1662 h 278"/>
                <a:gd name="T22" fmla="*/ 469 w 490"/>
                <a:gd name="T23" fmla="*/ 1092 h 278"/>
                <a:gd name="T24" fmla="*/ 0 w 490"/>
                <a:gd name="T25" fmla="*/ 1229 h 2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0" h="278">
                  <a:moveTo>
                    <a:pt x="0" y="110"/>
                  </a:moveTo>
                  <a:cubicBezTo>
                    <a:pt x="7" y="155"/>
                    <a:pt x="48" y="205"/>
                    <a:pt x="88" y="230"/>
                  </a:cubicBezTo>
                  <a:cubicBezTo>
                    <a:pt x="135" y="260"/>
                    <a:pt x="224" y="278"/>
                    <a:pt x="286" y="264"/>
                  </a:cubicBezTo>
                  <a:cubicBezTo>
                    <a:pt x="389" y="241"/>
                    <a:pt x="416" y="200"/>
                    <a:pt x="443" y="159"/>
                  </a:cubicBezTo>
                  <a:cubicBezTo>
                    <a:pt x="469" y="118"/>
                    <a:pt x="490" y="72"/>
                    <a:pt x="481" y="0"/>
                  </a:cubicBezTo>
                  <a:cubicBezTo>
                    <a:pt x="426" y="13"/>
                    <a:pt x="426" y="13"/>
                    <a:pt x="426" y="13"/>
                  </a:cubicBezTo>
                  <a:cubicBezTo>
                    <a:pt x="431" y="26"/>
                    <a:pt x="427" y="60"/>
                    <a:pt x="425" y="69"/>
                  </a:cubicBezTo>
                  <a:cubicBezTo>
                    <a:pt x="419" y="91"/>
                    <a:pt x="412" y="106"/>
                    <a:pt x="398" y="128"/>
                  </a:cubicBezTo>
                  <a:cubicBezTo>
                    <a:pt x="377" y="159"/>
                    <a:pt x="352" y="200"/>
                    <a:pt x="272" y="218"/>
                  </a:cubicBezTo>
                  <a:cubicBezTo>
                    <a:pt x="224" y="229"/>
                    <a:pt x="156" y="220"/>
                    <a:pt x="121" y="197"/>
                  </a:cubicBezTo>
                  <a:cubicBezTo>
                    <a:pt x="102" y="186"/>
                    <a:pt x="84" y="169"/>
                    <a:pt x="70" y="149"/>
                  </a:cubicBezTo>
                  <a:cubicBezTo>
                    <a:pt x="60" y="135"/>
                    <a:pt x="54" y="113"/>
                    <a:pt x="51" y="98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Freeform 55">
              <a:extLst>
                <a:ext uri="{FF2B5EF4-FFF2-40B4-BE49-F238E27FC236}">
                  <a16:creationId xmlns:a16="http://schemas.microsoft.com/office/drawing/2014/main" id="{FC70A73B-AC55-48B7-B569-D2F24D26C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397"/>
              <a:ext cx="795" cy="482"/>
            </a:xfrm>
            <a:custGeom>
              <a:avLst/>
              <a:gdLst>
                <a:gd name="T0" fmla="*/ 3435 w 380"/>
                <a:gd name="T1" fmla="*/ 0 h 216"/>
                <a:gd name="T2" fmla="*/ 3213 w 380"/>
                <a:gd name="T3" fmla="*/ 56 h 216"/>
                <a:gd name="T4" fmla="*/ 3213 w 380"/>
                <a:gd name="T5" fmla="*/ 56 h 216"/>
                <a:gd name="T6" fmla="*/ 3251 w 380"/>
                <a:gd name="T7" fmla="*/ 45 h 216"/>
                <a:gd name="T8" fmla="*/ 3314 w 380"/>
                <a:gd name="T9" fmla="*/ 324 h 216"/>
                <a:gd name="T10" fmla="*/ 3243 w 380"/>
                <a:gd name="T11" fmla="*/ 687 h 216"/>
                <a:gd name="T12" fmla="*/ 3086 w 380"/>
                <a:gd name="T13" fmla="*/ 1165 h 216"/>
                <a:gd name="T14" fmla="*/ 2600 w 380"/>
                <a:gd name="T15" fmla="*/ 1812 h 216"/>
                <a:gd name="T16" fmla="*/ 1895 w 380"/>
                <a:gd name="T17" fmla="*/ 2147 h 216"/>
                <a:gd name="T18" fmla="*/ 753 w 380"/>
                <a:gd name="T19" fmla="*/ 1901 h 216"/>
                <a:gd name="T20" fmla="*/ 285 w 380"/>
                <a:gd name="T21" fmla="*/ 1390 h 216"/>
                <a:gd name="T22" fmla="*/ 201 w 380"/>
                <a:gd name="T23" fmla="*/ 902 h 216"/>
                <a:gd name="T24" fmla="*/ 0 w 380"/>
                <a:gd name="T25" fmla="*/ 946 h 216"/>
                <a:gd name="T26" fmla="*/ 176 w 380"/>
                <a:gd name="T27" fmla="*/ 1508 h 216"/>
                <a:gd name="T28" fmla="*/ 638 w 380"/>
                <a:gd name="T29" fmla="*/ 2046 h 216"/>
                <a:gd name="T30" fmla="*/ 2023 w 380"/>
                <a:gd name="T31" fmla="*/ 2276 h 216"/>
                <a:gd name="T32" fmla="*/ 3178 w 380"/>
                <a:gd name="T33" fmla="*/ 1279 h 216"/>
                <a:gd name="T34" fmla="*/ 3423 w 380"/>
                <a:gd name="T35" fmla="*/ 623 h 216"/>
                <a:gd name="T36" fmla="*/ 3435 w 380"/>
                <a:gd name="T37" fmla="*/ 0 h 2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0" h="216">
                  <a:moveTo>
                    <a:pt x="375" y="0"/>
                  </a:moveTo>
                  <a:cubicBezTo>
                    <a:pt x="351" y="5"/>
                    <a:pt x="351" y="5"/>
                    <a:pt x="351" y="5"/>
                  </a:cubicBezTo>
                  <a:cubicBezTo>
                    <a:pt x="351" y="5"/>
                    <a:pt x="351" y="5"/>
                    <a:pt x="351" y="5"/>
                  </a:cubicBezTo>
                  <a:cubicBezTo>
                    <a:pt x="355" y="4"/>
                    <a:pt x="355" y="4"/>
                    <a:pt x="355" y="4"/>
                  </a:cubicBezTo>
                  <a:cubicBezTo>
                    <a:pt x="361" y="5"/>
                    <a:pt x="362" y="26"/>
                    <a:pt x="362" y="29"/>
                  </a:cubicBezTo>
                  <a:cubicBezTo>
                    <a:pt x="362" y="38"/>
                    <a:pt x="358" y="50"/>
                    <a:pt x="354" y="62"/>
                  </a:cubicBezTo>
                  <a:cubicBezTo>
                    <a:pt x="348" y="79"/>
                    <a:pt x="347" y="89"/>
                    <a:pt x="337" y="105"/>
                  </a:cubicBezTo>
                  <a:cubicBezTo>
                    <a:pt x="326" y="121"/>
                    <a:pt x="308" y="149"/>
                    <a:pt x="284" y="163"/>
                  </a:cubicBezTo>
                  <a:cubicBezTo>
                    <a:pt x="265" y="174"/>
                    <a:pt x="237" y="186"/>
                    <a:pt x="207" y="193"/>
                  </a:cubicBezTo>
                  <a:cubicBezTo>
                    <a:pt x="165" y="203"/>
                    <a:pt x="113" y="191"/>
                    <a:pt x="82" y="171"/>
                  </a:cubicBezTo>
                  <a:cubicBezTo>
                    <a:pt x="63" y="159"/>
                    <a:pt x="43" y="146"/>
                    <a:pt x="31" y="125"/>
                  </a:cubicBezTo>
                  <a:cubicBezTo>
                    <a:pt x="25" y="115"/>
                    <a:pt x="23" y="91"/>
                    <a:pt x="22" y="81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3" y="100"/>
                    <a:pt x="9" y="122"/>
                    <a:pt x="19" y="136"/>
                  </a:cubicBezTo>
                  <a:cubicBezTo>
                    <a:pt x="33" y="156"/>
                    <a:pt x="51" y="173"/>
                    <a:pt x="70" y="184"/>
                  </a:cubicBezTo>
                  <a:cubicBezTo>
                    <a:pt x="105" y="207"/>
                    <a:pt x="173" y="216"/>
                    <a:pt x="221" y="205"/>
                  </a:cubicBezTo>
                  <a:cubicBezTo>
                    <a:pt x="301" y="187"/>
                    <a:pt x="326" y="146"/>
                    <a:pt x="347" y="115"/>
                  </a:cubicBezTo>
                  <a:cubicBezTo>
                    <a:pt x="361" y="93"/>
                    <a:pt x="368" y="78"/>
                    <a:pt x="374" y="56"/>
                  </a:cubicBezTo>
                  <a:cubicBezTo>
                    <a:pt x="376" y="47"/>
                    <a:pt x="380" y="13"/>
                    <a:pt x="375" y="0"/>
                  </a:cubicBezTo>
                  <a:close/>
                </a:path>
              </a:pathLst>
            </a:custGeom>
            <a:solidFill>
              <a:srgbClr val="99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56">
              <a:extLst>
                <a:ext uri="{FF2B5EF4-FFF2-40B4-BE49-F238E27FC236}">
                  <a16:creationId xmlns:a16="http://schemas.microsoft.com/office/drawing/2014/main" id="{03295793-8FBE-4D1A-A908-DD16CA33B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519"/>
              <a:ext cx="1489" cy="2059"/>
            </a:xfrm>
            <a:custGeom>
              <a:avLst/>
              <a:gdLst>
                <a:gd name="T0" fmla="*/ 4224 w 712"/>
                <a:gd name="T1" fmla="*/ 10036 h 923"/>
                <a:gd name="T2" fmla="*/ 4636 w 712"/>
                <a:gd name="T3" fmla="*/ 9922 h 923"/>
                <a:gd name="T4" fmla="*/ 5147 w 712"/>
                <a:gd name="T5" fmla="*/ 9824 h 923"/>
                <a:gd name="T6" fmla="*/ 5682 w 712"/>
                <a:gd name="T7" fmla="*/ 9704 h 923"/>
                <a:gd name="T8" fmla="*/ 6008 w 712"/>
                <a:gd name="T9" fmla="*/ 9559 h 923"/>
                <a:gd name="T10" fmla="*/ 6268 w 712"/>
                <a:gd name="T11" fmla="*/ 9490 h 923"/>
                <a:gd name="T12" fmla="*/ 6512 w 712"/>
                <a:gd name="T13" fmla="*/ 9389 h 923"/>
                <a:gd name="T14" fmla="*/ 4745 w 712"/>
                <a:gd name="T15" fmla="*/ 7379 h 923"/>
                <a:gd name="T16" fmla="*/ 3670 w 712"/>
                <a:gd name="T17" fmla="*/ 6429 h 923"/>
                <a:gd name="T18" fmla="*/ 3018 w 712"/>
                <a:gd name="T19" fmla="*/ 5115 h 923"/>
                <a:gd name="T20" fmla="*/ 3018 w 712"/>
                <a:gd name="T21" fmla="*/ 5106 h 923"/>
                <a:gd name="T22" fmla="*/ 2865 w 712"/>
                <a:gd name="T23" fmla="*/ 3906 h 923"/>
                <a:gd name="T24" fmla="*/ 2926 w 712"/>
                <a:gd name="T25" fmla="*/ 3110 h 923"/>
                <a:gd name="T26" fmla="*/ 2965 w 712"/>
                <a:gd name="T27" fmla="*/ 2762 h 923"/>
                <a:gd name="T28" fmla="*/ 2974 w 712"/>
                <a:gd name="T29" fmla="*/ 2632 h 923"/>
                <a:gd name="T30" fmla="*/ 2773 w 712"/>
                <a:gd name="T31" fmla="*/ 1912 h 923"/>
                <a:gd name="T32" fmla="*/ 648 w 712"/>
                <a:gd name="T33" fmla="*/ 1019 h 923"/>
                <a:gd name="T34" fmla="*/ 176 w 712"/>
                <a:gd name="T35" fmla="*/ 756 h 923"/>
                <a:gd name="T36" fmla="*/ 136 w 712"/>
                <a:gd name="T37" fmla="*/ 533 h 923"/>
                <a:gd name="T38" fmla="*/ 209 w 712"/>
                <a:gd name="T39" fmla="*/ 234 h 923"/>
                <a:gd name="T40" fmla="*/ 301 w 712"/>
                <a:gd name="T41" fmla="*/ 45 h 923"/>
                <a:gd name="T42" fmla="*/ 245 w 712"/>
                <a:gd name="T43" fmla="*/ 0 h 923"/>
                <a:gd name="T44" fmla="*/ 92 w 712"/>
                <a:gd name="T45" fmla="*/ 352 h 923"/>
                <a:gd name="T46" fmla="*/ 92 w 712"/>
                <a:gd name="T47" fmla="*/ 857 h 923"/>
                <a:gd name="T48" fmla="*/ 1123 w 712"/>
                <a:gd name="T49" fmla="*/ 1318 h 923"/>
                <a:gd name="T50" fmla="*/ 1418 w 712"/>
                <a:gd name="T51" fmla="*/ 1388 h 923"/>
                <a:gd name="T52" fmla="*/ 2321 w 712"/>
                <a:gd name="T53" fmla="*/ 2010 h 923"/>
                <a:gd name="T54" fmla="*/ 2461 w 712"/>
                <a:gd name="T55" fmla="*/ 2617 h 923"/>
                <a:gd name="T56" fmla="*/ 2380 w 712"/>
                <a:gd name="T57" fmla="*/ 3339 h 923"/>
                <a:gd name="T58" fmla="*/ 2221 w 712"/>
                <a:gd name="T59" fmla="*/ 3906 h 923"/>
                <a:gd name="T60" fmla="*/ 1803 w 712"/>
                <a:gd name="T61" fmla="*/ 6737 h 923"/>
                <a:gd name="T62" fmla="*/ 3467 w 712"/>
                <a:gd name="T63" fmla="*/ 10246 h 923"/>
                <a:gd name="T64" fmla="*/ 3815 w 712"/>
                <a:gd name="T65" fmla="*/ 10157 h 923"/>
                <a:gd name="T66" fmla="*/ 4224 w 712"/>
                <a:gd name="T67" fmla="*/ 10036 h 92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12" h="923">
                  <a:moveTo>
                    <a:pt x="462" y="904"/>
                  </a:moveTo>
                  <a:cubicBezTo>
                    <a:pt x="478" y="903"/>
                    <a:pt x="492" y="899"/>
                    <a:pt x="507" y="894"/>
                  </a:cubicBezTo>
                  <a:cubicBezTo>
                    <a:pt x="526" y="887"/>
                    <a:pt x="544" y="891"/>
                    <a:pt x="563" y="885"/>
                  </a:cubicBezTo>
                  <a:cubicBezTo>
                    <a:pt x="582" y="878"/>
                    <a:pt x="601" y="879"/>
                    <a:pt x="621" y="874"/>
                  </a:cubicBezTo>
                  <a:cubicBezTo>
                    <a:pt x="633" y="872"/>
                    <a:pt x="645" y="865"/>
                    <a:pt x="657" y="861"/>
                  </a:cubicBezTo>
                  <a:cubicBezTo>
                    <a:pt x="665" y="858"/>
                    <a:pt x="676" y="858"/>
                    <a:pt x="685" y="855"/>
                  </a:cubicBezTo>
                  <a:cubicBezTo>
                    <a:pt x="694" y="853"/>
                    <a:pt x="703" y="848"/>
                    <a:pt x="712" y="846"/>
                  </a:cubicBezTo>
                  <a:cubicBezTo>
                    <a:pt x="687" y="787"/>
                    <a:pt x="645" y="737"/>
                    <a:pt x="519" y="665"/>
                  </a:cubicBezTo>
                  <a:cubicBezTo>
                    <a:pt x="496" y="651"/>
                    <a:pt x="437" y="617"/>
                    <a:pt x="401" y="579"/>
                  </a:cubicBezTo>
                  <a:cubicBezTo>
                    <a:pt x="354" y="530"/>
                    <a:pt x="335" y="474"/>
                    <a:pt x="330" y="461"/>
                  </a:cubicBezTo>
                  <a:cubicBezTo>
                    <a:pt x="330" y="460"/>
                    <a:pt x="330" y="460"/>
                    <a:pt x="330" y="460"/>
                  </a:cubicBezTo>
                  <a:cubicBezTo>
                    <a:pt x="318" y="427"/>
                    <a:pt x="313" y="393"/>
                    <a:pt x="313" y="352"/>
                  </a:cubicBezTo>
                  <a:cubicBezTo>
                    <a:pt x="313" y="332"/>
                    <a:pt x="317" y="303"/>
                    <a:pt x="320" y="280"/>
                  </a:cubicBezTo>
                  <a:cubicBezTo>
                    <a:pt x="324" y="249"/>
                    <a:pt x="324" y="249"/>
                    <a:pt x="324" y="249"/>
                  </a:cubicBezTo>
                  <a:cubicBezTo>
                    <a:pt x="325" y="237"/>
                    <a:pt x="325" y="237"/>
                    <a:pt x="325" y="237"/>
                  </a:cubicBezTo>
                  <a:cubicBezTo>
                    <a:pt x="325" y="213"/>
                    <a:pt x="317" y="189"/>
                    <a:pt x="303" y="172"/>
                  </a:cubicBezTo>
                  <a:cubicBezTo>
                    <a:pt x="264" y="128"/>
                    <a:pt x="182" y="97"/>
                    <a:pt x="71" y="92"/>
                  </a:cubicBezTo>
                  <a:cubicBezTo>
                    <a:pt x="46" y="90"/>
                    <a:pt x="26" y="82"/>
                    <a:pt x="19" y="68"/>
                  </a:cubicBezTo>
                  <a:cubicBezTo>
                    <a:pt x="16" y="61"/>
                    <a:pt x="15" y="54"/>
                    <a:pt x="15" y="48"/>
                  </a:cubicBezTo>
                  <a:cubicBezTo>
                    <a:pt x="15" y="41"/>
                    <a:pt x="17" y="31"/>
                    <a:pt x="23" y="21"/>
                  </a:cubicBezTo>
                  <a:cubicBezTo>
                    <a:pt x="26" y="16"/>
                    <a:pt x="30" y="10"/>
                    <a:pt x="33" y="4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0" y="11"/>
                    <a:pt x="16" y="18"/>
                    <a:pt x="10" y="32"/>
                  </a:cubicBezTo>
                  <a:cubicBezTo>
                    <a:pt x="0" y="53"/>
                    <a:pt x="7" y="70"/>
                    <a:pt x="10" y="77"/>
                  </a:cubicBezTo>
                  <a:cubicBezTo>
                    <a:pt x="26" y="106"/>
                    <a:pt x="85" y="114"/>
                    <a:pt x="123" y="119"/>
                  </a:cubicBezTo>
                  <a:cubicBezTo>
                    <a:pt x="136" y="121"/>
                    <a:pt x="148" y="123"/>
                    <a:pt x="155" y="125"/>
                  </a:cubicBezTo>
                  <a:cubicBezTo>
                    <a:pt x="180" y="131"/>
                    <a:pt x="231" y="139"/>
                    <a:pt x="254" y="181"/>
                  </a:cubicBezTo>
                  <a:cubicBezTo>
                    <a:pt x="260" y="193"/>
                    <a:pt x="269" y="212"/>
                    <a:pt x="269" y="236"/>
                  </a:cubicBezTo>
                  <a:cubicBezTo>
                    <a:pt x="269" y="257"/>
                    <a:pt x="267" y="280"/>
                    <a:pt x="260" y="301"/>
                  </a:cubicBezTo>
                  <a:cubicBezTo>
                    <a:pt x="254" y="318"/>
                    <a:pt x="250" y="333"/>
                    <a:pt x="243" y="352"/>
                  </a:cubicBezTo>
                  <a:cubicBezTo>
                    <a:pt x="216" y="425"/>
                    <a:pt x="197" y="505"/>
                    <a:pt x="197" y="607"/>
                  </a:cubicBezTo>
                  <a:cubicBezTo>
                    <a:pt x="197" y="706"/>
                    <a:pt x="310" y="816"/>
                    <a:pt x="379" y="923"/>
                  </a:cubicBezTo>
                  <a:cubicBezTo>
                    <a:pt x="390" y="913"/>
                    <a:pt x="403" y="917"/>
                    <a:pt x="417" y="915"/>
                  </a:cubicBezTo>
                  <a:cubicBezTo>
                    <a:pt x="433" y="913"/>
                    <a:pt x="445" y="904"/>
                    <a:pt x="462" y="90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Freeform 57">
              <a:extLst>
                <a:ext uri="{FF2B5EF4-FFF2-40B4-BE49-F238E27FC236}">
                  <a16:creationId xmlns:a16="http://schemas.microsoft.com/office/drawing/2014/main" id="{CCB1E2B0-60B4-4E9E-8BD7-ADDBBAA62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528"/>
              <a:ext cx="1500" cy="1878"/>
            </a:xfrm>
            <a:custGeom>
              <a:avLst/>
              <a:gdLst>
                <a:gd name="T0" fmla="*/ 0 w 717"/>
                <a:gd name="T1" fmla="*/ 488 h 842"/>
                <a:gd name="T2" fmla="*/ 36 w 717"/>
                <a:gd name="T3" fmla="*/ 711 h 842"/>
                <a:gd name="T4" fmla="*/ 513 w 717"/>
                <a:gd name="T5" fmla="*/ 975 h 842"/>
                <a:gd name="T6" fmla="*/ 2640 w 717"/>
                <a:gd name="T7" fmla="*/ 1865 h 842"/>
                <a:gd name="T8" fmla="*/ 2841 w 717"/>
                <a:gd name="T9" fmla="*/ 2587 h 842"/>
                <a:gd name="T10" fmla="*/ 2826 w 717"/>
                <a:gd name="T11" fmla="*/ 2717 h 842"/>
                <a:gd name="T12" fmla="*/ 2793 w 717"/>
                <a:gd name="T13" fmla="*/ 3065 h 842"/>
                <a:gd name="T14" fmla="*/ 2726 w 717"/>
                <a:gd name="T15" fmla="*/ 3861 h 842"/>
                <a:gd name="T16" fmla="*/ 2885 w 717"/>
                <a:gd name="T17" fmla="*/ 5059 h 842"/>
                <a:gd name="T18" fmla="*/ 2885 w 717"/>
                <a:gd name="T19" fmla="*/ 5070 h 842"/>
                <a:gd name="T20" fmla="*/ 3536 w 717"/>
                <a:gd name="T21" fmla="*/ 6377 h 842"/>
                <a:gd name="T22" fmla="*/ 4613 w 717"/>
                <a:gd name="T23" fmla="*/ 7334 h 842"/>
                <a:gd name="T24" fmla="*/ 6381 w 717"/>
                <a:gd name="T25" fmla="*/ 9343 h 842"/>
                <a:gd name="T26" fmla="*/ 6565 w 717"/>
                <a:gd name="T27" fmla="*/ 9299 h 842"/>
                <a:gd name="T28" fmla="*/ 4697 w 717"/>
                <a:gd name="T29" fmla="*/ 7189 h 842"/>
                <a:gd name="T30" fmla="*/ 3579 w 717"/>
                <a:gd name="T31" fmla="*/ 6259 h 842"/>
                <a:gd name="T32" fmla="*/ 2918 w 717"/>
                <a:gd name="T33" fmla="*/ 4960 h 842"/>
                <a:gd name="T34" fmla="*/ 2910 w 717"/>
                <a:gd name="T35" fmla="*/ 4949 h 842"/>
                <a:gd name="T36" fmla="*/ 2774 w 717"/>
                <a:gd name="T37" fmla="*/ 3796 h 842"/>
                <a:gd name="T38" fmla="*/ 2841 w 717"/>
                <a:gd name="T39" fmla="*/ 3040 h 842"/>
                <a:gd name="T40" fmla="*/ 2874 w 717"/>
                <a:gd name="T41" fmla="*/ 2697 h 842"/>
                <a:gd name="T42" fmla="*/ 2874 w 717"/>
                <a:gd name="T43" fmla="*/ 2563 h 842"/>
                <a:gd name="T44" fmla="*/ 2665 w 717"/>
                <a:gd name="T45" fmla="*/ 1831 h 842"/>
                <a:gd name="T46" fmla="*/ 538 w 717"/>
                <a:gd name="T47" fmla="*/ 946 h 842"/>
                <a:gd name="T48" fmla="*/ 56 w 717"/>
                <a:gd name="T49" fmla="*/ 687 h 842"/>
                <a:gd name="T50" fmla="*/ 17 w 717"/>
                <a:gd name="T51" fmla="*/ 488 h 842"/>
                <a:gd name="T52" fmla="*/ 84 w 717"/>
                <a:gd name="T53" fmla="*/ 210 h 842"/>
                <a:gd name="T54" fmla="*/ 184 w 717"/>
                <a:gd name="T55" fmla="*/ 20 h 842"/>
                <a:gd name="T56" fmla="*/ 165 w 717"/>
                <a:gd name="T57" fmla="*/ 0 h 842"/>
                <a:gd name="T58" fmla="*/ 75 w 717"/>
                <a:gd name="T59" fmla="*/ 190 h 842"/>
                <a:gd name="T60" fmla="*/ 0 w 717"/>
                <a:gd name="T61" fmla="*/ 488 h 8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17" h="842">
                  <a:moveTo>
                    <a:pt x="0" y="44"/>
                  </a:moveTo>
                  <a:cubicBezTo>
                    <a:pt x="0" y="50"/>
                    <a:pt x="1" y="57"/>
                    <a:pt x="4" y="64"/>
                  </a:cubicBezTo>
                  <a:cubicBezTo>
                    <a:pt x="11" y="78"/>
                    <a:pt x="31" y="86"/>
                    <a:pt x="56" y="88"/>
                  </a:cubicBezTo>
                  <a:cubicBezTo>
                    <a:pt x="167" y="93"/>
                    <a:pt x="249" y="124"/>
                    <a:pt x="288" y="168"/>
                  </a:cubicBezTo>
                  <a:cubicBezTo>
                    <a:pt x="302" y="185"/>
                    <a:pt x="310" y="209"/>
                    <a:pt x="310" y="233"/>
                  </a:cubicBezTo>
                  <a:cubicBezTo>
                    <a:pt x="309" y="245"/>
                    <a:pt x="309" y="245"/>
                    <a:pt x="309" y="245"/>
                  </a:cubicBezTo>
                  <a:cubicBezTo>
                    <a:pt x="305" y="276"/>
                    <a:pt x="305" y="276"/>
                    <a:pt x="305" y="276"/>
                  </a:cubicBezTo>
                  <a:cubicBezTo>
                    <a:pt x="302" y="299"/>
                    <a:pt x="298" y="328"/>
                    <a:pt x="298" y="348"/>
                  </a:cubicBezTo>
                  <a:cubicBezTo>
                    <a:pt x="298" y="389"/>
                    <a:pt x="303" y="423"/>
                    <a:pt x="315" y="456"/>
                  </a:cubicBezTo>
                  <a:cubicBezTo>
                    <a:pt x="315" y="457"/>
                    <a:pt x="315" y="457"/>
                    <a:pt x="315" y="457"/>
                  </a:cubicBezTo>
                  <a:cubicBezTo>
                    <a:pt x="320" y="470"/>
                    <a:pt x="339" y="526"/>
                    <a:pt x="386" y="575"/>
                  </a:cubicBezTo>
                  <a:cubicBezTo>
                    <a:pt x="422" y="613"/>
                    <a:pt x="481" y="647"/>
                    <a:pt x="504" y="661"/>
                  </a:cubicBezTo>
                  <a:cubicBezTo>
                    <a:pt x="630" y="733"/>
                    <a:pt x="672" y="783"/>
                    <a:pt x="697" y="842"/>
                  </a:cubicBezTo>
                  <a:cubicBezTo>
                    <a:pt x="717" y="838"/>
                    <a:pt x="717" y="838"/>
                    <a:pt x="717" y="838"/>
                  </a:cubicBezTo>
                  <a:cubicBezTo>
                    <a:pt x="692" y="779"/>
                    <a:pt x="639" y="721"/>
                    <a:pt x="513" y="648"/>
                  </a:cubicBezTo>
                  <a:cubicBezTo>
                    <a:pt x="489" y="635"/>
                    <a:pt x="427" y="602"/>
                    <a:pt x="391" y="564"/>
                  </a:cubicBezTo>
                  <a:cubicBezTo>
                    <a:pt x="343" y="515"/>
                    <a:pt x="323" y="460"/>
                    <a:pt x="319" y="447"/>
                  </a:cubicBezTo>
                  <a:cubicBezTo>
                    <a:pt x="318" y="446"/>
                    <a:pt x="318" y="446"/>
                    <a:pt x="318" y="446"/>
                  </a:cubicBezTo>
                  <a:cubicBezTo>
                    <a:pt x="307" y="413"/>
                    <a:pt x="303" y="382"/>
                    <a:pt x="303" y="342"/>
                  </a:cubicBezTo>
                  <a:cubicBezTo>
                    <a:pt x="303" y="321"/>
                    <a:pt x="307" y="297"/>
                    <a:pt x="310" y="274"/>
                  </a:cubicBezTo>
                  <a:cubicBezTo>
                    <a:pt x="314" y="243"/>
                    <a:pt x="314" y="243"/>
                    <a:pt x="314" y="243"/>
                  </a:cubicBezTo>
                  <a:cubicBezTo>
                    <a:pt x="314" y="231"/>
                    <a:pt x="314" y="231"/>
                    <a:pt x="314" y="231"/>
                  </a:cubicBezTo>
                  <a:cubicBezTo>
                    <a:pt x="314" y="207"/>
                    <a:pt x="306" y="182"/>
                    <a:pt x="291" y="165"/>
                  </a:cubicBezTo>
                  <a:cubicBezTo>
                    <a:pt x="253" y="120"/>
                    <a:pt x="170" y="91"/>
                    <a:pt x="59" y="85"/>
                  </a:cubicBezTo>
                  <a:cubicBezTo>
                    <a:pt x="34" y="83"/>
                    <a:pt x="13" y="76"/>
                    <a:pt x="6" y="62"/>
                  </a:cubicBezTo>
                  <a:cubicBezTo>
                    <a:pt x="4" y="58"/>
                    <a:pt x="2" y="50"/>
                    <a:pt x="2" y="44"/>
                  </a:cubicBezTo>
                  <a:cubicBezTo>
                    <a:pt x="2" y="38"/>
                    <a:pt x="3" y="28"/>
                    <a:pt x="9" y="19"/>
                  </a:cubicBezTo>
                  <a:cubicBezTo>
                    <a:pt x="12" y="13"/>
                    <a:pt x="16" y="7"/>
                    <a:pt x="20" y="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6"/>
                    <a:pt x="11" y="12"/>
                    <a:pt x="8" y="17"/>
                  </a:cubicBezTo>
                  <a:cubicBezTo>
                    <a:pt x="2" y="27"/>
                    <a:pt x="0" y="37"/>
                    <a:pt x="0" y="44"/>
                  </a:cubicBez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Freeform 58">
              <a:extLst>
                <a:ext uri="{FF2B5EF4-FFF2-40B4-BE49-F238E27FC236}">
                  <a16:creationId xmlns:a16="http://schemas.microsoft.com/office/drawing/2014/main" id="{2F5623D2-683F-477F-9546-CB15D2C0F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406"/>
              <a:ext cx="711" cy="438"/>
            </a:xfrm>
            <a:custGeom>
              <a:avLst/>
              <a:gdLst>
                <a:gd name="T0" fmla="*/ 3043 w 340"/>
                <a:gd name="T1" fmla="*/ 0 h 196"/>
                <a:gd name="T2" fmla="*/ 3009 w 340"/>
                <a:gd name="T3" fmla="*/ 9 h 196"/>
                <a:gd name="T4" fmla="*/ 2798 w 340"/>
                <a:gd name="T5" fmla="*/ 101 h 196"/>
                <a:gd name="T6" fmla="*/ 2541 w 340"/>
                <a:gd name="T7" fmla="*/ 170 h 196"/>
                <a:gd name="T8" fmla="*/ 2212 w 340"/>
                <a:gd name="T9" fmla="*/ 315 h 196"/>
                <a:gd name="T10" fmla="*/ 1683 w 340"/>
                <a:gd name="T11" fmla="*/ 434 h 196"/>
                <a:gd name="T12" fmla="*/ 1171 w 340"/>
                <a:gd name="T13" fmla="*/ 534 h 196"/>
                <a:gd name="T14" fmla="*/ 761 w 340"/>
                <a:gd name="T15" fmla="*/ 650 h 196"/>
                <a:gd name="T16" fmla="*/ 345 w 340"/>
                <a:gd name="T17" fmla="*/ 769 h 196"/>
                <a:gd name="T18" fmla="*/ 0 w 340"/>
                <a:gd name="T19" fmla="*/ 858 h 196"/>
                <a:gd name="T20" fmla="*/ 27 w 340"/>
                <a:gd name="T21" fmla="*/ 1113 h 196"/>
                <a:gd name="T22" fmla="*/ 27 w 340"/>
                <a:gd name="T23" fmla="*/ 1104 h 196"/>
                <a:gd name="T24" fmla="*/ 0 w 340"/>
                <a:gd name="T25" fmla="*/ 1249 h 196"/>
                <a:gd name="T26" fmla="*/ 65 w 340"/>
                <a:gd name="T27" fmla="*/ 1318 h 196"/>
                <a:gd name="T28" fmla="*/ 84 w 340"/>
                <a:gd name="T29" fmla="*/ 1348 h 196"/>
                <a:gd name="T30" fmla="*/ 220 w 340"/>
                <a:gd name="T31" fmla="*/ 1562 h 196"/>
                <a:gd name="T32" fmla="*/ 220 w 340"/>
                <a:gd name="T33" fmla="*/ 1643 h 196"/>
                <a:gd name="T34" fmla="*/ 293 w 340"/>
                <a:gd name="T35" fmla="*/ 1643 h 196"/>
                <a:gd name="T36" fmla="*/ 494 w 340"/>
                <a:gd name="T37" fmla="*/ 1817 h 196"/>
                <a:gd name="T38" fmla="*/ 521 w 340"/>
                <a:gd name="T39" fmla="*/ 1942 h 196"/>
                <a:gd name="T40" fmla="*/ 604 w 340"/>
                <a:gd name="T41" fmla="*/ 1897 h 196"/>
                <a:gd name="T42" fmla="*/ 897 w 340"/>
                <a:gd name="T43" fmla="*/ 2051 h 196"/>
                <a:gd name="T44" fmla="*/ 914 w 340"/>
                <a:gd name="T45" fmla="*/ 2098 h 196"/>
                <a:gd name="T46" fmla="*/ 941 w 340"/>
                <a:gd name="T47" fmla="*/ 2063 h 196"/>
                <a:gd name="T48" fmla="*/ 1299 w 340"/>
                <a:gd name="T49" fmla="*/ 2143 h 196"/>
                <a:gd name="T50" fmla="*/ 1326 w 340"/>
                <a:gd name="T51" fmla="*/ 2188 h 196"/>
                <a:gd name="T52" fmla="*/ 1351 w 340"/>
                <a:gd name="T53" fmla="*/ 2152 h 196"/>
                <a:gd name="T54" fmla="*/ 1692 w 340"/>
                <a:gd name="T55" fmla="*/ 2107 h 196"/>
                <a:gd name="T56" fmla="*/ 1719 w 340"/>
                <a:gd name="T57" fmla="*/ 2107 h 196"/>
                <a:gd name="T58" fmla="*/ 1784 w 340"/>
                <a:gd name="T59" fmla="*/ 2152 h 196"/>
                <a:gd name="T60" fmla="*/ 1836 w 340"/>
                <a:gd name="T61" fmla="*/ 2063 h 196"/>
                <a:gd name="T62" fmla="*/ 2396 w 340"/>
                <a:gd name="T63" fmla="*/ 1772 h 196"/>
                <a:gd name="T64" fmla="*/ 2882 w 340"/>
                <a:gd name="T65" fmla="*/ 1129 h 196"/>
                <a:gd name="T66" fmla="*/ 3034 w 340"/>
                <a:gd name="T67" fmla="*/ 650 h 196"/>
                <a:gd name="T68" fmla="*/ 3110 w 340"/>
                <a:gd name="T69" fmla="*/ 279 h 196"/>
                <a:gd name="T70" fmla="*/ 3043 w 340"/>
                <a:gd name="T71" fmla="*/ 0 h 19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0" h="196">
                  <a:moveTo>
                    <a:pt x="333" y="0"/>
                  </a:moveTo>
                  <a:cubicBezTo>
                    <a:pt x="329" y="1"/>
                    <a:pt x="329" y="1"/>
                    <a:pt x="329" y="1"/>
                  </a:cubicBezTo>
                  <a:cubicBezTo>
                    <a:pt x="320" y="3"/>
                    <a:pt x="315" y="7"/>
                    <a:pt x="306" y="9"/>
                  </a:cubicBezTo>
                  <a:cubicBezTo>
                    <a:pt x="297" y="12"/>
                    <a:pt x="286" y="12"/>
                    <a:pt x="278" y="15"/>
                  </a:cubicBezTo>
                  <a:cubicBezTo>
                    <a:pt x="266" y="19"/>
                    <a:pt x="254" y="26"/>
                    <a:pt x="242" y="28"/>
                  </a:cubicBezTo>
                  <a:cubicBezTo>
                    <a:pt x="222" y="33"/>
                    <a:pt x="203" y="32"/>
                    <a:pt x="184" y="39"/>
                  </a:cubicBezTo>
                  <a:cubicBezTo>
                    <a:pt x="165" y="45"/>
                    <a:pt x="147" y="41"/>
                    <a:pt x="128" y="48"/>
                  </a:cubicBezTo>
                  <a:cubicBezTo>
                    <a:pt x="113" y="53"/>
                    <a:pt x="99" y="57"/>
                    <a:pt x="83" y="58"/>
                  </a:cubicBezTo>
                  <a:cubicBezTo>
                    <a:pt x="66" y="58"/>
                    <a:pt x="54" y="67"/>
                    <a:pt x="38" y="69"/>
                  </a:cubicBezTo>
                  <a:cubicBezTo>
                    <a:pt x="24" y="71"/>
                    <a:pt x="11" y="67"/>
                    <a:pt x="0" y="77"/>
                  </a:cubicBezTo>
                  <a:cubicBezTo>
                    <a:pt x="0" y="82"/>
                    <a:pt x="1" y="91"/>
                    <a:pt x="3" y="100"/>
                  </a:cubicBezTo>
                  <a:cubicBezTo>
                    <a:pt x="3" y="99"/>
                    <a:pt x="3" y="99"/>
                    <a:pt x="3" y="99"/>
                  </a:cubicBezTo>
                  <a:cubicBezTo>
                    <a:pt x="1" y="104"/>
                    <a:pt x="1" y="108"/>
                    <a:pt x="0" y="112"/>
                  </a:cubicBezTo>
                  <a:cubicBezTo>
                    <a:pt x="2" y="114"/>
                    <a:pt x="5" y="116"/>
                    <a:pt x="7" y="118"/>
                  </a:cubicBezTo>
                  <a:cubicBezTo>
                    <a:pt x="8" y="119"/>
                    <a:pt x="8" y="120"/>
                    <a:pt x="9" y="121"/>
                  </a:cubicBezTo>
                  <a:cubicBezTo>
                    <a:pt x="13" y="128"/>
                    <a:pt x="18" y="134"/>
                    <a:pt x="24" y="140"/>
                  </a:cubicBezTo>
                  <a:cubicBezTo>
                    <a:pt x="24" y="142"/>
                    <a:pt x="24" y="145"/>
                    <a:pt x="24" y="147"/>
                  </a:cubicBezTo>
                  <a:cubicBezTo>
                    <a:pt x="27" y="146"/>
                    <a:pt x="29" y="147"/>
                    <a:pt x="32" y="147"/>
                  </a:cubicBezTo>
                  <a:cubicBezTo>
                    <a:pt x="39" y="153"/>
                    <a:pt x="46" y="158"/>
                    <a:pt x="54" y="163"/>
                  </a:cubicBezTo>
                  <a:cubicBezTo>
                    <a:pt x="55" y="167"/>
                    <a:pt x="56" y="174"/>
                    <a:pt x="57" y="174"/>
                  </a:cubicBezTo>
                  <a:cubicBezTo>
                    <a:pt x="58" y="174"/>
                    <a:pt x="62" y="172"/>
                    <a:pt x="66" y="170"/>
                  </a:cubicBezTo>
                  <a:cubicBezTo>
                    <a:pt x="76" y="176"/>
                    <a:pt x="87" y="181"/>
                    <a:pt x="98" y="184"/>
                  </a:cubicBezTo>
                  <a:cubicBezTo>
                    <a:pt x="99" y="185"/>
                    <a:pt x="100" y="187"/>
                    <a:pt x="100" y="188"/>
                  </a:cubicBezTo>
                  <a:cubicBezTo>
                    <a:pt x="101" y="187"/>
                    <a:pt x="102" y="186"/>
                    <a:pt x="103" y="185"/>
                  </a:cubicBezTo>
                  <a:cubicBezTo>
                    <a:pt x="116" y="189"/>
                    <a:pt x="129" y="191"/>
                    <a:pt x="142" y="192"/>
                  </a:cubicBezTo>
                  <a:cubicBezTo>
                    <a:pt x="142" y="194"/>
                    <a:pt x="144" y="196"/>
                    <a:pt x="145" y="196"/>
                  </a:cubicBezTo>
                  <a:cubicBezTo>
                    <a:pt x="146" y="195"/>
                    <a:pt x="147" y="194"/>
                    <a:pt x="148" y="193"/>
                  </a:cubicBezTo>
                  <a:cubicBezTo>
                    <a:pt x="161" y="193"/>
                    <a:pt x="173" y="192"/>
                    <a:pt x="185" y="189"/>
                  </a:cubicBezTo>
                  <a:cubicBezTo>
                    <a:pt x="186" y="189"/>
                    <a:pt x="187" y="189"/>
                    <a:pt x="188" y="189"/>
                  </a:cubicBezTo>
                  <a:cubicBezTo>
                    <a:pt x="190" y="190"/>
                    <a:pt x="193" y="191"/>
                    <a:pt x="195" y="193"/>
                  </a:cubicBezTo>
                  <a:cubicBezTo>
                    <a:pt x="198" y="192"/>
                    <a:pt x="199" y="188"/>
                    <a:pt x="201" y="185"/>
                  </a:cubicBezTo>
                  <a:cubicBezTo>
                    <a:pt x="225" y="178"/>
                    <a:pt x="247" y="168"/>
                    <a:pt x="262" y="159"/>
                  </a:cubicBezTo>
                  <a:cubicBezTo>
                    <a:pt x="286" y="145"/>
                    <a:pt x="304" y="117"/>
                    <a:pt x="315" y="101"/>
                  </a:cubicBezTo>
                  <a:cubicBezTo>
                    <a:pt x="325" y="85"/>
                    <a:pt x="326" y="75"/>
                    <a:pt x="332" y="58"/>
                  </a:cubicBezTo>
                  <a:cubicBezTo>
                    <a:pt x="336" y="46"/>
                    <a:pt x="340" y="34"/>
                    <a:pt x="340" y="25"/>
                  </a:cubicBezTo>
                  <a:cubicBezTo>
                    <a:pt x="340" y="22"/>
                    <a:pt x="339" y="1"/>
                    <a:pt x="333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59">
              <a:extLst>
                <a:ext uri="{FF2B5EF4-FFF2-40B4-BE49-F238E27FC236}">
                  <a16:creationId xmlns:a16="http://schemas.microsoft.com/office/drawing/2014/main" id="{CE097253-F25D-41F0-9238-45FC04C02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440"/>
              <a:ext cx="283" cy="343"/>
            </a:xfrm>
            <a:custGeom>
              <a:avLst/>
              <a:gdLst>
                <a:gd name="T0" fmla="*/ 377 w 135"/>
                <a:gd name="T1" fmla="*/ 263 h 154"/>
                <a:gd name="T2" fmla="*/ 537 w 135"/>
                <a:gd name="T3" fmla="*/ 189 h 154"/>
                <a:gd name="T4" fmla="*/ 637 w 135"/>
                <a:gd name="T5" fmla="*/ 89 h 154"/>
                <a:gd name="T6" fmla="*/ 830 w 135"/>
                <a:gd name="T7" fmla="*/ 89 h 154"/>
                <a:gd name="T8" fmla="*/ 1015 w 135"/>
                <a:gd name="T9" fmla="*/ 0 h 154"/>
                <a:gd name="T10" fmla="*/ 966 w 135"/>
                <a:gd name="T11" fmla="*/ 664 h 154"/>
                <a:gd name="T12" fmla="*/ 8 w 135"/>
                <a:gd name="T13" fmla="*/ 1702 h 154"/>
                <a:gd name="T14" fmla="*/ 654 w 135"/>
                <a:gd name="T15" fmla="*/ 619 h 154"/>
                <a:gd name="T16" fmla="*/ 0 w 135"/>
                <a:gd name="T17" fmla="*/ 307 h 154"/>
                <a:gd name="T18" fmla="*/ 453 w 135"/>
                <a:gd name="T19" fmla="*/ 243 h 1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154">
                  <a:moveTo>
                    <a:pt x="41" y="24"/>
                  </a:moveTo>
                  <a:cubicBezTo>
                    <a:pt x="46" y="21"/>
                    <a:pt x="53" y="20"/>
                    <a:pt x="58" y="17"/>
                  </a:cubicBezTo>
                  <a:cubicBezTo>
                    <a:pt x="63" y="15"/>
                    <a:pt x="64" y="9"/>
                    <a:pt x="69" y="8"/>
                  </a:cubicBezTo>
                  <a:cubicBezTo>
                    <a:pt x="75" y="6"/>
                    <a:pt x="83" y="10"/>
                    <a:pt x="90" y="8"/>
                  </a:cubicBezTo>
                  <a:cubicBezTo>
                    <a:pt x="96" y="6"/>
                    <a:pt x="104" y="0"/>
                    <a:pt x="110" y="0"/>
                  </a:cubicBezTo>
                  <a:cubicBezTo>
                    <a:pt x="135" y="0"/>
                    <a:pt x="111" y="46"/>
                    <a:pt x="105" y="60"/>
                  </a:cubicBezTo>
                  <a:cubicBezTo>
                    <a:pt x="84" y="104"/>
                    <a:pt x="51" y="142"/>
                    <a:pt x="1" y="154"/>
                  </a:cubicBezTo>
                  <a:cubicBezTo>
                    <a:pt x="27" y="141"/>
                    <a:pt x="85" y="91"/>
                    <a:pt x="71" y="56"/>
                  </a:cubicBezTo>
                  <a:cubicBezTo>
                    <a:pt x="63" y="32"/>
                    <a:pt x="21" y="29"/>
                    <a:pt x="0" y="28"/>
                  </a:cubicBezTo>
                  <a:cubicBezTo>
                    <a:pt x="16" y="23"/>
                    <a:pt x="33" y="29"/>
                    <a:pt x="49" y="22"/>
                  </a:cubicBezTo>
                </a:path>
              </a:pathLst>
            </a:custGeom>
            <a:solidFill>
              <a:srgbClr val="B50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60">
              <a:extLst>
                <a:ext uri="{FF2B5EF4-FFF2-40B4-BE49-F238E27FC236}">
                  <a16:creationId xmlns:a16="http://schemas.microsoft.com/office/drawing/2014/main" id="{627BEBC5-B86C-437E-8958-227F5C12E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3937"/>
              <a:ext cx="99" cy="34"/>
            </a:xfrm>
            <a:custGeom>
              <a:avLst/>
              <a:gdLst>
                <a:gd name="T0" fmla="*/ 0 w 47"/>
                <a:gd name="T1" fmla="*/ 118 h 15"/>
                <a:gd name="T2" fmla="*/ 196 w 47"/>
                <a:gd name="T3" fmla="*/ 150 h 15"/>
                <a:gd name="T4" fmla="*/ 440 w 47"/>
                <a:gd name="T5" fmla="*/ 36 h 15"/>
                <a:gd name="T6" fmla="*/ 244 w 4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5">
                  <a:moveTo>
                    <a:pt x="0" y="10"/>
                  </a:moveTo>
                  <a:cubicBezTo>
                    <a:pt x="3" y="15"/>
                    <a:pt x="15" y="13"/>
                    <a:pt x="21" y="13"/>
                  </a:cubicBezTo>
                  <a:cubicBezTo>
                    <a:pt x="29" y="12"/>
                    <a:pt x="40" y="8"/>
                    <a:pt x="47" y="3"/>
                  </a:cubicBezTo>
                  <a:cubicBezTo>
                    <a:pt x="41" y="0"/>
                    <a:pt x="32" y="4"/>
                    <a:pt x="26" y="0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Freeform 61">
              <a:extLst>
                <a:ext uri="{FF2B5EF4-FFF2-40B4-BE49-F238E27FC236}">
                  <a16:creationId xmlns:a16="http://schemas.microsoft.com/office/drawing/2014/main" id="{5AA01C61-7CE2-4F0D-868C-B062D08AE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870"/>
              <a:ext cx="119" cy="61"/>
            </a:xfrm>
            <a:custGeom>
              <a:avLst/>
              <a:gdLst>
                <a:gd name="T0" fmla="*/ 0 w 57"/>
                <a:gd name="T1" fmla="*/ 312 h 27"/>
                <a:gd name="T2" fmla="*/ 175 w 57"/>
                <a:gd name="T3" fmla="*/ 287 h 27"/>
                <a:gd name="T4" fmla="*/ 301 w 57"/>
                <a:gd name="T5" fmla="*/ 230 h 27"/>
                <a:gd name="T6" fmla="*/ 461 w 57"/>
                <a:gd name="T7" fmla="*/ 81 h 27"/>
                <a:gd name="T8" fmla="*/ 353 w 57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7">
                  <a:moveTo>
                    <a:pt x="0" y="27"/>
                  </a:moveTo>
                  <a:cubicBezTo>
                    <a:pt x="7" y="26"/>
                    <a:pt x="12" y="27"/>
                    <a:pt x="19" y="25"/>
                  </a:cubicBezTo>
                  <a:cubicBezTo>
                    <a:pt x="23" y="23"/>
                    <a:pt x="28" y="22"/>
                    <a:pt x="33" y="20"/>
                  </a:cubicBezTo>
                  <a:cubicBezTo>
                    <a:pt x="38" y="18"/>
                    <a:pt x="47" y="12"/>
                    <a:pt x="51" y="7"/>
                  </a:cubicBezTo>
                  <a:cubicBezTo>
                    <a:pt x="57" y="0"/>
                    <a:pt x="44" y="0"/>
                    <a:pt x="39" y="0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1" name="Freeform 62">
              <a:extLst>
                <a:ext uri="{FF2B5EF4-FFF2-40B4-BE49-F238E27FC236}">
                  <a16:creationId xmlns:a16="http://schemas.microsoft.com/office/drawing/2014/main" id="{6A5804DE-E55D-483F-912D-DE6F1BC86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942"/>
              <a:ext cx="111" cy="47"/>
            </a:xfrm>
            <a:custGeom>
              <a:avLst/>
              <a:gdLst>
                <a:gd name="T0" fmla="*/ 0 w 53"/>
                <a:gd name="T1" fmla="*/ 125 h 21"/>
                <a:gd name="T2" fmla="*/ 329 w 53"/>
                <a:gd name="T3" fmla="*/ 170 h 21"/>
                <a:gd name="T4" fmla="*/ 394 w 5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1">
                  <a:moveTo>
                    <a:pt x="0" y="11"/>
                  </a:moveTo>
                  <a:cubicBezTo>
                    <a:pt x="5" y="21"/>
                    <a:pt x="28" y="17"/>
                    <a:pt x="36" y="15"/>
                  </a:cubicBezTo>
                  <a:cubicBezTo>
                    <a:pt x="46" y="13"/>
                    <a:pt x="53" y="7"/>
                    <a:pt x="43" y="0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2" name="Freeform 63">
              <a:extLst>
                <a:ext uri="{FF2B5EF4-FFF2-40B4-BE49-F238E27FC236}">
                  <a16:creationId xmlns:a16="http://schemas.microsoft.com/office/drawing/2014/main" id="{84E8228C-77A7-4F7D-A660-1E7F0F1A4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922"/>
              <a:ext cx="230" cy="73"/>
            </a:xfrm>
            <a:custGeom>
              <a:avLst/>
              <a:gdLst>
                <a:gd name="T0" fmla="*/ 0 w 110"/>
                <a:gd name="T1" fmla="*/ 33 h 33"/>
                <a:gd name="T2" fmla="*/ 65 w 110"/>
                <a:gd name="T3" fmla="*/ 117 h 33"/>
                <a:gd name="T4" fmla="*/ 176 w 110"/>
                <a:gd name="T5" fmla="*/ 186 h 33"/>
                <a:gd name="T6" fmla="*/ 368 w 110"/>
                <a:gd name="T7" fmla="*/ 239 h 33"/>
                <a:gd name="T8" fmla="*/ 485 w 110"/>
                <a:gd name="T9" fmla="*/ 239 h 33"/>
                <a:gd name="T10" fmla="*/ 621 w 110"/>
                <a:gd name="T11" fmla="*/ 294 h 33"/>
                <a:gd name="T12" fmla="*/ 979 w 110"/>
                <a:gd name="T13" fmla="*/ 283 h 33"/>
                <a:gd name="T14" fmla="*/ 989 w 110"/>
                <a:gd name="T15" fmla="*/ 206 h 33"/>
                <a:gd name="T16" fmla="*/ 769 w 110"/>
                <a:gd name="T17" fmla="*/ 97 h 33"/>
                <a:gd name="T18" fmla="*/ 577 w 110"/>
                <a:gd name="T19" fmla="*/ 44 h 33"/>
                <a:gd name="T20" fmla="*/ 401 w 110"/>
                <a:gd name="T21" fmla="*/ 2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0" h="33">
                  <a:moveTo>
                    <a:pt x="0" y="3"/>
                  </a:moveTo>
                  <a:cubicBezTo>
                    <a:pt x="3" y="5"/>
                    <a:pt x="4" y="8"/>
                    <a:pt x="7" y="11"/>
                  </a:cubicBezTo>
                  <a:cubicBezTo>
                    <a:pt x="10" y="14"/>
                    <a:pt x="15" y="15"/>
                    <a:pt x="19" y="17"/>
                  </a:cubicBezTo>
                  <a:cubicBezTo>
                    <a:pt x="25" y="19"/>
                    <a:pt x="33" y="21"/>
                    <a:pt x="40" y="22"/>
                  </a:cubicBezTo>
                  <a:cubicBezTo>
                    <a:pt x="44" y="22"/>
                    <a:pt x="48" y="21"/>
                    <a:pt x="53" y="22"/>
                  </a:cubicBezTo>
                  <a:cubicBezTo>
                    <a:pt x="58" y="23"/>
                    <a:pt x="63" y="25"/>
                    <a:pt x="68" y="27"/>
                  </a:cubicBezTo>
                  <a:cubicBezTo>
                    <a:pt x="77" y="31"/>
                    <a:pt x="99" y="33"/>
                    <a:pt x="107" y="26"/>
                  </a:cubicBezTo>
                  <a:cubicBezTo>
                    <a:pt x="109" y="24"/>
                    <a:pt x="110" y="23"/>
                    <a:pt x="108" y="19"/>
                  </a:cubicBezTo>
                  <a:cubicBezTo>
                    <a:pt x="104" y="14"/>
                    <a:pt x="90" y="11"/>
                    <a:pt x="84" y="9"/>
                  </a:cubicBezTo>
                  <a:cubicBezTo>
                    <a:pt x="77" y="7"/>
                    <a:pt x="70" y="6"/>
                    <a:pt x="63" y="4"/>
                  </a:cubicBezTo>
                  <a:cubicBezTo>
                    <a:pt x="57" y="3"/>
                    <a:pt x="50" y="0"/>
                    <a:pt x="44" y="2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3" name="Freeform 64">
              <a:extLst>
                <a:ext uri="{FF2B5EF4-FFF2-40B4-BE49-F238E27FC236}">
                  <a16:creationId xmlns:a16="http://schemas.microsoft.com/office/drawing/2014/main" id="{132505CB-EA0B-424E-9BC4-C8B18BAF2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330"/>
              <a:ext cx="31" cy="21"/>
            </a:xfrm>
            <a:custGeom>
              <a:avLst/>
              <a:gdLst>
                <a:gd name="T0" fmla="*/ 0 w 15"/>
                <a:gd name="T1" fmla="*/ 0 h 9"/>
                <a:gd name="T2" fmla="*/ 72 w 15"/>
                <a:gd name="T3" fmla="*/ 114 h 9"/>
                <a:gd name="T4" fmla="*/ 132 w 15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2" y="5"/>
                    <a:pt x="2" y="8"/>
                    <a:pt x="8" y="9"/>
                  </a:cubicBezTo>
                  <a:cubicBezTo>
                    <a:pt x="10" y="9"/>
                    <a:pt x="13" y="9"/>
                    <a:pt x="15" y="9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Freeform 65">
              <a:extLst>
                <a:ext uri="{FF2B5EF4-FFF2-40B4-BE49-F238E27FC236}">
                  <a16:creationId xmlns:a16="http://schemas.microsoft.com/office/drawing/2014/main" id="{3255DAB4-B90C-4472-9AC6-02D50E051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538"/>
              <a:ext cx="34" cy="40"/>
            </a:xfrm>
            <a:custGeom>
              <a:avLst/>
              <a:gdLst>
                <a:gd name="T0" fmla="*/ 0 w 16"/>
                <a:gd name="T1" fmla="*/ 0 h 18"/>
                <a:gd name="T2" fmla="*/ 49 w 16"/>
                <a:gd name="T3" fmla="*/ 162 h 18"/>
                <a:gd name="T4" fmla="*/ 96 w 16"/>
                <a:gd name="T5" fmla="*/ 198 h 18"/>
                <a:gd name="T6" fmla="*/ 153 w 16"/>
                <a:gd name="T7" fmla="*/ 198 h 18"/>
                <a:gd name="T8" fmla="*/ 145 w 16"/>
                <a:gd name="T9" fmla="*/ 17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cubicBezTo>
                    <a:pt x="3" y="6"/>
                    <a:pt x="0" y="10"/>
                    <a:pt x="5" y="15"/>
                  </a:cubicBezTo>
                  <a:cubicBezTo>
                    <a:pt x="7" y="16"/>
                    <a:pt x="8" y="18"/>
                    <a:pt x="10" y="18"/>
                  </a:cubicBezTo>
                  <a:cubicBezTo>
                    <a:pt x="12" y="18"/>
                    <a:pt x="14" y="18"/>
                    <a:pt x="16" y="18"/>
                  </a:cubicBezTo>
                  <a:cubicBezTo>
                    <a:pt x="16" y="17"/>
                    <a:pt x="15" y="17"/>
                    <a:pt x="15" y="16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5" name="Freeform 66">
              <a:extLst>
                <a:ext uri="{FF2B5EF4-FFF2-40B4-BE49-F238E27FC236}">
                  <a16:creationId xmlns:a16="http://schemas.microsoft.com/office/drawing/2014/main" id="{B46EF437-7E0A-46C5-9467-D1F49B48D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259"/>
              <a:ext cx="29" cy="27"/>
            </a:xfrm>
            <a:custGeom>
              <a:avLst/>
              <a:gdLst>
                <a:gd name="T0" fmla="*/ 0 w 14"/>
                <a:gd name="T1" fmla="*/ 0 h 12"/>
                <a:gd name="T2" fmla="*/ 44 w 14"/>
                <a:gd name="T3" fmla="*/ 137 h 12"/>
                <a:gd name="T4" fmla="*/ 124 w 14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3"/>
                    <a:pt x="2" y="11"/>
                    <a:pt x="5" y="12"/>
                  </a:cubicBezTo>
                  <a:cubicBezTo>
                    <a:pt x="7" y="12"/>
                    <a:pt x="11" y="11"/>
                    <a:pt x="14" y="12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6" name="Freeform 67">
              <a:extLst>
                <a:ext uri="{FF2B5EF4-FFF2-40B4-BE49-F238E27FC236}">
                  <a16:creationId xmlns:a16="http://schemas.microsoft.com/office/drawing/2014/main" id="{12C8250C-9759-434B-A318-EF058DB22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505"/>
              <a:ext cx="19" cy="35"/>
            </a:xfrm>
            <a:custGeom>
              <a:avLst/>
              <a:gdLst>
                <a:gd name="T0" fmla="*/ 0 w 9"/>
                <a:gd name="T1" fmla="*/ 0 h 16"/>
                <a:gd name="T2" fmla="*/ 76 w 9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5" y="2"/>
                    <a:pt x="9" y="11"/>
                    <a:pt x="8" y="1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7" name="Freeform 68">
              <a:extLst>
                <a:ext uri="{FF2B5EF4-FFF2-40B4-BE49-F238E27FC236}">
                  <a16:creationId xmlns:a16="http://schemas.microsoft.com/office/drawing/2014/main" id="{659DF27B-9AAD-4536-990C-C08527E24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141"/>
              <a:ext cx="15" cy="36"/>
            </a:xfrm>
            <a:custGeom>
              <a:avLst/>
              <a:gdLst>
                <a:gd name="T0" fmla="*/ 0 w 7"/>
                <a:gd name="T1" fmla="*/ 0 h 16"/>
                <a:gd name="T2" fmla="*/ 51 w 7"/>
                <a:gd name="T3" fmla="*/ 0 h 16"/>
                <a:gd name="T4" fmla="*/ 69 w 7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4" y="6"/>
                    <a:pt x="4" y="11"/>
                    <a:pt x="7" y="1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8" name="Freeform 69">
              <a:extLst>
                <a:ext uri="{FF2B5EF4-FFF2-40B4-BE49-F238E27FC236}">
                  <a16:creationId xmlns:a16="http://schemas.microsoft.com/office/drawing/2014/main" id="{649B46AF-3B76-45B4-875A-F20FB1314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185"/>
              <a:ext cx="15" cy="36"/>
            </a:xfrm>
            <a:custGeom>
              <a:avLst/>
              <a:gdLst>
                <a:gd name="T0" fmla="*/ 0 w 7"/>
                <a:gd name="T1" fmla="*/ 0 h 16"/>
                <a:gd name="T2" fmla="*/ 69 w 7"/>
                <a:gd name="T3" fmla="*/ 11 h 16"/>
                <a:gd name="T4" fmla="*/ 69 w 7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2" y="1"/>
                    <a:pt x="4" y="1"/>
                    <a:pt x="7" y="1"/>
                  </a:cubicBezTo>
                  <a:cubicBezTo>
                    <a:pt x="7" y="6"/>
                    <a:pt x="5" y="11"/>
                    <a:pt x="7" y="1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9" name="Freeform 70">
              <a:extLst>
                <a:ext uri="{FF2B5EF4-FFF2-40B4-BE49-F238E27FC236}">
                  <a16:creationId xmlns:a16="http://schemas.microsoft.com/office/drawing/2014/main" id="{8419F62A-48C2-445C-9E3E-BA8143CB4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223"/>
              <a:ext cx="23" cy="52"/>
            </a:xfrm>
            <a:custGeom>
              <a:avLst/>
              <a:gdLst>
                <a:gd name="T0" fmla="*/ 0 w 11"/>
                <a:gd name="T1" fmla="*/ 0 h 23"/>
                <a:gd name="T2" fmla="*/ 100 w 11"/>
                <a:gd name="T3" fmla="*/ 45 h 23"/>
                <a:gd name="T4" fmla="*/ 92 w 11"/>
                <a:gd name="T5" fmla="*/ 26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4" y="2"/>
                    <a:pt x="7" y="2"/>
                    <a:pt x="11" y="4"/>
                  </a:cubicBezTo>
                  <a:cubicBezTo>
                    <a:pt x="7" y="9"/>
                    <a:pt x="8" y="18"/>
                    <a:pt x="10" y="23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0" name="Freeform 71">
              <a:extLst>
                <a:ext uri="{FF2B5EF4-FFF2-40B4-BE49-F238E27FC236}">
                  <a16:creationId xmlns:a16="http://schemas.microsoft.com/office/drawing/2014/main" id="{3E10D5F5-6BE6-4CBF-9060-926A3C79E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293"/>
              <a:ext cx="15" cy="29"/>
            </a:xfrm>
            <a:custGeom>
              <a:avLst/>
              <a:gdLst>
                <a:gd name="T0" fmla="*/ 0 w 7"/>
                <a:gd name="T1" fmla="*/ 9 h 13"/>
                <a:gd name="T2" fmla="*/ 51 w 7"/>
                <a:gd name="T3" fmla="*/ 0 h 13"/>
                <a:gd name="T4" fmla="*/ 69 w 7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1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6" y="4"/>
                    <a:pt x="4" y="9"/>
                    <a:pt x="7" y="13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1" name="Freeform 72">
              <a:extLst>
                <a:ext uri="{FF2B5EF4-FFF2-40B4-BE49-F238E27FC236}">
                  <a16:creationId xmlns:a16="http://schemas.microsoft.com/office/drawing/2014/main" id="{0E6F31CE-7925-45E2-8B53-58801A452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353"/>
              <a:ext cx="14" cy="33"/>
            </a:xfrm>
            <a:custGeom>
              <a:avLst/>
              <a:gdLst>
                <a:gd name="T0" fmla="*/ 0 w 7"/>
                <a:gd name="T1" fmla="*/ 0 h 15"/>
                <a:gd name="T2" fmla="*/ 48 w 7"/>
                <a:gd name="T3" fmla="*/ 0 h 15"/>
                <a:gd name="T4" fmla="*/ 56 w 7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4" y="4"/>
                    <a:pt x="4" y="10"/>
                    <a:pt x="7" y="15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2" name="Freeform 73">
              <a:extLst>
                <a:ext uri="{FF2B5EF4-FFF2-40B4-BE49-F238E27FC236}">
                  <a16:creationId xmlns:a16="http://schemas.microsoft.com/office/drawing/2014/main" id="{259F0E1B-FFF3-462C-8266-A63B0A973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400"/>
              <a:ext cx="19" cy="46"/>
            </a:xfrm>
            <a:custGeom>
              <a:avLst/>
              <a:gdLst>
                <a:gd name="T0" fmla="*/ 0 w 9"/>
                <a:gd name="T1" fmla="*/ 61 h 21"/>
                <a:gd name="T2" fmla="*/ 84 w 9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6"/>
                  </a:moveTo>
                  <a:cubicBezTo>
                    <a:pt x="7" y="0"/>
                    <a:pt x="5" y="18"/>
                    <a:pt x="9" y="21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3" name="Freeform 74">
              <a:extLst>
                <a:ext uri="{FF2B5EF4-FFF2-40B4-BE49-F238E27FC236}">
                  <a16:creationId xmlns:a16="http://schemas.microsoft.com/office/drawing/2014/main" id="{21D58718-59E2-4F18-8B85-8938B6DE5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473"/>
              <a:ext cx="13" cy="27"/>
            </a:xfrm>
            <a:custGeom>
              <a:avLst/>
              <a:gdLst>
                <a:gd name="T0" fmla="*/ 0 w 6"/>
                <a:gd name="T1" fmla="*/ 25 h 12"/>
                <a:gd name="T2" fmla="*/ 61 w 6"/>
                <a:gd name="T3" fmla="*/ 0 h 12"/>
                <a:gd name="T4" fmla="*/ 61 w 6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5" y="4"/>
                    <a:pt x="5" y="8"/>
                    <a:pt x="6" y="12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Freeform 75">
              <a:extLst>
                <a:ext uri="{FF2B5EF4-FFF2-40B4-BE49-F238E27FC236}">
                  <a16:creationId xmlns:a16="http://schemas.microsoft.com/office/drawing/2014/main" id="{51B40A47-7353-4D57-B0B5-8B7D5E4D9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036"/>
              <a:ext cx="15" cy="36"/>
            </a:xfrm>
            <a:custGeom>
              <a:avLst/>
              <a:gdLst>
                <a:gd name="T0" fmla="*/ 0 w 7"/>
                <a:gd name="T1" fmla="*/ 0 h 16"/>
                <a:gd name="T2" fmla="*/ 60 w 7"/>
                <a:gd name="T3" fmla="*/ 56 h 16"/>
                <a:gd name="T4" fmla="*/ 28 w 7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2" y="1"/>
                    <a:pt x="5" y="3"/>
                    <a:pt x="6" y="5"/>
                  </a:cubicBezTo>
                  <a:cubicBezTo>
                    <a:pt x="7" y="8"/>
                    <a:pt x="3" y="12"/>
                    <a:pt x="3" y="1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Freeform 76">
              <a:extLst>
                <a:ext uri="{FF2B5EF4-FFF2-40B4-BE49-F238E27FC236}">
                  <a16:creationId xmlns:a16="http://schemas.microsoft.com/office/drawing/2014/main" id="{FE9E2E02-093E-4141-849F-17EE67F1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81"/>
              <a:ext cx="19" cy="35"/>
            </a:xfrm>
            <a:custGeom>
              <a:avLst/>
              <a:gdLst>
                <a:gd name="T0" fmla="*/ 0 w 9"/>
                <a:gd name="T1" fmla="*/ 0 h 16"/>
                <a:gd name="T2" fmla="*/ 76 w 9"/>
                <a:gd name="T3" fmla="*/ 44 h 16"/>
                <a:gd name="T4" fmla="*/ 84 w 9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1"/>
                    <a:pt x="5" y="4"/>
                    <a:pt x="8" y="4"/>
                  </a:cubicBezTo>
                  <a:cubicBezTo>
                    <a:pt x="8" y="8"/>
                    <a:pt x="5" y="13"/>
                    <a:pt x="9" y="1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6" name="Freeform 77">
              <a:extLst>
                <a:ext uri="{FF2B5EF4-FFF2-40B4-BE49-F238E27FC236}">
                  <a16:creationId xmlns:a16="http://schemas.microsoft.com/office/drawing/2014/main" id="{B0A7ABAB-B7DE-4A18-A9DC-A2585D56E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895"/>
              <a:ext cx="12" cy="34"/>
            </a:xfrm>
            <a:custGeom>
              <a:avLst/>
              <a:gdLst>
                <a:gd name="T0" fmla="*/ 16 w 6"/>
                <a:gd name="T1" fmla="*/ 0 h 15"/>
                <a:gd name="T2" fmla="*/ 48 w 6"/>
                <a:gd name="T3" fmla="*/ 73 h 15"/>
                <a:gd name="T4" fmla="*/ 0 w 6"/>
                <a:gd name="T5" fmla="*/ 17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2" y="0"/>
                  </a:moveTo>
                  <a:cubicBezTo>
                    <a:pt x="3" y="2"/>
                    <a:pt x="5" y="4"/>
                    <a:pt x="6" y="6"/>
                  </a:cubicBezTo>
                  <a:cubicBezTo>
                    <a:pt x="3" y="8"/>
                    <a:pt x="1" y="11"/>
                    <a:pt x="0" y="15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Freeform 78">
              <a:extLst>
                <a:ext uri="{FF2B5EF4-FFF2-40B4-BE49-F238E27FC236}">
                  <a16:creationId xmlns:a16="http://schemas.microsoft.com/office/drawing/2014/main" id="{CE272B39-8BC8-47FB-BCDE-D0E6DB399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141"/>
              <a:ext cx="30" cy="24"/>
            </a:xfrm>
            <a:custGeom>
              <a:avLst/>
              <a:gdLst>
                <a:gd name="T0" fmla="*/ 0 w 14"/>
                <a:gd name="T1" fmla="*/ 0 h 11"/>
                <a:gd name="T2" fmla="*/ 0 w 14"/>
                <a:gd name="T3" fmla="*/ 72 h 11"/>
                <a:gd name="T4" fmla="*/ 41 w 14"/>
                <a:gd name="T5" fmla="*/ 96 h 11"/>
                <a:gd name="T6" fmla="*/ 109 w 14"/>
                <a:gd name="T7" fmla="*/ 105 h 11"/>
                <a:gd name="T8" fmla="*/ 137 w 14"/>
                <a:gd name="T9" fmla="*/ 11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0" y="2"/>
                    <a:pt x="0" y="6"/>
                    <a:pt x="0" y="7"/>
                  </a:cubicBezTo>
                  <a:cubicBezTo>
                    <a:pt x="1" y="8"/>
                    <a:pt x="2" y="8"/>
                    <a:pt x="4" y="9"/>
                  </a:cubicBezTo>
                  <a:cubicBezTo>
                    <a:pt x="7" y="10"/>
                    <a:pt x="9" y="10"/>
                    <a:pt x="11" y="10"/>
                  </a:cubicBezTo>
                  <a:cubicBezTo>
                    <a:pt x="12" y="10"/>
                    <a:pt x="13" y="11"/>
                    <a:pt x="14" y="11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Freeform 79">
              <a:extLst>
                <a:ext uri="{FF2B5EF4-FFF2-40B4-BE49-F238E27FC236}">
                  <a16:creationId xmlns:a16="http://schemas.microsoft.com/office/drawing/2014/main" id="{1EB0344C-78A8-4B2F-9B8D-94599E95F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221"/>
              <a:ext cx="14" cy="14"/>
            </a:xfrm>
            <a:custGeom>
              <a:avLst/>
              <a:gdLst>
                <a:gd name="T0" fmla="*/ 8 w 7"/>
                <a:gd name="T1" fmla="*/ 0 h 6"/>
                <a:gd name="T2" fmla="*/ 0 w 7"/>
                <a:gd name="T3" fmla="*/ 37 h 6"/>
                <a:gd name="T4" fmla="*/ 56 w 7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4"/>
                    <a:pt x="4" y="6"/>
                    <a:pt x="7" y="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Freeform 80">
              <a:extLst>
                <a:ext uri="{FF2B5EF4-FFF2-40B4-BE49-F238E27FC236}">
                  <a16:creationId xmlns:a16="http://schemas.microsoft.com/office/drawing/2014/main" id="{08AB167A-E683-41AC-9AE1-597721F76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047"/>
              <a:ext cx="29" cy="16"/>
            </a:xfrm>
            <a:custGeom>
              <a:avLst/>
              <a:gdLst>
                <a:gd name="T0" fmla="*/ 8 w 14"/>
                <a:gd name="T1" fmla="*/ 0 h 7"/>
                <a:gd name="T2" fmla="*/ 0 w 14"/>
                <a:gd name="T3" fmla="*/ 57 h 7"/>
                <a:gd name="T4" fmla="*/ 124 w 14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1" y="0"/>
                  </a:moveTo>
                  <a:cubicBezTo>
                    <a:pt x="1" y="2"/>
                    <a:pt x="1" y="3"/>
                    <a:pt x="0" y="5"/>
                  </a:cubicBezTo>
                  <a:cubicBezTo>
                    <a:pt x="5" y="4"/>
                    <a:pt x="9" y="7"/>
                    <a:pt x="14" y="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0" name="Freeform 81">
              <a:extLst>
                <a:ext uri="{FF2B5EF4-FFF2-40B4-BE49-F238E27FC236}">
                  <a16:creationId xmlns:a16="http://schemas.microsoft.com/office/drawing/2014/main" id="{D46A869A-8AF1-4AE4-82F8-6EEE0D2D4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78"/>
              <a:ext cx="14" cy="9"/>
            </a:xfrm>
            <a:custGeom>
              <a:avLst/>
              <a:gdLst>
                <a:gd name="T0" fmla="*/ 8 w 7"/>
                <a:gd name="T1" fmla="*/ 0 h 4"/>
                <a:gd name="T2" fmla="*/ 56 w 7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1" y="0"/>
                  </a:moveTo>
                  <a:cubicBezTo>
                    <a:pt x="0" y="4"/>
                    <a:pt x="4" y="4"/>
                    <a:pt x="7" y="3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1" name="Freeform 82">
              <a:extLst>
                <a:ext uri="{FF2B5EF4-FFF2-40B4-BE49-F238E27FC236}">
                  <a16:creationId xmlns:a16="http://schemas.microsoft.com/office/drawing/2014/main" id="{366F2A26-F555-44D8-BF09-FA2EA8D0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3299"/>
              <a:ext cx="30" cy="45"/>
            </a:xfrm>
            <a:custGeom>
              <a:avLst/>
              <a:gdLst>
                <a:gd name="T0" fmla="*/ 0 w 14"/>
                <a:gd name="T1" fmla="*/ 0 h 20"/>
                <a:gd name="T2" fmla="*/ 77 w 14"/>
                <a:gd name="T3" fmla="*/ 162 h 20"/>
                <a:gd name="T4" fmla="*/ 137 w 14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0" y="6"/>
                    <a:pt x="5" y="9"/>
                    <a:pt x="8" y="14"/>
                  </a:cubicBezTo>
                  <a:cubicBezTo>
                    <a:pt x="9" y="17"/>
                    <a:pt x="10" y="20"/>
                    <a:pt x="14" y="2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2" name="Freeform 83">
              <a:extLst>
                <a:ext uri="{FF2B5EF4-FFF2-40B4-BE49-F238E27FC236}">
                  <a16:creationId xmlns:a16="http://schemas.microsoft.com/office/drawing/2014/main" id="{B65AE5D6-1D1F-43EC-9F17-A26F26078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958"/>
              <a:ext cx="75" cy="51"/>
            </a:xfrm>
            <a:custGeom>
              <a:avLst/>
              <a:gdLst>
                <a:gd name="T0" fmla="*/ 0 w 36"/>
                <a:gd name="T1" fmla="*/ 0 h 23"/>
                <a:gd name="T2" fmla="*/ 35 w 36"/>
                <a:gd name="T3" fmla="*/ 78 h 23"/>
                <a:gd name="T4" fmla="*/ 192 w 36"/>
                <a:gd name="T5" fmla="*/ 162 h 23"/>
                <a:gd name="T6" fmla="*/ 252 w 36"/>
                <a:gd name="T7" fmla="*/ 217 h 23"/>
                <a:gd name="T8" fmla="*/ 325 w 36"/>
                <a:gd name="T9" fmla="*/ 20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3">
                  <a:moveTo>
                    <a:pt x="0" y="0"/>
                  </a:moveTo>
                  <a:cubicBezTo>
                    <a:pt x="2" y="3"/>
                    <a:pt x="3" y="5"/>
                    <a:pt x="4" y="7"/>
                  </a:cubicBezTo>
                  <a:cubicBezTo>
                    <a:pt x="9" y="2"/>
                    <a:pt x="18" y="12"/>
                    <a:pt x="21" y="15"/>
                  </a:cubicBezTo>
                  <a:cubicBezTo>
                    <a:pt x="23" y="17"/>
                    <a:pt x="26" y="19"/>
                    <a:pt x="28" y="20"/>
                  </a:cubicBezTo>
                  <a:cubicBezTo>
                    <a:pt x="32" y="23"/>
                    <a:pt x="32" y="20"/>
                    <a:pt x="36" y="19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3" name="Freeform 84">
              <a:extLst>
                <a:ext uri="{FF2B5EF4-FFF2-40B4-BE49-F238E27FC236}">
                  <a16:creationId xmlns:a16="http://schemas.microsoft.com/office/drawing/2014/main" id="{A59B1A81-13ED-48ED-AFC4-F3B360AB7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933"/>
              <a:ext cx="34" cy="20"/>
            </a:xfrm>
            <a:custGeom>
              <a:avLst/>
              <a:gdLst>
                <a:gd name="T0" fmla="*/ 0 w 16"/>
                <a:gd name="T1" fmla="*/ 0 h 9"/>
                <a:gd name="T2" fmla="*/ 0 w 16"/>
                <a:gd name="T3" fmla="*/ 89 h 9"/>
                <a:gd name="T4" fmla="*/ 153 w 16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1" y="3"/>
                    <a:pt x="1" y="6"/>
                    <a:pt x="0" y="8"/>
                  </a:cubicBezTo>
                  <a:cubicBezTo>
                    <a:pt x="5" y="7"/>
                    <a:pt x="12" y="7"/>
                    <a:pt x="16" y="9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4" name="Freeform 85">
              <a:extLst>
                <a:ext uri="{FF2B5EF4-FFF2-40B4-BE49-F238E27FC236}">
                  <a16:creationId xmlns:a16="http://schemas.microsoft.com/office/drawing/2014/main" id="{E5DBAA81-DC3E-4D26-A06C-862075E87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66"/>
              <a:ext cx="72" cy="58"/>
            </a:xfrm>
            <a:custGeom>
              <a:avLst/>
              <a:gdLst>
                <a:gd name="T0" fmla="*/ 0 w 34"/>
                <a:gd name="T1" fmla="*/ 45 h 26"/>
                <a:gd name="T2" fmla="*/ 93 w 34"/>
                <a:gd name="T3" fmla="*/ 165 h 26"/>
                <a:gd name="T4" fmla="*/ 144 w 34"/>
                <a:gd name="T5" fmla="*/ 210 h 26"/>
                <a:gd name="T6" fmla="*/ 322 w 34"/>
                <a:gd name="T7" fmla="*/ 279 h 26"/>
                <a:gd name="T8" fmla="*/ 212 w 34"/>
                <a:gd name="T9" fmla="*/ 178 h 26"/>
                <a:gd name="T10" fmla="*/ 0 w 34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6">
                  <a:moveTo>
                    <a:pt x="0" y="4"/>
                  </a:moveTo>
                  <a:cubicBezTo>
                    <a:pt x="2" y="9"/>
                    <a:pt x="7" y="11"/>
                    <a:pt x="10" y="15"/>
                  </a:cubicBezTo>
                  <a:cubicBezTo>
                    <a:pt x="12" y="17"/>
                    <a:pt x="13" y="18"/>
                    <a:pt x="15" y="19"/>
                  </a:cubicBezTo>
                  <a:cubicBezTo>
                    <a:pt x="20" y="21"/>
                    <a:pt x="29" y="26"/>
                    <a:pt x="34" y="25"/>
                  </a:cubicBezTo>
                  <a:cubicBezTo>
                    <a:pt x="33" y="20"/>
                    <a:pt x="27" y="17"/>
                    <a:pt x="22" y="16"/>
                  </a:cubicBezTo>
                  <a:cubicBezTo>
                    <a:pt x="14" y="12"/>
                    <a:pt x="8" y="4"/>
                    <a:pt x="0" y="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5" name="Freeform 86">
              <a:extLst>
                <a:ext uri="{FF2B5EF4-FFF2-40B4-BE49-F238E27FC236}">
                  <a16:creationId xmlns:a16="http://schemas.microsoft.com/office/drawing/2014/main" id="{D8465571-037D-4CDE-93D3-7A5714167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855"/>
              <a:ext cx="31" cy="23"/>
            </a:xfrm>
            <a:custGeom>
              <a:avLst/>
              <a:gdLst>
                <a:gd name="T0" fmla="*/ 0 w 15"/>
                <a:gd name="T1" fmla="*/ 0 h 10"/>
                <a:gd name="T2" fmla="*/ 52 w 15"/>
                <a:gd name="T3" fmla="*/ 85 h 10"/>
                <a:gd name="T4" fmla="*/ 72 w 15"/>
                <a:gd name="T5" fmla="*/ 110 h 10"/>
                <a:gd name="T6" fmla="*/ 132 w 15"/>
                <a:gd name="T7" fmla="*/ 9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2" y="2"/>
                    <a:pt x="4" y="4"/>
                    <a:pt x="6" y="7"/>
                  </a:cubicBezTo>
                  <a:cubicBezTo>
                    <a:pt x="7" y="7"/>
                    <a:pt x="6" y="8"/>
                    <a:pt x="8" y="9"/>
                  </a:cubicBezTo>
                  <a:cubicBezTo>
                    <a:pt x="10" y="10"/>
                    <a:pt x="13" y="8"/>
                    <a:pt x="15" y="8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6" name="Freeform 87">
              <a:extLst>
                <a:ext uri="{FF2B5EF4-FFF2-40B4-BE49-F238E27FC236}">
                  <a16:creationId xmlns:a16="http://schemas.microsoft.com/office/drawing/2014/main" id="{17AFE98A-ED23-4B24-A793-418669E92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831"/>
              <a:ext cx="25" cy="18"/>
            </a:xfrm>
            <a:custGeom>
              <a:avLst/>
              <a:gdLst>
                <a:gd name="T0" fmla="*/ 0 w 12"/>
                <a:gd name="T1" fmla="*/ 0 h 8"/>
                <a:gd name="T2" fmla="*/ 8 w 12"/>
                <a:gd name="T3" fmla="*/ 81 h 8"/>
                <a:gd name="T4" fmla="*/ 108 w 12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5" y="7"/>
                    <a:pt x="8" y="8"/>
                    <a:pt x="12" y="7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7" name="Freeform 88">
              <a:extLst>
                <a:ext uri="{FF2B5EF4-FFF2-40B4-BE49-F238E27FC236}">
                  <a16:creationId xmlns:a16="http://schemas.microsoft.com/office/drawing/2014/main" id="{A976200D-D478-4580-8E71-6FDCC956C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3643"/>
              <a:ext cx="84" cy="58"/>
            </a:xfrm>
            <a:custGeom>
              <a:avLst/>
              <a:gdLst>
                <a:gd name="T0" fmla="*/ 27 w 40"/>
                <a:gd name="T1" fmla="*/ 100 h 26"/>
                <a:gd name="T2" fmla="*/ 17 w 40"/>
                <a:gd name="T3" fmla="*/ 223 h 26"/>
                <a:gd name="T4" fmla="*/ 101 w 40"/>
                <a:gd name="T5" fmla="*/ 190 h 26"/>
                <a:gd name="T6" fmla="*/ 233 w 40"/>
                <a:gd name="T7" fmla="*/ 199 h 26"/>
                <a:gd name="T8" fmla="*/ 353 w 40"/>
                <a:gd name="T9" fmla="*/ 199 h 26"/>
                <a:gd name="T10" fmla="*/ 168 w 40"/>
                <a:gd name="T11" fmla="*/ 80 h 26"/>
                <a:gd name="T12" fmla="*/ 160 w 40"/>
                <a:gd name="T13" fmla="*/ 9 h 26"/>
                <a:gd name="T14" fmla="*/ 84 w 40"/>
                <a:gd name="T15" fmla="*/ 56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6">
                  <a:moveTo>
                    <a:pt x="3" y="9"/>
                  </a:moveTo>
                  <a:cubicBezTo>
                    <a:pt x="2" y="12"/>
                    <a:pt x="0" y="17"/>
                    <a:pt x="2" y="20"/>
                  </a:cubicBezTo>
                  <a:cubicBezTo>
                    <a:pt x="5" y="19"/>
                    <a:pt x="7" y="17"/>
                    <a:pt x="11" y="17"/>
                  </a:cubicBezTo>
                  <a:cubicBezTo>
                    <a:pt x="15" y="16"/>
                    <a:pt x="20" y="17"/>
                    <a:pt x="25" y="18"/>
                  </a:cubicBezTo>
                  <a:cubicBezTo>
                    <a:pt x="27" y="19"/>
                    <a:pt x="40" y="26"/>
                    <a:pt x="38" y="18"/>
                  </a:cubicBezTo>
                  <a:cubicBezTo>
                    <a:pt x="29" y="15"/>
                    <a:pt x="18" y="20"/>
                    <a:pt x="18" y="7"/>
                  </a:cubicBezTo>
                  <a:cubicBezTo>
                    <a:pt x="18" y="4"/>
                    <a:pt x="21" y="2"/>
                    <a:pt x="17" y="1"/>
                  </a:cubicBezTo>
                  <a:cubicBezTo>
                    <a:pt x="15" y="0"/>
                    <a:pt x="10" y="4"/>
                    <a:pt x="9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8" name="Freeform 89">
              <a:extLst>
                <a:ext uri="{FF2B5EF4-FFF2-40B4-BE49-F238E27FC236}">
                  <a16:creationId xmlns:a16="http://schemas.microsoft.com/office/drawing/2014/main" id="{A4C59243-8051-487F-A2A6-F315439E2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538"/>
              <a:ext cx="56" cy="40"/>
            </a:xfrm>
            <a:custGeom>
              <a:avLst/>
              <a:gdLst>
                <a:gd name="T0" fmla="*/ 0 w 27"/>
                <a:gd name="T1" fmla="*/ 80 h 18"/>
                <a:gd name="T2" fmla="*/ 64 w 27"/>
                <a:gd name="T3" fmla="*/ 198 h 18"/>
                <a:gd name="T4" fmla="*/ 151 w 27"/>
                <a:gd name="T5" fmla="*/ 118 h 18"/>
                <a:gd name="T6" fmla="*/ 232 w 27"/>
                <a:gd name="T7" fmla="*/ 187 h 18"/>
                <a:gd name="T8" fmla="*/ 168 w 27"/>
                <a:gd name="T9" fmla="*/ 44 h 18"/>
                <a:gd name="T10" fmla="*/ 64 w 27"/>
                <a:gd name="T11" fmla="*/ 3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8">
                  <a:moveTo>
                    <a:pt x="0" y="7"/>
                  </a:moveTo>
                  <a:cubicBezTo>
                    <a:pt x="4" y="9"/>
                    <a:pt x="7" y="14"/>
                    <a:pt x="7" y="18"/>
                  </a:cubicBezTo>
                  <a:cubicBezTo>
                    <a:pt x="10" y="15"/>
                    <a:pt x="13" y="11"/>
                    <a:pt x="17" y="11"/>
                  </a:cubicBezTo>
                  <a:cubicBezTo>
                    <a:pt x="20" y="11"/>
                    <a:pt x="24" y="16"/>
                    <a:pt x="26" y="17"/>
                  </a:cubicBezTo>
                  <a:cubicBezTo>
                    <a:pt x="27" y="13"/>
                    <a:pt x="22" y="7"/>
                    <a:pt x="19" y="4"/>
                  </a:cubicBezTo>
                  <a:cubicBezTo>
                    <a:pt x="15" y="0"/>
                    <a:pt x="12" y="2"/>
                    <a:pt x="7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9" name="Freeform 90">
              <a:extLst>
                <a:ext uri="{FF2B5EF4-FFF2-40B4-BE49-F238E27FC236}">
                  <a16:creationId xmlns:a16="http://schemas.microsoft.com/office/drawing/2014/main" id="{74361D03-63A5-48FA-8F5B-EE6FBAA7A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587"/>
              <a:ext cx="88" cy="38"/>
            </a:xfrm>
            <a:custGeom>
              <a:avLst/>
              <a:gdLst>
                <a:gd name="T0" fmla="*/ 157 w 42"/>
                <a:gd name="T1" fmla="*/ 0 h 17"/>
                <a:gd name="T2" fmla="*/ 57 w 42"/>
                <a:gd name="T3" fmla="*/ 125 h 17"/>
                <a:gd name="T4" fmla="*/ 17 w 42"/>
                <a:gd name="T5" fmla="*/ 134 h 17"/>
                <a:gd name="T6" fmla="*/ 65 w 42"/>
                <a:gd name="T7" fmla="*/ 179 h 17"/>
                <a:gd name="T8" fmla="*/ 149 w 42"/>
                <a:gd name="T9" fmla="*/ 125 h 17"/>
                <a:gd name="T10" fmla="*/ 237 w 42"/>
                <a:gd name="T11" fmla="*/ 134 h 17"/>
                <a:gd name="T12" fmla="*/ 312 w 42"/>
                <a:gd name="T13" fmla="*/ 190 h 17"/>
                <a:gd name="T14" fmla="*/ 386 w 42"/>
                <a:gd name="T15" fmla="*/ 65 h 17"/>
                <a:gd name="T16" fmla="*/ 193 w 42"/>
                <a:gd name="T17" fmla="*/ 45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7">
                  <a:moveTo>
                    <a:pt x="17" y="0"/>
                  </a:moveTo>
                  <a:cubicBezTo>
                    <a:pt x="14" y="7"/>
                    <a:pt x="12" y="8"/>
                    <a:pt x="6" y="11"/>
                  </a:cubicBezTo>
                  <a:cubicBezTo>
                    <a:pt x="5" y="11"/>
                    <a:pt x="3" y="10"/>
                    <a:pt x="2" y="12"/>
                  </a:cubicBezTo>
                  <a:cubicBezTo>
                    <a:pt x="0" y="17"/>
                    <a:pt x="4" y="16"/>
                    <a:pt x="7" y="16"/>
                  </a:cubicBezTo>
                  <a:cubicBezTo>
                    <a:pt x="10" y="15"/>
                    <a:pt x="12" y="12"/>
                    <a:pt x="16" y="11"/>
                  </a:cubicBezTo>
                  <a:cubicBezTo>
                    <a:pt x="19" y="11"/>
                    <a:pt x="23" y="12"/>
                    <a:pt x="26" y="12"/>
                  </a:cubicBezTo>
                  <a:cubicBezTo>
                    <a:pt x="30" y="13"/>
                    <a:pt x="31" y="14"/>
                    <a:pt x="34" y="17"/>
                  </a:cubicBezTo>
                  <a:cubicBezTo>
                    <a:pt x="36" y="12"/>
                    <a:pt x="36" y="6"/>
                    <a:pt x="42" y="6"/>
                  </a:cubicBezTo>
                  <a:cubicBezTo>
                    <a:pt x="37" y="9"/>
                    <a:pt x="27" y="3"/>
                    <a:pt x="21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0" name="Freeform 91">
              <a:extLst>
                <a:ext uri="{FF2B5EF4-FFF2-40B4-BE49-F238E27FC236}">
                  <a16:creationId xmlns:a16="http://schemas.microsoft.com/office/drawing/2014/main" id="{B098A0D0-37B0-4DFC-98E0-001FBA1F2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656"/>
              <a:ext cx="55" cy="38"/>
            </a:xfrm>
            <a:custGeom>
              <a:avLst/>
              <a:gdLst>
                <a:gd name="T0" fmla="*/ 0 w 26"/>
                <a:gd name="T1" fmla="*/ 125 h 17"/>
                <a:gd name="T2" fmla="*/ 49 w 26"/>
                <a:gd name="T3" fmla="*/ 101 h 17"/>
                <a:gd name="T4" fmla="*/ 144 w 26"/>
                <a:gd name="T5" fmla="*/ 56 h 17"/>
                <a:gd name="T6" fmla="*/ 245 w 26"/>
                <a:gd name="T7" fmla="*/ 20 h 17"/>
                <a:gd name="T8" fmla="*/ 197 w 26"/>
                <a:gd name="T9" fmla="*/ 56 h 17"/>
                <a:gd name="T10" fmla="*/ 144 w 26"/>
                <a:gd name="T11" fmla="*/ 190 h 17"/>
                <a:gd name="T12" fmla="*/ 112 w 26"/>
                <a:gd name="T13" fmla="*/ 17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7">
                  <a:moveTo>
                    <a:pt x="0" y="11"/>
                  </a:moveTo>
                  <a:cubicBezTo>
                    <a:pt x="1" y="6"/>
                    <a:pt x="3" y="9"/>
                    <a:pt x="5" y="9"/>
                  </a:cubicBezTo>
                  <a:cubicBezTo>
                    <a:pt x="10" y="9"/>
                    <a:pt x="11" y="9"/>
                    <a:pt x="15" y="5"/>
                  </a:cubicBezTo>
                  <a:cubicBezTo>
                    <a:pt x="19" y="2"/>
                    <a:pt x="20" y="0"/>
                    <a:pt x="26" y="2"/>
                  </a:cubicBezTo>
                  <a:cubicBezTo>
                    <a:pt x="25" y="4"/>
                    <a:pt x="23" y="4"/>
                    <a:pt x="21" y="5"/>
                  </a:cubicBezTo>
                  <a:cubicBezTo>
                    <a:pt x="17" y="8"/>
                    <a:pt x="16" y="12"/>
                    <a:pt x="15" y="17"/>
                  </a:cubicBezTo>
                  <a:cubicBezTo>
                    <a:pt x="14" y="16"/>
                    <a:pt x="13" y="16"/>
                    <a:pt x="12" y="1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1" name="Freeform 92">
              <a:extLst>
                <a:ext uri="{FF2B5EF4-FFF2-40B4-BE49-F238E27FC236}">
                  <a16:creationId xmlns:a16="http://schemas.microsoft.com/office/drawing/2014/main" id="{A3A49FC4-E8F0-48B3-9FB0-E2DD82CE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716"/>
              <a:ext cx="52" cy="47"/>
            </a:xfrm>
            <a:custGeom>
              <a:avLst/>
              <a:gdLst>
                <a:gd name="T0" fmla="*/ 8 w 25"/>
                <a:gd name="T1" fmla="*/ 65 h 21"/>
                <a:gd name="T2" fmla="*/ 191 w 25"/>
                <a:gd name="T3" fmla="*/ 36 h 21"/>
                <a:gd name="T4" fmla="*/ 181 w 25"/>
                <a:gd name="T5" fmla="*/ 190 h 21"/>
                <a:gd name="T6" fmla="*/ 64 w 25"/>
                <a:gd name="T7" fmla="*/ 110 h 21"/>
                <a:gd name="T8" fmla="*/ 17 w 25"/>
                <a:gd name="T9" fmla="*/ 181 h 21"/>
                <a:gd name="T10" fmla="*/ 8 w 25"/>
                <a:gd name="T11" fmla="*/ 21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1">
                  <a:moveTo>
                    <a:pt x="1" y="6"/>
                  </a:moveTo>
                  <a:cubicBezTo>
                    <a:pt x="5" y="5"/>
                    <a:pt x="18" y="0"/>
                    <a:pt x="21" y="3"/>
                  </a:cubicBezTo>
                  <a:cubicBezTo>
                    <a:pt x="25" y="8"/>
                    <a:pt x="12" y="11"/>
                    <a:pt x="20" y="17"/>
                  </a:cubicBezTo>
                  <a:cubicBezTo>
                    <a:pt x="16" y="15"/>
                    <a:pt x="13" y="8"/>
                    <a:pt x="7" y="10"/>
                  </a:cubicBezTo>
                  <a:cubicBezTo>
                    <a:pt x="5" y="11"/>
                    <a:pt x="4" y="15"/>
                    <a:pt x="2" y="16"/>
                  </a:cubicBezTo>
                  <a:cubicBezTo>
                    <a:pt x="2" y="17"/>
                    <a:pt x="0" y="21"/>
                    <a:pt x="1" y="1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2" name="Freeform 93">
              <a:extLst>
                <a:ext uri="{FF2B5EF4-FFF2-40B4-BE49-F238E27FC236}">
                  <a16:creationId xmlns:a16="http://schemas.microsoft.com/office/drawing/2014/main" id="{A16BBAF7-D64D-4C5B-92CB-1AD9619D2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763"/>
              <a:ext cx="31" cy="18"/>
            </a:xfrm>
            <a:custGeom>
              <a:avLst/>
              <a:gdLst>
                <a:gd name="T0" fmla="*/ 0 w 15"/>
                <a:gd name="T1" fmla="*/ 36 h 8"/>
                <a:gd name="T2" fmla="*/ 99 w 15"/>
                <a:gd name="T3" fmla="*/ 0 h 8"/>
                <a:gd name="T4" fmla="*/ 35 w 15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3"/>
                  </a:moveTo>
                  <a:cubicBezTo>
                    <a:pt x="3" y="2"/>
                    <a:pt x="7" y="0"/>
                    <a:pt x="11" y="0"/>
                  </a:cubicBezTo>
                  <a:cubicBezTo>
                    <a:pt x="15" y="5"/>
                    <a:pt x="7" y="6"/>
                    <a:pt x="4" y="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3" name="Freeform 94">
              <a:extLst>
                <a:ext uri="{FF2B5EF4-FFF2-40B4-BE49-F238E27FC236}">
                  <a16:creationId xmlns:a16="http://schemas.microsoft.com/office/drawing/2014/main" id="{96171F05-643C-490C-8281-B84B1666A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531"/>
              <a:ext cx="27" cy="20"/>
            </a:xfrm>
            <a:custGeom>
              <a:avLst/>
              <a:gdLst>
                <a:gd name="T0" fmla="*/ 25 w 13"/>
                <a:gd name="T1" fmla="*/ 0 h 9"/>
                <a:gd name="T2" fmla="*/ 8 w 13"/>
                <a:gd name="T3" fmla="*/ 89 h 9"/>
                <a:gd name="T4" fmla="*/ 116 w 13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3" y="0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5" y="9"/>
                    <a:pt x="8" y="3"/>
                    <a:pt x="13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4" name="Freeform 95">
              <a:extLst>
                <a:ext uri="{FF2B5EF4-FFF2-40B4-BE49-F238E27FC236}">
                  <a16:creationId xmlns:a16="http://schemas.microsoft.com/office/drawing/2014/main" id="{6F7AD255-9D53-4C63-B098-2E6ED99F4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565"/>
              <a:ext cx="15" cy="22"/>
            </a:xfrm>
            <a:custGeom>
              <a:avLst/>
              <a:gdLst>
                <a:gd name="T0" fmla="*/ 0 w 7"/>
                <a:gd name="T1" fmla="*/ 33 h 10"/>
                <a:gd name="T2" fmla="*/ 0 w 7"/>
                <a:gd name="T3" fmla="*/ 106 h 10"/>
                <a:gd name="T4" fmla="*/ 69 w 7"/>
                <a:gd name="T5" fmla="*/ 33 h 10"/>
                <a:gd name="T6" fmla="*/ 19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0" y="5"/>
                    <a:pt x="0" y="7"/>
                    <a:pt x="0" y="10"/>
                  </a:cubicBezTo>
                  <a:cubicBezTo>
                    <a:pt x="3" y="9"/>
                    <a:pt x="6" y="7"/>
                    <a:pt x="7" y="3"/>
                  </a:cubicBezTo>
                  <a:cubicBezTo>
                    <a:pt x="6" y="2"/>
                    <a:pt x="4" y="0"/>
                    <a:pt x="2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5" name="Freeform 96">
              <a:extLst>
                <a:ext uri="{FF2B5EF4-FFF2-40B4-BE49-F238E27FC236}">
                  <a16:creationId xmlns:a16="http://schemas.microsoft.com/office/drawing/2014/main" id="{F814EF5F-3CDD-4DFF-A04A-1C2BFAD47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605"/>
              <a:ext cx="17" cy="27"/>
            </a:xfrm>
            <a:custGeom>
              <a:avLst/>
              <a:gdLst>
                <a:gd name="T0" fmla="*/ 49 w 8"/>
                <a:gd name="T1" fmla="*/ 0 h 12"/>
                <a:gd name="T2" fmla="*/ 0 w 8"/>
                <a:gd name="T3" fmla="*/ 117 h 12"/>
                <a:gd name="T4" fmla="*/ 77 w 8"/>
                <a:gd name="T5" fmla="*/ 2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5" y="0"/>
                  </a:moveTo>
                  <a:cubicBezTo>
                    <a:pt x="3" y="3"/>
                    <a:pt x="0" y="7"/>
                    <a:pt x="0" y="10"/>
                  </a:cubicBezTo>
                  <a:cubicBezTo>
                    <a:pt x="4" y="12"/>
                    <a:pt x="7" y="6"/>
                    <a:pt x="8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6" name="Freeform 97">
              <a:extLst>
                <a:ext uri="{FF2B5EF4-FFF2-40B4-BE49-F238E27FC236}">
                  <a16:creationId xmlns:a16="http://schemas.microsoft.com/office/drawing/2014/main" id="{85DFC637-3E34-43B1-8DB1-92CD0EF61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618"/>
              <a:ext cx="21" cy="63"/>
            </a:xfrm>
            <a:custGeom>
              <a:avLst/>
              <a:gdLst>
                <a:gd name="T0" fmla="*/ 57 w 10"/>
                <a:gd name="T1" fmla="*/ 137 h 28"/>
                <a:gd name="T2" fmla="*/ 8 w 10"/>
                <a:gd name="T3" fmla="*/ 320 h 28"/>
                <a:gd name="T4" fmla="*/ 76 w 10"/>
                <a:gd name="T5" fmla="*/ 162 h 28"/>
                <a:gd name="T6" fmla="*/ 67 w 10"/>
                <a:gd name="T7" fmla="*/ 56 h 28"/>
                <a:gd name="T8" fmla="*/ 92 w 10"/>
                <a:gd name="T9" fmla="*/ 0 h 28"/>
                <a:gd name="T10" fmla="*/ 27 w 10"/>
                <a:gd name="T11" fmla="*/ 36 h 28"/>
                <a:gd name="T12" fmla="*/ 8 w 10"/>
                <a:gd name="T13" fmla="*/ 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8">
                  <a:moveTo>
                    <a:pt x="6" y="12"/>
                  </a:moveTo>
                  <a:cubicBezTo>
                    <a:pt x="4" y="17"/>
                    <a:pt x="4" y="24"/>
                    <a:pt x="1" y="28"/>
                  </a:cubicBezTo>
                  <a:cubicBezTo>
                    <a:pt x="9" y="27"/>
                    <a:pt x="10" y="20"/>
                    <a:pt x="8" y="14"/>
                  </a:cubicBezTo>
                  <a:cubicBezTo>
                    <a:pt x="8" y="11"/>
                    <a:pt x="6" y="8"/>
                    <a:pt x="7" y="5"/>
                  </a:cubicBezTo>
                  <a:cubicBezTo>
                    <a:pt x="7" y="3"/>
                    <a:pt x="10" y="2"/>
                    <a:pt x="10" y="0"/>
                  </a:cubicBezTo>
                  <a:cubicBezTo>
                    <a:pt x="7" y="0"/>
                    <a:pt x="5" y="2"/>
                    <a:pt x="3" y="3"/>
                  </a:cubicBezTo>
                  <a:cubicBezTo>
                    <a:pt x="2" y="4"/>
                    <a:pt x="0" y="2"/>
                    <a:pt x="1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7" name="Freeform 98">
              <a:extLst>
                <a:ext uri="{FF2B5EF4-FFF2-40B4-BE49-F238E27FC236}">
                  <a16:creationId xmlns:a16="http://schemas.microsoft.com/office/drawing/2014/main" id="{F6179210-AE62-4497-B777-69E7E032D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596"/>
              <a:ext cx="35" cy="16"/>
            </a:xfrm>
            <a:custGeom>
              <a:avLst/>
              <a:gdLst>
                <a:gd name="T0" fmla="*/ 0 w 17"/>
                <a:gd name="T1" fmla="*/ 57 h 7"/>
                <a:gd name="T2" fmla="*/ 60 w 17"/>
                <a:gd name="T3" fmla="*/ 0 h 7"/>
                <a:gd name="T4" fmla="*/ 148 w 17"/>
                <a:gd name="T5" fmla="*/ 85 h 7"/>
                <a:gd name="T6" fmla="*/ 43 w 17"/>
                <a:gd name="T7" fmla="*/ 4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">
                  <a:moveTo>
                    <a:pt x="0" y="5"/>
                  </a:moveTo>
                  <a:cubicBezTo>
                    <a:pt x="3" y="4"/>
                    <a:pt x="5" y="2"/>
                    <a:pt x="7" y="0"/>
                  </a:cubicBezTo>
                  <a:cubicBezTo>
                    <a:pt x="10" y="3"/>
                    <a:pt x="15" y="4"/>
                    <a:pt x="17" y="7"/>
                  </a:cubicBezTo>
                  <a:cubicBezTo>
                    <a:pt x="13" y="7"/>
                    <a:pt x="9" y="3"/>
                    <a:pt x="5" y="4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8" name="Freeform 99">
              <a:extLst>
                <a:ext uri="{FF2B5EF4-FFF2-40B4-BE49-F238E27FC236}">
                  <a16:creationId xmlns:a16="http://schemas.microsoft.com/office/drawing/2014/main" id="{C242E8A9-136C-43C7-8653-B2855C668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547"/>
              <a:ext cx="26" cy="16"/>
            </a:xfrm>
            <a:custGeom>
              <a:avLst/>
              <a:gdLst>
                <a:gd name="T0" fmla="*/ 0 w 12"/>
                <a:gd name="T1" fmla="*/ 37 h 7"/>
                <a:gd name="T2" fmla="*/ 121 w 12"/>
                <a:gd name="T3" fmla="*/ 85 h 7"/>
                <a:gd name="T4" fmla="*/ 43 w 12"/>
                <a:gd name="T5" fmla="*/ 57 h 7"/>
                <a:gd name="T6" fmla="*/ 43 w 12"/>
                <a:gd name="T7" fmla="*/ 4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8" y="0"/>
                    <a:pt x="8" y="0"/>
                    <a:pt x="12" y="7"/>
                  </a:cubicBezTo>
                  <a:cubicBezTo>
                    <a:pt x="11" y="4"/>
                    <a:pt x="7" y="3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9" name="Freeform 100">
              <a:extLst>
                <a:ext uri="{FF2B5EF4-FFF2-40B4-BE49-F238E27FC236}">
                  <a16:creationId xmlns:a16="http://schemas.microsoft.com/office/drawing/2014/main" id="{40118CCF-5BC9-4441-945D-D88C98A10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3656"/>
              <a:ext cx="25" cy="20"/>
            </a:xfrm>
            <a:custGeom>
              <a:avLst/>
              <a:gdLst>
                <a:gd name="T0" fmla="*/ 0 w 12"/>
                <a:gd name="T1" fmla="*/ 98 h 9"/>
                <a:gd name="T2" fmla="*/ 108 w 12"/>
                <a:gd name="T3" fmla="*/ 0 h 9"/>
                <a:gd name="T4" fmla="*/ 83 w 12"/>
                <a:gd name="T5" fmla="*/ 89 h 9"/>
                <a:gd name="T6" fmla="*/ 27 w 12"/>
                <a:gd name="T7" fmla="*/ 8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3" y="2"/>
                    <a:pt x="5" y="0"/>
                    <a:pt x="12" y="0"/>
                  </a:cubicBezTo>
                  <a:cubicBezTo>
                    <a:pt x="7" y="0"/>
                    <a:pt x="6" y="6"/>
                    <a:pt x="9" y="8"/>
                  </a:cubicBezTo>
                  <a:cubicBezTo>
                    <a:pt x="8" y="9"/>
                    <a:pt x="5" y="8"/>
                    <a:pt x="3" y="8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0" name="Freeform 101">
              <a:extLst>
                <a:ext uri="{FF2B5EF4-FFF2-40B4-BE49-F238E27FC236}">
                  <a16:creationId xmlns:a16="http://schemas.microsoft.com/office/drawing/2014/main" id="{37CB8472-8D7E-43C0-AA68-2838A50E6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725"/>
              <a:ext cx="30" cy="20"/>
            </a:xfrm>
            <a:custGeom>
              <a:avLst/>
              <a:gdLst>
                <a:gd name="T0" fmla="*/ 0 w 14"/>
                <a:gd name="T1" fmla="*/ 44 h 9"/>
                <a:gd name="T2" fmla="*/ 137 w 14"/>
                <a:gd name="T3" fmla="*/ 0 h 9"/>
                <a:gd name="T4" fmla="*/ 109 w 14"/>
                <a:gd name="T5" fmla="*/ 98 h 9"/>
                <a:gd name="T6" fmla="*/ 51 w 14"/>
                <a:gd name="T7" fmla="*/ 4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4"/>
                  </a:moveTo>
                  <a:cubicBezTo>
                    <a:pt x="5" y="3"/>
                    <a:pt x="10" y="2"/>
                    <a:pt x="14" y="0"/>
                  </a:cubicBezTo>
                  <a:cubicBezTo>
                    <a:pt x="11" y="2"/>
                    <a:pt x="11" y="6"/>
                    <a:pt x="11" y="9"/>
                  </a:cubicBezTo>
                  <a:cubicBezTo>
                    <a:pt x="11" y="6"/>
                    <a:pt x="8" y="3"/>
                    <a:pt x="5" y="4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1" name="Freeform 102">
              <a:extLst>
                <a:ext uri="{FF2B5EF4-FFF2-40B4-BE49-F238E27FC236}">
                  <a16:creationId xmlns:a16="http://schemas.microsoft.com/office/drawing/2014/main" id="{5D746F6B-71EA-4BFE-9F66-C4CACEF27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667"/>
              <a:ext cx="23" cy="20"/>
            </a:xfrm>
            <a:custGeom>
              <a:avLst/>
              <a:gdLst>
                <a:gd name="T0" fmla="*/ 17 w 11"/>
                <a:gd name="T1" fmla="*/ 36 h 9"/>
                <a:gd name="T2" fmla="*/ 100 w 11"/>
                <a:gd name="T3" fmla="*/ 0 h 9"/>
                <a:gd name="T4" fmla="*/ 65 w 11"/>
                <a:gd name="T5" fmla="*/ 98 h 9"/>
                <a:gd name="T6" fmla="*/ 0 w 11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2" y="3"/>
                  </a:moveTo>
                  <a:cubicBezTo>
                    <a:pt x="5" y="3"/>
                    <a:pt x="8" y="1"/>
                    <a:pt x="11" y="0"/>
                  </a:cubicBezTo>
                  <a:cubicBezTo>
                    <a:pt x="7" y="2"/>
                    <a:pt x="5" y="5"/>
                    <a:pt x="7" y="9"/>
                  </a:cubicBezTo>
                  <a:cubicBezTo>
                    <a:pt x="5" y="9"/>
                    <a:pt x="1" y="7"/>
                    <a:pt x="0" y="5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2" name="Freeform 103">
              <a:extLst>
                <a:ext uri="{FF2B5EF4-FFF2-40B4-BE49-F238E27FC236}">
                  <a16:creationId xmlns:a16="http://schemas.microsoft.com/office/drawing/2014/main" id="{C43FCEA5-D961-4FE1-A76D-D20F68BCC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538"/>
              <a:ext cx="14" cy="7"/>
            </a:xfrm>
            <a:custGeom>
              <a:avLst/>
              <a:gdLst>
                <a:gd name="T0" fmla="*/ 8 w 7"/>
                <a:gd name="T1" fmla="*/ 0 h 3"/>
                <a:gd name="T2" fmla="*/ 8 w 7"/>
                <a:gd name="T3" fmla="*/ 37 h 3"/>
                <a:gd name="T4" fmla="*/ 56 w 7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2"/>
                    <a:pt x="5" y="1"/>
                    <a:pt x="7" y="1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3" name="Freeform 104">
              <a:extLst>
                <a:ext uri="{FF2B5EF4-FFF2-40B4-BE49-F238E27FC236}">
                  <a16:creationId xmlns:a16="http://schemas.microsoft.com/office/drawing/2014/main" id="{B14E241B-0382-4E0E-B66A-128155F92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041"/>
              <a:ext cx="44" cy="36"/>
            </a:xfrm>
            <a:custGeom>
              <a:avLst/>
              <a:gdLst>
                <a:gd name="T0" fmla="*/ 157 w 21"/>
                <a:gd name="T1" fmla="*/ 11 h 16"/>
                <a:gd name="T2" fmla="*/ 8 w 21"/>
                <a:gd name="T3" fmla="*/ 36 h 16"/>
                <a:gd name="T4" fmla="*/ 0 w 21"/>
                <a:gd name="T5" fmla="*/ 173 h 16"/>
                <a:gd name="T6" fmla="*/ 136 w 21"/>
                <a:gd name="T7" fmla="*/ 173 h 16"/>
                <a:gd name="T8" fmla="*/ 193 w 21"/>
                <a:gd name="T9" fmla="*/ 182 h 16"/>
                <a:gd name="T10" fmla="*/ 193 w 21"/>
                <a:gd name="T11" fmla="*/ 101 h 16"/>
                <a:gd name="T12" fmla="*/ 157 w 21"/>
                <a:gd name="T13" fmla="*/ 1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">
                  <a:moveTo>
                    <a:pt x="17" y="1"/>
                  </a:moveTo>
                  <a:cubicBezTo>
                    <a:pt x="12" y="0"/>
                    <a:pt x="6" y="1"/>
                    <a:pt x="1" y="3"/>
                  </a:cubicBezTo>
                  <a:cubicBezTo>
                    <a:pt x="1" y="6"/>
                    <a:pt x="0" y="11"/>
                    <a:pt x="0" y="15"/>
                  </a:cubicBezTo>
                  <a:cubicBezTo>
                    <a:pt x="5" y="15"/>
                    <a:pt x="10" y="14"/>
                    <a:pt x="15" y="15"/>
                  </a:cubicBezTo>
                  <a:cubicBezTo>
                    <a:pt x="17" y="15"/>
                    <a:pt x="19" y="16"/>
                    <a:pt x="21" y="16"/>
                  </a:cubicBezTo>
                  <a:cubicBezTo>
                    <a:pt x="21" y="14"/>
                    <a:pt x="21" y="11"/>
                    <a:pt x="21" y="9"/>
                  </a:cubicBezTo>
                  <a:cubicBezTo>
                    <a:pt x="20" y="6"/>
                    <a:pt x="19" y="3"/>
                    <a:pt x="17" y="1"/>
                  </a:cubicBezTo>
                  <a:close/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" name="Freeform 105">
              <a:extLst>
                <a:ext uri="{FF2B5EF4-FFF2-40B4-BE49-F238E27FC236}">
                  <a16:creationId xmlns:a16="http://schemas.microsoft.com/office/drawing/2014/main" id="{39B2D1E2-53F3-4222-A384-EC367B211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872"/>
              <a:ext cx="220" cy="149"/>
            </a:xfrm>
            <a:custGeom>
              <a:avLst/>
              <a:gdLst>
                <a:gd name="T0" fmla="*/ 909 w 105"/>
                <a:gd name="T1" fmla="*/ 351 h 67"/>
                <a:gd name="T2" fmla="*/ 909 w 105"/>
                <a:gd name="T3" fmla="*/ 340 h 67"/>
                <a:gd name="T4" fmla="*/ 901 w 105"/>
                <a:gd name="T5" fmla="*/ 118 h 67"/>
                <a:gd name="T6" fmla="*/ 706 w 105"/>
                <a:gd name="T7" fmla="*/ 9 h 67"/>
                <a:gd name="T8" fmla="*/ 553 w 105"/>
                <a:gd name="T9" fmla="*/ 153 h 67"/>
                <a:gd name="T10" fmla="*/ 545 w 105"/>
                <a:gd name="T11" fmla="*/ 162 h 67"/>
                <a:gd name="T12" fmla="*/ 184 w 105"/>
                <a:gd name="T13" fmla="*/ 405 h 67"/>
                <a:gd name="T14" fmla="*/ 0 w 105"/>
                <a:gd name="T15" fmla="*/ 474 h 67"/>
                <a:gd name="T16" fmla="*/ 249 w 105"/>
                <a:gd name="T17" fmla="*/ 429 h 67"/>
                <a:gd name="T18" fmla="*/ 589 w 105"/>
                <a:gd name="T19" fmla="*/ 307 h 67"/>
                <a:gd name="T20" fmla="*/ 874 w 105"/>
                <a:gd name="T21" fmla="*/ 549 h 67"/>
                <a:gd name="T22" fmla="*/ 966 w 105"/>
                <a:gd name="T23" fmla="*/ 736 h 67"/>
                <a:gd name="T24" fmla="*/ 909 w 105"/>
                <a:gd name="T25" fmla="*/ 351 h 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5" h="67">
                  <a:moveTo>
                    <a:pt x="99" y="32"/>
                  </a:moveTo>
                  <a:cubicBezTo>
                    <a:pt x="99" y="32"/>
                    <a:pt x="99" y="31"/>
                    <a:pt x="99" y="31"/>
                  </a:cubicBezTo>
                  <a:cubicBezTo>
                    <a:pt x="102" y="24"/>
                    <a:pt x="102" y="17"/>
                    <a:pt x="98" y="11"/>
                  </a:cubicBezTo>
                  <a:cubicBezTo>
                    <a:pt x="93" y="4"/>
                    <a:pt x="85" y="0"/>
                    <a:pt x="77" y="1"/>
                  </a:cubicBezTo>
                  <a:cubicBezTo>
                    <a:pt x="69" y="2"/>
                    <a:pt x="63" y="6"/>
                    <a:pt x="60" y="14"/>
                  </a:cubicBezTo>
                  <a:cubicBezTo>
                    <a:pt x="60" y="14"/>
                    <a:pt x="60" y="15"/>
                    <a:pt x="59" y="15"/>
                  </a:cubicBezTo>
                  <a:cubicBezTo>
                    <a:pt x="59" y="16"/>
                    <a:pt x="46" y="28"/>
                    <a:pt x="20" y="37"/>
                  </a:cubicBezTo>
                  <a:cubicBezTo>
                    <a:pt x="13" y="39"/>
                    <a:pt x="7" y="41"/>
                    <a:pt x="0" y="43"/>
                  </a:cubicBezTo>
                  <a:cubicBezTo>
                    <a:pt x="9" y="42"/>
                    <a:pt x="18" y="40"/>
                    <a:pt x="27" y="39"/>
                  </a:cubicBezTo>
                  <a:cubicBezTo>
                    <a:pt x="39" y="36"/>
                    <a:pt x="51" y="30"/>
                    <a:pt x="64" y="28"/>
                  </a:cubicBezTo>
                  <a:cubicBezTo>
                    <a:pt x="79" y="26"/>
                    <a:pt x="88" y="37"/>
                    <a:pt x="95" y="50"/>
                  </a:cubicBezTo>
                  <a:cubicBezTo>
                    <a:pt x="98" y="56"/>
                    <a:pt x="101" y="62"/>
                    <a:pt x="105" y="67"/>
                  </a:cubicBezTo>
                  <a:cubicBezTo>
                    <a:pt x="102" y="55"/>
                    <a:pt x="100" y="43"/>
                    <a:pt x="99" y="32"/>
                  </a:cubicBezTo>
                  <a:close/>
                </a:path>
              </a:pathLst>
            </a:custGeom>
            <a:solidFill>
              <a:srgbClr val="735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" name="Freeform 106">
              <a:extLst>
                <a:ext uri="{FF2B5EF4-FFF2-40B4-BE49-F238E27FC236}">
                  <a16:creationId xmlns:a16="http://schemas.microsoft.com/office/drawing/2014/main" id="{6D304492-6E9A-4ED3-826C-61C3A38AA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318"/>
              <a:ext cx="268" cy="373"/>
            </a:xfrm>
            <a:custGeom>
              <a:avLst/>
              <a:gdLst>
                <a:gd name="T0" fmla="*/ 0 w 128"/>
                <a:gd name="T1" fmla="*/ 1706 h 167"/>
                <a:gd name="T2" fmla="*/ 1118 w 128"/>
                <a:gd name="T3" fmla="*/ 0 h 167"/>
                <a:gd name="T4" fmla="*/ 0 w 128"/>
                <a:gd name="T5" fmla="*/ 1706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67">
                  <a:moveTo>
                    <a:pt x="0" y="153"/>
                  </a:moveTo>
                  <a:cubicBezTo>
                    <a:pt x="106" y="159"/>
                    <a:pt x="126" y="46"/>
                    <a:pt x="122" y="0"/>
                  </a:cubicBezTo>
                  <a:cubicBezTo>
                    <a:pt x="128" y="82"/>
                    <a:pt x="101" y="167"/>
                    <a:pt x="0" y="153"/>
                  </a:cubicBezTo>
                  <a:close/>
                </a:path>
              </a:pathLst>
            </a:custGeom>
            <a:solidFill>
              <a:srgbClr val="F2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6" name="Freeform 107">
              <a:extLst>
                <a:ext uri="{FF2B5EF4-FFF2-40B4-BE49-F238E27FC236}">
                  <a16:creationId xmlns:a16="http://schemas.microsoft.com/office/drawing/2014/main" id="{EB2470FB-BF61-4EC7-B411-4ECED4ED5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642"/>
              <a:ext cx="73" cy="60"/>
            </a:xfrm>
            <a:custGeom>
              <a:avLst/>
              <a:gdLst>
                <a:gd name="T0" fmla="*/ 0 w 35"/>
                <a:gd name="T1" fmla="*/ 0 h 27"/>
                <a:gd name="T2" fmla="*/ 317 w 35"/>
                <a:gd name="T3" fmla="*/ 29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7">
                  <a:moveTo>
                    <a:pt x="0" y="0"/>
                  </a:moveTo>
                  <a:cubicBezTo>
                    <a:pt x="9" y="15"/>
                    <a:pt x="35" y="27"/>
                    <a:pt x="35" y="27"/>
                  </a:cubicBezTo>
                </a:path>
              </a:pathLst>
            </a:custGeom>
            <a:solidFill>
              <a:srgbClr val="BE9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7" name="Freeform 108">
              <a:extLst>
                <a:ext uri="{FF2B5EF4-FFF2-40B4-BE49-F238E27FC236}">
                  <a16:creationId xmlns:a16="http://schemas.microsoft.com/office/drawing/2014/main" id="{7A4C4400-843B-4035-B76F-13DCD1CEE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879"/>
              <a:ext cx="23" cy="149"/>
            </a:xfrm>
            <a:custGeom>
              <a:avLst/>
              <a:gdLst>
                <a:gd name="T0" fmla="*/ 100 w 11"/>
                <a:gd name="T1" fmla="*/ 0 h 67"/>
                <a:gd name="T2" fmla="*/ 84 w 11"/>
                <a:gd name="T3" fmla="*/ 736 h 67"/>
                <a:gd name="T4" fmla="*/ 100 w 11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7">
                  <a:moveTo>
                    <a:pt x="11" y="0"/>
                  </a:moveTo>
                  <a:cubicBezTo>
                    <a:pt x="0" y="18"/>
                    <a:pt x="1" y="49"/>
                    <a:pt x="9" y="67"/>
                  </a:cubicBezTo>
                  <a:cubicBezTo>
                    <a:pt x="6" y="50"/>
                    <a:pt x="2" y="25"/>
                    <a:pt x="11" y="0"/>
                  </a:cubicBezTo>
                  <a:close/>
                </a:path>
              </a:pathLst>
            </a:custGeom>
            <a:solidFill>
              <a:srgbClr val="BE9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" name="Freeform 109">
              <a:extLst>
                <a:ext uri="{FF2B5EF4-FFF2-40B4-BE49-F238E27FC236}">
                  <a16:creationId xmlns:a16="http://schemas.microsoft.com/office/drawing/2014/main" id="{AD21683E-8551-45FB-B536-449ACEF59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450"/>
              <a:ext cx="46" cy="31"/>
            </a:xfrm>
            <a:custGeom>
              <a:avLst/>
              <a:gdLst>
                <a:gd name="T0" fmla="*/ 109 w 22"/>
                <a:gd name="T1" fmla="*/ 0 h 14"/>
                <a:gd name="T2" fmla="*/ 0 w 22"/>
                <a:gd name="T3" fmla="*/ 153 h 14"/>
                <a:gd name="T4" fmla="*/ 201 w 22"/>
                <a:gd name="T5" fmla="*/ 117 h 14"/>
                <a:gd name="T6" fmla="*/ 84 w 22"/>
                <a:gd name="T7" fmla="*/ 133 h 14"/>
                <a:gd name="T8" fmla="*/ 75 w 22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12" y="0"/>
                  </a:moveTo>
                  <a:cubicBezTo>
                    <a:pt x="9" y="6"/>
                    <a:pt x="3" y="8"/>
                    <a:pt x="0" y="14"/>
                  </a:cubicBezTo>
                  <a:cubicBezTo>
                    <a:pt x="6" y="11"/>
                    <a:pt x="15" y="12"/>
                    <a:pt x="22" y="11"/>
                  </a:cubicBezTo>
                  <a:cubicBezTo>
                    <a:pt x="19" y="12"/>
                    <a:pt x="12" y="13"/>
                    <a:pt x="9" y="12"/>
                  </a:cubicBezTo>
                  <a:cubicBezTo>
                    <a:pt x="7" y="10"/>
                    <a:pt x="8" y="8"/>
                    <a:pt x="8" y="5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9" name="Freeform 110">
              <a:extLst>
                <a:ext uri="{FF2B5EF4-FFF2-40B4-BE49-F238E27FC236}">
                  <a16:creationId xmlns:a16="http://schemas.microsoft.com/office/drawing/2014/main" id="{90021537-7ACA-471C-B340-541577FF3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311"/>
              <a:ext cx="56" cy="70"/>
            </a:xfrm>
            <a:custGeom>
              <a:avLst/>
              <a:gdLst>
                <a:gd name="T0" fmla="*/ 133 w 27"/>
                <a:gd name="T1" fmla="*/ 0 h 31"/>
                <a:gd name="T2" fmla="*/ 64 w 27"/>
                <a:gd name="T3" fmla="*/ 210 h 31"/>
                <a:gd name="T4" fmla="*/ 0 w 27"/>
                <a:gd name="T5" fmla="*/ 357 h 31"/>
                <a:gd name="T6" fmla="*/ 241 w 27"/>
                <a:gd name="T7" fmla="*/ 72 h 31"/>
                <a:gd name="T8" fmla="*/ 141 w 27"/>
                <a:gd name="T9" fmla="*/ 147 h 31"/>
                <a:gd name="T10" fmla="*/ 124 w 27"/>
                <a:gd name="T11" fmla="*/ 1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1">
                  <a:moveTo>
                    <a:pt x="15" y="0"/>
                  </a:moveTo>
                  <a:cubicBezTo>
                    <a:pt x="14" y="6"/>
                    <a:pt x="10" y="13"/>
                    <a:pt x="7" y="18"/>
                  </a:cubicBezTo>
                  <a:cubicBezTo>
                    <a:pt x="5" y="22"/>
                    <a:pt x="1" y="27"/>
                    <a:pt x="0" y="31"/>
                  </a:cubicBezTo>
                  <a:cubicBezTo>
                    <a:pt x="9" y="25"/>
                    <a:pt x="20" y="15"/>
                    <a:pt x="27" y="6"/>
                  </a:cubicBezTo>
                  <a:cubicBezTo>
                    <a:pt x="23" y="8"/>
                    <a:pt x="20" y="11"/>
                    <a:pt x="16" y="13"/>
                  </a:cubicBezTo>
                  <a:cubicBezTo>
                    <a:pt x="15" y="9"/>
                    <a:pt x="13" y="5"/>
                    <a:pt x="14" y="1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0" name="Freeform 111">
              <a:extLst>
                <a:ext uri="{FF2B5EF4-FFF2-40B4-BE49-F238E27FC236}">
                  <a16:creationId xmlns:a16="http://schemas.microsoft.com/office/drawing/2014/main" id="{CF822518-FDF7-439A-8698-4F96F6FF2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532"/>
              <a:ext cx="58" cy="23"/>
            </a:xfrm>
            <a:custGeom>
              <a:avLst/>
              <a:gdLst>
                <a:gd name="T0" fmla="*/ 0 w 28"/>
                <a:gd name="T1" fmla="*/ 0 h 10"/>
                <a:gd name="T2" fmla="*/ 52 w 28"/>
                <a:gd name="T3" fmla="*/ 110 h 10"/>
                <a:gd name="T4" fmla="*/ 108 w 28"/>
                <a:gd name="T5" fmla="*/ 110 h 10"/>
                <a:gd name="T6" fmla="*/ 249 w 28"/>
                <a:gd name="T7" fmla="*/ 110 h 10"/>
                <a:gd name="T8" fmla="*/ 25 w 28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">
                  <a:moveTo>
                    <a:pt x="0" y="0"/>
                  </a:moveTo>
                  <a:cubicBezTo>
                    <a:pt x="2" y="2"/>
                    <a:pt x="4" y="8"/>
                    <a:pt x="6" y="9"/>
                  </a:cubicBezTo>
                  <a:cubicBezTo>
                    <a:pt x="8" y="10"/>
                    <a:pt x="11" y="9"/>
                    <a:pt x="12" y="9"/>
                  </a:cubicBezTo>
                  <a:cubicBezTo>
                    <a:pt x="16" y="8"/>
                    <a:pt x="25" y="7"/>
                    <a:pt x="28" y="9"/>
                  </a:cubicBezTo>
                  <a:cubicBezTo>
                    <a:pt x="20" y="5"/>
                    <a:pt x="12" y="2"/>
                    <a:pt x="3" y="1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1" name="Freeform 112">
              <a:extLst>
                <a:ext uri="{FF2B5EF4-FFF2-40B4-BE49-F238E27FC236}">
                  <a16:creationId xmlns:a16="http://schemas.microsoft.com/office/drawing/2014/main" id="{038DDBAE-2433-4D7D-82FE-53967656A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327"/>
              <a:ext cx="27" cy="138"/>
            </a:xfrm>
            <a:custGeom>
              <a:avLst/>
              <a:gdLst>
                <a:gd name="T0" fmla="*/ 25 w 13"/>
                <a:gd name="T1" fmla="*/ 323 h 62"/>
                <a:gd name="T2" fmla="*/ 44 w 13"/>
                <a:gd name="T3" fmla="*/ 574 h 62"/>
                <a:gd name="T4" fmla="*/ 52 w 13"/>
                <a:gd name="T5" fmla="*/ 674 h 62"/>
                <a:gd name="T6" fmla="*/ 100 w 13"/>
                <a:gd name="T7" fmla="*/ 574 h 62"/>
                <a:gd name="T8" fmla="*/ 108 w 13"/>
                <a:gd name="T9" fmla="*/ 298 h 62"/>
                <a:gd name="T10" fmla="*/ 116 w 13"/>
                <a:gd name="T11" fmla="*/ 0 h 62"/>
                <a:gd name="T12" fmla="*/ 73 w 13"/>
                <a:gd name="T13" fmla="*/ 223 h 62"/>
                <a:gd name="T14" fmla="*/ 0 w 13"/>
                <a:gd name="T15" fmla="*/ 223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62">
                  <a:moveTo>
                    <a:pt x="3" y="29"/>
                  </a:moveTo>
                  <a:cubicBezTo>
                    <a:pt x="6" y="36"/>
                    <a:pt x="5" y="44"/>
                    <a:pt x="5" y="52"/>
                  </a:cubicBezTo>
                  <a:cubicBezTo>
                    <a:pt x="5" y="54"/>
                    <a:pt x="4" y="60"/>
                    <a:pt x="6" y="61"/>
                  </a:cubicBezTo>
                  <a:cubicBezTo>
                    <a:pt x="10" y="62"/>
                    <a:pt x="10" y="54"/>
                    <a:pt x="11" y="52"/>
                  </a:cubicBezTo>
                  <a:cubicBezTo>
                    <a:pt x="13" y="43"/>
                    <a:pt x="13" y="36"/>
                    <a:pt x="12" y="27"/>
                  </a:cubicBezTo>
                  <a:cubicBezTo>
                    <a:pt x="11" y="18"/>
                    <a:pt x="13" y="8"/>
                    <a:pt x="13" y="0"/>
                  </a:cubicBezTo>
                  <a:cubicBezTo>
                    <a:pt x="11" y="5"/>
                    <a:pt x="12" y="16"/>
                    <a:pt x="8" y="20"/>
                  </a:cubicBezTo>
                  <a:cubicBezTo>
                    <a:pt x="5" y="22"/>
                    <a:pt x="3" y="19"/>
                    <a:pt x="0" y="2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2" name="Freeform 113">
              <a:extLst>
                <a:ext uri="{FF2B5EF4-FFF2-40B4-BE49-F238E27FC236}">
                  <a16:creationId xmlns:a16="http://schemas.microsoft.com/office/drawing/2014/main" id="{11B9729A-44F7-40B5-A4FF-15EF502F3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327"/>
              <a:ext cx="27" cy="103"/>
            </a:xfrm>
            <a:custGeom>
              <a:avLst/>
              <a:gdLst>
                <a:gd name="T0" fmla="*/ 0 w 13"/>
                <a:gd name="T1" fmla="*/ 347 h 46"/>
                <a:gd name="T2" fmla="*/ 108 w 13"/>
                <a:gd name="T3" fmla="*/ 517 h 46"/>
                <a:gd name="T4" fmla="*/ 73 w 13"/>
                <a:gd name="T5" fmla="*/ 372 h 46"/>
                <a:gd name="T6" fmla="*/ 44 w 13"/>
                <a:gd name="T7" fmla="*/ 202 h 46"/>
                <a:gd name="T8" fmla="*/ 8 w 13"/>
                <a:gd name="T9" fmla="*/ 0 h 46"/>
                <a:gd name="T10" fmla="*/ 0 w 13"/>
                <a:gd name="T11" fmla="*/ 32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6">
                  <a:moveTo>
                    <a:pt x="0" y="31"/>
                  </a:moveTo>
                  <a:cubicBezTo>
                    <a:pt x="3" y="36"/>
                    <a:pt x="7" y="43"/>
                    <a:pt x="12" y="46"/>
                  </a:cubicBezTo>
                  <a:cubicBezTo>
                    <a:pt x="13" y="42"/>
                    <a:pt x="9" y="36"/>
                    <a:pt x="8" y="33"/>
                  </a:cubicBezTo>
                  <a:cubicBezTo>
                    <a:pt x="7" y="28"/>
                    <a:pt x="6" y="23"/>
                    <a:pt x="5" y="18"/>
                  </a:cubicBezTo>
                  <a:cubicBezTo>
                    <a:pt x="4" y="13"/>
                    <a:pt x="4" y="3"/>
                    <a:pt x="1" y="0"/>
                  </a:cubicBezTo>
                  <a:cubicBezTo>
                    <a:pt x="1" y="6"/>
                    <a:pt x="7" y="26"/>
                    <a:pt x="0" y="29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3" name="Freeform 114">
              <a:extLst>
                <a:ext uri="{FF2B5EF4-FFF2-40B4-BE49-F238E27FC236}">
                  <a16:creationId xmlns:a16="http://schemas.microsoft.com/office/drawing/2014/main" id="{2316425E-FBA4-440D-904E-E80E8D9E6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418"/>
              <a:ext cx="29" cy="67"/>
            </a:xfrm>
            <a:custGeom>
              <a:avLst/>
              <a:gdLst>
                <a:gd name="T0" fmla="*/ 0 w 14"/>
                <a:gd name="T1" fmla="*/ 235 h 30"/>
                <a:gd name="T2" fmla="*/ 73 w 14"/>
                <a:gd name="T3" fmla="*/ 335 h 30"/>
                <a:gd name="T4" fmla="*/ 99 w 14"/>
                <a:gd name="T5" fmla="*/ 0 h 30"/>
                <a:gd name="T6" fmla="*/ 25 w 14"/>
                <a:gd name="T7" fmla="*/ 25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0">
                  <a:moveTo>
                    <a:pt x="0" y="21"/>
                  </a:moveTo>
                  <a:cubicBezTo>
                    <a:pt x="4" y="21"/>
                    <a:pt x="6" y="27"/>
                    <a:pt x="8" y="30"/>
                  </a:cubicBezTo>
                  <a:cubicBezTo>
                    <a:pt x="14" y="22"/>
                    <a:pt x="13" y="9"/>
                    <a:pt x="11" y="0"/>
                  </a:cubicBezTo>
                  <a:cubicBezTo>
                    <a:pt x="12" y="6"/>
                    <a:pt x="13" y="23"/>
                    <a:pt x="3" y="23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4" name="Freeform 115">
              <a:extLst>
                <a:ext uri="{FF2B5EF4-FFF2-40B4-BE49-F238E27FC236}">
                  <a16:creationId xmlns:a16="http://schemas.microsoft.com/office/drawing/2014/main" id="{B6A07041-6F0B-45C6-91B0-6B8985092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050"/>
              <a:ext cx="41" cy="40"/>
            </a:xfrm>
            <a:custGeom>
              <a:avLst/>
              <a:gdLst>
                <a:gd name="T0" fmla="*/ 0 w 20"/>
                <a:gd name="T1" fmla="*/ 9 h 18"/>
                <a:gd name="T2" fmla="*/ 16 w 20"/>
                <a:gd name="T3" fmla="*/ 118 h 18"/>
                <a:gd name="T4" fmla="*/ 156 w 20"/>
                <a:gd name="T5" fmla="*/ 198 h 18"/>
                <a:gd name="T6" fmla="*/ 131 w 20"/>
                <a:gd name="T7" fmla="*/ 0 h 18"/>
                <a:gd name="T8" fmla="*/ 96 w 20"/>
                <a:gd name="T9" fmla="*/ 1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0" y="1"/>
                  </a:moveTo>
                  <a:cubicBezTo>
                    <a:pt x="1" y="4"/>
                    <a:pt x="2" y="8"/>
                    <a:pt x="2" y="11"/>
                  </a:cubicBezTo>
                  <a:cubicBezTo>
                    <a:pt x="9" y="10"/>
                    <a:pt x="12" y="16"/>
                    <a:pt x="18" y="18"/>
                  </a:cubicBezTo>
                  <a:cubicBezTo>
                    <a:pt x="20" y="14"/>
                    <a:pt x="16" y="4"/>
                    <a:pt x="15" y="0"/>
                  </a:cubicBezTo>
                  <a:cubicBezTo>
                    <a:pt x="15" y="3"/>
                    <a:pt x="17" y="12"/>
                    <a:pt x="11" y="11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5" name="Freeform 116">
              <a:extLst>
                <a:ext uri="{FF2B5EF4-FFF2-40B4-BE49-F238E27FC236}">
                  <a16:creationId xmlns:a16="http://schemas.microsoft.com/office/drawing/2014/main" id="{A98F69AE-4523-429E-B16E-B83986130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124"/>
              <a:ext cx="19" cy="67"/>
            </a:xfrm>
            <a:custGeom>
              <a:avLst/>
              <a:gdLst>
                <a:gd name="T0" fmla="*/ 57 w 9"/>
                <a:gd name="T1" fmla="*/ 0 h 30"/>
                <a:gd name="T2" fmla="*/ 57 w 9"/>
                <a:gd name="T3" fmla="*/ 335 h 30"/>
                <a:gd name="T4" fmla="*/ 0 w 9"/>
                <a:gd name="T5" fmla="*/ 154 h 30"/>
                <a:gd name="T6" fmla="*/ 17 w 9"/>
                <a:gd name="T7" fmla="*/ 179 h 30"/>
                <a:gd name="T8" fmla="*/ 49 w 9"/>
                <a:gd name="T9" fmla="*/ 6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0">
                  <a:moveTo>
                    <a:pt x="6" y="0"/>
                  </a:moveTo>
                  <a:cubicBezTo>
                    <a:pt x="9" y="9"/>
                    <a:pt x="5" y="20"/>
                    <a:pt x="6" y="30"/>
                  </a:cubicBezTo>
                  <a:cubicBezTo>
                    <a:pt x="3" y="25"/>
                    <a:pt x="4" y="19"/>
                    <a:pt x="0" y="14"/>
                  </a:cubicBezTo>
                  <a:cubicBezTo>
                    <a:pt x="1" y="15"/>
                    <a:pt x="1" y="15"/>
                    <a:pt x="2" y="16"/>
                  </a:cubicBezTo>
                  <a:cubicBezTo>
                    <a:pt x="5" y="14"/>
                    <a:pt x="5" y="9"/>
                    <a:pt x="5" y="6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6" name="Freeform 117">
              <a:extLst>
                <a:ext uri="{FF2B5EF4-FFF2-40B4-BE49-F238E27FC236}">
                  <a16:creationId xmlns:a16="http://schemas.microsoft.com/office/drawing/2014/main" id="{BC6C6F12-6361-4454-8414-1D39707B0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106"/>
              <a:ext cx="32" cy="63"/>
            </a:xfrm>
            <a:custGeom>
              <a:avLst/>
              <a:gdLst>
                <a:gd name="T0" fmla="*/ 128 w 15"/>
                <a:gd name="T1" fmla="*/ 36 h 28"/>
                <a:gd name="T2" fmla="*/ 0 w 15"/>
                <a:gd name="T3" fmla="*/ 320 h 28"/>
                <a:gd name="T4" fmla="*/ 117 w 15"/>
                <a:gd name="T5" fmla="*/ 194 h 28"/>
                <a:gd name="T6" fmla="*/ 145 w 15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">
                  <a:moveTo>
                    <a:pt x="13" y="3"/>
                  </a:moveTo>
                  <a:cubicBezTo>
                    <a:pt x="7" y="9"/>
                    <a:pt x="0" y="20"/>
                    <a:pt x="0" y="28"/>
                  </a:cubicBezTo>
                  <a:cubicBezTo>
                    <a:pt x="4" y="25"/>
                    <a:pt x="8" y="21"/>
                    <a:pt x="12" y="17"/>
                  </a:cubicBezTo>
                  <a:cubicBezTo>
                    <a:pt x="7" y="18"/>
                    <a:pt x="11" y="1"/>
                    <a:pt x="15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7" name="Freeform 118">
              <a:extLst>
                <a:ext uri="{FF2B5EF4-FFF2-40B4-BE49-F238E27FC236}">
                  <a16:creationId xmlns:a16="http://schemas.microsoft.com/office/drawing/2014/main" id="{33B24502-B1A2-4C17-8F28-89A699DED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12"/>
              <a:ext cx="35" cy="25"/>
            </a:xfrm>
            <a:custGeom>
              <a:avLst/>
              <a:gdLst>
                <a:gd name="T0" fmla="*/ 0 w 17"/>
                <a:gd name="T1" fmla="*/ 57 h 11"/>
                <a:gd name="T2" fmla="*/ 148 w 17"/>
                <a:gd name="T3" fmla="*/ 11 h 11"/>
                <a:gd name="T4" fmla="*/ 43 w 17"/>
                <a:gd name="T5" fmla="*/ 130 h 11"/>
                <a:gd name="T6" fmla="*/ 60 w 17"/>
                <a:gd name="T7" fmla="*/ 5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0" y="5"/>
                  </a:moveTo>
                  <a:cubicBezTo>
                    <a:pt x="6" y="5"/>
                    <a:pt x="11" y="0"/>
                    <a:pt x="17" y="1"/>
                  </a:cubicBezTo>
                  <a:cubicBezTo>
                    <a:pt x="13" y="4"/>
                    <a:pt x="9" y="8"/>
                    <a:pt x="5" y="11"/>
                  </a:cubicBezTo>
                  <a:cubicBezTo>
                    <a:pt x="6" y="9"/>
                    <a:pt x="6" y="7"/>
                    <a:pt x="7" y="5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8" name="Freeform 119">
              <a:extLst>
                <a:ext uri="{FF2B5EF4-FFF2-40B4-BE49-F238E27FC236}">
                  <a16:creationId xmlns:a16="http://schemas.microsoft.com/office/drawing/2014/main" id="{64DCD058-0902-4771-97DC-0C088407B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048"/>
              <a:ext cx="21" cy="42"/>
            </a:xfrm>
            <a:custGeom>
              <a:avLst/>
              <a:gdLst>
                <a:gd name="T0" fmla="*/ 0 w 10"/>
                <a:gd name="T1" fmla="*/ 0 h 19"/>
                <a:gd name="T2" fmla="*/ 27 w 10"/>
                <a:gd name="T3" fmla="*/ 97 h 19"/>
                <a:gd name="T4" fmla="*/ 67 w 10"/>
                <a:gd name="T5" fmla="*/ 206 h 19"/>
                <a:gd name="T6" fmla="*/ 84 w 10"/>
                <a:gd name="T7" fmla="*/ 88 h 19"/>
                <a:gd name="T8" fmla="*/ 17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0" y="0"/>
                  </a:moveTo>
                  <a:cubicBezTo>
                    <a:pt x="2" y="3"/>
                    <a:pt x="2" y="6"/>
                    <a:pt x="3" y="9"/>
                  </a:cubicBezTo>
                  <a:cubicBezTo>
                    <a:pt x="4" y="13"/>
                    <a:pt x="7" y="15"/>
                    <a:pt x="7" y="19"/>
                  </a:cubicBezTo>
                  <a:cubicBezTo>
                    <a:pt x="6" y="17"/>
                    <a:pt x="4" y="8"/>
                    <a:pt x="9" y="8"/>
                  </a:cubicBezTo>
                  <a:cubicBezTo>
                    <a:pt x="10" y="3"/>
                    <a:pt x="3" y="4"/>
                    <a:pt x="2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9" name="Freeform 120">
              <a:extLst>
                <a:ext uri="{FF2B5EF4-FFF2-40B4-BE49-F238E27FC236}">
                  <a16:creationId xmlns:a16="http://schemas.microsoft.com/office/drawing/2014/main" id="{A3632BE2-7062-4A4B-85C2-14A4BD892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015"/>
              <a:ext cx="21" cy="26"/>
            </a:xfrm>
            <a:custGeom>
              <a:avLst/>
              <a:gdLst>
                <a:gd name="T0" fmla="*/ 0 w 10"/>
                <a:gd name="T1" fmla="*/ 0 h 12"/>
                <a:gd name="T2" fmla="*/ 57 w 10"/>
                <a:gd name="T3" fmla="*/ 121 h 12"/>
                <a:gd name="T4" fmla="*/ 92 w 10"/>
                <a:gd name="T5" fmla="*/ 72 h 12"/>
                <a:gd name="T6" fmla="*/ 8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4" y="2"/>
                    <a:pt x="5" y="9"/>
                    <a:pt x="6" y="12"/>
                  </a:cubicBezTo>
                  <a:cubicBezTo>
                    <a:pt x="6" y="9"/>
                    <a:pt x="6" y="7"/>
                    <a:pt x="10" y="7"/>
                  </a:cubicBezTo>
                  <a:cubicBezTo>
                    <a:pt x="7" y="5"/>
                    <a:pt x="4" y="2"/>
                    <a:pt x="1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0" name="Freeform 121">
              <a:extLst>
                <a:ext uri="{FF2B5EF4-FFF2-40B4-BE49-F238E27FC236}">
                  <a16:creationId xmlns:a16="http://schemas.microsoft.com/office/drawing/2014/main" id="{C31C9A72-0D31-44D6-92C5-6FAB96A0C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021"/>
              <a:ext cx="29" cy="16"/>
            </a:xfrm>
            <a:custGeom>
              <a:avLst/>
              <a:gdLst>
                <a:gd name="T0" fmla="*/ 0 w 14"/>
                <a:gd name="T1" fmla="*/ 0 h 7"/>
                <a:gd name="T2" fmla="*/ 52 w 14"/>
                <a:gd name="T3" fmla="*/ 85 h 7"/>
                <a:gd name="T4" fmla="*/ 124 w 14"/>
                <a:gd name="T5" fmla="*/ 57 h 7"/>
                <a:gd name="T6" fmla="*/ 25 w 1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3" y="1"/>
                    <a:pt x="7" y="3"/>
                    <a:pt x="6" y="7"/>
                  </a:cubicBezTo>
                  <a:cubicBezTo>
                    <a:pt x="8" y="6"/>
                    <a:pt x="11" y="6"/>
                    <a:pt x="14" y="5"/>
                  </a:cubicBezTo>
                  <a:cubicBezTo>
                    <a:pt x="12" y="1"/>
                    <a:pt x="7" y="2"/>
                    <a:pt x="3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1" name="Freeform 122">
              <a:extLst>
                <a:ext uri="{FF2B5EF4-FFF2-40B4-BE49-F238E27FC236}">
                  <a16:creationId xmlns:a16="http://schemas.microsoft.com/office/drawing/2014/main" id="{4B693DBA-8186-46F4-80B6-F45E8AA17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983"/>
              <a:ext cx="69" cy="52"/>
            </a:xfrm>
            <a:custGeom>
              <a:avLst/>
              <a:gdLst>
                <a:gd name="T0" fmla="*/ 0 w 33"/>
                <a:gd name="T1" fmla="*/ 267 h 23"/>
                <a:gd name="T2" fmla="*/ 293 w 33"/>
                <a:gd name="T3" fmla="*/ 25 h 23"/>
                <a:gd name="T4" fmla="*/ 301 w 33"/>
                <a:gd name="T5" fmla="*/ 36 h 23"/>
                <a:gd name="T6" fmla="*/ 144 w 33"/>
                <a:gd name="T7" fmla="*/ 14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3">
                  <a:moveTo>
                    <a:pt x="0" y="23"/>
                  </a:moveTo>
                  <a:cubicBezTo>
                    <a:pt x="5" y="15"/>
                    <a:pt x="22" y="0"/>
                    <a:pt x="32" y="2"/>
                  </a:cubicBezTo>
                  <a:cubicBezTo>
                    <a:pt x="32" y="2"/>
                    <a:pt x="33" y="2"/>
                    <a:pt x="33" y="3"/>
                  </a:cubicBezTo>
                  <a:cubicBezTo>
                    <a:pt x="27" y="4"/>
                    <a:pt x="20" y="10"/>
                    <a:pt x="16" y="13"/>
                  </a:cubicBezTo>
                </a:path>
              </a:pathLst>
            </a:custGeom>
            <a:solidFill>
              <a:srgbClr val="FB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2" name="Freeform 123">
              <a:extLst>
                <a:ext uri="{FF2B5EF4-FFF2-40B4-BE49-F238E27FC236}">
                  <a16:creationId xmlns:a16="http://schemas.microsoft.com/office/drawing/2014/main" id="{26ED1F40-993C-4A6F-BBD6-777D579EB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972"/>
              <a:ext cx="18" cy="14"/>
            </a:xfrm>
            <a:custGeom>
              <a:avLst/>
              <a:gdLst>
                <a:gd name="T0" fmla="*/ 16 w 9"/>
                <a:gd name="T1" fmla="*/ 37 h 6"/>
                <a:gd name="T2" fmla="*/ 8 w 9"/>
                <a:gd name="T3" fmla="*/ 77 h 6"/>
                <a:gd name="T4" fmla="*/ 56 w 9"/>
                <a:gd name="T5" fmla="*/ 0 h 6"/>
                <a:gd name="T6" fmla="*/ 16 w 9"/>
                <a:gd name="T7" fmla="*/ 4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2" y="3"/>
                  </a:moveTo>
                  <a:cubicBezTo>
                    <a:pt x="1" y="4"/>
                    <a:pt x="0" y="5"/>
                    <a:pt x="1" y="6"/>
                  </a:cubicBezTo>
                  <a:cubicBezTo>
                    <a:pt x="4" y="6"/>
                    <a:pt x="9" y="3"/>
                    <a:pt x="7" y="0"/>
                  </a:cubicBezTo>
                  <a:cubicBezTo>
                    <a:pt x="5" y="0"/>
                    <a:pt x="3" y="1"/>
                    <a:pt x="2" y="4"/>
                  </a:cubicBezTo>
                </a:path>
              </a:pathLst>
            </a:custGeom>
            <a:solidFill>
              <a:srgbClr val="FB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3" name="Freeform 124">
              <a:extLst>
                <a:ext uri="{FF2B5EF4-FFF2-40B4-BE49-F238E27FC236}">
                  <a16:creationId xmlns:a16="http://schemas.microsoft.com/office/drawing/2014/main" id="{D02F8E3B-C9DE-40FB-8AE4-50A15092A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039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24 w 5"/>
                <a:gd name="T3" fmla="*/ 45 h 4"/>
                <a:gd name="T4" fmla="*/ 4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2"/>
                    <a:pt x="0" y="2"/>
                    <a:pt x="3" y="4"/>
                  </a:cubicBezTo>
                  <a:cubicBezTo>
                    <a:pt x="5" y="3"/>
                    <a:pt x="5" y="2"/>
                    <a:pt x="5" y="0"/>
                  </a:cubicBezTo>
                </a:path>
              </a:pathLst>
            </a:custGeom>
            <a:solidFill>
              <a:srgbClr val="FB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4" name="Freeform 125">
              <a:extLst>
                <a:ext uri="{FF2B5EF4-FFF2-40B4-BE49-F238E27FC236}">
                  <a16:creationId xmlns:a16="http://schemas.microsoft.com/office/drawing/2014/main" id="{92E13298-EC8E-4CB8-A963-653BCB949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367"/>
              <a:ext cx="127" cy="89"/>
            </a:xfrm>
            <a:custGeom>
              <a:avLst/>
              <a:gdLst>
                <a:gd name="T0" fmla="*/ 0 w 61"/>
                <a:gd name="T1" fmla="*/ 100 h 40"/>
                <a:gd name="T2" fmla="*/ 192 w 61"/>
                <a:gd name="T3" fmla="*/ 323 h 40"/>
                <a:gd name="T4" fmla="*/ 550 w 61"/>
                <a:gd name="T5" fmla="*/ 432 h 40"/>
                <a:gd name="T6" fmla="*/ 333 w 61"/>
                <a:gd name="T7" fmla="*/ 234 h 40"/>
                <a:gd name="T8" fmla="*/ 233 w 61"/>
                <a:gd name="T9" fmla="*/ 0 h 40"/>
                <a:gd name="T10" fmla="*/ 83 w 61"/>
                <a:gd name="T11" fmla="*/ 134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0">
                  <a:moveTo>
                    <a:pt x="0" y="9"/>
                  </a:moveTo>
                  <a:cubicBezTo>
                    <a:pt x="2" y="18"/>
                    <a:pt x="13" y="25"/>
                    <a:pt x="21" y="29"/>
                  </a:cubicBezTo>
                  <a:cubicBezTo>
                    <a:pt x="29" y="34"/>
                    <a:pt x="52" y="40"/>
                    <a:pt x="61" y="39"/>
                  </a:cubicBezTo>
                  <a:cubicBezTo>
                    <a:pt x="54" y="37"/>
                    <a:pt x="43" y="27"/>
                    <a:pt x="37" y="21"/>
                  </a:cubicBezTo>
                  <a:cubicBezTo>
                    <a:pt x="31" y="15"/>
                    <a:pt x="31" y="7"/>
                    <a:pt x="26" y="0"/>
                  </a:cubicBezTo>
                  <a:cubicBezTo>
                    <a:pt x="26" y="12"/>
                    <a:pt x="20" y="12"/>
                    <a:pt x="9" y="12"/>
                  </a:cubicBezTo>
                </a:path>
              </a:pathLst>
            </a:custGeom>
            <a:solidFill>
              <a:srgbClr val="D2B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5" name="Freeform 126">
              <a:extLst>
                <a:ext uri="{FF2B5EF4-FFF2-40B4-BE49-F238E27FC236}">
                  <a16:creationId xmlns:a16="http://schemas.microsoft.com/office/drawing/2014/main" id="{EAA7FAE6-8E0B-4CA5-B5B1-8111C2DE6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434"/>
              <a:ext cx="61" cy="20"/>
            </a:xfrm>
            <a:custGeom>
              <a:avLst/>
              <a:gdLst>
                <a:gd name="T0" fmla="*/ 0 w 29"/>
                <a:gd name="T1" fmla="*/ 20 h 9"/>
                <a:gd name="T2" fmla="*/ 141 w 29"/>
                <a:gd name="T3" fmla="*/ 80 h 9"/>
                <a:gd name="T4" fmla="*/ 269 w 29"/>
                <a:gd name="T5" fmla="*/ 98 h 9"/>
                <a:gd name="T6" fmla="*/ 204 w 29"/>
                <a:gd name="T7" fmla="*/ 53 h 9"/>
                <a:gd name="T8" fmla="*/ 151 w 29"/>
                <a:gd name="T9" fmla="*/ 0 h 9"/>
                <a:gd name="T10" fmla="*/ 93 w 29"/>
                <a:gd name="T11" fmla="*/ 4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9">
                  <a:moveTo>
                    <a:pt x="0" y="2"/>
                  </a:moveTo>
                  <a:cubicBezTo>
                    <a:pt x="4" y="5"/>
                    <a:pt x="10" y="6"/>
                    <a:pt x="15" y="7"/>
                  </a:cubicBezTo>
                  <a:cubicBezTo>
                    <a:pt x="19" y="8"/>
                    <a:pt x="24" y="9"/>
                    <a:pt x="29" y="9"/>
                  </a:cubicBezTo>
                  <a:cubicBezTo>
                    <a:pt x="26" y="8"/>
                    <a:pt x="24" y="6"/>
                    <a:pt x="22" y="5"/>
                  </a:cubicBezTo>
                  <a:cubicBezTo>
                    <a:pt x="20" y="3"/>
                    <a:pt x="18" y="1"/>
                    <a:pt x="16" y="0"/>
                  </a:cubicBezTo>
                  <a:cubicBezTo>
                    <a:pt x="18" y="3"/>
                    <a:pt x="12" y="5"/>
                    <a:pt x="10" y="4"/>
                  </a:cubicBezTo>
                </a:path>
              </a:pathLst>
            </a:custGeom>
            <a:solidFill>
              <a:srgbClr val="BE9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6" name="Freeform 127">
              <a:extLst>
                <a:ext uri="{FF2B5EF4-FFF2-40B4-BE49-F238E27FC236}">
                  <a16:creationId xmlns:a16="http://schemas.microsoft.com/office/drawing/2014/main" id="{360E4432-5BF7-4A9A-9DEB-1CABE3C71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681"/>
              <a:ext cx="56" cy="47"/>
            </a:xfrm>
            <a:custGeom>
              <a:avLst/>
              <a:gdLst>
                <a:gd name="T0" fmla="*/ 0 w 27"/>
                <a:gd name="T1" fmla="*/ 110 h 21"/>
                <a:gd name="T2" fmla="*/ 241 w 2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1">
                  <a:moveTo>
                    <a:pt x="0" y="10"/>
                  </a:moveTo>
                  <a:cubicBezTo>
                    <a:pt x="11" y="21"/>
                    <a:pt x="21" y="9"/>
                    <a:pt x="2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7" name="Freeform 128">
              <a:extLst>
                <a:ext uri="{FF2B5EF4-FFF2-40B4-BE49-F238E27FC236}">
                  <a16:creationId xmlns:a16="http://schemas.microsoft.com/office/drawing/2014/main" id="{41735973-81BA-4F60-A10F-EB3578191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694"/>
              <a:ext cx="50" cy="43"/>
            </a:xfrm>
            <a:custGeom>
              <a:avLst/>
              <a:gdLst>
                <a:gd name="T0" fmla="*/ 217 w 24"/>
                <a:gd name="T1" fmla="*/ 129 h 19"/>
                <a:gd name="T2" fmla="*/ 17 w 24"/>
                <a:gd name="T3" fmla="*/ 93 h 19"/>
                <a:gd name="T4" fmla="*/ 8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24" y="11"/>
                  </a:moveTo>
                  <a:cubicBezTo>
                    <a:pt x="15" y="15"/>
                    <a:pt x="7" y="19"/>
                    <a:pt x="2" y="8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8" name="Freeform 129">
              <a:extLst>
                <a:ext uri="{FF2B5EF4-FFF2-40B4-BE49-F238E27FC236}">
                  <a16:creationId xmlns:a16="http://schemas.microsoft.com/office/drawing/2014/main" id="{EC53D014-AC14-4274-83B8-5A758FCF6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636"/>
              <a:ext cx="32" cy="18"/>
            </a:xfrm>
            <a:custGeom>
              <a:avLst/>
              <a:gdLst>
                <a:gd name="T0" fmla="*/ 0 w 15"/>
                <a:gd name="T1" fmla="*/ 0 h 8"/>
                <a:gd name="T2" fmla="*/ 145 w 15"/>
                <a:gd name="T3" fmla="*/ 4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3" y="6"/>
                    <a:pt x="10" y="8"/>
                    <a:pt x="15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9" name="Freeform 130">
              <a:extLst>
                <a:ext uri="{FF2B5EF4-FFF2-40B4-BE49-F238E27FC236}">
                  <a16:creationId xmlns:a16="http://schemas.microsoft.com/office/drawing/2014/main" id="{59559DC9-5B77-4AFD-B65E-C17490969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701"/>
              <a:ext cx="46" cy="27"/>
            </a:xfrm>
            <a:custGeom>
              <a:avLst/>
              <a:gdLst>
                <a:gd name="T0" fmla="*/ 0 w 22"/>
                <a:gd name="T1" fmla="*/ 0 h 12"/>
                <a:gd name="T2" fmla="*/ 201 w 22"/>
                <a:gd name="T3" fmla="*/ 4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0"/>
                  </a:moveTo>
                  <a:cubicBezTo>
                    <a:pt x="3" y="9"/>
                    <a:pt x="16" y="12"/>
                    <a:pt x="22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0" name="Freeform 131">
              <a:extLst>
                <a:ext uri="{FF2B5EF4-FFF2-40B4-BE49-F238E27FC236}">
                  <a16:creationId xmlns:a16="http://schemas.microsoft.com/office/drawing/2014/main" id="{A4FB07B4-9F11-4E0B-A313-82D081AEA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3634"/>
              <a:ext cx="50" cy="33"/>
            </a:xfrm>
            <a:custGeom>
              <a:avLst/>
              <a:gdLst>
                <a:gd name="T0" fmla="*/ 0 w 24"/>
                <a:gd name="T1" fmla="*/ 0 h 15"/>
                <a:gd name="T2" fmla="*/ 217 w 24"/>
                <a:gd name="T3" fmla="*/ 4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5">
                  <a:moveTo>
                    <a:pt x="0" y="0"/>
                  </a:moveTo>
                  <a:cubicBezTo>
                    <a:pt x="7" y="11"/>
                    <a:pt x="13" y="15"/>
                    <a:pt x="24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1" name="Freeform 132">
              <a:extLst>
                <a:ext uri="{FF2B5EF4-FFF2-40B4-BE49-F238E27FC236}">
                  <a16:creationId xmlns:a16="http://schemas.microsoft.com/office/drawing/2014/main" id="{5338D273-43B2-4D25-B712-6A05FD8CE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625"/>
              <a:ext cx="25" cy="51"/>
            </a:xfrm>
            <a:custGeom>
              <a:avLst/>
              <a:gdLst>
                <a:gd name="T0" fmla="*/ 92 w 12"/>
                <a:gd name="T1" fmla="*/ 0 h 23"/>
                <a:gd name="T2" fmla="*/ 0 w 12"/>
                <a:gd name="T3" fmla="*/ 17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10" y="0"/>
                  </a:moveTo>
                  <a:cubicBezTo>
                    <a:pt x="12" y="6"/>
                    <a:pt x="7" y="23"/>
                    <a:pt x="0" y="1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2" name="Freeform 133">
              <a:extLst>
                <a:ext uri="{FF2B5EF4-FFF2-40B4-BE49-F238E27FC236}">
                  <a16:creationId xmlns:a16="http://schemas.microsoft.com/office/drawing/2014/main" id="{B4A0673E-1615-4D9B-A598-EF44B6F5D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663"/>
              <a:ext cx="44" cy="42"/>
            </a:xfrm>
            <a:custGeom>
              <a:avLst/>
              <a:gdLst>
                <a:gd name="T0" fmla="*/ 0 w 21"/>
                <a:gd name="T1" fmla="*/ 206 h 19"/>
                <a:gd name="T2" fmla="*/ 149 w 2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8" y="17"/>
                    <a:pt x="21" y="14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3" name="Freeform 134">
              <a:extLst>
                <a:ext uri="{FF2B5EF4-FFF2-40B4-BE49-F238E27FC236}">
                  <a16:creationId xmlns:a16="http://schemas.microsoft.com/office/drawing/2014/main" id="{5226C0D2-D438-401E-AA8D-8C92B7A47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714"/>
              <a:ext cx="33" cy="34"/>
            </a:xfrm>
            <a:custGeom>
              <a:avLst/>
              <a:gdLst>
                <a:gd name="T0" fmla="*/ 0 w 16"/>
                <a:gd name="T1" fmla="*/ 118 h 15"/>
                <a:gd name="T2" fmla="*/ 140 w 1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6" y="15"/>
                    <a:pt x="15" y="6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4" name="Freeform 135">
              <a:extLst>
                <a:ext uri="{FF2B5EF4-FFF2-40B4-BE49-F238E27FC236}">
                  <a16:creationId xmlns:a16="http://schemas.microsoft.com/office/drawing/2014/main" id="{AB9AEAE9-C6A8-4864-82D4-9EBDFFCF5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730"/>
              <a:ext cx="69" cy="42"/>
            </a:xfrm>
            <a:custGeom>
              <a:avLst/>
              <a:gdLst>
                <a:gd name="T0" fmla="*/ 27 w 33"/>
                <a:gd name="T1" fmla="*/ 73 h 19"/>
                <a:gd name="T2" fmla="*/ 109 w 33"/>
                <a:gd name="T3" fmla="*/ 206 h 19"/>
                <a:gd name="T4" fmla="*/ 236 w 3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" y="7"/>
                  </a:moveTo>
                  <a:cubicBezTo>
                    <a:pt x="0" y="12"/>
                    <a:pt x="6" y="19"/>
                    <a:pt x="12" y="19"/>
                  </a:cubicBezTo>
                  <a:cubicBezTo>
                    <a:pt x="19" y="19"/>
                    <a:pt x="33" y="9"/>
                    <a:pt x="2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5" name="Freeform 136">
              <a:extLst>
                <a:ext uri="{FF2B5EF4-FFF2-40B4-BE49-F238E27FC236}">
                  <a16:creationId xmlns:a16="http://schemas.microsoft.com/office/drawing/2014/main" id="{177E50C5-DBB6-449B-98FB-41A98DC53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748"/>
              <a:ext cx="19" cy="13"/>
            </a:xfrm>
            <a:custGeom>
              <a:avLst/>
              <a:gdLst>
                <a:gd name="T0" fmla="*/ 0 w 9"/>
                <a:gd name="T1" fmla="*/ 20 h 6"/>
                <a:gd name="T2" fmla="*/ 84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2"/>
                  </a:moveTo>
                  <a:cubicBezTo>
                    <a:pt x="1" y="6"/>
                    <a:pt x="8" y="1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6" name="Freeform 137">
              <a:extLst>
                <a:ext uri="{FF2B5EF4-FFF2-40B4-BE49-F238E27FC236}">
                  <a16:creationId xmlns:a16="http://schemas.microsoft.com/office/drawing/2014/main" id="{3B5E7608-6475-41CF-BA49-1799CA9A7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701"/>
              <a:ext cx="17" cy="9"/>
            </a:xfrm>
            <a:custGeom>
              <a:avLst/>
              <a:gdLst>
                <a:gd name="T0" fmla="*/ 0 w 8"/>
                <a:gd name="T1" fmla="*/ 0 h 4"/>
                <a:gd name="T2" fmla="*/ 77 w 8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0" y="4"/>
                    <a:pt x="5" y="3"/>
                    <a:pt x="8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7" name="Freeform 138">
              <a:extLst>
                <a:ext uri="{FF2B5EF4-FFF2-40B4-BE49-F238E27FC236}">
                  <a16:creationId xmlns:a16="http://schemas.microsoft.com/office/drawing/2014/main" id="{0C215C2D-A3D9-47F0-ADF2-4FB017B12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571"/>
              <a:ext cx="57" cy="27"/>
            </a:xfrm>
            <a:custGeom>
              <a:avLst/>
              <a:gdLst>
                <a:gd name="T0" fmla="*/ 0 w 27"/>
                <a:gd name="T1" fmla="*/ 25 h 12"/>
                <a:gd name="T2" fmla="*/ 253 w 2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0" y="2"/>
                  </a:moveTo>
                  <a:cubicBezTo>
                    <a:pt x="9" y="12"/>
                    <a:pt x="18" y="7"/>
                    <a:pt x="2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8" name="Freeform 139">
              <a:extLst>
                <a:ext uri="{FF2B5EF4-FFF2-40B4-BE49-F238E27FC236}">
                  <a16:creationId xmlns:a16="http://schemas.microsoft.com/office/drawing/2014/main" id="{5487F2AF-9062-41F1-AC2D-B93486FEE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609"/>
              <a:ext cx="61" cy="41"/>
            </a:xfrm>
            <a:custGeom>
              <a:avLst/>
              <a:gdLst>
                <a:gd name="T0" fmla="*/ 8 w 29"/>
                <a:gd name="T1" fmla="*/ 57 h 18"/>
                <a:gd name="T2" fmla="*/ 76 w 29"/>
                <a:gd name="T3" fmla="*/ 203 h 18"/>
                <a:gd name="T4" fmla="*/ 177 w 2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1" y="5"/>
                  </a:moveTo>
                  <a:cubicBezTo>
                    <a:pt x="0" y="10"/>
                    <a:pt x="2" y="16"/>
                    <a:pt x="8" y="17"/>
                  </a:cubicBezTo>
                  <a:cubicBezTo>
                    <a:pt x="15" y="18"/>
                    <a:pt x="29" y="6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9" name="Freeform 140">
              <a:extLst>
                <a:ext uri="{FF2B5EF4-FFF2-40B4-BE49-F238E27FC236}">
                  <a16:creationId xmlns:a16="http://schemas.microsoft.com/office/drawing/2014/main" id="{533745F9-7C8F-488E-89DA-BF70E8055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685"/>
              <a:ext cx="44" cy="29"/>
            </a:xfrm>
            <a:custGeom>
              <a:avLst/>
              <a:gdLst>
                <a:gd name="T0" fmla="*/ 17 w 21"/>
                <a:gd name="T1" fmla="*/ 56 h 13"/>
                <a:gd name="T2" fmla="*/ 101 w 21"/>
                <a:gd name="T3" fmla="*/ 134 h 13"/>
                <a:gd name="T4" fmla="*/ 128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2" y="5"/>
                  </a:moveTo>
                  <a:cubicBezTo>
                    <a:pt x="0" y="10"/>
                    <a:pt x="7" y="13"/>
                    <a:pt x="11" y="12"/>
                  </a:cubicBezTo>
                  <a:cubicBezTo>
                    <a:pt x="15" y="11"/>
                    <a:pt x="21" y="0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0" name="Freeform 141">
              <a:extLst>
                <a:ext uri="{FF2B5EF4-FFF2-40B4-BE49-F238E27FC236}">
                  <a16:creationId xmlns:a16="http://schemas.microsoft.com/office/drawing/2014/main" id="{5C376CB5-B145-4AA9-B3A2-F3A0E7826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734"/>
              <a:ext cx="48" cy="36"/>
            </a:xfrm>
            <a:custGeom>
              <a:avLst/>
              <a:gdLst>
                <a:gd name="T0" fmla="*/ 0 w 23"/>
                <a:gd name="T1" fmla="*/ 92 h 16"/>
                <a:gd name="T2" fmla="*/ 200 w 2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6">
                  <a:moveTo>
                    <a:pt x="0" y="8"/>
                  </a:moveTo>
                  <a:cubicBezTo>
                    <a:pt x="5" y="16"/>
                    <a:pt x="23" y="8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1" name="Freeform 142">
              <a:extLst>
                <a:ext uri="{FF2B5EF4-FFF2-40B4-BE49-F238E27FC236}">
                  <a16:creationId xmlns:a16="http://schemas.microsoft.com/office/drawing/2014/main" id="{CE42DFC3-B229-4AF8-B9C5-2D65172A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790"/>
              <a:ext cx="42" cy="27"/>
            </a:xfrm>
            <a:custGeom>
              <a:avLst/>
              <a:gdLst>
                <a:gd name="T0" fmla="*/ 17 w 20"/>
                <a:gd name="T1" fmla="*/ 45 h 12"/>
                <a:gd name="T2" fmla="*/ 92 w 20"/>
                <a:gd name="T3" fmla="*/ 126 h 12"/>
                <a:gd name="T4" fmla="*/ 149 w 2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2" y="4"/>
                  </a:moveTo>
                  <a:cubicBezTo>
                    <a:pt x="0" y="9"/>
                    <a:pt x="6" y="12"/>
                    <a:pt x="10" y="11"/>
                  </a:cubicBezTo>
                  <a:cubicBezTo>
                    <a:pt x="14" y="10"/>
                    <a:pt x="20" y="3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2" name="Freeform 143">
              <a:extLst>
                <a:ext uri="{FF2B5EF4-FFF2-40B4-BE49-F238E27FC236}">
                  <a16:creationId xmlns:a16="http://schemas.microsoft.com/office/drawing/2014/main" id="{9603D370-FD3C-4084-9F48-2BF9DFC4D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761"/>
              <a:ext cx="46" cy="27"/>
            </a:xfrm>
            <a:custGeom>
              <a:avLst/>
              <a:gdLst>
                <a:gd name="T0" fmla="*/ 36 w 22"/>
                <a:gd name="T1" fmla="*/ 0 h 12"/>
                <a:gd name="T2" fmla="*/ 165 w 2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4" y="0"/>
                  </a:moveTo>
                  <a:cubicBezTo>
                    <a:pt x="0" y="12"/>
                    <a:pt x="22" y="9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3" name="Freeform 144">
              <a:extLst>
                <a:ext uri="{FF2B5EF4-FFF2-40B4-BE49-F238E27FC236}">
                  <a16:creationId xmlns:a16="http://schemas.microsoft.com/office/drawing/2014/main" id="{EB9FDBB2-4BA1-4E79-9F01-11FC77949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632"/>
              <a:ext cx="54" cy="47"/>
            </a:xfrm>
            <a:custGeom>
              <a:avLst/>
              <a:gdLst>
                <a:gd name="T0" fmla="*/ 64 w 26"/>
                <a:gd name="T1" fmla="*/ 20 h 21"/>
                <a:gd name="T2" fmla="*/ 25 w 26"/>
                <a:gd name="T3" fmla="*/ 134 h 21"/>
                <a:gd name="T4" fmla="*/ 133 w 26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7" y="2"/>
                  </a:moveTo>
                  <a:cubicBezTo>
                    <a:pt x="2" y="0"/>
                    <a:pt x="0" y="8"/>
                    <a:pt x="3" y="12"/>
                  </a:cubicBezTo>
                  <a:cubicBezTo>
                    <a:pt x="13" y="21"/>
                    <a:pt x="26" y="2"/>
                    <a:pt x="15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4" name="Freeform 145">
              <a:extLst>
                <a:ext uri="{FF2B5EF4-FFF2-40B4-BE49-F238E27FC236}">
                  <a16:creationId xmlns:a16="http://schemas.microsoft.com/office/drawing/2014/main" id="{0FD33F6D-B75D-4DAA-80A3-21958B27A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603"/>
              <a:ext cx="50" cy="42"/>
            </a:xfrm>
            <a:custGeom>
              <a:avLst/>
              <a:gdLst>
                <a:gd name="T0" fmla="*/ 0 w 24"/>
                <a:gd name="T1" fmla="*/ 133 h 19"/>
                <a:gd name="T2" fmla="*/ 144 w 2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0" y="12"/>
                  </a:moveTo>
                  <a:cubicBezTo>
                    <a:pt x="7" y="19"/>
                    <a:pt x="24" y="9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5" name="Freeform 146">
              <a:extLst>
                <a:ext uri="{FF2B5EF4-FFF2-40B4-BE49-F238E27FC236}">
                  <a16:creationId xmlns:a16="http://schemas.microsoft.com/office/drawing/2014/main" id="{880FEC5A-637D-4CC5-B8CB-716C066D1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522"/>
              <a:ext cx="71" cy="45"/>
            </a:xfrm>
            <a:custGeom>
              <a:avLst/>
              <a:gdLst>
                <a:gd name="T0" fmla="*/ 75 w 34"/>
                <a:gd name="T1" fmla="*/ 72 h 20"/>
                <a:gd name="T2" fmla="*/ 165 w 34"/>
                <a:gd name="T3" fmla="*/ 207 h 20"/>
                <a:gd name="T4" fmla="*/ 228 w 3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8" y="6"/>
                  </a:moveTo>
                  <a:cubicBezTo>
                    <a:pt x="0" y="14"/>
                    <a:pt x="9" y="20"/>
                    <a:pt x="18" y="18"/>
                  </a:cubicBezTo>
                  <a:cubicBezTo>
                    <a:pt x="24" y="16"/>
                    <a:pt x="34" y="5"/>
                    <a:pt x="2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6" name="Freeform 147">
              <a:extLst>
                <a:ext uri="{FF2B5EF4-FFF2-40B4-BE49-F238E27FC236}">
                  <a16:creationId xmlns:a16="http://schemas.microsoft.com/office/drawing/2014/main" id="{03CFFE81-05E3-42B5-9F34-3F3730C25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576"/>
              <a:ext cx="53" cy="36"/>
            </a:xfrm>
            <a:custGeom>
              <a:avLst/>
              <a:gdLst>
                <a:gd name="T0" fmla="*/ 36 w 25"/>
                <a:gd name="T1" fmla="*/ 11 h 16"/>
                <a:gd name="T2" fmla="*/ 28 w 25"/>
                <a:gd name="T3" fmla="*/ 101 h 16"/>
                <a:gd name="T4" fmla="*/ 229 w 2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6">
                  <a:moveTo>
                    <a:pt x="4" y="1"/>
                  </a:moveTo>
                  <a:cubicBezTo>
                    <a:pt x="0" y="1"/>
                    <a:pt x="1" y="7"/>
                    <a:pt x="3" y="9"/>
                  </a:cubicBezTo>
                  <a:cubicBezTo>
                    <a:pt x="8" y="16"/>
                    <a:pt x="25" y="9"/>
                    <a:pt x="2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7" name="Freeform 148">
              <a:extLst>
                <a:ext uri="{FF2B5EF4-FFF2-40B4-BE49-F238E27FC236}">
                  <a16:creationId xmlns:a16="http://schemas.microsoft.com/office/drawing/2014/main" id="{1966246F-C7E6-4699-BFFD-464261AE9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518"/>
              <a:ext cx="54" cy="47"/>
            </a:xfrm>
            <a:custGeom>
              <a:avLst/>
              <a:gdLst>
                <a:gd name="T0" fmla="*/ 52 w 26"/>
                <a:gd name="T1" fmla="*/ 0 h 21"/>
                <a:gd name="T2" fmla="*/ 8 w 26"/>
                <a:gd name="T3" fmla="*/ 101 h 21"/>
                <a:gd name="T4" fmla="*/ 233 w 26"/>
                <a:gd name="T5" fmla="*/ 4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6" y="0"/>
                  </a:moveTo>
                  <a:cubicBezTo>
                    <a:pt x="2" y="1"/>
                    <a:pt x="0" y="5"/>
                    <a:pt x="1" y="9"/>
                  </a:cubicBezTo>
                  <a:cubicBezTo>
                    <a:pt x="5" y="21"/>
                    <a:pt x="24" y="12"/>
                    <a:pt x="26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8" name="Freeform 149">
              <a:extLst>
                <a:ext uri="{FF2B5EF4-FFF2-40B4-BE49-F238E27FC236}">
                  <a16:creationId xmlns:a16="http://schemas.microsoft.com/office/drawing/2014/main" id="{FAB900FD-EC73-4AC9-8722-42949A86B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759"/>
              <a:ext cx="59" cy="38"/>
            </a:xfrm>
            <a:custGeom>
              <a:avLst/>
              <a:gdLst>
                <a:gd name="T0" fmla="*/ 36 w 28"/>
                <a:gd name="T1" fmla="*/ 101 h 17"/>
                <a:gd name="T2" fmla="*/ 160 w 28"/>
                <a:gd name="T3" fmla="*/ 154 h 17"/>
                <a:gd name="T4" fmla="*/ 188 w 2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4" y="9"/>
                  </a:moveTo>
                  <a:cubicBezTo>
                    <a:pt x="0" y="17"/>
                    <a:pt x="13" y="17"/>
                    <a:pt x="17" y="14"/>
                  </a:cubicBezTo>
                  <a:cubicBezTo>
                    <a:pt x="21" y="12"/>
                    <a:pt x="28" y="3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9" name="Freeform 150">
              <a:extLst>
                <a:ext uri="{FF2B5EF4-FFF2-40B4-BE49-F238E27FC236}">
                  <a16:creationId xmlns:a16="http://schemas.microsoft.com/office/drawing/2014/main" id="{BB043C41-8E0E-4E38-B587-B29E2D9A3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792"/>
              <a:ext cx="61" cy="45"/>
            </a:xfrm>
            <a:custGeom>
              <a:avLst/>
              <a:gdLst>
                <a:gd name="T0" fmla="*/ 0 w 29"/>
                <a:gd name="T1" fmla="*/ 101 h 20"/>
                <a:gd name="T2" fmla="*/ 196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0" y="9"/>
                  </a:moveTo>
                  <a:cubicBezTo>
                    <a:pt x="8" y="20"/>
                    <a:pt x="29" y="9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0" name="Freeform 151">
              <a:extLst>
                <a:ext uri="{FF2B5EF4-FFF2-40B4-BE49-F238E27FC236}">
                  <a16:creationId xmlns:a16="http://schemas.microsoft.com/office/drawing/2014/main" id="{4B5A5C7A-38D0-48E8-8DC9-1472604D5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788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1" name="Freeform 152">
              <a:extLst>
                <a:ext uri="{FF2B5EF4-FFF2-40B4-BE49-F238E27FC236}">
                  <a16:creationId xmlns:a16="http://schemas.microsoft.com/office/drawing/2014/main" id="{2EC41860-B2EB-45DB-B106-756224C74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654"/>
              <a:ext cx="23" cy="9"/>
            </a:xfrm>
            <a:custGeom>
              <a:avLst/>
              <a:gdLst>
                <a:gd name="T0" fmla="*/ 0 w 11"/>
                <a:gd name="T1" fmla="*/ 11 h 4"/>
                <a:gd name="T2" fmla="*/ 75 w 11"/>
                <a:gd name="T3" fmla="*/ 45 h 4"/>
                <a:gd name="T4" fmla="*/ 100 w 1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0" y="1"/>
                  </a:moveTo>
                  <a:cubicBezTo>
                    <a:pt x="3" y="0"/>
                    <a:pt x="8" y="0"/>
                    <a:pt x="8" y="4"/>
                  </a:cubicBezTo>
                  <a:cubicBezTo>
                    <a:pt x="8" y="1"/>
                    <a:pt x="9" y="1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2" name="Freeform 153">
              <a:extLst>
                <a:ext uri="{FF2B5EF4-FFF2-40B4-BE49-F238E27FC236}">
                  <a16:creationId xmlns:a16="http://schemas.microsoft.com/office/drawing/2014/main" id="{9054E6A9-00B5-416B-AD83-80408AF5E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549"/>
              <a:ext cx="17" cy="14"/>
            </a:xfrm>
            <a:custGeom>
              <a:avLst/>
              <a:gdLst>
                <a:gd name="T0" fmla="*/ 0 w 8"/>
                <a:gd name="T1" fmla="*/ 77 h 6"/>
                <a:gd name="T2" fmla="*/ 77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0" y="2"/>
                    <a:pt x="5" y="1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3" name="Freeform 154">
              <a:extLst>
                <a:ext uri="{FF2B5EF4-FFF2-40B4-BE49-F238E27FC236}">
                  <a16:creationId xmlns:a16="http://schemas.microsoft.com/office/drawing/2014/main" id="{0FD0C548-91C3-4304-AE8B-E45DFF297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3683"/>
              <a:ext cx="50" cy="45"/>
            </a:xfrm>
            <a:custGeom>
              <a:avLst/>
              <a:gdLst>
                <a:gd name="T0" fmla="*/ 0 w 24"/>
                <a:gd name="T1" fmla="*/ 92 h 20"/>
                <a:gd name="T2" fmla="*/ 144 w 2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8"/>
                  </a:moveTo>
                  <a:cubicBezTo>
                    <a:pt x="3" y="20"/>
                    <a:pt x="24" y="10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4" name="Freeform 155">
              <a:extLst>
                <a:ext uri="{FF2B5EF4-FFF2-40B4-BE49-F238E27FC236}">
                  <a16:creationId xmlns:a16="http://schemas.microsoft.com/office/drawing/2014/main" id="{1BA0823B-6BC7-413E-90D3-BB1F615E3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761"/>
              <a:ext cx="59" cy="67"/>
            </a:xfrm>
            <a:custGeom>
              <a:avLst/>
              <a:gdLst>
                <a:gd name="T0" fmla="*/ 0 w 28"/>
                <a:gd name="T1" fmla="*/ 243 h 30"/>
                <a:gd name="T2" fmla="*/ 112 w 28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0">
                  <a:moveTo>
                    <a:pt x="0" y="22"/>
                  </a:moveTo>
                  <a:cubicBezTo>
                    <a:pt x="12" y="30"/>
                    <a:pt x="28" y="8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5" name="Freeform 156">
              <a:extLst>
                <a:ext uri="{FF2B5EF4-FFF2-40B4-BE49-F238E27FC236}">
                  <a16:creationId xmlns:a16="http://schemas.microsoft.com/office/drawing/2014/main" id="{BF0E255D-4DE1-4097-9357-0F3D01152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721"/>
              <a:ext cx="71" cy="49"/>
            </a:xfrm>
            <a:custGeom>
              <a:avLst/>
              <a:gdLst>
                <a:gd name="T0" fmla="*/ 44 w 34"/>
                <a:gd name="T1" fmla="*/ 89 h 22"/>
                <a:gd name="T2" fmla="*/ 209 w 3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2">
                  <a:moveTo>
                    <a:pt x="5" y="8"/>
                  </a:moveTo>
                  <a:cubicBezTo>
                    <a:pt x="0" y="22"/>
                    <a:pt x="34" y="17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6" name="Freeform 157">
              <a:extLst>
                <a:ext uri="{FF2B5EF4-FFF2-40B4-BE49-F238E27FC236}">
                  <a16:creationId xmlns:a16="http://schemas.microsoft.com/office/drawing/2014/main" id="{86C5F016-D4A8-4B49-9F85-C22241AA5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737"/>
              <a:ext cx="17" cy="6"/>
            </a:xfrm>
            <a:custGeom>
              <a:avLst/>
              <a:gdLst>
                <a:gd name="T0" fmla="*/ 0 w 8"/>
                <a:gd name="T1" fmla="*/ 16 h 3"/>
                <a:gd name="T2" fmla="*/ 77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7" name="Freeform 158">
              <a:extLst>
                <a:ext uri="{FF2B5EF4-FFF2-40B4-BE49-F238E27FC236}">
                  <a16:creationId xmlns:a16="http://schemas.microsoft.com/office/drawing/2014/main" id="{9DFE58A9-E156-4E7B-8936-7D305443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3690"/>
              <a:ext cx="15" cy="11"/>
            </a:xfrm>
            <a:custGeom>
              <a:avLst/>
              <a:gdLst>
                <a:gd name="T0" fmla="*/ 0 w 7"/>
                <a:gd name="T1" fmla="*/ 20 h 5"/>
                <a:gd name="T2" fmla="*/ 69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2" y="5"/>
                    <a:pt x="5" y="3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8" name="Freeform 159">
              <a:extLst>
                <a:ext uri="{FF2B5EF4-FFF2-40B4-BE49-F238E27FC236}">
                  <a16:creationId xmlns:a16="http://schemas.microsoft.com/office/drawing/2014/main" id="{933DCCE5-AD1D-4DF7-91D6-A86591BCE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607"/>
              <a:ext cx="17" cy="20"/>
            </a:xfrm>
            <a:custGeom>
              <a:avLst/>
              <a:gdLst>
                <a:gd name="T0" fmla="*/ 0 w 8"/>
                <a:gd name="T1" fmla="*/ 80 h 9"/>
                <a:gd name="T2" fmla="*/ 19 w 8"/>
                <a:gd name="T3" fmla="*/ 98 h 9"/>
                <a:gd name="T4" fmla="*/ 68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7"/>
                  </a:moveTo>
                  <a:cubicBezTo>
                    <a:pt x="0" y="8"/>
                    <a:pt x="1" y="8"/>
                    <a:pt x="2" y="9"/>
                  </a:cubicBezTo>
                  <a:cubicBezTo>
                    <a:pt x="5" y="7"/>
                    <a:pt x="8" y="3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9" name="Freeform 160">
              <a:extLst>
                <a:ext uri="{FF2B5EF4-FFF2-40B4-BE49-F238E27FC236}">
                  <a16:creationId xmlns:a16="http://schemas.microsoft.com/office/drawing/2014/main" id="{EEB701D6-93CC-4497-B312-B49693117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574"/>
              <a:ext cx="12" cy="11"/>
            </a:xfrm>
            <a:custGeom>
              <a:avLst/>
              <a:gdLst>
                <a:gd name="T0" fmla="*/ 0 w 6"/>
                <a:gd name="T1" fmla="*/ 53 h 5"/>
                <a:gd name="T2" fmla="*/ 48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5"/>
                    <a:pt x="4" y="2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0" name="Freeform 161">
              <a:extLst>
                <a:ext uri="{FF2B5EF4-FFF2-40B4-BE49-F238E27FC236}">
                  <a16:creationId xmlns:a16="http://schemas.microsoft.com/office/drawing/2014/main" id="{B42CF184-22E9-4659-84D5-B0B1A4A3E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563"/>
              <a:ext cx="17" cy="8"/>
            </a:xfrm>
            <a:custGeom>
              <a:avLst/>
              <a:gdLst>
                <a:gd name="T0" fmla="*/ 0 w 8"/>
                <a:gd name="T1" fmla="*/ 0 h 4"/>
                <a:gd name="T2" fmla="*/ 77 w 8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1" y="4"/>
                    <a:pt x="5" y="4"/>
                    <a:pt x="8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1" name="Freeform 162">
              <a:extLst>
                <a:ext uri="{FF2B5EF4-FFF2-40B4-BE49-F238E27FC236}">
                  <a16:creationId xmlns:a16="http://schemas.microsoft.com/office/drawing/2014/main" id="{6296E10C-E94F-4A0A-B814-51F6100C7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540"/>
              <a:ext cx="21" cy="11"/>
            </a:xfrm>
            <a:custGeom>
              <a:avLst/>
              <a:gdLst>
                <a:gd name="T0" fmla="*/ 27 w 10"/>
                <a:gd name="T1" fmla="*/ 0 h 5"/>
                <a:gd name="T2" fmla="*/ 92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3" y="0"/>
                  </a:moveTo>
                  <a:cubicBezTo>
                    <a:pt x="0" y="5"/>
                    <a:pt x="8" y="4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2" name="Freeform 163">
              <a:extLst>
                <a:ext uri="{FF2B5EF4-FFF2-40B4-BE49-F238E27FC236}">
                  <a16:creationId xmlns:a16="http://schemas.microsoft.com/office/drawing/2014/main" id="{3CC576C4-D2CA-4F4C-964F-286F97C4E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779"/>
              <a:ext cx="12" cy="18"/>
            </a:xfrm>
            <a:custGeom>
              <a:avLst/>
              <a:gdLst>
                <a:gd name="T0" fmla="*/ 0 w 6"/>
                <a:gd name="T1" fmla="*/ 45 h 8"/>
                <a:gd name="T2" fmla="*/ 48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3" y="8"/>
                    <a:pt x="6" y="4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3" name="Freeform 164">
              <a:extLst>
                <a:ext uri="{FF2B5EF4-FFF2-40B4-BE49-F238E27FC236}">
                  <a16:creationId xmlns:a16="http://schemas.microsoft.com/office/drawing/2014/main" id="{0E4A5DC1-5CD8-40E3-87C2-468CBED18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583"/>
              <a:ext cx="59" cy="33"/>
            </a:xfrm>
            <a:custGeom>
              <a:avLst/>
              <a:gdLst>
                <a:gd name="T0" fmla="*/ 261 w 28"/>
                <a:gd name="T1" fmla="*/ 0 h 15"/>
                <a:gd name="T2" fmla="*/ 0 w 28"/>
                <a:gd name="T3" fmla="*/ 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2" y="15"/>
                    <a:pt x="9" y="8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4" name="Freeform 165">
              <a:extLst>
                <a:ext uri="{FF2B5EF4-FFF2-40B4-BE49-F238E27FC236}">
                  <a16:creationId xmlns:a16="http://schemas.microsoft.com/office/drawing/2014/main" id="{15BFBA47-5144-4789-8D0A-AADE6A610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576"/>
              <a:ext cx="46" cy="42"/>
            </a:xfrm>
            <a:custGeom>
              <a:avLst/>
              <a:gdLst>
                <a:gd name="T0" fmla="*/ 201 w 22"/>
                <a:gd name="T1" fmla="*/ 0 h 19"/>
                <a:gd name="T2" fmla="*/ 0 w 22"/>
                <a:gd name="T3" fmla="*/ 14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22" y="0"/>
                  </a:moveTo>
                  <a:cubicBezTo>
                    <a:pt x="18" y="8"/>
                    <a:pt x="11" y="19"/>
                    <a:pt x="0" y="1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5" name="Freeform 166">
              <a:extLst>
                <a:ext uri="{FF2B5EF4-FFF2-40B4-BE49-F238E27FC236}">
                  <a16:creationId xmlns:a16="http://schemas.microsoft.com/office/drawing/2014/main" id="{BC921759-4DAF-47F1-93DD-05A8449D9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612"/>
              <a:ext cx="48" cy="24"/>
            </a:xfrm>
            <a:custGeom>
              <a:avLst/>
              <a:gdLst>
                <a:gd name="T0" fmla="*/ 209 w 23"/>
                <a:gd name="T1" fmla="*/ 0 h 11"/>
                <a:gd name="T2" fmla="*/ 0 w 23"/>
                <a:gd name="T3" fmla="*/ 7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22" y="11"/>
                    <a:pt x="7" y="11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6" name="Freeform 167">
              <a:extLst>
                <a:ext uri="{FF2B5EF4-FFF2-40B4-BE49-F238E27FC236}">
                  <a16:creationId xmlns:a16="http://schemas.microsoft.com/office/drawing/2014/main" id="{03AC0FEC-BAC8-40D0-92E1-0678B6DC0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596"/>
              <a:ext cx="40" cy="45"/>
            </a:xfrm>
            <a:custGeom>
              <a:avLst/>
              <a:gdLst>
                <a:gd name="T0" fmla="*/ 0 w 19"/>
                <a:gd name="T1" fmla="*/ 218 h 20"/>
                <a:gd name="T2" fmla="*/ 177 w 19"/>
                <a:gd name="T3" fmla="*/ 81 h 20"/>
                <a:gd name="T4" fmla="*/ 168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19"/>
                  </a:moveTo>
                  <a:cubicBezTo>
                    <a:pt x="10" y="19"/>
                    <a:pt x="19" y="20"/>
                    <a:pt x="19" y="7"/>
                  </a:cubicBezTo>
                  <a:cubicBezTo>
                    <a:pt x="19" y="4"/>
                    <a:pt x="18" y="0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7" name="Freeform 168">
              <a:extLst>
                <a:ext uri="{FF2B5EF4-FFF2-40B4-BE49-F238E27FC236}">
                  <a16:creationId xmlns:a16="http://schemas.microsoft.com/office/drawing/2014/main" id="{0F8AE64F-9687-4B79-A851-04B9FD4BC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558"/>
              <a:ext cx="51" cy="22"/>
            </a:xfrm>
            <a:custGeom>
              <a:avLst/>
              <a:gdLst>
                <a:gd name="T0" fmla="*/ 230 w 24"/>
                <a:gd name="T1" fmla="*/ 0 h 10"/>
                <a:gd name="T2" fmla="*/ 0 w 2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24" y="0"/>
                  </a:moveTo>
                  <a:cubicBezTo>
                    <a:pt x="19" y="10"/>
                    <a:pt x="7" y="7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8" name="Freeform 169">
              <a:extLst>
                <a:ext uri="{FF2B5EF4-FFF2-40B4-BE49-F238E27FC236}">
                  <a16:creationId xmlns:a16="http://schemas.microsoft.com/office/drawing/2014/main" id="{EAF9319C-8579-4D42-90E3-FF9013C1D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545"/>
              <a:ext cx="25" cy="24"/>
            </a:xfrm>
            <a:custGeom>
              <a:avLst/>
              <a:gdLst>
                <a:gd name="T0" fmla="*/ 108 w 12"/>
                <a:gd name="T1" fmla="*/ 0 h 11"/>
                <a:gd name="T2" fmla="*/ 0 w 12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0"/>
                  </a:moveTo>
                  <a:cubicBezTo>
                    <a:pt x="12" y="7"/>
                    <a:pt x="6" y="11"/>
                    <a:pt x="0" y="1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9" name="Freeform 170">
              <a:extLst>
                <a:ext uri="{FF2B5EF4-FFF2-40B4-BE49-F238E27FC236}">
                  <a16:creationId xmlns:a16="http://schemas.microsoft.com/office/drawing/2014/main" id="{4EB8EEA9-90D4-48D0-B9E7-4C399B1D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616"/>
              <a:ext cx="40" cy="40"/>
            </a:xfrm>
            <a:custGeom>
              <a:avLst/>
              <a:gdLst>
                <a:gd name="T0" fmla="*/ 177 w 19"/>
                <a:gd name="T1" fmla="*/ 0 h 18"/>
                <a:gd name="T2" fmla="*/ 0 w 19"/>
                <a:gd name="T3" fmla="*/ 14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19" y="0"/>
                  </a:moveTo>
                  <a:cubicBezTo>
                    <a:pt x="19" y="10"/>
                    <a:pt x="9" y="18"/>
                    <a:pt x="0" y="1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0" name="Freeform 171">
              <a:extLst>
                <a:ext uri="{FF2B5EF4-FFF2-40B4-BE49-F238E27FC236}">
                  <a16:creationId xmlns:a16="http://schemas.microsoft.com/office/drawing/2014/main" id="{39D3E149-C7B6-4378-BB17-9D2F44D7E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592"/>
              <a:ext cx="44" cy="26"/>
            </a:xfrm>
            <a:custGeom>
              <a:avLst/>
              <a:gdLst>
                <a:gd name="T0" fmla="*/ 193 w 21"/>
                <a:gd name="T1" fmla="*/ 0 h 12"/>
                <a:gd name="T2" fmla="*/ 0 w 21"/>
                <a:gd name="T3" fmla="*/ 7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0"/>
                  </a:moveTo>
                  <a:cubicBezTo>
                    <a:pt x="21" y="12"/>
                    <a:pt x="7" y="11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1" name="Freeform 172">
              <a:extLst>
                <a:ext uri="{FF2B5EF4-FFF2-40B4-BE49-F238E27FC236}">
                  <a16:creationId xmlns:a16="http://schemas.microsoft.com/office/drawing/2014/main" id="{F1117F29-E2D0-4CFE-8FC9-74D5699A8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529"/>
              <a:ext cx="52" cy="31"/>
            </a:xfrm>
            <a:custGeom>
              <a:avLst/>
              <a:gdLst>
                <a:gd name="T0" fmla="*/ 225 w 25"/>
                <a:gd name="T1" fmla="*/ 0 h 14"/>
                <a:gd name="T2" fmla="*/ 0 w 25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4">
                  <a:moveTo>
                    <a:pt x="25" y="0"/>
                  </a:moveTo>
                  <a:cubicBezTo>
                    <a:pt x="18" y="11"/>
                    <a:pt x="13" y="14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2" name="Freeform 173">
              <a:extLst>
                <a:ext uri="{FF2B5EF4-FFF2-40B4-BE49-F238E27FC236}">
                  <a16:creationId xmlns:a16="http://schemas.microsoft.com/office/drawing/2014/main" id="{E43C9A95-DEF5-45C8-8345-806E1129F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518"/>
              <a:ext cx="46" cy="33"/>
            </a:xfrm>
            <a:custGeom>
              <a:avLst/>
              <a:gdLst>
                <a:gd name="T0" fmla="*/ 201 w 22"/>
                <a:gd name="T1" fmla="*/ 64 h 15"/>
                <a:gd name="T2" fmla="*/ 92 w 22"/>
                <a:gd name="T3" fmla="*/ 141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22" y="6"/>
                  </a:moveTo>
                  <a:cubicBezTo>
                    <a:pt x="20" y="12"/>
                    <a:pt x="16" y="15"/>
                    <a:pt x="10" y="13"/>
                  </a:cubicBezTo>
                  <a:cubicBezTo>
                    <a:pt x="3" y="11"/>
                    <a:pt x="3" y="4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3" name="Freeform 174">
              <a:extLst>
                <a:ext uri="{FF2B5EF4-FFF2-40B4-BE49-F238E27FC236}">
                  <a16:creationId xmlns:a16="http://schemas.microsoft.com/office/drawing/2014/main" id="{E9C2B722-80C5-4189-8C3C-0D8B9D0A6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556"/>
              <a:ext cx="46" cy="33"/>
            </a:xfrm>
            <a:custGeom>
              <a:avLst/>
              <a:gdLst>
                <a:gd name="T0" fmla="*/ 201 w 22"/>
                <a:gd name="T1" fmla="*/ 117 h 15"/>
                <a:gd name="T2" fmla="*/ 0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22" y="11"/>
                  </a:moveTo>
                  <a:cubicBezTo>
                    <a:pt x="14" y="12"/>
                    <a:pt x="0" y="1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4" name="Freeform 175">
              <a:extLst>
                <a:ext uri="{FF2B5EF4-FFF2-40B4-BE49-F238E27FC236}">
                  <a16:creationId xmlns:a16="http://schemas.microsoft.com/office/drawing/2014/main" id="{BCCB0C3F-8606-4383-BF12-11AC456FE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605"/>
              <a:ext cx="17" cy="13"/>
            </a:xfrm>
            <a:custGeom>
              <a:avLst/>
              <a:gdLst>
                <a:gd name="T0" fmla="*/ 68 w 8"/>
                <a:gd name="T1" fmla="*/ 0 h 6"/>
                <a:gd name="T2" fmla="*/ 0 w 8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7" y="0"/>
                  </a:moveTo>
                  <a:cubicBezTo>
                    <a:pt x="8" y="5"/>
                    <a:pt x="3" y="6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5" name="Freeform 176">
              <a:extLst>
                <a:ext uri="{FF2B5EF4-FFF2-40B4-BE49-F238E27FC236}">
                  <a16:creationId xmlns:a16="http://schemas.microsoft.com/office/drawing/2014/main" id="{655F8F70-2CF7-4620-8E23-6C95B2F06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507"/>
              <a:ext cx="41" cy="20"/>
            </a:xfrm>
            <a:custGeom>
              <a:avLst/>
              <a:gdLst>
                <a:gd name="T0" fmla="*/ 172 w 20"/>
                <a:gd name="T1" fmla="*/ 0 h 9"/>
                <a:gd name="T2" fmla="*/ 0 w 20"/>
                <a:gd name="T3" fmla="*/ 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cubicBezTo>
                    <a:pt x="17" y="9"/>
                    <a:pt x="7" y="6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6" name="Freeform 177">
              <a:extLst>
                <a:ext uri="{FF2B5EF4-FFF2-40B4-BE49-F238E27FC236}">
                  <a16:creationId xmlns:a16="http://schemas.microsoft.com/office/drawing/2014/main" id="{5489E613-B483-44B2-ABAD-CDEEA1A11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500"/>
              <a:ext cx="53" cy="29"/>
            </a:xfrm>
            <a:custGeom>
              <a:avLst/>
              <a:gdLst>
                <a:gd name="T0" fmla="*/ 237 w 25"/>
                <a:gd name="T1" fmla="*/ 0 h 13"/>
                <a:gd name="T2" fmla="*/ 0 w 25"/>
                <a:gd name="T3" fmla="*/ 10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2" y="13"/>
                    <a:pt x="11" y="12"/>
                    <a:pt x="0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7" name="Freeform 178">
              <a:extLst>
                <a:ext uri="{FF2B5EF4-FFF2-40B4-BE49-F238E27FC236}">
                  <a16:creationId xmlns:a16="http://schemas.microsoft.com/office/drawing/2014/main" id="{F4C67E21-8811-4110-BBD6-753E2F97B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473"/>
              <a:ext cx="44" cy="25"/>
            </a:xfrm>
            <a:custGeom>
              <a:avLst/>
              <a:gdLst>
                <a:gd name="T0" fmla="*/ 193 w 21"/>
                <a:gd name="T1" fmla="*/ 57 h 11"/>
                <a:gd name="T2" fmla="*/ 0 w 2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21" y="5"/>
                  </a:moveTo>
                  <a:cubicBezTo>
                    <a:pt x="16" y="11"/>
                    <a:pt x="3" y="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8" name="Freeform 179">
              <a:extLst>
                <a:ext uri="{FF2B5EF4-FFF2-40B4-BE49-F238E27FC236}">
                  <a16:creationId xmlns:a16="http://schemas.microsoft.com/office/drawing/2014/main" id="{BC3B517A-1490-418D-AF49-90E1E22BB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560"/>
              <a:ext cx="63" cy="38"/>
            </a:xfrm>
            <a:custGeom>
              <a:avLst/>
              <a:gdLst>
                <a:gd name="T0" fmla="*/ 244 w 30"/>
                <a:gd name="T1" fmla="*/ 0 h 17"/>
                <a:gd name="T2" fmla="*/ 233 w 30"/>
                <a:gd name="T3" fmla="*/ 145 h 17"/>
                <a:gd name="T4" fmla="*/ 67 w 30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26" y="0"/>
                  </a:moveTo>
                  <a:cubicBezTo>
                    <a:pt x="29" y="4"/>
                    <a:pt x="30" y="10"/>
                    <a:pt x="25" y="13"/>
                  </a:cubicBezTo>
                  <a:cubicBezTo>
                    <a:pt x="18" y="17"/>
                    <a:pt x="0" y="11"/>
                    <a:pt x="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9" name="Freeform 180">
              <a:extLst>
                <a:ext uri="{FF2B5EF4-FFF2-40B4-BE49-F238E27FC236}">
                  <a16:creationId xmlns:a16="http://schemas.microsoft.com/office/drawing/2014/main" id="{568B05CC-D08F-455B-B474-DE071656E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629"/>
              <a:ext cx="48" cy="23"/>
            </a:xfrm>
            <a:custGeom>
              <a:avLst/>
              <a:gdLst>
                <a:gd name="T0" fmla="*/ 173 w 23"/>
                <a:gd name="T1" fmla="*/ 0 h 10"/>
                <a:gd name="T2" fmla="*/ 127 w 23"/>
                <a:gd name="T3" fmla="*/ 122 h 10"/>
                <a:gd name="T4" fmla="*/ 56 w 2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">
                  <a:moveTo>
                    <a:pt x="19" y="0"/>
                  </a:moveTo>
                  <a:cubicBezTo>
                    <a:pt x="23" y="3"/>
                    <a:pt x="18" y="10"/>
                    <a:pt x="14" y="10"/>
                  </a:cubicBezTo>
                  <a:cubicBezTo>
                    <a:pt x="10" y="10"/>
                    <a:pt x="0" y="3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0" name="Freeform 181">
              <a:extLst>
                <a:ext uri="{FF2B5EF4-FFF2-40B4-BE49-F238E27FC236}">
                  <a16:creationId xmlns:a16="http://schemas.microsoft.com/office/drawing/2014/main" id="{1959C62A-5EF3-4A15-82C5-E12CCE53E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656"/>
              <a:ext cx="50" cy="20"/>
            </a:xfrm>
            <a:custGeom>
              <a:avLst/>
              <a:gdLst>
                <a:gd name="T0" fmla="*/ 217 w 24"/>
                <a:gd name="T1" fmla="*/ 0 h 9"/>
                <a:gd name="T2" fmla="*/ 0 w 24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24" y="0"/>
                  </a:moveTo>
                  <a:cubicBezTo>
                    <a:pt x="22" y="9"/>
                    <a:pt x="3" y="9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1" name="Freeform 182">
              <a:extLst>
                <a:ext uri="{FF2B5EF4-FFF2-40B4-BE49-F238E27FC236}">
                  <a16:creationId xmlns:a16="http://schemas.microsoft.com/office/drawing/2014/main" id="{F7DADADD-E1AA-4F6E-8053-601E058EC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665"/>
              <a:ext cx="44" cy="36"/>
            </a:xfrm>
            <a:custGeom>
              <a:avLst/>
              <a:gdLst>
                <a:gd name="T0" fmla="*/ 128 w 21"/>
                <a:gd name="T1" fmla="*/ 0 h 16"/>
                <a:gd name="T2" fmla="*/ 0 w 21"/>
                <a:gd name="T3" fmla="*/ 7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14" y="0"/>
                  </a:moveTo>
                  <a:cubicBezTo>
                    <a:pt x="21" y="10"/>
                    <a:pt x="1" y="16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2" name="Freeform 183">
              <a:extLst>
                <a:ext uri="{FF2B5EF4-FFF2-40B4-BE49-F238E27FC236}">
                  <a16:creationId xmlns:a16="http://schemas.microsoft.com/office/drawing/2014/main" id="{2F8DABE0-88D4-4654-B139-1852331DE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585"/>
              <a:ext cx="55" cy="53"/>
            </a:xfrm>
            <a:custGeom>
              <a:avLst/>
              <a:gdLst>
                <a:gd name="T0" fmla="*/ 152 w 26"/>
                <a:gd name="T1" fmla="*/ 44 h 24"/>
                <a:gd name="T2" fmla="*/ 228 w 26"/>
                <a:gd name="T3" fmla="*/ 117 h 24"/>
                <a:gd name="T4" fmla="*/ 85 w 26"/>
                <a:gd name="T5" fmla="*/ 6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4">
                  <a:moveTo>
                    <a:pt x="16" y="4"/>
                  </a:moveTo>
                  <a:cubicBezTo>
                    <a:pt x="21" y="0"/>
                    <a:pt x="26" y="7"/>
                    <a:pt x="24" y="11"/>
                  </a:cubicBezTo>
                  <a:cubicBezTo>
                    <a:pt x="18" y="24"/>
                    <a:pt x="0" y="11"/>
                    <a:pt x="9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3" name="Freeform 184">
              <a:extLst>
                <a:ext uri="{FF2B5EF4-FFF2-40B4-BE49-F238E27FC236}">
                  <a16:creationId xmlns:a16="http://schemas.microsoft.com/office/drawing/2014/main" id="{3E682C4C-E99A-4957-982A-4340A2CC5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574"/>
              <a:ext cx="48" cy="33"/>
            </a:xfrm>
            <a:custGeom>
              <a:avLst/>
              <a:gdLst>
                <a:gd name="T0" fmla="*/ 209 w 23"/>
                <a:gd name="T1" fmla="*/ 53 h 15"/>
                <a:gd name="T2" fmla="*/ 35 w 2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23" y="5"/>
                  </a:moveTo>
                  <a:cubicBezTo>
                    <a:pt x="20" y="15"/>
                    <a:pt x="0" y="12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4" name="Freeform 185">
              <a:extLst>
                <a:ext uri="{FF2B5EF4-FFF2-40B4-BE49-F238E27FC236}">
                  <a16:creationId xmlns:a16="http://schemas.microsoft.com/office/drawing/2014/main" id="{1F18FD90-66C4-4720-8629-8E7CF66A5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473"/>
              <a:ext cx="73" cy="34"/>
            </a:xfrm>
            <a:custGeom>
              <a:avLst/>
              <a:gdLst>
                <a:gd name="T0" fmla="*/ 225 w 35"/>
                <a:gd name="T1" fmla="*/ 0 h 15"/>
                <a:gd name="T2" fmla="*/ 184 w 35"/>
                <a:gd name="T3" fmla="*/ 165 h 15"/>
                <a:gd name="T4" fmla="*/ 56 w 35"/>
                <a:gd name="T5" fmla="*/ 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25" y="0"/>
                  </a:moveTo>
                  <a:cubicBezTo>
                    <a:pt x="35" y="4"/>
                    <a:pt x="29" y="13"/>
                    <a:pt x="20" y="14"/>
                  </a:cubicBezTo>
                  <a:cubicBezTo>
                    <a:pt x="14" y="15"/>
                    <a:pt x="0" y="9"/>
                    <a:pt x="6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5" name="Freeform 186">
              <a:extLst>
                <a:ext uri="{FF2B5EF4-FFF2-40B4-BE49-F238E27FC236}">
                  <a16:creationId xmlns:a16="http://schemas.microsoft.com/office/drawing/2014/main" id="{99DF1198-3402-4EDF-9A4A-AE59F63C2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505"/>
              <a:ext cx="71" cy="53"/>
            </a:xfrm>
            <a:custGeom>
              <a:avLst/>
              <a:gdLst>
                <a:gd name="T0" fmla="*/ 184 w 34"/>
                <a:gd name="T1" fmla="*/ 0 h 24"/>
                <a:gd name="T2" fmla="*/ 0 w 34"/>
                <a:gd name="T3" fmla="*/ 5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20" y="0"/>
                  </a:moveTo>
                  <a:cubicBezTo>
                    <a:pt x="34" y="8"/>
                    <a:pt x="0" y="24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6" name="Freeform 187">
              <a:extLst>
                <a:ext uri="{FF2B5EF4-FFF2-40B4-BE49-F238E27FC236}">
                  <a16:creationId xmlns:a16="http://schemas.microsoft.com/office/drawing/2014/main" id="{7818691C-5BE5-43CA-99F7-5D524FB65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531"/>
              <a:ext cx="52" cy="38"/>
            </a:xfrm>
            <a:custGeom>
              <a:avLst/>
              <a:gdLst>
                <a:gd name="T0" fmla="*/ 173 w 25"/>
                <a:gd name="T1" fmla="*/ 9 h 17"/>
                <a:gd name="T2" fmla="*/ 216 w 25"/>
                <a:gd name="T3" fmla="*/ 101 h 17"/>
                <a:gd name="T4" fmla="*/ 0 w 25"/>
                <a:gd name="T5" fmla="*/ 8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19" y="1"/>
                  </a:moveTo>
                  <a:cubicBezTo>
                    <a:pt x="23" y="0"/>
                    <a:pt x="25" y="6"/>
                    <a:pt x="24" y="9"/>
                  </a:cubicBezTo>
                  <a:cubicBezTo>
                    <a:pt x="21" y="17"/>
                    <a:pt x="3" y="17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7" name="Freeform 188">
              <a:extLst>
                <a:ext uri="{FF2B5EF4-FFF2-40B4-BE49-F238E27FC236}">
                  <a16:creationId xmlns:a16="http://schemas.microsoft.com/office/drawing/2014/main" id="{818AB01B-936C-4676-B4C6-1459483CB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560"/>
              <a:ext cx="58" cy="38"/>
            </a:xfrm>
            <a:custGeom>
              <a:avLst/>
              <a:gdLst>
                <a:gd name="T0" fmla="*/ 205 w 28"/>
                <a:gd name="T1" fmla="*/ 0 h 17"/>
                <a:gd name="T2" fmla="*/ 197 w 28"/>
                <a:gd name="T3" fmla="*/ 145 h 17"/>
                <a:gd name="T4" fmla="*/ 0 w 28"/>
                <a:gd name="T5" fmla="*/ 6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23" y="0"/>
                  </a:moveTo>
                  <a:cubicBezTo>
                    <a:pt x="28" y="3"/>
                    <a:pt x="26" y="10"/>
                    <a:pt x="22" y="13"/>
                  </a:cubicBezTo>
                  <a:cubicBezTo>
                    <a:pt x="17" y="17"/>
                    <a:pt x="0" y="14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8" name="Freeform 189">
              <a:extLst>
                <a:ext uri="{FF2B5EF4-FFF2-40B4-BE49-F238E27FC236}">
                  <a16:creationId xmlns:a16="http://schemas.microsoft.com/office/drawing/2014/main" id="{067939DD-BAB0-47C6-8F51-D7539DE3E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482"/>
              <a:ext cx="54" cy="43"/>
            </a:xfrm>
            <a:custGeom>
              <a:avLst/>
              <a:gdLst>
                <a:gd name="T0" fmla="*/ 152 w 26"/>
                <a:gd name="T1" fmla="*/ 11 h 19"/>
                <a:gd name="T2" fmla="*/ 224 w 26"/>
                <a:gd name="T3" fmla="*/ 81 h 19"/>
                <a:gd name="T4" fmla="*/ 0 w 26"/>
                <a:gd name="T5" fmla="*/ 13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17" y="1"/>
                  </a:moveTo>
                  <a:cubicBezTo>
                    <a:pt x="21" y="0"/>
                    <a:pt x="25" y="3"/>
                    <a:pt x="25" y="7"/>
                  </a:cubicBezTo>
                  <a:cubicBezTo>
                    <a:pt x="26" y="19"/>
                    <a:pt x="5" y="18"/>
                    <a:pt x="0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9" name="Freeform 190">
              <a:extLst>
                <a:ext uri="{FF2B5EF4-FFF2-40B4-BE49-F238E27FC236}">
                  <a16:creationId xmlns:a16="http://schemas.microsoft.com/office/drawing/2014/main" id="{911A00C1-5FD8-4585-8092-88A3C51D4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656"/>
              <a:ext cx="94" cy="58"/>
            </a:xfrm>
            <a:custGeom>
              <a:avLst/>
              <a:gdLst>
                <a:gd name="T0" fmla="*/ 236 w 45"/>
                <a:gd name="T1" fmla="*/ 0 h 26"/>
                <a:gd name="T2" fmla="*/ 36 w 45"/>
                <a:gd name="T3" fmla="*/ 8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6">
                  <a:moveTo>
                    <a:pt x="26" y="0"/>
                  </a:moveTo>
                  <a:cubicBezTo>
                    <a:pt x="45" y="13"/>
                    <a:pt x="0" y="26"/>
                    <a:pt x="4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0" name="Freeform 191">
              <a:extLst>
                <a:ext uri="{FF2B5EF4-FFF2-40B4-BE49-F238E27FC236}">
                  <a16:creationId xmlns:a16="http://schemas.microsoft.com/office/drawing/2014/main" id="{27FD84D2-DDBC-43B9-938A-15C725150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692"/>
              <a:ext cx="67" cy="29"/>
            </a:xfrm>
            <a:custGeom>
              <a:avLst/>
              <a:gdLst>
                <a:gd name="T0" fmla="*/ 220 w 32"/>
                <a:gd name="T1" fmla="*/ 20 h 13"/>
                <a:gd name="T2" fmla="*/ 136 w 32"/>
                <a:gd name="T3" fmla="*/ 134 h 13"/>
                <a:gd name="T4" fmla="*/ 57 w 3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24" y="2"/>
                  </a:moveTo>
                  <a:cubicBezTo>
                    <a:pt x="32" y="8"/>
                    <a:pt x="20" y="13"/>
                    <a:pt x="15" y="12"/>
                  </a:cubicBezTo>
                  <a:cubicBezTo>
                    <a:pt x="10" y="11"/>
                    <a:pt x="0" y="5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1" name="Freeform 192">
              <a:extLst>
                <a:ext uri="{FF2B5EF4-FFF2-40B4-BE49-F238E27FC236}">
                  <a16:creationId xmlns:a16="http://schemas.microsoft.com/office/drawing/2014/main" id="{CBF53361-6653-4C74-BF4D-179705F67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703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2" name="Freeform 193">
              <a:extLst>
                <a:ext uri="{FF2B5EF4-FFF2-40B4-BE49-F238E27FC236}">
                  <a16:creationId xmlns:a16="http://schemas.microsoft.com/office/drawing/2014/main" id="{C2CD22FB-E09C-4E18-9857-31831CF31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569"/>
              <a:ext cx="21" cy="14"/>
            </a:xfrm>
            <a:custGeom>
              <a:avLst/>
              <a:gdLst>
                <a:gd name="T0" fmla="*/ 92 w 10"/>
                <a:gd name="T1" fmla="*/ 0 h 6"/>
                <a:gd name="T2" fmla="*/ 36 w 10"/>
                <a:gd name="T3" fmla="*/ 77 h 6"/>
                <a:gd name="T4" fmla="*/ 0 w 10"/>
                <a:gd name="T5" fmla="*/ 4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1"/>
                    <a:pt x="3" y="2"/>
                    <a:pt x="4" y="6"/>
                  </a:cubicBezTo>
                  <a:cubicBezTo>
                    <a:pt x="3" y="3"/>
                    <a:pt x="2" y="4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3" name="Freeform 194">
              <a:extLst>
                <a:ext uri="{FF2B5EF4-FFF2-40B4-BE49-F238E27FC236}">
                  <a16:creationId xmlns:a16="http://schemas.microsoft.com/office/drawing/2014/main" id="{917245F1-3FE1-4346-B6D0-A4AF7EC7E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480"/>
              <a:ext cx="21" cy="7"/>
            </a:xfrm>
            <a:custGeom>
              <a:avLst/>
              <a:gdLst>
                <a:gd name="T0" fmla="*/ 92 w 10"/>
                <a:gd name="T1" fmla="*/ 37 h 3"/>
                <a:gd name="T2" fmla="*/ 0 w 10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cubicBezTo>
                    <a:pt x="8" y="0"/>
                    <a:pt x="3" y="0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4" name="Freeform 195">
              <a:extLst>
                <a:ext uri="{FF2B5EF4-FFF2-40B4-BE49-F238E27FC236}">
                  <a16:creationId xmlns:a16="http://schemas.microsoft.com/office/drawing/2014/main" id="{5A088062-4C03-47E2-B7E2-C54A43862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645"/>
              <a:ext cx="48" cy="31"/>
            </a:xfrm>
            <a:custGeom>
              <a:avLst/>
              <a:gdLst>
                <a:gd name="T0" fmla="*/ 200 w 23"/>
                <a:gd name="T1" fmla="*/ 20 h 14"/>
                <a:gd name="T2" fmla="*/ 27 w 2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4">
                  <a:moveTo>
                    <a:pt x="22" y="2"/>
                  </a:moveTo>
                  <a:cubicBezTo>
                    <a:pt x="23" y="14"/>
                    <a:pt x="0" y="13"/>
                    <a:pt x="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5" name="Freeform 196">
              <a:extLst>
                <a:ext uri="{FF2B5EF4-FFF2-40B4-BE49-F238E27FC236}">
                  <a16:creationId xmlns:a16="http://schemas.microsoft.com/office/drawing/2014/main" id="{905FC727-9E2B-480B-9CA2-8ED989351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614"/>
              <a:ext cx="59" cy="36"/>
            </a:xfrm>
            <a:custGeom>
              <a:avLst/>
              <a:gdLst>
                <a:gd name="T0" fmla="*/ 204 w 28"/>
                <a:gd name="T1" fmla="*/ 36 h 16"/>
                <a:gd name="T2" fmla="*/ 169 w 28"/>
                <a:gd name="T3" fmla="*/ 162 h 16"/>
                <a:gd name="T4" fmla="*/ 57 w 2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22" y="3"/>
                  </a:moveTo>
                  <a:cubicBezTo>
                    <a:pt x="28" y="6"/>
                    <a:pt x="22" y="13"/>
                    <a:pt x="18" y="14"/>
                  </a:cubicBezTo>
                  <a:cubicBezTo>
                    <a:pt x="10" y="16"/>
                    <a:pt x="0" y="7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6" name="Freeform 197">
              <a:extLst>
                <a:ext uri="{FF2B5EF4-FFF2-40B4-BE49-F238E27FC236}">
                  <a16:creationId xmlns:a16="http://schemas.microsoft.com/office/drawing/2014/main" id="{0D03BA0E-7324-450D-AD66-C335BCD7B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701"/>
              <a:ext cx="65" cy="60"/>
            </a:xfrm>
            <a:custGeom>
              <a:avLst/>
              <a:gdLst>
                <a:gd name="T0" fmla="*/ 285 w 31"/>
                <a:gd name="T1" fmla="*/ 162 h 27"/>
                <a:gd name="T2" fmla="*/ 101 w 3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7">
                  <a:moveTo>
                    <a:pt x="31" y="15"/>
                  </a:moveTo>
                  <a:cubicBezTo>
                    <a:pt x="23" y="27"/>
                    <a:pt x="0" y="14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7" name="Freeform 198">
              <a:extLst>
                <a:ext uri="{FF2B5EF4-FFF2-40B4-BE49-F238E27FC236}">
                  <a16:creationId xmlns:a16="http://schemas.microsoft.com/office/drawing/2014/main" id="{5E55DA80-B0B5-4D5F-9ED2-7A8F49C3A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716"/>
              <a:ext cx="77" cy="45"/>
            </a:xfrm>
            <a:custGeom>
              <a:avLst/>
              <a:gdLst>
                <a:gd name="T0" fmla="*/ 300 w 37"/>
                <a:gd name="T1" fmla="*/ 72 h 20"/>
                <a:gd name="T2" fmla="*/ 108 w 3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3" y="6"/>
                  </a:moveTo>
                  <a:cubicBezTo>
                    <a:pt x="37" y="20"/>
                    <a:pt x="0" y="15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8" name="Freeform 199">
              <a:extLst>
                <a:ext uri="{FF2B5EF4-FFF2-40B4-BE49-F238E27FC236}">
                  <a16:creationId xmlns:a16="http://schemas.microsoft.com/office/drawing/2014/main" id="{AF10D26E-1705-4B34-B235-B25D433A9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687"/>
              <a:ext cx="72" cy="45"/>
            </a:xfrm>
            <a:custGeom>
              <a:avLst/>
              <a:gdLst>
                <a:gd name="T0" fmla="*/ 220 w 34"/>
                <a:gd name="T1" fmla="*/ 11 h 20"/>
                <a:gd name="T2" fmla="*/ 36 w 3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23" y="1"/>
                  </a:moveTo>
                  <a:cubicBezTo>
                    <a:pt x="34" y="12"/>
                    <a:pt x="0" y="20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9" name="Freeform 200">
              <a:extLst>
                <a:ext uri="{FF2B5EF4-FFF2-40B4-BE49-F238E27FC236}">
                  <a16:creationId xmlns:a16="http://schemas.microsoft.com/office/drawing/2014/main" id="{B10E660B-CBBD-432C-823A-B02685878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652"/>
              <a:ext cx="16" cy="6"/>
            </a:xfrm>
            <a:custGeom>
              <a:avLst/>
              <a:gdLst>
                <a:gd name="T0" fmla="*/ 64 w 8"/>
                <a:gd name="T1" fmla="*/ 0 h 3"/>
                <a:gd name="T2" fmla="*/ 0 w 8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5" y="3"/>
                    <a:pt x="2" y="3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0" name="Freeform 201">
              <a:extLst>
                <a:ext uri="{FF2B5EF4-FFF2-40B4-BE49-F238E27FC236}">
                  <a16:creationId xmlns:a16="http://schemas.microsoft.com/office/drawing/2014/main" id="{1C58D50B-4DAB-497C-B9FE-AE1ECA3E9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647"/>
              <a:ext cx="15" cy="7"/>
            </a:xfrm>
            <a:custGeom>
              <a:avLst/>
              <a:gdLst>
                <a:gd name="T0" fmla="*/ 69 w 7"/>
                <a:gd name="T1" fmla="*/ 0 h 3"/>
                <a:gd name="T2" fmla="*/ 0 w 7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6" y="3"/>
                    <a:pt x="3" y="3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1" name="Freeform 202">
              <a:extLst>
                <a:ext uri="{FF2B5EF4-FFF2-40B4-BE49-F238E27FC236}">
                  <a16:creationId xmlns:a16="http://schemas.microsoft.com/office/drawing/2014/main" id="{6DFED115-A5D9-4F00-842D-9949D0D7F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3560"/>
              <a:ext cx="19" cy="14"/>
            </a:xfrm>
            <a:custGeom>
              <a:avLst/>
              <a:gdLst>
                <a:gd name="T0" fmla="*/ 84 w 9"/>
                <a:gd name="T1" fmla="*/ 37 h 6"/>
                <a:gd name="T2" fmla="*/ 76 w 9"/>
                <a:gd name="T3" fmla="*/ 77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3"/>
                  </a:moveTo>
                  <a:cubicBezTo>
                    <a:pt x="9" y="4"/>
                    <a:pt x="9" y="5"/>
                    <a:pt x="8" y="6"/>
                  </a:cubicBezTo>
                  <a:cubicBezTo>
                    <a:pt x="4" y="6"/>
                    <a:pt x="0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2" name="Freeform 203">
              <a:extLst>
                <a:ext uri="{FF2B5EF4-FFF2-40B4-BE49-F238E27FC236}">
                  <a16:creationId xmlns:a16="http://schemas.microsoft.com/office/drawing/2014/main" id="{7B979D5F-D831-4E86-B0C9-5757BDA7D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3545"/>
              <a:ext cx="17" cy="6"/>
            </a:xfrm>
            <a:custGeom>
              <a:avLst/>
              <a:gdLst>
                <a:gd name="T0" fmla="*/ 77 w 8"/>
                <a:gd name="T1" fmla="*/ 16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2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3" name="Freeform 204">
              <a:extLst>
                <a:ext uri="{FF2B5EF4-FFF2-40B4-BE49-F238E27FC236}">
                  <a16:creationId xmlns:a16="http://schemas.microsoft.com/office/drawing/2014/main" id="{4D597945-35C2-44B6-ACAD-A5B31458D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3569"/>
              <a:ext cx="8" cy="7"/>
            </a:xfrm>
            <a:custGeom>
              <a:avLst/>
              <a:gdLst>
                <a:gd name="T0" fmla="*/ 32 w 4"/>
                <a:gd name="T1" fmla="*/ 0 h 3"/>
                <a:gd name="T2" fmla="*/ 0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2"/>
                    <a:pt x="2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4" name="Freeform 205">
              <a:extLst>
                <a:ext uri="{FF2B5EF4-FFF2-40B4-BE49-F238E27FC236}">
                  <a16:creationId xmlns:a16="http://schemas.microsoft.com/office/drawing/2014/main" id="{F435B322-C633-4563-8B47-1C23C46C0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3513"/>
              <a:ext cx="17" cy="7"/>
            </a:xfrm>
            <a:custGeom>
              <a:avLst/>
              <a:gdLst>
                <a:gd name="T0" fmla="*/ 77 w 8"/>
                <a:gd name="T1" fmla="*/ 0 h 3"/>
                <a:gd name="T2" fmla="*/ 0 w 8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7" y="3"/>
                    <a:pt x="3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5" name="Freeform 206">
              <a:extLst>
                <a:ext uri="{FF2B5EF4-FFF2-40B4-BE49-F238E27FC236}">
                  <a16:creationId xmlns:a16="http://schemas.microsoft.com/office/drawing/2014/main" id="{3BC832C6-AA64-4EC0-9985-006B9B88A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493"/>
              <a:ext cx="15" cy="14"/>
            </a:xfrm>
            <a:custGeom>
              <a:avLst/>
              <a:gdLst>
                <a:gd name="T0" fmla="*/ 69 w 7"/>
                <a:gd name="T1" fmla="*/ 0 h 6"/>
                <a:gd name="T2" fmla="*/ 0 w 7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7" y="3"/>
                    <a:pt x="4" y="6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" name="Freeform 207">
              <a:extLst>
                <a:ext uri="{FF2B5EF4-FFF2-40B4-BE49-F238E27FC236}">
                  <a16:creationId xmlns:a16="http://schemas.microsoft.com/office/drawing/2014/main" id="{BB96D2B2-4ED8-4572-9A86-98DC0ADDB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484"/>
              <a:ext cx="25" cy="12"/>
            </a:xfrm>
            <a:custGeom>
              <a:avLst/>
              <a:gdLst>
                <a:gd name="T0" fmla="*/ 65 w 12"/>
                <a:gd name="T1" fmla="*/ 0 h 5"/>
                <a:gd name="T2" fmla="*/ 0 w 1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7" y="0"/>
                  </a:moveTo>
                  <a:cubicBezTo>
                    <a:pt x="12" y="3"/>
                    <a:pt x="4" y="5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" name="Freeform 208">
              <a:extLst>
                <a:ext uri="{FF2B5EF4-FFF2-40B4-BE49-F238E27FC236}">
                  <a16:creationId xmlns:a16="http://schemas.microsoft.com/office/drawing/2014/main" id="{B0A09A32-5E1F-4E17-B937-307C1DA3E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580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8" name="Freeform 209">
              <a:extLst>
                <a:ext uri="{FF2B5EF4-FFF2-40B4-BE49-F238E27FC236}">
                  <a16:creationId xmlns:a16="http://schemas.microsoft.com/office/drawing/2014/main" id="{9416013E-1059-41E4-A5DB-ABB236501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716"/>
              <a:ext cx="15" cy="14"/>
            </a:xfrm>
            <a:custGeom>
              <a:avLst/>
              <a:gdLst>
                <a:gd name="T0" fmla="*/ 69 w 7"/>
                <a:gd name="T1" fmla="*/ 28 h 6"/>
                <a:gd name="T2" fmla="*/ 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2"/>
                  </a:moveTo>
                  <a:cubicBezTo>
                    <a:pt x="6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9" name="Freeform 210">
              <a:extLst>
                <a:ext uri="{FF2B5EF4-FFF2-40B4-BE49-F238E27FC236}">
                  <a16:creationId xmlns:a16="http://schemas.microsoft.com/office/drawing/2014/main" id="{B322BE33-75DC-48E9-AFA9-C08B6D215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716"/>
              <a:ext cx="10" cy="9"/>
            </a:xfrm>
            <a:custGeom>
              <a:avLst/>
              <a:gdLst>
                <a:gd name="T0" fmla="*/ 40 w 5"/>
                <a:gd name="T1" fmla="*/ 0 h 4"/>
                <a:gd name="T2" fmla="*/ 0 w 5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3"/>
                    <a:pt x="3" y="4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0" name="Freeform 211">
              <a:extLst>
                <a:ext uri="{FF2B5EF4-FFF2-40B4-BE49-F238E27FC236}">
                  <a16:creationId xmlns:a16="http://schemas.microsoft.com/office/drawing/2014/main" id="{DEFFF292-2DDF-4C83-9B85-814900E06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496"/>
              <a:ext cx="65" cy="60"/>
            </a:xfrm>
            <a:custGeom>
              <a:avLst/>
              <a:gdLst>
                <a:gd name="T0" fmla="*/ 0 w 31"/>
                <a:gd name="T1" fmla="*/ 98 h 27"/>
                <a:gd name="T2" fmla="*/ 168 w 3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7">
                  <a:moveTo>
                    <a:pt x="0" y="9"/>
                  </a:moveTo>
                  <a:cubicBezTo>
                    <a:pt x="4" y="27"/>
                    <a:pt x="31" y="11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1" name="Freeform 212">
              <a:extLst>
                <a:ext uri="{FF2B5EF4-FFF2-40B4-BE49-F238E27FC236}">
                  <a16:creationId xmlns:a16="http://schemas.microsoft.com/office/drawing/2014/main" id="{DB3C7A93-9E5C-4795-86B1-20BE0D2F1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511"/>
              <a:ext cx="41" cy="34"/>
            </a:xfrm>
            <a:custGeom>
              <a:avLst/>
              <a:gdLst>
                <a:gd name="T0" fmla="*/ 8 w 20"/>
                <a:gd name="T1" fmla="*/ 82 h 15"/>
                <a:gd name="T2" fmla="*/ 16 w 20"/>
                <a:gd name="T3" fmla="*/ 138 h 15"/>
                <a:gd name="T4" fmla="*/ 113 w 20"/>
                <a:gd name="T5" fmla="*/ 138 h 15"/>
                <a:gd name="T6" fmla="*/ 139 w 2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1" y="7"/>
                  </a:moveTo>
                  <a:cubicBezTo>
                    <a:pt x="0" y="9"/>
                    <a:pt x="1" y="10"/>
                    <a:pt x="2" y="12"/>
                  </a:cubicBezTo>
                  <a:cubicBezTo>
                    <a:pt x="5" y="15"/>
                    <a:pt x="9" y="15"/>
                    <a:pt x="13" y="12"/>
                  </a:cubicBezTo>
                  <a:cubicBezTo>
                    <a:pt x="18" y="9"/>
                    <a:pt x="20" y="5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2" name="Freeform 213">
              <a:extLst>
                <a:ext uri="{FF2B5EF4-FFF2-40B4-BE49-F238E27FC236}">
                  <a16:creationId xmlns:a16="http://schemas.microsoft.com/office/drawing/2014/main" id="{50E2766A-05C4-4CFF-90EB-D483BA003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585"/>
              <a:ext cx="42" cy="40"/>
            </a:xfrm>
            <a:custGeom>
              <a:avLst/>
              <a:gdLst>
                <a:gd name="T0" fmla="*/ 0 w 20"/>
                <a:gd name="T1" fmla="*/ 133 h 18"/>
                <a:gd name="T2" fmla="*/ 141 w 2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12"/>
                  </a:moveTo>
                  <a:cubicBezTo>
                    <a:pt x="2" y="18"/>
                    <a:pt x="20" y="7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3" name="Freeform 214">
              <a:extLst>
                <a:ext uri="{FF2B5EF4-FFF2-40B4-BE49-F238E27FC236}">
                  <a16:creationId xmlns:a16="http://schemas.microsoft.com/office/drawing/2014/main" id="{6C0624B9-79B1-457A-A87B-701FD5A4A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594"/>
              <a:ext cx="58" cy="44"/>
            </a:xfrm>
            <a:custGeom>
              <a:avLst/>
              <a:gdLst>
                <a:gd name="T0" fmla="*/ 25 w 28"/>
                <a:gd name="T1" fmla="*/ 53 h 20"/>
                <a:gd name="T2" fmla="*/ 176 w 2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3" y="5"/>
                  </a:moveTo>
                  <a:cubicBezTo>
                    <a:pt x="0" y="20"/>
                    <a:pt x="28" y="11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4" name="Freeform 215">
              <a:extLst>
                <a:ext uri="{FF2B5EF4-FFF2-40B4-BE49-F238E27FC236}">
                  <a16:creationId xmlns:a16="http://schemas.microsoft.com/office/drawing/2014/main" id="{B4B17116-C468-410F-BBDB-3D039728E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609"/>
              <a:ext cx="51" cy="25"/>
            </a:xfrm>
            <a:custGeom>
              <a:avLst/>
              <a:gdLst>
                <a:gd name="T0" fmla="*/ 19 w 24"/>
                <a:gd name="T1" fmla="*/ 0 h 11"/>
                <a:gd name="T2" fmla="*/ 77 w 24"/>
                <a:gd name="T3" fmla="*/ 118 h 11"/>
                <a:gd name="T4" fmla="*/ 204 w 2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">
                  <a:moveTo>
                    <a:pt x="2" y="0"/>
                  </a:moveTo>
                  <a:cubicBezTo>
                    <a:pt x="0" y="4"/>
                    <a:pt x="4" y="9"/>
                    <a:pt x="8" y="10"/>
                  </a:cubicBezTo>
                  <a:cubicBezTo>
                    <a:pt x="12" y="11"/>
                    <a:pt x="24" y="6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5" name="Freeform 216">
              <a:extLst>
                <a:ext uri="{FF2B5EF4-FFF2-40B4-BE49-F238E27FC236}">
                  <a16:creationId xmlns:a16="http://schemas.microsoft.com/office/drawing/2014/main" id="{EDB56789-EFF4-4E9C-83B0-2EDF13391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529"/>
              <a:ext cx="61" cy="63"/>
            </a:xfrm>
            <a:custGeom>
              <a:avLst/>
              <a:gdLst>
                <a:gd name="T0" fmla="*/ 0 w 29"/>
                <a:gd name="T1" fmla="*/ 162 h 28"/>
                <a:gd name="T2" fmla="*/ 151 w 2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8">
                  <a:moveTo>
                    <a:pt x="0" y="14"/>
                  </a:moveTo>
                  <a:cubicBezTo>
                    <a:pt x="3" y="28"/>
                    <a:pt x="29" y="7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6" name="Freeform 217">
              <a:extLst>
                <a:ext uri="{FF2B5EF4-FFF2-40B4-BE49-F238E27FC236}">
                  <a16:creationId xmlns:a16="http://schemas.microsoft.com/office/drawing/2014/main" id="{D020FF4B-8592-4C5A-BFD1-9C2B2C31D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3542"/>
              <a:ext cx="15" cy="14"/>
            </a:xfrm>
            <a:custGeom>
              <a:avLst/>
              <a:gdLst>
                <a:gd name="T0" fmla="*/ 0 w 7"/>
                <a:gd name="T1" fmla="*/ 65 h 6"/>
                <a:gd name="T2" fmla="*/ 69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3" y="6"/>
                    <a:pt x="6" y="3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7" name="Freeform 218">
              <a:extLst>
                <a:ext uri="{FF2B5EF4-FFF2-40B4-BE49-F238E27FC236}">
                  <a16:creationId xmlns:a16="http://schemas.microsoft.com/office/drawing/2014/main" id="{13C060F7-2329-4005-BC1E-9E27EAA8C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3491"/>
              <a:ext cx="21" cy="20"/>
            </a:xfrm>
            <a:custGeom>
              <a:avLst/>
              <a:gdLst>
                <a:gd name="T0" fmla="*/ 0 w 10"/>
                <a:gd name="T1" fmla="*/ 53 h 9"/>
                <a:gd name="T2" fmla="*/ 92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cubicBezTo>
                    <a:pt x="3" y="9"/>
                    <a:pt x="9" y="3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8" name="Freeform 219">
              <a:extLst>
                <a:ext uri="{FF2B5EF4-FFF2-40B4-BE49-F238E27FC236}">
                  <a16:creationId xmlns:a16="http://schemas.microsoft.com/office/drawing/2014/main" id="{BC7651CF-6A00-4018-B9F2-4ECF34915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699"/>
              <a:ext cx="73" cy="33"/>
            </a:xfrm>
            <a:custGeom>
              <a:avLst/>
              <a:gdLst>
                <a:gd name="T0" fmla="*/ 217 w 35"/>
                <a:gd name="T1" fmla="*/ 0 h 15"/>
                <a:gd name="T2" fmla="*/ 184 w 35"/>
                <a:gd name="T3" fmla="*/ 150 h 15"/>
                <a:gd name="T4" fmla="*/ 56 w 35"/>
                <a:gd name="T5" fmla="*/ 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24" y="0"/>
                  </a:moveTo>
                  <a:cubicBezTo>
                    <a:pt x="35" y="4"/>
                    <a:pt x="29" y="13"/>
                    <a:pt x="20" y="14"/>
                  </a:cubicBezTo>
                  <a:cubicBezTo>
                    <a:pt x="13" y="15"/>
                    <a:pt x="0" y="9"/>
                    <a:pt x="6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9" name="Freeform 220">
              <a:extLst>
                <a:ext uri="{FF2B5EF4-FFF2-40B4-BE49-F238E27FC236}">
                  <a16:creationId xmlns:a16="http://schemas.microsoft.com/office/drawing/2014/main" id="{D0FD985B-4580-465C-ABAD-25DAE29B5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730"/>
              <a:ext cx="71" cy="53"/>
            </a:xfrm>
            <a:custGeom>
              <a:avLst/>
              <a:gdLst>
                <a:gd name="T0" fmla="*/ 192 w 34"/>
                <a:gd name="T1" fmla="*/ 0 h 24"/>
                <a:gd name="T2" fmla="*/ 0 w 34"/>
                <a:gd name="T3" fmla="*/ 5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21" y="0"/>
                  </a:moveTo>
                  <a:cubicBezTo>
                    <a:pt x="34" y="8"/>
                    <a:pt x="0" y="24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0" name="Freeform 221">
              <a:extLst>
                <a:ext uri="{FF2B5EF4-FFF2-40B4-BE49-F238E27FC236}">
                  <a16:creationId xmlns:a16="http://schemas.microsoft.com/office/drawing/2014/main" id="{11C884ED-02D7-4FB5-9E83-5AEA3DC0D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708"/>
              <a:ext cx="55" cy="42"/>
            </a:xfrm>
            <a:custGeom>
              <a:avLst/>
              <a:gdLst>
                <a:gd name="T0" fmla="*/ 161 w 26"/>
                <a:gd name="T1" fmla="*/ 9 h 19"/>
                <a:gd name="T2" fmla="*/ 237 w 26"/>
                <a:gd name="T3" fmla="*/ 73 h 19"/>
                <a:gd name="T4" fmla="*/ 0 w 26"/>
                <a:gd name="T5" fmla="*/ 13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17" y="1"/>
                  </a:moveTo>
                  <a:cubicBezTo>
                    <a:pt x="21" y="0"/>
                    <a:pt x="25" y="3"/>
                    <a:pt x="25" y="7"/>
                  </a:cubicBezTo>
                  <a:cubicBezTo>
                    <a:pt x="26" y="19"/>
                    <a:pt x="6" y="18"/>
                    <a:pt x="0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1" name="Freeform 222">
              <a:extLst>
                <a:ext uri="{FF2B5EF4-FFF2-40B4-BE49-F238E27FC236}">
                  <a16:creationId xmlns:a16="http://schemas.microsoft.com/office/drawing/2014/main" id="{0E35989C-3DBF-43CE-A715-ADA66E48A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739"/>
              <a:ext cx="14" cy="6"/>
            </a:xfrm>
            <a:custGeom>
              <a:avLst/>
              <a:gdLst>
                <a:gd name="T0" fmla="*/ 56 w 7"/>
                <a:gd name="T1" fmla="*/ 0 h 3"/>
                <a:gd name="T2" fmla="*/ 0 w 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6" y="3"/>
                    <a:pt x="3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2" name="Freeform 223">
              <a:extLst>
                <a:ext uri="{FF2B5EF4-FFF2-40B4-BE49-F238E27FC236}">
                  <a16:creationId xmlns:a16="http://schemas.microsoft.com/office/drawing/2014/main" id="{AB208070-6144-4768-8F3F-F9108BF32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708"/>
              <a:ext cx="23" cy="13"/>
            </a:xfrm>
            <a:custGeom>
              <a:avLst/>
              <a:gdLst>
                <a:gd name="T0" fmla="*/ 56 w 11"/>
                <a:gd name="T1" fmla="*/ 0 h 6"/>
                <a:gd name="T2" fmla="*/ 0 w 11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6" y="0"/>
                  </a:moveTo>
                  <a:cubicBezTo>
                    <a:pt x="11" y="4"/>
                    <a:pt x="3" y="6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3" name="Freeform 224">
              <a:extLst>
                <a:ext uri="{FF2B5EF4-FFF2-40B4-BE49-F238E27FC236}">
                  <a16:creationId xmlns:a16="http://schemas.microsoft.com/office/drawing/2014/main" id="{5A8892F6-ACFD-48D2-A3C5-E4A4F9A78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3667"/>
              <a:ext cx="48" cy="49"/>
            </a:xfrm>
            <a:custGeom>
              <a:avLst/>
              <a:gdLst>
                <a:gd name="T0" fmla="*/ 0 w 23"/>
                <a:gd name="T1" fmla="*/ 118 h 22"/>
                <a:gd name="T2" fmla="*/ 136 w 2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0" y="11"/>
                  </a:moveTo>
                  <a:cubicBezTo>
                    <a:pt x="7" y="22"/>
                    <a:pt x="23" y="7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4" name="Freeform 225">
              <a:extLst>
                <a:ext uri="{FF2B5EF4-FFF2-40B4-BE49-F238E27FC236}">
                  <a16:creationId xmlns:a16="http://schemas.microsoft.com/office/drawing/2014/main" id="{982F7F02-A202-4C8E-AD91-EE492C7E1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716"/>
              <a:ext cx="23" cy="21"/>
            </a:xfrm>
            <a:custGeom>
              <a:avLst/>
              <a:gdLst>
                <a:gd name="T0" fmla="*/ 0 w 11"/>
                <a:gd name="T1" fmla="*/ 49 h 9"/>
                <a:gd name="T2" fmla="*/ 100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cubicBezTo>
                    <a:pt x="3" y="9"/>
                    <a:pt x="9" y="3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5" name="Freeform 226">
              <a:extLst>
                <a:ext uri="{FF2B5EF4-FFF2-40B4-BE49-F238E27FC236}">
                  <a16:creationId xmlns:a16="http://schemas.microsoft.com/office/drawing/2014/main" id="{E77D092F-BEE6-470B-A0B1-3E050B23D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676"/>
              <a:ext cx="10" cy="9"/>
            </a:xfrm>
            <a:custGeom>
              <a:avLst/>
              <a:gdLst>
                <a:gd name="T0" fmla="*/ 0 w 5"/>
                <a:gd name="T1" fmla="*/ 25 h 4"/>
                <a:gd name="T2" fmla="*/ 4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6" name="Freeform 227">
              <a:extLst>
                <a:ext uri="{FF2B5EF4-FFF2-40B4-BE49-F238E27FC236}">
                  <a16:creationId xmlns:a16="http://schemas.microsoft.com/office/drawing/2014/main" id="{1DE4D013-56F4-40D4-A9B8-22ED89484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449"/>
              <a:ext cx="41" cy="42"/>
            </a:xfrm>
            <a:custGeom>
              <a:avLst/>
              <a:gdLst>
                <a:gd name="T0" fmla="*/ 43 w 20"/>
                <a:gd name="T1" fmla="*/ 0 h 19"/>
                <a:gd name="T2" fmla="*/ 172 w 20"/>
                <a:gd name="T3" fmla="*/ 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9">
                  <a:moveTo>
                    <a:pt x="5" y="0"/>
                  </a:moveTo>
                  <a:cubicBezTo>
                    <a:pt x="0" y="10"/>
                    <a:pt x="15" y="19"/>
                    <a:pt x="20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7" name="Freeform 228">
              <a:extLst>
                <a:ext uri="{FF2B5EF4-FFF2-40B4-BE49-F238E27FC236}">
                  <a16:creationId xmlns:a16="http://schemas.microsoft.com/office/drawing/2014/main" id="{ADB799A0-565D-43B0-8ED3-B82B5C3D5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469"/>
              <a:ext cx="17" cy="9"/>
            </a:xfrm>
            <a:custGeom>
              <a:avLst/>
              <a:gdLst>
                <a:gd name="T0" fmla="*/ 0 w 8"/>
                <a:gd name="T1" fmla="*/ 11 h 4"/>
                <a:gd name="T2" fmla="*/ 77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1"/>
                  </a:moveTo>
                  <a:cubicBezTo>
                    <a:pt x="3" y="4"/>
                    <a:pt x="6" y="3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8" name="Freeform 229">
              <a:extLst>
                <a:ext uri="{FF2B5EF4-FFF2-40B4-BE49-F238E27FC236}">
                  <a16:creationId xmlns:a16="http://schemas.microsoft.com/office/drawing/2014/main" id="{8869F3DF-A1D8-49F6-8623-66089CC84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556"/>
              <a:ext cx="15" cy="7"/>
            </a:xfrm>
            <a:custGeom>
              <a:avLst/>
              <a:gdLst>
                <a:gd name="T0" fmla="*/ 0 w 7"/>
                <a:gd name="T1" fmla="*/ 28 h 3"/>
                <a:gd name="T2" fmla="*/ 69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9" name="Freeform 230">
              <a:extLst>
                <a:ext uri="{FF2B5EF4-FFF2-40B4-BE49-F238E27FC236}">
                  <a16:creationId xmlns:a16="http://schemas.microsoft.com/office/drawing/2014/main" id="{1B014CA5-7EF3-4E52-8047-15839201B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623"/>
              <a:ext cx="19" cy="18"/>
            </a:xfrm>
            <a:custGeom>
              <a:avLst/>
              <a:gdLst>
                <a:gd name="T0" fmla="*/ 0 w 9"/>
                <a:gd name="T1" fmla="*/ 72 h 8"/>
                <a:gd name="T2" fmla="*/ 76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6"/>
                  </a:moveTo>
                  <a:cubicBezTo>
                    <a:pt x="4" y="8"/>
                    <a:pt x="9" y="4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0" name="Freeform 231">
              <a:extLst>
                <a:ext uri="{FF2B5EF4-FFF2-40B4-BE49-F238E27FC236}">
                  <a16:creationId xmlns:a16="http://schemas.microsoft.com/office/drawing/2014/main" id="{9DD3D698-1FB9-4053-A7C2-4C73CCE44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745"/>
              <a:ext cx="49" cy="45"/>
            </a:xfrm>
            <a:custGeom>
              <a:avLst/>
              <a:gdLst>
                <a:gd name="T0" fmla="*/ 77 w 23"/>
                <a:gd name="T1" fmla="*/ 0 h 20"/>
                <a:gd name="T2" fmla="*/ 222 w 23"/>
                <a:gd name="T3" fmla="*/ 9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8" y="0"/>
                  </a:moveTo>
                  <a:cubicBezTo>
                    <a:pt x="0" y="6"/>
                    <a:pt x="16" y="20"/>
                    <a:pt x="23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1" name="Freeform 232">
              <a:extLst>
                <a:ext uri="{FF2B5EF4-FFF2-40B4-BE49-F238E27FC236}">
                  <a16:creationId xmlns:a16="http://schemas.microsoft.com/office/drawing/2014/main" id="{83C0C4B9-3AF1-4D19-A044-9ACC37C45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754"/>
              <a:ext cx="8" cy="7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2" name="Freeform 233">
              <a:extLst>
                <a:ext uri="{FF2B5EF4-FFF2-40B4-BE49-F238E27FC236}">
                  <a16:creationId xmlns:a16="http://schemas.microsoft.com/office/drawing/2014/main" id="{6DE163B0-204A-4D12-9EFE-7126E72A9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3636"/>
              <a:ext cx="48" cy="34"/>
            </a:xfrm>
            <a:custGeom>
              <a:avLst/>
              <a:gdLst>
                <a:gd name="T0" fmla="*/ 65 w 23"/>
                <a:gd name="T1" fmla="*/ 0 h 15"/>
                <a:gd name="T2" fmla="*/ 144 w 23"/>
                <a:gd name="T3" fmla="*/ 138 h 15"/>
                <a:gd name="T4" fmla="*/ 209 w 23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7" y="0"/>
                  </a:moveTo>
                  <a:cubicBezTo>
                    <a:pt x="0" y="5"/>
                    <a:pt x="9" y="15"/>
                    <a:pt x="16" y="12"/>
                  </a:cubicBezTo>
                  <a:cubicBezTo>
                    <a:pt x="20" y="11"/>
                    <a:pt x="23" y="7"/>
                    <a:pt x="23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3" name="Freeform 234">
              <a:extLst>
                <a:ext uri="{FF2B5EF4-FFF2-40B4-BE49-F238E27FC236}">
                  <a16:creationId xmlns:a16="http://schemas.microsoft.com/office/drawing/2014/main" id="{A6B0FB3D-96BE-4EE1-87A7-CA558D6D1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609"/>
              <a:ext cx="15" cy="12"/>
            </a:xfrm>
            <a:custGeom>
              <a:avLst/>
              <a:gdLst>
                <a:gd name="T0" fmla="*/ 9 w 7"/>
                <a:gd name="T1" fmla="*/ 0 h 5"/>
                <a:gd name="T2" fmla="*/ 69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4"/>
                    <a:pt x="4" y="5"/>
                    <a:pt x="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4" name="Freeform 235">
              <a:extLst>
                <a:ext uri="{FF2B5EF4-FFF2-40B4-BE49-F238E27FC236}">
                  <a16:creationId xmlns:a16="http://schemas.microsoft.com/office/drawing/2014/main" id="{2EDE80D5-E9A2-488F-9EB0-FBB2AAB4D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623"/>
              <a:ext cx="38" cy="35"/>
            </a:xfrm>
            <a:custGeom>
              <a:avLst/>
              <a:gdLst>
                <a:gd name="T0" fmla="*/ 27 w 18"/>
                <a:gd name="T1" fmla="*/ 0 h 16"/>
                <a:gd name="T2" fmla="*/ 0 w 18"/>
                <a:gd name="T3" fmla="*/ 72 h 16"/>
                <a:gd name="T4" fmla="*/ 169 w 18"/>
                <a:gd name="T5" fmla="*/ 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0"/>
                  </a:moveTo>
                  <a:cubicBezTo>
                    <a:pt x="0" y="1"/>
                    <a:pt x="0" y="4"/>
                    <a:pt x="0" y="7"/>
                  </a:cubicBezTo>
                  <a:cubicBezTo>
                    <a:pt x="3" y="16"/>
                    <a:pt x="12" y="14"/>
                    <a:pt x="18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5" name="Freeform 236">
              <a:extLst>
                <a:ext uri="{FF2B5EF4-FFF2-40B4-BE49-F238E27FC236}">
                  <a16:creationId xmlns:a16="http://schemas.microsoft.com/office/drawing/2014/main" id="{661B1644-2E0B-43E7-AA1B-AB5E6D75F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629"/>
              <a:ext cx="8" cy="9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2" y="4"/>
                    <a:pt x="4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6" name="Freeform 237">
              <a:extLst>
                <a:ext uri="{FF2B5EF4-FFF2-40B4-BE49-F238E27FC236}">
                  <a16:creationId xmlns:a16="http://schemas.microsoft.com/office/drawing/2014/main" id="{5573C8DC-DC87-4B0A-93EF-3C223696A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647"/>
              <a:ext cx="25" cy="18"/>
            </a:xfrm>
            <a:custGeom>
              <a:avLst/>
              <a:gdLst>
                <a:gd name="T0" fmla="*/ 0 w 12"/>
                <a:gd name="T1" fmla="*/ 45 h 8"/>
                <a:gd name="T2" fmla="*/ 10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4"/>
                  </a:moveTo>
                  <a:cubicBezTo>
                    <a:pt x="4" y="8"/>
                    <a:pt x="12" y="6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7" name="Freeform 238">
              <a:extLst>
                <a:ext uri="{FF2B5EF4-FFF2-40B4-BE49-F238E27FC236}">
                  <a16:creationId xmlns:a16="http://schemas.microsoft.com/office/drawing/2014/main" id="{CE6667EF-F7AD-45D2-AFB5-936D0EE60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625"/>
              <a:ext cx="6" cy="13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0"/>
                    <a:pt x="0" y="3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8" name="Freeform 239">
              <a:extLst>
                <a:ext uri="{FF2B5EF4-FFF2-40B4-BE49-F238E27FC236}">
                  <a16:creationId xmlns:a16="http://schemas.microsoft.com/office/drawing/2014/main" id="{1D03A82C-C9BB-4595-8B5B-8D2D34A92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719"/>
              <a:ext cx="51" cy="44"/>
            </a:xfrm>
            <a:custGeom>
              <a:avLst/>
              <a:gdLst>
                <a:gd name="T0" fmla="*/ 85 w 24"/>
                <a:gd name="T1" fmla="*/ 0 h 20"/>
                <a:gd name="T2" fmla="*/ 60 w 24"/>
                <a:gd name="T3" fmla="*/ 150 h 20"/>
                <a:gd name="T4" fmla="*/ 230 w 24"/>
                <a:gd name="T5" fmla="*/ 6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9" y="0"/>
                  </a:moveTo>
                  <a:cubicBezTo>
                    <a:pt x="0" y="0"/>
                    <a:pt x="1" y="10"/>
                    <a:pt x="6" y="14"/>
                  </a:cubicBezTo>
                  <a:cubicBezTo>
                    <a:pt x="13" y="20"/>
                    <a:pt x="23" y="15"/>
                    <a:pt x="24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9" name="Freeform 240">
              <a:extLst>
                <a:ext uri="{FF2B5EF4-FFF2-40B4-BE49-F238E27FC236}">
                  <a16:creationId xmlns:a16="http://schemas.microsoft.com/office/drawing/2014/main" id="{4D13CFE3-2E36-4C0C-9821-48808BDA7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3716"/>
              <a:ext cx="21" cy="23"/>
            </a:xfrm>
            <a:custGeom>
              <a:avLst/>
              <a:gdLst>
                <a:gd name="T0" fmla="*/ 0 w 10"/>
                <a:gd name="T1" fmla="*/ 0 h 10"/>
                <a:gd name="T2" fmla="*/ 92 w 10"/>
                <a:gd name="T3" fmla="*/ 4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2" y="5"/>
                    <a:pt x="7" y="10"/>
                    <a:pt x="1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0" name="Freeform 241">
              <a:extLst>
                <a:ext uri="{FF2B5EF4-FFF2-40B4-BE49-F238E27FC236}">
                  <a16:creationId xmlns:a16="http://schemas.microsoft.com/office/drawing/2014/main" id="{7840BB42-C959-4F71-B5A4-AD1F8707D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3790"/>
              <a:ext cx="61" cy="47"/>
            </a:xfrm>
            <a:custGeom>
              <a:avLst/>
              <a:gdLst>
                <a:gd name="T0" fmla="*/ 17 w 29"/>
                <a:gd name="T1" fmla="*/ 45 h 21"/>
                <a:gd name="T2" fmla="*/ 212 w 2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2" y="4"/>
                  </a:moveTo>
                  <a:cubicBezTo>
                    <a:pt x="0" y="21"/>
                    <a:pt x="29" y="9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1" name="Freeform 242">
              <a:extLst>
                <a:ext uri="{FF2B5EF4-FFF2-40B4-BE49-F238E27FC236}">
                  <a16:creationId xmlns:a16="http://schemas.microsoft.com/office/drawing/2014/main" id="{AE0EE986-EBDF-460A-ABCC-6C5302CE3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801"/>
              <a:ext cx="6" cy="5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2"/>
                    <a:pt x="2" y="2"/>
                    <a:pt x="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2" name="Freeform 243">
              <a:extLst>
                <a:ext uri="{FF2B5EF4-FFF2-40B4-BE49-F238E27FC236}">
                  <a16:creationId xmlns:a16="http://schemas.microsoft.com/office/drawing/2014/main" id="{A52F1FCE-575A-49A4-A231-415B1E147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754"/>
              <a:ext cx="65" cy="45"/>
            </a:xfrm>
            <a:custGeom>
              <a:avLst/>
              <a:gdLst>
                <a:gd name="T0" fmla="*/ 8 w 31"/>
                <a:gd name="T1" fmla="*/ 11 h 20"/>
                <a:gd name="T2" fmla="*/ 229 w 3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0">
                  <a:moveTo>
                    <a:pt x="1" y="1"/>
                  </a:moveTo>
                  <a:cubicBezTo>
                    <a:pt x="0" y="20"/>
                    <a:pt x="31" y="10"/>
                    <a:pt x="2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3" name="Freeform 244">
              <a:extLst>
                <a:ext uri="{FF2B5EF4-FFF2-40B4-BE49-F238E27FC236}">
                  <a16:creationId xmlns:a16="http://schemas.microsoft.com/office/drawing/2014/main" id="{CA5C4258-9953-4E30-8B54-6BCE53940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3759"/>
              <a:ext cx="19" cy="9"/>
            </a:xfrm>
            <a:custGeom>
              <a:avLst/>
              <a:gdLst>
                <a:gd name="T0" fmla="*/ 0 w 9"/>
                <a:gd name="T1" fmla="*/ 0 h 4"/>
                <a:gd name="T2" fmla="*/ 84 w 9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1" y="4"/>
                    <a:pt x="6" y="4"/>
                    <a:pt x="9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4" name="Freeform 245">
              <a:extLst>
                <a:ext uri="{FF2B5EF4-FFF2-40B4-BE49-F238E27FC236}">
                  <a16:creationId xmlns:a16="http://schemas.microsoft.com/office/drawing/2014/main" id="{BF44B062-9A70-4307-BFFB-ED1D60343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3730"/>
              <a:ext cx="23" cy="13"/>
            </a:xfrm>
            <a:custGeom>
              <a:avLst/>
              <a:gdLst>
                <a:gd name="T0" fmla="*/ 0 w 11"/>
                <a:gd name="T1" fmla="*/ 43 h 6"/>
                <a:gd name="T2" fmla="*/ 100 w 1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4" y="0"/>
                    <a:pt x="7" y="5"/>
                    <a:pt x="11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5" name="Freeform 246">
              <a:extLst>
                <a:ext uri="{FF2B5EF4-FFF2-40B4-BE49-F238E27FC236}">
                  <a16:creationId xmlns:a16="http://schemas.microsoft.com/office/drawing/2014/main" id="{8C160922-4B71-4398-BDD1-CF21ACD8D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761"/>
              <a:ext cx="23" cy="16"/>
            </a:xfrm>
            <a:custGeom>
              <a:avLst/>
              <a:gdLst>
                <a:gd name="T0" fmla="*/ 0 w 11"/>
                <a:gd name="T1" fmla="*/ 0 h 7"/>
                <a:gd name="T2" fmla="*/ 100 w 11"/>
                <a:gd name="T3" fmla="*/ 2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1" y="7"/>
                    <a:pt x="7" y="5"/>
                    <a:pt x="11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6" name="Freeform 247">
              <a:extLst>
                <a:ext uri="{FF2B5EF4-FFF2-40B4-BE49-F238E27FC236}">
                  <a16:creationId xmlns:a16="http://schemas.microsoft.com/office/drawing/2014/main" id="{51B16676-C06E-4F4D-90E7-8D884C194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663"/>
              <a:ext cx="19" cy="20"/>
            </a:xfrm>
            <a:custGeom>
              <a:avLst/>
              <a:gdLst>
                <a:gd name="T0" fmla="*/ 0 w 9"/>
                <a:gd name="T1" fmla="*/ 53 h 9"/>
                <a:gd name="T2" fmla="*/ 84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3" y="9"/>
                    <a:pt x="8" y="3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7" name="Freeform 248">
              <a:extLst>
                <a:ext uri="{FF2B5EF4-FFF2-40B4-BE49-F238E27FC236}">
                  <a16:creationId xmlns:a16="http://schemas.microsoft.com/office/drawing/2014/main" id="{E3D8CCA4-D6F2-4939-946F-7BB9414F3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701"/>
              <a:ext cx="13" cy="7"/>
            </a:xfrm>
            <a:custGeom>
              <a:avLst/>
              <a:gdLst>
                <a:gd name="T0" fmla="*/ 0 w 6"/>
                <a:gd name="T1" fmla="*/ 28 h 3"/>
                <a:gd name="T2" fmla="*/ 61 w 6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0"/>
                    <a:pt x="5" y="1"/>
                    <a:pt x="6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8" name="Freeform 249">
              <a:extLst>
                <a:ext uri="{FF2B5EF4-FFF2-40B4-BE49-F238E27FC236}">
                  <a16:creationId xmlns:a16="http://schemas.microsoft.com/office/drawing/2014/main" id="{E4D7BE29-016F-4D96-839A-B71696F0A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681"/>
              <a:ext cx="27" cy="11"/>
            </a:xfrm>
            <a:custGeom>
              <a:avLst/>
              <a:gdLst>
                <a:gd name="T0" fmla="*/ 0 w 13"/>
                <a:gd name="T1" fmla="*/ 33 h 5"/>
                <a:gd name="T2" fmla="*/ 116 w 1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3"/>
                  </a:moveTo>
                  <a:cubicBezTo>
                    <a:pt x="4" y="0"/>
                    <a:pt x="10" y="0"/>
                    <a:pt x="13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9" name="Freeform 250">
              <a:extLst>
                <a:ext uri="{FF2B5EF4-FFF2-40B4-BE49-F238E27FC236}">
                  <a16:creationId xmlns:a16="http://schemas.microsoft.com/office/drawing/2014/main" id="{0D78CD89-6B41-4271-B924-E246F46F1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696"/>
              <a:ext cx="17" cy="5"/>
            </a:xfrm>
            <a:custGeom>
              <a:avLst/>
              <a:gdLst>
                <a:gd name="T0" fmla="*/ 0 w 8"/>
                <a:gd name="T1" fmla="*/ 0 h 2"/>
                <a:gd name="T2" fmla="*/ 77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1"/>
                    <a:pt x="5" y="2"/>
                    <a:pt x="8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0" name="Freeform 251">
              <a:extLst>
                <a:ext uri="{FF2B5EF4-FFF2-40B4-BE49-F238E27FC236}">
                  <a16:creationId xmlns:a16="http://schemas.microsoft.com/office/drawing/2014/main" id="{69BC5D12-77E7-48F1-9FF1-E7DE30182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3616"/>
              <a:ext cx="32" cy="16"/>
            </a:xfrm>
            <a:custGeom>
              <a:avLst/>
              <a:gdLst>
                <a:gd name="T0" fmla="*/ 19 w 15"/>
                <a:gd name="T1" fmla="*/ 0 h 7"/>
                <a:gd name="T2" fmla="*/ 145 w 15"/>
                <a:gd name="T3" fmla="*/ 1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2" y="0"/>
                  </a:moveTo>
                  <a:cubicBezTo>
                    <a:pt x="0" y="7"/>
                    <a:pt x="13" y="7"/>
                    <a:pt x="15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1" name="Freeform 252">
              <a:extLst>
                <a:ext uri="{FF2B5EF4-FFF2-40B4-BE49-F238E27FC236}">
                  <a16:creationId xmlns:a16="http://schemas.microsoft.com/office/drawing/2014/main" id="{B4A374D8-8587-41B8-A206-66D4336AD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3600"/>
              <a:ext cx="8" cy="5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2"/>
                    <a:pt x="2" y="2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2" name="Freeform 253">
              <a:extLst>
                <a:ext uri="{FF2B5EF4-FFF2-40B4-BE49-F238E27FC236}">
                  <a16:creationId xmlns:a16="http://schemas.microsoft.com/office/drawing/2014/main" id="{F738AD2F-B290-4AB7-AA31-9717AE2B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525"/>
              <a:ext cx="20" cy="11"/>
            </a:xfrm>
            <a:custGeom>
              <a:avLst/>
              <a:gdLst>
                <a:gd name="T0" fmla="*/ 24 w 10"/>
                <a:gd name="T1" fmla="*/ 0 h 5"/>
                <a:gd name="T2" fmla="*/ 80 w 10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3" y="0"/>
                  </a:moveTo>
                  <a:cubicBezTo>
                    <a:pt x="0" y="5"/>
                    <a:pt x="7" y="3"/>
                    <a:pt x="1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3" name="Freeform 254">
              <a:extLst>
                <a:ext uri="{FF2B5EF4-FFF2-40B4-BE49-F238E27FC236}">
                  <a16:creationId xmlns:a16="http://schemas.microsoft.com/office/drawing/2014/main" id="{6179B3B0-66FA-48E6-A090-1212CA627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3598"/>
              <a:ext cx="9" cy="16"/>
            </a:xfrm>
            <a:custGeom>
              <a:avLst/>
              <a:gdLst>
                <a:gd name="T0" fmla="*/ 45 w 4"/>
                <a:gd name="T1" fmla="*/ 0 h 7"/>
                <a:gd name="T2" fmla="*/ 25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2" y="2"/>
                    <a:pt x="0" y="4"/>
                    <a:pt x="2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4" name="Freeform 255">
              <a:extLst>
                <a:ext uri="{FF2B5EF4-FFF2-40B4-BE49-F238E27FC236}">
                  <a16:creationId xmlns:a16="http://schemas.microsoft.com/office/drawing/2014/main" id="{533645B5-AEF2-49AC-93F1-E0648BF22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3542"/>
              <a:ext cx="59" cy="36"/>
            </a:xfrm>
            <a:custGeom>
              <a:avLst/>
              <a:gdLst>
                <a:gd name="T0" fmla="*/ 213 w 28"/>
                <a:gd name="T1" fmla="*/ 0 h 16"/>
                <a:gd name="T2" fmla="*/ 204 w 28"/>
                <a:gd name="T3" fmla="*/ 137 h 16"/>
                <a:gd name="T4" fmla="*/ 0 w 28"/>
                <a:gd name="T5" fmla="*/ 5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23" y="0"/>
                  </a:moveTo>
                  <a:cubicBezTo>
                    <a:pt x="28" y="2"/>
                    <a:pt x="26" y="9"/>
                    <a:pt x="22" y="12"/>
                  </a:cubicBezTo>
                  <a:cubicBezTo>
                    <a:pt x="16" y="16"/>
                    <a:pt x="0" y="14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5" name="Freeform 256">
              <a:extLst>
                <a:ext uri="{FF2B5EF4-FFF2-40B4-BE49-F238E27FC236}">
                  <a16:creationId xmlns:a16="http://schemas.microsoft.com/office/drawing/2014/main" id="{D47C9925-7546-4FD8-9F07-5B1A89794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549"/>
              <a:ext cx="8" cy="9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2"/>
                    <a:pt x="2" y="4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6" name="Freeform 257">
              <a:extLst>
                <a:ext uri="{FF2B5EF4-FFF2-40B4-BE49-F238E27FC236}">
                  <a16:creationId xmlns:a16="http://schemas.microsoft.com/office/drawing/2014/main" id="{552D8D54-1822-4CA5-B574-1A388C4C2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574"/>
              <a:ext cx="61" cy="44"/>
            </a:xfrm>
            <a:custGeom>
              <a:avLst/>
              <a:gdLst>
                <a:gd name="T0" fmla="*/ 27 w 29"/>
                <a:gd name="T1" fmla="*/ 53 h 20"/>
                <a:gd name="T2" fmla="*/ 196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3" y="5"/>
                  </a:moveTo>
                  <a:cubicBezTo>
                    <a:pt x="0" y="20"/>
                    <a:pt x="29" y="11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7" name="Freeform 258">
              <a:extLst>
                <a:ext uri="{FF2B5EF4-FFF2-40B4-BE49-F238E27FC236}">
                  <a16:creationId xmlns:a16="http://schemas.microsoft.com/office/drawing/2014/main" id="{23D469FF-5159-4262-839F-F9173322B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522"/>
              <a:ext cx="14" cy="14"/>
            </a:xfrm>
            <a:custGeom>
              <a:avLst/>
              <a:gdLst>
                <a:gd name="T0" fmla="*/ 0 w 7"/>
                <a:gd name="T1" fmla="*/ 77 h 6"/>
                <a:gd name="T2" fmla="*/ 56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3" y="6"/>
                    <a:pt x="6" y="3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8" name="Freeform 259">
              <a:extLst>
                <a:ext uri="{FF2B5EF4-FFF2-40B4-BE49-F238E27FC236}">
                  <a16:creationId xmlns:a16="http://schemas.microsoft.com/office/drawing/2014/main" id="{13A19AA7-23E4-4836-B919-7806478F5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580"/>
              <a:ext cx="9" cy="5"/>
            </a:xfrm>
            <a:custGeom>
              <a:avLst/>
              <a:gdLst>
                <a:gd name="T0" fmla="*/ 0 w 4"/>
                <a:gd name="T1" fmla="*/ 0 h 2"/>
                <a:gd name="T2" fmla="*/ 45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2"/>
                    <a:pt x="2" y="2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9" name="Freeform 260">
              <a:extLst>
                <a:ext uri="{FF2B5EF4-FFF2-40B4-BE49-F238E27FC236}">
                  <a16:creationId xmlns:a16="http://schemas.microsoft.com/office/drawing/2014/main" id="{8F985969-5F30-4A59-91A5-70A360EB3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578"/>
              <a:ext cx="8" cy="16"/>
            </a:xfrm>
            <a:custGeom>
              <a:avLst/>
              <a:gdLst>
                <a:gd name="T0" fmla="*/ 32 w 4"/>
                <a:gd name="T1" fmla="*/ 0 h 7"/>
                <a:gd name="T2" fmla="*/ 16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2"/>
                    <a:pt x="0" y="4"/>
                    <a:pt x="2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0" name="Freeform 261">
              <a:extLst>
                <a:ext uri="{FF2B5EF4-FFF2-40B4-BE49-F238E27FC236}">
                  <a16:creationId xmlns:a16="http://schemas.microsoft.com/office/drawing/2014/main" id="{1DEAE109-B396-40CB-AC7E-A071F5AE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603"/>
              <a:ext cx="12" cy="13"/>
            </a:xfrm>
            <a:custGeom>
              <a:avLst/>
              <a:gdLst>
                <a:gd name="T0" fmla="*/ 0 w 6"/>
                <a:gd name="T1" fmla="*/ 52 h 6"/>
                <a:gd name="T2" fmla="*/ 4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2" y="6"/>
                    <a:pt x="6" y="3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1" name="Freeform 262">
              <a:extLst>
                <a:ext uri="{FF2B5EF4-FFF2-40B4-BE49-F238E27FC236}">
                  <a16:creationId xmlns:a16="http://schemas.microsoft.com/office/drawing/2014/main" id="{9AFF26A9-E623-4BAC-B598-DBB368051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708"/>
              <a:ext cx="21" cy="17"/>
            </a:xfrm>
            <a:custGeom>
              <a:avLst/>
              <a:gdLst>
                <a:gd name="T0" fmla="*/ 0 w 10"/>
                <a:gd name="T1" fmla="*/ 49 h 8"/>
                <a:gd name="T2" fmla="*/ 92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5"/>
                  </a:moveTo>
                  <a:cubicBezTo>
                    <a:pt x="4" y="8"/>
                    <a:pt x="8" y="3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2" name="Freeform 263">
              <a:extLst>
                <a:ext uri="{FF2B5EF4-FFF2-40B4-BE49-F238E27FC236}">
                  <a16:creationId xmlns:a16="http://schemas.microsoft.com/office/drawing/2014/main" id="{7CF37E88-00C6-49E8-9726-52F001D71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576"/>
              <a:ext cx="50" cy="47"/>
            </a:xfrm>
            <a:custGeom>
              <a:avLst/>
              <a:gdLst>
                <a:gd name="T0" fmla="*/ 0 w 24"/>
                <a:gd name="T1" fmla="*/ 101 h 21"/>
                <a:gd name="T2" fmla="*/ 192 w 2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1">
                  <a:moveTo>
                    <a:pt x="0" y="9"/>
                  </a:moveTo>
                  <a:cubicBezTo>
                    <a:pt x="3" y="21"/>
                    <a:pt x="24" y="11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3" name="Freeform 264">
              <a:extLst>
                <a:ext uri="{FF2B5EF4-FFF2-40B4-BE49-F238E27FC236}">
                  <a16:creationId xmlns:a16="http://schemas.microsoft.com/office/drawing/2014/main" id="{CF7ADFB6-7AA0-478F-95E2-85B44DD57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583"/>
              <a:ext cx="17" cy="15"/>
            </a:xfrm>
            <a:custGeom>
              <a:avLst/>
              <a:gdLst>
                <a:gd name="T0" fmla="*/ 0 w 8"/>
                <a:gd name="T1" fmla="*/ 19 h 7"/>
                <a:gd name="T2" fmla="*/ 77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2"/>
                  </a:moveTo>
                  <a:cubicBezTo>
                    <a:pt x="1" y="7"/>
                    <a:pt x="6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4" name="Freeform 265">
              <a:extLst>
                <a:ext uri="{FF2B5EF4-FFF2-40B4-BE49-F238E27FC236}">
                  <a16:creationId xmlns:a16="http://schemas.microsoft.com/office/drawing/2014/main" id="{B96CF045-D105-4ED7-883E-CEED604DD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609"/>
              <a:ext cx="52" cy="41"/>
            </a:xfrm>
            <a:custGeom>
              <a:avLst/>
              <a:gdLst>
                <a:gd name="T0" fmla="*/ 0 w 25"/>
                <a:gd name="T1" fmla="*/ 93 h 18"/>
                <a:gd name="T2" fmla="*/ 173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8"/>
                  </a:moveTo>
                  <a:cubicBezTo>
                    <a:pt x="6" y="18"/>
                    <a:pt x="25" y="8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5" name="Freeform 266">
              <a:extLst>
                <a:ext uri="{FF2B5EF4-FFF2-40B4-BE49-F238E27FC236}">
                  <a16:creationId xmlns:a16="http://schemas.microsoft.com/office/drawing/2014/main" id="{033F871D-A045-43C1-8EA1-C3256EBD5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600"/>
              <a:ext cx="50" cy="41"/>
            </a:xfrm>
            <a:custGeom>
              <a:avLst/>
              <a:gdLst>
                <a:gd name="T0" fmla="*/ 0 w 24"/>
                <a:gd name="T1" fmla="*/ 82 h 18"/>
                <a:gd name="T2" fmla="*/ 183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7"/>
                  </a:moveTo>
                  <a:cubicBezTo>
                    <a:pt x="5" y="18"/>
                    <a:pt x="24" y="13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6" name="Freeform 267">
              <a:extLst>
                <a:ext uri="{FF2B5EF4-FFF2-40B4-BE49-F238E27FC236}">
                  <a16:creationId xmlns:a16="http://schemas.microsoft.com/office/drawing/2014/main" id="{715A3D3A-A867-420A-8C80-8C2E3E236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429"/>
              <a:ext cx="61" cy="44"/>
            </a:xfrm>
            <a:custGeom>
              <a:avLst/>
              <a:gdLst>
                <a:gd name="T0" fmla="*/ 27 w 29"/>
                <a:gd name="T1" fmla="*/ 53 h 20"/>
                <a:gd name="T2" fmla="*/ 196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3" y="5"/>
                  </a:moveTo>
                  <a:cubicBezTo>
                    <a:pt x="0" y="20"/>
                    <a:pt x="29" y="11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7" name="Freeform 268">
              <a:extLst>
                <a:ext uri="{FF2B5EF4-FFF2-40B4-BE49-F238E27FC236}">
                  <a16:creationId xmlns:a16="http://schemas.microsoft.com/office/drawing/2014/main" id="{6BD38D5B-15A6-4039-ABBC-BEC51087F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435"/>
              <a:ext cx="10" cy="5"/>
            </a:xfrm>
            <a:custGeom>
              <a:avLst/>
              <a:gdLst>
                <a:gd name="T0" fmla="*/ 0 w 5"/>
                <a:gd name="T1" fmla="*/ 0 h 2"/>
                <a:gd name="T2" fmla="*/ 40 w 5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2"/>
                    <a:pt x="3" y="2"/>
                    <a:pt x="5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8" name="Freeform 269">
              <a:extLst>
                <a:ext uri="{FF2B5EF4-FFF2-40B4-BE49-F238E27FC236}">
                  <a16:creationId xmlns:a16="http://schemas.microsoft.com/office/drawing/2014/main" id="{CD53E431-529E-4C17-B7FD-8A6DDAFF5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429"/>
              <a:ext cx="52" cy="49"/>
            </a:xfrm>
            <a:custGeom>
              <a:avLst/>
              <a:gdLst>
                <a:gd name="T0" fmla="*/ 0 w 25"/>
                <a:gd name="T1" fmla="*/ 109 h 22"/>
                <a:gd name="T2" fmla="*/ 200 w 2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2">
                  <a:moveTo>
                    <a:pt x="0" y="10"/>
                  </a:moveTo>
                  <a:cubicBezTo>
                    <a:pt x="4" y="22"/>
                    <a:pt x="25" y="12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9" name="Freeform 270">
              <a:extLst>
                <a:ext uri="{FF2B5EF4-FFF2-40B4-BE49-F238E27FC236}">
                  <a16:creationId xmlns:a16="http://schemas.microsoft.com/office/drawing/2014/main" id="{8B3B1BFF-2E1B-4CB0-B7FB-7490E810B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438"/>
              <a:ext cx="14" cy="15"/>
            </a:xfrm>
            <a:custGeom>
              <a:avLst/>
              <a:gdLst>
                <a:gd name="T0" fmla="*/ 0 w 7"/>
                <a:gd name="T1" fmla="*/ 9 h 7"/>
                <a:gd name="T2" fmla="*/ 5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1" y="7"/>
                    <a:pt x="5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0" name="Freeform 271">
              <a:extLst>
                <a:ext uri="{FF2B5EF4-FFF2-40B4-BE49-F238E27FC236}">
                  <a16:creationId xmlns:a16="http://schemas.microsoft.com/office/drawing/2014/main" id="{1E5CF014-166E-46C7-B6A3-B9FB6E8D4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607"/>
              <a:ext cx="17" cy="14"/>
            </a:xfrm>
            <a:custGeom>
              <a:avLst/>
              <a:gdLst>
                <a:gd name="T0" fmla="*/ 0 w 8"/>
                <a:gd name="T1" fmla="*/ 65 h 6"/>
                <a:gd name="T2" fmla="*/ 77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4" y="6"/>
                    <a:pt x="7" y="3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1" name="Freeform 272">
              <a:extLst>
                <a:ext uri="{FF2B5EF4-FFF2-40B4-BE49-F238E27FC236}">
                  <a16:creationId xmlns:a16="http://schemas.microsoft.com/office/drawing/2014/main" id="{661FAD69-BE15-4073-AFB4-4ED61291C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627"/>
              <a:ext cx="25" cy="43"/>
            </a:xfrm>
            <a:custGeom>
              <a:avLst/>
              <a:gdLst>
                <a:gd name="T0" fmla="*/ 0 w 12"/>
                <a:gd name="T1" fmla="*/ 174 h 19"/>
                <a:gd name="T2" fmla="*/ 108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15"/>
                  </a:moveTo>
                  <a:cubicBezTo>
                    <a:pt x="6" y="19"/>
                    <a:pt x="12" y="5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2" name="Freeform 273">
              <a:extLst>
                <a:ext uri="{FF2B5EF4-FFF2-40B4-BE49-F238E27FC236}">
                  <a16:creationId xmlns:a16="http://schemas.microsoft.com/office/drawing/2014/main" id="{DD089574-E9D3-4B53-B1F7-2F31C5A88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638"/>
              <a:ext cx="25" cy="47"/>
            </a:xfrm>
            <a:custGeom>
              <a:avLst/>
              <a:gdLst>
                <a:gd name="T0" fmla="*/ 83 w 12"/>
                <a:gd name="T1" fmla="*/ 0 h 21"/>
                <a:gd name="T2" fmla="*/ 108 w 12"/>
                <a:gd name="T3" fmla="*/ 90 h 21"/>
                <a:gd name="T4" fmla="*/ 0 w 12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9" y="0"/>
                  </a:moveTo>
                  <a:cubicBezTo>
                    <a:pt x="11" y="3"/>
                    <a:pt x="12" y="5"/>
                    <a:pt x="12" y="8"/>
                  </a:cubicBezTo>
                  <a:cubicBezTo>
                    <a:pt x="11" y="14"/>
                    <a:pt x="6" y="20"/>
                    <a:pt x="0" y="2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3" name="Freeform 274">
              <a:extLst>
                <a:ext uri="{FF2B5EF4-FFF2-40B4-BE49-F238E27FC236}">
                  <a16:creationId xmlns:a16="http://schemas.microsoft.com/office/drawing/2014/main" id="{DEA98F5D-59CF-4DB0-A6B3-D87021073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3650"/>
              <a:ext cx="14" cy="15"/>
            </a:xfrm>
            <a:custGeom>
              <a:avLst/>
              <a:gdLst>
                <a:gd name="T0" fmla="*/ 0 w 7"/>
                <a:gd name="T1" fmla="*/ 51 h 7"/>
                <a:gd name="T2" fmla="*/ 5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3" y="7"/>
                    <a:pt x="7" y="4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4" name="Freeform 275">
              <a:extLst>
                <a:ext uri="{FF2B5EF4-FFF2-40B4-BE49-F238E27FC236}">
                  <a16:creationId xmlns:a16="http://schemas.microsoft.com/office/drawing/2014/main" id="{2FA9549A-6537-4017-9944-28EB59F26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616"/>
              <a:ext cx="15" cy="7"/>
            </a:xfrm>
            <a:custGeom>
              <a:avLst/>
              <a:gdLst>
                <a:gd name="T0" fmla="*/ 0 w 7"/>
                <a:gd name="T1" fmla="*/ 0 h 3"/>
                <a:gd name="T2" fmla="*/ 69 w 7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1" y="3"/>
                    <a:pt x="4" y="3"/>
                    <a:pt x="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5" name="Freeform 276">
              <a:extLst>
                <a:ext uri="{FF2B5EF4-FFF2-40B4-BE49-F238E27FC236}">
                  <a16:creationId xmlns:a16="http://schemas.microsoft.com/office/drawing/2014/main" id="{DFCFC10A-F7BC-4401-A60C-51047B57A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453"/>
              <a:ext cx="28" cy="20"/>
            </a:xfrm>
            <a:custGeom>
              <a:avLst/>
              <a:gdLst>
                <a:gd name="T0" fmla="*/ 0 w 13"/>
                <a:gd name="T1" fmla="*/ 0 h 9"/>
                <a:gd name="T2" fmla="*/ 129 w 13"/>
                <a:gd name="T3" fmla="*/ 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1" y="6"/>
                    <a:pt x="9" y="9"/>
                    <a:pt x="13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6" name="Freeform 277">
              <a:extLst>
                <a:ext uri="{FF2B5EF4-FFF2-40B4-BE49-F238E27FC236}">
                  <a16:creationId xmlns:a16="http://schemas.microsoft.com/office/drawing/2014/main" id="{22102B1F-447C-48F8-A374-3FC2CFA1D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444"/>
              <a:ext cx="8" cy="5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2" y="2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7" name="Freeform 278">
              <a:extLst>
                <a:ext uri="{FF2B5EF4-FFF2-40B4-BE49-F238E27FC236}">
                  <a16:creationId xmlns:a16="http://schemas.microsoft.com/office/drawing/2014/main" id="{60D54924-11B0-429C-9CBC-6A08CBD97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478"/>
              <a:ext cx="58" cy="40"/>
            </a:xfrm>
            <a:custGeom>
              <a:avLst/>
              <a:gdLst>
                <a:gd name="T0" fmla="*/ 0 w 28"/>
                <a:gd name="T1" fmla="*/ 44 h 18"/>
                <a:gd name="T2" fmla="*/ 205 w 28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8">
                  <a:moveTo>
                    <a:pt x="0" y="4"/>
                  </a:moveTo>
                  <a:cubicBezTo>
                    <a:pt x="2" y="18"/>
                    <a:pt x="28" y="11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8" name="Freeform 279">
              <a:extLst>
                <a:ext uri="{FF2B5EF4-FFF2-40B4-BE49-F238E27FC236}">
                  <a16:creationId xmlns:a16="http://schemas.microsoft.com/office/drawing/2014/main" id="{DF3F4587-9CDA-4CCB-9786-ADEE0535F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480"/>
              <a:ext cx="26" cy="18"/>
            </a:xfrm>
            <a:custGeom>
              <a:avLst/>
              <a:gdLst>
                <a:gd name="T0" fmla="*/ 9 w 12"/>
                <a:gd name="T1" fmla="*/ 0 h 8"/>
                <a:gd name="T2" fmla="*/ 121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" y="0"/>
                  </a:moveTo>
                  <a:cubicBezTo>
                    <a:pt x="0" y="8"/>
                    <a:pt x="10" y="4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9" name="Freeform 280">
              <a:extLst>
                <a:ext uri="{FF2B5EF4-FFF2-40B4-BE49-F238E27FC236}">
                  <a16:creationId xmlns:a16="http://schemas.microsoft.com/office/drawing/2014/main" id="{EE728738-64F7-425F-8828-92C2546D8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458"/>
              <a:ext cx="17" cy="15"/>
            </a:xfrm>
            <a:custGeom>
              <a:avLst/>
              <a:gdLst>
                <a:gd name="T0" fmla="*/ 9 w 8"/>
                <a:gd name="T1" fmla="*/ 69 h 7"/>
                <a:gd name="T2" fmla="*/ 77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0" y="3"/>
                    <a:pt x="5" y="1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0" name="Freeform 281">
              <a:extLst>
                <a:ext uri="{FF2B5EF4-FFF2-40B4-BE49-F238E27FC236}">
                  <a16:creationId xmlns:a16="http://schemas.microsoft.com/office/drawing/2014/main" id="{70542B85-02C7-4DBC-B392-C78ED5980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525"/>
              <a:ext cx="44" cy="31"/>
            </a:xfrm>
            <a:custGeom>
              <a:avLst/>
              <a:gdLst>
                <a:gd name="T0" fmla="*/ 36 w 21"/>
                <a:gd name="T1" fmla="*/ 0 h 14"/>
                <a:gd name="T2" fmla="*/ 193 w 21"/>
                <a:gd name="T3" fmla="*/ 9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4" y="0"/>
                  </a:moveTo>
                  <a:cubicBezTo>
                    <a:pt x="0" y="10"/>
                    <a:pt x="14" y="14"/>
                    <a:pt x="21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1" name="Freeform 282">
              <a:extLst>
                <a:ext uri="{FF2B5EF4-FFF2-40B4-BE49-F238E27FC236}">
                  <a16:creationId xmlns:a16="http://schemas.microsoft.com/office/drawing/2014/main" id="{EE60A89A-1A43-45A8-AAB7-323C897C4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520"/>
              <a:ext cx="16" cy="16"/>
            </a:xfrm>
            <a:custGeom>
              <a:avLst/>
              <a:gdLst>
                <a:gd name="T0" fmla="*/ 0 w 8"/>
                <a:gd name="T1" fmla="*/ 0 h 7"/>
                <a:gd name="T2" fmla="*/ 64 w 8"/>
                <a:gd name="T3" fmla="*/ 5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5"/>
                    <a:pt x="4" y="7"/>
                    <a:pt x="8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2" name="Freeform 283">
              <a:extLst>
                <a:ext uri="{FF2B5EF4-FFF2-40B4-BE49-F238E27FC236}">
                  <a16:creationId xmlns:a16="http://schemas.microsoft.com/office/drawing/2014/main" id="{F73EF031-A2ED-431B-806A-9ABE52818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493"/>
              <a:ext cx="29" cy="20"/>
            </a:xfrm>
            <a:custGeom>
              <a:avLst/>
              <a:gdLst>
                <a:gd name="T0" fmla="*/ 0 w 14"/>
                <a:gd name="T1" fmla="*/ 44 h 9"/>
                <a:gd name="T2" fmla="*/ 124 w 1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4"/>
                  </a:moveTo>
                  <a:cubicBezTo>
                    <a:pt x="6" y="0"/>
                    <a:pt x="11" y="4"/>
                    <a:pt x="14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3" name="Freeform 284">
              <a:extLst>
                <a:ext uri="{FF2B5EF4-FFF2-40B4-BE49-F238E27FC236}">
                  <a16:creationId xmlns:a16="http://schemas.microsoft.com/office/drawing/2014/main" id="{E9A4D961-3BA4-45C6-9823-F64D7B15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478"/>
              <a:ext cx="15" cy="22"/>
            </a:xfrm>
            <a:custGeom>
              <a:avLst/>
              <a:gdLst>
                <a:gd name="T0" fmla="*/ 60 w 7"/>
                <a:gd name="T1" fmla="*/ 0 h 10"/>
                <a:gd name="T2" fmla="*/ 69 w 7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0" y="0"/>
                    <a:pt x="4" y="8"/>
                    <a:pt x="7" y="1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4" name="Freeform 285">
              <a:extLst>
                <a:ext uri="{FF2B5EF4-FFF2-40B4-BE49-F238E27FC236}">
                  <a16:creationId xmlns:a16="http://schemas.microsoft.com/office/drawing/2014/main" id="{3049C7C5-1F5C-4B4B-A55C-B0B65DD47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598"/>
              <a:ext cx="16" cy="18"/>
            </a:xfrm>
            <a:custGeom>
              <a:avLst/>
              <a:gdLst>
                <a:gd name="T0" fmla="*/ 16 w 8"/>
                <a:gd name="T1" fmla="*/ 0 h 8"/>
                <a:gd name="T2" fmla="*/ 64 w 8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4"/>
                    <a:pt x="4" y="8"/>
                    <a:pt x="8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5" name="Freeform 286">
              <a:extLst>
                <a:ext uri="{FF2B5EF4-FFF2-40B4-BE49-F238E27FC236}">
                  <a16:creationId xmlns:a16="http://schemas.microsoft.com/office/drawing/2014/main" id="{01DA5DE2-B14D-49F5-83B4-569072652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803"/>
              <a:ext cx="50" cy="41"/>
            </a:xfrm>
            <a:custGeom>
              <a:avLst/>
              <a:gdLst>
                <a:gd name="T0" fmla="*/ 56 w 24"/>
                <a:gd name="T1" fmla="*/ 0 h 18"/>
                <a:gd name="T2" fmla="*/ 35 w 24"/>
                <a:gd name="T3" fmla="*/ 166 h 18"/>
                <a:gd name="T4" fmla="*/ 152 w 24"/>
                <a:gd name="T5" fmla="*/ 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6" y="0"/>
                  </a:moveTo>
                  <a:cubicBezTo>
                    <a:pt x="1" y="1"/>
                    <a:pt x="0" y="11"/>
                    <a:pt x="4" y="14"/>
                  </a:cubicBezTo>
                  <a:cubicBezTo>
                    <a:pt x="10" y="18"/>
                    <a:pt x="24" y="9"/>
                    <a:pt x="17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6" name="Freeform 287">
              <a:extLst>
                <a:ext uri="{FF2B5EF4-FFF2-40B4-BE49-F238E27FC236}">
                  <a16:creationId xmlns:a16="http://schemas.microsoft.com/office/drawing/2014/main" id="{40489305-290B-436B-A4B6-6D9EF7C57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817"/>
              <a:ext cx="12" cy="11"/>
            </a:xfrm>
            <a:custGeom>
              <a:avLst/>
              <a:gdLst>
                <a:gd name="T0" fmla="*/ 8 w 6"/>
                <a:gd name="T1" fmla="*/ 0 h 5"/>
                <a:gd name="T2" fmla="*/ 48 w 6"/>
                <a:gd name="T3" fmla="*/ 3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4"/>
                    <a:pt x="3" y="5"/>
                    <a:pt x="6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7" name="Freeform 288">
              <a:extLst>
                <a:ext uri="{FF2B5EF4-FFF2-40B4-BE49-F238E27FC236}">
                  <a16:creationId xmlns:a16="http://schemas.microsoft.com/office/drawing/2014/main" id="{B2AD7CEA-E78C-4E4E-BC57-35EF5A61E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781"/>
              <a:ext cx="63" cy="58"/>
            </a:xfrm>
            <a:custGeom>
              <a:avLst/>
              <a:gdLst>
                <a:gd name="T0" fmla="*/ 92 w 30"/>
                <a:gd name="T1" fmla="*/ 0 h 26"/>
                <a:gd name="T2" fmla="*/ 8 w 30"/>
                <a:gd name="T3" fmla="*/ 125 h 26"/>
                <a:gd name="T4" fmla="*/ 221 w 30"/>
                <a:gd name="T5" fmla="*/ 4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10" y="0"/>
                  </a:moveTo>
                  <a:cubicBezTo>
                    <a:pt x="5" y="1"/>
                    <a:pt x="0" y="5"/>
                    <a:pt x="1" y="11"/>
                  </a:cubicBezTo>
                  <a:cubicBezTo>
                    <a:pt x="3" y="26"/>
                    <a:pt x="30" y="15"/>
                    <a:pt x="24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8" name="Freeform 289">
              <a:extLst>
                <a:ext uri="{FF2B5EF4-FFF2-40B4-BE49-F238E27FC236}">
                  <a16:creationId xmlns:a16="http://schemas.microsoft.com/office/drawing/2014/main" id="{963BBAC2-DFA2-4370-ABB3-DA3C5D366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797"/>
              <a:ext cx="14" cy="11"/>
            </a:xfrm>
            <a:custGeom>
              <a:avLst/>
              <a:gdLst>
                <a:gd name="T0" fmla="*/ 8 w 7"/>
                <a:gd name="T1" fmla="*/ 0 h 5"/>
                <a:gd name="T2" fmla="*/ 56 w 7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5"/>
                    <a:pt x="5" y="5"/>
                    <a:pt x="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9" name="Freeform 290">
              <a:extLst>
                <a:ext uri="{FF2B5EF4-FFF2-40B4-BE49-F238E27FC236}">
                  <a16:creationId xmlns:a16="http://schemas.microsoft.com/office/drawing/2014/main" id="{B0FCCFE5-2963-47ED-B2B3-C092BE427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770"/>
              <a:ext cx="52" cy="31"/>
            </a:xfrm>
            <a:custGeom>
              <a:avLst/>
              <a:gdLst>
                <a:gd name="T0" fmla="*/ 44 w 25"/>
                <a:gd name="T1" fmla="*/ 9 h 14"/>
                <a:gd name="T2" fmla="*/ 92 w 25"/>
                <a:gd name="T3" fmla="*/ 142 h 14"/>
                <a:gd name="T4" fmla="*/ 191 w 2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5" y="1"/>
                  </a:moveTo>
                  <a:cubicBezTo>
                    <a:pt x="0" y="6"/>
                    <a:pt x="3" y="12"/>
                    <a:pt x="10" y="13"/>
                  </a:cubicBezTo>
                  <a:cubicBezTo>
                    <a:pt x="17" y="14"/>
                    <a:pt x="25" y="8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0" name="Freeform 291">
              <a:extLst>
                <a:ext uri="{FF2B5EF4-FFF2-40B4-BE49-F238E27FC236}">
                  <a16:creationId xmlns:a16="http://schemas.microsoft.com/office/drawing/2014/main" id="{57109D4B-AA7C-48F8-8B08-30226B562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779"/>
              <a:ext cx="13" cy="9"/>
            </a:xfrm>
            <a:custGeom>
              <a:avLst/>
              <a:gdLst>
                <a:gd name="T0" fmla="*/ 0 w 6"/>
                <a:gd name="T1" fmla="*/ 0 h 4"/>
                <a:gd name="T2" fmla="*/ 61 w 6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3"/>
                    <a:pt x="3" y="4"/>
                    <a:pt x="6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1" name="Freeform 292">
              <a:extLst>
                <a:ext uri="{FF2B5EF4-FFF2-40B4-BE49-F238E27FC236}">
                  <a16:creationId xmlns:a16="http://schemas.microsoft.com/office/drawing/2014/main" id="{E6B91E98-F8CC-436E-BA7A-AE2E4CBD2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812"/>
              <a:ext cx="19" cy="14"/>
            </a:xfrm>
            <a:custGeom>
              <a:avLst/>
              <a:gdLst>
                <a:gd name="T0" fmla="*/ 0 w 9"/>
                <a:gd name="T1" fmla="*/ 12 h 6"/>
                <a:gd name="T2" fmla="*/ 84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2" y="6"/>
                    <a:pt x="6" y="2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2" name="Freeform 293">
              <a:extLst>
                <a:ext uri="{FF2B5EF4-FFF2-40B4-BE49-F238E27FC236}">
                  <a16:creationId xmlns:a16="http://schemas.microsoft.com/office/drawing/2014/main" id="{5D159CF3-63D2-4467-A71C-3F806C1F1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792"/>
              <a:ext cx="10" cy="16"/>
            </a:xfrm>
            <a:custGeom>
              <a:avLst/>
              <a:gdLst>
                <a:gd name="T0" fmla="*/ 0 w 5"/>
                <a:gd name="T1" fmla="*/ 0 h 7"/>
                <a:gd name="T2" fmla="*/ 40 w 5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3" y="1"/>
                    <a:pt x="5" y="4"/>
                    <a:pt x="5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3" name="Freeform 294">
              <a:extLst>
                <a:ext uri="{FF2B5EF4-FFF2-40B4-BE49-F238E27FC236}">
                  <a16:creationId xmlns:a16="http://schemas.microsoft.com/office/drawing/2014/main" id="{61A393CF-3363-4DC9-BCBC-0020BBC81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701"/>
              <a:ext cx="40" cy="42"/>
            </a:xfrm>
            <a:custGeom>
              <a:avLst/>
              <a:gdLst>
                <a:gd name="T0" fmla="*/ 57 w 19"/>
                <a:gd name="T1" fmla="*/ 206 h 19"/>
                <a:gd name="T2" fmla="*/ 177 w 19"/>
                <a:gd name="T3" fmla="*/ 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6" y="19"/>
                  </a:moveTo>
                  <a:cubicBezTo>
                    <a:pt x="0" y="19"/>
                    <a:pt x="10" y="0"/>
                    <a:pt x="19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4" name="Freeform 295">
              <a:extLst>
                <a:ext uri="{FF2B5EF4-FFF2-40B4-BE49-F238E27FC236}">
                  <a16:creationId xmlns:a16="http://schemas.microsoft.com/office/drawing/2014/main" id="{1D252677-17E4-42F9-A829-D81446117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815"/>
              <a:ext cx="48" cy="42"/>
            </a:xfrm>
            <a:custGeom>
              <a:avLst/>
              <a:gdLst>
                <a:gd name="T0" fmla="*/ 65 w 23"/>
                <a:gd name="T1" fmla="*/ 0 h 19"/>
                <a:gd name="T2" fmla="*/ 209 w 23"/>
                <a:gd name="T3" fmla="*/ 4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7" y="0"/>
                  </a:moveTo>
                  <a:cubicBezTo>
                    <a:pt x="0" y="5"/>
                    <a:pt x="17" y="19"/>
                    <a:pt x="23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5" name="Freeform 296">
              <a:extLst>
                <a:ext uri="{FF2B5EF4-FFF2-40B4-BE49-F238E27FC236}">
                  <a16:creationId xmlns:a16="http://schemas.microsoft.com/office/drawing/2014/main" id="{715CDBDF-F3E0-47D2-9BC2-7F8C84C01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812"/>
              <a:ext cx="11" cy="12"/>
            </a:xfrm>
            <a:custGeom>
              <a:avLst/>
              <a:gdLst>
                <a:gd name="T0" fmla="*/ 0 w 5"/>
                <a:gd name="T1" fmla="*/ 0 h 5"/>
                <a:gd name="T2" fmla="*/ 53 w 5"/>
                <a:gd name="T3" fmla="*/ 5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3"/>
                    <a:pt x="2" y="5"/>
                    <a:pt x="5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6" name="Freeform 297">
              <a:extLst>
                <a:ext uri="{FF2B5EF4-FFF2-40B4-BE49-F238E27FC236}">
                  <a16:creationId xmlns:a16="http://schemas.microsoft.com/office/drawing/2014/main" id="{C47BCE88-0E6F-498B-B9D4-FA52D0979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808"/>
              <a:ext cx="42" cy="31"/>
            </a:xfrm>
            <a:custGeom>
              <a:avLst/>
              <a:gdLst>
                <a:gd name="T0" fmla="*/ 36 w 20"/>
                <a:gd name="T1" fmla="*/ 0 h 14"/>
                <a:gd name="T2" fmla="*/ 185 w 20"/>
                <a:gd name="T3" fmla="*/ 4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4" y="0"/>
                  </a:moveTo>
                  <a:cubicBezTo>
                    <a:pt x="0" y="13"/>
                    <a:pt x="20" y="14"/>
                    <a:pt x="2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7" name="Freeform 298">
              <a:extLst>
                <a:ext uri="{FF2B5EF4-FFF2-40B4-BE49-F238E27FC236}">
                  <a16:creationId xmlns:a16="http://schemas.microsoft.com/office/drawing/2014/main" id="{A1269452-C272-4ED7-991C-DD9C3E0A1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808"/>
              <a:ext cx="8" cy="16"/>
            </a:xfrm>
            <a:custGeom>
              <a:avLst/>
              <a:gdLst>
                <a:gd name="T0" fmla="*/ 0 w 4"/>
                <a:gd name="T1" fmla="*/ 0 h 7"/>
                <a:gd name="T2" fmla="*/ 32 w 4"/>
                <a:gd name="T3" fmla="*/ 5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3"/>
                    <a:pt x="0" y="7"/>
                    <a:pt x="4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8" name="Freeform 299">
              <a:extLst>
                <a:ext uri="{FF2B5EF4-FFF2-40B4-BE49-F238E27FC236}">
                  <a16:creationId xmlns:a16="http://schemas.microsoft.com/office/drawing/2014/main" id="{91964755-3E06-4345-B812-F9E851876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641"/>
              <a:ext cx="8" cy="4"/>
            </a:xfrm>
            <a:custGeom>
              <a:avLst/>
              <a:gdLst>
                <a:gd name="T0" fmla="*/ 0 w 4"/>
                <a:gd name="T1" fmla="*/ 8 h 2"/>
                <a:gd name="T2" fmla="*/ 32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3" y="2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9" name="Freeform 300">
              <a:extLst>
                <a:ext uri="{FF2B5EF4-FFF2-40B4-BE49-F238E27FC236}">
                  <a16:creationId xmlns:a16="http://schemas.microsoft.com/office/drawing/2014/main" id="{2D35B97E-BE6B-4218-A7A4-DC753BB33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534"/>
              <a:ext cx="14" cy="4"/>
            </a:xfrm>
            <a:custGeom>
              <a:avLst/>
              <a:gdLst>
                <a:gd name="T0" fmla="*/ 0 w 7"/>
                <a:gd name="T1" fmla="*/ 8 h 2"/>
                <a:gd name="T2" fmla="*/ 56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0" name="Freeform 301">
              <a:extLst>
                <a:ext uri="{FF2B5EF4-FFF2-40B4-BE49-F238E27FC236}">
                  <a16:creationId xmlns:a16="http://schemas.microsoft.com/office/drawing/2014/main" id="{C2635F71-A576-4D72-8ED9-C34190B4F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540"/>
              <a:ext cx="19" cy="49"/>
            </a:xfrm>
            <a:custGeom>
              <a:avLst/>
              <a:gdLst>
                <a:gd name="T0" fmla="*/ 68 w 9"/>
                <a:gd name="T1" fmla="*/ 0 h 22"/>
                <a:gd name="T2" fmla="*/ 84 w 9"/>
                <a:gd name="T3" fmla="*/ 16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7" y="0"/>
                  </a:moveTo>
                  <a:cubicBezTo>
                    <a:pt x="0" y="3"/>
                    <a:pt x="0" y="22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1" name="Freeform 302">
              <a:extLst>
                <a:ext uri="{FF2B5EF4-FFF2-40B4-BE49-F238E27FC236}">
                  <a16:creationId xmlns:a16="http://schemas.microsoft.com/office/drawing/2014/main" id="{6425286B-E227-4207-AB1E-256AC0465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214"/>
              <a:ext cx="63" cy="54"/>
            </a:xfrm>
            <a:custGeom>
              <a:avLst/>
              <a:gdLst>
                <a:gd name="T0" fmla="*/ 128 w 30"/>
                <a:gd name="T1" fmla="*/ 0 h 24"/>
                <a:gd name="T2" fmla="*/ 36 w 30"/>
                <a:gd name="T3" fmla="*/ 25 h 24"/>
                <a:gd name="T4" fmla="*/ 0 w 30"/>
                <a:gd name="T5" fmla="*/ 117 h 24"/>
                <a:gd name="T6" fmla="*/ 168 w 30"/>
                <a:gd name="T7" fmla="*/ 254 h 24"/>
                <a:gd name="T8" fmla="*/ 252 w 30"/>
                <a:gd name="T9" fmla="*/ 72 h 24"/>
                <a:gd name="T10" fmla="*/ 128 w 3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4">
                  <a:moveTo>
                    <a:pt x="14" y="0"/>
                  </a:moveTo>
                  <a:cubicBezTo>
                    <a:pt x="10" y="0"/>
                    <a:pt x="7" y="0"/>
                    <a:pt x="4" y="2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8"/>
                    <a:pt x="9" y="24"/>
                    <a:pt x="18" y="22"/>
                  </a:cubicBezTo>
                  <a:cubicBezTo>
                    <a:pt x="27" y="20"/>
                    <a:pt x="30" y="11"/>
                    <a:pt x="27" y="6"/>
                  </a:cubicBezTo>
                  <a:cubicBezTo>
                    <a:pt x="24" y="2"/>
                    <a:pt x="22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82" name="Freeform 303">
              <a:extLst>
                <a:ext uri="{FF2B5EF4-FFF2-40B4-BE49-F238E27FC236}">
                  <a16:creationId xmlns:a16="http://schemas.microsoft.com/office/drawing/2014/main" id="{9D234AFB-D8FC-4DC9-901A-D42C5EE22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230"/>
              <a:ext cx="38" cy="22"/>
            </a:xfrm>
            <a:custGeom>
              <a:avLst/>
              <a:gdLst>
                <a:gd name="T0" fmla="*/ 144 w 18"/>
                <a:gd name="T1" fmla="*/ 0 h 10"/>
                <a:gd name="T2" fmla="*/ 160 w 18"/>
                <a:gd name="T3" fmla="*/ 53 h 10"/>
                <a:gd name="T4" fmla="*/ 76 w 18"/>
                <a:gd name="T5" fmla="*/ 88 h 10"/>
                <a:gd name="T6" fmla="*/ 8 w 18"/>
                <a:gd name="T7" fmla="*/ 44 h 10"/>
                <a:gd name="T8" fmla="*/ 17 w 18"/>
                <a:gd name="T9" fmla="*/ 0 h 10"/>
                <a:gd name="T10" fmla="*/ 17 w 18"/>
                <a:gd name="T11" fmla="*/ 0 h 10"/>
                <a:gd name="T12" fmla="*/ 8 w 18"/>
                <a:gd name="T13" fmla="*/ 44 h 10"/>
                <a:gd name="T14" fmla="*/ 68 w 18"/>
                <a:gd name="T15" fmla="*/ 97 h 10"/>
                <a:gd name="T16" fmla="*/ 160 w 18"/>
                <a:gd name="T17" fmla="*/ 53 h 10"/>
                <a:gd name="T18" fmla="*/ 144 w 18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0">
                  <a:moveTo>
                    <a:pt x="15" y="0"/>
                  </a:moveTo>
                  <a:cubicBezTo>
                    <a:pt x="17" y="1"/>
                    <a:pt x="17" y="3"/>
                    <a:pt x="17" y="5"/>
                  </a:cubicBezTo>
                  <a:cubicBezTo>
                    <a:pt x="16" y="7"/>
                    <a:pt x="12" y="9"/>
                    <a:pt x="8" y="8"/>
                  </a:cubicBezTo>
                  <a:cubicBezTo>
                    <a:pt x="3" y="8"/>
                    <a:pt x="2" y="6"/>
                    <a:pt x="1" y="4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2" y="6"/>
                    <a:pt x="3" y="8"/>
                    <a:pt x="7" y="9"/>
                  </a:cubicBezTo>
                  <a:cubicBezTo>
                    <a:pt x="12" y="10"/>
                    <a:pt x="16" y="7"/>
                    <a:pt x="17" y="5"/>
                  </a:cubicBezTo>
                  <a:cubicBezTo>
                    <a:pt x="18" y="3"/>
                    <a:pt x="17" y="1"/>
                    <a:pt x="15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3" name="Freeform 304">
              <a:extLst>
                <a:ext uri="{FF2B5EF4-FFF2-40B4-BE49-F238E27FC236}">
                  <a16:creationId xmlns:a16="http://schemas.microsoft.com/office/drawing/2014/main" id="{3B7B6108-701D-4E59-9D40-4365ADDF3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967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27 w 23"/>
                <a:gd name="T5" fmla="*/ 65 h 21"/>
                <a:gd name="T6" fmla="*/ 100 w 23"/>
                <a:gd name="T7" fmla="*/ 226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4" y="3"/>
                    <a:pt x="3" y="6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3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84" name="Freeform 305">
              <a:extLst>
                <a:ext uri="{FF2B5EF4-FFF2-40B4-BE49-F238E27FC236}">
                  <a16:creationId xmlns:a16="http://schemas.microsoft.com/office/drawing/2014/main" id="{15D27262-0961-4DB5-9D9B-E2CA72D47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978"/>
              <a:ext cx="27" cy="25"/>
            </a:xfrm>
            <a:custGeom>
              <a:avLst/>
              <a:gdLst>
                <a:gd name="T0" fmla="*/ 108 w 13"/>
                <a:gd name="T1" fmla="*/ 57 h 11"/>
                <a:gd name="T2" fmla="*/ 100 w 13"/>
                <a:gd name="T3" fmla="*/ 102 h 11"/>
                <a:gd name="T4" fmla="*/ 35 w 13"/>
                <a:gd name="T5" fmla="*/ 93 h 11"/>
                <a:gd name="T6" fmla="*/ 8 w 13"/>
                <a:gd name="T7" fmla="*/ 36 h 11"/>
                <a:gd name="T8" fmla="*/ 25 w 13"/>
                <a:gd name="T9" fmla="*/ 0 h 11"/>
                <a:gd name="T10" fmla="*/ 25 w 13"/>
                <a:gd name="T11" fmla="*/ 0 h 11"/>
                <a:gd name="T12" fmla="*/ 8 w 13"/>
                <a:gd name="T13" fmla="*/ 36 h 11"/>
                <a:gd name="T14" fmla="*/ 35 w 13"/>
                <a:gd name="T15" fmla="*/ 102 h 11"/>
                <a:gd name="T16" fmla="*/ 100 w 13"/>
                <a:gd name="T17" fmla="*/ 102 h 11"/>
                <a:gd name="T18" fmla="*/ 108 w 13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5"/>
                  </a:moveTo>
                  <a:cubicBezTo>
                    <a:pt x="13" y="7"/>
                    <a:pt x="12" y="8"/>
                    <a:pt x="11" y="9"/>
                  </a:cubicBezTo>
                  <a:cubicBezTo>
                    <a:pt x="10" y="10"/>
                    <a:pt x="7" y="11"/>
                    <a:pt x="4" y="8"/>
                  </a:cubicBezTo>
                  <a:cubicBezTo>
                    <a:pt x="1" y="6"/>
                    <a:pt x="1" y="5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5"/>
                    <a:pt x="1" y="6"/>
                    <a:pt x="4" y="9"/>
                  </a:cubicBezTo>
                  <a:cubicBezTo>
                    <a:pt x="7" y="11"/>
                    <a:pt x="10" y="11"/>
                    <a:pt x="11" y="9"/>
                  </a:cubicBezTo>
                  <a:cubicBezTo>
                    <a:pt x="13" y="8"/>
                    <a:pt x="13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5" name="Freeform 306">
              <a:extLst>
                <a:ext uri="{FF2B5EF4-FFF2-40B4-BE49-F238E27FC236}">
                  <a16:creationId xmlns:a16="http://schemas.microsoft.com/office/drawing/2014/main" id="{44B3FB62-7CE4-457E-9FE9-BF8051EE2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413"/>
              <a:ext cx="50" cy="54"/>
            </a:xfrm>
            <a:custGeom>
              <a:avLst/>
              <a:gdLst>
                <a:gd name="T0" fmla="*/ 173 w 24"/>
                <a:gd name="T1" fmla="*/ 56 h 24"/>
                <a:gd name="T2" fmla="*/ 117 w 24"/>
                <a:gd name="T3" fmla="*/ 0 h 24"/>
                <a:gd name="T4" fmla="*/ 44 w 24"/>
                <a:gd name="T5" fmla="*/ 25 h 24"/>
                <a:gd name="T6" fmla="*/ 65 w 24"/>
                <a:gd name="T7" fmla="*/ 218 h 24"/>
                <a:gd name="T8" fmla="*/ 200 w 24"/>
                <a:gd name="T9" fmla="*/ 194 h 24"/>
                <a:gd name="T10" fmla="*/ 173 w 24"/>
                <a:gd name="T11" fmla="*/ 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4">
                  <a:moveTo>
                    <a:pt x="19" y="5"/>
                  </a:moveTo>
                  <a:cubicBezTo>
                    <a:pt x="17" y="2"/>
                    <a:pt x="16" y="0"/>
                    <a:pt x="13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6"/>
                    <a:pt x="1" y="15"/>
                    <a:pt x="7" y="19"/>
                  </a:cubicBezTo>
                  <a:cubicBezTo>
                    <a:pt x="14" y="24"/>
                    <a:pt x="21" y="21"/>
                    <a:pt x="22" y="17"/>
                  </a:cubicBezTo>
                  <a:cubicBezTo>
                    <a:pt x="24" y="13"/>
                    <a:pt x="23" y="11"/>
                    <a:pt x="19" y="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86" name="Freeform 307">
              <a:extLst>
                <a:ext uri="{FF2B5EF4-FFF2-40B4-BE49-F238E27FC236}">
                  <a16:creationId xmlns:a16="http://schemas.microsoft.com/office/drawing/2014/main" id="{8EE9E15D-3EE5-4BF8-AB19-8026798E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3422"/>
              <a:ext cx="23" cy="29"/>
            </a:xfrm>
            <a:custGeom>
              <a:avLst/>
              <a:gdLst>
                <a:gd name="T0" fmla="*/ 100 w 11"/>
                <a:gd name="T1" fmla="*/ 89 h 13"/>
                <a:gd name="T2" fmla="*/ 84 w 11"/>
                <a:gd name="T3" fmla="*/ 134 h 13"/>
                <a:gd name="T4" fmla="*/ 17 w 11"/>
                <a:gd name="T5" fmla="*/ 89 h 13"/>
                <a:gd name="T6" fmla="*/ 8 w 11"/>
                <a:gd name="T7" fmla="*/ 20 h 13"/>
                <a:gd name="T8" fmla="*/ 36 w 11"/>
                <a:gd name="T9" fmla="*/ 0 h 13"/>
                <a:gd name="T10" fmla="*/ 36 w 11"/>
                <a:gd name="T11" fmla="*/ 0 h 13"/>
                <a:gd name="T12" fmla="*/ 8 w 11"/>
                <a:gd name="T13" fmla="*/ 20 h 13"/>
                <a:gd name="T14" fmla="*/ 17 w 11"/>
                <a:gd name="T15" fmla="*/ 89 h 13"/>
                <a:gd name="T16" fmla="*/ 84 w 11"/>
                <a:gd name="T17" fmla="*/ 134 h 13"/>
                <a:gd name="T18" fmla="*/ 100 w 11"/>
                <a:gd name="T19" fmla="*/ 8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9" y="12"/>
                  </a:cubicBezTo>
                  <a:cubicBezTo>
                    <a:pt x="7" y="13"/>
                    <a:pt x="4" y="12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2"/>
                    <a:pt x="7" y="13"/>
                    <a:pt x="9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7" name="Freeform 308">
              <a:extLst>
                <a:ext uri="{FF2B5EF4-FFF2-40B4-BE49-F238E27FC236}">
                  <a16:creationId xmlns:a16="http://schemas.microsoft.com/office/drawing/2014/main" id="{37E5DE78-0DA0-4882-9345-25FAEA4F5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110"/>
              <a:ext cx="46" cy="73"/>
            </a:xfrm>
            <a:custGeom>
              <a:avLst/>
              <a:gdLst>
                <a:gd name="T0" fmla="*/ 184 w 22"/>
                <a:gd name="T1" fmla="*/ 97 h 33"/>
                <a:gd name="T2" fmla="*/ 136 w 22"/>
                <a:gd name="T3" fmla="*/ 33 h 33"/>
                <a:gd name="T4" fmla="*/ 8 w 22"/>
                <a:gd name="T5" fmla="*/ 186 h 33"/>
                <a:gd name="T6" fmla="*/ 109 w 22"/>
                <a:gd name="T7" fmla="*/ 356 h 33"/>
                <a:gd name="T8" fmla="*/ 192 w 22"/>
                <a:gd name="T9" fmla="*/ 294 h 33"/>
                <a:gd name="T10" fmla="*/ 192 w 22"/>
                <a:gd name="T11" fmla="*/ 186 h 33"/>
                <a:gd name="T12" fmla="*/ 184 w 22"/>
                <a:gd name="T13" fmla="*/ 9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3">
                  <a:moveTo>
                    <a:pt x="20" y="9"/>
                  </a:moveTo>
                  <a:cubicBezTo>
                    <a:pt x="19" y="6"/>
                    <a:pt x="17" y="4"/>
                    <a:pt x="15" y="3"/>
                  </a:cubicBezTo>
                  <a:cubicBezTo>
                    <a:pt x="6" y="0"/>
                    <a:pt x="0" y="7"/>
                    <a:pt x="1" y="17"/>
                  </a:cubicBezTo>
                  <a:cubicBezTo>
                    <a:pt x="1" y="26"/>
                    <a:pt x="7" y="33"/>
                    <a:pt x="12" y="33"/>
                  </a:cubicBezTo>
                  <a:cubicBezTo>
                    <a:pt x="17" y="33"/>
                    <a:pt x="19" y="31"/>
                    <a:pt x="21" y="27"/>
                  </a:cubicBezTo>
                  <a:cubicBezTo>
                    <a:pt x="22" y="24"/>
                    <a:pt x="21" y="19"/>
                    <a:pt x="21" y="17"/>
                  </a:cubicBezTo>
                  <a:cubicBezTo>
                    <a:pt x="21" y="14"/>
                    <a:pt x="21" y="11"/>
                    <a:pt x="20" y="9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88" name="Freeform 309">
              <a:extLst>
                <a:ext uri="{FF2B5EF4-FFF2-40B4-BE49-F238E27FC236}">
                  <a16:creationId xmlns:a16="http://schemas.microsoft.com/office/drawing/2014/main" id="{CCC0CD35-3FCF-4DAE-A5D5-A8EAAD73E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130"/>
              <a:ext cx="13" cy="40"/>
            </a:xfrm>
            <a:custGeom>
              <a:avLst/>
              <a:gdLst>
                <a:gd name="T0" fmla="*/ 33 w 6"/>
                <a:gd name="T1" fmla="*/ 9 h 18"/>
                <a:gd name="T2" fmla="*/ 0 w 6"/>
                <a:gd name="T3" fmla="*/ 64 h 18"/>
                <a:gd name="T4" fmla="*/ 20 w 6"/>
                <a:gd name="T5" fmla="*/ 178 h 18"/>
                <a:gd name="T6" fmla="*/ 61 w 6"/>
                <a:gd name="T7" fmla="*/ 198 h 18"/>
                <a:gd name="T8" fmla="*/ 61 w 6"/>
                <a:gd name="T9" fmla="*/ 198 h 18"/>
                <a:gd name="T10" fmla="*/ 33 w 6"/>
                <a:gd name="T11" fmla="*/ 178 h 18"/>
                <a:gd name="T12" fmla="*/ 9 w 6"/>
                <a:gd name="T13" fmla="*/ 64 h 18"/>
                <a:gd name="T14" fmla="*/ 43 w 6"/>
                <a:gd name="T15" fmla="*/ 9 h 18"/>
                <a:gd name="T16" fmla="*/ 61 w 6"/>
                <a:gd name="T17" fmla="*/ 20 h 18"/>
                <a:gd name="T18" fmla="*/ 61 w 6"/>
                <a:gd name="T19" fmla="*/ 20 h 18"/>
                <a:gd name="T20" fmla="*/ 33 w 6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8">
                  <a:moveTo>
                    <a:pt x="3" y="1"/>
                  </a:moveTo>
                  <a:cubicBezTo>
                    <a:pt x="2" y="1"/>
                    <a:pt x="1" y="3"/>
                    <a:pt x="0" y="6"/>
                  </a:cubicBezTo>
                  <a:cubicBezTo>
                    <a:pt x="0" y="10"/>
                    <a:pt x="1" y="14"/>
                    <a:pt x="2" y="16"/>
                  </a:cubicBezTo>
                  <a:cubicBezTo>
                    <a:pt x="3" y="17"/>
                    <a:pt x="5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5" y="18"/>
                    <a:pt x="4" y="17"/>
                    <a:pt x="3" y="16"/>
                  </a:cubicBezTo>
                  <a:cubicBezTo>
                    <a:pt x="1" y="14"/>
                    <a:pt x="0" y="10"/>
                    <a:pt x="1" y="6"/>
                  </a:cubicBezTo>
                  <a:cubicBezTo>
                    <a:pt x="1" y="3"/>
                    <a:pt x="2" y="1"/>
                    <a:pt x="4" y="1"/>
                  </a:cubicBezTo>
                  <a:cubicBezTo>
                    <a:pt x="5" y="1"/>
                    <a:pt x="6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9" name="Freeform 310">
              <a:extLst>
                <a:ext uri="{FF2B5EF4-FFF2-40B4-BE49-F238E27FC236}">
                  <a16:creationId xmlns:a16="http://schemas.microsoft.com/office/drawing/2014/main" id="{1FC680E2-4D66-433F-8A19-D7C25C1B7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110"/>
              <a:ext cx="67" cy="55"/>
            </a:xfrm>
            <a:custGeom>
              <a:avLst/>
              <a:gdLst>
                <a:gd name="T0" fmla="*/ 136 w 32"/>
                <a:gd name="T1" fmla="*/ 9 h 25"/>
                <a:gd name="T2" fmla="*/ 75 w 32"/>
                <a:gd name="T3" fmla="*/ 9 h 25"/>
                <a:gd name="T4" fmla="*/ 92 w 32"/>
                <a:gd name="T5" fmla="*/ 202 h 25"/>
                <a:gd name="T6" fmla="*/ 268 w 32"/>
                <a:gd name="T7" fmla="*/ 233 h 25"/>
                <a:gd name="T8" fmla="*/ 276 w 32"/>
                <a:gd name="T9" fmla="*/ 117 h 25"/>
                <a:gd name="T10" fmla="*/ 201 w 32"/>
                <a:gd name="T11" fmla="*/ 53 h 25"/>
                <a:gd name="T12" fmla="*/ 136 w 32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5">
                  <a:moveTo>
                    <a:pt x="15" y="1"/>
                  </a:moveTo>
                  <a:cubicBezTo>
                    <a:pt x="12" y="0"/>
                    <a:pt x="10" y="0"/>
                    <a:pt x="8" y="1"/>
                  </a:cubicBezTo>
                  <a:cubicBezTo>
                    <a:pt x="0" y="5"/>
                    <a:pt x="2" y="14"/>
                    <a:pt x="10" y="19"/>
                  </a:cubicBezTo>
                  <a:cubicBezTo>
                    <a:pt x="17" y="25"/>
                    <a:pt x="26" y="25"/>
                    <a:pt x="29" y="22"/>
                  </a:cubicBezTo>
                  <a:cubicBezTo>
                    <a:pt x="32" y="18"/>
                    <a:pt x="32" y="15"/>
                    <a:pt x="30" y="11"/>
                  </a:cubicBezTo>
                  <a:cubicBezTo>
                    <a:pt x="28" y="8"/>
                    <a:pt x="24" y="6"/>
                    <a:pt x="22" y="5"/>
                  </a:cubicBezTo>
                  <a:cubicBezTo>
                    <a:pt x="20" y="4"/>
                    <a:pt x="17" y="1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90" name="Freeform 311">
              <a:extLst>
                <a:ext uri="{FF2B5EF4-FFF2-40B4-BE49-F238E27FC236}">
                  <a16:creationId xmlns:a16="http://schemas.microsoft.com/office/drawing/2014/main" id="{FD5630ED-94AD-4A1F-9312-21BB01F50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125"/>
              <a:ext cx="33" cy="25"/>
            </a:xfrm>
            <a:custGeom>
              <a:avLst/>
              <a:gdLst>
                <a:gd name="T0" fmla="*/ 8 w 16"/>
                <a:gd name="T1" fmla="*/ 11 h 11"/>
                <a:gd name="T2" fmla="*/ 25 w 16"/>
                <a:gd name="T3" fmla="*/ 82 h 11"/>
                <a:gd name="T4" fmla="*/ 116 w 16"/>
                <a:gd name="T5" fmla="*/ 130 h 11"/>
                <a:gd name="T6" fmla="*/ 140 w 16"/>
                <a:gd name="T7" fmla="*/ 118 h 11"/>
                <a:gd name="T8" fmla="*/ 140 w 16"/>
                <a:gd name="T9" fmla="*/ 118 h 11"/>
                <a:gd name="T10" fmla="*/ 116 w 16"/>
                <a:gd name="T11" fmla="*/ 130 h 11"/>
                <a:gd name="T12" fmla="*/ 25 w 16"/>
                <a:gd name="T13" fmla="*/ 82 h 11"/>
                <a:gd name="T14" fmla="*/ 8 w 16"/>
                <a:gd name="T15" fmla="*/ 11 h 11"/>
                <a:gd name="T16" fmla="*/ 35 w 16"/>
                <a:gd name="T17" fmla="*/ 0 h 11"/>
                <a:gd name="T18" fmla="*/ 35 w 16"/>
                <a:gd name="T19" fmla="*/ 0 h 11"/>
                <a:gd name="T20" fmla="*/ 8 w 16"/>
                <a:gd name="T21" fmla="*/ 11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1">
                  <a:moveTo>
                    <a:pt x="1" y="1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9"/>
                    <a:pt x="10" y="11"/>
                    <a:pt x="13" y="11"/>
                  </a:cubicBezTo>
                  <a:cubicBezTo>
                    <a:pt x="14" y="11"/>
                    <a:pt x="15" y="11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1"/>
                    <a:pt x="14" y="11"/>
                    <a:pt x="13" y="11"/>
                  </a:cubicBezTo>
                  <a:cubicBezTo>
                    <a:pt x="10" y="11"/>
                    <a:pt x="6" y="9"/>
                    <a:pt x="3" y="7"/>
                  </a:cubicBezTo>
                  <a:cubicBezTo>
                    <a:pt x="2" y="5"/>
                    <a:pt x="1" y="3"/>
                    <a:pt x="1" y="1"/>
                  </a:cubicBezTo>
                  <a:cubicBezTo>
                    <a:pt x="2" y="0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" name="Freeform 312">
              <a:extLst>
                <a:ext uri="{FF2B5EF4-FFF2-40B4-BE49-F238E27FC236}">
                  <a16:creationId xmlns:a16="http://schemas.microsoft.com/office/drawing/2014/main" id="{CD8B36D6-45B8-49EC-92F7-EF93EABC6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127"/>
              <a:ext cx="48" cy="63"/>
            </a:xfrm>
            <a:custGeom>
              <a:avLst/>
              <a:gdLst>
                <a:gd name="T0" fmla="*/ 152 w 23"/>
                <a:gd name="T1" fmla="*/ 45 h 28"/>
                <a:gd name="T2" fmla="*/ 100 w 23"/>
                <a:gd name="T3" fmla="*/ 11 h 28"/>
                <a:gd name="T4" fmla="*/ 27 w 23"/>
                <a:gd name="T5" fmla="*/ 182 h 28"/>
                <a:gd name="T6" fmla="*/ 152 w 23"/>
                <a:gd name="T7" fmla="*/ 308 h 28"/>
                <a:gd name="T8" fmla="*/ 209 w 23"/>
                <a:gd name="T9" fmla="*/ 218 h 28"/>
                <a:gd name="T10" fmla="*/ 184 w 23"/>
                <a:gd name="T11" fmla="*/ 126 h 28"/>
                <a:gd name="T12" fmla="*/ 152 w 23"/>
                <a:gd name="T13" fmla="*/ 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7" y="4"/>
                  </a:moveTo>
                  <a:cubicBezTo>
                    <a:pt x="15" y="2"/>
                    <a:pt x="13" y="1"/>
                    <a:pt x="11" y="1"/>
                  </a:cubicBezTo>
                  <a:cubicBezTo>
                    <a:pt x="3" y="0"/>
                    <a:pt x="0" y="9"/>
                    <a:pt x="3" y="16"/>
                  </a:cubicBezTo>
                  <a:cubicBezTo>
                    <a:pt x="6" y="24"/>
                    <a:pt x="13" y="28"/>
                    <a:pt x="17" y="27"/>
                  </a:cubicBezTo>
                  <a:cubicBezTo>
                    <a:pt x="21" y="26"/>
                    <a:pt x="23" y="23"/>
                    <a:pt x="23" y="19"/>
                  </a:cubicBezTo>
                  <a:cubicBezTo>
                    <a:pt x="23" y="16"/>
                    <a:pt x="21" y="13"/>
                    <a:pt x="20" y="11"/>
                  </a:cubicBezTo>
                  <a:cubicBezTo>
                    <a:pt x="19" y="9"/>
                    <a:pt x="19" y="6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92" name="Freeform 313">
              <a:extLst>
                <a:ext uri="{FF2B5EF4-FFF2-40B4-BE49-F238E27FC236}">
                  <a16:creationId xmlns:a16="http://schemas.microsoft.com/office/drawing/2014/main" id="{3549AB35-CA7F-4742-87EC-66CCA2E5D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143"/>
              <a:ext cx="19" cy="34"/>
            </a:xfrm>
            <a:custGeom>
              <a:avLst/>
              <a:gdLst>
                <a:gd name="T0" fmla="*/ 17 w 9"/>
                <a:gd name="T1" fmla="*/ 11 h 15"/>
                <a:gd name="T2" fmla="*/ 8 w 9"/>
                <a:gd name="T3" fmla="*/ 73 h 15"/>
                <a:gd name="T4" fmla="*/ 57 w 9"/>
                <a:gd name="T5" fmla="*/ 165 h 15"/>
                <a:gd name="T6" fmla="*/ 84 w 9"/>
                <a:gd name="T7" fmla="*/ 165 h 15"/>
                <a:gd name="T8" fmla="*/ 84 w 9"/>
                <a:gd name="T9" fmla="*/ 165 h 15"/>
                <a:gd name="T10" fmla="*/ 57 w 9"/>
                <a:gd name="T11" fmla="*/ 165 h 15"/>
                <a:gd name="T12" fmla="*/ 8 w 9"/>
                <a:gd name="T13" fmla="*/ 73 h 15"/>
                <a:gd name="T14" fmla="*/ 17 w 9"/>
                <a:gd name="T15" fmla="*/ 11 h 15"/>
                <a:gd name="T16" fmla="*/ 49 w 9"/>
                <a:gd name="T17" fmla="*/ 11 h 15"/>
                <a:gd name="T18" fmla="*/ 49 w 9"/>
                <a:gd name="T19" fmla="*/ 11 h 15"/>
                <a:gd name="T20" fmla="*/ 17 w 9"/>
                <a:gd name="T21" fmla="*/ 11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2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5"/>
                    <a:pt x="7" y="15"/>
                    <a:pt x="6" y="14"/>
                  </a:cubicBezTo>
                  <a:cubicBezTo>
                    <a:pt x="4" y="13"/>
                    <a:pt x="2" y="9"/>
                    <a:pt x="1" y="6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3" name="Freeform 314">
              <a:extLst>
                <a:ext uri="{FF2B5EF4-FFF2-40B4-BE49-F238E27FC236}">
                  <a16:creationId xmlns:a16="http://schemas.microsoft.com/office/drawing/2014/main" id="{4BCF7945-867F-482D-AEB4-A4F37FAA0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154"/>
              <a:ext cx="54" cy="69"/>
            </a:xfrm>
            <a:custGeom>
              <a:avLst/>
              <a:gdLst>
                <a:gd name="T0" fmla="*/ 116 w 26"/>
                <a:gd name="T1" fmla="*/ 9 h 31"/>
                <a:gd name="T2" fmla="*/ 17 w 26"/>
                <a:gd name="T3" fmla="*/ 89 h 31"/>
                <a:gd name="T4" fmla="*/ 52 w 26"/>
                <a:gd name="T5" fmla="*/ 278 h 31"/>
                <a:gd name="T6" fmla="*/ 168 w 26"/>
                <a:gd name="T7" fmla="*/ 323 h 31"/>
                <a:gd name="T8" fmla="*/ 116 w 26"/>
                <a:gd name="T9" fmla="*/ 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13" y="1"/>
                  </a:moveTo>
                  <a:cubicBezTo>
                    <a:pt x="7" y="0"/>
                    <a:pt x="3" y="3"/>
                    <a:pt x="2" y="8"/>
                  </a:cubicBezTo>
                  <a:cubicBezTo>
                    <a:pt x="0" y="14"/>
                    <a:pt x="3" y="21"/>
                    <a:pt x="6" y="25"/>
                  </a:cubicBezTo>
                  <a:cubicBezTo>
                    <a:pt x="11" y="31"/>
                    <a:pt x="15" y="31"/>
                    <a:pt x="19" y="29"/>
                  </a:cubicBezTo>
                  <a:cubicBezTo>
                    <a:pt x="26" y="24"/>
                    <a:pt x="22" y="5"/>
                    <a:pt x="13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94" name="Freeform 315">
              <a:extLst>
                <a:ext uri="{FF2B5EF4-FFF2-40B4-BE49-F238E27FC236}">
                  <a16:creationId xmlns:a16="http://schemas.microsoft.com/office/drawing/2014/main" id="{829BB5DA-F2B1-4A01-B6E4-A852EFC8E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168"/>
              <a:ext cx="19" cy="40"/>
            </a:xfrm>
            <a:custGeom>
              <a:avLst/>
              <a:gdLst>
                <a:gd name="T0" fmla="*/ 17 w 9"/>
                <a:gd name="T1" fmla="*/ 0 h 18"/>
                <a:gd name="T2" fmla="*/ 0 w 9"/>
                <a:gd name="T3" fmla="*/ 80 h 18"/>
                <a:gd name="T4" fmla="*/ 49 w 9"/>
                <a:gd name="T5" fmla="*/ 187 h 18"/>
                <a:gd name="T6" fmla="*/ 84 w 9"/>
                <a:gd name="T7" fmla="*/ 187 h 18"/>
                <a:gd name="T8" fmla="*/ 84 w 9"/>
                <a:gd name="T9" fmla="*/ 187 h 18"/>
                <a:gd name="T10" fmla="*/ 49 w 9"/>
                <a:gd name="T11" fmla="*/ 187 h 18"/>
                <a:gd name="T12" fmla="*/ 0 w 9"/>
                <a:gd name="T13" fmla="*/ 80 h 18"/>
                <a:gd name="T14" fmla="*/ 27 w 9"/>
                <a:gd name="T15" fmla="*/ 0 h 18"/>
                <a:gd name="T16" fmla="*/ 57 w 9"/>
                <a:gd name="T17" fmla="*/ 9 h 18"/>
                <a:gd name="T18" fmla="*/ 57 w 9"/>
                <a:gd name="T19" fmla="*/ 9 h 18"/>
                <a:gd name="T20" fmla="*/ 17 w 9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1" y="1"/>
                    <a:pt x="0" y="4"/>
                    <a:pt x="0" y="7"/>
                  </a:cubicBezTo>
                  <a:cubicBezTo>
                    <a:pt x="0" y="11"/>
                    <a:pt x="2" y="15"/>
                    <a:pt x="5" y="17"/>
                  </a:cubicBezTo>
                  <a:cubicBezTo>
                    <a:pt x="7" y="18"/>
                    <a:pt x="8" y="18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8" y="18"/>
                    <a:pt x="7" y="18"/>
                    <a:pt x="5" y="17"/>
                  </a:cubicBezTo>
                  <a:cubicBezTo>
                    <a:pt x="3" y="15"/>
                    <a:pt x="1" y="10"/>
                    <a:pt x="0" y="7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5" name="Freeform 316">
              <a:extLst>
                <a:ext uri="{FF2B5EF4-FFF2-40B4-BE49-F238E27FC236}">
                  <a16:creationId xmlns:a16="http://schemas.microsoft.com/office/drawing/2014/main" id="{CEC50C21-4AF9-4977-975E-BE846EFAA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206"/>
              <a:ext cx="59" cy="64"/>
            </a:xfrm>
            <a:custGeom>
              <a:avLst/>
              <a:gdLst>
                <a:gd name="T0" fmla="*/ 76 w 28"/>
                <a:gd name="T1" fmla="*/ 20 h 29"/>
                <a:gd name="T2" fmla="*/ 8 w 28"/>
                <a:gd name="T3" fmla="*/ 88 h 29"/>
                <a:gd name="T4" fmla="*/ 112 w 28"/>
                <a:gd name="T5" fmla="*/ 258 h 29"/>
                <a:gd name="T6" fmla="*/ 225 w 28"/>
                <a:gd name="T7" fmla="*/ 278 h 29"/>
                <a:gd name="T8" fmla="*/ 76 w 28"/>
                <a:gd name="T9" fmla="*/ 2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8" y="2"/>
                  </a:moveTo>
                  <a:cubicBezTo>
                    <a:pt x="3" y="0"/>
                    <a:pt x="0" y="4"/>
                    <a:pt x="1" y="8"/>
                  </a:cubicBezTo>
                  <a:cubicBezTo>
                    <a:pt x="2" y="13"/>
                    <a:pt x="7" y="20"/>
                    <a:pt x="12" y="24"/>
                  </a:cubicBezTo>
                  <a:cubicBezTo>
                    <a:pt x="18" y="29"/>
                    <a:pt x="22" y="28"/>
                    <a:pt x="24" y="26"/>
                  </a:cubicBezTo>
                  <a:cubicBezTo>
                    <a:pt x="28" y="22"/>
                    <a:pt x="17" y="4"/>
                    <a:pt x="8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96" name="Freeform 317">
              <a:extLst>
                <a:ext uri="{FF2B5EF4-FFF2-40B4-BE49-F238E27FC236}">
                  <a16:creationId xmlns:a16="http://schemas.microsoft.com/office/drawing/2014/main" id="{C9CFD7C2-6D99-4D11-847E-A5FEB7F68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217"/>
              <a:ext cx="27" cy="38"/>
            </a:xfrm>
            <a:custGeom>
              <a:avLst/>
              <a:gdLst>
                <a:gd name="T0" fmla="*/ 8 w 13"/>
                <a:gd name="T1" fmla="*/ 9 h 17"/>
                <a:gd name="T2" fmla="*/ 17 w 13"/>
                <a:gd name="T3" fmla="*/ 80 h 17"/>
                <a:gd name="T4" fmla="*/ 91 w 13"/>
                <a:gd name="T5" fmla="*/ 179 h 17"/>
                <a:gd name="T6" fmla="*/ 116 w 13"/>
                <a:gd name="T7" fmla="*/ 179 h 17"/>
                <a:gd name="T8" fmla="*/ 116 w 13"/>
                <a:gd name="T9" fmla="*/ 179 h 17"/>
                <a:gd name="T10" fmla="*/ 91 w 13"/>
                <a:gd name="T11" fmla="*/ 179 h 17"/>
                <a:gd name="T12" fmla="*/ 17 w 13"/>
                <a:gd name="T13" fmla="*/ 80 h 17"/>
                <a:gd name="T14" fmla="*/ 8 w 13"/>
                <a:gd name="T15" fmla="*/ 9 h 17"/>
                <a:gd name="T16" fmla="*/ 35 w 13"/>
                <a:gd name="T17" fmla="*/ 9 h 17"/>
                <a:gd name="T18" fmla="*/ 35 w 13"/>
                <a:gd name="T19" fmla="*/ 9 h 17"/>
                <a:gd name="T20" fmla="*/ 8 w 13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7">
                  <a:moveTo>
                    <a:pt x="1" y="1"/>
                  </a:moveTo>
                  <a:cubicBezTo>
                    <a:pt x="0" y="2"/>
                    <a:pt x="0" y="5"/>
                    <a:pt x="2" y="7"/>
                  </a:cubicBezTo>
                  <a:cubicBezTo>
                    <a:pt x="3" y="11"/>
                    <a:pt x="7" y="15"/>
                    <a:pt x="10" y="16"/>
                  </a:cubicBezTo>
                  <a:cubicBezTo>
                    <a:pt x="11" y="17"/>
                    <a:pt x="13" y="17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1" y="17"/>
                    <a:pt x="10" y="16"/>
                  </a:cubicBezTo>
                  <a:cubicBezTo>
                    <a:pt x="7" y="15"/>
                    <a:pt x="3" y="11"/>
                    <a:pt x="2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7" name="Freeform 318">
              <a:extLst>
                <a:ext uri="{FF2B5EF4-FFF2-40B4-BE49-F238E27FC236}">
                  <a16:creationId xmlns:a16="http://schemas.microsoft.com/office/drawing/2014/main" id="{5B60C147-704A-439D-98E6-13FAA754D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351"/>
              <a:ext cx="58" cy="69"/>
            </a:xfrm>
            <a:custGeom>
              <a:avLst/>
              <a:gdLst>
                <a:gd name="T0" fmla="*/ 215 w 28"/>
                <a:gd name="T1" fmla="*/ 65 h 31"/>
                <a:gd name="T2" fmla="*/ 108 w 28"/>
                <a:gd name="T3" fmla="*/ 20 h 31"/>
                <a:gd name="T4" fmla="*/ 17 w 28"/>
                <a:gd name="T5" fmla="*/ 178 h 31"/>
                <a:gd name="T6" fmla="*/ 64 w 28"/>
                <a:gd name="T7" fmla="*/ 307 h 31"/>
                <a:gd name="T8" fmla="*/ 215 w 28"/>
                <a:gd name="T9" fmla="*/ 6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1">
                  <a:moveTo>
                    <a:pt x="24" y="6"/>
                  </a:moveTo>
                  <a:cubicBezTo>
                    <a:pt x="22" y="1"/>
                    <a:pt x="17" y="0"/>
                    <a:pt x="12" y="2"/>
                  </a:cubicBezTo>
                  <a:cubicBezTo>
                    <a:pt x="7" y="4"/>
                    <a:pt x="3" y="11"/>
                    <a:pt x="2" y="16"/>
                  </a:cubicBezTo>
                  <a:cubicBezTo>
                    <a:pt x="0" y="24"/>
                    <a:pt x="3" y="26"/>
                    <a:pt x="7" y="28"/>
                  </a:cubicBezTo>
                  <a:cubicBezTo>
                    <a:pt x="15" y="31"/>
                    <a:pt x="28" y="15"/>
                    <a:pt x="24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98" name="Freeform 319">
              <a:extLst>
                <a:ext uri="{FF2B5EF4-FFF2-40B4-BE49-F238E27FC236}">
                  <a16:creationId xmlns:a16="http://schemas.microsoft.com/office/drawing/2014/main" id="{27B05D59-61E7-4693-B647-E302A6EA7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364"/>
              <a:ext cx="30" cy="38"/>
            </a:xfrm>
            <a:custGeom>
              <a:avLst/>
              <a:gdLst>
                <a:gd name="T0" fmla="*/ 109 w 14"/>
                <a:gd name="T1" fmla="*/ 9 h 17"/>
                <a:gd name="T2" fmla="*/ 51 w 14"/>
                <a:gd name="T3" fmla="*/ 36 h 17"/>
                <a:gd name="T4" fmla="*/ 0 w 14"/>
                <a:gd name="T5" fmla="*/ 145 h 17"/>
                <a:gd name="T6" fmla="*/ 19 w 14"/>
                <a:gd name="T7" fmla="*/ 190 h 17"/>
                <a:gd name="T8" fmla="*/ 19 w 14"/>
                <a:gd name="T9" fmla="*/ 190 h 17"/>
                <a:gd name="T10" fmla="*/ 0 w 14"/>
                <a:gd name="T11" fmla="*/ 145 h 17"/>
                <a:gd name="T12" fmla="*/ 51 w 14"/>
                <a:gd name="T13" fmla="*/ 36 h 17"/>
                <a:gd name="T14" fmla="*/ 109 w 14"/>
                <a:gd name="T15" fmla="*/ 9 h 17"/>
                <a:gd name="T16" fmla="*/ 137 w 14"/>
                <a:gd name="T17" fmla="*/ 45 h 17"/>
                <a:gd name="T18" fmla="*/ 137 w 14"/>
                <a:gd name="T19" fmla="*/ 45 h 17"/>
                <a:gd name="T20" fmla="*/ 109 w 14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7">
                  <a:moveTo>
                    <a:pt x="11" y="1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2" y="6"/>
                    <a:pt x="0" y="10"/>
                    <a:pt x="0" y="13"/>
                  </a:cubicBezTo>
                  <a:cubicBezTo>
                    <a:pt x="0" y="15"/>
                    <a:pt x="1" y="16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6"/>
                    <a:pt x="1" y="15"/>
                    <a:pt x="0" y="13"/>
                  </a:cubicBezTo>
                  <a:cubicBezTo>
                    <a:pt x="0" y="10"/>
                    <a:pt x="2" y="6"/>
                    <a:pt x="5" y="3"/>
                  </a:cubicBezTo>
                  <a:cubicBezTo>
                    <a:pt x="7" y="1"/>
                    <a:pt x="10" y="0"/>
                    <a:pt x="11" y="1"/>
                  </a:cubicBezTo>
                  <a:cubicBezTo>
                    <a:pt x="12" y="1"/>
                    <a:pt x="13" y="2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2"/>
                    <a:pt x="13" y="1"/>
                    <a:pt x="1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9" name="Freeform 320">
              <a:extLst>
                <a:ext uri="{FF2B5EF4-FFF2-40B4-BE49-F238E27FC236}">
                  <a16:creationId xmlns:a16="http://schemas.microsoft.com/office/drawing/2014/main" id="{79E4BB69-6467-4009-8032-04BE67DEC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221"/>
              <a:ext cx="61" cy="65"/>
            </a:xfrm>
            <a:custGeom>
              <a:avLst/>
              <a:gdLst>
                <a:gd name="T0" fmla="*/ 67 w 29"/>
                <a:gd name="T1" fmla="*/ 9 h 29"/>
                <a:gd name="T2" fmla="*/ 0 w 29"/>
                <a:gd name="T3" fmla="*/ 137 h 29"/>
                <a:gd name="T4" fmla="*/ 101 w 29"/>
                <a:gd name="T5" fmla="*/ 291 h 29"/>
                <a:gd name="T6" fmla="*/ 221 w 29"/>
                <a:gd name="T7" fmla="*/ 271 h 29"/>
                <a:gd name="T8" fmla="*/ 67 w 29"/>
                <a:gd name="T9" fmla="*/ 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7" y="1"/>
                  </a:moveTo>
                  <a:cubicBezTo>
                    <a:pt x="2" y="2"/>
                    <a:pt x="0" y="6"/>
                    <a:pt x="0" y="12"/>
                  </a:cubicBezTo>
                  <a:cubicBezTo>
                    <a:pt x="1" y="17"/>
                    <a:pt x="6" y="23"/>
                    <a:pt x="11" y="26"/>
                  </a:cubicBezTo>
                  <a:cubicBezTo>
                    <a:pt x="18" y="29"/>
                    <a:pt x="22" y="27"/>
                    <a:pt x="24" y="24"/>
                  </a:cubicBezTo>
                  <a:cubicBezTo>
                    <a:pt x="29" y="17"/>
                    <a:pt x="17" y="0"/>
                    <a:pt x="7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0" name="Freeform 321">
              <a:extLst>
                <a:ext uri="{FF2B5EF4-FFF2-40B4-BE49-F238E27FC236}">
                  <a16:creationId xmlns:a16="http://schemas.microsoft.com/office/drawing/2014/main" id="{4CCC8BF5-5BDF-4857-B38F-4FA02876E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232"/>
              <a:ext cx="30" cy="36"/>
            </a:xfrm>
            <a:custGeom>
              <a:avLst/>
              <a:gdLst>
                <a:gd name="T0" fmla="*/ 9 w 14"/>
                <a:gd name="T1" fmla="*/ 25 h 16"/>
                <a:gd name="T2" fmla="*/ 19 w 14"/>
                <a:gd name="T3" fmla="*/ 101 h 16"/>
                <a:gd name="T4" fmla="*/ 109 w 14"/>
                <a:gd name="T5" fmla="*/ 182 h 16"/>
                <a:gd name="T6" fmla="*/ 137 w 14"/>
                <a:gd name="T7" fmla="*/ 173 h 16"/>
                <a:gd name="T8" fmla="*/ 137 w 14"/>
                <a:gd name="T9" fmla="*/ 173 h 16"/>
                <a:gd name="T10" fmla="*/ 109 w 14"/>
                <a:gd name="T11" fmla="*/ 182 h 16"/>
                <a:gd name="T12" fmla="*/ 19 w 14"/>
                <a:gd name="T13" fmla="*/ 101 h 16"/>
                <a:gd name="T14" fmla="*/ 19 w 14"/>
                <a:gd name="T15" fmla="*/ 25 h 16"/>
                <a:gd name="T16" fmla="*/ 51 w 14"/>
                <a:gd name="T17" fmla="*/ 11 h 16"/>
                <a:gd name="T18" fmla="*/ 51 w 14"/>
                <a:gd name="T19" fmla="*/ 11 h 16"/>
                <a:gd name="T20" fmla="*/ 9 w 14"/>
                <a:gd name="T21" fmla="*/ 25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6">
                  <a:moveTo>
                    <a:pt x="1" y="2"/>
                  </a:moveTo>
                  <a:cubicBezTo>
                    <a:pt x="0" y="3"/>
                    <a:pt x="1" y="6"/>
                    <a:pt x="2" y="9"/>
                  </a:cubicBezTo>
                  <a:cubicBezTo>
                    <a:pt x="4" y="12"/>
                    <a:pt x="7" y="15"/>
                    <a:pt x="11" y="16"/>
                  </a:cubicBezTo>
                  <a:cubicBezTo>
                    <a:pt x="12" y="16"/>
                    <a:pt x="13" y="16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6"/>
                    <a:pt x="12" y="16"/>
                    <a:pt x="11" y="16"/>
                  </a:cubicBezTo>
                  <a:cubicBezTo>
                    <a:pt x="7" y="15"/>
                    <a:pt x="4" y="12"/>
                    <a:pt x="2" y="9"/>
                  </a:cubicBezTo>
                  <a:cubicBezTo>
                    <a:pt x="1" y="6"/>
                    <a:pt x="1" y="3"/>
                    <a:pt x="2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1" name="Freeform 322">
              <a:extLst>
                <a:ext uri="{FF2B5EF4-FFF2-40B4-BE49-F238E27FC236}">
                  <a16:creationId xmlns:a16="http://schemas.microsoft.com/office/drawing/2014/main" id="{EF900A24-2844-4B61-9EDF-6788404B5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922"/>
              <a:ext cx="59" cy="67"/>
            </a:xfrm>
            <a:custGeom>
              <a:avLst/>
              <a:gdLst>
                <a:gd name="T0" fmla="*/ 84 w 28"/>
                <a:gd name="T1" fmla="*/ 9 h 30"/>
                <a:gd name="T2" fmla="*/ 0 w 28"/>
                <a:gd name="T3" fmla="*/ 109 h 30"/>
                <a:gd name="T4" fmla="*/ 84 w 28"/>
                <a:gd name="T5" fmla="*/ 279 h 30"/>
                <a:gd name="T6" fmla="*/ 196 w 28"/>
                <a:gd name="T7" fmla="*/ 279 h 30"/>
                <a:gd name="T8" fmla="*/ 84 w 28"/>
                <a:gd name="T9" fmla="*/ 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0">
                  <a:moveTo>
                    <a:pt x="9" y="1"/>
                  </a:moveTo>
                  <a:cubicBezTo>
                    <a:pt x="3" y="0"/>
                    <a:pt x="0" y="5"/>
                    <a:pt x="0" y="10"/>
                  </a:cubicBezTo>
                  <a:cubicBezTo>
                    <a:pt x="0" y="16"/>
                    <a:pt x="4" y="22"/>
                    <a:pt x="9" y="25"/>
                  </a:cubicBezTo>
                  <a:cubicBezTo>
                    <a:pt x="15" y="30"/>
                    <a:pt x="19" y="28"/>
                    <a:pt x="21" y="25"/>
                  </a:cubicBezTo>
                  <a:cubicBezTo>
                    <a:pt x="28" y="19"/>
                    <a:pt x="19" y="2"/>
                    <a:pt x="9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2" name="Freeform 323">
              <a:extLst>
                <a:ext uri="{FF2B5EF4-FFF2-40B4-BE49-F238E27FC236}">
                  <a16:creationId xmlns:a16="http://schemas.microsoft.com/office/drawing/2014/main" id="{EBEEF24A-6EC3-4C48-ACDE-CE7872A96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933"/>
              <a:ext cx="26" cy="38"/>
            </a:xfrm>
            <a:custGeom>
              <a:avLst/>
              <a:gdLst>
                <a:gd name="T0" fmla="*/ 9 w 12"/>
                <a:gd name="T1" fmla="*/ 9 h 17"/>
                <a:gd name="T2" fmla="*/ 9 w 12"/>
                <a:gd name="T3" fmla="*/ 89 h 17"/>
                <a:gd name="T4" fmla="*/ 80 w 12"/>
                <a:gd name="T5" fmla="*/ 190 h 17"/>
                <a:gd name="T6" fmla="*/ 121 w 12"/>
                <a:gd name="T7" fmla="*/ 179 h 17"/>
                <a:gd name="T8" fmla="*/ 121 w 12"/>
                <a:gd name="T9" fmla="*/ 179 h 17"/>
                <a:gd name="T10" fmla="*/ 80 w 12"/>
                <a:gd name="T11" fmla="*/ 179 h 17"/>
                <a:gd name="T12" fmla="*/ 9 w 12"/>
                <a:gd name="T13" fmla="*/ 89 h 17"/>
                <a:gd name="T14" fmla="*/ 9 w 12"/>
                <a:gd name="T15" fmla="*/ 9 h 17"/>
                <a:gd name="T16" fmla="*/ 52 w 12"/>
                <a:gd name="T17" fmla="*/ 0 h 17"/>
                <a:gd name="T18" fmla="*/ 52 w 12"/>
                <a:gd name="T19" fmla="*/ 0 h 17"/>
                <a:gd name="T20" fmla="*/ 9 w 12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7">
                  <a:moveTo>
                    <a:pt x="1" y="1"/>
                  </a:moveTo>
                  <a:cubicBezTo>
                    <a:pt x="0" y="2"/>
                    <a:pt x="0" y="5"/>
                    <a:pt x="1" y="8"/>
                  </a:cubicBezTo>
                  <a:cubicBezTo>
                    <a:pt x="2" y="12"/>
                    <a:pt x="5" y="16"/>
                    <a:pt x="8" y="17"/>
                  </a:cubicBezTo>
                  <a:cubicBezTo>
                    <a:pt x="9" y="17"/>
                    <a:pt x="11" y="17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7"/>
                    <a:pt x="9" y="17"/>
                    <a:pt x="8" y="16"/>
                  </a:cubicBezTo>
                  <a:cubicBezTo>
                    <a:pt x="5" y="15"/>
                    <a:pt x="2" y="11"/>
                    <a:pt x="1" y="8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3" name="Freeform 324">
              <a:extLst>
                <a:ext uri="{FF2B5EF4-FFF2-40B4-BE49-F238E27FC236}">
                  <a16:creationId xmlns:a16="http://schemas.microsoft.com/office/drawing/2014/main" id="{5DA5ACFD-EFDA-4C58-B837-FC82CEF00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956"/>
              <a:ext cx="50" cy="58"/>
            </a:xfrm>
            <a:custGeom>
              <a:avLst/>
              <a:gdLst>
                <a:gd name="T0" fmla="*/ 73 w 24"/>
                <a:gd name="T1" fmla="*/ 0 h 26"/>
                <a:gd name="T2" fmla="*/ 0 w 24"/>
                <a:gd name="T3" fmla="*/ 89 h 26"/>
                <a:gd name="T4" fmla="*/ 73 w 24"/>
                <a:gd name="T5" fmla="*/ 243 h 26"/>
                <a:gd name="T6" fmla="*/ 173 w 24"/>
                <a:gd name="T7" fmla="*/ 243 h 26"/>
                <a:gd name="T8" fmla="*/ 73 w 2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8" y="0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3" y="19"/>
                    <a:pt x="8" y="22"/>
                  </a:cubicBezTo>
                  <a:cubicBezTo>
                    <a:pt x="13" y="26"/>
                    <a:pt x="16" y="24"/>
                    <a:pt x="19" y="22"/>
                  </a:cubicBezTo>
                  <a:cubicBezTo>
                    <a:pt x="24" y="17"/>
                    <a:pt x="17" y="1"/>
                    <a:pt x="8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4" name="Freeform 325">
              <a:extLst>
                <a:ext uri="{FF2B5EF4-FFF2-40B4-BE49-F238E27FC236}">
                  <a16:creationId xmlns:a16="http://schemas.microsoft.com/office/drawing/2014/main" id="{A73E5052-349F-418F-8F20-FC19D3236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965"/>
              <a:ext cx="23" cy="33"/>
            </a:xfrm>
            <a:custGeom>
              <a:avLst/>
              <a:gdLst>
                <a:gd name="T0" fmla="*/ 8 w 11"/>
                <a:gd name="T1" fmla="*/ 9 h 15"/>
                <a:gd name="T2" fmla="*/ 8 w 11"/>
                <a:gd name="T3" fmla="*/ 73 h 15"/>
                <a:gd name="T4" fmla="*/ 65 w 11"/>
                <a:gd name="T5" fmla="*/ 161 h 15"/>
                <a:gd name="T6" fmla="*/ 100 w 11"/>
                <a:gd name="T7" fmla="*/ 150 h 15"/>
                <a:gd name="T8" fmla="*/ 100 w 11"/>
                <a:gd name="T9" fmla="*/ 150 h 15"/>
                <a:gd name="T10" fmla="*/ 65 w 11"/>
                <a:gd name="T11" fmla="*/ 150 h 15"/>
                <a:gd name="T12" fmla="*/ 8 w 11"/>
                <a:gd name="T13" fmla="*/ 73 h 15"/>
                <a:gd name="T14" fmla="*/ 8 w 11"/>
                <a:gd name="T15" fmla="*/ 9 h 15"/>
                <a:gd name="T16" fmla="*/ 36 w 11"/>
                <a:gd name="T17" fmla="*/ 0 h 15"/>
                <a:gd name="T18" fmla="*/ 36 w 11"/>
                <a:gd name="T19" fmla="*/ 0 h 15"/>
                <a:gd name="T20" fmla="*/ 8 w 11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5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2" y="10"/>
                    <a:pt x="4" y="14"/>
                    <a:pt x="7" y="15"/>
                  </a:cubicBezTo>
                  <a:cubicBezTo>
                    <a:pt x="8" y="15"/>
                    <a:pt x="10" y="15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5"/>
                    <a:pt x="8" y="15"/>
                    <a:pt x="7" y="14"/>
                  </a:cubicBezTo>
                  <a:cubicBezTo>
                    <a:pt x="4" y="13"/>
                    <a:pt x="2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5" name="Freeform 326">
              <a:extLst>
                <a:ext uri="{FF2B5EF4-FFF2-40B4-BE49-F238E27FC236}">
                  <a16:creationId xmlns:a16="http://schemas.microsoft.com/office/drawing/2014/main" id="{5F320641-CF8F-48FE-BFCA-B766009FF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67"/>
              <a:ext cx="63" cy="58"/>
            </a:xfrm>
            <a:custGeom>
              <a:avLst/>
              <a:gdLst>
                <a:gd name="T0" fmla="*/ 36 w 30"/>
                <a:gd name="T1" fmla="*/ 89 h 26"/>
                <a:gd name="T2" fmla="*/ 17 w 30"/>
                <a:gd name="T3" fmla="*/ 223 h 26"/>
                <a:gd name="T4" fmla="*/ 185 w 30"/>
                <a:gd name="T5" fmla="*/ 243 h 26"/>
                <a:gd name="T6" fmla="*/ 269 w 30"/>
                <a:gd name="T7" fmla="*/ 65 h 26"/>
                <a:gd name="T8" fmla="*/ 204 w 30"/>
                <a:gd name="T9" fmla="*/ 9 h 26"/>
                <a:gd name="T10" fmla="*/ 120 w 30"/>
                <a:gd name="T11" fmla="*/ 45 h 26"/>
                <a:gd name="T12" fmla="*/ 36 w 30"/>
                <a:gd name="T13" fmla="*/ 8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4" y="8"/>
                  </a:moveTo>
                  <a:cubicBezTo>
                    <a:pt x="1" y="11"/>
                    <a:pt x="0" y="15"/>
                    <a:pt x="2" y="20"/>
                  </a:cubicBezTo>
                  <a:cubicBezTo>
                    <a:pt x="5" y="26"/>
                    <a:pt x="12" y="26"/>
                    <a:pt x="20" y="22"/>
                  </a:cubicBezTo>
                  <a:cubicBezTo>
                    <a:pt x="27" y="17"/>
                    <a:pt x="30" y="13"/>
                    <a:pt x="29" y="6"/>
                  </a:cubicBezTo>
                  <a:cubicBezTo>
                    <a:pt x="28" y="3"/>
                    <a:pt x="26" y="1"/>
                    <a:pt x="22" y="1"/>
                  </a:cubicBezTo>
                  <a:cubicBezTo>
                    <a:pt x="19" y="0"/>
                    <a:pt x="17" y="2"/>
                    <a:pt x="13" y="4"/>
                  </a:cubicBezTo>
                  <a:cubicBezTo>
                    <a:pt x="11" y="5"/>
                    <a:pt x="6" y="5"/>
                    <a:pt x="4" y="8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6" name="Freeform 327">
              <a:extLst>
                <a:ext uri="{FF2B5EF4-FFF2-40B4-BE49-F238E27FC236}">
                  <a16:creationId xmlns:a16="http://schemas.microsoft.com/office/drawing/2014/main" id="{73AB63FC-FD2C-4E56-908F-A103FA1C7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081"/>
              <a:ext cx="37" cy="26"/>
            </a:xfrm>
            <a:custGeom>
              <a:avLst/>
              <a:gdLst>
                <a:gd name="T0" fmla="*/ 140 w 18"/>
                <a:gd name="T1" fmla="*/ 0 h 12"/>
                <a:gd name="T2" fmla="*/ 148 w 18"/>
                <a:gd name="T3" fmla="*/ 9 h 12"/>
                <a:gd name="T4" fmla="*/ 88 w 18"/>
                <a:gd name="T5" fmla="*/ 93 h 12"/>
                <a:gd name="T6" fmla="*/ 8 w 18"/>
                <a:gd name="T7" fmla="*/ 104 h 12"/>
                <a:gd name="T8" fmla="*/ 16 w 18"/>
                <a:gd name="T9" fmla="*/ 61 h 12"/>
                <a:gd name="T10" fmla="*/ 16 w 18"/>
                <a:gd name="T11" fmla="*/ 61 h 12"/>
                <a:gd name="T12" fmla="*/ 8 w 18"/>
                <a:gd name="T13" fmla="*/ 104 h 12"/>
                <a:gd name="T14" fmla="*/ 88 w 18"/>
                <a:gd name="T15" fmla="*/ 104 h 12"/>
                <a:gd name="T16" fmla="*/ 148 w 18"/>
                <a:gd name="T17" fmla="*/ 9 h 12"/>
                <a:gd name="T18" fmla="*/ 140 w 18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2">
                  <a:moveTo>
                    <a:pt x="16" y="0"/>
                  </a:moveTo>
                  <a:cubicBezTo>
                    <a:pt x="17" y="0"/>
                    <a:pt x="17" y="1"/>
                    <a:pt x="17" y="1"/>
                  </a:cubicBezTo>
                  <a:cubicBezTo>
                    <a:pt x="17" y="3"/>
                    <a:pt x="16" y="6"/>
                    <a:pt x="10" y="9"/>
                  </a:cubicBezTo>
                  <a:cubicBezTo>
                    <a:pt x="5" y="12"/>
                    <a:pt x="2" y="11"/>
                    <a:pt x="1" y="10"/>
                  </a:cubicBezTo>
                  <a:cubicBezTo>
                    <a:pt x="1" y="9"/>
                    <a:pt x="1" y="7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0" y="9"/>
                    <a:pt x="1" y="10"/>
                  </a:cubicBezTo>
                  <a:cubicBezTo>
                    <a:pt x="2" y="11"/>
                    <a:pt x="5" y="12"/>
                    <a:pt x="10" y="10"/>
                  </a:cubicBezTo>
                  <a:cubicBezTo>
                    <a:pt x="15" y="7"/>
                    <a:pt x="18" y="3"/>
                    <a:pt x="17" y="1"/>
                  </a:cubicBezTo>
                  <a:cubicBezTo>
                    <a:pt x="17" y="1"/>
                    <a:pt x="17" y="1"/>
                    <a:pt x="1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7" name="Freeform 328">
              <a:extLst>
                <a:ext uri="{FF2B5EF4-FFF2-40B4-BE49-F238E27FC236}">
                  <a16:creationId xmlns:a16="http://schemas.microsoft.com/office/drawing/2014/main" id="{BB7207F3-4901-40E0-B349-3BD2D82D8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168"/>
              <a:ext cx="63" cy="69"/>
            </a:xfrm>
            <a:custGeom>
              <a:avLst/>
              <a:gdLst>
                <a:gd name="T0" fmla="*/ 141 w 30"/>
                <a:gd name="T1" fmla="*/ 36 h 31"/>
                <a:gd name="T2" fmla="*/ 36 w 30"/>
                <a:gd name="T3" fmla="*/ 45 h 31"/>
                <a:gd name="T4" fmla="*/ 84 w 30"/>
                <a:gd name="T5" fmla="*/ 243 h 31"/>
                <a:gd name="T6" fmla="*/ 244 w 30"/>
                <a:gd name="T7" fmla="*/ 307 h 31"/>
                <a:gd name="T8" fmla="*/ 260 w 30"/>
                <a:gd name="T9" fmla="*/ 223 h 31"/>
                <a:gd name="T10" fmla="*/ 204 w 30"/>
                <a:gd name="T11" fmla="*/ 118 h 31"/>
                <a:gd name="T12" fmla="*/ 141 w 30"/>
                <a:gd name="T13" fmla="*/ 3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1">
                  <a:moveTo>
                    <a:pt x="15" y="3"/>
                  </a:moveTo>
                  <a:cubicBezTo>
                    <a:pt x="11" y="0"/>
                    <a:pt x="7" y="0"/>
                    <a:pt x="4" y="4"/>
                  </a:cubicBezTo>
                  <a:cubicBezTo>
                    <a:pt x="0" y="8"/>
                    <a:pt x="2" y="15"/>
                    <a:pt x="9" y="22"/>
                  </a:cubicBezTo>
                  <a:cubicBezTo>
                    <a:pt x="16" y="28"/>
                    <a:pt x="20" y="31"/>
                    <a:pt x="26" y="28"/>
                  </a:cubicBezTo>
                  <a:cubicBezTo>
                    <a:pt x="29" y="26"/>
                    <a:pt x="30" y="23"/>
                    <a:pt x="28" y="20"/>
                  </a:cubicBezTo>
                  <a:cubicBezTo>
                    <a:pt x="27" y="16"/>
                    <a:pt x="25" y="15"/>
                    <a:pt x="22" y="11"/>
                  </a:cubicBezTo>
                  <a:cubicBezTo>
                    <a:pt x="20" y="9"/>
                    <a:pt x="18" y="5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08" name="Freeform 329">
              <a:extLst>
                <a:ext uri="{FF2B5EF4-FFF2-40B4-BE49-F238E27FC236}">
                  <a16:creationId xmlns:a16="http://schemas.microsoft.com/office/drawing/2014/main" id="{49634676-383B-4AA0-87E8-486BDAD0E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181"/>
              <a:ext cx="31" cy="36"/>
            </a:xfrm>
            <a:custGeom>
              <a:avLst/>
              <a:gdLst>
                <a:gd name="T0" fmla="*/ 132 w 15"/>
                <a:gd name="T1" fmla="*/ 162 h 16"/>
                <a:gd name="T2" fmla="*/ 124 w 15"/>
                <a:gd name="T3" fmla="*/ 173 h 16"/>
                <a:gd name="T4" fmla="*/ 35 w 15"/>
                <a:gd name="T5" fmla="*/ 101 h 16"/>
                <a:gd name="T6" fmla="*/ 8 w 15"/>
                <a:gd name="T7" fmla="*/ 11 h 16"/>
                <a:gd name="T8" fmla="*/ 43 w 15"/>
                <a:gd name="T9" fmla="*/ 11 h 16"/>
                <a:gd name="T10" fmla="*/ 43 w 15"/>
                <a:gd name="T11" fmla="*/ 11 h 16"/>
                <a:gd name="T12" fmla="*/ 8 w 15"/>
                <a:gd name="T13" fmla="*/ 11 h 16"/>
                <a:gd name="T14" fmla="*/ 35 w 15"/>
                <a:gd name="T15" fmla="*/ 117 h 16"/>
                <a:gd name="T16" fmla="*/ 124 w 15"/>
                <a:gd name="T17" fmla="*/ 182 h 16"/>
                <a:gd name="T18" fmla="*/ 132 w 15"/>
                <a:gd name="T19" fmla="*/ 16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5" y="14"/>
                  </a:moveTo>
                  <a:cubicBezTo>
                    <a:pt x="15" y="15"/>
                    <a:pt x="15" y="15"/>
                    <a:pt x="14" y="15"/>
                  </a:cubicBezTo>
                  <a:cubicBezTo>
                    <a:pt x="13" y="16"/>
                    <a:pt x="10" y="15"/>
                    <a:pt x="4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4" y="10"/>
                  </a:cubicBezTo>
                  <a:cubicBezTo>
                    <a:pt x="9" y="15"/>
                    <a:pt x="13" y="16"/>
                    <a:pt x="14" y="16"/>
                  </a:cubicBezTo>
                  <a:cubicBezTo>
                    <a:pt x="15" y="15"/>
                    <a:pt x="15" y="15"/>
                    <a:pt x="15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9" name="Freeform 330">
              <a:extLst>
                <a:ext uri="{FF2B5EF4-FFF2-40B4-BE49-F238E27FC236}">
                  <a16:creationId xmlns:a16="http://schemas.microsoft.com/office/drawing/2014/main" id="{30E31FAD-CF72-40E5-861D-AA8F128FF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047"/>
              <a:ext cx="69" cy="56"/>
            </a:xfrm>
            <a:custGeom>
              <a:avLst/>
              <a:gdLst>
                <a:gd name="T0" fmla="*/ 109 w 33"/>
                <a:gd name="T1" fmla="*/ 9 h 25"/>
                <a:gd name="T2" fmla="*/ 17 w 33"/>
                <a:gd name="T3" fmla="*/ 56 h 25"/>
                <a:gd name="T4" fmla="*/ 117 w 33"/>
                <a:gd name="T5" fmla="*/ 235 h 25"/>
                <a:gd name="T6" fmla="*/ 284 w 33"/>
                <a:gd name="T7" fmla="*/ 235 h 25"/>
                <a:gd name="T8" fmla="*/ 284 w 33"/>
                <a:gd name="T9" fmla="*/ 134 h 25"/>
                <a:gd name="T10" fmla="*/ 201 w 33"/>
                <a:gd name="T11" fmla="*/ 65 h 25"/>
                <a:gd name="T12" fmla="*/ 109 w 33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2" y="1"/>
                  </a:moveTo>
                  <a:cubicBezTo>
                    <a:pt x="8" y="0"/>
                    <a:pt x="4" y="1"/>
                    <a:pt x="2" y="5"/>
                  </a:cubicBezTo>
                  <a:cubicBezTo>
                    <a:pt x="0" y="11"/>
                    <a:pt x="4" y="17"/>
                    <a:pt x="13" y="21"/>
                  </a:cubicBezTo>
                  <a:cubicBezTo>
                    <a:pt x="22" y="25"/>
                    <a:pt x="26" y="25"/>
                    <a:pt x="31" y="21"/>
                  </a:cubicBezTo>
                  <a:cubicBezTo>
                    <a:pt x="33" y="18"/>
                    <a:pt x="33" y="15"/>
                    <a:pt x="31" y="12"/>
                  </a:cubicBezTo>
                  <a:cubicBezTo>
                    <a:pt x="28" y="9"/>
                    <a:pt x="26" y="9"/>
                    <a:pt x="22" y="6"/>
                  </a:cubicBezTo>
                  <a:cubicBezTo>
                    <a:pt x="19" y="5"/>
                    <a:pt x="16" y="2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10" name="Freeform 331">
              <a:extLst>
                <a:ext uri="{FF2B5EF4-FFF2-40B4-BE49-F238E27FC236}">
                  <a16:creationId xmlns:a16="http://schemas.microsoft.com/office/drawing/2014/main" id="{1AE8B06F-EDDD-49C3-942C-DC339A2D7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058"/>
              <a:ext cx="37" cy="27"/>
            </a:xfrm>
            <a:custGeom>
              <a:avLst/>
              <a:gdLst>
                <a:gd name="T0" fmla="*/ 156 w 18"/>
                <a:gd name="T1" fmla="*/ 101 h 12"/>
                <a:gd name="T2" fmla="*/ 156 w 18"/>
                <a:gd name="T3" fmla="*/ 126 h 12"/>
                <a:gd name="T4" fmla="*/ 51 w 18"/>
                <a:gd name="T5" fmla="*/ 92 h 12"/>
                <a:gd name="T6" fmla="*/ 0 w 18"/>
                <a:gd name="T7" fmla="*/ 25 h 12"/>
                <a:gd name="T8" fmla="*/ 33 w 18"/>
                <a:gd name="T9" fmla="*/ 0 h 12"/>
                <a:gd name="T10" fmla="*/ 33 w 18"/>
                <a:gd name="T11" fmla="*/ 0 h 12"/>
                <a:gd name="T12" fmla="*/ 0 w 18"/>
                <a:gd name="T13" fmla="*/ 25 h 12"/>
                <a:gd name="T14" fmla="*/ 51 w 18"/>
                <a:gd name="T15" fmla="*/ 101 h 12"/>
                <a:gd name="T16" fmla="*/ 156 w 18"/>
                <a:gd name="T17" fmla="*/ 126 h 12"/>
                <a:gd name="T18" fmla="*/ 156 w 18"/>
                <a:gd name="T19" fmla="*/ 10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2">
                  <a:moveTo>
                    <a:pt x="18" y="9"/>
                  </a:moveTo>
                  <a:cubicBezTo>
                    <a:pt x="18" y="10"/>
                    <a:pt x="18" y="10"/>
                    <a:pt x="18" y="11"/>
                  </a:cubicBezTo>
                  <a:cubicBezTo>
                    <a:pt x="17" y="12"/>
                    <a:pt x="13" y="12"/>
                    <a:pt x="6" y="8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6"/>
                    <a:pt x="6" y="9"/>
                  </a:cubicBezTo>
                  <a:cubicBezTo>
                    <a:pt x="12" y="12"/>
                    <a:pt x="17" y="12"/>
                    <a:pt x="18" y="11"/>
                  </a:cubicBezTo>
                  <a:cubicBezTo>
                    <a:pt x="18" y="10"/>
                    <a:pt x="18" y="10"/>
                    <a:pt x="18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1" name="Freeform 332">
              <a:extLst>
                <a:ext uri="{FF2B5EF4-FFF2-40B4-BE49-F238E27FC236}">
                  <a16:creationId xmlns:a16="http://schemas.microsoft.com/office/drawing/2014/main" id="{8E4E081E-B02A-4A7B-B6C6-D2C5F3440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219"/>
              <a:ext cx="67" cy="74"/>
            </a:xfrm>
            <a:custGeom>
              <a:avLst/>
              <a:gdLst>
                <a:gd name="T0" fmla="*/ 201 w 32"/>
                <a:gd name="T1" fmla="*/ 316 h 33"/>
                <a:gd name="T2" fmla="*/ 249 w 32"/>
                <a:gd name="T3" fmla="*/ 110 h 33"/>
                <a:gd name="T4" fmla="*/ 57 w 32"/>
                <a:gd name="T5" fmla="*/ 81 h 33"/>
                <a:gd name="T6" fmla="*/ 201 w 32"/>
                <a:gd name="T7" fmla="*/ 31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22" y="28"/>
                  </a:moveTo>
                  <a:cubicBezTo>
                    <a:pt x="30" y="26"/>
                    <a:pt x="32" y="17"/>
                    <a:pt x="27" y="10"/>
                  </a:cubicBezTo>
                  <a:cubicBezTo>
                    <a:pt x="21" y="2"/>
                    <a:pt x="13" y="0"/>
                    <a:pt x="6" y="7"/>
                  </a:cubicBezTo>
                  <a:cubicBezTo>
                    <a:pt x="0" y="13"/>
                    <a:pt x="9" y="33"/>
                    <a:pt x="22" y="28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12" name="Freeform 333">
              <a:extLst>
                <a:ext uri="{FF2B5EF4-FFF2-40B4-BE49-F238E27FC236}">
                  <a16:creationId xmlns:a16="http://schemas.microsoft.com/office/drawing/2014/main" id="{518D8226-B555-45DC-A998-6843FFBAB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241"/>
              <a:ext cx="36" cy="29"/>
            </a:xfrm>
            <a:custGeom>
              <a:avLst/>
              <a:gdLst>
                <a:gd name="T0" fmla="*/ 136 w 17"/>
                <a:gd name="T1" fmla="*/ 9 h 13"/>
                <a:gd name="T2" fmla="*/ 152 w 17"/>
                <a:gd name="T3" fmla="*/ 89 h 13"/>
                <a:gd name="T4" fmla="*/ 93 w 17"/>
                <a:gd name="T5" fmla="*/ 145 h 13"/>
                <a:gd name="T6" fmla="*/ 28 w 17"/>
                <a:gd name="T7" fmla="*/ 100 h 13"/>
                <a:gd name="T8" fmla="*/ 17 w 17"/>
                <a:gd name="T9" fmla="*/ 0 h 13"/>
                <a:gd name="T10" fmla="*/ 17 w 17"/>
                <a:gd name="T11" fmla="*/ 0 h 13"/>
                <a:gd name="T12" fmla="*/ 28 w 17"/>
                <a:gd name="T13" fmla="*/ 100 h 13"/>
                <a:gd name="T14" fmla="*/ 93 w 17"/>
                <a:gd name="T15" fmla="*/ 145 h 13"/>
                <a:gd name="T16" fmla="*/ 152 w 17"/>
                <a:gd name="T17" fmla="*/ 89 h 13"/>
                <a:gd name="T18" fmla="*/ 136 w 17"/>
                <a:gd name="T19" fmla="*/ 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3">
                  <a:moveTo>
                    <a:pt x="14" y="1"/>
                  </a:moveTo>
                  <a:cubicBezTo>
                    <a:pt x="16" y="2"/>
                    <a:pt x="16" y="5"/>
                    <a:pt x="16" y="8"/>
                  </a:cubicBezTo>
                  <a:cubicBezTo>
                    <a:pt x="15" y="10"/>
                    <a:pt x="12" y="12"/>
                    <a:pt x="10" y="13"/>
                  </a:cubicBezTo>
                  <a:cubicBezTo>
                    <a:pt x="7" y="13"/>
                    <a:pt x="5" y="11"/>
                    <a:pt x="3" y="9"/>
                  </a:cubicBezTo>
                  <a:cubicBezTo>
                    <a:pt x="1" y="6"/>
                    <a:pt x="0" y="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1" y="6"/>
                    <a:pt x="3" y="9"/>
                  </a:cubicBezTo>
                  <a:cubicBezTo>
                    <a:pt x="4" y="11"/>
                    <a:pt x="7" y="13"/>
                    <a:pt x="10" y="13"/>
                  </a:cubicBezTo>
                  <a:cubicBezTo>
                    <a:pt x="12" y="13"/>
                    <a:pt x="15" y="10"/>
                    <a:pt x="16" y="8"/>
                  </a:cubicBezTo>
                  <a:cubicBezTo>
                    <a:pt x="17" y="5"/>
                    <a:pt x="16" y="2"/>
                    <a:pt x="14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3" name="Freeform 334">
              <a:extLst>
                <a:ext uri="{FF2B5EF4-FFF2-40B4-BE49-F238E27FC236}">
                  <a16:creationId xmlns:a16="http://schemas.microsoft.com/office/drawing/2014/main" id="{B58CF609-84C5-426A-9933-0007669BA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014"/>
              <a:ext cx="56" cy="62"/>
            </a:xfrm>
            <a:custGeom>
              <a:avLst/>
              <a:gdLst>
                <a:gd name="T0" fmla="*/ 160 w 27"/>
                <a:gd name="T1" fmla="*/ 259 h 28"/>
                <a:gd name="T2" fmla="*/ 197 w 27"/>
                <a:gd name="T3" fmla="*/ 89 h 28"/>
                <a:gd name="T4" fmla="*/ 44 w 27"/>
                <a:gd name="T5" fmla="*/ 64 h 28"/>
                <a:gd name="T6" fmla="*/ 160 w 27"/>
                <a:gd name="T7" fmla="*/ 25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8">
                  <a:moveTo>
                    <a:pt x="18" y="24"/>
                  </a:moveTo>
                  <a:cubicBezTo>
                    <a:pt x="25" y="22"/>
                    <a:pt x="27" y="15"/>
                    <a:pt x="22" y="8"/>
                  </a:cubicBezTo>
                  <a:cubicBezTo>
                    <a:pt x="18" y="2"/>
                    <a:pt x="11" y="0"/>
                    <a:pt x="5" y="6"/>
                  </a:cubicBezTo>
                  <a:cubicBezTo>
                    <a:pt x="0" y="11"/>
                    <a:pt x="7" y="28"/>
                    <a:pt x="18" y="2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14" name="Freeform 335">
              <a:extLst>
                <a:ext uri="{FF2B5EF4-FFF2-40B4-BE49-F238E27FC236}">
                  <a16:creationId xmlns:a16="http://schemas.microsoft.com/office/drawing/2014/main" id="{F2152D6D-D253-4AE9-A231-68589CA8D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034"/>
              <a:ext cx="30" cy="24"/>
            </a:xfrm>
            <a:custGeom>
              <a:avLst/>
              <a:gdLst>
                <a:gd name="T0" fmla="*/ 120 w 14"/>
                <a:gd name="T1" fmla="*/ 0 h 11"/>
                <a:gd name="T2" fmla="*/ 129 w 14"/>
                <a:gd name="T3" fmla="*/ 61 h 11"/>
                <a:gd name="T4" fmla="*/ 77 w 14"/>
                <a:gd name="T5" fmla="*/ 105 h 11"/>
                <a:gd name="T6" fmla="*/ 19 w 14"/>
                <a:gd name="T7" fmla="*/ 72 h 11"/>
                <a:gd name="T8" fmla="*/ 9 w 14"/>
                <a:gd name="T9" fmla="*/ 0 h 11"/>
                <a:gd name="T10" fmla="*/ 9 w 14"/>
                <a:gd name="T11" fmla="*/ 0 h 11"/>
                <a:gd name="T12" fmla="*/ 19 w 14"/>
                <a:gd name="T13" fmla="*/ 72 h 11"/>
                <a:gd name="T14" fmla="*/ 77 w 14"/>
                <a:gd name="T15" fmla="*/ 105 h 11"/>
                <a:gd name="T16" fmla="*/ 129 w 14"/>
                <a:gd name="T17" fmla="*/ 61 h 11"/>
                <a:gd name="T18" fmla="*/ 120 w 14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1">
                  <a:moveTo>
                    <a:pt x="12" y="0"/>
                  </a:moveTo>
                  <a:cubicBezTo>
                    <a:pt x="13" y="2"/>
                    <a:pt x="13" y="4"/>
                    <a:pt x="13" y="6"/>
                  </a:cubicBezTo>
                  <a:cubicBezTo>
                    <a:pt x="12" y="8"/>
                    <a:pt x="10" y="10"/>
                    <a:pt x="8" y="10"/>
                  </a:cubicBezTo>
                  <a:cubicBezTo>
                    <a:pt x="6" y="10"/>
                    <a:pt x="3" y="9"/>
                    <a:pt x="2" y="7"/>
                  </a:cubicBezTo>
                  <a:cubicBezTo>
                    <a:pt x="0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9"/>
                    <a:pt x="6" y="11"/>
                    <a:pt x="8" y="10"/>
                  </a:cubicBezTo>
                  <a:cubicBezTo>
                    <a:pt x="10" y="10"/>
                    <a:pt x="12" y="8"/>
                    <a:pt x="13" y="6"/>
                  </a:cubicBezTo>
                  <a:cubicBezTo>
                    <a:pt x="14" y="4"/>
                    <a:pt x="13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5" name="Freeform 336">
              <a:extLst>
                <a:ext uri="{FF2B5EF4-FFF2-40B4-BE49-F238E27FC236}">
                  <a16:creationId xmlns:a16="http://schemas.microsoft.com/office/drawing/2014/main" id="{D7D997BE-0A91-4105-BA01-2268C9647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353"/>
              <a:ext cx="48" cy="49"/>
            </a:xfrm>
            <a:custGeom>
              <a:avLst/>
              <a:gdLst>
                <a:gd name="T0" fmla="*/ 152 w 23"/>
                <a:gd name="T1" fmla="*/ 36 h 22"/>
                <a:gd name="T2" fmla="*/ 92 w 23"/>
                <a:gd name="T3" fmla="*/ 0 h 22"/>
                <a:gd name="T4" fmla="*/ 35 w 23"/>
                <a:gd name="T5" fmla="*/ 45 h 22"/>
                <a:gd name="T6" fmla="*/ 100 w 23"/>
                <a:gd name="T7" fmla="*/ 209 h 22"/>
                <a:gd name="T8" fmla="*/ 209 w 23"/>
                <a:gd name="T9" fmla="*/ 145 h 22"/>
                <a:gd name="T10" fmla="*/ 152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7" y="1"/>
                    <a:pt x="5" y="2"/>
                    <a:pt x="4" y="4"/>
                  </a:cubicBezTo>
                  <a:cubicBezTo>
                    <a:pt x="0" y="9"/>
                    <a:pt x="4" y="17"/>
                    <a:pt x="11" y="19"/>
                  </a:cubicBezTo>
                  <a:cubicBezTo>
                    <a:pt x="17" y="22"/>
                    <a:pt x="23" y="18"/>
                    <a:pt x="23" y="13"/>
                  </a:cubicBezTo>
                  <a:cubicBezTo>
                    <a:pt x="23" y="9"/>
                    <a:pt x="22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16" name="Freeform 337">
              <a:extLst>
                <a:ext uri="{FF2B5EF4-FFF2-40B4-BE49-F238E27FC236}">
                  <a16:creationId xmlns:a16="http://schemas.microsoft.com/office/drawing/2014/main" id="{5208337A-6345-4B3C-97A5-11AF50BE8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364"/>
              <a:ext cx="26" cy="24"/>
            </a:xfrm>
            <a:custGeom>
              <a:avLst/>
              <a:gdLst>
                <a:gd name="T0" fmla="*/ 113 w 12"/>
                <a:gd name="T1" fmla="*/ 52 h 11"/>
                <a:gd name="T2" fmla="*/ 104 w 12"/>
                <a:gd name="T3" fmla="*/ 96 h 11"/>
                <a:gd name="T4" fmla="*/ 33 w 12"/>
                <a:gd name="T5" fmla="*/ 81 h 11"/>
                <a:gd name="T6" fmla="*/ 0 w 12"/>
                <a:gd name="T7" fmla="*/ 20 h 11"/>
                <a:gd name="T8" fmla="*/ 33 w 12"/>
                <a:gd name="T9" fmla="*/ 0 h 11"/>
                <a:gd name="T10" fmla="*/ 33 w 12"/>
                <a:gd name="T11" fmla="*/ 0 h 11"/>
                <a:gd name="T12" fmla="*/ 0 w 12"/>
                <a:gd name="T13" fmla="*/ 20 h 11"/>
                <a:gd name="T14" fmla="*/ 33 w 12"/>
                <a:gd name="T15" fmla="*/ 81 h 11"/>
                <a:gd name="T16" fmla="*/ 104 w 12"/>
                <a:gd name="T17" fmla="*/ 105 h 11"/>
                <a:gd name="T18" fmla="*/ 113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1" y="9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9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7" name="Freeform 338">
              <a:extLst>
                <a:ext uri="{FF2B5EF4-FFF2-40B4-BE49-F238E27FC236}">
                  <a16:creationId xmlns:a16="http://schemas.microsoft.com/office/drawing/2014/main" id="{A9CA22F4-E2E5-43C5-B9D8-3495E44A3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185"/>
              <a:ext cx="48" cy="50"/>
            </a:xfrm>
            <a:custGeom>
              <a:avLst/>
              <a:gdLst>
                <a:gd name="T0" fmla="*/ 152 w 23"/>
                <a:gd name="T1" fmla="*/ 36 h 22"/>
                <a:gd name="T2" fmla="*/ 92 w 23"/>
                <a:gd name="T3" fmla="*/ 0 h 22"/>
                <a:gd name="T4" fmla="*/ 35 w 23"/>
                <a:gd name="T5" fmla="*/ 45 h 22"/>
                <a:gd name="T6" fmla="*/ 100 w 23"/>
                <a:gd name="T7" fmla="*/ 223 h 22"/>
                <a:gd name="T8" fmla="*/ 209 w 23"/>
                <a:gd name="T9" fmla="*/ 155 h 22"/>
                <a:gd name="T10" fmla="*/ 152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7" y="1"/>
                    <a:pt x="5" y="2"/>
                    <a:pt x="4" y="4"/>
                  </a:cubicBezTo>
                  <a:cubicBezTo>
                    <a:pt x="0" y="9"/>
                    <a:pt x="4" y="17"/>
                    <a:pt x="11" y="19"/>
                  </a:cubicBezTo>
                  <a:cubicBezTo>
                    <a:pt x="17" y="22"/>
                    <a:pt x="23" y="18"/>
                    <a:pt x="23" y="13"/>
                  </a:cubicBezTo>
                  <a:cubicBezTo>
                    <a:pt x="23" y="9"/>
                    <a:pt x="22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18" name="Freeform 339">
              <a:extLst>
                <a:ext uri="{FF2B5EF4-FFF2-40B4-BE49-F238E27FC236}">
                  <a16:creationId xmlns:a16="http://schemas.microsoft.com/office/drawing/2014/main" id="{435E9D3D-D138-48DE-8EE8-EA4EF7936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3197"/>
              <a:ext cx="26" cy="24"/>
            </a:xfrm>
            <a:custGeom>
              <a:avLst/>
              <a:gdLst>
                <a:gd name="T0" fmla="*/ 113 w 12"/>
                <a:gd name="T1" fmla="*/ 52 h 11"/>
                <a:gd name="T2" fmla="*/ 104 w 12"/>
                <a:gd name="T3" fmla="*/ 96 h 11"/>
                <a:gd name="T4" fmla="*/ 33 w 12"/>
                <a:gd name="T5" fmla="*/ 81 h 11"/>
                <a:gd name="T6" fmla="*/ 0 w 12"/>
                <a:gd name="T7" fmla="*/ 20 h 11"/>
                <a:gd name="T8" fmla="*/ 33 w 12"/>
                <a:gd name="T9" fmla="*/ 0 h 11"/>
                <a:gd name="T10" fmla="*/ 33 w 12"/>
                <a:gd name="T11" fmla="*/ 0 h 11"/>
                <a:gd name="T12" fmla="*/ 0 w 12"/>
                <a:gd name="T13" fmla="*/ 20 h 11"/>
                <a:gd name="T14" fmla="*/ 33 w 12"/>
                <a:gd name="T15" fmla="*/ 81 h 11"/>
                <a:gd name="T16" fmla="*/ 104 w 12"/>
                <a:gd name="T17" fmla="*/ 105 h 11"/>
                <a:gd name="T18" fmla="*/ 113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1" y="9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9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9" name="Freeform 340">
              <a:extLst>
                <a:ext uri="{FF2B5EF4-FFF2-40B4-BE49-F238E27FC236}">
                  <a16:creationId xmlns:a16="http://schemas.microsoft.com/office/drawing/2014/main" id="{26F3420C-4F63-4F3D-A656-01571CA7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009"/>
              <a:ext cx="50" cy="69"/>
            </a:xfrm>
            <a:custGeom>
              <a:avLst/>
              <a:gdLst>
                <a:gd name="T0" fmla="*/ 65 w 24"/>
                <a:gd name="T1" fmla="*/ 20 h 31"/>
                <a:gd name="T2" fmla="*/ 0 w 24"/>
                <a:gd name="T3" fmla="*/ 89 h 31"/>
                <a:gd name="T4" fmla="*/ 65 w 24"/>
                <a:gd name="T5" fmla="*/ 278 h 31"/>
                <a:gd name="T6" fmla="*/ 173 w 24"/>
                <a:gd name="T7" fmla="*/ 323 h 31"/>
                <a:gd name="T8" fmla="*/ 65 w 24"/>
                <a:gd name="T9" fmla="*/ 2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7" y="2"/>
                  </a:moveTo>
                  <a:cubicBezTo>
                    <a:pt x="2" y="0"/>
                    <a:pt x="0" y="3"/>
                    <a:pt x="0" y="8"/>
                  </a:cubicBezTo>
                  <a:cubicBezTo>
                    <a:pt x="0" y="13"/>
                    <a:pt x="3" y="20"/>
                    <a:pt x="7" y="25"/>
                  </a:cubicBezTo>
                  <a:cubicBezTo>
                    <a:pt x="13" y="31"/>
                    <a:pt x="16" y="31"/>
                    <a:pt x="19" y="29"/>
                  </a:cubicBezTo>
                  <a:cubicBezTo>
                    <a:pt x="24" y="26"/>
                    <a:pt x="16" y="7"/>
                    <a:pt x="7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20" name="Freeform 341">
              <a:extLst>
                <a:ext uri="{FF2B5EF4-FFF2-40B4-BE49-F238E27FC236}">
                  <a16:creationId xmlns:a16="http://schemas.microsoft.com/office/drawing/2014/main" id="{BEC3F0AD-AEE0-43BC-9839-79AF7D9EC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023"/>
              <a:ext cx="23" cy="40"/>
            </a:xfrm>
            <a:custGeom>
              <a:avLst/>
              <a:gdLst>
                <a:gd name="T0" fmla="*/ 17 w 11"/>
                <a:gd name="T1" fmla="*/ 9 h 18"/>
                <a:gd name="T2" fmla="*/ 8 w 11"/>
                <a:gd name="T3" fmla="*/ 80 h 18"/>
                <a:gd name="T4" fmla="*/ 75 w 11"/>
                <a:gd name="T5" fmla="*/ 187 h 18"/>
                <a:gd name="T6" fmla="*/ 100 w 11"/>
                <a:gd name="T7" fmla="*/ 198 h 18"/>
                <a:gd name="T8" fmla="*/ 100 w 11"/>
                <a:gd name="T9" fmla="*/ 198 h 18"/>
                <a:gd name="T10" fmla="*/ 75 w 11"/>
                <a:gd name="T11" fmla="*/ 187 h 18"/>
                <a:gd name="T12" fmla="*/ 8 w 11"/>
                <a:gd name="T13" fmla="*/ 80 h 18"/>
                <a:gd name="T14" fmla="*/ 17 w 11"/>
                <a:gd name="T15" fmla="*/ 9 h 18"/>
                <a:gd name="T16" fmla="*/ 44 w 11"/>
                <a:gd name="T17" fmla="*/ 9 h 18"/>
                <a:gd name="T18" fmla="*/ 44 w 11"/>
                <a:gd name="T19" fmla="*/ 9 h 18"/>
                <a:gd name="T20" fmla="*/ 17 w 11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2" y="1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2" y="10"/>
                    <a:pt x="5" y="15"/>
                    <a:pt x="8" y="17"/>
                  </a:cubicBezTo>
                  <a:cubicBezTo>
                    <a:pt x="9" y="18"/>
                    <a:pt x="10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9" y="18"/>
                    <a:pt x="8" y="17"/>
                  </a:cubicBezTo>
                  <a:cubicBezTo>
                    <a:pt x="5" y="15"/>
                    <a:pt x="2" y="10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3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1" name="Freeform 342">
              <a:extLst>
                <a:ext uri="{FF2B5EF4-FFF2-40B4-BE49-F238E27FC236}">
                  <a16:creationId xmlns:a16="http://schemas.microsoft.com/office/drawing/2014/main" id="{48E6A35F-26B7-40AC-BB75-DB47AE700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985"/>
              <a:ext cx="50" cy="42"/>
            </a:xfrm>
            <a:custGeom>
              <a:avLst/>
              <a:gdLst>
                <a:gd name="T0" fmla="*/ 125 w 24"/>
                <a:gd name="T1" fmla="*/ 20 h 19"/>
                <a:gd name="T2" fmla="*/ 56 w 24"/>
                <a:gd name="T3" fmla="*/ 20 h 19"/>
                <a:gd name="T4" fmla="*/ 17 w 24"/>
                <a:gd name="T5" fmla="*/ 73 h 19"/>
                <a:gd name="T6" fmla="*/ 117 w 24"/>
                <a:gd name="T7" fmla="*/ 206 h 19"/>
                <a:gd name="T8" fmla="*/ 208 w 24"/>
                <a:gd name="T9" fmla="*/ 97 h 19"/>
                <a:gd name="T10" fmla="*/ 125 w 24"/>
                <a:gd name="T11" fmla="*/ 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9">
                  <a:moveTo>
                    <a:pt x="14" y="2"/>
                  </a:moveTo>
                  <a:cubicBezTo>
                    <a:pt x="11" y="1"/>
                    <a:pt x="9" y="0"/>
                    <a:pt x="6" y="2"/>
                  </a:cubicBezTo>
                  <a:cubicBezTo>
                    <a:pt x="4" y="3"/>
                    <a:pt x="2" y="5"/>
                    <a:pt x="2" y="7"/>
                  </a:cubicBezTo>
                  <a:cubicBezTo>
                    <a:pt x="0" y="13"/>
                    <a:pt x="6" y="19"/>
                    <a:pt x="13" y="19"/>
                  </a:cubicBezTo>
                  <a:cubicBezTo>
                    <a:pt x="20" y="19"/>
                    <a:pt x="24" y="13"/>
                    <a:pt x="23" y="9"/>
                  </a:cubicBezTo>
                  <a:cubicBezTo>
                    <a:pt x="22" y="5"/>
                    <a:pt x="20" y="4"/>
                    <a:pt x="14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22" name="Freeform 343">
              <a:extLst>
                <a:ext uri="{FF2B5EF4-FFF2-40B4-BE49-F238E27FC236}">
                  <a16:creationId xmlns:a16="http://schemas.microsoft.com/office/drawing/2014/main" id="{F4C61901-BD36-4AF2-89BF-A80C50EE8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998"/>
              <a:ext cx="27" cy="20"/>
            </a:xfrm>
            <a:custGeom>
              <a:avLst/>
              <a:gdLst>
                <a:gd name="T0" fmla="*/ 100 w 13"/>
                <a:gd name="T1" fmla="*/ 20 h 9"/>
                <a:gd name="T2" fmla="*/ 108 w 13"/>
                <a:gd name="T3" fmla="*/ 64 h 9"/>
                <a:gd name="T4" fmla="*/ 35 w 13"/>
                <a:gd name="T5" fmla="*/ 80 h 9"/>
                <a:gd name="T6" fmla="*/ 0 w 13"/>
                <a:gd name="T7" fmla="*/ 36 h 9"/>
                <a:gd name="T8" fmla="*/ 17 w 13"/>
                <a:gd name="T9" fmla="*/ 0 h 9"/>
                <a:gd name="T10" fmla="*/ 17 w 13"/>
                <a:gd name="T11" fmla="*/ 0 h 9"/>
                <a:gd name="T12" fmla="*/ 0 w 13"/>
                <a:gd name="T13" fmla="*/ 36 h 9"/>
                <a:gd name="T14" fmla="*/ 35 w 13"/>
                <a:gd name="T15" fmla="*/ 80 h 9"/>
                <a:gd name="T16" fmla="*/ 108 w 13"/>
                <a:gd name="T17" fmla="*/ 80 h 9"/>
                <a:gd name="T18" fmla="*/ 100 w 13"/>
                <a:gd name="T19" fmla="*/ 2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9">
                  <a:moveTo>
                    <a:pt x="11" y="2"/>
                  </a:moveTo>
                  <a:cubicBezTo>
                    <a:pt x="13" y="4"/>
                    <a:pt x="13" y="5"/>
                    <a:pt x="12" y="6"/>
                  </a:cubicBezTo>
                  <a:cubicBezTo>
                    <a:pt x="11" y="8"/>
                    <a:pt x="8" y="9"/>
                    <a:pt x="4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4" y="7"/>
                  </a:cubicBezTo>
                  <a:cubicBezTo>
                    <a:pt x="8" y="9"/>
                    <a:pt x="11" y="8"/>
                    <a:pt x="12" y="7"/>
                  </a:cubicBezTo>
                  <a:cubicBezTo>
                    <a:pt x="13" y="5"/>
                    <a:pt x="13" y="4"/>
                    <a:pt x="1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3" name="Freeform 344">
              <a:extLst>
                <a:ext uri="{FF2B5EF4-FFF2-40B4-BE49-F238E27FC236}">
                  <a16:creationId xmlns:a16="http://schemas.microsoft.com/office/drawing/2014/main" id="{01D223C4-77DD-40D9-80E5-E0D2F0AD6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987"/>
              <a:ext cx="50" cy="51"/>
            </a:xfrm>
            <a:custGeom>
              <a:avLst/>
              <a:gdLst>
                <a:gd name="T0" fmla="*/ 173 w 24"/>
                <a:gd name="T1" fmla="*/ 44 h 23"/>
                <a:gd name="T2" fmla="*/ 100 w 24"/>
                <a:gd name="T3" fmla="*/ 0 h 23"/>
                <a:gd name="T4" fmla="*/ 35 w 24"/>
                <a:gd name="T5" fmla="*/ 35 h 23"/>
                <a:gd name="T6" fmla="*/ 73 w 24"/>
                <a:gd name="T7" fmla="*/ 206 h 23"/>
                <a:gd name="T8" fmla="*/ 208 w 24"/>
                <a:gd name="T9" fmla="*/ 173 h 23"/>
                <a:gd name="T10" fmla="*/ 173 w 24"/>
                <a:gd name="T11" fmla="*/ 4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19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3"/>
                  </a:cubicBezTo>
                  <a:cubicBezTo>
                    <a:pt x="0" y="7"/>
                    <a:pt x="2" y="16"/>
                    <a:pt x="8" y="19"/>
                  </a:cubicBezTo>
                  <a:cubicBezTo>
                    <a:pt x="15" y="23"/>
                    <a:pt x="22" y="20"/>
                    <a:pt x="23" y="16"/>
                  </a:cubicBezTo>
                  <a:cubicBezTo>
                    <a:pt x="24" y="11"/>
                    <a:pt x="23" y="9"/>
                    <a:pt x="19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24" name="Freeform 345">
              <a:extLst>
                <a:ext uri="{FF2B5EF4-FFF2-40B4-BE49-F238E27FC236}">
                  <a16:creationId xmlns:a16="http://schemas.microsoft.com/office/drawing/2014/main" id="{6C199360-BCDB-4964-917F-B6D5FA9F4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996"/>
              <a:ext cx="27" cy="29"/>
            </a:xfrm>
            <a:custGeom>
              <a:avLst/>
              <a:gdLst>
                <a:gd name="T0" fmla="*/ 108 w 13"/>
                <a:gd name="T1" fmla="*/ 89 h 13"/>
                <a:gd name="T2" fmla="*/ 91 w 13"/>
                <a:gd name="T3" fmla="*/ 134 h 13"/>
                <a:gd name="T4" fmla="*/ 25 w 13"/>
                <a:gd name="T5" fmla="*/ 100 h 13"/>
                <a:gd name="T6" fmla="*/ 8 w 13"/>
                <a:gd name="T7" fmla="*/ 36 h 13"/>
                <a:gd name="T8" fmla="*/ 44 w 13"/>
                <a:gd name="T9" fmla="*/ 0 h 13"/>
                <a:gd name="T10" fmla="*/ 44 w 13"/>
                <a:gd name="T11" fmla="*/ 0 h 13"/>
                <a:gd name="T12" fmla="*/ 8 w 13"/>
                <a:gd name="T13" fmla="*/ 36 h 13"/>
                <a:gd name="T14" fmla="*/ 25 w 13"/>
                <a:gd name="T15" fmla="*/ 100 h 13"/>
                <a:gd name="T16" fmla="*/ 91 w 13"/>
                <a:gd name="T17" fmla="*/ 134 h 13"/>
                <a:gd name="T18" fmla="*/ 108 w 13"/>
                <a:gd name="T19" fmla="*/ 8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3">
                  <a:moveTo>
                    <a:pt x="12" y="8"/>
                  </a:moveTo>
                  <a:cubicBezTo>
                    <a:pt x="13" y="10"/>
                    <a:pt x="12" y="11"/>
                    <a:pt x="10" y="12"/>
                  </a:cubicBezTo>
                  <a:cubicBezTo>
                    <a:pt x="8" y="13"/>
                    <a:pt x="5" y="12"/>
                    <a:pt x="3" y="9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5" y="12"/>
                    <a:pt x="8" y="13"/>
                    <a:pt x="10" y="12"/>
                  </a:cubicBezTo>
                  <a:cubicBezTo>
                    <a:pt x="12" y="11"/>
                    <a:pt x="13" y="10"/>
                    <a:pt x="12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5" name="Freeform 346">
              <a:extLst>
                <a:ext uri="{FF2B5EF4-FFF2-40B4-BE49-F238E27FC236}">
                  <a16:creationId xmlns:a16="http://schemas.microsoft.com/office/drawing/2014/main" id="{F3C3AA53-B870-4BE8-8BD2-557AEBB89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085"/>
              <a:ext cx="69" cy="56"/>
            </a:xfrm>
            <a:custGeom>
              <a:avLst/>
              <a:gdLst>
                <a:gd name="T0" fmla="*/ 144 w 33"/>
                <a:gd name="T1" fmla="*/ 9 h 25"/>
                <a:gd name="T2" fmla="*/ 75 w 33"/>
                <a:gd name="T3" fmla="*/ 9 h 25"/>
                <a:gd name="T4" fmla="*/ 92 w 33"/>
                <a:gd name="T5" fmla="*/ 215 h 25"/>
                <a:gd name="T6" fmla="*/ 276 w 33"/>
                <a:gd name="T7" fmla="*/ 246 h 25"/>
                <a:gd name="T8" fmla="*/ 276 w 33"/>
                <a:gd name="T9" fmla="*/ 125 h 25"/>
                <a:gd name="T10" fmla="*/ 201 w 33"/>
                <a:gd name="T11" fmla="*/ 56 h 25"/>
                <a:gd name="T12" fmla="*/ 144 w 33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6" y="1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4"/>
                    <a:pt x="3" y="14"/>
                    <a:pt x="10" y="19"/>
                  </a:cubicBezTo>
                  <a:cubicBezTo>
                    <a:pt x="18" y="25"/>
                    <a:pt x="27" y="25"/>
                    <a:pt x="30" y="22"/>
                  </a:cubicBezTo>
                  <a:cubicBezTo>
                    <a:pt x="33" y="18"/>
                    <a:pt x="33" y="15"/>
                    <a:pt x="30" y="11"/>
                  </a:cubicBezTo>
                  <a:cubicBezTo>
                    <a:pt x="28" y="8"/>
                    <a:pt x="24" y="6"/>
                    <a:pt x="22" y="5"/>
                  </a:cubicBezTo>
                  <a:cubicBezTo>
                    <a:pt x="20" y="3"/>
                    <a:pt x="18" y="1"/>
                    <a:pt x="16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26" name="Freeform 347">
              <a:extLst>
                <a:ext uri="{FF2B5EF4-FFF2-40B4-BE49-F238E27FC236}">
                  <a16:creationId xmlns:a16="http://schemas.microsoft.com/office/drawing/2014/main" id="{2353E59F-CD58-4959-89F1-46964D27E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098"/>
              <a:ext cx="31" cy="27"/>
            </a:xfrm>
            <a:custGeom>
              <a:avLst/>
              <a:gdLst>
                <a:gd name="T0" fmla="*/ 8 w 15"/>
                <a:gd name="T1" fmla="*/ 25 h 12"/>
                <a:gd name="T2" fmla="*/ 25 w 15"/>
                <a:gd name="T3" fmla="*/ 81 h 12"/>
                <a:gd name="T4" fmla="*/ 107 w 15"/>
                <a:gd name="T5" fmla="*/ 137 h 12"/>
                <a:gd name="T6" fmla="*/ 132 w 15"/>
                <a:gd name="T7" fmla="*/ 126 h 12"/>
                <a:gd name="T8" fmla="*/ 132 w 15"/>
                <a:gd name="T9" fmla="*/ 126 h 12"/>
                <a:gd name="T10" fmla="*/ 107 w 15"/>
                <a:gd name="T11" fmla="*/ 137 h 12"/>
                <a:gd name="T12" fmla="*/ 25 w 15"/>
                <a:gd name="T13" fmla="*/ 81 h 12"/>
                <a:gd name="T14" fmla="*/ 8 w 15"/>
                <a:gd name="T15" fmla="*/ 25 h 12"/>
                <a:gd name="T16" fmla="*/ 25 w 15"/>
                <a:gd name="T17" fmla="*/ 0 h 12"/>
                <a:gd name="T18" fmla="*/ 25 w 15"/>
                <a:gd name="T19" fmla="*/ 0 h 12"/>
                <a:gd name="T20" fmla="*/ 8 w 15"/>
                <a:gd name="T21" fmla="*/ 2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2">
                  <a:moveTo>
                    <a:pt x="1" y="2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10"/>
                    <a:pt x="9" y="12"/>
                    <a:pt x="12" y="12"/>
                  </a:cubicBezTo>
                  <a:cubicBezTo>
                    <a:pt x="14" y="12"/>
                    <a:pt x="15" y="12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2"/>
                    <a:pt x="14" y="12"/>
                    <a:pt x="12" y="12"/>
                  </a:cubicBezTo>
                  <a:cubicBezTo>
                    <a:pt x="10" y="12"/>
                    <a:pt x="6" y="10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7" name="Freeform 348">
              <a:extLst>
                <a:ext uri="{FF2B5EF4-FFF2-40B4-BE49-F238E27FC236}">
                  <a16:creationId xmlns:a16="http://schemas.microsoft.com/office/drawing/2014/main" id="{059DF6D1-C1AD-44BC-89B4-693AD7318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014"/>
              <a:ext cx="64" cy="62"/>
            </a:xfrm>
            <a:custGeom>
              <a:avLst/>
              <a:gdLst>
                <a:gd name="T0" fmla="*/ 132 w 31"/>
                <a:gd name="T1" fmla="*/ 9 h 28"/>
                <a:gd name="T2" fmla="*/ 35 w 31"/>
                <a:gd name="T3" fmla="*/ 53 h 28"/>
                <a:gd name="T4" fmla="*/ 89 w 31"/>
                <a:gd name="T5" fmla="*/ 241 h 28"/>
                <a:gd name="T6" fmla="*/ 239 w 31"/>
                <a:gd name="T7" fmla="*/ 250 h 28"/>
                <a:gd name="T8" fmla="*/ 264 w 31"/>
                <a:gd name="T9" fmla="*/ 162 h 28"/>
                <a:gd name="T10" fmla="*/ 192 w 31"/>
                <a:gd name="T11" fmla="*/ 89 h 28"/>
                <a:gd name="T12" fmla="*/ 132 w 31"/>
                <a:gd name="T13" fmla="*/ 9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15" y="1"/>
                  </a:moveTo>
                  <a:cubicBezTo>
                    <a:pt x="11" y="0"/>
                    <a:pt x="7" y="1"/>
                    <a:pt x="4" y="5"/>
                  </a:cubicBezTo>
                  <a:cubicBezTo>
                    <a:pt x="0" y="11"/>
                    <a:pt x="2" y="17"/>
                    <a:pt x="10" y="22"/>
                  </a:cubicBezTo>
                  <a:cubicBezTo>
                    <a:pt x="17" y="26"/>
                    <a:pt x="21" y="28"/>
                    <a:pt x="27" y="23"/>
                  </a:cubicBezTo>
                  <a:cubicBezTo>
                    <a:pt x="30" y="21"/>
                    <a:pt x="31" y="18"/>
                    <a:pt x="30" y="15"/>
                  </a:cubicBezTo>
                  <a:cubicBezTo>
                    <a:pt x="28" y="12"/>
                    <a:pt x="26" y="11"/>
                    <a:pt x="22" y="8"/>
                  </a:cubicBezTo>
                  <a:cubicBezTo>
                    <a:pt x="21" y="7"/>
                    <a:pt x="19" y="3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28" name="Freeform 349">
              <a:extLst>
                <a:ext uri="{FF2B5EF4-FFF2-40B4-BE49-F238E27FC236}">
                  <a16:creationId xmlns:a16="http://schemas.microsoft.com/office/drawing/2014/main" id="{863B4569-9063-440C-89CF-F12C748FF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025"/>
              <a:ext cx="34" cy="31"/>
            </a:xfrm>
            <a:custGeom>
              <a:avLst/>
              <a:gdLst>
                <a:gd name="T0" fmla="*/ 153 w 16"/>
                <a:gd name="T1" fmla="*/ 133 h 14"/>
                <a:gd name="T2" fmla="*/ 145 w 16"/>
                <a:gd name="T3" fmla="*/ 142 h 14"/>
                <a:gd name="T4" fmla="*/ 49 w 16"/>
                <a:gd name="T5" fmla="*/ 97 h 14"/>
                <a:gd name="T6" fmla="*/ 9 w 16"/>
                <a:gd name="T7" fmla="*/ 20 h 14"/>
                <a:gd name="T8" fmla="*/ 49 w 16"/>
                <a:gd name="T9" fmla="*/ 9 h 14"/>
                <a:gd name="T10" fmla="*/ 49 w 16"/>
                <a:gd name="T11" fmla="*/ 9 h 14"/>
                <a:gd name="T12" fmla="*/ 9 w 16"/>
                <a:gd name="T13" fmla="*/ 20 h 14"/>
                <a:gd name="T14" fmla="*/ 49 w 16"/>
                <a:gd name="T15" fmla="*/ 109 h 14"/>
                <a:gd name="T16" fmla="*/ 153 w 16"/>
                <a:gd name="T17" fmla="*/ 142 h 14"/>
                <a:gd name="T18" fmla="*/ 153 w 16"/>
                <a:gd name="T19" fmla="*/ 133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4">
                  <a:moveTo>
                    <a:pt x="16" y="12"/>
                  </a:moveTo>
                  <a:cubicBezTo>
                    <a:pt x="16" y="12"/>
                    <a:pt x="16" y="13"/>
                    <a:pt x="15" y="13"/>
                  </a:cubicBezTo>
                  <a:cubicBezTo>
                    <a:pt x="14" y="14"/>
                    <a:pt x="11" y="13"/>
                    <a:pt x="5" y="9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3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4"/>
                    <a:pt x="1" y="7"/>
                    <a:pt x="5" y="10"/>
                  </a:cubicBezTo>
                  <a:cubicBezTo>
                    <a:pt x="10" y="13"/>
                    <a:pt x="14" y="14"/>
                    <a:pt x="16" y="13"/>
                  </a:cubicBezTo>
                  <a:cubicBezTo>
                    <a:pt x="16" y="13"/>
                    <a:pt x="16" y="12"/>
                    <a:pt x="16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9" name="Freeform 350">
              <a:extLst>
                <a:ext uri="{FF2B5EF4-FFF2-40B4-BE49-F238E27FC236}">
                  <a16:creationId xmlns:a16="http://schemas.microsoft.com/office/drawing/2014/main" id="{61C3A469-C984-4D2B-918E-2D801E842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976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1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1"/>
                    <a:pt x="3" y="3"/>
                    <a:pt x="2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2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30" name="Freeform 351">
              <a:extLst>
                <a:ext uri="{FF2B5EF4-FFF2-40B4-BE49-F238E27FC236}">
                  <a16:creationId xmlns:a16="http://schemas.microsoft.com/office/drawing/2014/main" id="{2BFC2C7C-A871-4209-813C-D9411C752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987"/>
              <a:ext cx="25" cy="22"/>
            </a:xfrm>
            <a:custGeom>
              <a:avLst/>
              <a:gdLst>
                <a:gd name="T0" fmla="*/ 108 w 12"/>
                <a:gd name="T1" fmla="*/ 44 h 10"/>
                <a:gd name="T2" fmla="*/ 100 w 12"/>
                <a:gd name="T3" fmla="*/ 97 h 10"/>
                <a:gd name="T4" fmla="*/ 27 w 12"/>
                <a:gd name="T5" fmla="*/ 88 h 10"/>
                <a:gd name="T6" fmla="*/ 0 w 12"/>
                <a:gd name="T7" fmla="*/ 33 h 10"/>
                <a:gd name="T8" fmla="*/ 27 w 12"/>
                <a:gd name="T9" fmla="*/ 0 h 10"/>
                <a:gd name="T10" fmla="*/ 27 w 12"/>
                <a:gd name="T11" fmla="*/ 0 h 10"/>
                <a:gd name="T12" fmla="*/ 0 w 12"/>
                <a:gd name="T13" fmla="*/ 33 h 10"/>
                <a:gd name="T14" fmla="*/ 27 w 12"/>
                <a:gd name="T15" fmla="*/ 88 h 10"/>
                <a:gd name="T16" fmla="*/ 100 w 12"/>
                <a:gd name="T17" fmla="*/ 97 h 10"/>
                <a:gd name="T18" fmla="*/ 108 w 12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2" y="4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8"/>
                  </a:cubicBezTo>
                  <a:cubicBezTo>
                    <a:pt x="6" y="10"/>
                    <a:pt x="9" y="10"/>
                    <a:pt x="11" y="9"/>
                  </a:cubicBezTo>
                  <a:cubicBezTo>
                    <a:pt x="12" y="8"/>
                    <a:pt x="12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1" name="Freeform 352">
              <a:extLst>
                <a:ext uri="{FF2B5EF4-FFF2-40B4-BE49-F238E27FC236}">
                  <a16:creationId xmlns:a16="http://schemas.microsoft.com/office/drawing/2014/main" id="{975B2063-C96C-401A-BFB7-51F824BE4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449"/>
              <a:ext cx="48" cy="71"/>
            </a:xfrm>
            <a:custGeom>
              <a:avLst/>
              <a:gdLst>
                <a:gd name="T0" fmla="*/ 83 w 23"/>
                <a:gd name="T1" fmla="*/ 36 h 32"/>
                <a:gd name="T2" fmla="*/ 8 w 23"/>
                <a:gd name="T3" fmla="*/ 80 h 32"/>
                <a:gd name="T4" fmla="*/ 65 w 23"/>
                <a:gd name="T5" fmla="*/ 271 h 32"/>
                <a:gd name="T6" fmla="*/ 152 w 23"/>
                <a:gd name="T7" fmla="*/ 339 h 32"/>
                <a:gd name="T8" fmla="*/ 83 w 23"/>
                <a:gd name="T9" fmla="*/ 3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9" y="3"/>
                  </a:moveTo>
                  <a:cubicBezTo>
                    <a:pt x="4" y="0"/>
                    <a:pt x="1" y="2"/>
                    <a:pt x="1" y="7"/>
                  </a:cubicBezTo>
                  <a:cubicBezTo>
                    <a:pt x="0" y="12"/>
                    <a:pt x="3" y="19"/>
                    <a:pt x="7" y="25"/>
                  </a:cubicBezTo>
                  <a:cubicBezTo>
                    <a:pt x="11" y="31"/>
                    <a:pt x="15" y="32"/>
                    <a:pt x="17" y="31"/>
                  </a:cubicBezTo>
                  <a:cubicBezTo>
                    <a:pt x="23" y="28"/>
                    <a:pt x="17" y="8"/>
                    <a:pt x="9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32" name="Freeform 353">
              <a:extLst>
                <a:ext uri="{FF2B5EF4-FFF2-40B4-BE49-F238E27FC236}">
                  <a16:creationId xmlns:a16="http://schemas.microsoft.com/office/drawing/2014/main" id="{2AEEDD79-80EA-4057-B3F5-8BA61C258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462"/>
              <a:ext cx="21" cy="43"/>
            </a:xfrm>
            <a:custGeom>
              <a:avLst/>
              <a:gdLst>
                <a:gd name="T0" fmla="*/ 17 w 10"/>
                <a:gd name="T1" fmla="*/ 11 h 19"/>
                <a:gd name="T2" fmla="*/ 8 w 10"/>
                <a:gd name="T3" fmla="*/ 81 h 19"/>
                <a:gd name="T4" fmla="*/ 57 w 10"/>
                <a:gd name="T5" fmla="*/ 210 h 19"/>
                <a:gd name="T6" fmla="*/ 92 w 10"/>
                <a:gd name="T7" fmla="*/ 220 h 19"/>
                <a:gd name="T8" fmla="*/ 92 w 10"/>
                <a:gd name="T9" fmla="*/ 220 h 19"/>
                <a:gd name="T10" fmla="*/ 57 w 10"/>
                <a:gd name="T11" fmla="*/ 210 h 19"/>
                <a:gd name="T12" fmla="*/ 8 w 10"/>
                <a:gd name="T13" fmla="*/ 81 h 19"/>
                <a:gd name="T14" fmla="*/ 17 w 10"/>
                <a:gd name="T15" fmla="*/ 11 h 19"/>
                <a:gd name="T16" fmla="*/ 48 w 10"/>
                <a:gd name="T17" fmla="*/ 25 h 19"/>
                <a:gd name="T18" fmla="*/ 48 w 10"/>
                <a:gd name="T19" fmla="*/ 25 h 19"/>
                <a:gd name="T20" fmla="*/ 17 w 10"/>
                <a:gd name="T21" fmla="*/ 11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9">
                  <a:moveTo>
                    <a:pt x="2" y="1"/>
                  </a:moveTo>
                  <a:cubicBezTo>
                    <a:pt x="1" y="1"/>
                    <a:pt x="0" y="4"/>
                    <a:pt x="1" y="7"/>
                  </a:cubicBezTo>
                  <a:cubicBezTo>
                    <a:pt x="2" y="10"/>
                    <a:pt x="4" y="15"/>
                    <a:pt x="6" y="18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9"/>
                    <a:pt x="8" y="19"/>
                    <a:pt x="6" y="18"/>
                  </a:cubicBezTo>
                  <a:cubicBezTo>
                    <a:pt x="4" y="15"/>
                    <a:pt x="2" y="10"/>
                    <a:pt x="1" y="7"/>
                  </a:cubicBezTo>
                  <a:cubicBezTo>
                    <a:pt x="0" y="4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3" name="Freeform 354">
              <a:extLst>
                <a:ext uri="{FF2B5EF4-FFF2-40B4-BE49-F238E27FC236}">
                  <a16:creationId xmlns:a16="http://schemas.microsoft.com/office/drawing/2014/main" id="{81A286FC-CBDC-4091-86C6-17FD4623C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469"/>
              <a:ext cx="50" cy="44"/>
            </a:xfrm>
            <a:custGeom>
              <a:avLst/>
              <a:gdLst>
                <a:gd name="T0" fmla="*/ 135 w 24"/>
                <a:gd name="T1" fmla="*/ 20 h 20"/>
                <a:gd name="T2" fmla="*/ 73 w 24"/>
                <a:gd name="T3" fmla="*/ 9 h 20"/>
                <a:gd name="T4" fmla="*/ 17 w 24"/>
                <a:gd name="T5" fmla="*/ 64 h 20"/>
                <a:gd name="T6" fmla="*/ 117 w 24"/>
                <a:gd name="T7" fmla="*/ 202 h 20"/>
                <a:gd name="T8" fmla="*/ 217 w 24"/>
                <a:gd name="T9" fmla="*/ 106 h 20"/>
                <a:gd name="T10" fmla="*/ 135 w 24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5" y="2"/>
                    <a:pt x="3" y="3"/>
                    <a:pt x="2" y="6"/>
                  </a:cubicBezTo>
                  <a:cubicBezTo>
                    <a:pt x="0" y="11"/>
                    <a:pt x="6" y="18"/>
                    <a:pt x="13" y="19"/>
                  </a:cubicBezTo>
                  <a:cubicBezTo>
                    <a:pt x="20" y="20"/>
                    <a:pt x="24" y="14"/>
                    <a:pt x="24" y="10"/>
                  </a:cubicBezTo>
                  <a:cubicBezTo>
                    <a:pt x="22" y="6"/>
                    <a:pt x="21" y="5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34" name="Freeform 355">
              <a:extLst>
                <a:ext uri="{FF2B5EF4-FFF2-40B4-BE49-F238E27FC236}">
                  <a16:creationId xmlns:a16="http://schemas.microsoft.com/office/drawing/2014/main" id="{4AD57F48-FE93-4A80-AE7D-7FEE8223D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480"/>
              <a:ext cx="25" cy="22"/>
            </a:xfrm>
            <a:custGeom>
              <a:avLst/>
              <a:gdLst>
                <a:gd name="T0" fmla="*/ 100 w 12"/>
                <a:gd name="T1" fmla="*/ 33 h 10"/>
                <a:gd name="T2" fmla="*/ 100 w 12"/>
                <a:gd name="T3" fmla="*/ 88 h 10"/>
                <a:gd name="T4" fmla="*/ 27 w 12"/>
                <a:gd name="T5" fmla="*/ 88 h 10"/>
                <a:gd name="T6" fmla="*/ 0 w 12"/>
                <a:gd name="T7" fmla="*/ 33 h 10"/>
                <a:gd name="T8" fmla="*/ 17 w 12"/>
                <a:gd name="T9" fmla="*/ 0 h 10"/>
                <a:gd name="T10" fmla="*/ 17 w 12"/>
                <a:gd name="T11" fmla="*/ 0 h 10"/>
                <a:gd name="T12" fmla="*/ 0 w 12"/>
                <a:gd name="T13" fmla="*/ 33 h 10"/>
                <a:gd name="T14" fmla="*/ 27 w 12"/>
                <a:gd name="T15" fmla="*/ 88 h 10"/>
                <a:gd name="T16" fmla="*/ 100 w 12"/>
                <a:gd name="T17" fmla="*/ 88 h 10"/>
                <a:gd name="T18" fmla="*/ 100 w 12"/>
                <a:gd name="T19" fmla="*/ 3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3"/>
                  </a:moveTo>
                  <a:cubicBezTo>
                    <a:pt x="12" y="5"/>
                    <a:pt x="12" y="7"/>
                    <a:pt x="11" y="8"/>
                  </a:cubicBezTo>
                  <a:cubicBezTo>
                    <a:pt x="10" y="9"/>
                    <a:pt x="7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7" y="10"/>
                    <a:pt x="10" y="9"/>
                    <a:pt x="11" y="8"/>
                  </a:cubicBezTo>
                  <a:cubicBezTo>
                    <a:pt x="12" y="7"/>
                    <a:pt x="12" y="5"/>
                    <a:pt x="11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5" name="Freeform 356">
              <a:extLst>
                <a:ext uri="{FF2B5EF4-FFF2-40B4-BE49-F238E27FC236}">
                  <a16:creationId xmlns:a16="http://schemas.microsoft.com/office/drawing/2014/main" id="{A20F48AE-D535-40C0-A211-8BDE73CBF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3458"/>
              <a:ext cx="49" cy="47"/>
            </a:xfrm>
            <a:custGeom>
              <a:avLst/>
              <a:gdLst>
                <a:gd name="T0" fmla="*/ 164 w 23"/>
                <a:gd name="T1" fmla="*/ 36 h 21"/>
                <a:gd name="T2" fmla="*/ 85 w 23"/>
                <a:gd name="T3" fmla="*/ 0 h 21"/>
                <a:gd name="T4" fmla="*/ 28 w 23"/>
                <a:gd name="T5" fmla="*/ 45 h 21"/>
                <a:gd name="T6" fmla="*/ 96 w 23"/>
                <a:gd name="T7" fmla="*/ 215 h 21"/>
                <a:gd name="T8" fmla="*/ 222 w 23"/>
                <a:gd name="T9" fmla="*/ 145 h 21"/>
                <a:gd name="T10" fmla="*/ 16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7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0"/>
                    <a:pt x="4" y="2"/>
                    <a:pt x="3" y="4"/>
                  </a:cubicBezTo>
                  <a:cubicBezTo>
                    <a:pt x="0" y="9"/>
                    <a:pt x="3" y="16"/>
                    <a:pt x="10" y="19"/>
                  </a:cubicBezTo>
                  <a:cubicBezTo>
                    <a:pt x="17" y="21"/>
                    <a:pt x="23" y="17"/>
                    <a:pt x="23" y="13"/>
                  </a:cubicBezTo>
                  <a:cubicBezTo>
                    <a:pt x="23" y="9"/>
                    <a:pt x="21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36" name="Freeform 357">
              <a:extLst>
                <a:ext uri="{FF2B5EF4-FFF2-40B4-BE49-F238E27FC236}">
                  <a16:creationId xmlns:a16="http://schemas.microsoft.com/office/drawing/2014/main" id="{B1C78DD6-5F1A-4B08-AE07-B0D9BCFF1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467"/>
              <a:ext cx="25" cy="24"/>
            </a:xfrm>
            <a:custGeom>
              <a:avLst/>
              <a:gdLst>
                <a:gd name="T0" fmla="*/ 108 w 12"/>
                <a:gd name="T1" fmla="*/ 61 h 11"/>
                <a:gd name="T2" fmla="*/ 100 w 12"/>
                <a:gd name="T3" fmla="*/ 105 h 11"/>
                <a:gd name="T4" fmla="*/ 27 w 12"/>
                <a:gd name="T5" fmla="*/ 81 h 11"/>
                <a:gd name="T6" fmla="*/ 8 w 12"/>
                <a:gd name="T7" fmla="*/ 33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33 h 11"/>
                <a:gd name="T14" fmla="*/ 27 w 12"/>
                <a:gd name="T15" fmla="*/ 96 h 11"/>
                <a:gd name="T16" fmla="*/ 100 w 12"/>
                <a:gd name="T17" fmla="*/ 105 h 11"/>
                <a:gd name="T18" fmla="*/ 108 w 12"/>
                <a:gd name="T19" fmla="*/ 6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8"/>
                    <a:pt x="12" y="9"/>
                    <a:pt x="11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1" y="3"/>
                  </a:cubicBezTo>
                  <a:cubicBezTo>
                    <a:pt x="0" y="4"/>
                    <a:pt x="1" y="6"/>
                    <a:pt x="3" y="9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9"/>
                    <a:pt x="12" y="8"/>
                    <a:pt x="12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7" name="Freeform 358">
              <a:extLst>
                <a:ext uri="{FF2B5EF4-FFF2-40B4-BE49-F238E27FC236}">
                  <a16:creationId xmlns:a16="http://schemas.microsoft.com/office/drawing/2014/main" id="{8D326D21-3E0F-4A94-B4C7-FC3E982B3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306"/>
              <a:ext cx="39" cy="53"/>
            </a:xfrm>
            <a:custGeom>
              <a:avLst/>
              <a:gdLst>
                <a:gd name="T0" fmla="*/ 156 w 19"/>
                <a:gd name="T1" fmla="*/ 133 h 24"/>
                <a:gd name="T2" fmla="*/ 148 w 19"/>
                <a:gd name="T3" fmla="*/ 44 h 24"/>
                <a:gd name="T4" fmla="*/ 96 w 19"/>
                <a:gd name="T5" fmla="*/ 0 h 24"/>
                <a:gd name="T6" fmla="*/ 8 w 19"/>
                <a:gd name="T7" fmla="*/ 150 h 24"/>
                <a:gd name="T8" fmla="*/ 113 w 19"/>
                <a:gd name="T9" fmla="*/ 239 h 24"/>
                <a:gd name="T10" fmla="*/ 156 w 19"/>
                <a:gd name="T11" fmla="*/ 13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8" y="12"/>
                  </a:moveTo>
                  <a:cubicBezTo>
                    <a:pt x="19" y="9"/>
                    <a:pt x="19" y="6"/>
                    <a:pt x="17" y="4"/>
                  </a:cubicBezTo>
                  <a:cubicBezTo>
                    <a:pt x="16" y="2"/>
                    <a:pt x="13" y="0"/>
                    <a:pt x="11" y="0"/>
                  </a:cubicBezTo>
                  <a:cubicBezTo>
                    <a:pt x="5" y="0"/>
                    <a:pt x="0" y="7"/>
                    <a:pt x="1" y="14"/>
                  </a:cubicBezTo>
                  <a:cubicBezTo>
                    <a:pt x="3" y="21"/>
                    <a:pt x="9" y="24"/>
                    <a:pt x="13" y="22"/>
                  </a:cubicBezTo>
                  <a:cubicBezTo>
                    <a:pt x="17" y="20"/>
                    <a:pt x="17" y="18"/>
                    <a:pt x="18" y="1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38" name="Freeform 359">
              <a:extLst>
                <a:ext uri="{FF2B5EF4-FFF2-40B4-BE49-F238E27FC236}">
                  <a16:creationId xmlns:a16="http://schemas.microsoft.com/office/drawing/2014/main" id="{E9150F90-6E04-4397-895E-41A46ADD9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317"/>
              <a:ext cx="17" cy="29"/>
            </a:xfrm>
            <a:custGeom>
              <a:avLst/>
              <a:gdLst>
                <a:gd name="T0" fmla="*/ 68 w 8"/>
                <a:gd name="T1" fmla="*/ 125 h 13"/>
                <a:gd name="T2" fmla="*/ 28 w 8"/>
                <a:gd name="T3" fmla="*/ 134 h 13"/>
                <a:gd name="T4" fmla="*/ 9 w 8"/>
                <a:gd name="T5" fmla="*/ 56 h 13"/>
                <a:gd name="T6" fmla="*/ 40 w 8"/>
                <a:gd name="T7" fmla="*/ 0 h 13"/>
                <a:gd name="T8" fmla="*/ 77 w 8"/>
                <a:gd name="T9" fmla="*/ 9 h 13"/>
                <a:gd name="T10" fmla="*/ 77 w 8"/>
                <a:gd name="T11" fmla="*/ 9 h 13"/>
                <a:gd name="T12" fmla="*/ 40 w 8"/>
                <a:gd name="T13" fmla="*/ 0 h 13"/>
                <a:gd name="T14" fmla="*/ 0 w 8"/>
                <a:gd name="T15" fmla="*/ 56 h 13"/>
                <a:gd name="T16" fmla="*/ 28 w 8"/>
                <a:gd name="T17" fmla="*/ 134 h 13"/>
                <a:gd name="T18" fmla="*/ 68 w 8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3">
                  <a:moveTo>
                    <a:pt x="7" y="11"/>
                  </a:moveTo>
                  <a:cubicBezTo>
                    <a:pt x="6" y="13"/>
                    <a:pt x="4" y="13"/>
                    <a:pt x="3" y="12"/>
                  </a:cubicBezTo>
                  <a:cubicBezTo>
                    <a:pt x="1" y="11"/>
                    <a:pt x="0" y="9"/>
                    <a:pt x="1" y="5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5" y="0"/>
                    <a:pt x="4" y="0"/>
                  </a:cubicBezTo>
                  <a:cubicBezTo>
                    <a:pt x="3" y="1"/>
                    <a:pt x="1" y="2"/>
                    <a:pt x="0" y="5"/>
                  </a:cubicBezTo>
                  <a:cubicBezTo>
                    <a:pt x="0" y="9"/>
                    <a:pt x="1" y="12"/>
                    <a:pt x="3" y="12"/>
                  </a:cubicBezTo>
                  <a:cubicBezTo>
                    <a:pt x="4" y="13"/>
                    <a:pt x="6" y="13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9" name="Freeform 360">
              <a:extLst>
                <a:ext uri="{FF2B5EF4-FFF2-40B4-BE49-F238E27FC236}">
                  <a16:creationId xmlns:a16="http://schemas.microsoft.com/office/drawing/2014/main" id="{C1C8A19D-9119-4859-B5D6-5FDD74084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462"/>
              <a:ext cx="50" cy="78"/>
            </a:xfrm>
            <a:custGeom>
              <a:avLst/>
              <a:gdLst>
                <a:gd name="T0" fmla="*/ 217 w 24"/>
                <a:gd name="T1" fmla="*/ 165 h 35"/>
                <a:gd name="T2" fmla="*/ 200 w 24"/>
                <a:gd name="T3" fmla="*/ 80 h 35"/>
                <a:gd name="T4" fmla="*/ 35 w 24"/>
                <a:gd name="T5" fmla="*/ 145 h 35"/>
                <a:gd name="T6" fmla="*/ 56 w 24"/>
                <a:gd name="T7" fmla="*/ 368 h 35"/>
                <a:gd name="T8" fmla="*/ 144 w 24"/>
                <a:gd name="T9" fmla="*/ 343 h 35"/>
                <a:gd name="T10" fmla="*/ 192 w 24"/>
                <a:gd name="T11" fmla="*/ 243 h 35"/>
                <a:gd name="T12" fmla="*/ 217 w 24"/>
                <a:gd name="T13" fmla="*/ 16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15"/>
                  </a:moveTo>
                  <a:cubicBezTo>
                    <a:pt x="24" y="12"/>
                    <a:pt x="23" y="9"/>
                    <a:pt x="22" y="7"/>
                  </a:cubicBezTo>
                  <a:cubicBezTo>
                    <a:pt x="17" y="0"/>
                    <a:pt x="8" y="5"/>
                    <a:pt x="4" y="13"/>
                  </a:cubicBezTo>
                  <a:cubicBezTo>
                    <a:pt x="0" y="22"/>
                    <a:pt x="2" y="31"/>
                    <a:pt x="6" y="33"/>
                  </a:cubicBezTo>
                  <a:cubicBezTo>
                    <a:pt x="10" y="35"/>
                    <a:pt x="13" y="34"/>
                    <a:pt x="16" y="31"/>
                  </a:cubicBezTo>
                  <a:cubicBezTo>
                    <a:pt x="19" y="29"/>
                    <a:pt x="20" y="24"/>
                    <a:pt x="21" y="22"/>
                  </a:cubicBezTo>
                  <a:cubicBezTo>
                    <a:pt x="22" y="20"/>
                    <a:pt x="23" y="17"/>
                    <a:pt x="24" y="1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40" name="Freeform 361">
              <a:extLst>
                <a:ext uri="{FF2B5EF4-FFF2-40B4-BE49-F238E27FC236}">
                  <a16:creationId xmlns:a16="http://schemas.microsoft.com/office/drawing/2014/main" id="{9F6FC7EC-51F6-427A-8052-56AA42145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487"/>
              <a:ext cx="21" cy="35"/>
            </a:xfrm>
            <a:custGeom>
              <a:avLst/>
              <a:gdLst>
                <a:gd name="T0" fmla="*/ 76 w 10"/>
                <a:gd name="T1" fmla="*/ 0 h 16"/>
                <a:gd name="T2" fmla="*/ 27 w 10"/>
                <a:gd name="T3" fmla="*/ 44 h 16"/>
                <a:gd name="T4" fmla="*/ 8 w 10"/>
                <a:gd name="T5" fmla="*/ 149 h 16"/>
                <a:gd name="T6" fmla="*/ 27 w 10"/>
                <a:gd name="T7" fmla="*/ 168 h 16"/>
                <a:gd name="T8" fmla="*/ 27 w 10"/>
                <a:gd name="T9" fmla="*/ 168 h 16"/>
                <a:gd name="T10" fmla="*/ 8 w 10"/>
                <a:gd name="T11" fmla="*/ 149 h 16"/>
                <a:gd name="T12" fmla="*/ 36 w 10"/>
                <a:gd name="T13" fmla="*/ 44 h 16"/>
                <a:gd name="T14" fmla="*/ 76 w 10"/>
                <a:gd name="T15" fmla="*/ 0 h 16"/>
                <a:gd name="T16" fmla="*/ 92 w 10"/>
                <a:gd name="T17" fmla="*/ 20 h 16"/>
                <a:gd name="T18" fmla="*/ 92 w 10"/>
                <a:gd name="T19" fmla="*/ 20 h 16"/>
                <a:gd name="T20" fmla="*/ 76 w 10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6">
                  <a:moveTo>
                    <a:pt x="8" y="0"/>
                  </a:moveTo>
                  <a:cubicBezTo>
                    <a:pt x="7" y="0"/>
                    <a:pt x="5" y="1"/>
                    <a:pt x="3" y="4"/>
                  </a:cubicBezTo>
                  <a:cubicBezTo>
                    <a:pt x="1" y="7"/>
                    <a:pt x="0" y="11"/>
                    <a:pt x="1" y="14"/>
                  </a:cubicBezTo>
                  <a:cubicBezTo>
                    <a:pt x="1" y="15"/>
                    <a:pt x="2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16"/>
                    <a:pt x="1" y="15"/>
                    <a:pt x="1" y="14"/>
                  </a:cubicBezTo>
                  <a:cubicBezTo>
                    <a:pt x="0" y="11"/>
                    <a:pt x="1" y="7"/>
                    <a:pt x="4" y="4"/>
                  </a:cubicBezTo>
                  <a:cubicBezTo>
                    <a:pt x="5" y="1"/>
                    <a:pt x="7" y="0"/>
                    <a:pt x="8" y="0"/>
                  </a:cubicBezTo>
                  <a:cubicBezTo>
                    <a:pt x="9" y="1"/>
                    <a:pt x="10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1" name="Freeform 362">
              <a:extLst>
                <a:ext uri="{FF2B5EF4-FFF2-40B4-BE49-F238E27FC236}">
                  <a16:creationId xmlns:a16="http://schemas.microsoft.com/office/drawing/2014/main" id="{793A6A4A-3851-44FC-8C21-4A91D4661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083"/>
              <a:ext cx="56" cy="62"/>
            </a:xfrm>
            <a:custGeom>
              <a:avLst/>
              <a:gdLst>
                <a:gd name="T0" fmla="*/ 64 w 27"/>
                <a:gd name="T1" fmla="*/ 9 h 28"/>
                <a:gd name="T2" fmla="*/ 0 w 27"/>
                <a:gd name="T3" fmla="*/ 89 h 28"/>
                <a:gd name="T4" fmla="*/ 100 w 27"/>
                <a:gd name="T5" fmla="*/ 259 h 28"/>
                <a:gd name="T6" fmla="*/ 207 w 27"/>
                <a:gd name="T7" fmla="*/ 283 h 28"/>
                <a:gd name="T8" fmla="*/ 64 w 27"/>
                <a:gd name="T9" fmla="*/ 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8">
                  <a:moveTo>
                    <a:pt x="7" y="1"/>
                  </a:moveTo>
                  <a:cubicBezTo>
                    <a:pt x="2" y="0"/>
                    <a:pt x="0" y="3"/>
                    <a:pt x="0" y="8"/>
                  </a:cubicBezTo>
                  <a:cubicBezTo>
                    <a:pt x="1" y="13"/>
                    <a:pt x="6" y="19"/>
                    <a:pt x="11" y="24"/>
                  </a:cubicBezTo>
                  <a:cubicBezTo>
                    <a:pt x="17" y="28"/>
                    <a:pt x="21" y="28"/>
                    <a:pt x="23" y="26"/>
                  </a:cubicBezTo>
                  <a:cubicBezTo>
                    <a:pt x="27" y="22"/>
                    <a:pt x="16" y="4"/>
                    <a:pt x="7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42" name="Freeform 363">
              <a:extLst>
                <a:ext uri="{FF2B5EF4-FFF2-40B4-BE49-F238E27FC236}">
                  <a16:creationId xmlns:a16="http://schemas.microsoft.com/office/drawing/2014/main" id="{1DB222AF-7F69-4C16-AAEA-F89783CF8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094"/>
              <a:ext cx="29" cy="38"/>
            </a:xfrm>
            <a:custGeom>
              <a:avLst/>
              <a:gdLst>
                <a:gd name="T0" fmla="*/ 8 w 14"/>
                <a:gd name="T1" fmla="*/ 9 h 17"/>
                <a:gd name="T2" fmla="*/ 17 w 14"/>
                <a:gd name="T3" fmla="*/ 80 h 17"/>
                <a:gd name="T4" fmla="*/ 91 w 14"/>
                <a:gd name="T5" fmla="*/ 179 h 17"/>
                <a:gd name="T6" fmla="*/ 124 w 14"/>
                <a:gd name="T7" fmla="*/ 179 h 17"/>
                <a:gd name="T8" fmla="*/ 124 w 14"/>
                <a:gd name="T9" fmla="*/ 179 h 17"/>
                <a:gd name="T10" fmla="*/ 91 w 14"/>
                <a:gd name="T11" fmla="*/ 179 h 17"/>
                <a:gd name="T12" fmla="*/ 17 w 14"/>
                <a:gd name="T13" fmla="*/ 80 h 17"/>
                <a:gd name="T14" fmla="*/ 8 w 14"/>
                <a:gd name="T15" fmla="*/ 9 h 17"/>
                <a:gd name="T16" fmla="*/ 35 w 14"/>
                <a:gd name="T17" fmla="*/ 9 h 17"/>
                <a:gd name="T18" fmla="*/ 35 w 14"/>
                <a:gd name="T19" fmla="*/ 9 h 17"/>
                <a:gd name="T20" fmla="*/ 8 w 14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7">
                  <a:moveTo>
                    <a:pt x="1" y="1"/>
                  </a:moveTo>
                  <a:cubicBezTo>
                    <a:pt x="0" y="2"/>
                    <a:pt x="0" y="4"/>
                    <a:pt x="2" y="7"/>
                  </a:cubicBezTo>
                  <a:cubicBezTo>
                    <a:pt x="3" y="10"/>
                    <a:pt x="7" y="15"/>
                    <a:pt x="10" y="16"/>
                  </a:cubicBezTo>
                  <a:cubicBezTo>
                    <a:pt x="12" y="17"/>
                    <a:pt x="13" y="17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7"/>
                    <a:pt x="12" y="17"/>
                    <a:pt x="10" y="16"/>
                  </a:cubicBezTo>
                  <a:cubicBezTo>
                    <a:pt x="7" y="14"/>
                    <a:pt x="4" y="10"/>
                    <a:pt x="2" y="7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3" name="Freeform 364">
              <a:extLst>
                <a:ext uri="{FF2B5EF4-FFF2-40B4-BE49-F238E27FC236}">
                  <a16:creationId xmlns:a16="http://schemas.microsoft.com/office/drawing/2014/main" id="{EFDBDD90-F5B0-4FFD-819D-D4922B263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3346"/>
              <a:ext cx="40" cy="54"/>
            </a:xfrm>
            <a:custGeom>
              <a:avLst/>
              <a:gdLst>
                <a:gd name="T0" fmla="*/ 168 w 19"/>
                <a:gd name="T1" fmla="*/ 162 h 24"/>
                <a:gd name="T2" fmla="*/ 168 w 19"/>
                <a:gd name="T3" fmla="*/ 72 h 24"/>
                <a:gd name="T4" fmla="*/ 120 w 19"/>
                <a:gd name="T5" fmla="*/ 25 h 24"/>
                <a:gd name="T6" fmla="*/ 0 w 19"/>
                <a:gd name="T7" fmla="*/ 146 h 24"/>
                <a:gd name="T8" fmla="*/ 93 w 19"/>
                <a:gd name="T9" fmla="*/ 263 h 24"/>
                <a:gd name="T10" fmla="*/ 168 w 19"/>
                <a:gd name="T11" fmla="*/ 16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8" y="14"/>
                  </a:moveTo>
                  <a:cubicBezTo>
                    <a:pt x="19" y="12"/>
                    <a:pt x="19" y="9"/>
                    <a:pt x="18" y="6"/>
                  </a:cubicBezTo>
                  <a:cubicBezTo>
                    <a:pt x="17" y="4"/>
                    <a:pt x="15" y="2"/>
                    <a:pt x="13" y="2"/>
                  </a:cubicBezTo>
                  <a:cubicBezTo>
                    <a:pt x="7" y="0"/>
                    <a:pt x="1" y="6"/>
                    <a:pt x="0" y="13"/>
                  </a:cubicBezTo>
                  <a:cubicBezTo>
                    <a:pt x="0" y="20"/>
                    <a:pt x="6" y="24"/>
                    <a:pt x="10" y="23"/>
                  </a:cubicBezTo>
                  <a:cubicBezTo>
                    <a:pt x="14" y="22"/>
                    <a:pt x="15" y="20"/>
                    <a:pt x="18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44" name="Freeform 365">
              <a:extLst>
                <a:ext uri="{FF2B5EF4-FFF2-40B4-BE49-F238E27FC236}">
                  <a16:creationId xmlns:a16="http://schemas.microsoft.com/office/drawing/2014/main" id="{06AB9E89-B8F4-457C-B6FF-2C88902E0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359"/>
              <a:ext cx="18" cy="29"/>
            </a:xfrm>
            <a:custGeom>
              <a:avLst/>
              <a:gdLst>
                <a:gd name="T0" fmla="*/ 56 w 9"/>
                <a:gd name="T1" fmla="*/ 134 h 13"/>
                <a:gd name="T2" fmla="*/ 16 w 9"/>
                <a:gd name="T3" fmla="*/ 134 h 13"/>
                <a:gd name="T4" fmla="*/ 8 w 9"/>
                <a:gd name="T5" fmla="*/ 45 h 13"/>
                <a:gd name="T6" fmla="*/ 48 w 9"/>
                <a:gd name="T7" fmla="*/ 0 h 13"/>
                <a:gd name="T8" fmla="*/ 72 w 9"/>
                <a:gd name="T9" fmla="*/ 20 h 13"/>
                <a:gd name="T10" fmla="*/ 72 w 9"/>
                <a:gd name="T11" fmla="*/ 20 h 13"/>
                <a:gd name="T12" fmla="*/ 48 w 9"/>
                <a:gd name="T13" fmla="*/ 0 h 13"/>
                <a:gd name="T14" fmla="*/ 8 w 9"/>
                <a:gd name="T15" fmla="*/ 45 h 13"/>
                <a:gd name="T16" fmla="*/ 16 w 9"/>
                <a:gd name="T17" fmla="*/ 134 h 13"/>
                <a:gd name="T18" fmla="*/ 56 w 9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3">
                  <a:moveTo>
                    <a:pt x="7" y="12"/>
                  </a:moveTo>
                  <a:cubicBezTo>
                    <a:pt x="5" y="13"/>
                    <a:pt x="3" y="13"/>
                    <a:pt x="2" y="12"/>
                  </a:cubicBezTo>
                  <a:cubicBezTo>
                    <a:pt x="1" y="11"/>
                    <a:pt x="0" y="8"/>
                    <a:pt x="1" y="4"/>
                  </a:cubicBezTo>
                  <a:cubicBezTo>
                    <a:pt x="3" y="1"/>
                    <a:pt x="5" y="1"/>
                    <a:pt x="6" y="0"/>
                  </a:cubicBezTo>
                  <a:cubicBezTo>
                    <a:pt x="7" y="0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4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5" name="Freeform 366">
              <a:extLst>
                <a:ext uri="{FF2B5EF4-FFF2-40B4-BE49-F238E27FC236}">
                  <a16:creationId xmlns:a16="http://schemas.microsoft.com/office/drawing/2014/main" id="{F51939EB-9094-4837-96EA-96AE30B76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426"/>
              <a:ext cx="42" cy="54"/>
            </a:xfrm>
            <a:custGeom>
              <a:avLst/>
              <a:gdLst>
                <a:gd name="T0" fmla="*/ 168 w 20"/>
                <a:gd name="T1" fmla="*/ 162 h 24"/>
                <a:gd name="T2" fmla="*/ 168 w 20"/>
                <a:gd name="T3" fmla="*/ 72 h 24"/>
                <a:gd name="T4" fmla="*/ 120 w 20"/>
                <a:gd name="T5" fmla="*/ 11 h 24"/>
                <a:gd name="T6" fmla="*/ 8 w 20"/>
                <a:gd name="T7" fmla="*/ 137 h 24"/>
                <a:gd name="T8" fmla="*/ 92 w 20"/>
                <a:gd name="T9" fmla="*/ 263 h 24"/>
                <a:gd name="T10" fmla="*/ 168 w 20"/>
                <a:gd name="T11" fmla="*/ 16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8" y="14"/>
                  </a:moveTo>
                  <a:cubicBezTo>
                    <a:pt x="19" y="11"/>
                    <a:pt x="20" y="8"/>
                    <a:pt x="18" y="6"/>
                  </a:cubicBezTo>
                  <a:cubicBezTo>
                    <a:pt x="17" y="4"/>
                    <a:pt x="15" y="2"/>
                    <a:pt x="13" y="1"/>
                  </a:cubicBezTo>
                  <a:cubicBezTo>
                    <a:pt x="7" y="0"/>
                    <a:pt x="1" y="5"/>
                    <a:pt x="1" y="12"/>
                  </a:cubicBezTo>
                  <a:cubicBezTo>
                    <a:pt x="0" y="20"/>
                    <a:pt x="6" y="24"/>
                    <a:pt x="10" y="23"/>
                  </a:cubicBezTo>
                  <a:cubicBezTo>
                    <a:pt x="14" y="21"/>
                    <a:pt x="16" y="19"/>
                    <a:pt x="18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46" name="Freeform 367">
              <a:extLst>
                <a:ext uri="{FF2B5EF4-FFF2-40B4-BE49-F238E27FC236}">
                  <a16:creationId xmlns:a16="http://schemas.microsoft.com/office/drawing/2014/main" id="{B5601C6E-C811-47E9-96F6-C4D33058F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438"/>
              <a:ext cx="18" cy="29"/>
            </a:xfrm>
            <a:custGeom>
              <a:avLst/>
              <a:gdLst>
                <a:gd name="T0" fmla="*/ 56 w 9"/>
                <a:gd name="T1" fmla="*/ 134 h 13"/>
                <a:gd name="T2" fmla="*/ 16 w 9"/>
                <a:gd name="T3" fmla="*/ 134 h 13"/>
                <a:gd name="T4" fmla="*/ 16 w 9"/>
                <a:gd name="T5" fmla="*/ 56 h 13"/>
                <a:gd name="T6" fmla="*/ 48 w 9"/>
                <a:gd name="T7" fmla="*/ 9 h 13"/>
                <a:gd name="T8" fmla="*/ 72 w 9"/>
                <a:gd name="T9" fmla="*/ 20 h 13"/>
                <a:gd name="T10" fmla="*/ 72 w 9"/>
                <a:gd name="T11" fmla="*/ 20 h 13"/>
                <a:gd name="T12" fmla="*/ 48 w 9"/>
                <a:gd name="T13" fmla="*/ 0 h 13"/>
                <a:gd name="T14" fmla="*/ 8 w 9"/>
                <a:gd name="T15" fmla="*/ 56 h 13"/>
                <a:gd name="T16" fmla="*/ 16 w 9"/>
                <a:gd name="T17" fmla="*/ 134 h 13"/>
                <a:gd name="T18" fmla="*/ 56 w 9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3">
                  <a:moveTo>
                    <a:pt x="7" y="12"/>
                  </a:moveTo>
                  <a:cubicBezTo>
                    <a:pt x="5" y="13"/>
                    <a:pt x="4" y="13"/>
                    <a:pt x="2" y="12"/>
                  </a:cubicBezTo>
                  <a:cubicBezTo>
                    <a:pt x="1" y="11"/>
                    <a:pt x="0" y="8"/>
                    <a:pt x="2" y="5"/>
                  </a:cubicBezTo>
                  <a:cubicBezTo>
                    <a:pt x="3" y="2"/>
                    <a:pt x="5" y="1"/>
                    <a:pt x="6" y="1"/>
                  </a:cubicBezTo>
                  <a:cubicBezTo>
                    <a:pt x="7" y="1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1"/>
                    <a:pt x="3" y="1"/>
                    <a:pt x="1" y="5"/>
                  </a:cubicBezTo>
                  <a:cubicBezTo>
                    <a:pt x="0" y="8"/>
                    <a:pt x="1" y="11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7" name="Freeform 368">
              <a:extLst>
                <a:ext uri="{FF2B5EF4-FFF2-40B4-BE49-F238E27FC236}">
                  <a16:creationId xmlns:a16="http://schemas.microsoft.com/office/drawing/2014/main" id="{CCF7D5B1-A73F-460A-AD33-E481E84B3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927"/>
              <a:ext cx="51" cy="51"/>
            </a:xfrm>
            <a:custGeom>
              <a:avLst/>
              <a:gdLst>
                <a:gd name="T0" fmla="*/ 181 w 24"/>
                <a:gd name="T1" fmla="*/ 44 h 23"/>
                <a:gd name="T2" fmla="*/ 117 w 24"/>
                <a:gd name="T3" fmla="*/ 0 h 23"/>
                <a:gd name="T4" fmla="*/ 40 w 24"/>
                <a:gd name="T5" fmla="*/ 20 h 23"/>
                <a:gd name="T6" fmla="*/ 85 w 24"/>
                <a:gd name="T7" fmla="*/ 206 h 23"/>
                <a:gd name="T8" fmla="*/ 221 w 24"/>
                <a:gd name="T9" fmla="*/ 162 h 23"/>
                <a:gd name="T10" fmla="*/ 181 w 24"/>
                <a:gd name="T11" fmla="*/ 4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19" y="4"/>
                  </a:moveTo>
                  <a:cubicBezTo>
                    <a:pt x="17" y="2"/>
                    <a:pt x="15" y="0"/>
                    <a:pt x="12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7"/>
                    <a:pt x="2" y="16"/>
                    <a:pt x="9" y="19"/>
                  </a:cubicBezTo>
                  <a:cubicBezTo>
                    <a:pt x="15" y="23"/>
                    <a:pt x="22" y="20"/>
                    <a:pt x="23" y="15"/>
                  </a:cubicBezTo>
                  <a:cubicBezTo>
                    <a:pt x="24" y="11"/>
                    <a:pt x="23" y="9"/>
                    <a:pt x="19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48" name="Freeform 369">
              <a:extLst>
                <a:ext uri="{FF2B5EF4-FFF2-40B4-BE49-F238E27FC236}">
                  <a16:creationId xmlns:a16="http://schemas.microsoft.com/office/drawing/2014/main" id="{4B8EF274-788B-464F-93DF-002273858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936"/>
              <a:ext cx="25" cy="29"/>
            </a:xfrm>
            <a:custGeom>
              <a:avLst/>
              <a:gdLst>
                <a:gd name="T0" fmla="*/ 108 w 12"/>
                <a:gd name="T1" fmla="*/ 80 h 13"/>
                <a:gd name="T2" fmla="*/ 92 w 12"/>
                <a:gd name="T3" fmla="*/ 134 h 13"/>
                <a:gd name="T4" fmla="*/ 17 w 12"/>
                <a:gd name="T5" fmla="*/ 100 h 13"/>
                <a:gd name="T6" fmla="*/ 8 w 12"/>
                <a:gd name="T7" fmla="*/ 20 h 13"/>
                <a:gd name="T8" fmla="*/ 35 w 12"/>
                <a:gd name="T9" fmla="*/ 0 h 13"/>
                <a:gd name="T10" fmla="*/ 35 w 12"/>
                <a:gd name="T11" fmla="*/ 0 h 13"/>
                <a:gd name="T12" fmla="*/ 8 w 12"/>
                <a:gd name="T13" fmla="*/ 20 h 13"/>
                <a:gd name="T14" fmla="*/ 17 w 12"/>
                <a:gd name="T15" fmla="*/ 100 h 13"/>
                <a:gd name="T16" fmla="*/ 92 w 12"/>
                <a:gd name="T17" fmla="*/ 134 h 13"/>
                <a:gd name="T18" fmla="*/ 108 w 12"/>
                <a:gd name="T19" fmla="*/ 8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3">
                  <a:moveTo>
                    <a:pt x="12" y="7"/>
                  </a:moveTo>
                  <a:cubicBezTo>
                    <a:pt x="12" y="9"/>
                    <a:pt x="11" y="11"/>
                    <a:pt x="10" y="12"/>
                  </a:cubicBezTo>
                  <a:cubicBezTo>
                    <a:pt x="8" y="12"/>
                    <a:pt x="5" y="12"/>
                    <a:pt x="2" y="9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8" y="13"/>
                    <a:pt x="10" y="12"/>
                  </a:cubicBezTo>
                  <a:cubicBezTo>
                    <a:pt x="11" y="11"/>
                    <a:pt x="12" y="9"/>
                    <a:pt x="12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9" name="Freeform 370">
              <a:extLst>
                <a:ext uri="{FF2B5EF4-FFF2-40B4-BE49-F238E27FC236}">
                  <a16:creationId xmlns:a16="http://schemas.microsoft.com/office/drawing/2014/main" id="{C7804907-21A6-4891-AEBB-92BADAF7D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998"/>
              <a:ext cx="69" cy="56"/>
            </a:xfrm>
            <a:custGeom>
              <a:avLst/>
              <a:gdLst>
                <a:gd name="T0" fmla="*/ 144 w 33"/>
                <a:gd name="T1" fmla="*/ 0 h 25"/>
                <a:gd name="T2" fmla="*/ 75 w 33"/>
                <a:gd name="T3" fmla="*/ 9 h 25"/>
                <a:gd name="T4" fmla="*/ 92 w 33"/>
                <a:gd name="T5" fmla="*/ 215 h 25"/>
                <a:gd name="T6" fmla="*/ 276 w 33"/>
                <a:gd name="T7" fmla="*/ 235 h 25"/>
                <a:gd name="T8" fmla="*/ 276 w 33"/>
                <a:gd name="T9" fmla="*/ 125 h 25"/>
                <a:gd name="T10" fmla="*/ 201 w 33"/>
                <a:gd name="T11" fmla="*/ 56 h 25"/>
                <a:gd name="T12" fmla="*/ 144 w 33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6" y="0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4"/>
                    <a:pt x="3" y="14"/>
                    <a:pt x="10" y="19"/>
                  </a:cubicBezTo>
                  <a:cubicBezTo>
                    <a:pt x="18" y="25"/>
                    <a:pt x="27" y="25"/>
                    <a:pt x="30" y="21"/>
                  </a:cubicBezTo>
                  <a:cubicBezTo>
                    <a:pt x="33" y="18"/>
                    <a:pt x="33" y="15"/>
                    <a:pt x="30" y="11"/>
                  </a:cubicBezTo>
                  <a:cubicBezTo>
                    <a:pt x="28" y="8"/>
                    <a:pt x="24" y="6"/>
                    <a:pt x="22" y="5"/>
                  </a:cubicBezTo>
                  <a:cubicBezTo>
                    <a:pt x="20" y="3"/>
                    <a:pt x="18" y="1"/>
                    <a:pt x="16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50" name="Freeform 371">
              <a:extLst>
                <a:ext uri="{FF2B5EF4-FFF2-40B4-BE49-F238E27FC236}">
                  <a16:creationId xmlns:a16="http://schemas.microsoft.com/office/drawing/2014/main" id="{E745E2BD-B225-4C51-8FE3-A778054E1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011"/>
              <a:ext cx="31" cy="27"/>
            </a:xfrm>
            <a:custGeom>
              <a:avLst/>
              <a:gdLst>
                <a:gd name="T0" fmla="*/ 0 w 15"/>
                <a:gd name="T1" fmla="*/ 25 h 12"/>
                <a:gd name="T2" fmla="*/ 25 w 15"/>
                <a:gd name="T3" fmla="*/ 81 h 12"/>
                <a:gd name="T4" fmla="*/ 107 w 15"/>
                <a:gd name="T5" fmla="*/ 137 h 12"/>
                <a:gd name="T6" fmla="*/ 132 w 15"/>
                <a:gd name="T7" fmla="*/ 126 h 12"/>
                <a:gd name="T8" fmla="*/ 132 w 15"/>
                <a:gd name="T9" fmla="*/ 126 h 12"/>
                <a:gd name="T10" fmla="*/ 107 w 15"/>
                <a:gd name="T11" fmla="*/ 137 h 12"/>
                <a:gd name="T12" fmla="*/ 25 w 15"/>
                <a:gd name="T13" fmla="*/ 81 h 12"/>
                <a:gd name="T14" fmla="*/ 8 w 15"/>
                <a:gd name="T15" fmla="*/ 25 h 12"/>
                <a:gd name="T16" fmla="*/ 25 w 15"/>
                <a:gd name="T17" fmla="*/ 0 h 12"/>
                <a:gd name="T18" fmla="*/ 25 w 15"/>
                <a:gd name="T19" fmla="*/ 0 h 12"/>
                <a:gd name="T20" fmla="*/ 0 w 15"/>
                <a:gd name="T21" fmla="*/ 2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2">
                  <a:moveTo>
                    <a:pt x="0" y="2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10"/>
                    <a:pt x="9" y="12"/>
                    <a:pt x="12" y="12"/>
                  </a:cubicBezTo>
                  <a:cubicBezTo>
                    <a:pt x="13" y="12"/>
                    <a:pt x="14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3" y="12"/>
                    <a:pt x="12" y="12"/>
                  </a:cubicBezTo>
                  <a:cubicBezTo>
                    <a:pt x="9" y="12"/>
                    <a:pt x="6" y="10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1" name="Freeform 372">
              <a:extLst>
                <a:ext uri="{FF2B5EF4-FFF2-40B4-BE49-F238E27FC236}">
                  <a16:creationId xmlns:a16="http://schemas.microsoft.com/office/drawing/2014/main" id="{072E110C-BDDB-4B03-AF43-5842B5079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862"/>
              <a:ext cx="69" cy="51"/>
            </a:xfrm>
            <a:custGeom>
              <a:avLst/>
              <a:gdLst>
                <a:gd name="T0" fmla="*/ 65 w 33"/>
                <a:gd name="T1" fmla="*/ 9 h 23"/>
                <a:gd name="T2" fmla="*/ 27 w 33"/>
                <a:gd name="T3" fmla="*/ 98 h 23"/>
                <a:gd name="T4" fmla="*/ 165 w 33"/>
                <a:gd name="T5" fmla="*/ 217 h 23"/>
                <a:gd name="T6" fmla="*/ 276 w 33"/>
                <a:gd name="T7" fmla="*/ 206 h 23"/>
                <a:gd name="T8" fmla="*/ 65 w 33"/>
                <a:gd name="T9" fmla="*/ 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3">
                  <a:moveTo>
                    <a:pt x="7" y="1"/>
                  </a:moveTo>
                  <a:cubicBezTo>
                    <a:pt x="1" y="1"/>
                    <a:pt x="0" y="5"/>
                    <a:pt x="3" y="9"/>
                  </a:cubicBezTo>
                  <a:cubicBezTo>
                    <a:pt x="5" y="14"/>
                    <a:pt x="12" y="18"/>
                    <a:pt x="18" y="20"/>
                  </a:cubicBezTo>
                  <a:cubicBezTo>
                    <a:pt x="25" y="23"/>
                    <a:pt x="28" y="21"/>
                    <a:pt x="30" y="19"/>
                  </a:cubicBezTo>
                  <a:cubicBezTo>
                    <a:pt x="33" y="13"/>
                    <a:pt x="16" y="0"/>
                    <a:pt x="7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52" name="Freeform 373">
              <a:extLst>
                <a:ext uri="{FF2B5EF4-FFF2-40B4-BE49-F238E27FC236}">
                  <a16:creationId xmlns:a16="http://schemas.microsoft.com/office/drawing/2014/main" id="{E121CEA8-62E7-4556-8237-E13C8DC04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871"/>
              <a:ext cx="36" cy="29"/>
            </a:xfrm>
            <a:custGeom>
              <a:avLst/>
              <a:gdLst>
                <a:gd name="T0" fmla="*/ 0 w 17"/>
                <a:gd name="T1" fmla="*/ 9 h 13"/>
                <a:gd name="T2" fmla="*/ 28 w 17"/>
                <a:gd name="T3" fmla="*/ 80 h 13"/>
                <a:gd name="T4" fmla="*/ 136 w 17"/>
                <a:gd name="T5" fmla="*/ 145 h 13"/>
                <a:gd name="T6" fmla="*/ 161 w 17"/>
                <a:gd name="T7" fmla="*/ 134 h 13"/>
                <a:gd name="T8" fmla="*/ 161 w 17"/>
                <a:gd name="T9" fmla="*/ 134 h 13"/>
                <a:gd name="T10" fmla="*/ 136 w 17"/>
                <a:gd name="T11" fmla="*/ 134 h 13"/>
                <a:gd name="T12" fmla="*/ 28 w 17"/>
                <a:gd name="T13" fmla="*/ 80 h 13"/>
                <a:gd name="T14" fmla="*/ 8 w 17"/>
                <a:gd name="T15" fmla="*/ 9 h 13"/>
                <a:gd name="T16" fmla="*/ 28 w 17"/>
                <a:gd name="T17" fmla="*/ 0 h 13"/>
                <a:gd name="T18" fmla="*/ 28 w 17"/>
                <a:gd name="T19" fmla="*/ 0 h 13"/>
                <a:gd name="T20" fmla="*/ 0 w 17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13">
                  <a:moveTo>
                    <a:pt x="0" y="1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9"/>
                    <a:pt x="10" y="12"/>
                    <a:pt x="14" y="13"/>
                  </a:cubicBezTo>
                  <a:cubicBezTo>
                    <a:pt x="15" y="13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5" y="13"/>
                    <a:pt x="14" y="12"/>
                  </a:cubicBezTo>
                  <a:cubicBezTo>
                    <a:pt x="10" y="12"/>
                    <a:pt x="6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3" name="Freeform 374">
              <a:extLst>
                <a:ext uri="{FF2B5EF4-FFF2-40B4-BE49-F238E27FC236}">
                  <a16:creationId xmlns:a16="http://schemas.microsoft.com/office/drawing/2014/main" id="{D2212950-7CEF-4FA8-81FF-D8E75F723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991"/>
              <a:ext cx="50" cy="47"/>
            </a:xfrm>
            <a:custGeom>
              <a:avLst/>
              <a:gdLst>
                <a:gd name="T0" fmla="*/ 144 w 24"/>
                <a:gd name="T1" fmla="*/ 20 h 21"/>
                <a:gd name="T2" fmla="*/ 83 w 24"/>
                <a:gd name="T3" fmla="*/ 0 h 21"/>
                <a:gd name="T4" fmla="*/ 27 w 24"/>
                <a:gd name="T5" fmla="*/ 56 h 21"/>
                <a:gd name="T6" fmla="*/ 108 w 24"/>
                <a:gd name="T7" fmla="*/ 215 h 21"/>
                <a:gd name="T8" fmla="*/ 217 w 24"/>
                <a:gd name="T9" fmla="*/ 125 h 21"/>
                <a:gd name="T10" fmla="*/ 144 w 24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2"/>
                  </a:moveTo>
                  <a:cubicBezTo>
                    <a:pt x="14" y="1"/>
                    <a:pt x="11" y="0"/>
                    <a:pt x="9" y="0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5" y="17"/>
                    <a:pt x="12" y="19"/>
                  </a:cubicBezTo>
                  <a:cubicBezTo>
                    <a:pt x="19" y="21"/>
                    <a:pt x="24" y="16"/>
                    <a:pt x="24" y="11"/>
                  </a:cubicBezTo>
                  <a:cubicBezTo>
                    <a:pt x="23" y="7"/>
                    <a:pt x="21" y="6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54" name="Freeform 375">
              <a:extLst>
                <a:ext uri="{FF2B5EF4-FFF2-40B4-BE49-F238E27FC236}">
                  <a16:creationId xmlns:a16="http://schemas.microsoft.com/office/drawing/2014/main" id="{EC118D01-7375-4222-A845-3DCE33638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00"/>
              <a:ext cx="25" cy="25"/>
            </a:xfrm>
            <a:custGeom>
              <a:avLst/>
              <a:gdLst>
                <a:gd name="T0" fmla="*/ 100 w 12"/>
                <a:gd name="T1" fmla="*/ 57 h 11"/>
                <a:gd name="T2" fmla="*/ 100 w 12"/>
                <a:gd name="T3" fmla="*/ 102 h 11"/>
                <a:gd name="T4" fmla="*/ 27 w 12"/>
                <a:gd name="T5" fmla="*/ 102 h 11"/>
                <a:gd name="T6" fmla="*/ 0 w 12"/>
                <a:gd name="T7" fmla="*/ 36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6 h 11"/>
                <a:gd name="T14" fmla="*/ 27 w 12"/>
                <a:gd name="T15" fmla="*/ 102 h 11"/>
                <a:gd name="T16" fmla="*/ 100 w 12"/>
                <a:gd name="T17" fmla="*/ 118 h 11"/>
                <a:gd name="T18" fmla="*/ 100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1" y="9"/>
                  </a:cubicBezTo>
                  <a:cubicBezTo>
                    <a:pt x="9" y="11"/>
                    <a:pt x="6" y="11"/>
                    <a:pt x="3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0" y="7"/>
                    <a:pt x="3" y="9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5" name="Freeform 376">
              <a:extLst>
                <a:ext uri="{FF2B5EF4-FFF2-40B4-BE49-F238E27FC236}">
                  <a16:creationId xmlns:a16="http://schemas.microsoft.com/office/drawing/2014/main" id="{6BB93237-6701-439A-9479-AA3FCC9E4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056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83 w 24"/>
                <a:gd name="T3" fmla="*/ 9 h 21"/>
                <a:gd name="T4" fmla="*/ 27 w 24"/>
                <a:gd name="T5" fmla="*/ 56 h 21"/>
                <a:gd name="T6" fmla="*/ 100 w 24"/>
                <a:gd name="T7" fmla="*/ 215 h 21"/>
                <a:gd name="T8" fmla="*/ 208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1" y="0"/>
                    <a:pt x="9" y="1"/>
                  </a:cubicBezTo>
                  <a:cubicBezTo>
                    <a:pt x="6" y="1"/>
                    <a:pt x="4" y="3"/>
                    <a:pt x="3" y="5"/>
                  </a:cubicBezTo>
                  <a:cubicBezTo>
                    <a:pt x="0" y="10"/>
                    <a:pt x="4" y="18"/>
                    <a:pt x="11" y="19"/>
                  </a:cubicBezTo>
                  <a:cubicBezTo>
                    <a:pt x="18" y="21"/>
                    <a:pt x="24" y="16"/>
                    <a:pt x="23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56" name="Freeform 377">
              <a:extLst>
                <a:ext uri="{FF2B5EF4-FFF2-40B4-BE49-F238E27FC236}">
                  <a16:creationId xmlns:a16="http://schemas.microsoft.com/office/drawing/2014/main" id="{06B9F467-635D-4AA1-95AF-A8C04A82E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067"/>
              <a:ext cx="25" cy="25"/>
            </a:xfrm>
            <a:custGeom>
              <a:avLst/>
              <a:gdLst>
                <a:gd name="T0" fmla="*/ 100 w 12"/>
                <a:gd name="T1" fmla="*/ 45 h 11"/>
                <a:gd name="T2" fmla="*/ 92 w 12"/>
                <a:gd name="T3" fmla="*/ 102 h 11"/>
                <a:gd name="T4" fmla="*/ 27 w 12"/>
                <a:gd name="T5" fmla="*/ 93 h 11"/>
                <a:gd name="T6" fmla="*/ 0 w 12"/>
                <a:gd name="T7" fmla="*/ 36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6 h 11"/>
                <a:gd name="T14" fmla="*/ 27 w 12"/>
                <a:gd name="T15" fmla="*/ 93 h 11"/>
                <a:gd name="T16" fmla="*/ 92 w 12"/>
                <a:gd name="T17" fmla="*/ 102 h 11"/>
                <a:gd name="T18" fmla="*/ 100 w 12"/>
                <a:gd name="T19" fmla="*/ 4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2" y="6"/>
                    <a:pt x="12" y="8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0"/>
                    <a:pt x="10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7" name="Freeform 378">
              <a:extLst>
                <a:ext uri="{FF2B5EF4-FFF2-40B4-BE49-F238E27FC236}">
                  <a16:creationId xmlns:a16="http://schemas.microsoft.com/office/drawing/2014/main" id="{CA49AF25-B33E-4B45-B01F-B2DD9E1B5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909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17 w 23"/>
                <a:gd name="T5" fmla="*/ 65 h 21"/>
                <a:gd name="T6" fmla="*/ 100 w 23"/>
                <a:gd name="T7" fmla="*/ 226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3" y="3"/>
                    <a:pt x="2" y="6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58" name="Freeform 379">
              <a:extLst>
                <a:ext uri="{FF2B5EF4-FFF2-40B4-BE49-F238E27FC236}">
                  <a16:creationId xmlns:a16="http://schemas.microsoft.com/office/drawing/2014/main" id="{4839B586-AD44-4535-943D-882A7C7ED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920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100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3 h 11"/>
                <a:gd name="T14" fmla="*/ 27 w 12"/>
                <a:gd name="T15" fmla="*/ 96 h 11"/>
                <a:gd name="T16" fmla="*/ 100 w 12"/>
                <a:gd name="T17" fmla="*/ 96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1" y="9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0" y="7"/>
                    <a:pt x="3" y="9"/>
                  </a:cubicBezTo>
                  <a:cubicBezTo>
                    <a:pt x="6" y="11"/>
                    <a:pt x="9" y="11"/>
                    <a:pt x="11" y="9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9" name="Freeform 380">
              <a:extLst>
                <a:ext uri="{FF2B5EF4-FFF2-40B4-BE49-F238E27FC236}">
                  <a16:creationId xmlns:a16="http://schemas.microsoft.com/office/drawing/2014/main" id="{7B04140D-7715-4342-9347-1E2DE1EFA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386"/>
              <a:ext cx="65" cy="52"/>
            </a:xfrm>
            <a:custGeom>
              <a:avLst/>
              <a:gdLst>
                <a:gd name="T0" fmla="*/ 128 w 31"/>
                <a:gd name="T1" fmla="*/ 0 h 23"/>
                <a:gd name="T2" fmla="*/ 65 w 31"/>
                <a:gd name="T3" fmla="*/ 25 h 23"/>
                <a:gd name="T4" fmla="*/ 92 w 31"/>
                <a:gd name="T5" fmla="*/ 219 h 23"/>
                <a:gd name="T6" fmla="*/ 260 w 31"/>
                <a:gd name="T7" fmla="*/ 210 h 23"/>
                <a:gd name="T8" fmla="*/ 260 w 31"/>
                <a:gd name="T9" fmla="*/ 93 h 23"/>
                <a:gd name="T10" fmla="*/ 185 w 31"/>
                <a:gd name="T11" fmla="*/ 36 h 23"/>
                <a:gd name="T12" fmla="*/ 128 w 3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3">
                  <a:moveTo>
                    <a:pt x="14" y="0"/>
                  </a:moveTo>
                  <a:cubicBezTo>
                    <a:pt x="11" y="0"/>
                    <a:pt x="9" y="0"/>
                    <a:pt x="7" y="2"/>
                  </a:cubicBezTo>
                  <a:cubicBezTo>
                    <a:pt x="0" y="6"/>
                    <a:pt x="3" y="14"/>
                    <a:pt x="10" y="19"/>
                  </a:cubicBezTo>
                  <a:cubicBezTo>
                    <a:pt x="17" y="23"/>
                    <a:pt x="26" y="22"/>
                    <a:pt x="28" y="18"/>
                  </a:cubicBezTo>
                  <a:cubicBezTo>
                    <a:pt x="31" y="15"/>
                    <a:pt x="30" y="12"/>
                    <a:pt x="28" y="8"/>
                  </a:cubicBezTo>
                  <a:cubicBezTo>
                    <a:pt x="26" y="6"/>
                    <a:pt x="22" y="4"/>
                    <a:pt x="20" y="3"/>
                  </a:cubicBezTo>
                  <a:cubicBezTo>
                    <a:pt x="18" y="2"/>
                    <a:pt x="16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60" name="Freeform 381">
              <a:extLst>
                <a:ext uri="{FF2B5EF4-FFF2-40B4-BE49-F238E27FC236}">
                  <a16:creationId xmlns:a16="http://schemas.microsoft.com/office/drawing/2014/main" id="{BBF50E7F-54D7-4768-993B-D55FD5E44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400"/>
              <a:ext cx="31" cy="24"/>
            </a:xfrm>
            <a:custGeom>
              <a:avLst/>
              <a:gdLst>
                <a:gd name="T0" fmla="*/ 8 w 15"/>
                <a:gd name="T1" fmla="*/ 20 h 11"/>
                <a:gd name="T2" fmla="*/ 25 w 15"/>
                <a:gd name="T3" fmla="*/ 72 h 11"/>
                <a:gd name="T4" fmla="*/ 107 w 15"/>
                <a:gd name="T5" fmla="*/ 105 h 11"/>
                <a:gd name="T6" fmla="*/ 132 w 15"/>
                <a:gd name="T7" fmla="*/ 81 h 11"/>
                <a:gd name="T8" fmla="*/ 132 w 15"/>
                <a:gd name="T9" fmla="*/ 81 h 11"/>
                <a:gd name="T10" fmla="*/ 107 w 15"/>
                <a:gd name="T11" fmla="*/ 105 h 11"/>
                <a:gd name="T12" fmla="*/ 25 w 15"/>
                <a:gd name="T13" fmla="*/ 72 h 11"/>
                <a:gd name="T14" fmla="*/ 8 w 15"/>
                <a:gd name="T15" fmla="*/ 20 h 11"/>
                <a:gd name="T16" fmla="*/ 25 w 15"/>
                <a:gd name="T17" fmla="*/ 0 h 11"/>
                <a:gd name="T18" fmla="*/ 25 w 15"/>
                <a:gd name="T19" fmla="*/ 0 h 11"/>
                <a:gd name="T20" fmla="*/ 8 w 15"/>
                <a:gd name="T21" fmla="*/ 2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1">
                  <a:moveTo>
                    <a:pt x="1" y="2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9"/>
                    <a:pt x="9" y="11"/>
                    <a:pt x="12" y="10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9"/>
                    <a:pt x="13" y="10"/>
                    <a:pt x="12" y="10"/>
                  </a:cubicBezTo>
                  <a:cubicBezTo>
                    <a:pt x="9" y="10"/>
                    <a:pt x="6" y="9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1" name="Freeform 382">
              <a:extLst>
                <a:ext uri="{FF2B5EF4-FFF2-40B4-BE49-F238E27FC236}">
                  <a16:creationId xmlns:a16="http://schemas.microsoft.com/office/drawing/2014/main" id="{604BBAD9-19E8-498A-8C07-F3AF6B905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382"/>
              <a:ext cx="69" cy="60"/>
            </a:xfrm>
            <a:custGeom>
              <a:avLst/>
              <a:gdLst>
                <a:gd name="T0" fmla="*/ 128 w 33"/>
                <a:gd name="T1" fmla="*/ 9 h 27"/>
                <a:gd name="T2" fmla="*/ 27 w 33"/>
                <a:gd name="T3" fmla="*/ 53 h 27"/>
                <a:gd name="T4" fmla="*/ 109 w 33"/>
                <a:gd name="T5" fmla="*/ 231 h 27"/>
                <a:gd name="T6" fmla="*/ 276 w 33"/>
                <a:gd name="T7" fmla="*/ 251 h 27"/>
                <a:gd name="T8" fmla="*/ 284 w 33"/>
                <a:gd name="T9" fmla="*/ 162 h 27"/>
                <a:gd name="T10" fmla="*/ 201 w 33"/>
                <a:gd name="T11" fmla="*/ 89 h 27"/>
                <a:gd name="T12" fmla="*/ 128 w 33"/>
                <a:gd name="T13" fmla="*/ 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7">
                  <a:moveTo>
                    <a:pt x="14" y="1"/>
                  </a:moveTo>
                  <a:cubicBezTo>
                    <a:pt x="10" y="0"/>
                    <a:pt x="6" y="1"/>
                    <a:pt x="3" y="5"/>
                  </a:cubicBezTo>
                  <a:cubicBezTo>
                    <a:pt x="0" y="10"/>
                    <a:pt x="4" y="17"/>
                    <a:pt x="12" y="21"/>
                  </a:cubicBezTo>
                  <a:cubicBezTo>
                    <a:pt x="20" y="26"/>
                    <a:pt x="25" y="27"/>
                    <a:pt x="30" y="23"/>
                  </a:cubicBezTo>
                  <a:cubicBezTo>
                    <a:pt x="33" y="21"/>
                    <a:pt x="33" y="18"/>
                    <a:pt x="31" y="15"/>
                  </a:cubicBezTo>
                  <a:cubicBezTo>
                    <a:pt x="29" y="12"/>
                    <a:pt x="26" y="11"/>
                    <a:pt x="22" y="8"/>
                  </a:cubicBezTo>
                  <a:cubicBezTo>
                    <a:pt x="20" y="7"/>
                    <a:pt x="18" y="3"/>
                    <a:pt x="14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62" name="Freeform 383">
              <a:extLst>
                <a:ext uri="{FF2B5EF4-FFF2-40B4-BE49-F238E27FC236}">
                  <a16:creationId xmlns:a16="http://schemas.microsoft.com/office/drawing/2014/main" id="{E5B5BC4B-E755-4799-A06C-783D8356A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393"/>
              <a:ext cx="38" cy="31"/>
            </a:xfrm>
            <a:custGeom>
              <a:avLst/>
              <a:gdLst>
                <a:gd name="T0" fmla="*/ 169 w 18"/>
                <a:gd name="T1" fmla="*/ 117 h 14"/>
                <a:gd name="T2" fmla="*/ 160 w 18"/>
                <a:gd name="T3" fmla="*/ 142 h 14"/>
                <a:gd name="T4" fmla="*/ 57 w 18"/>
                <a:gd name="T5" fmla="*/ 97 h 14"/>
                <a:gd name="T6" fmla="*/ 8 w 18"/>
                <a:gd name="T7" fmla="*/ 20 h 14"/>
                <a:gd name="T8" fmla="*/ 49 w 18"/>
                <a:gd name="T9" fmla="*/ 9 h 14"/>
                <a:gd name="T10" fmla="*/ 49 w 18"/>
                <a:gd name="T11" fmla="*/ 9 h 14"/>
                <a:gd name="T12" fmla="*/ 8 w 18"/>
                <a:gd name="T13" fmla="*/ 20 h 14"/>
                <a:gd name="T14" fmla="*/ 57 w 18"/>
                <a:gd name="T15" fmla="*/ 97 h 14"/>
                <a:gd name="T16" fmla="*/ 169 w 18"/>
                <a:gd name="T17" fmla="*/ 142 h 14"/>
                <a:gd name="T18" fmla="*/ 169 w 18"/>
                <a:gd name="T19" fmla="*/ 117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4">
                  <a:moveTo>
                    <a:pt x="18" y="11"/>
                  </a:moveTo>
                  <a:cubicBezTo>
                    <a:pt x="18" y="12"/>
                    <a:pt x="18" y="12"/>
                    <a:pt x="17" y="13"/>
                  </a:cubicBezTo>
                  <a:cubicBezTo>
                    <a:pt x="16" y="14"/>
                    <a:pt x="13" y="13"/>
                    <a:pt x="6" y="9"/>
                  </a:cubicBezTo>
                  <a:cubicBezTo>
                    <a:pt x="2" y="6"/>
                    <a:pt x="1" y="3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6"/>
                    <a:pt x="6" y="9"/>
                  </a:cubicBezTo>
                  <a:cubicBezTo>
                    <a:pt x="12" y="13"/>
                    <a:pt x="16" y="14"/>
                    <a:pt x="18" y="13"/>
                  </a:cubicBezTo>
                  <a:cubicBezTo>
                    <a:pt x="18" y="13"/>
                    <a:pt x="18" y="12"/>
                    <a:pt x="18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3" name="Freeform 384">
              <a:extLst>
                <a:ext uri="{FF2B5EF4-FFF2-40B4-BE49-F238E27FC236}">
                  <a16:creationId xmlns:a16="http://schemas.microsoft.com/office/drawing/2014/main" id="{BB7D37A8-DA22-48D3-A1CA-0FAF9CEF2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3339"/>
              <a:ext cx="48" cy="49"/>
            </a:xfrm>
            <a:custGeom>
              <a:avLst/>
              <a:gdLst>
                <a:gd name="T0" fmla="*/ 144 w 23"/>
                <a:gd name="T1" fmla="*/ 36 h 22"/>
                <a:gd name="T2" fmla="*/ 83 w 23"/>
                <a:gd name="T3" fmla="*/ 0 h 22"/>
                <a:gd name="T4" fmla="*/ 27 w 23"/>
                <a:gd name="T5" fmla="*/ 45 h 22"/>
                <a:gd name="T6" fmla="*/ 92 w 23"/>
                <a:gd name="T7" fmla="*/ 209 h 22"/>
                <a:gd name="T8" fmla="*/ 209 w 23"/>
                <a:gd name="T9" fmla="*/ 145 h 22"/>
                <a:gd name="T10" fmla="*/ 144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6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1"/>
                    <a:pt x="4" y="2"/>
                    <a:pt x="3" y="4"/>
                  </a:cubicBezTo>
                  <a:cubicBezTo>
                    <a:pt x="0" y="9"/>
                    <a:pt x="3" y="17"/>
                    <a:pt x="10" y="19"/>
                  </a:cubicBezTo>
                  <a:cubicBezTo>
                    <a:pt x="17" y="22"/>
                    <a:pt x="22" y="18"/>
                    <a:pt x="23" y="13"/>
                  </a:cubicBezTo>
                  <a:cubicBezTo>
                    <a:pt x="22" y="9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64" name="Freeform 385">
              <a:extLst>
                <a:ext uri="{FF2B5EF4-FFF2-40B4-BE49-F238E27FC236}">
                  <a16:creationId xmlns:a16="http://schemas.microsoft.com/office/drawing/2014/main" id="{3B7C41D6-BB0F-4202-BE82-FA21AD344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351"/>
              <a:ext cx="25" cy="24"/>
            </a:xfrm>
            <a:custGeom>
              <a:avLst/>
              <a:gdLst>
                <a:gd name="T0" fmla="*/ 108 w 12"/>
                <a:gd name="T1" fmla="*/ 52 h 11"/>
                <a:gd name="T2" fmla="*/ 92 w 12"/>
                <a:gd name="T3" fmla="*/ 96 h 11"/>
                <a:gd name="T4" fmla="*/ 27 w 12"/>
                <a:gd name="T5" fmla="*/ 81 h 11"/>
                <a:gd name="T6" fmla="*/ 8 w 12"/>
                <a:gd name="T7" fmla="*/ 20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20 h 11"/>
                <a:gd name="T14" fmla="*/ 27 w 12"/>
                <a:gd name="T15" fmla="*/ 81 h 11"/>
                <a:gd name="T16" fmla="*/ 100 w 12"/>
                <a:gd name="T17" fmla="*/ 105 h 11"/>
                <a:gd name="T18" fmla="*/ 108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5"/>
                  </a:moveTo>
                  <a:cubicBezTo>
                    <a:pt x="12" y="7"/>
                    <a:pt x="12" y="9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9"/>
                    <a:pt x="12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5" name="Freeform 386">
              <a:extLst>
                <a:ext uri="{FF2B5EF4-FFF2-40B4-BE49-F238E27FC236}">
                  <a16:creationId xmlns:a16="http://schemas.microsoft.com/office/drawing/2014/main" id="{7CDBA8F2-FA4B-4712-A841-1BE357F21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328"/>
              <a:ext cx="48" cy="49"/>
            </a:xfrm>
            <a:custGeom>
              <a:avLst/>
              <a:gdLst>
                <a:gd name="T0" fmla="*/ 152 w 23"/>
                <a:gd name="T1" fmla="*/ 36 h 22"/>
                <a:gd name="T2" fmla="*/ 92 w 23"/>
                <a:gd name="T3" fmla="*/ 0 h 22"/>
                <a:gd name="T4" fmla="*/ 27 w 23"/>
                <a:gd name="T5" fmla="*/ 45 h 22"/>
                <a:gd name="T6" fmla="*/ 92 w 23"/>
                <a:gd name="T7" fmla="*/ 209 h 22"/>
                <a:gd name="T8" fmla="*/ 209 w 23"/>
                <a:gd name="T9" fmla="*/ 145 h 22"/>
                <a:gd name="T10" fmla="*/ 152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1"/>
                    <a:pt x="5" y="2"/>
                    <a:pt x="3" y="4"/>
                  </a:cubicBezTo>
                  <a:cubicBezTo>
                    <a:pt x="0" y="9"/>
                    <a:pt x="4" y="17"/>
                    <a:pt x="10" y="19"/>
                  </a:cubicBezTo>
                  <a:cubicBezTo>
                    <a:pt x="17" y="22"/>
                    <a:pt x="23" y="17"/>
                    <a:pt x="23" y="13"/>
                  </a:cubicBezTo>
                  <a:cubicBezTo>
                    <a:pt x="23" y="9"/>
                    <a:pt x="22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66" name="Freeform 387">
              <a:extLst>
                <a:ext uri="{FF2B5EF4-FFF2-40B4-BE49-F238E27FC236}">
                  <a16:creationId xmlns:a16="http://schemas.microsoft.com/office/drawing/2014/main" id="{BC6681A8-14D3-45F4-81DB-BA5B96F7E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337"/>
              <a:ext cx="25" cy="25"/>
            </a:xfrm>
            <a:custGeom>
              <a:avLst/>
              <a:gdLst>
                <a:gd name="T0" fmla="*/ 100 w 12"/>
                <a:gd name="T1" fmla="*/ 73 h 11"/>
                <a:gd name="T2" fmla="*/ 92 w 12"/>
                <a:gd name="T3" fmla="*/ 118 h 11"/>
                <a:gd name="T4" fmla="*/ 27 w 12"/>
                <a:gd name="T5" fmla="*/ 102 h 11"/>
                <a:gd name="T6" fmla="*/ 0 w 12"/>
                <a:gd name="T7" fmla="*/ 36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36 h 11"/>
                <a:gd name="T14" fmla="*/ 17 w 12"/>
                <a:gd name="T15" fmla="*/ 102 h 11"/>
                <a:gd name="T16" fmla="*/ 92 w 12"/>
                <a:gd name="T17" fmla="*/ 118 h 11"/>
                <a:gd name="T18" fmla="*/ 100 w 12"/>
                <a:gd name="T19" fmla="*/ 7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2" y="8"/>
                    <a:pt x="11" y="9"/>
                    <a:pt x="10" y="10"/>
                  </a:cubicBezTo>
                  <a:cubicBezTo>
                    <a:pt x="8" y="11"/>
                    <a:pt x="5" y="11"/>
                    <a:pt x="3" y="9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5" y="11"/>
                    <a:pt x="8" y="11"/>
                    <a:pt x="10" y="10"/>
                  </a:cubicBezTo>
                  <a:cubicBezTo>
                    <a:pt x="11" y="10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7" name="Freeform 388">
              <a:extLst>
                <a:ext uri="{FF2B5EF4-FFF2-40B4-BE49-F238E27FC236}">
                  <a16:creationId xmlns:a16="http://schemas.microsoft.com/office/drawing/2014/main" id="{F97FFBCF-288A-40D9-ABC6-A74B2BBB2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206"/>
              <a:ext cx="46" cy="49"/>
            </a:xfrm>
            <a:custGeom>
              <a:avLst/>
              <a:gdLst>
                <a:gd name="T0" fmla="*/ 144 w 22"/>
                <a:gd name="T1" fmla="*/ 45 h 22"/>
                <a:gd name="T2" fmla="*/ 84 w 22"/>
                <a:gd name="T3" fmla="*/ 9 h 22"/>
                <a:gd name="T4" fmla="*/ 27 w 22"/>
                <a:gd name="T5" fmla="*/ 45 h 22"/>
                <a:gd name="T6" fmla="*/ 92 w 22"/>
                <a:gd name="T7" fmla="*/ 223 h 22"/>
                <a:gd name="T8" fmla="*/ 201 w 22"/>
                <a:gd name="T9" fmla="*/ 145 h 22"/>
                <a:gd name="T10" fmla="*/ 144 w 22"/>
                <a:gd name="T11" fmla="*/ 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6" y="4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7" y="1"/>
                    <a:pt x="4" y="2"/>
                    <a:pt x="3" y="4"/>
                  </a:cubicBezTo>
                  <a:cubicBezTo>
                    <a:pt x="0" y="9"/>
                    <a:pt x="3" y="17"/>
                    <a:pt x="10" y="20"/>
                  </a:cubicBezTo>
                  <a:cubicBezTo>
                    <a:pt x="16" y="22"/>
                    <a:pt x="22" y="18"/>
                    <a:pt x="22" y="13"/>
                  </a:cubicBezTo>
                  <a:cubicBezTo>
                    <a:pt x="22" y="9"/>
                    <a:pt x="21" y="8"/>
                    <a:pt x="16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68" name="Freeform 389">
              <a:extLst>
                <a:ext uri="{FF2B5EF4-FFF2-40B4-BE49-F238E27FC236}">
                  <a16:creationId xmlns:a16="http://schemas.microsoft.com/office/drawing/2014/main" id="{85E0B673-EA77-49A7-A0D0-B10F33341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217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92 w 12"/>
                <a:gd name="T3" fmla="*/ 105 h 11"/>
                <a:gd name="T4" fmla="*/ 27 w 12"/>
                <a:gd name="T5" fmla="*/ 81 h 11"/>
                <a:gd name="T6" fmla="*/ 8 w 12"/>
                <a:gd name="T7" fmla="*/ 33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33 h 11"/>
                <a:gd name="T14" fmla="*/ 27 w 12"/>
                <a:gd name="T15" fmla="*/ 81 h 11"/>
                <a:gd name="T16" fmla="*/ 92 w 12"/>
                <a:gd name="T17" fmla="*/ 105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9"/>
                    <a:pt x="10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9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9" name="Freeform 390">
              <a:extLst>
                <a:ext uri="{FF2B5EF4-FFF2-40B4-BE49-F238E27FC236}">
                  <a16:creationId xmlns:a16="http://schemas.microsoft.com/office/drawing/2014/main" id="{9B9CC820-56C9-4FAC-83D8-96AAD829D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290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83 w 23"/>
                <a:gd name="T3" fmla="*/ 0 h 21"/>
                <a:gd name="T4" fmla="*/ 27 w 23"/>
                <a:gd name="T5" fmla="*/ 45 h 21"/>
                <a:gd name="T6" fmla="*/ 92 w 23"/>
                <a:gd name="T7" fmla="*/ 215 h 21"/>
                <a:gd name="T8" fmla="*/ 209 w 23"/>
                <a:gd name="T9" fmla="*/ 145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0"/>
                    <a:pt x="4" y="1"/>
                    <a:pt x="3" y="4"/>
                  </a:cubicBezTo>
                  <a:cubicBezTo>
                    <a:pt x="0" y="9"/>
                    <a:pt x="3" y="16"/>
                    <a:pt x="10" y="19"/>
                  </a:cubicBezTo>
                  <a:cubicBezTo>
                    <a:pt x="17" y="21"/>
                    <a:pt x="22" y="17"/>
                    <a:pt x="23" y="13"/>
                  </a:cubicBezTo>
                  <a:cubicBezTo>
                    <a:pt x="22" y="9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70" name="Freeform 391">
              <a:extLst>
                <a:ext uri="{FF2B5EF4-FFF2-40B4-BE49-F238E27FC236}">
                  <a16:creationId xmlns:a16="http://schemas.microsoft.com/office/drawing/2014/main" id="{9711C0F0-0111-4146-81D2-39CC9EE8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299"/>
              <a:ext cx="25" cy="25"/>
            </a:xfrm>
            <a:custGeom>
              <a:avLst/>
              <a:gdLst>
                <a:gd name="T0" fmla="*/ 108 w 12"/>
                <a:gd name="T1" fmla="*/ 73 h 11"/>
                <a:gd name="T2" fmla="*/ 92 w 12"/>
                <a:gd name="T3" fmla="*/ 118 h 11"/>
                <a:gd name="T4" fmla="*/ 27 w 12"/>
                <a:gd name="T5" fmla="*/ 93 h 11"/>
                <a:gd name="T6" fmla="*/ 8 w 12"/>
                <a:gd name="T7" fmla="*/ 36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36 h 11"/>
                <a:gd name="T14" fmla="*/ 27 w 12"/>
                <a:gd name="T15" fmla="*/ 102 h 11"/>
                <a:gd name="T16" fmla="*/ 100 w 12"/>
                <a:gd name="T17" fmla="*/ 118 h 11"/>
                <a:gd name="T18" fmla="*/ 108 w 12"/>
                <a:gd name="T19" fmla="*/ 7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8"/>
                    <a:pt x="12" y="9"/>
                    <a:pt x="10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1" y="3"/>
                  </a:cubicBezTo>
                  <a:cubicBezTo>
                    <a:pt x="0" y="4"/>
                    <a:pt x="0" y="6"/>
                    <a:pt x="3" y="9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9"/>
                    <a:pt x="12" y="8"/>
                    <a:pt x="12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1" name="Freeform 392">
              <a:extLst>
                <a:ext uri="{FF2B5EF4-FFF2-40B4-BE49-F238E27FC236}">
                  <a16:creationId xmlns:a16="http://schemas.microsoft.com/office/drawing/2014/main" id="{61F7CEB8-7AF2-4D3D-9865-2E7DC9FB3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188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17 w 23"/>
                <a:gd name="T5" fmla="*/ 65 h 21"/>
                <a:gd name="T6" fmla="*/ 100 w 23"/>
                <a:gd name="T7" fmla="*/ 226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4" y="3"/>
                    <a:pt x="2" y="6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72" name="Freeform 393">
              <a:extLst>
                <a:ext uri="{FF2B5EF4-FFF2-40B4-BE49-F238E27FC236}">
                  <a16:creationId xmlns:a16="http://schemas.microsoft.com/office/drawing/2014/main" id="{D232F571-CA65-441C-A7A1-B8D37D910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199"/>
              <a:ext cx="27" cy="24"/>
            </a:xfrm>
            <a:custGeom>
              <a:avLst/>
              <a:gdLst>
                <a:gd name="T0" fmla="*/ 108 w 13"/>
                <a:gd name="T1" fmla="*/ 52 h 11"/>
                <a:gd name="T2" fmla="*/ 100 w 13"/>
                <a:gd name="T3" fmla="*/ 96 h 11"/>
                <a:gd name="T4" fmla="*/ 35 w 13"/>
                <a:gd name="T5" fmla="*/ 81 h 11"/>
                <a:gd name="T6" fmla="*/ 8 w 13"/>
                <a:gd name="T7" fmla="*/ 33 h 11"/>
                <a:gd name="T8" fmla="*/ 25 w 13"/>
                <a:gd name="T9" fmla="*/ 0 h 11"/>
                <a:gd name="T10" fmla="*/ 25 w 13"/>
                <a:gd name="T11" fmla="*/ 0 h 11"/>
                <a:gd name="T12" fmla="*/ 0 w 13"/>
                <a:gd name="T13" fmla="*/ 33 h 11"/>
                <a:gd name="T14" fmla="*/ 25 w 13"/>
                <a:gd name="T15" fmla="*/ 96 h 11"/>
                <a:gd name="T16" fmla="*/ 100 w 13"/>
                <a:gd name="T17" fmla="*/ 96 h 11"/>
                <a:gd name="T18" fmla="*/ 108 w 13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5"/>
                  </a:moveTo>
                  <a:cubicBezTo>
                    <a:pt x="13" y="7"/>
                    <a:pt x="12" y="8"/>
                    <a:pt x="11" y="9"/>
                  </a:cubicBezTo>
                  <a:cubicBezTo>
                    <a:pt x="10" y="10"/>
                    <a:pt x="7" y="11"/>
                    <a:pt x="4" y="8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1" y="7"/>
                    <a:pt x="3" y="9"/>
                  </a:cubicBezTo>
                  <a:cubicBezTo>
                    <a:pt x="7" y="11"/>
                    <a:pt x="10" y="11"/>
                    <a:pt x="11" y="9"/>
                  </a:cubicBezTo>
                  <a:cubicBezTo>
                    <a:pt x="12" y="8"/>
                    <a:pt x="13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3" name="Freeform 394">
              <a:extLst>
                <a:ext uri="{FF2B5EF4-FFF2-40B4-BE49-F238E27FC236}">
                  <a16:creationId xmlns:a16="http://schemas.microsoft.com/office/drawing/2014/main" id="{77A2CB89-C38E-4C0E-ACAC-CFB06C5FB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156"/>
              <a:ext cx="61" cy="65"/>
            </a:xfrm>
            <a:custGeom>
              <a:avLst/>
              <a:gdLst>
                <a:gd name="T0" fmla="*/ 212 w 29"/>
                <a:gd name="T1" fmla="*/ 247 h 29"/>
                <a:gd name="T2" fmla="*/ 204 w 29"/>
                <a:gd name="T3" fmla="*/ 56 h 29"/>
                <a:gd name="T4" fmla="*/ 36 w 29"/>
                <a:gd name="T5" fmla="*/ 90 h 29"/>
                <a:gd name="T6" fmla="*/ 212 w 29"/>
                <a:gd name="T7" fmla="*/ 24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23" y="22"/>
                  </a:moveTo>
                  <a:cubicBezTo>
                    <a:pt x="29" y="18"/>
                    <a:pt x="29" y="10"/>
                    <a:pt x="22" y="5"/>
                  </a:cubicBezTo>
                  <a:cubicBezTo>
                    <a:pt x="16" y="0"/>
                    <a:pt x="8" y="0"/>
                    <a:pt x="4" y="8"/>
                  </a:cubicBezTo>
                  <a:cubicBezTo>
                    <a:pt x="0" y="15"/>
                    <a:pt x="13" y="29"/>
                    <a:pt x="23" y="2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74" name="Freeform 395">
              <a:extLst>
                <a:ext uri="{FF2B5EF4-FFF2-40B4-BE49-F238E27FC236}">
                  <a16:creationId xmlns:a16="http://schemas.microsoft.com/office/drawing/2014/main" id="{A7062A76-F9F0-492E-8F48-5A8E3D721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172"/>
              <a:ext cx="31" cy="27"/>
            </a:xfrm>
            <a:custGeom>
              <a:avLst/>
              <a:gdLst>
                <a:gd name="T0" fmla="*/ 107 w 15"/>
                <a:gd name="T1" fmla="*/ 0 h 12"/>
                <a:gd name="T2" fmla="*/ 132 w 15"/>
                <a:gd name="T3" fmla="*/ 72 h 12"/>
                <a:gd name="T4" fmla="*/ 99 w 15"/>
                <a:gd name="T5" fmla="*/ 126 h 12"/>
                <a:gd name="T6" fmla="*/ 35 w 15"/>
                <a:gd name="T7" fmla="*/ 117 h 12"/>
                <a:gd name="T8" fmla="*/ 8 w 15"/>
                <a:gd name="T9" fmla="*/ 36 h 12"/>
                <a:gd name="T10" fmla="*/ 8 w 15"/>
                <a:gd name="T11" fmla="*/ 36 h 12"/>
                <a:gd name="T12" fmla="*/ 35 w 15"/>
                <a:gd name="T13" fmla="*/ 117 h 12"/>
                <a:gd name="T14" fmla="*/ 99 w 15"/>
                <a:gd name="T15" fmla="*/ 137 h 12"/>
                <a:gd name="T16" fmla="*/ 132 w 15"/>
                <a:gd name="T17" fmla="*/ 72 h 12"/>
                <a:gd name="T18" fmla="*/ 107 w 15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4" y="1"/>
                    <a:pt x="15" y="3"/>
                    <a:pt x="15" y="6"/>
                  </a:cubicBezTo>
                  <a:cubicBezTo>
                    <a:pt x="14" y="8"/>
                    <a:pt x="13" y="11"/>
                    <a:pt x="11" y="11"/>
                  </a:cubicBezTo>
                  <a:cubicBezTo>
                    <a:pt x="9" y="12"/>
                    <a:pt x="6" y="12"/>
                    <a:pt x="4" y="10"/>
                  </a:cubicBezTo>
                  <a:cubicBezTo>
                    <a:pt x="2" y="8"/>
                    <a:pt x="0" y="6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6"/>
                    <a:pt x="1" y="8"/>
                    <a:pt x="4" y="10"/>
                  </a:cubicBezTo>
                  <a:cubicBezTo>
                    <a:pt x="6" y="12"/>
                    <a:pt x="9" y="12"/>
                    <a:pt x="11" y="12"/>
                  </a:cubicBezTo>
                  <a:cubicBezTo>
                    <a:pt x="13" y="11"/>
                    <a:pt x="15" y="8"/>
                    <a:pt x="15" y="6"/>
                  </a:cubicBezTo>
                  <a:cubicBezTo>
                    <a:pt x="15" y="3"/>
                    <a:pt x="14" y="1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5" name="Freeform 396">
              <a:extLst>
                <a:ext uri="{FF2B5EF4-FFF2-40B4-BE49-F238E27FC236}">
                  <a16:creationId xmlns:a16="http://schemas.microsoft.com/office/drawing/2014/main" id="{5F41F2BD-75D6-41A0-BFD2-895187E25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297"/>
              <a:ext cx="36" cy="40"/>
            </a:xfrm>
            <a:custGeom>
              <a:avLst/>
              <a:gdLst>
                <a:gd name="T0" fmla="*/ 144 w 17"/>
                <a:gd name="T1" fmla="*/ 89 h 18"/>
                <a:gd name="T2" fmla="*/ 152 w 17"/>
                <a:gd name="T3" fmla="*/ 142 h 18"/>
                <a:gd name="T4" fmla="*/ 152 w 17"/>
                <a:gd name="T5" fmla="*/ 162 h 18"/>
                <a:gd name="T6" fmla="*/ 144 w 17"/>
                <a:gd name="T7" fmla="*/ 162 h 18"/>
                <a:gd name="T8" fmla="*/ 112 w 17"/>
                <a:gd name="T9" fmla="*/ 178 h 18"/>
                <a:gd name="T10" fmla="*/ 93 w 17"/>
                <a:gd name="T11" fmla="*/ 162 h 18"/>
                <a:gd name="T12" fmla="*/ 76 w 17"/>
                <a:gd name="T13" fmla="*/ 178 h 18"/>
                <a:gd name="T14" fmla="*/ 59 w 17"/>
                <a:gd name="T15" fmla="*/ 153 h 18"/>
                <a:gd name="T16" fmla="*/ 36 w 17"/>
                <a:gd name="T17" fmla="*/ 133 h 18"/>
                <a:gd name="T18" fmla="*/ 8 w 17"/>
                <a:gd name="T19" fmla="*/ 98 h 18"/>
                <a:gd name="T20" fmla="*/ 8 w 17"/>
                <a:gd name="T21" fmla="*/ 64 h 18"/>
                <a:gd name="T22" fmla="*/ 28 w 17"/>
                <a:gd name="T23" fmla="*/ 44 h 18"/>
                <a:gd name="T24" fmla="*/ 49 w 17"/>
                <a:gd name="T25" fmla="*/ 0 h 18"/>
                <a:gd name="T26" fmla="*/ 104 w 17"/>
                <a:gd name="T27" fmla="*/ 20 h 18"/>
                <a:gd name="T28" fmla="*/ 144 w 17"/>
                <a:gd name="T29" fmla="*/ 89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" h="18">
                  <a:moveTo>
                    <a:pt x="15" y="8"/>
                  </a:moveTo>
                  <a:cubicBezTo>
                    <a:pt x="17" y="8"/>
                    <a:pt x="17" y="12"/>
                    <a:pt x="16" y="13"/>
                  </a:cubicBezTo>
                  <a:cubicBezTo>
                    <a:pt x="16" y="14"/>
                    <a:pt x="16" y="14"/>
                    <a:pt x="16" y="15"/>
                  </a:cubicBezTo>
                  <a:cubicBezTo>
                    <a:pt x="16" y="15"/>
                    <a:pt x="16" y="14"/>
                    <a:pt x="15" y="15"/>
                  </a:cubicBezTo>
                  <a:cubicBezTo>
                    <a:pt x="14" y="15"/>
                    <a:pt x="14" y="18"/>
                    <a:pt x="12" y="16"/>
                  </a:cubicBezTo>
                  <a:cubicBezTo>
                    <a:pt x="11" y="15"/>
                    <a:pt x="11" y="15"/>
                    <a:pt x="10" y="15"/>
                  </a:cubicBezTo>
                  <a:cubicBezTo>
                    <a:pt x="9" y="15"/>
                    <a:pt x="9" y="16"/>
                    <a:pt x="8" y="16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5" y="13"/>
                    <a:pt x="5" y="13"/>
                    <a:pt x="4" y="12"/>
                  </a:cubicBezTo>
                  <a:cubicBezTo>
                    <a:pt x="3" y="12"/>
                    <a:pt x="1" y="11"/>
                    <a:pt x="1" y="9"/>
                  </a:cubicBezTo>
                  <a:cubicBezTo>
                    <a:pt x="0" y="8"/>
                    <a:pt x="1" y="7"/>
                    <a:pt x="1" y="6"/>
                  </a:cubicBezTo>
                  <a:cubicBezTo>
                    <a:pt x="2" y="6"/>
                    <a:pt x="2" y="6"/>
                    <a:pt x="3" y="4"/>
                  </a:cubicBezTo>
                  <a:cubicBezTo>
                    <a:pt x="3" y="2"/>
                    <a:pt x="4" y="0"/>
                    <a:pt x="5" y="0"/>
                  </a:cubicBezTo>
                  <a:cubicBezTo>
                    <a:pt x="7" y="0"/>
                    <a:pt x="10" y="0"/>
                    <a:pt x="11" y="2"/>
                  </a:cubicBezTo>
                  <a:cubicBezTo>
                    <a:pt x="12" y="3"/>
                    <a:pt x="14" y="7"/>
                    <a:pt x="15" y="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6" name="Freeform 397">
              <a:extLst>
                <a:ext uri="{FF2B5EF4-FFF2-40B4-BE49-F238E27FC236}">
                  <a16:creationId xmlns:a16="http://schemas.microsoft.com/office/drawing/2014/main" id="{C9F7B0E5-1F87-4F0E-825C-77120CBF7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313"/>
              <a:ext cx="9" cy="13"/>
            </a:xfrm>
            <a:custGeom>
              <a:avLst/>
              <a:gdLst>
                <a:gd name="T0" fmla="*/ 11 w 4"/>
                <a:gd name="T1" fmla="*/ 0 h 6"/>
                <a:gd name="T2" fmla="*/ 0 w 4"/>
                <a:gd name="T3" fmla="*/ 9 h 6"/>
                <a:gd name="T4" fmla="*/ 0 w 4"/>
                <a:gd name="T5" fmla="*/ 33 h 6"/>
                <a:gd name="T6" fmla="*/ 45 w 4"/>
                <a:gd name="T7" fmla="*/ 61 h 6"/>
                <a:gd name="T8" fmla="*/ 36 w 4"/>
                <a:gd name="T9" fmla="*/ 43 h 6"/>
                <a:gd name="T10" fmla="*/ 25 w 4"/>
                <a:gd name="T11" fmla="*/ 33 h 6"/>
                <a:gd name="T12" fmla="*/ 11 w 4"/>
                <a:gd name="T13" fmla="*/ 9 h 6"/>
                <a:gd name="T14" fmla="*/ 11 w 4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4"/>
                    <a:pt x="3" y="5"/>
                    <a:pt x="4" y="6"/>
                  </a:cubicBezTo>
                  <a:cubicBezTo>
                    <a:pt x="4" y="5"/>
                    <a:pt x="3" y="5"/>
                    <a:pt x="3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7" name="Freeform 398">
              <a:extLst>
                <a:ext uri="{FF2B5EF4-FFF2-40B4-BE49-F238E27FC236}">
                  <a16:creationId xmlns:a16="http://schemas.microsoft.com/office/drawing/2014/main" id="{1CC9D72A-0E81-434A-A62F-3594F3AF6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326"/>
              <a:ext cx="8" cy="7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37 h 3"/>
                <a:gd name="T4" fmla="*/ 16 w 4"/>
                <a:gd name="T5" fmla="*/ 12 h 3"/>
                <a:gd name="T6" fmla="*/ 32 w 4"/>
                <a:gd name="T7" fmla="*/ 0 h 3"/>
                <a:gd name="T8" fmla="*/ 16 w 4"/>
                <a:gd name="T9" fmla="*/ 12 h 3"/>
                <a:gd name="T10" fmla="*/ 0 w 4"/>
                <a:gd name="T11" fmla="*/ 12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0"/>
                    <a:pt x="1" y="3"/>
                    <a:pt x="2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3" y="1"/>
                    <a:pt x="3" y="1"/>
                    <a:pt x="4" y="0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8" name="Freeform 399">
              <a:extLst>
                <a:ext uri="{FF2B5EF4-FFF2-40B4-BE49-F238E27FC236}">
                  <a16:creationId xmlns:a16="http://schemas.microsoft.com/office/drawing/2014/main" id="{5D171E73-2E4C-43BE-B0B6-AC9E1B68A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328"/>
              <a:ext cx="9" cy="5"/>
            </a:xfrm>
            <a:custGeom>
              <a:avLst/>
              <a:gdLst>
                <a:gd name="T0" fmla="*/ 11 w 4"/>
                <a:gd name="T1" fmla="*/ 0 h 2"/>
                <a:gd name="T2" fmla="*/ 0 w 4"/>
                <a:gd name="T3" fmla="*/ 0 h 2"/>
                <a:gd name="T4" fmla="*/ 25 w 4"/>
                <a:gd name="T5" fmla="*/ 33 h 2"/>
                <a:gd name="T6" fmla="*/ 45 w 4"/>
                <a:gd name="T7" fmla="*/ 20 h 2"/>
                <a:gd name="T8" fmla="*/ 36 w 4"/>
                <a:gd name="T9" fmla="*/ 20 h 2"/>
                <a:gd name="T10" fmla="*/ 11 w 4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2"/>
                    <a:pt x="2" y="2"/>
                  </a:cubicBezTo>
                  <a:cubicBezTo>
                    <a:pt x="3" y="2"/>
                    <a:pt x="4" y="1"/>
                    <a:pt x="4" y="1"/>
                  </a:cubicBezTo>
                  <a:cubicBezTo>
                    <a:pt x="4" y="1"/>
                    <a:pt x="3" y="2"/>
                    <a:pt x="3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9" name="Freeform 400">
              <a:extLst>
                <a:ext uri="{FF2B5EF4-FFF2-40B4-BE49-F238E27FC236}">
                  <a16:creationId xmlns:a16="http://schemas.microsoft.com/office/drawing/2014/main" id="{7F4DC6EE-D608-4BEB-8A73-1B6CB251E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319"/>
              <a:ext cx="4" cy="11"/>
            </a:xfrm>
            <a:custGeom>
              <a:avLst/>
              <a:gdLst>
                <a:gd name="T0" fmla="*/ 16 w 2"/>
                <a:gd name="T1" fmla="*/ 9 h 5"/>
                <a:gd name="T2" fmla="*/ 16 w 2"/>
                <a:gd name="T3" fmla="*/ 44 h 5"/>
                <a:gd name="T4" fmla="*/ 8 w 2"/>
                <a:gd name="T5" fmla="*/ 44 h 5"/>
                <a:gd name="T6" fmla="*/ 0 w 2"/>
                <a:gd name="T7" fmla="*/ 53 h 5"/>
                <a:gd name="T8" fmla="*/ 16 w 2"/>
                <a:gd name="T9" fmla="*/ 33 h 5"/>
                <a:gd name="T10" fmla="*/ 16 w 2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5">
                  <a:moveTo>
                    <a:pt x="2" y="1"/>
                  </a:moveTo>
                  <a:cubicBezTo>
                    <a:pt x="2" y="1"/>
                    <a:pt x="2" y="3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4"/>
                    <a:pt x="1" y="4"/>
                    <a:pt x="2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0" name="Freeform 401">
              <a:extLst>
                <a:ext uri="{FF2B5EF4-FFF2-40B4-BE49-F238E27FC236}">
                  <a16:creationId xmlns:a16="http://schemas.microsoft.com/office/drawing/2014/main" id="{DD2E8C43-FC5E-48ED-9D22-E5C19C8DD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301"/>
              <a:ext cx="6" cy="14"/>
            </a:xfrm>
            <a:custGeom>
              <a:avLst/>
              <a:gdLst>
                <a:gd name="T0" fmla="*/ 8 w 3"/>
                <a:gd name="T1" fmla="*/ 12 h 6"/>
                <a:gd name="T2" fmla="*/ 8 w 3"/>
                <a:gd name="T3" fmla="*/ 49 h 6"/>
                <a:gd name="T4" fmla="*/ 24 w 3"/>
                <a:gd name="T5" fmla="*/ 77 h 6"/>
                <a:gd name="T6" fmla="*/ 16 w 3"/>
                <a:gd name="T7" fmla="*/ 37 h 6"/>
                <a:gd name="T8" fmla="*/ 8 w 3"/>
                <a:gd name="T9" fmla="*/ 28 h 6"/>
                <a:gd name="T10" fmla="*/ 0 w 3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1" y="2"/>
                    <a:pt x="1" y="3"/>
                    <a:pt x="1" y="4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2" y="6"/>
                    <a:pt x="2" y="5"/>
                    <a:pt x="2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1" name="Freeform 402">
              <a:extLst>
                <a:ext uri="{FF2B5EF4-FFF2-40B4-BE49-F238E27FC236}">
                  <a16:creationId xmlns:a16="http://schemas.microsoft.com/office/drawing/2014/main" id="{C3FCAAC5-A603-4DAC-AEA1-72656BAA6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317"/>
              <a:ext cx="7" cy="7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12 h 3"/>
                <a:gd name="T4" fmla="*/ 28 w 3"/>
                <a:gd name="T5" fmla="*/ 28 h 3"/>
                <a:gd name="T6" fmla="*/ 37 w 3"/>
                <a:gd name="T7" fmla="*/ 37 h 3"/>
                <a:gd name="T8" fmla="*/ 28 w 3"/>
                <a:gd name="T9" fmla="*/ 28 h 3"/>
                <a:gd name="T10" fmla="*/ 0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2" name="Freeform 403">
              <a:extLst>
                <a:ext uri="{FF2B5EF4-FFF2-40B4-BE49-F238E27FC236}">
                  <a16:creationId xmlns:a16="http://schemas.microsoft.com/office/drawing/2014/main" id="{D9D114C8-93EB-4128-AC7F-151FCEA40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326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0 w 3"/>
                <a:gd name="T3" fmla="*/ 12 h 3"/>
                <a:gd name="T4" fmla="*/ 37 w 3"/>
                <a:gd name="T5" fmla="*/ 37 h 3"/>
                <a:gd name="T6" fmla="*/ 28 w 3"/>
                <a:gd name="T7" fmla="*/ 12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2"/>
                    <a:pt x="3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3" name="Freeform 404">
              <a:extLst>
                <a:ext uri="{FF2B5EF4-FFF2-40B4-BE49-F238E27FC236}">
                  <a16:creationId xmlns:a16="http://schemas.microsoft.com/office/drawing/2014/main" id="{0A3EF1E9-046C-4F72-BB95-A14115F73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299"/>
              <a:ext cx="10" cy="9"/>
            </a:xfrm>
            <a:custGeom>
              <a:avLst/>
              <a:gdLst>
                <a:gd name="T0" fmla="*/ 40 w 5"/>
                <a:gd name="T1" fmla="*/ 0 h 4"/>
                <a:gd name="T2" fmla="*/ 16 w 5"/>
                <a:gd name="T3" fmla="*/ 0 h 4"/>
                <a:gd name="T4" fmla="*/ 0 w 5"/>
                <a:gd name="T5" fmla="*/ 45 h 4"/>
                <a:gd name="T6" fmla="*/ 16 w 5"/>
                <a:gd name="T7" fmla="*/ 11 h 4"/>
                <a:gd name="T8" fmla="*/ 32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0" y="1"/>
                    <a:pt x="1" y="2"/>
                    <a:pt x="0" y="4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4" name="Freeform 405">
              <a:extLst>
                <a:ext uri="{FF2B5EF4-FFF2-40B4-BE49-F238E27FC236}">
                  <a16:creationId xmlns:a16="http://schemas.microsoft.com/office/drawing/2014/main" id="{8691F6CE-80B6-4827-9014-EC3586E2B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304"/>
              <a:ext cx="6" cy="13"/>
            </a:xfrm>
            <a:custGeom>
              <a:avLst/>
              <a:gdLst>
                <a:gd name="T0" fmla="*/ 0 w 3"/>
                <a:gd name="T1" fmla="*/ 0 h 6"/>
                <a:gd name="T2" fmla="*/ 0 w 3"/>
                <a:gd name="T3" fmla="*/ 33 h 6"/>
                <a:gd name="T4" fmla="*/ 24 w 3"/>
                <a:gd name="T5" fmla="*/ 61 h 6"/>
                <a:gd name="T6" fmla="*/ 0 w 3"/>
                <a:gd name="T7" fmla="*/ 43 h 6"/>
                <a:gd name="T8" fmla="*/ 0 w 3"/>
                <a:gd name="T9" fmla="*/ 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5"/>
                    <a:pt x="2" y="5"/>
                    <a:pt x="3" y="6"/>
                  </a:cubicBezTo>
                  <a:cubicBezTo>
                    <a:pt x="2" y="5"/>
                    <a:pt x="0" y="5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5" name="Freeform 406">
              <a:extLst>
                <a:ext uri="{FF2B5EF4-FFF2-40B4-BE49-F238E27FC236}">
                  <a16:creationId xmlns:a16="http://schemas.microsoft.com/office/drawing/2014/main" id="{D906263B-24C5-453D-94EC-79EA039B3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297"/>
              <a:ext cx="36" cy="40"/>
            </a:xfrm>
            <a:custGeom>
              <a:avLst/>
              <a:gdLst>
                <a:gd name="T0" fmla="*/ 144 w 17"/>
                <a:gd name="T1" fmla="*/ 89 h 18"/>
                <a:gd name="T2" fmla="*/ 152 w 17"/>
                <a:gd name="T3" fmla="*/ 142 h 18"/>
                <a:gd name="T4" fmla="*/ 152 w 17"/>
                <a:gd name="T5" fmla="*/ 162 h 18"/>
                <a:gd name="T6" fmla="*/ 144 w 17"/>
                <a:gd name="T7" fmla="*/ 162 h 18"/>
                <a:gd name="T8" fmla="*/ 112 w 17"/>
                <a:gd name="T9" fmla="*/ 178 h 18"/>
                <a:gd name="T10" fmla="*/ 93 w 17"/>
                <a:gd name="T11" fmla="*/ 162 h 18"/>
                <a:gd name="T12" fmla="*/ 76 w 17"/>
                <a:gd name="T13" fmla="*/ 178 h 18"/>
                <a:gd name="T14" fmla="*/ 59 w 17"/>
                <a:gd name="T15" fmla="*/ 153 h 18"/>
                <a:gd name="T16" fmla="*/ 36 w 17"/>
                <a:gd name="T17" fmla="*/ 133 h 18"/>
                <a:gd name="T18" fmla="*/ 8 w 17"/>
                <a:gd name="T19" fmla="*/ 98 h 18"/>
                <a:gd name="T20" fmla="*/ 8 w 17"/>
                <a:gd name="T21" fmla="*/ 64 h 18"/>
                <a:gd name="T22" fmla="*/ 28 w 17"/>
                <a:gd name="T23" fmla="*/ 44 h 18"/>
                <a:gd name="T24" fmla="*/ 49 w 17"/>
                <a:gd name="T25" fmla="*/ 0 h 18"/>
                <a:gd name="T26" fmla="*/ 104 w 17"/>
                <a:gd name="T27" fmla="*/ 20 h 18"/>
                <a:gd name="T28" fmla="*/ 144 w 17"/>
                <a:gd name="T29" fmla="*/ 89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" h="18">
                  <a:moveTo>
                    <a:pt x="15" y="8"/>
                  </a:moveTo>
                  <a:cubicBezTo>
                    <a:pt x="17" y="8"/>
                    <a:pt x="17" y="12"/>
                    <a:pt x="16" y="13"/>
                  </a:cubicBezTo>
                  <a:cubicBezTo>
                    <a:pt x="16" y="14"/>
                    <a:pt x="16" y="14"/>
                    <a:pt x="16" y="15"/>
                  </a:cubicBezTo>
                  <a:cubicBezTo>
                    <a:pt x="16" y="15"/>
                    <a:pt x="16" y="14"/>
                    <a:pt x="15" y="15"/>
                  </a:cubicBezTo>
                  <a:cubicBezTo>
                    <a:pt x="14" y="15"/>
                    <a:pt x="14" y="18"/>
                    <a:pt x="12" y="16"/>
                  </a:cubicBezTo>
                  <a:cubicBezTo>
                    <a:pt x="11" y="15"/>
                    <a:pt x="11" y="15"/>
                    <a:pt x="10" y="15"/>
                  </a:cubicBezTo>
                  <a:cubicBezTo>
                    <a:pt x="9" y="15"/>
                    <a:pt x="9" y="16"/>
                    <a:pt x="8" y="16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5" y="13"/>
                    <a:pt x="5" y="13"/>
                    <a:pt x="4" y="12"/>
                  </a:cubicBezTo>
                  <a:cubicBezTo>
                    <a:pt x="3" y="12"/>
                    <a:pt x="1" y="11"/>
                    <a:pt x="1" y="9"/>
                  </a:cubicBezTo>
                  <a:cubicBezTo>
                    <a:pt x="0" y="8"/>
                    <a:pt x="1" y="7"/>
                    <a:pt x="1" y="6"/>
                  </a:cubicBezTo>
                  <a:cubicBezTo>
                    <a:pt x="2" y="6"/>
                    <a:pt x="2" y="6"/>
                    <a:pt x="3" y="4"/>
                  </a:cubicBezTo>
                  <a:cubicBezTo>
                    <a:pt x="3" y="2"/>
                    <a:pt x="4" y="0"/>
                    <a:pt x="5" y="0"/>
                  </a:cubicBezTo>
                  <a:cubicBezTo>
                    <a:pt x="7" y="0"/>
                    <a:pt x="10" y="0"/>
                    <a:pt x="11" y="2"/>
                  </a:cubicBezTo>
                  <a:cubicBezTo>
                    <a:pt x="12" y="3"/>
                    <a:pt x="14" y="7"/>
                    <a:pt x="15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6" name="Freeform 407">
              <a:extLst>
                <a:ext uri="{FF2B5EF4-FFF2-40B4-BE49-F238E27FC236}">
                  <a16:creationId xmlns:a16="http://schemas.microsoft.com/office/drawing/2014/main" id="{EBCBAD7B-ECA5-4FE0-8800-F409F48EB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326"/>
              <a:ext cx="6" cy="4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7" name="Freeform 408">
              <a:extLst>
                <a:ext uri="{FF2B5EF4-FFF2-40B4-BE49-F238E27FC236}">
                  <a16:creationId xmlns:a16="http://schemas.microsoft.com/office/drawing/2014/main" id="{73FABFF9-301D-4A56-927A-0B9A0D1E7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301"/>
              <a:ext cx="9" cy="16"/>
            </a:xfrm>
            <a:custGeom>
              <a:avLst/>
              <a:gdLst>
                <a:gd name="T0" fmla="*/ 45 w 4"/>
                <a:gd name="T1" fmla="*/ 85 h 7"/>
                <a:gd name="T2" fmla="*/ 11 w 4"/>
                <a:gd name="T3" fmla="*/ 48 h 7"/>
                <a:gd name="T4" fmla="*/ 0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3" y="6"/>
                    <a:pt x="2" y="6"/>
                    <a:pt x="1" y="4"/>
                  </a:cubicBezTo>
                  <a:cubicBezTo>
                    <a:pt x="0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8" name="Freeform 409">
              <a:extLst>
                <a:ext uri="{FF2B5EF4-FFF2-40B4-BE49-F238E27FC236}">
                  <a16:creationId xmlns:a16="http://schemas.microsoft.com/office/drawing/2014/main" id="{430B4B50-2FAB-4E1A-9704-060C3FD32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322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9" name="Freeform 410">
              <a:extLst>
                <a:ext uri="{FF2B5EF4-FFF2-40B4-BE49-F238E27FC236}">
                  <a16:creationId xmlns:a16="http://schemas.microsoft.com/office/drawing/2014/main" id="{E4BC3906-DDBC-453B-87F2-87E1D2BD5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183"/>
              <a:ext cx="33" cy="45"/>
            </a:xfrm>
            <a:custGeom>
              <a:avLst/>
              <a:gdLst>
                <a:gd name="T0" fmla="*/ 132 w 16"/>
                <a:gd name="T1" fmla="*/ 117 h 20"/>
                <a:gd name="T2" fmla="*/ 132 w 16"/>
                <a:gd name="T3" fmla="*/ 182 h 20"/>
                <a:gd name="T4" fmla="*/ 124 w 16"/>
                <a:gd name="T5" fmla="*/ 194 h 20"/>
                <a:gd name="T6" fmla="*/ 116 w 16"/>
                <a:gd name="T7" fmla="*/ 194 h 20"/>
                <a:gd name="T8" fmla="*/ 80 w 16"/>
                <a:gd name="T9" fmla="*/ 207 h 20"/>
                <a:gd name="T10" fmla="*/ 72 w 16"/>
                <a:gd name="T11" fmla="*/ 182 h 20"/>
                <a:gd name="T12" fmla="*/ 52 w 16"/>
                <a:gd name="T13" fmla="*/ 194 h 20"/>
                <a:gd name="T14" fmla="*/ 35 w 16"/>
                <a:gd name="T15" fmla="*/ 173 h 20"/>
                <a:gd name="T16" fmla="*/ 25 w 16"/>
                <a:gd name="T17" fmla="*/ 137 h 20"/>
                <a:gd name="T18" fmla="*/ 0 w 16"/>
                <a:gd name="T19" fmla="*/ 92 h 20"/>
                <a:gd name="T20" fmla="*/ 17 w 16"/>
                <a:gd name="T21" fmla="*/ 72 h 20"/>
                <a:gd name="T22" fmla="*/ 25 w 16"/>
                <a:gd name="T23" fmla="*/ 45 h 20"/>
                <a:gd name="T24" fmla="*/ 60 w 16"/>
                <a:gd name="T25" fmla="*/ 11 h 20"/>
                <a:gd name="T26" fmla="*/ 107 w 16"/>
                <a:gd name="T27" fmla="*/ 45 h 20"/>
                <a:gd name="T28" fmla="*/ 132 w 16"/>
                <a:gd name="T29" fmla="*/ 117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0"/>
                  </a:moveTo>
                  <a:cubicBezTo>
                    <a:pt x="16" y="11"/>
                    <a:pt x="15" y="15"/>
                    <a:pt x="15" y="16"/>
                  </a:cubicBezTo>
                  <a:cubicBezTo>
                    <a:pt x="14" y="16"/>
                    <a:pt x="14" y="17"/>
                    <a:pt x="14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1" y="20"/>
                    <a:pt x="9" y="18"/>
                  </a:cubicBezTo>
                  <a:cubicBezTo>
                    <a:pt x="9" y="17"/>
                    <a:pt x="8" y="16"/>
                    <a:pt x="8" y="16"/>
                  </a:cubicBezTo>
                  <a:cubicBezTo>
                    <a:pt x="7" y="15"/>
                    <a:pt x="6" y="17"/>
                    <a:pt x="6" y="17"/>
                  </a:cubicBezTo>
                  <a:cubicBezTo>
                    <a:pt x="5" y="17"/>
                    <a:pt x="5" y="16"/>
                    <a:pt x="4" y="15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2"/>
                    <a:pt x="0" y="10"/>
                    <a:pt x="0" y="8"/>
                  </a:cubicBezTo>
                  <a:cubicBezTo>
                    <a:pt x="0" y="7"/>
                    <a:pt x="1" y="6"/>
                    <a:pt x="2" y="6"/>
                  </a:cubicBezTo>
                  <a:cubicBezTo>
                    <a:pt x="2" y="5"/>
                    <a:pt x="3" y="5"/>
                    <a:pt x="3" y="4"/>
                  </a:cubicBezTo>
                  <a:cubicBezTo>
                    <a:pt x="4" y="2"/>
                    <a:pt x="5" y="0"/>
                    <a:pt x="7" y="1"/>
                  </a:cubicBezTo>
                  <a:cubicBezTo>
                    <a:pt x="8" y="1"/>
                    <a:pt x="11" y="2"/>
                    <a:pt x="12" y="4"/>
                  </a:cubicBezTo>
                  <a:cubicBezTo>
                    <a:pt x="13" y="5"/>
                    <a:pt x="13" y="9"/>
                    <a:pt x="15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0" name="Freeform 411">
              <a:extLst>
                <a:ext uri="{FF2B5EF4-FFF2-40B4-BE49-F238E27FC236}">
                  <a16:creationId xmlns:a16="http://schemas.microsoft.com/office/drawing/2014/main" id="{46A64937-6AA1-4A3F-B551-1AD21A177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197"/>
              <a:ext cx="6" cy="15"/>
            </a:xfrm>
            <a:custGeom>
              <a:avLst/>
              <a:gdLst>
                <a:gd name="T0" fmla="*/ 16 w 3"/>
                <a:gd name="T1" fmla="*/ 0 h 7"/>
                <a:gd name="T2" fmla="*/ 8 w 3"/>
                <a:gd name="T3" fmla="*/ 19 h 7"/>
                <a:gd name="T4" fmla="*/ 8 w 3"/>
                <a:gd name="T5" fmla="*/ 41 h 7"/>
                <a:gd name="T6" fmla="*/ 24 w 3"/>
                <a:gd name="T7" fmla="*/ 69 h 7"/>
                <a:gd name="T8" fmla="*/ 24 w 3"/>
                <a:gd name="T9" fmla="*/ 51 h 7"/>
                <a:gd name="T10" fmla="*/ 24 w 3"/>
                <a:gd name="T11" fmla="*/ 28 h 7"/>
                <a:gd name="T12" fmla="*/ 16 w 3"/>
                <a:gd name="T13" fmla="*/ 19 h 7"/>
                <a:gd name="T14" fmla="*/ 16 w 3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5"/>
                    <a:pt x="3" y="4"/>
                    <a:pt x="3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" name="Freeform 412">
              <a:extLst>
                <a:ext uri="{FF2B5EF4-FFF2-40B4-BE49-F238E27FC236}">
                  <a16:creationId xmlns:a16="http://schemas.microsoft.com/office/drawing/2014/main" id="{2A86C853-2AE1-4E97-8512-E5DF43955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212"/>
              <a:ext cx="8" cy="7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37 h 3"/>
                <a:gd name="T4" fmla="*/ 16 w 4"/>
                <a:gd name="T5" fmla="*/ 28 h 3"/>
                <a:gd name="T6" fmla="*/ 32 w 4"/>
                <a:gd name="T7" fmla="*/ 12 h 3"/>
                <a:gd name="T8" fmla="*/ 16 w 4"/>
                <a:gd name="T9" fmla="*/ 28 h 3"/>
                <a:gd name="T10" fmla="*/ 8 w 4"/>
                <a:gd name="T11" fmla="*/ 12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1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2" name="Freeform 413">
              <a:extLst>
                <a:ext uri="{FF2B5EF4-FFF2-40B4-BE49-F238E27FC236}">
                  <a16:creationId xmlns:a16="http://schemas.microsoft.com/office/drawing/2014/main" id="{13D07B4D-B53E-4308-A7F9-D3F182C29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217"/>
              <a:ext cx="9" cy="6"/>
            </a:xfrm>
            <a:custGeom>
              <a:avLst/>
              <a:gdLst>
                <a:gd name="T0" fmla="*/ 25 w 4"/>
                <a:gd name="T1" fmla="*/ 0 h 3"/>
                <a:gd name="T2" fmla="*/ 0 w 4"/>
                <a:gd name="T3" fmla="*/ 0 h 3"/>
                <a:gd name="T4" fmla="*/ 25 w 4"/>
                <a:gd name="T5" fmla="*/ 24 h 3"/>
                <a:gd name="T6" fmla="*/ 45 w 4"/>
                <a:gd name="T7" fmla="*/ 16 h 3"/>
                <a:gd name="T8" fmla="*/ 25 w 4"/>
                <a:gd name="T9" fmla="*/ 16 h 3"/>
                <a:gd name="T10" fmla="*/ 25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3" name="Freeform 414">
              <a:extLst>
                <a:ext uri="{FF2B5EF4-FFF2-40B4-BE49-F238E27FC236}">
                  <a16:creationId xmlns:a16="http://schemas.microsoft.com/office/drawing/2014/main" id="{F4A15116-9433-482C-81B0-B41499E19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212"/>
              <a:ext cx="8" cy="9"/>
            </a:xfrm>
            <a:custGeom>
              <a:avLst/>
              <a:gdLst>
                <a:gd name="T0" fmla="*/ 32 w 4"/>
                <a:gd name="T1" fmla="*/ 0 h 4"/>
                <a:gd name="T2" fmla="*/ 24 w 4"/>
                <a:gd name="T3" fmla="*/ 36 h 4"/>
                <a:gd name="T4" fmla="*/ 16 w 4"/>
                <a:gd name="T5" fmla="*/ 36 h 4"/>
                <a:gd name="T6" fmla="*/ 0 w 4"/>
                <a:gd name="T7" fmla="*/ 45 h 4"/>
                <a:gd name="T8" fmla="*/ 24 w 4"/>
                <a:gd name="T9" fmla="*/ 25 h 4"/>
                <a:gd name="T10" fmla="*/ 32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4" y="3"/>
                    <a:pt x="3" y="3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2"/>
                    <a:pt x="4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4" name="Freeform 415">
              <a:extLst>
                <a:ext uri="{FF2B5EF4-FFF2-40B4-BE49-F238E27FC236}">
                  <a16:creationId xmlns:a16="http://schemas.microsoft.com/office/drawing/2014/main" id="{237F5628-8722-4D47-BD28-5624A3951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192"/>
              <a:ext cx="4" cy="14"/>
            </a:xfrm>
            <a:custGeom>
              <a:avLst/>
              <a:gdLst>
                <a:gd name="T0" fmla="*/ 0 w 2"/>
                <a:gd name="T1" fmla="*/ 0 h 6"/>
                <a:gd name="T2" fmla="*/ 0 w 2"/>
                <a:gd name="T3" fmla="*/ 49 h 6"/>
                <a:gd name="T4" fmla="*/ 16 w 2"/>
                <a:gd name="T5" fmla="*/ 77 h 6"/>
                <a:gd name="T6" fmla="*/ 8 w 2"/>
                <a:gd name="T7" fmla="*/ 37 h 6"/>
                <a:gd name="T8" fmla="*/ 8 w 2"/>
                <a:gd name="T9" fmla="*/ 12 h 6"/>
                <a:gd name="T10" fmla="*/ 0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5" name="Freeform 416">
              <a:extLst>
                <a:ext uri="{FF2B5EF4-FFF2-40B4-BE49-F238E27FC236}">
                  <a16:creationId xmlns:a16="http://schemas.microsoft.com/office/drawing/2014/main" id="{47BF6375-6DEE-4471-832E-5B86E14E7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201"/>
              <a:ext cx="4" cy="9"/>
            </a:xfrm>
            <a:custGeom>
              <a:avLst/>
              <a:gdLst>
                <a:gd name="T0" fmla="*/ 0 w 2"/>
                <a:gd name="T1" fmla="*/ 11 h 4"/>
                <a:gd name="T2" fmla="*/ 0 w 2"/>
                <a:gd name="T3" fmla="*/ 25 h 4"/>
                <a:gd name="T4" fmla="*/ 0 w 2"/>
                <a:gd name="T5" fmla="*/ 36 h 4"/>
                <a:gd name="T6" fmla="*/ 16 w 2"/>
                <a:gd name="T7" fmla="*/ 45 h 4"/>
                <a:gd name="T8" fmla="*/ 8 w 2"/>
                <a:gd name="T9" fmla="*/ 36 h 4"/>
                <a:gd name="T10" fmla="*/ 0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6" name="Freeform 417">
              <a:extLst>
                <a:ext uri="{FF2B5EF4-FFF2-40B4-BE49-F238E27FC236}">
                  <a16:creationId xmlns:a16="http://schemas.microsoft.com/office/drawing/2014/main" id="{0885EEB0-EEEE-4357-B132-97C989108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217"/>
              <a:ext cx="5" cy="4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0 h 2"/>
                <a:gd name="T4" fmla="*/ 33 w 2"/>
                <a:gd name="T5" fmla="*/ 16 h 2"/>
                <a:gd name="T6" fmla="*/ 33 w 2"/>
                <a:gd name="T7" fmla="*/ 8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7" name="Freeform 418">
              <a:extLst>
                <a:ext uri="{FF2B5EF4-FFF2-40B4-BE49-F238E27FC236}">
                  <a16:creationId xmlns:a16="http://schemas.microsoft.com/office/drawing/2014/main" id="{867E8E28-661A-41F9-B205-8FE3209C8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185"/>
              <a:ext cx="10" cy="7"/>
            </a:xfrm>
            <a:custGeom>
              <a:avLst/>
              <a:gdLst>
                <a:gd name="T0" fmla="*/ 40 w 5"/>
                <a:gd name="T1" fmla="*/ 12 h 3"/>
                <a:gd name="T2" fmla="*/ 16 w 5"/>
                <a:gd name="T3" fmla="*/ 12 h 3"/>
                <a:gd name="T4" fmla="*/ 0 w 5"/>
                <a:gd name="T5" fmla="*/ 37 h 3"/>
                <a:gd name="T6" fmla="*/ 24 w 5"/>
                <a:gd name="T7" fmla="*/ 12 h 3"/>
                <a:gd name="T8" fmla="*/ 40 w 5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0"/>
                    <a:pt x="3" y="0"/>
                    <a:pt x="2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3" y="1"/>
                    <a:pt x="4" y="1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8" name="Freeform 419">
              <a:extLst>
                <a:ext uri="{FF2B5EF4-FFF2-40B4-BE49-F238E27FC236}">
                  <a16:creationId xmlns:a16="http://schemas.microsoft.com/office/drawing/2014/main" id="{86FEE4F0-E48B-43C2-AF73-E54033660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194"/>
              <a:ext cx="7" cy="14"/>
            </a:xfrm>
            <a:custGeom>
              <a:avLst/>
              <a:gdLst>
                <a:gd name="T0" fmla="*/ 28 w 3"/>
                <a:gd name="T1" fmla="*/ 0 h 6"/>
                <a:gd name="T2" fmla="*/ 12 w 3"/>
                <a:gd name="T3" fmla="*/ 28 h 6"/>
                <a:gd name="T4" fmla="*/ 37 w 3"/>
                <a:gd name="T5" fmla="*/ 77 h 6"/>
                <a:gd name="T6" fmla="*/ 12 w 3"/>
                <a:gd name="T7" fmla="*/ 37 h 6"/>
                <a:gd name="T8" fmla="*/ 12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2" y="5"/>
                    <a:pt x="0" y="4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9" name="Freeform 420">
              <a:extLst>
                <a:ext uri="{FF2B5EF4-FFF2-40B4-BE49-F238E27FC236}">
                  <a16:creationId xmlns:a16="http://schemas.microsoft.com/office/drawing/2014/main" id="{9ED267CF-5A2B-40A3-80C5-7B58B0A4E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183"/>
              <a:ext cx="33" cy="45"/>
            </a:xfrm>
            <a:custGeom>
              <a:avLst/>
              <a:gdLst>
                <a:gd name="T0" fmla="*/ 132 w 16"/>
                <a:gd name="T1" fmla="*/ 117 h 20"/>
                <a:gd name="T2" fmla="*/ 132 w 16"/>
                <a:gd name="T3" fmla="*/ 182 h 20"/>
                <a:gd name="T4" fmla="*/ 124 w 16"/>
                <a:gd name="T5" fmla="*/ 194 h 20"/>
                <a:gd name="T6" fmla="*/ 116 w 16"/>
                <a:gd name="T7" fmla="*/ 194 h 20"/>
                <a:gd name="T8" fmla="*/ 80 w 16"/>
                <a:gd name="T9" fmla="*/ 207 h 20"/>
                <a:gd name="T10" fmla="*/ 72 w 16"/>
                <a:gd name="T11" fmla="*/ 182 h 20"/>
                <a:gd name="T12" fmla="*/ 52 w 16"/>
                <a:gd name="T13" fmla="*/ 194 h 20"/>
                <a:gd name="T14" fmla="*/ 35 w 16"/>
                <a:gd name="T15" fmla="*/ 173 h 20"/>
                <a:gd name="T16" fmla="*/ 25 w 16"/>
                <a:gd name="T17" fmla="*/ 137 h 20"/>
                <a:gd name="T18" fmla="*/ 0 w 16"/>
                <a:gd name="T19" fmla="*/ 92 h 20"/>
                <a:gd name="T20" fmla="*/ 17 w 16"/>
                <a:gd name="T21" fmla="*/ 72 h 20"/>
                <a:gd name="T22" fmla="*/ 25 w 16"/>
                <a:gd name="T23" fmla="*/ 45 h 20"/>
                <a:gd name="T24" fmla="*/ 60 w 16"/>
                <a:gd name="T25" fmla="*/ 11 h 20"/>
                <a:gd name="T26" fmla="*/ 107 w 16"/>
                <a:gd name="T27" fmla="*/ 45 h 20"/>
                <a:gd name="T28" fmla="*/ 132 w 16"/>
                <a:gd name="T29" fmla="*/ 117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0"/>
                  </a:moveTo>
                  <a:cubicBezTo>
                    <a:pt x="16" y="11"/>
                    <a:pt x="15" y="15"/>
                    <a:pt x="15" y="16"/>
                  </a:cubicBezTo>
                  <a:cubicBezTo>
                    <a:pt x="14" y="16"/>
                    <a:pt x="14" y="17"/>
                    <a:pt x="14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1" y="20"/>
                    <a:pt x="9" y="18"/>
                  </a:cubicBezTo>
                  <a:cubicBezTo>
                    <a:pt x="9" y="17"/>
                    <a:pt x="8" y="16"/>
                    <a:pt x="8" y="16"/>
                  </a:cubicBezTo>
                  <a:cubicBezTo>
                    <a:pt x="7" y="15"/>
                    <a:pt x="6" y="17"/>
                    <a:pt x="6" y="17"/>
                  </a:cubicBezTo>
                  <a:cubicBezTo>
                    <a:pt x="5" y="17"/>
                    <a:pt x="5" y="16"/>
                    <a:pt x="4" y="15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2"/>
                    <a:pt x="0" y="10"/>
                    <a:pt x="0" y="8"/>
                  </a:cubicBezTo>
                  <a:cubicBezTo>
                    <a:pt x="0" y="7"/>
                    <a:pt x="1" y="6"/>
                    <a:pt x="2" y="6"/>
                  </a:cubicBezTo>
                  <a:cubicBezTo>
                    <a:pt x="2" y="5"/>
                    <a:pt x="3" y="5"/>
                    <a:pt x="3" y="4"/>
                  </a:cubicBezTo>
                  <a:cubicBezTo>
                    <a:pt x="4" y="2"/>
                    <a:pt x="5" y="0"/>
                    <a:pt x="7" y="1"/>
                  </a:cubicBezTo>
                  <a:cubicBezTo>
                    <a:pt x="8" y="1"/>
                    <a:pt x="11" y="2"/>
                    <a:pt x="12" y="4"/>
                  </a:cubicBezTo>
                  <a:cubicBezTo>
                    <a:pt x="13" y="5"/>
                    <a:pt x="13" y="9"/>
                    <a:pt x="15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0" name="Freeform 421">
              <a:extLst>
                <a:ext uri="{FF2B5EF4-FFF2-40B4-BE49-F238E27FC236}">
                  <a16:creationId xmlns:a16="http://schemas.microsoft.com/office/drawing/2014/main" id="{0C022EC0-F9CA-4125-A2A8-C1C89C53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214"/>
              <a:ext cx="7" cy="5"/>
            </a:xfrm>
            <a:custGeom>
              <a:avLst/>
              <a:gdLst>
                <a:gd name="T0" fmla="*/ 37 w 3"/>
                <a:gd name="T1" fmla="*/ 2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1" name="Freeform 422">
              <a:extLst>
                <a:ext uri="{FF2B5EF4-FFF2-40B4-BE49-F238E27FC236}">
                  <a16:creationId xmlns:a16="http://schemas.microsoft.com/office/drawing/2014/main" id="{0C884FA2-B5BC-456A-AD43-39DC04F64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190"/>
              <a:ext cx="4" cy="18"/>
            </a:xfrm>
            <a:custGeom>
              <a:avLst/>
              <a:gdLst>
                <a:gd name="T0" fmla="*/ 16 w 2"/>
                <a:gd name="T1" fmla="*/ 92 h 8"/>
                <a:gd name="T2" fmla="*/ 0 w 2"/>
                <a:gd name="T3" fmla="*/ 45 h 8"/>
                <a:gd name="T4" fmla="*/ 0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2" name="Freeform 423">
              <a:extLst>
                <a:ext uri="{FF2B5EF4-FFF2-40B4-BE49-F238E27FC236}">
                  <a16:creationId xmlns:a16="http://schemas.microsoft.com/office/drawing/2014/main" id="{4AF3401B-2771-4B33-B8A9-7BB0CFA09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208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3" name="Freeform 424">
              <a:extLst>
                <a:ext uri="{FF2B5EF4-FFF2-40B4-BE49-F238E27FC236}">
                  <a16:creationId xmlns:a16="http://schemas.microsoft.com/office/drawing/2014/main" id="{F6AA872D-9A8C-4395-9A2F-D003FF740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19"/>
              <a:ext cx="41" cy="51"/>
            </a:xfrm>
            <a:custGeom>
              <a:avLst/>
              <a:gdLst>
                <a:gd name="T0" fmla="*/ 139 w 20"/>
                <a:gd name="T1" fmla="*/ 197 h 23"/>
                <a:gd name="T2" fmla="*/ 156 w 20"/>
                <a:gd name="T3" fmla="*/ 231 h 23"/>
                <a:gd name="T4" fmla="*/ 139 w 20"/>
                <a:gd name="T5" fmla="*/ 251 h 23"/>
                <a:gd name="T6" fmla="*/ 121 w 20"/>
                <a:gd name="T7" fmla="*/ 242 h 23"/>
                <a:gd name="T8" fmla="*/ 105 w 20"/>
                <a:gd name="T9" fmla="*/ 251 h 23"/>
                <a:gd name="T10" fmla="*/ 76 w 20"/>
                <a:gd name="T11" fmla="*/ 242 h 23"/>
                <a:gd name="T12" fmla="*/ 59 w 20"/>
                <a:gd name="T13" fmla="*/ 197 h 23"/>
                <a:gd name="T14" fmla="*/ 43 w 20"/>
                <a:gd name="T15" fmla="*/ 186 h 23"/>
                <a:gd name="T16" fmla="*/ 25 w 20"/>
                <a:gd name="T17" fmla="*/ 153 h 23"/>
                <a:gd name="T18" fmla="*/ 25 w 20"/>
                <a:gd name="T19" fmla="*/ 118 h 23"/>
                <a:gd name="T20" fmla="*/ 8 w 20"/>
                <a:gd name="T21" fmla="*/ 89 h 23"/>
                <a:gd name="T22" fmla="*/ 43 w 20"/>
                <a:gd name="T23" fmla="*/ 20 h 23"/>
                <a:gd name="T24" fmla="*/ 59 w 20"/>
                <a:gd name="T25" fmla="*/ 0 h 23"/>
                <a:gd name="T26" fmla="*/ 96 w 20"/>
                <a:gd name="T27" fmla="*/ 9 h 23"/>
                <a:gd name="T28" fmla="*/ 113 w 20"/>
                <a:gd name="T29" fmla="*/ 0 h 23"/>
                <a:gd name="T30" fmla="*/ 131 w 20"/>
                <a:gd name="T31" fmla="*/ 20 h 23"/>
                <a:gd name="T32" fmla="*/ 105 w 20"/>
                <a:gd name="T33" fmla="*/ 35 h 23"/>
                <a:gd name="T34" fmla="*/ 121 w 20"/>
                <a:gd name="T35" fmla="*/ 64 h 23"/>
                <a:gd name="T36" fmla="*/ 113 w 20"/>
                <a:gd name="T37" fmla="*/ 89 h 23"/>
                <a:gd name="T38" fmla="*/ 121 w 20"/>
                <a:gd name="T39" fmla="*/ 118 h 23"/>
                <a:gd name="T40" fmla="*/ 121 w 20"/>
                <a:gd name="T41" fmla="*/ 153 h 23"/>
                <a:gd name="T42" fmla="*/ 139 w 20"/>
                <a:gd name="T43" fmla="*/ 197 h 2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3">
                  <a:moveTo>
                    <a:pt x="16" y="18"/>
                  </a:moveTo>
                  <a:cubicBezTo>
                    <a:pt x="16" y="19"/>
                    <a:pt x="20" y="19"/>
                    <a:pt x="18" y="21"/>
                  </a:cubicBezTo>
                  <a:cubicBezTo>
                    <a:pt x="18" y="22"/>
                    <a:pt x="17" y="23"/>
                    <a:pt x="16" y="23"/>
                  </a:cubicBezTo>
                  <a:cubicBezTo>
                    <a:pt x="15" y="23"/>
                    <a:pt x="15" y="22"/>
                    <a:pt x="14" y="22"/>
                  </a:cubicBezTo>
                  <a:cubicBezTo>
                    <a:pt x="13" y="21"/>
                    <a:pt x="13" y="23"/>
                    <a:pt x="12" y="23"/>
                  </a:cubicBezTo>
                  <a:cubicBezTo>
                    <a:pt x="11" y="23"/>
                    <a:pt x="10" y="22"/>
                    <a:pt x="9" y="22"/>
                  </a:cubicBezTo>
                  <a:cubicBezTo>
                    <a:pt x="8" y="22"/>
                    <a:pt x="7" y="19"/>
                    <a:pt x="7" y="18"/>
                  </a:cubicBezTo>
                  <a:cubicBezTo>
                    <a:pt x="6" y="17"/>
                    <a:pt x="5" y="17"/>
                    <a:pt x="5" y="17"/>
                  </a:cubicBezTo>
                  <a:cubicBezTo>
                    <a:pt x="4" y="16"/>
                    <a:pt x="3" y="15"/>
                    <a:pt x="3" y="14"/>
                  </a:cubicBezTo>
                  <a:cubicBezTo>
                    <a:pt x="2" y="12"/>
                    <a:pt x="3" y="12"/>
                    <a:pt x="3" y="11"/>
                  </a:cubicBezTo>
                  <a:cubicBezTo>
                    <a:pt x="3" y="9"/>
                    <a:pt x="1" y="9"/>
                    <a:pt x="1" y="8"/>
                  </a:cubicBezTo>
                  <a:cubicBezTo>
                    <a:pt x="0" y="5"/>
                    <a:pt x="3" y="3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12" y="2"/>
                    <a:pt x="12" y="0"/>
                    <a:pt x="13" y="0"/>
                  </a:cubicBezTo>
                  <a:cubicBezTo>
                    <a:pt x="15" y="0"/>
                    <a:pt x="16" y="1"/>
                    <a:pt x="15" y="2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2" y="4"/>
                    <a:pt x="14" y="5"/>
                    <a:pt x="14" y="6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3" y="10"/>
                    <a:pt x="14" y="9"/>
                    <a:pt x="14" y="11"/>
                  </a:cubicBezTo>
                  <a:cubicBezTo>
                    <a:pt x="15" y="12"/>
                    <a:pt x="15" y="13"/>
                    <a:pt x="14" y="14"/>
                  </a:cubicBezTo>
                  <a:cubicBezTo>
                    <a:pt x="12" y="17"/>
                    <a:pt x="16" y="16"/>
                    <a:pt x="16" y="1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4" name="Freeform 425">
              <a:extLst>
                <a:ext uri="{FF2B5EF4-FFF2-40B4-BE49-F238E27FC236}">
                  <a16:creationId xmlns:a16="http://schemas.microsoft.com/office/drawing/2014/main" id="{90430A27-9579-42E6-AB37-D17A74108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123"/>
              <a:ext cx="8" cy="18"/>
            </a:xfrm>
            <a:custGeom>
              <a:avLst/>
              <a:gdLst>
                <a:gd name="T0" fmla="*/ 24 w 4"/>
                <a:gd name="T1" fmla="*/ 11 h 8"/>
                <a:gd name="T2" fmla="*/ 0 w 4"/>
                <a:gd name="T3" fmla="*/ 56 h 8"/>
                <a:gd name="T4" fmla="*/ 16 w 4"/>
                <a:gd name="T5" fmla="*/ 92 h 8"/>
                <a:gd name="T6" fmla="*/ 24 w 4"/>
                <a:gd name="T7" fmla="*/ 72 h 8"/>
                <a:gd name="T8" fmla="*/ 16 w 4"/>
                <a:gd name="T9" fmla="*/ 56 h 8"/>
                <a:gd name="T10" fmla="*/ 32 w 4"/>
                <a:gd name="T11" fmla="*/ 36 h 8"/>
                <a:gd name="T12" fmla="*/ 32 w 4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">
                  <a:moveTo>
                    <a:pt x="3" y="1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2" y="7"/>
                    <a:pt x="2" y="8"/>
                  </a:cubicBezTo>
                  <a:cubicBezTo>
                    <a:pt x="2" y="8"/>
                    <a:pt x="3" y="7"/>
                    <a:pt x="3" y="6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1" y="4"/>
                    <a:pt x="3" y="4"/>
                    <a:pt x="4" y="3"/>
                  </a:cubicBezTo>
                  <a:cubicBezTo>
                    <a:pt x="4" y="2"/>
                    <a:pt x="3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5" name="Freeform 426">
              <a:extLst>
                <a:ext uri="{FF2B5EF4-FFF2-40B4-BE49-F238E27FC236}">
                  <a16:creationId xmlns:a16="http://schemas.microsoft.com/office/drawing/2014/main" id="{FE0EF052-3338-4B65-93F4-6C99B1059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145"/>
              <a:ext cx="8" cy="14"/>
            </a:xfrm>
            <a:custGeom>
              <a:avLst/>
              <a:gdLst>
                <a:gd name="T0" fmla="*/ 8 w 4"/>
                <a:gd name="T1" fmla="*/ 0 h 6"/>
                <a:gd name="T2" fmla="*/ 16 w 4"/>
                <a:gd name="T3" fmla="*/ 49 h 6"/>
                <a:gd name="T4" fmla="*/ 32 w 4"/>
                <a:gd name="T5" fmla="*/ 77 h 6"/>
                <a:gd name="T6" fmla="*/ 24 w 4"/>
                <a:gd name="T7" fmla="*/ 49 h 6"/>
                <a:gd name="T8" fmla="*/ 8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3" y="5"/>
                    <a:pt x="4" y="5"/>
                    <a:pt x="4" y="6"/>
                  </a:cubicBezTo>
                  <a:cubicBezTo>
                    <a:pt x="4" y="5"/>
                    <a:pt x="4" y="4"/>
                    <a:pt x="3" y="4"/>
                  </a:cubicBezTo>
                  <a:cubicBezTo>
                    <a:pt x="3" y="3"/>
                    <a:pt x="0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6" name="Freeform 427">
              <a:extLst>
                <a:ext uri="{FF2B5EF4-FFF2-40B4-BE49-F238E27FC236}">
                  <a16:creationId xmlns:a16="http://schemas.microsoft.com/office/drawing/2014/main" id="{446FDF1C-A441-431C-AC5E-B30860A51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139"/>
              <a:ext cx="4" cy="13"/>
            </a:xfrm>
            <a:custGeom>
              <a:avLst/>
              <a:gdLst>
                <a:gd name="T0" fmla="*/ 8 w 2"/>
                <a:gd name="T1" fmla="*/ 20 h 6"/>
                <a:gd name="T2" fmla="*/ 0 w 2"/>
                <a:gd name="T3" fmla="*/ 33 h 6"/>
                <a:gd name="T4" fmla="*/ 8 w 2"/>
                <a:gd name="T5" fmla="*/ 43 h 6"/>
                <a:gd name="T6" fmla="*/ 16 w 2"/>
                <a:gd name="T7" fmla="*/ 61 h 6"/>
                <a:gd name="T8" fmla="*/ 0 w 2"/>
                <a:gd name="T9" fmla="*/ 33 h 6"/>
                <a:gd name="T10" fmla="*/ 0 w 2"/>
                <a:gd name="T11" fmla="*/ 20 h 6"/>
                <a:gd name="T12" fmla="*/ 8 w 2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6">
                  <a:moveTo>
                    <a:pt x="1" y="2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5"/>
                    <a:pt x="2" y="5"/>
                    <a:pt x="2" y="6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7" name="Freeform 428">
              <a:extLst>
                <a:ext uri="{FF2B5EF4-FFF2-40B4-BE49-F238E27FC236}">
                  <a16:creationId xmlns:a16="http://schemas.microsoft.com/office/drawing/2014/main" id="{6F3A20AB-EC13-42DD-A1D9-A36D40F36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3161"/>
              <a:ext cx="13" cy="9"/>
            </a:xfrm>
            <a:custGeom>
              <a:avLst/>
              <a:gdLst>
                <a:gd name="T0" fmla="*/ 0 w 6"/>
                <a:gd name="T1" fmla="*/ 0 h 4"/>
                <a:gd name="T2" fmla="*/ 9 w 6"/>
                <a:gd name="T3" fmla="*/ 25 h 4"/>
                <a:gd name="T4" fmla="*/ 20 w 6"/>
                <a:gd name="T5" fmla="*/ 25 h 4"/>
                <a:gd name="T6" fmla="*/ 33 w 6"/>
                <a:gd name="T7" fmla="*/ 36 h 4"/>
                <a:gd name="T8" fmla="*/ 61 w 6"/>
                <a:gd name="T9" fmla="*/ 25 h 4"/>
                <a:gd name="T10" fmla="*/ 52 w 6"/>
                <a:gd name="T11" fmla="*/ 25 h 4"/>
                <a:gd name="T12" fmla="*/ 33 w 6"/>
                <a:gd name="T13" fmla="*/ 11 h 4"/>
                <a:gd name="T14" fmla="*/ 9 w 6"/>
                <a:gd name="T15" fmla="*/ 11 h 4"/>
                <a:gd name="T16" fmla="*/ 0 w 6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4"/>
                    <a:pt x="5" y="3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2"/>
                    <a:pt x="4" y="2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8" name="Freeform 429">
              <a:extLst>
                <a:ext uri="{FF2B5EF4-FFF2-40B4-BE49-F238E27FC236}">
                  <a16:creationId xmlns:a16="http://schemas.microsoft.com/office/drawing/2014/main" id="{A8C2D0E1-BBBB-4921-B04E-5B05A0DEA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163"/>
              <a:ext cx="10" cy="5"/>
            </a:xfrm>
            <a:custGeom>
              <a:avLst/>
              <a:gdLst>
                <a:gd name="T0" fmla="*/ 40 w 5"/>
                <a:gd name="T1" fmla="*/ 0 h 2"/>
                <a:gd name="T2" fmla="*/ 24 w 5"/>
                <a:gd name="T3" fmla="*/ 33 h 2"/>
                <a:gd name="T4" fmla="*/ 0 w 5"/>
                <a:gd name="T5" fmla="*/ 0 h 2"/>
                <a:gd name="T6" fmla="*/ 32 w 5"/>
                <a:gd name="T7" fmla="*/ 20 h 2"/>
                <a:gd name="T8" fmla="*/ 40 w 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5" y="1"/>
                    <a:pt x="4" y="2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4" y="1"/>
                    <a:pt x="5" y="0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9" name="Freeform 430">
              <a:extLst>
                <a:ext uri="{FF2B5EF4-FFF2-40B4-BE49-F238E27FC236}">
                  <a16:creationId xmlns:a16="http://schemas.microsoft.com/office/drawing/2014/main" id="{025C84E7-C9D6-4E34-9FC1-801E2AE19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141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8 w 1"/>
                <a:gd name="T5" fmla="*/ 16 h 2"/>
                <a:gd name="T6" fmla="*/ 0 w 1"/>
                <a:gd name="T7" fmla="*/ 8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0" name="Freeform 431">
              <a:extLst>
                <a:ext uri="{FF2B5EF4-FFF2-40B4-BE49-F238E27FC236}">
                  <a16:creationId xmlns:a16="http://schemas.microsoft.com/office/drawing/2014/main" id="{3779A31B-D8D1-47D2-92F4-939DD1F9A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121"/>
              <a:ext cx="6" cy="4"/>
            </a:xfrm>
            <a:custGeom>
              <a:avLst/>
              <a:gdLst>
                <a:gd name="T0" fmla="*/ 16 w 3"/>
                <a:gd name="T1" fmla="*/ 0 h 2"/>
                <a:gd name="T2" fmla="*/ 0 w 3"/>
                <a:gd name="T3" fmla="*/ 16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1" name="Freeform 432">
              <a:extLst>
                <a:ext uri="{FF2B5EF4-FFF2-40B4-BE49-F238E27FC236}">
                  <a16:creationId xmlns:a16="http://schemas.microsoft.com/office/drawing/2014/main" id="{41CE54A7-516F-473E-80E5-541C91EE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132"/>
              <a:ext cx="6" cy="9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25 h 4"/>
                <a:gd name="T4" fmla="*/ 16 w 3"/>
                <a:gd name="T5" fmla="*/ 45 h 4"/>
                <a:gd name="T6" fmla="*/ 16 w 3"/>
                <a:gd name="T7" fmla="*/ 25 h 4"/>
                <a:gd name="T8" fmla="*/ 8 w 3"/>
                <a:gd name="T9" fmla="*/ 11 h 4"/>
                <a:gd name="T10" fmla="*/ 8 w 3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3"/>
                    <a:pt x="3" y="2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2" name="Freeform 433">
              <a:extLst>
                <a:ext uri="{FF2B5EF4-FFF2-40B4-BE49-F238E27FC236}">
                  <a16:creationId xmlns:a16="http://schemas.microsoft.com/office/drawing/2014/main" id="{07CBEEB5-5C3E-491A-9F1D-DA2BDA883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165"/>
              <a:ext cx="11" cy="5"/>
            </a:xfrm>
            <a:custGeom>
              <a:avLst/>
              <a:gdLst>
                <a:gd name="T0" fmla="*/ 0 w 5"/>
                <a:gd name="T1" fmla="*/ 0 h 2"/>
                <a:gd name="T2" fmla="*/ 33 w 5"/>
                <a:gd name="T3" fmla="*/ 20 h 2"/>
                <a:gd name="T4" fmla="*/ 53 w 5"/>
                <a:gd name="T5" fmla="*/ 0 h 2"/>
                <a:gd name="T6" fmla="*/ 33 w 5"/>
                <a:gd name="T7" fmla="*/ 20 h 2"/>
                <a:gd name="T8" fmla="*/ 20 w 5"/>
                <a:gd name="T9" fmla="*/ 0 h 2"/>
                <a:gd name="T10" fmla="*/ 9 w 5"/>
                <a:gd name="T11" fmla="*/ 0 h 2"/>
                <a:gd name="T12" fmla="*/ 0 w 5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0"/>
                    <a:pt x="1" y="1"/>
                    <a:pt x="3" y="1"/>
                  </a:cubicBezTo>
                  <a:cubicBezTo>
                    <a:pt x="3" y="2"/>
                    <a:pt x="4" y="1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3" name="Freeform 434">
              <a:extLst>
                <a:ext uri="{FF2B5EF4-FFF2-40B4-BE49-F238E27FC236}">
                  <a16:creationId xmlns:a16="http://schemas.microsoft.com/office/drawing/2014/main" id="{456500EE-C30A-4A10-A9A8-0EBC95ABD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165"/>
              <a:ext cx="6" cy="3"/>
            </a:xfrm>
            <a:custGeom>
              <a:avLst/>
              <a:gdLst>
                <a:gd name="T0" fmla="*/ 24 w 3"/>
                <a:gd name="T1" fmla="*/ 0 h 1"/>
                <a:gd name="T2" fmla="*/ 16 w 3"/>
                <a:gd name="T3" fmla="*/ 27 h 1"/>
                <a:gd name="T4" fmla="*/ 0 w 3"/>
                <a:gd name="T5" fmla="*/ 27 h 1"/>
                <a:gd name="T6" fmla="*/ 24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4" name="Freeform 435">
              <a:extLst>
                <a:ext uri="{FF2B5EF4-FFF2-40B4-BE49-F238E27FC236}">
                  <a16:creationId xmlns:a16="http://schemas.microsoft.com/office/drawing/2014/main" id="{635C9C7F-A30C-4930-9C9D-207B46F94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152"/>
              <a:ext cx="6" cy="7"/>
            </a:xfrm>
            <a:custGeom>
              <a:avLst/>
              <a:gdLst>
                <a:gd name="T0" fmla="*/ 0 w 3"/>
                <a:gd name="T1" fmla="*/ 12 h 3"/>
                <a:gd name="T2" fmla="*/ 24 w 3"/>
                <a:gd name="T3" fmla="*/ 37 h 3"/>
                <a:gd name="T4" fmla="*/ 16 w 3"/>
                <a:gd name="T5" fmla="*/ 12 h 3"/>
                <a:gd name="T6" fmla="*/ 8 w 3"/>
                <a:gd name="T7" fmla="*/ 12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3" y="2"/>
                    <a:pt x="3" y="3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5" name="Freeform 436">
              <a:extLst>
                <a:ext uri="{FF2B5EF4-FFF2-40B4-BE49-F238E27FC236}">
                  <a16:creationId xmlns:a16="http://schemas.microsoft.com/office/drawing/2014/main" id="{B865505D-AA69-4C55-90B0-0D1CD72FE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150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24 w 5"/>
                <a:gd name="T3" fmla="*/ 33 h 5"/>
                <a:gd name="T4" fmla="*/ 40 w 5"/>
                <a:gd name="T5" fmla="*/ 53 h 5"/>
                <a:gd name="T6" fmla="*/ 16 w 5"/>
                <a:gd name="T7" fmla="*/ 33 h 5"/>
                <a:gd name="T8" fmla="*/ 8 w 5"/>
                <a:gd name="T9" fmla="*/ 20 h 5"/>
                <a:gd name="T10" fmla="*/ 8 w 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2" y="2"/>
                    <a:pt x="3" y="3"/>
                  </a:cubicBezTo>
                  <a:cubicBezTo>
                    <a:pt x="3" y="3"/>
                    <a:pt x="4" y="5"/>
                    <a:pt x="5" y="5"/>
                  </a:cubicBezTo>
                  <a:cubicBezTo>
                    <a:pt x="4" y="5"/>
                    <a:pt x="3" y="4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6" name="Freeform 437">
              <a:extLst>
                <a:ext uri="{FF2B5EF4-FFF2-40B4-BE49-F238E27FC236}">
                  <a16:creationId xmlns:a16="http://schemas.microsoft.com/office/drawing/2014/main" id="{6CB12FE7-182C-482D-9251-EA74A9148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125"/>
              <a:ext cx="6" cy="11"/>
            </a:xfrm>
            <a:custGeom>
              <a:avLst/>
              <a:gdLst>
                <a:gd name="T0" fmla="*/ 0 w 3"/>
                <a:gd name="T1" fmla="*/ 0 h 5"/>
                <a:gd name="T2" fmla="*/ 8 w 3"/>
                <a:gd name="T3" fmla="*/ 53 h 5"/>
                <a:gd name="T4" fmla="*/ 8 w 3"/>
                <a:gd name="T5" fmla="*/ 33 h 5"/>
                <a:gd name="T6" fmla="*/ 8 w 3"/>
                <a:gd name="T7" fmla="*/ 33 h 5"/>
                <a:gd name="T8" fmla="*/ 0 w 3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3" y="3"/>
                    <a:pt x="1" y="5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7" name="Freeform 438">
              <a:extLst>
                <a:ext uri="{FF2B5EF4-FFF2-40B4-BE49-F238E27FC236}">
                  <a16:creationId xmlns:a16="http://schemas.microsoft.com/office/drawing/2014/main" id="{DE46DEE8-CD00-4211-8C2B-7B6B7D57F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119"/>
              <a:ext cx="9" cy="4"/>
            </a:xfrm>
            <a:custGeom>
              <a:avLst/>
              <a:gdLst>
                <a:gd name="T0" fmla="*/ 45 w 4"/>
                <a:gd name="T1" fmla="*/ 16 h 2"/>
                <a:gd name="T2" fmla="*/ 0 w 4"/>
                <a:gd name="T3" fmla="*/ 16 h 2"/>
                <a:gd name="T4" fmla="*/ 11 w 4"/>
                <a:gd name="T5" fmla="*/ 8 h 2"/>
                <a:gd name="T6" fmla="*/ 36 w 4"/>
                <a:gd name="T7" fmla="*/ 16 h 2"/>
                <a:gd name="T8" fmla="*/ 36 w 4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1"/>
                    <a:pt x="1" y="0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1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8" name="Freeform 439">
              <a:extLst>
                <a:ext uri="{FF2B5EF4-FFF2-40B4-BE49-F238E27FC236}">
                  <a16:creationId xmlns:a16="http://schemas.microsoft.com/office/drawing/2014/main" id="{0E37DE64-A93B-4A41-B9D8-DCB177E4D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19"/>
              <a:ext cx="41" cy="51"/>
            </a:xfrm>
            <a:custGeom>
              <a:avLst/>
              <a:gdLst>
                <a:gd name="T0" fmla="*/ 139 w 20"/>
                <a:gd name="T1" fmla="*/ 197 h 23"/>
                <a:gd name="T2" fmla="*/ 156 w 20"/>
                <a:gd name="T3" fmla="*/ 231 h 23"/>
                <a:gd name="T4" fmla="*/ 139 w 20"/>
                <a:gd name="T5" fmla="*/ 251 h 23"/>
                <a:gd name="T6" fmla="*/ 121 w 20"/>
                <a:gd name="T7" fmla="*/ 242 h 23"/>
                <a:gd name="T8" fmla="*/ 105 w 20"/>
                <a:gd name="T9" fmla="*/ 251 h 23"/>
                <a:gd name="T10" fmla="*/ 76 w 20"/>
                <a:gd name="T11" fmla="*/ 242 h 23"/>
                <a:gd name="T12" fmla="*/ 59 w 20"/>
                <a:gd name="T13" fmla="*/ 197 h 23"/>
                <a:gd name="T14" fmla="*/ 43 w 20"/>
                <a:gd name="T15" fmla="*/ 186 h 23"/>
                <a:gd name="T16" fmla="*/ 25 w 20"/>
                <a:gd name="T17" fmla="*/ 153 h 23"/>
                <a:gd name="T18" fmla="*/ 25 w 20"/>
                <a:gd name="T19" fmla="*/ 118 h 23"/>
                <a:gd name="T20" fmla="*/ 8 w 20"/>
                <a:gd name="T21" fmla="*/ 89 h 23"/>
                <a:gd name="T22" fmla="*/ 43 w 20"/>
                <a:gd name="T23" fmla="*/ 20 h 23"/>
                <a:gd name="T24" fmla="*/ 59 w 20"/>
                <a:gd name="T25" fmla="*/ 0 h 23"/>
                <a:gd name="T26" fmla="*/ 96 w 20"/>
                <a:gd name="T27" fmla="*/ 9 h 23"/>
                <a:gd name="T28" fmla="*/ 113 w 20"/>
                <a:gd name="T29" fmla="*/ 0 h 23"/>
                <a:gd name="T30" fmla="*/ 131 w 20"/>
                <a:gd name="T31" fmla="*/ 20 h 23"/>
                <a:gd name="T32" fmla="*/ 105 w 20"/>
                <a:gd name="T33" fmla="*/ 35 h 23"/>
                <a:gd name="T34" fmla="*/ 121 w 20"/>
                <a:gd name="T35" fmla="*/ 64 h 23"/>
                <a:gd name="T36" fmla="*/ 113 w 20"/>
                <a:gd name="T37" fmla="*/ 89 h 23"/>
                <a:gd name="T38" fmla="*/ 121 w 20"/>
                <a:gd name="T39" fmla="*/ 118 h 23"/>
                <a:gd name="T40" fmla="*/ 121 w 20"/>
                <a:gd name="T41" fmla="*/ 153 h 23"/>
                <a:gd name="T42" fmla="*/ 139 w 20"/>
                <a:gd name="T43" fmla="*/ 197 h 2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3">
                  <a:moveTo>
                    <a:pt x="16" y="18"/>
                  </a:moveTo>
                  <a:cubicBezTo>
                    <a:pt x="16" y="19"/>
                    <a:pt x="20" y="19"/>
                    <a:pt x="18" y="21"/>
                  </a:cubicBezTo>
                  <a:cubicBezTo>
                    <a:pt x="18" y="22"/>
                    <a:pt x="17" y="23"/>
                    <a:pt x="16" y="23"/>
                  </a:cubicBezTo>
                  <a:cubicBezTo>
                    <a:pt x="15" y="23"/>
                    <a:pt x="15" y="22"/>
                    <a:pt x="14" y="22"/>
                  </a:cubicBezTo>
                  <a:cubicBezTo>
                    <a:pt x="13" y="21"/>
                    <a:pt x="13" y="23"/>
                    <a:pt x="12" y="23"/>
                  </a:cubicBezTo>
                  <a:cubicBezTo>
                    <a:pt x="11" y="23"/>
                    <a:pt x="10" y="22"/>
                    <a:pt x="9" y="22"/>
                  </a:cubicBezTo>
                  <a:cubicBezTo>
                    <a:pt x="8" y="22"/>
                    <a:pt x="7" y="19"/>
                    <a:pt x="7" y="18"/>
                  </a:cubicBezTo>
                  <a:cubicBezTo>
                    <a:pt x="6" y="17"/>
                    <a:pt x="5" y="17"/>
                    <a:pt x="5" y="17"/>
                  </a:cubicBezTo>
                  <a:cubicBezTo>
                    <a:pt x="4" y="16"/>
                    <a:pt x="3" y="15"/>
                    <a:pt x="3" y="14"/>
                  </a:cubicBezTo>
                  <a:cubicBezTo>
                    <a:pt x="2" y="12"/>
                    <a:pt x="3" y="12"/>
                    <a:pt x="3" y="11"/>
                  </a:cubicBezTo>
                  <a:cubicBezTo>
                    <a:pt x="3" y="9"/>
                    <a:pt x="1" y="9"/>
                    <a:pt x="1" y="8"/>
                  </a:cubicBezTo>
                  <a:cubicBezTo>
                    <a:pt x="0" y="5"/>
                    <a:pt x="3" y="3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12" y="2"/>
                    <a:pt x="12" y="0"/>
                    <a:pt x="13" y="0"/>
                  </a:cubicBezTo>
                  <a:cubicBezTo>
                    <a:pt x="15" y="0"/>
                    <a:pt x="16" y="1"/>
                    <a:pt x="15" y="2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2" y="4"/>
                    <a:pt x="14" y="5"/>
                    <a:pt x="14" y="6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3" y="10"/>
                    <a:pt x="14" y="9"/>
                    <a:pt x="14" y="11"/>
                  </a:cubicBezTo>
                  <a:cubicBezTo>
                    <a:pt x="15" y="12"/>
                    <a:pt x="15" y="13"/>
                    <a:pt x="14" y="14"/>
                  </a:cubicBezTo>
                  <a:cubicBezTo>
                    <a:pt x="12" y="17"/>
                    <a:pt x="16" y="16"/>
                    <a:pt x="16" y="1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9" name="Freeform 440">
              <a:extLst>
                <a:ext uri="{FF2B5EF4-FFF2-40B4-BE49-F238E27FC236}">
                  <a16:creationId xmlns:a16="http://schemas.microsoft.com/office/drawing/2014/main" id="{6EF8BE57-47B1-4BB4-B228-35FA3E7A1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136"/>
              <a:ext cx="2" cy="9"/>
            </a:xfrm>
            <a:custGeom>
              <a:avLst/>
              <a:gdLst>
                <a:gd name="T0" fmla="*/ 0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0" name="Freeform 441">
              <a:extLst>
                <a:ext uri="{FF2B5EF4-FFF2-40B4-BE49-F238E27FC236}">
                  <a16:creationId xmlns:a16="http://schemas.microsoft.com/office/drawing/2014/main" id="{9E059957-D278-48A2-BC2A-D08E7BD75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139"/>
              <a:ext cx="2" cy="4"/>
            </a:xfrm>
            <a:custGeom>
              <a:avLst/>
              <a:gdLst>
                <a:gd name="T0" fmla="*/ 8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1" name="Freeform 442">
              <a:extLst>
                <a:ext uri="{FF2B5EF4-FFF2-40B4-BE49-F238E27FC236}">
                  <a16:creationId xmlns:a16="http://schemas.microsoft.com/office/drawing/2014/main" id="{14FB7ACD-C698-46DE-A73A-7E59D361E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139"/>
              <a:ext cx="4" cy="13"/>
            </a:xfrm>
            <a:custGeom>
              <a:avLst/>
              <a:gdLst>
                <a:gd name="T0" fmla="*/ 16 w 2"/>
                <a:gd name="T1" fmla="*/ 61 h 6"/>
                <a:gd name="T2" fmla="*/ 0 w 2"/>
                <a:gd name="T3" fmla="*/ 33 h 6"/>
                <a:gd name="T4" fmla="*/ 0 w 2"/>
                <a:gd name="T5" fmla="*/ 9 h 6"/>
                <a:gd name="T6" fmla="*/ 0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2" name="Freeform 443">
              <a:extLst>
                <a:ext uri="{FF2B5EF4-FFF2-40B4-BE49-F238E27FC236}">
                  <a16:creationId xmlns:a16="http://schemas.microsoft.com/office/drawing/2014/main" id="{1B5E57D5-D20F-42B5-943E-4F8C836E5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165"/>
              <a:ext cx="4" cy="3"/>
            </a:xfrm>
            <a:custGeom>
              <a:avLst/>
              <a:gdLst>
                <a:gd name="T0" fmla="*/ 16 w 2"/>
                <a:gd name="T1" fmla="*/ 27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3" name="Freeform 444">
              <a:extLst>
                <a:ext uri="{FF2B5EF4-FFF2-40B4-BE49-F238E27FC236}">
                  <a16:creationId xmlns:a16="http://schemas.microsoft.com/office/drawing/2014/main" id="{F1897989-B50B-45B8-8907-F05702D7C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3114"/>
              <a:ext cx="57" cy="58"/>
            </a:xfrm>
            <a:custGeom>
              <a:avLst/>
              <a:gdLst>
                <a:gd name="T0" fmla="*/ 144 w 27"/>
                <a:gd name="T1" fmla="*/ 20 h 26"/>
                <a:gd name="T2" fmla="*/ 76 w 27"/>
                <a:gd name="T3" fmla="*/ 9 h 26"/>
                <a:gd name="T4" fmla="*/ 49 w 27"/>
                <a:gd name="T5" fmla="*/ 199 h 26"/>
                <a:gd name="T6" fmla="*/ 205 w 27"/>
                <a:gd name="T7" fmla="*/ 254 h 26"/>
                <a:gd name="T8" fmla="*/ 236 w 27"/>
                <a:gd name="T9" fmla="*/ 154 h 26"/>
                <a:gd name="T10" fmla="*/ 188 w 27"/>
                <a:gd name="T11" fmla="*/ 80 h 26"/>
                <a:gd name="T12" fmla="*/ 144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2" y="0"/>
                    <a:pt x="10" y="0"/>
                    <a:pt x="8" y="1"/>
                  </a:cubicBezTo>
                  <a:cubicBezTo>
                    <a:pt x="0" y="3"/>
                    <a:pt x="0" y="11"/>
                    <a:pt x="5" y="18"/>
                  </a:cubicBezTo>
                  <a:cubicBezTo>
                    <a:pt x="11" y="24"/>
                    <a:pt x="19" y="26"/>
                    <a:pt x="22" y="23"/>
                  </a:cubicBezTo>
                  <a:cubicBezTo>
                    <a:pt x="26" y="21"/>
                    <a:pt x="27" y="18"/>
                    <a:pt x="25" y="14"/>
                  </a:cubicBezTo>
                  <a:cubicBezTo>
                    <a:pt x="24" y="11"/>
                    <a:pt x="21" y="8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24" name="Freeform 445">
              <a:extLst>
                <a:ext uri="{FF2B5EF4-FFF2-40B4-BE49-F238E27FC236}">
                  <a16:creationId xmlns:a16="http://schemas.microsoft.com/office/drawing/2014/main" id="{E001BCFF-F811-45C4-9C9A-690F22173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27"/>
              <a:ext cx="27" cy="29"/>
            </a:xfrm>
            <a:custGeom>
              <a:avLst/>
              <a:gdLst>
                <a:gd name="T0" fmla="*/ 8 w 13"/>
                <a:gd name="T1" fmla="*/ 20 h 13"/>
                <a:gd name="T2" fmla="*/ 17 w 13"/>
                <a:gd name="T3" fmla="*/ 80 h 13"/>
                <a:gd name="T4" fmla="*/ 81 w 13"/>
                <a:gd name="T5" fmla="*/ 145 h 13"/>
                <a:gd name="T6" fmla="*/ 116 w 13"/>
                <a:gd name="T7" fmla="*/ 134 h 13"/>
                <a:gd name="T8" fmla="*/ 116 w 13"/>
                <a:gd name="T9" fmla="*/ 134 h 13"/>
                <a:gd name="T10" fmla="*/ 81 w 13"/>
                <a:gd name="T11" fmla="*/ 145 h 13"/>
                <a:gd name="T12" fmla="*/ 17 w 13"/>
                <a:gd name="T13" fmla="*/ 80 h 13"/>
                <a:gd name="T14" fmla="*/ 8 w 13"/>
                <a:gd name="T15" fmla="*/ 20 h 13"/>
                <a:gd name="T16" fmla="*/ 35 w 13"/>
                <a:gd name="T17" fmla="*/ 9 h 13"/>
                <a:gd name="T18" fmla="*/ 35 w 13"/>
                <a:gd name="T19" fmla="*/ 9 h 13"/>
                <a:gd name="T20" fmla="*/ 8 w 13"/>
                <a:gd name="T21" fmla="*/ 2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2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10"/>
                    <a:pt x="7" y="12"/>
                    <a:pt x="9" y="13"/>
                  </a:cubicBezTo>
                  <a:cubicBezTo>
                    <a:pt x="11" y="13"/>
                    <a:pt x="12" y="13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10" y="13"/>
                    <a:pt x="9" y="13"/>
                  </a:cubicBezTo>
                  <a:cubicBezTo>
                    <a:pt x="7" y="12"/>
                    <a:pt x="4" y="10"/>
                    <a:pt x="2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5" name="Freeform 446">
              <a:extLst>
                <a:ext uri="{FF2B5EF4-FFF2-40B4-BE49-F238E27FC236}">
                  <a16:creationId xmlns:a16="http://schemas.microsoft.com/office/drawing/2014/main" id="{1D23414A-A839-4999-AC15-2A422FA73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152"/>
              <a:ext cx="71" cy="58"/>
            </a:xfrm>
            <a:custGeom>
              <a:avLst/>
              <a:gdLst>
                <a:gd name="T0" fmla="*/ 117 w 34"/>
                <a:gd name="T1" fmla="*/ 9 h 26"/>
                <a:gd name="T2" fmla="*/ 27 w 34"/>
                <a:gd name="T3" fmla="*/ 65 h 26"/>
                <a:gd name="T4" fmla="*/ 127 w 34"/>
                <a:gd name="T5" fmla="*/ 234 h 26"/>
                <a:gd name="T6" fmla="*/ 292 w 34"/>
                <a:gd name="T7" fmla="*/ 234 h 26"/>
                <a:gd name="T8" fmla="*/ 284 w 34"/>
                <a:gd name="T9" fmla="*/ 145 h 26"/>
                <a:gd name="T10" fmla="*/ 200 w 34"/>
                <a:gd name="T11" fmla="*/ 80 h 26"/>
                <a:gd name="T12" fmla="*/ 117 w 34"/>
                <a:gd name="T13" fmla="*/ 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6">
                  <a:moveTo>
                    <a:pt x="13" y="1"/>
                  </a:moveTo>
                  <a:cubicBezTo>
                    <a:pt x="9" y="0"/>
                    <a:pt x="5" y="1"/>
                    <a:pt x="3" y="6"/>
                  </a:cubicBezTo>
                  <a:cubicBezTo>
                    <a:pt x="0" y="11"/>
                    <a:pt x="5" y="17"/>
                    <a:pt x="14" y="21"/>
                  </a:cubicBezTo>
                  <a:cubicBezTo>
                    <a:pt x="22" y="25"/>
                    <a:pt x="27" y="26"/>
                    <a:pt x="32" y="21"/>
                  </a:cubicBezTo>
                  <a:cubicBezTo>
                    <a:pt x="34" y="19"/>
                    <a:pt x="34" y="16"/>
                    <a:pt x="31" y="13"/>
                  </a:cubicBezTo>
                  <a:cubicBezTo>
                    <a:pt x="29" y="10"/>
                    <a:pt x="26" y="9"/>
                    <a:pt x="22" y="7"/>
                  </a:cubicBezTo>
                  <a:cubicBezTo>
                    <a:pt x="20" y="6"/>
                    <a:pt x="17" y="2"/>
                    <a:pt x="13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26" name="Freeform 447">
              <a:extLst>
                <a:ext uri="{FF2B5EF4-FFF2-40B4-BE49-F238E27FC236}">
                  <a16:creationId xmlns:a16="http://schemas.microsoft.com/office/drawing/2014/main" id="{49A12E72-2BFA-4525-B625-D924BF40B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163"/>
              <a:ext cx="40" cy="27"/>
            </a:xfrm>
            <a:custGeom>
              <a:avLst/>
              <a:gdLst>
                <a:gd name="T0" fmla="*/ 168 w 19"/>
                <a:gd name="T1" fmla="*/ 117 h 12"/>
                <a:gd name="T2" fmla="*/ 168 w 19"/>
                <a:gd name="T3" fmla="*/ 126 h 12"/>
                <a:gd name="T4" fmla="*/ 67 w 19"/>
                <a:gd name="T5" fmla="*/ 101 h 12"/>
                <a:gd name="T6" fmla="*/ 8 w 19"/>
                <a:gd name="T7" fmla="*/ 25 h 12"/>
                <a:gd name="T8" fmla="*/ 36 w 19"/>
                <a:gd name="T9" fmla="*/ 11 h 12"/>
                <a:gd name="T10" fmla="*/ 36 w 19"/>
                <a:gd name="T11" fmla="*/ 11 h 12"/>
                <a:gd name="T12" fmla="*/ 8 w 19"/>
                <a:gd name="T13" fmla="*/ 25 h 12"/>
                <a:gd name="T14" fmla="*/ 67 w 19"/>
                <a:gd name="T15" fmla="*/ 101 h 12"/>
                <a:gd name="T16" fmla="*/ 168 w 19"/>
                <a:gd name="T17" fmla="*/ 126 h 12"/>
                <a:gd name="T18" fmla="*/ 168 w 19"/>
                <a:gd name="T19" fmla="*/ 11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2">
                  <a:moveTo>
                    <a:pt x="18" y="10"/>
                  </a:moveTo>
                  <a:cubicBezTo>
                    <a:pt x="18" y="10"/>
                    <a:pt x="18" y="11"/>
                    <a:pt x="18" y="11"/>
                  </a:cubicBezTo>
                  <a:cubicBezTo>
                    <a:pt x="17" y="12"/>
                    <a:pt x="13" y="12"/>
                    <a:pt x="7" y="9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6"/>
                    <a:pt x="7" y="9"/>
                  </a:cubicBezTo>
                  <a:cubicBezTo>
                    <a:pt x="13" y="12"/>
                    <a:pt x="17" y="12"/>
                    <a:pt x="18" y="11"/>
                  </a:cubicBezTo>
                  <a:cubicBezTo>
                    <a:pt x="19" y="11"/>
                    <a:pt x="19" y="10"/>
                    <a:pt x="18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7" name="Freeform 448">
              <a:extLst>
                <a:ext uri="{FF2B5EF4-FFF2-40B4-BE49-F238E27FC236}">
                  <a16:creationId xmlns:a16="http://schemas.microsoft.com/office/drawing/2014/main" id="{BD697595-344C-4A0D-89AB-9F41CB8F7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159"/>
              <a:ext cx="53" cy="47"/>
            </a:xfrm>
            <a:custGeom>
              <a:avLst/>
              <a:gdLst>
                <a:gd name="T0" fmla="*/ 104 w 25"/>
                <a:gd name="T1" fmla="*/ 9 h 21"/>
                <a:gd name="T2" fmla="*/ 28 w 25"/>
                <a:gd name="T3" fmla="*/ 20 h 21"/>
                <a:gd name="T4" fmla="*/ 0 w 25"/>
                <a:gd name="T5" fmla="*/ 101 h 21"/>
                <a:gd name="T6" fmla="*/ 144 w 25"/>
                <a:gd name="T7" fmla="*/ 215 h 21"/>
                <a:gd name="T8" fmla="*/ 220 w 25"/>
                <a:gd name="T9" fmla="*/ 65 h 21"/>
                <a:gd name="T10" fmla="*/ 104 w 25"/>
                <a:gd name="T11" fmla="*/ 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1">
                  <a:moveTo>
                    <a:pt x="11" y="1"/>
                  </a:moveTo>
                  <a:cubicBezTo>
                    <a:pt x="8" y="1"/>
                    <a:pt x="5" y="0"/>
                    <a:pt x="3" y="2"/>
                  </a:cubicBezTo>
                  <a:cubicBezTo>
                    <a:pt x="1" y="4"/>
                    <a:pt x="0" y="7"/>
                    <a:pt x="0" y="9"/>
                  </a:cubicBezTo>
                  <a:cubicBezTo>
                    <a:pt x="0" y="16"/>
                    <a:pt x="7" y="21"/>
                    <a:pt x="15" y="19"/>
                  </a:cubicBezTo>
                  <a:cubicBezTo>
                    <a:pt x="22" y="17"/>
                    <a:pt x="25" y="10"/>
                    <a:pt x="23" y="6"/>
                  </a:cubicBezTo>
                  <a:cubicBezTo>
                    <a:pt x="20" y="2"/>
                    <a:pt x="18" y="2"/>
                    <a:pt x="11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28" name="Freeform 449">
              <a:extLst>
                <a:ext uri="{FF2B5EF4-FFF2-40B4-BE49-F238E27FC236}">
                  <a16:creationId xmlns:a16="http://schemas.microsoft.com/office/drawing/2014/main" id="{780482D2-BB4B-4A29-8FBE-E98157F51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3172"/>
              <a:ext cx="31" cy="20"/>
            </a:xfrm>
            <a:custGeom>
              <a:avLst/>
              <a:gdLst>
                <a:gd name="T0" fmla="*/ 107 w 15"/>
                <a:gd name="T1" fmla="*/ 0 h 9"/>
                <a:gd name="T2" fmla="*/ 124 w 15"/>
                <a:gd name="T3" fmla="*/ 53 h 9"/>
                <a:gd name="T4" fmla="*/ 52 w 15"/>
                <a:gd name="T5" fmla="*/ 89 h 9"/>
                <a:gd name="T6" fmla="*/ 8 w 15"/>
                <a:gd name="T7" fmla="*/ 44 h 9"/>
                <a:gd name="T8" fmla="*/ 17 w 15"/>
                <a:gd name="T9" fmla="*/ 0 h 9"/>
                <a:gd name="T10" fmla="*/ 17 w 15"/>
                <a:gd name="T11" fmla="*/ 0 h 9"/>
                <a:gd name="T12" fmla="*/ 8 w 15"/>
                <a:gd name="T13" fmla="*/ 44 h 9"/>
                <a:gd name="T14" fmla="*/ 52 w 15"/>
                <a:gd name="T15" fmla="*/ 89 h 9"/>
                <a:gd name="T16" fmla="*/ 124 w 15"/>
                <a:gd name="T17" fmla="*/ 53 h 9"/>
                <a:gd name="T18" fmla="*/ 107 w 15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9">
                  <a:moveTo>
                    <a:pt x="12" y="0"/>
                  </a:moveTo>
                  <a:cubicBezTo>
                    <a:pt x="14" y="2"/>
                    <a:pt x="15" y="3"/>
                    <a:pt x="14" y="5"/>
                  </a:cubicBezTo>
                  <a:cubicBezTo>
                    <a:pt x="13" y="7"/>
                    <a:pt x="10" y="8"/>
                    <a:pt x="6" y="8"/>
                  </a:cubicBezTo>
                  <a:cubicBezTo>
                    <a:pt x="3" y="7"/>
                    <a:pt x="1" y="5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1" y="5"/>
                    <a:pt x="3" y="7"/>
                    <a:pt x="6" y="8"/>
                  </a:cubicBezTo>
                  <a:cubicBezTo>
                    <a:pt x="10" y="9"/>
                    <a:pt x="13" y="7"/>
                    <a:pt x="14" y="5"/>
                  </a:cubicBezTo>
                  <a:cubicBezTo>
                    <a:pt x="15" y="3"/>
                    <a:pt x="14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9" name="Freeform 450">
              <a:extLst>
                <a:ext uri="{FF2B5EF4-FFF2-40B4-BE49-F238E27FC236}">
                  <a16:creationId xmlns:a16="http://schemas.microsoft.com/office/drawing/2014/main" id="{B11F3A78-16E1-44DB-9435-795DD43B5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163"/>
              <a:ext cx="57" cy="60"/>
            </a:xfrm>
            <a:custGeom>
              <a:avLst/>
              <a:gdLst>
                <a:gd name="T0" fmla="*/ 169 w 27"/>
                <a:gd name="T1" fmla="*/ 251 h 27"/>
                <a:gd name="T2" fmla="*/ 205 w 27"/>
                <a:gd name="T3" fmla="*/ 89 h 27"/>
                <a:gd name="T4" fmla="*/ 49 w 27"/>
                <a:gd name="T5" fmla="*/ 53 h 27"/>
                <a:gd name="T6" fmla="*/ 169 w 27"/>
                <a:gd name="T7" fmla="*/ 25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7">
                  <a:moveTo>
                    <a:pt x="18" y="23"/>
                  </a:moveTo>
                  <a:cubicBezTo>
                    <a:pt x="25" y="21"/>
                    <a:pt x="27" y="14"/>
                    <a:pt x="22" y="8"/>
                  </a:cubicBezTo>
                  <a:cubicBezTo>
                    <a:pt x="18" y="1"/>
                    <a:pt x="11" y="0"/>
                    <a:pt x="5" y="5"/>
                  </a:cubicBezTo>
                  <a:cubicBezTo>
                    <a:pt x="0" y="10"/>
                    <a:pt x="7" y="27"/>
                    <a:pt x="18" y="2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30" name="Freeform 451">
              <a:extLst>
                <a:ext uri="{FF2B5EF4-FFF2-40B4-BE49-F238E27FC236}">
                  <a16:creationId xmlns:a16="http://schemas.microsoft.com/office/drawing/2014/main" id="{B3768EEB-CBF8-4364-BF61-CD72FDAD8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181"/>
              <a:ext cx="27" cy="25"/>
            </a:xfrm>
            <a:custGeom>
              <a:avLst/>
              <a:gdLst>
                <a:gd name="T0" fmla="*/ 108 w 13"/>
                <a:gd name="T1" fmla="*/ 11 h 11"/>
                <a:gd name="T2" fmla="*/ 116 w 13"/>
                <a:gd name="T3" fmla="*/ 73 h 11"/>
                <a:gd name="T4" fmla="*/ 73 w 13"/>
                <a:gd name="T5" fmla="*/ 118 h 11"/>
                <a:gd name="T6" fmla="*/ 17 w 13"/>
                <a:gd name="T7" fmla="*/ 82 h 11"/>
                <a:gd name="T8" fmla="*/ 8 w 13"/>
                <a:gd name="T9" fmla="*/ 0 h 11"/>
                <a:gd name="T10" fmla="*/ 8 w 13"/>
                <a:gd name="T11" fmla="*/ 0 h 11"/>
                <a:gd name="T12" fmla="*/ 17 w 13"/>
                <a:gd name="T13" fmla="*/ 82 h 11"/>
                <a:gd name="T14" fmla="*/ 73 w 13"/>
                <a:gd name="T15" fmla="*/ 130 h 11"/>
                <a:gd name="T16" fmla="*/ 116 w 13"/>
                <a:gd name="T17" fmla="*/ 73 h 11"/>
                <a:gd name="T18" fmla="*/ 108 w 13"/>
                <a:gd name="T19" fmla="*/ 1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1"/>
                  </a:moveTo>
                  <a:cubicBezTo>
                    <a:pt x="13" y="2"/>
                    <a:pt x="13" y="4"/>
                    <a:pt x="13" y="6"/>
                  </a:cubicBezTo>
                  <a:cubicBezTo>
                    <a:pt x="12" y="9"/>
                    <a:pt x="10" y="10"/>
                    <a:pt x="8" y="10"/>
                  </a:cubicBezTo>
                  <a:cubicBezTo>
                    <a:pt x="6" y="11"/>
                    <a:pt x="3" y="9"/>
                    <a:pt x="2" y="7"/>
                  </a:cubicBezTo>
                  <a:cubicBezTo>
                    <a:pt x="0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9"/>
                    <a:pt x="6" y="11"/>
                    <a:pt x="8" y="11"/>
                  </a:cubicBezTo>
                  <a:cubicBezTo>
                    <a:pt x="10" y="10"/>
                    <a:pt x="12" y="9"/>
                    <a:pt x="13" y="6"/>
                  </a:cubicBezTo>
                  <a:cubicBezTo>
                    <a:pt x="13" y="4"/>
                    <a:pt x="13" y="2"/>
                    <a:pt x="1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1" name="Freeform 452">
              <a:extLst>
                <a:ext uri="{FF2B5EF4-FFF2-40B4-BE49-F238E27FC236}">
                  <a16:creationId xmlns:a16="http://schemas.microsoft.com/office/drawing/2014/main" id="{45B1A61A-4F4E-4F4F-A016-6187DE6B0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043"/>
              <a:ext cx="71" cy="58"/>
            </a:xfrm>
            <a:custGeom>
              <a:avLst/>
              <a:gdLst>
                <a:gd name="T0" fmla="*/ 117 w 34"/>
                <a:gd name="T1" fmla="*/ 9 h 26"/>
                <a:gd name="T2" fmla="*/ 27 w 34"/>
                <a:gd name="T3" fmla="*/ 65 h 26"/>
                <a:gd name="T4" fmla="*/ 117 w 34"/>
                <a:gd name="T5" fmla="*/ 234 h 26"/>
                <a:gd name="T6" fmla="*/ 284 w 34"/>
                <a:gd name="T7" fmla="*/ 234 h 26"/>
                <a:gd name="T8" fmla="*/ 284 w 34"/>
                <a:gd name="T9" fmla="*/ 145 h 26"/>
                <a:gd name="T10" fmla="*/ 200 w 34"/>
                <a:gd name="T11" fmla="*/ 80 h 26"/>
                <a:gd name="T12" fmla="*/ 117 w 34"/>
                <a:gd name="T13" fmla="*/ 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6">
                  <a:moveTo>
                    <a:pt x="13" y="1"/>
                  </a:moveTo>
                  <a:cubicBezTo>
                    <a:pt x="8" y="0"/>
                    <a:pt x="5" y="1"/>
                    <a:pt x="3" y="6"/>
                  </a:cubicBezTo>
                  <a:cubicBezTo>
                    <a:pt x="0" y="11"/>
                    <a:pt x="5" y="17"/>
                    <a:pt x="13" y="21"/>
                  </a:cubicBezTo>
                  <a:cubicBezTo>
                    <a:pt x="22" y="25"/>
                    <a:pt x="27" y="26"/>
                    <a:pt x="31" y="21"/>
                  </a:cubicBezTo>
                  <a:cubicBezTo>
                    <a:pt x="34" y="19"/>
                    <a:pt x="34" y="16"/>
                    <a:pt x="31" y="13"/>
                  </a:cubicBezTo>
                  <a:cubicBezTo>
                    <a:pt x="29" y="10"/>
                    <a:pt x="26" y="9"/>
                    <a:pt x="22" y="7"/>
                  </a:cubicBezTo>
                  <a:cubicBezTo>
                    <a:pt x="20" y="6"/>
                    <a:pt x="17" y="2"/>
                    <a:pt x="13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32" name="Freeform 453">
              <a:extLst>
                <a:ext uri="{FF2B5EF4-FFF2-40B4-BE49-F238E27FC236}">
                  <a16:creationId xmlns:a16="http://schemas.microsoft.com/office/drawing/2014/main" id="{AC4275F7-48AD-48C9-B552-A746D0059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054"/>
              <a:ext cx="40" cy="27"/>
            </a:xfrm>
            <a:custGeom>
              <a:avLst/>
              <a:gdLst>
                <a:gd name="T0" fmla="*/ 168 w 19"/>
                <a:gd name="T1" fmla="*/ 117 h 12"/>
                <a:gd name="T2" fmla="*/ 168 w 19"/>
                <a:gd name="T3" fmla="*/ 126 h 12"/>
                <a:gd name="T4" fmla="*/ 67 w 19"/>
                <a:gd name="T5" fmla="*/ 101 h 12"/>
                <a:gd name="T6" fmla="*/ 8 w 19"/>
                <a:gd name="T7" fmla="*/ 25 h 12"/>
                <a:gd name="T8" fmla="*/ 36 w 19"/>
                <a:gd name="T9" fmla="*/ 0 h 12"/>
                <a:gd name="T10" fmla="*/ 36 w 19"/>
                <a:gd name="T11" fmla="*/ 0 h 12"/>
                <a:gd name="T12" fmla="*/ 0 w 19"/>
                <a:gd name="T13" fmla="*/ 25 h 12"/>
                <a:gd name="T14" fmla="*/ 57 w 19"/>
                <a:gd name="T15" fmla="*/ 101 h 12"/>
                <a:gd name="T16" fmla="*/ 168 w 19"/>
                <a:gd name="T17" fmla="*/ 126 h 12"/>
                <a:gd name="T18" fmla="*/ 168 w 19"/>
                <a:gd name="T19" fmla="*/ 11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2">
                  <a:moveTo>
                    <a:pt x="18" y="10"/>
                  </a:moveTo>
                  <a:cubicBezTo>
                    <a:pt x="18" y="10"/>
                    <a:pt x="18" y="11"/>
                    <a:pt x="18" y="11"/>
                  </a:cubicBezTo>
                  <a:cubicBezTo>
                    <a:pt x="17" y="12"/>
                    <a:pt x="13" y="12"/>
                    <a:pt x="7" y="9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6"/>
                    <a:pt x="6" y="9"/>
                  </a:cubicBezTo>
                  <a:cubicBezTo>
                    <a:pt x="13" y="12"/>
                    <a:pt x="17" y="12"/>
                    <a:pt x="18" y="11"/>
                  </a:cubicBezTo>
                  <a:cubicBezTo>
                    <a:pt x="19" y="11"/>
                    <a:pt x="18" y="10"/>
                    <a:pt x="18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3" name="Freeform 454">
              <a:extLst>
                <a:ext uri="{FF2B5EF4-FFF2-40B4-BE49-F238E27FC236}">
                  <a16:creationId xmlns:a16="http://schemas.microsoft.com/office/drawing/2014/main" id="{F0C50AC0-DCD8-419B-A3AE-8AC36AFD8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230"/>
              <a:ext cx="62" cy="67"/>
            </a:xfrm>
            <a:custGeom>
              <a:avLst/>
              <a:gdLst>
                <a:gd name="T0" fmla="*/ 132 w 30"/>
                <a:gd name="T1" fmla="*/ 20 h 30"/>
                <a:gd name="T2" fmla="*/ 35 w 30"/>
                <a:gd name="T3" fmla="*/ 36 h 30"/>
                <a:gd name="T4" fmla="*/ 81 w 30"/>
                <a:gd name="T5" fmla="*/ 235 h 30"/>
                <a:gd name="T6" fmla="*/ 231 w 30"/>
                <a:gd name="T7" fmla="*/ 299 h 30"/>
                <a:gd name="T8" fmla="*/ 248 w 30"/>
                <a:gd name="T9" fmla="*/ 210 h 30"/>
                <a:gd name="T10" fmla="*/ 192 w 30"/>
                <a:gd name="T11" fmla="*/ 125 h 30"/>
                <a:gd name="T12" fmla="*/ 132 w 30"/>
                <a:gd name="T13" fmla="*/ 2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15" y="2"/>
                  </a:moveTo>
                  <a:cubicBezTo>
                    <a:pt x="11" y="0"/>
                    <a:pt x="7" y="0"/>
                    <a:pt x="4" y="3"/>
                  </a:cubicBezTo>
                  <a:cubicBezTo>
                    <a:pt x="0" y="8"/>
                    <a:pt x="2" y="15"/>
                    <a:pt x="9" y="21"/>
                  </a:cubicBezTo>
                  <a:cubicBezTo>
                    <a:pt x="15" y="28"/>
                    <a:pt x="20" y="30"/>
                    <a:pt x="26" y="27"/>
                  </a:cubicBezTo>
                  <a:cubicBezTo>
                    <a:pt x="29" y="26"/>
                    <a:pt x="30" y="23"/>
                    <a:pt x="28" y="19"/>
                  </a:cubicBezTo>
                  <a:cubicBezTo>
                    <a:pt x="27" y="16"/>
                    <a:pt x="25" y="14"/>
                    <a:pt x="22" y="11"/>
                  </a:cubicBezTo>
                  <a:cubicBezTo>
                    <a:pt x="20" y="9"/>
                    <a:pt x="18" y="4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34" name="Freeform 455">
              <a:extLst>
                <a:ext uri="{FF2B5EF4-FFF2-40B4-BE49-F238E27FC236}">
                  <a16:creationId xmlns:a16="http://schemas.microsoft.com/office/drawing/2014/main" id="{F79BE9F3-CAA6-44DF-BBA2-91D23DFE7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241"/>
              <a:ext cx="32" cy="38"/>
            </a:xfrm>
            <a:custGeom>
              <a:avLst/>
              <a:gdLst>
                <a:gd name="T0" fmla="*/ 145 w 15"/>
                <a:gd name="T1" fmla="*/ 170 h 17"/>
                <a:gd name="T2" fmla="*/ 137 w 15"/>
                <a:gd name="T3" fmla="*/ 179 h 17"/>
                <a:gd name="T4" fmla="*/ 41 w 15"/>
                <a:gd name="T5" fmla="*/ 110 h 17"/>
                <a:gd name="T6" fmla="*/ 9 w 15"/>
                <a:gd name="T7" fmla="*/ 20 h 17"/>
                <a:gd name="T8" fmla="*/ 49 w 15"/>
                <a:gd name="T9" fmla="*/ 9 h 17"/>
                <a:gd name="T10" fmla="*/ 49 w 15"/>
                <a:gd name="T11" fmla="*/ 9 h 17"/>
                <a:gd name="T12" fmla="*/ 9 w 15"/>
                <a:gd name="T13" fmla="*/ 20 h 17"/>
                <a:gd name="T14" fmla="*/ 41 w 15"/>
                <a:gd name="T15" fmla="*/ 110 h 17"/>
                <a:gd name="T16" fmla="*/ 137 w 15"/>
                <a:gd name="T17" fmla="*/ 179 h 17"/>
                <a:gd name="T18" fmla="*/ 145 w 15"/>
                <a:gd name="T19" fmla="*/ 17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7">
                  <a:moveTo>
                    <a:pt x="15" y="15"/>
                  </a:moveTo>
                  <a:cubicBezTo>
                    <a:pt x="15" y="15"/>
                    <a:pt x="15" y="16"/>
                    <a:pt x="14" y="16"/>
                  </a:cubicBezTo>
                  <a:cubicBezTo>
                    <a:pt x="13" y="16"/>
                    <a:pt x="9" y="15"/>
                    <a:pt x="4" y="10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0" y="3"/>
                    <a:pt x="0" y="6"/>
                    <a:pt x="4" y="10"/>
                  </a:cubicBezTo>
                  <a:cubicBezTo>
                    <a:pt x="9" y="15"/>
                    <a:pt x="13" y="17"/>
                    <a:pt x="14" y="16"/>
                  </a:cubicBezTo>
                  <a:cubicBezTo>
                    <a:pt x="15" y="16"/>
                    <a:pt x="15" y="15"/>
                    <a:pt x="15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5" name="Freeform 456">
              <a:extLst>
                <a:ext uri="{FF2B5EF4-FFF2-40B4-BE49-F238E27FC236}">
                  <a16:creationId xmlns:a16="http://schemas.microsoft.com/office/drawing/2014/main" id="{AB679A3C-39C4-4585-9EA9-8CF34B702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3246"/>
              <a:ext cx="40" cy="53"/>
            </a:xfrm>
            <a:custGeom>
              <a:avLst/>
              <a:gdLst>
                <a:gd name="T0" fmla="*/ 160 w 19"/>
                <a:gd name="T1" fmla="*/ 150 h 24"/>
                <a:gd name="T2" fmla="*/ 160 w 19"/>
                <a:gd name="T3" fmla="*/ 64 h 24"/>
                <a:gd name="T4" fmla="*/ 112 w 19"/>
                <a:gd name="T5" fmla="*/ 20 h 24"/>
                <a:gd name="T6" fmla="*/ 0 w 19"/>
                <a:gd name="T7" fmla="*/ 141 h 24"/>
                <a:gd name="T8" fmla="*/ 93 w 19"/>
                <a:gd name="T9" fmla="*/ 250 h 24"/>
                <a:gd name="T10" fmla="*/ 160 w 19"/>
                <a:gd name="T11" fmla="*/ 15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7" y="14"/>
                  </a:moveTo>
                  <a:cubicBezTo>
                    <a:pt x="18" y="11"/>
                    <a:pt x="19" y="9"/>
                    <a:pt x="17" y="6"/>
                  </a:cubicBezTo>
                  <a:cubicBezTo>
                    <a:pt x="16" y="4"/>
                    <a:pt x="15" y="2"/>
                    <a:pt x="12" y="2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5" y="24"/>
                    <a:pt x="10" y="23"/>
                  </a:cubicBezTo>
                  <a:cubicBezTo>
                    <a:pt x="13" y="22"/>
                    <a:pt x="15" y="20"/>
                    <a:pt x="17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36" name="Freeform 457">
              <a:extLst>
                <a:ext uri="{FF2B5EF4-FFF2-40B4-BE49-F238E27FC236}">
                  <a16:creationId xmlns:a16="http://schemas.microsoft.com/office/drawing/2014/main" id="{B470561A-1337-4569-9908-EC21C6779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3259"/>
              <a:ext cx="19" cy="29"/>
            </a:xfrm>
            <a:custGeom>
              <a:avLst/>
              <a:gdLst>
                <a:gd name="T0" fmla="*/ 68 w 9"/>
                <a:gd name="T1" fmla="*/ 125 h 13"/>
                <a:gd name="T2" fmla="*/ 17 w 9"/>
                <a:gd name="T3" fmla="*/ 134 h 13"/>
                <a:gd name="T4" fmla="*/ 17 w 9"/>
                <a:gd name="T5" fmla="*/ 45 h 13"/>
                <a:gd name="T6" fmla="*/ 57 w 9"/>
                <a:gd name="T7" fmla="*/ 0 h 13"/>
                <a:gd name="T8" fmla="*/ 84 w 9"/>
                <a:gd name="T9" fmla="*/ 20 h 13"/>
                <a:gd name="T10" fmla="*/ 84 w 9"/>
                <a:gd name="T11" fmla="*/ 20 h 13"/>
                <a:gd name="T12" fmla="*/ 57 w 9"/>
                <a:gd name="T13" fmla="*/ 0 h 13"/>
                <a:gd name="T14" fmla="*/ 17 w 9"/>
                <a:gd name="T15" fmla="*/ 45 h 13"/>
                <a:gd name="T16" fmla="*/ 17 w 9"/>
                <a:gd name="T17" fmla="*/ 134 h 13"/>
                <a:gd name="T18" fmla="*/ 68 w 9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3">
                  <a:moveTo>
                    <a:pt x="7" y="11"/>
                  </a:moveTo>
                  <a:cubicBezTo>
                    <a:pt x="5" y="13"/>
                    <a:pt x="4" y="13"/>
                    <a:pt x="2" y="12"/>
                  </a:cubicBezTo>
                  <a:cubicBezTo>
                    <a:pt x="1" y="11"/>
                    <a:pt x="0" y="8"/>
                    <a:pt x="2" y="4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8" y="0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0"/>
                    <a:pt x="3" y="1"/>
                    <a:pt x="2" y="4"/>
                  </a:cubicBezTo>
                  <a:cubicBezTo>
                    <a:pt x="0" y="8"/>
                    <a:pt x="1" y="11"/>
                    <a:pt x="2" y="12"/>
                  </a:cubicBezTo>
                  <a:cubicBezTo>
                    <a:pt x="4" y="13"/>
                    <a:pt x="5" y="13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7" name="Freeform 458">
              <a:extLst>
                <a:ext uri="{FF2B5EF4-FFF2-40B4-BE49-F238E27FC236}">
                  <a16:creationId xmlns:a16="http://schemas.microsoft.com/office/drawing/2014/main" id="{0859CFF9-5B19-43D9-979E-450B7E660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402"/>
              <a:ext cx="49" cy="49"/>
            </a:xfrm>
            <a:custGeom>
              <a:avLst/>
              <a:gdLst>
                <a:gd name="T0" fmla="*/ 164 w 23"/>
                <a:gd name="T1" fmla="*/ 36 h 22"/>
                <a:gd name="T2" fmla="*/ 85 w 23"/>
                <a:gd name="T3" fmla="*/ 0 h 22"/>
                <a:gd name="T4" fmla="*/ 28 w 23"/>
                <a:gd name="T5" fmla="*/ 45 h 22"/>
                <a:gd name="T6" fmla="*/ 96 w 23"/>
                <a:gd name="T7" fmla="*/ 209 h 22"/>
                <a:gd name="T8" fmla="*/ 222 w 23"/>
                <a:gd name="T9" fmla="*/ 145 h 22"/>
                <a:gd name="T10" fmla="*/ 164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1"/>
                    <a:pt x="5" y="2"/>
                    <a:pt x="3" y="4"/>
                  </a:cubicBezTo>
                  <a:cubicBezTo>
                    <a:pt x="0" y="9"/>
                    <a:pt x="4" y="17"/>
                    <a:pt x="10" y="19"/>
                  </a:cubicBezTo>
                  <a:cubicBezTo>
                    <a:pt x="17" y="22"/>
                    <a:pt x="23" y="18"/>
                    <a:pt x="23" y="13"/>
                  </a:cubicBezTo>
                  <a:cubicBezTo>
                    <a:pt x="23" y="9"/>
                    <a:pt x="21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38" name="Freeform 459">
              <a:extLst>
                <a:ext uri="{FF2B5EF4-FFF2-40B4-BE49-F238E27FC236}">
                  <a16:creationId xmlns:a16="http://schemas.microsoft.com/office/drawing/2014/main" id="{1800FEC5-4B85-4598-834A-594615A14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3413"/>
              <a:ext cx="25" cy="25"/>
            </a:xfrm>
            <a:custGeom>
              <a:avLst/>
              <a:gdLst>
                <a:gd name="T0" fmla="*/ 100 w 12"/>
                <a:gd name="T1" fmla="*/ 57 h 11"/>
                <a:gd name="T2" fmla="*/ 92 w 12"/>
                <a:gd name="T3" fmla="*/ 102 h 11"/>
                <a:gd name="T4" fmla="*/ 27 w 12"/>
                <a:gd name="T5" fmla="*/ 93 h 11"/>
                <a:gd name="T6" fmla="*/ 0 w 12"/>
                <a:gd name="T7" fmla="*/ 25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25 h 11"/>
                <a:gd name="T14" fmla="*/ 17 w 12"/>
                <a:gd name="T15" fmla="*/ 93 h 11"/>
                <a:gd name="T16" fmla="*/ 92 w 12"/>
                <a:gd name="T17" fmla="*/ 118 h 11"/>
                <a:gd name="T18" fmla="*/ 100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1" y="9"/>
                    <a:pt x="10" y="9"/>
                  </a:cubicBezTo>
                  <a:cubicBezTo>
                    <a:pt x="8" y="10"/>
                    <a:pt x="5" y="10"/>
                    <a:pt x="3" y="8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1"/>
                    <a:pt x="10" y="10"/>
                  </a:cubicBezTo>
                  <a:cubicBezTo>
                    <a:pt x="11" y="9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9" name="Freeform 460">
              <a:extLst>
                <a:ext uri="{FF2B5EF4-FFF2-40B4-BE49-F238E27FC236}">
                  <a16:creationId xmlns:a16="http://schemas.microsoft.com/office/drawing/2014/main" id="{41996A68-D610-45EC-975F-24F35B2EF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3241"/>
              <a:ext cx="48" cy="49"/>
            </a:xfrm>
            <a:custGeom>
              <a:avLst/>
              <a:gdLst>
                <a:gd name="T0" fmla="*/ 152 w 23"/>
                <a:gd name="T1" fmla="*/ 45 h 22"/>
                <a:gd name="T2" fmla="*/ 83 w 23"/>
                <a:gd name="T3" fmla="*/ 9 h 22"/>
                <a:gd name="T4" fmla="*/ 27 w 23"/>
                <a:gd name="T5" fmla="*/ 53 h 22"/>
                <a:gd name="T6" fmla="*/ 92 w 23"/>
                <a:gd name="T7" fmla="*/ 223 h 22"/>
                <a:gd name="T8" fmla="*/ 209 w 23"/>
                <a:gd name="T9" fmla="*/ 154 h 22"/>
                <a:gd name="T10" fmla="*/ 152 w 23"/>
                <a:gd name="T11" fmla="*/ 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4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7" y="1"/>
                    <a:pt x="4" y="2"/>
                    <a:pt x="3" y="5"/>
                  </a:cubicBezTo>
                  <a:cubicBezTo>
                    <a:pt x="0" y="10"/>
                    <a:pt x="3" y="17"/>
                    <a:pt x="10" y="20"/>
                  </a:cubicBezTo>
                  <a:cubicBezTo>
                    <a:pt x="17" y="22"/>
                    <a:pt x="22" y="18"/>
                    <a:pt x="23" y="14"/>
                  </a:cubicBezTo>
                  <a:cubicBezTo>
                    <a:pt x="23" y="9"/>
                    <a:pt x="21" y="8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40" name="Freeform 461">
              <a:extLst>
                <a:ext uri="{FF2B5EF4-FFF2-40B4-BE49-F238E27FC236}">
                  <a16:creationId xmlns:a16="http://schemas.microsoft.com/office/drawing/2014/main" id="{7033290F-FE74-4CCC-959E-2E9678AD0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252"/>
              <a:ext cx="25" cy="25"/>
            </a:xfrm>
            <a:custGeom>
              <a:avLst/>
              <a:gdLst>
                <a:gd name="T0" fmla="*/ 108 w 12"/>
                <a:gd name="T1" fmla="*/ 73 h 11"/>
                <a:gd name="T2" fmla="*/ 100 w 12"/>
                <a:gd name="T3" fmla="*/ 118 h 11"/>
                <a:gd name="T4" fmla="*/ 27 w 12"/>
                <a:gd name="T5" fmla="*/ 93 h 11"/>
                <a:gd name="T6" fmla="*/ 8 w 12"/>
                <a:gd name="T7" fmla="*/ 36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36 h 11"/>
                <a:gd name="T14" fmla="*/ 27 w 12"/>
                <a:gd name="T15" fmla="*/ 93 h 11"/>
                <a:gd name="T16" fmla="*/ 100 w 12"/>
                <a:gd name="T17" fmla="*/ 118 h 11"/>
                <a:gd name="T18" fmla="*/ 108 w 12"/>
                <a:gd name="T19" fmla="*/ 7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7"/>
                    <a:pt x="12" y="9"/>
                    <a:pt x="11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1" y="6"/>
                    <a:pt x="3" y="8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9"/>
                    <a:pt x="12" y="7"/>
                    <a:pt x="12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1" name="Freeform 462">
              <a:extLst>
                <a:ext uri="{FF2B5EF4-FFF2-40B4-BE49-F238E27FC236}">
                  <a16:creationId xmlns:a16="http://schemas.microsoft.com/office/drawing/2014/main" id="{2A591DEC-C060-4ADA-B811-1C5186CE3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034"/>
              <a:ext cx="48" cy="47"/>
            </a:xfrm>
            <a:custGeom>
              <a:avLst/>
              <a:gdLst>
                <a:gd name="T0" fmla="*/ 136 w 23"/>
                <a:gd name="T1" fmla="*/ 36 h 21"/>
                <a:gd name="T2" fmla="*/ 73 w 23"/>
                <a:gd name="T3" fmla="*/ 9 h 21"/>
                <a:gd name="T4" fmla="*/ 1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36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5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1"/>
                    <a:pt x="3" y="2"/>
                    <a:pt x="2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2" y="8"/>
                    <a:pt x="21" y="6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42" name="Freeform 463">
              <a:extLst>
                <a:ext uri="{FF2B5EF4-FFF2-40B4-BE49-F238E27FC236}">
                  <a16:creationId xmlns:a16="http://schemas.microsoft.com/office/drawing/2014/main" id="{FB4ACE26-1BE7-4F27-AE00-9834CC871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3045"/>
              <a:ext cx="26" cy="22"/>
            </a:xfrm>
            <a:custGeom>
              <a:avLst/>
              <a:gdLst>
                <a:gd name="T0" fmla="*/ 113 w 12"/>
                <a:gd name="T1" fmla="*/ 44 h 10"/>
                <a:gd name="T2" fmla="*/ 113 w 12"/>
                <a:gd name="T3" fmla="*/ 97 h 10"/>
                <a:gd name="T4" fmla="*/ 33 w 12"/>
                <a:gd name="T5" fmla="*/ 88 h 10"/>
                <a:gd name="T6" fmla="*/ 0 w 12"/>
                <a:gd name="T7" fmla="*/ 33 h 10"/>
                <a:gd name="T8" fmla="*/ 20 w 12"/>
                <a:gd name="T9" fmla="*/ 0 h 10"/>
                <a:gd name="T10" fmla="*/ 20 w 12"/>
                <a:gd name="T11" fmla="*/ 0 h 10"/>
                <a:gd name="T12" fmla="*/ 0 w 12"/>
                <a:gd name="T13" fmla="*/ 33 h 10"/>
                <a:gd name="T14" fmla="*/ 33 w 12"/>
                <a:gd name="T15" fmla="*/ 88 h 10"/>
                <a:gd name="T16" fmla="*/ 113 w 12"/>
                <a:gd name="T17" fmla="*/ 97 h 10"/>
                <a:gd name="T18" fmla="*/ 113 w 12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1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3" name="Freeform 464">
              <a:extLst>
                <a:ext uri="{FF2B5EF4-FFF2-40B4-BE49-F238E27FC236}">
                  <a16:creationId xmlns:a16="http://schemas.microsoft.com/office/drawing/2014/main" id="{D2D70003-600F-44F1-B9C3-08AC8F5F7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886"/>
              <a:ext cx="65" cy="54"/>
            </a:xfrm>
            <a:custGeom>
              <a:avLst/>
              <a:gdLst>
                <a:gd name="T0" fmla="*/ 128 w 31"/>
                <a:gd name="T1" fmla="*/ 0 h 24"/>
                <a:gd name="T2" fmla="*/ 36 w 31"/>
                <a:gd name="T3" fmla="*/ 25 h 24"/>
                <a:gd name="T4" fmla="*/ 0 w 31"/>
                <a:gd name="T5" fmla="*/ 117 h 24"/>
                <a:gd name="T6" fmla="*/ 168 w 31"/>
                <a:gd name="T7" fmla="*/ 254 h 24"/>
                <a:gd name="T8" fmla="*/ 260 w 31"/>
                <a:gd name="T9" fmla="*/ 72 h 24"/>
                <a:gd name="T10" fmla="*/ 128 w 31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4">
                  <a:moveTo>
                    <a:pt x="14" y="0"/>
                  </a:moveTo>
                  <a:cubicBezTo>
                    <a:pt x="10" y="0"/>
                    <a:pt x="7" y="0"/>
                    <a:pt x="4" y="2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8"/>
                    <a:pt x="9" y="24"/>
                    <a:pt x="18" y="22"/>
                  </a:cubicBezTo>
                  <a:cubicBezTo>
                    <a:pt x="27" y="20"/>
                    <a:pt x="31" y="11"/>
                    <a:pt x="28" y="6"/>
                  </a:cubicBezTo>
                  <a:cubicBezTo>
                    <a:pt x="25" y="2"/>
                    <a:pt x="22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44" name="Freeform 465">
              <a:extLst>
                <a:ext uri="{FF2B5EF4-FFF2-40B4-BE49-F238E27FC236}">
                  <a16:creationId xmlns:a16="http://schemas.microsoft.com/office/drawing/2014/main" id="{9898AEE5-8523-44A6-AF68-4227EFA8B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902"/>
              <a:ext cx="36" cy="22"/>
            </a:xfrm>
            <a:custGeom>
              <a:avLst/>
              <a:gdLst>
                <a:gd name="T0" fmla="*/ 136 w 17"/>
                <a:gd name="T1" fmla="*/ 0 h 10"/>
                <a:gd name="T2" fmla="*/ 152 w 17"/>
                <a:gd name="T3" fmla="*/ 53 h 10"/>
                <a:gd name="T4" fmla="*/ 68 w 17"/>
                <a:gd name="T5" fmla="*/ 88 h 10"/>
                <a:gd name="T6" fmla="*/ 8 w 17"/>
                <a:gd name="T7" fmla="*/ 44 h 10"/>
                <a:gd name="T8" fmla="*/ 8 w 17"/>
                <a:gd name="T9" fmla="*/ 0 h 10"/>
                <a:gd name="T10" fmla="*/ 8 w 17"/>
                <a:gd name="T11" fmla="*/ 0 h 10"/>
                <a:gd name="T12" fmla="*/ 0 w 17"/>
                <a:gd name="T13" fmla="*/ 44 h 10"/>
                <a:gd name="T14" fmla="*/ 68 w 17"/>
                <a:gd name="T15" fmla="*/ 97 h 10"/>
                <a:gd name="T16" fmla="*/ 152 w 17"/>
                <a:gd name="T17" fmla="*/ 53 h 10"/>
                <a:gd name="T18" fmla="*/ 136 w 17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0">
                  <a:moveTo>
                    <a:pt x="14" y="0"/>
                  </a:moveTo>
                  <a:cubicBezTo>
                    <a:pt x="16" y="1"/>
                    <a:pt x="17" y="3"/>
                    <a:pt x="16" y="5"/>
                  </a:cubicBezTo>
                  <a:cubicBezTo>
                    <a:pt x="15" y="7"/>
                    <a:pt x="12" y="9"/>
                    <a:pt x="7" y="8"/>
                  </a:cubicBezTo>
                  <a:cubicBezTo>
                    <a:pt x="3" y="8"/>
                    <a:pt x="1" y="6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1" y="6"/>
                    <a:pt x="3" y="8"/>
                    <a:pt x="7" y="9"/>
                  </a:cubicBezTo>
                  <a:cubicBezTo>
                    <a:pt x="12" y="10"/>
                    <a:pt x="15" y="8"/>
                    <a:pt x="16" y="5"/>
                  </a:cubicBezTo>
                  <a:cubicBezTo>
                    <a:pt x="17" y="3"/>
                    <a:pt x="16" y="1"/>
                    <a:pt x="1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5" name="Freeform 466">
              <a:extLst>
                <a:ext uri="{FF2B5EF4-FFF2-40B4-BE49-F238E27FC236}">
                  <a16:creationId xmlns:a16="http://schemas.microsoft.com/office/drawing/2014/main" id="{E714A701-5112-4B11-B722-5E68B6DF0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980"/>
              <a:ext cx="63" cy="54"/>
            </a:xfrm>
            <a:custGeom>
              <a:avLst/>
              <a:gdLst>
                <a:gd name="T0" fmla="*/ 128 w 30"/>
                <a:gd name="T1" fmla="*/ 0 h 24"/>
                <a:gd name="T2" fmla="*/ 36 w 30"/>
                <a:gd name="T3" fmla="*/ 25 h 24"/>
                <a:gd name="T4" fmla="*/ 0 w 30"/>
                <a:gd name="T5" fmla="*/ 126 h 24"/>
                <a:gd name="T6" fmla="*/ 168 w 30"/>
                <a:gd name="T7" fmla="*/ 254 h 24"/>
                <a:gd name="T8" fmla="*/ 252 w 30"/>
                <a:gd name="T9" fmla="*/ 72 h 24"/>
                <a:gd name="T10" fmla="*/ 128 w 3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4">
                  <a:moveTo>
                    <a:pt x="14" y="0"/>
                  </a:moveTo>
                  <a:cubicBezTo>
                    <a:pt x="10" y="0"/>
                    <a:pt x="7" y="0"/>
                    <a:pt x="4" y="2"/>
                  </a:cubicBezTo>
                  <a:cubicBezTo>
                    <a:pt x="2" y="4"/>
                    <a:pt x="0" y="7"/>
                    <a:pt x="0" y="11"/>
                  </a:cubicBezTo>
                  <a:cubicBezTo>
                    <a:pt x="0" y="18"/>
                    <a:pt x="9" y="24"/>
                    <a:pt x="18" y="22"/>
                  </a:cubicBezTo>
                  <a:cubicBezTo>
                    <a:pt x="27" y="20"/>
                    <a:pt x="30" y="11"/>
                    <a:pt x="27" y="6"/>
                  </a:cubicBezTo>
                  <a:cubicBezTo>
                    <a:pt x="24" y="2"/>
                    <a:pt x="22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46" name="Freeform 467">
              <a:extLst>
                <a:ext uri="{FF2B5EF4-FFF2-40B4-BE49-F238E27FC236}">
                  <a16:creationId xmlns:a16="http://schemas.microsoft.com/office/drawing/2014/main" id="{3C7A7E09-E836-475F-A2D6-4D566747E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996"/>
              <a:ext cx="38" cy="22"/>
            </a:xfrm>
            <a:custGeom>
              <a:avLst/>
              <a:gdLst>
                <a:gd name="T0" fmla="*/ 144 w 18"/>
                <a:gd name="T1" fmla="*/ 0 h 10"/>
                <a:gd name="T2" fmla="*/ 160 w 18"/>
                <a:gd name="T3" fmla="*/ 53 h 10"/>
                <a:gd name="T4" fmla="*/ 76 w 18"/>
                <a:gd name="T5" fmla="*/ 97 h 10"/>
                <a:gd name="T6" fmla="*/ 8 w 18"/>
                <a:gd name="T7" fmla="*/ 44 h 10"/>
                <a:gd name="T8" fmla="*/ 17 w 18"/>
                <a:gd name="T9" fmla="*/ 0 h 10"/>
                <a:gd name="T10" fmla="*/ 17 w 18"/>
                <a:gd name="T11" fmla="*/ 0 h 10"/>
                <a:gd name="T12" fmla="*/ 8 w 18"/>
                <a:gd name="T13" fmla="*/ 44 h 10"/>
                <a:gd name="T14" fmla="*/ 76 w 18"/>
                <a:gd name="T15" fmla="*/ 97 h 10"/>
                <a:gd name="T16" fmla="*/ 160 w 18"/>
                <a:gd name="T17" fmla="*/ 53 h 10"/>
                <a:gd name="T18" fmla="*/ 144 w 18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0">
                  <a:moveTo>
                    <a:pt x="15" y="0"/>
                  </a:moveTo>
                  <a:cubicBezTo>
                    <a:pt x="17" y="1"/>
                    <a:pt x="18" y="3"/>
                    <a:pt x="17" y="5"/>
                  </a:cubicBezTo>
                  <a:cubicBezTo>
                    <a:pt x="16" y="7"/>
                    <a:pt x="13" y="9"/>
                    <a:pt x="8" y="9"/>
                  </a:cubicBezTo>
                  <a:cubicBezTo>
                    <a:pt x="3" y="8"/>
                    <a:pt x="2" y="6"/>
                    <a:pt x="1" y="4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2" y="6"/>
                    <a:pt x="3" y="8"/>
                    <a:pt x="8" y="9"/>
                  </a:cubicBezTo>
                  <a:cubicBezTo>
                    <a:pt x="13" y="10"/>
                    <a:pt x="16" y="8"/>
                    <a:pt x="17" y="5"/>
                  </a:cubicBezTo>
                  <a:cubicBezTo>
                    <a:pt x="18" y="3"/>
                    <a:pt x="17" y="1"/>
                    <a:pt x="15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7" name="Freeform 468">
              <a:extLst>
                <a:ext uri="{FF2B5EF4-FFF2-40B4-BE49-F238E27FC236}">
                  <a16:creationId xmlns:a16="http://schemas.microsoft.com/office/drawing/2014/main" id="{1545675E-AD1A-46AE-8278-8E0CC31C0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020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2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1"/>
                    <a:pt x="4" y="3"/>
                    <a:pt x="3" y="5"/>
                  </a:cubicBezTo>
                  <a:cubicBezTo>
                    <a:pt x="0" y="10"/>
                    <a:pt x="4" y="18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48" name="Freeform 469">
              <a:extLst>
                <a:ext uri="{FF2B5EF4-FFF2-40B4-BE49-F238E27FC236}">
                  <a16:creationId xmlns:a16="http://schemas.microsoft.com/office/drawing/2014/main" id="{8095F5E5-B975-49FF-814F-E7BB009EF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3032"/>
              <a:ext cx="27" cy="24"/>
            </a:xfrm>
            <a:custGeom>
              <a:avLst/>
              <a:gdLst>
                <a:gd name="T0" fmla="*/ 108 w 13"/>
                <a:gd name="T1" fmla="*/ 44 h 11"/>
                <a:gd name="T2" fmla="*/ 100 w 13"/>
                <a:gd name="T3" fmla="*/ 96 h 11"/>
                <a:gd name="T4" fmla="*/ 35 w 13"/>
                <a:gd name="T5" fmla="*/ 81 h 11"/>
                <a:gd name="T6" fmla="*/ 8 w 13"/>
                <a:gd name="T7" fmla="*/ 33 h 11"/>
                <a:gd name="T8" fmla="*/ 25 w 13"/>
                <a:gd name="T9" fmla="*/ 0 h 11"/>
                <a:gd name="T10" fmla="*/ 25 w 13"/>
                <a:gd name="T11" fmla="*/ 0 h 11"/>
                <a:gd name="T12" fmla="*/ 8 w 13"/>
                <a:gd name="T13" fmla="*/ 33 h 11"/>
                <a:gd name="T14" fmla="*/ 35 w 13"/>
                <a:gd name="T15" fmla="*/ 81 h 11"/>
                <a:gd name="T16" fmla="*/ 100 w 13"/>
                <a:gd name="T17" fmla="*/ 96 h 11"/>
                <a:gd name="T18" fmla="*/ 108 w 13"/>
                <a:gd name="T19" fmla="*/ 44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4"/>
                  </a:moveTo>
                  <a:cubicBezTo>
                    <a:pt x="13" y="6"/>
                    <a:pt x="12" y="8"/>
                    <a:pt x="11" y="9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1" y="6"/>
                    <a:pt x="4" y="8"/>
                  </a:cubicBezTo>
                  <a:cubicBezTo>
                    <a:pt x="7" y="11"/>
                    <a:pt x="10" y="10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9" name="Freeform 470">
              <a:extLst>
                <a:ext uri="{FF2B5EF4-FFF2-40B4-BE49-F238E27FC236}">
                  <a16:creationId xmlns:a16="http://schemas.microsoft.com/office/drawing/2014/main" id="{B2C993AD-74FC-453A-971E-42F435B63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987"/>
              <a:ext cx="63" cy="53"/>
            </a:xfrm>
            <a:custGeom>
              <a:avLst/>
              <a:gdLst>
                <a:gd name="T0" fmla="*/ 128 w 30"/>
                <a:gd name="T1" fmla="*/ 0 h 24"/>
                <a:gd name="T2" fmla="*/ 36 w 30"/>
                <a:gd name="T3" fmla="*/ 20 h 24"/>
                <a:gd name="T4" fmla="*/ 0 w 30"/>
                <a:gd name="T5" fmla="*/ 117 h 24"/>
                <a:gd name="T6" fmla="*/ 168 w 30"/>
                <a:gd name="T7" fmla="*/ 239 h 24"/>
                <a:gd name="T8" fmla="*/ 252 w 30"/>
                <a:gd name="T9" fmla="*/ 73 h 24"/>
                <a:gd name="T10" fmla="*/ 128 w 3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4">
                  <a:moveTo>
                    <a:pt x="14" y="0"/>
                  </a:moveTo>
                  <a:cubicBezTo>
                    <a:pt x="10" y="0"/>
                    <a:pt x="6" y="0"/>
                    <a:pt x="4" y="2"/>
                  </a:cubicBezTo>
                  <a:cubicBezTo>
                    <a:pt x="1" y="4"/>
                    <a:pt x="0" y="7"/>
                    <a:pt x="0" y="11"/>
                  </a:cubicBezTo>
                  <a:cubicBezTo>
                    <a:pt x="0" y="18"/>
                    <a:pt x="9" y="24"/>
                    <a:pt x="18" y="22"/>
                  </a:cubicBezTo>
                  <a:cubicBezTo>
                    <a:pt x="27" y="20"/>
                    <a:pt x="30" y="12"/>
                    <a:pt x="27" y="7"/>
                  </a:cubicBezTo>
                  <a:cubicBezTo>
                    <a:pt x="24" y="2"/>
                    <a:pt x="21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50" name="Freeform 471">
              <a:extLst>
                <a:ext uri="{FF2B5EF4-FFF2-40B4-BE49-F238E27FC236}">
                  <a16:creationId xmlns:a16="http://schemas.microsoft.com/office/drawing/2014/main" id="{A2A8189D-4726-4B95-92C6-5553EE295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003"/>
              <a:ext cx="36" cy="22"/>
            </a:xfrm>
            <a:custGeom>
              <a:avLst/>
              <a:gdLst>
                <a:gd name="T0" fmla="*/ 144 w 17"/>
                <a:gd name="T1" fmla="*/ 0 h 10"/>
                <a:gd name="T2" fmla="*/ 152 w 17"/>
                <a:gd name="T3" fmla="*/ 53 h 10"/>
                <a:gd name="T4" fmla="*/ 68 w 17"/>
                <a:gd name="T5" fmla="*/ 97 h 10"/>
                <a:gd name="T6" fmla="*/ 8 w 17"/>
                <a:gd name="T7" fmla="*/ 44 h 10"/>
                <a:gd name="T8" fmla="*/ 17 w 17"/>
                <a:gd name="T9" fmla="*/ 0 h 10"/>
                <a:gd name="T10" fmla="*/ 17 w 17"/>
                <a:gd name="T11" fmla="*/ 0 h 10"/>
                <a:gd name="T12" fmla="*/ 8 w 17"/>
                <a:gd name="T13" fmla="*/ 53 h 10"/>
                <a:gd name="T14" fmla="*/ 68 w 17"/>
                <a:gd name="T15" fmla="*/ 97 h 10"/>
                <a:gd name="T16" fmla="*/ 152 w 17"/>
                <a:gd name="T17" fmla="*/ 53 h 10"/>
                <a:gd name="T18" fmla="*/ 144 w 17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0">
                  <a:moveTo>
                    <a:pt x="15" y="0"/>
                  </a:moveTo>
                  <a:cubicBezTo>
                    <a:pt x="17" y="1"/>
                    <a:pt x="17" y="3"/>
                    <a:pt x="16" y="5"/>
                  </a:cubicBezTo>
                  <a:cubicBezTo>
                    <a:pt x="15" y="8"/>
                    <a:pt x="12" y="10"/>
                    <a:pt x="7" y="9"/>
                  </a:cubicBezTo>
                  <a:cubicBezTo>
                    <a:pt x="3" y="8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1" y="6"/>
                    <a:pt x="3" y="8"/>
                    <a:pt x="7" y="9"/>
                  </a:cubicBezTo>
                  <a:cubicBezTo>
                    <a:pt x="12" y="10"/>
                    <a:pt x="15" y="8"/>
                    <a:pt x="16" y="5"/>
                  </a:cubicBezTo>
                  <a:cubicBezTo>
                    <a:pt x="17" y="4"/>
                    <a:pt x="17" y="1"/>
                    <a:pt x="15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1" name="Freeform 472">
              <a:extLst>
                <a:ext uri="{FF2B5EF4-FFF2-40B4-BE49-F238E27FC236}">
                  <a16:creationId xmlns:a16="http://schemas.microsoft.com/office/drawing/2014/main" id="{A0F1AA12-51D6-442B-992F-AC63AED42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264"/>
              <a:ext cx="54" cy="60"/>
            </a:xfrm>
            <a:custGeom>
              <a:avLst/>
              <a:gdLst>
                <a:gd name="T0" fmla="*/ 143 w 26"/>
                <a:gd name="T1" fmla="*/ 20 h 27"/>
                <a:gd name="T2" fmla="*/ 81 w 26"/>
                <a:gd name="T3" fmla="*/ 0 h 27"/>
                <a:gd name="T4" fmla="*/ 44 w 26"/>
                <a:gd name="T5" fmla="*/ 187 h 27"/>
                <a:gd name="T6" fmla="*/ 199 w 26"/>
                <a:gd name="T7" fmla="*/ 276 h 27"/>
                <a:gd name="T8" fmla="*/ 233 w 26"/>
                <a:gd name="T9" fmla="*/ 178 h 27"/>
                <a:gd name="T10" fmla="*/ 189 w 26"/>
                <a:gd name="T11" fmla="*/ 89 h 27"/>
                <a:gd name="T12" fmla="*/ 143 w 26"/>
                <a:gd name="T13" fmla="*/ 2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16" y="2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1" y="1"/>
                    <a:pt x="0" y="10"/>
                    <a:pt x="5" y="17"/>
                  </a:cubicBezTo>
                  <a:cubicBezTo>
                    <a:pt x="10" y="24"/>
                    <a:pt x="18" y="27"/>
                    <a:pt x="22" y="25"/>
                  </a:cubicBezTo>
                  <a:cubicBezTo>
                    <a:pt x="25" y="22"/>
                    <a:pt x="26" y="19"/>
                    <a:pt x="26" y="16"/>
                  </a:cubicBezTo>
                  <a:cubicBezTo>
                    <a:pt x="25" y="12"/>
                    <a:pt x="22" y="9"/>
                    <a:pt x="21" y="8"/>
                  </a:cubicBezTo>
                  <a:cubicBezTo>
                    <a:pt x="19" y="6"/>
                    <a:pt x="18" y="3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52" name="Freeform 473">
              <a:extLst>
                <a:ext uri="{FF2B5EF4-FFF2-40B4-BE49-F238E27FC236}">
                  <a16:creationId xmlns:a16="http://schemas.microsoft.com/office/drawing/2014/main" id="{9E552A27-6447-4B58-A593-CB4099B8E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277"/>
              <a:ext cx="23" cy="31"/>
            </a:xfrm>
            <a:custGeom>
              <a:avLst/>
              <a:gdLst>
                <a:gd name="T0" fmla="*/ 8 w 11"/>
                <a:gd name="T1" fmla="*/ 9 h 14"/>
                <a:gd name="T2" fmla="*/ 8 w 11"/>
                <a:gd name="T3" fmla="*/ 78 h 14"/>
                <a:gd name="T4" fmla="*/ 75 w 11"/>
                <a:gd name="T5" fmla="*/ 153 h 14"/>
                <a:gd name="T6" fmla="*/ 100 w 11"/>
                <a:gd name="T7" fmla="*/ 142 h 14"/>
                <a:gd name="T8" fmla="*/ 100 w 11"/>
                <a:gd name="T9" fmla="*/ 142 h 14"/>
                <a:gd name="T10" fmla="*/ 75 w 11"/>
                <a:gd name="T11" fmla="*/ 142 h 14"/>
                <a:gd name="T12" fmla="*/ 8 w 11"/>
                <a:gd name="T13" fmla="*/ 78 h 14"/>
                <a:gd name="T14" fmla="*/ 8 w 11"/>
                <a:gd name="T15" fmla="*/ 9 h 14"/>
                <a:gd name="T16" fmla="*/ 36 w 11"/>
                <a:gd name="T17" fmla="*/ 9 h 14"/>
                <a:gd name="T18" fmla="*/ 36 w 11"/>
                <a:gd name="T19" fmla="*/ 9 h 14"/>
                <a:gd name="T20" fmla="*/ 8 w 11"/>
                <a:gd name="T21" fmla="*/ 9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4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3" y="10"/>
                    <a:pt x="5" y="13"/>
                    <a:pt x="8" y="14"/>
                  </a:cubicBezTo>
                  <a:cubicBezTo>
                    <a:pt x="9" y="14"/>
                    <a:pt x="10" y="14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0" y="14"/>
                    <a:pt x="9" y="14"/>
                    <a:pt x="8" y="13"/>
                  </a:cubicBezTo>
                  <a:cubicBezTo>
                    <a:pt x="6" y="13"/>
                    <a:pt x="3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3" name="Freeform 474">
              <a:extLst>
                <a:ext uri="{FF2B5EF4-FFF2-40B4-BE49-F238E27FC236}">
                  <a16:creationId xmlns:a16="http://schemas.microsoft.com/office/drawing/2014/main" id="{5638C8B5-BDE9-4466-AFC4-68F22424A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3286"/>
              <a:ext cx="65" cy="60"/>
            </a:xfrm>
            <a:custGeom>
              <a:avLst/>
              <a:gdLst>
                <a:gd name="T0" fmla="*/ 149 w 31"/>
                <a:gd name="T1" fmla="*/ 20 h 27"/>
                <a:gd name="T2" fmla="*/ 75 w 31"/>
                <a:gd name="T3" fmla="*/ 9 h 27"/>
                <a:gd name="T4" fmla="*/ 75 w 31"/>
                <a:gd name="T5" fmla="*/ 218 h 27"/>
                <a:gd name="T6" fmla="*/ 252 w 31"/>
                <a:gd name="T7" fmla="*/ 262 h 27"/>
                <a:gd name="T8" fmla="*/ 268 w 31"/>
                <a:gd name="T9" fmla="*/ 153 h 27"/>
                <a:gd name="T10" fmla="*/ 201 w 31"/>
                <a:gd name="T11" fmla="*/ 64 h 27"/>
                <a:gd name="T12" fmla="*/ 149 w 31"/>
                <a:gd name="T13" fmla="*/ 2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7">
                  <a:moveTo>
                    <a:pt x="16" y="2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4"/>
                    <a:pt x="2" y="13"/>
                    <a:pt x="8" y="20"/>
                  </a:cubicBezTo>
                  <a:cubicBezTo>
                    <a:pt x="15" y="26"/>
                    <a:pt x="24" y="27"/>
                    <a:pt x="27" y="24"/>
                  </a:cubicBezTo>
                  <a:cubicBezTo>
                    <a:pt x="31" y="21"/>
                    <a:pt x="31" y="18"/>
                    <a:pt x="29" y="14"/>
                  </a:cubicBezTo>
                  <a:cubicBezTo>
                    <a:pt x="27" y="11"/>
                    <a:pt x="24" y="8"/>
                    <a:pt x="22" y="6"/>
                  </a:cubicBezTo>
                  <a:cubicBezTo>
                    <a:pt x="20" y="5"/>
                    <a:pt x="18" y="2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54" name="Freeform 475">
              <a:extLst>
                <a:ext uri="{FF2B5EF4-FFF2-40B4-BE49-F238E27FC236}">
                  <a16:creationId xmlns:a16="http://schemas.microsoft.com/office/drawing/2014/main" id="{E35EC6CE-B742-449A-B54A-8364E56F4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301"/>
              <a:ext cx="31" cy="29"/>
            </a:xfrm>
            <a:custGeom>
              <a:avLst/>
              <a:gdLst>
                <a:gd name="T0" fmla="*/ 8 w 15"/>
                <a:gd name="T1" fmla="*/ 9 h 13"/>
                <a:gd name="T2" fmla="*/ 25 w 15"/>
                <a:gd name="T3" fmla="*/ 80 h 13"/>
                <a:gd name="T4" fmla="*/ 99 w 15"/>
                <a:gd name="T5" fmla="*/ 145 h 13"/>
                <a:gd name="T6" fmla="*/ 132 w 15"/>
                <a:gd name="T7" fmla="*/ 134 h 13"/>
                <a:gd name="T8" fmla="*/ 132 w 15"/>
                <a:gd name="T9" fmla="*/ 134 h 13"/>
                <a:gd name="T10" fmla="*/ 99 w 15"/>
                <a:gd name="T11" fmla="*/ 145 h 13"/>
                <a:gd name="T12" fmla="*/ 25 w 15"/>
                <a:gd name="T13" fmla="*/ 80 h 13"/>
                <a:gd name="T14" fmla="*/ 8 w 15"/>
                <a:gd name="T15" fmla="*/ 9 h 13"/>
                <a:gd name="T16" fmla="*/ 35 w 15"/>
                <a:gd name="T17" fmla="*/ 0 h 13"/>
                <a:gd name="T18" fmla="*/ 35 w 15"/>
                <a:gd name="T19" fmla="*/ 0 h 13"/>
                <a:gd name="T20" fmla="*/ 8 w 15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3">
                  <a:moveTo>
                    <a:pt x="1" y="1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5" y="10"/>
                    <a:pt x="9" y="13"/>
                    <a:pt x="11" y="13"/>
                  </a:cubicBezTo>
                  <a:cubicBezTo>
                    <a:pt x="13" y="13"/>
                    <a:pt x="14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4" y="12"/>
                    <a:pt x="13" y="13"/>
                    <a:pt x="11" y="13"/>
                  </a:cubicBezTo>
                  <a:cubicBezTo>
                    <a:pt x="9" y="12"/>
                    <a:pt x="5" y="10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5" name="Freeform 476">
              <a:extLst>
                <a:ext uri="{FF2B5EF4-FFF2-40B4-BE49-F238E27FC236}">
                  <a16:creationId xmlns:a16="http://schemas.microsoft.com/office/drawing/2014/main" id="{A53E9C27-B309-4D57-9EE4-34AC2462D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297"/>
              <a:ext cx="42" cy="76"/>
            </a:xfrm>
            <a:custGeom>
              <a:avLst/>
              <a:gdLst>
                <a:gd name="T0" fmla="*/ 160 w 20"/>
                <a:gd name="T1" fmla="*/ 65 h 34"/>
                <a:gd name="T2" fmla="*/ 76 w 20"/>
                <a:gd name="T3" fmla="*/ 45 h 34"/>
                <a:gd name="T4" fmla="*/ 8 w 20"/>
                <a:gd name="T5" fmla="*/ 235 h 34"/>
                <a:gd name="T6" fmla="*/ 48 w 20"/>
                <a:gd name="T7" fmla="*/ 360 h 34"/>
                <a:gd name="T8" fmla="*/ 160 w 20"/>
                <a:gd name="T9" fmla="*/ 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4">
                  <a:moveTo>
                    <a:pt x="17" y="6"/>
                  </a:moveTo>
                  <a:cubicBezTo>
                    <a:pt x="16" y="1"/>
                    <a:pt x="12" y="0"/>
                    <a:pt x="8" y="4"/>
                  </a:cubicBezTo>
                  <a:cubicBezTo>
                    <a:pt x="5" y="7"/>
                    <a:pt x="2" y="14"/>
                    <a:pt x="1" y="21"/>
                  </a:cubicBezTo>
                  <a:cubicBezTo>
                    <a:pt x="0" y="29"/>
                    <a:pt x="2" y="31"/>
                    <a:pt x="5" y="32"/>
                  </a:cubicBezTo>
                  <a:cubicBezTo>
                    <a:pt x="11" y="34"/>
                    <a:pt x="20" y="15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56" name="Freeform 477">
              <a:extLst>
                <a:ext uri="{FF2B5EF4-FFF2-40B4-BE49-F238E27FC236}">
                  <a16:creationId xmlns:a16="http://schemas.microsoft.com/office/drawing/2014/main" id="{AC8FE95A-9B98-4831-98EE-5B40577B3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313"/>
              <a:ext cx="21" cy="42"/>
            </a:xfrm>
            <a:custGeom>
              <a:avLst/>
              <a:gdLst>
                <a:gd name="T0" fmla="*/ 76 w 10"/>
                <a:gd name="T1" fmla="*/ 0 h 19"/>
                <a:gd name="T2" fmla="*/ 27 w 10"/>
                <a:gd name="T3" fmla="*/ 44 h 19"/>
                <a:gd name="T4" fmla="*/ 0 w 10"/>
                <a:gd name="T5" fmla="*/ 170 h 19"/>
                <a:gd name="T6" fmla="*/ 17 w 10"/>
                <a:gd name="T7" fmla="*/ 206 h 19"/>
                <a:gd name="T8" fmla="*/ 17 w 10"/>
                <a:gd name="T9" fmla="*/ 206 h 19"/>
                <a:gd name="T10" fmla="*/ 0 w 10"/>
                <a:gd name="T11" fmla="*/ 170 h 19"/>
                <a:gd name="T12" fmla="*/ 27 w 10"/>
                <a:gd name="T13" fmla="*/ 44 h 19"/>
                <a:gd name="T14" fmla="*/ 76 w 10"/>
                <a:gd name="T15" fmla="*/ 9 h 19"/>
                <a:gd name="T16" fmla="*/ 92 w 10"/>
                <a:gd name="T17" fmla="*/ 33 h 19"/>
                <a:gd name="T18" fmla="*/ 92 w 10"/>
                <a:gd name="T19" fmla="*/ 33 h 19"/>
                <a:gd name="T20" fmla="*/ 76 w 10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9">
                  <a:moveTo>
                    <a:pt x="8" y="0"/>
                  </a:moveTo>
                  <a:cubicBezTo>
                    <a:pt x="7" y="0"/>
                    <a:pt x="5" y="2"/>
                    <a:pt x="3" y="4"/>
                  </a:cubicBezTo>
                  <a:cubicBezTo>
                    <a:pt x="1" y="7"/>
                    <a:pt x="0" y="12"/>
                    <a:pt x="0" y="16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17"/>
                    <a:pt x="0" y="16"/>
                  </a:cubicBezTo>
                  <a:cubicBezTo>
                    <a:pt x="0" y="12"/>
                    <a:pt x="1" y="7"/>
                    <a:pt x="3" y="4"/>
                  </a:cubicBezTo>
                  <a:cubicBezTo>
                    <a:pt x="5" y="2"/>
                    <a:pt x="7" y="0"/>
                    <a:pt x="8" y="1"/>
                  </a:cubicBezTo>
                  <a:cubicBezTo>
                    <a:pt x="9" y="1"/>
                    <a:pt x="9" y="2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2"/>
                    <a:pt x="9" y="1"/>
                    <a:pt x="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7" name="Freeform 478">
              <a:extLst>
                <a:ext uri="{FF2B5EF4-FFF2-40B4-BE49-F238E27FC236}">
                  <a16:creationId xmlns:a16="http://schemas.microsoft.com/office/drawing/2014/main" id="{56D15E62-2379-4022-B858-3875EFE70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183"/>
              <a:ext cx="40" cy="54"/>
            </a:xfrm>
            <a:custGeom>
              <a:avLst/>
              <a:gdLst>
                <a:gd name="T0" fmla="*/ 160 w 19"/>
                <a:gd name="T1" fmla="*/ 162 h 24"/>
                <a:gd name="T2" fmla="*/ 168 w 19"/>
                <a:gd name="T3" fmla="*/ 72 h 24"/>
                <a:gd name="T4" fmla="*/ 112 w 19"/>
                <a:gd name="T5" fmla="*/ 25 h 24"/>
                <a:gd name="T6" fmla="*/ 0 w 19"/>
                <a:gd name="T7" fmla="*/ 146 h 24"/>
                <a:gd name="T8" fmla="*/ 93 w 19"/>
                <a:gd name="T9" fmla="*/ 263 h 24"/>
                <a:gd name="T10" fmla="*/ 160 w 19"/>
                <a:gd name="T11" fmla="*/ 16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7" y="14"/>
                  </a:moveTo>
                  <a:cubicBezTo>
                    <a:pt x="18" y="12"/>
                    <a:pt x="19" y="9"/>
                    <a:pt x="18" y="6"/>
                  </a:cubicBezTo>
                  <a:cubicBezTo>
                    <a:pt x="17" y="4"/>
                    <a:pt x="15" y="2"/>
                    <a:pt x="12" y="2"/>
                  </a:cubicBezTo>
                  <a:cubicBezTo>
                    <a:pt x="7" y="0"/>
                    <a:pt x="0" y="6"/>
                    <a:pt x="0" y="13"/>
                  </a:cubicBezTo>
                  <a:cubicBezTo>
                    <a:pt x="0" y="20"/>
                    <a:pt x="6" y="24"/>
                    <a:pt x="10" y="23"/>
                  </a:cubicBezTo>
                  <a:cubicBezTo>
                    <a:pt x="14" y="22"/>
                    <a:pt x="15" y="20"/>
                    <a:pt x="17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58" name="Freeform 479">
              <a:extLst>
                <a:ext uri="{FF2B5EF4-FFF2-40B4-BE49-F238E27FC236}">
                  <a16:creationId xmlns:a16="http://schemas.microsoft.com/office/drawing/2014/main" id="{A6AEB7CA-EB80-4958-B8FA-69987A5CF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197"/>
              <a:ext cx="21" cy="29"/>
            </a:xfrm>
            <a:custGeom>
              <a:avLst/>
              <a:gdLst>
                <a:gd name="T0" fmla="*/ 67 w 10"/>
                <a:gd name="T1" fmla="*/ 134 h 13"/>
                <a:gd name="T2" fmla="*/ 27 w 10"/>
                <a:gd name="T3" fmla="*/ 134 h 13"/>
                <a:gd name="T4" fmla="*/ 17 w 10"/>
                <a:gd name="T5" fmla="*/ 45 h 13"/>
                <a:gd name="T6" fmla="*/ 57 w 10"/>
                <a:gd name="T7" fmla="*/ 0 h 13"/>
                <a:gd name="T8" fmla="*/ 92 w 10"/>
                <a:gd name="T9" fmla="*/ 20 h 13"/>
                <a:gd name="T10" fmla="*/ 92 w 10"/>
                <a:gd name="T11" fmla="*/ 20 h 13"/>
                <a:gd name="T12" fmla="*/ 57 w 10"/>
                <a:gd name="T13" fmla="*/ 0 h 13"/>
                <a:gd name="T14" fmla="*/ 17 w 10"/>
                <a:gd name="T15" fmla="*/ 45 h 13"/>
                <a:gd name="T16" fmla="*/ 27 w 10"/>
                <a:gd name="T17" fmla="*/ 134 h 13"/>
                <a:gd name="T18" fmla="*/ 67 w 10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7" y="12"/>
                  </a:moveTo>
                  <a:cubicBezTo>
                    <a:pt x="6" y="13"/>
                    <a:pt x="4" y="13"/>
                    <a:pt x="3" y="12"/>
                  </a:cubicBezTo>
                  <a:cubicBezTo>
                    <a:pt x="1" y="11"/>
                    <a:pt x="0" y="8"/>
                    <a:pt x="2" y="4"/>
                  </a:cubicBezTo>
                  <a:cubicBezTo>
                    <a:pt x="3" y="1"/>
                    <a:pt x="5" y="1"/>
                    <a:pt x="6" y="0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0"/>
                    <a:pt x="3" y="1"/>
                    <a:pt x="2" y="4"/>
                  </a:cubicBezTo>
                  <a:cubicBezTo>
                    <a:pt x="0" y="8"/>
                    <a:pt x="1" y="11"/>
                    <a:pt x="3" y="12"/>
                  </a:cubicBezTo>
                  <a:cubicBezTo>
                    <a:pt x="4" y="13"/>
                    <a:pt x="6" y="13"/>
                    <a:pt x="7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9" name="Freeform 480">
              <a:extLst>
                <a:ext uri="{FF2B5EF4-FFF2-40B4-BE49-F238E27FC236}">
                  <a16:creationId xmlns:a16="http://schemas.microsoft.com/office/drawing/2014/main" id="{1C8E8213-64E4-4578-A2DC-326DFA846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094"/>
              <a:ext cx="56" cy="56"/>
            </a:xfrm>
            <a:custGeom>
              <a:avLst/>
              <a:gdLst>
                <a:gd name="T0" fmla="*/ 232 w 27"/>
                <a:gd name="T1" fmla="*/ 134 h 25"/>
                <a:gd name="T2" fmla="*/ 108 w 27"/>
                <a:gd name="T3" fmla="*/ 20 h 25"/>
                <a:gd name="T4" fmla="*/ 25 w 27"/>
                <a:gd name="T5" fmla="*/ 202 h 25"/>
                <a:gd name="T6" fmla="*/ 232 w 27"/>
                <a:gd name="T7" fmla="*/ 13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">
                  <a:moveTo>
                    <a:pt x="26" y="12"/>
                  </a:moveTo>
                  <a:cubicBezTo>
                    <a:pt x="27" y="5"/>
                    <a:pt x="20" y="0"/>
                    <a:pt x="12" y="2"/>
                  </a:cubicBezTo>
                  <a:cubicBezTo>
                    <a:pt x="4" y="4"/>
                    <a:pt x="0" y="10"/>
                    <a:pt x="3" y="18"/>
                  </a:cubicBezTo>
                  <a:cubicBezTo>
                    <a:pt x="6" y="25"/>
                    <a:pt x="25" y="25"/>
                    <a:pt x="26" y="1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60" name="Freeform 481">
              <a:extLst>
                <a:ext uri="{FF2B5EF4-FFF2-40B4-BE49-F238E27FC236}">
                  <a16:creationId xmlns:a16="http://schemas.microsoft.com/office/drawing/2014/main" id="{662D2398-692F-4B9A-A7D7-E7A65CB37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105"/>
              <a:ext cx="30" cy="31"/>
            </a:xfrm>
            <a:custGeom>
              <a:avLst/>
              <a:gdLst>
                <a:gd name="T0" fmla="*/ 51 w 14"/>
                <a:gd name="T1" fmla="*/ 9 h 14"/>
                <a:gd name="T2" fmla="*/ 109 w 14"/>
                <a:gd name="T3" fmla="*/ 20 h 14"/>
                <a:gd name="T4" fmla="*/ 129 w 14"/>
                <a:gd name="T5" fmla="*/ 97 h 14"/>
                <a:gd name="T6" fmla="*/ 69 w 14"/>
                <a:gd name="T7" fmla="*/ 142 h 14"/>
                <a:gd name="T8" fmla="*/ 0 w 14"/>
                <a:gd name="T9" fmla="*/ 133 h 14"/>
                <a:gd name="T10" fmla="*/ 0 w 14"/>
                <a:gd name="T11" fmla="*/ 133 h 14"/>
                <a:gd name="T12" fmla="*/ 69 w 14"/>
                <a:gd name="T13" fmla="*/ 142 h 14"/>
                <a:gd name="T14" fmla="*/ 129 w 14"/>
                <a:gd name="T15" fmla="*/ 97 h 14"/>
                <a:gd name="T16" fmla="*/ 109 w 14"/>
                <a:gd name="T17" fmla="*/ 20 h 14"/>
                <a:gd name="T18" fmla="*/ 51 w 14"/>
                <a:gd name="T19" fmla="*/ 9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7" y="0"/>
                    <a:pt x="9" y="1"/>
                    <a:pt x="11" y="2"/>
                  </a:cubicBezTo>
                  <a:cubicBezTo>
                    <a:pt x="13" y="4"/>
                    <a:pt x="14" y="7"/>
                    <a:pt x="13" y="9"/>
                  </a:cubicBezTo>
                  <a:cubicBezTo>
                    <a:pt x="12" y="11"/>
                    <a:pt x="10" y="13"/>
                    <a:pt x="7" y="13"/>
                  </a:cubicBezTo>
                  <a:cubicBezTo>
                    <a:pt x="5" y="14"/>
                    <a:pt x="2" y="13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3"/>
                    <a:pt x="5" y="14"/>
                    <a:pt x="7" y="13"/>
                  </a:cubicBezTo>
                  <a:cubicBezTo>
                    <a:pt x="10" y="13"/>
                    <a:pt x="12" y="11"/>
                    <a:pt x="13" y="9"/>
                  </a:cubicBezTo>
                  <a:cubicBezTo>
                    <a:pt x="14" y="7"/>
                    <a:pt x="13" y="4"/>
                    <a:pt x="11" y="2"/>
                  </a:cubicBezTo>
                  <a:cubicBezTo>
                    <a:pt x="9" y="1"/>
                    <a:pt x="7" y="0"/>
                    <a:pt x="5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1" name="Freeform 482">
              <a:extLst>
                <a:ext uri="{FF2B5EF4-FFF2-40B4-BE49-F238E27FC236}">
                  <a16:creationId xmlns:a16="http://schemas.microsoft.com/office/drawing/2014/main" id="{BF1BEC0F-A094-4278-91B2-9929BFB5F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3087"/>
              <a:ext cx="64" cy="56"/>
            </a:xfrm>
            <a:custGeom>
              <a:avLst/>
              <a:gdLst>
                <a:gd name="T0" fmla="*/ 43 w 31"/>
                <a:gd name="T1" fmla="*/ 56 h 25"/>
                <a:gd name="T2" fmla="*/ 35 w 31"/>
                <a:gd name="T3" fmla="*/ 202 h 25"/>
                <a:gd name="T4" fmla="*/ 175 w 31"/>
                <a:gd name="T5" fmla="*/ 280 h 25"/>
                <a:gd name="T6" fmla="*/ 264 w 31"/>
                <a:gd name="T7" fmla="*/ 190 h 25"/>
                <a:gd name="T8" fmla="*/ 43 w 31"/>
                <a:gd name="T9" fmla="*/ 5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5" y="5"/>
                  </a:moveTo>
                  <a:cubicBezTo>
                    <a:pt x="0" y="9"/>
                    <a:pt x="1" y="14"/>
                    <a:pt x="4" y="18"/>
                  </a:cubicBezTo>
                  <a:cubicBezTo>
                    <a:pt x="7" y="23"/>
                    <a:pt x="14" y="25"/>
                    <a:pt x="20" y="25"/>
                  </a:cubicBezTo>
                  <a:cubicBezTo>
                    <a:pt x="27" y="25"/>
                    <a:pt x="30" y="21"/>
                    <a:pt x="30" y="17"/>
                  </a:cubicBezTo>
                  <a:cubicBezTo>
                    <a:pt x="31" y="9"/>
                    <a:pt x="13" y="0"/>
                    <a:pt x="5" y="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62" name="Freeform 483">
              <a:extLst>
                <a:ext uri="{FF2B5EF4-FFF2-40B4-BE49-F238E27FC236}">
                  <a16:creationId xmlns:a16="http://schemas.microsoft.com/office/drawing/2014/main" id="{8BDF8D58-8CD2-444D-A0A8-2099258F1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105"/>
              <a:ext cx="36" cy="27"/>
            </a:xfrm>
            <a:custGeom>
              <a:avLst/>
              <a:gdLst>
                <a:gd name="T0" fmla="*/ 0 w 17"/>
                <a:gd name="T1" fmla="*/ 36 h 12"/>
                <a:gd name="T2" fmla="*/ 36 w 17"/>
                <a:gd name="T3" fmla="*/ 101 h 12"/>
                <a:gd name="T4" fmla="*/ 144 w 17"/>
                <a:gd name="T5" fmla="*/ 126 h 12"/>
                <a:gd name="T6" fmla="*/ 161 w 17"/>
                <a:gd name="T7" fmla="*/ 92 h 12"/>
                <a:gd name="T8" fmla="*/ 161 w 17"/>
                <a:gd name="T9" fmla="*/ 92 h 12"/>
                <a:gd name="T10" fmla="*/ 144 w 17"/>
                <a:gd name="T11" fmla="*/ 126 h 12"/>
                <a:gd name="T12" fmla="*/ 36 w 17"/>
                <a:gd name="T13" fmla="*/ 101 h 12"/>
                <a:gd name="T14" fmla="*/ 0 w 17"/>
                <a:gd name="T15" fmla="*/ 36 h 12"/>
                <a:gd name="T16" fmla="*/ 17 w 17"/>
                <a:gd name="T17" fmla="*/ 0 h 12"/>
                <a:gd name="T18" fmla="*/ 17 w 17"/>
                <a:gd name="T19" fmla="*/ 0 h 12"/>
                <a:gd name="T20" fmla="*/ 0 w 17"/>
                <a:gd name="T21" fmla="*/ 36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12">
                  <a:moveTo>
                    <a:pt x="0" y="3"/>
                  </a:moveTo>
                  <a:cubicBezTo>
                    <a:pt x="0" y="5"/>
                    <a:pt x="1" y="7"/>
                    <a:pt x="4" y="9"/>
                  </a:cubicBezTo>
                  <a:cubicBezTo>
                    <a:pt x="7" y="11"/>
                    <a:pt x="12" y="12"/>
                    <a:pt x="15" y="11"/>
                  </a:cubicBezTo>
                  <a:cubicBezTo>
                    <a:pt x="16" y="10"/>
                    <a:pt x="17" y="9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9"/>
                    <a:pt x="16" y="10"/>
                    <a:pt x="15" y="11"/>
                  </a:cubicBezTo>
                  <a:cubicBezTo>
                    <a:pt x="12" y="12"/>
                    <a:pt x="7" y="11"/>
                    <a:pt x="4" y="9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3" name="Freeform 484">
              <a:extLst>
                <a:ext uri="{FF2B5EF4-FFF2-40B4-BE49-F238E27FC236}">
                  <a16:creationId xmlns:a16="http://schemas.microsoft.com/office/drawing/2014/main" id="{00F653AD-D18A-470A-BBB5-5CFE4EE7A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364"/>
              <a:ext cx="46" cy="51"/>
            </a:xfrm>
            <a:custGeom>
              <a:avLst/>
              <a:gdLst>
                <a:gd name="T0" fmla="*/ 157 w 22"/>
                <a:gd name="T1" fmla="*/ 53 h 23"/>
                <a:gd name="T2" fmla="*/ 100 w 22"/>
                <a:gd name="T3" fmla="*/ 0 h 23"/>
                <a:gd name="T4" fmla="*/ 36 w 22"/>
                <a:gd name="T5" fmla="*/ 35 h 23"/>
                <a:gd name="T6" fmla="*/ 65 w 22"/>
                <a:gd name="T7" fmla="*/ 206 h 23"/>
                <a:gd name="T8" fmla="*/ 192 w 22"/>
                <a:gd name="T9" fmla="*/ 173 h 23"/>
                <a:gd name="T10" fmla="*/ 157 w 22"/>
                <a:gd name="T11" fmla="*/ 5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2"/>
                    <a:pt x="14" y="1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1" y="15"/>
                    <a:pt x="7" y="19"/>
                  </a:cubicBezTo>
                  <a:cubicBezTo>
                    <a:pt x="13" y="23"/>
                    <a:pt x="20" y="20"/>
                    <a:pt x="21" y="16"/>
                  </a:cubicBezTo>
                  <a:cubicBezTo>
                    <a:pt x="22" y="12"/>
                    <a:pt x="21" y="10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64" name="Freeform 485">
              <a:extLst>
                <a:ext uri="{FF2B5EF4-FFF2-40B4-BE49-F238E27FC236}">
                  <a16:creationId xmlns:a16="http://schemas.microsoft.com/office/drawing/2014/main" id="{91238F33-8623-4A18-ADD8-CD19B123B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373"/>
              <a:ext cx="23" cy="27"/>
            </a:xfrm>
            <a:custGeom>
              <a:avLst/>
              <a:gdLst>
                <a:gd name="T0" fmla="*/ 100 w 11"/>
                <a:gd name="T1" fmla="*/ 92 h 12"/>
                <a:gd name="T2" fmla="*/ 84 w 11"/>
                <a:gd name="T3" fmla="*/ 137 h 12"/>
                <a:gd name="T4" fmla="*/ 17 w 11"/>
                <a:gd name="T5" fmla="*/ 92 h 12"/>
                <a:gd name="T6" fmla="*/ 8 w 11"/>
                <a:gd name="T7" fmla="*/ 36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25 h 12"/>
                <a:gd name="T14" fmla="*/ 17 w 11"/>
                <a:gd name="T15" fmla="*/ 101 h 12"/>
                <a:gd name="T16" fmla="*/ 84 w 11"/>
                <a:gd name="T17" fmla="*/ 137 h 12"/>
                <a:gd name="T18" fmla="*/ 100 w 11"/>
                <a:gd name="T19" fmla="*/ 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2"/>
                    <a:pt x="2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5" name="Freeform 486">
              <a:extLst>
                <a:ext uri="{FF2B5EF4-FFF2-40B4-BE49-F238E27FC236}">
                  <a16:creationId xmlns:a16="http://schemas.microsoft.com/office/drawing/2014/main" id="{D3D778FC-54E8-4AAD-AF0F-59D51636A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286"/>
              <a:ext cx="51" cy="78"/>
            </a:xfrm>
            <a:custGeom>
              <a:avLst/>
              <a:gdLst>
                <a:gd name="T0" fmla="*/ 230 w 24"/>
                <a:gd name="T1" fmla="*/ 154 h 35"/>
                <a:gd name="T2" fmla="*/ 204 w 24"/>
                <a:gd name="T3" fmla="*/ 80 h 35"/>
                <a:gd name="T4" fmla="*/ 28 w 24"/>
                <a:gd name="T5" fmla="*/ 154 h 35"/>
                <a:gd name="T6" fmla="*/ 77 w 24"/>
                <a:gd name="T7" fmla="*/ 377 h 35"/>
                <a:gd name="T8" fmla="*/ 181 w 24"/>
                <a:gd name="T9" fmla="*/ 343 h 35"/>
                <a:gd name="T10" fmla="*/ 213 w 24"/>
                <a:gd name="T11" fmla="*/ 234 h 35"/>
                <a:gd name="T12" fmla="*/ 230 w 24"/>
                <a:gd name="T13" fmla="*/ 15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14"/>
                  </a:moveTo>
                  <a:cubicBezTo>
                    <a:pt x="24" y="11"/>
                    <a:pt x="23" y="8"/>
                    <a:pt x="21" y="7"/>
                  </a:cubicBezTo>
                  <a:cubicBezTo>
                    <a:pt x="14" y="0"/>
                    <a:pt x="6" y="5"/>
                    <a:pt x="3" y="14"/>
                  </a:cubicBezTo>
                  <a:cubicBezTo>
                    <a:pt x="0" y="23"/>
                    <a:pt x="4" y="32"/>
                    <a:pt x="8" y="34"/>
                  </a:cubicBezTo>
                  <a:cubicBezTo>
                    <a:pt x="12" y="35"/>
                    <a:pt x="16" y="34"/>
                    <a:pt x="19" y="31"/>
                  </a:cubicBezTo>
                  <a:cubicBezTo>
                    <a:pt x="21" y="28"/>
                    <a:pt x="22" y="24"/>
                    <a:pt x="22" y="21"/>
                  </a:cubicBezTo>
                  <a:cubicBezTo>
                    <a:pt x="23" y="19"/>
                    <a:pt x="24" y="16"/>
                    <a:pt x="24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66" name="Freeform 487">
              <a:extLst>
                <a:ext uri="{FF2B5EF4-FFF2-40B4-BE49-F238E27FC236}">
                  <a16:creationId xmlns:a16="http://schemas.microsoft.com/office/drawing/2014/main" id="{320715A0-3D10-4B39-96BC-0C301A0A0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310"/>
              <a:ext cx="21" cy="38"/>
            </a:xfrm>
            <a:custGeom>
              <a:avLst/>
              <a:gdLst>
                <a:gd name="T0" fmla="*/ 76 w 10"/>
                <a:gd name="T1" fmla="*/ 0 h 17"/>
                <a:gd name="T2" fmla="*/ 27 w 10"/>
                <a:gd name="T3" fmla="*/ 45 h 17"/>
                <a:gd name="T4" fmla="*/ 8 w 10"/>
                <a:gd name="T5" fmla="*/ 154 h 17"/>
                <a:gd name="T6" fmla="*/ 36 w 10"/>
                <a:gd name="T7" fmla="*/ 190 h 17"/>
                <a:gd name="T8" fmla="*/ 36 w 10"/>
                <a:gd name="T9" fmla="*/ 190 h 17"/>
                <a:gd name="T10" fmla="*/ 17 w 10"/>
                <a:gd name="T11" fmla="*/ 154 h 17"/>
                <a:gd name="T12" fmla="*/ 27 w 10"/>
                <a:gd name="T13" fmla="*/ 45 h 17"/>
                <a:gd name="T14" fmla="*/ 76 w 10"/>
                <a:gd name="T15" fmla="*/ 0 h 17"/>
                <a:gd name="T16" fmla="*/ 92 w 10"/>
                <a:gd name="T17" fmla="*/ 20 h 17"/>
                <a:gd name="T18" fmla="*/ 92 w 10"/>
                <a:gd name="T19" fmla="*/ 20 h 17"/>
                <a:gd name="T20" fmla="*/ 76 w 10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7">
                  <a:moveTo>
                    <a:pt x="8" y="0"/>
                  </a:moveTo>
                  <a:cubicBezTo>
                    <a:pt x="6" y="0"/>
                    <a:pt x="4" y="1"/>
                    <a:pt x="3" y="4"/>
                  </a:cubicBezTo>
                  <a:cubicBezTo>
                    <a:pt x="1" y="8"/>
                    <a:pt x="0" y="12"/>
                    <a:pt x="1" y="14"/>
                  </a:cubicBezTo>
                  <a:cubicBezTo>
                    <a:pt x="2" y="16"/>
                    <a:pt x="3" y="16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1" y="12"/>
                    <a:pt x="1" y="8"/>
                    <a:pt x="3" y="4"/>
                  </a:cubicBezTo>
                  <a:cubicBezTo>
                    <a:pt x="4" y="2"/>
                    <a:pt x="6" y="0"/>
                    <a:pt x="8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9" y="0"/>
                    <a:pt x="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7" name="Freeform 488">
              <a:extLst>
                <a:ext uri="{FF2B5EF4-FFF2-40B4-BE49-F238E27FC236}">
                  <a16:creationId xmlns:a16="http://schemas.microsoft.com/office/drawing/2014/main" id="{183F7BF4-9643-4F60-A6C0-D0D787E0B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190"/>
              <a:ext cx="51" cy="45"/>
            </a:xfrm>
            <a:custGeom>
              <a:avLst/>
              <a:gdLst>
                <a:gd name="T0" fmla="*/ 145 w 24"/>
                <a:gd name="T1" fmla="*/ 25 h 20"/>
                <a:gd name="T2" fmla="*/ 68 w 24"/>
                <a:gd name="T3" fmla="*/ 11 h 20"/>
                <a:gd name="T4" fmla="*/ 19 w 24"/>
                <a:gd name="T5" fmla="*/ 72 h 20"/>
                <a:gd name="T6" fmla="*/ 117 w 24"/>
                <a:gd name="T7" fmla="*/ 218 h 20"/>
                <a:gd name="T8" fmla="*/ 221 w 24"/>
                <a:gd name="T9" fmla="*/ 117 h 20"/>
                <a:gd name="T10" fmla="*/ 145 w 24"/>
                <a:gd name="T11" fmla="*/ 2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15" y="2"/>
                  </a:moveTo>
                  <a:cubicBezTo>
                    <a:pt x="12" y="1"/>
                    <a:pt x="10" y="0"/>
                    <a:pt x="7" y="1"/>
                  </a:cubicBezTo>
                  <a:cubicBezTo>
                    <a:pt x="5" y="2"/>
                    <a:pt x="3" y="3"/>
                    <a:pt x="2" y="6"/>
                  </a:cubicBezTo>
                  <a:cubicBezTo>
                    <a:pt x="0" y="11"/>
                    <a:pt x="5" y="18"/>
                    <a:pt x="12" y="19"/>
                  </a:cubicBezTo>
                  <a:cubicBezTo>
                    <a:pt x="19" y="20"/>
                    <a:pt x="24" y="14"/>
                    <a:pt x="23" y="10"/>
                  </a:cubicBezTo>
                  <a:cubicBezTo>
                    <a:pt x="22" y="6"/>
                    <a:pt x="21" y="5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68" name="Freeform 489">
              <a:extLst>
                <a:ext uri="{FF2B5EF4-FFF2-40B4-BE49-F238E27FC236}">
                  <a16:creationId xmlns:a16="http://schemas.microsoft.com/office/drawing/2014/main" id="{98C06B0F-7205-40EC-ACBE-44D931582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3201"/>
              <a:ext cx="27" cy="22"/>
            </a:xfrm>
            <a:custGeom>
              <a:avLst/>
              <a:gdLst>
                <a:gd name="T0" fmla="*/ 108 w 13"/>
                <a:gd name="T1" fmla="*/ 33 h 10"/>
                <a:gd name="T2" fmla="*/ 108 w 13"/>
                <a:gd name="T3" fmla="*/ 88 h 10"/>
                <a:gd name="T4" fmla="*/ 35 w 13"/>
                <a:gd name="T5" fmla="*/ 88 h 10"/>
                <a:gd name="T6" fmla="*/ 8 w 13"/>
                <a:gd name="T7" fmla="*/ 33 h 10"/>
                <a:gd name="T8" fmla="*/ 17 w 13"/>
                <a:gd name="T9" fmla="*/ 0 h 10"/>
                <a:gd name="T10" fmla="*/ 17 w 13"/>
                <a:gd name="T11" fmla="*/ 0 h 10"/>
                <a:gd name="T12" fmla="*/ 0 w 13"/>
                <a:gd name="T13" fmla="*/ 33 h 10"/>
                <a:gd name="T14" fmla="*/ 35 w 13"/>
                <a:gd name="T15" fmla="*/ 88 h 10"/>
                <a:gd name="T16" fmla="*/ 108 w 13"/>
                <a:gd name="T17" fmla="*/ 88 h 10"/>
                <a:gd name="T18" fmla="*/ 108 w 13"/>
                <a:gd name="T19" fmla="*/ 3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3"/>
                  </a:moveTo>
                  <a:cubicBezTo>
                    <a:pt x="13" y="5"/>
                    <a:pt x="13" y="7"/>
                    <a:pt x="12" y="8"/>
                  </a:cubicBezTo>
                  <a:cubicBezTo>
                    <a:pt x="10" y="9"/>
                    <a:pt x="7" y="10"/>
                    <a:pt x="4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4" y="8"/>
                  </a:cubicBezTo>
                  <a:cubicBezTo>
                    <a:pt x="7" y="10"/>
                    <a:pt x="10" y="9"/>
                    <a:pt x="12" y="8"/>
                  </a:cubicBezTo>
                  <a:cubicBezTo>
                    <a:pt x="13" y="7"/>
                    <a:pt x="13" y="5"/>
                    <a:pt x="12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9" name="Freeform 490">
              <a:extLst>
                <a:ext uri="{FF2B5EF4-FFF2-40B4-BE49-F238E27FC236}">
                  <a16:creationId xmlns:a16="http://schemas.microsoft.com/office/drawing/2014/main" id="{DFDFF1F9-76D4-4CE0-BF0C-FBA8FAB69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139"/>
              <a:ext cx="65" cy="53"/>
            </a:xfrm>
            <a:custGeom>
              <a:avLst/>
              <a:gdLst>
                <a:gd name="T0" fmla="*/ 57 w 31"/>
                <a:gd name="T1" fmla="*/ 0 h 24"/>
                <a:gd name="T2" fmla="*/ 17 w 31"/>
                <a:gd name="T3" fmla="*/ 88 h 24"/>
                <a:gd name="T4" fmla="*/ 149 w 31"/>
                <a:gd name="T5" fmla="*/ 214 h 24"/>
                <a:gd name="T6" fmla="*/ 260 w 31"/>
                <a:gd name="T7" fmla="*/ 214 h 24"/>
                <a:gd name="T8" fmla="*/ 57 w 31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4">
                  <a:moveTo>
                    <a:pt x="6" y="0"/>
                  </a:moveTo>
                  <a:cubicBezTo>
                    <a:pt x="1" y="0"/>
                    <a:pt x="0" y="3"/>
                    <a:pt x="2" y="8"/>
                  </a:cubicBezTo>
                  <a:cubicBezTo>
                    <a:pt x="4" y="12"/>
                    <a:pt x="10" y="17"/>
                    <a:pt x="16" y="20"/>
                  </a:cubicBezTo>
                  <a:cubicBezTo>
                    <a:pt x="23" y="24"/>
                    <a:pt x="26" y="22"/>
                    <a:pt x="28" y="20"/>
                  </a:cubicBezTo>
                  <a:cubicBezTo>
                    <a:pt x="31" y="15"/>
                    <a:pt x="16" y="0"/>
                    <a:pt x="6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70" name="Freeform 491">
              <a:extLst>
                <a:ext uri="{FF2B5EF4-FFF2-40B4-BE49-F238E27FC236}">
                  <a16:creationId xmlns:a16="http://schemas.microsoft.com/office/drawing/2014/main" id="{F00D771E-6E20-4314-A92A-6C6C7749B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3145"/>
              <a:ext cx="33" cy="32"/>
            </a:xfrm>
            <a:custGeom>
              <a:avLst/>
              <a:gdLst>
                <a:gd name="T0" fmla="*/ 8 w 16"/>
                <a:gd name="T1" fmla="*/ 11 h 14"/>
                <a:gd name="T2" fmla="*/ 25 w 16"/>
                <a:gd name="T3" fmla="*/ 85 h 14"/>
                <a:gd name="T4" fmla="*/ 116 w 16"/>
                <a:gd name="T5" fmla="*/ 167 h 14"/>
                <a:gd name="T6" fmla="*/ 140 w 16"/>
                <a:gd name="T7" fmla="*/ 158 h 14"/>
                <a:gd name="T8" fmla="*/ 140 w 16"/>
                <a:gd name="T9" fmla="*/ 158 h 14"/>
                <a:gd name="T10" fmla="*/ 116 w 16"/>
                <a:gd name="T11" fmla="*/ 167 h 14"/>
                <a:gd name="T12" fmla="*/ 25 w 16"/>
                <a:gd name="T13" fmla="*/ 85 h 14"/>
                <a:gd name="T14" fmla="*/ 8 w 16"/>
                <a:gd name="T15" fmla="*/ 11 h 14"/>
                <a:gd name="T16" fmla="*/ 35 w 16"/>
                <a:gd name="T17" fmla="*/ 11 h 14"/>
                <a:gd name="T18" fmla="*/ 35 w 16"/>
                <a:gd name="T19" fmla="*/ 11 h 14"/>
                <a:gd name="T20" fmla="*/ 8 w 16"/>
                <a:gd name="T21" fmla="*/ 11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4">
                  <a:moveTo>
                    <a:pt x="1" y="1"/>
                  </a:moveTo>
                  <a:cubicBezTo>
                    <a:pt x="0" y="2"/>
                    <a:pt x="1" y="5"/>
                    <a:pt x="3" y="7"/>
                  </a:cubicBezTo>
                  <a:cubicBezTo>
                    <a:pt x="5" y="10"/>
                    <a:pt x="9" y="13"/>
                    <a:pt x="13" y="14"/>
                  </a:cubicBezTo>
                  <a:cubicBezTo>
                    <a:pt x="14" y="14"/>
                    <a:pt x="16" y="14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4"/>
                    <a:pt x="14" y="14"/>
                    <a:pt x="13" y="14"/>
                  </a:cubicBezTo>
                  <a:cubicBezTo>
                    <a:pt x="9" y="13"/>
                    <a:pt x="5" y="10"/>
                    <a:pt x="3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1" name="Freeform 492">
              <a:extLst>
                <a:ext uri="{FF2B5EF4-FFF2-40B4-BE49-F238E27FC236}">
                  <a16:creationId xmlns:a16="http://schemas.microsoft.com/office/drawing/2014/main" id="{6BD48F99-FA93-4D6C-8ACE-BCC329CD2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431"/>
              <a:ext cx="69" cy="56"/>
            </a:xfrm>
            <a:custGeom>
              <a:avLst/>
              <a:gdLst>
                <a:gd name="T0" fmla="*/ 236 w 33"/>
                <a:gd name="T1" fmla="*/ 226 h 25"/>
                <a:gd name="T2" fmla="*/ 284 w 33"/>
                <a:gd name="T3" fmla="*/ 155 h 25"/>
                <a:gd name="T4" fmla="*/ 136 w 33"/>
                <a:gd name="T5" fmla="*/ 20 h 25"/>
                <a:gd name="T6" fmla="*/ 8 w 33"/>
                <a:gd name="T7" fmla="*/ 190 h 25"/>
                <a:gd name="T8" fmla="*/ 84 w 33"/>
                <a:gd name="T9" fmla="*/ 271 h 25"/>
                <a:gd name="T10" fmla="*/ 176 w 33"/>
                <a:gd name="T11" fmla="*/ 246 h 25"/>
                <a:gd name="T12" fmla="*/ 236 w 33"/>
                <a:gd name="T13" fmla="*/ 22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26" y="20"/>
                  </a:moveTo>
                  <a:cubicBezTo>
                    <a:pt x="29" y="18"/>
                    <a:pt x="30" y="16"/>
                    <a:pt x="31" y="14"/>
                  </a:cubicBezTo>
                  <a:cubicBezTo>
                    <a:pt x="33" y="5"/>
                    <a:pt x="24" y="0"/>
                    <a:pt x="15" y="2"/>
                  </a:cubicBezTo>
                  <a:cubicBezTo>
                    <a:pt x="6" y="4"/>
                    <a:pt x="0" y="12"/>
                    <a:pt x="1" y="17"/>
                  </a:cubicBezTo>
                  <a:cubicBezTo>
                    <a:pt x="2" y="21"/>
                    <a:pt x="5" y="24"/>
                    <a:pt x="9" y="24"/>
                  </a:cubicBezTo>
                  <a:cubicBezTo>
                    <a:pt x="12" y="25"/>
                    <a:pt x="17" y="23"/>
                    <a:pt x="19" y="22"/>
                  </a:cubicBezTo>
                  <a:cubicBezTo>
                    <a:pt x="21" y="22"/>
                    <a:pt x="24" y="21"/>
                    <a:pt x="26" y="2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72" name="Freeform 493">
              <a:extLst>
                <a:ext uri="{FF2B5EF4-FFF2-40B4-BE49-F238E27FC236}">
                  <a16:creationId xmlns:a16="http://schemas.microsoft.com/office/drawing/2014/main" id="{0D008B19-CF73-4A04-AAED-22781A9ED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449"/>
              <a:ext cx="35" cy="20"/>
            </a:xfrm>
            <a:custGeom>
              <a:avLst/>
              <a:gdLst>
                <a:gd name="T0" fmla="*/ 148 w 17"/>
                <a:gd name="T1" fmla="*/ 36 h 9"/>
                <a:gd name="T2" fmla="*/ 97 w 17"/>
                <a:gd name="T3" fmla="*/ 9 h 9"/>
                <a:gd name="T4" fmla="*/ 8 w 17"/>
                <a:gd name="T5" fmla="*/ 53 h 9"/>
                <a:gd name="T6" fmla="*/ 8 w 17"/>
                <a:gd name="T7" fmla="*/ 98 h 9"/>
                <a:gd name="T8" fmla="*/ 8 w 17"/>
                <a:gd name="T9" fmla="*/ 98 h 9"/>
                <a:gd name="T10" fmla="*/ 16 w 17"/>
                <a:gd name="T11" fmla="*/ 53 h 9"/>
                <a:gd name="T12" fmla="*/ 97 w 17"/>
                <a:gd name="T13" fmla="*/ 9 h 9"/>
                <a:gd name="T14" fmla="*/ 148 w 17"/>
                <a:gd name="T15" fmla="*/ 36 h 9"/>
                <a:gd name="T16" fmla="*/ 140 w 17"/>
                <a:gd name="T17" fmla="*/ 64 h 9"/>
                <a:gd name="T18" fmla="*/ 140 w 17"/>
                <a:gd name="T19" fmla="*/ 64 h 9"/>
                <a:gd name="T20" fmla="*/ 148 w 17"/>
                <a:gd name="T21" fmla="*/ 36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9">
                  <a:moveTo>
                    <a:pt x="17" y="3"/>
                  </a:moveTo>
                  <a:cubicBezTo>
                    <a:pt x="16" y="1"/>
                    <a:pt x="14" y="0"/>
                    <a:pt x="11" y="1"/>
                  </a:cubicBezTo>
                  <a:cubicBezTo>
                    <a:pt x="7" y="1"/>
                    <a:pt x="3" y="3"/>
                    <a:pt x="1" y="5"/>
                  </a:cubicBezTo>
                  <a:cubicBezTo>
                    <a:pt x="1" y="6"/>
                    <a:pt x="0" y="7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7"/>
                    <a:pt x="1" y="6"/>
                    <a:pt x="2" y="5"/>
                  </a:cubicBezTo>
                  <a:cubicBezTo>
                    <a:pt x="3" y="3"/>
                    <a:pt x="7" y="1"/>
                    <a:pt x="11" y="1"/>
                  </a:cubicBezTo>
                  <a:cubicBezTo>
                    <a:pt x="14" y="1"/>
                    <a:pt x="16" y="1"/>
                    <a:pt x="17" y="3"/>
                  </a:cubicBezTo>
                  <a:cubicBezTo>
                    <a:pt x="17" y="4"/>
                    <a:pt x="17" y="5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5"/>
                    <a:pt x="17" y="4"/>
                    <a:pt x="17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3" name="Freeform 494">
              <a:extLst>
                <a:ext uri="{FF2B5EF4-FFF2-40B4-BE49-F238E27FC236}">
                  <a16:creationId xmlns:a16="http://schemas.microsoft.com/office/drawing/2014/main" id="{E7A758F4-BC07-4C7A-9137-BBA6404B3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319"/>
              <a:ext cx="50" cy="78"/>
            </a:xfrm>
            <a:custGeom>
              <a:avLst/>
              <a:gdLst>
                <a:gd name="T0" fmla="*/ 217 w 24"/>
                <a:gd name="T1" fmla="*/ 145 h 35"/>
                <a:gd name="T2" fmla="*/ 192 w 24"/>
                <a:gd name="T3" fmla="*/ 65 h 35"/>
                <a:gd name="T4" fmla="*/ 27 w 24"/>
                <a:gd name="T5" fmla="*/ 154 h 35"/>
                <a:gd name="T6" fmla="*/ 73 w 24"/>
                <a:gd name="T7" fmla="*/ 368 h 35"/>
                <a:gd name="T8" fmla="*/ 165 w 24"/>
                <a:gd name="T9" fmla="*/ 332 h 35"/>
                <a:gd name="T10" fmla="*/ 200 w 24"/>
                <a:gd name="T11" fmla="*/ 234 h 35"/>
                <a:gd name="T12" fmla="*/ 217 w 24"/>
                <a:gd name="T13" fmla="*/ 14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13"/>
                  </a:moveTo>
                  <a:cubicBezTo>
                    <a:pt x="23" y="10"/>
                    <a:pt x="22" y="8"/>
                    <a:pt x="21" y="6"/>
                  </a:cubicBezTo>
                  <a:cubicBezTo>
                    <a:pt x="14" y="0"/>
                    <a:pt x="6" y="5"/>
                    <a:pt x="3" y="14"/>
                  </a:cubicBezTo>
                  <a:cubicBezTo>
                    <a:pt x="0" y="22"/>
                    <a:pt x="3" y="31"/>
                    <a:pt x="8" y="33"/>
                  </a:cubicBezTo>
                  <a:cubicBezTo>
                    <a:pt x="12" y="35"/>
                    <a:pt x="16" y="34"/>
                    <a:pt x="18" y="30"/>
                  </a:cubicBezTo>
                  <a:cubicBezTo>
                    <a:pt x="21" y="28"/>
                    <a:pt x="21" y="23"/>
                    <a:pt x="22" y="21"/>
                  </a:cubicBezTo>
                  <a:cubicBezTo>
                    <a:pt x="22" y="18"/>
                    <a:pt x="24" y="16"/>
                    <a:pt x="24" y="1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74" name="Freeform 495">
              <a:extLst>
                <a:ext uri="{FF2B5EF4-FFF2-40B4-BE49-F238E27FC236}">
                  <a16:creationId xmlns:a16="http://schemas.microsoft.com/office/drawing/2014/main" id="{55464468-D789-49D5-98BF-865CB3CD8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342"/>
              <a:ext cx="21" cy="38"/>
            </a:xfrm>
            <a:custGeom>
              <a:avLst/>
              <a:gdLst>
                <a:gd name="T0" fmla="*/ 67 w 10"/>
                <a:gd name="T1" fmla="*/ 9 h 17"/>
                <a:gd name="T2" fmla="*/ 27 w 10"/>
                <a:gd name="T3" fmla="*/ 45 h 17"/>
                <a:gd name="T4" fmla="*/ 8 w 10"/>
                <a:gd name="T5" fmla="*/ 170 h 17"/>
                <a:gd name="T6" fmla="*/ 36 w 10"/>
                <a:gd name="T7" fmla="*/ 190 h 17"/>
                <a:gd name="T8" fmla="*/ 36 w 10"/>
                <a:gd name="T9" fmla="*/ 190 h 17"/>
                <a:gd name="T10" fmla="*/ 8 w 10"/>
                <a:gd name="T11" fmla="*/ 170 h 17"/>
                <a:gd name="T12" fmla="*/ 27 w 10"/>
                <a:gd name="T13" fmla="*/ 45 h 17"/>
                <a:gd name="T14" fmla="*/ 67 w 10"/>
                <a:gd name="T15" fmla="*/ 9 h 17"/>
                <a:gd name="T16" fmla="*/ 92 w 10"/>
                <a:gd name="T17" fmla="*/ 36 h 17"/>
                <a:gd name="T18" fmla="*/ 92 w 10"/>
                <a:gd name="T19" fmla="*/ 36 h 17"/>
                <a:gd name="T20" fmla="*/ 67 w 10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7">
                  <a:moveTo>
                    <a:pt x="7" y="1"/>
                  </a:moveTo>
                  <a:cubicBezTo>
                    <a:pt x="6" y="0"/>
                    <a:pt x="4" y="2"/>
                    <a:pt x="3" y="4"/>
                  </a:cubicBezTo>
                  <a:cubicBezTo>
                    <a:pt x="1" y="8"/>
                    <a:pt x="0" y="12"/>
                    <a:pt x="1" y="15"/>
                  </a:cubicBezTo>
                  <a:cubicBezTo>
                    <a:pt x="2" y="16"/>
                    <a:pt x="3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7"/>
                    <a:pt x="2" y="16"/>
                    <a:pt x="1" y="15"/>
                  </a:cubicBezTo>
                  <a:cubicBezTo>
                    <a:pt x="0" y="12"/>
                    <a:pt x="1" y="8"/>
                    <a:pt x="3" y="4"/>
                  </a:cubicBezTo>
                  <a:cubicBezTo>
                    <a:pt x="4" y="2"/>
                    <a:pt x="6" y="1"/>
                    <a:pt x="7" y="1"/>
                  </a:cubicBezTo>
                  <a:cubicBezTo>
                    <a:pt x="8" y="1"/>
                    <a:pt x="9" y="1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8" y="1"/>
                    <a:pt x="7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5" name="Freeform 496">
              <a:extLst>
                <a:ext uri="{FF2B5EF4-FFF2-40B4-BE49-F238E27FC236}">
                  <a16:creationId xmlns:a16="http://schemas.microsoft.com/office/drawing/2014/main" id="{1BE7EBFC-FB23-477D-AE5A-D0369CB88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3032"/>
              <a:ext cx="57" cy="58"/>
            </a:xfrm>
            <a:custGeom>
              <a:avLst/>
              <a:gdLst>
                <a:gd name="T0" fmla="*/ 152 w 27"/>
                <a:gd name="T1" fmla="*/ 20 h 26"/>
                <a:gd name="T2" fmla="*/ 76 w 27"/>
                <a:gd name="T3" fmla="*/ 9 h 26"/>
                <a:gd name="T4" fmla="*/ 57 w 27"/>
                <a:gd name="T5" fmla="*/ 199 h 26"/>
                <a:gd name="T6" fmla="*/ 217 w 27"/>
                <a:gd name="T7" fmla="*/ 268 h 26"/>
                <a:gd name="T8" fmla="*/ 245 w 27"/>
                <a:gd name="T9" fmla="*/ 154 h 26"/>
                <a:gd name="T10" fmla="*/ 188 w 27"/>
                <a:gd name="T11" fmla="*/ 80 h 26"/>
                <a:gd name="T12" fmla="*/ 152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6" y="2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0" y="3"/>
                    <a:pt x="0" y="12"/>
                    <a:pt x="6" y="18"/>
                  </a:cubicBezTo>
                  <a:cubicBezTo>
                    <a:pt x="11" y="25"/>
                    <a:pt x="20" y="26"/>
                    <a:pt x="23" y="24"/>
                  </a:cubicBezTo>
                  <a:cubicBezTo>
                    <a:pt x="27" y="21"/>
                    <a:pt x="27" y="18"/>
                    <a:pt x="26" y="14"/>
                  </a:cubicBezTo>
                  <a:cubicBezTo>
                    <a:pt x="25" y="11"/>
                    <a:pt x="22" y="9"/>
                    <a:pt x="20" y="7"/>
                  </a:cubicBezTo>
                  <a:cubicBezTo>
                    <a:pt x="19" y="5"/>
                    <a:pt x="17" y="3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76" name="Freeform 497">
              <a:extLst>
                <a:ext uri="{FF2B5EF4-FFF2-40B4-BE49-F238E27FC236}">
                  <a16:creationId xmlns:a16="http://schemas.microsoft.com/office/drawing/2014/main" id="{3051C887-DAC2-476E-911B-1FEE13872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047"/>
              <a:ext cx="25" cy="29"/>
            </a:xfrm>
            <a:custGeom>
              <a:avLst/>
              <a:gdLst>
                <a:gd name="T0" fmla="*/ 8 w 12"/>
                <a:gd name="T1" fmla="*/ 9 h 13"/>
                <a:gd name="T2" fmla="*/ 17 w 12"/>
                <a:gd name="T3" fmla="*/ 65 h 13"/>
                <a:gd name="T4" fmla="*/ 83 w 12"/>
                <a:gd name="T5" fmla="*/ 134 h 13"/>
                <a:gd name="T6" fmla="*/ 108 w 12"/>
                <a:gd name="T7" fmla="*/ 134 h 13"/>
                <a:gd name="T8" fmla="*/ 108 w 12"/>
                <a:gd name="T9" fmla="*/ 134 h 13"/>
                <a:gd name="T10" fmla="*/ 83 w 12"/>
                <a:gd name="T11" fmla="*/ 134 h 13"/>
                <a:gd name="T12" fmla="*/ 17 w 12"/>
                <a:gd name="T13" fmla="*/ 65 h 13"/>
                <a:gd name="T14" fmla="*/ 8 w 12"/>
                <a:gd name="T15" fmla="*/ 9 h 13"/>
                <a:gd name="T16" fmla="*/ 35 w 12"/>
                <a:gd name="T17" fmla="*/ 0 h 13"/>
                <a:gd name="T18" fmla="*/ 35 w 12"/>
                <a:gd name="T19" fmla="*/ 0 h 13"/>
                <a:gd name="T20" fmla="*/ 8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3" y="10"/>
                    <a:pt x="6" y="12"/>
                    <a:pt x="9" y="12"/>
                  </a:cubicBezTo>
                  <a:cubicBezTo>
                    <a:pt x="10" y="13"/>
                    <a:pt x="11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2"/>
                    <a:pt x="10" y="12"/>
                    <a:pt x="9" y="12"/>
                  </a:cubicBezTo>
                  <a:cubicBezTo>
                    <a:pt x="6" y="12"/>
                    <a:pt x="4" y="9"/>
                    <a:pt x="2" y="6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7" name="Freeform 498">
              <a:extLst>
                <a:ext uri="{FF2B5EF4-FFF2-40B4-BE49-F238E27FC236}">
                  <a16:creationId xmlns:a16="http://schemas.microsoft.com/office/drawing/2014/main" id="{A1FCE457-30CE-4C41-8200-0998D2B9F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154"/>
              <a:ext cx="67" cy="72"/>
            </a:xfrm>
            <a:custGeom>
              <a:avLst/>
              <a:gdLst>
                <a:gd name="T0" fmla="*/ 201 w 32"/>
                <a:gd name="T1" fmla="*/ 320 h 32"/>
                <a:gd name="T2" fmla="*/ 249 w 32"/>
                <a:gd name="T3" fmla="*/ 101 h 32"/>
                <a:gd name="T4" fmla="*/ 57 w 32"/>
                <a:gd name="T5" fmla="*/ 72 h 32"/>
                <a:gd name="T6" fmla="*/ 201 w 32"/>
                <a:gd name="T7" fmla="*/ 32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2">
                  <a:moveTo>
                    <a:pt x="22" y="28"/>
                  </a:moveTo>
                  <a:cubicBezTo>
                    <a:pt x="30" y="25"/>
                    <a:pt x="32" y="17"/>
                    <a:pt x="27" y="9"/>
                  </a:cubicBezTo>
                  <a:cubicBezTo>
                    <a:pt x="21" y="2"/>
                    <a:pt x="13" y="0"/>
                    <a:pt x="6" y="6"/>
                  </a:cubicBezTo>
                  <a:cubicBezTo>
                    <a:pt x="0" y="13"/>
                    <a:pt x="8" y="32"/>
                    <a:pt x="22" y="28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78" name="Freeform 499">
              <a:extLst>
                <a:ext uri="{FF2B5EF4-FFF2-40B4-BE49-F238E27FC236}">
                  <a16:creationId xmlns:a16="http://schemas.microsoft.com/office/drawing/2014/main" id="{E243723D-B9AD-4309-95F2-CCC0698A1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177"/>
              <a:ext cx="34" cy="29"/>
            </a:xfrm>
            <a:custGeom>
              <a:avLst/>
              <a:gdLst>
                <a:gd name="T0" fmla="*/ 136 w 16"/>
                <a:gd name="T1" fmla="*/ 0 h 13"/>
                <a:gd name="T2" fmla="*/ 145 w 16"/>
                <a:gd name="T3" fmla="*/ 80 h 13"/>
                <a:gd name="T4" fmla="*/ 96 w 16"/>
                <a:gd name="T5" fmla="*/ 134 h 13"/>
                <a:gd name="T6" fmla="*/ 19 w 16"/>
                <a:gd name="T7" fmla="*/ 89 h 13"/>
                <a:gd name="T8" fmla="*/ 9 w 16"/>
                <a:gd name="T9" fmla="*/ 0 h 13"/>
                <a:gd name="T10" fmla="*/ 9 w 16"/>
                <a:gd name="T11" fmla="*/ 0 h 13"/>
                <a:gd name="T12" fmla="*/ 19 w 16"/>
                <a:gd name="T13" fmla="*/ 89 h 13"/>
                <a:gd name="T14" fmla="*/ 96 w 16"/>
                <a:gd name="T15" fmla="*/ 134 h 13"/>
                <a:gd name="T16" fmla="*/ 153 w 16"/>
                <a:gd name="T17" fmla="*/ 80 h 13"/>
                <a:gd name="T18" fmla="*/ 136 w 16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4" y="0"/>
                  </a:moveTo>
                  <a:cubicBezTo>
                    <a:pt x="16" y="2"/>
                    <a:pt x="16" y="5"/>
                    <a:pt x="15" y="7"/>
                  </a:cubicBezTo>
                  <a:cubicBezTo>
                    <a:pt x="14" y="10"/>
                    <a:pt x="12" y="12"/>
                    <a:pt x="10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6"/>
                    <a:pt x="2" y="8"/>
                  </a:cubicBezTo>
                  <a:cubicBezTo>
                    <a:pt x="4" y="11"/>
                    <a:pt x="7" y="13"/>
                    <a:pt x="10" y="12"/>
                  </a:cubicBezTo>
                  <a:cubicBezTo>
                    <a:pt x="12" y="12"/>
                    <a:pt x="15" y="10"/>
                    <a:pt x="16" y="7"/>
                  </a:cubicBezTo>
                  <a:cubicBezTo>
                    <a:pt x="16" y="5"/>
                    <a:pt x="16" y="2"/>
                    <a:pt x="1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9" name="Freeform 500">
              <a:extLst>
                <a:ext uri="{FF2B5EF4-FFF2-40B4-BE49-F238E27FC236}">
                  <a16:creationId xmlns:a16="http://schemas.microsoft.com/office/drawing/2014/main" id="{0CFFE5E1-E6A6-41CD-B7B8-22E10DF07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239"/>
              <a:ext cx="58" cy="62"/>
            </a:xfrm>
            <a:custGeom>
              <a:avLst/>
              <a:gdLst>
                <a:gd name="T0" fmla="*/ 25 w 28"/>
                <a:gd name="T1" fmla="*/ 97 h 28"/>
                <a:gd name="T2" fmla="*/ 168 w 28"/>
                <a:gd name="T3" fmla="*/ 53 h 28"/>
                <a:gd name="T4" fmla="*/ 205 w 28"/>
                <a:gd name="T5" fmla="*/ 241 h 28"/>
                <a:gd name="T6" fmla="*/ 25 w 28"/>
                <a:gd name="T7" fmla="*/ 9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3" y="9"/>
                  </a:moveTo>
                  <a:cubicBezTo>
                    <a:pt x="5" y="2"/>
                    <a:pt x="12" y="0"/>
                    <a:pt x="19" y="5"/>
                  </a:cubicBezTo>
                  <a:cubicBezTo>
                    <a:pt x="26" y="9"/>
                    <a:pt x="28" y="17"/>
                    <a:pt x="23" y="22"/>
                  </a:cubicBezTo>
                  <a:cubicBezTo>
                    <a:pt x="17" y="28"/>
                    <a:pt x="0" y="20"/>
                    <a:pt x="3" y="9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80" name="Freeform 501">
              <a:extLst>
                <a:ext uri="{FF2B5EF4-FFF2-40B4-BE49-F238E27FC236}">
                  <a16:creationId xmlns:a16="http://schemas.microsoft.com/office/drawing/2014/main" id="{931F7CBB-F037-4DE0-954F-DAAEA819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255"/>
              <a:ext cx="23" cy="31"/>
            </a:xfrm>
            <a:custGeom>
              <a:avLst/>
              <a:gdLst>
                <a:gd name="T0" fmla="*/ 92 w 11"/>
                <a:gd name="T1" fmla="*/ 20 h 14"/>
                <a:gd name="T2" fmla="*/ 36 w 11"/>
                <a:gd name="T3" fmla="*/ 9 h 14"/>
                <a:gd name="T4" fmla="*/ 0 w 11"/>
                <a:gd name="T5" fmla="*/ 64 h 14"/>
                <a:gd name="T6" fmla="*/ 36 w 11"/>
                <a:gd name="T7" fmla="*/ 133 h 14"/>
                <a:gd name="T8" fmla="*/ 100 w 11"/>
                <a:gd name="T9" fmla="*/ 142 h 14"/>
                <a:gd name="T10" fmla="*/ 100 w 11"/>
                <a:gd name="T11" fmla="*/ 142 h 14"/>
                <a:gd name="T12" fmla="*/ 36 w 11"/>
                <a:gd name="T13" fmla="*/ 133 h 14"/>
                <a:gd name="T14" fmla="*/ 0 w 11"/>
                <a:gd name="T15" fmla="*/ 64 h 14"/>
                <a:gd name="T16" fmla="*/ 36 w 11"/>
                <a:gd name="T17" fmla="*/ 0 h 14"/>
                <a:gd name="T18" fmla="*/ 92 w 11"/>
                <a:gd name="T19" fmla="*/ 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4">
                  <a:moveTo>
                    <a:pt x="10" y="2"/>
                  </a:moveTo>
                  <a:cubicBezTo>
                    <a:pt x="9" y="0"/>
                    <a:pt x="6" y="0"/>
                    <a:pt x="4" y="1"/>
                  </a:cubicBezTo>
                  <a:cubicBezTo>
                    <a:pt x="2" y="1"/>
                    <a:pt x="0" y="3"/>
                    <a:pt x="0" y="6"/>
                  </a:cubicBezTo>
                  <a:cubicBezTo>
                    <a:pt x="0" y="8"/>
                    <a:pt x="2" y="10"/>
                    <a:pt x="4" y="12"/>
                  </a:cubicBezTo>
                  <a:cubicBezTo>
                    <a:pt x="6" y="13"/>
                    <a:pt x="9" y="14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9" y="14"/>
                    <a:pt x="6" y="13"/>
                    <a:pt x="4" y="12"/>
                  </a:cubicBezTo>
                  <a:cubicBezTo>
                    <a:pt x="2" y="10"/>
                    <a:pt x="0" y="8"/>
                    <a:pt x="0" y="6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6" y="0"/>
                    <a:pt x="9" y="0"/>
                    <a:pt x="1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1" name="Freeform 502">
              <a:extLst>
                <a:ext uri="{FF2B5EF4-FFF2-40B4-BE49-F238E27FC236}">
                  <a16:creationId xmlns:a16="http://schemas.microsoft.com/office/drawing/2014/main" id="{A00FBA63-B1BB-446B-8732-A1B7DD1EA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235"/>
              <a:ext cx="56" cy="58"/>
            </a:xfrm>
            <a:custGeom>
              <a:avLst/>
              <a:gdLst>
                <a:gd name="T0" fmla="*/ 141 w 27"/>
                <a:gd name="T1" fmla="*/ 20 h 26"/>
                <a:gd name="T2" fmla="*/ 73 w 27"/>
                <a:gd name="T3" fmla="*/ 0 h 26"/>
                <a:gd name="T4" fmla="*/ 52 w 27"/>
                <a:gd name="T5" fmla="*/ 199 h 26"/>
                <a:gd name="T6" fmla="*/ 207 w 27"/>
                <a:gd name="T7" fmla="*/ 254 h 26"/>
                <a:gd name="T8" fmla="*/ 232 w 27"/>
                <a:gd name="T9" fmla="*/ 154 h 26"/>
                <a:gd name="T10" fmla="*/ 176 w 27"/>
                <a:gd name="T11" fmla="*/ 65 h 26"/>
                <a:gd name="T12" fmla="*/ 141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6" y="2"/>
                  </a:moveTo>
                  <a:cubicBezTo>
                    <a:pt x="13" y="0"/>
                    <a:pt x="11" y="0"/>
                    <a:pt x="8" y="0"/>
                  </a:cubicBezTo>
                  <a:cubicBezTo>
                    <a:pt x="0" y="2"/>
                    <a:pt x="0" y="11"/>
                    <a:pt x="6" y="18"/>
                  </a:cubicBezTo>
                  <a:cubicBezTo>
                    <a:pt x="11" y="24"/>
                    <a:pt x="19" y="26"/>
                    <a:pt x="23" y="23"/>
                  </a:cubicBezTo>
                  <a:cubicBezTo>
                    <a:pt x="26" y="21"/>
                    <a:pt x="27" y="17"/>
                    <a:pt x="26" y="14"/>
                  </a:cubicBezTo>
                  <a:cubicBezTo>
                    <a:pt x="25" y="11"/>
                    <a:pt x="22" y="8"/>
                    <a:pt x="20" y="6"/>
                  </a:cubicBezTo>
                  <a:cubicBezTo>
                    <a:pt x="19" y="5"/>
                    <a:pt x="17" y="2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82" name="Freeform 503">
              <a:extLst>
                <a:ext uri="{FF2B5EF4-FFF2-40B4-BE49-F238E27FC236}">
                  <a16:creationId xmlns:a16="http://schemas.microsoft.com/office/drawing/2014/main" id="{EA13F3EB-61F1-4D7A-BD14-55CFED491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248"/>
              <a:ext cx="25" cy="29"/>
            </a:xfrm>
            <a:custGeom>
              <a:avLst/>
              <a:gdLst>
                <a:gd name="T0" fmla="*/ 8 w 12"/>
                <a:gd name="T1" fmla="*/ 9 h 13"/>
                <a:gd name="T2" fmla="*/ 17 w 12"/>
                <a:gd name="T3" fmla="*/ 80 h 13"/>
                <a:gd name="T4" fmla="*/ 83 w 12"/>
                <a:gd name="T5" fmla="*/ 145 h 13"/>
                <a:gd name="T6" fmla="*/ 108 w 12"/>
                <a:gd name="T7" fmla="*/ 134 h 13"/>
                <a:gd name="T8" fmla="*/ 108 w 12"/>
                <a:gd name="T9" fmla="*/ 134 h 13"/>
                <a:gd name="T10" fmla="*/ 83 w 12"/>
                <a:gd name="T11" fmla="*/ 145 h 13"/>
                <a:gd name="T12" fmla="*/ 17 w 12"/>
                <a:gd name="T13" fmla="*/ 80 h 13"/>
                <a:gd name="T14" fmla="*/ 8 w 12"/>
                <a:gd name="T15" fmla="*/ 9 h 13"/>
                <a:gd name="T16" fmla="*/ 27 w 12"/>
                <a:gd name="T17" fmla="*/ 0 h 13"/>
                <a:gd name="T18" fmla="*/ 27 w 12"/>
                <a:gd name="T19" fmla="*/ 0 h 13"/>
                <a:gd name="T20" fmla="*/ 8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3" y="10"/>
                    <a:pt x="6" y="12"/>
                    <a:pt x="9" y="13"/>
                  </a:cubicBezTo>
                  <a:cubicBezTo>
                    <a:pt x="10" y="13"/>
                    <a:pt x="11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3"/>
                    <a:pt x="10" y="13"/>
                    <a:pt x="9" y="13"/>
                  </a:cubicBezTo>
                  <a:cubicBezTo>
                    <a:pt x="6" y="12"/>
                    <a:pt x="4" y="10"/>
                    <a:pt x="2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3" name="Freeform 504">
              <a:extLst>
                <a:ext uri="{FF2B5EF4-FFF2-40B4-BE49-F238E27FC236}">
                  <a16:creationId xmlns:a16="http://schemas.microsoft.com/office/drawing/2014/main" id="{511A19FF-59C6-4506-B922-C088F4449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335"/>
              <a:ext cx="60" cy="65"/>
            </a:xfrm>
            <a:custGeom>
              <a:avLst/>
              <a:gdLst>
                <a:gd name="T0" fmla="*/ 197 w 29"/>
                <a:gd name="T1" fmla="*/ 247 h 29"/>
                <a:gd name="T2" fmla="*/ 197 w 29"/>
                <a:gd name="T3" fmla="*/ 56 h 29"/>
                <a:gd name="T4" fmla="*/ 35 w 29"/>
                <a:gd name="T5" fmla="*/ 81 h 29"/>
                <a:gd name="T6" fmla="*/ 197 w 29"/>
                <a:gd name="T7" fmla="*/ 24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22" y="22"/>
                  </a:moveTo>
                  <a:cubicBezTo>
                    <a:pt x="29" y="18"/>
                    <a:pt x="29" y="10"/>
                    <a:pt x="22" y="5"/>
                  </a:cubicBezTo>
                  <a:cubicBezTo>
                    <a:pt x="16" y="0"/>
                    <a:pt x="8" y="0"/>
                    <a:pt x="4" y="7"/>
                  </a:cubicBezTo>
                  <a:cubicBezTo>
                    <a:pt x="0" y="15"/>
                    <a:pt x="12" y="29"/>
                    <a:pt x="22" y="2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84" name="Freeform 505">
              <a:extLst>
                <a:ext uri="{FF2B5EF4-FFF2-40B4-BE49-F238E27FC236}">
                  <a16:creationId xmlns:a16="http://schemas.microsoft.com/office/drawing/2014/main" id="{095A9356-6E1C-45DD-8F95-F4D423B7C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351"/>
              <a:ext cx="32" cy="26"/>
            </a:xfrm>
            <a:custGeom>
              <a:avLst/>
              <a:gdLst>
                <a:gd name="T0" fmla="*/ 117 w 15"/>
                <a:gd name="T1" fmla="*/ 0 h 12"/>
                <a:gd name="T2" fmla="*/ 137 w 15"/>
                <a:gd name="T3" fmla="*/ 52 h 12"/>
                <a:gd name="T4" fmla="*/ 105 w 15"/>
                <a:gd name="T5" fmla="*/ 113 h 12"/>
                <a:gd name="T6" fmla="*/ 41 w 15"/>
                <a:gd name="T7" fmla="*/ 93 h 12"/>
                <a:gd name="T8" fmla="*/ 9 w 15"/>
                <a:gd name="T9" fmla="*/ 33 h 12"/>
                <a:gd name="T10" fmla="*/ 9 w 15"/>
                <a:gd name="T11" fmla="*/ 33 h 12"/>
                <a:gd name="T12" fmla="*/ 41 w 15"/>
                <a:gd name="T13" fmla="*/ 104 h 12"/>
                <a:gd name="T14" fmla="*/ 105 w 15"/>
                <a:gd name="T15" fmla="*/ 113 h 12"/>
                <a:gd name="T16" fmla="*/ 145 w 15"/>
                <a:gd name="T17" fmla="*/ 52 h 12"/>
                <a:gd name="T18" fmla="*/ 117 w 15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3" y="1"/>
                    <a:pt x="14" y="3"/>
                    <a:pt x="14" y="5"/>
                  </a:cubicBezTo>
                  <a:cubicBezTo>
                    <a:pt x="14" y="8"/>
                    <a:pt x="13" y="10"/>
                    <a:pt x="11" y="11"/>
                  </a:cubicBezTo>
                  <a:cubicBezTo>
                    <a:pt x="9" y="12"/>
                    <a:pt x="6" y="11"/>
                    <a:pt x="4" y="9"/>
                  </a:cubicBezTo>
                  <a:cubicBezTo>
                    <a:pt x="1" y="8"/>
                    <a:pt x="0" y="5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1" y="8"/>
                    <a:pt x="4" y="10"/>
                  </a:cubicBezTo>
                  <a:cubicBezTo>
                    <a:pt x="6" y="11"/>
                    <a:pt x="9" y="12"/>
                    <a:pt x="11" y="11"/>
                  </a:cubicBezTo>
                  <a:cubicBezTo>
                    <a:pt x="13" y="10"/>
                    <a:pt x="14" y="8"/>
                    <a:pt x="15" y="5"/>
                  </a:cubicBezTo>
                  <a:cubicBezTo>
                    <a:pt x="15" y="3"/>
                    <a:pt x="14" y="1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5" name="Freeform 506">
              <a:extLst>
                <a:ext uri="{FF2B5EF4-FFF2-40B4-BE49-F238E27FC236}">
                  <a16:creationId xmlns:a16="http://schemas.microsoft.com/office/drawing/2014/main" id="{7ABB4FB1-A6D0-4BE9-B84C-E114A8626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293"/>
              <a:ext cx="54" cy="55"/>
            </a:xfrm>
            <a:custGeom>
              <a:avLst/>
              <a:gdLst>
                <a:gd name="T0" fmla="*/ 133 w 26"/>
                <a:gd name="T1" fmla="*/ 9 h 25"/>
                <a:gd name="T2" fmla="*/ 73 w 26"/>
                <a:gd name="T3" fmla="*/ 0 h 25"/>
                <a:gd name="T4" fmla="*/ 44 w 26"/>
                <a:gd name="T5" fmla="*/ 178 h 25"/>
                <a:gd name="T6" fmla="*/ 199 w 26"/>
                <a:gd name="T7" fmla="*/ 246 h 25"/>
                <a:gd name="T8" fmla="*/ 224 w 26"/>
                <a:gd name="T9" fmla="*/ 150 h 25"/>
                <a:gd name="T10" fmla="*/ 181 w 26"/>
                <a:gd name="T11" fmla="*/ 64 h 25"/>
                <a:gd name="T12" fmla="*/ 133 w 26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15" y="1"/>
                  </a:moveTo>
                  <a:cubicBezTo>
                    <a:pt x="12" y="0"/>
                    <a:pt x="10" y="0"/>
                    <a:pt x="8" y="0"/>
                  </a:cubicBezTo>
                  <a:cubicBezTo>
                    <a:pt x="0" y="2"/>
                    <a:pt x="0" y="11"/>
                    <a:pt x="5" y="17"/>
                  </a:cubicBezTo>
                  <a:cubicBezTo>
                    <a:pt x="10" y="24"/>
                    <a:pt x="19" y="25"/>
                    <a:pt x="22" y="23"/>
                  </a:cubicBezTo>
                  <a:cubicBezTo>
                    <a:pt x="26" y="21"/>
                    <a:pt x="26" y="17"/>
                    <a:pt x="25" y="14"/>
                  </a:cubicBezTo>
                  <a:cubicBezTo>
                    <a:pt x="24" y="11"/>
                    <a:pt x="21" y="8"/>
                    <a:pt x="20" y="6"/>
                  </a:cubicBezTo>
                  <a:cubicBezTo>
                    <a:pt x="18" y="5"/>
                    <a:pt x="17" y="2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86" name="Freeform 507">
              <a:extLst>
                <a:ext uri="{FF2B5EF4-FFF2-40B4-BE49-F238E27FC236}">
                  <a16:creationId xmlns:a16="http://schemas.microsoft.com/office/drawing/2014/main" id="{FAD239A4-2518-4CC5-A63B-28A0513FB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306"/>
              <a:ext cx="26" cy="29"/>
            </a:xfrm>
            <a:custGeom>
              <a:avLst/>
              <a:gdLst>
                <a:gd name="T0" fmla="*/ 9 w 12"/>
                <a:gd name="T1" fmla="*/ 9 h 13"/>
                <a:gd name="T2" fmla="*/ 20 w 12"/>
                <a:gd name="T3" fmla="*/ 80 h 13"/>
                <a:gd name="T4" fmla="*/ 93 w 12"/>
                <a:gd name="T5" fmla="*/ 145 h 13"/>
                <a:gd name="T6" fmla="*/ 121 w 12"/>
                <a:gd name="T7" fmla="*/ 134 h 13"/>
                <a:gd name="T8" fmla="*/ 121 w 12"/>
                <a:gd name="T9" fmla="*/ 134 h 13"/>
                <a:gd name="T10" fmla="*/ 93 w 12"/>
                <a:gd name="T11" fmla="*/ 134 h 13"/>
                <a:gd name="T12" fmla="*/ 20 w 12"/>
                <a:gd name="T13" fmla="*/ 65 h 13"/>
                <a:gd name="T14" fmla="*/ 9 w 12"/>
                <a:gd name="T15" fmla="*/ 9 h 13"/>
                <a:gd name="T16" fmla="*/ 43 w 12"/>
                <a:gd name="T17" fmla="*/ 0 h 13"/>
                <a:gd name="T18" fmla="*/ 43 w 12"/>
                <a:gd name="T19" fmla="*/ 0 h 13"/>
                <a:gd name="T20" fmla="*/ 9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2"/>
                    <a:pt x="0" y="4"/>
                    <a:pt x="2" y="7"/>
                  </a:cubicBezTo>
                  <a:cubicBezTo>
                    <a:pt x="4" y="10"/>
                    <a:pt x="6" y="12"/>
                    <a:pt x="9" y="13"/>
                  </a:cubicBezTo>
                  <a:cubicBezTo>
                    <a:pt x="10" y="13"/>
                    <a:pt x="11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3"/>
                    <a:pt x="10" y="13"/>
                    <a:pt x="9" y="12"/>
                  </a:cubicBezTo>
                  <a:cubicBezTo>
                    <a:pt x="7" y="12"/>
                    <a:pt x="4" y="10"/>
                    <a:pt x="2" y="6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7" name="Freeform 508">
              <a:extLst>
                <a:ext uri="{FF2B5EF4-FFF2-40B4-BE49-F238E27FC236}">
                  <a16:creationId xmlns:a16="http://schemas.microsoft.com/office/drawing/2014/main" id="{6333DB4B-6B31-4056-A67B-F5C2D3CF1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107"/>
              <a:ext cx="64" cy="54"/>
            </a:xfrm>
            <a:custGeom>
              <a:avLst/>
              <a:gdLst>
                <a:gd name="T0" fmla="*/ 124 w 31"/>
                <a:gd name="T1" fmla="*/ 0 h 24"/>
                <a:gd name="T2" fmla="*/ 43 w 31"/>
                <a:gd name="T3" fmla="*/ 25 h 24"/>
                <a:gd name="T4" fmla="*/ 0 w 31"/>
                <a:gd name="T5" fmla="*/ 126 h 24"/>
                <a:gd name="T6" fmla="*/ 167 w 31"/>
                <a:gd name="T7" fmla="*/ 254 h 24"/>
                <a:gd name="T8" fmla="*/ 248 w 31"/>
                <a:gd name="T9" fmla="*/ 81 h 24"/>
                <a:gd name="T10" fmla="*/ 124 w 31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4">
                  <a:moveTo>
                    <a:pt x="14" y="0"/>
                  </a:moveTo>
                  <a:cubicBezTo>
                    <a:pt x="11" y="0"/>
                    <a:pt x="7" y="0"/>
                    <a:pt x="5" y="2"/>
                  </a:cubicBezTo>
                  <a:cubicBezTo>
                    <a:pt x="2" y="4"/>
                    <a:pt x="0" y="7"/>
                    <a:pt x="0" y="11"/>
                  </a:cubicBezTo>
                  <a:cubicBezTo>
                    <a:pt x="1" y="18"/>
                    <a:pt x="10" y="24"/>
                    <a:pt x="19" y="22"/>
                  </a:cubicBezTo>
                  <a:cubicBezTo>
                    <a:pt x="27" y="20"/>
                    <a:pt x="31" y="12"/>
                    <a:pt x="28" y="7"/>
                  </a:cubicBezTo>
                  <a:cubicBezTo>
                    <a:pt x="25" y="2"/>
                    <a:pt x="22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88" name="Freeform 509">
              <a:extLst>
                <a:ext uri="{FF2B5EF4-FFF2-40B4-BE49-F238E27FC236}">
                  <a16:creationId xmlns:a16="http://schemas.microsoft.com/office/drawing/2014/main" id="{7C5317F5-724B-4F5E-8FB7-61BFE8010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123"/>
              <a:ext cx="36" cy="22"/>
            </a:xfrm>
            <a:custGeom>
              <a:avLst/>
              <a:gdLst>
                <a:gd name="T0" fmla="*/ 136 w 17"/>
                <a:gd name="T1" fmla="*/ 0 h 10"/>
                <a:gd name="T2" fmla="*/ 152 w 17"/>
                <a:gd name="T3" fmla="*/ 53 h 10"/>
                <a:gd name="T4" fmla="*/ 68 w 17"/>
                <a:gd name="T5" fmla="*/ 97 h 10"/>
                <a:gd name="T6" fmla="*/ 8 w 17"/>
                <a:gd name="T7" fmla="*/ 53 h 10"/>
                <a:gd name="T8" fmla="*/ 8 w 17"/>
                <a:gd name="T9" fmla="*/ 0 h 10"/>
                <a:gd name="T10" fmla="*/ 8 w 17"/>
                <a:gd name="T11" fmla="*/ 0 h 10"/>
                <a:gd name="T12" fmla="*/ 8 w 17"/>
                <a:gd name="T13" fmla="*/ 53 h 10"/>
                <a:gd name="T14" fmla="*/ 68 w 17"/>
                <a:gd name="T15" fmla="*/ 97 h 10"/>
                <a:gd name="T16" fmla="*/ 152 w 17"/>
                <a:gd name="T17" fmla="*/ 53 h 10"/>
                <a:gd name="T18" fmla="*/ 136 w 17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0">
                  <a:moveTo>
                    <a:pt x="14" y="0"/>
                  </a:moveTo>
                  <a:cubicBezTo>
                    <a:pt x="16" y="1"/>
                    <a:pt x="17" y="3"/>
                    <a:pt x="16" y="5"/>
                  </a:cubicBezTo>
                  <a:cubicBezTo>
                    <a:pt x="15" y="8"/>
                    <a:pt x="12" y="10"/>
                    <a:pt x="7" y="9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1" y="6"/>
                    <a:pt x="3" y="8"/>
                    <a:pt x="7" y="9"/>
                  </a:cubicBezTo>
                  <a:cubicBezTo>
                    <a:pt x="12" y="10"/>
                    <a:pt x="15" y="8"/>
                    <a:pt x="16" y="5"/>
                  </a:cubicBezTo>
                  <a:cubicBezTo>
                    <a:pt x="17" y="4"/>
                    <a:pt x="16" y="1"/>
                    <a:pt x="1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9" name="Freeform 510">
              <a:extLst>
                <a:ext uri="{FF2B5EF4-FFF2-40B4-BE49-F238E27FC236}">
                  <a16:creationId xmlns:a16="http://schemas.microsoft.com/office/drawing/2014/main" id="{695F0F73-AF23-4B73-8A75-F4F43AD23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3003"/>
              <a:ext cx="46" cy="75"/>
            </a:xfrm>
            <a:custGeom>
              <a:avLst/>
              <a:gdLst>
                <a:gd name="T0" fmla="*/ 184 w 22"/>
                <a:gd name="T1" fmla="*/ 108 h 34"/>
                <a:gd name="T2" fmla="*/ 128 w 22"/>
                <a:gd name="T3" fmla="*/ 44 h 34"/>
                <a:gd name="T4" fmla="*/ 0 w 22"/>
                <a:gd name="T5" fmla="*/ 185 h 34"/>
                <a:gd name="T6" fmla="*/ 100 w 22"/>
                <a:gd name="T7" fmla="*/ 355 h 34"/>
                <a:gd name="T8" fmla="*/ 192 w 22"/>
                <a:gd name="T9" fmla="*/ 291 h 34"/>
                <a:gd name="T10" fmla="*/ 192 w 22"/>
                <a:gd name="T11" fmla="*/ 185 h 34"/>
                <a:gd name="T12" fmla="*/ 184 w 22"/>
                <a:gd name="T13" fmla="*/ 10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4">
                  <a:moveTo>
                    <a:pt x="20" y="10"/>
                  </a:moveTo>
                  <a:cubicBezTo>
                    <a:pt x="19" y="7"/>
                    <a:pt x="17" y="5"/>
                    <a:pt x="14" y="4"/>
                  </a:cubicBezTo>
                  <a:cubicBezTo>
                    <a:pt x="6" y="0"/>
                    <a:pt x="0" y="8"/>
                    <a:pt x="0" y="17"/>
                  </a:cubicBezTo>
                  <a:cubicBezTo>
                    <a:pt x="0" y="26"/>
                    <a:pt x="7" y="33"/>
                    <a:pt x="11" y="33"/>
                  </a:cubicBezTo>
                  <a:cubicBezTo>
                    <a:pt x="16" y="34"/>
                    <a:pt x="19" y="31"/>
                    <a:pt x="21" y="27"/>
                  </a:cubicBezTo>
                  <a:cubicBezTo>
                    <a:pt x="22" y="24"/>
                    <a:pt x="21" y="20"/>
                    <a:pt x="21" y="17"/>
                  </a:cubicBezTo>
                  <a:cubicBezTo>
                    <a:pt x="20" y="15"/>
                    <a:pt x="21" y="12"/>
                    <a:pt x="20" y="1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0" name="Freeform 511">
              <a:extLst>
                <a:ext uri="{FF2B5EF4-FFF2-40B4-BE49-F238E27FC236}">
                  <a16:creationId xmlns:a16="http://schemas.microsoft.com/office/drawing/2014/main" id="{DA829A15-6E67-4CAE-BDFD-C5F534BE1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3025"/>
              <a:ext cx="15" cy="38"/>
            </a:xfrm>
            <a:custGeom>
              <a:avLst/>
              <a:gdLst>
                <a:gd name="T0" fmla="*/ 41 w 7"/>
                <a:gd name="T1" fmla="*/ 0 h 17"/>
                <a:gd name="T2" fmla="*/ 9 w 7"/>
                <a:gd name="T3" fmla="*/ 56 h 17"/>
                <a:gd name="T4" fmla="*/ 28 w 7"/>
                <a:gd name="T5" fmla="*/ 170 h 17"/>
                <a:gd name="T6" fmla="*/ 69 w 7"/>
                <a:gd name="T7" fmla="*/ 190 h 17"/>
                <a:gd name="T8" fmla="*/ 69 w 7"/>
                <a:gd name="T9" fmla="*/ 190 h 17"/>
                <a:gd name="T10" fmla="*/ 28 w 7"/>
                <a:gd name="T11" fmla="*/ 170 h 17"/>
                <a:gd name="T12" fmla="*/ 9 w 7"/>
                <a:gd name="T13" fmla="*/ 56 h 17"/>
                <a:gd name="T14" fmla="*/ 41 w 7"/>
                <a:gd name="T15" fmla="*/ 0 h 17"/>
                <a:gd name="T16" fmla="*/ 69 w 7"/>
                <a:gd name="T17" fmla="*/ 9 h 17"/>
                <a:gd name="T18" fmla="*/ 69 w 7"/>
                <a:gd name="T19" fmla="*/ 9 h 17"/>
                <a:gd name="T20" fmla="*/ 41 w 7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7">
                  <a:moveTo>
                    <a:pt x="4" y="0"/>
                  </a:moveTo>
                  <a:cubicBezTo>
                    <a:pt x="2" y="0"/>
                    <a:pt x="1" y="2"/>
                    <a:pt x="1" y="5"/>
                  </a:cubicBezTo>
                  <a:cubicBezTo>
                    <a:pt x="0" y="9"/>
                    <a:pt x="1" y="13"/>
                    <a:pt x="3" y="15"/>
                  </a:cubicBezTo>
                  <a:cubicBezTo>
                    <a:pt x="4" y="16"/>
                    <a:pt x="5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5" y="17"/>
                    <a:pt x="4" y="16"/>
                    <a:pt x="3" y="15"/>
                  </a:cubicBezTo>
                  <a:cubicBezTo>
                    <a:pt x="1" y="13"/>
                    <a:pt x="1" y="9"/>
                    <a:pt x="1" y="5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1" name="Freeform 512">
              <a:extLst>
                <a:ext uri="{FF2B5EF4-FFF2-40B4-BE49-F238E27FC236}">
                  <a16:creationId xmlns:a16="http://schemas.microsoft.com/office/drawing/2014/main" id="{30AD3621-7EB9-4A6B-B238-67E27E15C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003"/>
              <a:ext cx="69" cy="55"/>
            </a:xfrm>
            <a:custGeom>
              <a:avLst/>
              <a:gdLst>
                <a:gd name="T0" fmla="*/ 144 w 33"/>
                <a:gd name="T1" fmla="*/ 9 h 25"/>
                <a:gd name="T2" fmla="*/ 75 w 33"/>
                <a:gd name="T3" fmla="*/ 9 h 25"/>
                <a:gd name="T4" fmla="*/ 92 w 33"/>
                <a:gd name="T5" fmla="*/ 213 h 25"/>
                <a:gd name="T6" fmla="*/ 276 w 33"/>
                <a:gd name="T7" fmla="*/ 233 h 25"/>
                <a:gd name="T8" fmla="*/ 276 w 33"/>
                <a:gd name="T9" fmla="*/ 125 h 25"/>
                <a:gd name="T10" fmla="*/ 201 w 33"/>
                <a:gd name="T11" fmla="*/ 53 h 25"/>
                <a:gd name="T12" fmla="*/ 144 w 33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6" y="1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5"/>
                    <a:pt x="3" y="14"/>
                    <a:pt x="10" y="20"/>
                  </a:cubicBezTo>
                  <a:cubicBezTo>
                    <a:pt x="18" y="25"/>
                    <a:pt x="27" y="25"/>
                    <a:pt x="30" y="22"/>
                  </a:cubicBezTo>
                  <a:cubicBezTo>
                    <a:pt x="33" y="19"/>
                    <a:pt x="33" y="15"/>
                    <a:pt x="30" y="12"/>
                  </a:cubicBezTo>
                  <a:cubicBezTo>
                    <a:pt x="28" y="9"/>
                    <a:pt x="24" y="7"/>
                    <a:pt x="22" y="5"/>
                  </a:cubicBezTo>
                  <a:cubicBezTo>
                    <a:pt x="20" y="4"/>
                    <a:pt x="18" y="2"/>
                    <a:pt x="16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2" name="Freeform 513">
              <a:extLst>
                <a:ext uri="{FF2B5EF4-FFF2-40B4-BE49-F238E27FC236}">
                  <a16:creationId xmlns:a16="http://schemas.microsoft.com/office/drawing/2014/main" id="{BE2E9A13-A5F0-429B-9B9F-0569D02F9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018"/>
              <a:ext cx="32" cy="27"/>
            </a:xfrm>
            <a:custGeom>
              <a:avLst/>
              <a:gdLst>
                <a:gd name="T0" fmla="*/ 9 w 15"/>
                <a:gd name="T1" fmla="*/ 11 h 12"/>
                <a:gd name="T2" fmla="*/ 28 w 15"/>
                <a:gd name="T3" fmla="*/ 81 h 12"/>
                <a:gd name="T4" fmla="*/ 117 w 15"/>
                <a:gd name="T5" fmla="*/ 137 h 12"/>
                <a:gd name="T6" fmla="*/ 145 w 15"/>
                <a:gd name="T7" fmla="*/ 117 h 12"/>
                <a:gd name="T8" fmla="*/ 145 w 15"/>
                <a:gd name="T9" fmla="*/ 117 h 12"/>
                <a:gd name="T10" fmla="*/ 117 w 15"/>
                <a:gd name="T11" fmla="*/ 126 h 12"/>
                <a:gd name="T12" fmla="*/ 28 w 15"/>
                <a:gd name="T13" fmla="*/ 81 h 12"/>
                <a:gd name="T14" fmla="*/ 9 w 15"/>
                <a:gd name="T15" fmla="*/ 11 h 12"/>
                <a:gd name="T16" fmla="*/ 28 w 15"/>
                <a:gd name="T17" fmla="*/ 0 h 12"/>
                <a:gd name="T18" fmla="*/ 28 w 15"/>
                <a:gd name="T19" fmla="*/ 0 h 12"/>
                <a:gd name="T20" fmla="*/ 9 w 15"/>
                <a:gd name="T21" fmla="*/ 1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2">
                  <a:moveTo>
                    <a:pt x="1" y="1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10"/>
                    <a:pt x="9" y="12"/>
                    <a:pt x="12" y="12"/>
                  </a:cubicBezTo>
                  <a:cubicBezTo>
                    <a:pt x="14" y="12"/>
                    <a:pt x="15" y="11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4" y="11"/>
                    <a:pt x="12" y="11"/>
                  </a:cubicBezTo>
                  <a:cubicBezTo>
                    <a:pt x="10" y="11"/>
                    <a:pt x="6" y="10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" name="Freeform 514">
              <a:extLst>
                <a:ext uri="{FF2B5EF4-FFF2-40B4-BE49-F238E27FC236}">
                  <a16:creationId xmlns:a16="http://schemas.microsoft.com/office/drawing/2014/main" id="{DB595703-8A11-44ED-A198-0CC95BFC6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400"/>
              <a:ext cx="63" cy="62"/>
            </a:xfrm>
            <a:custGeom>
              <a:avLst/>
              <a:gdLst>
                <a:gd name="T0" fmla="*/ 76 w 30"/>
                <a:gd name="T1" fmla="*/ 9 h 28"/>
                <a:gd name="T2" fmla="*/ 8 w 30"/>
                <a:gd name="T3" fmla="*/ 117 h 28"/>
                <a:gd name="T4" fmla="*/ 111 w 30"/>
                <a:gd name="T5" fmla="*/ 270 h 28"/>
                <a:gd name="T6" fmla="*/ 233 w 30"/>
                <a:gd name="T7" fmla="*/ 250 h 28"/>
                <a:gd name="T8" fmla="*/ 76 w 30"/>
                <a:gd name="T9" fmla="*/ 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8">
                  <a:moveTo>
                    <a:pt x="8" y="1"/>
                  </a:moveTo>
                  <a:cubicBezTo>
                    <a:pt x="3" y="1"/>
                    <a:pt x="0" y="6"/>
                    <a:pt x="1" y="11"/>
                  </a:cubicBezTo>
                  <a:cubicBezTo>
                    <a:pt x="2" y="17"/>
                    <a:pt x="7" y="22"/>
                    <a:pt x="12" y="25"/>
                  </a:cubicBezTo>
                  <a:cubicBezTo>
                    <a:pt x="19" y="28"/>
                    <a:pt x="22" y="26"/>
                    <a:pt x="25" y="23"/>
                  </a:cubicBezTo>
                  <a:cubicBezTo>
                    <a:pt x="30" y="16"/>
                    <a:pt x="18" y="0"/>
                    <a:pt x="8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4" name="Freeform 515">
              <a:extLst>
                <a:ext uri="{FF2B5EF4-FFF2-40B4-BE49-F238E27FC236}">
                  <a16:creationId xmlns:a16="http://schemas.microsoft.com/office/drawing/2014/main" id="{61583A0A-D3DD-48F8-85B7-0734F0CEA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411"/>
              <a:ext cx="30" cy="35"/>
            </a:xfrm>
            <a:custGeom>
              <a:avLst/>
              <a:gdLst>
                <a:gd name="T0" fmla="*/ 9 w 14"/>
                <a:gd name="T1" fmla="*/ 9 h 16"/>
                <a:gd name="T2" fmla="*/ 19 w 14"/>
                <a:gd name="T3" fmla="*/ 85 h 16"/>
                <a:gd name="T4" fmla="*/ 109 w 14"/>
                <a:gd name="T5" fmla="*/ 158 h 16"/>
                <a:gd name="T6" fmla="*/ 137 w 14"/>
                <a:gd name="T7" fmla="*/ 149 h 16"/>
                <a:gd name="T8" fmla="*/ 137 w 14"/>
                <a:gd name="T9" fmla="*/ 149 h 16"/>
                <a:gd name="T10" fmla="*/ 109 w 14"/>
                <a:gd name="T11" fmla="*/ 158 h 16"/>
                <a:gd name="T12" fmla="*/ 19 w 14"/>
                <a:gd name="T13" fmla="*/ 85 h 16"/>
                <a:gd name="T14" fmla="*/ 19 w 14"/>
                <a:gd name="T15" fmla="*/ 9 h 16"/>
                <a:gd name="T16" fmla="*/ 51 w 14"/>
                <a:gd name="T17" fmla="*/ 0 h 16"/>
                <a:gd name="T18" fmla="*/ 51 w 14"/>
                <a:gd name="T19" fmla="*/ 0 h 16"/>
                <a:gd name="T20" fmla="*/ 9 w 14"/>
                <a:gd name="T21" fmla="*/ 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6">
                  <a:moveTo>
                    <a:pt x="1" y="1"/>
                  </a:move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5"/>
                    <a:pt x="11" y="15"/>
                  </a:cubicBezTo>
                  <a:cubicBezTo>
                    <a:pt x="12" y="16"/>
                    <a:pt x="13" y="15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5"/>
                    <a:pt x="12" y="15"/>
                    <a:pt x="11" y="15"/>
                  </a:cubicBezTo>
                  <a:cubicBezTo>
                    <a:pt x="7" y="15"/>
                    <a:pt x="4" y="11"/>
                    <a:pt x="2" y="8"/>
                  </a:cubicBezTo>
                  <a:cubicBezTo>
                    <a:pt x="1" y="6"/>
                    <a:pt x="0" y="3"/>
                    <a:pt x="2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5" name="Freeform 516">
              <a:extLst>
                <a:ext uri="{FF2B5EF4-FFF2-40B4-BE49-F238E27FC236}">
                  <a16:creationId xmlns:a16="http://schemas.microsoft.com/office/drawing/2014/main" id="{2FE27E17-BD65-49AE-975F-3E6B68A97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257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83 w 24"/>
                <a:gd name="T3" fmla="*/ 0 h 21"/>
                <a:gd name="T4" fmla="*/ 27 w 24"/>
                <a:gd name="T5" fmla="*/ 56 h 21"/>
                <a:gd name="T6" fmla="*/ 108 w 24"/>
                <a:gd name="T7" fmla="*/ 215 h 21"/>
                <a:gd name="T8" fmla="*/ 217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5" y="17"/>
                    <a:pt x="12" y="19"/>
                  </a:cubicBezTo>
                  <a:cubicBezTo>
                    <a:pt x="19" y="21"/>
                    <a:pt x="24" y="16"/>
                    <a:pt x="24" y="12"/>
                  </a:cubicBezTo>
                  <a:cubicBezTo>
                    <a:pt x="23" y="7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6" name="Freeform 517">
              <a:extLst>
                <a:ext uri="{FF2B5EF4-FFF2-40B4-BE49-F238E27FC236}">
                  <a16:creationId xmlns:a16="http://schemas.microsoft.com/office/drawing/2014/main" id="{D7EB33D3-C7E2-4DE8-9AAA-A222C108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268"/>
              <a:ext cx="25" cy="22"/>
            </a:xfrm>
            <a:custGeom>
              <a:avLst/>
              <a:gdLst>
                <a:gd name="T0" fmla="*/ 100 w 12"/>
                <a:gd name="T1" fmla="*/ 44 h 10"/>
                <a:gd name="T2" fmla="*/ 100 w 12"/>
                <a:gd name="T3" fmla="*/ 97 h 10"/>
                <a:gd name="T4" fmla="*/ 27 w 12"/>
                <a:gd name="T5" fmla="*/ 88 h 10"/>
                <a:gd name="T6" fmla="*/ 0 w 12"/>
                <a:gd name="T7" fmla="*/ 33 h 10"/>
                <a:gd name="T8" fmla="*/ 17 w 12"/>
                <a:gd name="T9" fmla="*/ 0 h 10"/>
                <a:gd name="T10" fmla="*/ 17 w 12"/>
                <a:gd name="T11" fmla="*/ 0 h 10"/>
                <a:gd name="T12" fmla="*/ 0 w 12"/>
                <a:gd name="T13" fmla="*/ 33 h 10"/>
                <a:gd name="T14" fmla="*/ 27 w 12"/>
                <a:gd name="T15" fmla="*/ 88 h 10"/>
                <a:gd name="T16" fmla="*/ 100 w 12"/>
                <a:gd name="T17" fmla="*/ 97 h 10"/>
                <a:gd name="T18" fmla="*/ 100 w 12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1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7" name="Freeform 518">
              <a:extLst>
                <a:ext uri="{FF2B5EF4-FFF2-40B4-BE49-F238E27FC236}">
                  <a16:creationId xmlns:a16="http://schemas.microsoft.com/office/drawing/2014/main" id="{4D4CEDFF-E63B-47B5-B795-B8AECF709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3293"/>
              <a:ext cx="48" cy="46"/>
            </a:xfrm>
            <a:custGeom>
              <a:avLst/>
              <a:gdLst>
                <a:gd name="T0" fmla="*/ 144 w 23"/>
                <a:gd name="T1" fmla="*/ 33 h 21"/>
                <a:gd name="T2" fmla="*/ 73 w 23"/>
                <a:gd name="T3" fmla="*/ 9 h 21"/>
                <a:gd name="T4" fmla="*/ 17 w 23"/>
                <a:gd name="T5" fmla="*/ 53 h 21"/>
                <a:gd name="T6" fmla="*/ 100 w 23"/>
                <a:gd name="T7" fmla="*/ 210 h 21"/>
                <a:gd name="T8" fmla="*/ 209 w 23"/>
                <a:gd name="T9" fmla="*/ 125 h 21"/>
                <a:gd name="T10" fmla="*/ 144 w 23"/>
                <a:gd name="T11" fmla="*/ 3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2"/>
                    <a:pt x="3" y="3"/>
                    <a:pt x="2" y="5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8" name="Freeform 519">
              <a:extLst>
                <a:ext uri="{FF2B5EF4-FFF2-40B4-BE49-F238E27FC236}">
                  <a16:creationId xmlns:a16="http://schemas.microsoft.com/office/drawing/2014/main" id="{09A26C7D-FEA7-43C4-8293-7EDB12978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304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100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3 h 11"/>
                <a:gd name="T14" fmla="*/ 27 w 12"/>
                <a:gd name="T15" fmla="*/ 81 h 11"/>
                <a:gd name="T16" fmla="*/ 100 w 12"/>
                <a:gd name="T17" fmla="*/ 96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0"/>
                    <a:pt x="11" y="9"/>
                  </a:cubicBezTo>
                  <a:cubicBezTo>
                    <a:pt x="12" y="8"/>
                    <a:pt x="12" y="6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9" name="Freeform 520">
              <a:extLst>
                <a:ext uri="{FF2B5EF4-FFF2-40B4-BE49-F238E27FC236}">
                  <a16:creationId xmlns:a16="http://schemas.microsoft.com/office/drawing/2014/main" id="{56DD9BEB-B7D7-40E3-A331-6F90A61A8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3116"/>
              <a:ext cx="51" cy="47"/>
            </a:xfrm>
            <a:custGeom>
              <a:avLst/>
              <a:gdLst>
                <a:gd name="T0" fmla="*/ 153 w 24"/>
                <a:gd name="T1" fmla="*/ 36 h 21"/>
                <a:gd name="T2" fmla="*/ 85 w 24"/>
                <a:gd name="T3" fmla="*/ 9 h 21"/>
                <a:gd name="T4" fmla="*/ 28 w 24"/>
                <a:gd name="T5" fmla="*/ 56 h 21"/>
                <a:gd name="T6" fmla="*/ 104 w 24"/>
                <a:gd name="T7" fmla="*/ 215 h 21"/>
                <a:gd name="T8" fmla="*/ 221 w 24"/>
                <a:gd name="T9" fmla="*/ 134 h 21"/>
                <a:gd name="T10" fmla="*/ 153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1" y="0"/>
                    <a:pt x="9" y="1"/>
                  </a:cubicBezTo>
                  <a:cubicBezTo>
                    <a:pt x="6" y="1"/>
                    <a:pt x="4" y="3"/>
                    <a:pt x="3" y="5"/>
                  </a:cubicBezTo>
                  <a:cubicBezTo>
                    <a:pt x="0" y="10"/>
                    <a:pt x="5" y="17"/>
                    <a:pt x="11" y="19"/>
                  </a:cubicBezTo>
                  <a:cubicBezTo>
                    <a:pt x="18" y="21"/>
                    <a:pt x="24" y="16"/>
                    <a:pt x="23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00" name="Freeform 521">
              <a:extLst>
                <a:ext uri="{FF2B5EF4-FFF2-40B4-BE49-F238E27FC236}">
                  <a16:creationId xmlns:a16="http://schemas.microsoft.com/office/drawing/2014/main" id="{84F64383-1B97-42B1-9ADF-15BB12E67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127"/>
              <a:ext cx="25" cy="23"/>
            </a:xfrm>
            <a:custGeom>
              <a:avLst/>
              <a:gdLst>
                <a:gd name="T0" fmla="*/ 100 w 12"/>
                <a:gd name="T1" fmla="*/ 48 h 10"/>
                <a:gd name="T2" fmla="*/ 92 w 12"/>
                <a:gd name="T3" fmla="*/ 110 h 10"/>
                <a:gd name="T4" fmla="*/ 27 w 12"/>
                <a:gd name="T5" fmla="*/ 94 h 10"/>
                <a:gd name="T6" fmla="*/ 0 w 12"/>
                <a:gd name="T7" fmla="*/ 37 h 10"/>
                <a:gd name="T8" fmla="*/ 17 w 12"/>
                <a:gd name="T9" fmla="*/ 0 h 10"/>
                <a:gd name="T10" fmla="*/ 17 w 12"/>
                <a:gd name="T11" fmla="*/ 0 h 10"/>
                <a:gd name="T12" fmla="*/ 0 w 12"/>
                <a:gd name="T13" fmla="*/ 37 h 10"/>
                <a:gd name="T14" fmla="*/ 27 w 12"/>
                <a:gd name="T15" fmla="*/ 94 h 10"/>
                <a:gd name="T16" fmla="*/ 92 w 12"/>
                <a:gd name="T17" fmla="*/ 110 h 10"/>
                <a:gd name="T18" fmla="*/ 100 w 12"/>
                <a:gd name="T19" fmla="*/ 48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12" y="6"/>
                    <a:pt x="12" y="8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0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1" name="Freeform 522">
              <a:extLst>
                <a:ext uri="{FF2B5EF4-FFF2-40B4-BE49-F238E27FC236}">
                  <a16:creationId xmlns:a16="http://schemas.microsoft.com/office/drawing/2014/main" id="{A527BF5A-1B57-4694-A728-C5E931D3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110"/>
              <a:ext cx="65" cy="55"/>
            </a:xfrm>
            <a:custGeom>
              <a:avLst/>
              <a:gdLst>
                <a:gd name="T0" fmla="*/ 36 w 31"/>
                <a:gd name="T1" fmla="*/ 73 h 25"/>
                <a:gd name="T2" fmla="*/ 27 w 31"/>
                <a:gd name="T3" fmla="*/ 202 h 25"/>
                <a:gd name="T4" fmla="*/ 185 w 31"/>
                <a:gd name="T5" fmla="*/ 222 h 25"/>
                <a:gd name="T6" fmla="*/ 268 w 31"/>
                <a:gd name="T7" fmla="*/ 64 h 25"/>
                <a:gd name="T8" fmla="*/ 212 w 31"/>
                <a:gd name="T9" fmla="*/ 0 h 25"/>
                <a:gd name="T10" fmla="*/ 128 w 31"/>
                <a:gd name="T11" fmla="*/ 44 h 25"/>
                <a:gd name="T12" fmla="*/ 36 w 31"/>
                <a:gd name="T13" fmla="*/ 7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5">
                  <a:moveTo>
                    <a:pt x="4" y="7"/>
                  </a:moveTo>
                  <a:cubicBezTo>
                    <a:pt x="1" y="10"/>
                    <a:pt x="0" y="14"/>
                    <a:pt x="3" y="19"/>
                  </a:cubicBezTo>
                  <a:cubicBezTo>
                    <a:pt x="6" y="25"/>
                    <a:pt x="13" y="25"/>
                    <a:pt x="20" y="21"/>
                  </a:cubicBezTo>
                  <a:cubicBezTo>
                    <a:pt x="28" y="17"/>
                    <a:pt x="31" y="13"/>
                    <a:pt x="29" y="6"/>
                  </a:cubicBezTo>
                  <a:cubicBezTo>
                    <a:pt x="29" y="2"/>
                    <a:pt x="26" y="0"/>
                    <a:pt x="23" y="0"/>
                  </a:cubicBezTo>
                  <a:cubicBezTo>
                    <a:pt x="19" y="0"/>
                    <a:pt x="18" y="2"/>
                    <a:pt x="14" y="4"/>
                  </a:cubicBezTo>
                  <a:cubicBezTo>
                    <a:pt x="11" y="5"/>
                    <a:pt x="7" y="5"/>
                    <a:pt x="4" y="7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02" name="Freeform 523">
              <a:extLst>
                <a:ext uri="{FF2B5EF4-FFF2-40B4-BE49-F238E27FC236}">
                  <a16:creationId xmlns:a16="http://schemas.microsoft.com/office/drawing/2014/main" id="{E2A43600-C12C-42AD-90F2-37718BA67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123"/>
              <a:ext cx="35" cy="27"/>
            </a:xfrm>
            <a:custGeom>
              <a:avLst/>
              <a:gdLst>
                <a:gd name="T0" fmla="*/ 140 w 17"/>
                <a:gd name="T1" fmla="*/ 0 h 12"/>
                <a:gd name="T2" fmla="*/ 148 w 17"/>
                <a:gd name="T3" fmla="*/ 11 h 12"/>
                <a:gd name="T4" fmla="*/ 80 w 17"/>
                <a:gd name="T5" fmla="*/ 101 h 12"/>
                <a:gd name="T6" fmla="*/ 8 w 17"/>
                <a:gd name="T7" fmla="*/ 101 h 12"/>
                <a:gd name="T8" fmla="*/ 8 w 17"/>
                <a:gd name="T9" fmla="*/ 56 h 12"/>
                <a:gd name="T10" fmla="*/ 8 w 17"/>
                <a:gd name="T11" fmla="*/ 56 h 12"/>
                <a:gd name="T12" fmla="*/ 8 w 17"/>
                <a:gd name="T13" fmla="*/ 101 h 12"/>
                <a:gd name="T14" fmla="*/ 80 w 17"/>
                <a:gd name="T15" fmla="*/ 101 h 12"/>
                <a:gd name="T16" fmla="*/ 148 w 17"/>
                <a:gd name="T17" fmla="*/ 11 h 12"/>
                <a:gd name="T18" fmla="*/ 140 w 17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2">
                  <a:moveTo>
                    <a:pt x="16" y="0"/>
                  </a:moveTo>
                  <a:cubicBezTo>
                    <a:pt x="16" y="0"/>
                    <a:pt x="17" y="0"/>
                    <a:pt x="17" y="1"/>
                  </a:cubicBezTo>
                  <a:cubicBezTo>
                    <a:pt x="17" y="2"/>
                    <a:pt x="15" y="6"/>
                    <a:pt x="9" y="9"/>
                  </a:cubicBezTo>
                  <a:cubicBezTo>
                    <a:pt x="5" y="11"/>
                    <a:pt x="2" y="11"/>
                    <a:pt x="1" y="9"/>
                  </a:cubicBezTo>
                  <a:cubicBezTo>
                    <a:pt x="0" y="8"/>
                    <a:pt x="0" y="6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8"/>
                    <a:pt x="1" y="9"/>
                  </a:cubicBezTo>
                  <a:cubicBezTo>
                    <a:pt x="2" y="11"/>
                    <a:pt x="5" y="12"/>
                    <a:pt x="9" y="9"/>
                  </a:cubicBezTo>
                  <a:cubicBezTo>
                    <a:pt x="15" y="6"/>
                    <a:pt x="17" y="3"/>
                    <a:pt x="17" y="1"/>
                  </a:cubicBezTo>
                  <a:cubicBezTo>
                    <a:pt x="17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3" name="Freeform 524">
              <a:extLst>
                <a:ext uri="{FF2B5EF4-FFF2-40B4-BE49-F238E27FC236}">
                  <a16:creationId xmlns:a16="http://schemas.microsoft.com/office/drawing/2014/main" id="{17B2D765-A3B7-4357-95C6-852DC4FBA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179"/>
              <a:ext cx="57" cy="58"/>
            </a:xfrm>
            <a:custGeom>
              <a:avLst/>
              <a:gdLst>
                <a:gd name="T0" fmla="*/ 144 w 27"/>
                <a:gd name="T1" fmla="*/ 20 h 26"/>
                <a:gd name="T2" fmla="*/ 76 w 27"/>
                <a:gd name="T3" fmla="*/ 9 h 26"/>
                <a:gd name="T4" fmla="*/ 49 w 27"/>
                <a:gd name="T5" fmla="*/ 199 h 26"/>
                <a:gd name="T6" fmla="*/ 217 w 27"/>
                <a:gd name="T7" fmla="*/ 268 h 26"/>
                <a:gd name="T8" fmla="*/ 245 w 27"/>
                <a:gd name="T9" fmla="*/ 154 h 26"/>
                <a:gd name="T10" fmla="*/ 188 w 27"/>
                <a:gd name="T11" fmla="*/ 80 h 26"/>
                <a:gd name="T12" fmla="*/ 144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0" y="3"/>
                    <a:pt x="0" y="12"/>
                    <a:pt x="5" y="18"/>
                  </a:cubicBezTo>
                  <a:cubicBezTo>
                    <a:pt x="11" y="25"/>
                    <a:pt x="19" y="26"/>
                    <a:pt x="23" y="24"/>
                  </a:cubicBezTo>
                  <a:cubicBezTo>
                    <a:pt x="26" y="21"/>
                    <a:pt x="27" y="18"/>
                    <a:pt x="26" y="14"/>
                  </a:cubicBezTo>
                  <a:cubicBezTo>
                    <a:pt x="25" y="11"/>
                    <a:pt x="21" y="9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04" name="Freeform 525">
              <a:extLst>
                <a:ext uri="{FF2B5EF4-FFF2-40B4-BE49-F238E27FC236}">
                  <a16:creationId xmlns:a16="http://schemas.microsoft.com/office/drawing/2014/main" id="{2F0D723B-A0D5-45AD-907B-CE9752C2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194"/>
              <a:ext cx="25" cy="29"/>
            </a:xfrm>
            <a:custGeom>
              <a:avLst/>
              <a:gdLst>
                <a:gd name="T0" fmla="*/ 0 w 12"/>
                <a:gd name="T1" fmla="*/ 9 h 13"/>
                <a:gd name="T2" fmla="*/ 8 w 12"/>
                <a:gd name="T3" fmla="*/ 65 h 13"/>
                <a:gd name="T4" fmla="*/ 73 w 12"/>
                <a:gd name="T5" fmla="*/ 134 h 13"/>
                <a:gd name="T6" fmla="*/ 108 w 12"/>
                <a:gd name="T7" fmla="*/ 125 h 13"/>
                <a:gd name="T8" fmla="*/ 108 w 12"/>
                <a:gd name="T9" fmla="*/ 125 h 13"/>
                <a:gd name="T10" fmla="*/ 73 w 12"/>
                <a:gd name="T11" fmla="*/ 134 h 13"/>
                <a:gd name="T12" fmla="*/ 8 w 12"/>
                <a:gd name="T13" fmla="*/ 65 h 13"/>
                <a:gd name="T14" fmla="*/ 8 w 12"/>
                <a:gd name="T15" fmla="*/ 9 h 13"/>
                <a:gd name="T16" fmla="*/ 27 w 12"/>
                <a:gd name="T17" fmla="*/ 0 h 13"/>
                <a:gd name="T18" fmla="*/ 27 w 12"/>
                <a:gd name="T19" fmla="*/ 0 h 13"/>
                <a:gd name="T20" fmla="*/ 0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9"/>
                    <a:pt x="6" y="12"/>
                    <a:pt x="8" y="12"/>
                  </a:cubicBezTo>
                  <a:cubicBezTo>
                    <a:pt x="10" y="13"/>
                    <a:pt x="11" y="12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6" y="12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5" name="Freeform 526">
              <a:extLst>
                <a:ext uri="{FF2B5EF4-FFF2-40B4-BE49-F238E27FC236}">
                  <a16:creationId xmlns:a16="http://schemas.microsoft.com/office/drawing/2014/main" id="{233B7D73-7558-430E-BE61-502402AA2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145"/>
              <a:ext cx="63" cy="56"/>
            </a:xfrm>
            <a:custGeom>
              <a:avLst/>
              <a:gdLst>
                <a:gd name="T0" fmla="*/ 36 w 30"/>
                <a:gd name="T1" fmla="*/ 81 h 25"/>
                <a:gd name="T2" fmla="*/ 17 w 30"/>
                <a:gd name="T3" fmla="*/ 215 h 25"/>
                <a:gd name="T4" fmla="*/ 176 w 30"/>
                <a:gd name="T5" fmla="*/ 235 h 25"/>
                <a:gd name="T6" fmla="*/ 269 w 30"/>
                <a:gd name="T7" fmla="*/ 65 h 25"/>
                <a:gd name="T8" fmla="*/ 204 w 30"/>
                <a:gd name="T9" fmla="*/ 0 h 25"/>
                <a:gd name="T10" fmla="*/ 120 w 30"/>
                <a:gd name="T11" fmla="*/ 45 h 25"/>
                <a:gd name="T12" fmla="*/ 36 w 30"/>
                <a:gd name="T13" fmla="*/ 8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4" y="7"/>
                  </a:moveTo>
                  <a:cubicBezTo>
                    <a:pt x="1" y="10"/>
                    <a:pt x="0" y="14"/>
                    <a:pt x="2" y="19"/>
                  </a:cubicBezTo>
                  <a:cubicBezTo>
                    <a:pt x="5" y="25"/>
                    <a:pt x="12" y="25"/>
                    <a:pt x="19" y="21"/>
                  </a:cubicBezTo>
                  <a:cubicBezTo>
                    <a:pt x="27" y="17"/>
                    <a:pt x="30" y="13"/>
                    <a:pt x="29" y="6"/>
                  </a:cubicBezTo>
                  <a:cubicBezTo>
                    <a:pt x="28" y="2"/>
                    <a:pt x="26" y="0"/>
                    <a:pt x="22" y="0"/>
                  </a:cubicBezTo>
                  <a:cubicBezTo>
                    <a:pt x="19" y="0"/>
                    <a:pt x="17" y="2"/>
                    <a:pt x="13" y="4"/>
                  </a:cubicBezTo>
                  <a:cubicBezTo>
                    <a:pt x="11" y="5"/>
                    <a:pt x="6" y="5"/>
                    <a:pt x="4" y="7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06" name="Freeform 527">
              <a:extLst>
                <a:ext uri="{FF2B5EF4-FFF2-40B4-BE49-F238E27FC236}">
                  <a16:creationId xmlns:a16="http://schemas.microsoft.com/office/drawing/2014/main" id="{14EFCAC2-730E-4370-BD8E-7C9A0116A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3159"/>
              <a:ext cx="37" cy="26"/>
            </a:xfrm>
            <a:custGeom>
              <a:avLst/>
              <a:gdLst>
                <a:gd name="T0" fmla="*/ 140 w 18"/>
                <a:gd name="T1" fmla="*/ 0 h 12"/>
                <a:gd name="T2" fmla="*/ 148 w 18"/>
                <a:gd name="T3" fmla="*/ 9 h 12"/>
                <a:gd name="T4" fmla="*/ 80 w 18"/>
                <a:gd name="T5" fmla="*/ 93 h 12"/>
                <a:gd name="T6" fmla="*/ 8 w 18"/>
                <a:gd name="T7" fmla="*/ 93 h 12"/>
                <a:gd name="T8" fmla="*/ 16 w 18"/>
                <a:gd name="T9" fmla="*/ 52 h 12"/>
                <a:gd name="T10" fmla="*/ 16 w 18"/>
                <a:gd name="T11" fmla="*/ 52 h 12"/>
                <a:gd name="T12" fmla="*/ 8 w 18"/>
                <a:gd name="T13" fmla="*/ 93 h 12"/>
                <a:gd name="T14" fmla="*/ 88 w 18"/>
                <a:gd name="T15" fmla="*/ 93 h 12"/>
                <a:gd name="T16" fmla="*/ 148 w 18"/>
                <a:gd name="T17" fmla="*/ 9 h 12"/>
                <a:gd name="T18" fmla="*/ 140 w 18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2">
                  <a:moveTo>
                    <a:pt x="16" y="0"/>
                  </a:moveTo>
                  <a:cubicBezTo>
                    <a:pt x="17" y="0"/>
                    <a:pt x="17" y="0"/>
                    <a:pt x="17" y="1"/>
                  </a:cubicBezTo>
                  <a:cubicBezTo>
                    <a:pt x="17" y="2"/>
                    <a:pt x="16" y="6"/>
                    <a:pt x="9" y="9"/>
                  </a:cubicBezTo>
                  <a:cubicBezTo>
                    <a:pt x="5" y="11"/>
                    <a:pt x="2" y="11"/>
                    <a:pt x="1" y="9"/>
                  </a:cubicBezTo>
                  <a:cubicBezTo>
                    <a:pt x="1" y="8"/>
                    <a:pt x="1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6"/>
                    <a:pt x="0" y="8"/>
                    <a:pt x="1" y="9"/>
                  </a:cubicBezTo>
                  <a:cubicBezTo>
                    <a:pt x="2" y="11"/>
                    <a:pt x="5" y="12"/>
                    <a:pt x="10" y="9"/>
                  </a:cubicBezTo>
                  <a:cubicBezTo>
                    <a:pt x="15" y="6"/>
                    <a:pt x="18" y="3"/>
                    <a:pt x="17" y="1"/>
                  </a:cubicBezTo>
                  <a:cubicBezTo>
                    <a:pt x="17" y="0"/>
                    <a:pt x="17" y="0"/>
                    <a:pt x="1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7" name="Freeform 528">
              <a:extLst>
                <a:ext uri="{FF2B5EF4-FFF2-40B4-BE49-F238E27FC236}">
                  <a16:creationId xmlns:a16="http://schemas.microsoft.com/office/drawing/2014/main" id="{95B00D62-A350-4A8A-8883-7F16E1DB8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860"/>
              <a:ext cx="59" cy="64"/>
            </a:xfrm>
            <a:custGeom>
              <a:avLst/>
              <a:gdLst>
                <a:gd name="T0" fmla="*/ 169 w 28"/>
                <a:gd name="T1" fmla="*/ 33 h 29"/>
                <a:gd name="T2" fmla="*/ 57 w 28"/>
                <a:gd name="T3" fmla="*/ 20 h 29"/>
                <a:gd name="T4" fmla="*/ 57 w 28"/>
                <a:gd name="T5" fmla="*/ 214 h 29"/>
                <a:gd name="T6" fmla="*/ 204 w 28"/>
                <a:gd name="T7" fmla="*/ 291 h 29"/>
                <a:gd name="T8" fmla="*/ 253 w 28"/>
                <a:gd name="T9" fmla="*/ 214 h 29"/>
                <a:gd name="T10" fmla="*/ 213 w 28"/>
                <a:gd name="T11" fmla="*/ 117 h 29"/>
                <a:gd name="T12" fmla="*/ 169 w 28"/>
                <a:gd name="T13" fmla="*/ 3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8" y="3"/>
                  </a:moveTo>
                  <a:cubicBezTo>
                    <a:pt x="15" y="0"/>
                    <a:pt x="10" y="0"/>
                    <a:pt x="6" y="2"/>
                  </a:cubicBezTo>
                  <a:cubicBezTo>
                    <a:pt x="0" y="6"/>
                    <a:pt x="1" y="13"/>
                    <a:pt x="6" y="20"/>
                  </a:cubicBezTo>
                  <a:cubicBezTo>
                    <a:pt x="11" y="27"/>
                    <a:pt x="15" y="29"/>
                    <a:pt x="22" y="27"/>
                  </a:cubicBezTo>
                  <a:cubicBezTo>
                    <a:pt x="26" y="26"/>
                    <a:pt x="28" y="24"/>
                    <a:pt x="27" y="20"/>
                  </a:cubicBezTo>
                  <a:cubicBezTo>
                    <a:pt x="27" y="16"/>
                    <a:pt x="25" y="15"/>
                    <a:pt x="23" y="11"/>
                  </a:cubicBezTo>
                  <a:cubicBezTo>
                    <a:pt x="21" y="9"/>
                    <a:pt x="21" y="5"/>
                    <a:pt x="18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08" name="Freeform 529">
              <a:extLst>
                <a:ext uri="{FF2B5EF4-FFF2-40B4-BE49-F238E27FC236}">
                  <a16:creationId xmlns:a16="http://schemas.microsoft.com/office/drawing/2014/main" id="{E4153900-27E5-4EE6-8024-B094B1FE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871"/>
              <a:ext cx="27" cy="38"/>
            </a:xfrm>
            <a:custGeom>
              <a:avLst/>
              <a:gdLst>
                <a:gd name="T0" fmla="*/ 116 w 13"/>
                <a:gd name="T1" fmla="*/ 170 h 17"/>
                <a:gd name="T2" fmla="*/ 108 w 13"/>
                <a:gd name="T3" fmla="*/ 179 h 17"/>
                <a:gd name="T4" fmla="*/ 35 w 13"/>
                <a:gd name="T5" fmla="*/ 101 h 17"/>
                <a:gd name="T6" fmla="*/ 17 w 13"/>
                <a:gd name="T7" fmla="*/ 9 h 17"/>
                <a:gd name="T8" fmla="*/ 52 w 13"/>
                <a:gd name="T9" fmla="*/ 9 h 17"/>
                <a:gd name="T10" fmla="*/ 52 w 13"/>
                <a:gd name="T11" fmla="*/ 9 h 17"/>
                <a:gd name="T12" fmla="*/ 17 w 13"/>
                <a:gd name="T13" fmla="*/ 9 h 17"/>
                <a:gd name="T14" fmla="*/ 25 w 13"/>
                <a:gd name="T15" fmla="*/ 101 h 17"/>
                <a:gd name="T16" fmla="*/ 108 w 13"/>
                <a:gd name="T17" fmla="*/ 179 h 17"/>
                <a:gd name="T18" fmla="*/ 116 w 13"/>
                <a:gd name="T19" fmla="*/ 17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7">
                  <a:moveTo>
                    <a:pt x="13" y="15"/>
                  </a:moveTo>
                  <a:cubicBezTo>
                    <a:pt x="13" y="15"/>
                    <a:pt x="13" y="16"/>
                    <a:pt x="12" y="16"/>
                  </a:cubicBezTo>
                  <a:cubicBezTo>
                    <a:pt x="11" y="16"/>
                    <a:pt x="8" y="15"/>
                    <a:pt x="4" y="9"/>
                  </a:cubicBezTo>
                  <a:cubicBezTo>
                    <a:pt x="1" y="5"/>
                    <a:pt x="1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5"/>
                    <a:pt x="3" y="9"/>
                  </a:cubicBezTo>
                  <a:cubicBezTo>
                    <a:pt x="7" y="15"/>
                    <a:pt x="11" y="17"/>
                    <a:pt x="12" y="16"/>
                  </a:cubicBezTo>
                  <a:cubicBezTo>
                    <a:pt x="13" y="16"/>
                    <a:pt x="13" y="15"/>
                    <a:pt x="13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9" name="Freeform 530">
              <a:extLst>
                <a:ext uri="{FF2B5EF4-FFF2-40B4-BE49-F238E27FC236}">
                  <a16:creationId xmlns:a16="http://schemas.microsoft.com/office/drawing/2014/main" id="{18EC3DD6-983B-400E-99DB-DF7E2890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462"/>
              <a:ext cx="63" cy="56"/>
            </a:xfrm>
            <a:custGeom>
              <a:avLst/>
              <a:gdLst>
                <a:gd name="T0" fmla="*/ 36 w 30"/>
                <a:gd name="T1" fmla="*/ 65 h 25"/>
                <a:gd name="T2" fmla="*/ 8 w 30"/>
                <a:gd name="T3" fmla="*/ 190 h 25"/>
                <a:gd name="T4" fmla="*/ 168 w 30"/>
                <a:gd name="T5" fmla="*/ 235 h 25"/>
                <a:gd name="T6" fmla="*/ 269 w 30"/>
                <a:gd name="T7" fmla="*/ 81 h 25"/>
                <a:gd name="T8" fmla="*/ 221 w 30"/>
                <a:gd name="T9" fmla="*/ 9 h 25"/>
                <a:gd name="T10" fmla="*/ 128 w 30"/>
                <a:gd name="T11" fmla="*/ 36 h 25"/>
                <a:gd name="T12" fmla="*/ 36 w 30"/>
                <a:gd name="T13" fmla="*/ 6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4" y="6"/>
                  </a:moveTo>
                  <a:cubicBezTo>
                    <a:pt x="1" y="9"/>
                    <a:pt x="0" y="12"/>
                    <a:pt x="1" y="17"/>
                  </a:cubicBezTo>
                  <a:cubicBezTo>
                    <a:pt x="4" y="24"/>
                    <a:pt x="11" y="25"/>
                    <a:pt x="18" y="21"/>
                  </a:cubicBezTo>
                  <a:cubicBezTo>
                    <a:pt x="26" y="18"/>
                    <a:pt x="30" y="14"/>
                    <a:pt x="29" y="7"/>
                  </a:cubicBezTo>
                  <a:cubicBezTo>
                    <a:pt x="29" y="3"/>
                    <a:pt x="27" y="1"/>
                    <a:pt x="24" y="1"/>
                  </a:cubicBezTo>
                  <a:cubicBezTo>
                    <a:pt x="20" y="0"/>
                    <a:pt x="18" y="2"/>
                    <a:pt x="14" y="3"/>
                  </a:cubicBezTo>
                  <a:cubicBezTo>
                    <a:pt x="12" y="4"/>
                    <a:pt x="7" y="4"/>
                    <a:pt x="4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10" name="Freeform 531">
              <a:extLst>
                <a:ext uri="{FF2B5EF4-FFF2-40B4-BE49-F238E27FC236}">
                  <a16:creationId xmlns:a16="http://schemas.microsoft.com/office/drawing/2014/main" id="{58AA0348-A770-44BE-A947-5ABE4EC0D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475"/>
              <a:ext cx="38" cy="25"/>
            </a:xfrm>
            <a:custGeom>
              <a:avLst/>
              <a:gdLst>
                <a:gd name="T0" fmla="*/ 160 w 18"/>
                <a:gd name="T1" fmla="*/ 0 h 11"/>
                <a:gd name="T2" fmla="*/ 169 w 18"/>
                <a:gd name="T3" fmla="*/ 11 h 11"/>
                <a:gd name="T4" fmla="*/ 84 w 18"/>
                <a:gd name="T5" fmla="*/ 102 h 11"/>
                <a:gd name="T6" fmla="*/ 8 w 18"/>
                <a:gd name="T7" fmla="*/ 93 h 11"/>
                <a:gd name="T8" fmla="*/ 17 w 18"/>
                <a:gd name="T9" fmla="*/ 45 h 11"/>
                <a:gd name="T10" fmla="*/ 17 w 18"/>
                <a:gd name="T11" fmla="*/ 45 h 11"/>
                <a:gd name="T12" fmla="*/ 8 w 18"/>
                <a:gd name="T13" fmla="*/ 93 h 11"/>
                <a:gd name="T14" fmla="*/ 84 w 18"/>
                <a:gd name="T15" fmla="*/ 102 h 11"/>
                <a:gd name="T16" fmla="*/ 169 w 18"/>
                <a:gd name="T17" fmla="*/ 11 h 11"/>
                <a:gd name="T18" fmla="*/ 160 w 18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1">
                  <a:moveTo>
                    <a:pt x="17" y="0"/>
                  </a:moveTo>
                  <a:cubicBezTo>
                    <a:pt x="17" y="0"/>
                    <a:pt x="18" y="1"/>
                    <a:pt x="18" y="1"/>
                  </a:cubicBezTo>
                  <a:cubicBezTo>
                    <a:pt x="18" y="3"/>
                    <a:pt x="16" y="6"/>
                    <a:pt x="9" y="9"/>
                  </a:cubicBezTo>
                  <a:cubicBezTo>
                    <a:pt x="4" y="11"/>
                    <a:pt x="2" y="9"/>
                    <a:pt x="1" y="8"/>
                  </a:cubicBezTo>
                  <a:cubicBezTo>
                    <a:pt x="0" y="7"/>
                    <a:pt x="1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0" y="7"/>
                    <a:pt x="1" y="8"/>
                  </a:cubicBezTo>
                  <a:cubicBezTo>
                    <a:pt x="2" y="10"/>
                    <a:pt x="4" y="11"/>
                    <a:pt x="9" y="9"/>
                  </a:cubicBezTo>
                  <a:cubicBezTo>
                    <a:pt x="15" y="6"/>
                    <a:pt x="18" y="3"/>
                    <a:pt x="18" y="1"/>
                  </a:cubicBezTo>
                  <a:cubicBezTo>
                    <a:pt x="18" y="1"/>
                    <a:pt x="17" y="1"/>
                    <a:pt x="17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1" name="Freeform 532">
              <a:extLst>
                <a:ext uri="{FF2B5EF4-FFF2-40B4-BE49-F238E27FC236}">
                  <a16:creationId xmlns:a16="http://schemas.microsoft.com/office/drawing/2014/main" id="{4A14481D-929E-4116-973A-1DEB8A09C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489"/>
              <a:ext cx="48" cy="69"/>
            </a:xfrm>
            <a:custGeom>
              <a:avLst/>
              <a:gdLst>
                <a:gd name="T0" fmla="*/ 83 w 23"/>
                <a:gd name="T1" fmla="*/ 20 h 31"/>
                <a:gd name="T2" fmla="*/ 0 w 23"/>
                <a:gd name="T3" fmla="*/ 80 h 31"/>
                <a:gd name="T4" fmla="*/ 56 w 23"/>
                <a:gd name="T5" fmla="*/ 278 h 31"/>
                <a:gd name="T6" fmla="*/ 152 w 23"/>
                <a:gd name="T7" fmla="*/ 332 h 31"/>
                <a:gd name="T8" fmla="*/ 83 w 23"/>
                <a:gd name="T9" fmla="*/ 2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1">
                  <a:moveTo>
                    <a:pt x="9" y="2"/>
                  </a:moveTo>
                  <a:cubicBezTo>
                    <a:pt x="4" y="0"/>
                    <a:pt x="1" y="2"/>
                    <a:pt x="0" y="7"/>
                  </a:cubicBezTo>
                  <a:cubicBezTo>
                    <a:pt x="0" y="12"/>
                    <a:pt x="3" y="19"/>
                    <a:pt x="6" y="25"/>
                  </a:cubicBezTo>
                  <a:cubicBezTo>
                    <a:pt x="11" y="31"/>
                    <a:pt x="14" y="31"/>
                    <a:pt x="17" y="30"/>
                  </a:cubicBezTo>
                  <a:cubicBezTo>
                    <a:pt x="23" y="27"/>
                    <a:pt x="17" y="8"/>
                    <a:pt x="9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12" name="Freeform 533">
              <a:extLst>
                <a:ext uri="{FF2B5EF4-FFF2-40B4-BE49-F238E27FC236}">
                  <a16:creationId xmlns:a16="http://schemas.microsoft.com/office/drawing/2014/main" id="{C5F3B1B2-2E7A-48B7-9FD9-0734F18E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502"/>
              <a:ext cx="19" cy="43"/>
            </a:xfrm>
            <a:custGeom>
              <a:avLst/>
              <a:gdLst>
                <a:gd name="T0" fmla="*/ 17 w 9"/>
                <a:gd name="T1" fmla="*/ 0 h 19"/>
                <a:gd name="T2" fmla="*/ 8 w 9"/>
                <a:gd name="T3" fmla="*/ 81 h 19"/>
                <a:gd name="T4" fmla="*/ 57 w 9"/>
                <a:gd name="T5" fmla="*/ 195 h 19"/>
                <a:gd name="T6" fmla="*/ 84 w 9"/>
                <a:gd name="T7" fmla="*/ 220 h 19"/>
                <a:gd name="T8" fmla="*/ 84 w 9"/>
                <a:gd name="T9" fmla="*/ 220 h 19"/>
                <a:gd name="T10" fmla="*/ 57 w 9"/>
                <a:gd name="T11" fmla="*/ 195 h 19"/>
                <a:gd name="T12" fmla="*/ 8 w 9"/>
                <a:gd name="T13" fmla="*/ 81 h 19"/>
                <a:gd name="T14" fmla="*/ 17 w 9"/>
                <a:gd name="T15" fmla="*/ 0 h 19"/>
                <a:gd name="T16" fmla="*/ 49 w 9"/>
                <a:gd name="T17" fmla="*/ 11 h 19"/>
                <a:gd name="T18" fmla="*/ 49 w 9"/>
                <a:gd name="T19" fmla="*/ 11 h 19"/>
                <a:gd name="T20" fmla="*/ 17 w 9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9">
                  <a:moveTo>
                    <a:pt x="2" y="0"/>
                  </a:moveTo>
                  <a:cubicBezTo>
                    <a:pt x="0" y="1"/>
                    <a:pt x="0" y="3"/>
                    <a:pt x="1" y="7"/>
                  </a:cubicBezTo>
                  <a:cubicBezTo>
                    <a:pt x="1" y="10"/>
                    <a:pt x="3" y="15"/>
                    <a:pt x="6" y="17"/>
                  </a:cubicBezTo>
                  <a:cubicBezTo>
                    <a:pt x="7" y="18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8" y="19"/>
                    <a:pt x="7" y="18"/>
                    <a:pt x="6" y="17"/>
                  </a:cubicBezTo>
                  <a:cubicBezTo>
                    <a:pt x="3" y="15"/>
                    <a:pt x="1" y="10"/>
                    <a:pt x="1" y="7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3" name="Freeform 534">
              <a:extLst>
                <a:ext uri="{FF2B5EF4-FFF2-40B4-BE49-F238E27FC236}">
                  <a16:creationId xmlns:a16="http://schemas.microsoft.com/office/drawing/2014/main" id="{4A0A9422-D9A6-46BF-A99C-CC6983E35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3498"/>
              <a:ext cx="50" cy="44"/>
            </a:xfrm>
            <a:custGeom>
              <a:avLst/>
              <a:gdLst>
                <a:gd name="T0" fmla="*/ 135 w 24"/>
                <a:gd name="T1" fmla="*/ 33 h 20"/>
                <a:gd name="T2" fmla="*/ 65 w 24"/>
                <a:gd name="T3" fmla="*/ 9 h 20"/>
                <a:gd name="T4" fmla="*/ 17 w 24"/>
                <a:gd name="T5" fmla="*/ 64 h 20"/>
                <a:gd name="T6" fmla="*/ 108 w 24"/>
                <a:gd name="T7" fmla="*/ 213 h 20"/>
                <a:gd name="T8" fmla="*/ 208 w 24"/>
                <a:gd name="T9" fmla="*/ 117 h 20"/>
                <a:gd name="T10" fmla="*/ 135 w 24"/>
                <a:gd name="T11" fmla="*/ 3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15" y="3"/>
                  </a:moveTo>
                  <a:cubicBezTo>
                    <a:pt x="12" y="1"/>
                    <a:pt x="10" y="0"/>
                    <a:pt x="7" y="1"/>
                  </a:cubicBezTo>
                  <a:cubicBezTo>
                    <a:pt x="5" y="2"/>
                    <a:pt x="3" y="4"/>
                    <a:pt x="2" y="6"/>
                  </a:cubicBezTo>
                  <a:cubicBezTo>
                    <a:pt x="0" y="12"/>
                    <a:pt x="5" y="19"/>
                    <a:pt x="12" y="20"/>
                  </a:cubicBezTo>
                  <a:cubicBezTo>
                    <a:pt x="20" y="20"/>
                    <a:pt x="24" y="15"/>
                    <a:pt x="23" y="11"/>
                  </a:cubicBezTo>
                  <a:cubicBezTo>
                    <a:pt x="22" y="7"/>
                    <a:pt x="21" y="5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14" name="Freeform 535">
              <a:extLst>
                <a:ext uri="{FF2B5EF4-FFF2-40B4-BE49-F238E27FC236}">
                  <a16:creationId xmlns:a16="http://schemas.microsoft.com/office/drawing/2014/main" id="{DCDBCE30-7DB3-4A97-8613-D3DE15181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509"/>
              <a:ext cx="27" cy="25"/>
            </a:xfrm>
            <a:custGeom>
              <a:avLst/>
              <a:gdLst>
                <a:gd name="T0" fmla="*/ 108 w 13"/>
                <a:gd name="T1" fmla="*/ 45 h 11"/>
                <a:gd name="T2" fmla="*/ 108 w 13"/>
                <a:gd name="T3" fmla="*/ 93 h 11"/>
                <a:gd name="T4" fmla="*/ 35 w 13"/>
                <a:gd name="T5" fmla="*/ 93 h 11"/>
                <a:gd name="T6" fmla="*/ 8 w 13"/>
                <a:gd name="T7" fmla="*/ 45 h 11"/>
                <a:gd name="T8" fmla="*/ 17 w 13"/>
                <a:gd name="T9" fmla="*/ 0 h 11"/>
                <a:gd name="T10" fmla="*/ 17 w 13"/>
                <a:gd name="T11" fmla="*/ 0 h 11"/>
                <a:gd name="T12" fmla="*/ 0 w 13"/>
                <a:gd name="T13" fmla="*/ 45 h 11"/>
                <a:gd name="T14" fmla="*/ 35 w 13"/>
                <a:gd name="T15" fmla="*/ 102 h 11"/>
                <a:gd name="T16" fmla="*/ 108 w 13"/>
                <a:gd name="T17" fmla="*/ 102 h 11"/>
                <a:gd name="T18" fmla="*/ 108 w 13"/>
                <a:gd name="T19" fmla="*/ 4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4"/>
                  </a:moveTo>
                  <a:cubicBezTo>
                    <a:pt x="13" y="6"/>
                    <a:pt x="13" y="7"/>
                    <a:pt x="12" y="8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7"/>
                    <a:pt x="1" y="5"/>
                    <a:pt x="1" y="4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7"/>
                    <a:pt x="4" y="9"/>
                  </a:cubicBezTo>
                  <a:cubicBezTo>
                    <a:pt x="7" y="11"/>
                    <a:pt x="10" y="10"/>
                    <a:pt x="12" y="9"/>
                  </a:cubicBezTo>
                  <a:cubicBezTo>
                    <a:pt x="13" y="7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5" name="Freeform 536">
              <a:extLst>
                <a:ext uri="{FF2B5EF4-FFF2-40B4-BE49-F238E27FC236}">
                  <a16:creationId xmlns:a16="http://schemas.microsoft.com/office/drawing/2014/main" id="{3A639849-8261-4E0B-8FCE-39CA033E5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3054"/>
              <a:ext cx="54" cy="44"/>
            </a:xfrm>
            <a:custGeom>
              <a:avLst/>
              <a:gdLst>
                <a:gd name="T0" fmla="*/ 108 w 26"/>
                <a:gd name="T1" fmla="*/ 0 h 20"/>
                <a:gd name="T2" fmla="*/ 35 w 26"/>
                <a:gd name="T3" fmla="*/ 20 h 20"/>
                <a:gd name="T4" fmla="*/ 0 w 26"/>
                <a:gd name="T5" fmla="*/ 97 h 20"/>
                <a:gd name="T6" fmla="*/ 133 w 26"/>
                <a:gd name="T7" fmla="*/ 194 h 20"/>
                <a:gd name="T8" fmla="*/ 208 w 26"/>
                <a:gd name="T9" fmla="*/ 53 h 20"/>
                <a:gd name="T10" fmla="*/ 108 w 26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0">
                  <a:moveTo>
                    <a:pt x="12" y="0"/>
                  </a:moveTo>
                  <a:cubicBezTo>
                    <a:pt x="9" y="0"/>
                    <a:pt x="6" y="0"/>
                    <a:pt x="4" y="2"/>
                  </a:cubicBezTo>
                  <a:cubicBezTo>
                    <a:pt x="2" y="3"/>
                    <a:pt x="0" y="6"/>
                    <a:pt x="0" y="9"/>
                  </a:cubicBezTo>
                  <a:cubicBezTo>
                    <a:pt x="0" y="15"/>
                    <a:pt x="8" y="20"/>
                    <a:pt x="15" y="18"/>
                  </a:cubicBezTo>
                  <a:cubicBezTo>
                    <a:pt x="23" y="17"/>
                    <a:pt x="26" y="9"/>
                    <a:pt x="23" y="5"/>
                  </a:cubicBezTo>
                  <a:cubicBezTo>
                    <a:pt x="21" y="2"/>
                    <a:pt x="19" y="1"/>
                    <a:pt x="12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16" name="Freeform 537">
              <a:extLst>
                <a:ext uri="{FF2B5EF4-FFF2-40B4-BE49-F238E27FC236}">
                  <a16:creationId xmlns:a16="http://schemas.microsoft.com/office/drawing/2014/main" id="{90F9A41E-4EE5-44A0-80B6-A898FB4B8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065"/>
              <a:ext cx="29" cy="20"/>
            </a:xfrm>
            <a:custGeom>
              <a:avLst/>
              <a:gdLst>
                <a:gd name="T0" fmla="*/ 108 w 14"/>
                <a:gd name="T1" fmla="*/ 0 h 9"/>
                <a:gd name="T2" fmla="*/ 116 w 14"/>
                <a:gd name="T3" fmla="*/ 53 h 9"/>
                <a:gd name="T4" fmla="*/ 52 w 14"/>
                <a:gd name="T5" fmla="*/ 89 h 9"/>
                <a:gd name="T6" fmla="*/ 8 w 14"/>
                <a:gd name="T7" fmla="*/ 44 h 9"/>
                <a:gd name="T8" fmla="*/ 8 w 14"/>
                <a:gd name="T9" fmla="*/ 0 h 9"/>
                <a:gd name="T10" fmla="*/ 8 w 14"/>
                <a:gd name="T11" fmla="*/ 0 h 9"/>
                <a:gd name="T12" fmla="*/ 0 w 14"/>
                <a:gd name="T13" fmla="*/ 44 h 9"/>
                <a:gd name="T14" fmla="*/ 52 w 14"/>
                <a:gd name="T15" fmla="*/ 89 h 9"/>
                <a:gd name="T16" fmla="*/ 124 w 14"/>
                <a:gd name="T17" fmla="*/ 53 h 9"/>
                <a:gd name="T18" fmla="*/ 108 w 14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9">
                  <a:moveTo>
                    <a:pt x="12" y="0"/>
                  </a:moveTo>
                  <a:cubicBezTo>
                    <a:pt x="14" y="2"/>
                    <a:pt x="14" y="4"/>
                    <a:pt x="13" y="5"/>
                  </a:cubicBezTo>
                  <a:cubicBezTo>
                    <a:pt x="13" y="7"/>
                    <a:pt x="10" y="9"/>
                    <a:pt x="6" y="8"/>
                  </a:cubicBezTo>
                  <a:cubicBezTo>
                    <a:pt x="2" y="7"/>
                    <a:pt x="1" y="6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6"/>
                    <a:pt x="2" y="7"/>
                    <a:pt x="6" y="8"/>
                  </a:cubicBezTo>
                  <a:cubicBezTo>
                    <a:pt x="10" y="9"/>
                    <a:pt x="13" y="7"/>
                    <a:pt x="14" y="5"/>
                  </a:cubicBezTo>
                  <a:cubicBezTo>
                    <a:pt x="14" y="4"/>
                    <a:pt x="14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7" name="Freeform 538">
              <a:extLst>
                <a:ext uri="{FF2B5EF4-FFF2-40B4-BE49-F238E27FC236}">
                  <a16:creationId xmlns:a16="http://schemas.microsoft.com/office/drawing/2014/main" id="{1B0D5FF6-A67A-4A65-8B26-6BA735C3A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188"/>
              <a:ext cx="60" cy="67"/>
            </a:xfrm>
            <a:custGeom>
              <a:avLst/>
              <a:gdLst>
                <a:gd name="T0" fmla="*/ 205 w 29"/>
                <a:gd name="T1" fmla="*/ 243 h 30"/>
                <a:gd name="T2" fmla="*/ 197 w 29"/>
                <a:gd name="T3" fmla="*/ 65 h 30"/>
                <a:gd name="T4" fmla="*/ 35 w 29"/>
                <a:gd name="T5" fmla="*/ 89 h 30"/>
                <a:gd name="T6" fmla="*/ 205 w 29"/>
                <a:gd name="T7" fmla="*/ 24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23" y="22"/>
                  </a:moveTo>
                  <a:cubicBezTo>
                    <a:pt x="29" y="19"/>
                    <a:pt x="29" y="11"/>
                    <a:pt x="22" y="6"/>
                  </a:cubicBezTo>
                  <a:cubicBezTo>
                    <a:pt x="16" y="0"/>
                    <a:pt x="8" y="1"/>
                    <a:pt x="4" y="8"/>
                  </a:cubicBezTo>
                  <a:cubicBezTo>
                    <a:pt x="0" y="15"/>
                    <a:pt x="12" y="30"/>
                    <a:pt x="23" y="2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18" name="Freeform 539">
              <a:extLst>
                <a:ext uri="{FF2B5EF4-FFF2-40B4-BE49-F238E27FC236}">
                  <a16:creationId xmlns:a16="http://schemas.microsoft.com/office/drawing/2014/main" id="{C64DAEAF-CE88-4441-8404-5FFCD139E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206"/>
              <a:ext cx="32" cy="26"/>
            </a:xfrm>
            <a:custGeom>
              <a:avLst/>
              <a:gdLst>
                <a:gd name="T0" fmla="*/ 117 w 15"/>
                <a:gd name="T1" fmla="*/ 0 h 12"/>
                <a:gd name="T2" fmla="*/ 137 w 15"/>
                <a:gd name="T3" fmla="*/ 52 h 12"/>
                <a:gd name="T4" fmla="*/ 105 w 15"/>
                <a:gd name="T5" fmla="*/ 113 h 12"/>
                <a:gd name="T6" fmla="*/ 41 w 15"/>
                <a:gd name="T7" fmla="*/ 93 h 12"/>
                <a:gd name="T8" fmla="*/ 9 w 15"/>
                <a:gd name="T9" fmla="*/ 20 h 12"/>
                <a:gd name="T10" fmla="*/ 9 w 15"/>
                <a:gd name="T11" fmla="*/ 20 h 12"/>
                <a:gd name="T12" fmla="*/ 41 w 15"/>
                <a:gd name="T13" fmla="*/ 93 h 12"/>
                <a:gd name="T14" fmla="*/ 105 w 15"/>
                <a:gd name="T15" fmla="*/ 113 h 12"/>
                <a:gd name="T16" fmla="*/ 145 w 15"/>
                <a:gd name="T17" fmla="*/ 52 h 12"/>
                <a:gd name="T18" fmla="*/ 117 w 15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4" y="1"/>
                    <a:pt x="15" y="3"/>
                    <a:pt x="14" y="5"/>
                  </a:cubicBezTo>
                  <a:cubicBezTo>
                    <a:pt x="14" y="8"/>
                    <a:pt x="13" y="10"/>
                    <a:pt x="11" y="11"/>
                  </a:cubicBezTo>
                  <a:cubicBezTo>
                    <a:pt x="9" y="12"/>
                    <a:pt x="6" y="11"/>
                    <a:pt x="4" y="9"/>
                  </a:cubicBezTo>
                  <a:cubicBezTo>
                    <a:pt x="1" y="7"/>
                    <a:pt x="0" y="5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5"/>
                    <a:pt x="1" y="8"/>
                    <a:pt x="4" y="9"/>
                  </a:cubicBezTo>
                  <a:cubicBezTo>
                    <a:pt x="6" y="11"/>
                    <a:pt x="9" y="12"/>
                    <a:pt x="11" y="11"/>
                  </a:cubicBezTo>
                  <a:cubicBezTo>
                    <a:pt x="13" y="10"/>
                    <a:pt x="14" y="8"/>
                    <a:pt x="15" y="5"/>
                  </a:cubicBezTo>
                  <a:cubicBezTo>
                    <a:pt x="15" y="3"/>
                    <a:pt x="14" y="1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9" name="Freeform 540">
              <a:extLst>
                <a:ext uri="{FF2B5EF4-FFF2-40B4-BE49-F238E27FC236}">
                  <a16:creationId xmlns:a16="http://schemas.microsoft.com/office/drawing/2014/main" id="{600FB505-73ED-4551-9DD1-D07C18B86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813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0 h 21"/>
                <a:gd name="T4" fmla="*/ 1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0"/>
                  </a:cubicBezTo>
                  <a:cubicBezTo>
                    <a:pt x="6" y="1"/>
                    <a:pt x="4" y="2"/>
                    <a:pt x="2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2" y="7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20" name="Freeform 541">
              <a:extLst>
                <a:ext uri="{FF2B5EF4-FFF2-40B4-BE49-F238E27FC236}">
                  <a16:creationId xmlns:a16="http://schemas.microsoft.com/office/drawing/2014/main" id="{C4D9C1D8-79C9-4BDF-9E42-B735D69A5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824"/>
              <a:ext cx="27" cy="22"/>
            </a:xfrm>
            <a:custGeom>
              <a:avLst/>
              <a:gdLst>
                <a:gd name="T0" fmla="*/ 108 w 13"/>
                <a:gd name="T1" fmla="*/ 44 h 10"/>
                <a:gd name="T2" fmla="*/ 100 w 13"/>
                <a:gd name="T3" fmla="*/ 97 h 10"/>
                <a:gd name="T4" fmla="*/ 35 w 13"/>
                <a:gd name="T5" fmla="*/ 88 h 10"/>
                <a:gd name="T6" fmla="*/ 8 w 13"/>
                <a:gd name="T7" fmla="*/ 33 h 10"/>
                <a:gd name="T8" fmla="*/ 25 w 13"/>
                <a:gd name="T9" fmla="*/ 0 h 10"/>
                <a:gd name="T10" fmla="*/ 25 w 13"/>
                <a:gd name="T11" fmla="*/ 0 h 10"/>
                <a:gd name="T12" fmla="*/ 0 w 13"/>
                <a:gd name="T13" fmla="*/ 33 h 10"/>
                <a:gd name="T14" fmla="*/ 25 w 13"/>
                <a:gd name="T15" fmla="*/ 88 h 10"/>
                <a:gd name="T16" fmla="*/ 100 w 13"/>
                <a:gd name="T17" fmla="*/ 97 h 10"/>
                <a:gd name="T18" fmla="*/ 108 w 13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4"/>
                  </a:moveTo>
                  <a:cubicBezTo>
                    <a:pt x="13" y="6"/>
                    <a:pt x="12" y="8"/>
                    <a:pt x="11" y="9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6"/>
                    <a:pt x="3" y="8"/>
                  </a:cubicBezTo>
                  <a:cubicBezTo>
                    <a:pt x="7" y="10"/>
                    <a:pt x="10" y="10"/>
                    <a:pt x="11" y="9"/>
                  </a:cubicBezTo>
                  <a:cubicBezTo>
                    <a:pt x="12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1" name="Freeform 542">
              <a:extLst>
                <a:ext uri="{FF2B5EF4-FFF2-40B4-BE49-F238E27FC236}">
                  <a16:creationId xmlns:a16="http://schemas.microsoft.com/office/drawing/2014/main" id="{E1C1AD83-E748-4F8D-9E7C-C0F06D0B8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681"/>
              <a:ext cx="38" cy="67"/>
            </a:xfrm>
            <a:custGeom>
              <a:avLst/>
              <a:gdLst>
                <a:gd name="T0" fmla="*/ 160 w 18"/>
                <a:gd name="T1" fmla="*/ 89 h 30"/>
                <a:gd name="T2" fmla="*/ 112 w 18"/>
                <a:gd name="T3" fmla="*/ 36 h 30"/>
                <a:gd name="T4" fmla="*/ 0 w 18"/>
                <a:gd name="T5" fmla="*/ 170 h 30"/>
                <a:gd name="T6" fmla="*/ 93 w 18"/>
                <a:gd name="T7" fmla="*/ 324 h 30"/>
                <a:gd name="T8" fmla="*/ 160 w 18"/>
                <a:gd name="T9" fmla="*/ 270 h 30"/>
                <a:gd name="T10" fmla="*/ 160 w 18"/>
                <a:gd name="T11" fmla="*/ 170 h 30"/>
                <a:gd name="T12" fmla="*/ 160 w 18"/>
                <a:gd name="T13" fmla="*/ 89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0">
                  <a:moveTo>
                    <a:pt x="17" y="8"/>
                  </a:moveTo>
                  <a:cubicBezTo>
                    <a:pt x="16" y="6"/>
                    <a:pt x="14" y="4"/>
                    <a:pt x="12" y="3"/>
                  </a:cubicBezTo>
                  <a:cubicBezTo>
                    <a:pt x="5" y="0"/>
                    <a:pt x="0" y="7"/>
                    <a:pt x="0" y="15"/>
                  </a:cubicBezTo>
                  <a:cubicBezTo>
                    <a:pt x="0" y="23"/>
                    <a:pt x="6" y="29"/>
                    <a:pt x="10" y="29"/>
                  </a:cubicBezTo>
                  <a:cubicBezTo>
                    <a:pt x="14" y="30"/>
                    <a:pt x="16" y="28"/>
                    <a:pt x="17" y="24"/>
                  </a:cubicBezTo>
                  <a:cubicBezTo>
                    <a:pt x="18" y="21"/>
                    <a:pt x="18" y="17"/>
                    <a:pt x="17" y="15"/>
                  </a:cubicBezTo>
                  <a:cubicBezTo>
                    <a:pt x="17" y="13"/>
                    <a:pt x="17" y="10"/>
                    <a:pt x="17" y="8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22" name="Freeform 543">
              <a:extLst>
                <a:ext uri="{FF2B5EF4-FFF2-40B4-BE49-F238E27FC236}">
                  <a16:creationId xmlns:a16="http://schemas.microsoft.com/office/drawing/2014/main" id="{1A2BE4AC-4346-4797-BC03-3810379C0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701"/>
              <a:ext cx="12" cy="34"/>
            </a:xfrm>
            <a:custGeom>
              <a:avLst/>
              <a:gdLst>
                <a:gd name="T0" fmla="*/ 24 w 6"/>
                <a:gd name="T1" fmla="*/ 0 h 15"/>
                <a:gd name="T2" fmla="*/ 8 w 6"/>
                <a:gd name="T3" fmla="*/ 45 h 15"/>
                <a:gd name="T4" fmla="*/ 24 w 6"/>
                <a:gd name="T5" fmla="*/ 150 h 15"/>
                <a:gd name="T6" fmla="*/ 48 w 6"/>
                <a:gd name="T7" fmla="*/ 175 h 15"/>
                <a:gd name="T8" fmla="*/ 48 w 6"/>
                <a:gd name="T9" fmla="*/ 175 h 15"/>
                <a:gd name="T10" fmla="*/ 24 w 6"/>
                <a:gd name="T11" fmla="*/ 150 h 15"/>
                <a:gd name="T12" fmla="*/ 8 w 6"/>
                <a:gd name="T13" fmla="*/ 45 h 15"/>
                <a:gd name="T14" fmla="*/ 32 w 6"/>
                <a:gd name="T15" fmla="*/ 0 h 15"/>
                <a:gd name="T16" fmla="*/ 48 w 6"/>
                <a:gd name="T17" fmla="*/ 11 h 15"/>
                <a:gd name="T18" fmla="*/ 48 w 6"/>
                <a:gd name="T19" fmla="*/ 11 h 15"/>
                <a:gd name="T20" fmla="*/ 24 w 6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5">
                  <a:moveTo>
                    <a:pt x="3" y="0"/>
                  </a:moveTo>
                  <a:cubicBezTo>
                    <a:pt x="2" y="0"/>
                    <a:pt x="1" y="2"/>
                    <a:pt x="1" y="4"/>
                  </a:cubicBezTo>
                  <a:cubicBezTo>
                    <a:pt x="0" y="8"/>
                    <a:pt x="1" y="12"/>
                    <a:pt x="3" y="13"/>
                  </a:cubicBezTo>
                  <a:cubicBezTo>
                    <a:pt x="3" y="14"/>
                    <a:pt x="4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4" y="15"/>
                    <a:pt x="4" y="14"/>
                    <a:pt x="3" y="13"/>
                  </a:cubicBezTo>
                  <a:cubicBezTo>
                    <a:pt x="1" y="11"/>
                    <a:pt x="1" y="8"/>
                    <a:pt x="1" y="4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3" name="Freeform 544">
              <a:extLst>
                <a:ext uri="{FF2B5EF4-FFF2-40B4-BE49-F238E27FC236}">
                  <a16:creationId xmlns:a16="http://schemas.microsoft.com/office/drawing/2014/main" id="{FBB4F17E-728C-4F34-B42F-9A9EF5A62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779"/>
              <a:ext cx="56" cy="63"/>
            </a:xfrm>
            <a:custGeom>
              <a:avLst/>
              <a:gdLst>
                <a:gd name="T0" fmla="*/ 168 w 27"/>
                <a:gd name="T1" fmla="*/ 275 h 28"/>
                <a:gd name="T2" fmla="*/ 207 w 27"/>
                <a:gd name="T3" fmla="*/ 92 h 28"/>
                <a:gd name="T4" fmla="*/ 52 w 27"/>
                <a:gd name="T5" fmla="*/ 56 h 28"/>
                <a:gd name="T6" fmla="*/ 168 w 27"/>
                <a:gd name="T7" fmla="*/ 27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8">
                  <a:moveTo>
                    <a:pt x="19" y="24"/>
                  </a:moveTo>
                  <a:cubicBezTo>
                    <a:pt x="25" y="22"/>
                    <a:pt x="27" y="15"/>
                    <a:pt x="23" y="8"/>
                  </a:cubicBezTo>
                  <a:cubicBezTo>
                    <a:pt x="18" y="1"/>
                    <a:pt x="11" y="0"/>
                    <a:pt x="6" y="5"/>
                  </a:cubicBezTo>
                  <a:cubicBezTo>
                    <a:pt x="0" y="11"/>
                    <a:pt x="8" y="28"/>
                    <a:pt x="19" y="2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24" name="Freeform 545">
              <a:extLst>
                <a:ext uri="{FF2B5EF4-FFF2-40B4-BE49-F238E27FC236}">
                  <a16:creationId xmlns:a16="http://schemas.microsoft.com/office/drawing/2014/main" id="{127CA664-2A60-437F-B5E4-A9C3471F5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799"/>
              <a:ext cx="29" cy="25"/>
            </a:xfrm>
            <a:custGeom>
              <a:avLst/>
              <a:gdLst>
                <a:gd name="T0" fmla="*/ 108 w 14"/>
                <a:gd name="T1" fmla="*/ 0 h 11"/>
                <a:gd name="T2" fmla="*/ 116 w 14"/>
                <a:gd name="T3" fmla="*/ 73 h 11"/>
                <a:gd name="T4" fmla="*/ 73 w 14"/>
                <a:gd name="T5" fmla="*/ 118 h 11"/>
                <a:gd name="T6" fmla="*/ 17 w 14"/>
                <a:gd name="T7" fmla="*/ 82 h 11"/>
                <a:gd name="T8" fmla="*/ 8 w 14"/>
                <a:gd name="T9" fmla="*/ 0 h 11"/>
                <a:gd name="T10" fmla="*/ 8 w 14"/>
                <a:gd name="T11" fmla="*/ 0 h 11"/>
                <a:gd name="T12" fmla="*/ 17 w 14"/>
                <a:gd name="T13" fmla="*/ 82 h 11"/>
                <a:gd name="T14" fmla="*/ 73 w 14"/>
                <a:gd name="T15" fmla="*/ 130 h 11"/>
                <a:gd name="T16" fmla="*/ 116 w 14"/>
                <a:gd name="T17" fmla="*/ 73 h 11"/>
                <a:gd name="T18" fmla="*/ 108 w 14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1">
                  <a:moveTo>
                    <a:pt x="12" y="0"/>
                  </a:moveTo>
                  <a:cubicBezTo>
                    <a:pt x="14" y="1"/>
                    <a:pt x="14" y="4"/>
                    <a:pt x="13" y="6"/>
                  </a:cubicBezTo>
                  <a:cubicBezTo>
                    <a:pt x="12" y="8"/>
                    <a:pt x="11" y="10"/>
                    <a:pt x="8" y="10"/>
                  </a:cubicBezTo>
                  <a:cubicBezTo>
                    <a:pt x="6" y="11"/>
                    <a:pt x="4" y="9"/>
                    <a:pt x="2" y="7"/>
                  </a:cubicBezTo>
                  <a:cubicBezTo>
                    <a:pt x="1" y="5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1" y="5"/>
                    <a:pt x="2" y="7"/>
                  </a:cubicBezTo>
                  <a:cubicBezTo>
                    <a:pt x="4" y="9"/>
                    <a:pt x="6" y="11"/>
                    <a:pt x="8" y="11"/>
                  </a:cubicBezTo>
                  <a:cubicBezTo>
                    <a:pt x="11" y="10"/>
                    <a:pt x="13" y="9"/>
                    <a:pt x="13" y="6"/>
                  </a:cubicBezTo>
                  <a:cubicBezTo>
                    <a:pt x="14" y="4"/>
                    <a:pt x="14" y="1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5" name="Freeform 546">
              <a:extLst>
                <a:ext uri="{FF2B5EF4-FFF2-40B4-BE49-F238E27FC236}">
                  <a16:creationId xmlns:a16="http://schemas.microsoft.com/office/drawing/2014/main" id="{117BFE03-6C5A-414A-8DE0-BEE478436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889"/>
              <a:ext cx="58" cy="60"/>
            </a:xfrm>
            <a:custGeom>
              <a:avLst/>
              <a:gdLst>
                <a:gd name="T0" fmla="*/ 25 w 28"/>
                <a:gd name="T1" fmla="*/ 98 h 27"/>
                <a:gd name="T2" fmla="*/ 160 w 28"/>
                <a:gd name="T3" fmla="*/ 44 h 27"/>
                <a:gd name="T4" fmla="*/ 197 w 28"/>
                <a:gd name="T5" fmla="*/ 242 h 27"/>
                <a:gd name="T6" fmla="*/ 25 w 28"/>
                <a:gd name="T7" fmla="*/ 9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3" y="9"/>
                  </a:moveTo>
                  <a:cubicBezTo>
                    <a:pt x="4" y="2"/>
                    <a:pt x="12" y="0"/>
                    <a:pt x="18" y="4"/>
                  </a:cubicBezTo>
                  <a:cubicBezTo>
                    <a:pt x="25" y="9"/>
                    <a:pt x="28" y="16"/>
                    <a:pt x="22" y="22"/>
                  </a:cubicBezTo>
                  <a:cubicBezTo>
                    <a:pt x="17" y="27"/>
                    <a:pt x="0" y="20"/>
                    <a:pt x="3" y="9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26" name="Freeform 547">
              <a:extLst>
                <a:ext uri="{FF2B5EF4-FFF2-40B4-BE49-F238E27FC236}">
                  <a16:creationId xmlns:a16="http://schemas.microsoft.com/office/drawing/2014/main" id="{6531BD72-0CC9-4AD9-A1E0-6F83A2948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902"/>
              <a:ext cx="23" cy="31"/>
            </a:xfrm>
            <a:custGeom>
              <a:avLst/>
              <a:gdLst>
                <a:gd name="T0" fmla="*/ 92 w 11"/>
                <a:gd name="T1" fmla="*/ 20 h 14"/>
                <a:gd name="T2" fmla="*/ 36 w 11"/>
                <a:gd name="T3" fmla="*/ 9 h 14"/>
                <a:gd name="T4" fmla="*/ 0 w 11"/>
                <a:gd name="T5" fmla="*/ 64 h 14"/>
                <a:gd name="T6" fmla="*/ 36 w 11"/>
                <a:gd name="T7" fmla="*/ 133 h 14"/>
                <a:gd name="T8" fmla="*/ 100 w 11"/>
                <a:gd name="T9" fmla="*/ 142 h 14"/>
                <a:gd name="T10" fmla="*/ 100 w 11"/>
                <a:gd name="T11" fmla="*/ 142 h 14"/>
                <a:gd name="T12" fmla="*/ 36 w 11"/>
                <a:gd name="T13" fmla="*/ 133 h 14"/>
                <a:gd name="T14" fmla="*/ 0 w 11"/>
                <a:gd name="T15" fmla="*/ 64 h 14"/>
                <a:gd name="T16" fmla="*/ 36 w 11"/>
                <a:gd name="T17" fmla="*/ 9 h 14"/>
                <a:gd name="T18" fmla="*/ 92 w 11"/>
                <a:gd name="T19" fmla="*/ 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4">
                  <a:moveTo>
                    <a:pt x="10" y="2"/>
                  </a:moveTo>
                  <a:cubicBezTo>
                    <a:pt x="8" y="1"/>
                    <a:pt x="6" y="0"/>
                    <a:pt x="4" y="1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8"/>
                    <a:pt x="1" y="10"/>
                    <a:pt x="4" y="12"/>
                  </a:cubicBezTo>
                  <a:cubicBezTo>
                    <a:pt x="6" y="14"/>
                    <a:pt x="9" y="14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9" y="14"/>
                    <a:pt x="6" y="14"/>
                    <a:pt x="4" y="12"/>
                  </a:cubicBezTo>
                  <a:cubicBezTo>
                    <a:pt x="1" y="11"/>
                    <a:pt x="0" y="8"/>
                    <a:pt x="0" y="6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1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7" name="Freeform 548">
              <a:extLst>
                <a:ext uri="{FF2B5EF4-FFF2-40B4-BE49-F238E27FC236}">
                  <a16:creationId xmlns:a16="http://schemas.microsoft.com/office/drawing/2014/main" id="{50247B7F-469D-4C54-BADD-21EE2936F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851"/>
              <a:ext cx="57" cy="58"/>
            </a:xfrm>
            <a:custGeom>
              <a:avLst/>
              <a:gdLst>
                <a:gd name="T0" fmla="*/ 144 w 27"/>
                <a:gd name="T1" fmla="*/ 20 h 26"/>
                <a:gd name="T2" fmla="*/ 76 w 27"/>
                <a:gd name="T3" fmla="*/ 9 h 26"/>
                <a:gd name="T4" fmla="*/ 49 w 27"/>
                <a:gd name="T5" fmla="*/ 199 h 26"/>
                <a:gd name="T6" fmla="*/ 205 w 27"/>
                <a:gd name="T7" fmla="*/ 254 h 26"/>
                <a:gd name="T8" fmla="*/ 236 w 27"/>
                <a:gd name="T9" fmla="*/ 154 h 26"/>
                <a:gd name="T10" fmla="*/ 188 w 27"/>
                <a:gd name="T11" fmla="*/ 80 h 26"/>
                <a:gd name="T12" fmla="*/ 144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2" y="0"/>
                    <a:pt x="10" y="0"/>
                    <a:pt x="8" y="1"/>
                  </a:cubicBezTo>
                  <a:cubicBezTo>
                    <a:pt x="0" y="3"/>
                    <a:pt x="0" y="12"/>
                    <a:pt x="5" y="18"/>
                  </a:cubicBezTo>
                  <a:cubicBezTo>
                    <a:pt x="10" y="24"/>
                    <a:pt x="19" y="26"/>
                    <a:pt x="22" y="23"/>
                  </a:cubicBezTo>
                  <a:cubicBezTo>
                    <a:pt x="26" y="21"/>
                    <a:pt x="27" y="18"/>
                    <a:pt x="25" y="14"/>
                  </a:cubicBezTo>
                  <a:cubicBezTo>
                    <a:pt x="24" y="11"/>
                    <a:pt x="21" y="8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28" name="Freeform 549">
              <a:extLst>
                <a:ext uri="{FF2B5EF4-FFF2-40B4-BE49-F238E27FC236}">
                  <a16:creationId xmlns:a16="http://schemas.microsoft.com/office/drawing/2014/main" id="{6DC6140C-280F-4C72-885B-B430D306F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864"/>
              <a:ext cx="27" cy="29"/>
            </a:xfrm>
            <a:custGeom>
              <a:avLst/>
              <a:gdLst>
                <a:gd name="T0" fmla="*/ 8 w 13"/>
                <a:gd name="T1" fmla="*/ 20 h 13"/>
                <a:gd name="T2" fmla="*/ 17 w 13"/>
                <a:gd name="T3" fmla="*/ 80 h 13"/>
                <a:gd name="T4" fmla="*/ 81 w 13"/>
                <a:gd name="T5" fmla="*/ 145 h 13"/>
                <a:gd name="T6" fmla="*/ 116 w 13"/>
                <a:gd name="T7" fmla="*/ 134 h 13"/>
                <a:gd name="T8" fmla="*/ 116 w 13"/>
                <a:gd name="T9" fmla="*/ 134 h 13"/>
                <a:gd name="T10" fmla="*/ 81 w 13"/>
                <a:gd name="T11" fmla="*/ 145 h 13"/>
                <a:gd name="T12" fmla="*/ 17 w 13"/>
                <a:gd name="T13" fmla="*/ 80 h 13"/>
                <a:gd name="T14" fmla="*/ 8 w 13"/>
                <a:gd name="T15" fmla="*/ 20 h 13"/>
                <a:gd name="T16" fmla="*/ 35 w 13"/>
                <a:gd name="T17" fmla="*/ 9 h 13"/>
                <a:gd name="T18" fmla="*/ 35 w 13"/>
                <a:gd name="T19" fmla="*/ 9 h 13"/>
                <a:gd name="T20" fmla="*/ 8 w 13"/>
                <a:gd name="T21" fmla="*/ 2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2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10"/>
                    <a:pt x="7" y="13"/>
                    <a:pt x="9" y="13"/>
                  </a:cubicBezTo>
                  <a:cubicBezTo>
                    <a:pt x="10" y="13"/>
                    <a:pt x="12" y="13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10" y="13"/>
                    <a:pt x="9" y="13"/>
                  </a:cubicBezTo>
                  <a:cubicBezTo>
                    <a:pt x="7" y="12"/>
                    <a:pt x="4" y="10"/>
                    <a:pt x="2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9" name="Freeform 550">
              <a:extLst>
                <a:ext uri="{FF2B5EF4-FFF2-40B4-BE49-F238E27FC236}">
                  <a16:creationId xmlns:a16="http://schemas.microsoft.com/office/drawing/2014/main" id="{4188BFEF-B1F3-4A5A-8A7D-4218EA03A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944"/>
              <a:ext cx="56" cy="59"/>
            </a:xfrm>
            <a:custGeom>
              <a:avLst/>
              <a:gdLst>
                <a:gd name="T0" fmla="*/ 133 w 27"/>
                <a:gd name="T1" fmla="*/ 25 h 26"/>
                <a:gd name="T2" fmla="*/ 73 w 27"/>
                <a:gd name="T3" fmla="*/ 11 h 26"/>
                <a:gd name="T4" fmla="*/ 44 w 27"/>
                <a:gd name="T5" fmla="*/ 211 h 26"/>
                <a:gd name="T6" fmla="*/ 207 w 27"/>
                <a:gd name="T7" fmla="*/ 268 h 26"/>
                <a:gd name="T8" fmla="*/ 232 w 27"/>
                <a:gd name="T9" fmla="*/ 166 h 26"/>
                <a:gd name="T10" fmla="*/ 176 w 27"/>
                <a:gd name="T11" fmla="*/ 82 h 26"/>
                <a:gd name="T12" fmla="*/ 133 w 27"/>
                <a:gd name="T13" fmla="*/ 2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3"/>
                    <a:pt x="0" y="11"/>
                    <a:pt x="5" y="18"/>
                  </a:cubicBezTo>
                  <a:cubicBezTo>
                    <a:pt x="11" y="24"/>
                    <a:pt x="19" y="26"/>
                    <a:pt x="23" y="23"/>
                  </a:cubicBezTo>
                  <a:cubicBezTo>
                    <a:pt x="26" y="21"/>
                    <a:pt x="27" y="18"/>
                    <a:pt x="26" y="14"/>
                  </a:cubicBezTo>
                  <a:cubicBezTo>
                    <a:pt x="25" y="11"/>
                    <a:pt x="22" y="8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30" name="Freeform 551">
              <a:extLst>
                <a:ext uri="{FF2B5EF4-FFF2-40B4-BE49-F238E27FC236}">
                  <a16:creationId xmlns:a16="http://schemas.microsoft.com/office/drawing/2014/main" id="{80A77C02-1FA1-4819-B998-8FC29DA7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958"/>
              <a:ext cx="25" cy="29"/>
            </a:xfrm>
            <a:custGeom>
              <a:avLst/>
              <a:gdLst>
                <a:gd name="T0" fmla="*/ 8 w 12"/>
                <a:gd name="T1" fmla="*/ 9 h 13"/>
                <a:gd name="T2" fmla="*/ 8 w 12"/>
                <a:gd name="T3" fmla="*/ 80 h 13"/>
                <a:gd name="T4" fmla="*/ 83 w 12"/>
                <a:gd name="T5" fmla="*/ 145 h 13"/>
                <a:gd name="T6" fmla="*/ 108 w 12"/>
                <a:gd name="T7" fmla="*/ 134 h 13"/>
                <a:gd name="T8" fmla="*/ 108 w 12"/>
                <a:gd name="T9" fmla="*/ 134 h 13"/>
                <a:gd name="T10" fmla="*/ 83 w 12"/>
                <a:gd name="T11" fmla="*/ 145 h 13"/>
                <a:gd name="T12" fmla="*/ 8 w 12"/>
                <a:gd name="T13" fmla="*/ 80 h 13"/>
                <a:gd name="T14" fmla="*/ 8 w 12"/>
                <a:gd name="T15" fmla="*/ 20 h 13"/>
                <a:gd name="T16" fmla="*/ 27 w 12"/>
                <a:gd name="T17" fmla="*/ 9 h 13"/>
                <a:gd name="T18" fmla="*/ 27 w 12"/>
                <a:gd name="T19" fmla="*/ 9 h 13"/>
                <a:gd name="T20" fmla="*/ 8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3" y="10"/>
                    <a:pt x="6" y="12"/>
                    <a:pt x="9" y="13"/>
                  </a:cubicBezTo>
                  <a:cubicBezTo>
                    <a:pt x="10" y="13"/>
                    <a:pt x="11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3"/>
                    <a:pt x="10" y="13"/>
                    <a:pt x="9" y="13"/>
                  </a:cubicBezTo>
                  <a:cubicBezTo>
                    <a:pt x="6" y="12"/>
                    <a:pt x="3" y="10"/>
                    <a:pt x="1" y="7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1" name="Freeform 552">
              <a:extLst>
                <a:ext uri="{FF2B5EF4-FFF2-40B4-BE49-F238E27FC236}">
                  <a16:creationId xmlns:a16="http://schemas.microsoft.com/office/drawing/2014/main" id="{49ACC752-E56D-47E9-9AF4-F9E1D9E5C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840"/>
              <a:ext cx="57" cy="58"/>
            </a:xfrm>
            <a:custGeom>
              <a:avLst/>
              <a:gdLst>
                <a:gd name="T0" fmla="*/ 144 w 27"/>
                <a:gd name="T1" fmla="*/ 20 h 26"/>
                <a:gd name="T2" fmla="*/ 76 w 27"/>
                <a:gd name="T3" fmla="*/ 9 h 26"/>
                <a:gd name="T4" fmla="*/ 49 w 27"/>
                <a:gd name="T5" fmla="*/ 199 h 26"/>
                <a:gd name="T6" fmla="*/ 205 w 27"/>
                <a:gd name="T7" fmla="*/ 268 h 26"/>
                <a:gd name="T8" fmla="*/ 236 w 27"/>
                <a:gd name="T9" fmla="*/ 154 h 26"/>
                <a:gd name="T10" fmla="*/ 188 w 27"/>
                <a:gd name="T11" fmla="*/ 80 h 26"/>
                <a:gd name="T12" fmla="*/ 144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2" y="1"/>
                    <a:pt x="10" y="0"/>
                    <a:pt x="8" y="1"/>
                  </a:cubicBezTo>
                  <a:cubicBezTo>
                    <a:pt x="0" y="3"/>
                    <a:pt x="0" y="12"/>
                    <a:pt x="5" y="18"/>
                  </a:cubicBezTo>
                  <a:cubicBezTo>
                    <a:pt x="10" y="25"/>
                    <a:pt x="19" y="26"/>
                    <a:pt x="22" y="24"/>
                  </a:cubicBezTo>
                  <a:cubicBezTo>
                    <a:pt x="26" y="21"/>
                    <a:pt x="27" y="18"/>
                    <a:pt x="25" y="14"/>
                  </a:cubicBezTo>
                  <a:cubicBezTo>
                    <a:pt x="24" y="11"/>
                    <a:pt x="21" y="9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32" name="Freeform 553">
              <a:extLst>
                <a:ext uri="{FF2B5EF4-FFF2-40B4-BE49-F238E27FC236}">
                  <a16:creationId xmlns:a16="http://schemas.microsoft.com/office/drawing/2014/main" id="{43DC0213-0D59-44D2-9C28-4176E90EC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855"/>
              <a:ext cx="27" cy="29"/>
            </a:xfrm>
            <a:custGeom>
              <a:avLst/>
              <a:gdLst>
                <a:gd name="T0" fmla="*/ 8 w 13"/>
                <a:gd name="T1" fmla="*/ 9 h 13"/>
                <a:gd name="T2" fmla="*/ 17 w 13"/>
                <a:gd name="T3" fmla="*/ 65 h 13"/>
                <a:gd name="T4" fmla="*/ 81 w 13"/>
                <a:gd name="T5" fmla="*/ 134 h 13"/>
                <a:gd name="T6" fmla="*/ 116 w 13"/>
                <a:gd name="T7" fmla="*/ 134 h 13"/>
                <a:gd name="T8" fmla="*/ 116 w 13"/>
                <a:gd name="T9" fmla="*/ 134 h 13"/>
                <a:gd name="T10" fmla="*/ 81 w 13"/>
                <a:gd name="T11" fmla="*/ 134 h 13"/>
                <a:gd name="T12" fmla="*/ 17 w 13"/>
                <a:gd name="T13" fmla="*/ 65 h 13"/>
                <a:gd name="T14" fmla="*/ 8 w 13"/>
                <a:gd name="T15" fmla="*/ 9 h 13"/>
                <a:gd name="T16" fmla="*/ 35 w 13"/>
                <a:gd name="T17" fmla="*/ 0 h 13"/>
                <a:gd name="T18" fmla="*/ 35 w 13"/>
                <a:gd name="T19" fmla="*/ 0 h 13"/>
                <a:gd name="T20" fmla="*/ 8 w 13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1"/>
                  </a:moveTo>
                  <a:cubicBezTo>
                    <a:pt x="0" y="2"/>
                    <a:pt x="1" y="4"/>
                    <a:pt x="2" y="6"/>
                  </a:cubicBezTo>
                  <a:cubicBezTo>
                    <a:pt x="4" y="10"/>
                    <a:pt x="7" y="12"/>
                    <a:pt x="9" y="12"/>
                  </a:cubicBezTo>
                  <a:cubicBezTo>
                    <a:pt x="10" y="13"/>
                    <a:pt x="12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2"/>
                    <a:pt x="10" y="12"/>
                    <a:pt x="9" y="12"/>
                  </a:cubicBezTo>
                  <a:cubicBezTo>
                    <a:pt x="7" y="12"/>
                    <a:pt x="4" y="9"/>
                    <a:pt x="2" y="6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3" name="Freeform 554">
              <a:extLst>
                <a:ext uri="{FF2B5EF4-FFF2-40B4-BE49-F238E27FC236}">
                  <a16:creationId xmlns:a16="http://schemas.microsoft.com/office/drawing/2014/main" id="{68D24CD9-788E-4847-A283-18785ED6C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730"/>
              <a:ext cx="49" cy="49"/>
            </a:xfrm>
            <a:custGeom>
              <a:avLst/>
              <a:gdLst>
                <a:gd name="T0" fmla="*/ 128 w 23"/>
                <a:gd name="T1" fmla="*/ 9 h 22"/>
                <a:gd name="T2" fmla="*/ 68 w 23"/>
                <a:gd name="T3" fmla="*/ 0 h 22"/>
                <a:gd name="T4" fmla="*/ 49 w 23"/>
                <a:gd name="T5" fmla="*/ 165 h 22"/>
                <a:gd name="T6" fmla="*/ 181 w 23"/>
                <a:gd name="T7" fmla="*/ 223 h 22"/>
                <a:gd name="T8" fmla="*/ 213 w 23"/>
                <a:gd name="T9" fmla="*/ 134 h 22"/>
                <a:gd name="T10" fmla="*/ 164 w 23"/>
                <a:gd name="T11" fmla="*/ 53 h 22"/>
                <a:gd name="T12" fmla="*/ 128 w 23"/>
                <a:gd name="T13" fmla="*/ 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13" y="1"/>
                  </a:moveTo>
                  <a:cubicBezTo>
                    <a:pt x="11" y="0"/>
                    <a:pt x="9" y="0"/>
                    <a:pt x="7" y="0"/>
                  </a:cubicBezTo>
                  <a:cubicBezTo>
                    <a:pt x="0" y="2"/>
                    <a:pt x="0" y="10"/>
                    <a:pt x="5" y="15"/>
                  </a:cubicBezTo>
                  <a:cubicBezTo>
                    <a:pt x="9" y="21"/>
                    <a:pt x="16" y="22"/>
                    <a:pt x="19" y="20"/>
                  </a:cubicBezTo>
                  <a:cubicBezTo>
                    <a:pt x="22" y="18"/>
                    <a:pt x="23" y="15"/>
                    <a:pt x="22" y="12"/>
                  </a:cubicBezTo>
                  <a:cubicBezTo>
                    <a:pt x="21" y="9"/>
                    <a:pt x="18" y="7"/>
                    <a:pt x="17" y="5"/>
                  </a:cubicBezTo>
                  <a:cubicBezTo>
                    <a:pt x="16" y="4"/>
                    <a:pt x="14" y="2"/>
                    <a:pt x="13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34" name="Freeform 555">
              <a:extLst>
                <a:ext uri="{FF2B5EF4-FFF2-40B4-BE49-F238E27FC236}">
                  <a16:creationId xmlns:a16="http://schemas.microsoft.com/office/drawing/2014/main" id="{F26E2ACF-09DF-4402-A673-68597CDAE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741"/>
              <a:ext cx="21" cy="27"/>
            </a:xfrm>
            <a:custGeom>
              <a:avLst/>
              <a:gdLst>
                <a:gd name="T0" fmla="*/ 0 w 10"/>
                <a:gd name="T1" fmla="*/ 11 h 12"/>
                <a:gd name="T2" fmla="*/ 8 w 10"/>
                <a:gd name="T3" fmla="*/ 72 h 12"/>
                <a:gd name="T4" fmla="*/ 67 w 10"/>
                <a:gd name="T5" fmla="*/ 126 h 12"/>
                <a:gd name="T6" fmla="*/ 92 w 10"/>
                <a:gd name="T7" fmla="*/ 126 h 12"/>
                <a:gd name="T8" fmla="*/ 92 w 10"/>
                <a:gd name="T9" fmla="*/ 126 h 12"/>
                <a:gd name="T10" fmla="*/ 67 w 10"/>
                <a:gd name="T11" fmla="*/ 126 h 12"/>
                <a:gd name="T12" fmla="*/ 8 w 10"/>
                <a:gd name="T13" fmla="*/ 72 h 12"/>
                <a:gd name="T14" fmla="*/ 8 w 10"/>
                <a:gd name="T15" fmla="*/ 11 h 12"/>
                <a:gd name="T16" fmla="*/ 27 w 10"/>
                <a:gd name="T17" fmla="*/ 0 h 12"/>
                <a:gd name="T18" fmla="*/ 27 w 10"/>
                <a:gd name="T19" fmla="*/ 0 h 12"/>
                <a:gd name="T20" fmla="*/ 0 w 10"/>
                <a:gd name="T21" fmla="*/ 1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2">
                  <a:moveTo>
                    <a:pt x="0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9"/>
                    <a:pt x="5" y="11"/>
                    <a:pt x="7" y="11"/>
                  </a:cubicBezTo>
                  <a:cubicBezTo>
                    <a:pt x="8" y="12"/>
                    <a:pt x="9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8" y="11"/>
                    <a:pt x="7" y="11"/>
                  </a:cubicBezTo>
                  <a:cubicBezTo>
                    <a:pt x="5" y="11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5" name="Freeform 556">
              <a:extLst>
                <a:ext uri="{FF2B5EF4-FFF2-40B4-BE49-F238E27FC236}">
                  <a16:creationId xmlns:a16="http://schemas.microsoft.com/office/drawing/2014/main" id="{291E1E76-3C30-43CA-AD5F-4A51F304B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982"/>
              <a:ext cx="56" cy="58"/>
            </a:xfrm>
            <a:custGeom>
              <a:avLst/>
              <a:gdLst>
                <a:gd name="T0" fmla="*/ 133 w 27"/>
                <a:gd name="T1" fmla="*/ 20 h 26"/>
                <a:gd name="T2" fmla="*/ 73 w 27"/>
                <a:gd name="T3" fmla="*/ 9 h 26"/>
                <a:gd name="T4" fmla="*/ 52 w 27"/>
                <a:gd name="T5" fmla="*/ 199 h 26"/>
                <a:gd name="T6" fmla="*/ 207 w 27"/>
                <a:gd name="T7" fmla="*/ 268 h 26"/>
                <a:gd name="T8" fmla="*/ 232 w 27"/>
                <a:gd name="T9" fmla="*/ 154 h 26"/>
                <a:gd name="T10" fmla="*/ 176 w 27"/>
                <a:gd name="T11" fmla="*/ 80 h 26"/>
                <a:gd name="T12" fmla="*/ 133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0" y="3"/>
                    <a:pt x="0" y="12"/>
                    <a:pt x="6" y="18"/>
                  </a:cubicBezTo>
                  <a:cubicBezTo>
                    <a:pt x="11" y="25"/>
                    <a:pt x="19" y="26"/>
                    <a:pt x="23" y="24"/>
                  </a:cubicBezTo>
                  <a:cubicBezTo>
                    <a:pt x="26" y="21"/>
                    <a:pt x="27" y="18"/>
                    <a:pt x="26" y="14"/>
                  </a:cubicBezTo>
                  <a:cubicBezTo>
                    <a:pt x="25" y="11"/>
                    <a:pt x="22" y="8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36" name="Freeform 557">
              <a:extLst>
                <a:ext uri="{FF2B5EF4-FFF2-40B4-BE49-F238E27FC236}">
                  <a16:creationId xmlns:a16="http://schemas.microsoft.com/office/drawing/2014/main" id="{EDB70699-612A-45D6-8D94-D6AAD06C2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998"/>
              <a:ext cx="25" cy="27"/>
            </a:xfrm>
            <a:custGeom>
              <a:avLst/>
              <a:gdLst>
                <a:gd name="T0" fmla="*/ 8 w 12"/>
                <a:gd name="T1" fmla="*/ 11 h 12"/>
                <a:gd name="T2" fmla="*/ 8 w 12"/>
                <a:gd name="T3" fmla="*/ 72 h 12"/>
                <a:gd name="T4" fmla="*/ 83 w 12"/>
                <a:gd name="T5" fmla="*/ 137 h 12"/>
                <a:gd name="T6" fmla="*/ 108 w 12"/>
                <a:gd name="T7" fmla="*/ 126 h 12"/>
                <a:gd name="T8" fmla="*/ 108 w 12"/>
                <a:gd name="T9" fmla="*/ 126 h 12"/>
                <a:gd name="T10" fmla="*/ 83 w 12"/>
                <a:gd name="T11" fmla="*/ 137 h 12"/>
                <a:gd name="T12" fmla="*/ 8 w 12"/>
                <a:gd name="T13" fmla="*/ 72 h 12"/>
                <a:gd name="T14" fmla="*/ 8 w 12"/>
                <a:gd name="T15" fmla="*/ 11 h 12"/>
                <a:gd name="T16" fmla="*/ 27 w 12"/>
                <a:gd name="T17" fmla="*/ 0 h 12"/>
                <a:gd name="T18" fmla="*/ 27 w 12"/>
                <a:gd name="T19" fmla="*/ 0 h 12"/>
                <a:gd name="T20" fmla="*/ 8 w 12"/>
                <a:gd name="T21" fmla="*/ 1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2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9"/>
                    <a:pt x="6" y="12"/>
                    <a:pt x="9" y="12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2"/>
                    <a:pt x="10" y="12"/>
                    <a:pt x="9" y="12"/>
                  </a:cubicBezTo>
                  <a:cubicBezTo>
                    <a:pt x="6" y="12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7" name="Freeform 558">
              <a:extLst>
                <a:ext uri="{FF2B5EF4-FFF2-40B4-BE49-F238E27FC236}">
                  <a16:creationId xmlns:a16="http://schemas.microsoft.com/office/drawing/2014/main" id="{69EF5A55-E922-49AC-9D07-7639C2101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91"/>
              <a:ext cx="41" cy="46"/>
            </a:xfrm>
            <a:custGeom>
              <a:avLst/>
              <a:gdLst>
                <a:gd name="T0" fmla="*/ 148 w 20"/>
                <a:gd name="T1" fmla="*/ 158 h 21"/>
                <a:gd name="T2" fmla="*/ 164 w 20"/>
                <a:gd name="T3" fmla="*/ 177 h 21"/>
                <a:gd name="T4" fmla="*/ 156 w 20"/>
                <a:gd name="T5" fmla="*/ 202 h 21"/>
                <a:gd name="T6" fmla="*/ 139 w 20"/>
                <a:gd name="T7" fmla="*/ 186 h 21"/>
                <a:gd name="T8" fmla="*/ 131 w 20"/>
                <a:gd name="T9" fmla="*/ 221 h 21"/>
                <a:gd name="T10" fmla="*/ 105 w 20"/>
                <a:gd name="T11" fmla="*/ 210 h 21"/>
                <a:gd name="T12" fmla="*/ 76 w 20"/>
                <a:gd name="T13" fmla="*/ 186 h 21"/>
                <a:gd name="T14" fmla="*/ 59 w 20"/>
                <a:gd name="T15" fmla="*/ 177 h 21"/>
                <a:gd name="T16" fmla="*/ 43 w 20"/>
                <a:gd name="T17" fmla="*/ 158 h 21"/>
                <a:gd name="T18" fmla="*/ 33 w 20"/>
                <a:gd name="T19" fmla="*/ 134 h 21"/>
                <a:gd name="T20" fmla="*/ 16 w 20"/>
                <a:gd name="T21" fmla="*/ 116 h 21"/>
                <a:gd name="T22" fmla="*/ 25 w 20"/>
                <a:gd name="T23" fmla="*/ 53 h 21"/>
                <a:gd name="T24" fmla="*/ 43 w 20"/>
                <a:gd name="T25" fmla="*/ 33 h 21"/>
                <a:gd name="T26" fmla="*/ 68 w 20"/>
                <a:gd name="T27" fmla="*/ 33 h 21"/>
                <a:gd name="T28" fmla="*/ 76 w 20"/>
                <a:gd name="T29" fmla="*/ 9 h 21"/>
                <a:gd name="T30" fmla="*/ 96 w 20"/>
                <a:gd name="T31" fmla="*/ 20 h 21"/>
                <a:gd name="T32" fmla="*/ 88 w 20"/>
                <a:gd name="T33" fmla="*/ 44 h 21"/>
                <a:gd name="T34" fmla="*/ 105 w 20"/>
                <a:gd name="T35" fmla="*/ 53 h 21"/>
                <a:gd name="T36" fmla="*/ 105 w 20"/>
                <a:gd name="T37" fmla="*/ 85 h 21"/>
                <a:gd name="T38" fmla="*/ 113 w 20"/>
                <a:gd name="T39" fmla="*/ 96 h 21"/>
                <a:gd name="T40" fmla="*/ 121 w 20"/>
                <a:gd name="T41" fmla="*/ 125 h 21"/>
                <a:gd name="T42" fmla="*/ 148 w 20"/>
                <a:gd name="T43" fmla="*/ 158 h 2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1">
                  <a:moveTo>
                    <a:pt x="17" y="15"/>
                  </a:moveTo>
                  <a:cubicBezTo>
                    <a:pt x="17" y="16"/>
                    <a:pt x="20" y="14"/>
                    <a:pt x="19" y="17"/>
                  </a:cubicBezTo>
                  <a:cubicBezTo>
                    <a:pt x="19" y="18"/>
                    <a:pt x="19" y="19"/>
                    <a:pt x="18" y="19"/>
                  </a:cubicBezTo>
                  <a:cubicBezTo>
                    <a:pt x="18" y="19"/>
                    <a:pt x="17" y="18"/>
                    <a:pt x="16" y="18"/>
                  </a:cubicBezTo>
                  <a:cubicBezTo>
                    <a:pt x="15" y="19"/>
                    <a:pt x="16" y="20"/>
                    <a:pt x="15" y="21"/>
                  </a:cubicBezTo>
                  <a:cubicBezTo>
                    <a:pt x="14" y="21"/>
                    <a:pt x="13" y="20"/>
                    <a:pt x="12" y="20"/>
                  </a:cubicBezTo>
                  <a:cubicBezTo>
                    <a:pt x="11" y="20"/>
                    <a:pt x="10" y="18"/>
                    <a:pt x="9" y="18"/>
                  </a:cubicBezTo>
                  <a:cubicBezTo>
                    <a:pt x="9" y="17"/>
                    <a:pt x="8" y="17"/>
                    <a:pt x="7" y="17"/>
                  </a:cubicBezTo>
                  <a:cubicBezTo>
                    <a:pt x="6" y="17"/>
                    <a:pt x="5" y="16"/>
                    <a:pt x="5" y="15"/>
                  </a:cubicBezTo>
                  <a:cubicBezTo>
                    <a:pt x="4" y="14"/>
                    <a:pt x="5" y="14"/>
                    <a:pt x="4" y="13"/>
                  </a:cubicBezTo>
                  <a:cubicBezTo>
                    <a:pt x="4" y="12"/>
                    <a:pt x="2" y="12"/>
                    <a:pt x="2" y="11"/>
                  </a:cubicBezTo>
                  <a:cubicBezTo>
                    <a:pt x="0" y="9"/>
                    <a:pt x="2" y="7"/>
                    <a:pt x="3" y="5"/>
                  </a:cubicBezTo>
                  <a:cubicBezTo>
                    <a:pt x="4" y="5"/>
                    <a:pt x="4" y="4"/>
                    <a:pt x="5" y="3"/>
                  </a:cubicBezTo>
                  <a:cubicBezTo>
                    <a:pt x="6" y="2"/>
                    <a:pt x="7" y="3"/>
                    <a:pt x="8" y="3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10" y="0"/>
                    <a:pt x="11" y="1"/>
                    <a:pt x="11" y="2"/>
                  </a:cubicBezTo>
                  <a:cubicBezTo>
                    <a:pt x="11" y="3"/>
                    <a:pt x="10" y="3"/>
                    <a:pt x="10" y="4"/>
                  </a:cubicBezTo>
                  <a:cubicBezTo>
                    <a:pt x="10" y="4"/>
                    <a:pt x="11" y="5"/>
                    <a:pt x="12" y="5"/>
                  </a:cubicBezTo>
                  <a:cubicBezTo>
                    <a:pt x="13" y="6"/>
                    <a:pt x="12" y="7"/>
                    <a:pt x="12" y="8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14" y="10"/>
                    <a:pt x="14" y="11"/>
                    <a:pt x="14" y="12"/>
                  </a:cubicBezTo>
                  <a:cubicBezTo>
                    <a:pt x="13" y="15"/>
                    <a:pt x="16" y="13"/>
                    <a:pt x="17" y="15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8" name="Freeform 559">
              <a:extLst>
                <a:ext uri="{FF2B5EF4-FFF2-40B4-BE49-F238E27FC236}">
                  <a16:creationId xmlns:a16="http://schemas.microsoft.com/office/drawing/2014/main" id="{593D2DE7-8AD6-4ACE-A746-27BABEE43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802"/>
              <a:ext cx="4" cy="18"/>
            </a:xfrm>
            <a:custGeom>
              <a:avLst/>
              <a:gdLst>
                <a:gd name="T0" fmla="*/ 8 w 2"/>
                <a:gd name="T1" fmla="*/ 11 h 8"/>
                <a:gd name="T2" fmla="*/ 0 w 2"/>
                <a:gd name="T3" fmla="*/ 56 h 8"/>
                <a:gd name="T4" fmla="*/ 16 w 2"/>
                <a:gd name="T5" fmla="*/ 92 h 8"/>
                <a:gd name="T6" fmla="*/ 16 w 2"/>
                <a:gd name="T7" fmla="*/ 72 h 8"/>
                <a:gd name="T8" fmla="*/ 8 w 2"/>
                <a:gd name="T9" fmla="*/ 56 h 8"/>
                <a:gd name="T10" fmla="*/ 16 w 2"/>
                <a:gd name="T11" fmla="*/ 25 h 8"/>
                <a:gd name="T12" fmla="*/ 16 w 2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8">
                  <a:moveTo>
                    <a:pt x="1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0" y="6"/>
                    <a:pt x="2" y="6"/>
                    <a:pt x="2" y="8"/>
                  </a:cubicBezTo>
                  <a:cubicBezTo>
                    <a:pt x="2" y="7"/>
                    <a:pt x="2" y="6"/>
                    <a:pt x="2" y="6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0" y="4"/>
                    <a:pt x="2" y="3"/>
                    <a:pt x="2" y="2"/>
                  </a:cubicBezTo>
                  <a:cubicBezTo>
                    <a:pt x="2" y="1"/>
                    <a:pt x="1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9" name="Freeform 560">
              <a:extLst>
                <a:ext uri="{FF2B5EF4-FFF2-40B4-BE49-F238E27FC236}">
                  <a16:creationId xmlns:a16="http://schemas.microsoft.com/office/drawing/2014/main" id="{1238448D-0262-488C-8587-8AB6F4A12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822"/>
              <a:ext cx="11" cy="9"/>
            </a:xfrm>
            <a:custGeom>
              <a:avLst/>
              <a:gdLst>
                <a:gd name="T0" fmla="*/ 0 w 5"/>
                <a:gd name="T1" fmla="*/ 0 h 4"/>
                <a:gd name="T2" fmla="*/ 20 w 5"/>
                <a:gd name="T3" fmla="*/ 36 h 4"/>
                <a:gd name="T4" fmla="*/ 53 w 5"/>
                <a:gd name="T5" fmla="*/ 45 h 4"/>
                <a:gd name="T6" fmla="*/ 33 w 5"/>
                <a:gd name="T7" fmla="*/ 25 h 4"/>
                <a:gd name="T8" fmla="*/ 0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3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0" name="Freeform 561">
              <a:extLst>
                <a:ext uri="{FF2B5EF4-FFF2-40B4-BE49-F238E27FC236}">
                  <a16:creationId xmlns:a16="http://schemas.microsoft.com/office/drawing/2014/main" id="{AC78BBE0-4225-4343-8E2F-EC3EEE3C6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813"/>
              <a:ext cx="7" cy="11"/>
            </a:xfrm>
            <a:custGeom>
              <a:avLst/>
              <a:gdLst>
                <a:gd name="T0" fmla="*/ 0 w 3"/>
                <a:gd name="T1" fmla="*/ 20 h 5"/>
                <a:gd name="T2" fmla="*/ 0 w 3"/>
                <a:gd name="T3" fmla="*/ 33 h 5"/>
                <a:gd name="T4" fmla="*/ 12 w 3"/>
                <a:gd name="T5" fmla="*/ 44 h 5"/>
                <a:gd name="T6" fmla="*/ 37 w 3"/>
                <a:gd name="T7" fmla="*/ 53 h 5"/>
                <a:gd name="T8" fmla="*/ 0 w 3"/>
                <a:gd name="T9" fmla="*/ 33 h 5"/>
                <a:gd name="T10" fmla="*/ 0 w 3"/>
                <a:gd name="T11" fmla="*/ 20 h 5"/>
                <a:gd name="T12" fmla="*/ 0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1" name="Freeform 562">
              <a:extLst>
                <a:ext uri="{FF2B5EF4-FFF2-40B4-BE49-F238E27FC236}">
                  <a16:creationId xmlns:a16="http://schemas.microsoft.com/office/drawing/2014/main" id="{4D000953-1C50-4553-8CF0-67733E57C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831"/>
              <a:ext cx="12" cy="6"/>
            </a:xfrm>
            <a:custGeom>
              <a:avLst/>
              <a:gdLst>
                <a:gd name="T0" fmla="*/ 8 w 6"/>
                <a:gd name="T1" fmla="*/ 0 h 3"/>
                <a:gd name="T2" fmla="*/ 16 w 6"/>
                <a:gd name="T3" fmla="*/ 16 h 3"/>
                <a:gd name="T4" fmla="*/ 24 w 6"/>
                <a:gd name="T5" fmla="*/ 16 h 3"/>
                <a:gd name="T6" fmla="*/ 32 w 6"/>
                <a:gd name="T7" fmla="*/ 16 h 3"/>
                <a:gd name="T8" fmla="*/ 48 w 6"/>
                <a:gd name="T9" fmla="*/ 0 h 3"/>
                <a:gd name="T10" fmla="*/ 40 w 6"/>
                <a:gd name="T11" fmla="*/ 0 h 3"/>
                <a:gd name="T12" fmla="*/ 24 w 6"/>
                <a:gd name="T13" fmla="*/ 0 h 3"/>
                <a:gd name="T14" fmla="*/ 16 w 6"/>
                <a:gd name="T15" fmla="*/ 8 h 3"/>
                <a:gd name="T16" fmla="*/ 0 w 6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">
                  <a:moveTo>
                    <a:pt x="1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3" y="1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5" y="3"/>
                    <a:pt x="5" y="1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2" name="Freeform 563">
              <a:extLst>
                <a:ext uri="{FF2B5EF4-FFF2-40B4-BE49-F238E27FC236}">
                  <a16:creationId xmlns:a16="http://schemas.microsoft.com/office/drawing/2014/main" id="{A800F433-A90F-4765-A886-C181612B7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26"/>
              <a:ext cx="8" cy="7"/>
            </a:xfrm>
            <a:custGeom>
              <a:avLst/>
              <a:gdLst>
                <a:gd name="T0" fmla="*/ 32 w 4"/>
                <a:gd name="T1" fmla="*/ 0 h 3"/>
                <a:gd name="T2" fmla="*/ 24 w 4"/>
                <a:gd name="T3" fmla="*/ 28 h 3"/>
                <a:gd name="T4" fmla="*/ 0 w 4"/>
                <a:gd name="T5" fmla="*/ 28 h 3"/>
                <a:gd name="T6" fmla="*/ 24 w 4"/>
                <a:gd name="T7" fmla="*/ 12 h 3"/>
                <a:gd name="T8" fmla="*/ 32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4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3" name="Freeform 564">
              <a:extLst>
                <a:ext uri="{FF2B5EF4-FFF2-40B4-BE49-F238E27FC236}">
                  <a16:creationId xmlns:a16="http://schemas.microsoft.com/office/drawing/2014/main" id="{422CE2E8-C69C-46AC-BFCF-920DE9F99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811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8 w 1"/>
                <a:gd name="T5" fmla="*/ 16 h 2"/>
                <a:gd name="T6" fmla="*/ 0 w 1"/>
                <a:gd name="T7" fmla="*/ 8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4" name="Freeform 565">
              <a:extLst>
                <a:ext uri="{FF2B5EF4-FFF2-40B4-BE49-F238E27FC236}">
                  <a16:creationId xmlns:a16="http://schemas.microsoft.com/office/drawing/2014/main" id="{1FE1AA19-6B45-415A-A812-5DECEDB3C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793"/>
              <a:ext cx="5" cy="4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16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5" name="Freeform 566">
              <a:extLst>
                <a:ext uri="{FF2B5EF4-FFF2-40B4-BE49-F238E27FC236}">
                  <a16:creationId xmlns:a16="http://schemas.microsoft.com/office/drawing/2014/main" id="{80346CBF-809A-4511-A0DD-1B4C3AB9D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811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6 h 3"/>
                <a:gd name="T4" fmla="*/ 16 w 2"/>
                <a:gd name="T5" fmla="*/ 24 h 3"/>
                <a:gd name="T6" fmla="*/ 8 w 2"/>
                <a:gd name="T7" fmla="*/ 8 h 3"/>
                <a:gd name="T8" fmla="*/ 8 w 2"/>
                <a:gd name="T9" fmla="*/ 8 h 3"/>
                <a:gd name="T10" fmla="*/ 0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6" name="Freeform 567">
              <a:extLst>
                <a:ext uri="{FF2B5EF4-FFF2-40B4-BE49-F238E27FC236}">
                  <a16:creationId xmlns:a16="http://schemas.microsoft.com/office/drawing/2014/main" id="{7BA50F48-B5AE-4653-8D2E-FB216B680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831"/>
              <a:ext cx="8" cy="4"/>
            </a:xfrm>
            <a:custGeom>
              <a:avLst/>
              <a:gdLst>
                <a:gd name="T0" fmla="*/ 0 w 4"/>
                <a:gd name="T1" fmla="*/ 16 h 2"/>
                <a:gd name="T2" fmla="*/ 16 w 4"/>
                <a:gd name="T3" fmla="*/ 16 h 2"/>
                <a:gd name="T4" fmla="*/ 32 w 4"/>
                <a:gd name="T5" fmla="*/ 0 h 2"/>
                <a:gd name="T6" fmla="*/ 24 w 4"/>
                <a:gd name="T7" fmla="*/ 8 h 2"/>
                <a:gd name="T8" fmla="*/ 8 w 4"/>
                <a:gd name="T9" fmla="*/ 8 h 2"/>
                <a:gd name="T10" fmla="*/ 8 w 4"/>
                <a:gd name="T11" fmla="*/ 8 h 2"/>
                <a:gd name="T12" fmla="*/ 0 w 4"/>
                <a:gd name="T13" fmla="*/ 16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7" name="Freeform 568">
              <a:extLst>
                <a:ext uri="{FF2B5EF4-FFF2-40B4-BE49-F238E27FC236}">
                  <a16:creationId xmlns:a16="http://schemas.microsoft.com/office/drawing/2014/main" id="{E9570959-4E85-45BC-97EA-D2254C015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828"/>
              <a:ext cx="4" cy="3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27 h 1"/>
                <a:gd name="T4" fmla="*/ 0 w 2"/>
                <a:gd name="T5" fmla="*/ 27 h 1"/>
                <a:gd name="T6" fmla="*/ 16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8" name="Freeform 569">
              <a:extLst>
                <a:ext uri="{FF2B5EF4-FFF2-40B4-BE49-F238E27FC236}">
                  <a16:creationId xmlns:a16="http://schemas.microsoft.com/office/drawing/2014/main" id="{A1C2295C-53B1-4DC6-990C-FF10215CD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826"/>
              <a:ext cx="9" cy="5"/>
            </a:xfrm>
            <a:custGeom>
              <a:avLst/>
              <a:gdLst>
                <a:gd name="T0" fmla="*/ 11 w 4"/>
                <a:gd name="T1" fmla="*/ 0 h 2"/>
                <a:gd name="T2" fmla="*/ 45 w 4"/>
                <a:gd name="T3" fmla="*/ 33 h 2"/>
                <a:gd name="T4" fmla="*/ 25 w 4"/>
                <a:gd name="T5" fmla="*/ 0 h 2"/>
                <a:gd name="T6" fmla="*/ 11 w 4"/>
                <a:gd name="T7" fmla="*/ 0 h 2"/>
                <a:gd name="T8" fmla="*/ 0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2" y="1"/>
                    <a:pt x="3" y="1"/>
                    <a:pt x="4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9" name="Freeform 570">
              <a:extLst>
                <a:ext uri="{FF2B5EF4-FFF2-40B4-BE49-F238E27FC236}">
                  <a16:creationId xmlns:a16="http://schemas.microsoft.com/office/drawing/2014/main" id="{E0F6606B-C316-43AA-810A-399E1128C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820"/>
              <a:ext cx="10" cy="6"/>
            </a:xfrm>
            <a:custGeom>
              <a:avLst/>
              <a:gdLst>
                <a:gd name="T0" fmla="*/ 0 w 5"/>
                <a:gd name="T1" fmla="*/ 0 h 3"/>
                <a:gd name="T2" fmla="*/ 16 w 5"/>
                <a:gd name="T3" fmla="*/ 8 h 3"/>
                <a:gd name="T4" fmla="*/ 40 w 5"/>
                <a:gd name="T5" fmla="*/ 24 h 3"/>
                <a:gd name="T6" fmla="*/ 16 w 5"/>
                <a:gd name="T7" fmla="*/ 16 h 3"/>
                <a:gd name="T8" fmla="*/ 0 w 5"/>
                <a:gd name="T9" fmla="*/ 8 h 3"/>
                <a:gd name="T10" fmla="*/ 0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3" y="2"/>
                    <a:pt x="4" y="3"/>
                    <a:pt x="5" y="3"/>
                  </a:cubicBezTo>
                  <a:cubicBezTo>
                    <a:pt x="4" y="3"/>
                    <a:pt x="3" y="2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0" name="Freeform 571">
              <a:extLst>
                <a:ext uri="{FF2B5EF4-FFF2-40B4-BE49-F238E27FC236}">
                  <a16:creationId xmlns:a16="http://schemas.microsoft.com/office/drawing/2014/main" id="{BAADD025-381E-494C-BEA5-77F6FAFBE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799"/>
              <a:ext cx="7" cy="7"/>
            </a:xfrm>
            <a:custGeom>
              <a:avLst/>
              <a:gdLst>
                <a:gd name="T0" fmla="*/ 0 w 3"/>
                <a:gd name="T1" fmla="*/ 0 h 3"/>
                <a:gd name="T2" fmla="*/ 28 w 3"/>
                <a:gd name="T3" fmla="*/ 37 h 3"/>
                <a:gd name="T4" fmla="*/ 28 w 3"/>
                <a:gd name="T5" fmla="*/ 28 h 3"/>
                <a:gd name="T6" fmla="*/ 12 w 3"/>
                <a:gd name="T7" fmla="*/ 28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3" y="1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1" name="Freeform 572">
              <a:extLst>
                <a:ext uri="{FF2B5EF4-FFF2-40B4-BE49-F238E27FC236}">
                  <a16:creationId xmlns:a16="http://schemas.microsoft.com/office/drawing/2014/main" id="{872CD211-C214-4511-B28C-3993B5DD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797"/>
              <a:ext cx="6" cy="5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33 h 2"/>
                <a:gd name="T4" fmla="*/ 8 w 3"/>
                <a:gd name="T5" fmla="*/ 0 h 2"/>
                <a:gd name="T6" fmla="*/ 16 w 3"/>
                <a:gd name="T7" fmla="*/ 0 h 2"/>
                <a:gd name="T8" fmla="*/ 16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2" name="Freeform 573">
              <a:extLst>
                <a:ext uri="{FF2B5EF4-FFF2-40B4-BE49-F238E27FC236}">
                  <a16:creationId xmlns:a16="http://schemas.microsoft.com/office/drawing/2014/main" id="{E7C44ACA-635E-48B1-AB3E-19E1B695A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91"/>
              <a:ext cx="41" cy="46"/>
            </a:xfrm>
            <a:custGeom>
              <a:avLst/>
              <a:gdLst>
                <a:gd name="T0" fmla="*/ 148 w 20"/>
                <a:gd name="T1" fmla="*/ 158 h 21"/>
                <a:gd name="T2" fmla="*/ 164 w 20"/>
                <a:gd name="T3" fmla="*/ 177 h 21"/>
                <a:gd name="T4" fmla="*/ 156 w 20"/>
                <a:gd name="T5" fmla="*/ 202 h 21"/>
                <a:gd name="T6" fmla="*/ 139 w 20"/>
                <a:gd name="T7" fmla="*/ 186 h 21"/>
                <a:gd name="T8" fmla="*/ 131 w 20"/>
                <a:gd name="T9" fmla="*/ 221 h 21"/>
                <a:gd name="T10" fmla="*/ 105 w 20"/>
                <a:gd name="T11" fmla="*/ 210 h 21"/>
                <a:gd name="T12" fmla="*/ 76 w 20"/>
                <a:gd name="T13" fmla="*/ 186 h 21"/>
                <a:gd name="T14" fmla="*/ 59 w 20"/>
                <a:gd name="T15" fmla="*/ 177 h 21"/>
                <a:gd name="T16" fmla="*/ 43 w 20"/>
                <a:gd name="T17" fmla="*/ 158 h 21"/>
                <a:gd name="T18" fmla="*/ 33 w 20"/>
                <a:gd name="T19" fmla="*/ 134 h 21"/>
                <a:gd name="T20" fmla="*/ 16 w 20"/>
                <a:gd name="T21" fmla="*/ 116 h 21"/>
                <a:gd name="T22" fmla="*/ 25 w 20"/>
                <a:gd name="T23" fmla="*/ 53 h 21"/>
                <a:gd name="T24" fmla="*/ 43 w 20"/>
                <a:gd name="T25" fmla="*/ 33 h 21"/>
                <a:gd name="T26" fmla="*/ 68 w 20"/>
                <a:gd name="T27" fmla="*/ 33 h 21"/>
                <a:gd name="T28" fmla="*/ 76 w 20"/>
                <a:gd name="T29" fmla="*/ 9 h 21"/>
                <a:gd name="T30" fmla="*/ 96 w 20"/>
                <a:gd name="T31" fmla="*/ 20 h 21"/>
                <a:gd name="T32" fmla="*/ 88 w 20"/>
                <a:gd name="T33" fmla="*/ 44 h 21"/>
                <a:gd name="T34" fmla="*/ 105 w 20"/>
                <a:gd name="T35" fmla="*/ 53 h 21"/>
                <a:gd name="T36" fmla="*/ 105 w 20"/>
                <a:gd name="T37" fmla="*/ 85 h 21"/>
                <a:gd name="T38" fmla="*/ 113 w 20"/>
                <a:gd name="T39" fmla="*/ 96 h 21"/>
                <a:gd name="T40" fmla="*/ 121 w 20"/>
                <a:gd name="T41" fmla="*/ 125 h 21"/>
                <a:gd name="T42" fmla="*/ 148 w 20"/>
                <a:gd name="T43" fmla="*/ 158 h 2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1">
                  <a:moveTo>
                    <a:pt x="17" y="15"/>
                  </a:moveTo>
                  <a:cubicBezTo>
                    <a:pt x="17" y="16"/>
                    <a:pt x="20" y="14"/>
                    <a:pt x="19" y="17"/>
                  </a:cubicBezTo>
                  <a:cubicBezTo>
                    <a:pt x="19" y="18"/>
                    <a:pt x="19" y="19"/>
                    <a:pt x="18" y="19"/>
                  </a:cubicBezTo>
                  <a:cubicBezTo>
                    <a:pt x="18" y="19"/>
                    <a:pt x="17" y="18"/>
                    <a:pt x="16" y="18"/>
                  </a:cubicBezTo>
                  <a:cubicBezTo>
                    <a:pt x="15" y="19"/>
                    <a:pt x="16" y="20"/>
                    <a:pt x="15" y="21"/>
                  </a:cubicBezTo>
                  <a:cubicBezTo>
                    <a:pt x="14" y="21"/>
                    <a:pt x="13" y="20"/>
                    <a:pt x="12" y="20"/>
                  </a:cubicBezTo>
                  <a:cubicBezTo>
                    <a:pt x="11" y="20"/>
                    <a:pt x="10" y="18"/>
                    <a:pt x="9" y="18"/>
                  </a:cubicBezTo>
                  <a:cubicBezTo>
                    <a:pt x="9" y="17"/>
                    <a:pt x="8" y="17"/>
                    <a:pt x="7" y="17"/>
                  </a:cubicBezTo>
                  <a:cubicBezTo>
                    <a:pt x="6" y="17"/>
                    <a:pt x="5" y="16"/>
                    <a:pt x="5" y="15"/>
                  </a:cubicBezTo>
                  <a:cubicBezTo>
                    <a:pt x="4" y="14"/>
                    <a:pt x="5" y="14"/>
                    <a:pt x="4" y="13"/>
                  </a:cubicBezTo>
                  <a:cubicBezTo>
                    <a:pt x="4" y="12"/>
                    <a:pt x="2" y="12"/>
                    <a:pt x="2" y="11"/>
                  </a:cubicBezTo>
                  <a:cubicBezTo>
                    <a:pt x="0" y="9"/>
                    <a:pt x="2" y="7"/>
                    <a:pt x="3" y="5"/>
                  </a:cubicBezTo>
                  <a:cubicBezTo>
                    <a:pt x="4" y="5"/>
                    <a:pt x="4" y="4"/>
                    <a:pt x="5" y="3"/>
                  </a:cubicBezTo>
                  <a:cubicBezTo>
                    <a:pt x="6" y="2"/>
                    <a:pt x="7" y="3"/>
                    <a:pt x="8" y="3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10" y="0"/>
                    <a:pt x="11" y="1"/>
                    <a:pt x="11" y="2"/>
                  </a:cubicBezTo>
                  <a:cubicBezTo>
                    <a:pt x="11" y="3"/>
                    <a:pt x="10" y="3"/>
                    <a:pt x="10" y="4"/>
                  </a:cubicBezTo>
                  <a:cubicBezTo>
                    <a:pt x="10" y="4"/>
                    <a:pt x="11" y="5"/>
                    <a:pt x="12" y="5"/>
                  </a:cubicBezTo>
                  <a:cubicBezTo>
                    <a:pt x="13" y="6"/>
                    <a:pt x="12" y="7"/>
                    <a:pt x="12" y="8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14" y="10"/>
                    <a:pt x="14" y="11"/>
                    <a:pt x="14" y="12"/>
                  </a:cubicBezTo>
                  <a:cubicBezTo>
                    <a:pt x="13" y="15"/>
                    <a:pt x="16" y="13"/>
                    <a:pt x="17" y="1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3" name="Freeform 574">
              <a:extLst>
                <a:ext uri="{FF2B5EF4-FFF2-40B4-BE49-F238E27FC236}">
                  <a16:creationId xmlns:a16="http://schemas.microsoft.com/office/drawing/2014/main" id="{0F06D609-B568-415E-9210-315BB64D9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813"/>
              <a:ext cx="2" cy="9"/>
            </a:xfrm>
            <a:custGeom>
              <a:avLst/>
              <a:gdLst>
                <a:gd name="T0" fmla="*/ 0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4" name="Freeform 575">
              <a:extLst>
                <a:ext uri="{FF2B5EF4-FFF2-40B4-BE49-F238E27FC236}">
                  <a16:creationId xmlns:a16="http://schemas.microsoft.com/office/drawing/2014/main" id="{4DA9373E-7B5E-415E-870B-98F2CA96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808"/>
              <a:ext cx="1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5" name="Freeform 576">
              <a:extLst>
                <a:ext uri="{FF2B5EF4-FFF2-40B4-BE49-F238E27FC236}">
                  <a16:creationId xmlns:a16="http://schemas.microsoft.com/office/drawing/2014/main" id="{09AACDAC-EEF3-40B8-8BAB-3C28B1336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813"/>
              <a:ext cx="7" cy="9"/>
            </a:xfrm>
            <a:custGeom>
              <a:avLst/>
              <a:gdLst>
                <a:gd name="T0" fmla="*/ 37 w 3"/>
                <a:gd name="T1" fmla="*/ 45 h 4"/>
                <a:gd name="T2" fmla="*/ 12 w 3"/>
                <a:gd name="T3" fmla="*/ 36 h 4"/>
                <a:gd name="T4" fmla="*/ 0 w 3"/>
                <a:gd name="T5" fmla="*/ 11 h 4"/>
                <a:gd name="T6" fmla="*/ 0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6" name="Freeform 577">
              <a:extLst>
                <a:ext uri="{FF2B5EF4-FFF2-40B4-BE49-F238E27FC236}">
                  <a16:creationId xmlns:a16="http://schemas.microsoft.com/office/drawing/2014/main" id="{42D57618-CC99-4E88-A547-18260AE0A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31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7" name="Freeform 578">
              <a:extLst>
                <a:ext uri="{FF2B5EF4-FFF2-40B4-BE49-F238E27FC236}">
                  <a16:creationId xmlns:a16="http://schemas.microsoft.com/office/drawing/2014/main" id="{05D567C8-E1D8-4E0B-87B0-F9C09143C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719"/>
              <a:ext cx="46" cy="54"/>
            </a:xfrm>
            <a:custGeom>
              <a:avLst/>
              <a:gdLst>
                <a:gd name="T0" fmla="*/ 136 w 22"/>
                <a:gd name="T1" fmla="*/ 239 h 24"/>
                <a:gd name="T2" fmla="*/ 165 w 22"/>
                <a:gd name="T3" fmla="*/ 81 h 24"/>
                <a:gd name="T4" fmla="*/ 36 w 22"/>
                <a:gd name="T5" fmla="*/ 56 h 24"/>
                <a:gd name="T6" fmla="*/ 136 w 22"/>
                <a:gd name="T7" fmla="*/ 239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15" y="21"/>
                  </a:moveTo>
                  <a:cubicBezTo>
                    <a:pt x="21" y="19"/>
                    <a:pt x="22" y="13"/>
                    <a:pt x="18" y="7"/>
                  </a:cubicBezTo>
                  <a:cubicBezTo>
                    <a:pt x="15" y="2"/>
                    <a:pt x="9" y="0"/>
                    <a:pt x="4" y="5"/>
                  </a:cubicBezTo>
                  <a:cubicBezTo>
                    <a:pt x="0" y="10"/>
                    <a:pt x="6" y="24"/>
                    <a:pt x="15" y="2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58" name="Freeform 579">
              <a:extLst>
                <a:ext uri="{FF2B5EF4-FFF2-40B4-BE49-F238E27FC236}">
                  <a16:creationId xmlns:a16="http://schemas.microsoft.com/office/drawing/2014/main" id="{0F18CA35-7136-4320-A718-BB32D6631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737"/>
              <a:ext cx="25" cy="20"/>
            </a:xfrm>
            <a:custGeom>
              <a:avLst/>
              <a:gdLst>
                <a:gd name="T0" fmla="*/ 92 w 12"/>
                <a:gd name="T1" fmla="*/ 0 h 9"/>
                <a:gd name="T2" fmla="*/ 100 w 12"/>
                <a:gd name="T3" fmla="*/ 53 h 9"/>
                <a:gd name="T4" fmla="*/ 65 w 12"/>
                <a:gd name="T5" fmla="*/ 98 h 9"/>
                <a:gd name="T6" fmla="*/ 17 w 12"/>
                <a:gd name="T7" fmla="*/ 64 h 9"/>
                <a:gd name="T8" fmla="*/ 8 w 12"/>
                <a:gd name="T9" fmla="*/ 0 h 9"/>
                <a:gd name="T10" fmla="*/ 8 w 12"/>
                <a:gd name="T11" fmla="*/ 0 h 9"/>
                <a:gd name="T12" fmla="*/ 17 w 12"/>
                <a:gd name="T13" fmla="*/ 64 h 9"/>
                <a:gd name="T14" fmla="*/ 65 w 12"/>
                <a:gd name="T15" fmla="*/ 98 h 9"/>
                <a:gd name="T16" fmla="*/ 100 w 12"/>
                <a:gd name="T17" fmla="*/ 53 h 9"/>
                <a:gd name="T18" fmla="*/ 92 w 12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9">
                  <a:moveTo>
                    <a:pt x="10" y="0"/>
                  </a:moveTo>
                  <a:cubicBezTo>
                    <a:pt x="11" y="1"/>
                    <a:pt x="12" y="3"/>
                    <a:pt x="11" y="5"/>
                  </a:cubicBezTo>
                  <a:cubicBezTo>
                    <a:pt x="10" y="7"/>
                    <a:pt x="9" y="9"/>
                    <a:pt x="7" y="9"/>
                  </a:cubicBezTo>
                  <a:cubicBezTo>
                    <a:pt x="5" y="9"/>
                    <a:pt x="3" y="8"/>
                    <a:pt x="2" y="6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1" y="4"/>
                    <a:pt x="2" y="6"/>
                  </a:cubicBezTo>
                  <a:cubicBezTo>
                    <a:pt x="3" y="8"/>
                    <a:pt x="5" y="9"/>
                    <a:pt x="7" y="9"/>
                  </a:cubicBezTo>
                  <a:cubicBezTo>
                    <a:pt x="9" y="9"/>
                    <a:pt x="11" y="7"/>
                    <a:pt x="11" y="5"/>
                  </a:cubicBezTo>
                  <a:cubicBezTo>
                    <a:pt x="12" y="3"/>
                    <a:pt x="12" y="1"/>
                    <a:pt x="10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9" name="Freeform 580">
              <a:extLst>
                <a:ext uri="{FF2B5EF4-FFF2-40B4-BE49-F238E27FC236}">
                  <a16:creationId xmlns:a16="http://schemas.microsoft.com/office/drawing/2014/main" id="{A940DA41-E2C4-440E-AA63-426C62EAF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045"/>
              <a:ext cx="48" cy="74"/>
            </a:xfrm>
            <a:custGeom>
              <a:avLst/>
              <a:gdLst>
                <a:gd name="T0" fmla="*/ 184 w 23"/>
                <a:gd name="T1" fmla="*/ 90 h 33"/>
                <a:gd name="T2" fmla="*/ 127 w 23"/>
                <a:gd name="T3" fmla="*/ 36 h 33"/>
                <a:gd name="T4" fmla="*/ 8 w 23"/>
                <a:gd name="T5" fmla="*/ 202 h 33"/>
                <a:gd name="T6" fmla="*/ 127 w 23"/>
                <a:gd name="T7" fmla="*/ 372 h 33"/>
                <a:gd name="T8" fmla="*/ 200 w 23"/>
                <a:gd name="T9" fmla="*/ 292 h 33"/>
                <a:gd name="T10" fmla="*/ 192 w 23"/>
                <a:gd name="T11" fmla="*/ 182 h 33"/>
                <a:gd name="T12" fmla="*/ 184 w 23"/>
                <a:gd name="T13" fmla="*/ 9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20" y="8"/>
                  </a:moveTo>
                  <a:cubicBezTo>
                    <a:pt x="18" y="6"/>
                    <a:pt x="16" y="4"/>
                    <a:pt x="14" y="3"/>
                  </a:cubicBezTo>
                  <a:cubicBezTo>
                    <a:pt x="5" y="0"/>
                    <a:pt x="0" y="8"/>
                    <a:pt x="1" y="18"/>
                  </a:cubicBezTo>
                  <a:cubicBezTo>
                    <a:pt x="2" y="27"/>
                    <a:pt x="9" y="33"/>
                    <a:pt x="14" y="33"/>
                  </a:cubicBezTo>
                  <a:cubicBezTo>
                    <a:pt x="19" y="33"/>
                    <a:pt x="21" y="30"/>
                    <a:pt x="22" y="26"/>
                  </a:cubicBezTo>
                  <a:cubicBezTo>
                    <a:pt x="23" y="22"/>
                    <a:pt x="22" y="18"/>
                    <a:pt x="21" y="16"/>
                  </a:cubicBezTo>
                  <a:cubicBezTo>
                    <a:pt x="21" y="13"/>
                    <a:pt x="21" y="10"/>
                    <a:pt x="20" y="8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60" name="Freeform 581">
              <a:extLst>
                <a:ext uri="{FF2B5EF4-FFF2-40B4-BE49-F238E27FC236}">
                  <a16:creationId xmlns:a16="http://schemas.microsoft.com/office/drawing/2014/main" id="{0456564F-D263-48CC-8251-021CD5CE2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3065"/>
              <a:ext cx="15" cy="40"/>
            </a:xfrm>
            <a:custGeom>
              <a:avLst/>
              <a:gdLst>
                <a:gd name="T0" fmla="*/ 28 w 7"/>
                <a:gd name="T1" fmla="*/ 9 h 18"/>
                <a:gd name="T2" fmla="*/ 9 w 7"/>
                <a:gd name="T3" fmla="*/ 64 h 18"/>
                <a:gd name="T4" fmla="*/ 41 w 7"/>
                <a:gd name="T5" fmla="*/ 178 h 18"/>
                <a:gd name="T6" fmla="*/ 69 w 7"/>
                <a:gd name="T7" fmla="*/ 187 h 18"/>
                <a:gd name="T8" fmla="*/ 69 w 7"/>
                <a:gd name="T9" fmla="*/ 187 h 18"/>
                <a:gd name="T10" fmla="*/ 41 w 7"/>
                <a:gd name="T11" fmla="*/ 178 h 18"/>
                <a:gd name="T12" fmla="*/ 9 w 7"/>
                <a:gd name="T13" fmla="*/ 64 h 18"/>
                <a:gd name="T14" fmla="*/ 28 w 7"/>
                <a:gd name="T15" fmla="*/ 9 h 18"/>
                <a:gd name="T16" fmla="*/ 60 w 7"/>
                <a:gd name="T17" fmla="*/ 20 h 18"/>
                <a:gd name="T18" fmla="*/ 60 w 7"/>
                <a:gd name="T19" fmla="*/ 20 h 18"/>
                <a:gd name="T20" fmla="*/ 28 w 7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8">
                  <a:moveTo>
                    <a:pt x="3" y="1"/>
                  </a:moveTo>
                  <a:cubicBezTo>
                    <a:pt x="2" y="1"/>
                    <a:pt x="1" y="3"/>
                    <a:pt x="1" y="6"/>
                  </a:cubicBezTo>
                  <a:cubicBezTo>
                    <a:pt x="0" y="10"/>
                    <a:pt x="2" y="14"/>
                    <a:pt x="4" y="16"/>
                  </a:cubicBezTo>
                  <a:cubicBezTo>
                    <a:pt x="5" y="17"/>
                    <a:pt x="6" y="18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8"/>
                    <a:pt x="5" y="17"/>
                    <a:pt x="4" y="16"/>
                  </a:cubicBezTo>
                  <a:cubicBezTo>
                    <a:pt x="2" y="14"/>
                    <a:pt x="1" y="10"/>
                    <a:pt x="1" y="6"/>
                  </a:cubicBezTo>
                  <a:cubicBezTo>
                    <a:pt x="1" y="4"/>
                    <a:pt x="2" y="2"/>
                    <a:pt x="3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1" name="Freeform 582">
              <a:extLst>
                <a:ext uri="{FF2B5EF4-FFF2-40B4-BE49-F238E27FC236}">
                  <a16:creationId xmlns:a16="http://schemas.microsoft.com/office/drawing/2014/main" id="{7C90E612-85B7-4B07-9B8F-DBB18ECD4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101"/>
              <a:ext cx="63" cy="67"/>
            </a:xfrm>
            <a:custGeom>
              <a:avLst/>
              <a:gdLst>
                <a:gd name="T0" fmla="*/ 141 w 30"/>
                <a:gd name="T1" fmla="*/ 20 h 30"/>
                <a:gd name="T2" fmla="*/ 36 w 30"/>
                <a:gd name="T3" fmla="*/ 36 h 30"/>
                <a:gd name="T4" fmla="*/ 84 w 30"/>
                <a:gd name="T5" fmla="*/ 235 h 30"/>
                <a:gd name="T6" fmla="*/ 244 w 30"/>
                <a:gd name="T7" fmla="*/ 299 h 30"/>
                <a:gd name="T8" fmla="*/ 269 w 30"/>
                <a:gd name="T9" fmla="*/ 226 h 30"/>
                <a:gd name="T10" fmla="*/ 204 w 30"/>
                <a:gd name="T11" fmla="*/ 125 h 30"/>
                <a:gd name="T12" fmla="*/ 141 w 30"/>
                <a:gd name="T13" fmla="*/ 2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15" y="2"/>
                  </a:moveTo>
                  <a:cubicBezTo>
                    <a:pt x="11" y="0"/>
                    <a:pt x="7" y="0"/>
                    <a:pt x="4" y="3"/>
                  </a:cubicBezTo>
                  <a:cubicBezTo>
                    <a:pt x="0" y="8"/>
                    <a:pt x="2" y="15"/>
                    <a:pt x="9" y="21"/>
                  </a:cubicBezTo>
                  <a:cubicBezTo>
                    <a:pt x="16" y="28"/>
                    <a:pt x="20" y="30"/>
                    <a:pt x="26" y="27"/>
                  </a:cubicBezTo>
                  <a:cubicBezTo>
                    <a:pt x="29" y="26"/>
                    <a:pt x="30" y="23"/>
                    <a:pt x="29" y="20"/>
                  </a:cubicBezTo>
                  <a:cubicBezTo>
                    <a:pt x="27" y="16"/>
                    <a:pt x="25" y="15"/>
                    <a:pt x="22" y="11"/>
                  </a:cubicBezTo>
                  <a:cubicBezTo>
                    <a:pt x="20" y="9"/>
                    <a:pt x="19" y="5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62" name="Freeform 583">
              <a:extLst>
                <a:ext uri="{FF2B5EF4-FFF2-40B4-BE49-F238E27FC236}">
                  <a16:creationId xmlns:a16="http://schemas.microsoft.com/office/drawing/2014/main" id="{843E1692-3C43-40D1-ACEA-2ECCA1F65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114"/>
              <a:ext cx="31" cy="36"/>
            </a:xfrm>
            <a:custGeom>
              <a:avLst/>
              <a:gdLst>
                <a:gd name="T0" fmla="*/ 132 w 15"/>
                <a:gd name="T1" fmla="*/ 162 h 16"/>
                <a:gd name="T2" fmla="*/ 132 w 15"/>
                <a:gd name="T3" fmla="*/ 173 h 16"/>
                <a:gd name="T4" fmla="*/ 43 w 15"/>
                <a:gd name="T5" fmla="*/ 101 h 16"/>
                <a:gd name="T6" fmla="*/ 8 w 15"/>
                <a:gd name="T7" fmla="*/ 11 h 16"/>
                <a:gd name="T8" fmla="*/ 43 w 15"/>
                <a:gd name="T9" fmla="*/ 0 h 16"/>
                <a:gd name="T10" fmla="*/ 43 w 15"/>
                <a:gd name="T11" fmla="*/ 0 h 16"/>
                <a:gd name="T12" fmla="*/ 8 w 15"/>
                <a:gd name="T13" fmla="*/ 11 h 16"/>
                <a:gd name="T14" fmla="*/ 35 w 15"/>
                <a:gd name="T15" fmla="*/ 101 h 16"/>
                <a:gd name="T16" fmla="*/ 132 w 15"/>
                <a:gd name="T17" fmla="*/ 173 h 16"/>
                <a:gd name="T18" fmla="*/ 132 w 15"/>
                <a:gd name="T19" fmla="*/ 16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5" y="14"/>
                  </a:moveTo>
                  <a:cubicBezTo>
                    <a:pt x="15" y="14"/>
                    <a:pt x="15" y="15"/>
                    <a:pt x="15" y="15"/>
                  </a:cubicBezTo>
                  <a:cubicBezTo>
                    <a:pt x="13" y="16"/>
                    <a:pt x="10" y="14"/>
                    <a:pt x="5" y="9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4" y="9"/>
                  </a:cubicBezTo>
                  <a:cubicBezTo>
                    <a:pt x="9" y="14"/>
                    <a:pt x="13" y="16"/>
                    <a:pt x="15" y="15"/>
                  </a:cubicBezTo>
                  <a:cubicBezTo>
                    <a:pt x="15" y="15"/>
                    <a:pt x="15" y="15"/>
                    <a:pt x="15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3" name="Freeform 584">
              <a:extLst>
                <a:ext uri="{FF2B5EF4-FFF2-40B4-BE49-F238E27FC236}">
                  <a16:creationId xmlns:a16="http://schemas.microsoft.com/office/drawing/2014/main" id="{DED07745-776B-4C9A-8432-0D6448C2B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268"/>
              <a:ext cx="40" cy="54"/>
            </a:xfrm>
            <a:custGeom>
              <a:avLst/>
              <a:gdLst>
                <a:gd name="T0" fmla="*/ 160 w 19"/>
                <a:gd name="T1" fmla="*/ 162 h 24"/>
                <a:gd name="T2" fmla="*/ 168 w 19"/>
                <a:gd name="T3" fmla="*/ 72 h 24"/>
                <a:gd name="T4" fmla="*/ 112 w 19"/>
                <a:gd name="T5" fmla="*/ 11 h 24"/>
                <a:gd name="T6" fmla="*/ 0 w 19"/>
                <a:gd name="T7" fmla="*/ 146 h 24"/>
                <a:gd name="T8" fmla="*/ 93 w 19"/>
                <a:gd name="T9" fmla="*/ 263 h 24"/>
                <a:gd name="T10" fmla="*/ 160 w 19"/>
                <a:gd name="T11" fmla="*/ 16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7" y="14"/>
                  </a:moveTo>
                  <a:cubicBezTo>
                    <a:pt x="18" y="11"/>
                    <a:pt x="19" y="9"/>
                    <a:pt x="18" y="6"/>
                  </a:cubicBezTo>
                  <a:cubicBezTo>
                    <a:pt x="17" y="4"/>
                    <a:pt x="15" y="2"/>
                    <a:pt x="12" y="1"/>
                  </a:cubicBezTo>
                  <a:cubicBezTo>
                    <a:pt x="7" y="0"/>
                    <a:pt x="0" y="6"/>
                    <a:pt x="0" y="13"/>
                  </a:cubicBezTo>
                  <a:cubicBezTo>
                    <a:pt x="0" y="20"/>
                    <a:pt x="6" y="24"/>
                    <a:pt x="10" y="23"/>
                  </a:cubicBezTo>
                  <a:cubicBezTo>
                    <a:pt x="14" y="21"/>
                    <a:pt x="15" y="20"/>
                    <a:pt x="17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64" name="Freeform 585">
              <a:extLst>
                <a:ext uri="{FF2B5EF4-FFF2-40B4-BE49-F238E27FC236}">
                  <a16:creationId xmlns:a16="http://schemas.microsoft.com/office/drawing/2014/main" id="{02E78C12-E07E-40A4-B36D-9F464FADC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281"/>
              <a:ext cx="21" cy="29"/>
            </a:xfrm>
            <a:custGeom>
              <a:avLst/>
              <a:gdLst>
                <a:gd name="T0" fmla="*/ 67 w 10"/>
                <a:gd name="T1" fmla="*/ 125 h 13"/>
                <a:gd name="T2" fmla="*/ 27 w 10"/>
                <a:gd name="T3" fmla="*/ 125 h 13"/>
                <a:gd name="T4" fmla="*/ 17 w 10"/>
                <a:gd name="T5" fmla="*/ 45 h 13"/>
                <a:gd name="T6" fmla="*/ 57 w 10"/>
                <a:gd name="T7" fmla="*/ 0 h 13"/>
                <a:gd name="T8" fmla="*/ 92 w 10"/>
                <a:gd name="T9" fmla="*/ 9 h 13"/>
                <a:gd name="T10" fmla="*/ 92 w 10"/>
                <a:gd name="T11" fmla="*/ 9 h 13"/>
                <a:gd name="T12" fmla="*/ 57 w 10"/>
                <a:gd name="T13" fmla="*/ 0 h 13"/>
                <a:gd name="T14" fmla="*/ 17 w 10"/>
                <a:gd name="T15" fmla="*/ 45 h 13"/>
                <a:gd name="T16" fmla="*/ 27 w 10"/>
                <a:gd name="T17" fmla="*/ 134 h 13"/>
                <a:gd name="T18" fmla="*/ 67 w 10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7" y="11"/>
                  </a:moveTo>
                  <a:cubicBezTo>
                    <a:pt x="6" y="12"/>
                    <a:pt x="4" y="12"/>
                    <a:pt x="3" y="11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0"/>
                    <a:pt x="3" y="1"/>
                    <a:pt x="2" y="4"/>
                  </a:cubicBezTo>
                  <a:cubicBezTo>
                    <a:pt x="0" y="7"/>
                    <a:pt x="1" y="10"/>
                    <a:pt x="3" y="12"/>
                  </a:cubicBezTo>
                  <a:cubicBezTo>
                    <a:pt x="4" y="13"/>
                    <a:pt x="6" y="12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5" name="Freeform 586">
              <a:extLst>
                <a:ext uri="{FF2B5EF4-FFF2-40B4-BE49-F238E27FC236}">
                  <a16:creationId xmlns:a16="http://schemas.microsoft.com/office/drawing/2014/main" id="{41197D46-BE96-44C8-B93B-D9BD64085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029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83 w 24"/>
                <a:gd name="T3" fmla="*/ 9 h 21"/>
                <a:gd name="T4" fmla="*/ 27 w 24"/>
                <a:gd name="T5" fmla="*/ 56 h 21"/>
                <a:gd name="T6" fmla="*/ 108 w 24"/>
                <a:gd name="T7" fmla="*/ 215 h 21"/>
                <a:gd name="T8" fmla="*/ 217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2" y="0"/>
                    <a:pt x="9" y="1"/>
                  </a:cubicBezTo>
                  <a:cubicBezTo>
                    <a:pt x="6" y="2"/>
                    <a:pt x="4" y="3"/>
                    <a:pt x="3" y="5"/>
                  </a:cubicBezTo>
                  <a:cubicBezTo>
                    <a:pt x="0" y="11"/>
                    <a:pt x="5" y="18"/>
                    <a:pt x="12" y="19"/>
                  </a:cubicBezTo>
                  <a:cubicBezTo>
                    <a:pt x="19" y="21"/>
                    <a:pt x="24" y="16"/>
                    <a:pt x="24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66" name="Freeform 587">
              <a:extLst>
                <a:ext uri="{FF2B5EF4-FFF2-40B4-BE49-F238E27FC236}">
                  <a16:creationId xmlns:a16="http://schemas.microsoft.com/office/drawing/2014/main" id="{71DE8CD5-A880-461F-AE94-8D245D278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3040"/>
              <a:ext cx="25" cy="25"/>
            </a:xfrm>
            <a:custGeom>
              <a:avLst/>
              <a:gdLst>
                <a:gd name="T0" fmla="*/ 100 w 12"/>
                <a:gd name="T1" fmla="*/ 57 h 11"/>
                <a:gd name="T2" fmla="*/ 100 w 12"/>
                <a:gd name="T3" fmla="*/ 102 h 11"/>
                <a:gd name="T4" fmla="*/ 27 w 12"/>
                <a:gd name="T5" fmla="*/ 93 h 11"/>
                <a:gd name="T6" fmla="*/ 0 w 12"/>
                <a:gd name="T7" fmla="*/ 36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6 h 11"/>
                <a:gd name="T14" fmla="*/ 27 w 12"/>
                <a:gd name="T15" fmla="*/ 93 h 11"/>
                <a:gd name="T16" fmla="*/ 100 w 12"/>
                <a:gd name="T17" fmla="*/ 102 h 11"/>
                <a:gd name="T18" fmla="*/ 100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0"/>
                    <a:pt x="11" y="9"/>
                  </a:cubicBezTo>
                  <a:cubicBezTo>
                    <a:pt x="12" y="8"/>
                    <a:pt x="12" y="6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7" name="Freeform 588">
              <a:extLst>
                <a:ext uri="{FF2B5EF4-FFF2-40B4-BE49-F238E27FC236}">
                  <a16:creationId xmlns:a16="http://schemas.microsoft.com/office/drawing/2014/main" id="{CE0FB1AC-DE1A-46FC-9970-4370E872F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976"/>
              <a:ext cx="44" cy="51"/>
            </a:xfrm>
            <a:custGeom>
              <a:avLst/>
              <a:gdLst>
                <a:gd name="T0" fmla="*/ 157 w 21"/>
                <a:gd name="T1" fmla="*/ 64 h 23"/>
                <a:gd name="T2" fmla="*/ 101 w 21"/>
                <a:gd name="T3" fmla="*/ 0 h 23"/>
                <a:gd name="T4" fmla="*/ 36 w 21"/>
                <a:gd name="T5" fmla="*/ 20 h 23"/>
                <a:gd name="T6" fmla="*/ 57 w 21"/>
                <a:gd name="T7" fmla="*/ 206 h 23"/>
                <a:gd name="T8" fmla="*/ 184 w 21"/>
                <a:gd name="T9" fmla="*/ 186 h 23"/>
                <a:gd name="T10" fmla="*/ 157 w 21"/>
                <a:gd name="T11" fmla="*/ 6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1" y="13"/>
                    <a:pt x="21" y="11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68" name="Freeform 589">
              <a:extLst>
                <a:ext uri="{FF2B5EF4-FFF2-40B4-BE49-F238E27FC236}">
                  <a16:creationId xmlns:a16="http://schemas.microsoft.com/office/drawing/2014/main" id="{09CCE073-02BE-4B3A-9B77-21EF79552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985"/>
              <a:ext cx="21" cy="29"/>
            </a:xfrm>
            <a:custGeom>
              <a:avLst/>
              <a:gdLst>
                <a:gd name="T0" fmla="*/ 92 w 10"/>
                <a:gd name="T1" fmla="*/ 89 h 13"/>
                <a:gd name="T2" fmla="*/ 76 w 10"/>
                <a:gd name="T3" fmla="*/ 134 h 13"/>
                <a:gd name="T4" fmla="*/ 8 w 10"/>
                <a:gd name="T5" fmla="*/ 89 h 13"/>
                <a:gd name="T6" fmla="*/ 8 w 10"/>
                <a:gd name="T7" fmla="*/ 20 h 13"/>
                <a:gd name="T8" fmla="*/ 36 w 10"/>
                <a:gd name="T9" fmla="*/ 0 h 13"/>
                <a:gd name="T10" fmla="*/ 36 w 10"/>
                <a:gd name="T11" fmla="*/ 0 h 13"/>
                <a:gd name="T12" fmla="*/ 8 w 10"/>
                <a:gd name="T13" fmla="*/ 20 h 13"/>
                <a:gd name="T14" fmla="*/ 8 w 10"/>
                <a:gd name="T15" fmla="*/ 89 h 13"/>
                <a:gd name="T16" fmla="*/ 76 w 10"/>
                <a:gd name="T17" fmla="*/ 134 h 13"/>
                <a:gd name="T18" fmla="*/ 92 w 10"/>
                <a:gd name="T19" fmla="*/ 8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10"/>
                    <a:pt x="9" y="12"/>
                    <a:pt x="8" y="12"/>
                  </a:cubicBezTo>
                  <a:cubicBezTo>
                    <a:pt x="6" y="13"/>
                    <a:pt x="3" y="12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10" y="12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9" name="Freeform 590">
              <a:extLst>
                <a:ext uri="{FF2B5EF4-FFF2-40B4-BE49-F238E27FC236}">
                  <a16:creationId xmlns:a16="http://schemas.microsoft.com/office/drawing/2014/main" id="{B9C19F62-E462-4D40-A372-B1BF312AA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123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2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0" name="Freeform 591">
              <a:extLst>
                <a:ext uri="{FF2B5EF4-FFF2-40B4-BE49-F238E27FC236}">
                  <a16:creationId xmlns:a16="http://schemas.microsoft.com/office/drawing/2014/main" id="{CA65DD6B-77B7-41D0-BDDA-89DA43245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134"/>
              <a:ext cx="27" cy="22"/>
            </a:xfrm>
            <a:custGeom>
              <a:avLst/>
              <a:gdLst>
                <a:gd name="T0" fmla="*/ 108 w 13"/>
                <a:gd name="T1" fmla="*/ 44 h 10"/>
                <a:gd name="T2" fmla="*/ 100 w 13"/>
                <a:gd name="T3" fmla="*/ 97 h 10"/>
                <a:gd name="T4" fmla="*/ 35 w 13"/>
                <a:gd name="T5" fmla="*/ 88 h 10"/>
                <a:gd name="T6" fmla="*/ 8 w 13"/>
                <a:gd name="T7" fmla="*/ 33 h 10"/>
                <a:gd name="T8" fmla="*/ 25 w 13"/>
                <a:gd name="T9" fmla="*/ 0 h 10"/>
                <a:gd name="T10" fmla="*/ 25 w 13"/>
                <a:gd name="T11" fmla="*/ 0 h 10"/>
                <a:gd name="T12" fmla="*/ 8 w 13"/>
                <a:gd name="T13" fmla="*/ 33 h 10"/>
                <a:gd name="T14" fmla="*/ 35 w 13"/>
                <a:gd name="T15" fmla="*/ 88 h 10"/>
                <a:gd name="T16" fmla="*/ 100 w 13"/>
                <a:gd name="T17" fmla="*/ 97 h 10"/>
                <a:gd name="T18" fmla="*/ 108 w 13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4"/>
                  </a:moveTo>
                  <a:cubicBezTo>
                    <a:pt x="13" y="6"/>
                    <a:pt x="12" y="8"/>
                    <a:pt x="11" y="9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1" y="6"/>
                    <a:pt x="4" y="8"/>
                  </a:cubicBezTo>
                  <a:cubicBezTo>
                    <a:pt x="7" y="10"/>
                    <a:pt x="10" y="10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1" name="Freeform 592">
              <a:extLst>
                <a:ext uri="{FF2B5EF4-FFF2-40B4-BE49-F238E27FC236}">
                  <a16:creationId xmlns:a16="http://schemas.microsoft.com/office/drawing/2014/main" id="{F238EF0B-E364-411F-905D-ED30DF8CB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145"/>
              <a:ext cx="48" cy="47"/>
            </a:xfrm>
            <a:custGeom>
              <a:avLst/>
              <a:gdLst>
                <a:gd name="T0" fmla="*/ 136 w 23"/>
                <a:gd name="T1" fmla="*/ 36 h 21"/>
                <a:gd name="T2" fmla="*/ 73 w 23"/>
                <a:gd name="T3" fmla="*/ 9 h 21"/>
                <a:gd name="T4" fmla="*/ 17 w 23"/>
                <a:gd name="T5" fmla="*/ 56 h 21"/>
                <a:gd name="T6" fmla="*/ 100 w 23"/>
                <a:gd name="T7" fmla="*/ 226 h 21"/>
                <a:gd name="T8" fmla="*/ 209 w 23"/>
                <a:gd name="T9" fmla="*/ 134 h 21"/>
                <a:gd name="T10" fmla="*/ 136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5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2"/>
                    <a:pt x="3" y="3"/>
                    <a:pt x="2" y="5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2" name="Freeform 593">
              <a:extLst>
                <a:ext uri="{FF2B5EF4-FFF2-40B4-BE49-F238E27FC236}">
                  <a16:creationId xmlns:a16="http://schemas.microsoft.com/office/drawing/2014/main" id="{101F3550-3DBA-448D-AB32-8A4481514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156"/>
              <a:ext cx="25" cy="25"/>
            </a:xfrm>
            <a:custGeom>
              <a:avLst/>
              <a:gdLst>
                <a:gd name="T0" fmla="*/ 100 w 12"/>
                <a:gd name="T1" fmla="*/ 57 h 11"/>
                <a:gd name="T2" fmla="*/ 100 w 12"/>
                <a:gd name="T3" fmla="*/ 102 h 11"/>
                <a:gd name="T4" fmla="*/ 27 w 12"/>
                <a:gd name="T5" fmla="*/ 93 h 11"/>
                <a:gd name="T6" fmla="*/ 0 w 12"/>
                <a:gd name="T7" fmla="*/ 36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6 h 11"/>
                <a:gd name="T14" fmla="*/ 27 w 12"/>
                <a:gd name="T15" fmla="*/ 93 h 11"/>
                <a:gd name="T16" fmla="*/ 100 w 12"/>
                <a:gd name="T17" fmla="*/ 102 h 11"/>
                <a:gd name="T18" fmla="*/ 100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0"/>
                    <a:pt x="11" y="9"/>
                  </a:cubicBezTo>
                  <a:cubicBezTo>
                    <a:pt x="12" y="8"/>
                    <a:pt x="12" y="6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3" name="Freeform 594">
              <a:extLst>
                <a:ext uri="{FF2B5EF4-FFF2-40B4-BE49-F238E27FC236}">
                  <a16:creationId xmlns:a16="http://schemas.microsoft.com/office/drawing/2014/main" id="{F3CC7918-5ED0-472D-8120-A69095DA3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286"/>
              <a:ext cx="60" cy="65"/>
            </a:xfrm>
            <a:custGeom>
              <a:avLst/>
              <a:gdLst>
                <a:gd name="T0" fmla="*/ 81 w 29"/>
                <a:gd name="T1" fmla="*/ 271 h 29"/>
                <a:gd name="T2" fmla="*/ 232 w 29"/>
                <a:gd name="T3" fmla="*/ 226 h 29"/>
                <a:gd name="T4" fmla="*/ 168 w 29"/>
                <a:gd name="T5" fmla="*/ 36 h 29"/>
                <a:gd name="T6" fmla="*/ 81 w 29"/>
                <a:gd name="T7" fmla="*/ 27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9" y="24"/>
                  </a:moveTo>
                  <a:cubicBezTo>
                    <a:pt x="14" y="29"/>
                    <a:pt x="22" y="27"/>
                    <a:pt x="26" y="20"/>
                  </a:cubicBezTo>
                  <a:cubicBezTo>
                    <a:pt x="29" y="12"/>
                    <a:pt x="27" y="5"/>
                    <a:pt x="19" y="3"/>
                  </a:cubicBezTo>
                  <a:cubicBezTo>
                    <a:pt x="12" y="0"/>
                    <a:pt x="0" y="15"/>
                    <a:pt x="9" y="2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4" name="Freeform 595">
              <a:extLst>
                <a:ext uri="{FF2B5EF4-FFF2-40B4-BE49-F238E27FC236}">
                  <a16:creationId xmlns:a16="http://schemas.microsoft.com/office/drawing/2014/main" id="{A021F005-46DC-4E12-B33A-5DCFFF0B5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299"/>
              <a:ext cx="27" cy="34"/>
            </a:xfrm>
            <a:custGeom>
              <a:avLst/>
              <a:gdLst>
                <a:gd name="T0" fmla="*/ 116 w 13"/>
                <a:gd name="T1" fmla="*/ 129 h 15"/>
                <a:gd name="T2" fmla="*/ 73 w 13"/>
                <a:gd name="T3" fmla="*/ 175 h 15"/>
                <a:gd name="T4" fmla="*/ 17 w 13"/>
                <a:gd name="T5" fmla="*/ 138 h 15"/>
                <a:gd name="T6" fmla="*/ 17 w 13"/>
                <a:gd name="T7" fmla="*/ 57 h 15"/>
                <a:gd name="T8" fmla="*/ 73 w 13"/>
                <a:gd name="T9" fmla="*/ 0 h 15"/>
                <a:gd name="T10" fmla="*/ 73 w 13"/>
                <a:gd name="T11" fmla="*/ 0 h 15"/>
                <a:gd name="T12" fmla="*/ 17 w 13"/>
                <a:gd name="T13" fmla="*/ 57 h 15"/>
                <a:gd name="T14" fmla="*/ 17 w 13"/>
                <a:gd name="T15" fmla="*/ 138 h 15"/>
                <a:gd name="T16" fmla="*/ 73 w 13"/>
                <a:gd name="T17" fmla="*/ 175 h 15"/>
                <a:gd name="T18" fmla="*/ 116 w 13"/>
                <a:gd name="T19" fmla="*/ 129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5">
                  <a:moveTo>
                    <a:pt x="13" y="11"/>
                  </a:moveTo>
                  <a:cubicBezTo>
                    <a:pt x="12" y="13"/>
                    <a:pt x="10" y="14"/>
                    <a:pt x="8" y="15"/>
                  </a:cubicBezTo>
                  <a:cubicBezTo>
                    <a:pt x="5" y="15"/>
                    <a:pt x="3" y="14"/>
                    <a:pt x="2" y="12"/>
                  </a:cubicBezTo>
                  <a:cubicBezTo>
                    <a:pt x="1" y="10"/>
                    <a:pt x="1" y="7"/>
                    <a:pt x="2" y="5"/>
                  </a:cubicBezTo>
                  <a:cubicBezTo>
                    <a:pt x="3" y="2"/>
                    <a:pt x="5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1"/>
                    <a:pt x="3" y="2"/>
                    <a:pt x="2" y="5"/>
                  </a:cubicBezTo>
                  <a:cubicBezTo>
                    <a:pt x="0" y="7"/>
                    <a:pt x="0" y="10"/>
                    <a:pt x="2" y="12"/>
                  </a:cubicBezTo>
                  <a:cubicBezTo>
                    <a:pt x="3" y="14"/>
                    <a:pt x="5" y="15"/>
                    <a:pt x="8" y="15"/>
                  </a:cubicBezTo>
                  <a:cubicBezTo>
                    <a:pt x="11" y="14"/>
                    <a:pt x="12" y="13"/>
                    <a:pt x="13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5" name="Freeform 596">
              <a:extLst>
                <a:ext uri="{FF2B5EF4-FFF2-40B4-BE49-F238E27FC236}">
                  <a16:creationId xmlns:a16="http://schemas.microsoft.com/office/drawing/2014/main" id="{E23CE681-628E-4964-93FE-761742C30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962"/>
              <a:ext cx="52" cy="70"/>
            </a:xfrm>
            <a:custGeom>
              <a:avLst/>
              <a:gdLst>
                <a:gd name="T0" fmla="*/ 73 w 25"/>
                <a:gd name="T1" fmla="*/ 25 h 31"/>
                <a:gd name="T2" fmla="*/ 0 w 25"/>
                <a:gd name="T3" fmla="*/ 93 h 31"/>
                <a:gd name="T4" fmla="*/ 73 w 25"/>
                <a:gd name="T5" fmla="*/ 285 h 31"/>
                <a:gd name="T6" fmla="*/ 173 w 25"/>
                <a:gd name="T7" fmla="*/ 332 h 31"/>
                <a:gd name="T8" fmla="*/ 73 w 25"/>
                <a:gd name="T9" fmla="*/ 2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8" y="2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4" y="20"/>
                    <a:pt x="8" y="25"/>
                  </a:cubicBezTo>
                  <a:cubicBezTo>
                    <a:pt x="13" y="31"/>
                    <a:pt x="17" y="31"/>
                    <a:pt x="19" y="29"/>
                  </a:cubicBezTo>
                  <a:cubicBezTo>
                    <a:pt x="25" y="26"/>
                    <a:pt x="17" y="7"/>
                    <a:pt x="8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6" name="Freeform 597">
              <a:extLst>
                <a:ext uri="{FF2B5EF4-FFF2-40B4-BE49-F238E27FC236}">
                  <a16:creationId xmlns:a16="http://schemas.microsoft.com/office/drawing/2014/main" id="{089E6DED-F1AB-45D0-8D04-DD68CB42D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976"/>
              <a:ext cx="23" cy="40"/>
            </a:xfrm>
            <a:custGeom>
              <a:avLst/>
              <a:gdLst>
                <a:gd name="T0" fmla="*/ 8 w 11"/>
                <a:gd name="T1" fmla="*/ 9 h 18"/>
                <a:gd name="T2" fmla="*/ 8 w 11"/>
                <a:gd name="T3" fmla="*/ 80 h 18"/>
                <a:gd name="T4" fmla="*/ 75 w 11"/>
                <a:gd name="T5" fmla="*/ 187 h 18"/>
                <a:gd name="T6" fmla="*/ 100 w 11"/>
                <a:gd name="T7" fmla="*/ 198 h 18"/>
                <a:gd name="T8" fmla="*/ 100 w 11"/>
                <a:gd name="T9" fmla="*/ 198 h 18"/>
                <a:gd name="T10" fmla="*/ 75 w 11"/>
                <a:gd name="T11" fmla="*/ 187 h 18"/>
                <a:gd name="T12" fmla="*/ 8 w 11"/>
                <a:gd name="T13" fmla="*/ 80 h 18"/>
                <a:gd name="T14" fmla="*/ 17 w 11"/>
                <a:gd name="T15" fmla="*/ 9 h 18"/>
                <a:gd name="T16" fmla="*/ 44 w 11"/>
                <a:gd name="T17" fmla="*/ 9 h 18"/>
                <a:gd name="T18" fmla="*/ 44 w 11"/>
                <a:gd name="T19" fmla="*/ 9 h 18"/>
                <a:gd name="T20" fmla="*/ 8 w 11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1" y="1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2" y="10"/>
                    <a:pt x="5" y="15"/>
                    <a:pt x="8" y="17"/>
                  </a:cubicBezTo>
                  <a:cubicBezTo>
                    <a:pt x="9" y="18"/>
                    <a:pt x="10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9" y="18"/>
                    <a:pt x="8" y="17"/>
                  </a:cubicBezTo>
                  <a:cubicBezTo>
                    <a:pt x="5" y="15"/>
                    <a:pt x="2" y="10"/>
                    <a:pt x="1" y="7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7" name="Freeform 598">
              <a:extLst>
                <a:ext uri="{FF2B5EF4-FFF2-40B4-BE49-F238E27FC236}">
                  <a16:creationId xmlns:a16="http://schemas.microsoft.com/office/drawing/2014/main" id="{B35ABAF3-8E8A-4EFC-9A65-15EC25C82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005"/>
              <a:ext cx="48" cy="47"/>
            </a:xfrm>
            <a:custGeom>
              <a:avLst/>
              <a:gdLst>
                <a:gd name="T0" fmla="*/ 144 w 23"/>
                <a:gd name="T1" fmla="*/ 20 h 21"/>
                <a:gd name="T2" fmla="*/ 73 w 23"/>
                <a:gd name="T3" fmla="*/ 0 h 21"/>
                <a:gd name="T4" fmla="*/ 27 w 23"/>
                <a:gd name="T5" fmla="*/ 56 h 21"/>
                <a:gd name="T6" fmla="*/ 100 w 23"/>
                <a:gd name="T7" fmla="*/ 215 h 21"/>
                <a:gd name="T8" fmla="*/ 209 w 23"/>
                <a:gd name="T9" fmla="*/ 125 h 21"/>
                <a:gd name="T10" fmla="*/ 144 w 23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2"/>
                  </a:moveTo>
                  <a:cubicBezTo>
                    <a:pt x="13" y="1"/>
                    <a:pt x="11" y="0"/>
                    <a:pt x="8" y="0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1"/>
                  </a:cubicBezTo>
                  <a:cubicBezTo>
                    <a:pt x="23" y="7"/>
                    <a:pt x="21" y="6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78" name="Freeform 599">
              <a:extLst>
                <a:ext uri="{FF2B5EF4-FFF2-40B4-BE49-F238E27FC236}">
                  <a16:creationId xmlns:a16="http://schemas.microsoft.com/office/drawing/2014/main" id="{3B4BF376-6E17-400F-8215-8C6CE691E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016"/>
              <a:ext cx="27" cy="22"/>
            </a:xfrm>
            <a:custGeom>
              <a:avLst/>
              <a:gdLst>
                <a:gd name="T0" fmla="*/ 108 w 13"/>
                <a:gd name="T1" fmla="*/ 44 h 10"/>
                <a:gd name="T2" fmla="*/ 100 w 13"/>
                <a:gd name="T3" fmla="*/ 88 h 10"/>
                <a:gd name="T4" fmla="*/ 35 w 13"/>
                <a:gd name="T5" fmla="*/ 88 h 10"/>
                <a:gd name="T6" fmla="*/ 8 w 13"/>
                <a:gd name="T7" fmla="*/ 20 h 10"/>
                <a:gd name="T8" fmla="*/ 25 w 13"/>
                <a:gd name="T9" fmla="*/ 0 h 10"/>
                <a:gd name="T10" fmla="*/ 25 w 13"/>
                <a:gd name="T11" fmla="*/ 0 h 10"/>
                <a:gd name="T12" fmla="*/ 8 w 13"/>
                <a:gd name="T13" fmla="*/ 20 h 10"/>
                <a:gd name="T14" fmla="*/ 35 w 13"/>
                <a:gd name="T15" fmla="*/ 88 h 10"/>
                <a:gd name="T16" fmla="*/ 100 w 13"/>
                <a:gd name="T17" fmla="*/ 97 h 10"/>
                <a:gd name="T18" fmla="*/ 108 w 13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4"/>
                  </a:moveTo>
                  <a:cubicBezTo>
                    <a:pt x="13" y="6"/>
                    <a:pt x="12" y="7"/>
                    <a:pt x="11" y="8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6"/>
                    <a:pt x="1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6"/>
                    <a:pt x="4" y="8"/>
                  </a:cubicBezTo>
                  <a:cubicBezTo>
                    <a:pt x="7" y="10"/>
                    <a:pt x="10" y="10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9" name="Freeform 600">
              <a:extLst>
                <a:ext uri="{FF2B5EF4-FFF2-40B4-BE49-F238E27FC236}">
                  <a16:creationId xmlns:a16="http://schemas.microsoft.com/office/drawing/2014/main" id="{3AEF90C5-92B3-4451-B6E5-218BB982E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974"/>
              <a:ext cx="51" cy="46"/>
            </a:xfrm>
            <a:custGeom>
              <a:avLst/>
              <a:gdLst>
                <a:gd name="T0" fmla="*/ 153 w 24"/>
                <a:gd name="T1" fmla="*/ 33 h 21"/>
                <a:gd name="T2" fmla="*/ 85 w 24"/>
                <a:gd name="T3" fmla="*/ 9 h 21"/>
                <a:gd name="T4" fmla="*/ 28 w 24"/>
                <a:gd name="T5" fmla="*/ 53 h 21"/>
                <a:gd name="T6" fmla="*/ 117 w 24"/>
                <a:gd name="T7" fmla="*/ 202 h 21"/>
                <a:gd name="T8" fmla="*/ 230 w 24"/>
                <a:gd name="T9" fmla="*/ 125 h 21"/>
                <a:gd name="T10" fmla="*/ 153 w 24"/>
                <a:gd name="T11" fmla="*/ 3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2" y="0"/>
                    <a:pt x="9" y="1"/>
                  </a:cubicBezTo>
                  <a:cubicBezTo>
                    <a:pt x="6" y="2"/>
                    <a:pt x="4" y="3"/>
                    <a:pt x="3" y="5"/>
                  </a:cubicBezTo>
                  <a:cubicBezTo>
                    <a:pt x="0" y="11"/>
                    <a:pt x="5" y="18"/>
                    <a:pt x="12" y="19"/>
                  </a:cubicBezTo>
                  <a:cubicBezTo>
                    <a:pt x="19" y="21"/>
                    <a:pt x="24" y="16"/>
                    <a:pt x="24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0" name="Freeform 601">
              <a:extLst>
                <a:ext uri="{FF2B5EF4-FFF2-40B4-BE49-F238E27FC236}">
                  <a16:creationId xmlns:a16="http://schemas.microsoft.com/office/drawing/2014/main" id="{9FFFD7D2-D636-4A9A-BDAA-4750DA993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985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100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3 h 11"/>
                <a:gd name="T14" fmla="*/ 27 w 12"/>
                <a:gd name="T15" fmla="*/ 81 h 11"/>
                <a:gd name="T16" fmla="*/ 100 w 12"/>
                <a:gd name="T17" fmla="*/ 96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0"/>
                    <a:pt x="11" y="9"/>
                  </a:cubicBezTo>
                  <a:cubicBezTo>
                    <a:pt x="12" y="8"/>
                    <a:pt x="12" y="6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1" name="Freeform 602">
              <a:extLst>
                <a:ext uri="{FF2B5EF4-FFF2-40B4-BE49-F238E27FC236}">
                  <a16:creationId xmlns:a16="http://schemas.microsoft.com/office/drawing/2014/main" id="{AC22524E-6559-4565-8728-AE79D235F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203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0 h 21"/>
                <a:gd name="T4" fmla="*/ 1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0"/>
                  </a:cubicBezTo>
                  <a:cubicBezTo>
                    <a:pt x="6" y="1"/>
                    <a:pt x="4" y="2"/>
                    <a:pt x="2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2" y="7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2" name="Freeform 603">
              <a:extLst>
                <a:ext uri="{FF2B5EF4-FFF2-40B4-BE49-F238E27FC236}">
                  <a16:creationId xmlns:a16="http://schemas.microsoft.com/office/drawing/2014/main" id="{D0E0B467-B1F8-4EAA-A57C-4E6D40060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214"/>
              <a:ext cx="28" cy="23"/>
            </a:xfrm>
            <a:custGeom>
              <a:avLst/>
              <a:gdLst>
                <a:gd name="T0" fmla="*/ 121 w 13"/>
                <a:gd name="T1" fmla="*/ 48 h 10"/>
                <a:gd name="T2" fmla="*/ 112 w 13"/>
                <a:gd name="T3" fmla="*/ 110 h 10"/>
                <a:gd name="T4" fmla="*/ 41 w 13"/>
                <a:gd name="T5" fmla="*/ 94 h 10"/>
                <a:gd name="T6" fmla="*/ 9 w 13"/>
                <a:gd name="T7" fmla="*/ 37 h 10"/>
                <a:gd name="T8" fmla="*/ 28 w 13"/>
                <a:gd name="T9" fmla="*/ 0 h 10"/>
                <a:gd name="T10" fmla="*/ 28 w 13"/>
                <a:gd name="T11" fmla="*/ 0 h 10"/>
                <a:gd name="T12" fmla="*/ 0 w 13"/>
                <a:gd name="T13" fmla="*/ 37 h 10"/>
                <a:gd name="T14" fmla="*/ 41 w 13"/>
                <a:gd name="T15" fmla="*/ 94 h 10"/>
                <a:gd name="T16" fmla="*/ 112 w 13"/>
                <a:gd name="T17" fmla="*/ 110 h 10"/>
                <a:gd name="T18" fmla="*/ 121 w 13"/>
                <a:gd name="T19" fmla="*/ 48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4"/>
                  </a:moveTo>
                  <a:cubicBezTo>
                    <a:pt x="13" y="6"/>
                    <a:pt x="12" y="7"/>
                    <a:pt x="11" y="9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6"/>
                    <a:pt x="4" y="8"/>
                  </a:cubicBezTo>
                  <a:cubicBezTo>
                    <a:pt x="7" y="10"/>
                    <a:pt x="10" y="10"/>
                    <a:pt x="11" y="9"/>
                  </a:cubicBezTo>
                  <a:cubicBezTo>
                    <a:pt x="12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3" name="Freeform 604">
              <a:extLst>
                <a:ext uri="{FF2B5EF4-FFF2-40B4-BE49-F238E27FC236}">
                  <a16:creationId xmlns:a16="http://schemas.microsoft.com/office/drawing/2014/main" id="{B719EC31-B215-4462-A91A-F4CD17DD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090"/>
              <a:ext cx="48" cy="46"/>
            </a:xfrm>
            <a:custGeom>
              <a:avLst/>
              <a:gdLst>
                <a:gd name="T0" fmla="*/ 144 w 23"/>
                <a:gd name="T1" fmla="*/ 33 h 21"/>
                <a:gd name="T2" fmla="*/ 73 w 23"/>
                <a:gd name="T3" fmla="*/ 9 h 21"/>
                <a:gd name="T4" fmla="*/ 17 w 23"/>
                <a:gd name="T5" fmla="*/ 61 h 21"/>
                <a:gd name="T6" fmla="*/ 100 w 23"/>
                <a:gd name="T7" fmla="*/ 210 h 21"/>
                <a:gd name="T8" fmla="*/ 209 w 23"/>
                <a:gd name="T9" fmla="*/ 125 h 21"/>
                <a:gd name="T10" fmla="*/ 144 w 23"/>
                <a:gd name="T11" fmla="*/ 3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3" y="3"/>
                    <a:pt x="2" y="6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4" name="Freeform 605">
              <a:extLst>
                <a:ext uri="{FF2B5EF4-FFF2-40B4-BE49-F238E27FC236}">
                  <a16:creationId xmlns:a16="http://schemas.microsoft.com/office/drawing/2014/main" id="{E3291F5C-6B7F-4742-A13E-0F2AE9210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101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100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3 h 11"/>
                <a:gd name="T14" fmla="*/ 27 w 12"/>
                <a:gd name="T15" fmla="*/ 96 h 11"/>
                <a:gd name="T16" fmla="*/ 100 w 12"/>
                <a:gd name="T17" fmla="*/ 96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1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0" y="6"/>
                    <a:pt x="3" y="9"/>
                  </a:cubicBezTo>
                  <a:cubicBezTo>
                    <a:pt x="6" y="11"/>
                    <a:pt x="9" y="11"/>
                    <a:pt x="11" y="9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5" name="Freeform 606">
              <a:extLst>
                <a:ext uri="{FF2B5EF4-FFF2-40B4-BE49-F238E27FC236}">
                  <a16:creationId xmlns:a16="http://schemas.microsoft.com/office/drawing/2014/main" id="{503951CB-D8C2-4807-B872-6E186B92B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3286"/>
              <a:ext cx="46" cy="51"/>
            </a:xfrm>
            <a:custGeom>
              <a:avLst/>
              <a:gdLst>
                <a:gd name="T0" fmla="*/ 157 w 22"/>
                <a:gd name="T1" fmla="*/ 53 h 23"/>
                <a:gd name="T2" fmla="*/ 100 w 22"/>
                <a:gd name="T3" fmla="*/ 0 h 23"/>
                <a:gd name="T4" fmla="*/ 36 w 22"/>
                <a:gd name="T5" fmla="*/ 35 h 23"/>
                <a:gd name="T6" fmla="*/ 65 w 22"/>
                <a:gd name="T7" fmla="*/ 206 h 23"/>
                <a:gd name="T8" fmla="*/ 192 w 22"/>
                <a:gd name="T9" fmla="*/ 173 h 23"/>
                <a:gd name="T10" fmla="*/ 157 w 22"/>
                <a:gd name="T11" fmla="*/ 5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3"/>
                    <a:pt x="13" y="1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1" y="15"/>
                    <a:pt x="7" y="19"/>
                  </a:cubicBezTo>
                  <a:cubicBezTo>
                    <a:pt x="13" y="23"/>
                    <a:pt x="20" y="20"/>
                    <a:pt x="21" y="16"/>
                  </a:cubicBezTo>
                  <a:cubicBezTo>
                    <a:pt x="22" y="12"/>
                    <a:pt x="21" y="10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6" name="Freeform 607">
              <a:extLst>
                <a:ext uri="{FF2B5EF4-FFF2-40B4-BE49-F238E27FC236}">
                  <a16:creationId xmlns:a16="http://schemas.microsoft.com/office/drawing/2014/main" id="{E16AB189-F02F-419A-A4E6-722D1DD6E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295"/>
              <a:ext cx="23" cy="29"/>
            </a:xfrm>
            <a:custGeom>
              <a:avLst/>
              <a:gdLst>
                <a:gd name="T0" fmla="*/ 100 w 11"/>
                <a:gd name="T1" fmla="*/ 89 h 13"/>
                <a:gd name="T2" fmla="*/ 84 w 11"/>
                <a:gd name="T3" fmla="*/ 134 h 13"/>
                <a:gd name="T4" fmla="*/ 17 w 11"/>
                <a:gd name="T5" fmla="*/ 89 h 13"/>
                <a:gd name="T6" fmla="*/ 8 w 11"/>
                <a:gd name="T7" fmla="*/ 36 h 13"/>
                <a:gd name="T8" fmla="*/ 36 w 11"/>
                <a:gd name="T9" fmla="*/ 0 h 13"/>
                <a:gd name="T10" fmla="*/ 36 w 11"/>
                <a:gd name="T11" fmla="*/ 0 h 13"/>
                <a:gd name="T12" fmla="*/ 8 w 11"/>
                <a:gd name="T13" fmla="*/ 36 h 13"/>
                <a:gd name="T14" fmla="*/ 17 w 11"/>
                <a:gd name="T15" fmla="*/ 100 h 13"/>
                <a:gd name="T16" fmla="*/ 84 w 11"/>
                <a:gd name="T17" fmla="*/ 134 h 13"/>
                <a:gd name="T18" fmla="*/ 100 w 11"/>
                <a:gd name="T19" fmla="*/ 8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2"/>
                    <a:pt x="2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1" y="1"/>
                    <a:pt x="1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7" y="13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7" name="Freeform 608">
              <a:extLst>
                <a:ext uri="{FF2B5EF4-FFF2-40B4-BE49-F238E27FC236}">
                  <a16:creationId xmlns:a16="http://schemas.microsoft.com/office/drawing/2014/main" id="{CC56AE9E-5352-4C8E-8F6B-12557602A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163"/>
              <a:ext cx="54" cy="58"/>
            </a:xfrm>
            <a:custGeom>
              <a:avLst/>
              <a:gdLst>
                <a:gd name="T0" fmla="*/ 152 w 26"/>
                <a:gd name="T1" fmla="*/ 254 h 26"/>
                <a:gd name="T2" fmla="*/ 208 w 26"/>
                <a:gd name="T3" fmla="*/ 100 h 26"/>
                <a:gd name="T4" fmla="*/ 52 w 26"/>
                <a:gd name="T5" fmla="*/ 45 h 26"/>
                <a:gd name="T6" fmla="*/ 152 w 26"/>
                <a:gd name="T7" fmla="*/ 25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17" y="23"/>
                  </a:moveTo>
                  <a:cubicBezTo>
                    <a:pt x="24" y="23"/>
                    <a:pt x="26" y="16"/>
                    <a:pt x="23" y="9"/>
                  </a:cubicBezTo>
                  <a:cubicBezTo>
                    <a:pt x="19" y="2"/>
                    <a:pt x="12" y="0"/>
                    <a:pt x="6" y="4"/>
                  </a:cubicBezTo>
                  <a:cubicBezTo>
                    <a:pt x="0" y="9"/>
                    <a:pt x="5" y="26"/>
                    <a:pt x="17" y="2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8" name="Freeform 609">
              <a:extLst>
                <a:ext uri="{FF2B5EF4-FFF2-40B4-BE49-F238E27FC236}">
                  <a16:creationId xmlns:a16="http://schemas.microsoft.com/office/drawing/2014/main" id="{85D7D4EF-A49E-4B2C-8BE5-C5FCE1CCA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181"/>
              <a:ext cx="28" cy="25"/>
            </a:xfrm>
            <a:custGeom>
              <a:avLst/>
              <a:gdLst>
                <a:gd name="T0" fmla="*/ 121 w 13"/>
                <a:gd name="T1" fmla="*/ 11 h 11"/>
                <a:gd name="T2" fmla="*/ 121 w 13"/>
                <a:gd name="T3" fmla="*/ 82 h 11"/>
                <a:gd name="T4" fmla="*/ 69 w 13"/>
                <a:gd name="T5" fmla="*/ 130 h 11"/>
                <a:gd name="T6" fmla="*/ 9 w 13"/>
                <a:gd name="T7" fmla="*/ 82 h 11"/>
                <a:gd name="T8" fmla="*/ 9 w 13"/>
                <a:gd name="T9" fmla="*/ 0 h 11"/>
                <a:gd name="T10" fmla="*/ 9 w 13"/>
                <a:gd name="T11" fmla="*/ 0 h 11"/>
                <a:gd name="T12" fmla="*/ 9 w 13"/>
                <a:gd name="T13" fmla="*/ 82 h 11"/>
                <a:gd name="T14" fmla="*/ 69 w 13"/>
                <a:gd name="T15" fmla="*/ 130 h 11"/>
                <a:gd name="T16" fmla="*/ 121 w 13"/>
                <a:gd name="T17" fmla="*/ 82 h 11"/>
                <a:gd name="T18" fmla="*/ 121 w 13"/>
                <a:gd name="T19" fmla="*/ 1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1"/>
                  </a:moveTo>
                  <a:cubicBezTo>
                    <a:pt x="13" y="3"/>
                    <a:pt x="13" y="5"/>
                    <a:pt x="12" y="7"/>
                  </a:cubicBezTo>
                  <a:cubicBezTo>
                    <a:pt x="11" y="9"/>
                    <a:pt x="9" y="11"/>
                    <a:pt x="7" y="11"/>
                  </a:cubicBezTo>
                  <a:cubicBezTo>
                    <a:pt x="5" y="11"/>
                    <a:pt x="3" y="9"/>
                    <a:pt x="1" y="7"/>
                  </a:cubicBezTo>
                  <a:cubicBezTo>
                    <a:pt x="0" y="4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4"/>
                    <a:pt x="1" y="7"/>
                  </a:cubicBezTo>
                  <a:cubicBezTo>
                    <a:pt x="3" y="9"/>
                    <a:pt x="5" y="11"/>
                    <a:pt x="7" y="11"/>
                  </a:cubicBezTo>
                  <a:cubicBezTo>
                    <a:pt x="9" y="11"/>
                    <a:pt x="11" y="9"/>
                    <a:pt x="12" y="7"/>
                  </a:cubicBezTo>
                  <a:cubicBezTo>
                    <a:pt x="13" y="5"/>
                    <a:pt x="13" y="3"/>
                    <a:pt x="1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9" name="Freeform 610">
              <a:extLst>
                <a:ext uri="{FF2B5EF4-FFF2-40B4-BE49-F238E27FC236}">
                  <a16:creationId xmlns:a16="http://schemas.microsoft.com/office/drawing/2014/main" id="{522D7783-63D9-473B-860F-CC4E40E8E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114"/>
              <a:ext cx="69" cy="56"/>
            </a:xfrm>
            <a:custGeom>
              <a:avLst/>
              <a:gdLst>
                <a:gd name="T0" fmla="*/ 109 w 33"/>
                <a:gd name="T1" fmla="*/ 9 h 25"/>
                <a:gd name="T2" fmla="*/ 17 w 33"/>
                <a:gd name="T3" fmla="*/ 56 h 25"/>
                <a:gd name="T4" fmla="*/ 117 w 33"/>
                <a:gd name="T5" fmla="*/ 235 h 25"/>
                <a:gd name="T6" fmla="*/ 284 w 33"/>
                <a:gd name="T7" fmla="*/ 235 h 25"/>
                <a:gd name="T8" fmla="*/ 284 w 33"/>
                <a:gd name="T9" fmla="*/ 134 h 25"/>
                <a:gd name="T10" fmla="*/ 192 w 33"/>
                <a:gd name="T11" fmla="*/ 81 h 25"/>
                <a:gd name="T12" fmla="*/ 109 w 33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2" y="1"/>
                  </a:moveTo>
                  <a:cubicBezTo>
                    <a:pt x="8" y="0"/>
                    <a:pt x="4" y="1"/>
                    <a:pt x="2" y="5"/>
                  </a:cubicBezTo>
                  <a:cubicBezTo>
                    <a:pt x="0" y="11"/>
                    <a:pt x="4" y="17"/>
                    <a:pt x="13" y="21"/>
                  </a:cubicBezTo>
                  <a:cubicBezTo>
                    <a:pt x="21" y="25"/>
                    <a:pt x="26" y="25"/>
                    <a:pt x="31" y="21"/>
                  </a:cubicBezTo>
                  <a:cubicBezTo>
                    <a:pt x="33" y="18"/>
                    <a:pt x="33" y="15"/>
                    <a:pt x="31" y="12"/>
                  </a:cubicBezTo>
                  <a:cubicBezTo>
                    <a:pt x="28" y="9"/>
                    <a:pt x="26" y="9"/>
                    <a:pt x="21" y="7"/>
                  </a:cubicBezTo>
                  <a:cubicBezTo>
                    <a:pt x="19" y="5"/>
                    <a:pt x="16" y="2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90" name="Freeform 611">
              <a:extLst>
                <a:ext uri="{FF2B5EF4-FFF2-40B4-BE49-F238E27FC236}">
                  <a16:creationId xmlns:a16="http://schemas.microsoft.com/office/drawing/2014/main" id="{FB9F1111-0434-43D7-81AA-B00494790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3125"/>
              <a:ext cx="39" cy="27"/>
            </a:xfrm>
            <a:custGeom>
              <a:avLst/>
              <a:gdLst>
                <a:gd name="T0" fmla="*/ 164 w 19"/>
                <a:gd name="T1" fmla="*/ 101 h 12"/>
                <a:gd name="T2" fmla="*/ 156 w 19"/>
                <a:gd name="T3" fmla="*/ 126 h 12"/>
                <a:gd name="T4" fmla="*/ 60 w 19"/>
                <a:gd name="T5" fmla="*/ 92 h 12"/>
                <a:gd name="T6" fmla="*/ 8 w 19"/>
                <a:gd name="T7" fmla="*/ 25 h 12"/>
                <a:gd name="T8" fmla="*/ 33 w 19"/>
                <a:gd name="T9" fmla="*/ 0 h 12"/>
                <a:gd name="T10" fmla="*/ 33 w 19"/>
                <a:gd name="T11" fmla="*/ 0 h 12"/>
                <a:gd name="T12" fmla="*/ 8 w 19"/>
                <a:gd name="T13" fmla="*/ 25 h 12"/>
                <a:gd name="T14" fmla="*/ 60 w 19"/>
                <a:gd name="T15" fmla="*/ 101 h 12"/>
                <a:gd name="T16" fmla="*/ 164 w 19"/>
                <a:gd name="T17" fmla="*/ 126 h 12"/>
                <a:gd name="T18" fmla="*/ 164 w 19"/>
                <a:gd name="T19" fmla="*/ 10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2">
                  <a:moveTo>
                    <a:pt x="19" y="9"/>
                  </a:moveTo>
                  <a:cubicBezTo>
                    <a:pt x="19" y="10"/>
                    <a:pt x="19" y="10"/>
                    <a:pt x="18" y="11"/>
                  </a:cubicBezTo>
                  <a:cubicBezTo>
                    <a:pt x="17" y="12"/>
                    <a:pt x="14" y="12"/>
                    <a:pt x="7" y="8"/>
                  </a:cubicBezTo>
                  <a:cubicBezTo>
                    <a:pt x="2" y="6"/>
                    <a:pt x="1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2" y="6"/>
                    <a:pt x="7" y="9"/>
                  </a:cubicBezTo>
                  <a:cubicBezTo>
                    <a:pt x="13" y="12"/>
                    <a:pt x="17" y="12"/>
                    <a:pt x="19" y="11"/>
                  </a:cubicBezTo>
                  <a:cubicBezTo>
                    <a:pt x="19" y="11"/>
                    <a:pt x="19" y="10"/>
                    <a:pt x="19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1" name="Freeform 612">
              <a:extLst>
                <a:ext uri="{FF2B5EF4-FFF2-40B4-BE49-F238E27FC236}">
                  <a16:creationId xmlns:a16="http://schemas.microsoft.com/office/drawing/2014/main" id="{81110803-2388-48C6-9A2C-C66BF3E77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971"/>
              <a:ext cx="60" cy="54"/>
            </a:xfrm>
            <a:custGeom>
              <a:avLst/>
              <a:gdLst>
                <a:gd name="T0" fmla="*/ 149 w 29"/>
                <a:gd name="T1" fmla="*/ 25 h 24"/>
                <a:gd name="T2" fmla="*/ 60 w 29"/>
                <a:gd name="T3" fmla="*/ 25 h 24"/>
                <a:gd name="T4" fmla="*/ 17 w 29"/>
                <a:gd name="T5" fmla="*/ 101 h 24"/>
                <a:gd name="T6" fmla="*/ 141 w 29"/>
                <a:gd name="T7" fmla="*/ 275 h 24"/>
                <a:gd name="T8" fmla="*/ 248 w 29"/>
                <a:gd name="T9" fmla="*/ 117 h 24"/>
                <a:gd name="T10" fmla="*/ 149 w 29"/>
                <a:gd name="T11" fmla="*/ 2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4">
                  <a:moveTo>
                    <a:pt x="17" y="2"/>
                  </a:moveTo>
                  <a:cubicBezTo>
                    <a:pt x="13" y="1"/>
                    <a:pt x="10" y="0"/>
                    <a:pt x="7" y="2"/>
                  </a:cubicBezTo>
                  <a:cubicBezTo>
                    <a:pt x="5" y="3"/>
                    <a:pt x="2" y="6"/>
                    <a:pt x="2" y="9"/>
                  </a:cubicBezTo>
                  <a:cubicBezTo>
                    <a:pt x="0" y="16"/>
                    <a:pt x="7" y="24"/>
                    <a:pt x="16" y="24"/>
                  </a:cubicBezTo>
                  <a:cubicBezTo>
                    <a:pt x="25" y="23"/>
                    <a:pt x="29" y="16"/>
                    <a:pt x="28" y="10"/>
                  </a:cubicBezTo>
                  <a:cubicBezTo>
                    <a:pt x="26" y="5"/>
                    <a:pt x="24" y="4"/>
                    <a:pt x="17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92" name="Freeform 613">
              <a:extLst>
                <a:ext uri="{FF2B5EF4-FFF2-40B4-BE49-F238E27FC236}">
                  <a16:creationId xmlns:a16="http://schemas.microsoft.com/office/drawing/2014/main" id="{62872746-3AD5-45B4-ABCE-39F491FCF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987"/>
              <a:ext cx="34" cy="24"/>
            </a:xfrm>
            <a:custGeom>
              <a:avLst/>
              <a:gdLst>
                <a:gd name="T0" fmla="*/ 136 w 16"/>
                <a:gd name="T1" fmla="*/ 20 h 11"/>
                <a:gd name="T2" fmla="*/ 136 w 16"/>
                <a:gd name="T3" fmla="*/ 81 h 11"/>
                <a:gd name="T4" fmla="*/ 49 w 16"/>
                <a:gd name="T5" fmla="*/ 96 h 11"/>
                <a:gd name="T6" fmla="*/ 0 w 16"/>
                <a:gd name="T7" fmla="*/ 44 h 11"/>
                <a:gd name="T8" fmla="*/ 19 w 16"/>
                <a:gd name="T9" fmla="*/ 0 h 11"/>
                <a:gd name="T10" fmla="*/ 19 w 16"/>
                <a:gd name="T11" fmla="*/ 0 h 11"/>
                <a:gd name="T12" fmla="*/ 0 w 16"/>
                <a:gd name="T13" fmla="*/ 44 h 11"/>
                <a:gd name="T14" fmla="*/ 49 w 16"/>
                <a:gd name="T15" fmla="*/ 105 h 11"/>
                <a:gd name="T16" fmla="*/ 136 w 16"/>
                <a:gd name="T17" fmla="*/ 81 h 11"/>
                <a:gd name="T18" fmla="*/ 136 w 16"/>
                <a:gd name="T19" fmla="*/ 2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1">
                  <a:moveTo>
                    <a:pt x="14" y="2"/>
                  </a:moveTo>
                  <a:cubicBezTo>
                    <a:pt x="15" y="4"/>
                    <a:pt x="15" y="6"/>
                    <a:pt x="14" y="8"/>
                  </a:cubicBezTo>
                  <a:cubicBezTo>
                    <a:pt x="13" y="10"/>
                    <a:pt x="10" y="11"/>
                    <a:pt x="5" y="9"/>
                  </a:cubicBezTo>
                  <a:cubicBezTo>
                    <a:pt x="2" y="8"/>
                    <a:pt x="1" y="6"/>
                    <a:pt x="0" y="4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10" y="11"/>
                    <a:pt x="13" y="10"/>
                    <a:pt x="14" y="8"/>
                  </a:cubicBezTo>
                  <a:cubicBezTo>
                    <a:pt x="16" y="6"/>
                    <a:pt x="15" y="4"/>
                    <a:pt x="1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3" name="Freeform 614">
              <a:extLst>
                <a:ext uri="{FF2B5EF4-FFF2-40B4-BE49-F238E27FC236}">
                  <a16:creationId xmlns:a16="http://schemas.microsoft.com/office/drawing/2014/main" id="{62B0FFC6-A5A0-4952-B508-8FA515D16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840"/>
              <a:ext cx="61" cy="53"/>
            </a:xfrm>
            <a:custGeom>
              <a:avLst/>
              <a:gdLst>
                <a:gd name="T0" fmla="*/ 160 w 29"/>
                <a:gd name="T1" fmla="*/ 20 h 24"/>
                <a:gd name="T2" fmla="*/ 67 w 29"/>
                <a:gd name="T3" fmla="*/ 20 h 24"/>
                <a:gd name="T4" fmla="*/ 17 w 29"/>
                <a:gd name="T5" fmla="*/ 97 h 24"/>
                <a:gd name="T6" fmla="*/ 151 w 29"/>
                <a:gd name="T7" fmla="*/ 258 h 24"/>
                <a:gd name="T8" fmla="*/ 261 w 29"/>
                <a:gd name="T9" fmla="*/ 108 h 24"/>
                <a:gd name="T10" fmla="*/ 160 w 29"/>
                <a:gd name="T11" fmla="*/ 2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4">
                  <a:moveTo>
                    <a:pt x="17" y="2"/>
                  </a:moveTo>
                  <a:cubicBezTo>
                    <a:pt x="13" y="1"/>
                    <a:pt x="10" y="0"/>
                    <a:pt x="7" y="2"/>
                  </a:cubicBezTo>
                  <a:cubicBezTo>
                    <a:pt x="5" y="3"/>
                    <a:pt x="2" y="6"/>
                    <a:pt x="2" y="9"/>
                  </a:cubicBezTo>
                  <a:cubicBezTo>
                    <a:pt x="0" y="17"/>
                    <a:pt x="7" y="24"/>
                    <a:pt x="16" y="24"/>
                  </a:cubicBezTo>
                  <a:cubicBezTo>
                    <a:pt x="25" y="23"/>
                    <a:pt x="29" y="16"/>
                    <a:pt x="28" y="10"/>
                  </a:cubicBezTo>
                  <a:cubicBezTo>
                    <a:pt x="26" y="6"/>
                    <a:pt x="24" y="4"/>
                    <a:pt x="17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94" name="Freeform 615">
              <a:extLst>
                <a:ext uri="{FF2B5EF4-FFF2-40B4-BE49-F238E27FC236}">
                  <a16:creationId xmlns:a16="http://schemas.microsoft.com/office/drawing/2014/main" id="{6ACAC3F7-B857-4A1F-95DA-3C7B1F5BB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855"/>
              <a:ext cx="34" cy="25"/>
            </a:xfrm>
            <a:custGeom>
              <a:avLst/>
              <a:gdLst>
                <a:gd name="T0" fmla="*/ 136 w 16"/>
                <a:gd name="T1" fmla="*/ 25 h 11"/>
                <a:gd name="T2" fmla="*/ 136 w 16"/>
                <a:gd name="T3" fmla="*/ 93 h 11"/>
                <a:gd name="T4" fmla="*/ 49 w 16"/>
                <a:gd name="T5" fmla="*/ 102 h 11"/>
                <a:gd name="T6" fmla="*/ 0 w 16"/>
                <a:gd name="T7" fmla="*/ 45 h 11"/>
                <a:gd name="T8" fmla="*/ 19 w 16"/>
                <a:gd name="T9" fmla="*/ 0 h 11"/>
                <a:gd name="T10" fmla="*/ 19 w 16"/>
                <a:gd name="T11" fmla="*/ 0 h 11"/>
                <a:gd name="T12" fmla="*/ 0 w 16"/>
                <a:gd name="T13" fmla="*/ 45 h 11"/>
                <a:gd name="T14" fmla="*/ 49 w 16"/>
                <a:gd name="T15" fmla="*/ 118 h 11"/>
                <a:gd name="T16" fmla="*/ 145 w 16"/>
                <a:gd name="T17" fmla="*/ 93 h 11"/>
                <a:gd name="T18" fmla="*/ 136 w 16"/>
                <a:gd name="T19" fmla="*/ 2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1">
                  <a:moveTo>
                    <a:pt x="14" y="2"/>
                  </a:moveTo>
                  <a:cubicBezTo>
                    <a:pt x="15" y="4"/>
                    <a:pt x="16" y="6"/>
                    <a:pt x="14" y="8"/>
                  </a:cubicBezTo>
                  <a:cubicBezTo>
                    <a:pt x="13" y="10"/>
                    <a:pt x="10" y="11"/>
                    <a:pt x="5" y="9"/>
                  </a:cubicBezTo>
                  <a:cubicBezTo>
                    <a:pt x="2" y="8"/>
                    <a:pt x="1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10" y="11"/>
                    <a:pt x="13" y="10"/>
                    <a:pt x="15" y="8"/>
                  </a:cubicBezTo>
                  <a:cubicBezTo>
                    <a:pt x="16" y="6"/>
                    <a:pt x="15" y="4"/>
                    <a:pt x="1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5" name="Freeform 616">
              <a:extLst>
                <a:ext uri="{FF2B5EF4-FFF2-40B4-BE49-F238E27FC236}">
                  <a16:creationId xmlns:a16="http://schemas.microsoft.com/office/drawing/2014/main" id="{56717798-9703-4D2C-9957-ECC3E9090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547"/>
              <a:ext cx="35" cy="38"/>
            </a:xfrm>
            <a:custGeom>
              <a:avLst/>
              <a:gdLst>
                <a:gd name="T0" fmla="*/ 115 w 17"/>
                <a:gd name="T1" fmla="*/ 36 h 17"/>
                <a:gd name="T2" fmla="*/ 68 w 17"/>
                <a:gd name="T3" fmla="*/ 0 h 17"/>
                <a:gd name="T4" fmla="*/ 25 w 17"/>
                <a:gd name="T5" fmla="*/ 20 h 17"/>
                <a:gd name="T6" fmla="*/ 51 w 17"/>
                <a:gd name="T7" fmla="*/ 154 h 17"/>
                <a:gd name="T8" fmla="*/ 140 w 17"/>
                <a:gd name="T9" fmla="*/ 125 h 17"/>
                <a:gd name="T10" fmla="*/ 115 w 17"/>
                <a:gd name="T11" fmla="*/ 3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7">
                  <a:moveTo>
                    <a:pt x="13" y="3"/>
                  </a:moveTo>
                  <a:cubicBezTo>
                    <a:pt x="11" y="1"/>
                    <a:pt x="10" y="0"/>
                    <a:pt x="8" y="0"/>
                  </a:cubicBezTo>
                  <a:cubicBezTo>
                    <a:pt x="6" y="0"/>
                    <a:pt x="4" y="1"/>
                    <a:pt x="3" y="2"/>
                  </a:cubicBezTo>
                  <a:cubicBezTo>
                    <a:pt x="0" y="6"/>
                    <a:pt x="1" y="12"/>
                    <a:pt x="6" y="14"/>
                  </a:cubicBezTo>
                  <a:cubicBezTo>
                    <a:pt x="11" y="17"/>
                    <a:pt x="16" y="14"/>
                    <a:pt x="16" y="11"/>
                  </a:cubicBezTo>
                  <a:cubicBezTo>
                    <a:pt x="17" y="8"/>
                    <a:pt x="16" y="6"/>
                    <a:pt x="13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96" name="Freeform 617">
              <a:extLst>
                <a:ext uri="{FF2B5EF4-FFF2-40B4-BE49-F238E27FC236}">
                  <a16:creationId xmlns:a16="http://schemas.microsoft.com/office/drawing/2014/main" id="{0192AD05-9636-4C84-ABBA-000E21D55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554"/>
              <a:ext cx="17" cy="20"/>
            </a:xfrm>
            <a:custGeom>
              <a:avLst/>
              <a:gdLst>
                <a:gd name="T0" fmla="*/ 77 w 8"/>
                <a:gd name="T1" fmla="*/ 53 h 9"/>
                <a:gd name="T2" fmla="*/ 68 w 8"/>
                <a:gd name="T3" fmla="*/ 89 h 9"/>
                <a:gd name="T4" fmla="*/ 9 w 8"/>
                <a:gd name="T5" fmla="*/ 80 h 9"/>
                <a:gd name="T6" fmla="*/ 0 w 8"/>
                <a:gd name="T7" fmla="*/ 20 h 9"/>
                <a:gd name="T8" fmla="*/ 19 w 8"/>
                <a:gd name="T9" fmla="*/ 0 h 9"/>
                <a:gd name="T10" fmla="*/ 19 w 8"/>
                <a:gd name="T11" fmla="*/ 0 h 9"/>
                <a:gd name="T12" fmla="*/ 0 w 8"/>
                <a:gd name="T13" fmla="*/ 20 h 9"/>
                <a:gd name="T14" fmla="*/ 9 w 8"/>
                <a:gd name="T15" fmla="*/ 80 h 9"/>
                <a:gd name="T16" fmla="*/ 68 w 8"/>
                <a:gd name="T17" fmla="*/ 89 h 9"/>
                <a:gd name="T18" fmla="*/ 77 w 8"/>
                <a:gd name="T19" fmla="*/ 5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cubicBezTo>
                    <a:pt x="8" y="7"/>
                    <a:pt x="8" y="8"/>
                    <a:pt x="7" y="8"/>
                  </a:cubicBezTo>
                  <a:cubicBezTo>
                    <a:pt x="5" y="9"/>
                    <a:pt x="3" y="9"/>
                    <a:pt x="1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3" y="9"/>
                    <a:pt x="5" y="9"/>
                    <a:pt x="7" y="8"/>
                  </a:cubicBezTo>
                  <a:cubicBezTo>
                    <a:pt x="8" y="8"/>
                    <a:pt x="8" y="7"/>
                    <a:pt x="8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7" name="Freeform 618">
              <a:extLst>
                <a:ext uri="{FF2B5EF4-FFF2-40B4-BE49-F238E27FC236}">
                  <a16:creationId xmlns:a16="http://schemas.microsoft.com/office/drawing/2014/main" id="{ED614B04-EC4F-42B0-B4A9-EF1841C50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502"/>
              <a:ext cx="58" cy="65"/>
            </a:xfrm>
            <a:custGeom>
              <a:avLst/>
              <a:gdLst>
                <a:gd name="T0" fmla="*/ 151 w 28"/>
                <a:gd name="T1" fmla="*/ 36 h 29"/>
                <a:gd name="T2" fmla="*/ 81 w 28"/>
                <a:gd name="T3" fmla="*/ 9 h 29"/>
                <a:gd name="T4" fmla="*/ 44 w 28"/>
                <a:gd name="T5" fmla="*/ 215 h 29"/>
                <a:gd name="T6" fmla="*/ 205 w 28"/>
                <a:gd name="T7" fmla="*/ 307 h 29"/>
                <a:gd name="T8" fmla="*/ 240 w 28"/>
                <a:gd name="T9" fmla="*/ 202 h 29"/>
                <a:gd name="T10" fmla="*/ 189 w 28"/>
                <a:gd name="T11" fmla="*/ 101 h 29"/>
                <a:gd name="T12" fmla="*/ 151 w 28"/>
                <a:gd name="T13" fmla="*/ 3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7" y="3"/>
                  </a:moveTo>
                  <a:cubicBezTo>
                    <a:pt x="14" y="1"/>
                    <a:pt x="12" y="0"/>
                    <a:pt x="9" y="1"/>
                  </a:cubicBezTo>
                  <a:cubicBezTo>
                    <a:pt x="1" y="1"/>
                    <a:pt x="0" y="11"/>
                    <a:pt x="5" y="19"/>
                  </a:cubicBezTo>
                  <a:cubicBezTo>
                    <a:pt x="10" y="26"/>
                    <a:pt x="19" y="29"/>
                    <a:pt x="23" y="27"/>
                  </a:cubicBezTo>
                  <a:cubicBezTo>
                    <a:pt x="27" y="25"/>
                    <a:pt x="28" y="22"/>
                    <a:pt x="27" y="18"/>
                  </a:cubicBezTo>
                  <a:cubicBezTo>
                    <a:pt x="26" y="14"/>
                    <a:pt x="23" y="11"/>
                    <a:pt x="21" y="9"/>
                  </a:cubicBezTo>
                  <a:cubicBezTo>
                    <a:pt x="20" y="7"/>
                    <a:pt x="18" y="4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98" name="Freeform 619">
              <a:extLst>
                <a:ext uri="{FF2B5EF4-FFF2-40B4-BE49-F238E27FC236}">
                  <a16:creationId xmlns:a16="http://schemas.microsoft.com/office/drawing/2014/main" id="{34157E6A-E1F2-429E-80D6-BAF1B056D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518"/>
              <a:ext cx="25" cy="33"/>
            </a:xfrm>
            <a:custGeom>
              <a:avLst/>
              <a:gdLst>
                <a:gd name="T0" fmla="*/ 8 w 12"/>
                <a:gd name="T1" fmla="*/ 9 h 15"/>
                <a:gd name="T2" fmla="*/ 17 w 12"/>
                <a:gd name="T3" fmla="*/ 73 h 15"/>
                <a:gd name="T4" fmla="*/ 83 w 12"/>
                <a:gd name="T5" fmla="*/ 161 h 15"/>
                <a:gd name="T6" fmla="*/ 108 w 12"/>
                <a:gd name="T7" fmla="*/ 150 h 15"/>
                <a:gd name="T8" fmla="*/ 108 w 12"/>
                <a:gd name="T9" fmla="*/ 150 h 15"/>
                <a:gd name="T10" fmla="*/ 83 w 12"/>
                <a:gd name="T11" fmla="*/ 150 h 15"/>
                <a:gd name="T12" fmla="*/ 17 w 12"/>
                <a:gd name="T13" fmla="*/ 73 h 15"/>
                <a:gd name="T14" fmla="*/ 8 w 12"/>
                <a:gd name="T15" fmla="*/ 9 h 15"/>
                <a:gd name="T16" fmla="*/ 35 w 12"/>
                <a:gd name="T17" fmla="*/ 9 h 15"/>
                <a:gd name="T18" fmla="*/ 35 w 12"/>
                <a:gd name="T19" fmla="*/ 9 h 15"/>
                <a:gd name="T20" fmla="*/ 8 w 12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5">
                  <a:moveTo>
                    <a:pt x="1" y="1"/>
                  </a:moveTo>
                  <a:cubicBezTo>
                    <a:pt x="0" y="2"/>
                    <a:pt x="0" y="5"/>
                    <a:pt x="2" y="7"/>
                  </a:cubicBezTo>
                  <a:cubicBezTo>
                    <a:pt x="3" y="11"/>
                    <a:pt x="6" y="14"/>
                    <a:pt x="9" y="15"/>
                  </a:cubicBezTo>
                  <a:cubicBezTo>
                    <a:pt x="10" y="15"/>
                    <a:pt x="11" y="15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1" y="15"/>
                    <a:pt x="10" y="15"/>
                    <a:pt x="9" y="14"/>
                  </a:cubicBezTo>
                  <a:cubicBezTo>
                    <a:pt x="6" y="14"/>
                    <a:pt x="3" y="11"/>
                    <a:pt x="2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9" name="Freeform 620">
              <a:extLst>
                <a:ext uri="{FF2B5EF4-FFF2-40B4-BE49-F238E27FC236}">
                  <a16:creationId xmlns:a16="http://schemas.microsoft.com/office/drawing/2014/main" id="{92E314D9-C3B6-429F-A539-3B18F6340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971"/>
              <a:ext cx="57" cy="56"/>
            </a:xfrm>
            <a:custGeom>
              <a:avLst/>
              <a:gdLst>
                <a:gd name="T0" fmla="*/ 144 w 27"/>
                <a:gd name="T1" fmla="*/ 9 h 25"/>
                <a:gd name="T2" fmla="*/ 76 w 27"/>
                <a:gd name="T3" fmla="*/ 0 h 25"/>
                <a:gd name="T4" fmla="*/ 49 w 27"/>
                <a:gd name="T5" fmla="*/ 202 h 25"/>
                <a:gd name="T6" fmla="*/ 205 w 27"/>
                <a:gd name="T7" fmla="*/ 260 h 25"/>
                <a:gd name="T8" fmla="*/ 236 w 27"/>
                <a:gd name="T9" fmla="*/ 155 h 25"/>
                <a:gd name="T10" fmla="*/ 188 w 27"/>
                <a:gd name="T11" fmla="*/ 65 h 25"/>
                <a:gd name="T12" fmla="*/ 144 w 27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5">
                  <a:moveTo>
                    <a:pt x="15" y="1"/>
                  </a:moveTo>
                  <a:cubicBezTo>
                    <a:pt x="13" y="0"/>
                    <a:pt x="10" y="0"/>
                    <a:pt x="8" y="0"/>
                  </a:cubicBezTo>
                  <a:cubicBezTo>
                    <a:pt x="0" y="2"/>
                    <a:pt x="0" y="11"/>
                    <a:pt x="5" y="18"/>
                  </a:cubicBezTo>
                  <a:cubicBezTo>
                    <a:pt x="11" y="24"/>
                    <a:pt x="19" y="25"/>
                    <a:pt x="22" y="23"/>
                  </a:cubicBezTo>
                  <a:cubicBezTo>
                    <a:pt x="26" y="21"/>
                    <a:pt x="27" y="17"/>
                    <a:pt x="25" y="14"/>
                  </a:cubicBezTo>
                  <a:cubicBezTo>
                    <a:pt x="24" y="10"/>
                    <a:pt x="21" y="8"/>
                    <a:pt x="20" y="6"/>
                  </a:cubicBezTo>
                  <a:cubicBezTo>
                    <a:pt x="18" y="5"/>
                    <a:pt x="17" y="2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00" name="Freeform 621">
              <a:extLst>
                <a:ext uri="{FF2B5EF4-FFF2-40B4-BE49-F238E27FC236}">
                  <a16:creationId xmlns:a16="http://schemas.microsoft.com/office/drawing/2014/main" id="{7F99AFF1-9E8B-4B37-80B7-3130473E5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985"/>
              <a:ext cx="27" cy="29"/>
            </a:xfrm>
            <a:custGeom>
              <a:avLst/>
              <a:gdLst>
                <a:gd name="T0" fmla="*/ 8 w 13"/>
                <a:gd name="T1" fmla="*/ 9 h 13"/>
                <a:gd name="T2" fmla="*/ 17 w 13"/>
                <a:gd name="T3" fmla="*/ 80 h 13"/>
                <a:gd name="T4" fmla="*/ 81 w 13"/>
                <a:gd name="T5" fmla="*/ 145 h 13"/>
                <a:gd name="T6" fmla="*/ 116 w 13"/>
                <a:gd name="T7" fmla="*/ 134 h 13"/>
                <a:gd name="T8" fmla="*/ 116 w 13"/>
                <a:gd name="T9" fmla="*/ 134 h 13"/>
                <a:gd name="T10" fmla="*/ 81 w 13"/>
                <a:gd name="T11" fmla="*/ 134 h 13"/>
                <a:gd name="T12" fmla="*/ 17 w 13"/>
                <a:gd name="T13" fmla="*/ 80 h 13"/>
                <a:gd name="T14" fmla="*/ 8 w 13"/>
                <a:gd name="T15" fmla="*/ 9 h 13"/>
                <a:gd name="T16" fmla="*/ 35 w 13"/>
                <a:gd name="T17" fmla="*/ 0 h 13"/>
                <a:gd name="T18" fmla="*/ 35 w 13"/>
                <a:gd name="T19" fmla="*/ 0 h 13"/>
                <a:gd name="T20" fmla="*/ 8 w 13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1"/>
                  </a:moveTo>
                  <a:cubicBezTo>
                    <a:pt x="0" y="2"/>
                    <a:pt x="1" y="4"/>
                    <a:pt x="2" y="7"/>
                  </a:cubicBezTo>
                  <a:cubicBezTo>
                    <a:pt x="4" y="10"/>
                    <a:pt x="7" y="12"/>
                    <a:pt x="9" y="13"/>
                  </a:cubicBezTo>
                  <a:cubicBezTo>
                    <a:pt x="11" y="13"/>
                    <a:pt x="12" y="13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11" y="13"/>
                    <a:pt x="9" y="12"/>
                  </a:cubicBezTo>
                  <a:cubicBezTo>
                    <a:pt x="7" y="12"/>
                    <a:pt x="4" y="10"/>
                    <a:pt x="2" y="7"/>
                  </a:cubicBezTo>
                  <a:cubicBezTo>
                    <a:pt x="1" y="4"/>
                    <a:pt x="1" y="3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1" name="Freeform 622">
              <a:extLst>
                <a:ext uri="{FF2B5EF4-FFF2-40B4-BE49-F238E27FC236}">
                  <a16:creationId xmlns:a16="http://schemas.microsoft.com/office/drawing/2014/main" id="{8292E03E-894A-4FBE-A62C-EDF53A26F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762"/>
              <a:ext cx="48" cy="58"/>
            </a:xfrm>
            <a:custGeom>
              <a:avLst/>
              <a:gdLst>
                <a:gd name="T0" fmla="*/ 73 w 23"/>
                <a:gd name="T1" fmla="*/ 0 h 26"/>
                <a:gd name="T2" fmla="*/ 0 w 23"/>
                <a:gd name="T3" fmla="*/ 89 h 26"/>
                <a:gd name="T4" fmla="*/ 73 w 23"/>
                <a:gd name="T5" fmla="*/ 243 h 26"/>
                <a:gd name="T6" fmla="*/ 165 w 23"/>
                <a:gd name="T7" fmla="*/ 243 h 26"/>
                <a:gd name="T8" fmla="*/ 73 w 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0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3" y="18"/>
                    <a:pt x="8" y="22"/>
                  </a:cubicBezTo>
                  <a:cubicBezTo>
                    <a:pt x="12" y="26"/>
                    <a:pt x="16" y="24"/>
                    <a:pt x="18" y="22"/>
                  </a:cubicBezTo>
                  <a:cubicBezTo>
                    <a:pt x="23" y="16"/>
                    <a:pt x="16" y="1"/>
                    <a:pt x="8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02" name="Freeform 623">
              <a:extLst>
                <a:ext uri="{FF2B5EF4-FFF2-40B4-BE49-F238E27FC236}">
                  <a16:creationId xmlns:a16="http://schemas.microsoft.com/office/drawing/2014/main" id="{EA8C5CFD-0CCC-446B-BCDB-4BC61FD99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770"/>
              <a:ext cx="21" cy="34"/>
            </a:xfrm>
            <a:custGeom>
              <a:avLst/>
              <a:gdLst>
                <a:gd name="T0" fmla="*/ 8 w 10"/>
                <a:gd name="T1" fmla="*/ 11 h 15"/>
                <a:gd name="T2" fmla="*/ 8 w 10"/>
                <a:gd name="T3" fmla="*/ 82 h 15"/>
                <a:gd name="T4" fmla="*/ 67 w 10"/>
                <a:gd name="T5" fmla="*/ 165 h 15"/>
                <a:gd name="T6" fmla="*/ 92 w 10"/>
                <a:gd name="T7" fmla="*/ 165 h 15"/>
                <a:gd name="T8" fmla="*/ 92 w 10"/>
                <a:gd name="T9" fmla="*/ 165 h 15"/>
                <a:gd name="T10" fmla="*/ 67 w 10"/>
                <a:gd name="T11" fmla="*/ 165 h 15"/>
                <a:gd name="T12" fmla="*/ 8 w 10"/>
                <a:gd name="T13" fmla="*/ 82 h 15"/>
                <a:gd name="T14" fmla="*/ 8 w 10"/>
                <a:gd name="T15" fmla="*/ 11 h 15"/>
                <a:gd name="T16" fmla="*/ 36 w 10"/>
                <a:gd name="T17" fmla="*/ 0 h 15"/>
                <a:gd name="T18" fmla="*/ 36 w 10"/>
                <a:gd name="T19" fmla="*/ 0 h 15"/>
                <a:gd name="T20" fmla="*/ 8 w 10"/>
                <a:gd name="T21" fmla="*/ 11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5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1" y="10"/>
                    <a:pt x="4" y="13"/>
                    <a:pt x="7" y="14"/>
                  </a:cubicBezTo>
                  <a:cubicBezTo>
                    <a:pt x="8" y="15"/>
                    <a:pt x="9" y="15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5"/>
                    <a:pt x="8" y="15"/>
                    <a:pt x="7" y="14"/>
                  </a:cubicBezTo>
                  <a:cubicBezTo>
                    <a:pt x="4" y="13"/>
                    <a:pt x="2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3" name="Freeform 624">
              <a:extLst>
                <a:ext uri="{FF2B5EF4-FFF2-40B4-BE49-F238E27FC236}">
                  <a16:creationId xmlns:a16="http://schemas.microsoft.com/office/drawing/2014/main" id="{35B9023B-DA1A-4D36-A320-4E10E1BF1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799"/>
              <a:ext cx="42" cy="52"/>
            </a:xfrm>
            <a:custGeom>
              <a:avLst/>
              <a:gdLst>
                <a:gd name="T0" fmla="*/ 57 w 20"/>
                <a:gd name="T1" fmla="*/ 0 h 23"/>
                <a:gd name="T2" fmla="*/ 0 w 20"/>
                <a:gd name="T3" fmla="*/ 93 h 23"/>
                <a:gd name="T4" fmla="*/ 57 w 20"/>
                <a:gd name="T5" fmla="*/ 231 h 23"/>
                <a:gd name="T6" fmla="*/ 149 w 20"/>
                <a:gd name="T7" fmla="*/ 231 h 23"/>
                <a:gd name="T8" fmla="*/ 57 w 2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6" y="0"/>
                  </a:moveTo>
                  <a:cubicBezTo>
                    <a:pt x="2" y="0"/>
                    <a:pt x="0" y="4"/>
                    <a:pt x="0" y="8"/>
                  </a:cubicBezTo>
                  <a:cubicBezTo>
                    <a:pt x="0" y="12"/>
                    <a:pt x="3" y="17"/>
                    <a:pt x="6" y="20"/>
                  </a:cubicBezTo>
                  <a:cubicBezTo>
                    <a:pt x="11" y="23"/>
                    <a:pt x="14" y="22"/>
                    <a:pt x="16" y="20"/>
                  </a:cubicBezTo>
                  <a:cubicBezTo>
                    <a:pt x="20" y="15"/>
                    <a:pt x="14" y="1"/>
                    <a:pt x="6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04" name="Freeform 625">
              <a:extLst>
                <a:ext uri="{FF2B5EF4-FFF2-40B4-BE49-F238E27FC236}">
                  <a16:creationId xmlns:a16="http://schemas.microsoft.com/office/drawing/2014/main" id="{E4DE84DD-424B-4F6E-B3AE-56D5B7FA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08"/>
              <a:ext cx="19" cy="29"/>
            </a:xfrm>
            <a:custGeom>
              <a:avLst/>
              <a:gdLst>
                <a:gd name="T0" fmla="*/ 8 w 9"/>
                <a:gd name="T1" fmla="*/ 9 h 13"/>
                <a:gd name="T2" fmla="*/ 8 w 9"/>
                <a:gd name="T3" fmla="*/ 65 h 13"/>
                <a:gd name="T4" fmla="*/ 57 w 9"/>
                <a:gd name="T5" fmla="*/ 145 h 13"/>
                <a:gd name="T6" fmla="*/ 84 w 9"/>
                <a:gd name="T7" fmla="*/ 145 h 13"/>
                <a:gd name="T8" fmla="*/ 84 w 9"/>
                <a:gd name="T9" fmla="*/ 145 h 13"/>
                <a:gd name="T10" fmla="*/ 57 w 9"/>
                <a:gd name="T11" fmla="*/ 145 h 13"/>
                <a:gd name="T12" fmla="*/ 8 w 9"/>
                <a:gd name="T13" fmla="*/ 65 h 13"/>
                <a:gd name="T14" fmla="*/ 8 w 9"/>
                <a:gd name="T15" fmla="*/ 9 h 13"/>
                <a:gd name="T16" fmla="*/ 36 w 9"/>
                <a:gd name="T17" fmla="*/ 0 h 13"/>
                <a:gd name="T18" fmla="*/ 36 w 9"/>
                <a:gd name="T19" fmla="*/ 0 h 13"/>
                <a:gd name="T20" fmla="*/ 8 w 9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1" y="9"/>
                    <a:pt x="4" y="12"/>
                    <a:pt x="6" y="13"/>
                  </a:cubicBezTo>
                  <a:cubicBezTo>
                    <a:pt x="7" y="13"/>
                    <a:pt x="8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7" y="13"/>
                    <a:pt x="6" y="13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5" name="Freeform 626">
              <a:extLst>
                <a:ext uri="{FF2B5EF4-FFF2-40B4-BE49-F238E27FC236}">
                  <a16:creationId xmlns:a16="http://schemas.microsoft.com/office/drawing/2014/main" id="{F462DEBC-A36E-4BF3-89C4-F23FB4037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857"/>
              <a:ext cx="51" cy="43"/>
            </a:xfrm>
            <a:custGeom>
              <a:avLst/>
              <a:gdLst>
                <a:gd name="T0" fmla="*/ 136 w 24"/>
                <a:gd name="T1" fmla="*/ 11 h 19"/>
                <a:gd name="T2" fmla="*/ 60 w 24"/>
                <a:gd name="T3" fmla="*/ 11 h 19"/>
                <a:gd name="T4" fmla="*/ 19 w 24"/>
                <a:gd name="T5" fmla="*/ 81 h 19"/>
                <a:gd name="T6" fmla="*/ 128 w 24"/>
                <a:gd name="T7" fmla="*/ 220 h 19"/>
                <a:gd name="T8" fmla="*/ 221 w 24"/>
                <a:gd name="T9" fmla="*/ 102 h 19"/>
                <a:gd name="T10" fmla="*/ 136 w 24"/>
                <a:gd name="T11" fmla="*/ 11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9">
                  <a:moveTo>
                    <a:pt x="14" y="1"/>
                  </a:moveTo>
                  <a:cubicBezTo>
                    <a:pt x="11" y="0"/>
                    <a:pt x="9" y="0"/>
                    <a:pt x="6" y="1"/>
                  </a:cubicBezTo>
                  <a:cubicBezTo>
                    <a:pt x="4" y="2"/>
                    <a:pt x="2" y="4"/>
                    <a:pt x="2" y="7"/>
                  </a:cubicBezTo>
                  <a:cubicBezTo>
                    <a:pt x="0" y="12"/>
                    <a:pt x="6" y="19"/>
                    <a:pt x="13" y="19"/>
                  </a:cubicBezTo>
                  <a:cubicBezTo>
                    <a:pt x="20" y="19"/>
                    <a:pt x="24" y="13"/>
                    <a:pt x="23" y="9"/>
                  </a:cubicBezTo>
                  <a:cubicBezTo>
                    <a:pt x="22" y="5"/>
                    <a:pt x="20" y="4"/>
                    <a:pt x="14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06" name="Freeform 627">
              <a:extLst>
                <a:ext uri="{FF2B5EF4-FFF2-40B4-BE49-F238E27FC236}">
                  <a16:creationId xmlns:a16="http://schemas.microsoft.com/office/drawing/2014/main" id="{C8226397-2352-45FD-95BC-86635F799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69"/>
              <a:ext cx="27" cy="22"/>
            </a:xfrm>
            <a:custGeom>
              <a:avLst/>
              <a:gdLst>
                <a:gd name="T0" fmla="*/ 100 w 13"/>
                <a:gd name="T1" fmla="*/ 20 h 10"/>
                <a:gd name="T2" fmla="*/ 108 w 13"/>
                <a:gd name="T3" fmla="*/ 73 h 10"/>
                <a:gd name="T4" fmla="*/ 35 w 13"/>
                <a:gd name="T5" fmla="*/ 88 h 10"/>
                <a:gd name="T6" fmla="*/ 0 w 13"/>
                <a:gd name="T7" fmla="*/ 33 h 10"/>
                <a:gd name="T8" fmla="*/ 17 w 13"/>
                <a:gd name="T9" fmla="*/ 0 h 10"/>
                <a:gd name="T10" fmla="*/ 17 w 13"/>
                <a:gd name="T11" fmla="*/ 0 h 10"/>
                <a:gd name="T12" fmla="*/ 0 w 13"/>
                <a:gd name="T13" fmla="*/ 33 h 10"/>
                <a:gd name="T14" fmla="*/ 35 w 13"/>
                <a:gd name="T15" fmla="*/ 88 h 10"/>
                <a:gd name="T16" fmla="*/ 108 w 13"/>
                <a:gd name="T17" fmla="*/ 73 h 10"/>
                <a:gd name="T18" fmla="*/ 100 w 13"/>
                <a:gd name="T19" fmla="*/ 2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1" y="2"/>
                  </a:moveTo>
                  <a:cubicBezTo>
                    <a:pt x="13" y="4"/>
                    <a:pt x="13" y="6"/>
                    <a:pt x="12" y="7"/>
                  </a:cubicBezTo>
                  <a:cubicBezTo>
                    <a:pt x="11" y="8"/>
                    <a:pt x="8" y="9"/>
                    <a:pt x="4" y="8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1" y="7"/>
                    <a:pt x="4" y="8"/>
                  </a:cubicBezTo>
                  <a:cubicBezTo>
                    <a:pt x="8" y="10"/>
                    <a:pt x="11" y="9"/>
                    <a:pt x="12" y="7"/>
                  </a:cubicBezTo>
                  <a:cubicBezTo>
                    <a:pt x="13" y="6"/>
                    <a:pt x="13" y="4"/>
                    <a:pt x="1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7" name="Freeform 628">
              <a:extLst>
                <a:ext uri="{FF2B5EF4-FFF2-40B4-BE49-F238E27FC236}">
                  <a16:creationId xmlns:a16="http://schemas.microsoft.com/office/drawing/2014/main" id="{F1363F43-21F0-4EEA-9C5A-030C8D6D9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913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73 w 24"/>
                <a:gd name="T3" fmla="*/ 9 h 21"/>
                <a:gd name="T4" fmla="*/ 27 w 24"/>
                <a:gd name="T5" fmla="*/ 56 h 21"/>
                <a:gd name="T6" fmla="*/ 100 w 24"/>
                <a:gd name="T7" fmla="*/ 215 h 21"/>
                <a:gd name="T8" fmla="*/ 208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1" y="0"/>
                    <a:pt x="8" y="1"/>
                  </a:cubicBezTo>
                  <a:cubicBezTo>
                    <a:pt x="6" y="1"/>
                    <a:pt x="4" y="3"/>
                    <a:pt x="3" y="5"/>
                  </a:cubicBezTo>
                  <a:cubicBezTo>
                    <a:pt x="0" y="10"/>
                    <a:pt x="4" y="18"/>
                    <a:pt x="11" y="19"/>
                  </a:cubicBezTo>
                  <a:cubicBezTo>
                    <a:pt x="18" y="21"/>
                    <a:pt x="24" y="16"/>
                    <a:pt x="23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08" name="Freeform 629">
              <a:extLst>
                <a:ext uri="{FF2B5EF4-FFF2-40B4-BE49-F238E27FC236}">
                  <a16:creationId xmlns:a16="http://schemas.microsoft.com/office/drawing/2014/main" id="{D0DC23B0-577C-4D15-AA32-AA73F5978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924"/>
              <a:ext cx="25" cy="23"/>
            </a:xfrm>
            <a:custGeom>
              <a:avLst/>
              <a:gdLst>
                <a:gd name="T0" fmla="*/ 100 w 12"/>
                <a:gd name="T1" fmla="*/ 48 h 10"/>
                <a:gd name="T2" fmla="*/ 92 w 12"/>
                <a:gd name="T3" fmla="*/ 110 h 10"/>
                <a:gd name="T4" fmla="*/ 27 w 12"/>
                <a:gd name="T5" fmla="*/ 94 h 10"/>
                <a:gd name="T6" fmla="*/ 0 w 12"/>
                <a:gd name="T7" fmla="*/ 37 h 10"/>
                <a:gd name="T8" fmla="*/ 17 w 12"/>
                <a:gd name="T9" fmla="*/ 0 h 10"/>
                <a:gd name="T10" fmla="*/ 17 w 12"/>
                <a:gd name="T11" fmla="*/ 0 h 10"/>
                <a:gd name="T12" fmla="*/ 0 w 12"/>
                <a:gd name="T13" fmla="*/ 37 h 10"/>
                <a:gd name="T14" fmla="*/ 27 w 12"/>
                <a:gd name="T15" fmla="*/ 94 h 10"/>
                <a:gd name="T16" fmla="*/ 92 w 12"/>
                <a:gd name="T17" fmla="*/ 110 h 10"/>
                <a:gd name="T18" fmla="*/ 100 w 12"/>
                <a:gd name="T19" fmla="*/ 48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12" y="6"/>
                    <a:pt x="12" y="8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0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9" name="Freeform 630">
              <a:extLst>
                <a:ext uri="{FF2B5EF4-FFF2-40B4-BE49-F238E27FC236}">
                  <a16:creationId xmlns:a16="http://schemas.microsoft.com/office/drawing/2014/main" id="{75474BD6-9F09-4000-ADC2-DB4F3F6D6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902"/>
              <a:ext cx="50" cy="58"/>
            </a:xfrm>
            <a:custGeom>
              <a:avLst/>
              <a:gdLst>
                <a:gd name="T0" fmla="*/ 73 w 24"/>
                <a:gd name="T1" fmla="*/ 0 h 26"/>
                <a:gd name="T2" fmla="*/ 0 w 24"/>
                <a:gd name="T3" fmla="*/ 89 h 26"/>
                <a:gd name="T4" fmla="*/ 73 w 24"/>
                <a:gd name="T5" fmla="*/ 243 h 26"/>
                <a:gd name="T6" fmla="*/ 173 w 24"/>
                <a:gd name="T7" fmla="*/ 243 h 26"/>
                <a:gd name="T8" fmla="*/ 73 w 2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8" y="0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4" y="19"/>
                    <a:pt x="8" y="22"/>
                  </a:cubicBezTo>
                  <a:cubicBezTo>
                    <a:pt x="13" y="26"/>
                    <a:pt x="17" y="24"/>
                    <a:pt x="19" y="22"/>
                  </a:cubicBezTo>
                  <a:cubicBezTo>
                    <a:pt x="24" y="17"/>
                    <a:pt x="17" y="1"/>
                    <a:pt x="8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10" name="Freeform 631">
              <a:extLst>
                <a:ext uri="{FF2B5EF4-FFF2-40B4-BE49-F238E27FC236}">
                  <a16:creationId xmlns:a16="http://schemas.microsoft.com/office/drawing/2014/main" id="{92CF6DA4-62C5-4325-AB13-7632D68DF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911"/>
              <a:ext cx="23" cy="33"/>
            </a:xfrm>
            <a:custGeom>
              <a:avLst/>
              <a:gdLst>
                <a:gd name="T0" fmla="*/ 8 w 11"/>
                <a:gd name="T1" fmla="*/ 9 h 15"/>
                <a:gd name="T2" fmla="*/ 8 w 11"/>
                <a:gd name="T3" fmla="*/ 73 h 15"/>
                <a:gd name="T4" fmla="*/ 65 w 11"/>
                <a:gd name="T5" fmla="*/ 161 h 15"/>
                <a:gd name="T6" fmla="*/ 100 w 11"/>
                <a:gd name="T7" fmla="*/ 150 h 15"/>
                <a:gd name="T8" fmla="*/ 100 w 11"/>
                <a:gd name="T9" fmla="*/ 150 h 15"/>
                <a:gd name="T10" fmla="*/ 65 w 11"/>
                <a:gd name="T11" fmla="*/ 150 h 15"/>
                <a:gd name="T12" fmla="*/ 8 w 11"/>
                <a:gd name="T13" fmla="*/ 73 h 15"/>
                <a:gd name="T14" fmla="*/ 8 w 11"/>
                <a:gd name="T15" fmla="*/ 9 h 15"/>
                <a:gd name="T16" fmla="*/ 44 w 11"/>
                <a:gd name="T17" fmla="*/ 0 h 15"/>
                <a:gd name="T18" fmla="*/ 44 w 11"/>
                <a:gd name="T19" fmla="*/ 0 h 15"/>
                <a:gd name="T20" fmla="*/ 8 w 11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5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2" y="10"/>
                    <a:pt x="4" y="14"/>
                    <a:pt x="7" y="15"/>
                  </a:cubicBezTo>
                  <a:cubicBezTo>
                    <a:pt x="9" y="15"/>
                    <a:pt x="10" y="15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5"/>
                    <a:pt x="9" y="15"/>
                    <a:pt x="7" y="14"/>
                  </a:cubicBezTo>
                  <a:cubicBezTo>
                    <a:pt x="5" y="13"/>
                    <a:pt x="2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1" name="Freeform 632">
              <a:extLst>
                <a:ext uri="{FF2B5EF4-FFF2-40B4-BE49-F238E27FC236}">
                  <a16:creationId xmlns:a16="http://schemas.microsoft.com/office/drawing/2014/main" id="{087FB6BD-C841-4AEC-9BCC-C422273B7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958"/>
              <a:ext cx="52" cy="69"/>
            </a:xfrm>
            <a:custGeom>
              <a:avLst/>
              <a:gdLst>
                <a:gd name="T0" fmla="*/ 73 w 25"/>
                <a:gd name="T1" fmla="*/ 20 h 31"/>
                <a:gd name="T2" fmla="*/ 0 w 25"/>
                <a:gd name="T3" fmla="*/ 89 h 31"/>
                <a:gd name="T4" fmla="*/ 73 w 25"/>
                <a:gd name="T5" fmla="*/ 278 h 31"/>
                <a:gd name="T6" fmla="*/ 173 w 25"/>
                <a:gd name="T7" fmla="*/ 323 h 31"/>
                <a:gd name="T8" fmla="*/ 73 w 25"/>
                <a:gd name="T9" fmla="*/ 2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8" y="2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4" y="20"/>
                    <a:pt x="8" y="25"/>
                  </a:cubicBezTo>
                  <a:cubicBezTo>
                    <a:pt x="13" y="31"/>
                    <a:pt x="17" y="31"/>
                    <a:pt x="19" y="29"/>
                  </a:cubicBezTo>
                  <a:cubicBezTo>
                    <a:pt x="25" y="26"/>
                    <a:pt x="17" y="7"/>
                    <a:pt x="8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12" name="Freeform 633">
              <a:extLst>
                <a:ext uri="{FF2B5EF4-FFF2-40B4-BE49-F238E27FC236}">
                  <a16:creationId xmlns:a16="http://schemas.microsoft.com/office/drawing/2014/main" id="{48749372-6C95-48AF-BE57-669E26C19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971"/>
              <a:ext cx="23" cy="40"/>
            </a:xfrm>
            <a:custGeom>
              <a:avLst/>
              <a:gdLst>
                <a:gd name="T0" fmla="*/ 8 w 11"/>
                <a:gd name="T1" fmla="*/ 9 h 18"/>
                <a:gd name="T2" fmla="*/ 8 w 11"/>
                <a:gd name="T3" fmla="*/ 80 h 18"/>
                <a:gd name="T4" fmla="*/ 75 w 11"/>
                <a:gd name="T5" fmla="*/ 187 h 18"/>
                <a:gd name="T6" fmla="*/ 100 w 11"/>
                <a:gd name="T7" fmla="*/ 198 h 18"/>
                <a:gd name="T8" fmla="*/ 100 w 11"/>
                <a:gd name="T9" fmla="*/ 198 h 18"/>
                <a:gd name="T10" fmla="*/ 75 w 11"/>
                <a:gd name="T11" fmla="*/ 187 h 18"/>
                <a:gd name="T12" fmla="*/ 8 w 11"/>
                <a:gd name="T13" fmla="*/ 80 h 18"/>
                <a:gd name="T14" fmla="*/ 17 w 11"/>
                <a:gd name="T15" fmla="*/ 9 h 18"/>
                <a:gd name="T16" fmla="*/ 44 w 11"/>
                <a:gd name="T17" fmla="*/ 20 h 18"/>
                <a:gd name="T18" fmla="*/ 44 w 11"/>
                <a:gd name="T19" fmla="*/ 20 h 18"/>
                <a:gd name="T20" fmla="*/ 8 w 11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1" y="1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2" y="10"/>
                    <a:pt x="5" y="15"/>
                    <a:pt x="8" y="17"/>
                  </a:cubicBezTo>
                  <a:cubicBezTo>
                    <a:pt x="9" y="18"/>
                    <a:pt x="10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9" y="18"/>
                    <a:pt x="8" y="17"/>
                  </a:cubicBezTo>
                  <a:cubicBezTo>
                    <a:pt x="5" y="15"/>
                    <a:pt x="2" y="10"/>
                    <a:pt x="1" y="7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2" y="0"/>
                    <a:pt x="3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3" name="Freeform 634">
              <a:extLst>
                <a:ext uri="{FF2B5EF4-FFF2-40B4-BE49-F238E27FC236}">
                  <a16:creationId xmlns:a16="http://schemas.microsoft.com/office/drawing/2014/main" id="{BBA52915-D4F4-4B39-86EA-143B83309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076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83 w 24"/>
                <a:gd name="T3" fmla="*/ 9 h 21"/>
                <a:gd name="T4" fmla="*/ 27 w 24"/>
                <a:gd name="T5" fmla="*/ 56 h 21"/>
                <a:gd name="T6" fmla="*/ 108 w 24"/>
                <a:gd name="T7" fmla="*/ 226 h 21"/>
                <a:gd name="T8" fmla="*/ 217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6" y="2"/>
                    <a:pt x="4" y="3"/>
                    <a:pt x="3" y="5"/>
                  </a:cubicBezTo>
                  <a:cubicBezTo>
                    <a:pt x="0" y="11"/>
                    <a:pt x="5" y="18"/>
                    <a:pt x="12" y="20"/>
                  </a:cubicBezTo>
                  <a:cubicBezTo>
                    <a:pt x="19" y="21"/>
                    <a:pt x="24" y="17"/>
                    <a:pt x="24" y="12"/>
                  </a:cubicBezTo>
                  <a:cubicBezTo>
                    <a:pt x="23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14" name="Freeform 635">
              <a:extLst>
                <a:ext uri="{FF2B5EF4-FFF2-40B4-BE49-F238E27FC236}">
                  <a16:creationId xmlns:a16="http://schemas.microsoft.com/office/drawing/2014/main" id="{F429E91D-91F1-4BD8-8B83-68CF4E47D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3087"/>
              <a:ext cx="25" cy="25"/>
            </a:xfrm>
            <a:custGeom>
              <a:avLst/>
              <a:gdLst>
                <a:gd name="T0" fmla="*/ 100 w 12"/>
                <a:gd name="T1" fmla="*/ 57 h 11"/>
                <a:gd name="T2" fmla="*/ 100 w 12"/>
                <a:gd name="T3" fmla="*/ 102 h 11"/>
                <a:gd name="T4" fmla="*/ 27 w 12"/>
                <a:gd name="T5" fmla="*/ 93 h 11"/>
                <a:gd name="T6" fmla="*/ 0 w 12"/>
                <a:gd name="T7" fmla="*/ 36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6 h 11"/>
                <a:gd name="T14" fmla="*/ 27 w 12"/>
                <a:gd name="T15" fmla="*/ 102 h 11"/>
                <a:gd name="T16" fmla="*/ 100 w 12"/>
                <a:gd name="T17" fmla="*/ 102 h 11"/>
                <a:gd name="T18" fmla="*/ 100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1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6"/>
                    <a:pt x="3" y="9"/>
                  </a:cubicBezTo>
                  <a:cubicBezTo>
                    <a:pt x="6" y="11"/>
                    <a:pt x="9" y="11"/>
                    <a:pt x="11" y="9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5" name="Freeform 636">
              <a:extLst>
                <a:ext uri="{FF2B5EF4-FFF2-40B4-BE49-F238E27FC236}">
                  <a16:creationId xmlns:a16="http://schemas.microsoft.com/office/drawing/2014/main" id="{4096558C-C3E2-4AAB-A6AD-068FC0F53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065"/>
              <a:ext cx="52" cy="58"/>
            </a:xfrm>
            <a:custGeom>
              <a:avLst/>
              <a:gdLst>
                <a:gd name="T0" fmla="*/ 73 w 25"/>
                <a:gd name="T1" fmla="*/ 0 h 26"/>
                <a:gd name="T2" fmla="*/ 8 w 25"/>
                <a:gd name="T3" fmla="*/ 89 h 26"/>
                <a:gd name="T4" fmla="*/ 73 w 25"/>
                <a:gd name="T5" fmla="*/ 243 h 26"/>
                <a:gd name="T6" fmla="*/ 173 w 25"/>
                <a:gd name="T7" fmla="*/ 243 h 26"/>
                <a:gd name="T8" fmla="*/ 73 w 25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6">
                  <a:moveTo>
                    <a:pt x="8" y="0"/>
                  </a:moveTo>
                  <a:cubicBezTo>
                    <a:pt x="3" y="0"/>
                    <a:pt x="1" y="3"/>
                    <a:pt x="1" y="8"/>
                  </a:cubicBezTo>
                  <a:cubicBezTo>
                    <a:pt x="0" y="13"/>
                    <a:pt x="4" y="19"/>
                    <a:pt x="8" y="22"/>
                  </a:cubicBezTo>
                  <a:cubicBezTo>
                    <a:pt x="13" y="26"/>
                    <a:pt x="17" y="24"/>
                    <a:pt x="19" y="22"/>
                  </a:cubicBezTo>
                  <a:cubicBezTo>
                    <a:pt x="25" y="17"/>
                    <a:pt x="17" y="1"/>
                    <a:pt x="8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16" name="Freeform 637">
              <a:extLst>
                <a:ext uri="{FF2B5EF4-FFF2-40B4-BE49-F238E27FC236}">
                  <a16:creationId xmlns:a16="http://schemas.microsoft.com/office/drawing/2014/main" id="{B459DA0A-D497-4EB2-896D-A0FC2ADE4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074"/>
              <a:ext cx="23" cy="33"/>
            </a:xfrm>
            <a:custGeom>
              <a:avLst/>
              <a:gdLst>
                <a:gd name="T0" fmla="*/ 17 w 11"/>
                <a:gd name="T1" fmla="*/ 9 h 15"/>
                <a:gd name="T2" fmla="*/ 8 w 11"/>
                <a:gd name="T3" fmla="*/ 73 h 15"/>
                <a:gd name="T4" fmla="*/ 75 w 11"/>
                <a:gd name="T5" fmla="*/ 150 h 15"/>
                <a:gd name="T6" fmla="*/ 100 w 11"/>
                <a:gd name="T7" fmla="*/ 150 h 15"/>
                <a:gd name="T8" fmla="*/ 100 w 11"/>
                <a:gd name="T9" fmla="*/ 150 h 15"/>
                <a:gd name="T10" fmla="*/ 75 w 11"/>
                <a:gd name="T11" fmla="*/ 150 h 15"/>
                <a:gd name="T12" fmla="*/ 8 w 11"/>
                <a:gd name="T13" fmla="*/ 73 h 15"/>
                <a:gd name="T14" fmla="*/ 17 w 11"/>
                <a:gd name="T15" fmla="*/ 9 h 15"/>
                <a:gd name="T16" fmla="*/ 44 w 11"/>
                <a:gd name="T17" fmla="*/ 0 h 15"/>
                <a:gd name="T18" fmla="*/ 44 w 11"/>
                <a:gd name="T19" fmla="*/ 0 h 15"/>
                <a:gd name="T20" fmla="*/ 17 w 11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5">
                  <a:moveTo>
                    <a:pt x="2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2" y="10"/>
                    <a:pt x="5" y="13"/>
                    <a:pt x="8" y="14"/>
                  </a:cubicBezTo>
                  <a:cubicBezTo>
                    <a:pt x="9" y="15"/>
                    <a:pt x="10" y="15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5"/>
                    <a:pt x="9" y="15"/>
                    <a:pt x="8" y="14"/>
                  </a:cubicBezTo>
                  <a:cubicBezTo>
                    <a:pt x="5" y="13"/>
                    <a:pt x="2" y="10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7" name="Freeform 638">
              <a:extLst>
                <a:ext uri="{FF2B5EF4-FFF2-40B4-BE49-F238E27FC236}">
                  <a16:creationId xmlns:a16="http://schemas.microsoft.com/office/drawing/2014/main" id="{8F543B6C-E9CF-4B40-B11A-FE0315733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958"/>
              <a:ext cx="48" cy="47"/>
            </a:xfrm>
            <a:custGeom>
              <a:avLst/>
              <a:gdLst>
                <a:gd name="T0" fmla="*/ 144 w 23"/>
                <a:gd name="T1" fmla="*/ 20 h 21"/>
                <a:gd name="T2" fmla="*/ 73 w 23"/>
                <a:gd name="T3" fmla="*/ 0 h 21"/>
                <a:gd name="T4" fmla="*/ 27 w 23"/>
                <a:gd name="T5" fmla="*/ 56 h 21"/>
                <a:gd name="T6" fmla="*/ 100 w 23"/>
                <a:gd name="T7" fmla="*/ 215 h 21"/>
                <a:gd name="T8" fmla="*/ 209 w 23"/>
                <a:gd name="T9" fmla="*/ 125 h 21"/>
                <a:gd name="T10" fmla="*/ 144 w 23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2"/>
                  </a:moveTo>
                  <a:cubicBezTo>
                    <a:pt x="13" y="1"/>
                    <a:pt x="11" y="0"/>
                    <a:pt x="8" y="0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1"/>
                  </a:cubicBezTo>
                  <a:cubicBezTo>
                    <a:pt x="23" y="7"/>
                    <a:pt x="21" y="6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18" name="Freeform 639">
              <a:extLst>
                <a:ext uri="{FF2B5EF4-FFF2-40B4-BE49-F238E27FC236}">
                  <a16:creationId xmlns:a16="http://schemas.microsoft.com/office/drawing/2014/main" id="{8772958E-A991-4BF2-B5E8-510C0C1D3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969"/>
              <a:ext cx="25" cy="22"/>
            </a:xfrm>
            <a:custGeom>
              <a:avLst/>
              <a:gdLst>
                <a:gd name="T0" fmla="*/ 100 w 12"/>
                <a:gd name="T1" fmla="*/ 44 h 10"/>
                <a:gd name="T2" fmla="*/ 92 w 12"/>
                <a:gd name="T3" fmla="*/ 88 h 10"/>
                <a:gd name="T4" fmla="*/ 27 w 12"/>
                <a:gd name="T5" fmla="*/ 88 h 10"/>
                <a:gd name="T6" fmla="*/ 0 w 12"/>
                <a:gd name="T7" fmla="*/ 33 h 10"/>
                <a:gd name="T8" fmla="*/ 17 w 12"/>
                <a:gd name="T9" fmla="*/ 0 h 10"/>
                <a:gd name="T10" fmla="*/ 17 w 12"/>
                <a:gd name="T11" fmla="*/ 0 h 10"/>
                <a:gd name="T12" fmla="*/ 0 w 12"/>
                <a:gd name="T13" fmla="*/ 20 h 10"/>
                <a:gd name="T14" fmla="*/ 27 w 12"/>
                <a:gd name="T15" fmla="*/ 88 h 10"/>
                <a:gd name="T16" fmla="*/ 92 w 12"/>
                <a:gd name="T17" fmla="*/ 97 h 10"/>
                <a:gd name="T18" fmla="*/ 100 w 12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12" y="6"/>
                    <a:pt x="11" y="7"/>
                    <a:pt x="10" y="8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0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9" name="Freeform 640">
              <a:extLst>
                <a:ext uri="{FF2B5EF4-FFF2-40B4-BE49-F238E27FC236}">
                  <a16:creationId xmlns:a16="http://schemas.microsoft.com/office/drawing/2014/main" id="{88179787-EAE3-401D-863D-564416A1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301"/>
              <a:ext cx="65" cy="52"/>
            </a:xfrm>
            <a:custGeom>
              <a:avLst/>
              <a:gdLst>
                <a:gd name="T0" fmla="*/ 128 w 31"/>
                <a:gd name="T1" fmla="*/ 11 h 23"/>
                <a:gd name="T2" fmla="*/ 65 w 31"/>
                <a:gd name="T3" fmla="*/ 25 h 23"/>
                <a:gd name="T4" fmla="*/ 92 w 31"/>
                <a:gd name="T5" fmla="*/ 219 h 23"/>
                <a:gd name="T6" fmla="*/ 260 w 31"/>
                <a:gd name="T7" fmla="*/ 219 h 23"/>
                <a:gd name="T8" fmla="*/ 260 w 31"/>
                <a:gd name="T9" fmla="*/ 102 h 23"/>
                <a:gd name="T10" fmla="*/ 193 w 31"/>
                <a:gd name="T11" fmla="*/ 45 h 23"/>
                <a:gd name="T12" fmla="*/ 128 w 31"/>
                <a:gd name="T13" fmla="*/ 1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3">
                  <a:moveTo>
                    <a:pt x="14" y="1"/>
                  </a:moveTo>
                  <a:cubicBezTo>
                    <a:pt x="12" y="0"/>
                    <a:pt x="9" y="0"/>
                    <a:pt x="7" y="2"/>
                  </a:cubicBezTo>
                  <a:cubicBezTo>
                    <a:pt x="0" y="6"/>
                    <a:pt x="3" y="15"/>
                    <a:pt x="10" y="19"/>
                  </a:cubicBezTo>
                  <a:cubicBezTo>
                    <a:pt x="17" y="23"/>
                    <a:pt x="26" y="22"/>
                    <a:pt x="28" y="19"/>
                  </a:cubicBezTo>
                  <a:cubicBezTo>
                    <a:pt x="31" y="15"/>
                    <a:pt x="31" y="12"/>
                    <a:pt x="28" y="9"/>
                  </a:cubicBezTo>
                  <a:cubicBezTo>
                    <a:pt x="26" y="6"/>
                    <a:pt x="23" y="5"/>
                    <a:pt x="21" y="4"/>
                  </a:cubicBezTo>
                  <a:cubicBezTo>
                    <a:pt x="19" y="3"/>
                    <a:pt x="16" y="1"/>
                    <a:pt x="14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20" name="Freeform 641">
              <a:extLst>
                <a:ext uri="{FF2B5EF4-FFF2-40B4-BE49-F238E27FC236}">
                  <a16:creationId xmlns:a16="http://schemas.microsoft.com/office/drawing/2014/main" id="{F6593AA4-B5C2-4CAA-82F7-04FA06CC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317"/>
              <a:ext cx="29" cy="22"/>
            </a:xfrm>
            <a:custGeom>
              <a:avLst/>
              <a:gdLst>
                <a:gd name="T0" fmla="*/ 0 w 14"/>
                <a:gd name="T1" fmla="*/ 9 h 10"/>
                <a:gd name="T2" fmla="*/ 17 w 14"/>
                <a:gd name="T3" fmla="*/ 64 h 10"/>
                <a:gd name="T4" fmla="*/ 99 w 14"/>
                <a:gd name="T5" fmla="*/ 97 h 10"/>
                <a:gd name="T6" fmla="*/ 124 w 14"/>
                <a:gd name="T7" fmla="*/ 88 h 10"/>
                <a:gd name="T8" fmla="*/ 124 w 14"/>
                <a:gd name="T9" fmla="*/ 88 h 10"/>
                <a:gd name="T10" fmla="*/ 99 w 14"/>
                <a:gd name="T11" fmla="*/ 97 h 10"/>
                <a:gd name="T12" fmla="*/ 25 w 14"/>
                <a:gd name="T13" fmla="*/ 64 h 10"/>
                <a:gd name="T14" fmla="*/ 0 w 14"/>
                <a:gd name="T15" fmla="*/ 9 h 10"/>
                <a:gd name="T16" fmla="*/ 17 w 14"/>
                <a:gd name="T17" fmla="*/ 0 h 10"/>
                <a:gd name="T18" fmla="*/ 17 w 14"/>
                <a:gd name="T19" fmla="*/ 0 h 10"/>
                <a:gd name="T20" fmla="*/ 0 w 14"/>
                <a:gd name="T21" fmla="*/ 9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0">
                  <a:moveTo>
                    <a:pt x="0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5" y="9"/>
                    <a:pt x="9" y="10"/>
                    <a:pt x="11" y="9"/>
                  </a:cubicBezTo>
                  <a:cubicBezTo>
                    <a:pt x="13" y="9"/>
                    <a:pt x="13" y="9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9"/>
                    <a:pt x="12" y="9"/>
                    <a:pt x="11" y="9"/>
                  </a:cubicBezTo>
                  <a:cubicBezTo>
                    <a:pt x="9" y="10"/>
                    <a:pt x="5" y="8"/>
                    <a:pt x="3" y="6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1" name="Freeform 642">
              <a:extLst>
                <a:ext uri="{FF2B5EF4-FFF2-40B4-BE49-F238E27FC236}">
                  <a16:creationId xmlns:a16="http://schemas.microsoft.com/office/drawing/2014/main" id="{1E7681C7-735B-4C3B-A4CF-061538367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333"/>
              <a:ext cx="46" cy="49"/>
            </a:xfrm>
            <a:custGeom>
              <a:avLst/>
              <a:gdLst>
                <a:gd name="T0" fmla="*/ 144 w 22"/>
                <a:gd name="T1" fmla="*/ 36 h 22"/>
                <a:gd name="T2" fmla="*/ 84 w 22"/>
                <a:gd name="T3" fmla="*/ 9 h 22"/>
                <a:gd name="T4" fmla="*/ 27 w 22"/>
                <a:gd name="T5" fmla="*/ 45 h 22"/>
                <a:gd name="T6" fmla="*/ 92 w 22"/>
                <a:gd name="T7" fmla="*/ 209 h 22"/>
                <a:gd name="T8" fmla="*/ 201 w 22"/>
                <a:gd name="T9" fmla="*/ 145 h 22"/>
                <a:gd name="T10" fmla="*/ 144 w 22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6" y="3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7" y="1"/>
                    <a:pt x="4" y="2"/>
                    <a:pt x="3" y="4"/>
                  </a:cubicBezTo>
                  <a:cubicBezTo>
                    <a:pt x="0" y="9"/>
                    <a:pt x="3" y="17"/>
                    <a:pt x="10" y="19"/>
                  </a:cubicBezTo>
                  <a:cubicBezTo>
                    <a:pt x="16" y="22"/>
                    <a:pt x="22" y="18"/>
                    <a:pt x="22" y="13"/>
                  </a:cubicBezTo>
                  <a:cubicBezTo>
                    <a:pt x="22" y="9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22" name="Freeform 643">
              <a:extLst>
                <a:ext uri="{FF2B5EF4-FFF2-40B4-BE49-F238E27FC236}">
                  <a16:creationId xmlns:a16="http://schemas.microsoft.com/office/drawing/2014/main" id="{015E41CE-0748-4347-9B96-F84B235DD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344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92 w 12"/>
                <a:gd name="T3" fmla="*/ 105 h 11"/>
                <a:gd name="T4" fmla="*/ 27 w 12"/>
                <a:gd name="T5" fmla="*/ 81 h 11"/>
                <a:gd name="T6" fmla="*/ 8 w 12"/>
                <a:gd name="T7" fmla="*/ 20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20 h 11"/>
                <a:gd name="T14" fmla="*/ 27 w 12"/>
                <a:gd name="T15" fmla="*/ 81 h 11"/>
                <a:gd name="T16" fmla="*/ 92 w 12"/>
                <a:gd name="T17" fmla="*/ 105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9"/>
                    <a:pt x="10" y="10"/>
                  </a:cubicBezTo>
                  <a:cubicBezTo>
                    <a:pt x="9" y="11"/>
                    <a:pt x="6" y="10"/>
                    <a:pt x="3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9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3" name="Freeform 644">
              <a:extLst>
                <a:ext uri="{FF2B5EF4-FFF2-40B4-BE49-F238E27FC236}">
                  <a16:creationId xmlns:a16="http://schemas.microsoft.com/office/drawing/2014/main" id="{7A31747A-534C-462C-A877-67663C819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192"/>
              <a:ext cx="65" cy="72"/>
            </a:xfrm>
            <a:custGeom>
              <a:avLst/>
              <a:gdLst>
                <a:gd name="T0" fmla="*/ 185 w 31"/>
                <a:gd name="T1" fmla="*/ 329 h 32"/>
                <a:gd name="T2" fmla="*/ 252 w 31"/>
                <a:gd name="T3" fmla="*/ 126 h 32"/>
                <a:gd name="T4" fmla="*/ 65 w 31"/>
                <a:gd name="T5" fmla="*/ 72 h 32"/>
                <a:gd name="T6" fmla="*/ 185 w 31"/>
                <a:gd name="T7" fmla="*/ 32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2">
                  <a:moveTo>
                    <a:pt x="20" y="29"/>
                  </a:moveTo>
                  <a:cubicBezTo>
                    <a:pt x="28" y="27"/>
                    <a:pt x="31" y="19"/>
                    <a:pt x="27" y="11"/>
                  </a:cubicBezTo>
                  <a:cubicBezTo>
                    <a:pt x="22" y="3"/>
                    <a:pt x="14" y="0"/>
                    <a:pt x="7" y="6"/>
                  </a:cubicBezTo>
                  <a:cubicBezTo>
                    <a:pt x="0" y="11"/>
                    <a:pt x="6" y="32"/>
                    <a:pt x="20" y="29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24" name="Freeform 645">
              <a:extLst>
                <a:ext uri="{FF2B5EF4-FFF2-40B4-BE49-F238E27FC236}">
                  <a16:creationId xmlns:a16="http://schemas.microsoft.com/office/drawing/2014/main" id="{AB1569C7-AF8E-4768-B986-25FEF202A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3214"/>
              <a:ext cx="33" cy="29"/>
            </a:xfrm>
            <a:custGeom>
              <a:avLst/>
              <a:gdLst>
                <a:gd name="T0" fmla="*/ 124 w 16"/>
                <a:gd name="T1" fmla="*/ 20 h 13"/>
                <a:gd name="T2" fmla="*/ 132 w 16"/>
                <a:gd name="T3" fmla="*/ 89 h 13"/>
                <a:gd name="T4" fmla="*/ 80 w 16"/>
                <a:gd name="T5" fmla="*/ 145 h 13"/>
                <a:gd name="T6" fmla="*/ 17 w 16"/>
                <a:gd name="T7" fmla="*/ 89 h 13"/>
                <a:gd name="T8" fmla="*/ 17 w 16"/>
                <a:gd name="T9" fmla="*/ 0 h 13"/>
                <a:gd name="T10" fmla="*/ 17 w 16"/>
                <a:gd name="T11" fmla="*/ 0 h 13"/>
                <a:gd name="T12" fmla="*/ 17 w 16"/>
                <a:gd name="T13" fmla="*/ 89 h 13"/>
                <a:gd name="T14" fmla="*/ 80 w 16"/>
                <a:gd name="T15" fmla="*/ 145 h 13"/>
                <a:gd name="T16" fmla="*/ 132 w 16"/>
                <a:gd name="T17" fmla="*/ 89 h 13"/>
                <a:gd name="T18" fmla="*/ 124 w 16"/>
                <a:gd name="T19" fmla="*/ 2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4" y="2"/>
                  </a:moveTo>
                  <a:cubicBezTo>
                    <a:pt x="16" y="3"/>
                    <a:pt x="16" y="6"/>
                    <a:pt x="15" y="8"/>
                  </a:cubicBezTo>
                  <a:cubicBezTo>
                    <a:pt x="14" y="11"/>
                    <a:pt x="11" y="13"/>
                    <a:pt x="9" y="13"/>
                  </a:cubicBezTo>
                  <a:cubicBezTo>
                    <a:pt x="6" y="13"/>
                    <a:pt x="4" y="11"/>
                    <a:pt x="2" y="8"/>
                  </a:cubicBezTo>
                  <a:cubicBezTo>
                    <a:pt x="0" y="5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5"/>
                    <a:pt x="2" y="8"/>
                  </a:cubicBezTo>
                  <a:cubicBezTo>
                    <a:pt x="3" y="11"/>
                    <a:pt x="6" y="13"/>
                    <a:pt x="9" y="13"/>
                  </a:cubicBezTo>
                  <a:cubicBezTo>
                    <a:pt x="11" y="13"/>
                    <a:pt x="14" y="11"/>
                    <a:pt x="15" y="8"/>
                  </a:cubicBezTo>
                  <a:cubicBezTo>
                    <a:pt x="16" y="6"/>
                    <a:pt x="16" y="3"/>
                    <a:pt x="1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5" name="Freeform 646">
              <a:extLst>
                <a:ext uri="{FF2B5EF4-FFF2-40B4-BE49-F238E27FC236}">
                  <a16:creationId xmlns:a16="http://schemas.microsoft.com/office/drawing/2014/main" id="{5477D2EA-00FC-4109-9337-7F3F2F465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987"/>
              <a:ext cx="67" cy="71"/>
            </a:xfrm>
            <a:custGeom>
              <a:avLst/>
              <a:gdLst>
                <a:gd name="T0" fmla="*/ 184 w 32"/>
                <a:gd name="T1" fmla="*/ 315 h 32"/>
                <a:gd name="T2" fmla="*/ 249 w 32"/>
                <a:gd name="T3" fmla="*/ 118 h 32"/>
                <a:gd name="T4" fmla="*/ 75 w 32"/>
                <a:gd name="T5" fmla="*/ 64 h 32"/>
                <a:gd name="T6" fmla="*/ 184 w 32"/>
                <a:gd name="T7" fmla="*/ 31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2">
                  <a:moveTo>
                    <a:pt x="20" y="29"/>
                  </a:moveTo>
                  <a:cubicBezTo>
                    <a:pt x="29" y="28"/>
                    <a:pt x="32" y="19"/>
                    <a:pt x="27" y="11"/>
                  </a:cubicBezTo>
                  <a:cubicBezTo>
                    <a:pt x="23" y="3"/>
                    <a:pt x="15" y="0"/>
                    <a:pt x="8" y="6"/>
                  </a:cubicBezTo>
                  <a:cubicBezTo>
                    <a:pt x="0" y="12"/>
                    <a:pt x="7" y="32"/>
                    <a:pt x="20" y="29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26" name="Freeform 647">
              <a:extLst>
                <a:ext uri="{FF2B5EF4-FFF2-40B4-BE49-F238E27FC236}">
                  <a16:creationId xmlns:a16="http://schemas.microsoft.com/office/drawing/2014/main" id="{2A063AAD-A0C4-4061-8936-C2DB6A7F7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009"/>
              <a:ext cx="34" cy="29"/>
            </a:xfrm>
            <a:custGeom>
              <a:avLst/>
              <a:gdLst>
                <a:gd name="T0" fmla="*/ 136 w 16"/>
                <a:gd name="T1" fmla="*/ 20 h 13"/>
                <a:gd name="T2" fmla="*/ 136 w 16"/>
                <a:gd name="T3" fmla="*/ 100 h 13"/>
                <a:gd name="T4" fmla="*/ 77 w 16"/>
                <a:gd name="T5" fmla="*/ 145 h 13"/>
                <a:gd name="T6" fmla="*/ 9 w 16"/>
                <a:gd name="T7" fmla="*/ 89 h 13"/>
                <a:gd name="T8" fmla="*/ 9 w 16"/>
                <a:gd name="T9" fmla="*/ 0 h 13"/>
                <a:gd name="T10" fmla="*/ 9 w 16"/>
                <a:gd name="T11" fmla="*/ 0 h 13"/>
                <a:gd name="T12" fmla="*/ 9 w 16"/>
                <a:gd name="T13" fmla="*/ 89 h 13"/>
                <a:gd name="T14" fmla="*/ 77 w 16"/>
                <a:gd name="T15" fmla="*/ 145 h 13"/>
                <a:gd name="T16" fmla="*/ 145 w 16"/>
                <a:gd name="T17" fmla="*/ 100 h 13"/>
                <a:gd name="T18" fmla="*/ 136 w 16"/>
                <a:gd name="T19" fmla="*/ 2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4" y="2"/>
                  </a:moveTo>
                  <a:cubicBezTo>
                    <a:pt x="15" y="4"/>
                    <a:pt x="16" y="6"/>
                    <a:pt x="14" y="9"/>
                  </a:cubicBezTo>
                  <a:cubicBezTo>
                    <a:pt x="13" y="11"/>
                    <a:pt x="11" y="13"/>
                    <a:pt x="8" y="13"/>
                  </a:cubicBezTo>
                  <a:cubicBezTo>
                    <a:pt x="6" y="13"/>
                    <a:pt x="3" y="11"/>
                    <a:pt x="1" y="8"/>
                  </a:cubicBezTo>
                  <a:cubicBezTo>
                    <a:pt x="0" y="6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6"/>
                    <a:pt x="1" y="8"/>
                  </a:cubicBezTo>
                  <a:cubicBezTo>
                    <a:pt x="3" y="11"/>
                    <a:pt x="6" y="13"/>
                    <a:pt x="8" y="13"/>
                  </a:cubicBezTo>
                  <a:cubicBezTo>
                    <a:pt x="11" y="13"/>
                    <a:pt x="13" y="12"/>
                    <a:pt x="15" y="9"/>
                  </a:cubicBezTo>
                  <a:cubicBezTo>
                    <a:pt x="16" y="6"/>
                    <a:pt x="15" y="4"/>
                    <a:pt x="1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7" name="Freeform 648">
              <a:extLst>
                <a:ext uri="{FF2B5EF4-FFF2-40B4-BE49-F238E27FC236}">
                  <a16:creationId xmlns:a16="http://schemas.microsoft.com/office/drawing/2014/main" id="{ADFA3A9C-A3D8-460B-BC15-623A664C0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478"/>
              <a:ext cx="36" cy="43"/>
            </a:xfrm>
            <a:custGeom>
              <a:avLst/>
              <a:gdLst>
                <a:gd name="T0" fmla="*/ 76 w 17"/>
                <a:gd name="T1" fmla="*/ 195 h 19"/>
                <a:gd name="T2" fmla="*/ 161 w 17"/>
                <a:gd name="T3" fmla="*/ 118 h 19"/>
                <a:gd name="T4" fmla="*/ 76 w 17"/>
                <a:gd name="T5" fmla="*/ 11 h 19"/>
                <a:gd name="T6" fmla="*/ 76 w 17"/>
                <a:gd name="T7" fmla="*/ 19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8" y="17"/>
                  </a:moveTo>
                  <a:cubicBezTo>
                    <a:pt x="12" y="19"/>
                    <a:pt x="17" y="16"/>
                    <a:pt x="17" y="10"/>
                  </a:cubicBezTo>
                  <a:cubicBezTo>
                    <a:pt x="17" y="4"/>
                    <a:pt x="13" y="0"/>
                    <a:pt x="8" y="1"/>
                  </a:cubicBezTo>
                  <a:cubicBezTo>
                    <a:pt x="2" y="2"/>
                    <a:pt x="0" y="15"/>
                    <a:pt x="8" y="17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28" name="Freeform 649">
              <a:extLst>
                <a:ext uri="{FF2B5EF4-FFF2-40B4-BE49-F238E27FC236}">
                  <a16:creationId xmlns:a16="http://schemas.microsoft.com/office/drawing/2014/main" id="{19B67792-3F5B-462F-8BA2-0EA342372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487"/>
              <a:ext cx="18" cy="22"/>
            </a:xfrm>
            <a:custGeom>
              <a:avLst/>
              <a:gdLst>
                <a:gd name="T0" fmla="*/ 72 w 9"/>
                <a:gd name="T1" fmla="*/ 53 h 10"/>
                <a:gd name="T2" fmla="*/ 56 w 9"/>
                <a:gd name="T3" fmla="*/ 97 h 10"/>
                <a:gd name="T4" fmla="*/ 24 w 9"/>
                <a:gd name="T5" fmla="*/ 97 h 10"/>
                <a:gd name="T6" fmla="*/ 0 w 9"/>
                <a:gd name="T7" fmla="*/ 53 h 10"/>
                <a:gd name="T8" fmla="*/ 24 w 9"/>
                <a:gd name="T9" fmla="*/ 0 h 10"/>
                <a:gd name="T10" fmla="*/ 24 w 9"/>
                <a:gd name="T11" fmla="*/ 0 h 10"/>
                <a:gd name="T12" fmla="*/ 0 w 9"/>
                <a:gd name="T13" fmla="*/ 53 h 10"/>
                <a:gd name="T14" fmla="*/ 24 w 9"/>
                <a:gd name="T15" fmla="*/ 97 h 10"/>
                <a:gd name="T16" fmla="*/ 56 w 9"/>
                <a:gd name="T17" fmla="*/ 97 h 10"/>
                <a:gd name="T18" fmla="*/ 72 w 9"/>
                <a:gd name="T19" fmla="*/ 5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0">
                  <a:moveTo>
                    <a:pt x="9" y="5"/>
                  </a:moveTo>
                  <a:cubicBezTo>
                    <a:pt x="9" y="6"/>
                    <a:pt x="9" y="8"/>
                    <a:pt x="7" y="9"/>
                  </a:cubicBezTo>
                  <a:cubicBezTo>
                    <a:pt x="6" y="10"/>
                    <a:pt x="4" y="10"/>
                    <a:pt x="3" y="9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1" y="9"/>
                    <a:pt x="3" y="9"/>
                  </a:cubicBezTo>
                  <a:cubicBezTo>
                    <a:pt x="4" y="10"/>
                    <a:pt x="6" y="10"/>
                    <a:pt x="7" y="9"/>
                  </a:cubicBezTo>
                  <a:cubicBezTo>
                    <a:pt x="9" y="8"/>
                    <a:pt x="9" y="7"/>
                    <a:pt x="9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9" name="Freeform 650">
              <a:extLst>
                <a:ext uri="{FF2B5EF4-FFF2-40B4-BE49-F238E27FC236}">
                  <a16:creationId xmlns:a16="http://schemas.microsoft.com/office/drawing/2014/main" id="{846F058D-AC2C-46D3-AF2F-36103EE9A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762"/>
              <a:ext cx="38" cy="40"/>
            </a:xfrm>
            <a:custGeom>
              <a:avLst/>
              <a:gdLst>
                <a:gd name="T0" fmla="*/ 103 w 18"/>
                <a:gd name="T1" fmla="*/ 178 h 18"/>
                <a:gd name="T2" fmla="*/ 144 w 18"/>
                <a:gd name="T3" fmla="*/ 64 h 18"/>
                <a:gd name="T4" fmla="*/ 36 w 18"/>
                <a:gd name="T5" fmla="*/ 36 h 18"/>
                <a:gd name="T6" fmla="*/ 103 w 18"/>
                <a:gd name="T7" fmla="*/ 17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1" y="16"/>
                  </a:moveTo>
                  <a:cubicBezTo>
                    <a:pt x="16" y="15"/>
                    <a:pt x="18" y="11"/>
                    <a:pt x="15" y="6"/>
                  </a:cubicBezTo>
                  <a:cubicBezTo>
                    <a:pt x="13" y="2"/>
                    <a:pt x="8" y="0"/>
                    <a:pt x="4" y="3"/>
                  </a:cubicBezTo>
                  <a:cubicBezTo>
                    <a:pt x="0" y="7"/>
                    <a:pt x="4" y="18"/>
                    <a:pt x="11" y="1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30" name="Freeform 651">
              <a:extLst>
                <a:ext uri="{FF2B5EF4-FFF2-40B4-BE49-F238E27FC236}">
                  <a16:creationId xmlns:a16="http://schemas.microsoft.com/office/drawing/2014/main" id="{0FBD6863-AD8D-4526-BBD0-3F56FD10B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775"/>
              <a:ext cx="18" cy="16"/>
            </a:xfrm>
            <a:custGeom>
              <a:avLst/>
              <a:gdLst>
                <a:gd name="T0" fmla="*/ 64 w 9"/>
                <a:gd name="T1" fmla="*/ 11 h 7"/>
                <a:gd name="T2" fmla="*/ 64 w 9"/>
                <a:gd name="T3" fmla="*/ 48 h 7"/>
                <a:gd name="T4" fmla="*/ 32 w 9"/>
                <a:gd name="T5" fmla="*/ 85 h 7"/>
                <a:gd name="T6" fmla="*/ 8 w 9"/>
                <a:gd name="T7" fmla="*/ 48 h 7"/>
                <a:gd name="T8" fmla="*/ 8 w 9"/>
                <a:gd name="T9" fmla="*/ 0 h 7"/>
                <a:gd name="T10" fmla="*/ 8 w 9"/>
                <a:gd name="T11" fmla="*/ 0 h 7"/>
                <a:gd name="T12" fmla="*/ 8 w 9"/>
                <a:gd name="T13" fmla="*/ 48 h 7"/>
                <a:gd name="T14" fmla="*/ 32 w 9"/>
                <a:gd name="T15" fmla="*/ 85 h 7"/>
                <a:gd name="T16" fmla="*/ 64 w 9"/>
                <a:gd name="T17" fmla="*/ 57 h 7"/>
                <a:gd name="T18" fmla="*/ 64 w 9"/>
                <a:gd name="T19" fmla="*/ 11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7">
                  <a:moveTo>
                    <a:pt x="8" y="1"/>
                  </a:moveTo>
                  <a:cubicBezTo>
                    <a:pt x="8" y="2"/>
                    <a:pt x="8" y="3"/>
                    <a:pt x="8" y="4"/>
                  </a:cubicBezTo>
                  <a:cubicBezTo>
                    <a:pt x="7" y="6"/>
                    <a:pt x="6" y="7"/>
                    <a:pt x="4" y="7"/>
                  </a:cubicBezTo>
                  <a:cubicBezTo>
                    <a:pt x="3" y="7"/>
                    <a:pt x="2" y="6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1" y="6"/>
                    <a:pt x="3" y="7"/>
                    <a:pt x="4" y="7"/>
                  </a:cubicBezTo>
                  <a:cubicBezTo>
                    <a:pt x="6" y="7"/>
                    <a:pt x="7" y="6"/>
                    <a:pt x="8" y="5"/>
                  </a:cubicBezTo>
                  <a:cubicBezTo>
                    <a:pt x="9" y="3"/>
                    <a:pt x="8" y="2"/>
                    <a:pt x="8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1" name="Freeform 652">
              <a:extLst>
                <a:ext uri="{FF2B5EF4-FFF2-40B4-BE49-F238E27FC236}">
                  <a16:creationId xmlns:a16="http://schemas.microsoft.com/office/drawing/2014/main" id="{E78CCC2B-110B-4898-83CF-2FEB02B36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3377"/>
              <a:ext cx="67" cy="63"/>
            </a:xfrm>
            <a:custGeom>
              <a:avLst/>
              <a:gdLst>
                <a:gd name="T0" fmla="*/ 119 w 32"/>
                <a:gd name="T1" fmla="*/ 25 h 28"/>
                <a:gd name="T2" fmla="*/ 27 w 32"/>
                <a:gd name="T3" fmla="*/ 56 h 28"/>
                <a:gd name="T4" fmla="*/ 109 w 32"/>
                <a:gd name="T5" fmla="*/ 254 h 28"/>
                <a:gd name="T6" fmla="*/ 276 w 32"/>
                <a:gd name="T7" fmla="*/ 275 h 28"/>
                <a:gd name="T8" fmla="*/ 276 w 32"/>
                <a:gd name="T9" fmla="*/ 173 h 28"/>
                <a:gd name="T10" fmla="*/ 201 w 32"/>
                <a:gd name="T11" fmla="*/ 101 h 28"/>
                <a:gd name="T12" fmla="*/ 119 w 32"/>
                <a:gd name="T13" fmla="*/ 2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8">
                  <a:moveTo>
                    <a:pt x="13" y="2"/>
                  </a:moveTo>
                  <a:cubicBezTo>
                    <a:pt x="9" y="0"/>
                    <a:pt x="5" y="1"/>
                    <a:pt x="3" y="5"/>
                  </a:cubicBezTo>
                  <a:cubicBezTo>
                    <a:pt x="0" y="11"/>
                    <a:pt x="4" y="17"/>
                    <a:pt x="12" y="22"/>
                  </a:cubicBezTo>
                  <a:cubicBezTo>
                    <a:pt x="20" y="26"/>
                    <a:pt x="24" y="28"/>
                    <a:pt x="30" y="24"/>
                  </a:cubicBezTo>
                  <a:cubicBezTo>
                    <a:pt x="32" y="22"/>
                    <a:pt x="32" y="19"/>
                    <a:pt x="30" y="15"/>
                  </a:cubicBezTo>
                  <a:cubicBezTo>
                    <a:pt x="28" y="12"/>
                    <a:pt x="26" y="11"/>
                    <a:pt x="22" y="9"/>
                  </a:cubicBezTo>
                  <a:cubicBezTo>
                    <a:pt x="20" y="7"/>
                    <a:pt x="17" y="3"/>
                    <a:pt x="13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32" name="Freeform 653">
              <a:extLst>
                <a:ext uri="{FF2B5EF4-FFF2-40B4-BE49-F238E27FC236}">
                  <a16:creationId xmlns:a16="http://schemas.microsoft.com/office/drawing/2014/main" id="{F0A4EF53-5C1E-4468-86F4-0E4959323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391"/>
              <a:ext cx="36" cy="29"/>
            </a:xfrm>
            <a:custGeom>
              <a:avLst/>
              <a:gdLst>
                <a:gd name="T0" fmla="*/ 161 w 17"/>
                <a:gd name="T1" fmla="*/ 125 h 13"/>
                <a:gd name="T2" fmla="*/ 161 w 17"/>
                <a:gd name="T3" fmla="*/ 134 h 13"/>
                <a:gd name="T4" fmla="*/ 59 w 17"/>
                <a:gd name="T5" fmla="*/ 100 h 13"/>
                <a:gd name="T6" fmla="*/ 0 w 17"/>
                <a:gd name="T7" fmla="*/ 9 h 13"/>
                <a:gd name="T8" fmla="*/ 36 w 17"/>
                <a:gd name="T9" fmla="*/ 0 h 13"/>
                <a:gd name="T10" fmla="*/ 36 w 17"/>
                <a:gd name="T11" fmla="*/ 0 h 13"/>
                <a:gd name="T12" fmla="*/ 0 w 17"/>
                <a:gd name="T13" fmla="*/ 9 h 13"/>
                <a:gd name="T14" fmla="*/ 49 w 17"/>
                <a:gd name="T15" fmla="*/ 100 h 13"/>
                <a:gd name="T16" fmla="*/ 161 w 17"/>
                <a:gd name="T17" fmla="*/ 134 h 13"/>
                <a:gd name="T18" fmla="*/ 161 w 17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3">
                  <a:moveTo>
                    <a:pt x="17" y="11"/>
                  </a:moveTo>
                  <a:cubicBezTo>
                    <a:pt x="17" y="11"/>
                    <a:pt x="17" y="12"/>
                    <a:pt x="17" y="12"/>
                  </a:cubicBezTo>
                  <a:cubicBezTo>
                    <a:pt x="16" y="13"/>
                    <a:pt x="12" y="13"/>
                    <a:pt x="6" y="9"/>
                  </a:cubicBezTo>
                  <a:cubicBezTo>
                    <a:pt x="1" y="6"/>
                    <a:pt x="0" y="3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3"/>
                    <a:pt x="1" y="6"/>
                    <a:pt x="5" y="9"/>
                  </a:cubicBezTo>
                  <a:cubicBezTo>
                    <a:pt x="11" y="13"/>
                    <a:pt x="16" y="13"/>
                    <a:pt x="17" y="12"/>
                  </a:cubicBezTo>
                  <a:cubicBezTo>
                    <a:pt x="17" y="12"/>
                    <a:pt x="17" y="12"/>
                    <a:pt x="1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3" name="Freeform 654">
              <a:extLst>
                <a:ext uri="{FF2B5EF4-FFF2-40B4-BE49-F238E27FC236}">
                  <a16:creationId xmlns:a16="http://schemas.microsoft.com/office/drawing/2014/main" id="{620A1E8C-164E-457B-A1E5-7DB584FC0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357"/>
              <a:ext cx="46" cy="54"/>
            </a:xfrm>
            <a:custGeom>
              <a:avLst/>
              <a:gdLst>
                <a:gd name="T0" fmla="*/ 165 w 22"/>
                <a:gd name="T1" fmla="*/ 207 h 24"/>
                <a:gd name="T2" fmla="*/ 192 w 22"/>
                <a:gd name="T3" fmla="*/ 239 h 24"/>
                <a:gd name="T4" fmla="*/ 176 w 22"/>
                <a:gd name="T5" fmla="*/ 263 h 24"/>
                <a:gd name="T6" fmla="*/ 157 w 22"/>
                <a:gd name="T7" fmla="*/ 254 h 24"/>
                <a:gd name="T8" fmla="*/ 136 w 22"/>
                <a:gd name="T9" fmla="*/ 275 h 24"/>
                <a:gd name="T10" fmla="*/ 109 w 22"/>
                <a:gd name="T11" fmla="*/ 263 h 24"/>
                <a:gd name="T12" fmla="*/ 84 w 22"/>
                <a:gd name="T13" fmla="*/ 227 h 24"/>
                <a:gd name="T14" fmla="*/ 65 w 22"/>
                <a:gd name="T15" fmla="*/ 218 h 24"/>
                <a:gd name="T16" fmla="*/ 36 w 22"/>
                <a:gd name="T17" fmla="*/ 194 h 24"/>
                <a:gd name="T18" fmla="*/ 36 w 22"/>
                <a:gd name="T19" fmla="*/ 162 h 24"/>
                <a:gd name="T20" fmla="*/ 8 w 22"/>
                <a:gd name="T21" fmla="*/ 137 h 24"/>
                <a:gd name="T22" fmla="*/ 27 w 22"/>
                <a:gd name="T23" fmla="*/ 56 h 24"/>
                <a:gd name="T24" fmla="*/ 44 w 22"/>
                <a:gd name="T25" fmla="*/ 36 h 24"/>
                <a:gd name="T26" fmla="*/ 84 w 22"/>
                <a:gd name="T27" fmla="*/ 36 h 24"/>
                <a:gd name="T28" fmla="*/ 100 w 22"/>
                <a:gd name="T29" fmla="*/ 11 h 24"/>
                <a:gd name="T30" fmla="*/ 117 w 22"/>
                <a:gd name="T31" fmla="*/ 36 h 24"/>
                <a:gd name="T32" fmla="*/ 100 w 22"/>
                <a:gd name="T33" fmla="*/ 56 h 24"/>
                <a:gd name="T34" fmla="*/ 128 w 22"/>
                <a:gd name="T35" fmla="*/ 72 h 24"/>
                <a:gd name="T36" fmla="*/ 117 w 22"/>
                <a:gd name="T37" fmla="*/ 101 h 24"/>
                <a:gd name="T38" fmla="*/ 136 w 22"/>
                <a:gd name="T39" fmla="*/ 126 h 24"/>
                <a:gd name="T40" fmla="*/ 136 w 22"/>
                <a:gd name="T41" fmla="*/ 162 h 24"/>
                <a:gd name="T42" fmla="*/ 165 w 22"/>
                <a:gd name="T43" fmla="*/ 207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2" h="24">
                  <a:moveTo>
                    <a:pt x="18" y="18"/>
                  </a:moveTo>
                  <a:cubicBezTo>
                    <a:pt x="19" y="19"/>
                    <a:pt x="22" y="18"/>
                    <a:pt x="21" y="21"/>
                  </a:cubicBezTo>
                  <a:cubicBezTo>
                    <a:pt x="21" y="21"/>
                    <a:pt x="20" y="22"/>
                    <a:pt x="19" y="23"/>
                  </a:cubicBezTo>
                  <a:cubicBezTo>
                    <a:pt x="19" y="23"/>
                    <a:pt x="18" y="22"/>
                    <a:pt x="17" y="22"/>
                  </a:cubicBezTo>
                  <a:cubicBezTo>
                    <a:pt x="16" y="22"/>
                    <a:pt x="16" y="24"/>
                    <a:pt x="15" y="24"/>
                  </a:cubicBezTo>
                  <a:cubicBezTo>
                    <a:pt x="14" y="24"/>
                    <a:pt x="13" y="23"/>
                    <a:pt x="12" y="23"/>
                  </a:cubicBezTo>
                  <a:cubicBezTo>
                    <a:pt x="11" y="23"/>
                    <a:pt x="10" y="21"/>
                    <a:pt x="9" y="20"/>
                  </a:cubicBezTo>
                  <a:cubicBezTo>
                    <a:pt x="8" y="19"/>
                    <a:pt x="8" y="20"/>
                    <a:pt x="7" y="19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4" y="15"/>
                    <a:pt x="4" y="14"/>
                  </a:cubicBezTo>
                  <a:cubicBezTo>
                    <a:pt x="3" y="13"/>
                    <a:pt x="2" y="13"/>
                    <a:pt x="1" y="12"/>
                  </a:cubicBezTo>
                  <a:cubicBezTo>
                    <a:pt x="0" y="9"/>
                    <a:pt x="2" y="7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11" y="3"/>
                    <a:pt x="10" y="2"/>
                    <a:pt x="11" y="1"/>
                  </a:cubicBezTo>
                  <a:cubicBezTo>
                    <a:pt x="13" y="0"/>
                    <a:pt x="14" y="1"/>
                    <a:pt x="13" y="3"/>
                  </a:cubicBezTo>
                  <a:cubicBezTo>
                    <a:pt x="13" y="4"/>
                    <a:pt x="11" y="4"/>
                    <a:pt x="11" y="5"/>
                  </a:cubicBezTo>
                  <a:cubicBezTo>
                    <a:pt x="11" y="5"/>
                    <a:pt x="13" y="6"/>
                    <a:pt x="14" y="6"/>
                  </a:cubicBezTo>
                  <a:cubicBezTo>
                    <a:pt x="14" y="8"/>
                    <a:pt x="14" y="8"/>
                    <a:pt x="13" y="9"/>
                  </a:cubicBezTo>
                  <a:cubicBezTo>
                    <a:pt x="13" y="11"/>
                    <a:pt x="14" y="10"/>
                    <a:pt x="15" y="11"/>
                  </a:cubicBezTo>
                  <a:cubicBezTo>
                    <a:pt x="15" y="12"/>
                    <a:pt x="15" y="13"/>
                    <a:pt x="15" y="14"/>
                  </a:cubicBezTo>
                  <a:cubicBezTo>
                    <a:pt x="14" y="18"/>
                    <a:pt x="17" y="16"/>
                    <a:pt x="18" y="1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4" name="Freeform 655">
              <a:extLst>
                <a:ext uri="{FF2B5EF4-FFF2-40B4-BE49-F238E27FC236}">
                  <a16:creationId xmlns:a16="http://schemas.microsoft.com/office/drawing/2014/main" id="{153B2A26-1CFE-4DE8-8CE4-E368A773D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68"/>
              <a:ext cx="6" cy="20"/>
            </a:xfrm>
            <a:custGeom>
              <a:avLst/>
              <a:gdLst>
                <a:gd name="T0" fmla="*/ 16 w 3"/>
                <a:gd name="T1" fmla="*/ 9 h 9"/>
                <a:gd name="T2" fmla="*/ 0 w 3"/>
                <a:gd name="T3" fmla="*/ 64 h 9"/>
                <a:gd name="T4" fmla="*/ 24 w 3"/>
                <a:gd name="T5" fmla="*/ 98 h 9"/>
                <a:gd name="T6" fmla="*/ 24 w 3"/>
                <a:gd name="T7" fmla="*/ 80 h 9"/>
                <a:gd name="T8" fmla="*/ 16 w 3"/>
                <a:gd name="T9" fmla="*/ 64 h 9"/>
                <a:gd name="T10" fmla="*/ 24 w 3"/>
                <a:gd name="T11" fmla="*/ 36 h 9"/>
                <a:gd name="T12" fmla="*/ 24 w 3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9">
                  <a:moveTo>
                    <a:pt x="2" y="1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0" y="7"/>
                    <a:pt x="3" y="7"/>
                    <a:pt x="3" y="9"/>
                  </a:cubicBezTo>
                  <a:cubicBezTo>
                    <a:pt x="3" y="8"/>
                    <a:pt x="3" y="7"/>
                    <a:pt x="3" y="7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1" y="4"/>
                    <a:pt x="3" y="4"/>
                    <a:pt x="3" y="3"/>
                  </a:cubicBezTo>
                  <a:cubicBezTo>
                    <a:pt x="3" y="2"/>
                    <a:pt x="2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5" name="Freeform 656">
              <a:extLst>
                <a:ext uri="{FF2B5EF4-FFF2-40B4-BE49-F238E27FC236}">
                  <a16:creationId xmlns:a16="http://schemas.microsoft.com/office/drawing/2014/main" id="{C6731691-EE00-4527-A979-4C34B06FA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391"/>
              <a:ext cx="12" cy="11"/>
            </a:xfrm>
            <a:custGeom>
              <a:avLst/>
              <a:gdLst>
                <a:gd name="T0" fmla="*/ 8 w 6"/>
                <a:gd name="T1" fmla="*/ 0 h 5"/>
                <a:gd name="T2" fmla="*/ 24 w 6"/>
                <a:gd name="T3" fmla="*/ 44 h 5"/>
                <a:gd name="T4" fmla="*/ 48 w 6"/>
                <a:gd name="T5" fmla="*/ 53 h 5"/>
                <a:gd name="T6" fmla="*/ 32 w 6"/>
                <a:gd name="T7" fmla="*/ 33 h 5"/>
                <a:gd name="T8" fmla="*/ 8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1"/>
                    <a:pt x="2" y="3"/>
                    <a:pt x="3" y="4"/>
                  </a:cubicBezTo>
                  <a:cubicBezTo>
                    <a:pt x="4" y="4"/>
                    <a:pt x="5" y="4"/>
                    <a:pt x="6" y="5"/>
                  </a:cubicBezTo>
                  <a:cubicBezTo>
                    <a:pt x="6" y="4"/>
                    <a:pt x="5" y="3"/>
                    <a:pt x="4" y="3"/>
                  </a:cubicBezTo>
                  <a:cubicBezTo>
                    <a:pt x="3" y="2"/>
                    <a:pt x="1" y="2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6" name="Freeform 657">
              <a:extLst>
                <a:ext uri="{FF2B5EF4-FFF2-40B4-BE49-F238E27FC236}">
                  <a16:creationId xmlns:a16="http://schemas.microsoft.com/office/drawing/2014/main" id="{68A6D6EF-4A2C-43E7-9A0A-1D877D6EA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384"/>
              <a:ext cx="6" cy="11"/>
            </a:xfrm>
            <a:custGeom>
              <a:avLst/>
              <a:gdLst>
                <a:gd name="T0" fmla="*/ 8 w 3"/>
                <a:gd name="T1" fmla="*/ 9 h 5"/>
                <a:gd name="T2" fmla="*/ 0 w 3"/>
                <a:gd name="T3" fmla="*/ 20 h 5"/>
                <a:gd name="T4" fmla="*/ 8 w 3"/>
                <a:gd name="T5" fmla="*/ 33 h 5"/>
                <a:gd name="T6" fmla="*/ 24 w 3"/>
                <a:gd name="T7" fmla="*/ 53 h 5"/>
                <a:gd name="T8" fmla="*/ 0 w 3"/>
                <a:gd name="T9" fmla="*/ 33 h 5"/>
                <a:gd name="T10" fmla="*/ 0 w 3"/>
                <a:gd name="T11" fmla="*/ 9 h 5"/>
                <a:gd name="T12" fmla="*/ 8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7" name="Freeform 658">
              <a:extLst>
                <a:ext uri="{FF2B5EF4-FFF2-40B4-BE49-F238E27FC236}">
                  <a16:creationId xmlns:a16="http://schemas.microsoft.com/office/drawing/2014/main" id="{072BB8D6-7A6F-4E1C-AD91-0560FC36C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382"/>
              <a:ext cx="4" cy="4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8 h 2"/>
                <a:gd name="T4" fmla="*/ 8 w 2"/>
                <a:gd name="T5" fmla="*/ 16 h 2"/>
                <a:gd name="T6" fmla="*/ 0 w 2"/>
                <a:gd name="T7" fmla="*/ 8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8" name="Freeform 659">
              <a:extLst>
                <a:ext uri="{FF2B5EF4-FFF2-40B4-BE49-F238E27FC236}">
                  <a16:creationId xmlns:a16="http://schemas.microsoft.com/office/drawing/2014/main" id="{4A4B668B-83E0-4EE7-86D7-243AC2274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362"/>
              <a:ext cx="7" cy="4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16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0"/>
                    <a:pt x="1" y="2"/>
                    <a:pt x="0" y="2"/>
                  </a:cubicBezTo>
                  <a:cubicBezTo>
                    <a:pt x="1" y="1"/>
                    <a:pt x="2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9" name="Freeform 660">
              <a:extLst>
                <a:ext uri="{FF2B5EF4-FFF2-40B4-BE49-F238E27FC236}">
                  <a16:creationId xmlns:a16="http://schemas.microsoft.com/office/drawing/2014/main" id="{982A886D-42E8-4C24-BE0D-981168AFB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77"/>
              <a:ext cx="6" cy="9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25 h 4"/>
                <a:gd name="T4" fmla="*/ 24 w 3"/>
                <a:gd name="T5" fmla="*/ 45 h 4"/>
                <a:gd name="T6" fmla="*/ 16 w 3"/>
                <a:gd name="T7" fmla="*/ 25 h 4"/>
                <a:gd name="T8" fmla="*/ 8 w 3"/>
                <a:gd name="T9" fmla="*/ 25 h 4"/>
                <a:gd name="T10" fmla="*/ 8 w 3"/>
                <a:gd name="T11" fmla="*/ 1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2" y="3"/>
                    <a:pt x="3" y="3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0" name="Freeform 661">
              <a:extLst>
                <a:ext uri="{FF2B5EF4-FFF2-40B4-BE49-F238E27FC236}">
                  <a16:creationId xmlns:a16="http://schemas.microsoft.com/office/drawing/2014/main" id="{7498B800-19BA-4218-BAE3-FEA43745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397"/>
              <a:ext cx="8" cy="5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33 h 2"/>
                <a:gd name="T4" fmla="*/ 16 w 4"/>
                <a:gd name="T5" fmla="*/ 0 h 2"/>
                <a:gd name="T6" fmla="*/ 8 w 4"/>
                <a:gd name="T7" fmla="*/ 0 h 2"/>
                <a:gd name="T8" fmla="*/ 0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1" name="Freeform 662">
              <a:extLst>
                <a:ext uri="{FF2B5EF4-FFF2-40B4-BE49-F238E27FC236}">
                  <a16:creationId xmlns:a16="http://schemas.microsoft.com/office/drawing/2014/main" id="{B2204F44-E239-410C-BB4F-5AB2E0B99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391"/>
              <a:ext cx="10" cy="9"/>
            </a:xfrm>
            <a:custGeom>
              <a:avLst/>
              <a:gdLst>
                <a:gd name="T0" fmla="*/ 0 w 5"/>
                <a:gd name="T1" fmla="*/ 0 h 4"/>
                <a:gd name="T2" fmla="*/ 24 w 5"/>
                <a:gd name="T3" fmla="*/ 25 h 4"/>
                <a:gd name="T4" fmla="*/ 40 w 5"/>
                <a:gd name="T5" fmla="*/ 45 h 4"/>
                <a:gd name="T6" fmla="*/ 16 w 5"/>
                <a:gd name="T7" fmla="*/ 36 h 4"/>
                <a:gd name="T8" fmla="*/ 0 w 5"/>
                <a:gd name="T9" fmla="*/ 25 h 4"/>
                <a:gd name="T10" fmla="*/ 0 w 5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2"/>
                    <a:pt x="2" y="2"/>
                    <a:pt x="3" y="2"/>
                  </a:cubicBezTo>
                  <a:cubicBezTo>
                    <a:pt x="3" y="3"/>
                    <a:pt x="4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2" name="Freeform 663">
              <a:extLst>
                <a:ext uri="{FF2B5EF4-FFF2-40B4-BE49-F238E27FC236}">
                  <a16:creationId xmlns:a16="http://schemas.microsoft.com/office/drawing/2014/main" id="{25B1297E-41B1-4DC8-8BBB-E02FE8B26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368"/>
              <a:ext cx="7" cy="9"/>
            </a:xfrm>
            <a:custGeom>
              <a:avLst/>
              <a:gdLst>
                <a:gd name="T0" fmla="*/ 0 w 3"/>
                <a:gd name="T1" fmla="*/ 0 h 4"/>
                <a:gd name="T2" fmla="*/ 28 w 3"/>
                <a:gd name="T3" fmla="*/ 45 h 4"/>
                <a:gd name="T4" fmla="*/ 12 w 3"/>
                <a:gd name="T5" fmla="*/ 25 h 4"/>
                <a:gd name="T6" fmla="*/ 12 w 3"/>
                <a:gd name="T7" fmla="*/ 25 h 4"/>
                <a:gd name="T8" fmla="*/ 0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3" y="1"/>
                    <a:pt x="2" y="4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3" name="Freeform 664">
              <a:extLst>
                <a:ext uri="{FF2B5EF4-FFF2-40B4-BE49-F238E27FC236}">
                  <a16:creationId xmlns:a16="http://schemas.microsoft.com/office/drawing/2014/main" id="{A9D7886F-6D6C-489D-B899-DF09BEDC7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364"/>
              <a:ext cx="8" cy="4"/>
            </a:xfrm>
            <a:custGeom>
              <a:avLst/>
              <a:gdLst>
                <a:gd name="T0" fmla="*/ 32 w 4"/>
                <a:gd name="T1" fmla="*/ 0 h 2"/>
                <a:gd name="T2" fmla="*/ 0 w 4"/>
                <a:gd name="T3" fmla="*/ 16 h 2"/>
                <a:gd name="T4" fmla="*/ 16 w 4"/>
                <a:gd name="T5" fmla="*/ 8 h 2"/>
                <a:gd name="T6" fmla="*/ 32 w 4"/>
                <a:gd name="T7" fmla="*/ 8 h 2"/>
                <a:gd name="T8" fmla="*/ 32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0"/>
                    <a:pt x="1" y="0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0"/>
                    <a:pt x="3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4" name="Freeform 665">
              <a:extLst>
                <a:ext uri="{FF2B5EF4-FFF2-40B4-BE49-F238E27FC236}">
                  <a16:creationId xmlns:a16="http://schemas.microsoft.com/office/drawing/2014/main" id="{BD0FBC0E-1855-426D-8D78-07B37B53D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357"/>
              <a:ext cx="46" cy="54"/>
            </a:xfrm>
            <a:custGeom>
              <a:avLst/>
              <a:gdLst>
                <a:gd name="T0" fmla="*/ 165 w 22"/>
                <a:gd name="T1" fmla="*/ 207 h 24"/>
                <a:gd name="T2" fmla="*/ 192 w 22"/>
                <a:gd name="T3" fmla="*/ 239 h 24"/>
                <a:gd name="T4" fmla="*/ 176 w 22"/>
                <a:gd name="T5" fmla="*/ 263 h 24"/>
                <a:gd name="T6" fmla="*/ 157 w 22"/>
                <a:gd name="T7" fmla="*/ 254 h 24"/>
                <a:gd name="T8" fmla="*/ 136 w 22"/>
                <a:gd name="T9" fmla="*/ 275 h 24"/>
                <a:gd name="T10" fmla="*/ 109 w 22"/>
                <a:gd name="T11" fmla="*/ 263 h 24"/>
                <a:gd name="T12" fmla="*/ 84 w 22"/>
                <a:gd name="T13" fmla="*/ 227 h 24"/>
                <a:gd name="T14" fmla="*/ 65 w 22"/>
                <a:gd name="T15" fmla="*/ 218 h 24"/>
                <a:gd name="T16" fmla="*/ 36 w 22"/>
                <a:gd name="T17" fmla="*/ 194 h 24"/>
                <a:gd name="T18" fmla="*/ 36 w 22"/>
                <a:gd name="T19" fmla="*/ 162 h 24"/>
                <a:gd name="T20" fmla="*/ 8 w 22"/>
                <a:gd name="T21" fmla="*/ 137 h 24"/>
                <a:gd name="T22" fmla="*/ 27 w 22"/>
                <a:gd name="T23" fmla="*/ 56 h 24"/>
                <a:gd name="T24" fmla="*/ 44 w 22"/>
                <a:gd name="T25" fmla="*/ 36 h 24"/>
                <a:gd name="T26" fmla="*/ 84 w 22"/>
                <a:gd name="T27" fmla="*/ 36 h 24"/>
                <a:gd name="T28" fmla="*/ 100 w 22"/>
                <a:gd name="T29" fmla="*/ 11 h 24"/>
                <a:gd name="T30" fmla="*/ 117 w 22"/>
                <a:gd name="T31" fmla="*/ 36 h 24"/>
                <a:gd name="T32" fmla="*/ 100 w 22"/>
                <a:gd name="T33" fmla="*/ 56 h 24"/>
                <a:gd name="T34" fmla="*/ 128 w 22"/>
                <a:gd name="T35" fmla="*/ 72 h 24"/>
                <a:gd name="T36" fmla="*/ 117 w 22"/>
                <a:gd name="T37" fmla="*/ 101 h 24"/>
                <a:gd name="T38" fmla="*/ 136 w 22"/>
                <a:gd name="T39" fmla="*/ 126 h 24"/>
                <a:gd name="T40" fmla="*/ 136 w 22"/>
                <a:gd name="T41" fmla="*/ 162 h 24"/>
                <a:gd name="T42" fmla="*/ 165 w 22"/>
                <a:gd name="T43" fmla="*/ 207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2" h="24">
                  <a:moveTo>
                    <a:pt x="18" y="18"/>
                  </a:moveTo>
                  <a:cubicBezTo>
                    <a:pt x="19" y="19"/>
                    <a:pt x="22" y="18"/>
                    <a:pt x="21" y="21"/>
                  </a:cubicBezTo>
                  <a:cubicBezTo>
                    <a:pt x="21" y="21"/>
                    <a:pt x="20" y="22"/>
                    <a:pt x="19" y="23"/>
                  </a:cubicBezTo>
                  <a:cubicBezTo>
                    <a:pt x="19" y="23"/>
                    <a:pt x="18" y="22"/>
                    <a:pt x="17" y="22"/>
                  </a:cubicBezTo>
                  <a:cubicBezTo>
                    <a:pt x="16" y="22"/>
                    <a:pt x="16" y="24"/>
                    <a:pt x="15" y="24"/>
                  </a:cubicBezTo>
                  <a:cubicBezTo>
                    <a:pt x="14" y="24"/>
                    <a:pt x="13" y="23"/>
                    <a:pt x="12" y="23"/>
                  </a:cubicBezTo>
                  <a:cubicBezTo>
                    <a:pt x="11" y="23"/>
                    <a:pt x="10" y="21"/>
                    <a:pt x="9" y="20"/>
                  </a:cubicBezTo>
                  <a:cubicBezTo>
                    <a:pt x="8" y="19"/>
                    <a:pt x="8" y="20"/>
                    <a:pt x="7" y="19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4" y="15"/>
                    <a:pt x="4" y="14"/>
                  </a:cubicBezTo>
                  <a:cubicBezTo>
                    <a:pt x="3" y="13"/>
                    <a:pt x="2" y="13"/>
                    <a:pt x="1" y="12"/>
                  </a:cubicBezTo>
                  <a:cubicBezTo>
                    <a:pt x="0" y="9"/>
                    <a:pt x="2" y="7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11" y="3"/>
                    <a:pt x="10" y="2"/>
                    <a:pt x="11" y="1"/>
                  </a:cubicBezTo>
                  <a:cubicBezTo>
                    <a:pt x="13" y="0"/>
                    <a:pt x="14" y="1"/>
                    <a:pt x="13" y="3"/>
                  </a:cubicBezTo>
                  <a:cubicBezTo>
                    <a:pt x="13" y="4"/>
                    <a:pt x="11" y="4"/>
                    <a:pt x="11" y="5"/>
                  </a:cubicBezTo>
                  <a:cubicBezTo>
                    <a:pt x="11" y="5"/>
                    <a:pt x="13" y="6"/>
                    <a:pt x="14" y="6"/>
                  </a:cubicBezTo>
                  <a:cubicBezTo>
                    <a:pt x="14" y="8"/>
                    <a:pt x="14" y="8"/>
                    <a:pt x="13" y="9"/>
                  </a:cubicBezTo>
                  <a:cubicBezTo>
                    <a:pt x="13" y="11"/>
                    <a:pt x="14" y="10"/>
                    <a:pt x="15" y="11"/>
                  </a:cubicBezTo>
                  <a:cubicBezTo>
                    <a:pt x="15" y="12"/>
                    <a:pt x="15" y="13"/>
                    <a:pt x="15" y="14"/>
                  </a:cubicBezTo>
                  <a:cubicBezTo>
                    <a:pt x="14" y="18"/>
                    <a:pt x="17" y="16"/>
                    <a:pt x="18" y="1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5" name="Freeform 666">
              <a:extLst>
                <a:ext uri="{FF2B5EF4-FFF2-40B4-BE49-F238E27FC236}">
                  <a16:creationId xmlns:a16="http://schemas.microsoft.com/office/drawing/2014/main" id="{0F0717C3-D705-4DEC-A6AE-DAFC0C697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382"/>
              <a:ext cx="2" cy="9"/>
            </a:xfrm>
            <a:custGeom>
              <a:avLst/>
              <a:gdLst>
                <a:gd name="T0" fmla="*/ 8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6" name="Freeform 667">
              <a:extLst>
                <a:ext uri="{FF2B5EF4-FFF2-40B4-BE49-F238E27FC236}">
                  <a16:creationId xmlns:a16="http://schemas.microsoft.com/office/drawing/2014/main" id="{22F57B71-67CC-4DC7-82EF-F92944D11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380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7" name="Freeform 668">
              <a:extLst>
                <a:ext uri="{FF2B5EF4-FFF2-40B4-BE49-F238E27FC236}">
                  <a16:creationId xmlns:a16="http://schemas.microsoft.com/office/drawing/2014/main" id="{E4AD68B6-BAFF-45B7-BF39-56E713744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382"/>
              <a:ext cx="6" cy="11"/>
            </a:xfrm>
            <a:custGeom>
              <a:avLst/>
              <a:gdLst>
                <a:gd name="T0" fmla="*/ 24 w 3"/>
                <a:gd name="T1" fmla="*/ 53 h 5"/>
                <a:gd name="T2" fmla="*/ 8 w 3"/>
                <a:gd name="T3" fmla="*/ 33 h 5"/>
                <a:gd name="T4" fmla="*/ 8 w 3"/>
                <a:gd name="T5" fmla="*/ 9 h 5"/>
                <a:gd name="T6" fmla="*/ 8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5"/>
                    <a:pt x="1" y="5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8" name="Freeform 669">
              <a:extLst>
                <a:ext uri="{FF2B5EF4-FFF2-40B4-BE49-F238E27FC236}">
                  <a16:creationId xmlns:a16="http://schemas.microsoft.com/office/drawing/2014/main" id="{F31B09B1-F286-46C5-8C4A-5A68090C9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386"/>
              <a:ext cx="39" cy="47"/>
            </a:xfrm>
            <a:custGeom>
              <a:avLst/>
              <a:gdLst>
                <a:gd name="T0" fmla="*/ 96 w 19"/>
                <a:gd name="T1" fmla="*/ 226 h 21"/>
                <a:gd name="T2" fmla="*/ 51 w 19"/>
                <a:gd name="T3" fmla="*/ 226 h 21"/>
                <a:gd name="T4" fmla="*/ 51 w 19"/>
                <a:gd name="T5" fmla="*/ 201 h 21"/>
                <a:gd name="T6" fmla="*/ 33 w 19"/>
                <a:gd name="T7" fmla="*/ 190 h 21"/>
                <a:gd name="T8" fmla="*/ 25 w 19"/>
                <a:gd name="T9" fmla="*/ 170 h 21"/>
                <a:gd name="T10" fmla="*/ 8 w 19"/>
                <a:gd name="T11" fmla="*/ 134 h 21"/>
                <a:gd name="T12" fmla="*/ 25 w 19"/>
                <a:gd name="T13" fmla="*/ 101 h 21"/>
                <a:gd name="T14" fmla="*/ 16 w 19"/>
                <a:gd name="T15" fmla="*/ 65 h 21"/>
                <a:gd name="T16" fmla="*/ 43 w 19"/>
                <a:gd name="T17" fmla="*/ 45 h 21"/>
                <a:gd name="T18" fmla="*/ 60 w 19"/>
                <a:gd name="T19" fmla="*/ 9 h 21"/>
                <a:gd name="T20" fmla="*/ 88 w 19"/>
                <a:gd name="T21" fmla="*/ 9 h 21"/>
                <a:gd name="T22" fmla="*/ 113 w 19"/>
                <a:gd name="T23" fmla="*/ 9 h 21"/>
                <a:gd name="T24" fmla="*/ 156 w 19"/>
                <a:gd name="T25" fmla="*/ 65 h 21"/>
                <a:gd name="T26" fmla="*/ 156 w 19"/>
                <a:gd name="T27" fmla="*/ 101 h 21"/>
                <a:gd name="T28" fmla="*/ 156 w 19"/>
                <a:gd name="T29" fmla="*/ 145 h 21"/>
                <a:gd name="T30" fmla="*/ 140 w 19"/>
                <a:gd name="T31" fmla="*/ 154 h 21"/>
                <a:gd name="T32" fmla="*/ 140 w 19"/>
                <a:gd name="T33" fmla="*/ 181 h 21"/>
                <a:gd name="T34" fmla="*/ 123 w 19"/>
                <a:gd name="T35" fmla="*/ 215 h 21"/>
                <a:gd name="T36" fmla="*/ 96 w 19"/>
                <a:gd name="T37" fmla="*/ 226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1">
                  <a:moveTo>
                    <a:pt x="11" y="20"/>
                  </a:moveTo>
                  <a:cubicBezTo>
                    <a:pt x="10" y="20"/>
                    <a:pt x="7" y="21"/>
                    <a:pt x="6" y="20"/>
                  </a:cubicBezTo>
                  <a:cubicBezTo>
                    <a:pt x="5" y="19"/>
                    <a:pt x="6" y="19"/>
                    <a:pt x="6" y="18"/>
                  </a:cubicBezTo>
                  <a:cubicBezTo>
                    <a:pt x="5" y="17"/>
                    <a:pt x="5" y="18"/>
                    <a:pt x="4" y="17"/>
                  </a:cubicBezTo>
                  <a:cubicBezTo>
                    <a:pt x="3" y="17"/>
                    <a:pt x="3" y="16"/>
                    <a:pt x="3" y="15"/>
                  </a:cubicBezTo>
                  <a:cubicBezTo>
                    <a:pt x="2" y="14"/>
                    <a:pt x="0" y="13"/>
                    <a:pt x="1" y="12"/>
                  </a:cubicBezTo>
                  <a:cubicBezTo>
                    <a:pt x="2" y="10"/>
                    <a:pt x="3" y="11"/>
                    <a:pt x="3" y="9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6" y="3"/>
                    <a:pt x="6" y="2"/>
                    <a:pt x="7" y="1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1" y="2"/>
                    <a:pt x="11" y="1"/>
                    <a:pt x="13" y="1"/>
                  </a:cubicBezTo>
                  <a:cubicBezTo>
                    <a:pt x="15" y="1"/>
                    <a:pt x="18" y="3"/>
                    <a:pt x="18" y="6"/>
                  </a:cubicBezTo>
                  <a:cubicBezTo>
                    <a:pt x="18" y="7"/>
                    <a:pt x="18" y="8"/>
                    <a:pt x="18" y="9"/>
                  </a:cubicBezTo>
                  <a:cubicBezTo>
                    <a:pt x="18" y="10"/>
                    <a:pt x="19" y="11"/>
                    <a:pt x="18" y="13"/>
                  </a:cubicBezTo>
                  <a:cubicBezTo>
                    <a:pt x="17" y="13"/>
                    <a:pt x="17" y="13"/>
                    <a:pt x="16" y="14"/>
                  </a:cubicBezTo>
                  <a:cubicBezTo>
                    <a:pt x="16" y="15"/>
                    <a:pt x="17" y="15"/>
                    <a:pt x="16" y="16"/>
                  </a:cubicBezTo>
                  <a:cubicBezTo>
                    <a:pt x="16" y="18"/>
                    <a:pt x="16" y="18"/>
                    <a:pt x="14" y="19"/>
                  </a:cubicBezTo>
                  <a:cubicBezTo>
                    <a:pt x="13" y="19"/>
                    <a:pt x="12" y="20"/>
                    <a:pt x="11" y="2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9" name="Freeform 670">
              <a:extLst>
                <a:ext uri="{FF2B5EF4-FFF2-40B4-BE49-F238E27FC236}">
                  <a16:creationId xmlns:a16="http://schemas.microsoft.com/office/drawing/2014/main" id="{D865D9AA-E667-417A-9FEA-DD3D943A1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388"/>
              <a:ext cx="19" cy="16"/>
            </a:xfrm>
            <a:custGeom>
              <a:avLst/>
              <a:gdLst>
                <a:gd name="T0" fmla="*/ 68 w 9"/>
                <a:gd name="T1" fmla="*/ 11 h 7"/>
                <a:gd name="T2" fmla="*/ 49 w 9"/>
                <a:gd name="T3" fmla="*/ 0 h 7"/>
                <a:gd name="T4" fmla="*/ 27 w 9"/>
                <a:gd name="T5" fmla="*/ 37 h 7"/>
                <a:gd name="T6" fmla="*/ 8 w 9"/>
                <a:gd name="T7" fmla="*/ 48 h 7"/>
                <a:gd name="T8" fmla="*/ 8 w 9"/>
                <a:gd name="T9" fmla="*/ 85 h 7"/>
                <a:gd name="T10" fmla="*/ 17 w 9"/>
                <a:gd name="T11" fmla="*/ 48 h 7"/>
                <a:gd name="T12" fmla="*/ 49 w 9"/>
                <a:gd name="T13" fmla="*/ 57 h 7"/>
                <a:gd name="T14" fmla="*/ 76 w 9"/>
                <a:gd name="T15" fmla="*/ 57 h 7"/>
                <a:gd name="T16" fmla="*/ 84 w 9"/>
                <a:gd name="T17" fmla="*/ 73 h 7"/>
                <a:gd name="T18" fmla="*/ 84 w 9"/>
                <a:gd name="T19" fmla="*/ 48 h 7"/>
                <a:gd name="T20" fmla="*/ 49 w 9"/>
                <a:gd name="T21" fmla="*/ 25 h 7"/>
                <a:gd name="T22" fmla="*/ 76 w 9"/>
                <a:gd name="T23" fmla="*/ 11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7">
                  <a:moveTo>
                    <a:pt x="7" y="1"/>
                  </a:moveTo>
                  <a:cubicBezTo>
                    <a:pt x="7" y="1"/>
                    <a:pt x="5" y="0"/>
                    <a:pt x="5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0" y="6"/>
                    <a:pt x="1" y="5"/>
                    <a:pt x="2" y="4"/>
                  </a:cubicBezTo>
                  <a:cubicBezTo>
                    <a:pt x="3" y="4"/>
                    <a:pt x="4" y="5"/>
                    <a:pt x="5" y="5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9" y="5"/>
                    <a:pt x="9" y="6"/>
                    <a:pt x="9" y="6"/>
                  </a:cubicBezTo>
                  <a:cubicBezTo>
                    <a:pt x="9" y="6"/>
                    <a:pt x="9" y="4"/>
                    <a:pt x="9" y="4"/>
                  </a:cubicBezTo>
                  <a:cubicBezTo>
                    <a:pt x="8" y="3"/>
                    <a:pt x="5" y="3"/>
                    <a:pt x="5" y="2"/>
                  </a:cubicBezTo>
                  <a:cubicBezTo>
                    <a:pt x="6" y="1"/>
                    <a:pt x="7" y="2"/>
                    <a:pt x="8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0" name="Freeform 671">
              <a:extLst>
                <a:ext uri="{FF2B5EF4-FFF2-40B4-BE49-F238E27FC236}">
                  <a16:creationId xmlns:a16="http://schemas.microsoft.com/office/drawing/2014/main" id="{277CFE4A-E25B-4617-8E47-20BE347E9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409"/>
              <a:ext cx="8" cy="15"/>
            </a:xfrm>
            <a:custGeom>
              <a:avLst/>
              <a:gdLst>
                <a:gd name="T0" fmla="*/ 16 w 4"/>
                <a:gd name="T1" fmla="*/ 0 h 7"/>
                <a:gd name="T2" fmla="*/ 8 w 4"/>
                <a:gd name="T3" fmla="*/ 19 h 7"/>
                <a:gd name="T4" fmla="*/ 8 w 4"/>
                <a:gd name="T5" fmla="*/ 41 h 7"/>
                <a:gd name="T6" fmla="*/ 32 w 4"/>
                <a:gd name="T7" fmla="*/ 69 h 7"/>
                <a:gd name="T8" fmla="*/ 24 w 4"/>
                <a:gd name="T9" fmla="*/ 51 h 7"/>
                <a:gd name="T10" fmla="*/ 24 w 4"/>
                <a:gd name="T11" fmla="*/ 41 h 7"/>
                <a:gd name="T12" fmla="*/ 16 w 4"/>
                <a:gd name="T13" fmla="*/ 19 h 7"/>
                <a:gd name="T14" fmla="*/ 16 w 4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5"/>
                    <a:pt x="3" y="6"/>
                    <a:pt x="4" y="7"/>
                  </a:cubicBezTo>
                  <a:cubicBezTo>
                    <a:pt x="4" y="6"/>
                    <a:pt x="3" y="6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1" name="Freeform 672">
              <a:extLst>
                <a:ext uri="{FF2B5EF4-FFF2-40B4-BE49-F238E27FC236}">
                  <a16:creationId xmlns:a16="http://schemas.microsoft.com/office/drawing/2014/main" id="{DC396234-4CA9-44B3-90D5-047AD905A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426"/>
              <a:ext cx="17" cy="5"/>
            </a:xfrm>
            <a:custGeom>
              <a:avLst/>
              <a:gdLst>
                <a:gd name="T0" fmla="*/ 60 w 8"/>
                <a:gd name="T1" fmla="*/ 33 h 2"/>
                <a:gd name="T2" fmla="*/ 28 w 8"/>
                <a:gd name="T3" fmla="*/ 33 h 2"/>
                <a:gd name="T4" fmla="*/ 9 w 8"/>
                <a:gd name="T5" fmla="*/ 20 h 2"/>
                <a:gd name="T6" fmla="*/ 9 w 8"/>
                <a:gd name="T7" fmla="*/ 0 h 2"/>
                <a:gd name="T8" fmla="*/ 40 w 8"/>
                <a:gd name="T9" fmla="*/ 20 h 2"/>
                <a:gd name="T10" fmla="*/ 60 w 8"/>
                <a:gd name="T11" fmla="*/ 20 h 2"/>
                <a:gd name="T12" fmla="*/ 77 w 8"/>
                <a:gd name="T13" fmla="*/ 20 h 2"/>
                <a:gd name="T14" fmla="*/ 60 w 8"/>
                <a:gd name="T15" fmla="*/ 33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2">
                  <a:moveTo>
                    <a:pt x="6" y="2"/>
                  </a:moveTo>
                  <a:cubicBezTo>
                    <a:pt x="5" y="2"/>
                    <a:pt x="4" y="2"/>
                    <a:pt x="3" y="2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2" y="1"/>
                    <a:pt x="4" y="1"/>
                  </a:cubicBezTo>
                  <a:cubicBezTo>
                    <a:pt x="4" y="1"/>
                    <a:pt x="5" y="1"/>
                    <a:pt x="6" y="1"/>
                  </a:cubicBezTo>
                  <a:cubicBezTo>
                    <a:pt x="6" y="1"/>
                    <a:pt x="7" y="1"/>
                    <a:pt x="8" y="1"/>
                  </a:cubicBezTo>
                  <a:cubicBezTo>
                    <a:pt x="7" y="1"/>
                    <a:pt x="7" y="1"/>
                    <a:pt x="6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2" name="Freeform 673">
              <a:extLst>
                <a:ext uri="{FF2B5EF4-FFF2-40B4-BE49-F238E27FC236}">
                  <a16:creationId xmlns:a16="http://schemas.microsoft.com/office/drawing/2014/main" id="{76F4B04A-16C4-4D55-AD46-41F97E13C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417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37 h 3"/>
                <a:gd name="T4" fmla="*/ 8 w 2"/>
                <a:gd name="T5" fmla="*/ 37 h 3"/>
                <a:gd name="T6" fmla="*/ 0 w 2"/>
                <a:gd name="T7" fmla="*/ 28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2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3" name="Freeform 674">
              <a:extLst>
                <a:ext uri="{FF2B5EF4-FFF2-40B4-BE49-F238E27FC236}">
                  <a16:creationId xmlns:a16="http://schemas.microsoft.com/office/drawing/2014/main" id="{1A8188AE-FD89-4E5C-B4BE-5CE0B7751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422"/>
              <a:ext cx="9" cy="7"/>
            </a:xfrm>
            <a:custGeom>
              <a:avLst/>
              <a:gdLst>
                <a:gd name="T0" fmla="*/ 36 w 4"/>
                <a:gd name="T1" fmla="*/ 12 h 3"/>
                <a:gd name="T2" fmla="*/ 25 w 4"/>
                <a:gd name="T3" fmla="*/ 12 h 3"/>
                <a:gd name="T4" fmla="*/ 0 w 4"/>
                <a:gd name="T5" fmla="*/ 12 h 3"/>
                <a:gd name="T6" fmla="*/ 45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3"/>
                    <a:pt x="3" y="2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4" name="Freeform 675">
              <a:extLst>
                <a:ext uri="{FF2B5EF4-FFF2-40B4-BE49-F238E27FC236}">
                  <a16:creationId xmlns:a16="http://schemas.microsoft.com/office/drawing/2014/main" id="{C00B2D5B-A528-43A1-9C83-06ABADE7A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395"/>
              <a:ext cx="8" cy="9"/>
            </a:xfrm>
            <a:custGeom>
              <a:avLst/>
              <a:gdLst>
                <a:gd name="T0" fmla="*/ 32 w 4"/>
                <a:gd name="T1" fmla="*/ 11 h 4"/>
                <a:gd name="T2" fmla="*/ 16 w 4"/>
                <a:gd name="T3" fmla="*/ 36 h 4"/>
                <a:gd name="T4" fmla="*/ 0 w 4"/>
                <a:gd name="T5" fmla="*/ 36 h 4"/>
                <a:gd name="T6" fmla="*/ 16 w 4"/>
                <a:gd name="T7" fmla="*/ 25 h 4"/>
                <a:gd name="T8" fmla="*/ 24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3" y="1"/>
                    <a:pt x="3" y="3"/>
                    <a:pt x="2" y="3"/>
                  </a:cubicBezTo>
                  <a:cubicBezTo>
                    <a:pt x="2" y="4"/>
                    <a:pt x="0" y="3"/>
                    <a:pt x="0" y="3"/>
                  </a:cubicBezTo>
                  <a:cubicBezTo>
                    <a:pt x="0" y="3"/>
                    <a:pt x="1" y="3"/>
                    <a:pt x="2" y="2"/>
                  </a:cubicBezTo>
                  <a:cubicBezTo>
                    <a:pt x="2" y="2"/>
                    <a:pt x="1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5" name="Freeform 676">
              <a:extLst>
                <a:ext uri="{FF2B5EF4-FFF2-40B4-BE49-F238E27FC236}">
                  <a16:creationId xmlns:a16="http://schemas.microsoft.com/office/drawing/2014/main" id="{5070558E-CE99-4282-BC67-B4402D726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391"/>
              <a:ext cx="8" cy="20"/>
            </a:xfrm>
            <a:custGeom>
              <a:avLst/>
              <a:gdLst>
                <a:gd name="T0" fmla="*/ 0 w 4"/>
                <a:gd name="T1" fmla="*/ 0 h 9"/>
                <a:gd name="T2" fmla="*/ 32 w 4"/>
                <a:gd name="T3" fmla="*/ 44 h 9"/>
                <a:gd name="T4" fmla="*/ 24 w 4"/>
                <a:gd name="T5" fmla="*/ 80 h 9"/>
                <a:gd name="T6" fmla="*/ 24 w 4"/>
                <a:gd name="T7" fmla="*/ 98 h 9"/>
                <a:gd name="T8" fmla="*/ 24 w 4"/>
                <a:gd name="T9" fmla="*/ 89 h 9"/>
                <a:gd name="T10" fmla="*/ 24 w 4"/>
                <a:gd name="T11" fmla="*/ 80 h 9"/>
                <a:gd name="T12" fmla="*/ 24 w 4"/>
                <a:gd name="T13" fmla="*/ 44 h 9"/>
                <a:gd name="T14" fmla="*/ 8 w 4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2" y="1"/>
                    <a:pt x="4" y="2"/>
                    <a:pt x="4" y="4"/>
                  </a:cubicBezTo>
                  <a:cubicBezTo>
                    <a:pt x="4" y="5"/>
                    <a:pt x="3" y="6"/>
                    <a:pt x="3" y="7"/>
                  </a:cubicBezTo>
                  <a:cubicBezTo>
                    <a:pt x="3" y="8"/>
                    <a:pt x="4" y="9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ubicBezTo>
                    <a:pt x="3" y="8"/>
                    <a:pt x="3" y="7"/>
                    <a:pt x="3" y="7"/>
                  </a:cubicBezTo>
                  <a:cubicBezTo>
                    <a:pt x="2" y="6"/>
                    <a:pt x="3" y="5"/>
                    <a:pt x="3" y="4"/>
                  </a:cubicBezTo>
                  <a:cubicBezTo>
                    <a:pt x="3" y="3"/>
                    <a:pt x="2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6" name="Freeform 677">
              <a:extLst>
                <a:ext uri="{FF2B5EF4-FFF2-40B4-BE49-F238E27FC236}">
                  <a16:creationId xmlns:a16="http://schemas.microsoft.com/office/drawing/2014/main" id="{77A10B22-8744-4F0B-9FA8-D9BC80578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402"/>
              <a:ext cx="7" cy="7"/>
            </a:xfrm>
            <a:custGeom>
              <a:avLst/>
              <a:gdLst>
                <a:gd name="T0" fmla="*/ 37 w 3"/>
                <a:gd name="T1" fmla="*/ 37 h 3"/>
                <a:gd name="T2" fmla="*/ 28 w 3"/>
                <a:gd name="T3" fmla="*/ 28 h 3"/>
                <a:gd name="T4" fmla="*/ 28 w 3"/>
                <a:gd name="T5" fmla="*/ 12 h 3"/>
                <a:gd name="T6" fmla="*/ 0 w 3"/>
                <a:gd name="T7" fmla="*/ 0 h 3"/>
                <a:gd name="T8" fmla="*/ 12 w 3"/>
                <a:gd name="T9" fmla="*/ 28 h 3"/>
                <a:gd name="T10" fmla="*/ 28 w 3"/>
                <a:gd name="T11" fmla="*/ 37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2" y="2"/>
                    <a:pt x="2" y="2"/>
                    <a:pt x="2" y="3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7" name="Freeform 678">
              <a:extLst>
                <a:ext uri="{FF2B5EF4-FFF2-40B4-BE49-F238E27FC236}">
                  <a16:creationId xmlns:a16="http://schemas.microsoft.com/office/drawing/2014/main" id="{1605FEDD-A82B-45E5-8ED1-A86A1B17C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420"/>
              <a:ext cx="2" cy="4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16 h 2"/>
                <a:gd name="T4" fmla="*/ 0 w 1"/>
                <a:gd name="T5" fmla="*/ 16 h 2"/>
                <a:gd name="T6" fmla="*/ 8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8" name="Freeform 679">
              <a:extLst>
                <a:ext uri="{FF2B5EF4-FFF2-40B4-BE49-F238E27FC236}">
                  <a16:creationId xmlns:a16="http://schemas.microsoft.com/office/drawing/2014/main" id="{4B1FFA13-DA2E-4227-B9CC-55765546C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388"/>
              <a:ext cx="8" cy="9"/>
            </a:xfrm>
            <a:custGeom>
              <a:avLst/>
              <a:gdLst>
                <a:gd name="T0" fmla="*/ 32 w 4"/>
                <a:gd name="T1" fmla="*/ 0 h 4"/>
                <a:gd name="T2" fmla="*/ 16 w 4"/>
                <a:gd name="T3" fmla="*/ 25 h 4"/>
                <a:gd name="T4" fmla="*/ 0 w 4"/>
                <a:gd name="T5" fmla="*/ 36 h 4"/>
                <a:gd name="T6" fmla="*/ 16 w 4"/>
                <a:gd name="T7" fmla="*/ 36 h 4"/>
                <a:gd name="T8" fmla="*/ 24 w 4"/>
                <a:gd name="T9" fmla="*/ 45 h 4"/>
                <a:gd name="T10" fmla="*/ 24 w 4"/>
                <a:gd name="T11" fmla="*/ 36 h 4"/>
                <a:gd name="T12" fmla="*/ 24 w 4"/>
                <a:gd name="T13" fmla="*/ 36 h 4"/>
                <a:gd name="T14" fmla="*/ 24 w 4"/>
                <a:gd name="T15" fmla="*/ 25 h 4"/>
                <a:gd name="T16" fmla="*/ 32 w 4"/>
                <a:gd name="T17" fmla="*/ 11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0"/>
                    <a:pt x="3" y="1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1"/>
                    <a:pt x="4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9" name="Freeform 680">
              <a:extLst>
                <a:ext uri="{FF2B5EF4-FFF2-40B4-BE49-F238E27FC236}">
                  <a16:creationId xmlns:a16="http://schemas.microsoft.com/office/drawing/2014/main" id="{E97AE436-FD66-45CC-A49F-858DAFDB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409"/>
              <a:ext cx="6" cy="6"/>
            </a:xfrm>
            <a:custGeom>
              <a:avLst/>
              <a:gdLst>
                <a:gd name="T0" fmla="*/ 16 w 3"/>
                <a:gd name="T1" fmla="*/ 8 h 3"/>
                <a:gd name="T2" fmla="*/ 8 w 3"/>
                <a:gd name="T3" fmla="*/ 16 h 3"/>
                <a:gd name="T4" fmla="*/ 8 w 3"/>
                <a:gd name="T5" fmla="*/ 24 h 3"/>
                <a:gd name="T6" fmla="*/ 24 w 3"/>
                <a:gd name="T7" fmla="*/ 16 h 3"/>
                <a:gd name="T8" fmla="*/ 24 w 3"/>
                <a:gd name="T9" fmla="*/ 8 h 3"/>
                <a:gd name="T10" fmla="*/ 16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0" name="Freeform 681">
              <a:extLst>
                <a:ext uri="{FF2B5EF4-FFF2-40B4-BE49-F238E27FC236}">
                  <a16:creationId xmlns:a16="http://schemas.microsoft.com/office/drawing/2014/main" id="{933C1667-A028-4D31-B752-3B0FCD00F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426"/>
              <a:ext cx="11" cy="5"/>
            </a:xfrm>
            <a:custGeom>
              <a:avLst/>
              <a:gdLst>
                <a:gd name="T0" fmla="*/ 53 w 5"/>
                <a:gd name="T1" fmla="*/ 33 h 2"/>
                <a:gd name="T2" fmla="*/ 33 w 5"/>
                <a:gd name="T3" fmla="*/ 33 h 2"/>
                <a:gd name="T4" fmla="*/ 20 w 5"/>
                <a:gd name="T5" fmla="*/ 33 h 2"/>
                <a:gd name="T6" fmla="*/ 0 w 5"/>
                <a:gd name="T7" fmla="*/ 33 h 2"/>
                <a:gd name="T8" fmla="*/ 9 w 5"/>
                <a:gd name="T9" fmla="*/ 0 h 2"/>
                <a:gd name="T10" fmla="*/ 20 w 5"/>
                <a:gd name="T11" fmla="*/ 33 h 2"/>
                <a:gd name="T12" fmla="*/ 33 w 5"/>
                <a:gd name="T13" fmla="*/ 33 h 2"/>
                <a:gd name="T14" fmla="*/ 53 w 5"/>
                <a:gd name="T15" fmla="*/ 33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5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1" name="Freeform 682">
              <a:extLst>
                <a:ext uri="{FF2B5EF4-FFF2-40B4-BE49-F238E27FC236}">
                  <a16:creationId xmlns:a16="http://schemas.microsoft.com/office/drawing/2014/main" id="{32C425BD-A87F-493E-8EAA-ADB793A26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386"/>
              <a:ext cx="39" cy="47"/>
            </a:xfrm>
            <a:custGeom>
              <a:avLst/>
              <a:gdLst>
                <a:gd name="T0" fmla="*/ 96 w 19"/>
                <a:gd name="T1" fmla="*/ 226 h 21"/>
                <a:gd name="T2" fmla="*/ 51 w 19"/>
                <a:gd name="T3" fmla="*/ 226 h 21"/>
                <a:gd name="T4" fmla="*/ 51 w 19"/>
                <a:gd name="T5" fmla="*/ 201 h 21"/>
                <a:gd name="T6" fmla="*/ 33 w 19"/>
                <a:gd name="T7" fmla="*/ 190 h 21"/>
                <a:gd name="T8" fmla="*/ 25 w 19"/>
                <a:gd name="T9" fmla="*/ 170 h 21"/>
                <a:gd name="T10" fmla="*/ 8 w 19"/>
                <a:gd name="T11" fmla="*/ 134 h 21"/>
                <a:gd name="T12" fmla="*/ 25 w 19"/>
                <a:gd name="T13" fmla="*/ 101 h 21"/>
                <a:gd name="T14" fmla="*/ 16 w 19"/>
                <a:gd name="T15" fmla="*/ 65 h 21"/>
                <a:gd name="T16" fmla="*/ 43 w 19"/>
                <a:gd name="T17" fmla="*/ 45 h 21"/>
                <a:gd name="T18" fmla="*/ 60 w 19"/>
                <a:gd name="T19" fmla="*/ 9 h 21"/>
                <a:gd name="T20" fmla="*/ 88 w 19"/>
                <a:gd name="T21" fmla="*/ 9 h 21"/>
                <a:gd name="T22" fmla="*/ 113 w 19"/>
                <a:gd name="T23" fmla="*/ 9 h 21"/>
                <a:gd name="T24" fmla="*/ 156 w 19"/>
                <a:gd name="T25" fmla="*/ 65 h 21"/>
                <a:gd name="T26" fmla="*/ 156 w 19"/>
                <a:gd name="T27" fmla="*/ 101 h 21"/>
                <a:gd name="T28" fmla="*/ 156 w 19"/>
                <a:gd name="T29" fmla="*/ 145 h 21"/>
                <a:gd name="T30" fmla="*/ 140 w 19"/>
                <a:gd name="T31" fmla="*/ 154 h 21"/>
                <a:gd name="T32" fmla="*/ 140 w 19"/>
                <a:gd name="T33" fmla="*/ 181 h 21"/>
                <a:gd name="T34" fmla="*/ 123 w 19"/>
                <a:gd name="T35" fmla="*/ 215 h 21"/>
                <a:gd name="T36" fmla="*/ 96 w 19"/>
                <a:gd name="T37" fmla="*/ 226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1">
                  <a:moveTo>
                    <a:pt x="11" y="20"/>
                  </a:moveTo>
                  <a:cubicBezTo>
                    <a:pt x="10" y="20"/>
                    <a:pt x="7" y="21"/>
                    <a:pt x="6" y="20"/>
                  </a:cubicBezTo>
                  <a:cubicBezTo>
                    <a:pt x="5" y="19"/>
                    <a:pt x="6" y="19"/>
                    <a:pt x="6" y="18"/>
                  </a:cubicBezTo>
                  <a:cubicBezTo>
                    <a:pt x="5" y="17"/>
                    <a:pt x="5" y="18"/>
                    <a:pt x="4" y="17"/>
                  </a:cubicBezTo>
                  <a:cubicBezTo>
                    <a:pt x="3" y="17"/>
                    <a:pt x="3" y="16"/>
                    <a:pt x="3" y="15"/>
                  </a:cubicBezTo>
                  <a:cubicBezTo>
                    <a:pt x="2" y="14"/>
                    <a:pt x="0" y="13"/>
                    <a:pt x="1" y="12"/>
                  </a:cubicBezTo>
                  <a:cubicBezTo>
                    <a:pt x="2" y="10"/>
                    <a:pt x="3" y="11"/>
                    <a:pt x="3" y="9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6" y="3"/>
                    <a:pt x="6" y="2"/>
                    <a:pt x="7" y="1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1" y="2"/>
                    <a:pt x="11" y="1"/>
                    <a:pt x="13" y="1"/>
                  </a:cubicBezTo>
                  <a:cubicBezTo>
                    <a:pt x="15" y="1"/>
                    <a:pt x="18" y="3"/>
                    <a:pt x="18" y="6"/>
                  </a:cubicBezTo>
                  <a:cubicBezTo>
                    <a:pt x="18" y="7"/>
                    <a:pt x="18" y="8"/>
                    <a:pt x="18" y="9"/>
                  </a:cubicBezTo>
                  <a:cubicBezTo>
                    <a:pt x="18" y="10"/>
                    <a:pt x="19" y="11"/>
                    <a:pt x="18" y="13"/>
                  </a:cubicBezTo>
                  <a:cubicBezTo>
                    <a:pt x="17" y="13"/>
                    <a:pt x="17" y="13"/>
                    <a:pt x="16" y="14"/>
                  </a:cubicBezTo>
                  <a:cubicBezTo>
                    <a:pt x="16" y="15"/>
                    <a:pt x="17" y="15"/>
                    <a:pt x="16" y="16"/>
                  </a:cubicBezTo>
                  <a:cubicBezTo>
                    <a:pt x="16" y="18"/>
                    <a:pt x="16" y="18"/>
                    <a:pt x="14" y="19"/>
                  </a:cubicBezTo>
                  <a:cubicBezTo>
                    <a:pt x="13" y="19"/>
                    <a:pt x="12" y="20"/>
                    <a:pt x="11" y="2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2" name="Freeform 683">
              <a:extLst>
                <a:ext uri="{FF2B5EF4-FFF2-40B4-BE49-F238E27FC236}">
                  <a16:creationId xmlns:a16="http://schemas.microsoft.com/office/drawing/2014/main" id="{BCCB2241-7396-484E-8CE5-892E4A7A5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406"/>
              <a:ext cx="2" cy="9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2"/>
                    <a:pt x="1" y="2"/>
                    <a:pt x="1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3" name="Freeform 684">
              <a:extLst>
                <a:ext uri="{FF2B5EF4-FFF2-40B4-BE49-F238E27FC236}">
                  <a16:creationId xmlns:a16="http://schemas.microsoft.com/office/drawing/2014/main" id="{7608F994-95B9-4223-94D7-5D62E7D47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415"/>
              <a:ext cx="4" cy="5"/>
            </a:xfrm>
            <a:custGeom>
              <a:avLst/>
              <a:gdLst>
                <a:gd name="T0" fmla="*/ 0 w 2"/>
                <a:gd name="T1" fmla="*/ 33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4" name="Freeform 685">
              <a:extLst>
                <a:ext uri="{FF2B5EF4-FFF2-40B4-BE49-F238E27FC236}">
                  <a16:creationId xmlns:a16="http://schemas.microsoft.com/office/drawing/2014/main" id="{3BB2963B-5D1C-4ADC-A765-25AF42770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400"/>
              <a:ext cx="13" cy="11"/>
            </a:xfrm>
            <a:custGeom>
              <a:avLst/>
              <a:gdLst>
                <a:gd name="T0" fmla="*/ 61 w 6"/>
                <a:gd name="T1" fmla="*/ 53 h 5"/>
                <a:gd name="T2" fmla="*/ 61 w 6"/>
                <a:gd name="T3" fmla="*/ 33 h 5"/>
                <a:gd name="T4" fmla="*/ 52 w 6"/>
                <a:gd name="T5" fmla="*/ 20 h 5"/>
                <a:gd name="T6" fmla="*/ 52 w 6"/>
                <a:gd name="T7" fmla="*/ 9 h 5"/>
                <a:gd name="T8" fmla="*/ 33 w 6"/>
                <a:gd name="T9" fmla="*/ 0 h 5"/>
                <a:gd name="T10" fmla="*/ 0 w 6"/>
                <a:gd name="T11" fmla="*/ 2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5" name="Freeform 686">
              <a:extLst>
                <a:ext uri="{FF2B5EF4-FFF2-40B4-BE49-F238E27FC236}">
                  <a16:creationId xmlns:a16="http://schemas.microsoft.com/office/drawing/2014/main" id="{3874ADA5-E446-4283-9146-8D8DA9579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420"/>
              <a:ext cx="9" cy="6"/>
            </a:xfrm>
            <a:custGeom>
              <a:avLst/>
              <a:gdLst>
                <a:gd name="T0" fmla="*/ 0 w 4"/>
                <a:gd name="T1" fmla="*/ 16 h 3"/>
                <a:gd name="T2" fmla="*/ 36 w 4"/>
                <a:gd name="T3" fmla="*/ 16 h 3"/>
                <a:gd name="T4" fmla="*/ 4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3"/>
                    <a:pt x="2" y="2"/>
                    <a:pt x="3" y="2"/>
                  </a:cubicBezTo>
                  <a:cubicBezTo>
                    <a:pt x="4" y="1"/>
                    <a:pt x="4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6" name="Freeform 687">
              <a:extLst>
                <a:ext uri="{FF2B5EF4-FFF2-40B4-BE49-F238E27FC236}">
                  <a16:creationId xmlns:a16="http://schemas.microsoft.com/office/drawing/2014/main" id="{CBA6DE76-218C-4607-BC2D-FC39AF03C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489"/>
              <a:ext cx="36" cy="42"/>
            </a:xfrm>
            <a:custGeom>
              <a:avLst/>
              <a:gdLst>
                <a:gd name="T0" fmla="*/ 152 w 17"/>
                <a:gd name="T1" fmla="*/ 108 h 19"/>
                <a:gd name="T2" fmla="*/ 152 w 17"/>
                <a:gd name="T3" fmla="*/ 141 h 19"/>
                <a:gd name="T4" fmla="*/ 152 w 17"/>
                <a:gd name="T5" fmla="*/ 141 h 19"/>
                <a:gd name="T6" fmla="*/ 144 w 17"/>
                <a:gd name="T7" fmla="*/ 161 h 19"/>
                <a:gd name="T8" fmla="*/ 136 w 17"/>
                <a:gd name="T9" fmla="*/ 161 h 19"/>
                <a:gd name="T10" fmla="*/ 125 w 17"/>
                <a:gd name="T11" fmla="*/ 186 h 19"/>
                <a:gd name="T12" fmla="*/ 93 w 17"/>
                <a:gd name="T13" fmla="*/ 206 h 19"/>
                <a:gd name="T14" fmla="*/ 68 w 17"/>
                <a:gd name="T15" fmla="*/ 195 h 19"/>
                <a:gd name="T16" fmla="*/ 49 w 17"/>
                <a:gd name="T17" fmla="*/ 170 h 19"/>
                <a:gd name="T18" fmla="*/ 17 w 17"/>
                <a:gd name="T19" fmla="*/ 161 h 19"/>
                <a:gd name="T20" fmla="*/ 28 w 17"/>
                <a:gd name="T21" fmla="*/ 133 h 19"/>
                <a:gd name="T22" fmla="*/ 8 w 17"/>
                <a:gd name="T23" fmla="*/ 108 h 19"/>
                <a:gd name="T24" fmla="*/ 8 w 17"/>
                <a:gd name="T25" fmla="*/ 73 h 19"/>
                <a:gd name="T26" fmla="*/ 28 w 17"/>
                <a:gd name="T27" fmla="*/ 44 h 19"/>
                <a:gd name="T28" fmla="*/ 59 w 17"/>
                <a:gd name="T29" fmla="*/ 9 h 19"/>
                <a:gd name="T30" fmla="*/ 85 w 17"/>
                <a:gd name="T31" fmla="*/ 9 h 19"/>
                <a:gd name="T32" fmla="*/ 93 w 17"/>
                <a:gd name="T33" fmla="*/ 20 h 19"/>
                <a:gd name="T34" fmla="*/ 112 w 17"/>
                <a:gd name="T35" fmla="*/ 20 h 19"/>
                <a:gd name="T36" fmla="*/ 144 w 17"/>
                <a:gd name="T37" fmla="*/ 44 h 19"/>
                <a:gd name="T38" fmla="*/ 144 w 17"/>
                <a:gd name="T39" fmla="*/ 73 h 19"/>
                <a:gd name="T40" fmla="*/ 152 w 17"/>
                <a:gd name="T41" fmla="*/ 10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0"/>
                  </a:moveTo>
                  <a:cubicBezTo>
                    <a:pt x="17" y="11"/>
                    <a:pt x="17" y="11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4"/>
                    <a:pt x="17" y="15"/>
                    <a:pt x="15" y="15"/>
                  </a:cubicBezTo>
                  <a:cubicBezTo>
                    <a:pt x="15" y="16"/>
                    <a:pt x="14" y="15"/>
                    <a:pt x="14" y="15"/>
                  </a:cubicBezTo>
                  <a:cubicBezTo>
                    <a:pt x="13" y="16"/>
                    <a:pt x="13" y="17"/>
                    <a:pt x="13" y="17"/>
                  </a:cubicBezTo>
                  <a:cubicBezTo>
                    <a:pt x="12" y="18"/>
                    <a:pt x="11" y="19"/>
                    <a:pt x="10" y="19"/>
                  </a:cubicBezTo>
                  <a:cubicBezTo>
                    <a:pt x="9" y="18"/>
                    <a:pt x="8" y="18"/>
                    <a:pt x="7" y="18"/>
                  </a:cubicBezTo>
                  <a:cubicBezTo>
                    <a:pt x="6" y="18"/>
                    <a:pt x="6" y="18"/>
                    <a:pt x="5" y="16"/>
                  </a:cubicBezTo>
                  <a:cubicBezTo>
                    <a:pt x="4" y="16"/>
                    <a:pt x="3" y="16"/>
                    <a:pt x="2" y="15"/>
                  </a:cubicBezTo>
                  <a:cubicBezTo>
                    <a:pt x="1" y="13"/>
                    <a:pt x="3" y="13"/>
                    <a:pt x="3" y="12"/>
                  </a:cubicBezTo>
                  <a:cubicBezTo>
                    <a:pt x="3" y="10"/>
                    <a:pt x="1" y="11"/>
                    <a:pt x="1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1" y="6"/>
                    <a:pt x="2" y="5"/>
                    <a:pt x="3" y="4"/>
                  </a:cubicBezTo>
                  <a:cubicBezTo>
                    <a:pt x="4" y="3"/>
                    <a:pt x="4" y="2"/>
                    <a:pt x="6" y="1"/>
                  </a:cubicBezTo>
                  <a:cubicBezTo>
                    <a:pt x="7" y="1"/>
                    <a:pt x="8" y="0"/>
                    <a:pt x="9" y="1"/>
                  </a:cubicBezTo>
                  <a:cubicBezTo>
                    <a:pt x="10" y="1"/>
                    <a:pt x="10" y="2"/>
                    <a:pt x="10" y="2"/>
                  </a:cubicBezTo>
                  <a:cubicBezTo>
                    <a:pt x="11" y="3"/>
                    <a:pt x="12" y="2"/>
                    <a:pt x="12" y="2"/>
                  </a:cubicBezTo>
                  <a:cubicBezTo>
                    <a:pt x="14" y="2"/>
                    <a:pt x="14" y="2"/>
                    <a:pt x="15" y="4"/>
                  </a:cubicBezTo>
                  <a:cubicBezTo>
                    <a:pt x="15" y="5"/>
                    <a:pt x="15" y="6"/>
                    <a:pt x="15" y="7"/>
                  </a:cubicBezTo>
                  <a:cubicBezTo>
                    <a:pt x="15" y="8"/>
                    <a:pt x="16" y="8"/>
                    <a:pt x="16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7" name="Freeform 688">
              <a:extLst>
                <a:ext uri="{FF2B5EF4-FFF2-40B4-BE49-F238E27FC236}">
                  <a16:creationId xmlns:a16="http://schemas.microsoft.com/office/drawing/2014/main" id="{4EBB1AAD-9D30-4189-ADAA-0FFF06010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498"/>
              <a:ext cx="7" cy="13"/>
            </a:xfrm>
            <a:custGeom>
              <a:avLst/>
              <a:gdLst>
                <a:gd name="T0" fmla="*/ 37 w 3"/>
                <a:gd name="T1" fmla="*/ 0 h 6"/>
                <a:gd name="T2" fmla="*/ 12 w 3"/>
                <a:gd name="T3" fmla="*/ 43 h 6"/>
                <a:gd name="T4" fmla="*/ 37 w 3"/>
                <a:gd name="T5" fmla="*/ 61 h 6"/>
                <a:gd name="T6" fmla="*/ 28 w 3"/>
                <a:gd name="T7" fmla="*/ 43 h 6"/>
                <a:gd name="T8" fmla="*/ 37 w 3"/>
                <a:gd name="T9" fmla="*/ 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1"/>
                    <a:pt x="1" y="2"/>
                    <a:pt x="1" y="4"/>
                  </a:cubicBezTo>
                  <a:cubicBezTo>
                    <a:pt x="0" y="5"/>
                    <a:pt x="2" y="6"/>
                    <a:pt x="3" y="6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3" y="3"/>
                    <a:pt x="3" y="2"/>
                    <a:pt x="3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8" name="Freeform 689">
              <a:extLst>
                <a:ext uri="{FF2B5EF4-FFF2-40B4-BE49-F238E27FC236}">
                  <a16:creationId xmlns:a16="http://schemas.microsoft.com/office/drawing/2014/main" id="{75BC3ECE-65D6-4E85-9DB4-5E5B31FA6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516"/>
              <a:ext cx="7" cy="11"/>
            </a:xfrm>
            <a:custGeom>
              <a:avLst/>
              <a:gdLst>
                <a:gd name="T0" fmla="*/ 28 w 3"/>
                <a:gd name="T1" fmla="*/ 0 h 5"/>
                <a:gd name="T2" fmla="*/ 12 w 3"/>
                <a:gd name="T3" fmla="*/ 33 h 5"/>
                <a:gd name="T4" fmla="*/ 37 w 3"/>
                <a:gd name="T5" fmla="*/ 53 h 5"/>
                <a:gd name="T6" fmla="*/ 28 w 3"/>
                <a:gd name="T7" fmla="*/ 20 h 5"/>
                <a:gd name="T8" fmla="*/ 28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1" y="3"/>
                    <a:pt x="2" y="4"/>
                    <a:pt x="3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9" name="Freeform 690">
              <a:extLst>
                <a:ext uri="{FF2B5EF4-FFF2-40B4-BE49-F238E27FC236}">
                  <a16:creationId xmlns:a16="http://schemas.microsoft.com/office/drawing/2014/main" id="{532D9B29-C81E-4AB6-A263-13FBD966B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522"/>
              <a:ext cx="19" cy="9"/>
            </a:xfrm>
            <a:custGeom>
              <a:avLst/>
              <a:gdLst>
                <a:gd name="T0" fmla="*/ 84 w 9"/>
                <a:gd name="T1" fmla="*/ 0 h 4"/>
                <a:gd name="T2" fmla="*/ 49 w 9"/>
                <a:gd name="T3" fmla="*/ 36 h 4"/>
                <a:gd name="T4" fmla="*/ 17 w 9"/>
                <a:gd name="T5" fmla="*/ 25 h 4"/>
                <a:gd name="T6" fmla="*/ 0 w 9"/>
                <a:gd name="T7" fmla="*/ 11 h 4"/>
                <a:gd name="T8" fmla="*/ 27 w 9"/>
                <a:gd name="T9" fmla="*/ 25 h 4"/>
                <a:gd name="T10" fmla="*/ 36 w 9"/>
                <a:gd name="T11" fmla="*/ 25 h 4"/>
                <a:gd name="T12" fmla="*/ 49 w 9"/>
                <a:gd name="T13" fmla="*/ 25 h 4"/>
                <a:gd name="T14" fmla="*/ 76 w 9"/>
                <a:gd name="T15" fmla="*/ 0 h 4"/>
                <a:gd name="T16" fmla="*/ 84 w 9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0"/>
                    <a:pt x="8" y="4"/>
                    <a:pt x="5" y="3"/>
                  </a:cubicBezTo>
                  <a:cubicBezTo>
                    <a:pt x="4" y="3"/>
                    <a:pt x="3" y="3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2"/>
                    <a:pt x="4" y="1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7" y="0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0" name="Freeform 691">
              <a:extLst>
                <a:ext uri="{FF2B5EF4-FFF2-40B4-BE49-F238E27FC236}">
                  <a16:creationId xmlns:a16="http://schemas.microsoft.com/office/drawing/2014/main" id="{82279D3B-3319-4302-8329-2E2771A29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496"/>
              <a:ext cx="5" cy="9"/>
            </a:xfrm>
            <a:custGeom>
              <a:avLst/>
              <a:gdLst>
                <a:gd name="T0" fmla="*/ 20 w 2"/>
                <a:gd name="T1" fmla="*/ 0 h 4"/>
                <a:gd name="T2" fmla="*/ 20 w 2"/>
                <a:gd name="T3" fmla="*/ 25 h 4"/>
                <a:gd name="T4" fmla="*/ 33 w 2"/>
                <a:gd name="T5" fmla="*/ 45 h 4"/>
                <a:gd name="T6" fmla="*/ 0 w 2"/>
                <a:gd name="T7" fmla="*/ 25 h 4"/>
                <a:gd name="T8" fmla="*/ 20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1" name="Freeform 692">
              <a:extLst>
                <a:ext uri="{FF2B5EF4-FFF2-40B4-BE49-F238E27FC236}">
                  <a16:creationId xmlns:a16="http://schemas.microsoft.com/office/drawing/2014/main" id="{40A1C6EC-C5E1-4881-BE7D-6D208F058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491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0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2" name="Freeform 693">
              <a:extLst>
                <a:ext uri="{FF2B5EF4-FFF2-40B4-BE49-F238E27FC236}">
                  <a16:creationId xmlns:a16="http://schemas.microsoft.com/office/drawing/2014/main" id="{117FCF26-868C-4E0C-8037-890FA8752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509"/>
              <a:ext cx="5" cy="7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28 h 3"/>
                <a:gd name="T4" fmla="*/ 0 w 2"/>
                <a:gd name="T5" fmla="*/ 37 h 3"/>
                <a:gd name="T6" fmla="*/ 33 w 2"/>
                <a:gd name="T7" fmla="*/ 28 h 3"/>
                <a:gd name="T8" fmla="*/ 2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3" name="Freeform 694">
              <a:extLst>
                <a:ext uri="{FF2B5EF4-FFF2-40B4-BE49-F238E27FC236}">
                  <a16:creationId xmlns:a16="http://schemas.microsoft.com/office/drawing/2014/main" id="{B1139A56-35EF-4FF1-880A-CFFA33212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525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24 w 5"/>
                <a:gd name="T3" fmla="*/ 16 h 2"/>
                <a:gd name="T4" fmla="*/ 16 w 5"/>
                <a:gd name="T5" fmla="*/ 16 h 2"/>
                <a:gd name="T6" fmla="*/ 0 w 5"/>
                <a:gd name="T7" fmla="*/ 8 h 2"/>
                <a:gd name="T8" fmla="*/ 24 w 5"/>
                <a:gd name="T9" fmla="*/ 8 h 2"/>
                <a:gd name="T10" fmla="*/ 40 w 5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1" y="1"/>
                    <a:pt x="2" y="2"/>
                    <a:pt x="3" y="1"/>
                  </a:cubicBezTo>
                  <a:cubicBezTo>
                    <a:pt x="4" y="1"/>
                    <a:pt x="4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4" name="Freeform 695">
              <a:extLst>
                <a:ext uri="{FF2B5EF4-FFF2-40B4-BE49-F238E27FC236}">
                  <a16:creationId xmlns:a16="http://schemas.microsoft.com/office/drawing/2014/main" id="{3D1186D9-3C4D-4EDB-B4CE-1EFC51E37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513"/>
              <a:ext cx="7" cy="7"/>
            </a:xfrm>
            <a:custGeom>
              <a:avLst/>
              <a:gdLst>
                <a:gd name="T0" fmla="*/ 28 w 3"/>
                <a:gd name="T1" fmla="*/ 12 h 3"/>
                <a:gd name="T2" fmla="*/ 12 w 3"/>
                <a:gd name="T3" fmla="*/ 37 h 3"/>
                <a:gd name="T4" fmla="*/ 12 w 3"/>
                <a:gd name="T5" fmla="*/ 37 h 3"/>
                <a:gd name="T6" fmla="*/ 12 w 3"/>
                <a:gd name="T7" fmla="*/ 37 h 3"/>
                <a:gd name="T8" fmla="*/ 28 w 3"/>
                <a:gd name="T9" fmla="*/ 28 h 3"/>
                <a:gd name="T10" fmla="*/ 28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3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5" name="Freeform 696">
              <a:extLst>
                <a:ext uri="{FF2B5EF4-FFF2-40B4-BE49-F238E27FC236}">
                  <a16:creationId xmlns:a16="http://schemas.microsoft.com/office/drawing/2014/main" id="{F22CDB22-84E5-43AC-8DA3-51EEDDF1F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505"/>
              <a:ext cx="5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6 h 3"/>
                <a:gd name="T4" fmla="*/ 33 w 2"/>
                <a:gd name="T5" fmla="*/ 24 h 3"/>
                <a:gd name="T6" fmla="*/ 0 w 2"/>
                <a:gd name="T7" fmla="*/ 16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6" name="Freeform 697">
              <a:extLst>
                <a:ext uri="{FF2B5EF4-FFF2-40B4-BE49-F238E27FC236}">
                  <a16:creationId xmlns:a16="http://schemas.microsoft.com/office/drawing/2014/main" id="{63971BCE-01D5-4BF1-8FE2-32C12AB17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493"/>
              <a:ext cx="10" cy="3"/>
            </a:xfrm>
            <a:custGeom>
              <a:avLst/>
              <a:gdLst>
                <a:gd name="T0" fmla="*/ 40 w 5"/>
                <a:gd name="T1" fmla="*/ 27 h 1"/>
                <a:gd name="T2" fmla="*/ 24 w 5"/>
                <a:gd name="T3" fmla="*/ 27 h 1"/>
                <a:gd name="T4" fmla="*/ 0 w 5"/>
                <a:gd name="T5" fmla="*/ 0 h 1"/>
                <a:gd name="T6" fmla="*/ 24 w 5"/>
                <a:gd name="T7" fmla="*/ 27 h 1"/>
                <a:gd name="T8" fmla="*/ 40 w 5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7" name="Freeform 698">
              <a:extLst>
                <a:ext uri="{FF2B5EF4-FFF2-40B4-BE49-F238E27FC236}">
                  <a16:creationId xmlns:a16="http://schemas.microsoft.com/office/drawing/2014/main" id="{C9156B88-9BEF-46E3-84BF-F91599A14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489"/>
              <a:ext cx="36" cy="42"/>
            </a:xfrm>
            <a:custGeom>
              <a:avLst/>
              <a:gdLst>
                <a:gd name="T0" fmla="*/ 152 w 17"/>
                <a:gd name="T1" fmla="*/ 108 h 19"/>
                <a:gd name="T2" fmla="*/ 152 w 17"/>
                <a:gd name="T3" fmla="*/ 141 h 19"/>
                <a:gd name="T4" fmla="*/ 152 w 17"/>
                <a:gd name="T5" fmla="*/ 141 h 19"/>
                <a:gd name="T6" fmla="*/ 144 w 17"/>
                <a:gd name="T7" fmla="*/ 161 h 19"/>
                <a:gd name="T8" fmla="*/ 136 w 17"/>
                <a:gd name="T9" fmla="*/ 161 h 19"/>
                <a:gd name="T10" fmla="*/ 125 w 17"/>
                <a:gd name="T11" fmla="*/ 186 h 19"/>
                <a:gd name="T12" fmla="*/ 93 w 17"/>
                <a:gd name="T13" fmla="*/ 206 h 19"/>
                <a:gd name="T14" fmla="*/ 68 w 17"/>
                <a:gd name="T15" fmla="*/ 195 h 19"/>
                <a:gd name="T16" fmla="*/ 49 w 17"/>
                <a:gd name="T17" fmla="*/ 170 h 19"/>
                <a:gd name="T18" fmla="*/ 17 w 17"/>
                <a:gd name="T19" fmla="*/ 161 h 19"/>
                <a:gd name="T20" fmla="*/ 28 w 17"/>
                <a:gd name="T21" fmla="*/ 133 h 19"/>
                <a:gd name="T22" fmla="*/ 8 w 17"/>
                <a:gd name="T23" fmla="*/ 108 h 19"/>
                <a:gd name="T24" fmla="*/ 8 w 17"/>
                <a:gd name="T25" fmla="*/ 73 h 19"/>
                <a:gd name="T26" fmla="*/ 28 w 17"/>
                <a:gd name="T27" fmla="*/ 44 h 19"/>
                <a:gd name="T28" fmla="*/ 59 w 17"/>
                <a:gd name="T29" fmla="*/ 9 h 19"/>
                <a:gd name="T30" fmla="*/ 85 w 17"/>
                <a:gd name="T31" fmla="*/ 9 h 19"/>
                <a:gd name="T32" fmla="*/ 93 w 17"/>
                <a:gd name="T33" fmla="*/ 20 h 19"/>
                <a:gd name="T34" fmla="*/ 112 w 17"/>
                <a:gd name="T35" fmla="*/ 20 h 19"/>
                <a:gd name="T36" fmla="*/ 144 w 17"/>
                <a:gd name="T37" fmla="*/ 44 h 19"/>
                <a:gd name="T38" fmla="*/ 144 w 17"/>
                <a:gd name="T39" fmla="*/ 73 h 19"/>
                <a:gd name="T40" fmla="*/ 152 w 17"/>
                <a:gd name="T41" fmla="*/ 10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0"/>
                  </a:moveTo>
                  <a:cubicBezTo>
                    <a:pt x="17" y="11"/>
                    <a:pt x="17" y="11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4"/>
                    <a:pt x="17" y="15"/>
                    <a:pt x="15" y="15"/>
                  </a:cubicBezTo>
                  <a:cubicBezTo>
                    <a:pt x="15" y="16"/>
                    <a:pt x="14" y="15"/>
                    <a:pt x="14" y="15"/>
                  </a:cubicBezTo>
                  <a:cubicBezTo>
                    <a:pt x="13" y="16"/>
                    <a:pt x="13" y="17"/>
                    <a:pt x="13" y="17"/>
                  </a:cubicBezTo>
                  <a:cubicBezTo>
                    <a:pt x="12" y="18"/>
                    <a:pt x="11" y="19"/>
                    <a:pt x="10" y="19"/>
                  </a:cubicBezTo>
                  <a:cubicBezTo>
                    <a:pt x="9" y="18"/>
                    <a:pt x="8" y="18"/>
                    <a:pt x="7" y="18"/>
                  </a:cubicBezTo>
                  <a:cubicBezTo>
                    <a:pt x="6" y="18"/>
                    <a:pt x="6" y="18"/>
                    <a:pt x="5" y="16"/>
                  </a:cubicBezTo>
                  <a:cubicBezTo>
                    <a:pt x="4" y="16"/>
                    <a:pt x="3" y="16"/>
                    <a:pt x="2" y="15"/>
                  </a:cubicBezTo>
                  <a:cubicBezTo>
                    <a:pt x="1" y="13"/>
                    <a:pt x="3" y="13"/>
                    <a:pt x="3" y="12"/>
                  </a:cubicBezTo>
                  <a:cubicBezTo>
                    <a:pt x="3" y="10"/>
                    <a:pt x="1" y="11"/>
                    <a:pt x="1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1" y="6"/>
                    <a:pt x="2" y="5"/>
                    <a:pt x="3" y="4"/>
                  </a:cubicBezTo>
                  <a:cubicBezTo>
                    <a:pt x="4" y="3"/>
                    <a:pt x="4" y="2"/>
                    <a:pt x="6" y="1"/>
                  </a:cubicBezTo>
                  <a:cubicBezTo>
                    <a:pt x="7" y="1"/>
                    <a:pt x="8" y="0"/>
                    <a:pt x="9" y="1"/>
                  </a:cubicBezTo>
                  <a:cubicBezTo>
                    <a:pt x="10" y="1"/>
                    <a:pt x="10" y="2"/>
                    <a:pt x="10" y="2"/>
                  </a:cubicBezTo>
                  <a:cubicBezTo>
                    <a:pt x="11" y="3"/>
                    <a:pt x="12" y="2"/>
                    <a:pt x="12" y="2"/>
                  </a:cubicBezTo>
                  <a:cubicBezTo>
                    <a:pt x="14" y="2"/>
                    <a:pt x="14" y="2"/>
                    <a:pt x="15" y="4"/>
                  </a:cubicBezTo>
                  <a:cubicBezTo>
                    <a:pt x="15" y="5"/>
                    <a:pt x="15" y="6"/>
                    <a:pt x="15" y="7"/>
                  </a:cubicBezTo>
                  <a:cubicBezTo>
                    <a:pt x="15" y="8"/>
                    <a:pt x="16" y="8"/>
                    <a:pt x="16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8" name="Freeform 699">
              <a:extLst>
                <a:ext uri="{FF2B5EF4-FFF2-40B4-BE49-F238E27FC236}">
                  <a16:creationId xmlns:a16="http://schemas.microsoft.com/office/drawing/2014/main" id="{D4E6FBD5-059F-4B23-A7FE-D8F42418B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513"/>
              <a:ext cx="4" cy="5"/>
            </a:xfrm>
            <a:custGeom>
              <a:avLst/>
              <a:gdLst>
                <a:gd name="T0" fmla="*/ 8 w 2"/>
                <a:gd name="T1" fmla="*/ 33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9" name="Freeform 700">
              <a:extLst>
                <a:ext uri="{FF2B5EF4-FFF2-40B4-BE49-F238E27FC236}">
                  <a16:creationId xmlns:a16="http://schemas.microsoft.com/office/drawing/2014/main" id="{B1A10E05-89E0-4A6D-951B-0FDADE9B8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509"/>
              <a:ext cx="5" cy="7"/>
            </a:xfrm>
            <a:custGeom>
              <a:avLst/>
              <a:gdLst>
                <a:gd name="T0" fmla="*/ 0 w 2"/>
                <a:gd name="T1" fmla="*/ 37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0" name="Freeform 701">
              <a:extLst>
                <a:ext uri="{FF2B5EF4-FFF2-40B4-BE49-F238E27FC236}">
                  <a16:creationId xmlns:a16="http://schemas.microsoft.com/office/drawing/2014/main" id="{F9BC2C99-0744-4699-8D97-AD8A661BA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493"/>
              <a:ext cx="4" cy="1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1" name="Freeform 702">
              <a:extLst>
                <a:ext uri="{FF2B5EF4-FFF2-40B4-BE49-F238E27FC236}">
                  <a16:creationId xmlns:a16="http://schemas.microsoft.com/office/drawing/2014/main" id="{1454BF12-79FB-49F4-B886-32BA9F9A2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21"/>
              <a:ext cx="12" cy="16"/>
            </a:xfrm>
            <a:custGeom>
              <a:avLst/>
              <a:gdLst>
                <a:gd name="T0" fmla="*/ 48 w 6"/>
                <a:gd name="T1" fmla="*/ 37 h 7"/>
                <a:gd name="T2" fmla="*/ 40 w 6"/>
                <a:gd name="T3" fmla="*/ 11 h 7"/>
                <a:gd name="T4" fmla="*/ 24 w 6"/>
                <a:gd name="T5" fmla="*/ 0 h 7"/>
                <a:gd name="T6" fmla="*/ 8 w 6"/>
                <a:gd name="T7" fmla="*/ 57 h 7"/>
                <a:gd name="T8" fmla="*/ 40 w 6"/>
                <a:gd name="T9" fmla="*/ 73 h 7"/>
                <a:gd name="T10" fmla="*/ 48 w 6"/>
                <a:gd name="T11" fmla="*/ 3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2"/>
                    <a:pt x="6" y="1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6" y="5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2" name="Freeform 703">
              <a:extLst>
                <a:ext uri="{FF2B5EF4-FFF2-40B4-BE49-F238E27FC236}">
                  <a16:creationId xmlns:a16="http://schemas.microsoft.com/office/drawing/2014/main" id="{A8665A38-5E52-49A8-B8E6-E863C8773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123"/>
              <a:ext cx="6" cy="9"/>
            </a:xfrm>
            <a:custGeom>
              <a:avLst/>
              <a:gdLst>
                <a:gd name="T0" fmla="*/ 24 w 3"/>
                <a:gd name="T1" fmla="*/ 45 h 4"/>
                <a:gd name="T2" fmla="*/ 16 w 3"/>
                <a:gd name="T3" fmla="*/ 45 h 4"/>
                <a:gd name="T4" fmla="*/ 8 w 3"/>
                <a:gd name="T5" fmla="*/ 25 h 4"/>
                <a:gd name="T6" fmla="*/ 8 w 3"/>
                <a:gd name="T7" fmla="*/ 11 h 4"/>
                <a:gd name="T8" fmla="*/ 16 w 3"/>
                <a:gd name="T9" fmla="*/ 11 h 4"/>
                <a:gd name="T10" fmla="*/ 16 w 3"/>
                <a:gd name="T11" fmla="*/ 11 h 4"/>
                <a:gd name="T12" fmla="*/ 8 w 3"/>
                <a:gd name="T13" fmla="*/ 11 h 4"/>
                <a:gd name="T14" fmla="*/ 8 w 3"/>
                <a:gd name="T15" fmla="*/ 25 h 4"/>
                <a:gd name="T16" fmla="*/ 16 w 3"/>
                <a:gd name="T17" fmla="*/ 45 h 4"/>
                <a:gd name="T18" fmla="*/ 24 w 3"/>
                <a:gd name="T19" fmla="*/ 45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4"/>
                    <a:pt x="2" y="4"/>
                    <a:pt x="2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3" name="Freeform 704">
              <a:extLst>
                <a:ext uri="{FF2B5EF4-FFF2-40B4-BE49-F238E27FC236}">
                  <a16:creationId xmlns:a16="http://schemas.microsoft.com/office/drawing/2014/main" id="{56BAD771-8328-4B8D-A924-AA18B9BD8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206"/>
              <a:ext cx="18" cy="20"/>
            </a:xfrm>
            <a:custGeom>
              <a:avLst/>
              <a:gdLst>
                <a:gd name="T0" fmla="*/ 24 w 9"/>
                <a:gd name="T1" fmla="*/ 89 h 9"/>
                <a:gd name="T2" fmla="*/ 48 w 9"/>
                <a:gd name="T3" fmla="*/ 98 h 9"/>
                <a:gd name="T4" fmla="*/ 56 w 9"/>
                <a:gd name="T5" fmla="*/ 36 h 9"/>
                <a:gd name="T6" fmla="*/ 8 w 9"/>
                <a:gd name="T7" fmla="*/ 0 h 9"/>
                <a:gd name="T8" fmla="*/ 0 w 9"/>
                <a:gd name="T9" fmla="*/ 44 h 9"/>
                <a:gd name="T10" fmla="*/ 16 w 9"/>
                <a:gd name="T11" fmla="*/ 64 h 9"/>
                <a:gd name="T12" fmla="*/ 24 w 9"/>
                <a:gd name="T13" fmla="*/ 8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3" y="8"/>
                  </a:moveTo>
                  <a:cubicBezTo>
                    <a:pt x="4" y="9"/>
                    <a:pt x="5" y="9"/>
                    <a:pt x="6" y="9"/>
                  </a:cubicBezTo>
                  <a:cubicBezTo>
                    <a:pt x="9" y="8"/>
                    <a:pt x="9" y="5"/>
                    <a:pt x="7" y="3"/>
                  </a:cubicBezTo>
                  <a:cubicBezTo>
                    <a:pt x="5" y="0"/>
                    <a:pt x="2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7"/>
                    <a:pt x="3" y="8"/>
                    <a:pt x="3" y="8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E695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84" name="Freeform 705">
              <a:extLst>
                <a:ext uri="{FF2B5EF4-FFF2-40B4-BE49-F238E27FC236}">
                  <a16:creationId xmlns:a16="http://schemas.microsoft.com/office/drawing/2014/main" id="{BF92D716-BB0F-47BE-975A-24D727369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10"/>
              <a:ext cx="8" cy="12"/>
            </a:xfrm>
            <a:custGeom>
              <a:avLst/>
              <a:gdLst>
                <a:gd name="T0" fmla="*/ 32 w 4"/>
                <a:gd name="T1" fmla="*/ 58 h 5"/>
                <a:gd name="T2" fmla="*/ 32 w 4"/>
                <a:gd name="T3" fmla="*/ 29 h 5"/>
                <a:gd name="T4" fmla="*/ 8 w 4"/>
                <a:gd name="T5" fmla="*/ 0 h 5"/>
                <a:gd name="T6" fmla="*/ 0 w 4"/>
                <a:gd name="T7" fmla="*/ 0 h 5"/>
                <a:gd name="T8" fmla="*/ 0 w 4"/>
                <a:gd name="T9" fmla="*/ 0 h 5"/>
                <a:gd name="T10" fmla="*/ 8 w 4"/>
                <a:gd name="T11" fmla="*/ 0 h 5"/>
                <a:gd name="T12" fmla="*/ 32 w 4"/>
                <a:gd name="T13" fmla="*/ 29 h 5"/>
                <a:gd name="T14" fmla="*/ 32 w 4"/>
                <a:gd name="T15" fmla="*/ 58 h 5"/>
                <a:gd name="T16" fmla="*/ 24 w 4"/>
                <a:gd name="T17" fmla="*/ 58 h 5"/>
                <a:gd name="T18" fmla="*/ 24 w 4"/>
                <a:gd name="T19" fmla="*/ 58 h 5"/>
                <a:gd name="T20" fmla="*/ 32 w 4"/>
                <a:gd name="T21" fmla="*/ 58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4"/>
                    <a:pt x="4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4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5" name="Freeform 706">
              <a:extLst>
                <a:ext uri="{FF2B5EF4-FFF2-40B4-BE49-F238E27FC236}">
                  <a16:creationId xmlns:a16="http://schemas.microsoft.com/office/drawing/2014/main" id="{5BD91956-AB1E-41CF-B508-E4B26ACE8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184"/>
              <a:ext cx="21" cy="22"/>
            </a:xfrm>
            <a:custGeom>
              <a:avLst/>
              <a:gdLst>
                <a:gd name="T0" fmla="*/ 36 w 10"/>
                <a:gd name="T1" fmla="*/ 97 h 10"/>
                <a:gd name="T2" fmla="*/ 67 w 10"/>
                <a:gd name="T3" fmla="*/ 97 h 10"/>
                <a:gd name="T4" fmla="*/ 76 w 10"/>
                <a:gd name="T5" fmla="*/ 33 h 10"/>
                <a:gd name="T6" fmla="*/ 17 w 10"/>
                <a:gd name="T7" fmla="*/ 9 h 10"/>
                <a:gd name="T8" fmla="*/ 8 w 10"/>
                <a:gd name="T9" fmla="*/ 44 h 10"/>
                <a:gd name="T10" fmla="*/ 27 w 10"/>
                <a:gd name="T11" fmla="*/ 73 h 10"/>
                <a:gd name="T12" fmla="*/ 36 w 10"/>
                <a:gd name="T13" fmla="*/ 9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0">
                  <a:moveTo>
                    <a:pt x="4" y="9"/>
                  </a:moveTo>
                  <a:cubicBezTo>
                    <a:pt x="5" y="9"/>
                    <a:pt x="6" y="10"/>
                    <a:pt x="7" y="9"/>
                  </a:cubicBezTo>
                  <a:cubicBezTo>
                    <a:pt x="10" y="9"/>
                    <a:pt x="10" y="6"/>
                    <a:pt x="8" y="3"/>
                  </a:cubicBezTo>
                  <a:cubicBezTo>
                    <a:pt x="6" y="1"/>
                    <a:pt x="3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3" y="8"/>
                    <a:pt x="4" y="8"/>
                    <a:pt x="4" y="9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E695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86" name="Freeform 707">
              <a:extLst>
                <a:ext uri="{FF2B5EF4-FFF2-40B4-BE49-F238E27FC236}">
                  <a16:creationId xmlns:a16="http://schemas.microsoft.com/office/drawing/2014/main" id="{2476140B-6BFD-40F5-B7FF-5E587E276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188"/>
              <a:ext cx="9" cy="11"/>
            </a:xfrm>
            <a:custGeom>
              <a:avLst/>
              <a:gdLst>
                <a:gd name="T0" fmla="*/ 45 w 4"/>
                <a:gd name="T1" fmla="*/ 53 h 5"/>
                <a:gd name="T2" fmla="*/ 45 w 4"/>
                <a:gd name="T3" fmla="*/ 33 h 5"/>
                <a:gd name="T4" fmla="*/ 11 w 4"/>
                <a:gd name="T5" fmla="*/ 9 h 5"/>
                <a:gd name="T6" fmla="*/ 0 w 4"/>
                <a:gd name="T7" fmla="*/ 9 h 5"/>
                <a:gd name="T8" fmla="*/ 0 w 4"/>
                <a:gd name="T9" fmla="*/ 9 h 5"/>
                <a:gd name="T10" fmla="*/ 11 w 4"/>
                <a:gd name="T11" fmla="*/ 9 h 5"/>
                <a:gd name="T12" fmla="*/ 45 w 4"/>
                <a:gd name="T13" fmla="*/ 33 h 5"/>
                <a:gd name="T14" fmla="*/ 45 w 4"/>
                <a:gd name="T15" fmla="*/ 53 h 5"/>
                <a:gd name="T16" fmla="*/ 36 w 4"/>
                <a:gd name="T17" fmla="*/ 53 h 5"/>
                <a:gd name="T18" fmla="*/ 36 w 4"/>
                <a:gd name="T19" fmla="*/ 53 h 5"/>
                <a:gd name="T20" fmla="*/ 45 w 4"/>
                <a:gd name="T21" fmla="*/ 53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4" y="4"/>
                    <a:pt x="4" y="4"/>
                    <a:pt x="4" y="3"/>
                  </a:cubicBezTo>
                  <a:cubicBezTo>
                    <a:pt x="3" y="2"/>
                    <a:pt x="2" y="1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4" y="4"/>
                    <a:pt x="4" y="4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7" name="Freeform 708">
              <a:extLst>
                <a:ext uri="{FF2B5EF4-FFF2-40B4-BE49-F238E27FC236}">
                  <a16:creationId xmlns:a16="http://schemas.microsoft.com/office/drawing/2014/main" id="{170D5A5B-157D-44E8-BE16-4AABBC693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173"/>
              <a:ext cx="21" cy="22"/>
            </a:xfrm>
            <a:custGeom>
              <a:avLst/>
              <a:gdLst>
                <a:gd name="T0" fmla="*/ 36 w 10"/>
                <a:gd name="T1" fmla="*/ 97 h 10"/>
                <a:gd name="T2" fmla="*/ 67 w 10"/>
                <a:gd name="T3" fmla="*/ 106 h 10"/>
                <a:gd name="T4" fmla="*/ 76 w 10"/>
                <a:gd name="T5" fmla="*/ 33 h 10"/>
                <a:gd name="T6" fmla="*/ 17 w 10"/>
                <a:gd name="T7" fmla="*/ 9 h 10"/>
                <a:gd name="T8" fmla="*/ 8 w 10"/>
                <a:gd name="T9" fmla="*/ 53 h 10"/>
                <a:gd name="T10" fmla="*/ 27 w 10"/>
                <a:gd name="T11" fmla="*/ 73 h 10"/>
                <a:gd name="T12" fmla="*/ 36 w 10"/>
                <a:gd name="T13" fmla="*/ 9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0">
                  <a:moveTo>
                    <a:pt x="4" y="9"/>
                  </a:moveTo>
                  <a:cubicBezTo>
                    <a:pt x="5" y="10"/>
                    <a:pt x="6" y="10"/>
                    <a:pt x="7" y="10"/>
                  </a:cubicBezTo>
                  <a:cubicBezTo>
                    <a:pt x="10" y="9"/>
                    <a:pt x="10" y="6"/>
                    <a:pt x="8" y="3"/>
                  </a:cubicBezTo>
                  <a:cubicBezTo>
                    <a:pt x="6" y="1"/>
                    <a:pt x="3" y="0"/>
                    <a:pt x="2" y="1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3" y="8"/>
                    <a:pt x="4" y="9"/>
                    <a:pt x="4" y="9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E695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88" name="Freeform 709">
              <a:extLst>
                <a:ext uri="{FF2B5EF4-FFF2-40B4-BE49-F238E27FC236}">
                  <a16:creationId xmlns:a16="http://schemas.microsoft.com/office/drawing/2014/main" id="{44946EAD-C67E-4410-B97E-C34F46C9B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79"/>
              <a:ext cx="8" cy="11"/>
            </a:xfrm>
            <a:custGeom>
              <a:avLst/>
              <a:gdLst>
                <a:gd name="T0" fmla="*/ 32 w 4"/>
                <a:gd name="T1" fmla="*/ 44 h 5"/>
                <a:gd name="T2" fmla="*/ 32 w 4"/>
                <a:gd name="T3" fmla="*/ 20 h 5"/>
                <a:gd name="T4" fmla="*/ 8 w 4"/>
                <a:gd name="T5" fmla="*/ 0 h 5"/>
                <a:gd name="T6" fmla="*/ 0 w 4"/>
                <a:gd name="T7" fmla="*/ 0 h 5"/>
                <a:gd name="T8" fmla="*/ 0 w 4"/>
                <a:gd name="T9" fmla="*/ 0 h 5"/>
                <a:gd name="T10" fmla="*/ 8 w 4"/>
                <a:gd name="T11" fmla="*/ 0 h 5"/>
                <a:gd name="T12" fmla="*/ 32 w 4"/>
                <a:gd name="T13" fmla="*/ 20 h 5"/>
                <a:gd name="T14" fmla="*/ 32 w 4"/>
                <a:gd name="T15" fmla="*/ 44 h 5"/>
                <a:gd name="T16" fmla="*/ 24 w 4"/>
                <a:gd name="T17" fmla="*/ 44 h 5"/>
                <a:gd name="T18" fmla="*/ 24 w 4"/>
                <a:gd name="T19" fmla="*/ 44 h 5"/>
                <a:gd name="T20" fmla="*/ 32 w 4"/>
                <a:gd name="T21" fmla="*/ 44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4"/>
                    <a:pt x="4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4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9" name="Freeform 710">
              <a:extLst>
                <a:ext uri="{FF2B5EF4-FFF2-40B4-BE49-F238E27FC236}">
                  <a16:creationId xmlns:a16="http://schemas.microsoft.com/office/drawing/2014/main" id="{52AAFF72-A078-432E-945D-FF54FE624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137"/>
              <a:ext cx="18" cy="20"/>
            </a:xfrm>
            <a:custGeom>
              <a:avLst/>
              <a:gdLst>
                <a:gd name="T0" fmla="*/ 32 w 9"/>
                <a:gd name="T1" fmla="*/ 89 h 9"/>
                <a:gd name="T2" fmla="*/ 48 w 9"/>
                <a:gd name="T3" fmla="*/ 98 h 9"/>
                <a:gd name="T4" fmla="*/ 56 w 9"/>
                <a:gd name="T5" fmla="*/ 36 h 9"/>
                <a:gd name="T6" fmla="*/ 8 w 9"/>
                <a:gd name="T7" fmla="*/ 0 h 9"/>
                <a:gd name="T8" fmla="*/ 0 w 9"/>
                <a:gd name="T9" fmla="*/ 44 h 9"/>
                <a:gd name="T10" fmla="*/ 16 w 9"/>
                <a:gd name="T11" fmla="*/ 64 h 9"/>
                <a:gd name="T12" fmla="*/ 32 w 9"/>
                <a:gd name="T13" fmla="*/ 8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4" y="8"/>
                  </a:moveTo>
                  <a:cubicBezTo>
                    <a:pt x="5" y="9"/>
                    <a:pt x="5" y="9"/>
                    <a:pt x="6" y="9"/>
                  </a:cubicBezTo>
                  <a:cubicBezTo>
                    <a:pt x="9" y="8"/>
                    <a:pt x="9" y="5"/>
                    <a:pt x="7" y="3"/>
                  </a:cubicBezTo>
                  <a:cubicBezTo>
                    <a:pt x="6" y="0"/>
                    <a:pt x="3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7"/>
                    <a:pt x="3" y="8"/>
                    <a:pt x="4" y="8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E695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0" name="Freeform 711">
              <a:extLst>
                <a:ext uri="{FF2B5EF4-FFF2-40B4-BE49-F238E27FC236}">
                  <a16:creationId xmlns:a16="http://schemas.microsoft.com/office/drawing/2014/main" id="{A5956BAA-BFBB-408B-9F92-5AAEB8F09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141"/>
              <a:ext cx="8" cy="11"/>
            </a:xfrm>
            <a:custGeom>
              <a:avLst/>
              <a:gdLst>
                <a:gd name="T0" fmla="*/ 32 w 4"/>
                <a:gd name="T1" fmla="*/ 44 h 5"/>
                <a:gd name="T2" fmla="*/ 32 w 4"/>
                <a:gd name="T3" fmla="*/ 20 h 5"/>
                <a:gd name="T4" fmla="*/ 8 w 4"/>
                <a:gd name="T5" fmla="*/ 0 h 5"/>
                <a:gd name="T6" fmla="*/ 0 w 4"/>
                <a:gd name="T7" fmla="*/ 0 h 5"/>
                <a:gd name="T8" fmla="*/ 0 w 4"/>
                <a:gd name="T9" fmla="*/ 0 h 5"/>
                <a:gd name="T10" fmla="*/ 8 w 4"/>
                <a:gd name="T11" fmla="*/ 0 h 5"/>
                <a:gd name="T12" fmla="*/ 32 w 4"/>
                <a:gd name="T13" fmla="*/ 20 h 5"/>
                <a:gd name="T14" fmla="*/ 32 w 4"/>
                <a:gd name="T15" fmla="*/ 44 h 5"/>
                <a:gd name="T16" fmla="*/ 24 w 4"/>
                <a:gd name="T17" fmla="*/ 53 h 5"/>
                <a:gd name="T18" fmla="*/ 24 w 4"/>
                <a:gd name="T19" fmla="*/ 53 h 5"/>
                <a:gd name="T20" fmla="*/ 32 w 4"/>
                <a:gd name="T21" fmla="*/ 44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4"/>
                    <a:pt x="4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1" name="Freeform 712">
              <a:extLst>
                <a:ext uri="{FF2B5EF4-FFF2-40B4-BE49-F238E27FC236}">
                  <a16:creationId xmlns:a16="http://schemas.microsoft.com/office/drawing/2014/main" id="{94BB3F0B-1F6A-495F-8B72-AD556E950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215"/>
              <a:ext cx="18" cy="27"/>
            </a:xfrm>
            <a:custGeom>
              <a:avLst/>
              <a:gdLst>
                <a:gd name="T0" fmla="*/ 56 w 9"/>
                <a:gd name="T1" fmla="*/ 36 h 12"/>
                <a:gd name="T2" fmla="*/ 40 w 9"/>
                <a:gd name="T3" fmla="*/ 11 h 12"/>
                <a:gd name="T4" fmla="*/ 8 w 9"/>
                <a:gd name="T5" fmla="*/ 81 h 12"/>
                <a:gd name="T6" fmla="*/ 48 w 9"/>
                <a:gd name="T7" fmla="*/ 137 h 12"/>
                <a:gd name="T8" fmla="*/ 72 w 9"/>
                <a:gd name="T9" fmla="*/ 101 h 12"/>
                <a:gd name="T10" fmla="*/ 64 w 9"/>
                <a:gd name="T11" fmla="*/ 72 h 12"/>
                <a:gd name="T12" fmla="*/ 56 w 9"/>
                <a:gd name="T13" fmla="*/ 3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">
                  <a:moveTo>
                    <a:pt x="7" y="3"/>
                  </a:moveTo>
                  <a:cubicBezTo>
                    <a:pt x="7" y="2"/>
                    <a:pt x="6" y="1"/>
                    <a:pt x="5" y="1"/>
                  </a:cubicBezTo>
                  <a:cubicBezTo>
                    <a:pt x="2" y="0"/>
                    <a:pt x="0" y="4"/>
                    <a:pt x="1" y="7"/>
                  </a:cubicBezTo>
                  <a:cubicBezTo>
                    <a:pt x="2" y="10"/>
                    <a:pt x="4" y="12"/>
                    <a:pt x="6" y="12"/>
                  </a:cubicBezTo>
                  <a:cubicBezTo>
                    <a:pt x="8" y="12"/>
                    <a:pt x="9" y="11"/>
                    <a:pt x="9" y="9"/>
                  </a:cubicBezTo>
                  <a:cubicBezTo>
                    <a:pt x="9" y="8"/>
                    <a:pt x="8" y="6"/>
                    <a:pt x="8" y="6"/>
                  </a:cubicBezTo>
                  <a:cubicBezTo>
                    <a:pt x="8" y="5"/>
                    <a:pt x="8" y="4"/>
                    <a:pt x="7" y="3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E695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2" name="Freeform 713">
              <a:extLst>
                <a:ext uri="{FF2B5EF4-FFF2-40B4-BE49-F238E27FC236}">
                  <a16:creationId xmlns:a16="http://schemas.microsoft.com/office/drawing/2014/main" id="{FE1AA3F3-81A6-4D07-AA87-2AC4F9A53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224"/>
              <a:ext cx="6" cy="13"/>
            </a:xfrm>
            <a:custGeom>
              <a:avLst/>
              <a:gdLst>
                <a:gd name="T0" fmla="*/ 8 w 3"/>
                <a:gd name="T1" fmla="*/ 0 h 6"/>
                <a:gd name="T2" fmla="*/ 0 w 3"/>
                <a:gd name="T3" fmla="*/ 20 h 6"/>
                <a:gd name="T4" fmla="*/ 16 w 3"/>
                <a:gd name="T5" fmla="*/ 52 h 6"/>
                <a:gd name="T6" fmla="*/ 24 w 3"/>
                <a:gd name="T7" fmla="*/ 61 h 6"/>
                <a:gd name="T8" fmla="*/ 24 w 3"/>
                <a:gd name="T9" fmla="*/ 61 h 6"/>
                <a:gd name="T10" fmla="*/ 16 w 3"/>
                <a:gd name="T11" fmla="*/ 52 h 6"/>
                <a:gd name="T12" fmla="*/ 0 w 3"/>
                <a:gd name="T13" fmla="*/ 20 h 6"/>
                <a:gd name="T14" fmla="*/ 8 w 3"/>
                <a:gd name="T15" fmla="*/ 0 h 6"/>
                <a:gd name="T16" fmla="*/ 16 w 3"/>
                <a:gd name="T17" fmla="*/ 0 h 6"/>
                <a:gd name="T18" fmla="*/ 16 w 3"/>
                <a:gd name="T19" fmla="*/ 0 h 6"/>
                <a:gd name="T20" fmla="*/ 8 w 3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3" name="Freeform 714">
              <a:extLst>
                <a:ext uri="{FF2B5EF4-FFF2-40B4-BE49-F238E27FC236}">
                  <a16:creationId xmlns:a16="http://schemas.microsoft.com/office/drawing/2014/main" id="{62E50153-0892-47E4-87E7-9BEC72D3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157"/>
              <a:ext cx="12" cy="20"/>
            </a:xfrm>
            <a:custGeom>
              <a:avLst/>
              <a:gdLst>
                <a:gd name="T0" fmla="*/ 40 w 6"/>
                <a:gd name="T1" fmla="*/ 9 h 9"/>
                <a:gd name="T2" fmla="*/ 32 w 6"/>
                <a:gd name="T3" fmla="*/ 0 h 9"/>
                <a:gd name="T4" fmla="*/ 8 w 6"/>
                <a:gd name="T5" fmla="*/ 53 h 9"/>
                <a:gd name="T6" fmla="*/ 32 w 6"/>
                <a:gd name="T7" fmla="*/ 98 h 9"/>
                <a:gd name="T8" fmla="*/ 48 w 6"/>
                <a:gd name="T9" fmla="*/ 64 h 9"/>
                <a:gd name="T10" fmla="*/ 40 w 6"/>
                <a:gd name="T11" fmla="*/ 36 h 9"/>
                <a:gd name="T12" fmla="*/ 40 w 6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9">
                  <a:moveTo>
                    <a:pt x="5" y="1"/>
                  </a:moveTo>
                  <a:cubicBezTo>
                    <a:pt x="5" y="1"/>
                    <a:pt x="4" y="0"/>
                    <a:pt x="4" y="0"/>
                  </a:cubicBezTo>
                  <a:cubicBezTo>
                    <a:pt x="2" y="0"/>
                    <a:pt x="0" y="2"/>
                    <a:pt x="1" y="5"/>
                  </a:cubicBezTo>
                  <a:cubicBezTo>
                    <a:pt x="1" y="7"/>
                    <a:pt x="3" y="9"/>
                    <a:pt x="4" y="9"/>
                  </a:cubicBezTo>
                  <a:cubicBezTo>
                    <a:pt x="5" y="8"/>
                    <a:pt x="5" y="8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3"/>
                    <a:pt x="5" y="2"/>
                    <a:pt x="5" y="1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4" name="Freeform 715">
              <a:extLst>
                <a:ext uri="{FF2B5EF4-FFF2-40B4-BE49-F238E27FC236}">
                  <a16:creationId xmlns:a16="http://schemas.microsoft.com/office/drawing/2014/main" id="{8D06F393-5457-4A3D-A558-214AD547E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161"/>
              <a:ext cx="4" cy="12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29 h 5"/>
                <a:gd name="T4" fmla="*/ 8 w 2"/>
                <a:gd name="T5" fmla="*/ 70 h 5"/>
                <a:gd name="T6" fmla="*/ 16 w 2"/>
                <a:gd name="T7" fmla="*/ 70 h 5"/>
                <a:gd name="T8" fmla="*/ 16 w 2"/>
                <a:gd name="T9" fmla="*/ 70 h 5"/>
                <a:gd name="T10" fmla="*/ 8 w 2"/>
                <a:gd name="T11" fmla="*/ 70 h 5"/>
                <a:gd name="T12" fmla="*/ 0 w 2"/>
                <a:gd name="T13" fmla="*/ 29 h 5"/>
                <a:gd name="T14" fmla="*/ 8 w 2"/>
                <a:gd name="T15" fmla="*/ 0 h 5"/>
                <a:gd name="T16" fmla="*/ 8 w 2"/>
                <a:gd name="T17" fmla="*/ 0 h 5"/>
                <a:gd name="T18" fmla="*/ 8 w 2"/>
                <a:gd name="T19" fmla="*/ 0 h 5"/>
                <a:gd name="T20" fmla="*/ 8 w 2"/>
                <a:gd name="T21" fmla="*/ 0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5" name="Freeform 716">
              <a:extLst>
                <a:ext uri="{FF2B5EF4-FFF2-40B4-BE49-F238E27FC236}">
                  <a16:creationId xmlns:a16="http://schemas.microsoft.com/office/drawing/2014/main" id="{34C3B393-A43A-4B40-AD51-D6F4BC3E6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117"/>
              <a:ext cx="10" cy="22"/>
            </a:xfrm>
            <a:custGeom>
              <a:avLst/>
              <a:gdLst>
                <a:gd name="T0" fmla="*/ 32 w 5"/>
                <a:gd name="T1" fmla="*/ 9 h 10"/>
                <a:gd name="T2" fmla="*/ 8 w 5"/>
                <a:gd name="T3" fmla="*/ 9 h 10"/>
                <a:gd name="T4" fmla="*/ 0 w 5"/>
                <a:gd name="T5" fmla="*/ 73 h 10"/>
                <a:gd name="T6" fmla="*/ 16 w 5"/>
                <a:gd name="T7" fmla="*/ 106 h 10"/>
                <a:gd name="T8" fmla="*/ 32 w 5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4" y="1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1" y="9"/>
                    <a:pt x="1" y="10"/>
                    <a:pt x="2" y="10"/>
                  </a:cubicBezTo>
                  <a:cubicBezTo>
                    <a:pt x="4" y="10"/>
                    <a:pt x="5" y="4"/>
                    <a:pt x="4" y="1"/>
                  </a:cubicBezTo>
                  <a:close/>
                </a:path>
              </a:pathLst>
            </a:custGeom>
            <a:solidFill>
              <a:srgbClr val="E874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6" name="Freeform 717">
              <a:extLst>
                <a:ext uri="{FF2B5EF4-FFF2-40B4-BE49-F238E27FC236}">
                  <a16:creationId xmlns:a16="http://schemas.microsoft.com/office/drawing/2014/main" id="{D070AAD9-3A72-45FA-B4D7-6391D6544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121"/>
              <a:ext cx="6" cy="14"/>
            </a:xfrm>
            <a:custGeom>
              <a:avLst/>
              <a:gdLst>
                <a:gd name="T0" fmla="*/ 16 w 3"/>
                <a:gd name="T1" fmla="*/ 0 h 6"/>
                <a:gd name="T2" fmla="*/ 8 w 3"/>
                <a:gd name="T3" fmla="*/ 28 h 6"/>
                <a:gd name="T4" fmla="*/ 8 w 3"/>
                <a:gd name="T5" fmla="*/ 65 h 6"/>
                <a:gd name="T6" fmla="*/ 8 w 3"/>
                <a:gd name="T7" fmla="*/ 77 h 6"/>
                <a:gd name="T8" fmla="*/ 8 w 3"/>
                <a:gd name="T9" fmla="*/ 77 h 6"/>
                <a:gd name="T10" fmla="*/ 8 w 3"/>
                <a:gd name="T11" fmla="*/ 65 h 6"/>
                <a:gd name="T12" fmla="*/ 8 w 3"/>
                <a:gd name="T13" fmla="*/ 28 h 6"/>
                <a:gd name="T14" fmla="*/ 16 w 3"/>
                <a:gd name="T15" fmla="*/ 0 h 6"/>
                <a:gd name="T16" fmla="*/ 24 w 3"/>
                <a:gd name="T17" fmla="*/ 12 h 6"/>
                <a:gd name="T18" fmla="*/ 24 w 3"/>
                <a:gd name="T19" fmla="*/ 12 h 6"/>
                <a:gd name="T20" fmla="*/ 16 w 3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7" name="Freeform 718">
              <a:extLst>
                <a:ext uri="{FF2B5EF4-FFF2-40B4-BE49-F238E27FC236}">
                  <a16:creationId xmlns:a16="http://schemas.microsoft.com/office/drawing/2014/main" id="{DC9BFBBC-65E5-46F5-809D-752394B9C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770"/>
              <a:ext cx="46" cy="41"/>
            </a:xfrm>
            <a:custGeom>
              <a:avLst/>
              <a:gdLst>
                <a:gd name="T0" fmla="*/ 109 w 22"/>
                <a:gd name="T1" fmla="*/ 11 h 18"/>
                <a:gd name="T2" fmla="*/ 44 w 22"/>
                <a:gd name="T3" fmla="*/ 11 h 18"/>
                <a:gd name="T4" fmla="*/ 8 w 22"/>
                <a:gd name="T5" fmla="*/ 82 h 18"/>
                <a:gd name="T6" fmla="*/ 109 w 22"/>
                <a:gd name="T7" fmla="*/ 203 h 18"/>
                <a:gd name="T8" fmla="*/ 192 w 22"/>
                <a:gd name="T9" fmla="*/ 82 h 18"/>
                <a:gd name="T10" fmla="*/ 109 w 22"/>
                <a:gd name="T11" fmla="*/ 1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8">
                  <a:moveTo>
                    <a:pt x="12" y="1"/>
                  </a:moveTo>
                  <a:cubicBezTo>
                    <a:pt x="10" y="0"/>
                    <a:pt x="7" y="0"/>
                    <a:pt x="5" y="1"/>
                  </a:cubicBezTo>
                  <a:cubicBezTo>
                    <a:pt x="3" y="2"/>
                    <a:pt x="2" y="4"/>
                    <a:pt x="1" y="7"/>
                  </a:cubicBezTo>
                  <a:cubicBezTo>
                    <a:pt x="0" y="12"/>
                    <a:pt x="6" y="18"/>
                    <a:pt x="12" y="17"/>
                  </a:cubicBezTo>
                  <a:cubicBezTo>
                    <a:pt x="19" y="17"/>
                    <a:pt x="22" y="11"/>
                    <a:pt x="21" y="7"/>
                  </a:cubicBezTo>
                  <a:cubicBezTo>
                    <a:pt x="19" y="4"/>
                    <a:pt x="17" y="3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8" name="Freeform 719">
              <a:extLst>
                <a:ext uri="{FF2B5EF4-FFF2-40B4-BE49-F238E27FC236}">
                  <a16:creationId xmlns:a16="http://schemas.microsoft.com/office/drawing/2014/main" id="{22AFBB7A-6D96-4DD6-B47F-2F821643F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782"/>
              <a:ext cx="25" cy="17"/>
            </a:xfrm>
            <a:custGeom>
              <a:avLst/>
              <a:gdLst>
                <a:gd name="T0" fmla="*/ 100 w 12"/>
                <a:gd name="T1" fmla="*/ 9 h 8"/>
                <a:gd name="T2" fmla="*/ 100 w 12"/>
                <a:gd name="T3" fmla="*/ 60 h 8"/>
                <a:gd name="T4" fmla="*/ 35 w 12"/>
                <a:gd name="T5" fmla="*/ 68 h 8"/>
                <a:gd name="T6" fmla="*/ 8 w 12"/>
                <a:gd name="T7" fmla="*/ 28 h 8"/>
                <a:gd name="T8" fmla="*/ 17 w 12"/>
                <a:gd name="T9" fmla="*/ 0 h 8"/>
                <a:gd name="T10" fmla="*/ 17 w 12"/>
                <a:gd name="T11" fmla="*/ 0 h 8"/>
                <a:gd name="T12" fmla="*/ 0 w 12"/>
                <a:gd name="T13" fmla="*/ 28 h 8"/>
                <a:gd name="T14" fmla="*/ 35 w 12"/>
                <a:gd name="T15" fmla="*/ 68 h 8"/>
                <a:gd name="T16" fmla="*/ 100 w 12"/>
                <a:gd name="T17" fmla="*/ 60 h 8"/>
                <a:gd name="T18" fmla="*/ 100 w 12"/>
                <a:gd name="T19" fmla="*/ 9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8">
                  <a:moveTo>
                    <a:pt x="11" y="1"/>
                  </a:moveTo>
                  <a:cubicBezTo>
                    <a:pt x="12" y="3"/>
                    <a:pt x="12" y="4"/>
                    <a:pt x="11" y="6"/>
                  </a:cubicBezTo>
                  <a:cubicBezTo>
                    <a:pt x="10" y="7"/>
                    <a:pt x="8" y="8"/>
                    <a:pt x="4" y="7"/>
                  </a:cubicBezTo>
                  <a:cubicBezTo>
                    <a:pt x="2" y="6"/>
                    <a:pt x="1" y="4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1" y="4"/>
                    <a:pt x="1" y="6"/>
                    <a:pt x="4" y="7"/>
                  </a:cubicBezTo>
                  <a:cubicBezTo>
                    <a:pt x="8" y="8"/>
                    <a:pt x="10" y="7"/>
                    <a:pt x="11" y="6"/>
                  </a:cubicBezTo>
                  <a:cubicBezTo>
                    <a:pt x="12" y="4"/>
                    <a:pt x="12" y="3"/>
                    <a:pt x="1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9" name="Freeform 720">
              <a:extLst>
                <a:ext uri="{FF2B5EF4-FFF2-40B4-BE49-F238E27FC236}">
                  <a16:creationId xmlns:a16="http://schemas.microsoft.com/office/drawing/2014/main" id="{772F5AC8-A5DF-4E7D-8768-1F9223B87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554"/>
              <a:ext cx="33" cy="34"/>
            </a:xfrm>
            <a:custGeom>
              <a:avLst/>
              <a:gdLst>
                <a:gd name="T0" fmla="*/ 107 w 16"/>
                <a:gd name="T1" fmla="*/ 25 h 15"/>
                <a:gd name="T2" fmla="*/ 60 w 16"/>
                <a:gd name="T3" fmla="*/ 0 h 15"/>
                <a:gd name="T4" fmla="*/ 17 w 16"/>
                <a:gd name="T5" fmla="*/ 25 h 15"/>
                <a:gd name="T6" fmla="*/ 60 w 16"/>
                <a:gd name="T7" fmla="*/ 150 h 15"/>
                <a:gd name="T8" fmla="*/ 140 w 16"/>
                <a:gd name="T9" fmla="*/ 102 h 15"/>
                <a:gd name="T10" fmla="*/ 107 w 16"/>
                <a:gd name="T11" fmla="*/ 2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5">
                  <a:moveTo>
                    <a:pt x="12" y="2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0" y="6"/>
                    <a:pt x="2" y="11"/>
                    <a:pt x="7" y="13"/>
                  </a:cubicBezTo>
                  <a:cubicBezTo>
                    <a:pt x="11" y="15"/>
                    <a:pt x="16" y="13"/>
                    <a:pt x="16" y="9"/>
                  </a:cubicBezTo>
                  <a:cubicBezTo>
                    <a:pt x="16" y="6"/>
                    <a:pt x="15" y="5"/>
                    <a:pt x="12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00" name="Freeform 721">
              <a:extLst>
                <a:ext uri="{FF2B5EF4-FFF2-40B4-BE49-F238E27FC236}">
                  <a16:creationId xmlns:a16="http://schemas.microsoft.com/office/drawing/2014/main" id="{32C189E9-CC60-4D5E-9963-A3B858B4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561"/>
              <a:ext cx="19" cy="18"/>
            </a:xfrm>
            <a:custGeom>
              <a:avLst/>
              <a:gdLst>
                <a:gd name="T0" fmla="*/ 76 w 9"/>
                <a:gd name="T1" fmla="*/ 45 h 8"/>
                <a:gd name="T2" fmla="*/ 68 w 9"/>
                <a:gd name="T3" fmla="*/ 81 h 8"/>
                <a:gd name="T4" fmla="*/ 17 w 9"/>
                <a:gd name="T5" fmla="*/ 72 h 8"/>
                <a:gd name="T6" fmla="*/ 8 w 9"/>
                <a:gd name="T7" fmla="*/ 25 h 8"/>
                <a:gd name="T8" fmla="*/ 27 w 9"/>
                <a:gd name="T9" fmla="*/ 0 h 8"/>
                <a:gd name="T10" fmla="*/ 27 w 9"/>
                <a:gd name="T11" fmla="*/ 0 h 8"/>
                <a:gd name="T12" fmla="*/ 8 w 9"/>
                <a:gd name="T13" fmla="*/ 25 h 8"/>
                <a:gd name="T14" fmla="*/ 17 w 9"/>
                <a:gd name="T15" fmla="*/ 72 h 8"/>
                <a:gd name="T16" fmla="*/ 76 w 9"/>
                <a:gd name="T17" fmla="*/ 81 h 8"/>
                <a:gd name="T18" fmla="*/ 76 w 9"/>
                <a:gd name="T19" fmla="*/ 45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8">
                  <a:moveTo>
                    <a:pt x="8" y="4"/>
                  </a:moveTo>
                  <a:cubicBezTo>
                    <a:pt x="9" y="5"/>
                    <a:pt x="8" y="7"/>
                    <a:pt x="7" y="7"/>
                  </a:cubicBezTo>
                  <a:cubicBezTo>
                    <a:pt x="6" y="8"/>
                    <a:pt x="4" y="8"/>
                    <a:pt x="2" y="6"/>
                  </a:cubicBezTo>
                  <a:cubicBezTo>
                    <a:pt x="1" y="4"/>
                    <a:pt x="1" y="2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2"/>
                    <a:pt x="1" y="4"/>
                    <a:pt x="2" y="6"/>
                  </a:cubicBezTo>
                  <a:cubicBezTo>
                    <a:pt x="4" y="8"/>
                    <a:pt x="6" y="8"/>
                    <a:pt x="8" y="7"/>
                  </a:cubicBezTo>
                  <a:cubicBezTo>
                    <a:pt x="9" y="7"/>
                    <a:pt x="9" y="5"/>
                    <a:pt x="8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1" name="Freeform 722">
              <a:extLst>
                <a:ext uri="{FF2B5EF4-FFF2-40B4-BE49-F238E27FC236}">
                  <a16:creationId xmlns:a16="http://schemas.microsoft.com/office/drawing/2014/main" id="{E915F2A1-1BD0-4BEB-BCA7-EBD8167E7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173"/>
              <a:ext cx="17" cy="15"/>
            </a:xfrm>
            <a:custGeom>
              <a:avLst/>
              <a:gdLst>
                <a:gd name="T0" fmla="*/ 60 w 8"/>
                <a:gd name="T1" fmla="*/ 9 h 7"/>
                <a:gd name="T2" fmla="*/ 28 w 8"/>
                <a:gd name="T3" fmla="*/ 0 h 7"/>
                <a:gd name="T4" fmla="*/ 9 w 8"/>
                <a:gd name="T5" fmla="*/ 9 h 7"/>
                <a:gd name="T6" fmla="*/ 28 w 8"/>
                <a:gd name="T7" fmla="*/ 60 h 7"/>
                <a:gd name="T8" fmla="*/ 77 w 8"/>
                <a:gd name="T9" fmla="*/ 41 h 7"/>
                <a:gd name="T10" fmla="*/ 60 w 8"/>
                <a:gd name="T11" fmla="*/ 9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1" y="5"/>
                    <a:pt x="3" y="6"/>
                  </a:cubicBezTo>
                  <a:cubicBezTo>
                    <a:pt x="5" y="7"/>
                    <a:pt x="7" y="6"/>
                    <a:pt x="8" y="4"/>
                  </a:cubicBezTo>
                  <a:cubicBezTo>
                    <a:pt x="8" y="3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2" name="Freeform 723">
              <a:extLst>
                <a:ext uri="{FF2B5EF4-FFF2-40B4-BE49-F238E27FC236}">
                  <a16:creationId xmlns:a16="http://schemas.microsoft.com/office/drawing/2014/main" id="{221AB0CB-4ECB-4FD0-9997-38357E047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175"/>
              <a:ext cx="9" cy="9"/>
            </a:xfrm>
            <a:custGeom>
              <a:avLst/>
              <a:gdLst>
                <a:gd name="T0" fmla="*/ 45 w 4"/>
                <a:gd name="T1" fmla="*/ 25 h 4"/>
                <a:gd name="T2" fmla="*/ 45 w 4"/>
                <a:gd name="T3" fmla="*/ 45 h 4"/>
                <a:gd name="T4" fmla="*/ 11 w 4"/>
                <a:gd name="T5" fmla="*/ 36 h 4"/>
                <a:gd name="T6" fmla="*/ 11 w 4"/>
                <a:gd name="T7" fmla="*/ 11 h 4"/>
                <a:gd name="T8" fmla="*/ 11 w 4"/>
                <a:gd name="T9" fmla="*/ 0 h 4"/>
                <a:gd name="T10" fmla="*/ 11 w 4"/>
                <a:gd name="T11" fmla="*/ 0 h 4"/>
                <a:gd name="T12" fmla="*/ 11 w 4"/>
                <a:gd name="T13" fmla="*/ 11 h 4"/>
                <a:gd name="T14" fmla="*/ 11 w 4"/>
                <a:gd name="T15" fmla="*/ 36 h 4"/>
                <a:gd name="T16" fmla="*/ 45 w 4"/>
                <a:gd name="T17" fmla="*/ 45 h 4"/>
                <a:gd name="T18" fmla="*/ 45 w 4"/>
                <a:gd name="T19" fmla="*/ 25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4" y="3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4" y="3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3" name="Freeform 724">
              <a:extLst>
                <a:ext uri="{FF2B5EF4-FFF2-40B4-BE49-F238E27FC236}">
                  <a16:creationId xmlns:a16="http://schemas.microsoft.com/office/drawing/2014/main" id="{D32698BA-931F-49F1-AFA4-76500497A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601"/>
              <a:ext cx="46" cy="45"/>
            </a:xfrm>
            <a:custGeom>
              <a:avLst/>
              <a:gdLst>
                <a:gd name="T0" fmla="*/ 109 w 22"/>
                <a:gd name="T1" fmla="*/ 25 h 20"/>
                <a:gd name="T2" fmla="*/ 56 w 22"/>
                <a:gd name="T3" fmla="*/ 11 h 20"/>
                <a:gd name="T4" fmla="*/ 44 w 22"/>
                <a:gd name="T5" fmla="*/ 162 h 20"/>
                <a:gd name="T6" fmla="*/ 176 w 22"/>
                <a:gd name="T7" fmla="*/ 207 h 20"/>
                <a:gd name="T8" fmla="*/ 184 w 22"/>
                <a:gd name="T9" fmla="*/ 126 h 20"/>
                <a:gd name="T10" fmla="*/ 144 w 22"/>
                <a:gd name="T11" fmla="*/ 56 h 20"/>
                <a:gd name="T12" fmla="*/ 109 w 22"/>
                <a:gd name="T13" fmla="*/ 2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0">
                  <a:moveTo>
                    <a:pt x="12" y="2"/>
                  </a:moveTo>
                  <a:cubicBezTo>
                    <a:pt x="10" y="1"/>
                    <a:pt x="8" y="0"/>
                    <a:pt x="6" y="1"/>
                  </a:cubicBezTo>
                  <a:cubicBezTo>
                    <a:pt x="0" y="2"/>
                    <a:pt x="1" y="9"/>
                    <a:pt x="5" y="14"/>
                  </a:cubicBezTo>
                  <a:cubicBezTo>
                    <a:pt x="10" y="19"/>
                    <a:pt x="16" y="20"/>
                    <a:pt x="19" y="18"/>
                  </a:cubicBezTo>
                  <a:cubicBezTo>
                    <a:pt x="21" y="16"/>
                    <a:pt x="22" y="14"/>
                    <a:pt x="20" y="11"/>
                  </a:cubicBezTo>
                  <a:cubicBezTo>
                    <a:pt x="19" y="8"/>
                    <a:pt x="17" y="6"/>
                    <a:pt x="16" y="5"/>
                  </a:cubicBezTo>
                  <a:cubicBezTo>
                    <a:pt x="14" y="4"/>
                    <a:pt x="13" y="2"/>
                    <a:pt x="12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04" name="Freeform 725">
              <a:extLst>
                <a:ext uri="{FF2B5EF4-FFF2-40B4-BE49-F238E27FC236}">
                  <a16:creationId xmlns:a16="http://schemas.microsoft.com/office/drawing/2014/main" id="{8F225064-7EBA-43FB-82E7-B81D6950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612"/>
              <a:ext cx="21" cy="22"/>
            </a:xfrm>
            <a:custGeom>
              <a:avLst/>
              <a:gdLst>
                <a:gd name="T0" fmla="*/ 8 w 10"/>
                <a:gd name="T1" fmla="*/ 9 h 10"/>
                <a:gd name="T2" fmla="*/ 17 w 10"/>
                <a:gd name="T3" fmla="*/ 53 h 10"/>
                <a:gd name="T4" fmla="*/ 76 w 10"/>
                <a:gd name="T5" fmla="*/ 106 h 10"/>
                <a:gd name="T6" fmla="*/ 92 w 10"/>
                <a:gd name="T7" fmla="*/ 97 h 10"/>
                <a:gd name="T8" fmla="*/ 92 w 10"/>
                <a:gd name="T9" fmla="*/ 97 h 10"/>
                <a:gd name="T10" fmla="*/ 76 w 10"/>
                <a:gd name="T11" fmla="*/ 106 h 10"/>
                <a:gd name="T12" fmla="*/ 17 w 10"/>
                <a:gd name="T13" fmla="*/ 53 h 10"/>
                <a:gd name="T14" fmla="*/ 8 w 10"/>
                <a:gd name="T15" fmla="*/ 9 h 10"/>
                <a:gd name="T16" fmla="*/ 27 w 10"/>
                <a:gd name="T17" fmla="*/ 0 h 10"/>
                <a:gd name="T18" fmla="*/ 27 w 10"/>
                <a:gd name="T19" fmla="*/ 0 h 10"/>
                <a:gd name="T20" fmla="*/ 8 w 10"/>
                <a:gd name="T21" fmla="*/ 9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0">
                  <a:moveTo>
                    <a:pt x="1" y="1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3" y="8"/>
                    <a:pt x="6" y="9"/>
                    <a:pt x="8" y="10"/>
                  </a:cubicBezTo>
                  <a:cubicBezTo>
                    <a:pt x="9" y="10"/>
                    <a:pt x="10" y="10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10"/>
                    <a:pt x="9" y="10"/>
                    <a:pt x="8" y="10"/>
                  </a:cubicBezTo>
                  <a:cubicBezTo>
                    <a:pt x="6" y="9"/>
                    <a:pt x="4" y="7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5" name="Freeform 726">
              <a:extLst>
                <a:ext uri="{FF2B5EF4-FFF2-40B4-BE49-F238E27FC236}">
                  <a16:creationId xmlns:a16="http://schemas.microsoft.com/office/drawing/2014/main" id="{F5F4A2E5-A6B4-4BEB-98E5-7C61D2D30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804"/>
              <a:ext cx="56" cy="56"/>
            </a:xfrm>
            <a:custGeom>
              <a:avLst/>
              <a:gdLst>
                <a:gd name="T0" fmla="*/ 108 w 27"/>
                <a:gd name="T1" fmla="*/ 9 h 25"/>
                <a:gd name="T2" fmla="*/ 25 w 27"/>
                <a:gd name="T3" fmla="*/ 45 h 25"/>
                <a:gd name="T4" fmla="*/ 91 w 27"/>
                <a:gd name="T5" fmla="*/ 215 h 25"/>
                <a:gd name="T6" fmla="*/ 224 w 27"/>
                <a:gd name="T7" fmla="*/ 246 h 25"/>
                <a:gd name="T8" fmla="*/ 232 w 27"/>
                <a:gd name="T9" fmla="*/ 155 h 25"/>
                <a:gd name="T10" fmla="*/ 168 w 27"/>
                <a:gd name="T11" fmla="*/ 90 h 25"/>
                <a:gd name="T12" fmla="*/ 108 w 27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5">
                  <a:moveTo>
                    <a:pt x="12" y="1"/>
                  </a:moveTo>
                  <a:cubicBezTo>
                    <a:pt x="9" y="0"/>
                    <a:pt x="5" y="1"/>
                    <a:pt x="3" y="4"/>
                  </a:cubicBezTo>
                  <a:cubicBezTo>
                    <a:pt x="0" y="9"/>
                    <a:pt x="3" y="14"/>
                    <a:pt x="10" y="19"/>
                  </a:cubicBezTo>
                  <a:cubicBezTo>
                    <a:pt x="16" y="24"/>
                    <a:pt x="20" y="25"/>
                    <a:pt x="25" y="22"/>
                  </a:cubicBezTo>
                  <a:cubicBezTo>
                    <a:pt x="27" y="20"/>
                    <a:pt x="27" y="17"/>
                    <a:pt x="26" y="14"/>
                  </a:cubicBezTo>
                  <a:cubicBezTo>
                    <a:pt x="24" y="11"/>
                    <a:pt x="22" y="10"/>
                    <a:pt x="19" y="8"/>
                  </a:cubicBezTo>
                  <a:cubicBezTo>
                    <a:pt x="17" y="6"/>
                    <a:pt x="15" y="3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06" name="Freeform 727">
              <a:extLst>
                <a:ext uri="{FF2B5EF4-FFF2-40B4-BE49-F238E27FC236}">
                  <a16:creationId xmlns:a16="http://schemas.microsoft.com/office/drawing/2014/main" id="{A734D96B-0931-4091-A1E1-28F2AC7A1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815"/>
              <a:ext cx="30" cy="27"/>
            </a:xfrm>
            <a:custGeom>
              <a:avLst/>
              <a:gdLst>
                <a:gd name="T0" fmla="*/ 137 w 14"/>
                <a:gd name="T1" fmla="*/ 117 h 12"/>
                <a:gd name="T2" fmla="*/ 137 w 14"/>
                <a:gd name="T3" fmla="*/ 126 h 12"/>
                <a:gd name="T4" fmla="*/ 51 w 14"/>
                <a:gd name="T5" fmla="*/ 92 h 12"/>
                <a:gd name="T6" fmla="*/ 9 w 14"/>
                <a:gd name="T7" fmla="*/ 11 h 12"/>
                <a:gd name="T8" fmla="*/ 41 w 14"/>
                <a:gd name="T9" fmla="*/ 0 h 12"/>
                <a:gd name="T10" fmla="*/ 41 w 14"/>
                <a:gd name="T11" fmla="*/ 0 h 12"/>
                <a:gd name="T12" fmla="*/ 9 w 14"/>
                <a:gd name="T13" fmla="*/ 11 h 12"/>
                <a:gd name="T14" fmla="*/ 51 w 14"/>
                <a:gd name="T15" fmla="*/ 92 h 12"/>
                <a:gd name="T16" fmla="*/ 137 w 14"/>
                <a:gd name="T17" fmla="*/ 137 h 12"/>
                <a:gd name="T18" fmla="*/ 137 w 14"/>
                <a:gd name="T19" fmla="*/ 11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2">
                  <a:moveTo>
                    <a:pt x="14" y="10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3" y="12"/>
                    <a:pt x="10" y="12"/>
                    <a:pt x="5" y="8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5"/>
                    <a:pt x="5" y="8"/>
                  </a:cubicBezTo>
                  <a:cubicBezTo>
                    <a:pt x="9" y="12"/>
                    <a:pt x="13" y="12"/>
                    <a:pt x="14" y="12"/>
                  </a:cubicBezTo>
                  <a:cubicBezTo>
                    <a:pt x="14" y="11"/>
                    <a:pt x="14" y="11"/>
                    <a:pt x="14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7" name="Freeform 728">
              <a:extLst>
                <a:ext uri="{FF2B5EF4-FFF2-40B4-BE49-F238E27FC236}">
                  <a16:creationId xmlns:a16="http://schemas.microsoft.com/office/drawing/2014/main" id="{B7110E61-0276-418B-A0A2-EA7E04658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690"/>
              <a:ext cx="39" cy="45"/>
            </a:xfrm>
            <a:custGeom>
              <a:avLst/>
              <a:gdLst>
                <a:gd name="T0" fmla="*/ 123 w 19"/>
                <a:gd name="T1" fmla="*/ 45 h 20"/>
                <a:gd name="T2" fmla="*/ 68 w 19"/>
                <a:gd name="T3" fmla="*/ 11 h 20"/>
                <a:gd name="T4" fmla="*/ 16 w 19"/>
                <a:gd name="T5" fmla="*/ 45 h 20"/>
                <a:gd name="T6" fmla="*/ 68 w 19"/>
                <a:gd name="T7" fmla="*/ 194 h 20"/>
                <a:gd name="T8" fmla="*/ 156 w 19"/>
                <a:gd name="T9" fmla="*/ 146 h 20"/>
                <a:gd name="T10" fmla="*/ 123 w 19"/>
                <a:gd name="T11" fmla="*/ 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14" y="4"/>
                  </a:moveTo>
                  <a:cubicBezTo>
                    <a:pt x="12" y="2"/>
                    <a:pt x="10" y="0"/>
                    <a:pt x="8" y="1"/>
                  </a:cubicBezTo>
                  <a:cubicBezTo>
                    <a:pt x="6" y="1"/>
                    <a:pt x="4" y="2"/>
                    <a:pt x="2" y="4"/>
                  </a:cubicBezTo>
                  <a:cubicBezTo>
                    <a:pt x="0" y="8"/>
                    <a:pt x="2" y="15"/>
                    <a:pt x="8" y="17"/>
                  </a:cubicBezTo>
                  <a:cubicBezTo>
                    <a:pt x="13" y="20"/>
                    <a:pt x="18" y="16"/>
                    <a:pt x="18" y="13"/>
                  </a:cubicBezTo>
                  <a:cubicBezTo>
                    <a:pt x="19" y="9"/>
                    <a:pt x="17" y="7"/>
                    <a:pt x="14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08" name="Freeform 729">
              <a:extLst>
                <a:ext uri="{FF2B5EF4-FFF2-40B4-BE49-F238E27FC236}">
                  <a16:creationId xmlns:a16="http://schemas.microsoft.com/office/drawing/2014/main" id="{4B4C9FF1-BEC6-422A-BBB1-6D089F588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699"/>
              <a:ext cx="21" cy="22"/>
            </a:xfrm>
            <a:custGeom>
              <a:avLst/>
              <a:gdLst>
                <a:gd name="T0" fmla="*/ 84 w 10"/>
                <a:gd name="T1" fmla="*/ 64 h 10"/>
                <a:gd name="T2" fmla="*/ 76 w 10"/>
                <a:gd name="T3" fmla="*/ 97 h 10"/>
                <a:gd name="T4" fmla="*/ 17 w 10"/>
                <a:gd name="T5" fmla="*/ 88 h 10"/>
                <a:gd name="T6" fmla="*/ 0 w 10"/>
                <a:gd name="T7" fmla="*/ 33 h 10"/>
                <a:gd name="T8" fmla="*/ 27 w 10"/>
                <a:gd name="T9" fmla="*/ 0 h 10"/>
                <a:gd name="T10" fmla="*/ 27 w 10"/>
                <a:gd name="T11" fmla="*/ 0 h 10"/>
                <a:gd name="T12" fmla="*/ 0 w 10"/>
                <a:gd name="T13" fmla="*/ 33 h 10"/>
                <a:gd name="T14" fmla="*/ 17 w 10"/>
                <a:gd name="T15" fmla="*/ 88 h 10"/>
                <a:gd name="T16" fmla="*/ 76 w 10"/>
                <a:gd name="T17" fmla="*/ 106 h 10"/>
                <a:gd name="T18" fmla="*/ 84 w 10"/>
                <a:gd name="T19" fmla="*/ 6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9" y="6"/>
                  </a:moveTo>
                  <a:cubicBezTo>
                    <a:pt x="10" y="7"/>
                    <a:pt x="9" y="9"/>
                    <a:pt x="8" y="9"/>
                  </a:cubicBezTo>
                  <a:cubicBezTo>
                    <a:pt x="7" y="10"/>
                    <a:pt x="4" y="10"/>
                    <a:pt x="2" y="8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0" y="3"/>
                  </a:cubicBezTo>
                  <a:cubicBezTo>
                    <a:pt x="0" y="4"/>
                    <a:pt x="0" y="5"/>
                    <a:pt x="2" y="8"/>
                  </a:cubicBezTo>
                  <a:cubicBezTo>
                    <a:pt x="4" y="10"/>
                    <a:pt x="7" y="10"/>
                    <a:pt x="8" y="10"/>
                  </a:cubicBezTo>
                  <a:cubicBezTo>
                    <a:pt x="10" y="9"/>
                    <a:pt x="10" y="7"/>
                    <a:pt x="9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9" name="Freeform 730">
              <a:extLst>
                <a:ext uri="{FF2B5EF4-FFF2-40B4-BE49-F238E27FC236}">
                  <a16:creationId xmlns:a16="http://schemas.microsoft.com/office/drawing/2014/main" id="{71ECA9A2-7589-49E8-8082-08ACB9B6E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251"/>
              <a:ext cx="16" cy="20"/>
            </a:xfrm>
            <a:custGeom>
              <a:avLst/>
              <a:gdLst>
                <a:gd name="T0" fmla="*/ 56 w 8"/>
                <a:gd name="T1" fmla="*/ 20 h 9"/>
                <a:gd name="T2" fmla="*/ 32 w 8"/>
                <a:gd name="T3" fmla="*/ 0 h 9"/>
                <a:gd name="T4" fmla="*/ 16 w 8"/>
                <a:gd name="T5" fmla="*/ 9 h 9"/>
                <a:gd name="T6" fmla="*/ 16 w 8"/>
                <a:gd name="T7" fmla="*/ 80 h 9"/>
                <a:gd name="T8" fmla="*/ 64 w 8"/>
                <a:gd name="T9" fmla="*/ 80 h 9"/>
                <a:gd name="T10" fmla="*/ 56 w 8"/>
                <a:gd name="T11" fmla="*/ 2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6" y="1"/>
                    <a:pt x="6" y="0"/>
                    <a:pt x="4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4" y="9"/>
                    <a:pt x="7" y="8"/>
                    <a:pt x="8" y="7"/>
                  </a:cubicBezTo>
                  <a:cubicBezTo>
                    <a:pt x="8" y="5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10" name="Freeform 731">
              <a:extLst>
                <a:ext uri="{FF2B5EF4-FFF2-40B4-BE49-F238E27FC236}">
                  <a16:creationId xmlns:a16="http://schemas.microsoft.com/office/drawing/2014/main" id="{045B85D2-4AC1-41A8-855C-16CB9B425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55"/>
              <a:ext cx="8" cy="11"/>
            </a:xfrm>
            <a:custGeom>
              <a:avLst/>
              <a:gdLst>
                <a:gd name="T0" fmla="*/ 32 w 4"/>
                <a:gd name="T1" fmla="*/ 33 h 5"/>
                <a:gd name="T2" fmla="*/ 24 w 4"/>
                <a:gd name="T3" fmla="*/ 44 h 5"/>
                <a:gd name="T4" fmla="*/ 8 w 4"/>
                <a:gd name="T5" fmla="*/ 33 h 5"/>
                <a:gd name="T6" fmla="*/ 8 w 4"/>
                <a:gd name="T7" fmla="*/ 0 h 5"/>
                <a:gd name="T8" fmla="*/ 16 w 4"/>
                <a:gd name="T9" fmla="*/ 0 h 5"/>
                <a:gd name="T10" fmla="*/ 16 w 4"/>
                <a:gd name="T11" fmla="*/ 0 h 5"/>
                <a:gd name="T12" fmla="*/ 8 w 4"/>
                <a:gd name="T13" fmla="*/ 0 h 5"/>
                <a:gd name="T14" fmla="*/ 8 w 4"/>
                <a:gd name="T15" fmla="*/ 33 h 5"/>
                <a:gd name="T16" fmla="*/ 24 w 4"/>
                <a:gd name="T17" fmla="*/ 44 h 5"/>
                <a:gd name="T18" fmla="*/ 32 w 4"/>
                <a:gd name="T19" fmla="*/ 3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3"/>
                  </a:cubicBezTo>
                  <a:cubicBezTo>
                    <a:pt x="1" y="4"/>
                    <a:pt x="3" y="5"/>
                    <a:pt x="3" y="4"/>
                  </a:cubicBezTo>
                  <a:cubicBezTo>
                    <a:pt x="4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1" name="Freeform 732">
              <a:extLst>
                <a:ext uri="{FF2B5EF4-FFF2-40B4-BE49-F238E27FC236}">
                  <a16:creationId xmlns:a16="http://schemas.microsoft.com/office/drawing/2014/main" id="{73761D5A-8081-4CEF-97C7-EA21442CA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306"/>
              <a:ext cx="17" cy="20"/>
            </a:xfrm>
            <a:custGeom>
              <a:avLst/>
              <a:gdLst>
                <a:gd name="T0" fmla="*/ 68 w 8"/>
                <a:gd name="T1" fmla="*/ 20 h 9"/>
                <a:gd name="T2" fmla="*/ 40 w 8"/>
                <a:gd name="T3" fmla="*/ 0 h 9"/>
                <a:gd name="T4" fmla="*/ 9 w 8"/>
                <a:gd name="T5" fmla="*/ 9 h 9"/>
                <a:gd name="T6" fmla="*/ 19 w 8"/>
                <a:gd name="T7" fmla="*/ 80 h 9"/>
                <a:gd name="T8" fmla="*/ 77 w 8"/>
                <a:gd name="T9" fmla="*/ 80 h 9"/>
                <a:gd name="T10" fmla="*/ 68 w 8"/>
                <a:gd name="T11" fmla="*/ 2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4" y="9"/>
                    <a:pt x="7" y="8"/>
                    <a:pt x="8" y="7"/>
                  </a:cubicBezTo>
                  <a:cubicBezTo>
                    <a:pt x="8" y="5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12" name="Freeform 733">
              <a:extLst>
                <a:ext uri="{FF2B5EF4-FFF2-40B4-BE49-F238E27FC236}">
                  <a16:creationId xmlns:a16="http://schemas.microsoft.com/office/drawing/2014/main" id="{602C1C9E-820D-43A2-A696-5C3E9CE89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311"/>
              <a:ext cx="8" cy="9"/>
            </a:xfrm>
            <a:custGeom>
              <a:avLst/>
              <a:gdLst>
                <a:gd name="T0" fmla="*/ 32 w 4"/>
                <a:gd name="T1" fmla="*/ 36 h 4"/>
                <a:gd name="T2" fmla="*/ 24 w 4"/>
                <a:gd name="T3" fmla="*/ 45 h 4"/>
                <a:gd name="T4" fmla="*/ 8 w 4"/>
                <a:gd name="T5" fmla="*/ 36 h 4"/>
                <a:gd name="T6" fmla="*/ 0 w 4"/>
                <a:gd name="T7" fmla="*/ 0 h 4"/>
                <a:gd name="T8" fmla="*/ 16 w 4"/>
                <a:gd name="T9" fmla="*/ 0 h 4"/>
                <a:gd name="T10" fmla="*/ 16 w 4"/>
                <a:gd name="T11" fmla="*/ 0 h 4"/>
                <a:gd name="T12" fmla="*/ 0 w 4"/>
                <a:gd name="T13" fmla="*/ 0 h 4"/>
                <a:gd name="T14" fmla="*/ 8 w 4"/>
                <a:gd name="T15" fmla="*/ 36 h 4"/>
                <a:gd name="T16" fmla="*/ 24 w 4"/>
                <a:gd name="T17" fmla="*/ 45 h 4"/>
                <a:gd name="T18" fmla="*/ 32 w 4"/>
                <a:gd name="T19" fmla="*/ 36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4" y="4"/>
                    <a:pt x="4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1" y="3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3" name="Freeform 734">
              <a:extLst>
                <a:ext uri="{FF2B5EF4-FFF2-40B4-BE49-F238E27FC236}">
                  <a16:creationId xmlns:a16="http://schemas.microsoft.com/office/drawing/2014/main" id="{2C99CAEE-22D3-4410-BA4D-7E999B47B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181"/>
              <a:ext cx="18" cy="21"/>
            </a:xfrm>
            <a:custGeom>
              <a:avLst/>
              <a:gdLst>
                <a:gd name="T0" fmla="*/ 56 w 9"/>
                <a:gd name="T1" fmla="*/ 28 h 9"/>
                <a:gd name="T2" fmla="*/ 40 w 9"/>
                <a:gd name="T3" fmla="*/ 0 h 9"/>
                <a:gd name="T4" fmla="*/ 16 w 9"/>
                <a:gd name="T5" fmla="*/ 0 h 9"/>
                <a:gd name="T6" fmla="*/ 24 w 9"/>
                <a:gd name="T7" fmla="*/ 86 h 9"/>
                <a:gd name="T8" fmla="*/ 64 w 9"/>
                <a:gd name="T9" fmla="*/ 77 h 9"/>
                <a:gd name="T10" fmla="*/ 56 w 9"/>
                <a:gd name="T11" fmla="*/ 28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7" y="2"/>
                  </a:moveTo>
                  <a:cubicBezTo>
                    <a:pt x="7" y="1"/>
                    <a:pt x="6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2"/>
                    <a:pt x="1" y="5"/>
                    <a:pt x="3" y="7"/>
                  </a:cubicBezTo>
                  <a:cubicBezTo>
                    <a:pt x="5" y="9"/>
                    <a:pt x="8" y="8"/>
                    <a:pt x="8" y="6"/>
                  </a:cubicBezTo>
                  <a:cubicBezTo>
                    <a:pt x="9" y="5"/>
                    <a:pt x="9" y="4"/>
                    <a:pt x="7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14" name="Freeform 735">
              <a:extLst>
                <a:ext uri="{FF2B5EF4-FFF2-40B4-BE49-F238E27FC236}">
                  <a16:creationId xmlns:a16="http://schemas.microsoft.com/office/drawing/2014/main" id="{58FBB876-41DB-415E-94F4-3D91B00DA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184"/>
              <a:ext cx="8" cy="11"/>
            </a:xfrm>
            <a:custGeom>
              <a:avLst/>
              <a:gdLst>
                <a:gd name="T0" fmla="*/ 32 w 4"/>
                <a:gd name="T1" fmla="*/ 33 h 5"/>
                <a:gd name="T2" fmla="*/ 24 w 4"/>
                <a:gd name="T3" fmla="*/ 53 h 5"/>
                <a:gd name="T4" fmla="*/ 0 w 4"/>
                <a:gd name="T5" fmla="*/ 33 h 5"/>
                <a:gd name="T6" fmla="*/ 0 w 4"/>
                <a:gd name="T7" fmla="*/ 9 h 5"/>
                <a:gd name="T8" fmla="*/ 16 w 4"/>
                <a:gd name="T9" fmla="*/ 0 h 5"/>
                <a:gd name="T10" fmla="*/ 16 w 4"/>
                <a:gd name="T11" fmla="*/ 0 h 5"/>
                <a:gd name="T12" fmla="*/ 0 w 4"/>
                <a:gd name="T13" fmla="*/ 9 h 5"/>
                <a:gd name="T14" fmla="*/ 0 w 4"/>
                <a:gd name="T15" fmla="*/ 33 h 5"/>
                <a:gd name="T16" fmla="*/ 24 w 4"/>
                <a:gd name="T17" fmla="*/ 53 h 5"/>
                <a:gd name="T18" fmla="*/ 32 w 4"/>
                <a:gd name="T19" fmla="*/ 3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4" y="5"/>
                    <a:pt x="3" y="5"/>
                  </a:cubicBezTo>
                  <a:cubicBezTo>
                    <a:pt x="2" y="5"/>
                    <a:pt x="1" y="5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5" name="Freeform 736">
              <a:extLst>
                <a:ext uri="{FF2B5EF4-FFF2-40B4-BE49-F238E27FC236}">
                  <a16:creationId xmlns:a16="http://schemas.microsoft.com/office/drawing/2014/main" id="{78315F2A-A16A-4E20-9B52-5CDB31253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204"/>
              <a:ext cx="17" cy="20"/>
            </a:xfrm>
            <a:custGeom>
              <a:avLst/>
              <a:gdLst>
                <a:gd name="T0" fmla="*/ 68 w 8"/>
                <a:gd name="T1" fmla="*/ 20 h 9"/>
                <a:gd name="T2" fmla="*/ 40 w 8"/>
                <a:gd name="T3" fmla="*/ 0 h 9"/>
                <a:gd name="T4" fmla="*/ 19 w 8"/>
                <a:gd name="T5" fmla="*/ 9 h 9"/>
                <a:gd name="T6" fmla="*/ 19 w 8"/>
                <a:gd name="T7" fmla="*/ 80 h 9"/>
                <a:gd name="T8" fmla="*/ 77 w 8"/>
                <a:gd name="T9" fmla="*/ 64 h 9"/>
                <a:gd name="T10" fmla="*/ 68 w 8"/>
                <a:gd name="T11" fmla="*/ 2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6" y="1"/>
                    <a:pt x="6" y="0"/>
                    <a:pt x="4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4" y="9"/>
                    <a:pt x="7" y="8"/>
                    <a:pt x="8" y="6"/>
                  </a:cubicBezTo>
                  <a:cubicBezTo>
                    <a:pt x="8" y="5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16" name="Freeform 737">
              <a:extLst>
                <a:ext uri="{FF2B5EF4-FFF2-40B4-BE49-F238E27FC236}">
                  <a16:creationId xmlns:a16="http://schemas.microsoft.com/office/drawing/2014/main" id="{9E880F06-D679-4111-AD76-A9C9653AE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208"/>
              <a:ext cx="9" cy="9"/>
            </a:xfrm>
            <a:custGeom>
              <a:avLst/>
              <a:gdLst>
                <a:gd name="T0" fmla="*/ 45 w 4"/>
                <a:gd name="T1" fmla="*/ 36 h 4"/>
                <a:gd name="T2" fmla="*/ 36 w 4"/>
                <a:gd name="T3" fmla="*/ 45 h 4"/>
                <a:gd name="T4" fmla="*/ 11 w 4"/>
                <a:gd name="T5" fmla="*/ 36 h 4"/>
                <a:gd name="T6" fmla="*/ 11 w 4"/>
                <a:gd name="T7" fmla="*/ 0 h 4"/>
                <a:gd name="T8" fmla="*/ 25 w 4"/>
                <a:gd name="T9" fmla="*/ 0 h 4"/>
                <a:gd name="T10" fmla="*/ 25 w 4"/>
                <a:gd name="T11" fmla="*/ 0 h 4"/>
                <a:gd name="T12" fmla="*/ 11 w 4"/>
                <a:gd name="T13" fmla="*/ 0 h 4"/>
                <a:gd name="T14" fmla="*/ 11 w 4"/>
                <a:gd name="T15" fmla="*/ 36 h 4"/>
                <a:gd name="T16" fmla="*/ 36 w 4"/>
                <a:gd name="T17" fmla="*/ 45 h 4"/>
                <a:gd name="T18" fmla="*/ 45 w 4"/>
                <a:gd name="T19" fmla="*/ 36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4" y="3"/>
                    <a:pt x="4" y="4"/>
                    <a:pt x="3" y="4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3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7" name="Freeform 738">
              <a:extLst>
                <a:ext uri="{FF2B5EF4-FFF2-40B4-BE49-F238E27FC236}">
                  <a16:creationId xmlns:a16="http://schemas.microsoft.com/office/drawing/2014/main" id="{A2BAD971-3CD8-4112-A8D9-AAB2249A5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286"/>
              <a:ext cx="23" cy="32"/>
            </a:xfrm>
            <a:custGeom>
              <a:avLst/>
              <a:gdLst>
                <a:gd name="T0" fmla="*/ 84 w 11"/>
                <a:gd name="T1" fmla="*/ 25 h 14"/>
                <a:gd name="T2" fmla="*/ 44 w 11"/>
                <a:gd name="T3" fmla="*/ 11 h 14"/>
                <a:gd name="T4" fmla="*/ 17 w 11"/>
                <a:gd name="T5" fmla="*/ 94 h 14"/>
                <a:gd name="T6" fmla="*/ 84 w 11"/>
                <a:gd name="T7" fmla="*/ 158 h 14"/>
                <a:gd name="T8" fmla="*/ 100 w 11"/>
                <a:gd name="T9" fmla="*/ 110 h 14"/>
                <a:gd name="T10" fmla="*/ 92 w 11"/>
                <a:gd name="T11" fmla="*/ 57 h 14"/>
                <a:gd name="T12" fmla="*/ 84 w 11"/>
                <a:gd name="T13" fmla="*/ 25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9" y="2"/>
                  </a:moveTo>
                  <a:cubicBezTo>
                    <a:pt x="8" y="1"/>
                    <a:pt x="7" y="1"/>
                    <a:pt x="5" y="1"/>
                  </a:cubicBezTo>
                  <a:cubicBezTo>
                    <a:pt x="2" y="0"/>
                    <a:pt x="0" y="4"/>
                    <a:pt x="2" y="8"/>
                  </a:cubicBezTo>
                  <a:cubicBezTo>
                    <a:pt x="3" y="12"/>
                    <a:pt x="7" y="14"/>
                    <a:pt x="9" y="13"/>
                  </a:cubicBezTo>
                  <a:cubicBezTo>
                    <a:pt x="11" y="12"/>
                    <a:pt x="11" y="11"/>
                    <a:pt x="11" y="9"/>
                  </a:cubicBezTo>
                  <a:cubicBezTo>
                    <a:pt x="11" y="8"/>
                    <a:pt x="10" y="6"/>
                    <a:pt x="10" y="5"/>
                  </a:cubicBezTo>
                  <a:cubicBezTo>
                    <a:pt x="10" y="4"/>
                    <a:pt x="9" y="3"/>
                    <a:pt x="9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18" name="Freeform 739">
              <a:extLst>
                <a:ext uri="{FF2B5EF4-FFF2-40B4-BE49-F238E27FC236}">
                  <a16:creationId xmlns:a16="http://schemas.microsoft.com/office/drawing/2014/main" id="{38ED859A-24FB-43A6-94C2-A967C8D49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295"/>
              <a:ext cx="8" cy="14"/>
            </a:xfrm>
            <a:custGeom>
              <a:avLst/>
              <a:gdLst>
                <a:gd name="T0" fmla="*/ 8 w 4"/>
                <a:gd name="T1" fmla="*/ 0 h 6"/>
                <a:gd name="T2" fmla="*/ 0 w 4"/>
                <a:gd name="T3" fmla="*/ 28 h 6"/>
                <a:gd name="T4" fmla="*/ 24 w 4"/>
                <a:gd name="T5" fmla="*/ 77 h 6"/>
                <a:gd name="T6" fmla="*/ 32 w 4"/>
                <a:gd name="T7" fmla="*/ 77 h 6"/>
                <a:gd name="T8" fmla="*/ 32 w 4"/>
                <a:gd name="T9" fmla="*/ 77 h 6"/>
                <a:gd name="T10" fmla="*/ 24 w 4"/>
                <a:gd name="T11" fmla="*/ 77 h 6"/>
                <a:gd name="T12" fmla="*/ 0 w 4"/>
                <a:gd name="T13" fmla="*/ 28 h 6"/>
                <a:gd name="T14" fmla="*/ 8 w 4"/>
                <a:gd name="T15" fmla="*/ 0 h 6"/>
                <a:gd name="T16" fmla="*/ 16 w 4"/>
                <a:gd name="T17" fmla="*/ 0 h 6"/>
                <a:gd name="T18" fmla="*/ 16 w 4"/>
                <a:gd name="T19" fmla="*/ 0 h 6"/>
                <a:gd name="T20" fmla="*/ 8 w 4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4"/>
                    <a:pt x="2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2" y="6"/>
                    <a:pt x="1" y="4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9" name="Freeform 740">
              <a:extLst>
                <a:ext uri="{FF2B5EF4-FFF2-40B4-BE49-F238E27FC236}">
                  <a16:creationId xmlns:a16="http://schemas.microsoft.com/office/drawing/2014/main" id="{0B428EE6-821F-46FA-8D43-89240A9E5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260"/>
              <a:ext cx="23" cy="31"/>
            </a:xfrm>
            <a:custGeom>
              <a:avLst/>
              <a:gdLst>
                <a:gd name="T0" fmla="*/ 75 w 11"/>
                <a:gd name="T1" fmla="*/ 20 h 14"/>
                <a:gd name="T2" fmla="*/ 44 w 11"/>
                <a:gd name="T3" fmla="*/ 9 h 14"/>
                <a:gd name="T4" fmla="*/ 8 w 11"/>
                <a:gd name="T5" fmla="*/ 89 h 14"/>
                <a:gd name="T6" fmla="*/ 75 w 11"/>
                <a:gd name="T7" fmla="*/ 142 h 14"/>
                <a:gd name="T8" fmla="*/ 100 w 11"/>
                <a:gd name="T9" fmla="*/ 97 h 14"/>
                <a:gd name="T10" fmla="*/ 92 w 11"/>
                <a:gd name="T11" fmla="*/ 53 h 14"/>
                <a:gd name="T12" fmla="*/ 75 w 11"/>
                <a:gd name="T13" fmla="*/ 2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8" y="2"/>
                  </a:moveTo>
                  <a:cubicBezTo>
                    <a:pt x="7" y="1"/>
                    <a:pt x="6" y="1"/>
                    <a:pt x="5" y="1"/>
                  </a:cubicBezTo>
                  <a:cubicBezTo>
                    <a:pt x="1" y="0"/>
                    <a:pt x="0" y="5"/>
                    <a:pt x="1" y="8"/>
                  </a:cubicBezTo>
                  <a:cubicBezTo>
                    <a:pt x="3" y="12"/>
                    <a:pt x="6" y="14"/>
                    <a:pt x="8" y="13"/>
                  </a:cubicBezTo>
                  <a:cubicBezTo>
                    <a:pt x="10" y="13"/>
                    <a:pt x="11" y="11"/>
                    <a:pt x="11" y="9"/>
                  </a:cubicBezTo>
                  <a:cubicBezTo>
                    <a:pt x="11" y="8"/>
                    <a:pt x="10" y="6"/>
                    <a:pt x="10" y="5"/>
                  </a:cubicBezTo>
                  <a:cubicBezTo>
                    <a:pt x="9" y="4"/>
                    <a:pt x="9" y="3"/>
                    <a:pt x="8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20" name="Freeform 741">
              <a:extLst>
                <a:ext uri="{FF2B5EF4-FFF2-40B4-BE49-F238E27FC236}">
                  <a16:creationId xmlns:a16="http://schemas.microsoft.com/office/drawing/2014/main" id="{859C4937-9849-47A5-A767-8B2BB52B6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268"/>
              <a:ext cx="9" cy="16"/>
            </a:xfrm>
            <a:custGeom>
              <a:avLst/>
              <a:gdLst>
                <a:gd name="T0" fmla="*/ 0 w 4"/>
                <a:gd name="T1" fmla="*/ 0 h 7"/>
                <a:gd name="T2" fmla="*/ 0 w 4"/>
                <a:gd name="T3" fmla="*/ 37 h 7"/>
                <a:gd name="T4" fmla="*/ 25 w 4"/>
                <a:gd name="T5" fmla="*/ 73 h 7"/>
                <a:gd name="T6" fmla="*/ 45 w 4"/>
                <a:gd name="T7" fmla="*/ 73 h 7"/>
                <a:gd name="T8" fmla="*/ 45 w 4"/>
                <a:gd name="T9" fmla="*/ 73 h 7"/>
                <a:gd name="T10" fmla="*/ 25 w 4"/>
                <a:gd name="T11" fmla="*/ 73 h 7"/>
                <a:gd name="T12" fmla="*/ 0 w 4"/>
                <a:gd name="T13" fmla="*/ 37 h 7"/>
                <a:gd name="T14" fmla="*/ 0 w 4"/>
                <a:gd name="T15" fmla="*/ 0 h 7"/>
                <a:gd name="T16" fmla="*/ 25 w 4"/>
                <a:gd name="T17" fmla="*/ 0 h 7"/>
                <a:gd name="T18" fmla="*/ 25 w 4"/>
                <a:gd name="T19" fmla="*/ 0 h 7"/>
                <a:gd name="T20" fmla="*/ 0 w 4"/>
                <a:gd name="T21" fmla="*/ 0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0" y="4"/>
                    <a:pt x="1" y="6"/>
                    <a:pt x="2" y="6"/>
                  </a:cubicBezTo>
                  <a:cubicBezTo>
                    <a:pt x="3" y="7"/>
                    <a:pt x="3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7"/>
                    <a:pt x="3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1" name="Freeform 742">
              <a:extLst>
                <a:ext uri="{FF2B5EF4-FFF2-40B4-BE49-F238E27FC236}">
                  <a16:creationId xmlns:a16="http://schemas.microsoft.com/office/drawing/2014/main" id="{588AE246-3D89-4A6E-BC05-1A0BB133C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559"/>
              <a:ext cx="34" cy="51"/>
            </a:xfrm>
            <a:custGeom>
              <a:avLst/>
              <a:gdLst>
                <a:gd name="T0" fmla="*/ 104 w 16"/>
                <a:gd name="T1" fmla="*/ 35 h 23"/>
                <a:gd name="T2" fmla="*/ 40 w 16"/>
                <a:gd name="T3" fmla="*/ 9 h 23"/>
                <a:gd name="T4" fmla="*/ 28 w 16"/>
                <a:gd name="T5" fmla="*/ 153 h 23"/>
                <a:gd name="T6" fmla="*/ 128 w 16"/>
                <a:gd name="T7" fmla="*/ 251 h 23"/>
                <a:gd name="T8" fmla="*/ 153 w 16"/>
                <a:gd name="T9" fmla="*/ 197 h 23"/>
                <a:gd name="T10" fmla="*/ 136 w 16"/>
                <a:gd name="T11" fmla="*/ 109 h 23"/>
                <a:gd name="T12" fmla="*/ 104 w 16"/>
                <a:gd name="T13" fmla="*/ 3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11" y="3"/>
                  </a:moveTo>
                  <a:cubicBezTo>
                    <a:pt x="9" y="1"/>
                    <a:pt x="7" y="0"/>
                    <a:pt x="4" y="1"/>
                  </a:cubicBezTo>
                  <a:cubicBezTo>
                    <a:pt x="0" y="3"/>
                    <a:pt x="0" y="9"/>
                    <a:pt x="3" y="14"/>
                  </a:cubicBezTo>
                  <a:cubicBezTo>
                    <a:pt x="6" y="20"/>
                    <a:pt x="8" y="23"/>
                    <a:pt x="13" y="23"/>
                  </a:cubicBezTo>
                  <a:cubicBezTo>
                    <a:pt x="15" y="22"/>
                    <a:pt x="16" y="20"/>
                    <a:pt x="16" y="18"/>
                  </a:cubicBezTo>
                  <a:cubicBezTo>
                    <a:pt x="16" y="15"/>
                    <a:pt x="15" y="14"/>
                    <a:pt x="14" y="10"/>
                  </a:cubicBezTo>
                  <a:cubicBezTo>
                    <a:pt x="13" y="9"/>
                    <a:pt x="13" y="5"/>
                    <a:pt x="11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22" name="Freeform 743">
              <a:extLst>
                <a:ext uri="{FF2B5EF4-FFF2-40B4-BE49-F238E27FC236}">
                  <a16:creationId xmlns:a16="http://schemas.microsoft.com/office/drawing/2014/main" id="{4D2DA9FA-2856-48C4-8686-87ECAFCA7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567"/>
              <a:ext cx="17" cy="32"/>
            </a:xfrm>
            <a:custGeom>
              <a:avLst/>
              <a:gdLst>
                <a:gd name="T0" fmla="*/ 77 w 8"/>
                <a:gd name="T1" fmla="*/ 158 h 14"/>
                <a:gd name="T2" fmla="*/ 68 w 8"/>
                <a:gd name="T3" fmla="*/ 158 h 14"/>
                <a:gd name="T4" fmla="*/ 19 w 8"/>
                <a:gd name="T5" fmla="*/ 85 h 14"/>
                <a:gd name="T6" fmla="*/ 9 w 8"/>
                <a:gd name="T7" fmla="*/ 11 h 14"/>
                <a:gd name="T8" fmla="*/ 40 w 8"/>
                <a:gd name="T9" fmla="*/ 11 h 14"/>
                <a:gd name="T10" fmla="*/ 40 w 8"/>
                <a:gd name="T11" fmla="*/ 11 h 14"/>
                <a:gd name="T12" fmla="*/ 9 w 8"/>
                <a:gd name="T13" fmla="*/ 11 h 14"/>
                <a:gd name="T14" fmla="*/ 19 w 8"/>
                <a:gd name="T15" fmla="*/ 85 h 14"/>
                <a:gd name="T16" fmla="*/ 68 w 8"/>
                <a:gd name="T17" fmla="*/ 167 h 14"/>
                <a:gd name="T18" fmla="*/ 77 w 8"/>
                <a:gd name="T19" fmla="*/ 158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4">
                  <a:moveTo>
                    <a:pt x="8" y="13"/>
                  </a:moveTo>
                  <a:cubicBezTo>
                    <a:pt x="8" y="13"/>
                    <a:pt x="7" y="13"/>
                    <a:pt x="7" y="13"/>
                  </a:cubicBezTo>
                  <a:cubicBezTo>
                    <a:pt x="6" y="13"/>
                    <a:pt x="4" y="12"/>
                    <a:pt x="2" y="7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0" y="3"/>
                    <a:pt x="2" y="7"/>
                  </a:cubicBezTo>
                  <a:cubicBezTo>
                    <a:pt x="4" y="12"/>
                    <a:pt x="6" y="14"/>
                    <a:pt x="7" y="14"/>
                  </a:cubicBezTo>
                  <a:cubicBezTo>
                    <a:pt x="7" y="13"/>
                    <a:pt x="8" y="13"/>
                    <a:pt x="8" y="1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3" name="Freeform 744">
              <a:extLst>
                <a:ext uri="{FF2B5EF4-FFF2-40B4-BE49-F238E27FC236}">
                  <a16:creationId xmlns:a16="http://schemas.microsoft.com/office/drawing/2014/main" id="{44086680-A4A8-4417-8177-B4DF8CD81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048"/>
              <a:ext cx="19" cy="20"/>
            </a:xfrm>
            <a:custGeom>
              <a:avLst/>
              <a:gdLst>
                <a:gd name="T0" fmla="*/ 36 w 9"/>
                <a:gd name="T1" fmla="*/ 9 h 9"/>
                <a:gd name="T2" fmla="*/ 8 w 9"/>
                <a:gd name="T3" fmla="*/ 20 h 9"/>
                <a:gd name="T4" fmla="*/ 27 w 9"/>
                <a:gd name="T5" fmla="*/ 80 h 9"/>
                <a:gd name="T6" fmla="*/ 84 w 9"/>
                <a:gd name="T7" fmla="*/ 80 h 9"/>
                <a:gd name="T8" fmla="*/ 84 w 9"/>
                <a:gd name="T9" fmla="*/ 53 h 9"/>
                <a:gd name="T10" fmla="*/ 68 w 9"/>
                <a:gd name="T11" fmla="*/ 36 h 9"/>
                <a:gd name="T12" fmla="*/ 36 w 9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4" y="1"/>
                  </a:move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1" y="5"/>
                    <a:pt x="3" y="7"/>
                  </a:cubicBezTo>
                  <a:cubicBezTo>
                    <a:pt x="6" y="8"/>
                    <a:pt x="7" y="9"/>
                    <a:pt x="9" y="7"/>
                  </a:cubicBezTo>
                  <a:cubicBezTo>
                    <a:pt x="9" y="7"/>
                    <a:pt x="9" y="6"/>
                    <a:pt x="9" y="5"/>
                  </a:cubicBezTo>
                  <a:cubicBezTo>
                    <a:pt x="8" y="4"/>
                    <a:pt x="8" y="4"/>
                    <a:pt x="7" y="3"/>
                  </a:cubicBezTo>
                  <a:cubicBezTo>
                    <a:pt x="6" y="2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E7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4" name="Freeform 745">
              <a:extLst>
                <a:ext uri="{FF2B5EF4-FFF2-40B4-BE49-F238E27FC236}">
                  <a16:creationId xmlns:a16="http://schemas.microsoft.com/office/drawing/2014/main" id="{C4EF876F-86AD-4EC5-9F85-3402D54DD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052"/>
              <a:ext cx="11" cy="9"/>
            </a:xfrm>
            <a:custGeom>
              <a:avLst/>
              <a:gdLst>
                <a:gd name="T0" fmla="*/ 53 w 5"/>
                <a:gd name="T1" fmla="*/ 36 h 4"/>
                <a:gd name="T2" fmla="*/ 53 w 5"/>
                <a:gd name="T3" fmla="*/ 45 h 4"/>
                <a:gd name="T4" fmla="*/ 20 w 5"/>
                <a:gd name="T5" fmla="*/ 36 h 4"/>
                <a:gd name="T6" fmla="*/ 9 w 5"/>
                <a:gd name="T7" fmla="*/ 0 h 4"/>
                <a:gd name="T8" fmla="*/ 20 w 5"/>
                <a:gd name="T9" fmla="*/ 0 h 4"/>
                <a:gd name="T10" fmla="*/ 20 w 5"/>
                <a:gd name="T11" fmla="*/ 0 h 4"/>
                <a:gd name="T12" fmla="*/ 9 w 5"/>
                <a:gd name="T13" fmla="*/ 0 h 4"/>
                <a:gd name="T14" fmla="*/ 20 w 5"/>
                <a:gd name="T15" fmla="*/ 36 h 4"/>
                <a:gd name="T16" fmla="*/ 53 w 5"/>
                <a:gd name="T17" fmla="*/ 45 h 4"/>
                <a:gd name="T18" fmla="*/ 53 w 5"/>
                <a:gd name="T19" fmla="*/ 36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4" y="4"/>
                    <a:pt x="2" y="3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1" y="2"/>
                    <a:pt x="2" y="3"/>
                  </a:cubicBezTo>
                  <a:cubicBezTo>
                    <a:pt x="4" y="4"/>
                    <a:pt x="5" y="4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F0A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5" name="Freeform 746">
              <a:extLst>
                <a:ext uri="{FF2B5EF4-FFF2-40B4-BE49-F238E27FC236}">
                  <a16:creationId xmlns:a16="http://schemas.microsoft.com/office/drawing/2014/main" id="{E0A542C1-78C1-4DC7-B8D2-2F58E486A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077"/>
              <a:ext cx="13" cy="13"/>
            </a:xfrm>
            <a:custGeom>
              <a:avLst/>
              <a:gdLst>
                <a:gd name="T0" fmla="*/ 52 w 6"/>
                <a:gd name="T1" fmla="*/ 9 h 6"/>
                <a:gd name="T2" fmla="*/ 20 w 6"/>
                <a:gd name="T3" fmla="*/ 0 h 6"/>
                <a:gd name="T4" fmla="*/ 9 w 6"/>
                <a:gd name="T5" fmla="*/ 9 h 6"/>
                <a:gd name="T6" fmla="*/ 20 w 6"/>
                <a:gd name="T7" fmla="*/ 52 h 6"/>
                <a:gd name="T8" fmla="*/ 61 w 6"/>
                <a:gd name="T9" fmla="*/ 43 h 6"/>
                <a:gd name="T10" fmla="*/ 52 w 6"/>
                <a:gd name="T11" fmla="*/ 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5"/>
                    <a:pt x="2" y="5"/>
                  </a:cubicBezTo>
                  <a:cubicBezTo>
                    <a:pt x="4" y="6"/>
                    <a:pt x="6" y="5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lose/>
                </a:path>
              </a:pathLst>
            </a:custGeom>
            <a:solidFill>
              <a:srgbClr val="E7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6" name="Freeform 747">
              <a:extLst>
                <a:ext uri="{FF2B5EF4-FFF2-40B4-BE49-F238E27FC236}">
                  <a16:creationId xmlns:a16="http://schemas.microsoft.com/office/drawing/2014/main" id="{B874197D-A369-4A69-815D-A5AD84CE8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079"/>
              <a:ext cx="8" cy="7"/>
            </a:xfrm>
            <a:custGeom>
              <a:avLst/>
              <a:gdLst>
                <a:gd name="T0" fmla="*/ 32 w 4"/>
                <a:gd name="T1" fmla="*/ 28 h 3"/>
                <a:gd name="T2" fmla="*/ 24 w 4"/>
                <a:gd name="T3" fmla="*/ 37 h 3"/>
                <a:gd name="T4" fmla="*/ 8 w 4"/>
                <a:gd name="T5" fmla="*/ 28 h 3"/>
                <a:gd name="T6" fmla="*/ 8 w 4"/>
                <a:gd name="T7" fmla="*/ 12 h 3"/>
                <a:gd name="T8" fmla="*/ 8 w 4"/>
                <a:gd name="T9" fmla="*/ 0 h 3"/>
                <a:gd name="T10" fmla="*/ 8 w 4"/>
                <a:gd name="T11" fmla="*/ 0 h 3"/>
                <a:gd name="T12" fmla="*/ 8 w 4"/>
                <a:gd name="T13" fmla="*/ 12 h 3"/>
                <a:gd name="T14" fmla="*/ 8 w 4"/>
                <a:gd name="T15" fmla="*/ 37 h 3"/>
                <a:gd name="T16" fmla="*/ 24 w 4"/>
                <a:gd name="T17" fmla="*/ 37 h 3"/>
                <a:gd name="T18" fmla="*/ 32 w 4"/>
                <a:gd name="T19" fmla="*/ 28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2"/>
                    <a:pt x="4" y="3"/>
                    <a:pt x="3" y="3"/>
                  </a:cubicBezTo>
                  <a:cubicBezTo>
                    <a:pt x="3" y="3"/>
                    <a:pt x="2" y="3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3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0A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7" name="Freeform 748">
              <a:extLst>
                <a:ext uri="{FF2B5EF4-FFF2-40B4-BE49-F238E27FC236}">
                  <a16:creationId xmlns:a16="http://schemas.microsoft.com/office/drawing/2014/main" id="{7DB3A52B-4476-4E30-9052-7052161D2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384"/>
              <a:ext cx="21" cy="29"/>
            </a:xfrm>
            <a:custGeom>
              <a:avLst/>
              <a:gdLst>
                <a:gd name="T0" fmla="*/ 92 w 10"/>
                <a:gd name="T1" fmla="*/ 80 h 13"/>
                <a:gd name="T2" fmla="*/ 84 w 10"/>
                <a:gd name="T3" fmla="*/ 20 h 13"/>
                <a:gd name="T4" fmla="*/ 57 w 10"/>
                <a:gd name="T5" fmla="*/ 0 h 13"/>
                <a:gd name="T6" fmla="*/ 0 w 10"/>
                <a:gd name="T7" fmla="*/ 89 h 13"/>
                <a:gd name="T8" fmla="*/ 67 w 10"/>
                <a:gd name="T9" fmla="*/ 134 h 13"/>
                <a:gd name="T10" fmla="*/ 92 w 10"/>
                <a:gd name="T11" fmla="*/ 8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3">
                  <a:moveTo>
                    <a:pt x="10" y="7"/>
                  </a:moveTo>
                  <a:cubicBezTo>
                    <a:pt x="10" y="5"/>
                    <a:pt x="10" y="4"/>
                    <a:pt x="9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1" y="11"/>
                    <a:pt x="4" y="13"/>
                    <a:pt x="7" y="12"/>
                  </a:cubicBezTo>
                  <a:cubicBezTo>
                    <a:pt x="9" y="11"/>
                    <a:pt x="9" y="10"/>
                    <a:pt x="10" y="7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28" name="Freeform 749">
              <a:extLst>
                <a:ext uri="{FF2B5EF4-FFF2-40B4-BE49-F238E27FC236}">
                  <a16:creationId xmlns:a16="http://schemas.microsoft.com/office/drawing/2014/main" id="{B31ABF8F-4FC9-4BBA-B9A4-4A2D3078F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91"/>
              <a:ext cx="8" cy="16"/>
            </a:xfrm>
            <a:custGeom>
              <a:avLst/>
              <a:gdLst>
                <a:gd name="T0" fmla="*/ 32 w 4"/>
                <a:gd name="T1" fmla="*/ 73 h 7"/>
                <a:gd name="T2" fmla="*/ 8 w 4"/>
                <a:gd name="T3" fmla="*/ 85 h 7"/>
                <a:gd name="T4" fmla="*/ 0 w 4"/>
                <a:gd name="T5" fmla="*/ 37 h 7"/>
                <a:gd name="T6" fmla="*/ 16 w 4"/>
                <a:gd name="T7" fmla="*/ 0 h 7"/>
                <a:gd name="T8" fmla="*/ 32 w 4"/>
                <a:gd name="T9" fmla="*/ 0 h 7"/>
                <a:gd name="T10" fmla="*/ 32 w 4"/>
                <a:gd name="T11" fmla="*/ 0 h 7"/>
                <a:gd name="T12" fmla="*/ 16 w 4"/>
                <a:gd name="T13" fmla="*/ 0 h 7"/>
                <a:gd name="T14" fmla="*/ 0 w 4"/>
                <a:gd name="T15" fmla="*/ 25 h 7"/>
                <a:gd name="T16" fmla="*/ 8 w 4"/>
                <a:gd name="T17" fmla="*/ 85 h 7"/>
                <a:gd name="T18" fmla="*/ 32 w 4"/>
                <a:gd name="T19" fmla="*/ 73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3" y="7"/>
                    <a:pt x="2" y="7"/>
                    <a:pt x="1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2" y="7"/>
                    <a:pt x="3" y="7"/>
                    <a:pt x="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9" name="Freeform 750">
              <a:extLst>
                <a:ext uri="{FF2B5EF4-FFF2-40B4-BE49-F238E27FC236}">
                  <a16:creationId xmlns:a16="http://schemas.microsoft.com/office/drawing/2014/main" id="{2DD6B255-0C47-45BC-A0B2-C39D57300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764"/>
              <a:ext cx="39" cy="42"/>
            </a:xfrm>
            <a:custGeom>
              <a:avLst/>
              <a:gdLst>
                <a:gd name="T0" fmla="*/ 131 w 19"/>
                <a:gd name="T1" fmla="*/ 33 h 19"/>
                <a:gd name="T2" fmla="*/ 76 w 19"/>
                <a:gd name="T3" fmla="*/ 0 h 19"/>
                <a:gd name="T4" fmla="*/ 25 w 19"/>
                <a:gd name="T5" fmla="*/ 33 h 19"/>
                <a:gd name="T6" fmla="*/ 68 w 19"/>
                <a:gd name="T7" fmla="*/ 186 h 19"/>
                <a:gd name="T8" fmla="*/ 164 w 19"/>
                <a:gd name="T9" fmla="*/ 133 h 19"/>
                <a:gd name="T10" fmla="*/ 131 w 19"/>
                <a:gd name="T11" fmla="*/ 3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9">
                  <a:moveTo>
                    <a:pt x="15" y="3"/>
                  </a:moveTo>
                  <a:cubicBezTo>
                    <a:pt x="13" y="1"/>
                    <a:pt x="11" y="0"/>
                    <a:pt x="9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0" y="7"/>
                    <a:pt x="3" y="14"/>
                    <a:pt x="8" y="17"/>
                  </a:cubicBezTo>
                  <a:cubicBezTo>
                    <a:pt x="14" y="19"/>
                    <a:pt x="19" y="16"/>
                    <a:pt x="19" y="12"/>
                  </a:cubicBezTo>
                  <a:cubicBezTo>
                    <a:pt x="19" y="8"/>
                    <a:pt x="18" y="7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30" name="Freeform 751">
              <a:extLst>
                <a:ext uri="{FF2B5EF4-FFF2-40B4-BE49-F238E27FC236}">
                  <a16:creationId xmlns:a16="http://schemas.microsoft.com/office/drawing/2014/main" id="{1A4FA5C4-C0E4-4D8C-BB0B-80758AFA6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773"/>
              <a:ext cx="21" cy="22"/>
            </a:xfrm>
            <a:custGeom>
              <a:avLst/>
              <a:gdLst>
                <a:gd name="T0" fmla="*/ 84 w 10"/>
                <a:gd name="T1" fmla="*/ 53 h 10"/>
                <a:gd name="T2" fmla="*/ 76 w 10"/>
                <a:gd name="T3" fmla="*/ 97 h 10"/>
                <a:gd name="T4" fmla="*/ 17 w 10"/>
                <a:gd name="T5" fmla="*/ 73 h 10"/>
                <a:gd name="T6" fmla="*/ 0 w 10"/>
                <a:gd name="T7" fmla="*/ 20 h 10"/>
                <a:gd name="T8" fmla="*/ 17 w 10"/>
                <a:gd name="T9" fmla="*/ 0 h 10"/>
                <a:gd name="T10" fmla="*/ 17 w 10"/>
                <a:gd name="T11" fmla="*/ 0 h 10"/>
                <a:gd name="T12" fmla="*/ 0 w 10"/>
                <a:gd name="T13" fmla="*/ 20 h 10"/>
                <a:gd name="T14" fmla="*/ 17 w 10"/>
                <a:gd name="T15" fmla="*/ 73 h 10"/>
                <a:gd name="T16" fmla="*/ 76 w 10"/>
                <a:gd name="T17" fmla="*/ 97 h 10"/>
                <a:gd name="T18" fmla="*/ 84 w 10"/>
                <a:gd name="T19" fmla="*/ 5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9" y="5"/>
                  </a:moveTo>
                  <a:cubicBezTo>
                    <a:pt x="10" y="7"/>
                    <a:pt x="9" y="8"/>
                    <a:pt x="8" y="9"/>
                  </a:cubicBezTo>
                  <a:cubicBezTo>
                    <a:pt x="7" y="10"/>
                    <a:pt x="4" y="9"/>
                    <a:pt x="2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7"/>
                  </a:cubicBezTo>
                  <a:cubicBezTo>
                    <a:pt x="4" y="10"/>
                    <a:pt x="7" y="10"/>
                    <a:pt x="8" y="9"/>
                  </a:cubicBezTo>
                  <a:cubicBezTo>
                    <a:pt x="9" y="8"/>
                    <a:pt x="10" y="7"/>
                    <a:pt x="9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" name="Freeform 752">
              <a:extLst>
                <a:ext uri="{FF2B5EF4-FFF2-40B4-BE49-F238E27FC236}">
                  <a16:creationId xmlns:a16="http://schemas.microsoft.com/office/drawing/2014/main" id="{59D36EB6-5632-4487-8505-474B4CFFE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458"/>
              <a:ext cx="31" cy="38"/>
            </a:xfrm>
            <a:custGeom>
              <a:avLst/>
              <a:gdLst>
                <a:gd name="T0" fmla="*/ 89 w 15"/>
                <a:gd name="T1" fmla="*/ 20 h 17"/>
                <a:gd name="T2" fmla="*/ 52 w 15"/>
                <a:gd name="T3" fmla="*/ 0 h 17"/>
                <a:gd name="T4" fmla="*/ 17 w 15"/>
                <a:gd name="T5" fmla="*/ 110 h 17"/>
                <a:gd name="T6" fmla="*/ 107 w 15"/>
                <a:gd name="T7" fmla="*/ 179 h 17"/>
                <a:gd name="T8" fmla="*/ 132 w 15"/>
                <a:gd name="T9" fmla="*/ 125 h 17"/>
                <a:gd name="T10" fmla="*/ 116 w 15"/>
                <a:gd name="T11" fmla="*/ 65 h 17"/>
                <a:gd name="T12" fmla="*/ 89 w 15"/>
                <a:gd name="T13" fmla="*/ 2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7">
                  <a:moveTo>
                    <a:pt x="10" y="2"/>
                  </a:moveTo>
                  <a:cubicBezTo>
                    <a:pt x="9" y="1"/>
                    <a:pt x="8" y="0"/>
                    <a:pt x="6" y="0"/>
                  </a:cubicBezTo>
                  <a:cubicBezTo>
                    <a:pt x="1" y="0"/>
                    <a:pt x="0" y="6"/>
                    <a:pt x="2" y="10"/>
                  </a:cubicBezTo>
                  <a:cubicBezTo>
                    <a:pt x="5" y="15"/>
                    <a:pt x="9" y="17"/>
                    <a:pt x="12" y="16"/>
                  </a:cubicBezTo>
                  <a:cubicBezTo>
                    <a:pt x="14" y="15"/>
                    <a:pt x="15" y="13"/>
                    <a:pt x="15" y="11"/>
                  </a:cubicBezTo>
                  <a:cubicBezTo>
                    <a:pt x="15" y="9"/>
                    <a:pt x="13" y="7"/>
                    <a:pt x="13" y="6"/>
                  </a:cubicBezTo>
                  <a:cubicBezTo>
                    <a:pt x="12" y="4"/>
                    <a:pt x="11" y="3"/>
                    <a:pt x="10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32" name="Freeform 753">
              <a:extLst>
                <a:ext uri="{FF2B5EF4-FFF2-40B4-BE49-F238E27FC236}">
                  <a16:creationId xmlns:a16="http://schemas.microsoft.com/office/drawing/2014/main" id="{19B47260-1422-4667-939E-EF06B8CE8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67"/>
              <a:ext cx="13" cy="20"/>
            </a:xfrm>
            <a:custGeom>
              <a:avLst/>
              <a:gdLst>
                <a:gd name="T0" fmla="*/ 9 w 6"/>
                <a:gd name="T1" fmla="*/ 0 h 9"/>
                <a:gd name="T2" fmla="*/ 0 w 6"/>
                <a:gd name="T3" fmla="*/ 44 h 9"/>
                <a:gd name="T4" fmla="*/ 43 w 6"/>
                <a:gd name="T5" fmla="*/ 89 h 9"/>
                <a:gd name="T6" fmla="*/ 61 w 6"/>
                <a:gd name="T7" fmla="*/ 89 h 9"/>
                <a:gd name="T8" fmla="*/ 61 w 6"/>
                <a:gd name="T9" fmla="*/ 89 h 9"/>
                <a:gd name="T10" fmla="*/ 43 w 6"/>
                <a:gd name="T11" fmla="*/ 89 h 9"/>
                <a:gd name="T12" fmla="*/ 0 w 6"/>
                <a:gd name="T13" fmla="*/ 44 h 9"/>
                <a:gd name="T14" fmla="*/ 9 w 6"/>
                <a:gd name="T15" fmla="*/ 9 h 9"/>
                <a:gd name="T16" fmla="*/ 20 w 6"/>
                <a:gd name="T17" fmla="*/ 0 h 9"/>
                <a:gd name="T18" fmla="*/ 20 w 6"/>
                <a:gd name="T19" fmla="*/ 0 h 9"/>
                <a:gd name="T20" fmla="*/ 9 w 6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1" y="6"/>
                    <a:pt x="2" y="8"/>
                    <a:pt x="4" y="8"/>
                  </a:cubicBezTo>
                  <a:cubicBezTo>
                    <a:pt x="4" y="9"/>
                    <a:pt x="5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9"/>
                    <a:pt x="5" y="9"/>
                    <a:pt x="4" y="8"/>
                  </a:cubicBezTo>
                  <a:cubicBezTo>
                    <a:pt x="2" y="8"/>
                    <a:pt x="1" y="6"/>
                    <a:pt x="0" y="4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3" name="Freeform 754">
              <a:extLst>
                <a:ext uri="{FF2B5EF4-FFF2-40B4-BE49-F238E27FC236}">
                  <a16:creationId xmlns:a16="http://schemas.microsoft.com/office/drawing/2014/main" id="{A2D492ED-0F59-403C-8C15-1CAAF2BE3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472"/>
              <a:ext cx="29" cy="44"/>
            </a:xfrm>
            <a:custGeom>
              <a:avLst/>
              <a:gdLst>
                <a:gd name="T0" fmla="*/ 91 w 14"/>
                <a:gd name="T1" fmla="*/ 33 h 20"/>
                <a:gd name="T2" fmla="*/ 25 w 14"/>
                <a:gd name="T3" fmla="*/ 9 h 20"/>
                <a:gd name="T4" fmla="*/ 25 w 14"/>
                <a:gd name="T5" fmla="*/ 125 h 20"/>
                <a:gd name="T6" fmla="*/ 99 w 14"/>
                <a:gd name="T7" fmla="*/ 202 h 20"/>
                <a:gd name="T8" fmla="*/ 124 w 14"/>
                <a:gd name="T9" fmla="*/ 161 h 20"/>
                <a:gd name="T10" fmla="*/ 108 w 14"/>
                <a:gd name="T11" fmla="*/ 97 h 20"/>
                <a:gd name="T12" fmla="*/ 91 w 14"/>
                <a:gd name="T13" fmla="*/ 3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0">
                  <a:moveTo>
                    <a:pt x="10" y="3"/>
                  </a:moveTo>
                  <a:cubicBezTo>
                    <a:pt x="8" y="1"/>
                    <a:pt x="6" y="0"/>
                    <a:pt x="3" y="1"/>
                  </a:cubicBezTo>
                  <a:cubicBezTo>
                    <a:pt x="0" y="3"/>
                    <a:pt x="0" y="7"/>
                    <a:pt x="3" y="12"/>
                  </a:cubicBezTo>
                  <a:cubicBezTo>
                    <a:pt x="5" y="18"/>
                    <a:pt x="7" y="20"/>
                    <a:pt x="11" y="19"/>
                  </a:cubicBezTo>
                  <a:cubicBezTo>
                    <a:pt x="13" y="19"/>
                    <a:pt x="14" y="18"/>
                    <a:pt x="14" y="15"/>
                  </a:cubicBezTo>
                  <a:cubicBezTo>
                    <a:pt x="14" y="13"/>
                    <a:pt x="13" y="12"/>
                    <a:pt x="12" y="9"/>
                  </a:cubicBezTo>
                  <a:cubicBezTo>
                    <a:pt x="12" y="7"/>
                    <a:pt x="12" y="5"/>
                    <a:pt x="10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34" name="Freeform 755">
              <a:extLst>
                <a:ext uri="{FF2B5EF4-FFF2-40B4-BE49-F238E27FC236}">
                  <a16:creationId xmlns:a16="http://schemas.microsoft.com/office/drawing/2014/main" id="{934412B8-4432-428D-B040-A71911430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478"/>
              <a:ext cx="15" cy="27"/>
            </a:xfrm>
            <a:custGeom>
              <a:avLst/>
              <a:gdLst>
                <a:gd name="T0" fmla="*/ 69 w 7"/>
                <a:gd name="T1" fmla="*/ 126 h 12"/>
                <a:gd name="T2" fmla="*/ 69 w 7"/>
                <a:gd name="T3" fmla="*/ 137 h 12"/>
                <a:gd name="T4" fmla="*/ 19 w 7"/>
                <a:gd name="T5" fmla="*/ 72 h 12"/>
                <a:gd name="T6" fmla="*/ 19 w 7"/>
                <a:gd name="T7" fmla="*/ 11 h 12"/>
                <a:gd name="T8" fmla="*/ 41 w 7"/>
                <a:gd name="T9" fmla="*/ 25 h 12"/>
                <a:gd name="T10" fmla="*/ 41 w 7"/>
                <a:gd name="T11" fmla="*/ 25 h 12"/>
                <a:gd name="T12" fmla="*/ 19 w 7"/>
                <a:gd name="T13" fmla="*/ 11 h 12"/>
                <a:gd name="T14" fmla="*/ 19 w 7"/>
                <a:gd name="T15" fmla="*/ 72 h 12"/>
                <a:gd name="T16" fmla="*/ 69 w 7"/>
                <a:gd name="T17" fmla="*/ 137 h 12"/>
                <a:gd name="T18" fmla="*/ 69 w 7"/>
                <a:gd name="T19" fmla="*/ 126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12">
                  <a:moveTo>
                    <a:pt x="7" y="11"/>
                  </a:moveTo>
                  <a:cubicBezTo>
                    <a:pt x="7" y="12"/>
                    <a:pt x="7" y="12"/>
                    <a:pt x="7" y="12"/>
                  </a:cubicBezTo>
                  <a:cubicBezTo>
                    <a:pt x="6" y="12"/>
                    <a:pt x="4" y="11"/>
                    <a:pt x="2" y="6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1" y="2"/>
                    <a:pt x="0" y="3"/>
                    <a:pt x="2" y="6"/>
                  </a:cubicBezTo>
                  <a:cubicBezTo>
                    <a:pt x="4" y="10"/>
                    <a:pt x="6" y="12"/>
                    <a:pt x="7" y="12"/>
                  </a:cubicBezTo>
                  <a:cubicBezTo>
                    <a:pt x="7" y="12"/>
                    <a:pt x="7" y="12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5" name="Freeform 756">
              <a:extLst>
                <a:ext uri="{FF2B5EF4-FFF2-40B4-BE49-F238E27FC236}">
                  <a16:creationId xmlns:a16="http://schemas.microsoft.com/office/drawing/2014/main" id="{9D7CFF20-D172-4AB6-AACD-A9738E729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704"/>
              <a:ext cx="40" cy="42"/>
            </a:xfrm>
            <a:custGeom>
              <a:avLst/>
              <a:gdLst>
                <a:gd name="T0" fmla="*/ 128 w 19"/>
                <a:gd name="T1" fmla="*/ 33 h 19"/>
                <a:gd name="T2" fmla="*/ 76 w 19"/>
                <a:gd name="T3" fmla="*/ 0 h 19"/>
                <a:gd name="T4" fmla="*/ 27 w 19"/>
                <a:gd name="T5" fmla="*/ 33 h 19"/>
                <a:gd name="T6" fmla="*/ 76 w 19"/>
                <a:gd name="T7" fmla="*/ 186 h 19"/>
                <a:gd name="T8" fmla="*/ 177 w 19"/>
                <a:gd name="T9" fmla="*/ 133 h 19"/>
                <a:gd name="T10" fmla="*/ 128 w 19"/>
                <a:gd name="T11" fmla="*/ 3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9">
                  <a:moveTo>
                    <a:pt x="14" y="3"/>
                  </a:moveTo>
                  <a:cubicBezTo>
                    <a:pt x="12" y="1"/>
                    <a:pt x="10" y="0"/>
                    <a:pt x="8" y="0"/>
                  </a:cubicBezTo>
                  <a:cubicBezTo>
                    <a:pt x="6" y="0"/>
                    <a:pt x="4" y="1"/>
                    <a:pt x="3" y="3"/>
                  </a:cubicBezTo>
                  <a:cubicBezTo>
                    <a:pt x="0" y="7"/>
                    <a:pt x="2" y="14"/>
                    <a:pt x="8" y="17"/>
                  </a:cubicBezTo>
                  <a:cubicBezTo>
                    <a:pt x="13" y="19"/>
                    <a:pt x="18" y="16"/>
                    <a:pt x="19" y="12"/>
                  </a:cubicBezTo>
                  <a:cubicBezTo>
                    <a:pt x="19" y="8"/>
                    <a:pt x="18" y="7"/>
                    <a:pt x="14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36" name="Freeform 757">
              <a:extLst>
                <a:ext uri="{FF2B5EF4-FFF2-40B4-BE49-F238E27FC236}">
                  <a16:creationId xmlns:a16="http://schemas.microsoft.com/office/drawing/2014/main" id="{084664C4-63CB-40BF-80D5-90893B1BC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712"/>
              <a:ext cx="20" cy="23"/>
            </a:xfrm>
            <a:custGeom>
              <a:avLst/>
              <a:gdLst>
                <a:gd name="T0" fmla="*/ 80 w 10"/>
                <a:gd name="T1" fmla="*/ 64 h 10"/>
                <a:gd name="T2" fmla="*/ 64 w 10"/>
                <a:gd name="T3" fmla="*/ 110 h 10"/>
                <a:gd name="T4" fmla="*/ 16 w 10"/>
                <a:gd name="T5" fmla="*/ 85 h 10"/>
                <a:gd name="T6" fmla="*/ 8 w 10"/>
                <a:gd name="T7" fmla="*/ 28 h 10"/>
                <a:gd name="T8" fmla="*/ 24 w 10"/>
                <a:gd name="T9" fmla="*/ 0 h 10"/>
                <a:gd name="T10" fmla="*/ 24 w 10"/>
                <a:gd name="T11" fmla="*/ 0 h 10"/>
                <a:gd name="T12" fmla="*/ 8 w 10"/>
                <a:gd name="T13" fmla="*/ 28 h 10"/>
                <a:gd name="T14" fmla="*/ 16 w 10"/>
                <a:gd name="T15" fmla="*/ 85 h 10"/>
                <a:gd name="T16" fmla="*/ 72 w 10"/>
                <a:gd name="T17" fmla="*/ 110 h 10"/>
                <a:gd name="T18" fmla="*/ 80 w 10"/>
                <a:gd name="T19" fmla="*/ 6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7"/>
                    <a:pt x="10" y="8"/>
                    <a:pt x="8" y="9"/>
                  </a:cubicBezTo>
                  <a:cubicBezTo>
                    <a:pt x="7" y="10"/>
                    <a:pt x="5" y="10"/>
                    <a:pt x="2" y="7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0" y="5"/>
                    <a:pt x="2" y="7"/>
                  </a:cubicBezTo>
                  <a:cubicBezTo>
                    <a:pt x="5" y="10"/>
                    <a:pt x="7" y="10"/>
                    <a:pt x="9" y="9"/>
                  </a:cubicBezTo>
                  <a:cubicBezTo>
                    <a:pt x="10" y="8"/>
                    <a:pt x="10" y="7"/>
                    <a:pt x="10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7" name="Freeform 758">
              <a:extLst>
                <a:ext uri="{FF2B5EF4-FFF2-40B4-BE49-F238E27FC236}">
                  <a16:creationId xmlns:a16="http://schemas.microsoft.com/office/drawing/2014/main" id="{684E5C55-C9D5-428D-8C28-3333DA55A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443"/>
              <a:ext cx="23" cy="33"/>
            </a:xfrm>
            <a:custGeom>
              <a:avLst/>
              <a:gdLst>
                <a:gd name="T0" fmla="*/ 100 w 11"/>
                <a:gd name="T1" fmla="*/ 64 h 15"/>
                <a:gd name="T2" fmla="*/ 92 w 11"/>
                <a:gd name="T3" fmla="*/ 20 h 15"/>
                <a:gd name="T4" fmla="*/ 44 w 11"/>
                <a:gd name="T5" fmla="*/ 0 h 15"/>
                <a:gd name="T6" fmla="*/ 8 w 11"/>
                <a:gd name="T7" fmla="*/ 106 h 15"/>
                <a:gd name="T8" fmla="*/ 84 w 11"/>
                <a:gd name="T9" fmla="*/ 141 h 15"/>
                <a:gd name="T10" fmla="*/ 100 w 11"/>
                <a:gd name="T11" fmla="*/ 6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1" y="6"/>
                  </a:moveTo>
                  <a:cubicBezTo>
                    <a:pt x="11" y="4"/>
                    <a:pt x="11" y="3"/>
                    <a:pt x="10" y="2"/>
                  </a:cubicBezTo>
                  <a:cubicBezTo>
                    <a:pt x="9" y="1"/>
                    <a:pt x="7" y="0"/>
                    <a:pt x="5" y="0"/>
                  </a:cubicBezTo>
                  <a:cubicBezTo>
                    <a:pt x="2" y="1"/>
                    <a:pt x="0" y="6"/>
                    <a:pt x="1" y="10"/>
                  </a:cubicBezTo>
                  <a:cubicBezTo>
                    <a:pt x="3" y="14"/>
                    <a:pt x="7" y="15"/>
                    <a:pt x="9" y="13"/>
                  </a:cubicBezTo>
                  <a:cubicBezTo>
                    <a:pt x="11" y="11"/>
                    <a:pt x="11" y="10"/>
                    <a:pt x="11" y="6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38" name="Freeform 759">
              <a:extLst>
                <a:ext uri="{FF2B5EF4-FFF2-40B4-BE49-F238E27FC236}">
                  <a16:creationId xmlns:a16="http://schemas.microsoft.com/office/drawing/2014/main" id="{1AE58FAC-4459-4298-B70D-FB2E74F97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449"/>
              <a:ext cx="11" cy="18"/>
            </a:xfrm>
            <a:custGeom>
              <a:avLst/>
              <a:gdLst>
                <a:gd name="T0" fmla="*/ 53 w 5"/>
                <a:gd name="T1" fmla="*/ 72 h 8"/>
                <a:gd name="T2" fmla="*/ 20 w 5"/>
                <a:gd name="T3" fmla="*/ 92 h 8"/>
                <a:gd name="T4" fmla="*/ 0 w 5"/>
                <a:gd name="T5" fmla="*/ 45 h 8"/>
                <a:gd name="T6" fmla="*/ 20 w 5"/>
                <a:gd name="T7" fmla="*/ 0 h 8"/>
                <a:gd name="T8" fmla="*/ 44 w 5"/>
                <a:gd name="T9" fmla="*/ 0 h 8"/>
                <a:gd name="T10" fmla="*/ 44 w 5"/>
                <a:gd name="T11" fmla="*/ 0 h 8"/>
                <a:gd name="T12" fmla="*/ 9 w 5"/>
                <a:gd name="T13" fmla="*/ 0 h 8"/>
                <a:gd name="T14" fmla="*/ 0 w 5"/>
                <a:gd name="T15" fmla="*/ 45 h 8"/>
                <a:gd name="T16" fmla="*/ 20 w 5"/>
                <a:gd name="T17" fmla="*/ 92 h 8"/>
                <a:gd name="T18" fmla="*/ 53 w 5"/>
                <a:gd name="T19" fmla="*/ 72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8">
                  <a:moveTo>
                    <a:pt x="5" y="6"/>
                  </a:moveTo>
                  <a:cubicBezTo>
                    <a:pt x="4" y="8"/>
                    <a:pt x="3" y="8"/>
                    <a:pt x="2" y="8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2" y="8"/>
                  </a:cubicBezTo>
                  <a:cubicBezTo>
                    <a:pt x="3" y="8"/>
                    <a:pt x="4" y="8"/>
                    <a:pt x="5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9" name="Freeform 760">
              <a:extLst>
                <a:ext uri="{FF2B5EF4-FFF2-40B4-BE49-F238E27FC236}">
                  <a16:creationId xmlns:a16="http://schemas.microsoft.com/office/drawing/2014/main" id="{2CC0995E-A7AA-479E-9B41-AB68109FD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318"/>
              <a:ext cx="23" cy="31"/>
            </a:xfrm>
            <a:custGeom>
              <a:avLst/>
              <a:gdLst>
                <a:gd name="T0" fmla="*/ 92 w 11"/>
                <a:gd name="T1" fmla="*/ 78 h 14"/>
                <a:gd name="T2" fmla="*/ 92 w 11"/>
                <a:gd name="T3" fmla="*/ 35 h 14"/>
                <a:gd name="T4" fmla="*/ 56 w 11"/>
                <a:gd name="T5" fmla="*/ 9 h 14"/>
                <a:gd name="T6" fmla="*/ 8 w 11"/>
                <a:gd name="T7" fmla="*/ 89 h 14"/>
                <a:gd name="T8" fmla="*/ 65 w 11"/>
                <a:gd name="T9" fmla="*/ 142 h 14"/>
                <a:gd name="T10" fmla="*/ 92 w 11"/>
                <a:gd name="T11" fmla="*/ 7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4">
                  <a:moveTo>
                    <a:pt x="10" y="7"/>
                  </a:moveTo>
                  <a:cubicBezTo>
                    <a:pt x="11" y="5"/>
                    <a:pt x="11" y="4"/>
                    <a:pt x="10" y="3"/>
                  </a:cubicBezTo>
                  <a:cubicBezTo>
                    <a:pt x="9" y="2"/>
                    <a:pt x="8" y="1"/>
                    <a:pt x="6" y="1"/>
                  </a:cubicBezTo>
                  <a:cubicBezTo>
                    <a:pt x="3" y="0"/>
                    <a:pt x="0" y="4"/>
                    <a:pt x="1" y="8"/>
                  </a:cubicBezTo>
                  <a:cubicBezTo>
                    <a:pt x="1" y="12"/>
                    <a:pt x="5" y="14"/>
                    <a:pt x="7" y="13"/>
                  </a:cubicBezTo>
                  <a:cubicBezTo>
                    <a:pt x="9" y="11"/>
                    <a:pt x="9" y="10"/>
                    <a:pt x="10" y="7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40" name="Freeform 761">
              <a:extLst>
                <a:ext uri="{FF2B5EF4-FFF2-40B4-BE49-F238E27FC236}">
                  <a16:creationId xmlns:a16="http://schemas.microsoft.com/office/drawing/2014/main" id="{0B7F3F4F-70F1-4E9B-B692-6F606629B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324"/>
              <a:ext cx="10" cy="16"/>
            </a:xfrm>
            <a:custGeom>
              <a:avLst/>
              <a:gdLst>
                <a:gd name="T0" fmla="*/ 32 w 5"/>
                <a:gd name="T1" fmla="*/ 73 h 7"/>
                <a:gd name="T2" fmla="*/ 16 w 5"/>
                <a:gd name="T3" fmla="*/ 85 h 7"/>
                <a:gd name="T4" fmla="*/ 8 w 5"/>
                <a:gd name="T5" fmla="*/ 37 h 7"/>
                <a:gd name="T6" fmla="*/ 24 w 5"/>
                <a:gd name="T7" fmla="*/ 0 h 7"/>
                <a:gd name="T8" fmla="*/ 40 w 5"/>
                <a:gd name="T9" fmla="*/ 11 h 7"/>
                <a:gd name="T10" fmla="*/ 40 w 5"/>
                <a:gd name="T11" fmla="*/ 11 h 7"/>
                <a:gd name="T12" fmla="*/ 24 w 5"/>
                <a:gd name="T13" fmla="*/ 0 h 7"/>
                <a:gd name="T14" fmla="*/ 8 w 5"/>
                <a:gd name="T15" fmla="*/ 37 h 7"/>
                <a:gd name="T16" fmla="*/ 16 w 5"/>
                <a:gd name="T17" fmla="*/ 85 h 7"/>
                <a:gd name="T18" fmla="*/ 32 w 5"/>
                <a:gd name="T19" fmla="*/ 73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7">
                  <a:moveTo>
                    <a:pt x="4" y="6"/>
                  </a:moveTo>
                  <a:cubicBezTo>
                    <a:pt x="3" y="7"/>
                    <a:pt x="3" y="7"/>
                    <a:pt x="2" y="7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5"/>
                    <a:pt x="1" y="6"/>
                    <a:pt x="2" y="7"/>
                  </a:cubicBezTo>
                  <a:cubicBezTo>
                    <a:pt x="3" y="7"/>
                    <a:pt x="3" y="7"/>
                    <a:pt x="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1" name="Freeform 762">
              <a:extLst>
                <a:ext uri="{FF2B5EF4-FFF2-40B4-BE49-F238E27FC236}">
                  <a16:creationId xmlns:a16="http://schemas.microsoft.com/office/drawing/2014/main" id="{0EAC5614-AF89-4894-A22E-066F9AA95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10"/>
              <a:ext cx="15" cy="29"/>
            </a:xfrm>
            <a:custGeom>
              <a:avLst/>
              <a:gdLst>
                <a:gd name="T0" fmla="*/ 69 w 7"/>
                <a:gd name="T1" fmla="*/ 56 h 13"/>
                <a:gd name="T2" fmla="*/ 60 w 7"/>
                <a:gd name="T3" fmla="*/ 9 h 13"/>
                <a:gd name="T4" fmla="*/ 41 w 7"/>
                <a:gd name="T5" fmla="*/ 9 h 13"/>
                <a:gd name="T6" fmla="*/ 9 w 7"/>
                <a:gd name="T7" fmla="*/ 109 h 13"/>
                <a:gd name="T8" fmla="*/ 60 w 7"/>
                <a:gd name="T9" fmla="*/ 125 h 13"/>
                <a:gd name="T10" fmla="*/ 69 w 7"/>
                <a:gd name="T11" fmla="*/ 5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3">
                  <a:moveTo>
                    <a:pt x="7" y="5"/>
                  </a:moveTo>
                  <a:cubicBezTo>
                    <a:pt x="7" y="3"/>
                    <a:pt x="7" y="1"/>
                    <a:pt x="6" y="1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1" y="2"/>
                    <a:pt x="0" y="7"/>
                    <a:pt x="1" y="10"/>
                  </a:cubicBezTo>
                  <a:cubicBezTo>
                    <a:pt x="2" y="13"/>
                    <a:pt x="5" y="13"/>
                    <a:pt x="6" y="11"/>
                  </a:cubicBezTo>
                  <a:cubicBezTo>
                    <a:pt x="7" y="9"/>
                    <a:pt x="7" y="8"/>
                    <a:pt x="7" y="5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2" name="Freeform 763">
              <a:extLst>
                <a:ext uri="{FF2B5EF4-FFF2-40B4-BE49-F238E27FC236}">
                  <a16:creationId xmlns:a16="http://schemas.microsoft.com/office/drawing/2014/main" id="{E78E8A82-F719-4223-8889-277F3E7A0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117"/>
              <a:ext cx="8" cy="15"/>
            </a:xfrm>
            <a:custGeom>
              <a:avLst/>
              <a:gdLst>
                <a:gd name="T0" fmla="*/ 32 w 4"/>
                <a:gd name="T1" fmla="*/ 51 h 7"/>
                <a:gd name="T2" fmla="*/ 16 w 4"/>
                <a:gd name="T3" fmla="*/ 69 h 7"/>
                <a:gd name="T4" fmla="*/ 8 w 4"/>
                <a:gd name="T5" fmla="*/ 41 h 7"/>
                <a:gd name="T6" fmla="*/ 16 w 4"/>
                <a:gd name="T7" fmla="*/ 0 h 7"/>
                <a:gd name="T8" fmla="*/ 24 w 4"/>
                <a:gd name="T9" fmla="*/ 0 h 7"/>
                <a:gd name="T10" fmla="*/ 24 w 4"/>
                <a:gd name="T11" fmla="*/ 0 h 7"/>
                <a:gd name="T12" fmla="*/ 16 w 4"/>
                <a:gd name="T13" fmla="*/ 0 h 7"/>
                <a:gd name="T14" fmla="*/ 0 w 4"/>
                <a:gd name="T15" fmla="*/ 41 h 7"/>
                <a:gd name="T16" fmla="*/ 16 w 4"/>
                <a:gd name="T17" fmla="*/ 69 h 7"/>
                <a:gd name="T18" fmla="*/ 32 w 4"/>
                <a:gd name="T19" fmla="*/ 51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7">
                  <a:moveTo>
                    <a:pt x="4" y="5"/>
                  </a:moveTo>
                  <a:cubicBezTo>
                    <a:pt x="3" y="6"/>
                    <a:pt x="3" y="7"/>
                    <a:pt x="2" y="7"/>
                  </a:cubicBezTo>
                  <a:cubicBezTo>
                    <a:pt x="1" y="7"/>
                    <a:pt x="1" y="6"/>
                    <a:pt x="1" y="4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1"/>
                    <a:pt x="1" y="2"/>
                    <a:pt x="0" y="4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3" y="7"/>
                    <a:pt x="3" y="6"/>
                    <a:pt x="4" y="5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3" name="Freeform 764">
              <a:extLst>
                <a:ext uri="{FF2B5EF4-FFF2-40B4-BE49-F238E27FC236}">
                  <a16:creationId xmlns:a16="http://schemas.microsoft.com/office/drawing/2014/main" id="{A3BD0C12-52D2-47C5-8DF7-C94D74D9C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228"/>
              <a:ext cx="17" cy="18"/>
            </a:xfrm>
            <a:custGeom>
              <a:avLst/>
              <a:gdLst>
                <a:gd name="T0" fmla="*/ 60 w 8"/>
                <a:gd name="T1" fmla="*/ 25 h 8"/>
                <a:gd name="T2" fmla="*/ 40 w 8"/>
                <a:gd name="T3" fmla="*/ 0 h 8"/>
                <a:gd name="T4" fmla="*/ 9 w 8"/>
                <a:gd name="T5" fmla="*/ 25 h 8"/>
                <a:gd name="T6" fmla="*/ 28 w 8"/>
                <a:gd name="T7" fmla="*/ 81 h 8"/>
                <a:gd name="T8" fmla="*/ 77 w 8"/>
                <a:gd name="T9" fmla="*/ 56 h 8"/>
                <a:gd name="T10" fmla="*/ 60 w 8"/>
                <a:gd name="T11" fmla="*/ 2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6" y="2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0" y="3"/>
                    <a:pt x="1" y="6"/>
                    <a:pt x="3" y="7"/>
                  </a:cubicBezTo>
                  <a:cubicBezTo>
                    <a:pt x="6" y="8"/>
                    <a:pt x="8" y="7"/>
                    <a:pt x="8" y="5"/>
                  </a:cubicBezTo>
                  <a:cubicBezTo>
                    <a:pt x="8" y="4"/>
                    <a:pt x="8" y="3"/>
                    <a:pt x="6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665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44" name="Freeform 765">
              <a:extLst>
                <a:ext uri="{FF2B5EF4-FFF2-40B4-BE49-F238E27FC236}">
                  <a16:creationId xmlns:a16="http://schemas.microsoft.com/office/drawing/2014/main" id="{1AF988A2-B0EF-4CD4-B13E-BACC9842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233"/>
              <a:ext cx="11" cy="9"/>
            </a:xfrm>
            <a:custGeom>
              <a:avLst/>
              <a:gdLst>
                <a:gd name="T0" fmla="*/ 44 w 5"/>
                <a:gd name="T1" fmla="*/ 25 h 4"/>
                <a:gd name="T2" fmla="*/ 44 w 5"/>
                <a:gd name="T3" fmla="*/ 45 h 4"/>
                <a:gd name="T4" fmla="*/ 9 w 5"/>
                <a:gd name="T5" fmla="*/ 36 h 4"/>
                <a:gd name="T6" fmla="*/ 0 w 5"/>
                <a:gd name="T7" fmla="*/ 11 h 4"/>
                <a:gd name="T8" fmla="*/ 9 w 5"/>
                <a:gd name="T9" fmla="*/ 0 h 4"/>
                <a:gd name="T10" fmla="*/ 9 w 5"/>
                <a:gd name="T11" fmla="*/ 0 h 4"/>
                <a:gd name="T12" fmla="*/ 0 w 5"/>
                <a:gd name="T13" fmla="*/ 11 h 4"/>
                <a:gd name="T14" fmla="*/ 9 w 5"/>
                <a:gd name="T15" fmla="*/ 36 h 4"/>
                <a:gd name="T16" fmla="*/ 44 w 5"/>
                <a:gd name="T17" fmla="*/ 45 h 4"/>
                <a:gd name="T18" fmla="*/ 44 w 5"/>
                <a:gd name="T19" fmla="*/ 25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5" y="3"/>
                    <a:pt x="4" y="3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4" y="4"/>
                    <a:pt x="5" y="3"/>
                    <a:pt x="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5" name="Freeform 766">
              <a:extLst>
                <a:ext uri="{FF2B5EF4-FFF2-40B4-BE49-F238E27FC236}">
                  <a16:creationId xmlns:a16="http://schemas.microsoft.com/office/drawing/2014/main" id="{CE3B4592-5167-4635-8BF8-43BEF3A17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556"/>
              <a:ext cx="30" cy="38"/>
            </a:xfrm>
            <a:custGeom>
              <a:avLst/>
              <a:gdLst>
                <a:gd name="T0" fmla="*/ 129 w 14"/>
                <a:gd name="T1" fmla="*/ 65 h 17"/>
                <a:gd name="T2" fmla="*/ 88 w 14"/>
                <a:gd name="T3" fmla="*/ 9 h 17"/>
                <a:gd name="T4" fmla="*/ 41 w 14"/>
                <a:gd name="T5" fmla="*/ 9 h 17"/>
                <a:gd name="T6" fmla="*/ 28 w 14"/>
                <a:gd name="T7" fmla="*/ 145 h 17"/>
                <a:gd name="T8" fmla="*/ 129 w 14"/>
                <a:gd name="T9" fmla="*/ 154 h 17"/>
                <a:gd name="T10" fmla="*/ 129 w 14"/>
                <a:gd name="T11" fmla="*/ 6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">
                  <a:moveTo>
                    <a:pt x="13" y="6"/>
                  </a:moveTo>
                  <a:cubicBezTo>
                    <a:pt x="12" y="3"/>
                    <a:pt x="11" y="2"/>
                    <a:pt x="9" y="1"/>
                  </a:cubicBezTo>
                  <a:cubicBezTo>
                    <a:pt x="8" y="0"/>
                    <a:pt x="6" y="0"/>
                    <a:pt x="4" y="1"/>
                  </a:cubicBezTo>
                  <a:cubicBezTo>
                    <a:pt x="0" y="3"/>
                    <a:pt x="0" y="9"/>
                    <a:pt x="3" y="13"/>
                  </a:cubicBezTo>
                  <a:cubicBezTo>
                    <a:pt x="6" y="17"/>
                    <a:pt x="11" y="16"/>
                    <a:pt x="13" y="14"/>
                  </a:cubicBezTo>
                  <a:cubicBezTo>
                    <a:pt x="14" y="11"/>
                    <a:pt x="14" y="10"/>
                    <a:pt x="13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46" name="Freeform 767">
              <a:extLst>
                <a:ext uri="{FF2B5EF4-FFF2-40B4-BE49-F238E27FC236}">
                  <a16:creationId xmlns:a16="http://schemas.microsoft.com/office/drawing/2014/main" id="{57AC5A7C-22FC-4423-AADE-595F5280D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563"/>
              <a:ext cx="14" cy="20"/>
            </a:xfrm>
            <a:custGeom>
              <a:avLst/>
              <a:gdLst>
                <a:gd name="T0" fmla="*/ 56 w 7"/>
                <a:gd name="T1" fmla="*/ 80 h 9"/>
                <a:gd name="T2" fmla="*/ 32 w 7"/>
                <a:gd name="T3" fmla="*/ 98 h 9"/>
                <a:gd name="T4" fmla="*/ 8 w 7"/>
                <a:gd name="T5" fmla="*/ 53 h 9"/>
                <a:gd name="T6" fmla="*/ 8 w 7"/>
                <a:gd name="T7" fmla="*/ 9 h 9"/>
                <a:gd name="T8" fmla="*/ 32 w 7"/>
                <a:gd name="T9" fmla="*/ 0 h 9"/>
                <a:gd name="T10" fmla="*/ 32 w 7"/>
                <a:gd name="T11" fmla="*/ 0 h 9"/>
                <a:gd name="T12" fmla="*/ 8 w 7"/>
                <a:gd name="T13" fmla="*/ 9 h 9"/>
                <a:gd name="T14" fmla="*/ 8 w 7"/>
                <a:gd name="T15" fmla="*/ 53 h 9"/>
                <a:gd name="T16" fmla="*/ 32 w 7"/>
                <a:gd name="T17" fmla="*/ 98 h 9"/>
                <a:gd name="T18" fmla="*/ 56 w 7"/>
                <a:gd name="T19" fmla="*/ 8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cubicBezTo>
                    <a:pt x="6" y="8"/>
                    <a:pt x="6" y="9"/>
                    <a:pt x="4" y="9"/>
                  </a:cubicBezTo>
                  <a:cubicBezTo>
                    <a:pt x="3" y="9"/>
                    <a:pt x="1" y="8"/>
                    <a:pt x="1" y="5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1" y="8"/>
                    <a:pt x="3" y="9"/>
                    <a:pt x="4" y="9"/>
                  </a:cubicBezTo>
                  <a:cubicBezTo>
                    <a:pt x="6" y="9"/>
                    <a:pt x="6" y="8"/>
                    <a:pt x="7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7" name="Freeform 768">
              <a:extLst>
                <a:ext uri="{FF2B5EF4-FFF2-40B4-BE49-F238E27FC236}">
                  <a16:creationId xmlns:a16="http://schemas.microsoft.com/office/drawing/2014/main" id="{081CADC2-ABA5-4B4A-9D8E-3F1868597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866"/>
              <a:ext cx="48" cy="49"/>
            </a:xfrm>
            <a:custGeom>
              <a:avLst/>
              <a:gdLst>
                <a:gd name="T0" fmla="*/ 152 w 23"/>
                <a:gd name="T1" fmla="*/ 45 h 22"/>
                <a:gd name="T2" fmla="*/ 92 w 23"/>
                <a:gd name="T3" fmla="*/ 9 h 22"/>
                <a:gd name="T4" fmla="*/ 35 w 23"/>
                <a:gd name="T5" fmla="*/ 45 h 22"/>
                <a:gd name="T6" fmla="*/ 92 w 23"/>
                <a:gd name="T7" fmla="*/ 209 h 22"/>
                <a:gd name="T8" fmla="*/ 209 w 23"/>
                <a:gd name="T9" fmla="*/ 154 h 22"/>
                <a:gd name="T10" fmla="*/ 152 w 23"/>
                <a:gd name="T11" fmla="*/ 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4"/>
                  </a:moveTo>
                  <a:cubicBezTo>
                    <a:pt x="15" y="2"/>
                    <a:pt x="13" y="0"/>
                    <a:pt x="10" y="1"/>
                  </a:cubicBezTo>
                  <a:cubicBezTo>
                    <a:pt x="8" y="1"/>
                    <a:pt x="5" y="2"/>
                    <a:pt x="4" y="4"/>
                  </a:cubicBezTo>
                  <a:cubicBezTo>
                    <a:pt x="0" y="9"/>
                    <a:pt x="3" y="17"/>
                    <a:pt x="10" y="19"/>
                  </a:cubicBezTo>
                  <a:cubicBezTo>
                    <a:pt x="16" y="22"/>
                    <a:pt x="22" y="19"/>
                    <a:pt x="23" y="14"/>
                  </a:cubicBezTo>
                  <a:cubicBezTo>
                    <a:pt x="23" y="10"/>
                    <a:pt x="22" y="8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48" name="Freeform 769">
              <a:extLst>
                <a:ext uri="{FF2B5EF4-FFF2-40B4-BE49-F238E27FC236}">
                  <a16:creationId xmlns:a16="http://schemas.microsoft.com/office/drawing/2014/main" id="{71E23728-0527-4396-A895-E492AD04D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878"/>
              <a:ext cx="23" cy="24"/>
            </a:xfrm>
            <a:custGeom>
              <a:avLst/>
              <a:gdLst>
                <a:gd name="T0" fmla="*/ 100 w 11"/>
                <a:gd name="T1" fmla="*/ 61 h 11"/>
                <a:gd name="T2" fmla="*/ 84 w 11"/>
                <a:gd name="T3" fmla="*/ 105 h 11"/>
                <a:gd name="T4" fmla="*/ 17 w 11"/>
                <a:gd name="T5" fmla="*/ 81 h 11"/>
                <a:gd name="T6" fmla="*/ 0 w 11"/>
                <a:gd name="T7" fmla="*/ 20 h 11"/>
                <a:gd name="T8" fmla="*/ 27 w 11"/>
                <a:gd name="T9" fmla="*/ 0 h 11"/>
                <a:gd name="T10" fmla="*/ 27 w 11"/>
                <a:gd name="T11" fmla="*/ 0 h 11"/>
                <a:gd name="T12" fmla="*/ 0 w 11"/>
                <a:gd name="T13" fmla="*/ 20 h 11"/>
                <a:gd name="T14" fmla="*/ 17 w 11"/>
                <a:gd name="T15" fmla="*/ 81 h 11"/>
                <a:gd name="T16" fmla="*/ 92 w 11"/>
                <a:gd name="T17" fmla="*/ 105 h 11"/>
                <a:gd name="T18" fmla="*/ 100 w 11"/>
                <a:gd name="T19" fmla="*/ 6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11" y="9"/>
                    <a:pt x="9" y="10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1"/>
                    <a:pt x="10" y="10"/>
                  </a:cubicBezTo>
                  <a:cubicBezTo>
                    <a:pt x="11" y="9"/>
                    <a:pt x="11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9" name="Freeform 770">
              <a:extLst>
                <a:ext uri="{FF2B5EF4-FFF2-40B4-BE49-F238E27FC236}">
                  <a16:creationId xmlns:a16="http://schemas.microsoft.com/office/drawing/2014/main" id="{D7FD6899-913E-45DC-BFFB-6EA0F0194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572"/>
              <a:ext cx="36" cy="49"/>
            </a:xfrm>
            <a:custGeom>
              <a:avLst/>
              <a:gdLst>
                <a:gd name="T0" fmla="*/ 136 w 17"/>
                <a:gd name="T1" fmla="*/ 45 h 22"/>
                <a:gd name="T2" fmla="*/ 59 w 17"/>
                <a:gd name="T3" fmla="*/ 9 h 22"/>
                <a:gd name="T4" fmla="*/ 17 w 17"/>
                <a:gd name="T5" fmla="*/ 145 h 22"/>
                <a:gd name="T6" fmla="*/ 104 w 17"/>
                <a:gd name="T7" fmla="*/ 243 h 22"/>
                <a:gd name="T8" fmla="*/ 152 w 17"/>
                <a:gd name="T9" fmla="*/ 198 h 22"/>
                <a:gd name="T10" fmla="*/ 144 w 17"/>
                <a:gd name="T11" fmla="*/ 118 h 22"/>
                <a:gd name="T12" fmla="*/ 136 w 17"/>
                <a:gd name="T13" fmla="*/ 4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2">
                  <a:moveTo>
                    <a:pt x="14" y="4"/>
                  </a:moveTo>
                  <a:cubicBezTo>
                    <a:pt x="13" y="2"/>
                    <a:pt x="10" y="0"/>
                    <a:pt x="6" y="1"/>
                  </a:cubicBezTo>
                  <a:cubicBezTo>
                    <a:pt x="2" y="2"/>
                    <a:pt x="0" y="7"/>
                    <a:pt x="2" y="13"/>
                  </a:cubicBezTo>
                  <a:cubicBezTo>
                    <a:pt x="4" y="19"/>
                    <a:pt x="6" y="22"/>
                    <a:pt x="11" y="22"/>
                  </a:cubicBezTo>
                  <a:cubicBezTo>
                    <a:pt x="14" y="22"/>
                    <a:pt x="16" y="21"/>
                    <a:pt x="16" y="18"/>
                  </a:cubicBezTo>
                  <a:cubicBezTo>
                    <a:pt x="17" y="16"/>
                    <a:pt x="16" y="14"/>
                    <a:pt x="15" y="11"/>
                  </a:cubicBezTo>
                  <a:cubicBezTo>
                    <a:pt x="15" y="10"/>
                    <a:pt x="16" y="7"/>
                    <a:pt x="14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50" name="Freeform 771">
              <a:extLst>
                <a:ext uri="{FF2B5EF4-FFF2-40B4-BE49-F238E27FC236}">
                  <a16:creationId xmlns:a16="http://schemas.microsoft.com/office/drawing/2014/main" id="{1E262D1E-E250-4627-881F-53ED8858A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581"/>
              <a:ext cx="14" cy="29"/>
            </a:xfrm>
            <a:custGeom>
              <a:avLst/>
              <a:gdLst>
                <a:gd name="T0" fmla="*/ 56 w 7"/>
                <a:gd name="T1" fmla="*/ 145 h 13"/>
                <a:gd name="T2" fmla="*/ 48 w 7"/>
                <a:gd name="T3" fmla="*/ 145 h 13"/>
                <a:gd name="T4" fmla="*/ 8 w 7"/>
                <a:gd name="T5" fmla="*/ 80 h 13"/>
                <a:gd name="T6" fmla="*/ 16 w 7"/>
                <a:gd name="T7" fmla="*/ 9 h 13"/>
                <a:gd name="T8" fmla="*/ 40 w 7"/>
                <a:gd name="T9" fmla="*/ 20 h 13"/>
                <a:gd name="T10" fmla="*/ 40 w 7"/>
                <a:gd name="T11" fmla="*/ 20 h 13"/>
                <a:gd name="T12" fmla="*/ 16 w 7"/>
                <a:gd name="T13" fmla="*/ 9 h 13"/>
                <a:gd name="T14" fmla="*/ 8 w 7"/>
                <a:gd name="T15" fmla="*/ 80 h 13"/>
                <a:gd name="T16" fmla="*/ 48 w 7"/>
                <a:gd name="T17" fmla="*/ 145 h 13"/>
                <a:gd name="T18" fmla="*/ 56 w 7"/>
                <a:gd name="T19" fmla="*/ 14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13">
                  <a:moveTo>
                    <a:pt x="7" y="13"/>
                  </a:move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3" y="11"/>
                    <a:pt x="1" y="7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3"/>
                    <a:pt x="1" y="7"/>
                  </a:cubicBezTo>
                  <a:cubicBezTo>
                    <a:pt x="2" y="11"/>
                    <a:pt x="4" y="13"/>
                    <a:pt x="6" y="13"/>
                  </a:cubicBezTo>
                  <a:cubicBezTo>
                    <a:pt x="6" y="13"/>
                    <a:pt x="6" y="13"/>
                    <a:pt x="7" y="1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1" name="Freeform 772">
              <a:extLst>
                <a:ext uri="{FF2B5EF4-FFF2-40B4-BE49-F238E27FC236}">
                  <a16:creationId xmlns:a16="http://schemas.microsoft.com/office/drawing/2014/main" id="{A3BC7661-FB70-481D-AA0E-0E8811590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639"/>
              <a:ext cx="34" cy="33"/>
            </a:xfrm>
            <a:custGeom>
              <a:avLst/>
              <a:gdLst>
                <a:gd name="T0" fmla="*/ 117 w 16"/>
                <a:gd name="T1" fmla="*/ 20 h 15"/>
                <a:gd name="T2" fmla="*/ 68 w 16"/>
                <a:gd name="T3" fmla="*/ 0 h 15"/>
                <a:gd name="T4" fmla="*/ 28 w 16"/>
                <a:gd name="T5" fmla="*/ 20 h 15"/>
                <a:gd name="T6" fmla="*/ 68 w 16"/>
                <a:gd name="T7" fmla="*/ 141 h 15"/>
                <a:gd name="T8" fmla="*/ 153 w 16"/>
                <a:gd name="T9" fmla="*/ 106 h 15"/>
                <a:gd name="T10" fmla="*/ 117 w 16"/>
                <a:gd name="T11" fmla="*/ 2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5">
                  <a:moveTo>
                    <a:pt x="12" y="2"/>
                  </a:moveTo>
                  <a:cubicBezTo>
                    <a:pt x="11" y="1"/>
                    <a:pt x="9" y="0"/>
                    <a:pt x="7" y="0"/>
                  </a:cubicBezTo>
                  <a:cubicBezTo>
                    <a:pt x="6" y="0"/>
                    <a:pt x="4" y="1"/>
                    <a:pt x="3" y="2"/>
                  </a:cubicBezTo>
                  <a:cubicBezTo>
                    <a:pt x="0" y="6"/>
                    <a:pt x="2" y="11"/>
                    <a:pt x="7" y="13"/>
                  </a:cubicBezTo>
                  <a:cubicBezTo>
                    <a:pt x="12" y="15"/>
                    <a:pt x="16" y="13"/>
                    <a:pt x="16" y="10"/>
                  </a:cubicBezTo>
                  <a:cubicBezTo>
                    <a:pt x="16" y="7"/>
                    <a:pt x="16" y="5"/>
                    <a:pt x="12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52" name="Freeform 773">
              <a:extLst>
                <a:ext uri="{FF2B5EF4-FFF2-40B4-BE49-F238E27FC236}">
                  <a16:creationId xmlns:a16="http://schemas.microsoft.com/office/drawing/2014/main" id="{B29CB712-B83C-4260-939D-B2A398C03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646"/>
              <a:ext cx="16" cy="17"/>
            </a:xfrm>
            <a:custGeom>
              <a:avLst/>
              <a:gdLst>
                <a:gd name="T0" fmla="*/ 64 w 8"/>
                <a:gd name="T1" fmla="*/ 40 h 8"/>
                <a:gd name="T2" fmla="*/ 56 w 8"/>
                <a:gd name="T3" fmla="*/ 68 h 8"/>
                <a:gd name="T4" fmla="*/ 16 w 8"/>
                <a:gd name="T5" fmla="*/ 60 h 8"/>
                <a:gd name="T6" fmla="*/ 0 w 8"/>
                <a:gd name="T7" fmla="*/ 19 h 8"/>
                <a:gd name="T8" fmla="*/ 16 w 8"/>
                <a:gd name="T9" fmla="*/ 0 h 8"/>
                <a:gd name="T10" fmla="*/ 16 w 8"/>
                <a:gd name="T11" fmla="*/ 0 h 8"/>
                <a:gd name="T12" fmla="*/ 0 w 8"/>
                <a:gd name="T13" fmla="*/ 19 h 8"/>
                <a:gd name="T14" fmla="*/ 16 w 8"/>
                <a:gd name="T15" fmla="*/ 60 h 8"/>
                <a:gd name="T16" fmla="*/ 56 w 8"/>
                <a:gd name="T17" fmla="*/ 68 h 8"/>
                <a:gd name="T18" fmla="*/ 64 w 8"/>
                <a:gd name="T19" fmla="*/ 4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8" y="7"/>
                    <a:pt x="7" y="7"/>
                  </a:cubicBezTo>
                  <a:cubicBezTo>
                    <a:pt x="6" y="8"/>
                    <a:pt x="4" y="8"/>
                    <a:pt x="2" y="6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3"/>
                    <a:pt x="0" y="4"/>
                    <a:pt x="2" y="6"/>
                  </a:cubicBezTo>
                  <a:cubicBezTo>
                    <a:pt x="4" y="8"/>
                    <a:pt x="6" y="8"/>
                    <a:pt x="7" y="7"/>
                  </a:cubicBezTo>
                  <a:cubicBezTo>
                    <a:pt x="8" y="7"/>
                    <a:pt x="8" y="6"/>
                    <a:pt x="8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3" name="Freeform 774">
              <a:extLst>
                <a:ext uri="{FF2B5EF4-FFF2-40B4-BE49-F238E27FC236}">
                  <a16:creationId xmlns:a16="http://schemas.microsoft.com/office/drawing/2014/main" id="{7070372B-E761-40DA-BDD9-99630C1EF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728"/>
              <a:ext cx="39" cy="45"/>
            </a:xfrm>
            <a:custGeom>
              <a:avLst/>
              <a:gdLst>
                <a:gd name="T0" fmla="*/ 123 w 19"/>
                <a:gd name="T1" fmla="*/ 36 h 20"/>
                <a:gd name="T2" fmla="*/ 68 w 19"/>
                <a:gd name="T3" fmla="*/ 0 h 20"/>
                <a:gd name="T4" fmla="*/ 25 w 19"/>
                <a:gd name="T5" fmla="*/ 36 h 20"/>
                <a:gd name="T6" fmla="*/ 68 w 19"/>
                <a:gd name="T7" fmla="*/ 194 h 20"/>
                <a:gd name="T8" fmla="*/ 164 w 19"/>
                <a:gd name="T9" fmla="*/ 137 h 20"/>
                <a:gd name="T10" fmla="*/ 123 w 19"/>
                <a:gd name="T11" fmla="*/ 3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14" y="3"/>
                  </a:moveTo>
                  <a:cubicBezTo>
                    <a:pt x="12" y="2"/>
                    <a:pt x="10" y="0"/>
                    <a:pt x="8" y="0"/>
                  </a:cubicBezTo>
                  <a:cubicBezTo>
                    <a:pt x="6" y="1"/>
                    <a:pt x="4" y="1"/>
                    <a:pt x="3" y="3"/>
                  </a:cubicBezTo>
                  <a:cubicBezTo>
                    <a:pt x="0" y="8"/>
                    <a:pt x="2" y="14"/>
                    <a:pt x="8" y="17"/>
                  </a:cubicBezTo>
                  <a:cubicBezTo>
                    <a:pt x="13" y="20"/>
                    <a:pt x="18" y="16"/>
                    <a:pt x="19" y="12"/>
                  </a:cubicBezTo>
                  <a:cubicBezTo>
                    <a:pt x="19" y="9"/>
                    <a:pt x="18" y="7"/>
                    <a:pt x="14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54" name="Freeform 775">
              <a:extLst>
                <a:ext uri="{FF2B5EF4-FFF2-40B4-BE49-F238E27FC236}">
                  <a16:creationId xmlns:a16="http://schemas.microsoft.com/office/drawing/2014/main" id="{862FFDFA-7176-4436-9BC6-5682062F5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737"/>
              <a:ext cx="21" cy="22"/>
            </a:xfrm>
            <a:custGeom>
              <a:avLst/>
              <a:gdLst>
                <a:gd name="T0" fmla="*/ 92 w 10"/>
                <a:gd name="T1" fmla="*/ 53 h 10"/>
                <a:gd name="T2" fmla="*/ 76 w 10"/>
                <a:gd name="T3" fmla="*/ 97 h 10"/>
                <a:gd name="T4" fmla="*/ 17 w 10"/>
                <a:gd name="T5" fmla="*/ 73 h 10"/>
                <a:gd name="T6" fmla="*/ 8 w 10"/>
                <a:gd name="T7" fmla="*/ 20 h 10"/>
                <a:gd name="T8" fmla="*/ 27 w 10"/>
                <a:gd name="T9" fmla="*/ 0 h 10"/>
                <a:gd name="T10" fmla="*/ 27 w 10"/>
                <a:gd name="T11" fmla="*/ 0 h 10"/>
                <a:gd name="T12" fmla="*/ 0 w 10"/>
                <a:gd name="T13" fmla="*/ 20 h 10"/>
                <a:gd name="T14" fmla="*/ 17 w 10"/>
                <a:gd name="T15" fmla="*/ 73 h 10"/>
                <a:gd name="T16" fmla="*/ 76 w 10"/>
                <a:gd name="T17" fmla="*/ 97 h 10"/>
                <a:gd name="T18" fmla="*/ 92 w 10"/>
                <a:gd name="T19" fmla="*/ 5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7"/>
                    <a:pt x="10" y="8"/>
                    <a:pt x="8" y="9"/>
                  </a:cubicBezTo>
                  <a:cubicBezTo>
                    <a:pt x="7" y="10"/>
                    <a:pt x="5" y="10"/>
                    <a:pt x="2" y="7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7"/>
                  </a:cubicBezTo>
                  <a:cubicBezTo>
                    <a:pt x="4" y="10"/>
                    <a:pt x="7" y="10"/>
                    <a:pt x="8" y="9"/>
                  </a:cubicBezTo>
                  <a:cubicBezTo>
                    <a:pt x="10" y="9"/>
                    <a:pt x="10" y="7"/>
                    <a:pt x="10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5" name="Freeform 776">
              <a:extLst>
                <a:ext uri="{FF2B5EF4-FFF2-40B4-BE49-F238E27FC236}">
                  <a16:creationId xmlns:a16="http://schemas.microsoft.com/office/drawing/2014/main" id="{93ADEB80-FB05-469F-9985-DA6B73CDC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775"/>
              <a:ext cx="40" cy="45"/>
            </a:xfrm>
            <a:custGeom>
              <a:avLst/>
              <a:gdLst>
                <a:gd name="T0" fmla="*/ 128 w 19"/>
                <a:gd name="T1" fmla="*/ 45 h 20"/>
                <a:gd name="T2" fmla="*/ 76 w 19"/>
                <a:gd name="T3" fmla="*/ 11 h 20"/>
                <a:gd name="T4" fmla="*/ 17 w 19"/>
                <a:gd name="T5" fmla="*/ 45 h 20"/>
                <a:gd name="T6" fmla="*/ 76 w 19"/>
                <a:gd name="T7" fmla="*/ 194 h 20"/>
                <a:gd name="T8" fmla="*/ 168 w 19"/>
                <a:gd name="T9" fmla="*/ 137 h 20"/>
                <a:gd name="T10" fmla="*/ 128 w 19"/>
                <a:gd name="T11" fmla="*/ 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14" y="4"/>
                  </a:moveTo>
                  <a:cubicBezTo>
                    <a:pt x="12" y="2"/>
                    <a:pt x="10" y="0"/>
                    <a:pt x="8" y="1"/>
                  </a:cubicBezTo>
                  <a:cubicBezTo>
                    <a:pt x="6" y="1"/>
                    <a:pt x="4" y="2"/>
                    <a:pt x="2" y="4"/>
                  </a:cubicBezTo>
                  <a:cubicBezTo>
                    <a:pt x="0" y="8"/>
                    <a:pt x="2" y="15"/>
                    <a:pt x="8" y="17"/>
                  </a:cubicBezTo>
                  <a:cubicBezTo>
                    <a:pt x="13" y="20"/>
                    <a:pt x="18" y="16"/>
                    <a:pt x="18" y="12"/>
                  </a:cubicBezTo>
                  <a:cubicBezTo>
                    <a:pt x="19" y="9"/>
                    <a:pt x="17" y="7"/>
                    <a:pt x="14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56" name="Freeform 777">
              <a:extLst>
                <a:ext uri="{FF2B5EF4-FFF2-40B4-BE49-F238E27FC236}">
                  <a16:creationId xmlns:a16="http://schemas.microsoft.com/office/drawing/2014/main" id="{5F919F07-8C01-44B5-9442-30B5325AA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784"/>
              <a:ext cx="21" cy="22"/>
            </a:xfrm>
            <a:custGeom>
              <a:avLst/>
              <a:gdLst>
                <a:gd name="T0" fmla="*/ 84 w 10"/>
                <a:gd name="T1" fmla="*/ 64 h 10"/>
                <a:gd name="T2" fmla="*/ 76 w 10"/>
                <a:gd name="T3" fmla="*/ 97 h 10"/>
                <a:gd name="T4" fmla="*/ 17 w 10"/>
                <a:gd name="T5" fmla="*/ 73 h 10"/>
                <a:gd name="T6" fmla="*/ 0 w 10"/>
                <a:gd name="T7" fmla="*/ 33 h 10"/>
                <a:gd name="T8" fmla="*/ 27 w 10"/>
                <a:gd name="T9" fmla="*/ 0 h 10"/>
                <a:gd name="T10" fmla="*/ 27 w 10"/>
                <a:gd name="T11" fmla="*/ 0 h 10"/>
                <a:gd name="T12" fmla="*/ 0 w 10"/>
                <a:gd name="T13" fmla="*/ 33 h 10"/>
                <a:gd name="T14" fmla="*/ 17 w 10"/>
                <a:gd name="T15" fmla="*/ 88 h 10"/>
                <a:gd name="T16" fmla="*/ 76 w 10"/>
                <a:gd name="T17" fmla="*/ 97 h 10"/>
                <a:gd name="T18" fmla="*/ 84 w 10"/>
                <a:gd name="T19" fmla="*/ 6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9" y="6"/>
                  </a:moveTo>
                  <a:cubicBezTo>
                    <a:pt x="10" y="7"/>
                    <a:pt x="9" y="9"/>
                    <a:pt x="8" y="9"/>
                  </a:cubicBezTo>
                  <a:cubicBezTo>
                    <a:pt x="7" y="10"/>
                    <a:pt x="4" y="10"/>
                    <a:pt x="2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5"/>
                    <a:pt x="2" y="8"/>
                  </a:cubicBezTo>
                  <a:cubicBezTo>
                    <a:pt x="4" y="10"/>
                    <a:pt x="7" y="10"/>
                    <a:pt x="8" y="9"/>
                  </a:cubicBezTo>
                  <a:cubicBezTo>
                    <a:pt x="9" y="9"/>
                    <a:pt x="10" y="7"/>
                    <a:pt x="9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7" name="Freeform 778">
              <a:extLst>
                <a:ext uri="{FF2B5EF4-FFF2-40B4-BE49-F238E27FC236}">
                  <a16:creationId xmlns:a16="http://schemas.microsoft.com/office/drawing/2014/main" id="{ABF7AB02-5413-4CEF-B679-07971D6B3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936"/>
              <a:ext cx="48" cy="49"/>
            </a:xfrm>
            <a:custGeom>
              <a:avLst/>
              <a:gdLst>
                <a:gd name="T0" fmla="*/ 152 w 23"/>
                <a:gd name="T1" fmla="*/ 36 h 22"/>
                <a:gd name="T2" fmla="*/ 92 w 23"/>
                <a:gd name="T3" fmla="*/ 0 h 22"/>
                <a:gd name="T4" fmla="*/ 35 w 23"/>
                <a:gd name="T5" fmla="*/ 36 h 22"/>
                <a:gd name="T6" fmla="*/ 92 w 23"/>
                <a:gd name="T7" fmla="*/ 209 h 22"/>
                <a:gd name="T8" fmla="*/ 209 w 23"/>
                <a:gd name="T9" fmla="*/ 154 h 22"/>
                <a:gd name="T10" fmla="*/ 152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8"/>
                    <a:pt x="3" y="16"/>
                    <a:pt x="10" y="19"/>
                  </a:cubicBezTo>
                  <a:cubicBezTo>
                    <a:pt x="16" y="22"/>
                    <a:pt x="22" y="18"/>
                    <a:pt x="23" y="14"/>
                  </a:cubicBezTo>
                  <a:cubicBezTo>
                    <a:pt x="23" y="9"/>
                    <a:pt x="22" y="8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58" name="Freeform 779">
              <a:extLst>
                <a:ext uri="{FF2B5EF4-FFF2-40B4-BE49-F238E27FC236}">
                  <a16:creationId xmlns:a16="http://schemas.microsoft.com/office/drawing/2014/main" id="{3714B2F5-13C3-4C8A-9716-2FD0A20F4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944"/>
              <a:ext cx="23" cy="27"/>
            </a:xfrm>
            <a:custGeom>
              <a:avLst/>
              <a:gdLst>
                <a:gd name="T0" fmla="*/ 100 w 11"/>
                <a:gd name="T1" fmla="*/ 72 h 12"/>
                <a:gd name="T2" fmla="*/ 84 w 11"/>
                <a:gd name="T3" fmla="*/ 117 h 12"/>
                <a:gd name="T4" fmla="*/ 17 w 11"/>
                <a:gd name="T5" fmla="*/ 92 h 12"/>
                <a:gd name="T6" fmla="*/ 0 w 11"/>
                <a:gd name="T7" fmla="*/ 36 h 12"/>
                <a:gd name="T8" fmla="*/ 27 w 11"/>
                <a:gd name="T9" fmla="*/ 0 h 12"/>
                <a:gd name="T10" fmla="*/ 27 w 11"/>
                <a:gd name="T11" fmla="*/ 0 h 12"/>
                <a:gd name="T12" fmla="*/ 0 w 11"/>
                <a:gd name="T13" fmla="*/ 36 h 12"/>
                <a:gd name="T14" fmla="*/ 17 w 11"/>
                <a:gd name="T15" fmla="*/ 101 h 12"/>
                <a:gd name="T16" fmla="*/ 92 w 11"/>
                <a:gd name="T17" fmla="*/ 126 h 12"/>
                <a:gd name="T18" fmla="*/ 100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8"/>
                    <a:pt x="11" y="10"/>
                    <a:pt x="9" y="10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0"/>
                    <a:pt x="11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9" name="Freeform 780">
              <a:extLst>
                <a:ext uri="{FF2B5EF4-FFF2-40B4-BE49-F238E27FC236}">
                  <a16:creationId xmlns:a16="http://schemas.microsoft.com/office/drawing/2014/main" id="{68A803F9-B4AC-4888-8FB2-358F4A6CF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376"/>
              <a:ext cx="23" cy="33"/>
            </a:xfrm>
            <a:custGeom>
              <a:avLst/>
              <a:gdLst>
                <a:gd name="T0" fmla="*/ 100 w 11"/>
                <a:gd name="T1" fmla="*/ 73 h 15"/>
                <a:gd name="T2" fmla="*/ 92 w 11"/>
                <a:gd name="T3" fmla="*/ 20 h 15"/>
                <a:gd name="T4" fmla="*/ 44 w 11"/>
                <a:gd name="T5" fmla="*/ 9 h 15"/>
                <a:gd name="T6" fmla="*/ 8 w 11"/>
                <a:gd name="T7" fmla="*/ 106 h 15"/>
                <a:gd name="T8" fmla="*/ 84 w 11"/>
                <a:gd name="T9" fmla="*/ 141 h 15"/>
                <a:gd name="T10" fmla="*/ 100 w 11"/>
                <a:gd name="T11" fmla="*/ 7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1" y="7"/>
                  </a:moveTo>
                  <a:cubicBezTo>
                    <a:pt x="11" y="5"/>
                    <a:pt x="11" y="3"/>
                    <a:pt x="10" y="2"/>
                  </a:cubicBezTo>
                  <a:cubicBezTo>
                    <a:pt x="9" y="1"/>
                    <a:pt x="7" y="0"/>
                    <a:pt x="5" y="1"/>
                  </a:cubicBezTo>
                  <a:cubicBezTo>
                    <a:pt x="2" y="1"/>
                    <a:pt x="0" y="6"/>
                    <a:pt x="1" y="10"/>
                  </a:cubicBezTo>
                  <a:cubicBezTo>
                    <a:pt x="3" y="14"/>
                    <a:pt x="7" y="15"/>
                    <a:pt x="9" y="13"/>
                  </a:cubicBezTo>
                  <a:cubicBezTo>
                    <a:pt x="11" y="12"/>
                    <a:pt x="11" y="10"/>
                    <a:pt x="11" y="7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60" name="Freeform 781">
              <a:extLst>
                <a:ext uri="{FF2B5EF4-FFF2-40B4-BE49-F238E27FC236}">
                  <a16:creationId xmlns:a16="http://schemas.microsoft.com/office/drawing/2014/main" id="{78319714-B78A-4F85-911B-592EA8C14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382"/>
              <a:ext cx="11" cy="18"/>
            </a:xfrm>
            <a:custGeom>
              <a:avLst/>
              <a:gdLst>
                <a:gd name="T0" fmla="*/ 53 w 5"/>
                <a:gd name="T1" fmla="*/ 81 h 8"/>
                <a:gd name="T2" fmla="*/ 20 w 5"/>
                <a:gd name="T3" fmla="*/ 92 h 8"/>
                <a:gd name="T4" fmla="*/ 0 w 5"/>
                <a:gd name="T5" fmla="*/ 45 h 8"/>
                <a:gd name="T6" fmla="*/ 20 w 5"/>
                <a:gd name="T7" fmla="*/ 11 h 8"/>
                <a:gd name="T8" fmla="*/ 44 w 5"/>
                <a:gd name="T9" fmla="*/ 11 h 8"/>
                <a:gd name="T10" fmla="*/ 44 w 5"/>
                <a:gd name="T11" fmla="*/ 11 h 8"/>
                <a:gd name="T12" fmla="*/ 20 w 5"/>
                <a:gd name="T13" fmla="*/ 11 h 8"/>
                <a:gd name="T14" fmla="*/ 0 w 5"/>
                <a:gd name="T15" fmla="*/ 45 h 8"/>
                <a:gd name="T16" fmla="*/ 20 w 5"/>
                <a:gd name="T17" fmla="*/ 92 h 8"/>
                <a:gd name="T18" fmla="*/ 53 w 5"/>
                <a:gd name="T19" fmla="*/ 81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8">
                  <a:moveTo>
                    <a:pt x="5" y="7"/>
                  </a:moveTo>
                  <a:cubicBezTo>
                    <a:pt x="4" y="8"/>
                    <a:pt x="3" y="8"/>
                    <a:pt x="2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2" y="8"/>
                  </a:cubicBezTo>
                  <a:cubicBezTo>
                    <a:pt x="3" y="8"/>
                    <a:pt x="4" y="8"/>
                    <a:pt x="5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1" name="Freeform 782">
              <a:extLst>
                <a:ext uri="{FF2B5EF4-FFF2-40B4-BE49-F238E27FC236}">
                  <a16:creationId xmlns:a16="http://schemas.microsoft.com/office/drawing/2014/main" id="{D2208572-D865-44FB-8A0F-BDAE8877A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576"/>
              <a:ext cx="44" cy="45"/>
            </a:xfrm>
            <a:custGeom>
              <a:avLst/>
              <a:gdLst>
                <a:gd name="T0" fmla="*/ 149 w 21"/>
                <a:gd name="T1" fmla="*/ 45 h 20"/>
                <a:gd name="T2" fmla="*/ 92 w 21"/>
                <a:gd name="T3" fmla="*/ 0 h 20"/>
                <a:gd name="T4" fmla="*/ 36 w 21"/>
                <a:gd name="T5" fmla="*/ 36 h 20"/>
                <a:gd name="T6" fmla="*/ 84 w 21"/>
                <a:gd name="T7" fmla="*/ 207 h 20"/>
                <a:gd name="T8" fmla="*/ 193 w 21"/>
                <a:gd name="T9" fmla="*/ 146 h 20"/>
                <a:gd name="T10" fmla="*/ 149 w 21"/>
                <a:gd name="T11" fmla="*/ 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0">
                  <a:moveTo>
                    <a:pt x="16" y="4"/>
                  </a:moveTo>
                  <a:cubicBezTo>
                    <a:pt x="14" y="2"/>
                    <a:pt x="12" y="0"/>
                    <a:pt x="10" y="0"/>
                  </a:cubicBezTo>
                  <a:cubicBezTo>
                    <a:pt x="7" y="0"/>
                    <a:pt x="5" y="1"/>
                    <a:pt x="4" y="3"/>
                  </a:cubicBezTo>
                  <a:cubicBezTo>
                    <a:pt x="0" y="7"/>
                    <a:pt x="3" y="15"/>
                    <a:pt x="9" y="18"/>
                  </a:cubicBezTo>
                  <a:cubicBezTo>
                    <a:pt x="15" y="20"/>
                    <a:pt x="20" y="17"/>
                    <a:pt x="21" y="13"/>
                  </a:cubicBezTo>
                  <a:cubicBezTo>
                    <a:pt x="21" y="9"/>
                    <a:pt x="20" y="8"/>
                    <a:pt x="16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62" name="Freeform 783">
              <a:extLst>
                <a:ext uri="{FF2B5EF4-FFF2-40B4-BE49-F238E27FC236}">
                  <a16:creationId xmlns:a16="http://schemas.microsoft.com/office/drawing/2014/main" id="{C34B741E-DA23-4FEE-8B4E-B643B4D9B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585"/>
              <a:ext cx="23" cy="25"/>
            </a:xfrm>
            <a:custGeom>
              <a:avLst/>
              <a:gdLst>
                <a:gd name="T0" fmla="*/ 92 w 11"/>
                <a:gd name="T1" fmla="*/ 73 h 11"/>
                <a:gd name="T2" fmla="*/ 84 w 11"/>
                <a:gd name="T3" fmla="*/ 118 h 11"/>
                <a:gd name="T4" fmla="*/ 27 w 11"/>
                <a:gd name="T5" fmla="*/ 93 h 11"/>
                <a:gd name="T6" fmla="*/ 8 w 11"/>
                <a:gd name="T7" fmla="*/ 25 h 11"/>
                <a:gd name="T8" fmla="*/ 27 w 11"/>
                <a:gd name="T9" fmla="*/ 0 h 11"/>
                <a:gd name="T10" fmla="*/ 27 w 11"/>
                <a:gd name="T11" fmla="*/ 0 h 11"/>
                <a:gd name="T12" fmla="*/ 8 w 11"/>
                <a:gd name="T13" fmla="*/ 25 h 11"/>
                <a:gd name="T14" fmla="*/ 17 w 11"/>
                <a:gd name="T15" fmla="*/ 93 h 11"/>
                <a:gd name="T16" fmla="*/ 84 w 11"/>
                <a:gd name="T17" fmla="*/ 118 h 11"/>
                <a:gd name="T18" fmla="*/ 92 w 11"/>
                <a:gd name="T19" fmla="*/ 7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1">
                  <a:moveTo>
                    <a:pt x="10" y="6"/>
                  </a:moveTo>
                  <a:cubicBezTo>
                    <a:pt x="11" y="8"/>
                    <a:pt x="10" y="9"/>
                    <a:pt x="9" y="10"/>
                  </a:cubicBezTo>
                  <a:cubicBezTo>
                    <a:pt x="7" y="11"/>
                    <a:pt x="5" y="10"/>
                    <a:pt x="3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0"/>
                    <a:pt x="8" y="11"/>
                    <a:pt x="9" y="10"/>
                  </a:cubicBezTo>
                  <a:cubicBezTo>
                    <a:pt x="10" y="9"/>
                    <a:pt x="11" y="8"/>
                    <a:pt x="10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3" name="Freeform 784">
              <a:extLst>
                <a:ext uri="{FF2B5EF4-FFF2-40B4-BE49-F238E27FC236}">
                  <a16:creationId xmlns:a16="http://schemas.microsoft.com/office/drawing/2014/main" id="{7210E50E-8112-4D00-A502-296C1F630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619"/>
              <a:ext cx="46" cy="40"/>
            </a:xfrm>
            <a:custGeom>
              <a:avLst/>
              <a:gdLst>
                <a:gd name="T0" fmla="*/ 109 w 22"/>
                <a:gd name="T1" fmla="*/ 20 h 18"/>
                <a:gd name="T2" fmla="*/ 44 w 22"/>
                <a:gd name="T3" fmla="*/ 20 h 18"/>
                <a:gd name="T4" fmla="*/ 8 w 22"/>
                <a:gd name="T5" fmla="*/ 80 h 18"/>
                <a:gd name="T6" fmla="*/ 109 w 22"/>
                <a:gd name="T7" fmla="*/ 187 h 18"/>
                <a:gd name="T8" fmla="*/ 192 w 22"/>
                <a:gd name="T9" fmla="*/ 89 h 18"/>
                <a:gd name="T10" fmla="*/ 109 w 22"/>
                <a:gd name="T11" fmla="*/ 2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8">
                  <a:moveTo>
                    <a:pt x="12" y="2"/>
                  </a:moveTo>
                  <a:cubicBezTo>
                    <a:pt x="9" y="1"/>
                    <a:pt x="7" y="0"/>
                    <a:pt x="5" y="2"/>
                  </a:cubicBezTo>
                  <a:cubicBezTo>
                    <a:pt x="3" y="3"/>
                    <a:pt x="1" y="5"/>
                    <a:pt x="1" y="7"/>
                  </a:cubicBezTo>
                  <a:cubicBezTo>
                    <a:pt x="0" y="12"/>
                    <a:pt x="6" y="18"/>
                    <a:pt x="12" y="17"/>
                  </a:cubicBezTo>
                  <a:cubicBezTo>
                    <a:pt x="19" y="17"/>
                    <a:pt x="22" y="11"/>
                    <a:pt x="21" y="8"/>
                  </a:cubicBezTo>
                  <a:cubicBezTo>
                    <a:pt x="19" y="4"/>
                    <a:pt x="17" y="3"/>
                    <a:pt x="12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64" name="Freeform 785">
              <a:extLst>
                <a:ext uri="{FF2B5EF4-FFF2-40B4-BE49-F238E27FC236}">
                  <a16:creationId xmlns:a16="http://schemas.microsoft.com/office/drawing/2014/main" id="{02EB507A-0268-4586-936F-B9DB4909D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630"/>
              <a:ext cx="26" cy="20"/>
            </a:xfrm>
            <a:custGeom>
              <a:avLst/>
              <a:gdLst>
                <a:gd name="T0" fmla="*/ 104 w 12"/>
                <a:gd name="T1" fmla="*/ 20 h 9"/>
                <a:gd name="T2" fmla="*/ 113 w 12"/>
                <a:gd name="T3" fmla="*/ 64 h 9"/>
                <a:gd name="T4" fmla="*/ 43 w 12"/>
                <a:gd name="T5" fmla="*/ 80 h 9"/>
                <a:gd name="T6" fmla="*/ 0 w 12"/>
                <a:gd name="T7" fmla="*/ 36 h 9"/>
                <a:gd name="T8" fmla="*/ 9 w 12"/>
                <a:gd name="T9" fmla="*/ 0 h 9"/>
                <a:gd name="T10" fmla="*/ 9 w 12"/>
                <a:gd name="T11" fmla="*/ 0 h 9"/>
                <a:gd name="T12" fmla="*/ 0 w 12"/>
                <a:gd name="T13" fmla="*/ 36 h 9"/>
                <a:gd name="T14" fmla="*/ 43 w 12"/>
                <a:gd name="T15" fmla="*/ 80 h 9"/>
                <a:gd name="T16" fmla="*/ 113 w 12"/>
                <a:gd name="T17" fmla="*/ 64 h 9"/>
                <a:gd name="T18" fmla="*/ 104 w 12"/>
                <a:gd name="T19" fmla="*/ 2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9">
                  <a:moveTo>
                    <a:pt x="10" y="2"/>
                  </a:moveTo>
                  <a:cubicBezTo>
                    <a:pt x="12" y="3"/>
                    <a:pt x="12" y="5"/>
                    <a:pt x="11" y="6"/>
                  </a:cubicBezTo>
                  <a:cubicBezTo>
                    <a:pt x="10" y="7"/>
                    <a:pt x="7" y="8"/>
                    <a:pt x="4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1" y="6"/>
                    <a:pt x="4" y="7"/>
                  </a:cubicBezTo>
                  <a:cubicBezTo>
                    <a:pt x="7" y="9"/>
                    <a:pt x="10" y="7"/>
                    <a:pt x="11" y="6"/>
                  </a:cubicBezTo>
                  <a:cubicBezTo>
                    <a:pt x="12" y="5"/>
                    <a:pt x="12" y="3"/>
                    <a:pt x="1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5" name="Freeform 786">
              <a:extLst>
                <a:ext uri="{FF2B5EF4-FFF2-40B4-BE49-F238E27FC236}">
                  <a16:creationId xmlns:a16="http://schemas.microsoft.com/office/drawing/2014/main" id="{4BB3AE50-D14E-47B9-BD94-28FB132C3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181"/>
              <a:ext cx="21" cy="18"/>
            </a:xfrm>
            <a:custGeom>
              <a:avLst/>
              <a:gdLst>
                <a:gd name="T0" fmla="*/ 48 w 10"/>
                <a:gd name="T1" fmla="*/ 0 h 8"/>
                <a:gd name="T2" fmla="*/ 17 w 10"/>
                <a:gd name="T3" fmla="*/ 11 h 8"/>
                <a:gd name="T4" fmla="*/ 0 w 10"/>
                <a:gd name="T5" fmla="*/ 36 h 8"/>
                <a:gd name="T6" fmla="*/ 48 w 10"/>
                <a:gd name="T7" fmla="*/ 92 h 8"/>
                <a:gd name="T8" fmla="*/ 84 w 10"/>
                <a:gd name="T9" fmla="*/ 36 h 8"/>
                <a:gd name="T10" fmla="*/ 48 w 10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4" y="0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2" y="8"/>
                    <a:pt x="5" y="8"/>
                  </a:cubicBezTo>
                  <a:cubicBezTo>
                    <a:pt x="8" y="7"/>
                    <a:pt x="10" y="5"/>
                    <a:pt x="9" y="3"/>
                  </a:cubicBezTo>
                  <a:cubicBezTo>
                    <a:pt x="9" y="2"/>
                    <a:pt x="8" y="1"/>
                    <a:pt x="5" y="0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6" name="Freeform 787">
              <a:extLst>
                <a:ext uri="{FF2B5EF4-FFF2-40B4-BE49-F238E27FC236}">
                  <a16:creationId xmlns:a16="http://schemas.microsoft.com/office/drawing/2014/main" id="{1FE35CBE-EDC0-4B52-83A3-35C16ABCE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86"/>
              <a:ext cx="13" cy="9"/>
            </a:xfrm>
            <a:custGeom>
              <a:avLst/>
              <a:gdLst>
                <a:gd name="T0" fmla="*/ 52 w 6"/>
                <a:gd name="T1" fmla="*/ 11 h 4"/>
                <a:gd name="T2" fmla="*/ 52 w 6"/>
                <a:gd name="T3" fmla="*/ 36 h 4"/>
                <a:gd name="T4" fmla="*/ 20 w 6"/>
                <a:gd name="T5" fmla="*/ 36 h 4"/>
                <a:gd name="T6" fmla="*/ 0 w 6"/>
                <a:gd name="T7" fmla="*/ 25 h 4"/>
                <a:gd name="T8" fmla="*/ 9 w 6"/>
                <a:gd name="T9" fmla="*/ 0 h 4"/>
                <a:gd name="T10" fmla="*/ 9 w 6"/>
                <a:gd name="T11" fmla="*/ 0 h 4"/>
                <a:gd name="T12" fmla="*/ 0 w 6"/>
                <a:gd name="T13" fmla="*/ 25 h 4"/>
                <a:gd name="T14" fmla="*/ 20 w 6"/>
                <a:gd name="T15" fmla="*/ 36 h 4"/>
                <a:gd name="T16" fmla="*/ 52 w 6"/>
                <a:gd name="T17" fmla="*/ 36 h 4"/>
                <a:gd name="T18" fmla="*/ 52 w 6"/>
                <a:gd name="T19" fmla="*/ 11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5" y="1"/>
                  </a:moveTo>
                  <a:cubicBezTo>
                    <a:pt x="5" y="1"/>
                    <a:pt x="5" y="2"/>
                    <a:pt x="5" y="3"/>
                  </a:cubicBezTo>
                  <a:cubicBezTo>
                    <a:pt x="5" y="3"/>
                    <a:pt x="4" y="4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6" y="2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7" name="Freeform 788">
              <a:extLst>
                <a:ext uri="{FF2B5EF4-FFF2-40B4-BE49-F238E27FC236}">
                  <a16:creationId xmlns:a16="http://schemas.microsoft.com/office/drawing/2014/main" id="{E83DF8F0-566C-443F-AF02-D6E627584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074"/>
              <a:ext cx="19" cy="16"/>
            </a:xfrm>
            <a:custGeom>
              <a:avLst/>
              <a:gdLst>
                <a:gd name="T0" fmla="*/ 49 w 9"/>
                <a:gd name="T1" fmla="*/ 0 h 7"/>
                <a:gd name="T2" fmla="*/ 17 w 9"/>
                <a:gd name="T3" fmla="*/ 0 h 7"/>
                <a:gd name="T4" fmla="*/ 0 w 9"/>
                <a:gd name="T5" fmla="*/ 25 h 7"/>
                <a:gd name="T6" fmla="*/ 49 w 9"/>
                <a:gd name="T7" fmla="*/ 85 h 7"/>
                <a:gd name="T8" fmla="*/ 84 w 9"/>
                <a:gd name="T9" fmla="*/ 37 h 7"/>
                <a:gd name="T10" fmla="*/ 49 w 9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5"/>
                    <a:pt x="2" y="7"/>
                    <a:pt x="5" y="7"/>
                  </a:cubicBezTo>
                  <a:cubicBezTo>
                    <a:pt x="8" y="6"/>
                    <a:pt x="9" y="4"/>
                    <a:pt x="9" y="3"/>
                  </a:cubicBezTo>
                  <a:cubicBezTo>
                    <a:pt x="8" y="1"/>
                    <a:pt x="7" y="1"/>
                    <a:pt x="5" y="0"/>
                  </a:cubicBezTo>
                  <a:close/>
                </a:path>
              </a:pathLst>
            </a:custGeom>
            <a:solidFill>
              <a:srgbClr val="E7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8" name="Freeform 789">
              <a:extLst>
                <a:ext uri="{FF2B5EF4-FFF2-40B4-BE49-F238E27FC236}">
                  <a16:creationId xmlns:a16="http://schemas.microsoft.com/office/drawing/2014/main" id="{D1556544-5094-467D-AE24-F7839A32C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079"/>
              <a:ext cx="10" cy="7"/>
            </a:xfrm>
            <a:custGeom>
              <a:avLst/>
              <a:gdLst>
                <a:gd name="T0" fmla="*/ 32 w 5"/>
                <a:gd name="T1" fmla="*/ 0 h 3"/>
                <a:gd name="T2" fmla="*/ 40 w 5"/>
                <a:gd name="T3" fmla="*/ 28 h 3"/>
                <a:gd name="T4" fmla="*/ 16 w 5"/>
                <a:gd name="T5" fmla="*/ 28 h 3"/>
                <a:gd name="T6" fmla="*/ 0 w 5"/>
                <a:gd name="T7" fmla="*/ 12 h 3"/>
                <a:gd name="T8" fmla="*/ 8 w 5"/>
                <a:gd name="T9" fmla="*/ 0 h 3"/>
                <a:gd name="T10" fmla="*/ 8 w 5"/>
                <a:gd name="T11" fmla="*/ 0 h 3"/>
                <a:gd name="T12" fmla="*/ 0 w 5"/>
                <a:gd name="T13" fmla="*/ 12 h 3"/>
                <a:gd name="T14" fmla="*/ 16 w 5"/>
                <a:gd name="T15" fmla="*/ 37 h 3"/>
                <a:gd name="T16" fmla="*/ 40 w 5"/>
                <a:gd name="T17" fmla="*/ 28 h 3"/>
                <a:gd name="T18" fmla="*/ 32 w 5"/>
                <a:gd name="T19" fmla="*/ 0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5" y="1"/>
                    <a:pt x="5" y="1"/>
                    <a:pt x="5" y="2"/>
                  </a:cubicBezTo>
                  <a:cubicBezTo>
                    <a:pt x="4" y="3"/>
                    <a:pt x="3" y="3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2"/>
                    <a:pt x="2" y="3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F0A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9" name="Freeform 790">
              <a:extLst>
                <a:ext uri="{FF2B5EF4-FFF2-40B4-BE49-F238E27FC236}">
                  <a16:creationId xmlns:a16="http://schemas.microsoft.com/office/drawing/2014/main" id="{98CE1FC2-8FCD-468A-A3C8-0DDF0371A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081"/>
              <a:ext cx="14" cy="18"/>
            </a:xfrm>
            <a:custGeom>
              <a:avLst/>
              <a:gdLst>
                <a:gd name="T0" fmla="*/ 32 w 7"/>
                <a:gd name="T1" fmla="*/ 11 h 8"/>
                <a:gd name="T2" fmla="*/ 16 w 7"/>
                <a:gd name="T3" fmla="*/ 0 h 8"/>
                <a:gd name="T4" fmla="*/ 8 w 7"/>
                <a:gd name="T5" fmla="*/ 56 h 8"/>
                <a:gd name="T6" fmla="*/ 48 w 7"/>
                <a:gd name="T7" fmla="*/ 92 h 8"/>
                <a:gd name="T8" fmla="*/ 56 w 7"/>
                <a:gd name="T9" fmla="*/ 56 h 8"/>
                <a:gd name="T10" fmla="*/ 48 w 7"/>
                <a:gd name="T11" fmla="*/ 36 h 8"/>
                <a:gd name="T12" fmla="*/ 32 w 7"/>
                <a:gd name="T13" fmla="*/ 1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4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0" y="1"/>
                    <a:pt x="0" y="3"/>
                    <a:pt x="1" y="5"/>
                  </a:cubicBezTo>
                  <a:cubicBezTo>
                    <a:pt x="2" y="7"/>
                    <a:pt x="4" y="8"/>
                    <a:pt x="6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5" y="2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E66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0" name="Freeform 791">
              <a:extLst>
                <a:ext uri="{FF2B5EF4-FFF2-40B4-BE49-F238E27FC236}">
                  <a16:creationId xmlns:a16="http://schemas.microsoft.com/office/drawing/2014/main" id="{5D8F22B9-B7DC-43F0-BADF-E79615716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086"/>
              <a:ext cx="6" cy="8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16 h 4"/>
                <a:gd name="T4" fmla="*/ 16 w 3"/>
                <a:gd name="T5" fmla="*/ 32 h 4"/>
                <a:gd name="T6" fmla="*/ 24 w 3"/>
                <a:gd name="T7" fmla="*/ 32 h 4"/>
                <a:gd name="T8" fmla="*/ 24 w 3"/>
                <a:gd name="T9" fmla="*/ 32 h 4"/>
                <a:gd name="T10" fmla="*/ 16 w 3"/>
                <a:gd name="T11" fmla="*/ 32 h 4"/>
                <a:gd name="T12" fmla="*/ 0 w 3"/>
                <a:gd name="T13" fmla="*/ 16 h 4"/>
                <a:gd name="T14" fmla="*/ 0 w 3"/>
                <a:gd name="T15" fmla="*/ 0 h 4"/>
                <a:gd name="T16" fmla="*/ 8 w 3"/>
                <a:gd name="T17" fmla="*/ 0 h 4"/>
                <a:gd name="T18" fmla="*/ 8 w 3"/>
                <a:gd name="T19" fmla="*/ 0 h 4"/>
                <a:gd name="T20" fmla="*/ 0 w 3"/>
                <a:gd name="T21" fmla="*/ 0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B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1" name="Freeform 792">
              <a:extLst>
                <a:ext uri="{FF2B5EF4-FFF2-40B4-BE49-F238E27FC236}">
                  <a16:creationId xmlns:a16="http://schemas.microsoft.com/office/drawing/2014/main" id="{003566F8-1F26-4130-B4FE-C2E1AF97C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601"/>
              <a:ext cx="38" cy="40"/>
            </a:xfrm>
            <a:custGeom>
              <a:avLst/>
              <a:gdLst>
                <a:gd name="T0" fmla="*/ 133 w 18"/>
                <a:gd name="T1" fmla="*/ 36 h 18"/>
                <a:gd name="T2" fmla="*/ 76 w 18"/>
                <a:gd name="T3" fmla="*/ 0 h 18"/>
                <a:gd name="T4" fmla="*/ 27 w 18"/>
                <a:gd name="T5" fmla="*/ 36 h 18"/>
                <a:gd name="T6" fmla="*/ 76 w 18"/>
                <a:gd name="T7" fmla="*/ 178 h 18"/>
                <a:gd name="T8" fmla="*/ 169 w 18"/>
                <a:gd name="T9" fmla="*/ 118 h 18"/>
                <a:gd name="T10" fmla="*/ 133 w 18"/>
                <a:gd name="T11" fmla="*/ 3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8">
                  <a:moveTo>
                    <a:pt x="14" y="3"/>
                  </a:moveTo>
                  <a:cubicBezTo>
                    <a:pt x="12" y="1"/>
                    <a:pt x="10" y="0"/>
                    <a:pt x="8" y="0"/>
                  </a:cubicBezTo>
                  <a:cubicBezTo>
                    <a:pt x="6" y="1"/>
                    <a:pt x="4" y="1"/>
                    <a:pt x="3" y="3"/>
                  </a:cubicBezTo>
                  <a:cubicBezTo>
                    <a:pt x="0" y="7"/>
                    <a:pt x="2" y="13"/>
                    <a:pt x="8" y="16"/>
                  </a:cubicBezTo>
                  <a:cubicBezTo>
                    <a:pt x="13" y="18"/>
                    <a:pt x="18" y="15"/>
                    <a:pt x="18" y="11"/>
                  </a:cubicBezTo>
                  <a:cubicBezTo>
                    <a:pt x="18" y="8"/>
                    <a:pt x="17" y="7"/>
                    <a:pt x="14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72" name="Freeform 793">
              <a:extLst>
                <a:ext uri="{FF2B5EF4-FFF2-40B4-BE49-F238E27FC236}">
                  <a16:creationId xmlns:a16="http://schemas.microsoft.com/office/drawing/2014/main" id="{F0A9C66D-BDAA-4F8F-991B-678968BF9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610"/>
              <a:ext cx="21" cy="20"/>
            </a:xfrm>
            <a:custGeom>
              <a:avLst/>
              <a:gdLst>
                <a:gd name="T0" fmla="*/ 84 w 10"/>
                <a:gd name="T1" fmla="*/ 53 h 9"/>
                <a:gd name="T2" fmla="*/ 76 w 10"/>
                <a:gd name="T3" fmla="*/ 89 h 9"/>
                <a:gd name="T4" fmla="*/ 17 w 10"/>
                <a:gd name="T5" fmla="*/ 64 h 9"/>
                <a:gd name="T6" fmla="*/ 8 w 10"/>
                <a:gd name="T7" fmla="*/ 20 h 9"/>
                <a:gd name="T8" fmla="*/ 27 w 10"/>
                <a:gd name="T9" fmla="*/ 0 h 9"/>
                <a:gd name="T10" fmla="*/ 27 w 10"/>
                <a:gd name="T11" fmla="*/ 0 h 9"/>
                <a:gd name="T12" fmla="*/ 0 w 10"/>
                <a:gd name="T13" fmla="*/ 20 h 9"/>
                <a:gd name="T14" fmla="*/ 17 w 10"/>
                <a:gd name="T15" fmla="*/ 80 h 9"/>
                <a:gd name="T16" fmla="*/ 76 w 10"/>
                <a:gd name="T17" fmla="*/ 89 h 9"/>
                <a:gd name="T18" fmla="*/ 84 w 10"/>
                <a:gd name="T19" fmla="*/ 5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9">
                  <a:moveTo>
                    <a:pt x="9" y="5"/>
                  </a:moveTo>
                  <a:cubicBezTo>
                    <a:pt x="10" y="6"/>
                    <a:pt x="9" y="8"/>
                    <a:pt x="8" y="8"/>
                  </a:cubicBezTo>
                  <a:cubicBezTo>
                    <a:pt x="7" y="9"/>
                    <a:pt x="4" y="9"/>
                    <a:pt x="2" y="6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7"/>
                  </a:cubicBezTo>
                  <a:cubicBezTo>
                    <a:pt x="4" y="9"/>
                    <a:pt x="7" y="9"/>
                    <a:pt x="8" y="8"/>
                  </a:cubicBezTo>
                  <a:cubicBezTo>
                    <a:pt x="9" y="8"/>
                    <a:pt x="10" y="6"/>
                    <a:pt x="9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3" name="Freeform 794">
              <a:extLst>
                <a:ext uri="{FF2B5EF4-FFF2-40B4-BE49-F238E27FC236}">
                  <a16:creationId xmlns:a16="http://schemas.microsoft.com/office/drawing/2014/main" id="{2103247F-05A2-4172-B85C-2036B3002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516"/>
              <a:ext cx="44" cy="49"/>
            </a:xfrm>
            <a:custGeom>
              <a:avLst/>
              <a:gdLst>
                <a:gd name="T0" fmla="*/ 101 w 21"/>
                <a:gd name="T1" fmla="*/ 234 h 22"/>
                <a:gd name="T2" fmla="*/ 176 w 21"/>
                <a:gd name="T3" fmla="*/ 109 h 22"/>
                <a:gd name="T4" fmla="*/ 65 w 21"/>
                <a:gd name="T5" fmla="*/ 36 h 22"/>
                <a:gd name="T6" fmla="*/ 101 w 21"/>
                <a:gd name="T7" fmla="*/ 23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2">
                  <a:moveTo>
                    <a:pt x="11" y="21"/>
                  </a:moveTo>
                  <a:cubicBezTo>
                    <a:pt x="17" y="22"/>
                    <a:pt x="21" y="17"/>
                    <a:pt x="19" y="10"/>
                  </a:cubicBezTo>
                  <a:cubicBezTo>
                    <a:pt x="18" y="4"/>
                    <a:pt x="13" y="0"/>
                    <a:pt x="7" y="3"/>
                  </a:cubicBezTo>
                  <a:cubicBezTo>
                    <a:pt x="0" y="5"/>
                    <a:pt x="1" y="21"/>
                    <a:pt x="11" y="2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74" name="Freeform 795">
              <a:extLst>
                <a:ext uri="{FF2B5EF4-FFF2-40B4-BE49-F238E27FC236}">
                  <a16:creationId xmlns:a16="http://schemas.microsoft.com/office/drawing/2014/main" id="{7585B5B4-AB09-4676-9EBD-10AEDA87A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530"/>
              <a:ext cx="25" cy="24"/>
            </a:xfrm>
            <a:custGeom>
              <a:avLst/>
              <a:gdLst>
                <a:gd name="T0" fmla="*/ 100 w 12"/>
                <a:gd name="T1" fmla="*/ 44 h 11"/>
                <a:gd name="T2" fmla="*/ 92 w 12"/>
                <a:gd name="T3" fmla="*/ 96 h 11"/>
                <a:gd name="T4" fmla="*/ 44 w 12"/>
                <a:gd name="T5" fmla="*/ 105 h 11"/>
                <a:gd name="T6" fmla="*/ 8 w 12"/>
                <a:gd name="T7" fmla="*/ 61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61 h 11"/>
                <a:gd name="T14" fmla="*/ 44 w 12"/>
                <a:gd name="T15" fmla="*/ 113 h 11"/>
                <a:gd name="T16" fmla="*/ 92 w 12"/>
                <a:gd name="T17" fmla="*/ 96 h 11"/>
                <a:gd name="T18" fmla="*/ 100 w 12"/>
                <a:gd name="T19" fmla="*/ 44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2" y="5"/>
                    <a:pt x="11" y="7"/>
                    <a:pt x="10" y="9"/>
                  </a:cubicBezTo>
                  <a:cubicBezTo>
                    <a:pt x="9" y="10"/>
                    <a:pt x="7" y="11"/>
                    <a:pt x="5" y="10"/>
                  </a:cubicBezTo>
                  <a:cubicBezTo>
                    <a:pt x="3" y="10"/>
                    <a:pt x="2" y="8"/>
                    <a:pt x="1" y="6"/>
                  </a:cubicBezTo>
                  <a:cubicBezTo>
                    <a:pt x="1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1" y="6"/>
                  </a:cubicBezTo>
                  <a:cubicBezTo>
                    <a:pt x="2" y="8"/>
                    <a:pt x="3" y="10"/>
                    <a:pt x="5" y="11"/>
                  </a:cubicBezTo>
                  <a:cubicBezTo>
                    <a:pt x="7" y="11"/>
                    <a:pt x="9" y="10"/>
                    <a:pt x="10" y="9"/>
                  </a:cubicBezTo>
                  <a:cubicBezTo>
                    <a:pt x="12" y="7"/>
                    <a:pt x="12" y="5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5" name="Freeform 796">
              <a:extLst>
                <a:ext uri="{FF2B5EF4-FFF2-40B4-BE49-F238E27FC236}">
                  <a16:creationId xmlns:a16="http://schemas.microsoft.com/office/drawing/2014/main" id="{CA159F42-FFF3-4D90-8E21-05FE482DE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719"/>
              <a:ext cx="55" cy="54"/>
            </a:xfrm>
            <a:custGeom>
              <a:avLst/>
              <a:gdLst>
                <a:gd name="T0" fmla="*/ 133 w 26"/>
                <a:gd name="T1" fmla="*/ 25 h 24"/>
                <a:gd name="T2" fmla="*/ 68 w 26"/>
                <a:gd name="T3" fmla="*/ 11 h 24"/>
                <a:gd name="T4" fmla="*/ 68 w 26"/>
                <a:gd name="T5" fmla="*/ 194 h 24"/>
                <a:gd name="T6" fmla="*/ 209 w 26"/>
                <a:gd name="T7" fmla="*/ 254 h 24"/>
                <a:gd name="T8" fmla="*/ 228 w 26"/>
                <a:gd name="T9" fmla="*/ 146 h 24"/>
                <a:gd name="T10" fmla="*/ 180 w 26"/>
                <a:gd name="T11" fmla="*/ 72 h 24"/>
                <a:gd name="T12" fmla="*/ 133 w 26"/>
                <a:gd name="T13" fmla="*/ 2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14" y="2"/>
                  </a:moveTo>
                  <a:cubicBezTo>
                    <a:pt x="12" y="1"/>
                    <a:pt x="9" y="0"/>
                    <a:pt x="7" y="1"/>
                  </a:cubicBezTo>
                  <a:cubicBezTo>
                    <a:pt x="0" y="3"/>
                    <a:pt x="1" y="11"/>
                    <a:pt x="7" y="17"/>
                  </a:cubicBezTo>
                  <a:cubicBezTo>
                    <a:pt x="12" y="23"/>
                    <a:pt x="19" y="24"/>
                    <a:pt x="22" y="22"/>
                  </a:cubicBezTo>
                  <a:cubicBezTo>
                    <a:pt x="25" y="20"/>
                    <a:pt x="26" y="17"/>
                    <a:pt x="24" y="13"/>
                  </a:cubicBezTo>
                  <a:cubicBezTo>
                    <a:pt x="23" y="10"/>
                    <a:pt x="20" y="8"/>
                    <a:pt x="19" y="6"/>
                  </a:cubicBezTo>
                  <a:cubicBezTo>
                    <a:pt x="17" y="5"/>
                    <a:pt x="16" y="3"/>
                    <a:pt x="14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76" name="Freeform 797">
              <a:extLst>
                <a:ext uri="{FF2B5EF4-FFF2-40B4-BE49-F238E27FC236}">
                  <a16:creationId xmlns:a16="http://schemas.microsoft.com/office/drawing/2014/main" id="{61AB3B0A-E265-4452-9E7D-B3E885B82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733"/>
              <a:ext cx="23" cy="26"/>
            </a:xfrm>
            <a:custGeom>
              <a:avLst/>
              <a:gdLst>
                <a:gd name="T0" fmla="*/ 0 w 11"/>
                <a:gd name="T1" fmla="*/ 9 h 12"/>
                <a:gd name="T2" fmla="*/ 17 w 11"/>
                <a:gd name="T3" fmla="*/ 72 h 12"/>
                <a:gd name="T4" fmla="*/ 84 w 11"/>
                <a:gd name="T5" fmla="*/ 121 h 12"/>
                <a:gd name="T6" fmla="*/ 100 w 11"/>
                <a:gd name="T7" fmla="*/ 113 h 12"/>
                <a:gd name="T8" fmla="*/ 100 w 11"/>
                <a:gd name="T9" fmla="*/ 113 h 12"/>
                <a:gd name="T10" fmla="*/ 84 w 11"/>
                <a:gd name="T11" fmla="*/ 121 h 12"/>
                <a:gd name="T12" fmla="*/ 17 w 11"/>
                <a:gd name="T13" fmla="*/ 61 h 12"/>
                <a:gd name="T14" fmla="*/ 8 w 11"/>
                <a:gd name="T15" fmla="*/ 9 h 12"/>
                <a:gd name="T16" fmla="*/ 27 w 11"/>
                <a:gd name="T17" fmla="*/ 0 h 12"/>
                <a:gd name="T18" fmla="*/ 27 w 11"/>
                <a:gd name="T19" fmla="*/ 0 h 12"/>
                <a:gd name="T20" fmla="*/ 0 w 11"/>
                <a:gd name="T21" fmla="*/ 9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2">
                  <a:moveTo>
                    <a:pt x="0" y="1"/>
                  </a:moveTo>
                  <a:cubicBezTo>
                    <a:pt x="0" y="3"/>
                    <a:pt x="0" y="4"/>
                    <a:pt x="2" y="7"/>
                  </a:cubicBezTo>
                  <a:cubicBezTo>
                    <a:pt x="4" y="9"/>
                    <a:pt x="6" y="12"/>
                    <a:pt x="9" y="12"/>
                  </a:cubicBezTo>
                  <a:cubicBezTo>
                    <a:pt x="10" y="12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2"/>
                    <a:pt x="10" y="12"/>
                    <a:pt x="9" y="12"/>
                  </a:cubicBezTo>
                  <a:cubicBezTo>
                    <a:pt x="6" y="11"/>
                    <a:pt x="4" y="9"/>
                    <a:pt x="2" y="6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7" name="Freeform 798">
              <a:extLst>
                <a:ext uri="{FF2B5EF4-FFF2-40B4-BE49-F238E27FC236}">
                  <a16:creationId xmlns:a16="http://schemas.microsoft.com/office/drawing/2014/main" id="{123334D3-08B2-4092-9037-8DEE74A3D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126"/>
              <a:ext cx="13" cy="22"/>
            </a:xfrm>
            <a:custGeom>
              <a:avLst/>
              <a:gdLst>
                <a:gd name="T0" fmla="*/ 61 w 6"/>
                <a:gd name="T1" fmla="*/ 20 h 10"/>
                <a:gd name="T2" fmla="*/ 33 w 6"/>
                <a:gd name="T3" fmla="*/ 0 h 10"/>
                <a:gd name="T4" fmla="*/ 9 w 6"/>
                <a:gd name="T5" fmla="*/ 53 h 10"/>
                <a:gd name="T6" fmla="*/ 33 w 6"/>
                <a:gd name="T7" fmla="*/ 97 h 10"/>
                <a:gd name="T8" fmla="*/ 52 w 6"/>
                <a:gd name="T9" fmla="*/ 88 h 10"/>
                <a:gd name="T10" fmla="*/ 52 w 6"/>
                <a:gd name="T11" fmla="*/ 53 h 10"/>
                <a:gd name="T12" fmla="*/ 61 w 6"/>
                <a:gd name="T13" fmla="*/ 2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5" y="1"/>
                    <a:pt x="5" y="0"/>
                    <a:pt x="3" y="0"/>
                  </a:cubicBezTo>
                  <a:cubicBezTo>
                    <a:pt x="1" y="0"/>
                    <a:pt x="0" y="2"/>
                    <a:pt x="1" y="5"/>
                  </a:cubicBezTo>
                  <a:cubicBezTo>
                    <a:pt x="1" y="7"/>
                    <a:pt x="1" y="9"/>
                    <a:pt x="3" y="9"/>
                  </a:cubicBezTo>
                  <a:cubicBezTo>
                    <a:pt x="4" y="10"/>
                    <a:pt x="5" y="9"/>
                    <a:pt x="5" y="8"/>
                  </a:cubicBezTo>
                  <a:cubicBezTo>
                    <a:pt x="6" y="7"/>
                    <a:pt x="5" y="6"/>
                    <a:pt x="5" y="5"/>
                  </a:cubicBezTo>
                  <a:cubicBezTo>
                    <a:pt x="5" y="4"/>
                    <a:pt x="6" y="3"/>
                    <a:pt x="6" y="2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8" name="Freeform 799">
              <a:extLst>
                <a:ext uri="{FF2B5EF4-FFF2-40B4-BE49-F238E27FC236}">
                  <a16:creationId xmlns:a16="http://schemas.microsoft.com/office/drawing/2014/main" id="{7364088A-23C7-4759-A995-E2056E188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128"/>
              <a:ext cx="2" cy="13"/>
            </a:xfrm>
            <a:custGeom>
              <a:avLst/>
              <a:gdLst>
                <a:gd name="T0" fmla="*/ 8 w 1"/>
                <a:gd name="T1" fmla="*/ 61 h 6"/>
                <a:gd name="T2" fmla="*/ 0 w 1"/>
                <a:gd name="T3" fmla="*/ 61 h 6"/>
                <a:gd name="T4" fmla="*/ 0 w 1"/>
                <a:gd name="T5" fmla="*/ 33 h 6"/>
                <a:gd name="T6" fmla="*/ 8 w 1"/>
                <a:gd name="T7" fmla="*/ 9 h 6"/>
                <a:gd name="T8" fmla="*/ 8 w 1"/>
                <a:gd name="T9" fmla="*/ 9 h 6"/>
                <a:gd name="T10" fmla="*/ 8 w 1"/>
                <a:gd name="T11" fmla="*/ 9 h 6"/>
                <a:gd name="T12" fmla="*/ 8 w 1"/>
                <a:gd name="T13" fmla="*/ 0 h 6"/>
                <a:gd name="T14" fmla="*/ 0 w 1"/>
                <a:gd name="T15" fmla="*/ 33 h 6"/>
                <a:gd name="T16" fmla="*/ 0 w 1"/>
                <a:gd name="T17" fmla="*/ 61 h 6"/>
                <a:gd name="T18" fmla="*/ 8 w 1"/>
                <a:gd name="T19" fmla="*/ 61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6"/>
                    <a:pt x="1" y="6"/>
                    <a:pt x="0" y="6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1"/>
                    <a:pt x="0" y="1"/>
                    <a:pt x="0" y="3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9" name="Freeform 800">
              <a:extLst>
                <a:ext uri="{FF2B5EF4-FFF2-40B4-BE49-F238E27FC236}">
                  <a16:creationId xmlns:a16="http://schemas.microsoft.com/office/drawing/2014/main" id="{38645367-9576-4E16-B18C-BE36339C7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659"/>
              <a:ext cx="56" cy="53"/>
            </a:xfrm>
            <a:custGeom>
              <a:avLst/>
              <a:gdLst>
                <a:gd name="T0" fmla="*/ 100 w 27"/>
                <a:gd name="T1" fmla="*/ 9 h 24"/>
                <a:gd name="T2" fmla="*/ 17 w 27"/>
                <a:gd name="T3" fmla="*/ 44 h 24"/>
                <a:gd name="T4" fmla="*/ 91 w 27"/>
                <a:gd name="T5" fmla="*/ 205 h 24"/>
                <a:gd name="T6" fmla="*/ 224 w 27"/>
                <a:gd name="T7" fmla="*/ 214 h 24"/>
                <a:gd name="T8" fmla="*/ 224 w 27"/>
                <a:gd name="T9" fmla="*/ 141 h 24"/>
                <a:gd name="T10" fmla="*/ 160 w 27"/>
                <a:gd name="T11" fmla="*/ 73 h 24"/>
                <a:gd name="T12" fmla="*/ 100 w 27"/>
                <a:gd name="T13" fmla="*/ 9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4">
                  <a:moveTo>
                    <a:pt x="11" y="1"/>
                  </a:moveTo>
                  <a:cubicBezTo>
                    <a:pt x="7" y="0"/>
                    <a:pt x="4" y="1"/>
                    <a:pt x="2" y="4"/>
                  </a:cubicBezTo>
                  <a:cubicBezTo>
                    <a:pt x="0" y="9"/>
                    <a:pt x="3" y="15"/>
                    <a:pt x="10" y="19"/>
                  </a:cubicBezTo>
                  <a:cubicBezTo>
                    <a:pt x="17" y="23"/>
                    <a:pt x="21" y="24"/>
                    <a:pt x="25" y="20"/>
                  </a:cubicBezTo>
                  <a:cubicBezTo>
                    <a:pt x="27" y="18"/>
                    <a:pt x="27" y="15"/>
                    <a:pt x="25" y="13"/>
                  </a:cubicBezTo>
                  <a:cubicBezTo>
                    <a:pt x="24" y="10"/>
                    <a:pt x="21" y="9"/>
                    <a:pt x="18" y="7"/>
                  </a:cubicBezTo>
                  <a:cubicBezTo>
                    <a:pt x="16" y="5"/>
                    <a:pt x="14" y="2"/>
                    <a:pt x="11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80" name="Freeform 801">
              <a:extLst>
                <a:ext uri="{FF2B5EF4-FFF2-40B4-BE49-F238E27FC236}">
                  <a16:creationId xmlns:a16="http://schemas.microsoft.com/office/drawing/2014/main" id="{2E097A2B-1E04-444F-AD7F-4045DF2C9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670"/>
              <a:ext cx="32" cy="25"/>
            </a:xfrm>
            <a:custGeom>
              <a:avLst/>
              <a:gdLst>
                <a:gd name="T0" fmla="*/ 145 w 15"/>
                <a:gd name="T1" fmla="*/ 102 h 11"/>
                <a:gd name="T2" fmla="*/ 145 w 15"/>
                <a:gd name="T3" fmla="*/ 118 h 11"/>
                <a:gd name="T4" fmla="*/ 49 w 15"/>
                <a:gd name="T5" fmla="*/ 82 h 11"/>
                <a:gd name="T6" fmla="*/ 9 w 15"/>
                <a:gd name="T7" fmla="*/ 11 h 11"/>
                <a:gd name="T8" fmla="*/ 41 w 15"/>
                <a:gd name="T9" fmla="*/ 0 h 11"/>
                <a:gd name="T10" fmla="*/ 41 w 15"/>
                <a:gd name="T11" fmla="*/ 0 h 11"/>
                <a:gd name="T12" fmla="*/ 9 w 15"/>
                <a:gd name="T13" fmla="*/ 11 h 11"/>
                <a:gd name="T14" fmla="*/ 49 w 15"/>
                <a:gd name="T15" fmla="*/ 82 h 11"/>
                <a:gd name="T16" fmla="*/ 145 w 15"/>
                <a:gd name="T17" fmla="*/ 118 h 11"/>
                <a:gd name="T18" fmla="*/ 145 w 15"/>
                <a:gd name="T19" fmla="*/ 10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cubicBezTo>
                    <a:pt x="15" y="9"/>
                    <a:pt x="15" y="10"/>
                    <a:pt x="15" y="10"/>
                  </a:cubicBezTo>
                  <a:cubicBezTo>
                    <a:pt x="14" y="11"/>
                    <a:pt x="11" y="11"/>
                    <a:pt x="5" y="7"/>
                  </a:cubicBezTo>
                  <a:cubicBezTo>
                    <a:pt x="1" y="5"/>
                    <a:pt x="1" y="2"/>
                    <a:pt x="1" y="1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5"/>
                    <a:pt x="5" y="7"/>
                  </a:cubicBezTo>
                  <a:cubicBezTo>
                    <a:pt x="10" y="11"/>
                    <a:pt x="14" y="11"/>
                    <a:pt x="15" y="10"/>
                  </a:cubicBezTo>
                  <a:cubicBezTo>
                    <a:pt x="15" y="10"/>
                    <a:pt x="15" y="10"/>
                    <a:pt x="15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1" name="Freeform 802">
              <a:extLst>
                <a:ext uri="{FF2B5EF4-FFF2-40B4-BE49-F238E27FC236}">
                  <a16:creationId xmlns:a16="http://schemas.microsoft.com/office/drawing/2014/main" id="{6700B69A-EDBB-4436-8AEF-5D16C43B6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438"/>
              <a:ext cx="25" cy="40"/>
            </a:xfrm>
            <a:custGeom>
              <a:avLst/>
              <a:gdLst>
                <a:gd name="T0" fmla="*/ 100 w 12"/>
                <a:gd name="T1" fmla="*/ 44 h 18"/>
                <a:gd name="T2" fmla="*/ 65 w 12"/>
                <a:gd name="T3" fmla="*/ 9 h 18"/>
                <a:gd name="T4" fmla="*/ 0 w 12"/>
                <a:gd name="T5" fmla="*/ 98 h 18"/>
                <a:gd name="T6" fmla="*/ 65 w 12"/>
                <a:gd name="T7" fmla="*/ 198 h 18"/>
                <a:gd name="T8" fmla="*/ 108 w 12"/>
                <a:gd name="T9" fmla="*/ 153 h 18"/>
                <a:gd name="T10" fmla="*/ 100 w 12"/>
                <a:gd name="T11" fmla="*/ 89 h 18"/>
                <a:gd name="T12" fmla="*/ 100 w 12"/>
                <a:gd name="T13" fmla="*/ 4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8">
                  <a:moveTo>
                    <a:pt x="11" y="4"/>
                  </a:moveTo>
                  <a:cubicBezTo>
                    <a:pt x="10" y="3"/>
                    <a:pt x="9" y="2"/>
                    <a:pt x="7" y="1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1" y="14"/>
                    <a:pt x="4" y="18"/>
                    <a:pt x="7" y="18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2" y="12"/>
                    <a:pt x="12" y="10"/>
                    <a:pt x="11" y="8"/>
                  </a:cubicBezTo>
                  <a:cubicBezTo>
                    <a:pt x="11" y="7"/>
                    <a:pt x="11" y="5"/>
                    <a:pt x="11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82" name="Freeform 803">
              <a:extLst>
                <a:ext uri="{FF2B5EF4-FFF2-40B4-BE49-F238E27FC236}">
                  <a16:creationId xmlns:a16="http://schemas.microsoft.com/office/drawing/2014/main" id="{0F6FE41F-4042-4D3A-9D00-317153CEE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449"/>
              <a:ext cx="7" cy="20"/>
            </a:xfrm>
            <a:custGeom>
              <a:avLst/>
              <a:gdLst>
                <a:gd name="T0" fmla="*/ 12 w 3"/>
                <a:gd name="T1" fmla="*/ 0 h 9"/>
                <a:gd name="T2" fmla="*/ 0 w 3"/>
                <a:gd name="T3" fmla="*/ 36 h 9"/>
                <a:gd name="T4" fmla="*/ 12 w 3"/>
                <a:gd name="T5" fmla="*/ 98 h 9"/>
                <a:gd name="T6" fmla="*/ 37 w 3"/>
                <a:gd name="T7" fmla="*/ 98 h 9"/>
                <a:gd name="T8" fmla="*/ 37 w 3"/>
                <a:gd name="T9" fmla="*/ 98 h 9"/>
                <a:gd name="T10" fmla="*/ 28 w 3"/>
                <a:gd name="T11" fmla="*/ 89 h 9"/>
                <a:gd name="T12" fmla="*/ 0 w 3"/>
                <a:gd name="T13" fmla="*/ 36 h 9"/>
                <a:gd name="T14" fmla="*/ 12 w 3"/>
                <a:gd name="T15" fmla="*/ 0 h 9"/>
                <a:gd name="T16" fmla="*/ 37 w 3"/>
                <a:gd name="T17" fmla="*/ 0 h 9"/>
                <a:gd name="T18" fmla="*/ 37 w 3"/>
                <a:gd name="T19" fmla="*/ 0 h 9"/>
                <a:gd name="T20" fmla="*/ 12 w 3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9">
                  <a:moveTo>
                    <a:pt x="1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9"/>
                    <a:pt x="2" y="8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3" name="Freeform 804">
              <a:extLst>
                <a:ext uri="{FF2B5EF4-FFF2-40B4-BE49-F238E27FC236}">
                  <a16:creationId xmlns:a16="http://schemas.microsoft.com/office/drawing/2014/main" id="{1BD6EAC0-3F64-4187-9CC0-BD4375622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119"/>
              <a:ext cx="15" cy="13"/>
            </a:xfrm>
            <a:custGeom>
              <a:avLst/>
              <a:gdLst>
                <a:gd name="T0" fmla="*/ 51 w 7"/>
                <a:gd name="T1" fmla="*/ 9 h 6"/>
                <a:gd name="T2" fmla="*/ 28 w 7"/>
                <a:gd name="T3" fmla="*/ 0 h 6"/>
                <a:gd name="T4" fmla="*/ 9 w 7"/>
                <a:gd name="T5" fmla="*/ 9 h 6"/>
                <a:gd name="T6" fmla="*/ 28 w 7"/>
                <a:gd name="T7" fmla="*/ 52 h 6"/>
                <a:gd name="T8" fmla="*/ 69 w 7"/>
                <a:gd name="T9" fmla="*/ 43 h 6"/>
                <a:gd name="T10" fmla="*/ 51 w 7"/>
                <a:gd name="T11" fmla="*/ 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5" y="1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2"/>
                    <a:pt x="1" y="5"/>
                    <a:pt x="3" y="5"/>
                  </a:cubicBezTo>
                  <a:cubicBezTo>
                    <a:pt x="5" y="6"/>
                    <a:pt x="7" y="5"/>
                    <a:pt x="7" y="4"/>
                  </a:cubicBezTo>
                  <a:cubicBezTo>
                    <a:pt x="7" y="3"/>
                    <a:pt x="6" y="2"/>
                    <a:pt x="5" y="1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4" name="Freeform 805">
              <a:extLst>
                <a:ext uri="{FF2B5EF4-FFF2-40B4-BE49-F238E27FC236}">
                  <a16:creationId xmlns:a16="http://schemas.microsoft.com/office/drawing/2014/main" id="{37440072-DC10-48A0-A5DE-E20C2D71D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121"/>
              <a:ext cx="6" cy="7"/>
            </a:xfrm>
            <a:custGeom>
              <a:avLst/>
              <a:gdLst>
                <a:gd name="T0" fmla="*/ 24 w 3"/>
                <a:gd name="T1" fmla="*/ 28 h 3"/>
                <a:gd name="T2" fmla="*/ 24 w 3"/>
                <a:gd name="T3" fmla="*/ 37 h 3"/>
                <a:gd name="T4" fmla="*/ 8 w 3"/>
                <a:gd name="T5" fmla="*/ 28 h 3"/>
                <a:gd name="T6" fmla="*/ 0 w 3"/>
                <a:gd name="T7" fmla="*/ 12 h 3"/>
                <a:gd name="T8" fmla="*/ 8 w 3"/>
                <a:gd name="T9" fmla="*/ 0 h 3"/>
                <a:gd name="T10" fmla="*/ 8 w 3"/>
                <a:gd name="T11" fmla="*/ 0 h 3"/>
                <a:gd name="T12" fmla="*/ 0 w 3"/>
                <a:gd name="T13" fmla="*/ 12 h 3"/>
                <a:gd name="T14" fmla="*/ 8 w 3"/>
                <a:gd name="T15" fmla="*/ 28 h 3"/>
                <a:gd name="T16" fmla="*/ 24 w 3"/>
                <a:gd name="T17" fmla="*/ 37 h 3"/>
                <a:gd name="T18" fmla="*/ 24 w 3"/>
                <a:gd name="T19" fmla="*/ 28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3" y="3"/>
                    <a:pt x="3" y="3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5" name="Freeform 806">
              <a:extLst>
                <a:ext uri="{FF2B5EF4-FFF2-40B4-BE49-F238E27FC236}">
                  <a16:creationId xmlns:a16="http://schemas.microsoft.com/office/drawing/2014/main" id="{70E5474D-7D7B-4EE5-BC07-BD4A64D75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335"/>
              <a:ext cx="21" cy="43"/>
            </a:xfrm>
            <a:custGeom>
              <a:avLst/>
              <a:gdLst>
                <a:gd name="T0" fmla="*/ 76 w 10"/>
                <a:gd name="T1" fmla="*/ 36 h 19"/>
                <a:gd name="T2" fmla="*/ 27 w 10"/>
                <a:gd name="T3" fmla="*/ 36 h 19"/>
                <a:gd name="T4" fmla="*/ 0 w 10"/>
                <a:gd name="T5" fmla="*/ 149 h 19"/>
                <a:gd name="T6" fmla="*/ 36 w 10"/>
                <a:gd name="T7" fmla="*/ 220 h 19"/>
                <a:gd name="T8" fmla="*/ 76 w 10"/>
                <a:gd name="T9" fmla="*/ 3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8" y="3"/>
                  </a:moveTo>
                  <a:cubicBezTo>
                    <a:pt x="7" y="0"/>
                    <a:pt x="5" y="1"/>
                    <a:pt x="3" y="3"/>
                  </a:cubicBezTo>
                  <a:cubicBezTo>
                    <a:pt x="1" y="5"/>
                    <a:pt x="0" y="9"/>
                    <a:pt x="0" y="13"/>
                  </a:cubicBezTo>
                  <a:cubicBezTo>
                    <a:pt x="1" y="17"/>
                    <a:pt x="2" y="18"/>
                    <a:pt x="4" y="19"/>
                  </a:cubicBezTo>
                  <a:cubicBezTo>
                    <a:pt x="7" y="19"/>
                    <a:pt x="10" y="8"/>
                    <a:pt x="8" y="3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86" name="Freeform 807">
              <a:extLst>
                <a:ext uri="{FF2B5EF4-FFF2-40B4-BE49-F238E27FC236}">
                  <a16:creationId xmlns:a16="http://schemas.microsoft.com/office/drawing/2014/main" id="{088EE829-E5B5-4559-AB05-3046D4F71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344"/>
              <a:ext cx="10" cy="25"/>
            </a:xfrm>
            <a:custGeom>
              <a:avLst/>
              <a:gdLst>
                <a:gd name="T0" fmla="*/ 32 w 5"/>
                <a:gd name="T1" fmla="*/ 0 h 11"/>
                <a:gd name="T2" fmla="*/ 16 w 5"/>
                <a:gd name="T3" fmla="*/ 36 h 11"/>
                <a:gd name="T4" fmla="*/ 8 w 5"/>
                <a:gd name="T5" fmla="*/ 118 h 11"/>
                <a:gd name="T6" fmla="*/ 16 w 5"/>
                <a:gd name="T7" fmla="*/ 130 h 11"/>
                <a:gd name="T8" fmla="*/ 16 w 5"/>
                <a:gd name="T9" fmla="*/ 130 h 11"/>
                <a:gd name="T10" fmla="*/ 8 w 5"/>
                <a:gd name="T11" fmla="*/ 118 h 11"/>
                <a:gd name="T12" fmla="*/ 16 w 5"/>
                <a:gd name="T13" fmla="*/ 36 h 11"/>
                <a:gd name="T14" fmla="*/ 32 w 5"/>
                <a:gd name="T15" fmla="*/ 0 h 11"/>
                <a:gd name="T16" fmla="*/ 40 w 5"/>
                <a:gd name="T17" fmla="*/ 25 h 11"/>
                <a:gd name="T18" fmla="*/ 40 w 5"/>
                <a:gd name="T19" fmla="*/ 25 h 11"/>
                <a:gd name="T20" fmla="*/ 32 w 5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11">
                  <a:moveTo>
                    <a:pt x="4" y="0"/>
                  </a:moveTo>
                  <a:cubicBezTo>
                    <a:pt x="3" y="0"/>
                    <a:pt x="2" y="1"/>
                    <a:pt x="2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0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1" y="10"/>
                    <a:pt x="1" y="10"/>
                  </a:cubicBezTo>
                  <a:cubicBezTo>
                    <a:pt x="0" y="8"/>
                    <a:pt x="1" y="5"/>
                    <a:pt x="2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7" name="Freeform 808">
              <a:extLst>
                <a:ext uri="{FF2B5EF4-FFF2-40B4-BE49-F238E27FC236}">
                  <a16:creationId xmlns:a16="http://schemas.microsoft.com/office/drawing/2014/main" id="{499D1018-14ED-4665-B994-E8B7D7F0E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393"/>
              <a:ext cx="21" cy="43"/>
            </a:xfrm>
            <a:custGeom>
              <a:avLst/>
              <a:gdLst>
                <a:gd name="T0" fmla="*/ 76 w 10"/>
                <a:gd name="T1" fmla="*/ 36 h 19"/>
                <a:gd name="T2" fmla="*/ 27 w 10"/>
                <a:gd name="T3" fmla="*/ 25 h 19"/>
                <a:gd name="T4" fmla="*/ 0 w 10"/>
                <a:gd name="T5" fmla="*/ 138 h 19"/>
                <a:gd name="T6" fmla="*/ 27 w 10"/>
                <a:gd name="T7" fmla="*/ 210 h 19"/>
                <a:gd name="T8" fmla="*/ 76 w 10"/>
                <a:gd name="T9" fmla="*/ 3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8" y="3"/>
                  </a:moveTo>
                  <a:cubicBezTo>
                    <a:pt x="7" y="0"/>
                    <a:pt x="5" y="0"/>
                    <a:pt x="3" y="2"/>
                  </a:cubicBezTo>
                  <a:cubicBezTo>
                    <a:pt x="1" y="5"/>
                    <a:pt x="0" y="9"/>
                    <a:pt x="0" y="12"/>
                  </a:cubicBezTo>
                  <a:cubicBezTo>
                    <a:pt x="0" y="17"/>
                    <a:pt x="2" y="18"/>
                    <a:pt x="3" y="18"/>
                  </a:cubicBezTo>
                  <a:cubicBezTo>
                    <a:pt x="7" y="19"/>
                    <a:pt x="10" y="8"/>
                    <a:pt x="8" y="3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88" name="Freeform 809">
              <a:extLst>
                <a:ext uri="{FF2B5EF4-FFF2-40B4-BE49-F238E27FC236}">
                  <a16:creationId xmlns:a16="http://schemas.microsoft.com/office/drawing/2014/main" id="{363F9CBC-1818-4AEA-98B0-5765B130F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402"/>
              <a:ext cx="10" cy="25"/>
            </a:xfrm>
            <a:custGeom>
              <a:avLst/>
              <a:gdLst>
                <a:gd name="T0" fmla="*/ 32 w 5"/>
                <a:gd name="T1" fmla="*/ 0 h 11"/>
                <a:gd name="T2" fmla="*/ 8 w 5"/>
                <a:gd name="T3" fmla="*/ 36 h 11"/>
                <a:gd name="T4" fmla="*/ 8 w 5"/>
                <a:gd name="T5" fmla="*/ 102 h 11"/>
                <a:gd name="T6" fmla="*/ 16 w 5"/>
                <a:gd name="T7" fmla="*/ 130 h 11"/>
                <a:gd name="T8" fmla="*/ 16 w 5"/>
                <a:gd name="T9" fmla="*/ 130 h 11"/>
                <a:gd name="T10" fmla="*/ 8 w 5"/>
                <a:gd name="T11" fmla="*/ 102 h 11"/>
                <a:gd name="T12" fmla="*/ 8 w 5"/>
                <a:gd name="T13" fmla="*/ 36 h 11"/>
                <a:gd name="T14" fmla="*/ 32 w 5"/>
                <a:gd name="T15" fmla="*/ 0 h 11"/>
                <a:gd name="T16" fmla="*/ 40 w 5"/>
                <a:gd name="T17" fmla="*/ 11 h 11"/>
                <a:gd name="T18" fmla="*/ 40 w 5"/>
                <a:gd name="T19" fmla="*/ 11 h 11"/>
                <a:gd name="T20" fmla="*/ 32 w 5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11">
                  <a:moveTo>
                    <a:pt x="4" y="0"/>
                  </a:moveTo>
                  <a:cubicBezTo>
                    <a:pt x="3" y="0"/>
                    <a:pt x="2" y="1"/>
                    <a:pt x="1" y="3"/>
                  </a:cubicBezTo>
                  <a:cubicBezTo>
                    <a:pt x="1" y="4"/>
                    <a:pt x="0" y="7"/>
                    <a:pt x="1" y="9"/>
                  </a:cubicBezTo>
                  <a:cubicBezTo>
                    <a:pt x="1" y="10"/>
                    <a:pt x="1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1" y="10"/>
                    <a:pt x="1" y="9"/>
                  </a:cubicBezTo>
                  <a:cubicBezTo>
                    <a:pt x="0" y="7"/>
                    <a:pt x="1" y="4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9" name="Freeform 810">
              <a:extLst>
                <a:ext uri="{FF2B5EF4-FFF2-40B4-BE49-F238E27FC236}">
                  <a16:creationId xmlns:a16="http://schemas.microsoft.com/office/drawing/2014/main" id="{AD29BAE1-515B-4586-A211-4CE969EB5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335"/>
              <a:ext cx="26" cy="43"/>
            </a:xfrm>
            <a:custGeom>
              <a:avLst/>
              <a:gdLst>
                <a:gd name="T0" fmla="*/ 113 w 12"/>
                <a:gd name="T1" fmla="*/ 36 h 19"/>
                <a:gd name="T2" fmla="*/ 61 w 12"/>
                <a:gd name="T3" fmla="*/ 25 h 19"/>
                <a:gd name="T4" fmla="*/ 9 w 12"/>
                <a:gd name="T5" fmla="*/ 129 h 19"/>
                <a:gd name="T6" fmla="*/ 33 w 12"/>
                <a:gd name="T7" fmla="*/ 195 h 19"/>
                <a:gd name="T8" fmla="*/ 113 w 12"/>
                <a:gd name="T9" fmla="*/ 3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9">
                  <a:moveTo>
                    <a:pt x="11" y="3"/>
                  </a:moveTo>
                  <a:cubicBezTo>
                    <a:pt x="11" y="1"/>
                    <a:pt x="9" y="0"/>
                    <a:pt x="6" y="2"/>
                  </a:cubicBezTo>
                  <a:cubicBezTo>
                    <a:pt x="4" y="3"/>
                    <a:pt x="2" y="7"/>
                    <a:pt x="1" y="11"/>
                  </a:cubicBezTo>
                  <a:cubicBezTo>
                    <a:pt x="0" y="15"/>
                    <a:pt x="1" y="17"/>
                    <a:pt x="3" y="17"/>
                  </a:cubicBezTo>
                  <a:cubicBezTo>
                    <a:pt x="6" y="19"/>
                    <a:pt x="12" y="9"/>
                    <a:pt x="11" y="3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90" name="Freeform 811">
              <a:extLst>
                <a:ext uri="{FF2B5EF4-FFF2-40B4-BE49-F238E27FC236}">
                  <a16:creationId xmlns:a16="http://schemas.microsoft.com/office/drawing/2014/main" id="{90DDD30D-CE66-47CB-94D1-DD8F1F6DB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344"/>
              <a:ext cx="14" cy="23"/>
            </a:xfrm>
            <a:custGeom>
              <a:avLst/>
              <a:gdLst>
                <a:gd name="T0" fmla="*/ 48 w 7"/>
                <a:gd name="T1" fmla="*/ 0 h 10"/>
                <a:gd name="T2" fmla="*/ 24 w 7"/>
                <a:gd name="T3" fmla="*/ 28 h 10"/>
                <a:gd name="T4" fmla="*/ 0 w 7"/>
                <a:gd name="T5" fmla="*/ 94 h 10"/>
                <a:gd name="T6" fmla="*/ 8 w 7"/>
                <a:gd name="T7" fmla="*/ 122 h 10"/>
                <a:gd name="T8" fmla="*/ 8 w 7"/>
                <a:gd name="T9" fmla="*/ 122 h 10"/>
                <a:gd name="T10" fmla="*/ 0 w 7"/>
                <a:gd name="T11" fmla="*/ 94 h 10"/>
                <a:gd name="T12" fmla="*/ 24 w 7"/>
                <a:gd name="T13" fmla="*/ 28 h 10"/>
                <a:gd name="T14" fmla="*/ 48 w 7"/>
                <a:gd name="T15" fmla="*/ 0 h 10"/>
                <a:gd name="T16" fmla="*/ 56 w 7"/>
                <a:gd name="T17" fmla="*/ 28 h 10"/>
                <a:gd name="T18" fmla="*/ 56 w 7"/>
                <a:gd name="T19" fmla="*/ 28 h 10"/>
                <a:gd name="T20" fmla="*/ 48 w 7"/>
                <a:gd name="T21" fmla="*/ 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5" y="0"/>
                    <a:pt x="4" y="1"/>
                    <a:pt x="3" y="2"/>
                  </a:cubicBezTo>
                  <a:cubicBezTo>
                    <a:pt x="2" y="3"/>
                    <a:pt x="0" y="6"/>
                    <a:pt x="0" y="8"/>
                  </a:cubicBezTo>
                  <a:cubicBezTo>
                    <a:pt x="0" y="9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1" y="6"/>
                    <a:pt x="2" y="4"/>
                    <a:pt x="3" y="2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1" name="Freeform 812">
              <a:extLst>
                <a:ext uri="{FF2B5EF4-FFF2-40B4-BE49-F238E27FC236}">
                  <a16:creationId xmlns:a16="http://schemas.microsoft.com/office/drawing/2014/main" id="{9A950116-25E3-41CB-B197-59D2FFA40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614"/>
              <a:ext cx="43" cy="52"/>
            </a:xfrm>
            <a:custGeom>
              <a:avLst/>
              <a:gdLst>
                <a:gd name="T0" fmla="*/ 113 w 21"/>
                <a:gd name="T1" fmla="*/ 36 h 23"/>
                <a:gd name="T2" fmla="*/ 68 w 21"/>
                <a:gd name="T3" fmla="*/ 11 h 23"/>
                <a:gd name="T4" fmla="*/ 25 w 21"/>
                <a:gd name="T5" fmla="*/ 163 h 23"/>
                <a:gd name="T6" fmla="*/ 139 w 21"/>
                <a:gd name="T7" fmla="*/ 240 h 23"/>
                <a:gd name="T8" fmla="*/ 172 w 21"/>
                <a:gd name="T9" fmla="*/ 163 h 23"/>
                <a:gd name="T10" fmla="*/ 147 w 21"/>
                <a:gd name="T11" fmla="*/ 81 h 23"/>
                <a:gd name="T12" fmla="*/ 113 w 21"/>
                <a:gd name="T13" fmla="*/ 3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3">
                  <a:moveTo>
                    <a:pt x="13" y="3"/>
                  </a:moveTo>
                  <a:cubicBezTo>
                    <a:pt x="11" y="1"/>
                    <a:pt x="10" y="0"/>
                    <a:pt x="8" y="1"/>
                  </a:cubicBezTo>
                  <a:cubicBezTo>
                    <a:pt x="1" y="1"/>
                    <a:pt x="0" y="8"/>
                    <a:pt x="3" y="14"/>
                  </a:cubicBezTo>
                  <a:cubicBezTo>
                    <a:pt x="7" y="20"/>
                    <a:pt x="13" y="23"/>
                    <a:pt x="16" y="21"/>
                  </a:cubicBezTo>
                  <a:cubicBezTo>
                    <a:pt x="20" y="20"/>
                    <a:pt x="21" y="17"/>
                    <a:pt x="20" y="14"/>
                  </a:cubicBezTo>
                  <a:cubicBezTo>
                    <a:pt x="20" y="11"/>
                    <a:pt x="18" y="9"/>
                    <a:pt x="17" y="7"/>
                  </a:cubicBezTo>
                  <a:cubicBezTo>
                    <a:pt x="15" y="6"/>
                    <a:pt x="15" y="4"/>
                    <a:pt x="13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92" name="Freeform 813">
              <a:extLst>
                <a:ext uri="{FF2B5EF4-FFF2-40B4-BE49-F238E27FC236}">
                  <a16:creationId xmlns:a16="http://schemas.microsoft.com/office/drawing/2014/main" id="{4CE11400-C8A5-435F-B7F8-5B9B90B93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628"/>
              <a:ext cx="19" cy="24"/>
            </a:xfrm>
            <a:custGeom>
              <a:avLst/>
              <a:gdLst>
                <a:gd name="T0" fmla="*/ 8 w 9"/>
                <a:gd name="T1" fmla="*/ 0 h 11"/>
                <a:gd name="T2" fmla="*/ 8 w 9"/>
                <a:gd name="T3" fmla="*/ 52 h 11"/>
                <a:gd name="T4" fmla="*/ 57 w 9"/>
                <a:gd name="T5" fmla="*/ 113 h 11"/>
                <a:gd name="T6" fmla="*/ 84 w 9"/>
                <a:gd name="T7" fmla="*/ 105 h 11"/>
                <a:gd name="T8" fmla="*/ 84 w 9"/>
                <a:gd name="T9" fmla="*/ 105 h 11"/>
                <a:gd name="T10" fmla="*/ 57 w 9"/>
                <a:gd name="T11" fmla="*/ 113 h 11"/>
                <a:gd name="T12" fmla="*/ 8 w 9"/>
                <a:gd name="T13" fmla="*/ 52 h 11"/>
                <a:gd name="T14" fmla="*/ 8 w 9"/>
                <a:gd name="T15" fmla="*/ 0 h 11"/>
                <a:gd name="T16" fmla="*/ 27 w 9"/>
                <a:gd name="T17" fmla="*/ 0 h 11"/>
                <a:gd name="T18" fmla="*/ 27 w 9"/>
                <a:gd name="T19" fmla="*/ 0 h 11"/>
                <a:gd name="T20" fmla="*/ 8 w 9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2" y="8"/>
                    <a:pt x="4" y="10"/>
                    <a:pt x="6" y="11"/>
                  </a:cubicBezTo>
                  <a:cubicBezTo>
                    <a:pt x="7" y="11"/>
                    <a:pt x="8" y="11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1"/>
                    <a:pt x="7" y="11"/>
                    <a:pt x="6" y="11"/>
                  </a:cubicBezTo>
                  <a:cubicBezTo>
                    <a:pt x="4" y="10"/>
                    <a:pt x="2" y="8"/>
                    <a:pt x="1" y="5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3" name="Freeform 814">
              <a:extLst>
                <a:ext uri="{FF2B5EF4-FFF2-40B4-BE49-F238E27FC236}">
                  <a16:creationId xmlns:a16="http://schemas.microsoft.com/office/drawing/2014/main" id="{82D57C3E-C08D-46B5-B52C-F29E4BBC4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335"/>
              <a:ext cx="21" cy="32"/>
            </a:xfrm>
            <a:custGeom>
              <a:avLst/>
              <a:gdLst>
                <a:gd name="T0" fmla="*/ 92 w 10"/>
                <a:gd name="T1" fmla="*/ 85 h 14"/>
                <a:gd name="T2" fmla="*/ 84 w 10"/>
                <a:gd name="T3" fmla="*/ 37 h 14"/>
                <a:gd name="T4" fmla="*/ 57 w 10"/>
                <a:gd name="T5" fmla="*/ 11 h 14"/>
                <a:gd name="T6" fmla="*/ 0 w 10"/>
                <a:gd name="T7" fmla="*/ 94 h 14"/>
                <a:gd name="T8" fmla="*/ 67 w 10"/>
                <a:gd name="T9" fmla="*/ 158 h 14"/>
                <a:gd name="T10" fmla="*/ 92 w 10"/>
                <a:gd name="T11" fmla="*/ 8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4">
                  <a:moveTo>
                    <a:pt x="10" y="7"/>
                  </a:moveTo>
                  <a:cubicBezTo>
                    <a:pt x="10" y="5"/>
                    <a:pt x="10" y="4"/>
                    <a:pt x="9" y="3"/>
                  </a:cubicBezTo>
                  <a:cubicBezTo>
                    <a:pt x="9" y="2"/>
                    <a:pt x="7" y="1"/>
                    <a:pt x="6" y="1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1" y="12"/>
                    <a:pt x="4" y="14"/>
                    <a:pt x="7" y="13"/>
                  </a:cubicBezTo>
                  <a:cubicBezTo>
                    <a:pt x="9" y="11"/>
                    <a:pt x="9" y="10"/>
                    <a:pt x="10" y="7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94" name="Freeform 815">
              <a:extLst>
                <a:ext uri="{FF2B5EF4-FFF2-40B4-BE49-F238E27FC236}">
                  <a16:creationId xmlns:a16="http://schemas.microsoft.com/office/drawing/2014/main" id="{B39B806F-B7C8-47BF-803A-FDD337670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342"/>
              <a:ext cx="9" cy="16"/>
            </a:xfrm>
            <a:custGeom>
              <a:avLst/>
              <a:gdLst>
                <a:gd name="T0" fmla="*/ 45 w 4"/>
                <a:gd name="T1" fmla="*/ 73 h 7"/>
                <a:gd name="T2" fmla="*/ 11 w 4"/>
                <a:gd name="T3" fmla="*/ 85 h 7"/>
                <a:gd name="T4" fmla="*/ 0 w 4"/>
                <a:gd name="T5" fmla="*/ 37 h 7"/>
                <a:gd name="T6" fmla="*/ 25 w 4"/>
                <a:gd name="T7" fmla="*/ 0 h 7"/>
                <a:gd name="T8" fmla="*/ 45 w 4"/>
                <a:gd name="T9" fmla="*/ 11 h 7"/>
                <a:gd name="T10" fmla="*/ 45 w 4"/>
                <a:gd name="T11" fmla="*/ 11 h 7"/>
                <a:gd name="T12" fmla="*/ 25 w 4"/>
                <a:gd name="T13" fmla="*/ 0 h 7"/>
                <a:gd name="T14" fmla="*/ 0 w 4"/>
                <a:gd name="T15" fmla="*/ 37 h 7"/>
                <a:gd name="T16" fmla="*/ 11 w 4"/>
                <a:gd name="T17" fmla="*/ 85 h 7"/>
                <a:gd name="T18" fmla="*/ 45 w 4"/>
                <a:gd name="T19" fmla="*/ 73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3" y="7"/>
                    <a:pt x="2" y="7"/>
                    <a:pt x="1" y="7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2" y="7"/>
                    <a:pt x="3" y="7"/>
                    <a:pt x="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5" name="Freeform 816">
              <a:extLst>
                <a:ext uri="{FF2B5EF4-FFF2-40B4-BE49-F238E27FC236}">
                  <a16:creationId xmlns:a16="http://schemas.microsoft.com/office/drawing/2014/main" id="{A07D5114-603A-4F9C-97EA-D49405ABA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237"/>
              <a:ext cx="25" cy="20"/>
            </a:xfrm>
            <a:custGeom>
              <a:avLst/>
              <a:gdLst>
                <a:gd name="T0" fmla="*/ 17 w 12"/>
                <a:gd name="T1" fmla="*/ 20 h 9"/>
                <a:gd name="T2" fmla="*/ 8 w 12"/>
                <a:gd name="T3" fmla="*/ 64 h 9"/>
                <a:gd name="T4" fmla="*/ 65 w 12"/>
                <a:gd name="T5" fmla="*/ 89 h 9"/>
                <a:gd name="T6" fmla="*/ 108 w 12"/>
                <a:gd name="T7" fmla="*/ 36 h 9"/>
                <a:gd name="T8" fmla="*/ 83 w 12"/>
                <a:gd name="T9" fmla="*/ 0 h 9"/>
                <a:gd name="T10" fmla="*/ 56 w 12"/>
                <a:gd name="T11" fmla="*/ 9 h 9"/>
                <a:gd name="T12" fmla="*/ 17 w 12"/>
                <a:gd name="T13" fmla="*/ 2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9">
                  <a:moveTo>
                    <a:pt x="2" y="2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2" y="8"/>
                    <a:pt x="4" y="9"/>
                    <a:pt x="7" y="8"/>
                  </a:cubicBezTo>
                  <a:cubicBezTo>
                    <a:pt x="10" y="6"/>
                    <a:pt x="11" y="5"/>
                    <a:pt x="12" y="3"/>
                  </a:cubicBez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5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665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96" name="Freeform 817">
              <a:extLst>
                <a:ext uri="{FF2B5EF4-FFF2-40B4-BE49-F238E27FC236}">
                  <a16:creationId xmlns:a16="http://schemas.microsoft.com/office/drawing/2014/main" id="{AE0E2DF3-401E-4733-A7DB-E3C5C1DC2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242"/>
              <a:ext cx="14" cy="9"/>
            </a:xfrm>
            <a:custGeom>
              <a:avLst/>
              <a:gdLst>
                <a:gd name="T0" fmla="*/ 56 w 7"/>
                <a:gd name="T1" fmla="*/ 0 h 4"/>
                <a:gd name="T2" fmla="*/ 56 w 7"/>
                <a:gd name="T3" fmla="*/ 11 h 4"/>
                <a:gd name="T4" fmla="*/ 32 w 7"/>
                <a:gd name="T5" fmla="*/ 36 h 4"/>
                <a:gd name="T6" fmla="*/ 8 w 7"/>
                <a:gd name="T7" fmla="*/ 36 h 4"/>
                <a:gd name="T8" fmla="*/ 8 w 7"/>
                <a:gd name="T9" fmla="*/ 11 h 4"/>
                <a:gd name="T10" fmla="*/ 8 w 7"/>
                <a:gd name="T11" fmla="*/ 11 h 4"/>
                <a:gd name="T12" fmla="*/ 8 w 7"/>
                <a:gd name="T13" fmla="*/ 36 h 4"/>
                <a:gd name="T14" fmla="*/ 32 w 7"/>
                <a:gd name="T15" fmla="*/ 36 h 4"/>
                <a:gd name="T16" fmla="*/ 56 w 7"/>
                <a:gd name="T17" fmla="*/ 11 h 4"/>
                <a:gd name="T18" fmla="*/ 56 w 7"/>
                <a:gd name="T19" fmla="*/ 0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7" y="0"/>
                    <a:pt x="7" y="0"/>
                    <a:pt x="7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1" y="3"/>
                  </a:cubicBezTo>
                  <a:cubicBezTo>
                    <a:pt x="1" y="3"/>
                    <a:pt x="2" y="4"/>
                    <a:pt x="4" y="3"/>
                  </a:cubicBezTo>
                  <a:cubicBezTo>
                    <a:pt x="6" y="2"/>
                    <a:pt x="7" y="1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7" name="Freeform 818">
              <a:extLst>
                <a:ext uri="{FF2B5EF4-FFF2-40B4-BE49-F238E27FC236}">
                  <a16:creationId xmlns:a16="http://schemas.microsoft.com/office/drawing/2014/main" id="{279B04D7-C1AD-4A8C-9508-999477673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770"/>
              <a:ext cx="40" cy="63"/>
            </a:xfrm>
            <a:custGeom>
              <a:avLst/>
              <a:gdLst>
                <a:gd name="T0" fmla="*/ 67 w 19"/>
                <a:gd name="T1" fmla="*/ 36 h 28"/>
                <a:gd name="T2" fmla="*/ 0 w 19"/>
                <a:gd name="T3" fmla="*/ 81 h 28"/>
                <a:gd name="T4" fmla="*/ 48 w 19"/>
                <a:gd name="T5" fmla="*/ 254 h 28"/>
                <a:gd name="T6" fmla="*/ 128 w 19"/>
                <a:gd name="T7" fmla="*/ 308 h 28"/>
                <a:gd name="T8" fmla="*/ 67 w 19"/>
                <a:gd name="T9" fmla="*/ 3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7" y="3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2" y="18"/>
                    <a:pt x="5" y="22"/>
                  </a:cubicBezTo>
                  <a:cubicBezTo>
                    <a:pt x="9" y="28"/>
                    <a:pt x="12" y="28"/>
                    <a:pt x="14" y="27"/>
                  </a:cubicBezTo>
                  <a:cubicBezTo>
                    <a:pt x="19" y="25"/>
                    <a:pt x="14" y="7"/>
                    <a:pt x="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98" name="Freeform 819">
              <a:extLst>
                <a:ext uri="{FF2B5EF4-FFF2-40B4-BE49-F238E27FC236}">
                  <a16:creationId xmlns:a16="http://schemas.microsoft.com/office/drawing/2014/main" id="{4C84C332-555A-46A0-A84B-B652F316B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784"/>
              <a:ext cx="17" cy="36"/>
            </a:xfrm>
            <a:custGeom>
              <a:avLst/>
              <a:gdLst>
                <a:gd name="T0" fmla="*/ 9 w 8"/>
                <a:gd name="T1" fmla="*/ 0 h 16"/>
                <a:gd name="T2" fmla="*/ 0 w 8"/>
                <a:gd name="T3" fmla="*/ 72 h 16"/>
                <a:gd name="T4" fmla="*/ 49 w 8"/>
                <a:gd name="T5" fmla="*/ 173 h 16"/>
                <a:gd name="T6" fmla="*/ 77 w 8"/>
                <a:gd name="T7" fmla="*/ 182 h 16"/>
                <a:gd name="T8" fmla="*/ 77 w 8"/>
                <a:gd name="T9" fmla="*/ 182 h 16"/>
                <a:gd name="T10" fmla="*/ 49 w 8"/>
                <a:gd name="T11" fmla="*/ 173 h 16"/>
                <a:gd name="T12" fmla="*/ 0 w 8"/>
                <a:gd name="T13" fmla="*/ 72 h 16"/>
                <a:gd name="T14" fmla="*/ 9 w 8"/>
                <a:gd name="T15" fmla="*/ 0 h 16"/>
                <a:gd name="T16" fmla="*/ 40 w 8"/>
                <a:gd name="T17" fmla="*/ 11 h 16"/>
                <a:gd name="T18" fmla="*/ 40 w 8"/>
                <a:gd name="T19" fmla="*/ 11 h 16"/>
                <a:gd name="T20" fmla="*/ 9 w 8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1" y="9"/>
                    <a:pt x="3" y="13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7" y="16"/>
                    <a:pt x="6" y="16"/>
                    <a:pt x="5" y="15"/>
                  </a:cubicBezTo>
                  <a:cubicBezTo>
                    <a:pt x="3" y="13"/>
                    <a:pt x="1" y="9"/>
                    <a:pt x="0" y="6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9" name="Freeform 820">
              <a:extLst>
                <a:ext uri="{FF2B5EF4-FFF2-40B4-BE49-F238E27FC236}">
                  <a16:creationId xmlns:a16="http://schemas.microsoft.com/office/drawing/2014/main" id="{DBCF3D8D-3BDC-49D6-A7A9-B78699428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648"/>
              <a:ext cx="48" cy="51"/>
            </a:xfrm>
            <a:custGeom>
              <a:avLst/>
              <a:gdLst>
                <a:gd name="T0" fmla="*/ 127 w 23"/>
                <a:gd name="T1" fmla="*/ 231 h 23"/>
                <a:gd name="T2" fmla="*/ 184 w 23"/>
                <a:gd name="T3" fmla="*/ 98 h 23"/>
                <a:gd name="T4" fmla="*/ 56 w 23"/>
                <a:gd name="T5" fmla="*/ 44 h 23"/>
                <a:gd name="T6" fmla="*/ 127 w 23"/>
                <a:gd name="T7" fmla="*/ 23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14" y="21"/>
                  </a:moveTo>
                  <a:cubicBezTo>
                    <a:pt x="20" y="20"/>
                    <a:pt x="23" y="15"/>
                    <a:pt x="20" y="9"/>
                  </a:cubicBezTo>
                  <a:cubicBezTo>
                    <a:pt x="17" y="3"/>
                    <a:pt x="11" y="0"/>
                    <a:pt x="6" y="4"/>
                  </a:cubicBezTo>
                  <a:cubicBezTo>
                    <a:pt x="0" y="8"/>
                    <a:pt x="4" y="23"/>
                    <a:pt x="14" y="2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0" name="Freeform 821">
              <a:extLst>
                <a:ext uri="{FF2B5EF4-FFF2-40B4-BE49-F238E27FC236}">
                  <a16:creationId xmlns:a16="http://schemas.microsoft.com/office/drawing/2014/main" id="{C8AE725F-3811-4062-8C3B-B9C09955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663"/>
              <a:ext cx="25" cy="23"/>
            </a:xfrm>
            <a:custGeom>
              <a:avLst/>
              <a:gdLst>
                <a:gd name="T0" fmla="*/ 92 w 12"/>
                <a:gd name="T1" fmla="*/ 28 h 10"/>
                <a:gd name="T2" fmla="*/ 92 w 12"/>
                <a:gd name="T3" fmla="*/ 85 h 10"/>
                <a:gd name="T4" fmla="*/ 56 w 12"/>
                <a:gd name="T5" fmla="*/ 122 h 10"/>
                <a:gd name="T6" fmla="*/ 8 w 12"/>
                <a:gd name="T7" fmla="*/ 74 h 10"/>
                <a:gd name="T8" fmla="*/ 8 w 12"/>
                <a:gd name="T9" fmla="*/ 0 h 10"/>
                <a:gd name="T10" fmla="*/ 8 w 12"/>
                <a:gd name="T11" fmla="*/ 0 h 10"/>
                <a:gd name="T12" fmla="*/ 8 w 12"/>
                <a:gd name="T13" fmla="*/ 74 h 10"/>
                <a:gd name="T14" fmla="*/ 56 w 12"/>
                <a:gd name="T15" fmla="*/ 122 h 10"/>
                <a:gd name="T16" fmla="*/ 100 w 12"/>
                <a:gd name="T17" fmla="*/ 85 h 10"/>
                <a:gd name="T18" fmla="*/ 92 w 12"/>
                <a:gd name="T19" fmla="*/ 28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0" y="2"/>
                  </a:moveTo>
                  <a:cubicBezTo>
                    <a:pt x="11" y="3"/>
                    <a:pt x="11" y="5"/>
                    <a:pt x="10" y="7"/>
                  </a:cubicBezTo>
                  <a:cubicBezTo>
                    <a:pt x="9" y="9"/>
                    <a:pt x="8" y="10"/>
                    <a:pt x="6" y="10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8"/>
                    <a:pt x="4" y="10"/>
                    <a:pt x="6" y="10"/>
                  </a:cubicBezTo>
                  <a:cubicBezTo>
                    <a:pt x="8" y="10"/>
                    <a:pt x="10" y="9"/>
                    <a:pt x="11" y="7"/>
                  </a:cubicBezTo>
                  <a:cubicBezTo>
                    <a:pt x="12" y="5"/>
                    <a:pt x="11" y="3"/>
                    <a:pt x="1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1" name="Freeform 822">
              <a:extLst>
                <a:ext uri="{FF2B5EF4-FFF2-40B4-BE49-F238E27FC236}">
                  <a16:creationId xmlns:a16="http://schemas.microsoft.com/office/drawing/2014/main" id="{C15974C8-D240-471E-BA0C-05171B7C4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032"/>
              <a:ext cx="48" cy="71"/>
            </a:xfrm>
            <a:custGeom>
              <a:avLst/>
              <a:gdLst>
                <a:gd name="T0" fmla="*/ 73 w 23"/>
                <a:gd name="T1" fmla="*/ 36 h 32"/>
                <a:gd name="T2" fmla="*/ 0 w 23"/>
                <a:gd name="T3" fmla="*/ 89 h 32"/>
                <a:gd name="T4" fmla="*/ 65 w 23"/>
                <a:gd name="T5" fmla="*/ 271 h 32"/>
                <a:gd name="T6" fmla="*/ 165 w 23"/>
                <a:gd name="T7" fmla="*/ 339 h 32"/>
                <a:gd name="T8" fmla="*/ 73 w 23"/>
                <a:gd name="T9" fmla="*/ 3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8" y="3"/>
                  </a:moveTo>
                  <a:cubicBezTo>
                    <a:pt x="4" y="0"/>
                    <a:pt x="1" y="3"/>
                    <a:pt x="0" y="8"/>
                  </a:cubicBezTo>
                  <a:cubicBezTo>
                    <a:pt x="0" y="13"/>
                    <a:pt x="3" y="20"/>
                    <a:pt x="7" y="25"/>
                  </a:cubicBezTo>
                  <a:cubicBezTo>
                    <a:pt x="11" y="32"/>
                    <a:pt x="15" y="32"/>
                    <a:pt x="18" y="31"/>
                  </a:cubicBezTo>
                  <a:cubicBezTo>
                    <a:pt x="23" y="28"/>
                    <a:pt x="17" y="8"/>
                    <a:pt x="8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2" name="Freeform 823">
              <a:extLst>
                <a:ext uri="{FF2B5EF4-FFF2-40B4-BE49-F238E27FC236}">
                  <a16:creationId xmlns:a16="http://schemas.microsoft.com/office/drawing/2014/main" id="{75360A73-C46F-48AF-801D-C00183A55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047"/>
              <a:ext cx="20" cy="40"/>
            </a:xfrm>
            <a:custGeom>
              <a:avLst/>
              <a:gdLst>
                <a:gd name="T0" fmla="*/ 16 w 10"/>
                <a:gd name="T1" fmla="*/ 0 h 18"/>
                <a:gd name="T2" fmla="*/ 8 w 10"/>
                <a:gd name="T3" fmla="*/ 64 h 18"/>
                <a:gd name="T4" fmla="*/ 48 w 10"/>
                <a:gd name="T5" fmla="*/ 187 h 18"/>
                <a:gd name="T6" fmla="*/ 80 w 10"/>
                <a:gd name="T7" fmla="*/ 198 h 18"/>
                <a:gd name="T8" fmla="*/ 80 w 10"/>
                <a:gd name="T9" fmla="*/ 198 h 18"/>
                <a:gd name="T10" fmla="*/ 48 w 10"/>
                <a:gd name="T11" fmla="*/ 187 h 18"/>
                <a:gd name="T12" fmla="*/ 8 w 10"/>
                <a:gd name="T13" fmla="*/ 64 h 18"/>
                <a:gd name="T14" fmla="*/ 16 w 10"/>
                <a:gd name="T15" fmla="*/ 0 h 18"/>
                <a:gd name="T16" fmla="*/ 40 w 10"/>
                <a:gd name="T17" fmla="*/ 9 h 18"/>
                <a:gd name="T18" fmla="*/ 40 w 10"/>
                <a:gd name="T19" fmla="*/ 9 h 18"/>
                <a:gd name="T20" fmla="*/ 16 w 10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8">
                  <a:moveTo>
                    <a:pt x="2" y="0"/>
                  </a:moveTo>
                  <a:cubicBezTo>
                    <a:pt x="0" y="1"/>
                    <a:pt x="0" y="3"/>
                    <a:pt x="1" y="6"/>
                  </a:cubicBezTo>
                  <a:cubicBezTo>
                    <a:pt x="1" y="10"/>
                    <a:pt x="4" y="15"/>
                    <a:pt x="6" y="17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9" y="18"/>
                    <a:pt x="8" y="18"/>
                    <a:pt x="6" y="17"/>
                  </a:cubicBezTo>
                  <a:cubicBezTo>
                    <a:pt x="4" y="15"/>
                    <a:pt x="1" y="10"/>
                    <a:pt x="1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3" name="Freeform 824">
              <a:extLst>
                <a:ext uri="{FF2B5EF4-FFF2-40B4-BE49-F238E27FC236}">
                  <a16:creationId xmlns:a16="http://schemas.microsoft.com/office/drawing/2014/main" id="{FD95C720-0199-4AB8-A5B5-11DD93369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250"/>
              <a:ext cx="69" cy="60"/>
            </a:xfrm>
            <a:custGeom>
              <a:avLst/>
              <a:gdLst>
                <a:gd name="T0" fmla="*/ 117 w 33"/>
                <a:gd name="T1" fmla="*/ 9 h 27"/>
                <a:gd name="T2" fmla="*/ 27 w 33"/>
                <a:gd name="T3" fmla="*/ 53 h 27"/>
                <a:gd name="T4" fmla="*/ 109 w 33"/>
                <a:gd name="T5" fmla="*/ 231 h 27"/>
                <a:gd name="T6" fmla="*/ 276 w 33"/>
                <a:gd name="T7" fmla="*/ 251 h 27"/>
                <a:gd name="T8" fmla="*/ 284 w 33"/>
                <a:gd name="T9" fmla="*/ 153 h 27"/>
                <a:gd name="T10" fmla="*/ 201 w 33"/>
                <a:gd name="T11" fmla="*/ 89 h 27"/>
                <a:gd name="T12" fmla="*/ 117 w 33"/>
                <a:gd name="T13" fmla="*/ 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7">
                  <a:moveTo>
                    <a:pt x="13" y="1"/>
                  </a:moveTo>
                  <a:cubicBezTo>
                    <a:pt x="9" y="0"/>
                    <a:pt x="5" y="1"/>
                    <a:pt x="3" y="5"/>
                  </a:cubicBezTo>
                  <a:cubicBezTo>
                    <a:pt x="0" y="10"/>
                    <a:pt x="4" y="16"/>
                    <a:pt x="12" y="21"/>
                  </a:cubicBezTo>
                  <a:cubicBezTo>
                    <a:pt x="20" y="26"/>
                    <a:pt x="25" y="27"/>
                    <a:pt x="30" y="23"/>
                  </a:cubicBezTo>
                  <a:cubicBezTo>
                    <a:pt x="32" y="21"/>
                    <a:pt x="33" y="17"/>
                    <a:pt x="31" y="14"/>
                  </a:cubicBezTo>
                  <a:cubicBezTo>
                    <a:pt x="28" y="11"/>
                    <a:pt x="26" y="10"/>
                    <a:pt x="22" y="8"/>
                  </a:cubicBezTo>
                  <a:cubicBezTo>
                    <a:pt x="20" y="6"/>
                    <a:pt x="17" y="2"/>
                    <a:pt x="13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4" name="Freeform 825">
              <a:extLst>
                <a:ext uri="{FF2B5EF4-FFF2-40B4-BE49-F238E27FC236}">
                  <a16:creationId xmlns:a16="http://schemas.microsoft.com/office/drawing/2014/main" id="{069A5357-A0E2-45D9-8303-4934DDEE6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261"/>
              <a:ext cx="38" cy="29"/>
            </a:xfrm>
            <a:custGeom>
              <a:avLst/>
              <a:gdLst>
                <a:gd name="T0" fmla="*/ 160 w 18"/>
                <a:gd name="T1" fmla="*/ 125 h 13"/>
                <a:gd name="T2" fmla="*/ 160 w 18"/>
                <a:gd name="T3" fmla="*/ 134 h 13"/>
                <a:gd name="T4" fmla="*/ 57 w 18"/>
                <a:gd name="T5" fmla="*/ 100 h 13"/>
                <a:gd name="T6" fmla="*/ 0 w 18"/>
                <a:gd name="T7" fmla="*/ 20 h 13"/>
                <a:gd name="T8" fmla="*/ 36 w 18"/>
                <a:gd name="T9" fmla="*/ 9 h 13"/>
                <a:gd name="T10" fmla="*/ 36 w 18"/>
                <a:gd name="T11" fmla="*/ 9 h 13"/>
                <a:gd name="T12" fmla="*/ 0 w 18"/>
                <a:gd name="T13" fmla="*/ 20 h 13"/>
                <a:gd name="T14" fmla="*/ 57 w 18"/>
                <a:gd name="T15" fmla="*/ 100 h 13"/>
                <a:gd name="T16" fmla="*/ 160 w 18"/>
                <a:gd name="T17" fmla="*/ 134 h 13"/>
                <a:gd name="T18" fmla="*/ 160 w 18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3">
                  <a:moveTo>
                    <a:pt x="17" y="11"/>
                  </a:moveTo>
                  <a:cubicBezTo>
                    <a:pt x="17" y="11"/>
                    <a:pt x="17" y="12"/>
                    <a:pt x="17" y="12"/>
                  </a:cubicBezTo>
                  <a:cubicBezTo>
                    <a:pt x="16" y="13"/>
                    <a:pt x="12" y="13"/>
                    <a:pt x="6" y="9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6"/>
                    <a:pt x="6" y="9"/>
                  </a:cubicBezTo>
                  <a:cubicBezTo>
                    <a:pt x="12" y="13"/>
                    <a:pt x="16" y="13"/>
                    <a:pt x="17" y="12"/>
                  </a:cubicBezTo>
                  <a:cubicBezTo>
                    <a:pt x="18" y="12"/>
                    <a:pt x="17" y="12"/>
                    <a:pt x="1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5" name="Freeform 826">
              <a:extLst>
                <a:ext uri="{FF2B5EF4-FFF2-40B4-BE49-F238E27FC236}">
                  <a16:creationId xmlns:a16="http://schemas.microsoft.com/office/drawing/2014/main" id="{F5B6802F-9B17-4A03-97A4-468276BDF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435"/>
              <a:ext cx="67" cy="56"/>
            </a:xfrm>
            <a:custGeom>
              <a:avLst/>
              <a:gdLst>
                <a:gd name="T0" fmla="*/ 149 w 32"/>
                <a:gd name="T1" fmla="*/ 0 h 25"/>
                <a:gd name="T2" fmla="*/ 75 w 32"/>
                <a:gd name="T3" fmla="*/ 9 h 25"/>
                <a:gd name="T4" fmla="*/ 92 w 32"/>
                <a:gd name="T5" fmla="*/ 215 h 25"/>
                <a:gd name="T6" fmla="*/ 268 w 32"/>
                <a:gd name="T7" fmla="*/ 235 h 25"/>
                <a:gd name="T8" fmla="*/ 276 w 32"/>
                <a:gd name="T9" fmla="*/ 125 h 25"/>
                <a:gd name="T10" fmla="*/ 201 w 32"/>
                <a:gd name="T11" fmla="*/ 56 h 25"/>
                <a:gd name="T12" fmla="*/ 149 w 32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5">
                  <a:moveTo>
                    <a:pt x="16" y="0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4"/>
                    <a:pt x="3" y="14"/>
                    <a:pt x="10" y="19"/>
                  </a:cubicBezTo>
                  <a:cubicBezTo>
                    <a:pt x="17" y="25"/>
                    <a:pt x="26" y="25"/>
                    <a:pt x="29" y="21"/>
                  </a:cubicBezTo>
                  <a:cubicBezTo>
                    <a:pt x="32" y="18"/>
                    <a:pt x="32" y="15"/>
                    <a:pt x="30" y="11"/>
                  </a:cubicBezTo>
                  <a:cubicBezTo>
                    <a:pt x="28" y="8"/>
                    <a:pt x="24" y="6"/>
                    <a:pt x="22" y="5"/>
                  </a:cubicBezTo>
                  <a:cubicBezTo>
                    <a:pt x="20" y="3"/>
                    <a:pt x="18" y="1"/>
                    <a:pt x="16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6" name="Freeform 827">
              <a:extLst>
                <a:ext uri="{FF2B5EF4-FFF2-40B4-BE49-F238E27FC236}">
                  <a16:creationId xmlns:a16="http://schemas.microsoft.com/office/drawing/2014/main" id="{DFA5C0DA-8CE8-4215-BCAC-50413F664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449"/>
              <a:ext cx="32" cy="26"/>
            </a:xfrm>
            <a:custGeom>
              <a:avLst/>
              <a:gdLst>
                <a:gd name="T0" fmla="*/ 0 w 15"/>
                <a:gd name="T1" fmla="*/ 20 h 12"/>
                <a:gd name="T2" fmla="*/ 28 w 15"/>
                <a:gd name="T3" fmla="*/ 72 h 12"/>
                <a:gd name="T4" fmla="*/ 117 w 15"/>
                <a:gd name="T5" fmla="*/ 121 h 12"/>
                <a:gd name="T6" fmla="*/ 145 w 15"/>
                <a:gd name="T7" fmla="*/ 104 h 12"/>
                <a:gd name="T8" fmla="*/ 145 w 15"/>
                <a:gd name="T9" fmla="*/ 104 h 12"/>
                <a:gd name="T10" fmla="*/ 117 w 15"/>
                <a:gd name="T11" fmla="*/ 121 h 12"/>
                <a:gd name="T12" fmla="*/ 28 w 15"/>
                <a:gd name="T13" fmla="*/ 72 h 12"/>
                <a:gd name="T14" fmla="*/ 9 w 15"/>
                <a:gd name="T15" fmla="*/ 20 h 12"/>
                <a:gd name="T16" fmla="*/ 28 w 15"/>
                <a:gd name="T17" fmla="*/ 0 h 12"/>
                <a:gd name="T18" fmla="*/ 28 w 15"/>
                <a:gd name="T19" fmla="*/ 0 h 12"/>
                <a:gd name="T20" fmla="*/ 0 w 15"/>
                <a:gd name="T21" fmla="*/ 2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2">
                  <a:moveTo>
                    <a:pt x="0" y="2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5" y="10"/>
                    <a:pt x="9" y="12"/>
                    <a:pt x="12" y="12"/>
                  </a:cubicBezTo>
                  <a:cubicBezTo>
                    <a:pt x="13" y="12"/>
                    <a:pt x="14" y="11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1"/>
                    <a:pt x="13" y="12"/>
                    <a:pt x="12" y="12"/>
                  </a:cubicBezTo>
                  <a:cubicBezTo>
                    <a:pt x="9" y="12"/>
                    <a:pt x="6" y="10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7" name="Freeform 828">
              <a:extLst>
                <a:ext uri="{FF2B5EF4-FFF2-40B4-BE49-F238E27FC236}">
                  <a16:creationId xmlns:a16="http://schemas.microsoft.com/office/drawing/2014/main" id="{04ED3533-E77C-4777-8CEA-DC2D9BB25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417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17 w 23"/>
                <a:gd name="T5" fmla="*/ 56 h 21"/>
                <a:gd name="T6" fmla="*/ 100 w 23"/>
                <a:gd name="T7" fmla="*/ 226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3" y="3"/>
                    <a:pt x="2" y="5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8" name="Freeform 829">
              <a:extLst>
                <a:ext uri="{FF2B5EF4-FFF2-40B4-BE49-F238E27FC236}">
                  <a16:creationId xmlns:a16="http://schemas.microsoft.com/office/drawing/2014/main" id="{B55FE65D-59B7-45B4-91D0-9FCF4F1DF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429"/>
              <a:ext cx="25" cy="24"/>
            </a:xfrm>
            <a:custGeom>
              <a:avLst/>
              <a:gdLst>
                <a:gd name="T0" fmla="*/ 108 w 12"/>
                <a:gd name="T1" fmla="*/ 52 h 11"/>
                <a:gd name="T2" fmla="*/ 100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33 h 11"/>
                <a:gd name="T14" fmla="*/ 27 w 12"/>
                <a:gd name="T15" fmla="*/ 96 h 11"/>
                <a:gd name="T16" fmla="*/ 100 w 12"/>
                <a:gd name="T17" fmla="*/ 96 h 11"/>
                <a:gd name="T18" fmla="*/ 108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5"/>
                  </a:moveTo>
                  <a:cubicBezTo>
                    <a:pt x="12" y="7"/>
                    <a:pt x="12" y="8"/>
                    <a:pt x="11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0" y="4"/>
                    <a:pt x="1" y="6"/>
                    <a:pt x="3" y="9"/>
                  </a:cubicBezTo>
                  <a:cubicBezTo>
                    <a:pt x="6" y="11"/>
                    <a:pt x="10" y="11"/>
                    <a:pt x="11" y="9"/>
                  </a:cubicBezTo>
                  <a:cubicBezTo>
                    <a:pt x="12" y="8"/>
                    <a:pt x="12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9" name="Freeform 830">
              <a:extLst>
                <a:ext uri="{FF2B5EF4-FFF2-40B4-BE49-F238E27FC236}">
                  <a16:creationId xmlns:a16="http://schemas.microsoft.com/office/drawing/2014/main" id="{70D8F613-060B-4F2B-AFE1-6782DD13E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322"/>
              <a:ext cx="50" cy="51"/>
            </a:xfrm>
            <a:custGeom>
              <a:avLst/>
              <a:gdLst>
                <a:gd name="T0" fmla="*/ 173 w 24"/>
                <a:gd name="T1" fmla="*/ 44 h 23"/>
                <a:gd name="T2" fmla="*/ 100 w 24"/>
                <a:gd name="T3" fmla="*/ 0 h 23"/>
                <a:gd name="T4" fmla="*/ 35 w 24"/>
                <a:gd name="T5" fmla="*/ 20 h 23"/>
                <a:gd name="T6" fmla="*/ 73 w 24"/>
                <a:gd name="T7" fmla="*/ 206 h 23"/>
                <a:gd name="T8" fmla="*/ 208 w 24"/>
                <a:gd name="T9" fmla="*/ 162 h 23"/>
                <a:gd name="T10" fmla="*/ 173 w 24"/>
                <a:gd name="T11" fmla="*/ 4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19" y="4"/>
                  </a:moveTo>
                  <a:cubicBezTo>
                    <a:pt x="17" y="2"/>
                    <a:pt x="15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3"/>
                    <a:pt x="22" y="20"/>
                    <a:pt x="23" y="15"/>
                  </a:cubicBezTo>
                  <a:cubicBezTo>
                    <a:pt x="24" y="11"/>
                    <a:pt x="23" y="9"/>
                    <a:pt x="19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10" name="Freeform 831">
              <a:extLst>
                <a:ext uri="{FF2B5EF4-FFF2-40B4-BE49-F238E27FC236}">
                  <a16:creationId xmlns:a16="http://schemas.microsoft.com/office/drawing/2014/main" id="{173AE0EA-E8F4-4704-ADBD-36646662A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330"/>
              <a:ext cx="25" cy="27"/>
            </a:xfrm>
            <a:custGeom>
              <a:avLst/>
              <a:gdLst>
                <a:gd name="T0" fmla="*/ 100 w 12"/>
                <a:gd name="T1" fmla="*/ 81 h 12"/>
                <a:gd name="T2" fmla="*/ 83 w 12"/>
                <a:gd name="T3" fmla="*/ 126 h 12"/>
                <a:gd name="T4" fmla="*/ 17 w 12"/>
                <a:gd name="T5" fmla="*/ 92 h 12"/>
                <a:gd name="T6" fmla="*/ 8 w 12"/>
                <a:gd name="T7" fmla="*/ 25 h 12"/>
                <a:gd name="T8" fmla="*/ 35 w 12"/>
                <a:gd name="T9" fmla="*/ 0 h 12"/>
                <a:gd name="T10" fmla="*/ 35 w 12"/>
                <a:gd name="T11" fmla="*/ 0 h 12"/>
                <a:gd name="T12" fmla="*/ 0 w 12"/>
                <a:gd name="T13" fmla="*/ 25 h 12"/>
                <a:gd name="T14" fmla="*/ 17 w 12"/>
                <a:gd name="T15" fmla="*/ 92 h 12"/>
                <a:gd name="T16" fmla="*/ 83 w 12"/>
                <a:gd name="T17" fmla="*/ 137 h 12"/>
                <a:gd name="T18" fmla="*/ 100 w 12"/>
                <a:gd name="T19" fmla="*/ 8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9" y="11"/>
                  </a:cubicBezTo>
                  <a:cubicBezTo>
                    <a:pt x="7" y="12"/>
                    <a:pt x="4" y="12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0" y="3"/>
                    <a:pt x="0" y="6"/>
                    <a:pt x="2" y="8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1" name="Freeform 832">
              <a:extLst>
                <a:ext uri="{FF2B5EF4-FFF2-40B4-BE49-F238E27FC236}">
                  <a16:creationId xmlns:a16="http://schemas.microsoft.com/office/drawing/2014/main" id="{CB083E37-AB5A-4056-A546-E587DF405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384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83 w 24"/>
                <a:gd name="T3" fmla="*/ 9 h 21"/>
                <a:gd name="T4" fmla="*/ 27 w 24"/>
                <a:gd name="T5" fmla="*/ 56 h 21"/>
                <a:gd name="T6" fmla="*/ 100 w 24"/>
                <a:gd name="T7" fmla="*/ 226 h 21"/>
                <a:gd name="T8" fmla="*/ 208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2"/>
                    <a:pt x="11" y="0"/>
                    <a:pt x="9" y="1"/>
                  </a:cubicBezTo>
                  <a:cubicBezTo>
                    <a:pt x="6" y="2"/>
                    <a:pt x="4" y="3"/>
                    <a:pt x="3" y="5"/>
                  </a:cubicBezTo>
                  <a:cubicBezTo>
                    <a:pt x="0" y="11"/>
                    <a:pt x="5" y="18"/>
                    <a:pt x="11" y="20"/>
                  </a:cubicBezTo>
                  <a:cubicBezTo>
                    <a:pt x="18" y="21"/>
                    <a:pt x="24" y="17"/>
                    <a:pt x="23" y="12"/>
                  </a:cubicBezTo>
                  <a:cubicBezTo>
                    <a:pt x="23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12" name="Freeform 833">
              <a:extLst>
                <a:ext uri="{FF2B5EF4-FFF2-40B4-BE49-F238E27FC236}">
                  <a16:creationId xmlns:a16="http://schemas.microsoft.com/office/drawing/2014/main" id="{0319307B-27FF-41D7-B0CA-0D5F34A85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3395"/>
              <a:ext cx="26" cy="25"/>
            </a:xfrm>
            <a:custGeom>
              <a:avLst/>
              <a:gdLst>
                <a:gd name="T0" fmla="*/ 113 w 12"/>
                <a:gd name="T1" fmla="*/ 57 h 11"/>
                <a:gd name="T2" fmla="*/ 104 w 12"/>
                <a:gd name="T3" fmla="*/ 102 h 11"/>
                <a:gd name="T4" fmla="*/ 33 w 12"/>
                <a:gd name="T5" fmla="*/ 93 h 11"/>
                <a:gd name="T6" fmla="*/ 0 w 12"/>
                <a:gd name="T7" fmla="*/ 36 h 11"/>
                <a:gd name="T8" fmla="*/ 20 w 12"/>
                <a:gd name="T9" fmla="*/ 0 h 11"/>
                <a:gd name="T10" fmla="*/ 20 w 12"/>
                <a:gd name="T11" fmla="*/ 0 h 11"/>
                <a:gd name="T12" fmla="*/ 0 w 12"/>
                <a:gd name="T13" fmla="*/ 36 h 11"/>
                <a:gd name="T14" fmla="*/ 33 w 12"/>
                <a:gd name="T15" fmla="*/ 102 h 11"/>
                <a:gd name="T16" fmla="*/ 104 w 12"/>
                <a:gd name="T17" fmla="*/ 102 h 11"/>
                <a:gd name="T18" fmla="*/ 113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0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6"/>
                    <a:pt x="3" y="9"/>
                  </a:cubicBezTo>
                  <a:cubicBezTo>
                    <a:pt x="6" y="11"/>
                    <a:pt x="9" y="11"/>
                    <a:pt x="10" y="9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3" name="Freeform 834">
              <a:extLst>
                <a:ext uri="{FF2B5EF4-FFF2-40B4-BE49-F238E27FC236}">
                  <a16:creationId xmlns:a16="http://schemas.microsoft.com/office/drawing/2014/main" id="{242E4BCC-F901-4DFA-96FE-E5C25A6DA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348"/>
              <a:ext cx="65" cy="61"/>
            </a:xfrm>
            <a:custGeom>
              <a:avLst/>
              <a:gdLst>
                <a:gd name="T0" fmla="*/ 136 w 31"/>
                <a:gd name="T1" fmla="*/ 11 h 27"/>
                <a:gd name="T2" fmla="*/ 36 w 31"/>
                <a:gd name="T3" fmla="*/ 56 h 27"/>
                <a:gd name="T4" fmla="*/ 92 w 31"/>
                <a:gd name="T5" fmla="*/ 239 h 27"/>
                <a:gd name="T6" fmla="*/ 260 w 31"/>
                <a:gd name="T7" fmla="*/ 264 h 27"/>
                <a:gd name="T8" fmla="*/ 277 w 31"/>
                <a:gd name="T9" fmla="*/ 174 h 27"/>
                <a:gd name="T10" fmla="*/ 201 w 31"/>
                <a:gd name="T11" fmla="*/ 93 h 27"/>
                <a:gd name="T12" fmla="*/ 136 w 31"/>
                <a:gd name="T13" fmla="*/ 1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7">
                  <a:moveTo>
                    <a:pt x="15" y="1"/>
                  </a:moveTo>
                  <a:cubicBezTo>
                    <a:pt x="11" y="0"/>
                    <a:pt x="7" y="1"/>
                    <a:pt x="4" y="5"/>
                  </a:cubicBezTo>
                  <a:cubicBezTo>
                    <a:pt x="0" y="10"/>
                    <a:pt x="2" y="17"/>
                    <a:pt x="10" y="21"/>
                  </a:cubicBezTo>
                  <a:cubicBezTo>
                    <a:pt x="17" y="26"/>
                    <a:pt x="22" y="27"/>
                    <a:pt x="28" y="23"/>
                  </a:cubicBezTo>
                  <a:cubicBezTo>
                    <a:pt x="30" y="21"/>
                    <a:pt x="31" y="18"/>
                    <a:pt x="30" y="15"/>
                  </a:cubicBezTo>
                  <a:cubicBezTo>
                    <a:pt x="28" y="11"/>
                    <a:pt x="26" y="11"/>
                    <a:pt x="22" y="8"/>
                  </a:cubicBezTo>
                  <a:cubicBezTo>
                    <a:pt x="21" y="6"/>
                    <a:pt x="19" y="2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14" name="Freeform 835">
              <a:extLst>
                <a:ext uri="{FF2B5EF4-FFF2-40B4-BE49-F238E27FC236}">
                  <a16:creationId xmlns:a16="http://schemas.microsoft.com/office/drawing/2014/main" id="{D9150053-21C4-48C5-A3CD-9974AD03E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359"/>
              <a:ext cx="34" cy="32"/>
            </a:xfrm>
            <a:custGeom>
              <a:avLst/>
              <a:gdLst>
                <a:gd name="T0" fmla="*/ 153 w 16"/>
                <a:gd name="T1" fmla="*/ 130 h 14"/>
                <a:gd name="T2" fmla="*/ 153 w 16"/>
                <a:gd name="T3" fmla="*/ 158 h 14"/>
                <a:gd name="T4" fmla="*/ 49 w 16"/>
                <a:gd name="T5" fmla="*/ 110 h 14"/>
                <a:gd name="T6" fmla="*/ 9 w 16"/>
                <a:gd name="T7" fmla="*/ 25 h 14"/>
                <a:gd name="T8" fmla="*/ 49 w 16"/>
                <a:gd name="T9" fmla="*/ 11 h 14"/>
                <a:gd name="T10" fmla="*/ 49 w 16"/>
                <a:gd name="T11" fmla="*/ 11 h 14"/>
                <a:gd name="T12" fmla="*/ 9 w 16"/>
                <a:gd name="T13" fmla="*/ 25 h 14"/>
                <a:gd name="T14" fmla="*/ 49 w 16"/>
                <a:gd name="T15" fmla="*/ 110 h 14"/>
                <a:gd name="T16" fmla="*/ 153 w 16"/>
                <a:gd name="T17" fmla="*/ 158 h 14"/>
                <a:gd name="T18" fmla="*/ 153 w 16"/>
                <a:gd name="T19" fmla="*/ 13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4">
                  <a:moveTo>
                    <a:pt x="16" y="11"/>
                  </a:moveTo>
                  <a:cubicBezTo>
                    <a:pt x="16" y="12"/>
                    <a:pt x="16" y="12"/>
                    <a:pt x="16" y="13"/>
                  </a:cubicBezTo>
                  <a:cubicBezTo>
                    <a:pt x="14" y="13"/>
                    <a:pt x="11" y="13"/>
                    <a:pt x="5" y="9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1" y="6"/>
                    <a:pt x="5" y="9"/>
                  </a:cubicBezTo>
                  <a:cubicBezTo>
                    <a:pt x="10" y="13"/>
                    <a:pt x="14" y="14"/>
                    <a:pt x="16" y="13"/>
                  </a:cubicBezTo>
                  <a:cubicBezTo>
                    <a:pt x="16" y="12"/>
                    <a:pt x="16" y="12"/>
                    <a:pt x="16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5" name="Freeform 836">
              <a:extLst>
                <a:ext uri="{FF2B5EF4-FFF2-40B4-BE49-F238E27FC236}">
                  <a16:creationId xmlns:a16="http://schemas.microsoft.com/office/drawing/2014/main" id="{86A487D3-7F7D-4EBE-8673-B9D426A83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348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27 w 23"/>
                <a:gd name="T5" fmla="*/ 56 h 21"/>
                <a:gd name="T6" fmla="*/ 100 w 23"/>
                <a:gd name="T7" fmla="*/ 226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4" y="3"/>
                    <a:pt x="3" y="5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3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16" name="Freeform 837">
              <a:extLst>
                <a:ext uri="{FF2B5EF4-FFF2-40B4-BE49-F238E27FC236}">
                  <a16:creationId xmlns:a16="http://schemas.microsoft.com/office/drawing/2014/main" id="{9B3A0600-00FB-4A69-B12B-402919277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359"/>
              <a:ext cx="27" cy="25"/>
            </a:xfrm>
            <a:custGeom>
              <a:avLst/>
              <a:gdLst>
                <a:gd name="T0" fmla="*/ 108 w 13"/>
                <a:gd name="T1" fmla="*/ 57 h 11"/>
                <a:gd name="T2" fmla="*/ 100 w 13"/>
                <a:gd name="T3" fmla="*/ 102 h 11"/>
                <a:gd name="T4" fmla="*/ 35 w 13"/>
                <a:gd name="T5" fmla="*/ 93 h 11"/>
                <a:gd name="T6" fmla="*/ 8 w 13"/>
                <a:gd name="T7" fmla="*/ 36 h 11"/>
                <a:gd name="T8" fmla="*/ 25 w 13"/>
                <a:gd name="T9" fmla="*/ 0 h 11"/>
                <a:gd name="T10" fmla="*/ 25 w 13"/>
                <a:gd name="T11" fmla="*/ 0 h 11"/>
                <a:gd name="T12" fmla="*/ 8 w 13"/>
                <a:gd name="T13" fmla="*/ 36 h 11"/>
                <a:gd name="T14" fmla="*/ 35 w 13"/>
                <a:gd name="T15" fmla="*/ 102 h 11"/>
                <a:gd name="T16" fmla="*/ 100 w 13"/>
                <a:gd name="T17" fmla="*/ 102 h 11"/>
                <a:gd name="T18" fmla="*/ 108 w 13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5"/>
                  </a:moveTo>
                  <a:cubicBezTo>
                    <a:pt x="13" y="7"/>
                    <a:pt x="12" y="8"/>
                    <a:pt x="11" y="9"/>
                  </a:cubicBezTo>
                  <a:cubicBezTo>
                    <a:pt x="10" y="10"/>
                    <a:pt x="7" y="11"/>
                    <a:pt x="4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5"/>
                    <a:pt x="1" y="6"/>
                    <a:pt x="4" y="9"/>
                  </a:cubicBezTo>
                  <a:cubicBezTo>
                    <a:pt x="7" y="11"/>
                    <a:pt x="10" y="11"/>
                    <a:pt x="11" y="9"/>
                  </a:cubicBezTo>
                  <a:cubicBezTo>
                    <a:pt x="13" y="8"/>
                    <a:pt x="13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7" name="Freeform 838">
              <a:extLst>
                <a:ext uri="{FF2B5EF4-FFF2-40B4-BE49-F238E27FC236}">
                  <a16:creationId xmlns:a16="http://schemas.microsoft.com/office/drawing/2014/main" id="{31307848-B886-475A-B3B2-8BCB5DF93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438"/>
              <a:ext cx="69" cy="55"/>
            </a:xfrm>
            <a:custGeom>
              <a:avLst/>
              <a:gdLst>
                <a:gd name="T0" fmla="*/ 109 w 33"/>
                <a:gd name="T1" fmla="*/ 9 h 25"/>
                <a:gd name="T2" fmla="*/ 27 w 33"/>
                <a:gd name="T3" fmla="*/ 53 h 25"/>
                <a:gd name="T4" fmla="*/ 117 w 33"/>
                <a:gd name="T5" fmla="*/ 222 h 25"/>
                <a:gd name="T6" fmla="*/ 284 w 33"/>
                <a:gd name="T7" fmla="*/ 222 h 25"/>
                <a:gd name="T8" fmla="*/ 284 w 33"/>
                <a:gd name="T9" fmla="*/ 125 h 25"/>
                <a:gd name="T10" fmla="*/ 201 w 33"/>
                <a:gd name="T11" fmla="*/ 73 h 25"/>
                <a:gd name="T12" fmla="*/ 109 w 33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2" y="1"/>
                  </a:moveTo>
                  <a:cubicBezTo>
                    <a:pt x="8" y="0"/>
                    <a:pt x="5" y="1"/>
                    <a:pt x="3" y="5"/>
                  </a:cubicBezTo>
                  <a:cubicBezTo>
                    <a:pt x="0" y="11"/>
                    <a:pt x="5" y="17"/>
                    <a:pt x="13" y="21"/>
                  </a:cubicBezTo>
                  <a:cubicBezTo>
                    <a:pt x="22" y="25"/>
                    <a:pt x="27" y="25"/>
                    <a:pt x="31" y="21"/>
                  </a:cubicBezTo>
                  <a:cubicBezTo>
                    <a:pt x="33" y="18"/>
                    <a:pt x="33" y="15"/>
                    <a:pt x="31" y="12"/>
                  </a:cubicBezTo>
                  <a:cubicBezTo>
                    <a:pt x="29" y="9"/>
                    <a:pt x="26" y="9"/>
                    <a:pt x="22" y="7"/>
                  </a:cubicBezTo>
                  <a:cubicBezTo>
                    <a:pt x="20" y="5"/>
                    <a:pt x="17" y="2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18" name="Freeform 839">
              <a:extLst>
                <a:ext uri="{FF2B5EF4-FFF2-40B4-BE49-F238E27FC236}">
                  <a16:creationId xmlns:a16="http://schemas.microsoft.com/office/drawing/2014/main" id="{BA81C1BE-DE6D-4F88-8D8B-39BF43623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449"/>
              <a:ext cx="38" cy="26"/>
            </a:xfrm>
            <a:custGeom>
              <a:avLst/>
              <a:gdLst>
                <a:gd name="T0" fmla="*/ 169 w 18"/>
                <a:gd name="T1" fmla="*/ 104 h 12"/>
                <a:gd name="T2" fmla="*/ 169 w 18"/>
                <a:gd name="T3" fmla="*/ 113 h 12"/>
                <a:gd name="T4" fmla="*/ 57 w 18"/>
                <a:gd name="T5" fmla="*/ 93 h 12"/>
                <a:gd name="T6" fmla="*/ 0 w 18"/>
                <a:gd name="T7" fmla="*/ 20 h 12"/>
                <a:gd name="T8" fmla="*/ 36 w 18"/>
                <a:gd name="T9" fmla="*/ 0 h 12"/>
                <a:gd name="T10" fmla="*/ 36 w 18"/>
                <a:gd name="T11" fmla="*/ 0 h 12"/>
                <a:gd name="T12" fmla="*/ 0 w 18"/>
                <a:gd name="T13" fmla="*/ 20 h 12"/>
                <a:gd name="T14" fmla="*/ 57 w 18"/>
                <a:gd name="T15" fmla="*/ 93 h 12"/>
                <a:gd name="T16" fmla="*/ 169 w 18"/>
                <a:gd name="T17" fmla="*/ 113 h 12"/>
                <a:gd name="T18" fmla="*/ 169 w 18"/>
                <a:gd name="T19" fmla="*/ 10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2">
                  <a:moveTo>
                    <a:pt x="18" y="10"/>
                  </a:moveTo>
                  <a:cubicBezTo>
                    <a:pt x="18" y="10"/>
                    <a:pt x="18" y="10"/>
                    <a:pt x="18" y="11"/>
                  </a:cubicBezTo>
                  <a:cubicBezTo>
                    <a:pt x="17" y="12"/>
                    <a:pt x="13" y="12"/>
                    <a:pt x="6" y="9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6"/>
                    <a:pt x="6" y="9"/>
                  </a:cubicBezTo>
                  <a:cubicBezTo>
                    <a:pt x="13" y="12"/>
                    <a:pt x="17" y="12"/>
                    <a:pt x="18" y="11"/>
                  </a:cubicBezTo>
                  <a:cubicBezTo>
                    <a:pt x="18" y="11"/>
                    <a:pt x="18" y="10"/>
                    <a:pt x="18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9" name="Freeform 840">
              <a:extLst>
                <a:ext uri="{FF2B5EF4-FFF2-40B4-BE49-F238E27FC236}">
                  <a16:creationId xmlns:a16="http://schemas.microsoft.com/office/drawing/2014/main" id="{6E24DD14-3277-494B-95BE-5A9B0006F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339"/>
              <a:ext cx="56" cy="58"/>
            </a:xfrm>
            <a:custGeom>
              <a:avLst/>
              <a:gdLst>
                <a:gd name="T0" fmla="*/ 133 w 27"/>
                <a:gd name="T1" fmla="*/ 20 h 26"/>
                <a:gd name="T2" fmla="*/ 73 w 27"/>
                <a:gd name="T3" fmla="*/ 0 h 26"/>
                <a:gd name="T4" fmla="*/ 44 w 27"/>
                <a:gd name="T5" fmla="*/ 199 h 26"/>
                <a:gd name="T6" fmla="*/ 197 w 27"/>
                <a:gd name="T7" fmla="*/ 254 h 26"/>
                <a:gd name="T8" fmla="*/ 232 w 27"/>
                <a:gd name="T9" fmla="*/ 154 h 26"/>
                <a:gd name="T10" fmla="*/ 176 w 27"/>
                <a:gd name="T11" fmla="*/ 65 h 26"/>
                <a:gd name="T12" fmla="*/ 133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3" y="0"/>
                    <a:pt x="10" y="0"/>
                    <a:pt x="8" y="0"/>
                  </a:cubicBezTo>
                  <a:cubicBezTo>
                    <a:pt x="0" y="2"/>
                    <a:pt x="0" y="11"/>
                    <a:pt x="5" y="18"/>
                  </a:cubicBezTo>
                  <a:cubicBezTo>
                    <a:pt x="11" y="24"/>
                    <a:pt x="19" y="26"/>
                    <a:pt x="22" y="23"/>
                  </a:cubicBezTo>
                  <a:cubicBezTo>
                    <a:pt x="26" y="21"/>
                    <a:pt x="27" y="17"/>
                    <a:pt x="26" y="14"/>
                  </a:cubicBezTo>
                  <a:cubicBezTo>
                    <a:pt x="24" y="11"/>
                    <a:pt x="21" y="8"/>
                    <a:pt x="20" y="6"/>
                  </a:cubicBezTo>
                  <a:cubicBezTo>
                    <a:pt x="18" y="5"/>
                    <a:pt x="17" y="2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20" name="Freeform 841">
              <a:extLst>
                <a:ext uri="{FF2B5EF4-FFF2-40B4-BE49-F238E27FC236}">
                  <a16:creationId xmlns:a16="http://schemas.microsoft.com/office/drawing/2014/main" id="{810022EB-43F1-41A8-9EBF-F3CC67E9B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353"/>
              <a:ext cx="27" cy="29"/>
            </a:xfrm>
            <a:custGeom>
              <a:avLst/>
              <a:gdLst>
                <a:gd name="T0" fmla="*/ 8 w 13"/>
                <a:gd name="T1" fmla="*/ 9 h 13"/>
                <a:gd name="T2" fmla="*/ 17 w 13"/>
                <a:gd name="T3" fmla="*/ 80 h 13"/>
                <a:gd name="T4" fmla="*/ 81 w 13"/>
                <a:gd name="T5" fmla="*/ 145 h 13"/>
                <a:gd name="T6" fmla="*/ 116 w 13"/>
                <a:gd name="T7" fmla="*/ 134 h 13"/>
                <a:gd name="T8" fmla="*/ 116 w 13"/>
                <a:gd name="T9" fmla="*/ 134 h 13"/>
                <a:gd name="T10" fmla="*/ 81 w 13"/>
                <a:gd name="T11" fmla="*/ 145 h 13"/>
                <a:gd name="T12" fmla="*/ 17 w 13"/>
                <a:gd name="T13" fmla="*/ 80 h 13"/>
                <a:gd name="T14" fmla="*/ 8 w 13"/>
                <a:gd name="T15" fmla="*/ 9 h 13"/>
                <a:gd name="T16" fmla="*/ 35 w 13"/>
                <a:gd name="T17" fmla="*/ 0 h 13"/>
                <a:gd name="T18" fmla="*/ 35 w 13"/>
                <a:gd name="T19" fmla="*/ 0 h 13"/>
                <a:gd name="T20" fmla="*/ 8 w 13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1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10"/>
                    <a:pt x="7" y="12"/>
                    <a:pt x="9" y="13"/>
                  </a:cubicBezTo>
                  <a:cubicBezTo>
                    <a:pt x="11" y="13"/>
                    <a:pt x="12" y="13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11" y="13"/>
                    <a:pt x="9" y="13"/>
                  </a:cubicBezTo>
                  <a:cubicBezTo>
                    <a:pt x="7" y="12"/>
                    <a:pt x="4" y="10"/>
                    <a:pt x="2" y="7"/>
                  </a:cubicBezTo>
                  <a:cubicBezTo>
                    <a:pt x="1" y="5"/>
                    <a:pt x="1" y="3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1" name="Freeform 842">
              <a:extLst>
                <a:ext uri="{FF2B5EF4-FFF2-40B4-BE49-F238E27FC236}">
                  <a16:creationId xmlns:a16="http://schemas.microsoft.com/office/drawing/2014/main" id="{C106AEA2-20D9-45E4-A5A5-C51B52FA0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364"/>
              <a:ext cx="52" cy="47"/>
            </a:xfrm>
            <a:custGeom>
              <a:avLst/>
              <a:gdLst>
                <a:gd name="T0" fmla="*/ 108 w 25"/>
                <a:gd name="T1" fmla="*/ 9 h 21"/>
                <a:gd name="T2" fmla="*/ 25 w 25"/>
                <a:gd name="T3" fmla="*/ 20 h 21"/>
                <a:gd name="T4" fmla="*/ 0 w 25"/>
                <a:gd name="T5" fmla="*/ 101 h 21"/>
                <a:gd name="T6" fmla="*/ 133 w 25"/>
                <a:gd name="T7" fmla="*/ 215 h 21"/>
                <a:gd name="T8" fmla="*/ 208 w 25"/>
                <a:gd name="T9" fmla="*/ 65 h 21"/>
                <a:gd name="T10" fmla="*/ 108 w 25"/>
                <a:gd name="T11" fmla="*/ 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1">
                  <a:moveTo>
                    <a:pt x="12" y="1"/>
                  </a:moveTo>
                  <a:cubicBezTo>
                    <a:pt x="9" y="0"/>
                    <a:pt x="6" y="0"/>
                    <a:pt x="3" y="2"/>
                  </a:cubicBezTo>
                  <a:cubicBezTo>
                    <a:pt x="2" y="4"/>
                    <a:pt x="0" y="6"/>
                    <a:pt x="0" y="9"/>
                  </a:cubicBezTo>
                  <a:cubicBezTo>
                    <a:pt x="0" y="16"/>
                    <a:pt x="8" y="21"/>
                    <a:pt x="15" y="19"/>
                  </a:cubicBezTo>
                  <a:cubicBezTo>
                    <a:pt x="23" y="17"/>
                    <a:pt x="25" y="10"/>
                    <a:pt x="23" y="6"/>
                  </a:cubicBezTo>
                  <a:cubicBezTo>
                    <a:pt x="20" y="2"/>
                    <a:pt x="18" y="2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22" name="Freeform 843">
              <a:extLst>
                <a:ext uri="{FF2B5EF4-FFF2-40B4-BE49-F238E27FC236}">
                  <a16:creationId xmlns:a16="http://schemas.microsoft.com/office/drawing/2014/main" id="{4D761027-A47D-4375-83E4-BE5B033DE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377"/>
              <a:ext cx="29" cy="18"/>
            </a:xfrm>
            <a:custGeom>
              <a:avLst/>
              <a:gdLst>
                <a:gd name="T0" fmla="*/ 108 w 14"/>
                <a:gd name="T1" fmla="*/ 0 h 8"/>
                <a:gd name="T2" fmla="*/ 116 w 14"/>
                <a:gd name="T3" fmla="*/ 56 h 8"/>
                <a:gd name="T4" fmla="*/ 52 w 14"/>
                <a:gd name="T5" fmla="*/ 92 h 8"/>
                <a:gd name="T6" fmla="*/ 0 w 14"/>
                <a:gd name="T7" fmla="*/ 45 h 8"/>
                <a:gd name="T8" fmla="*/ 8 w 14"/>
                <a:gd name="T9" fmla="*/ 0 h 8"/>
                <a:gd name="T10" fmla="*/ 8 w 14"/>
                <a:gd name="T11" fmla="*/ 0 h 8"/>
                <a:gd name="T12" fmla="*/ 0 w 14"/>
                <a:gd name="T13" fmla="*/ 45 h 8"/>
                <a:gd name="T14" fmla="*/ 52 w 14"/>
                <a:gd name="T15" fmla="*/ 92 h 8"/>
                <a:gd name="T16" fmla="*/ 116 w 14"/>
                <a:gd name="T17" fmla="*/ 56 h 8"/>
                <a:gd name="T18" fmla="*/ 108 w 14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8">
                  <a:moveTo>
                    <a:pt x="12" y="0"/>
                  </a:moveTo>
                  <a:cubicBezTo>
                    <a:pt x="13" y="2"/>
                    <a:pt x="14" y="3"/>
                    <a:pt x="13" y="5"/>
                  </a:cubicBezTo>
                  <a:cubicBezTo>
                    <a:pt x="12" y="7"/>
                    <a:pt x="10" y="8"/>
                    <a:pt x="6" y="8"/>
                  </a:cubicBezTo>
                  <a:cubicBezTo>
                    <a:pt x="2" y="7"/>
                    <a:pt x="1" y="5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5"/>
                    <a:pt x="2" y="7"/>
                    <a:pt x="6" y="8"/>
                  </a:cubicBezTo>
                  <a:cubicBezTo>
                    <a:pt x="10" y="8"/>
                    <a:pt x="13" y="7"/>
                    <a:pt x="13" y="5"/>
                  </a:cubicBezTo>
                  <a:cubicBezTo>
                    <a:pt x="14" y="3"/>
                    <a:pt x="13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3" name="Freeform 844">
              <a:extLst>
                <a:ext uri="{FF2B5EF4-FFF2-40B4-BE49-F238E27FC236}">
                  <a16:creationId xmlns:a16="http://schemas.microsoft.com/office/drawing/2014/main" id="{3530ECAD-CE43-44A2-9B03-EF0247AA9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185"/>
              <a:ext cx="48" cy="47"/>
            </a:xfrm>
            <a:custGeom>
              <a:avLst/>
              <a:gdLst>
                <a:gd name="T0" fmla="*/ 152 w 23"/>
                <a:gd name="T1" fmla="*/ 36 h 21"/>
                <a:gd name="T2" fmla="*/ 83 w 23"/>
                <a:gd name="T3" fmla="*/ 0 h 21"/>
                <a:gd name="T4" fmla="*/ 27 w 23"/>
                <a:gd name="T5" fmla="*/ 45 h 21"/>
                <a:gd name="T6" fmla="*/ 100 w 23"/>
                <a:gd name="T7" fmla="*/ 215 h 21"/>
                <a:gd name="T8" fmla="*/ 209 w 23"/>
                <a:gd name="T9" fmla="*/ 145 h 21"/>
                <a:gd name="T10" fmla="*/ 152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7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1"/>
                    <a:pt x="5" y="2"/>
                    <a:pt x="3" y="4"/>
                  </a:cubicBezTo>
                  <a:cubicBezTo>
                    <a:pt x="0" y="9"/>
                    <a:pt x="4" y="17"/>
                    <a:pt x="11" y="19"/>
                  </a:cubicBezTo>
                  <a:cubicBezTo>
                    <a:pt x="17" y="21"/>
                    <a:pt x="23" y="17"/>
                    <a:pt x="23" y="13"/>
                  </a:cubicBezTo>
                  <a:cubicBezTo>
                    <a:pt x="23" y="8"/>
                    <a:pt x="22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24" name="Freeform 845">
              <a:extLst>
                <a:ext uri="{FF2B5EF4-FFF2-40B4-BE49-F238E27FC236}">
                  <a16:creationId xmlns:a16="http://schemas.microsoft.com/office/drawing/2014/main" id="{DDCE45B6-2206-40D7-8389-22245C2A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194"/>
              <a:ext cx="25" cy="25"/>
            </a:xfrm>
            <a:custGeom>
              <a:avLst/>
              <a:gdLst>
                <a:gd name="T0" fmla="*/ 100 w 12"/>
                <a:gd name="T1" fmla="*/ 73 h 11"/>
                <a:gd name="T2" fmla="*/ 92 w 12"/>
                <a:gd name="T3" fmla="*/ 118 h 11"/>
                <a:gd name="T4" fmla="*/ 27 w 12"/>
                <a:gd name="T5" fmla="*/ 102 h 11"/>
                <a:gd name="T6" fmla="*/ 0 w 12"/>
                <a:gd name="T7" fmla="*/ 36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36 h 11"/>
                <a:gd name="T14" fmla="*/ 27 w 12"/>
                <a:gd name="T15" fmla="*/ 102 h 11"/>
                <a:gd name="T16" fmla="*/ 92 w 12"/>
                <a:gd name="T17" fmla="*/ 118 h 11"/>
                <a:gd name="T18" fmla="*/ 100 w 12"/>
                <a:gd name="T19" fmla="*/ 7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2" y="8"/>
                    <a:pt x="11" y="9"/>
                    <a:pt x="10" y="10"/>
                  </a:cubicBezTo>
                  <a:cubicBezTo>
                    <a:pt x="8" y="11"/>
                    <a:pt x="6" y="11"/>
                    <a:pt x="3" y="9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0" y="4"/>
                    <a:pt x="0" y="6"/>
                    <a:pt x="3" y="9"/>
                  </a:cubicBezTo>
                  <a:cubicBezTo>
                    <a:pt x="5" y="11"/>
                    <a:pt x="9" y="11"/>
                    <a:pt x="10" y="10"/>
                  </a:cubicBezTo>
                  <a:cubicBezTo>
                    <a:pt x="12" y="9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5" name="Freeform 846">
              <a:extLst>
                <a:ext uri="{FF2B5EF4-FFF2-40B4-BE49-F238E27FC236}">
                  <a16:creationId xmlns:a16="http://schemas.microsoft.com/office/drawing/2014/main" id="{9557586C-EB1C-4A92-8CBC-962C2343B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3141"/>
              <a:ext cx="48" cy="71"/>
            </a:xfrm>
            <a:custGeom>
              <a:avLst/>
              <a:gdLst>
                <a:gd name="T0" fmla="*/ 83 w 23"/>
                <a:gd name="T1" fmla="*/ 36 h 32"/>
                <a:gd name="T2" fmla="*/ 8 w 23"/>
                <a:gd name="T3" fmla="*/ 80 h 32"/>
                <a:gd name="T4" fmla="*/ 65 w 23"/>
                <a:gd name="T5" fmla="*/ 271 h 32"/>
                <a:gd name="T6" fmla="*/ 165 w 23"/>
                <a:gd name="T7" fmla="*/ 331 h 32"/>
                <a:gd name="T8" fmla="*/ 83 w 23"/>
                <a:gd name="T9" fmla="*/ 3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9" y="3"/>
                  </a:moveTo>
                  <a:cubicBezTo>
                    <a:pt x="4" y="0"/>
                    <a:pt x="1" y="3"/>
                    <a:pt x="1" y="7"/>
                  </a:cubicBezTo>
                  <a:cubicBezTo>
                    <a:pt x="0" y="12"/>
                    <a:pt x="3" y="20"/>
                    <a:pt x="7" y="25"/>
                  </a:cubicBezTo>
                  <a:cubicBezTo>
                    <a:pt x="12" y="31"/>
                    <a:pt x="15" y="32"/>
                    <a:pt x="18" y="30"/>
                  </a:cubicBezTo>
                  <a:cubicBezTo>
                    <a:pt x="23" y="27"/>
                    <a:pt x="17" y="8"/>
                    <a:pt x="9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26" name="Freeform 847">
              <a:extLst>
                <a:ext uri="{FF2B5EF4-FFF2-40B4-BE49-F238E27FC236}">
                  <a16:creationId xmlns:a16="http://schemas.microsoft.com/office/drawing/2014/main" id="{147ED2D3-C931-456E-B6BA-C4836BCF0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154"/>
              <a:ext cx="21" cy="43"/>
            </a:xfrm>
            <a:custGeom>
              <a:avLst/>
              <a:gdLst>
                <a:gd name="T0" fmla="*/ 17 w 10"/>
                <a:gd name="T1" fmla="*/ 11 h 19"/>
                <a:gd name="T2" fmla="*/ 8 w 10"/>
                <a:gd name="T3" fmla="*/ 81 h 19"/>
                <a:gd name="T4" fmla="*/ 67 w 10"/>
                <a:gd name="T5" fmla="*/ 210 h 19"/>
                <a:gd name="T6" fmla="*/ 92 w 10"/>
                <a:gd name="T7" fmla="*/ 220 h 19"/>
                <a:gd name="T8" fmla="*/ 92 w 10"/>
                <a:gd name="T9" fmla="*/ 220 h 19"/>
                <a:gd name="T10" fmla="*/ 67 w 10"/>
                <a:gd name="T11" fmla="*/ 210 h 19"/>
                <a:gd name="T12" fmla="*/ 8 w 10"/>
                <a:gd name="T13" fmla="*/ 81 h 19"/>
                <a:gd name="T14" fmla="*/ 17 w 10"/>
                <a:gd name="T15" fmla="*/ 11 h 19"/>
                <a:gd name="T16" fmla="*/ 48 w 10"/>
                <a:gd name="T17" fmla="*/ 25 h 19"/>
                <a:gd name="T18" fmla="*/ 48 w 10"/>
                <a:gd name="T19" fmla="*/ 25 h 19"/>
                <a:gd name="T20" fmla="*/ 17 w 10"/>
                <a:gd name="T21" fmla="*/ 11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9">
                  <a:moveTo>
                    <a:pt x="2" y="1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2" y="10"/>
                    <a:pt x="4" y="15"/>
                    <a:pt x="7" y="18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9"/>
                    <a:pt x="8" y="19"/>
                    <a:pt x="7" y="18"/>
                  </a:cubicBezTo>
                  <a:cubicBezTo>
                    <a:pt x="4" y="15"/>
                    <a:pt x="2" y="10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1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7" name="Freeform 848">
              <a:extLst>
                <a:ext uri="{FF2B5EF4-FFF2-40B4-BE49-F238E27FC236}">
                  <a16:creationId xmlns:a16="http://schemas.microsoft.com/office/drawing/2014/main" id="{6F7D9887-9607-477B-A809-5F40151D2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290"/>
              <a:ext cx="69" cy="61"/>
            </a:xfrm>
            <a:custGeom>
              <a:avLst/>
              <a:gdLst>
                <a:gd name="T0" fmla="*/ 128 w 33"/>
                <a:gd name="T1" fmla="*/ 11 h 27"/>
                <a:gd name="T2" fmla="*/ 27 w 33"/>
                <a:gd name="T3" fmla="*/ 56 h 27"/>
                <a:gd name="T4" fmla="*/ 117 w 33"/>
                <a:gd name="T5" fmla="*/ 239 h 27"/>
                <a:gd name="T6" fmla="*/ 284 w 33"/>
                <a:gd name="T7" fmla="*/ 264 h 27"/>
                <a:gd name="T8" fmla="*/ 284 w 33"/>
                <a:gd name="T9" fmla="*/ 174 h 27"/>
                <a:gd name="T10" fmla="*/ 209 w 33"/>
                <a:gd name="T11" fmla="*/ 93 h 27"/>
                <a:gd name="T12" fmla="*/ 128 w 33"/>
                <a:gd name="T13" fmla="*/ 1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7">
                  <a:moveTo>
                    <a:pt x="14" y="1"/>
                  </a:moveTo>
                  <a:cubicBezTo>
                    <a:pt x="10" y="0"/>
                    <a:pt x="6" y="1"/>
                    <a:pt x="3" y="5"/>
                  </a:cubicBezTo>
                  <a:cubicBezTo>
                    <a:pt x="0" y="11"/>
                    <a:pt x="5" y="17"/>
                    <a:pt x="13" y="21"/>
                  </a:cubicBezTo>
                  <a:cubicBezTo>
                    <a:pt x="21" y="26"/>
                    <a:pt x="26" y="27"/>
                    <a:pt x="31" y="23"/>
                  </a:cubicBezTo>
                  <a:cubicBezTo>
                    <a:pt x="33" y="21"/>
                    <a:pt x="33" y="18"/>
                    <a:pt x="31" y="15"/>
                  </a:cubicBezTo>
                  <a:cubicBezTo>
                    <a:pt x="29" y="11"/>
                    <a:pt x="27" y="11"/>
                    <a:pt x="23" y="8"/>
                  </a:cubicBezTo>
                  <a:cubicBezTo>
                    <a:pt x="20" y="7"/>
                    <a:pt x="18" y="3"/>
                    <a:pt x="14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28" name="Freeform 849">
              <a:extLst>
                <a:ext uri="{FF2B5EF4-FFF2-40B4-BE49-F238E27FC236}">
                  <a16:creationId xmlns:a16="http://schemas.microsoft.com/office/drawing/2014/main" id="{986FC688-F8D7-4BC1-9B83-F0DE8EF7A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301"/>
              <a:ext cx="37" cy="32"/>
            </a:xfrm>
            <a:custGeom>
              <a:avLst/>
              <a:gdLst>
                <a:gd name="T0" fmla="*/ 156 w 18"/>
                <a:gd name="T1" fmla="*/ 130 h 14"/>
                <a:gd name="T2" fmla="*/ 156 w 18"/>
                <a:gd name="T3" fmla="*/ 158 h 14"/>
                <a:gd name="T4" fmla="*/ 60 w 18"/>
                <a:gd name="T5" fmla="*/ 110 h 14"/>
                <a:gd name="T6" fmla="*/ 8 w 18"/>
                <a:gd name="T7" fmla="*/ 25 h 14"/>
                <a:gd name="T8" fmla="*/ 43 w 18"/>
                <a:gd name="T9" fmla="*/ 11 h 14"/>
                <a:gd name="T10" fmla="*/ 43 w 18"/>
                <a:gd name="T11" fmla="*/ 11 h 14"/>
                <a:gd name="T12" fmla="*/ 8 w 18"/>
                <a:gd name="T13" fmla="*/ 25 h 14"/>
                <a:gd name="T14" fmla="*/ 51 w 18"/>
                <a:gd name="T15" fmla="*/ 110 h 14"/>
                <a:gd name="T16" fmla="*/ 156 w 18"/>
                <a:gd name="T17" fmla="*/ 158 h 14"/>
                <a:gd name="T18" fmla="*/ 156 w 18"/>
                <a:gd name="T19" fmla="*/ 13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4">
                  <a:moveTo>
                    <a:pt x="18" y="11"/>
                  </a:moveTo>
                  <a:cubicBezTo>
                    <a:pt x="18" y="12"/>
                    <a:pt x="18" y="12"/>
                    <a:pt x="18" y="13"/>
                  </a:cubicBezTo>
                  <a:cubicBezTo>
                    <a:pt x="17" y="13"/>
                    <a:pt x="13" y="13"/>
                    <a:pt x="7" y="9"/>
                  </a:cubicBezTo>
                  <a:cubicBezTo>
                    <a:pt x="2" y="6"/>
                    <a:pt x="1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2" y="6"/>
                    <a:pt x="6" y="9"/>
                  </a:cubicBezTo>
                  <a:cubicBezTo>
                    <a:pt x="12" y="13"/>
                    <a:pt x="17" y="14"/>
                    <a:pt x="18" y="13"/>
                  </a:cubicBezTo>
                  <a:cubicBezTo>
                    <a:pt x="18" y="12"/>
                    <a:pt x="18" y="12"/>
                    <a:pt x="18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9" name="Freeform 850">
              <a:extLst>
                <a:ext uri="{FF2B5EF4-FFF2-40B4-BE49-F238E27FC236}">
                  <a16:creationId xmlns:a16="http://schemas.microsoft.com/office/drawing/2014/main" id="{F036BBF8-9DD7-4912-B981-A26DECF00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246"/>
              <a:ext cx="54" cy="60"/>
            </a:xfrm>
            <a:custGeom>
              <a:avLst/>
              <a:gdLst>
                <a:gd name="T0" fmla="*/ 143 w 26"/>
                <a:gd name="T1" fmla="*/ 36 h 27"/>
                <a:gd name="T2" fmla="*/ 81 w 26"/>
                <a:gd name="T3" fmla="*/ 9 h 27"/>
                <a:gd name="T4" fmla="*/ 44 w 26"/>
                <a:gd name="T5" fmla="*/ 198 h 27"/>
                <a:gd name="T6" fmla="*/ 199 w 26"/>
                <a:gd name="T7" fmla="*/ 276 h 27"/>
                <a:gd name="T8" fmla="*/ 224 w 26"/>
                <a:gd name="T9" fmla="*/ 178 h 27"/>
                <a:gd name="T10" fmla="*/ 181 w 26"/>
                <a:gd name="T11" fmla="*/ 89 h 27"/>
                <a:gd name="T12" fmla="*/ 143 w 26"/>
                <a:gd name="T13" fmla="*/ 3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16" y="3"/>
                  </a:moveTo>
                  <a:cubicBezTo>
                    <a:pt x="14" y="1"/>
                    <a:pt x="11" y="0"/>
                    <a:pt x="9" y="1"/>
                  </a:cubicBezTo>
                  <a:cubicBezTo>
                    <a:pt x="1" y="2"/>
                    <a:pt x="0" y="11"/>
                    <a:pt x="5" y="18"/>
                  </a:cubicBezTo>
                  <a:cubicBezTo>
                    <a:pt x="10" y="25"/>
                    <a:pt x="18" y="27"/>
                    <a:pt x="22" y="25"/>
                  </a:cubicBezTo>
                  <a:cubicBezTo>
                    <a:pt x="25" y="23"/>
                    <a:pt x="26" y="19"/>
                    <a:pt x="25" y="16"/>
                  </a:cubicBezTo>
                  <a:cubicBezTo>
                    <a:pt x="25" y="13"/>
                    <a:pt x="22" y="10"/>
                    <a:pt x="20" y="8"/>
                  </a:cubicBezTo>
                  <a:cubicBezTo>
                    <a:pt x="19" y="6"/>
                    <a:pt x="18" y="4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30" name="Freeform 851">
              <a:extLst>
                <a:ext uri="{FF2B5EF4-FFF2-40B4-BE49-F238E27FC236}">
                  <a16:creationId xmlns:a16="http://schemas.microsoft.com/office/drawing/2014/main" id="{EEFD6199-3BD1-4D02-B8BF-5A74F247D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261"/>
              <a:ext cx="23" cy="29"/>
            </a:xfrm>
            <a:custGeom>
              <a:avLst/>
              <a:gdLst>
                <a:gd name="T0" fmla="*/ 8 w 11"/>
                <a:gd name="T1" fmla="*/ 9 h 13"/>
                <a:gd name="T2" fmla="*/ 8 w 11"/>
                <a:gd name="T3" fmla="*/ 65 h 13"/>
                <a:gd name="T4" fmla="*/ 75 w 11"/>
                <a:gd name="T5" fmla="*/ 145 h 13"/>
                <a:gd name="T6" fmla="*/ 100 w 11"/>
                <a:gd name="T7" fmla="*/ 134 h 13"/>
                <a:gd name="T8" fmla="*/ 100 w 11"/>
                <a:gd name="T9" fmla="*/ 134 h 13"/>
                <a:gd name="T10" fmla="*/ 75 w 11"/>
                <a:gd name="T11" fmla="*/ 145 h 13"/>
                <a:gd name="T12" fmla="*/ 8 w 11"/>
                <a:gd name="T13" fmla="*/ 65 h 13"/>
                <a:gd name="T14" fmla="*/ 8 w 11"/>
                <a:gd name="T15" fmla="*/ 9 h 13"/>
                <a:gd name="T16" fmla="*/ 36 w 11"/>
                <a:gd name="T17" fmla="*/ 0 h 13"/>
                <a:gd name="T18" fmla="*/ 36 w 11"/>
                <a:gd name="T19" fmla="*/ 0 h 13"/>
                <a:gd name="T20" fmla="*/ 8 w 11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3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10"/>
                    <a:pt x="5" y="12"/>
                    <a:pt x="8" y="13"/>
                  </a:cubicBezTo>
                  <a:cubicBezTo>
                    <a:pt x="9" y="13"/>
                    <a:pt x="10" y="13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6" y="12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1" name="Freeform 852">
              <a:extLst>
                <a:ext uri="{FF2B5EF4-FFF2-40B4-BE49-F238E27FC236}">
                  <a16:creationId xmlns:a16="http://schemas.microsoft.com/office/drawing/2014/main" id="{6D5CC4D3-8F3E-425B-9F9B-18912BA8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3288"/>
              <a:ext cx="63" cy="56"/>
            </a:xfrm>
            <a:custGeom>
              <a:avLst/>
              <a:gdLst>
                <a:gd name="T0" fmla="*/ 48 w 30"/>
                <a:gd name="T1" fmla="*/ 65 h 25"/>
                <a:gd name="T2" fmla="*/ 17 w 30"/>
                <a:gd name="T3" fmla="*/ 202 h 25"/>
                <a:gd name="T4" fmla="*/ 176 w 30"/>
                <a:gd name="T5" fmla="*/ 235 h 25"/>
                <a:gd name="T6" fmla="*/ 277 w 30"/>
                <a:gd name="T7" fmla="*/ 81 h 25"/>
                <a:gd name="T8" fmla="*/ 221 w 30"/>
                <a:gd name="T9" fmla="*/ 9 h 25"/>
                <a:gd name="T10" fmla="*/ 128 w 30"/>
                <a:gd name="T11" fmla="*/ 36 h 25"/>
                <a:gd name="T12" fmla="*/ 48 w 30"/>
                <a:gd name="T13" fmla="*/ 6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5" y="6"/>
                  </a:moveTo>
                  <a:cubicBezTo>
                    <a:pt x="2" y="9"/>
                    <a:pt x="0" y="13"/>
                    <a:pt x="2" y="18"/>
                  </a:cubicBezTo>
                  <a:cubicBezTo>
                    <a:pt x="5" y="24"/>
                    <a:pt x="11" y="25"/>
                    <a:pt x="19" y="21"/>
                  </a:cubicBezTo>
                  <a:cubicBezTo>
                    <a:pt x="27" y="17"/>
                    <a:pt x="30" y="14"/>
                    <a:pt x="30" y="7"/>
                  </a:cubicBezTo>
                  <a:cubicBezTo>
                    <a:pt x="30" y="3"/>
                    <a:pt x="27" y="1"/>
                    <a:pt x="24" y="1"/>
                  </a:cubicBezTo>
                  <a:cubicBezTo>
                    <a:pt x="20" y="0"/>
                    <a:pt x="18" y="2"/>
                    <a:pt x="14" y="3"/>
                  </a:cubicBezTo>
                  <a:cubicBezTo>
                    <a:pt x="12" y="4"/>
                    <a:pt x="8" y="4"/>
                    <a:pt x="5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32" name="Freeform 853">
              <a:extLst>
                <a:ext uri="{FF2B5EF4-FFF2-40B4-BE49-F238E27FC236}">
                  <a16:creationId xmlns:a16="http://schemas.microsoft.com/office/drawing/2014/main" id="{4D2D896E-8B6D-4550-A4B5-77F2829D7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301"/>
              <a:ext cx="37" cy="25"/>
            </a:xfrm>
            <a:custGeom>
              <a:avLst/>
              <a:gdLst>
                <a:gd name="T0" fmla="*/ 140 w 18"/>
                <a:gd name="T1" fmla="*/ 0 h 11"/>
                <a:gd name="T2" fmla="*/ 148 w 18"/>
                <a:gd name="T3" fmla="*/ 11 h 11"/>
                <a:gd name="T4" fmla="*/ 80 w 18"/>
                <a:gd name="T5" fmla="*/ 102 h 11"/>
                <a:gd name="T6" fmla="*/ 8 w 18"/>
                <a:gd name="T7" fmla="*/ 93 h 11"/>
                <a:gd name="T8" fmla="*/ 8 w 18"/>
                <a:gd name="T9" fmla="*/ 45 h 11"/>
                <a:gd name="T10" fmla="*/ 8 w 18"/>
                <a:gd name="T11" fmla="*/ 45 h 11"/>
                <a:gd name="T12" fmla="*/ 8 w 18"/>
                <a:gd name="T13" fmla="*/ 93 h 11"/>
                <a:gd name="T14" fmla="*/ 80 w 18"/>
                <a:gd name="T15" fmla="*/ 102 h 11"/>
                <a:gd name="T16" fmla="*/ 148 w 18"/>
                <a:gd name="T17" fmla="*/ 11 h 11"/>
                <a:gd name="T18" fmla="*/ 140 w 18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1">
                  <a:moveTo>
                    <a:pt x="16" y="0"/>
                  </a:moveTo>
                  <a:cubicBezTo>
                    <a:pt x="17" y="0"/>
                    <a:pt x="17" y="1"/>
                    <a:pt x="17" y="1"/>
                  </a:cubicBezTo>
                  <a:cubicBezTo>
                    <a:pt x="17" y="3"/>
                    <a:pt x="15" y="6"/>
                    <a:pt x="9" y="9"/>
                  </a:cubicBezTo>
                  <a:cubicBezTo>
                    <a:pt x="4" y="11"/>
                    <a:pt x="1" y="10"/>
                    <a:pt x="1" y="8"/>
                  </a:cubicBezTo>
                  <a:cubicBezTo>
                    <a:pt x="0" y="7"/>
                    <a:pt x="0" y="6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10"/>
                    <a:pt x="4" y="11"/>
                    <a:pt x="9" y="9"/>
                  </a:cubicBezTo>
                  <a:cubicBezTo>
                    <a:pt x="15" y="6"/>
                    <a:pt x="18" y="3"/>
                    <a:pt x="17" y="1"/>
                  </a:cubicBezTo>
                  <a:cubicBezTo>
                    <a:pt x="17" y="1"/>
                    <a:pt x="17" y="1"/>
                    <a:pt x="1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3" name="Freeform 854">
              <a:extLst>
                <a:ext uri="{FF2B5EF4-FFF2-40B4-BE49-F238E27FC236}">
                  <a16:creationId xmlns:a16="http://schemas.microsoft.com/office/drawing/2014/main" id="{347243D8-BA37-4E91-88AA-D4B4DDD3E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309"/>
              <a:ext cx="23" cy="31"/>
            </a:xfrm>
            <a:custGeom>
              <a:avLst/>
              <a:gdLst>
                <a:gd name="T0" fmla="*/ 92 w 11"/>
                <a:gd name="T1" fmla="*/ 78 h 14"/>
                <a:gd name="T2" fmla="*/ 92 w 11"/>
                <a:gd name="T3" fmla="*/ 35 h 14"/>
                <a:gd name="T4" fmla="*/ 56 w 11"/>
                <a:gd name="T5" fmla="*/ 9 h 14"/>
                <a:gd name="T6" fmla="*/ 8 w 11"/>
                <a:gd name="T7" fmla="*/ 89 h 14"/>
                <a:gd name="T8" fmla="*/ 65 w 11"/>
                <a:gd name="T9" fmla="*/ 142 h 14"/>
                <a:gd name="T10" fmla="*/ 92 w 11"/>
                <a:gd name="T11" fmla="*/ 7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4">
                  <a:moveTo>
                    <a:pt x="10" y="7"/>
                  </a:moveTo>
                  <a:cubicBezTo>
                    <a:pt x="11" y="6"/>
                    <a:pt x="11" y="4"/>
                    <a:pt x="10" y="3"/>
                  </a:cubicBezTo>
                  <a:cubicBezTo>
                    <a:pt x="9" y="2"/>
                    <a:pt x="8" y="1"/>
                    <a:pt x="6" y="1"/>
                  </a:cubicBezTo>
                  <a:cubicBezTo>
                    <a:pt x="3" y="0"/>
                    <a:pt x="0" y="4"/>
                    <a:pt x="1" y="8"/>
                  </a:cubicBezTo>
                  <a:cubicBezTo>
                    <a:pt x="1" y="12"/>
                    <a:pt x="5" y="14"/>
                    <a:pt x="7" y="13"/>
                  </a:cubicBezTo>
                  <a:cubicBezTo>
                    <a:pt x="9" y="12"/>
                    <a:pt x="10" y="10"/>
                    <a:pt x="10" y="7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34" name="Freeform 855">
              <a:extLst>
                <a:ext uri="{FF2B5EF4-FFF2-40B4-BE49-F238E27FC236}">
                  <a16:creationId xmlns:a16="http://schemas.microsoft.com/office/drawing/2014/main" id="{73AA1576-039C-47AF-874A-7A41596F8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315"/>
              <a:ext cx="11" cy="18"/>
            </a:xfrm>
            <a:custGeom>
              <a:avLst/>
              <a:gdLst>
                <a:gd name="T0" fmla="*/ 44 w 5"/>
                <a:gd name="T1" fmla="*/ 72 h 8"/>
                <a:gd name="T2" fmla="*/ 20 w 5"/>
                <a:gd name="T3" fmla="*/ 81 h 8"/>
                <a:gd name="T4" fmla="*/ 9 w 5"/>
                <a:gd name="T5" fmla="*/ 36 h 8"/>
                <a:gd name="T6" fmla="*/ 33 w 5"/>
                <a:gd name="T7" fmla="*/ 0 h 8"/>
                <a:gd name="T8" fmla="*/ 53 w 5"/>
                <a:gd name="T9" fmla="*/ 11 h 8"/>
                <a:gd name="T10" fmla="*/ 53 w 5"/>
                <a:gd name="T11" fmla="*/ 11 h 8"/>
                <a:gd name="T12" fmla="*/ 33 w 5"/>
                <a:gd name="T13" fmla="*/ 0 h 8"/>
                <a:gd name="T14" fmla="*/ 9 w 5"/>
                <a:gd name="T15" fmla="*/ 36 h 8"/>
                <a:gd name="T16" fmla="*/ 20 w 5"/>
                <a:gd name="T17" fmla="*/ 81 h 8"/>
                <a:gd name="T18" fmla="*/ 44 w 5"/>
                <a:gd name="T19" fmla="*/ 72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8">
                  <a:moveTo>
                    <a:pt x="4" y="6"/>
                  </a:moveTo>
                  <a:cubicBezTo>
                    <a:pt x="4" y="7"/>
                    <a:pt x="3" y="7"/>
                    <a:pt x="2" y="7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4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5"/>
                    <a:pt x="1" y="7"/>
                    <a:pt x="2" y="7"/>
                  </a:cubicBezTo>
                  <a:cubicBezTo>
                    <a:pt x="3" y="8"/>
                    <a:pt x="4" y="7"/>
                    <a:pt x="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5" name="Freeform 856">
              <a:extLst>
                <a:ext uri="{FF2B5EF4-FFF2-40B4-BE49-F238E27FC236}">
                  <a16:creationId xmlns:a16="http://schemas.microsoft.com/office/drawing/2014/main" id="{DC6E8BDA-4AB1-41D8-89DA-E1B3EB61F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445"/>
              <a:ext cx="25" cy="31"/>
            </a:xfrm>
            <a:custGeom>
              <a:avLst/>
              <a:gdLst>
                <a:gd name="T0" fmla="*/ 100 w 12"/>
                <a:gd name="T1" fmla="*/ 53 h 14"/>
                <a:gd name="T2" fmla="*/ 73 w 12"/>
                <a:gd name="T3" fmla="*/ 9 h 14"/>
                <a:gd name="T4" fmla="*/ 35 w 12"/>
                <a:gd name="T5" fmla="*/ 9 h 14"/>
                <a:gd name="T6" fmla="*/ 17 w 12"/>
                <a:gd name="T7" fmla="*/ 117 h 14"/>
                <a:gd name="T8" fmla="*/ 100 w 12"/>
                <a:gd name="T9" fmla="*/ 133 h 14"/>
                <a:gd name="T10" fmla="*/ 100 w 12"/>
                <a:gd name="T11" fmla="*/ 5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11" y="5"/>
                  </a:moveTo>
                  <a:cubicBezTo>
                    <a:pt x="10" y="3"/>
                    <a:pt x="10" y="2"/>
                    <a:pt x="8" y="1"/>
                  </a:cubicBezTo>
                  <a:cubicBezTo>
                    <a:pt x="7" y="0"/>
                    <a:pt x="5" y="0"/>
                    <a:pt x="4" y="1"/>
                  </a:cubicBezTo>
                  <a:cubicBezTo>
                    <a:pt x="0" y="2"/>
                    <a:pt x="0" y="8"/>
                    <a:pt x="2" y="11"/>
                  </a:cubicBezTo>
                  <a:cubicBezTo>
                    <a:pt x="5" y="14"/>
                    <a:pt x="9" y="14"/>
                    <a:pt x="11" y="12"/>
                  </a:cubicBezTo>
                  <a:cubicBezTo>
                    <a:pt x="12" y="10"/>
                    <a:pt x="12" y="9"/>
                    <a:pt x="11" y="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36" name="Freeform 857">
              <a:extLst>
                <a:ext uri="{FF2B5EF4-FFF2-40B4-BE49-F238E27FC236}">
                  <a16:creationId xmlns:a16="http://schemas.microsoft.com/office/drawing/2014/main" id="{21F3BC08-8954-48A0-9D5A-6CCF3F8B4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451"/>
              <a:ext cx="12" cy="18"/>
            </a:xfrm>
            <a:custGeom>
              <a:avLst/>
              <a:gdLst>
                <a:gd name="T0" fmla="*/ 48 w 6"/>
                <a:gd name="T1" fmla="*/ 72 h 8"/>
                <a:gd name="T2" fmla="*/ 32 w 6"/>
                <a:gd name="T3" fmla="*/ 92 h 8"/>
                <a:gd name="T4" fmla="*/ 8 w 6"/>
                <a:gd name="T5" fmla="*/ 45 h 8"/>
                <a:gd name="T6" fmla="*/ 16 w 6"/>
                <a:gd name="T7" fmla="*/ 11 h 8"/>
                <a:gd name="T8" fmla="*/ 32 w 6"/>
                <a:gd name="T9" fmla="*/ 0 h 8"/>
                <a:gd name="T10" fmla="*/ 32 w 6"/>
                <a:gd name="T11" fmla="*/ 0 h 8"/>
                <a:gd name="T12" fmla="*/ 8 w 6"/>
                <a:gd name="T13" fmla="*/ 11 h 8"/>
                <a:gd name="T14" fmla="*/ 8 w 6"/>
                <a:gd name="T15" fmla="*/ 45 h 8"/>
                <a:gd name="T16" fmla="*/ 32 w 6"/>
                <a:gd name="T17" fmla="*/ 92 h 8"/>
                <a:gd name="T18" fmla="*/ 48 w 6"/>
                <a:gd name="T19" fmla="*/ 72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8">
                  <a:moveTo>
                    <a:pt x="6" y="6"/>
                  </a:moveTo>
                  <a:cubicBezTo>
                    <a:pt x="6" y="7"/>
                    <a:pt x="5" y="8"/>
                    <a:pt x="4" y="8"/>
                  </a:cubicBezTo>
                  <a:cubicBezTo>
                    <a:pt x="3" y="8"/>
                    <a:pt x="2" y="7"/>
                    <a:pt x="1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1" y="7"/>
                    <a:pt x="3" y="8"/>
                    <a:pt x="4" y="8"/>
                  </a:cubicBezTo>
                  <a:cubicBezTo>
                    <a:pt x="5" y="8"/>
                    <a:pt x="6" y="7"/>
                    <a:pt x="6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7" name="Freeform 858">
              <a:extLst>
                <a:ext uri="{FF2B5EF4-FFF2-40B4-BE49-F238E27FC236}">
                  <a16:creationId xmlns:a16="http://schemas.microsoft.com/office/drawing/2014/main" id="{41CDD9FE-7BD7-45E0-88A7-AD4B3BAA0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422"/>
              <a:ext cx="27" cy="45"/>
            </a:xfrm>
            <a:custGeom>
              <a:avLst/>
              <a:gdLst>
                <a:gd name="T0" fmla="*/ 100 w 13"/>
                <a:gd name="T1" fmla="*/ 45 h 20"/>
                <a:gd name="T2" fmla="*/ 44 w 13"/>
                <a:gd name="T3" fmla="*/ 0 h 20"/>
                <a:gd name="T4" fmla="*/ 17 w 13"/>
                <a:gd name="T5" fmla="*/ 126 h 20"/>
                <a:gd name="T6" fmla="*/ 73 w 13"/>
                <a:gd name="T7" fmla="*/ 227 h 20"/>
                <a:gd name="T8" fmla="*/ 108 w 13"/>
                <a:gd name="T9" fmla="*/ 194 h 20"/>
                <a:gd name="T10" fmla="*/ 108 w 13"/>
                <a:gd name="T11" fmla="*/ 117 h 20"/>
                <a:gd name="T12" fmla="*/ 100 w 13"/>
                <a:gd name="T13" fmla="*/ 4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11" y="4"/>
                  </a:moveTo>
                  <a:cubicBezTo>
                    <a:pt x="10" y="1"/>
                    <a:pt x="8" y="0"/>
                    <a:pt x="5" y="0"/>
                  </a:cubicBezTo>
                  <a:cubicBezTo>
                    <a:pt x="2" y="1"/>
                    <a:pt x="0" y="5"/>
                    <a:pt x="2" y="11"/>
                  </a:cubicBezTo>
                  <a:cubicBezTo>
                    <a:pt x="3" y="17"/>
                    <a:pt x="4" y="19"/>
                    <a:pt x="8" y="20"/>
                  </a:cubicBezTo>
                  <a:cubicBezTo>
                    <a:pt x="10" y="20"/>
                    <a:pt x="11" y="19"/>
                    <a:pt x="12" y="17"/>
                  </a:cubicBezTo>
                  <a:cubicBezTo>
                    <a:pt x="13" y="15"/>
                    <a:pt x="12" y="13"/>
                    <a:pt x="12" y="10"/>
                  </a:cubicBezTo>
                  <a:cubicBezTo>
                    <a:pt x="12" y="9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38" name="Freeform 859">
              <a:extLst>
                <a:ext uri="{FF2B5EF4-FFF2-40B4-BE49-F238E27FC236}">
                  <a16:creationId xmlns:a16="http://schemas.microsoft.com/office/drawing/2014/main" id="{C9DD343C-367F-4143-859B-B7A32D1D4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29"/>
              <a:ext cx="8" cy="29"/>
            </a:xfrm>
            <a:custGeom>
              <a:avLst/>
              <a:gdLst>
                <a:gd name="T0" fmla="*/ 32 w 4"/>
                <a:gd name="T1" fmla="*/ 134 h 13"/>
                <a:gd name="T2" fmla="*/ 32 w 4"/>
                <a:gd name="T3" fmla="*/ 145 h 13"/>
                <a:gd name="T4" fmla="*/ 8 w 4"/>
                <a:gd name="T5" fmla="*/ 65 h 13"/>
                <a:gd name="T6" fmla="*/ 16 w 4"/>
                <a:gd name="T7" fmla="*/ 9 h 13"/>
                <a:gd name="T8" fmla="*/ 32 w 4"/>
                <a:gd name="T9" fmla="*/ 20 h 13"/>
                <a:gd name="T10" fmla="*/ 32 w 4"/>
                <a:gd name="T11" fmla="*/ 20 h 13"/>
                <a:gd name="T12" fmla="*/ 16 w 4"/>
                <a:gd name="T13" fmla="*/ 9 h 13"/>
                <a:gd name="T14" fmla="*/ 0 w 4"/>
                <a:gd name="T15" fmla="*/ 65 h 13"/>
                <a:gd name="T16" fmla="*/ 32 w 4"/>
                <a:gd name="T17" fmla="*/ 145 h 13"/>
                <a:gd name="T18" fmla="*/ 32 w 4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3">
                  <a:moveTo>
                    <a:pt x="4" y="12"/>
                  </a:moveTo>
                  <a:cubicBezTo>
                    <a:pt x="4" y="12"/>
                    <a:pt x="4" y="13"/>
                    <a:pt x="4" y="13"/>
                  </a:cubicBezTo>
                  <a:cubicBezTo>
                    <a:pt x="3" y="12"/>
                    <a:pt x="1" y="11"/>
                    <a:pt x="1" y="6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1" y="1"/>
                    <a:pt x="0" y="3"/>
                    <a:pt x="0" y="6"/>
                  </a:cubicBezTo>
                  <a:cubicBezTo>
                    <a:pt x="1" y="10"/>
                    <a:pt x="3" y="12"/>
                    <a:pt x="4" y="13"/>
                  </a:cubicBezTo>
                  <a:cubicBezTo>
                    <a:pt x="4" y="13"/>
                    <a:pt x="4" y="13"/>
                    <a:pt x="4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9" name="Freeform 860">
              <a:extLst>
                <a:ext uri="{FF2B5EF4-FFF2-40B4-BE49-F238E27FC236}">
                  <a16:creationId xmlns:a16="http://schemas.microsoft.com/office/drawing/2014/main" id="{97911A47-967A-4BDA-B5CE-1ED5ABFC8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342"/>
              <a:ext cx="27" cy="45"/>
            </a:xfrm>
            <a:custGeom>
              <a:avLst/>
              <a:gdLst>
                <a:gd name="T0" fmla="*/ 100 w 13"/>
                <a:gd name="T1" fmla="*/ 45 h 20"/>
                <a:gd name="T2" fmla="*/ 44 w 13"/>
                <a:gd name="T3" fmla="*/ 0 h 20"/>
                <a:gd name="T4" fmla="*/ 17 w 13"/>
                <a:gd name="T5" fmla="*/ 126 h 20"/>
                <a:gd name="T6" fmla="*/ 73 w 13"/>
                <a:gd name="T7" fmla="*/ 227 h 20"/>
                <a:gd name="T8" fmla="*/ 108 w 13"/>
                <a:gd name="T9" fmla="*/ 194 h 20"/>
                <a:gd name="T10" fmla="*/ 108 w 13"/>
                <a:gd name="T11" fmla="*/ 117 h 20"/>
                <a:gd name="T12" fmla="*/ 100 w 13"/>
                <a:gd name="T13" fmla="*/ 4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11" y="4"/>
                  </a:moveTo>
                  <a:cubicBezTo>
                    <a:pt x="10" y="1"/>
                    <a:pt x="8" y="0"/>
                    <a:pt x="5" y="0"/>
                  </a:cubicBezTo>
                  <a:cubicBezTo>
                    <a:pt x="2" y="1"/>
                    <a:pt x="0" y="5"/>
                    <a:pt x="2" y="11"/>
                  </a:cubicBezTo>
                  <a:cubicBezTo>
                    <a:pt x="3" y="17"/>
                    <a:pt x="4" y="19"/>
                    <a:pt x="8" y="20"/>
                  </a:cubicBezTo>
                  <a:cubicBezTo>
                    <a:pt x="10" y="20"/>
                    <a:pt x="11" y="19"/>
                    <a:pt x="12" y="17"/>
                  </a:cubicBezTo>
                  <a:cubicBezTo>
                    <a:pt x="13" y="15"/>
                    <a:pt x="12" y="13"/>
                    <a:pt x="12" y="10"/>
                  </a:cubicBezTo>
                  <a:cubicBezTo>
                    <a:pt x="12" y="9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40" name="Freeform 861">
              <a:extLst>
                <a:ext uri="{FF2B5EF4-FFF2-40B4-BE49-F238E27FC236}">
                  <a16:creationId xmlns:a16="http://schemas.microsoft.com/office/drawing/2014/main" id="{B5B49C56-90E2-48A7-B7A6-76F8A7F6B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349"/>
              <a:ext cx="8" cy="29"/>
            </a:xfrm>
            <a:custGeom>
              <a:avLst/>
              <a:gdLst>
                <a:gd name="T0" fmla="*/ 32 w 4"/>
                <a:gd name="T1" fmla="*/ 134 h 13"/>
                <a:gd name="T2" fmla="*/ 32 w 4"/>
                <a:gd name="T3" fmla="*/ 145 h 13"/>
                <a:gd name="T4" fmla="*/ 8 w 4"/>
                <a:gd name="T5" fmla="*/ 65 h 13"/>
                <a:gd name="T6" fmla="*/ 16 w 4"/>
                <a:gd name="T7" fmla="*/ 9 h 13"/>
                <a:gd name="T8" fmla="*/ 32 w 4"/>
                <a:gd name="T9" fmla="*/ 20 h 13"/>
                <a:gd name="T10" fmla="*/ 32 w 4"/>
                <a:gd name="T11" fmla="*/ 20 h 13"/>
                <a:gd name="T12" fmla="*/ 16 w 4"/>
                <a:gd name="T13" fmla="*/ 9 h 13"/>
                <a:gd name="T14" fmla="*/ 0 w 4"/>
                <a:gd name="T15" fmla="*/ 65 h 13"/>
                <a:gd name="T16" fmla="*/ 24 w 4"/>
                <a:gd name="T17" fmla="*/ 145 h 13"/>
                <a:gd name="T18" fmla="*/ 32 w 4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3">
                  <a:moveTo>
                    <a:pt x="4" y="12"/>
                  </a:moveTo>
                  <a:cubicBezTo>
                    <a:pt x="4" y="12"/>
                    <a:pt x="4" y="13"/>
                    <a:pt x="4" y="13"/>
                  </a:cubicBezTo>
                  <a:cubicBezTo>
                    <a:pt x="3" y="13"/>
                    <a:pt x="1" y="11"/>
                    <a:pt x="1" y="6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1" y="1"/>
                    <a:pt x="0" y="3"/>
                    <a:pt x="0" y="6"/>
                  </a:cubicBezTo>
                  <a:cubicBezTo>
                    <a:pt x="1" y="10"/>
                    <a:pt x="2" y="13"/>
                    <a:pt x="3" y="13"/>
                  </a:cubicBezTo>
                  <a:cubicBezTo>
                    <a:pt x="4" y="13"/>
                    <a:pt x="4" y="13"/>
                    <a:pt x="4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1" name="Freeform 862">
              <a:extLst>
                <a:ext uri="{FF2B5EF4-FFF2-40B4-BE49-F238E27FC236}">
                  <a16:creationId xmlns:a16="http://schemas.microsoft.com/office/drawing/2014/main" id="{94ADFBB3-62F3-4EE0-8C64-6DF73C377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233"/>
              <a:ext cx="19" cy="18"/>
            </a:xfrm>
            <a:custGeom>
              <a:avLst/>
              <a:gdLst>
                <a:gd name="T0" fmla="*/ 68 w 9"/>
                <a:gd name="T1" fmla="*/ 11 h 8"/>
                <a:gd name="T2" fmla="*/ 36 w 9"/>
                <a:gd name="T3" fmla="*/ 0 h 8"/>
                <a:gd name="T4" fmla="*/ 17 w 9"/>
                <a:gd name="T5" fmla="*/ 11 h 8"/>
                <a:gd name="T6" fmla="*/ 36 w 9"/>
                <a:gd name="T7" fmla="*/ 81 h 8"/>
                <a:gd name="T8" fmla="*/ 84 w 9"/>
                <a:gd name="T9" fmla="*/ 56 h 8"/>
                <a:gd name="T10" fmla="*/ 68 w 9"/>
                <a:gd name="T11" fmla="*/ 1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">
                  <a:moveTo>
                    <a:pt x="7" y="1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0" y="3"/>
                    <a:pt x="2" y="6"/>
                    <a:pt x="4" y="7"/>
                  </a:cubicBezTo>
                  <a:cubicBezTo>
                    <a:pt x="6" y="8"/>
                    <a:pt x="9" y="7"/>
                    <a:pt x="9" y="5"/>
                  </a:cubicBezTo>
                  <a:cubicBezTo>
                    <a:pt x="9" y="4"/>
                    <a:pt x="8" y="3"/>
                    <a:pt x="7" y="1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665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42" name="Freeform 863">
              <a:extLst>
                <a:ext uri="{FF2B5EF4-FFF2-40B4-BE49-F238E27FC236}">
                  <a16:creationId xmlns:a16="http://schemas.microsoft.com/office/drawing/2014/main" id="{BC63C94B-DE7E-4BF4-A223-70766892A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237"/>
              <a:ext cx="9" cy="9"/>
            </a:xfrm>
            <a:custGeom>
              <a:avLst/>
              <a:gdLst>
                <a:gd name="T0" fmla="*/ 45 w 4"/>
                <a:gd name="T1" fmla="*/ 25 h 4"/>
                <a:gd name="T2" fmla="*/ 36 w 4"/>
                <a:gd name="T3" fmla="*/ 36 h 4"/>
                <a:gd name="T4" fmla="*/ 11 w 4"/>
                <a:gd name="T5" fmla="*/ 36 h 4"/>
                <a:gd name="T6" fmla="*/ 0 w 4"/>
                <a:gd name="T7" fmla="*/ 11 h 4"/>
                <a:gd name="T8" fmla="*/ 11 w 4"/>
                <a:gd name="T9" fmla="*/ 0 h 4"/>
                <a:gd name="T10" fmla="*/ 11 w 4"/>
                <a:gd name="T11" fmla="*/ 0 h 4"/>
                <a:gd name="T12" fmla="*/ 0 w 4"/>
                <a:gd name="T13" fmla="*/ 11 h 4"/>
                <a:gd name="T14" fmla="*/ 11 w 4"/>
                <a:gd name="T15" fmla="*/ 36 h 4"/>
                <a:gd name="T16" fmla="*/ 36 w 4"/>
                <a:gd name="T17" fmla="*/ 36 h 4"/>
                <a:gd name="T18" fmla="*/ 45 w 4"/>
                <a:gd name="T19" fmla="*/ 25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4" y="3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4" y="3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3" name="Freeform 864">
              <a:extLst>
                <a:ext uri="{FF2B5EF4-FFF2-40B4-BE49-F238E27FC236}">
                  <a16:creationId xmlns:a16="http://schemas.microsoft.com/office/drawing/2014/main" id="{3D466E15-953C-4214-BB78-26A335CD0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262"/>
              <a:ext cx="21" cy="20"/>
            </a:xfrm>
            <a:custGeom>
              <a:avLst/>
              <a:gdLst>
                <a:gd name="T0" fmla="*/ 67 w 10"/>
                <a:gd name="T1" fmla="*/ 9 h 9"/>
                <a:gd name="T2" fmla="*/ 36 w 10"/>
                <a:gd name="T3" fmla="*/ 0 h 9"/>
                <a:gd name="T4" fmla="*/ 8 w 10"/>
                <a:gd name="T5" fmla="*/ 9 h 9"/>
                <a:gd name="T6" fmla="*/ 36 w 10"/>
                <a:gd name="T7" fmla="*/ 89 h 9"/>
                <a:gd name="T8" fmla="*/ 92 w 10"/>
                <a:gd name="T9" fmla="*/ 64 h 9"/>
                <a:gd name="T10" fmla="*/ 67 w 10"/>
                <a:gd name="T11" fmla="*/ 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9">
                  <a:moveTo>
                    <a:pt x="7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1" y="7"/>
                    <a:pt x="4" y="8"/>
                  </a:cubicBezTo>
                  <a:cubicBezTo>
                    <a:pt x="7" y="9"/>
                    <a:pt x="9" y="7"/>
                    <a:pt x="10" y="6"/>
                  </a:cubicBezTo>
                  <a:cubicBezTo>
                    <a:pt x="10" y="4"/>
                    <a:pt x="9" y="3"/>
                    <a:pt x="7" y="1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665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44" name="Freeform 865">
              <a:extLst>
                <a:ext uri="{FF2B5EF4-FFF2-40B4-BE49-F238E27FC236}">
                  <a16:creationId xmlns:a16="http://schemas.microsoft.com/office/drawing/2014/main" id="{43505BCF-F8E8-4EE1-9440-B17A7BD91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266"/>
              <a:ext cx="11" cy="9"/>
            </a:xfrm>
            <a:custGeom>
              <a:avLst/>
              <a:gdLst>
                <a:gd name="T0" fmla="*/ 53 w 5"/>
                <a:gd name="T1" fmla="*/ 25 h 4"/>
                <a:gd name="T2" fmla="*/ 44 w 5"/>
                <a:gd name="T3" fmla="*/ 45 h 4"/>
                <a:gd name="T4" fmla="*/ 9 w 5"/>
                <a:gd name="T5" fmla="*/ 36 h 4"/>
                <a:gd name="T6" fmla="*/ 0 w 5"/>
                <a:gd name="T7" fmla="*/ 11 h 4"/>
                <a:gd name="T8" fmla="*/ 9 w 5"/>
                <a:gd name="T9" fmla="*/ 0 h 4"/>
                <a:gd name="T10" fmla="*/ 9 w 5"/>
                <a:gd name="T11" fmla="*/ 0 h 4"/>
                <a:gd name="T12" fmla="*/ 0 w 5"/>
                <a:gd name="T13" fmla="*/ 11 h 4"/>
                <a:gd name="T14" fmla="*/ 9 w 5"/>
                <a:gd name="T15" fmla="*/ 36 h 4"/>
                <a:gd name="T16" fmla="*/ 44 w 5"/>
                <a:gd name="T17" fmla="*/ 45 h 4"/>
                <a:gd name="T18" fmla="*/ 53 w 5"/>
                <a:gd name="T19" fmla="*/ 25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3"/>
                    <a:pt x="5" y="4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5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5" name="Freeform 866">
              <a:extLst>
                <a:ext uri="{FF2B5EF4-FFF2-40B4-BE49-F238E27FC236}">
                  <a16:creationId xmlns:a16="http://schemas.microsoft.com/office/drawing/2014/main" id="{39FD1161-ACEC-430F-941A-B895B044E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507"/>
              <a:ext cx="31" cy="38"/>
            </a:xfrm>
            <a:custGeom>
              <a:avLst/>
              <a:gdLst>
                <a:gd name="T0" fmla="*/ 116 w 15"/>
                <a:gd name="T1" fmla="*/ 65 h 17"/>
                <a:gd name="T2" fmla="*/ 89 w 15"/>
                <a:gd name="T3" fmla="*/ 9 h 17"/>
                <a:gd name="T4" fmla="*/ 43 w 15"/>
                <a:gd name="T5" fmla="*/ 9 h 17"/>
                <a:gd name="T6" fmla="*/ 25 w 15"/>
                <a:gd name="T7" fmla="*/ 145 h 17"/>
                <a:gd name="T8" fmla="*/ 116 w 15"/>
                <a:gd name="T9" fmla="*/ 154 h 17"/>
                <a:gd name="T10" fmla="*/ 116 w 15"/>
                <a:gd name="T11" fmla="*/ 6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7">
                  <a:moveTo>
                    <a:pt x="13" y="6"/>
                  </a:moveTo>
                  <a:cubicBezTo>
                    <a:pt x="12" y="4"/>
                    <a:pt x="12" y="2"/>
                    <a:pt x="10" y="1"/>
                  </a:cubicBezTo>
                  <a:cubicBezTo>
                    <a:pt x="8" y="0"/>
                    <a:pt x="6" y="0"/>
                    <a:pt x="5" y="1"/>
                  </a:cubicBezTo>
                  <a:cubicBezTo>
                    <a:pt x="1" y="3"/>
                    <a:pt x="0" y="9"/>
                    <a:pt x="3" y="13"/>
                  </a:cubicBezTo>
                  <a:cubicBezTo>
                    <a:pt x="6" y="17"/>
                    <a:pt x="11" y="17"/>
                    <a:pt x="13" y="14"/>
                  </a:cubicBezTo>
                  <a:cubicBezTo>
                    <a:pt x="15" y="11"/>
                    <a:pt x="14" y="10"/>
                    <a:pt x="13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46" name="Freeform 867">
              <a:extLst>
                <a:ext uri="{FF2B5EF4-FFF2-40B4-BE49-F238E27FC236}">
                  <a16:creationId xmlns:a16="http://schemas.microsoft.com/office/drawing/2014/main" id="{65EDCF56-F369-4B40-ABD8-ECB717A96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514"/>
              <a:ext cx="15" cy="22"/>
            </a:xfrm>
            <a:custGeom>
              <a:avLst/>
              <a:gdLst>
                <a:gd name="T0" fmla="*/ 69 w 7"/>
                <a:gd name="T1" fmla="*/ 73 h 10"/>
                <a:gd name="T2" fmla="*/ 51 w 7"/>
                <a:gd name="T3" fmla="*/ 97 h 10"/>
                <a:gd name="T4" fmla="*/ 9 w 7"/>
                <a:gd name="T5" fmla="*/ 64 h 10"/>
                <a:gd name="T6" fmla="*/ 19 w 7"/>
                <a:gd name="T7" fmla="*/ 9 h 10"/>
                <a:gd name="T8" fmla="*/ 41 w 7"/>
                <a:gd name="T9" fmla="*/ 9 h 10"/>
                <a:gd name="T10" fmla="*/ 41 w 7"/>
                <a:gd name="T11" fmla="*/ 9 h 10"/>
                <a:gd name="T12" fmla="*/ 19 w 7"/>
                <a:gd name="T13" fmla="*/ 9 h 10"/>
                <a:gd name="T14" fmla="*/ 9 w 7"/>
                <a:gd name="T15" fmla="*/ 64 h 10"/>
                <a:gd name="T16" fmla="*/ 51 w 7"/>
                <a:gd name="T17" fmla="*/ 106 h 10"/>
                <a:gd name="T18" fmla="*/ 69 w 7"/>
                <a:gd name="T19" fmla="*/ 7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10">
                  <a:moveTo>
                    <a:pt x="7" y="7"/>
                  </a:moveTo>
                  <a:cubicBezTo>
                    <a:pt x="7" y="9"/>
                    <a:pt x="6" y="9"/>
                    <a:pt x="5" y="9"/>
                  </a:cubicBezTo>
                  <a:cubicBezTo>
                    <a:pt x="3" y="9"/>
                    <a:pt x="2" y="8"/>
                    <a:pt x="1" y="6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1" y="2"/>
                    <a:pt x="0" y="3"/>
                    <a:pt x="1" y="6"/>
                  </a:cubicBezTo>
                  <a:cubicBezTo>
                    <a:pt x="2" y="8"/>
                    <a:pt x="3" y="10"/>
                    <a:pt x="5" y="10"/>
                  </a:cubicBezTo>
                  <a:cubicBezTo>
                    <a:pt x="6" y="10"/>
                    <a:pt x="7" y="9"/>
                    <a:pt x="7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7" name="Freeform 868">
              <a:extLst>
                <a:ext uri="{FF2B5EF4-FFF2-40B4-BE49-F238E27FC236}">
                  <a16:creationId xmlns:a16="http://schemas.microsoft.com/office/drawing/2014/main" id="{C494C0D0-1F4D-4B7C-A18C-15A3C8738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159"/>
              <a:ext cx="13" cy="16"/>
            </a:xfrm>
            <a:custGeom>
              <a:avLst/>
              <a:gdLst>
                <a:gd name="T0" fmla="*/ 61 w 6"/>
                <a:gd name="T1" fmla="*/ 25 h 7"/>
                <a:gd name="T2" fmla="*/ 43 w 6"/>
                <a:gd name="T3" fmla="*/ 0 h 7"/>
                <a:gd name="T4" fmla="*/ 20 w 6"/>
                <a:gd name="T5" fmla="*/ 0 h 7"/>
                <a:gd name="T6" fmla="*/ 9 w 6"/>
                <a:gd name="T7" fmla="*/ 57 h 7"/>
                <a:gd name="T8" fmla="*/ 52 w 6"/>
                <a:gd name="T9" fmla="*/ 57 h 7"/>
                <a:gd name="T10" fmla="*/ 61 w 6"/>
                <a:gd name="T11" fmla="*/ 25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1"/>
                    <a:pt x="0" y="3"/>
                    <a:pt x="1" y="5"/>
                  </a:cubicBezTo>
                  <a:cubicBezTo>
                    <a:pt x="3" y="7"/>
                    <a:pt x="5" y="6"/>
                    <a:pt x="5" y="5"/>
                  </a:cubicBezTo>
                  <a:cubicBezTo>
                    <a:pt x="6" y="4"/>
                    <a:pt x="6" y="4"/>
                    <a:pt x="6" y="2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8" name="Freeform 869">
              <a:extLst>
                <a:ext uri="{FF2B5EF4-FFF2-40B4-BE49-F238E27FC236}">
                  <a16:creationId xmlns:a16="http://schemas.microsoft.com/office/drawing/2014/main" id="{0F29DA2E-B2EB-464A-94AD-2D680511D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161"/>
              <a:ext cx="7" cy="9"/>
            </a:xfrm>
            <a:custGeom>
              <a:avLst/>
              <a:gdLst>
                <a:gd name="T0" fmla="*/ 37 w 3"/>
                <a:gd name="T1" fmla="*/ 36 h 4"/>
                <a:gd name="T2" fmla="*/ 28 w 3"/>
                <a:gd name="T3" fmla="*/ 45 h 4"/>
                <a:gd name="T4" fmla="*/ 0 w 3"/>
                <a:gd name="T5" fmla="*/ 25 h 4"/>
                <a:gd name="T6" fmla="*/ 12 w 3"/>
                <a:gd name="T7" fmla="*/ 0 h 4"/>
                <a:gd name="T8" fmla="*/ 28 w 3"/>
                <a:gd name="T9" fmla="*/ 0 h 4"/>
                <a:gd name="T10" fmla="*/ 28 w 3"/>
                <a:gd name="T11" fmla="*/ 0 h 4"/>
                <a:gd name="T12" fmla="*/ 0 w 3"/>
                <a:gd name="T13" fmla="*/ 0 h 4"/>
                <a:gd name="T14" fmla="*/ 0 w 3"/>
                <a:gd name="T15" fmla="*/ 25 h 4"/>
                <a:gd name="T16" fmla="*/ 28 w 3"/>
                <a:gd name="T17" fmla="*/ 45 h 4"/>
                <a:gd name="T18" fmla="*/ 37 w 3"/>
                <a:gd name="T19" fmla="*/ 36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9" name="Freeform 870">
              <a:extLst>
                <a:ext uri="{FF2B5EF4-FFF2-40B4-BE49-F238E27FC236}">
                  <a16:creationId xmlns:a16="http://schemas.microsoft.com/office/drawing/2014/main" id="{2ECB2115-0391-4850-A302-59FC2AC50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023"/>
              <a:ext cx="16" cy="18"/>
            </a:xfrm>
            <a:custGeom>
              <a:avLst/>
              <a:gdLst>
                <a:gd name="T0" fmla="*/ 40 w 8"/>
                <a:gd name="T1" fmla="*/ 81 h 8"/>
                <a:gd name="T2" fmla="*/ 56 w 8"/>
                <a:gd name="T3" fmla="*/ 36 h 8"/>
                <a:gd name="T4" fmla="*/ 16 w 8"/>
                <a:gd name="T5" fmla="*/ 11 h 8"/>
                <a:gd name="T6" fmla="*/ 40 w 8"/>
                <a:gd name="T7" fmla="*/ 8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5" y="7"/>
                  </a:moveTo>
                  <a:cubicBezTo>
                    <a:pt x="7" y="7"/>
                    <a:pt x="8" y="5"/>
                    <a:pt x="7" y="3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0" y="3"/>
                    <a:pt x="1" y="8"/>
                    <a:pt x="5" y="7"/>
                  </a:cubicBezTo>
                  <a:close/>
                </a:path>
              </a:pathLst>
            </a:custGeom>
            <a:solidFill>
              <a:srgbClr val="E7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0" name="Freeform 871">
              <a:extLst>
                <a:ext uri="{FF2B5EF4-FFF2-40B4-BE49-F238E27FC236}">
                  <a16:creationId xmlns:a16="http://schemas.microsoft.com/office/drawing/2014/main" id="{BB6B4B3D-93A0-4DD2-9080-5C52DC543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028"/>
              <a:ext cx="8" cy="8"/>
            </a:xfrm>
            <a:custGeom>
              <a:avLst/>
              <a:gdLst>
                <a:gd name="T0" fmla="*/ 24 w 4"/>
                <a:gd name="T1" fmla="*/ 8 h 4"/>
                <a:gd name="T2" fmla="*/ 32 w 4"/>
                <a:gd name="T3" fmla="*/ 24 h 4"/>
                <a:gd name="T4" fmla="*/ 16 w 4"/>
                <a:gd name="T5" fmla="*/ 32 h 4"/>
                <a:gd name="T6" fmla="*/ 0 w 4"/>
                <a:gd name="T7" fmla="*/ 16 h 4"/>
                <a:gd name="T8" fmla="*/ 0 w 4"/>
                <a:gd name="T9" fmla="*/ 0 h 4"/>
                <a:gd name="T10" fmla="*/ 0 w 4"/>
                <a:gd name="T11" fmla="*/ 0 h 4"/>
                <a:gd name="T12" fmla="*/ 0 w 4"/>
                <a:gd name="T13" fmla="*/ 16 h 4"/>
                <a:gd name="T14" fmla="*/ 16 w 4"/>
                <a:gd name="T15" fmla="*/ 32 h 4"/>
                <a:gd name="T16" fmla="*/ 32 w 4"/>
                <a:gd name="T17" fmla="*/ 24 h 4"/>
                <a:gd name="T18" fmla="*/ 24 w 4"/>
                <a:gd name="T19" fmla="*/ 8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4" y="2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F0A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1" name="Freeform 872">
              <a:extLst>
                <a:ext uri="{FF2B5EF4-FFF2-40B4-BE49-F238E27FC236}">
                  <a16:creationId xmlns:a16="http://schemas.microsoft.com/office/drawing/2014/main" id="{CA3C6B35-0091-4E71-9D47-8EAB01DDA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101"/>
              <a:ext cx="15" cy="14"/>
            </a:xfrm>
            <a:custGeom>
              <a:avLst/>
              <a:gdLst>
                <a:gd name="T0" fmla="*/ 41 w 7"/>
                <a:gd name="T1" fmla="*/ 12 h 6"/>
                <a:gd name="T2" fmla="*/ 19 w 7"/>
                <a:gd name="T3" fmla="*/ 0 h 6"/>
                <a:gd name="T4" fmla="*/ 0 w 7"/>
                <a:gd name="T5" fmla="*/ 12 h 6"/>
                <a:gd name="T6" fmla="*/ 28 w 7"/>
                <a:gd name="T7" fmla="*/ 77 h 6"/>
                <a:gd name="T8" fmla="*/ 60 w 7"/>
                <a:gd name="T9" fmla="*/ 37 h 6"/>
                <a:gd name="T10" fmla="*/ 41 w 7"/>
                <a:gd name="T11" fmla="*/ 12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3"/>
                    <a:pt x="1" y="5"/>
                    <a:pt x="3" y="6"/>
                  </a:cubicBezTo>
                  <a:cubicBezTo>
                    <a:pt x="5" y="6"/>
                    <a:pt x="7" y="4"/>
                    <a:pt x="6" y="3"/>
                  </a:cubicBezTo>
                  <a:cubicBezTo>
                    <a:pt x="6" y="2"/>
                    <a:pt x="6" y="2"/>
                    <a:pt x="4" y="1"/>
                  </a:cubicBezTo>
                  <a:close/>
                </a:path>
              </a:pathLst>
            </a:custGeom>
            <a:solidFill>
              <a:srgbClr val="E874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2" name="Freeform 873">
              <a:extLst>
                <a:ext uri="{FF2B5EF4-FFF2-40B4-BE49-F238E27FC236}">
                  <a16:creationId xmlns:a16="http://schemas.microsoft.com/office/drawing/2014/main" id="{E0B0C078-BB96-4A5F-BAA2-30C668BE3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103"/>
              <a:ext cx="9" cy="7"/>
            </a:xfrm>
            <a:custGeom>
              <a:avLst/>
              <a:gdLst>
                <a:gd name="T0" fmla="*/ 45 w 4"/>
                <a:gd name="T1" fmla="*/ 12 h 3"/>
                <a:gd name="T2" fmla="*/ 45 w 4"/>
                <a:gd name="T3" fmla="*/ 37 h 3"/>
                <a:gd name="T4" fmla="*/ 11 w 4"/>
                <a:gd name="T5" fmla="*/ 37 h 3"/>
                <a:gd name="T6" fmla="*/ 0 w 4"/>
                <a:gd name="T7" fmla="*/ 12 h 3"/>
                <a:gd name="T8" fmla="*/ 11 w 4"/>
                <a:gd name="T9" fmla="*/ 0 h 3"/>
                <a:gd name="T10" fmla="*/ 11 w 4"/>
                <a:gd name="T11" fmla="*/ 0 h 3"/>
                <a:gd name="T12" fmla="*/ 0 w 4"/>
                <a:gd name="T13" fmla="*/ 12 h 3"/>
                <a:gd name="T14" fmla="*/ 11 w 4"/>
                <a:gd name="T15" fmla="*/ 37 h 3"/>
                <a:gd name="T16" fmla="*/ 45 w 4"/>
                <a:gd name="T17" fmla="*/ 37 h 3"/>
                <a:gd name="T18" fmla="*/ 45 w 4"/>
                <a:gd name="T19" fmla="*/ 1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4" y="2"/>
                    <a:pt x="4" y="3"/>
                    <a:pt x="4" y="3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4" y="3"/>
                    <a:pt x="4" y="2"/>
                    <a:pt x="4" y="1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3" name="Freeform 874">
              <a:extLst>
                <a:ext uri="{FF2B5EF4-FFF2-40B4-BE49-F238E27FC236}">
                  <a16:creationId xmlns:a16="http://schemas.microsoft.com/office/drawing/2014/main" id="{39CBA4A0-DC66-4B28-8103-2A3D9385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420"/>
              <a:ext cx="25" cy="34"/>
            </a:xfrm>
            <a:custGeom>
              <a:avLst/>
              <a:gdLst>
                <a:gd name="T0" fmla="*/ 108 w 12"/>
                <a:gd name="T1" fmla="*/ 73 h 15"/>
                <a:gd name="T2" fmla="*/ 92 w 12"/>
                <a:gd name="T3" fmla="*/ 25 h 15"/>
                <a:gd name="T4" fmla="*/ 56 w 12"/>
                <a:gd name="T5" fmla="*/ 11 h 15"/>
                <a:gd name="T6" fmla="*/ 17 w 12"/>
                <a:gd name="T7" fmla="*/ 118 h 15"/>
                <a:gd name="T8" fmla="*/ 92 w 12"/>
                <a:gd name="T9" fmla="*/ 150 h 15"/>
                <a:gd name="T10" fmla="*/ 108 w 12"/>
                <a:gd name="T11" fmla="*/ 7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5">
                  <a:moveTo>
                    <a:pt x="12" y="6"/>
                  </a:moveTo>
                  <a:cubicBezTo>
                    <a:pt x="12" y="5"/>
                    <a:pt x="11" y="3"/>
                    <a:pt x="10" y="2"/>
                  </a:cubicBezTo>
                  <a:cubicBezTo>
                    <a:pt x="9" y="1"/>
                    <a:pt x="7" y="0"/>
                    <a:pt x="6" y="1"/>
                  </a:cubicBezTo>
                  <a:cubicBezTo>
                    <a:pt x="2" y="1"/>
                    <a:pt x="0" y="6"/>
                    <a:pt x="2" y="10"/>
                  </a:cubicBezTo>
                  <a:cubicBezTo>
                    <a:pt x="3" y="14"/>
                    <a:pt x="8" y="15"/>
                    <a:pt x="10" y="13"/>
                  </a:cubicBezTo>
                  <a:cubicBezTo>
                    <a:pt x="12" y="11"/>
                    <a:pt x="12" y="10"/>
                    <a:pt x="12" y="6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54" name="Freeform 875">
              <a:extLst>
                <a:ext uri="{FF2B5EF4-FFF2-40B4-BE49-F238E27FC236}">
                  <a16:creationId xmlns:a16="http://schemas.microsoft.com/office/drawing/2014/main" id="{453981E8-8275-4962-A922-5B9762FCB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427"/>
              <a:ext cx="11" cy="18"/>
            </a:xfrm>
            <a:custGeom>
              <a:avLst/>
              <a:gdLst>
                <a:gd name="T0" fmla="*/ 53 w 5"/>
                <a:gd name="T1" fmla="*/ 81 h 8"/>
                <a:gd name="T2" fmla="*/ 33 w 5"/>
                <a:gd name="T3" fmla="*/ 92 h 8"/>
                <a:gd name="T4" fmla="*/ 0 w 5"/>
                <a:gd name="T5" fmla="*/ 45 h 8"/>
                <a:gd name="T6" fmla="*/ 20 w 5"/>
                <a:gd name="T7" fmla="*/ 11 h 8"/>
                <a:gd name="T8" fmla="*/ 44 w 5"/>
                <a:gd name="T9" fmla="*/ 11 h 8"/>
                <a:gd name="T10" fmla="*/ 44 w 5"/>
                <a:gd name="T11" fmla="*/ 11 h 8"/>
                <a:gd name="T12" fmla="*/ 20 w 5"/>
                <a:gd name="T13" fmla="*/ 0 h 8"/>
                <a:gd name="T14" fmla="*/ 0 w 5"/>
                <a:gd name="T15" fmla="*/ 45 h 8"/>
                <a:gd name="T16" fmla="*/ 33 w 5"/>
                <a:gd name="T17" fmla="*/ 92 h 8"/>
                <a:gd name="T18" fmla="*/ 53 w 5"/>
                <a:gd name="T19" fmla="*/ 81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8">
                  <a:moveTo>
                    <a:pt x="5" y="7"/>
                  </a:moveTo>
                  <a:cubicBezTo>
                    <a:pt x="4" y="8"/>
                    <a:pt x="4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4" y="8"/>
                    <a:pt x="4" y="8"/>
                    <a:pt x="5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5" name="Freeform 876">
              <a:extLst>
                <a:ext uri="{FF2B5EF4-FFF2-40B4-BE49-F238E27FC236}">
                  <a16:creationId xmlns:a16="http://schemas.microsoft.com/office/drawing/2014/main" id="{E3872529-D82B-454E-A2FC-E4E59FB91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438"/>
              <a:ext cx="40" cy="45"/>
            </a:xfrm>
            <a:custGeom>
              <a:avLst/>
              <a:gdLst>
                <a:gd name="T0" fmla="*/ 67 w 19"/>
                <a:gd name="T1" fmla="*/ 182 h 20"/>
                <a:gd name="T2" fmla="*/ 168 w 19"/>
                <a:gd name="T3" fmla="*/ 137 h 20"/>
                <a:gd name="T4" fmla="*/ 112 w 19"/>
                <a:gd name="T5" fmla="*/ 11 h 20"/>
                <a:gd name="T6" fmla="*/ 67 w 19"/>
                <a:gd name="T7" fmla="*/ 18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0">
                  <a:moveTo>
                    <a:pt x="7" y="16"/>
                  </a:moveTo>
                  <a:cubicBezTo>
                    <a:pt x="10" y="20"/>
                    <a:pt x="16" y="18"/>
                    <a:pt x="18" y="12"/>
                  </a:cubicBezTo>
                  <a:cubicBezTo>
                    <a:pt x="19" y="7"/>
                    <a:pt x="17" y="2"/>
                    <a:pt x="12" y="1"/>
                  </a:cubicBezTo>
                  <a:cubicBezTo>
                    <a:pt x="6" y="0"/>
                    <a:pt x="0" y="11"/>
                    <a:pt x="7" y="1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56" name="Freeform 877">
              <a:extLst>
                <a:ext uri="{FF2B5EF4-FFF2-40B4-BE49-F238E27FC236}">
                  <a16:creationId xmlns:a16="http://schemas.microsoft.com/office/drawing/2014/main" id="{6C5AD0F1-AC75-42D0-B1B4-4DAA0AD61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447"/>
              <a:ext cx="17" cy="22"/>
            </a:xfrm>
            <a:custGeom>
              <a:avLst/>
              <a:gdLst>
                <a:gd name="T0" fmla="*/ 77 w 8"/>
                <a:gd name="T1" fmla="*/ 64 h 10"/>
                <a:gd name="T2" fmla="*/ 49 w 8"/>
                <a:gd name="T3" fmla="*/ 97 h 10"/>
                <a:gd name="T4" fmla="*/ 9 w 8"/>
                <a:gd name="T5" fmla="*/ 88 h 10"/>
                <a:gd name="T6" fmla="*/ 0 w 8"/>
                <a:gd name="T7" fmla="*/ 33 h 10"/>
                <a:gd name="T8" fmla="*/ 40 w 8"/>
                <a:gd name="T9" fmla="*/ 0 h 10"/>
                <a:gd name="T10" fmla="*/ 40 w 8"/>
                <a:gd name="T11" fmla="*/ 0 h 10"/>
                <a:gd name="T12" fmla="*/ 0 w 8"/>
                <a:gd name="T13" fmla="*/ 33 h 10"/>
                <a:gd name="T14" fmla="*/ 9 w 8"/>
                <a:gd name="T15" fmla="*/ 88 h 10"/>
                <a:gd name="T16" fmla="*/ 49 w 8"/>
                <a:gd name="T17" fmla="*/ 106 h 10"/>
                <a:gd name="T18" fmla="*/ 77 w 8"/>
                <a:gd name="T19" fmla="*/ 6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0">
                  <a:moveTo>
                    <a:pt x="8" y="6"/>
                  </a:moveTo>
                  <a:cubicBezTo>
                    <a:pt x="8" y="8"/>
                    <a:pt x="7" y="9"/>
                    <a:pt x="5" y="9"/>
                  </a:cubicBezTo>
                  <a:cubicBezTo>
                    <a:pt x="4" y="10"/>
                    <a:pt x="2" y="10"/>
                    <a:pt x="1" y="8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4" y="10"/>
                    <a:pt x="5" y="10"/>
                  </a:cubicBezTo>
                  <a:cubicBezTo>
                    <a:pt x="7" y="9"/>
                    <a:pt x="8" y="8"/>
                    <a:pt x="8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7" name="Freeform 878">
              <a:extLst>
                <a:ext uri="{FF2B5EF4-FFF2-40B4-BE49-F238E27FC236}">
                  <a16:creationId xmlns:a16="http://schemas.microsoft.com/office/drawing/2014/main" id="{46CD240E-AADA-444D-87F4-6A14D4831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737"/>
              <a:ext cx="51" cy="56"/>
            </a:xfrm>
            <a:custGeom>
              <a:avLst/>
              <a:gdLst>
                <a:gd name="T0" fmla="*/ 40 w 24"/>
                <a:gd name="T1" fmla="*/ 65 h 25"/>
                <a:gd name="T2" fmla="*/ 172 w 24"/>
                <a:gd name="T3" fmla="*/ 56 h 25"/>
                <a:gd name="T4" fmla="*/ 181 w 24"/>
                <a:gd name="T5" fmla="*/ 235 h 25"/>
                <a:gd name="T6" fmla="*/ 40 w 24"/>
                <a:gd name="T7" fmla="*/ 6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4" y="6"/>
                  </a:moveTo>
                  <a:cubicBezTo>
                    <a:pt x="6" y="1"/>
                    <a:pt x="13" y="0"/>
                    <a:pt x="18" y="5"/>
                  </a:cubicBezTo>
                  <a:cubicBezTo>
                    <a:pt x="23" y="10"/>
                    <a:pt x="24" y="17"/>
                    <a:pt x="19" y="21"/>
                  </a:cubicBezTo>
                  <a:cubicBezTo>
                    <a:pt x="13" y="25"/>
                    <a:pt x="0" y="16"/>
                    <a:pt x="4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58" name="Freeform 879">
              <a:extLst>
                <a:ext uri="{FF2B5EF4-FFF2-40B4-BE49-F238E27FC236}">
                  <a16:creationId xmlns:a16="http://schemas.microsoft.com/office/drawing/2014/main" id="{F9A2AC50-C137-421F-91CD-21714CF31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750"/>
              <a:ext cx="21" cy="27"/>
            </a:xfrm>
            <a:custGeom>
              <a:avLst/>
              <a:gdLst>
                <a:gd name="T0" fmla="*/ 92 w 10"/>
                <a:gd name="T1" fmla="*/ 25 h 12"/>
                <a:gd name="T2" fmla="*/ 48 w 10"/>
                <a:gd name="T3" fmla="*/ 0 h 12"/>
                <a:gd name="T4" fmla="*/ 8 w 10"/>
                <a:gd name="T5" fmla="*/ 45 h 12"/>
                <a:gd name="T6" fmla="*/ 27 w 10"/>
                <a:gd name="T7" fmla="*/ 117 h 12"/>
                <a:gd name="T8" fmla="*/ 84 w 10"/>
                <a:gd name="T9" fmla="*/ 137 h 12"/>
                <a:gd name="T10" fmla="*/ 84 w 10"/>
                <a:gd name="T11" fmla="*/ 137 h 12"/>
                <a:gd name="T12" fmla="*/ 27 w 10"/>
                <a:gd name="T13" fmla="*/ 117 h 12"/>
                <a:gd name="T14" fmla="*/ 8 w 10"/>
                <a:gd name="T15" fmla="*/ 45 h 12"/>
                <a:gd name="T16" fmla="*/ 48 w 10"/>
                <a:gd name="T17" fmla="*/ 0 h 12"/>
                <a:gd name="T18" fmla="*/ 92 w 10"/>
                <a:gd name="T19" fmla="*/ 25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2"/>
                  </a:moveTo>
                  <a:cubicBezTo>
                    <a:pt x="9" y="1"/>
                    <a:pt x="7" y="0"/>
                    <a:pt x="5" y="0"/>
                  </a:cubicBezTo>
                  <a:cubicBezTo>
                    <a:pt x="3" y="1"/>
                    <a:pt x="1" y="2"/>
                    <a:pt x="1" y="4"/>
                  </a:cubicBezTo>
                  <a:cubicBezTo>
                    <a:pt x="1" y="6"/>
                    <a:pt x="2" y="8"/>
                    <a:pt x="3" y="10"/>
                  </a:cubicBezTo>
                  <a:cubicBezTo>
                    <a:pt x="5" y="12"/>
                    <a:pt x="7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7" y="12"/>
                    <a:pt x="5" y="12"/>
                    <a:pt x="3" y="10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7" y="0"/>
                    <a:pt x="9" y="1"/>
                    <a:pt x="1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9" name="Freeform 880">
              <a:extLst>
                <a:ext uri="{FF2B5EF4-FFF2-40B4-BE49-F238E27FC236}">
                  <a16:creationId xmlns:a16="http://schemas.microsoft.com/office/drawing/2014/main" id="{77F60595-4A0E-4476-A98E-E19EDA151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652"/>
              <a:ext cx="44" cy="54"/>
            </a:xfrm>
            <a:custGeom>
              <a:avLst/>
              <a:gdLst>
                <a:gd name="T0" fmla="*/ 128 w 21"/>
                <a:gd name="T1" fmla="*/ 25 h 24"/>
                <a:gd name="T2" fmla="*/ 75 w 21"/>
                <a:gd name="T3" fmla="*/ 0 h 24"/>
                <a:gd name="T4" fmla="*/ 27 w 21"/>
                <a:gd name="T5" fmla="*/ 173 h 24"/>
                <a:gd name="T6" fmla="*/ 157 w 21"/>
                <a:gd name="T7" fmla="*/ 254 h 24"/>
                <a:gd name="T8" fmla="*/ 193 w 21"/>
                <a:gd name="T9" fmla="*/ 162 h 24"/>
                <a:gd name="T10" fmla="*/ 157 w 21"/>
                <a:gd name="T11" fmla="*/ 81 h 24"/>
                <a:gd name="T12" fmla="*/ 128 w 21"/>
                <a:gd name="T13" fmla="*/ 2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4">
                  <a:moveTo>
                    <a:pt x="14" y="2"/>
                  </a:moveTo>
                  <a:cubicBezTo>
                    <a:pt x="12" y="1"/>
                    <a:pt x="10" y="0"/>
                    <a:pt x="8" y="0"/>
                  </a:cubicBezTo>
                  <a:cubicBezTo>
                    <a:pt x="1" y="1"/>
                    <a:pt x="0" y="9"/>
                    <a:pt x="3" y="15"/>
                  </a:cubicBezTo>
                  <a:cubicBezTo>
                    <a:pt x="7" y="21"/>
                    <a:pt x="14" y="24"/>
                    <a:pt x="17" y="22"/>
                  </a:cubicBezTo>
                  <a:cubicBezTo>
                    <a:pt x="20" y="21"/>
                    <a:pt x="21" y="18"/>
                    <a:pt x="21" y="14"/>
                  </a:cubicBezTo>
                  <a:cubicBezTo>
                    <a:pt x="20" y="12"/>
                    <a:pt x="18" y="9"/>
                    <a:pt x="17" y="7"/>
                  </a:cubicBezTo>
                  <a:cubicBezTo>
                    <a:pt x="16" y="6"/>
                    <a:pt x="15" y="3"/>
                    <a:pt x="14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60" name="Freeform 881">
              <a:extLst>
                <a:ext uri="{FF2B5EF4-FFF2-40B4-BE49-F238E27FC236}">
                  <a16:creationId xmlns:a16="http://schemas.microsoft.com/office/drawing/2014/main" id="{3DD8AE25-8CB9-4CD6-97E3-4357ABFCC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666"/>
              <a:ext cx="19" cy="26"/>
            </a:xfrm>
            <a:custGeom>
              <a:avLst/>
              <a:gdLst>
                <a:gd name="T0" fmla="*/ 8 w 9"/>
                <a:gd name="T1" fmla="*/ 0 h 12"/>
                <a:gd name="T2" fmla="*/ 8 w 9"/>
                <a:gd name="T3" fmla="*/ 52 h 12"/>
                <a:gd name="T4" fmla="*/ 57 w 9"/>
                <a:gd name="T5" fmla="*/ 113 h 12"/>
                <a:gd name="T6" fmla="*/ 84 w 9"/>
                <a:gd name="T7" fmla="*/ 113 h 12"/>
                <a:gd name="T8" fmla="*/ 84 w 9"/>
                <a:gd name="T9" fmla="*/ 113 h 12"/>
                <a:gd name="T10" fmla="*/ 57 w 9"/>
                <a:gd name="T11" fmla="*/ 113 h 12"/>
                <a:gd name="T12" fmla="*/ 8 w 9"/>
                <a:gd name="T13" fmla="*/ 52 h 12"/>
                <a:gd name="T14" fmla="*/ 17 w 9"/>
                <a:gd name="T15" fmla="*/ 0 h 12"/>
                <a:gd name="T16" fmla="*/ 36 w 9"/>
                <a:gd name="T17" fmla="*/ 0 h 12"/>
                <a:gd name="T18" fmla="*/ 36 w 9"/>
                <a:gd name="T19" fmla="*/ 0 h 12"/>
                <a:gd name="T20" fmla="*/ 8 w 9"/>
                <a:gd name="T21" fmla="*/ 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2">
                  <a:moveTo>
                    <a:pt x="1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2" y="8"/>
                    <a:pt x="4" y="11"/>
                    <a:pt x="6" y="11"/>
                  </a:cubicBezTo>
                  <a:cubicBezTo>
                    <a:pt x="7" y="12"/>
                    <a:pt x="8" y="12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2"/>
                    <a:pt x="7" y="12"/>
                    <a:pt x="6" y="11"/>
                  </a:cubicBezTo>
                  <a:cubicBezTo>
                    <a:pt x="5" y="11"/>
                    <a:pt x="2" y="8"/>
                    <a:pt x="1" y="5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1" name="Freeform 882">
              <a:extLst>
                <a:ext uri="{FF2B5EF4-FFF2-40B4-BE49-F238E27FC236}">
                  <a16:creationId xmlns:a16="http://schemas.microsoft.com/office/drawing/2014/main" id="{B8E10827-FBB0-421B-A954-4E14BF7F2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478"/>
              <a:ext cx="25" cy="34"/>
            </a:xfrm>
            <a:custGeom>
              <a:avLst/>
              <a:gdLst>
                <a:gd name="T0" fmla="*/ 108 w 12"/>
                <a:gd name="T1" fmla="*/ 73 h 15"/>
                <a:gd name="T2" fmla="*/ 92 w 12"/>
                <a:gd name="T3" fmla="*/ 25 h 15"/>
                <a:gd name="T4" fmla="*/ 56 w 12"/>
                <a:gd name="T5" fmla="*/ 0 h 15"/>
                <a:gd name="T6" fmla="*/ 17 w 12"/>
                <a:gd name="T7" fmla="*/ 118 h 15"/>
                <a:gd name="T8" fmla="*/ 92 w 12"/>
                <a:gd name="T9" fmla="*/ 150 h 15"/>
                <a:gd name="T10" fmla="*/ 108 w 12"/>
                <a:gd name="T11" fmla="*/ 7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5">
                  <a:moveTo>
                    <a:pt x="12" y="6"/>
                  </a:moveTo>
                  <a:cubicBezTo>
                    <a:pt x="12" y="4"/>
                    <a:pt x="12" y="3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3" y="1"/>
                    <a:pt x="0" y="6"/>
                    <a:pt x="2" y="10"/>
                  </a:cubicBezTo>
                  <a:cubicBezTo>
                    <a:pt x="4" y="14"/>
                    <a:pt x="8" y="15"/>
                    <a:pt x="10" y="13"/>
                  </a:cubicBezTo>
                  <a:cubicBezTo>
                    <a:pt x="12" y="11"/>
                    <a:pt x="12" y="10"/>
                    <a:pt x="12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62" name="Freeform 883">
              <a:extLst>
                <a:ext uri="{FF2B5EF4-FFF2-40B4-BE49-F238E27FC236}">
                  <a16:creationId xmlns:a16="http://schemas.microsoft.com/office/drawing/2014/main" id="{A6287FA0-08C3-452A-BA83-7D3724D14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85"/>
              <a:ext cx="9" cy="18"/>
            </a:xfrm>
            <a:custGeom>
              <a:avLst/>
              <a:gdLst>
                <a:gd name="T0" fmla="*/ 45 w 4"/>
                <a:gd name="T1" fmla="*/ 81 h 8"/>
                <a:gd name="T2" fmla="*/ 25 w 4"/>
                <a:gd name="T3" fmla="*/ 92 h 8"/>
                <a:gd name="T4" fmla="*/ 0 w 4"/>
                <a:gd name="T5" fmla="*/ 45 h 8"/>
                <a:gd name="T6" fmla="*/ 11 w 4"/>
                <a:gd name="T7" fmla="*/ 0 h 8"/>
                <a:gd name="T8" fmla="*/ 36 w 4"/>
                <a:gd name="T9" fmla="*/ 0 h 8"/>
                <a:gd name="T10" fmla="*/ 36 w 4"/>
                <a:gd name="T11" fmla="*/ 0 h 8"/>
                <a:gd name="T12" fmla="*/ 11 w 4"/>
                <a:gd name="T13" fmla="*/ 0 h 8"/>
                <a:gd name="T14" fmla="*/ 0 w 4"/>
                <a:gd name="T15" fmla="*/ 45 h 8"/>
                <a:gd name="T16" fmla="*/ 25 w 4"/>
                <a:gd name="T17" fmla="*/ 92 h 8"/>
                <a:gd name="T18" fmla="*/ 45 w 4"/>
                <a:gd name="T19" fmla="*/ 81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8">
                  <a:moveTo>
                    <a:pt x="4" y="7"/>
                  </a:moveTo>
                  <a:cubicBezTo>
                    <a:pt x="4" y="8"/>
                    <a:pt x="3" y="8"/>
                    <a:pt x="2" y="8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6"/>
                    <a:pt x="1" y="8"/>
                    <a:pt x="2" y="8"/>
                  </a:cubicBezTo>
                  <a:cubicBezTo>
                    <a:pt x="3" y="8"/>
                    <a:pt x="4" y="8"/>
                    <a:pt x="4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3" name="Freeform 884">
              <a:extLst>
                <a:ext uri="{FF2B5EF4-FFF2-40B4-BE49-F238E27FC236}">
                  <a16:creationId xmlns:a16="http://schemas.microsoft.com/office/drawing/2014/main" id="{FF975C88-1EF6-4E1F-B4A8-EDBE9EA8F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525"/>
              <a:ext cx="42" cy="29"/>
            </a:xfrm>
            <a:custGeom>
              <a:avLst/>
              <a:gdLst>
                <a:gd name="T0" fmla="*/ 57 w 20"/>
                <a:gd name="T1" fmla="*/ 0 h 13"/>
                <a:gd name="T2" fmla="*/ 8 w 20"/>
                <a:gd name="T3" fmla="*/ 56 h 13"/>
                <a:gd name="T4" fmla="*/ 76 w 20"/>
                <a:gd name="T5" fmla="*/ 145 h 13"/>
                <a:gd name="T6" fmla="*/ 176 w 20"/>
                <a:gd name="T7" fmla="*/ 100 h 13"/>
                <a:gd name="T8" fmla="*/ 168 w 20"/>
                <a:gd name="T9" fmla="*/ 45 h 13"/>
                <a:gd name="T10" fmla="*/ 111 w 20"/>
                <a:gd name="T11" fmla="*/ 20 h 13"/>
                <a:gd name="T12" fmla="*/ 57 w 20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6" y="0"/>
                  </a:moveTo>
                  <a:cubicBezTo>
                    <a:pt x="3" y="0"/>
                    <a:pt x="1" y="2"/>
                    <a:pt x="1" y="5"/>
                  </a:cubicBezTo>
                  <a:cubicBezTo>
                    <a:pt x="0" y="9"/>
                    <a:pt x="3" y="12"/>
                    <a:pt x="8" y="13"/>
                  </a:cubicBezTo>
                  <a:cubicBezTo>
                    <a:pt x="14" y="13"/>
                    <a:pt x="16" y="13"/>
                    <a:pt x="19" y="9"/>
                  </a:cubicBezTo>
                  <a:cubicBezTo>
                    <a:pt x="20" y="7"/>
                    <a:pt x="19" y="5"/>
                    <a:pt x="18" y="4"/>
                  </a:cubicBezTo>
                  <a:cubicBezTo>
                    <a:pt x="16" y="2"/>
                    <a:pt x="14" y="3"/>
                    <a:pt x="12" y="2"/>
                  </a:cubicBezTo>
                  <a:cubicBezTo>
                    <a:pt x="10" y="2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64" name="Freeform 885">
              <a:extLst>
                <a:ext uri="{FF2B5EF4-FFF2-40B4-BE49-F238E27FC236}">
                  <a16:creationId xmlns:a16="http://schemas.microsoft.com/office/drawing/2014/main" id="{0316F96F-504E-45B0-8BC1-8682342DF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532"/>
              <a:ext cx="23" cy="13"/>
            </a:xfrm>
            <a:custGeom>
              <a:avLst/>
              <a:gdLst>
                <a:gd name="T0" fmla="*/ 100 w 11"/>
                <a:gd name="T1" fmla="*/ 33 h 6"/>
                <a:gd name="T2" fmla="*/ 100 w 11"/>
                <a:gd name="T3" fmla="*/ 43 h 6"/>
                <a:gd name="T4" fmla="*/ 36 w 11"/>
                <a:gd name="T5" fmla="*/ 52 h 6"/>
                <a:gd name="T6" fmla="*/ 0 w 11"/>
                <a:gd name="T7" fmla="*/ 20 h 6"/>
                <a:gd name="T8" fmla="*/ 17 w 11"/>
                <a:gd name="T9" fmla="*/ 0 h 6"/>
                <a:gd name="T10" fmla="*/ 17 w 11"/>
                <a:gd name="T11" fmla="*/ 0 h 6"/>
                <a:gd name="T12" fmla="*/ 0 w 11"/>
                <a:gd name="T13" fmla="*/ 20 h 6"/>
                <a:gd name="T14" fmla="*/ 36 w 11"/>
                <a:gd name="T15" fmla="*/ 52 h 6"/>
                <a:gd name="T16" fmla="*/ 100 w 11"/>
                <a:gd name="T17" fmla="*/ 43 h 6"/>
                <a:gd name="T18" fmla="*/ 100 w 11"/>
                <a:gd name="T19" fmla="*/ 33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6">
                  <a:moveTo>
                    <a:pt x="11" y="3"/>
                  </a:moveTo>
                  <a:cubicBezTo>
                    <a:pt x="11" y="3"/>
                    <a:pt x="11" y="4"/>
                    <a:pt x="11" y="4"/>
                  </a:cubicBezTo>
                  <a:cubicBezTo>
                    <a:pt x="11" y="5"/>
                    <a:pt x="8" y="6"/>
                    <a:pt x="4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4" y="5"/>
                  </a:cubicBezTo>
                  <a:cubicBezTo>
                    <a:pt x="8" y="6"/>
                    <a:pt x="11" y="5"/>
                    <a:pt x="11" y="4"/>
                  </a:cubicBezTo>
                  <a:cubicBezTo>
                    <a:pt x="11" y="4"/>
                    <a:pt x="11" y="3"/>
                    <a:pt x="11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5" name="Freeform 886">
              <a:extLst>
                <a:ext uri="{FF2B5EF4-FFF2-40B4-BE49-F238E27FC236}">
                  <a16:creationId xmlns:a16="http://schemas.microsoft.com/office/drawing/2014/main" id="{77548AD5-43C2-42B3-BAD6-C08DCBF39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68"/>
              <a:ext cx="25" cy="31"/>
            </a:xfrm>
            <a:custGeom>
              <a:avLst/>
              <a:gdLst>
                <a:gd name="T0" fmla="*/ 100 w 12"/>
                <a:gd name="T1" fmla="*/ 78 h 14"/>
                <a:gd name="T2" fmla="*/ 100 w 12"/>
                <a:gd name="T3" fmla="*/ 97 h 14"/>
                <a:gd name="T4" fmla="*/ 100 w 12"/>
                <a:gd name="T5" fmla="*/ 109 h 14"/>
                <a:gd name="T6" fmla="*/ 92 w 12"/>
                <a:gd name="T7" fmla="*/ 117 h 14"/>
                <a:gd name="T8" fmla="*/ 83 w 12"/>
                <a:gd name="T9" fmla="*/ 117 h 14"/>
                <a:gd name="T10" fmla="*/ 83 w 12"/>
                <a:gd name="T11" fmla="*/ 133 h 14"/>
                <a:gd name="T12" fmla="*/ 56 w 12"/>
                <a:gd name="T13" fmla="*/ 142 h 14"/>
                <a:gd name="T14" fmla="*/ 35 w 12"/>
                <a:gd name="T15" fmla="*/ 142 h 14"/>
                <a:gd name="T16" fmla="*/ 27 w 12"/>
                <a:gd name="T17" fmla="*/ 133 h 14"/>
                <a:gd name="T18" fmla="*/ 8 w 12"/>
                <a:gd name="T19" fmla="*/ 109 h 14"/>
                <a:gd name="T20" fmla="*/ 17 w 12"/>
                <a:gd name="T21" fmla="*/ 89 h 14"/>
                <a:gd name="T22" fmla="*/ 0 w 12"/>
                <a:gd name="T23" fmla="*/ 78 h 14"/>
                <a:gd name="T24" fmla="*/ 0 w 12"/>
                <a:gd name="T25" fmla="*/ 53 h 14"/>
                <a:gd name="T26" fmla="*/ 17 w 12"/>
                <a:gd name="T27" fmla="*/ 35 h 14"/>
                <a:gd name="T28" fmla="*/ 35 w 12"/>
                <a:gd name="T29" fmla="*/ 9 h 14"/>
                <a:gd name="T30" fmla="*/ 65 w 12"/>
                <a:gd name="T31" fmla="*/ 0 h 14"/>
                <a:gd name="T32" fmla="*/ 65 w 12"/>
                <a:gd name="T33" fmla="*/ 20 h 14"/>
                <a:gd name="T34" fmla="*/ 83 w 12"/>
                <a:gd name="T35" fmla="*/ 20 h 14"/>
                <a:gd name="T36" fmla="*/ 92 w 12"/>
                <a:gd name="T37" fmla="*/ 35 h 14"/>
                <a:gd name="T38" fmla="*/ 92 w 12"/>
                <a:gd name="T39" fmla="*/ 53 h 14"/>
                <a:gd name="T40" fmla="*/ 100 w 12"/>
                <a:gd name="T41" fmla="*/ 78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" h="14">
                  <a:moveTo>
                    <a:pt x="11" y="7"/>
                  </a:moveTo>
                  <a:cubicBezTo>
                    <a:pt x="11" y="8"/>
                    <a:pt x="12" y="8"/>
                    <a:pt x="11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1"/>
                    <a:pt x="10" y="11"/>
                  </a:cubicBezTo>
                  <a:cubicBezTo>
                    <a:pt x="10" y="11"/>
                    <a:pt x="9" y="11"/>
                    <a:pt x="9" y="11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8" y="13"/>
                    <a:pt x="7" y="14"/>
                    <a:pt x="6" y="13"/>
                  </a:cubicBezTo>
                  <a:cubicBezTo>
                    <a:pt x="6" y="13"/>
                    <a:pt x="5" y="13"/>
                    <a:pt x="4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0" y="9"/>
                    <a:pt x="2" y="9"/>
                    <a:pt x="2" y="8"/>
                  </a:cubicBezTo>
                  <a:cubicBezTo>
                    <a:pt x="2" y="7"/>
                    <a:pt x="1" y="7"/>
                    <a:pt x="0" y="7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1"/>
                    <a:pt x="7" y="1"/>
                    <a:pt x="7" y="2"/>
                  </a:cubicBezTo>
                  <a:cubicBezTo>
                    <a:pt x="8" y="2"/>
                    <a:pt x="8" y="2"/>
                    <a:pt x="9" y="2"/>
                  </a:cubicBezTo>
                  <a:cubicBezTo>
                    <a:pt x="10" y="2"/>
                    <a:pt x="10" y="2"/>
                    <a:pt x="10" y="3"/>
                  </a:cubicBezTo>
                  <a:cubicBezTo>
                    <a:pt x="11" y="4"/>
                    <a:pt x="10" y="4"/>
                    <a:pt x="10" y="5"/>
                  </a:cubicBezTo>
                  <a:cubicBezTo>
                    <a:pt x="10" y="6"/>
                    <a:pt x="11" y="6"/>
                    <a:pt x="11" y="7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6" name="Freeform 887">
              <a:extLst>
                <a:ext uri="{FF2B5EF4-FFF2-40B4-BE49-F238E27FC236}">
                  <a16:creationId xmlns:a16="http://schemas.microsoft.com/office/drawing/2014/main" id="{1806CBB5-4248-4198-8926-2534B6B59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75"/>
              <a:ext cx="4" cy="8"/>
            </a:xfrm>
            <a:custGeom>
              <a:avLst/>
              <a:gdLst>
                <a:gd name="T0" fmla="*/ 16 w 2"/>
                <a:gd name="T1" fmla="*/ 0 h 4"/>
                <a:gd name="T2" fmla="*/ 0 w 2"/>
                <a:gd name="T3" fmla="*/ 16 h 4"/>
                <a:gd name="T4" fmla="*/ 16 w 2"/>
                <a:gd name="T5" fmla="*/ 32 h 4"/>
                <a:gd name="T6" fmla="*/ 8 w 2"/>
                <a:gd name="T7" fmla="*/ 16 h 4"/>
                <a:gd name="T8" fmla="*/ 16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7" name="Freeform 888">
              <a:extLst>
                <a:ext uri="{FF2B5EF4-FFF2-40B4-BE49-F238E27FC236}">
                  <a16:creationId xmlns:a16="http://schemas.microsoft.com/office/drawing/2014/main" id="{28814E37-F644-4722-AE97-75282115C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86"/>
              <a:ext cx="4" cy="9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25 h 4"/>
                <a:gd name="T4" fmla="*/ 16 w 2"/>
                <a:gd name="T5" fmla="*/ 45 h 4"/>
                <a:gd name="T6" fmla="*/ 8 w 2"/>
                <a:gd name="T7" fmla="*/ 25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8" name="Freeform 889">
              <a:extLst>
                <a:ext uri="{FF2B5EF4-FFF2-40B4-BE49-F238E27FC236}">
                  <a16:creationId xmlns:a16="http://schemas.microsoft.com/office/drawing/2014/main" id="{7F5CDB96-CE1B-45D4-A902-0298189D4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692"/>
              <a:ext cx="15" cy="7"/>
            </a:xfrm>
            <a:custGeom>
              <a:avLst/>
              <a:gdLst>
                <a:gd name="T0" fmla="*/ 69 w 7"/>
                <a:gd name="T1" fmla="*/ 0 h 3"/>
                <a:gd name="T2" fmla="*/ 28 w 7"/>
                <a:gd name="T3" fmla="*/ 28 h 3"/>
                <a:gd name="T4" fmla="*/ 19 w 7"/>
                <a:gd name="T5" fmla="*/ 12 h 3"/>
                <a:gd name="T6" fmla="*/ 0 w 7"/>
                <a:gd name="T7" fmla="*/ 0 h 3"/>
                <a:gd name="T8" fmla="*/ 19 w 7"/>
                <a:gd name="T9" fmla="*/ 12 h 3"/>
                <a:gd name="T10" fmla="*/ 28 w 7"/>
                <a:gd name="T11" fmla="*/ 12 h 3"/>
                <a:gd name="T12" fmla="*/ 41 w 7"/>
                <a:gd name="T13" fmla="*/ 12 h 3"/>
                <a:gd name="T14" fmla="*/ 51 w 7"/>
                <a:gd name="T15" fmla="*/ 0 h 3"/>
                <a:gd name="T16" fmla="*/ 60 w 7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0"/>
                    <a:pt x="5" y="3"/>
                    <a:pt x="3" y="2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9" name="Freeform 890">
              <a:extLst>
                <a:ext uri="{FF2B5EF4-FFF2-40B4-BE49-F238E27FC236}">
                  <a16:creationId xmlns:a16="http://schemas.microsoft.com/office/drawing/2014/main" id="{42E24B80-3126-47B9-B058-D9C82DF8C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672"/>
              <a:ext cx="2" cy="7"/>
            </a:xfrm>
            <a:custGeom>
              <a:avLst/>
              <a:gdLst>
                <a:gd name="T0" fmla="*/ 8 w 1"/>
                <a:gd name="T1" fmla="*/ 12 h 3"/>
                <a:gd name="T2" fmla="*/ 8 w 1"/>
                <a:gd name="T3" fmla="*/ 28 h 3"/>
                <a:gd name="T4" fmla="*/ 8 w 1"/>
                <a:gd name="T5" fmla="*/ 37 h 3"/>
                <a:gd name="T6" fmla="*/ 0 w 1"/>
                <a:gd name="T7" fmla="*/ 28 h 3"/>
                <a:gd name="T8" fmla="*/ 8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0" name="Freeform 891">
              <a:extLst>
                <a:ext uri="{FF2B5EF4-FFF2-40B4-BE49-F238E27FC236}">
                  <a16:creationId xmlns:a16="http://schemas.microsoft.com/office/drawing/2014/main" id="{431065C1-1D62-4C49-8DC1-61C531462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670"/>
              <a:ext cx="5" cy="2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33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1" name="Freeform 892">
              <a:extLst>
                <a:ext uri="{FF2B5EF4-FFF2-40B4-BE49-F238E27FC236}">
                  <a16:creationId xmlns:a16="http://schemas.microsoft.com/office/drawing/2014/main" id="{1DE15F56-4F82-4564-ABCD-4AC5BC372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683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20 h 2"/>
                <a:gd name="T4" fmla="*/ 0 w 1"/>
                <a:gd name="T5" fmla="*/ 33 h 2"/>
                <a:gd name="T6" fmla="*/ 8 w 1"/>
                <a:gd name="T7" fmla="*/ 20 h 2"/>
                <a:gd name="T8" fmla="*/ 8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2" name="Freeform 893">
              <a:extLst>
                <a:ext uri="{FF2B5EF4-FFF2-40B4-BE49-F238E27FC236}">
                  <a16:creationId xmlns:a16="http://schemas.microsoft.com/office/drawing/2014/main" id="{3270429E-152C-4F66-BA38-D1FB26125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692"/>
              <a:ext cx="9" cy="5"/>
            </a:xfrm>
            <a:custGeom>
              <a:avLst/>
              <a:gdLst>
                <a:gd name="T0" fmla="*/ 36 w 4"/>
                <a:gd name="T1" fmla="*/ 20 h 2"/>
                <a:gd name="T2" fmla="*/ 25 w 4"/>
                <a:gd name="T3" fmla="*/ 33 h 2"/>
                <a:gd name="T4" fmla="*/ 11 w 4"/>
                <a:gd name="T5" fmla="*/ 33 h 2"/>
                <a:gd name="T6" fmla="*/ 0 w 4"/>
                <a:gd name="T7" fmla="*/ 20 h 2"/>
                <a:gd name="T8" fmla="*/ 25 w 4"/>
                <a:gd name="T9" fmla="*/ 33 h 2"/>
                <a:gd name="T10" fmla="*/ 45 w 4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3" y="1"/>
                  </a:move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1"/>
                    <a:pt x="3" y="1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3" name="Freeform 894">
              <a:extLst>
                <a:ext uri="{FF2B5EF4-FFF2-40B4-BE49-F238E27FC236}">
                  <a16:creationId xmlns:a16="http://schemas.microsoft.com/office/drawing/2014/main" id="{006FFA21-3B51-4EE4-9768-C54A31ECF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86"/>
              <a:ext cx="4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16 h 2"/>
                <a:gd name="T4" fmla="*/ 0 w 2"/>
                <a:gd name="T5" fmla="*/ 16 h 2"/>
                <a:gd name="T6" fmla="*/ 0 w 2"/>
                <a:gd name="T7" fmla="*/ 16 h 2"/>
                <a:gd name="T8" fmla="*/ 8 w 2"/>
                <a:gd name="T9" fmla="*/ 8 h 2"/>
                <a:gd name="T10" fmla="*/ 8 w 2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4" name="Freeform 895">
              <a:extLst>
                <a:ext uri="{FF2B5EF4-FFF2-40B4-BE49-F238E27FC236}">
                  <a16:creationId xmlns:a16="http://schemas.microsoft.com/office/drawing/2014/main" id="{53F8593D-0153-433C-9DBA-339E5B93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77"/>
              <a:ext cx="2" cy="6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16 h 3"/>
                <a:gd name="T4" fmla="*/ 8 w 1"/>
                <a:gd name="T5" fmla="*/ 24 h 3"/>
                <a:gd name="T6" fmla="*/ 8 w 1"/>
                <a:gd name="T7" fmla="*/ 16 h 3"/>
                <a:gd name="T8" fmla="*/ 8 w 1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0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5" name="Freeform 896">
              <a:extLst>
                <a:ext uri="{FF2B5EF4-FFF2-40B4-BE49-F238E27FC236}">
                  <a16:creationId xmlns:a16="http://schemas.microsoft.com/office/drawing/2014/main" id="{960400DD-F2CD-467E-9B5A-AC86E6043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670"/>
              <a:ext cx="7" cy="5"/>
            </a:xfrm>
            <a:custGeom>
              <a:avLst/>
              <a:gdLst>
                <a:gd name="T0" fmla="*/ 37 w 3"/>
                <a:gd name="T1" fmla="*/ 20 h 2"/>
                <a:gd name="T2" fmla="*/ 28 w 3"/>
                <a:gd name="T3" fmla="*/ 20 h 2"/>
                <a:gd name="T4" fmla="*/ 0 w 3"/>
                <a:gd name="T5" fmla="*/ 0 h 2"/>
                <a:gd name="T6" fmla="*/ 28 w 3"/>
                <a:gd name="T7" fmla="*/ 33 h 2"/>
                <a:gd name="T8" fmla="*/ 37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2" y="2"/>
                    <a:pt x="2" y="1"/>
                    <a:pt x="3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6" name="Freeform 897">
              <a:extLst>
                <a:ext uri="{FF2B5EF4-FFF2-40B4-BE49-F238E27FC236}">
                  <a16:creationId xmlns:a16="http://schemas.microsoft.com/office/drawing/2014/main" id="{E91CDF29-396E-4955-8E46-633D4A448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68"/>
              <a:ext cx="25" cy="31"/>
            </a:xfrm>
            <a:custGeom>
              <a:avLst/>
              <a:gdLst>
                <a:gd name="T0" fmla="*/ 100 w 12"/>
                <a:gd name="T1" fmla="*/ 78 h 14"/>
                <a:gd name="T2" fmla="*/ 100 w 12"/>
                <a:gd name="T3" fmla="*/ 97 h 14"/>
                <a:gd name="T4" fmla="*/ 100 w 12"/>
                <a:gd name="T5" fmla="*/ 109 h 14"/>
                <a:gd name="T6" fmla="*/ 92 w 12"/>
                <a:gd name="T7" fmla="*/ 117 h 14"/>
                <a:gd name="T8" fmla="*/ 83 w 12"/>
                <a:gd name="T9" fmla="*/ 117 h 14"/>
                <a:gd name="T10" fmla="*/ 83 w 12"/>
                <a:gd name="T11" fmla="*/ 133 h 14"/>
                <a:gd name="T12" fmla="*/ 56 w 12"/>
                <a:gd name="T13" fmla="*/ 142 h 14"/>
                <a:gd name="T14" fmla="*/ 35 w 12"/>
                <a:gd name="T15" fmla="*/ 142 h 14"/>
                <a:gd name="T16" fmla="*/ 27 w 12"/>
                <a:gd name="T17" fmla="*/ 133 h 14"/>
                <a:gd name="T18" fmla="*/ 8 w 12"/>
                <a:gd name="T19" fmla="*/ 109 h 14"/>
                <a:gd name="T20" fmla="*/ 17 w 12"/>
                <a:gd name="T21" fmla="*/ 89 h 14"/>
                <a:gd name="T22" fmla="*/ 0 w 12"/>
                <a:gd name="T23" fmla="*/ 78 h 14"/>
                <a:gd name="T24" fmla="*/ 0 w 12"/>
                <a:gd name="T25" fmla="*/ 53 h 14"/>
                <a:gd name="T26" fmla="*/ 17 w 12"/>
                <a:gd name="T27" fmla="*/ 35 h 14"/>
                <a:gd name="T28" fmla="*/ 35 w 12"/>
                <a:gd name="T29" fmla="*/ 9 h 14"/>
                <a:gd name="T30" fmla="*/ 65 w 12"/>
                <a:gd name="T31" fmla="*/ 0 h 14"/>
                <a:gd name="T32" fmla="*/ 65 w 12"/>
                <a:gd name="T33" fmla="*/ 20 h 14"/>
                <a:gd name="T34" fmla="*/ 83 w 12"/>
                <a:gd name="T35" fmla="*/ 20 h 14"/>
                <a:gd name="T36" fmla="*/ 92 w 12"/>
                <a:gd name="T37" fmla="*/ 35 h 14"/>
                <a:gd name="T38" fmla="*/ 92 w 12"/>
                <a:gd name="T39" fmla="*/ 53 h 14"/>
                <a:gd name="T40" fmla="*/ 100 w 12"/>
                <a:gd name="T41" fmla="*/ 78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" h="14">
                  <a:moveTo>
                    <a:pt x="11" y="7"/>
                  </a:moveTo>
                  <a:cubicBezTo>
                    <a:pt x="11" y="8"/>
                    <a:pt x="12" y="8"/>
                    <a:pt x="11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1"/>
                    <a:pt x="10" y="11"/>
                  </a:cubicBezTo>
                  <a:cubicBezTo>
                    <a:pt x="10" y="11"/>
                    <a:pt x="9" y="11"/>
                    <a:pt x="9" y="11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8" y="13"/>
                    <a:pt x="7" y="14"/>
                    <a:pt x="6" y="13"/>
                  </a:cubicBezTo>
                  <a:cubicBezTo>
                    <a:pt x="6" y="13"/>
                    <a:pt x="5" y="13"/>
                    <a:pt x="4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0" y="9"/>
                    <a:pt x="2" y="9"/>
                    <a:pt x="2" y="8"/>
                  </a:cubicBezTo>
                  <a:cubicBezTo>
                    <a:pt x="2" y="7"/>
                    <a:pt x="1" y="7"/>
                    <a:pt x="0" y="7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1"/>
                    <a:pt x="7" y="1"/>
                    <a:pt x="7" y="2"/>
                  </a:cubicBezTo>
                  <a:cubicBezTo>
                    <a:pt x="8" y="2"/>
                    <a:pt x="8" y="2"/>
                    <a:pt x="9" y="2"/>
                  </a:cubicBezTo>
                  <a:cubicBezTo>
                    <a:pt x="10" y="2"/>
                    <a:pt x="10" y="2"/>
                    <a:pt x="10" y="3"/>
                  </a:cubicBezTo>
                  <a:cubicBezTo>
                    <a:pt x="11" y="4"/>
                    <a:pt x="10" y="4"/>
                    <a:pt x="10" y="5"/>
                  </a:cubicBezTo>
                  <a:cubicBezTo>
                    <a:pt x="10" y="6"/>
                    <a:pt x="11" y="6"/>
                    <a:pt x="11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7" name="Freeform 898">
              <a:extLst>
                <a:ext uri="{FF2B5EF4-FFF2-40B4-BE49-F238E27FC236}">
                  <a16:creationId xmlns:a16="http://schemas.microsoft.com/office/drawing/2014/main" id="{48B12ECE-5FFD-4DDC-A3AE-EEED01D7E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83"/>
              <a:ext cx="4" cy="5"/>
            </a:xfrm>
            <a:custGeom>
              <a:avLst/>
              <a:gdLst>
                <a:gd name="T0" fmla="*/ 16 w 2"/>
                <a:gd name="T1" fmla="*/ 33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8" name="Freeform 899">
              <a:extLst>
                <a:ext uri="{FF2B5EF4-FFF2-40B4-BE49-F238E27FC236}">
                  <a16:creationId xmlns:a16="http://schemas.microsoft.com/office/drawing/2014/main" id="{C516143C-4972-498B-B6EA-80D2205ED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681"/>
              <a:ext cx="4" cy="7"/>
            </a:xfrm>
            <a:custGeom>
              <a:avLst/>
              <a:gdLst>
                <a:gd name="T0" fmla="*/ 0 w 2"/>
                <a:gd name="T1" fmla="*/ 37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9" name="Freeform 900">
              <a:extLst>
                <a:ext uri="{FF2B5EF4-FFF2-40B4-BE49-F238E27FC236}">
                  <a16:creationId xmlns:a16="http://schemas.microsoft.com/office/drawing/2014/main" id="{C2C52DC3-F54B-4734-9DEC-C86132F10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670"/>
              <a:ext cx="5" cy="2"/>
            </a:xfrm>
            <a:custGeom>
              <a:avLst/>
              <a:gdLst>
                <a:gd name="T0" fmla="*/ 33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0" name="Freeform 901">
              <a:extLst>
                <a:ext uri="{FF2B5EF4-FFF2-40B4-BE49-F238E27FC236}">
                  <a16:creationId xmlns:a16="http://schemas.microsoft.com/office/drawing/2014/main" id="{3F38353F-C229-41A9-A546-D8BED458F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014"/>
              <a:ext cx="35" cy="40"/>
            </a:xfrm>
            <a:custGeom>
              <a:avLst/>
              <a:gdLst>
                <a:gd name="T0" fmla="*/ 140 w 17"/>
                <a:gd name="T1" fmla="*/ 89 h 18"/>
                <a:gd name="T2" fmla="*/ 148 w 17"/>
                <a:gd name="T3" fmla="*/ 133 h 18"/>
                <a:gd name="T4" fmla="*/ 140 w 17"/>
                <a:gd name="T5" fmla="*/ 133 h 18"/>
                <a:gd name="T6" fmla="*/ 140 w 17"/>
                <a:gd name="T7" fmla="*/ 153 h 18"/>
                <a:gd name="T8" fmla="*/ 132 w 17"/>
                <a:gd name="T9" fmla="*/ 162 h 18"/>
                <a:gd name="T10" fmla="*/ 124 w 17"/>
                <a:gd name="T11" fmla="*/ 178 h 18"/>
                <a:gd name="T12" fmla="*/ 97 w 17"/>
                <a:gd name="T13" fmla="*/ 198 h 18"/>
                <a:gd name="T14" fmla="*/ 80 w 17"/>
                <a:gd name="T15" fmla="*/ 198 h 18"/>
                <a:gd name="T16" fmla="*/ 51 w 17"/>
                <a:gd name="T17" fmla="*/ 187 h 18"/>
                <a:gd name="T18" fmla="*/ 25 w 17"/>
                <a:gd name="T19" fmla="*/ 162 h 18"/>
                <a:gd name="T20" fmla="*/ 33 w 17"/>
                <a:gd name="T21" fmla="*/ 133 h 18"/>
                <a:gd name="T22" fmla="*/ 8 w 17"/>
                <a:gd name="T23" fmla="*/ 118 h 18"/>
                <a:gd name="T24" fmla="*/ 8 w 17"/>
                <a:gd name="T25" fmla="*/ 89 h 18"/>
                <a:gd name="T26" fmla="*/ 25 w 17"/>
                <a:gd name="T27" fmla="*/ 53 h 18"/>
                <a:gd name="T28" fmla="*/ 43 w 17"/>
                <a:gd name="T29" fmla="*/ 9 h 18"/>
                <a:gd name="T30" fmla="*/ 80 w 17"/>
                <a:gd name="T31" fmla="*/ 0 h 18"/>
                <a:gd name="T32" fmla="*/ 89 w 17"/>
                <a:gd name="T33" fmla="*/ 20 h 18"/>
                <a:gd name="T34" fmla="*/ 105 w 17"/>
                <a:gd name="T35" fmla="*/ 20 h 18"/>
                <a:gd name="T36" fmla="*/ 132 w 17"/>
                <a:gd name="T37" fmla="*/ 36 h 18"/>
                <a:gd name="T38" fmla="*/ 132 w 17"/>
                <a:gd name="T39" fmla="*/ 64 h 18"/>
                <a:gd name="T40" fmla="*/ 140 w 17"/>
                <a:gd name="T41" fmla="*/ 8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8">
                  <a:moveTo>
                    <a:pt x="16" y="8"/>
                  </a:moveTo>
                  <a:cubicBezTo>
                    <a:pt x="17" y="10"/>
                    <a:pt x="17" y="10"/>
                    <a:pt x="17" y="12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6" y="12"/>
                    <a:pt x="17" y="14"/>
                    <a:pt x="16" y="14"/>
                  </a:cubicBezTo>
                  <a:cubicBezTo>
                    <a:pt x="16" y="15"/>
                    <a:pt x="15" y="14"/>
                    <a:pt x="15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4" y="17"/>
                    <a:pt x="13" y="18"/>
                    <a:pt x="11" y="18"/>
                  </a:cubicBezTo>
                  <a:cubicBezTo>
                    <a:pt x="10" y="18"/>
                    <a:pt x="10" y="17"/>
                    <a:pt x="9" y="18"/>
                  </a:cubicBezTo>
                  <a:cubicBezTo>
                    <a:pt x="7" y="18"/>
                    <a:pt x="7" y="18"/>
                    <a:pt x="6" y="17"/>
                  </a:cubicBezTo>
                  <a:cubicBezTo>
                    <a:pt x="5" y="16"/>
                    <a:pt x="4" y="16"/>
                    <a:pt x="3" y="15"/>
                  </a:cubicBezTo>
                  <a:cubicBezTo>
                    <a:pt x="2" y="14"/>
                    <a:pt x="4" y="13"/>
                    <a:pt x="4" y="12"/>
                  </a:cubicBezTo>
                  <a:cubicBezTo>
                    <a:pt x="4" y="11"/>
                    <a:pt x="2" y="11"/>
                    <a:pt x="1" y="11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6" y="1"/>
                    <a:pt x="8" y="0"/>
                    <a:pt x="9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1" y="2"/>
                    <a:pt x="11" y="2"/>
                    <a:pt x="12" y="2"/>
                  </a:cubicBezTo>
                  <a:cubicBezTo>
                    <a:pt x="13" y="1"/>
                    <a:pt x="14" y="2"/>
                    <a:pt x="15" y="3"/>
                  </a:cubicBezTo>
                  <a:cubicBezTo>
                    <a:pt x="15" y="4"/>
                    <a:pt x="14" y="5"/>
                    <a:pt x="15" y="6"/>
                  </a:cubicBezTo>
                  <a:cubicBezTo>
                    <a:pt x="15" y="7"/>
                    <a:pt x="16" y="7"/>
                    <a:pt x="16" y="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1" name="Freeform 902">
              <a:extLst>
                <a:ext uri="{FF2B5EF4-FFF2-40B4-BE49-F238E27FC236}">
                  <a16:creationId xmlns:a16="http://schemas.microsoft.com/office/drawing/2014/main" id="{2AEB809B-7981-4E7E-8789-8328BF7B7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023"/>
              <a:ext cx="6" cy="15"/>
            </a:xfrm>
            <a:custGeom>
              <a:avLst/>
              <a:gdLst>
                <a:gd name="T0" fmla="*/ 16 w 3"/>
                <a:gd name="T1" fmla="*/ 0 h 7"/>
                <a:gd name="T2" fmla="*/ 0 w 3"/>
                <a:gd name="T3" fmla="*/ 41 h 7"/>
                <a:gd name="T4" fmla="*/ 24 w 3"/>
                <a:gd name="T5" fmla="*/ 69 h 7"/>
                <a:gd name="T6" fmla="*/ 8 w 3"/>
                <a:gd name="T7" fmla="*/ 41 h 7"/>
                <a:gd name="T8" fmla="*/ 16 w 3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2"/>
                    <a:pt x="0" y="3"/>
                    <a:pt x="0" y="4"/>
                  </a:cubicBezTo>
                  <a:cubicBezTo>
                    <a:pt x="0" y="6"/>
                    <a:pt x="1" y="6"/>
                    <a:pt x="3" y="7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2" name="Freeform 903">
              <a:extLst>
                <a:ext uri="{FF2B5EF4-FFF2-40B4-BE49-F238E27FC236}">
                  <a16:creationId xmlns:a16="http://schemas.microsoft.com/office/drawing/2014/main" id="{D58F8D36-2D75-4E51-9B5C-98170C08D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040"/>
              <a:ext cx="6" cy="12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41 h 5"/>
                <a:gd name="T4" fmla="*/ 24 w 3"/>
                <a:gd name="T5" fmla="*/ 70 h 5"/>
                <a:gd name="T6" fmla="*/ 16 w 3"/>
                <a:gd name="T7" fmla="*/ 29 h 5"/>
                <a:gd name="T8" fmla="*/ 8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4"/>
                    <a:pt x="2" y="4"/>
                    <a:pt x="3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3" name="Freeform 904">
              <a:extLst>
                <a:ext uri="{FF2B5EF4-FFF2-40B4-BE49-F238E27FC236}">
                  <a16:creationId xmlns:a16="http://schemas.microsoft.com/office/drawing/2014/main" id="{E9C9333C-381E-47BB-ADCD-0F8904FE1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3045"/>
              <a:ext cx="19" cy="9"/>
            </a:xfrm>
            <a:custGeom>
              <a:avLst/>
              <a:gdLst>
                <a:gd name="T0" fmla="*/ 84 w 9"/>
                <a:gd name="T1" fmla="*/ 0 h 4"/>
                <a:gd name="T2" fmla="*/ 49 w 9"/>
                <a:gd name="T3" fmla="*/ 45 h 4"/>
                <a:gd name="T4" fmla="*/ 27 w 9"/>
                <a:gd name="T5" fmla="*/ 36 h 4"/>
                <a:gd name="T6" fmla="*/ 0 w 9"/>
                <a:gd name="T7" fmla="*/ 25 h 4"/>
                <a:gd name="T8" fmla="*/ 27 w 9"/>
                <a:gd name="T9" fmla="*/ 25 h 4"/>
                <a:gd name="T10" fmla="*/ 36 w 9"/>
                <a:gd name="T11" fmla="*/ 25 h 4"/>
                <a:gd name="T12" fmla="*/ 57 w 9"/>
                <a:gd name="T13" fmla="*/ 25 h 4"/>
                <a:gd name="T14" fmla="*/ 68 w 9"/>
                <a:gd name="T15" fmla="*/ 0 h 4"/>
                <a:gd name="T16" fmla="*/ 84 w 9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0"/>
                    <a:pt x="8" y="4"/>
                    <a:pt x="5" y="4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3"/>
                    <a:pt x="6" y="2"/>
                  </a:cubicBezTo>
                  <a:cubicBezTo>
                    <a:pt x="7" y="2"/>
                    <a:pt x="7" y="1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4" name="Freeform 905">
              <a:extLst>
                <a:ext uri="{FF2B5EF4-FFF2-40B4-BE49-F238E27FC236}">
                  <a16:creationId xmlns:a16="http://schemas.microsoft.com/office/drawing/2014/main" id="{A23CB29F-7F32-4E25-99DD-53AF7436B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18"/>
              <a:ext cx="4" cy="9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25 h 4"/>
                <a:gd name="T4" fmla="*/ 16 w 2"/>
                <a:gd name="T5" fmla="*/ 45 h 4"/>
                <a:gd name="T6" fmla="*/ 0 w 2"/>
                <a:gd name="T7" fmla="*/ 36 h 4"/>
                <a:gd name="T8" fmla="*/ 0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5" name="Freeform 906">
              <a:extLst>
                <a:ext uri="{FF2B5EF4-FFF2-40B4-BE49-F238E27FC236}">
                  <a16:creationId xmlns:a16="http://schemas.microsoft.com/office/drawing/2014/main" id="{21116061-21E1-4917-89D9-5F1F9F608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3014"/>
              <a:ext cx="4" cy="4"/>
            </a:xfrm>
            <a:custGeom>
              <a:avLst/>
              <a:gdLst>
                <a:gd name="T0" fmla="*/ 16 w 2"/>
                <a:gd name="T1" fmla="*/ 8 h 2"/>
                <a:gd name="T2" fmla="*/ 0 w 2"/>
                <a:gd name="T3" fmla="*/ 8 h 2"/>
                <a:gd name="T4" fmla="*/ 16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6" name="Freeform 907">
              <a:extLst>
                <a:ext uri="{FF2B5EF4-FFF2-40B4-BE49-F238E27FC236}">
                  <a16:creationId xmlns:a16="http://schemas.microsoft.com/office/drawing/2014/main" id="{6DE892EE-0876-4D84-8FC0-1E2645764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32"/>
              <a:ext cx="4" cy="6"/>
            </a:xfrm>
            <a:custGeom>
              <a:avLst/>
              <a:gdLst>
                <a:gd name="T0" fmla="*/ 16 w 2"/>
                <a:gd name="T1" fmla="*/ 8 h 3"/>
                <a:gd name="T2" fmla="*/ 8 w 2"/>
                <a:gd name="T3" fmla="*/ 16 h 3"/>
                <a:gd name="T4" fmla="*/ 0 w 2"/>
                <a:gd name="T5" fmla="*/ 24 h 3"/>
                <a:gd name="T6" fmla="*/ 16 w 2"/>
                <a:gd name="T7" fmla="*/ 16 h 3"/>
                <a:gd name="T8" fmla="*/ 16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7" name="Freeform 908">
              <a:extLst>
                <a:ext uri="{FF2B5EF4-FFF2-40B4-BE49-F238E27FC236}">
                  <a16:creationId xmlns:a16="http://schemas.microsoft.com/office/drawing/2014/main" id="{BE26484E-37EA-477B-822A-C593728CB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3047"/>
              <a:ext cx="11" cy="7"/>
            </a:xfrm>
            <a:custGeom>
              <a:avLst/>
              <a:gdLst>
                <a:gd name="T0" fmla="*/ 53 w 5"/>
                <a:gd name="T1" fmla="*/ 0 h 3"/>
                <a:gd name="T2" fmla="*/ 33 w 5"/>
                <a:gd name="T3" fmla="*/ 37 h 3"/>
                <a:gd name="T4" fmla="*/ 20 w 5"/>
                <a:gd name="T5" fmla="*/ 28 h 3"/>
                <a:gd name="T6" fmla="*/ 0 w 5"/>
                <a:gd name="T7" fmla="*/ 28 h 3"/>
                <a:gd name="T8" fmla="*/ 33 w 5"/>
                <a:gd name="T9" fmla="*/ 28 h 3"/>
                <a:gd name="T10" fmla="*/ 53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1"/>
                    <a:pt x="4" y="2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1"/>
                    <a:pt x="4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8" name="Freeform 909">
              <a:extLst>
                <a:ext uri="{FF2B5EF4-FFF2-40B4-BE49-F238E27FC236}">
                  <a16:creationId xmlns:a16="http://schemas.microsoft.com/office/drawing/2014/main" id="{0BF91E00-6247-4CFC-AEF5-D4F4D8881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040"/>
              <a:ext cx="4" cy="7"/>
            </a:xfrm>
            <a:custGeom>
              <a:avLst/>
              <a:gdLst>
                <a:gd name="T0" fmla="*/ 8 w 2"/>
                <a:gd name="T1" fmla="*/ 0 h 3"/>
                <a:gd name="T2" fmla="*/ 8 w 2"/>
                <a:gd name="T3" fmla="*/ 37 h 3"/>
                <a:gd name="T4" fmla="*/ 8 w 2"/>
                <a:gd name="T5" fmla="*/ 37 h 3"/>
                <a:gd name="T6" fmla="*/ 8 w 2"/>
                <a:gd name="T7" fmla="*/ 37 h 3"/>
                <a:gd name="T8" fmla="*/ 16 w 2"/>
                <a:gd name="T9" fmla="*/ 12 h 3"/>
                <a:gd name="T10" fmla="*/ 8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9" name="Freeform 910">
              <a:extLst>
                <a:ext uri="{FF2B5EF4-FFF2-40B4-BE49-F238E27FC236}">
                  <a16:creationId xmlns:a16="http://schemas.microsoft.com/office/drawing/2014/main" id="{F8A7C520-E2B8-4B0D-88E1-B24F8A03E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029"/>
              <a:ext cx="4" cy="7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8 h 3"/>
                <a:gd name="T4" fmla="*/ 16 w 2"/>
                <a:gd name="T5" fmla="*/ 37 h 3"/>
                <a:gd name="T6" fmla="*/ 8 w 2"/>
                <a:gd name="T7" fmla="*/ 37 h 3"/>
                <a:gd name="T8" fmla="*/ 0 w 2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0" name="Freeform 911">
              <a:extLst>
                <a:ext uri="{FF2B5EF4-FFF2-40B4-BE49-F238E27FC236}">
                  <a16:creationId xmlns:a16="http://schemas.microsoft.com/office/drawing/2014/main" id="{5E087E2A-98DD-4AA1-937F-4FD53B847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018"/>
              <a:ext cx="9" cy="2"/>
            </a:xfrm>
            <a:custGeom>
              <a:avLst/>
              <a:gdLst>
                <a:gd name="T0" fmla="*/ 45 w 4"/>
                <a:gd name="T1" fmla="*/ 0 h 1"/>
                <a:gd name="T2" fmla="*/ 25 w 4"/>
                <a:gd name="T3" fmla="*/ 0 h 1"/>
                <a:gd name="T4" fmla="*/ 0 w 4"/>
                <a:gd name="T5" fmla="*/ 0 h 1"/>
                <a:gd name="T6" fmla="*/ 25 w 4"/>
                <a:gd name="T7" fmla="*/ 8 h 1"/>
                <a:gd name="T8" fmla="*/ 45 w 4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1"/>
                    <a:pt x="4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1" name="Freeform 912">
              <a:extLst>
                <a:ext uri="{FF2B5EF4-FFF2-40B4-BE49-F238E27FC236}">
                  <a16:creationId xmlns:a16="http://schemas.microsoft.com/office/drawing/2014/main" id="{BEDA45B0-B4A8-429B-B7D2-E4D8C0EE1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014"/>
              <a:ext cx="35" cy="40"/>
            </a:xfrm>
            <a:custGeom>
              <a:avLst/>
              <a:gdLst>
                <a:gd name="T0" fmla="*/ 140 w 17"/>
                <a:gd name="T1" fmla="*/ 89 h 18"/>
                <a:gd name="T2" fmla="*/ 148 w 17"/>
                <a:gd name="T3" fmla="*/ 133 h 18"/>
                <a:gd name="T4" fmla="*/ 140 w 17"/>
                <a:gd name="T5" fmla="*/ 133 h 18"/>
                <a:gd name="T6" fmla="*/ 140 w 17"/>
                <a:gd name="T7" fmla="*/ 153 h 18"/>
                <a:gd name="T8" fmla="*/ 132 w 17"/>
                <a:gd name="T9" fmla="*/ 162 h 18"/>
                <a:gd name="T10" fmla="*/ 124 w 17"/>
                <a:gd name="T11" fmla="*/ 178 h 18"/>
                <a:gd name="T12" fmla="*/ 97 w 17"/>
                <a:gd name="T13" fmla="*/ 198 h 18"/>
                <a:gd name="T14" fmla="*/ 80 w 17"/>
                <a:gd name="T15" fmla="*/ 198 h 18"/>
                <a:gd name="T16" fmla="*/ 51 w 17"/>
                <a:gd name="T17" fmla="*/ 187 h 18"/>
                <a:gd name="T18" fmla="*/ 25 w 17"/>
                <a:gd name="T19" fmla="*/ 162 h 18"/>
                <a:gd name="T20" fmla="*/ 33 w 17"/>
                <a:gd name="T21" fmla="*/ 133 h 18"/>
                <a:gd name="T22" fmla="*/ 8 w 17"/>
                <a:gd name="T23" fmla="*/ 118 h 18"/>
                <a:gd name="T24" fmla="*/ 8 w 17"/>
                <a:gd name="T25" fmla="*/ 89 h 18"/>
                <a:gd name="T26" fmla="*/ 25 w 17"/>
                <a:gd name="T27" fmla="*/ 53 h 18"/>
                <a:gd name="T28" fmla="*/ 43 w 17"/>
                <a:gd name="T29" fmla="*/ 9 h 18"/>
                <a:gd name="T30" fmla="*/ 80 w 17"/>
                <a:gd name="T31" fmla="*/ 0 h 18"/>
                <a:gd name="T32" fmla="*/ 89 w 17"/>
                <a:gd name="T33" fmla="*/ 20 h 18"/>
                <a:gd name="T34" fmla="*/ 105 w 17"/>
                <a:gd name="T35" fmla="*/ 20 h 18"/>
                <a:gd name="T36" fmla="*/ 132 w 17"/>
                <a:gd name="T37" fmla="*/ 36 h 18"/>
                <a:gd name="T38" fmla="*/ 132 w 17"/>
                <a:gd name="T39" fmla="*/ 64 h 18"/>
                <a:gd name="T40" fmla="*/ 140 w 17"/>
                <a:gd name="T41" fmla="*/ 8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8">
                  <a:moveTo>
                    <a:pt x="16" y="8"/>
                  </a:moveTo>
                  <a:cubicBezTo>
                    <a:pt x="17" y="10"/>
                    <a:pt x="17" y="10"/>
                    <a:pt x="17" y="12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6" y="12"/>
                    <a:pt x="17" y="14"/>
                    <a:pt x="16" y="14"/>
                  </a:cubicBezTo>
                  <a:cubicBezTo>
                    <a:pt x="16" y="15"/>
                    <a:pt x="15" y="14"/>
                    <a:pt x="15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4" y="17"/>
                    <a:pt x="13" y="18"/>
                    <a:pt x="11" y="18"/>
                  </a:cubicBezTo>
                  <a:cubicBezTo>
                    <a:pt x="10" y="18"/>
                    <a:pt x="10" y="17"/>
                    <a:pt x="9" y="18"/>
                  </a:cubicBezTo>
                  <a:cubicBezTo>
                    <a:pt x="7" y="18"/>
                    <a:pt x="7" y="18"/>
                    <a:pt x="6" y="17"/>
                  </a:cubicBezTo>
                  <a:cubicBezTo>
                    <a:pt x="5" y="16"/>
                    <a:pt x="4" y="16"/>
                    <a:pt x="3" y="15"/>
                  </a:cubicBezTo>
                  <a:cubicBezTo>
                    <a:pt x="2" y="14"/>
                    <a:pt x="4" y="13"/>
                    <a:pt x="4" y="12"/>
                  </a:cubicBezTo>
                  <a:cubicBezTo>
                    <a:pt x="4" y="11"/>
                    <a:pt x="2" y="11"/>
                    <a:pt x="1" y="11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6" y="1"/>
                    <a:pt x="8" y="0"/>
                    <a:pt x="9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1" y="2"/>
                    <a:pt x="11" y="2"/>
                    <a:pt x="12" y="2"/>
                  </a:cubicBezTo>
                  <a:cubicBezTo>
                    <a:pt x="13" y="1"/>
                    <a:pt x="14" y="2"/>
                    <a:pt x="15" y="3"/>
                  </a:cubicBezTo>
                  <a:cubicBezTo>
                    <a:pt x="15" y="4"/>
                    <a:pt x="14" y="5"/>
                    <a:pt x="15" y="6"/>
                  </a:cubicBezTo>
                  <a:cubicBezTo>
                    <a:pt x="15" y="7"/>
                    <a:pt x="16" y="7"/>
                    <a:pt x="16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2" name="Freeform 913">
              <a:extLst>
                <a:ext uri="{FF2B5EF4-FFF2-40B4-BE49-F238E27FC236}">
                  <a16:creationId xmlns:a16="http://schemas.microsoft.com/office/drawing/2014/main" id="{2940163B-364E-4B7C-87DC-CA9AC1C9E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038"/>
              <a:ext cx="4" cy="5"/>
            </a:xfrm>
            <a:custGeom>
              <a:avLst/>
              <a:gdLst>
                <a:gd name="T0" fmla="*/ 16 w 2"/>
                <a:gd name="T1" fmla="*/ 33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3" name="Freeform 914">
              <a:extLst>
                <a:ext uri="{FF2B5EF4-FFF2-40B4-BE49-F238E27FC236}">
                  <a16:creationId xmlns:a16="http://schemas.microsoft.com/office/drawing/2014/main" id="{10DB3C03-EDA0-47D7-8DE5-8E9D7D108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32"/>
              <a:ext cx="4" cy="8"/>
            </a:xfrm>
            <a:custGeom>
              <a:avLst/>
              <a:gdLst>
                <a:gd name="T0" fmla="*/ 0 w 2"/>
                <a:gd name="T1" fmla="*/ 32 h 4"/>
                <a:gd name="T2" fmla="*/ 8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4" name="Freeform 915">
              <a:extLst>
                <a:ext uri="{FF2B5EF4-FFF2-40B4-BE49-F238E27FC236}">
                  <a16:creationId xmlns:a16="http://schemas.microsoft.com/office/drawing/2014/main" id="{8E729DAF-EF6E-457A-94E1-0C5E35A31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3016"/>
              <a:ext cx="5" cy="2"/>
            </a:xfrm>
            <a:custGeom>
              <a:avLst/>
              <a:gdLst>
                <a:gd name="T0" fmla="*/ 33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5" name="Freeform 916">
              <a:extLst>
                <a:ext uri="{FF2B5EF4-FFF2-40B4-BE49-F238E27FC236}">
                  <a16:creationId xmlns:a16="http://schemas.microsoft.com/office/drawing/2014/main" id="{6954546B-D470-43A8-824E-2F0CDC3B9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252"/>
              <a:ext cx="36" cy="41"/>
            </a:xfrm>
            <a:custGeom>
              <a:avLst/>
              <a:gdLst>
                <a:gd name="T0" fmla="*/ 152 w 17"/>
                <a:gd name="T1" fmla="*/ 109 h 18"/>
                <a:gd name="T2" fmla="*/ 161 w 17"/>
                <a:gd name="T3" fmla="*/ 141 h 18"/>
                <a:gd name="T4" fmla="*/ 152 w 17"/>
                <a:gd name="T5" fmla="*/ 141 h 18"/>
                <a:gd name="T6" fmla="*/ 152 w 17"/>
                <a:gd name="T7" fmla="*/ 175 h 18"/>
                <a:gd name="T8" fmla="*/ 136 w 17"/>
                <a:gd name="T9" fmla="*/ 175 h 18"/>
                <a:gd name="T10" fmla="*/ 136 w 17"/>
                <a:gd name="T11" fmla="*/ 187 h 18"/>
                <a:gd name="T12" fmla="*/ 104 w 17"/>
                <a:gd name="T13" fmla="*/ 212 h 18"/>
                <a:gd name="T14" fmla="*/ 76 w 17"/>
                <a:gd name="T15" fmla="*/ 212 h 18"/>
                <a:gd name="T16" fmla="*/ 49 w 17"/>
                <a:gd name="T17" fmla="*/ 203 h 18"/>
                <a:gd name="T18" fmla="*/ 28 w 17"/>
                <a:gd name="T19" fmla="*/ 175 h 18"/>
                <a:gd name="T20" fmla="*/ 36 w 17"/>
                <a:gd name="T21" fmla="*/ 141 h 18"/>
                <a:gd name="T22" fmla="*/ 8 w 17"/>
                <a:gd name="T23" fmla="*/ 130 h 18"/>
                <a:gd name="T24" fmla="*/ 0 w 17"/>
                <a:gd name="T25" fmla="*/ 93 h 18"/>
                <a:gd name="T26" fmla="*/ 17 w 17"/>
                <a:gd name="T27" fmla="*/ 57 h 18"/>
                <a:gd name="T28" fmla="*/ 49 w 17"/>
                <a:gd name="T29" fmla="*/ 11 h 18"/>
                <a:gd name="T30" fmla="*/ 76 w 17"/>
                <a:gd name="T31" fmla="*/ 0 h 18"/>
                <a:gd name="T32" fmla="*/ 93 w 17"/>
                <a:gd name="T33" fmla="*/ 25 h 18"/>
                <a:gd name="T34" fmla="*/ 112 w 17"/>
                <a:gd name="T35" fmla="*/ 25 h 18"/>
                <a:gd name="T36" fmla="*/ 136 w 17"/>
                <a:gd name="T37" fmla="*/ 36 h 18"/>
                <a:gd name="T38" fmla="*/ 136 w 17"/>
                <a:gd name="T39" fmla="*/ 73 h 18"/>
                <a:gd name="T40" fmla="*/ 152 w 17"/>
                <a:gd name="T41" fmla="*/ 10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8">
                  <a:moveTo>
                    <a:pt x="16" y="9"/>
                  </a:moveTo>
                  <a:cubicBezTo>
                    <a:pt x="17" y="10"/>
                    <a:pt x="17" y="10"/>
                    <a:pt x="17" y="12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6" y="13"/>
                    <a:pt x="17" y="14"/>
                    <a:pt x="16" y="15"/>
                  </a:cubicBezTo>
                  <a:cubicBezTo>
                    <a:pt x="15" y="15"/>
                    <a:pt x="15" y="14"/>
                    <a:pt x="14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3" y="17"/>
                    <a:pt x="12" y="18"/>
                    <a:pt x="11" y="18"/>
                  </a:cubicBezTo>
                  <a:cubicBezTo>
                    <a:pt x="10" y="18"/>
                    <a:pt x="9" y="18"/>
                    <a:pt x="8" y="18"/>
                  </a:cubicBezTo>
                  <a:cubicBezTo>
                    <a:pt x="7" y="18"/>
                    <a:pt x="6" y="18"/>
                    <a:pt x="5" y="17"/>
                  </a:cubicBezTo>
                  <a:cubicBezTo>
                    <a:pt x="5" y="16"/>
                    <a:pt x="3" y="16"/>
                    <a:pt x="3" y="15"/>
                  </a:cubicBezTo>
                  <a:cubicBezTo>
                    <a:pt x="2" y="14"/>
                    <a:pt x="4" y="13"/>
                    <a:pt x="4" y="12"/>
                  </a:cubicBezTo>
                  <a:cubicBezTo>
                    <a:pt x="3" y="11"/>
                    <a:pt x="2" y="11"/>
                    <a:pt x="1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7"/>
                    <a:pt x="2" y="6"/>
                    <a:pt x="2" y="5"/>
                  </a:cubicBezTo>
                  <a:cubicBezTo>
                    <a:pt x="3" y="3"/>
                    <a:pt x="3" y="2"/>
                    <a:pt x="5" y="1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2"/>
                    <a:pt x="11" y="2"/>
                    <a:pt x="12" y="2"/>
                  </a:cubicBezTo>
                  <a:cubicBezTo>
                    <a:pt x="13" y="1"/>
                    <a:pt x="14" y="2"/>
                    <a:pt x="14" y="3"/>
                  </a:cubicBezTo>
                  <a:cubicBezTo>
                    <a:pt x="15" y="4"/>
                    <a:pt x="14" y="5"/>
                    <a:pt x="14" y="6"/>
                  </a:cubicBezTo>
                  <a:cubicBezTo>
                    <a:pt x="15" y="7"/>
                    <a:pt x="16" y="8"/>
                    <a:pt x="16" y="9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6" name="Freeform 917">
              <a:extLst>
                <a:ext uri="{FF2B5EF4-FFF2-40B4-BE49-F238E27FC236}">
                  <a16:creationId xmlns:a16="http://schemas.microsoft.com/office/drawing/2014/main" id="{4BC2421D-F207-4DFC-B32F-DFB3B3083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264"/>
              <a:ext cx="4" cy="13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33 h 6"/>
                <a:gd name="T4" fmla="*/ 16 w 2"/>
                <a:gd name="T5" fmla="*/ 61 h 6"/>
                <a:gd name="T6" fmla="*/ 8 w 2"/>
                <a:gd name="T7" fmla="*/ 33 h 6"/>
                <a:gd name="T8" fmla="*/ 16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1" y="5"/>
                    <a:pt x="1" y="5"/>
                    <a:pt x="1" y="3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7" name="Freeform 918">
              <a:extLst>
                <a:ext uri="{FF2B5EF4-FFF2-40B4-BE49-F238E27FC236}">
                  <a16:creationId xmlns:a16="http://schemas.microsoft.com/office/drawing/2014/main" id="{F8EB5005-909B-4B76-97E5-948F146E1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279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33 h 5"/>
                <a:gd name="T4" fmla="*/ 32 w 4"/>
                <a:gd name="T5" fmla="*/ 53 h 5"/>
                <a:gd name="T6" fmla="*/ 16 w 4"/>
                <a:gd name="T7" fmla="*/ 33 h 5"/>
                <a:gd name="T8" fmla="*/ 16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2" y="4"/>
                    <a:pt x="3" y="4"/>
                    <a:pt x="4" y="5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8" name="Freeform 919">
              <a:extLst>
                <a:ext uri="{FF2B5EF4-FFF2-40B4-BE49-F238E27FC236}">
                  <a16:creationId xmlns:a16="http://schemas.microsoft.com/office/drawing/2014/main" id="{77838F47-41F7-48C9-8CAB-AE0BDD86A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284"/>
              <a:ext cx="21" cy="9"/>
            </a:xfrm>
            <a:custGeom>
              <a:avLst/>
              <a:gdLst>
                <a:gd name="T0" fmla="*/ 92 w 10"/>
                <a:gd name="T1" fmla="*/ 0 h 4"/>
                <a:gd name="T2" fmla="*/ 57 w 10"/>
                <a:gd name="T3" fmla="*/ 45 h 4"/>
                <a:gd name="T4" fmla="*/ 27 w 10"/>
                <a:gd name="T5" fmla="*/ 36 h 4"/>
                <a:gd name="T6" fmla="*/ 0 w 10"/>
                <a:gd name="T7" fmla="*/ 25 h 4"/>
                <a:gd name="T8" fmla="*/ 36 w 10"/>
                <a:gd name="T9" fmla="*/ 25 h 4"/>
                <a:gd name="T10" fmla="*/ 48 w 10"/>
                <a:gd name="T11" fmla="*/ 25 h 4"/>
                <a:gd name="T12" fmla="*/ 57 w 10"/>
                <a:gd name="T13" fmla="*/ 36 h 4"/>
                <a:gd name="T14" fmla="*/ 76 w 10"/>
                <a:gd name="T15" fmla="*/ 0 h 4"/>
                <a:gd name="T16" fmla="*/ 92 w 10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9" y="4"/>
                    <a:pt x="6" y="4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2" y="3"/>
                    <a:pt x="3" y="3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2"/>
                    <a:pt x="6" y="3"/>
                    <a:pt x="6" y="3"/>
                  </a:cubicBezTo>
                  <a:cubicBezTo>
                    <a:pt x="7" y="2"/>
                    <a:pt x="7" y="1"/>
                    <a:pt x="8" y="0"/>
                  </a:cubicBezTo>
                  <a:cubicBezTo>
                    <a:pt x="9" y="0"/>
                    <a:pt x="9" y="0"/>
                    <a:pt x="1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9" name="Freeform 920">
              <a:extLst>
                <a:ext uri="{FF2B5EF4-FFF2-40B4-BE49-F238E27FC236}">
                  <a16:creationId xmlns:a16="http://schemas.microsoft.com/office/drawing/2014/main" id="{627F3757-8AAB-4BDF-8243-5E241BB1B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257"/>
              <a:ext cx="2" cy="11"/>
            </a:xfrm>
            <a:custGeom>
              <a:avLst/>
              <a:gdLst>
                <a:gd name="T0" fmla="*/ 8 w 1"/>
                <a:gd name="T1" fmla="*/ 9 h 5"/>
                <a:gd name="T2" fmla="*/ 8 w 1"/>
                <a:gd name="T3" fmla="*/ 20 h 5"/>
                <a:gd name="T4" fmla="*/ 8 w 1"/>
                <a:gd name="T5" fmla="*/ 53 h 5"/>
                <a:gd name="T6" fmla="*/ 0 w 1"/>
                <a:gd name="T7" fmla="*/ 33 h 5"/>
                <a:gd name="T8" fmla="*/ 0 w 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5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0" name="Freeform 921">
              <a:extLst>
                <a:ext uri="{FF2B5EF4-FFF2-40B4-BE49-F238E27FC236}">
                  <a16:creationId xmlns:a16="http://schemas.microsoft.com/office/drawing/2014/main" id="{21883D2A-1792-4B67-809D-582C51BD8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255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2" y="0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1" name="Freeform 922">
              <a:extLst>
                <a:ext uri="{FF2B5EF4-FFF2-40B4-BE49-F238E27FC236}">
                  <a16:creationId xmlns:a16="http://schemas.microsoft.com/office/drawing/2014/main" id="{A2A62334-06BC-43B7-AA85-4135F5D8A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270"/>
              <a:ext cx="4" cy="9"/>
            </a:xfrm>
            <a:custGeom>
              <a:avLst/>
              <a:gdLst>
                <a:gd name="T0" fmla="*/ 8 w 2"/>
                <a:gd name="T1" fmla="*/ 11 h 4"/>
                <a:gd name="T2" fmla="*/ 8 w 2"/>
                <a:gd name="T3" fmla="*/ 25 h 4"/>
                <a:gd name="T4" fmla="*/ 0 w 2"/>
                <a:gd name="T5" fmla="*/ 45 h 4"/>
                <a:gd name="T6" fmla="*/ 16 w 2"/>
                <a:gd name="T7" fmla="*/ 25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2" name="Freeform 923">
              <a:extLst>
                <a:ext uri="{FF2B5EF4-FFF2-40B4-BE49-F238E27FC236}">
                  <a16:creationId xmlns:a16="http://schemas.microsoft.com/office/drawing/2014/main" id="{D4D63347-DEF2-4CD0-80D1-ED8A8D459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286"/>
              <a:ext cx="11" cy="7"/>
            </a:xfrm>
            <a:custGeom>
              <a:avLst/>
              <a:gdLst>
                <a:gd name="T0" fmla="*/ 53 w 5"/>
                <a:gd name="T1" fmla="*/ 0 h 3"/>
                <a:gd name="T2" fmla="*/ 33 w 5"/>
                <a:gd name="T3" fmla="*/ 37 h 3"/>
                <a:gd name="T4" fmla="*/ 20 w 5"/>
                <a:gd name="T5" fmla="*/ 37 h 3"/>
                <a:gd name="T6" fmla="*/ 0 w 5"/>
                <a:gd name="T7" fmla="*/ 28 h 3"/>
                <a:gd name="T8" fmla="*/ 33 w 5"/>
                <a:gd name="T9" fmla="*/ 28 h 3"/>
                <a:gd name="T10" fmla="*/ 53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2"/>
                    <a:pt x="4" y="1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3" name="Freeform 924">
              <a:extLst>
                <a:ext uri="{FF2B5EF4-FFF2-40B4-BE49-F238E27FC236}">
                  <a16:creationId xmlns:a16="http://schemas.microsoft.com/office/drawing/2014/main" id="{98AE349A-6335-4650-917D-6D5164787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279"/>
              <a:ext cx="6" cy="7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37 h 3"/>
                <a:gd name="T4" fmla="*/ 8 w 3"/>
                <a:gd name="T5" fmla="*/ 37 h 3"/>
                <a:gd name="T6" fmla="*/ 8 w 3"/>
                <a:gd name="T7" fmla="*/ 37 h 3"/>
                <a:gd name="T8" fmla="*/ 24 w 3"/>
                <a:gd name="T9" fmla="*/ 12 h 3"/>
                <a:gd name="T10" fmla="*/ 16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4" name="Freeform 925">
              <a:extLst>
                <a:ext uri="{FF2B5EF4-FFF2-40B4-BE49-F238E27FC236}">
                  <a16:creationId xmlns:a16="http://schemas.microsoft.com/office/drawing/2014/main" id="{E19FB255-614D-4832-9A0D-762DB4563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268"/>
              <a:ext cx="7" cy="7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28 h 3"/>
                <a:gd name="T4" fmla="*/ 37 w 3"/>
                <a:gd name="T5" fmla="*/ 37 h 3"/>
                <a:gd name="T6" fmla="*/ 12 w 3"/>
                <a:gd name="T7" fmla="*/ 37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5" name="Freeform 926">
              <a:extLst>
                <a:ext uri="{FF2B5EF4-FFF2-40B4-BE49-F238E27FC236}">
                  <a16:creationId xmlns:a16="http://schemas.microsoft.com/office/drawing/2014/main" id="{27F356A3-25BF-4879-9DF4-337B4D519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257"/>
              <a:ext cx="9" cy="2"/>
            </a:xfrm>
            <a:custGeom>
              <a:avLst/>
              <a:gdLst>
                <a:gd name="T0" fmla="*/ 45 w 4"/>
                <a:gd name="T1" fmla="*/ 0 h 1"/>
                <a:gd name="T2" fmla="*/ 25 w 4"/>
                <a:gd name="T3" fmla="*/ 8 h 1"/>
                <a:gd name="T4" fmla="*/ 0 w 4"/>
                <a:gd name="T5" fmla="*/ 0 h 1"/>
                <a:gd name="T6" fmla="*/ 25 w 4"/>
                <a:gd name="T7" fmla="*/ 8 h 1"/>
                <a:gd name="T8" fmla="*/ 45 w 4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3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6" name="Freeform 927">
              <a:extLst>
                <a:ext uri="{FF2B5EF4-FFF2-40B4-BE49-F238E27FC236}">
                  <a16:creationId xmlns:a16="http://schemas.microsoft.com/office/drawing/2014/main" id="{186F49E7-C742-4609-A57A-08884E4FE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252"/>
              <a:ext cx="36" cy="41"/>
            </a:xfrm>
            <a:custGeom>
              <a:avLst/>
              <a:gdLst>
                <a:gd name="T0" fmla="*/ 152 w 17"/>
                <a:gd name="T1" fmla="*/ 109 h 18"/>
                <a:gd name="T2" fmla="*/ 161 w 17"/>
                <a:gd name="T3" fmla="*/ 141 h 18"/>
                <a:gd name="T4" fmla="*/ 152 w 17"/>
                <a:gd name="T5" fmla="*/ 141 h 18"/>
                <a:gd name="T6" fmla="*/ 152 w 17"/>
                <a:gd name="T7" fmla="*/ 175 h 18"/>
                <a:gd name="T8" fmla="*/ 136 w 17"/>
                <a:gd name="T9" fmla="*/ 175 h 18"/>
                <a:gd name="T10" fmla="*/ 136 w 17"/>
                <a:gd name="T11" fmla="*/ 187 h 18"/>
                <a:gd name="T12" fmla="*/ 104 w 17"/>
                <a:gd name="T13" fmla="*/ 212 h 18"/>
                <a:gd name="T14" fmla="*/ 76 w 17"/>
                <a:gd name="T15" fmla="*/ 212 h 18"/>
                <a:gd name="T16" fmla="*/ 49 w 17"/>
                <a:gd name="T17" fmla="*/ 203 h 18"/>
                <a:gd name="T18" fmla="*/ 28 w 17"/>
                <a:gd name="T19" fmla="*/ 175 h 18"/>
                <a:gd name="T20" fmla="*/ 36 w 17"/>
                <a:gd name="T21" fmla="*/ 141 h 18"/>
                <a:gd name="T22" fmla="*/ 8 w 17"/>
                <a:gd name="T23" fmla="*/ 130 h 18"/>
                <a:gd name="T24" fmla="*/ 0 w 17"/>
                <a:gd name="T25" fmla="*/ 93 h 18"/>
                <a:gd name="T26" fmla="*/ 17 w 17"/>
                <a:gd name="T27" fmla="*/ 57 h 18"/>
                <a:gd name="T28" fmla="*/ 49 w 17"/>
                <a:gd name="T29" fmla="*/ 11 h 18"/>
                <a:gd name="T30" fmla="*/ 76 w 17"/>
                <a:gd name="T31" fmla="*/ 0 h 18"/>
                <a:gd name="T32" fmla="*/ 93 w 17"/>
                <a:gd name="T33" fmla="*/ 25 h 18"/>
                <a:gd name="T34" fmla="*/ 112 w 17"/>
                <a:gd name="T35" fmla="*/ 25 h 18"/>
                <a:gd name="T36" fmla="*/ 136 w 17"/>
                <a:gd name="T37" fmla="*/ 36 h 18"/>
                <a:gd name="T38" fmla="*/ 136 w 17"/>
                <a:gd name="T39" fmla="*/ 73 h 18"/>
                <a:gd name="T40" fmla="*/ 152 w 17"/>
                <a:gd name="T41" fmla="*/ 10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8">
                  <a:moveTo>
                    <a:pt x="16" y="9"/>
                  </a:moveTo>
                  <a:cubicBezTo>
                    <a:pt x="17" y="10"/>
                    <a:pt x="17" y="10"/>
                    <a:pt x="17" y="12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6" y="13"/>
                    <a:pt x="17" y="14"/>
                    <a:pt x="16" y="15"/>
                  </a:cubicBezTo>
                  <a:cubicBezTo>
                    <a:pt x="15" y="15"/>
                    <a:pt x="15" y="14"/>
                    <a:pt x="14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3" y="17"/>
                    <a:pt x="12" y="18"/>
                    <a:pt x="11" y="18"/>
                  </a:cubicBezTo>
                  <a:cubicBezTo>
                    <a:pt x="10" y="18"/>
                    <a:pt x="9" y="18"/>
                    <a:pt x="8" y="18"/>
                  </a:cubicBezTo>
                  <a:cubicBezTo>
                    <a:pt x="7" y="18"/>
                    <a:pt x="6" y="18"/>
                    <a:pt x="5" y="17"/>
                  </a:cubicBezTo>
                  <a:cubicBezTo>
                    <a:pt x="5" y="16"/>
                    <a:pt x="3" y="16"/>
                    <a:pt x="3" y="15"/>
                  </a:cubicBezTo>
                  <a:cubicBezTo>
                    <a:pt x="2" y="14"/>
                    <a:pt x="4" y="13"/>
                    <a:pt x="4" y="12"/>
                  </a:cubicBezTo>
                  <a:cubicBezTo>
                    <a:pt x="3" y="11"/>
                    <a:pt x="2" y="11"/>
                    <a:pt x="1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7"/>
                    <a:pt x="2" y="6"/>
                    <a:pt x="2" y="5"/>
                  </a:cubicBezTo>
                  <a:cubicBezTo>
                    <a:pt x="3" y="3"/>
                    <a:pt x="3" y="2"/>
                    <a:pt x="5" y="1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2"/>
                    <a:pt x="11" y="2"/>
                    <a:pt x="12" y="2"/>
                  </a:cubicBezTo>
                  <a:cubicBezTo>
                    <a:pt x="13" y="1"/>
                    <a:pt x="14" y="2"/>
                    <a:pt x="14" y="3"/>
                  </a:cubicBezTo>
                  <a:cubicBezTo>
                    <a:pt x="15" y="4"/>
                    <a:pt x="14" y="5"/>
                    <a:pt x="14" y="6"/>
                  </a:cubicBezTo>
                  <a:cubicBezTo>
                    <a:pt x="15" y="7"/>
                    <a:pt x="16" y="8"/>
                    <a:pt x="16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7" name="Freeform 928">
              <a:extLst>
                <a:ext uri="{FF2B5EF4-FFF2-40B4-BE49-F238E27FC236}">
                  <a16:creationId xmlns:a16="http://schemas.microsoft.com/office/drawing/2014/main" id="{B590B164-6C80-48F2-9A37-F78813613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277"/>
              <a:ext cx="4" cy="4"/>
            </a:xfrm>
            <a:custGeom>
              <a:avLst/>
              <a:gdLst>
                <a:gd name="T0" fmla="*/ 16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8" name="Freeform 929">
              <a:extLst>
                <a:ext uri="{FF2B5EF4-FFF2-40B4-BE49-F238E27FC236}">
                  <a16:creationId xmlns:a16="http://schemas.microsoft.com/office/drawing/2014/main" id="{F3E38FED-951A-43F8-846C-54EA86F18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270"/>
              <a:ext cx="2" cy="9"/>
            </a:xfrm>
            <a:custGeom>
              <a:avLst/>
              <a:gdLst>
                <a:gd name="T0" fmla="*/ 0 w 1"/>
                <a:gd name="T1" fmla="*/ 45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9" name="Freeform 930">
              <a:extLst>
                <a:ext uri="{FF2B5EF4-FFF2-40B4-BE49-F238E27FC236}">
                  <a16:creationId xmlns:a16="http://schemas.microsoft.com/office/drawing/2014/main" id="{CEB9ABFE-4D98-4CB6-93D3-9D2623CE1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257"/>
              <a:ext cx="4" cy="1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0" name="Freeform 931">
              <a:extLst>
                <a:ext uri="{FF2B5EF4-FFF2-40B4-BE49-F238E27FC236}">
                  <a16:creationId xmlns:a16="http://schemas.microsoft.com/office/drawing/2014/main" id="{EFDA5F60-04B4-46F1-BC21-B2F662890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971"/>
              <a:ext cx="38" cy="40"/>
            </a:xfrm>
            <a:custGeom>
              <a:avLst/>
              <a:gdLst>
                <a:gd name="T0" fmla="*/ 160 w 18"/>
                <a:gd name="T1" fmla="*/ 89 h 18"/>
                <a:gd name="T2" fmla="*/ 160 w 18"/>
                <a:gd name="T3" fmla="*/ 118 h 18"/>
                <a:gd name="T4" fmla="*/ 160 w 18"/>
                <a:gd name="T5" fmla="*/ 133 h 18"/>
                <a:gd name="T6" fmla="*/ 152 w 18"/>
                <a:gd name="T7" fmla="*/ 153 h 18"/>
                <a:gd name="T8" fmla="*/ 144 w 18"/>
                <a:gd name="T9" fmla="*/ 153 h 18"/>
                <a:gd name="T10" fmla="*/ 133 w 18"/>
                <a:gd name="T11" fmla="*/ 178 h 18"/>
                <a:gd name="T12" fmla="*/ 112 w 18"/>
                <a:gd name="T13" fmla="*/ 198 h 18"/>
                <a:gd name="T14" fmla="*/ 84 w 18"/>
                <a:gd name="T15" fmla="*/ 187 h 18"/>
                <a:gd name="T16" fmla="*/ 57 w 18"/>
                <a:gd name="T17" fmla="*/ 178 h 18"/>
                <a:gd name="T18" fmla="*/ 27 w 18"/>
                <a:gd name="T19" fmla="*/ 162 h 18"/>
                <a:gd name="T20" fmla="*/ 36 w 18"/>
                <a:gd name="T21" fmla="*/ 133 h 18"/>
                <a:gd name="T22" fmla="*/ 8 w 18"/>
                <a:gd name="T23" fmla="*/ 109 h 18"/>
                <a:gd name="T24" fmla="*/ 8 w 18"/>
                <a:gd name="T25" fmla="*/ 80 h 18"/>
                <a:gd name="T26" fmla="*/ 27 w 18"/>
                <a:gd name="T27" fmla="*/ 44 h 18"/>
                <a:gd name="T28" fmla="*/ 49 w 18"/>
                <a:gd name="T29" fmla="*/ 9 h 18"/>
                <a:gd name="T30" fmla="*/ 84 w 18"/>
                <a:gd name="T31" fmla="*/ 0 h 18"/>
                <a:gd name="T32" fmla="*/ 93 w 18"/>
                <a:gd name="T33" fmla="*/ 20 h 18"/>
                <a:gd name="T34" fmla="*/ 112 w 18"/>
                <a:gd name="T35" fmla="*/ 9 h 18"/>
                <a:gd name="T36" fmla="*/ 144 w 18"/>
                <a:gd name="T37" fmla="*/ 20 h 18"/>
                <a:gd name="T38" fmla="*/ 144 w 18"/>
                <a:gd name="T39" fmla="*/ 64 h 18"/>
                <a:gd name="T40" fmla="*/ 160 w 18"/>
                <a:gd name="T41" fmla="*/ 8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" h="18">
                  <a:moveTo>
                    <a:pt x="17" y="8"/>
                  </a:moveTo>
                  <a:cubicBezTo>
                    <a:pt x="17" y="9"/>
                    <a:pt x="18" y="10"/>
                    <a:pt x="17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8" y="14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5"/>
                    <a:pt x="15" y="15"/>
                    <a:pt x="14" y="16"/>
                  </a:cubicBezTo>
                  <a:cubicBezTo>
                    <a:pt x="14" y="17"/>
                    <a:pt x="13" y="18"/>
                    <a:pt x="12" y="18"/>
                  </a:cubicBezTo>
                  <a:cubicBezTo>
                    <a:pt x="10" y="18"/>
                    <a:pt x="10" y="17"/>
                    <a:pt x="9" y="17"/>
                  </a:cubicBezTo>
                  <a:cubicBezTo>
                    <a:pt x="7" y="17"/>
                    <a:pt x="7" y="17"/>
                    <a:pt x="6" y="16"/>
                  </a:cubicBezTo>
                  <a:cubicBezTo>
                    <a:pt x="5" y="16"/>
                    <a:pt x="4" y="16"/>
                    <a:pt x="3" y="15"/>
                  </a:cubicBezTo>
                  <a:cubicBezTo>
                    <a:pt x="2" y="13"/>
                    <a:pt x="4" y="13"/>
                    <a:pt x="4" y="12"/>
                  </a:cubicBezTo>
                  <a:cubicBezTo>
                    <a:pt x="4" y="10"/>
                    <a:pt x="2" y="11"/>
                    <a:pt x="1" y="10"/>
                  </a:cubicBezTo>
                  <a:cubicBezTo>
                    <a:pt x="0" y="10"/>
                    <a:pt x="1" y="8"/>
                    <a:pt x="1" y="7"/>
                  </a:cubicBezTo>
                  <a:cubicBezTo>
                    <a:pt x="1" y="6"/>
                    <a:pt x="2" y="5"/>
                    <a:pt x="3" y="4"/>
                  </a:cubicBezTo>
                  <a:cubicBezTo>
                    <a:pt x="4" y="3"/>
                    <a:pt x="4" y="2"/>
                    <a:pt x="5" y="1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9" y="0"/>
                    <a:pt x="9" y="1"/>
                    <a:pt x="10" y="2"/>
                  </a:cubicBezTo>
                  <a:cubicBezTo>
                    <a:pt x="11" y="2"/>
                    <a:pt x="11" y="1"/>
                    <a:pt x="12" y="1"/>
                  </a:cubicBezTo>
                  <a:cubicBezTo>
                    <a:pt x="13" y="1"/>
                    <a:pt x="14" y="1"/>
                    <a:pt x="15" y="2"/>
                  </a:cubicBezTo>
                  <a:cubicBezTo>
                    <a:pt x="15" y="4"/>
                    <a:pt x="15" y="4"/>
                    <a:pt x="15" y="6"/>
                  </a:cubicBezTo>
                  <a:cubicBezTo>
                    <a:pt x="15" y="7"/>
                    <a:pt x="16" y="7"/>
                    <a:pt x="17" y="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1" name="Freeform 932">
              <a:extLst>
                <a:ext uri="{FF2B5EF4-FFF2-40B4-BE49-F238E27FC236}">
                  <a16:creationId xmlns:a16="http://schemas.microsoft.com/office/drawing/2014/main" id="{C2B5A646-CCE0-473D-91A2-F9003145F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980"/>
              <a:ext cx="6" cy="14"/>
            </a:xfrm>
            <a:custGeom>
              <a:avLst/>
              <a:gdLst>
                <a:gd name="T0" fmla="*/ 16 w 3"/>
                <a:gd name="T1" fmla="*/ 0 h 6"/>
                <a:gd name="T2" fmla="*/ 0 w 3"/>
                <a:gd name="T3" fmla="*/ 49 h 6"/>
                <a:gd name="T4" fmla="*/ 24 w 3"/>
                <a:gd name="T5" fmla="*/ 77 h 6"/>
                <a:gd name="T6" fmla="*/ 8 w 3"/>
                <a:gd name="T7" fmla="*/ 49 h 6"/>
                <a:gd name="T8" fmla="*/ 16 w 3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2" y="2"/>
                    <a:pt x="1" y="2"/>
                    <a:pt x="0" y="4"/>
                  </a:cubicBezTo>
                  <a:cubicBezTo>
                    <a:pt x="0" y="6"/>
                    <a:pt x="2" y="6"/>
                    <a:pt x="3" y="6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2" name="Freeform 933">
              <a:extLst>
                <a:ext uri="{FF2B5EF4-FFF2-40B4-BE49-F238E27FC236}">
                  <a16:creationId xmlns:a16="http://schemas.microsoft.com/office/drawing/2014/main" id="{E435BB12-B040-4430-9CA5-A92315EB1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998"/>
              <a:ext cx="6" cy="9"/>
            </a:xfrm>
            <a:custGeom>
              <a:avLst/>
              <a:gdLst>
                <a:gd name="T0" fmla="*/ 16 w 3"/>
                <a:gd name="T1" fmla="*/ 0 h 4"/>
                <a:gd name="T2" fmla="*/ 8 w 3"/>
                <a:gd name="T3" fmla="*/ 36 h 4"/>
                <a:gd name="T4" fmla="*/ 24 w 3"/>
                <a:gd name="T5" fmla="*/ 45 h 4"/>
                <a:gd name="T6" fmla="*/ 16 w 3"/>
                <a:gd name="T7" fmla="*/ 25 h 4"/>
                <a:gd name="T8" fmla="*/ 16 w 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3" name="Freeform 934">
              <a:extLst>
                <a:ext uri="{FF2B5EF4-FFF2-40B4-BE49-F238E27FC236}">
                  <a16:creationId xmlns:a16="http://schemas.microsoft.com/office/drawing/2014/main" id="{4E99F0F1-9A08-4328-9C87-0A0B9E946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003"/>
              <a:ext cx="21" cy="8"/>
            </a:xfrm>
            <a:custGeom>
              <a:avLst/>
              <a:gdLst>
                <a:gd name="T0" fmla="*/ 92 w 10"/>
                <a:gd name="T1" fmla="*/ 0 h 4"/>
                <a:gd name="T2" fmla="*/ 57 w 10"/>
                <a:gd name="T3" fmla="*/ 24 h 4"/>
                <a:gd name="T4" fmla="*/ 27 w 10"/>
                <a:gd name="T5" fmla="*/ 24 h 4"/>
                <a:gd name="T6" fmla="*/ 0 w 10"/>
                <a:gd name="T7" fmla="*/ 16 h 4"/>
                <a:gd name="T8" fmla="*/ 27 w 10"/>
                <a:gd name="T9" fmla="*/ 16 h 4"/>
                <a:gd name="T10" fmla="*/ 48 w 10"/>
                <a:gd name="T11" fmla="*/ 16 h 4"/>
                <a:gd name="T12" fmla="*/ 57 w 10"/>
                <a:gd name="T13" fmla="*/ 16 h 4"/>
                <a:gd name="T14" fmla="*/ 76 w 10"/>
                <a:gd name="T15" fmla="*/ 0 h 4"/>
                <a:gd name="T16" fmla="*/ 84 w 10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8" y="4"/>
                    <a:pt x="6" y="3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5" y="2"/>
                    <a:pt x="5" y="2"/>
                    <a:pt x="6" y="2"/>
                  </a:cubicBezTo>
                  <a:cubicBezTo>
                    <a:pt x="7" y="2"/>
                    <a:pt x="7" y="1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4" name="Freeform 935">
              <a:extLst>
                <a:ext uri="{FF2B5EF4-FFF2-40B4-BE49-F238E27FC236}">
                  <a16:creationId xmlns:a16="http://schemas.microsoft.com/office/drawing/2014/main" id="{10DC654B-F448-4B1C-93F8-AB8D4B336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76"/>
              <a:ext cx="4" cy="9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25 h 4"/>
                <a:gd name="T4" fmla="*/ 16 w 2"/>
                <a:gd name="T5" fmla="*/ 45 h 4"/>
                <a:gd name="T6" fmla="*/ 0 w 2"/>
                <a:gd name="T7" fmla="*/ 25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5" name="Freeform 936">
              <a:extLst>
                <a:ext uri="{FF2B5EF4-FFF2-40B4-BE49-F238E27FC236}">
                  <a16:creationId xmlns:a16="http://schemas.microsoft.com/office/drawing/2014/main" id="{72C32E12-57D1-4CDB-BEFB-2422D402E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971"/>
              <a:ext cx="6" cy="5"/>
            </a:xfrm>
            <a:custGeom>
              <a:avLst/>
              <a:gdLst>
                <a:gd name="T0" fmla="*/ 16 w 3"/>
                <a:gd name="T1" fmla="*/ 20 h 2"/>
                <a:gd name="T2" fmla="*/ 0 w 3"/>
                <a:gd name="T3" fmla="*/ 20 h 2"/>
                <a:gd name="T4" fmla="*/ 24 w 3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6" name="Freeform 937">
              <a:extLst>
                <a:ext uri="{FF2B5EF4-FFF2-40B4-BE49-F238E27FC236}">
                  <a16:creationId xmlns:a16="http://schemas.microsoft.com/office/drawing/2014/main" id="{A7899B49-45FF-44A3-8DEB-0F1E83908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989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8 h 3"/>
                <a:gd name="T4" fmla="*/ 0 w 2"/>
                <a:gd name="T5" fmla="*/ 37 h 3"/>
                <a:gd name="T6" fmla="*/ 8 w 2"/>
                <a:gd name="T7" fmla="*/ 12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7" name="Freeform 938">
              <a:extLst>
                <a:ext uri="{FF2B5EF4-FFF2-40B4-BE49-F238E27FC236}">
                  <a16:creationId xmlns:a16="http://schemas.microsoft.com/office/drawing/2014/main" id="{175E7F9D-83D4-4DBD-97AE-E49BE1A09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005"/>
              <a:ext cx="10" cy="6"/>
            </a:xfrm>
            <a:custGeom>
              <a:avLst/>
              <a:gdLst>
                <a:gd name="T0" fmla="*/ 40 w 5"/>
                <a:gd name="T1" fmla="*/ 0 h 3"/>
                <a:gd name="T2" fmla="*/ 24 w 5"/>
                <a:gd name="T3" fmla="*/ 16 h 3"/>
                <a:gd name="T4" fmla="*/ 16 w 5"/>
                <a:gd name="T5" fmla="*/ 16 h 3"/>
                <a:gd name="T6" fmla="*/ 0 w 5"/>
                <a:gd name="T7" fmla="*/ 16 h 3"/>
                <a:gd name="T8" fmla="*/ 32 w 5"/>
                <a:gd name="T9" fmla="*/ 16 h 3"/>
                <a:gd name="T10" fmla="*/ 40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1"/>
                    <a:pt x="4" y="2"/>
                    <a:pt x="3" y="2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1" y="2"/>
                    <a:pt x="3" y="2"/>
                    <a:pt x="4" y="2"/>
                  </a:cubicBezTo>
                  <a:cubicBezTo>
                    <a:pt x="4" y="1"/>
                    <a:pt x="5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8" name="Freeform 939">
              <a:extLst>
                <a:ext uri="{FF2B5EF4-FFF2-40B4-BE49-F238E27FC236}">
                  <a16:creationId xmlns:a16="http://schemas.microsoft.com/office/drawing/2014/main" id="{4A15C8F2-49F5-4B7A-ACBA-C7F52CF3B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996"/>
              <a:ext cx="4" cy="7"/>
            </a:xfrm>
            <a:custGeom>
              <a:avLst/>
              <a:gdLst>
                <a:gd name="T0" fmla="*/ 8 w 2"/>
                <a:gd name="T1" fmla="*/ 12 h 3"/>
                <a:gd name="T2" fmla="*/ 8 w 2"/>
                <a:gd name="T3" fmla="*/ 37 h 3"/>
                <a:gd name="T4" fmla="*/ 8 w 2"/>
                <a:gd name="T5" fmla="*/ 37 h 3"/>
                <a:gd name="T6" fmla="*/ 8 w 2"/>
                <a:gd name="T7" fmla="*/ 37 h 3"/>
                <a:gd name="T8" fmla="*/ 16 w 2"/>
                <a:gd name="T9" fmla="*/ 28 h 3"/>
                <a:gd name="T10" fmla="*/ 8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9" name="Freeform 940">
              <a:extLst>
                <a:ext uri="{FF2B5EF4-FFF2-40B4-BE49-F238E27FC236}">
                  <a16:creationId xmlns:a16="http://schemas.microsoft.com/office/drawing/2014/main" id="{0A85CCFD-8466-4EF4-B020-7A364023C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987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8 h 3"/>
                <a:gd name="T4" fmla="*/ 16 w 2"/>
                <a:gd name="T5" fmla="*/ 37 h 3"/>
                <a:gd name="T6" fmla="*/ 8 w 2"/>
                <a:gd name="T7" fmla="*/ 28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0" name="Freeform 941">
              <a:extLst>
                <a:ext uri="{FF2B5EF4-FFF2-40B4-BE49-F238E27FC236}">
                  <a16:creationId xmlns:a16="http://schemas.microsoft.com/office/drawing/2014/main" id="{65F8EA5D-BFE8-4BA9-B69E-A4967E609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976"/>
              <a:ext cx="10" cy="2"/>
            </a:xfrm>
            <a:custGeom>
              <a:avLst/>
              <a:gdLst>
                <a:gd name="T0" fmla="*/ 40 w 5"/>
                <a:gd name="T1" fmla="*/ 0 h 1"/>
                <a:gd name="T2" fmla="*/ 24 w 5"/>
                <a:gd name="T3" fmla="*/ 0 h 1"/>
                <a:gd name="T4" fmla="*/ 0 w 5"/>
                <a:gd name="T5" fmla="*/ 0 h 1"/>
                <a:gd name="T6" fmla="*/ 24 w 5"/>
                <a:gd name="T7" fmla="*/ 8 h 1"/>
                <a:gd name="T8" fmla="*/ 32 w 5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3" y="1"/>
                    <a:pt x="4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1" name="Freeform 942">
              <a:extLst>
                <a:ext uri="{FF2B5EF4-FFF2-40B4-BE49-F238E27FC236}">
                  <a16:creationId xmlns:a16="http://schemas.microsoft.com/office/drawing/2014/main" id="{E32222D0-05BB-4567-80FE-4DB7D6A17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971"/>
              <a:ext cx="38" cy="40"/>
            </a:xfrm>
            <a:custGeom>
              <a:avLst/>
              <a:gdLst>
                <a:gd name="T0" fmla="*/ 160 w 18"/>
                <a:gd name="T1" fmla="*/ 89 h 18"/>
                <a:gd name="T2" fmla="*/ 160 w 18"/>
                <a:gd name="T3" fmla="*/ 118 h 18"/>
                <a:gd name="T4" fmla="*/ 160 w 18"/>
                <a:gd name="T5" fmla="*/ 133 h 18"/>
                <a:gd name="T6" fmla="*/ 152 w 18"/>
                <a:gd name="T7" fmla="*/ 153 h 18"/>
                <a:gd name="T8" fmla="*/ 144 w 18"/>
                <a:gd name="T9" fmla="*/ 153 h 18"/>
                <a:gd name="T10" fmla="*/ 133 w 18"/>
                <a:gd name="T11" fmla="*/ 178 h 18"/>
                <a:gd name="T12" fmla="*/ 112 w 18"/>
                <a:gd name="T13" fmla="*/ 198 h 18"/>
                <a:gd name="T14" fmla="*/ 84 w 18"/>
                <a:gd name="T15" fmla="*/ 187 h 18"/>
                <a:gd name="T16" fmla="*/ 57 w 18"/>
                <a:gd name="T17" fmla="*/ 178 h 18"/>
                <a:gd name="T18" fmla="*/ 27 w 18"/>
                <a:gd name="T19" fmla="*/ 162 h 18"/>
                <a:gd name="T20" fmla="*/ 36 w 18"/>
                <a:gd name="T21" fmla="*/ 133 h 18"/>
                <a:gd name="T22" fmla="*/ 8 w 18"/>
                <a:gd name="T23" fmla="*/ 109 h 18"/>
                <a:gd name="T24" fmla="*/ 8 w 18"/>
                <a:gd name="T25" fmla="*/ 80 h 18"/>
                <a:gd name="T26" fmla="*/ 27 w 18"/>
                <a:gd name="T27" fmla="*/ 44 h 18"/>
                <a:gd name="T28" fmla="*/ 49 w 18"/>
                <a:gd name="T29" fmla="*/ 9 h 18"/>
                <a:gd name="T30" fmla="*/ 84 w 18"/>
                <a:gd name="T31" fmla="*/ 0 h 18"/>
                <a:gd name="T32" fmla="*/ 93 w 18"/>
                <a:gd name="T33" fmla="*/ 20 h 18"/>
                <a:gd name="T34" fmla="*/ 112 w 18"/>
                <a:gd name="T35" fmla="*/ 9 h 18"/>
                <a:gd name="T36" fmla="*/ 144 w 18"/>
                <a:gd name="T37" fmla="*/ 20 h 18"/>
                <a:gd name="T38" fmla="*/ 144 w 18"/>
                <a:gd name="T39" fmla="*/ 64 h 18"/>
                <a:gd name="T40" fmla="*/ 160 w 18"/>
                <a:gd name="T41" fmla="*/ 8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" h="18">
                  <a:moveTo>
                    <a:pt x="17" y="8"/>
                  </a:moveTo>
                  <a:cubicBezTo>
                    <a:pt x="17" y="9"/>
                    <a:pt x="18" y="10"/>
                    <a:pt x="17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8" y="14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5"/>
                    <a:pt x="15" y="15"/>
                    <a:pt x="14" y="16"/>
                  </a:cubicBezTo>
                  <a:cubicBezTo>
                    <a:pt x="14" y="17"/>
                    <a:pt x="13" y="18"/>
                    <a:pt x="12" y="18"/>
                  </a:cubicBezTo>
                  <a:cubicBezTo>
                    <a:pt x="10" y="18"/>
                    <a:pt x="10" y="17"/>
                    <a:pt x="9" y="17"/>
                  </a:cubicBezTo>
                  <a:cubicBezTo>
                    <a:pt x="7" y="17"/>
                    <a:pt x="7" y="17"/>
                    <a:pt x="6" y="16"/>
                  </a:cubicBezTo>
                  <a:cubicBezTo>
                    <a:pt x="5" y="16"/>
                    <a:pt x="4" y="16"/>
                    <a:pt x="3" y="15"/>
                  </a:cubicBezTo>
                  <a:cubicBezTo>
                    <a:pt x="2" y="13"/>
                    <a:pt x="4" y="13"/>
                    <a:pt x="4" y="12"/>
                  </a:cubicBezTo>
                  <a:cubicBezTo>
                    <a:pt x="4" y="10"/>
                    <a:pt x="2" y="11"/>
                    <a:pt x="1" y="10"/>
                  </a:cubicBezTo>
                  <a:cubicBezTo>
                    <a:pt x="0" y="10"/>
                    <a:pt x="1" y="8"/>
                    <a:pt x="1" y="7"/>
                  </a:cubicBezTo>
                  <a:cubicBezTo>
                    <a:pt x="1" y="6"/>
                    <a:pt x="2" y="5"/>
                    <a:pt x="3" y="4"/>
                  </a:cubicBezTo>
                  <a:cubicBezTo>
                    <a:pt x="4" y="3"/>
                    <a:pt x="4" y="2"/>
                    <a:pt x="5" y="1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9" y="0"/>
                    <a:pt x="9" y="1"/>
                    <a:pt x="10" y="2"/>
                  </a:cubicBezTo>
                  <a:cubicBezTo>
                    <a:pt x="11" y="2"/>
                    <a:pt x="11" y="1"/>
                    <a:pt x="12" y="1"/>
                  </a:cubicBezTo>
                  <a:cubicBezTo>
                    <a:pt x="13" y="1"/>
                    <a:pt x="14" y="1"/>
                    <a:pt x="15" y="2"/>
                  </a:cubicBezTo>
                  <a:cubicBezTo>
                    <a:pt x="15" y="4"/>
                    <a:pt x="15" y="4"/>
                    <a:pt x="15" y="6"/>
                  </a:cubicBezTo>
                  <a:cubicBezTo>
                    <a:pt x="15" y="7"/>
                    <a:pt x="16" y="7"/>
                    <a:pt x="17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2" name="Freeform 943">
              <a:extLst>
                <a:ext uri="{FF2B5EF4-FFF2-40B4-BE49-F238E27FC236}">
                  <a16:creationId xmlns:a16="http://schemas.microsoft.com/office/drawing/2014/main" id="{4FA12E7E-A5F2-430E-801E-9B8EF0572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996"/>
              <a:ext cx="4" cy="4"/>
            </a:xfrm>
            <a:custGeom>
              <a:avLst/>
              <a:gdLst>
                <a:gd name="T0" fmla="*/ 16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3" name="Freeform 944">
              <a:extLst>
                <a:ext uri="{FF2B5EF4-FFF2-40B4-BE49-F238E27FC236}">
                  <a16:creationId xmlns:a16="http://schemas.microsoft.com/office/drawing/2014/main" id="{638EC13B-106D-4790-BB51-FD165BEC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87"/>
              <a:ext cx="4" cy="9"/>
            </a:xfrm>
            <a:custGeom>
              <a:avLst/>
              <a:gdLst>
                <a:gd name="T0" fmla="*/ 0 w 2"/>
                <a:gd name="T1" fmla="*/ 45 h 4"/>
                <a:gd name="T2" fmla="*/ 16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4" name="Freeform 945">
              <a:extLst>
                <a:ext uri="{FF2B5EF4-FFF2-40B4-BE49-F238E27FC236}">
                  <a16:creationId xmlns:a16="http://schemas.microsoft.com/office/drawing/2014/main" id="{AACB75D8-9FAA-408B-96BC-B22E744C8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974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5" name="Freeform 946">
              <a:extLst>
                <a:ext uri="{FF2B5EF4-FFF2-40B4-BE49-F238E27FC236}">
                  <a16:creationId xmlns:a16="http://schemas.microsoft.com/office/drawing/2014/main" id="{4DF71F7F-9FCF-413A-84BF-CDEDECDD5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375"/>
              <a:ext cx="34" cy="38"/>
            </a:xfrm>
            <a:custGeom>
              <a:avLst/>
              <a:gdLst>
                <a:gd name="T0" fmla="*/ 145 w 16"/>
                <a:gd name="T1" fmla="*/ 80 h 17"/>
                <a:gd name="T2" fmla="*/ 153 w 16"/>
                <a:gd name="T3" fmla="*/ 134 h 17"/>
                <a:gd name="T4" fmla="*/ 153 w 16"/>
                <a:gd name="T5" fmla="*/ 154 h 17"/>
                <a:gd name="T6" fmla="*/ 145 w 16"/>
                <a:gd name="T7" fmla="*/ 154 h 17"/>
                <a:gd name="T8" fmla="*/ 117 w 16"/>
                <a:gd name="T9" fmla="*/ 170 h 17"/>
                <a:gd name="T10" fmla="*/ 96 w 16"/>
                <a:gd name="T11" fmla="*/ 154 h 17"/>
                <a:gd name="T12" fmla="*/ 77 w 16"/>
                <a:gd name="T13" fmla="*/ 179 h 17"/>
                <a:gd name="T14" fmla="*/ 60 w 16"/>
                <a:gd name="T15" fmla="*/ 154 h 17"/>
                <a:gd name="T16" fmla="*/ 40 w 16"/>
                <a:gd name="T17" fmla="*/ 145 h 17"/>
                <a:gd name="T18" fmla="*/ 0 w 16"/>
                <a:gd name="T19" fmla="*/ 101 h 17"/>
                <a:gd name="T20" fmla="*/ 9 w 16"/>
                <a:gd name="T21" fmla="*/ 80 h 17"/>
                <a:gd name="T22" fmla="*/ 19 w 16"/>
                <a:gd name="T23" fmla="*/ 56 h 17"/>
                <a:gd name="T24" fmla="*/ 40 w 16"/>
                <a:gd name="T25" fmla="*/ 0 h 17"/>
                <a:gd name="T26" fmla="*/ 96 w 16"/>
                <a:gd name="T27" fmla="*/ 9 h 17"/>
                <a:gd name="T28" fmla="*/ 145 w 16"/>
                <a:gd name="T29" fmla="*/ 80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17">
                  <a:moveTo>
                    <a:pt x="15" y="7"/>
                  </a:moveTo>
                  <a:cubicBezTo>
                    <a:pt x="16" y="7"/>
                    <a:pt x="16" y="11"/>
                    <a:pt x="16" y="12"/>
                  </a:cubicBezTo>
                  <a:cubicBezTo>
                    <a:pt x="16" y="13"/>
                    <a:pt x="16" y="13"/>
                    <a:pt x="16" y="14"/>
                  </a:cubicBezTo>
                  <a:cubicBezTo>
                    <a:pt x="16" y="14"/>
                    <a:pt x="16" y="13"/>
                    <a:pt x="15" y="14"/>
                  </a:cubicBezTo>
                  <a:cubicBezTo>
                    <a:pt x="14" y="15"/>
                    <a:pt x="14" y="17"/>
                    <a:pt x="12" y="15"/>
                  </a:cubicBezTo>
                  <a:cubicBezTo>
                    <a:pt x="11" y="15"/>
                    <a:pt x="11" y="14"/>
                    <a:pt x="10" y="14"/>
                  </a:cubicBezTo>
                  <a:cubicBezTo>
                    <a:pt x="9" y="14"/>
                    <a:pt x="9" y="15"/>
                    <a:pt x="8" y="16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5" y="13"/>
                    <a:pt x="5" y="13"/>
                    <a:pt x="4" y="13"/>
                  </a:cubicBezTo>
                  <a:cubicBezTo>
                    <a:pt x="3" y="12"/>
                    <a:pt x="0" y="11"/>
                    <a:pt x="0" y="9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2" y="3"/>
                    <a:pt x="2" y="1"/>
                    <a:pt x="4" y="0"/>
                  </a:cubicBezTo>
                  <a:cubicBezTo>
                    <a:pt x="5" y="0"/>
                    <a:pt x="8" y="0"/>
                    <a:pt x="10" y="1"/>
                  </a:cubicBezTo>
                  <a:cubicBezTo>
                    <a:pt x="11" y="3"/>
                    <a:pt x="13" y="6"/>
                    <a:pt x="15" y="7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6" name="Freeform 947">
              <a:extLst>
                <a:ext uri="{FF2B5EF4-FFF2-40B4-BE49-F238E27FC236}">
                  <a16:creationId xmlns:a16="http://schemas.microsoft.com/office/drawing/2014/main" id="{10155CA4-03D1-4B86-8E3F-595395926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391"/>
              <a:ext cx="11" cy="13"/>
            </a:xfrm>
            <a:custGeom>
              <a:avLst/>
              <a:gdLst>
                <a:gd name="T0" fmla="*/ 9 w 5"/>
                <a:gd name="T1" fmla="*/ 0 h 6"/>
                <a:gd name="T2" fmla="*/ 0 w 5"/>
                <a:gd name="T3" fmla="*/ 20 h 6"/>
                <a:gd name="T4" fmla="*/ 9 w 5"/>
                <a:gd name="T5" fmla="*/ 43 h 6"/>
                <a:gd name="T6" fmla="*/ 53 w 5"/>
                <a:gd name="T7" fmla="*/ 61 h 6"/>
                <a:gd name="T8" fmla="*/ 44 w 5"/>
                <a:gd name="T9" fmla="*/ 52 h 6"/>
                <a:gd name="T10" fmla="*/ 33 w 5"/>
                <a:gd name="T11" fmla="*/ 33 h 6"/>
                <a:gd name="T12" fmla="*/ 20 w 5"/>
                <a:gd name="T13" fmla="*/ 20 h 6"/>
                <a:gd name="T14" fmla="*/ 9 w 5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5"/>
                    <a:pt x="4" y="5"/>
                    <a:pt x="5" y="6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7" name="Freeform 948">
              <a:extLst>
                <a:ext uri="{FF2B5EF4-FFF2-40B4-BE49-F238E27FC236}">
                  <a16:creationId xmlns:a16="http://schemas.microsoft.com/office/drawing/2014/main" id="{B7723BFF-063A-4A84-BA7F-932EEE830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404"/>
              <a:ext cx="8" cy="7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37 h 3"/>
                <a:gd name="T4" fmla="*/ 24 w 4"/>
                <a:gd name="T5" fmla="*/ 12 h 3"/>
                <a:gd name="T6" fmla="*/ 32 w 4"/>
                <a:gd name="T7" fmla="*/ 0 h 3"/>
                <a:gd name="T8" fmla="*/ 16 w 4"/>
                <a:gd name="T9" fmla="*/ 12 h 3"/>
                <a:gd name="T10" fmla="*/ 8 w 4"/>
                <a:gd name="T11" fmla="*/ 12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8" name="Freeform 949">
              <a:extLst>
                <a:ext uri="{FF2B5EF4-FFF2-40B4-BE49-F238E27FC236}">
                  <a16:creationId xmlns:a16="http://schemas.microsoft.com/office/drawing/2014/main" id="{25643952-28BB-489C-B772-917968C5E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404"/>
              <a:ext cx="9" cy="7"/>
            </a:xfrm>
            <a:custGeom>
              <a:avLst/>
              <a:gdLst>
                <a:gd name="T0" fmla="*/ 25 w 4"/>
                <a:gd name="T1" fmla="*/ 0 h 3"/>
                <a:gd name="T2" fmla="*/ 0 w 4"/>
                <a:gd name="T3" fmla="*/ 12 h 3"/>
                <a:gd name="T4" fmla="*/ 36 w 4"/>
                <a:gd name="T5" fmla="*/ 28 h 3"/>
                <a:gd name="T6" fmla="*/ 45 w 4"/>
                <a:gd name="T7" fmla="*/ 12 h 3"/>
                <a:gd name="T8" fmla="*/ 36 w 4"/>
                <a:gd name="T9" fmla="*/ 12 h 3"/>
                <a:gd name="T10" fmla="*/ 25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2"/>
                    <a:pt x="3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9" name="Freeform 950">
              <a:extLst>
                <a:ext uri="{FF2B5EF4-FFF2-40B4-BE49-F238E27FC236}">
                  <a16:creationId xmlns:a16="http://schemas.microsoft.com/office/drawing/2014/main" id="{5977282D-58E2-4496-8DD4-DA05A7B5C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395"/>
              <a:ext cx="4" cy="14"/>
            </a:xfrm>
            <a:custGeom>
              <a:avLst/>
              <a:gdLst>
                <a:gd name="T0" fmla="*/ 16 w 2"/>
                <a:gd name="T1" fmla="*/ 12 h 6"/>
                <a:gd name="T2" fmla="*/ 16 w 2"/>
                <a:gd name="T3" fmla="*/ 49 h 6"/>
                <a:gd name="T4" fmla="*/ 8 w 2"/>
                <a:gd name="T5" fmla="*/ 49 h 6"/>
                <a:gd name="T6" fmla="*/ 0 w 2"/>
                <a:gd name="T7" fmla="*/ 77 h 6"/>
                <a:gd name="T8" fmla="*/ 8 w 2"/>
                <a:gd name="T9" fmla="*/ 37 h 6"/>
                <a:gd name="T10" fmla="*/ 16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2" y="1"/>
                  </a:moveTo>
                  <a:cubicBezTo>
                    <a:pt x="2" y="1"/>
                    <a:pt x="2" y="3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0" y="6"/>
                    <a:pt x="0" y="6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0" name="Freeform 951">
              <a:extLst>
                <a:ext uri="{FF2B5EF4-FFF2-40B4-BE49-F238E27FC236}">
                  <a16:creationId xmlns:a16="http://schemas.microsoft.com/office/drawing/2014/main" id="{00CE72C3-323B-47DC-A73D-68D0AB5EC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380"/>
              <a:ext cx="8" cy="13"/>
            </a:xfrm>
            <a:custGeom>
              <a:avLst/>
              <a:gdLst>
                <a:gd name="T0" fmla="*/ 0 w 4"/>
                <a:gd name="T1" fmla="*/ 9 h 6"/>
                <a:gd name="T2" fmla="*/ 8 w 4"/>
                <a:gd name="T3" fmla="*/ 43 h 6"/>
                <a:gd name="T4" fmla="*/ 32 w 4"/>
                <a:gd name="T5" fmla="*/ 61 h 6"/>
                <a:gd name="T6" fmla="*/ 16 w 4"/>
                <a:gd name="T7" fmla="*/ 33 h 6"/>
                <a:gd name="T8" fmla="*/ 8 w 4"/>
                <a:gd name="T9" fmla="*/ 9 h 6"/>
                <a:gd name="T10" fmla="*/ 0 w 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1" y="2"/>
                    <a:pt x="1" y="3"/>
                    <a:pt x="1" y="4"/>
                  </a:cubicBezTo>
                  <a:cubicBezTo>
                    <a:pt x="2" y="5"/>
                    <a:pt x="3" y="5"/>
                    <a:pt x="4" y="6"/>
                  </a:cubicBezTo>
                  <a:cubicBezTo>
                    <a:pt x="3" y="5"/>
                    <a:pt x="2" y="4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1" name="Freeform 952">
              <a:extLst>
                <a:ext uri="{FF2B5EF4-FFF2-40B4-BE49-F238E27FC236}">
                  <a16:creationId xmlns:a16="http://schemas.microsoft.com/office/drawing/2014/main" id="{9E97A43B-56E0-4D0C-97F7-61FEFF698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397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20 h 2"/>
                <a:gd name="T4" fmla="*/ 12 w 3"/>
                <a:gd name="T5" fmla="*/ 33 h 2"/>
                <a:gd name="T6" fmla="*/ 37 w 3"/>
                <a:gd name="T7" fmla="*/ 33 h 2"/>
                <a:gd name="T8" fmla="*/ 28 w 3"/>
                <a:gd name="T9" fmla="*/ 20 h 2"/>
                <a:gd name="T10" fmla="*/ 0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2" name="Freeform 953">
              <a:extLst>
                <a:ext uri="{FF2B5EF4-FFF2-40B4-BE49-F238E27FC236}">
                  <a16:creationId xmlns:a16="http://schemas.microsoft.com/office/drawing/2014/main" id="{76D91B35-66D4-4FC3-8508-B1A3630E1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404"/>
              <a:ext cx="7" cy="5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20 h 2"/>
                <a:gd name="T4" fmla="*/ 37 w 3"/>
                <a:gd name="T5" fmla="*/ 33 h 2"/>
                <a:gd name="T6" fmla="*/ 28 w 3"/>
                <a:gd name="T7" fmla="*/ 20 h 2"/>
                <a:gd name="T8" fmla="*/ 1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3" name="Freeform 954">
              <a:extLst>
                <a:ext uri="{FF2B5EF4-FFF2-40B4-BE49-F238E27FC236}">
                  <a16:creationId xmlns:a16="http://schemas.microsoft.com/office/drawing/2014/main" id="{4BB1031F-FEDC-4655-B420-0D044BBCB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377"/>
              <a:ext cx="8" cy="9"/>
            </a:xfrm>
            <a:custGeom>
              <a:avLst/>
              <a:gdLst>
                <a:gd name="T0" fmla="*/ 32 w 4"/>
                <a:gd name="T1" fmla="*/ 0 h 4"/>
                <a:gd name="T2" fmla="*/ 8 w 4"/>
                <a:gd name="T3" fmla="*/ 11 h 4"/>
                <a:gd name="T4" fmla="*/ 0 w 4"/>
                <a:gd name="T5" fmla="*/ 45 h 4"/>
                <a:gd name="T6" fmla="*/ 16 w 4"/>
                <a:gd name="T7" fmla="*/ 11 h 4"/>
                <a:gd name="T8" fmla="*/ 3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1" y="3"/>
                    <a:pt x="0" y="4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3" y="0"/>
                    <a:pt x="3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4" name="Freeform 955">
              <a:extLst>
                <a:ext uri="{FF2B5EF4-FFF2-40B4-BE49-F238E27FC236}">
                  <a16:creationId xmlns:a16="http://schemas.microsoft.com/office/drawing/2014/main" id="{2C4294CB-7536-4764-949D-E95769CE0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382"/>
              <a:ext cx="6" cy="11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33 h 5"/>
                <a:gd name="T4" fmla="*/ 24 w 3"/>
                <a:gd name="T5" fmla="*/ 53 h 5"/>
                <a:gd name="T6" fmla="*/ 0 w 3"/>
                <a:gd name="T7" fmla="*/ 44 h 5"/>
                <a:gd name="T8" fmla="*/ 0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2" y="5"/>
                    <a:pt x="0" y="5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5" name="Freeform 956">
              <a:extLst>
                <a:ext uri="{FF2B5EF4-FFF2-40B4-BE49-F238E27FC236}">
                  <a16:creationId xmlns:a16="http://schemas.microsoft.com/office/drawing/2014/main" id="{81E08439-B730-4DFA-83B5-B92F59BAB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375"/>
              <a:ext cx="34" cy="38"/>
            </a:xfrm>
            <a:custGeom>
              <a:avLst/>
              <a:gdLst>
                <a:gd name="T0" fmla="*/ 145 w 16"/>
                <a:gd name="T1" fmla="*/ 80 h 17"/>
                <a:gd name="T2" fmla="*/ 153 w 16"/>
                <a:gd name="T3" fmla="*/ 134 h 17"/>
                <a:gd name="T4" fmla="*/ 153 w 16"/>
                <a:gd name="T5" fmla="*/ 154 h 17"/>
                <a:gd name="T6" fmla="*/ 145 w 16"/>
                <a:gd name="T7" fmla="*/ 154 h 17"/>
                <a:gd name="T8" fmla="*/ 117 w 16"/>
                <a:gd name="T9" fmla="*/ 170 h 17"/>
                <a:gd name="T10" fmla="*/ 96 w 16"/>
                <a:gd name="T11" fmla="*/ 154 h 17"/>
                <a:gd name="T12" fmla="*/ 77 w 16"/>
                <a:gd name="T13" fmla="*/ 179 h 17"/>
                <a:gd name="T14" fmla="*/ 60 w 16"/>
                <a:gd name="T15" fmla="*/ 154 h 17"/>
                <a:gd name="T16" fmla="*/ 40 w 16"/>
                <a:gd name="T17" fmla="*/ 145 h 17"/>
                <a:gd name="T18" fmla="*/ 0 w 16"/>
                <a:gd name="T19" fmla="*/ 101 h 17"/>
                <a:gd name="T20" fmla="*/ 9 w 16"/>
                <a:gd name="T21" fmla="*/ 80 h 17"/>
                <a:gd name="T22" fmla="*/ 19 w 16"/>
                <a:gd name="T23" fmla="*/ 56 h 17"/>
                <a:gd name="T24" fmla="*/ 40 w 16"/>
                <a:gd name="T25" fmla="*/ 0 h 17"/>
                <a:gd name="T26" fmla="*/ 96 w 16"/>
                <a:gd name="T27" fmla="*/ 9 h 17"/>
                <a:gd name="T28" fmla="*/ 145 w 16"/>
                <a:gd name="T29" fmla="*/ 80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17">
                  <a:moveTo>
                    <a:pt x="15" y="7"/>
                  </a:moveTo>
                  <a:cubicBezTo>
                    <a:pt x="16" y="7"/>
                    <a:pt x="16" y="11"/>
                    <a:pt x="16" y="12"/>
                  </a:cubicBezTo>
                  <a:cubicBezTo>
                    <a:pt x="16" y="13"/>
                    <a:pt x="16" y="13"/>
                    <a:pt x="16" y="14"/>
                  </a:cubicBezTo>
                  <a:cubicBezTo>
                    <a:pt x="16" y="14"/>
                    <a:pt x="16" y="13"/>
                    <a:pt x="15" y="14"/>
                  </a:cubicBezTo>
                  <a:cubicBezTo>
                    <a:pt x="14" y="15"/>
                    <a:pt x="14" y="17"/>
                    <a:pt x="12" y="15"/>
                  </a:cubicBezTo>
                  <a:cubicBezTo>
                    <a:pt x="11" y="15"/>
                    <a:pt x="11" y="14"/>
                    <a:pt x="10" y="14"/>
                  </a:cubicBezTo>
                  <a:cubicBezTo>
                    <a:pt x="9" y="14"/>
                    <a:pt x="9" y="15"/>
                    <a:pt x="8" y="16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5" y="13"/>
                    <a:pt x="5" y="13"/>
                    <a:pt x="4" y="13"/>
                  </a:cubicBezTo>
                  <a:cubicBezTo>
                    <a:pt x="3" y="12"/>
                    <a:pt x="0" y="11"/>
                    <a:pt x="0" y="9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2" y="3"/>
                    <a:pt x="2" y="1"/>
                    <a:pt x="4" y="0"/>
                  </a:cubicBezTo>
                  <a:cubicBezTo>
                    <a:pt x="5" y="0"/>
                    <a:pt x="8" y="0"/>
                    <a:pt x="10" y="1"/>
                  </a:cubicBezTo>
                  <a:cubicBezTo>
                    <a:pt x="11" y="3"/>
                    <a:pt x="13" y="6"/>
                    <a:pt x="15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6" name="Freeform 957">
              <a:extLst>
                <a:ext uri="{FF2B5EF4-FFF2-40B4-BE49-F238E27FC236}">
                  <a16:creationId xmlns:a16="http://schemas.microsoft.com/office/drawing/2014/main" id="{2EB5F739-7487-475D-9151-F2B3DBC85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404"/>
              <a:ext cx="6" cy="5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7" name="Freeform 958">
              <a:extLst>
                <a:ext uri="{FF2B5EF4-FFF2-40B4-BE49-F238E27FC236}">
                  <a16:creationId xmlns:a16="http://schemas.microsoft.com/office/drawing/2014/main" id="{85655950-38B0-4F43-ACD8-19212DB81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380"/>
              <a:ext cx="8" cy="13"/>
            </a:xfrm>
            <a:custGeom>
              <a:avLst/>
              <a:gdLst>
                <a:gd name="T0" fmla="*/ 32 w 4"/>
                <a:gd name="T1" fmla="*/ 61 h 6"/>
                <a:gd name="T2" fmla="*/ 8 w 4"/>
                <a:gd name="T3" fmla="*/ 43 h 6"/>
                <a:gd name="T4" fmla="*/ 0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6"/>
                    <a:pt x="2" y="5"/>
                    <a:pt x="1" y="4"/>
                  </a:cubicBezTo>
                  <a:cubicBezTo>
                    <a:pt x="0" y="2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8" name="Freeform 959">
              <a:extLst>
                <a:ext uri="{FF2B5EF4-FFF2-40B4-BE49-F238E27FC236}">
                  <a16:creationId xmlns:a16="http://schemas.microsoft.com/office/drawing/2014/main" id="{F0B12C51-1A19-4E63-872C-C03EB4EC2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3400"/>
              <a:ext cx="4" cy="4"/>
            </a:xfrm>
            <a:custGeom>
              <a:avLst/>
              <a:gdLst>
                <a:gd name="T0" fmla="*/ 16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9" name="Freeform 960">
              <a:extLst>
                <a:ext uri="{FF2B5EF4-FFF2-40B4-BE49-F238E27FC236}">
                  <a16:creationId xmlns:a16="http://schemas.microsoft.com/office/drawing/2014/main" id="{3BA60CC1-5757-4235-B3D6-B5161C4F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710"/>
              <a:ext cx="33" cy="38"/>
            </a:xfrm>
            <a:custGeom>
              <a:avLst/>
              <a:gdLst>
                <a:gd name="T0" fmla="*/ 140 w 16"/>
                <a:gd name="T1" fmla="*/ 110 h 17"/>
                <a:gd name="T2" fmla="*/ 132 w 16"/>
                <a:gd name="T3" fmla="*/ 154 h 17"/>
                <a:gd name="T4" fmla="*/ 116 w 16"/>
                <a:gd name="T5" fmla="*/ 154 h 17"/>
                <a:gd name="T6" fmla="*/ 107 w 16"/>
                <a:gd name="T7" fmla="*/ 170 h 17"/>
                <a:gd name="T8" fmla="*/ 80 w 16"/>
                <a:gd name="T9" fmla="*/ 179 h 17"/>
                <a:gd name="T10" fmla="*/ 60 w 16"/>
                <a:gd name="T11" fmla="*/ 179 h 17"/>
                <a:gd name="T12" fmla="*/ 43 w 16"/>
                <a:gd name="T13" fmla="*/ 145 h 17"/>
                <a:gd name="T14" fmla="*/ 17 w 16"/>
                <a:gd name="T15" fmla="*/ 145 h 17"/>
                <a:gd name="T16" fmla="*/ 17 w 16"/>
                <a:gd name="T17" fmla="*/ 110 h 17"/>
                <a:gd name="T18" fmla="*/ 0 w 16"/>
                <a:gd name="T19" fmla="*/ 89 h 17"/>
                <a:gd name="T20" fmla="*/ 8 w 16"/>
                <a:gd name="T21" fmla="*/ 65 h 17"/>
                <a:gd name="T22" fmla="*/ 17 w 16"/>
                <a:gd name="T23" fmla="*/ 36 h 17"/>
                <a:gd name="T24" fmla="*/ 60 w 16"/>
                <a:gd name="T25" fmla="*/ 0 h 17"/>
                <a:gd name="T26" fmla="*/ 89 w 16"/>
                <a:gd name="T27" fmla="*/ 9 h 17"/>
                <a:gd name="T28" fmla="*/ 107 w 16"/>
                <a:gd name="T29" fmla="*/ 36 h 17"/>
                <a:gd name="T30" fmla="*/ 116 w 16"/>
                <a:gd name="T31" fmla="*/ 45 h 17"/>
                <a:gd name="T32" fmla="*/ 132 w 16"/>
                <a:gd name="T33" fmla="*/ 56 h 17"/>
                <a:gd name="T34" fmla="*/ 140 w 16"/>
                <a:gd name="T35" fmla="*/ 80 h 17"/>
                <a:gd name="T36" fmla="*/ 140 w 16"/>
                <a:gd name="T37" fmla="*/ 11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" h="17">
                  <a:moveTo>
                    <a:pt x="16" y="10"/>
                  </a:moveTo>
                  <a:cubicBezTo>
                    <a:pt x="16" y="12"/>
                    <a:pt x="15" y="14"/>
                    <a:pt x="15" y="14"/>
                  </a:cubicBezTo>
                  <a:cubicBezTo>
                    <a:pt x="14" y="15"/>
                    <a:pt x="14" y="14"/>
                    <a:pt x="13" y="14"/>
                  </a:cubicBezTo>
                  <a:cubicBezTo>
                    <a:pt x="12" y="14"/>
                    <a:pt x="13" y="14"/>
                    <a:pt x="12" y="15"/>
                  </a:cubicBezTo>
                  <a:cubicBezTo>
                    <a:pt x="11" y="16"/>
                    <a:pt x="10" y="15"/>
                    <a:pt x="9" y="16"/>
                  </a:cubicBezTo>
                  <a:cubicBezTo>
                    <a:pt x="8" y="16"/>
                    <a:pt x="8" y="17"/>
                    <a:pt x="7" y="16"/>
                  </a:cubicBezTo>
                  <a:cubicBezTo>
                    <a:pt x="6" y="15"/>
                    <a:pt x="6" y="14"/>
                    <a:pt x="5" y="13"/>
                  </a:cubicBezTo>
                  <a:cubicBezTo>
                    <a:pt x="4" y="13"/>
                    <a:pt x="3" y="14"/>
                    <a:pt x="2" y="13"/>
                  </a:cubicBezTo>
                  <a:cubicBezTo>
                    <a:pt x="1" y="12"/>
                    <a:pt x="2" y="11"/>
                    <a:pt x="2" y="10"/>
                  </a:cubicBezTo>
                  <a:cubicBezTo>
                    <a:pt x="2" y="9"/>
                    <a:pt x="0" y="9"/>
                    <a:pt x="0" y="8"/>
                  </a:cubicBezTo>
                  <a:cubicBezTo>
                    <a:pt x="0" y="7"/>
                    <a:pt x="1" y="6"/>
                    <a:pt x="1" y="6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1" y="2"/>
                    <a:pt x="12" y="1"/>
                    <a:pt x="12" y="3"/>
                  </a:cubicBezTo>
                  <a:cubicBezTo>
                    <a:pt x="13" y="3"/>
                    <a:pt x="12" y="4"/>
                    <a:pt x="13" y="4"/>
                  </a:cubicBezTo>
                  <a:cubicBezTo>
                    <a:pt x="13" y="4"/>
                    <a:pt x="14" y="4"/>
                    <a:pt x="15" y="5"/>
                  </a:cubicBezTo>
                  <a:cubicBezTo>
                    <a:pt x="16" y="5"/>
                    <a:pt x="16" y="6"/>
                    <a:pt x="16" y="7"/>
                  </a:cubicBezTo>
                  <a:cubicBezTo>
                    <a:pt x="16" y="8"/>
                    <a:pt x="16" y="10"/>
                    <a:pt x="16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0" name="Freeform 961">
              <a:extLst>
                <a:ext uri="{FF2B5EF4-FFF2-40B4-BE49-F238E27FC236}">
                  <a16:creationId xmlns:a16="http://schemas.microsoft.com/office/drawing/2014/main" id="{BE49ED6A-8202-4503-B2F7-14396828B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721"/>
              <a:ext cx="12" cy="18"/>
            </a:xfrm>
            <a:custGeom>
              <a:avLst/>
              <a:gdLst>
                <a:gd name="T0" fmla="*/ 8 w 6"/>
                <a:gd name="T1" fmla="*/ 0 h 8"/>
                <a:gd name="T2" fmla="*/ 0 w 6"/>
                <a:gd name="T3" fmla="*/ 25 h 8"/>
                <a:gd name="T4" fmla="*/ 8 w 6"/>
                <a:gd name="T5" fmla="*/ 45 h 8"/>
                <a:gd name="T6" fmla="*/ 8 w 6"/>
                <a:gd name="T7" fmla="*/ 81 h 8"/>
                <a:gd name="T8" fmla="*/ 24 w 6"/>
                <a:gd name="T9" fmla="*/ 92 h 8"/>
                <a:gd name="T10" fmla="*/ 16 w 6"/>
                <a:gd name="T11" fmla="*/ 72 h 8"/>
                <a:gd name="T12" fmla="*/ 24 w 6"/>
                <a:gd name="T13" fmla="*/ 36 h 8"/>
                <a:gd name="T14" fmla="*/ 32 w 6"/>
                <a:gd name="T15" fmla="*/ 11 h 8"/>
                <a:gd name="T16" fmla="*/ 48 w 6"/>
                <a:gd name="T17" fmla="*/ 0 h 8"/>
                <a:gd name="T18" fmla="*/ 24 w 6"/>
                <a:gd name="T19" fmla="*/ 0 h 8"/>
                <a:gd name="T20" fmla="*/ 8 w 6"/>
                <a:gd name="T21" fmla="*/ 25 h 8"/>
                <a:gd name="T22" fmla="*/ 8 w 6"/>
                <a:gd name="T23" fmla="*/ 0 h 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8"/>
                    <a:pt x="3" y="8"/>
                    <a:pt x="3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4" y="1"/>
                    <a:pt x="5" y="1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3" y="0"/>
                    <a:pt x="2" y="3"/>
                    <a:pt x="1" y="2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1" name="Freeform 962">
              <a:extLst>
                <a:ext uri="{FF2B5EF4-FFF2-40B4-BE49-F238E27FC236}">
                  <a16:creationId xmlns:a16="http://schemas.microsoft.com/office/drawing/2014/main" id="{3FDF2C2E-0003-43E3-B4AA-B19692FE8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741"/>
              <a:ext cx="13" cy="5"/>
            </a:xfrm>
            <a:custGeom>
              <a:avLst/>
              <a:gdLst>
                <a:gd name="T0" fmla="*/ 0 w 6"/>
                <a:gd name="T1" fmla="*/ 0 h 2"/>
                <a:gd name="T2" fmla="*/ 9 w 6"/>
                <a:gd name="T3" fmla="*/ 33 h 2"/>
                <a:gd name="T4" fmla="*/ 33 w 6"/>
                <a:gd name="T5" fmla="*/ 33 h 2"/>
                <a:gd name="T6" fmla="*/ 61 w 6"/>
                <a:gd name="T7" fmla="*/ 0 h 2"/>
                <a:gd name="T8" fmla="*/ 43 w 6"/>
                <a:gd name="T9" fmla="*/ 20 h 2"/>
                <a:gd name="T10" fmla="*/ 33 w 6"/>
                <a:gd name="T11" fmla="*/ 20 h 2"/>
                <a:gd name="T12" fmla="*/ 9 w 6"/>
                <a:gd name="T13" fmla="*/ 0 h 2"/>
                <a:gd name="T14" fmla="*/ 0 w 6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1"/>
                    <a:pt x="5" y="1"/>
                    <a:pt x="6" y="0"/>
                  </a:cubicBezTo>
                  <a:cubicBezTo>
                    <a:pt x="5" y="0"/>
                    <a:pt x="5" y="1"/>
                    <a:pt x="4" y="1"/>
                  </a:cubicBezTo>
                  <a:cubicBezTo>
                    <a:pt x="4" y="1"/>
                    <a:pt x="4" y="0"/>
                    <a:pt x="3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2" name="Freeform 963">
              <a:extLst>
                <a:ext uri="{FF2B5EF4-FFF2-40B4-BE49-F238E27FC236}">
                  <a16:creationId xmlns:a16="http://schemas.microsoft.com/office/drawing/2014/main" id="{67C3B582-B6BD-4406-8BB1-18CEC2638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28"/>
              <a:ext cx="6" cy="13"/>
            </a:xfrm>
            <a:custGeom>
              <a:avLst/>
              <a:gdLst>
                <a:gd name="T0" fmla="*/ 24 w 3"/>
                <a:gd name="T1" fmla="*/ 9 h 6"/>
                <a:gd name="T2" fmla="*/ 16 w 3"/>
                <a:gd name="T3" fmla="*/ 43 h 6"/>
                <a:gd name="T4" fmla="*/ 8 w 3"/>
                <a:gd name="T5" fmla="*/ 61 h 6"/>
                <a:gd name="T6" fmla="*/ 0 w 3"/>
                <a:gd name="T7" fmla="*/ 52 h 6"/>
                <a:gd name="T8" fmla="*/ 16 w 3"/>
                <a:gd name="T9" fmla="*/ 33 h 6"/>
                <a:gd name="T10" fmla="*/ 24 w 3"/>
                <a:gd name="T11" fmla="*/ 20 h 6"/>
                <a:gd name="T12" fmla="*/ 24 w 3"/>
                <a:gd name="T13" fmla="*/ 0 h 6"/>
                <a:gd name="T14" fmla="*/ 24 w 3"/>
                <a:gd name="T15" fmla="*/ 9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6">
                  <a:moveTo>
                    <a:pt x="3" y="1"/>
                  </a:moveTo>
                  <a:cubicBezTo>
                    <a:pt x="3" y="3"/>
                    <a:pt x="3" y="3"/>
                    <a:pt x="2" y="4"/>
                  </a:cubicBezTo>
                  <a:cubicBezTo>
                    <a:pt x="2" y="5"/>
                    <a:pt x="2" y="6"/>
                    <a:pt x="1" y="6"/>
                  </a:cubicBezTo>
                  <a:cubicBezTo>
                    <a:pt x="1" y="6"/>
                    <a:pt x="1" y="6"/>
                    <a:pt x="0" y="5"/>
                  </a:cubicBezTo>
                  <a:cubicBezTo>
                    <a:pt x="1" y="6"/>
                    <a:pt x="2" y="5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3" name="Freeform 964">
              <a:extLst>
                <a:ext uri="{FF2B5EF4-FFF2-40B4-BE49-F238E27FC236}">
                  <a16:creationId xmlns:a16="http://schemas.microsoft.com/office/drawing/2014/main" id="{25F66A91-DD4A-4868-8C61-F710F1B5B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21"/>
              <a:ext cx="6" cy="3"/>
            </a:xfrm>
            <a:custGeom>
              <a:avLst/>
              <a:gdLst>
                <a:gd name="T0" fmla="*/ 0 w 3"/>
                <a:gd name="T1" fmla="*/ 0 h 1"/>
                <a:gd name="T2" fmla="*/ 16 w 3"/>
                <a:gd name="T3" fmla="*/ 27 h 1"/>
                <a:gd name="T4" fmla="*/ 16 w 3"/>
                <a:gd name="T5" fmla="*/ 27 h 1"/>
                <a:gd name="T6" fmla="*/ 8 w 3"/>
                <a:gd name="T7" fmla="*/ 27 h 1"/>
                <a:gd name="T8" fmla="*/ 0 w 3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3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4" name="Freeform 965">
              <a:extLst>
                <a:ext uri="{FF2B5EF4-FFF2-40B4-BE49-F238E27FC236}">
                  <a16:creationId xmlns:a16="http://schemas.microsoft.com/office/drawing/2014/main" id="{6BD21240-1420-49D3-9DA8-2375BB7CB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28"/>
              <a:ext cx="4" cy="7"/>
            </a:xfrm>
            <a:custGeom>
              <a:avLst/>
              <a:gdLst>
                <a:gd name="T0" fmla="*/ 8 w 2"/>
                <a:gd name="T1" fmla="*/ 12 h 3"/>
                <a:gd name="T2" fmla="*/ 8 w 2"/>
                <a:gd name="T3" fmla="*/ 28 h 3"/>
                <a:gd name="T4" fmla="*/ 0 w 2"/>
                <a:gd name="T5" fmla="*/ 37 h 3"/>
                <a:gd name="T6" fmla="*/ 8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5" name="Freeform 966">
              <a:extLst>
                <a:ext uri="{FF2B5EF4-FFF2-40B4-BE49-F238E27FC236}">
                  <a16:creationId xmlns:a16="http://schemas.microsoft.com/office/drawing/2014/main" id="{54CE13DC-E12B-4114-BB44-73311ED4F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726"/>
              <a:ext cx="6" cy="7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28 h 3"/>
                <a:gd name="T4" fmla="*/ 8 w 3"/>
                <a:gd name="T5" fmla="*/ 37 h 3"/>
                <a:gd name="T6" fmla="*/ 8 w 3"/>
                <a:gd name="T7" fmla="*/ 28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2" y="1"/>
                    <a:pt x="2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1"/>
                    <a:pt x="0" y="2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6" name="Freeform 967">
              <a:extLst>
                <a:ext uri="{FF2B5EF4-FFF2-40B4-BE49-F238E27FC236}">
                  <a16:creationId xmlns:a16="http://schemas.microsoft.com/office/drawing/2014/main" id="{3B582FC7-3990-435F-A7CC-E1E102152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710"/>
              <a:ext cx="17" cy="7"/>
            </a:xfrm>
            <a:custGeom>
              <a:avLst/>
              <a:gdLst>
                <a:gd name="T0" fmla="*/ 0 w 8"/>
                <a:gd name="T1" fmla="*/ 28 h 3"/>
                <a:gd name="T2" fmla="*/ 49 w 8"/>
                <a:gd name="T3" fmla="*/ 12 h 3"/>
                <a:gd name="T4" fmla="*/ 60 w 8"/>
                <a:gd name="T5" fmla="*/ 28 h 3"/>
                <a:gd name="T6" fmla="*/ 77 w 8"/>
                <a:gd name="T7" fmla="*/ 37 h 3"/>
                <a:gd name="T8" fmla="*/ 77 w 8"/>
                <a:gd name="T9" fmla="*/ 28 h 3"/>
                <a:gd name="T10" fmla="*/ 60 w 8"/>
                <a:gd name="T11" fmla="*/ 28 h 3"/>
                <a:gd name="T12" fmla="*/ 40 w 8"/>
                <a:gd name="T13" fmla="*/ 12 h 3"/>
                <a:gd name="T14" fmla="*/ 9 w 8"/>
                <a:gd name="T15" fmla="*/ 28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6" y="1"/>
                    <a:pt x="6" y="2"/>
                  </a:cubicBezTo>
                  <a:cubicBezTo>
                    <a:pt x="7" y="2"/>
                    <a:pt x="8" y="2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2"/>
                    <a:pt x="5" y="2"/>
                    <a:pt x="4" y="1"/>
                  </a:cubicBezTo>
                  <a:cubicBezTo>
                    <a:pt x="3" y="1"/>
                    <a:pt x="1" y="1"/>
                    <a:pt x="1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7" name="Freeform 968">
              <a:extLst>
                <a:ext uri="{FF2B5EF4-FFF2-40B4-BE49-F238E27FC236}">
                  <a16:creationId xmlns:a16="http://schemas.microsoft.com/office/drawing/2014/main" id="{65417898-B89A-4C40-A387-54B4B0C07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724"/>
              <a:ext cx="7" cy="2"/>
            </a:xfrm>
            <a:custGeom>
              <a:avLst/>
              <a:gdLst>
                <a:gd name="T0" fmla="*/ 37 w 3"/>
                <a:gd name="T1" fmla="*/ 0 h 1"/>
                <a:gd name="T2" fmla="*/ 28 w 3"/>
                <a:gd name="T3" fmla="*/ 0 h 1"/>
                <a:gd name="T4" fmla="*/ 12 w 3"/>
                <a:gd name="T5" fmla="*/ 0 h 1"/>
                <a:gd name="T6" fmla="*/ 0 w 3"/>
                <a:gd name="T7" fmla="*/ 8 h 1"/>
                <a:gd name="T8" fmla="*/ 12 w 3"/>
                <a:gd name="T9" fmla="*/ 8 h 1"/>
                <a:gd name="T10" fmla="*/ 37 w 3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2" y="0"/>
                    <a:pt x="3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8" name="Freeform 969">
              <a:extLst>
                <a:ext uri="{FF2B5EF4-FFF2-40B4-BE49-F238E27FC236}">
                  <a16:creationId xmlns:a16="http://schemas.microsoft.com/office/drawing/2014/main" id="{6091DC7A-DDE5-444D-A6DA-04F3F624E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28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0 w 1"/>
                <a:gd name="T5" fmla="*/ 33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9" name="Freeform 970">
              <a:extLst>
                <a:ext uri="{FF2B5EF4-FFF2-40B4-BE49-F238E27FC236}">
                  <a16:creationId xmlns:a16="http://schemas.microsoft.com/office/drawing/2014/main" id="{E6949E45-F374-4194-9177-B626EBBE4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726"/>
              <a:ext cx="6" cy="9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25 h 4"/>
                <a:gd name="T4" fmla="*/ 16 w 3"/>
                <a:gd name="T5" fmla="*/ 45 h 4"/>
                <a:gd name="T6" fmla="*/ 16 w 3"/>
                <a:gd name="T7" fmla="*/ 36 h 4"/>
                <a:gd name="T8" fmla="*/ 24 w 3"/>
                <a:gd name="T9" fmla="*/ 25 h 4"/>
                <a:gd name="T10" fmla="*/ 24 w 3"/>
                <a:gd name="T11" fmla="*/ 11 h 4"/>
                <a:gd name="T12" fmla="*/ 16 w 3"/>
                <a:gd name="T13" fmla="*/ 25 h 4"/>
                <a:gd name="T14" fmla="*/ 16 w 3"/>
                <a:gd name="T15" fmla="*/ 11 h 4"/>
                <a:gd name="T16" fmla="*/ 8 w 3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0" name="Freeform 971">
              <a:extLst>
                <a:ext uri="{FF2B5EF4-FFF2-40B4-BE49-F238E27FC236}">
                  <a16:creationId xmlns:a16="http://schemas.microsoft.com/office/drawing/2014/main" id="{0B551BB6-9D84-4BB5-A0BD-DA5AECBC8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741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33 w 2"/>
                <a:gd name="T5" fmla="*/ 33 h 2"/>
                <a:gd name="T6" fmla="*/ 33 w 2"/>
                <a:gd name="T7" fmla="*/ 0 h 2"/>
                <a:gd name="T8" fmla="*/ 20 w 2"/>
                <a:gd name="T9" fmla="*/ 0 h 2"/>
                <a:gd name="T10" fmla="*/ 0 w 2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1" name="Freeform 972">
              <a:extLst>
                <a:ext uri="{FF2B5EF4-FFF2-40B4-BE49-F238E27FC236}">
                  <a16:creationId xmlns:a16="http://schemas.microsoft.com/office/drawing/2014/main" id="{DEF88233-0963-4090-B2A6-B096842DA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35"/>
              <a:ext cx="6" cy="6"/>
            </a:xfrm>
            <a:custGeom>
              <a:avLst/>
              <a:gdLst>
                <a:gd name="T0" fmla="*/ 24 w 3"/>
                <a:gd name="T1" fmla="*/ 0 h 3"/>
                <a:gd name="T2" fmla="*/ 24 w 3"/>
                <a:gd name="T3" fmla="*/ 8 h 3"/>
                <a:gd name="T4" fmla="*/ 16 w 3"/>
                <a:gd name="T5" fmla="*/ 16 h 3"/>
                <a:gd name="T6" fmla="*/ 8 w 3"/>
                <a:gd name="T7" fmla="*/ 24 h 3"/>
                <a:gd name="T8" fmla="*/ 0 w 3"/>
                <a:gd name="T9" fmla="*/ 24 h 3"/>
                <a:gd name="T10" fmla="*/ 16 w 3"/>
                <a:gd name="T11" fmla="*/ 16 h 3"/>
                <a:gd name="T12" fmla="*/ 24 w 3"/>
                <a:gd name="T13" fmla="*/ 8 h 3"/>
                <a:gd name="T14" fmla="*/ 24 w 3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2" name="Freeform 973">
              <a:extLst>
                <a:ext uri="{FF2B5EF4-FFF2-40B4-BE49-F238E27FC236}">
                  <a16:creationId xmlns:a16="http://schemas.microsoft.com/office/drawing/2014/main" id="{5AEC9769-3E7F-45A3-9FAD-B3958BBC0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710"/>
              <a:ext cx="33" cy="38"/>
            </a:xfrm>
            <a:custGeom>
              <a:avLst/>
              <a:gdLst>
                <a:gd name="T0" fmla="*/ 140 w 16"/>
                <a:gd name="T1" fmla="*/ 110 h 17"/>
                <a:gd name="T2" fmla="*/ 132 w 16"/>
                <a:gd name="T3" fmla="*/ 154 h 17"/>
                <a:gd name="T4" fmla="*/ 116 w 16"/>
                <a:gd name="T5" fmla="*/ 154 h 17"/>
                <a:gd name="T6" fmla="*/ 107 w 16"/>
                <a:gd name="T7" fmla="*/ 170 h 17"/>
                <a:gd name="T8" fmla="*/ 80 w 16"/>
                <a:gd name="T9" fmla="*/ 179 h 17"/>
                <a:gd name="T10" fmla="*/ 60 w 16"/>
                <a:gd name="T11" fmla="*/ 179 h 17"/>
                <a:gd name="T12" fmla="*/ 43 w 16"/>
                <a:gd name="T13" fmla="*/ 145 h 17"/>
                <a:gd name="T14" fmla="*/ 17 w 16"/>
                <a:gd name="T15" fmla="*/ 145 h 17"/>
                <a:gd name="T16" fmla="*/ 17 w 16"/>
                <a:gd name="T17" fmla="*/ 110 h 17"/>
                <a:gd name="T18" fmla="*/ 0 w 16"/>
                <a:gd name="T19" fmla="*/ 89 h 17"/>
                <a:gd name="T20" fmla="*/ 8 w 16"/>
                <a:gd name="T21" fmla="*/ 65 h 17"/>
                <a:gd name="T22" fmla="*/ 17 w 16"/>
                <a:gd name="T23" fmla="*/ 36 h 17"/>
                <a:gd name="T24" fmla="*/ 60 w 16"/>
                <a:gd name="T25" fmla="*/ 0 h 17"/>
                <a:gd name="T26" fmla="*/ 89 w 16"/>
                <a:gd name="T27" fmla="*/ 9 h 17"/>
                <a:gd name="T28" fmla="*/ 107 w 16"/>
                <a:gd name="T29" fmla="*/ 36 h 17"/>
                <a:gd name="T30" fmla="*/ 116 w 16"/>
                <a:gd name="T31" fmla="*/ 45 h 17"/>
                <a:gd name="T32" fmla="*/ 132 w 16"/>
                <a:gd name="T33" fmla="*/ 56 h 17"/>
                <a:gd name="T34" fmla="*/ 140 w 16"/>
                <a:gd name="T35" fmla="*/ 80 h 17"/>
                <a:gd name="T36" fmla="*/ 140 w 16"/>
                <a:gd name="T37" fmla="*/ 11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" h="17">
                  <a:moveTo>
                    <a:pt x="16" y="10"/>
                  </a:moveTo>
                  <a:cubicBezTo>
                    <a:pt x="16" y="12"/>
                    <a:pt x="15" y="14"/>
                    <a:pt x="15" y="14"/>
                  </a:cubicBezTo>
                  <a:cubicBezTo>
                    <a:pt x="14" y="15"/>
                    <a:pt x="14" y="14"/>
                    <a:pt x="13" y="14"/>
                  </a:cubicBezTo>
                  <a:cubicBezTo>
                    <a:pt x="12" y="14"/>
                    <a:pt x="13" y="14"/>
                    <a:pt x="12" y="15"/>
                  </a:cubicBezTo>
                  <a:cubicBezTo>
                    <a:pt x="11" y="16"/>
                    <a:pt x="10" y="15"/>
                    <a:pt x="9" y="16"/>
                  </a:cubicBezTo>
                  <a:cubicBezTo>
                    <a:pt x="8" y="16"/>
                    <a:pt x="8" y="17"/>
                    <a:pt x="7" y="16"/>
                  </a:cubicBezTo>
                  <a:cubicBezTo>
                    <a:pt x="6" y="15"/>
                    <a:pt x="6" y="14"/>
                    <a:pt x="5" y="13"/>
                  </a:cubicBezTo>
                  <a:cubicBezTo>
                    <a:pt x="4" y="13"/>
                    <a:pt x="3" y="14"/>
                    <a:pt x="2" y="13"/>
                  </a:cubicBezTo>
                  <a:cubicBezTo>
                    <a:pt x="1" y="12"/>
                    <a:pt x="2" y="11"/>
                    <a:pt x="2" y="10"/>
                  </a:cubicBezTo>
                  <a:cubicBezTo>
                    <a:pt x="2" y="9"/>
                    <a:pt x="0" y="9"/>
                    <a:pt x="0" y="8"/>
                  </a:cubicBezTo>
                  <a:cubicBezTo>
                    <a:pt x="0" y="7"/>
                    <a:pt x="1" y="6"/>
                    <a:pt x="1" y="6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1" y="2"/>
                    <a:pt x="12" y="1"/>
                    <a:pt x="12" y="3"/>
                  </a:cubicBezTo>
                  <a:cubicBezTo>
                    <a:pt x="13" y="3"/>
                    <a:pt x="12" y="4"/>
                    <a:pt x="13" y="4"/>
                  </a:cubicBezTo>
                  <a:cubicBezTo>
                    <a:pt x="13" y="4"/>
                    <a:pt x="14" y="4"/>
                    <a:pt x="15" y="5"/>
                  </a:cubicBezTo>
                  <a:cubicBezTo>
                    <a:pt x="16" y="5"/>
                    <a:pt x="16" y="6"/>
                    <a:pt x="16" y="7"/>
                  </a:cubicBezTo>
                  <a:cubicBezTo>
                    <a:pt x="16" y="8"/>
                    <a:pt x="16" y="10"/>
                    <a:pt x="16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3" name="Freeform 974">
              <a:extLst>
                <a:ext uri="{FF2B5EF4-FFF2-40B4-BE49-F238E27FC236}">
                  <a16:creationId xmlns:a16="http://schemas.microsoft.com/office/drawing/2014/main" id="{9B788F68-56F7-4D4E-80E4-281C6DB38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739"/>
              <a:ext cx="7" cy="2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0"/>
                    <a:pt x="3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4" name="Freeform 975">
              <a:extLst>
                <a:ext uri="{FF2B5EF4-FFF2-40B4-BE49-F238E27FC236}">
                  <a16:creationId xmlns:a16="http://schemas.microsoft.com/office/drawing/2014/main" id="{9FC70A92-F3BC-4C1E-80D6-64B02694D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17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5" name="Freeform 976">
              <a:extLst>
                <a:ext uri="{FF2B5EF4-FFF2-40B4-BE49-F238E27FC236}">
                  <a16:creationId xmlns:a16="http://schemas.microsoft.com/office/drawing/2014/main" id="{83EC9347-35BC-4857-A7D5-E5114D6C7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721"/>
              <a:ext cx="11" cy="9"/>
            </a:xfrm>
            <a:custGeom>
              <a:avLst/>
              <a:gdLst>
                <a:gd name="T0" fmla="*/ 53 w 5"/>
                <a:gd name="T1" fmla="*/ 11 h 4"/>
                <a:gd name="T2" fmla="*/ 33 w 5"/>
                <a:gd name="T3" fmla="*/ 0 h 4"/>
                <a:gd name="T4" fmla="*/ 20 w 5"/>
                <a:gd name="T5" fmla="*/ 11 h 4"/>
                <a:gd name="T6" fmla="*/ 9 w 5"/>
                <a:gd name="T7" fmla="*/ 11 h 4"/>
                <a:gd name="T8" fmla="*/ 0 w 5"/>
                <a:gd name="T9" fmla="*/ 25 h 4"/>
                <a:gd name="T10" fmla="*/ 0 w 5"/>
                <a:gd name="T11" fmla="*/ 45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5" y="1"/>
                    <a:pt x="3" y="0"/>
                    <a:pt x="3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4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6" name="Freeform 977">
              <a:extLst>
                <a:ext uri="{FF2B5EF4-FFF2-40B4-BE49-F238E27FC236}">
                  <a16:creationId xmlns:a16="http://schemas.microsoft.com/office/drawing/2014/main" id="{362C5E0A-9F07-49E7-8B81-7FDA54F65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26"/>
              <a:ext cx="2" cy="9"/>
            </a:xfrm>
            <a:custGeom>
              <a:avLst/>
              <a:gdLst>
                <a:gd name="T0" fmla="*/ 0 w 1"/>
                <a:gd name="T1" fmla="*/ 45 h 4"/>
                <a:gd name="T2" fmla="*/ 8 w 1"/>
                <a:gd name="T3" fmla="*/ 25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7" name="Freeform 978">
              <a:extLst>
                <a:ext uri="{FF2B5EF4-FFF2-40B4-BE49-F238E27FC236}">
                  <a16:creationId xmlns:a16="http://schemas.microsoft.com/office/drawing/2014/main" id="{AFA2B257-4834-4008-AB1A-B50DBF4D3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152"/>
              <a:ext cx="42" cy="45"/>
            </a:xfrm>
            <a:custGeom>
              <a:avLst/>
              <a:gdLst>
                <a:gd name="T0" fmla="*/ 185 w 20"/>
                <a:gd name="T1" fmla="*/ 137 h 20"/>
                <a:gd name="T2" fmla="*/ 168 w 20"/>
                <a:gd name="T3" fmla="*/ 194 h 20"/>
                <a:gd name="T4" fmla="*/ 149 w 20"/>
                <a:gd name="T5" fmla="*/ 182 h 20"/>
                <a:gd name="T6" fmla="*/ 141 w 20"/>
                <a:gd name="T7" fmla="*/ 194 h 20"/>
                <a:gd name="T8" fmla="*/ 111 w 20"/>
                <a:gd name="T9" fmla="*/ 207 h 20"/>
                <a:gd name="T10" fmla="*/ 84 w 20"/>
                <a:gd name="T11" fmla="*/ 207 h 20"/>
                <a:gd name="T12" fmla="*/ 67 w 20"/>
                <a:gd name="T13" fmla="*/ 173 h 20"/>
                <a:gd name="T14" fmla="*/ 27 w 20"/>
                <a:gd name="T15" fmla="*/ 173 h 20"/>
                <a:gd name="T16" fmla="*/ 27 w 20"/>
                <a:gd name="T17" fmla="*/ 137 h 20"/>
                <a:gd name="T18" fmla="*/ 8 w 20"/>
                <a:gd name="T19" fmla="*/ 101 h 20"/>
                <a:gd name="T20" fmla="*/ 17 w 20"/>
                <a:gd name="T21" fmla="*/ 81 h 20"/>
                <a:gd name="T22" fmla="*/ 27 w 20"/>
                <a:gd name="T23" fmla="*/ 45 h 20"/>
                <a:gd name="T24" fmla="*/ 84 w 20"/>
                <a:gd name="T25" fmla="*/ 0 h 20"/>
                <a:gd name="T26" fmla="*/ 111 w 20"/>
                <a:gd name="T27" fmla="*/ 25 h 20"/>
                <a:gd name="T28" fmla="*/ 141 w 20"/>
                <a:gd name="T29" fmla="*/ 36 h 20"/>
                <a:gd name="T30" fmla="*/ 149 w 20"/>
                <a:gd name="T31" fmla="*/ 56 h 20"/>
                <a:gd name="T32" fmla="*/ 168 w 20"/>
                <a:gd name="T33" fmla="*/ 72 h 20"/>
                <a:gd name="T34" fmla="*/ 185 w 20"/>
                <a:gd name="T35" fmla="*/ 101 h 20"/>
                <a:gd name="T36" fmla="*/ 185 w 20"/>
                <a:gd name="T37" fmla="*/ 1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20">
                  <a:moveTo>
                    <a:pt x="20" y="12"/>
                  </a:moveTo>
                  <a:cubicBezTo>
                    <a:pt x="20" y="13"/>
                    <a:pt x="19" y="16"/>
                    <a:pt x="18" y="17"/>
                  </a:cubicBezTo>
                  <a:cubicBezTo>
                    <a:pt x="17" y="17"/>
                    <a:pt x="17" y="16"/>
                    <a:pt x="16" y="16"/>
                  </a:cubicBezTo>
                  <a:cubicBezTo>
                    <a:pt x="15" y="16"/>
                    <a:pt x="16" y="17"/>
                    <a:pt x="15" y="17"/>
                  </a:cubicBezTo>
                  <a:cubicBezTo>
                    <a:pt x="14" y="18"/>
                    <a:pt x="13" y="18"/>
                    <a:pt x="12" y="18"/>
                  </a:cubicBezTo>
                  <a:cubicBezTo>
                    <a:pt x="11" y="18"/>
                    <a:pt x="10" y="20"/>
                    <a:pt x="9" y="18"/>
                  </a:cubicBezTo>
                  <a:cubicBezTo>
                    <a:pt x="7" y="17"/>
                    <a:pt x="8" y="16"/>
                    <a:pt x="7" y="15"/>
                  </a:cubicBezTo>
                  <a:cubicBezTo>
                    <a:pt x="6" y="15"/>
                    <a:pt x="4" y="16"/>
                    <a:pt x="3" y="15"/>
                  </a:cubicBezTo>
                  <a:cubicBezTo>
                    <a:pt x="2" y="14"/>
                    <a:pt x="3" y="13"/>
                    <a:pt x="3" y="12"/>
                  </a:cubicBezTo>
                  <a:cubicBezTo>
                    <a:pt x="3" y="10"/>
                    <a:pt x="1" y="10"/>
                    <a:pt x="1" y="9"/>
                  </a:cubicBezTo>
                  <a:cubicBezTo>
                    <a:pt x="0" y="8"/>
                    <a:pt x="1" y="7"/>
                    <a:pt x="2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4" y="2"/>
                    <a:pt x="7" y="0"/>
                    <a:pt x="9" y="0"/>
                  </a:cubicBezTo>
                  <a:cubicBezTo>
                    <a:pt x="10" y="1"/>
                    <a:pt x="11" y="1"/>
                    <a:pt x="12" y="2"/>
                  </a:cubicBezTo>
                  <a:cubicBezTo>
                    <a:pt x="14" y="2"/>
                    <a:pt x="15" y="2"/>
                    <a:pt x="15" y="3"/>
                  </a:cubicBezTo>
                  <a:cubicBezTo>
                    <a:pt x="16" y="4"/>
                    <a:pt x="15" y="4"/>
                    <a:pt x="16" y="5"/>
                  </a:cubicBezTo>
                  <a:cubicBezTo>
                    <a:pt x="17" y="5"/>
                    <a:pt x="18" y="5"/>
                    <a:pt x="18" y="6"/>
                  </a:cubicBezTo>
                  <a:cubicBezTo>
                    <a:pt x="20" y="6"/>
                    <a:pt x="20" y="7"/>
                    <a:pt x="20" y="9"/>
                  </a:cubicBezTo>
                  <a:cubicBezTo>
                    <a:pt x="20" y="10"/>
                    <a:pt x="20" y="11"/>
                    <a:pt x="20" y="12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8" name="Freeform 979">
              <a:extLst>
                <a:ext uri="{FF2B5EF4-FFF2-40B4-BE49-F238E27FC236}">
                  <a16:creationId xmlns:a16="http://schemas.microsoft.com/office/drawing/2014/main" id="{9AF28EAF-F70A-413B-9500-0D9D37EDD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165"/>
              <a:ext cx="14" cy="20"/>
            </a:xfrm>
            <a:custGeom>
              <a:avLst/>
              <a:gdLst>
                <a:gd name="T0" fmla="*/ 16 w 7"/>
                <a:gd name="T1" fmla="*/ 0 h 9"/>
                <a:gd name="T2" fmla="*/ 0 w 7"/>
                <a:gd name="T3" fmla="*/ 20 h 9"/>
                <a:gd name="T4" fmla="*/ 16 w 7"/>
                <a:gd name="T5" fmla="*/ 53 h 9"/>
                <a:gd name="T6" fmla="*/ 16 w 7"/>
                <a:gd name="T7" fmla="*/ 80 h 9"/>
                <a:gd name="T8" fmla="*/ 40 w 7"/>
                <a:gd name="T9" fmla="*/ 89 h 9"/>
                <a:gd name="T10" fmla="*/ 24 w 7"/>
                <a:gd name="T11" fmla="*/ 64 h 9"/>
                <a:gd name="T12" fmla="*/ 40 w 7"/>
                <a:gd name="T13" fmla="*/ 44 h 9"/>
                <a:gd name="T14" fmla="*/ 40 w 7"/>
                <a:gd name="T15" fmla="*/ 9 h 9"/>
                <a:gd name="T16" fmla="*/ 56 w 7"/>
                <a:gd name="T17" fmla="*/ 0 h 9"/>
                <a:gd name="T18" fmla="*/ 40 w 7"/>
                <a:gd name="T19" fmla="*/ 0 h 9"/>
                <a:gd name="T20" fmla="*/ 16 w 7"/>
                <a:gd name="T21" fmla="*/ 20 h 9"/>
                <a:gd name="T22" fmla="*/ 16 w 7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2" y="1"/>
                    <a:pt x="0" y="2"/>
                    <a:pt x="0" y="2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9"/>
                    <a:pt x="4" y="9"/>
                    <a:pt x="5" y="8"/>
                  </a:cubicBezTo>
                  <a:cubicBezTo>
                    <a:pt x="4" y="9"/>
                    <a:pt x="3" y="7"/>
                    <a:pt x="3" y="6"/>
                  </a:cubicBezTo>
                  <a:cubicBezTo>
                    <a:pt x="3" y="5"/>
                    <a:pt x="5" y="5"/>
                    <a:pt x="5" y="4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6" y="1"/>
                    <a:pt x="7" y="1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0"/>
                    <a:pt x="3" y="3"/>
                    <a:pt x="2" y="2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9" name="Freeform 980">
              <a:extLst>
                <a:ext uri="{FF2B5EF4-FFF2-40B4-BE49-F238E27FC236}">
                  <a16:creationId xmlns:a16="http://schemas.microsoft.com/office/drawing/2014/main" id="{A60793AB-BCCB-4BCE-A23B-99478027A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188"/>
              <a:ext cx="15" cy="4"/>
            </a:xfrm>
            <a:custGeom>
              <a:avLst/>
              <a:gdLst>
                <a:gd name="T0" fmla="*/ 0 w 7"/>
                <a:gd name="T1" fmla="*/ 0 h 2"/>
                <a:gd name="T2" fmla="*/ 9 w 7"/>
                <a:gd name="T3" fmla="*/ 16 h 2"/>
                <a:gd name="T4" fmla="*/ 28 w 7"/>
                <a:gd name="T5" fmla="*/ 16 h 2"/>
                <a:gd name="T6" fmla="*/ 69 w 7"/>
                <a:gd name="T7" fmla="*/ 0 h 2"/>
                <a:gd name="T8" fmla="*/ 51 w 7"/>
                <a:gd name="T9" fmla="*/ 8 h 2"/>
                <a:gd name="T10" fmla="*/ 28 w 7"/>
                <a:gd name="T11" fmla="*/ 8 h 2"/>
                <a:gd name="T12" fmla="*/ 19 w 7"/>
                <a:gd name="T13" fmla="*/ 0 h 2"/>
                <a:gd name="T14" fmla="*/ 0 w 7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4" y="1"/>
                    <a:pt x="6" y="2"/>
                    <a:pt x="7" y="0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0" name="Freeform 981">
              <a:extLst>
                <a:ext uri="{FF2B5EF4-FFF2-40B4-BE49-F238E27FC236}">
                  <a16:creationId xmlns:a16="http://schemas.microsoft.com/office/drawing/2014/main" id="{98F6241E-1D72-4ED8-8FEC-468708D1F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72"/>
              <a:ext cx="8" cy="16"/>
            </a:xfrm>
            <a:custGeom>
              <a:avLst/>
              <a:gdLst>
                <a:gd name="T0" fmla="*/ 32 w 4"/>
                <a:gd name="T1" fmla="*/ 25 h 7"/>
                <a:gd name="T2" fmla="*/ 24 w 4"/>
                <a:gd name="T3" fmla="*/ 57 h 7"/>
                <a:gd name="T4" fmla="*/ 16 w 4"/>
                <a:gd name="T5" fmla="*/ 85 h 7"/>
                <a:gd name="T6" fmla="*/ 0 w 4"/>
                <a:gd name="T7" fmla="*/ 73 h 7"/>
                <a:gd name="T8" fmla="*/ 24 w 4"/>
                <a:gd name="T9" fmla="*/ 48 h 7"/>
                <a:gd name="T10" fmla="*/ 24 w 4"/>
                <a:gd name="T11" fmla="*/ 25 h 7"/>
                <a:gd name="T12" fmla="*/ 32 w 4"/>
                <a:gd name="T13" fmla="*/ 0 h 7"/>
                <a:gd name="T14" fmla="*/ 32 w 4"/>
                <a:gd name="T15" fmla="*/ 25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7">
                  <a:moveTo>
                    <a:pt x="4" y="2"/>
                  </a:moveTo>
                  <a:cubicBezTo>
                    <a:pt x="4" y="3"/>
                    <a:pt x="3" y="4"/>
                    <a:pt x="3" y="5"/>
                  </a:cubicBezTo>
                  <a:cubicBezTo>
                    <a:pt x="3" y="6"/>
                    <a:pt x="2" y="7"/>
                    <a:pt x="2" y="7"/>
                  </a:cubicBezTo>
                  <a:cubicBezTo>
                    <a:pt x="1" y="7"/>
                    <a:pt x="1" y="7"/>
                    <a:pt x="0" y="6"/>
                  </a:cubicBezTo>
                  <a:cubicBezTo>
                    <a:pt x="2" y="7"/>
                    <a:pt x="2" y="6"/>
                    <a:pt x="3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4" y="1"/>
                    <a:pt x="4" y="1"/>
                    <a:pt x="4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1" name="Freeform 982">
              <a:extLst>
                <a:ext uri="{FF2B5EF4-FFF2-40B4-BE49-F238E27FC236}">
                  <a16:creationId xmlns:a16="http://schemas.microsoft.com/office/drawing/2014/main" id="{C28F5B47-2320-4E37-9890-0A033D852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63"/>
              <a:ext cx="6" cy="5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33 h 2"/>
                <a:gd name="T4" fmla="*/ 16 w 3"/>
                <a:gd name="T5" fmla="*/ 33 h 2"/>
                <a:gd name="T6" fmla="*/ 16 w 3"/>
                <a:gd name="T7" fmla="*/ 33 h 2"/>
                <a:gd name="T8" fmla="*/ 0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3" y="1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2" name="Freeform 983">
              <a:extLst>
                <a:ext uri="{FF2B5EF4-FFF2-40B4-BE49-F238E27FC236}">
                  <a16:creationId xmlns:a16="http://schemas.microsoft.com/office/drawing/2014/main" id="{46F15364-88C4-492C-8B7B-16B16DDC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72"/>
              <a:ext cx="4" cy="9"/>
            </a:xfrm>
            <a:custGeom>
              <a:avLst/>
              <a:gdLst>
                <a:gd name="T0" fmla="*/ 8 w 2"/>
                <a:gd name="T1" fmla="*/ 11 h 4"/>
                <a:gd name="T2" fmla="*/ 8 w 2"/>
                <a:gd name="T3" fmla="*/ 36 h 4"/>
                <a:gd name="T4" fmla="*/ 0 w 2"/>
                <a:gd name="T5" fmla="*/ 45 h 4"/>
                <a:gd name="T6" fmla="*/ 8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4"/>
                    <a:pt x="0" y="4"/>
                  </a:cubicBezTo>
                  <a:cubicBezTo>
                    <a:pt x="2" y="4"/>
                    <a:pt x="2" y="2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3" name="Freeform 984">
              <a:extLst>
                <a:ext uri="{FF2B5EF4-FFF2-40B4-BE49-F238E27FC236}">
                  <a16:creationId xmlns:a16="http://schemas.microsoft.com/office/drawing/2014/main" id="{8E713A8E-3F0B-4FB4-9E4A-2FDF6AFE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3170"/>
              <a:ext cx="6" cy="9"/>
            </a:xfrm>
            <a:custGeom>
              <a:avLst/>
              <a:gdLst>
                <a:gd name="T0" fmla="*/ 16 w 3"/>
                <a:gd name="T1" fmla="*/ 0 h 4"/>
                <a:gd name="T2" fmla="*/ 24 w 3"/>
                <a:gd name="T3" fmla="*/ 25 h 4"/>
                <a:gd name="T4" fmla="*/ 16 w 3"/>
                <a:gd name="T5" fmla="*/ 45 h 4"/>
                <a:gd name="T6" fmla="*/ 16 w 3"/>
                <a:gd name="T7" fmla="*/ 25 h 4"/>
                <a:gd name="T8" fmla="*/ 8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3" y="1"/>
                    <a:pt x="3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2" y="2"/>
                    <a:pt x="0" y="2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4" name="Freeform 985">
              <a:extLst>
                <a:ext uri="{FF2B5EF4-FFF2-40B4-BE49-F238E27FC236}">
                  <a16:creationId xmlns:a16="http://schemas.microsoft.com/office/drawing/2014/main" id="{C6FFA96E-7765-46F6-A961-DD752A74A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3152"/>
              <a:ext cx="19" cy="7"/>
            </a:xfrm>
            <a:custGeom>
              <a:avLst/>
              <a:gdLst>
                <a:gd name="T0" fmla="*/ 0 w 9"/>
                <a:gd name="T1" fmla="*/ 37 h 3"/>
                <a:gd name="T2" fmla="*/ 49 w 9"/>
                <a:gd name="T3" fmla="*/ 12 h 3"/>
                <a:gd name="T4" fmla="*/ 68 w 9"/>
                <a:gd name="T5" fmla="*/ 28 h 3"/>
                <a:gd name="T6" fmla="*/ 84 w 9"/>
                <a:gd name="T7" fmla="*/ 37 h 3"/>
                <a:gd name="T8" fmla="*/ 76 w 9"/>
                <a:gd name="T9" fmla="*/ 37 h 3"/>
                <a:gd name="T10" fmla="*/ 68 w 9"/>
                <a:gd name="T11" fmla="*/ 37 h 3"/>
                <a:gd name="T12" fmla="*/ 36 w 9"/>
                <a:gd name="T13" fmla="*/ 28 h 3"/>
                <a:gd name="T14" fmla="*/ 0 w 9"/>
                <a:gd name="T15" fmla="*/ 28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8" y="2"/>
                    <a:pt x="9" y="2"/>
                    <a:pt x="9" y="3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5" name="Freeform 986">
              <a:extLst>
                <a:ext uri="{FF2B5EF4-FFF2-40B4-BE49-F238E27FC236}">
                  <a16:creationId xmlns:a16="http://schemas.microsoft.com/office/drawing/2014/main" id="{1D4BBD15-92A6-48BB-8699-EF0975C31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168"/>
              <a:ext cx="8" cy="2"/>
            </a:xfrm>
            <a:custGeom>
              <a:avLst/>
              <a:gdLst>
                <a:gd name="T0" fmla="*/ 32 w 4"/>
                <a:gd name="T1" fmla="*/ 0 h 1"/>
                <a:gd name="T2" fmla="*/ 24 w 4"/>
                <a:gd name="T3" fmla="*/ 0 h 1"/>
                <a:gd name="T4" fmla="*/ 16 w 4"/>
                <a:gd name="T5" fmla="*/ 0 h 1"/>
                <a:gd name="T6" fmla="*/ 8 w 4"/>
                <a:gd name="T7" fmla="*/ 8 h 1"/>
                <a:gd name="T8" fmla="*/ 16 w 4"/>
                <a:gd name="T9" fmla="*/ 8 h 1"/>
                <a:gd name="T10" fmla="*/ 32 w 4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0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1"/>
                    <a:pt x="3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6" name="Freeform 987">
              <a:extLst>
                <a:ext uri="{FF2B5EF4-FFF2-40B4-BE49-F238E27FC236}">
                  <a16:creationId xmlns:a16="http://schemas.microsoft.com/office/drawing/2014/main" id="{874C996A-3F62-404F-9615-0F095E910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72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8 w 1"/>
                <a:gd name="T5" fmla="*/ 33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7" name="Freeform 988">
              <a:extLst>
                <a:ext uri="{FF2B5EF4-FFF2-40B4-BE49-F238E27FC236}">
                  <a16:creationId xmlns:a16="http://schemas.microsoft.com/office/drawing/2014/main" id="{F63EAE81-D2FB-4B1D-88F7-D093C7E06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170"/>
              <a:ext cx="6" cy="11"/>
            </a:xfrm>
            <a:custGeom>
              <a:avLst/>
              <a:gdLst>
                <a:gd name="T0" fmla="*/ 8 w 3"/>
                <a:gd name="T1" fmla="*/ 0 h 5"/>
                <a:gd name="T2" fmla="*/ 16 w 3"/>
                <a:gd name="T3" fmla="*/ 20 h 5"/>
                <a:gd name="T4" fmla="*/ 16 w 3"/>
                <a:gd name="T5" fmla="*/ 53 h 5"/>
                <a:gd name="T6" fmla="*/ 24 w 3"/>
                <a:gd name="T7" fmla="*/ 33 h 5"/>
                <a:gd name="T8" fmla="*/ 24 w 3"/>
                <a:gd name="T9" fmla="*/ 20 h 5"/>
                <a:gd name="T10" fmla="*/ 24 w 3"/>
                <a:gd name="T11" fmla="*/ 20 h 5"/>
                <a:gd name="T12" fmla="*/ 16 w 3"/>
                <a:gd name="T13" fmla="*/ 20 h 5"/>
                <a:gd name="T14" fmla="*/ 16 w 3"/>
                <a:gd name="T15" fmla="*/ 20 h 5"/>
                <a:gd name="T16" fmla="*/ 8 w 3"/>
                <a:gd name="T17" fmla="*/ 9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2" y="3"/>
                    <a:pt x="2" y="4"/>
                    <a:pt x="2" y="5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8" name="Freeform 989">
              <a:extLst>
                <a:ext uri="{FF2B5EF4-FFF2-40B4-BE49-F238E27FC236}">
                  <a16:creationId xmlns:a16="http://schemas.microsoft.com/office/drawing/2014/main" id="{26D305D2-A8B2-4435-A810-6FF697A1A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188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16 h 2"/>
                <a:gd name="T4" fmla="*/ 16 w 2"/>
                <a:gd name="T5" fmla="*/ 16 h 2"/>
                <a:gd name="T6" fmla="*/ 16 w 2"/>
                <a:gd name="T7" fmla="*/ 0 h 2"/>
                <a:gd name="T8" fmla="*/ 8 w 2"/>
                <a:gd name="T9" fmla="*/ 0 h 2"/>
                <a:gd name="T10" fmla="*/ 0 w 2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9" name="Freeform 990">
              <a:extLst>
                <a:ext uri="{FF2B5EF4-FFF2-40B4-BE49-F238E27FC236}">
                  <a16:creationId xmlns:a16="http://schemas.microsoft.com/office/drawing/2014/main" id="{0B174E30-2328-49FB-BA84-2739BD315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179"/>
              <a:ext cx="6" cy="9"/>
            </a:xfrm>
            <a:custGeom>
              <a:avLst/>
              <a:gdLst>
                <a:gd name="T0" fmla="*/ 24 w 3"/>
                <a:gd name="T1" fmla="*/ 0 h 4"/>
                <a:gd name="T2" fmla="*/ 16 w 3"/>
                <a:gd name="T3" fmla="*/ 25 h 4"/>
                <a:gd name="T4" fmla="*/ 16 w 3"/>
                <a:gd name="T5" fmla="*/ 36 h 4"/>
                <a:gd name="T6" fmla="*/ 8 w 3"/>
                <a:gd name="T7" fmla="*/ 45 h 4"/>
                <a:gd name="T8" fmla="*/ 0 w 3"/>
                <a:gd name="T9" fmla="*/ 45 h 4"/>
                <a:gd name="T10" fmla="*/ 16 w 3"/>
                <a:gd name="T11" fmla="*/ 36 h 4"/>
                <a:gd name="T12" fmla="*/ 16 w 3"/>
                <a:gd name="T13" fmla="*/ 25 h 4"/>
                <a:gd name="T14" fmla="*/ 24 w 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0" name="Freeform 991">
              <a:extLst>
                <a:ext uri="{FF2B5EF4-FFF2-40B4-BE49-F238E27FC236}">
                  <a16:creationId xmlns:a16="http://schemas.microsoft.com/office/drawing/2014/main" id="{00C9E076-9A0C-4B37-8586-C953FA3ED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152"/>
              <a:ext cx="42" cy="45"/>
            </a:xfrm>
            <a:custGeom>
              <a:avLst/>
              <a:gdLst>
                <a:gd name="T0" fmla="*/ 185 w 20"/>
                <a:gd name="T1" fmla="*/ 137 h 20"/>
                <a:gd name="T2" fmla="*/ 168 w 20"/>
                <a:gd name="T3" fmla="*/ 194 h 20"/>
                <a:gd name="T4" fmla="*/ 149 w 20"/>
                <a:gd name="T5" fmla="*/ 182 h 20"/>
                <a:gd name="T6" fmla="*/ 141 w 20"/>
                <a:gd name="T7" fmla="*/ 194 h 20"/>
                <a:gd name="T8" fmla="*/ 111 w 20"/>
                <a:gd name="T9" fmla="*/ 207 h 20"/>
                <a:gd name="T10" fmla="*/ 84 w 20"/>
                <a:gd name="T11" fmla="*/ 207 h 20"/>
                <a:gd name="T12" fmla="*/ 67 w 20"/>
                <a:gd name="T13" fmla="*/ 173 h 20"/>
                <a:gd name="T14" fmla="*/ 27 w 20"/>
                <a:gd name="T15" fmla="*/ 173 h 20"/>
                <a:gd name="T16" fmla="*/ 27 w 20"/>
                <a:gd name="T17" fmla="*/ 137 h 20"/>
                <a:gd name="T18" fmla="*/ 8 w 20"/>
                <a:gd name="T19" fmla="*/ 101 h 20"/>
                <a:gd name="T20" fmla="*/ 17 w 20"/>
                <a:gd name="T21" fmla="*/ 81 h 20"/>
                <a:gd name="T22" fmla="*/ 27 w 20"/>
                <a:gd name="T23" fmla="*/ 45 h 20"/>
                <a:gd name="T24" fmla="*/ 84 w 20"/>
                <a:gd name="T25" fmla="*/ 0 h 20"/>
                <a:gd name="T26" fmla="*/ 111 w 20"/>
                <a:gd name="T27" fmla="*/ 25 h 20"/>
                <a:gd name="T28" fmla="*/ 141 w 20"/>
                <a:gd name="T29" fmla="*/ 36 h 20"/>
                <a:gd name="T30" fmla="*/ 149 w 20"/>
                <a:gd name="T31" fmla="*/ 56 h 20"/>
                <a:gd name="T32" fmla="*/ 168 w 20"/>
                <a:gd name="T33" fmla="*/ 72 h 20"/>
                <a:gd name="T34" fmla="*/ 185 w 20"/>
                <a:gd name="T35" fmla="*/ 101 h 20"/>
                <a:gd name="T36" fmla="*/ 185 w 20"/>
                <a:gd name="T37" fmla="*/ 1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20">
                  <a:moveTo>
                    <a:pt x="20" y="12"/>
                  </a:moveTo>
                  <a:cubicBezTo>
                    <a:pt x="20" y="13"/>
                    <a:pt x="19" y="16"/>
                    <a:pt x="18" y="17"/>
                  </a:cubicBezTo>
                  <a:cubicBezTo>
                    <a:pt x="17" y="17"/>
                    <a:pt x="17" y="16"/>
                    <a:pt x="16" y="16"/>
                  </a:cubicBezTo>
                  <a:cubicBezTo>
                    <a:pt x="15" y="16"/>
                    <a:pt x="16" y="17"/>
                    <a:pt x="15" y="17"/>
                  </a:cubicBezTo>
                  <a:cubicBezTo>
                    <a:pt x="14" y="18"/>
                    <a:pt x="13" y="18"/>
                    <a:pt x="12" y="18"/>
                  </a:cubicBezTo>
                  <a:cubicBezTo>
                    <a:pt x="11" y="18"/>
                    <a:pt x="10" y="20"/>
                    <a:pt x="9" y="18"/>
                  </a:cubicBezTo>
                  <a:cubicBezTo>
                    <a:pt x="7" y="17"/>
                    <a:pt x="8" y="16"/>
                    <a:pt x="7" y="15"/>
                  </a:cubicBezTo>
                  <a:cubicBezTo>
                    <a:pt x="6" y="15"/>
                    <a:pt x="4" y="16"/>
                    <a:pt x="3" y="15"/>
                  </a:cubicBezTo>
                  <a:cubicBezTo>
                    <a:pt x="2" y="14"/>
                    <a:pt x="3" y="13"/>
                    <a:pt x="3" y="12"/>
                  </a:cubicBezTo>
                  <a:cubicBezTo>
                    <a:pt x="3" y="10"/>
                    <a:pt x="1" y="10"/>
                    <a:pt x="1" y="9"/>
                  </a:cubicBezTo>
                  <a:cubicBezTo>
                    <a:pt x="0" y="8"/>
                    <a:pt x="1" y="7"/>
                    <a:pt x="2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4" y="2"/>
                    <a:pt x="7" y="0"/>
                    <a:pt x="9" y="0"/>
                  </a:cubicBezTo>
                  <a:cubicBezTo>
                    <a:pt x="10" y="1"/>
                    <a:pt x="11" y="1"/>
                    <a:pt x="12" y="2"/>
                  </a:cubicBezTo>
                  <a:cubicBezTo>
                    <a:pt x="14" y="2"/>
                    <a:pt x="15" y="2"/>
                    <a:pt x="15" y="3"/>
                  </a:cubicBezTo>
                  <a:cubicBezTo>
                    <a:pt x="16" y="4"/>
                    <a:pt x="15" y="4"/>
                    <a:pt x="16" y="5"/>
                  </a:cubicBezTo>
                  <a:cubicBezTo>
                    <a:pt x="17" y="5"/>
                    <a:pt x="18" y="5"/>
                    <a:pt x="18" y="6"/>
                  </a:cubicBezTo>
                  <a:cubicBezTo>
                    <a:pt x="20" y="6"/>
                    <a:pt x="20" y="7"/>
                    <a:pt x="20" y="9"/>
                  </a:cubicBezTo>
                  <a:cubicBezTo>
                    <a:pt x="20" y="10"/>
                    <a:pt x="20" y="11"/>
                    <a:pt x="20" y="1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1" name="Freeform 992">
              <a:extLst>
                <a:ext uri="{FF2B5EF4-FFF2-40B4-BE49-F238E27FC236}">
                  <a16:creationId xmlns:a16="http://schemas.microsoft.com/office/drawing/2014/main" id="{72A4B48F-4EB6-4D37-B049-DD34C21DE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185"/>
              <a:ext cx="10" cy="3"/>
            </a:xfrm>
            <a:custGeom>
              <a:avLst/>
              <a:gdLst>
                <a:gd name="T0" fmla="*/ 0 w 5"/>
                <a:gd name="T1" fmla="*/ 0 h 1"/>
                <a:gd name="T2" fmla="*/ 4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3" y="0"/>
                    <a:pt x="5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2" name="Freeform 993">
              <a:extLst>
                <a:ext uri="{FF2B5EF4-FFF2-40B4-BE49-F238E27FC236}">
                  <a16:creationId xmlns:a16="http://schemas.microsoft.com/office/drawing/2014/main" id="{3393F094-3BC9-4404-A855-6861258F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61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3" name="Freeform 994">
              <a:extLst>
                <a:ext uri="{FF2B5EF4-FFF2-40B4-BE49-F238E27FC236}">
                  <a16:creationId xmlns:a16="http://schemas.microsoft.com/office/drawing/2014/main" id="{86C2D117-1896-4855-B688-76561A0A3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165"/>
              <a:ext cx="15" cy="12"/>
            </a:xfrm>
            <a:custGeom>
              <a:avLst/>
              <a:gdLst>
                <a:gd name="T0" fmla="*/ 69 w 7"/>
                <a:gd name="T1" fmla="*/ 12 h 5"/>
                <a:gd name="T2" fmla="*/ 41 w 7"/>
                <a:gd name="T3" fmla="*/ 0 h 5"/>
                <a:gd name="T4" fmla="*/ 28 w 7"/>
                <a:gd name="T5" fmla="*/ 12 h 5"/>
                <a:gd name="T6" fmla="*/ 19 w 7"/>
                <a:gd name="T7" fmla="*/ 12 h 5"/>
                <a:gd name="T8" fmla="*/ 0 w 7"/>
                <a:gd name="T9" fmla="*/ 29 h 5"/>
                <a:gd name="T10" fmla="*/ 9 w 7"/>
                <a:gd name="T11" fmla="*/ 7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2" y="4"/>
                    <a:pt x="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" name="Freeform 995">
              <a:extLst>
                <a:ext uri="{FF2B5EF4-FFF2-40B4-BE49-F238E27FC236}">
                  <a16:creationId xmlns:a16="http://schemas.microsoft.com/office/drawing/2014/main" id="{35AE97ED-1BFE-41D3-95C4-60CD9C53E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70"/>
              <a:ext cx="2" cy="11"/>
            </a:xfrm>
            <a:custGeom>
              <a:avLst/>
              <a:gdLst>
                <a:gd name="T0" fmla="*/ 0 w 1"/>
                <a:gd name="T1" fmla="*/ 53 h 5"/>
                <a:gd name="T2" fmla="*/ 8 w 1"/>
                <a:gd name="T3" fmla="*/ 20 h 5"/>
                <a:gd name="T4" fmla="*/ 0 w 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5"/>
                    <a:pt x="1" y="3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" name="Freeform 996">
              <a:extLst>
                <a:ext uri="{FF2B5EF4-FFF2-40B4-BE49-F238E27FC236}">
                  <a16:creationId xmlns:a16="http://schemas.microsoft.com/office/drawing/2014/main" id="{60E072C8-3C63-4737-A1ED-774A8724B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339"/>
              <a:ext cx="42" cy="43"/>
            </a:xfrm>
            <a:custGeom>
              <a:avLst/>
              <a:gdLst>
                <a:gd name="T0" fmla="*/ 185 w 20"/>
                <a:gd name="T1" fmla="*/ 138 h 19"/>
                <a:gd name="T2" fmla="*/ 160 w 20"/>
                <a:gd name="T3" fmla="*/ 195 h 19"/>
                <a:gd name="T4" fmla="*/ 149 w 20"/>
                <a:gd name="T5" fmla="*/ 183 h 19"/>
                <a:gd name="T6" fmla="*/ 128 w 20"/>
                <a:gd name="T7" fmla="*/ 195 h 19"/>
                <a:gd name="T8" fmla="*/ 101 w 20"/>
                <a:gd name="T9" fmla="*/ 210 h 19"/>
                <a:gd name="T10" fmla="*/ 76 w 20"/>
                <a:gd name="T11" fmla="*/ 210 h 19"/>
                <a:gd name="T12" fmla="*/ 57 w 20"/>
                <a:gd name="T13" fmla="*/ 174 h 19"/>
                <a:gd name="T14" fmla="*/ 27 w 20"/>
                <a:gd name="T15" fmla="*/ 174 h 19"/>
                <a:gd name="T16" fmla="*/ 17 w 20"/>
                <a:gd name="T17" fmla="*/ 138 h 19"/>
                <a:gd name="T18" fmla="*/ 0 w 20"/>
                <a:gd name="T19" fmla="*/ 102 h 19"/>
                <a:gd name="T20" fmla="*/ 8 w 20"/>
                <a:gd name="T21" fmla="*/ 72 h 19"/>
                <a:gd name="T22" fmla="*/ 27 w 20"/>
                <a:gd name="T23" fmla="*/ 45 h 19"/>
                <a:gd name="T24" fmla="*/ 84 w 20"/>
                <a:gd name="T25" fmla="*/ 0 h 19"/>
                <a:gd name="T26" fmla="*/ 111 w 20"/>
                <a:gd name="T27" fmla="*/ 25 h 19"/>
                <a:gd name="T28" fmla="*/ 141 w 20"/>
                <a:gd name="T29" fmla="*/ 36 h 19"/>
                <a:gd name="T30" fmla="*/ 149 w 20"/>
                <a:gd name="T31" fmla="*/ 57 h 19"/>
                <a:gd name="T32" fmla="*/ 168 w 20"/>
                <a:gd name="T33" fmla="*/ 57 h 19"/>
                <a:gd name="T34" fmla="*/ 176 w 20"/>
                <a:gd name="T35" fmla="*/ 102 h 19"/>
                <a:gd name="T36" fmla="*/ 185 w 20"/>
                <a:gd name="T37" fmla="*/ 138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19">
                  <a:moveTo>
                    <a:pt x="20" y="12"/>
                  </a:moveTo>
                  <a:cubicBezTo>
                    <a:pt x="19" y="13"/>
                    <a:pt x="18" y="16"/>
                    <a:pt x="17" y="17"/>
                  </a:cubicBezTo>
                  <a:cubicBezTo>
                    <a:pt x="17" y="17"/>
                    <a:pt x="16" y="16"/>
                    <a:pt x="16" y="16"/>
                  </a:cubicBezTo>
                  <a:cubicBezTo>
                    <a:pt x="14" y="16"/>
                    <a:pt x="15" y="16"/>
                    <a:pt x="14" y="17"/>
                  </a:cubicBezTo>
                  <a:cubicBezTo>
                    <a:pt x="13" y="18"/>
                    <a:pt x="12" y="18"/>
                    <a:pt x="11" y="18"/>
                  </a:cubicBezTo>
                  <a:cubicBezTo>
                    <a:pt x="10" y="18"/>
                    <a:pt x="9" y="19"/>
                    <a:pt x="8" y="18"/>
                  </a:cubicBezTo>
                  <a:cubicBezTo>
                    <a:pt x="7" y="17"/>
                    <a:pt x="8" y="16"/>
                    <a:pt x="6" y="15"/>
                  </a:cubicBezTo>
                  <a:cubicBezTo>
                    <a:pt x="5" y="15"/>
                    <a:pt x="4" y="15"/>
                    <a:pt x="3" y="15"/>
                  </a:cubicBezTo>
                  <a:cubicBezTo>
                    <a:pt x="1" y="14"/>
                    <a:pt x="2" y="13"/>
                    <a:pt x="2" y="12"/>
                  </a:cubicBezTo>
                  <a:cubicBezTo>
                    <a:pt x="2" y="10"/>
                    <a:pt x="1" y="10"/>
                    <a:pt x="0" y="9"/>
                  </a:cubicBezTo>
                  <a:cubicBezTo>
                    <a:pt x="0" y="8"/>
                    <a:pt x="1" y="7"/>
                    <a:pt x="1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3" y="1"/>
                    <a:pt x="6" y="0"/>
                    <a:pt x="9" y="0"/>
                  </a:cubicBezTo>
                  <a:cubicBezTo>
                    <a:pt x="10" y="0"/>
                    <a:pt x="11" y="1"/>
                    <a:pt x="12" y="2"/>
                  </a:cubicBezTo>
                  <a:cubicBezTo>
                    <a:pt x="13" y="2"/>
                    <a:pt x="14" y="2"/>
                    <a:pt x="15" y="3"/>
                  </a:cubicBezTo>
                  <a:cubicBezTo>
                    <a:pt x="15" y="4"/>
                    <a:pt x="15" y="4"/>
                    <a:pt x="16" y="5"/>
                  </a:cubicBezTo>
                  <a:cubicBezTo>
                    <a:pt x="16" y="5"/>
                    <a:pt x="17" y="5"/>
                    <a:pt x="18" y="5"/>
                  </a:cubicBezTo>
                  <a:cubicBezTo>
                    <a:pt x="19" y="6"/>
                    <a:pt x="19" y="7"/>
                    <a:pt x="19" y="9"/>
                  </a:cubicBezTo>
                  <a:cubicBezTo>
                    <a:pt x="20" y="10"/>
                    <a:pt x="20" y="11"/>
                    <a:pt x="20" y="12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6" name="Freeform 997">
              <a:extLst>
                <a:ext uri="{FF2B5EF4-FFF2-40B4-BE49-F238E27FC236}">
                  <a16:creationId xmlns:a16="http://schemas.microsoft.com/office/drawing/2014/main" id="{3EC697FE-1B70-421F-A2CB-78492FFE9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353"/>
              <a:ext cx="15" cy="20"/>
            </a:xfrm>
            <a:custGeom>
              <a:avLst/>
              <a:gdLst>
                <a:gd name="T0" fmla="*/ 19 w 7"/>
                <a:gd name="T1" fmla="*/ 0 h 9"/>
                <a:gd name="T2" fmla="*/ 0 w 7"/>
                <a:gd name="T3" fmla="*/ 20 h 9"/>
                <a:gd name="T4" fmla="*/ 9 w 7"/>
                <a:gd name="T5" fmla="*/ 53 h 9"/>
                <a:gd name="T6" fmla="*/ 9 w 7"/>
                <a:gd name="T7" fmla="*/ 80 h 9"/>
                <a:gd name="T8" fmla="*/ 41 w 7"/>
                <a:gd name="T9" fmla="*/ 89 h 9"/>
                <a:gd name="T10" fmla="*/ 19 w 7"/>
                <a:gd name="T11" fmla="*/ 64 h 9"/>
                <a:gd name="T12" fmla="*/ 41 w 7"/>
                <a:gd name="T13" fmla="*/ 44 h 9"/>
                <a:gd name="T14" fmla="*/ 51 w 7"/>
                <a:gd name="T15" fmla="*/ 9 h 9"/>
                <a:gd name="T16" fmla="*/ 69 w 7"/>
                <a:gd name="T17" fmla="*/ 0 h 9"/>
                <a:gd name="T18" fmla="*/ 41 w 7"/>
                <a:gd name="T19" fmla="*/ 0 h 9"/>
                <a:gd name="T20" fmla="*/ 9 w 7"/>
                <a:gd name="T21" fmla="*/ 20 h 9"/>
                <a:gd name="T22" fmla="*/ 19 w 7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2" y="9"/>
                    <a:pt x="3" y="9"/>
                    <a:pt x="4" y="8"/>
                  </a:cubicBezTo>
                  <a:cubicBezTo>
                    <a:pt x="3" y="9"/>
                    <a:pt x="2" y="7"/>
                    <a:pt x="2" y="6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4" y="3"/>
                    <a:pt x="4" y="2"/>
                    <a:pt x="5" y="1"/>
                  </a:cubicBezTo>
                  <a:cubicBezTo>
                    <a:pt x="5" y="0"/>
                    <a:pt x="6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3"/>
                    <a:pt x="1" y="2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7" name="Freeform 998">
              <a:extLst>
                <a:ext uri="{FF2B5EF4-FFF2-40B4-BE49-F238E27FC236}">
                  <a16:creationId xmlns:a16="http://schemas.microsoft.com/office/drawing/2014/main" id="{8B355E79-F1B4-4AA2-BCE7-071C9F67E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373"/>
              <a:ext cx="15" cy="7"/>
            </a:xfrm>
            <a:custGeom>
              <a:avLst/>
              <a:gdLst>
                <a:gd name="T0" fmla="*/ 0 w 7"/>
                <a:gd name="T1" fmla="*/ 12 h 3"/>
                <a:gd name="T2" fmla="*/ 9 w 7"/>
                <a:gd name="T3" fmla="*/ 37 h 3"/>
                <a:gd name="T4" fmla="*/ 28 w 7"/>
                <a:gd name="T5" fmla="*/ 37 h 3"/>
                <a:gd name="T6" fmla="*/ 69 w 7"/>
                <a:gd name="T7" fmla="*/ 12 h 3"/>
                <a:gd name="T8" fmla="*/ 51 w 7"/>
                <a:gd name="T9" fmla="*/ 28 h 3"/>
                <a:gd name="T10" fmla="*/ 41 w 7"/>
                <a:gd name="T11" fmla="*/ 28 h 3"/>
                <a:gd name="T12" fmla="*/ 19 w 7"/>
                <a:gd name="T13" fmla="*/ 12 h 3"/>
                <a:gd name="T14" fmla="*/ 0 w 7"/>
                <a:gd name="T15" fmla="*/ 12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5" y="2"/>
                    <a:pt x="6" y="2"/>
                    <a:pt x="7" y="1"/>
                  </a:cubicBezTo>
                  <a:cubicBezTo>
                    <a:pt x="7" y="1"/>
                    <a:pt x="6" y="2"/>
                    <a:pt x="5" y="2"/>
                  </a:cubicBezTo>
                  <a:cubicBezTo>
                    <a:pt x="5" y="2"/>
                    <a:pt x="4" y="1"/>
                    <a:pt x="4" y="2"/>
                  </a:cubicBezTo>
                  <a:cubicBezTo>
                    <a:pt x="3" y="2"/>
                    <a:pt x="3" y="2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8" name="Freeform 999">
              <a:extLst>
                <a:ext uri="{FF2B5EF4-FFF2-40B4-BE49-F238E27FC236}">
                  <a16:creationId xmlns:a16="http://schemas.microsoft.com/office/drawing/2014/main" id="{271BC990-BBFE-4EF5-A782-5682C112D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359"/>
              <a:ext cx="6" cy="16"/>
            </a:xfrm>
            <a:custGeom>
              <a:avLst/>
              <a:gdLst>
                <a:gd name="T0" fmla="*/ 24 w 3"/>
                <a:gd name="T1" fmla="*/ 25 h 7"/>
                <a:gd name="T2" fmla="*/ 16 w 3"/>
                <a:gd name="T3" fmla="*/ 57 h 7"/>
                <a:gd name="T4" fmla="*/ 8 w 3"/>
                <a:gd name="T5" fmla="*/ 85 h 7"/>
                <a:gd name="T6" fmla="*/ 0 w 3"/>
                <a:gd name="T7" fmla="*/ 73 h 7"/>
                <a:gd name="T8" fmla="*/ 16 w 3"/>
                <a:gd name="T9" fmla="*/ 48 h 7"/>
                <a:gd name="T10" fmla="*/ 24 w 3"/>
                <a:gd name="T11" fmla="*/ 25 h 7"/>
                <a:gd name="T12" fmla="*/ 24 w 3"/>
                <a:gd name="T13" fmla="*/ 0 h 7"/>
                <a:gd name="T14" fmla="*/ 24 w 3"/>
                <a:gd name="T15" fmla="*/ 25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7">
                  <a:moveTo>
                    <a:pt x="3" y="2"/>
                  </a:moveTo>
                  <a:cubicBezTo>
                    <a:pt x="3" y="3"/>
                    <a:pt x="3" y="4"/>
                    <a:pt x="2" y="5"/>
                  </a:cubicBezTo>
                  <a:cubicBezTo>
                    <a:pt x="2" y="6"/>
                    <a:pt x="2" y="6"/>
                    <a:pt x="1" y="7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1" y="7"/>
                    <a:pt x="2" y="5"/>
                    <a:pt x="2" y="4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9" name="Freeform 1000">
              <a:extLst>
                <a:ext uri="{FF2B5EF4-FFF2-40B4-BE49-F238E27FC236}">
                  <a16:creationId xmlns:a16="http://schemas.microsoft.com/office/drawing/2014/main" id="{8F2F5359-89D6-4A87-8AD0-0F13173C0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351"/>
              <a:ext cx="6" cy="4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16 h 2"/>
                <a:gd name="T4" fmla="*/ 16 w 3"/>
                <a:gd name="T5" fmla="*/ 16 h 2"/>
                <a:gd name="T6" fmla="*/ 8 w 3"/>
                <a:gd name="T7" fmla="*/ 8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0" name="Freeform 1001">
              <a:extLst>
                <a:ext uri="{FF2B5EF4-FFF2-40B4-BE49-F238E27FC236}">
                  <a16:creationId xmlns:a16="http://schemas.microsoft.com/office/drawing/2014/main" id="{57F18C88-99CB-4BCB-AE5C-AB84A92CB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359"/>
              <a:ext cx="6" cy="9"/>
            </a:xfrm>
            <a:custGeom>
              <a:avLst/>
              <a:gdLst>
                <a:gd name="T0" fmla="*/ 16 w 3"/>
                <a:gd name="T1" fmla="*/ 11 h 4"/>
                <a:gd name="T2" fmla="*/ 16 w 3"/>
                <a:gd name="T3" fmla="*/ 36 h 4"/>
                <a:gd name="T4" fmla="*/ 0 w 3"/>
                <a:gd name="T5" fmla="*/ 45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2" y="3"/>
                    <a:pt x="1" y="3"/>
                    <a:pt x="0" y="4"/>
                  </a:cubicBezTo>
                  <a:cubicBezTo>
                    <a:pt x="3" y="4"/>
                    <a:pt x="3" y="2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1" name="Freeform 1002">
              <a:extLst>
                <a:ext uri="{FF2B5EF4-FFF2-40B4-BE49-F238E27FC236}">
                  <a16:creationId xmlns:a16="http://schemas.microsoft.com/office/drawing/2014/main" id="{372FA39C-9B0C-40D0-9744-EAAD02964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357"/>
              <a:ext cx="6" cy="9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25 h 4"/>
                <a:gd name="T4" fmla="*/ 8 w 3"/>
                <a:gd name="T5" fmla="*/ 45 h 4"/>
                <a:gd name="T6" fmla="*/ 8 w 3"/>
                <a:gd name="T7" fmla="*/ 25 h 4"/>
                <a:gd name="T8" fmla="*/ 0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2" y="1"/>
                    <a:pt x="2" y="2"/>
                  </a:cubicBezTo>
                  <a:cubicBezTo>
                    <a:pt x="3" y="3"/>
                    <a:pt x="2" y="3"/>
                    <a:pt x="1" y="4"/>
                  </a:cubicBezTo>
                  <a:cubicBezTo>
                    <a:pt x="1" y="3"/>
                    <a:pt x="2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2" name="Freeform 1003">
              <a:extLst>
                <a:ext uri="{FF2B5EF4-FFF2-40B4-BE49-F238E27FC236}">
                  <a16:creationId xmlns:a16="http://schemas.microsoft.com/office/drawing/2014/main" id="{FDFCC283-C1F7-46A9-AC1A-207272AAC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339"/>
              <a:ext cx="21" cy="7"/>
            </a:xfrm>
            <a:custGeom>
              <a:avLst/>
              <a:gdLst>
                <a:gd name="T0" fmla="*/ 0 w 10"/>
                <a:gd name="T1" fmla="*/ 28 h 3"/>
                <a:gd name="T2" fmla="*/ 48 w 10"/>
                <a:gd name="T3" fmla="*/ 12 h 3"/>
                <a:gd name="T4" fmla="*/ 67 w 10"/>
                <a:gd name="T5" fmla="*/ 28 h 3"/>
                <a:gd name="T6" fmla="*/ 92 w 10"/>
                <a:gd name="T7" fmla="*/ 37 h 3"/>
                <a:gd name="T8" fmla="*/ 84 w 10"/>
                <a:gd name="T9" fmla="*/ 37 h 3"/>
                <a:gd name="T10" fmla="*/ 67 w 10"/>
                <a:gd name="T11" fmla="*/ 37 h 3"/>
                <a:gd name="T12" fmla="*/ 48 w 10"/>
                <a:gd name="T13" fmla="*/ 28 h 3"/>
                <a:gd name="T14" fmla="*/ 0 w 10"/>
                <a:gd name="T15" fmla="*/ 28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">
                  <a:moveTo>
                    <a:pt x="0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6" y="2"/>
                    <a:pt x="7" y="2"/>
                  </a:cubicBezTo>
                  <a:cubicBezTo>
                    <a:pt x="8" y="2"/>
                    <a:pt x="9" y="2"/>
                    <a:pt x="10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7" y="3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3" name="Freeform 1004">
              <a:extLst>
                <a:ext uri="{FF2B5EF4-FFF2-40B4-BE49-F238E27FC236}">
                  <a16:creationId xmlns:a16="http://schemas.microsoft.com/office/drawing/2014/main" id="{29DAF069-A090-4A56-94B7-28D877FEA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355"/>
              <a:ext cx="8" cy="2"/>
            </a:xfrm>
            <a:custGeom>
              <a:avLst/>
              <a:gdLst>
                <a:gd name="T0" fmla="*/ 32 w 4"/>
                <a:gd name="T1" fmla="*/ 0 h 1"/>
                <a:gd name="T2" fmla="*/ 24 w 4"/>
                <a:gd name="T3" fmla="*/ 0 h 1"/>
                <a:gd name="T4" fmla="*/ 16 w 4"/>
                <a:gd name="T5" fmla="*/ 0 h 1"/>
                <a:gd name="T6" fmla="*/ 0 w 4"/>
                <a:gd name="T7" fmla="*/ 8 h 1"/>
                <a:gd name="T8" fmla="*/ 16 w 4"/>
                <a:gd name="T9" fmla="*/ 8 h 1"/>
                <a:gd name="T10" fmla="*/ 32 w 4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4" name="Freeform 1005">
              <a:extLst>
                <a:ext uri="{FF2B5EF4-FFF2-40B4-BE49-F238E27FC236}">
                  <a16:creationId xmlns:a16="http://schemas.microsoft.com/office/drawing/2014/main" id="{628B66FB-7336-41A6-AB8F-069B2721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359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8 w 1"/>
                <a:gd name="T5" fmla="*/ 33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5" name="Freeform 1006">
              <a:extLst>
                <a:ext uri="{FF2B5EF4-FFF2-40B4-BE49-F238E27FC236}">
                  <a16:creationId xmlns:a16="http://schemas.microsoft.com/office/drawing/2014/main" id="{3B5797A3-8852-49B0-AE5D-A4B466776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357"/>
              <a:ext cx="9" cy="9"/>
            </a:xfrm>
            <a:custGeom>
              <a:avLst/>
              <a:gdLst>
                <a:gd name="T0" fmla="*/ 11 w 4"/>
                <a:gd name="T1" fmla="*/ 0 h 4"/>
                <a:gd name="T2" fmla="*/ 25 w 4"/>
                <a:gd name="T3" fmla="*/ 25 h 4"/>
                <a:gd name="T4" fmla="*/ 25 w 4"/>
                <a:gd name="T5" fmla="*/ 45 h 4"/>
                <a:gd name="T6" fmla="*/ 36 w 4"/>
                <a:gd name="T7" fmla="*/ 36 h 4"/>
                <a:gd name="T8" fmla="*/ 45 w 4"/>
                <a:gd name="T9" fmla="*/ 25 h 4"/>
                <a:gd name="T10" fmla="*/ 36 w 4"/>
                <a:gd name="T11" fmla="*/ 25 h 4"/>
                <a:gd name="T12" fmla="*/ 36 w 4"/>
                <a:gd name="T13" fmla="*/ 25 h 4"/>
                <a:gd name="T14" fmla="*/ 25 w 4"/>
                <a:gd name="T15" fmla="*/ 25 h 4"/>
                <a:gd name="T16" fmla="*/ 11 w 4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6" name="Freeform 1007">
              <a:extLst>
                <a:ext uri="{FF2B5EF4-FFF2-40B4-BE49-F238E27FC236}">
                  <a16:creationId xmlns:a16="http://schemas.microsoft.com/office/drawing/2014/main" id="{7D45141D-10B1-4407-9DD2-769BD1121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375"/>
              <a:ext cx="6" cy="5"/>
            </a:xfrm>
            <a:custGeom>
              <a:avLst/>
              <a:gdLst>
                <a:gd name="T0" fmla="*/ 8 w 3"/>
                <a:gd name="T1" fmla="*/ 0 h 2"/>
                <a:gd name="T2" fmla="*/ 8 w 3"/>
                <a:gd name="T3" fmla="*/ 33 h 2"/>
                <a:gd name="T4" fmla="*/ 16 w 3"/>
                <a:gd name="T5" fmla="*/ 33 h 2"/>
                <a:gd name="T6" fmla="*/ 24 w 3"/>
                <a:gd name="T7" fmla="*/ 0 h 2"/>
                <a:gd name="T8" fmla="*/ 8 w 3"/>
                <a:gd name="T9" fmla="*/ 0 h 2"/>
                <a:gd name="T10" fmla="*/ 0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1" y="1"/>
                    <a:pt x="1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7" name="Freeform 1008">
              <a:extLst>
                <a:ext uri="{FF2B5EF4-FFF2-40B4-BE49-F238E27FC236}">
                  <a16:creationId xmlns:a16="http://schemas.microsoft.com/office/drawing/2014/main" id="{DB810BEC-9EFB-4D27-846A-AD5A7B02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366"/>
              <a:ext cx="6" cy="9"/>
            </a:xfrm>
            <a:custGeom>
              <a:avLst/>
              <a:gdLst>
                <a:gd name="T0" fmla="*/ 24 w 3"/>
                <a:gd name="T1" fmla="*/ 0 h 4"/>
                <a:gd name="T2" fmla="*/ 24 w 3"/>
                <a:gd name="T3" fmla="*/ 25 h 4"/>
                <a:gd name="T4" fmla="*/ 16 w 3"/>
                <a:gd name="T5" fmla="*/ 36 h 4"/>
                <a:gd name="T6" fmla="*/ 8 w 3"/>
                <a:gd name="T7" fmla="*/ 45 h 4"/>
                <a:gd name="T8" fmla="*/ 0 w 3"/>
                <a:gd name="T9" fmla="*/ 45 h 4"/>
                <a:gd name="T10" fmla="*/ 16 w 3"/>
                <a:gd name="T11" fmla="*/ 36 h 4"/>
                <a:gd name="T12" fmla="*/ 24 w 3"/>
                <a:gd name="T13" fmla="*/ 11 h 4"/>
                <a:gd name="T14" fmla="*/ 24 w 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2" y="3"/>
                    <a:pt x="2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8" name="Freeform 1009">
              <a:extLst>
                <a:ext uri="{FF2B5EF4-FFF2-40B4-BE49-F238E27FC236}">
                  <a16:creationId xmlns:a16="http://schemas.microsoft.com/office/drawing/2014/main" id="{26A06FFF-F94C-4B60-8613-EE5CEB967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339"/>
              <a:ext cx="42" cy="43"/>
            </a:xfrm>
            <a:custGeom>
              <a:avLst/>
              <a:gdLst>
                <a:gd name="T0" fmla="*/ 185 w 20"/>
                <a:gd name="T1" fmla="*/ 138 h 19"/>
                <a:gd name="T2" fmla="*/ 160 w 20"/>
                <a:gd name="T3" fmla="*/ 195 h 19"/>
                <a:gd name="T4" fmla="*/ 149 w 20"/>
                <a:gd name="T5" fmla="*/ 183 h 19"/>
                <a:gd name="T6" fmla="*/ 128 w 20"/>
                <a:gd name="T7" fmla="*/ 195 h 19"/>
                <a:gd name="T8" fmla="*/ 101 w 20"/>
                <a:gd name="T9" fmla="*/ 210 h 19"/>
                <a:gd name="T10" fmla="*/ 76 w 20"/>
                <a:gd name="T11" fmla="*/ 210 h 19"/>
                <a:gd name="T12" fmla="*/ 57 w 20"/>
                <a:gd name="T13" fmla="*/ 174 h 19"/>
                <a:gd name="T14" fmla="*/ 27 w 20"/>
                <a:gd name="T15" fmla="*/ 174 h 19"/>
                <a:gd name="T16" fmla="*/ 17 w 20"/>
                <a:gd name="T17" fmla="*/ 138 h 19"/>
                <a:gd name="T18" fmla="*/ 0 w 20"/>
                <a:gd name="T19" fmla="*/ 102 h 19"/>
                <a:gd name="T20" fmla="*/ 8 w 20"/>
                <a:gd name="T21" fmla="*/ 72 h 19"/>
                <a:gd name="T22" fmla="*/ 27 w 20"/>
                <a:gd name="T23" fmla="*/ 45 h 19"/>
                <a:gd name="T24" fmla="*/ 84 w 20"/>
                <a:gd name="T25" fmla="*/ 0 h 19"/>
                <a:gd name="T26" fmla="*/ 111 w 20"/>
                <a:gd name="T27" fmla="*/ 25 h 19"/>
                <a:gd name="T28" fmla="*/ 141 w 20"/>
                <a:gd name="T29" fmla="*/ 36 h 19"/>
                <a:gd name="T30" fmla="*/ 149 w 20"/>
                <a:gd name="T31" fmla="*/ 57 h 19"/>
                <a:gd name="T32" fmla="*/ 168 w 20"/>
                <a:gd name="T33" fmla="*/ 57 h 19"/>
                <a:gd name="T34" fmla="*/ 176 w 20"/>
                <a:gd name="T35" fmla="*/ 102 h 19"/>
                <a:gd name="T36" fmla="*/ 185 w 20"/>
                <a:gd name="T37" fmla="*/ 138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19">
                  <a:moveTo>
                    <a:pt x="20" y="12"/>
                  </a:moveTo>
                  <a:cubicBezTo>
                    <a:pt x="19" y="13"/>
                    <a:pt x="18" y="16"/>
                    <a:pt x="17" y="17"/>
                  </a:cubicBezTo>
                  <a:cubicBezTo>
                    <a:pt x="17" y="17"/>
                    <a:pt x="16" y="16"/>
                    <a:pt x="16" y="16"/>
                  </a:cubicBezTo>
                  <a:cubicBezTo>
                    <a:pt x="14" y="16"/>
                    <a:pt x="15" y="16"/>
                    <a:pt x="14" y="17"/>
                  </a:cubicBezTo>
                  <a:cubicBezTo>
                    <a:pt x="13" y="18"/>
                    <a:pt x="12" y="18"/>
                    <a:pt x="11" y="18"/>
                  </a:cubicBezTo>
                  <a:cubicBezTo>
                    <a:pt x="10" y="18"/>
                    <a:pt x="9" y="19"/>
                    <a:pt x="8" y="18"/>
                  </a:cubicBezTo>
                  <a:cubicBezTo>
                    <a:pt x="7" y="17"/>
                    <a:pt x="8" y="16"/>
                    <a:pt x="6" y="15"/>
                  </a:cubicBezTo>
                  <a:cubicBezTo>
                    <a:pt x="5" y="15"/>
                    <a:pt x="4" y="15"/>
                    <a:pt x="3" y="15"/>
                  </a:cubicBezTo>
                  <a:cubicBezTo>
                    <a:pt x="1" y="14"/>
                    <a:pt x="2" y="13"/>
                    <a:pt x="2" y="12"/>
                  </a:cubicBezTo>
                  <a:cubicBezTo>
                    <a:pt x="2" y="10"/>
                    <a:pt x="1" y="10"/>
                    <a:pt x="0" y="9"/>
                  </a:cubicBezTo>
                  <a:cubicBezTo>
                    <a:pt x="0" y="8"/>
                    <a:pt x="1" y="7"/>
                    <a:pt x="1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3" y="1"/>
                    <a:pt x="6" y="0"/>
                    <a:pt x="9" y="0"/>
                  </a:cubicBezTo>
                  <a:cubicBezTo>
                    <a:pt x="10" y="0"/>
                    <a:pt x="11" y="1"/>
                    <a:pt x="12" y="2"/>
                  </a:cubicBezTo>
                  <a:cubicBezTo>
                    <a:pt x="13" y="2"/>
                    <a:pt x="14" y="2"/>
                    <a:pt x="15" y="3"/>
                  </a:cubicBezTo>
                  <a:cubicBezTo>
                    <a:pt x="15" y="4"/>
                    <a:pt x="15" y="4"/>
                    <a:pt x="16" y="5"/>
                  </a:cubicBezTo>
                  <a:cubicBezTo>
                    <a:pt x="16" y="5"/>
                    <a:pt x="17" y="5"/>
                    <a:pt x="18" y="5"/>
                  </a:cubicBezTo>
                  <a:cubicBezTo>
                    <a:pt x="19" y="6"/>
                    <a:pt x="19" y="7"/>
                    <a:pt x="19" y="9"/>
                  </a:cubicBezTo>
                  <a:cubicBezTo>
                    <a:pt x="20" y="10"/>
                    <a:pt x="20" y="11"/>
                    <a:pt x="20" y="1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9" name="Freeform 1010">
              <a:extLst>
                <a:ext uri="{FF2B5EF4-FFF2-40B4-BE49-F238E27FC236}">
                  <a16:creationId xmlns:a16="http://schemas.microsoft.com/office/drawing/2014/main" id="{B6329250-9C46-4208-ACAB-956BBA29B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373"/>
              <a:ext cx="8" cy="2"/>
            </a:xfrm>
            <a:custGeom>
              <a:avLst/>
              <a:gdLst>
                <a:gd name="T0" fmla="*/ 0 w 4"/>
                <a:gd name="T1" fmla="*/ 0 h 1"/>
                <a:gd name="T2" fmla="*/ 32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0" name="Freeform 1011">
              <a:extLst>
                <a:ext uri="{FF2B5EF4-FFF2-40B4-BE49-F238E27FC236}">
                  <a16:creationId xmlns:a16="http://schemas.microsoft.com/office/drawing/2014/main" id="{B6815380-AEC3-4A14-B6C6-2B988D25E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348"/>
              <a:ext cx="2" cy="5"/>
            </a:xfrm>
            <a:custGeom>
              <a:avLst/>
              <a:gdLst>
                <a:gd name="T0" fmla="*/ 8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1" name="Freeform 1012">
              <a:extLst>
                <a:ext uri="{FF2B5EF4-FFF2-40B4-BE49-F238E27FC236}">
                  <a16:creationId xmlns:a16="http://schemas.microsoft.com/office/drawing/2014/main" id="{900EC3BE-A0CF-4726-B149-C4F1363B1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353"/>
              <a:ext cx="12" cy="11"/>
            </a:xfrm>
            <a:custGeom>
              <a:avLst/>
              <a:gdLst>
                <a:gd name="T0" fmla="*/ 48 w 6"/>
                <a:gd name="T1" fmla="*/ 9 h 5"/>
                <a:gd name="T2" fmla="*/ 32 w 6"/>
                <a:gd name="T3" fmla="*/ 0 h 5"/>
                <a:gd name="T4" fmla="*/ 24 w 6"/>
                <a:gd name="T5" fmla="*/ 9 h 5"/>
                <a:gd name="T6" fmla="*/ 16 w 6"/>
                <a:gd name="T7" fmla="*/ 9 h 5"/>
                <a:gd name="T8" fmla="*/ 0 w 6"/>
                <a:gd name="T9" fmla="*/ 20 h 5"/>
                <a:gd name="T10" fmla="*/ 0 w 6"/>
                <a:gd name="T11" fmla="*/ 53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6" y="1"/>
                    <a:pt x="4" y="0"/>
                    <a:pt x="4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2" name="Freeform 1013">
              <a:extLst>
                <a:ext uri="{FF2B5EF4-FFF2-40B4-BE49-F238E27FC236}">
                  <a16:creationId xmlns:a16="http://schemas.microsoft.com/office/drawing/2014/main" id="{BBC37809-72FC-4B07-AB4B-245F4C298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357"/>
              <a:ext cx="4" cy="11"/>
            </a:xfrm>
            <a:custGeom>
              <a:avLst/>
              <a:gdLst>
                <a:gd name="T0" fmla="*/ 8 w 2"/>
                <a:gd name="T1" fmla="*/ 44 h 5"/>
                <a:gd name="T2" fmla="*/ 16 w 2"/>
                <a:gd name="T3" fmla="*/ 20 h 5"/>
                <a:gd name="T4" fmla="*/ 0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1" y="4"/>
                  </a:moveTo>
                  <a:cubicBezTo>
                    <a:pt x="2" y="5"/>
                    <a:pt x="2" y="3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3" name="Freeform 1014">
              <a:extLst>
                <a:ext uri="{FF2B5EF4-FFF2-40B4-BE49-F238E27FC236}">
                  <a16:creationId xmlns:a16="http://schemas.microsoft.com/office/drawing/2014/main" id="{EAB757B8-2A03-4EEC-8B97-1020983A2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50"/>
              <a:ext cx="44" cy="40"/>
            </a:xfrm>
            <a:custGeom>
              <a:avLst/>
              <a:gdLst>
                <a:gd name="T0" fmla="*/ 128 w 21"/>
                <a:gd name="T1" fmla="*/ 20 h 18"/>
                <a:gd name="T2" fmla="*/ 65 w 21"/>
                <a:gd name="T3" fmla="*/ 9 h 18"/>
                <a:gd name="T4" fmla="*/ 17 w 21"/>
                <a:gd name="T5" fmla="*/ 64 h 18"/>
                <a:gd name="T6" fmla="*/ 92 w 21"/>
                <a:gd name="T7" fmla="*/ 187 h 18"/>
                <a:gd name="T8" fmla="*/ 184 w 21"/>
                <a:gd name="T9" fmla="*/ 109 h 18"/>
                <a:gd name="T10" fmla="*/ 128 w 21"/>
                <a:gd name="T11" fmla="*/ 2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8">
                  <a:moveTo>
                    <a:pt x="14" y="2"/>
                  </a:moveTo>
                  <a:cubicBezTo>
                    <a:pt x="11" y="1"/>
                    <a:pt x="9" y="0"/>
                    <a:pt x="7" y="1"/>
                  </a:cubicBezTo>
                  <a:cubicBezTo>
                    <a:pt x="5" y="2"/>
                    <a:pt x="3" y="3"/>
                    <a:pt x="2" y="6"/>
                  </a:cubicBezTo>
                  <a:cubicBezTo>
                    <a:pt x="0" y="11"/>
                    <a:pt x="4" y="17"/>
                    <a:pt x="10" y="17"/>
                  </a:cubicBezTo>
                  <a:cubicBezTo>
                    <a:pt x="17" y="18"/>
                    <a:pt x="21" y="13"/>
                    <a:pt x="20" y="10"/>
                  </a:cubicBezTo>
                  <a:cubicBezTo>
                    <a:pt x="20" y="6"/>
                    <a:pt x="18" y="5"/>
                    <a:pt x="14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94" name="Freeform 1015">
              <a:extLst>
                <a:ext uri="{FF2B5EF4-FFF2-40B4-BE49-F238E27FC236}">
                  <a16:creationId xmlns:a16="http://schemas.microsoft.com/office/drawing/2014/main" id="{AF4B3364-C1FC-4297-A425-3E054CDB8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661"/>
              <a:ext cx="21" cy="20"/>
            </a:xfrm>
            <a:custGeom>
              <a:avLst/>
              <a:gdLst>
                <a:gd name="T0" fmla="*/ 92 w 10"/>
                <a:gd name="T1" fmla="*/ 36 h 9"/>
                <a:gd name="T2" fmla="*/ 84 w 10"/>
                <a:gd name="T3" fmla="*/ 80 h 9"/>
                <a:gd name="T4" fmla="*/ 27 w 10"/>
                <a:gd name="T5" fmla="*/ 80 h 9"/>
                <a:gd name="T6" fmla="*/ 0 w 10"/>
                <a:gd name="T7" fmla="*/ 36 h 9"/>
                <a:gd name="T8" fmla="*/ 17 w 10"/>
                <a:gd name="T9" fmla="*/ 0 h 9"/>
                <a:gd name="T10" fmla="*/ 17 w 10"/>
                <a:gd name="T11" fmla="*/ 0 h 9"/>
                <a:gd name="T12" fmla="*/ 0 w 10"/>
                <a:gd name="T13" fmla="*/ 36 h 9"/>
                <a:gd name="T14" fmla="*/ 27 w 10"/>
                <a:gd name="T15" fmla="*/ 80 h 9"/>
                <a:gd name="T16" fmla="*/ 84 w 10"/>
                <a:gd name="T17" fmla="*/ 80 h 9"/>
                <a:gd name="T18" fmla="*/ 92 w 10"/>
                <a:gd name="T19" fmla="*/ 36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9">
                  <a:moveTo>
                    <a:pt x="10" y="3"/>
                  </a:moveTo>
                  <a:cubicBezTo>
                    <a:pt x="10" y="4"/>
                    <a:pt x="10" y="6"/>
                    <a:pt x="9" y="7"/>
                  </a:cubicBezTo>
                  <a:cubicBezTo>
                    <a:pt x="8" y="8"/>
                    <a:pt x="6" y="9"/>
                    <a:pt x="3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5"/>
                    <a:pt x="3" y="7"/>
                  </a:cubicBezTo>
                  <a:cubicBezTo>
                    <a:pt x="6" y="9"/>
                    <a:pt x="8" y="8"/>
                    <a:pt x="9" y="7"/>
                  </a:cubicBezTo>
                  <a:cubicBezTo>
                    <a:pt x="10" y="6"/>
                    <a:pt x="10" y="4"/>
                    <a:pt x="10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5" name="Freeform 1016">
              <a:extLst>
                <a:ext uri="{FF2B5EF4-FFF2-40B4-BE49-F238E27FC236}">
                  <a16:creationId xmlns:a16="http://schemas.microsoft.com/office/drawing/2014/main" id="{CDF7C1B8-C59C-42EE-BAF0-E07435B4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273"/>
              <a:ext cx="25" cy="24"/>
            </a:xfrm>
            <a:custGeom>
              <a:avLst/>
              <a:gdLst>
                <a:gd name="T0" fmla="*/ 73 w 12"/>
                <a:gd name="T1" fmla="*/ 9 h 11"/>
                <a:gd name="T2" fmla="*/ 35 w 12"/>
                <a:gd name="T3" fmla="*/ 0 h 11"/>
                <a:gd name="T4" fmla="*/ 8 w 12"/>
                <a:gd name="T5" fmla="*/ 33 h 11"/>
                <a:gd name="T6" fmla="*/ 56 w 12"/>
                <a:gd name="T7" fmla="*/ 105 h 11"/>
                <a:gd name="T8" fmla="*/ 108 w 12"/>
                <a:gd name="T9" fmla="*/ 61 h 11"/>
                <a:gd name="T10" fmla="*/ 73 w 12"/>
                <a:gd name="T11" fmla="*/ 9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">
                  <a:moveTo>
                    <a:pt x="8" y="1"/>
                  </a:moveTo>
                  <a:cubicBezTo>
                    <a:pt x="7" y="0"/>
                    <a:pt x="5" y="0"/>
                    <a:pt x="4" y="0"/>
                  </a:cubicBezTo>
                  <a:cubicBezTo>
                    <a:pt x="3" y="1"/>
                    <a:pt x="2" y="2"/>
                    <a:pt x="1" y="3"/>
                  </a:cubicBezTo>
                  <a:cubicBezTo>
                    <a:pt x="0" y="6"/>
                    <a:pt x="2" y="10"/>
                    <a:pt x="6" y="10"/>
                  </a:cubicBezTo>
                  <a:cubicBezTo>
                    <a:pt x="10" y="11"/>
                    <a:pt x="12" y="8"/>
                    <a:pt x="12" y="6"/>
                  </a:cubicBezTo>
                  <a:cubicBezTo>
                    <a:pt x="12" y="3"/>
                    <a:pt x="11" y="3"/>
                    <a:pt x="8" y="1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96" name="Freeform 1017">
              <a:extLst>
                <a:ext uri="{FF2B5EF4-FFF2-40B4-BE49-F238E27FC236}">
                  <a16:creationId xmlns:a16="http://schemas.microsoft.com/office/drawing/2014/main" id="{DE9D29F7-6529-471C-ABB8-E24AEAB3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280"/>
              <a:ext cx="15" cy="11"/>
            </a:xfrm>
            <a:custGeom>
              <a:avLst/>
              <a:gdLst>
                <a:gd name="T0" fmla="*/ 60 w 7"/>
                <a:gd name="T1" fmla="*/ 20 h 5"/>
                <a:gd name="T2" fmla="*/ 60 w 7"/>
                <a:gd name="T3" fmla="*/ 44 h 5"/>
                <a:gd name="T4" fmla="*/ 19 w 7"/>
                <a:gd name="T5" fmla="*/ 44 h 5"/>
                <a:gd name="T6" fmla="*/ 0 w 7"/>
                <a:gd name="T7" fmla="*/ 9 h 5"/>
                <a:gd name="T8" fmla="*/ 9 w 7"/>
                <a:gd name="T9" fmla="*/ 0 h 5"/>
                <a:gd name="T10" fmla="*/ 9 w 7"/>
                <a:gd name="T11" fmla="*/ 0 h 5"/>
                <a:gd name="T12" fmla="*/ 0 w 7"/>
                <a:gd name="T13" fmla="*/ 9 h 5"/>
                <a:gd name="T14" fmla="*/ 19 w 7"/>
                <a:gd name="T15" fmla="*/ 44 h 5"/>
                <a:gd name="T16" fmla="*/ 60 w 7"/>
                <a:gd name="T17" fmla="*/ 44 h 5"/>
                <a:gd name="T18" fmla="*/ 60 w 7"/>
                <a:gd name="T19" fmla="*/ 2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7" y="2"/>
                    <a:pt x="7" y="3"/>
                    <a:pt x="6" y="4"/>
                  </a:cubicBezTo>
                  <a:cubicBezTo>
                    <a:pt x="5" y="5"/>
                    <a:pt x="4" y="5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2" y="4"/>
                  </a:cubicBezTo>
                  <a:cubicBezTo>
                    <a:pt x="4" y="5"/>
                    <a:pt x="5" y="5"/>
                    <a:pt x="6" y="4"/>
                  </a:cubicBezTo>
                  <a:cubicBezTo>
                    <a:pt x="7" y="3"/>
                    <a:pt x="7" y="2"/>
                    <a:pt x="6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7" name="Freeform 1018">
              <a:extLst>
                <a:ext uri="{FF2B5EF4-FFF2-40B4-BE49-F238E27FC236}">
                  <a16:creationId xmlns:a16="http://schemas.microsoft.com/office/drawing/2014/main" id="{A5C44042-99B1-4FE1-979A-E7308EBF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344"/>
              <a:ext cx="25" cy="25"/>
            </a:xfrm>
            <a:custGeom>
              <a:avLst/>
              <a:gdLst>
                <a:gd name="T0" fmla="*/ 73 w 12"/>
                <a:gd name="T1" fmla="*/ 11 h 11"/>
                <a:gd name="T2" fmla="*/ 35 w 12"/>
                <a:gd name="T3" fmla="*/ 0 h 11"/>
                <a:gd name="T4" fmla="*/ 8 w 12"/>
                <a:gd name="T5" fmla="*/ 36 h 11"/>
                <a:gd name="T6" fmla="*/ 56 w 12"/>
                <a:gd name="T7" fmla="*/ 118 h 11"/>
                <a:gd name="T8" fmla="*/ 108 w 12"/>
                <a:gd name="T9" fmla="*/ 73 h 11"/>
                <a:gd name="T10" fmla="*/ 73 w 12"/>
                <a:gd name="T11" fmla="*/ 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">
                  <a:moveTo>
                    <a:pt x="8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6"/>
                    <a:pt x="2" y="10"/>
                    <a:pt x="6" y="10"/>
                  </a:cubicBezTo>
                  <a:cubicBezTo>
                    <a:pt x="9" y="11"/>
                    <a:pt x="12" y="8"/>
                    <a:pt x="12" y="6"/>
                  </a:cubicBezTo>
                  <a:cubicBezTo>
                    <a:pt x="11" y="3"/>
                    <a:pt x="10" y="3"/>
                    <a:pt x="8" y="1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98" name="Freeform 1019">
              <a:extLst>
                <a:ext uri="{FF2B5EF4-FFF2-40B4-BE49-F238E27FC236}">
                  <a16:creationId xmlns:a16="http://schemas.microsoft.com/office/drawing/2014/main" id="{19CAB276-7F46-48E5-87BC-F0FAF59CB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351"/>
              <a:ext cx="12" cy="11"/>
            </a:xfrm>
            <a:custGeom>
              <a:avLst/>
              <a:gdLst>
                <a:gd name="T0" fmla="*/ 48 w 6"/>
                <a:gd name="T1" fmla="*/ 20 h 5"/>
                <a:gd name="T2" fmla="*/ 48 w 6"/>
                <a:gd name="T3" fmla="*/ 44 h 5"/>
                <a:gd name="T4" fmla="*/ 16 w 6"/>
                <a:gd name="T5" fmla="*/ 44 h 5"/>
                <a:gd name="T6" fmla="*/ 0 w 6"/>
                <a:gd name="T7" fmla="*/ 9 h 5"/>
                <a:gd name="T8" fmla="*/ 8 w 6"/>
                <a:gd name="T9" fmla="*/ 0 h 5"/>
                <a:gd name="T10" fmla="*/ 8 w 6"/>
                <a:gd name="T11" fmla="*/ 0 h 5"/>
                <a:gd name="T12" fmla="*/ 0 w 6"/>
                <a:gd name="T13" fmla="*/ 9 h 5"/>
                <a:gd name="T14" fmla="*/ 16 w 6"/>
                <a:gd name="T15" fmla="*/ 44 h 5"/>
                <a:gd name="T16" fmla="*/ 48 w 6"/>
                <a:gd name="T17" fmla="*/ 44 h 5"/>
                <a:gd name="T18" fmla="*/ 48 w 6"/>
                <a:gd name="T19" fmla="*/ 2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6" y="2"/>
                    <a:pt x="6" y="3"/>
                    <a:pt x="6" y="4"/>
                  </a:cubicBezTo>
                  <a:cubicBezTo>
                    <a:pt x="5" y="5"/>
                    <a:pt x="3" y="5"/>
                    <a:pt x="2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3"/>
                    <a:pt x="2" y="4"/>
                  </a:cubicBezTo>
                  <a:cubicBezTo>
                    <a:pt x="3" y="5"/>
                    <a:pt x="5" y="5"/>
                    <a:pt x="6" y="4"/>
                  </a:cubicBezTo>
                  <a:cubicBezTo>
                    <a:pt x="6" y="3"/>
                    <a:pt x="6" y="2"/>
                    <a:pt x="6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9" name="Freeform 1020">
              <a:extLst>
                <a:ext uri="{FF2B5EF4-FFF2-40B4-BE49-F238E27FC236}">
                  <a16:creationId xmlns:a16="http://schemas.microsoft.com/office/drawing/2014/main" id="{EEFD7FED-7462-48FD-A6CF-D776882FE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144"/>
              <a:ext cx="17" cy="17"/>
            </a:xfrm>
            <a:custGeom>
              <a:avLst/>
              <a:gdLst>
                <a:gd name="T0" fmla="*/ 60 w 8"/>
                <a:gd name="T1" fmla="*/ 19 h 8"/>
                <a:gd name="T2" fmla="*/ 40 w 8"/>
                <a:gd name="T3" fmla="*/ 0 h 8"/>
                <a:gd name="T4" fmla="*/ 9 w 8"/>
                <a:gd name="T5" fmla="*/ 9 h 8"/>
                <a:gd name="T6" fmla="*/ 19 w 8"/>
                <a:gd name="T7" fmla="*/ 68 h 8"/>
                <a:gd name="T8" fmla="*/ 68 w 8"/>
                <a:gd name="T9" fmla="*/ 60 h 8"/>
                <a:gd name="T10" fmla="*/ 60 w 8"/>
                <a:gd name="T11" fmla="*/ 1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6" y="2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4" y="8"/>
                    <a:pt x="6" y="7"/>
                    <a:pt x="7" y="6"/>
                  </a:cubicBezTo>
                  <a:cubicBezTo>
                    <a:pt x="8" y="4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0" name="Freeform 1021">
              <a:extLst>
                <a:ext uri="{FF2B5EF4-FFF2-40B4-BE49-F238E27FC236}">
                  <a16:creationId xmlns:a16="http://schemas.microsoft.com/office/drawing/2014/main" id="{4EA5D9AE-7F3B-4788-8B5A-95F6710F0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146"/>
              <a:ext cx="8" cy="11"/>
            </a:xfrm>
            <a:custGeom>
              <a:avLst/>
              <a:gdLst>
                <a:gd name="T0" fmla="*/ 32 w 4"/>
                <a:gd name="T1" fmla="*/ 33 h 5"/>
                <a:gd name="T2" fmla="*/ 24 w 4"/>
                <a:gd name="T3" fmla="*/ 53 h 5"/>
                <a:gd name="T4" fmla="*/ 0 w 4"/>
                <a:gd name="T5" fmla="*/ 33 h 5"/>
                <a:gd name="T6" fmla="*/ 0 w 4"/>
                <a:gd name="T7" fmla="*/ 9 h 5"/>
                <a:gd name="T8" fmla="*/ 16 w 4"/>
                <a:gd name="T9" fmla="*/ 0 h 5"/>
                <a:gd name="T10" fmla="*/ 16 w 4"/>
                <a:gd name="T11" fmla="*/ 0 h 5"/>
                <a:gd name="T12" fmla="*/ 0 w 4"/>
                <a:gd name="T13" fmla="*/ 9 h 5"/>
                <a:gd name="T14" fmla="*/ 0 w 4"/>
                <a:gd name="T15" fmla="*/ 33 h 5"/>
                <a:gd name="T16" fmla="*/ 24 w 4"/>
                <a:gd name="T17" fmla="*/ 53 h 5"/>
                <a:gd name="T18" fmla="*/ 32 w 4"/>
                <a:gd name="T19" fmla="*/ 3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3" y="4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1" name="Freeform 1022">
              <a:extLst>
                <a:ext uri="{FF2B5EF4-FFF2-40B4-BE49-F238E27FC236}">
                  <a16:creationId xmlns:a16="http://schemas.microsoft.com/office/drawing/2014/main" id="{8052CA89-8CA5-45F6-92A0-0F81277CC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231"/>
              <a:ext cx="23" cy="22"/>
            </a:xfrm>
            <a:custGeom>
              <a:avLst/>
              <a:gdLst>
                <a:gd name="T0" fmla="*/ 65 w 11"/>
                <a:gd name="T1" fmla="*/ 9 h 10"/>
                <a:gd name="T2" fmla="*/ 27 w 11"/>
                <a:gd name="T3" fmla="*/ 9 h 10"/>
                <a:gd name="T4" fmla="*/ 8 w 11"/>
                <a:gd name="T5" fmla="*/ 33 h 10"/>
                <a:gd name="T6" fmla="*/ 44 w 11"/>
                <a:gd name="T7" fmla="*/ 97 h 10"/>
                <a:gd name="T8" fmla="*/ 92 w 11"/>
                <a:gd name="T9" fmla="*/ 53 h 10"/>
                <a:gd name="T10" fmla="*/ 65 w 11"/>
                <a:gd name="T11" fmla="*/ 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0">
                  <a:moveTo>
                    <a:pt x="7" y="1"/>
                  </a:moveTo>
                  <a:cubicBezTo>
                    <a:pt x="6" y="1"/>
                    <a:pt x="5" y="0"/>
                    <a:pt x="3" y="1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6"/>
                    <a:pt x="2" y="9"/>
                    <a:pt x="5" y="9"/>
                  </a:cubicBezTo>
                  <a:cubicBezTo>
                    <a:pt x="8" y="10"/>
                    <a:pt x="11" y="7"/>
                    <a:pt x="10" y="5"/>
                  </a:cubicBezTo>
                  <a:cubicBezTo>
                    <a:pt x="10" y="3"/>
                    <a:pt x="9" y="2"/>
                    <a:pt x="7" y="1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665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02" name="Freeform 1023">
              <a:extLst>
                <a:ext uri="{FF2B5EF4-FFF2-40B4-BE49-F238E27FC236}">
                  <a16:creationId xmlns:a16="http://schemas.microsoft.com/office/drawing/2014/main" id="{C9D9673A-316F-4235-9CD9-D1DC91B88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235"/>
              <a:ext cx="11" cy="11"/>
            </a:xfrm>
            <a:custGeom>
              <a:avLst/>
              <a:gdLst>
                <a:gd name="T0" fmla="*/ 53 w 5"/>
                <a:gd name="T1" fmla="*/ 20 h 5"/>
                <a:gd name="T2" fmla="*/ 53 w 5"/>
                <a:gd name="T3" fmla="*/ 44 h 5"/>
                <a:gd name="T4" fmla="*/ 9 w 5"/>
                <a:gd name="T5" fmla="*/ 44 h 5"/>
                <a:gd name="T6" fmla="*/ 0 w 5"/>
                <a:gd name="T7" fmla="*/ 20 h 5"/>
                <a:gd name="T8" fmla="*/ 9 w 5"/>
                <a:gd name="T9" fmla="*/ 0 h 5"/>
                <a:gd name="T10" fmla="*/ 9 w 5"/>
                <a:gd name="T11" fmla="*/ 0 h 5"/>
                <a:gd name="T12" fmla="*/ 0 w 5"/>
                <a:gd name="T13" fmla="*/ 20 h 5"/>
                <a:gd name="T14" fmla="*/ 9 w 5"/>
                <a:gd name="T15" fmla="*/ 44 h 5"/>
                <a:gd name="T16" fmla="*/ 53 w 5"/>
                <a:gd name="T17" fmla="*/ 44 h 5"/>
                <a:gd name="T18" fmla="*/ 53 w 5"/>
                <a:gd name="T19" fmla="*/ 2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3"/>
                    <a:pt x="5" y="4"/>
                    <a:pt x="5" y="4"/>
                  </a:cubicBezTo>
                  <a:cubicBezTo>
                    <a:pt x="4" y="5"/>
                    <a:pt x="3" y="5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5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3" name="Freeform 1024">
              <a:extLst>
                <a:ext uri="{FF2B5EF4-FFF2-40B4-BE49-F238E27FC236}">
                  <a16:creationId xmlns:a16="http://schemas.microsoft.com/office/drawing/2014/main" id="{56BD2E13-5A3D-40FC-8265-8739785E0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659"/>
              <a:ext cx="50" cy="51"/>
            </a:xfrm>
            <a:custGeom>
              <a:avLst/>
              <a:gdLst>
                <a:gd name="T0" fmla="*/ 144 w 24"/>
                <a:gd name="T1" fmla="*/ 35 h 23"/>
                <a:gd name="T2" fmla="*/ 73 w 24"/>
                <a:gd name="T3" fmla="*/ 20 h 23"/>
                <a:gd name="T4" fmla="*/ 17 w 24"/>
                <a:gd name="T5" fmla="*/ 78 h 23"/>
                <a:gd name="T6" fmla="*/ 108 w 24"/>
                <a:gd name="T7" fmla="*/ 242 h 23"/>
                <a:gd name="T8" fmla="*/ 217 w 24"/>
                <a:gd name="T9" fmla="*/ 133 h 23"/>
                <a:gd name="T10" fmla="*/ 144 w 24"/>
                <a:gd name="T11" fmla="*/ 3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16" y="3"/>
                  </a:moveTo>
                  <a:cubicBezTo>
                    <a:pt x="13" y="1"/>
                    <a:pt x="10" y="0"/>
                    <a:pt x="8" y="2"/>
                  </a:cubicBezTo>
                  <a:cubicBezTo>
                    <a:pt x="5" y="3"/>
                    <a:pt x="3" y="4"/>
                    <a:pt x="2" y="7"/>
                  </a:cubicBezTo>
                  <a:cubicBezTo>
                    <a:pt x="0" y="13"/>
                    <a:pt x="5" y="21"/>
                    <a:pt x="12" y="22"/>
                  </a:cubicBezTo>
                  <a:cubicBezTo>
                    <a:pt x="19" y="23"/>
                    <a:pt x="24" y="17"/>
                    <a:pt x="24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96" name="Freeform 1025">
              <a:extLst>
                <a:ext uri="{FF2B5EF4-FFF2-40B4-BE49-F238E27FC236}">
                  <a16:creationId xmlns:a16="http://schemas.microsoft.com/office/drawing/2014/main" id="{153328FE-5BEA-4310-BCF5-62C7C5E5E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672"/>
              <a:ext cx="28" cy="25"/>
            </a:xfrm>
            <a:custGeom>
              <a:avLst/>
              <a:gdLst>
                <a:gd name="T0" fmla="*/ 121 w 13"/>
                <a:gd name="T1" fmla="*/ 45 h 11"/>
                <a:gd name="T2" fmla="*/ 121 w 13"/>
                <a:gd name="T3" fmla="*/ 102 h 11"/>
                <a:gd name="T4" fmla="*/ 41 w 13"/>
                <a:gd name="T5" fmla="*/ 102 h 11"/>
                <a:gd name="T6" fmla="*/ 9 w 13"/>
                <a:gd name="T7" fmla="*/ 45 h 11"/>
                <a:gd name="T8" fmla="*/ 28 w 13"/>
                <a:gd name="T9" fmla="*/ 0 h 11"/>
                <a:gd name="T10" fmla="*/ 28 w 13"/>
                <a:gd name="T11" fmla="*/ 0 h 11"/>
                <a:gd name="T12" fmla="*/ 0 w 13"/>
                <a:gd name="T13" fmla="*/ 45 h 11"/>
                <a:gd name="T14" fmla="*/ 41 w 13"/>
                <a:gd name="T15" fmla="*/ 102 h 11"/>
                <a:gd name="T16" fmla="*/ 121 w 13"/>
                <a:gd name="T17" fmla="*/ 102 h 11"/>
                <a:gd name="T18" fmla="*/ 121 w 13"/>
                <a:gd name="T19" fmla="*/ 4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4"/>
                  </a:moveTo>
                  <a:cubicBezTo>
                    <a:pt x="13" y="6"/>
                    <a:pt x="13" y="8"/>
                    <a:pt x="12" y="9"/>
                  </a:cubicBezTo>
                  <a:cubicBezTo>
                    <a:pt x="10" y="11"/>
                    <a:pt x="7" y="11"/>
                    <a:pt x="4" y="9"/>
                  </a:cubicBezTo>
                  <a:cubicBezTo>
                    <a:pt x="1" y="7"/>
                    <a:pt x="1" y="5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4"/>
                  </a:cubicBezTo>
                  <a:cubicBezTo>
                    <a:pt x="0" y="5"/>
                    <a:pt x="1" y="7"/>
                    <a:pt x="4" y="9"/>
                  </a:cubicBezTo>
                  <a:cubicBezTo>
                    <a:pt x="7" y="11"/>
                    <a:pt x="10" y="11"/>
                    <a:pt x="12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97" name="Freeform 1026">
              <a:extLst>
                <a:ext uri="{FF2B5EF4-FFF2-40B4-BE49-F238E27FC236}">
                  <a16:creationId xmlns:a16="http://schemas.microsoft.com/office/drawing/2014/main" id="{BAEDBA55-42E6-4970-8ABB-C7872E1BC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659"/>
              <a:ext cx="50" cy="49"/>
            </a:xfrm>
            <a:custGeom>
              <a:avLst/>
              <a:gdLst>
                <a:gd name="T0" fmla="*/ 135 w 24"/>
                <a:gd name="T1" fmla="*/ 20 h 22"/>
                <a:gd name="T2" fmla="*/ 73 w 24"/>
                <a:gd name="T3" fmla="*/ 9 h 22"/>
                <a:gd name="T4" fmla="*/ 17 w 24"/>
                <a:gd name="T5" fmla="*/ 65 h 22"/>
                <a:gd name="T6" fmla="*/ 108 w 24"/>
                <a:gd name="T7" fmla="*/ 234 h 22"/>
                <a:gd name="T8" fmla="*/ 208 w 24"/>
                <a:gd name="T9" fmla="*/ 118 h 22"/>
                <a:gd name="T10" fmla="*/ 135 w 24"/>
                <a:gd name="T11" fmla="*/ 2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5" y="2"/>
                    <a:pt x="3" y="3"/>
                    <a:pt x="2" y="6"/>
                  </a:cubicBezTo>
                  <a:cubicBezTo>
                    <a:pt x="0" y="13"/>
                    <a:pt x="5" y="20"/>
                    <a:pt x="12" y="21"/>
                  </a:cubicBezTo>
                  <a:cubicBezTo>
                    <a:pt x="19" y="22"/>
                    <a:pt x="24" y="16"/>
                    <a:pt x="23" y="11"/>
                  </a:cubicBezTo>
                  <a:cubicBezTo>
                    <a:pt x="22" y="7"/>
                    <a:pt x="21" y="5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98" name="Freeform 1027">
              <a:extLst>
                <a:ext uri="{FF2B5EF4-FFF2-40B4-BE49-F238E27FC236}">
                  <a16:creationId xmlns:a16="http://schemas.microsoft.com/office/drawing/2014/main" id="{4FD66574-34D3-47EC-BE2F-70B275967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670"/>
              <a:ext cx="27" cy="27"/>
            </a:xfrm>
            <a:custGeom>
              <a:avLst/>
              <a:gdLst>
                <a:gd name="T0" fmla="*/ 108 w 13"/>
                <a:gd name="T1" fmla="*/ 45 h 12"/>
                <a:gd name="T2" fmla="*/ 100 w 13"/>
                <a:gd name="T3" fmla="*/ 101 h 12"/>
                <a:gd name="T4" fmla="*/ 35 w 13"/>
                <a:gd name="T5" fmla="*/ 101 h 12"/>
                <a:gd name="T6" fmla="*/ 0 w 13"/>
                <a:gd name="T7" fmla="*/ 45 h 12"/>
                <a:gd name="T8" fmla="*/ 17 w 13"/>
                <a:gd name="T9" fmla="*/ 0 h 12"/>
                <a:gd name="T10" fmla="*/ 17 w 13"/>
                <a:gd name="T11" fmla="*/ 0 h 12"/>
                <a:gd name="T12" fmla="*/ 0 w 13"/>
                <a:gd name="T13" fmla="*/ 45 h 12"/>
                <a:gd name="T14" fmla="*/ 35 w 13"/>
                <a:gd name="T15" fmla="*/ 101 h 12"/>
                <a:gd name="T16" fmla="*/ 100 w 13"/>
                <a:gd name="T17" fmla="*/ 101 h 12"/>
                <a:gd name="T18" fmla="*/ 108 w 13"/>
                <a:gd name="T19" fmla="*/ 45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2">
                  <a:moveTo>
                    <a:pt x="12" y="4"/>
                  </a:moveTo>
                  <a:cubicBezTo>
                    <a:pt x="13" y="6"/>
                    <a:pt x="13" y="8"/>
                    <a:pt x="11" y="9"/>
                  </a:cubicBezTo>
                  <a:cubicBezTo>
                    <a:pt x="10" y="11"/>
                    <a:pt x="7" y="11"/>
                    <a:pt x="4" y="9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7"/>
                    <a:pt x="4" y="9"/>
                  </a:cubicBezTo>
                  <a:cubicBezTo>
                    <a:pt x="7" y="12"/>
                    <a:pt x="10" y="11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99" name="Freeform 1028">
              <a:extLst>
                <a:ext uri="{FF2B5EF4-FFF2-40B4-BE49-F238E27FC236}">
                  <a16:creationId xmlns:a16="http://schemas.microsoft.com/office/drawing/2014/main" id="{1A65D2FB-68BE-40C1-8C52-3866633B8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710"/>
              <a:ext cx="50" cy="52"/>
            </a:xfrm>
            <a:custGeom>
              <a:avLst/>
              <a:gdLst>
                <a:gd name="T0" fmla="*/ 135 w 24"/>
                <a:gd name="T1" fmla="*/ 36 h 23"/>
                <a:gd name="T2" fmla="*/ 65 w 24"/>
                <a:gd name="T3" fmla="*/ 25 h 23"/>
                <a:gd name="T4" fmla="*/ 17 w 24"/>
                <a:gd name="T5" fmla="*/ 81 h 23"/>
                <a:gd name="T6" fmla="*/ 108 w 24"/>
                <a:gd name="T7" fmla="*/ 255 h 23"/>
                <a:gd name="T8" fmla="*/ 208 w 24"/>
                <a:gd name="T9" fmla="*/ 138 h 23"/>
                <a:gd name="T10" fmla="*/ 135 w 24"/>
                <a:gd name="T11" fmla="*/ 3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15" y="3"/>
                  </a:moveTo>
                  <a:cubicBezTo>
                    <a:pt x="12" y="2"/>
                    <a:pt x="10" y="0"/>
                    <a:pt x="7" y="2"/>
                  </a:cubicBezTo>
                  <a:cubicBezTo>
                    <a:pt x="5" y="3"/>
                    <a:pt x="3" y="4"/>
                    <a:pt x="2" y="7"/>
                  </a:cubicBezTo>
                  <a:cubicBezTo>
                    <a:pt x="0" y="13"/>
                    <a:pt x="4" y="21"/>
                    <a:pt x="12" y="22"/>
                  </a:cubicBezTo>
                  <a:cubicBezTo>
                    <a:pt x="19" y="23"/>
                    <a:pt x="24" y="17"/>
                    <a:pt x="23" y="12"/>
                  </a:cubicBezTo>
                  <a:cubicBezTo>
                    <a:pt x="22" y="8"/>
                    <a:pt x="21" y="6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00" name="Freeform 1029">
              <a:extLst>
                <a:ext uri="{FF2B5EF4-FFF2-40B4-BE49-F238E27FC236}">
                  <a16:creationId xmlns:a16="http://schemas.microsoft.com/office/drawing/2014/main" id="{CA53EDD1-4344-40DF-935C-F66F9435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724"/>
              <a:ext cx="28" cy="26"/>
            </a:xfrm>
            <a:custGeom>
              <a:avLst/>
              <a:gdLst>
                <a:gd name="T0" fmla="*/ 121 w 13"/>
                <a:gd name="T1" fmla="*/ 43 h 12"/>
                <a:gd name="T2" fmla="*/ 112 w 13"/>
                <a:gd name="T3" fmla="*/ 93 h 12"/>
                <a:gd name="T4" fmla="*/ 41 w 13"/>
                <a:gd name="T5" fmla="*/ 93 h 12"/>
                <a:gd name="T6" fmla="*/ 0 w 13"/>
                <a:gd name="T7" fmla="*/ 43 h 12"/>
                <a:gd name="T8" fmla="*/ 19 w 13"/>
                <a:gd name="T9" fmla="*/ 0 h 12"/>
                <a:gd name="T10" fmla="*/ 19 w 13"/>
                <a:gd name="T11" fmla="*/ 0 h 12"/>
                <a:gd name="T12" fmla="*/ 0 w 13"/>
                <a:gd name="T13" fmla="*/ 43 h 12"/>
                <a:gd name="T14" fmla="*/ 28 w 13"/>
                <a:gd name="T15" fmla="*/ 93 h 12"/>
                <a:gd name="T16" fmla="*/ 112 w 13"/>
                <a:gd name="T17" fmla="*/ 93 h 12"/>
                <a:gd name="T18" fmla="*/ 121 w 13"/>
                <a:gd name="T19" fmla="*/ 4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2">
                  <a:moveTo>
                    <a:pt x="12" y="4"/>
                  </a:moveTo>
                  <a:cubicBezTo>
                    <a:pt x="13" y="6"/>
                    <a:pt x="12" y="8"/>
                    <a:pt x="11" y="9"/>
                  </a:cubicBezTo>
                  <a:cubicBezTo>
                    <a:pt x="10" y="11"/>
                    <a:pt x="7" y="11"/>
                    <a:pt x="4" y="9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0" y="7"/>
                    <a:pt x="3" y="9"/>
                  </a:cubicBezTo>
                  <a:cubicBezTo>
                    <a:pt x="7" y="12"/>
                    <a:pt x="10" y="11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1" name="Freeform 1030">
              <a:extLst>
                <a:ext uri="{FF2B5EF4-FFF2-40B4-BE49-F238E27FC236}">
                  <a16:creationId xmlns:a16="http://schemas.microsoft.com/office/drawing/2014/main" id="{97E57982-BFA0-448F-B276-ECC40DE1C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933"/>
              <a:ext cx="56" cy="58"/>
            </a:xfrm>
            <a:custGeom>
              <a:avLst/>
              <a:gdLst>
                <a:gd name="T0" fmla="*/ 141 w 27"/>
                <a:gd name="T1" fmla="*/ 20 h 26"/>
                <a:gd name="T2" fmla="*/ 73 w 27"/>
                <a:gd name="T3" fmla="*/ 9 h 26"/>
                <a:gd name="T4" fmla="*/ 52 w 27"/>
                <a:gd name="T5" fmla="*/ 199 h 26"/>
                <a:gd name="T6" fmla="*/ 207 w 27"/>
                <a:gd name="T7" fmla="*/ 254 h 26"/>
                <a:gd name="T8" fmla="*/ 232 w 27"/>
                <a:gd name="T9" fmla="*/ 154 h 26"/>
                <a:gd name="T10" fmla="*/ 189 w 27"/>
                <a:gd name="T11" fmla="*/ 80 h 26"/>
                <a:gd name="T12" fmla="*/ 141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6" y="2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0" y="3"/>
                    <a:pt x="1" y="12"/>
                    <a:pt x="6" y="18"/>
                  </a:cubicBezTo>
                  <a:cubicBezTo>
                    <a:pt x="11" y="24"/>
                    <a:pt x="20" y="26"/>
                    <a:pt x="23" y="23"/>
                  </a:cubicBezTo>
                  <a:cubicBezTo>
                    <a:pt x="27" y="21"/>
                    <a:pt x="27" y="18"/>
                    <a:pt x="26" y="14"/>
                  </a:cubicBezTo>
                  <a:cubicBezTo>
                    <a:pt x="25" y="11"/>
                    <a:pt x="22" y="8"/>
                    <a:pt x="21" y="7"/>
                  </a:cubicBezTo>
                  <a:cubicBezTo>
                    <a:pt x="19" y="5"/>
                    <a:pt x="17" y="3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02" name="Freeform 1031">
              <a:extLst>
                <a:ext uri="{FF2B5EF4-FFF2-40B4-BE49-F238E27FC236}">
                  <a16:creationId xmlns:a16="http://schemas.microsoft.com/office/drawing/2014/main" id="{6DFEBC41-54F1-48C1-883B-3AD540354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949"/>
              <a:ext cx="26" cy="27"/>
            </a:xfrm>
            <a:custGeom>
              <a:avLst/>
              <a:gdLst>
                <a:gd name="T0" fmla="*/ 9 w 12"/>
                <a:gd name="T1" fmla="*/ 11 h 12"/>
                <a:gd name="T2" fmla="*/ 20 w 12"/>
                <a:gd name="T3" fmla="*/ 72 h 12"/>
                <a:gd name="T4" fmla="*/ 93 w 12"/>
                <a:gd name="T5" fmla="*/ 137 h 12"/>
                <a:gd name="T6" fmla="*/ 121 w 12"/>
                <a:gd name="T7" fmla="*/ 126 h 12"/>
                <a:gd name="T8" fmla="*/ 121 w 12"/>
                <a:gd name="T9" fmla="*/ 126 h 12"/>
                <a:gd name="T10" fmla="*/ 93 w 12"/>
                <a:gd name="T11" fmla="*/ 137 h 12"/>
                <a:gd name="T12" fmla="*/ 20 w 12"/>
                <a:gd name="T13" fmla="*/ 72 h 12"/>
                <a:gd name="T14" fmla="*/ 9 w 12"/>
                <a:gd name="T15" fmla="*/ 11 h 12"/>
                <a:gd name="T16" fmla="*/ 43 w 12"/>
                <a:gd name="T17" fmla="*/ 0 h 12"/>
                <a:gd name="T18" fmla="*/ 43 w 12"/>
                <a:gd name="T19" fmla="*/ 0 h 12"/>
                <a:gd name="T20" fmla="*/ 9 w 12"/>
                <a:gd name="T21" fmla="*/ 1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2">
                  <a:moveTo>
                    <a:pt x="1" y="1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4" y="9"/>
                    <a:pt x="6" y="12"/>
                    <a:pt x="9" y="12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2"/>
                    <a:pt x="10" y="12"/>
                    <a:pt x="9" y="12"/>
                  </a:cubicBezTo>
                  <a:cubicBezTo>
                    <a:pt x="7" y="11"/>
                    <a:pt x="4" y="9"/>
                    <a:pt x="2" y="6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3" name="Freeform 1032">
              <a:extLst>
                <a:ext uri="{FF2B5EF4-FFF2-40B4-BE49-F238E27FC236}">
                  <a16:creationId xmlns:a16="http://schemas.microsoft.com/office/drawing/2014/main" id="{6EF0BB5D-8A50-442C-A10D-44EAA9BE5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931"/>
              <a:ext cx="38" cy="29"/>
            </a:xfrm>
            <a:custGeom>
              <a:avLst/>
              <a:gdLst>
                <a:gd name="T0" fmla="*/ 8 w 18"/>
                <a:gd name="T1" fmla="*/ 20 h 13"/>
                <a:gd name="T2" fmla="*/ 57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" y="2"/>
                  </a:moveTo>
                  <a:cubicBezTo>
                    <a:pt x="0" y="11"/>
                    <a:pt x="18" y="1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4" name="Freeform 1033">
              <a:extLst>
                <a:ext uri="{FF2B5EF4-FFF2-40B4-BE49-F238E27FC236}">
                  <a16:creationId xmlns:a16="http://schemas.microsoft.com/office/drawing/2014/main" id="{500DC7AB-96DA-45A0-838F-80C2BA148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670"/>
              <a:ext cx="48" cy="40"/>
            </a:xfrm>
            <a:custGeom>
              <a:avLst/>
              <a:gdLst>
                <a:gd name="T0" fmla="*/ 0 w 23"/>
                <a:gd name="T1" fmla="*/ 162 h 18"/>
                <a:gd name="T2" fmla="*/ 165 w 2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8">
                  <a:moveTo>
                    <a:pt x="0" y="15"/>
                  </a:moveTo>
                  <a:cubicBezTo>
                    <a:pt x="9" y="18"/>
                    <a:pt x="23" y="11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5" name="Freeform 1034">
              <a:extLst>
                <a:ext uri="{FF2B5EF4-FFF2-40B4-BE49-F238E27FC236}">
                  <a16:creationId xmlns:a16="http://schemas.microsoft.com/office/drawing/2014/main" id="{023E14F9-592F-4605-BF01-466396E1F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681"/>
              <a:ext cx="16" cy="9"/>
            </a:xfrm>
            <a:custGeom>
              <a:avLst/>
              <a:gdLst>
                <a:gd name="T0" fmla="*/ 0 w 8"/>
                <a:gd name="T1" fmla="*/ 25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2"/>
                  </a:moveTo>
                  <a:cubicBezTo>
                    <a:pt x="3" y="4"/>
                    <a:pt x="7" y="3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6" name="Freeform 1035">
              <a:extLst>
                <a:ext uri="{FF2B5EF4-FFF2-40B4-BE49-F238E27FC236}">
                  <a16:creationId xmlns:a16="http://schemas.microsoft.com/office/drawing/2014/main" id="{BFA9DDB6-C21B-42A6-9CF0-B813731CA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766"/>
              <a:ext cx="38" cy="22"/>
            </a:xfrm>
            <a:custGeom>
              <a:avLst/>
              <a:gdLst>
                <a:gd name="T0" fmla="*/ 0 w 18"/>
                <a:gd name="T1" fmla="*/ 20 h 10"/>
                <a:gd name="T2" fmla="*/ 169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2"/>
                  </a:moveTo>
                  <a:cubicBezTo>
                    <a:pt x="6" y="10"/>
                    <a:pt x="13" y="9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7" name="Freeform 1036">
              <a:extLst>
                <a:ext uri="{FF2B5EF4-FFF2-40B4-BE49-F238E27FC236}">
                  <a16:creationId xmlns:a16="http://schemas.microsoft.com/office/drawing/2014/main" id="{087F0B0B-B1AF-43AE-ADAC-766C0CA49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761"/>
              <a:ext cx="16" cy="9"/>
            </a:xfrm>
            <a:custGeom>
              <a:avLst/>
              <a:gdLst>
                <a:gd name="T0" fmla="*/ 0 w 8"/>
                <a:gd name="T1" fmla="*/ 0 h 4"/>
                <a:gd name="T2" fmla="*/ 64 w 8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4"/>
                    <a:pt x="5" y="4"/>
                    <a:pt x="8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8" name="Freeform 1037">
              <a:extLst>
                <a:ext uri="{FF2B5EF4-FFF2-40B4-BE49-F238E27FC236}">
                  <a16:creationId xmlns:a16="http://schemas.microsoft.com/office/drawing/2014/main" id="{1ED36727-D20A-4446-B060-765CFF86C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424"/>
              <a:ext cx="341" cy="69"/>
            </a:xfrm>
            <a:custGeom>
              <a:avLst/>
              <a:gdLst>
                <a:gd name="T0" fmla="*/ 0 w 163"/>
                <a:gd name="T1" fmla="*/ 343 h 31"/>
                <a:gd name="T2" fmla="*/ 705 w 163"/>
                <a:gd name="T3" fmla="*/ 154 h 31"/>
                <a:gd name="T4" fmla="*/ 1126 w 163"/>
                <a:gd name="T5" fmla="*/ 134 h 31"/>
                <a:gd name="T6" fmla="*/ 1492 w 163"/>
                <a:gd name="T7" fmla="*/ 9 h 31"/>
                <a:gd name="T8" fmla="*/ 753 w 163"/>
                <a:gd name="T9" fmla="*/ 80 h 31"/>
                <a:gd name="T10" fmla="*/ 377 w 163"/>
                <a:gd name="T11" fmla="*/ 109 h 31"/>
                <a:gd name="T12" fmla="*/ 44 w 163"/>
                <a:gd name="T13" fmla="*/ 26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3" h="31">
                  <a:moveTo>
                    <a:pt x="0" y="31"/>
                  </a:moveTo>
                  <a:cubicBezTo>
                    <a:pt x="27" y="31"/>
                    <a:pt x="51" y="18"/>
                    <a:pt x="77" y="14"/>
                  </a:cubicBezTo>
                  <a:cubicBezTo>
                    <a:pt x="93" y="11"/>
                    <a:pt x="107" y="15"/>
                    <a:pt x="123" y="12"/>
                  </a:cubicBezTo>
                  <a:cubicBezTo>
                    <a:pt x="136" y="9"/>
                    <a:pt x="149" y="0"/>
                    <a:pt x="163" y="1"/>
                  </a:cubicBezTo>
                  <a:cubicBezTo>
                    <a:pt x="136" y="1"/>
                    <a:pt x="110" y="2"/>
                    <a:pt x="82" y="7"/>
                  </a:cubicBezTo>
                  <a:cubicBezTo>
                    <a:pt x="69" y="9"/>
                    <a:pt x="54" y="7"/>
                    <a:pt x="41" y="10"/>
                  </a:cubicBezTo>
                  <a:cubicBezTo>
                    <a:pt x="28" y="13"/>
                    <a:pt x="20" y="26"/>
                    <a:pt x="5" y="24"/>
                  </a:cubicBezTo>
                </a:path>
              </a:pathLst>
            </a:custGeom>
            <a:solidFill>
              <a:srgbClr val="F7C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9" name="Freeform 1038">
              <a:extLst>
                <a:ext uri="{FF2B5EF4-FFF2-40B4-BE49-F238E27FC236}">
                  <a16:creationId xmlns:a16="http://schemas.microsoft.com/office/drawing/2014/main" id="{9CEDA292-3A3A-43E5-9A52-928A34E2E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440"/>
              <a:ext cx="96" cy="31"/>
            </a:xfrm>
            <a:custGeom>
              <a:avLst/>
              <a:gdLst>
                <a:gd name="T0" fmla="*/ 0 w 46"/>
                <a:gd name="T1" fmla="*/ 153 h 14"/>
                <a:gd name="T2" fmla="*/ 417 w 46"/>
                <a:gd name="T3" fmla="*/ 44 h 14"/>
                <a:gd name="T4" fmla="*/ 65 w 46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4">
                  <a:moveTo>
                    <a:pt x="0" y="14"/>
                  </a:moveTo>
                  <a:cubicBezTo>
                    <a:pt x="16" y="6"/>
                    <a:pt x="28" y="0"/>
                    <a:pt x="46" y="4"/>
                  </a:cubicBezTo>
                  <a:cubicBezTo>
                    <a:pt x="34" y="6"/>
                    <a:pt x="16" y="8"/>
                    <a:pt x="7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0" name="Freeform 1039">
              <a:extLst>
                <a:ext uri="{FF2B5EF4-FFF2-40B4-BE49-F238E27FC236}">
                  <a16:creationId xmlns:a16="http://schemas.microsoft.com/office/drawing/2014/main" id="{8BFC81A2-96F7-454C-8921-FADAE2CBF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440"/>
              <a:ext cx="76" cy="20"/>
            </a:xfrm>
            <a:custGeom>
              <a:avLst/>
              <a:gdLst>
                <a:gd name="T0" fmla="*/ 0 w 36"/>
                <a:gd name="T1" fmla="*/ 36 h 9"/>
                <a:gd name="T2" fmla="*/ 338 w 36"/>
                <a:gd name="T3" fmla="*/ 0 h 9"/>
                <a:gd name="T4" fmla="*/ 196 w 36"/>
                <a:gd name="T5" fmla="*/ 0 h 9"/>
                <a:gd name="T6" fmla="*/ 177 w 36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9">
                  <a:moveTo>
                    <a:pt x="0" y="3"/>
                  </a:moveTo>
                  <a:cubicBezTo>
                    <a:pt x="8" y="6"/>
                    <a:pt x="31" y="9"/>
                    <a:pt x="36" y="0"/>
                  </a:cubicBezTo>
                  <a:cubicBezTo>
                    <a:pt x="31" y="0"/>
                    <a:pt x="25" y="5"/>
                    <a:pt x="21" y="0"/>
                  </a:cubicBezTo>
                  <a:cubicBezTo>
                    <a:pt x="19" y="0"/>
                    <a:pt x="20" y="1"/>
                    <a:pt x="1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1" name="Freeform 1040">
              <a:extLst>
                <a:ext uri="{FF2B5EF4-FFF2-40B4-BE49-F238E27FC236}">
                  <a16:creationId xmlns:a16="http://schemas.microsoft.com/office/drawing/2014/main" id="{5893C28D-36D5-412A-991F-710F6B444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3422"/>
              <a:ext cx="17" cy="20"/>
            </a:xfrm>
            <a:custGeom>
              <a:avLst/>
              <a:gdLst>
                <a:gd name="T0" fmla="*/ 0 w 8"/>
                <a:gd name="T1" fmla="*/ 0 h 9"/>
                <a:gd name="T2" fmla="*/ 77 w 8"/>
                <a:gd name="T3" fmla="*/ 80 h 9"/>
                <a:gd name="T4" fmla="*/ 68 w 8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0" y="6"/>
                    <a:pt x="3" y="9"/>
                    <a:pt x="8" y="7"/>
                  </a:cubicBezTo>
                  <a:cubicBezTo>
                    <a:pt x="8" y="5"/>
                    <a:pt x="7" y="5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2" name="Freeform 1041">
              <a:extLst>
                <a:ext uri="{FF2B5EF4-FFF2-40B4-BE49-F238E27FC236}">
                  <a16:creationId xmlns:a16="http://schemas.microsoft.com/office/drawing/2014/main" id="{207468AD-DB2A-4EC0-B960-EEB41C3DE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038"/>
              <a:ext cx="335" cy="319"/>
            </a:xfrm>
            <a:custGeom>
              <a:avLst/>
              <a:gdLst>
                <a:gd name="T0" fmla="*/ 0 w 160"/>
                <a:gd name="T1" fmla="*/ 0 h 143"/>
                <a:gd name="T2" fmla="*/ 1468 w 160"/>
                <a:gd name="T3" fmla="*/ 1588 h 143"/>
                <a:gd name="T4" fmla="*/ 0 w 160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43">
                  <a:moveTo>
                    <a:pt x="0" y="0"/>
                  </a:moveTo>
                  <a:cubicBezTo>
                    <a:pt x="29" y="16"/>
                    <a:pt x="108" y="58"/>
                    <a:pt x="160" y="143"/>
                  </a:cubicBezTo>
                  <a:cubicBezTo>
                    <a:pt x="131" y="108"/>
                    <a:pt x="47" y="30"/>
                    <a:pt x="0" y="0"/>
                  </a:cubicBezTo>
                  <a:close/>
                </a:path>
              </a:pathLst>
            </a:custGeom>
            <a:solidFill>
              <a:srgbClr val="F7C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3" name="Freeform 1042">
              <a:extLst>
                <a:ext uri="{FF2B5EF4-FFF2-40B4-BE49-F238E27FC236}">
                  <a16:creationId xmlns:a16="http://schemas.microsoft.com/office/drawing/2014/main" id="{24382222-E620-4E4B-8FDB-8986AB4AC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136"/>
              <a:ext cx="92" cy="101"/>
            </a:xfrm>
            <a:custGeom>
              <a:avLst/>
              <a:gdLst>
                <a:gd name="T0" fmla="*/ 0 w 44"/>
                <a:gd name="T1" fmla="*/ 0 h 45"/>
                <a:gd name="T2" fmla="*/ 401 w 44"/>
                <a:gd name="T3" fmla="*/ 509 h 45"/>
                <a:gd name="T4" fmla="*/ 284 w 44"/>
                <a:gd name="T5" fmla="*/ 373 h 45"/>
                <a:gd name="T6" fmla="*/ 184 w 44"/>
                <a:gd name="T7" fmla="*/ 272 h 45"/>
                <a:gd name="T8" fmla="*/ 27 w 44"/>
                <a:gd name="T9" fmla="*/ 6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5">
                  <a:moveTo>
                    <a:pt x="0" y="0"/>
                  </a:moveTo>
                  <a:cubicBezTo>
                    <a:pt x="16" y="13"/>
                    <a:pt x="35" y="27"/>
                    <a:pt x="44" y="45"/>
                  </a:cubicBezTo>
                  <a:cubicBezTo>
                    <a:pt x="39" y="42"/>
                    <a:pt x="36" y="37"/>
                    <a:pt x="31" y="33"/>
                  </a:cubicBezTo>
                  <a:cubicBezTo>
                    <a:pt x="28" y="30"/>
                    <a:pt x="23" y="28"/>
                    <a:pt x="20" y="24"/>
                  </a:cubicBezTo>
                  <a:cubicBezTo>
                    <a:pt x="15" y="19"/>
                    <a:pt x="8" y="12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4" name="Freeform 1043">
              <a:extLst>
                <a:ext uri="{FF2B5EF4-FFF2-40B4-BE49-F238E27FC236}">
                  <a16:creationId xmlns:a16="http://schemas.microsoft.com/office/drawing/2014/main" id="{4ADE857F-3E8C-49DA-97D8-6F3D99913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239"/>
              <a:ext cx="19" cy="18"/>
            </a:xfrm>
            <a:custGeom>
              <a:avLst/>
              <a:gdLst>
                <a:gd name="T0" fmla="*/ 0 w 9"/>
                <a:gd name="T1" fmla="*/ 0 h 8"/>
                <a:gd name="T2" fmla="*/ 84 w 9"/>
                <a:gd name="T3" fmla="*/ 92 h 8"/>
                <a:gd name="T4" fmla="*/ 36 w 9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4"/>
                    <a:pt x="4" y="8"/>
                    <a:pt x="9" y="8"/>
                  </a:cubicBezTo>
                  <a:cubicBezTo>
                    <a:pt x="8" y="5"/>
                    <a:pt x="7" y="2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5" name="Freeform 1044">
              <a:extLst>
                <a:ext uri="{FF2B5EF4-FFF2-40B4-BE49-F238E27FC236}">
                  <a16:creationId xmlns:a16="http://schemas.microsoft.com/office/drawing/2014/main" id="{1315844E-A652-488C-8D52-F65CA6E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121"/>
              <a:ext cx="21" cy="18"/>
            </a:xfrm>
            <a:custGeom>
              <a:avLst/>
              <a:gdLst>
                <a:gd name="T0" fmla="*/ 36 w 10"/>
                <a:gd name="T1" fmla="*/ 92 h 8"/>
                <a:gd name="T2" fmla="*/ 0 w 10"/>
                <a:gd name="T3" fmla="*/ 4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4" y="8"/>
                  </a:moveTo>
                  <a:cubicBezTo>
                    <a:pt x="10" y="4"/>
                    <a:pt x="4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6" name="Freeform 1045">
              <a:extLst>
                <a:ext uri="{FF2B5EF4-FFF2-40B4-BE49-F238E27FC236}">
                  <a16:creationId xmlns:a16="http://schemas.microsoft.com/office/drawing/2014/main" id="{B2984409-4719-4D2F-8C21-6E7C76C6D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576"/>
              <a:ext cx="51" cy="87"/>
            </a:xfrm>
            <a:custGeom>
              <a:avLst/>
              <a:gdLst>
                <a:gd name="T0" fmla="*/ 0 w 24"/>
                <a:gd name="T1" fmla="*/ 56 h 39"/>
                <a:gd name="T2" fmla="*/ 136 w 24"/>
                <a:gd name="T3" fmla="*/ 424 h 39"/>
                <a:gd name="T4" fmla="*/ 213 w 24"/>
                <a:gd name="T5" fmla="*/ 268 h 39"/>
                <a:gd name="T6" fmla="*/ 193 w 24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9">
                  <a:moveTo>
                    <a:pt x="0" y="5"/>
                  </a:moveTo>
                  <a:cubicBezTo>
                    <a:pt x="2" y="15"/>
                    <a:pt x="1" y="37"/>
                    <a:pt x="14" y="38"/>
                  </a:cubicBezTo>
                  <a:cubicBezTo>
                    <a:pt x="24" y="39"/>
                    <a:pt x="22" y="31"/>
                    <a:pt x="22" y="24"/>
                  </a:cubicBezTo>
                  <a:cubicBezTo>
                    <a:pt x="22" y="17"/>
                    <a:pt x="22" y="7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7" name="Freeform 1046">
              <a:extLst>
                <a:ext uri="{FF2B5EF4-FFF2-40B4-BE49-F238E27FC236}">
                  <a16:creationId xmlns:a16="http://schemas.microsoft.com/office/drawing/2014/main" id="{306758AF-8348-4375-8E15-FBF43765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658"/>
              <a:ext cx="80" cy="94"/>
            </a:xfrm>
            <a:custGeom>
              <a:avLst/>
              <a:gdLst>
                <a:gd name="T0" fmla="*/ 36 w 38"/>
                <a:gd name="T1" fmla="*/ 125 h 42"/>
                <a:gd name="T2" fmla="*/ 84 w 38"/>
                <a:gd name="T3" fmla="*/ 9 h 42"/>
                <a:gd name="T4" fmla="*/ 185 w 38"/>
                <a:gd name="T5" fmla="*/ 101 h 42"/>
                <a:gd name="T6" fmla="*/ 297 w 38"/>
                <a:gd name="T7" fmla="*/ 271 h 42"/>
                <a:gd name="T8" fmla="*/ 288 w 38"/>
                <a:gd name="T9" fmla="*/ 470 h 42"/>
                <a:gd name="T10" fmla="*/ 168 w 38"/>
                <a:gd name="T11" fmla="*/ 32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2">
                  <a:moveTo>
                    <a:pt x="4" y="11"/>
                  </a:moveTo>
                  <a:cubicBezTo>
                    <a:pt x="0" y="5"/>
                    <a:pt x="2" y="2"/>
                    <a:pt x="9" y="1"/>
                  </a:cubicBezTo>
                  <a:cubicBezTo>
                    <a:pt x="16" y="0"/>
                    <a:pt x="17" y="3"/>
                    <a:pt x="20" y="9"/>
                  </a:cubicBezTo>
                  <a:cubicBezTo>
                    <a:pt x="23" y="15"/>
                    <a:pt x="28" y="19"/>
                    <a:pt x="32" y="24"/>
                  </a:cubicBezTo>
                  <a:cubicBezTo>
                    <a:pt x="38" y="31"/>
                    <a:pt x="36" y="35"/>
                    <a:pt x="31" y="42"/>
                  </a:cubicBezTo>
                  <a:cubicBezTo>
                    <a:pt x="24" y="39"/>
                    <a:pt x="21" y="35"/>
                    <a:pt x="18" y="2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8" name="Freeform 1047">
              <a:extLst>
                <a:ext uri="{FF2B5EF4-FFF2-40B4-BE49-F238E27FC236}">
                  <a16:creationId xmlns:a16="http://schemas.microsoft.com/office/drawing/2014/main" id="{7440D41E-7A70-4140-8FC9-2B7918FF8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730"/>
              <a:ext cx="79" cy="87"/>
            </a:xfrm>
            <a:custGeom>
              <a:avLst/>
              <a:gdLst>
                <a:gd name="T0" fmla="*/ 64 w 38"/>
                <a:gd name="T1" fmla="*/ 223 h 39"/>
                <a:gd name="T2" fmla="*/ 64 w 38"/>
                <a:gd name="T3" fmla="*/ 36 h 39"/>
                <a:gd name="T4" fmla="*/ 260 w 38"/>
                <a:gd name="T5" fmla="*/ 165 h 39"/>
                <a:gd name="T6" fmla="*/ 341 w 38"/>
                <a:gd name="T7" fmla="*/ 288 h 39"/>
                <a:gd name="T8" fmla="*/ 316 w 38"/>
                <a:gd name="T9" fmla="*/ 413 h 39"/>
                <a:gd name="T10" fmla="*/ 125 w 38"/>
                <a:gd name="T11" fmla="*/ 28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9">
                  <a:moveTo>
                    <a:pt x="7" y="20"/>
                  </a:moveTo>
                  <a:cubicBezTo>
                    <a:pt x="3" y="15"/>
                    <a:pt x="0" y="8"/>
                    <a:pt x="7" y="3"/>
                  </a:cubicBezTo>
                  <a:cubicBezTo>
                    <a:pt x="13" y="0"/>
                    <a:pt x="25" y="11"/>
                    <a:pt x="29" y="15"/>
                  </a:cubicBezTo>
                  <a:cubicBezTo>
                    <a:pt x="33" y="18"/>
                    <a:pt x="37" y="20"/>
                    <a:pt x="38" y="26"/>
                  </a:cubicBezTo>
                  <a:cubicBezTo>
                    <a:pt x="38" y="28"/>
                    <a:pt x="37" y="35"/>
                    <a:pt x="35" y="37"/>
                  </a:cubicBezTo>
                  <a:cubicBezTo>
                    <a:pt x="30" y="39"/>
                    <a:pt x="18" y="28"/>
                    <a:pt x="14" y="26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9" name="Freeform 1048">
              <a:extLst>
                <a:ext uri="{FF2B5EF4-FFF2-40B4-BE49-F238E27FC236}">
                  <a16:creationId xmlns:a16="http://schemas.microsoft.com/office/drawing/2014/main" id="{21CBCDD0-88D9-4BB2-888B-AA852A9F0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786"/>
              <a:ext cx="103" cy="64"/>
            </a:xfrm>
            <a:custGeom>
              <a:avLst/>
              <a:gdLst>
                <a:gd name="T0" fmla="*/ 48 w 49"/>
                <a:gd name="T1" fmla="*/ 150 h 29"/>
                <a:gd name="T2" fmla="*/ 27 w 49"/>
                <a:gd name="T3" fmla="*/ 150 h 29"/>
                <a:gd name="T4" fmla="*/ 92 w 49"/>
                <a:gd name="T5" fmla="*/ 20 h 29"/>
                <a:gd name="T6" fmla="*/ 252 w 49"/>
                <a:gd name="T7" fmla="*/ 73 h 29"/>
                <a:gd name="T8" fmla="*/ 353 w 49"/>
                <a:gd name="T9" fmla="*/ 141 h 29"/>
                <a:gd name="T10" fmla="*/ 437 w 49"/>
                <a:gd name="T11" fmla="*/ 161 h 29"/>
                <a:gd name="T12" fmla="*/ 429 w 49"/>
                <a:gd name="T13" fmla="*/ 311 h 29"/>
                <a:gd name="T14" fmla="*/ 362 w 49"/>
                <a:gd name="T15" fmla="*/ 311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29">
                  <a:moveTo>
                    <a:pt x="5" y="14"/>
                  </a:moveTo>
                  <a:cubicBezTo>
                    <a:pt x="4" y="14"/>
                    <a:pt x="4" y="14"/>
                    <a:pt x="3" y="14"/>
                  </a:cubicBezTo>
                  <a:cubicBezTo>
                    <a:pt x="0" y="10"/>
                    <a:pt x="6" y="3"/>
                    <a:pt x="10" y="2"/>
                  </a:cubicBezTo>
                  <a:cubicBezTo>
                    <a:pt x="15" y="0"/>
                    <a:pt x="22" y="5"/>
                    <a:pt x="27" y="7"/>
                  </a:cubicBezTo>
                  <a:cubicBezTo>
                    <a:pt x="31" y="10"/>
                    <a:pt x="33" y="11"/>
                    <a:pt x="38" y="13"/>
                  </a:cubicBezTo>
                  <a:cubicBezTo>
                    <a:pt x="40" y="13"/>
                    <a:pt x="46" y="13"/>
                    <a:pt x="47" y="15"/>
                  </a:cubicBezTo>
                  <a:cubicBezTo>
                    <a:pt x="49" y="18"/>
                    <a:pt x="48" y="27"/>
                    <a:pt x="46" y="29"/>
                  </a:cubicBezTo>
                  <a:cubicBezTo>
                    <a:pt x="45" y="29"/>
                    <a:pt x="40" y="29"/>
                    <a:pt x="39" y="2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0" name="Freeform 1049">
              <a:extLst>
                <a:ext uri="{FF2B5EF4-FFF2-40B4-BE49-F238E27FC236}">
                  <a16:creationId xmlns:a16="http://schemas.microsoft.com/office/drawing/2014/main" id="{B33C7CAF-02F4-4A92-8C9F-22A060D9A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790"/>
              <a:ext cx="35" cy="18"/>
            </a:xfrm>
            <a:custGeom>
              <a:avLst/>
              <a:gdLst>
                <a:gd name="T0" fmla="*/ 0 w 17"/>
                <a:gd name="T1" fmla="*/ 45 h 8"/>
                <a:gd name="T2" fmla="*/ 148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4"/>
                  </a:moveTo>
                  <a:cubicBezTo>
                    <a:pt x="5" y="6"/>
                    <a:pt x="14" y="8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1" name="Freeform 1050">
              <a:extLst>
                <a:ext uri="{FF2B5EF4-FFF2-40B4-BE49-F238E27FC236}">
                  <a16:creationId xmlns:a16="http://schemas.microsoft.com/office/drawing/2014/main" id="{112241A9-071E-4BB7-8714-9E70BB663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819"/>
              <a:ext cx="103" cy="49"/>
            </a:xfrm>
            <a:custGeom>
              <a:avLst/>
              <a:gdLst>
                <a:gd name="T0" fmla="*/ 17 w 49"/>
                <a:gd name="T1" fmla="*/ 145 h 22"/>
                <a:gd name="T2" fmla="*/ 101 w 49"/>
                <a:gd name="T3" fmla="*/ 20 h 22"/>
                <a:gd name="T4" fmla="*/ 328 w 49"/>
                <a:gd name="T5" fmla="*/ 80 h 22"/>
                <a:gd name="T6" fmla="*/ 437 w 49"/>
                <a:gd name="T7" fmla="*/ 134 h 22"/>
                <a:gd name="T8" fmla="*/ 420 w 49"/>
                <a:gd name="T9" fmla="*/ 223 h 22"/>
                <a:gd name="T10" fmla="*/ 233 w 49"/>
                <a:gd name="T11" fmla="*/ 209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2">
                  <a:moveTo>
                    <a:pt x="2" y="13"/>
                  </a:moveTo>
                  <a:cubicBezTo>
                    <a:pt x="0" y="4"/>
                    <a:pt x="2" y="0"/>
                    <a:pt x="11" y="2"/>
                  </a:cubicBezTo>
                  <a:cubicBezTo>
                    <a:pt x="19" y="4"/>
                    <a:pt x="27" y="6"/>
                    <a:pt x="35" y="7"/>
                  </a:cubicBezTo>
                  <a:cubicBezTo>
                    <a:pt x="40" y="7"/>
                    <a:pt x="44" y="7"/>
                    <a:pt x="47" y="12"/>
                  </a:cubicBezTo>
                  <a:cubicBezTo>
                    <a:pt x="48" y="15"/>
                    <a:pt x="49" y="19"/>
                    <a:pt x="45" y="20"/>
                  </a:cubicBezTo>
                  <a:cubicBezTo>
                    <a:pt x="40" y="22"/>
                    <a:pt x="30" y="19"/>
                    <a:pt x="25" y="1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2" name="Freeform 1051">
              <a:extLst>
                <a:ext uri="{FF2B5EF4-FFF2-40B4-BE49-F238E27FC236}">
                  <a16:creationId xmlns:a16="http://schemas.microsoft.com/office/drawing/2014/main" id="{CCACE39B-A5B5-4113-BD17-059DD4749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826"/>
              <a:ext cx="124" cy="44"/>
            </a:xfrm>
            <a:custGeom>
              <a:avLst/>
              <a:gdLst>
                <a:gd name="T0" fmla="*/ 48 w 59"/>
                <a:gd name="T1" fmla="*/ 169 h 20"/>
                <a:gd name="T2" fmla="*/ 252 w 59"/>
                <a:gd name="T3" fmla="*/ 44 h 20"/>
                <a:gd name="T4" fmla="*/ 406 w 59"/>
                <a:gd name="T5" fmla="*/ 9 h 20"/>
                <a:gd name="T6" fmla="*/ 498 w 59"/>
                <a:gd name="T7" fmla="*/ 141 h 20"/>
                <a:gd name="T8" fmla="*/ 380 w 59"/>
                <a:gd name="T9" fmla="*/ 161 h 20"/>
                <a:gd name="T10" fmla="*/ 269 w 59"/>
                <a:gd name="T11" fmla="*/ 194 h 20"/>
                <a:gd name="T12" fmla="*/ 57 w 59"/>
                <a:gd name="T13" fmla="*/ 16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0">
                  <a:moveTo>
                    <a:pt x="5" y="16"/>
                  </a:moveTo>
                  <a:cubicBezTo>
                    <a:pt x="0" y="0"/>
                    <a:pt x="17" y="5"/>
                    <a:pt x="27" y="4"/>
                  </a:cubicBezTo>
                  <a:cubicBezTo>
                    <a:pt x="33" y="4"/>
                    <a:pt x="38" y="1"/>
                    <a:pt x="44" y="1"/>
                  </a:cubicBezTo>
                  <a:cubicBezTo>
                    <a:pt x="50" y="1"/>
                    <a:pt x="59" y="7"/>
                    <a:pt x="54" y="13"/>
                  </a:cubicBezTo>
                  <a:cubicBezTo>
                    <a:pt x="52" y="16"/>
                    <a:pt x="45" y="15"/>
                    <a:pt x="41" y="15"/>
                  </a:cubicBezTo>
                  <a:cubicBezTo>
                    <a:pt x="37" y="16"/>
                    <a:pt x="33" y="18"/>
                    <a:pt x="29" y="18"/>
                  </a:cubicBezTo>
                  <a:cubicBezTo>
                    <a:pt x="20" y="20"/>
                    <a:pt x="14" y="17"/>
                    <a:pt x="6" y="1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3" name="Freeform 1052">
              <a:extLst>
                <a:ext uri="{FF2B5EF4-FFF2-40B4-BE49-F238E27FC236}">
                  <a16:creationId xmlns:a16="http://schemas.microsoft.com/office/drawing/2014/main" id="{8265A293-4687-451F-B16E-D05362961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3801"/>
              <a:ext cx="88" cy="58"/>
            </a:xfrm>
            <a:custGeom>
              <a:avLst/>
              <a:gdLst>
                <a:gd name="T0" fmla="*/ 44 w 42"/>
                <a:gd name="T1" fmla="*/ 288 h 26"/>
                <a:gd name="T2" fmla="*/ 84 w 42"/>
                <a:gd name="T3" fmla="*/ 89 h 26"/>
                <a:gd name="T4" fmla="*/ 212 w 42"/>
                <a:gd name="T5" fmla="*/ 56 h 26"/>
                <a:gd name="T6" fmla="*/ 329 w 42"/>
                <a:gd name="T7" fmla="*/ 0 h 26"/>
                <a:gd name="T8" fmla="*/ 293 w 42"/>
                <a:gd name="T9" fmla="*/ 199 h 26"/>
                <a:gd name="T10" fmla="*/ 157 w 42"/>
                <a:gd name="T11" fmla="*/ 243 h 26"/>
                <a:gd name="T12" fmla="*/ 57 w 42"/>
                <a:gd name="T13" fmla="*/ 27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6">
                  <a:moveTo>
                    <a:pt x="5" y="26"/>
                  </a:moveTo>
                  <a:cubicBezTo>
                    <a:pt x="0" y="21"/>
                    <a:pt x="3" y="10"/>
                    <a:pt x="9" y="8"/>
                  </a:cubicBezTo>
                  <a:cubicBezTo>
                    <a:pt x="13" y="6"/>
                    <a:pt x="19" y="6"/>
                    <a:pt x="23" y="5"/>
                  </a:cubicBezTo>
                  <a:cubicBezTo>
                    <a:pt x="28" y="3"/>
                    <a:pt x="32" y="1"/>
                    <a:pt x="36" y="0"/>
                  </a:cubicBezTo>
                  <a:cubicBezTo>
                    <a:pt x="42" y="8"/>
                    <a:pt x="40" y="14"/>
                    <a:pt x="32" y="18"/>
                  </a:cubicBezTo>
                  <a:cubicBezTo>
                    <a:pt x="27" y="20"/>
                    <a:pt x="22" y="20"/>
                    <a:pt x="17" y="22"/>
                  </a:cubicBezTo>
                  <a:cubicBezTo>
                    <a:pt x="14" y="23"/>
                    <a:pt x="9" y="25"/>
                    <a:pt x="6" y="2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4" name="Freeform 1053">
              <a:extLst>
                <a:ext uri="{FF2B5EF4-FFF2-40B4-BE49-F238E27FC236}">
                  <a16:creationId xmlns:a16="http://schemas.microsoft.com/office/drawing/2014/main" id="{B8248048-F54B-4D5B-9E49-10A1575CD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768"/>
              <a:ext cx="74" cy="62"/>
            </a:xfrm>
            <a:custGeom>
              <a:avLst/>
              <a:gdLst>
                <a:gd name="T0" fmla="*/ 0 w 35"/>
                <a:gd name="T1" fmla="*/ 153 h 28"/>
                <a:gd name="T2" fmla="*/ 133 w 35"/>
                <a:gd name="T3" fmla="*/ 270 h 28"/>
                <a:gd name="T4" fmla="*/ 304 w 35"/>
                <a:gd name="T5" fmla="*/ 162 h 28"/>
                <a:gd name="T6" fmla="*/ 256 w 35"/>
                <a:gd name="T7" fmla="*/ 0 h 28"/>
                <a:gd name="T8" fmla="*/ 144 w 35"/>
                <a:gd name="T9" fmla="*/ 64 h 28"/>
                <a:gd name="T10" fmla="*/ 17 w 35"/>
                <a:gd name="T11" fmla="*/ 14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8">
                  <a:moveTo>
                    <a:pt x="0" y="14"/>
                  </a:moveTo>
                  <a:cubicBezTo>
                    <a:pt x="5" y="21"/>
                    <a:pt x="4" y="28"/>
                    <a:pt x="14" y="25"/>
                  </a:cubicBezTo>
                  <a:cubicBezTo>
                    <a:pt x="19" y="24"/>
                    <a:pt x="29" y="20"/>
                    <a:pt x="32" y="15"/>
                  </a:cubicBezTo>
                  <a:cubicBezTo>
                    <a:pt x="35" y="11"/>
                    <a:pt x="34" y="0"/>
                    <a:pt x="27" y="0"/>
                  </a:cubicBezTo>
                  <a:cubicBezTo>
                    <a:pt x="24" y="0"/>
                    <a:pt x="18" y="5"/>
                    <a:pt x="15" y="6"/>
                  </a:cubicBezTo>
                  <a:cubicBezTo>
                    <a:pt x="10" y="8"/>
                    <a:pt x="6" y="12"/>
                    <a:pt x="2" y="1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5" name="Freeform 1054">
              <a:extLst>
                <a:ext uri="{FF2B5EF4-FFF2-40B4-BE49-F238E27FC236}">
                  <a16:creationId xmlns:a16="http://schemas.microsoft.com/office/drawing/2014/main" id="{185F2023-9E25-4C06-9F6B-3A390744E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716"/>
              <a:ext cx="69" cy="87"/>
            </a:xfrm>
            <a:custGeom>
              <a:avLst/>
              <a:gdLst>
                <a:gd name="T0" fmla="*/ 27 w 33"/>
                <a:gd name="T1" fmla="*/ 279 h 39"/>
                <a:gd name="T2" fmla="*/ 176 w 33"/>
                <a:gd name="T3" fmla="*/ 100 h 39"/>
                <a:gd name="T4" fmla="*/ 268 w 33"/>
                <a:gd name="T5" fmla="*/ 9 h 39"/>
                <a:gd name="T6" fmla="*/ 293 w 33"/>
                <a:gd name="T7" fmla="*/ 134 h 39"/>
                <a:gd name="T8" fmla="*/ 144 w 33"/>
                <a:gd name="T9" fmla="*/ 323 h 39"/>
                <a:gd name="T10" fmla="*/ 36 w 33"/>
                <a:gd name="T11" fmla="*/ 344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9">
                  <a:moveTo>
                    <a:pt x="3" y="25"/>
                  </a:moveTo>
                  <a:cubicBezTo>
                    <a:pt x="0" y="20"/>
                    <a:pt x="15" y="13"/>
                    <a:pt x="19" y="9"/>
                  </a:cubicBezTo>
                  <a:cubicBezTo>
                    <a:pt x="21" y="7"/>
                    <a:pt x="24" y="0"/>
                    <a:pt x="29" y="1"/>
                  </a:cubicBezTo>
                  <a:cubicBezTo>
                    <a:pt x="33" y="3"/>
                    <a:pt x="33" y="9"/>
                    <a:pt x="32" y="12"/>
                  </a:cubicBezTo>
                  <a:cubicBezTo>
                    <a:pt x="29" y="19"/>
                    <a:pt x="20" y="24"/>
                    <a:pt x="16" y="29"/>
                  </a:cubicBezTo>
                  <a:cubicBezTo>
                    <a:pt x="12" y="32"/>
                    <a:pt x="7" y="39"/>
                    <a:pt x="4" y="31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6" name="Freeform 1055">
              <a:extLst>
                <a:ext uri="{FF2B5EF4-FFF2-40B4-BE49-F238E27FC236}">
                  <a16:creationId xmlns:a16="http://schemas.microsoft.com/office/drawing/2014/main" id="{6FE80611-D299-4631-B4F0-BFCD20D73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652"/>
              <a:ext cx="60" cy="93"/>
            </a:xfrm>
            <a:custGeom>
              <a:avLst/>
              <a:gdLst>
                <a:gd name="T0" fmla="*/ 0 w 29"/>
                <a:gd name="T1" fmla="*/ 323 h 42"/>
                <a:gd name="T2" fmla="*/ 108 w 29"/>
                <a:gd name="T3" fmla="*/ 142 h 42"/>
                <a:gd name="T4" fmla="*/ 232 w 29"/>
                <a:gd name="T5" fmla="*/ 97 h 42"/>
                <a:gd name="T6" fmla="*/ 240 w 29"/>
                <a:gd name="T7" fmla="*/ 186 h 42"/>
                <a:gd name="T8" fmla="*/ 168 w 29"/>
                <a:gd name="T9" fmla="*/ 303 h 42"/>
                <a:gd name="T10" fmla="*/ 43 w 29"/>
                <a:gd name="T11" fmla="*/ 39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2">
                  <a:moveTo>
                    <a:pt x="0" y="30"/>
                  </a:moveTo>
                  <a:cubicBezTo>
                    <a:pt x="0" y="24"/>
                    <a:pt x="8" y="18"/>
                    <a:pt x="12" y="13"/>
                  </a:cubicBezTo>
                  <a:cubicBezTo>
                    <a:pt x="16" y="6"/>
                    <a:pt x="20" y="0"/>
                    <a:pt x="26" y="9"/>
                  </a:cubicBezTo>
                  <a:cubicBezTo>
                    <a:pt x="28" y="13"/>
                    <a:pt x="29" y="13"/>
                    <a:pt x="27" y="17"/>
                  </a:cubicBezTo>
                  <a:cubicBezTo>
                    <a:pt x="25" y="20"/>
                    <a:pt x="22" y="24"/>
                    <a:pt x="19" y="28"/>
                  </a:cubicBezTo>
                  <a:cubicBezTo>
                    <a:pt x="18" y="29"/>
                    <a:pt x="4" y="42"/>
                    <a:pt x="5" y="36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7" name="Freeform 1056">
              <a:extLst>
                <a:ext uri="{FF2B5EF4-FFF2-40B4-BE49-F238E27FC236}">
                  <a16:creationId xmlns:a16="http://schemas.microsoft.com/office/drawing/2014/main" id="{2DDB17E1-9CD8-4186-963E-A7BC238F9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605"/>
              <a:ext cx="55" cy="74"/>
            </a:xfrm>
            <a:custGeom>
              <a:avLst/>
              <a:gdLst>
                <a:gd name="T0" fmla="*/ 28 w 26"/>
                <a:gd name="T1" fmla="*/ 283 h 33"/>
                <a:gd name="T2" fmla="*/ 112 w 26"/>
                <a:gd name="T3" fmla="*/ 81 h 33"/>
                <a:gd name="T4" fmla="*/ 161 w 26"/>
                <a:gd name="T5" fmla="*/ 0 h 33"/>
                <a:gd name="T6" fmla="*/ 228 w 26"/>
                <a:gd name="T7" fmla="*/ 56 h 33"/>
                <a:gd name="T8" fmla="*/ 85 w 26"/>
                <a:gd name="T9" fmla="*/ 37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3" y="25"/>
                  </a:moveTo>
                  <a:cubicBezTo>
                    <a:pt x="0" y="21"/>
                    <a:pt x="10" y="12"/>
                    <a:pt x="12" y="7"/>
                  </a:cubicBezTo>
                  <a:cubicBezTo>
                    <a:pt x="14" y="5"/>
                    <a:pt x="14" y="0"/>
                    <a:pt x="17" y="0"/>
                  </a:cubicBezTo>
                  <a:cubicBezTo>
                    <a:pt x="20" y="0"/>
                    <a:pt x="23" y="3"/>
                    <a:pt x="24" y="5"/>
                  </a:cubicBezTo>
                  <a:cubicBezTo>
                    <a:pt x="26" y="11"/>
                    <a:pt x="14" y="33"/>
                    <a:pt x="9" y="3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8" name="Freeform 1057">
              <a:extLst>
                <a:ext uri="{FF2B5EF4-FFF2-40B4-BE49-F238E27FC236}">
                  <a16:creationId xmlns:a16="http://schemas.microsoft.com/office/drawing/2014/main" id="{00237B06-5573-463E-94C6-0E81AE13D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654"/>
              <a:ext cx="29" cy="18"/>
            </a:xfrm>
            <a:custGeom>
              <a:avLst/>
              <a:gdLst>
                <a:gd name="T0" fmla="*/ 0 w 14"/>
                <a:gd name="T1" fmla="*/ 56 h 8"/>
                <a:gd name="T2" fmla="*/ 124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5"/>
                  </a:moveTo>
                  <a:cubicBezTo>
                    <a:pt x="5" y="8"/>
                    <a:pt x="11" y="5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9" name="Freeform 1058">
              <a:extLst>
                <a:ext uri="{FF2B5EF4-FFF2-40B4-BE49-F238E27FC236}">
                  <a16:creationId xmlns:a16="http://schemas.microsoft.com/office/drawing/2014/main" id="{E3322A34-038C-4BF8-B8AA-39BCEEEC1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538"/>
              <a:ext cx="50" cy="85"/>
            </a:xfrm>
            <a:custGeom>
              <a:avLst/>
              <a:gdLst>
                <a:gd name="T0" fmla="*/ 0 w 24"/>
                <a:gd name="T1" fmla="*/ 336 h 38"/>
                <a:gd name="T2" fmla="*/ 56 w 24"/>
                <a:gd name="T3" fmla="*/ 125 h 38"/>
                <a:gd name="T4" fmla="*/ 173 w 24"/>
                <a:gd name="T5" fmla="*/ 89 h 38"/>
                <a:gd name="T6" fmla="*/ 73 w 24"/>
                <a:gd name="T7" fmla="*/ 42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8">
                  <a:moveTo>
                    <a:pt x="0" y="30"/>
                  </a:moveTo>
                  <a:cubicBezTo>
                    <a:pt x="1" y="24"/>
                    <a:pt x="4" y="17"/>
                    <a:pt x="6" y="11"/>
                  </a:cubicBezTo>
                  <a:cubicBezTo>
                    <a:pt x="9" y="5"/>
                    <a:pt x="13" y="0"/>
                    <a:pt x="19" y="8"/>
                  </a:cubicBezTo>
                  <a:cubicBezTo>
                    <a:pt x="24" y="15"/>
                    <a:pt x="12" y="32"/>
                    <a:pt x="8" y="3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0" name="Freeform 1059">
              <a:extLst>
                <a:ext uri="{FF2B5EF4-FFF2-40B4-BE49-F238E27FC236}">
                  <a16:creationId xmlns:a16="http://schemas.microsoft.com/office/drawing/2014/main" id="{50E5B964-89F0-46DA-928F-3DCBCB1C7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3482"/>
              <a:ext cx="46" cy="76"/>
            </a:xfrm>
            <a:custGeom>
              <a:avLst/>
              <a:gdLst>
                <a:gd name="T0" fmla="*/ 27 w 22"/>
                <a:gd name="T1" fmla="*/ 324 h 34"/>
                <a:gd name="T2" fmla="*/ 44 w 22"/>
                <a:gd name="T3" fmla="*/ 134 h 34"/>
                <a:gd name="T4" fmla="*/ 144 w 22"/>
                <a:gd name="T5" fmla="*/ 56 h 34"/>
                <a:gd name="T6" fmla="*/ 176 w 22"/>
                <a:gd name="T7" fmla="*/ 226 h 34"/>
                <a:gd name="T8" fmla="*/ 109 w 22"/>
                <a:gd name="T9" fmla="*/ 38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3" y="29"/>
                  </a:moveTo>
                  <a:cubicBezTo>
                    <a:pt x="0" y="24"/>
                    <a:pt x="3" y="17"/>
                    <a:pt x="5" y="12"/>
                  </a:cubicBezTo>
                  <a:cubicBezTo>
                    <a:pt x="8" y="4"/>
                    <a:pt x="8" y="0"/>
                    <a:pt x="16" y="5"/>
                  </a:cubicBezTo>
                  <a:cubicBezTo>
                    <a:pt x="22" y="9"/>
                    <a:pt x="21" y="14"/>
                    <a:pt x="19" y="20"/>
                  </a:cubicBezTo>
                  <a:cubicBezTo>
                    <a:pt x="18" y="24"/>
                    <a:pt x="14" y="34"/>
                    <a:pt x="12" y="34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1" name="Freeform 1060">
              <a:extLst>
                <a:ext uri="{FF2B5EF4-FFF2-40B4-BE49-F238E27FC236}">
                  <a16:creationId xmlns:a16="http://schemas.microsoft.com/office/drawing/2014/main" id="{04A047C3-2D5A-439C-920F-5B823EC3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429"/>
              <a:ext cx="34" cy="73"/>
            </a:xfrm>
            <a:custGeom>
              <a:avLst/>
              <a:gdLst>
                <a:gd name="T0" fmla="*/ 9 w 16"/>
                <a:gd name="T1" fmla="*/ 270 h 33"/>
                <a:gd name="T2" fmla="*/ 9 w 16"/>
                <a:gd name="T3" fmla="*/ 161 h 33"/>
                <a:gd name="T4" fmla="*/ 9 w 16"/>
                <a:gd name="T5" fmla="*/ 53 h 33"/>
                <a:gd name="T6" fmla="*/ 145 w 16"/>
                <a:gd name="T7" fmla="*/ 9 h 33"/>
                <a:gd name="T8" fmla="*/ 145 w 16"/>
                <a:gd name="T9" fmla="*/ 195 h 33"/>
                <a:gd name="T10" fmla="*/ 104 w 16"/>
                <a:gd name="T11" fmla="*/ 356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3">
                  <a:moveTo>
                    <a:pt x="1" y="25"/>
                  </a:moveTo>
                  <a:cubicBezTo>
                    <a:pt x="0" y="22"/>
                    <a:pt x="0" y="18"/>
                    <a:pt x="1" y="15"/>
                  </a:cubicBezTo>
                  <a:cubicBezTo>
                    <a:pt x="1" y="12"/>
                    <a:pt x="0" y="8"/>
                    <a:pt x="1" y="5"/>
                  </a:cubicBezTo>
                  <a:cubicBezTo>
                    <a:pt x="2" y="0"/>
                    <a:pt x="10" y="1"/>
                    <a:pt x="15" y="1"/>
                  </a:cubicBezTo>
                  <a:cubicBezTo>
                    <a:pt x="16" y="7"/>
                    <a:pt x="16" y="13"/>
                    <a:pt x="15" y="18"/>
                  </a:cubicBezTo>
                  <a:cubicBezTo>
                    <a:pt x="15" y="22"/>
                    <a:pt x="13" y="31"/>
                    <a:pt x="11" y="3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2" name="Freeform 1061">
              <a:extLst>
                <a:ext uri="{FF2B5EF4-FFF2-40B4-BE49-F238E27FC236}">
                  <a16:creationId xmlns:a16="http://schemas.microsoft.com/office/drawing/2014/main" id="{E5BC5F81-C5A4-49C2-A8FD-4B4B91CA3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409"/>
              <a:ext cx="17" cy="24"/>
            </a:xfrm>
            <a:custGeom>
              <a:avLst/>
              <a:gdLst>
                <a:gd name="T0" fmla="*/ 77 w 8"/>
                <a:gd name="T1" fmla="*/ 113 h 11"/>
                <a:gd name="T2" fmla="*/ 0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11"/>
                  </a:moveTo>
                  <a:cubicBezTo>
                    <a:pt x="4" y="8"/>
                    <a:pt x="4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3" name="Freeform 1062">
              <a:extLst>
                <a:ext uri="{FF2B5EF4-FFF2-40B4-BE49-F238E27FC236}">
                  <a16:creationId xmlns:a16="http://schemas.microsoft.com/office/drawing/2014/main" id="{6D312231-5F60-4DAA-9976-634C43080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400"/>
              <a:ext cx="2" cy="33"/>
            </a:xfrm>
            <a:custGeom>
              <a:avLst/>
              <a:gdLst>
                <a:gd name="T0" fmla="*/ 8 w 1"/>
                <a:gd name="T1" fmla="*/ 161 h 15"/>
                <a:gd name="T2" fmla="*/ 0 w 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1" y="15"/>
                  </a:moveTo>
                  <a:cubicBezTo>
                    <a:pt x="1" y="11"/>
                    <a:pt x="1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4" name="Freeform 1063">
              <a:extLst>
                <a:ext uri="{FF2B5EF4-FFF2-40B4-BE49-F238E27FC236}">
                  <a16:creationId xmlns:a16="http://schemas.microsoft.com/office/drawing/2014/main" id="{635A29E6-FD48-416D-8C4B-A76D139A7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469"/>
              <a:ext cx="21" cy="27"/>
            </a:xfrm>
            <a:custGeom>
              <a:avLst/>
              <a:gdLst>
                <a:gd name="T0" fmla="*/ 0 w 10"/>
                <a:gd name="T1" fmla="*/ 101 h 12"/>
                <a:gd name="T2" fmla="*/ 92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5" y="12"/>
                    <a:pt x="10" y="3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5" name="Freeform 1064">
              <a:extLst>
                <a:ext uri="{FF2B5EF4-FFF2-40B4-BE49-F238E27FC236}">
                  <a16:creationId xmlns:a16="http://schemas.microsoft.com/office/drawing/2014/main" id="{94467C34-71B6-4B30-BC0B-1FC9AC6C2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518"/>
              <a:ext cx="40" cy="24"/>
            </a:xfrm>
            <a:custGeom>
              <a:avLst/>
              <a:gdLst>
                <a:gd name="T0" fmla="*/ 0 w 19"/>
                <a:gd name="T1" fmla="*/ 113 h 11"/>
                <a:gd name="T2" fmla="*/ 177 w 19"/>
                <a:gd name="T3" fmla="*/ 6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3" y="7"/>
                    <a:pt x="15" y="0"/>
                    <a:pt x="19" y="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6" name="Freeform 1065">
              <a:extLst>
                <a:ext uri="{FF2B5EF4-FFF2-40B4-BE49-F238E27FC236}">
                  <a16:creationId xmlns:a16="http://schemas.microsoft.com/office/drawing/2014/main" id="{45AEFB5E-F6BA-4C11-A681-F14480022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438"/>
              <a:ext cx="74" cy="96"/>
            </a:xfrm>
            <a:custGeom>
              <a:avLst/>
              <a:gdLst>
                <a:gd name="T0" fmla="*/ 152 w 35"/>
                <a:gd name="T1" fmla="*/ 433 h 43"/>
                <a:gd name="T2" fmla="*/ 304 w 35"/>
                <a:gd name="T3" fmla="*/ 424 h 43"/>
                <a:gd name="T4" fmla="*/ 220 w 35"/>
                <a:gd name="T5" fmla="*/ 190 h 43"/>
                <a:gd name="T6" fmla="*/ 85 w 35"/>
                <a:gd name="T7" fmla="*/ 34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3">
                  <a:moveTo>
                    <a:pt x="16" y="39"/>
                  </a:moveTo>
                  <a:cubicBezTo>
                    <a:pt x="18" y="43"/>
                    <a:pt x="30" y="42"/>
                    <a:pt x="32" y="38"/>
                  </a:cubicBezTo>
                  <a:cubicBezTo>
                    <a:pt x="35" y="32"/>
                    <a:pt x="25" y="22"/>
                    <a:pt x="23" y="17"/>
                  </a:cubicBezTo>
                  <a:cubicBezTo>
                    <a:pt x="14" y="0"/>
                    <a:pt x="0" y="18"/>
                    <a:pt x="9" y="3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7" name="Freeform 1066">
              <a:extLst>
                <a:ext uri="{FF2B5EF4-FFF2-40B4-BE49-F238E27FC236}">
                  <a16:creationId xmlns:a16="http://schemas.microsoft.com/office/drawing/2014/main" id="{0A6C1CEB-3AF3-4350-AC19-6DAE4FD39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337"/>
              <a:ext cx="64" cy="78"/>
            </a:xfrm>
            <a:custGeom>
              <a:avLst/>
              <a:gdLst>
                <a:gd name="T0" fmla="*/ 167 w 31"/>
                <a:gd name="T1" fmla="*/ 343 h 35"/>
                <a:gd name="T2" fmla="*/ 248 w 31"/>
                <a:gd name="T3" fmla="*/ 323 h 35"/>
                <a:gd name="T4" fmla="*/ 264 w 31"/>
                <a:gd name="T5" fmla="*/ 254 h 35"/>
                <a:gd name="T6" fmla="*/ 124 w 31"/>
                <a:gd name="T7" fmla="*/ 0 h 35"/>
                <a:gd name="T8" fmla="*/ 149 w 31"/>
                <a:gd name="T9" fmla="*/ 34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19" y="31"/>
                  </a:moveTo>
                  <a:cubicBezTo>
                    <a:pt x="22" y="35"/>
                    <a:pt x="25" y="32"/>
                    <a:pt x="28" y="29"/>
                  </a:cubicBezTo>
                  <a:cubicBezTo>
                    <a:pt x="30" y="27"/>
                    <a:pt x="31" y="28"/>
                    <a:pt x="30" y="23"/>
                  </a:cubicBezTo>
                  <a:cubicBezTo>
                    <a:pt x="28" y="14"/>
                    <a:pt x="21" y="5"/>
                    <a:pt x="14" y="0"/>
                  </a:cubicBezTo>
                  <a:cubicBezTo>
                    <a:pt x="0" y="10"/>
                    <a:pt x="13" y="20"/>
                    <a:pt x="17" y="3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8" name="Freeform 1067">
              <a:extLst>
                <a:ext uri="{FF2B5EF4-FFF2-40B4-BE49-F238E27FC236}">
                  <a16:creationId xmlns:a16="http://schemas.microsoft.com/office/drawing/2014/main" id="{E8A2B6AC-B93C-4678-A5A3-56C467BBF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221"/>
              <a:ext cx="56" cy="74"/>
            </a:xfrm>
            <a:custGeom>
              <a:avLst/>
              <a:gdLst>
                <a:gd name="T0" fmla="*/ 81 w 27"/>
                <a:gd name="T1" fmla="*/ 283 h 33"/>
                <a:gd name="T2" fmla="*/ 160 w 27"/>
                <a:gd name="T3" fmla="*/ 361 h 33"/>
                <a:gd name="T4" fmla="*/ 197 w 27"/>
                <a:gd name="T5" fmla="*/ 336 h 33"/>
                <a:gd name="T6" fmla="*/ 189 w 27"/>
                <a:gd name="T7" fmla="*/ 170 h 33"/>
                <a:gd name="T8" fmla="*/ 73 w 27"/>
                <a:gd name="T9" fmla="*/ 45 h 33"/>
                <a:gd name="T10" fmla="*/ 73 w 27"/>
                <a:gd name="T11" fmla="*/ 271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3">
                  <a:moveTo>
                    <a:pt x="9" y="25"/>
                  </a:moveTo>
                  <a:cubicBezTo>
                    <a:pt x="10" y="27"/>
                    <a:pt x="15" y="31"/>
                    <a:pt x="18" y="32"/>
                  </a:cubicBezTo>
                  <a:cubicBezTo>
                    <a:pt x="21" y="33"/>
                    <a:pt x="19" y="32"/>
                    <a:pt x="22" y="30"/>
                  </a:cubicBezTo>
                  <a:cubicBezTo>
                    <a:pt x="27" y="24"/>
                    <a:pt x="24" y="22"/>
                    <a:pt x="21" y="15"/>
                  </a:cubicBezTo>
                  <a:cubicBezTo>
                    <a:pt x="19" y="10"/>
                    <a:pt x="16" y="0"/>
                    <a:pt x="8" y="4"/>
                  </a:cubicBezTo>
                  <a:cubicBezTo>
                    <a:pt x="0" y="8"/>
                    <a:pt x="6" y="18"/>
                    <a:pt x="8" y="2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9" name="Freeform 1068">
              <a:extLst>
                <a:ext uri="{FF2B5EF4-FFF2-40B4-BE49-F238E27FC236}">
                  <a16:creationId xmlns:a16="http://schemas.microsoft.com/office/drawing/2014/main" id="{C1089605-A7BD-44BC-9A9B-1DE0A672C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174"/>
              <a:ext cx="69" cy="56"/>
            </a:xfrm>
            <a:custGeom>
              <a:avLst/>
              <a:gdLst>
                <a:gd name="T0" fmla="*/ 144 w 33"/>
                <a:gd name="T1" fmla="*/ 20 h 25"/>
                <a:gd name="T2" fmla="*/ 184 w 33"/>
                <a:gd name="T3" fmla="*/ 280 h 25"/>
                <a:gd name="T4" fmla="*/ 136 w 3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">
                  <a:moveTo>
                    <a:pt x="16" y="2"/>
                  </a:moveTo>
                  <a:cubicBezTo>
                    <a:pt x="0" y="2"/>
                    <a:pt x="11" y="25"/>
                    <a:pt x="20" y="25"/>
                  </a:cubicBezTo>
                  <a:cubicBezTo>
                    <a:pt x="33" y="24"/>
                    <a:pt x="18" y="5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0" name="Freeform 1069">
              <a:extLst>
                <a:ext uri="{FF2B5EF4-FFF2-40B4-BE49-F238E27FC236}">
                  <a16:creationId xmlns:a16="http://schemas.microsoft.com/office/drawing/2014/main" id="{B444D2E3-94F2-4DC0-A001-056A49242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127"/>
              <a:ext cx="52" cy="63"/>
            </a:xfrm>
            <a:custGeom>
              <a:avLst/>
              <a:gdLst>
                <a:gd name="T0" fmla="*/ 73 w 25"/>
                <a:gd name="T1" fmla="*/ 25 h 28"/>
                <a:gd name="T2" fmla="*/ 8 w 25"/>
                <a:gd name="T3" fmla="*/ 146 h 28"/>
                <a:gd name="T4" fmla="*/ 116 w 25"/>
                <a:gd name="T5" fmla="*/ 308 h 28"/>
                <a:gd name="T6" fmla="*/ 64 w 25"/>
                <a:gd name="T7" fmla="*/ 1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8">
                  <a:moveTo>
                    <a:pt x="8" y="2"/>
                  </a:moveTo>
                  <a:cubicBezTo>
                    <a:pt x="1" y="0"/>
                    <a:pt x="0" y="9"/>
                    <a:pt x="1" y="13"/>
                  </a:cubicBezTo>
                  <a:cubicBezTo>
                    <a:pt x="3" y="17"/>
                    <a:pt x="8" y="28"/>
                    <a:pt x="13" y="27"/>
                  </a:cubicBezTo>
                  <a:cubicBezTo>
                    <a:pt x="25" y="23"/>
                    <a:pt x="8" y="7"/>
                    <a:pt x="7" y="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1" name="Freeform 1070">
              <a:extLst>
                <a:ext uri="{FF2B5EF4-FFF2-40B4-BE49-F238E27FC236}">
                  <a16:creationId xmlns:a16="http://schemas.microsoft.com/office/drawing/2014/main" id="{DB4E867E-FF9B-4C27-BAFE-1158E8C63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3083"/>
              <a:ext cx="34" cy="65"/>
            </a:xfrm>
            <a:custGeom>
              <a:avLst/>
              <a:gdLst>
                <a:gd name="T0" fmla="*/ 104 w 16"/>
                <a:gd name="T1" fmla="*/ 36 h 29"/>
                <a:gd name="T2" fmla="*/ 9 w 16"/>
                <a:gd name="T3" fmla="*/ 90 h 29"/>
                <a:gd name="T4" fmla="*/ 77 w 16"/>
                <a:gd name="T5" fmla="*/ 271 h 29"/>
                <a:gd name="T6" fmla="*/ 153 w 16"/>
                <a:gd name="T7" fmla="*/ 226 h 29"/>
                <a:gd name="T8" fmla="*/ 96 w 16"/>
                <a:gd name="T9" fmla="*/ 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11" y="3"/>
                  </a:moveTo>
                  <a:cubicBezTo>
                    <a:pt x="6" y="0"/>
                    <a:pt x="0" y="2"/>
                    <a:pt x="1" y="8"/>
                  </a:cubicBezTo>
                  <a:cubicBezTo>
                    <a:pt x="1" y="13"/>
                    <a:pt x="5" y="21"/>
                    <a:pt x="8" y="24"/>
                  </a:cubicBezTo>
                  <a:cubicBezTo>
                    <a:pt x="12" y="29"/>
                    <a:pt x="16" y="27"/>
                    <a:pt x="16" y="20"/>
                  </a:cubicBezTo>
                  <a:cubicBezTo>
                    <a:pt x="16" y="13"/>
                    <a:pt x="10" y="8"/>
                    <a:pt x="10" y="1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2" name="Freeform 1071">
              <a:extLst>
                <a:ext uri="{FF2B5EF4-FFF2-40B4-BE49-F238E27FC236}">
                  <a16:creationId xmlns:a16="http://schemas.microsoft.com/office/drawing/2014/main" id="{78E45398-B100-4938-AAB6-C48AEBDBF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3034"/>
              <a:ext cx="46" cy="60"/>
            </a:xfrm>
            <a:custGeom>
              <a:avLst/>
              <a:gdLst>
                <a:gd name="T0" fmla="*/ 92 w 22"/>
                <a:gd name="T1" fmla="*/ 53 h 27"/>
                <a:gd name="T2" fmla="*/ 8 w 22"/>
                <a:gd name="T3" fmla="*/ 133 h 27"/>
                <a:gd name="T4" fmla="*/ 92 w 22"/>
                <a:gd name="T5" fmla="*/ 262 h 27"/>
                <a:gd name="T6" fmla="*/ 100 w 22"/>
                <a:gd name="T7" fmla="*/ 3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10" y="5"/>
                  </a:moveTo>
                  <a:cubicBezTo>
                    <a:pt x="4" y="0"/>
                    <a:pt x="0" y="7"/>
                    <a:pt x="1" y="12"/>
                  </a:cubicBezTo>
                  <a:cubicBezTo>
                    <a:pt x="2" y="15"/>
                    <a:pt x="6" y="23"/>
                    <a:pt x="10" y="24"/>
                  </a:cubicBezTo>
                  <a:cubicBezTo>
                    <a:pt x="22" y="27"/>
                    <a:pt x="14" y="8"/>
                    <a:pt x="11" y="3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3" name="Freeform 1072">
              <a:extLst>
                <a:ext uri="{FF2B5EF4-FFF2-40B4-BE49-F238E27FC236}">
                  <a16:creationId xmlns:a16="http://schemas.microsoft.com/office/drawing/2014/main" id="{977153FC-60B9-41F3-9DC0-A20736EDC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989"/>
              <a:ext cx="35" cy="69"/>
            </a:xfrm>
            <a:custGeom>
              <a:avLst/>
              <a:gdLst>
                <a:gd name="T0" fmla="*/ 115 w 17"/>
                <a:gd name="T1" fmla="*/ 263 h 31"/>
                <a:gd name="T2" fmla="*/ 16 w 17"/>
                <a:gd name="T3" fmla="*/ 65 h 31"/>
                <a:gd name="T4" fmla="*/ 115 w 17"/>
                <a:gd name="T5" fmla="*/ 89 h 31"/>
                <a:gd name="T6" fmla="*/ 148 w 17"/>
                <a:gd name="T7" fmla="*/ 24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1">
                  <a:moveTo>
                    <a:pt x="13" y="24"/>
                  </a:moveTo>
                  <a:cubicBezTo>
                    <a:pt x="8" y="31"/>
                    <a:pt x="0" y="10"/>
                    <a:pt x="2" y="6"/>
                  </a:cubicBezTo>
                  <a:cubicBezTo>
                    <a:pt x="4" y="0"/>
                    <a:pt x="11" y="5"/>
                    <a:pt x="13" y="8"/>
                  </a:cubicBezTo>
                  <a:cubicBezTo>
                    <a:pt x="15" y="12"/>
                    <a:pt x="17" y="18"/>
                    <a:pt x="17" y="22"/>
                  </a:cubicBezTo>
                </a:path>
              </a:pathLst>
            </a:custGeom>
            <a:noFill/>
            <a:ln w="3175" cap="rnd">
              <a:solidFill>
                <a:srgbClr val="E6D4D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4" name="Freeform 1073">
              <a:extLst>
                <a:ext uri="{FF2B5EF4-FFF2-40B4-BE49-F238E27FC236}">
                  <a16:creationId xmlns:a16="http://schemas.microsoft.com/office/drawing/2014/main" id="{3FCDF32C-C9EB-422D-8C53-D143C40DF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940"/>
              <a:ext cx="42" cy="63"/>
            </a:xfrm>
            <a:custGeom>
              <a:avLst/>
              <a:gdLst>
                <a:gd name="T0" fmla="*/ 111 w 20"/>
                <a:gd name="T1" fmla="*/ 299 h 28"/>
                <a:gd name="T2" fmla="*/ 92 w 20"/>
                <a:gd name="T3" fmla="*/ 56 h 28"/>
                <a:gd name="T4" fmla="*/ 141 w 20"/>
                <a:gd name="T5" fmla="*/ 28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12" y="26"/>
                  </a:moveTo>
                  <a:cubicBezTo>
                    <a:pt x="4" y="28"/>
                    <a:pt x="0" y="0"/>
                    <a:pt x="10" y="5"/>
                  </a:cubicBezTo>
                  <a:cubicBezTo>
                    <a:pt x="14" y="7"/>
                    <a:pt x="20" y="24"/>
                    <a:pt x="15" y="25"/>
                  </a:cubicBezTo>
                </a:path>
              </a:pathLst>
            </a:custGeom>
            <a:noFill/>
            <a:ln w="3175" cap="rnd">
              <a:solidFill>
                <a:srgbClr val="E6D4D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5" name="Freeform 1074">
              <a:extLst>
                <a:ext uri="{FF2B5EF4-FFF2-40B4-BE49-F238E27FC236}">
                  <a16:creationId xmlns:a16="http://schemas.microsoft.com/office/drawing/2014/main" id="{D5CA9516-5005-41D8-83CB-C093AF65C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909"/>
              <a:ext cx="29" cy="44"/>
            </a:xfrm>
            <a:custGeom>
              <a:avLst/>
              <a:gdLst>
                <a:gd name="T0" fmla="*/ 64 w 14"/>
                <a:gd name="T1" fmla="*/ 213 h 20"/>
                <a:gd name="T2" fmla="*/ 52 w 14"/>
                <a:gd name="T3" fmla="*/ 9 h 20"/>
                <a:gd name="T4" fmla="*/ 99 w 14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7" y="20"/>
                  </a:moveTo>
                  <a:cubicBezTo>
                    <a:pt x="2" y="20"/>
                    <a:pt x="0" y="2"/>
                    <a:pt x="6" y="1"/>
                  </a:cubicBezTo>
                  <a:cubicBezTo>
                    <a:pt x="11" y="0"/>
                    <a:pt x="14" y="19"/>
                    <a:pt x="11" y="20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6" name="Freeform 1075">
              <a:extLst>
                <a:ext uri="{FF2B5EF4-FFF2-40B4-BE49-F238E27FC236}">
                  <a16:creationId xmlns:a16="http://schemas.microsoft.com/office/drawing/2014/main" id="{1364448A-4DBE-4C3F-A715-3F287F8C8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864"/>
              <a:ext cx="25" cy="49"/>
            </a:xfrm>
            <a:custGeom>
              <a:avLst/>
              <a:gdLst>
                <a:gd name="T0" fmla="*/ 65 w 12"/>
                <a:gd name="T1" fmla="*/ 223 h 22"/>
                <a:gd name="T2" fmla="*/ 56 w 12"/>
                <a:gd name="T3" fmla="*/ 9 h 22"/>
                <a:gd name="T4" fmla="*/ 83 w 12"/>
                <a:gd name="T5" fmla="*/ 24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7" y="20"/>
                  </a:moveTo>
                  <a:cubicBezTo>
                    <a:pt x="3" y="20"/>
                    <a:pt x="0" y="0"/>
                    <a:pt x="6" y="1"/>
                  </a:cubicBezTo>
                  <a:cubicBezTo>
                    <a:pt x="11" y="2"/>
                    <a:pt x="12" y="20"/>
                    <a:pt x="9" y="22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7" name="Freeform 1076">
              <a:extLst>
                <a:ext uri="{FF2B5EF4-FFF2-40B4-BE49-F238E27FC236}">
                  <a16:creationId xmlns:a16="http://schemas.microsoft.com/office/drawing/2014/main" id="{62ED6495-C18B-49FC-8986-E339B6306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826"/>
              <a:ext cx="25" cy="40"/>
            </a:xfrm>
            <a:custGeom>
              <a:avLst/>
              <a:gdLst>
                <a:gd name="T0" fmla="*/ 44 w 12"/>
                <a:gd name="T1" fmla="*/ 198 h 18"/>
                <a:gd name="T2" fmla="*/ 56 w 12"/>
                <a:gd name="T3" fmla="*/ 0 h 18"/>
                <a:gd name="T4" fmla="*/ 73 w 12"/>
                <a:gd name="T5" fmla="*/ 19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5" y="18"/>
                  </a:moveTo>
                  <a:cubicBezTo>
                    <a:pt x="0" y="16"/>
                    <a:pt x="1" y="0"/>
                    <a:pt x="6" y="0"/>
                  </a:cubicBezTo>
                  <a:cubicBezTo>
                    <a:pt x="12" y="1"/>
                    <a:pt x="10" y="18"/>
                    <a:pt x="8" y="18"/>
                  </a:cubicBezTo>
                </a:path>
              </a:pathLst>
            </a:custGeom>
            <a:noFill/>
            <a:ln w="3175" cap="rnd">
              <a:solidFill>
                <a:srgbClr val="CCA8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8" name="Freeform 1077">
              <a:extLst>
                <a:ext uri="{FF2B5EF4-FFF2-40B4-BE49-F238E27FC236}">
                  <a16:creationId xmlns:a16="http://schemas.microsoft.com/office/drawing/2014/main" id="{F438ED69-2514-4E64-B67C-C5FDC5391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2795"/>
              <a:ext cx="19" cy="36"/>
            </a:xfrm>
            <a:custGeom>
              <a:avLst/>
              <a:gdLst>
                <a:gd name="T0" fmla="*/ 8 w 9"/>
                <a:gd name="T1" fmla="*/ 173 h 16"/>
                <a:gd name="T2" fmla="*/ 8 w 9"/>
                <a:gd name="T3" fmla="*/ 56 h 16"/>
                <a:gd name="T4" fmla="*/ 36 w 9"/>
                <a:gd name="T5" fmla="*/ 0 h 16"/>
                <a:gd name="T6" fmla="*/ 57 w 9"/>
                <a:gd name="T7" fmla="*/ 182 h 16"/>
                <a:gd name="T8" fmla="*/ 57 w 9"/>
                <a:gd name="T9" fmla="*/ 17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1" y="15"/>
                  </a:moveTo>
                  <a:cubicBezTo>
                    <a:pt x="0" y="12"/>
                    <a:pt x="1" y="8"/>
                    <a:pt x="1" y="5"/>
                  </a:cubicBezTo>
                  <a:cubicBezTo>
                    <a:pt x="1" y="3"/>
                    <a:pt x="1" y="0"/>
                    <a:pt x="4" y="0"/>
                  </a:cubicBezTo>
                  <a:cubicBezTo>
                    <a:pt x="9" y="0"/>
                    <a:pt x="7" y="13"/>
                    <a:pt x="6" y="16"/>
                  </a:cubicBezTo>
                  <a:cubicBezTo>
                    <a:pt x="6" y="15"/>
                    <a:pt x="6" y="15"/>
                    <a:pt x="6" y="15"/>
                  </a:cubicBezTo>
                </a:path>
              </a:pathLst>
            </a:custGeom>
            <a:noFill/>
            <a:ln w="3175" cap="rnd">
              <a:solidFill>
                <a:srgbClr val="CCA8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9" name="Freeform 1078">
              <a:extLst>
                <a:ext uri="{FF2B5EF4-FFF2-40B4-BE49-F238E27FC236}">
                  <a16:creationId xmlns:a16="http://schemas.microsoft.com/office/drawing/2014/main" id="{6FC8B648-953F-4FF0-82CA-E52B2F37E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762"/>
              <a:ext cx="17" cy="37"/>
            </a:xfrm>
            <a:custGeom>
              <a:avLst/>
              <a:gdLst>
                <a:gd name="T0" fmla="*/ 19 w 8"/>
                <a:gd name="T1" fmla="*/ 157 h 17"/>
                <a:gd name="T2" fmla="*/ 9 w 8"/>
                <a:gd name="T3" fmla="*/ 52 h 17"/>
                <a:gd name="T4" fmla="*/ 60 w 8"/>
                <a:gd name="T5" fmla="*/ 33 h 17"/>
                <a:gd name="T6" fmla="*/ 60 w 8"/>
                <a:gd name="T7" fmla="*/ 124 h 17"/>
                <a:gd name="T8" fmla="*/ 19 w 8"/>
                <a:gd name="T9" fmla="*/ 1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2" y="15"/>
                  </a:moveTo>
                  <a:cubicBezTo>
                    <a:pt x="1" y="12"/>
                    <a:pt x="0" y="9"/>
                    <a:pt x="1" y="5"/>
                  </a:cubicBezTo>
                  <a:cubicBezTo>
                    <a:pt x="2" y="3"/>
                    <a:pt x="3" y="0"/>
                    <a:pt x="6" y="3"/>
                  </a:cubicBezTo>
                  <a:cubicBezTo>
                    <a:pt x="8" y="5"/>
                    <a:pt x="6" y="10"/>
                    <a:pt x="6" y="12"/>
                  </a:cubicBezTo>
                  <a:cubicBezTo>
                    <a:pt x="6" y="14"/>
                    <a:pt x="6" y="17"/>
                    <a:pt x="2" y="15"/>
                  </a:cubicBezTo>
                </a:path>
              </a:pathLst>
            </a:custGeom>
            <a:noFill/>
            <a:ln w="3175" cap="rnd">
              <a:solidFill>
                <a:srgbClr val="CCA8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0" name="Freeform 1079">
              <a:extLst>
                <a:ext uri="{FF2B5EF4-FFF2-40B4-BE49-F238E27FC236}">
                  <a16:creationId xmlns:a16="http://schemas.microsoft.com/office/drawing/2014/main" id="{C16A68A3-7C0A-4767-8DF1-930C9C38B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728"/>
              <a:ext cx="19" cy="38"/>
            </a:xfrm>
            <a:custGeom>
              <a:avLst/>
              <a:gdLst>
                <a:gd name="T0" fmla="*/ 27 w 9"/>
                <a:gd name="T1" fmla="*/ 190 h 17"/>
                <a:gd name="T2" fmla="*/ 8 w 9"/>
                <a:gd name="T3" fmla="*/ 80 h 17"/>
                <a:gd name="T4" fmla="*/ 57 w 9"/>
                <a:gd name="T5" fmla="*/ 20 h 17"/>
                <a:gd name="T6" fmla="*/ 68 w 9"/>
                <a:gd name="T7" fmla="*/ 145 h 17"/>
                <a:gd name="T8" fmla="*/ 36 w 9"/>
                <a:gd name="T9" fmla="*/ 19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3" y="17"/>
                  </a:moveTo>
                  <a:cubicBezTo>
                    <a:pt x="0" y="15"/>
                    <a:pt x="1" y="10"/>
                    <a:pt x="1" y="7"/>
                  </a:cubicBezTo>
                  <a:cubicBezTo>
                    <a:pt x="1" y="4"/>
                    <a:pt x="3" y="0"/>
                    <a:pt x="6" y="2"/>
                  </a:cubicBezTo>
                  <a:cubicBezTo>
                    <a:pt x="9" y="4"/>
                    <a:pt x="7" y="10"/>
                    <a:pt x="7" y="13"/>
                  </a:cubicBezTo>
                  <a:cubicBezTo>
                    <a:pt x="6" y="16"/>
                    <a:pt x="7" y="16"/>
                    <a:pt x="4" y="17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1" name="Freeform 1080">
              <a:extLst>
                <a:ext uri="{FF2B5EF4-FFF2-40B4-BE49-F238E27FC236}">
                  <a16:creationId xmlns:a16="http://schemas.microsoft.com/office/drawing/2014/main" id="{F2421818-6586-467E-BF96-5C62546B2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697"/>
              <a:ext cx="17" cy="33"/>
            </a:xfrm>
            <a:custGeom>
              <a:avLst/>
              <a:gdLst>
                <a:gd name="T0" fmla="*/ 28 w 8"/>
                <a:gd name="T1" fmla="*/ 161 h 15"/>
                <a:gd name="T2" fmla="*/ 0 w 8"/>
                <a:gd name="T3" fmla="*/ 97 h 15"/>
                <a:gd name="T4" fmla="*/ 28 w 8"/>
                <a:gd name="T5" fmla="*/ 9 h 15"/>
                <a:gd name="T6" fmla="*/ 68 w 8"/>
                <a:gd name="T7" fmla="*/ 53 h 15"/>
                <a:gd name="T8" fmla="*/ 60 w 8"/>
                <a:gd name="T9" fmla="*/ 117 h 15"/>
                <a:gd name="T10" fmla="*/ 49 w 8"/>
                <a:gd name="T11" fmla="*/ 15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5">
                  <a:moveTo>
                    <a:pt x="3" y="15"/>
                  </a:moveTo>
                  <a:cubicBezTo>
                    <a:pt x="0" y="14"/>
                    <a:pt x="0" y="12"/>
                    <a:pt x="0" y="9"/>
                  </a:cubicBezTo>
                  <a:cubicBezTo>
                    <a:pt x="1" y="8"/>
                    <a:pt x="1" y="2"/>
                    <a:pt x="3" y="1"/>
                  </a:cubicBezTo>
                  <a:cubicBezTo>
                    <a:pt x="4" y="0"/>
                    <a:pt x="7" y="3"/>
                    <a:pt x="7" y="5"/>
                  </a:cubicBezTo>
                  <a:cubicBezTo>
                    <a:pt x="8" y="6"/>
                    <a:pt x="7" y="9"/>
                    <a:pt x="6" y="11"/>
                  </a:cubicBezTo>
                  <a:cubicBezTo>
                    <a:pt x="6" y="11"/>
                    <a:pt x="5" y="15"/>
                    <a:pt x="5" y="14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2" name="Freeform 1081">
              <a:extLst>
                <a:ext uri="{FF2B5EF4-FFF2-40B4-BE49-F238E27FC236}">
                  <a16:creationId xmlns:a16="http://schemas.microsoft.com/office/drawing/2014/main" id="{953B121B-448D-4DD7-9D30-A2965C6B6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672"/>
              <a:ext cx="23" cy="32"/>
            </a:xfrm>
            <a:custGeom>
              <a:avLst/>
              <a:gdLst>
                <a:gd name="T0" fmla="*/ 27 w 11"/>
                <a:gd name="T1" fmla="*/ 142 h 14"/>
                <a:gd name="T2" fmla="*/ 44 w 11"/>
                <a:gd name="T3" fmla="*/ 0 h 14"/>
                <a:gd name="T4" fmla="*/ 65 w 11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12"/>
                  </a:moveTo>
                  <a:cubicBezTo>
                    <a:pt x="0" y="8"/>
                    <a:pt x="3" y="4"/>
                    <a:pt x="5" y="0"/>
                  </a:cubicBezTo>
                  <a:cubicBezTo>
                    <a:pt x="11" y="1"/>
                    <a:pt x="7" y="11"/>
                    <a:pt x="7" y="14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3" name="Freeform 1082">
              <a:extLst>
                <a:ext uri="{FF2B5EF4-FFF2-40B4-BE49-F238E27FC236}">
                  <a16:creationId xmlns:a16="http://schemas.microsoft.com/office/drawing/2014/main" id="{63BDBF96-B440-4DCD-8FBD-E581C076A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643"/>
              <a:ext cx="20" cy="32"/>
            </a:xfrm>
            <a:custGeom>
              <a:avLst/>
              <a:gdLst>
                <a:gd name="T0" fmla="*/ 24 w 10"/>
                <a:gd name="T1" fmla="*/ 158 h 14"/>
                <a:gd name="T2" fmla="*/ 32 w 10"/>
                <a:gd name="T3" fmla="*/ 0 h 14"/>
                <a:gd name="T4" fmla="*/ 40 w 10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13"/>
                  </a:moveTo>
                  <a:cubicBezTo>
                    <a:pt x="0" y="12"/>
                    <a:pt x="0" y="1"/>
                    <a:pt x="4" y="0"/>
                  </a:cubicBezTo>
                  <a:cubicBezTo>
                    <a:pt x="10" y="0"/>
                    <a:pt x="5" y="12"/>
                    <a:pt x="5" y="14"/>
                  </a:cubicBezTo>
                </a:path>
              </a:pathLst>
            </a:custGeom>
            <a:noFill/>
            <a:ln w="3175" cap="rnd">
              <a:solidFill>
                <a:srgbClr val="C08F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4" name="Freeform 1083">
              <a:extLst>
                <a:ext uri="{FF2B5EF4-FFF2-40B4-BE49-F238E27FC236}">
                  <a16:creationId xmlns:a16="http://schemas.microsoft.com/office/drawing/2014/main" id="{C2FC059C-D43C-46F9-83B3-2955E537C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397"/>
              <a:ext cx="36" cy="29"/>
            </a:xfrm>
            <a:custGeom>
              <a:avLst/>
              <a:gdLst>
                <a:gd name="T0" fmla="*/ 0 w 17"/>
                <a:gd name="T1" fmla="*/ 9 h 13"/>
                <a:gd name="T2" fmla="*/ 161 w 17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1"/>
                  </a:moveTo>
                  <a:cubicBezTo>
                    <a:pt x="7" y="0"/>
                    <a:pt x="14" y="8"/>
                    <a:pt x="17" y="1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5" name="Freeform 1084">
              <a:extLst>
                <a:ext uri="{FF2B5EF4-FFF2-40B4-BE49-F238E27FC236}">
                  <a16:creationId xmlns:a16="http://schemas.microsoft.com/office/drawing/2014/main" id="{95209C4B-F162-4745-979C-CA37E833C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455"/>
              <a:ext cx="27" cy="23"/>
            </a:xfrm>
            <a:custGeom>
              <a:avLst/>
              <a:gdLst>
                <a:gd name="T0" fmla="*/ 0 w 13"/>
                <a:gd name="T1" fmla="*/ 0 h 10"/>
                <a:gd name="T2" fmla="*/ 116 w 13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3" y="4"/>
                    <a:pt x="7" y="10"/>
                    <a:pt x="13" y="1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6" name="Freeform 1085">
              <a:extLst>
                <a:ext uri="{FF2B5EF4-FFF2-40B4-BE49-F238E27FC236}">
                  <a16:creationId xmlns:a16="http://schemas.microsoft.com/office/drawing/2014/main" id="{112B05D2-5E6B-4E2E-A78F-8CF6F664C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284"/>
              <a:ext cx="29" cy="15"/>
            </a:xfrm>
            <a:custGeom>
              <a:avLst/>
              <a:gdLst>
                <a:gd name="T0" fmla="*/ 0 w 14"/>
                <a:gd name="T1" fmla="*/ 0 h 7"/>
                <a:gd name="T2" fmla="*/ 124 w 14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6" y="0"/>
                    <a:pt x="10" y="3"/>
                    <a:pt x="14" y="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7" name="Freeform 1086">
              <a:extLst>
                <a:ext uri="{FF2B5EF4-FFF2-40B4-BE49-F238E27FC236}">
                  <a16:creationId xmlns:a16="http://schemas.microsoft.com/office/drawing/2014/main" id="{61BDB797-BD7D-4F78-A27F-F342DA0F9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328"/>
              <a:ext cx="33" cy="29"/>
            </a:xfrm>
            <a:custGeom>
              <a:avLst/>
              <a:gdLst>
                <a:gd name="T0" fmla="*/ 0 w 16"/>
                <a:gd name="T1" fmla="*/ 0 h 13"/>
                <a:gd name="T2" fmla="*/ 140 w 16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0" y="0"/>
                  </a:moveTo>
                  <a:cubicBezTo>
                    <a:pt x="5" y="6"/>
                    <a:pt x="10" y="9"/>
                    <a:pt x="16" y="1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8" name="Freeform 1087">
              <a:extLst>
                <a:ext uri="{FF2B5EF4-FFF2-40B4-BE49-F238E27FC236}">
                  <a16:creationId xmlns:a16="http://schemas.microsoft.com/office/drawing/2014/main" id="{F1ACE242-12B9-4FC1-A714-85E7C0CC8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297"/>
              <a:ext cx="69" cy="107"/>
            </a:xfrm>
            <a:custGeom>
              <a:avLst/>
              <a:gdLst>
                <a:gd name="T0" fmla="*/ 117 w 33"/>
                <a:gd name="T1" fmla="*/ 513 h 48"/>
                <a:gd name="T2" fmla="*/ 65 w 33"/>
                <a:gd name="T3" fmla="*/ 0 h 48"/>
                <a:gd name="T4" fmla="*/ 220 w 33"/>
                <a:gd name="T5" fmla="*/ 299 h 48"/>
                <a:gd name="T6" fmla="*/ 301 w 33"/>
                <a:gd name="T7" fmla="*/ 53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8">
                  <a:moveTo>
                    <a:pt x="13" y="46"/>
                  </a:moveTo>
                  <a:cubicBezTo>
                    <a:pt x="4" y="33"/>
                    <a:pt x="0" y="15"/>
                    <a:pt x="7" y="0"/>
                  </a:cubicBezTo>
                  <a:cubicBezTo>
                    <a:pt x="10" y="9"/>
                    <a:pt x="20" y="18"/>
                    <a:pt x="24" y="27"/>
                  </a:cubicBezTo>
                  <a:cubicBezTo>
                    <a:pt x="28" y="34"/>
                    <a:pt x="31" y="40"/>
                    <a:pt x="33" y="4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9" name="Freeform 1088">
              <a:extLst>
                <a:ext uri="{FF2B5EF4-FFF2-40B4-BE49-F238E27FC236}">
                  <a16:creationId xmlns:a16="http://schemas.microsoft.com/office/drawing/2014/main" id="{8D45E5B4-ABC0-4E20-B1AB-9F583009C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306"/>
              <a:ext cx="29" cy="18"/>
            </a:xfrm>
            <a:custGeom>
              <a:avLst/>
              <a:gdLst>
                <a:gd name="T0" fmla="*/ 0 w 14"/>
                <a:gd name="T1" fmla="*/ 0 h 8"/>
                <a:gd name="T2" fmla="*/ 124 w 14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4" y="4"/>
                    <a:pt x="8" y="7"/>
                    <a:pt x="14" y="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0" name="Freeform 1089">
              <a:extLst>
                <a:ext uri="{FF2B5EF4-FFF2-40B4-BE49-F238E27FC236}">
                  <a16:creationId xmlns:a16="http://schemas.microsoft.com/office/drawing/2014/main" id="{1EFE5A0C-E228-445E-AC2D-D91CF2875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226"/>
              <a:ext cx="92" cy="71"/>
            </a:xfrm>
            <a:custGeom>
              <a:avLst/>
              <a:gdLst>
                <a:gd name="T0" fmla="*/ 128 w 44"/>
                <a:gd name="T1" fmla="*/ 197 h 32"/>
                <a:gd name="T2" fmla="*/ 109 w 44"/>
                <a:gd name="T3" fmla="*/ 0 h 32"/>
                <a:gd name="T4" fmla="*/ 257 w 44"/>
                <a:gd name="T5" fmla="*/ 133 h 32"/>
                <a:gd name="T6" fmla="*/ 401 w 44"/>
                <a:gd name="T7" fmla="*/ 35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2">
                  <a:moveTo>
                    <a:pt x="14" y="18"/>
                  </a:moveTo>
                  <a:cubicBezTo>
                    <a:pt x="9" y="16"/>
                    <a:pt x="0" y="0"/>
                    <a:pt x="12" y="0"/>
                  </a:cubicBezTo>
                  <a:cubicBezTo>
                    <a:pt x="17" y="1"/>
                    <a:pt x="25" y="8"/>
                    <a:pt x="28" y="12"/>
                  </a:cubicBezTo>
                  <a:cubicBezTo>
                    <a:pt x="35" y="18"/>
                    <a:pt x="40" y="24"/>
                    <a:pt x="44" y="3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1" name="Freeform 1090">
              <a:extLst>
                <a:ext uri="{FF2B5EF4-FFF2-40B4-BE49-F238E27FC236}">
                  <a16:creationId xmlns:a16="http://schemas.microsoft.com/office/drawing/2014/main" id="{B611676D-032D-436D-965E-0DF464188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3212"/>
              <a:ext cx="44" cy="16"/>
            </a:xfrm>
            <a:custGeom>
              <a:avLst/>
              <a:gdLst>
                <a:gd name="T0" fmla="*/ 0 w 21"/>
                <a:gd name="T1" fmla="*/ 0 h 7"/>
                <a:gd name="T2" fmla="*/ 193 w 21"/>
                <a:gd name="T3" fmla="*/ 7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0"/>
                  </a:moveTo>
                  <a:cubicBezTo>
                    <a:pt x="7" y="3"/>
                    <a:pt x="13" y="7"/>
                    <a:pt x="21" y="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2" name="Freeform 1091">
              <a:extLst>
                <a:ext uri="{FF2B5EF4-FFF2-40B4-BE49-F238E27FC236}">
                  <a16:creationId xmlns:a16="http://schemas.microsoft.com/office/drawing/2014/main" id="{CD65470F-DE3E-4519-BFC2-0B2AD6C7B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150"/>
              <a:ext cx="94" cy="71"/>
            </a:xfrm>
            <a:custGeom>
              <a:avLst/>
              <a:gdLst>
                <a:gd name="T0" fmla="*/ 0 w 45"/>
                <a:gd name="T1" fmla="*/ 89 h 32"/>
                <a:gd name="T2" fmla="*/ 265 w 45"/>
                <a:gd name="T3" fmla="*/ 153 h 32"/>
                <a:gd name="T4" fmla="*/ 409 w 45"/>
                <a:gd name="T5" fmla="*/ 35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2">
                  <a:moveTo>
                    <a:pt x="0" y="8"/>
                  </a:moveTo>
                  <a:cubicBezTo>
                    <a:pt x="8" y="0"/>
                    <a:pt x="22" y="8"/>
                    <a:pt x="29" y="14"/>
                  </a:cubicBezTo>
                  <a:cubicBezTo>
                    <a:pt x="34" y="19"/>
                    <a:pt x="41" y="30"/>
                    <a:pt x="45" y="3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3" name="Freeform 1092">
              <a:extLst>
                <a:ext uri="{FF2B5EF4-FFF2-40B4-BE49-F238E27FC236}">
                  <a16:creationId xmlns:a16="http://schemas.microsoft.com/office/drawing/2014/main" id="{9D6D26E5-0549-4F51-802C-BE40BF54A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145"/>
              <a:ext cx="4" cy="16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2"/>
                    <a:pt x="2" y="5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4" name="Freeform 1093">
              <a:extLst>
                <a:ext uri="{FF2B5EF4-FFF2-40B4-BE49-F238E27FC236}">
                  <a16:creationId xmlns:a16="http://schemas.microsoft.com/office/drawing/2014/main" id="{3CFFA769-D65B-4100-85BB-DCD965146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087"/>
              <a:ext cx="57" cy="36"/>
            </a:xfrm>
            <a:custGeom>
              <a:avLst/>
              <a:gdLst>
                <a:gd name="T0" fmla="*/ 93 w 27"/>
                <a:gd name="T1" fmla="*/ 182 h 16"/>
                <a:gd name="T2" fmla="*/ 112 w 27"/>
                <a:gd name="T3" fmla="*/ 11 h 16"/>
                <a:gd name="T4" fmla="*/ 253 w 27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10" y="16"/>
                  </a:moveTo>
                  <a:cubicBezTo>
                    <a:pt x="5" y="11"/>
                    <a:pt x="0" y="0"/>
                    <a:pt x="12" y="1"/>
                  </a:cubicBezTo>
                  <a:cubicBezTo>
                    <a:pt x="17" y="2"/>
                    <a:pt x="23" y="9"/>
                    <a:pt x="27" y="1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5" name="Freeform 1094">
              <a:extLst>
                <a:ext uri="{FF2B5EF4-FFF2-40B4-BE49-F238E27FC236}">
                  <a16:creationId xmlns:a16="http://schemas.microsoft.com/office/drawing/2014/main" id="{66068EDA-F097-4319-B8B3-F398B5E4E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096"/>
              <a:ext cx="13" cy="9"/>
            </a:xfrm>
            <a:custGeom>
              <a:avLst/>
              <a:gdLst>
                <a:gd name="T0" fmla="*/ 0 w 6"/>
                <a:gd name="T1" fmla="*/ 45 h 4"/>
                <a:gd name="T2" fmla="*/ 61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3" y="4"/>
                    <a:pt x="5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6" name="Freeform 1095">
              <a:extLst>
                <a:ext uri="{FF2B5EF4-FFF2-40B4-BE49-F238E27FC236}">
                  <a16:creationId xmlns:a16="http://schemas.microsoft.com/office/drawing/2014/main" id="{154337E3-265A-4ABB-96A7-498C10F6D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052"/>
              <a:ext cx="75" cy="38"/>
            </a:xfrm>
            <a:custGeom>
              <a:avLst/>
              <a:gdLst>
                <a:gd name="T0" fmla="*/ 0 w 36"/>
                <a:gd name="T1" fmla="*/ 65 h 17"/>
                <a:gd name="T2" fmla="*/ 200 w 36"/>
                <a:gd name="T3" fmla="*/ 65 h 17"/>
                <a:gd name="T4" fmla="*/ 325 w 36"/>
                <a:gd name="T5" fmla="*/ 1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0" y="6"/>
                  </a:moveTo>
                  <a:cubicBezTo>
                    <a:pt x="3" y="0"/>
                    <a:pt x="18" y="3"/>
                    <a:pt x="22" y="6"/>
                  </a:cubicBezTo>
                  <a:cubicBezTo>
                    <a:pt x="27" y="9"/>
                    <a:pt x="32" y="13"/>
                    <a:pt x="36" y="1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7" name="Freeform 1096">
              <a:extLst>
                <a:ext uri="{FF2B5EF4-FFF2-40B4-BE49-F238E27FC236}">
                  <a16:creationId xmlns:a16="http://schemas.microsoft.com/office/drawing/2014/main" id="{F47B4381-5EC9-478F-8F84-A85EB9FF3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049"/>
              <a:ext cx="34" cy="14"/>
            </a:xfrm>
            <a:custGeom>
              <a:avLst/>
              <a:gdLst>
                <a:gd name="T0" fmla="*/ 0 w 16"/>
                <a:gd name="T1" fmla="*/ 65 h 6"/>
                <a:gd name="T2" fmla="*/ 153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5"/>
                  </a:moveTo>
                  <a:cubicBezTo>
                    <a:pt x="4" y="6"/>
                    <a:pt x="14" y="4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8" name="Freeform 1097">
              <a:extLst>
                <a:ext uri="{FF2B5EF4-FFF2-40B4-BE49-F238E27FC236}">
                  <a16:creationId xmlns:a16="http://schemas.microsoft.com/office/drawing/2014/main" id="{39CB4F71-EF5D-4201-87CC-FEE10A904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007"/>
              <a:ext cx="55" cy="58"/>
            </a:xfrm>
            <a:custGeom>
              <a:avLst/>
              <a:gdLst>
                <a:gd name="T0" fmla="*/ 76 w 26"/>
                <a:gd name="T1" fmla="*/ 0 h 26"/>
                <a:gd name="T2" fmla="*/ 59 w 26"/>
                <a:gd name="T3" fmla="*/ 125 h 26"/>
                <a:gd name="T4" fmla="*/ 245 w 26"/>
                <a:gd name="T5" fmla="*/ 28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6">
                  <a:moveTo>
                    <a:pt x="8" y="0"/>
                  </a:moveTo>
                  <a:cubicBezTo>
                    <a:pt x="0" y="0"/>
                    <a:pt x="3" y="8"/>
                    <a:pt x="6" y="11"/>
                  </a:cubicBezTo>
                  <a:cubicBezTo>
                    <a:pt x="10" y="15"/>
                    <a:pt x="21" y="25"/>
                    <a:pt x="26" y="2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9" name="Freeform 1098">
              <a:extLst>
                <a:ext uri="{FF2B5EF4-FFF2-40B4-BE49-F238E27FC236}">
                  <a16:creationId xmlns:a16="http://schemas.microsoft.com/office/drawing/2014/main" id="{91613BA3-2F05-4F8E-8018-C5C9C7657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971"/>
              <a:ext cx="60" cy="58"/>
            </a:xfrm>
            <a:custGeom>
              <a:avLst/>
              <a:gdLst>
                <a:gd name="T0" fmla="*/ 89 w 29"/>
                <a:gd name="T1" fmla="*/ 9 h 26"/>
                <a:gd name="T2" fmla="*/ 17 w 29"/>
                <a:gd name="T3" fmla="*/ 100 h 26"/>
                <a:gd name="T4" fmla="*/ 132 w 29"/>
                <a:gd name="T5" fmla="*/ 199 h 26"/>
                <a:gd name="T6" fmla="*/ 257 w 29"/>
                <a:gd name="T7" fmla="*/ 25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6">
                  <a:moveTo>
                    <a:pt x="10" y="1"/>
                  </a:moveTo>
                  <a:cubicBezTo>
                    <a:pt x="4" y="0"/>
                    <a:pt x="0" y="4"/>
                    <a:pt x="2" y="9"/>
                  </a:cubicBezTo>
                  <a:cubicBezTo>
                    <a:pt x="4" y="13"/>
                    <a:pt x="11" y="17"/>
                    <a:pt x="15" y="18"/>
                  </a:cubicBezTo>
                  <a:cubicBezTo>
                    <a:pt x="18" y="20"/>
                    <a:pt x="27" y="26"/>
                    <a:pt x="29" y="23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0" name="Freeform 1099">
              <a:extLst>
                <a:ext uri="{FF2B5EF4-FFF2-40B4-BE49-F238E27FC236}">
                  <a16:creationId xmlns:a16="http://schemas.microsoft.com/office/drawing/2014/main" id="{D4756A83-F246-45F6-8C43-16661C077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971"/>
              <a:ext cx="48" cy="36"/>
            </a:xfrm>
            <a:custGeom>
              <a:avLst/>
              <a:gdLst>
                <a:gd name="T0" fmla="*/ 0 w 23"/>
                <a:gd name="T1" fmla="*/ 0 h 16"/>
                <a:gd name="T2" fmla="*/ 209 w 23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8" y="4"/>
                    <a:pt x="17" y="9"/>
                    <a:pt x="23" y="16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1" name="Freeform 1100">
              <a:extLst>
                <a:ext uri="{FF2B5EF4-FFF2-40B4-BE49-F238E27FC236}">
                  <a16:creationId xmlns:a16="http://schemas.microsoft.com/office/drawing/2014/main" id="{A6A36F62-6043-4763-AA79-B92A9C2B6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942"/>
              <a:ext cx="62" cy="58"/>
            </a:xfrm>
            <a:custGeom>
              <a:avLst/>
              <a:gdLst>
                <a:gd name="T0" fmla="*/ 35 w 30"/>
                <a:gd name="T1" fmla="*/ 125 h 26"/>
                <a:gd name="T2" fmla="*/ 256 w 30"/>
                <a:gd name="T3" fmla="*/ 154 h 26"/>
                <a:gd name="T4" fmla="*/ 25 w 30"/>
                <a:gd name="T5" fmla="*/ 12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4" y="11"/>
                  </a:moveTo>
                  <a:cubicBezTo>
                    <a:pt x="8" y="13"/>
                    <a:pt x="30" y="26"/>
                    <a:pt x="29" y="14"/>
                  </a:cubicBezTo>
                  <a:cubicBezTo>
                    <a:pt x="29" y="5"/>
                    <a:pt x="0" y="0"/>
                    <a:pt x="3" y="11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2" name="Freeform 1101">
              <a:extLst>
                <a:ext uri="{FF2B5EF4-FFF2-40B4-BE49-F238E27FC236}">
                  <a16:creationId xmlns:a16="http://schemas.microsoft.com/office/drawing/2014/main" id="{DE5D8B84-B2EF-43DF-AAD6-2E4764A73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902"/>
              <a:ext cx="71" cy="58"/>
            </a:xfrm>
            <a:custGeom>
              <a:avLst/>
              <a:gdLst>
                <a:gd name="T0" fmla="*/ 228 w 34"/>
                <a:gd name="T1" fmla="*/ 288 h 26"/>
                <a:gd name="T2" fmla="*/ 309 w 34"/>
                <a:gd name="T3" fmla="*/ 223 h 26"/>
                <a:gd name="T4" fmla="*/ 184 w 34"/>
                <a:gd name="T5" fmla="*/ 109 h 26"/>
                <a:gd name="T6" fmla="*/ 0 w 34"/>
                <a:gd name="T7" fmla="*/ 14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6">
                  <a:moveTo>
                    <a:pt x="25" y="26"/>
                  </a:moveTo>
                  <a:cubicBezTo>
                    <a:pt x="28" y="26"/>
                    <a:pt x="34" y="22"/>
                    <a:pt x="34" y="20"/>
                  </a:cubicBezTo>
                  <a:cubicBezTo>
                    <a:pt x="34" y="15"/>
                    <a:pt x="23" y="11"/>
                    <a:pt x="20" y="10"/>
                  </a:cubicBezTo>
                  <a:cubicBezTo>
                    <a:pt x="13" y="6"/>
                    <a:pt x="1" y="0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3" name="Freeform 1102">
              <a:extLst>
                <a:ext uri="{FF2B5EF4-FFF2-40B4-BE49-F238E27FC236}">
                  <a16:creationId xmlns:a16="http://schemas.microsoft.com/office/drawing/2014/main" id="{CFA37ACA-AA64-4274-82D0-1033A73E8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873"/>
              <a:ext cx="95" cy="51"/>
            </a:xfrm>
            <a:custGeom>
              <a:avLst/>
              <a:gdLst>
                <a:gd name="T0" fmla="*/ 160 w 45"/>
                <a:gd name="T1" fmla="*/ 0 h 23"/>
                <a:gd name="T2" fmla="*/ 264 w 45"/>
                <a:gd name="T3" fmla="*/ 242 h 23"/>
                <a:gd name="T4" fmla="*/ 160 w 4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3">
                  <a:moveTo>
                    <a:pt x="17" y="0"/>
                  </a:moveTo>
                  <a:cubicBezTo>
                    <a:pt x="0" y="2"/>
                    <a:pt x="19" y="23"/>
                    <a:pt x="28" y="22"/>
                  </a:cubicBezTo>
                  <a:cubicBezTo>
                    <a:pt x="45" y="21"/>
                    <a:pt x="20" y="3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E6D4D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4" name="Freeform 1103">
              <a:extLst>
                <a:ext uri="{FF2B5EF4-FFF2-40B4-BE49-F238E27FC236}">
                  <a16:creationId xmlns:a16="http://schemas.microsoft.com/office/drawing/2014/main" id="{FE0B2A96-9CBF-44B9-86C5-4FEB78676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902"/>
              <a:ext cx="28" cy="13"/>
            </a:xfrm>
            <a:custGeom>
              <a:avLst/>
              <a:gdLst>
                <a:gd name="T0" fmla="*/ 0 w 13"/>
                <a:gd name="T1" fmla="*/ 0 h 6"/>
                <a:gd name="T2" fmla="*/ 129 w 13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2"/>
                    <a:pt x="9" y="6"/>
                    <a:pt x="13" y="5"/>
                  </a:cubicBezTo>
                </a:path>
              </a:pathLst>
            </a:custGeom>
            <a:noFill/>
            <a:ln w="3175" cap="rnd">
              <a:solidFill>
                <a:srgbClr val="E6D4D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5" name="Freeform 1104">
              <a:extLst>
                <a:ext uri="{FF2B5EF4-FFF2-40B4-BE49-F238E27FC236}">
                  <a16:creationId xmlns:a16="http://schemas.microsoft.com/office/drawing/2014/main" id="{052993F9-FD0E-42B5-9573-4741916E2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944"/>
              <a:ext cx="17" cy="9"/>
            </a:xfrm>
            <a:custGeom>
              <a:avLst/>
              <a:gdLst>
                <a:gd name="T0" fmla="*/ 0 w 8"/>
                <a:gd name="T1" fmla="*/ 0 h 4"/>
                <a:gd name="T2" fmla="*/ 77 w 8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4" y="0"/>
                    <a:pt x="4" y="1"/>
                    <a:pt x="8" y="4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6" name="Freeform 1105">
              <a:extLst>
                <a:ext uri="{FF2B5EF4-FFF2-40B4-BE49-F238E27FC236}">
                  <a16:creationId xmlns:a16="http://schemas.microsoft.com/office/drawing/2014/main" id="{D9D73C35-EEBB-4562-974D-6617EFE4D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849"/>
              <a:ext cx="63" cy="33"/>
            </a:xfrm>
            <a:custGeom>
              <a:avLst/>
              <a:gdLst>
                <a:gd name="T0" fmla="*/ 101 w 30"/>
                <a:gd name="T1" fmla="*/ 0 h 15"/>
                <a:gd name="T2" fmla="*/ 168 w 30"/>
                <a:gd name="T3" fmla="*/ 161 h 15"/>
                <a:gd name="T4" fmla="*/ 111 w 3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11" y="0"/>
                  </a:moveTo>
                  <a:cubicBezTo>
                    <a:pt x="0" y="0"/>
                    <a:pt x="11" y="15"/>
                    <a:pt x="18" y="15"/>
                  </a:cubicBezTo>
                  <a:cubicBezTo>
                    <a:pt x="30" y="15"/>
                    <a:pt x="16" y="2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E6D4D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7" name="Freeform 1106">
              <a:extLst>
                <a:ext uri="{FF2B5EF4-FFF2-40B4-BE49-F238E27FC236}">
                  <a16:creationId xmlns:a16="http://schemas.microsoft.com/office/drawing/2014/main" id="{5FA0895C-F40E-4680-9B88-7C40EFB89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822"/>
              <a:ext cx="48" cy="31"/>
            </a:xfrm>
            <a:custGeom>
              <a:avLst/>
              <a:gdLst>
                <a:gd name="T0" fmla="*/ 65 w 23"/>
                <a:gd name="T1" fmla="*/ 117 h 14"/>
                <a:gd name="T2" fmla="*/ 165 w 23"/>
                <a:gd name="T3" fmla="*/ 153 h 14"/>
                <a:gd name="T4" fmla="*/ 117 w 23"/>
                <a:gd name="T5" fmla="*/ 20 h 14"/>
                <a:gd name="T6" fmla="*/ 44 w 23"/>
                <a:gd name="T7" fmla="*/ 7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4">
                  <a:moveTo>
                    <a:pt x="7" y="11"/>
                  </a:moveTo>
                  <a:cubicBezTo>
                    <a:pt x="10" y="12"/>
                    <a:pt x="14" y="13"/>
                    <a:pt x="18" y="14"/>
                  </a:cubicBezTo>
                  <a:cubicBezTo>
                    <a:pt x="23" y="10"/>
                    <a:pt x="17" y="4"/>
                    <a:pt x="13" y="2"/>
                  </a:cubicBezTo>
                  <a:cubicBezTo>
                    <a:pt x="9" y="0"/>
                    <a:pt x="0" y="2"/>
                    <a:pt x="5" y="7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8" name="Freeform 1107">
              <a:extLst>
                <a:ext uri="{FF2B5EF4-FFF2-40B4-BE49-F238E27FC236}">
                  <a16:creationId xmlns:a16="http://schemas.microsoft.com/office/drawing/2014/main" id="{9DBC699C-20E0-4E84-9147-97C629063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791"/>
              <a:ext cx="46" cy="40"/>
            </a:xfrm>
            <a:custGeom>
              <a:avLst/>
              <a:gdLst>
                <a:gd name="T0" fmla="*/ 157 w 22"/>
                <a:gd name="T1" fmla="*/ 187 h 18"/>
                <a:gd name="T2" fmla="*/ 56 w 22"/>
                <a:gd name="T3" fmla="*/ 36 h 18"/>
                <a:gd name="T4" fmla="*/ 201 w 22"/>
                <a:gd name="T5" fmla="*/ 1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17" y="17"/>
                  </a:moveTo>
                  <a:cubicBezTo>
                    <a:pt x="12" y="18"/>
                    <a:pt x="0" y="7"/>
                    <a:pt x="6" y="3"/>
                  </a:cubicBezTo>
                  <a:cubicBezTo>
                    <a:pt x="10" y="0"/>
                    <a:pt x="21" y="12"/>
                    <a:pt x="22" y="15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9" name="Freeform 1108">
              <a:extLst>
                <a:ext uri="{FF2B5EF4-FFF2-40B4-BE49-F238E27FC236}">
                  <a16:creationId xmlns:a16="http://schemas.microsoft.com/office/drawing/2014/main" id="{A66C2C32-6596-4343-AB63-3E7F3EFC3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759"/>
              <a:ext cx="50" cy="47"/>
            </a:xfrm>
            <a:custGeom>
              <a:avLst/>
              <a:gdLst>
                <a:gd name="T0" fmla="*/ 165 w 24"/>
                <a:gd name="T1" fmla="*/ 201 h 21"/>
                <a:gd name="T2" fmla="*/ 92 w 24"/>
                <a:gd name="T3" fmla="*/ 36 h 21"/>
                <a:gd name="T4" fmla="*/ 152 w 24"/>
                <a:gd name="T5" fmla="*/ 20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18" y="18"/>
                  </a:moveTo>
                  <a:cubicBezTo>
                    <a:pt x="24" y="15"/>
                    <a:pt x="14" y="4"/>
                    <a:pt x="10" y="3"/>
                  </a:cubicBezTo>
                  <a:cubicBezTo>
                    <a:pt x="0" y="0"/>
                    <a:pt x="12" y="21"/>
                    <a:pt x="17" y="18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0" name="Freeform 1109">
              <a:extLst>
                <a:ext uri="{FF2B5EF4-FFF2-40B4-BE49-F238E27FC236}">
                  <a16:creationId xmlns:a16="http://schemas.microsoft.com/office/drawing/2014/main" id="{900E71FC-A71F-42B7-8A0F-B0F5EE370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730"/>
              <a:ext cx="32" cy="45"/>
            </a:xfrm>
            <a:custGeom>
              <a:avLst/>
              <a:gdLst>
                <a:gd name="T0" fmla="*/ 117 w 15"/>
                <a:gd name="T1" fmla="*/ 218 h 20"/>
                <a:gd name="T2" fmla="*/ 0 w 15"/>
                <a:gd name="T3" fmla="*/ 81 h 20"/>
                <a:gd name="T4" fmla="*/ 87 w 15"/>
                <a:gd name="T5" fmla="*/ 56 h 20"/>
                <a:gd name="T6" fmla="*/ 145 w 15"/>
                <a:gd name="T7" fmla="*/ 17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12" y="19"/>
                  </a:moveTo>
                  <a:cubicBezTo>
                    <a:pt x="6" y="20"/>
                    <a:pt x="0" y="12"/>
                    <a:pt x="0" y="7"/>
                  </a:cubicBezTo>
                  <a:cubicBezTo>
                    <a:pt x="0" y="0"/>
                    <a:pt x="5" y="3"/>
                    <a:pt x="9" y="5"/>
                  </a:cubicBezTo>
                  <a:cubicBezTo>
                    <a:pt x="12" y="7"/>
                    <a:pt x="14" y="11"/>
                    <a:pt x="15" y="15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1" name="Freeform 1110">
              <a:extLst>
                <a:ext uri="{FF2B5EF4-FFF2-40B4-BE49-F238E27FC236}">
                  <a16:creationId xmlns:a16="http://schemas.microsoft.com/office/drawing/2014/main" id="{FAE128C6-671D-40D5-80A3-DFBBE986F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695"/>
              <a:ext cx="32" cy="46"/>
            </a:xfrm>
            <a:custGeom>
              <a:avLst/>
              <a:gdLst>
                <a:gd name="T0" fmla="*/ 105 w 15"/>
                <a:gd name="T1" fmla="*/ 210 h 21"/>
                <a:gd name="T2" fmla="*/ 96 w 15"/>
                <a:gd name="T3" fmla="*/ 221 h 21"/>
                <a:gd name="T4" fmla="*/ 9 w 15"/>
                <a:gd name="T5" fmla="*/ 96 h 21"/>
                <a:gd name="T6" fmla="*/ 41 w 15"/>
                <a:gd name="T7" fmla="*/ 0 h 21"/>
                <a:gd name="T8" fmla="*/ 145 w 15"/>
                <a:gd name="T9" fmla="*/ 20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1">
                  <a:moveTo>
                    <a:pt x="11" y="20"/>
                  </a:moveTo>
                  <a:cubicBezTo>
                    <a:pt x="11" y="20"/>
                    <a:pt x="11" y="21"/>
                    <a:pt x="10" y="21"/>
                  </a:cubicBezTo>
                  <a:cubicBezTo>
                    <a:pt x="6" y="17"/>
                    <a:pt x="2" y="15"/>
                    <a:pt x="1" y="9"/>
                  </a:cubicBezTo>
                  <a:cubicBezTo>
                    <a:pt x="0" y="6"/>
                    <a:pt x="1" y="2"/>
                    <a:pt x="4" y="0"/>
                  </a:cubicBezTo>
                  <a:cubicBezTo>
                    <a:pt x="8" y="5"/>
                    <a:pt x="14" y="13"/>
                    <a:pt x="15" y="19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2" name="Freeform 1111">
              <a:extLst>
                <a:ext uri="{FF2B5EF4-FFF2-40B4-BE49-F238E27FC236}">
                  <a16:creationId xmlns:a16="http://schemas.microsoft.com/office/drawing/2014/main" id="{52ACEA9D-2C03-48F3-AB11-09A0E2F1A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719"/>
              <a:ext cx="5" cy="18"/>
            </a:xfrm>
            <a:custGeom>
              <a:avLst/>
              <a:gdLst>
                <a:gd name="T0" fmla="*/ 20 w 2"/>
                <a:gd name="T1" fmla="*/ 92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8"/>
                  </a:moveTo>
                  <a:cubicBezTo>
                    <a:pt x="2" y="6"/>
                    <a:pt x="0" y="3"/>
                    <a:pt x="2" y="0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3" name="Freeform 1112">
              <a:extLst>
                <a:ext uri="{FF2B5EF4-FFF2-40B4-BE49-F238E27FC236}">
                  <a16:creationId xmlns:a16="http://schemas.microsoft.com/office/drawing/2014/main" id="{B90DA4A1-0878-4ABD-815A-B41E9496C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48"/>
              <a:ext cx="2" cy="20"/>
            </a:xfrm>
            <a:custGeom>
              <a:avLst/>
              <a:gdLst>
                <a:gd name="T0" fmla="*/ 8 w 1"/>
                <a:gd name="T1" fmla="*/ 98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9"/>
                  </a:moveTo>
                  <a:cubicBezTo>
                    <a:pt x="1" y="5"/>
                    <a:pt x="1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4" name="Freeform 1113">
              <a:extLst>
                <a:ext uri="{FF2B5EF4-FFF2-40B4-BE49-F238E27FC236}">
                  <a16:creationId xmlns:a16="http://schemas.microsoft.com/office/drawing/2014/main" id="{8C68E8A6-66FC-4FE8-8D75-0A155EB07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84"/>
              <a:ext cx="16" cy="15"/>
            </a:xfrm>
            <a:custGeom>
              <a:avLst/>
              <a:gdLst>
                <a:gd name="T0" fmla="*/ 0 w 8"/>
                <a:gd name="T1" fmla="*/ 0 h 7"/>
                <a:gd name="T2" fmla="*/ 64 w 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2"/>
                    <a:pt x="5" y="6"/>
                    <a:pt x="8" y="7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5" name="Freeform 1114">
              <a:extLst>
                <a:ext uri="{FF2B5EF4-FFF2-40B4-BE49-F238E27FC236}">
                  <a16:creationId xmlns:a16="http://schemas.microsoft.com/office/drawing/2014/main" id="{ABFE3778-450E-4242-980C-A38CB25A3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670"/>
              <a:ext cx="19" cy="38"/>
            </a:xfrm>
            <a:custGeom>
              <a:avLst/>
              <a:gdLst>
                <a:gd name="T0" fmla="*/ 27 w 9"/>
                <a:gd name="T1" fmla="*/ 154 h 17"/>
                <a:gd name="T2" fmla="*/ 76 w 9"/>
                <a:gd name="T3" fmla="*/ 134 h 17"/>
                <a:gd name="T4" fmla="*/ 57 w 9"/>
                <a:gd name="T5" fmla="*/ 45 h 17"/>
                <a:gd name="T6" fmla="*/ 8 w 9"/>
                <a:gd name="T7" fmla="*/ 20 h 17"/>
                <a:gd name="T8" fmla="*/ 17 w 9"/>
                <a:gd name="T9" fmla="*/ 13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3" y="14"/>
                  </a:moveTo>
                  <a:cubicBezTo>
                    <a:pt x="5" y="17"/>
                    <a:pt x="8" y="15"/>
                    <a:pt x="8" y="12"/>
                  </a:cubicBezTo>
                  <a:cubicBezTo>
                    <a:pt x="9" y="10"/>
                    <a:pt x="7" y="6"/>
                    <a:pt x="6" y="4"/>
                  </a:cubicBezTo>
                  <a:cubicBezTo>
                    <a:pt x="5" y="3"/>
                    <a:pt x="3" y="0"/>
                    <a:pt x="1" y="2"/>
                  </a:cubicBezTo>
                  <a:cubicBezTo>
                    <a:pt x="0" y="4"/>
                    <a:pt x="2" y="10"/>
                    <a:pt x="2" y="12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6" name="Freeform 1115">
              <a:extLst>
                <a:ext uri="{FF2B5EF4-FFF2-40B4-BE49-F238E27FC236}">
                  <a16:creationId xmlns:a16="http://schemas.microsoft.com/office/drawing/2014/main" id="{E5EFDBA7-FA97-4921-B412-8CD7070BC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646"/>
              <a:ext cx="27" cy="33"/>
            </a:xfrm>
            <a:custGeom>
              <a:avLst/>
              <a:gdLst>
                <a:gd name="T0" fmla="*/ 64 w 13"/>
                <a:gd name="T1" fmla="*/ 150 h 15"/>
                <a:gd name="T2" fmla="*/ 108 w 13"/>
                <a:gd name="T3" fmla="*/ 125 h 15"/>
                <a:gd name="T4" fmla="*/ 81 w 13"/>
                <a:gd name="T5" fmla="*/ 44 h 15"/>
                <a:gd name="T6" fmla="*/ 35 w 13"/>
                <a:gd name="T7" fmla="*/ 9 h 15"/>
                <a:gd name="T8" fmla="*/ 64 w 13"/>
                <a:gd name="T9" fmla="*/ 14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7" y="14"/>
                  </a:moveTo>
                  <a:cubicBezTo>
                    <a:pt x="9" y="15"/>
                    <a:pt x="12" y="14"/>
                    <a:pt x="12" y="12"/>
                  </a:cubicBezTo>
                  <a:cubicBezTo>
                    <a:pt x="13" y="9"/>
                    <a:pt x="10" y="6"/>
                    <a:pt x="9" y="4"/>
                  </a:cubicBezTo>
                  <a:cubicBezTo>
                    <a:pt x="8" y="2"/>
                    <a:pt x="7" y="0"/>
                    <a:pt x="4" y="1"/>
                  </a:cubicBezTo>
                  <a:cubicBezTo>
                    <a:pt x="0" y="3"/>
                    <a:pt x="6" y="10"/>
                    <a:pt x="7" y="13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7" name="Freeform 1116">
              <a:extLst>
                <a:ext uri="{FF2B5EF4-FFF2-40B4-BE49-F238E27FC236}">
                  <a16:creationId xmlns:a16="http://schemas.microsoft.com/office/drawing/2014/main" id="{D3F6707B-6B9A-4619-A3BF-3990565CB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612"/>
              <a:ext cx="21" cy="40"/>
            </a:xfrm>
            <a:custGeom>
              <a:avLst/>
              <a:gdLst>
                <a:gd name="T0" fmla="*/ 76 w 10"/>
                <a:gd name="T1" fmla="*/ 162 h 18"/>
                <a:gd name="T2" fmla="*/ 17 w 10"/>
                <a:gd name="T3" fmla="*/ 64 h 18"/>
                <a:gd name="T4" fmla="*/ 92 w 10"/>
                <a:gd name="T5" fmla="*/ 1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8" y="15"/>
                  </a:moveTo>
                  <a:cubicBezTo>
                    <a:pt x="6" y="18"/>
                    <a:pt x="0" y="9"/>
                    <a:pt x="2" y="6"/>
                  </a:cubicBezTo>
                  <a:cubicBezTo>
                    <a:pt x="5" y="0"/>
                    <a:pt x="9" y="13"/>
                    <a:pt x="10" y="15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8" name="Freeform 1117">
              <a:extLst>
                <a:ext uri="{FF2B5EF4-FFF2-40B4-BE49-F238E27FC236}">
                  <a16:creationId xmlns:a16="http://schemas.microsoft.com/office/drawing/2014/main" id="{AAF46312-B8FC-42BD-9D99-C6F302B6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594"/>
              <a:ext cx="25" cy="29"/>
            </a:xfrm>
            <a:custGeom>
              <a:avLst/>
              <a:gdLst>
                <a:gd name="T0" fmla="*/ 65 w 12"/>
                <a:gd name="T1" fmla="*/ 145 h 13"/>
                <a:gd name="T2" fmla="*/ 44 w 12"/>
                <a:gd name="T3" fmla="*/ 0 h 13"/>
                <a:gd name="T4" fmla="*/ 100 w 12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7" y="13"/>
                  </a:moveTo>
                  <a:cubicBezTo>
                    <a:pt x="6" y="12"/>
                    <a:pt x="0" y="0"/>
                    <a:pt x="5" y="0"/>
                  </a:cubicBezTo>
                  <a:cubicBezTo>
                    <a:pt x="8" y="1"/>
                    <a:pt x="12" y="11"/>
                    <a:pt x="11" y="13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9" name="Freeform 1118">
              <a:extLst>
                <a:ext uri="{FF2B5EF4-FFF2-40B4-BE49-F238E27FC236}">
                  <a16:creationId xmlns:a16="http://schemas.microsoft.com/office/drawing/2014/main" id="{879BC181-7FD2-4F19-B511-4030F5861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572"/>
              <a:ext cx="21" cy="27"/>
            </a:xfrm>
            <a:custGeom>
              <a:avLst/>
              <a:gdLst>
                <a:gd name="T0" fmla="*/ 76 w 10"/>
                <a:gd name="T1" fmla="*/ 137 h 12"/>
                <a:gd name="T2" fmla="*/ 27 w 10"/>
                <a:gd name="T3" fmla="*/ 25 h 12"/>
                <a:gd name="T4" fmla="*/ 92 w 10"/>
                <a:gd name="T5" fmla="*/ 12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8" y="12"/>
                  </a:moveTo>
                  <a:cubicBezTo>
                    <a:pt x="5" y="12"/>
                    <a:pt x="0" y="4"/>
                    <a:pt x="3" y="2"/>
                  </a:cubicBezTo>
                  <a:cubicBezTo>
                    <a:pt x="7" y="0"/>
                    <a:pt x="9" y="9"/>
                    <a:pt x="10" y="11"/>
                  </a:cubicBezTo>
                </a:path>
              </a:pathLst>
            </a:custGeom>
            <a:noFill/>
            <a:ln w="3175" cap="rnd">
              <a:solidFill>
                <a:srgbClr val="C08F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0" name="Freeform 1119">
              <a:extLst>
                <a:ext uri="{FF2B5EF4-FFF2-40B4-BE49-F238E27FC236}">
                  <a16:creationId xmlns:a16="http://schemas.microsoft.com/office/drawing/2014/main" id="{5EF0515D-6CC2-4910-B8EA-6725CEB11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085"/>
              <a:ext cx="29" cy="96"/>
            </a:xfrm>
            <a:custGeom>
              <a:avLst/>
              <a:gdLst>
                <a:gd name="T0" fmla="*/ 0 w 14"/>
                <a:gd name="T1" fmla="*/ 134 h 43"/>
                <a:gd name="T2" fmla="*/ 116 w 14"/>
                <a:gd name="T3" fmla="*/ 478 h 43"/>
                <a:gd name="T4" fmla="*/ 116 w 14"/>
                <a:gd name="T5" fmla="*/ 380 h 43"/>
                <a:gd name="T6" fmla="*/ 124 w 14"/>
                <a:gd name="T7" fmla="*/ 190 h 43"/>
                <a:gd name="T8" fmla="*/ 91 w 1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3">
                  <a:moveTo>
                    <a:pt x="0" y="12"/>
                  </a:moveTo>
                  <a:cubicBezTo>
                    <a:pt x="2" y="21"/>
                    <a:pt x="5" y="36"/>
                    <a:pt x="13" y="43"/>
                  </a:cubicBezTo>
                  <a:cubicBezTo>
                    <a:pt x="14" y="40"/>
                    <a:pt x="13" y="37"/>
                    <a:pt x="13" y="34"/>
                  </a:cubicBezTo>
                  <a:cubicBezTo>
                    <a:pt x="13" y="28"/>
                    <a:pt x="14" y="23"/>
                    <a:pt x="14" y="17"/>
                  </a:cubicBezTo>
                  <a:cubicBezTo>
                    <a:pt x="14" y="11"/>
                    <a:pt x="13" y="6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1" name="Freeform 1120">
              <a:extLst>
                <a:ext uri="{FF2B5EF4-FFF2-40B4-BE49-F238E27FC236}">
                  <a16:creationId xmlns:a16="http://schemas.microsoft.com/office/drawing/2014/main" id="{20EA7862-EC4C-45FC-B9A3-2F73C16AC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177"/>
              <a:ext cx="40" cy="91"/>
            </a:xfrm>
            <a:custGeom>
              <a:avLst/>
              <a:gdLst>
                <a:gd name="T0" fmla="*/ 0 w 19"/>
                <a:gd name="T1" fmla="*/ 9 h 41"/>
                <a:gd name="T2" fmla="*/ 76 w 19"/>
                <a:gd name="T3" fmla="*/ 262 h 41"/>
                <a:gd name="T4" fmla="*/ 168 w 19"/>
                <a:gd name="T5" fmla="*/ 448 h 41"/>
                <a:gd name="T6" fmla="*/ 177 w 19"/>
                <a:gd name="T7" fmla="*/ 360 h 41"/>
                <a:gd name="T8" fmla="*/ 101 w 19"/>
                <a:gd name="T9" fmla="*/ 142 h 41"/>
                <a:gd name="T10" fmla="*/ 8 w 19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1">
                  <a:moveTo>
                    <a:pt x="0" y="1"/>
                  </a:moveTo>
                  <a:cubicBezTo>
                    <a:pt x="1" y="9"/>
                    <a:pt x="4" y="17"/>
                    <a:pt x="8" y="24"/>
                  </a:cubicBezTo>
                  <a:cubicBezTo>
                    <a:pt x="11" y="30"/>
                    <a:pt x="13" y="36"/>
                    <a:pt x="18" y="41"/>
                  </a:cubicBezTo>
                  <a:cubicBezTo>
                    <a:pt x="18" y="38"/>
                    <a:pt x="19" y="36"/>
                    <a:pt x="19" y="33"/>
                  </a:cubicBezTo>
                  <a:cubicBezTo>
                    <a:pt x="19" y="26"/>
                    <a:pt x="14" y="18"/>
                    <a:pt x="11" y="13"/>
                  </a:cubicBezTo>
                  <a:cubicBezTo>
                    <a:pt x="8" y="9"/>
                    <a:pt x="2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2" name="Freeform 1121">
              <a:extLst>
                <a:ext uri="{FF2B5EF4-FFF2-40B4-BE49-F238E27FC236}">
                  <a16:creationId xmlns:a16="http://schemas.microsoft.com/office/drawing/2014/main" id="{C837204E-3890-40BA-A4D9-6A19DF116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163"/>
              <a:ext cx="19" cy="80"/>
            </a:xfrm>
            <a:custGeom>
              <a:avLst/>
              <a:gdLst>
                <a:gd name="T0" fmla="*/ 0 w 9"/>
                <a:gd name="T1" fmla="*/ 0 h 36"/>
                <a:gd name="T2" fmla="*/ 68 w 9"/>
                <a:gd name="T3" fmla="*/ 262 h 36"/>
                <a:gd name="T4" fmla="*/ 57 w 9"/>
                <a:gd name="T5" fmla="*/ 3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6">
                  <a:moveTo>
                    <a:pt x="0" y="0"/>
                  </a:moveTo>
                  <a:cubicBezTo>
                    <a:pt x="4" y="7"/>
                    <a:pt x="6" y="15"/>
                    <a:pt x="7" y="24"/>
                  </a:cubicBezTo>
                  <a:cubicBezTo>
                    <a:pt x="7" y="27"/>
                    <a:pt x="9" y="34"/>
                    <a:pt x="6" y="3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3" name="Freeform 1122">
              <a:extLst>
                <a:ext uri="{FF2B5EF4-FFF2-40B4-BE49-F238E27FC236}">
                  <a16:creationId xmlns:a16="http://schemas.microsoft.com/office/drawing/2014/main" id="{84FEADDD-A90E-4C92-8F18-3B8449BAA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239"/>
              <a:ext cx="34" cy="96"/>
            </a:xfrm>
            <a:custGeom>
              <a:avLst/>
              <a:gdLst>
                <a:gd name="T0" fmla="*/ 0 w 16"/>
                <a:gd name="T1" fmla="*/ 145 h 43"/>
                <a:gd name="T2" fmla="*/ 145 w 16"/>
                <a:gd name="T3" fmla="*/ 478 h 43"/>
                <a:gd name="T4" fmla="*/ 145 w 16"/>
                <a:gd name="T5" fmla="*/ 380 h 43"/>
                <a:gd name="T6" fmla="*/ 145 w 16"/>
                <a:gd name="T7" fmla="*/ 190 h 43"/>
                <a:gd name="T8" fmla="*/ 49 w 16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3">
                  <a:moveTo>
                    <a:pt x="0" y="13"/>
                  </a:moveTo>
                  <a:cubicBezTo>
                    <a:pt x="3" y="22"/>
                    <a:pt x="7" y="37"/>
                    <a:pt x="15" y="43"/>
                  </a:cubicBezTo>
                  <a:cubicBezTo>
                    <a:pt x="16" y="40"/>
                    <a:pt x="15" y="37"/>
                    <a:pt x="15" y="34"/>
                  </a:cubicBezTo>
                  <a:cubicBezTo>
                    <a:pt x="15" y="28"/>
                    <a:pt x="15" y="23"/>
                    <a:pt x="15" y="17"/>
                  </a:cubicBezTo>
                  <a:cubicBezTo>
                    <a:pt x="14" y="11"/>
                    <a:pt x="8" y="5"/>
                    <a:pt x="5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4" name="Freeform 1123">
              <a:extLst>
                <a:ext uri="{FF2B5EF4-FFF2-40B4-BE49-F238E27FC236}">
                  <a16:creationId xmlns:a16="http://schemas.microsoft.com/office/drawing/2014/main" id="{4CB50D1A-8DCD-4719-A4F5-55BE38BE9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330"/>
              <a:ext cx="44" cy="90"/>
            </a:xfrm>
            <a:custGeom>
              <a:avLst/>
              <a:gdLst>
                <a:gd name="T0" fmla="*/ 0 w 21"/>
                <a:gd name="T1" fmla="*/ 11 h 40"/>
                <a:gd name="T2" fmla="*/ 84 w 21"/>
                <a:gd name="T3" fmla="*/ 275 h 40"/>
                <a:gd name="T4" fmla="*/ 193 w 21"/>
                <a:gd name="T5" fmla="*/ 457 h 40"/>
                <a:gd name="T6" fmla="*/ 193 w 21"/>
                <a:gd name="T7" fmla="*/ 365 h 40"/>
                <a:gd name="T8" fmla="*/ 109 w 21"/>
                <a:gd name="T9" fmla="*/ 137 h 40"/>
                <a:gd name="T10" fmla="*/ 8 w 21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0" y="1"/>
                  </a:moveTo>
                  <a:cubicBezTo>
                    <a:pt x="2" y="9"/>
                    <a:pt x="5" y="17"/>
                    <a:pt x="9" y="24"/>
                  </a:cubicBezTo>
                  <a:cubicBezTo>
                    <a:pt x="13" y="30"/>
                    <a:pt x="15" y="36"/>
                    <a:pt x="21" y="40"/>
                  </a:cubicBezTo>
                  <a:cubicBezTo>
                    <a:pt x="21" y="37"/>
                    <a:pt x="21" y="35"/>
                    <a:pt x="21" y="32"/>
                  </a:cubicBezTo>
                  <a:cubicBezTo>
                    <a:pt x="20" y="25"/>
                    <a:pt x="16" y="18"/>
                    <a:pt x="12" y="12"/>
                  </a:cubicBezTo>
                  <a:cubicBezTo>
                    <a:pt x="9" y="8"/>
                    <a:pt x="3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5" name="Freeform 1124">
              <a:extLst>
                <a:ext uri="{FF2B5EF4-FFF2-40B4-BE49-F238E27FC236}">
                  <a16:creationId xmlns:a16="http://schemas.microsoft.com/office/drawing/2014/main" id="{67E7C163-628B-467A-BFA5-160405379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308"/>
              <a:ext cx="21" cy="87"/>
            </a:xfrm>
            <a:custGeom>
              <a:avLst/>
              <a:gdLst>
                <a:gd name="T0" fmla="*/ 0 w 10"/>
                <a:gd name="T1" fmla="*/ 0 h 39"/>
                <a:gd name="T2" fmla="*/ 76 w 10"/>
                <a:gd name="T3" fmla="*/ 299 h 39"/>
                <a:gd name="T4" fmla="*/ 76 w 10"/>
                <a:gd name="T5" fmla="*/ 43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2" y="9"/>
                    <a:pt x="6" y="18"/>
                    <a:pt x="8" y="27"/>
                  </a:cubicBezTo>
                  <a:cubicBezTo>
                    <a:pt x="9" y="30"/>
                    <a:pt x="10" y="37"/>
                    <a:pt x="8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6" name="Freeform 1125">
              <a:extLst>
                <a:ext uri="{FF2B5EF4-FFF2-40B4-BE49-F238E27FC236}">
                  <a16:creationId xmlns:a16="http://schemas.microsoft.com/office/drawing/2014/main" id="{175ADAA8-D470-4005-98A3-726A53FB1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3272"/>
              <a:ext cx="21" cy="101"/>
            </a:xfrm>
            <a:custGeom>
              <a:avLst/>
              <a:gdLst>
                <a:gd name="T0" fmla="*/ 36 w 10"/>
                <a:gd name="T1" fmla="*/ 509 h 45"/>
                <a:gd name="T2" fmla="*/ 57 w 10"/>
                <a:gd name="T3" fmla="*/ 157 h 45"/>
                <a:gd name="T4" fmla="*/ 0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45"/>
                  </a:moveTo>
                  <a:cubicBezTo>
                    <a:pt x="8" y="35"/>
                    <a:pt x="10" y="24"/>
                    <a:pt x="6" y="14"/>
                  </a:cubicBezTo>
                  <a:cubicBezTo>
                    <a:pt x="4" y="10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7" name="Freeform 1126">
              <a:extLst>
                <a:ext uri="{FF2B5EF4-FFF2-40B4-BE49-F238E27FC236}">
                  <a16:creationId xmlns:a16="http://schemas.microsoft.com/office/drawing/2014/main" id="{35FB12A6-399B-440B-A603-0C22AA7D9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359"/>
              <a:ext cx="33" cy="99"/>
            </a:xfrm>
            <a:custGeom>
              <a:avLst/>
              <a:gdLst>
                <a:gd name="T0" fmla="*/ 0 w 16"/>
                <a:gd name="T1" fmla="*/ 329 h 44"/>
                <a:gd name="T2" fmla="*/ 140 w 16"/>
                <a:gd name="T3" fmla="*/ 502 h 44"/>
                <a:gd name="T4" fmla="*/ 97 w 16"/>
                <a:gd name="T5" fmla="*/ 275 h 44"/>
                <a:gd name="T6" fmla="*/ 35 w 1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4">
                  <a:moveTo>
                    <a:pt x="0" y="29"/>
                  </a:moveTo>
                  <a:cubicBezTo>
                    <a:pt x="3" y="35"/>
                    <a:pt x="9" y="42"/>
                    <a:pt x="16" y="44"/>
                  </a:cubicBezTo>
                  <a:cubicBezTo>
                    <a:pt x="14" y="37"/>
                    <a:pt x="11" y="31"/>
                    <a:pt x="11" y="24"/>
                  </a:cubicBezTo>
                  <a:cubicBezTo>
                    <a:pt x="8" y="9"/>
                    <a:pt x="4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8" name="Freeform 1127">
              <a:extLst>
                <a:ext uri="{FF2B5EF4-FFF2-40B4-BE49-F238E27FC236}">
                  <a16:creationId xmlns:a16="http://schemas.microsoft.com/office/drawing/2014/main" id="{E737DAC8-8CB2-499B-8F0A-3BFF32EA1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420"/>
              <a:ext cx="49" cy="91"/>
            </a:xfrm>
            <a:custGeom>
              <a:avLst/>
              <a:gdLst>
                <a:gd name="T0" fmla="*/ 9 w 23"/>
                <a:gd name="T1" fmla="*/ 0 h 41"/>
                <a:gd name="T2" fmla="*/ 85 w 23"/>
                <a:gd name="T3" fmla="*/ 286 h 41"/>
                <a:gd name="T4" fmla="*/ 222 w 23"/>
                <a:gd name="T5" fmla="*/ 448 h 41"/>
                <a:gd name="T6" fmla="*/ 164 w 23"/>
                <a:gd name="T7" fmla="*/ 18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1">
                  <a:moveTo>
                    <a:pt x="1" y="0"/>
                  </a:moveTo>
                  <a:cubicBezTo>
                    <a:pt x="0" y="4"/>
                    <a:pt x="8" y="23"/>
                    <a:pt x="9" y="26"/>
                  </a:cubicBezTo>
                  <a:cubicBezTo>
                    <a:pt x="11" y="32"/>
                    <a:pt x="18" y="36"/>
                    <a:pt x="23" y="41"/>
                  </a:cubicBezTo>
                  <a:cubicBezTo>
                    <a:pt x="21" y="33"/>
                    <a:pt x="22" y="23"/>
                    <a:pt x="17" y="1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9" name="Freeform 1128">
              <a:extLst>
                <a:ext uri="{FF2B5EF4-FFF2-40B4-BE49-F238E27FC236}">
                  <a16:creationId xmlns:a16="http://schemas.microsoft.com/office/drawing/2014/main" id="{052D6325-78E5-4307-9CB8-F53BA5826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489"/>
              <a:ext cx="36" cy="100"/>
            </a:xfrm>
            <a:custGeom>
              <a:avLst/>
              <a:gdLst>
                <a:gd name="T0" fmla="*/ 8 w 17"/>
                <a:gd name="T1" fmla="*/ 109 h 45"/>
                <a:gd name="T2" fmla="*/ 36 w 17"/>
                <a:gd name="T3" fmla="*/ 276 h 45"/>
                <a:gd name="T4" fmla="*/ 161 w 17"/>
                <a:gd name="T5" fmla="*/ 484 h 45"/>
                <a:gd name="T6" fmla="*/ 136 w 17"/>
                <a:gd name="T7" fmla="*/ 360 h 45"/>
                <a:gd name="T8" fmla="*/ 136 w 17"/>
                <a:gd name="T9" fmla="*/ 296 h 45"/>
                <a:gd name="T10" fmla="*/ 76 w 17"/>
                <a:gd name="T11" fmla="*/ 118 h 45"/>
                <a:gd name="T12" fmla="*/ 0 w 17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5">
                  <a:moveTo>
                    <a:pt x="1" y="10"/>
                  </a:moveTo>
                  <a:cubicBezTo>
                    <a:pt x="1" y="14"/>
                    <a:pt x="2" y="21"/>
                    <a:pt x="4" y="25"/>
                  </a:cubicBezTo>
                  <a:cubicBezTo>
                    <a:pt x="5" y="28"/>
                    <a:pt x="15" y="42"/>
                    <a:pt x="17" y="44"/>
                  </a:cubicBezTo>
                  <a:cubicBezTo>
                    <a:pt x="17" y="45"/>
                    <a:pt x="13" y="33"/>
                    <a:pt x="14" y="33"/>
                  </a:cubicBezTo>
                  <a:cubicBezTo>
                    <a:pt x="14" y="31"/>
                    <a:pt x="14" y="29"/>
                    <a:pt x="14" y="27"/>
                  </a:cubicBezTo>
                  <a:cubicBezTo>
                    <a:pt x="14" y="22"/>
                    <a:pt x="10" y="16"/>
                    <a:pt x="8" y="11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0" name="Freeform 1129">
              <a:extLst>
                <a:ext uri="{FF2B5EF4-FFF2-40B4-BE49-F238E27FC236}">
                  <a16:creationId xmlns:a16="http://schemas.microsoft.com/office/drawing/2014/main" id="{FA845E54-E1F5-49F5-AF19-5751B6782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438"/>
              <a:ext cx="31" cy="67"/>
            </a:xfrm>
            <a:custGeom>
              <a:avLst/>
              <a:gdLst>
                <a:gd name="T0" fmla="*/ 124 w 15"/>
                <a:gd name="T1" fmla="*/ 335 h 30"/>
                <a:gd name="T2" fmla="*/ 89 w 15"/>
                <a:gd name="T3" fmla="*/ 89 h 30"/>
                <a:gd name="T4" fmla="*/ 0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4" y="30"/>
                  </a:moveTo>
                  <a:cubicBezTo>
                    <a:pt x="14" y="22"/>
                    <a:pt x="15" y="14"/>
                    <a:pt x="10" y="8"/>
                  </a:cubicBezTo>
                  <a:cubicBezTo>
                    <a:pt x="7" y="4"/>
                    <a:pt x="4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1" name="Freeform 1130">
              <a:extLst>
                <a:ext uri="{FF2B5EF4-FFF2-40B4-BE49-F238E27FC236}">
                  <a16:creationId xmlns:a16="http://schemas.microsoft.com/office/drawing/2014/main" id="{B99C39BE-8AEA-4CF9-BF30-7F586996D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415"/>
              <a:ext cx="56" cy="72"/>
            </a:xfrm>
            <a:custGeom>
              <a:avLst/>
              <a:gdLst>
                <a:gd name="T0" fmla="*/ 0 w 27"/>
                <a:gd name="T1" fmla="*/ 0 h 32"/>
                <a:gd name="T2" fmla="*/ 52 w 27"/>
                <a:gd name="T3" fmla="*/ 81 h 32"/>
                <a:gd name="T4" fmla="*/ 124 w 27"/>
                <a:gd name="T5" fmla="*/ 227 h 32"/>
                <a:gd name="T6" fmla="*/ 216 w 27"/>
                <a:gd name="T7" fmla="*/ 329 h 32"/>
                <a:gd name="T8" fmla="*/ 241 w 27"/>
                <a:gd name="T9" fmla="*/ 36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2">
                  <a:moveTo>
                    <a:pt x="0" y="0"/>
                  </a:moveTo>
                  <a:cubicBezTo>
                    <a:pt x="2" y="1"/>
                    <a:pt x="5" y="5"/>
                    <a:pt x="6" y="7"/>
                  </a:cubicBezTo>
                  <a:cubicBezTo>
                    <a:pt x="7" y="12"/>
                    <a:pt x="10" y="16"/>
                    <a:pt x="14" y="20"/>
                  </a:cubicBezTo>
                  <a:cubicBezTo>
                    <a:pt x="17" y="23"/>
                    <a:pt x="21" y="26"/>
                    <a:pt x="24" y="29"/>
                  </a:cubicBezTo>
                  <a:cubicBezTo>
                    <a:pt x="25" y="30"/>
                    <a:pt x="27" y="32"/>
                    <a:pt x="27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2" name="Freeform 1131">
              <a:extLst>
                <a:ext uri="{FF2B5EF4-FFF2-40B4-BE49-F238E27FC236}">
                  <a16:creationId xmlns:a16="http://schemas.microsoft.com/office/drawing/2014/main" id="{1E52E197-A57A-40B1-BB04-34646F5BB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384"/>
              <a:ext cx="51" cy="121"/>
            </a:xfrm>
            <a:custGeom>
              <a:avLst/>
              <a:gdLst>
                <a:gd name="T0" fmla="*/ 181 w 24"/>
                <a:gd name="T1" fmla="*/ 607 h 54"/>
                <a:gd name="T2" fmla="*/ 204 w 24"/>
                <a:gd name="T3" fmla="*/ 571 h 54"/>
                <a:gd name="T4" fmla="*/ 221 w 24"/>
                <a:gd name="T5" fmla="*/ 506 h 54"/>
                <a:gd name="T6" fmla="*/ 193 w 24"/>
                <a:gd name="T7" fmla="*/ 307 h 54"/>
                <a:gd name="T8" fmla="*/ 145 w 24"/>
                <a:gd name="T9" fmla="*/ 137 h 54"/>
                <a:gd name="T10" fmla="*/ 0 w 24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4">
                  <a:moveTo>
                    <a:pt x="19" y="54"/>
                  </a:moveTo>
                  <a:cubicBezTo>
                    <a:pt x="20" y="53"/>
                    <a:pt x="20" y="52"/>
                    <a:pt x="21" y="51"/>
                  </a:cubicBezTo>
                  <a:cubicBezTo>
                    <a:pt x="22" y="49"/>
                    <a:pt x="22" y="47"/>
                    <a:pt x="23" y="45"/>
                  </a:cubicBezTo>
                  <a:cubicBezTo>
                    <a:pt x="24" y="40"/>
                    <a:pt x="21" y="33"/>
                    <a:pt x="20" y="27"/>
                  </a:cubicBezTo>
                  <a:cubicBezTo>
                    <a:pt x="19" y="22"/>
                    <a:pt x="17" y="17"/>
                    <a:pt x="15" y="12"/>
                  </a:cubicBezTo>
                  <a:cubicBezTo>
                    <a:pt x="10" y="3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3" name="Freeform 1132">
              <a:extLst>
                <a:ext uri="{FF2B5EF4-FFF2-40B4-BE49-F238E27FC236}">
                  <a16:creationId xmlns:a16="http://schemas.microsoft.com/office/drawing/2014/main" id="{0D91CB7D-707A-4313-9FDC-67E84C1A8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473"/>
              <a:ext cx="56" cy="40"/>
            </a:xfrm>
            <a:custGeom>
              <a:avLst/>
              <a:gdLst>
                <a:gd name="T0" fmla="*/ 0 w 27"/>
                <a:gd name="T1" fmla="*/ 0 h 18"/>
                <a:gd name="T2" fmla="*/ 176 w 27"/>
                <a:gd name="T3" fmla="*/ 187 h 18"/>
                <a:gd name="T4" fmla="*/ 241 w 27"/>
                <a:gd name="T5" fmla="*/ 19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8">
                  <a:moveTo>
                    <a:pt x="0" y="0"/>
                  </a:moveTo>
                  <a:cubicBezTo>
                    <a:pt x="5" y="7"/>
                    <a:pt x="11" y="15"/>
                    <a:pt x="20" y="17"/>
                  </a:cubicBezTo>
                  <a:cubicBezTo>
                    <a:pt x="22" y="17"/>
                    <a:pt x="25" y="18"/>
                    <a:pt x="27" y="1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4" name="Freeform 1133">
              <a:extLst>
                <a:ext uri="{FF2B5EF4-FFF2-40B4-BE49-F238E27FC236}">
                  <a16:creationId xmlns:a16="http://schemas.microsoft.com/office/drawing/2014/main" id="{00FC2792-9B65-4190-911B-648F57DFE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551"/>
              <a:ext cx="27" cy="41"/>
            </a:xfrm>
            <a:custGeom>
              <a:avLst/>
              <a:gdLst>
                <a:gd name="T0" fmla="*/ 116 w 13"/>
                <a:gd name="T1" fmla="*/ 212 h 18"/>
                <a:gd name="T2" fmla="*/ 0 w 1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13" y="18"/>
                  </a:moveTo>
                  <a:cubicBezTo>
                    <a:pt x="10" y="13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5" name="Freeform 1134">
              <a:extLst>
                <a:ext uri="{FF2B5EF4-FFF2-40B4-BE49-F238E27FC236}">
                  <a16:creationId xmlns:a16="http://schemas.microsoft.com/office/drawing/2014/main" id="{CC8AA504-D220-4B08-B8E8-C4A994B9A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563"/>
              <a:ext cx="14" cy="44"/>
            </a:xfrm>
            <a:custGeom>
              <a:avLst/>
              <a:gdLst>
                <a:gd name="T0" fmla="*/ 0 w 7"/>
                <a:gd name="T1" fmla="*/ 0 h 20"/>
                <a:gd name="T2" fmla="*/ 40 w 7"/>
                <a:gd name="T3" fmla="*/ 178 h 20"/>
                <a:gd name="T4" fmla="*/ 56 w 7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1" y="5"/>
                    <a:pt x="2" y="11"/>
                    <a:pt x="5" y="17"/>
                  </a:cubicBezTo>
                  <a:cubicBezTo>
                    <a:pt x="6" y="18"/>
                    <a:pt x="6" y="19"/>
                    <a:pt x="7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6" name="Freeform 1135">
              <a:extLst>
                <a:ext uri="{FF2B5EF4-FFF2-40B4-BE49-F238E27FC236}">
                  <a16:creationId xmlns:a16="http://schemas.microsoft.com/office/drawing/2014/main" id="{687F3594-6677-4AF2-A997-9DA5055CF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498"/>
              <a:ext cx="42" cy="96"/>
            </a:xfrm>
            <a:custGeom>
              <a:avLst/>
              <a:gdLst>
                <a:gd name="T0" fmla="*/ 176 w 20"/>
                <a:gd name="T1" fmla="*/ 478 h 43"/>
                <a:gd name="T2" fmla="*/ 0 w 20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3">
                  <a:moveTo>
                    <a:pt x="19" y="43"/>
                  </a:moveTo>
                  <a:cubicBezTo>
                    <a:pt x="20" y="28"/>
                    <a:pt x="12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7" name="Freeform 1136">
              <a:extLst>
                <a:ext uri="{FF2B5EF4-FFF2-40B4-BE49-F238E27FC236}">
                  <a16:creationId xmlns:a16="http://schemas.microsoft.com/office/drawing/2014/main" id="{7039C784-57C6-48EF-8939-DEBED093E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498"/>
              <a:ext cx="19" cy="69"/>
            </a:xfrm>
            <a:custGeom>
              <a:avLst/>
              <a:gdLst>
                <a:gd name="T0" fmla="*/ 0 w 9"/>
                <a:gd name="T1" fmla="*/ 0 h 31"/>
                <a:gd name="T2" fmla="*/ 68 w 9"/>
                <a:gd name="T3" fmla="*/ 198 h 31"/>
                <a:gd name="T4" fmla="*/ 68 w 9"/>
                <a:gd name="T5" fmla="*/ 34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1">
                  <a:moveTo>
                    <a:pt x="0" y="0"/>
                  </a:moveTo>
                  <a:cubicBezTo>
                    <a:pt x="5" y="3"/>
                    <a:pt x="7" y="12"/>
                    <a:pt x="7" y="18"/>
                  </a:cubicBezTo>
                  <a:cubicBezTo>
                    <a:pt x="7" y="21"/>
                    <a:pt x="9" y="29"/>
                    <a:pt x="7" y="3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8" name="Freeform 1137">
              <a:extLst>
                <a:ext uri="{FF2B5EF4-FFF2-40B4-BE49-F238E27FC236}">
                  <a16:creationId xmlns:a16="http://schemas.microsoft.com/office/drawing/2014/main" id="{DCD0F9DC-5570-47E5-8FD6-6D78F824B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545"/>
              <a:ext cx="32" cy="62"/>
            </a:xfrm>
            <a:custGeom>
              <a:avLst/>
              <a:gdLst>
                <a:gd name="T0" fmla="*/ 0 w 15"/>
                <a:gd name="T1" fmla="*/ 0 h 28"/>
                <a:gd name="T2" fmla="*/ 145 w 15"/>
                <a:gd name="T3" fmla="*/ 303 h 28"/>
                <a:gd name="T4" fmla="*/ 0 w 15"/>
                <a:gd name="T5" fmla="*/ 23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0" y="0"/>
                  </a:moveTo>
                  <a:cubicBezTo>
                    <a:pt x="10" y="12"/>
                    <a:pt x="10" y="14"/>
                    <a:pt x="15" y="28"/>
                  </a:cubicBezTo>
                  <a:cubicBezTo>
                    <a:pt x="9" y="21"/>
                    <a:pt x="5" y="28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9" name="Freeform 1138">
              <a:extLst>
                <a:ext uri="{FF2B5EF4-FFF2-40B4-BE49-F238E27FC236}">
                  <a16:creationId xmlns:a16="http://schemas.microsoft.com/office/drawing/2014/main" id="{711BADD1-3CAB-4412-842C-25036784D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511"/>
              <a:ext cx="19" cy="87"/>
            </a:xfrm>
            <a:custGeom>
              <a:avLst/>
              <a:gdLst>
                <a:gd name="T0" fmla="*/ 0 w 9"/>
                <a:gd name="T1" fmla="*/ 0 h 39"/>
                <a:gd name="T2" fmla="*/ 84 w 9"/>
                <a:gd name="T3" fmla="*/ 43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9">
                  <a:moveTo>
                    <a:pt x="0" y="0"/>
                  </a:moveTo>
                  <a:cubicBezTo>
                    <a:pt x="8" y="6"/>
                    <a:pt x="9" y="29"/>
                    <a:pt x="9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0" name="Freeform 1139">
              <a:extLst>
                <a:ext uri="{FF2B5EF4-FFF2-40B4-BE49-F238E27FC236}">
                  <a16:creationId xmlns:a16="http://schemas.microsoft.com/office/drawing/2014/main" id="{D23FB244-3478-43A2-9A7A-05C9DFF90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531"/>
              <a:ext cx="50" cy="56"/>
            </a:xfrm>
            <a:custGeom>
              <a:avLst/>
              <a:gdLst>
                <a:gd name="T0" fmla="*/ 217 w 24"/>
                <a:gd name="T1" fmla="*/ 280 h 25"/>
                <a:gd name="T2" fmla="*/ 135 w 24"/>
                <a:gd name="T3" fmla="*/ 181 h 25"/>
                <a:gd name="T4" fmla="*/ 0 w 2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24" y="25"/>
                  </a:moveTo>
                  <a:cubicBezTo>
                    <a:pt x="21" y="19"/>
                    <a:pt x="19" y="22"/>
                    <a:pt x="15" y="16"/>
                  </a:cubicBezTo>
                  <a:cubicBezTo>
                    <a:pt x="12" y="11"/>
                    <a:pt x="3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1" name="Freeform 1140">
              <a:extLst>
                <a:ext uri="{FF2B5EF4-FFF2-40B4-BE49-F238E27FC236}">
                  <a16:creationId xmlns:a16="http://schemas.microsoft.com/office/drawing/2014/main" id="{D6DCEA47-8E6F-4600-B993-8E5EC6B6C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529"/>
              <a:ext cx="27" cy="65"/>
            </a:xfrm>
            <a:custGeom>
              <a:avLst/>
              <a:gdLst>
                <a:gd name="T0" fmla="*/ 0 w 13"/>
                <a:gd name="T1" fmla="*/ 0 h 29"/>
                <a:gd name="T2" fmla="*/ 25 w 13"/>
                <a:gd name="T3" fmla="*/ 155 h 29"/>
                <a:gd name="T4" fmla="*/ 116 w 13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0" y="0"/>
                  </a:moveTo>
                  <a:cubicBezTo>
                    <a:pt x="2" y="4"/>
                    <a:pt x="2" y="9"/>
                    <a:pt x="3" y="14"/>
                  </a:cubicBezTo>
                  <a:cubicBezTo>
                    <a:pt x="6" y="19"/>
                    <a:pt x="10" y="24"/>
                    <a:pt x="13" y="2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2" name="Freeform 1141">
              <a:extLst>
                <a:ext uri="{FF2B5EF4-FFF2-40B4-BE49-F238E27FC236}">
                  <a16:creationId xmlns:a16="http://schemas.microsoft.com/office/drawing/2014/main" id="{9DE7C4DA-3487-437E-B78A-8D8D1C1D3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346"/>
              <a:ext cx="23" cy="76"/>
            </a:xfrm>
            <a:custGeom>
              <a:avLst/>
              <a:gdLst>
                <a:gd name="T0" fmla="*/ 100 w 11"/>
                <a:gd name="T1" fmla="*/ 380 h 34"/>
                <a:gd name="T2" fmla="*/ 0 w 11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11" y="34"/>
                  </a:moveTo>
                  <a:cubicBezTo>
                    <a:pt x="9" y="20"/>
                    <a:pt x="5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3" name="Freeform 1142">
              <a:extLst>
                <a:ext uri="{FF2B5EF4-FFF2-40B4-BE49-F238E27FC236}">
                  <a16:creationId xmlns:a16="http://schemas.microsoft.com/office/drawing/2014/main" id="{E7CDBC40-0D02-4685-9E99-54D4C5D44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3259"/>
              <a:ext cx="37" cy="51"/>
            </a:xfrm>
            <a:custGeom>
              <a:avLst/>
              <a:gdLst>
                <a:gd name="T0" fmla="*/ 0 w 18"/>
                <a:gd name="T1" fmla="*/ 64 h 23"/>
                <a:gd name="T2" fmla="*/ 88 w 18"/>
                <a:gd name="T3" fmla="*/ 197 h 23"/>
                <a:gd name="T4" fmla="*/ 113 w 18"/>
                <a:gd name="T5" fmla="*/ 251 h 23"/>
                <a:gd name="T6" fmla="*/ 123 w 18"/>
                <a:gd name="T7" fmla="*/ 0 h 23"/>
                <a:gd name="T8" fmla="*/ 156 w 18"/>
                <a:gd name="T9" fmla="*/ 9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0" y="6"/>
                  </a:moveTo>
                  <a:cubicBezTo>
                    <a:pt x="2" y="11"/>
                    <a:pt x="7" y="13"/>
                    <a:pt x="10" y="18"/>
                  </a:cubicBezTo>
                  <a:cubicBezTo>
                    <a:pt x="11" y="20"/>
                    <a:pt x="12" y="22"/>
                    <a:pt x="13" y="23"/>
                  </a:cubicBezTo>
                  <a:cubicBezTo>
                    <a:pt x="10" y="18"/>
                    <a:pt x="12" y="6"/>
                    <a:pt x="14" y="0"/>
                  </a:cubicBezTo>
                  <a:cubicBezTo>
                    <a:pt x="15" y="2"/>
                    <a:pt x="17" y="7"/>
                    <a:pt x="18" y="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4" name="Freeform 1143">
              <a:extLst>
                <a:ext uri="{FF2B5EF4-FFF2-40B4-BE49-F238E27FC236}">
                  <a16:creationId xmlns:a16="http://schemas.microsoft.com/office/drawing/2014/main" id="{B20CD9F3-024D-4DD3-8A9F-CDC715568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190"/>
              <a:ext cx="17" cy="89"/>
            </a:xfrm>
            <a:custGeom>
              <a:avLst/>
              <a:gdLst>
                <a:gd name="T0" fmla="*/ 0 w 8"/>
                <a:gd name="T1" fmla="*/ 0 h 40"/>
                <a:gd name="T2" fmla="*/ 68 w 8"/>
                <a:gd name="T3" fmla="*/ 287 h 40"/>
                <a:gd name="T4" fmla="*/ 68 w 8"/>
                <a:gd name="T5" fmla="*/ 44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0">
                  <a:moveTo>
                    <a:pt x="0" y="0"/>
                  </a:moveTo>
                  <a:cubicBezTo>
                    <a:pt x="4" y="8"/>
                    <a:pt x="7" y="17"/>
                    <a:pt x="7" y="26"/>
                  </a:cubicBezTo>
                  <a:cubicBezTo>
                    <a:pt x="7" y="31"/>
                    <a:pt x="8" y="36"/>
                    <a:pt x="7" y="4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5" name="Freeform 1144">
              <a:extLst>
                <a:ext uri="{FF2B5EF4-FFF2-40B4-BE49-F238E27FC236}">
                  <a16:creationId xmlns:a16="http://schemas.microsoft.com/office/drawing/2014/main" id="{094BA8B4-2726-4C82-B168-3423CD966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415"/>
              <a:ext cx="6" cy="23"/>
            </a:xfrm>
            <a:custGeom>
              <a:avLst/>
              <a:gdLst>
                <a:gd name="T0" fmla="*/ 0 w 3"/>
                <a:gd name="T1" fmla="*/ 122 h 10"/>
                <a:gd name="T2" fmla="*/ 24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2" y="7"/>
                    <a:pt x="2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6" name="Freeform 1145">
              <a:extLst>
                <a:ext uri="{FF2B5EF4-FFF2-40B4-BE49-F238E27FC236}">
                  <a16:creationId xmlns:a16="http://schemas.microsoft.com/office/drawing/2014/main" id="{803BB510-F071-40E1-8FE5-4C002FB9D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654"/>
              <a:ext cx="57" cy="98"/>
            </a:xfrm>
            <a:custGeom>
              <a:avLst/>
              <a:gdLst>
                <a:gd name="T0" fmla="*/ 253 w 27"/>
                <a:gd name="T1" fmla="*/ 0 h 44"/>
                <a:gd name="T2" fmla="*/ 68 w 27"/>
                <a:gd name="T3" fmla="*/ 48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4">
                  <a:moveTo>
                    <a:pt x="27" y="0"/>
                  </a:moveTo>
                  <a:cubicBezTo>
                    <a:pt x="9" y="18"/>
                    <a:pt x="0" y="21"/>
                    <a:pt x="7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7" name="Freeform 1146">
              <a:extLst>
                <a:ext uri="{FF2B5EF4-FFF2-40B4-BE49-F238E27FC236}">
                  <a16:creationId xmlns:a16="http://schemas.microsoft.com/office/drawing/2014/main" id="{13EDFFA9-9159-43F5-9DC5-7CE0D85C2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725"/>
              <a:ext cx="55" cy="105"/>
            </a:xfrm>
            <a:custGeom>
              <a:avLst/>
              <a:gdLst>
                <a:gd name="T0" fmla="*/ 245 w 26"/>
                <a:gd name="T1" fmla="*/ 0 h 47"/>
                <a:gd name="T2" fmla="*/ 68 w 26"/>
                <a:gd name="T3" fmla="*/ 270 h 47"/>
                <a:gd name="T4" fmla="*/ 0 w 26"/>
                <a:gd name="T5" fmla="*/ 52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7">
                  <a:moveTo>
                    <a:pt x="26" y="0"/>
                  </a:moveTo>
                  <a:cubicBezTo>
                    <a:pt x="19" y="6"/>
                    <a:pt x="11" y="16"/>
                    <a:pt x="7" y="24"/>
                  </a:cubicBezTo>
                  <a:cubicBezTo>
                    <a:pt x="3" y="32"/>
                    <a:pt x="4" y="41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8" name="Freeform 1147">
              <a:extLst>
                <a:ext uri="{FF2B5EF4-FFF2-40B4-BE49-F238E27FC236}">
                  <a16:creationId xmlns:a16="http://schemas.microsoft.com/office/drawing/2014/main" id="{9C65CDD3-258E-40AE-AC11-75ED0E6EC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799"/>
              <a:ext cx="94" cy="87"/>
            </a:xfrm>
            <a:custGeom>
              <a:avLst/>
              <a:gdLst>
                <a:gd name="T0" fmla="*/ 409 w 45"/>
                <a:gd name="T1" fmla="*/ 0 h 39"/>
                <a:gd name="T2" fmla="*/ 0 w 45"/>
                <a:gd name="T3" fmla="*/ 433 h 39"/>
                <a:gd name="T4" fmla="*/ 401 w 45"/>
                <a:gd name="T5" fmla="*/ 16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9">
                  <a:moveTo>
                    <a:pt x="45" y="0"/>
                  </a:moveTo>
                  <a:cubicBezTo>
                    <a:pt x="28" y="11"/>
                    <a:pt x="12" y="25"/>
                    <a:pt x="0" y="39"/>
                  </a:cubicBezTo>
                  <a:cubicBezTo>
                    <a:pt x="18" y="34"/>
                    <a:pt x="31" y="25"/>
                    <a:pt x="44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9" name="Freeform 1148">
              <a:extLst>
                <a:ext uri="{FF2B5EF4-FFF2-40B4-BE49-F238E27FC236}">
                  <a16:creationId xmlns:a16="http://schemas.microsoft.com/office/drawing/2014/main" id="{0A17F226-D99D-43C5-BEFB-216CB1D4F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654"/>
              <a:ext cx="65" cy="91"/>
            </a:xfrm>
            <a:custGeom>
              <a:avLst/>
              <a:gdLst>
                <a:gd name="T0" fmla="*/ 285 w 31"/>
                <a:gd name="T1" fmla="*/ 0 h 41"/>
                <a:gd name="T2" fmla="*/ 17 w 31"/>
                <a:gd name="T3" fmla="*/ 44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1">
                  <a:moveTo>
                    <a:pt x="31" y="0"/>
                  </a:moveTo>
                  <a:cubicBezTo>
                    <a:pt x="14" y="6"/>
                    <a:pt x="0" y="27"/>
                    <a:pt x="2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0" name="Freeform 1149">
              <a:extLst>
                <a:ext uri="{FF2B5EF4-FFF2-40B4-BE49-F238E27FC236}">
                  <a16:creationId xmlns:a16="http://schemas.microsoft.com/office/drawing/2014/main" id="{A8A2A764-8970-4855-B8B6-EE7D2D8C8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712"/>
              <a:ext cx="61" cy="103"/>
            </a:xfrm>
            <a:custGeom>
              <a:avLst/>
              <a:gdLst>
                <a:gd name="T0" fmla="*/ 269 w 29"/>
                <a:gd name="T1" fmla="*/ 0 h 46"/>
                <a:gd name="T2" fmla="*/ 57 w 29"/>
                <a:gd name="T3" fmla="*/ 336 h 46"/>
                <a:gd name="T4" fmla="*/ 0 w 29"/>
                <a:gd name="T5" fmla="*/ 51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29" y="0"/>
                  </a:moveTo>
                  <a:cubicBezTo>
                    <a:pt x="19" y="9"/>
                    <a:pt x="10" y="19"/>
                    <a:pt x="6" y="30"/>
                  </a:cubicBezTo>
                  <a:cubicBezTo>
                    <a:pt x="3" y="35"/>
                    <a:pt x="2" y="41"/>
                    <a:pt x="0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1" name="Freeform 1150">
              <a:extLst>
                <a:ext uri="{FF2B5EF4-FFF2-40B4-BE49-F238E27FC236}">
                  <a16:creationId xmlns:a16="http://schemas.microsoft.com/office/drawing/2014/main" id="{F2D5CAD4-96C9-4556-9E81-D8ED9B6BE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875"/>
              <a:ext cx="134" cy="67"/>
            </a:xfrm>
            <a:custGeom>
              <a:avLst/>
              <a:gdLst>
                <a:gd name="T0" fmla="*/ 588 w 64"/>
                <a:gd name="T1" fmla="*/ 0 h 30"/>
                <a:gd name="T2" fmla="*/ 0 w 64"/>
                <a:gd name="T3" fmla="*/ 335 h 30"/>
                <a:gd name="T4" fmla="*/ 249 w 64"/>
                <a:gd name="T5" fmla="*/ 170 h 30"/>
                <a:gd name="T6" fmla="*/ 442 w 64"/>
                <a:gd name="T7" fmla="*/ 5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0">
                  <a:moveTo>
                    <a:pt x="64" y="0"/>
                  </a:moveTo>
                  <a:cubicBezTo>
                    <a:pt x="47" y="17"/>
                    <a:pt x="26" y="24"/>
                    <a:pt x="0" y="30"/>
                  </a:cubicBezTo>
                  <a:cubicBezTo>
                    <a:pt x="9" y="25"/>
                    <a:pt x="18" y="20"/>
                    <a:pt x="27" y="15"/>
                  </a:cubicBezTo>
                  <a:cubicBezTo>
                    <a:pt x="33" y="12"/>
                    <a:pt x="41" y="8"/>
                    <a:pt x="48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2" name="Freeform 1151">
              <a:extLst>
                <a:ext uri="{FF2B5EF4-FFF2-40B4-BE49-F238E27FC236}">
                  <a16:creationId xmlns:a16="http://schemas.microsoft.com/office/drawing/2014/main" id="{792B84C7-9DD9-4665-BDB2-94D45ED1A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841"/>
              <a:ext cx="96" cy="76"/>
            </a:xfrm>
            <a:custGeom>
              <a:avLst/>
              <a:gdLst>
                <a:gd name="T0" fmla="*/ 417 w 46"/>
                <a:gd name="T1" fmla="*/ 0 h 34"/>
                <a:gd name="T2" fmla="*/ 0 w 46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4">
                  <a:moveTo>
                    <a:pt x="46" y="0"/>
                  </a:moveTo>
                  <a:cubicBezTo>
                    <a:pt x="25" y="7"/>
                    <a:pt x="12" y="22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3" name="Freeform 1152">
              <a:extLst>
                <a:ext uri="{FF2B5EF4-FFF2-40B4-BE49-F238E27FC236}">
                  <a16:creationId xmlns:a16="http://schemas.microsoft.com/office/drawing/2014/main" id="{D72BB867-A340-4E2E-A1C1-75E506A1A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754"/>
              <a:ext cx="77" cy="99"/>
            </a:xfrm>
            <a:custGeom>
              <a:avLst/>
              <a:gdLst>
                <a:gd name="T0" fmla="*/ 333 w 37"/>
                <a:gd name="T1" fmla="*/ 0 h 44"/>
                <a:gd name="T2" fmla="*/ 108 w 37"/>
                <a:gd name="T3" fmla="*/ 254 h 44"/>
                <a:gd name="T4" fmla="*/ 0 w 37"/>
                <a:gd name="T5" fmla="*/ 50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4">
                  <a:moveTo>
                    <a:pt x="37" y="0"/>
                  </a:moveTo>
                  <a:cubicBezTo>
                    <a:pt x="29" y="8"/>
                    <a:pt x="20" y="15"/>
                    <a:pt x="12" y="22"/>
                  </a:cubicBezTo>
                  <a:cubicBezTo>
                    <a:pt x="6" y="28"/>
                    <a:pt x="4" y="40"/>
                    <a:pt x="0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4" name="Freeform 1153">
              <a:extLst>
                <a:ext uri="{FF2B5EF4-FFF2-40B4-BE49-F238E27FC236}">
                  <a16:creationId xmlns:a16="http://schemas.microsoft.com/office/drawing/2014/main" id="{4446F6F7-E6E8-49C4-9957-7AA92AAFC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3940"/>
              <a:ext cx="142" cy="33"/>
            </a:xfrm>
            <a:custGeom>
              <a:avLst/>
              <a:gdLst>
                <a:gd name="T0" fmla="*/ 620 w 68"/>
                <a:gd name="T1" fmla="*/ 0 h 15"/>
                <a:gd name="T2" fmla="*/ 336 w 68"/>
                <a:gd name="T3" fmla="*/ 141 h 15"/>
                <a:gd name="T4" fmla="*/ 0 w 68"/>
                <a:gd name="T5" fmla="*/ 117 h 15"/>
                <a:gd name="T6" fmla="*/ 317 w 68"/>
                <a:gd name="T7" fmla="*/ 33 h 15"/>
                <a:gd name="T8" fmla="*/ 601 w 68"/>
                <a:gd name="T9" fmla="*/ 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5">
                  <a:moveTo>
                    <a:pt x="68" y="0"/>
                  </a:moveTo>
                  <a:cubicBezTo>
                    <a:pt x="62" y="8"/>
                    <a:pt x="48" y="11"/>
                    <a:pt x="37" y="13"/>
                  </a:cubicBezTo>
                  <a:cubicBezTo>
                    <a:pt x="24" y="15"/>
                    <a:pt x="13" y="12"/>
                    <a:pt x="0" y="11"/>
                  </a:cubicBezTo>
                  <a:cubicBezTo>
                    <a:pt x="10" y="13"/>
                    <a:pt x="24" y="5"/>
                    <a:pt x="35" y="3"/>
                  </a:cubicBezTo>
                  <a:cubicBezTo>
                    <a:pt x="45" y="1"/>
                    <a:pt x="57" y="3"/>
                    <a:pt x="66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5" name="Freeform 1154">
              <a:extLst>
                <a:ext uri="{FF2B5EF4-FFF2-40B4-BE49-F238E27FC236}">
                  <a16:creationId xmlns:a16="http://schemas.microsoft.com/office/drawing/2014/main" id="{317B8B4D-EA90-4E57-A2F8-FEDCC6CC3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962"/>
              <a:ext cx="131" cy="15"/>
            </a:xfrm>
            <a:custGeom>
              <a:avLst/>
              <a:gdLst>
                <a:gd name="T0" fmla="*/ 532 w 63"/>
                <a:gd name="T1" fmla="*/ 19 h 7"/>
                <a:gd name="T2" fmla="*/ 0 w 63"/>
                <a:gd name="T3" fmla="*/ 19 h 7"/>
                <a:gd name="T4" fmla="*/ 324 w 63"/>
                <a:gd name="T5" fmla="*/ 69 h 7"/>
                <a:gd name="T6" fmla="*/ 566 w 63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7">
                  <a:moveTo>
                    <a:pt x="59" y="2"/>
                  </a:moveTo>
                  <a:cubicBezTo>
                    <a:pt x="40" y="0"/>
                    <a:pt x="20" y="1"/>
                    <a:pt x="0" y="2"/>
                  </a:cubicBezTo>
                  <a:cubicBezTo>
                    <a:pt x="8" y="7"/>
                    <a:pt x="26" y="7"/>
                    <a:pt x="36" y="7"/>
                  </a:cubicBezTo>
                  <a:cubicBezTo>
                    <a:pt x="45" y="7"/>
                    <a:pt x="55" y="5"/>
                    <a:pt x="63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6" name="Freeform 1155">
              <a:extLst>
                <a:ext uri="{FF2B5EF4-FFF2-40B4-BE49-F238E27FC236}">
                  <a16:creationId xmlns:a16="http://schemas.microsoft.com/office/drawing/2014/main" id="{5AEBB57F-34E5-41E4-A712-FD25DFB3A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928"/>
              <a:ext cx="113" cy="34"/>
            </a:xfrm>
            <a:custGeom>
              <a:avLst/>
              <a:gdLst>
                <a:gd name="T0" fmla="*/ 494 w 54"/>
                <a:gd name="T1" fmla="*/ 82 h 15"/>
                <a:gd name="T2" fmla="*/ 0 w 54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5">
                  <a:moveTo>
                    <a:pt x="54" y="7"/>
                  </a:moveTo>
                  <a:cubicBezTo>
                    <a:pt x="41" y="0"/>
                    <a:pt x="10" y="8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7" name="Freeform 1156">
              <a:extLst>
                <a:ext uri="{FF2B5EF4-FFF2-40B4-BE49-F238E27FC236}">
                  <a16:creationId xmlns:a16="http://schemas.microsoft.com/office/drawing/2014/main" id="{23FD704F-4B35-489F-A8B5-FDD8BAC35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877"/>
              <a:ext cx="98" cy="65"/>
            </a:xfrm>
            <a:custGeom>
              <a:avLst/>
              <a:gdLst>
                <a:gd name="T0" fmla="*/ 425 w 47"/>
                <a:gd name="T1" fmla="*/ 9 h 29"/>
                <a:gd name="T2" fmla="*/ 100 w 47"/>
                <a:gd name="T3" fmla="*/ 191 h 29"/>
                <a:gd name="T4" fmla="*/ 0 w 47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9">
                  <a:moveTo>
                    <a:pt x="47" y="1"/>
                  </a:moveTo>
                  <a:cubicBezTo>
                    <a:pt x="37" y="0"/>
                    <a:pt x="19" y="12"/>
                    <a:pt x="11" y="17"/>
                  </a:cubicBezTo>
                  <a:cubicBezTo>
                    <a:pt x="7" y="21"/>
                    <a:pt x="4" y="25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8" name="Freeform 1157">
              <a:extLst>
                <a:ext uri="{FF2B5EF4-FFF2-40B4-BE49-F238E27FC236}">
                  <a16:creationId xmlns:a16="http://schemas.microsoft.com/office/drawing/2014/main" id="{E74C2074-A703-43B2-88FF-673E2D619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888"/>
              <a:ext cx="113" cy="47"/>
            </a:xfrm>
            <a:custGeom>
              <a:avLst/>
              <a:gdLst>
                <a:gd name="T0" fmla="*/ 494 w 54"/>
                <a:gd name="T1" fmla="*/ 9 h 21"/>
                <a:gd name="T2" fmla="*/ 144 w 54"/>
                <a:gd name="T3" fmla="*/ 181 h 21"/>
                <a:gd name="T4" fmla="*/ 0 w 54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1">
                  <a:moveTo>
                    <a:pt x="54" y="1"/>
                  </a:moveTo>
                  <a:cubicBezTo>
                    <a:pt x="39" y="0"/>
                    <a:pt x="28" y="10"/>
                    <a:pt x="16" y="16"/>
                  </a:cubicBezTo>
                  <a:cubicBezTo>
                    <a:pt x="11" y="18"/>
                    <a:pt x="5" y="18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9" name="Freeform 1158">
              <a:extLst>
                <a:ext uri="{FF2B5EF4-FFF2-40B4-BE49-F238E27FC236}">
                  <a16:creationId xmlns:a16="http://schemas.microsoft.com/office/drawing/2014/main" id="{9C38CFBE-FC22-4C4D-BED9-5912F5746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817"/>
              <a:ext cx="69" cy="67"/>
            </a:xfrm>
            <a:custGeom>
              <a:avLst/>
              <a:gdLst>
                <a:gd name="T0" fmla="*/ 301 w 33"/>
                <a:gd name="T1" fmla="*/ 0 h 30"/>
                <a:gd name="T2" fmla="*/ 0 w 33"/>
                <a:gd name="T3" fmla="*/ 3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0">
                  <a:moveTo>
                    <a:pt x="33" y="0"/>
                  </a:moveTo>
                  <a:cubicBezTo>
                    <a:pt x="14" y="5"/>
                    <a:pt x="9" y="19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0" name="Freeform 1159">
              <a:extLst>
                <a:ext uri="{FF2B5EF4-FFF2-40B4-BE49-F238E27FC236}">
                  <a16:creationId xmlns:a16="http://schemas.microsoft.com/office/drawing/2014/main" id="{207ADAC3-AE53-4B10-B7F7-101094320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455"/>
              <a:ext cx="19" cy="47"/>
            </a:xfrm>
            <a:custGeom>
              <a:avLst/>
              <a:gdLst>
                <a:gd name="T0" fmla="*/ 68 w 9"/>
                <a:gd name="T1" fmla="*/ 235 h 21"/>
                <a:gd name="T2" fmla="*/ 0 w 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7" y="21"/>
                  </a:moveTo>
                  <a:cubicBezTo>
                    <a:pt x="9" y="15"/>
                    <a:pt x="3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1" name="Freeform 1160">
              <a:extLst>
                <a:ext uri="{FF2B5EF4-FFF2-40B4-BE49-F238E27FC236}">
                  <a16:creationId xmlns:a16="http://schemas.microsoft.com/office/drawing/2014/main" id="{199792CA-FEDE-4E1E-8E91-788CDBB55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455"/>
              <a:ext cx="15" cy="90"/>
            </a:xfrm>
            <a:custGeom>
              <a:avLst/>
              <a:gdLst>
                <a:gd name="T0" fmla="*/ 69 w 7"/>
                <a:gd name="T1" fmla="*/ 0 h 40"/>
                <a:gd name="T2" fmla="*/ 69 w 7"/>
                <a:gd name="T3" fmla="*/ 45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0">
                  <a:moveTo>
                    <a:pt x="7" y="0"/>
                  </a:moveTo>
                  <a:cubicBezTo>
                    <a:pt x="0" y="13"/>
                    <a:pt x="3" y="27"/>
                    <a:pt x="7" y="4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2" name="Freeform 1161">
              <a:extLst>
                <a:ext uri="{FF2B5EF4-FFF2-40B4-BE49-F238E27FC236}">
                  <a16:creationId xmlns:a16="http://schemas.microsoft.com/office/drawing/2014/main" id="{7043ADE9-3315-453E-B7DC-BE9D36DFB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540"/>
              <a:ext cx="42" cy="83"/>
            </a:xfrm>
            <a:custGeom>
              <a:avLst/>
              <a:gdLst>
                <a:gd name="T0" fmla="*/ 185 w 20"/>
                <a:gd name="T1" fmla="*/ 0 h 37"/>
                <a:gd name="T2" fmla="*/ 76 w 20"/>
                <a:gd name="T3" fmla="*/ 41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7">
                  <a:moveTo>
                    <a:pt x="20" y="0"/>
                  </a:moveTo>
                  <a:cubicBezTo>
                    <a:pt x="14" y="11"/>
                    <a:pt x="0" y="25"/>
                    <a:pt x="8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3" name="Freeform 1162">
              <a:extLst>
                <a:ext uri="{FF2B5EF4-FFF2-40B4-BE49-F238E27FC236}">
                  <a16:creationId xmlns:a16="http://schemas.microsoft.com/office/drawing/2014/main" id="{8398F350-E486-472C-9A0C-DB12FB8FC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587"/>
              <a:ext cx="28" cy="83"/>
            </a:xfrm>
            <a:custGeom>
              <a:avLst/>
              <a:gdLst>
                <a:gd name="T0" fmla="*/ 129 w 13"/>
                <a:gd name="T1" fmla="*/ 0 h 37"/>
                <a:gd name="T2" fmla="*/ 0 w 13"/>
                <a:gd name="T3" fmla="*/ 41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7">
                  <a:moveTo>
                    <a:pt x="13" y="0"/>
                  </a:moveTo>
                  <a:cubicBezTo>
                    <a:pt x="2" y="11"/>
                    <a:pt x="0" y="25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4" name="Freeform 1163">
              <a:extLst>
                <a:ext uri="{FF2B5EF4-FFF2-40B4-BE49-F238E27FC236}">
                  <a16:creationId xmlns:a16="http://schemas.microsoft.com/office/drawing/2014/main" id="{9500F8DB-E5D7-48C5-BD94-1CA25B57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616"/>
              <a:ext cx="44" cy="103"/>
            </a:xfrm>
            <a:custGeom>
              <a:avLst/>
              <a:gdLst>
                <a:gd name="T0" fmla="*/ 193 w 21"/>
                <a:gd name="T1" fmla="*/ 0 h 46"/>
                <a:gd name="T2" fmla="*/ 57 w 21"/>
                <a:gd name="T3" fmla="*/ 170 h 46"/>
                <a:gd name="T4" fmla="*/ 0 w 21"/>
                <a:gd name="T5" fmla="*/ 372 h 46"/>
                <a:gd name="T6" fmla="*/ 17 w 21"/>
                <a:gd name="T7" fmla="*/ 51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6">
                  <a:moveTo>
                    <a:pt x="21" y="0"/>
                  </a:moveTo>
                  <a:cubicBezTo>
                    <a:pt x="17" y="6"/>
                    <a:pt x="10" y="10"/>
                    <a:pt x="6" y="15"/>
                  </a:cubicBezTo>
                  <a:cubicBezTo>
                    <a:pt x="2" y="21"/>
                    <a:pt x="0" y="27"/>
                    <a:pt x="0" y="33"/>
                  </a:cubicBezTo>
                  <a:cubicBezTo>
                    <a:pt x="0" y="37"/>
                    <a:pt x="0" y="42"/>
                    <a:pt x="2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5" name="Freeform 1164">
              <a:extLst>
                <a:ext uri="{FF2B5EF4-FFF2-40B4-BE49-F238E27FC236}">
                  <a16:creationId xmlns:a16="http://schemas.microsoft.com/office/drawing/2014/main" id="{09B51681-0CCD-40C4-804B-EEFDF9385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3899"/>
              <a:ext cx="121" cy="41"/>
            </a:xfrm>
            <a:custGeom>
              <a:avLst/>
              <a:gdLst>
                <a:gd name="T0" fmla="*/ 526 w 58"/>
                <a:gd name="T1" fmla="*/ 25 h 18"/>
                <a:gd name="T2" fmla="*/ 173 w 58"/>
                <a:gd name="T3" fmla="*/ 93 h 18"/>
                <a:gd name="T4" fmla="*/ 0 w 58"/>
                <a:gd name="T5" fmla="*/ 2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8">
                  <a:moveTo>
                    <a:pt x="58" y="2"/>
                  </a:moveTo>
                  <a:cubicBezTo>
                    <a:pt x="46" y="0"/>
                    <a:pt x="29" y="4"/>
                    <a:pt x="19" y="8"/>
                  </a:cubicBezTo>
                  <a:cubicBezTo>
                    <a:pt x="12" y="11"/>
                    <a:pt x="6" y="16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6" name="Freeform 1165">
              <a:extLst>
                <a:ext uri="{FF2B5EF4-FFF2-40B4-BE49-F238E27FC236}">
                  <a16:creationId xmlns:a16="http://schemas.microsoft.com/office/drawing/2014/main" id="{44DE7BD1-AD87-4F56-BD04-96B9F9B17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837"/>
              <a:ext cx="88" cy="58"/>
            </a:xfrm>
            <a:custGeom>
              <a:avLst/>
              <a:gdLst>
                <a:gd name="T0" fmla="*/ 386 w 42"/>
                <a:gd name="T1" fmla="*/ 0 h 26"/>
                <a:gd name="T2" fmla="*/ 260 w 42"/>
                <a:gd name="T3" fmla="*/ 80 h 26"/>
                <a:gd name="T4" fmla="*/ 92 w 42"/>
                <a:gd name="T5" fmla="*/ 165 h 26"/>
                <a:gd name="T6" fmla="*/ 0 w 42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6">
                  <a:moveTo>
                    <a:pt x="42" y="0"/>
                  </a:moveTo>
                  <a:cubicBezTo>
                    <a:pt x="37" y="2"/>
                    <a:pt x="34" y="5"/>
                    <a:pt x="28" y="7"/>
                  </a:cubicBezTo>
                  <a:cubicBezTo>
                    <a:pt x="21" y="9"/>
                    <a:pt x="16" y="10"/>
                    <a:pt x="10" y="15"/>
                  </a:cubicBezTo>
                  <a:cubicBezTo>
                    <a:pt x="6" y="18"/>
                    <a:pt x="5" y="23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7" name="Freeform 1166">
              <a:extLst>
                <a:ext uri="{FF2B5EF4-FFF2-40B4-BE49-F238E27FC236}">
                  <a16:creationId xmlns:a16="http://schemas.microsoft.com/office/drawing/2014/main" id="{8BA92EB4-8C8C-4EC7-B7CF-4260B3938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859"/>
              <a:ext cx="90" cy="45"/>
            </a:xfrm>
            <a:custGeom>
              <a:avLst/>
              <a:gdLst>
                <a:gd name="T0" fmla="*/ 393 w 43"/>
                <a:gd name="T1" fmla="*/ 0 h 20"/>
                <a:gd name="T2" fmla="*/ 92 w 43"/>
                <a:gd name="T3" fmla="*/ 126 h 20"/>
                <a:gd name="T4" fmla="*/ 0 w 43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0">
                  <a:moveTo>
                    <a:pt x="43" y="0"/>
                  </a:moveTo>
                  <a:cubicBezTo>
                    <a:pt x="31" y="3"/>
                    <a:pt x="21" y="4"/>
                    <a:pt x="10" y="11"/>
                  </a:cubicBezTo>
                  <a:cubicBezTo>
                    <a:pt x="7" y="14"/>
                    <a:pt x="4" y="17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8" name="Freeform 1167">
              <a:extLst>
                <a:ext uri="{FF2B5EF4-FFF2-40B4-BE49-F238E27FC236}">
                  <a16:creationId xmlns:a16="http://schemas.microsoft.com/office/drawing/2014/main" id="{191FA0E6-1362-421D-A3D0-D8C396BBB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679"/>
              <a:ext cx="38" cy="75"/>
            </a:xfrm>
            <a:custGeom>
              <a:avLst/>
              <a:gdLst>
                <a:gd name="T0" fmla="*/ 169 w 18"/>
                <a:gd name="T1" fmla="*/ 0 h 34"/>
                <a:gd name="T2" fmla="*/ 27 w 18"/>
                <a:gd name="T3" fmla="*/ 223 h 34"/>
                <a:gd name="T4" fmla="*/ 0 w 18"/>
                <a:gd name="T5" fmla="*/ 36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4">
                  <a:moveTo>
                    <a:pt x="18" y="0"/>
                  </a:moveTo>
                  <a:cubicBezTo>
                    <a:pt x="12" y="7"/>
                    <a:pt x="5" y="12"/>
                    <a:pt x="3" y="21"/>
                  </a:cubicBezTo>
                  <a:cubicBezTo>
                    <a:pt x="2" y="25"/>
                    <a:pt x="0" y="32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9" name="Freeform 1168">
              <a:extLst>
                <a:ext uri="{FF2B5EF4-FFF2-40B4-BE49-F238E27FC236}">
                  <a16:creationId xmlns:a16="http://schemas.microsoft.com/office/drawing/2014/main" id="{C0826EAB-B32B-4978-90FE-0C9727753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719"/>
              <a:ext cx="58" cy="87"/>
            </a:xfrm>
            <a:custGeom>
              <a:avLst/>
              <a:gdLst>
                <a:gd name="T0" fmla="*/ 249 w 28"/>
                <a:gd name="T1" fmla="*/ 0 h 39"/>
                <a:gd name="T2" fmla="*/ 0 w 28"/>
                <a:gd name="T3" fmla="*/ 43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9">
                  <a:moveTo>
                    <a:pt x="28" y="0"/>
                  </a:moveTo>
                  <a:cubicBezTo>
                    <a:pt x="11" y="11"/>
                    <a:pt x="3" y="23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0" name="Freeform 1169">
              <a:extLst>
                <a:ext uri="{FF2B5EF4-FFF2-40B4-BE49-F238E27FC236}">
                  <a16:creationId xmlns:a16="http://schemas.microsoft.com/office/drawing/2014/main" id="{B71D859A-1CD3-4322-98C7-518D8541B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759"/>
              <a:ext cx="63" cy="82"/>
            </a:xfrm>
            <a:custGeom>
              <a:avLst/>
              <a:gdLst>
                <a:gd name="T0" fmla="*/ 277 w 30"/>
                <a:gd name="T1" fmla="*/ 0 h 37"/>
                <a:gd name="T2" fmla="*/ 27 w 30"/>
                <a:gd name="T3" fmla="*/ 270 h 37"/>
                <a:gd name="T4" fmla="*/ 0 w 30"/>
                <a:gd name="T5" fmla="*/ 40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7">
                  <a:moveTo>
                    <a:pt x="30" y="0"/>
                  </a:moveTo>
                  <a:cubicBezTo>
                    <a:pt x="21" y="7"/>
                    <a:pt x="7" y="15"/>
                    <a:pt x="3" y="25"/>
                  </a:cubicBezTo>
                  <a:cubicBezTo>
                    <a:pt x="2" y="29"/>
                    <a:pt x="2" y="34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1" name="Freeform 1170">
              <a:extLst>
                <a:ext uri="{FF2B5EF4-FFF2-40B4-BE49-F238E27FC236}">
                  <a16:creationId xmlns:a16="http://schemas.microsoft.com/office/drawing/2014/main" id="{C6A8048A-9DD7-4134-8B8B-B1052AD5B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3803"/>
              <a:ext cx="80" cy="58"/>
            </a:xfrm>
            <a:custGeom>
              <a:avLst/>
              <a:gdLst>
                <a:gd name="T0" fmla="*/ 354 w 38"/>
                <a:gd name="T1" fmla="*/ 0 h 26"/>
                <a:gd name="T2" fmla="*/ 0 w 38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6">
                  <a:moveTo>
                    <a:pt x="38" y="0"/>
                  </a:moveTo>
                  <a:cubicBezTo>
                    <a:pt x="24" y="6"/>
                    <a:pt x="8" y="14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2" name="Freeform 1171">
              <a:extLst>
                <a:ext uri="{FF2B5EF4-FFF2-40B4-BE49-F238E27FC236}">
                  <a16:creationId xmlns:a16="http://schemas.microsoft.com/office/drawing/2014/main" id="{BECCF1D5-4FF5-4855-9C8E-DC070872C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817"/>
              <a:ext cx="85" cy="58"/>
            </a:xfrm>
            <a:custGeom>
              <a:avLst/>
              <a:gdLst>
                <a:gd name="T0" fmla="*/ 365 w 41"/>
                <a:gd name="T1" fmla="*/ 0 h 26"/>
                <a:gd name="T2" fmla="*/ 249 w 41"/>
                <a:gd name="T3" fmla="*/ 65 h 26"/>
                <a:gd name="T4" fmla="*/ 151 w 41"/>
                <a:gd name="T5" fmla="*/ 125 h 26"/>
                <a:gd name="T6" fmla="*/ 0 w 41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6">
                  <a:moveTo>
                    <a:pt x="41" y="0"/>
                  </a:moveTo>
                  <a:cubicBezTo>
                    <a:pt x="36" y="2"/>
                    <a:pt x="33" y="4"/>
                    <a:pt x="28" y="6"/>
                  </a:cubicBezTo>
                  <a:cubicBezTo>
                    <a:pt x="23" y="7"/>
                    <a:pt x="21" y="9"/>
                    <a:pt x="17" y="11"/>
                  </a:cubicBezTo>
                  <a:cubicBezTo>
                    <a:pt x="9" y="16"/>
                    <a:pt x="3" y="19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3" name="Freeform 1172">
              <a:extLst>
                <a:ext uri="{FF2B5EF4-FFF2-40B4-BE49-F238E27FC236}">
                  <a16:creationId xmlns:a16="http://schemas.microsoft.com/office/drawing/2014/main" id="{002BC592-280B-4560-BBC4-4805FD543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719"/>
              <a:ext cx="77" cy="67"/>
            </a:xfrm>
            <a:custGeom>
              <a:avLst/>
              <a:gdLst>
                <a:gd name="T0" fmla="*/ 333 w 37"/>
                <a:gd name="T1" fmla="*/ 0 h 30"/>
                <a:gd name="T2" fmla="*/ 0 w 37"/>
                <a:gd name="T3" fmla="*/ 3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0">
                  <a:moveTo>
                    <a:pt x="37" y="0"/>
                  </a:moveTo>
                  <a:cubicBezTo>
                    <a:pt x="12" y="0"/>
                    <a:pt x="6" y="16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4" name="Freeform 1173">
              <a:extLst>
                <a:ext uri="{FF2B5EF4-FFF2-40B4-BE49-F238E27FC236}">
                  <a16:creationId xmlns:a16="http://schemas.microsoft.com/office/drawing/2014/main" id="{C2E6039E-7EEF-4547-8EB7-B0A4D97C1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772"/>
              <a:ext cx="76" cy="49"/>
            </a:xfrm>
            <a:custGeom>
              <a:avLst/>
              <a:gdLst>
                <a:gd name="T0" fmla="*/ 338 w 36"/>
                <a:gd name="T1" fmla="*/ 65 h 22"/>
                <a:gd name="T2" fmla="*/ 8 w 36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2">
                  <a:moveTo>
                    <a:pt x="36" y="6"/>
                  </a:moveTo>
                  <a:cubicBezTo>
                    <a:pt x="28" y="0"/>
                    <a:pt x="0" y="18"/>
                    <a:pt x="1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5" name="Freeform 1174">
              <a:extLst>
                <a:ext uri="{FF2B5EF4-FFF2-40B4-BE49-F238E27FC236}">
                  <a16:creationId xmlns:a16="http://schemas.microsoft.com/office/drawing/2014/main" id="{265120B6-096F-4768-B423-8A512E888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487"/>
              <a:ext cx="29" cy="89"/>
            </a:xfrm>
            <a:custGeom>
              <a:avLst/>
              <a:gdLst>
                <a:gd name="T0" fmla="*/ 124 w 14"/>
                <a:gd name="T1" fmla="*/ 0 h 40"/>
                <a:gd name="T2" fmla="*/ 81 w 14"/>
                <a:gd name="T3" fmla="*/ 441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0">
                  <a:moveTo>
                    <a:pt x="14" y="0"/>
                  </a:moveTo>
                  <a:cubicBezTo>
                    <a:pt x="8" y="9"/>
                    <a:pt x="0" y="32"/>
                    <a:pt x="9" y="4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6" name="Freeform 1175">
              <a:extLst>
                <a:ext uri="{FF2B5EF4-FFF2-40B4-BE49-F238E27FC236}">
                  <a16:creationId xmlns:a16="http://schemas.microsoft.com/office/drawing/2014/main" id="{A97FE7D4-DB84-4A09-B69A-27DBEB20D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527"/>
              <a:ext cx="23" cy="91"/>
            </a:xfrm>
            <a:custGeom>
              <a:avLst/>
              <a:gdLst>
                <a:gd name="T0" fmla="*/ 100 w 11"/>
                <a:gd name="T1" fmla="*/ 0 h 41"/>
                <a:gd name="T2" fmla="*/ 0 w 11"/>
                <a:gd name="T3" fmla="*/ 295 h 41"/>
                <a:gd name="T4" fmla="*/ 8 w 11"/>
                <a:gd name="T5" fmla="*/ 44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1">
                  <a:moveTo>
                    <a:pt x="11" y="0"/>
                  </a:moveTo>
                  <a:cubicBezTo>
                    <a:pt x="4" y="7"/>
                    <a:pt x="0" y="18"/>
                    <a:pt x="0" y="27"/>
                  </a:cubicBezTo>
                  <a:cubicBezTo>
                    <a:pt x="0" y="31"/>
                    <a:pt x="3" y="38"/>
                    <a:pt x="1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7" name="Freeform 1176">
              <a:extLst>
                <a:ext uri="{FF2B5EF4-FFF2-40B4-BE49-F238E27FC236}">
                  <a16:creationId xmlns:a16="http://schemas.microsoft.com/office/drawing/2014/main" id="{6335C7EC-70C8-49E4-87CB-FC6E0C417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574"/>
              <a:ext cx="35" cy="80"/>
            </a:xfrm>
            <a:custGeom>
              <a:avLst/>
              <a:gdLst>
                <a:gd name="T0" fmla="*/ 148 w 17"/>
                <a:gd name="T1" fmla="*/ 0 h 36"/>
                <a:gd name="T2" fmla="*/ 43 w 17"/>
                <a:gd name="T3" fmla="*/ 39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17" y="0"/>
                  </a:moveTo>
                  <a:cubicBezTo>
                    <a:pt x="8" y="9"/>
                    <a:pt x="0" y="23"/>
                    <a:pt x="5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8" name="Freeform 1177">
              <a:extLst>
                <a:ext uri="{FF2B5EF4-FFF2-40B4-BE49-F238E27FC236}">
                  <a16:creationId xmlns:a16="http://schemas.microsoft.com/office/drawing/2014/main" id="{16A26CAA-2617-45D0-B174-51D3AF6FF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609"/>
              <a:ext cx="48" cy="92"/>
            </a:xfrm>
            <a:custGeom>
              <a:avLst/>
              <a:gdLst>
                <a:gd name="T0" fmla="*/ 209 w 23"/>
                <a:gd name="T1" fmla="*/ 0 h 41"/>
                <a:gd name="T2" fmla="*/ 73 w 23"/>
                <a:gd name="T3" fmla="*/ 46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1">
                  <a:moveTo>
                    <a:pt x="23" y="0"/>
                  </a:moveTo>
                  <a:cubicBezTo>
                    <a:pt x="13" y="11"/>
                    <a:pt x="0" y="28"/>
                    <a:pt x="8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9" name="Freeform 1178">
              <a:extLst>
                <a:ext uri="{FF2B5EF4-FFF2-40B4-BE49-F238E27FC236}">
                  <a16:creationId xmlns:a16="http://schemas.microsoft.com/office/drawing/2014/main" id="{90EC8E75-2101-4C1E-8876-137F13083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547"/>
              <a:ext cx="40" cy="103"/>
            </a:xfrm>
            <a:custGeom>
              <a:avLst/>
              <a:gdLst>
                <a:gd name="T0" fmla="*/ 48 w 19"/>
                <a:gd name="T1" fmla="*/ 517 h 46"/>
                <a:gd name="T2" fmla="*/ 120 w 19"/>
                <a:gd name="T3" fmla="*/ 0 h 46"/>
                <a:gd name="T4" fmla="*/ 177 w 19"/>
                <a:gd name="T5" fmla="*/ 32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5" y="46"/>
                  </a:moveTo>
                  <a:cubicBezTo>
                    <a:pt x="0" y="34"/>
                    <a:pt x="4" y="10"/>
                    <a:pt x="13" y="0"/>
                  </a:cubicBezTo>
                  <a:cubicBezTo>
                    <a:pt x="13" y="9"/>
                    <a:pt x="19" y="20"/>
                    <a:pt x="19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0" name="Freeform 1179">
              <a:extLst>
                <a:ext uri="{FF2B5EF4-FFF2-40B4-BE49-F238E27FC236}">
                  <a16:creationId xmlns:a16="http://schemas.microsoft.com/office/drawing/2014/main" id="{99A0842F-284C-47EC-9127-A6950AC49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496"/>
              <a:ext cx="36" cy="93"/>
            </a:xfrm>
            <a:custGeom>
              <a:avLst/>
              <a:gdLst>
                <a:gd name="T0" fmla="*/ 136 w 17"/>
                <a:gd name="T1" fmla="*/ 456 h 42"/>
                <a:gd name="T2" fmla="*/ 112 w 17"/>
                <a:gd name="T3" fmla="*/ 241 h 42"/>
                <a:gd name="T4" fmla="*/ 59 w 17"/>
                <a:gd name="T5" fmla="*/ 0 h 42"/>
                <a:gd name="T6" fmla="*/ 0 w 17"/>
                <a:gd name="T7" fmla="*/ 25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2">
                  <a:moveTo>
                    <a:pt x="14" y="42"/>
                  </a:moveTo>
                  <a:cubicBezTo>
                    <a:pt x="17" y="35"/>
                    <a:pt x="15" y="29"/>
                    <a:pt x="12" y="22"/>
                  </a:cubicBezTo>
                  <a:cubicBezTo>
                    <a:pt x="10" y="15"/>
                    <a:pt x="9" y="7"/>
                    <a:pt x="6" y="0"/>
                  </a:cubicBezTo>
                  <a:cubicBezTo>
                    <a:pt x="5" y="9"/>
                    <a:pt x="1" y="16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1" name="Freeform 1180">
              <a:extLst>
                <a:ext uri="{FF2B5EF4-FFF2-40B4-BE49-F238E27FC236}">
                  <a16:creationId xmlns:a16="http://schemas.microsoft.com/office/drawing/2014/main" id="{F8577E1A-B4FE-4851-9A27-F9B26E80E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500"/>
              <a:ext cx="56" cy="56"/>
            </a:xfrm>
            <a:custGeom>
              <a:avLst/>
              <a:gdLst>
                <a:gd name="T0" fmla="*/ 17 w 27"/>
                <a:gd name="T1" fmla="*/ 280 h 25"/>
                <a:gd name="T2" fmla="*/ 241 w 2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5">
                  <a:moveTo>
                    <a:pt x="2" y="25"/>
                  </a:moveTo>
                  <a:cubicBezTo>
                    <a:pt x="0" y="14"/>
                    <a:pt x="16" y="4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2" name="Freeform 1181">
              <a:extLst>
                <a:ext uri="{FF2B5EF4-FFF2-40B4-BE49-F238E27FC236}">
                  <a16:creationId xmlns:a16="http://schemas.microsoft.com/office/drawing/2014/main" id="{1B00F3E0-D93E-4F1C-B566-5B77AFE5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462"/>
              <a:ext cx="36" cy="63"/>
            </a:xfrm>
            <a:custGeom>
              <a:avLst/>
              <a:gdLst>
                <a:gd name="T0" fmla="*/ 136 w 17"/>
                <a:gd name="T1" fmla="*/ 320 h 28"/>
                <a:gd name="T2" fmla="*/ 136 w 17"/>
                <a:gd name="T3" fmla="*/ 146 h 28"/>
                <a:gd name="T4" fmla="*/ 28 w 17"/>
                <a:gd name="T5" fmla="*/ 0 h 28"/>
                <a:gd name="T6" fmla="*/ 0 w 17"/>
                <a:gd name="T7" fmla="*/ 16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8">
                  <a:moveTo>
                    <a:pt x="14" y="28"/>
                  </a:moveTo>
                  <a:cubicBezTo>
                    <a:pt x="17" y="23"/>
                    <a:pt x="16" y="19"/>
                    <a:pt x="14" y="13"/>
                  </a:cubicBezTo>
                  <a:cubicBezTo>
                    <a:pt x="13" y="10"/>
                    <a:pt x="8" y="0"/>
                    <a:pt x="3" y="0"/>
                  </a:cubicBezTo>
                  <a:cubicBezTo>
                    <a:pt x="2" y="5"/>
                    <a:pt x="2" y="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3" name="Freeform 1182">
              <a:extLst>
                <a:ext uri="{FF2B5EF4-FFF2-40B4-BE49-F238E27FC236}">
                  <a16:creationId xmlns:a16="http://schemas.microsoft.com/office/drawing/2014/main" id="{0788EF70-6419-4DA1-A069-B6F4B36DC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848"/>
              <a:ext cx="120" cy="38"/>
            </a:xfrm>
            <a:custGeom>
              <a:avLst/>
              <a:gdLst>
                <a:gd name="T0" fmla="*/ 533 w 57"/>
                <a:gd name="T1" fmla="*/ 9 h 17"/>
                <a:gd name="T2" fmla="*/ 0 w 57"/>
                <a:gd name="T3" fmla="*/ 110 h 17"/>
                <a:gd name="T4" fmla="*/ 429 w 57"/>
                <a:gd name="T5" fmla="*/ 14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7">
                  <a:moveTo>
                    <a:pt x="57" y="1"/>
                  </a:moveTo>
                  <a:cubicBezTo>
                    <a:pt x="38" y="0"/>
                    <a:pt x="18" y="6"/>
                    <a:pt x="0" y="10"/>
                  </a:cubicBezTo>
                  <a:cubicBezTo>
                    <a:pt x="12" y="13"/>
                    <a:pt x="33" y="17"/>
                    <a:pt x="46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4" name="Freeform 1183">
              <a:extLst>
                <a:ext uri="{FF2B5EF4-FFF2-40B4-BE49-F238E27FC236}">
                  <a16:creationId xmlns:a16="http://schemas.microsoft.com/office/drawing/2014/main" id="{86BFCE63-D59D-4928-9676-C1480CE1B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3879"/>
              <a:ext cx="75" cy="23"/>
            </a:xfrm>
            <a:custGeom>
              <a:avLst/>
              <a:gdLst>
                <a:gd name="T0" fmla="*/ 325 w 36"/>
                <a:gd name="T1" fmla="*/ 110 h 10"/>
                <a:gd name="T2" fmla="*/ 0 w 36"/>
                <a:gd name="T3" fmla="*/ 122 h 10"/>
                <a:gd name="T4" fmla="*/ 225 w 3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36" y="9"/>
                  </a:moveTo>
                  <a:cubicBezTo>
                    <a:pt x="24" y="10"/>
                    <a:pt x="12" y="9"/>
                    <a:pt x="0" y="10"/>
                  </a:cubicBezTo>
                  <a:cubicBezTo>
                    <a:pt x="6" y="7"/>
                    <a:pt x="20" y="1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5" name="Freeform 1184">
              <a:extLst>
                <a:ext uri="{FF2B5EF4-FFF2-40B4-BE49-F238E27FC236}">
                  <a16:creationId xmlns:a16="http://schemas.microsoft.com/office/drawing/2014/main" id="{9CDF494B-9806-42F7-8522-75CFFB76C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616"/>
              <a:ext cx="90" cy="150"/>
            </a:xfrm>
            <a:custGeom>
              <a:avLst/>
              <a:gdLst>
                <a:gd name="T0" fmla="*/ 0 w 43"/>
                <a:gd name="T1" fmla="*/ 0 h 67"/>
                <a:gd name="T2" fmla="*/ 329 w 43"/>
                <a:gd name="T3" fmla="*/ 752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7">
                  <a:moveTo>
                    <a:pt x="0" y="0"/>
                  </a:moveTo>
                  <a:cubicBezTo>
                    <a:pt x="18" y="19"/>
                    <a:pt x="43" y="44"/>
                    <a:pt x="36" y="6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6" name="Freeform 1185">
              <a:extLst>
                <a:ext uri="{FF2B5EF4-FFF2-40B4-BE49-F238E27FC236}">
                  <a16:creationId xmlns:a16="http://schemas.microsoft.com/office/drawing/2014/main" id="{53AC0591-08AD-428F-8F76-B376D4396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725"/>
              <a:ext cx="52" cy="107"/>
            </a:xfrm>
            <a:custGeom>
              <a:avLst/>
              <a:gdLst>
                <a:gd name="T0" fmla="*/ 0 w 25"/>
                <a:gd name="T1" fmla="*/ 0 h 48"/>
                <a:gd name="T2" fmla="*/ 181 w 25"/>
                <a:gd name="T3" fmla="*/ 268 h 48"/>
                <a:gd name="T4" fmla="*/ 225 w 25"/>
                <a:gd name="T5" fmla="*/ 53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8">
                  <a:moveTo>
                    <a:pt x="0" y="0"/>
                  </a:moveTo>
                  <a:cubicBezTo>
                    <a:pt x="8" y="6"/>
                    <a:pt x="16" y="16"/>
                    <a:pt x="20" y="24"/>
                  </a:cubicBezTo>
                  <a:cubicBezTo>
                    <a:pt x="24" y="32"/>
                    <a:pt x="22" y="41"/>
                    <a:pt x="25" y="4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7" name="Freeform 1186">
              <a:extLst>
                <a:ext uri="{FF2B5EF4-FFF2-40B4-BE49-F238E27FC236}">
                  <a16:creationId xmlns:a16="http://schemas.microsoft.com/office/drawing/2014/main" id="{D674E934-8743-4203-82E5-DFA7E93EF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799"/>
              <a:ext cx="96" cy="87"/>
            </a:xfrm>
            <a:custGeom>
              <a:avLst/>
              <a:gdLst>
                <a:gd name="T0" fmla="*/ 0 w 46"/>
                <a:gd name="T1" fmla="*/ 0 h 39"/>
                <a:gd name="T2" fmla="*/ 417 w 46"/>
                <a:gd name="T3" fmla="*/ 433 h 39"/>
                <a:gd name="T4" fmla="*/ 0 w 46"/>
                <a:gd name="T5" fmla="*/ 15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9">
                  <a:moveTo>
                    <a:pt x="0" y="0"/>
                  </a:moveTo>
                  <a:cubicBezTo>
                    <a:pt x="18" y="11"/>
                    <a:pt x="33" y="25"/>
                    <a:pt x="46" y="39"/>
                  </a:cubicBezTo>
                  <a:cubicBezTo>
                    <a:pt x="24" y="38"/>
                    <a:pt x="13" y="24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8" name="Freeform 1187">
              <a:extLst>
                <a:ext uri="{FF2B5EF4-FFF2-40B4-BE49-F238E27FC236}">
                  <a16:creationId xmlns:a16="http://schemas.microsoft.com/office/drawing/2014/main" id="{E172B776-CACC-4181-B394-90774FCE2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616"/>
              <a:ext cx="130" cy="214"/>
            </a:xfrm>
            <a:custGeom>
              <a:avLst/>
              <a:gdLst>
                <a:gd name="T0" fmla="*/ 0 w 62"/>
                <a:gd name="T1" fmla="*/ 0 h 96"/>
                <a:gd name="T2" fmla="*/ 185 w 62"/>
                <a:gd name="T3" fmla="*/ 441 h 96"/>
                <a:gd name="T4" fmla="*/ 321 w 62"/>
                <a:gd name="T5" fmla="*/ 731 h 96"/>
                <a:gd name="T6" fmla="*/ 329 w 62"/>
                <a:gd name="T7" fmla="*/ 740 h 96"/>
                <a:gd name="T8" fmla="*/ 352 w 62"/>
                <a:gd name="T9" fmla="*/ 765 h 96"/>
                <a:gd name="T10" fmla="*/ 421 w 62"/>
                <a:gd name="T11" fmla="*/ 885 h 96"/>
                <a:gd name="T12" fmla="*/ 572 w 62"/>
                <a:gd name="T13" fmla="*/ 1063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96">
                  <a:moveTo>
                    <a:pt x="0" y="0"/>
                  </a:moveTo>
                  <a:cubicBezTo>
                    <a:pt x="4" y="12"/>
                    <a:pt x="15" y="29"/>
                    <a:pt x="20" y="40"/>
                  </a:cubicBezTo>
                  <a:cubicBezTo>
                    <a:pt x="23" y="49"/>
                    <a:pt x="31" y="55"/>
                    <a:pt x="35" y="66"/>
                  </a:cubicBezTo>
                  <a:cubicBezTo>
                    <a:pt x="35" y="65"/>
                    <a:pt x="35" y="67"/>
                    <a:pt x="36" y="67"/>
                  </a:cubicBezTo>
                  <a:cubicBezTo>
                    <a:pt x="39" y="68"/>
                    <a:pt x="37" y="67"/>
                    <a:pt x="38" y="69"/>
                  </a:cubicBezTo>
                  <a:cubicBezTo>
                    <a:pt x="40" y="73"/>
                    <a:pt x="43" y="76"/>
                    <a:pt x="46" y="80"/>
                  </a:cubicBezTo>
                  <a:cubicBezTo>
                    <a:pt x="51" y="84"/>
                    <a:pt x="60" y="91"/>
                    <a:pt x="62" y="9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9" name="Freeform 1188">
              <a:extLst>
                <a:ext uri="{FF2B5EF4-FFF2-40B4-BE49-F238E27FC236}">
                  <a16:creationId xmlns:a16="http://schemas.microsoft.com/office/drawing/2014/main" id="{4AD64A49-AE61-4776-AE7D-37E885F87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654"/>
              <a:ext cx="65" cy="91"/>
            </a:xfrm>
            <a:custGeom>
              <a:avLst/>
              <a:gdLst>
                <a:gd name="T0" fmla="*/ 0 w 31"/>
                <a:gd name="T1" fmla="*/ 0 h 41"/>
                <a:gd name="T2" fmla="*/ 268 w 31"/>
                <a:gd name="T3" fmla="*/ 44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1">
                  <a:moveTo>
                    <a:pt x="0" y="0"/>
                  </a:moveTo>
                  <a:cubicBezTo>
                    <a:pt x="16" y="6"/>
                    <a:pt x="31" y="27"/>
                    <a:pt x="29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0" name="Freeform 1189">
              <a:extLst>
                <a:ext uri="{FF2B5EF4-FFF2-40B4-BE49-F238E27FC236}">
                  <a16:creationId xmlns:a16="http://schemas.microsoft.com/office/drawing/2014/main" id="{F19D297C-4D7F-4C13-9ADD-F633B0260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712"/>
              <a:ext cx="61" cy="103"/>
            </a:xfrm>
            <a:custGeom>
              <a:avLst/>
              <a:gdLst>
                <a:gd name="T0" fmla="*/ 0 w 29"/>
                <a:gd name="T1" fmla="*/ 0 h 46"/>
                <a:gd name="T2" fmla="*/ 212 w 29"/>
                <a:gd name="T3" fmla="*/ 336 h 46"/>
                <a:gd name="T4" fmla="*/ 269 w 29"/>
                <a:gd name="T5" fmla="*/ 51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0" y="0"/>
                  </a:moveTo>
                  <a:cubicBezTo>
                    <a:pt x="10" y="9"/>
                    <a:pt x="18" y="19"/>
                    <a:pt x="23" y="30"/>
                  </a:cubicBezTo>
                  <a:cubicBezTo>
                    <a:pt x="25" y="35"/>
                    <a:pt x="27" y="41"/>
                    <a:pt x="29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1" name="Freeform 1190">
              <a:extLst>
                <a:ext uri="{FF2B5EF4-FFF2-40B4-BE49-F238E27FC236}">
                  <a16:creationId xmlns:a16="http://schemas.microsoft.com/office/drawing/2014/main" id="{7506A285-0F82-403B-AD6B-858D1E8BA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3875"/>
              <a:ext cx="136" cy="67"/>
            </a:xfrm>
            <a:custGeom>
              <a:avLst/>
              <a:gdLst>
                <a:gd name="T0" fmla="*/ 0 w 65"/>
                <a:gd name="T1" fmla="*/ 0 h 30"/>
                <a:gd name="T2" fmla="*/ 596 w 65"/>
                <a:gd name="T3" fmla="*/ 335 h 30"/>
                <a:gd name="T4" fmla="*/ 360 w 65"/>
                <a:gd name="T5" fmla="*/ 170 h 30"/>
                <a:gd name="T6" fmla="*/ 167 w 65"/>
                <a:gd name="T7" fmla="*/ 5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0">
                  <a:moveTo>
                    <a:pt x="0" y="0"/>
                  </a:moveTo>
                  <a:cubicBezTo>
                    <a:pt x="17" y="18"/>
                    <a:pt x="39" y="24"/>
                    <a:pt x="65" y="30"/>
                  </a:cubicBezTo>
                  <a:cubicBezTo>
                    <a:pt x="57" y="25"/>
                    <a:pt x="47" y="20"/>
                    <a:pt x="39" y="15"/>
                  </a:cubicBezTo>
                  <a:cubicBezTo>
                    <a:pt x="33" y="12"/>
                    <a:pt x="25" y="8"/>
                    <a:pt x="18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2" name="Freeform 1191">
              <a:extLst>
                <a:ext uri="{FF2B5EF4-FFF2-40B4-BE49-F238E27FC236}">
                  <a16:creationId xmlns:a16="http://schemas.microsoft.com/office/drawing/2014/main" id="{52E99F72-9846-4070-95AB-6A1F224ED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841"/>
              <a:ext cx="98" cy="76"/>
            </a:xfrm>
            <a:custGeom>
              <a:avLst/>
              <a:gdLst>
                <a:gd name="T0" fmla="*/ 0 w 47"/>
                <a:gd name="T1" fmla="*/ 0 h 34"/>
                <a:gd name="T2" fmla="*/ 425 w 47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34">
                  <a:moveTo>
                    <a:pt x="0" y="0"/>
                  </a:moveTo>
                  <a:cubicBezTo>
                    <a:pt x="22" y="7"/>
                    <a:pt x="35" y="22"/>
                    <a:pt x="47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3" name="Freeform 1192">
              <a:extLst>
                <a:ext uri="{FF2B5EF4-FFF2-40B4-BE49-F238E27FC236}">
                  <a16:creationId xmlns:a16="http://schemas.microsoft.com/office/drawing/2014/main" id="{4AD5CCF2-5EFB-42E5-B27A-8E42925D6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754"/>
              <a:ext cx="77" cy="99"/>
            </a:xfrm>
            <a:custGeom>
              <a:avLst/>
              <a:gdLst>
                <a:gd name="T0" fmla="*/ 0 w 37"/>
                <a:gd name="T1" fmla="*/ 0 h 44"/>
                <a:gd name="T2" fmla="*/ 225 w 37"/>
                <a:gd name="T3" fmla="*/ 254 h 44"/>
                <a:gd name="T4" fmla="*/ 333 w 37"/>
                <a:gd name="T5" fmla="*/ 50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4">
                  <a:moveTo>
                    <a:pt x="0" y="0"/>
                  </a:moveTo>
                  <a:cubicBezTo>
                    <a:pt x="7" y="8"/>
                    <a:pt x="17" y="15"/>
                    <a:pt x="25" y="22"/>
                  </a:cubicBezTo>
                  <a:cubicBezTo>
                    <a:pt x="30" y="28"/>
                    <a:pt x="33" y="40"/>
                    <a:pt x="37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4" name="Freeform 1193">
              <a:extLst>
                <a:ext uri="{FF2B5EF4-FFF2-40B4-BE49-F238E27FC236}">
                  <a16:creationId xmlns:a16="http://schemas.microsoft.com/office/drawing/2014/main" id="{120CDEB0-EF2C-4FE2-8BD1-49E650FD7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877"/>
              <a:ext cx="96" cy="65"/>
            </a:xfrm>
            <a:custGeom>
              <a:avLst/>
              <a:gdLst>
                <a:gd name="T0" fmla="*/ 0 w 46"/>
                <a:gd name="T1" fmla="*/ 9 h 29"/>
                <a:gd name="T2" fmla="*/ 317 w 46"/>
                <a:gd name="T3" fmla="*/ 191 h 29"/>
                <a:gd name="T4" fmla="*/ 417 w 46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9">
                  <a:moveTo>
                    <a:pt x="0" y="1"/>
                  </a:moveTo>
                  <a:cubicBezTo>
                    <a:pt x="10" y="0"/>
                    <a:pt x="28" y="12"/>
                    <a:pt x="35" y="17"/>
                  </a:cubicBezTo>
                  <a:cubicBezTo>
                    <a:pt x="39" y="21"/>
                    <a:pt x="43" y="25"/>
                    <a:pt x="46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5" name="Freeform 1194">
              <a:extLst>
                <a:ext uri="{FF2B5EF4-FFF2-40B4-BE49-F238E27FC236}">
                  <a16:creationId xmlns:a16="http://schemas.microsoft.com/office/drawing/2014/main" id="{7C6ECF72-E380-4C7A-964F-B1558E842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817"/>
              <a:ext cx="69" cy="67"/>
            </a:xfrm>
            <a:custGeom>
              <a:avLst/>
              <a:gdLst>
                <a:gd name="T0" fmla="*/ 0 w 33"/>
                <a:gd name="T1" fmla="*/ 0 h 30"/>
                <a:gd name="T2" fmla="*/ 301 w 33"/>
                <a:gd name="T3" fmla="*/ 3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0">
                  <a:moveTo>
                    <a:pt x="0" y="0"/>
                  </a:moveTo>
                  <a:cubicBezTo>
                    <a:pt x="18" y="5"/>
                    <a:pt x="24" y="19"/>
                    <a:pt x="33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6" name="Freeform 1195">
              <a:extLst>
                <a:ext uri="{FF2B5EF4-FFF2-40B4-BE49-F238E27FC236}">
                  <a16:creationId xmlns:a16="http://schemas.microsoft.com/office/drawing/2014/main" id="{6336E5C2-7EA2-4AAB-8ECC-350DC6547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600"/>
              <a:ext cx="23" cy="70"/>
            </a:xfrm>
            <a:custGeom>
              <a:avLst/>
              <a:gdLst>
                <a:gd name="T0" fmla="*/ 0 w 11"/>
                <a:gd name="T1" fmla="*/ 0 h 31"/>
                <a:gd name="T2" fmla="*/ 75 w 11"/>
                <a:gd name="T3" fmla="*/ 35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0" y="0"/>
                  </a:moveTo>
                  <a:cubicBezTo>
                    <a:pt x="11" y="10"/>
                    <a:pt x="8" y="19"/>
                    <a:pt x="8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7" name="Freeform 1196">
              <a:extLst>
                <a:ext uri="{FF2B5EF4-FFF2-40B4-BE49-F238E27FC236}">
                  <a16:creationId xmlns:a16="http://schemas.microsoft.com/office/drawing/2014/main" id="{8917D9A9-70C1-4E37-942C-D93B8D95E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616"/>
              <a:ext cx="44" cy="103"/>
            </a:xfrm>
            <a:custGeom>
              <a:avLst/>
              <a:gdLst>
                <a:gd name="T0" fmla="*/ 0 w 21"/>
                <a:gd name="T1" fmla="*/ 0 h 46"/>
                <a:gd name="T2" fmla="*/ 136 w 21"/>
                <a:gd name="T3" fmla="*/ 170 h 46"/>
                <a:gd name="T4" fmla="*/ 184 w 21"/>
                <a:gd name="T5" fmla="*/ 372 h 46"/>
                <a:gd name="T6" fmla="*/ 168 w 21"/>
                <a:gd name="T7" fmla="*/ 51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6">
                  <a:moveTo>
                    <a:pt x="0" y="0"/>
                  </a:moveTo>
                  <a:cubicBezTo>
                    <a:pt x="3" y="6"/>
                    <a:pt x="10" y="10"/>
                    <a:pt x="15" y="15"/>
                  </a:cubicBezTo>
                  <a:cubicBezTo>
                    <a:pt x="19" y="21"/>
                    <a:pt x="21" y="27"/>
                    <a:pt x="20" y="33"/>
                  </a:cubicBezTo>
                  <a:cubicBezTo>
                    <a:pt x="20" y="37"/>
                    <a:pt x="21" y="42"/>
                    <a:pt x="18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8" name="Freeform 1197">
              <a:extLst>
                <a:ext uri="{FF2B5EF4-FFF2-40B4-BE49-F238E27FC236}">
                  <a16:creationId xmlns:a16="http://schemas.microsoft.com/office/drawing/2014/main" id="{F1EC443E-55AC-445D-BB1F-A9DB533E9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837"/>
              <a:ext cx="92" cy="65"/>
            </a:xfrm>
            <a:custGeom>
              <a:avLst/>
              <a:gdLst>
                <a:gd name="T0" fmla="*/ 0 w 44"/>
                <a:gd name="T1" fmla="*/ 0 h 29"/>
                <a:gd name="T2" fmla="*/ 144 w 44"/>
                <a:gd name="T3" fmla="*/ 56 h 29"/>
                <a:gd name="T4" fmla="*/ 320 w 44"/>
                <a:gd name="T5" fmla="*/ 137 h 29"/>
                <a:gd name="T6" fmla="*/ 401 w 44"/>
                <a:gd name="T7" fmla="*/ 3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9">
                  <a:moveTo>
                    <a:pt x="0" y="0"/>
                  </a:moveTo>
                  <a:cubicBezTo>
                    <a:pt x="6" y="2"/>
                    <a:pt x="10" y="3"/>
                    <a:pt x="16" y="5"/>
                  </a:cubicBezTo>
                  <a:cubicBezTo>
                    <a:pt x="23" y="7"/>
                    <a:pt x="29" y="8"/>
                    <a:pt x="35" y="12"/>
                  </a:cubicBezTo>
                  <a:cubicBezTo>
                    <a:pt x="39" y="16"/>
                    <a:pt x="40" y="25"/>
                    <a:pt x="44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9" name="Freeform 1198">
              <a:extLst>
                <a:ext uri="{FF2B5EF4-FFF2-40B4-BE49-F238E27FC236}">
                  <a16:creationId xmlns:a16="http://schemas.microsoft.com/office/drawing/2014/main" id="{4812EC47-1173-45D7-83EA-99B60ABD9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679"/>
              <a:ext cx="38" cy="75"/>
            </a:xfrm>
            <a:custGeom>
              <a:avLst/>
              <a:gdLst>
                <a:gd name="T0" fmla="*/ 0 w 18"/>
                <a:gd name="T1" fmla="*/ 0 h 34"/>
                <a:gd name="T2" fmla="*/ 144 w 18"/>
                <a:gd name="T3" fmla="*/ 223 h 34"/>
                <a:gd name="T4" fmla="*/ 169 w 18"/>
                <a:gd name="T5" fmla="*/ 36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4">
                  <a:moveTo>
                    <a:pt x="0" y="0"/>
                  </a:moveTo>
                  <a:cubicBezTo>
                    <a:pt x="6" y="7"/>
                    <a:pt x="13" y="12"/>
                    <a:pt x="15" y="21"/>
                  </a:cubicBezTo>
                  <a:cubicBezTo>
                    <a:pt x="16" y="25"/>
                    <a:pt x="18" y="32"/>
                    <a:pt x="18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0" name="Freeform 1199">
              <a:extLst>
                <a:ext uri="{FF2B5EF4-FFF2-40B4-BE49-F238E27FC236}">
                  <a16:creationId xmlns:a16="http://schemas.microsoft.com/office/drawing/2014/main" id="{C20BBAF6-DE92-4E63-8344-DD032512A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719"/>
              <a:ext cx="58" cy="87"/>
            </a:xfrm>
            <a:custGeom>
              <a:avLst/>
              <a:gdLst>
                <a:gd name="T0" fmla="*/ 0 w 28"/>
                <a:gd name="T1" fmla="*/ 0 h 39"/>
                <a:gd name="T2" fmla="*/ 249 w 28"/>
                <a:gd name="T3" fmla="*/ 43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9">
                  <a:moveTo>
                    <a:pt x="0" y="0"/>
                  </a:moveTo>
                  <a:cubicBezTo>
                    <a:pt x="16" y="11"/>
                    <a:pt x="25" y="23"/>
                    <a:pt x="28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1" name="Freeform 1200">
              <a:extLst>
                <a:ext uri="{FF2B5EF4-FFF2-40B4-BE49-F238E27FC236}">
                  <a16:creationId xmlns:a16="http://schemas.microsoft.com/office/drawing/2014/main" id="{7205B113-73D5-437C-A0D8-834B94E16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759"/>
              <a:ext cx="64" cy="82"/>
            </a:xfrm>
            <a:custGeom>
              <a:avLst/>
              <a:gdLst>
                <a:gd name="T0" fmla="*/ 0 w 31"/>
                <a:gd name="T1" fmla="*/ 0 h 37"/>
                <a:gd name="T2" fmla="*/ 239 w 31"/>
                <a:gd name="T3" fmla="*/ 270 h 37"/>
                <a:gd name="T4" fmla="*/ 273 w 31"/>
                <a:gd name="T5" fmla="*/ 40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7">
                  <a:moveTo>
                    <a:pt x="0" y="0"/>
                  </a:moveTo>
                  <a:cubicBezTo>
                    <a:pt x="10" y="7"/>
                    <a:pt x="23" y="15"/>
                    <a:pt x="27" y="25"/>
                  </a:cubicBezTo>
                  <a:cubicBezTo>
                    <a:pt x="29" y="29"/>
                    <a:pt x="29" y="34"/>
                    <a:pt x="31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2" name="Freeform 1201">
              <a:extLst>
                <a:ext uri="{FF2B5EF4-FFF2-40B4-BE49-F238E27FC236}">
                  <a16:creationId xmlns:a16="http://schemas.microsoft.com/office/drawing/2014/main" id="{8E4DBEDC-DE2A-49D2-97FC-E35DFE66A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3803"/>
              <a:ext cx="79" cy="58"/>
            </a:xfrm>
            <a:custGeom>
              <a:avLst/>
              <a:gdLst>
                <a:gd name="T0" fmla="*/ 0 w 38"/>
                <a:gd name="T1" fmla="*/ 0 h 26"/>
                <a:gd name="T2" fmla="*/ 341 w 38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6">
                  <a:moveTo>
                    <a:pt x="0" y="0"/>
                  </a:moveTo>
                  <a:cubicBezTo>
                    <a:pt x="15" y="6"/>
                    <a:pt x="30" y="14"/>
                    <a:pt x="38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3" name="Freeform 1202">
              <a:extLst>
                <a:ext uri="{FF2B5EF4-FFF2-40B4-BE49-F238E27FC236}">
                  <a16:creationId xmlns:a16="http://schemas.microsoft.com/office/drawing/2014/main" id="{DEA02FCC-D42D-4D33-ADCE-A6A2BAC63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817"/>
              <a:ext cx="86" cy="58"/>
            </a:xfrm>
            <a:custGeom>
              <a:avLst/>
              <a:gdLst>
                <a:gd name="T0" fmla="*/ 0 w 41"/>
                <a:gd name="T1" fmla="*/ 0 h 26"/>
                <a:gd name="T2" fmla="*/ 159 w 41"/>
                <a:gd name="T3" fmla="*/ 80 h 26"/>
                <a:gd name="T4" fmla="*/ 260 w 41"/>
                <a:gd name="T5" fmla="*/ 134 h 26"/>
                <a:gd name="T6" fmla="*/ 378 w 41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6">
                  <a:moveTo>
                    <a:pt x="0" y="0"/>
                  </a:moveTo>
                  <a:cubicBezTo>
                    <a:pt x="4" y="2"/>
                    <a:pt x="12" y="6"/>
                    <a:pt x="17" y="7"/>
                  </a:cubicBezTo>
                  <a:cubicBezTo>
                    <a:pt x="22" y="9"/>
                    <a:pt x="23" y="10"/>
                    <a:pt x="28" y="12"/>
                  </a:cubicBezTo>
                  <a:cubicBezTo>
                    <a:pt x="36" y="16"/>
                    <a:pt x="38" y="19"/>
                    <a:pt x="41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4" name="Freeform 1203">
              <a:extLst>
                <a:ext uri="{FF2B5EF4-FFF2-40B4-BE49-F238E27FC236}">
                  <a16:creationId xmlns:a16="http://schemas.microsoft.com/office/drawing/2014/main" id="{5C386622-8528-4D5D-90F7-EA4D7A5EC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592"/>
              <a:ext cx="21" cy="62"/>
            </a:xfrm>
            <a:custGeom>
              <a:avLst/>
              <a:gdLst>
                <a:gd name="T0" fmla="*/ 0 w 10"/>
                <a:gd name="T1" fmla="*/ 0 h 28"/>
                <a:gd name="T2" fmla="*/ 36 w 10"/>
                <a:gd name="T3" fmla="*/ 30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10" y="10"/>
                    <a:pt x="9" y="15"/>
                    <a:pt x="4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5" name="Freeform 1204">
              <a:extLst>
                <a:ext uri="{FF2B5EF4-FFF2-40B4-BE49-F238E27FC236}">
                  <a16:creationId xmlns:a16="http://schemas.microsoft.com/office/drawing/2014/main" id="{81169998-82C5-4804-9D35-BA34734AE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609"/>
              <a:ext cx="48" cy="92"/>
            </a:xfrm>
            <a:custGeom>
              <a:avLst/>
              <a:gdLst>
                <a:gd name="T0" fmla="*/ 0 w 23"/>
                <a:gd name="T1" fmla="*/ 0 h 41"/>
                <a:gd name="T2" fmla="*/ 136 w 23"/>
                <a:gd name="T3" fmla="*/ 46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1">
                  <a:moveTo>
                    <a:pt x="0" y="0"/>
                  </a:moveTo>
                  <a:cubicBezTo>
                    <a:pt x="9" y="11"/>
                    <a:pt x="23" y="28"/>
                    <a:pt x="15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6" name="Freeform 1205">
              <a:extLst>
                <a:ext uri="{FF2B5EF4-FFF2-40B4-BE49-F238E27FC236}">
                  <a16:creationId xmlns:a16="http://schemas.microsoft.com/office/drawing/2014/main" id="{FF67B64B-7FC7-45C6-9686-D9754632D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861"/>
              <a:ext cx="73" cy="23"/>
            </a:xfrm>
            <a:custGeom>
              <a:avLst/>
              <a:gdLst>
                <a:gd name="T0" fmla="*/ 317 w 35"/>
                <a:gd name="T1" fmla="*/ 48 h 10"/>
                <a:gd name="T2" fmla="*/ 0 w 35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35" y="4"/>
                  </a:moveTo>
                  <a:cubicBezTo>
                    <a:pt x="26" y="0"/>
                    <a:pt x="8" y="5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7" name="Freeform 1206">
              <a:extLst>
                <a:ext uri="{FF2B5EF4-FFF2-40B4-BE49-F238E27FC236}">
                  <a16:creationId xmlns:a16="http://schemas.microsoft.com/office/drawing/2014/main" id="{04DC845F-52C7-4EF9-AFD1-17EB283F7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882"/>
              <a:ext cx="100" cy="20"/>
            </a:xfrm>
            <a:custGeom>
              <a:avLst/>
              <a:gdLst>
                <a:gd name="T0" fmla="*/ 433 w 48"/>
                <a:gd name="T1" fmla="*/ 98 h 9"/>
                <a:gd name="T2" fmla="*/ 217 w 48"/>
                <a:gd name="T3" fmla="*/ 36 h 9"/>
                <a:gd name="T4" fmla="*/ 0 w 48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">
                  <a:moveTo>
                    <a:pt x="48" y="9"/>
                  </a:moveTo>
                  <a:cubicBezTo>
                    <a:pt x="40" y="6"/>
                    <a:pt x="33" y="4"/>
                    <a:pt x="24" y="3"/>
                  </a:cubicBezTo>
                  <a:cubicBezTo>
                    <a:pt x="17" y="2"/>
                    <a:pt x="5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8" name="Freeform 1207">
              <a:extLst>
                <a:ext uri="{FF2B5EF4-FFF2-40B4-BE49-F238E27FC236}">
                  <a16:creationId xmlns:a16="http://schemas.microsoft.com/office/drawing/2014/main" id="{A21BC20F-4442-4615-B993-FB7C078D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841"/>
              <a:ext cx="100" cy="56"/>
            </a:xfrm>
            <a:custGeom>
              <a:avLst/>
              <a:gdLst>
                <a:gd name="T0" fmla="*/ 433 w 48"/>
                <a:gd name="T1" fmla="*/ 280 h 25"/>
                <a:gd name="T2" fmla="*/ 0 w 48"/>
                <a:gd name="T3" fmla="*/ 5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5">
                  <a:moveTo>
                    <a:pt x="48" y="25"/>
                  </a:moveTo>
                  <a:cubicBezTo>
                    <a:pt x="44" y="12"/>
                    <a:pt x="15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9" name="Freeform 1208">
              <a:extLst>
                <a:ext uri="{FF2B5EF4-FFF2-40B4-BE49-F238E27FC236}">
                  <a16:creationId xmlns:a16="http://schemas.microsoft.com/office/drawing/2014/main" id="{7160C967-EDCA-4B3C-B382-3E03119AF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875"/>
              <a:ext cx="190" cy="40"/>
            </a:xfrm>
            <a:custGeom>
              <a:avLst/>
              <a:gdLst>
                <a:gd name="T0" fmla="*/ 829 w 91"/>
                <a:gd name="T1" fmla="*/ 133 h 18"/>
                <a:gd name="T2" fmla="*/ 509 w 91"/>
                <a:gd name="T3" fmla="*/ 162 h 18"/>
                <a:gd name="T4" fmla="*/ 418 w 91"/>
                <a:gd name="T5" fmla="*/ 98 h 18"/>
                <a:gd name="T6" fmla="*/ 0 w 9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8">
                  <a:moveTo>
                    <a:pt x="91" y="12"/>
                  </a:moveTo>
                  <a:cubicBezTo>
                    <a:pt x="81" y="15"/>
                    <a:pt x="66" y="18"/>
                    <a:pt x="56" y="15"/>
                  </a:cubicBezTo>
                  <a:cubicBezTo>
                    <a:pt x="52" y="14"/>
                    <a:pt x="49" y="11"/>
                    <a:pt x="46" y="9"/>
                  </a:cubicBezTo>
                  <a:cubicBezTo>
                    <a:pt x="39" y="14"/>
                    <a:pt x="4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0" name="Freeform 1209">
              <a:extLst>
                <a:ext uri="{FF2B5EF4-FFF2-40B4-BE49-F238E27FC236}">
                  <a16:creationId xmlns:a16="http://schemas.microsoft.com/office/drawing/2014/main" id="{0D363E58-F035-456A-9C6D-A501AA9AF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861"/>
              <a:ext cx="44" cy="29"/>
            </a:xfrm>
            <a:custGeom>
              <a:avLst/>
              <a:gdLst>
                <a:gd name="T0" fmla="*/ 176 w 21"/>
                <a:gd name="T1" fmla="*/ 45 h 13"/>
                <a:gd name="T2" fmla="*/ 184 w 21"/>
                <a:gd name="T3" fmla="*/ 145 h 13"/>
                <a:gd name="T4" fmla="*/ 0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9" y="4"/>
                  </a:moveTo>
                  <a:cubicBezTo>
                    <a:pt x="20" y="7"/>
                    <a:pt x="21" y="10"/>
                    <a:pt x="20" y="13"/>
                  </a:cubicBezTo>
                  <a:cubicBezTo>
                    <a:pt x="13" y="12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1" name="Freeform 1210">
              <a:extLst>
                <a:ext uri="{FF2B5EF4-FFF2-40B4-BE49-F238E27FC236}">
                  <a16:creationId xmlns:a16="http://schemas.microsoft.com/office/drawing/2014/main" id="{575332EC-92F0-4027-94F0-95CE9610C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908"/>
              <a:ext cx="94" cy="54"/>
            </a:xfrm>
            <a:custGeom>
              <a:avLst/>
              <a:gdLst>
                <a:gd name="T0" fmla="*/ 409 w 45"/>
                <a:gd name="T1" fmla="*/ 81 h 24"/>
                <a:gd name="T2" fmla="*/ 0 w 45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4">
                  <a:moveTo>
                    <a:pt x="45" y="7"/>
                  </a:moveTo>
                  <a:cubicBezTo>
                    <a:pt x="29" y="0"/>
                    <a:pt x="9" y="15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2" name="Freeform 1211">
              <a:extLst>
                <a:ext uri="{FF2B5EF4-FFF2-40B4-BE49-F238E27FC236}">
                  <a16:creationId xmlns:a16="http://schemas.microsoft.com/office/drawing/2014/main" id="{DC4BB8C3-5E53-4954-815C-0E2BD3511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937"/>
              <a:ext cx="115" cy="38"/>
            </a:xfrm>
            <a:custGeom>
              <a:avLst/>
              <a:gdLst>
                <a:gd name="T0" fmla="*/ 485 w 55"/>
                <a:gd name="T1" fmla="*/ 145 h 17"/>
                <a:gd name="T2" fmla="*/ 0 w 55"/>
                <a:gd name="T3" fmla="*/ 45 h 17"/>
                <a:gd name="T4" fmla="*/ 502 w 55"/>
                <a:gd name="T5" fmla="*/ 1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">
                  <a:moveTo>
                    <a:pt x="53" y="13"/>
                  </a:moveTo>
                  <a:cubicBezTo>
                    <a:pt x="39" y="17"/>
                    <a:pt x="11" y="12"/>
                    <a:pt x="0" y="4"/>
                  </a:cubicBezTo>
                  <a:cubicBezTo>
                    <a:pt x="14" y="0"/>
                    <a:pt x="50" y="0"/>
                    <a:pt x="55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3" name="Freeform 1212">
              <a:extLst>
                <a:ext uri="{FF2B5EF4-FFF2-40B4-BE49-F238E27FC236}">
                  <a16:creationId xmlns:a16="http://schemas.microsoft.com/office/drawing/2014/main" id="{C70B0AFE-D595-4CC3-B678-51A0ACB51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899"/>
              <a:ext cx="94" cy="41"/>
            </a:xfrm>
            <a:custGeom>
              <a:avLst/>
              <a:gdLst>
                <a:gd name="T0" fmla="*/ 409 w 45"/>
                <a:gd name="T1" fmla="*/ 212 h 18"/>
                <a:gd name="T2" fmla="*/ 175 w 45"/>
                <a:gd name="T3" fmla="*/ 36 h 18"/>
                <a:gd name="T4" fmla="*/ 0 w 45"/>
                <a:gd name="T5" fmla="*/ 1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8">
                  <a:moveTo>
                    <a:pt x="45" y="18"/>
                  </a:moveTo>
                  <a:cubicBezTo>
                    <a:pt x="37" y="12"/>
                    <a:pt x="30" y="6"/>
                    <a:pt x="19" y="3"/>
                  </a:cubicBezTo>
                  <a:cubicBezTo>
                    <a:pt x="13" y="0"/>
                    <a:pt x="5" y="2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4" name="Freeform 1213">
              <a:extLst>
                <a:ext uri="{FF2B5EF4-FFF2-40B4-BE49-F238E27FC236}">
                  <a16:creationId xmlns:a16="http://schemas.microsoft.com/office/drawing/2014/main" id="{74BA4F04-1661-4473-898E-9F27760B3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928"/>
              <a:ext cx="102" cy="7"/>
            </a:xfrm>
            <a:custGeom>
              <a:avLst/>
              <a:gdLst>
                <a:gd name="T0" fmla="*/ 441 w 49"/>
                <a:gd name="T1" fmla="*/ 28 h 3"/>
                <a:gd name="T2" fmla="*/ 316 w 49"/>
                <a:gd name="T3" fmla="*/ 37 h 3"/>
                <a:gd name="T4" fmla="*/ 135 w 49"/>
                <a:gd name="T5" fmla="*/ 0 h 3"/>
                <a:gd name="T6" fmla="*/ 0 w 49"/>
                <a:gd name="T7" fmla="*/ 3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">
                  <a:moveTo>
                    <a:pt x="49" y="2"/>
                  </a:moveTo>
                  <a:cubicBezTo>
                    <a:pt x="45" y="1"/>
                    <a:pt x="40" y="3"/>
                    <a:pt x="35" y="3"/>
                  </a:cubicBezTo>
                  <a:cubicBezTo>
                    <a:pt x="28" y="2"/>
                    <a:pt x="22" y="0"/>
                    <a:pt x="15" y="0"/>
                  </a:cubicBezTo>
                  <a:cubicBezTo>
                    <a:pt x="10" y="1"/>
                    <a:pt x="4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5" name="Freeform 1214">
              <a:extLst>
                <a:ext uri="{FF2B5EF4-FFF2-40B4-BE49-F238E27FC236}">
                  <a16:creationId xmlns:a16="http://schemas.microsoft.com/office/drawing/2014/main" id="{0C6A3436-9002-463A-9CB9-3D7A3CEF9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3893"/>
              <a:ext cx="105" cy="35"/>
            </a:xfrm>
            <a:custGeom>
              <a:avLst/>
              <a:gdLst>
                <a:gd name="T0" fmla="*/ 464 w 50"/>
                <a:gd name="T1" fmla="*/ 168 h 16"/>
                <a:gd name="T2" fmla="*/ 160 w 50"/>
                <a:gd name="T3" fmla="*/ 9 h 16"/>
                <a:gd name="T4" fmla="*/ 0 w 50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6">
                  <a:moveTo>
                    <a:pt x="50" y="16"/>
                  </a:moveTo>
                  <a:cubicBezTo>
                    <a:pt x="48" y="7"/>
                    <a:pt x="28" y="1"/>
                    <a:pt x="17" y="1"/>
                  </a:cubicBezTo>
                  <a:cubicBezTo>
                    <a:pt x="12" y="0"/>
                    <a:pt x="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6" name="Freeform 1215">
              <a:extLst>
                <a:ext uri="{FF2B5EF4-FFF2-40B4-BE49-F238E27FC236}">
                  <a16:creationId xmlns:a16="http://schemas.microsoft.com/office/drawing/2014/main" id="{17934AEC-9612-4234-BCF4-C7061BEB9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911"/>
              <a:ext cx="16" cy="17"/>
            </a:xfrm>
            <a:custGeom>
              <a:avLst/>
              <a:gdLst>
                <a:gd name="T0" fmla="*/ 64 w 8"/>
                <a:gd name="T1" fmla="*/ 77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7" y="5"/>
                    <a:pt x="5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7" name="Freeform 1216">
              <a:extLst>
                <a:ext uri="{FF2B5EF4-FFF2-40B4-BE49-F238E27FC236}">
                  <a16:creationId xmlns:a16="http://schemas.microsoft.com/office/drawing/2014/main" id="{8EA95017-0CB8-4F6A-AC1E-F9901DEB7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864"/>
              <a:ext cx="67" cy="9"/>
            </a:xfrm>
            <a:custGeom>
              <a:avLst/>
              <a:gdLst>
                <a:gd name="T0" fmla="*/ 293 w 32"/>
                <a:gd name="T1" fmla="*/ 45 h 4"/>
                <a:gd name="T2" fmla="*/ 0 w 32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">
                  <a:moveTo>
                    <a:pt x="32" y="4"/>
                  </a:moveTo>
                  <a:cubicBezTo>
                    <a:pt x="21" y="0"/>
                    <a:pt x="11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8" name="Freeform 1217">
              <a:extLst>
                <a:ext uri="{FF2B5EF4-FFF2-40B4-BE49-F238E27FC236}">
                  <a16:creationId xmlns:a16="http://schemas.microsoft.com/office/drawing/2014/main" id="{2B613680-C9FC-4FDD-A501-82108E3F9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3638"/>
              <a:ext cx="59" cy="87"/>
            </a:xfrm>
            <a:custGeom>
              <a:avLst/>
              <a:gdLst>
                <a:gd name="T0" fmla="*/ 236 w 28"/>
                <a:gd name="T1" fmla="*/ 0 h 39"/>
                <a:gd name="T2" fmla="*/ 84 w 28"/>
                <a:gd name="T3" fmla="*/ 223 h 39"/>
                <a:gd name="T4" fmla="*/ 0 w 28"/>
                <a:gd name="T5" fmla="*/ 433 h 39"/>
                <a:gd name="T6" fmla="*/ 57 w 28"/>
                <a:gd name="T7" fmla="*/ 397 h 39"/>
                <a:gd name="T8" fmla="*/ 160 w 28"/>
                <a:gd name="T9" fmla="*/ 299 h 39"/>
                <a:gd name="T10" fmla="*/ 261 w 28"/>
                <a:gd name="T11" fmla="*/ 56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9">
                  <a:moveTo>
                    <a:pt x="25" y="0"/>
                  </a:moveTo>
                  <a:cubicBezTo>
                    <a:pt x="20" y="4"/>
                    <a:pt x="11" y="15"/>
                    <a:pt x="9" y="20"/>
                  </a:cubicBezTo>
                  <a:cubicBezTo>
                    <a:pt x="5" y="28"/>
                    <a:pt x="5" y="32"/>
                    <a:pt x="0" y="39"/>
                  </a:cubicBezTo>
                  <a:cubicBezTo>
                    <a:pt x="2" y="38"/>
                    <a:pt x="4" y="37"/>
                    <a:pt x="6" y="36"/>
                  </a:cubicBezTo>
                  <a:cubicBezTo>
                    <a:pt x="10" y="34"/>
                    <a:pt x="13" y="31"/>
                    <a:pt x="17" y="27"/>
                  </a:cubicBezTo>
                  <a:cubicBezTo>
                    <a:pt x="23" y="20"/>
                    <a:pt x="25" y="14"/>
                    <a:pt x="28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9" name="Freeform 1218">
              <a:extLst>
                <a:ext uri="{FF2B5EF4-FFF2-40B4-BE49-F238E27FC236}">
                  <a16:creationId xmlns:a16="http://schemas.microsoft.com/office/drawing/2014/main" id="{3171BF41-4487-4F6D-A4D1-6374508CB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730"/>
              <a:ext cx="63" cy="56"/>
            </a:xfrm>
            <a:custGeom>
              <a:avLst/>
              <a:gdLst>
                <a:gd name="T0" fmla="*/ 8 w 30"/>
                <a:gd name="T1" fmla="*/ 280 h 25"/>
                <a:gd name="T2" fmla="*/ 111 w 30"/>
                <a:gd name="T3" fmla="*/ 110 h 25"/>
                <a:gd name="T4" fmla="*/ 260 w 30"/>
                <a:gd name="T5" fmla="*/ 0 h 25"/>
                <a:gd name="T6" fmla="*/ 260 w 30"/>
                <a:gd name="T7" fmla="*/ 0 h 25"/>
                <a:gd name="T8" fmla="*/ 277 w 3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5">
                  <a:moveTo>
                    <a:pt x="1" y="25"/>
                  </a:moveTo>
                  <a:cubicBezTo>
                    <a:pt x="0" y="21"/>
                    <a:pt x="9" y="13"/>
                    <a:pt x="12" y="10"/>
                  </a:cubicBezTo>
                  <a:cubicBezTo>
                    <a:pt x="16" y="6"/>
                    <a:pt x="22" y="1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9" y="0"/>
                    <a:pt x="29" y="0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0" name="Freeform 1219">
              <a:extLst>
                <a:ext uri="{FF2B5EF4-FFF2-40B4-BE49-F238E27FC236}">
                  <a16:creationId xmlns:a16="http://schemas.microsoft.com/office/drawing/2014/main" id="{F393FCA4-8B2A-445D-A033-4AB3F75BD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812"/>
              <a:ext cx="69" cy="34"/>
            </a:xfrm>
            <a:custGeom>
              <a:avLst/>
              <a:gdLst>
                <a:gd name="T0" fmla="*/ 0 w 33"/>
                <a:gd name="T1" fmla="*/ 175 h 15"/>
                <a:gd name="T2" fmla="*/ 220 w 33"/>
                <a:gd name="T3" fmla="*/ 36 h 15"/>
                <a:gd name="T4" fmla="*/ 301 w 33"/>
                <a:gd name="T5" fmla="*/ 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0" y="15"/>
                  </a:moveTo>
                  <a:cubicBezTo>
                    <a:pt x="8" y="10"/>
                    <a:pt x="16" y="6"/>
                    <a:pt x="24" y="3"/>
                  </a:cubicBezTo>
                  <a:cubicBezTo>
                    <a:pt x="27" y="1"/>
                    <a:pt x="30" y="0"/>
                    <a:pt x="33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1" name="Freeform 1220">
              <a:extLst>
                <a:ext uri="{FF2B5EF4-FFF2-40B4-BE49-F238E27FC236}">
                  <a16:creationId xmlns:a16="http://schemas.microsoft.com/office/drawing/2014/main" id="{ABF4F260-DE4B-45AE-86D4-A5B527E6B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969"/>
              <a:ext cx="119" cy="22"/>
            </a:xfrm>
            <a:custGeom>
              <a:avLst/>
              <a:gdLst>
                <a:gd name="T0" fmla="*/ 0 w 57"/>
                <a:gd name="T1" fmla="*/ 0 h 10"/>
                <a:gd name="T2" fmla="*/ 336 w 57"/>
                <a:gd name="T3" fmla="*/ 97 h 10"/>
                <a:gd name="T4" fmla="*/ 518 w 57"/>
                <a:gd name="T5" fmla="*/ 5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0">
                  <a:moveTo>
                    <a:pt x="0" y="0"/>
                  </a:moveTo>
                  <a:cubicBezTo>
                    <a:pt x="8" y="8"/>
                    <a:pt x="27" y="10"/>
                    <a:pt x="37" y="9"/>
                  </a:cubicBezTo>
                  <a:cubicBezTo>
                    <a:pt x="41" y="9"/>
                    <a:pt x="56" y="8"/>
                    <a:pt x="57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2" name="Freeform 1221">
              <a:extLst>
                <a:ext uri="{FF2B5EF4-FFF2-40B4-BE49-F238E27FC236}">
                  <a16:creationId xmlns:a16="http://schemas.microsoft.com/office/drawing/2014/main" id="{BF7EDD8A-B955-4BFC-A390-D90A4A916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922"/>
              <a:ext cx="117" cy="53"/>
            </a:xfrm>
            <a:custGeom>
              <a:avLst/>
              <a:gdLst>
                <a:gd name="T0" fmla="*/ 0 w 56"/>
                <a:gd name="T1" fmla="*/ 0 h 24"/>
                <a:gd name="T2" fmla="*/ 510 w 56"/>
                <a:gd name="T3" fmla="*/ 239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4">
                  <a:moveTo>
                    <a:pt x="0" y="0"/>
                  </a:moveTo>
                  <a:cubicBezTo>
                    <a:pt x="12" y="14"/>
                    <a:pt x="39" y="24"/>
                    <a:pt x="56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3" name="Freeform 1222">
              <a:extLst>
                <a:ext uri="{FF2B5EF4-FFF2-40B4-BE49-F238E27FC236}">
                  <a16:creationId xmlns:a16="http://schemas.microsoft.com/office/drawing/2014/main" id="{CF8A0E52-76E4-4A80-9727-33AC56CF6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743"/>
              <a:ext cx="50" cy="81"/>
            </a:xfrm>
            <a:custGeom>
              <a:avLst/>
              <a:gdLst>
                <a:gd name="T0" fmla="*/ 0 w 24"/>
                <a:gd name="T1" fmla="*/ 410 h 36"/>
                <a:gd name="T2" fmla="*/ 217 w 2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6">
                  <a:moveTo>
                    <a:pt x="0" y="36"/>
                  </a:moveTo>
                  <a:cubicBezTo>
                    <a:pt x="11" y="30"/>
                    <a:pt x="22" y="13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4" name="Freeform 1223">
              <a:extLst>
                <a:ext uri="{FF2B5EF4-FFF2-40B4-BE49-F238E27FC236}">
                  <a16:creationId xmlns:a16="http://schemas.microsoft.com/office/drawing/2014/main" id="{8DC9D825-F288-4401-94AE-0493AB1AE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654"/>
              <a:ext cx="48" cy="100"/>
            </a:xfrm>
            <a:custGeom>
              <a:avLst/>
              <a:gdLst>
                <a:gd name="T0" fmla="*/ 0 w 23"/>
                <a:gd name="T1" fmla="*/ 493 h 45"/>
                <a:gd name="T2" fmla="*/ 192 w 2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5">
                  <a:moveTo>
                    <a:pt x="0" y="45"/>
                  </a:moveTo>
                  <a:cubicBezTo>
                    <a:pt x="9" y="31"/>
                    <a:pt x="23" y="18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5" name="Freeform 1224">
              <a:extLst>
                <a:ext uri="{FF2B5EF4-FFF2-40B4-BE49-F238E27FC236}">
                  <a16:creationId xmlns:a16="http://schemas.microsoft.com/office/drawing/2014/main" id="{D0D48940-5B70-47AA-BAC2-2CC948374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542"/>
              <a:ext cx="33" cy="114"/>
            </a:xfrm>
            <a:custGeom>
              <a:avLst/>
              <a:gdLst>
                <a:gd name="T0" fmla="*/ 0 w 16"/>
                <a:gd name="T1" fmla="*/ 380 h 51"/>
                <a:gd name="T2" fmla="*/ 0 w 16"/>
                <a:gd name="T3" fmla="*/ 570 h 51"/>
                <a:gd name="T4" fmla="*/ 116 w 16"/>
                <a:gd name="T5" fmla="*/ 210 h 51"/>
                <a:gd name="T6" fmla="*/ 132 w 16"/>
                <a:gd name="T7" fmla="*/ 80 h 51"/>
                <a:gd name="T8" fmla="*/ 107 w 16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1">
                  <a:moveTo>
                    <a:pt x="0" y="34"/>
                  </a:moveTo>
                  <a:cubicBezTo>
                    <a:pt x="0" y="39"/>
                    <a:pt x="2" y="45"/>
                    <a:pt x="0" y="51"/>
                  </a:cubicBezTo>
                  <a:cubicBezTo>
                    <a:pt x="7" y="42"/>
                    <a:pt x="11" y="30"/>
                    <a:pt x="13" y="19"/>
                  </a:cubicBezTo>
                  <a:cubicBezTo>
                    <a:pt x="14" y="15"/>
                    <a:pt x="16" y="11"/>
                    <a:pt x="15" y="7"/>
                  </a:cubicBezTo>
                  <a:cubicBezTo>
                    <a:pt x="14" y="5"/>
                    <a:pt x="12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6" name="Freeform 1225">
              <a:extLst>
                <a:ext uri="{FF2B5EF4-FFF2-40B4-BE49-F238E27FC236}">
                  <a16:creationId xmlns:a16="http://schemas.microsoft.com/office/drawing/2014/main" id="{1F8877F9-DFF1-4BCB-9230-7C08F0566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502"/>
              <a:ext cx="13" cy="61"/>
            </a:xfrm>
            <a:custGeom>
              <a:avLst/>
              <a:gdLst>
                <a:gd name="T0" fmla="*/ 61 w 6"/>
                <a:gd name="T1" fmla="*/ 0 h 27"/>
                <a:gd name="T2" fmla="*/ 0 w 6"/>
                <a:gd name="T3" fmla="*/ 3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6" y="0"/>
                  </a:moveTo>
                  <a:cubicBezTo>
                    <a:pt x="6" y="8"/>
                    <a:pt x="3" y="19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7" name="Freeform 1226">
              <a:extLst>
                <a:ext uri="{FF2B5EF4-FFF2-40B4-BE49-F238E27FC236}">
                  <a16:creationId xmlns:a16="http://schemas.microsoft.com/office/drawing/2014/main" id="{8BCEBBB6-BDD4-4C14-AB2A-D50369BC6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391"/>
              <a:ext cx="32" cy="84"/>
            </a:xfrm>
            <a:custGeom>
              <a:avLst/>
              <a:gdLst>
                <a:gd name="T0" fmla="*/ 19 w 15"/>
                <a:gd name="T1" fmla="*/ 338 h 38"/>
                <a:gd name="T2" fmla="*/ 49 w 15"/>
                <a:gd name="T3" fmla="*/ 0 h 38"/>
                <a:gd name="T4" fmla="*/ 68 w 15"/>
                <a:gd name="T5" fmla="*/ 41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8">
                  <a:moveTo>
                    <a:pt x="2" y="31"/>
                  </a:moveTo>
                  <a:cubicBezTo>
                    <a:pt x="0" y="23"/>
                    <a:pt x="1" y="7"/>
                    <a:pt x="5" y="0"/>
                  </a:cubicBezTo>
                  <a:cubicBezTo>
                    <a:pt x="10" y="11"/>
                    <a:pt x="15" y="27"/>
                    <a:pt x="7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8" name="Freeform 1227">
              <a:extLst>
                <a:ext uri="{FF2B5EF4-FFF2-40B4-BE49-F238E27FC236}">
                  <a16:creationId xmlns:a16="http://schemas.microsoft.com/office/drawing/2014/main" id="{A612D1FB-ECD3-46D6-89B7-FA3D9BA98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368"/>
              <a:ext cx="33" cy="121"/>
            </a:xfrm>
            <a:custGeom>
              <a:avLst/>
              <a:gdLst>
                <a:gd name="T0" fmla="*/ 35 w 16"/>
                <a:gd name="T1" fmla="*/ 101 h 54"/>
                <a:gd name="T2" fmla="*/ 97 w 16"/>
                <a:gd name="T3" fmla="*/ 607 h 54"/>
                <a:gd name="T4" fmla="*/ 132 w 16"/>
                <a:gd name="T5" fmla="*/ 215 h 54"/>
                <a:gd name="T6" fmla="*/ 72 w 16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4">
                  <a:moveTo>
                    <a:pt x="4" y="9"/>
                  </a:moveTo>
                  <a:cubicBezTo>
                    <a:pt x="0" y="21"/>
                    <a:pt x="5" y="43"/>
                    <a:pt x="11" y="54"/>
                  </a:cubicBezTo>
                  <a:cubicBezTo>
                    <a:pt x="16" y="44"/>
                    <a:pt x="15" y="30"/>
                    <a:pt x="15" y="19"/>
                  </a:cubicBezTo>
                  <a:cubicBezTo>
                    <a:pt x="15" y="12"/>
                    <a:pt x="11" y="7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9" name="Freeform 1228">
              <a:extLst>
                <a:ext uri="{FF2B5EF4-FFF2-40B4-BE49-F238E27FC236}">
                  <a16:creationId xmlns:a16="http://schemas.microsoft.com/office/drawing/2014/main" id="{5DB25C58-4DE4-4904-8600-80E976F4E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404"/>
              <a:ext cx="36" cy="103"/>
            </a:xfrm>
            <a:custGeom>
              <a:avLst/>
              <a:gdLst>
                <a:gd name="T0" fmla="*/ 0 w 17"/>
                <a:gd name="T1" fmla="*/ 517 h 46"/>
                <a:gd name="T2" fmla="*/ 8 w 17"/>
                <a:gd name="T3" fmla="*/ 327 h 46"/>
                <a:gd name="T4" fmla="*/ 93 w 17"/>
                <a:gd name="T5" fmla="*/ 110 h 46"/>
                <a:gd name="T6" fmla="*/ 161 w 17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6">
                  <a:moveTo>
                    <a:pt x="0" y="46"/>
                  </a:moveTo>
                  <a:cubicBezTo>
                    <a:pt x="2" y="40"/>
                    <a:pt x="0" y="34"/>
                    <a:pt x="1" y="29"/>
                  </a:cubicBezTo>
                  <a:cubicBezTo>
                    <a:pt x="3" y="22"/>
                    <a:pt x="6" y="16"/>
                    <a:pt x="10" y="10"/>
                  </a:cubicBezTo>
                  <a:cubicBezTo>
                    <a:pt x="12" y="7"/>
                    <a:pt x="15" y="3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0" name="Freeform 1229">
              <a:extLst>
                <a:ext uri="{FF2B5EF4-FFF2-40B4-BE49-F238E27FC236}">
                  <a16:creationId xmlns:a16="http://schemas.microsoft.com/office/drawing/2014/main" id="{8FC497C2-1B5A-4ECF-8A25-0EFCA8EED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380"/>
              <a:ext cx="25" cy="109"/>
            </a:xfrm>
            <a:custGeom>
              <a:avLst/>
              <a:gdLst>
                <a:gd name="T0" fmla="*/ 108 w 12"/>
                <a:gd name="T1" fmla="*/ 0 h 49"/>
                <a:gd name="T2" fmla="*/ 83 w 12"/>
                <a:gd name="T3" fmla="*/ 538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9">
                  <a:moveTo>
                    <a:pt x="12" y="0"/>
                  </a:moveTo>
                  <a:cubicBezTo>
                    <a:pt x="0" y="9"/>
                    <a:pt x="3" y="38"/>
                    <a:pt x="9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1" name="Freeform 1230">
              <a:extLst>
                <a:ext uri="{FF2B5EF4-FFF2-40B4-BE49-F238E27FC236}">
                  <a16:creationId xmlns:a16="http://schemas.microsoft.com/office/drawing/2014/main" id="{855E4895-26D1-4D06-B147-98E377A48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3444"/>
              <a:ext cx="23" cy="29"/>
            </a:xfrm>
            <a:custGeom>
              <a:avLst/>
              <a:gdLst>
                <a:gd name="T0" fmla="*/ 0 w 11"/>
                <a:gd name="T1" fmla="*/ 0 h 13"/>
                <a:gd name="T2" fmla="*/ 100 w 11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4" y="4"/>
                    <a:pt x="8" y="8"/>
                    <a:pt x="11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2" name="Freeform 1231">
              <a:extLst>
                <a:ext uri="{FF2B5EF4-FFF2-40B4-BE49-F238E27FC236}">
                  <a16:creationId xmlns:a16="http://schemas.microsoft.com/office/drawing/2014/main" id="{218B03B2-4536-4BA9-8D22-5A3704F83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609"/>
              <a:ext cx="8" cy="49"/>
            </a:xfrm>
            <a:custGeom>
              <a:avLst/>
              <a:gdLst>
                <a:gd name="T0" fmla="*/ 24 w 4"/>
                <a:gd name="T1" fmla="*/ 243 h 22"/>
                <a:gd name="T2" fmla="*/ 0 w 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3" y="22"/>
                  </a:moveTo>
                  <a:cubicBezTo>
                    <a:pt x="3" y="16"/>
                    <a:pt x="4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3" name="Freeform 1232">
              <a:extLst>
                <a:ext uri="{FF2B5EF4-FFF2-40B4-BE49-F238E27FC236}">
                  <a16:creationId xmlns:a16="http://schemas.microsoft.com/office/drawing/2014/main" id="{071ED6B7-4E7B-4BB4-AFAF-1147883B1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679"/>
              <a:ext cx="51" cy="80"/>
            </a:xfrm>
            <a:custGeom>
              <a:avLst/>
              <a:gdLst>
                <a:gd name="T0" fmla="*/ 0 w 24"/>
                <a:gd name="T1" fmla="*/ 0 h 36"/>
                <a:gd name="T2" fmla="*/ 230 w 24"/>
                <a:gd name="T3" fmla="*/ 39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6">
                  <a:moveTo>
                    <a:pt x="0" y="0"/>
                  </a:moveTo>
                  <a:cubicBezTo>
                    <a:pt x="10" y="9"/>
                    <a:pt x="19" y="24"/>
                    <a:pt x="24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4" name="Freeform 1233">
              <a:extLst>
                <a:ext uri="{FF2B5EF4-FFF2-40B4-BE49-F238E27FC236}">
                  <a16:creationId xmlns:a16="http://schemas.microsoft.com/office/drawing/2014/main" id="{BD2CF2E8-99C5-4665-B3E3-79B4194FF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596"/>
              <a:ext cx="33" cy="80"/>
            </a:xfrm>
            <a:custGeom>
              <a:avLst/>
              <a:gdLst>
                <a:gd name="T0" fmla="*/ 140 w 16"/>
                <a:gd name="T1" fmla="*/ 0 h 36"/>
                <a:gd name="T2" fmla="*/ 43 w 16"/>
                <a:gd name="T3" fmla="*/ 207 h 36"/>
                <a:gd name="T4" fmla="*/ 0 w 16"/>
                <a:gd name="T5" fmla="*/ 3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6">
                  <a:moveTo>
                    <a:pt x="16" y="0"/>
                  </a:moveTo>
                  <a:cubicBezTo>
                    <a:pt x="13" y="7"/>
                    <a:pt x="8" y="12"/>
                    <a:pt x="5" y="19"/>
                  </a:cubicBezTo>
                  <a:cubicBezTo>
                    <a:pt x="3" y="25"/>
                    <a:pt x="2" y="31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5" name="Freeform 1234">
              <a:extLst>
                <a:ext uri="{FF2B5EF4-FFF2-40B4-BE49-F238E27FC236}">
                  <a16:creationId xmlns:a16="http://schemas.microsoft.com/office/drawing/2014/main" id="{FB432FB3-3846-4748-A327-E1CE2634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667"/>
              <a:ext cx="61" cy="87"/>
            </a:xfrm>
            <a:custGeom>
              <a:avLst/>
              <a:gdLst>
                <a:gd name="T0" fmla="*/ 0 w 29"/>
                <a:gd name="T1" fmla="*/ 433 h 39"/>
                <a:gd name="T2" fmla="*/ 128 w 29"/>
                <a:gd name="T3" fmla="*/ 178 h 39"/>
                <a:gd name="T4" fmla="*/ 269 w 2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9">
                  <a:moveTo>
                    <a:pt x="0" y="39"/>
                  </a:moveTo>
                  <a:cubicBezTo>
                    <a:pt x="4" y="30"/>
                    <a:pt x="8" y="24"/>
                    <a:pt x="14" y="16"/>
                  </a:cubicBezTo>
                  <a:cubicBezTo>
                    <a:pt x="19" y="11"/>
                    <a:pt x="25" y="6"/>
                    <a:pt x="2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6" name="Freeform 1235">
              <a:extLst>
                <a:ext uri="{FF2B5EF4-FFF2-40B4-BE49-F238E27FC236}">
                  <a16:creationId xmlns:a16="http://schemas.microsoft.com/office/drawing/2014/main" id="{3387BAB6-DD12-4FC5-883B-D0F9D1CE0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3743"/>
              <a:ext cx="76" cy="69"/>
            </a:xfrm>
            <a:custGeom>
              <a:avLst/>
              <a:gdLst>
                <a:gd name="T0" fmla="*/ 0 w 36"/>
                <a:gd name="T1" fmla="*/ 343 h 31"/>
                <a:gd name="T2" fmla="*/ 196 w 36"/>
                <a:gd name="T3" fmla="*/ 109 h 31"/>
                <a:gd name="T4" fmla="*/ 304 w 36"/>
                <a:gd name="T5" fmla="*/ 36 h 31"/>
                <a:gd name="T6" fmla="*/ 329 w 36"/>
                <a:gd name="T7" fmla="*/ 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1">
                  <a:moveTo>
                    <a:pt x="0" y="31"/>
                  </a:moveTo>
                  <a:cubicBezTo>
                    <a:pt x="5" y="23"/>
                    <a:pt x="14" y="16"/>
                    <a:pt x="21" y="10"/>
                  </a:cubicBezTo>
                  <a:cubicBezTo>
                    <a:pt x="25" y="8"/>
                    <a:pt x="28" y="5"/>
                    <a:pt x="32" y="3"/>
                  </a:cubicBezTo>
                  <a:cubicBezTo>
                    <a:pt x="32" y="2"/>
                    <a:pt x="36" y="0"/>
                    <a:pt x="35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7" name="Freeform 1236">
              <a:extLst>
                <a:ext uri="{FF2B5EF4-FFF2-40B4-BE49-F238E27FC236}">
                  <a16:creationId xmlns:a16="http://schemas.microsoft.com/office/drawing/2014/main" id="{C139DF75-9D01-42C3-A7EF-28E28B9B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3190"/>
              <a:ext cx="36" cy="71"/>
            </a:xfrm>
            <a:custGeom>
              <a:avLst/>
              <a:gdLst>
                <a:gd name="T0" fmla="*/ 0 w 17"/>
                <a:gd name="T1" fmla="*/ 0 h 32"/>
                <a:gd name="T2" fmla="*/ 49 w 17"/>
                <a:gd name="T3" fmla="*/ 118 h 32"/>
                <a:gd name="T4" fmla="*/ 112 w 17"/>
                <a:gd name="T5" fmla="*/ 242 h 32"/>
                <a:gd name="T6" fmla="*/ 161 w 17"/>
                <a:gd name="T7" fmla="*/ 35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2" y="3"/>
                    <a:pt x="3" y="7"/>
                    <a:pt x="5" y="11"/>
                  </a:cubicBezTo>
                  <a:cubicBezTo>
                    <a:pt x="7" y="15"/>
                    <a:pt x="10" y="18"/>
                    <a:pt x="12" y="22"/>
                  </a:cubicBezTo>
                  <a:cubicBezTo>
                    <a:pt x="14" y="25"/>
                    <a:pt x="16" y="29"/>
                    <a:pt x="17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8" name="Freeform 1237">
              <a:extLst>
                <a:ext uri="{FF2B5EF4-FFF2-40B4-BE49-F238E27FC236}">
                  <a16:creationId xmlns:a16="http://schemas.microsoft.com/office/drawing/2014/main" id="{37850BD8-7975-4898-A8C7-3DCF6415E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286"/>
              <a:ext cx="37" cy="60"/>
            </a:xfrm>
            <a:custGeom>
              <a:avLst/>
              <a:gdLst>
                <a:gd name="T0" fmla="*/ 0 w 18"/>
                <a:gd name="T1" fmla="*/ 0 h 27"/>
                <a:gd name="T2" fmla="*/ 113 w 18"/>
                <a:gd name="T3" fmla="*/ 198 h 27"/>
                <a:gd name="T4" fmla="*/ 156 w 18"/>
                <a:gd name="T5" fmla="*/ 2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0" y="0"/>
                  </a:moveTo>
                  <a:cubicBezTo>
                    <a:pt x="5" y="4"/>
                    <a:pt x="10" y="11"/>
                    <a:pt x="13" y="18"/>
                  </a:cubicBezTo>
                  <a:cubicBezTo>
                    <a:pt x="15" y="21"/>
                    <a:pt x="15" y="25"/>
                    <a:pt x="18" y="2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9" name="Freeform 1238">
              <a:extLst>
                <a:ext uri="{FF2B5EF4-FFF2-40B4-BE49-F238E27FC236}">
                  <a16:creationId xmlns:a16="http://schemas.microsoft.com/office/drawing/2014/main" id="{A1C60D9B-092E-45E3-9D0C-5054BB3D4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351"/>
              <a:ext cx="34" cy="93"/>
            </a:xfrm>
            <a:custGeom>
              <a:avLst/>
              <a:gdLst>
                <a:gd name="T0" fmla="*/ 0 w 16"/>
                <a:gd name="T1" fmla="*/ 0 h 42"/>
                <a:gd name="T2" fmla="*/ 128 w 16"/>
                <a:gd name="T3" fmla="*/ 206 h 42"/>
                <a:gd name="T4" fmla="*/ 145 w 16"/>
                <a:gd name="T5" fmla="*/ 45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2">
                  <a:moveTo>
                    <a:pt x="0" y="0"/>
                  </a:moveTo>
                  <a:cubicBezTo>
                    <a:pt x="6" y="4"/>
                    <a:pt x="11" y="12"/>
                    <a:pt x="13" y="19"/>
                  </a:cubicBezTo>
                  <a:cubicBezTo>
                    <a:pt x="16" y="26"/>
                    <a:pt x="12" y="35"/>
                    <a:pt x="15" y="4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0" name="Freeform 1239">
              <a:extLst>
                <a:ext uri="{FF2B5EF4-FFF2-40B4-BE49-F238E27FC236}">
                  <a16:creationId xmlns:a16="http://schemas.microsoft.com/office/drawing/2014/main" id="{63A5D663-1A80-4016-BBC3-E780D0720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417"/>
              <a:ext cx="48" cy="101"/>
            </a:xfrm>
            <a:custGeom>
              <a:avLst/>
              <a:gdLst>
                <a:gd name="T0" fmla="*/ 0 w 23"/>
                <a:gd name="T1" fmla="*/ 0 h 45"/>
                <a:gd name="T2" fmla="*/ 56 w 23"/>
                <a:gd name="T3" fmla="*/ 65 h 45"/>
                <a:gd name="T4" fmla="*/ 117 w 23"/>
                <a:gd name="T5" fmla="*/ 182 h 45"/>
                <a:gd name="T6" fmla="*/ 136 w 23"/>
                <a:gd name="T7" fmla="*/ 307 h 45"/>
                <a:gd name="T8" fmla="*/ 209 w 23"/>
                <a:gd name="T9" fmla="*/ 5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5">
                  <a:moveTo>
                    <a:pt x="0" y="0"/>
                  </a:moveTo>
                  <a:cubicBezTo>
                    <a:pt x="1" y="2"/>
                    <a:pt x="4" y="4"/>
                    <a:pt x="6" y="6"/>
                  </a:cubicBezTo>
                  <a:cubicBezTo>
                    <a:pt x="9" y="9"/>
                    <a:pt x="11" y="12"/>
                    <a:pt x="13" y="16"/>
                  </a:cubicBezTo>
                  <a:cubicBezTo>
                    <a:pt x="14" y="20"/>
                    <a:pt x="14" y="23"/>
                    <a:pt x="15" y="27"/>
                  </a:cubicBezTo>
                  <a:cubicBezTo>
                    <a:pt x="17" y="33"/>
                    <a:pt x="21" y="39"/>
                    <a:pt x="23" y="4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1" name="Freeform 1240">
              <a:extLst>
                <a:ext uri="{FF2B5EF4-FFF2-40B4-BE49-F238E27FC236}">
                  <a16:creationId xmlns:a16="http://schemas.microsoft.com/office/drawing/2014/main" id="{A63BD126-95D5-4FDC-AD64-00BE9B371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388"/>
              <a:ext cx="27" cy="58"/>
            </a:xfrm>
            <a:custGeom>
              <a:avLst/>
              <a:gdLst>
                <a:gd name="T0" fmla="*/ 0 w 13"/>
                <a:gd name="T1" fmla="*/ 0 h 26"/>
                <a:gd name="T2" fmla="*/ 64 w 13"/>
                <a:gd name="T3" fmla="*/ 109 h 26"/>
                <a:gd name="T4" fmla="*/ 116 w 13"/>
                <a:gd name="T5" fmla="*/ 28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1" y="4"/>
                    <a:pt x="6" y="6"/>
                    <a:pt x="7" y="10"/>
                  </a:cubicBezTo>
                  <a:cubicBezTo>
                    <a:pt x="10" y="15"/>
                    <a:pt x="12" y="21"/>
                    <a:pt x="13" y="2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2" name="Freeform 1241">
              <a:extLst>
                <a:ext uri="{FF2B5EF4-FFF2-40B4-BE49-F238E27FC236}">
                  <a16:creationId xmlns:a16="http://schemas.microsoft.com/office/drawing/2014/main" id="{47AF5BEA-8377-44F7-B30F-010F28E67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433"/>
              <a:ext cx="40" cy="89"/>
            </a:xfrm>
            <a:custGeom>
              <a:avLst/>
              <a:gdLst>
                <a:gd name="T0" fmla="*/ 0 w 19"/>
                <a:gd name="T1" fmla="*/ 0 h 40"/>
                <a:gd name="T2" fmla="*/ 141 w 19"/>
                <a:gd name="T3" fmla="*/ 243 h 40"/>
                <a:gd name="T4" fmla="*/ 177 w 19"/>
                <a:gd name="T5" fmla="*/ 441 h 40"/>
                <a:gd name="T6" fmla="*/ 101 w 19"/>
                <a:gd name="T7" fmla="*/ 38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0">
                  <a:moveTo>
                    <a:pt x="0" y="0"/>
                  </a:moveTo>
                  <a:cubicBezTo>
                    <a:pt x="8" y="3"/>
                    <a:pt x="13" y="15"/>
                    <a:pt x="15" y="22"/>
                  </a:cubicBezTo>
                  <a:cubicBezTo>
                    <a:pt x="17" y="28"/>
                    <a:pt x="18" y="34"/>
                    <a:pt x="19" y="40"/>
                  </a:cubicBezTo>
                  <a:cubicBezTo>
                    <a:pt x="16" y="39"/>
                    <a:pt x="14" y="36"/>
                    <a:pt x="11" y="3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3" name="Freeform 1242">
              <a:extLst>
                <a:ext uri="{FF2B5EF4-FFF2-40B4-BE49-F238E27FC236}">
                  <a16:creationId xmlns:a16="http://schemas.microsoft.com/office/drawing/2014/main" id="{92F699C2-11FE-4CE4-9D90-9568EC88F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520"/>
              <a:ext cx="15" cy="27"/>
            </a:xfrm>
            <a:custGeom>
              <a:avLst/>
              <a:gdLst>
                <a:gd name="T0" fmla="*/ 0 w 7"/>
                <a:gd name="T1" fmla="*/ 0 h 12"/>
                <a:gd name="T2" fmla="*/ 69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2"/>
                    <a:pt x="7" y="12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4" name="Freeform 1243">
              <a:extLst>
                <a:ext uri="{FF2B5EF4-FFF2-40B4-BE49-F238E27FC236}">
                  <a16:creationId xmlns:a16="http://schemas.microsoft.com/office/drawing/2014/main" id="{1692893B-475F-41AB-ADEF-D2B0C200F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478"/>
              <a:ext cx="15" cy="51"/>
            </a:xfrm>
            <a:custGeom>
              <a:avLst/>
              <a:gdLst>
                <a:gd name="T0" fmla="*/ 69 w 7"/>
                <a:gd name="T1" fmla="*/ 251 h 23"/>
                <a:gd name="T2" fmla="*/ 0 w 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7" y="23"/>
                  </a:moveTo>
                  <a:cubicBezTo>
                    <a:pt x="5" y="15"/>
                    <a:pt x="6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5" name="Freeform 1244">
              <a:extLst>
                <a:ext uri="{FF2B5EF4-FFF2-40B4-BE49-F238E27FC236}">
                  <a16:creationId xmlns:a16="http://schemas.microsoft.com/office/drawing/2014/main" id="{6AD80F9E-3A68-4096-8330-D3D933343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3498"/>
              <a:ext cx="33" cy="62"/>
            </a:xfrm>
            <a:custGeom>
              <a:avLst/>
              <a:gdLst>
                <a:gd name="T0" fmla="*/ 0 w 16"/>
                <a:gd name="T1" fmla="*/ 0 h 28"/>
                <a:gd name="T2" fmla="*/ 140 w 16"/>
                <a:gd name="T3" fmla="*/ 30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8">
                  <a:moveTo>
                    <a:pt x="0" y="0"/>
                  </a:moveTo>
                  <a:cubicBezTo>
                    <a:pt x="10" y="5"/>
                    <a:pt x="13" y="20"/>
                    <a:pt x="16" y="2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6" name="Freeform 1245">
              <a:extLst>
                <a:ext uri="{FF2B5EF4-FFF2-40B4-BE49-F238E27FC236}">
                  <a16:creationId xmlns:a16="http://schemas.microsoft.com/office/drawing/2014/main" id="{63EC0225-E74B-4C18-B9CD-CCC922D1A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556"/>
              <a:ext cx="18" cy="44"/>
            </a:xfrm>
            <a:custGeom>
              <a:avLst/>
              <a:gdLst>
                <a:gd name="T0" fmla="*/ 0 w 9"/>
                <a:gd name="T1" fmla="*/ 213 h 20"/>
                <a:gd name="T2" fmla="*/ 56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20"/>
                  </a:moveTo>
                  <a:cubicBezTo>
                    <a:pt x="5" y="14"/>
                    <a:pt x="9" y="8"/>
                    <a:pt x="7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7" name="Freeform 1246">
              <a:extLst>
                <a:ext uri="{FF2B5EF4-FFF2-40B4-BE49-F238E27FC236}">
                  <a16:creationId xmlns:a16="http://schemas.microsoft.com/office/drawing/2014/main" id="{2D20EE83-6820-409E-90FC-C24096A48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598"/>
              <a:ext cx="9" cy="9"/>
            </a:xfrm>
            <a:custGeom>
              <a:avLst/>
              <a:gdLst>
                <a:gd name="T0" fmla="*/ 0 w 4"/>
                <a:gd name="T1" fmla="*/ 0 h 4"/>
                <a:gd name="T2" fmla="*/ 45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2" y="3"/>
                    <a:pt x="4" y="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8" name="Freeform 1247">
              <a:extLst>
                <a:ext uri="{FF2B5EF4-FFF2-40B4-BE49-F238E27FC236}">
                  <a16:creationId xmlns:a16="http://schemas.microsoft.com/office/drawing/2014/main" id="{3518160F-B983-4808-94FE-DACAF8EE0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339"/>
              <a:ext cx="31" cy="9"/>
            </a:xfrm>
            <a:custGeom>
              <a:avLst/>
              <a:gdLst>
                <a:gd name="T0" fmla="*/ 0 w 15"/>
                <a:gd name="T1" fmla="*/ 25 h 4"/>
                <a:gd name="T2" fmla="*/ 132 w 15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2"/>
                  </a:moveTo>
                  <a:cubicBezTo>
                    <a:pt x="4" y="0"/>
                    <a:pt x="12" y="1"/>
                    <a:pt x="15" y="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9" name="Freeform 1248">
              <a:extLst>
                <a:ext uri="{FF2B5EF4-FFF2-40B4-BE49-F238E27FC236}">
                  <a16:creationId xmlns:a16="http://schemas.microsoft.com/office/drawing/2014/main" id="{76081BC5-F452-4D9F-9D0B-D530C65D6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223"/>
              <a:ext cx="31" cy="81"/>
            </a:xfrm>
            <a:custGeom>
              <a:avLst/>
              <a:gdLst>
                <a:gd name="T0" fmla="*/ 0 w 15"/>
                <a:gd name="T1" fmla="*/ 0 h 36"/>
                <a:gd name="T2" fmla="*/ 8 w 15"/>
                <a:gd name="T3" fmla="*/ 146 h 36"/>
                <a:gd name="T4" fmla="*/ 43 w 15"/>
                <a:gd name="T5" fmla="*/ 275 h 36"/>
                <a:gd name="T6" fmla="*/ 116 w 15"/>
                <a:gd name="T7" fmla="*/ 389 h 36"/>
                <a:gd name="T8" fmla="*/ 132 w 15"/>
                <a:gd name="T9" fmla="*/ 41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0" y="0"/>
                  </a:moveTo>
                  <a:cubicBezTo>
                    <a:pt x="1" y="4"/>
                    <a:pt x="0" y="9"/>
                    <a:pt x="1" y="13"/>
                  </a:cubicBezTo>
                  <a:cubicBezTo>
                    <a:pt x="2" y="18"/>
                    <a:pt x="3" y="21"/>
                    <a:pt x="5" y="24"/>
                  </a:cubicBezTo>
                  <a:cubicBezTo>
                    <a:pt x="7" y="28"/>
                    <a:pt x="10" y="31"/>
                    <a:pt x="13" y="34"/>
                  </a:cubicBezTo>
                  <a:cubicBezTo>
                    <a:pt x="14" y="35"/>
                    <a:pt x="15" y="35"/>
                    <a:pt x="15" y="3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0" name="Freeform 1249">
              <a:extLst>
                <a:ext uri="{FF2B5EF4-FFF2-40B4-BE49-F238E27FC236}">
                  <a16:creationId xmlns:a16="http://schemas.microsoft.com/office/drawing/2014/main" id="{1AC4159D-25A6-4DCC-B434-31C676A6C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301"/>
              <a:ext cx="35" cy="76"/>
            </a:xfrm>
            <a:custGeom>
              <a:avLst/>
              <a:gdLst>
                <a:gd name="T0" fmla="*/ 0 w 17"/>
                <a:gd name="T1" fmla="*/ 0 h 34"/>
                <a:gd name="T2" fmla="*/ 60 w 17"/>
                <a:gd name="T3" fmla="*/ 255 h 34"/>
                <a:gd name="T4" fmla="*/ 148 w 17"/>
                <a:gd name="T5" fmla="*/ 369 h 34"/>
                <a:gd name="T6" fmla="*/ 140 w 17"/>
                <a:gd name="T7" fmla="*/ 36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4">
                  <a:moveTo>
                    <a:pt x="0" y="0"/>
                  </a:moveTo>
                  <a:cubicBezTo>
                    <a:pt x="0" y="8"/>
                    <a:pt x="3" y="16"/>
                    <a:pt x="7" y="23"/>
                  </a:cubicBezTo>
                  <a:cubicBezTo>
                    <a:pt x="10" y="28"/>
                    <a:pt x="14" y="30"/>
                    <a:pt x="17" y="33"/>
                  </a:cubicBezTo>
                  <a:cubicBezTo>
                    <a:pt x="17" y="34"/>
                    <a:pt x="16" y="33"/>
                    <a:pt x="16" y="3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1" name="Freeform 1250">
              <a:extLst>
                <a:ext uri="{FF2B5EF4-FFF2-40B4-BE49-F238E27FC236}">
                  <a16:creationId xmlns:a16="http://schemas.microsoft.com/office/drawing/2014/main" id="{D0C7C0D8-F74F-4C12-8E5A-FA2BF911F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3067"/>
              <a:ext cx="35" cy="92"/>
            </a:xfrm>
            <a:custGeom>
              <a:avLst/>
              <a:gdLst>
                <a:gd name="T0" fmla="*/ 0 w 17"/>
                <a:gd name="T1" fmla="*/ 0 h 41"/>
                <a:gd name="T2" fmla="*/ 43 w 17"/>
                <a:gd name="T3" fmla="*/ 272 h 41"/>
                <a:gd name="T4" fmla="*/ 124 w 17"/>
                <a:gd name="T5" fmla="*/ 429 h 41"/>
                <a:gd name="T6" fmla="*/ 148 w 17"/>
                <a:gd name="T7" fmla="*/ 46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1">
                  <a:moveTo>
                    <a:pt x="0" y="0"/>
                  </a:moveTo>
                  <a:cubicBezTo>
                    <a:pt x="0" y="8"/>
                    <a:pt x="1" y="18"/>
                    <a:pt x="5" y="24"/>
                  </a:cubicBezTo>
                  <a:cubicBezTo>
                    <a:pt x="8" y="29"/>
                    <a:pt x="10" y="34"/>
                    <a:pt x="14" y="38"/>
                  </a:cubicBezTo>
                  <a:cubicBezTo>
                    <a:pt x="15" y="39"/>
                    <a:pt x="17" y="40"/>
                    <a:pt x="17" y="41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2" name="Freeform 1251">
              <a:extLst>
                <a:ext uri="{FF2B5EF4-FFF2-40B4-BE49-F238E27FC236}">
                  <a16:creationId xmlns:a16="http://schemas.microsoft.com/office/drawing/2014/main" id="{4A9B2916-23C3-42D8-862C-AAC928E11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143"/>
              <a:ext cx="42" cy="107"/>
            </a:xfrm>
            <a:custGeom>
              <a:avLst/>
              <a:gdLst>
                <a:gd name="T0" fmla="*/ 0 w 20"/>
                <a:gd name="T1" fmla="*/ 0 h 48"/>
                <a:gd name="T2" fmla="*/ 92 w 20"/>
                <a:gd name="T3" fmla="*/ 343 h 48"/>
                <a:gd name="T4" fmla="*/ 185 w 20"/>
                <a:gd name="T5" fmla="*/ 53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8">
                  <a:moveTo>
                    <a:pt x="0" y="0"/>
                  </a:moveTo>
                  <a:cubicBezTo>
                    <a:pt x="2" y="10"/>
                    <a:pt x="5" y="22"/>
                    <a:pt x="10" y="31"/>
                  </a:cubicBezTo>
                  <a:cubicBezTo>
                    <a:pt x="13" y="37"/>
                    <a:pt x="17" y="44"/>
                    <a:pt x="20" y="4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3" name="Freeform 1252">
              <a:extLst>
                <a:ext uri="{FF2B5EF4-FFF2-40B4-BE49-F238E27FC236}">
                  <a16:creationId xmlns:a16="http://schemas.microsoft.com/office/drawing/2014/main" id="{0E25B993-5E09-4DF2-A1F9-06748343E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045"/>
              <a:ext cx="36" cy="67"/>
            </a:xfrm>
            <a:custGeom>
              <a:avLst/>
              <a:gdLst>
                <a:gd name="T0" fmla="*/ 17 w 17"/>
                <a:gd name="T1" fmla="*/ 80 h 30"/>
                <a:gd name="T2" fmla="*/ 161 w 17"/>
                <a:gd name="T3" fmla="*/ 335 h 30"/>
                <a:gd name="T4" fmla="*/ 0 w 17"/>
                <a:gd name="T5" fmla="*/ 2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0">
                  <a:moveTo>
                    <a:pt x="2" y="7"/>
                  </a:moveTo>
                  <a:cubicBezTo>
                    <a:pt x="8" y="10"/>
                    <a:pt x="15" y="23"/>
                    <a:pt x="17" y="30"/>
                  </a:cubicBezTo>
                  <a:cubicBezTo>
                    <a:pt x="17" y="21"/>
                    <a:pt x="1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4" name="Freeform 1253">
              <a:extLst>
                <a:ext uri="{FF2B5EF4-FFF2-40B4-BE49-F238E27FC236}">
                  <a16:creationId xmlns:a16="http://schemas.microsoft.com/office/drawing/2014/main" id="{2D9EE91F-04C2-4332-B0B1-0C02C5C9E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991"/>
              <a:ext cx="19" cy="52"/>
            </a:xfrm>
            <a:custGeom>
              <a:avLst/>
              <a:gdLst>
                <a:gd name="T0" fmla="*/ 57 w 9"/>
                <a:gd name="T1" fmla="*/ 267 h 23"/>
                <a:gd name="T2" fmla="*/ 8 w 9"/>
                <a:gd name="T3" fmla="*/ 0 h 23"/>
                <a:gd name="T4" fmla="*/ 68 w 9"/>
                <a:gd name="T5" fmla="*/ 26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3">
                  <a:moveTo>
                    <a:pt x="6" y="23"/>
                  </a:moveTo>
                  <a:cubicBezTo>
                    <a:pt x="0" y="16"/>
                    <a:pt x="1" y="8"/>
                    <a:pt x="1" y="0"/>
                  </a:cubicBezTo>
                  <a:cubicBezTo>
                    <a:pt x="3" y="7"/>
                    <a:pt x="9" y="15"/>
                    <a:pt x="7" y="23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5" name="Freeform 1254">
              <a:extLst>
                <a:ext uri="{FF2B5EF4-FFF2-40B4-BE49-F238E27FC236}">
                  <a16:creationId xmlns:a16="http://schemas.microsoft.com/office/drawing/2014/main" id="{1FE470CF-6F46-47C2-9990-AAFCC8C2C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016"/>
              <a:ext cx="23" cy="45"/>
            </a:xfrm>
            <a:custGeom>
              <a:avLst/>
              <a:gdLst>
                <a:gd name="T0" fmla="*/ 0 w 11"/>
                <a:gd name="T1" fmla="*/ 0 h 20"/>
                <a:gd name="T2" fmla="*/ 100 w 11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cubicBezTo>
                    <a:pt x="7" y="3"/>
                    <a:pt x="9" y="13"/>
                    <a:pt x="11" y="2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6" name="Freeform 1255">
              <a:extLst>
                <a:ext uri="{FF2B5EF4-FFF2-40B4-BE49-F238E27FC236}">
                  <a16:creationId xmlns:a16="http://schemas.microsoft.com/office/drawing/2014/main" id="{D49400B2-BE74-454B-9303-10EE4E5F4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061"/>
              <a:ext cx="29" cy="46"/>
            </a:xfrm>
            <a:custGeom>
              <a:avLst/>
              <a:gdLst>
                <a:gd name="T0" fmla="*/ 25 w 14"/>
                <a:gd name="T1" fmla="*/ 221 h 21"/>
                <a:gd name="T2" fmla="*/ 52 w 14"/>
                <a:gd name="T3" fmla="*/ 0 h 21"/>
                <a:gd name="T4" fmla="*/ 124 w 14"/>
                <a:gd name="T5" fmla="*/ 15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3" y="21"/>
                  </a:moveTo>
                  <a:cubicBezTo>
                    <a:pt x="0" y="14"/>
                    <a:pt x="5" y="7"/>
                    <a:pt x="6" y="0"/>
                  </a:cubicBezTo>
                  <a:cubicBezTo>
                    <a:pt x="8" y="5"/>
                    <a:pt x="14" y="9"/>
                    <a:pt x="14" y="15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7" name="Freeform 1256">
              <a:extLst>
                <a:ext uri="{FF2B5EF4-FFF2-40B4-BE49-F238E27FC236}">
                  <a16:creationId xmlns:a16="http://schemas.microsoft.com/office/drawing/2014/main" id="{FC4E0530-457C-4FBA-917D-C8AA3D4AF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3000"/>
              <a:ext cx="25" cy="63"/>
            </a:xfrm>
            <a:custGeom>
              <a:avLst/>
              <a:gdLst>
                <a:gd name="T0" fmla="*/ 83 w 12"/>
                <a:gd name="T1" fmla="*/ 320 h 28"/>
                <a:gd name="T2" fmla="*/ 27 w 12"/>
                <a:gd name="T3" fmla="*/ 0 h 28"/>
                <a:gd name="T4" fmla="*/ 8 w 12"/>
                <a:gd name="T5" fmla="*/ 32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8">
                  <a:moveTo>
                    <a:pt x="9" y="28"/>
                  </a:moveTo>
                  <a:cubicBezTo>
                    <a:pt x="12" y="19"/>
                    <a:pt x="5" y="8"/>
                    <a:pt x="3" y="0"/>
                  </a:cubicBezTo>
                  <a:cubicBezTo>
                    <a:pt x="0" y="9"/>
                    <a:pt x="0" y="19"/>
                    <a:pt x="1" y="28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8" name="Freeform 1257">
              <a:extLst>
                <a:ext uri="{FF2B5EF4-FFF2-40B4-BE49-F238E27FC236}">
                  <a16:creationId xmlns:a16="http://schemas.microsoft.com/office/drawing/2014/main" id="{38BA472E-572F-4CEF-9935-D5AD70438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944"/>
              <a:ext cx="19" cy="65"/>
            </a:xfrm>
            <a:custGeom>
              <a:avLst/>
              <a:gdLst>
                <a:gd name="T0" fmla="*/ 84 w 9"/>
                <a:gd name="T1" fmla="*/ 307 h 29"/>
                <a:gd name="T2" fmla="*/ 27 w 9"/>
                <a:gd name="T3" fmla="*/ 0 h 29"/>
                <a:gd name="T4" fmla="*/ 76 w 9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9" y="27"/>
                  </a:moveTo>
                  <a:cubicBezTo>
                    <a:pt x="7" y="18"/>
                    <a:pt x="5" y="9"/>
                    <a:pt x="3" y="0"/>
                  </a:cubicBezTo>
                  <a:cubicBezTo>
                    <a:pt x="0" y="11"/>
                    <a:pt x="2" y="20"/>
                    <a:pt x="8" y="2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9" name="Freeform 1258">
              <a:extLst>
                <a:ext uri="{FF2B5EF4-FFF2-40B4-BE49-F238E27FC236}">
                  <a16:creationId xmlns:a16="http://schemas.microsoft.com/office/drawing/2014/main" id="{9906177B-FD91-41FF-9EF5-A63AC9F3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965"/>
              <a:ext cx="8" cy="64"/>
            </a:xfrm>
            <a:custGeom>
              <a:avLst/>
              <a:gdLst>
                <a:gd name="T0" fmla="*/ 16 w 4"/>
                <a:gd name="T1" fmla="*/ 0 h 29"/>
                <a:gd name="T2" fmla="*/ 32 w 4"/>
                <a:gd name="T3" fmla="*/ 31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2" y="0"/>
                  </a:moveTo>
                  <a:cubicBezTo>
                    <a:pt x="0" y="10"/>
                    <a:pt x="0" y="19"/>
                    <a:pt x="4" y="2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0" name="Freeform 1259">
              <a:extLst>
                <a:ext uri="{FF2B5EF4-FFF2-40B4-BE49-F238E27FC236}">
                  <a16:creationId xmlns:a16="http://schemas.microsoft.com/office/drawing/2014/main" id="{EBF02DC9-5374-4DF5-ABB4-FE4BDC73B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938"/>
              <a:ext cx="30" cy="65"/>
            </a:xfrm>
            <a:custGeom>
              <a:avLst/>
              <a:gdLst>
                <a:gd name="T0" fmla="*/ 60 w 14"/>
                <a:gd name="T1" fmla="*/ 271 h 29"/>
                <a:gd name="T2" fmla="*/ 41 w 14"/>
                <a:gd name="T3" fmla="*/ 0 h 29"/>
                <a:gd name="T4" fmla="*/ 88 w 14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6" y="24"/>
                  </a:moveTo>
                  <a:cubicBezTo>
                    <a:pt x="4" y="18"/>
                    <a:pt x="0" y="6"/>
                    <a:pt x="4" y="0"/>
                  </a:cubicBezTo>
                  <a:cubicBezTo>
                    <a:pt x="5" y="10"/>
                    <a:pt x="14" y="18"/>
                    <a:pt x="9" y="2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1" name="Freeform 1260">
              <a:extLst>
                <a:ext uri="{FF2B5EF4-FFF2-40B4-BE49-F238E27FC236}">
                  <a16:creationId xmlns:a16="http://schemas.microsoft.com/office/drawing/2014/main" id="{608D05E5-049D-4A7D-BADF-29EFFF276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956"/>
              <a:ext cx="11" cy="26"/>
            </a:xfrm>
            <a:custGeom>
              <a:avLst/>
              <a:gdLst>
                <a:gd name="T0" fmla="*/ 0 w 5"/>
                <a:gd name="T1" fmla="*/ 121 h 12"/>
                <a:gd name="T2" fmla="*/ 53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2" y="8"/>
                    <a:pt x="3" y="4"/>
                    <a:pt x="5" y="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2" name="Freeform 1261">
              <a:extLst>
                <a:ext uri="{FF2B5EF4-FFF2-40B4-BE49-F238E27FC236}">
                  <a16:creationId xmlns:a16="http://schemas.microsoft.com/office/drawing/2014/main" id="{866AB6FB-9E1B-42D4-AAA3-671A66943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882"/>
              <a:ext cx="7" cy="54"/>
            </a:xfrm>
            <a:custGeom>
              <a:avLst/>
              <a:gdLst>
                <a:gd name="T0" fmla="*/ 28 w 3"/>
                <a:gd name="T1" fmla="*/ 275 h 24"/>
                <a:gd name="T2" fmla="*/ 0 w 3"/>
                <a:gd name="T3" fmla="*/ 146 h 24"/>
                <a:gd name="T4" fmla="*/ 12 w 3"/>
                <a:gd name="T5" fmla="*/ 0 h 24"/>
                <a:gd name="T6" fmla="*/ 37 w 3"/>
                <a:gd name="T7" fmla="*/ 2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4">
                  <a:moveTo>
                    <a:pt x="2" y="24"/>
                  </a:moveTo>
                  <a:cubicBezTo>
                    <a:pt x="1" y="20"/>
                    <a:pt x="0" y="17"/>
                    <a:pt x="0" y="13"/>
                  </a:cubicBezTo>
                  <a:cubicBezTo>
                    <a:pt x="0" y="9"/>
                    <a:pt x="0" y="4"/>
                    <a:pt x="1" y="0"/>
                  </a:cubicBezTo>
                  <a:cubicBezTo>
                    <a:pt x="3" y="8"/>
                    <a:pt x="3" y="18"/>
                    <a:pt x="3" y="2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3" name="Freeform 1262">
              <a:extLst>
                <a:ext uri="{FF2B5EF4-FFF2-40B4-BE49-F238E27FC236}">
                  <a16:creationId xmlns:a16="http://schemas.microsoft.com/office/drawing/2014/main" id="{97D3DF4D-213F-4652-AE2B-0E6508FF8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904"/>
              <a:ext cx="14" cy="65"/>
            </a:xfrm>
            <a:custGeom>
              <a:avLst/>
              <a:gdLst>
                <a:gd name="T0" fmla="*/ 0 w 7"/>
                <a:gd name="T1" fmla="*/ 0 h 29"/>
                <a:gd name="T2" fmla="*/ 56 w 7"/>
                <a:gd name="T3" fmla="*/ 32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0" y="0"/>
                  </a:moveTo>
                  <a:cubicBezTo>
                    <a:pt x="6" y="6"/>
                    <a:pt x="7" y="21"/>
                    <a:pt x="7" y="2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4" name="Freeform 1263">
              <a:extLst>
                <a:ext uri="{FF2B5EF4-FFF2-40B4-BE49-F238E27FC236}">
                  <a16:creationId xmlns:a16="http://schemas.microsoft.com/office/drawing/2014/main" id="{74EB01F0-1FBE-454A-A16E-5BE761CB6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922"/>
              <a:ext cx="13" cy="45"/>
            </a:xfrm>
            <a:custGeom>
              <a:avLst/>
              <a:gdLst>
                <a:gd name="T0" fmla="*/ 9 w 6"/>
                <a:gd name="T1" fmla="*/ 227 h 20"/>
                <a:gd name="T2" fmla="*/ 33 w 6"/>
                <a:gd name="T3" fmla="*/ 0 h 20"/>
                <a:gd name="T4" fmla="*/ 43 w 6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1" y="20"/>
                  </a:moveTo>
                  <a:cubicBezTo>
                    <a:pt x="2" y="13"/>
                    <a:pt x="0" y="7"/>
                    <a:pt x="3" y="0"/>
                  </a:cubicBezTo>
                  <a:cubicBezTo>
                    <a:pt x="3" y="7"/>
                    <a:pt x="6" y="13"/>
                    <a:pt x="4" y="2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5" name="Freeform 1264">
              <a:extLst>
                <a:ext uri="{FF2B5EF4-FFF2-40B4-BE49-F238E27FC236}">
                  <a16:creationId xmlns:a16="http://schemas.microsoft.com/office/drawing/2014/main" id="{E47EC7DE-C797-4D50-A3E3-08803BEF7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886"/>
              <a:ext cx="17" cy="58"/>
            </a:xfrm>
            <a:custGeom>
              <a:avLst/>
              <a:gdLst>
                <a:gd name="T0" fmla="*/ 60 w 8"/>
                <a:gd name="T1" fmla="*/ 288 h 26"/>
                <a:gd name="T2" fmla="*/ 28 w 8"/>
                <a:gd name="T3" fmla="*/ 0 h 26"/>
                <a:gd name="T4" fmla="*/ 19 w 8"/>
                <a:gd name="T5" fmla="*/ 19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6">
                  <a:moveTo>
                    <a:pt x="6" y="26"/>
                  </a:moveTo>
                  <a:cubicBezTo>
                    <a:pt x="8" y="18"/>
                    <a:pt x="5" y="8"/>
                    <a:pt x="3" y="0"/>
                  </a:cubicBezTo>
                  <a:cubicBezTo>
                    <a:pt x="0" y="5"/>
                    <a:pt x="2" y="12"/>
                    <a:pt x="2" y="17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6" name="Freeform 1265">
              <a:extLst>
                <a:ext uri="{FF2B5EF4-FFF2-40B4-BE49-F238E27FC236}">
                  <a16:creationId xmlns:a16="http://schemas.microsoft.com/office/drawing/2014/main" id="{2AE1E78D-F45F-40E8-89C7-E8B38930B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851"/>
              <a:ext cx="15" cy="58"/>
            </a:xfrm>
            <a:custGeom>
              <a:avLst/>
              <a:gdLst>
                <a:gd name="T0" fmla="*/ 19 w 7"/>
                <a:gd name="T1" fmla="*/ 154 h 26"/>
                <a:gd name="T2" fmla="*/ 19 w 7"/>
                <a:gd name="T3" fmla="*/ 0 h 26"/>
                <a:gd name="T4" fmla="*/ 60 w 7"/>
                <a:gd name="T5" fmla="*/ 165 h 26"/>
                <a:gd name="T6" fmla="*/ 60 w 7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6">
                  <a:moveTo>
                    <a:pt x="2" y="14"/>
                  </a:moveTo>
                  <a:cubicBezTo>
                    <a:pt x="1" y="9"/>
                    <a:pt x="0" y="4"/>
                    <a:pt x="2" y="0"/>
                  </a:cubicBezTo>
                  <a:cubicBezTo>
                    <a:pt x="3" y="5"/>
                    <a:pt x="5" y="10"/>
                    <a:pt x="6" y="15"/>
                  </a:cubicBezTo>
                  <a:cubicBezTo>
                    <a:pt x="7" y="17"/>
                    <a:pt x="6" y="26"/>
                    <a:pt x="6" y="26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7" name="Freeform 1266">
              <a:extLst>
                <a:ext uri="{FF2B5EF4-FFF2-40B4-BE49-F238E27FC236}">
                  <a16:creationId xmlns:a16="http://schemas.microsoft.com/office/drawing/2014/main" id="{38887BE2-7622-4518-8838-F1007AF8E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880"/>
              <a:ext cx="15" cy="29"/>
            </a:xfrm>
            <a:custGeom>
              <a:avLst/>
              <a:gdLst>
                <a:gd name="T0" fmla="*/ 0 w 7"/>
                <a:gd name="T1" fmla="*/ 145 h 13"/>
                <a:gd name="T2" fmla="*/ 41 w 7"/>
                <a:gd name="T3" fmla="*/ 0 h 13"/>
                <a:gd name="T4" fmla="*/ 69 w 7"/>
                <a:gd name="T5" fmla="*/ 1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13"/>
                  </a:moveTo>
                  <a:cubicBezTo>
                    <a:pt x="1" y="8"/>
                    <a:pt x="2" y="4"/>
                    <a:pt x="4" y="0"/>
                  </a:cubicBezTo>
                  <a:cubicBezTo>
                    <a:pt x="6" y="2"/>
                    <a:pt x="7" y="8"/>
                    <a:pt x="7" y="11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8" name="Freeform 1267">
              <a:extLst>
                <a:ext uri="{FF2B5EF4-FFF2-40B4-BE49-F238E27FC236}">
                  <a16:creationId xmlns:a16="http://schemas.microsoft.com/office/drawing/2014/main" id="{78201FBF-64A1-4D96-A88B-4119AB307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851"/>
              <a:ext cx="8" cy="51"/>
            </a:xfrm>
            <a:custGeom>
              <a:avLst/>
              <a:gdLst>
                <a:gd name="T0" fmla="*/ 8 w 4"/>
                <a:gd name="T1" fmla="*/ 186 h 23"/>
                <a:gd name="T2" fmla="*/ 16 w 4"/>
                <a:gd name="T3" fmla="*/ 0 h 23"/>
                <a:gd name="T4" fmla="*/ 32 w 4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3">
                  <a:moveTo>
                    <a:pt x="1" y="17"/>
                  </a:moveTo>
                  <a:cubicBezTo>
                    <a:pt x="1" y="11"/>
                    <a:pt x="0" y="6"/>
                    <a:pt x="2" y="0"/>
                  </a:cubicBezTo>
                  <a:cubicBezTo>
                    <a:pt x="4" y="8"/>
                    <a:pt x="4" y="15"/>
                    <a:pt x="4" y="23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9" name="Freeform 1268">
              <a:extLst>
                <a:ext uri="{FF2B5EF4-FFF2-40B4-BE49-F238E27FC236}">
                  <a16:creationId xmlns:a16="http://schemas.microsoft.com/office/drawing/2014/main" id="{0CE60D59-FFA0-496D-996B-D302017E4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853"/>
              <a:ext cx="7" cy="27"/>
            </a:xfrm>
            <a:custGeom>
              <a:avLst/>
              <a:gdLst>
                <a:gd name="T0" fmla="*/ 0 w 3"/>
                <a:gd name="T1" fmla="*/ 137 h 12"/>
                <a:gd name="T2" fmla="*/ 37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0" y="8"/>
                    <a:pt x="2" y="4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0" name="Freeform 1269">
              <a:extLst>
                <a:ext uri="{FF2B5EF4-FFF2-40B4-BE49-F238E27FC236}">
                  <a16:creationId xmlns:a16="http://schemas.microsoft.com/office/drawing/2014/main" id="{E5084538-6C37-4EFC-973C-E7FC71C41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833"/>
              <a:ext cx="26" cy="51"/>
            </a:xfrm>
            <a:custGeom>
              <a:avLst/>
              <a:gdLst>
                <a:gd name="T0" fmla="*/ 9 w 12"/>
                <a:gd name="T1" fmla="*/ 98 h 23"/>
                <a:gd name="T2" fmla="*/ 9 w 12"/>
                <a:gd name="T3" fmla="*/ 0 h 23"/>
                <a:gd name="T4" fmla="*/ 93 w 12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" y="9"/>
                  </a:moveTo>
                  <a:cubicBezTo>
                    <a:pt x="0" y="6"/>
                    <a:pt x="1" y="3"/>
                    <a:pt x="1" y="0"/>
                  </a:cubicBezTo>
                  <a:cubicBezTo>
                    <a:pt x="2" y="6"/>
                    <a:pt x="12" y="16"/>
                    <a:pt x="9" y="23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1" name="Freeform 1270">
              <a:extLst>
                <a:ext uri="{FF2B5EF4-FFF2-40B4-BE49-F238E27FC236}">
                  <a16:creationId xmlns:a16="http://schemas.microsoft.com/office/drawing/2014/main" id="{9BC405C7-FFFF-42ED-8D0D-9F8A61438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831"/>
              <a:ext cx="13" cy="35"/>
            </a:xfrm>
            <a:custGeom>
              <a:avLst/>
              <a:gdLst>
                <a:gd name="T0" fmla="*/ 20 w 6"/>
                <a:gd name="T1" fmla="*/ 158 h 16"/>
                <a:gd name="T2" fmla="*/ 33 w 6"/>
                <a:gd name="T3" fmla="*/ 0 h 16"/>
                <a:gd name="T4" fmla="*/ 43 w 6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0" y="11"/>
                    <a:pt x="2" y="3"/>
                    <a:pt x="3" y="0"/>
                  </a:cubicBezTo>
                  <a:cubicBezTo>
                    <a:pt x="4" y="5"/>
                    <a:pt x="6" y="11"/>
                    <a:pt x="4" y="16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2" name="Freeform 1271">
              <a:extLst>
                <a:ext uri="{FF2B5EF4-FFF2-40B4-BE49-F238E27FC236}">
                  <a16:creationId xmlns:a16="http://schemas.microsoft.com/office/drawing/2014/main" id="{0C802D8A-E316-4263-999A-B8CF566DB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813"/>
              <a:ext cx="13" cy="47"/>
            </a:xfrm>
            <a:custGeom>
              <a:avLst/>
              <a:gdLst>
                <a:gd name="T0" fmla="*/ 20 w 6"/>
                <a:gd name="T1" fmla="*/ 201 h 21"/>
                <a:gd name="T2" fmla="*/ 43 w 6"/>
                <a:gd name="T3" fmla="*/ 0 h 21"/>
                <a:gd name="T4" fmla="*/ 52 w 6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2" y="18"/>
                  </a:moveTo>
                  <a:cubicBezTo>
                    <a:pt x="1" y="13"/>
                    <a:pt x="0" y="4"/>
                    <a:pt x="4" y="0"/>
                  </a:cubicBezTo>
                  <a:cubicBezTo>
                    <a:pt x="4" y="7"/>
                    <a:pt x="6" y="14"/>
                    <a:pt x="5" y="21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3" name="Freeform 1272">
              <a:extLst>
                <a:ext uri="{FF2B5EF4-FFF2-40B4-BE49-F238E27FC236}">
                  <a16:creationId xmlns:a16="http://schemas.microsoft.com/office/drawing/2014/main" id="{B7D587B4-6FE5-41E4-9DC2-4D6DABF05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806"/>
              <a:ext cx="17" cy="43"/>
            </a:xfrm>
            <a:custGeom>
              <a:avLst/>
              <a:gdLst>
                <a:gd name="T0" fmla="*/ 40 w 8"/>
                <a:gd name="T1" fmla="*/ 183 h 19"/>
                <a:gd name="T2" fmla="*/ 28 w 8"/>
                <a:gd name="T3" fmla="*/ 0 h 19"/>
                <a:gd name="T4" fmla="*/ 77 w 8"/>
                <a:gd name="T5" fmla="*/ 2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4" y="16"/>
                  </a:moveTo>
                  <a:cubicBezTo>
                    <a:pt x="2" y="12"/>
                    <a:pt x="0" y="5"/>
                    <a:pt x="3" y="0"/>
                  </a:cubicBezTo>
                  <a:cubicBezTo>
                    <a:pt x="2" y="7"/>
                    <a:pt x="8" y="12"/>
                    <a:pt x="8" y="19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4" name="Freeform 1273">
              <a:extLst>
                <a:ext uri="{FF2B5EF4-FFF2-40B4-BE49-F238E27FC236}">
                  <a16:creationId xmlns:a16="http://schemas.microsoft.com/office/drawing/2014/main" id="{D36AF584-AAA0-438B-BE26-A8AD93F1C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795"/>
              <a:ext cx="12" cy="42"/>
            </a:xfrm>
            <a:custGeom>
              <a:avLst/>
              <a:gdLst>
                <a:gd name="T0" fmla="*/ 16 w 6"/>
                <a:gd name="T1" fmla="*/ 161 h 19"/>
                <a:gd name="T2" fmla="*/ 24 w 6"/>
                <a:gd name="T3" fmla="*/ 0 h 19"/>
                <a:gd name="T4" fmla="*/ 40 w 6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">
                  <a:moveTo>
                    <a:pt x="2" y="15"/>
                  </a:moveTo>
                  <a:cubicBezTo>
                    <a:pt x="0" y="11"/>
                    <a:pt x="1" y="4"/>
                    <a:pt x="3" y="0"/>
                  </a:cubicBezTo>
                  <a:cubicBezTo>
                    <a:pt x="3" y="6"/>
                    <a:pt x="6" y="13"/>
                    <a:pt x="5" y="19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5" name="Freeform 1274">
              <a:extLst>
                <a:ext uri="{FF2B5EF4-FFF2-40B4-BE49-F238E27FC236}">
                  <a16:creationId xmlns:a16="http://schemas.microsoft.com/office/drawing/2014/main" id="{40F4E812-4F00-4322-95B2-8C14D3E92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770"/>
              <a:ext cx="13" cy="41"/>
            </a:xfrm>
            <a:custGeom>
              <a:avLst/>
              <a:gdLst>
                <a:gd name="T0" fmla="*/ 20 w 6"/>
                <a:gd name="T1" fmla="*/ 212 h 18"/>
                <a:gd name="T2" fmla="*/ 43 w 6"/>
                <a:gd name="T3" fmla="*/ 0 h 18"/>
                <a:gd name="T4" fmla="*/ 43 w 6"/>
                <a:gd name="T5" fmla="*/ 1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">
                  <a:moveTo>
                    <a:pt x="2" y="18"/>
                  </a:moveTo>
                  <a:cubicBezTo>
                    <a:pt x="0" y="11"/>
                    <a:pt x="2" y="6"/>
                    <a:pt x="4" y="0"/>
                  </a:cubicBezTo>
                  <a:cubicBezTo>
                    <a:pt x="4" y="4"/>
                    <a:pt x="6" y="8"/>
                    <a:pt x="4" y="12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6" name="Freeform 1275">
              <a:extLst>
                <a:ext uri="{FF2B5EF4-FFF2-40B4-BE49-F238E27FC236}">
                  <a16:creationId xmlns:a16="http://schemas.microsoft.com/office/drawing/2014/main" id="{92EE38DE-5DBD-4A88-93C7-0E70B9AE0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741"/>
              <a:ext cx="10" cy="54"/>
            </a:xfrm>
            <a:custGeom>
              <a:avLst/>
              <a:gdLst>
                <a:gd name="T0" fmla="*/ 8 w 5"/>
                <a:gd name="T1" fmla="*/ 162 h 24"/>
                <a:gd name="T2" fmla="*/ 24 w 5"/>
                <a:gd name="T3" fmla="*/ 0 h 24"/>
                <a:gd name="T4" fmla="*/ 40 w 5"/>
                <a:gd name="T5" fmla="*/ 117 h 24"/>
                <a:gd name="T6" fmla="*/ 24 w 5"/>
                <a:gd name="T7" fmla="*/ 2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4">
                  <a:moveTo>
                    <a:pt x="1" y="14"/>
                  </a:moveTo>
                  <a:cubicBezTo>
                    <a:pt x="1" y="10"/>
                    <a:pt x="0" y="4"/>
                    <a:pt x="3" y="0"/>
                  </a:cubicBezTo>
                  <a:cubicBezTo>
                    <a:pt x="3" y="3"/>
                    <a:pt x="4" y="7"/>
                    <a:pt x="5" y="10"/>
                  </a:cubicBezTo>
                  <a:cubicBezTo>
                    <a:pt x="5" y="15"/>
                    <a:pt x="4" y="19"/>
                    <a:pt x="3" y="24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7" name="Freeform 1276">
              <a:extLst>
                <a:ext uri="{FF2B5EF4-FFF2-40B4-BE49-F238E27FC236}">
                  <a16:creationId xmlns:a16="http://schemas.microsoft.com/office/drawing/2014/main" id="{D2D1B73A-82ED-422E-B84E-E6BB8C385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775"/>
              <a:ext cx="7" cy="51"/>
            </a:xfrm>
            <a:custGeom>
              <a:avLst/>
              <a:gdLst>
                <a:gd name="T0" fmla="*/ 0 w 3"/>
                <a:gd name="T1" fmla="*/ 0 h 23"/>
                <a:gd name="T2" fmla="*/ 12 w 3"/>
                <a:gd name="T3" fmla="*/ 25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3">
                  <a:moveTo>
                    <a:pt x="0" y="0"/>
                  </a:moveTo>
                  <a:cubicBezTo>
                    <a:pt x="2" y="7"/>
                    <a:pt x="3" y="16"/>
                    <a:pt x="1" y="2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8" name="Freeform 1277">
              <a:extLst>
                <a:ext uri="{FF2B5EF4-FFF2-40B4-BE49-F238E27FC236}">
                  <a16:creationId xmlns:a16="http://schemas.microsoft.com/office/drawing/2014/main" id="{AC43B13D-FF79-4707-B5F2-F2B766B74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84"/>
              <a:ext cx="11" cy="29"/>
            </a:xfrm>
            <a:custGeom>
              <a:avLst/>
              <a:gdLst>
                <a:gd name="T0" fmla="*/ 0 w 5"/>
                <a:gd name="T1" fmla="*/ 109 h 13"/>
                <a:gd name="T2" fmla="*/ 44 w 5"/>
                <a:gd name="T3" fmla="*/ 0 h 13"/>
                <a:gd name="T4" fmla="*/ 20 w 5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0" y="10"/>
                  </a:moveTo>
                  <a:cubicBezTo>
                    <a:pt x="1" y="7"/>
                    <a:pt x="2" y="3"/>
                    <a:pt x="4" y="0"/>
                  </a:cubicBezTo>
                  <a:cubicBezTo>
                    <a:pt x="3" y="5"/>
                    <a:pt x="5" y="9"/>
                    <a:pt x="2" y="1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9" name="Freeform 1278">
              <a:extLst>
                <a:ext uri="{FF2B5EF4-FFF2-40B4-BE49-F238E27FC236}">
                  <a16:creationId xmlns:a16="http://schemas.microsoft.com/office/drawing/2014/main" id="{58C65909-3037-43A6-9134-94AF804CB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782"/>
              <a:ext cx="6" cy="51"/>
            </a:xfrm>
            <a:custGeom>
              <a:avLst/>
              <a:gdLst>
                <a:gd name="T0" fmla="*/ 0 w 3"/>
                <a:gd name="T1" fmla="*/ 89 h 23"/>
                <a:gd name="T2" fmla="*/ 24 w 3"/>
                <a:gd name="T3" fmla="*/ 0 h 23"/>
                <a:gd name="T4" fmla="*/ 24 w 3"/>
                <a:gd name="T5" fmla="*/ 89 h 23"/>
                <a:gd name="T6" fmla="*/ 8 w 3"/>
                <a:gd name="T7" fmla="*/ 25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3">
                  <a:moveTo>
                    <a:pt x="0" y="8"/>
                  </a:moveTo>
                  <a:cubicBezTo>
                    <a:pt x="0" y="6"/>
                    <a:pt x="2" y="3"/>
                    <a:pt x="3" y="0"/>
                  </a:cubicBezTo>
                  <a:cubicBezTo>
                    <a:pt x="3" y="3"/>
                    <a:pt x="3" y="6"/>
                    <a:pt x="3" y="8"/>
                  </a:cubicBezTo>
                  <a:cubicBezTo>
                    <a:pt x="3" y="14"/>
                    <a:pt x="1" y="18"/>
                    <a:pt x="1" y="2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0" name="Freeform 1279">
              <a:extLst>
                <a:ext uri="{FF2B5EF4-FFF2-40B4-BE49-F238E27FC236}">
                  <a16:creationId xmlns:a16="http://schemas.microsoft.com/office/drawing/2014/main" id="{106F1945-66A5-46D4-A784-42F5FD13A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748"/>
              <a:ext cx="15" cy="49"/>
            </a:xfrm>
            <a:custGeom>
              <a:avLst/>
              <a:gdLst>
                <a:gd name="T0" fmla="*/ 0 w 7"/>
                <a:gd name="T1" fmla="*/ 145 h 22"/>
                <a:gd name="T2" fmla="*/ 19 w 7"/>
                <a:gd name="T3" fmla="*/ 0 h 22"/>
                <a:gd name="T4" fmla="*/ 28 w 7"/>
                <a:gd name="T5" fmla="*/ 24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2">
                  <a:moveTo>
                    <a:pt x="0" y="13"/>
                  </a:moveTo>
                  <a:cubicBezTo>
                    <a:pt x="1" y="9"/>
                    <a:pt x="1" y="4"/>
                    <a:pt x="2" y="0"/>
                  </a:cubicBezTo>
                  <a:cubicBezTo>
                    <a:pt x="2" y="7"/>
                    <a:pt x="7" y="15"/>
                    <a:pt x="3" y="22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1" name="Freeform 1280">
              <a:extLst>
                <a:ext uri="{FF2B5EF4-FFF2-40B4-BE49-F238E27FC236}">
                  <a16:creationId xmlns:a16="http://schemas.microsoft.com/office/drawing/2014/main" id="{5E658581-8E31-4D9C-86F4-17896425A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719"/>
              <a:ext cx="6" cy="34"/>
            </a:xfrm>
            <a:custGeom>
              <a:avLst/>
              <a:gdLst>
                <a:gd name="T0" fmla="*/ 0 w 3"/>
                <a:gd name="T1" fmla="*/ 129 h 15"/>
                <a:gd name="T2" fmla="*/ 24 w 3"/>
                <a:gd name="T3" fmla="*/ 0 h 15"/>
                <a:gd name="T4" fmla="*/ 24 w 3"/>
                <a:gd name="T5" fmla="*/ 17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5">
                  <a:moveTo>
                    <a:pt x="0" y="11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1" y="4"/>
                    <a:pt x="2" y="10"/>
                    <a:pt x="3" y="15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2" name="Freeform 1281">
              <a:extLst>
                <a:ext uri="{FF2B5EF4-FFF2-40B4-BE49-F238E27FC236}">
                  <a16:creationId xmlns:a16="http://schemas.microsoft.com/office/drawing/2014/main" id="{95C979A5-F7D2-43D4-AC2B-6B0C2981A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730"/>
              <a:ext cx="13" cy="47"/>
            </a:xfrm>
            <a:custGeom>
              <a:avLst/>
              <a:gdLst>
                <a:gd name="T0" fmla="*/ 0 w 6"/>
                <a:gd name="T1" fmla="*/ 0 h 21"/>
                <a:gd name="T2" fmla="*/ 61 w 6"/>
                <a:gd name="T3" fmla="*/ 2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0" y="0"/>
                  </a:moveTo>
                  <a:cubicBezTo>
                    <a:pt x="6" y="5"/>
                    <a:pt x="6" y="15"/>
                    <a:pt x="6" y="21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3" name="Freeform 1282">
              <a:extLst>
                <a:ext uri="{FF2B5EF4-FFF2-40B4-BE49-F238E27FC236}">
                  <a16:creationId xmlns:a16="http://schemas.microsoft.com/office/drawing/2014/main" id="{2822B0C2-22D3-4860-B57A-ADD5DDD7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741"/>
              <a:ext cx="8" cy="54"/>
            </a:xfrm>
            <a:custGeom>
              <a:avLst/>
              <a:gdLst>
                <a:gd name="T0" fmla="*/ 0 w 4"/>
                <a:gd name="T1" fmla="*/ 36 h 24"/>
                <a:gd name="T2" fmla="*/ 24 w 4"/>
                <a:gd name="T3" fmla="*/ 0 h 24"/>
                <a:gd name="T4" fmla="*/ 0 w 4"/>
                <a:gd name="T5" fmla="*/ 27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4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4" y="6"/>
                    <a:pt x="2" y="16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4" name="Freeform 1283">
              <a:extLst>
                <a:ext uri="{FF2B5EF4-FFF2-40B4-BE49-F238E27FC236}">
                  <a16:creationId xmlns:a16="http://schemas.microsoft.com/office/drawing/2014/main" id="{60FDD188-62FD-4ADE-947D-51BB1683F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141"/>
              <a:ext cx="25" cy="22"/>
            </a:xfrm>
            <a:custGeom>
              <a:avLst/>
              <a:gdLst>
                <a:gd name="T0" fmla="*/ 0 w 12"/>
                <a:gd name="T1" fmla="*/ 0 h 10"/>
                <a:gd name="T2" fmla="*/ 108 w 12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5" y="3"/>
                    <a:pt x="8" y="7"/>
                    <a:pt x="12" y="1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5" name="Freeform 1284">
              <a:extLst>
                <a:ext uri="{FF2B5EF4-FFF2-40B4-BE49-F238E27FC236}">
                  <a16:creationId xmlns:a16="http://schemas.microsoft.com/office/drawing/2014/main" id="{E7245661-7BE3-4A29-A5ED-7A448F0C6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107"/>
              <a:ext cx="27" cy="70"/>
            </a:xfrm>
            <a:custGeom>
              <a:avLst/>
              <a:gdLst>
                <a:gd name="T0" fmla="*/ 0 w 13"/>
                <a:gd name="T1" fmla="*/ 0 h 31"/>
                <a:gd name="T2" fmla="*/ 108 w 13"/>
                <a:gd name="T3" fmla="*/ 194 h 31"/>
                <a:gd name="T4" fmla="*/ 116 w 13"/>
                <a:gd name="T5" fmla="*/ 35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1">
                  <a:moveTo>
                    <a:pt x="0" y="0"/>
                  </a:moveTo>
                  <a:cubicBezTo>
                    <a:pt x="5" y="4"/>
                    <a:pt x="10" y="10"/>
                    <a:pt x="12" y="17"/>
                  </a:cubicBezTo>
                  <a:cubicBezTo>
                    <a:pt x="13" y="22"/>
                    <a:pt x="13" y="26"/>
                    <a:pt x="13" y="3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6" name="Freeform 1285">
              <a:extLst>
                <a:ext uri="{FF2B5EF4-FFF2-40B4-BE49-F238E27FC236}">
                  <a16:creationId xmlns:a16="http://schemas.microsoft.com/office/drawing/2014/main" id="{E64B9BA0-B796-4B3D-81AF-3E4014856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014"/>
              <a:ext cx="86" cy="44"/>
            </a:xfrm>
            <a:custGeom>
              <a:avLst/>
              <a:gdLst>
                <a:gd name="T0" fmla="*/ 128 w 41"/>
                <a:gd name="T1" fmla="*/ 0 h 20"/>
                <a:gd name="T2" fmla="*/ 378 w 41"/>
                <a:gd name="T3" fmla="*/ 213 h 20"/>
                <a:gd name="T4" fmla="*/ 296 w 41"/>
                <a:gd name="T5" fmla="*/ 194 h 20"/>
                <a:gd name="T6" fmla="*/ 149 w 41"/>
                <a:gd name="T7" fmla="*/ 161 h 20"/>
                <a:gd name="T8" fmla="*/ 0 w 41"/>
                <a:gd name="T9" fmla="*/ 8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0">
                  <a:moveTo>
                    <a:pt x="14" y="0"/>
                  </a:moveTo>
                  <a:cubicBezTo>
                    <a:pt x="23" y="4"/>
                    <a:pt x="36" y="11"/>
                    <a:pt x="41" y="20"/>
                  </a:cubicBezTo>
                  <a:cubicBezTo>
                    <a:pt x="39" y="20"/>
                    <a:pt x="35" y="19"/>
                    <a:pt x="32" y="18"/>
                  </a:cubicBezTo>
                  <a:cubicBezTo>
                    <a:pt x="27" y="17"/>
                    <a:pt x="21" y="17"/>
                    <a:pt x="16" y="15"/>
                  </a:cubicBezTo>
                  <a:cubicBezTo>
                    <a:pt x="10" y="14"/>
                    <a:pt x="5" y="12"/>
                    <a:pt x="0" y="8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7" name="Freeform 1286">
              <a:extLst>
                <a:ext uri="{FF2B5EF4-FFF2-40B4-BE49-F238E27FC236}">
                  <a16:creationId xmlns:a16="http://schemas.microsoft.com/office/drawing/2014/main" id="{DF17043F-9F19-4E24-AD59-8EBB44D42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978"/>
              <a:ext cx="75" cy="60"/>
            </a:xfrm>
            <a:custGeom>
              <a:avLst/>
              <a:gdLst>
                <a:gd name="T0" fmla="*/ 0 w 36"/>
                <a:gd name="T1" fmla="*/ 0 h 27"/>
                <a:gd name="T2" fmla="*/ 208 w 36"/>
                <a:gd name="T3" fmla="*/ 118 h 27"/>
                <a:gd name="T4" fmla="*/ 308 w 36"/>
                <a:gd name="T5" fmla="*/ 251 h 27"/>
                <a:gd name="T6" fmla="*/ 325 w 36"/>
                <a:gd name="T7" fmla="*/ 29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7">
                  <a:moveTo>
                    <a:pt x="0" y="0"/>
                  </a:moveTo>
                  <a:cubicBezTo>
                    <a:pt x="8" y="2"/>
                    <a:pt x="17" y="5"/>
                    <a:pt x="23" y="11"/>
                  </a:cubicBezTo>
                  <a:cubicBezTo>
                    <a:pt x="26" y="15"/>
                    <a:pt x="31" y="18"/>
                    <a:pt x="34" y="23"/>
                  </a:cubicBezTo>
                  <a:cubicBezTo>
                    <a:pt x="35" y="24"/>
                    <a:pt x="35" y="26"/>
                    <a:pt x="36" y="27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8" name="Freeform 1287">
              <a:extLst>
                <a:ext uri="{FF2B5EF4-FFF2-40B4-BE49-F238E27FC236}">
                  <a16:creationId xmlns:a16="http://schemas.microsoft.com/office/drawing/2014/main" id="{16F37CF2-8D54-48A5-B62D-6B0B373BA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962"/>
              <a:ext cx="58" cy="52"/>
            </a:xfrm>
            <a:custGeom>
              <a:avLst/>
              <a:gdLst>
                <a:gd name="T0" fmla="*/ 81 w 28"/>
                <a:gd name="T1" fmla="*/ 45 h 23"/>
                <a:gd name="T2" fmla="*/ 249 w 28"/>
                <a:gd name="T3" fmla="*/ 267 h 23"/>
                <a:gd name="T4" fmla="*/ 44 w 2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9" y="4"/>
                  </a:moveTo>
                  <a:cubicBezTo>
                    <a:pt x="10" y="10"/>
                    <a:pt x="22" y="20"/>
                    <a:pt x="28" y="23"/>
                  </a:cubicBezTo>
                  <a:cubicBezTo>
                    <a:pt x="19" y="22"/>
                    <a:pt x="0" y="1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9" name="Freeform 1288">
              <a:extLst>
                <a:ext uri="{FF2B5EF4-FFF2-40B4-BE49-F238E27FC236}">
                  <a16:creationId xmlns:a16="http://schemas.microsoft.com/office/drawing/2014/main" id="{B37CABC8-457B-44B7-B6A9-62517275D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942"/>
              <a:ext cx="46" cy="27"/>
            </a:xfrm>
            <a:custGeom>
              <a:avLst/>
              <a:gdLst>
                <a:gd name="T0" fmla="*/ 201 w 22"/>
                <a:gd name="T1" fmla="*/ 117 h 12"/>
                <a:gd name="T2" fmla="*/ 0 w 22"/>
                <a:gd name="T3" fmla="*/ 0 h 12"/>
                <a:gd name="T4" fmla="*/ 192 w 22"/>
                <a:gd name="T5" fmla="*/ 12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22" y="10"/>
                  </a:moveTo>
                  <a:cubicBezTo>
                    <a:pt x="16" y="3"/>
                    <a:pt x="8" y="2"/>
                    <a:pt x="0" y="0"/>
                  </a:cubicBezTo>
                  <a:cubicBezTo>
                    <a:pt x="7" y="4"/>
                    <a:pt x="13" y="12"/>
                    <a:pt x="21" y="11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0" name="Freeform 1289">
              <a:extLst>
                <a:ext uri="{FF2B5EF4-FFF2-40B4-BE49-F238E27FC236}">
                  <a16:creationId xmlns:a16="http://schemas.microsoft.com/office/drawing/2014/main" id="{05FB08D8-C5A6-40B3-989C-35428134C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960"/>
              <a:ext cx="35" cy="31"/>
            </a:xfrm>
            <a:custGeom>
              <a:avLst/>
              <a:gdLst>
                <a:gd name="T0" fmla="*/ 0 w 17"/>
                <a:gd name="T1" fmla="*/ 0 h 14"/>
                <a:gd name="T2" fmla="*/ 148 w 17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1" y="7"/>
                    <a:pt x="11" y="12"/>
                    <a:pt x="17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1" name="Freeform 1290">
              <a:extLst>
                <a:ext uri="{FF2B5EF4-FFF2-40B4-BE49-F238E27FC236}">
                  <a16:creationId xmlns:a16="http://schemas.microsoft.com/office/drawing/2014/main" id="{FE2A2263-8AAA-4BF4-B238-36677BAAA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3005"/>
              <a:ext cx="46" cy="31"/>
            </a:xfrm>
            <a:custGeom>
              <a:avLst/>
              <a:gdLst>
                <a:gd name="T0" fmla="*/ 201 w 22"/>
                <a:gd name="T1" fmla="*/ 53 h 14"/>
                <a:gd name="T2" fmla="*/ 0 w 22"/>
                <a:gd name="T3" fmla="*/ 35 h 14"/>
                <a:gd name="T4" fmla="*/ 128 w 22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22" y="5"/>
                  </a:moveTo>
                  <a:cubicBezTo>
                    <a:pt x="16" y="0"/>
                    <a:pt x="7" y="4"/>
                    <a:pt x="0" y="3"/>
                  </a:cubicBezTo>
                  <a:cubicBezTo>
                    <a:pt x="5" y="7"/>
                    <a:pt x="8" y="13"/>
                    <a:pt x="14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2" name="Freeform 1291">
              <a:extLst>
                <a:ext uri="{FF2B5EF4-FFF2-40B4-BE49-F238E27FC236}">
                  <a16:creationId xmlns:a16="http://schemas.microsoft.com/office/drawing/2014/main" id="{B822EF49-0C23-4A1E-9E17-1269F3C11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982"/>
              <a:ext cx="58" cy="29"/>
            </a:xfrm>
            <a:custGeom>
              <a:avLst/>
              <a:gdLst>
                <a:gd name="T0" fmla="*/ 232 w 28"/>
                <a:gd name="T1" fmla="*/ 145 h 13"/>
                <a:gd name="T2" fmla="*/ 0 w 28"/>
                <a:gd name="T3" fmla="*/ 0 h 13"/>
                <a:gd name="T4" fmla="*/ 249 w 28"/>
                <a:gd name="T5" fmla="*/ 5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6" y="13"/>
                  </a:moveTo>
                  <a:cubicBezTo>
                    <a:pt x="17" y="13"/>
                    <a:pt x="8" y="4"/>
                    <a:pt x="0" y="0"/>
                  </a:cubicBezTo>
                  <a:cubicBezTo>
                    <a:pt x="10" y="0"/>
                    <a:pt x="19" y="1"/>
                    <a:pt x="28" y="5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3" name="Freeform 1292">
              <a:extLst>
                <a:ext uri="{FF2B5EF4-FFF2-40B4-BE49-F238E27FC236}">
                  <a16:creationId xmlns:a16="http://schemas.microsoft.com/office/drawing/2014/main" id="{C3A07975-8247-4273-9B06-793EEA0E7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965"/>
              <a:ext cx="48" cy="38"/>
            </a:xfrm>
            <a:custGeom>
              <a:avLst/>
              <a:gdLst>
                <a:gd name="T0" fmla="*/ 0 w 23"/>
                <a:gd name="T1" fmla="*/ 0 h 17"/>
                <a:gd name="T2" fmla="*/ 209 w 23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0" y="0"/>
                  </a:moveTo>
                  <a:cubicBezTo>
                    <a:pt x="10" y="4"/>
                    <a:pt x="17" y="9"/>
                    <a:pt x="23" y="17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4" name="Freeform 1293">
              <a:extLst>
                <a:ext uri="{FF2B5EF4-FFF2-40B4-BE49-F238E27FC236}">
                  <a16:creationId xmlns:a16="http://schemas.microsoft.com/office/drawing/2014/main" id="{A5606CEE-D4B7-4117-88EA-01CD72AB5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929"/>
              <a:ext cx="44" cy="45"/>
            </a:xfrm>
            <a:custGeom>
              <a:avLst/>
              <a:gdLst>
                <a:gd name="T0" fmla="*/ 176 w 21"/>
                <a:gd name="T1" fmla="*/ 173 h 20"/>
                <a:gd name="T2" fmla="*/ 0 w 21"/>
                <a:gd name="T3" fmla="*/ 0 h 20"/>
                <a:gd name="T4" fmla="*/ 193 w 21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9" y="15"/>
                  </a:moveTo>
                  <a:cubicBezTo>
                    <a:pt x="15" y="10"/>
                    <a:pt x="7" y="0"/>
                    <a:pt x="0" y="0"/>
                  </a:cubicBezTo>
                  <a:cubicBezTo>
                    <a:pt x="7" y="7"/>
                    <a:pt x="10" y="19"/>
                    <a:pt x="21" y="2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5" name="Freeform 1294">
              <a:extLst>
                <a:ext uri="{FF2B5EF4-FFF2-40B4-BE49-F238E27FC236}">
                  <a16:creationId xmlns:a16="http://schemas.microsoft.com/office/drawing/2014/main" id="{B32576EB-1992-4FDD-BC04-A4F5B81B1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960"/>
              <a:ext cx="25" cy="5"/>
            </a:xfrm>
            <a:custGeom>
              <a:avLst/>
              <a:gdLst>
                <a:gd name="T0" fmla="*/ 108 w 12"/>
                <a:gd name="T1" fmla="*/ 33 h 2"/>
                <a:gd name="T2" fmla="*/ 0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8" y="2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6" name="Freeform 1295">
              <a:extLst>
                <a:ext uri="{FF2B5EF4-FFF2-40B4-BE49-F238E27FC236}">
                  <a16:creationId xmlns:a16="http://schemas.microsoft.com/office/drawing/2014/main" id="{5A15F497-CDA7-4D71-AF4E-6E9BBBF13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895"/>
              <a:ext cx="42" cy="32"/>
            </a:xfrm>
            <a:custGeom>
              <a:avLst/>
              <a:gdLst>
                <a:gd name="T0" fmla="*/ 185 w 20"/>
                <a:gd name="T1" fmla="*/ 167 h 14"/>
                <a:gd name="T2" fmla="*/ 111 w 20"/>
                <a:gd name="T3" fmla="*/ 73 h 14"/>
                <a:gd name="T4" fmla="*/ 0 w 20"/>
                <a:gd name="T5" fmla="*/ 0 h 14"/>
                <a:gd name="T6" fmla="*/ 185 w 20"/>
                <a:gd name="T7" fmla="*/ 16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20" y="14"/>
                  </a:moveTo>
                  <a:cubicBezTo>
                    <a:pt x="17" y="11"/>
                    <a:pt x="16" y="8"/>
                    <a:pt x="12" y="6"/>
                  </a:cubicBezTo>
                  <a:cubicBezTo>
                    <a:pt x="8" y="3"/>
                    <a:pt x="4" y="1"/>
                    <a:pt x="0" y="0"/>
                  </a:cubicBezTo>
                  <a:cubicBezTo>
                    <a:pt x="6" y="5"/>
                    <a:pt x="14" y="11"/>
                    <a:pt x="20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7" name="Freeform 1296">
              <a:extLst>
                <a:ext uri="{FF2B5EF4-FFF2-40B4-BE49-F238E27FC236}">
                  <a16:creationId xmlns:a16="http://schemas.microsoft.com/office/drawing/2014/main" id="{9A66820E-7F20-42A2-B09E-AC75D0B5B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911"/>
              <a:ext cx="42" cy="49"/>
            </a:xfrm>
            <a:custGeom>
              <a:avLst/>
              <a:gdLst>
                <a:gd name="T0" fmla="*/ 0 w 20"/>
                <a:gd name="T1" fmla="*/ 0 h 22"/>
                <a:gd name="T2" fmla="*/ 185 w 20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2" y="8"/>
                    <a:pt x="13" y="18"/>
                    <a:pt x="20" y="22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8" name="Freeform 1297">
              <a:extLst>
                <a:ext uri="{FF2B5EF4-FFF2-40B4-BE49-F238E27FC236}">
                  <a16:creationId xmlns:a16="http://schemas.microsoft.com/office/drawing/2014/main" id="{FEDE84FA-DFCE-4D10-B39A-4B76807DC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936"/>
              <a:ext cx="38" cy="29"/>
            </a:xfrm>
            <a:custGeom>
              <a:avLst/>
              <a:gdLst>
                <a:gd name="T0" fmla="*/ 169 w 18"/>
                <a:gd name="T1" fmla="*/ 109 h 13"/>
                <a:gd name="T2" fmla="*/ 0 w 18"/>
                <a:gd name="T3" fmla="*/ 0 h 13"/>
                <a:gd name="T4" fmla="*/ 160 w 18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8" y="10"/>
                  </a:moveTo>
                  <a:cubicBezTo>
                    <a:pt x="12" y="7"/>
                    <a:pt x="8" y="2"/>
                    <a:pt x="0" y="0"/>
                  </a:cubicBezTo>
                  <a:cubicBezTo>
                    <a:pt x="6" y="4"/>
                    <a:pt x="9" y="10"/>
                    <a:pt x="17" y="13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9" name="Freeform 1298">
              <a:extLst>
                <a:ext uri="{FF2B5EF4-FFF2-40B4-BE49-F238E27FC236}">
                  <a16:creationId xmlns:a16="http://schemas.microsoft.com/office/drawing/2014/main" id="{3CA54EC4-4D54-4A65-BF82-F765CEEF0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918"/>
              <a:ext cx="40" cy="38"/>
            </a:xfrm>
            <a:custGeom>
              <a:avLst/>
              <a:gdLst>
                <a:gd name="T0" fmla="*/ 177 w 19"/>
                <a:gd name="T1" fmla="*/ 190 h 17"/>
                <a:gd name="T2" fmla="*/ 0 w 19"/>
                <a:gd name="T3" fmla="*/ 0 h 17"/>
                <a:gd name="T4" fmla="*/ 141 w 19"/>
                <a:gd name="T5" fmla="*/ 10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17"/>
                  </a:moveTo>
                  <a:cubicBezTo>
                    <a:pt x="12" y="14"/>
                    <a:pt x="5" y="6"/>
                    <a:pt x="0" y="0"/>
                  </a:cubicBezTo>
                  <a:cubicBezTo>
                    <a:pt x="5" y="1"/>
                    <a:pt x="10" y="6"/>
                    <a:pt x="15" y="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0" name="Freeform 1299">
              <a:extLst>
                <a:ext uri="{FF2B5EF4-FFF2-40B4-BE49-F238E27FC236}">
                  <a16:creationId xmlns:a16="http://schemas.microsoft.com/office/drawing/2014/main" id="{8E4B4DC8-7506-4B38-A550-6062AF1DF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875"/>
              <a:ext cx="40" cy="43"/>
            </a:xfrm>
            <a:custGeom>
              <a:avLst/>
              <a:gdLst>
                <a:gd name="T0" fmla="*/ 101 w 19"/>
                <a:gd name="T1" fmla="*/ 93 h 19"/>
                <a:gd name="T2" fmla="*/ 0 w 19"/>
                <a:gd name="T3" fmla="*/ 0 h 19"/>
                <a:gd name="T4" fmla="*/ 93 w 19"/>
                <a:gd name="T5" fmla="*/ 149 h 19"/>
                <a:gd name="T6" fmla="*/ 177 w 19"/>
                <a:gd name="T7" fmla="*/ 21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11" y="8"/>
                  </a:moveTo>
                  <a:cubicBezTo>
                    <a:pt x="8" y="5"/>
                    <a:pt x="4" y="1"/>
                    <a:pt x="0" y="0"/>
                  </a:cubicBezTo>
                  <a:cubicBezTo>
                    <a:pt x="4" y="4"/>
                    <a:pt x="6" y="9"/>
                    <a:pt x="10" y="13"/>
                  </a:cubicBezTo>
                  <a:cubicBezTo>
                    <a:pt x="11" y="14"/>
                    <a:pt x="19" y="19"/>
                    <a:pt x="19" y="18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1" name="Freeform 1300">
              <a:extLst>
                <a:ext uri="{FF2B5EF4-FFF2-40B4-BE49-F238E27FC236}">
                  <a16:creationId xmlns:a16="http://schemas.microsoft.com/office/drawing/2014/main" id="{92FF7CDD-6434-4180-8D32-8AB9995E3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907"/>
              <a:ext cx="27" cy="17"/>
            </a:xfrm>
            <a:custGeom>
              <a:avLst/>
              <a:gdLst>
                <a:gd name="T0" fmla="*/ 116 w 13"/>
                <a:gd name="T1" fmla="*/ 40 h 8"/>
                <a:gd name="T2" fmla="*/ 0 w 13"/>
                <a:gd name="T3" fmla="*/ 0 h 8"/>
                <a:gd name="T4" fmla="*/ 73 w 13"/>
                <a:gd name="T5" fmla="*/ 7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13" y="4"/>
                  </a:moveTo>
                  <a:cubicBezTo>
                    <a:pt x="9" y="2"/>
                    <a:pt x="5" y="1"/>
                    <a:pt x="0" y="0"/>
                  </a:cubicBezTo>
                  <a:cubicBezTo>
                    <a:pt x="1" y="2"/>
                    <a:pt x="6" y="7"/>
                    <a:pt x="8" y="8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2" name="Freeform 1301">
              <a:extLst>
                <a:ext uri="{FF2B5EF4-FFF2-40B4-BE49-F238E27FC236}">
                  <a16:creationId xmlns:a16="http://schemas.microsoft.com/office/drawing/2014/main" id="{3A41BEB4-620F-4B3B-8A30-283BD2A66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902"/>
              <a:ext cx="37" cy="31"/>
            </a:xfrm>
            <a:custGeom>
              <a:avLst/>
              <a:gdLst>
                <a:gd name="T0" fmla="*/ 123 w 18"/>
                <a:gd name="T1" fmla="*/ 89 h 14"/>
                <a:gd name="T2" fmla="*/ 0 w 18"/>
                <a:gd name="T3" fmla="*/ 0 h 14"/>
                <a:gd name="T4" fmla="*/ 156 w 18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4" y="8"/>
                  </a:moveTo>
                  <a:cubicBezTo>
                    <a:pt x="10" y="5"/>
                    <a:pt x="5" y="1"/>
                    <a:pt x="0" y="0"/>
                  </a:cubicBezTo>
                  <a:cubicBezTo>
                    <a:pt x="5" y="5"/>
                    <a:pt x="11" y="10"/>
                    <a:pt x="18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3" name="Freeform 1302">
              <a:extLst>
                <a:ext uri="{FF2B5EF4-FFF2-40B4-BE49-F238E27FC236}">
                  <a16:creationId xmlns:a16="http://schemas.microsoft.com/office/drawing/2014/main" id="{A0E692CC-AB0E-47A2-9819-65B84E38C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900"/>
              <a:ext cx="23" cy="7"/>
            </a:xfrm>
            <a:custGeom>
              <a:avLst/>
              <a:gdLst>
                <a:gd name="T0" fmla="*/ 100 w 11"/>
                <a:gd name="T1" fmla="*/ 37 h 3"/>
                <a:gd name="T2" fmla="*/ 0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7" y="1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4" name="Freeform 1303">
              <a:extLst>
                <a:ext uri="{FF2B5EF4-FFF2-40B4-BE49-F238E27FC236}">
                  <a16:creationId xmlns:a16="http://schemas.microsoft.com/office/drawing/2014/main" id="{1101D3F8-5E11-4DD3-932F-905ADAB76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866"/>
              <a:ext cx="31" cy="43"/>
            </a:xfrm>
            <a:custGeom>
              <a:avLst/>
              <a:gdLst>
                <a:gd name="T0" fmla="*/ 72 w 15"/>
                <a:gd name="T1" fmla="*/ 57 h 19"/>
                <a:gd name="T2" fmla="*/ 0 w 15"/>
                <a:gd name="T3" fmla="*/ 0 h 19"/>
                <a:gd name="T4" fmla="*/ 132 w 15"/>
                <a:gd name="T5" fmla="*/ 2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8" y="5"/>
                  </a:moveTo>
                  <a:cubicBezTo>
                    <a:pt x="6" y="2"/>
                    <a:pt x="3" y="2"/>
                    <a:pt x="0" y="0"/>
                  </a:cubicBezTo>
                  <a:cubicBezTo>
                    <a:pt x="5" y="5"/>
                    <a:pt x="7" y="18"/>
                    <a:pt x="15" y="1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5" name="Freeform 1304">
              <a:extLst>
                <a:ext uri="{FF2B5EF4-FFF2-40B4-BE49-F238E27FC236}">
                  <a16:creationId xmlns:a16="http://schemas.microsoft.com/office/drawing/2014/main" id="{3E27EA7C-5965-423F-85F2-284E26911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882"/>
              <a:ext cx="27" cy="20"/>
            </a:xfrm>
            <a:custGeom>
              <a:avLst/>
              <a:gdLst>
                <a:gd name="T0" fmla="*/ 116 w 13"/>
                <a:gd name="T1" fmla="*/ 80 h 9"/>
                <a:gd name="T2" fmla="*/ 0 w 13"/>
                <a:gd name="T3" fmla="*/ 0 h 9"/>
                <a:gd name="T4" fmla="*/ 108 w 13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7"/>
                  </a:moveTo>
                  <a:cubicBezTo>
                    <a:pt x="11" y="3"/>
                    <a:pt x="3" y="0"/>
                    <a:pt x="0" y="0"/>
                  </a:cubicBezTo>
                  <a:cubicBezTo>
                    <a:pt x="3" y="3"/>
                    <a:pt x="7" y="8"/>
                    <a:pt x="12" y="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6" name="Freeform 1305">
              <a:extLst>
                <a:ext uri="{FF2B5EF4-FFF2-40B4-BE49-F238E27FC236}">
                  <a16:creationId xmlns:a16="http://schemas.microsoft.com/office/drawing/2014/main" id="{3B3B77EA-AE73-4EA0-8B61-B504E8E4C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878"/>
              <a:ext cx="36" cy="29"/>
            </a:xfrm>
            <a:custGeom>
              <a:avLst/>
              <a:gdLst>
                <a:gd name="T0" fmla="*/ 152 w 17"/>
                <a:gd name="T1" fmla="*/ 100 h 13"/>
                <a:gd name="T2" fmla="*/ 0 w 17"/>
                <a:gd name="T3" fmla="*/ 9 h 13"/>
                <a:gd name="T4" fmla="*/ 161 w 17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6" y="9"/>
                  </a:moveTo>
                  <a:cubicBezTo>
                    <a:pt x="13" y="6"/>
                    <a:pt x="5" y="0"/>
                    <a:pt x="0" y="1"/>
                  </a:cubicBezTo>
                  <a:cubicBezTo>
                    <a:pt x="6" y="5"/>
                    <a:pt x="11" y="10"/>
                    <a:pt x="17" y="13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7" name="Freeform 1306">
              <a:extLst>
                <a:ext uri="{FF2B5EF4-FFF2-40B4-BE49-F238E27FC236}">
                  <a16:creationId xmlns:a16="http://schemas.microsoft.com/office/drawing/2014/main" id="{967FEAC7-9720-45CA-9788-9AC55234A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853"/>
              <a:ext cx="27" cy="33"/>
            </a:xfrm>
            <a:custGeom>
              <a:avLst/>
              <a:gdLst>
                <a:gd name="T0" fmla="*/ 116 w 13"/>
                <a:gd name="T1" fmla="*/ 106 h 15"/>
                <a:gd name="T2" fmla="*/ 0 w 13"/>
                <a:gd name="T3" fmla="*/ 0 h 15"/>
                <a:gd name="T4" fmla="*/ 116 w 13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3" y="10"/>
                  </a:moveTo>
                  <a:cubicBezTo>
                    <a:pt x="11" y="6"/>
                    <a:pt x="5" y="1"/>
                    <a:pt x="0" y="0"/>
                  </a:cubicBezTo>
                  <a:cubicBezTo>
                    <a:pt x="6" y="4"/>
                    <a:pt x="7" y="12"/>
                    <a:pt x="13" y="15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8" name="Freeform 1307">
              <a:extLst>
                <a:ext uri="{FF2B5EF4-FFF2-40B4-BE49-F238E27FC236}">
                  <a16:creationId xmlns:a16="http://schemas.microsoft.com/office/drawing/2014/main" id="{566AD65D-18BD-48BF-B13F-7D45E2DF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855"/>
              <a:ext cx="32" cy="27"/>
            </a:xfrm>
            <a:custGeom>
              <a:avLst/>
              <a:gdLst>
                <a:gd name="T0" fmla="*/ 137 w 15"/>
                <a:gd name="T1" fmla="*/ 92 h 12"/>
                <a:gd name="T2" fmla="*/ 0 w 15"/>
                <a:gd name="T3" fmla="*/ 0 h 12"/>
                <a:gd name="T4" fmla="*/ 145 w 15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4" y="8"/>
                  </a:moveTo>
                  <a:cubicBezTo>
                    <a:pt x="11" y="4"/>
                    <a:pt x="5" y="1"/>
                    <a:pt x="0" y="0"/>
                  </a:cubicBezTo>
                  <a:cubicBezTo>
                    <a:pt x="5" y="4"/>
                    <a:pt x="9" y="10"/>
                    <a:pt x="15" y="12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9" name="Freeform 1308">
              <a:extLst>
                <a:ext uri="{FF2B5EF4-FFF2-40B4-BE49-F238E27FC236}">
                  <a16:creationId xmlns:a16="http://schemas.microsoft.com/office/drawing/2014/main" id="{372FB34B-D3A6-4C9C-AC9F-359E3136D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37"/>
              <a:ext cx="34" cy="18"/>
            </a:xfrm>
            <a:custGeom>
              <a:avLst/>
              <a:gdLst>
                <a:gd name="T0" fmla="*/ 153 w 16"/>
                <a:gd name="T1" fmla="*/ 92 h 8"/>
                <a:gd name="T2" fmla="*/ 0 w 16"/>
                <a:gd name="T3" fmla="*/ 0 h 8"/>
                <a:gd name="T4" fmla="*/ 96 w 16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16" y="8"/>
                  </a:moveTo>
                  <a:cubicBezTo>
                    <a:pt x="12" y="3"/>
                    <a:pt x="6" y="2"/>
                    <a:pt x="0" y="0"/>
                  </a:cubicBezTo>
                  <a:cubicBezTo>
                    <a:pt x="4" y="2"/>
                    <a:pt x="6" y="6"/>
                    <a:pt x="10" y="7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0" name="Freeform 1309">
              <a:extLst>
                <a:ext uri="{FF2B5EF4-FFF2-40B4-BE49-F238E27FC236}">
                  <a16:creationId xmlns:a16="http://schemas.microsoft.com/office/drawing/2014/main" id="{1FC7EC9E-241F-4771-9807-075A30BAF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824"/>
              <a:ext cx="42" cy="31"/>
            </a:xfrm>
            <a:custGeom>
              <a:avLst/>
              <a:gdLst>
                <a:gd name="T0" fmla="*/ 120 w 20"/>
                <a:gd name="T1" fmla="*/ 78 h 14"/>
                <a:gd name="T2" fmla="*/ 0 w 20"/>
                <a:gd name="T3" fmla="*/ 9 h 14"/>
                <a:gd name="T4" fmla="*/ 76 w 20"/>
                <a:gd name="T5" fmla="*/ 78 h 14"/>
                <a:gd name="T6" fmla="*/ 185 w 20"/>
                <a:gd name="T7" fmla="*/ 15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13" y="7"/>
                  </a:moveTo>
                  <a:cubicBezTo>
                    <a:pt x="10" y="4"/>
                    <a:pt x="5" y="0"/>
                    <a:pt x="0" y="1"/>
                  </a:cubicBezTo>
                  <a:cubicBezTo>
                    <a:pt x="3" y="3"/>
                    <a:pt x="5" y="5"/>
                    <a:pt x="8" y="7"/>
                  </a:cubicBezTo>
                  <a:cubicBezTo>
                    <a:pt x="11" y="11"/>
                    <a:pt x="16" y="12"/>
                    <a:pt x="20" y="14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1" name="Freeform 1310">
              <a:extLst>
                <a:ext uri="{FF2B5EF4-FFF2-40B4-BE49-F238E27FC236}">
                  <a16:creationId xmlns:a16="http://schemas.microsoft.com/office/drawing/2014/main" id="{5A461FDE-A939-41D0-8AC6-15FF05990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46"/>
              <a:ext cx="38" cy="32"/>
            </a:xfrm>
            <a:custGeom>
              <a:avLst/>
              <a:gdLst>
                <a:gd name="T0" fmla="*/ 0 w 18"/>
                <a:gd name="T1" fmla="*/ 0 h 14"/>
                <a:gd name="T2" fmla="*/ 169 w 18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0" y="0"/>
                  </a:moveTo>
                  <a:cubicBezTo>
                    <a:pt x="5" y="6"/>
                    <a:pt x="11" y="12"/>
                    <a:pt x="18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2" name="Freeform 1311">
              <a:extLst>
                <a:ext uri="{FF2B5EF4-FFF2-40B4-BE49-F238E27FC236}">
                  <a16:creationId xmlns:a16="http://schemas.microsoft.com/office/drawing/2014/main" id="{5A87DDF7-BDC2-4BBF-B128-40F8CEF08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864"/>
              <a:ext cx="25" cy="14"/>
            </a:xfrm>
            <a:custGeom>
              <a:avLst/>
              <a:gdLst>
                <a:gd name="T0" fmla="*/ 100 w 12"/>
                <a:gd name="T1" fmla="*/ 28 h 6"/>
                <a:gd name="T2" fmla="*/ 0 w 12"/>
                <a:gd name="T3" fmla="*/ 0 h 6"/>
                <a:gd name="T4" fmla="*/ 108 w 12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1" y="2"/>
                  </a:moveTo>
                  <a:cubicBezTo>
                    <a:pt x="8" y="1"/>
                    <a:pt x="4" y="0"/>
                    <a:pt x="0" y="0"/>
                  </a:cubicBezTo>
                  <a:cubicBezTo>
                    <a:pt x="5" y="2"/>
                    <a:pt x="8" y="5"/>
                    <a:pt x="12" y="6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3" name="Freeform 1312">
              <a:extLst>
                <a:ext uri="{FF2B5EF4-FFF2-40B4-BE49-F238E27FC236}">
                  <a16:creationId xmlns:a16="http://schemas.microsoft.com/office/drawing/2014/main" id="{398218D9-F234-44B8-9A17-FF9FB764F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869"/>
              <a:ext cx="44" cy="24"/>
            </a:xfrm>
            <a:custGeom>
              <a:avLst/>
              <a:gdLst>
                <a:gd name="T0" fmla="*/ 84 w 21"/>
                <a:gd name="T1" fmla="*/ 20 h 11"/>
                <a:gd name="T2" fmla="*/ 0 w 21"/>
                <a:gd name="T3" fmla="*/ 0 h 11"/>
                <a:gd name="T4" fmla="*/ 65 w 21"/>
                <a:gd name="T5" fmla="*/ 44 h 11"/>
                <a:gd name="T6" fmla="*/ 193 w 21"/>
                <a:gd name="T7" fmla="*/ 11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1">
                  <a:moveTo>
                    <a:pt x="9" y="2"/>
                  </a:moveTo>
                  <a:cubicBezTo>
                    <a:pt x="6" y="1"/>
                    <a:pt x="3" y="0"/>
                    <a:pt x="0" y="0"/>
                  </a:cubicBezTo>
                  <a:cubicBezTo>
                    <a:pt x="3" y="1"/>
                    <a:pt x="5" y="3"/>
                    <a:pt x="7" y="4"/>
                  </a:cubicBezTo>
                  <a:cubicBezTo>
                    <a:pt x="12" y="7"/>
                    <a:pt x="16" y="9"/>
                    <a:pt x="21" y="11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4" name="Freeform 1313">
              <a:extLst>
                <a:ext uri="{FF2B5EF4-FFF2-40B4-BE49-F238E27FC236}">
                  <a16:creationId xmlns:a16="http://schemas.microsoft.com/office/drawing/2014/main" id="{1686857E-E6DA-4D85-A6B3-33120DCB3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837"/>
              <a:ext cx="36" cy="29"/>
            </a:xfrm>
            <a:custGeom>
              <a:avLst/>
              <a:gdLst>
                <a:gd name="T0" fmla="*/ 104 w 17"/>
                <a:gd name="T1" fmla="*/ 56 h 13"/>
                <a:gd name="T2" fmla="*/ 0 w 17"/>
                <a:gd name="T3" fmla="*/ 0 h 13"/>
                <a:gd name="T4" fmla="*/ 161 w 17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1" y="5"/>
                  </a:moveTo>
                  <a:cubicBezTo>
                    <a:pt x="7" y="4"/>
                    <a:pt x="4" y="1"/>
                    <a:pt x="0" y="0"/>
                  </a:cubicBezTo>
                  <a:cubicBezTo>
                    <a:pt x="6" y="4"/>
                    <a:pt x="9" y="12"/>
                    <a:pt x="17" y="13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5" name="Freeform 1314">
              <a:extLst>
                <a:ext uri="{FF2B5EF4-FFF2-40B4-BE49-F238E27FC236}">
                  <a16:creationId xmlns:a16="http://schemas.microsoft.com/office/drawing/2014/main" id="{E02FE728-3529-4602-86F7-59F6A7885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822"/>
              <a:ext cx="27" cy="15"/>
            </a:xfrm>
            <a:custGeom>
              <a:avLst/>
              <a:gdLst>
                <a:gd name="T0" fmla="*/ 108 w 13"/>
                <a:gd name="T1" fmla="*/ 28 h 7"/>
                <a:gd name="T2" fmla="*/ 0 w 13"/>
                <a:gd name="T3" fmla="*/ 0 h 7"/>
                <a:gd name="T4" fmla="*/ 116 w 13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12" y="3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5" y="0"/>
                    <a:pt x="10" y="4"/>
                    <a:pt x="13" y="7"/>
                  </a:cubicBezTo>
                </a:path>
              </a:pathLst>
            </a:custGeom>
            <a:noFill/>
            <a:ln w="3175" cap="rnd">
              <a:solidFill>
                <a:srgbClr val="F3DD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6" name="Freeform 1315">
              <a:extLst>
                <a:ext uri="{FF2B5EF4-FFF2-40B4-BE49-F238E27FC236}">
                  <a16:creationId xmlns:a16="http://schemas.microsoft.com/office/drawing/2014/main" id="{457D2929-B9CA-4707-B87B-C50402B0B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826"/>
              <a:ext cx="29" cy="36"/>
            </a:xfrm>
            <a:custGeom>
              <a:avLst/>
              <a:gdLst>
                <a:gd name="T0" fmla="*/ 0 w 14"/>
                <a:gd name="T1" fmla="*/ 0 h 16"/>
                <a:gd name="T2" fmla="*/ 124 w 14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0" y="7"/>
                    <a:pt x="8" y="13"/>
                    <a:pt x="14" y="16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7" name="Freeform 1316">
              <a:extLst>
                <a:ext uri="{FF2B5EF4-FFF2-40B4-BE49-F238E27FC236}">
                  <a16:creationId xmlns:a16="http://schemas.microsoft.com/office/drawing/2014/main" id="{649B31F6-3D6A-4A2A-9901-BC278B34D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846"/>
              <a:ext cx="44" cy="27"/>
            </a:xfrm>
            <a:custGeom>
              <a:avLst/>
              <a:gdLst>
                <a:gd name="T0" fmla="*/ 36 w 21"/>
                <a:gd name="T1" fmla="*/ 0 h 12"/>
                <a:gd name="T2" fmla="*/ 0 w 21"/>
                <a:gd name="T3" fmla="*/ 11 h 12"/>
                <a:gd name="T4" fmla="*/ 193 w 21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4" y="5"/>
                    <a:pt x="14" y="9"/>
                    <a:pt x="21" y="12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8" name="Freeform 1317">
              <a:extLst>
                <a:ext uri="{FF2B5EF4-FFF2-40B4-BE49-F238E27FC236}">
                  <a16:creationId xmlns:a16="http://schemas.microsoft.com/office/drawing/2014/main" id="{79DB06A8-A69A-42F8-9E16-56FCA3E3B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3045"/>
              <a:ext cx="79" cy="49"/>
            </a:xfrm>
            <a:custGeom>
              <a:avLst/>
              <a:gdLst>
                <a:gd name="T0" fmla="*/ 0 w 38"/>
                <a:gd name="T1" fmla="*/ 0 h 22"/>
                <a:gd name="T2" fmla="*/ 133 w 38"/>
                <a:gd name="T3" fmla="*/ 165 h 22"/>
                <a:gd name="T4" fmla="*/ 341 w 38"/>
                <a:gd name="T5" fmla="*/ 24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4" y="6"/>
                    <a:pt x="8" y="12"/>
                    <a:pt x="15" y="15"/>
                  </a:cubicBezTo>
                  <a:cubicBezTo>
                    <a:pt x="19" y="17"/>
                    <a:pt x="34" y="21"/>
                    <a:pt x="38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9" name="Freeform 1318">
              <a:extLst>
                <a:ext uri="{FF2B5EF4-FFF2-40B4-BE49-F238E27FC236}">
                  <a16:creationId xmlns:a16="http://schemas.microsoft.com/office/drawing/2014/main" id="{FD26F14E-C247-4C1D-BD2B-DED1A48C7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170"/>
              <a:ext cx="28" cy="24"/>
            </a:xfrm>
            <a:custGeom>
              <a:avLst/>
              <a:gdLst>
                <a:gd name="T0" fmla="*/ 0 w 13"/>
                <a:gd name="T1" fmla="*/ 0 h 11"/>
                <a:gd name="T2" fmla="*/ 129 w 13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4" y="2"/>
                    <a:pt x="11" y="6"/>
                    <a:pt x="13" y="1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0" name="Freeform 1319">
              <a:extLst>
                <a:ext uri="{FF2B5EF4-FFF2-40B4-BE49-F238E27FC236}">
                  <a16:creationId xmlns:a16="http://schemas.microsoft.com/office/drawing/2014/main" id="{F9E1CD73-945C-40BD-9357-6C2A8E5B7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094"/>
              <a:ext cx="71" cy="67"/>
            </a:xfrm>
            <a:custGeom>
              <a:avLst/>
              <a:gdLst>
                <a:gd name="T0" fmla="*/ 17 w 34"/>
                <a:gd name="T1" fmla="*/ 0 h 30"/>
                <a:gd name="T2" fmla="*/ 192 w 34"/>
                <a:gd name="T3" fmla="*/ 154 h 30"/>
                <a:gd name="T4" fmla="*/ 309 w 34"/>
                <a:gd name="T5" fmla="*/ 335 h 30"/>
                <a:gd name="T6" fmla="*/ 236 w 34"/>
                <a:gd name="T7" fmla="*/ 315 h 30"/>
                <a:gd name="T8" fmla="*/ 84 w 34"/>
                <a:gd name="T9" fmla="*/ 154 h 30"/>
                <a:gd name="T10" fmla="*/ 0 w 34"/>
                <a:gd name="T11" fmla="*/ 9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0">
                  <a:moveTo>
                    <a:pt x="2" y="0"/>
                  </a:moveTo>
                  <a:cubicBezTo>
                    <a:pt x="9" y="4"/>
                    <a:pt x="15" y="9"/>
                    <a:pt x="21" y="14"/>
                  </a:cubicBezTo>
                  <a:cubicBezTo>
                    <a:pt x="26" y="19"/>
                    <a:pt x="31" y="23"/>
                    <a:pt x="34" y="30"/>
                  </a:cubicBezTo>
                  <a:cubicBezTo>
                    <a:pt x="32" y="29"/>
                    <a:pt x="29" y="29"/>
                    <a:pt x="26" y="28"/>
                  </a:cubicBezTo>
                  <a:cubicBezTo>
                    <a:pt x="20" y="26"/>
                    <a:pt x="14" y="19"/>
                    <a:pt x="9" y="14"/>
                  </a:cubicBezTo>
                  <a:cubicBezTo>
                    <a:pt x="6" y="11"/>
                    <a:pt x="4" y="4"/>
                    <a:pt x="0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1" name="Freeform 1320">
              <a:extLst>
                <a:ext uri="{FF2B5EF4-FFF2-40B4-BE49-F238E27FC236}">
                  <a16:creationId xmlns:a16="http://schemas.microsoft.com/office/drawing/2014/main" id="{406E41A4-D754-46C9-9946-0B2F585D8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116"/>
              <a:ext cx="73" cy="43"/>
            </a:xfrm>
            <a:custGeom>
              <a:avLst/>
              <a:gdLst>
                <a:gd name="T0" fmla="*/ 0 w 35"/>
                <a:gd name="T1" fmla="*/ 0 h 19"/>
                <a:gd name="T2" fmla="*/ 209 w 35"/>
                <a:gd name="T3" fmla="*/ 163 h 19"/>
                <a:gd name="T4" fmla="*/ 317 w 35"/>
                <a:gd name="T5" fmla="*/ 19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9">
                  <a:moveTo>
                    <a:pt x="0" y="0"/>
                  </a:moveTo>
                  <a:cubicBezTo>
                    <a:pt x="8" y="5"/>
                    <a:pt x="15" y="10"/>
                    <a:pt x="23" y="14"/>
                  </a:cubicBezTo>
                  <a:cubicBezTo>
                    <a:pt x="26" y="16"/>
                    <a:pt x="33" y="19"/>
                    <a:pt x="35" y="1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2" name="Freeform 1321">
              <a:extLst>
                <a:ext uri="{FF2B5EF4-FFF2-40B4-BE49-F238E27FC236}">
                  <a16:creationId xmlns:a16="http://schemas.microsoft.com/office/drawing/2014/main" id="{4919FE91-8E93-4F18-8E65-2D58A454F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119"/>
              <a:ext cx="88" cy="37"/>
            </a:xfrm>
            <a:custGeom>
              <a:avLst/>
              <a:gdLst>
                <a:gd name="T0" fmla="*/ 386 w 42"/>
                <a:gd name="T1" fmla="*/ 157 h 17"/>
                <a:gd name="T2" fmla="*/ 109 w 42"/>
                <a:gd name="T3" fmla="*/ 96 h 17"/>
                <a:gd name="T4" fmla="*/ 0 w 4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">
                  <a:moveTo>
                    <a:pt x="42" y="15"/>
                  </a:moveTo>
                  <a:cubicBezTo>
                    <a:pt x="32" y="17"/>
                    <a:pt x="20" y="15"/>
                    <a:pt x="12" y="9"/>
                  </a:cubicBezTo>
                  <a:cubicBezTo>
                    <a:pt x="8" y="6"/>
                    <a:pt x="5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3" name="Freeform 1322">
              <a:extLst>
                <a:ext uri="{FF2B5EF4-FFF2-40B4-BE49-F238E27FC236}">
                  <a16:creationId xmlns:a16="http://schemas.microsoft.com/office/drawing/2014/main" id="{422EFA7D-505A-45FA-99CF-1A75B7E63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156"/>
              <a:ext cx="82" cy="50"/>
            </a:xfrm>
            <a:custGeom>
              <a:avLst/>
              <a:gdLst>
                <a:gd name="T0" fmla="*/ 269 w 39"/>
                <a:gd name="T1" fmla="*/ 36 h 22"/>
                <a:gd name="T2" fmla="*/ 362 w 39"/>
                <a:gd name="T3" fmla="*/ 259 h 22"/>
                <a:gd name="T4" fmla="*/ 204 w 39"/>
                <a:gd name="T5" fmla="*/ 155 h 22"/>
                <a:gd name="T6" fmla="*/ 0 w 3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2">
                  <a:moveTo>
                    <a:pt x="29" y="3"/>
                  </a:moveTo>
                  <a:cubicBezTo>
                    <a:pt x="34" y="8"/>
                    <a:pt x="39" y="15"/>
                    <a:pt x="39" y="22"/>
                  </a:cubicBezTo>
                  <a:cubicBezTo>
                    <a:pt x="33" y="18"/>
                    <a:pt x="28" y="14"/>
                    <a:pt x="22" y="13"/>
                  </a:cubicBezTo>
                  <a:cubicBezTo>
                    <a:pt x="8" y="6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4" name="Freeform 1323">
              <a:extLst>
                <a:ext uri="{FF2B5EF4-FFF2-40B4-BE49-F238E27FC236}">
                  <a16:creationId xmlns:a16="http://schemas.microsoft.com/office/drawing/2014/main" id="{5423F42F-D640-4CA3-AB68-337A365D8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161"/>
              <a:ext cx="73" cy="69"/>
            </a:xfrm>
            <a:custGeom>
              <a:avLst/>
              <a:gdLst>
                <a:gd name="T0" fmla="*/ 0 w 35"/>
                <a:gd name="T1" fmla="*/ 0 h 31"/>
                <a:gd name="T2" fmla="*/ 209 w 35"/>
                <a:gd name="T3" fmla="*/ 154 h 31"/>
                <a:gd name="T4" fmla="*/ 317 w 35"/>
                <a:gd name="T5" fmla="*/ 343 h 31"/>
                <a:gd name="T6" fmla="*/ 108 w 35"/>
                <a:gd name="T7" fmla="*/ 20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1">
                  <a:moveTo>
                    <a:pt x="0" y="0"/>
                  </a:moveTo>
                  <a:cubicBezTo>
                    <a:pt x="4" y="0"/>
                    <a:pt x="21" y="12"/>
                    <a:pt x="23" y="14"/>
                  </a:cubicBezTo>
                  <a:cubicBezTo>
                    <a:pt x="29" y="18"/>
                    <a:pt x="30" y="25"/>
                    <a:pt x="35" y="31"/>
                  </a:cubicBezTo>
                  <a:cubicBezTo>
                    <a:pt x="28" y="28"/>
                    <a:pt x="18" y="25"/>
                    <a:pt x="12" y="1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5" name="Freeform 1324">
              <a:extLst>
                <a:ext uri="{FF2B5EF4-FFF2-40B4-BE49-F238E27FC236}">
                  <a16:creationId xmlns:a16="http://schemas.microsoft.com/office/drawing/2014/main" id="{9A575C41-4282-4DBD-ACEA-D93BF6119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221"/>
              <a:ext cx="78" cy="65"/>
            </a:xfrm>
            <a:custGeom>
              <a:avLst/>
              <a:gdLst>
                <a:gd name="T0" fmla="*/ 84 w 37"/>
                <a:gd name="T1" fmla="*/ 45 h 29"/>
                <a:gd name="T2" fmla="*/ 213 w 37"/>
                <a:gd name="T3" fmla="*/ 110 h 29"/>
                <a:gd name="T4" fmla="*/ 337 w 37"/>
                <a:gd name="T5" fmla="*/ 316 h 29"/>
                <a:gd name="T6" fmla="*/ 272 w 37"/>
                <a:gd name="T7" fmla="*/ 247 h 29"/>
                <a:gd name="T8" fmla="*/ 213 w 37"/>
                <a:gd name="T9" fmla="*/ 235 h 29"/>
                <a:gd name="T10" fmla="*/ 84 w 37"/>
                <a:gd name="T11" fmla="*/ 126 h 29"/>
                <a:gd name="T12" fmla="*/ 0 w 3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9">
                  <a:moveTo>
                    <a:pt x="9" y="4"/>
                  </a:moveTo>
                  <a:cubicBezTo>
                    <a:pt x="13" y="5"/>
                    <a:pt x="20" y="8"/>
                    <a:pt x="23" y="10"/>
                  </a:cubicBezTo>
                  <a:cubicBezTo>
                    <a:pt x="25" y="13"/>
                    <a:pt x="34" y="25"/>
                    <a:pt x="36" y="28"/>
                  </a:cubicBezTo>
                  <a:cubicBezTo>
                    <a:pt x="37" y="29"/>
                    <a:pt x="29" y="21"/>
                    <a:pt x="29" y="22"/>
                  </a:cubicBezTo>
                  <a:cubicBezTo>
                    <a:pt x="27" y="22"/>
                    <a:pt x="25" y="22"/>
                    <a:pt x="23" y="21"/>
                  </a:cubicBezTo>
                  <a:cubicBezTo>
                    <a:pt x="18" y="19"/>
                    <a:pt x="13" y="14"/>
                    <a:pt x="9" y="11"/>
                  </a:cubicBezTo>
                  <a:cubicBezTo>
                    <a:pt x="5" y="8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6" name="Freeform 1325">
              <a:extLst>
                <a:ext uri="{FF2B5EF4-FFF2-40B4-BE49-F238E27FC236}">
                  <a16:creationId xmlns:a16="http://schemas.microsoft.com/office/drawing/2014/main" id="{0279F8B5-FD51-4007-8762-A7624FB13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3199"/>
              <a:ext cx="53" cy="44"/>
            </a:xfrm>
            <a:custGeom>
              <a:avLst/>
              <a:gdLst>
                <a:gd name="T0" fmla="*/ 237 w 25"/>
                <a:gd name="T1" fmla="*/ 213 h 20"/>
                <a:gd name="T2" fmla="*/ 36 w 25"/>
                <a:gd name="T3" fmla="*/ 106 h 20"/>
                <a:gd name="T4" fmla="*/ 0 w 2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20"/>
                  </a:moveTo>
                  <a:cubicBezTo>
                    <a:pt x="18" y="19"/>
                    <a:pt x="10" y="17"/>
                    <a:pt x="4" y="10"/>
                  </a:cubicBezTo>
                  <a:cubicBezTo>
                    <a:pt x="2" y="7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7" name="Freeform 1326">
              <a:extLst>
                <a:ext uri="{FF2B5EF4-FFF2-40B4-BE49-F238E27FC236}">
                  <a16:creationId xmlns:a16="http://schemas.microsoft.com/office/drawing/2014/main" id="{4C2262F2-E1F4-4612-887C-CAD99C314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3217"/>
              <a:ext cx="52" cy="76"/>
            </a:xfrm>
            <a:custGeom>
              <a:avLst/>
              <a:gdLst>
                <a:gd name="T0" fmla="*/ 0 w 25"/>
                <a:gd name="T1" fmla="*/ 0 h 34"/>
                <a:gd name="T2" fmla="*/ 52 w 25"/>
                <a:gd name="T3" fmla="*/ 80 h 34"/>
                <a:gd name="T4" fmla="*/ 152 w 25"/>
                <a:gd name="T5" fmla="*/ 199 h 34"/>
                <a:gd name="T6" fmla="*/ 208 w 25"/>
                <a:gd name="T7" fmla="*/ 335 h 34"/>
                <a:gd name="T8" fmla="*/ 225 w 25"/>
                <a:gd name="T9" fmla="*/ 38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0" y="0"/>
                  </a:moveTo>
                  <a:cubicBezTo>
                    <a:pt x="2" y="1"/>
                    <a:pt x="5" y="5"/>
                    <a:pt x="6" y="7"/>
                  </a:cubicBezTo>
                  <a:cubicBezTo>
                    <a:pt x="11" y="10"/>
                    <a:pt x="14" y="13"/>
                    <a:pt x="17" y="18"/>
                  </a:cubicBezTo>
                  <a:cubicBezTo>
                    <a:pt x="19" y="22"/>
                    <a:pt x="21" y="26"/>
                    <a:pt x="23" y="30"/>
                  </a:cubicBezTo>
                  <a:cubicBezTo>
                    <a:pt x="24" y="31"/>
                    <a:pt x="25" y="34"/>
                    <a:pt x="25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8" name="Freeform 1327">
              <a:extLst>
                <a:ext uri="{FF2B5EF4-FFF2-40B4-BE49-F238E27FC236}">
                  <a16:creationId xmlns:a16="http://schemas.microsoft.com/office/drawing/2014/main" id="{7DF266FD-E921-454F-81DE-08F3D79D7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172"/>
              <a:ext cx="101" cy="76"/>
            </a:xfrm>
            <a:custGeom>
              <a:avLst/>
              <a:gdLst>
                <a:gd name="T0" fmla="*/ 448 w 48"/>
                <a:gd name="T1" fmla="*/ 360 h 34"/>
                <a:gd name="T2" fmla="*/ 421 w 48"/>
                <a:gd name="T3" fmla="*/ 369 h 34"/>
                <a:gd name="T4" fmla="*/ 364 w 48"/>
                <a:gd name="T5" fmla="*/ 369 h 34"/>
                <a:gd name="T6" fmla="*/ 204 w 48"/>
                <a:gd name="T7" fmla="*/ 291 h 34"/>
                <a:gd name="T8" fmla="*/ 76 w 48"/>
                <a:gd name="T9" fmla="*/ 199 h 34"/>
                <a:gd name="T10" fmla="*/ 0 w 48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4">
                  <a:moveTo>
                    <a:pt x="48" y="32"/>
                  </a:moveTo>
                  <a:cubicBezTo>
                    <a:pt x="47" y="32"/>
                    <a:pt x="46" y="33"/>
                    <a:pt x="45" y="33"/>
                  </a:cubicBezTo>
                  <a:cubicBezTo>
                    <a:pt x="43" y="34"/>
                    <a:pt x="41" y="34"/>
                    <a:pt x="39" y="33"/>
                  </a:cubicBezTo>
                  <a:cubicBezTo>
                    <a:pt x="33" y="33"/>
                    <a:pt x="27" y="29"/>
                    <a:pt x="22" y="26"/>
                  </a:cubicBezTo>
                  <a:cubicBezTo>
                    <a:pt x="17" y="24"/>
                    <a:pt x="13" y="21"/>
                    <a:pt x="8" y="18"/>
                  </a:cubicBezTo>
                  <a:cubicBezTo>
                    <a:pt x="1" y="1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9" name="Freeform 1328">
              <a:extLst>
                <a:ext uri="{FF2B5EF4-FFF2-40B4-BE49-F238E27FC236}">
                  <a16:creationId xmlns:a16="http://schemas.microsoft.com/office/drawing/2014/main" id="{CF98D4AE-D069-4FDE-B742-C3A4219B1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243"/>
              <a:ext cx="25" cy="70"/>
            </a:xfrm>
            <a:custGeom>
              <a:avLst/>
              <a:gdLst>
                <a:gd name="T0" fmla="*/ 0 w 12"/>
                <a:gd name="T1" fmla="*/ 0 h 31"/>
                <a:gd name="T2" fmla="*/ 108 w 12"/>
                <a:gd name="T3" fmla="*/ 275 h 31"/>
                <a:gd name="T4" fmla="*/ 108 w 12"/>
                <a:gd name="T5" fmla="*/ 35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6" y="7"/>
                    <a:pt x="12" y="15"/>
                    <a:pt x="12" y="24"/>
                  </a:cubicBezTo>
                  <a:cubicBezTo>
                    <a:pt x="12" y="26"/>
                    <a:pt x="12" y="29"/>
                    <a:pt x="12" y="3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0" name="Freeform 1329">
              <a:extLst>
                <a:ext uri="{FF2B5EF4-FFF2-40B4-BE49-F238E27FC236}">
                  <a16:creationId xmlns:a16="http://schemas.microsoft.com/office/drawing/2014/main" id="{22C101FE-476C-40D9-B75A-EC104FFAB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272"/>
              <a:ext cx="30" cy="38"/>
            </a:xfrm>
            <a:custGeom>
              <a:avLst/>
              <a:gdLst>
                <a:gd name="T0" fmla="*/ 137 w 14"/>
                <a:gd name="T1" fmla="*/ 190 h 17"/>
                <a:gd name="T2" fmla="*/ 0 w 1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14" y="17"/>
                  </a:moveTo>
                  <a:cubicBezTo>
                    <a:pt x="10" y="13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1" name="Freeform 1330">
              <a:extLst>
                <a:ext uri="{FF2B5EF4-FFF2-40B4-BE49-F238E27FC236}">
                  <a16:creationId xmlns:a16="http://schemas.microsoft.com/office/drawing/2014/main" id="{92084CA2-5561-43BE-A239-F4502E8D9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270"/>
              <a:ext cx="31" cy="34"/>
            </a:xfrm>
            <a:custGeom>
              <a:avLst/>
              <a:gdLst>
                <a:gd name="T0" fmla="*/ 0 w 15"/>
                <a:gd name="T1" fmla="*/ 0 h 15"/>
                <a:gd name="T2" fmla="*/ 99 w 15"/>
                <a:gd name="T3" fmla="*/ 118 h 15"/>
                <a:gd name="T4" fmla="*/ 132 w 15"/>
                <a:gd name="T5" fmla="*/ 17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6" y="3"/>
                    <a:pt x="7" y="6"/>
                    <a:pt x="11" y="10"/>
                  </a:cubicBezTo>
                  <a:cubicBezTo>
                    <a:pt x="12" y="11"/>
                    <a:pt x="14" y="14"/>
                    <a:pt x="15" y="1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2" name="Freeform 1331">
              <a:extLst>
                <a:ext uri="{FF2B5EF4-FFF2-40B4-BE49-F238E27FC236}">
                  <a16:creationId xmlns:a16="http://schemas.microsoft.com/office/drawing/2014/main" id="{DD6C12E4-48ED-4C3B-8A01-CE3623EBF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246"/>
              <a:ext cx="76" cy="64"/>
            </a:xfrm>
            <a:custGeom>
              <a:avLst/>
              <a:gdLst>
                <a:gd name="T0" fmla="*/ 338 w 36"/>
                <a:gd name="T1" fmla="*/ 311 h 29"/>
                <a:gd name="T2" fmla="*/ 0 w 36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9">
                  <a:moveTo>
                    <a:pt x="36" y="29"/>
                  </a:moveTo>
                  <a:cubicBezTo>
                    <a:pt x="22" y="27"/>
                    <a:pt x="6" y="1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3" name="Freeform 1332">
              <a:extLst>
                <a:ext uri="{FF2B5EF4-FFF2-40B4-BE49-F238E27FC236}">
                  <a16:creationId xmlns:a16="http://schemas.microsoft.com/office/drawing/2014/main" id="{31B2B8BF-7DB9-4EFA-8C40-5217B7C79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272"/>
              <a:ext cx="61" cy="34"/>
            </a:xfrm>
            <a:custGeom>
              <a:avLst/>
              <a:gdLst>
                <a:gd name="T0" fmla="*/ 0 w 29"/>
                <a:gd name="T1" fmla="*/ 0 h 15"/>
                <a:gd name="T2" fmla="*/ 160 w 29"/>
                <a:gd name="T3" fmla="*/ 129 h 15"/>
                <a:gd name="T4" fmla="*/ 269 w 29"/>
                <a:gd name="T5" fmla="*/ 16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0" y="0"/>
                  </a:moveTo>
                  <a:cubicBezTo>
                    <a:pt x="2" y="6"/>
                    <a:pt x="11" y="9"/>
                    <a:pt x="17" y="11"/>
                  </a:cubicBezTo>
                  <a:cubicBezTo>
                    <a:pt x="19" y="12"/>
                    <a:pt x="27" y="15"/>
                    <a:pt x="29" y="1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4" name="Freeform 1333">
              <a:extLst>
                <a:ext uri="{FF2B5EF4-FFF2-40B4-BE49-F238E27FC236}">
                  <a16:creationId xmlns:a16="http://schemas.microsoft.com/office/drawing/2014/main" id="{2AC56208-E117-4F97-9E05-EDE93416D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299"/>
              <a:ext cx="58" cy="56"/>
            </a:xfrm>
            <a:custGeom>
              <a:avLst/>
              <a:gdLst>
                <a:gd name="T0" fmla="*/ 0 w 28"/>
                <a:gd name="T1" fmla="*/ 0 h 25"/>
                <a:gd name="T2" fmla="*/ 249 w 28"/>
                <a:gd name="T3" fmla="*/ 280 h 25"/>
                <a:gd name="T4" fmla="*/ 176 w 28"/>
                <a:gd name="T5" fmla="*/ 5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5">
                  <a:moveTo>
                    <a:pt x="0" y="0"/>
                  </a:moveTo>
                  <a:cubicBezTo>
                    <a:pt x="8" y="12"/>
                    <a:pt x="16" y="17"/>
                    <a:pt x="28" y="25"/>
                  </a:cubicBezTo>
                  <a:cubicBezTo>
                    <a:pt x="23" y="18"/>
                    <a:pt x="26" y="12"/>
                    <a:pt x="20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5" name="Freeform 1334">
              <a:extLst>
                <a:ext uri="{FF2B5EF4-FFF2-40B4-BE49-F238E27FC236}">
                  <a16:creationId xmlns:a16="http://schemas.microsoft.com/office/drawing/2014/main" id="{D2DA7F5F-7C5A-4A1E-A3AE-695D03ACC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306"/>
              <a:ext cx="92" cy="47"/>
            </a:xfrm>
            <a:custGeom>
              <a:avLst/>
              <a:gdLst>
                <a:gd name="T0" fmla="*/ 0 w 44"/>
                <a:gd name="T1" fmla="*/ 0 h 21"/>
                <a:gd name="T2" fmla="*/ 401 w 44"/>
                <a:gd name="T3" fmla="*/ 2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1">
                  <a:moveTo>
                    <a:pt x="0" y="0"/>
                  </a:moveTo>
                  <a:cubicBezTo>
                    <a:pt x="4" y="9"/>
                    <a:pt x="35" y="19"/>
                    <a:pt x="44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6" name="Freeform 1335">
              <a:extLst>
                <a:ext uri="{FF2B5EF4-FFF2-40B4-BE49-F238E27FC236}">
                  <a16:creationId xmlns:a16="http://schemas.microsoft.com/office/drawing/2014/main" id="{2A50FAD6-A491-497A-9AF9-3CCED3385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342"/>
              <a:ext cx="19" cy="44"/>
            </a:xfrm>
            <a:custGeom>
              <a:avLst/>
              <a:gdLst>
                <a:gd name="T0" fmla="*/ 84 w 9"/>
                <a:gd name="T1" fmla="*/ 213 h 20"/>
                <a:gd name="T2" fmla="*/ 0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9" y="20"/>
                  </a:moveTo>
                  <a:cubicBezTo>
                    <a:pt x="5" y="16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7" name="Freeform 1336">
              <a:extLst>
                <a:ext uri="{FF2B5EF4-FFF2-40B4-BE49-F238E27FC236}">
                  <a16:creationId xmlns:a16="http://schemas.microsoft.com/office/drawing/2014/main" id="{8803E080-A5AD-46E1-95B1-391853FFD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337"/>
              <a:ext cx="52" cy="45"/>
            </a:xfrm>
            <a:custGeom>
              <a:avLst/>
              <a:gdLst>
                <a:gd name="T0" fmla="*/ 0 w 25"/>
                <a:gd name="T1" fmla="*/ 0 h 20"/>
                <a:gd name="T2" fmla="*/ 116 w 25"/>
                <a:gd name="T3" fmla="*/ 81 h 20"/>
                <a:gd name="T4" fmla="*/ 225 w 25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5" y="3"/>
                    <a:pt x="9" y="4"/>
                    <a:pt x="13" y="7"/>
                  </a:cubicBezTo>
                  <a:cubicBezTo>
                    <a:pt x="18" y="11"/>
                    <a:pt x="21" y="16"/>
                    <a:pt x="25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8" name="Freeform 1337">
              <a:extLst>
                <a:ext uri="{FF2B5EF4-FFF2-40B4-BE49-F238E27FC236}">
                  <a16:creationId xmlns:a16="http://schemas.microsoft.com/office/drawing/2014/main" id="{5D3ED6CC-2074-4A75-B5AC-CA53C0547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181"/>
              <a:ext cx="64" cy="42"/>
            </a:xfrm>
            <a:custGeom>
              <a:avLst/>
              <a:gdLst>
                <a:gd name="T0" fmla="*/ 273 w 31"/>
                <a:gd name="T1" fmla="*/ 206 h 19"/>
                <a:gd name="T2" fmla="*/ 0 w 3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9">
                  <a:moveTo>
                    <a:pt x="31" y="19"/>
                  </a:moveTo>
                  <a:cubicBezTo>
                    <a:pt x="18" y="14"/>
                    <a:pt x="6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9" name="Freeform 1338">
              <a:extLst>
                <a:ext uri="{FF2B5EF4-FFF2-40B4-BE49-F238E27FC236}">
                  <a16:creationId xmlns:a16="http://schemas.microsoft.com/office/drawing/2014/main" id="{4CB64FD9-8461-4DF0-917C-4D9596FB6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081"/>
              <a:ext cx="48" cy="40"/>
            </a:xfrm>
            <a:custGeom>
              <a:avLst/>
              <a:gdLst>
                <a:gd name="T0" fmla="*/ 83 w 23"/>
                <a:gd name="T1" fmla="*/ 0 h 18"/>
                <a:gd name="T2" fmla="*/ 165 w 23"/>
                <a:gd name="T3" fmla="*/ 142 h 18"/>
                <a:gd name="T4" fmla="*/ 209 w 23"/>
                <a:gd name="T5" fmla="*/ 187 h 18"/>
                <a:gd name="T6" fmla="*/ 0 w 23"/>
                <a:gd name="T7" fmla="*/ 133 h 18"/>
                <a:gd name="T8" fmla="*/ 65 w 23"/>
                <a:gd name="T9" fmla="*/ 19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9" y="0"/>
                  </a:moveTo>
                  <a:cubicBezTo>
                    <a:pt x="13" y="4"/>
                    <a:pt x="14" y="9"/>
                    <a:pt x="18" y="13"/>
                  </a:cubicBezTo>
                  <a:cubicBezTo>
                    <a:pt x="19" y="14"/>
                    <a:pt x="21" y="16"/>
                    <a:pt x="23" y="17"/>
                  </a:cubicBezTo>
                  <a:cubicBezTo>
                    <a:pt x="18" y="13"/>
                    <a:pt x="6" y="12"/>
                    <a:pt x="0" y="12"/>
                  </a:cubicBezTo>
                  <a:cubicBezTo>
                    <a:pt x="2" y="14"/>
                    <a:pt x="6" y="17"/>
                    <a:pt x="7" y="1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0" name="Freeform 1339">
              <a:extLst>
                <a:ext uri="{FF2B5EF4-FFF2-40B4-BE49-F238E27FC236}">
                  <a16:creationId xmlns:a16="http://schemas.microsoft.com/office/drawing/2014/main" id="{88985FA5-06A0-4765-8C1C-7668ED6A6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054"/>
              <a:ext cx="78" cy="36"/>
            </a:xfrm>
            <a:custGeom>
              <a:avLst/>
              <a:gdLst>
                <a:gd name="T0" fmla="*/ 0 w 37"/>
                <a:gd name="T1" fmla="*/ 0 h 16"/>
                <a:gd name="T2" fmla="*/ 228 w 37"/>
                <a:gd name="T3" fmla="*/ 137 h 16"/>
                <a:gd name="T4" fmla="*/ 346 w 37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7" y="6"/>
                    <a:pt x="15" y="10"/>
                    <a:pt x="24" y="12"/>
                  </a:cubicBezTo>
                  <a:cubicBezTo>
                    <a:pt x="28" y="14"/>
                    <a:pt x="33" y="16"/>
                    <a:pt x="37" y="1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1" name="Freeform 1340">
              <a:extLst>
                <a:ext uri="{FF2B5EF4-FFF2-40B4-BE49-F238E27FC236}">
                  <a16:creationId xmlns:a16="http://schemas.microsoft.com/office/drawing/2014/main" id="{FBDB66CD-3479-4DF5-AD3C-12FEA68BE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054"/>
              <a:ext cx="55" cy="53"/>
            </a:xfrm>
            <a:custGeom>
              <a:avLst/>
              <a:gdLst>
                <a:gd name="T0" fmla="*/ 0 w 26"/>
                <a:gd name="T1" fmla="*/ 0 h 24"/>
                <a:gd name="T2" fmla="*/ 85 w 26"/>
                <a:gd name="T3" fmla="*/ 88 h 24"/>
                <a:gd name="T4" fmla="*/ 169 w 26"/>
                <a:gd name="T5" fmla="*/ 194 h 24"/>
                <a:gd name="T6" fmla="*/ 245 w 26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0" y="0"/>
                  </a:moveTo>
                  <a:cubicBezTo>
                    <a:pt x="3" y="3"/>
                    <a:pt x="6" y="5"/>
                    <a:pt x="9" y="8"/>
                  </a:cubicBezTo>
                  <a:cubicBezTo>
                    <a:pt x="12" y="11"/>
                    <a:pt x="15" y="14"/>
                    <a:pt x="18" y="18"/>
                  </a:cubicBezTo>
                  <a:cubicBezTo>
                    <a:pt x="21" y="20"/>
                    <a:pt x="24" y="23"/>
                    <a:pt x="26" y="2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2" name="Freeform 1341">
              <a:extLst>
                <a:ext uri="{FF2B5EF4-FFF2-40B4-BE49-F238E27FC236}">
                  <a16:creationId xmlns:a16="http://schemas.microsoft.com/office/drawing/2014/main" id="{EEBD6C57-4D10-4349-918C-F185A0EA3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130"/>
              <a:ext cx="48" cy="53"/>
            </a:xfrm>
            <a:custGeom>
              <a:avLst/>
              <a:gdLst>
                <a:gd name="T0" fmla="*/ 0 w 23"/>
                <a:gd name="T1" fmla="*/ 0 h 24"/>
                <a:gd name="T2" fmla="*/ 136 w 23"/>
                <a:gd name="T3" fmla="*/ 186 h 24"/>
                <a:gd name="T4" fmla="*/ 209 w 23"/>
                <a:gd name="T5" fmla="*/ 2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0" y="0"/>
                  </a:moveTo>
                  <a:cubicBezTo>
                    <a:pt x="3" y="6"/>
                    <a:pt x="9" y="13"/>
                    <a:pt x="15" y="17"/>
                  </a:cubicBezTo>
                  <a:cubicBezTo>
                    <a:pt x="17" y="19"/>
                    <a:pt x="21" y="21"/>
                    <a:pt x="23" y="2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3" name="Freeform 1342">
              <a:extLst>
                <a:ext uri="{FF2B5EF4-FFF2-40B4-BE49-F238E27FC236}">
                  <a16:creationId xmlns:a16="http://schemas.microsoft.com/office/drawing/2014/main" id="{C689CE6D-C59A-4AA5-9F62-BEB211EFB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188"/>
              <a:ext cx="79" cy="55"/>
            </a:xfrm>
            <a:custGeom>
              <a:avLst/>
              <a:gdLst>
                <a:gd name="T0" fmla="*/ 0 w 38"/>
                <a:gd name="T1" fmla="*/ 0 h 25"/>
                <a:gd name="T2" fmla="*/ 133 w 38"/>
                <a:gd name="T3" fmla="*/ 194 h 25"/>
                <a:gd name="T4" fmla="*/ 341 w 38"/>
                <a:gd name="T5" fmla="*/ 26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5">
                  <a:moveTo>
                    <a:pt x="0" y="0"/>
                  </a:moveTo>
                  <a:cubicBezTo>
                    <a:pt x="2" y="8"/>
                    <a:pt x="8" y="14"/>
                    <a:pt x="15" y="18"/>
                  </a:cubicBezTo>
                  <a:cubicBezTo>
                    <a:pt x="22" y="22"/>
                    <a:pt x="31" y="21"/>
                    <a:pt x="38" y="2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4" name="Freeform 1343">
              <a:extLst>
                <a:ext uri="{FF2B5EF4-FFF2-40B4-BE49-F238E27FC236}">
                  <a16:creationId xmlns:a16="http://schemas.microsoft.com/office/drawing/2014/main" id="{7C86CDB6-8A1F-4118-A7AE-247B02288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237"/>
              <a:ext cx="82" cy="76"/>
            </a:xfrm>
            <a:custGeom>
              <a:avLst/>
              <a:gdLst>
                <a:gd name="T0" fmla="*/ 0 w 39"/>
                <a:gd name="T1" fmla="*/ 0 h 34"/>
                <a:gd name="T2" fmla="*/ 36 w 39"/>
                <a:gd name="T3" fmla="*/ 89 h 34"/>
                <a:gd name="T4" fmla="*/ 120 w 39"/>
                <a:gd name="T5" fmla="*/ 190 h 34"/>
                <a:gd name="T6" fmla="*/ 212 w 39"/>
                <a:gd name="T7" fmla="*/ 246 h 34"/>
                <a:gd name="T8" fmla="*/ 362 w 39"/>
                <a:gd name="T9" fmla="*/ 38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4">
                  <a:moveTo>
                    <a:pt x="0" y="0"/>
                  </a:moveTo>
                  <a:cubicBezTo>
                    <a:pt x="2" y="2"/>
                    <a:pt x="3" y="5"/>
                    <a:pt x="4" y="8"/>
                  </a:cubicBezTo>
                  <a:cubicBezTo>
                    <a:pt x="7" y="11"/>
                    <a:pt x="10" y="14"/>
                    <a:pt x="13" y="17"/>
                  </a:cubicBezTo>
                  <a:cubicBezTo>
                    <a:pt x="16" y="19"/>
                    <a:pt x="19" y="20"/>
                    <a:pt x="23" y="22"/>
                  </a:cubicBezTo>
                  <a:cubicBezTo>
                    <a:pt x="29" y="25"/>
                    <a:pt x="33" y="30"/>
                    <a:pt x="39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5" name="Freeform 1344">
              <a:extLst>
                <a:ext uri="{FF2B5EF4-FFF2-40B4-BE49-F238E27FC236}">
                  <a16:creationId xmlns:a16="http://schemas.microsoft.com/office/drawing/2014/main" id="{0B868BBD-F524-4058-B3D8-7BD39AC03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228"/>
              <a:ext cx="48" cy="42"/>
            </a:xfrm>
            <a:custGeom>
              <a:avLst/>
              <a:gdLst>
                <a:gd name="T0" fmla="*/ 0 w 23"/>
                <a:gd name="T1" fmla="*/ 0 h 19"/>
                <a:gd name="T2" fmla="*/ 73 w 23"/>
                <a:gd name="T3" fmla="*/ 108 h 19"/>
                <a:gd name="T4" fmla="*/ 209 w 23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0" y="0"/>
                  </a:moveTo>
                  <a:cubicBezTo>
                    <a:pt x="3" y="3"/>
                    <a:pt x="5" y="7"/>
                    <a:pt x="8" y="10"/>
                  </a:cubicBezTo>
                  <a:cubicBezTo>
                    <a:pt x="12" y="13"/>
                    <a:pt x="18" y="17"/>
                    <a:pt x="23" y="1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6" name="Freeform 1345">
              <a:extLst>
                <a:ext uri="{FF2B5EF4-FFF2-40B4-BE49-F238E27FC236}">
                  <a16:creationId xmlns:a16="http://schemas.microsoft.com/office/drawing/2014/main" id="{11BD9FD8-F617-4C2F-B848-66616CC0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266"/>
              <a:ext cx="74" cy="62"/>
            </a:xfrm>
            <a:custGeom>
              <a:avLst/>
              <a:gdLst>
                <a:gd name="T0" fmla="*/ 0 w 35"/>
                <a:gd name="T1" fmla="*/ 0 h 28"/>
                <a:gd name="T2" fmla="*/ 180 w 35"/>
                <a:gd name="T3" fmla="*/ 215 h 28"/>
                <a:gd name="T4" fmla="*/ 330 w 35"/>
                <a:gd name="T5" fmla="*/ 303 h 28"/>
                <a:gd name="T6" fmla="*/ 304 w 35"/>
                <a:gd name="T7" fmla="*/ 20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8">
                  <a:moveTo>
                    <a:pt x="0" y="0"/>
                  </a:moveTo>
                  <a:cubicBezTo>
                    <a:pt x="1" y="8"/>
                    <a:pt x="12" y="16"/>
                    <a:pt x="19" y="20"/>
                  </a:cubicBezTo>
                  <a:cubicBezTo>
                    <a:pt x="24" y="23"/>
                    <a:pt x="29" y="25"/>
                    <a:pt x="35" y="28"/>
                  </a:cubicBezTo>
                  <a:cubicBezTo>
                    <a:pt x="34" y="25"/>
                    <a:pt x="32" y="22"/>
                    <a:pt x="32" y="1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7" name="Freeform 1346">
              <a:extLst>
                <a:ext uri="{FF2B5EF4-FFF2-40B4-BE49-F238E27FC236}">
                  <a16:creationId xmlns:a16="http://schemas.microsoft.com/office/drawing/2014/main" id="{D4AC1849-3DE8-44DE-8BF4-F5B869120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324"/>
              <a:ext cx="24" cy="22"/>
            </a:xfrm>
            <a:custGeom>
              <a:avLst/>
              <a:gdLst>
                <a:gd name="T0" fmla="*/ 0 w 11"/>
                <a:gd name="T1" fmla="*/ 0 h 10"/>
                <a:gd name="T2" fmla="*/ 113 w 11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2" y="2"/>
                    <a:pt x="11" y="9"/>
                    <a:pt x="11" y="1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8" name="Freeform 1347">
              <a:extLst>
                <a:ext uri="{FF2B5EF4-FFF2-40B4-BE49-F238E27FC236}">
                  <a16:creationId xmlns:a16="http://schemas.microsoft.com/office/drawing/2014/main" id="{90AAE5C3-E6A0-40DA-9EDB-818D724A7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310"/>
              <a:ext cx="44" cy="29"/>
            </a:xfrm>
            <a:custGeom>
              <a:avLst/>
              <a:gdLst>
                <a:gd name="T0" fmla="*/ 193 w 21"/>
                <a:gd name="T1" fmla="*/ 145 h 13"/>
                <a:gd name="T2" fmla="*/ 0 w 2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21" y="13"/>
                  </a:moveTo>
                  <a:cubicBezTo>
                    <a:pt x="13" y="9"/>
                    <a:pt x="5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9" name="Freeform 1348">
              <a:extLst>
                <a:ext uri="{FF2B5EF4-FFF2-40B4-BE49-F238E27FC236}">
                  <a16:creationId xmlns:a16="http://schemas.microsoft.com/office/drawing/2014/main" id="{E34DC2B3-E274-4F90-873E-A71C13B4E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328"/>
              <a:ext cx="44" cy="49"/>
            </a:xfrm>
            <a:custGeom>
              <a:avLst/>
              <a:gdLst>
                <a:gd name="T0" fmla="*/ 0 w 21"/>
                <a:gd name="T1" fmla="*/ 0 h 22"/>
                <a:gd name="T2" fmla="*/ 193 w 21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">
                  <a:moveTo>
                    <a:pt x="0" y="0"/>
                  </a:moveTo>
                  <a:cubicBezTo>
                    <a:pt x="2" y="11"/>
                    <a:pt x="14" y="16"/>
                    <a:pt x="21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0" name="Freeform 1349">
              <a:extLst>
                <a:ext uri="{FF2B5EF4-FFF2-40B4-BE49-F238E27FC236}">
                  <a16:creationId xmlns:a16="http://schemas.microsoft.com/office/drawing/2014/main" id="{59E47EEE-4244-4B62-9E4B-E139C464B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351"/>
              <a:ext cx="60" cy="8"/>
            </a:xfrm>
            <a:custGeom>
              <a:avLst/>
              <a:gdLst>
                <a:gd name="T0" fmla="*/ 257 w 29"/>
                <a:gd name="T1" fmla="*/ 8 h 4"/>
                <a:gd name="T2" fmla="*/ 0 w 2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">
                  <a:moveTo>
                    <a:pt x="29" y="1"/>
                  </a:moveTo>
                  <a:cubicBezTo>
                    <a:pt x="22" y="4"/>
                    <a:pt x="8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1" name="Freeform 1350">
              <a:extLst>
                <a:ext uri="{FF2B5EF4-FFF2-40B4-BE49-F238E27FC236}">
                  <a16:creationId xmlns:a16="http://schemas.microsoft.com/office/drawing/2014/main" id="{5B372406-FE04-48C8-ACEE-99242B0C5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154"/>
              <a:ext cx="9" cy="31"/>
            </a:xfrm>
            <a:custGeom>
              <a:avLst/>
              <a:gdLst>
                <a:gd name="T0" fmla="*/ 45 w 4"/>
                <a:gd name="T1" fmla="*/ 0 h 14"/>
                <a:gd name="T2" fmla="*/ 25 w 4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1" y="3"/>
                    <a:pt x="0" y="11"/>
                    <a:pt x="2" y="1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2" name="Freeform 1351">
              <a:extLst>
                <a:ext uri="{FF2B5EF4-FFF2-40B4-BE49-F238E27FC236}">
                  <a16:creationId xmlns:a16="http://schemas.microsoft.com/office/drawing/2014/main" id="{6A2202E4-2924-48DB-8B8C-86858E231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375"/>
              <a:ext cx="4" cy="36"/>
            </a:xfrm>
            <a:custGeom>
              <a:avLst/>
              <a:gdLst>
                <a:gd name="T0" fmla="*/ 0 w 2"/>
                <a:gd name="T1" fmla="*/ 0 h 16"/>
                <a:gd name="T2" fmla="*/ 8 w 2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5"/>
                    <a:pt x="2" y="12"/>
                    <a:pt x="1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3" name="Freeform 1352">
              <a:extLst>
                <a:ext uri="{FF2B5EF4-FFF2-40B4-BE49-F238E27FC236}">
                  <a16:creationId xmlns:a16="http://schemas.microsoft.com/office/drawing/2014/main" id="{D85B0E93-F193-48FB-BA3A-8C43471BE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353"/>
              <a:ext cx="9" cy="40"/>
            </a:xfrm>
            <a:custGeom>
              <a:avLst/>
              <a:gdLst>
                <a:gd name="T0" fmla="*/ 0 w 4"/>
                <a:gd name="T1" fmla="*/ 0 h 18"/>
                <a:gd name="T2" fmla="*/ 11 w 4"/>
                <a:gd name="T3" fmla="*/ 133 h 18"/>
                <a:gd name="T4" fmla="*/ 45 w 4"/>
                <a:gd name="T5" fmla="*/ 19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1" y="4"/>
                    <a:pt x="0" y="8"/>
                    <a:pt x="1" y="12"/>
                  </a:cubicBezTo>
                  <a:cubicBezTo>
                    <a:pt x="2" y="14"/>
                    <a:pt x="4" y="16"/>
                    <a:pt x="4" y="1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4" name="Freeform 1353">
              <a:extLst>
                <a:ext uri="{FF2B5EF4-FFF2-40B4-BE49-F238E27FC236}">
                  <a16:creationId xmlns:a16="http://schemas.microsoft.com/office/drawing/2014/main" id="{678738B6-C547-4AD3-A436-8DE95427B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355"/>
              <a:ext cx="30" cy="25"/>
            </a:xfrm>
            <a:custGeom>
              <a:avLst/>
              <a:gdLst>
                <a:gd name="T0" fmla="*/ 0 w 14"/>
                <a:gd name="T1" fmla="*/ 0 h 11"/>
                <a:gd name="T2" fmla="*/ 137 w 14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6" y="2"/>
                    <a:pt x="14" y="7"/>
                    <a:pt x="14" y="1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5" name="Freeform 1354">
              <a:extLst>
                <a:ext uri="{FF2B5EF4-FFF2-40B4-BE49-F238E27FC236}">
                  <a16:creationId xmlns:a16="http://schemas.microsoft.com/office/drawing/2014/main" id="{12052B82-B57D-4301-B0E3-8BEA9824A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353"/>
              <a:ext cx="27" cy="24"/>
            </a:xfrm>
            <a:custGeom>
              <a:avLst/>
              <a:gdLst>
                <a:gd name="T0" fmla="*/ 0 w 13"/>
                <a:gd name="T1" fmla="*/ 113 h 11"/>
                <a:gd name="T2" fmla="*/ 73 w 13"/>
                <a:gd name="T3" fmla="*/ 0 h 11"/>
                <a:gd name="T4" fmla="*/ 108 w 13"/>
                <a:gd name="T5" fmla="*/ 10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3" y="8"/>
                    <a:pt x="6" y="4"/>
                    <a:pt x="8" y="0"/>
                  </a:cubicBezTo>
                  <a:cubicBezTo>
                    <a:pt x="10" y="3"/>
                    <a:pt x="13" y="8"/>
                    <a:pt x="12" y="1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6" name="Freeform 1355">
              <a:extLst>
                <a:ext uri="{FF2B5EF4-FFF2-40B4-BE49-F238E27FC236}">
                  <a16:creationId xmlns:a16="http://schemas.microsoft.com/office/drawing/2014/main" id="{43F81D32-B940-46F0-9EA0-F87E6E883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301"/>
              <a:ext cx="6" cy="34"/>
            </a:xfrm>
            <a:custGeom>
              <a:avLst/>
              <a:gdLst>
                <a:gd name="T0" fmla="*/ 0 w 3"/>
                <a:gd name="T1" fmla="*/ 175 h 15"/>
                <a:gd name="T2" fmla="*/ 8 w 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15"/>
                  </a:moveTo>
                  <a:cubicBezTo>
                    <a:pt x="1" y="11"/>
                    <a:pt x="3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7" name="Freeform 1356">
              <a:extLst>
                <a:ext uri="{FF2B5EF4-FFF2-40B4-BE49-F238E27FC236}">
                  <a16:creationId xmlns:a16="http://schemas.microsoft.com/office/drawing/2014/main" id="{8A563B86-8D6C-4E11-A900-7558570D4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313"/>
              <a:ext cx="21" cy="53"/>
            </a:xfrm>
            <a:custGeom>
              <a:avLst/>
              <a:gdLst>
                <a:gd name="T0" fmla="*/ 0 w 10"/>
                <a:gd name="T1" fmla="*/ 0 h 24"/>
                <a:gd name="T2" fmla="*/ 92 w 10"/>
                <a:gd name="T3" fmla="*/ 2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7" y="5"/>
                    <a:pt x="10" y="16"/>
                    <a:pt x="10" y="2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8" name="Freeform 1357">
              <a:extLst>
                <a:ext uri="{FF2B5EF4-FFF2-40B4-BE49-F238E27FC236}">
                  <a16:creationId xmlns:a16="http://schemas.microsoft.com/office/drawing/2014/main" id="{EF0AEC12-202A-4D54-A20E-55918B6C3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085"/>
              <a:ext cx="77" cy="56"/>
            </a:xfrm>
            <a:custGeom>
              <a:avLst/>
              <a:gdLst>
                <a:gd name="T0" fmla="*/ 0 w 37"/>
                <a:gd name="T1" fmla="*/ 0 h 25"/>
                <a:gd name="T2" fmla="*/ 65 w 37"/>
                <a:gd name="T3" fmla="*/ 110 h 25"/>
                <a:gd name="T4" fmla="*/ 144 w 37"/>
                <a:gd name="T5" fmla="*/ 170 h 25"/>
                <a:gd name="T6" fmla="*/ 333 w 37"/>
                <a:gd name="T7" fmla="*/ 28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5">
                  <a:moveTo>
                    <a:pt x="0" y="0"/>
                  </a:moveTo>
                  <a:cubicBezTo>
                    <a:pt x="3" y="3"/>
                    <a:pt x="4" y="7"/>
                    <a:pt x="7" y="10"/>
                  </a:cubicBezTo>
                  <a:cubicBezTo>
                    <a:pt x="10" y="12"/>
                    <a:pt x="13" y="13"/>
                    <a:pt x="16" y="15"/>
                  </a:cubicBezTo>
                  <a:cubicBezTo>
                    <a:pt x="23" y="20"/>
                    <a:pt x="29" y="25"/>
                    <a:pt x="37" y="2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9" name="Freeform 1358">
              <a:extLst>
                <a:ext uri="{FF2B5EF4-FFF2-40B4-BE49-F238E27FC236}">
                  <a16:creationId xmlns:a16="http://schemas.microsoft.com/office/drawing/2014/main" id="{0D90EAB7-4820-4BE7-B134-519CD2D21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078"/>
              <a:ext cx="56" cy="18"/>
            </a:xfrm>
            <a:custGeom>
              <a:avLst/>
              <a:gdLst>
                <a:gd name="T0" fmla="*/ 0 w 27"/>
                <a:gd name="T1" fmla="*/ 0 h 8"/>
                <a:gd name="T2" fmla="*/ 176 w 27"/>
                <a:gd name="T3" fmla="*/ 45 h 8"/>
                <a:gd name="T4" fmla="*/ 241 w 27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">
                  <a:moveTo>
                    <a:pt x="0" y="0"/>
                  </a:moveTo>
                  <a:cubicBezTo>
                    <a:pt x="7" y="1"/>
                    <a:pt x="14" y="1"/>
                    <a:pt x="20" y="4"/>
                  </a:cubicBezTo>
                  <a:cubicBezTo>
                    <a:pt x="23" y="5"/>
                    <a:pt x="25" y="7"/>
                    <a:pt x="27" y="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0" name="Freeform 1359">
              <a:extLst>
                <a:ext uri="{FF2B5EF4-FFF2-40B4-BE49-F238E27FC236}">
                  <a16:creationId xmlns:a16="http://schemas.microsoft.com/office/drawing/2014/main" id="{2DFD5D5F-E0E5-4C9A-8AEA-C9B4B0A27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34"/>
              <a:ext cx="65" cy="47"/>
            </a:xfrm>
            <a:custGeom>
              <a:avLst/>
              <a:gdLst>
                <a:gd name="T0" fmla="*/ 0 w 31"/>
                <a:gd name="T1" fmla="*/ 0 h 21"/>
                <a:gd name="T2" fmla="*/ 185 w 31"/>
                <a:gd name="T3" fmla="*/ 110 h 21"/>
                <a:gd name="T4" fmla="*/ 285 w 31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">
                  <a:moveTo>
                    <a:pt x="0" y="0"/>
                  </a:moveTo>
                  <a:cubicBezTo>
                    <a:pt x="9" y="0"/>
                    <a:pt x="14" y="5"/>
                    <a:pt x="20" y="10"/>
                  </a:cubicBezTo>
                  <a:cubicBezTo>
                    <a:pt x="24" y="13"/>
                    <a:pt x="29" y="17"/>
                    <a:pt x="31" y="21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1" name="Freeform 1360">
              <a:extLst>
                <a:ext uri="{FF2B5EF4-FFF2-40B4-BE49-F238E27FC236}">
                  <a16:creationId xmlns:a16="http://schemas.microsoft.com/office/drawing/2014/main" id="{9D55816A-AC33-4603-897C-6F0342A7B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040"/>
              <a:ext cx="73" cy="43"/>
            </a:xfrm>
            <a:custGeom>
              <a:avLst/>
              <a:gdLst>
                <a:gd name="T0" fmla="*/ 0 w 35"/>
                <a:gd name="T1" fmla="*/ 0 h 19"/>
                <a:gd name="T2" fmla="*/ 92 w 35"/>
                <a:gd name="T3" fmla="*/ 25 h 19"/>
                <a:gd name="T4" fmla="*/ 192 w 35"/>
                <a:gd name="T5" fmla="*/ 81 h 19"/>
                <a:gd name="T6" fmla="*/ 317 w 35"/>
                <a:gd name="T7" fmla="*/ 2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9">
                  <a:moveTo>
                    <a:pt x="0" y="0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4" y="3"/>
                    <a:pt x="17" y="5"/>
                    <a:pt x="21" y="7"/>
                  </a:cubicBezTo>
                  <a:cubicBezTo>
                    <a:pt x="26" y="10"/>
                    <a:pt x="32" y="14"/>
                    <a:pt x="35" y="19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2" name="Freeform 1361">
              <a:extLst>
                <a:ext uri="{FF2B5EF4-FFF2-40B4-BE49-F238E27FC236}">
                  <a16:creationId xmlns:a16="http://schemas.microsoft.com/office/drawing/2014/main" id="{2313714D-1791-4D57-A08F-61A5F1BD2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998"/>
              <a:ext cx="69" cy="56"/>
            </a:xfrm>
            <a:custGeom>
              <a:avLst/>
              <a:gdLst>
                <a:gd name="T0" fmla="*/ 0 w 33"/>
                <a:gd name="T1" fmla="*/ 0 h 25"/>
                <a:gd name="T2" fmla="*/ 176 w 33"/>
                <a:gd name="T3" fmla="*/ 226 h 25"/>
                <a:gd name="T4" fmla="*/ 301 w 33"/>
                <a:gd name="T5" fmla="*/ 27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">
                  <a:moveTo>
                    <a:pt x="0" y="0"/>
                  </a:moveTo>
                  <a:cubicBezTo>
                    <a:pt x="4" y="9"/>
                    <a:pt x="11" y="14"/>
                    <a:pt x="19" y="20"/>
                  </a:cubicBezTo>
                  <a:cubicBezTo>
                    <a:pt x="23" y="22"/>
                    <a:pt x="28" y="25"/>
                    <a:pt x="33" y="2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3" name="Freeform 1362">
              <a:extLst>
                <a:ext uri="{FF2B5EF4-FFF2-40B4-BE49-F238E27FC236}">
                  <a16:creationId xmlns:a16="http://schemas.microsoft.com/office/drawing/2014/main" id="{BA619FF1-A95E-48FB-BFD9-0319D89E3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982"/>
              <a:ext cx="21" cy="3"/>
            </a:xfrm>
            <a:custGeom>
              <a:avLst/>
              <a:gdLst>
                <a:gd name="T0" fmla="*/ 0 w 10"/>
                <a:gd name="T1" fmla="*/ 27 h 1"/>
                <a:gd name="T2" fmla="*/ 92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4" y="1"/>
                    <a:pt x="7" y="0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4" name="Freeform 1363">
              <a:extLst>
                <a:ext uri="{FF2B5EF4-FFF2-40B4-BE49-F238E27FC236}">
                  <a16:creationId xmlns:a16="http://schemas.microsoft.com/office/drawing/2014/main" id="{CA9E6356-0A9C-4484-9EC7-04EB37C53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000"/>
              <a:ext cx="43" cy="23"/>
            </a:xfrm>
            <a:custGeom>
              <a:avLst/>
              <a:gdLst>
                <a:gd name="T0" fmla="*/ 0 w 21"/>
                <a:gd name="T1" fmla="*/ 0 h 10"/>
                <a:gd name="T2" fmla="*/ 180 w 21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0">
                  <a:moveTo>
                    <a:pt x="0" y="0"/>
                  </a:moveTo>
                  <a:cubicBezTo>
                    <a:pt x="6" y="2"/>
                    <a:pt x="17" y="6"/>
                    <a:pt x="21" y="1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5" name="Freeform 1364">
              <a:extLst>
                <a:ext uri="{FF2B5EF4-FFF2-40B4-BE49-F238E27FC236}">
                  <a16:creationId xmlns:a16="http://schemas.microsoft.com/office/drawing/2014/main" id="{EF0F875A-443C-405F-9017-C007F9146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960"/>
              <a:ext cx="10" cy="25"/>
            </a:xfrm>
            <a:custGeom>
              <a:avLst/>
              <a:gdLst>
                <a:gd name="T0" fmla="*/ 0 w 5"/>
                <a:gd name="T1" fmla="*/ 0 h 11"/>
                <a:gd name="T2" fmla="*/ 40 w 5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3" y="3"/>
                    <a:pt x="2" y="9"/>
                    <a:pt x="5" y="11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6" name="Freeform 1365">
              <a:extLst>
                <a:ext uri="{FF2B5EF4-FFF2-40B4-BE49-F238E27FC236}">
                  <a16:creationId xmlns:a16="http://schemas.microsoft.com/office/drawing/2014/main" id="{79435AA1-8E86-4AC1-B33C-1AA804D6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967"/>
              <a:ext cx="46" cy="9"/>
            </a:xfrm>
            <a:custGeom>
              <a:avLst/>
              <a:gdLst>
                <a:gd name="T0" fmla="*/ 0 w 22"/>
                <a:gd name="T1" fmla="*/ 45 h 4"/>
                <a:gd name="T2" fmla="*/ 201 w 2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8" y="0"/>
                    <a:pt x="15" y="1"/>
                    <a:pt x="22" y="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7" name="Freeform 1366">
              <a:extLst>
                <a:ext uri="{FF2B5EF4-FFF2-40B4-BE49-F238E27FC236}">
                  <a16:creationId xmlns:a16="http://schemas.microsoft.com/office/drawing/2014/main" id="{CF0E91A1-1BCB-4811-B829-EEB528E6E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904"/>
              <a:ext cx="48" cy="34"/>
            </a:xfrm>
            <a:custGeom>
              <a:avLst/>
              <a:gdLst>
                <a:gd name="T0" fmla="*/ 0 w 23"/>
                <a:gd name="T1" fmla="*/ 11 h 15"/>
                <a:gd name="T2" fmla="*/ 209 w 23"/>
                <a:gd name="T3" fmla="*/ 175 h 15"/>
                <a:gd name="T4" fmla="*/ 136 w 23"/>
                <a:gd name="T5" fmla="*/ 150 h 15"/>
                <a:gd name="T6" fmla="*/ 92 w 23"/>
                <a:gd name="T7" fmla="*/ 13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0" y="1"/>
                  </a:moveTo>
                  <a:cubicBezTo>
                    <a:pt x="8" y="0"/>
                    <a:pt x="21" y="7"/>
                    <a:pt x="23" y="15"/>
                  </a:cubicBezTo>
                  <a:cubicBezTo>
                    <a:pt x="20" y="15"/>
                    <a:pt x="17" y="14"/>
                    <a:pt x="15" y="13"/>
                  </a:cubicBezTo>
                  <a:cubicBezTo>
                    <a:pt x="13" y="13"/>
                    <a:pt x="11" y="13"/>
                    <a:pt x="10" y="12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8" name="Freeform 1367">
              <a:extLst>
                <a:ext uri="{FF2B5EF4-FFF2-40B4-BE49-F238E27FC236}">
                  <a16:creationId xmlns:a16="http://schemas.microsoft.com/office/drawing/2014/main" id="{BA2A0841-4D4A-4D8F-9F26-02513193B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938"/>
              <a:ext cx="50" cy="33"/>
            </a:xfrm>
            <a:custGeom>
              <a:avLst/>
              <a:gdLst>
                <a:gd name="T0" fmla="*/ 0 w 24"/>
                <a:gd name="T1" fmla="*/ 0 h 15"/>
                <a:gd name="T2" fmla="*/ 44 w 24"/>
                <a:gd name="T3" fmla="*/ 53 h 15"/>
                <a:gd name="T4" fmla="*/ 152 w 24"/>
                <a:gd name="T5" fmla="*/ 125 h 15"/>
                <a:gd name="T6" fmla="*/ 217 w 24"/>
                <a:gd name="T7" fmla="*/ 15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0" y="0"/>
                  </a:moveTo>
                  <a:cubicBezTo>
                    <a:pt x="2" y="1"/>
                    <a:pt x="4" y="3"/>
                    <a:pt x="5" y="5"/>
                  </a:cubicBezTo>
                  <a:cubicBezTo>
                    <a:pt x="9" y="9"/>
                    <a:pt x="12" y="10"/>
                    <a:pt x="17" y="12"/>
                  </a:cubicBezTo>
                  <a:cubicBezTo>
                    <a:pt x="19" y="12"/>
                    <a:pt x="24" y="15"/>
                    <a:pt x="24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9" name="Freeform 1368">
              <a:extLst>
                <a:ext uri="{FF2B5EF4-FFF2-40B4-BE49-F238E27FC236}">
                  <a16:creationId xmlns:a16="http://schemas.microsoft.com/office/drawing/2014/main" id="{FF1A33F5-D91F-43B7-A59E-0FDE6D53B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936"/>
              <a:ext cx="25" cy="8"/>
            </a:xfrm>
            <a:custGeom>
              <a:avLst/>
              <a:gdLst>
                <a:gd name="T0" fmla="*/ 0 w 12"/>
                <a:gd name="T1" fmla="*/ 0 h 4"/>
                <a:gd name="T2" fmla="*/ 108 w 1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4" y="2"/>
                    <a:pt x="8" y="2"/>
                    <a:pt x="12" y="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0" name="Freeform 1369">
              <a:extLst>
                <a:ext uri="{FF2B5EF4-FFF2-40B4-BE49-F238E27FC236}">
                  <a16:creationId xmlns:a16="http://schemas.microsoft.com/office/drawing/2014/main" id="{E45253BB-C8B6-4201-B9F9-0EA4CF391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962"/>
              <a:ext cx="15" cy="7"/>
            </a:xfrm>
            <a:custGeom>
              <a:avLst/>
              <a:gdLst>
                <a:gd name="T0" fmla="*/ 0 w 7"/>
                <a:gd name="T1" fmla="*/ 0 h 3"/>
                <a:gd name="T2" fmla="*/ 69 w 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1" name="Freeform 1370">
              <a:extLst>
                <a:ext uri="{FF2B5EF4-FFF2-40B4-BE49-F238E27FC236}">
                  <a16:creationId xmlns:a16="http://schemas.microsoft.com/office/drawing/2014/main" id="{770F9188-3923-4AC6-99FB-94F29883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884"/>
              <a:ext cx="46" cy="34"/>
            </a:xfrm>
            <a:custGeom>
              <a:avLst/>
              <a:gdLst>
                <a:gd name="T0" fmla="*/ 0 w 22"/>
                <a:gd name="T1" fmla="*/ 0 h 15"/>
                <a:gd name="T2" fmla="*/ 201 w 22"/>
                <a:gd name="T3" fmla="*/ 15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3" y="7"/>
                    <a:pt x="16" y="15"/>
                    <a:pt x="22" y="13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2" name="Freeform 1371">
              <a:extLst>
                <a:ext uri="{FF2B5EF4-FFF2-40B4-BE49-F238E27FC236}">
                  <a16:creationId xmlns:a16="http://schemas.microsoft.com/office/drawing/2014/main" id="{F384C9D1-0F43-46CF-B67D-C8B204628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815"/>
              <a:ext cx="36" cy="31"/>
            </a:xfrm>
            <a:custGeom>
              <a:avLst/>
              <a:gdLst>
                <a:gd name="T0" fmla="*/ 0 w 17"/>
                <a:gd name="T1" fmla="*/ 0 h 14"/>
                <a:gd name="T2" fmla="*/ 125 w 17"/>
                <a:gd name="T3" fmla="*/ 89 h 14"/>
                <a:gd name="T4" fmla="*/ 161 w 17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5" y="0"/>
                    <a:pt x="10" y="3"/>
                    <a:pt x="13" y="8"/>
                  </a:cubicBezTo>
                  <a:cubicBezTo>
                    <a:pt x="14" y="9"/>
                    <a:pt x="17" y="14"/>
                    <a:pt x="17" y="14"/>
                  </a:cubicBezTo>
                </a:path>
              </a:pathLst>
            </a:custGeom>
            <a:noFill/>
            <a:ln w="3175" cap="rnd">
              <a:solidFill>
                <a:srgbClr val="F3DD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3" name="Freeform 1372">
              <a:extLst>
                <a:ext uri="{FF2B5EF4-FFF2-40B4-BE49-F238E27FC236}">
                  <a16:creationId xmlns:a16="http://schemas.microsoft.com/office/drawing/2014/main" id="{6F2F613A-F942-4CE4-91BD-E21F5A7F1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822"/>
              <a:ext cx="8" cy="2"/>
            </a:xfrm>
            <a:custGeom>
              <a:avLst/>
              <a:gdLst>
                <a:gd name="T0" fmla="*/ 0 w 4"/>
                <a:gd name="T1" fmla="*/ 8 h 1"/>
                <a:gd name="T2" fmla="*/ 0 w 4"/>
                <a:gd name="T3" fmla="*/ 0 h 1"/>
                <a:gd name="T4" fmla="*/ 32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2" y="0"/>
                    <a:pt x="3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F3DD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4" name="Freeform 1373">
              <a:extLst>
                <a:ext uri="{FF2B5EF4-FFF2-40B4-BE49-F238E27FC236}">
                  <a16:creationId xmlns:a16="http://schemas.microsoft.com/office/drawing/2014/main" id="{10411A05-1105-48A5-962E-73FF1459C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804"/>
              <a:ext cx="23" cy="20"/>
            </a:xfrm>
            <a:custGeom>
              <a:avLst/>
              <a:gdLst>
                <a:gd name="T0" fmla="*/ 27 w 11"/>
                <a:gd name="T1" fmla="*/ 89 h 9"/>
                <a:gd name="T2" fmla="*/ 0 w 11"/>
                <a:gd name="T3" fmla="*/ 0 h 9"/>
                <a:gd name="T4" fmla="*/ 56 w 11"/>
                <a:gd name="T5" fmla="*/ 53 h 9"/>
                <a:gd name="T6" fmla="*/ 100 w 11"/>
                <a:gd name="T7" fmla="*/ 9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3" y="8"/>
                  </a:moveTo>
                  <a:cubicBezTo>
                    <a:pt x="1" y="6"/>
                    <a:pt x="0" y="3"/>
                    <a:pt x="0" y="0"/>
                  </a:cubicBezTo>
                  <a:cubicBezTo>
                    <a:pt x="1" y="2"/>
                    <a:pt x="4" y="3"/>
                    <a:pt x="6" y="5"/>
                  </a:cubicBezTo>
                  <a:cubicBezTo>
                    <a:pt x="7" y="6"/>
                    <a:pt x="10" y="8"/>
                    <a:pt x="11" y="9"/>
                  </a:cubicBezTo>
                </a:path>
              </a:pathLst>
            </a:custGeom>
            <a:noFill/>
            <a:ln w="3175" cap="rnd">
              <a:solidFill>
                <a:srgbClr val="F3DD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5" name="Freeform 1374">
              <a:extLst>
                <a:ext uri="{FF2B5EF4-FFF2-40B4-BE49-F238E27FC236}">
                  <a16:creationId xmlns:a16="http://schemas.microsoft.com/office/drawing/2014/main" id="{A4C66CAE-A488-42BA-824E-3273149A7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811"/>
              <a:ext cx="17" cy="6"/>
            </a:xfrm>
            <a:custGeom>
              <a:avLst/>
              <a:gdLst>
                <a:gd name="T0" fmla="*/ 0 w 8"/>
                <a:gd name="T1" fmla="*/ 0 h 3"/>
                <a:gd name="T2" fmla="*/ 77 w 8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1"/>
                    <a:pt x="6" y="1"/>
                    <a:pt x="8" y="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6" name="Freeform 1375">
              <a:extLst>
                <a:ext uri="{FF2B5EF4-FFF2-40B4-BE49-F238E27FC236}">
                  <a16:creationId xmlns:a16="http://schemas.microsoft.com/office/drawing/2014/main" id="{5DB8943B-FF4C-49C6-91F6-DF694CCD7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799"/>
              <a:ext cx="25" cy="18"/>
            </a:xfrm>
            <a:custGeom>
              <a:avLst/>
              <a:gdLst>
                <a:gd name="T0" fmla="*/ 0 w 12"/>
                <a:gd name="T1" fmla="*/ 0 h 8"/>
                <a:gd name="T2" fmla="*/ 108 w 12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5" y="1"/>
                    <a:pt x="8" y="6"/>
                    <a:pt x="12" y="8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7" name="Freeform 1376">
              <a:extLst>
                <a:ext uri="{FF2B5EF4-FFF2-40B4-BE49-F238E27FC236}">
                  <a16:creationId xmlns:a16="http://schemas.microsoft.com/office/drawing/2014/main" id="{2738311F-6583-4BB3-8CD9-0FE876F8D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804"/>
              <a:ext cx="33" cy="20"/>
            </a:xfrm>
            <a:custGeom>
              <a:avLst/>
              <a:gdLst>
                <a:gd name="T0" fmla="*/ 0 w 16"/>
                <a:gd name="T1" fmla="*/ 0 h 9"/>
                <a:gd name="T2" fmla="*/ 97 w 16"/>
                <a:gd name="T3" fmla="*/ 53 h 9"/>
                <a:gd name="T4" fmla="*/ 140 w 16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4" y="2"/>
                    <a:pt x="8" y="2"/>
                    <a:pt x="11" y="5"/>
                  </a:cubicBezTo>
                  <a:cubicBezTo>
                    <a:pt x="12" y="6"/>
                    <a:pt x="15" y="7"/>
                    <a:pt x="16" y="9"/>
                  </a:cubicBezTo>
                </a:path>
              </a:pathLst>
            </a:custGeom>
            <a:noFill/>
            <a:ln w="3175" cap="rnd">
              <a:solidFill>
                <a:srgbClr val="F3DD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8" name="Freeform 1377">
              <a:extLst>
                <a:ext uri="{FF2B5EF4-FFF2-40B4-BE49-F238E27FC236}">
                  <a16:creationId xmlns:a16="http://schemas.microsoft.com/office/drawing/2014/main" id="{385ACF1D-A195-4542-83C6-5DCF2107C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91"/>
              <a:ext cx="15" cy="24"/>
            </a:xfrm>
            <a:custGeom>
              <a:avLst/>
              <a:gdLst>
                <a:gd name="T0" fmla="*/ 19 w 7"/>
                <a:gd name="T1" fmla="*/ 113 h 11"/>
                <a:gd name="T2" fmla="*/ 0 w 7"/>
                <a:gd name="T3" fmla="*/ 0 h 11"/>
                <a:gd name="T4" fmla="*/ 69 w 7"/>
                <a:gd name="T5" fmla="*/ 10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2" y="11"/>
                  </a:moveTo>
                  <a:cubicBezTo>
                    <a:pt x="0" y="10"/>
                    <a:pt x="0" y="3"/>
                    <a:pt x="0" y="0"/>
                  </a:cubicBezTo>
                  <a:cubicBezTo>
                    <a:pt x="2" y="3"/>
                    <a:pt x="6" y="6"/>
                    <a:pt x="7" y="10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9" name="Freeform 1378">
              <a:extLst>
                <a:ext uri="{FF2B5EF4-FFF2-40B4-BE49-F238E27FC236}">
                  <a16:creationId xmlns:a16="http://schemas.microsoft.com/office/drawing/2014/main" id="{0604919F-2F04-4913-9AB1-4B9A0BD7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770"/>
              <a:ext cx="30" cy="27"/>
            </a:xfrm>
            <a:custGeom>
              <a:avLst/>
              <a:gdLst>
                <a:gd name="T0" fmla="*/ 0 w 14"/>
                <a:gd name="T1" fmla="*/ 0 h 12"/>
                <a:gd name="T2" fmla="*/ 96 w 14"/>
                <a:gd name="T3" fmla="*/ 81 h 12"/>
                <a:gd name="T4" fmla="*/ 137 w 14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4" y="2"/>
                    <a:pt x="7" y="4"/>
                    <a:pt x="10" y="7"/>
                  </a:cubicBezTo>
                  <a:cubicBezTo>
                    <a:pt x="12" y="9"/>
                    <a:pt x="13" y="11"/>
                    <a:pt x="14" y="12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0" name="Freeform 1379">
              <a:extLst>
                <a:ext uri="{FF2B5EF4-FFF2-40B4-BE49-F238E27FC236}">
                  <a16:creationId xmlns:a16="http://schemas.microsoft.com/office/drawing/2014/main" id="{A6EB7075-B7FB-414A-A2DA-466530AEE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784"/>
              <a:ext cx="29" cy="24"/>
            </a:xfrm>
            <a:custGeom>
              <a:avLst/>
              <a:gdLst>
                <a:gd name="T0" fmla="*/ 0 w 14"/>
                <a:gd name="T1" fmla="*/ 0 h 11"/>
                <a:gd name="T2" fmla="*/ 81 w 14"/>
                <a:gd name="T3" fmla="*/ 44 h 11"/>
                <a:gd name="T4" fmla="*/ 124 w 14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3" y="0"/>
                    <a:pt x="6" y="2"/>
                    <a:pt x="9" y="4"/>
                  </a:cubicBezTo>
                  <a:cubicBezTo>
                    <a:pt x="11" y="6"/>
                    <a:pt x="12" y="9"/>
                    <a:pt x="14" y="11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1" name="Freeform 1380">
              <a:extLst>
                <a:ext uri="{FF2B5EF4-FFF2-40B4-BE49-F238E27FC236}">
                  <a16:creationId xmlns:a16="http://schemas.microsoft.com/office/drawing/2014/main" id="{DB74AE99-FE6B-4751-9C09-CFA8C796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777"/>
              <a:ext cx="11" cy="29"/>
            </a:xfrm>
            <a:custGeom>
              <a:avLst/>
              <a:gdLst>
                <a:gd name="T0" fmla="*/ 0 w 5"/>
                <a:gd name="T1" fmla="*/ 0 h 13"/>
                <a:gd name="T2" fmla="*/ 53 w 5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0" y="3"/>
                    <a:pt x="1" y="13"/>
                    <a:pt x="5" y="1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2" name="Freeform 1381">
              <a:extLst>
                <a:ext uri="{FF2B5EF4-FFF2-40B4-BE49-F238E27FC236}">
                  <a16:creationId xmlns:a16="http://schemas.microsoft.com/office/drawing/2014/main" id="{AEC7F92F-969E-4E2B-B80B-E9280011D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779"/>
              <a:ext cx="19" cy="29"/>
            </a:xfrm>
            <a:custGeom>
              <a:avLst/>
              <a:gdLst>
                <a:gd name="T0" fmla="*/ 0 w 9"/>
                <a:gd name="T1" fmla="*/ 0 h 13"/>
                <a:gd name="T2" fmla="*/ 76 w 9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3" y="2"/>
                    <a:pt x="9" y="9"/>
                    <a:pt x="8" y="1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3" name="Freeform 1382">
              <a:extLst>
                <a:ext uri="{FF2B5EF4-FFF2-40B4-BE49-F238E27FC236}">
                  <a16:creationId xmlns:a16="http://schemas.microsoft.com/office/drawing/2014/main" id="{EBF396E3-3CDF-42F7-BBF3-B9CF100B2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762"/>
              <a:ext cx="21" cy="31"/>
            </a:xfrm>
            <a:custGeom>
              <a:avLst/>
              <a:gdLst>
                <a:gd name="T0" fmla="*/ 0 w 10"/>
                <a:gd name="T1" fmla="*/ 0 h 14"/>
                <a:gd name="T2" fmla="*/ 92 w 10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2" y="5"/>
                    <a:pt x="3" y="14"/>
                    <a:pt x="10" y="14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4" name="Freeform 1383">
              <a:extLst>
                <a:ext uri="{FF2B5EF4-FFF2-40B4-BE49-F238E27FC236}">
                  <a16:creationId xmlns:a16="http://schemas.microsoft.com/office/drawing/2014/main" id="{BF9EFAFE-95A3-4690-98B0-42499B85E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762"/>
              <a:ext cx="19" cy="37"/>
            </a:xfrm>
            <a:custGeom>
              <a:avLst/>
              <a:gdLst>
                <a:gd name="T0" fmla="*/ 0 w 9"/>
                <a:gd name="T1" fmla="*/ 0 h 17"/>
                <a:gd name="T2" fmla="*/ 84 w 9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5" y="4"/>
                    <a:pt x="9" y="10"/>
                    <a:pt x="9" y="17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5" name="Freeform 1384">
              <a:extLst>
                <a:ext uri="{FF2B5EF4-FFF2-40B4-BE49-F238E27FC236}">
                  <a16:creationId xmlns:a16="http://schemas.microsoft.com/office/drawing/2014/main" id="{53797FF6-B8E6-4E75-8F60-48E02466C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753"/>
              <a:ext cx="17" cy="29"/>
            </a:xfrm>
            <a:custGeom>
              <a:avLst/>
              <a:gdLst>
                <a:gd name="T0" fmla="*/ 0 w 8"/>
                <a:gd name="T1" fmla="*/ 0 h 13"/>
                <a:gd name="T2" fmla="*/ 77 w 8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1" y="4"/>
                    <a:pt x="4" y="12"/>
                    <a:pt x="8" y="1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6" name="Freeform 1385">
              <a:extLst>
                <a:ext uri="{FF2B5EF4-FFF2-40B4-BE49-F238E27FC236}">
                  <a16:creationId xmlns:a16="http://schemas.microsoft.com/office/drawing/2014/main" id="{A71537D0-ECA0-44F6-A43E-636DD83F4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755"/>
              <a:ext cx="19" cy="31"/>
            </a:xfrm>
            <a:custGeom>
              <a:avLst/>
              <a:gdLst>
                <a:gd name="T0" fmla="*/ 0 w 9"/>
                <a:gd name="T1" fmla="*/ 0 h 14"/>
                <a:gd name="T2" fmla="*/ 84 w 9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5" y="3"/>
                    <a:pt x="8" y="9"/>
                    <a:pt x="9" y="14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7" name="Freeform 1386">
              <a:extLst>
                <a:ext uri="{FF2B5EF4-FFF2-40B4-BE49-F238E27FC236}">
                  <a16:creationId xmlns:a16="http://schemas.microsoft.com/office/drawing/2014/main" id="{E06F0321-CC62-41F0-9CB8-BB8D03D9E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41"/>
              <a:ext cx="14" cy="27"/>
            </a:xfrm>
            <a:custGeom>
              <a:avLst/>
              <a:gdLst>
                <a:gd name="T0" fmla="*/ 0 w 7"/>
                <a:gd name="T1" fmla="*/ 0 h 12"/>
                <a:gd name="T2" fmla="*/ 56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5"/>
                    <a:pt x="3" y="9"/>
                    <a:pt x="7" y="12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8" name="Freeform 1387">
              <a:extLst>
                <a:ext uri="{FF2B5EF4-FFF2-40B4-BE49-F238E27FC236}">
                  <a16:creationId xmlns:a16="http://schemas.microsoft.com/office/drawing/2014/main" id="{220D2219-13AC-4E3D-BD5F-DA865E005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44"/>
              <a:ext cx="18" cy="24"/>
            </a:xfrm>
            <a:custGeom>
              <a:avLst/>
              <a:gdLst>
                <a:gd name="T0" fmla="*/ 0 w 9"/>
                <a:gd name="T1" fmla="*/ 0 h 11"/>
                <a:gd name="T2" fmla="*/ 72 w 9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4" y="1"/>
                    <a:pt x="8" y="7"/>
                    <a:pt x="9" y="11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9" name="Freeform 1388">
              <a:extLst>
                <a:ext uri="{FF2B5EF4-FFF2-40B4-BE49-F238E27FC236}">
                  <a16:creationId xmlns:a16="http://schemas.microsoft.com/office/drawing/2014/main" id="{E80DC9FE-474F-48C4-82B3-010803B2F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746"/>
              <a:ext cx="20" cy="27"/>
            </a:xfrm>
            <a:custGeom>
              <a:avLst/>
              <a:gdLst>
                <a:gd name="T0" fmla="*/ 0 w 10"/>
                <a:gd name="T1" fmla="*/ 0 h 12"/>
                <a:gd name="T2" fmla="*/ 32 w 10"/>
                <a:gd name="T3" fmla="*/ 81 h 12"/>
                <a:gd name="T4" fmla="*/ 80 w 10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1" y="3"/>
                    <a:pt x="2" y="5"/>
                    <a:pt x="4" y="7"/>
                  </a:cubicBezTo>
                  <a:cubicBezTo>
                    <a:pt x="6" y="9"/>
                    <a:pt x="9" y="10"/>
                    <a:pt x="10" y="12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0" name="Freeform 1389">
              <a:extLst>
                <a:ext uri="{FF2B5EF4-FFF2-40B4-BE49-F238E27FC236}">
                  <a16:creationId xmlns:a16="http://schemas.microsoft.com/office/drawing/2014/main" id="{15B4477E-E051-42A5-ABEE-61A86BCAD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750"/>
              <a:ext cx="16" cy="23"/>
            </a:xfrm>
            <a:custGeom>
              <a:avLst/>
              <a:gdLst>
                <a:gd name="T0" fmla="*/ 0 w 8"/>
                <a:gd name="T1" fmla="*/ 0 h 10"/>
                <a:gd name="T2" fmla="*/ 64 w 8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4" y="0"/>
                    <a:pt x="7" y="7"/>
                    <a:pt x="8" y="10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1" name="Freeform 1390">
              <a:extLst>
                <a:ext uri="{FF2B5EF4-FFF2-40B4-BE49-F238E27FC236}">
                  <a16:creationId xmlns:a16="http://schemas.microsoft.com/office/drawing/2014/main" id="{00735E8D-86CC-4C7F-A0B9-7FCBE45DE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748"/>
              <a:ext cx="12" cy="11"/>
            </a:xfrm>
            <a:custGeom>
              <a:avLst/>
              <a:gdLst>
                <a:gd name="T0" fmla="*/ 0 w 6"/>
                <a:gd name="T1" fmla="*/ 0 h 5"/>
                <a:gd name="T2" fmla="*/ 48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1"/>
                    <a:pt x="4" y="3"/>
                    <a:pt x="6" y="5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2" name="Freeform 1391">
              <a:extLst>
                <a:ext uri="{FF2B5EF4-FFF2-40B4-BE49-F238E27FC236}">
                  <a16:creationId xmlns:a16="http://schemas.microsoft.com/office/drawing/2014/main" id="{CFB0918C-0663-440D-93FA-4D08E5CB9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726"/>
              <a:ext cx="10" cy="22"/>
            </a:xfrm>
            <a:custGeom>
              <a:avLst/>
              <a:gdLst>
                <a:gd name="T0" fmla="*/ 0 w 5"/>
                <a:gd name="T1" fmla="*/ 0 h 10"/>
                <a:gd name="T2" fmla="*/ 40 w 5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1" y="4"/>
                    <a:pt x="3" y="7"/>
                    <a:pt x="5" y="10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3" name="Freeform 1392">
              <a:extLst>
                <a:ext uri="{FF2B5EF4-FFF2-40B4-BE49-F238E27FC236}">
                  <a16:creationId xmlns:a16="http://schemas.microsoft.com/office/drawing/2014/main" id="{DF19F16E-D8BB-42F5-B623-48BC84E35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30"/>
              <a:ext cx="11" cy="11"/>
            </a:xfrm>
            <a:custGeom>
              <a:avLst/>
              <a:gdLst>
                <a:gd name="T0" fmla="*/ 0 w 5"/>
                <a:gd name="T1" fmla="*/ 0 h 5"/>
                <a:gd name="T2" fmla="*/ 53 w 5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1"/>
                    <a:pt x="3" y="4"/>
                    <a:pt x="5" y="5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4" name="Freeform 1393">
              <a:extLst>
                <a:ext uri="{FF2B5EF4-FFF2-40B4-BE49-F238E27FC236}">
                  <a16:creationId xmlns:a16="http://schemas.microsoft.com/office/drawing/2014/main" id="{F576744F-EE66-4445-B072-AB87A8F7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875"/>
              <a:ext cx="25" cy="11"/>
            </a:xfrm>
            <a:custGeom>
              <a:avLst/>
              <a:gdLst>
                <a:gd name="T0" fmla="*/ 0 w 12"/>
                <a:gd name="T1" fmla="*/ 0 h 5"/>
                <a:gd name="T2" fmla="*/ 108 w 1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4" y="3"/>
                    <a:pt x="7" y="5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5" name="Freeform 1394">
              <a:extLst>
                <a:ext uri="{FF2B5EF4-FFF2-40B4-BE49-F238E27FC236}">
                  <a16:creationId xmlns:a16="http://schemas.microsoft.com/office/drawing/2014/main" id="{B2418E8E-169A-49DF-A19E-F2CF2C879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446"/>
              <a:ext cx="33" cy="67"/>
            </a:xfrm>
            <a:custGeom>
              <a:avLst/>
              <a:gdLst>
                <a:gd name="T0" fmla="*/ 107 w 16"/>
                <a:gd name="T1" fmla="*/ 0 h 30"/>
                <a:gd name="T2" fmla="*/ 0 w 16"/>
                <a:gd name="T3" fmla="*/ 3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6" y="16"/>
                    <a:pt x="13" y="23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6" name="Freeform 1395">
              <a:extLst>
                <a:ext uri="{FF2B5EF4-FFF2-40B4-BE49-F238E27FC236}">
                  <a16:creationId xmlns:a16="http://schemas.microsoft.com/office/drawing/2014/main" id="{65441312-5011-4D0D-915E-9CA35014C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500"/>
              <a:ext cx="34" cy="67"/>
            </a:xfrm>
            <a:custGeom>
              <a:avLst/>
              <a:gdLst>
                <a:gd name="T0" fmla="*/ 136 w 16"/>
                <a:gd name="T1" fmla="*/ 0 h 30"/>
                <a:gd name="T2" fmla="*/ 0 w 16"/>
                <a:gd name="T3" fmla="*/ 3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14" y="0"/>
                  </a:moveTo>
                  <a:cubicBezTo>
                    <a:pt x="14" y="13"/>
                    <a:pt x="16" y="30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7" name="Freeform 1396">
              <a:extLst>
                <a:ext uri="{FF2B5EF4-FFF2-40B4-BE49-F238E27FC236}">
                  <a16:creationId xmlns:a16="http://schemas.microsoft.com/office/drawing/2014/main" id="{765DDA54-CBE9-416A-9229-823F06278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451"/>
              <a:ext cx="25" cy="27"/>
            </a:xfrm>
            <a:custGeom>
              <a:avLst/>
              <a:gdLst>
                <a:gd name="T0" fmla="*/ 108 w 12"/>
                <a:gd name="T1" fmla="*/ 0 h 12"/>
                <a:gd name="T2" fmla="*/ 83 w 12"/>
                <a:gd name="T3" fmla="*/ 117 h 12"/>
                <a:gd name="T4" fmla="*/ 0 w 12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2" y="4"/>
                    <a:pt x="12" y="8"/>
                    <a:pt x="9" y="10"/>
                  </a:cubicBezTo>
                  <a:cubicBezTo>
                    <a:pt x="6" y="11"/>
                    <a:pt x="2" y="12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8" name="Freeform 1397">
              <a:extLst>
                <a:ext uri="{FF2B5EF4-FFF2-40B4-BE49-F238E27FC236}">
                  <a16:creationId xmlns:a16="http://schemas.microsoft.com/office/drawing/2014/main" id="{AB54C332-CF09-49E5-9019-C4EAE9FA5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473"/>
              <a:ext cx="33" cy="45"/>
            </a:xfrm>
            <a:custGeom>
              <a:avLst/>
              <a:gdLst>
                <a:gd name="T0" fmla="*/ 124 w 16"/>
                <a:gd name="T1" fmla="*/ 0 h 20"/>
                <a:gd name="T2" fmla="*/ 89 w 16"/>
                <a:gd name="T3" fmla="*/ 207 h 20"/>
                <a:gd name="T4" fmla="*/ 25 w 16"/>
                <a:gd name="T5" fmla="*/ 218 h 20"/>
                <a:gd name="T6" fmla="*/ 0 w 16"/>
                <a:gd name="T7" fmla="*/ 2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4" y="0"/>
                  </a:moveTo>
                  <a:cubicBezTo>
                    <a:pt x="14" y="6"/>
                    <a:pt x="16" y="14"/>
                    <a:pt x="10" y="18"/>
                  </a:cubicBezTo>
                  <a:cubicBezTo>
                    <a:pt x="7" y="19"/>
                    <a:pt x="5" y="19"/>
                    <a:pt x="3" y="19"/>
                  </a:cubicBezTo>
                  <a:cubicBezTo>
                    <a:pt x="2" y="19"/>
                    <a:pt x="1" y="19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9" name="Freeform 1398">
              <a:extLst>
                <a:ext uri="{FF2B5EF4-FFF2-40B4-BE49-F238E27FC236}">
                  <a16:creationId xmlns:a16="http://schemas.microsoft.com/office/drawing/2014/main" id="{0F62679C-BEDB-4EA3-9734-A1BDDFEC7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3500"/>
              <a:ext cx="21" cy="7"/>
            </a:xfrm>
            <a:custGeom>
              <a:avLst/>
              <a:gdLst>
                <a:gd name="T0" fmla="*/ 92 w 10"/>
                <a:gd name="T1" fmla="*/ 12 h 3"/>
                <a:gd name="T2" fmla="*/ 0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1"/>
                  </a:moveTo>
                  <a:cubicBezTo>
                    <a:pt x="7" y="3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0" name="Freeform 1399">
              <a:extLst>
                <a:ext uri="{FF2B5EF4-FFF2-40B4-BE49-F238E27FC236}">
                  <a16:creationId xmlns:a16="http://schemas.microsoft.com/office/drawing/2014/main" id="{8529BC55-1AC8-4D05-9C5B-F8B2542F3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507"/>
              <a:ext cx="19" cy="49"/>
            </a:xfrm>
            <a:custGeom>
              <a:avLst/>
              <a:gdLst>
                <a:gd name="T0" fmla="*/ 84 w 9"/>
                <a:gd name="T1" fmla="*/ 234 h 22"/>
                <a:gd name="T2" fmla="*/ 17 w 9"/>
                <a:gd name="T3" fmla="*/ 209 h 22"/>
                <a:gd name="T4" fmla="*/ 8 w 9"/>
                <a:gd name="T5" fmla="*/ 118 h 22"/>
                <a:gd name="T6" fmla="*/ 27 w 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2">
                  <a:moveTo>
                    <a:pt x="9" y="21"/>
                  </a:moveTo>
                  <a:cubicBezTo>
                    <a:pt x="6" y="22"/>
                    <a:pt x="4" y="22"/>
                    <a:pt x="2" y="19"/>
                  </a:cubicBezTo>
                  <a:cubicBezTo>
                    <a:pt x="0" y="17"/>
                    <a:pt x="1" y="13"/>
                    <a:pt x="1" y="11"/>
                  </a:cubicBezTo>
                  <a:cubicBezTo>
                    <a:pt x="2" y="7"/>
                    <a:pt x="2" y="4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1" name="Freeform 1400">
              <a:extLst>
                <a:ext uri="{FF2B5EF4-FFF2-40B4-BE49-F238E27FC236}">
                  <a16:creationId xmlns:a16="http://schemas.microsoft.com/office/drawing/2014/main" id="{268FC3D9-3F3F-4246-A8C8-9795FA168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3547"/>
              <a:ext cx="26" cy="4"/>
            </a:xfrm>
            <a:custGeom>
              <a:avLst/>
              <a:gdLst>
                <a:gd name="T0" fmla="*/ 121 w 12"/>
                <a:gd name="T1" fmla="*/ 0 h 2"/>
                <a:gd name="T2" fmla="*/ 0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0"/>
                  </a:moveTo>
                  <a:cubicBezTo>
                    <a:pt x="8" y="0"/>
                    <a:pt x="4" y="2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2" name="Freeform 1401">
              <a:extLst>
                <a:ext uri="{FF2B5EF4-FFF2-40B4-BE49-F238E27FC236}">
                  <a16:creationId xmlns:a16="http://schemas.microsoft.com/office/drawing/2014/main" id="{43EDE7F5-0057-4943-9761-A22CEA360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563"/>
              <a:ext cx="33" cy="53"/>
            </a:xfrm>
            <a:custGeom>
              <a:avLst/>
              <a:gdLst>
                <a:gd name="T0" fmla="*/ 140 w 16"/>
                <a:gd name="T1" fmla="*/ 0 h 24"/>
                <a:gd name="T2" fmla="*/ 72 w 16"/>
                <a:gd name="T3" fmla="*/ 239 h 24"/>
                <a:gd name="T4" fmla="*/ 0 w 16"/>
                <a:gd name="T5" fmla="*/ 25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12" y="6"/>
                    <a:pt x="16" y="16"/>
                    <a:pt x="8" y="22"/>
                  </a:cubicBezTo>
                  <a:cubicBezTo>
                    <a:pt x="5" y="23"/>
                    <a:pt x="3" y="24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3" name="Freeform 1402">
              <a:extLst>
                <a:ext uri="{FF2B5EF4-FFF2-40B4-BE49-F238E27FC236}">
                  <a16:creationId xmlns:a16="http://schemas.microsoft.com/office/drawing/2014/main" id="{D2A8CB45-16ED-4100-B0F4-12A5D8D55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549"/>
              <a:ext cx="29" cy="51"/>
            </a:xfrm>
            <a:custGeom>
              <a:avLst/>
              <a:gdLst>
                <a:gd name="T0" fmla="*/ 0 w 14"/>
                <a:gd name="T1" fmla="*/ 242 h 23"/>
                <a:gd name="T2" fmla="*/ 99 w 14"/>
                <a:gd name="T3" fmla="*/ 173 h 23"/>
                <a:gd name="T4" fmla="*/ 124 w 1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0" y="22"/>
                  </a:moveTo>
                  <a:cubicBezTo>
                    <a:pt x="7" y="23"/>
                    <a:pt x="9" y="22"/>
                    <a:pt x="11" y="16"/>
                  </a:cubicBezTo>
                  <a:cubicBezTo>
                    <a:pt x="13" y="11"/>
                    <a:pt x="14" y="5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4" name="Freeform 1403">
              <a:extLst>
                <a:ext uri="{FF2B5EF4-FFF2-40B4-BE49-F238E27FC236}">
                  <a16:creationId xmlns:a16="http://schemas.microsoft.com/office/drawing/2014/main" id="{E96D15B6-C061-4DA8-A788-94A0FE6E9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592"/>
              <a:ext cx="27" cy="15"/>
            </a:xfrm>
            <a:custGeom>
              <a:avLst/>
              <a:gdLst>
                <a:gd name="T0" fmla="*/ 116 w 13"/>
                <a:gd name="T1" fmla="*/ 69 h 7"/>
                <a:gd name="T2" fmla="*/ 0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13" y="7"/>
                  </a:moveTo>
                  <a:cubicBezTo>
                    <a:pt x="9" y="7"/>
                    <a:pt x="2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5" name="Freeform 1404">
              <a:extLst>
                <a:ext uri="{FF2B5EF4-FFF2-40B4-BE49-F238E27FC236}">
                  <a16:creationId xmlns:a16="http://schemas.microsoft.com/office/drawing/2014/main" id="{03ADAB62-29DC-48CE-8C0B-4C98EEDF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549"/>
              <a:ext cx="13" cy="11"/>
            </a:xfrm>
            <a:custGeom>
              <a:avLst/>
              <a:gdLst>
                <a:gd name="T0" fmla="*/ 61 w 6"/>
                <a:gd name="T1" fmla="*/ 0 h 5"/>
                <a:gd name="T2" fmla="*/ 0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6" name="Freeform 1405">
              <a:extLst>
                <a:ext uri="{FF2B5EF4-FFF2-40B4-BE49-F238E27FC236}">
                  <a16:creationId xmlns:a16="http://schemas.microsoft.com/office/drawing/2014/main" id="{254767FF-C8F0-4787-8D40-727622BA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502"/>
              <a:ext cx="10" cy="14"/>
            </a:xfrm>
            <a:custGeom>
              <a:avLst/>
              <a:gdLst>
                <a:gd name="T0" fmla="*/ 40 w 5"/>
                <a:gd name="T1" fmla="*/ 77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2" y="5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7" name="Freeform 1406">
              <a:extLst>
                <a:ext uri="{FF2B5EF4-FFF2-40B4-BE49-F238E27FC236}">
                  <a16:creationId xmlns:a16="http://schemas.microsoft.com/office/drawing/2014/main" id="{4A4DEFE7-E918-4E1A-ABDF-8D67A401B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500"/>
              <a:ext cx="12" cy="5"/>
            </a:xfrm>
            <a:custGeom>
              <a:avLst/>
              <a:gdLst>
                <a:gd name="T0" fmla="*/ 48 w 6"/>
                <a:gd name="T1" fmla="*/ 33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3" y="2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8" name="Freeform 1407">
              <a:extLst>
                <a:ext uri="{FF2B5EF4-FFF2-40B4-BE49-F238E27FC236}">
                  <a16:creationId xmlns:a16="http://schemas.microsoft.com/office/drawing/2014/main" id="{5F31A26A-A16F-4FB8-8465-4B7443E2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612"/>
              <a:ext cx="33" cy="53"/>
            </a:xfrm>
            <a:custGeom>
              <a:avLst/>
              <a:gdLst>
                <a:gd name="T0" fmla="*/ 140 w 16"/>
                <a:gd name="T1" fmla="*/ 0 h 24"/>
                <a:gd name="T2" fmla="*/ 116 w 16"/>
                <a:gd name="T3" fmla="*/ 150 h 24"/>
                <a:gd name="T4" fmla="*/ 80 w 16"/>
                <a:gd name="T5" fmla="*/ 239 h 24"/>
                <a:gd name="T6" fmla="*/ 0 w 16"/>
                <a:gd name="T7" fmla="*/ 22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15" y="5"/>
                    <a:pt x="15" y="9"/>
                    <a:pt x="13" y="14"/>
                  </a:cubicBezTo>
                  <a:cubicBezTo>
                    <a:pt x="12" y="16"/>
                    <a:pt x="11" y="20"/>
                    <a:pt x="9" y="22"/>
                  </a:cubicBezTo>
                  <a:cubicBezTo>
                    <a:pt x="6" y="24"/>
                    <a:pt x="2" y="22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9" name="Freeform 1408">
              <a:extLst>
                <a:ext uri="{FF2B5EF4-FFF2-40B4-BE49-F238E27FC236}">
                  <a16:creationId xmlns:a16="http://schemas.microsoft.com/office/drawing/2014/main" id="{26D26B4C-9F2D-43C0-9A9A-0EE53FADF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663"/>
              <a:ext cx="48" cy="60"/>
            </a:xfrm>
            <a:custGeom>
              <a:avLst/>
              <a:gdLst>
                <a:gd name="T0" fmla="*/ 165 w 23"/>
                <a:gd name="T1" fmla="*/ 0 h 27"/>
                <a:gd name="T2" fmla="*/ 73 w 23"/>
                <a:gd name="T3" fmla="*/ 242 h 27"/>
                <a:gd name="T4" fmla="*/ 0 w 23"/>
                <a:gd name="T5" fmla="*/ 25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18" y="0"/>
                  </a:moveTo>
                  <a:cubicBezTo>
                    <a:pt x="23" y="5"/>
                    <a:pt x="11" y="18"/>
                    <a:pt x="8" y="22"/>
                  </a:cubicBezTo>
                  <a:cubicBezTo>
                    <a:pt x="5" y="26"/>
                    <a:pt x="5" y="27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0" name="Freeform 1409">
              <a:extLst>
                <a:ext uri="{FF2B5EF4-FFF2-40B4-BE49-F238E27FC236}">
                  <a16:creationId xmlns:a16="http://schemas.microsoft.com/office/drawing/2014/main" id="{F406A426-EC2B-45F1-9647-13B8507FC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603"/>
              <a:ext cx="14" cy="47"/>
            </a:xfrm>
            <a:custGeom>
              <a:avLst/>
              <a:gdLst>
                <a:gd name="T0" fmla="*/ 56 w 7"/>
                <a:gd name="T1" fmla="*/ 0 h 21"/>
                <a:gd name="T2" fmla="*/ 0 w 7"/>
                <a:gd name="T3" fmla="*/ 170 h 21"/>
                <a:gd name="T4" fmla="*/ 48 w 7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4" y="4"/>
                    <a:pt x="0" y="10"/>
                    <a:pt x="0" y="15"/>
                  </a:cubicBezTo>
                  <a:cubicBezTo>
                    <a:pt x="0" y="21"/>
                    <a:pt x="3" y="18"/>
                    <a:pt x="6" y="2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1" name="Freeform 1410">
              <a:extLst>
                <a:ext uri="{FF2B5EF4-FFF2-40B4-BE49-F238E27FC236}">
                  <a16:creationId xmlns:a16="http://schemas.microsoft.com/office/drawing/2014/main" id="{9C5BB88D-7BA9-4FE2-AA68-F7788947F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632"/>
              <a:ext cx="28" cy="9"/>
            </a:xfrm>
            <a:custGeom>
              <a:avLst/>
              <a:gdLst>
                <a:gd name="T0" fmla="*/ 129 w 13"/>
                <a:gd name="T1" fmla="*/ 25 h 4"/>
                <a:gd name="T2" fmla="*/ 0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13" y="2"/>
                  </a:moveTo>
                  <a:cubicBezTo>
                    <a:pt x="10" y="4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2" name="Freeform 1411">
              <a:extLst>
                <a:ext uri="{FF2B5EF4-FFF2-40B4-BE49-F238E27FC236}">
                  <a16:creationId xmlns:a16="http://schemas.microsoft.com/office/drawing/2014/main" id="{9730053C-3907-4B23-88F1-373EFA211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600"/>
              <a:ext cx="15" cy="9"/>
            </a:xfrm>
            <a:custGeom>
              <a:avLst/>
              <a:gdLst>
                <a:gd name="T0" fmla="*/ 69 w 7"/>
                <a:gd name="T1" fmla="*/ 45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6" y="2"/>
                    <a:pt x="2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3" name="Freeform 1412">
              <a:extLst>
                <a:ext uri="{FF2B5EF4-FFF2-40B4-BE49-F238E27FC236}">
                  <a16:creationId xmlns:a16="http://schemas.microsoft.com/office/drawing/2014/main" id="{ED682A94-783E-427F-8C28-652C043ED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641"/>
              <a:ext cx="20" cy="53"/>
            </a:xfrm>
            <a:custGeom>
              <a:avLst/>
              <a:gdLst>
                <a:gd name="T0" fmla="*/ 72 w 10"/>
                <a:gd name="T1" fmla="*/ 0 h 24"/>
                <a:gd name="T2" fmla="*/ 32 w 10"/>
                <a:gd name="T3" fmla="*/ 108 h 24"/>
                <a:gd name="T4" fmla="*/ 8 w 10"/>
                <a:gd name="T5" fmla="*/ 194 h 24"/>
                <a:gd name="T6" fmla="*/ 80 w 10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9" y="0"/>
                  </a:moveTo>
                  <a:cubicBezTo>
                    <a:pt x="7" y="3"/>
                    <a:pt x="6" y="6"/>
                    <a:pt x="4" y="10"/>
                  </a:cubicBezTo>
                  <a:cubicBezTo>
                    <a:pt x="3" y="12"/>
                    <a:pt x="0" y="15"/>
                    <a:pt x="1" y="18"/>
                  </a:cubicBezTo>
                  <a:cubicBezTo>
                    <a:pt x="2" y="21"/>
                    <a:pt x="7" y="24"/>
                    <a:pt x="10" y="2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4" name="Freeform 1413">
              <a:extLst>
                <a:ext uri="{FF2B5EF4-FFF2-40B4-BE49-F238E27FC236}">
                  <a16:creationId xmlns:a16="http://schemas.microsoft.com/office/drawing/2014/main" id="{8BAEE355-08F8-4495-988E-64320BDF1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674"/>
              <a:ext cx="15" cy="5"/>
            </a:xfrm>
            <a:custGeom>
              <a:avLst/>
              <a:gdLst>
                <a:gd name="T0" fmla="*/ 69 w 7"/>
                <a:gd name="T1" fmla="*/ 33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2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5" name="Freeform 1414">
              <a:extLst>
                <a:ext uri="{FF2B5EF4-FFF2-40B4-BE49-F238E27FC236}">
                  <a16:creationId xmlns:a16="http://schemas.microsoft.com/office/drawing/2014/main" id="{8565CC49-9E43-4ACE-ABAF-548AF66E0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690"/>
              <a:ext cx="21" cy="47"/>
            </a:xfrm>
            <a:custGeom>
              <a:avLst/>
              <a:gdLst>
                <a:gd name="T0" fmla="*/ 92 w 10"/>
                <a:gd name="T1" fmla="*/ 0 h 21"/>
                <a:gd name="T2" fmla="*/ 0 w 10"/>
                <a:gd name="T3" fmla="*/ 181 h 21"/>
                <a:gd name="T4" fmla="*/ 48 w 10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8" y="4"/>
                    <a:pt x="0" y="11"/>
                    <a:pt x="0" y="16"/>
                  </a:cubicBezTo>
                  <a:cubicBezTo>
                    <a:pt x="0" y="19"/>
                    <a:pt x="4" y="21"/>
                    <a:pt x="5" y="2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6" name="Freeform 1415">
              <a:extLst>
                <a:ext uri="{FF2B5EF4-FFF2-40B4-BE49-F238E27FC236}">
                  <a16:creationId xmlns:a16="http://schemas.microsoft.com/office/drawing/2014/main" id="{5296C1DA-2B4F-45AF-87BE-3C6CC76F1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708"/>
              <a:ext cx="25" cy="11"/>
            </a:xfrm>
            <a:custGeom>
              <a:avLst/>
              <a:gdLst>
                <a:gd name="T0" fmla="*/ 108 w 12"/>
                <a:gd name="T1" fmla="*/ 53 h 5"/>
                <a:gd name="T2" fmla="*/ 0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5"/>
                  </a:moveTo>
                  <a:cubicBezTo>
                    <a:pt x="7" y="5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7" name="Freeform 1416">
              <a:extLst>
                <a:ext uri="{FF2B5EF4-FFF2-40B4-BE49-F238E27FC236}">
                  <a16:creationId xmlns:a16="http://schemas.microsoft.com/office/drawing/2014/main" id="{552749BC-28E3-4BE1-8402-DE51B2AA2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3714"/>
              <a:ext cx="12" cy="14"/>
            </a:xfrm>
            <a:custGeom>
              <a:avLst/>
              <a:gdLst>
                <a:gd name="T0" fmla="*/ 48 w 6"/>
                <a:gd name="T1" fmla="*/ 0 h 6"/>
                <a:gd name="T2" fmla="*/ 0 w 6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1"/>
                    <a:pt x="2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8" name="Freeform 1417">
              <a:extLst>
                <a:ext uri="{FF2B5EF4-FFF2-40B4-BE49-F238E27FC236}">
                  <a16:creationId xmlns:a16="http://schemas.microsoft.com/office/drawing/2014/main" id="{7A1D4AB5-806F-492A-BD5D-BD903AA04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730"/>
              <a:ext cx="44" cy="36"/>
            </a:xfrm>
            <a:custGeom>
              <a:avLst/>
              <a:gdLst>
                <a:gd name="T0" fmla="*/ 193 w 21"/>
                <a:gd name="T1" fmla="*/ 0 h 16"/>
                <a:gd name="T2" fmla="*/ 75 w 21"/>
                <a:gd name="T3" fmla="*/ 182 h 16"/>
                <a:gd name="T4" fmla="*/ 8 w 21"/>
                <a:gd name="T5" fmla="*/ 12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9" y="4"/>
                    <a:pt x="15" y="15"/>
                    <a:pt x="8" y="16"/>
                  </a:cubicBezTo>
                  <a:cubicBezTo>
                    <a:pt x="6" y="16"/>
                    <a:pt x="0" y="13"/>
                    <a:pt x="1" y="1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9" name="Freeform 1418">
              <a:extLst>
                <a:ext uri="{FF2B5EF4-FFF2-40B4-BE49-F238E27FC236}">
                  <a16:creationId xmlns:a16="http://schemas.microsoft.com/office/drawing/2014/main" id="{B1A46550-D5DE-4B71-BA8C-29050B15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766"/>
              <a:ext cx="12" cy="8"/>
            </a:xfrm>
            <a:custGeom>
              <a:avLst/>
              <a:gdLst>
                <a:gd name="T0" fmla="*/ 0 w 6"/>
                <a:gd name="T1" fmla="*/ 0 h 4"/>
                <a:gd name="T2" fmla="*/ 4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2"/>
                    <a:pt x="4" y="4"/>
                    <a:pt x="6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0" name="Freeform 1419">
              <a:extLst>
                <a:ext uri="{FF2B5EF4-FFF2-40B4-BE49-F238E27FC236}">
                  <a16:creationId xmlns:a16="http://schemas.microsoft.com/office/drawing/2014/main" id="{07B8C3CB-6D29-454C-B93D-687D5D1AE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866"/>
              <a:ext cx="54" cy="42"/>
            </a:xfrm>
            <a:custGeom>
              <a:avLst/>
              <a:gdLst>
                <a:gd name="T0" fmla="*/ 233 w 26"/>
                <a:gd name="T1" fmla="*/ 0 h 19"/>
                <a:gd name="T2" fmla="*/ 44 w 26"/>
                <a:gd name="T3" fmla="*/ 206 h 19"/>
                <a:gd name="T4" fmla="*/ 0 w 26"/>
                <a:gd name="T5" fmla="*/ 18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26" y="0"/>
                  </a:moveTo>
                  <a:cubicBezTo>
                    <a:pt x="25" y="5"/>
                    <a:pt x="11" y="18"/>
                    <a:pt x="5" y="19"/>
                  </a:cubicBezTo>
                  <a:cubicBezTo>
                    <a:pt x="2" y="19"/>
                    <a:pt x="0" y="19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1" name="Freeform 1420">
              <a:extLst>
                <a:ext uri="{FF2B5EF4-FFF2-40B4-BE49-F238E27FC236}">
                  <a16:creationId xmlns:a16="http://schemas.microsoft.com/office/drawing/2014/main" id="{45C0D314-F6A5-4D93-8B6D-78A6E8025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766"/>
              <a:ext cx="36" cy="35"/>
            </a:xfrm>
            <a:custGeom>
              <a:avLst/>
              <a:gdLst>
                <a:gd name="T0" fmla="*/ 161 w 17"/>
                <a:gd name="T1" fmla="*/ 0 h 16"/>
                <a:gd name="T2" fmla="*/ 59 w 17"/>
                <a:gd name="T3" fmla="*/ 158 h 16"/>
                <a:gd name="T4" fmla="*/ 0 w 17"/>
                <a:gd name="T5" fmla="*/ 12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0"/>
                  </a:moveTo>
                  <a:cubicBezTo>
                    <a:pt x="16" y="4"/>
                    <a:pt x="11" y="14"/>
                    <a:pt x="6" y="15"/>
                  </a:cubicBezTo>
                  <a:cubicBezTo>
                    <a:pt x="3" y="16"/>
                    <a:pt x="1" y="15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2" name="Freeform 1421">
              <a:extLst>
                <a:ext uri="{FF2B5EF4-FFF2-40B4-BE49-F238E27FC236}">
                  <a16:creationId xmlns:a16="http://schemas.microsoft.com/office/drawing/2014/main" id="{A7413892-6C60-4595-A983-07AD2C78E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801"/>
              <a:ext cx="44" cy="38"/>
            </a:xfrm>
            <a:custGeom>
              <a:avLst/>
              <a:gdLst>
                <a:gd name="T0" fmla="*/ 193 w 21"/>
                <a:gd name="T1" fmla="*/ 0 h 17"/>
                <a:gd name="T2" fmla="*/ 44 w 21"/>
                <a:gd name="T3" fmla="*/ 190 h 17"/>
                <a:gd name="T4" fmla="*/ 0 w 21"/>
                <a:gd name="T5" fmla="*/ 1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20" y="4"/>
                    <a:pt x="11" y="17"/>
                    <a:pt x="5" y="17"/>
                  </a:cubicBezTo>
                  <a:cubicBezTo>
                    <a:pt x="3" y="17"/>
                    <a:pt x="0" y="13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3" name="Freeform 1422">
              <a:extLst>
                <a:ext uri="{FF2B5EF4-FFF2-40B4-BE49-F238E27FC236}">
                  <a16:creationId xmlns:a16="http://schemas.microsoft.com/office/drawing/2014/main" id="{46B4E361-1089-4B9F-88B1-3CF979823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870"/>
              <a:ext cx="59" cy="36"/>
            </a:xfrm>
            <a:custGeom>
              <a:avLst/>
              <a:gdLst>
                <a:gd name="T0" fmla="*/ 261 w 28"/>
                <a:gd name="T1" fmla="*/ 0 h 16"/>
                <a:gd name="T2" fmla="*/ 93 w 28"/>
                <a:gd name="T3" fmla="*/ 182 h 16"/>
                <a:gd name="T4" fmla="*/ 0 w 28"/>
                <a:gd name="T5" fmla="*/ 11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28" y="0"/>
                  </a:moveTo>
                  <a:cubicBezTo>
                    <a:pt x="26" y="5"/>
                    <a:pt x="16" y="15"/>
                    <a:pt x="10" y="16"/>
                  </a:cubicBezTo>
                  <a:cubicBezTo>
                    <a:pt x="6" y="16"/>
                    <a:pt x="0" y="12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4" name="Freeform 1423">
              <a:extLst>
                <a:ext uri="{FF2B5EF4-FFF2-40B4-BE49-F238E27FC236}">
                  <a16:creationId xmlns:a16="http://schemas.microsoft.com/office/drawing/2014/main" id="{D2C7FCD9-0408-43BD-A5A4-1C6253D80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810"/>
              <a:ext cx="15" cy="14"/>
            </a:xfrm>
            <a:custGeom>
              <a:avLst/>
              <a:gdLst>
                <a:gd name="T0" fmla="*/ 0 w 7"/>
                <a:gd name="T1" fmla="*/ 0 h 6"/>
                <a:gd name="T2" fmla="*/ 69 w 7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2"/>
                    <a:pt x="4" y="5"/>
                    <a:pt x="7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5" name="Freeform 1424">
              <a:extLst>
                <a:ext uri="{FF2B5EF4-FFF2-40B4-BE49-F238E27FC236}">
                  <a16:creationId xmlns:a16="http://schemas.microsoft.com/office/drawing/2014/main" id="{7537EA5A-96EE-4223-9732-8F60DC38F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884"/>
              <a:ext cx="19" cy="13"/>
            </a:xfrm>
            <a:custGeom>
              <a:avLst/>
              <a:gdLst>
                <a:gd name="T0" fmla="*/ 0 w 9"/>
                <a:gd name="T1" fmla="*/ 0 h 6"/>
                <a:gd name="T2" fmla="*/ 84 w 9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2" y="3"/>
                    <a:pt x="6" y="4"/>
                    <a:pt x="9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6" name="Freeform 1425">
              <a:extLst>
                <a:ext uri="{FF2B5EF4-FFF2-40B4-BE49-F238E27FC236}">
                  <a16:creationId xmlns:a16="http://schemas.microsoft.com/office/drawing/2014/main" id="{71C26205-CA9F-4D86-9746-99B704E5B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3937"/>
              <a:ext cx="76" cy="43"/>
            </a:xfrm>
            <a:custGeom>
              <a:avLst/>
              <a:gdLst>
                <a:gd name="T0" fmla="*/ 338 w 36"/>
                <a:gd name="T1" fmla="*/ 0 h 19"/>
                <a:gd name="T2" fmla="*/ 0 w 36"/>
                <a:gd name="T3" fmla="*/ 25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9">
                  <a:moveTo>
                    <a:pt x="36" y="0"/>
                  </a:moveTo>
                  <a:cubicBezTo>
                    <a:pt x="22" y="7"/>
                    <a:pt x="11" y="19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7" name="Freeform 1426">
              <a:extLst>
                <a:ext uri="{FF2B5EF4-FFF2-40B4-BE49-F238E27FC236}">
                  <a16:creationId xmlns:a16="http://schemas.microsoft.com/office/drawing/2014/main" id="{6611D50A-9D9A-435F-B673-84FDDF26D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960"/>
              <a:ext cx="62" cy="35"/>
            </a:xfrm>
            <a:custGeom>
              <a:avLst/>
              <a:gdLst>
                <a:gd name="T0" fmla="*/ 25 w 30"/>
                <a:gd name="T1" fmla="*/ 168 h 16"/>
                <a:gd name="T2" fmla="*/ 17 w 30"/>
                <a:gd name="T3" fmla="*/ 133 h 16"/>
                <a:gd name="T4" fmla="*/ 99 w 30"/>
                <a:gd name="T5" fmla="*/ 85 h 16"/>
                <a:gd name="T6" fmla="*/ 184 w 30"/>
                <a:gd name="T7" fmla="*/ 9 h 16"/>
                <a:gd name="T8" fmla="*/ 265 w 30"/>
                <a:gd name="T9" fmla="*/ 2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6">
                  <a:moveTo>
                    <a:pt x="3" y="16"/>
                  </a:moveTo>
                  <a:cubicBezTo>
                    <a:pt x="1" y="14"/>
                    <a:pt x="0" y="16"/>
                    <a:pt x="2" y="13"/>
                  </a:cubicBezTo>
                  <a:cubicBezTo>
                    <a:pt x="3" y="11"/>
                    <a:pt x="8" y="9"/>
                    <a:pt x="11" y="8"/>
                  </a:cubicBezTo>
                  <a:cubicBezTo>
                    <a:pt x="15" y="6"/>
                    <a:pt x="17" y="2"/>
                    <a:pt x="21" y="1"/>
                  </a:cubicBezTo>
                  <a:cubicBezTo>
                    <a:pt x="24" y="0"/>
                    <a:pt x="30" y="2"/>
                    <a:pt x="30" y="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8" name="Freeform 1427">
              <a:extLst>
                <a:ext uri="{FF2B5EF4-FFF2-40B4-BE49-F238E27FC236}">
                  <a16:creationId xmlns:a16="http://schemas.microsoft.com/office/drawing/2014/main" id="{AC903BF1-A5AE-4B58-AF20-C6D23CAEA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962"/>
              <a:ext cx="17" cy="24"/>
            </a:xfrm>
            <a:custGeom>
              <a:avLst/>
              <a:gdLst>
                <a:gd name="T0" fmla="*/ 77 w 8"/>
                <a:gd name="T1" fmla="*/ 113 h 11"/>
                <a:gd name="T2" fmla="*/ 0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11"/>
                  </a:moveTo>
                  <a:cubicBezTo>
                    <a:pt x="5" y="7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9" name="Freeform 1428">
              <a:extLst>
                <a:ext uri="{FF2B5EF4-FFF2-40B4-BE49-F238E27FC236}">
                  <a16:creationId xmlns:a16="http://schemas.microsoft.com/office/drawing/2014/main" id="{2E6AD840-44EB-4906-BC8B-9490B47A3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962"/>
              <a:ext cx="75" cy="22"/>
            </a:xfrm>
            <a:custGeom>
              <a:avLst/>
              <a:gdLst>
                <a:gd name="T0" fmla="*/ 325 w 36"/>
                <a:gd name="T1" fmla="*/ 0 h 10"/>
                <a:gd name="T2" fmla="*/ 56 w 36"/>
                <a:gd name="T3" fmla="*/ 64 h 10"/>
                <a:gd name="T4" fmla="*/ 8 w 36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36" y="0"/>
                  </a:moveTo>
                  <a:cubicBezTo>
                    <a:pt x="26" y="0"/>
                    <a:pt x="17" y="10"/>
                    <a:pt x="6" y="6"/>
                  </a:cubicBezTo>
                  <a:cubicBezTo>
                    <a:pt x="3" y="5"/>
                    <a:pt x="0" y="4"/>
                    <a:pt x="1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0" name="Freeform 1429">
              <a:extLst>
                <a:ext uri="{FF2B5EF4-FFF2-40B4-BE49-F238E27FC236}">
                  <a16:creationId xmlns:a16="http://schemas.microsoft.com/office/drawing/2014/main" id="{0825C7DE-7C67-40C5-84D1-1FB3972A0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973"/>
              <a:ext cx="69" cy="20"/>
            </a:xfrm>
            <a:custGeom>
              <a:avLst/>
              <a:gdLst>
                <a:gd name="T0" fmla="*/ 0 w 33"/>
                <a:gd name="T1" fmla="*/ 20 h 9"/>
                <a:gd name="T2" fmla="*/ 117 w 33"/>
                <a:gd name="T3" fmla="*/ 89 h 9"/>
                <a:gd name="T4" fmla="*/ 301 w 3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">
                  <a:moveTo>
                    <a:pt x="0" y="2"/>
                  </a:moveTo>
                  <a:cubicBezTo>
                    <a:pt x="3" y="8"/>
                    <a:pt x="5" y="9"/>
                    <a:pt x="13" y="8"/>
                  </a:cubicBezTo>
                  <a:cubicBezTo>
                    <a:pt x="20" y="6"/>
                    <a:pt x="27" y="4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1" name="Freeform 1430">
              <a:extLst>
                <a:ext uri="{FF2B5EF4-FFF2-40B4-BE49-F238E27FC236}">
                  <a16:creationId xmlns:a16="http://schemas.microsoft.com/office/drawing/2014/main" id="{2B619560-6A06-477B-A93E-8BACBDE2D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993"/>
              <a:ext cx="8" cy="36"/>
            </a:xfrm>
            <a:custGeom>
              <a:avLst/>
              <a:gdLst>
                <a:gd name="T0" fmla="*/ 32 w 4"/>
                <a:gd name="T1" fmla="*/ 182 h 16"/>
                <a:gd name="T2" fmla="*/ 24 w 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16"/>
                  </a:moveTo>
                  <a:cubicBezTo>
                    <a:pt x="1" y="12"/>
                    <a:pt x="0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2" name="Freeform 1431">
              <a:extLst>
                <a:ext uri="{FF2B5EF4-FFF2-40B4-BE49-F238E27FC236}">
                  <a16:creationId xmlns:a16="http://schemas.microsoft.com/office/drawing/2014/main" id="{BEA5FD5A-1B22-423C-B9F5-38A6D285A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982"/>
              <a:ext cx="19" cy="7"/>
            </a:xfrm>
            <a:custGeom>
              <a:avLst/>
              <a:gdLst>
                <a:gd name="T0" fmla="*/ 84 w 9"/>
                <a:gd name="T1" fmla="*/ 37 h 3"/>
                <a:gd name="T2" fmla="*/ 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6" y="1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3" name="Freeform 1432">
              <a:extLst>
                <a:ext uri="{FF2B5EF4-FFF2-40B4-BE49-F238E27FC236}">
                  <a16:creationId xmlns:a16="http://schemas.microsoft.com/office/drawing/2014/main" id="{48506869-4234-4BBD-8BD9-8E831F918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975"/>
              <a:ext cx="72" cy="18"/>
            </a:xfrm>
            <a:custGeom>
              <a:avLst/>
              <a:gdLst>
                <a:gd name="T0" fmla="*/ 322 w 34"/>
                <a:gd name="T1" fmla="*/ 0 h 8"/>
                <a:gd name="T2" fmla="*/ 152 w 34"/>
                <a:gd name="T3" fmla="*/ 56 h 8"/>
                <a:gd name="T4" fmla="*/ 36 w 34"/>
                <a:gd name="T5" fmla="*/ 81 h 8"/>
                <a:gd name="T6" fmla="*/ 0 w 3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">
                  <a:moveTo>
                    <a:pt x="34" y="0"/>
                  </a:moveTo>
                  <a:cubicBezTo>
                    <a:pt x="28" y="2"/>
                    <a:pt x="22" y="4"/>
                    <a:pt x="16" y="5"/>
                  </a:cubicBezTo>
                  <a:cubicBezTo>
                    <a:pt x="13" y="6"/>
                    <a:pt x="7" y="8"/>
                    <a:pt x="4" y="7"/>
                  </a:cubicBezTo>
                  <a:cubicBezTo>
                    <a:pt x="1" y="6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4" name="Freeform 1433">
              <a:extLst>
                <a:ext uri="{FF2B5EF4-FFF2-40B4-BE49-F238E27FC236}">
                  <a16:creationId xmlns:a16="http://schemas.microsoft.com/office/drawing/2014/main" id="{C74A5037-EF7C-49BE-9025-A0102104D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980"/>
              <a:ext cx="82" cy="26"/>
            </a:xfrm>
            <a:custGeom>
              <a:avLst/>
              <a:gdLst>
                <a:gd name="T0" fmla="*/ 362 w 39"/>
                <a:gd name="T1" fmla="*/ 52 h 12"/>
                <a:gd name="T2" fmla="*/ 84 w 39"/>
                <a:gd name="T3" fmla="*/ 104 h 12"/>
                <a:gd name="T4" fmla="*/ 17 w 3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">
                  <a:moveTo>
                    <a:pt x="39" y="5"/>
                  </a:moveTo>
                  <a:cubicBezTo>
                    <a:pt x="37" y="12"/>
                    <a:pt x="15" y="10"/>
                    <a:pt x="9" y="10"/>
                  </a:cubicBezTo>
                  <a:cubicBezTo>
                    <a:pt x="2" y="9"/>
                    <a:pt x="0" y="6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5" name="Freeform 1434">
              <a:extLst>
                <a:ext uri="{FF2B5EF4-FFF2-40B4-BE49-F238E27FC236}">
                  <a16:creationId xmlns:a16="http://schemas.microsoft.com/office/drawing/2014/main" id="{2AEDDA5C-98CF-4300-B45D-A1C62F0A7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986"/>
              <a:ext cx="76" cy="29"/>
            </a:xfrm>
            <a:custGeom>
              <a:avLst/>
              <a:gdLst>
                <a:gd name="T0" fmla="*/ 338 w 36"/>
                <a:gd name="T1" fmla="*/ 65 h 13"/>
                <a:gd name="T2" fmla="*/ 68 w 36"/>
                <a:gd name="T3" fmla="*/ 89 h 13"/>
                <a:gd name="T4" fmla="*/ 17 w 36"/>
                <a:gd name="T5" fmla="*/ 36 h 13"/>
                <a:gd name="T6" fmla="*/ 8 w 3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">
                  <a:moveTo>
                    <a:pt x="36" y="6"/>
                  </a:moveTo>
                  <a:cubicBezTo>
                    <a:pt x="35" y="13"/>
                    <a:pt x="12" y="9"/>
                    <a:pt x="7" y="8"/>
                  </a:cubicBezTo>
                  <a:cubicBezTo>
                    <a:pt x="3" y="7"/>
                    <a:pt x="2" y="7"/>
                    <a:pt x="2" y="3"/>
                  </a:cubicBezTo>
                  <a:cubicBezTo>
                    <a:pt x="2" y="1"/>
                    <a:pt x="0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6" name="Freeform 1435">
              <a:extLst>
                <a:ext uri="{FF2B5EF4-FFF2-40B4-BE49-F238E27FC236}">
                  <a16:creationId xmlns:a16="http://schemas.microsoft.com/office/drawing/2014/main" id="{4C572FBC-6260-445F-A9E8-8F8D2212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4011"/>
              <a:ext cx="58" cy="31"/>
            </a:xfrm>
            <a:custGeom>
              <a:avLst/>
              <a:gdLst>
                <a:gd name="T0" fmla="*/ 249 w 28"/>
                <a:gd name="T1" fmla="*/ 0 h 14"/>
                <a:gd name="T2" fmla="*/ 64 w 28"/>
                <a:gd name="T3" fmla="*/ 20 h 14"/>
                <a:gd name="T4" fmla="*/ 25 w 28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28" y="0"/>
                  </a:moveTo>
                  <a:cubicBezTo>
                    <a:pt x="21" y="0"/>
                    <a:pt x="12" y="0"/>
                    <a:pt x="7" y="2"/>
                  </a:cubicBezTo>
                  <a:cubicBezTo>
                    <a:pt x="0" y="5"/>
                    <a:pt x="5" y="9"/>
                    <a:pt x="3" y="1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7" name="Freeform 1436">
              <a:extLst>
                <a:ext uri="{FF2B5EF4-FFF2-40B4-BE49-F238E27FC236}">
                  <a16:creationId xmlns:a16="http://schemas.microsoft.com/office/drawing/2014/main" id="{ECC2501C-E95B-4A16-BD24-FAB6444F8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989"/>
              <a:ext cx="14" cy="26"/>
            </a:xfrm>
            <a:custGeom>
              <a:avLst/>
              <a:gdLst>
                <a:gd name="T0" fmla="*/ 56 w 7"/>
                <a:gd name="T1" fmla="*/ 121 h 12"/>
                <a:gd name="T2" fmla="*/ 8 w 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7" y="12"/>
                  </a:moveTo>
                  <a:cubicBezTo>
                    <a:pt x="2" y="11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8" name="Freeform 1437">
              <a:extLst>
                <a:ext uri="{FF2B5EF4-FFF2-40B4-BE49-F238E27FC236}">
                  <a16:creationId xmlns:a16="http://schemas.microsoft.com/office/drawing/2014/main" id="{EDD64083-9AC7-48C0-815D-750AE6A47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991"/>
              <a:ext cx="4" cy="18"/>
            </a:xfrm>
            <a:custGeom>
              <a:avLst/>
              <a:gdLst>
                <a:gd name="T0" fmla="*/ 0 w 2"/>
                <a:gd name="T1" fmla="*/ 92 h 8"/>
                <a:gd name="T2" fmla="*/ 8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2" y="6"/>
                    <a:pt x="2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9" name="Freeform 1438">
              <a:extLst>
                <a:ext uri="{FF2B5EF4-FFF2-40B4-BE49-F238E27FC236}">
                  <a16:creationId xmlns:a16="http://schemas.microsoft.com/office/drawing/2014/main" id="{A9886ECF-340B-4C37-BD46-EEF4483CF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4013"/>
              <a:ext cx="59" cy="36"/>
            </a:xfrm>
            <a:custGeom>
              <a:avLst/>
              <a:gdLst>
                <a:gd name="T0" fmla="*/ 261 w 28"/>
                <a:gd name="T1" fmla="*/ 0 h 16"/>
                <a:gd name="T2" fmla="*/ 133 w 28"/>
                <a:gd name="T3" fmla="*/ 25 h 16"/>
                <a:gd name="T4" fmla="*/ 27 w 28"/>
                <a:gd name="T5" fmla="*/ 45 h 16"/>
                <a:gd name="T6" fmla="*/ 17 w 28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6">
                  <a:moveTo>
                    <a:pt x="28" y="0"/>
                  </a:moveTo>
                  <a:cubicBezTo>
                    <a:pt x="24" y="0"/>
                    <a:pt x="19" y="1"/>
                    <a:pt x="14" y="2"/>
                  </a:cubicBezTo>
                  <a:cubicBezTo>
                    <a:pt x="11" y="2"/>
                    <a:pt x="6" y="1"/>
                    <a:pt x="3" y="4"/>
                  </a:cubicBezTo>
                  <a:cubicBezTo>
                    <a:pt x="0" y="6"/>
                    <a:pt x="0" y="14"/>
                    <a:pt x="2" y="1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0" name="Freeform 1439">
              <a:extLst>
                <a:ext uri="{FF2B5EF4-FFF2-40B4-BE49-F238E27FC236}">
                  <a16:creationId xmlns:a16="http://schemas.microsoft.com/office/drawing/2014/main" id="{68001B79-2900-4BC1-A8DA-17E637403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4002"/>
              <a:ext cx="7" cy="18"/>
            </a:xfrm>
            <a:custGeom>
              <a:avLst/>
              <a:gdLst>
                <a:gd name="T0" fmla="*/ 37 w 3"/>
                <a:gd name="T1" fmla="*/ 92 h 8"/>
                <a:gd name="T2" fmla="*/ 12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1" y="6"/>
                    <a:pt x="0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1" name="Freeform 1440">
              <a:extLst>
                <a:ext uri="{FF2B5EF4-FFF2-40B4-BE49-F238E27FC236}">
                  <a16:creationId xmlns:a16="http://schemas.microsoft.com/office/drawing/2014/main" id="{B4956E03-18A9-4663-BDC8-E53EAA127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4027"/>
              <a:ext cx="56" cy="29"/>
            </a:xfrm>
            <a:custGeom>
              <a:avLst/>
              <a:gdLst>
                <a:gd name="T0" fmla="*/ 241 w 27"/>
                <a:gd name="T1" fmla="*/ 36 h 13"/>
                <a:gd name="T2" fmla="*/ 25 w 27"/>
                <a:gd name="T3" fmla="*/ 36 h 13"/>
                <a:gd name="T4" fmla="*/ 0 w 27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3">
                  <a:moveTo>
                    <a:pt x="27" y="3"/>
                  </a:moveTo>
                  <a:cubicBezTo>
                    <a:pt x="21" y="3"/>
                    <a:pt x="9" y="0"/>
                    <a:pt x="3" y="3"/>
                  </a:cubicBezTo>
                  <a:cubicBezTo>
                    <a:pt x="1" y="5"/>
                    <a:pt x="0" y="11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2" name="Freeform 1441">
              <a:extLst>
                <a:ext uri="{FF2B5EF4-FFF2-40B4-BE49-F238E27FC236}">
                  <a16:creationId xmlns:a16="http://schemas.microsoft.com/office/drawing/2014/main" id="{045C4F86-0327-41C2-93BD-B3664004D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4002"/>
              <a:ext cx="6" cy="31"/>
            </a:xfrm>
            <a:custGeom>
              <a:avLst/>
              <a:gdLst>
                <a:gd name="T0" fmla="*/ 24 w 3"/>
                <a:gd name="T1" fmla="*/ 153 h 14"/>
                <a:gd name="T2" fmla="*/ 16 w 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14"/>
                  </a:moveTo>
                  <a:cubicBezTo>
                    <a:pt x="0" y="10"/>
                    <a:pt x="0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3" name="Freeform 1442">
              <a:extLst>
                <a:ext uri="{FF2B5EF4-FFF2-40B4-BE49-F238E27FC236}">
                  <a16:creationId xmlns:a16="http://schemas.microsoft.com/office/drawing/2014/main" id="{0A7CE6B7-7187-440F-B1B0-98130C434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4009"/>
              <a:ext cx="23" cy="4"/>
            </a:xfrm>
            <a:custGeom>
              <a:avLst/>
              <a:gdLst>
                <a:gd name="T0" fmla="*/ 100 w 11"/>
                <a:gd name="T1" fmla="*/ 16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8" y="0"/>
                    <a:pt x="3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4" name="Freeform 1443">
              <a:extLst>
                <a:ext uri="{FF2B5EF4-FFF2-40B4-BE49-F238E27FC236}">
                  <a16:creationId xmlns:a16="http://schemas.microsoft.com/office/drawing/2014/main" id="{B4B27965-75AA-4F8D-9297-20BF8277D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4011"/>
              <a:ext cx="57" cy="33"/>
            </a:xfrm>
            <a:custGeom>
              <a:avLst/>
              <a:gdLst>
                <a:gd name="T0" fmla="*/ 253 w 27"/>
                <a:gd name="T1" fmla="*/ 125 h 15"/>
                <a:gd name="T2" fmla="*/ 17 w 27"/>
                <a:gd name="T3" fmla="*/ 97 h 15"/>
                <a:gd name="T4" fmla="*/ 17 w 2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5">
                  <a:moveTo>
                    <a:pt x="27" y="12"/>
                  </a:moveTo>
                  <a:cubicBezTo>
                    <a:pt x="21" y="12"/>
                    <a:pt x="7" y="15"/>
                    <a:pt x="2" y="9"/>
                  </a:cubicBezTo>
                  <a:cubicBezTo>
                    <a:pt x="0" y="7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5" name="Freeform 1444">
              <a:extLst>
                <a:ext uri="{FF2B5EF4-FFF2-40B4-BE49-F238E27FC236}">
                  <a16:creationId xmlns:a16="http://schemas.microsoft.com/office/drawing/2014/main" id="{0F97853E-2E8F-44ED-AE71-F802D175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4036"/>
              <a:ext cx="9" cy="20"/>
            </a:xfrm>
            <a:custGeom>
              <a:avLst/>
              <a:gdLst>
                <a:gd name="T0" fmla="*/ 45 w 4"/>
                <a:gd name="T1" fmla="*/ 0 h 9"/>
                <a:gd name="T2" fmla="*/ 11 w 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1"/>
                    <a:pt x="0" y="7"/>
                    <a:pt x="1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6" name="Freeform 1445">
              <a:extLst>
                <a:ext uri="{FF2B5EF4-FFF2-40B4-BE49-F238E27FC236}">
                  <a16:creationId xmlns:a16="http://schemas.microsoft.com/office/drawing/2014/main" id="{6E48E22E-2E63-41BF-87D5-3F3D12128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3973"/>
              <a:ext cx="64" cy="27"/>
            </a:xfrm>
            <a:custGeom>
              <a:avLst/>
              <a:gdLst>
                <a:gd name="T0" fmla="*/ 273 w 31"/>
                <a:gd name="T1" fmla="*/ 126 h 12"/>
                <a:gd name="T2" fmla="*/ 149 w 31"/>
                <a:gd name="T3" fmla="*/ 126 h 12"/>
                <a:gd name="T4" fmla="*/ 25 w 31"/>
                <a:gd name="T5" fmla="*/ 117 h 12"/>
                <a:gd name="T6" fmla="*/ 17 w 3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2">
                  <a:moveTo>
                    <a:pt x="31" y="11"/>
                  </a:moveTo>
                  <a:cubicBezTo>
                    <a:pt x="26" y="11"/>
                    <a:pt x="21" y="12"/>
                    <a:pt x="17" y="11"/>
                  </a:cubicBezTo>
                  <a:cubicBezTo>
                    <a:pt x="14" y="11"/>
                    <a:pt x="6" y="11"/>
                    <a:pt x="3" y="10"/>
                  </a:cubicBezTo>
                  <a:cubicBezTo>
                    <a:pt x="0" y="7"/>
                    <a:pt x="1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7" name="Freeform 1446">
              <a:extLst>
                <a:ext uri="{FF2B5EF4-FFF2-40B4-BE49-F238E27FC236}">
                  <a16:creationId xmlns:a16="http://schemas.microsoft.com/office/drawing/2014/main" id="{8F715800-5441-4EE6-AB16-0FE8A3739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962"/>
              <a:ext cx="55" cy="29"/>
            </a:xfrm>
            <a:custGeom>
              <a:avLst/>
              <a:gdLst>
                <a:gd name="T0" fmla="*/ 245 w 26"/>
                <a:gd name="T1" fmla="*/ 134 h 13"/>
                <a:gd name="T2" fmla="*/ 17 w 26"/>
                <a:gd name="T3" fmla="*/ 80 h 13"/>
                <a:gd name="T4" fmla="*/ 17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26" y="12"/>
                  </a:moveTo>
                  <a:cubicBezTo>
                    <a:pt x="21" y="13"/>
                    <a:pt x="5" y="12"/>
                    <a:pt x="2" y="7"/>
                  </a:cubicBezTo>
                  <a:cubicBezTo>
                    <a:pt x="1" y="5"/>
                    <a:pt x="0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8" name="Freeform 1447">
              <a:extLst>
                <a:ext uri="{FF2B5EF4-FFF2-40B4-BE49-F238E27FC236}">
                  <a16:creationId xmlns:a16="http://schemas.microsoft.com/office/drawing/2014/main" id="{A1B1ED75-8381-4244-92DE-E56163692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4000"/>
              <a:ext cx="56" cy="33"/>
            </a:xfrm>
            <a:custGeom>
              <a:avLst/>
              <a:gdLst>
                <a:gd name="T0" fmla="*/ 241 w 27"/>
                <a:gd name="T1" fmla="*/ 141 h 15"/>
                <a:gd name="T2" fmla="*/ 25 w 27"/>
                <a:gd name="T3" fmla="*/ 125 h 15"/>
                <a:gd name="T4" fmla="*/ 25 w 2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5">
                  <a:moveTo>
                    <a:pt x="27" y="13"/>
                  </a:moveTo>
                  <a:cubicBezTo>
                    <a:pt x="22" y="14"/>
                    <a:pt x="7" y="15"/>
                    <a:pt x="3" y="12"/>
                  </a:cubicBezTo>
                  <a:cubicBezTo>
                    <a:pt x="1" y="10"/>
                    <a:pt x="0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9" name="Freeform 1448">
              <a:extLst>
                <a:ext uri="{FF2B5EF4-FFF2-40B4-BE49-F238E27FC236}">
                  <a16:creationId xmlns:a16="http://schemas.microsoft.com/office/drawing/2014/main" id="{5FB2F49C-E40F-4275-8AEE-6BDA4F063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991"/>
              <a:ext cx="63" cy="36"/>
            </a:xfrm>
            <a:custGeom>
              <a:avLst/>
              <a:gdLst>
                <a:gd name="T0" fmla="*/ 277 w 30"/>
                <a:gd name="T1" fmla="*/ 173 h 16"/>
                <a:gd name="T2" fmla="*/ 8 w 30"/>
                <a:gd name="T3" fmla="*/ 126 h 16"/>
                <a:gd name="T4" fmla="*/ 27 w 3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30" y="15"/>
                  </a:moveTo>
                  <a:cubicBezTo>
                    <a:pt x="25" y="16"/>
                    <a:pt x="5" y="16"/>
                    <a:pt x="1" y="11"/>
                  </a:cubicBezTo>
                  <a:cubicBezTo>
                    <a:pt x="0" y="9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0" name="Freeform 1449">
              <a:extLst>
                <a:ext uri="{FF2B5EF4-FFF2-40B4-BE49-F238E27FC236}">
                  <a16:creationId xmlns:a16="http://schemas.microsoft.com/office/drawing/2014/main" id="{0E3F61F5-7CDC-4063-BB89-044B6C8D2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980"/>
              <a:ext cx="54" cy="38"/>
            </a:xfrm>
            <a:custGeom>
              <a:avLst/>
              <a:gdLst>
                <a:gd name="T0" fmla="*/ 233 w 26"/>
                <a:gd name="T1" fmla="*/ 170 h 17"/>
                <a:gd name="T2" fmla="*/ 17 w 26"/>
                <a:gd name="T3" fmla="*/ 110 h 17"/>
                <a:gd name="T4" fmla="*/ 17 w 2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7">
                  <a:moveTo>
                    <a:pt x="26" y="15"/>
                  </a:moveTo>
                  <a:cubicBezTo>
                    <a:pt x="20" y="17"/>
                    <a:pt x="5" y="14"/>
                    <a:pt x="2" y="10"/>
                  </a:cubicBezTo>
                  <a:cubicBezTo>
                    <a:pt x="0" y="7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1" name="Freeform 1450">
              <a:extLst>
                <a:ext uri="{FF2B5EF4-FFF2-40B4-BE49-F238E27FC236}">
                  <a16:creationId xmlns:a16="http://schemas.microsoft.com/office/drawing/2014/main" id="{EB106009-7565-4AB1-9AD6-35EC57CD7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4027"/>
              <a:ext cx="7" cy="22"/>
            </a:xfrm>
            <a:custGeom>
              <a:avLst/>
              <a:gdLst>
                <a:gd name="T0" fmla="*/ 37 w 3"/>
                <a:gd name="T1" fmla="*/ 0 h 10"/>
                <a:gd name="T2" fmla="*/ 0 w 3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6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2" name="Freeform 1451">
              <a:extLst>
                <a:ext uri="{FF2B5EF4-FFF2-40B4-BE49-F238E27FC236}">
                  <a16:creationId xmlns:a16="http://schemas.microsoft.com/office/drawing/2014/main" id="{8FDED4D1-31DA-4529-BBA1-D3B151FFE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4015"/>
              <a:ext cx="7" cy="21"/>
            </a:xfrm>
            <a:custGeom>
              <a:avLst/>
              <a:gdLst>
                <a:gd name="T0" fmla="*/ 37 w 3"/>
                <a:gd name="T1" fmla="*/ 0 h 9"/>
                <a:gd name="T2" fmla="*/ 28 w 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0" y="3"/>
                    <a:pt x="1" y="6"/>
                    <a:pt x="2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3" name="Freeform 1452">
              <a:extLst>
                <a:ext uri="{FF2B5EF4-FFF2-40B4-BE49-F238E27FC236}">
                  <a16:creationId xmlns:a16="http://schemas.microsoft.com/office/drawing/2014/main" id="{99989C64-0CE5-48C6-9A70-13A1252BA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982"/>
              <a:ext cx="27" cy="7"/>
            </a:xfrm>
            <a:custGeom>
              <a:avLst/>
              <a:gdLst>
                <a:gd name="T0" fmla="*/ 116 w 13"/>
                <a:gd name="T1" fmla="*/ 28 h 3"/>
                <a:gd name="T2" fmla="*/ 0 w 1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13" y="2"/>
                  </a:moveTo>
                  <a:cubicBezTo>
                    <a:pt x="8" y="3"/>
                    <a:pt x="5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4" name="Freeform 1453">
              <a:extLst>
                <a:ext uri="{FF2B5EF4-FFF2-40B4-BE49-F238E27FC236}">
                  <a16:creationId xmlns:a16="http://schemas.microsoft.com/office/drawing/2014/main" id="{42282B95-1E72-45DB-9F91-1F53D43E7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991"/>
              <a:ext cx="21" cy="4"/>
            </a:xfrm>
            <a:custGeom>
              <a:avLst/>
              <a:gdLst>
                <a:gd name="T0" fmla="*/ 92 w 10"/>
                <a:gd name="T1" fmla="*/ 16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6" y="2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5" name="Freeform 1454">
              <a:extLst>
                <a:ext uri="{FF2B5EF4-FFF2-40B4-BE49-F238E27FC236}">
                  <a16:creationId xmlns:a16="http://schemas.microsoft.com/office/drawing/2014/main" id="{7779A202-79FD-49A9-84F9-83DB23C11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908"/>
              <a:ext cx="50" cy="34"/>
            </a:xfrm>
            <a:custGeom>
              <a:avLst/>
              <a:gdLst>
                <a:gd name="T0" fmla="*/ 217 w 24"/>
                <a:gd name="T1" fmla="*/ 0 h 15"/>
                <a:gd name="T2" fmla="*/ 44 w 24"/>
                <a:gd name="T3" fmla="*/ 150 h 15"/>
                <a:gd name="T4" fmla="*/ 0 w 24"/>
                <a:gd name="T5" fmla="*/ 8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24" y="0"/>
                  </a:moveTo>
                  <a:cubicBezTo>
                    <a:pt x="18" y="9"/>
                    <a:pt x="8" y="15"/>
                    <a:pt x="5" y="13"/>
                  </a:cubicBezTo>
                  <a:cubicBezTo>
                    <a:pt x="2" y="12"/>
                    <a:pt x="0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6" name="Freeform 1455">
              <a:extLst>
                <a:ext uri="{FF2B5EF4-FFF2-40B4-BE49-F238E27FC236}">
                  <a16:creationId xmlns:a16="http://schemas.microsoft.com/office/drawing/2014/main" id="{4D55FF4E-5AAE-4475-96DE-1F8EF7CCD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3906"/>
              <a:ext cx="14" cy="27"/>
            </a:xfrm>
            <a:custGeom>
              <a:avLst/>
              <a:gdLst>
                <a:gd name="T0" fmla="*/ 48 w 7"/>
                <a:gd name="T1" fmla="*/ 0 h 12"/>
                <a:gd name="T2" fmla="*/ 8 w 7"/>
                <a:gd name="T3" fmla="*/ 72 h 12"/>
                <a:gd name="T4" fmla="*/ 56 w 7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1" y="3"/>
                    <a:pt x="0" y="5"/>
                    <a:pt x="1" y="6"/>
                  </a:cubicBezTo>
                  <a:cubicBezTo>
                    <a:pt x="1" y="7"/>
                    <a:pt x="7" y="12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7" name="Freeform 1456">
              <a:extLst>
                <a:ext uri="{FF2B5EF4-FFF2-40B4-BE49-F238E27FC236}">
                  <a16:creationId xmlns:a16="http://schemas.microsoft.com/office/drawing/2014/main" id="{36B1A51D-5DCB-4EDA-8C81-B64C3DF4B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919"/>
              <a:ext cx="48" cy="41"/>
            </a:xfrm>
            <a:custGeom>
              <a:avLst/>
              <a:gdLst>
                <a:gd name="T0" fmla="*/ 209 w 23"/>
                <a:gd name="T1" fmla="*/ 0 h 18"/>
                <a:gd name="T2" fmla="*/ 0 w 23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8">
                  <a:moveTo>
                    <a:pt x="23" y="0"/>
                  </a:moveTo>
                  <a:cubicBezTo>
                    <a:pt x="16" y="4"/>
                    <a:pt x="1" y="17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8" name="Freeform 1457">
              <a:extLst>
                <a:ext uri="{FF2B5EF4-FFF2-40B4-BE49-F238E27FC236}">
                  <a16:creationId xmlns:a16="http://schemas.microsoft.com/office/drawing/2014/main" id="{17201A36-A035-482D-9534-AB7ACCA3E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931"/>
              <a:ext cx="17" cy="15"/>
            </a:xfrm>
            <a:custGeom>
              <a:avLst/>
              <a:gdLst>
                <a:gd name="T0" fmla="*/ 77 w 8"/>
                <a:gd name="T1" fmla="*/ 69 h 7"/>
                <a:gd name="T2" fmla="*/ 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3" y="5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9" name="Freeform 1458">
              <a:extLst>
                <a:ext uri="{FF2B5EF4-FFF2-40B4-BE49-F238E27FC236}">
                  <a16:creationId xmlns:a16="http://schemas.microsoft.com/office/drawing/2014/main" id="{7887060C-408B-4B63-A127-06E6E8148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621"/>
              <a:ext cx="38" cy="51"/>
            </a:xfrm>
            <a:custGeom>
              <a:avLst/>
              <a:gdLst>
                <a:gd name="T0" fmla="*/ 0 w 18"/>
                <a:gd name="T1" fmla="*/ 0 h 23"/>
                <a:gd name="T2" fmla="*/ 68 w 18"/>
                <a:gd name="T3" fmla="*/ 118 h 23"/>
                <a:gd name="T4" fmla="*/ 103 w 18"/>
                <a:gd name="T5" fmla="*/ 231 h 23"/>
                <a:gd name="T6" fmla="*/ 169 w 18"/>
                <a:gd name="T7" fmla="*/ 21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1" y="5"/>
                    <a:pt x="5" y="6"/>
                    <a:pt x="7" y="11"/>
                  </a:cubicBezTo>
                  <a:cubicBezTo>
                    <a:pt x="8" y="14"/>
                    <a:pt x="9" y="19"/>
                    <a:pt x="11" y="21"/>
                  </a:cubicBezTo>
                  <a:cubicBezTo>
                    <a:pt x="15" y="23"/>
                    <a:pt x="16" y="21"/>
                    <a:pt x="18" y="2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0" name="Freeform 1459">
              <a:extLst>
                <a:ext uri="{FF2B5EF4-FFF2-40B4-BE49-F238E27FC236}">
                  <a16:creationId xmlns:a16="http://schemas.microsoft.com/office/drawing/2014/main" id="{E59BE05B-ED35-4859-A224-09A330CB6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670"/>
              <a:ext cx="59" cy="67"/>
            </a:xfrm>
            <a:custGeom>
              <a:avLst/>
              <a:gdLst>
                <a:gd name="T0" fmla="*/ 57 w 28"/>
                <a:gd name="T1" fmla="*/ 0 h 30"/>
                <a:gd name="T2" fmla="*/ 152 w 28"/>
                <a:gd name="T3" fmla="*/ 279 h 30"/>
                <a:gd name="T4" fmla="*/ 261 w 28"/>
                <a:gd name="T5" fmla="*/ 29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">
                  <a:moveTo>
                    <a:pt x="6" y="0"/>
                  </a:moveTo>
                  <a:cubicBezTo>
                    <a:pt x="0" y="5"/>
                    <a:pt x="13" y="21"/>
                    <a:pt x="16" y="25"/>
                  </a:cubicBezTo>
                  <a:cubicBezTo>
                    <a:pt x="20" y="30"/>
                    <a:pt x="23" y="30"/>
                    <a:pt x="28" y="2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1" name="Freeform 1460">
              <a:extLst>
                <a:ext uri="{FF2B5EF4-FFF2-40B4-BE49-F238E27FC236}">
                  <a16:creationId xmlns:a16="http://schemas.microsoft.com/office/drawing/2014/main" id="{19772393-703F-43FB-8BDF-FA8B80793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734"/>
              <a:ext cx="63" cy="58"/>
            </a:xfrm>
            <a:custGeom>
              <a:avLst/>
              <a:gdLst>
                <a:gd name="T0" fmla="*/ 57 w 30"/>
                <a:gd name="T1" fmla="*/ 0 h 26"/>
                <a:gd name="T2" fmla="*/ 176 w 30"/>
                <a:gd name="T3" fmla="*/ 254 h 26"/>
                <a:gd name="T4" fmla="*/ 244 w 30"/>
                <a:gd name="T5" fmla="*/ 268 h 26"/>
                <a:gd name="T6" fmla="*/ 277 w 30"/>
                <a:gd name="T7" fmla="*/ 23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6">
                  <a:moveTo>
                    <a:pt x="6" y="0"/>
                  </a:moveTo>
                  <a:cubicBezTo>
                    <a:pt x="0" y="4"/>
                    <a:pt x="15" y="19"/>
                    <a:pt x="19" y="23"/>
                  </a:cubicBezTo>
                  <a:cubicBezTo>
                    <a:pt x="21" y="25"/>
                    <a:pt x="22" y="26"/>
                    <a:pt x="26" y="24"/>
                  </a:cubicBezTo>
                  <a:cubicBezTo>
                    <a:pt x="28" y="23"/>
                    <a:pt x="29" y="22"/>
                    <a:pt x="30" y="2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2" name="Freeform 1461">
              <a:extLst>
                <a:ext uri="{FF2B5EF4-FFF2-40B4-BE49-F238E27FC236}">
                  <a16:creationId xmlns:a16="http://schemas.microsoft.com/office/drawing/2014/main" id="{BD820651-CF90-4BF5-ADE7-1DEF0306C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634"/>
              <a:ext cx="34" cy="11"/>
            </a:xfrm>
            <a:custGeom>
              <a:avLst/>
              <a:gdLst>
                <a:gd name="T0" fmla="*/ 0 w 16"/>
                <a:gd name="T1" fmla="*/ 20 h 5"/>
                <a:gd name="T2" fmla="*/ 153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2"/>
                  </a:moveTo>
                  <a:cubicBezTo>
                    <a:pt x="4" y="5"/>
                    <a:pt x="12" y="3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3" name="Freeform 1462">
              <a:extLst>
                <a:ext uri="{FF2B5EF4-FFF2-40B4-BE49-F238E27FC236}">
                  <a16:creationId xmlns:a16="http://schemas.microsoft.com/office/drawing/2014/main" id="{652B2328-41D0-4E38-A2B9-24186DDB7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643"/>
              <a:ext cx="25" cy="62"/>
            </a:xfrm>
            <a:custGeom>
              <a:avLst/>
              <a:gdLst>
                <a:gd name="T0" fmla="*/ 17 w 12"/>
                <a:gd name="T1" fmla="*/ 0 h 28"/>
                <a:gd name="T2" fmla="*/ 65 w 12"/>
                <a:gd name="T3" fmla="*/ 117 h 28"/>
                <a:gd name="T4" fmla="*/ 100 w 12"/>
                <a:gd name="T5" fmla="*/ 230 h 28"/>
                <a:gd name="T6" fmla="*/ 0 w 12"/>
                <a:gd name="T7" fmla="*/ 30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2" y="0"/>
                  </a:moveTo>
                  <a:cubicBezTo>
                    <a:pt x="4" y="4"/>
                    <a:pt x="5" y="8"/>
                    <a:pt x="7" y="11"/>
                  </a:cubicBezTo>
                  <a:cubicBezTo>
                    <a:pt x="9" y="14"/>
                    <a:pt x="12" y="18"/>
                    <a:pt x="11" y="21"/>
                  </a:cubicBezTo>
                  <a:cubicBezTo>
                    <a:pt x="10" y="24"/>
                    <a:pt x="3" y="28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4" name="Freeform 1463">
              <a:extLst>
                <a:ext uri="{FF2B5EF4-FFF2-40B4-BE49-F238E27FC236}">
                  <a16:creationId xmlns:a16="http://schemas.microsoft.com/office/drawing/2014/main" id="{8AF930CB-9386-4561-99C6-B5E2E57F6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681"/>
              <a:ext cx="17" cy="6"/>
            </a:xfrm>
            <a:custGeom>
              <a:avLst/>
              <a:gdLst>
                <a:gd name="T0" fmla="*/ 0 w 8"/>
                <a:gd name="T1" fmla="*/ 24 h 3"/>
                <a:gd name="T2" fmla="*/ 77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3"/>
                    <a:pt x="7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5" name="Freeform 1464">
              <a:extLst>
                <a:ext uri="{FF2B5EF4-FFF2-40B4-BE49-F238E27FC236}">
                  <a16:creationId xmlns:a16="http://schemas.microsoft.com/office/drawing/2014/main" id="{111E87D5-5060-49D1-A87A-CD9A531EA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701"/>
              <a:ext cx="25" cy="56"/>
            </a:xfrm>
            <a:custGeom>
              <a:avLst/>
              <a:gdLst>
                <a:gd name="T0" fmla="*/ 0 w 12"/>
                <a:gd name="T1" fmla="*/ 0 h 25"/>
                <a:gd name="T2" fmla="*/ 108 w 12"/>
                <a:gd name="T3" fmla="*/ 202 h 25"/>
                <a:gd name="T4" fmla="*/ 35 w 12"/>
                <a:gd name="T5" fmla="*/ 28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0" y="0"/>
                  </a:moveTo>
                  <a:cubicBezTo>
                    <a:pt x="3" y="5"/>
                    <a:pt x="12" y="13"/>
                    <a:pt x="12" y="18"/>
                  </a:cubicBezTo>
                  <a:cubicBezTo>
                    <a:pt x="12" y="21"/>
                    <a:pt x="6" y="25"/>
                    <a:pt x="4" y="2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6" name="Freeform 1465">
              <a:extLst>
                <a:ext uri="{FF2B5EF4-FFF2-40B4-BE49-F238E27FC236}">
                  <a16:creationId xmlns:a16="http://schemas.microsoft.com/office/drawing/2014/main" id="{D7D101C2-F61B-4611-B256-24F182FA2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721"/>
              <a:ext cx="27" cy="13"/>
            </a:xfrm>
            <a:custGeom>
              <a:avLst/>
              <a:gdLst>
                <a:gd name="T0" fmla="*/ 0 w 13"/>
                <a:gd name="T1" fmla="*/ 61 h 6"/>
                <a:gd name="T2" fmla="*/ 116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5" y="6"/>
                    <a:pt x="11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7" name="Freeform 1466">
              <a:extLst>
                <a:ext uri="{FF2B5EF4-FFF2-40B4-BE49-F238E27FC236}">
                  <a16:creationId xmlns:a16="http://schemas.microsoft.com/office/drawing/2014/main" id="{528A7355-13CC-44EF-BFF8-BC75BEFF7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3728"/>
              <a:ext cx="15" cy="17"/>
            </a:xfrm>
            <a:custGeom>
              <a:avLst/>
              <a:gdLst>
                <a:gd name="T0" fmla="*/ 0 w 7"/>
                <a:gd name="T1" fmla="*/ 0 h 8"/>
                <a:gd name="T2" fmla="*/ 69 w 7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3" y="2"/>
                    <a:pt x="5" y="5"/>
                    <a:pt x="7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8" name="Freeform 1467">
              <a:extLst>
                <a:ext uri="{FF2B5EF4-FFF2-40B4-BE49-F238E27FC236}">
                  <a16:creationId xmlns:a16="http://schemas.microsoft.com/office/drawing/2014/main" id="{32E5ACC4-E7B5-46DC-8EEF-51977195E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745"/>
              <a:ext cx="50" cy="43"/>
            </a:xfrm>
            <a:custGeom>
              <a:avLst/>
              <a:gdLst>
                <a:gd name="T0" fmla="*/ 0 w 24"/>
                <a:gd name="T1" fmla="*/ 0 h 19"/>
                <a:gd name="T2" fmla="*/ 135 w 24"/>
                <a:gd name="T3" fmla="*/ 220 h 19"/>
                <a:gd name="T4" fmla="*/ 217 w 24"/>
                <a:gd name="T5" fmla="*/ 14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0" y="0"/>
                  </a:moveTo>
                  <a:cubicBezTo>
                    <a:pt x="3" y="6"/>
                    <a:pt x="7" y="18"/>
                    <a:pt x="15" y="19"/>
                  </a:cubicBezTo>
                  <a:cubicBezTo>
                    <a:pt x="18" y="19"/>
                    <a:pt x="24" y="15"/>
                    <a:pt x="24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9" name="Freeform 1468">
              <a:extLst>
                <a:ext uri="{FF2B5EF4-FFF2-40B4-BE49-F238E27FC236}">
                  <a16:creationId xmlns:a16="http://schemas.microsoft.com/office/drawing/2014/main" id="{EEBA4D91-6079-477B-B70D-0EA4E0F59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788"/>
              <a:ext cx="16" cy="15"/>
            </a:xfrm>
            <a:custGeom>
              <a:avLst/>
              <a:gdLst>
                <a:gd name="T0" fmla="*/ 64 w 8"/>
                <a:gd name="T1" fmla="*/ 0 h 7"/>
                <a:gd name="T2" fmla="*/ 0 w 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6" y="2"/>
                    <a:pt x="2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0" name="Freeform 1469">
              <a:extLst>
                <a:ext uri="{FF2B5EF4-FFF2-40B4-BE49-F238E27FC236}">
                  <a16:creationId xmlns:a16="http://schemas.microsoft.com/office/drawing/2014/main" id="{6ED923E0-6811-4202-AF87-1B3D28B04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790"/>
              <a:ext cx="55" cy="47"/>
            </a:xfrm>
            <a:custGeom>
              <a:avLst/>
              <a:gdLst>
                <a:gd name="T0" fmla="*/ 0 w 26"/>
                <a:gd name="T1" fmla="*/ 0 h 21"/>
                <a:gd name="T2" fmla="*/ 68 w 26"/>
                <a:gd name="T3" fmla="*/ 125 h 21"/>
                <a:gd name="T4" fmla="*/ 144 w 26"/>
                <a:gd name="T5" fmla="*/ 226 h 21"/>
                <a:gd name="T6" fmla="*/ 245 w 26"/>
                <a:gd name="T7" fmla="*/ 15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2" y="4"/>
                    <a:pt x="4" y="7"/>
                    <a:pt x="7" y="11"/>
                  </a:cubicBezTo>
                  <a:cubicBezTo>
                    <a:pt x="9" y="13"/>
                    <a:pt x="12" y="19"/>
                    <a:pt x="15" y="20"/>
                  </a:cubicBezTo>
                  <a:cubicBezTo>
                    <a:pt x="20" y="21"/>
                    <a:pt x="24" y="17"/>
                    <a:pt x="26" y="1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1" name="Freeform 1470">
              <a:extLst>
                <a:ext uri="{FF2B5EF4-FFF2-40B4-BE49-F238E27FC236}">
                  <a16:creationId xmlns:a16="http://schemas.microsoft.com/office/drawing/2014/main" id="{24BFF926-3AD9-4544-953E-9E8B11B74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835"/>
              <a:ext cx="46" cy="38"/>
            </a:xfrm>
            <a:custGeom>
              <a:avLst/>
              <a:gdLst>
                <a:gd name="T0" fmla="*/ 0 w 22"/>
                <a:gd name="T1" fmla="*/ 0 h 17"/>
                <a:gd name="T2" fmla="*/ 157 w 22"/>
                <a:gd name="T3" fmla="*/ 179 h 17"/>
                <a:gd name="T4" fmla="*/ 201 w 22"/>
                <a:gd name="T5" fmla="*/ 1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1" y="5"/>
                    <a:pt x="11" y="17"/>
                    <a:pt x="17" y="16"/>
                  </a:cubicBezTo>
                  <a:cubicBezTo>
                    <a:pt x="20" y="16"/>
                    <a:pt x="22" y="14"/>
                    <a:pt x="22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2" name="Freeform 1471">
              <a:extLst>
                <a:ext uri="{FF2B5EF4-FFF2-40B4-BE49-F238E27FC236}">
                  <a16:creationId xmlns:a16="http://schemas.microsoft.com/office/drawing/2014/main" id="{E54A4A61-F7A2-4935-9051-2E5252655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870"/>
              <a:ext cx="60" cy="38"/>
            </a:xfrm>
            <a:custGeom>
              <a:avLst/>
              <a:gdLst>
                <a:gd name="T0" fmla="*/ 0 w 29"/>
                <a:gd name="T1" fmla="*/ 0 h 17"/>
                <a:gd name="T2" fmla="*/ 176 w 29"/>
                <a:gd name="T3" fmla="*/ 190 h 17"/>
                <a:gd name="T4" fmla="*/ 257 w 29"/>
                <a:gd name="T5" fmla="*/ 10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0" y="0"/>
                  </a:moveTo>
                  <a:cubicBezTo>
                    <a:pt x="1" y="5"/>
                    <a:pt x="14" y="16"/>
                    <a:pt x="20" y="17"/>
                  </a:cubicBezTo>
                  <a:cubicBezTo>
                    <a:pt x="23" y="17"/>
                    <a:pt x="28" y="11"/>
                    <a:pt x="29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3" name="Freeform 1472">
              <a:extLst>
                <a:ext uri="{FF2B5EF4-FFF2-40B4-BE49-F238E27FC236}">
                  <a16:creationId xmlns:a16="http://schemas.microsoft.com/office/drawing/2014/main" id="{BF0C9702-62B2-43DE-8632-4251DD3F9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788"/>
              <a:ext cx="52" cy="40"/>
            </a:xfrm>
            <a:custGeom>
              <a:avLst/>
              <a:gdLst>
                <a:gd name="T0" fmla="*/ 0 w 25"/>
                <a:gd name="T1" fmla="*/ 0 h 18"/>
                <a:gd name="T2" fmla="*/ 116 w 25"/>
                <a:gd name="T3" fmla="*/ 198 h 18"/>
                <a:gd name="T4" fmla="*/ 225 w 25"/>
                <a:gd name="T5" fmla="*/ 1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1" y="5"/>
                    <a:pt x="8" y="16"/>
                    <a:pt x="13" y="18"/>
                  </a:cubicBezTo>
                  <a:cubicBezTo>
                    <a:pt x="17" y="18"/>
                    <a:pt x="24" y="15"/>
                    <a:pt x="25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4" name="Freeform 1473">
              <a:extLst>
                <a:ext uri="{FF2B5EF4-FFF2-40B4-BE49-F238E27FC236}">
                  <a16:creationId xmlns:a16="http://schemas.microsoft.com/office/drawing/2014/main" id="{9849F111-1495-40DA-90FA-C54872AB3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828"/>
              <a:ext cx="63" cy="45"/>
            </a:xfrm>
            <a:custGeom>
              <a:avLst/>
              <a:gdLst>
                <a:gd name="T0" fmla="*/ 0 w 30"/>
                <a:gd name="T1" fmla="*/ 0 h 20"/>
                <a:gd name="T2" fmla="*/ 176 w 30"/>
                <a:gd name="T3" fmla="*/ 227 h 20"/>
                <a:gd name="T4" fmla="*/ 269 w 30"/>
                <a:gd name="T5" fmla="*/ 14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0">
                  <a:moveTo>
                    <a:pt x="0" y="0"/>
                  </a:moveTo>
                  <a:cubicBezTo>
                    <a:pt x="2" y="5"/>
                    <a:pt x="12" y="20"/>
                    <a:pt x="19" y="20"/>
                  </a:cubicBezTo>
                  <a:cubicBezTo>
                    <a:pt x="21" y="20"/>
                    <a:pt x="30" y="14"/>
                    <a:pt x="29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5" name="Freeform 1474">
              <a:extLst>
                <a:ext uri="{FF2B5EF4-FFF2-40B4-BE49-F238E27FC236}">
                  <a16:creationId xmlns:a16="http://schemas.microsoft.com/office/drawing/2014/main" id="{70F3528B-38C9-45FE-AB61-D62C3C65E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873"/>
              <a:ext cx="56" cy="35"/>
            </a:xfrm>
            <a:custGeom>
              <a:avLst/>
              <a:gdLst>
                <a:gd name="T0" fmla="*/ 0 w 27"/>
                <a:gd name="T1" fmla="*/ 0 h 16"/>
                <a:gd name="T2" fmla="*/ 160 w 27"/>
                <a:gd name="T3" fmla="*/ 168 h 16"/>
                <a:gd name="T4" fmla="*/ 241 w 27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2" y="5"/>
                    <a:pt x="12" y="16"/>
                    <a:pt x="18" y="16"/>
                  </a:cubicBezTo>
                  <a:cubicBezTo>
                    <a:pt x="21" y="16"/>
                    <a:pt x="27" y="12"/>
                    <a:pt x="27" y="1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6" name="Freeform 1475">
              <a:extLst>
                <a:ext uri="{FF2B5EF4-FFF2-40B4-BE49-F238E27FC236}">
                  <a16:creationId xmlns:a16="http://schemas.microsoft.com/office/drawing/2014/main" id="{DF5111C9-C143-425D-A52C-6B7992B6A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839"/>
              <a:ext cx="19" cy="16"/>
            </a:xfrm>
            <a:custGeom>
              <a:avLst/>
              <a:gdLst>
                <a:gd name="T0" fmla="*/ 84 w 9"/>
                <a:gd name="T1" fmla="*/ 0 h 7"/>
                <a:gd name="T2" fmla="*/ 0 w 9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6" y="3"/>
                    <a:pt x="4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7" name="Freeform 1476">
              <a:extLst>
                <a:ext uri="{FF2B5EF4-FFF2-40B4-BE49-F238E27FC236}">
                  <a16:creationId xmlns:a16="http://schemas.microsoft.com/office/drawing/2014/main" id="{42620938-B19F-4AB8-8DE9-94AF6EB62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886"/>
              <a:ext cx="23" cy="16"/>
            </a:xfrm>
            <a:custGeom>
              <a:avLst/>
              <a:gdLst>
                <a:gd name="T0" fmla="*/ 100 w 11"/>
                <a:gd name="T1" fmla="*/ 0 h 7"/>
                <a:gd name="T2" fmla="*/ 0 w 1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9" y="4"/>
                    <a:pt x="3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8" name="Freeform 1477">
              <a:extLst>
                <a:ext uri="{FF2B5EF4-FFF2-40B4-BE49-F238E27FC236}">
                  <a16:creationId xmlns:a16="http://schemas.microsoft.com/office/drawing/2014/main" id="{03F74CB8-137D-49DF-A2FD-92089115F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866"/>
              <a:ext cx="21" cy="20"/>
            </a:xfrm>
            <a:custGeom>
              <a:avLst/>
              <a:gdLst>
                <a:gd name="T0" fmla="*/ 0 w 10"/>
                <a:gd name="T1" fmla="*/ 0 h 9"/>
                <a:gd name="T2" fmla="*/ 92 w 10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2" y="5"/>
                    <a:pt x="6" y="6"/>
                    <a:pt x="10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9" name="Freeform 1478">
              <a:extLst>
                <a:ext uri="{FF2B5EF4-FFF2-40B4-BE49-F238E27FC236}">
                  <a16:creationId xmlns:a16="http://schemas.microsoft.com/office/drawing/2014/main" id="{07064D84-980A-4021-A4A6-32C01FE00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835"/>
              <a:ext cx="14" cy="13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2"/>
                    <a:pt x="4" y="5"/>
                    <a:pt x="7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0" name="Freeform 1479">
              <a:extLst>
                <a:ext uri="{FF2B5EF4-FFF2-40B4-BE49-F238E27FC236}">
                  <a16:creationId xmlns:a16="http://schemas.microsoft.com/office/drawing/2014/main" id="{55F7F425-303A-4669-B57D-099FBE5F5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786"/>
              <a:ext cx="6" cy="17"/>
            </a:xfrm>
            <a:custGeom>
              <a:avLst/>
              <a:gdLst>
                <a:gd name="T0" fmla="*/ 16 w 3"/>
                <a:gd name="T1" fmla="*/ 77 h 8"/>
                <a:gd name="T2" fmla="*/ 24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8"/>
                  </a:moveTo>
                  <a:cubicBezTo>
                    <a:pt x="2" y="5"/>
                    <a:pt x="0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1" name="Freeform 1480">
              <a:extLst>
                <a:ext uri="{FF2B5EF4-FFF2-40B4-BE49-F238E27FC236}">
                  <a16:creationId xmlns:a16="http://schemas.microsoft.com/office/drawing/2014/main" id="{2E9644A5-751A-4C78-B962-3BC10BB72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908"/>
              <a:ext cx="54" cy="29"/>
            </a:xfrm>
            <a:custGeom>
              <a:avLst/>
              <a:gdLst>
                <a:gd name="T0" fmla="*/ 0 w 26"/>
                <a:gd name="T1" fmla="*/ 0 h 13"/>
                <a:gd name="T2" fmla="*/ 160 w 26"/>
                <a:gd name="T3" fmla="*/ 134 h 13"/>
                <a:gd name="T4" fmla="*/ 233 w 26"/>
                <a:gd name="T5" fmla="*/ 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0" y="0"/>
                  </a:moveTo>
                  <a:cubicBezTo>
                    <a:pt x="6" y="9"/>
                    <a:pt x="15" y="13"/>
                    <a:pt x="18" y="12"/>
                  </a:cubicBezTo>
                  <a:cubicBezTo>
                    <a:pt x="20" y="11"/>
                    <a:pt x="26" y="4"/>
                    <a:pt x="26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2" name="Freeform 1481">
              <a:extLst>
                <a:ext uri="{FF2B5EF4-FFF2-40B4-BE49-F238E27FC236}">
                  <a16:creationId xmlns:a16="http://schemas.microsoft.com/office/drawing/2014/main" id="{063F16BF-48DB-403C-AD38-95C4E1BAE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908"/>
              <a:ext cx="13" cy="32"/>
            </a:xfrm>
            <a:custGeom>
              <a:avLst/>
              <a:gdLst>
                <a:gd name="T0" fmla="*/ 9 w 6"/>
                <a:gd name="T1" fmla="*/ 0 h 14"/>
                <a:gd name="T2" fmla="*/ 61 w 6"/>
                <a:gd name="T3" fmla="*/ 73 h 14"/>
                <a:gd name="T4" fmla="*/ 0 w 6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1" y="0"/>
                  </a:moveTo>
                  <a:cubicBezTo>
                    <a:pt x="6" y="3"/>
                    <a:pt x="6" y="5"/>
                    <a:pt x="6" y="6"/>
                  </a:cubicBezTo>
                  <a:cubicBezTo>
                    <a:pt x="6" y="7"/>
                    <a:pt x="0" y="14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3" name="Freeform 1482">
              <a:extLst>
                <a:ext uri="{FF2B5EF4-FFF2-40B4-BE49-F238E27FC236}">
                  <a16:creationId xmlns:a16="http://schemas.microsoft.com/office/drawing/2014/main" id="{AAE8B22D-D965-467D-938F-7BD79FA6D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919"/>
              <a:ext cx="54" cy="41"/>
            </a:xfrm>
            <a:custGeom>
              <a:avLst/>
              <a:gdLst>
                <a:gd name="T0" fmla="*/ 0 w 26"/>
                <a:gd name="T1" fmla="*/ 0 h 18"/>
                <a:gd name="T2" fmla="*/ 233 w 26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7" y="4"/>
                    <a:pt x="25" y="17"/>
                    <a:pt x="26" y="1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4" name="Freeform 1483">
              <a:extLst>
                <a:ext uri="{FF2B5EF4-FFF2-40B4-BE49-F238E27FC236}">
                  <a16:creationId xmlns:a16="http://schemas.microsoft.com/office/drawing/2014/main" id="{D10F01D9-8137-4650-BF61-9F938C88B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931"/>
              <a:ext cx="14" cy="15"/>
            </a:xfrm>
            <a:custGeom>
              <a:avLst/>
              <a:gdLst>
                <a:gd name="T0" fmla="*/ 0 w 7"/>
                <a:gd name="T1" fmla="*/ 69 h 7"/>
                <a:gd name="T2" fmla="*/ 5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4" y="5"/>
                    <a:pt x="7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5" name="Freeform 1484">
              <a:extLst>
                <a:ext uri="{FF2B5EF4-FFF2-40B4-BE49-F238E27FC236}">
                  <a16:creationId xmlns:a16="http://schemas.microsoft.com/office/drawing/2014/main" id="{478103C9-54C8-42FC-B8C7-36614E2BF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955"/>
              <a:ext cx="4" cy="11"/>
            </a:xfrm>
            <a:custGeom>
              <a:avLst/>
              <a:gdLst>
                <a:gd name="T0" fmla="*/ 0 w 2"/>
                <a:gd name="T1" fmla="*/ 53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6" name="Freeform 1485">
              <a:extLst>
                <a:ext uri="{FF2B5EF4-FFF2-40B4-BE49-F238E27FC236}">
                  <a16:creationId xmlns:a16="http://schemas.microsoft.com/office/drawing/2014/main" id="{1EC42075-4811-436B-953B-24E3F8143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944"/>
              <a:ext cx="46" cy="38"/>
            </a:xfrm>
            <a:custGeom>
              <a:avLst/>
              <a:gdLst>
                <a:gd name="T0" fmla="*/ 201 w 22"/>
                <a:gd name="T1" fmla="*/ 179 h 17"/>
                <a:gd name="T2" fmla="*/ 56 w 22"/>
                <a:gd name="T3" fmla="*/ 134 h 17"/>
                <a:gd name="T4" fmla="*/ 17 w 2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22" y="16"/>
                  </a:moveTo>
                  <a:cubicBezTo>
                    <a:pt x="16" y="17"/>
                    <a:pt x="11" y="16"/>
                    <a:pt x="6" y="12"/>
                  </a:cubicBezTo>
                  <a:cubicBezTo>
                    <a:pt x="0" y="7"/>
                    <a:pt x="0" y="6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7" name="Freeform 1486">
              <a:extLst>
                <a:ext uri="{FF2B5EF4-FFF2-40B4-BE49-F238E27FC236}">
                  <a16:creationId xmlns:a16="http://schemas.microsoft.com/office/drawing/2014/main" id="{C43D03B8-DB41-4411-B4E0-79B69EC7A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935"/>
              <a:ext cx="48" cy="27"/>
            </a:xfrm>
            <a:custGeom>
              <a:avLst/>
              <a:gdLst>
                <a:gd name="T0" fmla="*/ 209 w 23"/>
                <a:gd name="T1" fmla="*/ 137 h 12"/>
                <a:gd name="T2" fmla="*/ 0 w 2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23" y="12"/>
                  </a:moveTo>
                  <a:cubicBezTo>
                    <a:pt x="15" y="10"/>
                    <a:pt x="2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8" name="Freeform 1487">
              <a:extLst>
                <a:ext uri="{FF2B5EF4-FFF2-40B4-BE49-F238E27FC236}">
                  <a16:creationId xmlns:a16="http://schemas.microsoft.com/office/drawing/2014/main" id="{D25EB30F-B668-4B0B-9B58-74CD04A15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955"/>
              <a:ext cx="44" cy="40"/>
            </a:xfrm>
            <a:custGeom>
              <a:avLst/>
              <a:gdLst>
                <a:gd name="T0" fmla="*/ 193 w 21"/>
                <a:gd name="T1" fmla="*/ 198 h 18"/>
                <a:gd name="T2" fmla="*/ 27 w 21"/>
                <a:gd name="T3" fmla="*/ 118 h 18"/>
                <a:gd name="T4" fmla="*/ 17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1" y="18"/>
                  </a:moveTo>
                  <a:cubicBezTo>
                    <a:pt x="16" y="18"/>
                    <a:pt x="7" y="15"/>
                    <a:pt x="3" y="11"/>
                  </a:cubicBezTo>
                  <a:cubicBezTo>
                    <a:pt x="0" y="8"/>
                    <a:pt x="1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9" name="Freeform 1488">
              <a:extLst>
                <a:ext uri="{FF2B5EF4-FFF2-40B4-BE49-F238E27FC236}">
                  <a16:creationId xmlns:a16="http://schemas.microsoft.com/office/drawing/2014/main" id="{3E3B343D-553A-49ED-AA62-AA5A463FD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962"/>
              <a:ext cx="44" cy="15"/>
            </a:xfrm>
            <a:custGeom>
              <a:avLst/>
              <a:gdLst>
                <a:gd name="T0" fmla="*/ 193 w 21"/>
                <a:gd name="T1" fmla="*/ 69 h 7"/>
                <a:gd name="T2" fmla="*/ 0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21" y="7"/>
                  </a:moveTo>
                  <a:cubicBezTo>
                    <a:pt x="15" y="7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0" name="Freeform 1489">
              <a:extLst>
                <a:ext uri="{FF2B5EF4-FFF2-40B4-BE49-F238E27FC236}">
                  <a16:creationId xmlns:a16="http://schemas.microsoft.com/office/drawing/2014/main" id="{F43B305B-E82A-4EEE-B212-192369AD8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960"/>
              <a:ext cx="10" cy="17"/>
            </a:xfrm>
            <a:custGeom>
              <a:avLst/>
              <a:gdLst>
                <a:gd name="T0" fmla="*/ 40 w 5"/>
                <a:gd name="T1" fmla="*/ 0 h 8"/>
                <a:gd name="T2" fmla="*/ 0 w 5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3"/>
                    <a:pt x="3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1" name="Freeform 1490">
              <a:extLst>
                <a:ext uri="{FF2B5EF4-FFF2-40B4-BE49-F238E27FC236}">
                  <a16:creationId xmlns:a16="http://schemas.microsoft.com/office/drawing/2014/main" id="{3487143D-AE23-45EC-A83F-70641C716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989"/>
              <a:ext cx="4" cy="15"/>
            </a:xfrm>
            <a:custGeom>
              <a:avLst/>
              <a:gdLst>
                <a:gd name="T0" fmla="*/ 16 w 2"/>
                <a:gd name="T1" fmla="*/ 0 h 7"/>
                <a:gd name="T2" fmla="*/ 0 w 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1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2" name="Freeform 1491">
              <a:extLst>
                <a:ext uri="{FF2B5EF4-FFF2-40B4-BE49-F238E27FC236}">
                  <a16:creationId xmlns:a16="http://schemas.microsoft.com/office/drawing/2014/main" id="{8E09C574-E25C-49B5-8F43-C558BC26F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837"/>
              <a:ext cx="33" cy="36"/>
            </a:xfrm>
            <a:custGeom>
              <a:avLst/>
              <a:gdLst>
                <a:gd name="T0" fmla="*/ 0 w 16"/>
                <a:gd name="T1" fmla="*/ 182 h 16"/>
                <a:gd name="T2" fmla="*/ 89 w 16"/>
                <a:gd name="T3" fmla="*/ 72 h 16"/>
                <a:gd name="T4" fmla="*/ 140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16"/>
                  </a:moveTo>
                  <a:cubicBezTo>
                    <a:pt x="4" y="12"/>
                    <a:pt x="6" y="9"/>
                    <a:pt x="10" y="6"/>
                  </a:cubicBezTo>
                  <a:cubicBezTo>
                    <a:pt x="13" y="4"/>
                    <a:pt x="15" y="3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3" name="Freeform 1492">
              <a:extLst>
                <a:ext uri="{FF2B5EF4-FFF2-40B4-BE49-F238E27FC236}">
                  <a16:creationId xmlns:a16="http://schemas.microsoft.com/office/drawing/2014/main" id="{362A35F2-9AF7-4938-B2DF-70156DD70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853"/>
              <a:ext cx="44" cy="15"/>
            </a:xfrm>
            <a:custGeom>
              <a:avLst/>
              <a:gdLst>
                <a:gd name="T0" fmla="*/ 0 w 21"/>
                <a:gd name="T1" fmla="*/ 41 h 7"/>
                <a:gd name="T2" fmla="*/ 17 w 21"/>
                <a:gd name="T3" fmla="*/ 60 h 7"/>
                <a:gd name="T4" fmla="*/ 119 w 21"/>
                <a:gd name="T5" fmla="*/ 9 h 7"/>
                <a:gd name="T6" fmla="*/ 193 w 21"/>
                <a:gd name="T7" fmla="*/ 6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7">
                  <a:moveTo>
                    <a:pt x="0" y="4"/>
                  </a:moveTo>
                  <a:cubicBezTo>
                    <a:pt x="1" y="5"/>
                    <a:pt x="2" y="5"/>
                    <a:pt x="2" y="6"/>
                  </a:cubicBezTo>
                  <a:cubicBezTo>
                    <a:pt x="5" y="5"/>
                    <a:pt x="10" y="0"/>
                    <a:pt x="13" y="1"/>
                  </a:cubicBezTo>
                  <a:cubicBezTo>
                    <a:pt x="16" y="1"/>
                    <a:pt x="20" y="6"/>
                    <a:pt x="21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4" name="Freeform 1493">
              <a:extLst>
                <a:ext uri="{FF2B5EF4-FFF2-40B4-BE49-F238E27FC236}">
                  <a16:creationId xmlns:a16="http://schemas.microsoft.com/office/drawing/2014/main" id="{13D1813D-8237-4336-B26C-D8649AAA5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725"/>
              <a:ext cx="109" cy="130"/>
            </a:xfrm>
            <a:custGeom>
              <a:avLst/>
              <a:gdLst>
                <a:gd name="T0" fmla="*/ 0 w 52"/>
                <a:gd name="T1" fmla="*/ 652 h 58"/>
                <a:gd name="T2" fmla="*/ 168 w 52"/>
                <a:gd name="T3" fmla="*/ 527 h 58"/>
                <a:gd name="T4" fmla="*/ 293 w 52"/>
                <a:gd name="T5" fmla="*/ 336 h 58"/>
                <a:gd name="T6" fmla="*/ 312 w 52"/>
                <a:gd name="T7" fmla="*/ 327 h 58"/>
                <a:gd name="T8" fmla="*/ 329 w 52"/>
                <a:gd name="T9" fmla="*/ 262 h 58"/>
                <a:gd name="T10" fmla="*/ 405 w 52"/>
                <a:gd name="T11" fmla="*/ 155 h 58"/>
                <a:gd name="T12" fmla="*/ 478 w 52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8">
                  <a:moveTo>
                    <a:pt x="0" y="58"/>
                  </a:moveTo>
                  <a:cubicBezTo>
                    <a:pt x="4" y="56"/>
                    <a:pt x="13" y="44"/>
                    <a:pt x="18" y="47"/>
                  </a:cubicBezTo>
                  <a:cubicBezTo>
                    <a:pt x="18" y="38"/>
                    <a:pt x="26" y="36"/>
                    <a:pt x="32" y="30"/>
                  </a:cubicBezTo>
                  <a:cubicBezTo>
                    <a:pt x="33" y="30"/>
                    <a:pt x="34" y="30"/>
                    <a:pt x="34" y="29"/>
                  </a:cubicBezTo>
                  <a:cubicBezTo>
                    <a:pt x="35" y="28"/>
                    <a:pt x="36" y="24"/>
                    <a:pt x="36" y="23"/>
                  </a:cubicBezTo>
                  <a:cubicBezTo>
                    <a:pt x="38" y="20"/>
                    <a:pt x="42" y="14"/>
                    <a:pt x="44" y="14"/>
                  </a:cubicBezTo>
                  <a:cubicBezTo>
                    <a:pt x="47" y="10"/>
                    <a:pt x="49" y="4"/>
                    <a:pt x="5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5" name="Freeform 1494">
              <a:extLst>
                <a:ext uri="{FF2B5EF4-FFF2-40B4-BE49-F238E27FC236}">
                  <a16:creationId xmlns:a16="http://schemas.microsoft.com/office/drawing/2014/main" id="{74056FD9-EB01-48C4-AFBE-6D467C34E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752"/>
              <a:ext cx="17" cy="11"/>
            </a:xfrm>
            <a:custGeom>
              <a:avLst/>
              <a:gdLst>
                <a:gd name="T0" fmla="*/ 77 w 8"/>
                <a:gd name="T1" fmla="*/ 53 h 5"/>
                <a:gd name="T2" fmla="*/ 0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5"/>
                  </a:moveTo>
                  <a:cubicBezTo>
                    <a:pt x="4" y="4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6" name="Freeform 1495">
              <a:extLst>
                <a:ext uri="{FF2B5EF4-FFF2-40B4-BE49-F238E27FC236}">
                  <a16:creationId xmlns:a16="http://schemas.microsoft.com/office/drawing/2014/main" id="{CBE17DD8-14FB-4FFC-ABC3-17AE84C8B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797"/>
              <a:ext cx="8" cy="9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3" y="3"/>
                    <a:pt x="4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7" name="Freeform 1496">
              <a:extLst>
                <a:ext uri="{FF2B5EF4-FFF2-40B4-BE49-F238E27FC236}">
                  <a16:creationId xmlns:a16="http://schemas.microsoft.com/office/drawing/2014/main" id="{23550A89-29B6-4910-9F0A-69064F5D8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832"/>
              <a:ext cx="7" cy="9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3" y="3"/>
                    <a:pt x="3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8" name="Freeform 1497">
              <a:extLst>
                <a:ext uri="{FF2B5EF4-FFF2-40B4-BE49-F238E27FC236}">
                  <a16:creationId xmlns:a16="http://schemas.microsoft.com/office/drawing/2014/main" id="{70365AE7-D3F8-43BC-979A-F7B138DFB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846"/>
              <a:ext cx="21" cy="18"/>
            </a:xfrm>
            <a:custGeom>
              <a:avLst/>
              <a:gdLst>
                <a:gd name="T0" fmla="*/ 0 w 10"/>
                <a:gd name="T1" fmla="*/ 0 h 8"/>
                <a:gd name="T2" fmla="*/ 92 w 10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4" y="0"/>
                    <a:pt x="8" y="5"/>
                    <a:pt x="10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9" name="Freeform 1498">
              <a:extLst>
                <a:ext uri="{FF2B5EF4-FFF2-40B4-BE49-F238E27FC236}">
                  <a16:creationId xmlns:a16="http://schemas.microsoft.com/office/drawing/2014/main" id="{0923A2CA-8D1B-4D7E-A1F5-236CF965F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3837"/>
              <a:ext cx="4" cy="13"/>
            </a:xfrm>
            <a:custGeom>
              <a:avLst/>
              <a:gdLst>
                <a:gd name="T0" fmla="*/ 0 w 2"/>
                <a:gd name="T1" fmla="*/ 61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0" name="Freeform 1499">
              <a:extLst>
                <a:ext uri="{FF2B5EF4-FFF2-40B4-BE49-F238E27FC236}">
                  <a16:creationId xmlns:a16="http://schemas.microsoft.com/office/drawing/2014/main" id="{DB911249-C999-430C-BCC8-75BCD978B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3444"/>
              <a:ext cx="15" cy="2"/>
            </a:xfrm>
            <a:custGeom>
              <a:avLst/>
              <a:gdLst>
                <a:gd name="T0" fmla="*/ 0 w 7"/>
                <a:gd name="T1" fmla="*/ 0 h 1"/>
                <a:gd name="T2" fmla="*/ 69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1" name="Freeform 1500">
              <a:extLst>
                <a:ext uri="{FF2B5EF4-FFF2-40B4-BE49-F238E27FC236}">
                  <a16:creationId xmlns:a16="http://schemas.microsoft.com/office/drawing/2014/main" id="{8EA6BF20-880C-4D9C-8A35-D74E40C3A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395"/>
              <a:ext cx="19" cy="51"/>
            </a:xfrm>
            <a:custGeom>
              <a:avLst/>
              <a:gdLst>
                <a:gd name="T0" fmla="*/ 49 w 9"/>
                <a:gd name="T1" fmla="*/ 251 h 23"/>
                <a:gd name="T2" fmla="*/ 68 w 9"/>
                <a:gd name="T3" fmla="*/ 153 h 23"/>
                <a:gd name="T4" fmla="*/ 84 w 9"/>
                <a:gd name="T5" fmla="*/ 64 h 23"/>
                <a:gd name="T6" fmla="*/ 0 w 9"/>
                <a:gd name="T7" fmla="*/ 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5" y="23"/>
                  </a:moveTo>
                  <a:cubicBezTo>
                    <a:pt x="7" y="21"/>
                    <a:pt x="6" y="17"/>
                    <a:pt x="7" y="14"/>
                  </a:cubicBezTo>
                  <a:cubicBezTo>
                    <a:pt x="8" y="11"/>
                    <a:pt x="9" y="9"/>
                    <a:pt x="9" y="6"/>
                  </a:cubicBezTo>
                  <a:cubicBezTo>
                    <a:pt x="8" y="1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2" name="Freeform 1501">
              <a:extLst>
                <a:ext uri="{FF2B5EF4-FFF2-40B4-BE49-F238E27FC236}">
                  <a16:creationId xmlns:a16="http://schemas.microsoft.com/office/drawing/2014/main" id="{A327C0C1-741F-4157-AE33-7415104B1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3362"/>
              <a:ext cx="8" cy="40"/>
            </a:xfrm>
            <a:custGeom>
              <a:avLst/>
              <a:gdLst>
                <a:gd name="T0" fmla="*/ 16 w 4"/>
                <a:gd name="T1" fmla="*/ 198 h 18"/>
                <a:gd name="T2" fmla="*/ 24 w 4"/>
                <a:gd name="T3" fmla="*/ 53 h 18"/>
                <a:gd name="T4" fmla="*/ 0 w 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8">
                  <a:moveTo>
                    <a:pt x="2" y="18"/>
                  </a:moveTo>
                  <a:cubicBezTo>
                    <a:pt x="4" y="14"/>
                    <a:pt x="3" y="10"/>
                    <a:pt x="3" y="5"/>
                  </a:cubicBez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3" name="Freeform 1502">
              <a:extLst>
                <a:ext uri="{FF2B5EF4-FFF2-40B4-BE49-F238E27FC236}">
                  <a16:creationId xmlns:a16="http://schemas.microsoft.com/office/drawing/2014/main" id="{C020304C-0F12-4E91-BF01-6C254CFC0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3411"/>
              <a:ext cx="25" cy="40"/>
            </a:xfrm>
            <a:custGeom>
              <a:avLst/>
              <a:gdLst>
                <a:gd name="T0" fmla="*/ 92 w 12"/>
                <a:gd name="T1" fmla="*/ 198 h 18"/>
                <a:gd name="T2" fmla="*/ 100 w 12"/>
                <a:gd name="T3" fmla="*/ 44 h 18"/>
                <a:gd name="T4" fmla="*/ 0 w 12"/>
                <a:gd name="T5" fmla="*/ 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0" y="18"/>
                  </a:moveTo>
                  <a:cubicBezTo>
                    <a:pt x="11" y="16"/>
                    <a:pt x="12" y="6"/>
                    <a:pt x="11" y="4"/>
                  </a:cubicBezTo>
                  <a:cubicBezTo>
                    <a:pt x="8" y="0"/>
                    <a:pt x="3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4" name="Freeform 1503">
              <a:extLst>
                <a:ext uri="{FF2B5EF4-FFF2-40B4-BE49-F238E27FC236}">
                  <a16:creationId xmlns:a16="http://schemas.microsoft.com/office/drawing/2014/main" id="{FF3ADD68-07E3-4957-9F26-8E2C38FE2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371"/>
              <a:ext cx="25" cy="46"/>
            </a:xfrm>
            <a:custGeom>
              <a:avLst/>
              <a:gdLst>
                <a:gd name="T0" fmla="*/ 92 w 12"/>
                <a:gd name="T1" fmla="*/ 221 h 21"/>
                <a:gd name="T2" fmla="*/ 100 w 12"/>
                <a:gd name="T3" fmla="*/ 61 h 21"/>
                <a:gd name="T4" fmla="*/ 0 w 12"/>
                <a:gd name="T5" fmla="*/ 3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0" y="21"/>
                  </a:moveTo>
                  <a:cubicBezTo>
                    <a:pt x="10" y="16"/>
                    <a:pt x="12" y="11"/>
                    <a:pt x="11" y="6"/>
                  </a:cubicBezTo>
                  <a:cubicBezTo>
                    <a:pt x="9" y="0"/>
                    <a:pt x="6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5" name="Freeform 1504">
              <a:extLst>
                <a:ext uri="{FF2B5EF4-FFF2-40B4-BE49-F238E27FC236}">
                  <a16:creationId xmlns:a16="http://schemas.microsoft.com/office/drawing/2014/main" id="{E3B49B64-EBE2-4086-9FA6-D2D022D8F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3357"/>
              <a:ext cx="6" cy="20"/>
            </a:xfrm>
            <a:custGeom>
              <a:avLst/>
              <a:gdLst>
                <a:gd name="T0" fmla="*/ 8 w 3"/>
                <a:gd name="T1" fmla="*/ 98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3" y="6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6" name="Freeform 1505">
              <a:extLst>
                <a:ext uri="{FF2B5EF4-FFF2-40B4-BE49-F238E27FC236}">
                  <a16:creationId xmlns:a16="http://schemas.microsoft.com/office/drawing/2014/main" id="{171FA23B-FECF-474A-956E-708AA1F3A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442"/>
              <a:ext cx="17" cy="4"/>
            </a:xfrm>
            <a:custGeom>
              <a:avLst/>
              <a:gdLst>
                <a:gd name="T0" fmla="*/ 0 w 8"/>
                <a:gd name="T1" fmla="*/ 16 h 2"/>
                <a:gd name="T2" fmla="*/ 77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5" y="0"/>
                    <a:pt x="8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7" name="Freeform 1506">
              <a:extLst>
                <a:ext uri="{FF2B5EF4-FFF2-40B4-BE49-F238E27FC236}">
                  <a16:creationId xmlns:a16="http://schemas.microsoft.com/office/drawing/2014/main" id="{7D7B4729-6F68-41DC-A9CF-EA9A7B226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395"/>
              <a:ext cx="13" cy="5"/>
            </a:xfrm>
            <a:custGeom>
              <a:avLst/>
              <a:gdLst>
                <a:gd name="T0" fmla="*/ 0 w 6"/>
                <a:gd name="T1" fmla="*/ 33 h 2"/>
                <a:gd name="T2" fmla="*/ 6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3" y="0"/>
                    <a:pt x="3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8" name="Freeform 1507">
              <a:extLst>
                <a:ext uri="{FF2B5EF4-FFF2-40B4-BE49-F238E27FC236}">
                  <a16:creationId xmlns:a16="http://schemas.microsoft.com/office/drawing/2014/main" id="{AD8DED75-BDD3-496F-BA9B-7ECFF46DA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384"/>
              <a:ext cx="8" cy="9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2" y="4"/>
                    <a:pt x="4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9" name="Freeform 1508">
              <a:extLst>
                <a:ext uri="{FF2B5EF4-FFF2-40B4-BE49-F238E27FC236}">
                  <a16:creationId xmlns:a16="http://schemas.microsoft.com/office/drawing/2014/main" id="{1C5919D8-7848-4E91-BC03-DFDF6BCB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478"/>
              <a:ext cx="13" cy="11"/>
            </a:xfrm>
            <a:custGeom>
              <a:avLst/>
              <a:gdLst>
                <a:gd name="T0" fmla="*/ 0 w 6"/>
                <a:gd name="T1" fmla="*/ 9 h 5"/>
                <a:gd name="T2" fmla="*/ 61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3" y="0"/>
                    <a:pt x="5" y="2"/>
                    <a:pt x="6" y="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0" name="Freeform 1509">
              <a:extLst>
                <a:ext uri="{FF2B5EF4-FFF2-40B4-BE49-F238E27FC236}">
                  <a16:creationId xmlns:a16="http://schemas.microsoft.com/office/drawing/2014/main" id="{A3725604-5CA3-44C0-AD93-2BD2EC823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431"/>
              <a:ext cx="13" cy="13"/>
            </a:xfrm>
            <a:custGeom>
              <a:avLst/>
              <a:gdLst>
                <a:gd name="T0" fmla="*/ 0 w 6"/>
                <a:gd name="T1" fmla="*/ 61 h 6"/>
                <a:gd name="T2" fmla="*/ 6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3" y="5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1" name="Freeform 1510">
              <a:extLst>
                <a:ext uri="{FF2B5EF4-FFF2-40B4-BE49-F238E27FC236}">
                  <a16:creationId xmlns:a16="http://schemas.microsoft.com/office/drawing/2014/main" id="{150F3CFF-FF85-4E70-BE59-82D9C42E5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926"/>
              <a:ext cx="21" cy="7"/>
            </a:xfrm>
            <a:custGeom>
              <a:avLst/>
              <a:gdLst>
                <a:gd name="T0" fmla="*/ 0 w 10"/>
                <a:gd name="T1" fmla="*/ 37 h 3"/>
                <a:gd name="T2" fmla="*/ 92 w 10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2" y="0"/>
                    <a:pt x="7" y="0"/>
                    <a:pt x="10" y="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2" name="Freeform 1511">
              <a:extLst>
                <a:ext uri="{FF2B5EF4-FFF2-40B4-BE49-F238E27FC236}">
                  <a16:creationId xmlns:a16="http://schemas.microsoft.com/office/drawing/2014/main" id="{33121875-44AE-44F6-A127-DA7C91613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275"/>
              <a:ext cx="12" cy="44"/>
            </a:xfrm>
            <a:custGeom>
              <a:avLst/>
              <a:gdLst>
                <a:gd name="T0" fmla="*/ 0 w 6"/>
                <a:gd name="T1" fmla="*/ 0 h 20"/>
                <a:gd name="T2" fmla="*/ 24 w 6"/>
                <a:gd name="T3" fmla="*/ 97 h 20"/>
                <a:gd name="T4" fmla="*/ 40 w 6"/>
                <a:gd name="T5" fmla="*/ 169 h 20"/>
                <a:gd name="T6" fmla="*/ 0 w 6"/>
                <a:gd name="T7" fmla="*/ 20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1" y="3"/>
                    <a:pt x="2" y="6"/>
                    <a:pt x="3" y="9"/>
                  </a:cubicBezTo>
                  <a:cubicBezTo>
                    <a:pt x="4" y="10"/>
                    <a:pt x="6" y="14"/>
                    <a:pt x="5" y="16"/>
                  </a:cubicBezTo>
                  <a:cubicBezTo>
                    <a:pt x="5" y="18"/>
                    <a:pt x="3" y="20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3" name="Freeform 1512">
              <a:extLst>
                <a:ext uri="{FF2B5EF4-FFF2-40B4-BE49-F238E27FC236}">
                  <a16:creationId xmlns:a16="http://schemas.microsoft.com/office/drawing/2014/main" id="{D336D122-1EDF-4E0C-9FC8-9EBDE2047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315"/>
              <a:ext cx="21" cy="51"/>
            </a:xfrm>
            <a:custGeom>
              <a:avLst/>
              <a:gdLst>
                <a:gd name="T0" fmla="*/ 0 w 10"/>
                <a:gd name="T1" fmla="*/ 0 h 23"/>
                <a:gd name="T2" fmla="*/ 67 w 10"/>
                <a:gd name="T3" fmla="*/ 133 h 23"/>
                <a:gd name="T4" fmla="*/ 84 w 10"/>
                <a:gd name="T5" fmla="*/ 217 h 23"/>
                <a:gd name="T6" fmla="*/ 27 w 10"/>
                <a:gd name="T7" fmla="*/ 25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  <a:cubicBezTo>
                    <a:pt x="7" y="14"/>
                    <a:pt x="10" y="17"/>
                    <a:pt x="9" y="20"/>
                  </a:cubicBezTo>
                  <a:cubicBezTo>
                    <a:pt x="8" y="22"/>
                    <a:pt x="5" y="22"/>
                    <a:pt x="3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4" name="Freeform 1513">
              <a:extLst>
                <a:ext uri="{FF2B5EF4-FFF2-40B4-BE49-F238E27FC236}">
                  <a16:creationId xmlns:a16="http://schemas.microsoft.com/office/drawing/2014/main" id="{4C463C6F-2363-4956-9A58-0A9A8F968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3250"/>
              <a:ext cx="34" cy="34"/>
            </a:xfrm>
            <a:custGeom>
              <a:avLst/>
              <a:gdLst>
                <a:gd name="T0" fmla="*/ 19 w 16"/>
                <a:gd name="T1" fmla="*/ 0 h 15"/>
                <a:gd name="T2" fmla="*/ 0 w 16"/>
                <a:gd name="T3" fmla="*/ 36 h 15"/>
                <a:gd name="T4" fmla="*/ 40 w 16"/>
                <a:gd name="T5" fmla="*/ 138 h 15"/>
                <a:gd name="T6" fmla="*/ 153 w 16"/>
                <a:gd name="T7" fmla="*/ 13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2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3" y="11"/>
                    <a:pt x="4" y="12"/>
                  </a:cubicBezTo>
                  <a:cubicBezTo>
                    <a:pt x="6" y="15"/>
                    <a:pt x="14" y="15"/>
                    <a:pt x="16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5" name="Freeform 1514">
              <a:extLst>
                <a:ext uri="{FF2B5EF4-FFF2-40B4-BE49-F238E27FC236}">
                  <a16:creationId xmlns:a16="http://schemas.microsoft.com/office/drawing/2014/main" id="{E63691A7-D3D1-4A66-A757-F0C34EAA9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284"/>
              <a:ext cx="34" cy="38"/>
            </a:xfrm>
            <a:custGeom>
              <a:avLst/>
              <a:gdLst>
                <a:gd name="T0" fmla="*/ 0 w 16"/>
                <a:gd name="T1" fmla="*/ 0 h 17"/>
                <a:gd name="T2" fmla="*/ 28 w 16"/>
                <a:gd name="T3" fmla="*/ 101 h 17"/>
                <a:gd name="T4" fmla="*/ 68 w 16"/>
                <a:gd name="T5" fmla="*/ 190 h 17"/>
                <a:gd name="T6" fmla="*/ 153 w 16"/>
                <a:gd name="T7" fmla="*/ 14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0" y="3"/>
                    <a:pt x="2" y="6"/>
                    <a:pt x="3" y="9"/>
                  </a:cubicBezTo>
                  <a:cubicBezTo>
                    <a:pt x="4" y="11"/>
                    <a:pt x="5" y="16"/>
                    <a:pt x="7" y="17"/>
                  </a:cubicBezTo>
                  <a:cubicBezTo>
                    <a:pt x="9" y="17"/>
                    <a:pt x="15" y="14"/>
                    <a:pt x="16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6" name="Freeform 1515">
              <a:extLst>
                <a:ext uri="{FF2B5EF4-FFF2-40B4-BE49-F238E27FC236}">
                  <a16:creationId xmlns:a16="http://schemas.microsoft.com/office/drawing/2014/main" id="{C0C47D2A-6B39-4DBB-9C29-9BF2A86CB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252"/>
              <a:ext cx="12" cy="5"/>
            </a:xfrm>
            <a:custGeom>
              <a:avLst/>
              <a:gdLst>
                <a:gd name="T0" fmla="*/ 0 w 6"/>
                <a:gd name="T1" fmla="*/ 33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7" name="Freeform 1516">
              <a:extLst>
                <a:ext uri="{FF2B5EF4-FFF2-40B4-BE49-F238E27FC236}">
                  <a16:creationId xmlns:a16="http://schemas.microsoft.com/office/drawing/2014/main" id="{85B8517B-2AB6-4784-96EF-2EE1516E1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297"/>
              <a:ext cx="23" cy="13"/>
            </a:xfrm>
            <a:custGeom>
              <a:avLst/>
              <a:gdLst>
                <a:gd name="T0" fmla="*/ 0 w 11"/>
                <a:gd name="T1" fmla="*/ 33 h 6"/>
                <a:gd name="T2" fmla="*/ 100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3"/>
                  </a:moveTo>
                  <a:cubicBezTo>
                    <a:pt x="4" y="6"/>
                    <a:pt x="8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8" name="Freeform 1517">
              <a:extLst>
                <a:ext uri="{FF2B5EF4-FFF2-40B4-BE49-F238E27FC236}">
                  <a16:creationId xmlns:a16="http://schemas.microsoft.com/office/drawing/2014/main" id="{091BE3F6-526B-4B98-B59F-F12521F13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261"/>
              <a:ext cx="10" cy="9"/>
            </a:xfrm>
            <a:custGeom>
              <a:avLst/>
              <a:gdLst>
                <a:gd name="T0" fmla="*/ 0 w 5"/>
                <a:gd name="T1" fmla="*/ 45 h 4"/>
                <a:gd name="T2" fmla="*/ 40 w 5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2"/>
                    <a:pt x="3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9" name="Freeform 1518">
              <a:extLst>
                <a:ext uri="{FF2B5EF4-FFF2-40B4-BE49-F238E27FC236}">
                  <a16:creationId xmlns:a16="http://schemas.microsoft.com/office/drawing/2014/main" id="{D105DB39-CB4C-49C4-BBF3-4F4777867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339"/>
              <a:ext cx="25" cy="16"/>
            </a:xfrm>
            <a:custGeom>
              <a:avLst/>
              <a:gdLst>
                <a:gd name="T0" fmla="*/ 0 w 12"/>
                <a:gd name="T1" fmla="*/ 57 h 7"/>
                <a:gd name="T2" fmla="*/ 10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5" y="7"/>
                    <a:pt x="8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0" name="Freeform 1519">
              <a:extLst>
                <a:ext uri="{FF2B5EF4-FFF2-40B4-BE49-F238E27FC236}">
                  <a16:creationId xmlns:a16="http://schemas.microsoft.com/office/drawing/2014/main" id="{421AC9C0-B702-4361-84C2-43BEA5316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359"/>
              <a:ext cx="25" cy="63"/>
            </a:xfrm>
            <a:custGeom>
              <a:avLst/>
              <a:gdLst>
                <a:gd name="T0" fmla="*/ 0 w 12"/>
                <a:gd name="T1" fmla="*/ 0 h 28"/>
                <a:gd name="T2" fmla="*/ 92 w 12"/>
                <a:gd name="T3" fmla="*/ 207 h 28"/>
                <a:gd name="T4" fmla="*/ 92 w 12"/>
                <a:gd name="T5" fmla="*/ 275 h 28"/>
                <a:gd name="T6" fmla="*/ 35 w 12"/>
                <a:gd name="T7" fmla="*/ 30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0" y="0"/>
                  </a:moveTo>
                  <a:cubicBezTo>
                    <a:pt x="2" y="6"/>
                    <a:pt x="8" y="11"/>
                    <a:pt x="10" y="18"/>
                  </a:cubicBezTo>
                  <a:cubicBezTo>
                    <a:pt x="11" y="21"/>
                    <a:pt x="12" y="22"/>
                    <a:pt x="10" y="24"/>
                  </a:cubicBezTo>
                  <a:cubicBezTo>
                    <a:pt x="9" y="26"/>
                    <a:pt x="6" y="28"/>
                    <a:pt x="4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1" name="Freeform 1520">
              <a:extLst>
                <a:ext uri="{FF2B5EF4-FFF2-40B4-BE49-F238E27FC236}">
                  <a16:creationId xmlns:a16="http://schemas.microsoft.com/office/drawing/2014/main" id="{33D1A457-BB77-4E13-8C98-99FC5796D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413"/>
              <a:ext cx="23" cy="56"/>
            </a:xfrm>
            <a:custGeom>
              <a:avLst/>
              <a:gdLst>
                <a:gd name="T0" fmla="*/ 0 w 11"/>
                <a:gd name="T1" fmla="*/ 0 h 25"/>
                <a:gd name="T2" fmla="*/ 92 w 11"/>
                <a:gd name="T3" fmla="*/ 202 h 25"/>
                <a:gd name="T4" fmla="*/ 44 w 11"/>
                <a:gd name="T5" fmla="*/ 280 h 25"/>
                <a:gd name="T6" fmla="*/ 44 w 11"/>
                <a:gd name="T7" fmla="*/ 27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5" y="5"/>
                    <a:pt x="9" y="11"/>
                    <a:pt x="10" y="18"/>
                  </a:cubicBezTo>
                  <a:cubicBezTo>
                    <a:pt x="11" y="22"/>
                    <a:pt x="9" y="23"/>
                    <a:pt x="5" y="25"/>
                  </a:cubicBezTo>
                  <a:cubicBezTo>
                    <a:pt x="4" y="25"/>
                    <a:pt x="5" y="25"/>
                    <a:pt x="5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2" name="Freeform 1521">
              <a:extLst>
                <a:ext uri="{FF2B5EF4-FFF2-40B4-BE49-F238E27FC236}">
                  <a16:creationId xmlns:a16="http://schemas.microsoft.com/office/drawing/2014/main" id="{B744943B-3BF7-4B51-A7A1-E312E550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460"/>
              <a:ext cx="21" cy="51"/>
            </a:xfrm>
            <a:custGeom>
              <a:avLst/>
              <a:gdLst>
                <a:gd name="T0" fmla="*/ 0 w 10"/>
                <a:gd name="T1" fmla="*/ 0 h 23"/>
                <a:gd name="T2" fmla="*/ 92 w 10"/>
                <a:gd name="T3" fmla="*/ 186 h 23"/>
                <a:gd name="T4" fmla="*/ 36 w 10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2" y="5"/>
                    <a:pt x="10" y="11"/>
                    <a:pt x="10" y="17"/>
                  </a:cubicBezTo>
                  <a:cubicBezTo>
                    <a:pt x="10" y="20"/>
                    <a:pt x="6" y="23"/>
                    <a:pt x="4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3" name="Freeform 1522">
              <a:extLst>
                <a:ext uri="{FF2B5EF4-FFF2-40B4-BE49-F238E27FC236}">
                  <a16:creationId xmlns:a16="http://schemas.microsoft.com/office/drawing/2014/main" id="{5F331B44-D831-4EE5-9B45-BB0BA5498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500"/>
              <a:ext cx="19" cy="42"/>
            </a:xfrm>
            <a:custGeom>
              <a:avLst/>
              <a:gdLst>
                <a:gd name="T0" fmla="*/ 0 w 9"/>
                <a:gd name="T1" fmla="*/ 0 h 19"/>
                <a:gd name="T2" fmla="*/ 84 w 9"/>
                <a:gd name="T3" fmla="*/ 153 h 19"/>
                <a:gd name="T4" fmla="*/ 8 w 9"/>
                <a:gd name="T5" fmla="*/ 19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0" y="0"/>
                  </a:moveTo>
                  <a:cubicBezTo>
                    <a:pt x="2" y="3"/>
                    <a:pt x="9" y="10"/>
                    <a:pt x="9" y="14"/>
                  </a:cubicBezTo>
                  <a:cubicBezTo>
                    <a:pt x="9" y="16"/>
                    <a:pt x="3" y="19"/>
                    <a:pt x="1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4" name="Freeform 1523">
              <a:extLst>
                <a:ext uri="{FF2B5EF4-FFF2-40B4-BE49-F238E27FC236}">
                  <a16:creationId xmlns:a16="http://schemas.microsoft.com/office/drawing/2014/main" id="{07C2F585-B709-4451-BD79-650F3A745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531"/>
              <a:ext cx="23" cy="49"/>
            </a:xfrm>
            <a:custGeom>
              <a:avLst/>
              <a:gdLst>
                <a:gd name="T0" fmla="*/ 0 w 11"/>
                <a:gd name="T1" fmla="*/ 0 h 22"/>
                <a:gd name="T2" fmla="*/ 56 w 11"/>
                <a:gd name="T3" fmla="*/ 89 h 22"/>
                <a:gd name="T4" fmla="*/ 92 w 11"/>
                <a:gd name="T5" fmla="*/ 178 h 22"/>
                <a:gd name="T6" fmla="*/ 17 w 11"/>
                <a:gd name="T7" fmla="*/ 243 h 22"/>
                <a:gd name="T8" fmla="*/ 17 w 11"/>
                <a:gd name="T9" fmla="*/ 23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2" y="3"/>
                    <a:pt x="4" y="5"/>
                    <a:pt x="6" y="8"/>
                  </a:cubicBezTo>
                  <a:cubicBezTo>
                    <a:pt x="7" y="10"/>
                    <a:pt x="10" y="14"/>
                    <a:pt x="10" y="16"/>
                  </a:cubicBezTo>
                  <a:cubicBezTo>
                    <a:pt x="11" y="20"/>
                    <a:pt x="6" y="21"/>
                    <a:pt x="2" y="22"/>
                  </a:cubicBezTo>
                  <a:cubicBezTo>
                    <a:pt x="1" y="22"/>
                    <a:pt x="2" y="22"/>
                    <a:pt x="2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5" name="Freeform 1524">
              <a:extLst>
                <a:ext uri="{FF2B5EF4-FFF2-40B4-BE49-F238E27FC236}">
                  <a16:creationId xmlns:a16="http://schemas.microsoft.com/office/drawing/2014/main" id="{3436183F-F213-4CA9-A138-C1BA4D44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569"/>
              <a:ext cx="23" cy="43"/>
            </a:xfrm>
            <a:custGeom>
              <a:avLst/>
              <a:gdLst>
                <a:gd name="T0" fmla="*/ 8 w 11"/>
                <a:gd name="T1" fmla="*/ 0 h 19"/>
                <a:gd name="T2" fmla="*/ 44 w 11"/>
                <a:gd name="T3" fmla="*/ 81 h 19"/>
                <a:gd name="T4" fmla="*/ 100 w 11"/>
                <a:gd name="T5" fmla="*/ 183 h 19"/>
                <a:gd name="T6" fmla="*/ 65 w 11"/>
                <a:gd name="T7" fmla="*/ 210 h 19"/>
                <a:gd name="T8" fmla="*/ 27 w 11"/>
                <a:gd name="T9" fmla="*/ 220 h 19"/>
                <a:gd name="T10" fmla="*/ 0 w 11"/>
                <a:gd name="T11" fmla="*/ 2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9">
                  <a:moveTo>
                    <a:pt x="1" y="0"/>
                  </a:moveTo>
                  <a:cubicBezTo>
                    <a:pt x="1" y="3"/>
                    <a:pt x="4" y="5"/>
                    <a:pt x="5" y="7"/>
                  </a:cubicBezTo>
                  <a:cubicBezTo>
                    <a:pt x="7" y="10"/>
                    <a:pt x="9" y="13"/>
                    <a:pt x="11" y="16"/>
                  </a:cubicBezTo>
                  <a:cubicBezTo>
                    <a:pt x="10" y="18"/>
                    <a:pt x="9" y="18"/>
                    <a:pt x="7" y="18"/>
                  </a:cubicBezTo>
                  <a:cubicBezTo>
                    <a:pt x="4" y="18"/>
                    <a:pt x="5" y="18"/>
                    <a:pt x="3" y="19"/>
                  </a:cubicBezTo>
                  <a:cubicBezTo>
                    <a:pt x="3" y="19"/>
                    <a:pt x="0" y="19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6" name="Freeform 1525">
              <a:extLst>
                <a:ext uri="{FF2B5EF4-FFF2-40B4-BE49-F238E27FC236}">
                  <a16:creationId xmlns:a16="http://schemas.microsoft.com/office/drawing/2014/main" id="{CBA5DF4D-79CC-4E48-ADB6-28FE2828D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368"/>
              <a:ext cx="33" cy="34"/>
            </a:xfrm>
            <a:custGeom>
              <a:avLst/>
              <a:gdLst>
                <a:gd name="T0" fmla="*/ 0 w 16"/>
                <a:gd name="T1" fmla="*/ 0 h 15"/>
                <a:gd name="T2" fmla="*/ 89 w 16"/>
                <a:gd name="T3" fmla="*/ 175 h 15"/>
                <a:gd name="T4" fmla="*/ 140 w 16"/>
                <a:gd name="T5" fmla="*/ 15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0" y="0"/>
                  </a:moveTo>
                  <a:cubicBezTo>
                    <a:pt x="3" y="3"/>
                    <a:pt x="5" y="14"/>
                    <a:pt x="10" y="15"/>
                  </a:cubicBezTo>
                  <a:cubicBezTo>
                    <a:pt x="11" y="15"/>
                    <a:pt x="15" y="13"/>
                    <a:pt x="16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7" name="Freeform 1526">
              <a:extLst>
                <a:ext uri="{FF2B5EF4-FFF2-40B4-BE49-F238E27FC236}">
                  <a16:creationId xmlns:a16="http://schemas.microsoft.com/office/drawing/2014/main" id="{92819B53-9E0C-445F-A126-9AE6892D6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402"/>
              <a:ext cx="31" cy="38"/>
            </a:xfrm>
            <a:custGeom>
              <a:avLst/>
              <a:gdLst>
                <a:gd name="T0" fmla="*/ 0 w 15"/>
                <a:gd name="T1" fmla="*/ 0 h 17"/>
                <a:gd name="T2" fmla="*/ 52 w 15"/>
                <a:gd name="T3" fmla="*/ 145 h 17"/>
                <a:gd name="T4" fmla="*/ 72 w 15"/>
                <a:gd name="T5" fmla="*/ 190 h 17"/>
                <a:gd name="T6" fmla="*/ 132 w 15"/>
                <a:gd name="T7" fmla="*/ 14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1" y="4"/>
                    <a:pt x="4" y="8"/>
                    <a:pt x="6" y="13"/>
                  </a:cubicBezTo>
                  <a:cubicBezTo>
                    <a:pt x="6" y="14"/>
                    <a:pt x="6" y="16"/>
                    <a:pt x="8" y="17"/>
                  </a:cubicBezTo>
                  <a:cubicBezTo>
                    <a:pt x="10" y="17"/>
                    <a:pt x="13" y="14"/>
                    <a:pt x="15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8" name="Freeform 1527">
              <a:extLst>
                <a:ext uri="{FF2B5EF4-FFF2-40B4-BE49-F238E27FC236}">
                  <a16:creationId xmlns:a16="http://schemas.microsoft.com/office/drawing/2014/main" id="{02EAE720-80C5-4127-A073-FD47CF1E1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353"/>
              <a:ext cx="42" cy="76"/>
            </a:xfrm>
            <a:custGeom>
              <a:avLst/>
              <a:gdLst>
                <a:gd name="T0" fmla="*/ 0 w 20"/>
                <a:gd name="T1" fmla="*/ 0 h 34"/>
                <a:gd name="T2" fmla="*/ 185 w 20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4">
                  <a:moveTo>
                    <a:pt x="0" y="0"/>
                  </a:moveTo>
                  <a:cubicBezTo>
                    <a:pt x="7" y="12"/>
                    <a:pt x="15" y="22"/>
                    <a:pt x="20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9" name="Freeform 1528">
              <a:extLst>
                <a:ext uri="{FF2B5EF4-FFF2-40B4-BE49-F238E27FC236}">
                  <a16:creationId xmlns:a16="http://schemas.microsoft.com/office/drawing/2014/main" id="{9B6DD8AF-492B-4B4E-8A0F-4DC0D5968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3433"/>
              <a:ext cx="38" cy="49"/>
            </a:xfrm>
            <a:custGeom>
              <a:avLst/>
              <a:gdLst>
                <a:gd name="T0" fmla="*/ 36 w 18"/>
                <a:gd name="T1" fmla="*/ 20 h 22"/>
                <a:gd name="T2" fmla="*/ 49 w 18"/>
                <a:gd name="T3" fmla="*/ 134 h 22"/>
                <a:gd name="T4" fmla="*/ 120 w 18"/>
                <a:gd name="T5" fmla="*/ 234 h 22"/>
                <a:gd name="T6" fmla="*/ 169 w 18"/>
                <a:gd name="T7" fmla="*/ 189 h 22"/>
                <a:gd name="T8" fmla="*/ 133 w 18"/>
                <a:gd name="T9" fmla="*/ 80 h 22"/>
                <a:gd name="T10" fmla="*/ 93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4" y="2"/>
                  </a:moveTo>
                  <a:cubicBezTo>
                    <a:pt x="0" y="5"/>
                    <a:pt x="3" y="9"/>
                    <a:pt x="5" y="12"/>
                  </a:cubicBezTo>
                  <a:cubicBezTo>
                    <a:pt x="8" y="16"/>
                    <a:pt x="8" y="22"/>
                    <a:pt x="13" y="21"/>
                  </a:cubicBezTo>
                  <a:cubicBezTo>
                    <a:pt x="16" y="21"/>
                    <a:pt x="18" y="19"/>
                    <a:pt x="18" y="17"/>
                  </a:cubicBezTo>
                  <a:cubicBezTo>
                    <a:pt x="18" y="15"/>
                    <a:pt x="15" y="9"/>
                    <a:pt x="14" y="7"/>
                  </a:cubicBezTo>
                  <a:cubicBezTo>
                    <a:pt x="13" y="5"/>
                    <a:pt x="11" y="3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0" name="Freeform 1529">
              <a:extLst>
                <a:ext uri="{FF2B5EF4-FFF2-40B4-BE49-F238E27FC236}">
                  <a16:creationId xmlns:a16="http://schemas.microsoft.com/office/drawing/2014/main" id="{70799A42-F523-433B-B61F-F5611EC0F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473"/>
              <a:ext cx="38" cy="52"/>
            </a:xfrm>
            <a:custGeom>
              <a:avLst/>
              <a:gdLst>
                <a:gd name="T0" fmla="*/ 0 w 18"/>
                <a:gd name="T1" fmla="*/ 36 h 23"/>
                <a:gd name="T2" fmla="*/ 112 w 18"/>
                <a:gd name="T3" fmla="*/ 267 h 23"/>
                <a:gd name="T4" fmla="*/ 169 w 18"/>
                <a:gd name="T5" fmla="*/ 210 h 23"/>
                <a:gd name="T6" fmla="*/ 93 w 18"/>
                <a:gd name="T7" fmla="*/ 72 h 23"/>
                <a:gd name="T8" fmla="*/ 68 w 18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0" y="3"/>
                  </a:moveTo>
                  <a:cubicBezTo>
                    <a:pt x="1" y="12"/>
                    <a:pt x="7" y="17"/>
                    <a:pt x="12" y="23"/>
                  </a:cubicBezTo>
                  <a:cubicBezTo>
                    <a:pt x="14" y="21"/>
                    <a:pt x="18" y="21"/>
                    <a:pt x="18" y="18"/>
                  </a:cubicBezTo>
                  <a:cubicBezTo>
                    <a:pt x="17" y="15"/>
                    <a:pt x="12" y="9"/>
                    <a:pt x="10" y="6"/>
                  </a:cubicBezTo>
                  <a:cubicBezTo>
                    <a:pt x="9" y="4"/>
                    <a:pt x="8" y="1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1" name="Freeform 1530">
              <a:extLst>
                <a:ext uri="{FF2B5EF4-FFF2-40B4-BE49-F238E27FC236}">
                  <a16:creationId xmlns:a16="http://schemas.microsoft.com/office/drawing/2014/main" id="{B73C8565-3E37-4914-9194-32BCD0BE2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516"/>
              <a:ext cx="40" cy="44"/>
            </a:xfrm>
            <a:custGeom>
              <a:avLst/>
              <a:gdLst>
                <a:gd name="T0" fmla="*/ 36 w 19"/>
                <a:gd name="T1" fmla="*/ 44 h 20"/>
                <a:gd name="T2" fmla="*/ 57 w 19"/>
                <a:gd name="T3" fmla="*/ 161 h 20"/>
                <a:gd name="T4" fmla="*/ 141 w 19"/>
                <a:gd name="T5" fmla="*/ 194 h 20"/>
                <a:gd name="T6" fmla="*/ 168 w 19"/>
                <a:gd name="T7" fmla="*/ 141 h 20"/>
                <a:gd name="T8" fmla="*/ 84 w 1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4" y="4"/>
                  </a:moveTo>
                  <a:cubicBezTo>
                    <a:pt x="0" y="7"/>
                    <a:pt x="3" y="11"/>
                    <a:pt x="6" y="15"/>
                  </a:cubicBezTo>
                  <a:cubicBezTo>
                    <a:pt x="9" y="20"/>
                    <a:pt x="10" y="20"/>
                    <a:pt x="15" y="18"/>
                  </a:cubicBezTo>
                  <a:cubicBezTo>
                    <a:pt x="18" y="17"/>
                    <a:pt x="19" y="17"/>
                    <a:pt x="18" y="13"/>
                  </a:cubicBezTo>
                  <a:cubicBezTo>
                    <a:pt x="16" y="8"/>
                    <a:pt x="12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2" name="Freeform 1531">
              <a:extLst>
                <a:ext uri="{FF2B5EF4-FFF2-40B4-BE49-F238E27FC236}">
                  <a16:creationId xmlns:a16="http://schemas.microsoft.com/office/drawing/2014/main" id="{BAA94627-CD9C-460C-BFB9-C12042147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549"/>
              <a:ext cx="34" cy="49"/>
            </a:xfrm>
            <a:custGeom>
              <a:avLst/>
              <a:gdLst>
                <a:gd name="T0" fmla="*/ 0 w 16"/>
                <a:gd name="T1" fmla="*/ 53 h 22"/>
                <a:gd name="T2" fmla="*/ 145 w 16"/>
                <a:gd name="T3" fmla="*/ 154 h 22"/>
                <a:gd name="T4" fmla="*/ 145 w 16"/>
                <a:gd name="T5" fmla="*/ 118 h 22"/>
                <a:gd name="T6" fmla="*/ 96 w 16"/>
                <a:gd name="T7" fmla="*/ 45 h 22"/>
                <a:gd name="T8" fmla="*/ 77 w 1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0" y="5"/>
                  </a:moveTo>
                  <a:cubicBezTo>
                    <a:pt x="2" y="11"/>
                    <a:pt x="8" y="22"/>
                    <a:pt x="15" y="14"/>
                  </a:cubicBezTo>
                  <a:cubicBezTo>
                    <a:pt x="16" y="12"/>
                    <a:pt x="16" y="13"/>
                    <a:pt x="15" y="11"/>
                  </a:cubicBezTo>
                  <a:cubicBezTo>
                    <a:pt x="14" y="8"/>
                    <a:pt x="11" y="6"/>
                    <a:pt x="10" y="4"/>
                  </a:cubicBezTo>
                  <a:cubicBezTo>
                    <a:pt x="9" y="3"/>
                    <a:pt x="9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3" name="Freeform 1532">
              <a:extLst>
                <a:ext uri="{FF2B5EF4-FFF2-40B4-BE49-F238E27FC236}">
                  <a16:creationId xmlns:a16="http://schemas.microsoft.com/office/drawing/2014/main" id="{39331704-71AB-4BFE-B8BF-B39BEB221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589"/>
              <a:ext cx="12" cy="29"/>
            </a:xfrm>
            <a:custGeom>
              <a:avLst/>
              <a:gdLst>
                <a:gd name="T0" fmla="*/ 0 w 6"/>
                <a:gd name="T1" fmla="*/ 0 h 13"/>
                <a:gd name="T2" fmla="*/ 48 w 6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2" y="4"/>
                    <a:pt x="5" y="8"/>
                    <a:pt x="6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4" name="Freeform 1533">
              <a:extLst>
                <a:ext uri="{FF2B5EF4-FFF2-40B4-BE49-F238E27FC236}">
                  <a16:creationId xmlns:a16="http://schemas.microsoft.com/office/drawing/2014/main" id="{F9140A4E-20B1-4B55-9F63-04A2CE8C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578"/>
              <a:ext cx="23" cy="11"/>
            </a:xfrm>
            <a:custGeom>
              <a:avLst/>
              <a:gdLst>
                <a:gd name="T0" fmla="*/ 0 w 11"/>
                <a:gd name="T1" fmla="*/ 53 h 5"/>
                <a:gd name="T2" fmla="*/ 100 w 11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3" y="3"/>
                    <a:pt x="9" y="0"/>
                    <a:pt x="11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5" name="Freeform 1534">
              <a:extLst>
                <a:ext uri="{FF2B5EF4-FFF2-40B4-BE49-F238E27FC236}">
                  <a16:creationId xmlns:a16="http://schemas.microsoft.com/office/drawing/2014/main" id="{C3D651FD-0FE8-4A09-BADC-6B567EBBD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540"/>
              <a:ext cx="18" cy="9"/>
            </a:xfrm>
            <a:custGeom>
              <a:avLst/>
              <a:gdLst>
                <a:gd name="T0" fmla="*/ 0 w 9"/>
                <a:gd name="T1" fmla="*/ 45 h 4"/>
                <a:gd name="T2" fmla="*/ 7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6" name="Freeform 1535">
              <a:extLst>
                <a:ext uri="{FF2B5EF4-FFF2-40B4-BE49-F238E27FC236}">
                  <a16:creationId xmlns:a16="http://schemas.microsoft.com/office/drawing/2014/main" id="{323E0778-FEC7-49C3-9D92-9F8E3BED9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498"/>
              <a:ext cx="18" cy="15"/>
            </a:xfrm>
            <a:custGeom>
              <a:avLst/>
              <a:gdLst>
                <a:gd name="T0" fmla="*/ 0 w 9"/>
                <a:gd name="T1" fmla="*/ 69 h 7"/>
                <a:gd name="T2" fmla="*/ 7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2" y="5"/>
                    <a:pt x="9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7" name="Freeform 1536">
              <a:extLst>
                <a:ext uri="{FF2B5EF4-FFF2-40B4-BE49-F238E27FC236}">
                  <a16:creationId xmlns:a16="http://schemas.microsoft.com/office/drawing/2014/main" id="{1310184B-B8ED-430D-B9B0-82A34CA3F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3462"/>
              <a:ext cx="23" cy="16"/>
            </a:xfrm>
            <a:custGeom>
              <a:avLst/>
              <a:gdLst>
                <a:gd name="T0" fmla="*/ 0 w 11"/>
                <a:gd name="T1" fmla="*/ 85 h 7"/>
                <a:gd name="T2" fmla="*/ 10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3" y="4"/>
                    <a:pt x="6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8" name="Freeform 1537">
              <a:extLst>
                <a:ext uri="{FF2B5EF4-FFF2-40B4-BE49-F238E27FC236}">
                  <a16:creationId xmlns:a16="http://schemas.microsoft.com/office/drawing/2014/main" id="{BA581265-3DC4-4420-8CC6-9BF872DB5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3417"/>
              <a:ext cx="29" cy="18"/>
            </a:xfrm>
            <a:custGeom>
              <a:avLst/>
              <a:gdLst>
                <a:gd name="T0" fmla="*/ 0 w 14"/>
                <a:gd name="T1" fmla="*/ 92 h 8"/>
                <a:gd name="T2" fmla="*/ 124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4" y="4"/>
                    <a:pt x="9" y="1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9" name="Freeform 1538">
              <a:extLst>
                <a:ext uri="{FF2B5EF4-FFF2-40B4-BE49-F238E27FC236}">
                  <a16:creationId xmlns:a16="http://schemas.microsoft.com/office/drawing/2014/main" id="{84E1C06C-320E-4B02-B871-B2A5994C1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377"/>
              <a:ext cx="25" cy="16"/>
            </a:xfrm>
            <a:custGeom>
              <a:avLst/>
              <a:gdLst>
                <a:gd name="T0" fmla="*/ 0 w 12"/>
                <a:gd name="T1" fmla="*/ 85 h 7"/>
                <a:gd name="T2" fmla="*/ 10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3"/>
                    <a:pt x="7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0" name="Freeform 1539">
              <a:extLst>
                <a:ext uri="{FF2B5EF4-FFF2-40B4-BE49-F238E27FC236}">
                  <a16:creationId xmlns:a16="http://schemas.microsoft.com/office/drawing/2014/main" id="{92FE149B-E70E-4CC7-93E5-5661A3774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364"/>
              <a:ext cx="6" cy="18"/>
            </a:xfrm>
            <a:custGeom>
              <a:avLst/>
              <a:gdLst>
                <a:gd name="T0" fmla="*/ 0 w 3"/>
                <a:gd name="T1" fmla="*/ 0 h 8"/>
                <a:gd name="T2" fmla="*/ 16 w 3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2"/>
                    <a:pt x="3" y="5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1" name="Freeform 1540">
              <a:extLst>
                <a:ext uri="{FF2B5EF4-FFF2-40B4-BE49-F238E27FC236}">
                  <a16:creationId xmlns:a16="http://schemas.microsoft.com/office/drawing/2014/main" id="{67101534-E3BC-4131-A8D5-7AE5BD42B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400"/>
              <a:ext cx="6" cy="20"/>
            </a:xfrm>
            <a:custGeom>
              <a:avLst/>
              <a:gdLst>
                <a:gd name="T0" fmla="*/ 0 w 3"/>
                <a:gd name="T1" fmla="*/ 98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3" y="6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2" name="Freeform 1541">
              <a:extLst>
                <a:ext uri="{FF2B5EF4-FFF2-40B4-BE49-F238E27FC236}">
                  <a16:creationId xmlns:a16="http://schemas.microsoft.com/office/drawing/2014/main" id="{5999D50A-CA23-45D8-A1A8-918FC8022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473"/>
              <a:ext cx="8" cy="20"/>
            </a:xfrm>
            <a:custGeom>
              <a:avLst/>
              <a:gdLst>
                <a:gd name="T0" fmla="*/ 32 w 4"/>
                <a:gd name="T1" fmla="*/ 0 h 9"/>
                <a:gd name="T2" fmla="*/ 16 w 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2"/>
                    <a:pt x="0" y="6"/>
                    <a:pt x="2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3" name="Freeform 1542">
              <a:extLst>
                <a:ext uri="{FF2B5EF4-FFF2-40B4-BE49-F238E27FC236}">
                  <a16:creationId xmlns:a16="http://schemas.microsoft.com/office/drawing/2014/main" id="{8B509EDA-B55B-4F07-8313-8C115D059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505"/>
              <a:ext cx="21" cy="8"/>
            </a:xfrm>
            <a:custGeom>
              <a:avLst/>
              <a:gdLst>
                <a:gd name="T0" fmla="*/ 0 w 10"/>
                <a:gd name="T1" fmla="*/ 8 h 4"/>
                <a:gd name="T2" fmla="*/ 92 w 10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5" y="0"/>
                    <a:pt x="6" y="0"/>
                    <a:pt x="1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4" name="Freeform 1543">
              <a:extLst>
                <a:ext uri="{FF2B5EF4-FFF2-40B4-BE49-F238E27FC236}">
                  <a16:creationId xmlns:a16="http://schemas.microsoft.com/office/drawing/2014/main" id="{309280DC-004E-4CC9-8FCF-75EDAE339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547"/>
              <a:ext cx="8" cy="22"/>
            </a:xfrm>
            <a:custGeom>
              <a:avLst/>
              <a:gdLst>
                <a:gd name="T0" fmla="*/ 32 w 4"/>
                <a:gd name="T1" fmla="*/ 0 h 10"/>
                <a:gd name="T2" fmla="*/ 16 w 4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1" y="3"/>
                    <a:pt x="0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5" name="Freeform 1544">
              <a:extLst>
                <a:ext uri="{FF2B5EF4-FFF2-40B4-BE49-F238E27FC236}">
                  <a16:creationId xmlns:a16="http://schemas.microsoft.com/office/drawing/2014/main" id="{EFA6F072-C37D-4AC6-B1FE-43FF4523C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565"/>
              <a:ext cx="6" cy="18"/>
            </a:xfrm>
            <a:custGeom>
              <a:avLst/>
              <a:gdLst>
                <a:gd name="T0" fmla="*/ 0 w 3"/>
                <a:gd name="T1" fmla="*/ 92 h 8"/>
                <a:gd name="T2" fmla="*/ 1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3" y="5"/>
                    <a:pt x="2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6" name="Freeform 1545">
              <a:extLst>
                <a:ext uri="{FF2B5EF4-FFF2-40B4-BE49-F238E27FC236}">
                  <a16:creationId xmlns:a16="http://schemas.microsoft.com/office/drawing/2014/main" id="{063D44DB-4544-4FAA-B2FE-1F8CE79F9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351"/>
              <a:ext cx="7" cy="17"/>
            </a:xfrm>
            <a:custGeom>
              <a:avLst/>
              <a:gdLst>
                <a:gd name="T0" fmla="*/ 12 w 3"/>
                <a:gd name="T1" fmla="*/ 77 h 8"/>
                <a:gd name="T2" fmla="*/ 37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5"/>
                    <a:pt x="2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7" name="Freeform 1546">
              <a:extLst>
                <a:ext uri="{FF2B5EF4-FFF2-40B4-BE49-F238E27FC236}">
                  <a16:creationId xmlns:a16="http://schemas.microsoft.com/office/drawing/2014/main" id="{78A48E12-7DA6-4B56-9EC0-460514A2B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3301"/>
              <a:ext cx="15" cy="9"/>
            </a:xfrm>
            <a:custGeom>
              <a:avLst/>
              <a:gdLst>
                <a:gd name="T0" fmla="*/ 0 w 7"/>
                <a:gd name="T1" fmla="*/ 0 h 4"/>
                <a:gd name="T2" fmla="*/ 69 w 7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3" y="1"/>
                    <a:pt x="5" y="1"/>
                    <a:pt x="7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8" name="Freeform 1547">
              <a:extLst>
                <a:ext uri="{FF2B5EF4-FFF2-40B4-BE49-F238E27FC236}">
                  <a16:creationId xmlns:a16="http://schemas.microsoft.com/office/drawing/2014/main" id="{D64AC640-3B3C-4408-89B5-8D00338C3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3319"/>
              <a:ext cx="8" cy="16"/>
            </a:xfrm>
            <a:custGeom>
              <a:avLst/>
              <a:gdLst>
                <a:gd name="T0" fmla="*/ 32 w 4"/>
                <a:gd name="T1" fmla="*/ 0 h 7"/>
                <a:gd name="T2" fmla="*/ 8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9" name="Freeform 1548">
              <a:extLst>
                <a:ext uri="{FF2B5EF4-FFF2-40B4-BE49-F238E27FC236}">
                  <a16:creationId xmlns:a16="http://schemas.microsoft.com/office/drawing/2014/main" id="{2001FEF9-CBED-45F6-8C1F-49247F59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415"/>
              <a:ext cx="8" cy="18"/>
            </a:xfrm>
            <a:custGeom>
              <a:avLst/>
              <a:gdLst>
                <a:gd name="T0" fmla="*/ 8 w 4"/>
                <a:gd name="T1" fmla="*/ 92 h 8"/>
                <a:gd name="T2" fmla="*/ 32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1" y="8"/>
                  </a:moveTo>
                  <a:cubicBezTo>
                    <a:pt x="0" y="5"/>
                    <a:pt x="3" y="3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0" name="Freeform 1549">
              <a:extLst>
                <a:ext uri="{FF2B5EF4-FFF2-40B4-BE49-F238E27FC236}">
                  <a16:creationId xmlns:a16="http://schemas.microsoft.com/office/drawing/2014/main" id="{2CDB3BB2-005C-4F4A-A0B8-E14DBE78C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578"/>
              <a:ext cx="14" cy="27"/>
            </a:xfrm>
            <a:custGeom>
              <a:avLst/>
              <a:gdLst>
                <a:gd name="T0" fmla="*/ 0 w 7"/>
                <a:gd name="T1" fmla="*/ 0 h 12"/>
                <a:gd name="T2" fmla="*/ 56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3" y="4"/>
                    <a:pt x="5" y="8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1" name="Freeform 1550">
              <a:extLst>
                <a:ext uri="{FF2B5EF4-FFF2-40B4-BE49-F238E27FC236}">
                  <a16:creationId xmlns:a16="http://schemas.microsoft.com/office/drawing/2014/main" id="{77C2778A-08E1-4B94-8E13-2F2C3940F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627"/>
              <a:ext cx="21" cy="20"/>
            </a:xfrm>
            <a:custGeom>
              <a:avLst/>
              <a:gdLst>
                <a:gd name="T0" fmla="*/ 0 w 10"/>
                <a:gd name="T1" fmla="*/ 80 h 9"/>
                <a:gd name="T2" fmla="*/ 84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7" y="9"/>
                    <a:pt x="10" y="6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2" name="Freeform 1551">
              <a:extLst>
                <a:ext uri="{FF2B5EF4-FFF2-40B4-BE49-F238E27FC236}">
                  <a16:creationId xmlns:a16="http://schemas.microsoft.com/office/drawing/2014/main" id="{D9A0B378-CCF7-4418-9B60-0FA34D3E5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605"/>
              <a:ext cx="14" cy="20"/>
            </a:xfrm>
            <a:custGeom>
              <a:avLst/>
              <a:gdLst>
                <a:gd name="T0" fmla="*/ 0 w 7"/>
                <a:gd name="T1" fmla="*/ 0 h 9"/>
                <a:gd name="T2" fmla="*/ 56 w 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4" y="3"/>
                    <a:pt x="6" y="5"/>
                    <a:pt x="7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3" name="Freeform 1552">
              <a:extLst>
                <a:ext uri="{FF2B5EF4-FFF2-40B4-BE49-F238E27FC236}">
                  <a16:creationId xmlns:a16="http://schemas.microsoft.com/office/drawing/2014/main" id="{2A4FC56F-BF07-4835-9F15-571446BF8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605"/>
              <a:ext cx="7" cy="11"/>
            </a:xfrm>
            <a:custGeom>
              <a:avLst/>
              <a:gdLst>
                <a:gd name="T0" fmla="*/ 0 w 3"/>
                <a:gd name="T1" fmla="*/ 0 h 5"/>
                <a:gd name="T2" fmla="*/ 28 w 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3" y="4"/>
                    <a:pt x="2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4" name="Freeform 1553">
              <a:extLst>
                <a:ext uri="{FF2B5EF4-FFF2-40B4-BE49-F238E27FC236}">
                  <a16:creationId xmlns:a16="http://schemas.microsoft.com/office/drawing/2014/main" id="{D6D9F8A1-60DC-4337-8045-8955C931F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614"/>
              <a:ext cx="23" cy="4"/>
            </a:xfrm>
            <a:custGeom>
              <a:avLst/>
              <a:gdLst>
                <a:gd name="T0" fmla="*/ 0 w 11"/>
                <a:gd name="T1" fmla="*/ 16 h 2"/>
                <a:gd name="T2" fmla="*/ 10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2"/>
                    <a:pt x="8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5" name="Freeform 1554">
              <a:extLst>
                <a:ext uri="{FF2B5EF4-FFF2-40B4-BE49-F238E27FC236}">
                  <a16:creationId xmlns:a16="http://schemas.microsoft.com/office/drawing/2014/main" id="{7A8A3B15-262C-415D-8411-4563617F5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339"/>
              <a:ext cx="15" cy="32"/>
            </a:xfrm>
            <a:custGeom>
              <a:avLst/>
              <a:gdLst>
                <a:gd name="T0" fmla="*/ 0 w 7"/>
                <a:gd name="T1" fmla="*/ 0 h 14"/>
                <a:gd name="T2" fmla="*/ 69 w 7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3" y="4"/>
                    <a:pt x="6" y="9"/>
                    <a:pt x="7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6" name="Freeform 1555">
              <a:extLst>
                <a:ext uri="{FF2B5EF4-FFF2-40B4-BE49-F238E27FC236}">
                  <a16:creationId xmlns:a16="http://schemas.microsoft.com/office/drawing/2014/main" id="{151C1A41-BBE1-455A-946F-65A1F35D4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355"/>
              <a:ext cx="6" cy="11"/>
            </a:xfrm>
            <a:custGeom>
              <a:avLst/>
              <a:gdLst>
                <a:gd name="T0" fmla="*/ 0 w 3"/>
                <a:gd name="T1" fmla="*/ 53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2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7" name="Freeform 1556">
              <a:extLst>
                <a:ext uri="{FF2B5EF4-FFF2-40B4-BE49-F238E27FC236}">
                  <a16:creationId xmlns:a16="http://schemas.microsoft.com/office/drawing/2014/main" id="{A2B6E3BA-DEE6-422C-B3F7-4A5B6579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319"/>
              <a:ext cx="19" cy="36"/>
            </a:xfrm>
            <a:custGeom>
              <a:avLst/>
              <a:gdLst>
                <a:gd name="T0" fmla="*/ 0 w 9"/>
                <a:gd name="T1" fmla="*/ 0 h 16"/>
                <a:gd name="T2" fmla="*/ 57 w 9"/>
                <a:gd name="T3" fmla="*/ 117 h 16"/>
                <a:gd name="T4" fmla="*/ 84 w 9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3"/>
                    <a:pt x="5" y="6"/>
                    <a:pt x="6" y="10"/>
                  </a:cubicBezTo>
                  <a:cubicBezTo>
                    <a:pt x="7" y="12"/>
                    <a:pt x="8" y="15"/>
                    <a:pt x="9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8" name="Freeform 1557">
              <a:extLst>
                <a:ext uri="{FF2B5EF4-FFF2-40B4-BE49-F238E27FC236}">
                  <a16:creationId xmlns:a16="http://schemas.microsoft.com/office/drawing/2014/main" id="{E2EFDB2F-B68E-4B8E-93EA-527C2B29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279"/>
              <a:ext cx="12" cy="34"/>
            </a:xfrm>
            <a:custGeom>
              <a:avLst/>
              <a:gdLst>
                <a:gd name="T0" fmla="*/ 0 w 6"/>
                <a:gd name="T1" fmla="*/ 0 h 15"/>
                <a:gd name="T2" fmla="*/ 48 w 6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2" y="5"/>
                    <a:pt x="5" y="10"/>
                    <a:pt x="6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9" name="Freeform 1558">
              <a:extLst>
                <a:ext uri="{FF2B5EF4-FFF2-40B4-BE49-F238E27FC236}">
                  <a16:creationId xmlns:a16="http://schemas.microsoft.com/office/drawing/2014/main" id="{80D0636F-F744-40A5-8867-0556DECB9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3243"/>
              <a:ext cx="23" cy="36"/>
            </a:xfrm>
            <a:custGeom>
              <a:avLst/>
              <a:gdLst>
                <a:gd name="T0" fmla="*/ 44 w 11"/>
                <a:gd name="T1" fmla="*/ 182 h 16"/>
                <a:gd name="T2" fmla="*/ 84 w 11"/>
                <a:gd name="T3" fmla="*/ 101 h 16"/>
                <a:gd name="T4" fmla="*/ 0 w 11"/>
                <a:gd name="T5" fmla="*/ 2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5" y="16"/>
                  </a:moveTo>
                  <a:cubicBezTo>
                    <a:pt x="11" y="14"/>
                    <a:pt x="11" y="15"/>
                    <a:pt x="9" y="9"/>
                  </a:cubicBezTo>
                  <a:cubicBezTo>
                    <a:pt x="7" y="5"/>
                    <a:pt x="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0" name="Freeform 1559">
              <a:extLst>
                <a:ext uri="{FF2B5EF4-FFF2-40B4-BE49-F238E27FC236}">
                  <a16:creationId xmlns:a16="http://schemas.microsoft.com/office/drawing/2014/main" id="{288792CD-C0C0-4A3A-AEC5-6C2121B73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201"/>
              <a:ext cx="23" cy="49"/>
            </a:xfrm>
            <a:custGeom>
              <a:avLst/>
              <a:gdLst>
                <a:gd name="T0" fmla="*/ 100 w 11"/>
                <a:gd name="T1" fmla="*/ 243 h 22"/>
                <a:gd name="T2" fmla="*/ 0 w 11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11" y="22"/>
                  </a:moveTo>
                  <a:cubicBezTo>
                    <a:pt x="8" y="17"/>
                    <a:pt x="11" y="0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1" name="Freeform 1560">
              <a:extLst>
                <a:ext uri="{FF2B5EF4-FFF2-40B4-BE49-F238E27FC236}">
                  <a16:creationId xmlns:a16="http://schemas.microsoft.com/office/drawing/2014/main" id="{00EC9326-F9FE-4306-A13E-877D2A2ED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159"/>
              <a:ext cx="21" cy="47"/>
            </a:xfrm>
            <a:custGeom>
              <a:avLst/>
              <a:gdLst>
                <a:gd name="T0" fmla="*/ 92 w 10"/>
                <a:gd name="T1" fmla="*/ 235 h 21"/>
                <a:gd name="T2" fmla="*/ 0 w 10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cubicBezTo>
                    <a:pt x="7" y="16"/>
                    <a:pt x="9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2" name="Freeform 1561">
              <a:extLst>
                <a:ext uri="{FF2B5EF4-FFF2-40B4-BE49-F238E27FC236}">
                  <a16:creationId xmlns:a16="http://schemas.microsoft.com/office/drawing/2014/main" id="{3A99F43A-B6A4-4295-9C9B-895FDB7C7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203"/>
              <a:ext cx="27" cy="49"/>
            </a:xfrm>
            <a:custGeom>
              <a:avLst/>
              <a:gdLst>
                <a:gd name="T0" fmla="*/ 0 w 13"/>
                <a:gd name="T1" fmla="*/ 65 h 22"/>
                <a:gd name="T2" fmla="*/ 116 w 13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6"/>
                  </a:moveTo>
                  <a:cubicBezTo>
                    <a:pt x="8" y="0"/>
                    <a:pt x="11" y="21"/>
                    <a:pt x="13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3" name="Freeform 1562">
              <a:extLst>
                <a:ext uri="{FF2B5EF4-FFF2-40B4-BE49-F238E27FC236}">
                  <a16:creationId xmlns:a16="http://schemas.microsoft.com/office/drawing/2014/main" id="{D946E80B-4EE1-44B4-9038-EBF68FC22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246"/>
              <a:ext cx="13" cy="6"/>
            </a:xfrm>
            <a:custGeom>
              <a:avLst/>
              <a:gdLst>
                <a:gd name="T0" fmla="*/ 0 w 6"/>
                <a:gd name="T1" fmla="*/ 24 h 3"/>
                <a:gd name="T2" fmla="*/ 61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4" name="Freeform 1563">
              <a:extLst>
                <a:ext uri="{FF2B5EF4-FFF2-40B4-BE49-F238E27FC236}">
                  <a16:creationId xmlns:a16="http://schemas.microsoft.com/office/drawing/2014/main" id="{F9381ABD-253A-491A-906C-39227AB7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210"/>
              <a:ext cx="12" cy="11"/>
            </a:xfrm>
            <a:custGeom>
              <a:avLst/>
              <a:gdLst>
                <a:gd name="T0" fmla="*/ 0 w 6"/>
                <a:gd name="T1" fmla="*/ 53 h 5"/>
                <a:gd name="T2" fmla="*/ 48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1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5" name="Freeform 1564">
              <a:extLst>
                <a:ext uri="{FF2B5EF4-FFF2-40B4-BE49-F238E27FC236}">
                  <a16:creationId xmlns:a16="http://schemas.microsoft.com/office/drawing/2014/main" id="{8F298BA7-BA4E-402E-AD17-422A0464B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170"/>
              <a:ext cx="19" cy="44"/>
            </a:xfrm>
            <a:custGeom>
              <a:avLst/>
              <a:gdLst>
                <a:gd name="T0" fmla="*/ 84 w 9"/>
                <a:gd name="T1" fmla="*/ 213 h 20"/>
                <a:gd name="T2" fmla="*/ 68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9" y="20"/>
                  </a:moveTo>
                  <a:cubicBezTo>
                    <a:pt x="7" y="16"/>
                    <a:pt x="0" y="2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6" name="Freeform 1565">
              <a:extLst>
                <a:ext uri="{FF2B5EF4-FFF2-40B4-BE49-F238E27FC236}">
                  <a16:creationId xmlns:a16="http://schemas.microsoft.com/office/drawing/2014/main" id="{EE3D7FCF-D5C8-4DB0-80D6-17BAB64DD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181"/>
              <a:ext cx="20" cy="4"/>
            </a:xfrm>
            <a:custGeom>
              <a:avLst/>
              <a:gdLst>
                <a:gd name="T0" fmla="*/ 0 w 10"/>
                <a:gd name="T1" fmla="*/ 16 h 2"/>
                <a:gd name="T2" fmla="*/ 8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0"/>
                    <a:pt x="7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7" name="Freeform 1566">
              <a:extLst>
                <a:ext uri="{FF2B5EF4-FFF2-40B4-BE49-F238E27FC236}">
                  <a16:creationId xmlns:a16="http://schemas.microsoft.com/office/drawing/2014/main" id="{BEF1B90A-0C30-4F5C-BE0F-0964976F0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125"/>
              <a:ext cx="10" cy="56"/>
            </a:xfrm>
            <a:custGeom>
              <a:avLst/>
              <a:gdLst>
                <a:gd name="T0" fmla="*/ 40 w 5"/>
                <a:gd name="T1" fmla="*/ 280 h 25"/>
                <a:gd name="T2" fmla="*/ 16 w 5"/>
                <a:gd name="T3" fmla="*/ 125 h 25"/>
                <a:gd name="T4" fmla="*/ 0 w 5"/>
                <a:gd name="T5" fmla="*/ 56 h 25"/>
                <a:gd name="T6" fmla="*/ 32 w 5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5">
                  <a:moveTo>
                    <a:pt x="5" y="25"/>
                  </a:moveTo>
                  <a:cubicBezTo>
                    <a:pt x="4" y="21"/>
                    <a:pt x="3" y="16"/>
                    <a:pt x="2" y="11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8" name="Freeform 1567">
              <a:extLst>
                <a:ext uri="{FF2B5EF4-FFF2-40B4-BE49-F238E27FC236}">
                  <a16:creationId xmlns:a16="http://schemas.microsoft.com/office/drawing/2014/main" id="{BCD29431-F206-49AB-BCC8-733EF112F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110"/>
              <a:ext cx="19" cy="51"/>
            </a:xfrm>
            <a:custGeom>
              <a:avLst/>
              <a:gdLst>
                <a:gd name="T0" fmla="*/ 84 w 9"/>
                <a:gd name="T1" fmla="*/ 251 h 23"/>
                <a:gd name="T2" fmla="*/ 0 w 9"/>
                <a:gd name="T3" fmla="*/ 4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9" y="23"/>
                  </a:moveTo>
                  <a:cubicBezTo>
                    <a:pt x="8" y="21"/>
                    <a:pt x="8" y="0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9" name="Freeform 1568">
              <a:extLst>
                <a:ext uri="{FF2B5EF4-FFF2-40B4-BE49-F238E27FC236}">
                  <a16:creationId xmlns:a16="http://schemas.microsoft.com/office/drawing/2014/main" id="{94E84375-BBB4-4F9F-A030-BF99A1EAF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3141"/>
              <a:ext cx="15" cy="1"/>
            </a:xfrm>
            <a:custGeom>
              <a:avLst/>
              <a:gdLst>
                <a:gd name="T0" fmla="*/ 0 w 7"/>
                <a:gd name="T1" fmla="*/ 0 h 1"/>
                <a:gd name="T2" fmla="*/ 69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5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0" name="Freeform 1569">
              <a:extLst>
                <a:ext uri="{FF2B5EF4-FFF2-40B4-BE49-F238E27FC236}">
                  <a16:creationId xmlns:a16="http://schemas.microsoft.com/office/drawing/2014/main" id="{27A73547-63A1-4A1F-AAE5-672E9885A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074"/>
              <a:ext cx="15" cy="42"/>
            </a:xfrm>
            <a:custGeom>
              <a:avLst/>
              <a:gdLst>
                <a:gd name="T0" fmla="*/ 69 w 7"/>
                <a:gd name="T1" fmla="*/ 206 h 19"/>
                <a:gd name="T2" fmla="*/ 41 w 7"/>
                <a:gd name="T3" fmla="*/ 33 h 19"/>
                <a:gd name="T4" fmla="*/ 0 w 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7" y="19"/>
                  </a:moveTo>
                  <a:cubicBezTo>
                    <a:pt x="7" y="15"/>
                    <a:pt x="7" y="7"/>
                    <a:pt x="4" y="3"/>
                  </a:cubicBez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1" name="Freeform 1570">
              <a:extLst>
                <a:ext uri="{FF2B5EF4-FFF2-40B4-BE49-F238E27FC236}">
                  <a16:creationId xmlns:a16="http://schemas.microsoft.com/office/drawing/2014/main" id="{B3332474-69FC-445D-A4C1-F1FFDA3E0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087"/>
              <a:ext cx="23" cy="49"/>
            </a:xfrm>
            <a:custGeom>
              <a:avLst/>
              <a:gdLst>
                <a:gd name="T0" fmla="*/ 0 w 11"/>
                <a:gd name="T1" fmla="*/ 80 h 22"/>
                <a:gd name="T2" fmla="*/ 100 w 11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0" y="7"/>
                  </a:moveTo>
                  <a:cubicBezTo>
                    <a:pt x="5" y="0"/>
                    <a:pt x="9" y="19"/>
                    <a:pt x="11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2" name="Freeform 1571">
              <a:extLst>
                <a:ext uri="{FF2B5EF4-FFF2-40B4-BE49-F238E27FC236}">
                  <a16:creationId xmlns:a16="http://schemas.microsoft.com/office/drawing/2014/main" id="{97B5D08D-5BF7-4F41-B10E-FE771C32D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092"/>
              <a:ext cx="7" cy="9"/>
            </a:xfrm>
            <a:custGeom>
              <a:avLst/>
              <a:gdLst>
                <a:gd name="T0" fmla="*/ 0 w 3"/>
                <a:gd name="T1" fmla="*/ 45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1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3" name="Freeform 1572">
              <a:extLst>
                <a:ext uri="{FF2B5EF4-FFF2-40B4-BE49-F238E27FC236}">
                  <a16:creationId xmlns:a16="http://schemas.microsoft.com/office/drawing/2014/main" id="{36FDE841-58DD-4F6B-AE42-B27C7FA50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056"/>
              <a:ext cx="16" cy="40"/>
            </a:xfrm>
            <a:custGeom>
              <a:avLst/>
              <a:gdLst>
                <a:gd name="T0" fmla="*/ 40 w 8"/>
                <a:gd name="T1" fmla="*/ 198 h 18"/>
                <a:gd name="T2" fmla="*/ 64 w 8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5" y="18"/>
                  </a:moveTo>
                  <a:cubicBezTo>
                    <a:pt x="5" y="12"/>
                    <a:pt x="0" y="3"/>
                    <a:pt x="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4" name="Freeform 1573">
              <a:extLst>
                <a:ext uri="{FF2B5EF4-FFF2-40B4-BE49-F238E27FC236}">
                  <a16:creationId xmlns:a16="http://schemas.microsoft.com/office/drawing/2014/main" id="{6514BEB5-EF91-449E-A4F0-10AE0A631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040"/>
              <a:ext cx="12" cy="41"/>
            </a:xfrm>
            <a:custGeom>
              <a:avLst/>
              <a:gdLst>
                <a:gd name="T0" fmla="*/ 40 w 6"/>
                <a:gd name="T1" fmla="*/ 212 h 18"/>
                <a:gd name="T2" fmla="*/ 32 w 6"/>
                <a:gd name="T3" fmla="*/ 130 h 18"/>
                <a:gd name="T4" fmla="*/ 32 w 6"/>
                <a:gd name="T5" fmla="*/ 48 h 18"/>
                <a:gd name="T6" fmla="*/ 0 w 6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8">
                  <a:moveTo>
                    <a:pt x="5" y="18"/>
                  </a:moveTo>
                  <a:cubicBezTo>
                    <a:pt x="6" y="15"/>
                    <a:pt x="4" y="13"/>
                    <a:pt x="4" y="11"/>
                  </a:cubicBezTo>
                  <a:cubicBezTo>
                    <a:pt x="4" y="9"/>
                    <a:pt x="4" y="5"/>
                    <a:pt x="4" y="4"/>
                  </a:cubicBez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5" name="Freeform 1574">
              <a:extLst>
                <a:ext uri="{FF2B5EF4-FFF2-40B4-BE49-F238E27FC236}">
                  <a16:creationId xmlns:a16="http://schemas.microsoft.com/office/drawing/2014/main" id="{495D469F-B15C-4078-AA5A-B8112A30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047"/>
              <a:ext cx="11" cy="20"/>
            </a:xfrm>
            <a:custGeom>
              <a:avLst/>
              <a:gdLst>
                <a:gd name="T0" fmla="*/ 0 w 5"/>
                <a:gd name="T1" fmla="*/ 20 h 9"/>
                <a:gd name="T2" fmla="*/ 53 w 5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2"/>
                  </a:moveTo>
                  <a:cubicBezTo>
                    <a:pt x="3" y="0"/>
                    <a:pt x="5" y="6"/>
                    <a:pt x="5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6" name="Freeform 1575">
              <a:extLst>
                <a:ext uri="{FF2B5EF4-FFF2-40B4-BE49-F238E27FC236}">
                  <a16:creationId xmlns:a16="http://schemas.microsoft.com/office/drawing/2014/main" id="{FC46F1FD-7F50-4721-BD95-55C692B40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043"/>
              <a:ext cx="8" cy="11"/>
            </a:xfrm>
            <a:custGeom>
              <a:avLst/>
              <a:gdLst>
                <a:gd name="T0" fmla="*/ 0 w 4"/>
                <a:gd name="T1" fmla="*/ 53 h 5"/>
                <a:gd name="T2" fmla="*/ 3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7" name="Freeform 1576">
              <a:extLst>
                <a:ext uri="{FF2B5EF4-FFF2-40B4-BE49-F238E27FC236}">
                  <a16:creationId xmlns:a16="http://schemas.microsoft.com/office/drawing/2014/main" id="{D1CE2B06-AE31-4EBD-8C70-4EE78655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007"/>
              <a:ext cx="12" cy="38"/>
            </a:xfrm>
            <a:custGeom>
              <a:avLst/>
              <a:gdLst>
                <a:gd name="T0" fmla="*/ 40 w 6"/>
                <a:gd name="T1" fmla="*/ 190 h 17"/>
                <a:gd name="T2" fmla="*/ 32 w 6"/>
                <a:gd name="T3" fmla="*/ 20 h 17"/>
                <a:gd name="T4" fmla="*/ 0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5" y="17"/>
                  </a:moveTo>
                  <a:cubicBezTo>
                    <a:pt x="6" y="14"/>
                    <a:pt x="6" y="6"/>
                    <a:pt x="4" y="2"/>
                  </a:cubicBezTo>
                  <a:cubicBezTo>
                    <a:pt x="3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8" name="Freeform 1577">
              <a:extLst>
                <a:ext uri="{FF2B5EF4-FFF2-40B4-BE49-F238E27FC236}">
                  <a16:creationId xmlns:a16="http://schemas.microsoft.com/office/drawing/2014/main" id="{277C9177-4F7C-4AA2-86B5-17C17BD98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023"/>
              <a:ext cx="9" cy="4"/>
            </a:xfrm>
            <a:custGeom>
              <a:avLst/>
              <a:gdLst>
                <a:gd name="T0" fmla="*/ 0 w 4"/>
                <a:gd name="T1" fmla="*/ 0 h 2"/>
                <a:gd name="T2" fmla="*/ 45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0"/>
                    <a:pt x="4" y="0"/>
                    <a:pt x="4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9" name="Freeform 1578">
              <a:extLst>
                <a:ext uri="{FF2B5EF4-FFF2-40B4-BE49-F238E27FC236}">
                  <a16:creationId xmlns:a16="http://schemas.microsoft.com/office/drawing/2014/main" id="{02A54431-90E0-4F00-AD70-C58AE4308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023"/>
              <a:ext cx="6" cy="26"/>
            </a:xfrm>
            <a:custGeom>
              <a:avLst/>
              <a:gdLst>
                <a:gd name="T0" fmla="*/ 24 w 3"/>
                <a:gd name="T1" fmla="*/ 0 h 12"/>
                <a:gd name="T2" fmla="*/ 24 w 3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3"/>
                    <a:pt x="1" y="9"/>
                    <a:pt x="3" y="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0" name="Freeform 1579">
              <a:extLst>
                <a:ext uri="{FF2B5EF4-FFF2-40B4-BE49-F238E27FC236}">
                  <a16:creationId xmlns:a16="http://schemas.microsoft.com/office/drawing/2014/main" id="{598A5103-A47C-41DA-9C45-3A9EA6036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974"/>
              <a:ext cx="8" cy="35"/>
            </a:xfrm>
            <a:custGeom>
              <a:avLst/>
              <a:gdLst>
                <a:gd name="T0" fmla="*/ 32 w 4"/>
                <a:gd name="T1" fmla="*/ 168 h 16"/>
                <a:gd name="T2" fmla="*/ 16 w 4"/>
                <a:gd name="T3" fmla="*/ 20 h 16"/>
                <a:gd name="T4" fmla="*/ 0 w 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6">
                  <a:moveTo>
                    <a:pt x="4" y="16"/>
                  </a:moveTo>
                  <a:cubicBezTo>
                    <a:pt x="2" y="12"/>
                    <a:pt x="4" y="6"/>
                    <a:pt x="2" y="2"/>
                  </a:cubicBez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1" name="Freeform 1580">
              <a:extLst>
                <a:ext uri="{FF2B5EF4-FFF2-40B4-BE49-F238E27FC236}">
                  <a16:creationId xmlns:a16="http://schemas.microsoft.com/office/drawing/2014/main" id="{D91B3A44-B0D0-4A8C-870D-74244B863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991"/>
              <a:ext cx="10" cy="5"/>
            </a:xfrm>
            <a:custGeom>
              <a:avLst/>
              <a:gdLst>
                <a:gd name="T0" fmla="*/ 0 w 5"/>
                <a:gd name="T1" fmla="*/ 33 h 2"/>
                <a:gd name="T2" fmla="*/ 24 w 5"/>
                <a:gd name="T3" fmla="*/ 0 h 2"/>
                <a:gd name="T4" fmla="*/ 40 w 5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3" y="0"/>
                    <a:pt x="4" y="1"/>
                    <a:pt x="5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2" name="Freeform 1581">
              <a:extLst>
                <a:ext uri="{FF2B5EF4-FFF2-40B4-BE49-F238E27FC236}">
                  <a16:creationId xmlns:a16="http://schemas.microsoft.com/office/drawing/2014/main" id="{BDDA14C2-CA4D-481A-8F63-C30605E32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971"/>
              <a:ext cx="4" cy="47"/>
            </a:xfrm>
            <a:custGeom>
              <a:avLst/>
              <a:gdLst>
                <a:gd name="T0" fmla="*/ 16 w 2"/>
                <a:gd name="T1" fmla="*/ 235 h 21"/>
                <a:gd name="T2" fmla="*/ 8 w 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2" y="21"/>
                  </a:moveTo>
                  <a:cubicBezTo>
                    <a:pt x="0" y="14"/>
                    <a:pt x="0" y="7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3" name="Freeform 1582">
              <a:extLst>
                <a:ext uri="{FF2B5EF4-FFF2-40B4-BE49-F238E27FC236}">
                  <a16:creationId xmlns:a16="http://schemas.microsoft.com/office/drawing/2014/main" id="{03F517E6-37E4-44C3-B168-6B1B02A54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15"/>
              <a:ext cx="11" cy="159"/>
            </a:xfrm>
            <a:custGeom>
              <a:avLst/>
              <a:gdLst>
                <a:gd name="T0" fmla="*/ 33 w 5"/>
                <a:gd name="T1" fmla="*/ 797 h 71"/>
                <a:gd name="T2" fmla="*/ 44 w 5"/>
                <a:gd name="T3" fmla="*/ 672 h 71"/>
                <a:gd name="T4" fmla="*/ 9 w 5"/>
                <a:gd name="T5" fmla="*/ 627 h 71"/>
                <a:gd name="T6" fmla="*/ 20 w 5"/>
                <a:gd name="T7" fmla="*/ 596 h 71"/>
                <a:gd name="T8" fmla="*/ 20 w 5"/>
                <a:gd name="T9" fmla="*/ 405 h 71"/>
                <a:gd name="T10" fmla="*/ 20 w 5"/>
                <a:gd name="T11" fmla="*/ 316 h 71"/>
                <a:gd name="T12" fmla="*/ 33 w 5"/>
                <a:gd name="T13" fmla="*/ 260 h 71"/>
                <a:gd name="T14" fmla="*/ 53 w 5"/>
                <a:gd name="T15" fmla="*/ 202 h 71"/>
                <a:gd name="T16" fmla="*/ 44 w 5"/>
                <a:gd name="T17" fmla="*/ 155 h 71"/>
                <a:gd name="T18" fmla="*/ 53 w 5"/>
                <a:gd name="T19" fmla="*/ 90 h 71"/>
                <a:gd name="T20" fmla="*/ 53 w 5"/>
                <a:gd name="T21" fmla="*/ 0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71">
                  <a:moveTo>
                    <a:pt x="3" y="71"/>
                  </a:moveTo>
                  <a:cubicBezTo>
                    <a:pt x="4" y="69"/>
                    <a:pt x="5" y="62"/>
                    <a:pt x="4" y="60"/>
                  </a:cubicBezTo>
                  <a:cubicBezTo>
                    <a:pt x="3" y="58"/>
                    <a:pt x="1" y="57"/>
                    <a:pt x="1" y="56"/>
                  </a:cubicBezTo>
                  <a:cubicBezTo>
                    <a:pt x="0" y="55"/>
                    <a:pt x="2" y="54"/>
                    <a:pt x="2" y="53"/>
                  </a:cubicBezTo>
                  <a:cubicBezTo>
                    <a:pt x="3" y="47"/>
                    <a:pt x="2" y="42"/>
                    <a:pt x="2" y="36"/>
                  </a:cubicBezTo>
                  <a:cubicBezTo>
                    <a:pt x="2" y="33"/>
                    <a:pt x="2" y="31"/>
                    <a:pt x="2" y="28"/>
                  </a:cubicBezTo>
                  <a:cubicBezTo>
                    <a:pt x="3" y="27"/>
                    <a:pt x="2" y="25"/>
                    <a:pt x="3" y="23"/>
                  </a:cubicBezTo>
                  <a:cubicBezTo>
                    <a:pt x="3" y="21"/>
                    <a:pt x="5" y="20"/>
                    <a:pt x="5" y="18"/>
                  </a:cubicBezTo>
                  <a:cubicBezTo>
                    <a:pt x="5" y="17"/>
                    <a:pt x="4" y="15"/>
                    <a:pt x="4" y="14"/>
                  </a:cubicBezTo>
                  <a:cubicBezTo>
                    <a:pt x="4" y="12"/>
                    <a:pt x="5" y="10"/>
                    <a:pt x="5" y="8"/>
                  </a:cubicBezTo>
                  <a:cubicBezTo>
                    <a:pt x="5" y="5"/>
                    <a:pt x="3" y="4"/>
                    <a:pt x="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4" name="Freeform 1583">
              <a:extLst>
                <a:ext uri="{FF2B5EF4-FFF2-40B4-BE49-F238E27FC236}">
                  <a16:creationId xmlns:a16="http://schemas.microsoft.com/office/drawing/2014/main" id="{64E2DAD2-FA9F-4C9B-8AD0-EBC5167C3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889"/>
              <a:ext cx="14" cy="85"/>
            </a:xfrm>
            <a:custGeom>
              <a:avLst/>
              <a:gdLst>
                <a:gd name="T0" fmla="*/ 0 w 7"/>
                <a:gd name="T1" fmla="*/ 0 h 38"/>
                <a:gd name="T2" fmla="*/ 16 w 7"/>
                <a:gd name="T3" fmla="*/ 145 h 38"/>
                <a:gd name="T4" fmla="*/ 24 w 7"/>
                <a:gd name="T5" fmla="*/ 255 h 38"/>
                <a:gd name="T6" fmla="*/ 32 w 7"/>
                <a:gd name="T7" fmla="*/ 315 h 38"/>
                <a:gd name="T8" fmla="*/ 16 w 7"/>
                <a:gd name="T9" fmla="*/ 360 h 38"/>
                <a:gd name="T10" fmla="*/ 56 w 7"/>
                <a:gd name="T11" fmla="*/ 42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8">
                  <a:moveTo>
                    <a:pt x="0" y="0"/>
                  </a:moveTo>
                  <a:cubicBezTo>
                    <a:pt x="4" y="5"/>
                    <a:pt x="2" y="7"/>
                    <a:pt x="2" y="13"/>
                  </a:cubicBezTo>
                  <a:cubicBezTo>
                    <a:pt x="2" y="16"/>
                    <a:pt x="3" y="19"/>
                    <a:pt x="3" y="23"/>
                  </a:cubicBezTo>
                  <a:cubicBezTo>
                    <a:pt x="3" y="25"/>
                    <a:pt x="4" y="26"/>
                    <a:pt x="4" y="28"/>
                  </a:cubicBezTo>
                  <a:cubicBezTo>
                    <a:pt x="4" y="30"/>
                    <a:pt x="5" y="31"/>
                    <a:pt x="2" y="32"/>
                  </a:cubicBezTo>
                  <a:cubicBezTo>
                    <a:pt x="6" y="31"/>
                    <a:pt x="7" y="35"/>
                    <a:pt x="7" y="3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5" name="Freeform 1584">
              <a:extLst>
                <a:ext uri="{FF2B5EF4-FFF2-40B4-BE49-F238E27FC236}">
                  <a16:creationId xmlns:a16="http://schemas.microsoft.com/office/drawing/2014/main" id="{04C390E6-0A9D-4ADB-BF8E-FB1D6E8E4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909"/>
              <a:ext cx="6" cy="11"/>
            </a:xfrm>
            <a:custGeom>
              <a:avLst/>
              <a:gdLst>
                <a:gd name="T0" fmla="*/ 0 w 3"/>
                <a:gd name="T1" fmla="*/ 44 h 5"/>
                <a:gd name="T2" fmla="*/ 1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3" y="5"/>
                    <a:pt x="2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6" name="Freeform 1585">
              <a:extLst>
                <a:ext uri="{FF2B5EF4-FFF2-40B4-BE49-F238E27FC236}">
                  <a16:creationId xmlns:a16="http://schemas.microsoft.com/office/drawing/2014/main" id="{73CDEB05-6D3A-44F1-A9B1-7917C5973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864"/>
              <a:ext cx="8" cy="31"/>
            </a:xfrm>
            <a:custGeom>
              <a:avLst/>
              <a:gdLst>
                <a:gd name="T0" fmla="*/ 16 w 4"/>
                <a:gd name="T1" fmla="*/ 153 h 14"/>
                <a:gd name="T2" fmla="*/ 32 w 4"/>
                <a:gd name="T3" fmla="*/ 64 h 14"/>
                <a:gd name="T4" fmla="*/ 8 w 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2" y="14"/>
                  </a:moveTo>
                  <a:cubicBezTo>
                    <a:pt x="0" y="11"/>
                    <a:pt x="4" y="8"/>
                    <a:pt x="4" y="6"/>
                  </a:cubicBezTo>
                  <a:cubicBezTo>
                    <a:pt x="4" y="4"/>
                    <a:pt x="1" y="2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7" name="Freeform 1586">
              <a:extLst>
                <a:ext uri="{FF2B5EF4-FFF2-40B4-BE49-F238E27FC236}">
                  <a16:creationId xmlns:a16="http://schemas.microsoft.com/office/drawing/2014/main" id="{0439F2D5-CC76-4C09-B8A9-AC4EF98A7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840"/>
              <a:ext cx="8" cy="4"/>
            </a:xfrm>
            <a:custGeom>
              <a:avLst/>
              <a:gdLst>
                <a:gd name="T0" fmla="*/ 0 w 4"/>
                <a:gd name="T1" fmla="*/ 16 h 2"/>
                <a:gd name="T2" fmla="*/ 32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8" name="Freeform 1587">
              <a:extLst>
                <a:ext uri="{FF2B5EF4-FFF2-40B4-BE49-F238E27FC236}">
                  <a16:creationId xmlns:a16="http://schemas.microsoft.com/office/drawing/2014/main" id="{A4E3D33B-F555-4F6E-87E5-DBFA77340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828"/>
              <a:ext cx="6" cy="7"/>
            </a:xfrm>
            <a:custGeom>
              <a:avLst/>
              <a:gdLst>
                <a:gd name="T0" fmla="*/ 24 w 3"/>
                <a:gd name="T1" fmla="*/ 37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9" name="Freeform 1588">
              <a:extLst>
                <a:ext uri="{FF2B5EF4-FFF2-40B4-BE49-F238E27FC236}">
                  <a16:creationId xmlns:a16="http://schemas.microsoft.com/office/drawing/2014/main" id="{217BE303-D534-4916-9992-18281D56E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804"/>
              <a:ext cx="10" cy="13"/>
            </a:xfrm>
            <a:custGeom>
              <a:avLst/>
              <a:gdLst>
                <a:gd name="T0" fmla="*/ 0 w 5"/>
                <a:gd name="T1" fmla="*/ 61 h 6"/>
                <a:gd name="T2" fmla="*/ 4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0" name="Freeform 1589">
              <a:extLst>
                <a:ext uri="{FF2B5EF4-FFF2-40B4-BE49-F238E27FC236}">
                  <a16:creationId xmlns:a16="http://schemas.microsoft.com/office/drawing/2014/main" id="{7474ED6E-19FD-4CA8-B9D0-BAF6F58A4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793"/>
              <a:ext cx="8" cy="18"/>
            </a:xfrm>
            <a:custGeom>
              <a:avLst/>
              <a:gdLst>
                <a:gd name="T0" fmla="*/ 32 w 4"/>
                <a:gd name="T1" fmla="*/ 92 h 8"/>
                <a:gd name="T2" fmla="*/ 0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2" y="5"/>
                    <a:pt x="2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1" name="Freeform 1590">
              <a:extLst>
                <a:ext uri="{FF2B5EF4-FFF2-40B4-BE49-F238E27FC236}">
                  <a16:creationId xmlns:a16="http://schemas.microsoft.com/office/drawing/2014/main" id="{8BB48452-5287-46CE-B8A1-59E5D6042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777"/>
              <a:ext cx="12" cy="22"/>
            </a:xfrm>
            <a:custGeom>
              <a:avLst/>
              <a:gdLst>
                <a:gd name="T0" fmla="*/ 0 w 6"/>
                <a:gd name="T1" fmla="*/ 106 h 10"/>
                <a:gd name="T2" fmla="*/ 8 w 6"/>
                <a:gd name="T3" fmla="*/ 33 h 10"/>
                <a:gd name="T4" fmla="*/ 4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0" y="7"/>
                    <a:pt x="1" y="6"/>
                    <a:pt x="1" y="3"/>
                  </a:cubicBezTo>
                  <a:cubicBezTo>
                    <a:pt x="3" y="3"/>
                    <a:pt x="5" y="2"/>
                    <a:pt x="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2" name="Freeform 1591">
              <a:extLst>
                <a:ext uri="{FF2B5EF4-FFF2-40B4-BE49-F238E27FC236}">
                  <a16:creationId xmlns:a16="http://schemas.microsoft.com/office/drawing/2014/main" id="{28F50C2A-AED0-4BBA-977E-88ECD4E41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759"/>
              <a:ext cx="10" cy="25"/>
            </a:xfrm>
            <a:custGeom>
              <a:avLst/>
              <a:gdLst>
                <a:gd name="T0" fmla="*/ 16 w 5"/>
                <a:gd name="T1" fmla="*/ 130 h 11"/>
                <a:gd name="T2" fmla="*/ 0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2" y="11"/>
                  </a:moveTo>
                  <a:cubicBezTo>
                    <a:pt x="5" y="8"/>
                    <a:pt x="5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3" name="Freeform 1592">
              <a:extLst>
                <a:ext uri="{FF2B5EF4-FFF2-40B4-BE49-F238E27FC236}">
                  <a16:creationId xmlns:a16="http://schemas.microsoft.com/office/drawing/2014/main" id="{D1C5CF55-5089-41E9-B486-64DE20F12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737"/>
              <a:ext cx="10" cy="29"/>
            </a:xfrm>
            <a:custGeom>
              <a:avLst/>
              <a:gdLst>
                <a:gd name="T0" fmla="*/ 24 w 5"/>
                <a:gd name="T1" fmla="*/ 145 h 13"/>
                <a:gd name="T2" fmla="*/ 40 w 5"/>
                <a:gd name="T3" fmla="*/ 36 h 13"/>
                <a:gd name="T4" fmla="*/ 0 w 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3" y="13"/>
                  </a:moveTo>
                  <a:cubicBezTo>
                    <a:pt x="4" y="10"/>
                    <a:pt x="4" y="6"/>
                    <a:pt x="5" y="3"/>
                  </a:cubicBez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4" name="Freeform 1593">
              <a:extLst>
                <a:ext uri="{FF2B5EF4-FFF2-40B4-BE49-F238E27FC236}">
                  <a16:creationId xmlns:a16="http://schemas.microsoft.com/office/drawing/2014/main" id="{0A1914D6-4C81-44CC-8F5C-BBD6F71FA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683"/>
              <a:ext cx="9" cy="56"/>
            </a:xfrm>
            <a:custGeom>
              <a:avLst/>
              <a:gdLst>
                <a:gd name="T0" fmla="*/ 25 w 4"/>
                <a:gd name="T1" fmla="*/ 280 h 25"/>
                <a:gd name="T2" fmla="*/ 25 w 4"/>
                <a:gd name="T3" fmla="*/ 181 h 25"/>
                <a:gd name="T4" fmla="*/ 45 w 4"/>
                <a:gd name="T5" fmla="*/ 90 h 25"/>
                <a:gd name="T6" fmla="*/ 0 w 4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5">
                  <a:moveTo>
                    <a:pt x="2" y="25"/>
                  </a:moveTo>
                  <a:cubicBezTo>
                    <a:pt x="2" y="22"/>
                    <a:pt x="1" y="19"/>
                    <a:pt x="2" y="16"/>
                  </a:cubicBezTo>
                  <a:cubicBezTo>
                    <a:pt x="2" y="14"/>
                    <a:pt x="4" y="10"/>
                    <a:pt x="4" y="8"/>
                  </a:cubicBezTo>
                  <a:cubicBezTo>
                    <a:pt x="4" y="6"/>
                    <a:pt x="1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5" name="Freeform 1594">
              <a:extLst>
                <a:ext uri="{FF2B5EF4-FFF2-40B4-BE49-F238E27FC236}">
                  <a16:creationId xmlns:a16="http://schemas.microsoft.com/office/drawing/2014/main" id="{DA64488C-0AF0-4800-9AEE-890F38E6C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712"/>
              <a:ext cx="8" cy="5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2" y="2"/>
                    <a:pt x="4" y="2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6" name="Freeform 1595">
              <a:extLst>
                <a:ext uri="{FF2B5EF4-FFF2-40B4-BE49-F238E27FC236}">
                  <a16:creationId xmlns:a16="http://schemas.microsoft.com/office/drawing/2014/main" id="{BB4238B1-F69D-49B7-9179-4620A884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24"/>
              <a:ext cx="11" cy="2"/>
            </a:xfrm>
            <a:custGeom>
              <a:avLst/>
              <a:gdLst>
                <a:gd name="T0" fmla="*/ 0 w 5"/>
                <a:gd name="T1" fmla="*/ 8 h 1"/>
                <a:gd name="T2" fmla="*/ 53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0"/>
                    <a:pt x="5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7" name="Freeform 1596">
              <a:extLst>
                <a:ext uri="{FF2B5EF4-FFF2-40B4-BE49-F238E27FC236}">
                  <a16:creationId xmlns:a16="http://schemas.microsoft.com/office/drawing/2014/main" id="{81EC7D24-CD22-47AF-B308-5E7193B59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697"/>
              <a:ext cx="6" cy="4"/>
            </a:xfrm>
            <a:custGeom>
              <a:avLst/>
              <a:gdLst>
                <a:gd name="T0" fmla="*/ 0 w 3"/>
                <a:gd name="T1" fmla="*/ 16 h 2"/>
                <a:gd name="T2" fmla="*/ 16 w 3"/>
                <a:gd name="T3" fmla="*/ 0 h 2"/>
                <a:gd name="T4" fmla="*/ 24 w 3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2" y="1"/>
                    <a:pt x="3" y="1"/>
                    <a:pt x="3" y="1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8" name="Freeform 1597">
              <a:extLst>
                <a:ext uri="{FF2B5EF4-FFF2-40B4-BE49-F238E27FC236}">
                  <a16:creationId xmlns:a16="http://schemas.microsoft.com/office/drawing/2014/main" id="{FCC463F5-14EE-464F-9719-E3869749F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55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9" name="Freeform 1598">
              <a:extLst>
                <a:ext uri="{FF2B5EF4-FFF2-40B4-BE49-F238E27FC236}">
                  <a16:creationId xmlns:a16="http://schemas.microsoft.com/office/drawing/2014/main" id="{A05CA020-2317-48EF-903F-095A8C6EA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50"/>
              <a:ext cx="15" cy="40"/>
            </a:xfrm>
            <a:custGeom>
              <a:avLst/>
              <a:gdLst>
                <a:gd name="T0" fmla="*/ 0 w 7"/>
                <a:gd name="T1" fmla="*/ 198 h 18"/>
                <a:gd name="T2" fmla="*/ 9 w 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3" y="14"/>
                    <a:pt x="7" y="3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0" name="Freeform 1599">
              <a:extLst>
                <a:ext uri="{FF2B5EF4-FFF2-40B4-BE49-F238E27FC236}">
                  <a16:creationId xmlns:a16="http://schemas.microsoft.com/office/drawing/2014/main" id="{E3608AA0-4422-429A-A4F3-ED86DAAAF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675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1" name="Freeform 1600">
              <a:extLst>
                <a:ext uri="{FF2B5EF4-FFF2-40B4-BE49-F238E27FC236}">
                  <a16:creationId xmlns:a16="http://schemas.microsoft.com/office/drawing/2014/main" id="{6B6BC190-A706-46A8-91A7-6874AEA32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659"/>
              <a:ext cx="12" cy="4"/>
            </a:xfrm>
            <a:custGeom>
              <a:avLst/>
              <a:gdLst>
                <a:gd name="T0" fmla="*/ 0 w 6"/>
                <a:gd name="T1" fmla="*/ 16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2" name="Freeform 1601">
              <a:extLst>
                <a:ext uri="{FF2B5EF4-FFF2-40B4-BE49-F238E27FC236}">
                  <a16:creationId xmlns:a16="http://schemas.microsoft.com/office/drawing/2014/main" id="{E5E46AE2-C3F9-4BD4-8AD9-7B0EB6965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630"/>
              <a:ext cx="8" cy="31"/>
            </a:xfrm>
            <a:custGeom>
              <a:avLst/>
              <a:gdLst>
                <a:gd name="T0" fmla="*/ 24 w 4"/>
                <a:gd name="T1" fmla="*/ 153 h 14"/>
                <a:gd name="T2" fmla="*/ 32 w 4"/>
                <a:gd name="T3" fmla="*/ 20 h 14"/>
                <a:gd name="T4" fmla="*/ 0 w 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3" y="14"/>
                  </a:moveTo>
                  <a:cubicBezTo>
                    <a:pt x="3" y="10"/>
                    <a:pt x="4" y="6"/>
                    <a:pt x="4" y="2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3" name="Freeform 1602">
              <a:extLst>
                <a:ext uri="{FF2B5EF4-FFF2-40B4-BE49-F238E27FC236}">
                  <a16:creationId xmlns:a16="http://schemas.microsoft.com/office/drawing/2014/main" id="{6D6D666B-538E-4211-BB53-87E093B4E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634"/>
              <a:ext cx="11" cy="7"/>
            </a:xfrm>
            <a:custGeom>
              <a:avLst/>
              <a:gdLst>
                <a:gd name="T0" fmla="*/ 0 w 5"/>
                <a:gd name="T1" fmla="*/ 37 h 3"/>
                <a:gd name="T2" fmla="*/ 53 w 5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4" name="Freeform 1603">
              <a:extLst>
                <a:ext uri="{FF2B5EF4-FFF2-40B4-BE49-F238E27FC236}">
                  <a16:creationId xmlns:a16="http://schemas.microsoft.com/office/drawing/2014/main" id="{E0B50D96-1261-4CBC-8C56-36B94ED33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605"/>
              <a:ext cx="6" cy="27"/>
            </a:xfrm>
            <a:custGeom>
              <a:avLst/>
              <a:gdLst>
                <a:gd name="T0" fmla="*/ 8 w 3"/>
                <a:gd name="T1" fmla="*/ 137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1" y="12"/>
                  </a:moveTo>
                  <a:cubicBezTo>
                    <a:pt x="2" y="9"/>
                    <a:pt x="3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5" name="Freeform 1604">
              <a:extLst>
                <a:ext uri="{FF2B5EF4-FFF2-40B4-BE49-F238E27FC236}">
                  <a16:creationId xmlns:a16="http://schemas.microsoft.com/office/drawing/2014/main" id="{ADC75C75-3BCB-4295-9B8F-F879B07C7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210"/>
              <a:ext cx="34" cy="69"/>
            </a:xfrm>
            <a:custGeom>
              <a:avLst/>
              <a:gdLst>
                <a:gd name="T0" fmla="*/ 0 w 16"/>
                <a:gd name="T1" fmla="*/ 0 h 31"/>
                <a:gd name="T2" fmla="*/ 77 w 16"/>
                <a:gd name="T3" fmla="*/ 162 h 31"/>
                <a:gd name="T4" fmla="*/ 153 w 16"/>
                <a:gd name="T5" fmla="*/ 34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cubicBezTo>
                    <a:pt x="4" y="3"/>
                    <a:pt x="7" y="10"/>
                    <a:pt x="8" y="15"/>
                  </a:cubicBezTo>
                  <a:cubicBezTo>
                    <a:pt x="13" y="16"/>
                    <a:pt x="16" y="27"/>
                    <a:pt x="16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6" name="Freeform 1605">
              <a:extLst>
                <a:ext uri="{FF2B5EF4-FFF2-40B4-BE49-F238E27FC236}">
                  <a16:creationId xmlns:a16="http://schemas.microsoft.com/office/drawing/2014/main" id="{D05FE1BE-5AD6-4464-AF01-0C7D24720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3125"/>
              <a:ext cx="27" cy="85"/>
            </a:xfrm>
            <a:custGeom>
              <a:avLst/>
              <a:gdLst>
                <a:gd name="T0" fmla="*/ 0 w 13"/>
                <a:gd name="T1" fmla="*/ 0 h 38"/>
                <a:gd name="T2" fmla="*/ 64 w 13"/>
                <a:gd name="T3" fmla="*/ 226 h 38"/>
                <a:gd name="T4" fmla="*/ 116 w 13"/>
                <a:gd name="T5" fmla="*/ 42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8">
                  <a:moveTo>
                    <a:pt x="0" y="0"/>
                  </a:moveTo>
                  <a:cubicBezTo>
                    <a:pt x="4" y="6"/>
                    <a:pt x="4" y="14"/>
                    <a:pt x="7" y="20"/>
                  </a:cubicBezTo>
                  <a:cubicBezTo>
                    <a:pt x="10" y="26"/>
                    <a:pt x="11" y="32"/>
                    <a:pt x="13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7" name="Freeform 1606">
              <a:extLst>
                <a:ext uri="{FF2B5EF4-FFF2-40B4-BE49-F238E27FC236}">
                  <a16:creationId xmlns:a16="http://schemas.microsoft.com/office/drawing/2014/main" id="{BD2D09CE-AF24-407C-83C5-D4D2FFF7F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058"/>
              <a:ext cx="19" cy="67"/>
            </a:xfrm>
            <a:custGeom>
              <a:avLst/>
              <a:gdLst>
                <a:gd name="T0" fmla="*/ 0 w 9"/>
                <a:gd name="T1" fmla="*/ 0 h 30"/>
                <a:gd name="T2" fmla="*/ 36 w 9"/>
                <a:gd name="T3" fmla="*/ 170 h 30"/>
                <a:gd name="T4" fmla="*/ 84 w 9"/>
                <a:gd name="T5" fmla="*/ 33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1" y="5"/>
                    <a:pt x="3" y="10"/>
                    <a:pt x="4" y="15"/>
                  </a:cubicBezTo>
                  <a:cubicBezTo>
                    <a:pt x="5" y="20"/>
                    <a:pt x="8" y="25"/>
                    <a:pt x="9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8" name="Freeform 1607">
              <a:extLst>
                <a:ext uri="{FF2B5EF4-FFF2-40B4-BE49-F238E27FC236}">
                  <a16:creationId xmlns:a16="http://schemas.microsoft.com/office/drawing/2014/main" id="{80D11C21-E946-4902-BBFB-2A544F6CF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998"/>
              <a:ext cx="14" cy="67"/>
            </a:xfrm>
            <a:custGeom>
              <a:avLst/>
              <a:gdLst>
                <a:gd name="T0" fmla="*/ 0 w 7"/>
                <a:gd name="T1" fmla="*/ 0 h 30"/>
                <a:gd name="T2" fmla="*/ 32 w 7"/>
                <a:gd name="T3" fmla="*/ 190 h 30"/>
                <a:gd name="T4" fmla="*/ 56 w 7"/>
                <a:gd name="T5" fmla="*/ 33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0">
                  <a:moveTo>
                    <a:pt x="0" y="0"/>
                  </a:moveTo>
                  <a:cubicBezTo>
                    <a:pt x="4" y="4"/>
                    <a:pt x="3" y="11"/>
                    <a:pt x="4" y="17"/>
                  </a:cubicBezTo>
                  <a:cubicBezTo>
                    <a:pt x="4" y="21"/>
                    <a:pt x="6" y="25"/>
                    <a:pt x="7" y="3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9" name="Freeform 1608">
              <a:extLst>
                <a:ext uri="{FF2B5EF4-FFF2-40B4-BE49-F238E27FC236}">
                  <a16:creationId xmlns:a16="http://schemas.microsoft.com/office/drawing/2014/main" id="{50E71781-408B-48C0-9AA0-F326997F5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991"/>
              <a:ext cx="50" cy="23"/>
            </a:xfrm>
            <a:custGeom>
              <a:avLst/>
              <a:gdLst>
                <a:gd name="T0" fmla="*/ 217 w 24"/>
                <a:gd name="T1" fmla="*/ 122 h 10"/>
                <a:gd name="T2" fmla="*/ 100 w 24"/>
                <a:gd name="T3" fmla="*/ 48 h 10"/>
                <a:gd name="T4" fmla="*/ 44 w 24"/>
                <a:gd name="T5" fmla="*/ 12 h 10"/>
                <a:gd name="T6" fmla="*/ 0 w 24"/>
                <a:gd name="T7" fmla="*/ 3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0">
                  <a:moveTo>
                    <a:pt x="24" y="10"/>
                  </a:moveTo>
                  <a:cubicBezTo>
                    <a:pt x="20" y="8"/>
                    <a:pt x="15" y="6"/>
                    <a:pt x="11" y="4"/>
                  </a:cubicBezTo>
                  <a:cubicBezTo>
                    <a:pt x="9" y="3"/>
                    <a:pt x="7" y="1"/>
                    <a:pt x="5" y="1"/>
                  </a:cubicBez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0" name="Freeform 1609">
              <a:extLst>
                <a:ext uri="{FF2B5EF4-FFF2-40B4-BE49-F238E27FC236}">
                  <a16:creationId xmlns:a16="http://schemas.microsoft.com/office/drawing/2014/main" id="{8A4EC8EF-AC4A-4EBA-BE5A-0D83EF434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956"/>
              <a:ext cx="46" cy="29"/>
            </a:xfrm>
            <a:custGeom>
              <a:avLst/>
              <a:gdLst>
                <a:gd name="T0" fmla="*/ 201 w 22"/>
                <a:gd name="T1" fmla="*/ 145 h 13"/>
                <a:gd name="T2" fmla="*/ 44 w 2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3">
                  <a:moveTo>
                    <a:pt x="22" y="13"/>
                  </a:moveTo>
                  <a:cubicBezTo>
                    <a:pt x="20" y="11"/>
                    <a:pt x="0" y="7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1" name="Freeform 1610">
              <a:extLst>
                <a:ext uri="{FF2B5EF4-FFF2-40B4-BE49-F238E27FC236}">
                  <a16:creationId xmlns:a16="http://schemas.microsoft.com/office/drawing/2014/main" id="{96CD2374-6755-491C-8664-0AFE4A1A2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940"/>
              <a:ext cx="36" cy="25"/>
            </a:xfrm>
            <a:custGeom>
              <a:avLst/>
              <a:gdLst>
                <a:gd name="T0" fmla="*/ 161 w 17"/>
                <a:gd name="T1" fmla="*/ 130 h 11"/>
                <a:gd name="T2" fmla="*/ 8 w 17"/>
                <a:gd name="T3" fmla="*/ 45 h 11"/>
                <a:gd name="T4" fmla="*/ 0 w 1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7" y="11"/>
                  </a:moveTo>
                  <a:cubicBezTo>
                    <a:pt x="12" y="10"/>
                    <a:pt x="5" y="8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2" name="Freeform 1611">
              <a:extLst>
                <a:ext uri="{FF2B5EF4-FFF2-40B4-BE49-F238E27FC236}">
                  <a16:creationId xmlns:a16="http://schemas.microsoft.com/office/drawing/2014/main" id="{6F701E49-3732-422A-9313-576CF0A42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962"/>
              <a:ext cx="44" cy="32"/>
            </a:xfrm>
            <a:custGeom>
              <a:avLst/>
              <a:gdLst>
                <a:gd name="T0" fmla="*/ 75 w 21"/>
                <a:gd name="T1" fmla="*/ 0 h 14"/>
                <a:gd name="T2" fmla="*/ 193 w 21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8" y="0"/>
                  </a:moveTo>
                  <a:cubicBezTo>
                    <a:pt x="0" y="4"/>
                    <a:pt x="18" y="12"/>
                    <a:pt x="21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3" name="Freeform 1612">
              <a:extLst>
                <a:ext uri="{FF2B5EF4-FFF2-40B4-BE49-F238E27FC236}">
                  <a16:creationId xmlns:a16="http://schemas.microsoft.com/office/drawing/2014/main" id="{040A0229-D026-4E4F-8EB6-39741483E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976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4" name="Freeform 1613">
              <a:extLst>
                <a:ext uri="{FF2B5EF4-FFF2-40B4-BE49-F238E27FC236}">
                  <a16:creationId xmlns:a16="http://schemas.microsoft.com/office/drawing/2014/main" id="{C5747507-3C6A-46C4-86E1-B0B298568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949"/>
              <a:ext cx="38" cy="20"/>
            </a:xfrm>
            <a:custGeom>
              <a:avLst/>
              <a:gdLst>
                <a:gd name="T0" fmla="*/ 169 w 18"/>
                <a:gd name="T1" fmla="*/ 98 h 9"/>
                <a:gd name="T2" fmla="*/ 0 w 18"/>
                <a:gd name="T3" fmla="*/ 8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18" y="9"/>
                  </a:moveTo>
                  <a:cubicBezTo>
                    <a:pt x="12" y="7"/>
                    <a:pt x="4" y="0"/>
                    <a:pt x="0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5" name="Freeform 1614">
              <a:extLst>
                <a:ext uri="{FF2B5EF4-FFF2-40B4-BE49-F238E27FC236}">
                  <a16:creationId xmlns:a16="http://schemas.microsoft.com/office/drawing/2014/main" id="{CCA827AC-C307-436F-A324-25FC427D2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931"/>
              <a:ext cx="33" cy="20"/>
            </a:xfrm>
            <a:custGeom>
              <a:avLst/>
              <a:gdLst>
                <a:gd name="T0" fmla="*/ 140 w 16"/>
                <a:gd name="T1" fmla="*/ 89 h 9"/>
                <a:gd name="T2" fmla="*/ 80 w 16"/>
                <a:gd name="T3" fmla="*/ 64 h 9"/>
                <a:gd name="T4" fmla="*/ 25 w 16"/>
                <a:gd name="T5" fmla="*/ 44 h 9"/>
                <a:gd name="T6" fmla="*/ 0 w 1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16" y="8"/>
                  </a:moveTo>
                  <a:cubicBezTo>
                    <a:pt x="14" y="9"/>
                    <a:pt x="12" y="7"/>
                    <a:pt x="9" y="6"/>
                  </a:cubicBezTo>
                  <a:cubicBezTo>
                    <a:pt x="8" y="5"/>
                    <a:pt x="4" y="5"/>
                    <a:pt x="3" y="4"/>
                  </a:cubicBezTo>
                  <a:cubicBezTo>
                    <a:pt x="1" y="3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6" name="Freeform 1615">
              <a:extLst>
                <a:ext uri="{FF2B5EF4-FFF2-40B4-BE49-F238E27FC236}">
                  <a16:creationId xmlns:a16="http://schemas.microsoft.com/office/drawing/2014/main" id="{4589C9B0-BE63-496B-B9CE-157D305C0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942"/>
              <a:ext cx="17" cy="16"/>
            </a:xfrm>
            <a:custGeom>
              <a:avLst/>
              <a:gdLst>
                <a:gd name="T0" fmla="*/ 28 w 8"/>
                <a:gd name="T1" fmla="*/ 0 h 7"/>
                <a:gd name="T2" fmla="*/ 77 w 8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0" y="3"/>
                    <a:pt x="6" y="6"/>
                    <a:pt x="8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7" name="Freeform 1616">
              <a:extLst>
                <a:ext uri="{FF2B5EF4-FFF2-40B4-BE49-F238E27FC236}">
                  <a16:creationId xmlns:a16="http://schemas.microsoft.com/office/drawing/2014/main" id="{BE56CA02-CBED-45E2-855E-6F4888089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949"/>
              <a:ext cx="12" cy="7"/>
            </a:xfrm>
            <a:custGeom>
              <a:avLst/>
              <a:gdLst>
                <a:gd name="T0" fmla="*/ 48 w 6"/>
                <a:gd name="T1" fmla="*/ 0 h 3"/>
                <a:gd name="T2" fmla="*/ 0 w 6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1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8" name="Freeform 1617">
              <a:extLst>
                <a:ext uri="{FF2B5EF4-FFF2-40B4-BE49-F238E27FC236}">
                  <a16:creationId xmlns:a16="http://schemas.microsoft.com/office/drawing/2014/main" id="{D9702758-C6CC-452C-8C92-6434C1998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918"/>
              <a:ext cx="33" cy="20"/>
            </a:xfrm>
            <a:custGeom>
              <a:avLst/>
              <a:gdLst>
                <a:gd name="T0" fmla="*/ 140 w 16"/>
                <a:gd name="T1" fmla="*/ 98 h 9"/>
                <a:gd name="T2" fmla="*/ 8 w 16"/>
                <a:gd name="T3" fmla="*/ 44 h 9"/>
                <a:gd name="T4" fmla="*/ 0 w 1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6" y="9"/>
                  </a:moveTo>
                  <a:cubicBezTo>
                    <a:pt x="12" y="8"/>
                    <a:pt x="4" y="7"/>
                    <a:pt x="1" y="4"/>
                  </a:cubicBezTo>
                  <a:cubicBezTo>
                    <a:pt x="0" y="3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9" name="Freeform 1618">
              <a:extLst>
                <a:ext uri="{FF2B5EF4-FFF2-40B4-BE49-F238E27FC236}">
                  <a16:creationId xmlns:a16="http://schemas.microsoft.com/office/drawing/2014/main" id="{D827A575-0D30-4C87-ACE6-1F07691DB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933"/>
              <a:ext cx="6" cy="9"/>
            </a:xfrm>
            <a:custGeom>
              <a:avLst/>
              <a:gdLst>
                <a:gd name="T0" fmla="*/ 16 w 3"/>
                <a:gd name="T1" fmla="*/ 0 h 4"/>
                <a:gd name="T2" fmla="*/ 24 w 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2"/>
                    <a:pt x="0" y="4"/>
                    <a:pt x="3" y="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0" name="Freeform 1619">
              <a:extLst>
                <a:ext uri="{FF2B5EF4-FFF2-40B4-BE49-F238E27FC236}">
                  <a16:creationId xmlns:a16="http://schemas.microsoft.com/office/drawing/2014/main" id="{470EAB9F-328D-4D71-B568-11556392A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942"/>
              <a:ext cx="23" cy="11"/>
            </a:xfrm>
            <a:custGeom>
              <a:avLst/>
              <a:gdLst>
                <a:gd name="T0" fmla="*/ 0 w 11"/>
                <a:gd name="T1" fmla="*/ 20 h 5"/>
                <a:gd name="T2" fmla="*/ 100 w 1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2"/>
                  </a:moveTo>
                  <a:cubicBezTo>
                    <a:pt x="4" y="0"/>
                    <a:pt x="9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1" name="Freeform 1620">
              <a:extLst>
                <a:ext uri="{FF2B5EF4-FFF2-40B4-BE49-F238E27FC236}">
                  <a16:creationId xmlns:a16="http://schemas.microsoft.com/office/drawing/2014/main" id="{B6C2170C-6D62-485B-893F-3F59AB2EB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907"/>
              <a:ext cx="30" cy="17"/>
            </a:xfrm>
            <a:custGeom>
              <a:avLst/>
              <a:gdLst>
                <a:gd name="T0" fmla="*/ 137 w 14"/>
                <a:gd name="T1" fmla="*/ 77 h 8"/>
                <a:gd name="T2" fmla="*/ 9 w 14"/>
                <a:gd name="T3" fmla="*/ 28 h 8"/>
                <a:gd name="T4" fmla="*/ 0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14" y="8"/>
                  </a:moveTo>
                  <a:cubicBezTo>
                    <a:pt x="10" y="6"/>
                    <a:pt x="5" y="5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2" name="Freeform 1621">
              <a:extLst>
                <a:ext uri="{FF2B5EF4-FFF2-40B4-BE49-F238E27FC236}">
                  <a16:creationId xmlns:a16="http://schemas.microsoft.com/office/drawing/2014/main" id="{2937A3C9-A6EA-4F5C-B492-D965AF20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920"/>
              <a:ext cx="6" cy="11"/>
            </a:xfrm>
            <a:custGeom>
              <a:avLst/>
              <a:gdLst>
                <a:gd name="T0" fmla="*/ 24 w 3"/>
                <a:gd name="T1" fmla="*/ 0 h 5"/>
                <a:gd name="T2" fmla="*/ 0 w 3"/>
                <a:gd name="T3" fmla="*/ 33 h 5"/>
                <a:gd name="T4" fmla="*/ 8 w 3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4"/>
                    <a:pt x="1" y="5"/>
                    <a:pt x="1" y="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3" name="Freeform 1622">
              <a:extLst>
                <a:ext uri="{FF2B5EF4-FFF2-40B4-BE49-F238E27FC236}">
                  <a16:creationId xmlns:a16="http://schemas.microsoft.com/office/drawing/2014/main" id="{DDC1D82A-E089-46DA-8CBE-03C28C2C1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929"/>
              <a:ext cx="38" cy="13"/>
            </a:xfrm>
            <a:custGeom>
              <a:avLst/>
              <a:gdLst>
                <a:gd name="T0" fmla="*/ 169 w 18"/>
                <a:gd name="T1" fmla="*/ 61 h 6"/>
                <a:gd name="T2" fmla="*/ 0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18" y="6"/>
                  </a:moveTo>
                  <a:cubicBezTo>
                    <a:pt x="12" y="2"/>
                    <a:pt x="7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4" name="Freeform 1623">
              <a:extLst>
                <a:ext uri="{FF2B5EF4-FFF2-40B4-BE49-F238E27FC236}">
                  <a16:creationId xmlns:a16="http://schemas.microsoft.com/office/drawing/2014/main" id="{43C86D4A-EB3C-4AD4-ADB3-1470EECDF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860"/>
              <a:ext cx="6" cy="6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1"/>
                    <a:pt x="0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5" name="Freeform 1624">
              <a:extLst>
                <a:ext uri="{FF2B5EF4-FFF2-40B4-BE49-F238E27FC236}">
                  <a16:creationId xmlns:a16="http://schemas.microsoft.com/office/drawing/2014/main" id="{9F9FE9AB-C084-4D33-8A39-87E6081B7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844"/>
              <a:ext cx="17" cy="2"/>
            </a:xfrm>
            <a:custGeom>
              <a:avLst/>
              <a:gdLst>
                <a:gd name="T0" fmla="*/ 77 w 8"/>
                <a:gd name="T1" fmla="*/ 0 h 1"/>
                <a:gd name="T2" fmla="*/ 0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2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6" name="Freeform 1625">
              <a:extLst>
                <a:ext uri="{FF2B5EF4-FFF2-40B4-BE49-F238E27FC236}">
                  <a16:creationId xmlns:a16="http://schemas.microsoft.com/office/drawing/2014/main" id="{5FE28B88-8FB4-44E1-8559-CB4A1E81A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824"/>
              <a:ext cx="8" cy="20"/>
            </a:xfrm>
            <a:custGeom>
              <a:avLst/>
              <a:gdLst>
                <a:gd name="T0" fmla="*/ 32 w 4"/>
                <a:gd name="T1" fmla="*/ 98 h 9"/>
                <a:gd name="T2" fmla="*/ 0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9"/>
                  </a:moveTo>
                  <a:cubicBezTo>
                    <a:pt x="2" y="6"/>
                    <a:pt x="0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7" name="Freeform 1626">
              <a:extLst>
                <a:ext uri="{FF2B5EF4-FFF2-40B4-BE49-F238E27FC236}">
                  <a16:creationId xmlns:a16="http://schemas.microsoft.com/office/drawing/2014/main" id="{EBA928CF-9064-413C-A82A-69BFF5EC3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826"/>
              <a:ext cx="21" cy="9"/>
            </a:xfrm>
            <a:custGeom>
              <a:avLst/>
              <a:gdLst>
                <a:gd name="T0" fmla="*/ 92 w 10"/>
                <a:gd name="T1" fmla="*/ 45 h 4"/>
                <a:gd name="T2" fmla="*/ 48 w 10"/>
                <a:gd name="T3" fmla="*/ 0 h 4"/>
                <a:gd name="T4" fmla="*/ 0 w 10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2"/>
                    <a:pt x="7" y="1"/>
                    <a:pt x="5" y="0"/>
                  </a:cubicBezTo>
                  <a:cubicBezTo>
                    <a:pt x="4" y="1"/>
                    <a:pt x="2" y="3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8" name="Freeform 1627">
              <a:extLst>
                <a:ext uri="{FF2B5EF4-FFF2-40B4-BE49-F238E27FC236}">
                  <a16:creationId xmlns:a16="http://schemas.microsoft.com/office/drawing/2014/main" id="{2914FC15-2E4B-409B-B278-B9E152568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808"/>
              <a:ext cx="20" cy="18"/>
            </a:xfrm>
            <a:custGeom>
              <a:avLst/>
              <a:gdLst>
                <a:gd name="T0" fmla="*/ 80 w 10"/>
                <a:gd name="T1" fmla="*/ 92 h 8"/>
                <a:gd name="T2" fmla="*/ 24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8"/>
                  </a:moveTo>
                  <a:cubicBezTo>
                    <a:pt x="6" y="8"/>
                    <a:pt x="0" y="4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9" name="Freeform 1628">
              <a:extLst>
                <a:ext uri="{FF2B5EF4-FFF2-40B4-BE49-F238E27FC236}">
                  <a16:creationId xmlns:a16="http://schemas.microsoft.com/office/drawing/2014/main" id="{FC74BDA7-5535-4E73-8673-1AB3AE14F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795"/>
              <a:ext cx="17" cy="22"/>
            </a:xfrm>
            <a:custGeom>
              <a:avLst/>
              <a:gdLst>
                <a:gd name="T0" fmla="*/ 77 w 8"/>
                <a:gd name="T1" fmla="*/ 106 h 10"/>
                <a:gd name="T2" fmla="*/ 0 w 8"/>
                <a:gd name="T3" fmla="*/ 64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10"/>
                  </a:moveTo>
                  <a:cubicBezTo>
                    <a:pt x="5" y="10"/>
                    <a:pt x="3" y="7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00" name="Freeform 1629">
              <a:extLst>
                <a:ext uri="{FF2B5EF4-FFF2-40B4-BE49-F238E27FC236}">
                  <a16:creationId xmlns:a16="http://schemas.microsoft.com/office/drawing/2014/main" id="{2E3839B9-B9AC-4A5F-9ACF-FD418B26B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770"/>
              <a:ext cx="29" cy="47"/>
            </a:xfrm>
            <a:custGeom>
              <a:avLst/>
              <a:gdLst>
                <a:gd name="T0" fmla="*/ 124 w 14"/>
                <a:gd name="T1" fmla="*/ 235 h 21"/>
                <a:gd name="T2" fmla="*/ 73 w 14"/>
                <a:gd name="T3" fmla="*/ 145 h 21"/>
                <a:gd name="T4" fmla="*/ 17 w 14"/>
                <a:gd name="T5" fmla="*/ 90 h 21"/>
                <a:gd name="T6" fmla="*/ 0 w 1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14" y="21"/>
                  </a:moveTo>
                  <a:cubicBezTo>
                    <a:pt x="12" y="18"/>
                    <a:pt x="10" y="15"/>
                    <a:pt x="8" y="13"/>
                  </a:cubicBezTo>
                  <a:cubicBezTo>
                    <a:pt x="7" y="11"/>
                    <a:pt x="3" y="10"/>
                    <a:pt x="2" y="8"/>
                  </a:cubicBezTo>
                  <a:cubicBezTo>
                    <a:pt x="1" y="7"/>
                    <a:pt x="0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EF8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01" name="Freeform 1630">
              <a:extLst>
                <a:ext uri="{FF2B5EF4-FFF2-40B4-BE49-F238E27FC236}">
                  <a16:creationId xmlns:a16="http://schemas.microsoft.com/office/drawing/2014/main" id="{B12D540D-05D7-4933-B3BC-47DB48813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791"/>
              <a:ext cx="2" cy="6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FEF8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02" name="Freeform 1631">
              <a:extLst>
                <a:ext uri="{FF2B5EF4-FFF2-40B4-BE49-F238E27FC236}">
                  <a16:creationId xmlns:a16="http://schemas.microsoft.com/office/drawing/2014/main" id="{14DE9E80-52AD-474B-88D2-6EB7383B6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08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03" name="Freeform 1632">
              <a:extLst>
                <a:ext uri="{FF2B5EF4-FFF2-40B4-BE49-F238E27FC236}">
                  <a16:creationId xmlns:a16="http://schemas.microsoft.com/office/drawing/2014/main" id="{5B666F6D-166C-4EE7-82B0-356B91DFE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788"/>
              <a:ext cx="6" cy="5"/>
            </a:xfrm>
            <a:custGeom>
              <a:avLst/>
              <a:gdLst>
                <a:gd name="T0" fmla="*/ 24 w 3"/>
                <a:gd name="T1" fmla="*/ 20 h 2"/>
                <a:gd name="T2" fmla="*/ 8 w 3"/>
                <a:gd name="T3" fmla="*/ 0 h 2"/>
                <a:gd name="T4" fmla="*/ 0 w 3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1"/>
                    <a:pt x="1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04" name="Freeform 1633">
              <a:extLst>
                <a:ext uri="{FF2B5EF4-FFF2-40B4-BE49-F238E27FC236}">
                  <a16:creationId xmlns:a16="http://schemas.microsoft.com/office/drawing/2014/main" id="{6939FD6C-CBB4-4706-8067-0CE08493B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815"/>
              <a:ext cx="6" cy="5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05" name="Freeform 1634">
              <a:extLst>
                <a:ext uri="{FF2B5EF4-FFF2-40B4-BE49-F238E27FC236}">
                  <a16:creationId xmlns:a16="http://schemas.microsoft.com/office/drawing/2014/main" id="{C657EF8F-7D55-4CAA-BF36-4A7DF9C92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746"/>
              <a:ext cx="31" cy="31"/>
            </a:xfrm>
            <a:custGeom>
              <a:avLst/>
              <a:gdLst>
                <a:gd name="T0" fmla="*/ 132 w 15"/>
                <a:gd name="T1" fmla="*/ 153 h 14"/>
                <a:gd name="T2" fmla="*/ 25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15" y="14"/>
                  </a:moveTo>
                  <a:cubicBezTo>
                    <a:pt x="10" y="13"/>
                    <a:pt x="0" y="6"/>
                    <a:pt x="3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06" name="Freeform 1635">
              <a:extLst>
                <a:ext uri="{FF2B5EF4-FFF2-40B4-BE49-F238E27FC236}">
                  <a16:creationId xmlns:a16="http://schemas.microsoft.com/office/drawing/2014/main" id="{7751D1DF-746F-43D7-B050-5BDA0DC13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768"/>
              <a:ext cx="5" cy="11"/>
            </a:xfrm>
            <a:custGeom>
              <a:avLst/>
              <a:gdLst>
                <a:gd name="T0" fmla="*/ 33 w 2"/>
                <a:gd name="T1" fmla="*/ 0 h 5"/>
                <a:gd name="T2" fmla="*/ 0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07" name="Freeform 1636">
              <a:extLst>
                <a:ext uri="{FF2B5EF4-FFF2-40B4-BE49-F238E27FC236}">
                  <a16:creationId xmlns:a16="http://schemas.microsoft.com/office/drawing/2014/main" id="{9324CFB8-3A2A-49D5-B512-880C7C824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762"/>
              <a:ext cx="12" cy="4"/>
            </a:xfrm>
            <a:custGeom>
              <a:avLst/>
              <a:gdLst>
                <a:gd name="T0" fmla="*/ 48 w 6"/>
                <a:gd name="T1" fmla="*/ 0 h 2"/>
                <a:gd name="T2" fmla="*/ 0 w 6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0"/>
                    <a:pt x="1" y="1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08" name="Freeform 1637">
              <a:extLst>
                <a:ext uri="{FF2B5EF4-FFF2-40B4-BE49-F238E27FC236}">
                  <a16:creationId xmlns:a16="http://schemas.microsoft.com/office/drawing/2014/main" id="{80C1150F-2CD7-406C-9AB3-196F5F4C9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735"/>
              <a:ext cx="17" cy="27"/>
            </a:xfrm>
            <a:custGeom>
              <a:avLst/>
              <a:gdLst>
                <a:gd name="T0" fmla="*/ 77 w 8"/>
                <a:gd name="T1" fmla="*/ 137 h 12"/>
                <a:gd name="T2" fmla="*/ 0 w 8"/>
                <a:gd name="T3" fmla="*/ 36 h 12"/>
                <a:gd name="T4" fmla="*/ 19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8" y="12"/>
                  </a:moveTo>
                  <a:cubicBezTo>
                    <a:pt x="5" y="9"/>
                    <a:pt x="2" y="6"/>
                    <a:pt x="0" y="3"/>
                  </a:cubicBezTo>
                  <a:cubicBezTo>
                    <a:pt x="2" y="2"/>
                    <a:pt x="1" y="1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09" name="Freeform 1638">
              <a:extLst>
                <a:ext uri="{FF2B5EF4-FFF2-40B4-BE49-F238E27FC236}">
                  <a16:creationId xmlns:a16="http://schemas.microsoft.com/office/drawing/2014/main" id="{120723CA-F93D-451A-AC44-E55E5F3FE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746"/>
              <a:ext cx="10" cy="4"/>
            </a:xfrm>
            <a:custGeom>
              <a:avLst/>
              <a:gdLst>
                <a:gd name="T0" fmla="*/ 40 w 5"/>
                <a:gd name="T1" fmla="*/ 8 h 2"/>
                <a:gd name="T2" fmla="*/ 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3" y="0"/>
                    <a:pt x="1" y="1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10" name="Freeform 1639">
              <a:extLst>
                <a:ext uri="{FF2B5EF4-FFF2-40B4-BE49-F238E27FC236}">
                  <a16:creationId xmlns:a16="http://schemas.microsoft.com/office/drawing/2014/main" id="{9B402377-DF38-4397-B528-BABA7B051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17"/>
              <a:ext cx="18" cy="24"/>
            </a:xfrm>
            <a:custGeom>
              <a:avLst/>
              <a:gdLst>
                <a:gd name="T0" fmla="*/ 72 w 9"/>
                <a:gd name="T1" fmla="*/ 113 h 11"/>
                <a:gd name="T2" fmla="*/ 16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6" y="9"/>
                    <a:pt x="0" y="4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11" name="Freeform 1640">
              <a:extLst>
                <a:ext uri="{FF2B5EF4-FFF2-40B4-BE49-F238E27FC236}">
                  <a16:creationId xmlns:a16="http://schemas.microsoft.com/office/drawing/2014/main" id="{750A32ED-4970-4F96-9413-190588CEC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00"/>
              <a:ext cx="73" cy="43"/>
            </a:xfrm>
            <a:custGeom>
              <a:avLst/>
              <a:gdLst>
                <a:gd name="T0" fmla="*/ 0 w 35"/>
                <a:gd name="T1" fmla="*/ 0 h 19"/>
                <a:gd name="T2" fmla="*/ 173 w 35"/>
                <a:gd name="T3" fmla="*/ 138 h 19"/>
                <a:gd name="T4" fmla="*/ 317 w 35"/>
                <a:gd name="T5" fmla="*/ 2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9">
                  <a:moveTo>
                    <a:pt x="0" y="0"/>
                  </a:moveTo>
                  <a:cubicBezTo>
                    <a:pt x="6" y="5"/>
                    <a:pt x="14" y="7"/>
                    <a:pt x="19" y="12"/>
                  </a:cubicBezTo>
                  <a:cubicBezTo>
                    <a:pt x="24" y="16"/>
                    <a:pt x="29" y="16"/>
                    <a:pt x="35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12" name="Freeform 1641">
              <a:extLst>
                <a:ext uri="{FF2B5EF4-FFF2-40B4-BE49-F238E27FC236}">
                  <a16:creationId xmlns:a16="http://schemas.microsoft.com/office/drawing/2014/main" id="{1C1F8210-7497-4117-ACAE-1EE172476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965"/>
              <a:ext cx="59" cy="35"/>
            </a:xfrm>
            <a:custGeom>
              <a:avLst/>
              <a:gdLst>
                <a:gd name="T0" fmla="*/ 0 w 28"/>
                <a:gd name="T1" fmla="*/ 0 h 16"/>
                <a:gd name="T2" fmla="*/ 141 w 28"/>
                <a:gd name="T3" fmla="*/ 85 h 16"/>
                <a:gd name="T4" fmla="*/ 261 w 28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0" y="0"/>
                  </a:moveTo>
                  <a:cubicBezTo>
                    <a:pt x="5" y="3"/>
                    <a:pt x="10" y="6"/>
                    <a:pt x="15" y="8"/>
                  </a:cubicBezTo>
                  <a:cubicBezTo>
                    <a:pt x="19" y="10"/>
                    <a:pt x="23" y="14"/>
                    <a:pt x="28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13" name="Freeform 1642">
              <a:extLst>
                <a:ext uri="{FF2B5EF4-FFF2-40B4-BE49-F238E27FC236}">
                  <a16:creationId xmlns:a16="http://schemas.microsoft.com/office/drawing/2014/main" id="{9D8066E8-D228-43F2-889A-DDEDD29CD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929"/>
              <a:ext cx="72" cy="38"/>
            </a:xfrm>
            <a:custGeom>
              <a:avLst/>
              <a:gdLst>
                <a:gd name="T0" fmla="*/ 0 w 34"/>
                <a:gd name="T1" fmla="*/ 0 h 17"/>
                <a:gd name="T2" fmla="*/ 212 w 34"/>
                <a:gd name="T3" fmla="*/ 125 h 17"/>
                <a:gd name="T4" fmla="*/ 322 w 34"/>
                <a:gd name="T5" fmla="*/ 1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7">
                  <a:moveTo>
                    <a:pt x="0" y="0"/>
                  </a:moveTo>
                  <a:cubicBezTo>
                    <a:pt x="3" y="5"/>
                    <a:pt x="17" y="9"/>
                    <a:pt x="22" y="11"/>
                  </a:cubicBezTo>
                  <a:cubicBezTo>
                    <a:pt x="26" y="13"/>
                    <a:pt x="30" y="16"/>
                    <a:pt x="34" y="1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14" name="Freeform 1643">
              <a:extLst>
                <a:ext uri="{FF2B5EF4-FFF2-40B4-BE49-F238E27FC236}">
                  <a16:creationId xmlns:a16="http://schemas.microsoft.com/office/drawing/2014/main" id="{423FB6D0-431B-4EC7-B052-0BE23F78E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114"/>
              <a:ext cx="29" cy="40"/>
            </a:xfrm>
            <a:custGeom>
              <a:avLst/>
              <a:gdLst>
                <a:gd name="T0" fmla="*/ 0 w 14"/>
                <a:gd name="T1" fmla="*/ 0 h 18"/>
                <a:gd name="T2" fmla="*/ 99 w 14"/>
                <a:gd name="T3" fmla="*/ 98 h 18"/>
                <a:gd name="T4" fmla="*/ 124 w 14"/>
                <a:gd name="T5" fmla="*/ 133 h 18"/>
                <a:gd name="T6" fmla="*/ 81 w 14"/>
                <a:gd name="T7" fmla="*/ 19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4" y="3"/>
                    <a:pt x="7" y="6"/>
                    <a:pt x="11" y="9"/>
                  </a:cubicBezTo>
                  <a:cubicBezTo>
                    <a:pt x="12" y="10"/>
                    <a:pt x="14" y="10"/>
                    <a:pt x="14" y="12"/>
                  </a:cubicBezTo>
                  <a:cubicBezTo>
                    <a:pt x="14" y="14"/>
                    <a:pt x="11" y="17"/>
                    <a:pt x="9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15" name="Freeform 1644">
              <a:extLst>
                <a:ext uri="{FF2B5EF4-FFF2-40B4-BE49-F238E27FC236}">
                  <a16:creationId xmlns:a16="http://schemas.microsoft.com/office/drawing/2014/main" id="{3FA4852A-C8AD-4458-8070-1DA906AB3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136"/>
              <a:ext cx="43" cy="47"/>
            </a:xfrm>
            <a:custGeom>
              <a:avLst/>
              <a:gdLst>
                <a:gd name="T0" fmla="*/ 33 w 21"/>
                <a:gd name="T1" fmla="*/ 36 h 21"/>
                <a:gd name="T2" fmla="*/ 113 w 21"/>
                <a:gd name="T3" fmla="*/ 81 h 21"/>
                <a:gd name="T4" fmla="*/ 164 w 21"/>
                <a:gd name="T5" fmla="*/ 181 h 21"/>
                <a:gd name="T6" fmla="*/ 121 w 21"/>
                <a:gd name="T7" fmla="*/ 226 h 21"/>
                <a:gd name="T8" fmla="*/ 51 w 21"/>
                <a:gd name="T9" fmla="*/ 154 h 21"/>
                <a:gd name="T10" fmla="*/ 0 w 21"/>
                <a:gd name="T11" fmla="*/ 9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">
                  <a:moveTo>
                    <a:pt x="4" y="3"/>
                  </a:moveTo>
                  <a:cubicBezTo>
                    <a:pt x="7" y="0"/>
                    <a:pt x="10" y="4"/>
                    <a:pt x="13" y="7"/>
                  </a:cubicBezTo>
                  <a:cubicBezTo>
                    <a:pt x="16" y="10"/>
                    <a:pt x="21" y="12"/>
                    <a:pt x="19" y="16"/>
                  </a:cubicBezTo>
                  <a:cubicBezTo>
                    <a:pt x="18" y="19"/>
                    <a:pt x="17" y="21"/>
                    <a:pt x="14" y="20"/>
                  </a:cubicBezTo>
                  <a:cubicBezTo>
                    <a:pt x="12" y="20"/>
                    <a:pt x="8" y="15"/>
                    <a:pt x="6" y="14"/>
                  </a:cubicBezTo>
                  <a:cubicBezTo>
                    <a:pt x="4" y="12"/>
                    <a:pt x="2" y="10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16" name="Freeform 1645">
              <a:extLst>
                <a:ext uri="{FF2B5EF4-FFF2-40B4-BE49-F238E27FC236}">
                  <a16:creationId xmlns:a16="http://schemas.microsoft.com/office/drawing/2014/main" id="{C2A72DB1-3514-4531-AAC6-21C76DA1D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170"/>
              <a:ext cx="42" cy="49"/>
            </a:xfrm>
            <a:custGeom>
              <a:avLst/>
              <a:gdLst>
                <a:gd name="T0" fmla="*/ 36 w 20"/>
                <a:gd name="T1" fmla="*/ 0 h 22"/>
                <a:gd name="T2" fmla="*/ 185 w 20"/>
                <a:gd name="T3" fmla="*/ 178 h 22"/>
                <a:gd name="T4" fmla="*/ 128 w 20"/>
                <a:gd name="T5" fmla="*/ 234 h 22"/>
                <a:gd name="T6" fmla="*/ 36 w 20"/>
                <a:gd name="T7" fmla="*/ 118 h 22"/>
                <a:gd name="T8" fmla="*/ 0 w 20"/>
                <a:gd name="T9" fmla="*/ 6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4" y="0"/>
                  </a:moveTo>
                  <a:cubicBezTo>
                    <a:pt x="12" y="3"/>
                    <a:pt x="15" y="10"/>
                    <a:pt x="20" y="16"/>
                  </a:cubicBezTo>
                  <a:cubicBezTo>
                    <a:pt x="18" y="18"/>
                    <a:pt x="17" y="22"/>
                    <a:pt x="14" y="21"/>
                  </a:cubicBezTo>
                  <a:cubicBezTo>
                    <a:pt x="11" y="20"/>
                    <a:pt x="7" y="13"/>
                    <a:pt x="4" y="11"/>
                  </a:cubicBezTo>
                  <a:cubicBezTo>
                    <a:pt x="3" y="10"/>
                    <a:pt x="0" y="8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17" name="Freeform 1646">
              <a:extLst>
                <a:ext uri="{FF2B5EF4-FFF2-40B4-BE49-F238E27FC236}">
                  <a16:creationId xmlns:a16="http://schemas.microsoft.com/office/drawing/2014/main" id="{6E2AF710-694D-4845-8C07-5FAB3B666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199"/>
              <a:ext cx="42" cy="49"/>
            </a:xfrm>
            <a:custGeom>
              <a:avLst/>
              <a:gdLst>
                <a:gd name="T0" fmla="*/ 48 w 20"/>
                <a:gd name="T1" fmla="*/ 45 h 22"/>
                <a:gd name="T2" fmla="*/ 149 w 20"/>
                <a:gd name="T3" fmla="*/ 89 h 22"/>
                <a:gd name="T4" fmla="*/ 149 w 20"/>
                <a:gd name="T5" fmla="*/ 198 h 22"/>
                <a:gd name="T6" fmla="*/ 92 w 20"/>
                <a:gd name="T7" fmla="*/ 209 h 22"/>
                <a:gd name="T8" fmla="*/ 0 w 20"/>
                <a:gd name="T9" fmla="*/ 8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5" y="4"/>
                  </a:moveTo>
                  <a:cubicBezTo>
                    <a:pt x="9" y="0"/>
                    <a:pt x="13" y="5"/>
                    <a:pt x="16" y="8"/>
                  </a:cubicBezTo>
                  <a:cubicBezTo>
                    <a:pt x="19" y="12"/>
                    <a:pt x="20" y="13"/>
                    <a:pt x="16" y="18"/>
                  </a:cubicBezTo>
                  <a:cubicBezTo>
                    <a:pt x="14" y="21"/>
                    <a:pt x="14" y="22"/>
                    <a:pt x="10" y="19"/>
                  </a:cubicBezTo>
                  <a:cubicBezTo>
                    <a:pt x="7" y="16"/>
                    <a:pt x="3" y="11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18" name="Freeform 1647">
              <a:extLst>
                <a:ext uri="{FF2B5EF4-FFF2-40B4-BE49-F238E27FC236}">
                  <a16:creationId xmlns:a16="http://schemas.microsoft.com/office/drawing/2014/main" id="{14499699-F768-4118-84E3-656286E92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230"/>
              <a:ext cx="46" cy="40"/>
            </a:xfrm>
            <a:custGeom>
              <a:avLst/>
              <a:gdLst>
                <a:gd name="T0" fmla="*/ 65 w 22"/>
                <a:gd name="T1" fmla="*/ 0 h 18"/>
                <a:gd name="T2" fmla="*/ 109 w 22"/>
                <a:gd name="T3" fmla="*/ 187 h 18"/>
                <a:gd name="T4" fmla="*/ 84 w 22"/>
                <a:gd name="T5" fmla="*/ 178 h 18"/>
                <a:gd name="T6" fmla="*/ 36 w 22"/>
                <a:gd name="T7" fmla="*/ 109 h 18"/>
                <a:gd name="T8" fmla="*/ 0 w 22"/>
                <a:gd name="T9" fmla="*/ 8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7" y="0"/>
                  </a:moveTo>
                  <a:cubicBezTo>
                    <a:pt x="13" y="4"/>
                    <a:pt x="22" y="12"/>
                    <a:pt x="12" y="17"/>
                  </a:cubicBezTo>
                  <a:cubicBezTo>
                    <a:pt x="10" y="18"/>
                    <a:pt x="11" y="18"/>
                    <a:pt x="9" y="16"/>
                  </a:cubicBezTo>
                  <a:cubicBezTo>
                    <a:pt x="7" y="15"/>
                    <a:pt x="6" y="11"/>
                    <a:pt x="4" y="10"/>
                  </a:cubicBezTo>
                  <a:cubicBezTo>
                    <a:pt x="3" y="9"/>
                    <a:pt x="1" y="8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19" name="Freeform 1648">
              <a:extLst>
                <a:ext uri="{FF2B5EF4-FFF2-40B4-BE49-F238E27FC236}">
                  <a16:creationId xmlns:a16="http://schemas.microsoft.com/office/drawing/2014/main" id="{D175130B-CB6C-4410-A203-CD1191868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259"/>
              <a:ext cx="23" cy="18"/>
            </a:xfrm>
            <a:custGeom>
              <a:avLst/>
              <a:gdLst>
                <a:gd name="T0" fmla="*/ 0 w 11"/>
                <a:gd name="T1" fmla="*/ 0 h 8"/>
                <a:gd name="T2" fmla="*/ 100 w 11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3" y="3"/>
                    <a:pt x="6" y="6"/>
                    <a:pt x="1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0" name="Freeform 1649">
              <a:extLst>
                <a:ext uri="{FF2B5EF4-FFF2-40B4-BE49-F238E27FC236}">
                  <a16:creationId xmlns:a16="http://schemas.microsoft.com/office/drawing/2014/main" id="{AF50765E-0D4D-44D7-8729-908487C33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223"/>
              <a:ext cx="15" cy="23"/>
            </a:xfrm>
            <a:custGeom>
              <a:avLst/>
              <a:gdLst>
                <a:gd name="T0" fmla="*/ 69 w 7"/>
                <a:gd name="T1" fmla="*/ 0 h 10"/>
                <a:gd name="T2" fmla="*/ 0 w 7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4" y="2"/>
                    <a:pt x="0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1" name="Freeform 1650">
              <a:extLst>
                <a:ext uri="{FF2B5EF4-FFF2-40B4-BE49-F238E27FC236}">
                  <a16:creationId xmlns:a16="http://schemas.microsoft.com/office/drawing/2014/main" id="{5FF7A650-A05F-4B7F-A7B8-968B17192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188"/>
              <a:ext cx="16" cy="20"/>
            </a:xfrm>
            <a:custGeom>
              <a:avLst/>
              <a:gdLst>
                <a:gd name="T0" fmla="*/ 64 w 8"/>
                <a:gd name="T1" fmla="*/ 0 h 9"/>
                <a:gd name="T2" fmla="*/ 0 w 8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5" y="2"/>
                    <a:pt x="2" y="7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2" name="Freeform 1651">
              <a:extLst>
                <a:ext uri="{FF2B5EF4-FFF2-40B4-BE49-F238E27FC236}">
                  <a16:creationId xmlns:a16="http://schemas.microsoft.com/office/drawing/2014/main" id="{97BC1E38-C4B6-459A-B54C-382E6F9C9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161"/>
              <a:ext cx="17" cy="18"/>
            </a:xfrm>
            <a:custGeom>
              <a:avLst/>
              <a:gdLst>
                <a:gd name="T0" fmla="*/ 77 w 8"/>
                <a:gd name="T1" fmla="*/ 0 h 8"/>
                <a:gd name="T2" fmla="*/ 0 w 8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6" y="1"/>
                    <a:pt x="1" y="8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3" name="Freeform 1652">
              <a:extLst>
                <a:ext uri="{FF2B5EF4-FFF2-40B4-BE49-F238E27FC236}">
                  <a16:creationId xmlns:a16="http://schemas.microsoft.com/office/drawing/2014/main" id="{0D101EB0-EFC1-4AE0-A2FB-BE3E6898B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130"/>
              <a:ext cx="19" cy="20"/>
            </a:xfrm>
            <a:custGeom>
              <a:avLst/>
              <a:gdLst>
                <a:gd name="T0" fmla="*/ 84 w 9"/>
                <a:gd name="T1" fmla="*/ 0 h 9"/>
                <a:gd name="T2" fmla="*/ 0 w 9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3"/>
                    <a:pt x="2" y="5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4" name="Freeform 1653">
              <a:extLst>
                <a:ext uri="{FF2B5EF4-FFF2-40B4-BE49-F238E27FC236}">
                  <a16:creationId xmlns:a16="http://schemas.microsoft.com/office/drawing/2014/main" id="{875CD8A0-DD6F-4088-94F7-96C88BAE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3105"/>
              <a:ext cx="17" cy="20"/>
            </a:xfrm>
            <a:custGeom>
              <a:avLst/>
              <a:gdLst>
                <a:gd name="T0" fmla="*/ 77 w 8"/>
                <a:gd name="T1" fmla="*/ 0 h 9"/>
                <a:gd name="T2" fmla="*/ 0 w 8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3" y="3"/>
                    <a:pt x="2" y="4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5" name="Freeform 1654">
              <a:extLst>
                <a:ext uri="{FF2B5EF4-FFF2-40B4-BE49-F238E27FC236}">
                  <a16:creationId xmlns:a16="http://schemas.microsoft.com/office/drawing/2014/main" id="{4A93132E-2EA5-445A-A9EB-5EAF82E90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3110"/>
              <a:ext cx="20" cy="9"/>
            </a:xfrm>
            <a:custGeom>
              <a:avLst/>
              <a:gdLst>
                <a:gd name="T0" fmla="*/ 80 w 10"/>
                <a:gd name="T1" fmla="*/ 25 h 4"/>
                <a:gd name="T2" fmla="*/ 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6" y="4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6" name="Freeform 1655">
              <a:extLst>
                <a:ext uri="{FF2B5EF4-FFF2-40B4-BE49-F238E27FC236}">
                  <a16:creationId xmlns:a16="http://schemas.microsoft.com/office/drawing/2014/main" id="{CF36FDDD-762A-44A3-A4E6-CBBA5BF9D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136"/>
              <a:ext cx="19" cy="5"/>
            </a:xfrm>
            <a:custGeom>
              <a:avLst/>
              <a:gdLst>
                <a:gd name="T0" fmla="*/ 0 w 9"/>
                <a:gd name="T1" fmla="*/ 20 h 2"/>
                <a:gd name="T2" fmla="*/ 84 w 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3" y="1"/>
                    <a:pt x="7" y="0"/>
                    <a:pt x="9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7" name="Freeform 1656">
              <a:extLst>
                <a:ext uri="{FF2B5EF4-FFF2-40B4-BE49-F238E27FC236}">
                  <a16:creationId xmlns:a16="http://schemas.microsoft.com/office/drawing/2014/main" id="{F3DC63A8-B840-4C9B-82EE-72902F0D8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170"/>
              <a:ext cx="7" cy="22"/>
            </a:xfrm>
            <a:custGeom>
              <a:avLst/>
              <a:gdLst>
                <a:gd name="T0" fmla="*/ 28 w 3"/>
                <a:gd name="T1" fmla="*/ 0 h 10"/>
                <a:gd name="T2" fmla="*/ 37 w 3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2" y="0"/>
                  </a:moveTo>
                  <a:cubicBezTo>
                    <a:pt x="0" y="5"/>
                    <a:pt x="0" y="6"/>
                    <a:pt x="3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8" name="Freeform 1657">
              <a:extLst>
                <a:ext uri="{FF2B5EF4-FFF2-40B4-BE49-F238E27FC236}">
                  <a16:creationId xmlns:a16="http://schemas.microsoft.com/office/drawing/2014/main" id="{36A35CC9-786B-466E-A245-0534561C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197"/>
              <a:ext cx="21" cy="6"/>
            </a:xfrm>
            <a:custGeom>
              <a:avLst/>
              <a:gdLst>
                <a:gd name="T0" fmla="*/ 0 w 10"/>
                <a:gd name="T1" fmla="*/ 16 h 3"/>
                <a:gd name="T2" fmla="*/ 92 w 10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2"/>
                  </a:moveTo>
                  <a:cubicBezTo>
                    <a:pt x="3" y="0"/>
                    <a:pt x="7" y="1"/>
                    <a:pt x="1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9" name="Freeform 1658">
              <a:extLst>
                <a:ext uri="{FF2B5EF4-FFF2-40B4-BE49-F238E27FC236}">
                  <a16:creationId xmlns:a16="http://schemas.microsoft.com/office/drawing/2014/main" id="{492430F5-889D-4A5E-BD2F-3858D7382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232"/>
              <a:ext cx="17" cy="5"/>
            </a:xfrm>
            <a:custGeom>
              <a:avLst/>
              <a:gdLst>
                <a:gd name="T0" fmla="*/ 77 w 8"/>
                <a:gd name="T1" fmla="*/ 0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0" name="Freeform 1659">
              <a:extLst>
                <a:ext uri="{FF2B5EF4-FFF2-40B4-BE49-F238E27FC236}">
                  <a16:creationId xmlns:a16="http://schemas.microsoft.com/office/drawing/2014/main" id="{3C6D7FC6-5B07-4788-BAFA-AFB696E4F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3270"/>
              <a:ext cx="14" cy="27"/>
            </a:xfrm>
            <a:custGeom>
              <a:avLst/>
              <a:gdLst>
                <a:gd name="T0" fmla="*/ 0 w 7"/>
                <a:gd name="T1" fmla="*/ 0 h 12"/>
                <a:gd name="T2" fmla="*/ 56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3" y="4"/>
                    <a:pt x="3" y="9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1" name="Freeform 1660">
              <a:extLst>
                <a:ext uri="{FF2B5EF4-FFF2-40B4-BE49-F238E27FC236}">
                  <a16:creationId xmlns:a16="http://schemas.microsoft.com/office/drawing/2014/main" id="{8AF5CFA4-AF23-4359-A2DB-DD7B3A2FF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232"/>
              <a:ext cx="11" cy="23"/>
            </a:xfrm>
            <a:custGeom>
              <a:avLst/>
              <a:gdLst>
                <a:gd name="T0" fmla="*/ 0 w 5"/>
                <a:gd name="T1" fmla="*/ 0 h 10"/>
                <a:gd name="T2" fmla="*/ 53 w 5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2" y="4"/>
                    <a:pt x="2" y="9"/>
                    <a:pt x="5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2" name="Freeform 1661">
              <a:extLst>
                <a:ext uri="{FF2B5EF4-FFF2-40B4-BE49-F238E27FC236}">
                  <a16:creationId xmlns:a16="http://schemas.microsoft.com/office/drawing/2014/main" id="{3F06FAC9-9B64-4CBE-907C-FEE9D936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297"/>
              <a:ext cx="32" cy="71"/>
            </a:xfrm>
            <a:custGeom>
              <a:avLst/>
              <a:gdLst>
                <a:gd name="T0" fmla="*/ 0 w 15"/>
                <a:gd name="T1" fmla="*/ 0 h 32"/>
                <a:gd name="T2" fmla="*/ 77 w 15"/>
                <a:gd name="T3" fmla="*/ 153 h 32"/>
                <a:gd name="T4" fmla="*/ 145 w 15"/>
                <a:gd name="T5" fmla="*/ 35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4" y="4"/>
                    <a:pt x="5" y="9"/>
                    <a:pt x="8" y="14"/>
                  </a:cubicBezTo>
                  <a:cubicBezTo>
                    <a:pt x="11" y="20"/>
                    <a:pt x="15" y="27"/>
                    <a:pt x="15" y="3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3" name="Freeform 1662">
              <a:extLst>
                <a:ext uri="{FF2B5EF4-FFF2-40B4-BE49-F238E27FC236}">
                  <a16:creationId xmlns:a16="http://schemas.microsoft.com/office/drawing/2014/main" id="{315D59D2-6C90-42F2-9B21-02272B38A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275"/>
              <a:ext cx="12" cy="40"/>
            </a:xfrm>
            <a:custGeom>
              <a:avLst/>
              <a:gdLst>
                <a:gd name="T0" fmla="*/ 0 w 6"/>
                <a:gd name="T1" fmla="*/ 198 h 18"/>
                <a:gd name="T2" fmla="*/ 48 w 6"/>
                <a:gd name="T3" fmla="*/ 89 h 18"/>
                <a:gd name="T4" fmla="*/ 24 w 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">
                  <a:moveTo>
                    <a:pt x="0" y="18"/>
                  </a:moveTo>
                  <a:cubicBezTo>
                    <a:pt x="5" y="18"/>
                    <a:pt x="6" y="11"/>
                    <a:pt x="6" y="8"/>
                  </a:cubicBezTo>
                  <a:cubicBezTo>
                    <a:pt x="6" y="5"/>
                    <a:pt x="4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4" name="Freeform 1663">
              <a:extLst>
                <a:ext uri="{FF2B5EF4-FFF2-40B4-BE49-F238E27FC236}">
                  <a16:creationId xmlns:a16="http://schemas.microsoft.com/office/drawing/2014/main" id="{9F0A8B43-F143-49F9-9F3A-B379472BD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3306"/>
              <a:ext cx="21" cy="42"/>
            </a:xfrm>
            <a:custGeom>
              <a:avLst/>
              <a:gdLst>
                <a:gd name="T0" fmla="*/ 0 w 10"/>
                <a:gd name="T1" fmla="*/ 0 h 19"/>
                <a:gd name="T2" fmla="*/ 17 w 10"/>
                <a:gd name="T3" fmla="*/ 2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0" y="0"/>
                  </a:moveTo>
                  <a:cubicBezTo>
                    <a:pt x="2" y="5"/>
                    <a:pt x="10" y="16"/>
                    <a:pt x="2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5" name="Freeform 1664">
              <a:extLst>
                <a:ext uri="{FF2B5EF4-FFF2-40B4-BE49-F238E27FC236}">
                  <a16:creationId xmlns:a16="http://schemas.microsoft.com/office/drawing/2014/main" id="{FC28E40D-91F4-449F-B195-3587B889C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337"/>
              <a:ext cx="27" cy="25"/>
            </a:xfrm>
            <a:custGeom>
              <a:avLst/>
              <a:gdLst>
                <a:gd name="T0" fmla="*/ 0 w 13"/>
                <a:gd name="T1" fmla="*/ 0 h 11"/>
                <a:gd name="T2" fmla="*/ 116 w 13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4" y="1"/>
                    <a:pt x="13" y="7"/>
                    <a:pt x="13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6" name="Freeform 1665">
              <a:extLst>
                <a:ext uri="{FF2B5EF4-FFF2-40B4-BE49-F238E27FC236}">
                  <a16:creationId xmlns:a16="http://schemas.microsoft.com/office/drawing/2014/main" id="{4544D253-8199-4FA8-86C1-367BF7497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290"/>
              <a:ext cx="28" cy="56"/>
            </a:xfrm>
            <a:custGeom>
              <a:avLst/>
              <a:gdLst>
                <a:gd name="T0" fmla="*/ 0 w 13"/>
                <a:gd name="T1" fmla="*/ 0 h 25"/>
                <a:gd name="T2" fmla="*/ 60 w 13"/>
                <a:gd name="T3" fmla="*/ 45 h 25"/>
                <a:gd name="T4" fmla="*/ 112 w 13"/>
                <a:gd name="T5" fmla="*/ 181 h 25"/>
                <a:gd name="T6" fmla="*/ 129 w 13"/>
                <a:gd name="T7" fmla="*/ 235 h 25"/>
                <a:gd name="T8" fmla="*/ 129 w 13"/>
                <a:gd name="T9" fmla="*/ 26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3" y="1"/>
                    <a:pt x="4" y="1"/>
                    <a:pt x="6" y="4"/>
                  </a:cubicBezTo>
                  <a:cubicBezTo>
                    <a:pt x="7" y="8"/>
                    <a:pt x="9" y="12"/>
                    <a:pt x="11" y="16"/>
                  </a:cubicBezTo>
                  <a:cubicBezTo>
                    <a:pt x="12" y="18"/>
                    <a:pt x="12" y="19"/>
                    <a:pt x="13" y="21"/>
                  </a:cubicBezTo>
                  <a:cubicBezTo>
                    <a:pt x="13" y="22"/>
                    <a:pt x="13" y="25"/>
                    <a:pt x="13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7" name="Freeform 1666">
              <a:extLst>
                <a:ext uri="{FF2B5EF4-FFF2-40B4-BE49-F238E27FC236}">
                  <a16:creationId xmlns:a16="http://schemas.microsoft.com/office/drawing/2014/main" id="{0E3EA355-0303-44D6-8A4D-6393BEBAE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317"/>
              <a:ext cx="38" cy="36"/>
            </a:xfrm>
            <a:custGeom>
              <a:avLst/>
              <a:gdLst>
                <a:gd name="T0" fmla="*/ 0 w 18"/>
                <a:gd name="T1" fmla="*/ 25 h 16"/>
                <a:gd name="T2" fmla="*/ 76 w 18"/>
                <a:gd name="T3" fmla="*/ 11 h 16"/>
                <a:gd name="T4" fmla="*/ 133 w 18"/>
                <a:gd name="T5" fmla="*/ 72 h 16"/>
                <a:gd name="T6" fmla="*/ 169 w 18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0" y="2"/>
                  </a:moveTo>
                  <a:cubicBezTo>
                    <a:pt x="3" y="2"/>
                    <a:pt x="5" y="0"/>
                    <a:pt x="8" y="1"/>
                  </a:cubicBezTo>
                  <a:cubicBezTo>
                    <a:pt x="11" y="2"/>
                    <a:pt x="13" y="4"/>
                    <a:pt x="14" y="6"/>
                  </a:cubicBezTo>
                  <a:cubicBezTo>
                    <a:pt x="16" y="9"/>
                    <a:pt x="17" y="13"/>
                    <a:pt x="18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8" name="Freeform 1667">
              <a:extLst>
                <a:ext uri="{FF2B5EF4-FFF2-40B4-BE49-F238E27FC236}">
                  <a16:creationId xmlns:a16="http://schemas.microsoft.com/office/drawing/2014/main" id="{9E660E8C-DFFE-4453-B647-CE6BA0803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315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9" name="Freeform 1668">
              <a:extLst>
                <a:ext uri="{FF2B5EF4-FFF2-40B4-BE49-F238E27FC236}">
                  <a16:creationId xmlns:a16="http://schemas.microsoft.com/office/drawing/2014/main" id="{295725B1-F57D-4DF4-927B-440E696FD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3281"/>
              <a:ext cx="33" cy="36"/>
            </a:xfrm>
            <a:custGeom>
              <a:avLst/>
              <a:gdLst>
                <a:gd name="T0" fmla="*/ 0 w 16"/>
                <a:gd name="T1" fmla="*/ 56 h 16"/>
                <a:gd name="T2" fmla="*/ 107 w 16"/>
                <a:gd name="T3" fmla="*/ 72 h 16"/>
                <a:gd name="T4" fmla="*/ 140 w 16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5"/>
                  </a:moveTo>
                  <a:cubicBezTo>
                    <a:pt x="6" y="4"/>
                    <a:pt x="8" y="0"/>
                    <a:pt x="12" y="6"/>
                  </a:cubicBezTo>
                  <a:cubicBezTo>
                    <a:pt x="13" y="8"/>
                    <a:pt x="16" y="15"/>
                    <a:pt x="16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0" name="Freeform 1669">
              <a:extLst>
                <a:ext uri="{FF2B5EF4-FFF2-40B4-BE49-F238E27FC236}">
                  <a16:creationId xmlns:a16="http://schemas.microsoft.com/office/drawing/2014/main" id="{820A0830-8824-4D1A-9F1D-DF8AEF35A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279"/>
              <a:ext cx="4" cy="7"/>
            </a:xfrm>
            <a:custGeom>
              <a:avLst/>
              <a:gdLst>
                <a:gd name="T0" fmla="*/ 0 w 2"/>
                <a:gd name="T1" fmla="*/ 37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1" name="Freeform 1670">
              <a:extLst>
                <a:ext uri="{FF2B5EF4-FFF2-40B4-BE49-F238E27FC236}">
                  <a16:creationId xmlns:a16="http://schemas.microsoft.com/office/drawing/2014/main" id="{0CA5F7A6-5F5C-431C-9D6F-AEC83BC61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257"/>
              <a:ext cx="13" cy="18"/>
            </a:xfrm>
            <a:custGeom>
              <a:avLst/>
              <a:gdLst>
                <a:gd name="T0" fmla="*/ 0 w 6"/>
                <a:gd name="T1" fmla="*/ 92 h 8"/>
                <a:gd name="T2" fmla="*/ 52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3" y="7"/>
                    <a:pt x="6" y="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2" name="Freeform 1671">
              <a:extLst>
                <a:ext uri="{FF2B5EF4-FFF2-40B4-BE49-F238E27FC236}">
                  <a16:creationId xmlns:a16="http://schemas.microsoft.com/office/drawing/2014/main" id="{2B064ABA-824A-471C-B2CC-C1C4583C1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257"/>
              <a:ext cx="21" cy="29"/>
            </a:xfrm>
            <a:custGeom>
              <a:avLst/>
              <a:gdLst>
                <a:gd name="T0" fmla="*/ 0 w 10"/>
                <a:gd name="T1" fmla="*/ 0 h 13"/>
                <a:gd name="T2" fmla="*/ 67 w 10"/>
                <a:gd name="T3" fmla="*/ 89 h 13"/>
                <a:gd name="T4" fmla="*/ 92 w 10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cubicBezTo>
                    <a:pt x="3" y="3"/>
                    <a:pt x="5" y="4"/>
                    <a:pt x="7" y="8"/>
                  </a:cubicBezTo>
                  <a:cubicBezTo>
                    <a:pt x="8" y="9"/>
                    <a:pt x="9" y="11"/>
                    <a:pt x="10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3" name="Freeform 1672">
              <a:extLst>
                <a:ext uri="{FF2B5EF4-FFF2-40B4-BE49-F238E27FC236}">
                  <a16:creationId xmlns:a16="http://schemas.microsoft.com/office/drawing/2014/main" id="{CDCCE8CA-C89E-49D6-AF87-DEF5D9A0D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248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4" name="Freeform 1673">
              <a:extLst>
                <a:ext uri="{FF2B5EF4-FFF2-40B4-BE49-F238E27FC236}">
                  <a16:creationId xmlns:a16="http://schemas.microsoft.com/office/drawing/2014/main" id="{8EA8C4F2-3E54-439E-888D-52429A4ED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773"/>
              <a:ext cx="23" cy="18"/>
            </a:xfrm>
            <a:custGeom>
              <a:avLst/>
              <a:gdLst>
                <a:gd name="T0" fmla="*/ 0 w 11"/>
                <a:gd name="T1" fmla="*/ 0 h 8"/>
                <a:gd name="T2" fmla="*/ 17 w 11"/>
                <a:gd name="T3" fmla="*/ 92 h 8"/>
                <a:gd name="T4" fmla="*/ 100 w 11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1" y="3"/>
                    <a:pt x="2" y="5"/>
                    <a:pt x="2" y="8"/>
                  </a:cubicBezTo>
                  <a:cubicBezTo>
                    <a:pt x="5" y="7"/>
                    <a:pt x="8" y="8"/>
                    <a:pt x="11" y="8"/>
                  </a:cubicBezTo>
                </a:path>
              </a:pathLst>
            </a:custGeom>
            <a:noFill/>
            <a:ln w="3175" cap="flat">
              <a:solidFill>
                <a:srgbClr val="FEF8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5" name="Freeform 1674">
              <a:extLst>
                <a:ext uri="{FF2B5EF4-FFF2-40B4-BE49-F238E27FC236}">
                  <a16:creationId xmlns:a16="http://schemas.microsoft.com/office/drawing/2014/main" id="{B626016B-5C51-4C42-98B7-E4B49E0EC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66"/>
              <a:ext cx="8" cy="7"/>
            </a:xfrm>
            <a:custGeom>
              <a:avLst/>
              <a:gdLst>
                <a:gd name="T0" fmla="*/ 0 w 4"/>
                <a:gd name="T1" fmla="*/ 37 h 3"/>
                <a:gd name="T2" fmla="*/ 3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6" name="Freeform 1675">
              <a:extLst>
                <a:ext uri="{FF2B5EF4-FFF2-40B4-BE49-F238E27FC236}">
                  <a16:creationId xmlns:a16="http://schemas.microsoft.com/office/drawing/2014/main" id="{37430C23-B2F3-4C16-A70A-2F9DDD572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844"/>
              <a:ext cx="110" cy="80"/>
            </a:xfrm>
            <a:custGeom>
              <a:avLst/>
              <a:gdLst>
                <a:gd name="T0" fmla="*/ 0 w 53"/>
                <a:gd name="T1" fmla="*/ 0 h 36"/>
                <a:gd name="T2" fmla="*/ 108 w 53"/>
                <a:gd name="T3" fmla="*/ 98 h 36"/>
                <a:gd name="T4" fmla="*/ 168 w 53"/>
                <a:gd name="T5" fmla="*/ 118 h 36"/>
                <a:gd name="T6" fmla="*/ 232 w 53"/>
                <a:gd name="T7" fmla="*/ 178 h 36"/>
                <a:gd name="T8" fmla="*/ 293 w 53"/>
                <a:gd name="T9" fmla="*/ 231 h 36"/>
                <a:gd name="T10" fmla="*/ 384 w 53"/>
                <a:gd name="T11" fmla="*/ 262 h 36"/>
                <a:gd name="T12" fmla="*/ 440 w 53"/>
                <a:gd name="T13" fmla="*/ 331 h 36"/>
                <a:gd name="T14" fmla="*/ 465 w 53"/>
                <a:gd name="T15" fmla="*/ 351 h 36"/>
                <a:gd name="T16" fmla="*/ 465 w 53"/>
                <a:gd name="T17" fmla="*/ 39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6">
                  <a:moveTo>
                    <a:pt x="0" y="0"/>
                  </a:moveTo>
                  <a:cubicBezTo>
                    <a:pt x="5" y="2"/>
                    <a:pt x="8" y="7"/>
                    <a:pt x="12" y="9"/>
                  </a:cubicBezTo>
                  <a:cubicBezTo>
                    <a:pt x="14" y="10"/>
                    <a:pt x="17" y="10"/>
                    <a:pt x="19" y="11"/>
                  </a:cubicBezTo>
                  <a:cubicBezTo>
                    <a:pt x="22" y="12"/>
                    <a:pt x="24" y="14"/>
                    <a:pt x="26" y="16"/>
                  </a:cubicBezTo>
                  <a:cubicBezTo>
                    <a:pt x="29" y="17"/>
                    <a:pt x="31" y="19"/>
                    <a:pt x="33" y="21"/>
                  </a:cubicBezTo>
                  <a:cubicBezTo>
                    <a:pt x="36" y="23"/>
                    <a:pt x="40" y="22"/>
                    <a:pt x="43" y="24"/>
                  </a:cubicBezTo>
                  <a:cubicBezTo>
                    <a:pt x="45" y="26"/>
                    <a:pt x="46" y="29"/>
                    <a:pt x="49" y="30"/>
                  </a:cubicBezTo>
                  <a:cubicBezTo>
                    <a:pt x="50" y="31"/>
                    <a:pt x="51" y="30"/>
                    <a:pt x="52" y="32"/>
                  </a:cubicBezTo>
                  <a:cubicBezTo>
                    <a:pt x="53" y="33"/>
                    <a:pt x="52" y="35"/>
                    <a:pt x="52" y="3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7" name="Freeform 1676">
              <a:extLst>
                <a:ext uri="{FF2B5EF4-FFF2-40B4-BE49-F238E27FC236}">
                  <a16:creationId xmlns:a16="http://schemas.microsoft.com/office/drawing/2014/main" id="{3A5A35A7-D189-480A-A25A-52556BC2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866"/>
              <a:ext cx="2" cy="12"/>
            </a:xfrm>
            <a:custGeom>
              <a:avLst/>
              <a:gdLst>
                <a:gd name="T0" fmla="*/ 0 w 1"/>
                <a:gd name="T1" fmla="*/ 70 h 5"/>
                <a:gd name="T2" fmla="*/ 8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4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8" name="Freeform 1677">
              <a:extLst>
                <a:ext uri="{FF2B5EF4-FFF2-40B4-BE49-F238E27FC236}">
                  <a16:creationId xmlns:a16="http://schemas.microsoft.com/office/drawing/2014/main" id="{C962691C-4888-4B86-B115-BABA81520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882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4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9" name="Freeform 1678">
              <a:extLst>
                <a:ext uri="{FF2B5EF4-FFF2-40B4-BE49-F238E27FC236}">
                  <a16:creationId xmlns:a16="http://schemas.microsoft.com/office/drawing/2014/main" id="{4C1B219C-5FD9-4350-9FA6-FF19D65B9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826"/>
              <a:ext cx="23" cy="25"/>
            </a:xfrm>
            <a:custGeom>
              <a:avLst/>
              <a:gdLst>
                <a:gd name="T0" fmla="*/ 0 w 11"/>
                <a:gd name="T1" fmla="*/ 36 h 11"/>
                <a:gd name="T2" fmla="*/ 92 w 11"/>
                <a:gd name="T3" fmla="*/ 25 h 11"/>
                <a:gd name="T4" fmla="*/ 92 w 11"/>
                <a:gd name="T5" fmla="*/ 13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3"/>
                  </a:moveTo>
                  <a:cubicBezTo>
                    <a:pt x="2" y="2"/>
                    <a:pt x="8" y="0"/>
                    <a:pt x="10" y="2"/>
                  </a:cubicBezTo>
                  <a:cubicBezTo>
                    <a:pt x="11" y="4"/>
                    <a:pt x="10" y="9"/>
                    <a:pt x="10" y="1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0" name="Freeform 1679">
              <a:extLst>
                <a:ext uri="{FF2B5EF4-FFF2-40B4-BE49-F238E27FC236}">
                  <a16:creationId xmlns:a16="http://schemas.microsoft.com/office/drawing/2014/main" id="{59A87475-B455-4977-B887-DABCA3623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842"/>
              <a:ext cx="21" cy="22"/>
            </a:xfrm>
            <a:custGeom>
              <a:avLst/>
              <a:gdLst>
                <a:gd name="T0" fmla="*/ 0 w 10"/>
                <a:gd name="T1" fmla="*/ 0 h 10"/>
                <a:gd name="T2" fmla="*/ 84 w 10"/>
                <a:gd name="T3" fmla="*/ 44 h 10"/>
                <a:gd name="T4" fmla="*/ 92 w 10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3" y="1"/>
                    <a:pt x="8" y="2"/>
                    <a:pt x="9" y="4"/>
                  </a:cubicBezTo>
                  <a:cubicBezTo>
                    <a:pt x="10" y="5"/>
                    <a:pt x="10" y="10"/>
                    <a:pt x="10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1" name="Freeform 1680">
              <a:extLst>
                <a:ext uri="{FF2B5EF4-FFF2-40B4-BE49-F238E27FC236}">
                  <a16:creationId xmlns:a16="http://schemas.microsoft.com/office/drawing/2014/main" id="{C83DE6E7-050C-40A8-A50A-EC08EA26F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851"/>
              <a:ext cx="12" cy="1"/>
            </a:xfrm>
            <a:custGeom>
              <a:avLst/>
              <a:gdLst>
                <a:gd name="T0" fmla="*/ 0 w 6"/>
                <a:gd name="T1" fmla="*/ 0 h 1"/>
                <a:gd name="T2" fmla="*/ 4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2" name="Freeform 1681">
              <a:extLst>
                <a:ext uri="{FF2B5EF4-FFF2-40B4-BE49-F238E27FC236}">
                  <a16:creationId xmlns:a16="http://schemas.microsoft.com/office/drawing/2014/main" id="{5536503F-25C8-491D-9BE8-82767D90E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860"/>
              <a:ext cx="6" cy="18"/>
            </a:xfrm>
            <a:custGeom>
              <a:avLst/>
              <a:gdLst>
                <a:gd name="T0" fmla="*/ 8 w 3"/>
                <a:gd name="T1" fmla="*/ 0 h 8"/>
                <a:gd name="T2" fmla="*/ 0 w 3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3" name="Freeform 1682">
              <a:extLst>
                <a:ext uri="{FF2B5EF4-FFF2-40B4-BE49-F238E27FC236}">
                  <a16:creationId xmlns:a16="http://schemas.microsoft.com/office/drawing/2014/main" id="{BF24CA15-F685-4F0A-8D7D-2F40632D3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869"/>
              <a:ext cx="23" cy="26"/>
            </a:xfrm>
            <a:custGeom>
              <a:avLst/>
              <a:gdLst>
                <a:gd name="T0" fmla="*/ 0 w 11"/>
                <a:gd name="T1" fmla="*/ 0 h 12"/>
                <a:gd name="T2" fmla="*/ 92 w 11"/>
                <a:gd name="T3" fmla="*/ 52 h 12"/>
                <a:gd name="T4" fmla="*/ 84 w 11"/>
                <a:gd name="T5" fmla="*/ 1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3" y="1"/>
                    <a:pt x="8" y="3"/>
                    <a:pt x="10" y="5"/>
                  </a:cubicBezTo>
                  <a:cubicBezTo>
                    <a:pt x="11" y="7"/>
                    <a:pt x="10" y="9"/>
                    <a:pt x="9" y="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4" name="Freeform 1683">
              <a:extLst>
                <a:ext uri="{FF2B5EF4-FFF2-40B4-BE49-F238E27FC236}">
                  <a16:creationId xmlns:a16="http://schemas.microsoft.com/office/drawing/2014/main" id="{A1EF4612-8DDF-42D9-AB76-C4AC894BB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878"/>
              <a:ext cx="15" cy="2"/>
            </a:xfrm>
            <a:custGeom>
              <a:avLst/>
              <a:gdLst>
                <a:gd name="T0" fmla="*/ 0 w 7"/>
                <a:gd name="T1" fmla="*/ 8 h 1"/>
                <a:gd name="T2" fmla="*/ 69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5" name="Freeform 1684">
              <a:extLst>
                <a:ext uri="{FF2B5EF4-FFF2-40B4-BE49-F238E27FC236}">
                  <a16:creationId xmlns:a16="http://schemas.microsoft.com/office/drawing/2014/main" id="{D5CA775A-D935-42CA-A25B-01A26909D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882"/>
              <a:ext cx="17" cy="22"/>
            </a:xfrm>
            <a:custGeom>
              <a:avLst/>
              <a:gdLst>
                <a:gd name="T0" fmla="*/ 0 w 8"/>
                <a:gd name="T1" fmla="*/ 0 h 10"/>
                <a:gd name="T2" fmla="*/ 77 w 8"/>
                <a:gd name="T3" fmla="*/ 44 h 10"/>
                <a:gd name="T4" fmla="*/ 60 w 8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1"/>
                    <a:pt x="7" y="2"/>
                    <a:pt x="8" y="4"/>
                  </a:cubicBezTo>
                  <a:cubicBezTo>
                    <a:pt x="8" y="6"/>
                    <a:pt x="6" y="8"/>
                    <a:pt x="6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6" name="Freeform 1685">
              <a:extLst>
                <a:ext uri="{FF2B5EF4-FFF2-40B4-BE49-F238E27FC236}">
                  <a16:creationId xmlns:a16="http://schemas.microsoft.com/office/drawing/2014/main" id="{EDF2E00E-C33C-4128-AEC4-3CFE8BCF8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898"/>
              <a:ext cx="4" cy="11"/>
            </a:xfrm>
            <a:custGeom>
              <a:avLst/>
              <a:gdLst>
                <a:gd name="T0" fmla="*/ 16 w 2"/>
                <a:gd name="T1" fmla="*/ 0 h 5"/>
                <a:gd name="T2" fmla="*/ 0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7" name="Freeform 1686">
              <a:extLst>
                <a:ext uri="{FF2B5EF4-FFF2-40B4-BE49-F238E27FC236}">
                  <a16:creationId xmlns:a16="http://schemas.microsoft.com/office/drawing/2014/main" id="{D70BC683-5DF1-435E-851F-31C57742F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893"/>
              <a:ext cx="12" cy="22"/>
            </a:xfrm>
            <a:custGeom>
              <a:avLst/>
              <a:gdLst>
                <a:gd name="T0" fmla="*/ 0 w 6"/>
                <a:gd name="T1" fmla="*/ 0 h 10"/>
                <a:gd name="T2" fmla="*/ 48 w 6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6" y="1"/>
                    <a:pt x="6" y="4"/>
                    <a:pt x="6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8" name="Freeform 1687">
              <a:extLst>
                <a:ext uri="{FF2B5EF4-FFF2-40B4-BE49-F238E27FC236}">
                  <a16:creationId xmlns:a16="http://schemas.microsoft.com/office/drawing/2014/main" id="{EC995F5E-1EE7-447D-98DD-1EEBF41CF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902"/>
              <a:ext cx="23" cy="7"/>
            </a:xfrm>
            <a:custGeom>
              <a:avLst/>
              <a:gdLst>
                <a:gd name="T0" fmla="*/ 0 w 11"/>
                <a:gd name="T1" fmla="*/ 0 h 3"/>
                <a:gd name="T2" fmla="*/ 100 w 1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3" y="2"/>
                    <a:pt x="8" y="1"/>
                    <a:pt x="11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9" name="Freeform 1688">
              <a:extLst>
                <a:ext uri="{FF2B5EF4-FFF2-40B4-BE49-F238E27FC236}">
                  <a16:creationId xmlns:a16="http://schemas.microsoft.com/office/drawing/2014/main" id="{B8F75511-F341-43F2-8B8A-5D11C3526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915"/>
              <a:ext cx="18" cy="14"/>
            </a:xfrm>
            <a:custGeom>
              <a:avLst/>
              <a:gdLst>
                <a:gd name="T0" fmla="*/ 0 w 9"/>
                <a:gd name="T1" fmla="*/ 0 h 6"/>
                <a:gd name="T2" fmla="*/ 72 w 9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3"/>
                    <a:pt x="6" y="4"/>
                    <a:pt x="9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0" name="Freeform 1689">
              <a:extLst>
                <a:ext uri="{FF2B5EF4-FFF2-40B4-BE49-F238E27FC236}">
                  <a16:creationId xmlns:a16="http://schemas.microsoft.com/office/drawing/2014/main" id="{39D9A10D-1E66-4D11-8265-3FACBD064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909"/>
              <a:ext cx="57" cy="29"/>
            </a:xfrm>
            <a:custGeom>
              <a:avLst/>
              <a:gdLst>
                <a:gd name="T0" fmla="*/ 0 w 27"/>
                <a:gd name="T1" fmla="*/ 0 h 13"/>
                <a:gd name="T2" fmla="*/ 76 w 27"/>
                <a:gd name="T3" fmla="*/ 45 h 13"/>
                <a:gd name="T4" fmla="*/ 144 w 27"/>
                <a:gd name="T5" fmla="*/ 100 h 13"/>
                <a:gd name="T6" fmla="*/ 196 w 27"/>
                <a:gd name="T7" fmla="*/ 125 h 13"/>
                <a:gd name="T8" fmla="*/ 253 w 27"/>
                <a:gd name="T9" fmla="*/ 14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0"/>
                  </a:moveTo>
                  <a:cubicBezTo>
                    <a:pt x="2" y="2"/>
                    <a:pt x="6" y="3"/>
                    <a:pt x="8" y="4"/>
                  </a:cubicBezTo>
                  <a:cubicBezTo>
                    <a:pt x="11" y="6"/>
                    <a:pt x="12" y="8"/>
                    <a:pt x="15" y="9"/>
                  </a:cubicBezTo>
                  <a:cubicBezTo>
                    <a:pt x="17" y="10"/>
                    <a:pt x="19" y="10"/>
                    <a:pt x="21" y="11"/>
                  </a:cubicBezTo>
                  <a:cubicBezTo>
                    <a:pt x="23" y="12"/>
                    <a:pt x="25" y="13"/>
                    <a:pt x="27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1" name="Freeform 1690">
              <a:extLst>
                <a:ext uri="{FF2B5EF4-FFF2-40B4-BE49-F238E27FC236}">
                  <a16:creationId xmlns:a16="http://schemas.microsoft.com/office/drawing/2014/main" id="{65C7AFF1-28BF-4CB8-BAC8-57F709508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857"/>
              <a:ext cx="88" cy="52"/>
            </a:xfrm>
            <a:custGeom>
              <a:avLst/>
              <a:gdLst>
                <a:gd name="T0" fmla="*/ 0 w 42"/>
                <a:gd name="T1" fmla="*/ 0 h 23"/>
                <a:gd name="T2" fmla="*/ 65 w 42"/>
                <a:gd name="T3" fmla="*/ 45 h 23"/>
                <a:gd name="T4" fmla="*/ 109 w 42"/>
                <a:gd name="T5" fmla="*/ 93 h 23"/>
                <a:gd name="T6" fmla="*/ 212 w 42"/>
                <a:gd name="T7" fmla="*/ 163 h 23"/>
                <a:gd name="T8" fmla="*/ 293 w 42"/>
                <a:gd name="T9" fmla="*/ 219 h 23"/>
                <a:gd name="T10" fmla="*/ 352 w 42"/>
                <a:gd name="T11" fmla="*/ 240 h 23"/>
                <a:gd name="T12" fmla="*/ 386 w 42"/>
                <a:gd name="T13" fmla="*/ 26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3">
                  <a:moveTo>
                    <a:pt x="0" y="0"/>
                  </a:moveTo>
                  <a:cubicBezTo>
                    <a:pt x="2" y="2"/>
                    <a:pt x="5" y="2"/>
                    <a:pt x="7" y="4"/>
                  </a:cubicBezTo>
                  <a:cubicBezTo>
                    <a:pt x="9" y="5"/>
                    <a:pt x="11" y="7"/>
                    <a:pt x="12" y="8"/>
                  </a:cubicBezTo>
                  <a:cubicBezTo>
                    <a:pt x="16" y="10"/>
                    <a:pt x="20" y="12"/>
                    <a:pt x="23" y="14"/>
                  </a:cubicBezTo>
                  <a:cubicBezTo>
                    <a:pt x="26" y="16"/>
                    <a:pt x="29" y="17"/>
                    <a:pt x="32" y="19"/>
                  </a:cubicBezTo>
                  <a:cubicBezTo>
                    <a:pt x="34" y="20"/>
                    <a:pt x="37" y="20"/>
                    <a:pt x="38" y="21"/>
                  </a:cubicBezTo>
                  <a:cubicBezTo>
                    <a:pt x="40" y="22"/>
                    <a:pt x="40" y="23"/>
                    <a:pt x="42" y="2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2" name="Freeform 1691">
              <a:extLst>
                <a:ext uri="{FF2B5EF4-FFF2-40B4-BE49-F238E27FC236}">
                  <a16:creationId xmlns:a16="http://schemas.microsoft.com/office/drawing/2014/main" id="{66E692B3-26C9-4322-BCEB-436192E62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15"/>
              <a:ext cx="62" cy="45"/>
            </a:xfrm>
            <a:custGeom>
              <a:avLst/>
              <a:gdLst>
                <a:gd name="T0" fmla="*/ 0 w 30"/>
                <a:gd name="T1" fmla="*/ 0 h 20"/>
                <a:gd name="T2" fmla="*/ 149 w 30"/>
                <a:gd name="T3" fmla="*/ 126 h 20"/>
                <a:gd name="T4" fmla="*/ 213 w 30"/>
                <a:gd name="T5" fmla="*/ 182 h 20"/>
                <a:gd name="T6" fmla="*/ 265 w 30"/>
                <a:gd name="T7" fmla="*/ 2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0">
                  <a:moveTo>
                    <a:pt x="0" y="0"/>
                  </a:moveTo>
                  <a:cubicBezTo>
                    <a:pt x="5" y="5"/>
                    <a:pt x="12" y="7"/>
                    <a:pt x="17" y="11"/>
                  </a:cubicBezTo>
                  <a:cubicBezTo>
                    <a:pt x="19" y="13"/>
                    <a:pt x="22" y="14"/>
                    <a:pt x="24" y="16"/>
                  </a:cubicBezTo>
                  <a:cubicBezTo>
                    <a:pt x="26" y="17"/>
                    <a:pt x="28" y="20"/>
                    <a:pt x="30" y="2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3" name="Freeform 1692">
              <a:extLst>
                <a:ext uri="{FF2B5EF4-FFF2-40B4-BE49-F238E27FC236}">
                  <a16:creationId xmlns:a16="http://schemas.microsoft.com/office/drawing/2014/main" id="{1F76C008-E258-4EF9-AB70-A62A7512B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820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4" name="Freeform 1693">
              <a:extLst>
                <a:ext uri="{FF2B5EF4-FFF2-40B4-BE49-F238E27FC236}">
                  <a16:creationId xmlns:a16="http://schemas.microsoft.com/office/drawing/2014/main" id="{C985C52E-E777-4BF6-BC4E-1B0A0CDCA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793"/>
              <a:ext cx="21" cy="15"/>
            </a:xfrm>
            <a:custGeom>
              <a:avLst/>
              <a:gdLst>
                <a:gd name="T0" fmla="*/ 0 w 10"/>
                <a:gd name="T1" fmla="*/ 9 h 7"/>
                <a:gd name="T2" fmla="*/ 92 w 10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5" y="0"/>
                    <a:pt x="6" y="6"/>
                    <a:pt x="10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5" name="Freeform 1694">
              <a:extLst>
                <a:ext uri="{FF2B5EF4-FFF2-40B4-BE49-F238E27FC236}">
                  <a16:creationId xmlns:a16="http://schemas.microsoft.com/office/drawing/2014/main" id="{E4A917BC-FDA1-48E3-8D22-A59D7C423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902"/>
              <a:ext cx="2" cy="7"/>
            </a:xfrm>
            <a:custGeom>
              <a:avLst/>
              <a:gdLst>
                <a:gd name="T0" fmla="*/ 0 w 1"/>
                <a:gd name="T1" fmla="*/ 37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6" name="Freeform 1695">
              <a:extLst>
                <a:ext uri="{FF2B5EF4-FFF2-40B4-BE49-F238E27FC236}">
                  <a16:creationId xmlns:a16="http://schemas.microsoft.com/office/drawing/2014/main" id="{1CDDD117-9FF8-4515-8EEF-58E5474A3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889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7" name="Freeform 1696">
              <a:extLst>
                <a:ext uri="{FF2B5EF4-FFF2-40B4-BE49-F238E27FC236}">
                  <a16:creationId xmlns:a16="http://schemas.microsoft.com/office/drawing/2014/main" id="{8B8090DB-27E7-4134-90AC-9905DA980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989"/>
              <a:ext cx="10" cy="9"/>
            </a:xfrm>
            <a:custGeom>
              <a:avLst/>
              <a:gdLst>
                <a:gd name="T0" fmla="*/ 0 w 5"/>
                <a:gd name="T1" fmla="*/ 45 h 4"/>
                <a:gd name="T2" fmla="*/ 4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8" name="Freeform 1697">
              <a:extLst>
                <a:ext uri="{FF2B5EF4-FFF2-40B4-BE49-F238E27FC236}">
                  <a16:creationId xmlns:a16="http://schemas.microsoft.com/office/drawing/2014/main" id="{E8E9BF02-4389-4133-8E64-D7F91B745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007"/>
              <a:ext cx="11" cy="13"/>
            </a:xfrm>
            <a:custGeom>
              <a:avLst/>
              <a:gdLst>
                <a:gd name="T0" fmla="*/ 0 w 5"/>
                <a:gd name="T1" fmla="*/ 61 h 6"/>
                <a:gd name="T2" fmla="*/ 53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3" y="5"/>
                    <a:pt x="4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9" name="Freeform 1698">
              <a:extLst>
                <a:ext uri="{FF2B5EF4-FFF2-40B4-BE49-F238E27FC236}">
                  <a16:creationId xmlns:a16="http://schemas.microsoft.com/office/drawing/2014/main" id="{9640A904-8CA9-48E0-8F56-C460156ED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3005"/>
              <a:ext cx="17" cy="15"/>
            </a:xfrm>
            <a:custGeom>
              <a:avLst/>
              <a:gdLst>
                <a:gd name="T0" fmla="*/ 0 w 8"/>
                <a:gd name="T1" fmla="*/ 28 h 7"/>
                <a:gd name="T2" fmla="*/ 77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3" y="7"/>
                    <a:pt x="6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0" name="Freeform 1699">
              <a:extLst>
                <a:ext uri="{FF2B5EF4-FFF2-40B4-BE49-F238E27FC236}">
                  <a16:creationId xmlns:a16="http://schemas.microsoft.com/office/drawing/2014/main" id="{472B2E90-55AF-44BD-A26F-29877CBE0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014"/>
              <a:ext cx="13" cy="22"/>
            </a:xfrm>
            <a:custGeom>
              <a:avLst/>
              <a:gdLst>
                <a:gd name="T0" fmla="*/ 0 w 6"/>
                <a:gd name="T1" fmla="*/ 0 h 10"/>
                <a:gd name="T2" fmla="*/ 9 w 6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6" y="0"/>
                    <a:pt x="3" y="7"/>
                    <a:pt x="1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1" name="Freeform 1700">
              <a:extLst>
                <a:ext uri="{FF2B5EF4-FFF2-40B4-BE49-F238E27FC236}">
                  <a16:creationId xmlns:a16="http://schemas.microsoft.com/office/drawing/2014/main" id="{D0824D3B-1B6B-42F8-84CE-49A81A595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045"/>
              <a:ext cx="155" cy="114"/>
            </a:xfrm>
            <a:custGeom>
              <a:avLst/>
              <a:gdLst>
                <a:gd name="T0" fmla="*/ 0 w 74"/>
                <a:gd name="T1" fmla="*/ 0 h 51"/>
                <a:gd name="T2" fmla="*/ 57 w 74"/>
                <a:gd name="T3" fmla="*/ 36 h 51"/>
                <a:gd name="T4" fmla="*/ 101 w 74"/>
                <a:gd name="T5" fmla="*/ 65 h 51"/>
                <a:gd name="T6" fmla="*/ 168 w 74"/>
                <a:gd name="T7" fmla="*/ 110 h 51"/>
                <a:gd name="T8" fmla="*/ 228 w 74"/>
                <a:gd name="T9" fmla="*/ 170 h 51"/>
                <a:gd name="T10" fmla="*/ 329 w 74"/>
                <a:gd name="T11" fmla="*/ 246 h 51"/>
                <a:gd name="T12" fmla="*/ 513 w 74"/>
                <a:gd name="T13" fmla="*/ 389 h 51"/>
                <a:gd name="T14" fmla="*/ 670 w 74"/>
                <a:gd name="T15" fmla="*/ 570 h 51"/>
                <a:gd name="T16" fmla="*/ 670 w 74"/>
                <a:gd name="T17" fmla="*/ 57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51">
                  <a:moveTo>
                    <a:pt x="0" y="0"/>
                  </a:moveTo>
                  <a:cubicBezTo>
                    <a:pt x="1" y="2"/>
                    <a:pt x="4" y="2"/>
                    <a:pt x="6" y="3"/>
                  </a:cubicBezTo>
                  <a:cubicBezTo>
                    <a:pt x="8" y="3"/>
                    <a:pt x="10" y="5"/>
                    <a:pt x="11" y="6"/>
                  </a:cubicBezTo>
                  <a:cubicBezTo>
                    <a:pt x="13" y="7"/>
                    <a:pt x="16" y="8"/>
                    <a:pt x="18" y="10"/>
                  </a:cubicBezTo>
                  <a:cubicBezTo>
                    <a:pt x="20" y="11"/>
                    <a:pt x="22" y="14"/>
                    <a:pt x="25" y="15"/>
                  </a:cubicBezTo>
                  <a:cubicBezTo>
                    <a:pt x="29" y="18"/>
                    <a:pt x="32" y="20"/>
                    <a:pt x="36" y="22"/>
                  </a:cubicBezTo>
                  <a:cubicBezTo>
                    <a:pt x="43" y="27"/>
                    <a:pt x="49" y="30"/>
                    <a:pt x="56" y="35"/>
                  </a:cubicBezTo>
                  <a:cubicBezTo>
                    <a:pt x="61" y="40"/>
                    <a:pt x="65" y="49"/>
                    <a:pt x="73" y="51"/>
                  </a:cubicBezTo>
                  <a:cubicBezTo>
                    <a:pt x="74" y="51"/>
                    <a:pt x="73" y="51"/>
                    <a:pt x="73" y="5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2" name="Freeform 1701">
              <a:extLst>
                <a:ext uri="{FF2B5EF4-FFF2-40B4-BE49-F238E27FC236}">
                  <a16:creationId xmlns:a16="http://schemas.microsoft.com/office/drawing/2014/main" id="{5FC8F774-B067-416B-87CC-5C1F86080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023"/>
              <a:ext cx="21" cy="26"/>
            </a:xfrm>
            <a:custGeom>
              <a:avLst/>
              <a:gdLst>
                <a:gd name="T0" fmla="*/ 0 w 10"/>
                <a:gd name="T1" fmla="*/ 0 h 12"/>
                <a:gd name="T2" fmla="*/ 84 w 10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4" y="3"/>
                    <a:pt x="10" y="6"/>
                    <a:pt x="9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3" name="Freeform 1702">
              <a:extLst>
                <a:ext uri="{FF2B5EF4-FFF2-40B4-BE49-F238E27FC236}">
                  <a16:creationId xmlns:a16="http://schemas.microsoft.com/office/drawing/2014/main" id="{EB0B0776-C7DD-497E-858F-C502F5390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3036"/>
              <a:ext cx="42" cy="36"/>
            </a:xfrm>
            <a:custGeom>
              <a:avLst/>
              <a:gdLst>
                <a:gd name="T0" fmla="*/ 0 w 20"/>
                <a:gd name="T1" fmla="*/ 0 h 16"/>
                <a:gd name="T2" fmla="*/ 160 w 20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7" y="3"/>
                    <a:pt x="20" y="6"/>
                    <a:pt x="17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4" name="Freeform 1703">
              <a:extLst>
                <a:ext uri="{FF2B5EF4-FFF2-40B4-BE49-F238E27FC236}">
                  <a16:creationId xmlns:a16="http://schemas.microsoft.com/office/drawing/2014/main" id="{A44EF155-430B-4EAD-8A25-7619D069D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058"/>
              <a:ext cx="27" cy="32"/>
            </a:xfrm>
            <a:custGeom>
              <a:avLst/>
              <a:gdLst>
                <a:gd name="T0" fmla="*/ 0 w 13"/>
                <a:gd name="T1" fmla="*/ 0 h 14"/>
                <a:gd name="T2" fmla="*/ 108 w 13"/>
                <a:gd name="T3" fmla="*/ 57 h 14"/>
                <a:gd name="T4" fmla="*/ 91 w 13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3" y="2"/>
                    <a:pt x="10" y="1"/>
                    <a:pt x="12" y="5"/>
                  </a:cubicBezTo>
                  <a:cubicBezTo>
                    <a:pt x="13" y="8"/>
                    <a:pt x="11" y="11"/>
                    <a:pt x="1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5" name="Freeform 1704">
              <a:extLst>
                <a:ext uri="{FF2B5EF4-FFF2-40B4-BE49-F238E27FC236}">
                  <a16:creationId xmlns:a16="http://schemas.microsoft.com/office/drawing/2014/main" id="{D7C66B5D-2971-498E-81F3-BA58C20F4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074"/>
              <a:ext cx="42" cy="31"/>
            </a:xfrm>
            <a:custGeom>
              <a:avLst/>
              <a:gdLst>
                <a:gd name="T0" fmla="*/ 0 w 20"/>
                <a:gd name="T1" fmla="*/ 0 h 14"/>
                <a:gd name="T2" fmla="*/ 101 w 20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4" y="2"/>
                    <a:pt x="20" y="8"/>
                    <a:pt x="11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6" name="Freeform 1705">
              <a:extLst>
                <a:ext uri="{FF2B5EF4-FFF2-40B4-BE49-F238E27FC236}">
                  <a16:creationId xmlns:a16="http://schemas.microsoft.com/office/drawing/2014/main" id="{B9358CC5-019C-4C51-85DD-4E1C11B4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098"/>
              <a:ext cx="32" cy="29"/>
            </a:xfrm>
            <a:custGeom>
              <a:avLst/>
              <a:gdLst>
                <a:gd name="T0" fmla="*/ 0 w 15"/>
                <a:gd name="T1" fmla="*/ 0 h 13"/>
                <a:gd name="T2" fmla="*/ 128 w 15"/>
                <a:gd name="T3" fmla="*/ 65 h 13"/>
                <a:gd name="T4" fmla="*/ 105 w 15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0" y="0"/>
                  </a:moveTo>
                  <a:cubicBezTo>
                    <a:pt x="4" y="1"/>
                    <a:pt x="10" y="2"/>
                    <a:pt x="13" y="6"/>
                  </a:cubicBezTo>
                  <a:cubicBezTo>
                    <a:pt x="15" y="9"/>
                    <a:pt x="12" y="11"/>
                    <a:pt x="11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7" name="Freeform 1706">
              <a:extLst>
                <a:ext uri="{FF2B5EF4-FFF2-40B4-BE49-F238E27FC236}">
                  <a16:creationId xmlns:a16="http://schemas.microsoft.com/office/drawing/2014/main" id="{820FE2EA-22C9-4422-9E31-66E64BD06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085"/>
              <a:ext cx="10" cy="18"/>
            </a:xfrm>
            <a:custGeom>
              <a:avLst/>
              <a:gdLst>
                <a:gd name="T0" fmla="*/ 16 w 5"/>
                <a:gd name="T1" fmla="*/ 92 h 8"/>
                <a:gd name="T2" fmla="*/ 40 w 5"/>
                <a:gd name="T3" fmla="*/ 0 h 8"/>
                <a:gd name="T4" fmla="*/ 4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8"/>
                  </a:moveTo>
                  <a:cubicBezTo>
                    <a:pt x="0" y="5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8" name="Freeform 1707">
              <a:extLst>
                <a:ext uri="{FF2B5EF4-FFF2-40B4-BE49-F238E27FC236}">
                  <a16:creationId xmlns:a16="http://schemas.microsoft.com/office/drawing/2014/main" id="{D55143E4-2DEA-4095-85A7-B26F9F1A0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063"/>
              <a:ext cx="9" cy="13"/>
            </a:xfrm>
            <a:custGeom>
              <a:avLst/>
              <a:gdLst>
                <a:gd name="T0" fmla="*/ 0 w 4"/>
                <a:gd name="T1" fmla="*/ 61 h 6"/>
                <a:gd name="T2" fmla="*/ 45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4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9" name="Freeform 1708">
              <a:extLst>
                <a:ext uri="{FF2B5EF4-FFF2-40B4-BE49-F238E27FC236}">
                  <a16:creationId xmlns:a16="http://schemas.microsoft.com/office/drawing/2014/main" id="{994329E0-2589-4814-B4EA-4133860F3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025"/>
              <a:ext cx="8" cy="11"/>
            </a:xfrm>
            <a:custGeom>
              <a:avLst/>
              <a:gdLst>
                <a:gd name="T0" fmla="*/ 0 w 4"/>
                <a:gd name="T1" fmla="*/ 53 h 5"/>
                <a:gd name="T2" fmla="*/ 3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3" y="4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0" name="Freeform 1709">
              <a:extLst>
                <a:ext uri="{FF2B5EF4-FFF2-40B4-BE49-F238E27FC236}">
                  <a16:creationId xmlns:a16="http://schemas.microsoft.com/office/drawing/2014/main" id="{48697FDB-9263-493B-AE4E-6DE121FEE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043"/>
              <a:ext cx="8" cy="9"/>
            </a:xfrm>
            <a:custGeom>
              <a:avLst/>
              <a:gdLst>
                <a:gd name="T0" fmla="*/ 0 w 4"/>
                <a:gd name="T1" fmla="*/ 45 h 4"/>
                <a:gd name="T2" fmla="*/ 32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1" name="Freeform 1710">
              <a:extLst>
                <a:ext uri="{FF2B5EF4-FFF2-40B4-BE49-F238E27FC236}">
                  <a16:creationId xmlns:a16="http://schemas.microsoft.com/office/drawing/2014/main" id="{9879A5E1-D1DB-4DF5-A636-542D2E558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663"/>
              <a:ext cx="13" cy="20"/>
            </a:xfrm>
            <a:custGeom>
              <a:avLst/>
              <a:gdLst>
                <a:gd name="T0" fmla="*/ 0 w 6"/>
                <a:gd name="T1" fmla="*/ 0 h 9"/>
                <a:gd name="T2" fmla="*/ 33 w 6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1" y="1"/>
                    <a:pt x="6" y="9"/>
                    <a:pt x="3" y="9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2" name="Freeform 1711">
              <a:extLst>
                <a:ext uri="{FF2B5EF4-FFF2-40B4-BE49-F238E27FC236}">
                  <a16:creationId xmlns:a16="http://schemas.microsoft.com/office/drawing/2014/main" id="{6EB0FF43-C274-4F59-96B5-EE0F6883B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677"/>
              <a:ext cx="21" cy="24"/>
            </a:xfrm>
            <a:custGeom>
              <a:avLst/>
              <a:gdLst>
                <a:gd name="T0" fmla="*/ 0 w 10"/>
                <a:gd name="T1" fmla="*/ 0 h 11"/>
                <a:gd name="T2" fmla="*/ 48 w 10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2" y="2"/>
                    <a:pt x="10" y="9"/>
                    <a:pt x="5" y="11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3" name="Freeform 1712">
              <a:extLst>
                <a:ext uri="{FF2B5EF4-FFF2-40B4-BE49-F238E27FC236}">
                  <a16:creationId xmlns:a16="http://schemas.microsoft.com/office/drawing/2014/main" id="{468F9C03-B735-45DF-8AFE-35B6517EE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697"/>
              <a:ext cx="15" cy="18"/>
            </a:xfrm>
            <a:custGeom>
              <a:avLst/>
              <a:gdLst>
                <a:gd name="T0" fmla="*/ 0 w 7"/>
                <a:gd name="T1" fmla="*/ 0 h 8"/>
                <a:gd name="T2" fmla="*/ 41 w 7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2" y="1"/>
                    <a:pt x="7" y="5"/>
                    <a:pt x="4" y="8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4" name="Freeform 1713">
              <a:extLst>
                <a:ext uri="{FF2B5EF4-FFF2-40B4-BE49-F238E27FC236}">
                  <a16:creationId xmlns:a16="http://schemas.microsoft.com/office/drawing/2014/main" id="{4000F37D-5E95-460C-A3AC-89486F82C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708"/>
              <a:ext cx="14" cy="20"/>
            </a:xfrm>
            <a:custGeom>
              <a:avLst/>
              <a:gdLst>
                <a:gd name="T0" fmla="*/ 0 w 7"/>
                <a:gd name="T1" fmla="*/ 0 h 9"/>
                <a:gd name="T2" fmla="*/ 48 w 7"/>
                <a:gd name="T3" fmla="*/ 53 h 9"/>
                <a:gd name="T4" fmla="*/ 48 w 7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2" y="1"/>
                    <a:pt x="6" y="3"/>
                    <a:pt x="6" y="5"/>
                  </a:cubicBezTo>
                  <a:cubicBezTo>
                    <a:pt x="7" y="7"/>
                    <a:pt x="6" y="8"/>
                    <a:pt x="6" y="9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5" name="Freeform 1714">
              <a:extLst>
                <a:ext uri="{FF2B5EF4-FFF2-40B4-BE49-F238E27FC236}">
                  <a16:creationId xmlns:a16="http://schemas.microsoft.com/office/drawing/2014/main" id="{9195517E-5674-4AB7-BE04-D1DC7BD57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724"/>
              <a:ext cx="9" cy="1"/>
            </a:xfrm>
            <a:custGeom>
              <a:avLst/>
              <a:gdLst>
                <a:gd name="T0" fmla="*/ 0 w 4"/>
                <a:gd name="T1" fmla="*/ 0 h 1"/>
                <a:gd name="T2" fmla="*/ 45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6" name="Freeform 1715">
              <a:extLst>
                <a:ext uri="{FF2B5EF4-FFF2-40B4-BE49-F238E27FC236}">
                  <a16:creationId xmlns:a16="http://schemas.microsoft.com/office/drawing/2014/main" id="{8530B425-27A0-45EB-B765-25339DB9B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697"/>
              <a:ext cx="18" cy="9"/>
            </a:xfrm>
            <a:custGeom>
              <a:avLst/>
              <a:gdLst>
                <a:gd name="T0" fmla="*/ 0 w 9"/>
                <a:gd name="T1" fmla="*/ 11 h 4"/>
                <a:gd name="T2" fmla="*/ 48 w 9"/>
                <a:gd name="T3" fmla="*/ 11 h 4"/>
                <a:gd name="T4" fmla="*/ 72 w 9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3" y="0"/>
                    <a:pt x="3" y="0"/>
                    <a:pt x="6" y="1"/>
                  </a:cubicBezTo>
                  <a:cubicBezTo>
                    <a:pt x="7" y="2"/>
                    <a:pt x="8" y="3"/>
                    <a:pt x="9" y="4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7" name="Freeform 1716">
              <a:extLst>
                <a:ext uri="{FF2B5EF4-FFF2-40B4-BE49-F238E27FC236}">
                  <a16:creationId xmlns:a16="http://schemas.microsoft.com/office/drawing/2014/main" id="{7AC66C14-0369-41C1-A597-2FAC357C1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670"/>
              <a:ext cx="21" cy="29"/>
            </a:xfrm>
            <a:custGeom>
              <a:avLst/>
              <a:gdLst>
                <a:gd name="T0" fmla="*/ 57 w 10"/>
                <a:gd name="T1" fmla="*/ 145 h 13"/>
                <a:gd name="T2" fmla="*/ 0 w 10"/>
                <a:gd name="T3" fmla="*/ 5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6" y="13"/>
                  </a:moveTo>
                  <a:cubicBezTo>
                    <a:pt x="10" y="10"/>
                    <a:pt x="4" y="0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8" name="Freeform 1717">
              <a:extLst>
                <a:ext uri="{FF2B5EF4-FFF2-40B4-BE49-F238E27FC236}">
                  <a16:creationId xmlns:a16="http://schemas.microsoft.com/office/drawing/2014/main" id="{BADA552E-35C2-4E20-8CD0-16FBB4136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668"/>
              <a:ext cx="2" cy="11"/>
            </a:xfrm>
            <a:custGeom>
              <a:avLst/>
              <a:gdLst>
                <a:gd name="T0" fmla="*/ 0 w 1"/>
                <a:gd name="T1" fmla="*/ 53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9" name="Freeform 1718">
              <a:extLst>
                <a:ext uri="{FF2B5EF4-FFF2-40B4-BE49-F238E27FC236}">
                  <a16:creationId xmlns:a16="http://schemas.microsoft.com/office/drawing/2014/main" id="{7C759865-23D2-4AC1-9021-EA700D126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161"/>
              <a:ext cx="6" cy="11"/>
            </a:xfrm>
            <a:custGeom>
              <a:avLst/>
              <a:gdLst>
                <a:gd name="T0" fmla="*/ 0 w 3"/>
                <a:gd name="T1" fmla="*/ 0 h 5"/>
                <a:gd name="T2" fmla="*/ 8 w 3"/>
                <a:gd name="T3" fmla="*/ 53 h 5"/>
                <a:gd name="T4" fmla="*/ 0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3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90" name="Freeform 1719">
              <a:extLst>
                <a:ext uri="{FF2B5EF4-FFF2-40B4-BE49-F238E27FC236}">
                  <a16:creationId xmlns:a16="http://schemas.microsoft.com/office/drawing/2014/main" id="{B1AA265B-1B54-4F3C-8843-0F01D4B8D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3223"/>
              <a:ext cx="4" cy="7"/>
            </a:xfrm>
            <a:custGeom>
              <a:avLst/>
              <a:gdLst>
                <a:gd name="T0" fmla="*/ 16 w 2"/>
                <a:gd name="T1" fmla="*/ 37 h 3"/>
                <a:gd name="T2" fmla="*/ 0 w 2"/>
                <a:gd name="T3" fmla="*/ 0 h 3"/>
                <a:gd name="T4" fmla="*/ 16 w 2"/>
                <a:gd name="T5" fmla="*/ 28 h 3"/>
                <a:gd name="T6" fmla="*/ 8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2" y="0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91" name="Freeform 1720">
              <a:extLst>
                <a:ext uri="{FF2B5EF4-FFF2-40B4-BE49-F238E27FC236}">
                  <a16:creationId xmlns:a16="http://schemas.microsoft.com/office/drawing/2014/main" id="{E864AE16-8A69-4C8C-AD59-E945069DF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228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0 w 4"/>
                <a:gd name="T3" fmla="*/ 44 h 5"/>
                <a:gd name="T4" fmla="*/ 36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5"/>
                    <a:pt x="4" y="3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92" name="Freeform 1721">
              <a:extLst>
                <a:ext uri="{FF2B5EF4-FFF2-40B4-BE49-F238E27FC236}">
                  <a16:creationId xmlns:a16="http://schemas.microsoft.com/office/drawing/2014/main" id="{8B35ED5A-801D-4AE8-BE73-3055442FC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315"/>
              <a:ext cx="13" cy="11"/>
            </a:xfrm>
            <a:custGeom>
              <a:avLst/>
              <a:gdLst>
                <a:gd name="T0" fmla="*/ 20 w 6"/>
                <a:gd name="T1" fmla="*/ 9 h 5"/>
                <a:gd name="T2" fmla="*/ 33 w 6"/>
                <a:gd name="T3" fmla="*/ 53 h 5"/>
                <a:gd name="T4" fmla="*/ 4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5"/>
                    <a:pt x="5" y="1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93" name="Freeform 1722">
              <a:extLst>
                <a:ext uri="{FF2B5EF4-FFF2-40B4-BE49-F238E27FC236}">
                  <a16:creationId xmlns:a16="http://schemas.microsoft.com/office/drawing/2014/main" id="{DC3E2D42-F70C-47F4-8A9C-A2A540147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308"/>
              <a:ext cx="7" cy="14"/>
            </a:xfrm>
            <a:custGeom>
              <a:avLst/>
              <a:gdLst>
                <a:gd name="T0" fmla="*/ 0 w 3"/>
                <a:gd name="T1" fmla="*/ 12 h 6"/>
                <a:gd name="T2" fmla="*/ 28 w 3"/>
                <a:gd name="T3" fmla="*/ 77 h 6"/>
                <a:gd name="T4" fmla="*/ 12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1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94" name="Freeform 1723">
              <a:extLst>
                <a:ext uri="{FF2B5EF4-FFF2-40B4-BE49-F238E27FC236}">
                  <a16:creationId xmlns:a16="http://schemas.microsoft.com/office/drawing/2014/main" id="{403B353D-29E6-4A57-805E-B4EC940EA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362"/>
              <a:ext cx="16" cy="18"/>
            </a:xfrm>
            <a:custGeom>
              <a:avLst/>
              <a:gdLst>
                <a:gd name="T0" fmla="*/ 0 w 8"/>
                <a:gd name="T1" fmla="*/ 11 h 8"/>
                <a:gd name="T2" fmla="*/ 16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1" y="8"/>
                    <a:pt x="8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95" name="Freeform 1724">
              <a:extLst>
                <a:ext uri="{FF2B5EF4-FFF2-40B4-BE49-F238E27FC236}">
                  <a16:creationId xmlns:a16="http://schemas.microsoft.com/office/drawing/2014/main" id="{9FD3FCC0-51AD-4C11-8BCD-3173F7C7D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415"/>
              <a:ext cx="9" cy="11"/>
            </a:xfrm>
            <a:custGeom>
              <a:avLst/>
              <a:gdLst>
                <a:gd name="T0" fmla="*/ 0 w 4"/>
                <a:gd name="T1" fmla="*/ 9 h 5"/>
                <a:gd name="T2" fmla="*/ 25 w 4"/>
                <a:gd name="T3" fmla="*/ 53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3"/>
                    <a:pt x="3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96" name="Freeform 1725">
              <a:extLst>
                <a:ext uri="{FF2B5EF4-FFF2-40B4-BE49-F238E27FC236}">
                  <a16:creationId xmlns:a16="http://schemas.microsoft.com/office/drawing/2014/main" id="{3A24B6C5-500C-483E-8B3C-E1407F0BD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406"/>
              <a:ext cx="8" cy="14"/>
            </a:xfrm>
            <a:custGeom>
              <a:avLst/>
              <a:gdLst>
                <a:gd name="T0" fmla="*/ 0 w 4"/>
                <a:gd name="T1" fmla="*/ 65 h 6"/>
                <a:gd name="T2" fmla="*/ 16 w 4"/>
                <a:gd name="T3" fmla="*/ 77 h 6"/>
                <a:gd name="T4" fmla="*/ 0 w 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1" y="5"/>
                    <a:pt x="1" y="6"/>
                    <a:pt x="2" y="6"/>
                  </a:cubicBezTo>
                  <a:cubicBezTo>
                    <a:pt x="4" y="5"/>
                    <a:pt x="2" y="0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97" name="Freeform 1726">
              <a:extLst>
                <a:ext uri="{FF2B5EF4-FFF2-40B4-BE49-F238E27FC236}">
                  <a16:creationId xmlns:a16="http://schemas.microsoft.com/office/drawing/2014/main" id="{096E2232-5DBC-4937-8E33-55870B6B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380"/>
              <a:ext cx="4" cy="6"/>
            </a:xfrm>
            <a:custGeom>
              <a:avLst/>
              <a:gdLst>
                <a:gd name="T0" fmla="*/ 0 w 2"/>
                <a:gd name="T1" fmla="*/ 16 h 3"/>
                <a:gd name="T2" fmla="*/ 8 w 2"/>
                <a:gd name="T3" fmla="*/ 24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98" name="Freeform 1727">
              <a:extLst>
                <a:ext uri="{FF2B5EF4-FFF2-40B4-BE49-F238E27FC236}">
                  <a16:creationId xmlns:a16="http://schemas.microsoft.com/office/drawing/2014/main" id="{D80FDD11-AE03-4774-92E9-6FB20E8CE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281"/>
              <a:ext cx="8" cy="9"/>
            </a:xfrm>
            <a:custGeom>
              <a:avLst/>
              <a:gdLst>
                <a:gd name="T0" fmla="*/ 0 w 4"/>
                <a:gd name="T1" fmla="*/ 25 h 4"/>
                <a:gd name="T2" fmla="*/ 8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99" name="Freeform 1728">
              <a:extLst>
                <a:ext uri="{FF2B5EF4-FFF2-40B4-BE49-F238E27FC236}">
                  <a16:creationId xmlns:a16="http://schemas.microsoft.com/office/drawing/2014/main" id="{E78AED2D-0C70-47AC-9B09-DD575C675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471"/>
              <a:ext cx="4" cy="7"/>
            </a:xfrm>
            <a:custGeom>
              <a:avLst/>
              <a:gdLst>
                <a:gd name="T0" fmla="*/ 0 w 2"/>
                <a:gd name="T1" fmla="*/ 12 h 3"/>
                <a:gd name="T2" fmla="*/ 0 w 2"/>
                <a:gd name="T3" fmla="*/ 37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00" name="Freeform 1729">
              <a:extLst>
                <a:ext uri="{FF2B5EF4-FFF2-40B4-BE49-F238E27FC236}">
                  <a16:creationId xmlns:a16="http://schemas.microsoft.com/office/drawing/2014/main" id="{E85F79F0-0D3F-4D12-B1DA-D4423DFDC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527"/>
              <a:ext cx="8" cy="13"/>
            </a:xfrm>
            <a:custGeom>
              <a:avLst/>
              <a:gdLst>
                <a:gd name="T0" fmla="*/ 0 w 4"/>
                <a:gd name="T1" fmla="*/ 43 h 6"/>
                <a:gd name="T2" fmla="*/ 24 w 4"/>
                <a:gd name="T3" fmla="*/ 61 h 6"/>
                <a:gd name="T4" fmla="*/ 0 w 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1" y="5"/>
                    <a:pt x="1" y="6"/>
                    <a:pt x="3" y="6"/>
                  </a:cubicBez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01" name="Freeform 1730">
              <a:extLst>
                <a:ext uri="{FF2B5EF4-FFF2-40B4-BE49-F238E27FC236}">
                  <a16:creationId xmlns:a16="http://schemas.microsoft.com/office/drawing/2014/main" id="{BAAB8F5C-2866-47C5-9B2F-DAE4A13FD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513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02" name="Freeform 1731">
              <a:extLst>
                <a:ext uri="{FF2B5EF4-FFF2-40B4-BE49-F238E27FC236}">
                  <a16:creationId xmlns:a16="http://schemas.microsoft.com/office/drawing/2014/main" id="{F6C21AF1-A01E-42AC-A947-E284ED14D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527"/>
              <a:ext cx="13" cy="15"/>
            </a:xfrm>
            <a:custGeom>
              <a:avLst/>
              <a:gdLst>
                <a:gd name="T0" fmla="*/ 20 w 6"/>
                <a:gd name="T1" fmla="*/ 0 h 7"/>
                <a:gd name="T2" fmla="*/ 43 w 6"/>
                <a:gd name="T3" fmla="*/ 60 h 7"/>
                <a:gd name="T4" fmla="*/ 33 w 6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1" y="1"/>
                    <a:pt x="0" y="7"/>
                    <a:pt x="4" y="6"/>
                  </a:cubicBezTo>
                  <a:cubicBezTo>
                    <a:pt x="6" y="5"/>
                    <a:pt x="5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03" name="Freeform 1732">
              <a:extLst>
                <a:ext uri="{FF2B5EF4-FFF2-40B4-BE49-F238E27FC236}">
                  <a16:creationId xmlns:a16="http://schemas.microsoft.com/office/drawing/2014/main" id="{D5D45BCC-8D8E-4A20-8CB6-BB9BE68C8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471"/>
              <a:ext cx="6" cy="11"/>
            </a:xfrm>
            <a:custGeom>
              <a:avLst/>
              <a:gdLst>
                <a:gd name="T0" fmla="*/ 8 w 3"/>
                <a:gd name="T1" fmla="*/ 0 h 5"/>
                <a:gd name="T2" fmla="*/ 24 w 3"/>
                <a:gd name="T3" fmla="*/ 44 h 5"/>
                <a:gd name="T4" fmla="*/ 16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04" name="Freeform 1733">
              <a:extLst>
                <a:ext uri="{FF2B5EF4-FFF2-40B4-BE49-F238E27FC236}">
                  <a16:creationId xmlns:a16="http://schemas.microsoft.com/office/drawing/2014/main" id="{DE3066A1-4119-4F92-BC77-B8CCD9D86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473"/>
              <a:ext cx="8" cy="9"/>
            </a:xfrm>
            <a:custGeom>
              <a:avLst/>
              <a:gdLst>
                <a:gd name="T0" fmla="*/ 0 w 4"/>
                <a:gd name="T1" fmla="*/ 25 h 4"/>
                <a:gd name="T2" fmla="*/ 24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3"/>
                    <a:pt x="1" y="4"/>
                    <a:pt x="3" y="4"/>
                  </a:cubicBezTo>
                  <a:cubicBezTo>
                    <a:pt x="4" y="3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05" name="Freeform 1734">
              <a:extLst>
                <a:ext uri="{FF2B5EF4-FFF2-40B4-BE49-F238E27FC236}">
                  <a16:creationId xmlns:a16="http://schemas.microsoft.com/office/drawing/2014/main" id="{DA46BD74-0AE1-4F39-A24B-B1B783803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449"/>
              <a:ext cx="7" cy="6"/>
            </a:xfrm>
            <a:custGeom>
              <a:avLst/>
              <a:gdLst>
                <a:gd name="T0" fmla="*/ 0 w 3"/>
                <a:gd name="T1" fmla="*/ 8 h 3"/>
                <a:gd name="T2" fmla="*/ 28 w 3"/>
                <a:gd name="T3" fmla="*/ 24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06" name="Freeform 1735">
              <a:extLst>
                <a:ext uri="{FF2B5EF4-FFF2-40B4-BE49-F238E27FC236}">
                  <a16:creationId xmlns:a16="http://schemas.microsoft.com/office/drawing/2014/main" id="{CC9D5DF4-3D7B-4F95-95C1-F5C057D28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3404"/>
              <a:ext cx="14" cy="11"/>
            </a:xfrm>
            <a:custGeom>
              <a:avLst/>
              <a:gdLst>
                <a:gd name="T0" fmla="*/ 16 w 7"/>
                <a:gd name="T1" fmla="*/ 0 h 5"/>
                <a:gd name="T2" fmla="*/ 32 w 7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5"/>
                    <a:pt x="7" y="4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07" name="Freeform 1736">
              <a:extLst>
                <a:ext uri="{FF2B5EF4-FFF2-40B4-BE49-F238E27FC236}">
                  <a16:creationId xmlns:a16="http://schemas.microsoft.com/office/drawing/2014/main" id="{067E09A0-E4D4-4FAD-8921-BCFB1D9A4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569"/>
              <a:ext cx="12" cy="16"/>
            </a:xfrm>
            <a:custGeom>
              <a:avLst/>
              <a:gdLst>
                <a:gd name="T0" fmla="*/ 0 w 6"/>
                <a:gd name="T1" fmla="*/ 11 h 7"/>
                <a:gd name="T2" fmla="*/ 8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1" y="7"/>
                    <a:pt x="6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08" name="Freeform 1737">
              <a:extLst>
                <a:ext uri="{FF2B5EF4-FFF2-40B4-BE49-F238E27FC236}">
                  <a16:creationId xmlns:a16="http://schemas.microsoft.com/office/drawing/2014/main" id="{696F9213-8AEC-4E11-8BD9-052EA27AD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583"/>
              <a:ext cx="9" cy="11"/>
            </a:xfrm>
            <a:custGeom>
              <a:avLst/>
              <a:gdLst>
                <a:gd name="T0" fmla="*/ 11 w 4"/>
                <a:gd name="T1" fmla="*/ 9 h 5"/>
                <a:gd name="T2" fmla="*/ 36 w 4"/>
                <a:gd name="T3" fmla="*/ 44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1" y="5"/>
                    <a:pt x="3" y="4"/>
                  </a:cubicBezTo>
                  <a:cubicBezTo>
                    <a:pt x="4" y="3"/>
                    <a:pt x="2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09" name="Freeform 1738">
              <a:extLst>
                <a:ext uri="{FF2B5EF4-FFF2-40B4-BE49-F238E27FC236}">
                  <a16:creationId xmlns:a16="http://schemas.microsoft.com/office/drawing/2014/main" id="{03FA20C3-A185-4302-8B3E-69BB36419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578"/>
              <a:ext cx="9" cy="11"/>
            </a:xfrm>
            <a:custGeom>
              <a:avLst/>
              <a:gdLst>
                <a:gd name="T0" fmla="*/ 0 w 4"/>
                <a:gd name="T1" fmla="*/ 20 h 5"/>
                <a:gd name="T2" fmla="*/ 25 w 4"/>
                <a:gd name="T3" fmla="*/ 53 h 5"/>
                <a:gd name="T4" fmla="*/ 11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4"/>
                    <a:pt x="4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10" name="Freeform 1739">
              <a:extLst>
                <a:ext uri="{FF2B5EF4-FFF2-40B4-BE49-F238E27FC236}">
                  <a16:creationId xmlns:a16="http://schemas.microsoft.com/office/drawing/2014/main" id="{759770C2-21CB-4E29-97BF-09FC4601C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583"/>
              <a:ext cx="2" cy="6"/>
            </a:xfrm>
            <a:custGeom>
              <a:avLst/>
              <a:gdLst>
                <a:gd name="T0" fmla="*/ 0 w 1"/>
                <a:gd name="T1" fmla="*/ 8 h 3"/>
                <a:gd name="T2" fmla="*/ 8 w 1"/>
                <a:gd name="T3" fmla="*/ 24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11" name="Freeform 1740">
              <a:extLst>
                <a:ext uri="{FF2B5EF4-FFF2-40B4-BE49-F238E27FC236}">
                  <a16:creationId xmlns:a16="http://schemas.microsoft.com/office/drawing/2014/main" id="{9F781B08-9A97-4484-8C90-801FF3C3E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536"/>
              <a:ext cx="6" cy="11"/>
            </a:xfrm>
            <a:custGeom>
              <a:avLst/>
              <a:gdLst>
                <a:gd name="T0" fmla="*/ 0 w 3"/>
                <a:gd name="T1" fmla="*/ 33 h 5"/>
                <a:gd name="T2" fmla="*/ 8 w 3"/>
                <a:gd name="T3" fmla="*/ 53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1" y="5"/>
                    <a:pt x="1" y="5"/>
                  </a:cubicBezTo>
                  <a:cubicBezTo>
                    <a:pt x="3" y="4"/>
                    <a:pt x="3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12" name="Freeform 1741">
              <a:extLst>
                <a:ext uri="{FF2B5EF4-FFF2-40B4-BE49-F238E27FC236}">
                  <a16:creationId xmlns:a16="http://schemas.microsoft.com/office/drawing/2014/main" id="{5361CFF6-3F7D-423F-8A2D-AD6119C68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469"/>
              <a:ext cx="6" cy="6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16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2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13" name="Freeform 1742">
              <a:extLst>
                <a:ext uri="{FF2B5EF4-FFF2-40B4-BE49-F238E27FC236}">
                  <a16:creationId xmlns:a16="http://schemas.microsoft.com/office/drawing/2014/main" id="{BAAFF3AF-6E32-44C3-ABFC-66B60825C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409"/>
              <a:ext cx="12" cy="11"/>
            </a:xfrm>
            <a:custGeom>
              <a:avLst/>
              <a:gdLst>
                <a:gd name="T0" fmla="*/ 24 w 6"/>
                <a:gd name="T1" fmla="*/ 0 h 5"/>
                <a:gd name="T2" fmla="*/ 24 w 6"/>
                <a:gd name="T3" fmla="*/ 53 h 5"/>
                <a:gd name="T4" fmla="*/ 32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1"/>
                    <a:pt x="1" y="4"/>
                    <a:pt x="3" y="5"/>
                  </a:cubicBezTo>
                  <a:cubicBezTo>
                    <a:pt x="6" y="4"/>
                    <a:pt x="6" y="1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14" name="Freeform 1743">
              <a:extLst>
                <a:ext uri="{FF2B5EF4-FFF2-40B4-BE49-F238E27FC236}">
                  <a16:creationId xmlns:a16="http://schemas.microsoft.com/office/drawing/2014/main" id="{C6CE9C39-6F10-438D-9CED-DE2AFD8BF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415"/>
              <a:ext cx="9" cy="14"/>
            </a:xfrm>
            <a:custGeom>
              <a:avLst/>
              <a:gdLst>
                <a:gd name="T0" fmla="*/ 11 w 4"/>
                <a:gd name="T1" fmla="*/ 0 h 6"/>
                <a:gd name="T2" fmla="*/ 36 w 4"/>
                <a:gd name="T3" fmla="*/ 77 h 6"/>
                <a:gd name="T4" fmla="*/ 36 w 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5"/>
                    <a:pt x="3" y="6"/>
                  </a:cubicBezTo>
                  <a:cubicBezTo>
                    <a:pt x="4" y="5"/>
                    <a:pt x="4" y="4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15" name="Freeform 1744">
              <a:extLst>
                <a:ext uri="{FF2B5EF4-FFF2-40B4-BE49-F238E27FC236}">
                  <a16:creationId xmlns:a16="http://schemas.microsoft.com/office/drawing/2014/main" id="{C200CD72-E553-4ED7-8256-8F1038130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335"/>
              <a:ext cx="15" cy="18"/>
            </a:xfrm>
            <a:custGeom>
              <a:avLst/>
              <a:gdLst>
                <a:gd name="T0" fmla="*/ 41 w 7"/>
                <a:gd name="T1" fmla="*/ 0 h 8"/>
                <a:gd name="T2" fmla="*/ 69 w 7"/>
                <a:gd name="T3" fmla="*/ 56 h 8"/>
                <a:gd name="T4" fmla="*/ 51 w 7"/>
                <a:gd name="T5" fmla="*/ 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0" y="3"/>
                    <a:pt x="4" y="8"/>
                    <a:pt x="7" y="5"/>
                  </a:cubicBezTo>
                  <a:cubicBezTo>
                    <a:pt x="7" y="4"/>
                    <a:pt x="6" y="3"/>
                    <a:pt x="5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16" name="Freeform 1745">
              <a:extLst>
                <a:ext uri="{FF2B5EF4-FFF2-40B4-BE49-F238E27FC236}">
                  <a16:creationId xmlns:a16="http://schemas.microsoft.com/office/drawing/2014/main" id="{194E2E36-EABA-4306-8B25-40B5D9FF9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3362"/>
              <a:ext cx="10" cy="11"/>
            </a:xfrm>
            <a:custGeom>
              <a:avLst/>
              <a:gdLst>
                <a:gd name="T0" fmla="*/ 0 w 5"/>
                <a:gd name="T1" fmla="*/ 0 h 5"/>
                <a:gd name="T2" fmla="*/ 24 w 5"/>
                <a:gd name="T3" fmla="*/ 53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3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17" name="Freeform 1746">
              <a:extLst>
                <a:ext uri="{FF2B5EF4-FFF2-40B4-BE49-F238E27FC236}">
                  <a16:creationId xmlns:a16="http://schemas.microsoft.com/office/drawing/2014/main" id="{50EFADE2-724F-45F0-BD44-8FDAE2E1B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397"/>
              <a:ext cx="8" cy="14"/>
            </a:xfrm>
            <a:custGeom>
              <a:avLst/>
              <a:gdLst>
                <a:gd name="T0" fmla="*/ 24 w 4"/>
                <a:gd name="T1" fmla="*/ 0 h 6"/>
                <a:gd name="T2" fmla="*/ 16 w 4"/>
                <a:gd name="T3" fmla="*/ 77 h 6"/>
                <a:gd name="T4" fmla="*/ 32 w 4"/>
                <a:gd name="T5" fmla="*/ 28 h 6"/>
                <a:gd name="T6" fmla="*/ 24 w 4"/>
                <a:gd name="T7" fmla="*/ 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4" y="5"/>
                    <a:pt x="4" y="4"/>
                    <a:pt x="4" y="2"/>
                  </a:cubicBezTo>
                  <a:cubicBezTo>
                    <a:pt x="4" y="2"/>
                    <a:pt x="3" y="1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18" name="Freeform 1747">
              <a:extLst>
                <a:ext uri="{FF2B5EF4-FFF2-40B4-BE49-F238E27FC236}">
                  <a16:creationId xmlns:a16="http://schemas.microsoft.com/office/drawing/2014/main" id="{043097EB-3B70-4EC6-9735-A92C4F200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377"/>
              <a:ext cx="6" cy="9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45 h 4"/>
                <a:gd name="T4" fmla="*/ 16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2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19" name="Freeform 1748">
              <a:extLst>
                <a:ext uri="{FF2B5EF4-FFF2-40B4-BE49-F238E27FC236}">
                  <a16:creationId xmlns:a16="http://schemas.microsoft.com/office/drawing/2014/main" id="{2CB216AF-2F47-4B7C-A500-AA35D0CC2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413"/>
              <a:ext cx="9" cy="7"/>
            </a:xfrm>
            <a:custGeom>
              <a:avLst/>
              <a:gdLst>
                <a:gd name="T0" fmla="*/ 0 w 4"/>
                <a:gd name="T1" fmla="*/ 0 h 3"/>
                <a:gd name="T2" fmla="*/ 45 w 4"/>
                <a:gd name="T3" fmla="*/ 28 h 3"/>
                <a:gd name="T4" fmla="*/ 2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2" y="3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20" name="Freeform 1749">
              <a:extLst>
                <a:ext uri="{FF2B5EF4-FFF2-40B4-BE49-F238E27FC236}">
                  <a16:creationId xmlns:a16="http://schemas.microsoft.com/office/drawing/2014/main" id="{8D5D6F00-DEE8-4109-877A-2DBB53A0E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3433"/>
              <a:ext cx="8" cy="13"/>
            </a:xfrm>
            <a:custGeom>
              <a:avLst/>
              <a:gdLst>
                <a:gd name="T0" fmla="*/ 0 w 4"/>
                <a:gd name="T1" fmla="*/ 20 h 6"/>
                <a:gd name="T2" fmla="*/ 16 w 4"/>
                <a:gd name="T3" fmla="*/ 61 h 6"/>
                <a:gd name="T4" fmla="*/ 0 w 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0" y="4"/>
                    <a:pt x="0" y="5"/>
                    <a:pt x="2" y="6"/>
                  </a:cubicBez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21" name="Freeform 1750">
              <a:extLst>
                <a:ext uri="{FF2B5EF4-FFF2-40B4-BE49-F238E27FC236}">
                  <a16:creationId xmlns:a16="http://schemas.microsoft.com/office/drawing/2014/main" id="{05AFEFA9-5928-4A4F-A33C-E7D7CB677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478"/>
              <a:ext cx="11" cy="11"/>
            </a:xfrm>
            <a:custGeom>
              <a:avLst/>
              <a:gdLst>
                <a:gd name="T0" fmla="*/ 20 w 5"/>
                <a:gd name="T1" fmla="*/ 0 h 5"/>
                <a:gd name="T2" fmla="*/ 33 w 5"/>
                <a:gd name="T3" fmla="*/ 53 h 5"/>
                <a:gd name="T4" fmla="*/ 33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4"/>
                    <a:pt x="5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22" name="Freeform 1751">
              <a:extLst>
                <a:ext uri="{FF2B5EF4-FFF2-40B4-BE49-F238E27FC236}">
                  <a16:creationId xmlns:a16="http://schemas.microsoft.com/office/drawing/2014/main" id="{097E1CC4-1211-4E7D-9176-5E87122D9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480"/>
              <a:ext cx="9" cy="11"/>
            </a:xfrm>
            <a:custGeom>
              <a:avLst/>
              <a:gdLst>
                <a:gd name="T0" fmla="*/ 11 w 4"/>
                <a:gd name="T1" fmla="*/ 9 h 5"/>
                <a:gd name="T2" fmla="*/ 36 w 4"/>
                <a:gd name="T3" fmla="*/ 53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3"/>
                    <a:pt x="1" y="4"/>
                    <a:pt x="3" y="5"/>
                  </a:cubicBezTo>
                  <a:cubicBezTo>
                    <a:pt x="4" y="3"/>
                    <a:pt x="3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23" name="Freeform 1752">
              <a:extLst>
                <a:ext uri="{FF2B5EF4-FFF2-40B4-BE49-F238E27FC236}">
                  <a16:creationId xmlns:a16="http://schemas.microsoft.com/office/drawing/2014/main" id="{CDF1EB37-EC68-4099-8C89-DEBFA81CC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440"/>
              <a:ext cx="11" cy="22"/>
            </a:xfrm>
            <a:custGeom>
              <a:avLst/>
              <a:gdLst>
                <a:gd name="T0" fmla="*/ 9 w 5"/>
                <a:gd name="T1" fmla="*/ 9 h 10"/>
                <a:gd name="T2" fmla="*/ 33 w 5"/>
                <a:gd name="T3" fmla="*/ 64 h 10"/>
                <a:gd name="T4" fmla="*/ 9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1" y="1"/>
                  </a:moveTo>
                  <a:cubicBezTo>
                    <a:pt x="0" y="3"/>
                    <a:pt x="1" y="10"/>
                    <a:pt x="3" y="6"/>
                  </a:cubicBezTo>
                  <a:cubicBezTo>
                    <a:pt x="5" y="3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24" name="Freeform 1753">
              <a:extLst>
                <a:ext uri="{FF2B5EF4-FFF2-40B4-BE49-F238E27FC236}">
                  <a16:creationId xmlns:a16="http://schemas.microsoft.com/office/drawing/2014/main" id="{1749F4CC-4560-4987-B967-7F4ADB7B9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386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25 w 4"/>
                <a:gd name="T3" fmla="*/ 53 h 5"/>
                <a:gd name="T4" fmla="*/ 3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25" name="Freeform 1754">
              <a:extLst>
                <a:ext uri="{FF2B5EF4-FFF2-40B4-BE49-F238E27FC236}">
                  <a16:creationId xmlns:a16="http://schemas.microsoft.com/office/drawing/2014/main" id="{E9F6F8EE-D416-40C2-9EF0-1CE284A87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335"/>
              <a:ext cx="9" cy="11"/>
            </a:xfrm>
            <a:custGeom>
              <a:avLst/>
              <a:gdLst>
                <a:gd name="T0" fmla="*/ 11 w 4"/>
                <a:gd name="T1" fmla="*/ 0 h 5"/>
                <a:gd name="T2" fmla="*/ 11 w 4"/>
                <a:gd name="T3" fmla="*/ 53 h 5"/>
                <a:gd name="T4" fmla="*/ 45 w 4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5"/>
                    <a:pt x="4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26" name="Freeform 1755">
              <a:extLst>
                <a:ext uri="{FF2B5EF4-FFF2-40B4-BE49-F238E27FC236}">
                  <a16:creationId xmlns:a16="http://schemas.microsoft.com/office/drawing/2014/main" id="{FE839F49-D799-4B0E-9CF2-C6A0D4C52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513"/>
              <a:ext cx="13" cy="18"/>
            </a:xfrm>
            <a:custGeom>
              <a:avLst/>
              <a:gdLst>
                <a:gd name="T0" fmla="*/ 52 w 6"/>
                <a:gd name="T1" fmla="*/ 36 h 8"/>
                <a:gd name="T2" fmla="*/ 9 w 6"/>
                <a:gd name="T3" fmla="*/ 72 h 8"/>
                <a:gd name="T4" fmla="*/ 61 w 6"/>
                <a:gd name="T5" fmla="*/ 3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4" y="0"/>
                    <a:pt x="0" y="3"/>
                    <a:pt x="1" y="6"/>
                  </a:cubicBezTo>
                  <a:cubicBezTo>
                    <a:pt x="3" y="8"/>
                    <a:pt x="6" y="5"/>
                    <a:pt x="6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27" name="Freeform 1756">
              <a:extLst>
                <a:ext uri="{FF2B5EF4-FFF2-40B4-BE49-F238E27FC236}">
                  <a16:creationId xmlns:a16="http://schemas.microsoft.com/office/drawing/2014/main" id="{95867340-2EB0-4A85-9815-D606E2D78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496"/>
              <a:ext cx="8" cy="9"/>
            </a:xfrm>
            <a:custGeom>
              <a:avLst/>
              <a:gdLst>
                <a:gd name="T0" fmla="*/ 8 w 4"/>
                <a:gd name="T1" fmla="*/ 0 h 4"/>
                <a:gd name="T2" fmla="*/ 24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28" name="Freeform 1757">
              <a:extLst>
                <a:ext uri="{FF2B5EF4-FFF2-40B4-BE49-F238E27FC236}">
                  <a16:creationId xmlns:a16="http://schemas.microsoft.com/office/drawing/2014/main" id="{D14DC1D4-E189-43BA-90E9-BF3BB8065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453"/>
              <a:ext cx="6" cy="7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37 h 3"/>
                <a:gd name="T4" fmla="*/ 24 w 3"/>
                <a:gd name="T5" fmla="*/ 37 h 3"/>
                <a:gd name="T6" fmla="*/ 16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3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29" name="Freeform 1758">
              <a:extLst>
                <a:ext uri="{FF2B5EF4-FFF2-40B4-BE49-F238E27FC236}">
                  <a16:creationId xmlns:a16="http://schemas.microsoft.com/office/drawing/2014/main" id="{C2299EB7-6F82-4DD5-80DF-610400932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520"/>
              <a:ext cx="6" cy="9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0" name="Freeform 1759">
              <a:extLst>
                <a:ext uri="{FF2B5EF4-FFF2-40B4-BE49-F238E27FC236}">
                  <a16:creationId xmlns:a16="http://schemas.microsoft.com/office/drawing/2014/main" id="{E1C448EA-9C98-4653-A248-5391FD30D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556"/>
              <a:ext cx="12" cy="15"/>
            </a:xfrm>
            <a:custGeom>
              <a:avLst/>
              <a:gdLst>
                <a:gd name="T0" fmla="*/ 16 w 6"/>
                <a:gd name="T1" fmla="*/ 9 h 7"/>
                <a:gd name="T2" fmla="*/ 32 w 6"/>
                <a:gd name="T3" fmla="*/ 51 h 7"/>
                <a:gd name="T4" fmla="*/ 16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3"/>
                    <a:pt x="2" y="7"/>
                    <a:pt x="4" y="5"/>
                  </a:cubicBezTo>
                  <a:cubicBezTo>
                    <a:pt x="6" y="3"/>
                    <a:pt x="5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1" name="Freeform 1760">
              <a:extLst>
                <a:ext uri="{FF2B5EF4-FFF2-40B4-BE49-F238E27FC236}">
                  <a16:creationId xmlns:a16="http://schemas.microsoft.com/office/drawing/2014/main" id="{9F81DBB4-3203-4671-882D-CABBEBB99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560"/>
              <a:ext cx="11" cy="16"/>
            </a:xfrm>
            <a:custGeom>
              <a:avLst/>
              <a:gdLst>
                <a:gd name="T0" fmla="*/ 9 w 5"/>
                <a:gd name="T1" fmla="*/ 11 h 7"/>
                <a:gd name="T2" fmla="*/ 20 w 5"/>
                <a:gd name="T3" fmla="*/ 85 h 7"/>
                <a:gd name="T4" fmla="*/ 0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5" y="5"/>
                    <a:pt x="4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2" name="Freeform 1761">
              <a:extLst>
                <a:ext uri="{FF2B5EF4-FFF2-40B4-BE49-F238E27FC236}">
                  <a16:creationId xmlns:a16="http://schemas.microsoft.com/office/drawing/2014/main" id="{D86D8F29-5CA5-4767-BAB7-CED1D5D92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540"/>
              <a:ext cx="8" cy="9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4" y="3"/>
                    <a:pt x="4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3" name="Freeform 1762">
              <a:extLst>
                <a:ext uri="{FF2B5EF4-FFF2-40B4-BE49-F238E27FC236}">
                  <a16:creationId xmlns:a16="http://schemas.microsoft.com/office/drawing/2014/main" id="{F76F16B4-2701-4E59-881E-7FD773080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567"/>
              <a:ext cx="8" cy="9"/>
            </a:xfrm>
            <a:custGeom>
              <a:avLst/>
              <a:gdLst>
                <a:gd name="T0" fmla="*/ 24 w 4"/>
                <a:gd name="T1" fmla="*/ 0 h 4"/>
                <a:gd name="T2" fmla="*/ 24 w 4"/>
                <a:gd name="T3" fmla="*/ 45 h 4"/>
                <a:gd name="T4" fmla="*/ 32 w 4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4"/>
                    <a:pt x="3" y="4"/>
                  </a:cubicBezTo>
                  <a:cubicBezTo>
                    <a:pt x="4" y="4"/>
                    <a:pt x="4" y="3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4" name="Freeform 1763">
              <a:extLst>
                <a:ext uri="{FF2B5EF4-FFF2-40B4-BE49-F238E27FC236}">
                  <a16:creationId xmlns:a16="http://schemas.microsoft.com/office/drawing/2014/main" id="{316F9DD9-2417-4BD5-ADAC-2839FAD03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600"/>
              <a:ext cx="7" cy="5"/>
            </a:xfrm>
            <a:custGeom>
              <a:avLst/>
              <a:gdLst>
                <a:gd name="T0" fmla="*/ 12 w 3"/>
                <a:gd name="T1" fmla="*/ 0 h 2"/>
                <a:gd name="T2" fmla="*/ 28 w 3"/>
                <a:gd name="T3" fmla="*/ 33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2"/>
                    <a:pt x="2" y="2"/>
                  </a:cubicBezTo>
                  <a:cubicBezTo>
                    <a:pt x="3" y="2"/>
                    <a:pt x="2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5" name="Freeform 1764">
              <a:extLst>
                <a:ext uri="{FF2B5EF4-FFF2-40B4-BE49-F238E27FC236}">
                  <a16:creationId xmlns:a16="http://schemas.microsoft.com/office/drawing/2014/main" id="{AD0ADC57-F782-4484-83D2-AB8F012EE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589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0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6" name="Freeform 1765">
              <a:extLst>
                <a:ext uri="{FF2B5EF4-FFF2-40B4-BE49-F238E27FC236}">
                  <a16:creationId xmlns:a16="http://schemas.microsoft.com/office/drawing/2014/main" id="{43852BC4-0BA4-47A6-A6FF-683CCC2CF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592"/>
              <a:ext cx="9" cy="8"/>
            </a:xfrm>
            <a:custGeom>
              <a:avLst/>
              <a:gdLst>
                <a:gd name="T0" fmla="*/ 11 w 4"/>
                <a:gd name="T1" fmla="*/ 8 h 4"/>
                <a:gd name="T2" fmla="*/ 11 w 4"/>
                <a:gd name="T3" fmla="*/ 32 h 4"/>
                <a:gd name="T4" fmla="*/ 25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7" name="Freeform 1766">
              <a:extLst>
                <a:ext uri="{FF2B5EF4-FFF2-40B4-BE49-F238E27FC236}">
                  <a16:creationId xmlns:a16="http://schemas.microsoft.com/office/drawing/2014/main" id="{72D46068-6E9A-475C-BD77-55AD6AFB9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817"/>
              <a:ext cx="32" cy="24"/>
            </a:xfrm>
            <a:custGeom>
              <a:avLst/>
              <a:gdLst>
                <a:gd name="T0" fmla="*/ 117 w 15"/>
                <a:gd name="T1" fmla="*/ 9 h 11"/>
                <a:gd name="T2" fmla="*/ 9 w 15"/>
                <a:gd name="T3" fmla="*/ 72 h 11"/>
                <a:gd name="T4" fmla="*/ 145 w 15"/>
                <a:gd name="T5" fmla="*/ 33 h 11"/>
                <a:gd name="T6" fmla="*/ 128 w 15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2" y="1"/>
                  </a:moveTo>
                  <a:cubicBezTo>
                    <a:pt x="8" y="0"/>
                    <a:pt x="0" y="3"/>
                    <a:pt x="1" y="7"/>
                  </a:cubicBezTo>
                  <a:cubicBezTo>
                    <a:pt x="2" y="11"/>
                    <a:pt x="14" y="5"/>
                    <a:pt x="15" y="3"/>
                  </a:cubicBezTo>
                  <a:cubicBezTo>
                    <a:pt x="14" y="2"/>
                    <a:pt x="14" y="2"/>
                    <a:pt x="13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8" name="Freeform 1767">
              <a:extLst>
                <a:ext uri="{FF2B5EF4-FFF2-40B4-BE49-F238E27FC236}">
                  <a16:creationId xmlns:a16="http://schemas.microsoft.com/office/drawing/2014/main" id="{90456789-0161-4103-AB3E-ED924B8E8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788"/>
              <a:ext cx="38" cy="24"/>
            </a:xfrm>
            <a:custGeom>
              <a:avLst/>
              <a:gdLst>
                <a:gd name="T0" fmla="*/ 120 w 18"/>
                <a:gd name="T1" fmla="*/ 0 h 11"/>
                <a:gd name="T2" fmla="*/ 49 w 18"/>
                <a:gd name="T3" fmla="*/ 81 h 11"/>
                <a:gd name="T4" fmla="*/ 169 w 1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3" y="0"/>
                  </a:moveTo>
                  <a:cubicBezTo>
                    <a:pt x="11" y="0"/>
                    <a:pt x="0" y="5"/>
                    <a:pt x="5" y="8"/>
                  </a:cubicBezTo>
                  <a:cubicBezTo>
                    <a:pt x="8" y="11"/>
                    <a:pt x="18" y="4"/>
                    <a:pt x="18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9" name="Freeform 1768">
              <a:extLst>
                <a:ext uri="{FF2B5EF4-FFF2-40B4-BE49-F238E27FC236}">
                  <a16:creationId xmlns:a16="http://schemas.microsoft.com/office/drawing/2014/main" id="{7C2ADA0F-C4E6-4851-BFFF-1AA6C2D9C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748"/>
              <a:ext cx="29" cy="26"/>
            </a:xfrm>
            <a:custGeom>
              <a:avLst/>
              <a:gdLst>
                <a:gd name="T0" fmla="*/ 99 w 14"/>
                <a:gd name="T1" fmla="*/ 0 h 12"/>
                <a:gd name="T2" fmla="*/ 17 w 14"/>
                <a:gd name="T3" fmla="*/ 72 h 12"/>
                <a:gd name="T4" fmla="*/ 124 w 14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1" y="0"/>
                  </a:moveTo>
                  <a:cubicBezTo>
                    <a:pt x="8" y="0"/>
                    <a:pt x="0" y="3"/>
                    <a:pt x="2" y="7"/>
                  </a:cubicBezTo>
                  <a:cubicBezTo>
                    <a:pt x="5" y="12"/>
                    <a:pt x="13" y="4"/>
                    <a:pt x="14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0" name="Freeform 1769">
              <a:extLst>
                <a:ext uri="{FF2B5EF4-FFF2-40B4-BE49-F238E27FC236}">
                  <a16:creationId xmlns:a16="http://schemas.microsoft.com/office/drawing/2014/main" id="{ADF7D2B3-8997-41EE-B50D-02C476397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687"/>
              <a:ext cx="23" cy="21"/>
            </a:xfrm>
            <a:custGeom>
              <a:avLst/>
              <a:gdLst>
                <a:gd name="T0" fmla="*/ 65 w 11"/>
                <a:gd name="T1" fmla="*/ 37 h 9"/>
                <a:gd name="T2" fmla="*/ 8 w 11"/>
                <a:gd name="T3" fmla="*/ 103 h 9"/>
                <a:gd name="T4" fmla="*/ 75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7" y="3"/>
                  </a:moveTo>
                  <a:cubicBezTo>
                    <a:pt x="4" y="0"/>
                    <a:pt x="0" y="5"/>
                    <a:pt x="1" y="8"/>
                  </a:cubicBezTo>
                  <a:cubicBezTo>
                    <a:pt x="4" y="9"/>
                    <a:pt x="11" y="4"/>
                    <a:pt x="8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1" name="Freeform 1770">
              <a:extLst>
                <a:ext uri="{FF2B5EF4-FFF2-40B4-BE49-F238E27FC236}">
                  <a16:creationId xmlns:a16="http://schemas.microsoft.com/office/drawing/2014/main" id="{DBE3D14A-99C0-4137-88B2-4FEFBBEA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625"/>
              <a:ext cx="19" cy="22"/>
            </a:xfrm>
            <a:custGeom>
              <a:avLst/>
              <a:gdLst>
                <a:gd name="T0" fmla="*/ 49 w 9"/>
                <a:gd name="T1" fmla="*/ 9 h 10"/>
                <a:gd name="T2" fmla="*/ 8 w 9"/>
                <a:gd name="T3" fmla="*/ 106 h 10"/>
                <a:gd name="T4" fmla="*/ 68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1"/>
                  </a:moveTo>
                  <a:cubicBezTo>
                    <a:pt x="2" y="3"/>
                    <a:pt x="0" y="6"/>
                    <a:pt x="1" y="10"/>
                  </a:cubicBezTo>
                  <a:cubicBezTo>
                    <a:pt x="5" y="9"/>
                    <a:pt x="9" y="4"/>
                    <a:pt x="7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2" name="Freeform 1771">
              <a:extLst>
                <a:ext uri="{FF2B5EF4-FFF2-40B4-BE49-F238E27FC236}">
                  <a16:creationId xmlns:a16="http://schemas.microsoft.com/office/drawing/2014/main" id="{263996D7-434F-4A82-A232-B08E6A719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3569"/>
              <a:ext cx="21" cy="20"/>
            </a:xfrm>
            <a:custGeom>
              <a:avLst/>
              <a:gdLst>
                <a:gd name="T0" fmla="*/ 36 w 10"/>
                <a:gd name="T1" fmla="*/ 9 h 9"/>
                <a:gd name="T2" fmla="*/ 8 w 10"/>
                <a:gd name="T3" fmla="*/ 89 h 9"/>
                <a:gd name="T4" fmla="*/ 57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1"/>
                  </a:moveTo>
                  <a:cubicBezTo>
                    <a:pt x="2" y="3"/>
                    <a:pt x="0" y="5"/>
                    <a:pt x="1" y="8"/>
                  </a:cubicBezTo>
                  <a:cubicBezTo>
                    <a:pt x="5" y="9"/>
                    <a:pt x="10" y="4"/>
                    <a:pt x="6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3" name="Freeform 1772">
              <a:extLst>
                <a:ext uri="{FF2B5EF4-FFF2-40B4-BE49-F238E27FC236}">
                  <a16:creationId xmlns:a16="http://schemas.microsoft.com/office/drawing/2014/main" id="{473AAAA4-015B-4B81-A809-1AE898357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513"/>
              <a:ext cx="21" cy="21"/>
            </a:xfrm>
            <a:custGeom>
              <a:avLst/>
              <a:gdLst>
                <a:gd name="T0" fmla="*/ 36 w 10"/>
                <a:gd name="T1" fmla="*/ 12 h 9"/>
                <a:gd name="T2" fmla="*/ 0 w 10"/>
                <a:gd name="T3" fmla="*/ 86 h 9"/>
                <a:gd name="T4" fmla="*/ 4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1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4" y="9"/>
                    <a:pt x="10" y="4"/>
                    <a:pt x="5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4" name="Freeform 1773">
              <a:extLst>
                <a:ext uri="{FF2B5EF4-FFF2-40B4-BE49-F238E27FC236}">
                  <a16:creationId xmlns:a16="http://schemas.microsoft.com/office/drawing/2014/main" id="{C4BE4988-1DD8-4E16-9446-B168522F1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446"/>
              <a:ext cx="21" cy="23"/>
            </a:xfrm>
            <a:custGeom>
              <a:avLst/>
              <a:gdLst>
                <a:gd name="T0" fmla="*/ 48 w 10"/>
                <a:gd name="T1" fmla="*/ 0 h 10"/>
                <a:gd name="T2" fmla="*/ 48 w 10"/>
                <a:gd name="T3" fmla="*/ 122 h 10"/>
                <a:gd name="T4" fmla="*/ 67 w 10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0"/>
                  </a:moveTo>
                  <a:cubicBezTo>
                    <a:pt x="3" y="2"/>
                    <a:pt x="0" y="9"/>
                    <a:pt x="5" y="10"/>
                  </a:cubicBezTo>
                  <a:cubicBezTo>
                    <a:pt x="9" y="10"/>
                    <a:pt x="10" y="3"/>
                    <a:pt x="7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5" name="Freeform 1774">
              <a:extLst>
                <a:ext uri="{FF2B5EF4-FFF2-40B4-BE49-F238E27FC236}">
                  <a16:creationId xmlns:a16="http://schemas.microsoft.com/office/drawing/2014/main" id="{93B9C0FC-E185-4F5C-BAA0-C5A49DDDB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694"/>
              <a:ext cx="29" cy="34"/>
            </a:xfrm>
            <a:custGeom>
              <a:avLst/>
              <a:gdLst>
                <a:gd name="T0" fmla="*/ 0 w 14"/>
                <a:gd name="T1" fmla="*/ 0 h 15"/>
                <a:gd name="T2" fmla="*/ 64 w 14"/>
                <a:gd name="T3" fmla="*/ 150 h 15"/>
                <a:gd name="T4" fmla="*/ 25 w 14"/>
                <a:gd name="T5" fmla="*/ 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0"/>
                  </a:moveTo>
                  <a:cubicBezTo>
                    <a:pt x="0" y="3"/>
                    <a:pt x="2" y="15"/>
                    <a:pt x="7" y="13"/>
                  </a:cubicBezTo>
                  <a:cubicBezTo>
                    <a:pt x="14" y="11"/>
                    <a:pt x="6" y="4"/>
                    <a:pt x="3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6" name="Freeform 1775">
              <a:extLst>
                <a:ext uri="{FF2B5EF4-FFF2-40B4-BE49-F238E27FC236}">
                  <a16:creationId xmlns:a16="http://schemas.microsoft.com/office/drawing/2014/main" id="{C844E5DC-CC60-4F49-990C-736EBB100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583"/>
              <a:ext cx="27" cy="31"/>
            </a:xfrm>
            <a:custGeom>
              <a:avLst/>
              <a:gdLst>
                <a:gd name="T0" fmla="*/ 8 w 13"/>
                <a:gd name="T1" fmla="*/ 20 h 14"/>
                <a:gd name="T2" fmla="*/ 73 w 1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" y="2"/>
                  </a:moveTo>
                  <a:cubicBezTo>
                    <a:pt x="0" y="14"/>
                    <a:pt x="13" y="9"/>
                    <a:pt x="8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7" name="Freeform 1776">
              <a:extLst>
                <a:ext uri="{FF2B5EF4-FFF2-40B4-BE49-F238E27FC236}">
                  <a16:creationId xmlns:a16="http://schemas.microsoft.com/office/drawing/2014/main" id="{2E2AAA75-8BE4-4055-AA9C-75AB40FDA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761"/>
              <a:ext cx="27" cy="25"/>
            </a:xfrm>
            <a:custGeom>
              <a:avLst/>
              <a:gdLst>
                <a:gd name="T0" fmla="*/ 0 w 13"/>
                <a:gd name="T1" fmla="*/ 11 h 11"/>
                <a:gd name="T2" fmla="*/ 91 w 13"/>
                <a:gd name="T3" fmla="*/ 73 h 11"/>
                <a:gd name="T4" fmla="*/ 17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"/>
                  </a:moveTo>
                  <a:cubicBezTo>
                    <a:pt x="1" y="4"/>
                    <a:pt x="6" y="11"/>
                    <a:pt x="10" y="6"/>
                  </a:cubicBezTo>
                  <a:cubicBezTo>
                    <a:pt x="13" y="2"/>
                    <a:pt x="4" y="0"/>
                    <a:pt x="2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8" name="Freeform 1777">
              <a:extLst>
                <a:ext uri="{FF2B5EF4-FFF2-40B4-BE49-F238E27FC236}">
                  <a16:creationId xmlns:a16="http://schemas.microsoft.com/office/drawing/2014/main" id="{B4A52DDC-D170-4A29-ACBF-8350370C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801"/>
              <a:ext cx="21" cy="23"/>
            </a:xfrm>
            <a:custGeom>
              <a:avLst/>
              <a:gdLst>
                <a:gd name="T0" fmla="*/ 0 w 10"/>
                <a:gd name="T1" fmla="*/ 28 h 10"/>
                <a:gd name="T2" fmla="*/ 92 w 10"/>
                <a:gd name="T3" fmla="*/ 85 h 10"/>
                <a:gd name="T4" fmla="*/ 17 w 10"/>
                <a:gd name="T5" fmla="*/ 2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0" y="7"/>
                    <a:pt x="6" y="10"/>
                    <a:pt x="10" y="7"/>
                  </a:cubicBezTo>
                  <a:cubicBezTo>
                    <a:pt x="9" y="4"/>
                    <a:pt x="5" y="0"/>
                    <a:pt x="2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9" name="Freeform 1778">
              <a:extLst>
                <a:ext uri="{FF2B5EF4-FFF2-40B4-BE49-F238E27FC236}">
                  <a16:creationId xmlns:a16="http://schemas.microsoft.com/office/drawing/2014/main" id="{935127A8-8280-44A7-B477-B9CE84336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839"/>
              <a:ext cx="27" cy="20"/>
            </a:xfrm>
            <a:custGeom>
              <a:avLst/>
              <a:gdLst>
                <a:gd name="T0" fmla="*/ 52 w 13"/>
                <a:gd name="T1" fmla="*/ 0 h 9"/>
                <a:gd name="T2" fmla="*/ 0 w 13"/>
                <a:gd name="T3" fmla="*/ 0 h 9"/>
                <a:gd name="T4" fmla="*/ 116 w 13"/>
                <a:gd name="T5" fmla="*/ 53 h 9"/>
                <a:gd name="T6" fmla="*/ 73 w 13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6"/>
                    <a:pt x="9" y="9"/>
                    <a:pt x="13" y="5"/>
                  </a:cubicBezTo>
                  <a:cubicBezTo>
                    <a:pt x="13" y="3"/>
                    <a:pt x="11" y="1"/>
                    <a:pt x="8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0" name="Freeform 1779">
              <a:extLst>
                <a:ext uri="{FF2B5EF4-FFF2-40B4-BE49-F238E27FC236}">
                  <a16:creationId xmlns:a16="http://schemas.microsoft.com/office/drawing/2014/main" id="{B87805FB-EC4D-48ED-A494-0009CAE7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832"/>
              <a:ext cx="42" cy="27"/>
            </a:xfrm>
            <a:custGeom>
              <a:avLst/>
              <a:gdLst>
                <a:gd name="T0" fmla="*/ 111 w 20"/>
                <a:gd name="T1" fmla="*/ 25 h 12"/>
                <a:gd name="T2" fmla="*/ 0 w 20"/>
                <a:gd name="T3" fmla="*/ 72 h 12"/>
                <a:gd name="T4" fmla="*/ 128 w 20"/>
                <a:gd name="T5" fmla="*/ 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12" y="2"/>
                  </a:moveTo>
                  <a:cubicBezTo>
                    <a:pt x="7" y="0"/>
                    <a:pt x="2" y="2"/>
                    <a:pt x="0" y="6"/>
                  </a:cubicBezTo>
                  <a:cubicBezTo>
                    <a:pt x="3" y="12"/>
                    <a:pt x="20" y="7"/>
                    <a:pt x="14" y="3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1" name="Freeform 1780">
              <a:extLst>
                <a:ext uri="{FF2B5EF4-FFF2-40B4-BE49-F238E27FC236}">
                  <a16:creationId xmlns:a16="http://schemas.microsoft.com/office/drawing/2014/main" id="{8F6092BC-247B-4360-A824-1902D08D5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670"/>
              <a:ext cx="13" cy="13"/>
            </a:xfrm>
            <a:custGeom>
              <a:avLst/>
              <a:gdLst>
                <a:gd name="T0" fmla="*/ 9 w 6"/>
                <a:gd name="T1" fmla="*/ 20 h 6"/>
                <a:gd name="T2" fmla="*/ 9 w 6"/>
                <a:gd name="T3" fmla="*/ 61 h 6"/>
                <a:gd name="T4" fmla="*/ 61 w 6"/>
                <a:gd name="T5" fmla="*/ 9 h 6"/>
                <a:gd name="T6" fmla="*/ 20 w 6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5"/>
                    <a:pt x="5" y="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2" name="Freeform 1781">
              <a:extLst>
                <a:ext uri="{FF2B5EF4-FFF2-40B4-BE49-F238E27FC236}">
                  <a16:creationId xmlns:a16="http://schemas.microsoft.com/office/drawing/2014/main" id="{C6FB5DF7-62AB-431C-808A-3514E5410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658"/>
              <a:ext cx="9" cy="12"/>
            </a:xfrm>
            <a:custGeom>
              <a:avLst/>
              <a:gdLst>
                <a:gd name="T0" fmla="*/ 0 w 4"/>
                <a:gd name="T1" fmla="*/ 29 h 5"/>
                <a:gd name="T2" fmla="*/ 45 w 4"/>
                <a:gd name="T3" fmla="*/ 29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5"/>
                    <a:pt x="2" y="4"/>
                    <a:pt x="4" y="2"/>
                  </a:cubicBezTo>
                  <a:cubicBezTo>
                    <a:pt x="4" y="1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3" name="Freeform 1782">
              <a:extLst>
                <a:ext uri="{FF2B5EF4-FFF2-40B4-BE49-F238E27FC236}">
                  <a16:creationId xmlns:a16="http://schemas.microsoft.com/office/drawing/2014/main" id="{E06EF1EC-333E-4240-8BB2-F2C50F4DF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692"/>
              <a:ext cx="17" cy="11"/>
            </a:xfrm>
            <a:custGeom>
              <a:avLst/>
              <a:gdLst>
                <a:gd name="T0" fmla="*/ 28 w 8"/>
                <a:gd name="T1" fmla="*/ 0 h 5"/>
                <a:gd name="T2" fmla="*/ 28 w 8"/>
                <a:gd name="T3" fmla="*/ 53 h 5"/>
                <a:gd name="T4" fmla="*/ 4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7" y="5"/>
                    <a:pt x="8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4" name="Freeform 1783">
              <a:extLst>
                <a:ext uri="{FF2B5EF4-FFF2-40B4-BE49-F238E27FC236}">
                  <a16:creationId xmlns:a16="http://schemas.microsoft.com/office/drawing/2014/main" id="{B8030D2D-626D-4302-912F-2B2D07637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699"/>
              <a:ext cx="19" cy="20"/>
            </a:xfrm>
            <a:custGeom>
              <a:avLst/>
              <a:gdLst>
                <a:gd name="T0" fmla="*/ 0 w 9"/>
                <a:gd name="T1" fmla="*/ 9 h 9"/>
                <a:gd name="T2" fmla="*/ 8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1" y="9"/>
                    <a:pt x="9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5" name="Freeform 1784">
              <a:extLst>
                <a:ext uri="{FF2B5EF4-FFF2-40B4-BE49-F238E27FC236}">
                  <a16:creationId xmlns:a16="http://schemas.microsoft.com/office/drawing/2014/main" id="{61D373A4-91C7-4FC8-BE80-1200C3667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750"/>
              <a:ext cx="10" cy="16"/>
            </a:xfrm>
            <a:custGeom>
              <a:avLst/>
              <a:gdLst>
                <a:gd name="T0" fmla="*/ 16 w 5"/>
                <a:gd name="T1" fmla="*/ 0 h 7"/>
                <a:gd name="T2" fmla="*/ 24 w 5"/>
                <a:gd name="T3" fmla="*/ 85 h 7"/>
                <a:gd name="T4" fmla="*/ 32 w 5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3"/>
                    <a:pt x="0" y="6"/>
                    <a:pt x="3" y="7"/>
                  </a:cubicBezTo>
                  <a:cubicBezTo>
                    <a:pt x="5" y="5"/>
                    <a:pt x="5" y="3"/>
                    <a:pt x="4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6" name="Freeform 1785">
              <a:extLst>
                <a:ext uri="{FF2B5EF4-FFF2-40B4-BE49-F238E27FC236}">
                  <a16:creationId xmlns:a16="http://schemas.microsoft.com/office/drawing/2014/main" id="{948CE20C-2075-4ADF-9DE7-8846E0938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3750"/>
              <a:ext cx="11" cy="13"/>
            </a:xfrm>
            <a:custGeom>
              <a:avLst/>
              <a:gdLst>
                <a:gd name="T0" fmla="*/ 9 w 5"/>
                <a:gd name="T1" fmla="*/ 0 h 6"/>
                <a:gd name="T2" fmla="*/ 53 w 5"/>
                <a:gd name="T3" fmla="*/ 9 h 6"/>
                <a:gd name="T4" fmla="*/ 2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4"/>
                    <a:pt x="5" y="6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7" name="Freeform 1786">
              <a:extLst>
                <a:ext uri="{FF2B5EF4-FFF2-40B4-BE49-F238E27FC236}">
                  <a16:creationId xmlns:a16="http://schemas.microsoft.com/office/drawing/2014/main" id="{D5703AA0-5891-4096-9CC9-8A6E9DF43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799"/>
              <a:ext cx="12" cy="13"/>
            </a:xfrm>
            <a:custGeom>
              <a:avLst/>
              <a:gdLst>
                <a:gd name="T0" fmla="*/ 0 w 6"/>
                <a:gd name="T1" fmla="*/ 20 h 6"/>
                <a:gd name="T2" fmla="*/ 0 w 6"/>
                <a:gd name="T3" fmla="*/ 52 h 6"/>
                <a:gd name="T4" fmla="*/ 24 w 6"/>
                <a:gd name="T5" fmla="*/ 0 h 6"/>
                <a:gd name="T6" fmla="*/ 16 w 6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4" y="6"/>
                    <a:pt x="6" y="3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8" name="Freeform 1787">
              <a:extLst>
                <a:ext uri="{FF2B5EF4-FFF2-40B4-BE49-F238E27FC236}">
                  <a16:creationId xmlns:a16="http://schemas.microsoft.com/office/drawing/2014/main" id="{ECBED759-1068-473F-AD5A-19EC991D1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803"/>
              <a:ext cx="11" cy="16"/>
            </a:xfrm>
            <a:custGeom>
              <a:avLst/>
              <a:gdLst>
                <a:gd name="T0" fmla="*/ 0 w 5"/>
                <a:gd name="T1" fmla="*/ 0 h 7"/>
                <a:gd name="T2" fmla="*/ 53 w 5"/>
                <a:gd name="T3" fmla="*/ 37 h 7"/>
                <a:gd name="T4" fmla="*/ 2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3"/>
                    <a:pt x="3" y="7"/>
                    <a:pt x="5" y="3"/>
                  </a:cubicBezTo>
                  <a:cubicBezTo>
                    <a:pt x="5" y="2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9" name="Freeform 1788">
              <a:extLst>
                <a:ext uri="{FF2B5EF4-FFF2-40B4-BE49-F238E27FC236}">
                  <a16:creationId xmlns:a16="http://schemas.microsoft.com/office/drawing/2014/main" id="{7D911CDF-FF2F-4ECB-B653-49F75E42B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841"/>
              <a:ext cx="13" cy="12"/>
            </a:xfrm>
            <a:custGeom>
              <a:avLst/>
              <a:gdLst>
                <a:gd name="T0" fmla="*/ 9 w 6"/>
                <a:gd name="T1" fmla="*/ 0 h 5"/>
                <a:gd name="T2" fmla="*/ 20 w 6"/>
                <a:gd name="T3" fmla="*/ 70 h 5"/>
                <a:gd name="T4" fmla="*/ 3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5" y="4"/>
                    <a:pt x="6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0" name="Freeform 1789">
              <a:extLst>
                <a:ext uri="{FF2B5EF4-FFF2-40B4-BE49-F238E27FC236}">
                  <a16:creationId xmlns:a16="http://schemas.microsoft.com/office/drawing/2014/main" id="{D4FA5DE2-71F8-4D3B-AB2A-2B3FB0E11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861"/>
              <a:ext cx="23" cy="23"/>
            </a:xfrm>
            <a:custGeom>
              <a:avLst/>
              <a:gdLst>
                <a:gd name="T0" fmla="*/ 0 w 11"/>
                <a:gd name="T1" fmla="*/ 37 h 10"/>
                <a:gd name="T2" fmla="*/ 27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1" y="10"/>
                    <a:pt x="11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1" name="Freeform 1790">
              <a:extLst>
                <a:ext uri="{FF2B5EF4-FFF2-40B4-BE49-F238E27FC236}">
                  <a16:creationId xmlns:a16="http://schemas.microsoft.com/office/drawing/2014/main" id="{2D6795B0-67DA-4C2C-B6F4-DA499D2FB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808"/>
              <a:ext cx="11" cy="13"/>
            </a:xfrm>
            <a:custGeom>
              <a:avLst/>
              <a:gdLst>
                <a:gd name="T0" fmla="*/ 0 w 5"/>
                <a:gd name="T1" fmla="*/ 33 h 6"/>
                <a:gd name="T2" fmla="*/ 20 w 5"/>
                <a:gd name="T3" fmla="*/ 61 h 6"/>
                <a:gd name="T4" fmla="*/ 53 w 5"/>
                <a:gd name="T5" fmla="*/ 20 h 6"/>
                <a:gd name="T6" fmla="*/ 20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4"/>
                    <a:pt x="1" y="5"/>
                    <a:pt x="2" y="6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4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2" name="Freeform 1791">
              <a:extLst>
                <a:ext uri="{FF2B5EF4-FFF2-40B4-BE49-F238E27FC236}">
                  <a16:creationId xmlns:a16="http://schemas.microsoft.com/office/drawing/2014/main" id="{04C974B0-C9F3-4E31-A2E8-C35204420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770"/>
              <a:ext cx="14" cy="16"/>
            </a:xfrm>
            <a:custGeom>
              <a:avLst/>
              <a:gdLst>
                <a:gd name="T0" fmla="*/ 0 w 7"/>
                <a:gd name="T1" fmla="*/ 48 h 7"/>
                <a:gd name="T2" fmla="*/ 16 w 7"/>
                <a:gd name="T3" fmla="*/ 85 h 7"/>
                <a:gd name="T4" fmla="*/ 32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5"/>
                    <a:pt x="1" y="6"/>
                    <a:pt x="2" y="7"/>
                  </a:cubicBezTo>
                  <a:cubicBezTo>
                    <a:pt x="5" y="7"/>
                    <a:pt x="7" y="3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3" name="Freeform 1792">
              <a:extLst>
                <a:ext uri="{FF2B5EF4-FFF2-40B4-BE49-F238E27FC236}">
                  <a16:creationId xmlns:a16="http://schemas.microsoft.com/office/drawing/2014/main" id="{FC347D2A-4E51-4CD3-9937-BB8397574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3723"/>
              <a:ext cx="11" cy="11"/>
            </a:xfrm>
            <a:custGeom>
              <a:avLst/>
              <a:gdLst>
                <a:gd name="T0" fmla="*/ 0 w 5"/>
                <a:gd name="T1" fmla="*/ 20 h 5"/>
                <a:gd name="T2" fmla="*/ 9 w 5"/>
                <a:gd name="T3" fmla="*/ 53 h 5"/>
                <a:gd name="T4" fmla="*/ 53 w 5"/>
                <a:gd name="T5" fmla="*/ 20 h 5"/>
                <a:gd name="T6" fmla="*/ 20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5"/>
                    <a:pt x="4" y="4"/>
                    <a:pt x="5" y="2"/>
                  </a:cubicBezTo>
                  <a:cubicBezTo>
                    <a:pt x="4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4" name="Freeform 1793">
              <a:extLst>
                <a:ext uri="{FF2B5EF4-FFF2-40B4-BE49-F238E27FC236}">
                  <a16:creationId xmlns:a16="http://schemas.microsoft.com/office/drawing/2014/main" id="{1A9C6C62-483E-4932-AF05-0BEBD1E59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875"/>
              <a:ext cx="40" cy="20"/>
            </a:xfrm>
            <a:custGeom>
              <a:avLst/>
              <a:gdLst>
                <a:gd name="T0" fmla="*/ 76 w 19"/>
                <a:gd name="T1" fmla="*/ 0 h 9"/>
                <a:gd name="T2" fmla="*/ 84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8" y="0"/>
                  </a:moveTo>
                  <a:cubicBezTo>
                    <a:pt x="0" y="9"/>
                    <a:pt x="19" y="1"/>
                    <a:pt x="9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5" name="Freeform 1794">
              <a:extLst>
                <a:ext uri="{FF2B5EF4-FFF2-40B4-BE49-F238E27FC236}">
                  <a16:creationId xmlns:a16="http://schemas.microsoft.com/office/drawing/2014/main" id="{5230CAFD-2F73-4EDD-B2E3-0B54C8985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846"/>
              <a:ext cx="6" cy="7"/>
            </a:xfrm>
            <a:custGeom>
              <a:avLst/>
              <a:gdLst>
                <a:gd name="T0" fmla="*/ 0 w 3"/>
                <a:gd name="T1" fmla="*/ 28 h 3"/>
                <a:gd name="T2" fmla="*/ 0 w 3"/>
                <a:gd name="T3" fmla="*/ 37 h 3"/>
                <a:gd name="T4" fmla="*/ 16 w 3"/>
                <a:gd name="T5" fmla="*/ 0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3" y="2"/>
                    <a:pt x="2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6" name="Freeform 1795">
              <a:extLst>
                <a:ext uri="{FF2B5EF4-FFF2-40B4-BE49-F238E27FC236}">
                  <a16:creationId xmlns:a16="http://schemas.microsoft.com/office/drawing/2014/main" id="{EFB51DCA-3E46-45A6-A13C-74F85654C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875"/>
              <a:ext cx="15" cy="13"/>
            </a:xfrm>
            <a:custGeom>
              <a:avLst/>
              <a:gdLst>
                <a:gd name="T0" fmla="*/ 28 w 7"/>
                <a:gd name="T1" fmla="*/ 0 h 6"/>
                <a:gd name="T2" fmla="*/ 69 w 7"/>
                <a:gd name="T3" fmla="*/ 20 h 6"/>
                <a:gd name="T4" fmla="*/ 51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4"/>
                    <a:pt x="5" y="6"/>
                    <a:pt x="7" y="2"/>
                  </a:cubicBezTo>
                  <a:cubicBezTo>
                    <a:pt x="7" y="1"/>
                    <a:pt x="6" y="0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7" name="Freeform 1796">
              <a:extLst>
                <a:ext uri="{FF2B5EF4-FFF2-40B4-BE49-F238E27FC236}">
                  <a16:creationId xmlns:a16="http://schemas.microsoft.com/office/drawing/2014/main" id="{922035A2-C53E-4908-8EB5-9556C7DC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924"/>
              <a:ext cx="15" cy="13"/>
            </a:xfrm>
            <a:custGeom>
              <a:avLst/>
              <a:gdLst>
                <a:gd name="T0" fmla="*/ 28 w 7"/>
                <a:gd name="T1" fmla="*/ 9 h 6"/>
                <a:gd name="T2" fmla="*/ 0 w 7"/>
                <a:gd name="T3" fmla="*/ 9 h 6"/>
                <a:gd name="T4" fmla="*/ 28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2" y="6"/>
                    <a:pt x="7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8" name="Freeform 1797">
              <a:extLst>
                <a:ext uri="{FF2B5EF4-FFF2-40B4-BE49-F238E27FC236}">
                  <a16:creationId xmlns:a16="http://schemas.microsoft.com/office/drawing/2014/main" id="{FBF830DC-27CE-4A03-83C7-0248814E5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913"/>
              <a:ext cx="26" cy="18"/>
            </a:xfrm>
            <a:custGeom>
              <a:avLst/>
              <a:gdLst>
                <a:gd name="T0" fmla="*/ 20 w 12"/>
                <a:gd name="T1" fmla="*/ 0 h 8"/>
                <a:gd name="T2" fmla="*/ 43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2" y="0"/>
                  </a:moveTo>
                  <a:cubicBezTo>
                    <a:pt x="0" y="8"/>
                    <a:pt x="12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9" name="Freeform 1798">
              <a:extLst>
                <a:ext uri="{FF2B5EF4-FFF2-40B4-BE49-F238E27FC236}">
                  <a16:creationId xmlns:a16="http://schemas.microsoft.com/office/drawing/2014/main" id="{4DA4AC85-A9A0-47D9-A131-8FE1E7307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935"/>
              <a:ext cx="11" cy="9"/>
            </a:xfrm>
            <a:custGeom>
              <a:avLst/>
              <a:gdLst>
                <a:gd name="T0" fmla="*/ 20 w 5"/>
                <a:gd name="T1" fmla="*/ 0 h 4"/>
                <a:gd name="T2" fmla="*/ 0 w 5"/>
                <a:gd name="T3" fmla="*/ 36 h 4"/>
                <a:gd name="T4" fmla="*/ 53 w 5"/>
                <a:gd name="T5" fmla="*/ 0 h 4"/>
                <a:gd name="T6" fmla="*/ 20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2" y="4"/>
                    <a:pt x="4" y="3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0" name="Freeform 1799">
              <a:extLst>
                <a:ext uri="{FF2B5EF4-FFF2-40B4-BE49-F238E27FC236}">
                  <a16:creationId xmlns:a16="http://schemas.microsoft.com/office/drawing/2014/main" id="{BCDF7DF6-24EC-46B3-BD1C-429B3E989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940"/>
              <a:ext cx="21" cy="35"/>
            </a:xfrm>
            <a:custGeom>
              <a:avLst/>
              <a:gdLst>
                <a:gd name="T0" fmla="*/ 0 w 10"/>
                <a:gd name="T1" fmla="*/ 53 h 16"/>
                <a:gd name="T2" fmla="*/ 17 w 10"/>
                <a:gd name="T3" fmla="*/ 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5"/>
                  </a:moveTo>
                  <a:cubicBezTo>
                    <a:pt x="3" y="16"/>
                    <a:pt x="10" y="0"/>
                    <a:pt x="2" y="5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1" name="Freeform 1800">
              <a:extLst>
                <a:ext uri="{FF2B5EF4-FFF2-40B4-BE49-F238E27FC236}">
                  <a16:creationId xmlns:a16="http://schemas.microsoft.com/office/drawing/2014/main" id="{FB77DA0E-A533-4222-855B-18111532A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973"/>
              <a:ext cx="34" cy="22"/>
            </a:xfrm>
            <a:custGeom>
              <a:avLst/>
              <a:gdLst>
                <a:gd name="T0" fmla="*/ 49 w 16"/>
                <a:gd name="T1" fmla="*/ 0 h 10"/>
                <a:gd name="T2" fmla="*/ 68 w 16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5" y="0"/>
                  </a:moveTo>
                  <a:cubicBezTo>
                    <a:pt x="0" y="10"/>
                    <a:pt x="16" y="0"/>
                    <a:pt x="7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2" name="Freeform 1801">
              <a:extLst>
                <a:ext uri="{FF2B5EF4-FFF2-40B4-BE49-F238E27FC236}">
                  <a16:creationId xmlns:a16="http://schemas.microsoft.com/office/drawing/2014/main" id="{8A05C436-6C50-4828-99EE-AEB6C83DC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995"/>
              <a:ext cx="13" cy="11"/>
            </a:xfrm>
            <a:custGeom>
              <a:avLst/>
              <a:gdLst>
                <a:gd name="T0" fmla="*/ 20 w 6"/>
                <a:gd name="T1" fmla="*/ 0 h 5"/>
                <a:gd name="T2" fmla="*/ 0 w 6"/>
                <a:gd name="T3" fmla="*/ 44 h 5"/>
                <a:gd name="T4" fmla="*/ 61 w 6"/>
                <a:gd name="T5" fmla="*/ 20 h 5"/>
                <a:gd name="T6" fmla="*/ 3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4" y="5"/>
                    <a:pt x="6" y="2"/>
                  </a:cubicBezTo>
                  <a:cubicBezTo>
                    <a:pt x="5" y="1"/>
                    <a:pt x="5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3" name="Freeform 1802">
              <a:extLst>
                <a:ext uri="{FF2B5EF4-FFF2-40B4-BE49-F238E27FC236}">
                  <a16:creationId xmlns:a16="http://schemas.microsoft.com/office/drawing/2014/main" id="{8980A8AE-A339-4470-A91F-CCE9D1FBE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964"/>
              <a:ext cx="7" cy="5"/>
            </a:xfrm>
            <a:custGeom>
              <a:avLst/>
              <a:gdLst>
                <a:gd name="T0" fmla="*/ 0 w 3"/>
                <a:gd name="T1" fmla="*/ 33 h 2"/>
                <a:gd name="T2" fmla="*/ 12 w 3"/>
                <a:gd name="T3" fmla="*/ 33 h 2"/>
                <a:gd name="T4" fmla="*/ 37 w 3"/>
                <a:gd name="T5" fmla="*/ 0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2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4" name="Freeform 1803">
              <a:extLst>
                <a:ext uri="{FF2B5EF4-FFF2-40B4-BE49-F238E27FC236}">
                  <a16:creationId xmlns:a16="http://schemas.microsoft.com/office/drawing/2014/main" id="{01EAC8B1-1CA9-486B-84C7-77296DA3D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975"/>
              <a:ext cx="6" cy="9"/>
            </a:xfrm>
            <a:custGeom>
              <a:avLst/>
              <a:gdLst>
                <a:gd name="T0" fmla="*/ 8 w 3"/>
                <a:gd name="T1" fmla="*/ 25 h 4"/>
                <a:gd name="T2" fmla="*/ 0 w 3"/>
                <a:gd name="T3" fmla="*/ 2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4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5" name="Freeform 1804">
              <a:extLst>
                <a:ext uri="{FF2B5EF4-FFF2-40B4-BE49-F238E27FC236}">
                  <a16:creationId xmlns:a16="http://schemas.microsoft.com/office/drawing/2014/main" id="{E4BA7040-61CA-4642-AE16-D5E9D04A5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4004"/>
              <a:ext cx="13" cy="14"/>
            </a:xfrm>
            <a:custGeom>
              <a:avLst/>
              <a:gdLst>
                <a:gd name="T0" fmla="*/ 43 w 6"/>
                <a:gd name="T1" fmla="*/ 0 h 6"/>
                <a:gd name="T2" fmla="*/ 0 w 6"/>
                <a:gd name="T3" fmla="*/ 28 h 6"/>
                <a:gd name="T4" fmla="*/ 61 w 6"/>
                <a:gd name="T5" fmla="*/ 37 h 6"/>
                <a:gd name="T6" fmla="*/ 52 w 6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2" y="0"/>
                    <a:pt x="1" y="0"/>
                    <a:pt x="0" y="2"/>
                  </a:cubicBezTo>
                  <a:cubicBezTo>
                    <a:pt x="1" y="4"/>
                    <a:pt x="4" y="6"/>
                    <a:pt x="6" y="3"/>
                  </a:cubicBezTo>
                  <a:cubicBezTo>
                    <a:pt x="6" y="2"/>
                    <a:pt x="6" y="1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6" name="Freeform 1805">
              <a:extLst>
                <a:ext uri="{FF2B5EF4-FFF2-40B4-BE49-F238E27FC236}">
                  <a16:creationId xmlns:a16="http://schemas.microsoft.com/office/drawing/2014/main" id="{57FBA676-08A2-4783-96EF-72218508E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4015"/>
              <a:ext cx="10" cy="9"/>
            </a:xfrm>
            <a:custGeom>
              <a:avLst/>
              <a:gdLst>
                <a:gd name="T0" fmla="*/ 16 w 5"/>
                <a:gd name="T1" fmla="*/ 11 h 4"/>
                <a:gd name="T2" fmla="*/ 0 w 5"/>
                <a:gd name="T3" fmla="*/ 25 h 4"/>
                <a:gd name="T4" fmla="*/ 40 w 5"/>
                <a:gd name="T5" fmla="*/ 11 h 4"/>
                <a:gd name="T6" fmla="*/ 2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4"/>
                    <a:pt x="3" y="3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7" name="Freeform 1806">
              <a:extLst>
                <a:ext uri="{FF2B5EF4-FFF2-40B4-BE49-F238E27FC236}">
                  <a16:creationId xmlns:a16="http://schemas.microsoft.com/office/drawing/2014/main" id="{E1C8186D-35AA-43D3-9732-E93F7FCB8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991"/>
              <a:ext cx="6" cy="7"/>
            </a:xfrm>
            <a:custGeom>
              <a:avLst/>
              <a:gdLst>
                <a:gd name="T0" fmla="*/ 0 w 3"/>
                <a:gd name="T1" fmla="*/ 37 h 3"/>
                <a:gd name="T2" fmla="*/ 24 w 3"/>
                <a:gd name="T3" fmla="*/ 12 h 3"/>
                <a:gd name="T4" fmla="*/ 8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3"/>
                    <a:pt x="3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8" name="Freeform 1807">
              <a:extLst>
                <a:ext uri="{FF2B5EF4-FFF2-40B4-BE49-F238E27FC236}">
                  <a16:creationId xmlns:a16="http://schemas.microsoft.com/office/drawing/2014/main" id="{FDD4125D-C1AF-49A6-960E-5D7E58ECB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986"/>
              <a:ext cx="12" cy="12"/>
            </a:xfrm>
            <a:custGeom>
              <a:avLst/>
              <a:gdLst>
                <a:gd name="T0" fmla="*/ 24 w 6"/>
                <a:gd name="T1" fmla="*/ 0 h 5"/>
                <a:gd name="T2" fmla="*/ 0 w 6"/>
                <a:gd name="T3" fmla="*/ 12 h 5"/>
                <a:gd name="T4" fmla="*/ 48 w 6"/>
                <a:gd name="T5" fmla="*/ 29 h 5"/>
                <a:gd name="T6" fmla="*/ 40 w 6"/>
                <a:gd name="T7" fmla="*/ 0 h 5"/>
                <a:gd name="T8" fmla="*/ 24 w 6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5"/>
                    <a:pt x="4" y="4"/>
                    <a:pt x="6" y="2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9" name="Freeform 1808">
              <a:extLst>
                <a:ext uri="{FF2B5EF4-FFF2-40B4-BE49-F238E27FC236}">
                  <a16:creationId xmlns:a16="http://schemas.microsoft.com/office/drawing/2014/main" id="{E5DB2842-782B-4A80-892A-5CC00168E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4011"/>
              <a:ext cx="11" cy="11"/>
            </a:xfrm>
            <a:custGeom>
              <a:avLst/>
              <a:gdLst>
                <a:gd name="T0" fmla="*/ 20 w 5"/>
                <a:gd name="T1" fmla="*/ 0 h 5"/>
                <a:gd name="T2" fmla="*/ 0 w 5"/>
                <a:gd name="T3" fmla="*/ 44 h 5"/>
                <a:gd name="T4" fmla="*/ 3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5" y="3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0" name="Freeform 1809">
              <a:extLst>
                <a:ext uri="{FF2B5EF4-FFF2-40B4-BE49-F238E27FC236}">
                  <a16:creationId xmlns:a16="http://schemas.microsoft.com/office/drawing/2014/main" id="{E5D9AB1A-BD8D-4DD2-8C32-7284D4DA7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4000"/>
              <a:ext cx="10" cy="11"/>
            </a:xfrm>
            <a:custGeom>
              <a:avLst/>
              <a:gdLst>
                <a:gd name="T0" fmla="*/ 32 w 5"/>
                <a:gd name="T1" fmla="*/ 0 h 5"/>
                <a:gd name="T2" fmla="*/ 0 w 5"/>
                <a:gd name="T3" fmla="*/ 33 h 5"/>
                <a:gd name="T4" fmla="*/ 40 w 5"/>
                <a:gd name="T5" fmla="*/ 0 h 5"/>
                <a:gd name="T6" fmla="*/ 32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2" y="5"/>
                    <a:pt x="5" y="3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1" name="Freeform 1810">
              <a:extLst>
                <a:ext uri="{FF2B5EF4-FFF2-40B4-BE49-F238E27FC236}">
                  <a16:creationId xmlns:a16="http://schemas.microsoft.com/office/drawing/2014/main" id="{F21E9BEF-52A6-45EB-8CF6-759DB62EB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973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0 w 4"/>
                <a:gd name="T3" fmla="*/ 44 h 5"/>
                <a:gd name="T4" fmla="*/ 45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4" y="4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2" name="Freeform 1811">
              <a:extLst>
                <a:ext uri="{FF2B5EF4-FFF2-40B4-BE49-F238E27FC236}">
                  <a16:creationId xmlns:a16="http://schemas.microsoft.com/office/drawing/2014/main" id="{14C5002A-761B-4D2C-A5E6-0C6A3A01F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960"/>
              <a:ext cx="13" cy="9"/>
            </a:xfrm>
            <a:custGeom>
              <a:avLst/>
              <a:gdLst>
                <a:gd name="T0" fmla="*/ 43 w 6"/>
                <a:gd name="T1" fmla="*/ 11 h 4"/>
                <a:gd name="T2" fmla="*/ 0 w 6"/>
                <a:gd name="T3" fmla="*/ 36 h 4"/>
                <a:gd name="T4" fmla="*/ 61 w 6"/>
                <a:gd name="T5" fmla="*/ 11 h 4"/>
                <a:gd name="T6" fmla="*/ 4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1"/>
                    <a:pt x="1" y="0"/>
                    <a:pt x="0" y="3"/>
                  </a:cubicBezTo>
                  <a:cubicBezTo>
                    <a:pt x="2" y="4"/>
                    <a:pt x="5" y="4"/>
                    <a:pt x="6" y="1"/>
                  </a:cubicBezTo>
                  <a:cubicBezTo>
                    <a:pt x="6" y="0"/>
                    <a:pt x="5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3" name="Freeform 1812">
              <a:extLst>
                <a:ext uri="{FF2B5EF4-FFF2-40B4-BE49-F238E27FC236}">
                  <a16:creationId xmlns:a16="http://schemas.microsoft.com/office/drawing/2014/main" id="{EA33890E-B33D-4945-922C-B85D03EFF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971"/>
              <a:ext cx="10" cy="9"/>
            </a:xfrm>
            <a:custGeom>
              <a:avLst/>
              <a:gdLst>
                <a:gd name="T0" fmla="*/ 24 w 5"/>
                <a:gd name="T1" fmla="*/ 11 h 4"/>
                <a:gd name="T2" fmla="*/ 0 w 5"/>
                <a:gd name="T3" fmla="*/ 36 h 4"/>
                <a:gd name="T4" fmla="*/ 8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4" y="4"/>
                    <a:pt x="5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4" name="Freeform 1813">
              <a:extLst>
                <a:ext uri="{FF2B5EF4-FFF2-40B4-BE49-F238E27FC236}">
                  <a16:creationId xmlns:a16="http://schemas.microsoft.com/office/drawing/2014/main" id="{085BD93F-6202-40BD-A0AF-EE9AE388A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3989"/>
              <a:ext cx="13" cy="11"/>
            </a:xfrm>
            <a:custGeom>
              <a:avLst/>
              <a:gdLst>
                <a:gd name="T0" fmla="*/ 52 w 6"/>
                <a:gd name="T1" fmla="*/ 0 h 5"/>
                <a:gd name="T2" fmla="*/ 20 w 6"/>
                <a:gd name="T3" fmla="*/ 44 h 5"/>
                <a:gd name="T4" fmla="*/ 4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2" y="0"/>
                    <a:pt x="0" y="2"/>
                    <a:pt x="2" y="4"/>
                  </a:cubicBezTo>
                  <a:cubicBezTo>
                    <a:pt x="4" y="5"/>
                    <a:pt x="6" y="3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5" name="Freeform 1814">
              <a:extLst>
                <a:ext uri="{FF2B5EF4-FFF2-40B4-BE49-F238E27FC236}">
                  <a16:creationId xmlns:a16="http://schemas.microsoft.com/office/drawing/2014/main" id="{B191A153-B7FB-4DDA-8170-65F5584C9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4020"/>
              <a:ext cx="11" cy="9"/>
            </a:xfrm>
            <a:custGeom>
              <a:avLst/>
              <a:gdLst>
                <a:gd name="T0" fmla="*/ 20 w 5"/>
                <a:gd name="T1" fmla="*/ 11 h 4"/>
                <a:gd name="T2" fmla="*/ 0 w 5"/>
                <a:gd name="T3" fmla="*/ 36 h 4"/>
                <a:gd name="T4" fmla="*/ 33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2"/>
                    <a:pt x="0" y="1"/>
                    <a:pt x="0" y="3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6" name="Freeform 1815">
              <a:extLst>
                <a:ext uri="{FF2B5EF4-FFF2-40B4-BE49-F238E27FC236}">
                  <a16:creationId xmlns:a16="http://schemas.microsoft.com/office/drawing/2014/main" id="{951E01FB-C59D-499C-B374-1B15294D4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4027"/>
              <a:ext cx="23" cy="15"/>
            </a:xfrm>
            <a:custGeom>
              <a:avLst/>
              <a:gdLst>
                <a:gd name="T0" fmla="*/ 44 w 11"/>
                <a:gd name="T1" fmla="*/ 9 h 7"/>
                <a:gd name="T2" fmla="*/ 8 w 11"/>
                <a:gd name="T3" fmla="*/ 41 h 7"/>
                <a:gd name="T4" fmla="*/ 36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1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5" y="7"/>
                    <a:pt x="11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7" name="Freeform 1816">
              <a:extLst>
                <a:ext uri="{FF2B5EF4-FFF2-40B4-BE49-F238E27FC236}">
                  <a16:creationId xmlns:a16="http://schemas.microsoft.com/office/drawing/2014/main" id="{670C1D2E-FEB4-4105-820E-EA2CC5FCD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4040"/>
              <a:ext cx="12" cy="9"/>
            </a:xfrm>
            <a:custGeom>
              <a:avLst/>
              <a:gdLst>
                <a:gd name="T0" fmla="*/ 24 w 6"/>
                <a:gd name="T1" fmla="*/ 11 h 4"/>
                <a:gd name="T2" fmla="*/ 8 w 6"/>
                <a:gd name="T3" fmla="*/ 45 h 4"/>
                <a:gd name="T4" fmla="*/ 32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6" y="2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8" name="Freeform 1817">
              <a:extLst>
                <a:ext uri="{FF2B5EF4-FFF2-40B4-BE49-F238E27FC236}">
                  <a16:creationId xmlns:a16="http://schemas.microsoft.com/office/drawing/2014/main" id="{EAFF5A6F-CE08-4B04-A09C-8D445FFA4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4018"/>
              <a:ext cx="15" cy="15"/>
            </a:xfrm>
            <a:custGeom>
              <a:avLst/>
              <a:gdLst>
                <a:gd name="T0" fmla="*/ 41 w 7"/>
                <a:gd name="T1" fmla="*/ 0 h 7"/>
                <a:gd name="T2" fmla="*/ 69 w 7"/>
                <a:gd name="T3" fmla="*/ 41 h 7"/>
                <a:gd name="T4" fmla="*/ 51 w 7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0" y="3"/>
                    <a:pt x="3" y="7"/>
                    <a:pt x="7" y="4"/>
                  </a:cubicBezTo>
                  <a:cubicBezTo>
                    <a:pt x="7" y="2"/>
                    <a:pt x="6" y="1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9" name="Freeform 1818">
              <a:extLst>
                <a:ext uri="{FF2B5EF4-FFF2-40B4-BE49-F238E27FC236}">
                  <a16:creationId xmlns:a16="http://schemas.microsoft.com/office/drawing/2014/main" id="{30A5024E-497A-440B-A313-158E899F2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4042"/>
              <a:ext cx="6" cy="7"/>
            </a:xfrm>
            <a:custGeom>
              <a:avLst/>
              <a:gdLst>
                <a:gd name="T0" fmla="*/ 0 w 3"/>
                <a:gd name="T1" fmla="*/ 12 h 3"/>
                <a:gd name="T2" fmla="*/ 0 w 3"/>
                <a:gd name="T3" fmla="*/ 37 h 3"/>
                <a:gd name="T4" fmla="*/ 24 w 3"/>
                <a:gd name="T5" fmla="*/ 28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0" name="Freeform 1819">
              <a:extLst>
                <a:ext uri="{FF2B5EF4-FFF2-40B4-BE49-F238E27FC236}">
                  <a16:creationId xmlns:a16="http://schemas.microsoft.com/office/drawing/2014/main" id="{46AFE2EF-9AE9-4D02-8E34-7A50DCD72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4036"/>
              <a:ext cx="12" cy="11"/>
            </a:xfrm>
            <a:custGeom>
              <a:avLst/>
              <a:gdLst>
                <a:gd name="T0" fmla="*/ 8 w 6"/>
                <a:gd name="T1" fmla="*/ 20 h 5"/>
                <a:gd name="T2" fmla="*/ 8 w 6"/>
                <a:gd name="T3" fmla="*/ 53 h 5"/>
                <a:gd name="T4" fmla="*/ 0 w 6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0" y="3"/>
                    <a:pt x="0" y="5"/>
                    <a:pt x="1" y="5"/>
                  </a:cubicBezTo>
                  <a:cubicBezTo>
                    <a:pt x="6" y="5"/>
                    <a:pt x="4" y="0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1" name="Freeform 1820">
              <a:extLst>
                <a:ext uri="{FF2B5EF4-FFF2-40B4-BE49-F238E27FC236}">
                  <a16:creationId xmlns:a16="http://schemas.microsoft.com/office/drawing/2014/main" id="{B0931706-333C-4CC4-A450-A17775F7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4027"/>
              <a:ext cx="10" cy="11"/>
            </a:xfrm>
            <a:custGeom>
              <a:avLst/>
              <a:gdLst>
                <a:gd name="T0" fmla="*/ 0 w 5"/>
                <a:gd name="T1" fmla="*/ 20 h 5"/>
                <a:gd name="T2" fmla="*/ 8 w 5"/>
                <a:gd name="T3" fmla="*/ 44 h 5"/>
                <a:gd name="T4" fmla="*/ 40 w 5"/>
                <a:gd name="T5" fmla="*/ 20 h 5"/>
                <a:gd name="T6" fmla="*/ 0 w 5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5"/>
                    <a:pt x="4" y="4"/>
                    <a:pt x="5" y="2"/>
                  </a:cubicBezTo>
                  <a:cubicBezTo>
                    <a:pt x="3" y="0"/>
                    <a:pt x="1" y="1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2" name="Freeform 1821">
              <a:extLst>
                <a:ext uri="{FF2B5EF4-FFF2-40B4-BE49-F238E27FC236}">
                  <a16:creationId xmlns:a16="http://schemas.microsoft.com/office/drawing/2014/main" id="{5109234C-AB7D-41FD-9C90-6A7194BD9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4000"/>
              <a:ext cx="11" cy="9"/>
            </a:xfrm>
            <a:custGeom>
              <a:avLst/>
              <a:gdLst>
                <a:gd name="T0" fmla="*/ 9 w 5"/>
                <a:gd name="T1" fmla="*/ 0 h 4"/>
                <a:gd name="T2" fmla="*/ 9 w 5"/>
                <a:gd name="T3" fmla="*/ 36 h 4"/>
                <a:gd name="T4" fmla="*/ 53 w 5"/>
                <a:gd name="T5" fmla="*/ 11 h 4"/>
                <a:gd name="T6" fmla="*/ 20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4" y="4"/>
                    <a:pt x="5" y="3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3" name="Freeform 1822">
              <a:extLst>
                <a:ext uri="{FF2B5EF4-FFF2-40B4-BE49-F238E27FC236}">
                  <a16:creationId xmlns:a16="http://schemas.microsoft.com/office/drawing/2014/main" id="{F9D267CD-33EF-444C-8D3D-E3C7127D1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980"/>
              <a:ext cx="9" cy="9"/>
            </a:xfrm>
            <a:custGeom>
              <a:avLst/>
              <a:gdLst>
                <a:gd name="T0" fmla="*/ 0 w 4"/>
                <a:gd name="T1" fmla="*/ 25 h 4"/>
                <a:gd name="T2" fmla="*/ 45 w 4"/>
                <a:gd name="T3" fmla="*/ 11 h 4"/>
                <a:gd name="T4" fmla="*/ 11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2" y="4"/>
                    <a:pt x="4" y="3"/>
                    <a:pt x="4" y="1"/>
                  </a:cubicBezTo>
                  <a:cubicBezTo>
                    <a:pt x="3" y="0"/>
                    <a:pt x="3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4" name="Freeform 1823">
              <a:extLst>
                <a:ext uri="{FF2B5EF4-FFF2-40B4-BE49-F238E27FC236}">
                  <a16:creationId xmlns:a16="http://schemas.microsoft.com/office/drawing/2014/main" id="{363EEE54-73F2-4B2E-8D2D-803D092F8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3935"/>
              <a:ext cx="13" cy="11"/>
            </a:xfrm>
            <a:custGeom>
              <a:avLst/>
              <a:gdLst>
                <a:gd name="T0" fmla="*/ 0 w 6"/>
                <a:gd name="T1" fmla="*/ 9 h 5"/>
                <a:gd name="T2" fmla="*/ 9 w 6"/>
                <a:gd name="T3" fmla="*/ 53 h 5"/>
                <a:gd name="T4" fmla="*/ 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6" y="4"/>
                    <a:pt x="5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5" name="Freeform 1824">
              <a:extLst>
                <a:ext uri="{FF2B5EF4-FFF2-40B4-BE49-F238E27FC236}">
                  <a16:creationId xmlns:a16="http://schemas.microsoft.com/office/drawing/2014/main" id="{177332BC-76FB-4F7B-879D-5CB1D8618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919"/>
              <a:ext cx="10" cy="7"/>
            </a:xfrm>
            <a:custGeom>
              <a:avLst/>
              <a:gdLst>
                <a:gd name="T0" fmla="*/ 8 w 5"/>
                <a:gd name="T1" fmla="*/ 0 h 3"/>
                <a:gd name="T2" fmla="*/ 16 w 5"/>
                <a:gd name="T3" fmla="*/ 37 h 3"/>
                <a:gd name="T4" fmla="*/ 8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5" y="3"/>
                    <a:pt x="5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6" name="Freeform 1825">
              <a:extLst>
                <a:ext uri="{FF2B5EF4-FFF2-40B4-BE49-F238E27FC236}">
                  <a16:creationId xmlns:a16="http://schemas.microsoft.com/office/drawing/2014/main" id="{FAC628FE-AFD5-49BB-9ACF-CBB6FFFFE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937"/>
              <a:ext cx="12" cy="11"/>
            </a:xfrm>
            <a:custGeom>
              <a:avLst/>
              <a:gdLst>
                <a:gd name="T0" fmla="*/ 24 w 6"/>
                <a:gd name="T1" fmla="*/ 0 h 5"/>
                <a:gd name="T2" fmla="*/ 16 w 6"/>
                <a:gd name="T3" fmla="*/ 53 h 5"/>
                <a:gd name="T4" fmla="*/ 48 w 6"/>
                <a:gd name="T5" fmla="*/ 20 h 5"/>
                <a:gd name="T6" fmla="*/ 24 w 6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1"/>
                    <a:pt x="0" y="3"/>
                    <a:pt x="2" y="5"/>
                  </a:cubicBezTo>
                  <a:cubicBezTo>
                    <a:pt x="4" y="5"/>
                    <a:pt x="5" y="4"/>
                    <a:pt x="6" y="2"/>
                  </a:cubicBezTo>
                  <a:cubicBezTo>
                    <a:pt x="5" y="0"/>
                    <a:pt x="5" y="1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7" name="Freeform 1826">
              <a:extLst>
                <a:ext uri="{FF2B5EF4-FFF2-40B4-BE49-F238E27FC236}">
                  <a16:creationId xmlns:a16="http://schemas.microsoft.com/office/drawing/2014/main" id="{514E5765-D629-4396-B1F1-E1546C7CB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948"/>
              <a:ext cx="11" cy="12"/>
            </a:xfrm>
            <a:custGeom>
              <a:avLst/>
              <a:gdLst>
                <a:gd name="T0" fmla="*/ 33 w 5"/>
                <a:gd name="T1" fmla="*/ 12 h 5"/>
                <a:gd name="T2" fmla="*/ 9 w 5"/>
                <a:gd name="T3" fmla="*/ 70 h 5"/>
                <a:gd name="T4" fmla="*/ 53 w 5"/>
                <a:gd name="T5" fmla="*/ 12 h 5"/>
                <a:gd name="T6" fmla="*/ 33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2"/>
                    <a:pt x="0" y="2"/>
                    <a:pt x="1" y="5"/>
                  </a:cubicBezTo>
                  <a:cubicBezTo>
                    <a:pt x="3" y="4"/>
                    <a:pt x="4" y="3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8" name="Freeform 1827">
              <a:extLst>
                <a:ext uri="{FF2B5EF4-FFF2-40B4-BE49-F238E27FC236}">
                  <a16:creationId xmlns:a16="http://schemas.microsoft.com/office/drawing/2014/main" id="{C6953FB0-1AAE-4923-BF88-B1E43364F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919"/>
              <a:ext cx="8" cy="7"/>
            </a:xfrm>
            <a:custGeom>
              <a:avLst/>
              <a:gdLst>
                <a:gd name="T0" fmla="*/ 16 w 4"/>
                <a:gd name="T1" fmla="*/ 0 h 3"/>
                <a:gd name="T2" fmla="*/ 0 w 4"/>
                <a:gd name="T3" fmla="*/ 37 h 3"/>
                <a:gd name="T4" fmla="*/ 24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9" name="Freeform 1828">
              <a:extLst>
                <a:ext uri="{FF2B5EF4-FFF2-40B4-BE49-F238E27FC236}">
                  <a16:creationId xmlns:a16="http://schemas.microsoft.com/office/drawing/2014/main" id="{7E70C86A-F20F-4D15-AE36-9A833F2C6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911"/>
              <a:ext cx="11" cy="8"/>
            </a:xfrm>
            <a:custGeom>
              <a:avLst/>
              <a:gdLst>
                <a:gd name="T0" fmla="*/ 33 w 5"/>
                <a:gd name="T1" fmla="*/ 8 h 4"/>
                <a:gd name="T2" fmla="*/ 9 w 5"/>
                <a:gd name="T3" fmla="*/ 32 h 4"/>
                <a:gd name="T4" fmla="*/ 53 w 5"/>
                <a:gd name="T5" fmla="*/ 8 h 4"/>
                <a:gd name="T6" fmla="*/ 4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0" name="Freeform 1829">
              <a:extLst>
                <a:ext uri="{FF2B5EF4-FFF2-40B4-BE49-F238E27FC236}">
                  <a16:creationId xmlns:a16="http://schemas.microsoft.com/office/drawing/2014/main" id="{82DEEBFB-AA7E-41E4-A779-FF9816D6A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877"/>
              <a:ext cx="11" cy="11"/>
            </a:xfrm>
            <a:custGeom>
              <a:avLst/>
              <a:gdLst>
                <a:gd name="T0" fmla="*/ 20 w 5"/>
                <a:gd name="T1" fmla="*/ 0 h 5"/>
                <a:gd name="T2" fmla="*/ 0 w 5"/>
                <a:gd name="T3" fmla="*/ 53 h 5"/>
                <a:gd name="T4" fmla="*/ 53 w 5"/>
                <a:gd name="T5" fmla="*/ 20 h 5"/>
                <a:gd name="T6" fmla="*/ 9 w 5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2" y="5"/>
                    <a:pt x="4" y="4"/>
                    <a:pt x="5" y="2"/>
                  </a:cubicBezTo>
                  <a:cubicBezTo>
                    <a:pt x="4" y="0"/>
                    <a:pt x="3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1" name="Freeform 1830">
              <a:extLst>
                <a:ext uri="{FF2B5EF4-FFF2-40B4-BE49-F238E27FC236}">
                  <a16:creationId xmlns:a16="http://schemas.microsoft.com/office/drawing/2014/main" id="{9A495AC3-5365-4265-AD67-5CA411652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866"/>
              <a:ext cx="9" cy="11"/>
            </a:xfrm>
            <a:custGeom>
              <a:avLst/>
              <a:gdLst>
                <a:gd name="T0" fmla="*/ 25 w 4"/>
                <a:gd name="T1" fmla="*/ 9 h 5"/>
                <a:gd name="T2" fmla="*/ 0 w 4"/>
                <a:gd name="T3" fmla="*/ 44 h 5"/>
                <a:gd name="T4" fmla="*/ 45 w 4"/>
                <a:gd name="T5" fmla="*/ 9 h 5"/>
                <a:gd name="T6" fmla="*/ 25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3" y="4"/>
                    <a:pt x="4" y="1"/>
                  </a:cubicBezTo>
                  <a:cubicBezTo>
                    <a:pt x="4" y="0"/>
                    <a:pt x="4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2" name="Freeform 1831">
              <a:extLst>
                <a:ext uri="{FF2B5EF4-FFF2-40B4-BE49-F238E27FC236}">
                  <a16:creationId xmlns:a16="http://schemas.microsoft.com/office/drawing/2014/main" id="{B889E313-BD0F-47FE-B05A-AF81495F5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844"/>
              <a:ext cx="10" cy="11"/>
            </a:xfrm>
            <a:custGeom>
              <a:avLst/>
              <a:gdLst>
                <a:gd name="T0" fmla="*/ 24 w 5"/>
                <a:gd name="T1" fmla="*/ 20 h 5"/>
                <a:gd name="T2" fmla="*/ 0 w 5"/>
                <a:gd name="T3" fmla="*/ 44 h 5"/>
                <a:gd name="T4" fmla="*/ 40 w 5"/>
                <a:gd name="T5" fmla="*/ 9 h 5"/>
                <a:gd name="T6" fmla="*/ 24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2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3" y="5"/>
                    <a:pt x="5" y="4"/>
                    <a:pt x="5" y="1"/>
                  </a:cubicBezTo>
                  <a:cubicBezTo>
                    <a:pt x="4" y="0"/>
                    <a:pt x="4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3" name="Freeform 1832">
              <a:extLst>
                <a:ext uri="{FF2B5EF4-FFF2-40B4-BE49-F238E27FC236}">
                  <a16:creationId xmlns:a16="http://schemas.microsoft.com/office/drawing/2014/main" id="{AD91D991-8A8B-4C81-8453-14CE70D0F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830"/>
              <a:ext cx="8" cy="9"/>
            </a:xfrm>
            <a:custGeom>
              <a:avLst/>
              <a:gdLst>
                <a:gd name="T0" fmla="*/ 24 w 4"/>
                <a:gd name="T1" fmla="*/ 0 h 4"/>
                <a:gd name="T2" fmla="*/ 32 w 4"/>
                <a:gd name="T3" fmla="*/ 25 h 4"/>
                <a:gd name="T4" fmla="*/ 0 w 4"/>
                <a:gd name="T5" fmla="*/ 45 h 4"/>
                <a:gd name="T6" fmla="*/ 16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1"/>
                    <a:pt x="4" y="1"/>
                    <a:pt x="4" y="2"/>
                  </a:cubicBezTo>
                  <a:cubicBezTo>
                    <a:pt x="3" y="3"/>
                    <a:pt x="2" y="4"/>
                    <a:pt x="0" y="4"/>
                  </a:cubicBezTo>
                  <a:cubicBezTo>
                    <a:pt x="0" y="2"/>
                    <a:pt x="1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4" name="Freeform 1833">
              <a:extLst>
                <a:ext uri="{FF2B5EF4-FFF2-40B4-BE49-F238E27FC236}">
                  <a16:creationId xmlns:a16="http://schemas.microsoft.com/office/drawing/2014/main" id="{3EBAE028-6664-42E6-AE81-E4C7DCB14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774"/>
              <a:ext cx="8" cy="14"/>
            </a:xfrm>
            <a:custGeom>
              <a:avLst/>
              <a:gdLst>
                <a:gd name="T0" fmla="*/ 24 w 4"/>
                <a:gd name="T1" fmla="*/ 0 h 6"/>
                <a:gd name="T2" fmla="*/ 0 w 4"/>
                <a:gd name="T3" fmla="*/ 65 h 6"/>
                <a:gd name="T4" fmla="*/ 24 w 4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3" y="6"/>
                    <a:pt x="4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5" name="Freeform 1834">
              <a:extLst>
                <a:ext uri="{FF2B5EF4-FFF2-40B4-BE49-F238E27FC236}">
                  <a16:creationId xmlns:a16="http://schemas.microsoft.com/office/drawing/2014/main" id="{EC69589D-9339-455A-BDBE-D44F6940F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812"/>
              <a:ext cx="7" cy="9"/>
            </a:xfrm>
            <a:custGeom>
              <a:avLst/>
              <a:gdLst>
                <a:gd name="T0" fmla="*/ 12 w 3"/>
                <a:gd name="T1" fmla="*/ 25 h 4"/>
                <a:gd name="T2" fmla="*/ 12 w 3"/>
                <a:gd name="T3" fmla="*/ 45 h 4"/>
                <a:gd name="T4" fmla="*/ 37 w 3"/>
                <a:gd name="T5" fmla="*/ 11 h 4"/>
                <a:gd name="T6" fmla="*/ 12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2" y="3"/>
                    <a:pt x="2" y="3"/>
                    <a:pt x="3" y="1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6" name="Freeform 1835">
              <a:extLst>
                <a:ext uri="{FF2B5EF4-FFF2-40B4-BE49-F238E27FC236}">
                  <a16:creationId xmlns:a16="http://schemas.microsoft.com/office/drawing/2014/main" id="{CB38514C-1683-4E3F-8ADF-B12300C32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937"/>
              <a:ext cx="10" cy="9"/>
            </a:xfrm>
            <a:custGeom>
              <a:avLst/>
              <a:gdLst>
                <a:gd name="T0" fmla="*/ 16 w 5"/>
                <a:gd name="T1" fmla="*/ 11 h 4"/>
                <a:gd name="T2" fmla="*/ 0 w 5"/>
                <a:gd name="T3" fmla="*/ 45 h 4"/>
                <a:gd name="T4" fmla="*/ 2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7" name="Freeform 1836">
              <a:extLst>
                <a:ext uri="{FF2B5EF4-FFF2-40B4-BE49-F238E27FC236}">
                  <a16:creationId xmlns:a16="http://schemas.microsoft.com/office/drawing/2014/main" id="{1CA24E55-6B58-4D78-9E6A-95423F6CA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3908"/>
              <a:ext cx="9" cy="9"/>
            </a:xfrm>
            <a:custGeom>
              <a:avLst/>
              <a:gdLst>
                <a:gd name="T0" fmla="*/ 36 w 4"/>
                <a:gd name="T1" fmla="*/ 0 h 4"/>
                <a:gd name="T2" fmla="*/ 0 w 4"/>
                <a:gd name="T3" fmla="*/ 45 h 4"/>
                <a:gd name="T4" fmla="*/ 45 w 4"/>
                <a:gd name="T5" fmla="*/ 11 h 4"/>
                <a:gd name="T6" fmla="*/ 11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8" name="Freeform 1837">
              <a:extLst>
                <a:ext uri="{FF2B5EF4-FFF2-40B4-BE49-F238E27FC236}">
                  <a16:creationId xmlns:a16="http://schemas.microsoft.com/office/drawing/2014/main" id="{5F19579E-CC4A-439D-BB73-993D78C30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991"/>
              <a:ext cx="19" cy="13"/>
            </a:xfrm>
            <a:custGeom>
              <a:avLst/>
              <a:gdLst>
                <a:gd name="T0" fmla="*/ 68 w 9"/>
                <a:gd name="T1" fmla="*/ 9 h 6"/>
                <a:gd name="T2" fmla="*/ 0 w 9"/>
                <a:gd name="T3" fmla="*/ 52 h 6"/>
                <a:gd name="T4" fmla="*/ 68 w 9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7" y="1"/>
                  </a:moveTo>
                  <a:cubicBezTo>
                    <a:pt x="4" y="0"/>
                    <a:pt x="2" y="2"/>
                    <a:pt x="0" y="5"/>
                  </a:cubicBezTo>
                  <a:cubicBezTo>
                    <a:pt x="3" y="6"/>
                    <a:pt x="9" y="4"/>
                    <a:pt x="7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9" name="Freeform 1838">
              <a:extLst>
                <a:ext uri="{FF2B5EF4-FFF2-40B4-BE49-F238E27FC236}">
                  <a16:creationId xmlns:a16="http://schemas.microsoft.com/office/drawing/2014/main" id="{3D298422-8D26-46F1-9487-CD36F8CBD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411"/>
              <a:ext cx="7" cy="11"/>
            </a:xfrm>
            <a:custGeom>
              <a:avLst/>
              <a:gdLst>
                <a:gd name="T0" fmla="*/ 12 w 3"/>
                <a:gd name="T1" fmla="*/ 9 h 5"/>
                <a:gd name="T2" fmla="*/ 12 w 3"/>
                <a:gd name="T3" fmla="*/ 53 h 5"/>
                <a:gd name="T4" fmla="*/ 37 w 3"/>
                <a:gd name="T5" fmla="*/ 0 h 5"/>
                <a:gd name="T6" fmla="*/ 12 w 3"/>
                <a:gd name="T7" fmla="*/ 3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0" name="Freeform 1839">
              <a:extLst>
                <a:ext uri="{FF2B5EF4-FFF2-40B4-BE49-F238E27FC236}">
                  <a16:creationId xmlns:a16="http://schemas.microsoft.com/office/drawing/2014/main" id="{5E73B538-06AB-4C25-ABFE-5BD4C3652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440"/>
              <a:ext cx="13" cy="13"/>
            </a:xfrm>
            <a:custGeom>
              <a:avLst/>
              <a:gdLst>
                <a:gd name="T0" fmla="*/ 33 w 6"/>
                <a:gd name="T1" fmla="*/ 9 h 6"/>
                <a:gd name="T2" fmla="*/ 33 w 6"/>
                <a:gd name="T3" fmla="*/ 61 h 6"/>
                <a:gd name="T4" fmla="*/ 3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0" y="1"/>
                    <a:pt x="0" y="4"/>
                    <a:pt x="3" y="6"/>
                  </a:cubicBezTo>
                  <a:cubicBezTo>
                    <a:pt x="5" y="5"/>
                    <a:pt x="6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1" name="Freeform 1840">
              <a:extLst>
                <a:ext uri="{FF2B5EF4-FFF2-40B4-BE49-F238E27FC236}">
                  <a16:creationId xmlns:a16="http://schemas.microsoft.com/office/drawing/2014/main" id="{5F690F48-1C45-409D-86AF-A45E4516B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493"/>
              <a:ext cx="10" cy="12"/>
            </a:xfrm>
            <a:custGeom>
              <a:avLst/>
              <a:gdLst>
                <a:gd name="T0" fmla="*/ 24 w 5"/>
                <a:gd name="T1" fmla="*/ 12 h 5"/>
                <a:gd name="T2" fmla="*/ 24 w 5"/>
                <a:gd name="T3" fmla="*/ 70 h 5"/>
                <a:gd name="T4" fmla="*/ 40 w 5"/>
                <a:gd name="T5" fmla="*/ 29 h 5"/>
                <a:gd name="T6" fmla="*/ 16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3"/>
                    <a:pt x="0" y="3"/>
                    <a:pt x="3" y="5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2" name="Freeform 1841">
              <a:extLst>
                <a:ext uri="{FF2B5EF4-FFF2-40B4-BE49-F238E27FC236}">
                  <a16:creationId xmlns:a16="http://schemas.microsoft.com/office/drawing/2014/main" id="{959F5AA3-B45C-4FD6-B96C-FF071B442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527"/>
              <a:ext cx="6" cy="11"/>
            </a:xfrm>
            <a:custGeom>
              <a:avLst/>
              <a:gdLst>
                <a:gd name="T0" fmla="*/ 8 w 3"/>
                <a:gd name="T1" fmla="*/ 33 h 5"/>
                <a:gd name="T2" fmla="*/ 8 w 3"/>
                <a:gd name="T3" fmla="*/ 53 h 5"/>
                <a:gd name="T4" fmla="*/ 16 w 3"/>
                <a:gd name="T5" fmla="*/ 0 h 5"/>
                <a:gd name="T6" fmla="*/ 0 w 3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1" y="3"/>
                    <a:pt x="0" y="2"/>
                    <a:pt x="1" y="5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3" name="Freeform 1842">
              <a:extLst>
                <a:ext uri="{FF2B5EF4-FFF2-40B4-BE49-F238E27FC236}">
                  <a16:creationId xmlns:a16="http://schemas.microsoft.com/office/drawing/2014/main" id="{AAB6E788-3E04-4123-B40E-020CAF003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518"/>
              <a:ext cx="6" cy="11"/>
            </a:xfrm>
            <a:custGeom>
              <a:avLst/>
              <a:gdLst>
                <a:gd name="T0" fmla="*/ 16 w 3"/>
                <a:gd name="T1" fmla="*/ 9 h 5"/>
                <a:gd name="T2" fmla="*/ 8 w 3"/>
                <a:gd name="T3" fmla="*/ 53 h 5"/>
                <a:gd name="T4" fmla="*/ 16 w 3"/>
                <a:gd name="T5" fmla="*/ 0 h 5"/>
                <a:gd name="T6" fmla="*/ 0 w 3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4" name="Freeform 1843">
              <a:extLst>
                <a:ext uri="{FF2B5EF4-FFF2-40B4-BE49-F238E27FC236}">
                  <a16:creationId xmlns:a16="http://schemas.microsoft.com/office/drawing/2014/main" id="{3D980A3F-68EF-4199-ACD4-3E4A917E5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578"/>
              <a:ext cx="15" cy="14"/>
            </a:xfrm>
            <a:custGeom>
              <a:avLst/>
              <a:gdLst>
                <a:gd name="T0" fmla="*/ 41 w 7"/>
                <a:gd name="T1" fmla="*/ 28 h 6"/>
                <a:gd name="T2" fmla="*/ 9 w 7"/>
                <a:gd name="T3" fmla="*/ 77 h 6"/>
                <a:gd name="T4" fmla="*/ 19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4" y="5"/>
                    <a:pt x="7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5" name="Freeform 1844">
              <a:extLst>
                <a:ext uri="{FF2B5EF4-FFF2-40B4-BE49-F238E27FC236}">
                  <a16:creationId xmlns:a16="http://schemas.microsoft.com/office/drawing/2014/main" id="{70DC8C14-A500-4564-8ED2-50677B2FF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574"/>
              <a:ext cx="7" cy="11"/>
            </a:xfrm>
            <a:custGeom>
              <a:avLst/>
              <a:gdLst>
                <a:gd name="T0" fmla="*/ 0 w 3"/>
                <a:gd name="T1" fmla="*/ 20 h 5"/>
                <a:gd name="T2" fmla="*/ 12 w 3"/>
                <a:gd name="T3" fmla="*/ 53 h 5"/>
                <a:gd name="T4" fmla="*/ 28 w 3"/>
                <a:gd name="T5" fmla="*/ 0 h 5"/>
                <a:gd name="T6" fmla="*/ 0 w 3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3"/>
                    <a:pt x="3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6" name="Freeform 1845">
              <a:extLst>
                <a:ext uri="{FF2B5EF4-FFF2-40B4-BE49-F238E27FC236}">
                  <a16:creationId xmlns:a16="http://schemas.microsoft.com/office/drawing/2014/main" id="{DDD190BA-02DA-4888-A974-8468F08CD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612"/>
              <a:ext cx="10" cy="13"/>
            </a:xfrm>
            <a:custGeom>
              <a:avLst/>
              <a:gdLst>
                <a:gd name="T0" fmla="*/ 32 w 5"/>
                <a:gd name="T1" fmla="*/ 9 h 6"/>
                <a:gd name="T2" fmla="*/ 8 w 5"/>
                <a:gd name="T3" fmla="*/ 61 h 6"/>
                <a:gd name="T4" fmla="*/ 2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1" y="2"/>
                    <a:pt x="0" y="3"/>
                    <a:pt x="1" y="6"/>
                  </a:cubicBezTo>
                  <a:cubicBezTo>
                    <a:pt x="3" y="5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7" name="Freeform 1846">
              <a:extLst>
                <a:ext uri="{FF2B5EF4-FFF2-40B4-BE49-F238E27FC236}">
                  <a16:creationId xmlns:a16="http://schemas.microsoft.com/office/drawing/2014/main" id="{2F892B51-6C5E-404B-B775-0AF80B38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647"/>
              <a:ext cx="11" cy="16"/>
            </a:xfrm>
            <a:custGeom>
              <a:avLst/>
              <a:gdLst>
                <a:gd name="T0" fmla="*/ 20 w 5"/>
                <a:gd name="T1" fmla="*/ 11 h 7"/>
                <a:gd name="T2" fmla="*/ 9 w 5"/>
                <a:gd name="T3" fmla="*/ 85 h 7"/>
                <a:gd name="T4" fmla="*/ 33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4" y="6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8" name="Freeform 1847">
              <a:extLst>
                <a:ext uri="{FF2B5EF4-FFF2-40B4-BE49-F238E27FC236}">
                  <a16:creationId xmlns:a16="http://schemas.microsoft.com/office/drawing/2014/main" id="{7093A022-B450-4372-81E8-5DC91358F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690"/>
              <a:ext cx="12" cy="11"/>
            </a:xfrm>
            <a:custGeom>
              <a:avLst/>
              <a:gdLst>
                <a:gd name="T0" fmla="*/ 24 w 6"/>
                <a:gd name="T1" fmla="*/ 9 h 5"/>
                <a:gd name="T2" fmla="*/ 8 w 6"/>
                <a:gd name="T3" fmla="*/ 53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4" y="5"/>
                    <a:pt x="6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9" name="Freeform 1848">
              <a:extLst>
                <a:ext uri="{FF2B5EF4-FFF2-40B4-BE49-F238E27FC236}">
                  <a16:creationId xmlns:a16="http://schemas.microsoft.com/office/drawing/2014/main" id="{8351EE1C-6A1E-4D35-833D-E0AA663CA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665"/>
              <a:ext cx="8" cy="11"/>
            </a:xfrm>
            <a:custGeom>
              <a:avLst/>
              <a:gdLst>
                <a:gd name="T0" fmla="*/ 16 w 4"/>
                <a:gd name="T1" fmla="*/ 20 h 5"/>
                <a:gd name="T2" fmla="*/ 8 w 4"/>
                <a:gd name="T3" fmla="*/ 53 h 5"/>
                <a:gd name="T4" fmla="*/ 24 w 4"/>
                <a:gd name="T5" fmla="*/ 0 h 5"/>
                <a:gd name="T6" fmla="*/ 0 w 4"/>
                <a:gd name="T7" fmla="*/ 3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3"/>
                    <a:pt x="1" y="4"/>
                    <a:pt x="1" y="5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1" y="0"/>
                    <a:pt x="1" y="1"/>
                    <a:pt x="0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0" name="Freeform 1849">
              <a:extLst>
                <a:ext uri="{FF2B5EF4-FFF2-40B4-BE49-F238E27FC236}">
                  <a16:creationId xmlns:a16="http://schemas.microsoft.com/office/drawing/2014/main" id="{5025D204-1B19-4867-8AC9-372392CCF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741"/>
              <a:ext cx="10" cy="9"/>
            </a:xfrm>
            <a:custGeom>
              <a:avLst/>
              <a:gdLst>
                <a:gd name="T0" fmla="*/ 0 w 5"/>
                <a:gd name="T1" fmla="*/ 0 h 4"/>
                <a:gd name="T2" fmla="*/ 16 w 5"/>
                <a:gd name="T3" fmla="*/ 45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5" y="3"/>
                    <a:pt x="3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1" name="Freeform 1850">
              <a:extLst>
                <a:ext uri="{FF2B5EF4-FFF2-40B4-BE49-F238E27FC236}">
                  <a16:creationId xmlns:a16="http://schemas.microsoft.com/office/drawing/2014/main" id="{25E03581-B98F-4E00-8C15-A81194F5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683"/>
              <a:ext cx="8" cy="11"/>
            </a:xfrm>
            <a:custGeom>
              <a:avLst/>
              <a:gdLst>
                <a:gd name="T0" fmla="*/ 0 w 4"/>
                <a:gd name="T1" fmla="*/ 20 h 5"/>
                <a:gd name="T2" fmla="*/ 8 w 4"/>
                <a:gd name="T3" fmla="*/ 53 h 5"/>
                <a:gd name="T4" fmla="*/ 24 w 4"/>
                <a:gd name="T5" fmla="*/ 0 h 5"/>
                <a:gd name="T6" fmla="*/ 8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3" y="5"/>
                    <a:pt x="4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2" name="Freeform 1851">
              <a:extLst>
                <a:ext uri="{FF2B5EF4-FFF2-40B4-BE49-F238E27FC236}">
                  <a16:creationId xmlns:a16="http://schemas.microsoft.com/office/drawing/2014/main" id="{914A955A-1999-49CD-9E28-487C61D66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643"/>
              <a:ext cx="7" cy="9"/>
            </a:xfrm>
            <a:custGeom>
              <a:avLst/>
              <a:gdLst>
                <a:gd name="T0" fmla="*/ 12 w 3"/>
                <a:gd name="T1" fmla="*/ 11 h 4"/>
                <a:gd name="T2" fmla="*/ 12 w 3"/>
                <a:gd name="T3" fmla="*/ 45 h 4"/>
                <a:gd name="T4" fmla="*/ 28 w 3"/>
                <a:gd name="T5" fmla="*/ 0 h 4"/>
                <a:gd name="T6" fmla="*/ 0 w 3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2"/>
                    <a:pt x="3" y="2"/>
                    <a:pt x="2" y="0"/>
                  </a:cubicBezTo>
                  <a:cubicBezTo>
                    <a:pt x="0" y="0"/>
                    <a:pt x="1" y="1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3" name="Freeform 1852">
              <a:extLst>
                <a:ext uri="{FF2B5EF4-FFF2-40B4-BE49-F238E27FC236}">
                  <a16:creationId xmlns:a16="http://schemas.microsoft.com/office/drawing/2014/main" id="{78AEF1D3-6915-4E26-93E2-59E16BE17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583"/>
              <a:ext cx="11" cy="11"/>
            </a:xfrm>
            <a:custGeom>
              <a:avLst/>
              <a:gdLst>
                <a:gd name="T0" fmla="*/ 33 w 5"/>
                <a:gd name="T1" fmla="*/ 20 h 5"/>
                <a:gd name="T2" fmla="*/ 9 w 5"/>
                <a:gd name="T3" fmla="*/ 9 h 5"/>
                <a:gd name="T4" fmla="*/ 9 w 5"/>
                <a:gd name="T5" fmla="*/ 53 h 5"/>
                <a:gd name="T6" fmla="*/ 33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2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3"/>
                    <a:pt x="0" y="3"/>
                    <a:pt x="1" y="5"/>
                  </a:cubicBezTo>
                  <a:cubicBezTo>
                    <a:pt x="3" y="5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4" name="Freeform 1853">
              <a:extLst>
                <a:ext uri="{FF2B5EF4-FFF2-40B4-BE49-F238E27FC236}">
                  <a16:creationId xmlns:a16="http://schemas.microsoft.com/office/drawing/2014/main" id="{1062E26C-F0ED-4008-BAE0-A66F2629D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3538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16 w 3"/>
                <a:gd name="T5" fmla="*/ 0 h 4"/>
                <a:gd name="T6" fmla="*/ 8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5" name="Freeform 1854">
              <a:extLst>
                <a:ext uri="{FF2B5EF4-FFF2-40B4-BE49-F238E27FC236}">
                  <a16:creationId xmlns:a16="http://schemas.microsoft.com/office/drawing/2014/main" id="{CD5BF1AD-4439-4065-BE48-951653B02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388"/>
              <a:ext cx="7" cy="9"/>
            </a:xfrm>
            <a:custGeom>
              <a:avLst/>
              <a:gdLst>
                <a:gd name="T0" fmla="*/ 12 w 3"/>
                <a:gd name="T1" fmla="*/ 0 h 4"/>
                <a:gd name="T2" fmla="*/ 0 w 3"/>
                <a:gd name="T3" fmla="*/ 45 h 4"/>
                <a:gd name="T4" fmla="*/ 37 w 3"/>
                <a:gd name="T5" fmla="*/ 25 h 4"/>
                <a:gd name="T6" fmla="*/ 12 w 3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3" y="4"/>
                    <a:pt x="3" y="4"/>
                    <a:pt x="3" y="2"/>
                  </a:cubicBezTo>
                  <a:cubicBezTo>
                    <a:pt x="2" y="1"/>
                    <a:pt x="2" y="2"/>
                    <a:pt x="1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6" name="Freeform 1855">
              <a:extLst>
                <a:ext uri="{FF2B5EF4-FFF2-40B4-BE49-F238E27FC236}">
                  <a16:creationId xmlns:a16="http://schemas.microsoft.com/office/drawing/2014/main" id="{DA0E93DC-34D3-46F5-B5C6-2B802E95F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467"/>
              <a:ext cx="6" cy="6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24 h 3"/>
                <a:gd name="T4" fmla="*/ 24 w 3"/>
                <a:gd name="T5" fmla="*/ 0 h 3"/>
                <a:gd name="T6" fmla="*/ 16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3" y="3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7" name="Freeform 1856">
              <a:extLst>
                <a:ext uri="{FF2B5EF4-FFF2-40B4-BE49-F238E27FC236}">
                  <a16:creationId xmlns:a16="http://schemas.microsoft.com/office/drawing/2014/main" id="{8740B1E8-05EA-49D8-91F5-15152F5BF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710"/>
              <a:ext cx="6" cy="9"/>
            </a:xfrm>
            <a:custGeom>
              <a:avLst/>
              <a:gdLst>
                <a:gd name="T0" fmla="*/ 0 w 3"/>
                <a:gd name="T1" fmla="*/ 25 h 4"/>
                <a:gd name="T2" fmla="*/ 8 w 3"/>
                <a:gd name="T3" fmla="*/ 45 h 4"/>
                <a:gd name="T4" fmla="*/ 24 w 3"/>
                <a:gd name="T5" fmla="*/ 0 h 4"/>
                <a:gd name="T6" fmla="*/ 0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2" y="3"/>
                    <a:pt x="3" y="2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8" name="Freeform 1857">
              <a:extLst>
                <a:ext uri="{FF2B5EF4-FFF2-40B4-BE49-F238E27FC236}">
                  <a16:creationId xmlns:a16="http://schemas.microsoft.com/office/drawing/2014/main" id="{1D5FC942-FF92-4071-9115-8C741ABE2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739"/>
              <a:ext cx="6" cy="9"/>
            </a:xfrm>
            <a:custGeom>
              <a:avLst/>
              <a:gdLst>
                <a:gd name="T0" fmla="*/ 8 w 3"/>
                <a:gd name="T1" fmla="*/ 25 h 4"/>
                <a:gd name="T2" fmla="*/ 0 w 3"/>
                <a:gd name="T3" fmla="*/ 45 h 4"/>
                <a:gd name="T4" fmla="*/ 8 w 3"/>
                <a:gd name="T5" fmla="*/ 0 h 4"/>
                <a:gd name="T6" fmla="*/ 0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3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9" name="Freeform 1858">
              <a:extLst>
                <a:ext uri="{FF2B5EF4-FFF2-40B4-BE49-F238E27FC236}">
                  <a16:creationId xmlns:a16="http://schemas.microsoft.com/office/drawing/2014/main" id="{5A7352D4-4793-4010-A790-35B9D2423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774"/>
              <a:ext cx="10" cy="14"/>
            </a:xfrm>
            <a:custGeom>
              <a:avLst/>
              <a:gdLst>
                <a:gd name="T0" fmla="*/ 8 w 5"/>
                <a:gd name="T1" fmla="*/ 37 h 6"/>
                <a:gd name="T2" fmla="*/ 8 w 5"/>
                <a:gd name="T3" fmla="*/ 77 h 6"/>
                <a:gd name="T4" fmla="*/ 16 w 5"/>
                <a:gd name="T5" fmla="*/ 0 h 6"/>
                <a:gd name="T6" fmla="*/ 8 w 5"/>
                <a:gd name="T7" fmla="*/ 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3"/>
                  </a:moveTo>
                  <a:cubicBezTo>
                    <a:pt x="0" y="5"/>
                    <a:pt x="0" y="5"/>
                    <a:pt x="1" y="6"/>
                  </a:cubicBezTo>
                  <a:cubicBezTo>
                    <a:pt x="4" y="4"/>
                    <a:pt x="5" y="1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0" name="Freeform 1859">
              <a:extLst>
                <a:ext uri="{FF2B5EF4-FFF2-40B4-BE49-F238E27FC236}">
                  <a16:creationId xmlns:a16="http://schemas.microsoft.com/office/drawing/2014/main" id="{4D0723D3-2D70-4BF7-863C-A76247735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857"/>
              <a:ext cx="17" cy="16"/>
            </a:xfrm>
            <a:custGeom>
              <a:avLst/>
              <a:gdLst>
                <a:gd name="T0" fmla="*/ 0 w 8"/>
                <a:gd name="T1" fmla="*/ 25 h 7"/>
                <a:gd name="T2" fmla="*/ 28 w 8"/>
                <a:gd name="T3" fmla="*/ 85 h 7"/>
                <a:gd name="T4" fmla="*/ 4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2"/>
                  </a:moveTo>
                  <a:cubicBezTo>
                    <a:pt x="0" y="3"/>
                    <a:pt x="2" y="6"/>
                    <a:pt x="3" y="7"/>
                  </a:cubicBezTo>
                  <a:cubicBezTo>
                    <a:pt x="7" y="6"/>
                    <a:pt x="8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1" name="Freeform 1860">
              <a:extLst>
                <a:ext uri="{FF2B5EF4-FFF2-40B4-BE49-F238E27FC236}">
                  <a16:creationId xmlns:a16="http://schemas.microsoft.com/office/drawing/2014/main" id="{EC9D0F24-BA07-4B2D-BFD3-C5CD7057D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853"/>
              <a:ext cx="8" cy="8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4" y="3"/>
                    <a:pt x="2" y="2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2" name="Freeform 1861">
              <a:extLst>
                <a:ext uri="{FF2B5EF4-FFF2-40B4-BE49-F238E27FC236}">
                  <a16:creationId xmlns:a16="http://schemas.microsoft.com/office/drawing/2014/main" id="{73682C73-2583-4F06-A1F4-B7A2752CD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875"/>
              <a:ext cx="15" cy="18"/>
            </a:xfrm>
            <a:custGeom>
              <a:avLst/>
              <a:gdLst>
                <a:gd name="T0" fmla="*/ 41 w 7"/>
                <a:gd name="T1" fmla="*/ 11 h 8"/>
                <a:gd name="T2" fmla="*/ 0 w 7"/>
                <a:gd name="T3" fmla="*/ 56 h 8"/>
                <a:gd name="T4" fmla="*/ 5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1"/>
                  </a:moveTo>
                  <a:cubicBezTo>
                    <a:pt x="1" y="1"/>
                    <a:pt x="0" y="2"/>
                    <a:pt x="0" y="5"/>
                  </a:cubicBezTo>
                  <a:cubicBezTo>
                    <a:pt x="3" y="8"/>
                    <a:pt x="7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3" name="Freeform 1862">
              <a:extLst>
                <a:ext uri="{FF2B5EF4-FFF2-40B4-BE49-F238E27FC236}">
                  <a16:creationId xmlns:a16="http://schemas.microsoft.com/office/drawing/2014/main" id="{E16A5856-3A1C-4C6A-8C1C-D73C20FF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3868"/>
              <a:ext cx="11" cy="11"/>
            </a:xfrm>
            <a:custGeom>
              <a:avLst/>
              <a:gdLst>
                <a:gd name="T0" fmla="*/ 20 w 5"/>
                <a:gd name="T1" fmla="*/ 20 h 5"/>
                <a:gd name="T2" fmla="*/ 0 w 5"/>
                <a:gd name="T3" fmla="*/ 33 h 5"/>
                <a:gd name="T4" fmla="*/ 53 w 5"/>
                <a:gd name="T5" fmla="*/ 20 h 5"/>
                <a:gd name="T6" fmla="*/ 33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2" y="5"/>
                    <a:pt x="3" y="5"/>
                    <a:pt x="5" y="2"/>
                  </a:cubicBezTo>
                  <a:cubicBezTo>
                    <a:pt x="5" y="1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4" name="Freeform 1863">
              <a:extLst>
                <a:ext uri="{FF2B5EF4-FFF2-40B4-BE49-F238E27FC236}">
                  <a16:creationId xmlns:a16="http://schemas.microsoft.com/office/drawing/2014/main" id="{030E7C89-D859-4276-A28A-3E0079F2B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828"/>
              <a:ext cx="11" cy="13"/>
            </a:xfrm>
            <a:custGeom>
              <a:avLst/>
              <a:gdLst>
                <a:gd name="T0" fmla="*/ 0 w 5"/>
                <a:gd name="T1" fmla="*/ 43 h 6"/>
                <a:gd name="T2" fmla="*/ 0 w 5"/>
                <a:gd name="T3" fmla="*/ 61 h 6"/>
                <a:gd name="T4" fmla="*/ 20 w 5"/>
                <a:gd name="T5" fmla="*/ 0 h 6"/>
                <a:gd name="T6" fmla="*/ 9 w 5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4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3" y="6"/>
                    <a:pt x="5" y="3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5" name="Freeform 1864">
              <a:extLst>
                <a:ext uri="{FF2B5EF4-FFF2-40B4-BE49-F238E27FC236}">
                  <a16:creationId xmlns:a16="http://schemas.microsoft.com/office/drawing/2014/main" id="{15432F5B-3DFF-498C-903D-AB5E3EF8D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801"/>
              <a:ext cx="14" cy="16"/>
            </a:xfrm>
            <a:custGeom>
              <a:avLst/>
              <a:gdLst>
                <a:gd name="T0" fmla="*/ 8 w 7"/>
                <a:gd name="T1" fmla="*/ 73 h 7"/>
                <a:gd name="T2" fmla="*/ 8 w 7"/>
                <a:gd name="T3" fmla="*/ 85 h 7"/>
                <a:gd name="T4" fmla="*/ 8 w 7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0" y="6"/>
                    <a:pt x="0" y="7"/>
                    <a:pt x="1" y="7"/>
                  </a:cubicBezTo>
                  <a:cubicBezTo>
                    <a:pt x="7" y="7"/>
                    <a:pt x="4" y="0"/>
                    <a:pt x="1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6" name="Freeform 1865">
              <a:extLst>
                <a:ext uri="{FF2B5EF4-FFF2-40B4-BE49-F238E27FC236}">
                  <a16:creationId xmlns:a16="http://schemas.microsoft.com/office/drawing/2014/main" id="{62E9F869-7EBB-4B91-B098-6B085B0DA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741"/>
              <a:ext cx="10" cy="11"/>
            </a:xfrm>
            <a:custGeom>
              <a:avLst/>
              <a:gdLst>
                <a:gd name="T0" fmla="*/ 16 w 5"/>
                <a:gd name="T1" fmla="*/ 9 h 5"/>
                <a:gd name="T2" fmla="*/ 0 w 5"/>
                <a:gd name="T3" fmla="*/ 44 h 5"/>
                <a:gd name="T4" fmla="*/ 40 w 5"/>
                <a:gd name="T5" fmla="*/ 20 h 5"/>
                <a:gd name="T6" fmla="*/ 24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3" y="4"/>
                    <a:pt x="5" y="2"/>
                  </a:cubicBezTo>
                  <a:cubicBezTo>
                    <a:pt x="4" y="0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7" name="Freeform 1866">
              <a:extLst>
                <a:ext uri="{FF2B5EF4-FFF2-40B4-BE49-F238E27FC236}">
                  <a16:creationId xmlns:a16="http://schemas.microsoft.com/office/drawing/2014/main" id="{FF80C9D2-DD73-490A-9D91-6513FD7BF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757"/>
              <a:ext cx="19" cy="15"/>
            </a:xfrm>
            <a:custGeom>
              <a:avLst/>
              <a:gdLst>
                <a:gd name="T0" fmla="*/ 27 w 9"/>
                <a:gd name="T1" fmla="*/ 28 h 7"/>
                <a:gd name="T2" fmla="*/ 17 w 9"/>
                <a:gd name="T3" fmla="*/ 28 h 7"/>
                <a:gd name="T4" fmla="*/ 17 w 9"/>
                <a:gd name="T5" fmla="*/ 69 h 7"/>
                <a:gd name="T6" fmla="*/ 27 w 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3" y="3"/>
                  </a:moveTo>
                  <a:cubicBezTo>
                    <a:pt x="3" y="3"/>
                    <a:pt x="2" y="3"/>
                    <a:pt x="2" y="3"/>
                  </a:cubicBezTo>
                  <a:cubicBezTo>
                    <a:pt x="1" y="5"/>
                    <a:pt x="0" y="5"/>
                    <a:pt x="2" y="7"/>
                  </a:cubicBezTo>
                  <a:cubicBezTo>
                    <a:pt x="5" y="6"/>
                    <a:pt x="9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8" name="Freeform 1867">
              <a:extLst>
                <a:ext uri="{FF2B5EF4-FFF2-40B4-BE49-F238E27FC236}">
                  <a16:creationId xmlns:a16="http://schemas.microsoft.com/office/drawing/2014/main" id="{2BAABE78-F27B-4E93-AB12-A5F40E89B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723"/>
              <a:ext cx="12" cy="9"/>
            </a:xfrm>
            <a:custGeom>
              <a:avLst/>
              <a:gdLst>
                <a:gd name="T0" fmla="*/ 8 w 6"/>
                <a:gd name="T1" fmla="*/ 25 h 4"/>
                <a:gd name="T2" fmla="*/ 8 w 6"/>
                <a:gd name="T3" fmla="*/ 45 h 4"/>
                <a:gd name="T4" fmla="*/ 40 w 6"/>
                <a:gd name="T5" fmla="*/ 0 h 4"/>
                <a:gd name="T6" fmla="*/ 24 w 6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1" y="2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4" y="4"/>
                    <a:pt x="6" y="3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9" name="Freeform 1868">
              <a:extLst>
                <a:ext uri="{FF2B5EF4-FFF2-40B4-BE49-F238E27FC236}">
                  <a16:creationId xmlns:a16="http://schemas.microsoft.com/office/drawing/2014/main" id="{6F90DC90-BE9F-423F-BC15-EDA56B161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761"/>
              <a:ext cx="17" cy="16"/>
            </a:xfrm>
            <a:custGeom>
              <a:avLst/>
              <a:gdLst>
                <a:gd name="T0" fmla="*/ 40 w 8"/>
                <a:gd name="T1" fmla="*/ 25 h 7"/>
                <a:gd name="T2" fmla="*/ 9 w 8"/>
                <a:gd name="T3" fmla="*/ 85 h 7"/>
                <a:gd name="T4" fmla="*/ 28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2"/>
                  </a:moveTo>
                  <a:cubicBezTo>
                    <a:pt x="1" y="2"/>
                    <a:pt x="0" y="4"/>
                    <a:pt x="1" y="7"/>
                  </a:cubicBezTo>
                  <a:cubicBezTo>
                    <a:pt x="5" y="6"/>
                    <a:pt x="8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0" name="Freeform 1869">
              <a:extLst>
                <a:ext uri="{FF2B5EF4-FFF2-40B4-BE49-F238E27FC236}">
                  <a16:creationId xmlns:a16="http://schemas.microsoft.com/office/drawing/2014/main" id="{43E4D7F9-4B30-458B-BA61-A051A8928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803"/>
              <a:ext cx="15" cy="12"/>
            </a:xfrm>
            <a:custGeom>
              <a:avLst/>
              <a:gdLst>
                <a:gd name="T0" fmla="*/ 51 w 7"/>
                <a:gd name="T1" fmla="*/ 0 h 5"/>
                <a:gd name="T2" fmla="*/ 19 w 7"/>
                <a:gd name="T3" fmla="*/ 70 h 5"/>
                <a:gd name="T4" fmla="*/ 41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1" y="1"/>
                    <a:pt x="0" y="2"/>
                    <a:pt x="2" y="5"/>
                  </a:cubicBezTo>
                  <a:cubicBezTo>
                    <a:pt x="5" y="5"/>
                    <a:pt x="7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1" name="Freeform 1870">
              <a:extLst>
                <a:ext uri="{FF2B5EF4-FFF2-40B4-BE49-F238E27FC236}">
                  <a16:creationId xmlns:a16="http://schemas.microsoft.com/office/drawing/2014/main" id="{4C11B450-0DB2-44BF-9E6E-D36190B2D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870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0 w 4"/>
                <a:gd name="T3" fmla="*/ 45 h 4"/>
                <a:gd name="T4" fmla="*/ 32 w 4"/>
                <a:gd name="T5" fmla="*/ 11 h 4"/>
                <a:gd name="T6" fmla="*/ 16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4"/>
                    <a:pt x="2" y="4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2" name="Freeform 1871">
              <a:extLst>
                <a:ext uri="{FF2B5EF4-FFF2-40B4-BE49-F238E27FC236}">
                  <a16:creationId xmlns:a16="http://schemas.microsoft.com/office/drawing/2014/main" id="{C3327C6F-5EA6-4E6F-9694-FE0D63728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841"/>
              <a:ext cx="12" cy="12"/>
            </a:xfrm>
            <a:custGeom>
              <a:avLst/>
              <a:gdLst>
                <a:gd name="T0" fmla="*/ 16 w 6"/>
                <a:gd name="T1" fmla="*/ 0 h 5"/>
                <a:gd name="T2" fmla="*/ 16 w 6"/>
                <a:gd name="T3" fmla="*/ 70 h 5"/>
                <a:gd name="T4" fmla="*/ 40 w 6"/>
                <a:gd name="T5" fmla="*/ 0 h 5"/>
                <a:gd name="T6" fmla="*/ 16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3" name="Freeform 1872">
              <a:extLst>
                <a:ext uri="{FF2B5EF4-FFF2-40B4-BE49-F238E27FC236}">
                  <a16:creationId xmlns:a16="http://schemas.microsoft.com/office/drawing/2014/main" id="{12EABB6E-3011-4F46-AB71-59AE9B5A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899"/>
              <a:ext cx="11" cy="14"/>
            </a:xfrm>
            <a:custGeom>
              <a:avLst/>
              <a:gdLst>
                <a:gd name="T0" fmla="*/ 33 w 5"/>
                <a:gd name="T1" fmla="*/ 0 h 6"/>
                <a:gd name="T2" fmla="*/ 0 w 5"/>
                <a:gd name="T3" fmla="*/ 77 h 6"/>
                <a:gd name="T4" fmla="*/ 53 w 5"/>
                <a:gd name="T5" fmla="*/ 28 h 6"/>
                <a:gd name="T6" fmla="*/ 20 w 5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3" y="6"/>
                    <a:pt x="4" y="5"/>
                    <a:pt x="5" y="2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4" name="Freeform 1873">
              <a:extLst>
                <a:ext uri="{FF2B5EF4-FFF2-40B4-BE49-F238E27FC236}">
                  <a16:creationId xmlns:a16="http://schemas.microsoft.com/office/drawing/2014/main" id="{E5976C77-82E4-4D28-A4F0-7ED112546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924"/>
              <a:ext cx="11" cy="11"/>
            </a:xfrm>
            <a:custGeom>
              <a:avLst/>
              <a:gdLst>
                <a:gd name="T0" fmla="*/ 9 w 5"/>
                <a:gd name="T1" fmla="*/ 53 h 5"/>
                <a:gd name="T2" fmla="*/ 53 w 5"/>
                <a:gd name="T3" fmla="*/ 20 h 5"/>
                <a:gd name="T4" fmla="*/ 0 w 5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3" y="5"/>
                    <a:pt x="5" y="5"/>
                    <a:pt x="5" y="2"/>
                  </a:cubicBezTo>
                  <a:cubicBezTo>
                    <a:pt x="3" y="0"/>
                    <a:pt x="2" y="1"/>
                    <a:pt x="0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5" name="Freeform 1874">
              <a:extLst>
                <a:ext uri="{FF2B5EF4-FFF2-40B4-BE49-F238E27FC236}">
                  <a16:creationId xmlns:a16="http://schemas.microsoft.com/office/drawing/2014/main" id="{20C799E3-D22F-4DE7-BE95-7C33FE16C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915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24 w 3"/>
                <a:gd name="T5" fmla="*/ 0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3" y="3"/>
                    <a:pt x="2" y="3"/>
                    <a:pt x="3" y="0"/>
                  </a:cubicBezTo>
                  <a:cubicBezTo>
                    <a:pt x="2" y="0"/>
                    <a:pt x="2" y="1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6" name="Freeform 1875">
              <a:extLst>
                <a:ext uri="{FF2B5EF4-FFF2-40B4-BE49-F238E27FC236}">
                  <a16:creationId xmlns:a16="http://schemas.microsoft.com/office/drawing/2014/main" id="{A3384465-1067-4C7B-950B-CB7E1CFE6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888"/>
              <a:ext cx="10" cy="9"/>
            </a:xfrm>
            <a:custGeom>
              <a:avLst/>
              <a:gdLst>
                <a:gd name="T0" fmla="*/ 16 w 5"/>
                <a:gd name="T1" fmla="*/ 36 h 4"/>
                <a:gd name="T2" fmla="*/ 16 w 5"/>
                <a:gd name="T3" fmla="*/ 45 h 4"/>
                <a:gd name="T4" fmla="*/ 24 w 5"/>
                <a:gd name="T5" fmla="*/ 0 h 4"/>
                <a:gd name="T6" fmla="*/ 0 w 5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3"/>
                  </a:moveTo>
                  <a:cubicBezTo>
                    <a:pt x="2" y="3"/>
                    <a:pt x="2" y="4"/>
                    <a:pt x="2" y="4"/>
                  </a:cubicBezTo>
                  <a:cubicBezTo>
                    <a:pt x="5" y="2"/>
                    <a:pt x="4" y="2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7" name="Freeform 1876">
              <a:extLst>
                <a:ext uri="{FF2B5EF4-FFF2-40B4-BE49-F238E27FC236}">
                  <a16:creationId xmlns:a16="http://schemas.microsoft.com/office/drawing/2014/main" id="{6AC09337-990A-4880-81D7-B662765D2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877"/>
              <a:ext cx="15" cy="13"/>
            </a:xfrm>
            <a:custGeom>
              <a:avLst/>
              <a:gdLst>
                <a:gd name="T0" fmla="*/ 19 w 7"/>
                <a:gd name="T1" fmla="*/ 0 h 6"/>
                <a:gd name="T2" fmla="*/ 41 w 7"/>
                <a:gd name="T3" fmla="*/ 61 h 6"/>
                <a:gd name="T4" fmla="*/ 69 w 7"/>
                <a:gd name="T5" fmla="*/ 20 h 6"/>
                <a:gd name="T6" fmla="*/ 28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0" y="3"/>
                    <a:pt x="1" y="5"/>
                    <a:pt x="4" y="6"/>
                  </a:cubicBezTo>
                  <a:cubicBezTo>
                    <a:pt x="6" y="5"/>
                    <a:pt x="7" y="4"/>
                    <a:pt x="7" y="2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8" name="Freeform 1877">
              <a:extLst>
                <a:ext uri="{FF2B5EF4-FFF2-40B4-BE49-F238E27FC236}">
                  <a16:creationId xmlns:a16="http://schemas.microsoft.com/office/drawing/2014/main" id="{0C0A36E7-6CB6-4C3D-AA7F-B842CCB76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3895"/>
              <a:ext cx="10" cy="9"/>
            </a:xfrm>
            <a:custGeom>
              <a:avLst/>
              <a:gdLst>
                <a:gd name="T0" fmla="*/ 8 w 5"/>
                <a:gd name="T1" fmla="*/ 11 h 4"/>
                <a:gd name="T2" fmla="*/ 8 w 5"/>
                <a:gd name="T3" fmla="*/ 45 h 4"/>
                <a:gd name="T4" fmla="*/ 40 w 5"/>
                <a:gd name="T5" fmla="*/ 25 h 4"/>
                <a:gd name="T6" fmla="*/ 8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4" y="4"/>
                    <a:pt x="4" y="4"/>
                    <a:pt x="5" y="2"/>
                  </a:cubicBezTo>
                  <a:cubicBezTo>
                    <a:pt x="4" y="0"/>
                    <a:pt x="3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9" name="Freeform 1878">
              <a:extLst>
                <a:ext uri="{FF2B5EF4-FFF2-40B4-BE49-F238E27FC236}">
                  <a16:creationId xmlns:a16="http://schemas.microsoft.com/office/drawing/2014/main" id="{1457360A-4561-4BFE-949E-84F5078C5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915"/>
              <a:ext cx="15" cy="13"/>
            </a:xfrm>
            <a:custGeom>
              <a:avLst/>
              <a:gdLst>
                <a:gd name="T0" fmla="*/ 9 w 7"/>
                <a:gd name="T1" fmla="*/ 9 h 6"/>
                <a:gd name="T2" fmla="*/ 0 w 7"/>
                <a:gd name="T3" fmla="*/ 43 h 6"/>
                <a:gd name="T4" fmla="*/ 28 w 7"/>
                <a:gd name="T5" fmla="*/ 0 h 6"/>
                <a:gd name="T6" fmla="*/ 19 w 7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4" y="6"/>
                    <a:pt x="7" y="2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0" name="Freeform 1879">
              <a:extLst>
                <a:ext uri="{FF2B5EF4-FFF2-40B4-BE49-F238E27FC236}">
                  <a16:creationId xmlns:a16="http://schemas.microsoft.com/office/drawing/2014/main" id="{22E85C42-097E-43B9-8D90-AD1B66D32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940"/>
              <a:ext cx="11" cy="11"/>
            </a:xfrm>
            <a:custGeom>
              <a:avLst/>
              <a:gdLst>
                <a:gd name="T0" fmla="*/ 9 w 5"/>
                <a:gd name="T1" fmla="*/ 20 h 5"/>
                <a:gd name="T2" fmla="*/ 20 w 5"/>
                <a:gd name="T3" fmla="*/ 53 h 5"/>
                <a:gd name="T4" fmla="*/ 20 w 5"/>
                <a:gd name="T5" fmla="*/ 0 h 5"/>
                <a:gd name="T6" fmla="*/ 0 w 5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4"/>
                    <a:pt x="1" y="4"/>
                    <a:pt x="2" y="5"/>
                  </a:cubicBezTo>
                  <a:cubicBezTo>
                    <a:pt x="5" y="3"/>
                    <a:pt x="5" y="1"/>
                    <a:pt x="2" y="0"/>
                  </a:cubicBezTo>
                  <a:cubicBezTo>
                    <a:pt x="0" y="0"/>
                    <a:pt x="0" y="0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1" name="Freeform 1880">
              <a:extLst>
                <a:ext uri="{FF2B5EF4-FFF2-40B4-BE49-F238E27FC236}">
                  <a16:creationId xmlns:a16="http://schemas.microsoft.com/office/drawing/2014/main" id="{2E956B60-4659-4A1D-AEDD-6C9A102F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931"/>
              <a:ext cx="8" cy="4"/>
            </a:xfrm>
            <a:custGeom>
              <a:avLst/>
              <a:gdLst>
                <a:gd name="T0" fmla="*/ 24 w 4"/>
                <a:gd name="T1" fmla="*/ 8 h 2"/>
                <a:gd name="T2" fmla="*/ 0 w 4"/>
                <a:gd name="T3" fmla="*/ 8 h 2"/>
                <a:gd name="T4" fmla="*/ 32 w 4"/>
                <a:gd name="T5" fmla="*/ 8 h 2"/>
                <a:gd name="T6" fmla="*/ 16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3" y="1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2" y="2"/>
                    <a:pt x="1" y="2"/>
                    <a:pt x="4" y="1"/>
                  </a:cubicBezTo>
                  <a:cubicBezTo>
                    <a:pt x="3" y="0"/>
                    <a:pt x="2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2" name="Freeform 1881">
              <a:extLst>
                <a:ext uri="{FF2B5EF4-FFF2-40B4-BE49-F238E27FC236}">
                  <a16:creationId xmlns:a16="http://schemas.microsoft.com/office/drawing/2014/main" id="{835C8F10-A92B-45EF-A304-B93119892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946"/>
              <a:ext cx="11" cy="14"/>
            </a:xfrm>
            <a:custGeom>
              <a:avLst/>
              <a:gdLst>
                <a:gd name="T0" fmla="*/ 9 w 5"/>
                <a:gd name="T1" fmla="*/ 28 h 6"/>
                <a:gd name="T2" fmla="*/ 0 w 5"/>
                <a:gd name="T3" fmla="*/ 65 h 6"/>
                <a:gd name="T4" fmla="*/ 44 w 5"/>
                <a:gd name="T5" fmla="*/ 12 h 6"/>
                <a:gd name="T6" fmla="*/ 20 w 5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5" y="4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3" name="Freeform 1882">
              <a:extLst>
                <a:ext uri="{FF2B5EF4-FFF2-40B4-BE49-F238E27FC236}">
                  <a16:creationId xmlns:a16="http://schemas.microsoft.com/office/drawing/2014/main" id="{A7C5C45F-28FB-4711-8DEE-0F22A80C0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953"/>
              <a:ext cx="13" cy="13"/>
            </a:xfrm>
            <a:custGeom>
              <a:avLst/>
              <a:gdLst>
                <a:gd name="T0" fmla="*/ 43 w 6"/>
                <a:gd name="T1" fmla="*/ 9 h 6"/>
                <a:gd name="T2" fmla="*/ 0 w 6"/>
                <a:gd name="T3" fmla="*/ 52 h 6"/>
                <a:gd name="T4" fmla="*/ 61 w 6"/>
                <a:gd name="T5" fmla="*/ 9 h 6"/>
                <a:gd name="T6" fmla="*/ 43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2" y="2"/>
                    <a:pt x="0" y="2"/>
                    <a:pt x="0" y="5"/>
                  </a:cubicBezTo>
                  <a:cubicBezTo>
                    <a:pt x="3" y="6"/>
                    <a:pt x="5" y="4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4" name="Freeform 1883">
              <a:extLst>
                <a:ext uri="{FF2B5EF4-FFF2-40B4-BE49-F238E27FC236}">
                  <a16:creationId xmlns:a16="http://schemas.microsoft.com/office/drawing/2014/main" id="{93CB34C9-7524-4709-9681-4A9472D03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498"/>
              <a:ext cx="11" cy="18"/>
            </a:xfrm>
            <a:custGeom>
              <a:avLst/>
              <a:gdLst>
                <a:gd name="T0" fmla="*/ 0 w 5"/>
                <a:gd name="T1" fmla="*/ 25 h 8"/>
                <a:gd name="T2" fmla="*/ 9 w 5"/>
                <a:gd name="T3" fmla="*/ 92 h 8"/>
                <a:gd name="T4" fmla="*/ 2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2"/>
                  </a:moveTo>
                  <a:cubicBezTo>
                    <a:pt x="0" y="4"/>
                    <a:pt x="0" y="6"/>
                    <a:pt x="1" y="8"/>
                  </a:cubicBezTo>
                  <a:cubicBezTo>
                    <a:pt x="5" y="7"/>
                    <a:pt x="5" y="3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5" name="Freeform 1884">
              <a:extLst>
                <a:ext uri="{FF2B5EF4-FFF2-40B4-BE49-F238E27FC236}">
                  <a16:creationId xmlns:a16="http://schemas.microsoft.com/office/drawing/2014/main" id="{9AEE660C-0A00-4EE3-AF9E-C87A5820C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484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2" y="2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6" name="Freeform 1885">
              <a:extLst>
                <a:ext uri="{FF2B5EF4-FFF2-40B4-BE49-F238E27FC236}">
                  <a16:creationId xmlns:a16="http://schemas.microsoft.com/office/drawing/2014/main" id="{ACA32FC7-463F-40B7-A868-21F5D34CC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458"/>
              <a:ext cx="11" cy="17"/>
            </a:xfrm>
            <a:custGeom>
              <a:avLst/>
              <a:gdLst>
                <a:gd name="T0" fmla="*/ 33 w 5"/>
                <a:gd name="T1" fmla="*/ 19 h 8"/>
                <a:gd name="T2" fmla="*/ 20 w 5"/>
                <a:gd name="T3" fmla="*/ 77 h 8"/>
                <a:gd name="T4" fmla="*/ 33 w 5"/>
                <a:gd name="T5" fmla="*/ 0 h 8"/>
                <a:gd name="T6" fmla="*/ 9 w 5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3" y="2"/>
                  </a:moveTo>
                  <a:cubicBezTo>
                    <a:pt x="1" y="4"/>
                    <a:pt x="0" y="6"/>
                    <a:pt x="2" y="8"/>
                  </a:cubicBezTo>
                  <a:cubicBezTo>
                    <a:pt x="5" y="6"/>
                    <a:pt x="5" y="3"/>
                    <a:pt x="3" y="0"/>
                  </a:cubicBezTo>
                  <a:cubicBezTo>
                    <a:pt x="2" y="0"/>
                    <a:pt x="1" y="0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7" name="Freeform 1886">
              <a:extLst>
                <a:ext uri="{FF2B5EF4-FFF2-40B4-BE49-F238E27FC236}">
                  <a16:creationId xmlns:a16="http://schemas.microsoft.com/office/drawing/2014/main" id="{3D34C776-5BD9-4660-95E6-353DD221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496"/>
              <a:ext cx="11" cy="13"/>
            </a:xfrm>
            <a:custGeom>
              <a:avLst/>
              <a:gdLst>
                <a:gd name="T0" fmla="*/ 9 w 5"/>
                <a:gd name="T1" fmla="*/ 33 h 6"/>
                <a:gd name="T2" fmla="*/ 20 w 5"/>
                <a:gd name="T3" fmla="*/ 61 h 6"/>
                <a:gd name="T4" fmla="*/ 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3"/>
                  </a:moveTo>
                  <a:cubicBezTo>
                    <a:pt x="1" y="4"/>
                    <a:pt x="1" y="5"/>
                    <a:pt x="2" y="6"/>
                  </a:cubicBezTo>
                  <a:cubicBezTo>
                    <a:pt x="5" y="3"/>
                    <a:pt x="3" y="0"/>
                    <a:pt x="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8" name="Freeform 1887">
              <a:extLst>
                <a:ext uri="{FF2B5EF4-FFF2-40B4-BE49-F238E27FC236}">
                  <a16:creationId xmlns:a16="http://schemas.microsoft.com/office/drawing/2014/main" id="{A3617860-1417-49C6-9846-D2CDC1569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531"/>
              <a:ext cx="8" cy="16"/>
            </a:xfrm>
            <a:custGeom>
              <a:avLst/>
              <a:gdLst>
                <a:gd name="T0" fmla="*/ 0 w 4"/>
                <a:gd name="T1" fmla="*/ 37 h 7"/>
                <a:gd name="T2" fmla="*/ 0 w 4"/>
                <a:gd name="T3" fmla="*/ 85 h 7"/>
                <a:gd name="T4" fmla="*/ 16 w 4"/>
                <a:gd name="T5" fmla="*/ 0 h 7"/>
                <a:gd name="T6" fmla="*/ 0 w 4"/>
                <a:gd name="T7" fmla="*/ 3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0" y="4"/>
                    <a:pt x="0" y="6"/>
                    <a:pt x="0" y="7"/>
                  </a:cubicBezTo>
                  <a:cubicBezTo>
                    <a:pt x="3" y="7"/>
                    <a:pt x="4" y="3"/>
                    <a:pt x="2" y="0"/>
                  </a:cubicBezTo>
                  <a:cubicBezTo>
                    <a:pt x="1" y="1"/>
                    <a:pt x="0" y="1"/>
                    <a:pt x="0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9" name="Freeform 1888">
              <a:extLst>
                <a:ext uri="{FF2B5EF4-FFF2-40B4-BE49-F238E27FC236}">
                  <a16:creationId xmlns:a16="http://schemas.microsoft.com/office/drawing/2014/main" id="{19D778B1-3A53-44C3-BF48-BF3C19BE0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565"/>
              <a:ext cx="10" cy="15"/>
            </a:xfrm>
            <a:custGeom>
              <a:avLst/>
              <a:gdLst>
                <a:gd name="T0" fmla="*/ 8 w 5"/>
                <a:gd name="T1" fmla="*/ 28 h 7"/>
                <a:gd name="T2" fmla="*/ 8 w 5"/>
                <a:gd name="T3" fmla="*/ 69 h 7"/>
                <a:gd name="T4" fmla="*/ 24 w 5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3"/>
                  </a:moveTo>
                  <a:cubicBezTo>
                    <a:pt x="0" y="4"/>
                    <a:pt x="0" y="6"/>
                    <a:pt x="1" y="7"/>
                  </a:cubicBezTo>
                  <a:cubicBezTo>
                    <a:pt x="3" y="6"/>
                    <a:pt x="5" y="0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0" name="Freeform 1889">
              <a:extLst>
                <a:ext uri="{FF2B5EF4-FFF2-40B4-BE49-F238E27FC236}">
                  <a16:creationId xmlns:a16="http://schemas.microsoft.com/office/drawing/2014/main" id="{6ACCB102-787A-47D6-9405-2D572F0FB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585"/>
              <a:ext cx="15" cy="18"/>
            </a:xfrm>
            <a:custGeom>
              <a:avLst/>
              <a:gdLst>
                <a:gd name="T0" fmla="*/ 19 w 7"/>
                <a:gd name="T1" fmla="*/ 36 h 8"/>
                <a:gd name="T2" fmla="*/ 9 w 7"/>
                <a:gd name="T3" fmla="*/ 81 h 8"/>
                <a:gd name="T4" fmla="*/ 28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3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5" y="8"/>
                    <a:pt x="7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1" name="Freeform 1890">
              <a:extLst>
                <a:ext uri="{FF2B5EF4-FFF2-40B4-BE49-F238E27FC236}">
                  <a16:creationId xmlns:a16="http://schemas.microsoft.com/office/drawing/2014/main" id="{87CED1FC-561E-4BA4-A260-32C917989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609"/>
              <a:ext cx="12" cy="18"/>
            </a:xfrm>
            <a:custGeom>
              <a:avLst/>
              <a:gdLst>
                <a:gd name="T0" fmla="*/ 24 w 6"/>
                <a:gd name="T1" fmla="*/ 0 h 8"/>
                <a:gd name="T2" fmla="*/ 0 w 6"/>
                <a:gd name="T3" fmla="*/ 36 h 8"/>
                <a:gd name="T4" fmla="*/ 24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3" y="8"/>
                    <a:pt x="6" y="3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2" name="Freeform 1891">
              <a:extLst>
                <a:ext uri="{FF2B5EF4-FFF2-40B4-BE49-F238E27FC236}">
                  <a16:creationId xmlns:a16="http://schemas.microsoft.com/office/drawing/2014/main" id="{CC75F079-998C-4A99-82D6-42AF76E0C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627"/>
              <a:ext cx="9" cy="9"/>
            </a:xfrm>
            <a:custGeom>
              <a:avLst/>
              <a:gdLst>
                <a:gd name="T0" fmla="*/ 25 w 4"/>
                <a:gd name="T1" fmla="*/ 0 h 4"/>
                <a:gd name="T2" fmla="*/ 0 w 4"/>
                <a:gd name="T3" fmla="*/ 45 h 4"/>
                <a:gd name="T4" fmla="*/ 1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3" name="Freeform 1892">
              <a:extLst>
                <a:ext uri="{FF2B5EF4-FFF2-40B4-BE49-F238E27FC236}">
                  <a16:creationId xmlns:a16="http://schemas.microsoft.com/office/drawing/2014/main" id="{E2124791-F15D-4D7B-BB29-9287C69A5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654"/>
              <a:ext cx="11" cy="13"/>
            </a:xfrm>
            <a:custGeom>
              <a:avLst/>
              <a:gdLst>
                <a:gd name="T0" fmla="*/ 20 w 5"/>
                <a:gd name="T1" fmla="*/ 9 h 6"/>
                <a:gd name="T2" fmla="*/ 0 w 5"/>
                <a:gd name="T3" fmla="*/ 9 h 6"/>
                <a:gd name="T4" fmla="*/ 4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6"/>
                    <a:pt x="5" y="5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4" name="Freeform 1893">
              <a:extLst>
                <a:ext uri="{FF2B5EF4-FFF2-40B4-BE49-F238E27FC236}">
                  <a16:creationId xmlns:a16="http://schemas.microsoft.com/office/drawing/2014/main" id="{7A99667E-DB99-43F5-9617-CC7130E11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701"/>
              <a:ext cx="11" cy="11"/>
            </a:xfrm>
            <a:custGeom>
              <a:avLst/>
              <a:gdLst>
                <a:gd name="T0" fmla="*/ 44 w 5"/>
                <a:gd name="T1" fmla="*/ 9 h 5"/>
                <a:gd name="T2" fmla="*/ 9 w 5"/>
                <a:gd name="T3" fmla="*/ 53 h 5"/>
                <a:gd name="T4" fmla="*/ 5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2" y="2"/>
                    <a:pt x="0" y="3"/>
                    <a:pt x="1" y="5"/>
                  </a:cubicBezTo>
                  <a:cubicBezTo>
                    <a:pt x="3" y="5"/>
                    <a:pt x="5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5" name="Freeform 1894">
              <a:extLst>
                <a:ext uri="{FF2B5EF4-FFF2-40B4-BE49-F238E27FC236}">
                  <a16:creationId xmlns:a16="http://schemas.microsoft.com/office/drawing/2014/main" id="{82965C94-07B5-42FE-A787-3E3490BE3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3676"/>
              <a:ext cx="13" cy="16"/>
            </a:xfrm>
            <a:custGeom>
              <a:avLst/>
              <a:gdLst>
                <a:gd name="T0" fmla="*/ 43 w 6"/>
                <a:gd name="T1" fmla="*/ 25 h 7"/>
                <a:gd name="T2" fmla="*/ 9 w 6"/>
                <a:gd name="T3" fmla="*/ 85 h 7"/>
                <a:gd name="T4" fmla="*/ 61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2" y="2"/>
                    <a:pt x="0" y="4"/>
                    <a:pt x="1" y="7"/>
                  </a:cubicBezTo>
                  <a:cubicBezTo>
                    <a:pt x="4" y="6"/>
                    <a:pt x="6" y="3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6" name="Freeform 1895">
              <a:extLst>
                <a:ext uri="{FF2B5EF4-FFF2-40B4-BE49-F238E27FC236}">
                  <a16:creationId xmlns:a16="http://schemas.microsoft.com/office/drawing/2014/main" id="{B191783F-1238-4593-9F74-F84B2D431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656"/>
              <a:ext cx="8" cy="14"/>
            </a:xfrm>
            <a:custGeom>
              <a:avLst/>
              <a:gdLst>
                <a:gd name="T0" fmla="*/ 8 w 4"/>
                <a:gd name="T1" fmla="*/ 12 h 6"/>
                <a:gd name="T2" fmla="*/ 0 w 4"/>
                <a:gd name="T3" fmla="*/ 77 h 6"/>
                <a:gd name="T4" fmla="*/ 0 w 4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0" y="4"/>
                    <a:pt x="0" y="6"/>
                  </a:cubicBezTo>
                  <a:cubicBezTo>
                    <a:pt x="4" y="5"/>
                    <a:pt x="4" y="0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7" name="Freeform 1896">
              <a:extLst>
                <a:ext uri="{FF2B5EF4-FFF2-40B4-BE49-F238E27FC236}">
                  <a16:creationId xmlns:a16="http://schemas.microsoft.com/office/drawing/2014/main" id="{3D43751D-DEEF-49D6-8A1E-DF42F0D89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3596"/>
              <a:ext cx="10" cy="16"/>
            </a:xfrm>
            <a:custGeom>
              <a:avLst/>
              <a:gdLst>
                <a:gd name="T0" fmla="*/ 8 w 5"/>
                <a:gd name="T1" fmla="*/ 25 h 7"/>
                <a:gd name="T2" fmla="*/ 8 w 5"/>
                <a:gd name="T3" fmla="*/ 85 h 7"/>
                <a:gd name="T4" fmla="*/ 16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0" y="5"/>
                    <a:pt x="1" y="7"/>
                  </a:cubicBezTo>
                  <a:cubicBezTo>
                    <a:pt x="5" y="5"/>
                    <a:pt x="4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8" name="Freeform 1897">
              <a:extLst>
                <a:ext uri="{FF2B5EF4-FFF2-40B4-BE49-F238E27FC236}">
                  <a16:creationId xmlns:a16="http://schemas.microsoft.com/office/drawing/2014/main" id="{1EC35FD1-6140-44BD-B140-D08E30FC6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556"/>
              <a:ext cx="6" cy="15"/>
            </a:xfrm>
            <a:custGeom>
              <a:avLst/>
              <a:gdLst>
                <a:gd name="T0" fmla="*/ 8 w 3"/>
                <a:gd name="T1" fmla="*/ 41 h 7"/>
                <a:gd name="T2" fmla="*/ 8 w 3"/>
                <a:gd name="T3" fmla="*/ 69 h 7"/>
                <a:gd name="T4" fmla="*/ 16 w 3"/>
                <a:gd name="T5" fmla="*/ 0 h 7"/>
                <a:gd name="T6" fmla="*/ 0 w 3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1" y="4"/>
                  </a:moveTo>
                  <a:cubicBezTo>
                    <a:pt x="0" y="5"/>
                    <a:pt x="0" y="6"/>
                    <a:pt x="1" y="7"/>
                  </a:cubicBezTo>
                  <a:cubicBezTo>
                    <a:pt x="3" y="5"/>
                    <a:pt x="3" y="3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9" name="Freeform 1898">
              <a:extLst>
                <a:ext uri="{FF2B5EF4-FFF2-40B4-BE49-F238E27FC236}">
                  <a16:creationId xmlns:a16="http://schemas.microsoft.com/office/drawing/2014/main" id="{4C1DCDFC-4718-41B9-BA12-2356D9511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431"/>
              <a:ext cx="14" cy="15"/>
            </a:xfrm>
            <a:custGeom>
              <a:avLst/>
              <a:gdLst>
                <a:gd name="T0" fmla="*/ 16 w 7"/>
                <a:gd name="T1" fmla="*/ 19 h 7"/>
                <a:gd name="T2" fmla="*/ 0 w 7"/>
                <a:gd name="T3" fmla="*/ 41 h 7"/>
                <a:gd name="T4" fmla="*/ 16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4" y="7"/>
                    <a:pt x="7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0" name="Freeform 1899">
              <a:extLst>
                <a:ext uri="{FF2B5EF4-FFF2-40B4-BE49-F238E27FC236}">
                  <a16:creationId xmlns:a16="http://schemas.microsoft.com/office/drawing/2014/main" id="{A0D5B7FB-C71A-4738-943B-AE8E38AF1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400"/>
              <a:ext cx="5" cy="9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45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1" name="Freeform 1900">
              <a:extLst>
                <a:ext uri="{FF2B5EF4-FFF2-40B4-BE49-F238E27FC236}">
                  <a16:creationId xmlns:a16="http://schemas.microsoft.com/office/drawing/2014/main" id="{99CB0658-6261-4481-B007-E61B123F4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708"/>
              <a:ext cx="6" cy="8"/>
            </a:xfrm>
            <a:custGeom>
              <a:avLst/>
              <a:gdLst>
                <a:gd name="T0" fmla="*/ 0 w 3"/>
                <a:gd name="T1" fmla="*/ 16 h 4"/>
                <a:gd name="T2" fmla="*/ 8 w 3"/>
                <a:gd name="T3" fmla="*/ 32 h 4"/>
                <a:gd name="T4" fmla="*/ 8 w 3"/>
                <a:gd name="T5" fmla="*/ 0 h 4"/>
                <a:gd name="T6" fmla="*/ 0 w 3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1"/>
                    <a:pt x="2" y="2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2" name="Freeform 1901">
              <a:extLst>
                <a:ext uri="{FF2B5EF4-FFF2-40B4-BE49-F238E27FC236}">
                  <a16:creationId xmlns:a16="http://schemas.microsoft.com/office/drawing/2014/main" id="{4D330DEB-F596-478E-A90A-DA6206374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774"/>
              <a:ext cx="11" cy="16"/>
            </a:xfrm>
            <a:custGeom>
              <a:avLst/>
              <a:gdLst>
                <a:gd name="T0" fmla="*/ 9 w 5"/>
                <a:gd name="T1" fmla="*/ 0 h 7"/>
                <a:gd name="T2" fmla="*/ 9 w 5"/>
                <a:gd name="T3" fmla="*/ 85 h 7"/>
                <a:gd name="T4" fmla="*/ 9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4" y="6"/>
                    <a:pt x="5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3" name="Freeform 1902">
              <a:extLst>
                <a:ext uri="{FF2B5EF4-FFF2-40B4-BE49-F238E27FC236}">
                  <a16:creationId xmlns:a16="http://schemas.microsoft.com/office/drawing/2014/main" id="{681E9E46-7D63-47B7-AE72-B47841837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837"/>
              <a:ext cx="10" cy="9"/>
            </a:xfrm>
            <a:custGeom>
              <a:avLst/>
              <a:gdLst>
                <a:gd name="T0" fmla="*/ 32 w 5"/>
                <a:gd name="T1" fmla="*/ 0 h 4"/>
                <a:gd name="T2" fmla="*/ 16 w 5"/>
                <a:gd name="T3" fmla="*/ 45 h 4"/>
                <a:gd name="T4" fmla="*/ 4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1" y="0"/>
                    <a:pt x="0" y="1"/>
                    <a:pt x="2" y="4"/>
                  </a:cubicBezTo>
                  <a:cubicBezTo>
                    <a:pt x="4" y="3"/>
                    <a:pt x="4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4" name="Freeform 1903">
              <a:extLst>
                <a:ext uri="{FF2B5EF4-FFF2-40B4-BE49-F238E27FC236}">
                  <a16:creationId xmlns:a16="http://schemas.microsoft.com/office/drawing/2014/main" id="{42E8BBAB-1B21-4F1C-89D5-9CABD5EBA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795"/>
              <a:ext cx="4" cy="11"/>
            </a:xfrm>
            <a:custGeom>
              <a:avLst/>
              <a:gdLst>
                <a:gd name="T0" fmla="*/ 16 w 2"/>
                <a:gd name="T1" fmla="*/ 20 h 5"/>
                <a:gd name="T2" fmla="*/ 0 w 2"/>
                <a:gd name="T3" fmla="*/ 20 h 5"/>
                <a:gd name="T4" fmla="*/ 16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2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2" y="5"/>
                    <a:pt x="2" y="3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5" name="Freeform 1904">
              <a:extLst>
                <a:ext uri="{FF2B5EF4-FFF2-40B4-BE49-F238E27FC236}">
                  <a16:creationId xmlns:a16="http://schemas.microsoft.com/office/drawing/2014/main" id="{11CB93E2-49B2-42E3-915C-983768A6E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3830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0 w 4"/>
                <a:gd name="T3" fmla="*/ 36 h 4"/>
                <a:gd name="T4" fmla="*/ 32 w 4"/>
                <a:gd name="T5" fmla="*/ 0 h 4"/>
                <a:gd name="T6" fmla="*/ 8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4"/>
                    <a:pt x="4" y="3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6" name="Freeform 1905">
              <a:extLst>
                <a:ext uri="{FF2B5EF4-FFF2-40B4-BE49-F238E27FC236}">
                  <a16:creationId xmlns:a16="http://schemas.microsoft.com/office/drawing/2014/main" id="{086B5F42-8E0A-4F1B-9A03-9F3C5D468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908"/>
              <a:ext cx="38" cy="36"/>
            </a:xfrm>
            <a:custGeom>
              <a:avLst/>
              <a:gdLst>
                <a:gd name="T0" fmla="*/ 17 w 18"/>
                <a:gd name="T1" fmla="*/ 25 h 16"/>
                <a:gd name="T2" fmla="*/ 17 w 18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2" y="2"/>
                  </a:moveTo>
                  <a:cubicBezTo>
                    <a:pt x="0" y="16"/>
                    <a:pt x="18" y="0"/>
                    <a:pt x="2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7" name="Freeform 1906">
              <a:extLst>
                <a:ext uri="{FF2B5EF4-FFF2-40B4-BE49-F238E27FC236}">
                  <a16:creationId xmlns:a16="http://schemas.microsoft.com/office/drawing/2014/main" id="{97047D19-23BC-485D-A2CE-0083BE386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861"/>
              <a:ext cx="23" cy="27"/>
            </a:xfrm>
            <a:custGeom>
              <a:avLst/>
              <a:gdLst>
                <a:gd name="T0" fmla="*/ 17 w 11"/>
                <a:gd name="T1" fmla="*/ 81 h 12"/>
                <a:gd name="T2" fmla="*/ 27 w 11"/>
                <a:gd name="T3" fmla="*/ 117 h 12"/>
                <a:gd name="T4" fmla="*/ 0 w 11"/>
                <a:gd name="T5" fmla="*/ 7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2" y="7"/>
                  </a:moveTo>
                  <a:cubicBezTo>
                    <a:pt x="2" y="8"/>
                    <a:pt x="2" y="9"/>
                    <a:pt x="3" y="10"/>
                  </a:cubicBezTo>
                  <a:cubicBezTo>
                    <a:pt x="11" y="12"/>
                    <a:pt x="6" y="0"/>
                    <a:pt x="0" y="6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8" name="Freeform 1907">
              <a:extLst>
                <a:ext uri="{FF2B5EF4-FFF2-40B4-BE49-F238E27FC236}">
                  <a16:creationId xmlns:a16="http://schemas.microsoft.com/office/drawing/2014/main" id="{AC2618C5-6DCD-41F8-865A-9EEE550F4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859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16 w 5"/>
                <a:gd name="T3" fmla="*/ 53 h 5"/>
                <a:gd name="T4" fmla="*/ 40 w 5"/>
                <a:gd name="T5" fmla="*/ 9 h 5"/>
                <a:gd name="T6" fmla="*/ 8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2"/>
                    <a:pt x="0" y="3"/>
                    <a:pt x="2" y="5"/>
                  </a:cubicBezTo>
                  <a:cubicBezTo>
                    <a:pt x="4" y="4"/>
                    <a:pt x="5" y="3"/>
                    <a:pt x="5" y="1"/>
                  </a:cubicBezTo>
                  <a:cubicBezTo>
                    <a:pt x="4" y="0"/>
                    <a:pt x="2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9" name="Freeform 1908">
              <a:extLst>
                <a:ext uri="{FF2B5EF4-FFF2-40B4-BE49-F238E27FC236}">
                  <a16:creationId xmlns:a16="http://schemas.microsoft.com/office/drawing/2014/main" id="{87D34041-46EF-4900-AA2A-1F45DF06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857"/>
              <a:ext cx="21" cy="33"/>
            </a:xfrm>
            <a:custGeom>
              <a:avLst/>
              <a:gdLst>
                <a:gd name="T0" fmla="*/ 0 w 10"/>
                <a:gd name="T1" fmla="*/ 44 h 15"/>
                <a:gd name="T2" fmla="*/ 8 w 10"/>
                <a:gd name="T3" fmla="*/ 4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4"/>
                  </a:moveTo>
                  <a:cubicBezTo>
                    <a:pt x="1" y="15"/>
                    <a:pt x="10" y="0"/>
                    <a:pt x="1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0" name="Freeform 1909">
              <a:extLst>
                <a:ext uri="{FF2B5EF4-FFF2-40B4-BE49-F238E27FC236}">
                  <a16:creationId xmlns:a16="http://schemas.microsoft.com/office/drawing/2014/main" id="{623687D0-87F0-4A13-9CA3-9A1953F70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906"/>
              <a:ext cx="23" cy="27"/>
            </a:xfrm>
            <a:custGeom>
              <a:avLst/>
              <a:gdLst>
                <a:gd name="T0" fmla="*/ 0 w 11"/>
                <a:gd name="T1" fmla="*/ 11 h 12"/>
                <a:gd name="T2" fmla="*/ 17 w 11"/>
                <a:gd name="T3" fmla="*/ 0 h 12"/>
                <a:gd name="T4" fmla="*/ 8 w 11"/>
                <a:gd name="T5" fmla="*/ 2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1"/>
                  </a:moveTo>
                  <a:cubicBezTo>
                    <a:pt x="0" y="12"/>
                    <a:pt x="11" y="1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1" name="Freeform 1910">
              <a:extLst>
                <a:ext uri="{FF2B5EF4-FFF2-40B4-BE49-F238E27FC236}">
                  <a16:creationId xmlns:a16="http://schemas.microsoft.com/office/drawing/2014/main" id="{F86AD363-24A1-47CE-BE5E-41802F721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915"/>
              <a:ext cx="12" cy="16"/>
            </a:xfrm>
            <a:custGeom>
              <a:avLst/>
              <a:gdLst>
                <a:gd name="T0" fmla="*/ 0 w 6"/>
                <a:gd name="T1" fmla="*/ 37 h 7"/>
                <a:gd name="T2" fmla="*/ 16 w 6"/>
                <a:gd name="T3" fmla="*/ 85 h 7"/>
                <a:gd name="T4" fmla="*/ 0 w 6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5"/>
                    <a:pt x="0" y="7"/>
                    <a:pt x="2" y="7"/>
                  </a:cubicBezTo>
                  <a:cubicBezTo>
                    <a:pt x="6" y="6"/>
                    <a:pt x="5" y="0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2" name="Freeform 1911">
              <a:extLst>
                <a:ext uri="{FF2B5EF4-FFF2-40B4-BE49-F238E27FC236}">
                  <a16:creationId xmlns:a16="http://schemas.microsoft.com/office/drawing/2014/main" id="{7C6AFD06-5567-4760-8841-6E7EC21A1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951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8 w 5"/>
                <a:gd name="T3" fmla="*/ 45 h 4"/>
                <a:gd name="T4" fmla="*/ 40 w 5"/>
                <a:gd name="T5" fmla="*/ 25 h 4"/>
                <a:gd name="T6" fmla="*/ 16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4" y="4"/>
                    <a:pt x="5" y="2"/>
                  </a:cubicBezTo>
                  <a:cubicBezTo>
                    <a:pt x="5" y="0"/>
                    <a:pt x="3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3" name="Freeform 1912">
              <a:extLst>
                <a:ext uri="{FF2B5EF4-FFF2-40B4-BE49-F238E27FC236}">
                  <a16:creationId xmlns:a16="http://schemas.microsoft.com/office/drawing/2014/main" id="{37BB254B-EAEA-426C-9C16-121A7C12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3904"/>
              <a:ext cx="11" cy="11"/>
            </a:xfrm>
            <a:custGeom>
              <a:avLst/>
              <a:gdLst>
                <a:gd name="T0" fmla="*/ 9 w 5"/>
                <a:gd name="T1" fmla="*/ 9 h 5"/>
                <a:gd name="T2" fmla="*/ 9 w 5"/>
                <a:gd name="T3" fmla="*/ 44 h 5"/>
                <a:gd name="T4" fmla="*/ 53 w 5"/>
                <a:gd name="T5" fmla="*/ 9 h 5"/>
                <a:gd name="T6" fmla="*/ 33 w 5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4" y="5"/>
                    <a:pt x="5" y="4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4" name="Freeform 1913">
              <a:extLst>
                <a:ext uri="{FF2B5EF4-FFF2-40B4-BE49-F238E27FC236}">
                  <a16:creationId xmlns:a16="http://schemas.microsoft.com/office/drawing/2014/main" id="{C0C84770-C570-46B9-A8B2-258042943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942"/>
              <a:ext cx="10" cy="13"/>
            </a:xfrm>
            <a:custGeom>
              <a:avLst/>
              <a:gdLst>
                <a:gd name="T0" fmla="*/ 8 w 5"/>
                <a:gd name="T1" fmla="*/ 9 h 6"/>
                <a:gd name="T2" fmla="*/ 24 w 5"/>
                <a:gd name="T3" fmla="*/ 61 h 6"/>
                <a:gd name="T4" fmla="*/ 2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1" y="5"/>
                    <a:pt x="3" y="6"/>
                  </a:cubicBezTo>
                  <a:cubicBezTo>
                    <a:pt x="5" y="4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5" name="Freeform 1914">
              <a:extLst>
                <a:ext uri="{FF2B5EF4-FFF2-40B4-BE49-F238E27FC236}">
                  <a16:creationId xmlns:a16="http://schemas.microsoft.com/office/drawing/2014/main" id="{F3B96295-B29F-494C-BF85-EF68351B0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971"/>
              <a:ext cx="17" cy="20"/>
            </a:xfrm>
            <a:custGeom>
              <a:avLst/>
              <a:gdLst>
                <a:gd name="T0" fmla="*/ 19 w 8"/>
                <a:gd name="T1" fmla="*/ 20 h 9"/>
                <a:gd name="T2" fmla="*/ 0 w 8"/>
                <a:gd name="T3" fmla="*/ 20 h 9"/>
                <a:gd name="T4" fmla="*/ 40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2" y="9"/>
                    <a:pt x="8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6" name="Freeform 1915">
              <a:extLst>
                <a:ext uri="{FF2B5EF4-FFF2-40B4-BE49-F238E27FC236}">
                  <a16:creationId xmlns:a16="http://schemas.microsoft.com/office/drawing/2014/main" id="{D3FEC377-9682-41B5-B7B3-BB18A9CF1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3966"/>
              <a:ext cx="6" cy="7"/>
            </a:xfrm>
            <a:custGeom>
              <a:avLst/>
              <a:gdLst>
                <a:gd name="T0" fmla="*/ 0 w 3"/>
                <a:gd name="T1" fmla="*/ 28 h 3"/>
                <a:gd name="T2" fmla="*/ 24 w 3"/>
                <a:gd name="T3" fmla="*/ 12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2" y="2"/>
                    <a:pt x="3" y="3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7" name="Freeform 1916">
              <a:extLst>
                <a:ext uri="{FF2B5EF4-FFF2-40B4-BE49-F238E27FC236}">
                  <a16:creationId xmlns:a16="http://schemas.microsoft.com/office/drawing/2014/main" id="{5A7645A6-F2CC-436B-94D4-06BC1A434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897"/>
              <a:ext cx="13" cy="14"/>
            </a:xfrm>
            <a:custGeom>
              <a:avLst/>
              <a:gdLst>
                <a:gd name="T0" fmla="*/ 33 w 6"/>
                <a:gd name="T1" fmla="*/ 28 h 6"/>
                <a:gd name="T2" fmla="*/ 9 w 6"/>
                <a:gd name="T3" fmla="*/ 77 h 6"/>
                <a:gd name="T4" fmla="*/ 61 w 6"/>
                <a:gd name="T5" fmla="*/ 28 h 6"/>
                <a:gd name="T6" fmla="*/ 43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1" y="4"/>
                    <a:pt x="0" y="4"/>
                    <a:pt x="1" y="6"/>
                  </a:cubicBezTo>
                  <a:cubicBezTo>
                    <a:pt x="4" y="6"/>
                    <a:pt x="5" y="4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8" name="Freeform 1917">
              <a:extLst>
                <a:ext uri="{FF2B5EF4-FFF2-40B4-BE49-F238E27FC236}">
                  <a16:creationId xmlns:a16="http://schemas.microsoft.com/office/drawing/2014/main" id="{1E786A50-94E0-44E5-AD8E-31EC9603D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687"/>
              <a:ext cx="11" cy="12"/>
            </a:xfrm>
            <a:custGeom>
              <a:avLst/>
              <a:gdLst>
                <a:gd name="T0" fmla="*/ 0 w 5"/>
                <a:gd name="T1" fmla="*/ 12 h 5"/>
                <a:gd name="T2" fmla="*/ 53 w 5"/>
                <a:gd name="T3" fmla="*/ 58 h 5"/>
                <a:gd name="T4" fmla="*/ 3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1" y="3"/>
                    <a:pt x="3" y="5"/>
                    <a:pt x="5" y="4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9" name="Freeform 1918">
              <a:extLst>
                <a:ext uri="{FF2B5EF4-FFF2-40B4-BE49-F238E27FC236}">
                  <a16:creationId xmlns:a16="http://schemas.microsoft.com/office/drawing/2014/main" id="{38C12AE6-62C0-4294-898D-8795C163A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636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16 w 3"/>
                <a:gd name="T5" fmla="*/ 0 h 4"/>
                <a:gd name="T6" fmla="*/ 8 w 3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0" y="0"/>
                    <a:pt x="1" y="1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0" name="Freeform 1919">
              <a:extLst>
                <a:ext uri="{FF2B5EF4-FFF2-40B4-BE49-F238E27FC236}">
                  <a16:creationId xmlns:a16="http://schemas.microsoft.com/office/drawing/2014/main" id="{CEC4EDA4-79B0-46E4-B081-AD15D59F7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658"/>
              <a:ext cx="8" cy="14"/>
            </a:xfrm>
            <a:custGeom>
              <a:avLst/>
              <a:gdLst>
                <a:gd name="T0" fmla="*/ 8 w 4"/>
                <a:gd name="T1" fmla="*/ 37 h 6"/>
                <a:gd name="T2" fmla="*/ 0 w 4"/>
                <a:gd name="T3" fmla="*/ 37 h 6"/>
                <a:gd name="T4" fmla="*/ 16 w 4"/>
                <a:gd name="T5" fmla="*/ 77 h 6"/>
                <a:gd name="T6" fmla="*/ 16 w 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4" y="5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1" name="Freeform 1920">
              <a:extLst>
                <a:ext uri="{FF2B5EF4-FFF2-40B4-BE49-F238E27FC236}">
                  <a16:creationId xmlns:a16="http://schemas.microsoft.com/office/drawing/2014/main" id="{48BCEC0B-5D75-4045-8D28-1F4B27179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612"/>
              <a:ext cx="10" cy="13"/>
            </a:xfrm>
            <a:custGeom>
              <a:avLst/>
              <a:gdLst>
                <a:gd name="T0" fmla="*/ 0 w 5"/>
                <a:gd name="T1" fmla="*/ 20 h 6"/>
                <a:gd name="T2" fmla="*/ 8 w 5"/>
                <a:gd name="T3" fmla="*/ 61 h 6"/>
                <a:gd name="T4" fmla="*/ 0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5" y="5"/>
                    <a:pt x="3" y="0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2" name="Freeform 1921">
              <a:extLst>
                <a:ext uri="{FF2B5EF4-FFF2-40B4-BE49-F238E27FC236}">
                  <a16:creationId xmlns:a16="http://schemas.microsoft.com/office/drawing/2014/main" id="{7A5F862E-9B44-4C33-9AFA-3486211F6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658"/>
              <a:ext cx="9" cy="9"/>
            </a:xfrm>
            <a:custGeom>
              <a:avLst/>
              <a:gdLst>
                <a:gd name="T0" fmla="*/ 25 w 4"/>
                <a:gd name="T1" fmla="*/ 0 h 4"/>
                <a:gd name="T2" fmla="*/ 11 w 4"/>
                <a:gd name="T3" fmla="*/ 45 h 4"/>
                <a:gd name="T4" fmla="*/ 1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4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3" name="Freeform 1922">
              <a:extLst>
                <a:ext uri="{FF2B5EF4-FFF2-40B4-BE49-F238E27FC236}">
                  <a16:creationId xmlns:a16="http://schemas.microsoft.com/office/drawing/2014/main" id="{2439A1E5-C080-4B01-A654-FC15617D6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705"/>
              <a:ext cx="8" cy="11"/>
            </a:xfrm>
            <a:custGeom>
              <a:avLst/>
              <a:gdLst>
                <a:gd name="T0" fmla="*/ 8 w 4"/>
                <a:gd name="T1" fmla="*/ 9 h 5"/>
                <a:gd name="T2" fmla="*/ 8 w 4"/>
                <a:gd name="T3" fmla="*/ 53 h 5"/>
                <a:gd name="T4" fmla="*/ 24 w 4"/>
                <a:gd name="T5" fmla="*/ 9 h 5"/>
                <a:gd name="T6" fmla="*/ 16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5"/>
                    <a:pt x="4" y="3"/>
                    <a:pt x="3" y="1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4" name="Freeform 1923">
              <a:extLst>
                <a:ext uri="{FF2B5EF4-FFF2-40B4-BE49-F238E27FC236}">
                  <a16:creationId xmlns:a16="http://schemas.microsoft.com/office/drawing/2014/main" id="{9314E1A1-C1CA-4DE8-9613-DB0DB86A4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750"/>
              <a:ext cx="11" cy="18"/>
            </a:xfrm>
            <a:custGeom>
              <a:avLst/>
              <a:gdLst>
                <a:gd name="T0" fmla="*/ 33 w 5"/>
                <a:gd name="T1" fmla="*/ 0 h 8"/>
                <a:gd name="T2" fmla="*/ 33 w 5"/>
                <a:gd name="T3" fmla="*/ 56 h 8"/>
                <a:gd name="T4" fmla="*/ 33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0" y="2"/>
                    <a:pt x="0" y="8"/>
                    <a:pt x="3" y="5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5" name="Freeform 1924">
              <a:extLst>
                <a:ext uri="{FF2B5EF4-FFF2-40B4-BE49-F238E27FC236}">
                  <a16:creationId xmlns:a16="http://schemas.microsoft.com/office/drawing/2014/main" id="{743992CF-9694-4141-86B9-5FDDF7DBF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714"/>
              <a:ext cx="6" cy="7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37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6" name="Freeform 1925">
              <a:extLst>
                <a:ext uri="{FF2B5EF4-FFF2-40B4-BE49-F238E27FC236}">
                  <a16:creationId xmlns:a16="http://schemas.microsoft.com/office/drawing/2014/main" id="{9DB0CB92-F323-4987-8FCA-7737544C8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795"/>
              <a:ext cx="21" cy="17"/>
            </a:xfrm>
            <a:custGeom>
              <a:avLst/>
              <a:gdLst>
                <a:gd name="T0" fmla="*/ 27 w 10"/>
                <a:gd name="T1" fmla="*/ 9 h 8"/>
                <a:gd name="T2" fmla="*/ 8 w 10"/>
                <a:gd name="T3" fmla="*/ 9 h 8"/>
                <a:gd name="T4" fmla="*/ 27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1"/>
                  </a:moveTo>
                  <a:cubicBezTo>
                    <a:pt x="3" y="1"/>
                    <a:pt x="2" y="1"/>
                    <a:pt x="1" y="1"/>
                  </a:cubicBezTo>
                  <a:cubicBezTo>
                    <a:pt x="0" y="8"/>
                    <a:pt x="10" y="4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7" name="Freeform 1926">
              <a:extLst>
                <a:ext uri="{FF2B5EF4-FFF2-40B4-BE49-F238E27FC236}">
                  <a16:creationId xmlns:a16="http://schemas.microsoft.com/office/drawing/2014/main" id="{064F6786-E13D-46AA-92F7-A663819E8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839"/>
              <a:ext cx="21" cy="22"/>
            </a:xfrm>
            <a:custGeom>
              <a:avLst/>
              <a:gdLst>
                <a:gd name="T0" fmla="*/ 27 w 10"/>
                <a:gd name="T1" fmla="*/ 0 h 10"/>
                <a:gd name="T2" fmla="*/ 17 w 10"/>
                <a:gd name="T3" fmla="*/ 9 h 10"/>
                <a:gd name="T4" fmla="*/ 36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0" y="10"/>
                    <a:pt x="10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8" name="Freeform 1927">
              <a:extLst>
                <a:ext uri="{FF2B5EF4-FFF2-40B4-BE49-F238E27FC236}">
                  <a16:creationId xmlns:a16="http://schemas.microsoft.com/office/drawing/2014/main" id="{53795A56-33B9-49D6-B8B0-FBB77A5F4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826"/>
              <a:ext cx="8" cy="6"/>
            </a:xfrm>
            <a:custGeom>
              <a:avLst/>
              <a:gdLst>
                <a:gd name="T0" fmla="*/ 0 w 4"/>
                <a:gd name="T1" fmla="*/ 8 h 3"/>
                <a:gd name="T2" fmla="*/ 16 w 4"/>
                <a:gd name="T3" fmla="*/ 24 h 3"/>
                <a:gd name="T4" fmla="*/ 32 w 4"/>
                <a:gd name="T5" fmla="*/ 8 h 3"/>
                <a:gd name="T6" fmla="*/ 8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3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9" name="Freeform 1928">
              <a:extLst>
                <a:ext uri="{FF2B5EF4-FFF2-40B4-BE49-F238E27FC236}">
                  <a16:creationId xmlns:a16="http://schemas.microsoft.com/office/drawing/2014/main" id="{BAAE9EDA-07FA-4182-A5FB-939AECD10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3803"/>
              <a:ext cx="27" cy="27"/>
            </a:xfrm>
            <a:custGeom>
              <a:avLst/>
              <a:gdLst>
                <a:gd name="T0" fmla="*/ 17 w 13"/>
                <a:gd name="T1" fmla="*/ 11 h 12"/>
                <a:gd name="T2" fmla="*/ 25 w 1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2" y="1"/>
                  </a:moveTo>
                  <a:cubicBezTo>
                    <a:pt x="0" y="12"/>
                    <a:pt x="13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0" name="Freeform 1929">
              <a:extLst>
                <a:ext uri="{FF2B5EF4-FFF2-40B4-BE49-F238E27FC236}">
                  <a16:creationId xmlns:a16="http://schemas.microsoft.com/office/drawing/2014/main" id="{71AA0279-53BA-4FF7-8651-4AAD60866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837"/>
              <a:ext cx="11" cy="16"/>
            </a:xfrm>
            <a:custGeom>
              <a:avLst/>
              <a:gdLst>
                <a:gd name="T0" fmla="*/ 0 w 5"/>
                <a:gd name="T1" fmla="*/ 25 h 7"/>
                <a:gd name="T2" fmla="*/ 53 w 5"/>
                <a:gd name="T3" fmla="*/ 48 h 7"/>
                <a:gd name="T4" fmla="*/ 2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5"/>
                    <a:pt x="3" y="7"/>
                    <a:pt x="5" y="4"/>
                  </a:cubicBezTo>
                  <a:cubicBezTo>
                    <a:pt x="5" y="2"/>
                    <a:pt x="4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1" name="Freeform 1930">
              <a:extLst>
                <a:ext uri="{FF2B5EF4-FFF2-40B4-BE49-F238E27FC236}">
                  <a16:creationId xmlns:a16="http://schemas.microsoft.com/office/drawing/2014/main" id="{02A72464-1E38-4908-9B56-7A71407F8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766"/>
              <a:ext cx="8" cy="8"/>
            </a:xfrm>
            <a:custGeom>
              <a:avLst/>
              <a:gdLst>
                <a:gd name="T0" fmla="*/ 8 w 4"/>
                <a:gd name="T1" fmla="*/ 16 h 4"/>
                <a:gd name="T2" fmla="*/ 8 w 4"/>
                <a:gd name="T3" fmla="*/ 32 h 4"/>
                <a:gd name="T4" fmla="*/ 32 w 4"/>
                <a:gd name="T5" fmla="*/ 16 h 4"/>
                <a:gd name="T6" fmla="*/ 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3"/>
                    <a:pt x="1" y="4"/>
                    <a:pt x="1" y="4"/>
                  </a:cubicBezTo>
                  <a:cubicBezTo>
                    <a:pt x="3" y="4"/>
                    <a:pt x="4" y="4"/>
                    <a:pt x="4" y="2"/>
                  </a:cubicBez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2" name="Freeform 1931">
              <a:extLst>
                <a:ext uri="{FF2B5EF4-FFF2-40B4-BE49-F238E27FC236}">
                  <a16:creationId xmlns:a16="http://schemas.microsoft.com/office/drawing/2014/main" id="{1BEE9310-1780-4024-8224-091235E12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774"/>
              <a:ext cx="8" cy="12"/>
            </a:xfrm>
            <a:custGeom>
              <a:avLst/>
              <a:gdLst>
                <a:gd name="T0" fmla="*/ 0 w 4"/>
                <a:gd name="T1" fmla="*/ 0 h 5"/>
                <a:gd name="T2" fmla="*/ 24 w 4"/>
                <a:gd name="T3" fmla="*/ 70 h 5"/>
                <a:gd name="T4" fmla="*/ 16 w 4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1" y="4"/>
                    <a:pt x="3" y="5"/>
                  </a:cubicBezTo>
                  <a:cubicBezTo>
                    <a:pt x="4" y="3"/>
                    <a:pt x="4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3" name="Freeform 1932">
              <a:extLst>
                <a:ext uri="{FF2B5EF4-FFF2-40B4-BE49-F238E27FC236}">
                  <a16:creationId xmlns:a16="http://schemas.microsoft.com/office/drawing/2014/main" id="{A33BCA66-1569-43E8-8BD0-7CD7E4EF1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875"/>
              <a:ext cx="8" cy="11"/>
            </a:xfrm>
            <a:custGeom>
              <a:avLst/>
              <a:gdLst>
                <a:gd name="T0" fmla="*/ 0 w 4"/>
                <a:gd name="T1" fmla="*/ 20 h 5"/>
                <a:gd name="T2" fmla="*/ 16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4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4" name="Freeform 1933">
              <a:extLst>
                <a:ext uri="{FF2B5EF4-FFF2-40B4-BE49-F238E27FC236}">
                  <a16:creationId xmlns:a16="http://schemas.microsoft.com/office/drawing/2014/main" id="{BEC5AE28-8FF2-42F7-A48E-AD7264924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761"/>
              <a:ext cx="11" cy="9"/>
            </a:xfrm>
            <a:custGeom>
              <a:avLst/>
              <a:gdLst>
                <a:gd name="T0" fmla="*/ 0 w 5"/>
                <a:gd name="T1" fmla="*/ 25 h 4"/>
                <a:gd name="T2" fmla="*/ 0 w 5"/>
                <a:gd name="T3" fmla="*/ 45 h 4"/>
                <a:gd name="T4" fmla="*/ 2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5" name="Freeform 1934">
              <a:extLst>
                <a:ext uri="{FF2B5EF4-FFF2-40B4-BE49-F238E27FC236}">
                  <a16:creationId xmlns:a16="http://schemas.microsoft.com/office/drawing/2014/main" id="{FBEA52AF-E4FC-4DEB-9FC8-9305C0B09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397"/>
              <a:ext cx="19" cy="16"/>
            </a:xfrm>
            <a:custGeom>
              <a:avLst/>
              <a:gdLst>
                <a:gd name="T0" fmla="*/ 49 w 9"/>
                <a:gd name="T1" fmla="*/ 0 h 7"/>
                <a:gd name="T2" fmla="*/ 49 w 9"/>
                <a:gd name="T3" fmla="*/ 73 h 7"/>
                <a:gd name="T4" fmla="*/ 49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2" y="2"/>
                    <a:pt x="0" y="7"/>
                    <a:pt x="5" y="6"/>
                  </a:cubicBezTo>
                  <a:cubicBezTo>
                    <a:pt x="9" y="6"/>
                    <a:pt x="8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6" name="Freeform 1935">
              <a:extLst>
                <a:ext uri="{FF2B5EF4-FFF2-40B4-BE49-F238E27FC236}">
                  <a16:creationId xmlns:a16="http://schemas.microsoft.com/office/drawing/2014/main" id="{BEB09192-1801-46AC-92A4-E43201995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328"/>
              <a:ext cx="6" cy="9"/>
            </a:xfrm>
            <a:custGeom>
              <a:avLst/>
              <a:gdLst>
                <a:gd name="T0" fmla="*/ 0 w 3"/>
                <a:gd name="T1" fmla="*/ 25 h 4"/>
                <a:gd name="T2" fmla="*/ 16 w 3"/>
                <a:gd name="T3" fmla="*/ 45 h 4"/>
                <a:gd name="T4" fmla="*/ 0 w 3"/>
                <a:gd name="T5" fmla="*/ 0 h 4"/>
                <a:gd name="T6" fmla="*/ 8 w 3"/>
                <a:gd name="T7" fmla="*/ 3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3" y="1"/>
                    <a:pt x="3" y="1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7" name="Freeform 1936">
              <a:extLst>
                <a:ext uri="{FF2B5EF4-FFF2-40B4-BE49-F238E27FC236}">
                  <a16:creationId xmlns:a16="http://schemas.microsoft.com/office/drawing/2014/main" id="{D3290E5D-FB00-4B97-8832-7D134998F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257"/>
              <a:ext cx="6" cy="11"/>
            </a:xfrm>
            <a:custGeom>
              <a:avLst/>
              <a:gdLst>
                <a:gd name="T0" fmla="*/ 0 w 3"/>
                <a:gd name="T1" fmla="*/ 0 h 5"/>
                <a:gd name="T2" fmla="*/ 24 w 3"/>
                <a:gd name="T3" fmla="*/ 33 h 5"/>
                <a:gd name="T4" fmla="*/ 0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3"/>
                    <a:pt x="0" y="5"/>
                    <a:pt x="3" y="3"/>
                  </a:cubicBezTo>
                  <a:cubicBezTo>
                    <a:pt x="3" y="0"/>
                    <a:pt x="2" y="2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8" name="Freeform 1937">
              <a:extLst>
                <a:ext uri="{FF2B5EF4-FFF2-40B4-BE49-F238E27FC236}">
                  <a16:creationId xmlns:a16="http://schemas.microsoft.com/office/drawing/2014/main" id="{ACF24785-D7AB-4E57-92F2-B94297BAF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281"/>
              <a:ext cx="7" cy="9"/>
            </a:xfrm>
            <a:custGeom>
              <a:avLst/>
              <a:gdLst>
                <a:gd name="T0" fmla="*/ 0 w 3"/>
                <a:gd name="T1" fmla="*/ 25 h 4"/>
                <a:gd name="T2" fmla="*/ 28 w 3"/>
                <a:gd name="T3" fmla="*/ 45 h 4"/>
                <a:gd name="T4" fmla="*/ 28 w 3"/>
                <a:gd name="T5" fmla="*/ 0 h 4"/>
                <a:gd name="T6" fmla="*/ 0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3" y="2"/>
                    <a:pt x="3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9" name="Freeform 1938">
              <a:extLst>
                <a:ext uri="{FF2B5EF4-FFF2-40B4-BE49-F238E27FC236}">
                  <a16:creationId xmlns:a16="http://schemas.microsoft.com/office/drawing/2014/main" id="{D8614C59-CD1F-4451-B686-212FB927B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232"/>
              <a:ext cx="9" cy="11"/>
            </a:xfrm>
            <a:custGeom>
              <a:avLst/>
              <a:gdLst>
                <a:gd name="T0" fmla="*/ 0 w 4"/>
                <a:gd name="T1" fmla="*/ 20 h 5"/>
                <a:gd name="T2" fmla="*/ 36 w 4"/>
                <a:gd name="T3" fmla="*/ 0 h 5"/>
                <a:gd name="T4" fmla="*/ 25 w 4"/>
                <a:gd name="T5" fmla="*/ 53 h 5"/>
                <a:gd name="T6" fmla="*/ 25 w 4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2"/>
                    <a:pt x="4" y="3"/>
                    <a:pt x="2" y="5"/>
                  </a:cubicBezTo>
                  <a:cubicBezTo>
                    <a:pt x="1" y="4"/>
                    <a:pt x="2" y="3"/>
                    <a:pt x="2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0" name="Freeform 1939">
              <a:extLst>
                <a:ext uri="{FF2B5EF4-FFF2-40B4-BE49-F238E27FC236}">
                  <a16:creationId xmlns:a16="http://schemas.microsoft.com/office/drawing/2014/main" id="{EEF08874-5E59-48B4-A7D8-6986FF5BF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194"/>
              <a:ext cx="2" cy="9"/>
            </a:xfrm>
            <a:custGeom>
              <a:avLst/>
              <a:gdLst>
                <a:gd name="T0" fmla="*/ 0 w 1"/>
                <a:gd name="T1" fmla="*/ 36 h 4"/>
                <a:gd name="T2" fmla="*/ 8 w 1"/>
                <a:gd name="T3" fmla="*/ 45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4"/>
                    <a:pt x="0" y="4"/>
                    <a:pt x="1" y="4"/>
                  </a:cubicBez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1" name="Freeform 1940">
              <a:extLst>
                <a:ext uri="{FF2B5EF4-FFF2-40B4-BE49-F238E27FC236}">
                  <a16:creationId xmlns:a16="http://schemas.microsoft.com/office/drawing/2014/main" id="{CD6C7CCC-55F6-4F6C-AC79-F75BC99E1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192"/>
              <a:ext cx="4" cy="7"/>
            </a:xfrm>
            <a:custGeom>
              <a:avLst/>
              <a:gdLst>
                <a:gd name="T0" fmla="*/ 0 w 2"/>
                <a:gd name="T1" fmla="*/ 37 h 3"/>
                <a:gd name="T2" fmla="*/ 16 w 2"/>
                <a:gd name="T3" fmla="*/ 12 h 3"/>
                <a:gd name="T4" fmla="*/ 0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2" y="3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2" name="Freeform 1941">
              <a:extLst>
                <a:ext uri="{FF2B5EF4-FFF2-40B4-BE49-F238E27FC236}">
                  <a16:creationId xmlns:a16="http://schemas.microsoft.com/office/drawing/2014/main" id="{37476537-4A14-4EA0-B58B-91A0159F8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181"/>
              <a:ext cx="8" cy="11"/>
            </a:xfrm>
            <a:custGeom>
              <a:avLst/>
              <a:gdLst>
                <a:gd name="T0" fmla="*/ 8 w 4"/>
                <a:gd name="T1" fmla="*/ 20 h 5"/>
                <a:gd name="T2" fmla="*/ 8 w 4"/>
                <a:gd name="T3" fmla="*/ 53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3"/>
                    <a:pt x="4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3" name="Freeform 1942">
              <a:extLst>
                <a:ext uri="{FF2B5EF4-FFF2-40B4-BE49-F238E27FC236}">
                  <a16:creationId xmlns:a16="http://schemas.microsoft.com/office/drawing/2014/main" id="{A7C4FE5A-EF5B-4FF0-9559-D089A08B8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154"/>
              <a:ext cx="7" cy="7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7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4" name="Freeform 1943">
              <a:extLst>
                <a:ext uri="{FF2B5EF4-FFF2-40B4-BE49-F238E27FC236}">
                  <a16:creationId xmlns:a16="http://schemas.microsoft.com/office/drawing/2014/main" id="{0309CCB8-69F7-4680-A4D7-363043A35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121"/>
              <a:ext cx="2" cy="6"/>
            </a:xfrm>
            <a:custGeom>
              <a:avLst/>
              <a:gdLst>
                <a:gd name="T0" fmla="*/ 0 w 1"/>
                <a:gd name="T1" fmla="*/ 8 h 3"/>
                <a:gd name="T2" fmla="*/ 8 w 1"/>
                <a:gd name="T3" fmla="*/ 24 h 3"/>
                <a:gd name="T4" fmla="*/ 8 w 1"/>
                <a:gd name="T5" fmla="*/ 8 h 3"/>
                <a:gd name="T6" fmla="*/ 0 w 1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5" name="Freeform 1944">
              <a:extLst>
                <a:ext uri="{FF2B5EF4-FFF2-40B4-BE49-F238E27FC236}">
                  <a16:creationId xmlns:a16="http://schemas.microsoft.com/office/drawing/2014/main" id="{18E3D80E-F12F-40D4-A86A-CF82A1BF5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096"/>
              <a:ext cx="2" cy="7"/>
            </a:xfrm>
            <a:custGeom>
              <a:avLst/>
              <a:gdLst>
                <a:gd name="T0" fmla="*/ 0 w 1"/>
                <a:gd name="T1" fmla="*/ 12 h 3"/>
                <a:gd name="T2" fmla="*/ 8 w 1"/>
                <a:gd name="T3" fmla="*/ 37 h 3"/>
                <a:gd name="T4" fmla="*/ 8 w 1"/>
                <a:gd name="T5" fmla="*/ 12 h 3"/>
                <a:gd name="T6" fmla="*/ 0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6" name="Freeform 1945">
              <a:extLst>
                <a:ext uri="{FF2B5EF4-FFF2-40B4-BE49-F238E27FC236}">
                  <a16:creationId xmlns:a16="http://schemas.microsoft.com/office/drawing/2014/main" id="{84A3B077-078B-4CC2-9F00-A762D980C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023"/>
              <a:ext cx="4" cy="6"/>
            </a:xfrm>
            <a:custGeom>
              <a:avLst/>
              <a:gdLst>
                <a:gd name="T0" fmla="*/ 0 w 2"/>
                <a:gd name="T1" fmla="*/ 8 h 3"/>
                <a:gd name="T2" fmla="*/ 16 w 2"/>
                <a:gd name="T3" fmla="*/ 24 h 3"/>
                <a:gd name="T4" fmla="*/ 16 w 2"/>
                <a:gd name="T5" fmla="*/ 8 h 3"/>
                <a:gd name="T6" fmla="*/ 0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7" name="Freeform 1946">
              <a:extLst>
                <a:ext uri="{FF2B5EF4-FFF2-40B4-BE49-F238E27FC236}">
                  <a16:creationId xmlns:a16="http://schemas.microsoft.com/office/drawing/2014/main" id="{EB259FF7-E3F2-46DC-A745-E9DBE1D4D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103"/>
              <a:ext cx="2" cy="7"/>
            </a:xfrm>
            <a:custGeom>
              <a:avLst/>
              <a:gdLst>
                <a:gd name="T0" fmla="*/ 0 w 1"/>
                <a:gd name="T1" fmla="*/ 28 h 3"/>
                <a:gd name="T2" fmla="*/ 8 w 1"/>
                <a:gd name="T3" fmla="*/ 37 h 3"/>
                <a:gd name="T4" fmla="*/ 8 w 1"/>
                <a:gd name="T5" fmla="*/ 12 h 3"/>
                <a:gd name="T6" fmla="*/ 0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8" name="Freeform 1947">
              <a:extLst>
                <a:ext uri="{FF2B5EF4-FFF2-40B4-BE49-F238E27FC236}">
                  <a16:creationId xmlns:a16="http://schemas.microsoft.com/office/drawing/2014/main" id="{71FB2143-8275-4EC4-92A0-3D462D394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3076"/>
              <a:ext cx="4" cy="7"/>
            </a:xfrm>
            <a:custGeom>
              <a:avLst/>
              <a:gdLst>
                <a:gd name="T0" fmla="*/ 0 w 2"/>
                <a:gd name="T1" fmla="*/ 12 h 3"/>
                <a:gd name="T2" fmla="*/ 16 w 2"/>
                <a:gd name="T3" fmla="*/ 37 h 3"/>
                <a:gd name="T4" fmla="*/ 16 w 2"/>
                <a:gd name="T5" fmla="*/ 12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9" name="Freeform 1948">
              <a:extLst>
                <a:ext uri="{FF2B5EF4-FFF2-40B4-BE49-F238E27FC236}">
                  <a16:creationId xmlns:a16="http://schemas.microsoft.com/office/drawing/2014/main" id="{3F49B792-23F6-45F3-9DFF-812BD5681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873"/>
              <a:ext cx="2" cy="7"/>
            </a:xfrm>
            <a:custGeom>
              <a:avLst/>
              <a:gdLst>
                <a:gd name="T0" fmla="*/ 0 w 1"/>
                <a:gd name="T1" fmla="*/ 12 h 3"/>
                <a:gd name="T2" fmla="*/ 8 w 1"/>
                <a:gd name="T3" fmla="*/ 37 h 3"/>
                <a:gd name="T4" fmla="*/ 8 w 1"/>
                <a:gd name="T5" fmla="*/ 12 h 3"/>
                <a:gd name="T6" fmla="*/ 0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0" name="Freeform 1949">
              <a:extLst>
                <a:ext uri="{FF2B5EF4-FFF2-40B4-BE49-F238E27FC236}">
                  <a16:creationId xmlns:a16="http://schemas.microsoft.com/office/drawing/2014/main" id="{54E7B3A7-70F3-42BD-A3AB-EE2992FE2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145"/>
              <a:ext cx="4" cy="7"/>
            </a:xfrm>
            <a:custGeom>
              <a:avLst/>
              <a:gdLst>
                <a:gd name="T0" fmla="*/ 0 w 2"/>
                <a:gd name="T1" fmla="*/ 12 h 3"/>
                <a:gd name="T2" fmla="*/ 16 w 2"/>
                <a:gd name="T3" fmla="*/ 28 h 3"/>
                <a:gd name="T4" fmla="*/ 8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2"/>
                    <a:pt x="1" y="3"/>
                    <a:pt x="2" y="2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1" name="Freeform 1950">
              <a:extLst>
                <a:ext uri="{FF2B5EF4-FFF2-40B4-BE49-F238E27FC236}">
                  <a16:creationId xmlns:a16="http://schemas.microsoft.com/office/drawing/2014/main" id="{B41267DE-4C39-436A-AD2E-11CA31772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221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3" y="3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2" name="Freeform 1951">
              <a:extLst>
                <a:ext uri="{FF2B5EF4-FFF2-40B4-BE49-F238E27FC236}">
                  <a16:creationId xmlns:a16="http://schemas.microsoft.com/office/drawing/2014/main" id="{C782BED6-BAE8-4E8C-851D-0B648DD80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261"/>
              <a:ext cx="6" cy="5"/>
            </a:xfrm>
            <a:custGeom>
              <a:avLst/>
              <a:gdLst>
                <a:gd name="T0" fmla="*/ 8 w 3"/>
                <a:gd name="T1" fmla="*/ 0 h 2"/>
                <a:gd name="T2" fmla="*/ 16 w 3"/>
                <a:gd name="T3" fmla="*/ 33 h 2"/>
                <a:gd name="T4" fmla="*/ 16 w 3"/>
                <a:gd name="T5" fmla="*/ 0 h 2"/>
                <a:gd name="T6" fmla="*/ 16 w 3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1"/>
                    <a:pt x="0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3" name="Freeform 1952">
              <a:extLst>
                <a:ext uri="{FF2B5EF4-FFF2-40B4-BE49-F238E27FC236}">
                  <a16:creationId xmlns:a16="http://schemas.microsoft.com/office/drawing/2014/main" id="{56516E9B-F40C-4F83-8037-DF26478C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295"/>
              <a:ext cx="4" cy="9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45 h 4"/>
                <a:gd name="T4" fmla="*/ 8 w 2"/>
                <a:gd name="T5" fmla="*/ 45 h 4"/>
                <a:gd name="T6" fmla="*/ 8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2" y="3"/>
                    <a:pt x="1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4" name="Freeform 1953">
              <a:extLst>
                <a:ext uri="{FF2B5EF4-FFF2-40B4-BE49-F238E27FC236}">
                  <a16:creationId xmlns:a16="http://schemas.microsoft.com/office/drawing/2014/main" id="{BD03E308-F696-4E31-84CD-195C30FA3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299"/>
              <a:ext cx="6" cy="7"/>
            </a:xfrm>
            <a:custGeom>
              <a:avLst/>
              <a:gdLst>
                <a:gd name="T0" fmla="*/ 8 w 3"/>
                <a:gd name="T1" fmla="*/ 12 h 3"/>
                <a:gd name="T2" fmla="*/ 8 w 3"/>
                <a:gd name="T3" fmla="*/ 37 h 3"/>
                <a:gd name="T4" fmla="*/ 24 w 3"/>
                <a:gd name="T5" fmla="*/ 28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5" name="Freeform 1954">
              <a:extLst>
                <a:ext uri="{FF2B5EF4-FFF2-40B4-BE49-F238E27FC236}">
                  <a16:creationId xmlns:a16="http://schemas.microsoft.com/office/drawing/2014/main" id="{82AB9958-7B7D-4DFD-A92A-F3C1D622D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065"/>
              <a:ext cx="4" cy="9"/>
            </a:xfrm>
            <a:custGeom>
              <a:avLst/>
              <a:gdLst>
                <a:gd name="T0" fmla="*/ 8 w 2"/>
                <a:gd name="T1" fmla="*/ 11 h 4"/>
                <a:gd name="T2" fmla="*/ 8 w 2"/>
                <a:gd name="T3" fmla="*/ 45 h 4"/>
                <a:gd name="T4" fmla="*/ 16 w 2"/>
                <a:gd name="T5" fmla="*/ 11 h 4"/>
                <a:gd name="T6" fmla="*/ 8 w 2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6" name="Freeform 1955">
              <a:extLst>
                <a:ext uri="{FF2B5EF4-FFF2-40B4-BE49-F238E27FC236}">
                  <a16:creationId xmlns:a16="http://schemas.microsoft.com/office/drawing/2014/main" id="{EC8B0B51-2E21-433D-92A7-E63359ED2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822"/>
              <a:ext cx="4" cy="6"/>
            </a:xfrm>
            <a:custGeom>
              <a:avLst/>
              <a:gdLst>
                <a:gd name="T0" fmla="*/ 0 w 2"/>
                <a:gd name="T1" fmla="*/ 8 h 3"/>
                <a:gd name="T2" fmla="*/ 0 w 2"/>
                <a:gd name="T3" fmla="*/ 24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7" name="Freeform 1956">
              <a:extLst>
                <a:ext uri="{FF2B5EF4-FFF2-40B4-BE49-F238E27FC236}">
                  <a16:creationId xmlns:a16="http://schemas.microsoft.com/office/drawing/2014/main" id="{9124C616-E8E8-46D8-A979-D12060F82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793"/>
              <a:ext cx="4" cy="6"/>
            </a:xfrm>
            <a:custGeom>
              <a:avLst/>
              <a:gdLst>
                <a:gd name="T0" fmla="*/ 8 w 2"/>
                <a:gd name="T1" fmla="*/ 16 h 3"/>
                <a:gd name="T2" fmla="*/ 8 w 2"/>
                <a:gd name="T3" fmla="*/ 24 h 3"/>
                <a:gd name="T4" fmla="*/ 16 w 2"/>
                <a:gd name="T5" fmla="*/ 16 h 3"/>
                <a:gd name="T6" fmla="*/ 8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3"/>
                    <a:pt x="0" y="3"/>
                    <a:pt x="1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0"/>
                    <a:pt x="1" y="2"/>
                    <a:pt x="1" y="1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8" name="Freeform 1957">
              <a:extLst>
                <a:ext uri="{FF2B5EF4-FFF2-40B4-BE49-F238E27FC236}">
                  <a16:creationId xmlns:a16="http://schemas.microsoft.com/office/drawing/2014/main" id="{38A852EA-852A-48A7-A50F-0DDEBE18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64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9" name="Freeform 1958">
              <a:extLst>
                <a:ext uri="{FF2B5EF4-FFF2-40B4-BE49-F238E27FC236}">
                  <a16:creationId xmlns:a16="http://schemas.microsoft.com/office/drawing/2014/main" id="{B373D69A-03B0-4787-BCC9-583EDF566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770"/>
              <a:ext cx="6" cy="9"/>
            </a:xfrm>
            <a:custGeom>
              <a:avLst/>
              <a:gdLst>
                <a:gd name="T0" fmla="*/ 8 w 3"/>
                <a:gd name="T1" fmla="*/ 25 h 4"/>
                <a:gd name="T2" fmla="*/ 8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1" y="3"/>
                    <a:pt x="1" y="4"/>
                  </a:cubicBezTo>
                  <a:cubicBezTo>
                    <a:pt x="3" y="2"/>
                    <a:pt x="2" y="2"/>
                    <a:pt x="1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0" name="Freeform 1959">
              <a:extLst>
                <a:ext uri="{FF2B5EF4-FFF2-40B4-BE49-F238E27FC236}">
                  <a16:creationId xmlns:a16="http://schemas.microsoft.com/office/drawing/2014/main" id="{341825B2-78B8-4DA7-970A-6DDC46EE2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748"/>
              <a:ext cx="2" cy="5"/>
            </a:xfrm>
            <a:custGeom>
              <a:avLst/>
              <a:gdLst>
                <a:gd name="T0" fmla="*/ 8 w 1"/>
                <a:gd name="T1" fmla="*/ 33 h 2"/>
                <a:gd name="T2" fmla="*/ 8 w 1"/>
                <a:gd name="T3" fmla="*/ 0 h 2"/>
                <a:gd name="T4" fmla="*/ 8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1" name="Freeform 1960">
              <a:extLst>
                <a:ext uri="{FF2B5EF4-FFF2-40B4-BE49-F238E27FC236}">
                  <a16:creationId xmlns:a16="http://schemas.microsoft.com/office/drawing/2014/main" id="{282D8A2E-0786-42A5-888D-422C72ED8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739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2" name="Freeform 1961">
              <a:extLst>
                <a:ext uri="{FF2B5EF4-FFF2-40B4-BE49-F238E27FC236}">
                  <a16:creationId xmlns:a16="http://schemas.microsoft.com/office/drawing/2014/main" id="{E88ED96C-F263-4CDC-8093-892F77D21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728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3" name="Freeform 1962">
              <a:extLst>
                <a:ext uri="{FF2B5EF4-FFF2-40B4-BE49-F238E27FC236}">
                  <a16:creationId xmlns:a16="http://schemas.microsoft.com/office/drawing/2014/main" id="{5FF6996E-4DAC-4FF0-8F5B-840550771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710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4" name="Freeform 1963">
              <a:extLst>
                <a:ext uri="{FF2B5EF4-FFF2-40B4-BE49-F238E27FC236}">
                  <a16:creationId xmlns:a16="http://schemas.microsoft.com/office/drawing/2014/main" id="{BBD344BD-90AE-419F-A0AB-666D293A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69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5" name="Freeform 1964">
              <a:extLst>
                <a:ext uri="{FF2B5EF4-FFF2-40B4-BE49-F238E27FC236}">
                  <a16:creationId xmlns:a16="http://schemas.microsoft.com/office/drawing/2014/main" id="{84D0EE6A-BA79-4C4F-A3B1-7CAC8E4B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70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6" name="Freeform 1965">
              <a:extLst>
                <a:ext uri="{FF2B5EF4-FFF2-40B4-BE49-F238E27FC236}">
                  <a16:creationId xmlns:a16="http://schemas.microsoft.com/office/drawing/2014/main" id="{FB122766-4961-465C-A65B-5A898C825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735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7" name="Freeform 1966">
              <a:extLst>
                <a:ext uri="{FF2B5EF4-FFF2-40B4-BE49-F238E27FC236}">
                  <a16:creationId xmlns:a16="http://schemas.microsoft.com/office/drawing/2014/main" id="{A13F2D3A-D7DA-41C5-BA56-2C2D854A2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927"/>
              <a:ext cx="4" cy="6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24 h 3"/>
                <a:gd name="T4" fmla="*/ 0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1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8" name="Freeform 1967">
              <a:extLst>
                <a:ext uri="{FF2B5EF4-FFF2-40B4-BE49-F238E27FC236}">
                  <a16:creationId xmlns:a16="http://schemas.microsoft.com/office/drawing/2014/main" id="{ABF7A611-5C95-4A43-877D-100923A1E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971"/>
              <a:ext cx="6" cy="5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33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2" y="2"/>
                  </a:cubicBezTo>
                  <a:cubicBezTo>
                    <a:pt x="3" y="1"/>
                    <a:pt x="1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9" name="Freeform 1968">
              <a:extLst>
                <a:ext uri="{FF2B5EF4-FFF2-40B4-BE49-F238E27FC236}">
                  <a16:creationId xmlns:a16="http://schemas.microsoft.com/office/drawing/2014/main" id="{FDF48F2F-416E-4FC3-BAC6-D3A24AAD0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000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37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0"/>
                    <a:pt x="1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0" name="Freeform 1969">
              <a:extLst>
                <a:ext uri="{FF2B5EF4-FFF2-40B4-BE49-F238E27FC236}">
                  <a16:creationId xmlns:a16="http://schemas.microsoft.com/office/drawing/2014/main" id="{8C57A0A4-456E-4AED-B081-810B64A7E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014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0 w 1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1" name="Freeform 1970">
              <a:extLst>
                <a:ext uri="{FF2B5EF4-FFF2-40B4-BE49-F238E27FC236}">
                  <a16:creationId xmlns:a16="http://schemas.microsoft.com/office/drawing/2014/main" id="{168D0EA6-E5BE-40A2-A50D-0E091ABC1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034"/>
              <a:ext cx="5" cy="6"/>
            </a:xfrm>
            <a:custGeom>
              <a:avLst/>
              <a:gdLst>
                <a:gd name="T0" fmla="*/ 0 w 2"/>
                <a:gd name="T1" fmla="*/ 8 h 3"/>
                <a:gd name="T2" fmla="*/ 20 w 2"/>
                <a:gd name="T3" fmla="*/ 24 h 3"/>
                <a:gd name="T4" fmla="*/ 20 w 2"/>
                <a:gd name="T5" fmla="*/ 0 h 3"/>
                <a:gd name="T6" fmla="*/ 20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1"/>
                    <a:pt x="2" y="2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2" name="Freeform 1971">
              <a:extLst>
                <a:ext uri="{FF2B5EF4-FFF2-40B4-BE49-F238E27FC236}">
                  <a16:creationId xmlns:a16="http://schemas.microsoft.com/office/drawing/2014/main" id="{C0560829-A6EA-4DD5-BC12-4C8B0FC0C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3522"/>
              <a:ext cx="9" cy="9"/>
            </a:xfrm>
            <a:custGeom>
              <a:avLst/>
              <a:gdLst>
                <a:gd name="T0" fmla="*/ 0 w 4"/>
                <a:gd name="T1" fmla="*/ 25 h 4"/>
                <a:gd name="T2" fmla="*/ 36 w 4"/>
                <a:gd name="T3" fmla="*/ 45 h 4"/>
                <a:gd name="T4" fmla="*/ 25 w 4"/>
                <a:gd name="T5" fmla="*/ 0 h 4"/>
                <a:gd name="T6" fmla="*/ 11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3"/>
                    <a:pt x="2" y="4"/>
                    <a:pt x="3" y="4"/>
                  </a:cubicBezTo>
                  <a:cubicBezTo>
                    <a:pt x="4" y="3"/>
                    <a:pt x="4" y="1"/>
                    <a:pt x="2" y="0"/>
                  </a:cubicBezTo>
                  <a:cubicBezTo>
                    <a:pt x="1" y="0"/>
                    <a:pt x="2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3" name="Freeform 1972">
              <a:extLst>
                <a:ext uri="{FF2B5EF4-FFF2-40B4-BE49-F238E27FC236}">
                  <a16:creationId xmlns:a16="http://schemas.microsoft.com/office/drawing/2014/main" id="{9C5F8BAF-98EA-488C-A3A5-3808FF96F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3384"/>
              <a:ext cx="6" cy="11"/>
            </a:xfrm>
            <a:custGeom>
              <a:avLst/>
              <a:gdLst>
                <a:gd name="T0" fmla="*/ 0 w 3"/>
                <a:gd name="T1" fmla="*/ 20 h 5"/>
                <a:gd name="T2" fmla="*/ 16 w 3"/>
                <a:gd name="T3" fmla="*/ 53 h 5"/>
                <a:gd name="T4" fmla="*/ 8 w 3"/>
                <a:gd name="T5" fmla="*/ 0 h 5"/>
                <a:gd name="T6" fmla="*/ 0 w 3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3" y="3"/>
                    <a:pt x="2" y="1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4" name="Freeform 1973">
              <a:extLst>
                <a:ext uri="{FF2B5EF4-FFF2-40B4-BE49-F238E27FC236}">
                  <a16:creationId xmlns:a16="http://schemas.microsoft.com/office/drawing/2014/main" id="{6A2C1805-F34E-4041-A783-99D7368CA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322"/>
              <a:ext cx="7" cy="8"/>
            </a:xfrm>
            <a:custGeom>
              <a:avLst/>
              <a:gdLst>
                <a:gd name="T0" fmla="*/ 0 w 3"/>
                <a:gd name="T1" fmla="*/ 8 h 4"/>
                <a:gd name="T2" fmla="*/ 12 w 3"/>
                <a:gd name="T3" fmla="*/ 32 h 4"/>
                <a:gd name="T4" fmla="*/ 28 w 3"/>
                <a:gd name="T5" fmla="*/ 0 h 4"/>
                <a:gd name="T6" fmla="*/ 12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5" name="Freeform 1974">
              <a:extLst>
                <a:ext uri="{FF2B5EF4-FFF2-40B4-BE49-F238E27FC236}">
                  <a16:creationId xmlns:a16="http://schemas.microsoft.com/office/drawing/2014/main" id="{CA5CC88C-13A7-4F0E-9BC8-958D24873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132"/>
              <a:ext cx="8" cy="9"/>
            </a:xfrm>
            <a:custGeom>
              <a:avLst/>
              <a:gdLst>
                <a:gd name="T0" fmla="*/ 0 w 4"/>
                <a:gd name="T1" fmla="*/ 11 h 4"/>
                <a:gd name="T2" fmla="*/ 16 w 4"/>
                <a:gd name="T3" fmla="*/ 45 h 4"/>
                <a:gd name="T4" fmla="*/ 0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4" y="2"/>
                    <a:pt x="3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6" name="Freeform 1975">
              <a:extLst>
                <a:ext uri="{FF2B5EF4-FFF2-40B4-BE49-F238E27FC236}">
                  <a16:creationId xmlns:a16="http://schemas.microsoft.com/office/drawing/2014/main" id="{468EC226-A2C9-4190-9262-6FD3E63E9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110"/>
              <a:ext cx="21" cy="17"/>
            </a:xfrm>
            <a:custGeom>
              <a:avLst/>
              <a:gdLst>
                <a:gd name="T0" fmla="*/ 17 w 10"/>
                <a:gd name="T1" fmla="*/ 9 h 8"/>
                <a:gd name="T2" fmla="*/ 27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2" y="1"/>
                  </a:moveTo>
                  <a:cubicBezTo>
                    <a:pt x="0" y="8"/>
                    <a:pt x="10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7" name="Freeform 1976">
              <a:extLst>
                <a:ext uri="{FF2B5EF4-FFF2-40B4-BE49-F238E27FC236}">
                  <a16:creationId xmlns:a16="http://schemas.microsoft.com/office/drawing/2014/main" id="{E31C5539-5515-4821-902C-6CBB4955B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3103"/>
              <a:ext cx="5" cy="7"/>
            </a:xfrm>
            <a:custGeom>
              <a:avLst/>
              <a:gdLst>
                <a:gd name="T0" fmla="*/ 0 w 2"/>
                <a:gd name="T1" fmla="*/ 12 h 3"/>
                <a:gd name="T2" fmla="*/ 20 w 2"/>
                <a:gd name="T3" fmla="*/ 37 h 3"/>
                <a:gd name="T4" fmla="*/ 33 w 2"/>
                <a:gd name="T5" fmla="*/ 12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8" name="Freeform 1977">
              <a:extLst>
                <a:ext uri="{FF2B5EF4-FFF2-40B4-BE49-F238E27FC236}">
                  <a16:creationId xmlns:a16="http://schemas.microsoft.com/office/drawing/2014/main" id="{5D7AB1C9-B1F3-48CA-B0DF-7584BA36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181"/>
              <a:ext cx="9" cy="11"/>
            </a:xfrm>
            <a:custGeom>
              <a:avLst/>
              <a:gdLst>
                <a:gd name="T0" fmla="*/ 11 w 4"/>
                <a:gd name="T1" fmla="*/ 9 h 5"/>
                <a:gd name="T2" fmla="*/ 25 w 4"/>
                <a:gd name="T3" fmla="*/ 53 h 5"/>
                <a:gd name="T4" fmla="*/ 25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9" name="Freeform 1978">
              <a:extLst>
                <a:ext uri="{FF2B5EF4-FFF2-40B4-BE49-F238E27FC236}">
                  <a16:creationId xmlns:a16="http://schemas.microsoft.com/office/drawing/2014/main" id="{BADA1584-A34B-4564-9536-007C24B69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045"/>
              <a:ext cx="6" cy="7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37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0" name="Freeform 1979">
              <a:extLst>
                <a:ext uri="{FF2B5EF4-FFF2-40B4-BE49-F238E27FC236}">
                  <a16:creationId xmlns:a16="http://schemas.microsoft.com/office/drawing/2014/main" id="{B69A3C57-FCE5-4C16-98AB-B1BA4F252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3040"/>
              <a:ext cx="4" cy="3"/>
            </a:xfrm>
            <a:custGeom>
              <a:avLst/>
              <a:gdLst>
                <a:gd name="T0" fmla="*/ 0 w 2"/>
                <a:gd name="T1" fmla="*/ 27 h 1"/>
                <a:gd name="T2" fmla="*/ 16 w 2"/>
                <a:gd name="T3" fmla="*/ 27 h 1"/>
                <a:gd name="T4" fmla="*/ 16 w 2"/>
                <a:gd name="T5" fmla="*/ 0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1" name="Freeform 1980">
              <a:extLst>
                <a:ext uri="{FF2B5EF4-FFF2-40B4-BE49-F238E27FC236}">
                  <a16:creationId xmlns:a16="http://schemas.microsoft.com/office/drawing/2014/main" id="{C398B5AC-317B-41C0-82FF-6739AAEBF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009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33 h 2"/>
                <a:gd name="T4" fmla="*/ 8 w 1"/>
                <a:gd name="T5" fmla="*/ 0 h 2"/>
                <a:gd name="T6" fmla="*/ 0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2" name="Freeform 1981">
              <a:extLst>
                <a:ext uri="{FF2B5EF4-FFF2-40B4-BE49-F238E27FC236}">
                  <a16:creationId xmlns:a16="http://schemas.microsoft.com/office/drawing/2014/main" id="{1E1AAB90-CA7C-44B3-BF44-CDC42D7D4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974"/>
              <a:ext cx="2" cy="6"/>
            </a:xfrm>
            <a:custGeom>
              <a:avLst/>
              <a:gdLst>
                <a:gd name="T0" fmla="*/ 0 w 1"/>
                <a:gd name="T1" fmla="*/ 24 h 3"/>
                <a:gd name="T2" fmla="*/ 0 w 1"/>
                <a:gd name="T3" fmla="*/ 8 h 3"/>
                <a:gd name="T4" fmla="*/ 0 w 1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2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3" name="Freeform 1982">
              <a:extLst>
                <a:ext uri="{FF2B5EF4-FFF2-40B4-BE49-F238E27FC236}">
                  <a16:creationId xmlns:a16="http://schemas.microsoft.com/office/drawing/2014/main" id="{6FCFF3B7-A8C5-4B65-9078-BD918FD19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974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16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4" name="Freeform 1983">
              <a:extLst>
                <a:ext uri="{FF2B5EF4-FFF2-40B4-BE49-F238E27FC236}">
                  <a16:creationId xmlns:a16="http://schemas.microsoft.com/office/drawing/2014/main" id="{97354530-6F59-43E6-B39C-635BC2A23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940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5" name="Freeform 1984">
              <a:extLst>
                <a:ext uri="{FF2B5EF4-FFF2-40B4-BE49-F238E27FC236}">
                  <a16:creationId xmlns:a16="http://schemas.microsoft.com/office/drawing/2014/main" id="{C5FAFD7B-EF6A-46D7-806C-355ECBCBC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904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20 h 2"/>
                <a:gd name="T4" fmla="*/ 8 w 1"/>
                <a:gd name="T5" fmla="*/ 0 h 2"/>
                <a:gd name="T6" fmla="*/ 0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6" name="Freeform 1985">
              <a:extLst>
                <a:ext uri="{FF2B5EF4-FFF2-40B4-BE49-F238E27FC236}">
                  <a16:creationId xmlns:a16="http://schemas.microsoft.com/office/drawing/2014/main" id="{32ED1B95-C1E6-4A86-8186-3DE4F10DD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915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7" name="Freeform 1986">
              <a:extLst>
                <a:ext uri="{FF2B5EF4-FFF2-40B4-BE49-F238E27FC236}">
                  <a16:creationId xmlns:a16="http://schemas.microsoft.com/office/drawing/2014/main" id="{25FC249E-695A-45B4-A99B-D095A2242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3065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8" name="Freeform 1987">
              <a:extLst>
                <a:ext uri="{FF2B5EF4-FFF2-40B4-BE49-F238E27FC236}">
                  <a16:creationId xmlns:a16="http://schemas.microsoft.com/office/drawing/2014/main" id="{E122CF28-2177-401E-8CF2-10A1816AD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020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37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9" name="Freeform 1988">
              <a:extLst>
                <a:ext uri="{FF2B5EF4-FFF2-40B4-BE49-F238E27FC236}">
                  <a16:creationId xmlns:a16="http://schemas.microsoft.com/office/drawing/2014/main" id="{EEC2DC73-EE13-4D35-B321-6ED3B21E0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869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0" name="Freeform 1989">
              <a:extLst>
                <a:ext uri="{FF2B5EF4-FFF2-40B4-BE49-F238E27FC236}">
                  <a16:creationId xmlns:a16="http://schemas.microsoft.com/office/drawing/2014/main" id="{FFE8EF13-B07C-41D9-AF74-E570CC2A1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851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1" name="Freeform 1990">
              <a:extLst>
                <a:ext uri="{FF2B5EF4-FFF2-40B4-BE49-F238E27FC236}">
                  <a16:creationId xmlns:a16="http://schemas.microsoft.com/office/drawing/2014/main" id="{0FD9C15B-37B8-4129-B6B0-CEA243FBD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75"/>
              <a:ext cx="3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2" name="Freeform 1991">
              <a:extLst>
                <a:ext uri="{FF2B5EF4-FFF2-40B4-BE49-F238E27FC236}">
                  <a16:creationId xmlns:a16="http://schemas.microsoft.com/office/drawing/2014/main" id="{A088EEE9-7DDF-4E63-B94A-F72A683A0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795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3" name="Freeform 1992">
              <a:extLst>
                <a:ext uri="{FF2B5EF4-FFF2-40B4-BE49-F238E27FC236}">
                  <a16:creationId xmlns:a16="http://schemas.microsoft.com/office/drawing/2014/main" id="{A375A745-58F5-4913-B193-09FE2D01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817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4" name="Freeform 1993">
              <a:extLst>
                <a:ext uri="{FF2B5EF4-FFF2-40B4-BE49-F238E27FC236}">
                  <a16:creationId xmlns:a16="http://schemas.microsoft.com/office/drawing/2014/main" id="{A9B7C63D-CE5E-40D3-BB2D-2B442484F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833"/>
              <a:ext cx="4" cy="4"/>
            </a:xfrm>
            <a:custGeom>
              <a:avLst/>
              <a:gdLst>
                <a:gd name="T0" fmla="*/ 8 w 2"/>
                <a:gd name="T1" fmla="*/ 0 h 2"/>
                <a:gd name="T2" fmla="*/ 8 w 2"/>
                <a:gd name="T3" fmla="*/ 16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5" name="Freeform 1994">
              <a:extLst>
                <a:ext uri="{FF2B5EF4-FFF2-40B4-BE49-F238E27FC236}">
                  <a16:creationId xmlns:a16="http://schemas.microsoft.com/office/drawing/2014/main" id="{6DAC17AF-2928-4C5B-ABCD-0BCD7F517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875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6" name="Freeform 1995">
              <a:extLst>
                <a:ext uri="{FF2B5EF4-FFF2-40B4-BE49-F238E27FC236}">
                  <a16:creationId xmlns:a16="http://schemas.microsoft.com/office/drawing/2014/main" id="{F44D46A5-E6CD-4546-A290-F7669152C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980"/>
              <a:ext cx="6" cy="5"/>
            </a:xfrm>
            <a:custGeom>
              <a:avLst/>
              <a:gdLst>
                <a:gd name="T0" fmla="*/ 16 w 3"/>
                <a:gd name="T1" fmla="*/ 0 h 2"/>
                <a:gd name="T2" fmla="*/ 24 w 3"/>
                <a:gd name="T3" fmla="*/ 33 h 2"/>
                <a:gd name="T4" fmla="*/ 8 w 3"/>
                <a:gd name="T5" fmla="*/ 20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7" name="Freeform 1996">
              <a:extLst>
                <a:ext uri="{FF2B5EF4-FFF2-40B4-BE49-F238E27FC236}">
                  <a16:creationId xmlns:a16="http://schemas.microsoft.com/office/drawing/2014/main" id="{55EA448C-8633-4794-8BDF-3FF70EA9D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922"/>
              <a:ext cx="6" cy="5"/>
            </a:xfrm>
            <a:custGeom>
              <a:avLst/>
              <a:gdLst>
                <a:gd name="T0" fmla="*/ 16 w 3"/>
                <a:gd name="T1" fmla="*/ 0 h 2"/>
                <a:gd name="T2" fmla="*/ 24 w 3"/>
                <a:gd name="T3" fmla="*/ 33 h 2"/>
                <a:gd name="T4" fmla="*/ 8 w 3"/>
                <a:gd name="T5" fmla="*/ 20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8" name="Freeform 1997">
              <a:extLst>
                <a:ext uri="{FF2B5EF4-FFF2-40B4-BE49-F238E27FC236}">
                  <a16:creationId xmlns:a16="http://schemas.microsoft.com/office/drawing/2014/main" id="{2A562E33-02E8-403F-BB21-DB4C3E121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982"/>
              <a:ext cx="6" cy="5"/>
            </a:xfrm>
            <a:custGeom>
              <a:avLst/>
              <a:gdLst>
                <a:gd name="T0" fmla="*/ 16 w 3"/>
                <a:gd name="T1" fmla="*/ 20 h 2"/>
                <a:gd name="T2" fmla="*/ 24 w 3"/>
                <a:gd name="T3" fmla="*/ 33 h 2"/>
                <a:gd name="T4" fmla="*/ 8 w 3"/>
                <a:gd name="T5" fmla="*/ 33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9" name="Freeform 1998">
              <a:extLst>
                <a:ext uri="{FF2B5EF4-FFF2-40B4-BE49-F238E27FC236}">
                  <a16:creationId xmlns:a16="http://schemas.microsoft.com/office/drawing/2014/main" id="{B1049C16-9E2D-4D80-8E62-BF959D6C9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967"/>
              <a:ext cx="6" cy="4"/>
            </a:xfrm>
            <a:custGeom>
              <a:avLst/>
              <a:gdLst>
                <a:gd name="T0" fmla="*/ 16 w 3"/>
                <a:gd name="T1" fmla="*/ 0 h 2"/>
                <a:gd name="T2" fmla="*/ 24 w 3"/>
                <a:gd name="T3" fmla="*/ 16 h 2"/>
                <a:gd name="T4" fmla="*/ 8 w 3"/>
                <a:gd name="T5" fmla="*/ 8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0" name="Freeform 1999">
              <a:extLst>
                <a:ext uri="{FF2B5EF4-FFF2-40B4-BE49-F238E27FC236}">
                  <a16:creationId xmlns:a16="http://schemas.microsoft.com/office/drawing/2014/main" id="{E907E615-2EBC-4D92-AF04-616E32B5C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875"/>
              <a:ext cx="5" cy="5"/>
            </a:xfrm>
            <a:custGeom>
              <a:avLst/>
              <a:gdLst>
                <a:gd name="T0" fmla="*/ 33 w 2"/>
                <a:gd name="T1" fmla="*/ 0 h 2"/>
                <a:gd name="T2" fmla="*/ 33 w 2"/>
                <a:gd name="T3" fmla="*/ 33 h 2"/>
                <a:gd name="T4" fmla="*/ 0 w 2"/>
                <a:gd name="T5" fmla="*/ 2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1" name="Freeform 2000">
              <a:extLst>
                <a:ext uri="{FF2B5EF4-FFF2-40B4-BE49-F238E27FC236}">
                  <a16:creationId xmlns:a16="http://schemas.microsoft.com/office/drawing/2014/main" id="{CC2FE86D-21FE-4859-BF31-5BEE333E2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951"/>
              <a:ext cx="6" cy="5"/>
            </a:xfrm>
            <a:custGeom>
              <a:avLst/>
              <a:gdLst>
                <a:gd name="T0" fmla="*/ 8 w 3"/>
                <a:gd name="T1" fmla="*/ 0 h 2"/>
                <a:gd name="T2" fmla="*/ 24 w 3"/>
                <a:gd name="T3" fmla="*/ 20 h 2"/>
                <a:gd name="T4" fmla="*/ 8 w 3"/>
                <a:gd name="T5" fmla="*/ 20 h 2"/>
                <a:gd name="T6" fmla="*/ 8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2" name="Freeform 2001">
              <a:extLst>
                <a:ext uri="{FF2B5EF4-FFF2-40B4-BE49-F238E27FC236}">
                  <a16:creationId xmlns:a16="http://schemas.microsoft.com/office/drawing/2014/main" id="{01C16C11-B48D-42AE-93F2-7FC1DF5EB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853"/>
              <a:ext cx="6" cy="7"/>
            </a:xfrm>
            <a:custGeom>
              <a:avLst/>
              <a:gdLst>
                <a:gd name="T0" fmla="*/ 8 w 3"/>
                <a:gd name="T1" fmla="*/ 12 h 3"/>
                <a:gd name="T2" fmla="*/ 24 w 3"/>
                <a:gd name="T3" fmla="*/ 28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2" y="1"/>
                    <a:pt x="2" y="1"/>
                    <a:pt x="3" y="2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3" name="Freeform 2002">
              <a:extLst>
                <a:ext uri="{FF2B5EF4-FFF2-40B4-BE49-F238E27FC236}">
                  <a16:creationId xmlns:a16="http://schemas.microsoft.com/office/drawing/2014/main" id="{611BB4E2-8C81-49E0-ABCB-9A226850A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837"/>
              <a:ext cx="6" cy="5"/>
            </a:xfrm>
            <a:custGeom>
              <a:avLst/>
              <a:gdLst>
                <a:gd name="T0" fmla="*/ 16 w 3"/>
                <a:gd name="T1" fmla="*/ 20 h 2"/>
                <a:gd name="T2" fmla="*/ 24 w 3"/>
                <a:gd name="T3" fmla="*/ 33 h 2"/>
                <a:gd name="T4" fmla="*/ 8 w 3"/>
                <a:gd name="T5" fmla="*/ 33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4" name="Freeform 2003">
              <a:extLst>
                <a:ext uri="{FF2B5EF4-FFF2-40B4-BE49-F238E27FC236}">
                  <a16:creationId xmlns:a16="http://schemas.microsoft.com/office/drawing/2014/main" id="{AED6B9B5-8D98-4C3B-BB5D-2012B2F73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822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5" name="Freeform 2004">
              <a:extLst>
                <a:ext uri="{FF2B5EF4-FFF2-40B4-BE49-F238E27FC236}">
                  <a16:creationId xmlns:a16="http://schemas.microsoft.com/office/drawing/2014/main" id="{35FB9812-6293-4A88-802C-5A04DD934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815"/>
              <a:ext cx="4" cy="5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6" name="Freeform 2005">
              <a:extLst>
                <a:ext uri="{FF2B5EF4-FFF2-40B4-BE49-F238E27FC236}">
                  <a16:creationId xmlns:a16="http://schemas.microsoft.com/office/drawing/2014/main" id="{E58D480D-37E6-4FB2-A9C5-7CC4649A6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802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8 h 2"/>
                <a:gd name="T4" fmla="*/ 0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7" name="Freeform 2006">
              <a:extLst>
                <a:ext uri="{FF2B5EF4-FFF2-40B4-BE49-F238E27FC236}">
                  <a16:creationId xmlns:a16="http://schemas.microsoft.com/office/drawing/2014/main" id="{04D922CB-823C-496A-822B-DF74E0224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813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8" name="Freeform 2007">
              <a:extLst>
                <a:ext uri="{FF2B5EF4-FFF2-40B4-BE49-F238E27FC236}">
                  <a16:creationId xmlns:a16="http://schemas.microsoft.com/office/drawing/2014/main" id="{A0E15945-AF4C-4C57-82D2-244D0C2A4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799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27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9" name="Freeform 2008">
              <a:extLst>
                <a:ext uri="{FF2B5EF4-FFF2-40B4-BE49-F238E27FC236}">
                  <a16:creationId xmlns:a16="http://schemas.microsoft.com/office/drawing/2014/main" id="{4CC869B5-4842-4F82-BEA5-520AC1150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799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0" name="Freeform 2009">
              <a:extLst>
                <a:ext uri="{FF2B5EF4-FFF2-40B4-BE49-F238E27FC236}">
                  <a16:creationId xmlns:a16="http://schemas.microsoft.com/office/drawing/2014/main" id="{F977C049-1121-4C9D-B7F0-0AFE7B813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782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1" name="Freeform 2010">
              <a:extLst>
                <a:ext uri="{FF2B5EF4-FFF2-40B4-BE49-F238E27FC236}">
                  <a16:creationId xmlns:a16="http://schemas.microsoft.com/office/drawing/2014/main" id="{29850A50-66C5-403C-B657-EFFA11E1E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762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2" name="Freeform 2011">
              <a:extLst>
                <a:ext uri="{FF2B5EF4-FFF2-40B4-BE49-F238E27FC236}">
                  <a16:creationId xmlns:a16="http://schemas.microsoft.com/office/drawing/2014/main" id="{69821A04-FB10-4E9D-A293-B32861FE5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813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8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3" name="Freeform 2012">
              <a:extLst>
                <a:ext uri="{FF2B5EF4-FFF2-40B4-BE49-F238E27FC236}">
                  <a16:creationId xmlns:a16="http://schemas.microsoft.com/office/drawing/2014/main" id="{A1F7CBA5-5A42-42E1-999E-3F6B2FB2B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898"/>
              <a:ext cx="6" cy="4"/>
            </a:xfrm>
            <a:custGeom>
              <a:avLst/>
              <a:gdLst>
                <a:gd name="T0" fmla="*/ 8 w 3"/>
                <a:gd name="T1" fmla="*/ 0 h 2"/>
                <a:gd name="T2" fmla="*/ 24 w 3"/>
                <a:gd name="T3" fmla="*/ 16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4" name="Freeform 2013">
              <a:extLst>
                <a:ext uri="{FF2B5EF4-FFF2-40B4-BE49-F238E27FC236}">
                  <a16:creationId xmlns:a16="http://schemas.microsoft.com/office/drawing/2014/main" id="{F0BB2636-1173-4824-A284-6FC54640B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915"/>
              <a:ext cx="6" cy="7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37 h 3"/>
                <a:gd name="T4" fmla="*/ 0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1"/>
                    <a:pt x="3" y="1"/>
                    <a:pt x="2" y="3"/>
                  </a:cubicBezTo>
                  <a:cubicBezTo>
                    <a:pt x="1" y="3"/>
                    <a:pt x="1" y="2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5" name="Freeform 2014">
              <a:extLst>
                <a:ext uri="{FF2B5EF4-FFF2-40B4-BE49-F238E27FC236}">
                  <a16:creationId xmlns:a16="http://schemas.microsoft.com/office/drawing/2014/main" id="{66549393-F778-4E6B-8FCA-65DEA5D2B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927"/>
              <a:ext cx="4" cy="4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8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6" name="Freeform 2015">
              <a:extLst>
                <a:ext uri="{FF2B5EF4-FFF2-40B4-BE49-F238E27FC236}">
                  <a16:creationId xmlns:a16="http://schemas.microsoft.com/office/drawing/2014/main" id="{253F48B1-7685-4589-8A15-24C3A356D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940"/>
              <a:ext cx="4" cy="2"/>
            </a:xfrm>
            <a:custGeom>
              <a:avLst/>
              <a:gdLst>
                <a:gd name="T0" fmla="*/ 16 w 2"/>
                <a:gd name="T1" fmla="*/ 8 h 1"/>
                <a:gd name="T2" fmla="*/ 8 w 2"/>
                <a:gd name="T3" fmla="*/ 8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7" name="Freeform 2016">
              <a:extLst>
                <a:ext uri="{FF2B5EF4-FFF2-40B4-BE49-F238E27FC236}">
                  <a16:creationId xmlns:a16="http://schemas.microsoft.com/office/drawing/2014/main" id="{C2D49F2C-AD5A-4858-BBF1-272B1A1EF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940"/>
              <a:ext cx="6" cy="4"/>
            </a:xfrm>
            <a:custGeom>
              <a:avLst/>
              <a:gdLst>
                <a:gd name="T0" fmla="*/ 8 w 3"/>
                <a:gd name="T1" fmla="*/ 0 h 2"/>
                <a:gd name="T2" fmla="*/ 16 w 3"/>
                <a:gd name="T3" fmla="*/ 8 h 2"/>
                <a:gd name="T4" fmla="*/ 0 w 3"/>
                <a:gd name="T5" fmla="*/ 8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1"/>
                    <a:pt x="2" y="1"/>
                  </a:cubicBezTo>
                  <a:cubicBezTo>
                    <a:pt x="0" y="2"/>
                    <a:pt x="1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8" name="Freeform 2017">
              <a:extLst>
                <a:ext uri="{FF2B5EF4-FFF2-40B4-BE49-F238E27FC236}">
                  <a16:creationId xmlns:a16="http://schemas.microsoft.com/office/drawing/2014/main" id="{CF8B8836-93E9-47B5-ADDB-1100334E4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027"/>
              <a:ext cx="19" cy="20"/>
            </a:xfrm>
            <a:custGeom>
              <a:avLst/>
              <a:gdLst>
                <a:gd name="T0" fmla="*/ 17 w 9"/>
                <a:gd name="T1" fmla="*/ 9 h 9"/>
                <a:gd name="T2" fmla="*/ 0 w 9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9" y="0"/>
                    <a:pt x="1" y="9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9" name="Freeform 2018">
              <a:extLst>
                <a:ext uri="{FF2B5EF4-FFF2-40B4-BE49-F238E27FC236}">
                  <a16:creationId xmlns:a16="http://schemas.microsoft.com/office/drawing/2014/main" id="{37FE1916-D291-4702-B5D8-B015D95C1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000"/>
              <a:ext cx="6" cy="5"/>
            </a:xfrm>
            <a:custGeom>
              <a:avLst/>
              <a:gdLst>
                <a:gd name="T0" fmla="*/ 8 w 3"/>
                <a:gd name="T1" fmla="*/ 0 h 2"/>
                <a:gd name="T2" fmla="*/ 24 w 3"/>
                <a:gd name="T3" fmla="*/ 20 h 2"/>
                <a:gd name="T4" fmla="*/ 8 w 3"/>
                <a:gd name="T5" fmla="*/ 33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0" name="Freeform 2019">
              <a:extLst>
                <a:ext uri="{FF2B5EF4-FFF2-40B4-BE49-F238E27FC236}">
                  <a16:creationId xmlns:a16="http://schemas.microsoft.com/office/drawing/2014/main" id="{8FA91082-CD8B-49B8-9A99-5DC8545B1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996"/>
              <a:ext cx="9" cy="9"/>
            </a:xfrm>
            <a:custGeom>
              <a:avLst/>
              <a:gdLst>
                <a:gd name="T0" fmla="*/ 11 w 4"/>
                <a:gd name="T1" fmla="*/ 0 h 4"/>
                <a:gd name="T2" fmla="*/ 45 w 4"/>
                <a:gd name="T3" fmla="*/ 25 h 4"/>
                <a:gd name="T4" fmla="*/ 11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2" y="4"/>
                    <a:pt x="0" y="3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1" name="Freeform 2020">
              <a:extLst>
                <a:ext uri="{FF2B5EF4-FFF2-40B4-BE49-F238E27FC236}">
                  <a16:creationId xmlns:a16="http://schemas.microsoft.com/office/drawing/2014/main" id="{21EDBAD2-82C3-44B5-9A05-EBEEB9634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974"/>
              <a:ext cx="3" cy="4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16 h 2"/>
                <a:gd name="T4" fmla="*/ 0 w 1"/>
                <a:gd name="T5" fmla="*/ 16 h 2"/>
                <a:gd name="T6" fmla="*/ 27 w 1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2" name="Freeform 2021">
              <a:extLst>
                <a:ext uri="{FF2B5EF4-FFF2-40B4-BE49-F238E27FC236}">
                  <a16:creationId xmlns:a16="http://schemas.microsoft.com/office/drawing/2014/main" id="{38CEEB72-AC77-4ED4-83CC-C99B7694C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974"/>
              <a:ext cx="4" cy="2"/>
            </a:xfrm>
            <a:custGeom>
              <a:avLst/>
              <a:gdLst>
                <a:gd name="T0" fmla="*/ 16 w 2"/>
                <a:gd name="T1" fmla="*/ 0 h 1"/>
                <a:gd name="T2" fmla="*/ 16 w 2"/>
                <a:gd name="T3" fmla="*/ 8 h 1"/>
                <a:gd name="T4" fmla="*/ 0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3" name="Freeform 2022">
              <a:extLst>
                <a:ext uri="{FF2B5EF4-FFF2-40B4-BE49-F238E27FC236}">
                  <a16:creationId xmlns:a16="http://schemas.microsoft.com/office/drawing/2014/main" id="{1D35453D-6782-4221-BA17-3AF9BADA1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953"/>
              <a:ext cx="4" cy="5"/>
            </a:xfrm>
            <a:custGeom>
              <a:avLst/>
              <a:gdLst>
                <a:gd name="T0" fmla="*/ 16 w 2"/>
                <a:gd name="T1" fmla="*/ 20 h 2"/>
                <a:gd name="T2" fmla="*/ 16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4" name="Freeform 2023">
              <a:extLst>
                <a:ext uri="{FF2B5EF4-FFF2-40B4-BE49-F238E27FC236}">
                  <a16:creationId xmlns:a16="http://schemas.microsoft.com/office/drawing/2014/main" id="{5906B412-1BD0-4A28-A934-1B936EB2B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933"/>
              <a:ext cx="2" cy="7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8 h 3"/>
                <a:gd name="T4" fmla="*/ 0 w 1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5" name="Freeform 2024">
              <a:extLst>
                <a:ext uri="{FF2B5EF4-FFF2-40B4-BE49-F238E27FC236}">
                  <a16:creationId xmlns:a16="http://schemas.microsoft.com/office/drawing/2014/main" id="{ECB42E27-1274-4090-A16E-994052F92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920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1" y="0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6" name="Freeform 2025">
              <a:extLst>
                <a:ext uri="{FF2B5EF4-FFF2-40B4-BE49-F238E27FC236}">
                  <a16:creationId xmlns:a16="http://schemas.microsoft.com/office/drawing/2014/main" id="{70093C19-F6ED-4465-9E09-48B2EE7D9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936"/>
              <a:ext cx="4" cy="2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0"/>
                    <a:pt x="1" y="1"/>
                    <a:pt x="1" y="0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7" name="Freeform 2026">
              <a:extLst>
                <a:ext uri="{FF2B5EF4-FFF2-40B4-BE49-F238E27FC236}">
                  <a16:creationId xmlns:a16="http://schemas.microsoft.com/office/drawing/2014/main" id="{2DD81041-2DE7-4D1B-8680-59E842516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987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8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8" name="Freeform 2027">
              <a:extLst>
                <a:ext uri="{FF2B5EF4-FFF2-40B4-BE49-F238E27FC236}">
                  <a16:creationId xmlns:a16="http://schemas.microsoft.com/office/drawing/2014/main" id="{24EC1E98-4B33-4FC9-A2ED-1D5AE0272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956"/>
              <a:ext cx="6" cy="4"/>
            </a:xfrm>
            <a:custGeom>
              <a:avLst/>
              <a:gdLst>
                <a:gd name="T0" fmla="*/ 8 w 3"/>
                <a:gd name="T1" fmla="*/ 0 h 2"/>
                <a:gd name="T2" fmla="*/ 16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1"/>
                    <a:pt x="2" y="1"/>
                  </a:cubicBezTo>
                  <a:cubicBezTo>
                    <a:pt x="1" y="2"/>
                    <a:pt x="0" y="2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9" name="Freeform 2028">
              <a:extLst>
                <a:ext uri="{FF2B5EF4-FFF2-40B4-BE49-F238E27FC236}">
                  <a16:creationId xmlns:a16="http://schemas.microsoft.com/office/drawing/2014/main" id="{7C884F12-0BEC-4470-AD41-DFCB67E4D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95"/>
              <a:ext cx="4" cy="3"/>
            </a:xfrm>
            <a:custGeom>
              <a:avLst/>
              <a:gdLst>
                <a:gd name="T0" fmla="*/ 8 w 2"/>
                <a:gd name="T1" fmla="*/ 0 h 1"/>
                <a:gd name="T2" fmla="*/ 16 w 2"/>
                <a:gd name="T3" fmla="*/ 27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1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0" name="Freeform 2029">
              <a:extLst>
                <a:ext uri="{FF2B5EF4-FFF2-40B4-BE49-F238E27FC236}">
                  <a16:creationId xmlns:a16="http://schemas.microsoft.com/office/drawing/2014/main" id="{8AB7BE7D-D5EF-4B5D-A1DC-E31908F23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89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1" name="Freeform 2030">
              <a:extLst>
                <a:ext uri="{FF2B5EF4-FFF2-40B4-BE49-F238E27FC236}">
                  <a16:creationId xmlns:a16="http://schemas.microsoft.com/office/drawing/2014/main" id="{3610CCC9-0353-4193-8952-C13E656E8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853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2" name="Freeform 2031">
              <a:extLst>
                <a:ext uri="{FF2B5EF4-FFF2-40B4-BE49-F238E27FC236}">
                  <a16:creationId xmlns:a16="http://schemas.microsoft.com/office/drawing/2014/main" id="{0E291A50-A805-48A9-8EDB-AD6B635D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857"/>
              <a:ext cx="2" cy="5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20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3" name="Freeform 2032">
              <a:extLst>
                <a:ext uri="{FF2B5EF4-FFF2-40B4-BE49-F238E27FC236}">
                  <a16:creationId xmlns:a16="http://schemas.microsoft.com/office/drawing/2014/main" id="{CDD48A6C-3967-4314-B0EF-1DD4D5D1B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864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4" name="Freeform 2033">
              <a:extLst>
                <a:ext uri="{FF2B5EF4-FFF2-40B4-BE49-F238E27FC236}">
                  <a16:creationId xmlns:a16="http://schemas.microsoft.com/office/drawing/2014/main" id="{01B4C6FD-29F7-4CF0-923C-A40339789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871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5" name="Freeform 2034">
              <a:extLst>
                <a:ext uri="{FF2B5EF4-FFF2-40B4-BE49-F238E27FC236}">
                  <a16:creationId xmlns:a16="http://schemas.microsoft.com/office/drawing/2014/main" id="{5D81D130-EE2F-4E26-94A6-98AA874A0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90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6" name="Freeform 2035">
              <a:extLst>
                <a:ext uri="{FF2B5EF4-FFF2-40B4-BE49-F238E27FC236}">
                  <a16:creationId xmlns:a16="http://schemas.microsoft.com/office/drawing/2014/main" id="{CC603D51-18EF-4A1F-9A19-B277D7F7C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297"/>
              <a:ext cx="17" cy="31"/>
            </a:xfrm>
            <a:custGeom>
              <a:avLst/>
              <a:gdLst>
                <a:gd name="T0" fmla="*/ 0 w 8"/>
                <a:gd name="T1" fmla="*/ 64 h 14"/>
                <a:gd name="T2" fmla="*/ 60 w 8"/>
                <a:gd name="T3" fmla="*/ 97 h 14"/>
                <a:gd name="T4" fmla="*/ 9 w 8"/>
                <a:gd name="T5" fmla="*/ 6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0" y="6"/>
                  </a:moveTo>
                  <a:cubicBezTo>
                    <a:pt x="0" y="9"/>
                    <a:pt x="4" y="14"/>
                    <a:pt x="6" y="9"/>
                  </a:cubicBezTo>
                  <a:cubicBezTo>
                    <a:pt x="8" y="5"/>
                    <a:pt x="0" y="0"/>
                    <a:pt x="1" y="6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7" name="Freeform 2036">
              <a:extLst>
                <a:ext uri="{FF2B5EF4-FFF2-40B4-BE49-F238E27FC236}">
                  <a16:creationId xmlns:a16="http://schemas.microsoft.com/office/drawing/2014/main" id="{B91F7A8C-F9C9-457D-9712-C3C9EB5DA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355"/>
              <a:ext cx="17" cy="40"/>
            </a:xfrm>
            <a:custGeom>
              <a:avLst/>
              <a:gdLst>
                <a:gd name="T0" fmla="*/ 0 w 8"/>
                <a:gd name="T1" fmla="*/ 53 h 18"/>
                <a:gd name="T2" fmla="*/ 77 w 8"/>
                <a:gd name="T3" fmla="*/ 109 h 18"/>
                <a:gd name="T4" fmla="*/ 9 w 8"/>
                <a:gd name="T5" fmla="*/ 4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0" y="5"/>
                  </a:moveTo>
                  <a:cubicBezTo>
                    <a:pt x="1" y="7"/>
                    <a:pt x="6" y="18"/>
                    <a:pt x="8" y="10"/>
                  </a:cubicBezTo>
                  <a:cubicBezTo>
                    <a:pt x="8" y="6"/>
                    <a:pt x="4" y="0"/>
                    <a:pt x="1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8" name="Freeform 2037">
              <a:extLst>
                <a:ext uri="{FF2B5EF4-FFF2-40B4-BE49-F238E27FC236}">
                  <a16:creationId xmlns:a16="http://schemas.microsoft.com/office/drawing/2014/main" id="{EA7946C4-CF6B-434F-BB6C-BD0325CFD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420"/>
              <a:ext cx="25" cy="31"/>
            </a:xfrm>
            <a:custGeom>
              <a:avLst/>
              <a:gdLst>
                <a:gd name="T0" fmla="*/ 0 w 12"/>
                <a:gd name="T1" fmla="*/ 20 h 14"/>
                <a:gd name="T2" fmla="*/ 83 w 12"/>
                <a:gd name="T3" fmla="*/ 97 h 14"/>
                <a:gd name="T4" fmla="*/ 17 w 12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2"/>
                  </a:moveTo>
                  <a:cubicBezTo>
                    <a:pt x="1" y="4"/>
                    <a:pt x="5" y="14"/>
                    <a:pt x="9" y="9"/>
                  </a:cubicBezTo>
                  <a:cubicBezTo>
                    <a:pt x="12" y="6"/>
                    <a:pt x="5" y="0"/>
                    <a:pt x="2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9" name="Freeform 2038">
              <a:extLst>
                <a:ext uri="{FF2B5EF4-FFF2-40B4-BE49-F238E27FC236}">
                  <a16:creationId xmlns:a16="http://schemas.microsoft.com/office/drawing/2014/main" id="{F0D6F87B-A901-4B6C-AA6C-1878D60D7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480"/>
              <a:ext cx="16" cy="36"/>
            </a:xfrm>
            <a:custGeom>
              <a:avLst/>
              <a:gdLst>
                <a:gd name="T0" fmla="*/ 0 w 8"/>
                <a:gd name="T1" fmla="*/ 45 h 16"/>
                <a:gd name="T2" fmla="*/ 64 w 8"/>
                <a:gd name="T3" fmla="*/ 101 h 16"/>
                <a:gd name="T4" fmla="*/ 8 w 8"/>
                <a:gd name="T5" fmla="*/ 4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0" y="4"/>
                  </a:moveTo>
                  <a:cubicBezTo>
                    <a:pt x="1" y="8"/>
                    <a:pt x="6" y="16"/>
                    <a:pt x="8" y="9"/>
                  </a:cubicBezTo>
                  <a:cubicBezTo>
                    <a:pt x="8" y="6"/>
                    <a:pt x="2" y="0"/>
                    <a:pt x="1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0" name="Freeform 2039">
              <a:extLst>
                <a:ext uri="{FF2B5EF4-FFF2-40B4-BE49-F238E27FC236}">
                  <a16:creationId xmlns:a16="http://schemas.microsoft.com/office/drawing/2014/main" id="{ACF8A10C-8E48-4777-8486-C56D028A2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560"/>
              <a:ext cx="23" cy="20"/>
            </a:xfrm>
            <a:custGeom>
              <a:avLst/>
              <a:gdLst>
                <a:gd name="T0" fmla="*/ 36 w 11"/>
                <a:gd name="T1" fmla="*/ 89 h 9"/>
                <a:gd name="T2" fmla="*/ 27 w 11"/>
                <a:gd name="T3" fmla="*/ 9 h 9"/>
                <a:gd name="T4" fmla="*/ 100 w 11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8"/>
                  </a:moveTo>
                  <a:cubicBezTo>
                    <a:pt x="0" y="7"/>
                    <a:pt x="0" y="1"/>
                    <a:pt x="3" y="1"/>
                  </a:cubicBezTo>
                  <a:cubicBezTo>
                    <a:pt x="7" y="0"/>
                    <a:pt x="10" y="6"/>
                    <a:pt x="11" y="9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1" name="Freeform 2040">
              <a:extLst>
                <a:ext uri="{FF2B5EF4-FFF2-40B4-BE49-F238E27FC236}">
                  <a16:creationId xmlns:a16="http://schemas.microsoft.com/office/drawing/2014/main" id="{3D85204E-A3C8-4F2A-AF30-6389D7360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250"/>
              <a:ext cx="16" cy="22"/>
            </a:xfrm>
            <a:custGeom>
              <a:avLst/>
              <a:gdLst>
                <a:gd name="T0" fmla="*/ 0 w 8"/>
                <a:gd name="T1" fmla="*/ 9 h 10"/>
                <a:gd name="T2" fmla="*/ 40 w 8"/>
                <a:gd name="T3" fmla="*/ 73 h 10"/>
                <a:gd name="T4" fmla="*/ 8 w 8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1"/>
                  </a:moveTo>
                  <a:cubicBezTo>
                    <a:pt x="0" y="3"/>
                    <a:pt x="3" y="10"/>
                    <a:pt x="5" y="7"/>
                  </a:cubicBezTo>
                  <a:cubicBezTo>
                    <a:pt x="8" y="5"/>
                    <a:pt x="4" y="0"/>
                    <a:pt x="1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2" name="Freeform 2041">
              <a:extLst>
                <a:ext uri="{FF2B5EF4-FFF2-40B4-BE49-F238E27FC236}">
                  <a16:creationId xmlns:a16="http://schemas.microsoft.com/office/drawing/2014/main" id="{F3AD75BB-2210-42C0-9302-C06EF726D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197"/>
              <a:ext cx="23" cy="26"/>
            </a:xfrm>
            <a:custGeom>
              <a:avLst/>
              <a:gdLst>
                <a:gd name="T0" fmla="*/ 0 w 11"/>
                <a:gd name="T1" fmla="*/ 33 h 12"/>
                <a:gd name="T2" fmla="*/ 8 w 1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3"/>
                  </a:moveTo>
                  <a:cubicBezTo>
                    <a:pt x="3" y="12"/>
                    <a:pt x="11" y="4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3" name="Freeform 2042">
              <a:extLst>
                <a:ext uri="{FF2B5EF4-FFF2-40B4-BE49-F238E27FC236}">
                  <a16:creationId xmlns:a16="http://schemas.microsoft.com/office/drawing/2014/main" id="{7FD9FCBA-C6FA-43A1-904E-ACFB55E97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150"/>
              <a:ext cx="15" cy="18"/>
            </a:xfrm>
            <a:custGeom>
              <a:avLst/>
              <a:gdLst>
                <a:gd name="T0" fmla="*/ 0 w 7"/>
                <a:gd name="T1" fmla="*/ 36 h 8"/>
                <a:gd name="T2" fmla="*/ 41 w 7"/>
                <a:gd name="T3" fmla="*/ 92 h 8"/>
                <a:gd name="T4" fmla="*/ 9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1" y="5"/>
                    <a:pt x="2" y="6"/>
                    <a:pt x="4" y="8"/>
                  </a:cubicBezTo>
                  <a:cubicBezTo>
                    <a:pt x="7" y="5"/>
                    <a:pt x="4" y="0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4" name="Freeform 2043">
              <a:extLst>
                <a:ext uri="{FF2B5EF4-FFF2-40B4-BE49-F238E27FC236}">
                  <a16:creationId xmlns:a16="http://schemas.microsoft.com/office/drawing/2014/main" id="{E6E49A11-B06D-4B2E-AB36-72A5F484C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3107"/>
              <a:ext cx="10" cy="16"/>
            </a:xfrm>
            <a:custGeom>
              <a:avLst/>
              <a:gdLst>
                <a:gd name="T0" fmla="*/ 0 w 5"/>
                <a:gd name="T1" fmla="*/ 11 h 7"/>
                <a:gd name="T2" fmla="*/ 32 w 5"/>
                <a:gd name="T3" fmla="*/ 85 h 7"/>
                <a:gd name="T4" fmla="*/ 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0" y="3"/>
                    <a:pt x="2" y="5"/>
                    <a:pt x="4" y="7"/>
                  </a:cubicBezTo>
                  <a:cubicBezTo>
                    <a:pt x="5" y="4"/>
                    <a:pt x="4" y="0"/>
                    <a:pt x="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5" name="Freeform 2044">
              <a:extLst>
                <a:ext uri="{FF2B5EF4-FFF2-40B4-BE49-F238E27FC236}">
                  <a16:creationId xmlns:a16="http://schemas.microsoft.com/office/drawing/2014/main" id="{AE522B11-5C14-40A9-9298-BF41409C6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054"/>
              <a:ext cx="8" cy="18"/>
            </a:xfrm>
            <a:custGeom>
              <a:avLst/>
              <a:gdLst>
                <a:gd name="T0" fmla="*/ 0 w 4"/>
                <a:gd name="T1" fmla="*/ 45 h 8"/>
                <a:gd name="T2" fmla="*/ 24 w 4"/>
                <a:gd name="T3" fmla="*/ 92 h 8"/>
                <a:gd name="T4" fmla="*/ 0 w 4"/>
                <a:gd name="T5" fmla="*/ 4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4" y="6"/>
                    <a:pt x="3" y="0"/>
                    <a:pt x="0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6" name="Freeform 2045">
              <a:extLst>
                <a:ext uri="{FF2B5EF4-FFF2-40B4-BE49-F238E27FC236}">
                  <a16:creationId xmlns:a16="http://schemas.microsoft.com/office/drawing/2014/main" id="{487AE7B3-91E0-4317-A9EE-AEBF27B8E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014"/>
              <a:ext cx="11" cy="22"/>
            </a:xfrm>
            <a:custGeom>
              <a:avLst/>
              <a:gdLst>
                <a:gd name="T0" fmla="*/ 0 w 5"/>
                <a:gd name="T1" fmla="*/ 20 h 10"/>
                <a:gd name="T2" fmla="*/ 44 w 5"/>
                <a:gd name="T3" fmla="*/ 64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0" y="2"/>
                  </a:moveTo>
                  <a:cubicBezTo>
                    <a:pt x="0" y="4"/>
                    <a:pt x="2" y="10"/>
                    <a:pt x="4" y="6"/>
                  </a:cubicBezTo>
                  <a:cubicBezTo>
                    <a:pt x="5" y="4"/>
                    <a:pt x="2" y="1"/>
                    <a:pt x="0" y="0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7" name="Freeform 2046">
              <a:extLst>
                <a:ext uri="{FF2B5EF4-FFF2-40B4-BE49-F238E27FC236}">
                  <a16:creationId xmlns:a16="http://schemas.microsoft.com/office/drawing/2014/main" id="{C5529736-C9A7-4A1B-B8ED-7FBC82513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69"/>
              <a:ext cx="10" cy="16"/>
            </a:xfrm>
            <a:custGeom>
              <a:avLst/>
              <a:gdLst>
                <a:gd name="T0" fmla="*/ 8 w 5"/>
                <a:gd name="T1" fmla="*/ 11 h 7"/>
                <a:gd name="T2" fmla="*/ 24 w 5"/>
                <a:gd name="T3" fmla="*/ 85 h 7"/>
                <a:gd name="T4" fmla="*/ 8 w 5"/>
                <a:gd name="T5" fmla="*/ 0 h 7"/>
                <a:gd name="T6" fmla="*/ 8 w 5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3"/>
                    <a:pt x="0" y="6"/>
                    <a:pt x="3" y="7"/>
                  </a:cubicBezTo>
                  <a:cubicBezTo>
                    <a:pt x="5" y="5"/>
                    <a:pt x="5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8" name="Freeform 2047">
              <a:extLst>
                <a:ext uri="{FF2B5EF4-FFF2-40B4-BE49-F238E27FC236}">
                  <a16:creationId xmlns:a16="http://schemas.microsoft.com/office/drawing/2014/main" id="{6D8FE66F-26FA-4B6D-919C-4654CC243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927"/>
              <a:ext cx="9" cy="15"/>
            </a:xfrm>
            <a:custGeom>
              <a:avLst/>
              <a:gdLst>
                <a:gd name="T0" fmla="*/ 0 w 4"/>
                <a:gd name="T1" fmla="*/ 9 h 7"/>
                <a:gd name="T2" fmla="*/ 25 w 4"/>
                <a:gd name="T3" fmla="*/ 69 h 7"/>
                <a:gd name="T4" fmla="*/ 0 w 4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1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6"/>
                    <a:pt x="4" y="0"/>
                    <a:pt x="0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9" name="Freeform 2048">
              <a:extLst>
                <a:ext uri="{FF2B5EF4-FFF2-40B4-BE49-F238E27FC236}">
                  <a16:creationId xmlns:a16="http://schemas.microsoft.com/office/drawing/2014/main" id="{6002AAF3-6C6F-46A0-9260-5FF3068EB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886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37 h 3"/>
                <a:gd name="T4" fmla="*/ 8 w 2"/>
                <a:gd name="T5" fmla="*/ 0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0"/>
                    <a:pt x="1" y="0"/>
                    <a:pt x="0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0" name="Freeform 2049">
              <a:extLst>
                <a:ext uri="{FF2B5EF4-FFF2-40B4-BE49-F238E27FC236}">
                  <a16:creationId xmlns:a16="http://schemas.microsoft.com/office/drawing/2014/main" id="{B55CC526-1B33-45C9-BE2D-D4CA0AFB5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842"/>
              <a:ext cx="6" cy="11"/>
            </a:xfrm>
            <a:custGeom>
              <a:avLst/>
              <a:gdLst>
                <a:gd name="T0" fmla="*/ 0 w 3"/>
                <a:gd name="T1" fmla="*/ 0 h 5"/>
                <a:gd name="T2" fmla="*/ 8 w 3"/>
                <a:gd name="T3" fmla="*/ 53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2" y="3"/>
                    <a:pt x="3" y="1"/>
                    <a:pt x="0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1" name="Freeform 2050">
              <a:extLst>
                <a:ext uri="{FF2B5EF4-FFF2-40B4-BE49-F238E27FC236}">
                  <a16:creationId xmlns:a16="http://schemas.microsoft.com/office/drawing/2014/main" id="{886C32D7-FBD1-4030-A229-9CDDE5577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811"/>
              <a:ext cx="9" cy="11"/>
            </a:xfrm>
            <a:custGeom>
              <a:avLst/>
              <a:gdLst>
                <a:gd name="T0" fmla="*/ 0 w 4"/>
                <a:gd name="T1" fmla="*/ 9 h 5"/>
                <a:gd name="T2" fmla="*/ 0 w 4"/>
                <a:gd name="T3" fmla="*/ 44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5"/>
                    <a:pt x="4" y="1"/>
                    <a:pt x="1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2" name="Freeform 2051">
              <a:extLst>
                <a:ext uri="{FF2B5EF4-FFF2-40B4-BE49-F238E27FC236}">
                  <a16:creationId xmlns:a16="http://schemas.microsoft.com/office/drawing/2014/main" id="{F2A46419-71E0-4A0A-9493-230289AA1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061"/>
              <a:ext cx="10" cy="11"/>
            </a:xfrm>
            <a:custGeom>
              <a:avLst/>
              <a:gdLst>
                <a:gd name="T0" fmla="*/ 0 w 5"/>
                <a:gd name="T1" fmla="*/ 20 h 5"/>
                <a:gd name="T2" fmla="*/ 40 w 5"/>
                <a:gd name="T3" fmla="*/ 9 h 5"/>
                <a:gd name="T4" fmla="*/ 8 w 5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5" y="3"/>
                    <a:pt x="3" y="5"/>
                    <a:pt x="1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3" name="Freeform 2052">
              <a:extLst>
                <a:ext uri="{FF2B5EF4-FFF2-40B4-BE49-F238E27FC236}">
                  <a16:creationId xmlns:a16="http://schemas.microsoft.com/office/drawing/2014/main" id="{1C666A6F-8749-4FC5-AD25-E167FEF28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105"/>
              <a:ext cx="13" cy="14"/>
            </a:xfrm>
            <a:custGeom>
              <a:avLst/>
              <a:gdLst>
                <a:gd name="T0" fmla="*/ 20 w 6"/>
                <a:gd name="T1" fmla="*/ 12 h 6"/>
                <a:gd name="T2" fmla="*/ 52 w 6"/>
                <a:gd name="T3" fmla="*/ 37 h 6"/>
                <a:gd name="T4" fmla="*/ 0 w 6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3" y="0"/>
                    <a:pt x="6" y="1"/>
                    <a:pt x="5" y="3"/>
                  </a:cubicBezTo>
                  <a:cubicBezTo>
                    <a:pt x="5" y="6"/>
                    <a:pt x="1" y="4"/>
                    <a:pt x="0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4" name="Freeform 2053">
              <a:extLst>
                <a:ext uri="{FF2B5EF4-FFF2-40B4-BE49-F238E27FC236}">
                  <a16:creationId xmlns:a16="http://schemas.microsoft.com/office/drawing/2014/main" id="{F27E80E8-1C98-4A4F-B3E7-ABAC5DA53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132"/>
              <a:ext cx="10" cy="9"/>
            </a:xfrm>
            <a:custGeom>
              <a:avLst/>
              <a:gdLst>
                <a:gd name="T0" fmla="*/ 8 w 5"/>
                <a:gd name="T1" fmla="*/ 0 h 4"/>
                <a:gd name="T2" fmla="*/ 40 w 5"/>
                <a:gd name="T3" fmla="*/ 36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3" y="1"/>
                    <a:pt x="4" y="1"/>
                    <a:pt x="5" y="3"/>
                  </a:cubicBezTo>
                  <a:cubicBezTo>
                    <a:pt x="3" y="4"/>
                    <a:pt x="0" y="3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5" name="Freeform 2054">
              <a:extLst>
                <a:ext uri="{FF2B5EF4-FFF2-40B4-BE49-F238E27FC236}">
                  <a16:creationId xmlns:a16="http://schemas.microsoft.com/office/drawing/2014/main" id="{F27AFB21-7A30-44FC-B235-15439D1EB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172"/>
              <a:ext cx="21" cy="18"/>
            </a:xfrm>
            <a:custGeom>
              <a:avLst/>
              <a:gdLst>
                <a:gd name="T0" fmla="*/ 17 w 10"/>
                <a:gd name="T1" fmla="*/ 0 h 8"/>
                <a:gd name="T2" fmla="*/ 8 w 10"/>
                <a:gd name="T3" fmla="*/ 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10" y="3"/>
                    <a:pt x="0" y="8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6" name="Freeform 2055">
              <a:extLst>
                <a:ext uri="{FF2B5EF4-FFF2-40B4-BE49-F238E27FC236}">
                  <a16:creationId xmlns:a16="http://schemas.microsoft.com/office/drawing/2014/main" id="{78445D8A-B5C1-4566-BE8D-66F875272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199"/>
              <a:ext cx="11" cy="9"/>
            </a:xfrm>
            <a:custGeom>
              <a:avLst/>
              <a:gdLst>
                <a:gd name="T0" fmla="*/ 20 w 5"/>
                <a:gd name="T1" fmla="*/ 0 h 4"/>
                <a:gd name="T2" fmla="*/ 53 w 5"/>
                <a:gd name="T3" fmla="*/ 36 h 4"/>
                <a:gd name="T4" fmla="*/ 0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5" y="2"/>
                    <a:pt x="5" y="3"/>
                  </a:cubicBezTo>
                  <a:cubicBezTo>
                    <a:pt x="3" y="4"/>
                    <a:pt x="0" y="3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7" name="Freeform 2056">
              <a:extLst>
                <a:ext uri="{FF2B5EF4-FFF2-40B4-BE49-F238E27FC236}">
                  <a16:creationId xmlns:a16="http://schemas.microsoft.com/office/drawing/2014/main" id="{46ECE8D6-2697-48EA-95E3-CB20487FC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170"/>
              <a:ext cx="15" cy="11"/>
            </a:xfrm>
            <a:custGeom>
              <a:avLst/>
              <a:gdLst>
                <a:gd name="T0" fmla="*/ 51 w 7"/>
                <a:gd name="T1" fmla="*/ 20 h 5"/>
                <a:gd name="T2" fmla="*/ 69 w 7"/>
                <a:gd name="T3" fmla="*/ 33 h 5"/>
                <a:gd name="T4" fmla="*/ 28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2"/>
                  </a:moveTo>
                  <a:cubicBezTo>
                    <a:pt x="6" y="2"/>
                    <a:pt x="6" y="2"/>
                    <a:pt x="7" y="3"/>
                  </a:cubicBezTo>
                  <a:cubicBezTo>
                    <a:pt x="5" y="5"/>
                    <a:pt x="0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8" name="Freeform 2057">
              <a:extLst>
                <a:ext uri="{FF2B5EF4-FFF2-40B4-BE49-F238E27FC236}">
                  <a16:creationId xmlns:a16="http://schemas.microsoft.com/office/drawing/2014/main" id="{7BC3FFAD-F0A4-4BDD-B94D-5F7857048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134"/>
              <a:ext cx="4" cy="5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9" name="Freeform 2058">
              <a:extLst>
                <a:ext uri="{FF2B5EF4-FFF2-40B4-BE49-F238E27FC236}">
                  <a16:creationId xmlns:a16="http://schemas.microsoft.com/office/drawing/2014/main" id="{5776890D-5943-4F7C-94D1-80BBACD69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226"/>
              <a:ext cx="7" cy="4"/>
            </a:xfrm>
            <a:custGeom>
              <a:avLst/>
              <a:gdLst>
                <a:gd name="T0" fmla="*/ 28 w 3"/>
                <a:gd name="T1" fmla="*/ 0 h 2"/>
                <a:gd name="T2" fmla="*/ 37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0" name="Freeform 2059">
              <a:extLst>
                <a:ext uri="{FF2B5EF4-FFF2-40B4-BE49-F238E27FC236}">
                  <a16:creationId xmlns:a16="http://schemas.microsoft.com/office/drawing/2014/main" id="{4FBC4F66-DCA5-4422-94EA-C41934A46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270"/>
              <a:ext cx="13" cy="9"/>
            </a:xfrm>
            <a:custGeom>
              <a:avLst/>
              <a:gdLst>
                <a:gd name="T0" fmla="*/ 43 w 6"/>
                <a:gd name="T1" fmla="*/ 0 h 4"/>
                <a:gd name="T2" fmla="*/ 61 w 6"/>
                <a:gd name="T3" fmla="*/ 36 h 4"/>
                <a:gd name="T4" fmla="*/ 3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6" y="1"/>
                    <a:pt x="6" y="2"/>
                    <a:pt x="6" y="3"/>
                  </a:cubicBezTo>
                  <a:cubicBezTo>
                    <a:pt x="4" y="4"/>
                    <a:pt x="0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1" name="Freeform 2060">
              <a:extLst>
                <a:ext uri="{FF2B5EF4-FFF2-40B4-BE49-F238E27FC236}">
                  <a16:creationId xmlns:a16="http://schemas.microsoft.com/office/drawing/2014/main" id="{7B07D8D1-B5C2-4899-BE8F-A0103D563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277"/>
              <a:ext cx="4" cy="4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8 h 2"/>
                <a:gd name="T4" fmla="*/ 0 w 2"/>
                <a:gd name="T5" fmla="*/ 8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2" name="Freeform 2061">
              <a:extLst>
                <a:ext uri="{FF2B5EF4-FFF2-40B4-BE49-F238E27FC236}">
                  <a16:creationId xmlns:a16="http://schemas.microsoft.com/office/drawing/2014/main" id="{454BD6CA-8B50-466B-A8CC-A3C808401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306"/>
              <a:ext cx="15" cy="11"/>
            </a:xfrm>
            <a:custGeom>
              <a:avLst/>
              <a:gdLst>
                <a:gd name="T0" fmla="*/ 0 w 7"/>
                <a:gd name="T1" fmla="*/ 0 h 5"/>
                <a:gd name="T2" fmla="*/ 51 w 7"/>
                <a:gd name="T3" fmla="*/ 44 h 5"/>
                <a:gd name="T4" fmla="*/ 9 w 7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0"/>
                    <a:pt x="7" y="1"/>
                    <a:pt x="5" y="4"/>
                  </a:cubicBezTo>
                  <a:cubicBezTo>
                    <a:pt x="4" y="5"/>
                    <a:pt x="1" y="4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3" name="Freeform 2062">
              <a:extLst>
                <a:ext uri="{FF2B5EF4-FFF2-40B4-BE49-F238E27FC236}">
                  <a16:creationId xmlns:a16="http://schemas.microsoft.com/office/drawing/2014/main" id="{B949B2E2-8488-4A08-ABE2-E1918F1D8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293"/>
              <a:ext cx="10" cy="8"/>
            </a:xfrm>
            <a:custGeom>
              <a:avLst/>
              <a:gdLst>
                <a:gd name="T0" fmla="*/ 0 w 5"/>
                <a:gd name="T1" fmla="*/ 0 h 4"/>
                <a:gd name="T2" fmla="*/ 32 w 5"/>
                <a:gd name="T3" fmla="*/ 32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0"/>
                    <a:pt x="5" y="2"/>
                    <a:pt x="4" y="4"/>
                  </a:cubicBezTo>
                  <a:cubicBezTo>
                    <a:pt x="2" y="4"/>
                    <a:pt x="1" y="3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4" name="Freeform 2063">
              <a:extLst>
                <a:ext uri="{FF2B5EF4-FFF2-40B4-BE49-F238E27FC236}">
                  <a16:creationId xmlns:a16="http://schemas.microsoft.com/office/drawing/2014/main" id="{0CED64EB-9C68-42ED-940B-F0AA63ABF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259"/>
              <a:ext cx="6" cy="9"/>
            </a:xfrm>
            <a:custGeom>
              <a:avLst/>
              <a:gdLst>
                <a:gd name="T0" fmla="*/ 16 w 3"/>
                <a:gd name="T1" fmla="*/ 0 h 4"/>
                <a:gd name="T2" fmla="*/ 24 w 3"/>
                <a:gd name="T3" fmla="*/ 36 h 4"/>
                <a:gd name="T4" fmla="*/ 0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1" y="4"/>
                    <a:pt x="0" y="2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5" name="Freeform 2064">
              <a:extLst>
                <a:ext uri="{FF2B5EF4-FFF2-40B4-BE49-F238E27FC236}">
                  <a16:creationId xmlns:a16="http://schemas.microsoft.com/office/drawing/2014/main" id="{5AC87F61-B560-4B2C-B723-E24B7D0F9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3257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0"/>
                    <a:pt x="2" y="1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6" name="Freeform 2065">
              <a:extLst>
                <a:ext uri="{FF2B5EF4-FFF2-40B4-BE49-F238E27FC236}">
                  <a16:creationId xmlns:a16="http://schemas.microsoft.com/office/drawing/2014/main" id="{1E819425-8794-4B34-B0E3-A7305DD49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232"/>
              <a:ext cx="10" cy="16"/>
            </a:xfrm>
            <a:custGeom>
              <a:avLst/>
              <a:gdLst>
                <a:gd name="T0" fmla="*/ 0 w 5"/>
                <a:gd name="T1" fmla="*/ 11 h 7"/>
                <a:gd name="T2" fmla="*/ 0 w 5"/>
                <a:gd name="T3" fmla="*/ 3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5" y="0"/>
                    <a:pt x="2" y="7"/>
                    <a:pt x="0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7" name="Freeform 2066">
              <a:extLst>
                <a:ext uri="{FF2B5EF4-FFF2-40B4-BE49-F238E27FC236}">
                  <a16:creationId xmlns:a16="http://schemas.microsoft.com/office/drawing/2014/main" id="{FE2A5F64-76EF-4EC8-BF1F-073D09EEF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368"/>
              <a:ext cx="17" cy="14"/>
            </a:xfrm>
            <a:custGeom>
              <a:avLst/>
              <a:gdLst>
                <a:gd name="T0" fmla="*/ 19 w 8"/>
                <a:gd name="T1" fmla="*/ 0 h 6"/>
                <a:gd name="T2" fmla="*/ 9 w 8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8" y="2"/>
                    <a:pt x="0" y="6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8" name="Freeform 2067">
              <a:extLst>
                <a:ext uri="{FF2B5EF4-FFF2-40B4-BE49-F238E27FC236}">
                  <a16:creationId xmlns:a16="http://schemas.microsoft.com/office/drawing/2014/main" id="{06E1575F-6714-4628-8926-B6DD0BCDB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295"/>
              <a:ext cx="11" cy="9"/>
            </a:xfrm>
            <a:custGeom>
              <a:avLst/>
              <a:gdLst>
                <a:gd name="T0" fmla="*/ 20 w 5"/>
                <a:gd name="T1" fmla="*/ 11 h 4"/>
                <a:gd name="T2" fmla="*/ 44 w 5"/>
                <a:gd name="T3" fmla="*/ 36 h 4"/>
                <a:gd name="T4" fmla="*/ 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3" y="0"/>
                    <a:pt x="5" y="1"/>
                    <a:pt x="4" y="3"/>
                  </a:cubicBezTo>
                  <a:cubicBezTo>
                    <a:pt x="2" y="4"/>
                    <a:pt x="0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9" name="Freeform 2068">
              <a:extLst>
                <a:ext uri="{FF2B5EF4-FFF2-40B4-BE49-F238E27FC236}">
                  <a16:creationId xmlns:a16="http://schemas.microsoft.com/office/drawing/2014/main" id="{77BCE5ED-38B0-4FA3-8B6C-43302BA81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317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40 w 5"/>
                <a:gd name="T3" fmla="*/ 25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0"/>
                    <a:pt x="5" y="1"/>
                    <a:pt x="5" y="2"/>
                  </a:cubicBezTo>
                  <a:cubicBezTo>
                    <a:pt x="4" y="4"/>
                    <a:pt x="0" y="3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0" name="Freeform 2069">
              <a:extLst>
                <a:ext uri="{FF2B5EF4-FFF2-40B4-BE49-F238E27FC236}">
                  <a16:creationId xmlns:a16="http://schemas.microsoft.com/office/drawing/2014/main" id="{78511337-2F18-43AE-A89D-F70A807F3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364"/>
              <a:ext cx="6" cy="4"/>
            </a:xfrm>
            <a:custGeom>
              <a:avLst/>
              <a:gdLst>
                <a:gd name="T0" fmla="*/ 8 w 3"/>
                <a:gd name="T1" fmla="*/ 0 h 2"/>
                <a:gd name="T2" fmla="*/ 24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1" name="Freeform 2070">
              <a:extLst>
                <a:ext uri="{FF2B5EF4-FFF2-40B4-BE49-F238E27FC236}">
                  <a16:creationId xmlns:a16="http://schemas.microsoft.com/office/drawing/2014/main" id="{695C5BE8-7C82-4D9B-8C85-2A4E92B9B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250"/>
              <a:ext cx="8" cy="9"/>
            </a:xfrm>
            <a:custGeom>
              <a:avLst/>
              <a:gdLst>
                <a:gd name="T0" fmla="*/ 16 w 4"/>
                <a:gd name="T1" fmla="*/ 0 h 4"/>
                <a:gd name="T2" fmla="*/ 32 w 4"/>
                <a:gd name="T3" fmla="*/ 25 h 4"/>
                <a:gd name="T4" fmla="*/ 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1"/>
                    <a:pt x="4" y="2"/>
                  </a:cubicBezTo>
                  <a:cubicBezTo>
                    <a:pt x="3" y="4"/>
                    <a:pt x="0" y="2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2" name="Freeform 2071">
              <a:extLst>
                <a:ext uri="{FF2B5EF4-FFF2-40B4-BE49-F238E27FC236}">
                  <a16:creationId xmlns:a16="http://schemas.microsoft.com/office/drawing/2014/main" id="{568ADCA4-53F8-495D-9B00-8F7D1DD7D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201"/>
              <a:ext cx="6" cy="7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28 h 3"/>
                <a:gd name="T4" fmla="*/ 0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3" name="Freeform 2072">
              <a:extLst>
                <a:ext uri="{FF2B5EF4-FFF2-40B4-BE49-F238E27FC236}">
                  <a16:creationId xmlns:a16="http://schemas.microsoft.com/office/drawing/2014/main" id="{99059221-DB1A-43D3-A3AC-02DBFB528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125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0 w 3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1"/>
                    <a:pt x="3" y="3"/>
                    <a:pt x="1" y="4"/>
                  </a:cubicBezTo>
                  <a:cubicBezTo>
                    <a:pt x="0" y="4"/>
                    <a:pt x="0" y="4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4" name="Freeform 2073">
              <a:extLst>
                <a:ext uri="{FF2B5EF4-FFF2-40B4-BE49-F238E27FC236}">
                  <a16:creationId xmlns:a16="http://schemas.microsoft.com/office/drawing/2014/main" id="{537B6C5D-798C-47F3-85BA-EB898EC9C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121"/>
              <a:ext cx="12" cy="11"/>
            </a:xfrm>
            <a:custGeom>
              <a:avLst/>
              <a:gdLst>
                <a:gd name="T0" fmla="*/ 16 w 6"/>
                <a:gd name="T1" fmla="*/ 0 h 5"/>
                <a:gd name="T2" fmla="*/ 48 w 6"/>
                <a:gd name="T3" fmla="*/ 33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4" y="5"/>
                    <a:pt x="0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5" name="Freeform 2074">
              <a:extLst>
                <a:ext uri="{FF2B5EF4-FFF2-40B4-BE49-F238E27FC236}">
                  <a16:creationId xmlns:a16="http://schemas.microsoft.com/office/drawing/2014/main" id="{CB257BBF-E80C-4608-81E0-EE85608D0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143"/>
              <a:ext cx="11" cy="11"/>
            </a:xfrm>
            <a:custGeom>
              <a:avLst/>
              <a:gdLst>
                <a:gd name="T0" fmla="*/ 0 w 5"/>
                <a:gd name="T1" fmla="*/ 9 h 5"/>
                <a:gd name="T2" fmla="*/ 53 w 5"/>
                <a:gd name="T3" fmla="*/ 44 h 5"/>
                <a:gd name="T4" fmla="*/ 9 w 5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3" y="0"/>
                    <a:pt x="5" y="1"/>
                    <a:pt x="5" y="4"/>
                  </a:cubicBezTo>
                  <a:cubicBezTo>
                    <a:pt x="3" y="5"/>
                    <a:pt x="2" y="4"/>
                    <a:pt x="1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6" name="Freeform 2075">
              <a:extLst>
                <a:ext uri="{FF2B5EF4-FFF2-40B4-BE49-F238E27FC236}">
                  <a16:creationId xmlns:a16="http://schemas.microsoft.com/office/drawing/2014/main" id="{556EF06F-6739-4CA7-BB06-32A2F7E07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70"/>
              <a:ext cx="17" cy="15"/>
            </a:xfrm>
            <a:custGeom>
              <a:avLst/>
              <a:gdLst>
                <a:gd name="T0" fmla="*/ 19 w 8"/>
                <a:gd name="T1" fmla="*/ 60 h 7"/>
                <a:gd name="T2" fmla="*/ 49 w 8"/>
                <a:gd name="T3" fmla="*/ 28 h 7"/>
                <a:gd name="T4" fmla="*/ 19 w 8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0" y="4"/>
                    <a:pt x="3" y="0"/>
                    <a:pt x="5" y="3"/>
                  </a:cubicBezTo>
                  <a:cubicBezTo>
                    <a:pt x="8" y="5"/>
                    <a:pt x="4" y="7"/>
                    <a:pt x="2" y="7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7" name="Freeform 2076">
              <a:extLst>
                <a:ext uri="{FF2B5EF4-FFF2-40B4-BE49-F238E27FC236}">
                  <a16:creationId xmlns:a16="http://schemas.microsoft.com/office/drawing/2014/main" id="{7631CBA7-68BB-4C9E-AF5F-32045B836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185"/>
              <a:ext cx="8" cy="7"/>
            </a:xfrm>
            <a:custGeom>
              <a:avLst/>
              <a:gdLst>
                <a:gd name="T0" fmla="*/ 8 w 4"/>
                <a:gd name="T1" fmla="*/ 0 h 3"/>
                <a:gd name="T2" fmla="*/ 24 w 4"/>
                <a:gd name="T3" fmla="*/ 37 h 3"/>
                <a:gd name="T4" fmla="*/ 0 w 4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3" y="0"/>
                    <a:pt x="4" y="1"/>
                    <a:pt x="3" y="3"/>
                  </a:cubicBezTo>
                  <a:cubicBezTo>
                    <a:pt x="2" y="3"/>
                    <a:pt x="1" y="2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8" name="Freeform 2077">
              <a:extLst>
                <a:ext uri="{FF2B5EF4-FFF2-40B4-BE49-F238E27FC236}">
                  <a16:creationId xmlns:a16="http://schemas.microsoft.com/office/drawing/2014/main" id="{B98893D4-15C2-4B43-92E3-0CCA0D01A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159"/>
              <a:ext cx="9" cy="6"/>
            </a:xfrm>
            <a:custGeom>
              <a:avLst/>
              <a:gdLst>
                <a:gd name="T0" fmla="*/ 11 w 4"/>
                <a:gd name="T1" fmla="*/ 0 h 3"/>
                <a:gd name="T2" fmla="*/ 45 w 4"/>
                <a:gd name="T3" fmla="*/ 8 h 3"/>
                <a:gd name="T4" fmla="*/ 36 w 4"/>
                <a:gd name="T5" fmla="*/ 24 h 3"/>
                <a:gd name="T6" fmla="*/ 0 w 4"/>
                <a:gd name="T7" fmla="*/ 8 h 3"/>
                <a:gd name="T8" fmla="*/ 11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9" name="Freeform 2078">
              <a:extLst>
                <a:ext uri="{FF2B5EF4-FFF2-40B4-BE49-F238E27FC236}">
                  <a16:creationId xmlns:a16="http://schemas.microsoft.com/office/drawing/2014/main" id="{A507A520-B0D6-439E-AA16-D32A5EA2B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217"/>
              <a:ext cx="15" cy="11"/>
            </a:xfrm>
            <a:custGeom>
              <a:avLst/>
              <a:gdLst>
                <a:gd name="T0" fmla="*/ 19 w 7"/>
                <a:gd name="T1" fmla="*/ 9 h 5"/>
                <a:gd name="T2" fmla="*/ 69 w 7"/>
                <a:gd name="T3" fmla="*/ 33 h 5"/>
                <a:gd name="T4" fmla="*/ 19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cubicBezTo>
                    <a:pt x="4" y="0"/>
                    <a:pt x="6" y="1"/>
                    <a:pt x="7" y="3"/>
                  </a:cubicBezTo>
                  <a:cubicBezTo>
                    <a:pt x="5" y="5"/>
                    <a:pt x="0" y="4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0" name="Freeform 2079">
              <a:extLst>
                <a:ext uri="{FF2B5EF4-FFF2-40B4-BE49-F238E27FC236}">
                  <a16:creationId xmlns:a16="http://schemas.microsoft.com/office/drawing/2014/main" id="{DDA02EC9-A118-4804-BB0A-050099BE4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221"/>
              <a:ext cx="11" cy="9"/>
            </a:xfrm>
            <a:custGeom>
              <a:avLst/>
              <a:gdLst>
                <a:gd name="T0" fmla="*/ 9 w 5"/>
                <a:gd name="T1" fmla="*/ 0 h 4"/>
                <a:gd name="T2" fmla="*/ 53 w 5"/>
                <a:gd name="T3" fmla="*/ 25 h 4"/>
                <a:gd name="T4" fmla="*/ 9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0"/>
                    <a:pt x="4" y="1"/>
                    <a:pt x="5" y="2"/>
                  </a:cubicBezTo>
                  <a:cubicBezTo>
                    <a:pt x="3" y="4"/>
                    <a:pt x="0" y="4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1" name="Freeform 2080">
              <a:extLst>
                <a:ext uri="{FF2B5EF4-FFF2-40B4-BE49-F238E27FC236}">
                  <a16:creationId xmlns:a16="http://schemas.microsoft.com/office/drawing/2014/main" id="{2EAF1652-EA22-4EBA-B69B-1745B67D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250"/>
              <a:ext cx="11" cy="9"/>
            </a:xfrm>
            <a:custGeom>
              <a:avLst/>
              <a:gdLst>
                <a:gd name="T0" fmla="*/ 0 w 5"/>
                <a:gd name="T1" fmla="*/ 25 h 4"/>
                <a:gd name="T2" fmla="*/ 53 w 5"/>
                <a:gd name="T3" fmla="*/ 36 h 4"/>
                <a:gd name="T4" fmla="*/ 33 w 5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2" y="0"/>
                    <a:pt x="5" y="0"/>
                    <a:pt x="5" y="3"/>
                  </a:cubicBezTo>
                  <a:cubicBezTo>
                    <a:pt x="4" y="4"/>
                    <a:pt x="4" y="4"/>
                    <a:pt x="3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2" name="Freeform 2081">
              <a:extLst>
                <a:ext uri="{FF2B5EF4-FFF2-40B4-BE49-F238E27FC236}">
                  <a16:creationId xmlns:a16="http://schemas.microsoft.com/office/drawing/2014/main" id="{1773831A-C15B-4E3D-A5A2-2DC336718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246"/>
              <a:ext cx="6" cy="6"/>
            </a:xfrm>
            <a:custGeom>
              <a:avLst/>
              <a:gdLst>
                <a:gd name="T0" fmla="*/ 8 w 3"/>
                <a:gd name="T1" fmla="*/ 0 h 3"/>
                <a:gd name="T2" fmla="*/ 24 w 3"/>
                <a:gd name="T3" fmla="*/ 16 h 3"/>
                <a:gd name="T4" fmla="*/ 0 w 3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0"/>
                    <a:pt x="3" y="2"/>
                  </a:cubicBezTo>
                  <a:cubicBezTo>
                    <a:pt x="2" y="3"/>
                    <a:pt x="1" y="2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3" name="Freeform 2082">
              <a:extLst>
                <a:ext uri="{FF2B5EF4-FFF2-40B4-BE49-F238E27FC236}">
                  <a16:creationId xmlns:a16="http://schemas.microsoft.com/office/drawing/2014/main" id="{670E3029-1C28-429F-955B-91E306ED4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272"/>
              <a:ext cx="10" cy="9"/>
            </a:xfrm>
            <a:custGeom>
              <a:avLst/>
              <a:gdLst>
                <a:gd name="T0" fmla="*/ 16 w 5"/>
                <a:gd name="T1" fmla="*/ 11 h 4"/>
                <a:gd name="T2" fmla="*/ 40 w 5"/>
                <a:gd name="T3" fmla="*/ 25 h 4"/>
                <a:gd name="T4" fmla="*/ 0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3" y="1"/>
                    <a:pt x="4" y="0"/>
                    <a:pt x="5" y="2"/>
                  </a:cubicBezTo>
                  <a:cubicBezTo>
                    <a:pt x="3" y="4"/>
                    <a:pt x="1" y="4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4" name="Freeform 2083">
              <a:extLst>
                <a:ext uri="{FF2B5EF4-FFF2-40B4-BE49-F238E27FC236}">
                  <a16:creationId xmlns:a16="http://schemas.microsoft.com/office/drawing/2014/main" id="{29B84851-FA74-4F89-B344-FEF479D21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348"/>
              <a:ext cx="9" cy="7"/>
            </a:xfrm>
            <a:custGeom>
              <a:avLst/>
              <a:gdLst>
                <a:gd name="T0" fmla="*/ 25 w 4"/>
                <a:gd name="T1" fmla="*/ 0 h 3"/>
                <a:gd name="T2" fmla="*/ 36 w 4"/>
                <a:gd name="T3" fmla="*/ 28 h 3"/>
                <a:gd name="T4" fmla="*/ 0 w 4"/>
                <a:gd name="T5" fmla="*/ 12 h 3"/>
                <a:gd name="T6" fmla="*/ 11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2" y="3"/>
                    <a:pt x="0" y="2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5" name="Freeform 2084">
              <a:extLst>
                <a:ext uri="{FF2B5EF4-FFF2-40B4-BE49-F238E27FC236}">
                  <a16:creationId xmlns:a16="http://schemas.microsoft.com/office/drawing/2014/main" id="{797E35B0-EDF0-41BF-8B79-BF462DF8C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214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32 w 4"/>
                <a:gd name="T3" fmla="*/ 36 h 4"/>
                <a:gd name="T4" fmla="*/ 0 w 4"/>
                <a:gd name="T5" fmla="*/ 11 h 4"/>
                <a:gd name="T6" fmla="*/ 8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1"/>
                    <a:pt x="3" y="2"/>
                    <a:pt x="4" y="3"/>
                  </a:cubicBezTo>
                  <a:cubicBezTo>
                    <a:pt x="2" y="4"/>
                    <a:pt x="0" y="3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6" name="Freeform 2085">
              <a:extLst>
                <a:ext uri="{FF2B5EF4-FFF2-40B4-BE49-F238E27FC236}">
                  <a16:creationId xmlns:a16="http://schemas.microsoft.com/office/drawing/2014/main" id="{57D587DC-4423-4B88-8EA2-C092BA2BE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159"/>
              <a:ext cx="8" cy="4"/>
            </a:xfrm>
            <a:custGeom>
              <a:avLst/>
              <a:gdLst>
                <a:gd name="T0" fmla="*/ 16 w 4"/>
                <a:gd name="T1" fmla="*/ 0 h 2"/>
                <a:gd name="T2" fmla="*/ 32 w 4"/>
                <a:gd name="T3" fmla="*/ 8 h 2"/>
                <a:gd name="T4" fmla="*/ 0 w 4"/>
                <a:gd name="T5" fmla="*/ 8 h 2"/>
                <a:gd name="T6" fmla="*/ 8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3" y="2"/>
                    <a:pt x="1" y="2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7" name="Freeform 2086">
              <a:extLst>
                <a:ext uri="{FF2B5EF4-FFF2-40B4-BE49-F238E27FC236}">
                  <a16:creationId xmlns:a16="http://schemas.microsoft.com/office/drawing/2014/main" id="{C056C140-F18F-4337-BF6A-5392C404C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659"/>
              <a:ext cx="7" cy="7"/>
            </a:xfrm>
            <a:custGeom>
              <a:avLst/>
              <a:gdLst>
                <a:gd name="T0" fmla="*/ 0 w 3"/>
                <a:gd name="T1" fmla="*/ 0 h 3"/>
                <a:gd name="T2" fmla="*/ 28 w 3"/>
                <a:gd name="T3" fmla="*/ 37 h 3"/>
                <a:gd name="T4" fmla="*/ 12 w 3"/>
                <a:gd name="T5" fmla="*/ 0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3" y="2"/>
                    <a:pt x="3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8" name="Freeform 2087">
              <a:extLst>
                <a:ext uri="{FF2B5EF4-FFF2-40B4-BE49-F238E27FC236}">
                  <a16:creationId xmlns:a16="http://schemas.microsoft.com/office/drawing/2014/main" id="{F91F259F-90A6-4148-8203-1DE03913B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683"/>
              <a:ext cx="10" cy="12"/>
            </a:xfrm>
            <a:custGeom>
              <a:avLst/>
              <a:gdLst>
                <a:gd name="T0" fmla="*/ 0 w 5"/>
                <a:gd name="T1" fmla="*/ 0 h 5"/>
                <a:gd name="T2" fmla="*/ 24 w 5"/>
                <a:gd name="T3" fmla="*/ 70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3"/>
                    <a:pt x="2" y="1"/>
                    <a:pt x="1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9" name="Freeform 2088">
              <a:extLst>
                <a:ext uri="{FF2B5EF4-FFF2-40B4-BE49-F238E27FC236}">
                  <a16:creationId xmlns:a16="http://schemas.microsoft.com/office/drawing/2014/main" id="{D8BDB0BE-2923-48DD-8158-6A80046E8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710"/>
              <a:ext cx="6" cy="9"/>
            </a:xfrm>
            <a:custGeom>
              <a:avLst/>
              <a:gdLst>
                <a:gd name="T0" fmla="*/ 8 w 3"/>
                <a:gd name="T1" fmla="*/ 0 h 4"/>
                <a:gd name="T2" fmla="*/ 24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4"/>
                    <a:pt x="3" y="4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0" name="Freeform 2089">
              <a:extLst>
                <a:ext uri="{FF2B5EF4-FFF2-40B4-BE49-F238E27FC236}">
                  <a16:creationId xmlns:a16="http://schemas.microsoft.com/office/drawing/2014/main" id="{4C454CF5-97C1-4898-A90E-A88FFB74B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748"/>
              <a:ext cx="16" cy="11"/>
            </a:xfrm>
            <a:custGeom>
              <a:avLst/>
              <a:gdLst>
                <a:gd name="T0" fmla="*/ 24 w 8"/>
                <a:gd name="T1" fmla="*/ 0 h 5"/>
                <a:gd name="T2" fmla="*/ 48 w 8"/>
                <a:gd name="T3" fmla="*/ 44 h 5"/>
                <a:gd name="T4" fmla="*/ 24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2"/>
                    <a:pt x="4" y="5"/>
                    <a:pt x="6" y="4"/>
                  </a:cubicBezTo>
                  <a:cubicBezTo>
                    <a:pt x="8" y="2"/>
                    <a:pt x="5" y="0"/>
                    <a:pt x="3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1" name="Freeform 2090">
              <a:extLst>
                <a:ext uri="{FF2B5EF4-FFF2-40B4-BE49-F238E27FC236}">
                  <a16:creationId xmlns:a16="http://schemas.microsoft.com/office/drawing/2014/main" id="{E7C01C5A-1DB0-454B-AE27-D4D518DC2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779"/>
              <a:ext cx="10" cy="16"/>
            </a:xfrm>
            <a:custGeom>
              <a:avLst/>
              <a:gdLst>
                <a:gd name="T0" fmla="*/ 0 w 5"/>
                <a:gd name="T1" fmla="*/ 0 h 7"/>
                <a:gd name="T2" fmla="*/ 24 w 5"/>
                <a:gd name="T3" fmla="*/ 57 h 7"/>
                <a:gd name="T4" fmla="*/ 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1"/>
                    <a:pt x="1" y="7"/>
                    <a:pt x="3" y="5"/>
                  </a:cubicBezTo>
                  <a:cubicBezTo>
                    <a:pt x="5" y="3"/>
                    <a:pt x="2" y="0"/>
                    <a:pt x="0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2" name="Freeform 2091">
              <a:extLst>
                <a:ext uri="{FF2B5EF4-FFF2-40B4-BE49-F238E27FC236}">
                  <a16:creationId xmlns:a16="http://schemas.microsoft.com/office/drawing/2014/main" id="{979F782E-CBF4-4697-8087-15F34EF9C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808"/>
              <a:ext cx="18" cy="16"/>
            </a:xfrm>
            <a:custGeom>
              <a:avLst/>
              <a:gdLst>
                <a:gd name="T0" fmla="*/ 32 w 9"/>
                <a:gd name="T1" fmla="*/ 0 h 7"/>
                <a:gd name="T2" fmla="*/ 72 w 9"/>
                <a:gd name="T3" fmla="*/ 48 h 7"/>
                <a:gd name="T4" fmla="*/ 48 w 9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4" y="0"/>
                  </a:moveTo>
                  <a:cubicBezTo>
                    <a:pt x="0" y="4"/>
                    <a:pt x="7" y="7"/>
                    <a:pt x="9" y="4"/>
                  </a:cubicBezTo>
                  <a:cubicBezTo>
                    <a:pt x="8" y="3"/>
                    <a:pt x="7" y="2"/>
                    <a:pt x="6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3" name="Freeform 2092">
              <a:extLst>
                <a:ext uri="{FF2B5EF4-FFF2-40B4-BE49-F238E27FC236}">
                  <a16:creationId xmlns:a16="http://schemas.microsoft.com/office/drawing/2014/main" id="{12BDEDBE-9FAC-421B-9EA0-CA6A414AD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837"/>
              <a:ext cx="11" cy="12"/>
            </a:xfrm>
            <a:custGeom>
              <a:avLst/>
              <a:gdLst>
                <a:gd name="T0" fmla="*/ 20 w 5"/>
                <a:gd name="T1" fmla="*/ 0 h 5"/>
                <a:gd name="T2" fmla="*/ 0 w 5"/>
                <a:gd name="T3" fmla="*/ 0 h 5"/>
                <a:gd name="T4" fmla="*/ 44 w 5"/>
                <a:gd name="T5" fmla="*/ 58 h 5"/>
                <a:gd name="T6" fmla="*/ 20 w 5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2"/>
                    <a:pt x="2" y="5"/>
                    <a:pt x="4" y="4"/>
                  </a:cubicBezTo>
                  <a:cubicBezTo>
                    <a:pt x="5" y="2"/>
                    <a:pt x="3" y="0"/>
                    <a:pt x="2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4" name="Freeform 2093">
              <a:extLst>
                <a:ext uri="{FF2B5EF4-FFF2-40B4-BE49-F238E27FC236}">
                  <a16:creationId xmlns:a16="http://schemas.microsoft.com/office/drawing/2014/main" id="{853CF643-4D8F-4E78-BF01-0B7DAD2DE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862"/>
              <a:ext cx="14" cy="11"/>
            </a:xfrm>
            <a:custGeom>
              <a:avLst/>
              <a:gdLst>
                <a:gd name="T0" fmla="*/ 8 w 7"/>
                <a:gd name="T1" fmla="*/ 0 h 5"/>
                <a:gd name="T2" fmla="*/ 32 w 7"/>
                <a:gd name="T3" fmla="*/ 44 h 5"/>
                <a:gd name="T4" fmla="*/ 8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7" y="3"/>
                    <a:pt x="3" y="0"/>
                    <a:pt x="1" y="0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5" name="Freeform 2094">
              <a:extLst>
                <a:ext uri="{FF2B5EF4-FFF2-40B4-BE49-F238E27FC236}">
                  <a16:creationId xmlns:a16="http://schemas.microsoft.com/office/drawing/2014/main" id="{F1765CFE-63B5-4616-B2F9-5D7E4659B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889"/>
              <a:ext cx="15" cy="15"/>
            </a:xfrm>
            <a:custGeom>
              <a:avLst/>
              <a:gdLst>
                <a:gd name="T0" fmla="*/ 9 w 7"/>
                <a:gd name="T1" fmla="*/ 0 h 7"/>
                <a:gd name="T2" fmla="*/ 60 w 7"/>
                <a:gd name="T3" fmla="*/ 41 h 7"/>
                <a:gd name="T4" fmla="*/ 19 w 7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0" y="3"/>
                    <a:pt x="4" y="7"/>
                    <a:pt x="6" y="4"/>
                  </a:cubicBezTo>
                  <a:cubicBezTo>
                    <a:pt x="7" y="2"/>
                    <a:pt x="3" y="0"/>
                    <a:pt x="2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6" name="Freeform 2095">
              <a:extLst>
                <a:ext uri="{FF2B5EF4-FFF2-40B4-BE49-F238E27FC236}">
                  <a16:creationId xmlns:a16="http://schemas.microsoft.com/office/drawing/2014/main" id="{B91A4DA2-5E75-4DC9-ADA9-C8D209C82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931"/>
              <a:ext cx="23" cy="18"/>
            </a:xfrm>
            <a:custGeom>
              <a:avLst/>
              <a:gdLst>
                <a:gd name="T0" fmla="*/ 27 w 11"/>
                <a:gd name="T1" fmla="*/ 11 h 8"/>
                <a:gd name="T2" fmla="*/ 8 w 11"/>
                <a:gd name="T3" fmla="*/ 11 h 8"/>
                <a:gd name="T4" fmla="*/ 75 w 11"/>
                <a:gd name="T5" fmla="*/ 72 h 8"/>
                <a:gd name="T6" fmla="*/ 44 w 11"/>
                <a:gd name="T7" fmla="*/ 1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3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3"/>
                    <a:pt x="6" y="8"/>
                    <a:pt x="8" y="6"/>
                  </a:cubicBezTo>
                  <a:cubicBezTo>
                    <a:pt x="11" y="4"/>
                    <a:pt x="7" y="1"/>
                    <a:pt x="5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7" name="Freeform 2096">
              <a:extLst>
                <a:ext uri="{FF2B5EF4-FFF2-40B4-BE49-F238E27FC236}">
                  <a16:creationId xmlns:a16="http://schemas.microsoft.com/office/drawing/2014/main" id="{61A7D58F-3019-443E-B83C-2E68ACBAB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985"/>
              <a:ext cx="25" cy="24"/>
            </a:xfrm>
            <a:custGeom>
              <a:avLst/>
              <a:gdLst>
                <a:gd name="T0" fmla="*/ 56 w 12"/>
                <a:gd name="T1" fmla="*/ 33 h 11"/>
                <a:gd name="T2" fmla="*/ 35 w 12"/>
                <a:gd name="T3" fmla="*/ 81 h 11"/>
                <a:gd name="T4" fmla="*/ 65 w 12"/>
                <a:gd name="T5" fmla="*/ 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6" y="3"/>
                  </a:moveTo>
                  <a:cubicBezTo>
                    <a:pt x="1" y="0"/>
                    <a:pt x="0" y="6"/>
                    <a:pt x="4" y="8"/>
                  </a:cubicBezTo>
                  <a:cubicBezTo>
                    <a:pt x="8" y="11"/>
                    <a:pt x="12" y="8"/>
                    <a:pt x="7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8" name="Freeform 2097">
              <a:extLst>
                <a:ext uri="{FF2B5EF4-FFF2-40B4-BE49-F238E27FC236}">
                  <a16:creationId xmlns:a16="http://schemas.microsoft.com/office/drawing/2014/main" id="{547FE2D1-A71B-40B2-828E-E55649743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023"/>
              <a:ext cx="34" cy="29"/>
            </a:xfrm>
            <a:custGeom>
              <a:avLst/>
              <a:gdLst>
                <a:gd name="T0" fmla="*/ 68 w 16"/>
                <a:gd name="T1" fmla="*/ 45 h 13"/>
                <a:gd name="T2" fmla="*/ 28 w 16"/>
                <a:gd name="T3" fmla="*/ 89 h 13"/>
                <a:gd name="T4" fmla="*/ 77 w 16"/>
                <a:gd name="T5" fmla="*/ 3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7" y="4"/>
                  </a:moveTo>
                  <a:cubicBezTo>
                    <a:pt x="4" y="0"/>
                    <a:pt x="0" y="5"/>
                    <a:pt x="3" y="8"/>
                  </a:cubicBezTo>
                  <a:cubicBezTo>
                    <a:pt x="8" y="13"/>
                    <a:pt x="16" y="7"/>
                    <a:pt x="8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9" name="Freeform 2098">
              <a:extLst>
                <a:ext uri="{FF2B5EF4-FFF2-40B4-BE49-F238E27FC236}">
                  <a16:creationId xmlns:a16="http://schemas.microsoft.com/office/drawing/2014/main" id="{3AE1E253-ED35-438A-BF9D-390E18D85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069"/>
              <a:ext cx="25" cy="21"/>
            </a:xfrm>
            <a:custGeom>
              <a:avLst/>
              <a:gdLst>
                <a:gd name="T0" fmla="*/ 56 w 12"/>
                <a:gd name="T1" fmla="*/ 37 h 9"/>
                <a:gd name="T2" fmla="*/ 56 w 12"/>
                <a:gd name="T3" fmla="*/ 103 h 9"/>
                <a:gd name="T4" fmla="*/ 65 w 12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3"/>
                  </a:moveTo>
                  <a:cubicBezTo>
                    <a:pt x="2" y="0"/>
                    <a:pt x="0" y="7"/>
                    <a:pt x="6" y="8"/>
                  </a:cubicBezTo>
                  <a:cubicBezTo>
                    <a:pt x="11" y="9"/>
                    <a:pt x="12" y="4"/>
                    <a:pt x="7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0" name="Freeform 2099">
              <a:extLst>
                <a:ext uri="{FF2B5EF4-FFF2-40B4-BE49-F238E27FC236}">
                  <a16:creationId xmlns:a16="http://schemas.microsoft.com/office/drawing/2014/main" id="{27723B7F-C773-4DDE-B9A3-673CBEDE3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119"/>
              <a:ext cx="23" cy="24"/>
            </a:xfrm>
            <a:custGeom>
              <a:avLst/>
              <a:gdLst>
                <a:gd name="T0" fmla="*/ 0 w 11"/>
                <a:gd name="T1" fmla="*/ 9 h 11"/>
                <a:gd name="T2" fmla="*/ 84 w 11"/>
                <a:gd name="T3" fmla="*/ 72 h 11"/>
                <a:gd name="T4" fmla="*/ 17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"/>
                  </a:moveTo>
                  <a:cubicBezTo>
                    <a:pt x="1" y="3"/>
                    <a:pt x="6" y="11"/>
                    <a:pt x="9" y="7"/>
                  </a:cubicBezTo>
                  <a:cubicBezTo>
                    <a:pt x="11" y="3"/>
                    <a:pt x="5" y="0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1" name="Freeform 2100">
              <a:extLst>
                <a:ext uri="{FF2B5EF4-FFF2-40B4-BE49-F238E27FC236}">
                  <a16:creationId xmlns:a16="http://schemas.microsoft.com/office/drawing/2014/main" id="{38C2AED5-D8B4-4DA9-8589-9ABFB879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181"/>
              <a:ext cx="31" cy="16"/>
            </a:xfrm>
            <a:custGeom>
              <a:avLst/>
              <a:gdLst>
                <a:gd name="T0" fmla="*/ 43 w 15"/>
                <a:gd name="T1" fmla="*/ 0 h 7"/>
                <a:gd name="T2" fmla="*/ 89 w 15"/>
                <a:gd name="T3" fmla="*/ 73 h 7"/>
                <a:gd name="T4" fmla="*/ 52 w 1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5" y="0"/>
                  </a:moveTo>
                  <a:cubicBezTo>
                    <a:pt x="0" y="0"/>
                    <a:pt x="6" y="7"/>
                    <a:pt x="10" y="6"/>
                  </a:cubicBezTo>
                  <a:cubicBezTo>
                    <a:pt x="15" y="5"/>
                    <a:pt x="9" y="1"/>
                    <a:pt x="6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2" name="Freeform 2101">
              <a:extLst>
                <a:ext uri="{FF2B5EF4-FFF2-40B4-BE49-F238E27FC236}">
                  <a16:creationId xmlns:a16="http://schemas.microsoft.com/office/drawing/2014/main" id="{88F3EF0D-BE2C-4DEB-BC6F-7EC11EA2D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261"/>
              <a:ext cx="23" cy="23"/>
            </a:xfrm>
            <a:custGeom>
              <a:avLst/>
              <a:gdLst>
                <a:gd name="T0" fmla="*/ 17 w 11"/>
                <a:gd name="T1" fmla="*/ 0 h 10"/>
                <a:gd name="T2" fmla="*/ 75 w 11"/>
                <a:gd name="T3" fmla="*/ 94 h 10"/>
                <a:gd name="T4" fmla="*/ 27 w 11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2" y="0"/>
                  </a:moveTo>
                  <a:cubicBezTo>
                    <a:pt x="0" y="4"/>
                    <a:pt x="4" y="10"/>
                    <a:pt x="8" y="8"/>
                  </a:cubicBezTo>
                  <a:cubicBezTo>
                    <a:pt x="11" y="6"/>
                    <a:pt x="6" y="1"/>
                    <a:pt x="3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3" name="Freeform 2102">
              <a:extLst>
                <a:ext uri="{FF2B5EF4-FFF2-40B4-BE49-F238E27FC236}">
                  <a16:creationId xmlns:a16="http://schemas.microsoft.com/office/drawing/2014/main" id="{C196654A-0838-45BF-ADF5-BD1F1D369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362"/>
              <a:ext cx="21" cy="33"/>
            </a:xfrm>
            <a:custGeom>
              <a:avLst/>
              <a:gdLst>
                <a:gd name="T0" fmla="*/ 0 w 10"/>
                <a:gd name="T1" fmla="*/ 9 h 15"/>
                <a:gd name="T2" fmla="*/ 67 w 10"/>
                <a:gd name="T3" fmla="*/ 97 h 15"/>
                <a:gd name="T4" fmla="*/ 0 w 1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0" y="1"/>
                  </a:moveTo>
                  <a:cubicBezTo>
                    <a:pt x="0" y="4"/>
                    <a:pt x="3" y="15"/>
                    <a:pt x="7" y="9"/>
                  </a:cubicBezTo>
                  <a:cubicBezTo>
                    <a:pt x="10" y="6"/>
                    <a:pt x="4" y="0"/>
                    <a:pt x="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4" name="Freeform 2103">
              <a:extLst>
                <a:ext uri="{FF2B5EF4-FFF2-40B4-BE49-F238E27FC236}">
                  <a16:creationId xmlns:a16="http://schemas.microsoft.com/office/drawing/2014/main" id="{012E1E66-9355-4CBA-971E-2351AF150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324"/>
              <a:ext cx="6" cy="6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5" name="Freeform 2104">
              <a:extLst>
                <a:ext uri="{FF2B5EF4-FFF2-40B4-BE49-F238E27FC236}">
                  <a16:creationId xmlns:a16="http://schemas.microsoft.com/office/drawing/2014/main" id="{C493AAC1-66BF-44BA-A39E-1AA9A14BA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3297"/>
              <a:ext cx="17" cy="16"/>
            </a:xfrm>
            <a:custGeom>
              <a:avLst/>
              <a:gdLst>
                <a:gd name="T0" fmla="*/ 40 w 8"/>
                <a:gd name="T1" fmla="*/ 0 h 7"/>
                <a:gd name="T2" fmla="*/ 28 w 8"/>
                <a:gd name="T3" fmla="*/ 11 h 7"/>
                <a:gd name="T4" fmla="*/ 49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0" y="7"/>
                    <a:pt x="8" y="4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6" name="Freeform 2105">
              <a:extLst>
                <a:ext uri="{FF2B5EF4-FFF2-40B4-BE49-F238E27FC236}">
                  <a16:creationId xmlns:a16="http://schemas.microsoft.com/office/drawing/2014/main" id="{FA941A27-7628-49BB-AB38-7BF09BE82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3330"/>
              <a:ext cx="12" cy="16"/>
            </a:xfrm>
            <a:custGeom>
              <a:avLst/>
              <a:gdLst>
                <a:gd name="T0" fmla="*/ 24 w 6"/>
                <a:gd name="T1" fmla="*/ 11 h 7"/>
                <a:gd name="T2" fmla="*/ 32 w 6"/>
                <a:gd name="T3" fmla="*/ 48 h 7"/>
                <a:gd name="T4" fmla="*/ 24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0" y="3"/>
                    <a:pt x="1" y="7"/>
                    <a:pt x="4" y="4"/>
                  </a:cubicBezTo>
                  <a:cubicBezTo>
                    <a:pt x="6" y="3"/>
                    <a:pt x="6" y="0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7" name="Freeform 2106">
              <a:extLst>
                <a:ext uri="{FF2B5EF4-FFF2-40B4-BE49-F238E27FC236}">
                  <a16:creationId xmlns:a16="http://schemas.microsoft.com/office/drawing/2014/main" id="{E737D6A3-CE06-49DF-BEF5-969698F88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351"/>
              <a:ext cx="8" cy="6"/>
            </a:xfrm>
            <a:custGeom>
              <a:avLst/>
              <a:gdLst>
                <a:gd name="T0" fmla="*/ 0 w 4"/>
                <a:gd name="T1" fmla="*/ 24 h 3"/>
                <a:gd name="T2" fmla="*/ 0 w 4"/>
                <a:gd name="T3" fmla="*/ 0 h 3"/>
                <a:gd name="T4" fmla="*/ 32 w 4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8" name="Freeform 2107">
              <a:extLst>
                <a:ext uri="{FF2B5EF4-FFF2-40B4-BE49-F238E27FC236}">
                  <a16:creationId xmlns:a16="http://schemas.microsoft.com/office/drawing/2014/main" id="{6E480F39-C78A-4A5A-AC86-43857C8B3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270"/>
              <a:ext cx="19" cy="11"/>
            </a:xfrm>
            <a:custGeom>
              <a:avLst/>
              <a:gdLst>
                <a:gd name="T0" fmla="*/ 49 w 9"/>
                <a:gd name="T1" fmla="*/ 0 h 5"/>
                <a:gd name="T2" fmla="*/ 57 w 9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0"/>
                  </a:moveTo>
                  <a:cubicBezTo>
                    <a:pt x="0" y="5"/>
                    <a:pt x="9" y="4"/>
                    <a:pt x="6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9" name="Freeform 2108">
              <a:extLst>
                <a:ext uri="{FF2B5EF4-FFF2-40B4-BE49-F238E27FC236}">
                  <a16:creationId xmlns:a16="http://schemas.microsoft.com/office/drawing/2014/main" id="{5CB0BDB7-CE36-4591-8CE9-78852F781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337"/>
              <a:ext cx="8" cy="18"/>
            </a:xfrm>
            <a:custGeom>
              <a:avLst/>
              <a:gdLst>
                <a:gd name="T0" fmla="*/ 0 w 4"/>
                <a:gd name="T1" fmla="*/ 11 h 8"/>
                <a:gd name="T2" fmla="*/ 24 w 4"/>
                <a:gd name="T3" fmla="*/ 45 h 8"/>
                <a:gd name="T4" fmla="*/ 0 w 4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1"/>
                  </a:moveTo>
                  <a:cubicBezTo>
                    <a:pt x="0" y="3"/>
                    <a:pt x="1" y="8"/>
                    <a:pt x="3" y="4"/>
                  </a:cubicBezTo>
                  <a:cubicBezTo>
                    <a:pt x="4" y="3"/>
                    <a:pt x="2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0" name="Freeform 2109">
              <a:extLst>
                <a:ext uri="{FF2B5EF4-FFF2-40B4-BE49-F238E27FC236}">
                  <a16:creationId xmlns:a16="http://schemas.microsoft.com/office/drawing/2014/main" id="{8454B472-24FE-48F1-8D4A-B053E603A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339"/>
              <a:ext cx="8" cy="12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41 h 5"/>
                <a:gd name="T4" fmla="*/ 24 w 4"/>
                <a:gd name="T5" fmla="*/ 12 h 5"/>
                <a:gd name="T6" fmla="*/ 16 w 4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5"/>
                    <a:pt x="4" y="3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1" name="Freeform 2110">
              <a:extLst>
                <a:ext uri="{FF2B5EF4-FFF2-40B4-BE49-F238E27FC236}">
                  <a16:creationId xmlns:a16="http://schemas.microsoft.com/office/drawing/2014/main" id="{9868EA7B-4C22-4BEA-B346-7B8F28711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873"/>
              <a:ext cx="7" cy="18"/>
            </a:xfrm>
            <a:custGeom>
              <a:avLst/>
              <a:gdLst>
                <a:gd name="T0" fmla="*/ 0 w 3"/>
                <a:gd name="T1" fmla="*/ 36 h 8"/>
                <a:gd name="T2" fmla="*/ 0 w 3"/>
                <a:gd name="T3" fmla="*/ 3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3"/>
                  </a:moveTo>
                  <a:cubicBezTo>
                    <a:pt x="3" y="8"/>
                    <a:pt x="3" y="0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2" name="Freeform 2111">
              <a:extLst>
                <a:ext uri="{FF2B5EF4-FFF2-40B4-BE49-F238E27FC236}">
                  <a16:creationId xmlns:a16="http://schemas.microsoft.com/office/drawing/2014/main" id="{DC74E28D-76F6-4DC9-9642-9823B4BE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860"/>
              <a:ext cx="7" cy="6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8 h 3"/>
                <a:gd name="T4" fmla="*/ 37 w 3"/>
                <a:gd name="T5" fmla="*/ 16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2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3" name="Freeform 2112">
              <a:extLst>
                <a:ext uri="{FF2B5EF4-FFF2-40B4-BE49-F238E27FC236}">
                  <a16:creationId xmlns:a16="http://schemas.microsoft.com/office/drawing/2014/main" id="{65C939AB-B28E-4EFE-8CC8-36D72A7D9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849"/>
              <a:ext cx="7" cy="8"/>
            </a:xfrm>
            <a:custGeom>
              <a:avLst/>
              <a:gdLst>
                <a:gd name="T0" fmla="*/ 0 w 3"/>
                <a:gd name="T1" fmla="*/ 8 h 4"/>
                <a:gd name="T2" fmla="*/ 12 w 3"/>
                <a:gd name="T3" fmla="*/ 0 h 4"/>
                <a:gd name="T4" fmla="*/ 0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4"/>
                    <a:pt x="3" y="1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4" name="Freeform 2113">
              <a:extLst>
                <a:ext uri="{FF2B5EF4-FFF2-40B4-BE49-F238E27FC236}">
                  <a16:creationId xmlns:a16="http://schemas.microsoft.com/office/drawing/2014/main" id="{EAC218B9-851B-4FE7-B8CC-26B9DFDE2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871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8 h 1"/>
                <a:gd name="T4" fmla="*/ 16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5" name="Freeform 2114">
              <a:extLst>
                <a:ext uri="{FF2B5EF4-FFF2-40B4-BE49-F238E27FC236}">
                  <a16:creationId xmlns:a16="http://schemas.microsoft.com/office/drawing/2014/main" id="{8AE7BC0C-7757-49EE-BC4A-6CF67D01F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837"/>
              <a:ext cx="4" cy="5"/>
            </a:xfrm>
            <a:custGeom>
              <a:avLst/>
              <a:gdLst>
                <a:gd name="T0" fmla="*/ 8 w 2"/>
                <a:gd name="T1" fmla="*/ 0 h 2"/>
                <a:gd name="T2" fmla="*/ 8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6" name="Freeform 2115">
              <a:extLst>
                <a:ext uri="{FF2B5EF4-FFF2-40B4-BE49-F238E27FC236}">
                  <a16:creationId xmlns:a16="http://schemas.microsoft.com/office/drawing/2014/main" id="{EAAC22F7-0867-4CFA-9682-1DB4977C6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900"/>
              <a:ext cx="4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16 h 2"/>
                <a:gd name="T4" fmla="*/ 16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7" name="Freeform 2116">
              <a:extLst>
                <a:ext uri="{FF2B5EF4-FFF2-40B4-BE49-F238E27FC236}">
                  <a16:creationId xmlns:a16="http://schemas.microsoft.com/office/drawing/2014/main" id="{E489E392-CEAC-43E1-9C76-0648D234B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895"/>
              <a:ext cx="6" cy="7"/>
            </a:xfrm>
            <a:custGeom>
              <a:avLst/>
              <a:gdLst>
                <a:gd name="T0" fmla="*/ 8 w 3"/>
                <a:gd name="T1" fmla="*/ 0 h 3"/>
                <a:gd name="T2" fmla="*/ 24 w 3"/>
                <a:gd name="T3" fmla="*/ 28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2"/>
                    <a:pt x="2" y="3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8" name="Freeform 2117">
              <a:extLst>
                <a:ext uri="{FF2B5EF4-FFF2-40B4-BE49-F238E27FC236}">
                  <a16:creationId xmlns:a16="http://schemas.microsoft.com/office/drawing/2014/main" id="{447E9288-5471-48AE-9560-FC8A5743E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076"/>
              <a:ext cx="15" cy="14"/>
            </a:xfrm>
            <a:custGeom>
              <a:avLst/>
              <a:gdLst>
                <a:gd name="T0" fmla="*/ 9 w 7"/>
                <a:gd name="T1" fmla="*/ 0 h 6"/>
                <a:gd name="T2" fmla="*/ 41 w 7"/>
                <a:gd name="T3" fmla="*/ 65 h 6"/>
                <a:gd name="T4" fmla="*/ 28 w 7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0" y="2"/>
                    <a:pt x="1" y="6"/>
                    <a:pt x="4" y="5"/>
                  </a:cubicBezTo>
                  <a:cubicBezTo>
                    <a:pt x="7" y="5"/>
                    <a:pt x="5" y="1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9" name="Freeform 2118">
              <a:extLst>
                <a:ext uri="{FF2B5EF4-FFF2-40B4-BE49-F238E27FC236}">
                  <a16:creationId xmlns:a16="http://schemas.microsoft.com/office/drawing/2014/main" id="{189F8BA2-D8B3-45CC-A832-3DBA56510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094"/>
              <a:ext cx="6" cy="13"/>
            </a:xfrm>
            <a:custGeom>
              <a:avLst/>
              <a:gdLst>
                <a:gd name="T0" fmla="*/ 0 w 3"/>
                <a:gd name="T1" fmla="*/ 20 h 6"/>
                <a:gd name="T2" fmla="*/ 16 w 3"/>
                <a:gd name="T3" fmla="*/ 43 h 6"/>
                <a:gd name="T4" fmla="*/ 0 w 3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2"/>
                  </a:moveTo>
                  <a:cubicBezTo>
                    <a:pt x="0" y="4"/>
                    <a:pt x="2" y="6"/>
                    <a:pt x="2" y="4"/>
                  </a:cubicBezTo>
                  <a:cubicBezTo>
                    <a:pt x="3" y="2"/>
                    <a:pt x="2" y="0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0" name="Freeform 2119">
              <a:extLst>
                <a:ext uri="{FF2B5EF4-FFF2-40B4-BE49-F238E27FC236}">
                  <a16:creationId xmlns:a16="http://schemas.microsoft.com/office/drawing/2014/main" id="{139A2558-54E1-4A06-B1F3-3D9AB420D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110"/>
              <a:ext cx="16" cy="15"/>
            </a:xfrm>
            <a:custGeom>
              <a:avLst/>
              <a:gdLst>
                <a:gd name="T0" fmla="*/ 0 w 8"/>
                <a:gd name="T1" fmla="*/ 0 h 7"/>
                <a:gd name="T2" fmla="*/ 16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3" y="7"/>
                    <a:pt x="8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1" name="Freeform 2120">
              <a:extLst>
                <a:ext uri="{FF2B5EF4-FFF2-40B4-BE49-F238E27FC236}">
                  <a16:creationId xmlns:a16="http://schemas.microsoft.com/office/drawing/2014/main" id="{C503A445-3C71-4F29-9EE6-5B0BD2E48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052"/>
              <a:ext cx="16" cy="15"/>
            </a:xfrm>
            <a:custGeom>
              <a:avLst/>
              <a:gdLst>
                <a:gd name="T0" fmla="*/ 16 w 8"/>
                <a:gd name="T1" fmla="*/ 9 h 7"/>
                <a:gd name="T2" fmla="*/ 8 w 8"/>
                <a:gd name="T3" fmla="*/ 9 h 7"/>
                <a:gd name="T4" fmla="*/ 16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7"/>
                    <a:pt x="8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2" name="Freeform 2121">
              <a:extLst>
                <a:ext uri="{FF2B5EF4-FFF2-40B4-BE49-F238E27FC236}">
                  <a16:creationId xmlns:a16="http://schemas.microsoft.com/office/drawing/2014/main" id="{923DFAB8-694E-4B7F-B573-AC0941D3B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067"/>
              <a:ext cx="19" cy="18"/>
            </a:xfrm>
            <a:custGeom>
              <a:avLst/>
              <a:gdLst>
                <a:gd name="T0" fmla="*/ 8 w 9"/>
                <a:gd name="T1" fmla="*/ 11 h 8"/>
                <a:gd name="T2" fmla="*/ 17 w 9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1"/>
                  </a:moveTo>
                  <a:cubicBezTo>
                    <a:pt x="0" y="8"/>
                    <a:pt x="9" y="0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3" name="Freeform 2122">
              <a:extLst>
                <a:ext uri="{FF2B5EF4-FFF2-40B4-BE49-F238E27FC236}">
                  <a16:creationId xmlns:a16="http://schemas.microsoft.com/office/drawing/2014/main" id="{0A205798-60DD-4B3A-81C3-837376AAD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087"/>
              <a:ext cx="6" cy="9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36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4" name="Freeform 2123">
              <a:extLst>
                <a:ext uri="{FF2B5EF4-FFF2-40B4-BE49-F238E27FC236}">
                  <a16:creationId xmlns:a16="http://schemas.microsoft.com/office/drawing/2014/main" id="{05CC6FC4-B30C-4159-80EE-FD285DEFC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034"/>
              <a:ext cx="7" cy="9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36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5" name="Freeform 2124">
              <a:extLst>
                <a:ext uri="{FF2B5EF4-FFF2-40B4-BE49-F238E27FC236}">
                  <a16:creationId xmlns:a16="http://schemas.microsoft.com/office/drawing/2014/main" id="{B241FBC8-2ED7-432E-B9A3-E1A321518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047"/>
              <a:ext cx="6" cy="11"/>
            </a:xfrm>
            <a:custGeom>
              <a:avLst/>
              <a:gdLst>
                <a:gd name="T0" fmla="*/ 0 w 3"/>
                <a:gd name="T1" fmla="*/ 9 h 5"/>
                <a:gd name="T2" fmla="*/ 24 w 3"/>
                <a:gd name="T3" fmla="*/ 33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3"/>
                    <a:pt x="1" y="5"/>
                    <a:pt x="3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6" name="Freeform 2125">
              <a:extLst>
                <a:ext uri="{FF2B5EF4-FFF2-40B4-BE49-F238E27FC236}">
                  <a16:creationId xmlns:a16="http://schemas.microsoft.com/office/drawing/2014/main" id="{ED6A9C92-C787-4A23-8335-62205E414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016"/>
              <a:ext cx="15" cy="11"/>
            </a:xfrm>
            <a:custGeom>
              <a:avLst/>
              <a:gdLst>
                <a:gd name="T0" fmla="*/ 9 w 7"/>
                <a:gd name="T1" fmla="*/ 9 h 5"/>
                <a:gd name="T2" fmla="*/ 19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0" y="5"/>
                    <a:pt x="7" y="3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7" name="Freeform 2126">
              <a:extLst>
                <a:ext uri="{FF2B5EF4-FFF2-40B4-BE49-F238E27FC236}">
                  <a16:creationId xmlns:a16="http://schemas.microsoft.com/office/drawing/2014/main" id="{E85C0960-645F-41CF-A996-0B52B8477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3018"/>
              <a:ext cx="16" cy="14"/>
            </a:xfrm>
            <a:custGeom>
              <a:avLst/>
              <a:gdLst>
                <a:gd name="T0" fmla="*/ 8 w 8"/>
                <a:gd name="T1" fmla="*/ 12 h 6"/>
                <a:gd name="T2" fmla="*/ 24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1" y="1"/>
                  </a:moveTo>
                  <a:cubicBezTo>
                    <a:pt x="0" y="6"/>
                    <a:pt x="8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8" name="Freeform 2127">
              <a:extLst>
                <a:ext uri="{FF2B5EF4-FFF2-40B4-BE49-F238E27FC236}">
                  <a16:creationId xmlns:a16="http://schemas.microsoft.com/office/drawing/2014/main" id="{ED576CB9-AD7C-478A-B3D9-4AACF03B8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996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8 w 1"/>
                <a:gd name="T5" fmla="*/ 8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9" name="Freeform 2128">
              <a:extLst>
                <a:ext uri="{FF2B5EF4-FFF2-40B4-BE49-F238E27FC236}">
                  <a16:creationId xmlns:a16="http://schemas.microsoft.com/office/drawing/2014/main" id="{3C313ED2-04D2-4168-99D9-E4F27E1C9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03"/>
              <a:ext cx="8" cy="8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4"/>
                    <a:pt x="4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0" name="Freeform 2129">
              <a:extLst>
                <a:ext uri="{FF2B5EF4-FFF2-40B4-BE49-F238E27FC236}">
                  <a16:creationId xmlns:a16="http://schemas.microsoft.com/office/drawing/2014/main" id="{0AA95293-0E0D-4EAC-B4A8-333AB6941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061"/>
              <a:ext cx="11" cy="13"/>
            </a:xfrm>
            <a:custGeom>
              <a:avLst/>
              <a:gdLst>
                <a:gd name="T0" fmla="*/ 0 w 5"/>
                <a:gd name="T1" fmla="*/ 20 h 6"/>
                <a:gd name="T2" fmla="*/ 20 w 5"/>
                <a:gd name="T3" fmla="*/ 61 h 6"/>
                <a:gd name="T4" fmla="*/ 9 w 5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4"/>
                    <a:pt x="1" y="5"/>
                    <a:pt x="2" y="6"/>
                  </a:cubicBezTo>
                  <a:cubicBezTo>
                    <a:pt x="5" y="4"/>
                    <a:pt x="3" y="0"/>
                    <a:pt x="1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1" name="Freeform 2130">
              <a:extLst>
                <a:ext uri="{FF2B5EF4-FFF2-40B4-BE49-F238E27FC236}">
                  <a16:creationId xmlns:a16="http://schemas.microsoft.com/office/drawing/2014/main" id="{5CFCCFCA-7F43-4E73-BF08-CA09EE4A4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3098"/>
              <a:ext cx="10" cy="12"/>
            </a:xfrm>
            <a:custGeom>
              <a:avLst/>
              <a:gdLst>
                <a:gd name="T0" fmla="*/ 0 w 5"/>
                <a:gd name="T1" fmla="*/ 0 h 5"/>
                <a:gd name="T2" fmla="*/ 24 w 5"/>
                <a:gd name="T3" fmla="*/ 70 h 5"/>
                <a:gd name="T4" fmla="*/ 16 w 5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5" y="4"/>
                    <a:pt x="4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2" name="Freeform 2131">
              <a:extLst>
                <a:ext uri="{FF2B5EF4-FFF2-40B4-BE49-F238E27FC236}">
                  <a16:creationId xmlns:a16="http://schemas.microsoft.com/office/drawing/2014/main" id="{C160FE38-69D2-41EE-B3EA-A378D260E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092"/>
              <a:ext cx="25" cy="13"/>
            </a:xfrm>
            <a:custGeom>
              <a:avLst/>
              <a:gdLst>
                <a:gd name="T0" fmla="*/ 44 w 12"/>
                <a:gd name="T1" fmla="*/ 9 h 6"/>
                <a:gd name="T2" fmla="*/ 56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5" y="1"/>
                  </a:moveTo>
                  <a:cubicBezTo>
                    <a:pt x="0" y="6"/>
                    <a:pt x="12" y="3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3" name="Freeform 2132">
              <a:extLst>
                <a:ext uri="{FF2B5EF4-FFF2-40B4-BE49-F238E27FC236}">
                  <a16:creationId xmlns:a16="http://schemas.microsoft.com/office/drawing/2014/main" id="{22C39AE0-87EC-4E9C-8188-761A24C74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063"/>
              <a:ext cx="13" cy="6"/>
            </a:xfrm>
            <a:custGeom>
              <a:avLst/>
              <a:gdLst>
                <a:gd name="T0" fmla="*/ 9 w 6"/>
                <a:gd name="T1" fmla="*/ 0 h 3"/>
                <a:gd name="T2" fmla="*/ 33 w 6"/>
                <a:gd name="T3" fmla="*/ 24 h 3"/>
                <a:gd name="T4" fmla="*/ 33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1" y="0"/>
                  </a:moveTo>
                  <a:cubicBezTo>
                    <a:pt x="0" y="1"/>
                    <a:pt x="1" y="3"/>
                    <a:pt x="3" y="3"/>
                  </a:cubicBezTo>
                  <a:cubicBezTo>
                    <a:pt x="6" y="3"/>
                    <a:pt x="5" y="0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4" name="Freeform 2133">
              <a:extLst>
                <a:ext uri="{FF2B5EF4-FFF2-40B4-BE49-F238E27FC236}">
                  <a16:creationId xmlns:a16="http://schemas.microsoft.com/office/drawing/2014/main" id="{FC468936-5554-4010-902F-3E7407E7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947"/>
              <a:ext cx="9" cy="9"/>
            </a:xfrm>
            <a:custGeom>
              <a:avLst/>
              <a:gdLst>
                <a:gd name="T0" fmla="*/ 0 w 4"/>
                <a:gd name="T1" fmla="*/ 11 h 4"/>
                <a:gd name="T2" fmla="*/ 45 w 4"/>
                <a:gd name="T3" fmla="*/ 45 h 4"/>
                <a:gd name="T4" fmla="*/ 11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4" y="2"/>
                    <a:pt x="2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5" name="Freeform 2134">
              <a:extLst>
                <a:ext uri="{FF2B5EF4-FFF2-40B4-BE49-F238E27FC236}">
                  <a16:creationId xmlns:a16="http://schemas.microsoft.com/office/drawing/2014/main" id="{243E9F72-990B-4243-9645-356168B3B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3020"/>
              <a:ext cx="6" cy="9"/>
            </a:xfrm>
            <a:custGeom>
              <a:avLst/>
              <a:gdLst>
                <a:gd name="T0" fmla="*/ 8 w 3"/>
                <a:gd name="T1" fmla="*/ 0 h 4"/>
                <a:gd name="T2" fmla="*/ 24 w 3"/>
                <a:gd name="T3" fmla="*/ 45 h 4"/>
                <a:gd name="T4" fmla="*/ 8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3"/>
                    <a:pt x="3" y="4"/>
                  </a:cubicBezTo>
                  <a:cubicBezTo>
                    <a:pt x="3" y="2"/>
                    <a:pt x="3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6" name="Freeform 2135">
              <a:extLst>
                <a:ext uri="{FF2B5EF4-FFF2-40B4-BE49-F238E27FC236}">
                  <a16:creationId xmlns:a16="http://schemas.microsoft.com/office/drawing/2014/main" id="{472A47A0-5018-4E9F-8444-B46949C42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994"/>
              <a:ext cx="6" cy="9"/>
            </a:xfrm>
            <a:custGeom>
              <a:avLst/>
              <a:gdLst>
                <a:gd name="T0" fmla="*/ 8 w 3"/>
                <a:gd name="T1" fmla="*/ 0 h 4"/>
                <a:gd name="T2" fmla="*/ 24 w 3"/>
                <a:gd name="T3" fmla="*/ 11 h 4"/>
                <a:gd name="T4" fmla="*/ 16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3"/>
                    <a:pt x="3" y="4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7" name="Freeform 2136">
              <a:extLst>
                <a:ext uri="{FF2B5EF4-FFF2-40B4-BE49-F238E27FC236}">
                  <a16:creationId xmlns:a16="http://schemas.microsoft.com/office/drawing/2014/main" id="{78C493AC-EC28-4CE5-AF12-71B527CEB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918"/>
              <a:ext cx="7" cy="4"/>
            </a:xfrm>
            <a:custGeom>
              <a:avLst/>
              <a:gdLst>
                <a:gd name="T0" fmla="*/ 0 w 3"/>
                <a:gd name="T1" fmla="*/ 8 h 2"/>
                <a:gd name="T2" fmla="*/ 37 w 3"/>
                <a:gd name="T3" fmla="*/ 16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8" name="Freeform 2137">
              <a:extLst>
                <a:ext uri="{FF2B5EF4-FFF2-40B4-BE49-F238E27FC236}">
                  <a16:creationId xmlns:a16="http://schemas.microsoft.com/office/drawing/2014/main" id="{AE43F1CD-DC4A-4D85-86F0-12E5975C0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898"/>
              <a:ext cx="6" cy="4"/>
            </a:xfrm>
            <a:custGeom>
              <a:avLst/>
              <a:gdLst>
                <a:gd name="T0" fmla="*/ 0 w 3"/>
                <a:gd name="T1" fmla="*/ 8 h 2"/>
                <a:gd name="T2" fmla="*/ 16 w 3"/>
                <a:gd name="T3" fmla="*/ 16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9" name="Freeform 2138">
              <a:extLst>
                <a:ext uri="{FF2B5EF4-FFF2-40B4-BE49-F238E27FC236}">
                  <a16:creationId xmlns:a16="http://schemas.microsoft.com/office/drawing/2014/main" id="{8DCAF710-A617-4CBB-954D-57292C18E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833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16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0" name="Freeform 2139">
              <a:extLst>
                <a:ext uri="{FF2B5EF4-FFF2-40B4-BE49-F238E27FC236}">
                  <a16:creationId xmlns:a16="http://schemas.microsoft.com/office/drawing/2014/main" id="{281BBC34-38E9-4BD1-B1D8-7DFC159DB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840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1" name="Freeform 2140">
              <a:extLst>
                <a:ext uri="{FF2B5EF4-FFF2-40B4-BE49-F238E27FC236}">
                  <a16:creationId xmlns:a16="http://schemas.microsoft.com/office/drawing/2014/main" id="{1BEE7AA8-7421-4250-A45E-F452C842D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3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2" name="Freeform 2141">
              <a:extLst>
                <a:ext uri="{FF2B5EF4-FFF2-40B4-BE49-F238E27FC236}">
                  <a16:creationId xmlns:a16="http://schemas.microsoft.com/office/drawing/2014/main" id="{EB666669-5FE5-49E9-B63A-3AE6C9634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833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16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3" name="Freeform 2142">
              <a:extLst>
                <a:ext uri="{FF2B5EF4-FFF2-40B4-BE49-F238E27FC236}">
                  <a16:creationId xmlns:a16="http://schemas.microsoft.com/office/drawing/2014/main" id="{BD1881E9-0677-4AEB-B0AE-1E9A3A40B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817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4" name="Freeform 2143">
              <a:extLst>
                <a:ext uri="{FF2B5EF4-FFF2-40B4-BE49-F238E27FC236}">
                  <a16:creationId xmlns:a16="http://schemas.microsoft.com/office/drawing/2014/main" id="{65D1AD19-85AF-4AD4-87FB-694C0EEE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808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5" name="Freeform 2144">
              <a:extLst>
                <a:ext uri="{FF2B5EF4-FFF2-40B4-BE49-F238E27FC236}">
                  <a16:creationId xmlns:a16="http://schemas.microsoft.com/office/drawing/2014/main" id="{A32BD24B-C0E4-4F0C-9DB2-D16C8D72A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793"/>
              <a:ext cx="5" cy="4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8 h 2"/>
                <a:gd name="T4" fmla="*/ 33 w 2"/>
                <a:gd name="T5" fmla="*/ 8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6" name="Freeform 2145">
              <a:extLst>
                <a:ext uri="{FF2B5EF4-FFF2-40B4-BE49-F238E27FC236}">
                  <a16:creationId xmlns:a16="http://schemas.microsoft.com/office/drawing/2014/main" id="{889CD704-E6D9-4A6C-A97E-FAFB982BC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813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16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7" name="Freeform 2146">
              <a:extLst>
                <a:ext uri="{FF2B5EF4-FFF2-40B4-BE49-F238E27FC236}">
                  <a16:creationId xmlns:a16="http://schemas.microsoft.com/office/drawing/2014/main" id="{FC14004B-A35D-41ED-A0F5-AE935D15B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826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8" name="Freeform 2147">
              <a:extLst>
                <a:ext uri="{FF2B5EF4-FFF2-40B4-BE49-F238E27FC236}">
                  <a16:creationId xmlns:a16="http://schemas.microsoft.com/office/drawing/2014/main" id="{4A9DA447-7422-404D-8921-A01F62937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79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9" name="Freeform 2148">
              <a:extLst>
                <a:ext uri="{FF2B5EF4-FFF2-40B4-BE49-F238E27FC236}">
                  <a16:creationId xmlns:a16="http://schemas.microsoft.com/office/drawing/2014/main" id="{AC97E3F2-16AD-4572-9B44-4D40EB4C2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782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0" name="Freeform 2149">
              <a:extLst>
                <a:ext uri="{FF2B5EF4-FFF2-40B4-BE49-F238E27FC236}">
                  <a16:creationId xmlns:a16="http://schemas.microsoft.com/office/drawing/2014/main" id="{2E91E2CD-26D9-44E3-90E2-21DE37650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768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1" name="Freeform 2150">
              <a:extLst>
                <a:ext uri="{FF2B5EF4-FFF2-40B4-BE49-F238E27FC236}">
                  <a16:creationId xmlns:a16="http://schemas.microsoft.com/office/drawing/2014/main" id="{F1FA9A87-FCAE-4399-BB64-0AD5692D9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757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2" name="Freeform 2151">
              <a:extLst>
                <a:ext uri="{FF2B5EF4-FFF2-40B4-BE49-F238E27FC236}">
                  <a16:creationId xmlns:a16="http://schemas.microsoft.com/office/drawing/2014/main" id="{3705A9CE-A58E-4977-871E-992E216DA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69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8 h 1"/>
                <a:gd name="T4" fmla="*/ 16 w 2"/>
                <a:gd name="T5" fmla="*/ 0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3" name="Freeform 2152">
              <a:extLst>
                <a:ext uri="{FF2B5EF4-FFF2-40B4-BE49-F238E27FC236}">
                  <a16:creationId xmlns:a16="http://schemas.microsoft.com/office/drawing/2014/main" id="{8FD4CF77-E173-4807-A191-33B7895E7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962"/>
              <a:ext cx="17" cy="16"/>
            </a:xfrm>
            <a:custGeom>
              <a:avLst/>
              <a:gdLst>
                <a:gd name="T0" fmla="*/ 19 w 8"/>
                <a:gd name="T1" fmla="*/ 0 h 7"/>
                <a:gd name="T2" fmla="*/ 0 w 8"/>
                <a:gd name="T3" fmla="*/ 11 h 7"/>
                <a:gd name="T4" fmla="*/ 77 w 8"/>
                <a:gd name="T5" fmla="*/ 73 h 7"/>
                <a:gd name="T6" fmla="*/ 28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5"/>
                    <a:pt x="5" y="7"/>
                    <a:pt x="8" y="6"/>
                  </a:cubicBezTo>
                  <a:cubicBezTo>
                    <a:pt x="7" y="3"/>
                    <a:pt x="5" y="1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4" name="Freeform 2153">
              <a:extLst>
                <a:ext uri="{FF2B5EF4-FFF2-40B4-BE49-F238E27FC236}">
                  <a16:creationId xmlns:a16="http://schemas.microsoft.com/office/drawing/2014/main" id="{E3D8592A-CFFB-4C48-BDCA-8F95489C8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503"/>
              <a:ext cx="327" cy="152"/>
            </a:xfrm>
            <a:custGeom>
              <a:avLst/>
              <a:gdLst>
                <a:gd name="T0" fmla="*/ 1436 w 156"/>
                <a:gd name="T1" fmla="*/ 0 h 68"/>
                <a:gd name="T2" fmla="*/ 0 w 156"/>
                <a:gd name="T3" fmla="*/ 36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6" h="68">
                  <a:moveTo>
                    <a:pt x="156" y="0"/>
                  </a:moveTo>
                  <a:cubicBezTo>
                    <a:pt x="137" y="24"/>
                    <a:pt x="59" y="68"/>
                    <a:pt x="0" y="3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5" name="Freeform 2154">
              <a:extLst>
                <a:ext uri="{FF2B5EF4-FFF2-40B4-BE49-F238E27FC236}">
                  <a16:creationId xmlns:a16="http://schemas.microsoft.com/office/drawing/2014/main" id="{1C0EBFCB-E0C6-45C9-9D8C-DEACCEEB3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494"/>
              <a:ext cx="307" cy="98"/>
            </a:xfrm>
            <a:custGeom>
              <a:avLst/>
              <a:gdLst>
                <a:gd name="T0" fmla="*/ 0 w 147"/>
                <a:gd name="T1" fmla="*/ 332 h 44"/>
                <a:gd name="T2" fmla="*/ 593 w 147"/>
                <a:gd name="T3" fmla="*/ 452 h 44"/>
                <a:gd name="T4" fmla="*/ 1314 w 147"/>
                <a:gd name="T5" fmla="*/ 36 h 44"/>
                <a:gd name="T6" fmla="*/ 1339 w 14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44">
                  <a:moveTo>
                    <a:pt x="0" y="30"/>
                  </a:moveTo>
                  <a:cubicBezTo>
                    <a:pt x="21" y="42"/>
                    <a:pt x="44" y="44"/>
                    <a:pt x="65" y="41"/>
                  </a:cubicBezTo>
                  <a:cubicBezTo>
                    <a:pt x="103" y="35"/>
                    <a:pt x="136" y="15"/>
                    <a:pt x="144" y="3"/>
                  </a:cubicBezTo>
                  <a:cubicBezTo>
                    <a:pt x="147" y="0"/>
                    <a:pt x="147" y="0"/>
                    <a:pt x="14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6" name="Freeform 2155">
              <a:extLst>
                <a:ext uri="{FF2B5EF4-FFF2-40B4-BE49-F238E27FC236}">
                  <a16:creationId xmlns:a16="http://schemas.microsoft.com/office/drawing/2014/main" id="{685DC392-9D81-49F4-A9F6-0FF90DF51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012"/>
              <a:ext cx="230" cy="511"/>
            </a:xfrm>
            <a:custGeom>
              <a:avLst/>
              <a:gdLst>
                <a:gd name="T0" fmla="*/ 220 w 110"/>
                <a:gd name="T1" fmla="*/ 2490 h 229"/>
                <a:gd name="T2" fmla="*/ 328 w 110"/>
                <a:gd name="T3" fmla="*/ 2535 h 229"/>
                <a:gd name="T4" fmla="*/ 412 w 110"/>
                <a:gd name="T5" fmla="*/ 2390 h 229"/>
                <a:gd name="T6" fmla="*/ 393 w 110"/>
                <a:gd name="T7" fmla="*/ 2365 h 229"/>
                <a:gd name="T8" fmla="*/ 797 w 110"/>
                <a:gd name="T9" fmla="*/ 1799 h 229"/>
                <a:gd name="T10" fmla="*/ 309 w 110"/>
                <a:gd name="T11" fmla="*/ 2211 h 229"/>
                <a:gd name="T12" fmla="*/ 328 w 110"/>
                <a:gd name="T13" fmla="*/ 2046 h 229"/>
                <a:gd name="T14" fmla="*/ 328 w 110"/>
                <a:gd name="T15" fmla="*/ 1986 h 229"/>
                <a:gd name="T16" fmla="*/ 320 w 110"/>
                <a:gd name="T17" fmla="*/ 1687 h 229"/>
                <a:gd name="T18" fmla="*/ 412 w 110"/>
                <a:gd name="T19" fmla="*/ 801 h 229"/>
                <a:gd name="T20" fmla="*/ 1006 w 110"/>
                <a:gd name="T21" fmla="*/ 154 h 229"/>
                <a:gd name="T22" fmla="*/ 930 w 110"/>
                <a:gd name="T23" fmla="*/ 56 h 229"/>
                <a:gd name="T24" fmla="*/ 613 w 110"/>
                <a:gd name="T25" fmla="*/ 65 h 229"/>
                <a:gd name="T26" fmla="*/ 220 w 110"/>
                <a:gd name="T27" fmla="*/ 732 h 229"/>
                <a:gd name="T28" fmla="*/ 136 w 110"/>
                <a:gd name="T29" fmla="*/ 2002 h 229"/>
                <a:gd name="T30" fmla="*/ 65 w 110"/>
                <a:gd name="T31" fmla="*/ 2321 h 229"/>
                <a:gd name="T32" fmla="*/ 56 w 110"/>
                <a:gd name="T33" fmla="*/ 2336 h 229"/>
                <a:gd name="T34" fmla="*/ 17 w 110"/>
                <a:gd name="T35" fmla="*/ 2419 h 229"/>
                <a:gd name="T36" fmla="*/ 92 w 110"/>
                <a:gd name="T37" fmla="*/ 2419 h 229"/>
                <a:gd name="T38" fmla="*/ 184 w 110"/>
                <a:gd name="T39" fmla="*/ 2544 h 2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0" h="229">
                  <a:moveTo>
                    <a:pt x="24" y="224"/>
                  </a:moveTo>
                  <a:cubicBezTo>
                    <a:pt x="25" y="224"/>
                    <a:pt x="36" y="228"/>
                    <a:pt x="36" y="228"/>
                  </a:cubicBezTo>
                  <a:cubicBezTo>
                    <a:pt x="40" y="228"/>
                    <a:pt x="38" y="219"/>
                    <a:pt x="45" y="215"/>
                  </a:cubicBezTo>
                  <a:cubicBezTo>
                    <a:pt x="43" y="213"/>
                    <a:pt x="43" y="213"/>
                    <a:pt x="43" y="213"/>
                  </a:cubicBezTo>
                  <a:cubicBezTo>
                    <a:pt x="60" y="198"/>
                    <a:pt x="75" y="182"/>
                    <a:pt x="87" y="162"/>
                  </a:cubicBezTo>
                  <a:cubicBezTo>
                    <a:pt x="68" y="178"/>
                    <a:pt x="47" y="192"/>
                    <a:pt x="34" y="199"/>
                  </a:cubicBezTo>
                  <a:cubicBezTo>
                    <a:pt x="35" y="194"/>
                    <a:pt x="36" y="189"/>
                    <a:pt x="36" y="184"/>
                  </a:cubicBezTo>
                  <a:cubicBezTo>
                    <a:pt x="36" y="182"/>
                    <a:pt x="36" y="180"/>
                    <a:pt x="36" y="179"/>
                  </a:cubicBezTo>
                  <a:cubicBezTo>
                    <a:pt x="35" y="171"/>
                    <a:pt x="35" y="162"/>
                    <a:pt x="35" y="152"/>
                  </a:cubicBezTo>
                  <a:cubicBezTo>
                    <a:pt x="35" y="128"/>
                    <a:pt x="37" y="98"/>
                    <a:pt x="45" y="72"/>
                  </a:cubicBezTo>
                  <a:cubicBezTo>
                    <a:pt x="52" y="48"/>
                    <a:pt x="81" y="10"/>
                    <a:pt x="110" y="14"/>
                  </a:cubicBezTo>
                  <a:cubicBezTo>
                    <a:pt x="108" y="10"/>
                    <a:pt x="105" y="7"/>
                    <a:pt x="102" y="5"/>
                  </a:cubicBezTo>
                  <a:cubicBezTo>
                    <a:pt x="93" y="0"/>
                    <a:pt x="81" y="0"/>
                    <a:pt x="67" y="6"/>
                  </a:cubicBezTo>
                  <a:cubicBezTo>
                    <a:pt x="46" y="21"/>
                    <a:pt x="30" y="47"/>
                    <a:pt x="24" y="66"/>
                  </a:cubicBezTo>
                  <a:cubicBezTo>
                    <a:pt x="12" y="106"/>
                    <a:pt x="13" y="154"/>
                    <a:pt x="15" y="180"/>
                  </a:cubicBezTo>
                  <a:cubicBezTo>
                    <a:pt x="15" y="192"/>
                    <a:pt x="14" y="198"/>
                    <a:pt x="7" y="209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6" y="210"/>
                    <a:pt x="0" y="216"/>
                    <a:pt x="2" y="218"/>
                  </a:cubicBezTo>
                  <a:cubicBezTo>
                    <a:pt x="4" y="220"/>
                    <a:pt x="7" y="216"/>
                    <a:pt x="10" y="218"/>
                  </a:cubicBezTo>
                  <a:cubicBezTo>
                    <a:pt x="15" y="221"/>
                    <a:pt x="20" y="229"/>
                    <a:pt x="20" y="22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7" name="Freeform 2156">
              <a:extLst>
                <a:ext uri="{FF2B5EF4-FFF2-40B4-BE49-F238E27FC236}">
                  <a16:creationId xmlns:a16="http://schemas.microsoft.com/office/drawing/2014/main" id="{5976C109-8B95-414E-9503-371D4AAAE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019"/>
              <a:ext cx="56" cy="22"/>
            </a:xfrm>
            <a:custGeom>
              <a:avLst/>
              <a:gdLst>
                <a:gd name="T0" fmla="*/ 0 w 27"/>
                <a:gd name="T1" fmla="*/ 33 h 10"/>
                <a:gd name="T2" fmla="*/ 241 w 27"/>
                <a:gd name="T3" fmla="*/ 73 h 10"/>
                <a:gd name="T4" fmla="*/ 141 w 27"/>
                <a:gd name="T5" fmla="*/ 106 h 10"/>
                <a:gd name="T6" fmla="*/ 100 w 27"/>
                <a:gd name="T7" fmla="*/ 4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0">
                  <a:moveTo>
                    <a:pt x="0" y="3"/>
                  </a:moveTo>
                  <a:cubicBezTo>
                    <a:pt x="12" y="0"/>
                    <a:pt x="17" y="1"/>
                    <a:pt x="27" y="7"/>
                  </a:cubicBezTo>
                  <a:cubicBezTo>
                    <a:pt x="23" y="7"/>
                    <a:pt x="19" y="7"/>
                    <a:pt x="16" y="10"/>
                  </a:cubicBezTo>
                  <a:cubicBezTo>
                    <a:pt x="17" y="6"/>
                    <a:pt x="14" y="5"/>
                    <a:pt x="11" y="4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8" name="Freeform 2157">
              <a:extLst>
                <a:ext uri="{FF2B5EF4-FFF2-40B4-BE49-F238E27FC236}">
                  <a16:creationId xmlns:a16="http://schemas.microsoft.com/office/drawing/2014/main" id="{0356D5E7-DE25-4027-B0A7-7E90A727B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546"/>
              <a:ext cx="108" cy="156"/>
            </a:xfrm>
            <a:custGeom>
              <a:avLst/>
              <a:gdLst>
                <a:gd name="T0" fmla="*/ 465 w 52"/>
                <a:gd name="T1" fmla="*/ 776 h 70"/>
                <a:gd name="T2" fmla="*/ 35 w 52"/>
                <a:gd name="T3" fmla="*/ 0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0">
                  <a:moveTo>
                    <a:pt x="52" y="70"/>
                  </a:moveTo>
                  <a:cubicBezTo>
                    <a:pt x="16" y="54"/>
                    <a:pt x="0" y="22"/>
                    <a:pt x="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9" name="Freeform 2158">
              <a:extLst>
                <a:ext uri="{FF2B5EF4-FFF2-40B4-BE49-F238E27FC236}">
                  <a16:creationId xmlns:a16="http://schemas.microsoft.com/office/drawing/2014/main" id="{3F81EA44-D87A-445E-B0F5-785CEBABB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704"/>
              <a:ext cx="780" cy="1020"/>
            </a:xfrm>
            <a:custGeom>
              <a:avLst/>
              <a:gdLst>
                <a:gd name="T0" fmla="*/ 941 w 373"/>
                <a:gd name="T1" fmla="*/ 3756 h 457"/>
                <a:gd name="T2" fmla="*/ 17 w 373"/>
                <a:gd name="T3" fmla="*/ 2669 h 457"/>
                <a:gd name="T4" fmla="*/ 1700 w 373"/>
                <a:gd name="T5" fmla="*/ 966 h 457"/>
                <a:gd name="T6" fmla="*/ 2422 w 373"/>
                <a:gd name="T7" fmla="*/ 134 h 457"/>
                <a:gd name="T8" fmla="*/ 3110 w 373"/>
                <a:gd name="T9" fmla="*/ 498 h 457"/>
                <a:gd name="T10" fmla="*/ 3235 w 373"/>
                <a:gd name="T11" fmla="*/ 2826 h 457"/>
                <a:gd name="T12" fmla="*/ 2422 w 373"/>
                <a:gd name="T13" fmla="*/ 5082 h 4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3" h="457">
                  <a:moveTo>
                    <a:pt x="103" y="338"/>
                  </a:moveTo>
                  <a:cubicBezTo>
                    <a:pt x="92" y="340"/>
                    <a:pt x="4" y="349"/>
                    <a:pt x="2" y="240"/>
                  </a:cubicBezTo>
                  <a:cubicBezTo>
                    <a:pt x="0" y="124"/>
                    <a:pt x="113" y="100"/>
                    <a:pt x="186" y="87"/>
                  </a:cubicBezTo>
                  <a:cubicBezTo>
                    <a:pt x="224" y="80"/>
                    <a:pt x="248" y="47"/>
                    <a:pt x="265" y="12"/>
                  </a:cubicBezTo>
                  <a:cubicBezTo>
                    <a:pt x="281" y="0"/>
                    <a:pt x="335" y="17"/>
                    <a:pt x="340" y="45"/>
                  </a:cubicBezTo>
                  <a:cubicBezTo>
                    <a:pt x="301" y="127"/>
                    <a:pt x="335" y="152"/>
                    <a:pt x="354" y="254"/>
                  </a:cubicBezTo>
                  <a:cubicBezTo>
                    <a:pt x="373" y="350"/>
                    <a:pt x="334" y="443"/>
                    <a:pt x="265" y="457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0" name="Freeform 2159">
              <a:extLst>
                <a:ext uri="{FF2B5EF4-FFF2-40B4-BE49-F238E27FC236}">
                  <a16:creationId xmlns:a16="http://schemas.microsoft.com/office/drawing/2014/main" id="{B4B7B831-ED7C-4D49-B4C7-AFFB5B900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858"/>
              <a:ext cx="608" cy="797"/>
            </a:xfrm>
            <a:custGeom>
              <a:avLst/>
              <a:gdLst>
                <a:gd name="T0" fmla="*/ 554 w 291"/>
                <a:gd name="T1" fmla="*/ 2980 h 357"/>
                <a:gd name="T2" fmla="*/ 136 w 291"/>
                <a:gd name="T3" fmla="*/ 1545 h 357"/>
                <a:gd name="T4" fmla="*/ 1222 w 291"/>
                <a:gd name="T5" fmla="*/ 578 h 357"/>
                <a:gd name="T6" fmla="*/ 1515 w 291"/>
                <a:gd name="T7" fmla="*/ 478 h 357"/>
                <a:gd name="T8" fmla="*/ 1868 w 291"/>
                <a:gd name="T9" fmla="*/ 234 h 357"/>
                <a:gd name="T10" fmla="*/ 1876 w 291"/>
                <a:gd name="T11" fmla="*/ 223 h 357"/>
                <a:gd name="T12" fmla="*/ 2035 w 291"/>
                <a:gd name="T13" fmla="*/ 80 h 357"/>
                <a:gd name="T14" fmla="*/ 2227 w 291"/>
                <a:gd name="T15" fmla="*/ 190 h 357"/>
                <a:gd name="T16" fmla="*/ 2236 w 291"/>
                <a:gd name="T17" fmla="*/ 413 h 357"/>
                <a:gd name="T18" fmla="*/ 2236 w 291"/>
                <a:gd name="T19" fmla="*/ 424 h 357"/>
                <a:gd name="T20" fmla="*/ 2371 w 291"/>
                <a:gd name="T21" fmla="*/ 1156 h 357"/>
                <a:gd name="T22" fmla="*/ 2461 w 291"/>
                <a:gd name="T23" fmla="*/ 3050 h 357"/>
                <a:gd name="T24" fmla="*/ 1623 w 291"/>
                <a:gd name="T25" fmla="*/ 3882 h 357"/>
                <a:gd name="T26" fmla="*/ 938 w 291"/>
                <a:gd name="T27" fmla="*/ 3429 h 357"/>
                <a:gd name="T28" fmla="*/ 938 w 291"/>
                <a:gd name="T29" fmla="*/ 3438 h 357"/>
                <a:gd name="T30" fmla="*/ 1632 w 291"/>
                <a:gd name="T31" fmla="*/ 3952 h 357"/>
                <a:gd name="T32" fmla="*/ 2509 w 291"/>
                <a:gd name="T33" fmla="*/ 3070 h 357"/>
                <a:gd name="T34" fmla="*/ 2610 w 291"/>
                <a:gd name="T35" fmla="*/ 2349 h 357"/>
                <a:gd name="T36" fmla="*/ 2417 w 291"/>
                <a:gd name="T37" fmla="*/ 1136 h 357"/>
                <a:gd name="T38" fmla="*/ 2288 w 291"/>
                <a:gd name="T39" fmla="*/ 433 h 357"/>
                <a:gd name="T40" fmla="*/ 2309 w 291"/>
                <a:gd name="T41" fmla="*/ 315 h 357"/>
                <a:gd name="T42" fmla="*/ 2269 w 291"/>
                <a:gd name="T43" fmla="*/ 154 h 357"/>
                <a:gd name="T44" fmla="*/ 2025 w 291"/>
                <a:gd name="T45" fmla="*/ 9 h 357"/>
                <a:gd name="T46" fmla="*/ 1834 w 291"/>
                <a:gd name="T47" fmla="*/ 190 h 357"/>
                <a:gd name="T48" fmla="*/ 1498 w 291"/>
                <a:gd name="T49" fmla="*/ 413 h 357"/>
                <a:gd name="T50" fmla="*/ 1214 w 291"/>
                <a:gd name="T51" fmla="*/ 513 h 357"/>
                <a:gd name="T52" fmla="*/ 92 w 291"/>
                <a:gd name="T53" fmla="*/ 1536 h 357"/>
                <a:gd name="T54" fmla="*/ 56 w 291"/>
                <a:gd name="T55" fmla="*/ 1893 h 357"/>
                <a:gd name="T56" fmla="*/ 554 w 291"/>
                <a:gd name="T57" fmla="*/ 2996 h 35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1" h="357">
                  <a:moveTo>
                    <a:pt x="61" y="268"/>
                  </a:moveTo>
                  <a:cubicBezTo>
                    <a:pt x="32" y="256"/>
                    <a:pt x="0" y="203"/>
                    <a:pt x="15" y="139"/>
                  </a:cubicBezTo>
                  <a:cubicBezTo>
                    <a:pt x="29" y="81"/>
                    <a:pt x="80" y="67"/>
                    <a:pt x="134" y="52"/>
                  </a:cubicBezTo>
                  <a:cubicBezTo>
                    <a:pt x="145" y="49"/>
                    <a:pt x="155" y="46"/>
                    <a:pt x="166" y="43"/>
                  </a:cubicBezTo>
                  <a:cubicBezTo>
                    <a:pt x="192" y="34"/>
                    <a:pt x="205" y="22"/>
                    <a:pt x="205" y="21"/>
                  </a:cubicBezTo>
                  <a:cubicBezTo>
                    <a:pt x="206" y="21"/>
                    <a:pt x="206" y="20"/>
                    <a:pt x="206" y="20"/>
                  </a:cubicBezTo>
                  <a:cubicBezTo>
                    <a:pt x="209" y="12"/>
                    <a:pt x="215" y="8"/>
                    <a:pt x="223" y="7"/>
                  </a:cubicBezTo>
                  <a:cubicBezTo>
                    <a:pt x="231" y="6"/>
                    <a:pt x="239" y="10"/>
                    <a:pt x="244" y="17"/>
                  </a:cubicBezTo>
                  <a:cubicBezTo>
                    <a:pt x="248" y="23"/>
                    <a:pt x="248" y="30"/>
                    <a:pt x="245" y="37"/>
                  </a:cubicBezTo>
                  <a:cubicBezTo>
                    <a:pt x="245" y="37"/>
                    <a:pt x="245" y="38"/>
                    <a:pt x="245" y="38"/>
                  </a:cubicBezTo>
                  <a:cubicBezTo>
                    <a:pt x="246" y="58"/>
                    <a:pt x="253" y="81"/>
                    <a:pt x="260" y="104"/>
                  </a:cubicBezTo>
                  <a:cubicBezTo>
                    <a:pt x="275" y="154"/>
                    <a:pt x="291" y="211"/>
                    <a:pt x="270" y="274"/>
                  </a:cubicBezTo>
                  <a:cubicBezTo>
                    <a:pt x="251" y="327"/>
                    <a:pt x="210" y="348"/>
                    <a:pt x="178" y="349"/>
                  </a:cubicBezTo>
                  <a:cubicBezTo>
                    <a:pt x="146" y="351"/>
                    <a:pt x="116" y="336"/>
                    <a:pt x="103" y="308"/>
                  </a:cubicBezTo>
                  <a:cubicBezTo>
                    <a:pt x="102" y="307"/>
                    <a:pt x="102" y="307"/>
                    <a:pt x="103" y="309"/>
                  </a:cubicBezTo>
                  <a:cubicBezTo>
                    <a:pt x="116" y="341"/>
                    <a:pt x="144" y="357"/>
                    <a:pt x="179" y="355"/>
                  </a:cubicBezTo>
                  <a:cubicBezTo>
                    <a:pt x="212" y="354"/>
                    <a:pt x="255" y="332"/>
                    <a:pt x="275" y="276"/>
                  </a:cubicBezTo>
                  <a:cubicBezTo>
                    <a:pt x="283" y="254"/>
                    <a:pt x="286" y="232"/>
                    <a:pt x="286" y="211"/>
                  </a:cubicBezTo>
                  <a:cubicBezTo>
                    <a:pt x="286" y="172"/>
                    <a:pt x="275" y="136"/>
                    <a:pt x="265" y="102"/>
                  </a:cubicBezTo>
                  <a:cubicBezTo>
                    <a:pt x="259" y="80"/>
                    <a:pt x="252" y="58"/>
                    <a:pt x="251" y="39"/>
                  </a:cubicBezTo>
                  <a:cubicBezTo>
                    <a:pt x="252" y="35"/>
                    <a:pt x="253" y="31"/>
                    <a:pt x="253" y="28"/>
                  </a:cubicBezTo>
                  <a:cubicBezTo>
                    <a:pt x="253" y="23"/>
                    <a:pt x="252" y="18"/>
                    <a:pt x="249" y="14"/>
                  </a:cubicBezTo>
                  <a:cubicBezTo>
                    <a:pt x="243" y="5"/>
                    <a:pt x="232" y="0"/>
                    <a:pt x="222" y="1"/>
                  </a:cubicBezTo>
                  <a:cubicBezTo>
                    <a:pt x="213" y="2"/>
                    <a:pt x="205" y="8"/>
                    <a:pt x="201" y="17"/>
                  </a:cubicBezTo>
                  <a:cubicBezTo>
                    <a:pt x="199" y="19"/>
                    <a:pt x="187" y="29"/>
                    <a:pt x="164" y="37"/>
                  </a:cubicBezTo>
                  <a:cubicBezTo>
                    <a:pt x="154" y="41"/>
                    <a:pt x="143" y="44"/>
                    <a:pt x="133" y="46"/>
                  </a:cubicBezTo>
                  <a:cubicBezTo>
                    <a:pt x="79" y="61"/>
                    <a:pt x="24" y="76"/>
                    <a:pt x="10" y="138"/>
                  </a:cubicBezTo>
                  <a:cubicBezTo>
                    <a:pt x="7" y="149"/>
                    <a:pt x="6" y="160"/>
                    <a:pt x="6" y="170"/>
                  </a:cubicBezTo>
                  <a:cubicBezTo>
                    <a:pt x="6" y="219"/>
                    <a:pt x="29" y="260"/>
                    <a:pt x="61" y="26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1" name="Freeform 2160">
              <a:extLst>
                <a:ext uri="{FF2B5EF4-FFF2-40B4-BE49-F238E27FC236}">
                  <a16:creationId xmlns:a16="http://schemas.microsoft.com/office/drawing/2014/main" id="{6B785989-9FC5-43F1-95AC-17EF44C9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995"/>
              <a:ext cx="259" cy="446"/>
            </a:xfrm>
            <a:custGeom>
              <a:avLst/>
              <a:gdLst>
                <a:gd name="T0" fmla="*/ 554 w 124"/>
                <a:gd name="T1" fmla="*/ 2094 h 200"/>
                <a:gd name="T2" fmla="*/ 520 w 124"/>
                <a:gd name="T3" fmla="*/ 1929 h 200"/>
                <a:gd name="T4" fmla="*/ 466 w 124"/>
                <a:gd name="T5" fmla="*/ 1650 h 200"/>
                <a:gd name="T6" fmla="*/ 510 w 124"/>
                <a:gd name="T7" fmla="*/ 676 h 200"/>
                <a:gd name="T8" fmla="*/ 654 w 124"/>
                <a:gd name="T9" fmla="*/ 488 h 200"/>
                <a:gd name="T10" fmla="*/ 921 w 124"/>
                <a:gd name="T11" fmla="*/ 178 h 200"/>
                <a:gd name="T12" fmla="*/ 1130 w 124"/>
                <a:gd name="T13" fmla="*/ 9 h 200"/>
                <a:gd name="T14" fmla="*/ 1130 w 124"/>
                <a:gd name="T15" fmla="*/ 0 h 200"/>
                <a:gd name="T16" fmla="*/ 1046 w 124"/>
                <a:gd name="T17" fmla="*/ 36 h 200"/>
                <a:gd name="T18" fmla="*/ 345 w 124"/>
                <a:gd name="T19" fmla="*/ 558 h 200"/>
                <a:gd name="T20" fmla="*/ 568 w 124"/>
                <a:gd name="T21" fmla="*/ 2219 h 200"/>
                <a:gd name="T22" fmla="*/ 554 w 124"/>
                <a:gd name="T23" fmla="*/ 2094 h 2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200">
                  <a:moveTo>
                    <a:pt x="61" y="189"/>
                  </a:moveTo>
                  <a:cubicBezTo>
                    <a:pt x="61" y="186"/>
                    <a:pt x="59" y="180"/>
                    <a:pt x="57" y="174"/>
                  </a:cubicBezTo>
                  <a:cubicBezTo>
                    <a:pt x="55" y="167"/>
                    <a:pt x="53" y="159"/>
                    <a:pt x="51" y="149"/>
                  </a:cubicBezTo>
                  <a:cubicBezTo>
                    <a:pt x="34" y="113"/>
                    <a:pt x="43" y="82"/>
                    <a:pt x="56" y="61"/>
                  </a:cubicBezTo>
                  <a:cubicBezTo>
                    <a:pt x="61" y="54"/>
                    <a:pt x="66" y="48"/>
                    <a:pt x="72" y="44"/>
                  </a:cubicBezTo>
                  <a:cubicBezTo>
                    <a:pt x="80" y="34"/>
                    <a:pt x="89" y="25"/>
                    <a:pt x="101" y="16"/>
                  </a:cubicBezTo>
                  <a:cubicBezTo>
                    <a:pt x="109" y="10"/>
                    <a:pt x="117" y="5"/>
                    <a:pt x="124" y="1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23" y="1"/>
                    <a:pt x="119" y="2"/>
                    <a:pt x="115" y="3"/>
                  </a:cubicBezTo>
                  <a:cubicBezTo>
                    <a:pt x="95" y="8"/>
                    <a:pt x="58" y="18"/>
                    <a:pt x="38" y="50"/>
                  </a:cubicBezTo>
                  <a:cubicBezTo>
                    <a:pt x="21" y="78"/>
                    <a:pt x="0" y="135"/>
                    <a:pt x="62" y="200"/>
                  </a:cubicBezTo>
                  <a:cubicBezTo>
                    <a:pt x="62" y="197"/>
                    <a:pt x="61" y="194"/>
                    <a:pt x="61" y="18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2" name="Freeform 2161">
              <a:extLst>
                <a:ext uri="{FF2B5EF4-FFF2-40B4-BE49-F238E27FC236}">
                  <a16:creationId xmlns:a16="http://schemas.microsoft.com/office/drawing/2014/main" id="{332A80D6-E330-4C9E-AE81-DEA73178D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153"/>
              <a:ext cx="393" cy="502"/>
            </a:xfrm>
            <a:custGeom>
              <a:avLst/>
              <a:gdLst>
                <a:gd name="T0" fmla="*/ 1434 w 188"/>
                <a:gd name="T1" fmla="*/ 0 h 225"/>
                <a:gd name="T2" fmla="*/ 1451 w 188"/>
                <a:gd name="T3" fmla="*/ 578 h 225"/>
                <a:gd name="T4" fmla="*/ 1342 w 188"/>
                <a:gd name="T5" fmla="*/ 1265 h 225"/>
                <a:gd name="T6" fmla="*/ 978 w 188"/>
                <a:gd name="T7" fmla="*/ 2021 h 225"/>
                <a:gd name="T8" fmla="*/ 328 w 188"/>
                <a:gd name="T9" fmla="*/ 1977 h 225"/>
                <a:gd name="T10" fmla="*/ 245 w 188"/>
                <a:gd name="T11" fmla="*/ 1932 h 225"/>
                <a:gd name="T12" fmla="*/ 0 w 188"/>
                <a:gd name="T13" fmla="*/ 1867 h 225"/>
                <a:gd name="T14" fmla="*/ 1070 w 188"/>
                <a:gd name="T15" fmla="*/ 2231 h 225"/>
                <a:gd name="T16" fmla="*/ 1434 w 188"/>
                <a:gd name="T17" fmla="*/ 0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225">
                  <a:moveTo>
                    <a:pt x="157" y="0"/>
                  </a:moveTo>
                  <a:cubicBezTo>
                    <a:pt x="159" y="17"/>
                    <a:pt x="160" y="36"/>
                    <a:pt x="159" y="52"/>
                  </a:cubicBezTo>
                  <a:cubicBezTo>
                    <a:pt x="158" y="65"/>
                    <a:pt x="155" y="90"/>
                    <a:pt x="147" y="114"/>
                  </a:cubicBezTo>
                  <a:cubicBezTo>
                    <a:pt x="140" y="146"/>
                    <a:pt x="126" y="172"/>
                    <a:pt x="107" y="182"/>
                  </a:cubicBezTo>
                  <a:cubicBezTo>
                    <a:pt x="80" y="196"/>
                    <a:pt x="57" y="195"/>
                    <a:pt x="36" y="178"/>
                  </a:cubicBezTo>
                  <a:cubicBezTo>
                    <a:pt x="33" y="177"/>
                    <a:pt x="30" y="175"/>
                    <a:pt x="27" y="174"/>
                  </a:cubicBezTo>
                  <a:cubicBezTo>
                    <a:pt x="17" y="170"/>
                    <a:pt x="9" y="169"/>
                    <a:pt x="0" y="168"/>
                  </a:cubicBezTo>
                  <a:cubicBezTo>
                    <a:pt x="39" y="225"/>
                    <a:pt x="85" y="217"/>
                    <a:pt x="117" y="201"/>
                  </a:cubicBezTo>
                  <a:cubicBezTo>
                    <a:pt x="168" y="174"/>
                    <a:pt x="188" y="72"/>
                    <a:pt x="157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3" name="Freeform 2162">
              <a:extLst>
                <a:ext uri="{FF2B5EF4-FFF2-40B4-BE49-F238E27FC236}">
                  <a16:creationId xmlns:a16="http://schemas.microsoft.com/office/drawing/2014/main" id="{5B87F754-991D-40A9-9B68-AD501F48D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858"/>
              <a:ext cx="109" cy="90"/>
            </a:xfrm>
            <a:custGeom>
              <a:avLst/>
              <a:gdLst>
                <a:gd name="T0" fmla="*/ 44 w 52"/>
                <a:gd name="T1" fmla="*/ 227 h 40"/>
                <a:gd name="T2" fmla="*/ 201 w 52"/>
                <a:gd name="T3" fmla="*/ 81 h 40"/>
                <a:gd name="T4" fmla="*/ 396 w 52"/>
                <a:gd name="T5" fmla="*/ 194 h 40"/>
                <a:gd name="T6" fmla="*/ 405 w 52"/>
                <a:gd name="T7" fmla="*/ 421 h 40"/>
                <a:gd name="T8" fmla="*/ 405 w 52"/>
                <a:gd name="T9" fmla="*/ 421 h 40"/>
                <a:gd name="T10" fmla="*/ 461 w 52"/>
                <a:gd name="T11" fmla="*/ 457 h 40"/>
                <a:gd name="T12" fmla="*/ 461 w 52"/>
                <a:gd name="T13" fmla="*/ 446 h 40"/>
                <a:gd name="T14" fmla="*/ 478 w 52"/>
                <a:gd name="T15" fmla="*/ 320 h 40"/>
                <a:gd name="T16" fmla="*/ 444 w 52"/>
                <a:gd name="T17" fmla="*/ 162 h 40"/>
                <a:gd name="T18" fmla="*/ 193 w 52"/>
                <a:gd name="T19" fmla="*/ 11 h 40"/>
                <a:gd name="T20" fmla="*/ 0 w 52"/>
                <a:gd name="T21" fmla="*/ 194 h 40"/>
                <a:gd name="T22" fmla="*/ 44 w 52"/>
                <a:gd name="T23" fmla="*/ 227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40">
                  <a:moveTo>
                    <a:pt x="5" y="20"/>
                  </a:moveTo>
                  <a:cubicBezTo>
                    <a:pt x="9" y="12"/>
                    <a:pt x="15" y="8"/>
                    <a:pt x="22" y="7"/>
                  </a:cubicBezTo>
                  <a:cubicBezTo>
                    <a:pt x="30" y="6"/>
                    <a:pt x="38" y="10"/>
                    <a:pt x="43" y="17"/>
                  </a:cubicBezTo>
                  <a:cubicBezTo>
                    <a:pt x="47" y="23"/>
                    <a:pt x="47" y="30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35"/>
                    <a:pt x="52" y="31"/>
                    <a:pt x="52" y="28"/>
                  </a:cubicBezTo>
                  <a:cubicBezTo>
                    <a:pt x="52" y="23"/>
                    <a:pt x="51" y="18"/>
                    <a:pt x="48" y="14"/>
                  </a:cubicBezTo>
                  <a:cubicBezTo>
                    <a:pt x="42" y="5"/>
                    <a:pt x="31" y="0"/>
                    <a:pt x="21" y="1"/>
                  </a:cubicBezTo>
                  <a:cubicBezTo>
                    <a:pt x="12" y="2"/>
                    <a:pt x="4" y="8"/>
                    <a:pt x="0" y="17"/>
                  </a:cubicBezTo>
                  <a:lnTo>
                    <a:pt x="5" y="2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4" name="Freeform 2163">
              <a:extLst>
                <a:ext uri="{FF2B5EF4-FFF2-40B4-BE49-F238E27FC236}">
                  <a16:creationId xmlns:a16="http://schemas.microsoft.com/office/drawing/2014/main" id="{FD0BECD5-67E9-4548-A127-9A595615D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026"/>
              <a:ext cx="159" cy="450"/>
            </a:xfrm>
            <a:custGeom>
              <a:avLst/>
              <a:gdLst>
                <a:gd name="T0" fmla="*/ 697 w 76"/>
                <a:gd name="T1" fmla="*/ 0 h 202"/>
                <a:gd name="T2" fmla="*/ 412 w 76"/>
                <a:gd name="T3" fmla="*/ 209 h 202"/>
                <a:gd name="T4" fmla="*/ 27 w 76"/>
                <a:gd name="T5" fmla="*/ 864 h 202"/>
                <a:gd name="T6" fmla="*/ 8 w 76"/>
                <a:gd name="T7" fmla="*/ 1314 h 202"/>
                <a:gd name="T8" fmla="*/ 84 w 76"/>
                <a:gd name="T9" fmla="*/ 1702 h 202"/>
                <a:gd name="T10" fmla="*/ 117 w 76"/>
                <a:gd name="T11" fmla="*/ 1911 h 202"/>
                <a:gd name="T12" fmla="*/ 128 w 76"/>
                <a:gd name="T13" fmla="*/ 2123 h 202"/>
                <a:gd name="T14" fmla="*/ 157 w 76"/>
                <a:gd name="T15" fmla="*/ 2232 h 202"/>
                <a:gd name="T16" fmla="*/ 220 w 76"/>
                <a:gd name="T17" fmla="*/ 1925 h 202"/>
                <a:gd name="T18" fmla="*/ 209 w 76"/>
                <a:gd name="T19" fmla="*/ 1459 h 202"/>
                <a:gd name="T20" fmla="*/ 697 w 76"/>
                <a:gd name="T21" fmla="*/ 0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02">
                  <a:moveTo>
                    <a:pt x="76" y="0"/>
                  </a:moveTo>
                  <a:cubicBezTo>
                    <a:pt x="66" y="4"/>
                    <a:pt x="56" y="10"/>
                    <a:pt x="45" y="19"/>
                  </a:cubicBezTo>
                  <a:cubicBezTo>
                    <a:pt x="20" y="38"/>
                    <a:pt x="8" y="58"/>
                    <a:pt x="3" y="78"/>
                  </a:cubicBezTo>
                  <a:cubicBezTo>
                    <a:pt x="1" y="91"/>
                    <a:pt x="0" y="105"/>
                    <a:pt x="1" y="119"/>
                  </a:cubicBezTo>
                  <a:cubicBezTo>
                    <a:pt x="3" y="132"/>
                    <a:pt x="6" y="144"/>
                    <a:pt x="9" y="154"/>
                  </a:cubicBezTo>
                  <a:cubicBezTo>
                    <a:pt x="11" y="162"/>
                    <a:pt x="12" y="168"/>
                    <a:pt x="13" y="173"/>
                  </a:cubicBezTo>
                  <a:cubicBezTo>
                    <a:pt x="14" y="180"/>
                    <a:pt x="14" y="186"/>
                    <a:pt x="14" y="192"/>
                  </a:cubicBezTo>
                  <a:cubicBezTo>
                    <a:pt x="15" y="195"/>
                    <a:pt x="16" y="198"/>
                    <a:pt x="17" y="202"/>
                  </a:cubicBezTo>
                  <a:cubicBezTo>
                    <a:pt x="23" y="192"/>
                    <a:pt x="24" y="185"/>
                    <a:pt x="24" y="174"/>
                  </a:cubicBezTo>
                  <a:cubicBezTo>
                    <a:pt x="23" y="163"/>
                    <a:pt x="23" y="148"/>
                    <a:pt x="23" y="132"/>
                  </a:cubicBezTo>
                  <a:cubicBezTo>
                    <a:pt x="16" y="61"/>
                    <a:pt x="41" y="16"/>
                    <a:pt x="76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5" name="Freeform 2164">
              <a:extLst>
                <a:ext uri="{FF2B5EF4-FFF2-40B4-BE49-F238E27FC236}">
                  <a16:creationId xmlns:a16="http://schemas.microsoft.com/office/drawing/2014/main" id="{F1967D06-83EF-4FD8-9CA4-5DF14F794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001"/>
              <a:ext cx="143" cy="404"/>
            </a:xfrm>
            <a:custGeom>
              <a:avLst/>
              <a:gdLst>
                <a:gd name="T0" fmla="*/ 381 w 68"/>
                <a:gd name="T1" fmla="*/ 788 h 181"/>
                <a:gd name="T2" fmla="*/ 278 w 68"/>
                <a:gd name="T3" fmla="*/ 1310 h 181"/>
                <a:gd name="T4" fmla="*/ 233 w 68"/>
                <a:gd name="T5" fmla="*/ 1399 h 181"/>
                <a:gd name="T6" fmla="*/ 0 w 68"/>
                <a:gd name="T7" fmla="*/ 2013 h 181"/>
                <a:gd name="T8" fmla="*/ 456 w 68"/>
                <a:gd name="T9" fmla="*/ 1411 h 181"/>
                <a:gd name="T10" fmla="*/ 513 w 68"/>
                <a:gd name="T11" fmla="*/ 353 h 181"/>
                <a:gd name="T12" fmla="*/ 177 w 68"/>
                <a:gd name="T13" fmla="*/ 0 h 181"/>
                <a:gd name="T14" fmla="*/ 345 w 68"/>
                <a:gd name="T15" fmla="*/ 498 h 181"/>
                <a:gd name="T16" fmla="*/ 381 w 68"/>
                <a:gd name="T17" fmla="*/ 788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181">
                  <a:moveTo>
                    <a:pt x="41" y="71"/>
                  </a:moveTo>
                  <a:cubicBezTo>
                    <a:pt x="41" y="88"/>
                    <a:pt x="37" y="106"/>
                    <a:pt x="30" y="118"/>
                  </a:cubicBezTo>
                  <a:cubicBezTo>
                    <a:pt x="29" y="120"/>
                    <a:pt x="27" y="123"/>
                    <a:pt x="25" y="126"/>
                  </a:cubicBezTo>
                  <a:cubicBezTo>
                    <a:pt x="19" y="146"/>
                    <a:pt x="11" y="164"/>
                    <a:pt x="0" y="181"/>
                  </a:cubicBezTo>
                  <a:cubicBezTo>
                    <a:pt x="22" y="163"/>
                    <a:pt x="41" y="144"/>
                    <a:pt x="49" y="127"/>
                  </a:cubicBezTo>
                  <a:cubicBezTo>
                    <a:pt x="62" y="104"/>
                    <a:pt x="68" y="62"/>
                    <a:pt x="55" y="32"/>
                  </a:cubicBezTo>
                  <a:cubicBezTo>
                    <a:pt x="48" y="16"/>
                    <a:pt x="35" y="5"/>
                    <a:pt x="19" y="0"/>
                  </a:cubicBezTo>
                  <a:cubicBezTo>
                    <a:pt x="29" y="10"/>
                    <a:pt x="35" y="26"/>
                    <a:pt x="37" y="45"/>
                  </a:cubicBezTo>
                  <a:cubicBezTo>
                    <a:pt x="40" y="53"/>
                    <a:pt x="41" y="62"/>
                    <a:pt x="41" y="7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6" name="Freeform 2165">
              <a:extLst>
                <a:ext uri="{FF2B5EF4-FFF2-40B4-BE49-F238E27FC236}">
                  <a16:creationId xmlns:a16="http://schemas.microsoft.com/office/drawing/2014/main" id="{B0136C2D-2986-4CB0-88A9-31CDDBE56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233"/>
              <a:ext cx="237" cy="284"/>
            </a:xfrm>
            <a:custGeom>
              <a:avLst/>
              <a:gdLst>
                <a:gd name="T0" fmla="*/ 1042 w 113"/>
                <a:gd name="T1" fmla="*/ 0 h 127"/>
                <a:gd name="T2" fmla="*/ 958 w 113"/>
                <a:gd name="T3" fmla="*/ 255 h 127"/>
                <a:gd name="T4" fmla="*/ 749 w 113"/>
                <a:gd name="T5" fmla="*/ 606 h 127"/>
                <a:gd name="T6" fmla="*/ 461 w 113"/>
                <a:gd name="T7" fmla="*/ 1105 h 127"/>
                <a:gd name="T8" fmla="*/ 36 w 113"/>
                <a:gd name="T9" fmla="*/ 1250 h 127"/>
                <a:gd name="T10" fmla="*/ 0 w 113"/>
                <a:gd name="T11" fmla="*/ 1286 h 127"/>
                <a:gd name="T12" fmla="*/ 92 w 113"/>
                <a:gd name="T13" fmla="*/ 1319 h 127"/>
                <a:gd name="T14" fmla="*/ 413 w 113"/>
                <a:gd name="T15" fmla="*/ 1420 h 127"/>
                <a:gd name="T16" fmla="*/ 589 w 113"/>
                <a:gd name="T17" fmla="*/ 1286 h 127"/>
                <a:gd name="T18" fmla="*/ 1042 w 11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127">
                  <a:moveTo>
                    <a:pt x="113" y="0"/>
                  </a:moveTo>
                  <a:cubicBezTo>
                    <a:pt x="111" y="9"/>
                    <a:pt x="108" y="17"/>
                    <a:pt x="104" y="23"/>
                  </a:cubicBezTo>
                  <a:cubicBezTo>
                    <a:pt x="99" y="33"/>
                    <a:pt x="91" y="43"/>
                    <a:pt x="81" y="54"/>
                  </a:cubicBezTo>
                  <a:cubicBezTo>
                    <a:pt x="74" y="72"/>
                    <a:pt x="64" y="88"/>
                    <a:pt x="50" y="99"/>
                  </a:cubicBezTo>
                  <a:cubicBezTo>
                    <a:pt x="37" y="110"/>
                    <a:pt x="22" y="114"/>
                    <a:pt x="4" y="112"/>
                  </a:cubicBezTo>
                  <a:cubicBezTo>
                    <a:pt x="3" y="113"/>
                    <a:pt x="1" y="114"/>
                    <a:pt x="0" y="115"/>
                  </a:cubicBezTo>
                  <a:cubicBezTo>
                    <a:pt x="3" y="116"/>
                    <a:pt x="7" y="117"/>
                    <a:pt x="10" y="118"/>
                  </a:cubicBezTo>
                  <a:cubicBezTo>
                    <a:pt x="23" y="123"/>
                    <a:pt x="34" y="127"/>
                    <a:pt x="45" y="127"/>
                  </a:cubicBezTo>
                  <a:cubicBezTo>
                    <a:pt x="52" y="124"/>
                    <a:pt x="58" y="120"/>
                    <a:pt x="64" y="115"/>
                  </a:cubicBezTo>
                  <a:cubicBezTo>
                    <a:pt x="96" y="89"/>
                    <a:pt x="112" y="39"/>
                    <a:pt x="113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7" name="Freeform 2166">
              <a:extLst>
                <a:ext uri="{FF2B5EF4-FFF2-40B4-BE49-F238E27FC236}">
                  <a16:creationId xmlns:a16="http://schemas.microsoft.com/office/drawing/2014/main" id="{256D13CF-9FDC-409E-B280-83AB83678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233"/>
              <a:ext cx="237" cy="284"/>
            </a:xfrm>
            <a:custGeom>
              <a:avLst/>
              <a:gdLst>
                <a:gd name="T0" fmla="*/ 1042 w 113"/>
                <a:gd name="T1" fmla="*/ 0 h 127"/>
                <a:gd name="T2" fmla="*/ 958 w 113"/>
                <a:gd name="T3" fmla="*/ 255 h 127"/>
                <a:gd name="T4" fmla="*/ 749 w 113"/>
                <a:gd name="T5" fmla="*/ 606 h 127"/>
                <a:gd name="T6" fmla="*/ 461 w 113"/>
                <a:gd name="T7" fmla="*/ 1105 h 127"/>
                <a:gd name="T8" fmla="*/ 36 w 113"/>
                <a:gd name="T9" fmla="*/ 1250 h 127"/>
                <a:gd name="T10" fmla="*/ 0 w 113"/>
                <a:gd name="T11" fmla="*/ 1286 h 127"/>
                <a:gd name="T12" fmla="*/ 92 w 113"/>
                <a:gd name="T13" fmla="*/ 1319 h 127"/>
                <a:gd name="T14" fmla="*/ 413 w 113"/>
                <a:gd name="T15" fmla="*/ 1420 h 127"/>
                <a:gd name="T16" fmla="*/ 589 w 113"/>
                <a:gd name="T17" fmla="*/ 1286 h 127"/>
                <a:gd name="T18" fmla="*/ 1042 w 11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127">
                  <a:moveTo>
                    <a:pt x="113" y="0"/>
                  </a:moveTo>
                  <a:cubicBezTo>
                    <a:pt x="111" y="9"/>
                    <a:pt x="108" y="17"/>
                    <a:pt x="104" y="23"/>
                  </a:cubicBezTo>
                  <a:cubicBezTo>
                    <a:pt x="99" y="33"/>
                    <a:pt x="91" y="43"/>
                    <a:pt x="81" y="54"/>
                  </a:cubicBezTo>
                  <a:cubicBezTo>
                    <a:pt x="74" y="72"/>
                    <a:pt x="64" y="88"/>
                    <a:pt x="50" y="99"/>
                  </a:cubicBezTo>
                  <a:cubicBezTo>
                    <a:pt x="37" y="110"/>
                    <a:pt x="22" y="114"/>
                    <a:pt x="4" y="112"/>
                  </a:cubicBezTo>
                  <a:cubicBezTo>
                    <a:pt x="3" y="113"/>
                    <a:pt x="1" y="114"/>
                    <a:pt x="0" y="115"/>
                  </a:cubicBezTo>
                  <a:cubicBezTo>
                    <a:pt x="3" y="116"/>
                    <a:pt x="7" y="117"/>
                    <a:pt x="10" y="118"/>
                  </a:cubicBezTo>
                  <a:cubicBezTo>
                    <a:pt x="23" y="123"/>
                    <a:pt x="34" y="127"/>
                    <a:pt x="45" y="127"/>
                  </a:cubicBezTo>
                  <a:cubicBezTo>
                    <a:pt x="52" y="124"/>
                    <a:pt x="58" y="120"/>
                    <a:pt x="64" y="115"/>
                  </a:cubicBezTo>
                  <a:cubicBezTo>
                    <a:pt x="96" y="89"/>
                    <a:pt x="112" y="39"/>
                    <a:pt x="113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8" name="Freeform 2167">
              <a:extLst>
                <a:ext uri="{FF2B5EF4-FFF2-40B4-BE49-F238E27FC236}">
                  <a16:creationId xmlns:a16="http://schemas.microsoft.com/office/drawing/2014/main" id="{99830147-6427-4331-9739-6CE13AAD2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035"/>
              <a:ext cx="345" cy="555"/>
            </a:xfrm>
            <a:custGeom>
              <a:avLst/>
              <a:gdLst>
                <a:gd name="T0" fmla="*/ 36 w 165"/>
                <a:gd name="T1" fmla="*/ 2369 h 249"/>
                <a:gd name="T2" fmla="*/ 0 w 165"/>
                <a:gd name="T3" fmla="*/ 2450 h 249"/>
                <a:gd name="T4" fmla="*/ 284 w 165"/>
                <a:gd name="T5" fmla="*/ 2514 h 249"/>
                <a:gd name="T6" fmla="*/ 1150 w 165"/>
                <a:gd name="T7" fmla="*/ 2316 h 249"/>
                <a:gd name="T8" fmla="*/ 1491 w 165"/>
                <a:gd name="T9" fmla="*/ 1163 h 249"/>
                <a:gd name="T10" fmla="*/ 1326 w 165"/>
                <a:gd name="T11" fmla="*/ 109 h 249"/>
                <a:gd name="T12" fmla="*/ 1163 w 165"/>
                <a:gd name="T13" fmla="*/ 0 h 249"/>
                <a:gd name="T14" fmla="*/ 1263 w 165"/>
                <a:gd name="T15" fmla="*/ 189 h 249"/>
                <a:gd name="T16" fmla="*/ 1298 w 165"/>
                <a:gd name="T17" fmla="*/ 929 h 249"/>
                <a:gd name="T18" fmla="*/ 1290 w 165"/>
                <a:gd name="T19" fmla="*/ 1152 h 249"/>
                <a:gd name="T20" fmla="*/ 1014 w 165"/>
                <a:gd name="T21" fmla="*/ 2146 h 249"/>
                <a:gd name="T22" fmla="*/ 345 w 165"/>
                <a:gd name="T23" fmla="*/ 2291 h 249"/>
                <a:gd name="T24" fmla="*/ 257 w 165"/>
                <a:gd name="T25" fmla="*/ 2260 h 2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5" h="249">
                  <a:moveTo>
                    <a:pt x="4" y="214"/>
                  </a:moveTo>
                  <a:cubicBezTo>
                    <a:pt x="3" y="217"/>
                    <a:pt x="1" y="219"/>
                    <a:pt x="0" y="221"/>
                  </a:cubicBezTo>
                  <a:cubicBezTo>
                    <a:pt x="11" y="222"/>
                    <a:pt x="19" y="223"/>
                    <a:pt x="31" y="227"/>
                  </a:cubicBezTo>
                  <a:cubicBezTo>
                    <a:pt x="57" y="237"/>
                    <a:pt x="87" y="249"/>
                    <a:pt x="126" y="209"/>
                  </a:cubicBezTo>
                  <a:cubicBezTo>
                    <a:pt x="155" y="181"/>
                    <a:pt x="161" y="127"/>
                    <a:pt x="163" y="105"/>
                  </a:cubicBezTo>
                  <a:cubicBezTo>
                    <a:pt x="165" y="71"/>
                    <a:pt x="161" y="28"/>
                    <a:pt x="145" y="10"/>
                  </a:cubicBezTo>
                  <a:cubicBezTo>
                    <a:pt x="140" y="4"/>
                    <a:pt x="134" y="1"/>
                    <a:pt x="127" y="0"/>
                  </a:cubicBezTo>
                  <a:cubicBezTo>
                    <a:pt x="131" y="5"/>
                    <a:pt x="135" y="11"/>
                    <a:pt x="138" y="17"/>
                  </a:cubicBezTo>
                  <a:cubicBezTo>
                    <a:pt x="147" y="37"/>
                    <a:pt x="147" y="62"/>
                    <a:pt x="142" y="84"/>
                  </a:cubicBezTo>
                  <a:cubicBezTo>
                    <a:pt x="142" y="90"/>
                    <a:pt x="142" y="97"/>
                    <a:pt x="141" y="104"/>
                  </a:cubicBezTo>
                  <a:cubicBezTo>
                    <a:pt x="139" y="144"/>
                    <a:pt x="127" y="178"/>
                    <a:pt x="111" y="194"/>
                  </a:cubicBezTo>
                  <a:cubicBezTo>
                    <a:pt x="82" y="224"/>
                    <a:pt x="64" y="217"/>
                    <a:pt x="38" y="207"/>
                  </a:cubicBezTo>
                  <a:cubicBezTo>
                    <a:pt x="35" y="206"/>
                    <a:pt x="31" y="205"/>
                    <a:pt x="28" y="20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9" name="Freeform 2168">
              <a:extLst>
                <a:ext uri="{FF2B5EF4-FFF2-40B4-BE49-F238E27FC236}">
                  <a16:creationId xmlns:a16="http://schemas.microsoft.com/office/drawing/2014/main" id="{C9D946ED-AF4B-4A7A-85AD-962BA896E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211"/>
              <a:ext cx="92" cy="147"/>
            </a:xfrm>
            <a:custGeom>
              <a:avLst/>
              <a:gdLst>
                <a:gd name="T0" fmla="*/ 176 w 44"/>
                <a:gd name="T1" fmla="*/ 323 h 66"/>
                <a:gd name="T2" fmla="*/ 0 w 44"/>
                <a:gd name="T3" fmla="*/ 728 h 66"/>
                <a:gd name="T4" fmla="*/ 268 w 44"/>
                <a:gd name="T5" fmla="*/ 530 h 66"/>
                <a:gd name="T6" fmla="*/ 401 w 44"/>
                <a:gd name="T7" fmla="*/ 0 h 66"/>
                <a:gd name="T8" fmla="*/ 176 w 44"/>
                <a:gd name="T9" fmla="*/ 32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6">
                  <a:moveTo>
                    <a:pt x="19" y="29"/>
                  </a:moveTo>
                  <a:cubicBezTo>
                    <a:pt x="13" y="42"/>
                    <a:pt x="7" y="54"/>
                    <a:pt x="0" y="66"/>
                  </a:cubicBezTo>
                  <a:cubicBezTo>
                    <a:pt x="10" y="61"/>
                    <a:pt x="20" y="55"/>
                    <a:pt x="29" y="48"/>
                  </a:cubicBezTo>
                  <a:cubicBezTo>
                    <a:pt x="35" y="34"/>
                    <a:pt x="40" y="19"/>
                    <a:pt x="44" y="0"/>
                  </a:cubicBezTo>
                  <a:cubicBezTo>
                    <a:pt x="38" y="10"/>
                    <a:pt x="29" y="21"/>
                    <a:pt x="19" y="2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0" name="Freeform 2169">
              <a:extLst>
                <a:ext uri="{FF2B5EF4-FFF2-40B4-BE49-F238E27FC236}">
                  <a16:creationId xmlns:a16="http://schemas.microsoft.com/office/drawing/2014/main" id="{EC23B78D-EA2E-4B1A-A824-8FE4EF665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320"/>
              <a:ext cx="29" cy="47"/>
            </a:xfrm>
            <a:custGeom>
              <a:avLst/>
              <a:gdLst>
                <a:gd name="T0" fmla="*/ 64 w 14"/>
                <a:gd name="T1" fmla="*/ 20 h 21"/>
                <a:gd name="T2" fmla="*/ 0 w 14"/>
                <a:gd name="T3" fmla="*/ 235 h 21"/>
                <a:gd name="T4" fmla="*/ 124 w 14"/>
                <a:gd name="T5" fmla="*/ 0 h 21"/>
                <a:gd name="T6" fmla="*/ 64 w 14"/>
                <a:gd name="T7" fmla="*/ 20 h 21"/>
                <a:gd name="T8" fmla="*/ 64 w 14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7" y="2"/>
                  </a:moveTo>
                  <a:cubicBezTo>
                    <a:pt x="4" y="8"/>
                    <a:pt x="2" y="15"/>
                    <a:pt x="0" y="21"/>
                  </a:cubicBezTo>
                  <a:cubicBezTo>
                    <a:pt x="5" y="14"/>
                    <a:pt x="10" y="7"/>
                    <a:pt x="14" y="0"/>
                  </a:cubicBezTo>
                  <a:cubicBezTo>
                    <a:pt x="11" y="1"/>
                    <a:pt x="9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1" name="Freeform 2170">
              <a:extLst>
                <a:ext uri="{FF2B5EF4-FFF2-40B4-BE49-F238E27FC236}">
                  <a16:creationId xmlns:a16="http://schemas.microsoft.com/office/drawing/2014/main" id="{9049458A-AB72-4463-8006-1738E6A859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6" y="1124"/>
              <a:ext cx="174" cy="272"/>
            </a:xfrm>
            <a:custGeom>
              <a:avLst/>
              <a:gdLst>
                <a:gd name="T0" fmla="*/ 698 w 83"/>
                <a:gd name="T1" fmla="*/ 0 h 122"/>
                <a:gd name="T2" fmla="*/ 681 w 83"/>
                <a:gd name="T3" fmla="*/ 125 h 122"/>
                <a:gd name="T4" fmla="*/ 765 w 83"/>
                <a:gd name="T5" fmla="*/ 20 h 122"/>
                <a:gd name="T6" fmla="*/ 698 w 83"/>
                <a:gd name="T7" fmla="*/ 0 h 122"/>
                <a:gd name="T8" fmla="*/ 0 w 83"/>
                <a:gd name="T9" fmla="*/ 1351 h 122"/>
                <a:gd name="T10" fmla="*/ 0 w 83"/>
                <a:gd name="T11" fmla="*/ 1333 h 122"/>
                <a:gd name="T12" fmla="*/ 75 w 83"/>
                <a:gd name="T13" fmla="*/ 1208 h 122"/>
                <a:gd name="T14" fmla="*/ 369 w 83"/>
                <a:gd name="T15" fmla="*/ 513 h 122"/>
                <a:gd name="T16" fmla="*/ 444 w 83"/>
                <a:gd name="T17" fmla="*/ 268 h 122"/>
                <a:gd name="T18" fmla="*/ 497 w 83"/>
                <a:gd name="T19" fmla="*/ 0 h 122"/>
                <a:gd name="T20" fmla="*/ 497 w 83"/>
                <a:gd name="T21" fmla="*/ 0 h 122"/>
                <a:gd name="T22" fmla="*/ 8 w 83"/>
                <a:gd name="T23" fmla="*/ 756 h 122"/>
                <a:gd name="T24" fmla="*/ 0 w 83"/>
                <a:gd name="T25" fmla="*/ 1128 h 122"/>
                <a:gd name="T26" fmla="*/ 0 w 83"/>
                <a:gd name="T27" fmla="*/ 1351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" h="122">
                  <a:moveTo>
                    <a:pt x="76" y="0"/>
                  </a:moveTo>
                  <a:cubicBezTo>
                    <a:pt x="75" y="3"/>
                    <a:pt x="74" y="7"/>
                    <a:pt x="74" y="11"/>
                  </a:cubicBezTo>
                  <a:cubicBezTo>
                    <a:pt x="77" y="8"/>
                    <a:pt x="80" y="5"/>
                    <a:pt x="83" y="2"/>
                  </a:cubicBezTo>
                  <a:cubicBezTo>
                    <a:pt x="81" y="1"/>
                    <a:pt x="78" y="1"/>
                    <a:pt x="76" y="0"/>
                  </a:cubicBezTo>
                  <a:close/>
                  <a:moveTo>
                    <a:pt x="0" y="122"/>
                  </a:moveTo>
                  <a:cubicBezTo>
                    <a:pt x="0" y="122"/>
                    <a:pt x="0" y="121"/>
                    <a:pt x="0" y="120"/>
                  </a:cubicBezTo>
                  <a:cubicBezTo>
                    <a:pt x="3" y="117"/>
                    <a:pt x="6" y="113"/>
                    <a:pt x="8" y="109"/>
                  </a:cubicBezTo>
                  <a:cubicBezTo>
                    <a:pt x="14" y="88"/>
                    <a:pt x="24" y="67"/>
                    <a:pt x="40" y="46"/>
                  </a:cubicBezTo>
                  <a:cubicBezTo>
                    <a:pt x="44" y="38"/>
                    <a:pt x="46" y="30"/>
                    <a:pt x="48" y="24"/>
                  </a:cubicBezTo>
                  <a:cubicBezTo>
                    <a:pt x="51" y="15"/>
                    <a:pt x="53" y="7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1" y="23"/>
                    <a:pt x="13" y="45"/>
                    <a:pt x="1" y="68"/>
                  </a:cubicBezTo>
                  <a:cubicBezTo>
                    <a:pt x="0" y="80"/>
                    <a:pt x="0" y="92"/>
                    <a:pt x="0" y="102"/>
                  </a:cubicBezTo>
                  <a:cubicBezTo>
                    <a:pt x="0" y="109"/>
                    <a:pt x="0" y="116"/>
                    <a:pt x="0" y="12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2" name="Freeform 2171">
              <a:extLst>
                <a:ext uri="{FF2B5EF4-FFF2-40B4-BE49-F238E27FC236}">
                  <a16:creationId xmlns:a16="http://schemas.microsoft.com/office/drawing/2014/main" id="{DA8347D4-0C6A-4295-BCCA-F896C84AB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073"/>
              <a:ext cx="213" cy="140"/>
            </a:xfrm>
            <a:custGeom>
              <a:avLst/>
              <a:gdLst>
                <a:gd name="T0" fmla="*/ 902 w 102"/>
                <a:gd name="T1" fmla="*/ 178 h 63"/>
                <a:gd name="T2" fmla="*/ 601 w 102"/>
                <a:gd name="T3" fmla="*/ 9 h 63"/>
                <a:gd name="T4" fmla="*/ 217 w 102"/>
                <a:gd name="T5" fmla="*/ 89 h 63"/>
                <a:gd name="T6" fmla="*/ 27 w 102"/>
                <a:gd name="T7" fmla="*/ 493 h 63"/>
                <a:gd name="T8" fmla="*/ 0 w 102"/>
                <a:gd name="T9" fmla="*/ 593 h 63"/>
                <a:gd name="T10" fmla="*/ 585 w 102"/>
                <a:gd name="T11" fmla="*/ 242 h 63"/>
                <a:gd name="T12" fmla="*/ 894 w 102"/>
                <a:gd name="T13" fmla="*/ 691 h 63"/>
                <a:gd name="T14" fmla="*/ 902 w 102"/>
                <a:gd name="T15" fmla="*/ 691 h 63"/>
                <a:gd name="T16" fmla="*/ 929 w 102"/>
                <a:gd name="T17" fmla="*/ 429 h 63"/>
                <a:gd name="T18" fmla="*/ 902 w 102"/>
                <a:gd name="T19" fmla="*/ 178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63">
                  <a:moveTo>
                    <a:pt x="99" y="16"/>
                  </a:moveTo>
                  <a:cubicBezTo>
                    <a:pt x="88" y="6"/>
                    <a:pt x="75" y="2"/>
                    <a:pt x="66" y="1"/>
                  </a:cubicBezTo>
                  <a:cubicBezTo>
                    <a:pt x="53" y="0"/>
                    <a:pt x="38" y="2"/>
                    <a:pt x="24" y="8"/>
                  </a:cubicBezTo>
                  <a:cubicBezTo>
                    <a:pt x="14" y="20"/>
                    <a:pt x="6" y="34"/>
                    <a:pt x="3" y="45"/>
                  </a:cubicBezTo>
                  <a:cubicBezTo>
                    <a:pt x="2" y="48"/>
                    <a:pt x="1" y="51"/>
                    <a:pt x="0" y="54"/>
                  </a:cubicBezTo>
                  <a:cubicBezTo>
                    <a:pt x="10" y="37"/>
                    <a:pt x="39" y="19"/>
                    <a:pt x="64" y="22"/>
                  </a:cubicBezTo>
                  <a:cubicBezTo>
                    <a:pt x="83" y="24"/>
                    <a:pt x="94" y="38"/>
                    <a:pt x="98" y="63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101" y="55"/>
                    <a:pt x="102" y="47"/>
                    <a:pt x="102" y="39"/>
                  </a:cubicBezTo>
                  <a:cubicBezTo>
                    <a:pt x="102" y="31"/>
                    <a:pt x="101" y="23"/>
                    <a:pt x="99" y="1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3" name="Freeform 2172">
              <a:extLst>
                <a:ext uri="{FF2B5EF4-FFF2-40B4-BE49-F238E27FC236}">
                  <a16:creationId xmlns:a16="http://schemas.microsoft.com/office/drawing/2014/main" id="{99550704-2AB3-4EB2-9E35-0E9CF0B61C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4" y="1041"/>
              <a:ext cx="167" cy="415"/>
            </a:xfrm>
            <a:custGeom>
              <a:avLst/>
              <a:gdLst>
                <a:gd name="T0" fmla="*/ 693 w 80"/>
                <a:gd name="T1" fmla="*/ 9 h 186"/>
                <a:gd name="T2" fmla="*/ 545 w 80"/>
                <a:gd name="T3" fmla="*/ 36 h 186"/>
                <a:gd name="T4" fmla="*/ 536 w 80"/>
                <a:gd name="T5" fmla="*/ 165 h 186"/>
                <a:gd name="T6" fmla="*/ 670 w 80"/>
                <a:gd name="T7" fmla="*/ 165 h 186"/>
                <a:gd name="T8" fmla="*/ 729 w 80"/>
                <a:gd name="T9" fmla="*/ 178 h 186"/>
                <a:gd name="T10" fmla="*/ 729 w 80"/>
                <a:gd name="T11" fmla="*/ 100 h 186"/>
                <a:gd name="T12" fmla="*/ 693 w 80"/>
                <a:gd name="T13" fmla="*/ 9 h 186"/>
                <a:gd name="T14" fmla="*/ 501 w 80"/>
                <a:gd name="T15" fmla="*/ 413 h 186"/>
                <a:gd name="T16" fmla="*/ 445 w 80"/>
                <a:gd name="T17" fmla="*/ 676 h 186"/>
                <a:gd name="T18" fmla="*/ 8 w 80"/>
                <a:gd name="T19" fmla="*/ 1743 h 186"/>
                <a:gd name="T20" fmla="*/ 17 w 80"/>
                <a:gd name="T21" fmla="*/ 1843 h 186"/>
                <a:gd name="T22" fmla="*/ 17 w 80"/>
                <a:gd name="T23" fmla="*/ 1901 h 186"/>
                <a:gd name="T24" fmla="*/ 0 w 80"/>
                <a:gd name="T25" fmla="*/ 2066 h 186"/>
                <a:gd name="T26" fmla="*/ 100 w 80"/>
                <a:gd name="T27" fmla="*/ 1986 h 186"/>
                <a:gd name="T28" fmla="*/ 701 w 80"/>
                <a:gd name="T29" fmla="*/ 413 h 186"/>
                <a:gd name="T30" fmla="*/ 653 w 80"/>
                <a:gd name="T31" fmla="*/ 397 h 186"/>
                <a:gd name="T32" fmla="*/ 501 w 80"/>
                <a:gd name="T33" fmla="*/ 413 h 18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0" h="186">
                  <a:moveTo>
                    <a:pt x="76" y="1"/>
                  </a:moveTo>
                  <a:cubicBezTo>
                    <a:pt x="71" y="0"/>
                    <a:pt x="65" y="1"/>
                    <a:pt x="60" y="3"/>
                  </a:cubicBezTo>
                  <a:cubicBezTo>
                    <a:pt x="60" y="6"/>
                    <a:pt x="59" y="11"/>
                    <a:pt x="59" y="15"/>
                  </a:cubicBezTo>
                  <a:cubicBezTo>
                    <a:pt x="64" y="15"/>
                    <a:pt x="69" y="14"/>
                    <a:pt x="74" y="15"/>
                  </a:cubicBezTo>
                  <a:cubicBezTo>
                    <a:pt x="76" y="15"/>
                    <a:pt x="78" y="16"/>
                    <a:pt x="80" y="16"/>
                  </a:cubicBezTo>
                  <a:cubicBezTo>
                    <a:pt x="80" y="14"/>
                    <a:pt x="80" y="11"/>
                    <a:pt x="80" y="9"/>
                  </a:cubicBezTo>
                  <a:cubicBezTo>
                    <a:pt x="79" y="6"/>
                    <a:pt x="78" y="3"/>
                    <a:pt x="76" y="1"/>
                  </a:cubicBezTo>
                  <a:close/>
                  <a:moveTo>
                    <a:pt x="55" y="37"/>
                  </a:moveTo>
                  <a:cubicBezTo>
                    <a:pt x="54" y="44"/>
                    <a:pt x="52" y="52"/>
                    <a:pt x="49" y="61"/>
                  </a:cubicBezTo>
                  <a:cubicBezTo>
                    <a:pt x="42" y="83"/>
                    <a:pt x="28" y="123"/>
                    <a:pt x="1" y="157"/>
                  </a:cubicBezTo>
                  <a:cubicBezTo>
                    <a:pt x="2" y="160"/>
                    <a:pt x="2" y="163"/>
                    <a:pt x="2" y="166"/>
                  </a:cubicBezTo>
                  <a:cubicBezTo>
                    <a:pt x="2" y="167"/>
                    <a:pt x="2" y="169"/>
                    <a:pt x="2" y="171"/>
                  </a:cubicBezTo>
                  <a:cubicBezTo>
                    <a:pt x="2" y="176"/>
                    <a:pt x="1" y="181"/>
                    <a:pt x="0" y="186"/>
                  </a:cubicBezTo>
                  <a:cubicBezTo>
                    <a:pt x="4" y="184"/>
                    <a:pt x="7" y="182"/>
                    <a:pt x="11" y="179"/>
                  </a:cubicBezTo>
                  <a:cubicBezTo>
                    <a:pt x="47" y="137"/>
                    <a:pt x="69" y="81"/>
                    <a:pt x="77" y="37"/>
                  </a:cubicBezTo>
                  <a:cubicBezTo>
                    <a:pt x="75" y="37"/>
                    <a:pt x="74" y="36"/>
                    <a:pt x="72" y="36"/>
                  </a:cubicBezTo>
                  <a:cubicBezTo>
                    <a:pt x="66" y="36"/>
                    <a:pt x="61" y="36"/>
                    <a:pt x="55" y="3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4" name="Freeform 2173">
              <a:extLst>
                <a:ext uri="{FF2B5EF4-FFF2-40B4-BE49-F238E27FC236}">
                  <a16:creationId xmlns:a16="http://schemas.microsoft.com/office/drawing/2014/main" id="{0E2CB4EE-BEFE-43D3-8FB5-11BA3A5F4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131"/>
              <a:ext cx="198" cy="359"/>
            </a:xfrm>
            <a:custGeom>
              <a:avLst/>
              <a:gdLst>
                <a:gd name="T0" fmla="*/ 44 w 95"/>
                <a:gd name="T1" fmla="*/ 1786 h 161"/>
                <a:gd name="T2" fmla="*/ 44 w 95"/>
                <a:gd name="T3" fmla="*/ 1786 h 161"/>
                <a:gd name="T4" fmla="*/ 83 w 95"/>
                <a:gd name="T5" fmla="*/ 1750 h 161"/>
                <a:gd name="T6" fmla="*/ 144 w 95"/>
                <a:gd name="T7" fmla="*/ 1766 h 161"/>
                <a:gd name="T8" fmla="*/ 144 w 95"/>
                <a:gd name="T9" fmla="*/ 1766 h 161"/>
                <a:gd name="T10" fmla="*/ 200 w 95"/>
                <a:gd name="T11" fmla="*/ 1750 h 161"/>
                <a:gd name="T12" fmla="*/ 200 w 95"/>
                <a:gd name="T13" fmla="*/ 1750 h 161"/>
                <a:gd name="T14" fmla="*/ 308 w 95"/>
                <a:gd name="T15" fmla="*/ 1730 h 161"/>
                <a:gd name="T16" fmla="*/ 308 w 95"/>
                <a:gd name="T17" fmla="*/ 1730 h 161"/>
                <a:gd name="T18" fmla="*/ 861 w 95"/>
                <a:gd name="T19" fmla="*/ 323 h 161"/>
                <a:gd name="T20" fmla="*/ 861 w 95"/>
                <a:gd name="T21" fmla="*/ 299 h 161"/>
                <a:gd name="T22" fmla="*/ 686 w 95"/>
                <a:gd name="T23" fmla="*/ 0 h 161"/>
                <a:gd name="T24" fmla="*/ 669 w 95"/>
                <a:gd name="T25" fmla="*/ 279 h 161"/>
                <a:gd name="T26" fmla="*/ 0 w 95"/>
                <a:gd name="T27" fmla="*/ 1775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5" h="161">
                  <a:moveTo>
                    <a:pt x="5" y="161"/>
                  </a:moveTo>
                  <a:cubicBezTo>
                    <a:pt x="5" y="161"/>
                    <a:pt x="5" y="161"/>
                    <a:pt x="5" y="161"/>
                  </a:cubicBezTo>
                  <a:cubicBezTo>
                    <a:pt x="6" y="160"/>
                    <a:pt x="8" y="159"/>
                    <a:pt x="9" y="158"/>
                  </a:cubicBezTo>
                  <a:cubicBezTo>
                    <a:pt x="11" y="159"/>
                    <a:pt x="14" y="159"/>
                    <a:pt x="16" y="159"/>
                  </a:cubicBezTo>
                  <a:cubicBezTo>
                    <a:pt x="16" y="159"/>
                    <a:pt x="16" y="159"/>
                    <a:pt x="16" y="159"/>
                  </a:cubicBezTo>
                  <a:cubicBezTo>
                    <a:pt x="18" y="159"/>
                    <a:pt x="20" y="159"/>
                    <a:pt x="22" y="158"/>
                  </a:cubicBezTo>
                  <a:cubicBezTo>
                    <a:pt x="22" y="158"/>
                    <a:pt x="22" y="158"/>
                    <a:pt x="22" y="158"/>
                  </a:cubicBezTo>
                  <a:cubicBezTo>
                    <a:pt x="26" y="158"/>
                    <a:pt x="30" y="157"/>
                    <a:pt x="34" y="156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67" y="122"/>
                    <a:pt x="85" y="83"/>
                    <a:pt x="95" y="29"/>
                  </a:cubicBezTo>
                  <a:cubicBezTo>
                    <a:pt x="95" y="28"/>
                    <a:pt x="95" y="28"/>
                    <a:pt x="95" y="27"/>
                  </a:cubicBezTo>
                  <a:cubicBezTo>
                    <a:pt x="92" y="14"/>
                    <a:pt x="85" y="5"/>
                    <a:pt x="76" y="0"/>
                  </a:cubicBezTo>
                  <a:cubicBezTo>
                    <a:pt x="76" y="8"/>
                    <a:pt x="76" y="16"/>
                    <a:pt x="74" y="25"/>
                  </a:cubicBezTo>
                  <a:cubicBezTo>
                    <a:pt x="61" y="94"/>
                    <a:pt x="35" y="129"/>
                    <a:pt x="0" y="16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5" name="Freeform 2174">
              <a:extLst>
                <a:ext uri="{FF2B5EF4-FFF2-40B4-BE49-F238E27FC236}">
                  <a16:creationId xmlns:a16="http://schemas.microsoft.com/office/drawing/2014/main" id="{065B4700-B023-43DE-9729-7AC3B5432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452"/>
              <a:ext cx="27" cy="71"/>
            </a:xfrm>
            <a:custGeom>
              <a:avLst/>
              <a:gdLst>
                <a:gd name="T0" fmla="*/ 116 w 13"/>
                <a:gd name="T1" fmla="*/ 0 h 32"/>
                <a:gd name="T2" fmla="*/ 0 w 13"/>
                <a:gd name="T3" fmla="*/ 35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13" y="0"/>
                  </a:moveTo>
                  <a:cubicBezTo>
                    <a:pt x="11" y="9"/>
                    <a:pt x="8" y="18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6" name="Freeform 2175">
              <a:extLst>
                <a:ext uri="{FF2B5EF4-FFF2-40B4-BE49-F238E27FC236}">
                  <a16:creationId xmlns:a16="http://schemas.microsoft.com/office/drawing/2014/main" id="{6F4BBF5F-CB4A-43EB-8F22-AF32DA7B7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483"/>
              <a:ext cx="50" cy="11"/>
            </a:xfrm>
            <a:custGeom>
              <a:avLst/>
              <a:gdLst>
                <a:gd name="T0" fmla="*/ 0 w 24"/>
                <a:gd name="T1" fmla="*/ 9 h 5"/>
                <a:gd name="T2" fmla="*/ 217 w 2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0" y="1"/>
                  </a:moveTo>
                  <a:cubicBezTo>
                    <a:pt x="8" y="0"/>
                    <a:pt x="15" y="1"/>
                    <a:pt x="24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7" name="Freeform 2176">
              <a:extLst>
                <a:ext uri="{FF2B5EF4-FFF2-40B4-BE49-F238E27FC236}">
                  <a16:creationId xmlns:a16="http://schemas.microsoft.com/office/drawing/2014/main" id="{B73508CE-1FAE-4132-84A5-34E2ABD0F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461"/>
              <a:ext cx="33" cy="24"/>
            </a:xfrm>
            <a:custGeom>
              <a:avLst/>
              <a:gdLst>
                <a:gd name="T0" fmla="*/ 140 w 16"/>
                <a:gd name="T1" fmla="*/ 0 h 11"/>
                <a:gd name="T2" fmla="*/ 0 w 16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13" y="3"/>
                    <a:pt x="6" y="9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8" name="Freeform 2177">
              <a:extLst>
                <a:ext uri="{FF2B5EF4-FFF2-40B4-BE49-F238E27FC236}">
                  <a16:creationId xmlns:a16="http://schemas.microsoft.com/office/drawing/2014/main" id="{AF254BA0-1B76-4691-82BA-6F2A616BF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481"/>
              <a:ext cx="25" cy="4"/>
            </a:xfrm>
            <a:custGeom>
              <a:avLst/>
              <a:gdLst>
                <a:gd name="T0" fmla="*/ 0 w 12"/>
                <a:gd name="T1" fmla="*/ 0 h 2"/>
                <a:gd name="T2" fmla="*/ 108 w 1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5" y="2"/>
                    <a:pt x="12" y="2"/>
                    <a:pt x="12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9" name="Freeform 2178">
              <a:extLst>
                <a:ext uri="{FF2B5EF4-FFF2-40B4-BE49-F238E27FC236}">
                  <a16:creationId xmlns:a16="http://schemas.microsoft.com/office/drawing/2014/main" id="{12AEFA7D-BB17-4DFB-96B5-93CAF6337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454"/>
              <a:ext cx="52" cy="60"/>
            </a:xfrm>
            <a:custGeom>
              <a:avLst/>
              <a:gdLst>
                <a:gd name="T0" fmla="*/ 133 w 25"/>
                <a:gd name="T1" fmla="*/ 296 h 27"/>
                <a:gd name="T2" fmla="*/ 0 w 25"/>
                <a:gd name="T3" fmla="*/ 133 h 27"/>
                <a:gd name="T4" fmla="*/ 133 w 25"/>
                <a:gd name="T5" fmla="*/ 2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15" y="27"/>
                  </a:moveTo>
                  <a:cubicBezTo>
                    <a:pt x="25" y="15"/>
                    <a:pt x="8" y="0"/>
                    <a:pt x="0" y="12"/>
                  </a:cubicBezTo>
                  <a:lnTo>
                    <a:pt x="15" y="27"/>
                  </a:ln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0" name="Freeform 2179">
              <a:extLst>
                <a:ext uri="{FF2B5EF4-FFF2-40B4-BE49-F238E27FC236}">
                  <a16:creationId xmlns:a16="http://schemas.microsoft.com/office/drawing/2014/main" id="{C1E9A7F0-6F5C-4861-AD6C-17BE5823B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126"/>
              <a:ext cx="17" cy="20"/>
            </a:xfrm>
            <a:custGeom>
              <a:avLst/>
              <a:gdLst>
                <a:gd name="T0" fmla="*/ 0 w 8"/>
                <a:gd name="T1" fmla="*/ 98 h 9"/>
                <a:gd name="T2" fmla="*/ 77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3" y="5"/>
                    <a:pt x="8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1" name="Freeform 2180">
              <a:extLst>
                <a:ext uri="{FF2B5EF4-FFF2-40B4-BE49-F238E27FC236}">
                  <a16:creationId xmlns:a16="http://schemas.microsoft.com/office/drawing/2014/main" id="{5062A734-5951-413E-81DF-3257FAA90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229"/>
              <a:ext cx="8" cy="13"/>
            </a:xfrm>
            <a:custGeom>
              <a:avLst/>
              <a:gdLst>
                <a:gd name="T0" fmla="*/ 0 w 4"/>
                <a:gd name="T1" fmla="*/ 61 h 6"/>
                <a:gd name="T2" fmla="*/ 32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5"/>
                    <a:pt x="0" y="6"/>
                    <a:pt x="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2" name="Freeform 2181">
              <a:extLst>
                <a:ext uri="{FF2B5EF4-FFF2-40B4-BE49-F238E27FC236}">
                  <a16:creationId xmlns:a16="http://schemas.microsoft.com/office/drawing/2014/main" id="{F651C139-9620-4DA7-8775-2EB3B2C83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140"/>
              <a:ext cx="8" cy="40"/>
            </a:xfrm>
            <a:custGeom>
              <a:avLst/>
              <a:gdLst>
                <a:gd name="T0" fmla="*/ 32 w 4"/>
                <a:gd name="T1" fmla="*/ 0 h 18"/>
                <a:gd name="T2" fmla="*/ 0 w 4"/>
                <a:gd name="T3" fmla="*/ 19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0" y="5"/>
                    <a:pt x="0" y="18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3" name="Freeform 2182">
              <a:extLst>
                <a:ext uri="{FF2B5EF4-FFF2-40B4-BE49-F238E27FC236}">
                  <a16:creationId xmlns:a16="http://schemas.microsoft.com/office/drawing/2014/main" id="{AD15B652-1148-45D0-A0BC-3DF2C4C48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173"/>
              <a:ext cx="4" cy="56"/>
            </a:xfrm>
            <a:custGeom>
              <a:avLst/>
              <a:gdLst>
                <a:gd name="T0" fmla="*/ 16 w 2"/>
                <a:gd name="T1" fmla="*/ 0 h 25"/>
                <a:gd name="T2" fmla="*/ 16 w 2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5">
                  <a:moveTo>
                    <a:pt x="2" y="0"/>
                  </a:moveTo>
                  <a:cubicBezTo>
                    <a:pt x="0" y="5"/>
                    <a:pt x="2" y="25"/>
                    <a:pt x="2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4" name="Freeform 2183">
              <a:extLst>
                <a:ext uri="{FF2B5EF4-FFF2-40B4-BE49-F238E27FC236}">
                  <a16:creationId xmlns:a16="http://schemas.microsoft.com/office/drawing/2014/main" id="{483F6A68-E86E-4C72-A461-64F83A932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025"/>
              <a:ext cx="412" cy="908"/>
            </a:xfrm>
            <a:custGeom>
              <a:avLst/>
              <a:gdLst>
                <a:gd name="T0" fmla="*/ 1727 w 197"/>
                <a:gd name="T1" fmla="*/ 4455 h 407"/>
                <a:gd name="T2" fmla="*/ 1692 w 197"/>
                <a:gd name="T3" fmla="*/ 4420 h 407"/>
                <a:gd name="T4" fmla="*/ 1644 w 197"/>
                <a:gd name="T5" fmla="*/ 4375 h 407"/>
                <a:gd name="T6" fmla="*/ 1610 w 197"/>
                <a:gd name="T7" fmla="*/ 4339 h 407"/>
                <a:gd name="T8" fmla="*/ 1566 w 197"/>
                <a:gd name="T9" fmla="*/ 4286 h 407"/>
                <a:gd name="T10" fmla="*/ 1535 w 197"/>
                <a:gd name="T11" fmla="*/ 4250 h 407"/>
                <a:gd name="T12" fmla="*/ 1491 w 197"/>
                <a:gd name="T13" fmla="*/ 4196 h 407"/>
                <a:gd name="T14" fmla="*/ 1466 w 197"/>
                <a:gd name="T15" fmla="*/ 4152 h 407"/>
                <a:gd name="T16" fmla="*/ 1426 w 197"/>
                <a:gd name="T17" fmla="*/ 4107 h 407"/>
                <a:gd name="T18" fmla="*/ 1399 w 197"/>
                <a:gd name="T19" fmla="*/ 4067 h 407"/>
                <a:gd name="T20" fmla="*/ 1366 w 197"/>
                <a:gd name="T21" fmla="*/ 4007 h 407"/>
                <a:gd name="T22" fmla="*/ 1334 w 197"/>
                <a:gd name="T23" fmla="*/ 3962 h 407"/>
                <a:gd name="T24" fmla="*/ 1299 w 197"/>
                <a:gd name="T25" fmla="*/ 3922 h 407"/>
                <a:gd name="T26" fmla="*/ 1274 w 197"/>
                <a:gd name="T27" fmla="*/ 3862 h 407"/>
                <a:gd name="T28" fmla="*/ 1242 w 197"/>
                <a:gd name="T29" fmla="*/ 3808 h 407"/>
                <a:gd name="T30" fmla="*/ 1215 w 197"/>
                <a:gd name="T31" fmla="*/ 3764 h 407"/>
                <a:gd name="T32" fmla="*/ 1190 w 197"/>
                <a:gd name="T33" fmla="*/ 3708 h 407"/>
                <a:gd name="T34" fmla="*/ 1171 w 197"/>
                <a:gd name="T35" fmla="*/ 3663 h 407"/>
                <a:gd name="T36" fmla="*/ 1142 w 197"/>
                <a:gd name="T37" fmla="*/ 3607 h 407"/>
                <a:gd name="T38" fmla="*/ 1123 w 197"/>
                <a:gd name="T39" fmla="*/ 3563 h 407"/>
                <a:gd name="T40" fmla="*/ 1106 w 197"/>
                <a:gd name="T41" fmla="*/ 3498 h 407"/>
                <a:gd name="T42" fmla="*/ 1090 w 197"/>
                <a:gd name="T43" fmla="*/ 3454 h 407"/>
                <a:gd name="T44" fmla="*/ 1062 w 197"/>
                <a:gd name="T45" fmla="*/ 3384 h 407"/>
                <a:gd name="T46" fmla="*/ 1054 w 197"/>
                <a:gd name="T47" fmla="*/ 3344 h 407"/>
                <a:gd name="T48" fmla="*/ 1033 w 197"/>
                <a:gd name="T49" fmla="*/ 3284 h 407"/>
                <a:gd name="T50" fmla="*/ 1014 w 197"/>
                <a:gd name="T51" fmla="*/ 3239 h 407"/>
                <a:gd name="T52" fmla="*/ 998 w 197"/>
                <a:gd name="T53" fmla="*/ 3166 h 407"/>
                <a:gd name="T54" fmla="*/ 989 w 197"/>
                <a:gd name="T55" fmla="*/ 3130 h 407"/>
                <a:gd name="T56" fmla="*/ 970 w 197"/>
                <a:gd name="T57" fmla="*/ 3021 h 407"/>
                <a:gd name="T58" fmla="*/ 0 w 197"/>
                <a:gd name="T59" fmla="*/ 0 h 407"/>
                <a:gd name="T60" fmla="*/ 1803 w 197"/>
                <a:gd name="T61" fmla="*/ 4520 h 407"/>
                <a:gd name="T62" fmla="*/ 1784 w 197"/>
                <a:gd name="T63" fmla="*/ 4509 h 407"/>
                <a:gd name="T64" fmla="*/ 1727 w 197"/>
                <a:gd name="T65" fmla="*/ 4455 h 40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" h="407">
                  <a:moveTo>
                    <a:pt x="189" y="401"/>
                  </a:moveTo>
                  <a:cubicBezTo>
                    <a:pt x="187" y="400"/>
                    <a:pt x="186" y="399"/>
                    <a:pt x="185" y="398"/>
                  </a:cubicBezTo>
                  <a:cubicBezTo>
                    <a:pt x="183" y="397"/>
                    <a:pt x="182" y="395"/>
                    <a:pt x="180" y="394"/>
                  </a:cubicBezTo>
                  <a:cubicBezTo>
                    <a:pt x="179" y="393"/>
                    <a:pt x="177" y="392"/>
                    <a:pt x="176" y="391"/>
                  </a:cubicBezTo>
                  <a:cubicBezTo>
                    <a:pt x="175" y="389"/>
                    <a:pt x="173" y="388"/>
                    <a:pt x="171" y="386"/>
                  </a:cubicBezTo>
                  <a:cubicBezTo>
                    <a:pt x="170" y="385"/>
                    <a:pt x="169" y="384"/>
                    <a:pt x="168" y="383"/>
                  </a:cubicBezTo>
                  <a:cubicBezTo>
                    <a:pt x="166" y="381"/>
                    <a:pt x="165" y="380"/>
                    <a:pt x="163" y="378"/>
                  </a:cubicBezTo>
                  <a:cubicBezTo>
                    <a:pt x="162" y="377"/>
                    <a:pt x="161" y="376"/>
                    <a:pt x="160" y="374"/>
                  </a:cubicBezTo>
                  <a:cubicBezTo>
                    <a:pt x="158" y="373"/>
                    <a:pt x="157" y="371"/>
                    <a:pt x="156" y="370"/>
                  </a:cubicBezTo>
                  <a:cubicBezTo>
                    <a:pt x="155" y="369"/>
                    <a:pt x="154" y="367"/>
                    <a:pt x="153" y="366"/>
                  </a:cubicBezTo>
                  <a:cubicBezTo>
                    <a:pt x="151" y="364"/>
                    <a:pt x="150" y="363"/>
                    <a:pt x="149" y="361"/>
                  </a:cubicBezTo>
                  <a:cubicBezTo>
                    <a:pt x="148" y="360"/>
                    <a:pt x="147" y="359"/>
                    <a:pt x="146" y="357"/>
                  </a:cubicBezTo>
                  <a:cubicBezTo>
                    <a:pt x="144" y="356"/>
                    <a:pt x="143" y="354"/>
                    <a:pt x="142" y="353"/>
                  </a:cubicBezTo>
                  <a:cubicBezTo>
                    <a:pt x="141" y="351"/>
                    <a:pt x="140" y="350"/>
                    <a:pt x="139" y="348"/>
                  </a:cubicBezTo>
                  <a:cubicBezTo>
                    <a:pt x="138" y="347"/>
                    <a:pt x="137" y="345"/>
                    <a:pt x="136" y="343"/>
                  </a:cubicBezTo>
                  <a:cubicBezTo>
                    <a:pt x="135" y="342"/>
                    <a:pt x="134" y="341"/>
                    <a:pt x="133" y="339"/>
                  </a:cubicBezTo>
                  <a:cubicBezTo>
                    <a:pt x="132" y="338"/>
                    <a:pt x="131" y="336"/>
                    <a:pt x="130" y="334"/>
                  </a:cubicBezTo>
                  <a:cubicBezTo>
                    <a:pt x="130" y="333"/>
                    <a:pt x="129" y="331"/>
                    <a:pt x="128" y="330"/>
                  </a:cubicBezTo>
                  <a:cubicBezTo>
                    <a:pt x="127" y="328"/>
                    <a:pt x="126" y="327"/>
                    <a:pt x="125" y="325"/>
                  </a:cubicBezTo>
                  <a:cubicBezTo>
                    <a:pt x="124" y="323"/>
                    <a:pt x="124" y="322"/>
                    <a:pt x="123" y="321"/>
                  </a:cubicBezTo>
                  <a:cubicBezTo>
                    <a:pt x="122" y="319"/>
                    <a:pt x="121" y="317"/>
                    <a:pt x="121" y="315"/>
                  </a:cubicBezTo>
                  <a:cubicBezTo>
                    <a:pt x="120" y="314"/>
                    <a:pt x="119" y="312"/>
                    <a:pt x="119" y="311"/>
                  </a:cubicBezTo>
                  <a:cubicBezTo>
                    <a:pt x="118" y="309"/>
                    <a:pt x="117" y="307"/>
                    <a:pt x="116" y="305"/>
                  </a:cubicBezTo>
                  <a:cubicBezTo>
                    <a:pt x="116" y="304"/>
                    <a:pt x="115" y="303"/>
                    <a:pt x="115" y="301"/>
                  </a:cubicBezTo>
                  <a:cubicBezTo>
                    <a:pt x="114" y="299"/>
                    <a:pt x="113" y="297"/>
                    <a:pt x="113" y="296"/>
                  </a:cubicBezTo>
                  <a:cubicBezTo>
                    <a:pt x="112" y="294"/>
                    <a:pt x="112" y="293"/>
                    <a:pt x="111" y="292"/>
                  </a:cubicBezTo>
                  <a:cubicBezTo>
                    <a:pt x="111" y="290"/>
                    <a:pt x="110" y="287"/>
                    <a:pt x="109" y="285"/>
                  </a:cubicBezTo>
                  <a:cubicBezTo>
                    <a:pt x="109" y="284"/>
                    <a:pt x="109" y="283"/>
                    <a:pt x="108" y="282"/>
                  </a:cubicBezTo>
                  <a:cubicBezTo>
                    <a:pt x="108" y="279"/>
                    <a:pt x="107" y="276"/>
                    <a:pt x="106" y="272"/>
                  </a:cubicBezTo>
                  <a:cubicBezTo>
                    <a:pt x="40" y="171"/>
                    <a:pt x="10" y="81"/>
                    <a:pt x="0" y="0"/>
                  </a:cubicBezTo>
                  <a:cubicBezTo>
                    <a:pt x="10" y="104"/>
                    <a:pt x="50" y="304"/>
                    <a:pt x="197" y="407"/>
                  </a:cubicBezTo>
                  <a:cubicBezTo>
                    <a:pt x="196" y="407"/>
                    <a:pt x="196" y="406"/>
                    <a:pt x="195" y="406"/>
                  </a:cubicBezTo>
                  <a:cubicBezTo>
                    <a:pt x="193" y="404"/>
                    <a:pt x="191" y="403"/>
                    <a:pt x="189" y="40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5" name="Line 2184">
              <a:extLst>
                <a:ext uri="{FF2B5EF4-FFF2-40B4-BE49-F238E27FC236}">
                  <a16:creationId xmlns:a16="http://schemas.microsoft.com/office/drawing/2014/main" id="{7EAAA75D-B464-4299-BB53-24A5167402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3" y="3353"/>
              <a:ext cx="231" cy="56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6" name="Line 2185">
              <a:extLst>
                <a:ext uri="{FF2B5EF4-FFF2-40B4-BE49-F238E27FC236}">
                  <a16:creationId xmlns:a16="http://schemas.microsoft.com/office/drawing/2014/main" id="{B1E526CB-10A0-4471-8EC5-30B907D6AB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37" y="3578"/>
              <a:ext cx="228" cy="54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7" name="Freeform 2186">
              <a:extLst>
                <a:ext uri="{FF2B5EF4-FFF2-40B4-BE49-F238E27FC236}">
                  <a16:creationId xmlns:a16="http://schemas.microsoft.com/office/drawing/2014/main" id="{653B400A-163B-48BA-95D6-421468E15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686"/>
              <a:ext cx="601" cy="524"/>
            </a:xfrm>
            <a:custGeom>
              <a:avLst/>
              <a:gdLst>
                <a:gd name="T0" fmla="*/ 2176 w 287"/>
                <a:gd name="T1" fmla="*/ 2604 h 235"/>
                <a:gd name="T2" fmla="*/ 2184 w 287"/>
                <a:gd name="T3" fmla="*/ 2604 h 235"/>
                <a:gd name="T4" fmla="*/ 2224 w 287"/>
                <a:gd name="T5" fmla="*/ 2451 h 235"/>
                <a:gd name="T6" fmla="*/ 1386 w 287"/>
                <a:gd name="T7" fmla="*/ 667 h 235"/>
                <a:gd name="T8" fmla="*/ 36 w 287"/>
                <a:gd name="T9" fmla="*/ 109 h 235"/>
                <a:gd name="T10" fmla="*/ 0 w 287"/>
                <a:gd name="T11" fmla="*/ 0 h 235"/>
                <a:gd name="T12" fmla="*/ 0 w 287"/>
                <a:gd name="T13" fmla="*/ 0 h 235"/>
                <a:gd name="T14" fmla="*/ 1342 w 287"/>
                <a:gd name="T15" fmla="*/ 829 h 235"/>
                <a:gd name="T16" fmla="*/ 2176 w 287"/>
                <a:gd name="T17" fmla="*/ 2604 h 2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235">
                  <a:moveTo>
                    <a:pt x="237" y="235"/>
                  </a:moveTo>
                  <a:cubicBezTo>
                    <a:pt x="238" y="235"/>
                    <a:pt x="238" y="235"/>
                    <a:pt x="238" y="235"/>
                  </a:cubicBezTo>
                  <a:cubicBezTo>
                    <a:pt x="239" y="230"/>
                    <a:pt x="241" y="225"/>
                    <a:pt x="242" y="221"/>
                  </a:cubicBezTo>
                  <a:cubicBezTo>
                    <a:pt x="287" y="87"/>
                    <a:pt x="181" y="69"/>
                    <a:pt x="151" y="60"/>
                  </a:cubicBezTo>
                  <a:cubicBezTo>
                    <a:pt x="124" y="52"/>
                    <a:pt x="27" y="53"/>
                    <a:pt x="4" y="10"/>
                  </a:cubicBezTo>
                  <a:cubicBezTo>
                    <a:pt x="3" y="7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65"/>
                    <a:pt x="105" y="62"/>
                    <a:pt x="146" y="75"/>
                  </a:cubicBezTo>
                  <a:cubicBezTo>
                    <a:pt x="176" y="84"/>
                    <a:pt x="281" y="101"/>
                    <a:pt x="237" y="23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8" name="Freeform 2187">
              <a:extLst>
                <a:ext uri="{FF2B5EF4-FFF2-40B4-BE49-F238E27FC236}">
                  <a16:creationId xmlns:a16="http://schemas.microsoft.com/office/drawing/2014/main" id="{6C5D3ACF-EEA0-4D18-AE5B-3D1A5BC82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508"/>
              <a:ext cx="609" cy="2124"/>
            </a:xfrm>
            <a:custGeom>
              <a:avLst/>
              <a:gdLst>
                <a:gd name="T0" fmla="*/ 276 w 291"/>
                <a:gd name="T1" fmla="*/ 0 h 952"/>
                <a:gd name="T2" fmla="*/ 84 w 291"/>
                <a:gd name="T3" fmla="*/ 413 h 952"/>
                <a:gd name="T4" fmla="*/ 75 w 291"/>
                <a:gd name="T5" fmla="*/ 1000 h 952"/>
                <a:gd name="T6" fmla="*/ 1419 w 291"/>
                <a:gd name="T7" fmla="*/ 1553 h 952"/>
                <a:gd name="T8" fmla="*/ 2256 w 291"/>
                <a:gd name="T9" fmla="*/ 3344 h 952"/>
                <a:gd name="T10" fmla="*/ 2549 w 291"/>
                <a:gd name="T11" fmla="*/ 10573 h 9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1" h="952">
                  <a:moveTo>
                    <a:pt x="30" y="0"/>
                  </a:moveTo>
                  <a:cubicBezTo>
                    <a:pt x="23" y="12"/>
                    <a:pt x="16" y="23"/>
                    <a:pt x="9" y="37"/>
                  </a:cubicBezTo>
                  <a:cubicBezTo>
                    <a:pt x="0" y="59"/>
                    <a:pt x="1" y="75"/>
                    <a:pt x="8" y="90"/>
                  </a:cubicBezTo>
                  <a:cubicBezTo>
                    <a:pt x="31" y="133"/>
                    <a:pt x="128" y="132"/>
                    <a:pt x="155" y="140"/>
                  </a:cubicBezTo>
                  <a:cubicBezTo>
                    <a:pt x="185" y="149"/>
                    <a:pt x="291" y="167"/>
                    <a:pt x="246" y="301"/>
                  </a:cubicBezTo>
                  <a:cubicBezTo>
                    <a:pt x="198" y="449"/>
                    <a:pt x="84" y="655"/>
                    <a:pt x="278" y="95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9" name="Freeform 2188">
              <a:extLst>
                <a:ext uri="{FF2B5EF4-FFF2-40B4-BE49-F238E27FC236}">
                  <a16:creationId xmlns:a16="http://schemas.microsoft.com/office/drawing/2014/main" id="{3EA3E7DC-51DA-4E09-A32E-2BB60AD7CF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1" y="1514"/>
              <a:ext cx="1495" cy="2066"/>
            </a:xfrm>
            <a:custGeom>
              <a:avLst/>
              <a:gdLst>
                <a:gd name="T0" fmla="*/ 257 w 715"/>
                <a:gd name="T1" fmla="*/ 9 h 926"/>
                <a:gd name="T2" fmla="*/ 92 w 715"/>
                <a:gd name="T3" fmla="*/ 877 h 926"/>
                <a:gd name="T4" fmla="*/ 1142 w 715"/>
                <a:gd name="T5" fmla="*/ 1363 h 926"/>
                <a:gd name="T6" fmla="*/ 1508 w 715"/>
                <a:gd name="T7" fmla="*/ 1444 h 926"/>
                <a:gd name="T8" fmla="*/ 2457 w 715"/>
                <a:gd name="T9" fmla="*/ 2644 h 926"/>
                <a:gd name="T10" fmla="*/ 2340 w 715"/>
                <a:gd name="T11" fmla="*/ 3474 h 926"/>
                <a:gd name="T12" fmla="*/ 1800 w 715"/>
                <a:gd name="T13" fmla="*/ 6765 h 926"/>
                <a:gd name="T14" fmla="*/ 3454 w 715"/>
                <a:gd name="T15" fmla="*/ 10274 h 926"/>
                <a:gd name="T16" fmla="*/ 3475 w 715"/>
                <a:gd name="T17" fmla="*/ 10283 h 926"/>
                <a:gd name="T18" fmla="*/ 3820 w 715"/>
                <a:gd name="T19" fmla="*/ 10205 h 926"/>
                <a:gd name="T20" fmla="*/ 4232 w 715"/>
                <a:gd name="T21" fmla="*/ 10076 h 926"/>
                <a:gd name="T22" fmla="*/ 4644 w 715"/>
                <a:gd name="T23" fmla="*/ 9960 h 926"/>
                <a:gd name="T24" fmla="*/ 5154 w 715"/>
                <a:gd name="T25" fmla="*/ 9861 h 926"/>
                <a:gd name="T26" fmla="*/ 5687 w 715"/>
                <a:gd name="T27" fmla="*/ 9752 h 926"/>
                <a:gd name="T28" fmla="*/ 6024 w 715"/>
                <a:gd name="T29" fmla="*/ 9598 h 926"/>
                <a:gd name="T30" fmla="*/ 6269 w 715"/>
                <a:gd name="T31" fmla="*/ 9542 h 926"/>
                <a:gd name="T32" fmla="*/ 6519 w 715"/>
                <a:gd name="T33" fmla="*/ 9438 h 926"/>
                <a:gd name="T34" fmla="*/ 6536 w 715"/>
                <a:gd name="T35" fmla="*/ 9417 h 926"/>
                <a:gd name="T36" fmla="*/ 3686 w 715"/>
                <a:gd name="T37" fmla="*/ 6441 h 926"/>
                <a:gd name="T38" fmla="*/ 3034 w 715"/>
                <a:gd name="T39" fmla="*/ 5123 h 926"/>
                <a:gd name="T40" fmla="*/ 2942 w 715"/>
                <a:gd name="T41" fmla="*/ 3186 h 926"/>
                <a:gd name="T42" fmla="*/ 2982 w 715"/>
                <a:gd name="T43" fmla="*/ 2798 h 926"/>
                <a:gd name="T44" fmla="*/ 2789 w 715"/>
                <a:gd name="T45" fmla="*/ 1921 h 926"/>
                <a:gd name="T46" fmla="*/ 184 w 715"/>
                <a:gd name="T47" fmla="*/ 756 h 926"/>
                <a:gd name="T48" fmla="*/ 228 w 715"/>
                <a:gd name="T49" fmla="*/ 254 h 926"/>
                <a:gd name="T50" fmla="*/ 328 w 715"/>
                <a:gd name="T51" fmla="*/ 80 h 926"/>
                <a:gd name="T52" fmla="*/ 268 w 715"/>
                <a:gd name="T53" fmla="*/ 0 h 926"/>
                <a:gd name="T54" fmla="*/ 2890 w 715"/>
                <a:gd name="T55" fmla="*/ 9255 h 926"/>
                <a:gd name="T56" fmla="*/ 1827 w 715"/>
                <a:gd name="T57" fmla="*/ 6765 h 926"/>
                <a:gd name="T58" fmla="*/ 2369 w 715"/>
                <a:gd name="T59" fmla="*/ 3489 h 926"/>
                <a:gd name="T60" fmla="*/ 2488 w 715"/>
                <a:gd name="T61" fmla="*/ 2644 h 926"/>
                <a:gd name="T62" fmla="*/ 1508 w 715"/>
                <a:gd name="T63" fmla="*/ 1435 h 926"/>
                <a:gd name="T64" fmla="*/ 1142 w 715"/>
                <a:gd name="T65" fmla="*/ 1354 h 926"/>
                <a:gd name="T66" fmla="*/ 100 w 715"/>
                <a:gd name="T67" fmla="*/ 866 h 926"/>
                <a:gd name="T68" fmla="*/ 109 w 715"/>
                <a:gd name="T69" fmla="*/ 368 h 926"/>
                <a:gd name="T70" fmla="*/ 301 w 715"/>
                <a:gd name="T71" fmla="*/ 65 h 926"/>
                <a:gd name="T72" fmla="*/ 220 w 715"/>
                <a:gd name="T73" fmla="*/ 254 h 926"/>
                <a:gd name="T74" fmla="*/ 176 w 715"/>
                <a:gd name="T75" fmla="*/ 776 h 926"/>
                <a:gd name="T76" fmla="*/ 2773 w 715"/>
                <a:gd name="T77" fmla="*/ 1932 h 926"/>
                <a:gd name="T78" fmla="*/ 2961 w 715"/>
                <a:gd name="T79" fmla="*/ 2787 h 926"/>
                <a:gd name="T80" fmla="*/ 2925 w 715"/>
                <a:gd name="T81" fmla="*/ 3186 h 926"/>
                <a:gd name="T82" fmla="*/ 3009 w 715"/>
                <a:gd name="T83" fmla="*/ 5132 h 926"/>
                <a:gd name="T84" fmla="*/ 3663 w 715"/>
                <a:gd name="T85" fmla="*/ 6466 h 926"/>
                <a:gd name="T86" fmla="*/ 6501 w 715"/>
                <a:gd name="T87" fmla="*/ 9409 h 926"/>
                <a:gd name="T88" fmla="*/ 6260 w 715"/>
                <a:gd name="T89" fmla="*/ 9507 h 926"/>
                <a:gd name="T90" fmla="*/ 6016 w 715"/>
                <a:gd name="T91" fmla="*/ 9563 h 926"/>
                <a:gd name="T92" fmla="*/ 5675 w 715"/>
                <a:gd name="T93" fmla="*/ 9716 h 926"/>
                <a:gd name="T94" fmla="*/ 5146 w 715"/>
                <a:gd name="T95" fmla="*/ 9830 h 926"/>
                <a:gd name="T96" fmla="*/ 4633 w 715"/>
                <a:gd name="T97" fmla="*/ 9931 h 926"/>
                <a:gd name="T98" fmla="*/ 4232 w 715"/>
                <a:gd name="T99" fmla="*/ 10040 h 926"/>
                <a:gd name="T100" fmla="*/ 3820 w 715"/>
                <a:gd name="T101" fmla="*/ 10174 h 926"/>
                <a:gd name="T102" fmla="*/ 3475 w 715"/>
                <a:gd name="T103" fmla="*/ 10239 h 9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15" h="926">
                  <a:moveTo>
                    <a:pt x="28" y="0"/>
                  </a:moveTo>
                  <a:cubicBezTo>
                    <a:pt x="28" y="0"/>
                    <a:pt x="29" y="1"/>
                    <a:pt x="28" y="1"/>
                  </a:cubicBezTo>
                  <a:cubicBezTo>
                    <a:pt x="21" y="13"/>
                    <a:pt x="17" y="21"/>
                    <a:pt x="10" y="35"/>
                  </a:cubicBezTo>
                  <a:cubicBezTo>
                    <a:pt x="0" y="56"/>
                    <a:pt x="5" y="71"/>
                    <a:pt x="10" y="79"/>
                  </a:cubicBezTo>
                  <a:cubicBezTo>
                    <a:pt x="26" y="110"/>
                    <a:pt x="87" y="118"/>
                    <a:pt x="124" y="123"/>
                  </a:cubicBezTo>
                  <a:cubicBezTo>
                    <a:pt x="125" y="123"/>
                    <a:pt x="125" y="123"/>
                    <a:pt x="125" y="123"/>
                  </a:cubicBezTo>
                  <a:cubicBezTo>
                    <a:pt x="138" y="125"/>
                    <a:pt x="149" y="126"/>
                    <a:pt x="156" y="128"/>
                  </a:cubicBezTo>
                  <a:cubicBezTo>
                    <a:pt x="156" y="128"/>
                    <a:pt x="165" y="130"/>
                    <a:pt x="165" y="130"/>
                  </a:cubicBezTo>
                  <a:cubicBezTo>
                    <a:pt x="191" y="137"/>
                    <a:pt x="234" y="147"/>
                    <a:pt x="253" y="184"/>
                  </a:cubicBezTo>
                  <a:cubicBezTo>
                    <a:pt x="257" y="191"/>
                    <a:pt x="269" y="212"/>
                    <a:pt x="269" y="238"/>
                  </a:cubicBezTo>
                  <a:cubicBezTo>
                    <a:pt x="269" y="262"/>
                    <a:pt x="266" y="284"/>
                    <a:pt x="259" y="302"/>
                  </a:cubicBezTo>
                  <a:cubicBezTo>
                    <a:pt x="256" y="313"/>
                    <a:pt x="256" y="313"/>
                    <a:pt x="256" y="313"/>
                  </a:cubicBezTo>
                  <a:cubicBezTo>
                    <a:pt x="242" y="353"/>
                    <a:pt x="242" y="353"/>
                    <a:pt x="242" y="353"/>
                  </a:cubicBezTo>
                  <a:cubicBezTo>
                    <a:pt x="211" y="439"/>
                    <a:pt x="197" y="519"/>
                    <a:pt x="197" y="609"/>
                  </a:cubicBezTo>
                  <a:cubicBezTo>
                    <a:pt x="197" y="681"/>
                    <a:pt x="256" y="759"/>
                    <a:pt x="313" y="835"/>
                  </a:cubicBezTo>
                  <a:cubicBezTo>
                    <a:pt x="336" y="865"/>
                    <a:pt x="359" y="895"/>
                    <a:pt x="378" y="925"/>
                  </a:cubicBezTo>
                  <a:cubicBezTo>
                    <a:pt x="378" y="926"/>
                    <a:pt x="379" y="926"/>
                    <a:pt x="379" y="926"/>
                  </a:cubicBezTo>
                  <a:cubicBezTo>
                    <a:pt x="380" y="926"/>
                    <a:pt x="380" y="926"/>
                    <a:pt x="380" y="926"/>
                  </a:cubicBezTo>
                  <a:cubicBezTo>
                    <a:pt x="388" y="919"/>
                    <a:pt x="396" y="919"/>
                    <a:pt x="405" y="919"/>
                  </a:cubicBezTo>
                  <a:cubicBezTo>
                    <a:pt x="409" y="919"/>
                    <a:pt x="414" y="919"/>
                    <a:pt x="418" y="919"/>
                  </a:cubicBezTo>
                  <a:cubicBezTo>
                    <a:pt x="425" y="918"/>
                    <a:pt x="432" y="915"/>
                    <a:pt x="438" y="913"/>
                  </a:cubicBezTo>
                  <a:cubicBezTo>
                    <a:pt x="446" y="910"/>
                    <a:pt x="454" y="908"/>
                    <a:pt x="463" y="907"/>
                  </a:cubicBezTo>
                  <a:cubicBezTo>
                    <a:pt x="463" y="907"/>
                    <a:pt x="463" y="907"/>
                    <a:pt x="463" y="907"/>
                  </a:cubicBezTo>
                  <a:cubicBezTo>
                    <a:pt x="478" y="906"/>
                    <a:pt x="492" y="903"/>
                    <a:pt x="508" y="897"/>
                  </a:cubicBezTo>
                  <a:cubicBezTo>
                    <a:pt x="518" y="894"/>
                    <a:pt x="527" y="893"/>
                    <a:pt x="537" y="893"/>
                  </a:cubicBezTo>
                  <a:cubicBezTo>
                    <a:pt x="545" y="892"/>
                    <a:pt x="555" y="891"/>
                    <a:pt x="564" y="888"/>
                  </a:cubicBezTo>
                  <a:cubicBezTo>
                    <a:pt x="576" y="884"/>
                    <a:pt x="587" y="883"/>
                    <a:pt x="598" y="882"/>
                  </a:cubicBezTo>
                  <a:cubicBezTo>
                    <a:pt x="606" y="881"/>
                    <a:pt x="614" y="880"/>
                    <a:pt x="622" y="878"/>
                  </a:cubicBezTo>
                  <a:cubicBezTo>
                    <a:pt x="629" y="876"/>
                    <a:pt x="636" y="873"/>
                    <a:pt x="643" y="871"/>
                  </a:cubicBezTo>
                  <a:cubicBezTo>
                    <a:pt x="648" y="868"/>
                    <a:pt x="653" y="866"/>
                    <a:pt x="659" y="864"/>
                  </a:cubicBezTo>
                  <a:cubicBezTo>
                    <a:pt x="663" y="863"/>
                    <a:pt x="667" y="862"/>
                    <a:pt x="672" y="862"/>
                  </a:cubicBezTo>
                  <a:cubicBezTo>
                    <a:pt x="677" y="861"/>
                    <a:pt x="681" y="860"/>
                    <a:pt x="686" y="859"/>
                  </a:cubicBezTo>
                  <a:cubicBezTo>
                    <a:pt x="698" y="855"/>
                    <a:pt x="698" y="855"/>
                    <a:pt x="698" y="855"/>
                  </a:cubicBezTo>
                  <a:cubicBezTo>
                    <a:pt x="703" y="853"/>
                    <a:pt x="708" y="851"/>
                    <a:pt x="713" y="850"/>
                  </a:cubicBezTo>
                  <a:cubicBezTo>
                    <a:pt x="714" y="850"/>
                    <a:pt x="714" y="850"/>
                    <a:pt x="714" y="849"/>
                  </a:cubicBezTo>
                  <a:cubicBezTo>
                    <a:pt x="715" y="849"/>
                    <a:pt x="715" y="848"/>
                    <a:pt x="715" y="848"/>
                  </a:cubicBezTo>
                  <a:cubicBezTo>
                    <a:pt x="689" y="789"/>
                    <a:pt x="648" y="738"/>
                    <a:pt x="520" y="665"/>
                  </a:cubicBezTo>
                  <a:cubicBezTo>
                    <a:pt x="469" y="636"/>
                    <a:pt x="428" y="606"/>
                    <a:pt x="403" y="580"/>
                  </a:cubicBezTo>
                  <a:cubicBezTo>
                    <a:pt x="382" y="558"/>
                    <a:pt x="352" y="520"/>
                    <a:pt x="333" y="463"/>
                  </a:cubicBezTo>
                  <a:cubicBezTo>
                    <a:pt x="332" y="461"/>
                    <a:pt x="332" y="461"/>
                    <a:pt x="332" y="461"/>
                  </a:cubicBezTo>
                  <a:cubicBezTo>
                    <a:pt x="321" y="430"/>
                    <a:pt x="316" y="395"/>
                    <a:pt x="316" y="354"/>
                  </a:cubicBezTo>
                  <a:cubicBezTo>
                    <a:pt x="316" y="335"/>
                    <a:pt x="319" y="310"/>
                    <a:pt x="322" y="287"/>
                  </a:cubicBezTo>
                  <a:cubicBezTo>
                    <a:pt x="323" y="282"/>
                    <a:pt x="323" y="282"/>
                    <a:pt x="323" y="282"/>
                  </a:cubicBezTo>
                  <a:cubicBezTo>
                    <a:pt x="326" y="252"/>
                    <a:pt x="326" y="252"/>
                    <a:pt x="326" y="252"/>
                  </a:cubicBezTo>
                  <a:cubicBezTo>
                    <a:pt x="327" y="239"/>
                    <a:pt x="327" y="239"/>
                    <a:pt x="327" y="239"/>
                  </a:cubicBezTo>
                  <a:cubicBezTo>
                    <a:pt x="327" y="214"/>
                    <a:pt x="319" y="190"/>
                    <a:pt x="305" y="173"/>
                  </a:cubicBezTo>
                  <a:cubicBezTo>
                    <a:pt x="265" y="127"/>
                    <a:pt x="181" y="98"/>
                    <a:pt x="72" y="93"/>
                  </a:cubicBezTo>
                  <a:cubicBezTo>
                    <a:pt x="46" y="91"/>
                    <a:pt x="27" y="82"/>
                    <a:pt x="20" y="68"/>
                  </a:cubicBezTo>
                  <a:cubicBezTo>
                    <a:pt x="17" y="62"/>
                    <a:pt x="16" y="53"/>
                    <a:pt x="16" y="47"/>
                  </a:cubicBezTo>
                  <a:cubicBezTo>
                    <a:pt x="16" y="41"/>
                    <a:pt x="20" y="32"/>
                    <a:pt x="25" y="23"/>
                  </a:cubicBezTo>
                  <a:cubicBezTo>
                    <a:pt x="25" y="23"/>
                    <a:pt x="35" y="6"/>
                    <a:pt x="35" y="6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6"/>
                    <a:pt x="36" y="6"/>
                    <a:pt x="35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8" y="0"/>
                    <a:pt x="28" y="0"/>
                  </a:cubicBezTo>
                  <a:close/>
                  <a:moveTo>
                    <a:pt x="316" y="833"/>
                  </a:moveTo>
                  <a:cubicBezTo>
                    <a:pt x="259" y="758"/>
                    <a:pt x="200" y="680"/>
                    <a:pt x="200" y="609"/>
                  </a:cubicBezTo>
                  <a:cubicBezTo>
                    <a:pt x="200" y="609"/>
                    <a:pt x="200" y="609"/>
                    <a:pt x="200" y="609"/>
                  </a:cubicBezTo>
                  <a:cubicBezTo>
                    <a:pt x="200" y="519"/>
                    <a:pt x="214" y="440"/>
                    <a:pt x="245" y="354"/>
                  </a:cubicBezTo>
                  <a:cubicBezTo>
                    <a:pt x="259" y="314"/>
                    <a:pt x="259" y="314"/>
                    <a:pt x="259" y="314"/>
                  </a:cubicBezTo>
                  <a:cubicBezTo>
                    <a:pt x="262" y="303"/>
                    <a:pt x="262" y="303"/>
                    <a:pt x="262" y="303"/>
                  </a:cubicBezTo>
                  <a:cubicBezTo>
                    <a:pt x="268" y="285"/>
                    <a:pt x="272" y="263"/>
                    <a:pt x="272" y="238"/>
                  </a:cubicBezTo>
                  <a:cubicBezTo>
                    <a:pt x="272" y="211"/>
                    <a:pt x="259" y="191"/>
                    <a:pt x="255" y="184"/>
                  </a:cubicBezTo>
                  <a:cubicBezTo>
                    <a:pt x="235" y="146"/>
                    <a:pt x="191" y="135"/>
                    <a:pt x="165" y="129"/>
                  </a:cubicBezTo>
                  <a:cubicBezTo>
                    <a:pt x="156" y="127"/>
                    <a:pt x="156" y="127"/>
                    <a:pt x="156" y="127"/>
                  </a:cubicBezTo>
                  <a:cubicBezTo>
                    <a:pt x="149" y="124"/>
                    <a:pt x="138" y="123"/>
                    <a:pt x="125" y="122"/>
                  </a:cubicBezTo>
                  <a:cubicBezTo>
                    <a:pt x="124" y="121"/>
                    <a:pt x="124" y="121"/>
                    <a:pt x="124" y="121"/>
                  </a:cubicBezTo>
                  <a:cubicBezTo>
                    <a:pt x="88" y="117"/>
                    <a:pt x="26" y="107"/>
                    <a:pt x="11" y="78"/>
                  </a:cubicBezTo>
                  <a:cubicBezTo>
                    <a:pt x="9" y="73"/>
                    <a:pt x="6" y="66"/>
                    <a:pt x="6" y="56"/>
                  </a:cubicBezTo>
                  <a:cubicBezTo>
                    <a:pt x="6" y="50"/>
                    <a:pt x="8" y="41"/>
                    <a:pt x="12" y="33"/>
                  </a:cubicBezTo>
                  <a:cubicBezTo>
                    <a:pt x="18" y="20"/>
                    <a:pt x="22" y="12"/>
                    <a:pt x="29" y="2"/>
                  </a:cubicBezTo>
                  <a:cubicBezTo>
                    <a:pt x="30" y="3"/>
                    <a:pt x="32" y="6"/>
                    <a:pt x="33" y="6"/>
                  </a:cubicBezTo>
                  <a:cubicBezTo>
                    <a:pt x="33" y="8"/>
                    <a:pt x="31" y="10"/>
                    <a:pt x="31" y="10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18" y="32"/>
                    <a:pt x="15" y="41"/>
                    <a:pt x="15" y="48"/>
                  </a:cubicBezTo>
                  <a:cubicBezTo>
                    <a:pt x="15" y="53"/>
                    <a:pt x="16" y="63"/>
                    <a:pt x="19" y="70"/>
                  </a:cubicBezTo>
                  <a:cubicBezTo>
                    <a:pt x="27" y="84"/>
                    <a:pt x="46" y="92"/>
                    <a:pt x="73" y="94"/>
                  </a:cubicBezTo>
                  <a:cubicBezTo>
                    <a:pt x="181" y="99"/>
                    <a:pt x="264" y="128"/>
                    <a:pt x="303" y="174"/>
                  </a:cubicBezTo>
                  <a:cubicBezTo>
                    <a:pt x="317" y="190"/>
                    <a:pt x="325" y="215"/>
                    <a:pt x="325" y="239"/>
                  </a:cubicBezTo>
                  <a:cubicBezTo>
                    <a:pt x="324" y="251"/>
                    <a:pt x="324" y="251"/>
                    <a:pt x="324" y="251"/>
                  </a:cubicBezTo>
                  <a:cubicBezTo>
                    <a:pt x="320" y="282"/>
                    <a:pt x="320" y="282"/>
                    <a:pt x="320" y="282"/>
                  </a:cubicBezTo>
                  <a:cubicBezTo>
                    <a:pt x="320" y="287"/>
                    <a:pt x="320" y="287"/>
                    <a:pt x="320" y="287"/>
                  </a:cubicBezTo>
                  <a:cubicBezTo>
                    <a:pt x="317" y="309"/>
                    <a:pt x="313" y="335"/>
                    <a:pt x="313" y="354"/>
                  </a:cubicBezTo>
                  <a:cubicBezTo>
                    <a:pt x="313" y="396"/>
                    <a:pt x="318" y="430"/>
                    <a:pt x="329" y="462"/>
                  </a:cubicBezTo>
                  <a:cubicBezTo>
                    <a:pt x="330" y="464"/>
                    <a:pt x="330" y="464"/>
                    <a:pt x="330" y="464"/>
                  </a:cubicBezTo>
                  <a:cubicBezTo>
                    <a:pt x="350" y="521"/>
                    <a:pt x="379" y="560"/>
                    <a:pt x="401" y="582"/>
                  </a:cubicBezTo>
                  <a:cubicBezTo>
                    <a:pt x="426" y="609"/>
                    <a:pt x="467" y="638"/>
                    <a:pt x="519" y="668"/>
                  </a:cubicBezTo>
                  <a:cubicBezTo>
                    <a:pt x="645" y="740"/>
                    <a:pt x="686" y="790"/>
                    <a:pt x="711" y="847"/>
                  </a:cubicBezTo>
                  <a:cubicBezTo>
                    <a:pt x="706" y="849"/>
                    <a:pt x="702" y="850"/>
                    <a:pt x="696" y="852"/>
                  </a:cubicBezTo>
                  <a:cubicBezTo>
                    <a:pt x="685" y="856"/>
                    <a:pt x="685" y="856"/>
                    <a:pt x="685" y="856"/>
                  </a:cubicBezTo>
                  <a:cubicBezTo>
                    <a:pt x="681" y="857"/>
                    <a:pt x="676" y="858"/>
                    <a:pt x="671" y="859"/>
                  </a:cubicBezTo>
                  <a:cubicBezTo>
                    <a:pt x="667" y="859"/>
                    <a:pt x="662" y="860"/>
                    <a:pt x="658" y="861"/>
                  </a:cubicBezTo>
                  <a:cubicBezTo>
                    <a:pt x="652" y="863"/>
                    <a:pt x="647" y="865"/>
                    <a:pt x="641" y="868"/>
                  </a:cubicBezTo>
                  <a:cubicBezTo>
                    <a:pt x="635" y="871"/>
                    <a:pt x="628" y="874"/>
                    <a:pt x="621" y="875"/>
                  </a:cubicBezTo>
                  <a:cubicBezTo>
                    <a:pt x="613" y="877"/>
                    <a:pt x="606" y="878"/>
                    <a:pt x="598" y="879"/>
                  </a:cubicBezTo>
                  <a:cubicBezTo>
                    <a:pt x="587" y="880"/>
                    <a:pt x="575" y="881"/>
                    <a:pt x="563" y="885"/>
                  </a:cubicBezTo>
                  <a:cubicBezTo>
                    <a:pt x="554" y="888"/>
                    <a:pt x="545" y="889"/>
                    <a:pt x="536" y="890"/>
                  </a:cubicBezTo>
                  <a:cubicBezTo>
                    <a:pt x="527" y="890"/>
                    <a:pt x="517" y="891"/>
                    <a:pt x="507" y="894"/>
                  </a:cubicBezTo>
                  <a:cubicBezTo>
                    <a:pt x="492" y="900"/>
                    <a:pt x="478" y="903"/>
                    <a:pt x="463" y="904"/>
                  </a:cubicBezTo>
                  <a:cubicBezTo>
                    <a:pt x="463" y="904"/>
                    <a:pt x="463" y="904"/>
                    <a:pt x="463" y="904"/>
                  </a:cubicBezTo>
                  <a:cubicBezTo>
                    <a:pt x="453" y="905"/>
                    <a:pt x="445" y="907"/>
                    <a:pt x="437" y="910"/>
                  </a:cubicBezTo>
                  <a:cubicBezTo>
                    <a:pt x="431" y="912"/>
                    <a:pt x="425" y="915"/>
                    <a:pt x="418" y="916"/>
                  </a:cubicBezTo>
                  <a:cubicBezTo>
                    <a:pt x="413" y="916"/>
                    <a:pt x="409" y="916"/>
                    <a:pt x="405" y="916"/>
                  </a:cubicBezTo>
                  <a:cubicBezTo>
                    <a:pt x="396" y="916"/>
                    <a:pt x="388" y="917"/>
                    <a:pt x="380" y="922"/>
                  </a:cubicBezTo>
                  <a:cubicBezTo>
                    <a:pt x="361" y="893"/>
                    <a:pt x="338" y="863"/>
                    <a:pt x="316" y="8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0" name="Freeform 2189">
              <a:extLst>
                <a:ext uri="{FF2B5EF4-FFF2-40B4-BE49-F238E27FC236}">
                  <a16:creationId xmlns:a16="http://schemas.microsoft.com/office/drawing/2014/main" id="{66678E55-B1AD-45C9-8219-A6C6DFC4E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406"/>
              <a:ext cx="711" cy="438"/>
            </a:xfrm>
            <a:custGeom>
              <a:avLst/>
              <a:gdLst>
                <a:gd name="T0" fmla="*/ 3043 w 340"/>
                <a:gd name="T1" fmla="*/ 0 h 196"/>
                <a:gd name="T2" fmla="*/ 3009 w 340"/>
                <a:gd name="T3" fmla="*/ 9 h 196"/>
                <a:gd name="T4" fmla="*/ 2798 w 340"/>
                <a:gd name="T5" fmla="*/ 101 h 196"/>
                <a:gd name="T6" fmla="*/ 2541 w 340"/>
                <a:gd name="T7" fmla="*/ 170 h 196"/>
                <a:gd name="T8" fmla="*/ 2212 w 340"/>
                <a:gd name="T9" fmla="*/ 315 h 196"/>
                <a:gd name="T10" fmla="*/ 1683 w 340"/>
                <a:gd name="T11" fmla="*/ 434 h 196"/>
                <a:gd name="T12" fmla="*/ 1171 w 340"/>
                <a:gd name="T13" fmla="*/ 534 h 196"/>
                <a:gd name="T14" fmla="*/ 761 w 340"/>
                <a:gd name="T15" fmla="*/ 650 h 196"/>
                <a:gd name="T16" fmla="*/ 345 w 340"/>
                <a:gd name="T17" fmla="*/ 769 h 196"/>
                <a:gd name="T18" fmla="*/ 0 w 340"/>
                <a:gd name="T19" fmla="*/ 858 h 196"/>
                <a:gd name="T20" fmla="*/ 27 w 340"/>
                <a:gd name="T21" fmla="*/ 1113 h 196"/>
                <a:gd name="T22" fmla="*/ 27 w 340"/>
                <a:gd name="T23" fmla="*/ 1104 h 196"/>
                <a:gd name="T24" fmla="*/ 0 w 340"/>
                <a:gd name="T25" fmla="*/ 1249 h 196"/>
                <a:gd name="T26" fmla="*/ 65 w 340"/>
                <a:gd name="T27" fmla="*/ 1318 h 196"/>
                <a:gd name="T28" fmla="*/ 84 w 340"/>
                <a:gd name="T29" fmla="*/ 1348 h 196"/>
                <a:gd name="T30" fmla="*/ 220 w 340"/>
                <a:gd name="T31" fmla="*/ 1562 h 196"/>
                <a:gd name="T32" fmla="*/ 220 w 340"/>
                <a:gd name="T33" fmla="*/ 1643 h 196"/>
                <a:gd name="T34" fmla="*/ 293 w 340"/>
                <a:gd name="T35" fmla="*/ 1643 h 196"/>
                <a:gd name="T36" fmla="*/ 494 w 340"/>
                <a:gd name="T37" fmla="*/ 1817 h 196"/>
                <a:gd name="T38" fmla="*/ 521 w 340"/>
                <a:gd name="T39" fmla="*/ 1942 h 196"/>
                <a:gd name="T40" fmla="*/ 604 w 340"/>
                <a:gd name="T41" fmla="*/ 1897 h 196"/>
                <a:gd name="T42" fmla="*/ 897 w 340"/>
                <a:gd name="T43" fmla="*/ 2051 h 196"/>
                <a:gd name="T44" fmla="*/ 914 w 340"/>
                <a:gd name="T45" fmla="*/ 2098 h 196"/>
                <a:gd name="T46" fmla="*/ 941 w 340"/>
                <a:gd name="T47" fmla="*/ 2063 h 196"/>
                <a:gd name="T48" fmla="*/ 1299 w 340"/>
                <a:gd name="T49" fmla="*/ 2143 h 196"/>
                <a:gd name="T50" fmla="*/ 1326 w 340"/>
                <a:gd name="T51" fmla="*/ 2188 h 196"/>
                <a:gd name="T52" fmla="*/ 1351 w 340"/>
                <a:gd name="T53" fmla="*/ 2152 h 196"/>
                <a:gd name="T54" fmla="*/ 1692 w 340"/>
                <a:gd name="T55" fmla="*/ 2107 h 196"/>
                <a:gd name="T56" fmla="*/ 1719 w 340"/>
                <a:gd name="T57" fmla="*/ 2107 h 196"/>
                <a:gd name="T58" fmla="*/ 1784 w 340"/>
                <a:gd name="T59" fmla="*/ 2152 h 196"/>
                <a:gd name="T60" fmla="*/ 1836 w 340"/>
                <a:gd name="T61" fmla="*/ 2063 h 196"/>
                <a:gd name="T62" fmla="*/ 2396 w 340"/>
                <a:gd name="T63" fmla="*/ 1772 h 196"/>
                <a:gd name="T64" fmla="*/ 2882 w 340"/>
                <a:gd name="T65" fmla="*/ 1129 h 196"/>
                <a:gd name="T66" fmla="*/ 3034 w 340"/>
                <a:gd name="T67" fmla="*/ 650 h 196"/>
                <a:gd name="T68" fmla="*/ 3110 w 340"/>
                <a:gd name="T69" fmla="*/ 279 h 196"/>
                <a:gd name="T70" fmla="*/ 3043 w 340"/>
                <a:gd name="T71" fmla="*/ 0 h 19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0" h="196">
                  <a:moveTo>
                    <a:pt x="333" y="0"/>
                  </a:moveTo>
                  <a:cubicBezTo>
                    <a:pt x="329" y="1"/>
                    <a:pt x="329" y="1"/>
                    <a:pt x="329" y="1"/>
                  </a:cubicBezTo>
                  <a:cubicBezTo>
                    <a:pt x="320" y="3"/>
                    <a:pt x="315" y="7"/>
                    <a:pt x="306" y="9"/>
                  </a:cubicBezTo>
                  <a:cubicBezTo>
                    <a:pt x="297" y="12"/>
                    <a:pt x="286" y="12"/>
                    <a:pt x="278" y="15"/>
                  </a:cubicBezTo>
                  <a:cubicBezTo>
                    <a:pt x="266" y="19"/>
                    <a:pt x="254" y="26"/>
                    <a:pt x="242" y="28"/>
                  </a:cubicBezTo>
                  <a:cubicBezTo>
                    <a:pt x="222" y="33"/>
                    <a:pt x="203" y="32"/>
                    <a:pt x="184" y="39"/>
                  </a:cubicBezTo>
                  <a:cubicBezTo>
                    <a:pt x="165" y="45"/>
                    <a:pt x="147" y="41"/>
                    <a:pt x="128" y="48"/>
                  </a:cubicBezTo>
                  <a:cubicBezTo>
                    <a:pt x="113" y="53"/>
                    <a:pt x="99" y="57"/>
                    <a:pt x="83" y="58"/>
                  </a:cubicBezTo>
                  <a:cubicBezTo>
                    <a:pt x="66" y="58"/>
                    <a:pt x="54" y="67"/>
                    <a:pt x="38" y="69"/>
                  </a:cubicBezTo>
                  <a:cubicBezTo>
                    <a:pt x="24" y="71"/>
                    <a:pt x="11" y="67"/>
                    <a:pt x="0" y="77"/>
                  </a:cubicBezTo>
                  <a:cubicBezTo>
                    <a:pt x="0" y="82"/>
                    <a:pt x="1" y="91"/>
                    <a:pt x="3" y="100"/>
                  </a:cubicBezTo>
                  <a:cubicBezTo>
                    <a:pt x="3" y="99"/>
                    <a:pt x="3" y="99"/>
                    <a:pt x="3" y="99"/>
                  </a:cubicBezTo>
                  <a:cubicBezTo>
                    <a:pt x="1" y="104"/>
                    <a:pt x="1" y="108"/>
                    <a:pt x="0" y="112"/>
                  </a:cubicBezTo>
                  <a:cubicBezTo>
                    <a:pt x="2" y="114"/>
                    <a:pt x="5" y="116"/>
                    <a:pt x="7" y="118"/>
                  </a:cubicBezTo>
                  <a:cubicBezTo>
                    <a:pt x="8" y="119"/>
                    <a:pt x="8" y="120"/>
                    <a:pt x="9" y="121"/>
                  </a:cubicBezTo>
                  <a:cubicBezTo>
                    <a:pt x="13" y="128"/>
                    <a:pt x="18" y="134"/>
                    <a:pt x="24" y="140"/>
                  </a:cubicBezTo>
                  <a:cubicBezTo>
                    <a:pt x="24" y="142"/>
                    <a:pt x="24" y="145"/>
                    <a:pt x="24" y="147"/>
                  </a:cubicBezTo>
                  <a:cubicBezTo>
                    <a:pt x="27" y="146"/>
                    <a:pt x="29" y="147"/>
                    <a:pt x="32" y="147"/>
                  </a:cubicBezTo>
                  <a:cubicBezTo>
                    <a:pt x="39" y="153"/>
                    <a:pt x="46" y="158"/>
                    <a:pt x="54" y="163"/>
                  </a:cubicBezTo>
                  <a:cubicBezTo>
                    <a:pt x="55" y="167"/>
                    <a:pt x="56" y="174"/>
                    <a:pt x="57" y="174"/>
                  </a:cubicBezTo>
                  <a:cubicBezTo>
                    <a:pt x="58" y="174"/>
                    <a:pt x="62" y="172"/>
                    <a:pt x="66" y="170"/>
                  </a:cubicBezTo>
                  <a:cubicBezTo>
                    <a:pt x="76" y="176"/>
                    <a:pt x="87" y="181"/>
                    <a:pt x="98" y="184"/>
                  </a:cubicBezTo>
                  <a:cubicBezTo>
                    <a:pt x="99" y="185"/>
                    <a:pt x="100" y="187"/>
                    <a:pt x="100" y="188"/>
                  </a:cubicBezTo>
                  <a:cubicBezTo>
                    <a:pt x="101" y="187"/>
                    <a:pt x="102" y="186"/>
                    <a:pt x="103" y="185"/>
                  </a:cubicBezTo>
                  <a:cubicBezTo>
                    <a:pt x="116" y="189"/>
                    <a:pt x="129" y="191"/>
                    <a:pt x="142" y="192"/>
                  </a:cubicBezTo>
                  <a:cubicBezTo>
                    <a:pt x="142" y="194"/>
                    <a:pt x="144" y="196"/>
                    <a:pt x="145" y="196"/>
                  </a:cubicBezTo>
                  <a:cubicBezTo>
                    <a:pt x="146" y="195"/>
                    <a:pt x="147" y="194"/>
                    <a:pt x="148" y="193"/>
                  </a:cubicBezTo>
                  <a:cubicBezTo>
                    <a:pt x="161" y="193"/>
                    <a:pt x="173" y="192"/>
                    <a:pt x="185" y="189"/>
                  </a:cubicBezTo>
                  <a:cubicBezTo>
                    <a:pt x="186" y="189"/>
                    <a:pt x="187" y="189"/>
                    <a:pt x="188" y="189"/>
                  </a:cubicBezTo>
                  <a:cubicBezTo>
                    <a:pt x="190" y="190"/>
                    <a:pt x="193" y="191"/>
                    <a:pt x="195" y="193"/>
                  </a:cubicBezTo>
                  <a:cubicBezTo>
                    <a:pt x="198" y="192"/>
                    <a:pt x="199" y="188"/>
                    <a:pt x="201" y="185"/>
                  </a:cubicBezTo>
                  <a:cubicBezTo>
                    <a:pt x="225" y="178"/>
                    <a:pt x="247" y="168"/>
                    <a:pt x="262" y="159"/>
                  </a:cubicBezTo>
                  <a:cubicBezTo>
                    <a:pt x="286" y="145"/>
                    <a:pt x="304" y="117"/>
                    <a:pt x="315" y="101"/>
                  </a:cubicBezTo>
                  <a:cubicBezTo>
                    <a:pt x="325" y="85"/>
                    <a:pt x="326" y="75"/>
                    <a:pt x="332" y="58"/>
                  </a:cubicBezTo>
                  <a:cubicBezTo>
                    <a:pt x="336" y="46"/>
                    <a:pt x="340" y="34"/>
                    <a:pt x="340" y="25"/>
                  </a:cubicBezTo>
                  <a:cubicBezTo>
                    <a:pt x="340" y="22"/>
                    <a:pt x="339" y="1"/>
                    <a:pt x="333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1" name="Freeform 2190">
              <a:extLst>
                <a:ext uri="{FF2B5EF4-FFF2-40B4-BE49-F238E27FC236}">
                  <a16:creationId xmlns:a16="http://schemas.microsoft.com/office/drawing/2014/main" id="{54E8A651-BBC6-485B-BBF2-5B1D48FDA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353"/>
              <a:ext cx="1193" cy="749"/>
            </a:xfrm>
            <a:custGeom>
              <a:avLst/>
              <a:gdLst>
                <a:gd name="T0" fmla="*/ 0 w 570"/>
                <a:gd name="T1" fmla="*/ 1387 h 336"/>
                <a:gd name="T2" fmla="*/ 1118 w 570"/>
                <a:gd name="T3" fmla="*/ 3081 h 336"/>
                <a:gd name="T4" fmla="*/ 3271 w 570"/>
                <a:gd name="T5" fmla="*/ 3335 h 336"/>
                <a:gd name="T6" fmla="*/ 5025 w 570"/>
                <a:gd name="T7" fmla="*/ 0 h 3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0" h="336">
                  <a:moveTo>
                    <a:pt x="0" y="125"/>
                  </a:moveTo>
                  <a:cubicBezTo>
                    <a:pt x="13" y="185"/>
                    <a:pt x="55" y="246"/>
                    <a:pt x="122" y="278"/>
                  </a:cubicBezTo>
                  <a:cubicBezTo>
                    <a:pt x="168" y="300"/>
                    <a:pt x="241" y="336"/>
                    <a:pt x="357" y="301"/>
                  </a:cubicBezTo>
                  <a:cubicBezTo>
                    <a:pt x="481" y="264"/>
                    <a:pt x="570" y="128"/>
                    <a:pt x="54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2" name="Line 2191">
              <a:extLst>
                <a:ext uri="{FF2B5EF4-FFF2-40B4-BE49-F238E27FC236}">
                  <a16:creationId xmlns:a16="http://schemas.microsoft.com/office/drawing/2014/main" id="{63542E6E-D731-4B4D-9B93-088B355C01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1" y="1508"/>
              <a:ext cx="35" cy="3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3" name="Freeform 2192">
              <a:extLst>
                <a:ext uri="{FF2B5EF4-FFF2-40B4-BE49-F238E27FC236}">
                  <a16:creationId xmlns:a16="http://schemas.microsoft.com/office/drawing/2014/main" id="{B2A8ED60-AF91-4427-9F2C-3ECBE15EF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512"/>
              <a:ext cx="17" cy="16"/>
            </a:xfrm>
            <a:custGeom>
              <a:avLst/>
              <a:gdLst>
                <a:gd name="T0" fmla="*/ 68 w 8"/>
                <a:gd name="T1" fmla="*/ 85 h 7"/>
                <a:gd name="T2" fmla="*/ 49 w 8"/>
                <a:gd name="T3" fmla="*/ 11 h 7"/>
                <a:gd name="T4" fmla="*/ 0 w 8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7"/>
                  </a:moveTo>
                  <a:cubicBezTo>
                    <a:pt x="8" y="5"/>
                    <a:pt x="7" y="3"/>
                    <a:pt x="5" y="1"/>
                  </a:cubicBezTo>
                  <a:cubicBezTo>
                    <a:pt x="4" y="0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4" name="Freeform 2193">
              <a:extLst>
                <a:ext uri="{FF2B5EF4-FFF2-40B4-BE49-F238E27FC236}">
                  <a16:creationId xmlns:a16="http://schemas.microsoft.com/office/drawing/2014/main" id="{E976E9C7-F797-42EC-807C-86E4B7AEF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479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0"/>
                    <a:pt x="2" y="3"/>
                    <a:pt x="2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5" name="Freeform 2194">
              <a:extLst>
                <a:ext uri="{FF2B5EF4-FFF2-40B4-BE49-F238E27FC236}">
                  <a16:creationId xmlns:a16="http://schemas.microsoft.com/office/drawing/2014/main" id="{EE0DFAEA-30DF-4FA5-8BEC-314904F8C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530"/>
              <a:ext cx="8" cy="16"/>
            </a:xfrm>
            <a:custGeom>
              <a:avLst/>
              <a:gdLst>
                <a:gd name="T0" fmla="*/ 0 w 4"/>
                <a:gd name="T1" fmla="*/ 0 h 7"/>
                <a:gd name="T2" fmla="*/ 32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3" y="2"/>
                    <a:pt x="4" y="7"/>
                    <a:pt x="4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6" name="Freeform 2195">
              <a:extLst>
                <a:ext uri="{FF2B5EF4-FFF2-40B4-BE49-F238E27FC236}">
                  <a16:creationId xmlns:a16="http://schemas.microsoft.com/office/drawing/2014/main" id="{022095CF-0A97-440C-AA54-B94783D10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485"/>
              <a:ext cx="17" cy="16"/>
            </a:xfrm>
            <a:custGeom>
              <a:avLst/>
              <a:gdLst>
                <a:gd name="T0" fmla="*/ 60 w 8"/>
                <a:gd name="T1" fmla="*/ 85 h 7"/>
                <a:gd name="T2" fmla="*/ 49 w 8"/>
                <a:gd name="T3" fmla="*/ 25 h 7"/>
                <a:gd name="T4" fmla="*/ 0 w 8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7"/>
                  </a:moveTo>
                  <a:cubicBezTo>
                    <a:pt x="8" y="5"/>
                    <a:pt x="7" y="3"/>
                    <a:pt x="5" y="2"/>
                  </a:cubicBezTo>
                  <a:cubicBezTo>
                    <a:pt x="4" y="1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7" name="Line 2196">
              <a:extLst>
                <a:ext uri="{FF2B5EF4-FFF2-40B4-BE49-F238E27FC236}">
                  <a16:creationId xmlns:a16="http://schemas.microsoft.com/office/drawing/2014/main" id="{380ACC79-B9B6-4077-95AB-6D322393E1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7" y="1481"/>
              <a:ext cx="31" cy="33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8" name="Freeform 2197">
              <a:extLst>
                <a:ext uri="{FF2B5EF4-FFF2-40B4-BE49-F238E27FC236}">
                  <a16:creationId xmlns:a16="http://schemas.microsoft.com/office/drawing/2014/main" id="{D60D2CA7-D9F4-418C-9193-4EC74F0AE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79"/>
              <a:ext cx="56" cy="60"/>
            </a:xfrm>
            <a:custGeom>
              <a:avLst/>
              <a:gdLst>
                <a:gd name="T0" fmla="*/ 151 w 27"/>
                <a:gd name="T1" fmla="*/ 296 h 27"/>
                <a:gd name="T2" fmla="*/ 0 w 27"/>
                <a:gd name="T3" fmla="*/ 14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17" y="27"/>
                  </a:moveTo>
                  <a:cubicBezTo>
                    <a:pt x="27" y="16"/>
                    <a:pt x="7" y="0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9" name="Freeform 2198">
              <a:extLst>
                <a:ext uri="{FF2B5EF4-FFF2-40B4-BE49-F238E27FC236}">
                  <a16:creationId xmlns:a16="http://schemas.microsoft.com/office/drawing/2014/main" id="{597E7D3F-46DC-4428-88F6-9537ADF09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454"/>
              <a:ext cx="52" cy="60"/>
            </a:xfrm>
            <a:custGeom>
              <a:avLst/>
              <a:gdLst>
                <a:gd name="T0" fmla="*/ 133 w 25"/>
                <a:gd name="T1" fmla="*/ 296 h 27"/>
                <a:gd name="T2" fmla="*/ 0 w 25"/>
                <a:gd name="T3" fmla="*/ 13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7">
                  <a:moveTo>
                    <a:pt x="15" y="27"/>
                  </a:moveTo>
                  <a:cubicBezTo>
                    <a:pt x="25" y="15"/>
                    <a:pt x="8" y="0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0" name="Freeform 2199">
              <a:extLst>
                <a:ext uri="{FF2B5EF4-FFF2-40B4-BE49-F238E27FC236}">
                  <a16:creationId xmlns:a16="http://schemas.microsoft.com/office/drawing/2014/main" id="{D364DD90-B196-481A-98AF-B1213F5A7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952"/>
              <a:ext cx="653" cy="730"/>
            </a:xfrm>
            <a:custGeom>
              <a:avLst/>
              <a:gdLst>
                <a:gd name="T0" fmla="*/ 65 w 312"/>
                <a:gd name="T1" fmla="*/ 3025 h 327"/>
                <a:gd name="T2" fmla="*/ 75 w 312"/>
                <a:gd name="T3" fmla="*/ 3081 h 327"/>
                <a:gd name="T4" fmla="*/ 27 w 312"/>
                <a:gd name="T5" fmla="*/ 3105 h 327"/>
                <a:gd name="T6" fmla="*/ 0 w 312"/>
                <a:gd name="T7" fmla="*/ 3170 h 327"/>
                <a:gd name="T8" fmla="*/ 1519 w 312"/>
                <a:gd name="T9" fmla="*/ 2806 h 327"/>
                <a:gd name="T10" fmla="*/ 1612 w 312"/>
                <a:gd name="T11" fmla="*/ 2293 h 327"/>
                <a:gd name="T12" fmla="*/ 1576 w 312"/>
                <a:gd name="T13" fmla="*/ 2078 h 327"/>
                <a:gd name="T14" fmla="*/ 1905 w 312"/>
                <a:gd name="T15" fmla="*/ 578 h 327"/>
                <a:gd name="T16" fmla="*/ 2509 w 312"/>
                <a:gd name="T17" fmla="*/ 355 h 327"/>
                <a:gd name="T18" fmla="*/ 2650 w 312"/>
                <a:gd name="T19" fmla="*/ 634 h 327"/>
                <a:gd name="T20" fmla="*/ 2861 w 312"/>
                <a:gd name="T21" fmla="*/ 777 h 327"/>
                <a:gd name="T22" fmla="*/ 2610 w 312"/>
                <a:gd name="T23" fmla="*/ 154 h 327"/>
                <a:gd name="T24" fmla="*/ 1787 w 312"/>
                <a:gd name="T25" fmla="*/ 388 h 327"/>
                <a:gd name="T26" fmla="*/ 1383 w 312"/>
                <a:gd name="T27" fmla="*/ 2148 h 327"/>
                <a:gd name="T28" fmla="*/ 1419 w 312"/>
                <a:gd name="T29" fmla="*/ 2313 h 327"/>
                <a:gd name="T30" fmla="*/ 1358 w 312"/>
                <a:gd name="T31" fmla="*/ 2672 h 327"/>
                <a:gd name="T32" fmla="*/ 92 w 312"/>
                <a:gd name="T33" fmla="*/ 2960 h 327"/>
                <a:gd name="T34" fmla="*/ 65 w 312"/>
                <a:gd name="T35" fmla="*/ 3025 h 3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2" h="327">
                  <a:moveTo>
                    <a:pt x="7" y="272"/>
                  </a:moveTo>
                  <a:cubicBezTo>
                    <a:pt x="7" y="272"/>
                    <a:pt x="9" y="274"/>
                    <a:pt x="8" y="277"/>
                  </a:cubicBezTo>
                  <a:cubicBezTo>
                    <a:pt x="6" y="280"/>
                    <a:pt x="3" y="279"/>
                    <a:pt x="3" y="279"/>
                  </a:cubicBezTo>
                  <a:cubicBezTo>
                    <a:pt x="0" y="285"/>
                    <a:pt x="0" y="285"/>
                    <a:pt x="0" y="285"/>
                  </a:cubicBezTo>
                  <a:cubicBezTo>
                    <a:pt x="66" y="327"/>
                    <a:pt x="150" y="275"/>
                    <a:pt x="166" y="252"/>
                  </a:cubicBezTo>
                  <a:cubicBezTo>
                    <a:pt x="177" y="235"/>
                    <a:pt x="178" y="226"/>
                    <a:pt x="176" y="206"/>
                  </a:cubicBezTo>
                  <a:cubicBezTo>
                    <a:pt x="175" y="201"/>
                    <a:pt x="174" y="195"/>
                    <a:pt x="172" y="187"/>
                  </a:cubicBezTo>
                  <a:cubicBezTo>
                    <a:pt x="162" y="154"/>
                    <a:pt x="147" y="98"/>
                    <a:pt x="208" y="52"/>
                  </a:cubicBezTo>
                  <a:cubicBezTo>
                    <a:pt x="236" y="30"/>
                    <a:pt x="260" y="23"/>
                    <a:pt x="274" y="32"/>
                  </a:cubicBezTo>
                  <a:cubicBezTo>
                    <a:pt x="281" y="36"/>
                    <a:pt x="286" y="45"/>
                    <a:pt x="289" y="57"/>
                  </a:cubicBezTo>
                  <a:cubicBezTo>
                    <a:pt x="296" y="59"/>
                    <a:pt x="305" y="62"/>
                    <a:pt x="312" y="70"/>
                  </a:cubicBezTo>
                  <a:cubicBezTo>
                    <a:pt x="310" y="44"/>
                    <a:pt x="301" y="24"/>
                    <a:pt x="285" y="14"/>
                  </a:cubicBezTo>
                  <a:cubicBezTo>
                    <a:pt x="269" y="4"/>
                    <a:pt x="241" y="0"/>
                    <a:pt x="195" y="35"/>
                  </a:cubicBezTo>
                  <a:cubicBezTo>
                    <a:pt x="123" y="90"/>
                    <a:pt x="142" y="159"/>
                    <a:pt x="151" y="193"/>
                  </a:cubicBezTo>
                  <a:cubicBezTo>
                    <a:pt x="153" y="199"/>
                    <a:pt x="155" y="205"/>
                    <a:pt x="155" y="208"/>
                  </a:cubicBezTo>
                  <a:cubicBezTo>
                    <a:pt x="157" y="222"/>
                    <a:pt x="157" y="227"/>
                    <a:pt x="148" y="240"/>
                  </a:cubicBezTo>
                  <a:cubicBezTo>
                    <a:pt x="134" y="259"/>
                    <a:pt x="63" y="295"/>
                    <a:pt x="10" y="266"/>
                  </a:cubicBezTo>
                  <a:lnTo>
                    <a:pt x="7" y="272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1" name="Freeform 2200">
              <a:extLst>
                <a:ext uri="{FF2B5EF4-FFF2-40B4-BE49-F238E27FC236}">
                  <a16:creationId xmlns:a16="http://schemas.microsoft.com/office/drawing/2014/main" id="{EC7FBD47-260B-4D4F-8A2E-A6FCEF6D2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012"/>
              <a:ext cx="234" cy="496"/>
            </a:xfrm>
            <a:custGeom>
              <a:avLst/>
              <a:gdLst>
                <a:gd name="T0" fmla="*/ 410 w 112"/>
                <a:gd name="T1" fmla="*/ 2375 h 222"/>
                <a:gd name="T2" fmla="*/ 813 w 112"/>
                <a:gd name="T3" fmla="*/ 1807 h 222"/>
                <a:gd name="T4" fmla="*/ 328 w 112"/>
                <a:gd name="T5" fmla="*/ 2221 h 222"/>
                <a:gd name="T6" fmla="*/ 345 w 112"/>
                <a:gd name="T7" fmla="*/ 2051 h 222"/>
                <a:gd name="T8" fmla="*/ 345 w 112"/>
                <a:gd name="T9" fmla="*/ 1997 h 222"/>
                <a:gd name="T10" fmla="*/ 336 w 112"/>
                <a:gd name="T11" fmla="*/ 1698 h 222"/>
                <a:gd name="T12" fmla="*/ 428 w 112"/>
                <a:gd name="T13" fmla="*/ 804 h 222"/>
                <a:gd name="T14" fmla="*/ 1022 w 112"/>
                <a:gd name="T15" fmla="*/ 154 h 222"/>
                <a:gd name="T16" fmla="*/ 946 w 112"/>
                <a:gd name="T17" fmla="*/ 56 h 222"/>
                <a:gd name="T18" fmla="*/ 629 w 112"/>
                <a:gd name="T19" fmla="*/ 65 h 222"/>
                <a:gd name="T20" fmla="*/ 236 w 112"/>
                <a:gd name="T21" fmla="*/ 733 h 222"/>
                <a:gd name="T22" fmla="*/ 157 w 112"/>
                <a:gd name="T23" fmla="*/ 2006 h 222"/>
                <a:gd name="T24" fmla="*/ 84 w 112"/>
                <a:gd name="T25" fmla="*/ 2330 h 222"/>
                <a:gd name="T26" fmla="*/ 0 w 112"/>
                <a:gd name="T27" fmla="*/ 2476 h 2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222">
                  <a:moveTo>
                    <a:pt x="45" y="213"/>
                  </a:moveTo>
                  <a:cubicBezTo>
                    <a:pt x="62" y="198"/>
                    <a:pt x="77" y="182"/>
                    <a:pt x="89" y="162"/>
                  </a:cubicBezTo>
                  <a:cubicBezTo>
                    <a:pt x="70" y="178"/>
                    <a:pt x="49" y="192"/>
                    <a:pt x="36" y="199"/>
                  </a:cubicBezTo>
                  <a:cubicBezTo>
                    <a:pt x="37" y="194"/>
                    <a:pt x="38" y="189"/>
                    <a:pt x="38" y="184"/>
                  </a:cubicBezTo>
                  <a:cubicBezTo>
                    <a:pt x="38" y="182"/>
                    <a:pt x="38" y="180"/>
                    <a:pt x="38" y="179"/>
                  </a:cubicBezTo>
                  <a:cubicBezTo>
                    <a:pt x="37" y="171"/>
                    <a:pt x="37" y="162"/>
                    <a:pt x="37" y="152"/>
                  </a:cubicBezTo>
                  <a:cubicBezTo>
                    <a:pt x="37" y="128"/>
                    <a:pt x="39" y="98"/>
                    <a:pt x="47" y="72"/>
                  </a:cubicBezTo>
                  <a:cubicBezTo>
                    <a:pt x="54" y="48"/>
                    <a:pt x="83" y="10"/>
                    <a:pt x="112" y="14"/>
                  </a:cubicBezTo>
                  <a:cubicBezTo>
                    <a:pt x="110" y="10"/>
                    <a:pt x="107" y="7"/>
                    <a:pt x="104" y="5"/>
                  </a:cubicBezTo>
                  <a:cubicBezTo>
                    <a:pt x="95" y="0"/>
                    <a:pt x="83" y="0"/>
                    <a:pt x="69" y="6"/>
                  </a:cubicBezTo>
                  <a:cubicBezTo>
                    <a:pt x="48" y="21"/>
                    <a:pt x="32" y="47"/>
                    <a:pt x="26" y="66"/>
                  </a:cubicBezTo>
                  <a:cubicBezTo>
                    <a:pt x="14" y="106"/>
                    <a:pt x="15" y="154"/>
                    <a:pt x="17" y="180"/>
                  </a:cubicBezTo>
                  <a:cubicBezTo>
                    <a:pt x="17" y="192"/>
                    <a:pt x="16" y="198"/>
                    <a:pt x="9" y="209"/>
                  </a:cubicBezTo>
                  <a:cubicBezTo>
                    <a:pt x="6" y="214"/>
                    <a:pt x="3" y="218"/>
                    <a:pt x="0" y="2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2" name="Freeform 2201">
              <a:extLst>
                <a:ext uri="{FF2B5EF4-FFF2-40B4-BE49-F238E27FC236}">
                  <a16:creationId xmlns:a16="http://schemas.microsoft.com/office/drawing/2014/main" id="{83DE1C8B-0E58-4B1D-B1BA-7EFD66D4F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530"/>
              <a:ext cx="1686" cy="1823"/>
            </a:xfrm>
            <a:custGeom>
              <a:avLst/>
              <a:gdLst>
                <a:gd name="T0" fmla="*/ 7378 w 806"/>
                <a:gd name="T1" fmla="*/ 9077 h 817"/>
                <a:gd name="T2" fmla="*/ 3807 w 806"/>
                <a:gd name="T3" fmla="*/ 6098 h 817"/>
                <a:gd name="T4" fmla="*/ 3102 w 806"/>
                <a:gd name="T5" fmla="*/ 4889 h 817"/>
                <a:gd name="T6" fmla="*/ 3018 w 806"/>
                <a:gd name="T7" fmla="*/ 2709 h 817"/>
                <a:gd name="T8" fmla="*/ 561 w 806"/>
                <a:gd name="T9" fmla="*/ 846 h 817"/>
                <a:gd name="T10" fmla="*/ 176 w 806"/>
                <a:gd name="T11" fmla="*/ 223 h 817"/>
                <a:gd name="T12" fmla="*/ 293 w 806"/>
                <a:gd name="T13" fmla="*/ 0 h 8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6" h="817">
                  <a:moveTo>
                    <a:pt x="806" y="817"/>
                  </a:moveTo>
                  <a:cubicBezTo>
                    <a:pt x="764" y="701"/>
                    <a:pt x="516" y="620"/>
                    <a:pt x="416" y="549"/>
                  </a:cubicBezTo>
                  <a:cubicBezTo>
                    <a:pt x="361" y="505"/>
                    <a:pt x="347" y="463"/>
                    <a:pt x="339" y="440"/>
                  </a:cubicBezTo>
                  <a:cubicBezTo>
                    <a:pt x="319" y="382"/>
                    <a:pt x="322" y="323"/>
                    <a:pt x="330" y="244"/>
                  </a:cubicBezTo>
                  <a:cubicBezTo>
                    <a:pt x="343" y="132"/>
                    <a:pt x="211" y="83"/>
                    <a:pt x="61" y="76"/>
                  </a:cubicBezTo>
                  <a:cubicBezTo>
                    <a:pt x="20" y="73"/>
                    <a:pt x="0" y="50"/>
                    <a:pt x="19" y="20"/>
                  </a:cubicBezTo>
                  <a:cubicBezTo>
                    <a:pt x="23" y="13"/>
                    <a:pt x="27" y="7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3" name="Freeform 2202">
              <a:extLst>
                <a:ext uri="{FF2B5EF4-FFF2-40B4-BE49-F238E27FC236}">
                  <a16:creationId xmlns:a16="http://schemas.microsoft.com/office/drawing/2014/main" id="{46D6CD11-4611-4FF1-9EBD-A6C983869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858"/>
              <a:ext cx="586" cy="797"/>
            </a:xfrm>
            <a:custGeom>
              <a:avLst/>
              <a:gdLst>
                <a:gd name="T0" fmla="*/ 889 w 280"/>
                <a:gd name="T1" fmla="*/ 3429 h 357"/>
                <a:gd name="T2" fmla="*/ 889 w 280"/>
                <a:gd name="T3" fmla="*/ 3438 h 357"/>
                <a:gd name="T4" fmla="*/ 1586 w 280"/>
                <a:gd name="T5" fmla="*/ 3952 h 357"/>
                <a:gd name="T6" fmla="*/ 2465 w 280"/>
                <a:gd name="T7" fmla="*/ 3070 h 357"/>
                <a:gd name="T8" fmla="*/ 2566 w 280"/>
                <a:gd name="T9" fmla="*/ 2349 h 357"/>
                <a:gd name="T10" fmla="*/ 2373 w 280"/>
                <a:gd name="T11" fmla="*/ 1136 h 357"/>
                <a:gd name="T12" fmla="*/ 2248 w 280"/>
                <a:gd name="T13" fmla="*/ 433 h 357"/>
                <a:gd name="T14" fmla="*/ 2264 w 280"/>
                <a:gd name="T15" fmla="*/ 315 h 357"/>
                <a:gd name="T16" fmla="*/ 2229 w 280"/>
                <a:gd name="T17" fmla="*/ 154 h 357"/>
                <a:gd name="T18" fmla="*/ 1980 w 280"/>
                <a:gd name="T19" fmla="*/ 9 h 357"/>
                <a:gd name="T20" fmla="*/ 1787 w 280"/>
                <a:gd name="T21" fmla="*/ 190 h 357"/>
                <a:gd name="T22" fmla="*/ 1450 w 280"/>
                <a:gd name="T23" fmla="*/ 413 h 357"/>
                <a:gd name="T24" fmla="*/ 1166 w 280"/>
                <a:gd name="T25" fmla="*/ 513 h 357"/>
                <a:gd name="T26" fmla="*/ 36 w 280"/>
                <a:gd name="T27" fmla="*/ 1536 h 357"/>
                <a:gd name="T28" fmla="*/ 0 w 280"/>
                <a:gd name="T29" fmla="*/ 1893 h 357"/>
                <a:gd name="T30" fmla="*/ 504 w 280"/>
                <a:gd name="T31" fmla="*/ 2996 h 35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0" h="357">
                  <a:moveTo>
                    <a:pt x="97" y="308"/>
                  </a:moveTo>
                  <a:cubicBezTo>
                    <a:pt x="96" y="307"/>
                    <a:pt x="96" y="307"/>
                    <a:pt x="97" y="309"/>
                  </a:cubicBezTo>
                  <a:cubicBezTo>
                    <a:pt x="110" y="341"/>
                    <a:pt x="138" y="357"/>
                    <a:pt x="173" y="355"/>
                  </a:cubicBezTo>
                  <a:cubicBezTo>
                    <a:pt x="206" y="354"/>
                    <a:pt x="249" y="332"/>
                    <a:pt x="269" y="276"/>
                  </a:cubicBezTo>
                  <a:cubicBezTo>
                    <a:pt x="277" y="254"/>
                    <a:pt x="280" y="232"/>
                    <a:pt x="280" y="211"/>
                  </a:cubicBezTo>
                  <a:cubicBezTo>
                    <a:pt x="280" y="172"/>
                    <a:pt x="269" y="136"/>
                    <a:pt x="259" y="102"/>
                  </a:cubicBezTo>
                  <a:cubicBezTo>
                    <a:pt x="253" y="80"/>
                    <a:pt x="246" y="58"/>
                    <a:pt x="245" y="39"/>
                  </a:cubicBezTo>
                  <a:cubicBezTo>
                    <a:pt x="246" y="35"/>
                    <a:pt x="247" y="31"/>
                    <a:pt x="247" y="28"/>
                  </a:cubicBezTo>
                  <a:cubicBezTo>
                    <a:pt x="247" y="23"/>
                    <a:pt x="246" y="18"/>
                    <a:pt x="243" y="14"/>
                  </a:cubicBezTo>
                  <a:cubicBezTo>
                    <a:pt x="237" y="5"/>
                    <a:pt x="226" y="0"/>
                    <a:pt x="216" y="1"/>
                  </a:cubicBezTo>
                  <a:cubicBezTo>
                    <a:pt x="207" y="2"/>
                    <a:pt x="199" y="8"/>
                    <a:pt x="195" y="17"/>
                  </a:cubicBezTo>
                  <a:cubicBezTo>
                    <a:pt x="193" y="19"/>
                    <a:pt x="181" y="29"/>
                    <a:pt x="158" y="37"/>
                  </a:cubicBezTo>
                  <a:cubicBezTo>
                    <a:pt x="148" y="41"/>
                    <a:pt x="137" y="44"/>
                    <a:pt x="127" y="46"/>
                  </a:cubicBezTo>
                  <a:cubicBezTo>
                    <a:pt x="73" y="61"/>
                    <a:pt x="18" y="76"/>
                    <a:pt x="4" y="138"/>
                  </a:cubicBezTo>
                  <a:cubicBezTo>
                    <a:pt x="1" y="149"/>
                    <a:pt x="0" y="160"/>
                    <a:pt x="0" y="170"/>
                  </a:cubicBezTo>
                  <a:cubicBezTo>
                    <a:pt x="0" y="219"/>
                    <a:pt x="22" y="260"/>
                    <a:pt x="55" y="26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4" name="Freeform 2203">
              <a:extLst>
                <a:ext uri="{FF2B5EF4-FFF2-40B4-BE49-F238E27FC236}">
                  <a16:creationId xmlns:a16="http://schemas.microsoft.com/office/drawing/2014/main" id="{30B2190D-BACE-4BF8-B5AD-E8B5A0470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012"/>
              <a:ext cx="159" cy="255"/>
            </a:xfrm>
            <a:custGeom>
              <a:avLst/>
              <a:gdLst>
                <a:gd name="T0" fmla="*/ 257 w 76"/>
                <a:gd name="T1" fmla="*/ 561 h 114"/>
                <a:gd name="T2" fmla="*/ 697 w 76"/>
                <a:gd name="T3" fmla="*/ 0 h 114"/>
                <a:gd name="T4" fmla="*/ 56 w 76"/>
                <a:gd name="T5" fmla="*/ 1275 h 114"/>
                <a:gd name="T6" fmla="*/ 257 w 76"/>
                <a:gd name="T7" fmla="*/ 56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14">
                  <a:moveTo>
                    <a:pt x="28" y="50"/>
                  </a:moveTo>
                  <a:cubicBezTo>
                    <a:pt x="39" y="30"/>
                    <a:pt x="58" y="12"/>
                    <a:pt x="76" y="0"/>
                  </a:cubicBezTo>
                  <a:cubicBezTo>
                    <a:pt x="49" y="11"/>
                    <a:pt x="0" y="59"/>
                    <a:pt x="6" y="114"/>
                  </a:cubicBezTo>
                  <a:cubicBezTo>
                    <a:pt x="9" y="98"/>
                    <a:pt x="14" y="73"/>
                    <a:pt x="28" y="5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5" name="Freeform 2204">
              <a:extLst>
                <a:ext uri="{FF2B5EF4-FFF2-40B4-BE49-F238E27FC236}">
                  <a16:creationId xmlns:a16="http://schemas.microsoft.com/office/drawing/2014/main" id="{A20A29CA-5441-4E5C-A2E1-6C96C1A7C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59"/>
              <a:ext cx="94" cy="422"/>
            </a:xfrm>
            <a:custGeom>
              <a:avLst/>
              <a:gdLst>
                <a:gd name="T0" fmla="*/ 409 w 45"/>
                <a:gd name="T1" fmla="*/ 0 h 189"/>
                <a:gd name="T2" fmla="*/ 75 w 45"/>
                <a:gd name="T3" fmla="*/ 1492 h 189"/>
                <a:gd name="T4" fmla="*/ 0 w 45"/>
                <a:gd name="T5" fmla="*/ 2103 h 189"/>
                <a:gd name="T6" fmla="*/ 127 w 45"/>
                <a:gd name="T7" fmla="*/ 1670 h 189"/>
                <a:gd name="T8" fmla="*/ 409 w 45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89">
                  <a:moveTo>
                    <a:pt x="45" y="0"/>
                  </a:moveTo>
                  <a:cubicBezTo>
                    <a:pt x="26" y="15"/>
                    <a:pt x="4" y="61"/>
                    <a:pt x="8" y="134"/>
                  </a:cubicBezTo>
                  <a:cubicBezTo>
                    <a:pt x="8" y="152"/>
                    <a:pt x="13" y="173"/>
                    <a:pt x="0" y="189"/>
                  </a:cubicBezTo>
                  <a:cubicBezTo>
                    <a:pt x="13" y="177"/>
                    <a:pt x="15" y="163"/>
                    <a:pt x="14" y="150"/>
                  </a:cubicBezTo>
                  <a:cubicBezTo>
                    <a:pt x="13" y="137"/>
                    <a:pt x="4" y="52"/>
                    <a:pt x="45" y="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6" name="Freeform 2205">
              <a:extLst>
                <a:ext uri="{FF2B5EF4-FFF2-40B4-BE49-F238E27FC236}">
                  <a16:creationId xmlns:a16="http://schemas.microsoft.com/office/drawing/2014/main" id="{A32D77C6-292A-4E8B-9F72-D1D16D633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095"/>
              <a:ext cx="56" cy="201"/>
            </a:xfrm>
            <a:custGeom>
              <a:avLst/>
              <a:gdLst>
                <a:gd name="T0" fmla="*/ 141 w 27"/>
                <a:gd name="T1" fmla="*/ 0 h 90"/>
                <a:gd name="T2" fmla="*/ 0 w 27"/>
                <a:gd name="T3" fmla="*/ 1003 h 90"/>
                <a:gd name="T4" fmla="*/ 141 w 27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0">
                  <a:moveTo>
                    <a:pt x="16" y="0"/>
                  </a:moveTo>
                  <a:cubicBezTo>
                    <a:pt x="23" y="27"/>
                    <a:pt x="19" y="70"/>
                    <a:pt x="0" y="90"/>
                  </a:cubicBezTo>
                  <a:cubicBezTo>
                    <a:pt x="27" y="69"/>
                    <a:pt x="27" y="34"/>
                    <a:pt x="16" y="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7" name="Freeform 2206">
              <a:extLst>
                <a:ext uri="{FF2B5EF4-FFF2-40B4-BE49-F238E27FC236}">
                  <a16:creationId xmlns:a16="http://schemas.microsoft.com/office/drawing/2014/main" id="{82E2D350-75E7-4452-8239-B9B697568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311"/>
              <a:ext cx="195" cy="239"/>
            </a:xfrm>
            <a:custGeom>
              <a:avLst/>
              <a:gdLst>
                <a:gd name="T0" fmla="*/ 0 w 93"/>
                <a:gd name="T1" fmla="*/ 1023 h 107"/>
                <a:gd name="T2" fmla="*/ 470 w 93"/>
                <a:gd name="T3" fmla="*/ 958 h 107"/>
                <a:gd name="T4" fmla="*/ 858 w 93"/>
                <a:gd name="T5" fmla="*/ 0 h 107"/>
                <a:gd name="T6" fmla="*/ 453 w 93"/>
                <a:gd name="T7" fmla="*/ 1068 h 107"/>
                <a:gd name="T8" fmla="*/ 0 w 93"/>
                <a:gd name="T9" fmla="*/ 102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07">
                  <a:moveTo>
                    <a:pt x="0" y="92"/>
                  </a:moveTo>
                  <a:cubicBezTo>
                    <a:pt x="24" y="101"/>
                    <a:pt x="31" y="98"/>
                    <a:pt x="51" y="86"/>
                  </a:cubicBezTo>
                  <a:cubicBezTo>
                    <a:pt x="71" y="75"/>
                    <a:pt x="86" y="52"/>
                    <a:pt x="93" y="0"/>
                  </a:cubicBezTo>
                  <a:cubicBezTo>
                    <a:pt x="88" y="60"/>
                    <a:pt x="78" y="79"/>
                    <a:pt x="49" y="96"/>
                  </a:cubicBezTo>
                  <a:cubicBezTo>
                    <a:pt x="28" y="107"/>
                    <a:pt x="0" y="92"/>
                    <a:pt x="0" y="92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8" name="Freeform 2207">
              <a:extLst>
                <a:ext uri="{FF2B5EF4-FFF2-40B4-BE49-F238E27FC236}">
                  <a16:creationId xmlns:a16="http://schemas.microsoft.com/office/drawing/2014/main" id="{E4C79647-B808-4958-A062-E2969C6F5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474"/>
              <a:ext cx="207" cy="132"/>
            </a:xfrm>
            <a:custGeom>
              <a:avLst/>
              <a:gdLst>
                <a:gd name="T0" fmla="*/ 905 w 99"/>
                <a:gd name="T1" fmla="*/ 0 h 59"/>
                <a:gd name="T2" fmla="*/ 309 w 99"/>
                <a:gd name="T3" fmla="*/ 571 h 59"/>
                <a:gd name="T4" fmla="*/ 0 w 99"/>
                <a:gd name="T5" fmla="*/ 481 h 59"/>
                <a:gd name="T6" fmla="*/ 460 w 99"/>
                <a:gd name="T7" fmla="*/ 615 h 59"/>
                <a:gd name="T8" fmla="*/ 905 w 9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59">
                  <a:moveTo>
                    <a:pt x="99" y="0"/>
                  </a:moveTo>
                  <a:cubicBezTo>
                    <a:pt x="86" y="39"/>
                    <a:pt x="58" y="51"/>
                    <a:pt x="34" y="51"/>
                  </a:cubicBezTo>
                  <a:cubicBezTo>
                    <a:pt x="18" y="52"/>
                    <a:pt x="7" y="50"/>
                    <a:pt x="0" y="43"/>
                  </a:cubicBezTo>
                  <a:cubicBezTo>
                    <a:pt x="16" y="59"/>
                    <a:pt x="31" y="59"/>
                    <a:pt x="50" y="55"/>
                  </a:cubicBezTo>
                  <a:cubicBezTo>
                    <a:pt x="70" y="51"/>
                    <a:pt x="88" y="44"/>
                    <a:pt x="99" y="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9" name="Freeform 2208">
              <a:extLst>
                <a:ext uri="{FF2B5EF4-FFF2-40B4-BE49-F238E27FC236}">
                  <a16:creationId xmlns:a16="http://schemas.microsoft.com/office/drawing/2014/main" id="{48C0EDB6-AA96-44C2-AECB-6A1BB6A18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256"/>
              <a:ext cx="108" cy="212"/>
            </a:xfrm>
            <a:custGeom>
              <a:avLst/>
              <a:gdLst>
                <a:gd name="T0" fmla="*/ 465 w 52"/>
                <a:gd name="T1" fmla="*/ 0 h 95"/>
                <a:gd name="T2" fmla="*/ 0 w 52"/>
                <a:gd name="T3" fmla="*/ 1056 h 95"/>
                <a:gd name="T4" fmla="*/ 465 w 52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95">
                  <a:moveTo>
                    <a:pt x="52" y="0"/>
                  </a:moveTo>
                  <a:cubicBezTo>
                    <a:pt x="49" y="30"/>
                    <a:pt x="34" y="71"/>
                    <a:pt x="0" y="95"/>
                  </a:cubicBezTo>
                  <a:cubicBezTo>
                    <a:pt x="18" y="77"/>
                    <a:pt x="49" y="23"/>
                    <a:pt x="52" y="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0" name="Freeform 2209">
              <a:extLst>
                <a:ext uri="{FF2B5EF4-FFF2-40B4-BE49-F238E27FC236}">
                  <a16:creationId xmlns:a16="http://schemas.microsoft.com/office/drawing/2014/main" id="{B15DEDB1-E60F-46E2-AEC7-A522D4C1C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079"/>
              <a:ext cx="127" cy="34"/>
            </a:xfrm>
            <a:custGeom>
              <a:avLst/>
              <a:gdLst>
                <a:gd name="T0" fmla="*/ 0 w 61"/>
                <a:gd name="T1" fmla="*/ 93 h 15"/>
                <a:gd name="T2" fmla="*/ 550 w 61"/>
                <a:gd name="T3" fmla="*/ 175 h 15"/>
                <a:gd name="T4" fmla="*/ 0 w 61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5">
                  <a:moveTo>
                    <a:pt x="0" y="8"/>
                  </a:moveTo>
                  <a:cubicBezTo>
                    <a:pt x="22" y="0"/>
                    <a:pt x="43" y="0"/>
                    <a:pt x="61" y="15"/>
                  </a:cubicBezTo>
                  <a:cubicBezTo>
                    <a:pt x="52" y="10"/>
                    <a:pt x="23" y="3"/>
                    <a:pt x="0" y="8"/>
                  </a:cubicBezTo>
                  <a:close/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1" name="Freeform 2210">
              <a:extLst>
                <a:ext uri="{FF2B5EF4-FFF2-40B4-BE49-F238E27FC236}">
                  <a16:creationId xmlns:a16="http://schemas.microsoft.com/office/drawing/2014/main" id="{183ACD53-778F-4269-A9C2-9D8965FEA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142"/>
              <a:ext cx="35" cy="198"/>
            </a:xfrm>
            <a:custGeom>
              <a:avLst/>
              <a:gdLst>
                <a:gd name="T0" fmla="*/ 148 w 17"/>
                <a:gd name="T1" fmla="*/ 979 h 89"/>
                <a:gd name="T2" fmla="*/ 132 w 17"/>
                <a:gd name="T3" fmla="*/ 0 h 89"/>
                <a:gd name="T4" fmla="*/ 148 w 17"/>
                <a:gd name="T5" fmla="*/ 97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9">
                  <a:moveTo>
                    <a:pt x="17" y="89"/>
                  </a:moveTo>
                  <a:cubicBezTo>
                    <a:pt x="0" y="63"/>
                    <a:pt x="3" y="24"/>
                    <a:pt x="15" y="0"/>
                  </a:cubicBezTo>
                  <a:cubicBezTo>
                    <a:pt x="10" y="18"/>
                    <a:pt x="4" y="61"/>
                    <a:pt x="17" y="89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2" name="Freeform 2211">
              <a:extLst>
                <a:ext uri="{FF2B5EF4-FFF2-40B4-BE49-F238E27FC236}">
                  <a16:creationId xmlns:a16="http://schemas.microsoft.com/office/drawing/2014/main" id="{3809D93A-420B-46E6-A2F8-D96C5AEFE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401"/>
              <a:ext cx="92" cy="93"/>
            </a:xfrm>
            <a:custGeom>
              <a:avLst/>
              <a:gdLst>
                <a:gd name="T0" fmla="*/ 401 w 44"/>
                <a:gd name="T1" fmla="*/ 0 h 42"/>
                <a:gd name="T2" fmla="*/ 0 w 44"/>
                <a:gd name="T3" fmla="*/ 436 h 42"/>
                <a:gd name="T4" fmla="*/ 401 w 4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2">
                  <a:moveTo>
                    <a:pt x="44" y="0"/>
                  </a:moveTo>
                  <a:cubicBezTo>
                    <a:pt x="39" y="18"/>
                    <a:pt x="25" y="42"/>
                    <a:pt x="0" y="40"/>
                  </a:cubicBezTo>
                  <a:cubicBezTo>
                    <a:pt x="15" y="36"/>
                    <a:pt x="32" y="24"/>
                    <a:pt x="44" y="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3" name="Freeform 2212">
              <a:extLst>
                <a:ext uri="{FF2B5EF4-FFF2-40B4-BE49-F238E27FC236}">
                  <a16:creationId xmlns:a16="http://schemas.microsoft.com/office/drawing/2014/main" id="{8EE0DE03-881C-49D7-AD94-D8A24A7B1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175"/>
              <a:ext cx="94" cy="208"/>
            </a:xfrm>
            <a:custGeom>
              <a:avLst/>
              <a:gdLst>
                <a:gd name="T0" fmla="*/ 0 w 45"/>
                <a:gd name="T1" fmla="*/ 1040 h 93"/>
                <a:gd name="T2" fmla="*/ 409 w 45"/>
                <a:gd name="T3" fmla="*/ 0 h 93"/>
                <a:gd name="T4" fmla="*/ 0 w 45"/>
                <a:gd name="T5" fmla="*/ 104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93">
                  <a:moveTo>
                    <a:pt x="0" y="93"/>
                  </a:moveTo>
                  <a:cubicBezTo>
                    <a:pt x="22" y="75"/>
                    <a:pt x="41" y="23"/>
                    <a:pt x="45" y="0"/>
                  </a:cubicBezTo>
                  <a:cubicBezTo>
                    <a:pt x="40" y="14"/>
                    <a:pt x="12" y="81"/>
                    <a:pt x="0" y="93"/>
                  </a:cubicBezTo>
                  <a:close/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4" name="Freeform 2213">
              <a:extLst>
                <a:ext uri="{FF2B5EF4-FFF2-40B4-BE49-F238E27FC236}">
                  <a16:creationId xmlns:a16="http://schemas.microsoft.com/office/drawing/2014/main" id="{D531FAE1-BEFB-4C2C-8903-13FC67921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173"/>
              <a:ext cx="73" cy="103"/>
            </a:xfrm>
            <a:custGeom>
              <a:avLst/>
              <a:gdLst>
                <a:gd name="T0" fmla="*/ 0 w 35"/>
                <a:gd name="T1" fmla="*/ 517 h 46"/>
                <a:gd name="T2" fmla="*/ 317 w 35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6">
                  <a:moveTo>
                    <a:pt x="0" y="46"/>
                  </a:moveTo>
                  <a:cubicBezTo>
                    <a:pt x="10" y="30"/>
                    <a:pt x="20" y="12"/>
                    <a:pt x="35" y="0"/>
                  </a:cubicBezTo>
                </a:path>
              </a:pathLst>
            </a:custGeom>
            <a:solidFill>
              <a:srgbClr val="EF9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5" name="Freeform 2214">
              <a:extLst>
                <a:ext uri="{FF2B5EF4-FFF2-40B4-BE49-F238E27FC236}">
                  <a16:creationId xmlns:a16="http://schemas.microsoft.com/office/drawing/2014/main" id="{3B43865F-77B9-4F5E-89FA-0C9705CA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202"/>
              <a:ext cx="21" cy="145"/>
            </a:xfrm>
            <a:custGeom>
              <a:avLst/>
              <a:gdLst>
                <a:gd name="T0" fmla="*/ 48 w 10"/>
                <a:gd name="T1" fmla="*/ 0 h 65"/>
                <a:gd name="T2" fmla="*/ 92 w 10"/>
                <a:gd name="T3" fmla="*/ 721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5">
                  <a:moveTo>
                    <a:pt x="5" y="0"/>
                  </a:moveTo>
                  <a:cubicBezTo>
                    <a:pt x="0" y="22"/>
                    <a:pt x="6" y="57"/>
                    <a:pt x="10" y="65"/>
                  </a:cubicBezTo>
                </a:path>
              </a:pathLst>
            </a:custGeom>
            <a:solidFill>
              <a:srgbClr val="EF9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6" name="Freeform 2215">
              <a:extLst>
                <a:ext uri="{FF2B5EF4-FFF2-40B4-BE49-F238E27FC236}">
                  <a16:creationId xmlns:a16="http://schemas.microsoft.com/office/drawing/2014/main" id="{C4042FFF-B503-4783-9CE6-AD9DEEC64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229"/>
              <a:ext cx="10" cy="118"/>
            </a:xfrm>
            <a:custGeom>
              <a:avLst/>
              <a:gdLst>
                <a:gd name="T0" fmla="*/ 32 w 5"/>
                <a:gd name="T1" fmla="*/ 0 h 53"/>
                <a:gd name="T2" fmla="*/ 8 w 5"/>
                <a:gd name="T3" fmla="*/ 209 h 53"/>
                <a:gd name="T4" fmla="*/ 16 w 5"/>
                <a:gd name="T5" fmla="*/ 586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3">
                  <a:moveTo>
                    <a:pt x="4" y="0"/>
                  </a:moveTo>
                  <a:cubicBezTo>
                    <a:pt x="5" y="6"/>
                    <a:pt x="2" y="13"/>
                    <a:pt x="1" y="19"/>
                  </a:cubicBezTo>
                  <a:cubicBezTo>
                    <a:pt x="0" y="30"/>
                    <a:pt x="0" y="42"/>
                    <a:pt x="2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7" name="Freeform 2216">
              <a:extLst>
                <a:ext uri="{FF2B5EF4-FFF2-40B4-BE49-F238E27FC236}">
                  <a16:creationId xmlns:a16="http://schemas.microsoft.com/office/drawing/2014/main" id="{81D026DD-8972-4F46-9A14-D603B1037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206"/>
              <a:ext cx="8" cy="16"/>
            </a:xfrm>
            <a:custGeom>
              <a:avLst/>
              <a:gdLst>
                <a:gd name="T0" fmla="*/ 0 w 4"/>
                <a:gd name="T1" fmla="*/ 85 h 7"/>
                <a:gd name="T2" fmla="*/ 32 w 4"/>
                <a:gd name="T3" fmla="*/ 0 h 7"/>
                <a:gd name="T4" fmla="*/ 8 w 4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3" y="6"/>
                    <a:pt x="4" y="3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8" name="Freeform 2217">
              <a:extLst>
                <a:ext uri="{FF2B5EF4-FFF2-40B4-BE49-F238E27FC236}">
                  <a16:creationId xmlns:a16="http://schemas.microsoft.com/office/drawing/2014/main" id="{CBD31FF3-F8B5-4EE9-A5E4-6457C1EEC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416"/>
              <a:ext cx="19" cy="36"/>
            </a:xfrm>
            <a:custGeom>
              <a:avLst/>
              <a:gdLst>
                <a:gd name="T0" fmla="*/ 57 w 9"/>
                <a:gd name="T1" fmla="*/ 0 h 16"/>
                <a:gd name="T2" fmla="*/ 17 w 9"/>
                <a:gd name="T3" fmla="*/ 182 h 16"/>
                <a:gd name="T4" fmla="*/ 49 w 9"/>
                <a:gd name="T5" fmla="*/ 2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6" y="0"/>
                  </a:moveTo>
                  <a:cubicBezTo>
                    <a:pt x="9" y="6"/>
                    <a:pt x="4" y="11"/>
                    <a:pt x="2" y="16"/>
                  </a:cubicBezTo>
                  <a:cubicBezTo>
                    <a:pt x="2" y="12"/>
                    <a:pt x="0" y="5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9" name="Freeform 2218">
              <a:extLst>
                <a:ext uri="{FF2B5EF4-FFF2-40B4-BE49-F238E27FC236}">
                  <a16:creationId xmlns:a16="http://schemas.microsoft.com/office/drawing/2014/main" id="{762080BA-9BA8-4F80-B6BF-35A2F1400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405"/>
              <a:ext cx="8" cy="7"/>
            </a:xfrm>
            <a:custGeom>
              <a:avLst/>
              <a:gdLst>
                <a:gd name="T0" fmla="*/ 0 w 4"/>
                <a:gd name="T1" fmla="*/ 37 h 3"/>
                <a:gd name="T2" fmla="*/ 16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3"/>
                    <a:pt x="4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0" name="Freeform 2219">
              <a:extLst>
                <a:ext uri="{FF2B5EF4-FFF2-40B4-BE49-F238E27FC236}">
                  <a16:creationId xmlns:a16="http://schemas.microsoft.com/office/drawing/2014/main" id="{A33D3D3C-6F99-469A-A42D-1E417B353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195"/>
              <a:ext cx="13" cy="43"/>
            </a:xfrm>
            <a:custGeom>
              <a:avLst/>
              <a:gdLst>
                <a:gd name="T0" fmla="*/ 61 w 6"/>
                <a:gd name="T1" fmla="*/ 0 h 19"/>
                <a:gd name="T2" fmla="*/ 0 w 6"/>
                <a:gd name="T3" fmla="*/ 2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6" y="7"/>
                    <a:pt x="2" y="13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1" name="Freeform 2220">
              <a:extLst>
                <a:ext uri="{FF2B5EF4-FFF2-40B4-BE49-F238E27FC236}">
                  <a16:creationId xmlns:a16="http://schemas.microsoft.com/office/drawing/2014/main" id="{1F81F5CA-B64D-4576-B664-13B120149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351"/>
              <a:ext cx="27" cy="47"/>
            </a:xfrm>
            <a:custGeom>
              <a:avLst/>
              <a:gdLst>
                <a:gd name="T0" fmla="*/ 108 w 13"/>
                <a:gd name="T1" fmla="*/ 0 h 21"/>
                <a:gd name="T2" fmla="*/ 52 w 13"/>
                <a:gd name="T3" fmla="*/ 181 h 21"/>
                <a:gd name="T4" fmla="*/ 0 w 13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2" y="0"/>
                  </a:moveTo>
                  <a:cubicBezTo>
                    <a:pt x="13" y="5"/>
                    <a:pt x="10" y="13"/>
                    <a:pt x="6" y="16"/>
                  </a:cubicBezTo>
                  <a:cubicBezTo>
                    <a:pt x="4" y="18"/>
                    <a:pt x="1" y="18"/>
                    <a:pt x="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2" name="Freeform 2221">
              <a:extLst>
                <a:ext uri="{FF2B5EF4-FFF2-40B4-BE49-F238E27FC236}">
                  <a16:creationId xmlns:a16="http://schemas.microsoft.com/office/drawing/2014/main" id="{5888642F-C3D5-4E85-8ED4-3AC7E03C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331"/>
              <a:ext cx="10" cy="16"/>
            </a:xfrm>
            <a:custGeom>
              <a:avLst/>
              <a:gdLst>
                <a:gd name="T0" fmla="*/ 8 w 5"/>
                <a:gd name="T1" fmla="*/ 48 h 7"/>
                <a:gd name="T2" fmla="*/ 0 w 5"/>
                <a:gd name="T3" fmla="*/ 85 h 7"/>
                <a:gd name="T4" fmla="*/ 32 w 5"/>
                <a:gd name="T5" fmla="*/ 0 h 7"/>
                <a:gd name="T6" fmla="*/ 16 w 5"/>
                <a:gd name="T7" fmla="*/ 3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0" y="5"/>
                    <a:pt x="0" y="6"/>
                    <a:pt x="0" y="7"/>
                  </a:cubicBezTo>
                  <a:cubicBezTo>
                    <a:pt x="3" y="6"/>
                    <a:pt x="5" y="3"/>
                    <a:pt x="4" y="0"/>
                  </a:cubicBezTo>
                  <a:cubicBezTo>
                    <a:pt x="3" y="1"/>
                    <a:pt x="3" y="2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3" name="Freeform 2222">
              <a:extLst>
                <a:ext uri="{FF2B5EF4-FFF2-40B4-BE49-F238E27FC236}">
                  <a16:creationId xmlns:a16="http://schemas.microsoft.com/office/drawing/2014/main" id="{AEF48592-0AB9-4F2C-8BBE-EF0BACB5E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452"/>
              <a:ext cx="23" cy="24"/>
            </a:xfrm>
            <a:custGeom>
              <a:avLst/>
              <a:gdLst>
                <a:gd name="T0" fmla="*/ 0 w 11"/>
                <a:gd name="T1" fmla="*/ 113 h 11"/>
                <a:gd name="T2" fmla="*/ 100 w 11"/>
                <a:gd name="T3" fmla="*/ 0 h 11"/>
                <a:gd name="T4" fmla="*/ 36 w 11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4" y="8"/>
                    <a:pt x="9" y="5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4" name="Freeform 2223">
              <a:extLst>
                <a:ext uri="{FF2B5EF4-FFF2-40B4-BE49-F238E27FC236}">
                  <a16:creationId xmlns:a16="http://schemas.microsoft.com/office/drawing/2014/main" id="{2687926D-25FE-4450-854A-2FEB37940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472"/>
              <a:ext cx="42" cy="38"/>
            </a:xfrm>
            <a:custGeom>
              <a:avLst/>
              <a:gdLst>
                <a:gd name="T0" fmla="*/ 0 w 20"/>
                <a:gd name="T1" fmla="*/ 190 h 17"/>
                <a:gd name="T2" fmla="*/ 185 w 20"/>
                <a:gd name="T3" fmla="*/ 0 h 17"/>
                <a:gd name="T4" fmla="*/ 111 w 20"/>
                <a:gd name="T5" fmla="*/ 20 h 17"/>
                <a:gd name="T6" fmla="*/ 67 w 20"/>
                <a:gd name="T7" fmla="*/ 10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0" y="17"/>
                  </a:moveTo>
                  <a:cubicBezTo>
                    <a:pt x="7" y="12"/>
                    <a:pt x="15" y="8"/>
                    <a:pt x="20" y="0"/>
                  </a:cubicBezTo>
                  <a:cubicBezTo>
                    <a:pt x="17" y="0"/>
                    <a:pt x="15" y="4"/>
                    <a:pt x="12" y="2"/>
                  </a:cubicBezTo>
                  <a:cubicBezTo>
                    <a:pt x="10" y="4"/>
                    <a:pt x="9" y="7"/>
                    <a:pt x="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5" name="Freeform 2224">
              <a:extLst>
                <a:ext uri="{FF2B5EF4-FFF2-40B4-BE49-F238E27FC236}">
                  <a16:creationId xmlns:a16="http://schemas.microsoft.com/office/drawing/2014/main" id="{5C8B3756-985A-46FF-B696-890538E95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454"/>
              <a:ext cx="10" cy="16"/>
            </a:xfrm>
            <a:custGeom>
              <a:avLst/>
              <a:gdLst>
                <a:gd name="T0" fmla="*/ 0 w 5"/>
                <a:gd name="T1" fmla="*/ 57 h 7"/>
                <a:gd name="T2" fmla="*/ 0 w 5"/>
                <a:gd name="T3" fmla="*/ 85 h 7"/>
                <a:gd name="T4" fmla="*/ 32 w 5"/>
                <a:gd name="T5" fmla="*/ 0 h 7"/>
                <a:gd name="T6" fmla="*/ 8 w 5"/>
                <a:gd name="T7" fmla="*/ 5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5"/>
                  </a:moveTo>
                  <a:cubicBezTo>
                    <a:pt x="0" y="6"/>
                    <a:pt x="0" y="6"/>
                    <a:pt x="0" y="7"/>
                  </a:cubicBezTo>
                  <a:cubicBezTo>
                    <a:pt x="3" y="6"/>
                    <a:pt x="5" y="3"/>
                    <a:pt x="4" y="0"/>
                  </a:cubicBezTo>
                  <a:cubicBezTo>
                    <a:pt x="2" y="1"/>
                    <a:pt x="1" y="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6" name="Freeform 2225">
              <a:extLst>
                <a:ext uri="{FF2B5EF4-FFF2-40B4-BE49-F238E27FC236}">
                  <a16:creationId xmlns:a16="http://schemas.microsoft.com/office/drawing/2014/main" id="{FD71F785-7A7F-463F-A04E-CCDB44C01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552"/>
              <a:ext cx="50" cy="34"/>
            </a:xfrm>
            <a:custGeom>
              <a:avLst/>
              <a:gdLst>
                <a:gd name="T0" fmla="*/ 0 w 24"/>
                <a:gd name="T1" fmla="*/ 175 h 15"/>
                <a:gd name="T2" fmla="*/ 217 w 2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5">
                  <a:moveTo>
                    <a:pt x="0" y="15"/>
                  </a:moveTo>
                  <a:cubicBezTo>
                    <a:pt x="10" y="13"/>
                    <a:pt x="17" y="6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7" name="Freeform 2226">
              <a:extLst>
                <a:ext uri="{FF2B5EF4-FFF2-40B4-BE49-F238E27FC236}">
                  <a16:creationId xmlns:a16="http://schemas.microsoft.com/office/drawing/2014/main" id="{F58DF632-D5E9-4CA8-9C42-83DD1945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539"/>
              <a:ext cx="10" cy="9"/>
            </a:xfrm>
            <a:custGeom>
              <a:avLst/>
              <a:gdLst>
                <a:gd name="T0" fmla="*/ 8 w 5"/>
                <a:gd name="T1" fmla="*/ 0 h 4"/>
                <a:gd name="T2" fmla="*/ 8 w 5"/>
                <a:gd name="T3" fmla="*/ 45 h 4"/>
                <a:gd name="T4" fmla="*/ 40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4" y="2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8" name="Freeform 2227">
              <a:extLst>
                <a:ext uri="{FF2B5EF4-FFF2-40B4-BE49-F238E27FC236}">
                  <a16:creationId xmlns:a16="http://schemas.microsoft.com/office/drawing/2014/main" id="{94D218F2-20A9-44D9-9014-49B23FB69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140"/>
              <a:ext cx="29" cy="58"/>
            </a:xfrm>
            <a:custGeom>
              <a:avLst/>
              <a:gdLst>
                <a:gd name="T0" fmla="*/ 124 w 14"/>
                <a:gd name="T1" fmla="*/ 0 h 26"/>
                <a:gd name="T2" fmla="*/ 35 w 14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14" y="0"/>
                  </a:moveTo>
                  <a:cubicBezTo>
                    <a:pt x="10" y="7"/>
                    <a:pt x="0" y="19"/>
                    <a:pt x="4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9" name="Freeform 2228">
              <a:extLst>
                <a:ext uri="{FF2B5EF4-FFF2-40B4-BE49-F238E27FC236}">
                  <a16:creationId xmlns:a16="http://schemas.microsoft.com/office/drawing/2014/main" id="{51BFBC4D-4804-4855-B752-2859AD063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131"/>
              <a:ext cx="4" cy="9"/>
            </a:xfrm>
            <a:custGeom>
              <a:avLst/>
              <a:gdLst>
                <a:gd name="T0" fmla="*/ 0 w 2"/>
                <a:gd name="T1" fmla="*/ 25 h 4"/>
                <a:gd name="T2" fmla="*/ 8 w 2"/>
                <a:gd name="T3" fmla="*/ 45 h 4"/>
                <a:gd name="T4" fmla="*/ 8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0" name="Freeform 2229">
              <a:extLst>
                <a:ext uri="{FF2B5EF4-FFF2-40B4-BE49-F238E27FC236}">
                  <a16:creationId xmlns:a16="http://schemas.microsoft.com/office/drawing/2014/main" id="{2CFEE526-95A2-4CD0-9C97-C0F1BD6C4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1220"/>
              <a:ext cx="6" cy="33"/>
            </a:xfrm>
            <a:custGeom>
              <a:avLst/>
              <a:gdLst>
                <a:gd name="T0" fmla="*/ 24 w 3"/>
                <a:gd name="T1" fmla="*/ 0 h 15"/>
                <a:gd name="T2" fmla="*/ 24 w 3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2" y="5"/>
                    <a:pt x="0" y="11"/>
                    <a:pt x="3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1" name="Freeform 2230">
              <a:extLst>
                <a:ext uri="{FF2B5EF4-FFF2-40B4-BE49-F238E27FC236}">
                  <a16:creationId xmlns:a16="http://schemas.microsoft.com/office/drawing/2014/main" id="{848D57A6-F44C-4229-BE52-3E2425970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213"/>
              <a:ext cx="4" cy="5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2" name="Freeform 2231">
              <a:extLst>
                <a:ext uri="{FF2B5EF4-FFF2-40B4-BE49-F238E27FC236}">
                  <a16:creationId xmlns:a16="http://schemas.microsoft.com/office/drawing/2014/main" id="{8E3C66FA-F543-47B5-9E0C-BDE308D1F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084"/>
              <a:ext cx="25" cy="15"/>
            </a:xfrm>
            <a:custGeom>
              <a:avLst/>
              <a:gdLst>
                <a:gd name="T0" fmla="*/ 0 w 12"/>
                <a:gd name="T1" fmla="*/ 41 h 7"/>
                <a:gd name="T2" fmla="*/ 108 w 12"/>
                <a:gd name="T3" fmla="*/ 69 h 7"/>
                <a:gd name="T4" fmla="*/ 35 w 12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3" y="4"/>
                    <a:pt x="12" y="0"/>
                    <a:pt x="12" y="7"/>
                  </a:cubicBezTo>
                  <a:cubicBezTo>
                    <a:pt x="10" y="6"/>
                    <a:pt x="7" y="6"/>
                    <a:pt x="4" y="4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3" name="Freeform 2232">
              <a:extLst>
                <a:ext uri="{FF2B5EF4-FFF2-40B4-BE49-F238E27FC236}">
                  <a16:creationId xmlns:a16="http://schemas.microsoft.com/office/drawing/2014/main" id="{F208FBD5-0598-49B2-8F08-F12BBAE99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093"/>
              <a:ext cx="6" cy="6"/>
            </a:xfrm>
            <a:custGeom>
              <a:avLst/>
              <a:gdLst>
                <a:gd name="T0" fmla="*/ 0 w 3"/>
                <a:gd name="T1" fmla="*/ 0 h 3"/>
                <a:gd name="T2" fmla="*/ 24 w 3"/>
                <a:gd name="T3" fmla="*/ 16 h 3"/>
                <a:gd name="T4" fmla="*/ 8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3" y="2"/>
                  </a:cubicBezTo>
                  <a:cubicBezTo>
                    <a:pt x="3" y="0"/>
                    <a:pt x="3" y="1"/>
                    <a:pt x="1" y="1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4" name="Freeform 2233">
              <a:extLst>
                <a:ext uri="{FF2B5EF4-FFF2-40B4-BE49-F238E27FC236}">
                  <a16:creationId xmlns:a16="http://schemas.microsoft.com/office/drawing/2014/main" id="{823164BB-68E4-4F9F-A0EF-37BBD8F59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251"/>
              <a:ext cx="21" cy="47"/>
            </a:xfrm>
            <a:custGeom>
              <a:avLst/>
              <a:gdLst>
                <a:gd name="T0" fmla="*/ 92 w 10"/>
                <a:gd name="T1" fmla="*/ 0 h 21"/>
                <a:gd name="T2" fmla="*/ 0 w 10"/>
                <a:gd name="T3" fmla="*/ 2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10" y="6"/>
                    <a:pt x="6" y="19"/>
                    <a:pt x="0" y="21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5" name="Freeform 2234">
              <a:extLst>
                <a:ext uri="{FF2B5EF4-FFF2-40B4-BE49-F238E27FC236}">
                  <a16:creationId xmlns:a16="http://schemas.microsoft.com/office/drawing/2014/main" id="{7142194E-4D88-40FF-94CF-2BC0D467E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229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11 w 4"/>
                <a:gd name="T3" fmla="*/ 53 h 5"/>
                <a:gd name="T4" fmla="*/ 45 w 4"/>
                <a:gd name="T5" fmla="*/ 0 h 5"/>
                <a:gd name="T6" fmla="*/ 25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4"/>
                    <a:pt x="4" y="2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6" name="Freeform 2235">
              <a:extLst>
                <a:ext uri="{FF2B5EF4-FFF2-40B4-BE49-F238E27FC236}">
                  <a16:creationId xmlns:a16="http://schemas.microsoft.com/office/drawing/2014/main" id="{43B0EDFF-5C0A-4179-9A1D-FE3D6794A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316"/>
              <a:ext cx="8" cy="9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45 h 4"/>
                <a:gd name="T4" fmla="*/ 32 w 4"/>
                <a:gd name="T5" fmla="*/ 0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4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7" name="Freeform 2236">
              <a:extLst>
                <a:ext uri="{FF2B5EF4-FFF2-40B4-BE49-F238E27FC236}">
                  <a16:creationId xmlns:a16="http://schemas.microsoft.com/office/drawing/2014/main" id="{EF6A4331-B252-4470-8642-641E696C5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276"/>
              <a:ext cx="35" cy="62"/>
            </a:xfrm>
            <a:custGeom>
              <a:avLst/>
              <a:gdLst>
                <a:gd name="T0" fmla="*/ 0 w 17"/>
                <a:gd name="T1" fmla="*/ 270 h 28"/>
                <a:gd name="T2" fmla="*/ 89 w 17"/>
                <a:gd name="T3" fmla="*/ 133 h 28"/>
                <a:gd name="T4" fmla="*/ 148 w 17"/>
                <a:gd name="T5" fmla="*/ 0 h 28"/>
                <a:gd name="T6" fmla="*/ 80 w 17"/>
                <a:gd name="T7" fmla="*/ 303 h 28"/>
                <a:gd name="T8" fmla="*/ 51 w 17"/>
                <a:gd name="T9" fmla="*/ 21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5"/>
                  </a:moveTo>
                  <a:cubicBezTo>
                    <a:pt x="4" y="22"/>
                    <a:pt x="7" y="17"/>
                    <a:pt x="10" y="12"/>
                  </a:cubicBezTo>
                  <a:cubicBezTo>
                    <a:pt x="13" y="9"/>
                    <a:pt x="17" y="4"/>
                    <a:pt x="17" y="0"/>
                  </a:cubicBezTo>
                  <a:cubicBezTo>
                    <a:pt x="15" y="9"/>
                    <a:pt x="10" y="18"/>
                    <a:pt x="9" y="28"/>
                  </a:cubicBezTo>
                  <a:cubicBezTo>
                    <a:pt x="9" y="25"/>
                    <a:pt x="10" y="19"/>
                    <a:pt x="6" y="2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8" name="Freeform 2237">
              <a:extLst>
                <a:ext uri="{FF2B5EF4-FFF2-40B4-BE49-F238E27FC236}">
                  <a16:creationId xmlns:a16="http://schemas.microsoft.com/office/drawing/2014/main" id="{40FAB974-FBF2-4E2B-B79B-7E215F027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456"/>
              <a:ext cx="21" cy="23"/>
            </a:xfrm>
            <a:custGeom>
              <a:avLst/>
              <a:gdLst>
                <a:gd name="T0" fmla="*/ 17 w 10"/>
                <a:gd name="T1" fmla="*/ 28 h 10"/>
                <a:gd name="T2" fmla="*/ 0 w 10"/>
                <a:gd name="T3" fmla="*/ 110 h 10"/>
                <a:gd name="T4" fmla="*/ 92 w 10"/>
                <a:gd name="T5" fmla="*/ 110 h 10"/>
                <a:gd name="T6" fmla="*/ 36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2" y="2"/>
                  </a:moveTo>
                  <a:cubicBezTo>
                    <a:pt x="0" y="4"/>
                    <a:pt x="1" y="6"/>
                    <a:pt x="0" y="9"/>
                  </a:cubicBezTo>
                  <a:cubicBezTo>
                    <a:pt x="3" y="10"/>
                    <a:pt x="7" y="8"/>
                    <a:pt x="10" y="9"/>
                  </a:cubicBezTo>
                  <a:cubicBezTo>
                    <a:pt x="8" y="8"/>
                    <a:pt x="4" y="3"/>
                    <a:pt x="4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9" name="Freeform 2238">
              <a:extLst>
                <a:ext uri="{FF2B5EF4-FFF2-40B4-BE49-F238E27FC236}">
                  <a16:creationId xmlns:a16="http://schemas.microsoft.com/office/drawing/2014/main" id="{123C7052-402D-4115-A260-97C8FE4E3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398"/>
              <a:ext cx="17" cy="45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27 h 20"/>
                <a:gd name="T4" fmla="*/ 77 w 8"/>
                <a:gd name="T5" fmla="*/ 182 h 20"/>
                <a:gd name="T6" fmla="*/ 9 w 8"/>
                <a:gd name="T7" fmla="*/ 3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2" y="7"/>
                    <a:pt x="0" y="14"/>
                    <a:pt x="0" y="20"/>
                  </a:cubicBezTo>
                  <a:cubicBezTo>
                    <a:pt x="2" y="18"/>
                    <a:pt x="5" y="17"/>
                    <a:pt x="8" y="16"/>
                  </a:cubicBezTo>
                  <a:cubicBezTo>
                    <a:pt x="2" y="17"/>
                    <a:pt x="3" y="7"/>
                    <a:pt x="1" y="3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0" name="Freeform 2239">
              <a:extLst>
                <a:ext uri="{FF2B5EF4-FFF2-40B4-BE49-F238E27FC236}">
                  <a16:creationId xmlns:a16="http://schemas.microsoft.com/office/drawing/2014/main" id="{EB9E86D2-0F44-43CD-B338-16FC45969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488"/>
              <a:ext cx="31" cy="11"/>
            </a:xfrm>
            <a:custGeom>
              <a:avLst/>
              <a:gdLst>
                <a:gd name="T0" fmla="*/ 0 w 15"/>
                <a:gd name="T1" fmla="*/ 0 h 5"/>
                <a:gd name="T2" fmla="*/ 132 w 15"/>
                <a:gd name="T3" fmla="*/ 53 h 5"/>
                <a:gd name="T4" fmla="*/ 116 w 1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4" y="3"/>
                    <a:pt x="9" y="5"/>
                    <a:pt x="15" y="5"/>
                  </a:cubicBezTo>
                  <a:cubicBezTo>
                    <a:pt x="11" y="5"/>
                    <a:pt x="13" y="1"/>
                    <a:pt x="13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1" name="Freeform 2240">
              <a:extLst>
                <a:ext uri="{FF2B5EF4-FFF2-40B4-BE49-F238E27FC236}">
                  <a16:creationId xmlns:a16="http://schemas.microsoft.com/office/drawing/2014/main" id="{E03DDAAF-037F-4D81-838E-1573B158D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488"/>
              <a:ext cx="33" cy="40"/>
            </a:xfrm>
            <a:custGeom>
              <a:avLst/>
              <a:gdLst>
                <a:gd name="T0" fmla="*/ 89 w 16"/>
                <a:gd name="T1" fmla="*/ 9 h 18"/>
                <a:gd name="T2" fmla="*/ 25 w 16"/>
                <a:gd name="T3" fmla="*/ 198 h 18"/>
                <a:gd name="T4" fmla="*/ 140 w 16"/>
                <a:gd name="T5" fmla="*/ 178 h 18"/>
                <a:gd name="T6" fmla="*/ 116 w 16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10" y="1"/>
                  </a:moveTo>
                  <a:cubicBezTo>
                    <a:pt x="8" y="5"/>
                    <a:pt x="0" y="13"/>
                    <a:pt x="3" y="18"/>
                  </a:cubicBezTo>
                  <a:cubicBezTo>
                    <a:pt x="6" y="14"/>
                    <a:pt x="13" y="15"/>
                    <a:pt x="16" y="16"/>
                  </a:cubicBezTo>
                  <a:cubicBezTo>
                    <a:pt x="9" y="16"/>
                    <a:pt x="11" y="4"/>
                    <a:pt x="13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2" name="Freeform 2241">
              <a:extLst>
                <a:ext uri="{FF2B5EF4-FFF2-40B4-BE49-F238E27FC236}">
                  <a16:creationId xmlns:a16="http://schemas.microsoft.com/office/drawing/2014/main" id="{CB8E82EE-0C26-4AA6-B91A-F0DFC49DD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193"/>
              <a:ext cx="14" cy="71"/>
            </a:xfrm>
            <a:custGeom>
              <a:avLst/>
              <a:gdLst>
                <a:gd name="T0" fmla="*/ 0 w 7"/>
                <a:gd name="T1" fmla="*/ 0 h 32"/>
                <a:gd name="T2" fmla="*/ 8 w 7"/>
                <a:gd name="T3" fmla="*/ 295 h 32"/>
                <a:gd name="T4" fmla="*/ 16 w 7"/>
                <a:gd name="T5" fmla="*/ 271 h 32"/>
                <a:gd name="T6" fmla="*/ 56 w 7"/>
                <a:gd name="T7" fmla="*/ 351 h 32"/>
                <a:gd name="T8" fmla="*/ 0 w 7"/>
                <a:gd name="T9" fmla="*/ 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2">
                  <a:moveTo>
                    <a:pt x="0" y="0"/>
                  </a:moveTo>
                  <a:cubicBezTo>
                    <a:pt x="3" y="8"/>
                    <a:pt x="0" y="18"/>
                    <a:pt x="1" y="27"/>
                  </a:cubicBezTo>
                  <a:cubicBezTo>
                    <a:pt x="1" y="26"/>
                    <a:pt x="2" y="25"/>
                    <a:pt x="2" y="25"/>
                  </a:cubicBezTo>
                  <a:cubicBezTo>
                    <a:pt x="5" y="27"/>
                    <a:pt x="5" y="29"/>
                    <a:pt x="7" y="32"/>
                  </a:cubicBezTo>
                  <a:cubicBezTo>
                    <a:pt x="3" y="23"/>
                    <a:pt x="4" y="14"/>
                    <a:pt x="0" y="5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9880D60B-DC5C-4716-B128-16600D802C1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Arteriole and</a:t>
            </a:r>
            <a:br>
              <a:rPr lang="fr-FR" altLang="x-none" sz="2800"/>
            </a:br>
            <a:r>
              <a:rPr lang="fr-FR" altLang="x-none" sz="2800"/>
              <a:t>smooth muscle cells</a:t>
            </a:r>
          </a:p>
        </p:txBody>
      </p:sp>
      <p:grpSp>
        <p:nvGrpSpPr>
          <p:cNvPr id="21506" name="arteriole-and-smooth-muscle-cells">
            <a:extLst>
              <a:ext uri="{FF2B5EF4-FFF2-40B4-BE49-F238E27FC236}">
                <a16:creationId xmlns:a16="http://schemas.microsoft.com/office/drawing/2014/main" id="{292A7E2E-563B-4908-9447-4C64CBA0D944}"/>
              </a:ext>
            </a:extLst>
          </p:cNvPr>
          <p:cNvGrpSpPr>
            <a:grpSpLocks/>
          </p:cNvGrpSpPr>
          <p:nvPr/>
        </p:nvGrpSpPr>
        <p:grpSpPr bwMode="auto">
          <a:xfrm>
            <a:off x="3684588" y="2143125"/>
            <a:ext cx="4805362" cy="3662363"/>
            <a:chOff x="1361" y="1255"/>
            <a:chExt cx="3027" cy="2307"/>
          </a:xfrm>
        </p:grpSpPr>
        <p:sp>
          <p:nvSpPr>
            <p:cNvPr id="21513" name="Freeform 4">
              <a:extLst>
                <a:ext uri="{FF2B5EF4-FFF2-40B4-BE49-F238E27FC236}">
                  <a16:creationId xmlns:a16="http://schemas.microsoft.com/office/drawing/2014/main" id="{0DA21565-0F57-4457-9399-F2AD38696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276"/>
              <a:ext cx="2624" cy="2222"/>
            </a:xfrm>
            <a:custGeom>
              <a:avLst/>
              <a:gdLst>
                <a:gd name="T0" fmla="*/ 9731 w 1330"/>
                <a:gd name="T1" fmla="*/ 3442 h 1126"/>
                <a:gd name="T2" fmla="*/ 9786 w 1330"/>
                <a:gd name="T3" fmla="*/ 3341 h 1126"/>
                <a:gd name="T4" fmla="*/ 10082 w 1330"/>
                <a:gd name="T5" fmla="*/ 3041 h 1126"/>
                <a:gd name="T6" fmla="*/ 10214 w 1330"/>
                <a:gd name="T7" fmla="*/ 2504 h 1126"/>
                <a:gd name="T8" fmla="*/ 10198 w 1330"/>
                <a:gd name="T9" fmla="*/ 2181 h 1126"/>
                <a:gd name="T10" fmla="*/ 10129 w 1330"/>
                <a:gd name="T11" fmla="*/ 1873 h 1126"/>
                <a:gd name="T12" fmla="*/ 10007 w 1330"/>
                <a:gd name="T13" fmla="*/ 1752 h 1126"/>
                <a:gd name="T14" fmla="*/ 10070 w 1330"/>
                <a:gd name="T15" fmla="*/ 1652 h 1126"/>
                <a:gd name="T16" fmla="*/ 10038 w 1330"/>
                <a:gd name="T17" fmla="*/ 1531 h 1126"/>
                <a:gd name="T18" fmla="*/ 9875 w 1330"/>
                <a:gd name="T19" fmla="*/ 1239 h 1126"/>
                <a:gd name="T20" fmla="*/ 9606 w 1330"/>
                <a:gd name="T21" fmla="*/ 845 h 1126"/>
                <a:gd name="T22" fmla="*/ 9377 w 1330"/>
                <a:gd name="T23" fmla="*/ 701 h 1126"/>
                <a:gd name="T24" fmla="*/ 9139 w 1330"/>
                <a:gd name="T25" fmla="*/ 401 h 1126"/>
                <a:gd name="T26" fmla="*/ 8707 w 1330"/>
                <a:gd name="T27" fmla="*/ 176 h 1126"/>
                <a:gd name="T28" fmla="*/ 8342 w 1330"/>
                <a:gd name="T29" fmla="*/ 168 h 1126"/>
                <a:gd name="T30" fmla="*/ 8186 w 1330"/>
                <a:gd name="T31" fmla="*/ 116 h 1126"/>
                <a:gd name="T32" fmla="*/ 7917 w 1330"/>
                <a:gd name="T33" fmla="*/ 215 h 1126"/>
                <a:gd name="T34" fmla="*/ 7689 w 1330"/>
                <a:gd name="T35" fmla="*/ 377 h 1126"/>
                <a:gd name="T36" fmla="*/ 6574 w 1330"/>
                <a:gd name="T37" fmla="*/ 1113 h 1126"/>
                <a:gd name="T38" fmla="*/ 6158 w 1330"/>
                <a:gd name="T39" fmla="*/ 1383 h 1126"/>
                <a:gd name="T40" fmla="*/ 5990 w 1330"/>
                <a:gd name="T41" fmla="*/ 1553 h 1126"/>
                <a:gd name="T42" fmla="*/ 5808 w 1330"/>
                <a:gd name="T43" fmla="*/ 1604 h 1126"/>
                <a:gd name="T44" fmla="*/ 5524 w 1330"/>
                <a:gd name="T45" fmla="*/ 1815 h 1126"/>
                <a:gd name="T46" fmla="*/ 4893 w 1330"/>
                <a:gd name="T47" fmla="*/ 2228 h 1126"/>
                <a:gd name="T48" fmla="*/ 4110 w 1330"/>
                <a:gd name="T49" fmla="*/ 2741 h 1126"/>
                <a:gd name="T50" fmla="*/ 3717 w 1330"/>
                <a:gd name="T51" fmla="*/ 3005 h 1126"/>
                <a:gd name="T52" fmla="*/ 3512 w 1330"/>
                <a:gd name="T53" fmla="*/ 3228 h 1126"/>
                <a:gd name="T54" fmla="*/ 3293 w 1330"/>
                <a:gd name="T55" fmla="*/ 3284 h 1126"/>
                <a:gd name="T56" fmla="*/ 3017 w 1330"/>
                <a:gd name="T57" fmla="*/ 3473 h 1126"/>
                <a:gd name="T58" fmla="*/ 2129 w 1330"/>
                <a:gd name="T59" fmla="*/ 4065 h 1126"/>
                <a:gd name="T60" fmla="*/ 1713 w 1330"/>
                <a:gd name="T61" fmla="*/ 4333 h 1126"/>
                <a:gd name="T62" fmla="*/ 1521 w 1330"/>
                <a:gd name="T63" fmla="*/ 4466 h 1126"/>
                <a:gd name="T64" fmla="*/ 1389 w 1330"/>
                <a:gd name="T65" fmla="*/ 4610 h 1126"/>
                <a:gd name="T66" fmla="*/ 1184 w 1330"/>
                <a:gd name="T67" fmla="*/ 4689 h 1126"/>
                <a:gd name="T68" fmla="*/ 884 w 1330"/>
                <a:gd name="T69" fmla="*/ 4888 h 1126"/>
                <a:gd name="T70" fmla="*/ 416 w 1330"/>
                <a:gd name="T71" fmla="*/ 5202 h 1126"/>
                <a:gd name="T72" fmla="*/ 0 w 1330"/>
                <a:gd name="T73" fmla="*/ 5472 h 1126"/>
                <a:gd name="T74" fmla="*/ 1864 w 1330"/>
                <a:gd name="T75" fmla="*/ 8653 h 1126"/>
                <a:gd name="T76" fmla="*/ 2164 w 1330"/>
                <a:gd name="T77" fmla="*/ 8454 h 1126"/>
                <a:gd name="T78" fmla="*/ 3001 w 1330"/>
                <a:gd name="T79" fmla="*/ 7901 h 1126"/>
                <a:gd name="T80" fmla="*/ 3624 w 1330"/>
                <a:gd name="T81" fmla="*/ 7485 h 1126"/>
                <a:gd name="T82" fmla="*/ 3924 w 1330"/>
                <a:gd name="T83" fmla="*/ 7294 h 1126"/>
                <a:gd name="T84" fmla="*/ 4056 w 1330"/>
                <a:gd name="T85" fmla="*/ 7138 h 1126"/>
                <a:gd name="T86" fmla="*/ 4380 w 1330"/>
                <a:gd name="T87" fmla="*/ 6986 h 1126"/>
                <a:gd name="T88" fmla="*/ 4784 w 1330"/>
                <a:gd name="T89" fmla="*/ 6717 h 1126"/>
                <a:gd name="T90" fmla="*/ 5589 w 1330"/>
                <a:gd name="T91" fmla="*/ 6188 h 1126"/>
                <a:gd name="T92" fmla="*/ 7002 w 1330"/>
                <a:gd name="T93" fmla="*/ 5249 h 1126"/>
                <a:gd name="T94" fmla="*/ 8278 w 1330"/>
                <a:gd name="T95" fmla="*/ 4405 h 1126"/>
                <a:gd name="T96" fmla="*/ 9229 w 1330"/>
                <a:gd name="T97" fmla="*/ 3773 h 1126"/>
                <a:gd name="T98" fmla="*/ 9537 w 1330"/>
                <a:gd name="T99" fmla="*/ 3568 h 1126"/>
                <a:gd name="T100" fmla="*/ 9731 w 1330"/>
                <a:gd name="T101" fmla="*/ 3442 h 112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30" h="1126">
                  <a:moveTo>
                    <a:pt x="1267" y="448"/>
                  </a:moveTo>
                  <a:cubicBezTo>
                    <a:pt x="1273" y="443"/>
                    <a:pt x="1276" y="439"/>
                    <a:pt x="1274" y="435"/>
                  </a:cubicBezTo>
                  <a:cubicBezTo>
                    <a:pt x="1295" y="442"/>
                    <a:pt x="1307" y="411"/>
                    <a:pt x="1313" y="396"/>
                  </a:cubicBezTo>
                  <a:cubicBezTo>
                    <a:pt x="1324" y="374"/>
                    <a:pt x="1329" y="350"/>
                    <a:pt x="1330" y="326"/>
                  </a:cubicBezTo>
                  <a:cubicBezTo>
                    <a:pt x="1330" y="312"/>
                    <a:pt x="1329" y="298"/>
                    <a:pt x="1328" y="284"/>
                  </a:cubicBezTo>
                  <a:cubicBezTo>
                    <a:pt x="1326" y="272"/>
                    <a:pt x="1326" y="254"/>
                    <a:pt x="1319" y="244"/>
                  </a:cubicBezTo>
                  <a:cubicBezTo>
                    <a:pt x="1316" y="238"/>
                    <a:pt x="1304" y="235"/>
                    <a:pt x="1303" y="228"/>
                  </a:cubicBezTo>
                  <a:cubicBezTo>
                    <a:pt x="1303" y="223"/>
                    <a:pt x="1309" y="220"/>
                    <a:pt x="1311" y="215"/>
                  </a:cubicBezTo>
                  <a:cubicBezTo>
                    <a:pt x="1312" y="210"/>
                    <a:pt x="1310" y="204"/>
                    <a:pt x="1307" y="199"/>
                  </a:cubicBezTo>
                  <a:cubicBezTo>
                    <a:pt x="1299" y="187"/>
                    <a:pt x="1293" y="174"/>
                    <a:pt x="1286" y="161"/>
                  </a:cubicBezTo>
                  <a:cubicBezTo>
                    <a:pt x="1276" y="143"/>
                    <a:pt x="1263" y="127"/>
                    <a:pt x="1251" y="110"/>
                  </a:cubicBezTo>
                  <a:cubicBezTo>
                    <a:pt x="1243" y="97"/>
                    <a:pt x="1240" y="85"/>
                    <a:pt x="1221" y="91"/>
                  </a:cubicBezTo>
                  <a:cubicBezTo>
                    <a:pt x="1236" y="75"/>
                    <a:pt x="1200" y="59"/>
                    <a:pt x="1190" y="52"/>
                  </a:cubicBezTo>
                  <a:cubicBezTo>
                    <a:pt x="1173" y="40"/>
                    <a:pt x="1154" y="30"/>
                    <a:pt x="1134" y="23"/>
                  </a:cubicBezTo>
                  <a:cubicBezTo>
                    <a:pt x="1126" y="20"/>
                    <a:pt x="1085" y="0"/>
                    <a:pt x="1086" y="22"/>
                  </a:cubicBezTo>
                  <a:cubicBezTo>
                    <a:pt x="1083" y="11"/>
                    <a:pt x="1075" y="13"/>
                    <a:pt x="1066" y="15"/>
                  </a:cubicBezTo>
                  <a:cubicBezTo>
                    <a:pt x="1054" y="19"/>
                    <a:pt x="1042" y="22"/>
                    <a:pt x="1031" y="28"/>
                  </a:cubicBezTo>
                  <a:cubicBezTo>
                    <a:pt x="1021" y="35"/>
                    <a:pt x="1011" y="42"/>
                    <a:pt x="1001" y="49"/>
                  </a:cubicBezTo>
                  <a:cubicBezTo>
                    <a:pt x="952" y="81"/>
                    <a:pt x="904" y="113"/>
                    <a:pt x="856" y="145"/>
                  </a:cubicBezTo>
                  <a:cubicBezTo>
                    <a:pt x="838" y="156"/>
                    <a:pt x="821" y="170"/>
                    <a:pt x="802" y="180"/>
                  </a:cubicBezTo>
                  <a:cubicBezTo>
                    <a:pt x="791" y="186"/>
                    <a:pt x="774" y="185"/>
                    <a:pt x="780" y="202"/>
                  </a:cubicBezTo>
                  <a:cubicBezTo>
                    <a:pt x="769" y="201"/>
                    <a:pt x="764" y="201"/>
                    <a:pt x="756" y="209"/>
                  </a:cubicBezTo>
                  <a:cubicBezTo>
                    <a:pt x="746" y="220"/>
                    <a:pt x="731" y="227"/>
                    <a:pt x="719" y="236"/>
                  </a:cubicBezTo>
                  <a:cubicBezTo>
                    <a:pt x="691" y="254"/>
                    <a:pt x="664" y="272"/>
                    <a:pt x="637" y="290"/>
                  </a:cubicBezTo>
                  <a:cubicBezTo>
                    <a:pt x="603" y="312"/>
                    <a:pt x="569" y="335"/>
                    <a:pt x="535" y="357"/>
                  </a:cubicBezTo>
                  <a:cubicBezTo>
                    <a:pt x="518" y="369"/>
                    <a:pt x="501" y="380"/>
                    <a:pt x="484" y="391"/>
                  </a:cubicBezTo>
                  <a:cubicBezTo>
                    <a:pt x="483" y="392"/>
                    <a:pt x="444" y="415"/>
                    <a:pt x="457" y="420"/>
                  </a:cubicBezTo>
                  <a:cubicBezTo>
                    <a:pt x="444" y="415"/>
                    <a:pt x="439" y="419"/>
                    <a:pt x="429" y="427"/>
                  </a:cubicBezTo>
                  <a:cubicBezTo>
                    <a:pt x="418" y="436"/>
                    <a:pt x="405" y="444"/>
                    <a:pt x="393" y="452"/>
                  </a:cubicBezTo>
                  <a:cubicBezTo>
                    <a:pt x="354" y="477"/>
                    <a:pt x="316" y="503"/>
                    <a:pt x="277" y="529"/>
                  </a:cubicBezTo>
                  <a:cubicBezTo>
                    <a:pt x="259" y="540"/>
                    <a:pt x="241" y="552"/>
                    <a:pt x="223" y="564"/>
                  </a:cubicBezTo>
                  <a:cubicBezTo>
                    <a:pt x="215" y="570"/>
                    <a:pt x="206" y="575"/>
                    <a:pt x="198" y="581"/>
                  </a:cubicBezTo>
                  <a:cubicBezTo>
                    <a:pt x="195" y="583"/>
                    <a:pt x="172" y="594"/>
                    <a:pt x="181" y="600"/>
                  </a:cubicBezTo>
                  <a:cubicBezTo>
                    <a:pt x="171" y="593"/>
                    <a:pt x="162" y="604"/>
                    <a:pt x="154" y="610"/>
                  </a:cubicBezTo>
                  <a:cubicBezTo>
                    <a:pt x="142" y="619"/>
                    <a:pt x="128" y="627"/>
                    <a:pt x="115" y="636"/>
                  </a:cubicBezTo>
                  <a:cubicBezTo>
                    <a:pt x="95" y="649"/>
                    <a:pt x="74" y="663"/>
                    <a:pt x="54" y="677"/>
                  </a:cubicBezTo>
                  <a:cubicBezTo>
                    <a:pt x="51" y="678"/>
                    <a:pt x="0" y="712"/>
                    <a:pt x="0" y="712"/>
                  </a:cubicBezTo>
                  <a:cubicBezTo>
                    <a:pt x="0" y="713"/>
                    <a:pt x="242" y="1125"/>
                    <a:pt x="243" y="1126"/>
                  </a:cubicBezTo>
                  <a:cubicBezTo>
                    <a:pt x="242" y="1125"/>
                    <a:pt x="280" y="1101"/>
                    <a:pt x="282" y="1100"/>
                  </a:cubicBezTo>
                  <a:cubicBezTo>
                    <a:pt x="318" y="1076"/>
                    <a:pt x="354" y="1052"/>
                    <a:pt x="391" y="1028"/>
                  </a:cubicBezTo>
                  <a:cubicBezTo>
                    <a:pt x="418" y="1010"/>
                    <a:pt x="445" y="992"/>
                    <a:pt x="472" y="974"/>
                  </a:cubicBezTo>
                  <a:cubicBezTo>
                    <a:pt x="485" y="965"/>
                    <a:pt x="497" y="956"/>
                    <a:pt x="511" y="949"/>
                  </a:cubicBezTo>
                  <a:cubicBezTo>
                    <a:pt x="522" y="943"/>
                    <a:pt x="523" y="941"/>
                    <a:pt x="528" y="929"/>
                  </a:cubicBezTo>
                  <a:cubicBezTo>
                    <a:pt x="542" y="938"/>
                    <a:pt x="560" y="916"/>
                    <a:pt x="570" y="909"/>
                  </a:cubicBezTo>
                  <a:cubicBezTo>
                    <a:pt x="588" y="897"/>
                    <a:pt x="606" y="885"/>
                    <a:pt x="623" y="874"/>
                  </a:cubicBezTo>
                  <a:cubicBezTo>
                    <a:pt x="658" y="851"/>
                    <a:pt x="693" y="828"/>
                    <a:pt x="728" y="805"/>
                  </a:cubicBezTo>
                  <a:cubicBezTo>
                    <a:pt x="789" y="764"/>
                    <a:pt x="851" y="723"/>
                    <a:pt x="912" y="683"/>
                  </a:cubicBezTo>
                  <a:cubicBezTo>
                    <a:pt x="967" y="646"/>
                    <a:pt x="1023" y="609"/>
                    <a:pt x="1078" y="573"/>
                  </a:cubicBezTo>
                  <a:cubicBezTo>
                    <a:pt x="1119" y="546"/>
                    <a:pt x="1161" y="518"/>
                    <a:pt x="1202" y="491"/>
                  </a:cubicBezTo>
                  <a:cubicBezTo>
                    <a:pt x="1216" y="482"/>
                    <a:pt x="1229" y="473"/>
                    <a:pt x="1242" y="464"/>
                  </a:cubicBezTo>
                  <a:cubicBezTo>
                    <a:pt x="1247" y="461"/>
                    <a:pt x="1259" y="455"/>
                    <a:pt x="1267" y="448"/>
                  </a:cubicBezTo>
                  <a:close/>
                </a:path>
              </a:pathLst>
            </a:custGeom>
            <a:solidFill>
              <a:srgbClr val="F7D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4" name="Freeform 5">
              <a:extLst>
                <a:ext uri="{FF2B5EF4-FFF2-40B4-BE49-F238E27FC236}">
                  <a16:creationId xmlns:a16="http://schemas.microsoft.com/office/drawing/2014/main" id="{80D77AD7-B1AE-4F21-B449-C2383A421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278"/>
              <a:ext cx="2624" cy="2220"/>
            </a:xfrm>
            <a:custGeom>
              <a:avLst/>
              <a:gdLst>
                <a:gd name="T0" fmla="*/ 9731 w 1330"/>
                <a:gd name="T1" fmla="*/ 3434 h 1125"/>
                <a:gd name="T2" fmla="*/ 9786 w 1330"/>
                <a:gd name="T3" fmla="*/ 3333 h 1125"/>
                <a:gd name="T4" fmla="*/ 10090 w 1330"/>
                <a:gd name="T5" fmla="*/ 3033 h 1125"/>
                <a:gd name="T6" fmla="*/ 10214 w 1330"/>
                <a:gd name="T7" fmla="*/ 2496 h 1125"/>
                <a:gd name="T8" fmla="*/ 10198 w 1330"/>
                <a:gd name="T9" fmla="*/ 2173 h 1125"/>
                <a:gd name="T10" fmla="*/ 10129 w 1330"/>
                <a:gd name="T11" fmla="*/ 1869 h 1125"/>
                <a:gd name="T12" fmla="*/ 10015 w 1330"/>
                <a:gd name="T13" fmla="*/ 1744 h 1125"/>
                <a:gd name="T14" fmla="*/ 10070 w 1330"/>
                <a:gd name="T15" fmla="*/ 1652 h 1125"/>
                <a:gd name="T16" fmla="*/ 10038 w 1330"/>
                <a:gd name="T17" fmla="*/ 1523 h 1125"/>
                <a:gd name="T18" fmla="*/ 9875 w 1330"/>
                <a:gd name="T19" fmla="*/ 1239 h 1125"/>
                <a:gd name="T20" fmla="*/ 9614 w 1330"/>
                <a:gd name="T21" fmla="*/ 837 h 1125"/>
                <a:gd name="T22" fmla="*/ 9377 w 1330"/>
                <a:gd name="T23" fmla="*/ 693 h 1125"/>
                <a:gd name="T24" fmla="*/ 9139 w 1330"/>
                <a:gd name="T25" fmla="*/ 393 h 1125"/>
                <a:gd name="T26" fmla="*/ 8707 w 1330"/>
                <a:gd name="T27" fmla="*/ 168 h 1125"/>
                <a:gd name="T28" fmla="*/ 8342 w 1330"/>
                <a:gd name="T29" fmla="*/ 160 h 1125"/>
                <a:gd name="T30" fmla="*/ 8186 w 1330"/>
                <a:gd name="T31" fmla="*/ 116 h 1125"/>
                <a:gd name="T32" fmla="*/ 7917 w 1330"/>
                <a:gd name="T33" fmla="*/ 215 h 1125"/>
                <a:gd name="T34" fmla="*/ 7689 w 1330"/>
                <a:gd name="T35" fmla="*/ 369 h 1125"/>
                <a:gd name="T36" fmla="*/ 6574 w 1330"/>
                <a:gd name="T37" fmla="*/ 1105 h 1125"/>
                <a:gd name="T38" fmla="*/ 6158 w 1330"/>
                <a:gd name="T39" fmla="*/ 1383 h 1125"/>
                <a:gd name="T40" fmla="*/ 5990 w 1330"/>
                <a:gd name="T41" fmla="*/ 1553 h 1125"/>
                <a:gd name="T42" fmla="*/ 5816 w 1330"/>
                <a:gd name="T43" fmla="*/ 1604 h 1125"/>
                <a:gd name="T44" fmla="*/ 5524 w 1330"/>
                <a:gd name="T45" fmla="*/ 1808 h 1125"/>
                <a:gd name="T46" fmla="*/ 4893 w 1330"/>
                <a:gd name="T47" fmla="*/ 2220 h 1125"/>
                <a:gd name="T48" fmla="*/ 4114 w 1330"/>
                <a:gd name="T49" fmla="*/ 2741 h 1125"/>
                <a:gd name="T50" fmla="*/ 3717 w 1330"/>
                <a:gd name="T51" fmla="*/ 3005 h 1125"/>
                <a:gd name="T52" fmla="*/ 3512 w 1330"/>
                <a:gd name="T53" fmla="*/ 3228 h 1125"/>
                <a:gd name="T54" fmla="*/ 3293 w 1330"/>
                <a:gd name="T55" fmla="*/ 3276 h 1125"/>
                <a:gd name="T56" fmla="*/ 3017 w 1330"/>
                <a:gd name="T57" fmla="*/ 3465 h 1125"/>
                <a:gd name="T58" fmla="*/ 2129 w 1330"/>
                <a:gd name="T59" fmla="*/ 4057 h 1125"/>
                <a:gd name="T60" fmla="*/ 1720 w 1330"/>
                <a:gd name="T61" fmla="*/ 4326 h 1125"/>
                <a:gd name="T62" fmla="*/ 1521 w 1330"/>
                <a:gd name="T63" fmla="*/ 4458 h 1125"/>
                <a:gd name="T64" fmla="*/ 1397 w 1330"/>
                <a:gd name="T65" fmla="*/ 4610 h 1125"/>
                <a:gd name="T66" fmla="*/ 1184 w 1330"/>
                <a:gd name="T67" fmla="*/ 4681 h 1125"/>
                <a:gd name="T68" fmla="*/ 892 w 1330"/>
                <a:gd name="T69" fmla="*/ 4880 h 1125"/>
                <a:gd name="T70" fmla="*/ 416 w 1330"/>
                <a:gd name="T71" fmla="*/ 5194 h 1125"/>
                <a:gd name="T72" fmla="*/ 0 w 1330"/>
                <a:gd name="T73" fmla="*/ 5472 h 1125"/>
                <a:gd name="T74" fmla="*/ 1864 w 1330"/>
                <a:gd name="T75" fmla="*/ 8645 h 1125"/>
                <a:gd name="T76" fmla="*/ 2164 w 1330"/>
                <a:gd name="T77" fmla="*/ 8446 h 1125"/>
                <a:gd name="T78" fmla="*/ 3001 w 1330"/>
                <a:gd name="T79" fmla="*/ 7893 h 1125"/>
                <a:gd name="T80" fmla="*/ 3624 w 1330"/>
                <a:gd name="T81" fmla="*/ 7477 h 1125"/>
                <a:gd name="T82" fmla="*/ 3924 w 1330"/>
                <a:gd name="T83" fmla="*/ 7286 h 1125"/>
                <a:gd name="T84" fmla="*/ 4056 w 1330"/>
                <a:gd name="T85" fmla="*/ 7130 h 1125"/>
                <a:gd name="T86" fmla="*/ 4380 w 1330"/>
                <a:gd name="T87" fmla="*/ 6978 h 1125"/>
                <a:gd name="T88" fmla="*/ 4784 w 1330"/>
                <a:gd name="T89" fmla="*/ 6709 h 1125"/>
                <a:gd name="T90" fmla="*/ 5589 w 1330"/>
                <a:gd name="T91" fmla="*/ 6180 h 1125"/>
                <a:gd name="T92" fmla="*/ 7002 w 1330"/>
                <a:gd name="T93" fmla="*/ 5241 h 1125"/>
                <a:gd name="T94" fmla="*/ 8278 w 1330"/>
                <a:gd name="T95" fmla="*/ 4397 h 1125"/>
                <a:gd name="T96" fmla="*/ 9237 w 1330"/>
                <a:gd name="T97" fmla="*/ 3765 h 1125"/>
                <a:gd name="T98" fmla="*/ 9545 w 1330"/>
                <a:gd name="T99" fmla="*/ 3560 h 1125"/>
                <a:gd name="T100" fmla="*/ 9731 w 1330"/>
                <a:gd name="T101" fmla="*/ 3434 h 112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30" h="1125">
                  <a:moveTo>
                    <a:pt x="1267" y="447"/>
                  </a:moveTo>
                  <a:cubicBezTo>
                    <a:pt x="1273" y="443"/>
                    <a:pt x="1276" y="438"/>
                    <a:pt x="1274" y="434"/>
                  </a:cubicBezTo>
                  <a:cubicBezTo>
                    <a:pt x="1296" y="441"/>
                    <a:pt x="1307" y="410"/>
                    <a:pt x="1314" y="395"/>
                  </a:cubicBezTo>
                  <a:cubicBezTo>
                    <a:pt x="1324" y="374"/>
                    <a:pt x="1329" y="349"/>
                    <a:pt x="1330" y="325"/>
                  </a:cubicBezTo>
                  <a:cubicBezTo>
                    <a:pt x="1330" y="311"/>
                    <a:pt x="1330" y="297"/>
                    <a:pt x="1328" y="283"/>
                  </a:cubicBezTo>
                  <a:cubicBezTo>
                    <a:pt x="1326" y="271"/>
                    <a:pt x="1326" y="254"/>
                    <a:pt x="1319" y="243"/>
                  </a:cubicBezTo>
                  <a:cubicBezTo>
                    <a:pt x="1316" y="238"/>
                    <a:pt x="1304" y="234"/>
                    <a:pt x="1304" y="227"/>
                  </a:cubicBezTo>
                  <a:cubicBezTo>
                    <a:pt x="1303" y="223"/>
                    <a:pt x="1309" y="219"/>
                    <a:pt x="1311" y="215"/>
                  </a:cubicBezTo>
                  <a:cubicBezTo>
                    <a:pt x="1312" y="209"/>
                    <a:pt x="1310" y="203"/>
                    <a:pt x="1307" y="198"/>
                  </a:cubicBezTo>
                  <a:cubicBezTo>
                    <a:pt x="1299" y="186"/>
                    <a:pt x="1293" y="173"/>
                    <a:pt x="1286" y="161"/>
                  </a:cubicBezTo>
                  <a:cubicBezTo>
                    <a:pt x="1276" y="142"/>
                    <a:pt x="1263" y="126"/>
                    <a:pt x="1252" y="109"/>
                  </a:cubicBezTo>
                  <a:cubicBezTo>
                    <a:pt x="1243" y="97"/>
                    <a:pt x="1240" y="84"/>
                    <a:pt x="1221" y="90"/>
                  </a:cubicBezTo>
                  <a:cubicBezTo>
                    <a:pt x="1237" y="74"/>
                    <a:pt x="1200" y="58"/>
                    <a:pt x="1190" y="51"/>
                  </a:cubicBezTo>
                  <a:cubicBezTo>
                    <a:pt x="1173" y="39"/>
                    <a:pt x="1154" y="29"/>
                    <a:pt x="1134" y="22"/>
                  </a:cubicBezTo>
                  <a:cubicBezTo>
                    <a:pt x="1126" y="20"/>
                    <a:pt x="1085" y="0"/>
                    <a:pt x="1086" y="21"/>
                  </a:cubicBezTo>
                  <a:cubicBezTo>
                    <a:pt x="1083" y="10"/>
                    <a:pt x="1075" y="12"/>
                    <a:pt x="1066" y="15"/>
                  </a:cubicBezTo>
                  <a:cubicBezTo>
                    <a:pt x="1055" y="19"/>
                    <a:pt x="1042" y="21"/>
                    <a:pt x="1031" y="28"/>
                  </a:cubicBezTo>
                  <a:cubicBezTo>
                    <a:pt x="1021" y="34"/>
                    <a:pt x="1011" y="41"/>
                    <a:pt x="1001" y="48"/>
                  </a:cubicBezTo>
                  <a:cubicBezTo>
                    <a:pt x="953" y="80"/>
                    <a:pt x="904" y="112"/>
                    <a:pt x="856" y="144"/>
                  </a:cubicBezTo>
                  <a:cubicBezTo>
                    <a:pt x="838" y="156"/>
                    <a:pt x="821" y="170"/>
                    <a:pt x="802" y="180"/>
                  </a:cubicBezTo>
                  <a:cubicBezTo>
                    <a:pt x="792" y="185"/>
                    <a:pt x="775" y="185"/>
                    <a:pt x="780" y="202"/>
                  </a:cubicBezTo>
                  <a:cubicBezTo>
                    <a:pt x="769" y="201"/>
                    <a:pt x="765" y="201"/>
                    <a:pt x="757" y="209"/>
                  </a:cubicBezTo>
                  <a:cubicBezTo>
                    <a:pt x="746" y="219"/>
                    <a:pt x="731" y="227"/>
                    <a:pt x="719" y="235"/>
                  </a:cubicBezTo>
                  <a:cubicBezTo>
                    <a:pt x="692" y="253"/>
                    <a:pt x="664" y="271"/>
                    <a:pt x="637" y="289"/>
                  </a:cubicBezTo>
                  <a:cubicBezTo>
                    <a:pt x="603" y="312"/>
                    <a:pt x="569" y="334"/>
                    <a:pt x="536" y="357"/>
                  </a:cubicBezTo>
                  <a:cubicBezTo>
                    <a:pt x="518" y="368"/>
                    <a:pt x="501" y="379"/>
                    <a:pt x="484" y="391"/>
                  </a:cubicBezTo>
                  <a:cubicBezTo>
                    <a:pt x="483" y="391"/>
                    <a:pt x="444" y="415"/>
                    <a:pt x="457" y="420"/>
                  </a:cubicBezTo>
                  <a:cubicBezTo>
                    <a:pt x="444" y="415"/>
                    <a:pt x="439" y="418"/>
                    <a:pt x="429" y="426"/>
                  </a:cubicBezTo>
                  <a:cubicBezTo>
                    <a:pt x="418" y="436"/>
                    <a:pt x="405" y="443"/>
                    <a:pt x="393" y="451"/>
                  </a:cubicBezTo>
                  <a:cubicBezTo>
                    <a:pt x="354" y="477"/>
                    <a:pt x="316" y="502"/>
                    <a:pt x="277" y="528"/>
                  </a:cubicBezTo>
                  <a:cubicBezTo>
                    <a:pt x="259" y="540"/>
                    <a:pt x="241" y="552"/>
                    <a:pt x="224" y="563"/>
                  </a:cubicBezTo>
                  <a:cubicBezTo>
                    <a:pt x="215" y="569"/>
                    <a:pt x="207" y="575"/>
                    <a:pt x="198" y="580"/>
                  </a:cubicBezTo>
                  <a:cubicBezTo>
                    <a:pt x="195" y="582"/>
                    <a:pt x="172" y="593"/>
                    <a:pt x="182" y="600"/>
                  </a:cubicBezTo>
                  <a:cubicBezTo>
                    <a:pt x="171" y="593"/>
                    <a:pt x="162" y="604"/>
                    <a:pt x="154" y="609"/>
                  </a:cubicBezTo>
                  <a:cubicBezTo>
                    <a:pt x="142" y="619"/>
                    <a:pt x="128" y="626"/>
                    <a:pt x="116" y="635"/>
                  </a:cubicBezTo>
                  <a:cubicBezTo>
                    <a:pt x="95" y="649"/>
                    <a:pt x="74" y="662"/>
                    <a:pt x="54" y="676"/>
                  </a:cubicBezTo>
                  <a:cubicBezTo>
                    <a:pt x="51" y="678"/>
                    <a:pt x="0" y="711"/>
                    <a:pt x="0" y="712"/>
                  </a:cubicBezTo>
                  <a:cubicBezTo>
                    <a:pt x="0" y="712"/>
                    <a:pt x="242" y="1124"/>
                    <a:pt x="243" y="1125"/>
                  </a:cubicBezTo>
                  <a:cubicBezTo>
                    <a:pt x="242" y="1125"/>
                    <a:pt x="280" y="1100"/>
                    <a:pt x="282" y="1099"/>
                  </a:cubicBezTo>
                  <a:cubicBezTo>
                    <a:pt x="318" y="1075"/>
                    <a:pt x="354" y="1051"/>
                    <a:pt x="391" y="1027"/>
                  </a:cubicBezTo>
                  <a:cubicBezTo>
                    <a:pt x="418" y="1009"/>
                    <a:pt x="445" y="991"/>
                    <a:pt x="472" y="973"/>
                  </a:cubicBezTo>
                  <a:cubicBezTo>
                    <a:pt x="485" y="965"/>
                    <a:pt x="497" y="955"/>
                    <a:pt x="511" y="948"/>
                  </a:cubicBezTo>
                  <a:cubicBezTo>
                    <a:pt x="522" y="943"/>
                    <a:pt x="523" y="940"/>
                    <a:pt x="528" y="928"/>
                  </a:cubicBezTo>
                  <a:cubicBezTo>
                    <a:pt x="542" y="937"/>
                    <a:pt x="560" y="915"/>
                    <a:pt x="570" y="908"/>
                  </a:cubicBezTo>
                  <a:cubicBezTo>
                    <a:pt x="588" y="897"/>
                    <a:pt x="606" y="885"/>
                    <a:pt x="623" y="873"/>
                  </a:cubicBezTo>
                  <a:cubicBezTo>
                    <a:pt x="658" y="850"/>
                    <a:pt x="693" y="827"/>
                    <a:pt x="728" y="804"/>
                  </a:cubicBezTo>
                  <a:cubicBezTo>
                    <a:pt x="789" y="763"/>
                    <a:pt x="851" y="723"/>
                    <a:pt x="912" y="682"/>
                  </a:cubicBezTo>
                  <a:cubicBezTo>
                    <a:pt x="968" y="645"/>
                    <a:pt x="1023" y="609"/>
                    <a:pt x="1078" y="572"/>
                  </a:cubicBezTo>
                  <a:cubicBezTo>
                    <a:pt x="1119" y="545"/>
                    <a:pt x="1161" y="517"/>
                    <a:pt x="1203" y="490"/>
                  </a:cubicBezTo>
                  <a:cubicBezTo>
                    <a:pt x="1216" y="481"/>
                    <a:pt x="1229" y="472"/>
                    <a:pt x="1243" y="463"/>
                  </a:cubicBezTo>
                  <a:cubicBezTo>
                    <a:pt x="1248" y="460"/>
                    <a:pt x="1259" y="454"/>
                    <a:pt x="1267" y="447"/>
                  </a:cubicBezTo>
                  <a:close/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5" name="Freeform 6">
              <a:extLst>
                <a:ext uri="{FF2B5EF4-FFF2-40B4-BE49-F238E27FC236}">
                  <a16:creationId xmlns:a16="http://schemas.microsoft.com/office/drawing/2014/main" id="{A619487E-BA67-4681-BD25-FB8B8049B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636"/>
              <a:ext cx="670" cy="864"/>
            </a:xfrm>
            <a:custGeom>
              <a:avLst/>
              <a:gdLst>
                <a:gd name="T0" fmla="*/ 2168 w 340"/>
                <a:gd name="T1" fmla="*/ 1199 h 438"/>
                <a:gd name="T2" fmla="*/ 2097 w 340"/>
                <a:gd name="T3" fmla="*/ 3093 h 438"/>
                <a:gd name="T4" fmla="*/ 443 w 340"/>
                <a:gd name="T5" fmla="*/ 2164 h 438"/>
                <a:gd name="T6" fmla="*/ 512 w 340"/>
                <a:gd name="T7" fmla="*/ 268 h 438"/>
                <a:gd name="T8" fmla="*/ 2168 w 340"/>
                <a:gd name="T9" fmla="*/ 1199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0" h="438">
                  <a:moveTo>
                    <a:pt x="283" y="156"/>
                  </a:moveTo>
                  <a:cubicBezTo>
                    <a:pt x="340" y="258"/>
                    <a:pt x="336" y="369"/>
                    <a:pt x="274" y="403"/>
                  </a:cubicBezTo>
                  <a:cubicBezTo>
                    <a:pt x="211" y="438"/>
                    <a:pt x="115" y="384"/>
                    <a:pt x="58" y="282"/>
                  </a:cubicBezTo>
                  <a:cubicBezTo>
                    <a:pt x="0" y="181"/>
                    <a:pt x="4" y="70"/>
                    <a:pt x="67" y="35"/>
                  </a:cubicBezTo>
                  <a:cubicBezTo>
                    <a:pt x="129" y="0"/>
                    <a:pt x="225" y="54"/>
                    <a:pt x="283" y="156"/>
                  </a:cubicBezTo>
                  <a:close/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6" name="Freeform 7">
              <a:extLst>
                <a:ext uri="{FF2B5EF4-FFF2-40B4-BE49-F238E27FC236}">
                  <a16:creationId xmlns:a16="http://schemas.microsoft.com/office/drawing/2014/main" id="{8FFD477B-E6B8-4BB6-A5F5-259BA383BB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1" y="2616"/>
              <a:ext cx="740" cy="946"/>
            </a:xfrm>
            <a:custGeom>
              <a:avLst/>
              <a:gdLst>
                <a:gd name="T0" fmla="*/ 2504 w 375"/>
                <a:gd name="T1" fmla="*/ 1193 h 479"/>
                <a:gd name="T2" fmla="*/ 1888 w 375"/>
                <a:gd name="T3" fmla="*/ 448 h 479"/>
                <a:gd name="T4" fmla="*/ 1667 w 375"/>
                <a:gd name="T5" fmla="*/ 387 h 479"/>
                <a:gd name="T6" fmla="*/ 1589 w 375"/>
                <a:gd name="T7" fmla="*/ 237 h 479"/>
                <a:gd name="T8" fmla="*/ 553 w 375"/>
                <a:gd name="T9" fmla="*/ 168 h 479"/>
                <a:gd name="T10" fmla="*/ 160 w 375"/>
                <a:gd name="T11" fmla="*/ 585 h 479"/>
                <a:gd name="T12" fmla="*/ 152 w 375"/>
                <a:gd name="T13" fmla="*/ 733 h 479"/>
                <a:gd name="T14" fmla="*/ 116 w 375"/>
                <a:gd name="T15" fmla="*/ 869 h 479"/>
                <a:gd name="T16" fmla="*/ 109 w 375"/>
                <a:gd name="T17" fmla="*/ 1580 h 479"/>
                <a:gd name="T18" fmla="*/ 308 w 375"/>
                <a:gd name="T19" fmla="*/ 2188 h 479"/>
                <a:gd name="T20" fmla="*/ 560 w 375"/>
                <a:gd name="T21" fmla="*/ 2473 h 479"/>
                <a:gd name="T22" fmla="*/ 783 w 375"/>
                <a:gd name="T23" fmla="*/ 2897 h 479"/>
                <a:gd name="T24" fmla="*/ 1312 w 375"/>
                <a:gd name="T25" fmla="*/ 3328 h 479"/>
                <a:gd name="T26" fmla="*/ 1920 w 375"/>
                <a:gd name="T27" fmla="*/ 3444 h 479"/>
                <a:gd name="T28" fmla="*/ 2429 w 375"/>
                <a:gd name="T29" fmla="*/ 3357 h 479"/>
                <a:gd name="T30" fmla="*/ 2757 w 375"/>
                <a:gd name="T31" fmla="*/ 2921 h 479"/>
                <a:gd name="T32" fmla="*/ 2844 w 375"/>
                <a:gd name="T33" fmla="*/ 2411 h 479"/>
                <a:gd name="T34" fmla="*/ 2873 w 375"/>
                <a:gd name="T35" fmla="*/ 2257 h 479"/>
                <a:gd name="T36" fmla="*/ 2828 w 375"/>
                <a:gd name="T37" fmla="*/ 2157 h 479"/>
                <a:gd name="T38" fmla="*/ 2780 w 375"/>
                <a:gd name="T39" fmla="*/ 2109 h 479"/>
                <a:gd name="T40" fmla="*/ 2676 w 375"/>
                <a:gd name="T41" fmla="*/ 1548 h 479"/>
                <a:gd name="T42" fmla="*/ 2504 w 375"/>
                <a:gd name="T43" fmla="*/ 1193 h 479"/>
                <a:gd name="T44" fmla="*/ 2181 w 375"/>
                <a:gd name="T45" fmla="*/ 3081 h 479"/>
                <a:gd name="T46" fmla="*/ 1989 w 375"/>
                <a:gd name="T47" fmla="*/ 3144 h 479"/>
                <a:gd name="T48" fmla="*/ 1896 w 375"/>
                <a:gd name="T49" fmla="*/ 3213 h 479"/>
                <a:gd name="T50" fmla="*/ 1660 w 375"/>
                <a:gd name="T51" fmla="*/ 3120 h 479"/>
                <a:gd name="T52" fmla="*/ 1344 w 375"/>
                <a:gd name="T53" fmla="*/ 2980 h 479"/>
                <a:gd name="T54" fmla="*/ 931 w 375"/>
                <a:gd name="T55" fmla="*/ 2613 h 479"/>
                <a:gd name="T56" fmla="*/ 693 w 375"/>
                <a:gd name="T57" fmla="*/ 2380 h 479"/>
                <a:gd name="T58" fmla="*/ 669 w 375"/>
                <a:gd name="T59" fmla="*/ 2228 h 479"/>
                <a:gd name="T60" fmla="*/ 545 w 375"/>
                <a:gd name="T61" fmla="*/ 1997 h 479"/>
                <a:gd name="T62" fmla="*/ 401 w 375"/>
                <a:gd name="T63" fmla="*/ 1471 h 479"/>
                <a:gd name="T64" fmla="*/ 385 w 375"/>
                <a:gd name="T65" fmla="*/ 1124 h 479"/>
                <a:gd name="T66" fmla="*/ 385 w 375"/>
                <a:gd name="T67" fmla="*/ 855 h 479"/>
                <a:gd name="T68" fmla="*/ 529 w 375"/>
                <a:gd name="T69" fmla="*/ 671 h 479"/>
                <a:gd name="T70" fmla="*/ 728 w 375"/>
                <a:gd name="T71" fmla="*/ 484 h 479"/>
                <a:gd name="T72" fmla="*/ 1216 w 375"/>
                <a:gd name="T73" fmla="*/ 433 h 479"/>
                <a:gd name="T74" fmla="*/ 1444 w 375"/>
                <a:gd name="T75" fmla="*/ 539 h 479"/>
                <a:gd name="T76" fmla="*/ 1585 w 375"/>
                <a:gd name="T77" fmla="*/ 545 h 479"/>
                <a:gd name="T78" fmla="*/ 1675 w 375"/>
                <a:gd name="T79" fmla="*/ 687 h 479"/>
                <a:gd name="T80" fmla="*/ 1873 w 375"/>
                <a:gd name="T81" fmla="*/ 847 h 479"/>
                <a:gd name="T82" fmla="*/ 2244 w 375"/>
                <a:gd name="T83" fmla="*/ 1341 h 479"/>
                <a:gd name="T84" fmla="*/ 2449 w 375"/>
                <a:gd name="T85" fmla="*/ 1817 h 479"/>
                <a:gd name="T86" fmla="*/ 2488 w 375"/>
                <a:gd name="T87" fmla="*/ 2024 h 479"/>
                <a:gd name="T88" fmla="*/ 2552 w 375"/>
                <a:gd name="T89" fmla="*/ 2125 h 479"/>
                <a:gd name="T90" fmla="*/ 2528 w 375"/>
                <a:gd name="T91" fmla="*/ 2325 h 479"/>
                <a:gd name="T92" fmla="*/ 2488 w 375"/>
                <a:gd name="T93" fmla="*/ 2648 h 479"/>
                <a:gd name="T94" fmla="*/ 2181 w 375"/>
                <a:gd name="T95" fmla="*/ 3081 h 47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75" h="479">
                  <a:moveTo>
                    <a:pt x="326" y="155"/>
                  </a:moveTo>
                  <a:cubicBezTo>
                    <a:pt x="304" y="115"/>
                    <a:pt x="276" y="82"/>
                    <a:pt x="246" y="58"/>
                  </a:cubicBezTo>
                  <a:cubicBezTo>
                    <a:pt x="238" y="54"/>
                    <a:pt x="227" y="43"/>
                    <a:pt x="217" y="50"/>
                  </a:cubicBezTo>
                  <a:cubicBezTo>
                    <a:pt x="216" y="41"/>
                    <a:pt x="212" y="35"/>
                    <a:pt x="207" y="31"/>
                  </a:cubicBezTo>
                  <a:cubicBezTo>
                    <a:pt x="160" y="5"/>
                    <a:pt x="111" y="0"/>
                    <a:pt x="72" y="22"/>
                  </a:cubicBezTo>
                  <a:cubicBezTo>
                    <a:pt x="53" y="32"/>
                    <a:pt x="29" y="55"/>
                    <a:pt x="21" y="76"/>
                  </a:cubicBezTo>
                  <a:cubicBezTo>
                    <a:pt x="19" y="82"/>
                    <a:pt x="20" y="88"/>
                    <a:pt x="20" y="95"/>
                  </a:cubicBezTo>
                  <a:cubicBezTo>
                    <a:pt x="21" y="104"/>
                    <a:pt x="20" y="104"/>
                    <a:pt x="15" y="113"/>
                  </a:cubicBezTo>
                  <a:cubicBezTo>
                    <a:pt x="0" y="138"/>
                    <a:pt x="9" y="177"/>
                    <a:pt x="14" y="205"/>
                  </a:cubicBezTo>
                  <a:cubicBezTo>
                    <a:pt x="19" y="232"/>
                    <a:pt x="28" y="259"/>
                    <a:pt x="40" y="284"/>
                  </a:cubicBezTo>
                  <a:cubicBezTo>
                    <a:pt x="45" y="296"/>
                    <a:pt x="53" y="331"/>
                    <a:pt x="73" y="321"/>
                  </a:cubicBezTo>
                  <a:cubicBezTo>
                    <a:pt x="55" y="346"/>
                    <a:pt x="87" y="361"/>
                    <a:pt x="102" y="376"/>
                  </a:cubicBezTo>
                  <a:cubicBezTo>
                    <a:pt x="122" y="398"/>
                    <a:pt x="145" y="417"/>
                    <a:pt x="171" y="432"/>
                  </a:cubicBezTo>
                  <a:cubicBezTo>
                    <a:pt x="184" y="439"/>
                    <a:pt x="241" y="471"/>
                    <a:pt x="250" y="447"/>
                  </a:cubicBezTo>
                  <a:cubicBezTo>
                    <a:pt x="254" y="479"/>
                    <a:pt x="304" y="444"/>
                    <a:pt x="316" y="436"/>
                  </a:cubicBezTo>
                  <a:cubicBezTo>
                    <a:pt x="336" y="422"/>
                    <a:pt x="350" y="401"/>
                    <a:pt x="359" y="379"/>
                  </a:cubicBezTo>
                  <a:cubicBezTo>
                    <a:pt x="367" y="357"/>
                    <a:pt x="368" y="335"/>
                    <a:pt x="370" y="313"/>
                  </a:cubicBezTo>
                  <a:cubicBezTo>
                    <a:pt x="371" y="306"/>
                    <a:pt x="375" y="299"/>
                    <a:pt x="374" y="293"/>
                  </a:cubicBezTo>
                  <a:cubicBezTo>
                    <a:pt x="373" y="288"/>
                    <a:pt x="371" y="284"/>
                    <a:pt x="368" y="280"/>
                  </a:cubicBezTo>
                  <a:cubicBezTo>
                    <a:pt x="366" y="278"/>
                    <a:pt x="358" y="276"/>
                    <a:pt x="362" y="274"/>
                  </a:cubicBezTo>
                  <a:cubicBezTo>
                    <a:pt x="374" y="250"/>
                    <a:pt x="357" y="224"/>
                    <a:pt x="348" y="201"/>
                  </a:cubicBezTo>
                  <a:cubicBezTo>
                    <a:pt x="342" y="185"/>
                    <a:pt x="335" y="170"/>
                    <a:pt x="326" y="155"/>
                  </a:cubicBezTo>
                  <a:close/>
                  <a:moveTo>
                    <a:pt x="284" y="400"/>
                  </a:moveTo>
                  <a:cubicBezTo>
                    <a:pt x="276" y="404"/>
                    <a:pt x="268" y="407"/>
                    <a:pt x="259" y="408"/>
                  </a:cubicBezTo>
                  <a:cubicBezTo>
                    <a:pt x="253" y="409"/>
                    <a:pt x="246" y="408"/>
                    <a:pt x="247" y="417"/>
                  </a:cubicBezTo>
                  <a:cubicBezTo>
                    <a:pt x="241" y="405"/>
                    <a:pt x="226" y="408"/>
                    <a:pt x="216" y="405"/>
                  </a:cubicBezTo>
                  <a:cubicBezTo>
                    <a:pt x="201" y="401"/>
                    <a:pt x="188" y="394"/>
                    <a:pt x="175" y="387"/>
                  </a:cubicBezTo>
                  <a:cubicBezTo>
                    <a:pt x="156" y="374"/>
                    <a:pt x="135" y="358"/>
                    <a:pt x="121" y="339"/>
                  </a:cubicBezTo>
                  <a:cubicBezTo>
                    <a:pt x="110" y="324"/>
                    <a:pt x="113" y="306"/>
                    <a:pt x="90" y="309"/>
                  </a:cubicBezTo>
                  <a:cubicBezTo>
                    <a:pt x="97" y="301"/>
                    <a:pt x="91" y="295"/>
                    <a:pt x="87" y="289"/>
                  </a:cubicBezTo>
                  <a:cubicBezTo>
                    <a:pt x="80" y="280"/>
                    <a:pt x="76" y="269"/>
                    <a:pt x="71" y="259"/>
                  </a:cubicBezTo>
                  <a:cubicBezTo>
                    <a:pt x="62" y="237"/>
                    <a:pt x="56" y="214"/>
                    <a:pt x="52" y="191"/>
                  </a:cubicBezTo>
                  <a:cubicBezTo>
                    <a:pt x="50" y="176"/>
                    <a:pt x="49" y="161"/>
                    <a:pt x="50" y="146"/>
                  </a:cubicBezTo>
                  <a:cubicBezTo>
                    <a:pt x="51" y="142"/>
                    <a:pt x="60" y="109"/>
                    <a:pt x="50" y="111"/>
                  </a:cubicBezTo>
                  <a:cubicBezTo>
                    <a:pt x="64" y="109"/>
                    <a:pt x="63" y="96"/>
                    <a:pt x="69" y="87"/>
                  </a:cubicBezTo>
                  <a:cubicBezTo>
                    <a:pt x="76" y="77"/>
                    <a:pt x="85" y="69"/>
                    <a:pt x="95" y="63"/>
                  </a:cubicBezTo>
                  <a:cubicBezTo>
                    <a:pt x="114" y="52"/>
                    <a:pt x="137" y="51"/>
                    <a:pt x="158" y="56"/>
                  </a:cubicBezTo>
                  <a:cubicBezTo>
                    <a:pt x="169" y="59"/>
                    <a:pt x="179" y="63"/>
                    <a:pt x="188" y="70"/>
                  </a:cubicBezTo>
                  <a:cubicBezTo>
                    <a:pt x="195" y="75"/>
                    <a:pt x="199" y="77"/>
                    <a:pt x="206" y="71"/>
                  </a:cubicBezTo>
                  <a:cubicBezTo>
                    <a:pt x="207" y="81"/>
                    <a:pt x="210" y="84"/>
                    <a:pt x="218" y="89"/>
                  </a:cubicBezTo>
                  <a:cubicBezTo>
                    <a:pt x="228" y="94"/>
                    <a:pt x="236" y="102"/>
                    <a:pt x="244" y="110"/>
                  </a:cubicBezTo>
                  <a:cubicBezTo>
                    <a:pt x="263" y="129"/>
                    <a:pt x="279" y="151"/>
                    <a:pt x="292" y="174"/>
                  </a:cubicBezTo>
                  <a:cubicBezTo>
                    <a:pt x="303" y="193"/>
                    <a:pt x="312" y="214"/>
                    <a:pt x="319" y="236"/>
                  </a:cubicBezTo>
                  <a:cubicBezTo>
                    <a:pt x="321" y="245"/>
                    <a:pt x="323" y="253"/>
                    <a:pt x="324" y="263"/>
                  </a:cubicBezTo>
                  <a:cubicBezTo>
                    <a:pt x="324" y="269"/>
                    <a:pt x="325" y="275"/>
                    <a:pt x="332" y="276"/>
                  </a:cubicBezTo>
                  <a:cubicBezTo>
                    <a:pt x="321" y="280"/>
                    <a:pt x="329" y="293"/>
                    <a:pt x="329" y="302"/>
                  </a:cubicBezTo>
                  <a:cubicBezTo>
                    <a:pt x="330" y="316"/>
                    <a:pt x="328" y="330"/>
                    <a:pt x="324" y="344"/>
                  </a:cubicBezTo>
                  <a:cubicBezTo>
                    <a:pt x="318" y="367"/>
                    <a:pt x="305" y="388"/>
                    <a:pt x="284" y="400"/>
                  </a:cubicBezTo>
                  <a:close/>
                </a:path>
              </a:pathLst>
            </a:custGeom>
            <a:solidFill>
              <a:srgbClr val="F3E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7" name="Freeform 8">
              <a:extLst>
                <a:ext uri="{FF2B5EF4-FFF2-40B4-BE49-F238E27FC236}">
                  <a16:creationId xmlns:a16="http://schemas.microsoft.com/office/drawing/2014/main" id="{66585B06-CFF4-42CD-AD09-D7038333F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202"/>
              <a:ext cx="1989" cy="789"/>
            </a:xfrm>
            <a:custGeom>
              <a:avLst/>
              <a:gdLst>
                <a:gd name="T0" fmla="*/ 7745 w 1008"/>
                <a:gd name="T1" fmla="*/ 669 h 400"/>
                <a:gd name="T2" fmla="*/ 7350 w 1008"/>
                <a:gd name="T3" fmla="*/ 2272 h 400"/>
                <a:gd name="T4" fmla="*/ 7329 w 1008"/>
                <a:gd name="T5" fmla="*/ 2272 h 400"/>
                <a:gd name="T6" fmla="*/ 6798 w 1008"/>
                <a:gd name="T7" fmla="*/ 2280 h 400"/>
                <a:gd name="T8" fmla="*/ 5754 w 1008"/>
                <a:gd name="T9" fmla="*/ 2304 h 400"/>
                <a:gd name="T10" fmla="*/ 4404 w 1008"/>
                <a:gd name="T11" fmla="*/ 2373 h 400"/>
                <a:gd name="T12" fmla="*/ 3956 w 1008"/>
                <a:gd name="T13" fmla="*/ 2349 h 400"/>
                <a:gd name="T14" fmla="*/ 3581 w 1008"/>
                <a:gd name="T15" fmla="*/ 2432 h 400"/>
                <a:gd name="T16" fmla="*/ 2936 w 1008"/>
                <a:gd name="T17" fmla="*/ 2493 h 400"/>
                <a:gd name="T18" fmla="*/ 2236 w 1008"/>
                <a:gd name="T19" fmla="*/ 2588 h 400"/>
                <a:gd name="T20" fmla="*/ 1896 w 1008"/>
                <a:gd name="T21" fmla="*/ 2641 h 400"/>
                <a:gd name="T22" fmla="*/ 1636 w 1008"/>
                <a:gd name="T23" fmla="*/ 2641 h 400"/>
                <a:gd name="T24" fmla="*/ 1460 w 1008"/>
                <a:gd name="T25" fmla="*/ 2732 h 400"/>
                <a:gd name="T26" fmla="*/ 1068 w 1008"/>
                <a:gd name="T27" fmla="*/ 2825 h 400"/>
                <a:gd name="T28" fmla="*/ 716 w 1008"/>
                <a:gd name="T29" fmla="*/ 2937 h 400"/>
                <a:gd name="T30" fmla="*/ 432 w 1008"/>
                <a:gd name="T31" fmla="*/ 3069 h 400"/>
                <a:gd name="T32" fmla="*/ 3473 w 1008"/>
                <a:gd name="T33" fmla="*/ 0 h 400"/>
                <a:gd name="T34" fmla="*/ 3544 w 1008"/>
                <a:gd name="T35" fmla="*/ 176 h 400"/>
                <a:gd name="T36" fmla="*/ 3877 w 1008"/>
                <a:gd name="T37" fmla="*/ 347 h 400"/>
                <a:gd name="T38" fmla="*/ 4209 w 1008"/>
                <a:gd name="T39" fmla="*/ 513 h 400"/>
                <a:gd name="T40" fmla="*/ 4580 w 1008"/>
                <a:gd name="T41" fmla="*/ 505 h 400"/>
                <a:gd name="T42" fmla="*/ 4878 w 1008"/>
                <a:gd name="T43" fmla="*/ 544 h 400"/>
                <a:gd name="T44" fmla="*/ 5614 w 1008"/>
                <a:gd name="T45" fmla="*/ 615 h 400"/>
                <a:gd name="T46" fmla="*/ 6569 w 1008"/>
                <a:gd name="T47" fmla="*/ 653 h 400"/>
                <a:gd name="T48" fmla="*/ 6853 w 1008"/>
                <a:gd name="T49" fmla="*/ 669 h 400"/>
                <a:gd name="T50" fmla="*/ 7074 w 1008"/>
                <a:gd name="T51" fmla="*/ 677 h 400"/>
                <a:gd name="T52" fmla="*/ 7161 w 1008"/>
                <a:gd name="T53" fmla="*/ 720 h 400"/>
                <a:gd name="T54" fmla="*/ 7317 w 1008"/>
                <a:gd name="T55" fmla="*/ 669 h 400"/>
                <a:gd name="T56" fmla="*/ 7461 w 1008"/>
                <a:gd name="T57" fmla="*/ 692 h 400"/>
                <a:gd name="T58" fmla="*/ 7745 w 1008"/>
                <a:gd name="T59" fmla="*/ 669 h 40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008" h="400">
                  <a:moveTo>
                    <a:pt x="1008" y="87"/>
                  </a:moveTo>
                  <a:cubicBezTo>
                    <a:pt x="1008" y="87"/>
                    <a:pt x="957" y="296"/>
                    <a:pt x="957" y="296"/>
                  </a:cubicBezTo>
                  <a:cubicBezTo>
                    <a:pt x="956" y="296"/>
                    <a:pt x="955" y="296"/>
                    <a:pt x="954" y="296"/>
                  </a:cubicBezTo>
                  <a:cubicBezTo>
                    <a:pt x="931" y="296"/>
                    <a:pt x="908" y="296"/>
                    <a:pt x="885" y="297"/>
                  </a:cubicBezTo>
                  <a:cubicBezTo>
                    <a:pt x="840" y="297"/>
                    <a:pt x="795" y="299"/>
                    <a:pt x="749" y="300"/>
                  </a:cubicBezTo>
                  <a:cubicBezTo>
                    <a:pt x="690" y="302"/>
                    <a:pt x="631" y="305"/>
                    <a:pt x="573" y="309"/>
                  </a:cubicBezTo>
                  <a:cubicBezTo>
                    <a:pt x="555" y="310"/>
                    <a:pt x="527" y="322"/>
                    <a:pt x="515" y="306"/>
                  </a:cubicBezTo>
                  <a:cubicBezTo>
                    <a:pt x="510" y="326"/>
                    <a:pt x="480" y="316"/>
                    <a:pt x="466" y="317"/>
                  </a:cubicBezTo>
                  <a:cubicBezTo>
                    <a:pt x="438" y="319"/>
                    <a:pt x="410" y="322"/>
                    <a:pt x="382" y="325"/>
                  </a:cubicBezTo>
                  <a:cubicBezTo>
                    <a:pt x="352" y="329"/>
                    <a:pt x="321" y="333"/>
                    <a:pt x="291" y="337"/>
                  </a:cubicBezTo>
                  <a:cubicBezTo>
                    <a:pt x="276" y="340"/>
                    <a:pt x="262" y="342"/>
                    <a:pt x="247" y="344"/>
                  </a:cubicBezTo>
                  <a:cubicBezTo>
                    <a:pt x="236" y="347"/>
                    <a:pt x="221" y="360"/>
                    <a:pt x="213" y="344"/>
                  </a:cubicBezTo>
                  <a:cubicBezTo>
                    <a:pt x="214" y="358"/>
                    <a:pt x="200" y="356"/>
                    <a:pt x="190" y="356"/>
                  </a:cubicBezTo>
                  <a:cubicBezTo>
                    <a:pt x="173" y="357"/>
                    <a:pt x="155" y="364"/>
                    <a:pt x="139" y="368"/>
                  </a:cubicBezTo>
                  <a:cubicBezTo>
                    <a:pt x="124" y="373"/>
                    <a:pt x="108" y="378"/>
                    <a:pt x="93" y="383"/>
                  </a:cubicBezTo>
                  <a:cubicBezTo>
                    <a:pt x="90" y="385"/>
                    <a:pt x="55" y="397"/>
                    <a:pt x="56" y="400"/>
                  </a:cubicBezTo>
                  <a:cubicBezTo>
                    <a:pt x="56" y="399"/>
                    <a:pt x="0" y="10"/>
                    <a:pt x="452" y="0"/>
                  </a:cubicBezTo>
                  <a:cubicBezTo>
                    <a:pt x="444" y="0"/>
                    <a:pt x="460" y="23"/>
                    <a:pt x="461" y="23"/>
                  </a:cubicBezTo>
                  <a:cubicBezTo>
                    <a:pt x="472" y="34"/>
                    <a:pt x="490" y="40"/>
                    <a:pt x="505" y="45"/>
                  </a:cubicBezTo>
                  <a:cubicBezTo>
                    <a:pt x="520" y="51"/>
                    <a:pt x="542" y="47"/>
                    <a:pt x="548" y="67"/>
                  </a:cubicBezTo>
                  <a:cubicBezTo>
                    <a:pt x="567" y="51"/>
                    <a:pt x="577" y="61"/>
                    <a:pt x="596" y="66"/>
                  </a:cubicBezTo>
                  <a:cubicBezTo>
                    <a:pt x="609" y="69"/>
                    <a:pt x="622" y="70"/>
                    <a:pt x="635" y="71"/>
                  </a:cubicBezTo>
                  <a:cubicBezTo>
                    <a:pt x="667" y="75"/>
                    <a:pt x="699" y="78"/>
                    <a:pt x="731" y="80"/>
                  </a:cubicBezTo>
                  <a:cubicBezTo>
                    <a:pt x="772" y="83"/>
                    <a:pt x="814" y="84"/>
                    <a:pt x="855" y="85"/>
                  </a:cubicBezTo>
                  <a:cubicBezTo>
                    <a:pt x="867" y="86"/>
                    <a:pt x="880" y="87"/>
                    <a:pt x="892" y="87"/>
                  </a:cubicBezTo>
                  <a:cubicBezTo>
                    <a:pt x="901" y="87"/>
                    <a:pt x="911" y="89"/>
                    <a:pt x="921" y="88"/>
                  </a:cubicBezTo>
                  <a:cubicBezTo>
                    <a:pt x="926" y="87"/>
                    <a:pt x="933" y="86"/>
                    <a:pt x="932" y="94"/>
                  </a:cubicBezTo>
                  <a:cubicBezTo>
                    <a:pt x="939" y="92"/>
                    <a:pt x="945" y="87"/>
                    <a:pt x="952" y="87"/>
                  </a:cubicBezTo>
                  <a:cubicBezTo>
                    <a:pt x="958" y="87"/>
                    <a:pt x="965" y="89"/>
                    <a:pt x="971" y="90"/>
                  </a:cubicBezTo>
                  <a:cubicBezTo>
                    <a:pt x="975" y="90"/>
                    <a:pt x="1007" y="92"/>
                    <a:pt x="1008" y="87"/>
                  </a:cubicBezTo>
                  <a:close/>
                </a:path>
              </a:pathLst>
            </a:custGeom>
            <a:solidFill>
              <a:srgbClr val="F7D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Freeform 9">
              <a:extLst>
                <a:ext uri="{FF2B5EF4-FFF2-40B4-BE49-F238E27FC236}">
                  <a16:creationId xmlns:a16="http://schemas.microsoft.com/office/drawing/2014/main" id="{5FA9752F-9034-42CE-9FF8-4BCCB243A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401"/>
              <a:ext cx="241" cy="71"/>
            </a:xfrm>
            <a:custGeom>
              <a:avLst/>
              <a:gdLst>
                <a:gd name="T0" fmla="*/ 940 w 122"/>
                <a:gd name="T1" fmla="*/ 39 h 36"/>
                <a:gd name="T2" fmla="*/ 711 w 122"/>
                <a:gd name="T3" fmla="*/ 63 h 36"/>
                <a:gd name="T4" fmla="*/ 401 w 122"/>
                <a:gd name="T5" fmla="*/ 152 h 36"/>
                <a:gd name="T6" fmla="*/ 148 w 122"/>
                <a:gd name="T7" fmla="*/ 237 h 36"/>
                <a:gd name="T8" fmla="*/ 0 w 122"/>
                <a:gd name="T9" fmla="*/ 207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6">
                  <a:moveTo>
                    <a:pt x="122" y="5"/>
                  </a:moveTo>
                  <a:cubicBezTo>
                    <a:pt x="114" y="0"/>
                    <a:pt x="100" y="5"/>
                    <a:pt x="92" y="8"/>
                  </a:cubicBezTo>
                  <a:cubicBezTo>
                    <a:pt x="79" y="12"/>
                    <a:pt x="65" y="16"/>
                    <a:pt x="52" y="20"/>
                  </a:cubicBezTo>
                  <a:cubicBezTo>
                    <a:pt x="41" y="23"/>
                    <a:pt x="30" y="27"/>
                    <a:pt x="19" y="31"/>
                  </a:cubicBezTo>
                  <a:cubicBezTo>
                    <a:pt x="11" y="35"/>
                    <a:pt x="5" y="36"/>
                    <a:pt x="0" y="27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Freeform 10">
              <a:extLst>
                <a:ext uri="{FF2B5EF4-FFF2-40B4-BE49-F238E27FC236}">
                  <a16:creationId xmlns:a16="http://schemas.microsoft.com/office/drawing/2014/main" id="{C2A3D993-09F4-4B98-BCC0-D13FDB588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2715"/>
              <a:ext cx="21" cy="43"/>
            </a:xfrm>
            <a:custGeom>
              <a:avLst/>
              <a:gdLst>
                <a:gd name="T0" fmla="*/ 76 w 11"/>
                <a:gd name="T1" fmla="*/ 0 h 22"/>
                <a:gd name="T2" fmla="*/ 0 w 11"/>
                <a:gd name="T3" fmla="*/ 16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11" y="0"/>
                  </a:moveTo>
                  <a:cubicBezTo>
                    <a:pt x="7" y="7"/>
                    <a:pt x="4" y="15"/>
                    <a:pt x="0" y="22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Freeform 11">
              <a:extLst>
                <a:ext uri="{FF2B5EF4-FFF2-40B4-BE49-F238E27FC236}">
                  <a16:creationId xmlns:a16="http://schemas.microsoft.com/office/drawing/2014/main" id="{0DFE2BBF-9224-42D1-B0B2-EB2C982F1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824"/>
              <a:ext cx="54" cy="11"/>
            </a:xfrm>
            <a:custGeom>
              <a:avLst/>
              <a:gdLst>
                <a:gd name="T0" fmla="*/ 216 w 27"/>
                <a:gd name="T1" fmla="*/ 37 h 6"/>
                <a:gd name="T2" fmla="*/ 0 w 2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">
                  <a:moveTo>
                    <a:pt x="27" y="6"/>
                  </a:moveTo>
                  <a:cubicBezTo>
                    <a:pt x="19" y="3"/>
                    <a:pt x="10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Freeform 12">
              <a:extLst>
                <a:ext uri="{FF2B5EF4-FFF2-40B4-BE49-F238E27FC236}">
                  <a16:creationId xmlns:a16="http://schemas.microsoft.com/office/drawing/2014/main" id="{44A4BF28-60EF-416B-B7A3-061BFEEC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3226"/>
              <a:ext cx="42" cy="28"/>
            </a:xfrm>
            <a:custGeom>
              <a:avLst/>
              <a:gdLst>
                <a:gd name="T0" fmla="*/ 168 w 21"/>
                <a:gd name="T1" fmla="*/ 0 h 14"/>
                <a:gd name="T2" fmla="*/ 0 w 21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21" y="0"/>
                  </a:moveTo>
                  <a:cubicBezTo>
                    <a:pt x="12" y="2"/>
                    <a:pt x="7" y="9"/>
                    <a:pt x="0" y="14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2" name="Freeform 13">
              <a:extLst>
                <a:ext uri="{FF2B5EF4-FFF2-40B4-BE49-F238E27FC236}">
                  <a16:creationId xmlns:a16="http://schemas.microsoft.com/office/drawing/2014/main" id="{2E8C7177-B9DE-4AEE-BD56-389A6C3C2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3431"/>
              <a:ext cx="7" cy="73"/>
            </a:xfrm>
            <a:custGeom>
              <a:avLst/>
              <a:gdLst>
                <a:gd name="T0" fmla="*/ 0 w 4"/>
                <a:gd name="T1" fmla="*/ 0 h 37"/>
                <a:gd name="T2" fmla="*/ 12 w 4"/>
                <a:gd name="T3" fmla="*/ 152 h 37"/>
                <a:gd name="T4" fmla="*/ 16 w 4"/>
                <a:gd name="T5" fmla="*/ 284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7">
                  <a:moveTo>
                    <a:pt x="0" y="0"/>
                  </a:moveTo>
                  <a:cubicBezTo>
                    <a:pt x="1" y="6"/>
                    <a:pt x="1" y="13"/>
                    <a:pt x="2" y="20"/>
                  </a:cubicBezTo>
                  <a:cubicBezTo>
                    <a:pt x="2" y="25"/>
                    <a:pt x="4" y="33"/>
                    <a:pt x="3" y="37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Freeform 14">
              <a:extLst>
                <a:ext uri="{FF2B5EF4-FFF2-40B4-BE49-F238E27FC236}">
                  <a16:creationId xmlns:a16="http://schemas.microsoft.com/office/drawing/2014/main" id="{5A2466C2-5A34-4F27-90E5-15B3414AB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153"/>
              <a:ext cx="61" cy="8"/>
            </a:xfrm>
            <a:custGeom>
              <a:avLst/>
              <a:gdLst>
                <a:gd name="T0" fmla="*/ 0 w 31"/>
                <a:gd name="T1" fmla="*/ 24 h 4"/>
                <a:gd name="T2" fmla="*/ 236 w 3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">
                  <a:moveTo>
                    <a:pt x="0" y="3"/>
                  </a:moveTo>
                  <a:cubicBezTo>
                    <a:pt x="11" y="3"/>
                    <a:pt x="21" y="0"/>
                    <a:pt x="31" y="4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Freeform 15">
              <a:extLst>
                <a:ext uri="{FF2B5EF4-FFF2-40B4-BE49-F238E27FC236}">
                  <a16:creationId xmlns:a16="http://schemas.microsoft.com/office/drawing/2014/main" id="{1C1626D6-D3B7-4E94-A11C-1D30FB7C9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437"/>
              <a:ext cx="552" cy="268"/>
            </a:xfrm>
            <a:custGeom>
              <a:avLst/>
              <a:gdLst>
                <a:gd name="T0" fmla="*/ 32 w 280"/>
                <a:gd name="T1" fmla="*/ 0 h 136"/>
                <a:gd name="T2" fmla="*/ 428 w 280"/>
                <a:gd name="T3" fmla="*/ 183 h 136"/>
                <a:gd name="T4" fmla="*/ 936 w 280"/>
                <a:gd name="T5" fmla="*/ 369 h 136"/>
                <a:gd name="T6" fmla="*/ 1404 w 280"/>
                <a:gd name="T7" fmla="*/ 621 h 136"/>
                <a:gd name="T8" fmla="*/ 1845 w 280"/>
                <a:gd name="T9" fmla="*/ 889 h 136"/>
                <a:gd name="T10" fmla="*/ 2121 w 280"/>
                <a:gd name="T11" fmla="*/ 993 h 136"/>
                <a:gd name="T12" fmla="*/ 2137 w 280"/>
                <a:gd name="T13" fmla="*/ 1017 h 136"/>
                <a:gd name="T14" fmla="*/ 2145 w 280"/>
                <a:gd name="T15" fmla="*/ 1040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0" h="136">
                  <a:moveTo>
                    <a:pt x="4" y="0"/>
                  </a:moveTo>
                  <a:cubicBezTo>
                    <a:pt x="0" y="17"/>
                    <a:pt x="45" y="22"/>
                    <a:pt x="56" y="24"/>
                  </a:cubicBezTo>
                  <a:cubicBezTo>
                    <a:pt x="80" y="29"/>
                    <a:pt x="100" y="38"/>
                    <a:pt x="122" y="48"/>
                  </a:cubicBezTo>
                  <a:cubicBezTo>
                    <a:pt x="143" y="58"/>
                    <a:pt x="162" y="70"/>
                    <a:pt x="183" y="81"/>
                  </a:cubicBezTo>
                  <a:cubicBezTo>
                    <a:pt x="202" y="92"/>
                    <a:pt x="220" y="109"/>
                    <a:pt x="241" y="116"/>
                  </a:cubicBezTo>
                  <a:cubicBezTo>
                    <a:pt x="252" y="121"/>
                    <a:pt x="265" y="126"/>
                    <a:pt x="277" y="130"/>
                  </a:cubicBezTo>
                  <a:cubicBezTo>
                    <a:pt x="278" y="132"/>
                    <a:pt x="277" y="131"/>
                    <a:pt x="279" y="133"/>
                  </a:cubicBezTo>
                  <a:cubicBezTo>
                    <a:pt x="279" y="135"/>
                    <a:pt x="280" y="135"/>
                    <a:pt x="280" y="136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Freeform 16">
              <a:extLst>
                <a:ext uri="{FF2B5EF4-FFF2-40B4-BE49-F238E27FC236}">
                  <a16:creationId xmlns:a16="http://schemas.microsoft.com/office/drawing/2014/main" id="{F7BD81A4-4301-4DAC-B2A6-536E3041D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447"/>
              <a:ext cx="298" cy="292"/>
            </a:xfrm>
            <a:custGeom>
              <a:avLst/>
              <a:gdLst>
                <a:gd name="T0" fmla="*/ 1153 w 151"/>
                <a:gd name="T1" fmla="*/ 0 h 148"/>
                <a:gd name="T2" fmla="*/ 868 w 151"/>
                <a:gd name="T3" fmla="*/ 191 h 148"/>
                <a:gd name="T4" fmla="*/ 529 w 151"/>
                <a:gd name="T5" fmla="*/ 460 h 148"/>
                <a:gd name="T6" fmla="*/ 8 w 151"/>
                <a:gd name="T7" fmla="*/ 1136 h 1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148">
                  <a:moveTo>
                    <a:pt x="150" y="0"/>
                  </a:moveTo>
                  <a:cubicBezTo>
                    <a:pt x="151" y="6"/>
                    <a:pt x="120" y="20"/>
                    <a:pt x="113" y="25"/>
                  </a:cubicBezTo>
                  <a:cubicBezTo>
                    <a:pt x="98" y="36"/>
                    <a:pt x="84" y="48"/>
                    <a:pt x="69" y="60"/>
                  </a:cubicBezTo>
                  <a:cubicBezTo>
                    <a:pt x="42" y="83"/>
                    <a:pt x="0" y="109"/>
                    <a:pt x="1" y="148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Freeform 17">
              <a:extLst>
                <a:ext uri="{FF2B5EF4-FFF2-40B4-BE49-F238E27FC236}">
                  <a16:creationId xmlns:a16="http://schemas.microsoft.com/office/drawing/2014/main" id="{FA261FBD-C65A-46F5-A53F-0CE6C6FBB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883"/>
              <a:ext cx="215" cy="227"/>
            </a:xfrm>
            <a:custGeom>
              <a:avLst/>
              <a:gdLst>
                <a:gd name="T0" fmla="*/ 836 w 109"/>
                <a:gd name="T1" fmla="*/ 0 h 115"/>
                <a:gd name="T2" fmla="*/ 608 w 109"/>
                <a:gd name="T3" fmla="*/ 276 h 115"/>
                <a:gd name="T4" fmla="*/ 308 w 109"/>
                <a:gd name="T5" fmla="*/ 545 h 115"/>
                <a:gd name="T6" fmla="*/ 0 w 109"/>
                <a:gd name="T7" fmla="*/ 884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15">
                  <a:moveTo>
                    <a:pt x="109" y="0"/>
                  </a:moveTo>
                  <a:cubicBezTo>
                    <a:pt x="107" y="15"/>
                    <a:pt x="90" y="28"/>
                    <a:pt x="79" y="36"/>
                  </a:cubicBezTo>
                  <a:cubicBezTo>
                    <a:pt x="63" y="48"/>
                    <a:pt x="51" y="54"/>
                    <a:pt x="40" y="71"/>
                  </a:cubicBezTo>
                  <a:cubicBezTo>
                    <a:pt x="30" y="88"/>
                    <a:pt x="19" y="109"/>
                    <a:pt x="0" y="115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Freeform 18">
              <a:extLst>
                <a:ext uri="{FF2B5EF4-FFF2-40B4-BE49-F238E27FC236}">
                  <a16:creationId xmlns:a16="http://schemas.microsoft.com/office/drawing/2014/main" id="{DF3CB1F4-406A-46E8-B3C5-D894EA340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703"/>
              <a:ext cx="392" cy="174"/>
            </a:xfrm>
            <a:custGeom>
              <a:avLst/>
              <a:gdLst>
                <a:gd name="T0" fmla="*/ 1521 w 199"/>
                <a:gd name="T1" fmla="*/ 0 h 88"/>
                <a:gd name="T2" fmla="*/ 985 w 199"/>
                <a:gd name="T3" fmla="*/ 231 h 88"/>
                <a:gd name="T4" fmla="*/ 473 w 199"/>
                <a:gd name="T5" fmla="*/ 441 h 88"/>
                <a:gd name="T6" fmla="*/ 0 w 199"/>
                <a:gd name="T7" fmla="*/ 68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9" h="88">
                  <a:moveTo>
                    <a:pt x="199" y="0"/>
                  </a:moveTo>
                  <a:cubicBezTo>
                    <a:pt x="185" y="17"/>
                    <a:pt x="149" y="23"/>
                    <a:pt x="129" y="30"/>
                  </a:cubicBezTo>
                  <a:cubicBezTo>
                    <a:pt x="106" y="38"/>
                    <a:pt x="84" y="48"/>
                    <a:pt x="62" y="57"/>
                  </a:cubicBezTo>
                  <a:cubicBezTo>
                    <a:pt x="42" y="66"/>
                    <a:pt x="22" y="87"/>
                    <a:pt x="0" y="88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Freeform 19">
              <a:extLst>
                <a:ext uri="{FF2B5EF4-FFF2-40B4-BE49-F238E27FC236}">
                  <a16:creationId xmlns:a16="http://schemas.microsoft.com/office/drawing/2014/main" id="{9FF4402E-B533-4258-A44B-4B93E936E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695"/>
              <a:ext cx="198" cy="111"/>
            </a:xfrm>
            <a:custGeom>
              <a:avLst/>
              <a:gdLst>
                <a:gd name="T0" fmla="*/ 0 w 100"/>
                <a:gd name="T1" fmla="*/ 0 h 56"/>
                <a:gd name="T2" fmla="*/ 263 w 100"/>
                <a:gd name="T3" fmla="*/ 180 h 56"/>
                <a:gd name="T4" fmla="*/ 483 w 100"/>
                <a:gd name="T5" fmla="*/ 272 h 56"/>
                <a:gd name="T6" fmla="*/ 776 w 100"/>
                <a:gd name="T7" fmla="*/ 43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56">
                  <a:moveTo>
                    <a:pt x="0" y="0"/>
                  </a:moveTo>
                  <a:cubicBezTo>
                    <a:pt x="6" y="15"/>
                    <a:pt x="20" y="19"/>
                    <a:pt x="34" y="23"/>
                  </a:cubicBezTo>
                  <a:cubicBezTo>
                    <a:pt x="44" y="27"/>
                    <a:pt x="53" y="32"/>
                    <a:pt x="62" y="35"/>
                  </a:cubicBezTo>
                  <a:cubicBezTo>
                    <a:pt x="75" y="38"/>
                    <a:pt x="99" y="38"/>
                    <a:pt x="100" y="56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Freeform 20">
              <a:extLst>
                <a:ext uri="{FF2B5EF4-FFF2-40B4-BE49-F238E27FC236}">
                  <a16:creationId xmlns:a16="http://schemas.microsoft.com/office/drawing/2014/main" id="{A21448B1-86D2-486D-AEF6-D0C607629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380"/>
              <a:ext cx="6" cy="35"/>
            </a:xfrm>
            <a:custGeom>
              <a:avLst/>
              <a:gdLst>
                <a:gd name="T0" fmla="*/ 0 w 3"/>
                <a:gd name="T1" fmla="*/ 132 h 18"/>
                <a:gd name="T2" fmla="*/ 24 w 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18"/>
                  </a:moveTo>
                  <a:cubicBezTo>
                    <a:pt x="1" y="12"/>
                    <a:pt x="3" y="6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Freeform 21">
              <a:extLst>
                <a:ext uri="{FF2B5EF4-FFF2-40B4-BE49-F238E27FC236}">
                  <a16:creationId xmlns:a16="http://schemas.microsoft.com/office/drawing/2014/main" id="{7730AA24-BFAF-4ACD-9E90-E4D92A9D0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745"/>
              <a:ext cx="9" cy="33"/>
            </a:xfrm>
            <a:custGeom>
              <a:avLst/>
              <a:gdLst>
                <a:gd name="T0" fmla="*/ 29 w 5"/>
                <a:gd name="T1" fmla="*/ 0 h 17"/>
                <a:gd name="T2" fmla="*/ 0 w 5"/>
                <a:gd name="T3" fmla="*/ 12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5" y="0"/>
                  </a:moveTo>
                  <a:cubicBezTo>
                    <a:pt x="4" y="5"/>
                    <a:pt x="2" y="12"/>
                    <a:pt x="0" y="17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1" name="Freeform 22">
              <a:extLst>
                <a:ext uri="{FF2B5EF4-FFF2-40B4-BE49-F238E27FC236}">
                  <a16:creationId xmlns:a16="http://schemas.microsoft.com/office/drawing/2014/main" id="{7B32738C-D6AD-4C8B-B890-B7EEC02ED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831"/>
              <a:ext cx="85" cy="293"/>
            </a:xfrm>
            <a:custGeom>
              <a:avLst/>
              <a:gdLst>
                <a:gd name="T0" fmla="*/ 0 w 43"/>
                <a:gd name="T1" fmla="*/ 1117 h 148"/>
                <a:gd name="T2" fmla="*/ 184 w 43"/>
                <a:gd name="T3" fmla="*/ 544 h 148"/>
                <a:gd name="T4" fmla="*/ 332 w 43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8">
                  <a:moveTo>
                    <a:pt x="0" y="144"/>
                  </a:moveTo>
                  <a:cubicBezTo>
                    <a:pt x="28" y="148"/>
                    <a:pt x="24" y="86"/>
                    <a:pt x="24" y="70"/>
                  </a:cubicBezTo>
                  <a:cubicBezTo>
                    <a:pt x="24" y="43"/>
                    <a:pt x="24" y="19"/>
                    <a:pt x="43" y="0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2" name="Freeform 23">
              <a:extLst>
                <a:ext uri="{FF2B5EF4-FFF2-40B4-BE49-F238E27FC236}">
                  <a16:creationId xmlns:a16="http://schemas.microsoft.com/office/drawing/2014/main" id="{F3321A89-18A9-4320-BC80-B38795ACE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411"/>
              <a:ext cx="318" cy="172"/>
            </a:xfrm>
            <a:custGeom>
              <a:avLst/>
              <a:gdLst>
                <a:gd name="T0" fmla="*/ 1232 w 161"/>
                <a:gd name="T1" fmla="*/ 47 h 87"/>
                <a:gd name="T2" fmla="*/ 839 w 161"/>
                <a:gd name="T3" fmla="*/ 8 h 87"/>
                <a:gd name="T4" fmla="*/ 468 w 161"/>
                <a:gd name="T5" fmla="*/ 132 h 87"/>
                <a:gd name="T6" fmla="*/ 117 w 161"/>
                <a:gd name="T7" fmla="*/ 465 h 87"/>
                <a:gd name="T8" fmla="*/ 8 w 161"/>
                <a:gd name="T9" fmla="*/ 601 h 87"/>
                <a:gd name="T10" fmla="*/ 168 w 161"/>
                <a:gd name="T11" fmla="*/ 504 h 87"/>
                <a:gd name="T12" fmla="*/ 433 w 161"/>
                <a:gd name="T13" fmla="*/ 277 h 87"/>
                <a:gd name="T14" fmla="*/ 672 w 161"/>
                <a:gd name="T15" fmla="*/ 93 h 87"/>
                <a:gd name="T16" fmla="*/ 972 w 161"/>
                <a:gd name="T17" fmla="*/ 93 h 87"/>
                <a:gd name="T18" fmla="*/ 1225 w 161"/>
                <a:gd name="T19" fmla="*/ 47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1" h="87">
                  <a:moveTo>
                    <a:pt x="160" y="6"/>
                  </a:moveTo>
                  <a:cubicBezTo>
                    <a:pt x="145" y="1"/>
                    <a:pt x="126" y="1"/>
                    <a:pt x="109" y="1"/>
                  </a:cubicBezTo>
                  <a:cubicBezTo>
                    <a:pt x="89" y="0"/>
                    <a:pt x="75" y="4"/>
                    <a:pt x="61" y="17"/>
                  </a:cubicBezTo>
                  <a:cubicBezTo>
                    <a:pt x="46" y="31"/>
                    <a:pt x="30" y="46"/>
                    <a:pt x="15" y="60"/>
                  </a:cubicBezTo>
                  <a:cubicBezTo>
                    <a:pt x="11" y="64"/>
                    <a:pt x="0" y="73"/>
                    <a:pt x="1" y="78"/>
                  </a:cubicBezTo>
                  <a:cubicBezTo>
                    <a:pt x="3" y="87"/>
                    <a:pt x="19" y="68"/>
                    <a:pt x="22" y="65"/>
                  </a:cubicBezTo>
                  <a:cubicBezTo>
                    <a:pt x="33" y="55"/>
                    <a:pt x="44" y="45"/>
                    <a:pt x="56" y="36"/>
                  </a:cubicBezTo>
                  <a:cubicBezTo>
                    <a:pt x="65" y="28"/>
                    <a:pt x="74" y="15"/>
                    <a:pt x="87" y="12"/>
                  </a:cubicBezTo>
                  <a:cubicBezTo>
                    <a:pt x="100" y="8"/>
                    <a:pt x="113" y="12"/>
                    <a:pt x="126" y="12"/>
                  </a:cubicBezTo>
                  <a:cubicBezTo>
                    <a:pt x="133" y="12"/>
                    <a:pt x="161" y="16"/>
                    <a:pt x="159" y="6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3" name="Freeform 24">
              <a:extLst>
                <a:ext uri="{FF2B5EF4-FFF2-40B4-BE49-F238E27FC236}">
                  <a16:creationId xmlns:a16="http://schemas.microsoft.com/office/drawing/2014/main" id="{BBC98B7C-CF2D-44AA-95AC-6AA3D7DD3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470"/>
              <a:ext cx="350" cy="156"/>
            </a:xfrm>
            <a:custGeom>
              <a:avLst/>
              <a:gdLst>
                <a:gd name="T0" fmla="*/ 1368 w 177"/>
                <a:gd name="T1" fmla="*/ 176 h 79"/>
                <a:gd name="T2" fmla="*/ 1028 w 177"/>
                <a:gd name="T3" fmla="*/ 93 h 79"/>
                <a:gd name="T4" fmla="*/ 704 w 177"/>
                <a:gd name="T5" fmla="*/ 32 h 79"/>
                <a:gd name="T6" fmla="*/ 285 w 177"/>
                <a:gd name="T7" fmla="*/ 308 h 79"/>
                <a:gd name="T8" fmla="*/ 16 w 177"/>
                <a:gd name="T9" fmla="*/ 608 h 79"/>
                <a:gd name="T10" fmla="*/ 176 w 177"/>
                <a:gd name="T11" fmla="*/ 492 h 79"/>
                <a:gd name="T12" fmla="*/ 380 w 177"/>
                <a:gd name="T13" fmla="*/ 363 h 79"/>
                <a:gd name="T14" fmla="*/ 720 w 177"/>
                <a:gd name="T15" fmla="*/ 148 h 79"/>
                <a:gd name="T16" fmla="*/ 1076 w 177"/>
                <a:gd name="T17" fmla="*/ 160 h 79"/>
                <a:gd name="T18" fmla="*/ 1353 w 177"/>
                <a:gd name="T19" fmla="*/ 176 h 79"/>
                <a:gd name="T20" fmla="*/ 1321 w 177"/>
                <a:gd name="T21" fmla="*/ 176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7" h="79">
                  <a:moveTo>
                    <a:pt x="177" y="23"/>
                  </a:moveTo>
                  <a:cubicBezTo>
                    <a:pt x="163" y="19"/>
                    <a:pt x="149" y="15"/>
                    <a:pt x="133" y="12"/>
                  </a:cubicBezTo>
                  <a:cubicBezTo>
                    <a:pt x="120" y="10"/>
                    <a:pt x="104" y="0"/>
                    <a:pt x="91" y="4"/>
                  </a:cubicBezTo>
                  <a:cubicBezTo>
                    <a:pt x="72" y="10"/>
                    <a:pt x="53" y="28"/>
                    <a:pt x="37" y="40"/>
                  </a:cubicBezTo>
                  <a:cubicBezTo>
                    <a:pt x="27" y="47"/>
                    <a:pt x="0" y="63"/>
                    <a:pt x="2" y="79"/>
                  </a:cubicBezTo>
                  <a:cubicBezTo>
                    <a:pt x="9" y="79"/>
                    <a:pt x="18" y="68"/>
                    <a:pt x="23" y="64"/>
                  </a:cubicBezTo>
                  <a:cubicBezTo>
                    <a:pt x="32" y="58"/>
                    <a:pt x="41" y="53"/>
                    <a:pt x="49" y="47"/>
                  </a:cubicBezTo>
                  <a:cubicBezTo>
                    <a:pt x="63" y="37"/>
                    <a:pt x="77" y="25"/>
                    <a:pt x="93" y="19"/>
                  </a:cubicBezTo>
                  <a:cubicBezTo>
                    <a:pt x="107" y="14"/>
                    <a:pt x="125" y="16"/>
                    <a:pt x="139" y="21"/>
                  </a:cubicBezTo>
                  <a:cubicBezTo>
                    <a:pt x="147" y="23"/>
                    <a:pt x="172" y="35"/>
                    <a:pt x="175" y="23"/>
                  </a:cubicBezTo>
                  <a:cubicBezTo>
                    <a:pt x="174" y="23"/>
                    <a:pt x="172" y="23"/>
                    <a:pt x="171" y="23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Freeform 25">
              <a:extLst>
                <a:ext uri="{FF2B5EF4-FFF2-40B4-BE49-F238E27FC236}">
                  <a16:creationId xmlns:a16="http://schemas.microsoft.com/office/drawing/2014/main" id="{A30E544F-A74E-4BCA-8594-F9E0E8882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687"/>
              <a:ext cx="227" cy="89"/>
            </a:xfrm>
            <a:custGeom>
              <a:avLst/>
              <a:gdLst>
                <a:gd name="T0" fmla="*/ 876 w 115"/>
                <a:gd name="T1" fmla="*/ 316 h 45"/>
                <a:gd name="T2" fmla="*/ 821 w 115"/>
                <a:gd name="T3" fmla="*/ 117 h 45"/>
                <a:gd name="T4" fmla="*/ 624 w 115"/>
                <a:gd name="T5" fmla="*/ 55 h 45"/>
                <a:gd name="T6" fmla="*/ 184 w 115"/>
                <a:gd name="T7" fmla="*/ 24 h 45"/>
                <a:gd name="T8" fmla="*/ 0 w 115"/>
                <a:gd name="T9" fmla="*/ 55 h 45"/>
                <a:gd name="T10" fmla="*/ 207 w 115"/>
                <a:gd name="T11" fmla="*/ 93 h 45"/>
                <a:gd name="T12" fmla="*/ 671 w 115"/>
                <a:gd name="T13" fmla="*/ 164 h 45"/>
                <a:gd name="T14" fmla="*/ 792 w 115"/>
                <a:gd name="T15" fmla="*/ 216 h 45"/>
                <a:gd name="T16" fmla="*/ 869 w 115"/>
                <a:gd name="T17" fmla="*/ 309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45">
                  <a:moveTo>
                    <a:pt x="114" y="41"/>
                  </a:moveTo>
                  <a:cubicBezTo>
                    <a:pt x="114" y="31"/>
                    <a:pt x="115" y="22"/>
                    <a:pt x="107" y="15"/>
                  </a:cubicBezTo>
                  <a:cubicBezTo>
                    <a:pt x="100" y="10"/>
                    <a:pt x="89" y="9"/>
                    <a:pt x="81" y="7"/>
                  </a:cubicBezTo>
                  <a:cubicBezTo>
                    <a:pt x="62" y="3"/>
                    <a:pt x="43" y="3"/>
                    <a:pt x="24" y="3"/>
                  </a:cubicBezTo>
                  <a:cubicBezTo>
                    <a:pt x="20" y="3"/>
                    <a:pt x="0" y="0"/>
                    <a:pt x="0" y="7"/>
                  </a:cubicBezTo>
                  <a:cubicBezTo>
                    <a:pt x="1" y="13"/>
                    <a:pt x="23" y="12"/>
                    <a:pt x="27" y="12"/>
                  </a:cubicBezTo>
                  <a:cubicBezTo>
                    <a:pt x="47" y="13"/>
                    <a:pt x="68" y="16"/>
                    <a:pt x="87" y="21"/>
                  </a:cubicBezTo>
                  <a:cubicBezTo>
                    <a:pt x="92" y="23"/>
                    <a:pt x="99" y="23"/>
                    <a:pt x="103" y="28"/>
                  </a:cubicBezTo>
                  <a:cubicBezTo>
                    <a:pt x="106" y="32"/>
                    <a:pt x="104" y="45"/>
                    <a:pt x="113" y="40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26">
              <a:extLst>
                <a:ext uri="{FF2B5EF4-FFF2-40B4-BE49-F238E27FC236}">
                  <a16:creationId xmlns:a16="http://schemas.microsoft.com/office/drawing/2014/main" id="{C69D76E0-4F43-4226-8A2D-8BE1FEC36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470"/>
              <a:ext cx="327" cy="152"/>
            </a:xfrm>
            <a:custGeom>
              <a:avLst/>
              <a:gdLst>
                <a:gd name="T0" fmla="*/ 1160 w 166"/>
                <a:gd name="T1" fmla="*/ 16 h 77"/>
                <a:gd name="T2" fmla="*/ 955 w 166"/>
                <a:gd name="T3" fmla="*/ 63 h 77"/>
                <a:gd name="T4" fmla="*/ 756 w 166"/>
                <a:gd name="T5" fmla="*/ 39 h 77"/>
                <a:gd name="T6" fmla="*/ 315 w 166"/>
                <a:gd name="T7" fmla="*/ 324 h 77"/>
                <a:gd name="T8" fmla="*/ 100 w 166"/>
                <a:gd name="T9" fmla="*/ 468 h 77"/>
                <a:gd name="T10" fmla="*/ 276 w 166"/>
                <a:gd name="T11" fmla="*/ 460 h 77"/>
                <a:gd name="T12" fmla="*/ 756 w 166"/>
                <a:gd name="T13" fmla="*/ 168 h 77"/>
                <a:gd name="T14" fmla="*/ 1040 w 166"/>
                <a:gd name="T15" fmla="*/ 140 h 77"/>
                <a:gd name="T16" fmla="*/ 1152 w 166"/>
                <a:gd name="T17" fmla="*/ 16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77">
                  <a:moveTo>
                    <a:pt x="152" y="2"/>
                  </a:moveTo>
                  <a:cubicBezTo>
                    <a:pt x="143" y="3"/>
                    <a:pt x="135" y="8"/>
                    <a:pt x="125" y="8"/>
                  </a:cubicBezTo>
                  <a:cubicBezTo>
                    <a:pt x="116" y="7"/>
                    <a:pt x="109" y="2"/>
                    <a:pt x="99" y="5"/>
                  </a:cubicBezTo>
                  <a:cubicBezTo>
                    <a:pt x="77" y="11"/>
                    <a:pt x="58" y="29"/>
                    <a:pt x="41" y="42"/>
                  </a:cubicBezTo>
                  <a:cubicBezTo>
                    <a:pt x="32" y="48"/>
                    <a:pt x="19" y="53"/>
                    <a:pt x="13" y="61"/>
                  </a:cubicBezTo>
                  <a:cubicBezTo>
                    <a:pt x="0" y="77"/>
                    <a:pt x="30" y="64"/>
                    <a:pt x="36" y="60"/>
                  </a:cubicBezTo>
                  <a:cubicBezTo>
                    <a:pt x="56" y="48"/>
                    <a:pt x="76" y="26"/>
                    <a:pt x="99" y="22"/>
                  </a:cubicBezTo>
                  <a:cubicBezTo>
                    <a:pt x="112" y="20"/>
                    <a:pt x="124" y="23"/>
                    <a:pt x="136" y="18"/>
                  </a:cubicBezTo>
                  <a:cubicBezTo>
                    <a:pt x="141" y="17"/>
                    <a:pt x="166" y="0"/>
                    <a:pt x="151" y="2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27">
              <a:extLst>
                <a:ext uri="{FF2B5EF4-FFF2-40B4-BE49-F238E27FC236}">
                  <a16:creationId xmlns:a16="http://schemas.microsoft.com/office/drawing/2014/main" id="{85DBC46A-C29D-44BF-AEFD-329A2BE50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96"/>
              <a:ext cx="231" cy="150"/>
            </a:xfrm>
            <a:custGeom>
              <a:avLst/>
              <a:gdLst>
                <a:gd name="T0" fmla="*/ 845 w 117"/>
                <a:gd name="T1" fmla="*/ 116 h 76"/>
                <a:gd name="T2" fmla="*/ 740 w 117"/>
                <a:gd name="T3" fmla="*/ 55 h 76"/>
                <a:gd name="T4" fmla="*/ 507 w 117"/>
                <a:gd name="T5" fmla="*/ 191 h 76"/>
                <a:gd name="T6" fmla="*/ 245 w 117"/>
                <a:gd name="T7" fmla="*/ 377 h 76"/>
                <a:gd name="T8" fmla="*/ 0 w 117"/>
                <a:gd name="T9" fmla="*/ 584 h 76"/>
                <a:gd name="T10" fmla="*/ 269 w 117"/>
                <a:gd name="T11" fmla="*/ 424 h 76"/>
                <a:gd name="T12" fmla="*/ 545 w 117"/>
                <a:gd name="T13" fmla="*/ 253 h 76"/>
                <a:gd name="T14" fmla="*/ 693 w 117"/>
                <a:gd name="T15" fmla="*/ 152 h 76"/>
                <a:gd name="T16" fmla="*/ 837 w 117"/>
                <a:gd name="T17" fmla="*/ 124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76">
                  <a:moveTo>
                    <a:pt x="110" y="15"/>
                  </a:moveTo>
                  <a:cubicBezTo>
                    <a:pt x="117" y="0"/>
                    <a:pt x="106" y="1"/>
                    <a:pt x="96" y="7"/>
                  </a:cubicBezTo>
                  <a:cubicBezTo>
                    <a:pt x="86" y="13"/>
                    <a:pt x="76" y="19"/>
                    <a:pt x="66" y="25"/>
                  </a:cubicBezTo>
                  <a:cubicBezTo>
                    <a:pt x="54" y="32"/>
                    <a:pt x="43" y="40"/>
                    <a:pt x="32" y="49"/>
                  </a:cubicBezTo>
                  <a:cubicBezTo>
                    <a:pt x="23" y="56"/>
                    <a:pt x="3" y="65"/>
                    <a:pt x="0" y="76"/>
                  </a:cubicBezTo>
                  <a:cubicBezTo>
                    <a:pt x="12" y="76"/>
                    <a:pt x="25" y="61"/>
                    <a:pt x="35" y="55"/>
                  </a:cubicBezTo>
                  <a:cubicBezTo>
                    <a:pt x="47" y="47"/>
                    <a:pt x="59" y="40"/>
                    <a:pt x="71" y="33"/>
                  </a:cubicBezTo>
                  <a:cubicBezTo>
                    <a:pt x="77" y="29"/>
                    <a:pt x="83" y="23"/>
                    <a:pt x="90" y="20"/>
                  </a:cubicBezTo>
                  <a:cubicBezTo>
                    <a:pt x="97" y="18"/>
                    <a:pt x="107" y="26"/>
                    <a:pt x="109" y="16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28">
              <a:extLst>
                <a:ext uri="{FF2B5EF4-FFF2-40B4-BE49-F238E27FC236}">
                  <a16:creationId xmlns:a16="http://schemas.microsoft.com/office/drawing/2014/main" id="{3A66ECCA-6305-4D6F-9D74-65FA91CC7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078"/>
              <a:ext cx="468" cy="292"/>
            </a:xfrm>
            <a:custGeom>
              <a:avLst/>
              <a:gdLst>
                <a:gd name="T0" fmla="*/ 1684 w 237"/>
                <a:gd name="T1" fmla="*/ 0 h 148"/>
                <a:gd name="T2" fmla="*/ 1108 w 237"/>
                <a:gd name="T3" fmla="*/ 152 h 148"/>
                <a:gd name="T4" fmla="*/ 616 w 237"/>
                <a:gd name="T5" fmla="*/ 355 h 148"/>
                <a:gd name="T6" fmla="*/ 160 w 237"/>
                <a:gd name="T7" fmla="*/ 868 h 148"/>
                <a:gd name="T8" fmla="*/ 47 w 237"/>
                <a:gd name="T9" fmla="*/ 1067 h 148"/>
                <a:gd name="T10" fmla="*/ 340 w 237"/>
                <a:gd name="T11" fmla="*/ 876 h 148"/>
                <a:gd name="T12" fmla="*/ 748 w 237"/>
                <a:gd name="T13" fmla="*/ 436 h 148"/>
                <a:gd name="T14" fmla="*/ 1240 w 237"/>
                <a:gd name="T15" fmla="*/ 183 h 148"/>
                <a:gd name="T16" fmla="*/ 1617 w 237"/>
                <a:gd name="T17" fmla="*/ 152 h 148"/>
                <a:gd name="T18" fmla="*/ 1684 w 237"/>
                <a:gd name="T19" fmla="*/ 8 h 1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7" h="148">
                  <a:moveTo>
                    <a:pt x="219" y="0"/>
                  </a:moveTo>
                  <a:cubicBezTo>
                    <a:pt x="194" y="1"/>
                    <a:pt x="168" y="14"/>
                    <a:pt x="144" y="20"/>
                  </a:cubicBezTo>
                  <a:cubicBezTo>
                    <a:pt x="120" y="26"/>
                    <a:pt x="99" y="27"/>
                    <a:pt x="80" y="46"/>
                  </a:cubicBezTo>
                  <a:cubicBezTo>
                    <a:pt x="59" y="67"/>
                    <a:pt x="42" y="92"/>
                    <a:pt x="21" y="113"/>
                  </a:cubicBezTo>
                  <a:cubicBezTo>
                    <a:pt x="16" y="118"/>
                    <a:pt x="0" y="130"/>
                    <a:pt x="6" y="139"/>
                  </a:cubicBezTo>
                  <a:cubicBezTo>
                    <a:pt x="14" y="148"/>
                    <a:pt x="39" y="120"/>
                    <a:pt x="44" y="114"/>
                  </a:cubicBezTo>
                  <a:cubicBezTo>
                    <a:pt x="63" y="96"/>
                    <a:pt x="77" y="75"/>
                    <a:pt x="97" y="57"/>
                  </a:cubicBezTo>
                  <a:cubicBezTo>
                    <a:pt x="115" y="41"/>
                    <a:pt x="137" y="30"/>
                    <a:pt x="161" y="24"/>
                  </a:cubicBezTo>
                  <a:cubicBezTo>
                    <a:pt x="177" y="21"/>
                    <a:pt x="195" y="24"/>
                    <a:pt x="210" y="20"/>
                  </a:cubicBezTo>
                  <a:cubicBezTo>
                    <a:pt x="218" y="18"/>
                    <a:pt x="237" y="3"/>
                    <a:pt x="219" y="1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Freeform 29">
              <a:extLst>
                <a:ext uri="{FF2B5EF4-FFF2-40B4-BE49-F238E27FC236}">
                  <a16:creationId xmlns:a16="http://schemas.microsoft.com/office/drawing/2014/main" id="{CE6672D8-39F6-4723-97C3-33C8925BA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740"/>
              <a:ext cx="434" cy="294"/>
            </a:xfrm>
            <a:custGeom>
              <a:avLst/>
              <a:gdLst>
                <a:gd name="T0" fmla="*/ 1665 w 220"/>
                <a:gd name="T1" fmla="*/ 0 h 149"/>
                <a:gd name="T2" fmla="*/ 1304 w 220"/>
                <a:gd name="T3" fmla="*/ 245 h 149"/>
                <a:gd name="T4" fmla="*/ 736 w 220"/>
                <a:gd name="T5" fmla="*/ 584 h 149"/>
                <a:gd name="T6" fmla="*/ 308 w 220"/>
                <a:gd name="T7" fmla="*/ 908 h 149"/>
                <a:gd name="T8" fmla="*/ 0 w 220"/>
                <a:gd name="T9" fmla="*/ 1137 h 149"/>
                <a:gd name="T10" fmla="*/ 229 w 220"/>
                <a:gd name="T11" fmla="*/ 1028 h 149"/>
                <a:gd name="T12" fmla="*/ 623 w 220"/>
                <a:gd name="T13" fmla="*/ 783 h 149"/>
                <a:gd name="T14" fmla="*/ 1105 w 220"/>
                <a:gd name="T15" fmla="*/ 483 h 149"/>
                <a:gd name="T16" fmla="*/ 1491 w 220"/>
                <a:gd name="T17" fmla="*/ 237 h 149"/>
                <a:gd name="T18" fmla="*/ 1689 w 220"/>
                <a:gd name="T19" fmla="*/ 24 h 149"/>
                <a:gd name="T20" fmla="*/ 1657 w 220"/>
                <a:gd name="T21" fmla="*/ 24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0" h="149">
                  <a:moveTo>
                    <a:pt x="217" y="0"/>
                  </a:moveTo>
                  <a:cubicBezTo>
                    <a:pt x="200" y="7"/>
                    <a:pt x="187" y="23"/>
                    <a:pt x="170" y="32"/>
                  </a:cubicBezTo>
                  <a:cubicBezTo>
                    <a:pt x="145" y="44"/>
                    <a:pt x="118" y="60"/>
                    <a:pt x="96" y="76"/>
                  </a:cubicBezTo>
                  <a:cubicBezTo>
                    <a:pt x="76" y="89"/>
                    <a:pt x="58" y="103"/>
                    <a:pt x="40" y="118"/>
                  </a:cubicBezTo>
                  <a:cubicBezTo>
                    <a:pt x="31" y="125"/>
                    <a:pt x="5" y="137"/>
                    <a:pt x="0" y="148"/>
                  </a:cubicBezTo>
                  <a:cubicBezTo>
                    <a:pt x="12" y="149"/>
                    <a:pt x="21" y="140"/>
                    <a:pt x="30" y="134"/>
                  </a:cubicBezTo>
                  <a:cubicBezTo>
                    <a:pt x="47" y="124"/>
                    <a:pt x="64" y="113"/>
                    <a:pt x="81" y="102"/>
                  </a:cubicBezTo>
                  <a:cubicBezTo>
                    <a:pt x="101" y="88"/>
                    <a:pt x="123" y="76"/>
                    <a:pt x="144" y="63"/>
                  </a:cubicBezTo>
                  <a:cubicBezTo>
                    <a:pt x="160" y="52"/>
                    <a:pt x="178" y="42"/>
                    <a:pt x="194" y="31"/>
                  </a:cubicBezTo>
                  <a:cubicBezTo>
                    <a:pt x="202" y="24"/>
                    <a:pt x="220" y="15"/>
                    <a:pt x="220" y="3"/>
                  </a:cubicBezTo>
                  <a:cubicBezTo>
                    <a:pt x="218" y="2"/>
                    <a:pt x="217" y="3"/>
                    <a:pt x="216" y="3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30">
              <a:extLst>
                <a:ext uri="{FF2B5EF4-FFF2-40B4-BE49-F238E27FC236}">
                  <a16:creationId xmlns:a16="http://schemas.microsoft.com/office/drawing/2014/main" id="{649CCF9B-4313-4646-90B9-694432D7F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332"/>
              <a:ext cx="350" cy="199"/>
            </a:xfrm>
            <a:custGeom>
              <a:avLst/>
              <a:gdLst>
                <a:gd name="T0" fmla="*/ 1305 w 177"/>
                <a:gd name="T1" fmla="*/ 221 h 101"/>
                <a:gd name="T2" fmla="*/ 1236 w 177"/>
                <a:gd name="T3" fmla="*/ 8 h 101"/>
                <a:gd name="T4" fmla="*/ 951 w 177"/>
                <a:gd name="T5" fmla="*/ 124 h 101"/>
                <a:gd name="T6" fmla="*/ 496 w 177"/>
                <a:gd name="T7" fmla="*/ 412 h 101"/>
                <a:gd name="T8" fmla="*/ 0 w 177"/>
                <a:gd name="T9" fmla="*/ 772 h 101"/>
                <a:gd name="T10" fmla="*/ 231 w 177"/>
                <a:gd name="T11" fmla="*/ 644 h 101"/>
                <a:gd name="T12" fmla="*/ 540 w 177"/>
                <a:gd name="T13" fmla="*/ 451 h 101"/>
                <a:gd name="T14" fmla="*/ 872 w 177"/>
                <a:gd name="T15" fmla="*/ 244 h 101"/>
                <a:gd name="T16" fmla="*/ 1184 w 177"/>
                <a:gd name="T17" fmla="*/ 116 h 101"/>
                <a:gd name="T18" fmla="*/ 1297 w 177"/>
                <a:gd name="T19" fmla="*/ 221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7" h="101">
                  <a:moveTo>
                    <a:pt x="169" y="29"/>
                  </a:moveTo>
                  <a:cubicBezTo>
                    <a:pt x="165" y="22"/>
                    <a:pt x="177" y="3"/>
                    <a:pt x="160" y="1"/>
                  </a:cubicBezTo>
                  <a:cubicBezTo>
                    <a:pt x="150" y="0"/>
                    <a:pt x="132" y="12"/>
                    <a:pt x="123" y="16"/>
                  </a:cubicBezTo>
                  <a:cubicBezTo>
                    <a:pt x="101" y="25"/>
                    <a:pt x="85" y="42"/>
                    <a:pt x="64" y="54"/>
                  </a:cubicBezTo>
                  <a:cubicBezTo>
                    <a:pt x="45" y="65"/>
                    <a:pt x="12" y="80"/>
                    <a:pt x="0" y="101"/>
                  </a:cubicBezTo>
                  <a:cubicBezTo>
                    <a:pt x="9" y="100"/>
                    <a:pt x="22" y="89"/>
                    <a:pt x="30" y="84"/>
                  </a:cubicBezTo>
                  <a:cubicBezTo>
                    <a:pt x="43" y="76"/>
                    <a:pt x="57" y="67"/>
                    <a:pt x="70" y="59"/>
                  </a:cubicBezTo>
                  <a:cubicBezTo>
                    <a:pt x="85" y="50"/>
                    <a:pt x="100" y="41"/>
                    <a:pt x="113" y="32"/>
                  </a:cubicBezTo>
                  <a:cubicBezTo>
                    <a:pt x="121" y="27"/>
                    <a:pt x="143" y="10"/>
                    <a:pt x="153" y="15"/>
                  </a:cubicBezTo>
                  <a:cubicBezTo>
                    <a:pt x="158" y="17"/>
                    <a:pt x="160" y="45"/>
                    <a:pt x="168" y="29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31">
              <a:extLst>
                <a:ext uri="{FF2B5EF4-FFF2-40B4-BE49-F238E27FC236}">
                  <a16:creationId xmlns:a16="http://schemas.microsoft.com/office/drawing/2014/main" id="{F7978A91-CFAB-4DAF-9063-D3A572049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588"/>
              <a:ext cx="521" cy="349"/>
            </a:xfrm>
            <a:custGeom>
              <a:avLst/>
              <a:gdLst>
                <a:gd name="T0" fmla="*/ 1885 w 264"/>
                <a:gd name="T1" fmla="*/ 24 h 177"/>
                <a:gd name="T2" fmla="*/ 1861 w 264"/>
                <a:gd name="T3" fmla="*/ 8 h 177"/>
                <a:gd name="T4" fmla="*/ 1545 w 264"/>
                <a:gd name="T5" fmla="*/ 152 h 177"/>
                <a:gd name="T6" fmla="*/ 1168 w 264"/>
                <a:gd name="T7" fmla="*/ 292 h 177"/>
                <a:gd name="T8" fmla="*/ 716 w 264"/>
                <a:gd name="T9" fmla="*/ 452 h 177"/>
                <a:gd name="T10" fmla="*/ 355 w 264"/>
                <a:gd name="T11" fmla="*/ 929 h 177"/>
                <a:gd name="T12" fmla="*/ 85 w 264"/>
                <a:gd name="T13" fmla="*/ 1357 h 177"/>
                <a:gd name="T14" fmla="*/ 332 w 264"/>
                <a:gd name="T15" fmla="*/ 1104 h 177"/>
                <a:gd name="T16" fmla="*/ 553 w 264"/>
                <a:gd name="T17" fmla="*/ 804 h 177"/>
                <a:gd name="T18" fmla="*/ 1008 w 264"/>
                <a:gd name="T19" fmla="*/ 392 h 177"/>
                <a:gd name="T20" fmla="*/ 1636 w 264"/>
                <a:gd name="T21" fmla="*/ 199 h 177"/>
                <a:gd name="T22" fmla="*/ 1877 w 264"/>
                <a:gd name="T23" fmla="*/ 8 h 1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4" h="177">
                  <a:moveTo>
                    <a:pt x="245" y="3"/>
                  </a:moveTo>
                  <a:cubicBezTo>
                    <a:pt x="245" y="1"/>
                    <a:pt x="244" y="0"/>
                    <a:pt x="242" y="1"/>
                  </a:cubicBezTo>
                  <a:cubicBezTo>
                    <a:pt x="232" y="11"/>
                    <a:pt x="215" y="16"/>
                    <a:pt x="201" y="20"/>
                  </a:cubicBezTo>
                  <a:cubicBezTo>
                    <a:pt x="185" y="26"/>
                    <a:pt x="169" y="33"/>
                    <a:pt x="152" y="38"/>
                  </a:cubicBezTo>
                  <a:cubicBezTo>
                    <a:pt x="132" y="44"/>
                    <a:pt x="110" y="49"/>
                    <a:pt x="93" y="59"/>
                  </a:cubicBezTo>
                  <a:cubicBezTo>
                    <a:pt x="71" y="72"/>
                    <a:pt x="61" y="102"/>
                    <a:pt x="46" y="121"/>
                  </a:cubicBezTo>
                  <a:cubicBezTo>
                    <a:pt x="39" y="130"/>
                    <a:pt x="0" y="166"/>
                    <a:pt x="11" y="177"/>
                  </a:cubicBezTo>
                  <a:cubicBezTo>
                    <a:pt x="23" y="171"/>
                    <a:pt x="34" y="155"/>
                    <a:pt x="43" y="144"/>
                  </a:cubicBezTo>
                  <a:cubicBezTo>
                    <a:pt x="54" y="132"/>
                    <a:pt x="64" y="118"/>
                    <a:pt x="72" y="105"/>
                  </a:cubicBezTo>
                  <a:cubicBezTo>
                    <a:pt x="87" y="79"/>
                    <a:pt x="103" y="62"/>
                    <a:pt x="131" y="51"/>
                  </a:cubicBezTo>
                  <a:cubicBezTo>
                    <a:pt x="158" y="40"/>
                    <a:pt x="186" y="34"/>
                    <a:pt x="213" y="26"/>
                  </a:cubicBezTo>
                  <a:cubicBezTo>
                    <a:pt x="218" y="25"/>
                    <a:pt x="264" y="8"/>
                    <a:pt x="244" y="1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32">
              <a:extLst>
                <a:ext uri="{FF2B5EF4-FFF2-40B4-BE49-F238E27FC236}">
                  <a16:creationId xmlns:a16="http://schemas.microsoft.com/office/drawing/2014/main" id="{9C4450E8-E8F2-4CF5-BFBE-3FCE61194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503"/>
              <a:ext cx="290" cy="247"/>
            </a:xfrm>
            <a:custGeom>
              <a:avLst/>
              <a:gdLst>
                <a:gd name="T0" fmla="*/ 1020 w 147"/>
                <a:gd name="T1" fmla="*/ 24 h 125"/>
                <a:gd name="T2" fmla="*/ 529 w 147"/>
                <a:gd name="T3" fmla="*/ 63 h 125"/>
                <a:gd name="T4" fmla="*/ 245 w 147"/>
                <a:gd name="T5" fmla="*/ 484 h 125"/>
                <a:gd name="T6" fmla="*/ 160 w 147"/>
                <a:gd name="T7" fmla="*/ 917 h 125"/>
                <a:gd name="T8" fmla="*/ 347 w 147"/>
                <a:gd name="T9" fmla="*/ 609 h 125"/>
                <a:gd name="T10" fmla="*/ 483 w 147"/>
                <a:gd name="T11" fmla="*/ 300 h 125"/>
                <a:gd name="T12" fmla="*/ 821 w 147"/>
                <a:gd name="T13" fmla="*/ 140 h 125"/>
                <a:gd name="T14" fmla="*/ 1028 w 147"/>
                <a:gd name="T15" fmla="*/ 4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125">
                  <a:moveTo>
                    <a:pt x="133" y="3"/>
                  </a:moveTo>
                  <a:cubicBezTo>
                    <a:pt x="117" y="0"/>
                    <a:pt x="86" y="3"/>
                    <a:pt x="69" y="8"/>
                  </a:cubicBezTo>
                  <a:cubicBezTo>
                    <a:pt x="50" y="14"/>
                    <a:pt x="40" y="45"/>
                    <a:pt x="32" y="63"/>
                  </a:cubicBezTo>
                  <a:cubicBezTo>
                    <a:pt x="28" y="72"/>
                    <a:pt x="0" y="125"/>
                    <a:pt x="21" y="119"/>
                  </a:cubicBezTo>
                  <a:cubicBezTo>
                    <a:pt x="34" y="115"/>
                    <a:pt x="41" y="90"/>
                    <a:pt x="45" y="79"/>
                  </a:cubicBezTo>
                  <a:cubicBezTo>
                    <a:pt x="50" y="65"/>
                    <a:pt x="55" y="51"/>
                    <a:pt x="63" y="39"/>
                  </a:cubicBezTo>
                  <a:cubicBezTo>
                    <a:pt x="72" y="25"/>
                    <a:pt x="91" y="22"/>
                    <a:pt x="107" y="18"/>
                  </a:cubicBezTo>
                  <a:cubicBezTo>
                    <a:pt x="111" y="17"/>
                    <a:pt x="147" y="11"/>
                    <a:pt x="134" y="5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Freeform 33">
              <a:extLst>
                <a:ext uri="{FF2B5EF4-FFF2-40B4-BE49-F238E27FC236}">
                  <a16:creationId xmlns:a16="http://schemas.microsoft.com/office/drawing/2014/main" id="{332966DE-E317-4889-AA18-29CAEBFE4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864"/>
              <a:ext cx="411" cy="225"/>
            </a:xfrm>
            <a:custGeom>
              <a:avLst/>
              <a:gdLst>
                <a:gd name="T0" fmla="*/ 1604 w 208"/>
                <a:gd name="T1" fmla="*/ 16 h 114"/>
                <a:gd name="T2" fmla="*/ 1120 w 208"/>
                <a:gd name="T3" fmla="*/ 24 h 114"/>
                <a:gd name="T4" fmla="*/ 757 w 208"/>
                <a:gd name="T5" fmla="*/ 24 h 114"/>
                <a:gd name="T6" fmla="*/ 207 w 208"/>
                <a:gd name="T7" fmla="*/ 499 h 114"/>
                <a:gd name="T8" fmla="*/ 63 w 208"/>
                <a:gd name="T9" fmla="*/ 829 h 114"/>
                <a:gd name="T10" fmla="*/ 395 w 208"/>
                <a:gd name="T11" fmla="*/ 452 h 114"/>
                <a:gd name="T12" fmla="*/ 1219 w 208"/>
                <a:gd name="T13" fmla="*/ 116 h 114"/>
                <a:gd name="T14" fmla="*/ 1604 w 208"/>
                <a:gd name="T15" fmla="*/ 55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8" h="114">
                  <a:moveTo>
                    <a:pt x="208" y="2"/>
                  </a:moveTo>
                  <a:cubicBezTo>
                    <a:pt x="187" y="2"/>
                    <a:pt x="166" y="2"/>
                    <a:pt x="145" y="3"/>
                  </a:cubicBezTo>
                  <a:cubicBezTo>
                    <a:pt x="129" y="4"/>
                    <a:pt x="113" y="0"/>
                    <a:pt x="98" y="3"/>
                  </a:cubicBezTo>
                  <a:cubicBezTo>
                    <a:pt x="69" y="9"/>
                    <a:pt x="43" y="40"/>
                    <a:pt x="27" y="65"/>
                  </a:cubicBezTo>
                  <a:cubicBezTo>
                    <a:pt x="23" y="70"/>
                    <a:pt x="0" y="103"/>
                    <a:pt x="8" y="108"/>
                  </a:cubicBezTo>
                  <a:cubicBezTo>
                    <a:pt x="18" y="114"/>
                    <a:pt x="46" y="66"/>
                    <a:pt x="51" y="59"/>
                  </a:cubicBezTo>
                  <a:cubicBezTo>
                    <a:pt x="76" y="23"/>
                    <a:pt x="117" y="17"/>
                    <a:pt x="158" y="15"/>
                  </a:cubicBezTo>
                  <a:cubicBezTo>
                    <a:pt x="167" y="15"/>
                    <a:pt x="206" y="17"/>
                    <a:pt x="208" y="7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Freeform 34">
              <a:extLst>
                <a:ext uri="{FF2B5EF4-FFF2-40B4-BE49-F238E27FC236}">
                  <a16:creationId xmlns:a16="http://schemas.microsoft.com/office/drawing/2014/main" id="{C9DCE7A1-2885-4F68-9705-07DA3AEEA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969"/>
              <a:ext cx="400" cy="328"/>
            </a:xfrm>
            <a:custGeom>
              <a:avLst/>
              <a:gdLst>
                <a:gd name="T0" fmla="*/ 1436 w 203"/>
                <a:gd name="T1" fmla="*/ 24 h 166"/>
                <a:gd name="T2" fmla="*/ 1017 w 203"/>
                <a:gd name="T3" fmla="*/ 156 h 166"/>
                <a:gd name="T4" fmla="*/ 719 w 203"/>
                <a:gd name="T5" fmla="*/ 215 h 166"/>
                <a:gd name="T6" fmla="*/ 221 w 203"/>
                <a:gd name="T7" fmla="*/ 749 h 166"/>
                <a:gd name="T8" fmla="*/ 63 w 203"/>
                <a:gd name="T9" fmla="*/ 1051 h 166"/>
                <a:gd name="T10" fmla="*/ 268 w 203"/>
                <a:gd name="T11" fmla="*/ 964 h 166"/>
                <a:gd name="T12" fmla="*/ 828 w 203"/>
                <a:gd name="T13" fmla="*/ 348 h 166"/>
                <a:gd name="T14" fmla="*/ 1393 w 203"/>
                <a:gd name="T15" fmla="*/ 176 h 166"/>
                <a:gd name="T16" fmla="*/ 1529 w 203"/>
                <a:gd name="T17" fmla="*/ 93 h 166"/>
                <a:gd name="T18" fmla="*/ 1476 w 203"/>
                <a:gd name="T19" fmla="*/ 8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3" h="166">
                  <a:moveTo>
                    <a:pt x="188" y="3"/>
                  </a:moveTo>
                  <a:cubicBezTo>
                    <a:pt x="170" y="7"/>
                    <a:pt x="151" y="14"/>
                    <a:pt x="133" y="20"/>
                  </a:cubicBezTo>
                  <a:cubicBezTo>
                    <a:pt x="120" y="24"/>
                    <a:pt x="107" y="25"/>
                    <a:pt x="94" y="28"/>
                  </a:cubicBezTo>
                  <a:cubicBezTo>
                    <a:pt x="61" y="36"/>
                    <a:pt x="46" y="70"/>
                    <a:pt x="29" y="97"/>
                  </a:cubicBezTo>
                  <a:cubicBezTo>
                    <a:pt x="22" y="110"/>
                    <a:pt x="12" y="122"/>
                    <a:pt x="8" y="136"/>
                  </a:cubicBezTo>
                  <a:cubicBezTo>
                    <a:pt x="0" y="166"/>
                    <a:pt x="29" y="133"/>
                    <a:pt x="35" y="125"/>
                  </a:cubicBezTo>
                  <a:cubicBezTo>
                    <a:pt x="56" y="93"/>
                    <a:pt x="68" y="58"/>
                    <a:pt x="108" y="45"/>
                  </a:cubicBezTo>
                  <a:cubicBezTo>
                    <a:pt x="132" y="37"/>
                    <a:pt x="159" y="34"/>
                    <a:pt x="182" y="23"/>
                  </a:cubicBezTo>
                  <a:cubicBezTo>
                    <a:pt x="187" y="21"/>
                    <a:pt x="198" y="17"/>
                    <a:pt x="200" y="12"/>
                  </a:cubicBezTo>
                  <a:cubicBezTo>
                    <a:pt x="203" y="6"/>
                    <a:pt x="200" y="0"/>
                    <a:pt x="193" y="1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Freeform 35">
              <a:extLst>
                <a:ext uri="{FF2B5EF4-FFF2-40B4-BE49-F238E27FC236}">
                  <a16:creationId xmlns:a16="http://schemas.microsoft.com/office/drawing/2014/main" id="{2FA013AD-4BFA-48CC-BACE-73B1AF26F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275"/>
              <a:ext cx="540" cy="138"/>
            </a:xfrm>
            <a:custGeom>
              <a:avLst/>
              <a:gdLst>
                <a:gd name="T0" fmla="*/ 2028 w 274"/>
                <a:gd name="T1" fmla="*/ 384 h 70"/>
                <a:gd name="T2" fmla="*/ 1476 w 274"/>
                <a:gd name="T3" fmla="*/ 63 h 70"/>
                <a:gd name="T4" fmla="*/ 1232 w 274"/>
                <a:gd name="T5" fmla="*/ 0 h 70"/>
                <a:gd name="T6" fmla="*/ 897 w 274"/>
                <a:gd name="T7" fmla="*/ 55 h 70"/>
                <a:gd name="T8" fmla="*/ 497 w 274"/>
                <a:gd name="T9" fmla="*/ 136 h 70"/>
                <a:gd name="T10" fmla="*/ 116 w 274"/>
                <a:gd name="T11" fmla="*/ 244 h 70"/>
                <a:gd name="T12" fmla="*/ 252 w 274"/>
                <a:gd name="T13" fmla="*/ 384 h 70"/>
                <a:gd name="T14" fmla="*/ 733 w 274"/>
                <a:gd name="T15" fmla="*/ 260 h 70"/>
                <a:gd name="T16" fmla="*/ 1192 w 274"/>
                <a:gd name="T17" fmla="*/ 152 h 70"/>
                <a:gd name="T18" fmla="*/ 1529 w 274"/>
                <a:gd name="T19" fmla="*/ 268 h 70"/>
                <a:gd name="T20" fmla="*/ 1837 w 274"/>
                <a:gd name="T21" fmla="*/ 451 h 70"/>
                <a:gd name="T22" fmla="*/ 2044 w 274"/>
                <a:gd name="T23" fmla="*/ 412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4" h="70">
                  <a:moveTo>
                    <a:pt x="265" y="50"/>
                  </a:moveTo>
                  <a:cubicBezTo>
                    <a:pt x="242" y="35"/>
                    <a:pt x="220" y="16"/>
                    <a:pt x="193" y="8"/>
                  </a:cubicBezTo>
                  <a:cubicBezTo>
                    <a:pt x="183" y="5"/>
                    <a:pt x="172" y="1"/>
                    <a:pt x="161" y="0"/>
                  </a:cubicBezTo>
                  <a:cubicBezTo>
                    <a:pt x="147" y="0"/>
                    <a:pt x="131" y="4"/>
                    <a:pt x="117" y="7"/>
                  </a:cubicBezTo>
                  <a:cubicBezTo>
                    <a:pt x="100" y="11"/>
                    <a:pt x="82" y="15"/>
                    <a:pt x="65" y="18"/>
                  </a:cubicBezTo>
                  <a:cubicBezTo>
                    <a:pt x="49" y="21"/>
                    <a:pt x="28" y="22"/>
                    <a:pt x="15" y="32"/>
                  </a:cubicBezTo>
                  <a:cubicBezTo>
                    <a:pt x="0" y="45"/>
                    <a:pt x="19" y="52"/>
                    <a:pt x="33" y="50"/>
                  </a:cubicBezTo>
                  <a:cubicBezTo>
                    <a:pt x="54" y="47"/>
                    <a:pt x="76" y="39"/>
                    <a:pt x="96" y="34"/>
                  </a:cubicBezTo>
                  <a:cubicBezTo>
                    <a:pt x="115" y="29"/>
                    <a:pt x="136" y="21"/>
                    <a:pt x="156" y="20"/>
                  </a:cubicBezTo>
                  <a:cubicBezTo>
                    <a:pt x="174" y="19"/>
                    <a:pt x="185" y="26"/>
                    <a:pt x="200" y="35"/>
                  </a:cubicBezTo>
                  <a:cubicBezTo>
                    <a:pt x="213" y="42"/>
                    <a:pt x="227" y="51"/>
                    <a:pt x="240" y="59"/>
                  </a:cubicBezTo>
                  <a:cubicBezTo>
                    <a:pt x="246" y="62"/>
                    <a:pt x="274" y="70"/>
                    <a:pt x="267" y="54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36">
              <a:extLst>
                <a:ext uri="{FF2B5EF4-FFF2-40B4-BE49-F238E27FC236}">
                  <a16:creationId xmlns:a16="http://schemas.microsoft.com/office/drawing/2014/main" id="{90F8B260-1D4D-4F2E-963D-4AC6D540B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796"/>
              <a:ext cx="341" cy="270"/>
            </a:xfrm>
            <a:custGeom>
              <a:avLst/>
              <a:gdLst>
                <a:gd name="T0" fmla="*/ 1325 w 173"/>
                <a:gd name="T1" fmla="*/ 175 h 137"/>
                <a:gd name="T2" fmla="*/ 481 w 173"/>
                <a:gd name="T3" fmla="*/ 32 h 137"/>
                <a:gd name="T4" fmla="*/ 315 w 173"/>
                <a:gd name="T5" fmla="*/ 39 h 137"/>
                <a:gd name="T6" fmla="*/ 221 w 173"/>
                <a:gd name="T7" fmla="*/ 244 h 137"/>
                <a:gd name="T8" fmla="*/ 101 w 173"/>
                <a:gd name="T9" fmla="*/ 704 h 137"/>
                <a:gd name="T10" fmla="*/ 24 w 173"/>
                <a:gd name="T11" fmla="*/ 924 h 137"/>
                <a:gd name="T12" fmla="*/ 191 w 173"/>
                <a:gd name="T13" fmla="*/ 733 h 137"/>
                <a:gd name="T14" fmla="*/ 331 w 173"/>
                <a:gd name="T15" fmla="*/ 396 h 137"/>
                <a:gd name="T16" fmla="*/ 552 w 173"/>
                <a:gd name="T17" fmla="*/ 183 h 137"/>
                <a:gd name="T18" fmla="*/ 1080 w 173"/>
                <a:gd name="T19" fmla="*/ 300 h 137"/>
                <a:gd name="T20" fmla="*/ 1309 w 173"/>
                <a:gd name="T21" fmla="*/ 199 h 1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3" h="137">
                  <a:moveTo>
                    <a:pt x="173" y="23"/>
                  </a:moveTo>
                  <a:cubicBezTo>
                    <a:pt x="135" y="24"/>
                    <a:pt x="101" y="6"/>
                    <a:pt x="63" y="4"/>
                  </a:cubicBezTo>
                  <a:cubicBezTo>
                    <a:pt x="56" y="4"/>
                    <a:pt x="47" y="0"/>
                    <a:pt x="41" y="5"/>
                  </a:cubicBezTo>
                  <a:cubicBezTo>
                    <a:pt x="34" y="10"/>
                    <a:pt x="32" y="23"/>
                    <a:pt x="29" y="32"/>
                  </a:cubicBezTo>
                  <a:cubicBezTo>
                    <a:pt x="23" y="52"/>
                    <a:pt x="20" y="73"/>
                    <a:pt x="13" y="92"/>
                  </a:cubicBezTo>
                  <a:cubicBezTo>
                    <a:pt x="10" y="99"/>
                    <a:pt x="0" y="114"/>
                    <a:pt x="3" y="121"/>
                  </a:cubicBezTo>
                  <a:cubicBezTo>
                    <a:pt x="9" y="137"/>
                    <a:pt x="23" y="101"/>
                    <a:pt x="25" y="96"/>
                  </a:cubicBezTo>
                  <a:cubicBezTo>
                    <a:pt x="31" y="82"/>
                    <a:pt x="37" y="67"/>
                    <a:pt x="43" y="52"/>
                  </a:cubicBezTo>
                  <a:cubicBezTo>
                    <a:pt x="48" y="40"/>
                    <a:pt x="58" y="26"/>
                    <a:pt x="72" y="24"/>
                  </a:cubicBezTo>
                  <a:cubicBezTo>
                    <a:pt x="96" y="21"/>
                    <a:pt x="119" y="34"/>
                    <a:pt x="141" y="39"/>
                  </a:cubicBezTo>
                  <a:cubicBezTo>
                    <a:pt x="152" y="42"/>
                    <a:pt x="172" y="41"/>
                    <a:pt x="171" y="26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Freeform 37">
              <a:extLst>
                <a:ext uri="{FF2B5EF4-FFF2-40B4-BE49-F238E27FC236}">
                  <a16:creationId xmlns:a16="http://schemas.microsoft.com/office/drawing/2014/main" id="{3C3A4286-B586-4F52-8CC3-0D2C8E07C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161"/>
              <a:ext cx="229" cy="195"/>
            </a:xfrm>
            <a:custGeom>
              <a:avLst/>
              <a:gdLst>
                <a:gd name="T0" fmla="*/ 837 w 116"/>
                <a:gd name="T1" fmla="*/ 0 h 99"/>
                <a:gd name="T2" fmla="*/ 632 w 116"/>
                <a:gd name="T3" fmla="*/ 69 h 99"/>
                <a:gd name="T4" fmla="*/ 340 w 116"/>
                <a:gd name="T5" fmla="*/ 124 h 99"/>
                <a:gd name="T6" fmla="*/ 148 w 116"/>
                <a:gd name="T7" fmla="*/ 160 h 99"/>
                <a:gd name="T8" fmla="*/ 124 w 116"/>
                <a:gd name="T9" fmla="*/ 284 h 99"/>
                <a:gd name="T10" fmla="*/ 93 w 116"/>
                <a:gd name="T11" fmla="*/ 435 h 99"/>
                <a:gd name="T12" fmla="*/ 16 w 116"/>
                <a:gd name="T13" fmla="*/ 687 h 99"/>
                <a:gd name="T14" fmla="*/ 32 w 116"/>
                <a:gd name="T15" fmla="*/ 741 h 99"/>
                <a:gd name="T16" fmla="*/ 124 w 116"/>
                <a:gd name="T17" fmla="*/ 589 h 99"/>
                <a:gd name="T18" fmla="*/ 292 w 116"/>
                <a:gd name="T19" fmla="*/ 268 h 99"/>
                <a:gd name="T20" fmla="*/ 440 w 116"/>
                <a:gd name="T21" fmla="*/ 197 h 99"/>
                <a:gd name="T22" fmla="*/ 624 w 116"/>
                <a:gd name="T23" fmla="*/ 144 h 99"/>
                <a:gd name="T24" fmla="*/ 853 w 116"/>
                <a:gd name="T25" fmla="*/ 16 h 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6" h="99">
                  <a:moveTo>
                    <a:pt x="109" y="0"/>
                  </a:moveTo>
                  <a:cubicBezTo>
                    <a:pt x="101" y="5"/>
                    <a:pt x="92" y="7"/>
                    <a:pt x="82" y="9"/>
                  </a:cubicBezTo>
                  <a:cubicBezTo>
                    <a:pt x="69" y="12"/>
                    <a:pt x="57" y="16"/>
                    <a:pt x="44" y="16"/>
                  </a:cubicBezTo>
                  <a:cubicBezTo>
                    <a:pt x="36" y="16"/>
                    <a:pt x="23" y="13"/>
                    <a:pt x="19" y="21"/>
                  </a:cubicBezTo>
                  <a:cubicBezTo>
                    <a:pt x="17" y="25"/>
                    <a:pt x="16" y="33"/>
                    <a:pt x="16" y="37"/>
                  </a:cubicBezTo>
                  <a:cubicBezTo>
                    <a:pt x="15" y="44"/>
                    <a:pt x="14" y="51"/>
                    <a:pt x="12" y="57"/>
                  </a:cubicBezTo>
                  <a:cubicBezTo>
                    <a:pt x="9" y="68"/>
                    <a:pt x="5" y="79"/>
                    <a:pt x="2" y="90"/>
                  </a:cubicBezTo>
                  <a:cubicBezTo>
                    <a:pt x="1" y="94"/>
                    <a:pt x="0" y="99"/>
                    <a:pt x="4" y="97"/>
                  </a:cubicBezTo>
                  <a:cubicBezTo>
                    <a:pt x="10" y="95"/>
                    <a:pt x="14" y="82"/>
                    <a:pt x="16" y="77"/>
                  </a:cubicBezTo>
                  <a:cubicBezTo>
                    <a:pt x="23" y="63"/>
                    <a:pt x="26" y="45"/>
                    <a:pt x="38" y="35"/>
                  </a:cubicBezTo>
                  <a:cubicBezTo>
                    <a:pt x="44" y="30"/>
                    <a:pt x="50" y="27"/>
                    <a:pt x="57" y="26"/>
                  </a:cubicBezTo>
                  <a:cubicBezTo>
                    <a:pt x="65" y="25"/>
                    <a:pt x="73" y="22"/>
                    <a:pt x="81" y="19"/>
                  </a:cubicBezTo>
                  <a:cubicBezTo>
                    <a:pt x="85" y="18"/>
                    <a:pt x="116" y="7"/>
                    <a:pt x="111" y="2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38">
              <a:extLst>
                <a:ext uri="{FF2B5EF4-FFF2-40B4-BE49-F238E27FC236}">
                  <a16:creationId xmlns:a16="http://schemas.microsoft.com/office/drawing/2014/main" id="{8EBB4CBE-DA93-4570-A59B-F23A28DAC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731"/>
              <a:ext cx="318" cy="104"/>
            </a:xfrm>
            <a:custGeom>
              <a:avLst/>
              <a:gdLst>
                <a:gd name="T0" fmla="*/ 0 w 161"/>
                <a:gd name="T1" fmla="*/ 316 h 53"/>
                <a:gd name="T2" fmla="*/ 192 w 161"/>
                <a:gd name="T3" fmla="*/ 235 h 53"/>
                <a:gd name="T4" fmla="*/ 401 w 161"/>
                <a:gd name="T5" fmla="*/ 165 h 53"/>
                <a:gd name="T6" fmla="*/ 687 w 161"/>
                <a:gd name="T7" fmla="*/ 69 h 53"/>
                <a:gd name="T8" fmla="*/ 916 w 161"/>
                <a:gd name="T9" fmla="*/ 31 h 53"/>
                <a:gd name="T10" fmla="*/ 1163 w 161"/>
                <a:gd name="T11" fmla="*/ 143 h 53"/>
                <a:gd name="T12" fmla="*/ 1232 w 161"/>
                <a:gd name="T13" fmla="*/ 220 h 53"/>
                <a:gd name="T14" fmla="*/ 1116 w 161"/>
                <a:gd name="T15" fmla="*/ 235 h 53"/>
                <a:gd name="T16" fmla="*/ 772 w 161"/>
                <a:gd name="T17" fmla="*/ 151 h 53"/>
                <a:gd name="T18" fmla="*/ 109 w 161"/>
                <a:gd name="T19" fmla="*/ 339 h 53"/>
                <a:gd name="T20" fmla="*/ 16 w 161"/>
                <a:gd name="T21" fmla="*/ 347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53">
                  <a:moveTo>
                    <a:pt x="0" y="42"/>
                  </a:moveTo>
                  <a:cubicBezTo>
                    <a:pt x="9" y="39"/>
                    <a:pt x="16" y="34"/>
                    <a:pt x="25" y="31"/>
                  </a:cubicBezTo>
                  <a:cubicBezTo>
                    <a:pt x="34" y="27"/>
                    <a:pt x="43" y="25"/>
                    <a:pt x="52" y="22"/>
                  </a:cubicBezTo>
                  <a:cubicBezTo>
                    <a:pt x="65" y="18"/>
                    <a:pt x="77" y="15"/>
                    <a:pt x="89" y="9"/>
                  </a:cubicBezTo>
                  <a:cubicBezTo>
                    <a:pt x="100" y="4"/>
                    <a:pt x="108" y="0"/>
                    <a:pt x="119" y="4"/>
                  </a:cubicBezTo>
                  <a:cubicBezTo>
                    <a:pt x="130" y="9"/>
                    <a:pt x="142" y="13"/>
                    <a:pt x="151" y="19"/>
                  </a:cubicBezTo>
                  <a:cubicBezTo>
                    <a:pt x="153" y="20"/>
                    <a:pt x="161" y="26"/>
                    <a:pt x="160" y="29"/>
                  </a:cubicBezTo>
                  <a:cubicBezTo>
                    <a:pt x="159" y="34"/>
                    <a:pt x="148" y="31"/>
                    <a:pt x="145" y="31"/>
                  </a:cubicBezTo>
                  <a:cubicBezTo>
                    <a:pt x="129" y="29"/>
                    <a:pt x="116" y="22"/>
                    <a:pt x="100" y="20"/>
                  </a:cubicBezTo>
                  <a:cubicBezTo>
                    <a:pt x="70" y="17"/>
                    <a:pt x="39" y="31"/>
                    <a:pt x="14" y="45"/>
                  </a:cubicBezTo>
                  <a:cubicBezTo>
                    <a:pt x="11" y="46"/>
                    <a:pt x="2" y="53"/>
                    <a:pt x="2" y="46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39">
              <a:extLst>
                <a:ext uri="{FF2B5EF4-FFF2-40B4-BE49-F238E27FC236}">
                  <a16:creationId xmlns:a16="http://schemas.microsoft.com/office/drawing/2014/main" id="{A856F53E-AAB9-493A-8971-04CA4D3F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577"/>
              <a:ext cx="507" cy="126"/>
            </a:xfrm>
            <a:custGeom>
              <a:avLst/>
              <a:gdLst>
                <a:gd name="T0" fmla="*/ 24 w 257"/>
                <a:gd name="T1" fmla="*/ 329 h 64"/>
                <a:gd name="T2" fmla="*/ 245 w 257"/>
                <a:gd name="T3" fmla="*/ 260 h 64"/>
                <a:gd name="T4" fmla="*/ 521 w 257"/>
                <a:gd name="T5" fmla="*/ 175 h 64"/>
                <a:gd name="T6" fmla="*/ 712 w 257"/>
                <a:gd name="T7" fmla="*/ 100 h 64"/>
                <a:gd name="T8" fmla="*/ 868 w 257"/>
                <a:gd name="T9" fmla="*/ 24 h 64"/>
                <a:gd name="T10" fmla="*/ 1113 w 257"/>
                <a:gd name="T11" fmla="*/ 55 h 64"/>
                <a:gd name="T12" fmla="*/ 1460 w 257"/>
                <a:gd name="T13" fmla="*/ 189 h 64"/>
                <a:gd name="T14" fmla="*/ 1848 w 257"/>
                <a:gd name="T15" fmla="*/ 465 h 64"/>
                <a:gd name="T16" fmla="*/ 1712 w 257"/>
                <a:gd name="T17" fmla="*/ 480 h 64"/>
                <a:gd name="T18" fmla="*/ 1521 w 257"/>
                <a:gd name="T19" fmla="*/ 435 h 64"/>
                <a:gd name="T20" fmla="*/ 1215 w 257"/>
                <a:gd name="T21" fmla="*/ 321 h 64"/>
                <a:gd name="T22" fmla="*/ 639 w 257"/>
                <a:gd name="T23" fmla="*/ 244 h 64"/>
                <a:gd name="T24" fmla="*/ 0 w 257"/>
                <a:gd name="T25" fmla="*/ 360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7" h="64">
                  <a:moveTo>
                    <a:pt x="3" y="43"/>
                  </a:moveTo>
                  <a:cubicBezTo>
                    <a:pt x="13" y="41"/>
                    <a:pt x="23" y="37"/>
                    <a:pt x="32" y="34"/>
                  </a:cubicBezTo>
                  <a:cubicBezTo>
                    <a:pt x="45" y="31"/>
                    <a:pt x="56" y="27"/>
                    <a:pt x="68" y="23"/>
                  </a:cubicBezTo>
                  <a:cubicBezTo>
                    <a:pt x="77" y="20"/>
                    <a:pt x="85" y="18"/>
                    <a:pt x="93" y="13"/>
                  </a:cubicBezTo>
                  <a:cubicBezTo>
                    <a:pt x="99" y="10"/>
                    <a:pt x="106" y="6"/>
                    <a:pt x="113" y="3"/>
                  </a:cubicBezTo>
                  <a:cubicBezTo>
                    <a:pt x="124" y="0"/>
                    <a:pt x="136" y="2"/>
                    <a:pt x="145" y="7"/>
                  </a:cubicBezTo>
                  <a:cubicBezTo>
                    <a:pt x="160" y="13"/>
                    <a:pt x="175" y="18"/>
                    <a:pt x="190" y="25"/>
                  </a:cubicBezTo>
                  <a:cubicBezTo>
                    <a:pt x="197" y="28"/>
                    <a:pt x="257" y="47"/>
                    <a:pt x="241" y="61"/>
                  </a:cubicBezTo>
                  <a:cubicBezTo>
                    <a:pt x="238" y="64"/>
                    <a:pt x="227" y="63"/>
                    <a:pt x="223" y="63"/>
                  </a:cubicBezTo>
                  <a:cubicBezTo>
                    <a:pt x="215" y="62"/>
                    <a:pt x="206" y="59"/>
                    <a:pt x="198" y="57"/>
                  </a:cubicBezTo>
                  <a:cubicBezTo>
                    <a:pt x="184" y="53"/>
                    <a:pt x="171" y="49"/>
                    <a:pt x="158" y="42"/>
                  </a:cubicBezTo>
                  <a:cubicBezTo>
                    <a:pt x="134" y="30"/>
                    <a:pt x="110" y="26"/>
                    <a:pt x="83" y="32"/>
                  </a:cubicBezTo>
                  <a:cubicBezTo>
                    <a:pt x="76" y="34"/>
                    <a:pt x="0" y="63"/>
                    <a:pt x="0" y="47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40">
              <a:extLst>
                <a:ext uri="{FF2B5EF4-FFF2-40B4-BE49-F238E27FC236}">
                  <a16:creationId xmlns:a16="http://schemas.microsoft.com/office/drawing/2014/main" id="{9D44F6CC-06F5-417D-9A43-595E2A070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344"/>
              <a:ext cx="322" cy="79"/>
            </a:xfrm>
            <a:custGeom>
              <a:avLst/>
              <a:gdLst>
                <a:gd name="T0" fmla="*/ 253 w 163"/>
                <a:gd name="T1" fmla="*/ 300 h 40"/>
                <a:gd name="T2" fmla="*/ 79 w 163"/>
                <a:gd name="T3" fmla="*/ 156 h 40"/>
                <a:gd name="T4" fmla="*/ 117 w 163"/>
                <a:gd name="T5" fmla="*/ 47 h 40"/>
                <a:gd name="T6" fmla="*/ 531 w 163"/>
                <a:gd name="T7" fmla="*/ 101 h 40"/>
                <a:gd name="T8" fmla="*/ 980 w 163"/>
                <a:gd name="T9" fmla="*/ 160 h 40"/>
                <a:gd name="T10" fmla="*/ 1248 w 163"/>
                <a:gd name="T11" fmla="*/ 215 h 40"/>
                <a:gd name="T12" fmla="*/ 1081 w 163"/>
                <a:gd name="T13" fmla="*/ 269 h 40"/>
                <a:gd name="T14" fmla="*/ 484 w 163"/>
                <a:gd name="T15" fmla="*/ 223 h 40"/>
                <a:gd name="T16" fmla="*/ 277 w 163"/>
                <a:gd name="T17" fmla="*/ 207 h 40"/>
                <a:gd name="T18" fmla="*/ 292 w 163"/>
                <a:gd name="T19" fmla="*/ 308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3" h="40">
                  <a:moveTo>
                    <a:pt x="33" y="39"/>
                  </a:moveTo>
                  <a:cubicBezTo>
                    <a:pt x="32" y="36"/>
                    <a:pt x="14" y="25"/>
                    <a:pt x="10" y="20"/>
                  </a:cubicBezTo>
                  <a:cubicBezTo>
                    <a:pt x="2" y="13"/>
                    <a:pt x="0" y="0"/>
                    <a:pt x="15" y="6"/>
                  </a:cubicBezTo>
                  <a:cubicBezTo>
                    <a:pt x="32" y="12"/>
                    <a:pt x="51" y="11"/>
                    <a:pt x="69" y="13"/>
                  </a:cubicBezTo>
                  <a:cubicBezTo>
                    <a:pt x="89" y="15"/>
                    <a:pt x="108" y="18"/>
                    <a:pt x="127" y="21"/>
                  </a:cubicBezTo>
                  <a:cubicBezTo>
                    <a:pt x="133" y="21"/>
                    <a:pt x="160" y="20"/>
                    <a:pt x="162" y="28"/>
                  </a:cubicBezTo>
                  <a:cubicBezTo>
                    <a:pt x="163" y="34"/>
                    <a:pt x="145" y="35"/>
                    <a:pt x="140" y="35"/>
                  </a:cubicBezTo>
                  <a:cubicBezTo>
                    <a:pt x="114" y="35"/>
                    <a:pt x="88" y="35"/>
                    <a:pt x="63" y="29"/>
                  </a:cubicBezTo>
                  <a:cubicBezTo>
                    <a:pt x="56" y="28"/>
                    <a:pt x="43" y="24"/>
                    <a:pt x="36" y="27"/>
                  </a:cubicBezTo>
                  <a:cubicBezTo>
                    <a:pt x="28" y="30"/>
                    <a:pt x="36" y="35"/>
                    <a:pt x="38" y="40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41">
              <a:extLst>
                <a:ext uri="{FF2B5EF4-FFF2-40B4-BE49-F238E27FC236}">
                  <a16:creationId xmlns:a16="http://schemas.microsoft.com/office/drawing/2014/main" id="{B47F12B2-372B-4E11-88C1-18D210AC5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387"/>
              <a:ext cx="375" cy="135"/>
            </a:xfrm>
            <a:custGeom>
              <a:avLst/>
              <a:gdLst>
                <a:gd name="T0" fmla="*/ 1461 w 190"/>
                <a:gd name="T1" fmla="*/ 8 h 68"/>
                <a:gd name="T2" fmla="*/ 1301 w 190"/>
                <a:gd name="T3" fmla="*/ 32 h 68"/>
                <a:gd name="T4" fmla="*/ 1052 w 190"/>
                <a:gd name="T5" fmla="*/ 165 h 68"/>
                <a:gd name="T6" fmla="*/ 608 w 190"/>
                <a:gd name="T7" fmla="*/ 320 h 68"/>
                <a:gd name="T8" fmla="*/ 191 w 190"/>
                <a:gd name="T9" fmla="*/ 437 h 68"/>
                <a:gd name="T10" fmla="*/ 32 w 190"/>
                <a:gd name="T11" fmla="*/ 516 h 68"/>
                <a:gd name="T12" fmla="*/ 140 w 190"/>
                <a:gd name="T13" fmla="*/ 524 h 68"/>
                <a:gd name="T14" fmla="*/ 253 w 190"/>
                <a:gd name="T15" fmla="*/ 500 h 68"/>
                <a:gd name="T16" fmla="*/ 744 w 190"/>
                <a:gd name="T17" fmla="*/ 343 h 68"/>
                <a:gd name="T18" fmla="*/ 1107 w 190"/>
                <a:gd name="T19" fmla="*/ 228 h 68"/>
                <a:gd name="T20" fmla="*/ 1336 w 190"/>
                <a:gd name="T21" fmla="*/ 103 h 68"/>
                <a:gd name="T22" fmla="*/ 1216 w 190"/>
                <a:gd name="T23" fmla="*/ 351 h 68"/>
                <a:gd name="T24" fmla="*/ 1360 w 190"/>
                <a:gd name="T25" fmla="*/ 173 h 68"/>
                <a:gd name="T26" fmla="*/ 1461 w 190"/>
                <a:gd name="T27" fmla="*/ 24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0" h="68">
                  <a:moveTo>
                    <a:pt x="190" y="1"/>
                  </a:moveTo>
                  <a:cubicBezTo>
                    <a:pt x="182" y="1"/>
                    <a:pt x="177" y="0"/>
                    <a:pt x="169" y="4"/>
                  </a:cubicBezTo>
                  <a:cubicBezTo>
                    <a:pt x="159" y="9"/>
                    <a:pt x="147" y="14"/>
                    <a:pt x="137" y="21"/>
                  </a:cubicBezTo>
                  <a:cubicBezTo>
                    <a:pt x="119" y="31"/>
                    <a:pt x="99" y="35"/>
                    <a:pt x="79" y="41"/>
                  </a:cubicBezTo>
                  <a:cubicBezTo>
                    <a:pt x="61" y="46"/>
                    <a:pt x="43" y="52"/>
                    <a:pt x="25" y="56"/>
                  </a:cubicBezTo>
                  <a:cubicBezTo>
                    <a:pt x="21" y="57"/>
                    <a:pt x="0" y="60"/>
                    <a:pt x="4" y="66"/>
                  </a:cubicBezTo>
                  <a:cubicBezTo>
                    <a:pt x="6" y="68"/>
                    <a:pt x="16" y="67"/>
                    <a:pt x="18" y="67"/>
                  </a:cubicBezTo>
                  <a:cubicBezTo>
                    <a:pt x="23" y="67"/>
                    <a:pt x="29" y="66"/>
                    <a:pt x="33" y="64"/>
                  </a:cubicBezTo>
                  <a:cubicBezTo>
                    <a:pt x="54" y="57"/>
                    <a:pt x="75" y="50"/>
                    <a:pt x="97" y="44"/>
                  </a:cubicBezTo>
                  <a:cubicBezTo>
                    <a:pt x="112" y="41"/>
                    <a:pt x="129" y="36"/>
                    <a:pt x="144" y="29"/>
                  </a:cubicBezTo>
                  <a:cubicBezTo>
                    <a:pt x="147" y="28"/>
                    <a:pt x="172" y="11"/>
                    <a:pt x="174" y="13"/>
                  </a:cubicBezTo>
                  <a:cubicBezTo>
                    <a:pt x="177" y="15"/>
                    <a:pt x="157" y="39"/>
                    <a:pt x="158" y="45"/>
                  </a:cubicBezTo>
                  <a:cubicBezTo>
                    <a:pt x="165" y="43"/>
                    <a:pt x="173" y="28"/>
                    <a:pt x="177" y="22"/>
                  </a:cubicBezTo>
                  <a:cubicBezTo>
                    <a:pt x="181" y="16"/>
                    <a:pt x="184" y="6"/>
                    <a:pt x="190" y="3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42">
              <a:extLst>
                <a:ext uri="{FF2B5EF4-FFF2-40B4-BE49-F238E27FC236}">
                  <a16:creationId xmlns:a16="http://schemas.microsoft.com/office/drawing/2014/main" id="{724B7CC4-5629-411A-8D64-AC67795FF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766"/>
              <a:ext cx="284" cy="314"/>
            </a:xfrm>
            <a:custGeom>
              <a:avLst/>
              <a:gdLst>
                <a:gd name="T0" fmla="*/ 1057 w 144"/>
                <a:gd name="T1" fmla="*/ 39 h 159"/>
                <a:gd name="T2" fmla="*/ 744 w 144"/>
                <a:gd name="T3" fmla="*/ 253 h 159"/>
                <a:gd name="T4" fmla="*/ 631 w 144"/>
                <a:gd name="T5" fmla="*/ 401 h 159"/>
                <a:gd name="T6" fmla="*/ 491 w 144"/>
                <a:gd name="T7" fmla="*/ 569 h 159"/>
                <a:gd name="T8" fmla="*/ 207 w 144"/>
                <a:gd name="T9" fmla="*/ 924 h 159"/>
                <a:gd name="T10" fmla="*/ 116 w 144"/>
                <a:gd name="T11" fmla="*/ 1049 h 159"/>
                <a:gd name="T12" fmla="*/ 8 w 144"/>
                <a:gd name="T13" fmla="*/ 1185 h 159"/>
                <a:gd name="T14" fmla="*/ 39 w 144"/>
                <a:gd name="T15" fmla="*/ 1217 h 159"/>
                <a:gd name="T16" fmla="*/ 152 w 144"/>
                <a:gd name="T17" fmla="*/ 1092 h 159"/>
                <a:gd name="T18" fmla="*/ 292 w 144"/>
                <a:gd name="T19" fmla="*/ 940 h 159"/>
                <a:gd name="T20" fmla="*/ 592 w 144"/>
                <a:gd name="T21" fmla="*/ 592 h 159"/>
                <a:gd name="T22" fmla="*/ 860 w 144"/>
                <a:gd name="T23" fmla="*/ 332 h 159"/>
                <a:gd name="T24" fmla="*/ 1012 w 144"/>
                <a:gd name="T25" fmla="*/ 269 h 159"/>
                <a:gd name="T26" fmla="*/ 1028 w 144"/>
                <a:gd name="T27" fmla="*/ 695 h 159"/>
                <a:gd name="T28" fmla="*/ 1104 w 144"/>
                <a:gd name="T29" fmla="*/ 316 h 159"/>
                <a:gd name="T30" fmla="*/ 1051 w 144"/>
                <a:gd name="T31" fmla="*/ 47 h 1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4" h="159">
                  <a:moveTo>
                    <a:pt x="138" y="5"/>
                  </a:moveTo>
                  <a:cubicBezTo>
                    <a:pt x="128" y="0"/>
                    <a:pt x="103" y="27"/>
                    <a:pt x="97" y="33"/>
                  </a:cubicBezTo>
                  <a:cubicBezTo>
                    <a:pt x="91" y="38"/>
                    <a:pt x="87" y="46"/>
                    <a:pt x="82" y="52"/>
                  </a:cubicBezTo>
                  <a:cubicBezTo>
                    <a:pt x="76" y="59"/>
                    <a:pt x="70" y="67"/>
                    <a:pt x="64" y="74"/>
                  </a:cubicBezTo>
                  <a:cubicBezTo>
                    <a:pt x="52" y="90"/>
                    <a:pt x="39" y="105"/>
                    <a:pt x="27" y="120"/>
                  </a:cubicBezTo>
                  <a:cubicBezTo>
                    <a:pt x="23" y="125"/>
                    <a:pt x="19" y="131"/>
                    <a:pt x="15" y="136"/>
                  </a:cubicBezTo>
                  <a:cubicBezTo>
                    <a:pt x="11" y="140"/>
                    <a:pt x="3" y="148"/>
                    <a:pt x="1" y="154"/>
                  </a:cubicBezTo>
                  <a:cubicBezTo>
                    <a:pt x="0" y="158"/>
                    <a:pt x="0" y="159"/>
                    <a:pt x="5" y="158"/>
                  </a:cubicBezTo>
                  <a:cubicBezTo>
                    <a:pt x="10" y="157"/>
                    <a:pt x="16" y="146"/>
                    <a:pt x="20" y="142"/>
                  </a:cubicBezTo>
                  <a:cubicBezTo>
                    <a:pt x="25" y="135"/>
                    <a:pt x="32" y="128"/>
                    <a:pt x="38" y="122"/>
                  </a:cubicBezTo>
                  <a:cubicBezTo>
                    <a:pt x="52" y="108"/>
                    <a:pt x="64" y="92"/>
                    <a:pt x="77" y="77"/>
                  </a:cubicBezTo>
                  <a:cubicBezTo>
                    <a:pt x="88" y="65"/>
                    <a:pt x="101" y="54"/>
                    <a:pt x="112" y="43"/>
                  </a:cubicBezTo>
                  <a:cubicBezTo>
                    <a:pt x="117" y="37"/>
                    <a:pt x="127" y="26"/>
                    <a:pt x="132" y="35"/>
                  </a:cubicBezTo>
                  <a:cubicBezTo>
                    <a:pt x="142" y="53"/>
                    <a:pt x="125" y="73"/>
                    <a:pt x="134" y="90"/>
                  </a:cubicBezTo>
                  <a:cubicBezTo>
                    <a:pt x="143" y="81"/>
                    <a:pt x="144" y="53"/>
                    <a:pt x="144" y="41"/>
                  </a:cubicBezTo>
                  <a:cubicBezTo>
                    <a:pt x="144" y="29"/>
                    <a:pt x="141" y="18"/>
                    <a:pt x="137" y="6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43">
              <a:extLst>
                <a:ext uri="{FF2B5EF4-FFF2-40B4-BE49-F238E27FC236}">
                  <a16:creationId xmlns:a16="http://schemas.microsoft.com/office/drawing/2014/main" id="{928690FD-FDE9-458D-B276-AFD097070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468"/>
              <a:ext cx="197" cy="177"/>
            </a:xfrm>
            <a:custGeom>
              <a:avLst/>
              <a:gdLst>
                <a:gd name="T0" fmla="*/ 47 w 100"/>
                <a:gd name="T1" fmla="*/ 100 h 90"/>
                <a:gd name="T2" fmla="*/ 191 w 100"/>
                <a:gd name="T3" fmla="*/ 85 h 90"/>
                <a:gd name="T4" fmla="*/ 307 w 100"/>
                <a:gd name="T5" fmla="*/ 31 h 90"/>
                <a:gd name="T6" fmla="*/ 489 w 100"/>
                <a:gd name="T7" fmla="*/ 181 h 90"/>
                <a:gd name="T8" fmla="*/ 656 w 100"/>
                <a:gd name="T9" fmla="*/ 441 h 90"/>
                <a:gd name="T10" fmla="*/ 756 w 100"/>
                <a:gd name="T11" fmla="*/ 677 h 90"/>
                <a:gd name="T12" fmla="*/ 504 w 100"/>
                <a:gd name="T13" fmla="*/ 441 h 90"/>
                <a:gd name="T14" fmla="*/ 361 w 100"/>
                <a:gd name="T15" fmla="*/ 205 h 90"/>
                <a:gd name="T16" fmla="*/ 144 w 100"/>
                <a:gd name="T17" fmla="*/ 205 h 90"/>
                <a:gd name="T18" fmla="*/ 32 w 100"/>
                <a:gd name="T19" fmla="*/ 12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90">
                  <a:moveTo>
                    <a:pt x="6" y="13"/>
                  </a:moveTo>
                  <a:cubicBezTo>
                    <a:pt x="12" y="12"/>
                    <a:pt x="18" y="13"/>
                    <a:pt x="25" y="11"/>
                  </a:cubicBezTo>
                  <a:cubicBezTo>
                    <a:pt x="31" y="9"/>
                    <a:pt x="35" y="5"/>
                    <a:pt x="40" y="4"/>
                  </a:cubicBezTo>
                  <a:cubicBezTo>
                    <a:pt x="52" y="0"/>
                    <a:pt x="59" y="16"/>
                    <a:pt x="64" y="24"/>
                  </a:cubicBezTo>
                  <a:cubicBezTo>
                    <a:pt x="72" y="35"/>
                    <a:pt x="79" y="46"/>
                    <a:pt x="86" y="58"/>
                  </a:cubicBezTo>
                  <a:cubicBezTo>
                    <a:pt x="90" y="66"/>
                    <a:pt x="100" y="79"/>
                    <a:pt x="99" y="89"/>
                  </a:cubicBezTo>
                  <a:cubicBezTo>
                    <a:pt x="88" y="90"/>
                    <a:pt x="72" y="65"/>
                    <a:pt x="66" y="58"/>
                  </a:cubicBezTo>
                  <a:cubicBezTo>
                    <a:pt x="59" y="48"/>
                    <a:pt x="55" y="35"/>
                    <a:pt x="47" y="27"/>
                  </a:cubicBezTo>
                  <a:cubicBezTo>
                    <a:pt x="38" y="18"/>
                    <a:pt x="30" y="25"/>
                    <a:pt x="19" y="27"/>
                  </a:cubicBezTo>
                  <a:cubicBezTo>
                    <a:pt x="11" y="28"/>
                    <a:pt x="0" y="25"/>
                    <a:pt x="4" y="16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44">
              <a:extLst>
                <a:ext uri="{FF2B5EF4-FFF2-40B4-BE49-F238E27FC236}">
                  <a16:creationId xmlns:a16="http://schemas.microsoft.com/office/drawing/2014/main" id="{86696D48-D522-413A-BAA0-1FC05310C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318"/>
              <a:ext cx="203" cy="144"/>
            </a:xfrm>
            <a:custGeom>
              <a:avLst/>
              <a:gdLst>
                <a:gd name="T0" fmla="*/ 0 w 103"/>
                <a:gd name="T1" fmla="*/ 428 h 73"/>
                <a:gd name="T2" fmla="*/ 93 w 103"/>
                <a:gd name="T3" fmla="*/ 229 h 73"/>
                <a:gd name="T4" fmla="*/ 132 w 103"/>
                <a:gd name="T5" fmla="*/ 77 h 73"/>
                <a:gd name="T6" fmla="*/ 244 w 103"/>
                <a:gd name="T7" fmla="*/ 16 h 73"/>
                <a:gd name="T8" fmla="*/ 481 w 103"/>
                <a:gd name="T9" fmla="*/ 116 h 73"/>
                <a:gd name="T10" fmla="*/ 613 w 103"/>
                <a:gd name="T11" fmla="*/ 300 h 73"/>
                <a:gd name="T12" fmla="*/ 412 w 103"/>
                <a:gd name="T13" fmla="*/ 213 h 73"/>
                <a:gd name="T14" fmla="*/ 252 w 103"/>
                <a:gd name="T15" fmla="*/ 152 h 73"/>
                <a:gd name="T16" fmla="*/ 160 w 103"/>
                <a:gd name="T17" fmla="*/ 355 h 73"/>
                <a:gd name="T18" fmla="*/ 24 w 103"/>
                <a:gd name="T19" fmla="*/ 444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73">
                  <a:moveTo>
                    <a:pt x="0" y="56"/>
                  </a:moveTo>
                  <a:cubicBezTo>
                    <a:pt x="0" y="46"/>
                    <a:pt x="8" y="38"/>
                    <a:pt x="12" y="30"/>
                  </a:cubicBezTo>
                  <a:cubicBezTo>
                    <a:pt x="16" y="24"/>
                    <a:pt x="16" y="17"/>
                    <a:pt x="17" y="10"/>
                  </a:cubicBezTo>
                  <a:cubicBezTo>
                    <a:pt x="18" y="0"/>
                    <a:pt x="23" y="0"/>
                    <a:pt x="32" y="2"/>
                  </a:cubicBezTo>
                  <a:cubicBezTo>
                    <a:pt x="43" y="5"/>
                    <a:pt x="53" y="9"/>
                    <a:pt x="63" y="15"/>
                  </a:cubicBezTo>
                  <a:cubicBezTo>
                    <a:pt x="68" y="18"/>
                    <a:pt x="103" y="43"/>
                    <a:pt x="80" y="39"/>
                  </a:cubicBezTo>
                  <a:cubicBezTo>
                    <a:pt x="71" y="38"/>
                    <a:pt x="62" y="32"/>
                    <a:pt x="54" y="28"/>
                  </a:cubicBezTo>
                  <a:cubicBezTo>
                    <a:pt x="49" y="26"/>
                    <a:pt x="39" y="19"/>
                    <a:pt x="33" y="20"/>
                  </a:cubicBezTo>
                  <a:cubicBezTo>
                    <a:pt x="27" y="22"/>
                    <a:pt x="24" y="39"/>
                    <a:pt x="21" y="46"/>
                  </a:cubicBezTo>
                  <a:cubicBezTo>
                    <a:pt x="19" y="49"/>
                    <a:pt x="6" y="73"/>
                    <a:pt x="3" y="58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45">
              <a:extLst>
                <a:ext uri="{FF2B5EF4-FFF2-40B4-BE49-F238E27FC236}">
                  <a16:creationId xmlns:a16="http://schemas.microsoft.com/office/drawing/2014/main" id="{05967FD0-025A-4E8D-89A4-EFCF100F1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703"/>
              <a:ext cx="219" cy="300"/>
            </a:xfrm>
            <a:custGeom>
              <a:avLst/>
              <a:gdLst>
                <a:gd name="T0" fmla="*/ 93 w 111"/>
                <a:gd name="T1" fmla="*/ 0 h 152"/>
                <a:gd name="T2" fmla="*/ 0 w 111"/>
                <a:gd name="T3" fmla="*/ 47 h 152"/>
                <a:gd name="T4" fmla="*/ 93 w 111"/>
                <a:gd name="T5" fmla="*/ 152 h 152"/>
                <a:gd name="T6" fmla="*/ 393 w 111"/>
                <a:gd name="T7" fmla="*/ 484 h 152"/>
                <a:gd name="T8" fmla="*/ 647 w 111"/>
                <a:gd name="T9" fmla="*/ 829 h 152"/>
                <a:gd name="T10" fmla="*/ 852 w 111"/>
                <a:gd name="T11" fmla="*/ 1168 h 152"/>
                <a:gd name="T12" fmla="*/ 767 w 111"/>
                <a:gd name="T13" fmla="*/ 963 h 152"/>
                <a:gd name="T14" fmla="*/ 677 w 111"/>
                <a:gd name="T15" fmla="*/ 744 h 152"/>
                <a:gd name="T16" fmla="*/ 483 w 111"/>
                <a:gd name="T17" fmla="*/ 432 h 152"/>
                <a:gd name="T18" fmla="*/ 85 w 111"/>
                <a:gd name="T19" fmla="*/ 8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1" h="152">
                  <a:moveTo>
                    <a:pt x="12" y="0"/>
                  </a:moveTo>
                  <a:cubicBezTo>
                    <a:pt x="7" y="2"/>
                    <a:pt x="1" y="0"/>
                    <a:pt x="0" y="6"/>
                  </a:cubicBezTo>
                  <a:cubicBezTo>
                    <a:pt x="0" y="11"/>
                    <a:pt x="9" y="17"/>
                    <a:pt x="12" y="20"/>
                  </a:cubicBezTo>
                  <a:cubicBezTo>
                    <a:pt x="26" y="34"/>
                    <a:pt x="38" y="49"/>
                    <a:pt x="51" y="63"/>
                  </a:cubicBezTo>
                  <a:cubicBezTo>
                    <a:pt x="63" y="77"/>
                    <a:pt x="75" y="91"/>
                    <a:pt x="84" y="108"/>
                  </a:cubicBezTo>
                  <a:cubicBezTo>
                    <a:pt x="92" y="121"/>
                    <a:pt x="98" y="141"/>
                    <a:pt x="111" y="152"/>
                  </a:cubicBezTo>
                  <a:cubicBezTo>
                    <a:pt x="111" y="142"/>
                    <a:pt x="104" y="133"/>
                    <a:pt x="100" y="125"/>
                  </a:cubicBezTo>
                  <a:cubicBezTo>
                    <a:pt x="96" y="115"/>
                    <a:pt x="93" y="106"/>
                    <a:pt x="88" y="97"/>
                  </a:cubicBezTo>
                  <a:cubicBezTo>
                    <a:pt x="80" y="83"/>
                    <a:pt x="71" y="69"/>
                    <a:pt x="63" y="56"/>
                  </a:cubicBezTo>
                  <a:cubicBezTo>
                    <a:pt x="52" y="39"/>
                    <a:pt x="33" y="2"/>
                    <a:pt x="11" y="1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46">
              <a:extLst>
                <a:ext uri="{FF2B5EF4-FFF2-40B4-BE49-F238E27FC236}">
                  <a16:creationId xmlns:a16="http://schemas.microsoft.com/office/drawing/2014/main" id="{54904782-6AE7-4420-9252-7BA32B3AD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565"/>
              <a:ext cx="161" cy="105"/>
            </a:xfrm>
            <a:custGeom>
              <a:avLst/>
              <a:gdLst>
                <a:gd name="T0" fmla="*/ 84 w 82"/>
                <a:gd name="T1" fmla="*/ 79 h 53"/>
                <a:gd name="T2" fmla="*/ 0 w 82"/>
                <a:gd name="T3" fmla="*/ 157 h 53"/>
                <a:gd name="T4" fmla="*/ 159 w 82"/>
                <a:gd name="T5" fmla="*/ 204 h 53"/>
                <a:gd name="T6" fmla="*/ 516 w 82"/>
                <a:gd name="T7" fmla="*/ 333 h 53"/>
                <a:gd name="T8" fmla="*/ 597 w 82"/>
                <a:gd name="T9" fmla="*/ 333 h 53"/>
                <a:gd name="T10" fmla="*/ 440 w 82"/>
                <a:gd name="T11" fmla="*/ 232 h 53"/>
                <a:gd name="T12" fmla="*/ 289 w 82"/>
                <a:gd name="T13" fmla="*/ 0 h 53"/>
                <a:gd name="T14" fmla="*/ 173 w 82"/>
                <a:gd name="T15" fmla="*/ 6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53">
                  <a:moveTo>
                    <a:pt x="11" y="10"/>
                  </a:moveTo>
                  <a:cubicBezTo>
                    <a:pt x="9" y="13"/>
                    <a:pt x="0" y="16"/>
                    <a:pt x="0" y="20"/>
                  </a:cubicBezTo>
                  <a:cubicBezTo>
                    <a:pt x="0" y="26"/>
                    <a:pt x="15" y="25"/>
                    <a:pt x="21" y="26"/>
                  </a:cubicBezTo>
                  <a:cubicBezTo>
                    <a:pt x="37" y="30"/>
                    <a:pt x="53" y="35"/>
                    <a:pt x="68" y="43"/>
                  </a:cubicBezTo>
                  <a:cubicBezTo>
                    <a:pt x="72" y="45"/>
                    <a:pt x="82" y="53"/>
                    <a:pt x="79" y="43"/>
                  </a:cubicBezTo>
                  <a:cubicBezTo>
                    <a:pt x="77" y="35"/>
                    <a:pt x="64" y="33"/>
                    <a:pt x="58" y="30"/>
                  </a:cubicBezTo>
                  <a:cubicBezTo>
                    <a:pt x="47" y="24"/>
                    <a:pt x="27" y="14"/>
                    <a:pt x="38" y="0"/>
                  </a:cubicBezTo>
                  <a:cubicBezTo>
                    <a:pt x="32" y="1"/>
                    <a:pt x="28" y="6"/>
                    <a:pt x="23" y="8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47">
              <a:extLst>
                <a:ext uri="{FF2B5EF4-FFF2-40B4-BE49-F238E27FC236}">
                  <a16:creationId xmlns:a16="http://schemas.microsoft.com/office/drawing/2014/main" id="{0914F76D-A964-439E-B21B-46593E5BB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857"/>
              <a:ext cx="146" cy="249"/>
            </a:xfrm>
            <a:custGeom>
              <a:avLst/>
              <a:gdLst>
                <a:gd name="T0" fmla="*/ 85 w 74"/>
                <a:gd name="T1" fmla="*/ 47 h 126"/>
                <a:gd name="T2" fmla="*/ 55 w 74"/>
                <a:gd name="T3" fmla="*/ 500 h 126"/>
                <a:gd name="T4" fmla="*/ 63 w 74"/>
                <a:gd name="T5" fmla="*/ 765 h 126"/>
                <a:gd name="T6" fmla="*/ 47 w 74"/>
                <a:gd name="T7" fmla="*/ 933 h 126"/>
                <a:gd name="T8" fmla="*/ 292 w 74"/>
                <a:gd name="T9" fmla="*/ 895 h 126"/>
                <a:gd name="T10" fmla="*/ 499 w 74"/>
                <a:gd name="T11" fmla="*/ 848 h 126"/>
                <a:gd name="T12" fmla="*/ 483 w 74"/>
                <a:gd name="T13" fmla="*/ 640 h 126"/>
                <a:gd name="T14" fmla="*/ 339 w 74"/>
                <a:gd name="T15" fmla="*/ 379 h 126"/>
                <a:gd name="T16" fmla="*/ 93 w 74"/>
                <a:gd name="T17" fmla="*/ 0 h 126"/>
                <a:gd name="T18" fmla="*/ 71 w 74"/>
                <a:gd name="T19" fmla="*/ 47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126">
                  <a:moveTo>
                    <a:pt x="11" y="6"/>
                  </a:moveTo>
                  <a:cubicBezTo>
                    <a:pt x="3" y="25"/>
                    <a:pt x="5" y="45"/>
                    <a:pt x="7" y="65"/>
                  </a:cubicBezTo>
                  <a:cubicBezTo>
                    <a:pt x="8" y="77"/>
                    <a:pt x="10" y="87"/>
                    <a:pt x="8" y="99"/>
                  </a:cubicBezTo>
                  <a:cubicBezTo>
                    <a:pt x="7" y="105"/>
                    <a:pt x="0" y="117"/>
                    <a:pt x="6" y="121"/>
                  </a:cubicBezTo>
                  <a:cubicBezTo>
                    <a:pt x="12" y="126"/>
                    <a:pt x="31" y="117"/>
                    <a:pt x="38" y="116"/>
                  </a:cubicBezTo>
                  <a:cubicBezTo>
                    <a:pt x="46" y="115"/>
                    <a:pt x="58" y="117"/>
                    <a:pt x="65" y="110"/>
                  </a:cubicBezTo>
                  <a:cubicBezTo>
                    <a:pt x="74" y="101"/>
                    <a:pt x="68" y="91"/>
                    <a:pt x="63" y="83"/>
                  </a:cubicBezTo>
                  <a:cubicBezTo>
                    <a:pt x="55" y="72"/>
                    <a:pt x="50" y="60"/>
                    <a:pt x="44" y="49"/>
                  </a:cubicBezTo>
                  <a:cubicBezTo>
                    <a:pt x="36" y="34"/>
                    <a:pt x="26" y="10"/>
                    <a:pt x="12" y="0"/>
                  </a:cubicBezTo>
                  <a:cubicBezTo>
                    <a:pt x="10" y="2"/>
                    <a:pt x="9" y="4"/>
                    <a:pt x="9" y="6"/>
                  </a:cubicBezTo>
                </a:path>
              </a:pathLst>
            </a:custGeom>
            <a:solidFill>
              <a:srgbClr val="D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48">
              <a:extLst>
                <a:ext uri="{FF2B5EF4-FFF2-40B4-BE49-F238E27FC236}">
                  <a16:creationId xmlns:a16="http://schemas.microsoft.com/office/drawing/2014/main" id="{0A52298A-6CCD-46B6-B95A-1B3A1FA80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786"/>
              <a:ext cx="229" cy="243"/>
            </a:xfrm>
            <a:custGeom>
              <a:avLst/>
              <a:gdLst>
                <a:gd name="T0" fmla="*/ 0 w 116"/>
                <a:gd name="T1" fmla="*/ 156 h 123"/>
                <a:gd name="T2" fmla="*/ 693 w 116"/>
                <a:gd name="T3" fmla="*/ 808 h 123"/>
                <a:gd name="T4" fmla="*/ 768 w 116"/>
                <a:gd name="T5" fmla="*/ 824 h 123"/>
                <a:gd name="T6" fmla="*/ 744 w 116"/>
                <a:gd name="T7" fmla="*/ 547 h 123"/>
                <a:gd name="T8" fmla="*/ 800 w 116"/>
                <a:gd name="T9" fmla="*/ 284 h 123"/>
                <a:gd name="T10" fmla="*/ 845 w 116"/>
                <a:gd name="T11" fmla="*/ 132 h 123"/>
                <a:gd name="T12" fmla="*/ 409 w 116"/>
                <a:gd name="T13" fmla="*/ 32 h 123"/>
                <a:gd name="T14" fmla="*/ 8 w 116"/>
                <a:gd name="T15" fmla="*/ 160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23">
                  <a:moveTo>
                    <a:pt x="0" y="20"/>
                  </a:moveTo>
                  <a:cubicBezTo>
                    <a:pt x="32" y="45"/>
                    <a:pt x="70" y="68"/>
                    <a:pt x="90" y="105"/>
                  </a:cubicBezTo>
                  <a:cubicBezTo>
                    <a:pt x="94" y="111"/>
                    <a:pt x="101" y="123"/>
                    <a:pt x="100" y="107"/>
                  </a:cubicBezTo>
                  <a:cubicBezTo>
                    <a:pt x="100" y="95"/>
                    <a:pt x="96" y="83"/>
                    <a:pt x="97" y="71"/>
                  </a:cubicBezTo>
                  <a:cubicBezTo>
                    <a:pt x="98" y="60"/>
                    <a:pt x="100" y="47"/>
                    <a:pt x="104" y="37"/>
                  </a:cubicBezTo>
                  <a:cubicBezTo>
                    <a:pt x="108" y="29"/>
                    <a:pt x="116" y="26"/>
                    <a:pt x="110" y="17"/>
                  </a:cubicBezTo>
                  <a:cubicBezTo>
                    <a:pt x="98" y="0"/>
                    <a:pt x="71" y="2"/>
                    <a:pt x="53" y="4"/>
                  </a:cubicBezTo>
                  <a:cubicBezTo>
                    <a:pt x="35" y="7"/>
                    <a:pt x="18" y="15"/>
                    <a:pt x="1" y="21"/>
                  </a:cubicBezTo>
                </a:path>
              </a:pathLst>
            </a:custGeom>
            <a:solidFill>
              <a:srgbClr val="D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49">
              <a:extLst>
                <a:ext uri="{FF2B5EF4-FFF2-40B4-BE49-F238E27FC236}">
                  <a16:creationId xmlns:a16="http://schemas.microsoft.com/office/drawing/2014/main" id="{336036F1-7042-4164-982C-C09D98D2B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737"/>
              <a:ext cx="231" cy="71"/>
            </a:xfrm>
            <a:custGeom>
              <a:avLst/>
              <a:gdLst>
                <a:gd name="T0" fmla="*/ 0 w 117"/>
                <a:gd name="T1" fmla="*/ 160 h 36"/>
                <a:gd name="T2" fmla="*/ 199 w 117"/>
                <a:gd name="T3" fmla="*/ 252 h 36"/>
                <a:gd name="T4" fmla="*/ 424 w 117"/>
                <a:gd name="T5" fmla="*/ 144 h 36"/>
                <a:gd name="T6" fmla="*/ 900 w 117"/>
                <a:gd name="T7" fmla="*/ 140 h 36"/>
                <a:gd name="T8" fmla="*/ 448 w 117"/>
                <a:gd name="T9" fmla="*/ 0 h 36"/>
                <a:gd name="T10" fmla="*/ 16 w 117"/>
                <a:gd name="T11" fmla="*/ 16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36">
                  <a:moveTo>
                    <a:pt x="0" y="21"/>
                  </a:moveTo>
                  <a:cubicBezTo>
                    <a:pt x="9" y="28"/>
                    <a:pt x="16" y="36"/>
                    <a:pt x="26" y="33"/>
                  </a:cubicBezTo>
                  <a:cubicBezTo>
                    <a:pt x="36" y="29"/>
                    <a:pt x="44" y="22"/>
                    <a:pt x="55" y="19"/>
                  </a:cubicBezTo>
                  <a:cubicBezTo>
                    <a:pt x="74" y="15"/>
                    <a:pt x="97" y="18"/>
                    <a:pt x="117" y="18"/>
                  </a:cubicBezTo>
                  <a:cubicBezTo>
                    <a:pt x="100" y="9"/>
                    <a:pt x="77" y="0"/>
                    <a:pt x="58" y="0"/>
                  </a:cubicBezTo>
                  <a:cubicBezTo>
                    <a:pt x="41" y="0"/>
                    <a:pt x="13" y="10"/>
                    <a:pt x="2" y="22"/>
                  </a:cubicBezTo>
                </a:path>
              </a:pathLst>
            </a:custGeom>
            <a:solidFill>
              <a:srgbClr val="D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50">
              <a:extLst>
                <a:ext uri="{FF2B5EF4-FFF2-40B4-BE49-F238E27FC236}">
                  <a16:creationId xmlns:a16="http://schemas.microsoft.com/office/drawing/2014/main" id="{7DE5430C-DEBE-4252-BA6F-178721AC3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3106"/>
              <a:ext cx="135" cy="169"/>
            </a:xfrm>
            <a:custGeom>
              <a:avLst/>
              <a:gdLst>
                <a:gd name="T0" fmla="*/ 0 w 68"/>
                <a:gd name="T1" fmla="*/ 61 h 86"/>
                <a:gd name="T2" fmla="*/ 268 w 68"/>
                <a:gd name="T3" fmla="*/ 652 h 86"/>
                <a:gd name="T4" fmla="*/ 469 w 68"/>
                <a:gd name="T5" fmla="*/ 417 h 86"/>
                <a:gd name="T6" fmla="*/ 524 w 68"/>
                <a:gd name="T7" fmla="*/ 297 h 86"/>
                <a:gd name="T8" fmla="*/ 508 w 68"/>
                <a:gd name="T9" fmla="*/ 143 h 86"/>
                <a:gd name="T10" fmla="*/ 328 w 68"/>
                <a:gd name="T11" fmla="*/ 24 h 86"/>
                <a:gd name="T12" fmla="*/ 32 w 68"/>
                <a:gd name="T13" fmla="*/ 85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86">
                  <a:moveTo>
                    <a:pt x="0" y="8"/>
                  </a:moveTo>
                  <a:cubicBezTo>
                    <a:pt x="17" y="30"/>
                    <a:pt x="26" y="61"/>
                    <a:pt x="34" y="86"/>
                  </a:cubicBezTo>
                  <a:cubicBezTo>
                    <a:pt x="45" y="81"/>
                    <a:pt x="53" y="64"/>
                    <a:pt x="60" y="55"/>
                  </a:cubicBezTo>
                  <a:cubicBezTo>
                    <a:pt x="66" y="49"/>
                    <a:pt x="68" y="48"/>
                    <a:pt x="67" y="39"/>
                  </a:cubicBezTo>
                  <a:cubicBezTo>
                    <a:pt x="67" y="32"/>
                    <a:pt x="66" y="25"/>
                    <a:pt x="65" y="19"/>
                  </a:cubicBezTo>
                  <a:cubicBezTo>
                    <a:pt x="63" y="2"/>
                    <a:pt x="57" y="0"/>
                    <a:pt x="42" y="3"/>
                  </a:cubicBezTo>
                  <a:cubicBezTo>
                    <a:pt x="32" y="5"/>
                    <a:pt x="12" y="4"/>
                    <a:pt x="4" y="11"/>
                  </a:cubicBezTo>
                </a:path>
              </a:pathLst>
            </a:custGeom>
            <a:solidFill>
              <a:srgbClr val="D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51">
              <a:extLst>
                <a:ext uri="{FF2B5EF4-FFF2-40B4-BE49-F238E27FC236}">
                  <a16:creationId xmlns:a16="http://schemas.microsoft.com/office/drawing/2014/main" id="{0044D5FB-4E9E-4FFD-973F-95B18B8D6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244"/>
              <a:ext cx="75" cy="124"/>
            </a:xfrm>
            <a:custGeom>
              <a:avLst/>
              <a:gdLst>
                <a:gd name="T0" fmla="*/ 0 w 38"/>
                <a:gd name="T1" fmla="*/ 283 h 63"/>
                <a:gd name="T2" fmla="*/ 63 w 38"/>
                <a:gd name="T3" fmla="*/ 480 h 63"/>
                <a:gd name="T4" fmla="*/ 207 w 38"/>
                <a:gd name="T5" fmla="*/ 268 h 63"/>
                <a:gd name="T6" fmla="*/ 292 w 38"/>
                <a:gd name="T7" fmla="*/ 0 h 63"/>
                <a:gd name="T8" fmla="*/ 8 w 38"/>
                <a:gd name="T9" fmla="*/ 268 h 63"/>
                <a:gd name="T10" fmla="*/ 8 w 38"/>
                <a:gd name="T11" fmla="*/ 283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3">
                  <a:moveTo>
                    <a:pt x="0" y="37"/>
                  </a:moveTo>
                  <a:cubicBezTo>
                    <a:pt x="0" y="44"/>
                    <a:pt x="3" y="59"/>
                    <a:pt x="8" y="63"/>
                  </a:cubicBezTo>
                  <a:cubicBezTo>
                    <a:pt x="15" y="58"/>
                    <a:pt x="23" y="42"/>
                    <a:pt x="27" y="35"/>
                  </a:cubicBezTo>
                  <a:cubicBezTo>
                    <a:pt x="33" y="23"/>
                    <a:pt x="34" y="12"/>
                    <a:pt x="38" y="0"/>
                  </a:cubicBezTo>
                  <a:cubicBezTo>
                    <a:pt x="26" y="10"/>
                    <a:pt x="16" y="29"/>
                    <a:pt x="1" y="35"/>
                  </a:cubicBezTo>
                  <a:cubicBezTo>
                    <a:pt x="0" y="36"/>
                    <a:pt x="1" y="36"/>
                    <a:pt x="1" y="37"/>
                  </a:cubicBezTo>
                </a:path>
              </a:pathLst>
            </a:custGeom>
            <a:solidFill>
              <a:srgbClr val="D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52">
              <a:extLst>
                <a:ext uri="{FF2B5EF4-FFF2-40B4-BE49-F238E27FC236}">
                  <a16:creationId xmlns:a16="http://schemas.microsoft.com/office/drawing/2014/main" id="{1F3BEBCB-F703-4286-985B-BBEE6AD0F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853"/>
              <a:ext cx="98" cy="346"/>
            </a:xfrm>
            <a:custGeom>
              <a:avLst/>
              <a:gdLst>
                <a:gd name="T0" fmla="*/ 16 w 50"/>
                <a:gd name="T1" fmla="*/ 0 h 175"/>
                <a:gd name="T2" fmla="*/ 8 w 50"/>
                <a:gd name="T3" fmla="*/ 388 h 175"/>
                <a:gd name="T4" fmla="*/ 69 w 50"/>
                <a:gd name="T5" fmla="*/ 781 h 175"/>
                <a:gd name="T6" fmla="*/ 172 w 50"/>
                <a:gd name="T7" fmla="*/ 1091 h 175"/>
                <a:gd name="T8" fmla="*/ 345 w 50"/>
                <a:gd name="T9" fmla="*/ 1352 h 175"/>
                <a:gd name="T10" fmla="*/ 241 w 50"/>
                <a:gd name="T11" fmla="*/ 1044 h 175"/>
                <a:gd name="T12" fmla="*/ 127 w 50"/>
                <a:gd name="T13" fmla="*/ 688 h 175"/>
                <a:gd name="T14" fmla="*/ 96 w 50"/>
                <a:gd name="T15" fmla="*/ 285 h 175"/>
                <a:gd name="T16" fmla="*/ 39 w 50"/>
                <a:gd name="T17" fmla="*/ 16 h 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75">
                  <a:moveTo>
                    <a:pt x="2" y="0"/>
                  </a:moveTo>
                  <a:cubicBezTo>
                    <a:pt x="10" y="13"/>
                    <a:pt x="1" y="35"/>
                    <a:pt x="1" y="50"/>
                  </a:cubicBezTo>
                  <a:cubicBezTo>
                    <a:pt x="0" y="67"/>
                    <a:pt x="4" y="84"/>
                    <a:pt x="9" y="101"/>
                  </a:cubicBezTo>
                  <a:cubicBezTo>
                    <a:pt x="12" y="115"/>
                    <a:pt x="17" y="128"/>
                    <a:pt x="23" y="141"/>
                  </a:cubicBezTo>
                  <a:cubicBezTo>
                    <a:pt x="27" y="148"/>
                    <a:pt x="39" y="175"/>
                    <a:pt x="46" y="175"/>
                  </a:cubicBezTo>
                  <a:cubicBezTo>
                    <a:pt x="50" y="159"/>
                    <a:pt x="39" y="149"/>
                    <a:pt x="32" y="135"/>
                  </a:cubicBezTo>
                  <a:cubicBezTo>
                    <a:pt x="24" y="120"/>
                    <a:pt x="19" y="107"/>
                    <a:pt x="17" y="89"/>
                  </a:cubicBezTo>
                  <a:cubicBezTo>
                    <a:pt x="15" y="72"/>
                    <a:pt x="13" y="55"/>
                    <a:pt x="13" y="37"/>
                  </a:cubicBezTo>
                  <a:cubicBezTo>
                    <a:pt x="13" y="28"/>
                    <a:pt x="17" y="4"/>
                    <a:pt x="5" y="2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53">
              <a:extLst>
                <a:ext uri="{FF2B5EF4-FFF2-40B4-BE49-F238E27FC236}">
                  <a16:creationId xmlns:a16="http://schemas.microsoft.com/office/drawing/2014/main" id="{D9B1350E-DCDF-427A-9B3D-425CDCB4E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214"/>
              <a:ext cx="243" cy="188"/>
            </a:xfrm>
            <a:custGeom>
              <a:avLst/>
              <a:gdLst>
                <a:gd name="T0" fmla="*/ 0 w 123"/>
                <a:gd name="T1" fmla="*/ 40 h 95"/>
                <a:gd name="T2" fmla="*/ 184 w 123"/>
                <a:gd name="T3" fmla="*/ 340 h 95"/>
                <a:gd name="T4" fmla="*/ 441 w 123"/>
                <a:gd name="T5" fmla="*/ 572 h 95"/>
                <a:gd name="T6" fmla="*/ 672 w 123"/>
                <a:gd name="T7" fmla="*/ 705 h 95"/>
                <a:gd name="T8" fmla="*/ 901 w 123"/>
                <a:gd name="T9" fmla="*/ 736 h 95"/>
                <a:gd name="T10" fmla="*/ 733 w 123"/>
                <a:gd name="T11" fmla="*/ 604 h 95"/>
                <a:gd name="T12" fmla="*/ 433 w 123"/>
                <a:gd name="T13" fmla="*/ 473 h 95"/>
                <a:gd name="T14" fmla="*/ 200 w 123"/>
                <a:gd name="T15" fmla="*/ 247 h 95"/>
                <a:gd name="T16" fmla="*/ 40 w 123"/>
                <a:gd name="T17" fmla="*/ 71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95">
                  <a:moveTo>
                    <a:pt x="0" y="5"/>
                  </a:moveTo>
                  <a:cubicBezTo>
                    <a:pt x="13" y="13"/>
                    <a:pt x="16" y="32"/>
                    <a:pt x="24" y="44"/>
                  </a:cubicBezTo>
                  <a:cubicBezTo>
                    <a:pt x="33" y="58"/>
                    <a:pt x="44" y="65"/>
                    <a:pt x="57" y="74"/>
                  </a:cubicBezTo>
                  <a:cubicBezTo>
                    <a:pt x="67" y="81"/>
                    <a:pt x="76" y="88"/>
                    <a:pt x="87" y="91"/>
                  </a:cubicBezTo>
                  <a:cubicBezTo>
                    <a:pt x="97" y="94"/>
                    <a:pt x="108" y="92"/>
                    <a:pt x="117" y="95"/>
                  </a:cubicBezTo>
                  <a:cubicBezTo>
                    <a:pt x="123" y="83"/>
                    <a:pt x="103" y="79"/>
                    <a:pt x="95" y="78"/>
                  </a:cubicBezTo>
                  <a:cubicBezTo>
                    <a:pt x="81" y="76"/>
                    <a:pt x="68" y="69"/>
                    <a:pt x="56" y="61"/>
                  </a:cubicBezTo>
                  <a:cubicBezTo>
                    <a:pt x="45" y="53"/>
                    <a:pt x="34" y="44"/>
                    <a:pt x="26" y="32"/>
                  </a:cubicBezTo>
                  <a:cubicBezTo>
                    <a:pt x="23" y="27"/>
                    <a:pt x="13" y="0"/>
                    <a:pt x="5" y="9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54">
              <a:extLst>
                <a:ext uri="{FF2B5EF4-FFF2-40B4-BE49-F238E27FC236}">
                  <a16:creationId xmlns:a16="http://schemas.microsoft.com/office/drawing/2014/main" id="{D4382E7E-9AE4-4BBA-80DA-1305D46E2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366"/>
              <a:ext cx="67" cy="42"/>
            </a:xfrm>
            <a:custGeom>
              <a:avLst/>
              <a:gdLst>
                <a:gd name="T0" fmla="*/ 39 w 34"/>
                <a:gd name="T1" fmla="*/ 88 h 21"/>
                <a:gd name="T2" fmla="*/ 47 w 34"/>
                <a:gd name="T3" fmla="*/ 160 h 21"/>
                <a:gd name="T4" fmla="*/ 136 w 34"/>
                <a:gd name="T5" fmla="*/ 112 h 21"/>
                <a:gd name="T6" fmla="*/ 236 w 34"/>
                <a:gd name="T7" fmla="*/ 0 h 21"/>
                <a:gd name="T8" fmla="*/ 63 w 34"/>
                <a:gd name="T9" fmla="*/ 9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1">
                  <a:moveTo>
                    <a:pt x="5" y="11"/>
                  </a:moveTo>
                  <a:cubicBezTo>
                    <a:pt x="0" y="14"/>
                    <a:pt x="0" y="18"/>
                    <a:pt x="6" y="20"/>
                  </a:cubicBezTo>
                  <a:cubicBezTo>
                    <a:pt x="10" y="21"/>
                    <a:pt x="15" y="15"/>
                    <a:pt x="18" y="14"/>
                  </a:cubicBezTo>
                  <a:cubicBezTo>
                    <a:pt x="25" y="11"/>
                    <a:pt x="34" y="10"/>
                    <a:pt x="31" y="0"/>
                  </a:cubicBezTo>
                  <a:cubicBezTo>
                    <a:pt x="22" y="1"/>
                    <a:pt x="19" y="13"/>
                    <a:pt x="8" y="12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55">
              <a:extLst>
                <a:ext uri="{FF2B5EF4-FFF2-40B4-BE49-F238E27FC236}">
                  <a16:creationId xmlns:a16="http://schemas.microsoft.com/office/drawing/2014/main" id="{6C9D329C-AF04-42BE-8F54-90416109D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790"/>
              <a:ext cx="34" cy="39"/>
            </a:xfrm>
            <a:custGeom>
              <a:avLst/>
              <a:gdLst>
                <a:gd name="T0" fmla="*/ 64 w 17"/>
                <a:gd name="T1" fmla="*/ 0 h 20"/>
                <a:gd name="T2" fmla="*/ 8 w 17"/>
                <a:gd name="T3" fmla="*/ 125 h 20"/>
                <a:gd name="T4" fmla="*/ 88 w 17"/>
                <a:gd name="T5" fmla="*/ 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8" y="0"/>
                  </a:moveTo>
                  <a:cubicBezTo>
                    <a:pt x="8" y="8"/>
                    <a:pt x="0" y="9"/>
                    <a:pt x="1" y="17"/>
                  </a:cubicBezTo>
                  <a:cubicBezTo>
                    <a:pt x="10" y="20"/>
                    <a:pt x="17" y="3"/>
                    <a:pt x="11" y="1"/>
                  </a:cubicBezTo>
                </a:path>
              </a:pathLst>
            </a:custGeom>
            <a:solidFill>
              <a:srgbClr val="FBD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56">
              <a:extLst>
                <a:ext uri="{FF2B5EF4-FFF2-40B4-BE49-F238E27FC236}">
                  <a16:creationId xmlns:a16="http://schemas.microsoft.com/office/drawing/2014/main" id="{5DAA995F-C9B4-4AE4-A863-7C91EEE25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547"/>
              <a:ext cx="351" cy="150"/>
            </a:xfrm>
            <a:custGeom>
              <a:avLst/>
              <a:gdLst>
                <a:gd name="T0" fmla="*/ 0 w 178"/>
                <a:gd name="T1" fmla="*/ 444 h 76"/>
                <a:gd name="T2" fmla="*/ 860 w 178"/>
                <a:gd name="T3" fmla="*/ 584 h 76"/>
                <a:gd name="T4" fmla="*/ 1365 w 178"/>
                <a:gd name="T5" fmla="*/ 0 h 76"/>
                <a:gd name="T6" fmla="*/ 1035 w 178"/>
                <a:gd name="T7" fmla="*/ 191 h 76"/>
                <a:gd name="T8" fmla="*/ 751 w 178"/>
                <a:gd name="T9" fmla="*/ 371 h 76"/>
                <a:gd name="T10" fmla="*/ 412 w 178"/>
                <a:gd name="T11" fmla="*/ 401 h 76"/>
                <a:gd name="T12" fmla="*/ 55 w 178"/>
                <a:gd name="T13" fmla="*/ 468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" h="76">
                  <a:moveTo>
                    <a:pt x="0" y="58"/>
                  </a:moveTo>
                  <a:cubicBezTo>
                    <a:pt x="42" y="58"/>
                    <a:pt x="79" y="47"/>
                    <a:pt x="112" y="76"/>
                  </a:cubicBezTo>
                  <a:cubicBezTo>
                    <a:pt x="110" y="41"/>
                    <a:pt x="153" y="17"/>
                    <a:pt x="178" y="0"/>
                  </a:cubicBezTo>
                  <a:cubicBezTo>
                    <a:pt x="165" y="6"/>
                    <a:pt x="149" y="17"/>
                    <a:pt x="135" y="25"/>
                  </a:cubicBezTo>
                  <a:cubicBezTo>
                    <a:pt x="121" y="33"/>
                    <a:pt x="113" y="44"/>
                    <a:pt x="98" y="48"/>
                  </a:cubicBezTo>
                  <a:cubicBezTo>
                    <a:pt x="82" y="52"/>
                    <a:pt x="70" y="52"/>
                    <a:pt x="54" y="52"/>
                  </a:cubicBezTo>
                  <a:cubicBezTo>
                    <a:pt x="42" y="52"/>
                    <a:pt x="17" y="54"/>
                    <a:pt x="7" y="61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Freeform 57">
              <a:extLst>
                <a:ext uri="{FF2B5EF4-FFF2-40B4-BE49-F238E27FC236}">
                  <a16:creationId xmlns:a16="http://schemas.microsoft.com/office/drawing/2014/main" id="{F147B665-C481-498E-A76C-9BCE0B298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883"/>
              <a:ext cx="135" cy="252"/>
            </a:xfrm>
            <a:custGeom>
              <a:avLst/>
              <a:gdLst>
                <a:gd name="T0" fmla="*/ 0 w 68"/>
                <a:gd name="T1" fmla="*/ 581 h 128"/>
                <a:gd name="T2" fmla="*/ 71 w 68"/>
                <a:gd name="T3" fmla="*/ 977 h 128"/>
                <a:gd name="T4" fmla="*/ 189 w 68"/>
                <a:gd name="T5" fmla="*/ 803 h 128"/>
                <a:gd name="T6" fmla="*/ 312 w 68"/>
                <a:gd name="T7" fmla="*/ 589 h 128"/>
                <a:gd name="T8" fmla="*/ 508 w 68"/>
                <a:gd name="T9" fmla="*/ 0 h 128"/>
                <a:gd name="T10" fmla="*/ 405 w 68"/>
                <a:gd name="T11" fmla="*/ 252 h 128"/>
                <a:gd name="T12" fmla="*/ 288 w 68"/>
                <a:gd name="T13" fmla="*/ 465 h 128"/>
                <a:gd name="T14" fmla="*/ 157 w 68"/>
                <a:gd name="T15" fmla="*/ 597 h 128"/>
                <a:gd name="T16" fmla="*/ 32 w 68"/>
                <a:gd name="T17" fmla="*/ 648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128">
                  <a:moveTo>
                    <a:pt x="0" y="76"/>
                  </a:moveTo>
                  <a:cubicBezTo>
                    <a:pt x="6" y="90"/>
                    <a:pt x="16" y="113"/>
                    <a:pt x="9" y="128"/>
                  </a:cubicBezTo>
                  <a:cubicBezTo>
                    <a:pt x="15" y="122"/>
                    <a:pt x="19" y="112"/>
                    <a:pt x="24" y="105"/>
                  </a:cubicBezTo>
                  <a:cubicBezTo>
                    <a:pt x="30" y="96"/>
                    <a:pt x="35" y="87"/>
                    <a:pt x="40" y="77"/>
                  </a:cubicBezTo>
                  <a:cubicBezTo>
                    <a:pt x="50" y="53"/>
                    <a:pt x="68" y="27"/>
                    <a:pt x="65" y="0"/>
                  </a:cubicBezTo>
                  <a:cubicBezTo>
                    <a:pt x="58" y="8"/>
                    <a:pt x="56" y="23"/>
                    <a:pt x="52" y="33"/>
                  </a:cubicBezTo>
                  <a:cubicBezTo>
                    <a:pt x="48" y="43"/>
                    <a:pt x="43" y="52"/>
                    <a:pt x="37" y="61"/>
                  </a:cubicBezTo>
                  <a:cubicBezTo>
                    <a:pt x="32" y="67"/>
                    <a:pt x="26" y="74"/>
                    <a:pt x="20" y="78"/>
                  </a:cubicBezTo>
                  <a:cubicBezTo>
                    <a:pt x="15" y="81"/>
                    <a:pt x="9" y="82"/>
                    <a:pt x="4" y="85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Freeform 58">
              <a:extLst>
                <a:ext uri="{FF2B5EF4-FFF2-40B4-BE49-F238E27FC236}">
                  <a16:creationId xmlns:a16="http://schemas.microsoft.com/office/drawing/2014/main" id="{19A79DDB-F7D6-4E5D-BF28-FAABE3E87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3112"/>
              <a:ext cx="217" cy="154"/>
            </a:xfrm>
            <a:custGeom>
              <a:avLst/>
              <a:gdLst>
                <a:gd name="T0" fmla="*/ 836 w 110"/>
                <a:gd name="T1" fmla="*/ 8 h 78"/>
                <a:gd name="T2" fmla="*/ 712 w 110"/>
                <a:gd name="T3" fmla="*/ 140 h 78"/>
                <a:gd name="T4" fmla="*/ 436 w 110"/>
                <a:gd name="T5" fmla="*/ 308 h 78"/>
                <a:gd name="T6" fmla="*/ 0 w 110"/>
                <a:gd name="T7" fmla="*/ 600 h 78"/>
                <a:gd name="T8" fmla="*/ 460 w 110"/>
                <a:gd name="T9" fmla="*/ 245 h 78"/>
                <a:gd name="T10" fmla="*/ 615 w 110"/>
                <a:gd name="T11" fmla="*/ 132 h 78"/>
                <a:gd name="T12" fmla="*/ 592 w 110"/>
                <a:gd name="T13" fmla="*/ 55 h 78"/>
                <a:gd name="T14" fmla="*/ 813 w 110"/>
                <a:gd name="T15" fmla="*/ 1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78">
                  <a:moveTo>
                    <a:pt x="109" y="1"/>
                  </a:moveTo>
                  <a:cubicBezTo>
                    <a:pt x="110" y="9"/>
                    <a:pt x="99" y="14"/>
                    <a:pt x="93" y="18"/>
                  </a:cubicBezTo>
                  <a:cubicBezTo>
                    <a:pt x="81" y="25"/>
                    <a:pt x="69" y="32"/>
                    <a:pt x="57" y="40"/>
                  </a:cubicBezTo>
                  <a:cubicBezTo>
                    <a:pt x="38" y="53"/>
                    <a:pt x="17" y="63"/>
                    <a:pt x="0" y="78"/>
                  </a:cubicBezTo>
                  <a:cubicBezTo>
                    <a:pt x="16" y="59"/>
                    <a:pt x="41" y="46"/>
                    <a:pt x="60" y="32"/>
                  </a:cubicBezTo>
                  <a:cubicBezTo>
                    <a:pt x="66" y="28"/>
                    <a:pt x="76" y="23"/>
                    <a:pt x="80" y="17"/>
                  </a:cubicBezTo>
                  <a:cubicBezTo>
                    <a:pt x="82" y="14"/>
                    <a:pt x="84" y="7"/>
                    <a:pt x="77" y="7"/>
                  </a:cubicBezTo>
                  <a:cubicBezTo>
                    <a:pt x="83" y="0"/>
                    <a:pt x="99" y="6"/>
                    <a:pt x="106" y="2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Freeform 59">
              <a:extLst>
                <a:ext uri="{FF2B5EF4-FFF2-40B4-BE49-F238E27FC236}">
                  <a16:creationId xmlns:a16="http://schemas.microsoft.com/office/drawing/2014/main" id="{780F5E4C-9F3F-4161-9D98-7773A0464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875"/>
              <a:ext cx="296" cy="209"/>
            </a:xfrm>
            <a:custGeom>
              <a:avLst/>
              <a:gdLst>
                <a:gd name="T0" fmla="*/ 1152 w 150"/>
                <a:gd name="T1" fmla="*/ 0 h 106"/>
                <a:gd name="T2" fmla="*/ 776 w 150"/>
                <a:gd name="T3" fmla="*/ 77 h 106"/>
                <a:gd name="T4" fmla="*/ 647 w 150"/>
                <a:gd name="T5" fmla="*/ 108 h 106"/>
                <a:gd name="T6" fmla="*/ 521 w 150"/>
                <a:gd name="T7" fmla="*/ 237 h 106"/>
                <a:gd name="T8" fmla="*/ 237 w 150"/>
                <a:gd name="T9" fmla="*/ 467 h 106"/>
                <a:gd name="T10" fmla="*/ 55 w 150"/>
                <a:gd name="T11" fmla="*/ 728 h 106"/>
                <a:gd name="T12" fmla="*/ 0 w 150"/>
                <a:gd name="T13" fmla="*/ 812 h 106"/>
                <a:gd name="T14" fmla="*/ 144 w 150"/>
                <a:gd name="T15" fmla="*/ 680 h 106"/>
                <a:gd name="T16" fmla="*/ 324 w 150"/>
                <a:gd name="T17" fmla="*/ 568 h 106"/>
                <a:gd name="T18" fmla="*/ 661 w 150"/>
                <a:gd name="T19" fmla="*/ 353 h 106"/>
                <a:gd name="T20" fmla="*/ 947 w 150"/>
                <a:gd name="T21" fmla="*/ 152 h 106"/>
                <a:gd name="T22" fmla="*/ 1145 w 150"/>
                <a:gd name="T23" fmla="*/ 24 h 1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0" h="106">
                  <a:moveTo>
                    <a:pt x="150" y="0"/>
                  </a:moveTo>
                  <a:cubicBezTo>
                    <a:pt x="134" y="2"/>
                    <a:pt x="117" y="7"/>
                    <a:pt x="101" y="10"/>
                  </a:cubicBezTo>
                  <a:cubicBezTo>
                    <a:pt x="96" y="11"/>
                    <a:pt x="88" y="11"/>
                    <a:pt x="84" y="14"/>
                  </a:cubicBezTo>
                  <a:cubicBezTo>
                    <a:pt x="79" y="17"/>
                    <a:pt x="74" y="26"/>
                    <a:pt x="68" y="31"/>
                  </a:cubicBezTo>
                  <a:cubicBezTo>
                    <a:pt x="56" y="41"/>
                    <a:pt x="43" y="50"/>
                    <a:pt x="31" y="61"/>
                  </a:cubicBezTo>
                  <a:cubicBezTo>
                    <a:pt x="20" y="71"/>
                    <a:pt x="14" y="83"/>
                    <a:pt x="7" y="95"/>
                  </a:cubicBezTo>
                  <a:cubicBezTo>
                    <a:pt x="5" y="99"/>
                    <a:pt x="2" y="102"/>
                    <a:pt x="0" y="106"/>
                  </a:cubicBezTo>
                  <a:cubicBezTo>
                    <a:pt x="7" y="102"/>
                    <a:pt x="12" y="94"/>
                    <a:pt x="19" y="89"/>
                  </a:cubicBezTo>
                  <a:cubicBezTo>
                    <a:pt x="27" y="84"/>
                    <a:pt x="34" y="79"/>
                    <a:pt x="42" y="74"/>
                  </a:cubicBezTo>
                  <a:cubicBezTo>
                    <a:pt x="57" y="64"/>
                    <a:pt x="72" y="56"/>
                    <a:pt x="86" y="46"/>
                  </a:cubicBezTo>
                  <a:cubicBezTo>
                    <a:pt x="99" y="37"/>
                    <a:pt x="111" y="29"/>
                    <a:pt x="123" y="20"/>
                  </a:cubicBezTo>
                  <a:cubicBezTo>
                    <a:pt x="131" y="14"/>
                    <a:pt x="140" y="5"/>
                    <a:pt x="149" y="3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Freeform 60">
              <a:extLst>
                <a:ext uri="{FF2B5EF4-FFF2-40B4-BE49-F238E27FC236}">
                  <a16:creationId xmlns:a16="http://schemas.microsoft.com/office/drawing/2014/main" id="{B402787E-94A7-4E34-81A3-24FA879AE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908"/>
              <a:ext cx="274" cy="180"/>
            </a:xfrm>
            <a:custGeom>
              <a:avLst/>
              <a:gdLst>
                <a:gd name="T0" fmla="*/ 16 w 139"/>
                <a:gd name="T1" fmla="*/ 324 h 91"/>
                <a:gd name="T2" fmla="*/ 205 w 139"/>
                <a:gd name="T3" fmla="*/ 247 h 91"/>
                <a:gd name="T4" fmla="*/ 384 w 139"/>
                <a:gd name="T5" fmla="*/ 176 h 91"/>
                <a:gd name="T6" fmla="*/ 652 w 139"/>
                <a:gd name="T7" fmla="*/ 109 h 91"/>
                <a:gd name="T8" fmla="*/ 881 w 139"/>
                <a:gd name="T9" fmla="*/ 40 h 91"/>
                <a:gd name="T10" fmla="*/ 1064 w 139"/>
                <a:gd name="T11" fmla="*/ 16 h 91"/>
                <a:gd name="T12" fmla="*/ 875 w 139"/>
                <a:gd name="T13" fmla="*/ 156 h 91"/>
                <a:gd name="T14" fmla="*/ 660 w 139"/>
                <a:gd name="T15" fmla="*/ 309 h 91"/>
                <a:gd name="T16" fmla="*/ 505 w 139"/>
                <a:gd name="T17" fmla="*/ 512 h 91"/>
                <a:gd name="T18" fmla="*/ 377 w 139"/>
                <a:gd name="T19" fmla="*/ 704 h 91"/>
                <a:gd name="T20" fmla="*/ 467 w 139"/>
                <a:gd name="T21" fmla="*/ 473 h 91"/>
                <a:gd name="T22" fmla="*/ 353 w 139"/>
                <a:gd name="T23" fmla="*/ 316 h 91"/>
                <a:gd name="T24" fmla="*/ 0 w 139"/>
                <a:gd name="T25" fmla="*/ 348 h 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9" h="91">
                  <a:moveTo>
                    <a:pt x="2" y="42"/>
                  </a:moveTo>
                  <a:cubicBezTo>
                    <a:pt x="11" y="41"/>
                    <a:pt x="19" y="35"/>
                    <a:pt x="27" y="32"/>
                  </a:cubicBezTo>
                  <a:cubicBezTo>
                    <a:pt x="35" y="29"/>
                    <a:pt x="42" y="26"/>
                    <a:pt x="50" y="23"/>
                  </a:cubicBezTo>
                  <a:cubicBezTo>
                    <a:pt x="62" y="20"/>
                    <a:pt x="73" y="18"/>
                    <a:pt x="85" y="14"/>
                  </a:cubicBezTo>
                  <a:cubicBezTo>
                    <a:pt x="95" y="12"/>
                    <a:pt x="105" y="8"/>
                    <a:pt x="115" y="5"/>
                  </a:cubicBezTo>
                  <a:cubicBezTo>
                    <a:pt x="121" y="3"/>
                    <a:pt x="133" y="0"/>
                    <a:pt x="139" y="2"/>
                  </a:cubicBezTo>
                  <a:cubicBezTo>
                    <a:pt x="137" y="8"/>
                    <a:pt x="120" y="16"/>
                    <a:pt x="114" y="20"/>
                  </a:cubicBezTo>
                  <a:cubicBezTo>
                    <a:pt x="104" y="27"/>
                    <a:pt x="94" y="31"/>
                    <a:pt x="86" y="40"/>
                  </a:cubicBezTo>
                  <a:cubicBezTo>
                    <a:pt x="79" y="48"/>
                    <a:pt x="72" y="57"/>
                    <a:pt x="66" y="66"/>
                  </a:cubicBezTo>
                  <a:cubicBezTo>
                    <a:pt x="62" y="72"/>
                    <a:pt x="56" y="88"/>
                    <a:pt x="49" y="91"/>
                  </a:cubicBezTo>
                  <a:cubicBezTo>
                    <a:pt x="49" y="81"/>
                    <a:pt x="59" y="71"/>
                    <a:pt x="61" y="61"/>
                  </a:cubicBezTo>
                  <a:cubicBezTo>
                    <a:pt x="63" y="50"/>
                    <a:pt x="54" y="45"/>
                    <a:pt x="46" y="41"/>
                  </a:cubicBezTo>
                  <a:cubicBezTo>
                    <a:pt x="30" y="35"/>
                    <a:pt x="15" y="42"/>
                    <a:pt x="0" y="45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0" name="Freeform 61">
              <a:extLst>
                <a:ext uri="{FF2B5EF4-FFF2-40B4-BE49-F238E27FC236}">
                  <a16:creationId xmlns:a16="http://schemas.microsoft.com/office/drawing/2014/main" id="{5EFDD28D-CF78-478A-A011-ADCDB7A78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180"/>
              <a:ext cx="340" cy="166"/>
            </a:xfrm>
            <a:custGeom>
              <a:avLst/>
              <a:gdLst>
                <a:gd name="T0" fmla="*/ 0 w 172"/>
                <a:gd name="T1" fmla="*/ 585 h 84"/>
                <a:gd name="T2" fmla="*/ 156 w 172"/>
                <a:gd name="T3" fmla="*/ 425 h 84"/>
                <a:gd name="T4" fmla="*/ 261 w 172"/>
                <a:gd name="T5" fmla="*/ 269 h 84"/>
                <a:gd name="T6" fmla="*/ 828 w 172"/>
                <a:gd name="T7" fmla="*/ 324 h 84"/>
                <a:gd name="T8" fmla="*/ 1328 w 172"/>
                <a:gd name="T9" fmla="*/ 0 h 84"/>
                <a:gd name="T10" fmla="*/ 965 w 172"/>
                <a:gd name="T11" fmla="*/ 285 h 84"/>
                <a:gd name="T12" fmla="*/ 625 w 172"/>
                <a:gd name="T13" fmla="*/ 500 h 84"/>
                <a:gd name="T14" fmla="*/ 316 w 172"/>
                <a:gd name="T15" fmla="*/ 640 h 84"/>
                <a:gd name="T16" fmla="*/ 0 w 172"/>
                <a:gd name="T17" fmla="*/ 60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84">
                  <a:moveTo>
                    <a:pt x="0" y="76"/>
                  </a:moveTo>
                  <a:cubicBezTo>
                    <a:pt x="7" y="73"/>
                    <a:pt x="14" y="62"/>
                    <a:pt x="20" y="55"/>
                  </a:cubicBezTo>
                  <a:cubicBezTo>
                    <a:pt x="24" y="49"/>
                    <a:pt x="31" y="42"/>
                    <a:pt x="34" y="35"/>
                  </a:cubicBezTo>
                  <a:cubicBezTo>
                    <a:pt x="27" y="66"/>
                    <a:pt x="96" y="46"/>
                    <a:pt x="107" y="42"/>
                  </a:cubicBezTo>
                  <a:cubicBezTo>
                    <a:pt x="131" y="32"/>
                    <a:pt x="149" y="12"/>
                    <a:pt x="172" y="0"/>
                  </a:cubicBezTo>
                  <a:cubicBezTo>
                    <a:pt x="155" y="10"/>
                    <a:pt x="142" y="26"/>
                    <a:pt x="125" y="37"/>
                  </a:cubicBezTo>
                  <a:cubicBezTo>
                    <a:pt x="111" y="47"/>
                    <a:pt x="96" y="56"/>
                    <a:pt x="81" y="65"/>
                  </a:cubicBezTo>
                  <a:cubicBezTo>
                    <a:pt x="69" y="73"/>
                    <a:pt x="56" y="83"/>
                    <a:pt x="41" y="83"/>
                  </a:cubicBezTo>
                  <a:cubicBezTo>
                    <a:pt x="27" y="84"/>
                    <a:pt x="14" y="80"/>
                    <a:pt x="0" y="79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62">
              <a:extLst>
                <a:ext uri="{FF2B5EF4-FFF2-40B4-BE49-F238E27FC236}">
                  <a16:creationId xmlns:a16="http://schemas.microsoft.com/office/drawing/2014/main" id="{AA750D78-3CCC-4B58-BE81-E3DCC30AC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233"/>
              <a:ext cx="298" cy="101"/>
            </a:xfrm>
            <a:custGeom>
              <a:avLst/>
              <a:gdLst>
                <a:gd name="T0" fmla="*/ 1160 w 151"/>
                <a:gd name="T1" fmla="*/ 40 h 51"/>
                <a:gd name="T2" fmla="*/ 1028 w 151"/>
                <a:gd name="T3" fmla="*/ 180 h 51"/>
                <a:gd name="T4" fmla="*/ 924 w 151"/>
                <a:gd name="T5" fmla="*/ 317 h 51"/>
                <a:gd name="T6" fmla="*/ 624 w 151"/>
                <a:gd name="T7" fmla="*/ 349 h 51"/>
                <a:gd name="T8" fmla="*/ 308 w 151"/>
                <a:gd name="T9" fmla="*/ 263 h 51"/>
                <a:gd name="T10" fmla="*/ 0 w 151"/>
                <a:gd name="T11" fmla="*/ 188 h 51"/>
                <a:gd name="T12" fmla="*/ 632 w 151"/>
                <a:gd name="T13" fmla="*/ 95 h 51"/>
                <a:gd name="T14" fmla="*/ 939 w 151"/>
                <a:gd name="T15" fmla="*/ 40 h 51"/>
                <a:gd name="T16" fmla="*/ 1113 w 151"/>
                <a:gd name="T17" fmla="*/ 24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" h="51">
                  <a:moveTo>
                    <a:pt x="151" y="5"/>
                  </a:moveTo>
                  <a:cubicBezTo>
                    <a:pt x="145" y="6"/>
                    <a:pt x="137" y="18"/>
                    <a:pt x="134" y="23"/>
                  </a:cubicBezTo>
                  <a:cubicBezTo>
                    <a:pt x="129" y="29"/>
                    <a:pt x="125" y="36"/>
                    <a:pt x="120" y="41"/>
                  </a:cubicBezTo>
                  <a:cubicBezTo>
                    <a:pt x="110" y="51"/>
                    <a:pt x="95" y="48"/>
                    <a:pt x="81" y="45"/>
                  </a:cubicBezTo>
                  <a:cubicBezTo>
                    <a:pt x="67" y="42"/>
                    <a:pt x="54" y="38"/>
                    <a:pt x="40" y="34"/>
                  </a:cubicBezTo>
                  <a:cubicBezTo>
                    <a:pt x="26" y="30"/>
                    <a:pt x="12" y="29"/>
                    <a:pt x="0" y="24"/>
                  </a:cubicBezTo>
                  <a:cubicBezTo>
                    <a:pt x="27" y="17"/>
                    <a:pt x="55" y="15"/>
                    <a:pt x="82" y="12"/>
                  </a:cubicBezTo>
                  <a:cubicBezTo>
                    <a:pt x="95" y="11"/>
                    <a:pt x="109" y="8"/>
                    <a:pt x="122" y="5"/>
                  </a:cubicBezTo>
                  <a:cubicBezTo>
                    <a:pt x="128" y="4"/>
                    <a:pt x="140" y="0"/>
                    <a:pt x="145" y="3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63">
              <a:extLst>
                <a:ext uri="{FF2B5EF4-FFF2-40B4-BE49-F238E27FC236}">
                  <a16:creationId xmlns:a16="http://schemas.microsoft.com/office/drawing/2014/main" id="{D4464918-991A-4C3A-950D-E8F11F7C5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113"/>
              <a:ext cx="304" cy="150"/>
            </a:xfrm>
            <a:custGeom>
              <a:avLst/>
              <a:gdLst>
                <a:gd name="T0" fmla="*/ 268 w 154"/>
                <a:gd name="T1" fmla="*/ 0 h 76"/>
                <a:gd name="T2" fmla="*/ 85 w 154"/>
                <a:gd name="T3" fmla="*/ 292 h 76"/>
                <a:gd name="T4" fmla="*/ 184 w 154"/>
                <a:gd name="T5" fmla="*/ 521 h 76"/>
                <a:gd name="T6" fmla="*/ 499 w 154"/>
                <a:gd name="T7" fmla="*/ 545 h 76"/>
                <a:gd name="T8" fmla="*/ 1184 w 154"/>
                <a:gd name="T9" fmla="*/ 385 h 76"/>
                <a:gd name="T10" fmla="*/ 553 w 154"/>
                <a:gd name="T11" fmla="*/ 371 h 76"/>
                <a:gd name="T12" fmla="*/ 268 w 154"/>
                <a:gd name="T13" fmla="*/ 47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76">
                  <a:moveTo>
                    <a:pt x="35" y="0"/>
                  </a:moveTo>
                  <a:cubicBezTo>
                    <a:pt x="27" y="8"/>
                    <a:pt x="12" y="25"/>
                    <a:pt x="11" y="38"/>
                  </a:cubicBezTo>
                  <a:cubicBezTo>
                    <a:pt x="0" y="46"/>
                    <a:pt x="16" y="62"/>
                    <a:pt x="24" y="68"/>
                  </a:cubicBezTo>
                  <a:cubicBezTo>
                    <a:pt x="36" y="76"/>
                    <a:pt x="52" y="74"/>
                    <a:pt x="65" y="71"/>
                  </a:cubicBezTo>
                  <a:cubicBezTo>
                    <a:pt x="93" y="65"/>
                    <a:pt x="125" y="58"/>
                    <a:pt x="154" y="50"/>
                  </a:cubicBezTo>
                  <a:cubicBezTo>
                    <a:pt x="131" y="57"/>
                    <a:pt x="95" y="55"/>
                    <a:pt x="72" y="48"/>
                  </a:cubicBezTo>
                  <a:cubicBezTo>
                    <a:pt x="57" y="43"/>
                    <a:pt x="35" y="24"/>
                    <a:pt x="35" y="6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64">
              <a:extLst>
                <a:ext uri="{FF2B5EF4-FFF2-40B4-BE49-F238E27FC236}">
                  <a16:creationId xmlns:a16="http://schemas.microsoft.com/office/drawing/2014/main" id="{0BA57B4A-42BA-42EB-83E6-28C6DDCF2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657"/>
              <a:ext cx="314" cy="196"/>
            </a:xfrm>
            <a:custGeom>
              <a:avLst/>
              <a:gdLst>
                <a:gd name="T0" fmla="*/ 0 w 159"/>
                <a:gd name="T1" fmla="*/ 705 h 99"/>
                <a:gd name="T2" fmla="*/ 16 w 159"/>
                <a:gd name="T3" fmla="*/ 697 h 99"/>
                <a:gd name="T4" fmla="*/ 308 w 159"/>
                <a:gd name="T5" fmla="*/ 713 h 99"/>
                <a:gd name="T6" fmla="*/ 531 w 159"/>
                <a:gd name="T7" fmla="*/ 713 h 99"/>
                <a:gd name="T8" fmla="*/ 940 w 159"/>
                <a:gd name="T9" fmla="*/ 483 h 99"/>
                <a:gd name="T10" fmla="*/ 1185 w 159"/>
                <a:gd name="T11" fmla="*/ 208 h 99"/>
                <a:gd name="T12" fmla="*/ 1139 w 159"/>
                <a:gd name="T13" fmla="*/ 0 h 99"/>
                <a:gd name="T14" fmla="*/ 608 w 159"/>
                <a:gd name="T15" fmla="*/ 576 h 99"/>
                <a:gd name="T16" fmla="*/ 39 w 159"/>
                <a:gd name="T17" fmla="*/ 689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99">
                  <a:moveTo>
                    <a:pt x="0" y="91"/>
                  </a:moveTo>
                  <a:cubicBezTo>
                    <a:pt x="1" y="91"/>
                    <a:pt x="1" y="90"/>
                    <a:pt x="2" y="90"/>
                  </a:cubicBezTo>
                  <a:cubicBezTo>
                    <a:pt x="8" y="99"/>
                    <a:pt x="31" y="92"/>
                    <a:pt x="40" y="92"/>
                  </a:cubicBezTo>
                  <a:cubicBezTo>
                    <a:pt x="50" y="92"/>
                    <a:pt x="59" y="92"/>
                    <a:pt x="69" y="92"/>
                  </a:cubicBezTo>
                  <a:cubicBezTo>
                    <a:pt x="90" y="91"/>
                    <a:pt x="107" y="76"/>
                    <a:pt x="122" y="62"/>
                  </a:cubicBezTo>
                  <a:cubicBezTo>
                    <a:pt x="134" y="51"/>
                    <a:pt x="146" y="41"/>
                    <a:pt x="154" y="27"/>
                  </a:cubicBezTo>
                  <a:cubicBezTo>
                    <a:pt x="159" y="16"/>
                    <a:pt x="152" y="11"/>
                    <a:pt x="148" y="0"/>
                  </a:cubicBezTo>
                  <a:cubicBezTo>
                    <a:pt x="139" y="31"/>
                    <a:pt x="105" y="57"/>
                    <a:pt x="79" y="74"/>
                  </a:cubicBezTo>
                  <a:cubicBezTo>
                    <a:pt x="57" y="88"/>
                    <a:pt x="28" y="86"/>
                    <a:pt x="5" y="89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65">
              <a:extLst>
                <a:ext uri="{FF2B5EF4-FFF2-40B4-BE49-F238E27FC236}">
                  <a16:creationId xmlns:a16="http://schemas.microsoft.com/office/drawing/2014/main" id="{096B41EE-E094-4D77-BBF4-0A1A24911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965"/>
              <a:ext cx="246" cy="182"/>
            </a:xfrm>
            <a:custGeom>
              <a:avLst/>
              <a:gdLst>
                <a:gd name="T0" fmla="*/ 39 w 125"/>
                <a:gd name="T1" fmla="*/ 712 h 92"/>
                <a:gd name="T2" fmla="*/ 655 w 125"/>
                <a:gd name="T3" fmla="*/ 588 h 92"/>
                <a:gd name="T4" fmla="*/ 764 w 125"/>
                <a:gd name="T5" fmla="*/ 595 h 92"/>
                <a:gd name="T6" fmla="*/ 892 w 125"/>
                <a:gd name="T7" fmla="*/ 404 h 92"/>
                <a:gd name="T8" fmla="*/ 945 w 125"/>
                <a:gd name="T9" fmla="*/ 0 h 92"/>
                <a:gd name="T10" fmla="*/ 817 w 125"/>
                <a:gd name="T11" fmla="*/ 271 h 92"/>
                <a:gd name="T12" fmla="*/ 543 w 125"/>
                <a:gd name="T13" fmla="*/ 411 h 92"/>
                <a:gd name="T14" fmla="*/ 260 w 125"/>
                <a:gd name="T15" fmla="*/ 556 h 92"/>
                <a:gd name="T16" fmla="*/ 0 w 125"/>
                <a:gd name="T17" fmla="*/ 696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92">
                  <a:moveTo>
                    <a:pt x="5" y="92"/>
                  </a:moveTo>
                  <a:cubicBezTo>
                    <a:pt x="30" y="83"/>
                    <a:pt x="60" y="63"/>
                    <a:pt x="86" y="76"/>
                  </a:cubicBezTo>
                  <a:cubicBezTo>
                    <a:pt x="91" y="78"/>
                    <a:pt x="94" y="80"/>
                    <a:pt x="100" y="77"/>
                  </a:cubicBezTo>
                  <a:cubicBezTo>
                    <a:pt x="108" y="73"/>
                    <a:pt x="113" y="60"/>
                    <a:pt x="117" y="52"/>
                  </a:cubicBezTo>
                  <a:cubicBezTo>
                    <a:pt x="124" y="36"/>
                    <a:pt x="125" y="17"/>
                    <a:pt x="124" y="0"/>
                  </a:cubicBezTo>
                  <a:cubicBezTo>
                    <a:pt x="116" y="9"/>
                    <a:pt x="116" y="25"/>
                    <a:pt x="107" y="35"/>
                  </a:cubicBezTo>
                  <a:cubicBezTo>
                    <a:pt x="99" y="45"/>
                    <a:pt x="83" y="49"/>
                    <a:pt x="71" y="53"/>
                  </a:cubicBezTo>
                  <a:cubicBezTo>
                    <a:pt x="58" y="58"/>
                    <a:pt x="46" y="65"/>
                    <a:pt x="34" y="72"/>
                  </a:cubicBezTo>
                  <a:cubicBezTo>
                    <a:pt x="23" y="79"/>
                    <a:pt x="15" y="91"/>
                    <a:pt x="0" y="90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66">
              <a:extLst>
                <a:ext uri="{FF2B5EF4-FFF2-40B4-BE49-F238E27FC236}">
                  <a16:creationId xmlns:a16="http://schemas.microsoft.com/office/drawing/2014/main" id="{86C7F19C-430A-44EA-9FBF-3ABA50BE5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403"/>
              <a:ext cx="207" cy="81"/>
            </a:xfrm>
            <a:custGeom>
              <a:avLst/>
              <a:gdLst>
                <a:gd name="T0" fmla="*/ 653 w 105"/>
                <a:gd name="T1" fmla="*/ 16 h 41"/>
                <a:gd name="T2" fmla="*/ 400 w 105"/>
                <a:gd name="T3" fmla="*/ 239 h 41"/>
                <a:gd name="T4" fmla="*/ 199 w 105"/>
                <a:gd name="T5" fmla="*/ 277 h 41"/>
                <a:gd name="T6" fmla="*/ 0 w 105"/>
                <a:gd name="T7" fmla="*/ 316 h 41"/>
                <a:gd name="T8" fmla="*/ 420 w 105"/>
                <a:gd name="T9" fmla="*/ 239 h 41"/>
                <a:gd name="T10" fmla="*/ 660 w 105"/>
                <a:gd name="T11" fmla="*/ 200 h 41"/>
                <a:gd name="T12" fmla="*/ 796 w 105"/>
                <a:gd name="T13" fmla="*/ 117 h 41"/>
                <a:gd name="T14" fmla="*/ 653 w 105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41">
                  <a:moveTo>
                    <a:pt x="85" y="2"/>
                  </a:moveTo>
                  <a:cubicBezTo>
                    <a:pt x="89" y="18"/>
                    <a:pt x="66" y="28"/>
                    <a:pt x="52" y="31"/>
                  </a:cubicBezTo>
                  <a:cubicBezTo>
                    <a:pt x="43" y="33"/>
                    <a:pt x="34" y="34"/>
                    <a:pt x="26" y="36"/>
                  </a:cubicBezTo>
                  <a:cubicBezTo>
                    <a:pt x="17" y="37"/>
                    <a:pt x="9" y="41"/>
                    <a:pt x="0" y="41"/>
                  </a:cubicBezTo>
                  <a:cubicBezTo>
                    <a:pt x="18" y="41"/>
                    <a:pt x="38" y="35"/>
                    <a:pt x="55" y="31"/>
                  </a:cubicBezTo>
                  <a:cubicBezTo>
                    <a:pt x="66" y="29"/>
                    <a:pt x="76" y="28"/>
                    <a:pt x="86" y="26"/>
                  </a:cubicBezTo>
                  <a:cubicBezTo>
                    <a:pt x="92" y="25"/>
                    <a:pt x="105" y="23"/>
                    <a:pt x="104" y="15"/>
                  </a:cubicBezTo>
                  <a:cubicBezTo>
                    <a:pt x="104" y="8"/>
                    <a:pt x="91" y="1"/>
                    <a:pt x="85" y="0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6" name="Freeform 67">
              <a:extLst>
                <a:ext uri="{FF2B5EF4-FFF2-40B4-BE49-F238E27FC236}">
                  <a16:creationId xmlns:a16="http://schemas.microsoft.com/office/drawing/2014/main" id="{911BBD69-AC16-417B-B392-5C5EB7FBB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411"/>
              <a:ext cx="274" cy="157"/>
            </a:xfrm>
            <a:custGeom>
              <a:avLst/>
              <a:gdLst>
                <a:gd name="T0" fmla="*/ 1057 w 139"/>
                <a:gd name="T1" fmla="*/ 0 h 80"/>
                <a:gd name="T2" fmla="*/ 988 w 139"/>
                <a:gd name="T3" fmla="*/ 212 h 80"/>
                <a:gd name="T4" fmla="*/ 712 w 139"/>
                <a:gd name="T5" fmla="*/ 316 h 80"/>
                <a:gd name="T6" fmla="*/ 369 w 139"/>
                <a:gd name="T7" fmla="*/ 440 h 80"/>
                <a:gd name="T8" fmla="*/ 0 w 139"/>
                <a:gd name="T9" fmla="*/ 604 h 80"/>
                <a:gd name="T10" fmla="*/ 345 w 139"/>
                <a:gd name="T11" fmla="*/ 385 h 80"/>
                <a:gd name="T12" fmla="*/ 629 w 139"/>
                <a:gd name="T13" fmla="*/ 251 h 80"/>
                <a:gd name="T14" fmla="*/ 905 w 139"/>
                <a:gd name="T15" fmla="*/ 128 h 80"/>
                <a:gd name="T16" fmla="*/ 1017 w 139"/>
                <a:gd name="T17" fmla="*/ 24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80">
                  <a:moveTo>
                    <a:pt x="138" y="0"/>
                  </a:moveTo>
                  <a:cubicBezTo>
                    <a:pt x="139" y="10"/>
                    <a:pt x="136" y="23"/>
                    <a:pt x="129" y="28"/>
                  </a:cubicBezTo>
                  <a:cubicBezTo>
                    <a:pt x="120" y="35"/>
                    <a:pt x="104" y="36"/>
                    <a:pt x="93" y="42"/>
                  </a:cubicBezTo>
                  <a:cubicBezTo>
                    <a:pt x="78" y="49"/>
                    <a:pt x="63" y="52"/>
                    <a:pt x="48" y="58"/>
                  </a:cubicBezTo>
                  <a:cubicBezTo>
                    <a:pt x="32" y="65"/>
                    <a:pt x="16" y="73"/>
                    <a:pt x="0" y="80"/>
                  </a:cubicBezTo>
                  <a:cubicBezTo>
                    <a:pt x="10" y="66"/>
                    <a:pt x="31" y="60"/>
                    <a:pt x="45" y="51"/>
                  </a:cubicBezTo>
                  <a:cubicBezTo>
                    <a:pt x="56" y="44"/>
                    <a:pt x="69" y="38"/>
                    <a:pt x="82" y="33"/>
                  </a:cubicBezTo>
                  <a:cubicBezTo>
                    <a:pt x="95" y="29"/>
                    <a:pt x="106" y="23"/>
                    <a:pt x="118" y="17"/>
                  </a:cubicBezTo>
                  <a:cubicBezTo>
                    <a:pt x="126" y="13"/>
                    <a:pt x="127" y="9"/>
                    <a:pt x="133" y="3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68">
              <a:extLst>
                <a:ext uri="{FF2B5EF4-FFF2-40B4-BE49-F238E27FC236}">
                  <a16:creationId xmlns:a16="http://schemas.microsoft.com/office/drawing/2014/main" id="{480F9EC6-F37E-47A0-AA8D-5062B4E7B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620"/>
              <a:ext cx="367" cy="274"/>
            </a:xfrm>
            <a:custGeom>
              <a:avLst/>
              <a:gdLst>
                <a:gd name="T0" fmla="*/ 1413 w 186"/>
                <a:gd name="T1" fmla="*/ 47 h 139"/>
                <a:gd name="T2" fmla="*/ 1328 w 186"/>
                <a:gd name="T3" fmla="*/ 315 h 139"/>
                <a:gd name="T4" fmla="*/ 1231 w 186"/>
                <a:gd name="T5" fmla="*/ 489 h 139"/>
                <a:gd name="T6" fmla="*/ 1113 w 186"/>
                <a:gd name="T7" fmla="*/ 757 h 139"/>
                <a:gd name="T8" fmla="*/ 647 w 186"/>
                <a:gd name="T9" fmla="*/ 889 h 139"/>
                <a:gd name="T10" fmla="*/ 339 w 186"/>
                <a:gd name="T11" fmla="*/ 964 h 139"/>
                <a:gd name="T12" fmla="*/ 0 w 186"/>
                <a:gd name="T13" fmla="*/ 1049 h 139"/>
                <a:gd name="T14" fmla="*/ 184 w 186"/>
                <a:gd name="T15" fmla="*/ 956 h 139"/>
                <a:gd name="T16" fmla="*/ 499 w 186"/>
                <a:gd name="T17" fmla="*/ 852 h 139"/>
                <a:gd name="T18" fmla="*/ 908 w 186"/>
                <a:gd name="T19" fmla="*/ 680 h 139"/>
                <a:gd name="T20" fmla="*/ 1231 w 186"/>
                <a:gd name="T21" fmla="*/ 353 h 139"/>
                <a:gd name="T22" fmla="*/ 1304 w 186"/>
                <a:gd name="T23" fmla="*/ 168 h 139"/>
                <a:gd name="T24" fmla="*/ 1413 w 186"/>
                <a:gd name="T25" fmla="*/ 0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6" h="139">
                  <a:moveTo>
                    <a:pt x="184" y="6"/>
                  </a:moveTo>
                  <a:cubicBezTo>
                    <a:pt x="186" y="15"/>
                    <a:pt x="177" y="32"/>
                    <a:pt x="173" y="41"/>
                  </a:cubicBezTo>
                  <a:cubicBezTo>
                    <a:pt x="169" y="49"/>
                    <a:pt x="165" y="57"/>
                    <a:pt x="160" y="64"/>
                  </a:cubicBezTo>
                  <a:cubicBezTo>
                    <a:pt x="154" y="75"/>
                    <a:pt x="154" y="91"/>
                    <a:pt x="145" y="99"/>
                  </a:cubicBezTo>
                  <a:cubicBezTo>
                    <a:pt x="132" y="113"/>
                    <a:pt x="102" y="113"/>
                    <a:pt x="84" y="116"/>
                  </a:cubicBezTo>
                  <a:cubicBezTo>
                    <a:pt x="71" y="119"/>
                    <a:pt x="57" y="122"/>
                    <a:pt x="44" y="126"/>
                  </a:cubicBezTo>
                  <a:cubicBezTo>
                    <a:pt x="32" y="130"/>
                    <a:pt x="12" y="139"/>
                    <a:pt x="0" y="137"/>
                  </a:cubicBezTo>
                  <a:cubicBezTo>
                    <a:pt x="6" y="130"/>
                    <a:pt x="15" y="128"/>
                    <a:pt x="24" y="125"/>
                  </a:cubicBezTo>
                  <a:cubicBezTo>
                    <a:pt x="38" y="119"/>
                    <a:pt x="50" y="114"/>
                    <a:pt x="65" y="111"/>
                  </a:cubicBezTo>
                  <a:cubicBezTo>
                    <a:pt x="84" y="107"/>
                    <a:pt x="101" y="100"/>
                    <a:pt x="118" y="89"/>
                  </a:cubicBezTo>
                  <a:cubicBezTo>
                    <a:pt x="135" y="78"/>
                    <a:pt x="150" y="64"/>
                    <a:pt x="160" y="46"/>
                  </a:cubicBezTo>
                  <a:cubicBezTo>
                    <a:pt x="165" y="39"/>
                    <a:pt x="167" y="30"/>
                    <a:pt x="170" y="22"/>
                  </a:cubicBezTo>
                  <a:cubicBezTo>
                    <a:pt x="174" y="14"/>
                    <a:pt x="180" y="7"/>
                    <a:pt x="184" y="0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69">
              <a:extLst>
                <a:ext uri="{FF2B5EF4-FFF2-40B4-BE49-F238E27FC236}">
                  <a16:creationId xmlns:a16="http://schemas.microsoft.com/office/drawing/2014/main" id="{8824DE3A-25CE-4DB8-8E7A-386920542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53"/>
              <a:ext cx="381" cy="156"/>
            </a:xfrm>
            <a:custGeom>
              <a:avLst/>
              <a:gdLst>
                <a:gd name="T0" fmla="*/ 168 w 193"/>
                <a:gd name="T1" fmla="*/ 269 h 79"/>
                <a:gd name="T2" fmla="*/ 16 w 193"/>
                <a:gd name="T3" fmla="*/ 531 h 79"/>
                <a:gd name="T4" fmla="*/ 176 w 193"/>
                <a:gd name="T5" fmla="*/ 507 h 79"/>
                <a:gd name="T6" fmla="*/ 476 w 193"/>
                <a:gd name="T7" fmla="*/ 371 h 79"/>
                <a:gd name="T8" fmla="*/ 977 w 193"/>
                <a:gd name="T9" fmla="*/ 168 h 79"/>
                <a:gd name="T10" fmla="*/ 1485 w 193"/>
                <a:gd name="T11" fmla="*/ 24 h 79"/>
                <a:gd name="T12" fmla="*/ 663 w 193"/>
                <a:gd name="T13" fmla="*/ 207 h 79"/>
                <a:gd name="T14" fmla="*/ 316 w 193"/>
                <a:gd name="T15" fmla="*/ 340 h 79"/>
                <a:gd name="T16" fmla="*/ 184 w 193"/>
                <a:gd name="T17" fmla="*/ 308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3" h="79">
                  <a:moveTo>
                    <a:pt x="22" y="35"/>
                  </a:moveTo>
                  <a:cubicBezTo>
                    <a:pt x="16" y="42"/>
                    <a:pt x="0" y="58"/>
                    <a:pt x="2" y="69"/>
                  </a:cubicBezTo>
                  <a:cubicBezTo>
                    <a:pt x="5" y="79"/>
                    <a:pt x="16" y="71"/>
                    <a:pt x="23" y="66"/>
                  </a:cubicBezTo>
                  <a:cubicBezTo>
                    <a:pt x="36" y="58"/>
                    <a:pt x="48" y="53"/>
                    <a:pt x="62" y="48"/>
                  </a:cubicBezTo>
                  <a:cubicBezTo>
                    <a:pt x="83" y="39"/>
                    <a:pt x="105" y="29"/>
                    <a:pt x="127" y="22"/>
                  </a:cubicBezTo>
                  <a:cubicBezTo>
                    <a:pt x="149" y="16"/>
                    <a:pt x="174" y="12"/>
                    <a:pt x="193" y="3"/>
                  </a:cubicBezTo>
                  <a:cubicBezTo>
                    <a:pt x="159" y="0"/>
                    <a:pt x="119" y="17"/>
                    <a:pt x="86" y="27"/>
                  </a:cubicBezTo>
                  <a:cubicBezTo>
                    <a:pt x="70" y="32"/>
                    <a:pt x="57" y="38"/>
                    <a:pt x="41" y="44"/>
                  </a:cubicBezTo>
                  <a:cubicBezTo>
                    <a:pt x="36" y="45"/>
                    <a:pt x="20" y="51"/>
                    <a:pt x="24" y="40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Freeform 70">
              <a:extLst>
                <a:ext uri="{FF2B5EF4-FFF2-40B4-BE49-F238E27FC236}">
                  <a16:creationId xmlns:a16="http://schemas.microsoft.com/office/drawing/2014/main" id="{E091F4B0-C2D1-4E0F-A997-3CB49143F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508"/>
              <a:ext cx="663" cy="189"/>
            </a:xfrm>
            <a:custGeom>
              <a:avLst/>
              <a:gdLst>
                <a:gd name="T0" fmla="*/ 0 w 336"/>
                <a:gd name="T1" fmla="*/ 0 h 96"/>
                <a:gd name="T2" fmla="*/ 369 w 336"/>
                <a:gd name="T3" fmla="*/ 144 h 96"/>
                <a:gd name="T4" fmla="*/ 655 w 336"/>
                <a:gd name="T5" fmla="*/ 299 h 96"/>
                <a:gd name="T6" fmla="*/ 1097 w 336"/>
                <a:gd name="T7" fmla="*/ 597 h 96"/>
                <a:gd name="T8" fmla="*/ 1705 w 336"/>
                <a:gd name="T9" fmla="*/ 616 h 96"/>
                <a:gd name="T10" fmla="*/ 2145 w 336"/>
                <a:gd name="T11" fmla="*/ 449 h 96"/>
                <a:gd name="T12" fmla="*/ 2437 w 336"/>
                <a:gd name="T13" fmla="*/ 307 h 96"/>
                <a:gd name="T14" fmla="*/ 2581 w 336"/>
                <a:gd name="T15" fmla="*/ 221 h 96"/>
                <a:gd name="T16" fmla="*/ 2113 w 336"/>
                <a:gd name="T17" fmla="*/ 329 h 96"/>
                <a:gd name="T18" fmla="*/ 1612 w 336"/>
                <a:gd name="T19" fmla="*/ 465 h 96"/>
                <a:gd name="T20" fmla="*/ 1004 w 336"/>
                <a:gd name="T21" fmla="*/ 441 h 96"/>
                <a:gd name="T22" fmla="*/ 521 w 336"/>
                <a:gd name="T23" fmla="*/ 213 h 96"/>
                <a:gd name="T24" fmla="*/ 8 w 336"/>
                <a:gd name="T25" fmla="*/ 63 h 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6" h="96">
                  <a:moveTo>
                    <a:pt x="0" y="0"/>
                  </a:moveTo>
                  <a:cubicBezTo>
                    <a:pt x="9" y="11"/>
                    <a:pt x="35" y="14"/>
                    <a:pt x="48" y="19"/>
                  </a:cubicBezTo>
                  <a:cubicBezTo>
                    <a:pt x="61" y="25"/>
                    <a:pt x="73" y="33"/>
                    <a:pt x="85" y="39"/>
                  </a:cubicBezTo>
                  <a:cubicBezTo>
                    <a:pt x="106" y="50"/>
                    <a:pt x="124" y="65"/>
                    <a:pt x="143" y="78"/>
                  </a:cubicBezTo>
                  <a:cubicBezTo>
                    <a:pt x="168" y="96"/>
                    <a:pt x="194" y="88"/>
                    <a:pt x="222" y="81"/>
                  </a:cubicBezTo>
                  <a:cubicBezTo>
                    <a:pt x="242" y="76"/>
                    <a:pt x="261" y="68"/>
                    <a:pt x="279" y="59"/>
                  </a:cubicBezTo>
                  <a:cubicBezTo>
                    <a:pt x="292" y="53"/>
                    <a:pt x="304" y="46"/>
                    <a:pt x="317" y="40"/>
                  </a:cubicBezTo>
                  <a:cubicBezTo>
                    <a:pt x="323" y="38"/>
                    <a:pt x="332" y="34"/>
                    <a:pt x="336" y="29"/>
                  </a:cubicBezTo>
                  <a:cubicBezTo>
                    <a:pt x="322" y="20"/>
                    <a:pt x="289" y="37"/>
                    <a:pt x="275" y="43"/>
                  </a:cubicBezTo>
                  <a:cubicBezTo>
                    <a:pt x="254" y="51"/>
                    <a:pt x="233" y="56"/>
                    <a:pt x="210" y="61"/>
                  </a:cubicBezTo>
                  <a:cubicBezTo>
                    <a:pt x="184" y="66"/>
                    <a:pt x="156" y="72"/>
                    <a:pt x="131" y="58"/>
                  </a:cubicBezTo>
                  <a:cubicBezTo>
                    <a:pt x="111" y="47"/>
                    <a:pt x="91" y="34"/>
                    <a:pt x="68" y="28"/>
                  </a:cubicBezTo>
                  <a:cubicBezTo>
                    <a:pt x="46" y="22"/>
                    <a:pt x="25" y="9"/>
                    <a:pt x="1" y="8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71">
              <a:extLst>
                <a:ext uri="{FF2B5EF4-FFF2-40B4-BE49-F238E27FC236}">
                  <a16:creationId xmlns:a16="http://schemas.microsoft.com/office/drawing/2014/main" id="{5041F055-0646-421C-A37D-88BCD2D2C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658"/>
              <a:ext cx="418" cy="177"/>
            </a:xfrm>
            <a:custGeom>
              <a:avLst/>
              <a:gdLst>
                <a:gd name="T0" fmla="*/ 1341 w 212"/>
                <a:gd name="T1" fmla="*/ 0 h 90"/>
                <a:gd name="T2" fmla="*/ 1625 w 212"/>
                <a:gd name="T3" fmla="*/ 189 h 90"/>
                <a:gd name="T4" fmla="*/ 765 w 212"/>
                <a:gd name="T5" fmla="*/ 549 h 90"/>
                <a:gd name="T6" fmla="*/ 444 w 212"/>
                <a:gd name="T7" fmla="*/ 661 h 90"/>
                <a:gd name="T8" fmla="*/ 0 w 212"/>
                <a:gd name="T9" fmla="*/ 541 h 90"/>
                <a:gd name="T10" fmla="*/ 980 w 212"/>
                <a:gd name="T11" fmla="*/ 348 h 90"/>
                <a:gd name="T12" fmla="*/ 1357 w 212"/>
                <a:gd name="T13" fmla="*/ 181 h 90"/>
                <a:gd name="T14" fmla="*/ 1357 w 212"/>
                <a:gd name="T15" fmla="*/ 24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90">
                  <a:moveTo>
                    <a:pt x="175" y="0"/>
                  </a:moveTo>
                  <a:cubicBezTo>
                    <a:pt x="183" y="0"/>
                    <a:pt x="210" y="15"/>
                    <a:pt x="212" y="25"/>
                  </a:cubicBezTo>
                  <a:cubicBezTo>
                    <a:pt x="181" y="48"/>
                    <a:pt x="136" y="58"/>
                    <a:pt x="100" y="72"/>
                  </a:cubicBezTo>
                  <a:cubicBezTo>
                    <a:pt x="87" y="76"/>
                    <a:pt x="71" y="85"/>
                    <a:pt x="58" y="87"/>
                  </a:cubicBezTo>
                  <a:cubicBezTo>
                    <a:pt x="35" y="90"/>
                    <a:pt x="20" y="78"/>
                    <a:pt x="0" y="71"/>
                  </a:cubicBezTo>
                  <a:cubicBezTo>
                    <a:pt x="42" y="71"/>
                    <a:pt x="88" y="61"/>
                    <a:pt x="128" y="46"/>
                  </a:cubicBezTo>
                  <a:cubicBezTo>
                    <a:pt x="143" y="41"/>
                    <a:pt x="165" y="34"/>
                    <a:pt x="177" y="24"/>
                  </a:cubicBezTo>
                  <a:cubicBezTo>
                    <a:pt x="186" y="17"/>
                    <a:pt x="188" y="11"/>
                    <a:pt x="177" y="3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72">
              <a:extLst>
                <a:ext uri="{FF2B5EF4-FFF2-40B4-BE49-F238E27FC236}">
                  <a16:creationId xmlns:a16="http://schemas.microsoft.com/office/drawing/2014/main" id="{E40E5C02-576E-414B-A30F-AABB9C140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431"/>
              <a:ext cx="116" cy="114"/>
            </a:xfrm>
            <a:custGeom>
              <a:avLst/>
              <a:gdLst>
                <a:gd name="T0" fmla="*/ 220 w 59"/>
                <a:gd name="T1" fmla="*/ 69 h 58"/>
                <a:gd name="T2" fmla="*/ 448 w 59"/>
                <a:gd name="T3" fmla="*/ 0 h 58"/>
                <a:gd name="T4" fmla="*/ 244 w 59"/>
                <a:gd name="T5" fmla="*/ 181 h 58"/>
                <a:gd name="T6" fmla="*/ 0 w 59"/>
                <a:gd name="T7" fmla="*/ 440 h 58"/>
                <a:gd name="T8" fmla="*/ 167 w 59"/>
                <a:gd name="T9" fmla="*/ 220 h 58"/>
                <a:gd name="T10" fmla="*/ 228 w 59"/>
                <a:gd name="T11" fmla="*/ 8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8">
                  <a:moveTo>
                    <a:pt x="29" y="9"/>
                  </a:moveTo>
                  <a:cubicBezTo>
                    <a:pt x="39" y="7"/>
                    <a:pt x="49" y="1"/>
                    <a:pt x="59" y="0"/>
                  </a:cubicBezTo>
                  <a:cubicBezTo>
                    <a:pt x="54" y="9"/>
                    <a:pt x="40" y="16"/>
                    <a:pt x="32" y="24"/>
                  </a:cubicBezTo>
                  <a:cubicBezTo>
                    <a:pt x="22" y="33"/>
                    <a:pt x="12" y="52"/>
                    <a:pt x="0" y="58"/>
                  </a:cubicBezTo>
                  <a:cubicBezTo>
                    <a:pt x="0" y="49"/>
                    <a:pt x="16" y="36"/>
                    <a:pt x="22" y="29"/>
                  </a:cubicBezTo>
                  <a:cubicBezTo>
                    <a:pt x="26" y="25"/>
                    <a:pt x="42" y="11"/>
                    <a:pt x="30" y="11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73">
              <a:extLst>
                <a:ext uri="{FF2B5EF4-FFF2-40B4-BE49-F238E27FC236}">
                  <a16:creationId xmlns:a16="http://schemas.microsoft.com/office/drawing/2014/main" id="{34CFDDA9-0F8C-42DB-9D31-D7CD1FD86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123"/>
              <a:ext cx="401" cy="272"/>
            </a:xfrm>
            <a:custGeom>
              <a:avLst/>
              <a:gdLst>
                <a:gd name="T0" fmla="*/ 0 w 203"/>
                <a:gd name="T1" fmla="*/ 1009 h 138"/>
                <a:gd name="T2" fmla="*/ 269 w 203"/>
                <a:gd name="T3" fmla="*/ 1025 h 138"/>
                <a:gd name="T4" fmla="*/ 492 w 203"/>
                <a:gd name="T5" fmla="*/ 1025 h 138"/>
                <a:gd name="T6" fmla="*/ 840 w 203"/>
                <a:gd name="T7" fmla="*/ 1017 h 138"/>
                <a:gd name="T8" fmla="*/ 1041 w 203"/>
                <a:gd name="T9" fmla="*/ 804 h 138"/>
                <a:gd name="T10" fmla="*/ 1248 w 203"/>
                <a:gd name="T11" fmla="*/ 512 h 138"/>
                <a:gd name="T12" fmla="*/ 1424 w 203"/>
                <a:gd name="T13" fmla="*/ 237 h 138"/>
                <a:gd name="T14" fmla="*/ 1533 w 203"/>
                <a:gd name="T15" fmla="*/ 0 h 138"/>
                <a:gd name="T16" fmla="*/ 1108 w 203"/>
                <a:gd name="T17" fmla="*/ 520 h 138"/>
                <a:gd name="T18" fmla="*/ 784 w 203"/>
                <a:gd name="T19" fmla="*/ 867 h 138"/>
                <a:gd name="T20" fmla="*/ 71 w 203"/>
                <a:gd name="T21" fmla="*/ 1041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3" h="138">
                  <a:moveTo>
                    <a:pt x="0" y="132"/>
                  </a:moveTo>
                  <a:cubicBezTo>
                    <a:pt x="9" y="137"/>
                    <a:pt x="25" y="133"/>
                    <a:pt x="35" y="134"/>
                  </a:cubicBezTo>
                  <a:cubicBezTo>
                    <a:pt x="45" y="134"/>
                    <a:pt x="55" y="134"/>
                    <a:pt x="64" y="134"/>
                  </a:cubicBezTo>
                  <a:cubicBezTo>
                    <a:pt x="77" y="133"/>
                    <a:pt x="97" y="138"/>
                    <a:pt x="109" y="133"/>
                  </a:cubicBezTo>
                  <a:cubicBezTo>
                    <a:pt x="121" y="129"/>
                    <a:pt x="127" y="114"/>
                    <a:pt x="135" y="105"/>
                  </a:cubicBezTo>
                  <a:cubicBezTo>
                    <a:pt x="146" y="94"/>
                    <a:pt x="154" y="81"/>
                    <a:pt x="162" y="67"/>
                  </a:cubicBezTo>
                  <a:cubicBezTo>
                    <a:pt x="170" y="55"/>
                    <a:pt x="177" y="43"/>
                    <a:pt x="185" y="31"/>
                  </a:cubicBezTo>
                  <a:cubicBezTo>
                    <a:pt x="190" y="23"/>
                    <a:pt x="203" y="10"/>
                    <a:pt x="199" y="0"/>
                  </a:cubicBezTo>
                  <a:cubicBezTo>
                    <a:pt x="175" y="11"/>
                    <a:pt x="160" y="48"/>
                    <a:pt x="144" y="68"/>
                  </a:cubicBezTo>
                  <a:cubicBezTo>
                    <a:pt x="132" y="83"/>
                    <a:pt x="119" y="103"/>
                    <a:pt x="102" y="113"/>
                  </a:cubicBezTo>
                  <a:cubicBezTo>
                    <a:pt x="76" y="127"/>
                    <a:pt x="39" y="132"/>
                    <a:pt x="9" y="136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Freeform 74">
              <a:extLst>
                <a:ext uri="{FF2B5EF4-FFF2-40B4-BE49-F238E27FC236}">
                  <a16:creationId xmlns:a16="http://schemas.microsoft.com/office/drawing/2014/main" id="{045480EC-A461-4D35-A1A2-4FA030C69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308"/>
              <a:ext cx="215" cy="125"/>
            </a:xfrm>
            <a:custGeom>
              <a:avLst/>
              <a:gdLst>
                <a:gd name="T0" fmla="*/ 0 w 109"/>
                <a:gd name="T1" fmla="*/ 468 h 63"/>
                <a:gd name="T2" fmla="*/ 308 w 109"/>
                <a:gd name="T3" fmla="*/ 359 h 63"/>
                <a:gd name="T4" fmla="*/ 513 w 109"/>
                <a:gd name="T5" fmla="*/ 343 h 63"/>
                <a:gd name="T6" fmla="*/ 696 w 109"/>
                <a:gd name="T7" fmla="*/ 236 h 63"/>
                <a:gd name="T8" fmla="*/ 775 w 109"/>
                <a:gd name="T9" fmla="*/ 111 h 63"/>
                <a:gd name="T10" fmla="*/ 828 w 109"/>
                <a:gd name="T11" fmla="*/ 0 h 63"/>
                <a:gd name="T12" fmla="*/ 684 w 109"/>
                <a:gd name="T13" fmla="*/ 141 h 63"/>
                <a:gd name="T14" fmla="*/ 521 w 109"/>
                <a:gd name="T15" fmla="*/ 256 h 63"/>
                <a:gd name="T16" fmla="*/ 63 w 109"/>
                <a:gd name="T17" fmla="*/ 492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63">
                  <a:moveTo>
                    <a:pt x="0" y="60"/>
                  </a:moveTo>
                  <a:cubicBezTo>
                    <a:pt x="14" y="54"/>
                    <a:pt x="26" y="50"/>
                    <a:pt x="40" y="46"/>
                  </a:cubicBezTo>
                  <a:cubicBezTo>
                    <a:pt x="49" y="44"/>
                    <a:pt x="57" y="45"/>
                    <a:pt x="67" y="44"/>
                  </a:cubicBezTo>
                  <a:cubicBezTo>
                    <a:pt x="78" y="42"/>
                    <a:pt x="85" y="40"/>
                    <a:pt x="91" y="30"/>
                  </a:cubicBezTo>
                  <a:cubicBezTo>
                    <a:pt x="95" y="24"/>
                    <a:pt x="97" y="19"/>
                    <a:pt x="101" y="14"/>
                  </a:cubicBezTo>
                  <a:cubicBezTo>
                    <a:pt x="105" y="9"/>
                    <a:pt x="109" y="7"/>
                    <a:pt x="108" y="0"/>
                  </a:cubicBezTo>
                  <a:cubicBezTo>
                    <a:pt x="100" y="1"/>
                    <a:pt x="94" y="12"/>
                    <a:pt x="89" y="18"/>
                  </a:cubicBezTo>
                  <a:cubicBezTo>
                    <a:pt x="83" y="25"/>
                    <a:pt x="76" y="29"/>
                    <a:pt x="68" y="33"/>
                  </a:cubicBezTo>
                  <a:cubicBezTo>
                    <a:pt x="47" y="42"/>
                    <a:pt x="27" y="51"/>
                    <a:pt x="8" y="63"/>
                  </a:cubicBezTo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75">
              <a:extLst>
                <a:ext uri="{FF2B5EF4-FFF2-40B4-BE49-F238E27FC236}">
                  <a16:creationId xmlns:a16="http://schemas.microsoft.com/office/drawing/2014/main" id="{FAAC4606-8E93-40AD-8565-79BF96D64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381"/>
              <a:ext cx="6" cy="34"/>
            </a:xfrm>
            <a:custGeom>
              <a:avLst/>
              <a:gdLst>
                <a:gd name="T0" fmla="*/ 24 w 3"/>
                <a:gd name="T1" fmla="*/ 0 h 17"/>
                <a:gd name="T2" fmla="*/ 0 w 3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3" y="0"/>
                  </a:moveTo>
                  <a:cubicBezTo>
                    <a:pt x="2" y="5"/>
                    <a:pt x="1" y="11"/>
                    <a:pt x="0" y="17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Freeform 76">
              <a:extLst>
                <a:ext uri="{FF2B5EF4-FFF2-40B4-BE49-F238E27FC236}">
                  <a16:creationId xmlns:a16="http://schemas.microsoft.com/office/drawing/2014/main" id="{A0DDAA6B-FFB0-4F54-8F03-C8978774C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745"/>
              <a:ext cx="7" cy="33"/>
            </a:xfrm>
            <a:custGeom>
              <a:avLst/>
              <a:gdLst>
                <a:gd name="T0" fmla="*/ 21 w 4"/>
                <a:gd name="T1" fmla="*/ 0 h 17"/>
                <a:gd name="T2" fmla="*/ 0 w 4"/>
                <a:gd name="T3" fmla="*/ 12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0"/>
                  </a:moveTo>
                  <a:cubicBezTo>
                    <a:pt x="4" y="5"/>
                    <a:pt x="2" y="13"/>
                    <a:pt x="0" y="17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Freeform 77">
              <a:extLst>
                <a:ext uri="{FF2B5EF4-FFF2-40B4-BE49-F238E27FC236}">
                  <a16:creationId xmlns:a16="http://schemas.microsoft.com/office/drawing/2014/main" id="{F79B1FF3-E0FB-4151-82BD-D26D03490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332"/>
              <a:ext cx="819" cy="1082"/>
            </a:xfrm>
            <a:custGeom>
              <a:avLst/>
              <a:gdLst>
                <a:gd name="T0" fmla="*/ 1960 w 415"/>
                <a:gd name="T1" fmla="*/ 4172 h 548"/>
                <a:gd name="T2" fmla="*/ 2544 w 415"/>
                <a:gd name="T3" fmla="*/ 3996 h 548"/>
                <a:gd name="T4" fmla="*/ 2544 w 415"/>
                <a:gd name="T5" fmla="*/ 1649 h 548"/>
                <a:gd name="T6" fmla="*/ 424 w 415"/>
                <a:gd name="T7" fmla="*/ 460 h 548"/>
                <a:gd name="T8" fmla="*/ 0 w 415"/>
                <a:gd name="T9" fmla="*/ 1017 h 548"/>
                <a:gd name="T10" fmla="*/ 245 w 415"/>
                <a:gd name="T11" fmla="*/ 861 h 548"/>
                <a:gd name="T12" fmla="*/ 385 w 415"/>
                <a:gd name="T13" fmla="*/ 748 h 548"/>
                <a:gd name="T14" fmla="*/ 2137 w 415"/>
                <a:gd name="T15" fmla="*/ 1909 h 548"/>
                <a:gd name="T16" fmla="*/ 2212 w 415"/>
                <a:gd name="T17" fmla="*/ 4012 h 548"/>
                <a:gd name="T18" fmla="*/ 2092 w 415"/>
                <a:gd name="T19" fmla="*/ 4058 h 548"/>
                <a:gd name="T20" fmla="*/ 1960 w 415"/>
                <a:gd name="T21" fmla="*/ 4172 h 5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5" h="548">
                  <a:moveTo>
                    <a:pt x="255" y="542"/>
                  </a:moveTo>
                  <a:cubicBezTo>
                    <a:pt x="286" y="548"/>
                    <a:pt x="306" y="534"/>
                    <a:pt x="331" y="519"/>
                  </a:cubicBezTo>
                  <a:cubicBezTo>
                    <a:pt x="415" y="472"/>
                    <a:pt x="407" y="348"/>
                    <a:pt x="331" y="214"/>
                  </a:cubicBezTo>
                  <a:cubicBezTo>
                    <a:pt x="256" y="79"/>
                    <a:pt x="130" y="0"/>
                    <a:pt x="55" y="60"/>
                  </a:cubicBezTo>
                  <a:cubicBezTo>
                    <a:pt x="39" y="72"/>
                    <a:pt x="9" y="92"/>
                    <a:pt x="0" y="132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7" y="106"/>
                    <a:pt x="43" y="101"/>
                    <a:pt x="50" y="97"/>
                  </a:cubicBezTo>
                  <a:cubicBezTo>
                    <a:pt x="110" y="63"/>
                    <a:pt x="212" y="131"/>
                    <a:pt x="278" y="248"/>
                  </a:cubicBezTo>
                  <a:cubicBezTo>
                    <a:pt x="343" y="365"/>
                    <a:pt x="348" y="487"/>
                    <a:pt x="288" y="521"/>
                  </a:cubicBezTo>
                  <a:cubicBezTo>
                    <a:pt x="283" y="524"/>
                    <a:pt x="277" y="526"/>
                    <a:pt x="272" y="527"/>
                  </a:cubicBezTo>
                  <a:lnTo>
                    <a:pt x="255" y="542"/>
                  </a:lnTo>
                  <a:close/>
                </a:path>
              </a:pathLst>
            </a:custGeom>
            <a:solidFill>
              <a:srgbClr val="D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7" name="Freeform 78">
              <a:extLst>
                <a:ext uri="{FF2B5EF4-FFF2-40B4-BE49-F238E27FC236}">
                  <a16:creationId xmlns:a16="http://schemas.microsoft.com/office/drawing/2014/main" id="{AA5CF0EC-B707-4E3C-B02A-2B21A84AF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928"/>
              <a:ext cx="605" cy="576"/>
            </a:xfrm>
            <a:custGeom>
              <a:avLst/>
              <a:gdLst>
                <a:gd name="T0" fmla="*/ 0 w 307"/>
                <a:gd name="T1" fmla="*/ 1176 h 292"/>
                <a:gd name="T2" fmla="*/ 229 w 307"/>
                <a:gd name="T3" fmla="*/ 1065 h 292"/>
                <a:gd name="T4" fmla="*/ 1468 w 307"/>
                <a:gd name="T5" fmla="*/ 1580 h 292"/>
                <a:gd name="T6" fmla="*/ 2176 w 307"/>
                <a:gd name="T7" fmla="*/ 1436 h 292"/>
                <a:gd name="T8" fmla="*/ 0 w 307"/>
                <a:gd name="T9" fmla="*/ 1176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292">
                  <a:moveTo>
                    <a:pt x="0" y="153"/>
                  </a:moveTo>
                  <a:cubicBezTo>
                    <a:pt x="30" y="139"/>
                    <a:pt x="30" y="139"/>
                    <a:pt x="30" y="139"/>
                  </a:cubicBezTo>
                  <a:cubicBezTo>
                    <a:pt x="30" y="139"/>
                    <a:pt x="93" y="120"/>
                    <a:pt x="192" y="206"/>
                  </a:cubicBezTo>
                  <a:cubicBezTo>
                    <a:pt x="291" y="292"/>
                    <a:pt x="307" y="226"/>
                    <a:pt x="284" y="187"/>
                  </a:cubicBezTo>
                  <a:cubicBezTo>
                    <a:pt x="259" y="145"/>
                    <a:pt x="57" y="0"/>
                    <a:pt x="0" y="153"/>
                  </a:cubicBezTo>
                  <a:close/>
                </a:path>
              </a:pathLst>
            </a:custGeom>
            <a:solidFill>
              <a:srgbClr val="D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8" name="Freeform 79">
              <a:extLst>
                <a:ext uri="{FF2B5EF4-FFF2-40B4-BE49-F238E27FC236}">
                  <a16:creationId xmlns:a16="http://schemas.microsoft.com/office/drawing/2014/main" id="{7A14D5A1-5E91-4145-A99D-4235D98DE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553"/>
              <a:ext cx="294" cy="608"/>
            </a:xfrm>
            <a:custGeom>
              <a:avLst/>
              <a:gdLst>
                <a:gd name="T0" fmla="*/ 284 w 149"/>
                <a:gd name="T1" fmla="*/ 2369 h 308"/>
                <a:gd name="T2" fmla="*/ 1067 w 149"/>
                <a:gd name="T3" fmla="*/ 1601 h 308"/>
                <a:gd name="T4" fmla="*/ 300 w 149"/>
                <a:gd name="T5" fmla="*/ 229 h 308"/>
                <a:gd name="T6" fmla="*/ 639 w 149"/>
                <a:gd name="T7" fmla="*/ 1376 h 308"/>
                <a:gd name="T8" fmla="*/ 284 w 149"/>
                <a:gd name="T9" fmla="*/ 2369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308">
                  <a:moveTo>
                    <a:pt x="37" y="308"/>
                  </a:moveTo>
                  <a:cubicBezTo>
                    <a:pt x="37" y="308"/>
                    <a:pt x="130" y="296"/>
                    <a:pt x="139" y="208"/>
                  </a:cubicBezTo>
                  <a:cubicBezTo>
                    <a:pt x="149" y="120"/>
                    <a:pt x="79" y="0"/>
                    <a:pt x="39" y="30"/>
                  </a:cubicBezTo>
                  <a:cubicBezTo>
                    <a:pt x="0" y="60"/>
                    <a:pt x="73" y="130"/>
                    <a:pt x="83" y="179"/>
                  </a:cubicBezTo>
                  <a:cubicBezTo>
                    <a:pt x="93" y="231"/>
                    <a:pt x="118" y="258"/>
                    <a:pt x="37" y="308"/>
                  </a:cubicBezTo>
                  <a:close/>
                </a:path>
              </a:pathLst>
            </a:custGeom>
            <a:solidFill>
              <a:srgbClr val="D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9" name="Freeform 80">
              <a:extLst>
                <a:ext uri="{FF2B5EF4-FFF2-40B4-BE49-F238E27FC236}">
                  <a16:creationId xmlns:a16="http://schemas.microsoft.com/office/drawing/2014/main" id="{2555D7A0-EBB0-4FE0-ABBA-1C4F4CB9E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385"/>
              <a:ext cx="772" cy="326"/>
            </a:xfrm>
            <a:custGeom>
              <a:avLst/>
              <a:gdLst>
                <a:gd name="T0" fmla="*/ 3009 w 391"/>
                <a:gd name="T1" fmla="*/ 184 h 165"/>
                <a:gd name="T2" fmla="*/ 2869 w 391"/>
                <a:gd name="T3" fmla="*/ 117 h 165"/>
                <a:gd name="T4" fmla="*/ 2557 w 391"/>
                <a:gd name="T5" fmla="*/ 101 h 165"/>
                <a:gd name="T6" fmla="*/ 1684 w 391"/>
                <a:gd name="T7" fmla="*/ 79 h 165"/>
                <a:gd name="T8" fmla="*/ 987 w 391"/>
                <a:gd name="T9" fmla="*/ 156 h 165"/>
                <a:gd name="T10" fmla="*/ 648 w 391"/>
                <a:gd name="T11" fmla="*/ 464 h 165"/>
                <a:gd name="T12" fmla="*/ 284 w 391"/>
                <a:gd name="T13" fmla="*/ 848 h 165"/>
                <a:gd name="T14" fmla="*/ 101 w 391"/>
                <a:gd name="T15" fmla="*/ 1081 h 165"/>
                <a:gd name="T16" fmla="*/ 39 w 391"/>
                <a:gd name="T17" fmla="*/ 1172 h 165"/>
                <a:gd name="T18" fmla="*/ 0 w 391"/>
                <a:gd name="T19" fmla="*/ 1272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1" h="165">
                  <a:moveTo>
                    <a:pt x="391" y="24"/>
                  </a:moveTo>
                  <a:cubicBezTo>
                    <a:pt x="387" y="18"/>
                    <a:pt x="379" y="17"/>
                    <a:pt x="373" y="15"/>
                  </a:cubicBezTo>
                  <a:cubicBezTo>
                    <a:pt x="360" y="11"/>
                    <a:pt x="346" y="12"/>
                    <a:pt x="332" y="13"/>
                  </a:cubicBezTo>
                  <a:cubicBezTo>
                    <a:pt x="295" y="15"/>
                    <a:pt x="257" y="10"/>
                    <a:pt x="219" y="10"/>
                  </a:cubicBezTo>
                  <a:cubicBezTo>
                    <a:pt x="192" y="9"/>
                    <a:pt x="150" y="0"/>
                    <a:pt x="128" y="20"/>
                  </a:cubicBezTo>
                  <a:cubicBezTo>
                    <a:pt x="114" y="34"/>
                    <a:pt x="98" y="47"/>
                    <a:pt x="84" y="60"/>
                  </a:cubicBezTo>
                  <a:cubicBezTo>
                    <a:pt x="67" y="76"/>
                    <a:pt x="52" y="93"/>
                    <a:pt x="37" y="110"/>
                  </a:cubicBezTo>
                  <a:cubicBezTo>
                    <a:pt x="28" y="119"/>
                    <a:pt x="20" y="130"/>
                    <a:pt x="13" y="140"/>
                  </a:cubicBezTo>
                  <a:cubicBezTo>
                    <a:pt x="10" y="144"/>
                    <a:pt x="7" y="148"/>
                    <a:pt x="5" y="152"/>
                  </a:cubicBezTo>
                  <a:cubicBezTo>
                    <a:pt x="2" y="156"/>
                    <a:pt x="2" y="162"/>
                    <a:pt x="0" y="165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0" name="Freeform 81">
              <a:extLst>
                <a:ext uri="{FF2B5EF4-FFF2-40B4-BE49-F238E27FC236}">
                  <a16:creationId xmlns:a16="http://schemas.microsoft.com/office/drawing/2014/main" id="{60CE3320-B3A4-4420-8303-FC1A407F6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103"/>
              <a:ext cx="306" cy="300"/>
            </a:xfrm>
            <a:custGeom>
              <a:avLst/>
              <a:gdLst>
                <a:gd name="T0" fmla="*/ 1192 w 155"/>
                <a:gd name="T1" fmla="*/ 32 h 152"/>
                <a:gd name="T2" fmla="*/ 892 w 155"/>
                <a:gd name="T3" fmla="*/ 207 h 152"/>
                <a:gd name="T4" fmla="*/ 529 w 155"/>
                <a:gd name="T5" fmla="*/ 647 h 152"/>
                <a:gd name="T6" fmla="*/ 132 w 155"/>
                <a:gd name="T7" fmla="*/ 1168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52">
                  <a:moveTo>
                    <a:pt x="155" y="4"/>
                  </a:moveTo>
                  <a:cubicBezTo>
                    <a:pt x="140" y="0"/>
                    <a:pt x="124" y="18"/>
                    <a:pt x="116" y="27"/>
                  </a:cubicBezTo>
                  <a:cubicBezTo>
                    <a:pt x="100" y="46"/>
                    <a:pt x="88" y="68"/>
                    <a:pt x="69" y="84"/>
                  </a:cubicBezTo>
                  <a:cubicBezTo>
                    <a:pt x="63" y="89"/>
                    <a:pt x="0" y="144"/>
                    <a:pt x="17" y="152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1" name="Freeform 82">
              <a:extLst>
                <a:ext uri="{FF2B5EF4-FFF2-40B4-BE49-F238E27FC236}">
                  <a16:creationId xmlns:a16="http://schemas.microsoft.com/office/drawing/2014/main" id="{6F4A7895-67F0-4995-BFAD-D564FB2F3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298"/>
              <a:ext cx="781" cy="1036"/>
            </a:xfrm>
            <a:custGeom>
              <a:avLst/>
              <a:gdLst>
                <a:gd name="T0" fmla="*/ 1941 w 396"/>
                <a:gd name="T1" fmla="*/ 4033 h 525"/>
                <a:gd name="T2" fmla="*/ 2392 w 396"/>
                <a:gd name="T3" fmla="*/ 3882 h 525"/>
                <a:gd name="T4" fmla="*/ 2461 w 396"/>
                <a:gd name="T5" fmla="*/ 1523 h 525"/>
                <a:gd name="T6" fmla="*/ 331 w 396"/>
                <a:gd name="T7" fmla="*/ 363 h 525"/>
                <a:gd name="T8" fmla="*/ 0 w 396"/>
                <a:gd name="T9" fmla="*/ 884 h 525"/>
                <a:gd name="T10" fmla="*/ 168 w 396"/>
                <a:gd name="T11" fmla="*/ 736 h 525"/>
                <a:gd name="T12" fmla="*/ 308 w 396"/>
                <a:gd name="T13" fmla="*/ 631 h 525"/>
                <a:gd name="T14" fmla="*/ 2049 w 396"/>
                <a:gd name="T15" fmla="*/ 1792 h 525"/>
                <a:gd name="T16" fmla="*/ 2132 w 396"/>
                <a:gd name="T17" fmla="*/ 3889 h 525"/>
                <a:gd name="T18" fmla="*/ 2004 w 396"/>
                <a:gd name="T19" fmla="*/ 3933 h 525"/>
                <a:gd name="T20" fmla="*/ 1941 w 396"/>
                <a:gd name="T21" fmla="*/ 4033 h 5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6" h="525">
                  <a:moveTo>
                    <a:pt x="253" y="525"/>
                  </a:moveTo>
                  <a:cubicBezTo>
                    <a:pt x="281" y="525"/>
                    <a:pt x="287" y="519"/>
                    <a:pt x="312" y="505"/>
                  </a:cubicBezTo>
                  <a:cubicBezTo>
                    <a:pt x="396" y="458"/>
                    <a:pt x="396" y="333"/>
                    <a:pt x="321" y="198"/>
                  </a:cubicBezTo>
                  <a:cubicBezTo>
                    <a:pt x="245" y="64"/>
                    <a:pt x="127" y="0"/>
                    <a:pt x="43" y="47"/>
                  </a:cubicBezTo>
                  <a:cubicBezTo>
                    <a:pt x="12" y="65"/>
                    <a:pt x="10" y="75"/>
                    <a:pt x="0" y="115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27" y="91"/>
                    <a:pt x="33" y="86"/>
                    <a:pt x="40" y="82"/>
                  </a:cubicBezTo>
                  <a:cubicBezTo>
                    <a:pt x="100" y="48"/>
                    <a:pt x="202" y="116"/>
                    <a:pt x="267" y="233"/>
                  </a:cubicBezTo>
                  <a:cubicBezTo>
                    <a:pt x="333" y="350"/>
                    <a:pt x="338" y="472"/>
                    <a:pt x="278" y="506"/>
                  </a:cubicBezTo>
                  <a:cubicBezTo>
                    <a:pt x="273" y="509"/>
                    <a:pt x="267" y="511"/>
                    <a:pt x="261" y="512"/>
                  </a:cubicBezTo>
                  <a:lnTo>
                    <a:pt x="253" y="525"/>
                  </a:lnTo>
                  <a:close/>
                </a:path>
              </a:pathLst>
            </a:custGeom>
            <a:solidFill>
              <a:srgbClr val="D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2" name="Freeform 83">
              <a:extLst>
                <a:ext uri="{FF2B5EF4-FFF2-40B4-BE49-F238E27FC236}">
                  <a16:creationId xmlns:a16="http://schemas.microsoft.com/office/drawing/2014/main" id="{8C796F04-68AD-4C9E-A243-22A54D489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602"/>
              <a:ext cx="451" cy="343"/>
            </a:xfrm>
            <a:custGeom>
              <a:avLst/>
              <a:gdLst>
                <a:gd name="T0" fmla="*/ 0 w 229"/>
                <a:gd name="T1" fmla="*/ 392 h 174"/>
                <a:gd name="T2" fmla="*/ 624 w 229"/>
                <a:gd name="T3" fmla="*/ 16 h 174"/>
                <a:gd name="T4" fmla="*/ 1404 w 229"/>
                <a:gd name="T5" fmla="*/ 1064 h 174"/>
                <a:gd name="T6" fmla="*/ 0 w 229"/>
                <a:gd name="T7" fmla="*/ 392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9" h="174">
                  <a:moveTo>
                    <a:pt x="0" y="51"/>
                  </a:moveTo>
                  <a:cubicBezTo>
                    <a:pt x="0" y="51"/>
                    <a:pt x="26" y="0"/>
                    <a:pt x="82" y="2"/>
                  </a:cubicBezTo>
                  <a:cubicBezTo>
                    <a:pt x="153" y="3"/>
                    <a:pt x="229" y="105"/>
                    <a:pt x="184" y="139"/>
                  </a:cubicBezTo>
                  <a:cubicBezTo>
                    <a:pt x="139" y="174"/>
                    <a:pt x="132" y="30"/>
                    <a:pt x="0" y="51"/>
                  </a:cubicBezTo>
                  <a:close/>
                </a:path>
              </a:pathLst>
            </a:custGeom>
            <a:solidFill>
              <a:srgbClr val="D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3" name="Freeform 84">
              <a:extLst>
                <a:ext uri="{FF2B5EF4-FFF2-40B4-BE49-F238E27FC236}">
                  <a16:creationId xmlns:a16="http://schemas.microsoft.com/office/drawing/2014/main" id="{09A9158D-40F0-4AD7-88EF-AB9AB0007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139"/>
              <a:ext cx="403" cy="773"/>
            </a:xfrm>
            <a:custGeom>
              <a:avLst/>
              <a:gdLst>
                <a:gd name="T0" fmla="*/ 1572 w 204"/>
                <a:gd name="T1" fmla="*/ 736 h 392"/>
                <a:gd name="T2" fmla="*/ 757 w 204"/>
                <a:gd name="T3" fmla="*/ 1704 h 392"/>
                <a:gd name="T4" fmla="*/ 1503 w 204"/>
                <a:gd name="T5" fmla="*/ 2597 h 392"/>
                <a:gd name="T6" fmla="*/ 616 w 204"/>
                <a:gd name="T7" fmla="*/ 2556 h 392"/>
                <a:gd name="T8" fmla="*/ 1572 w 204"/>
                <a:gd name="T9" fmla="*/ 736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392">
                  <a:moveTo>
                    <a:pt x="204" y="96"/>
                  </a:moveTo>
                  <a:cubicBezTo>
                    <a:pt x="204" y="96"/>
                    <a:pt x="114" y="83"/>
                    <a:pt x="98" y="222"/>
                  </a:cubicBezTo>
                  <a:cubicBezTo>
                    <a:pt x="85" y="340"/>
                    <a:pt x="145" y="356"/>
                    <a:pt x="195" y="339"/>
                  </a:cubicBezTo>
                  <a:cubicBezTo>
                    <a:pt x="195" y="339"/>
                    <a:pt x="134" y="392"/>
                    <a:pt x="80" y="333"/>
                  </a:cubicBezTo>
                  <a:cubicBezTo>
                    <a:pt x="0" y="247"/>
                    <a:pt x="72" y="0"/>
                    <a:pt x="204" y="96"/>
                  </a:cubicBezTo>
                  <a:close/>
                </a:path>
              </a:pathLst>
            </a:custGeom>
            <a:solidFill>
              <a:srgbClr val="D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Freeform 85">
              <a:extLst>
                <a:ext uri="{FF2B5EF4-FFF2-40B4-BE49-F238E27FC236}">
                  <a16:creationId xmlns:a16="http://schemas.microsoft.com/office/drawing/2014/main" id="{BCD5C021-B456-4572-A7B6-E03564D25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318"/>
              <a:ext cx="282" cy="521"/>
            </a:xfrm>
            <a:custGeom>
              <a:avLst/>
              <a:gdLst>
                <a:gd name="T0" fmla="*/ 1073 w 143"/>
                <a:gd name="T1" fmla="*/ 292 h 264"/>
                <a:gd name="T2" fmla="*/ 883 w 143"/>
                <a:gd name="T3" fmla="*/ 191 h 264"/>
                <a:gd name="T4" fmla="*/ 377 w 143"/>
                <a:gd name="T5" fmla="*/ 1121 h 264"/>
                <a:gd name="T6" fmla="*/ 844 w 143"/>
                <a:gd name="T7" fmla="*/ 1831 h 264"/>
                <a:gd name="T8" fmla="*/ 1096 w 143"/>
                <a:gd name="T9" fmla="*/ 1824 h 264"/>
                <a:gd name="T10" fmla="*/ 653 w 143"/>
                <a:gd name="T11" fmla="*/ 2029 h 264"/>
                <a:gd name="T12" fmla="*/ 116 w 143"/>
                <a:gd name="T13" fmla="*/ 813 h 264"/>
                <a:gd name="T14" fmla="*/ 1073 w 143"/>
                <a:gd name="T15" fmla="*/ 292 h 2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264">
                  <a:moveTo>
                    <a:pt x="140" y="38"/>
                  </a:moveTo>
                  <a:cubicBezTo>
                    <a:pt x="115" y="25"/>
                    <a:pt x="115" y="25"/>
                    <a:pt x="115" y="25"/>
                  </a:cubicBezTo>
                  <a:cubicBezTo>
                    <a:pt x="115" y="25"/>
                    <a:pt x="46" y="34"/>
                    <a:pt x="49" y="146"/>
                  </a:cubicBezTo>
                  <a:cubicBezTo>
                    <a:pt x="52" y="232"/>
                    <a:pt x="93" y="238"/>
                    <a:pt x="110" y="238"/>
                  </a:cubicBezTo>
                  <a:cubicBezTo>
                    <a:pt x="127" y="238"/>
                    <a:pt x="143" y="237"/>
                    <a:pt x="143" y="237"/>
                  </a:cubicBezTo>
                  <a:cubicBezTo>
                    <a:pt x="143" y="237"/>
                    <a:pt x="121" y="264"/>
                    <a:pt x="85" y="264"/>
                  </a:cubicBezTo>
                  <a:cubicBezTo>
                    <a:pt x="53" y="264"/>
                    <a:pt x="0" y="224"/>
                    <a:pt x="15" y="106"/>
                  </a:cubicBezTo>
                  <a:cubicBezTo>
                    <a:pt x="29" y="0"/>
                    <a:pt x="124" y="8"/>
                    <a:pt x="140" y="38"/>
                  </a:cubicBezTo>
                  <a:close/>
                </a:path>
              </a:pathLst>
            </a:custGeom>
            <a:solidFill>
              <a:srgbClr val="D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5" name="Freeform 86">
              <a:extLst>
                <a:ext uri="{FF2B5EF4-FFF2-40B4-BE49-F238E27FC236}">
                  <a16:creationId xmlns:a16="http://schemas.microsoft.com/office/drawing/2014/main" id="{A24B51E8-1A9A-465D-8A06-039E41381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326"/>
              <a:ext cx="268" cy="207"/>
            </a:xfrm>
            <a:custGeom>
              <a:avLst/>
              <a:gdLst>
                <a:gd name="T0" fmla="*/ 0 w 136"/>
                <a:gd name="T1" fmla="*/ 0 h 105"/>
                <a:gd name="T2" fmla="*/ 268 w 136"/>
                <a:gd name="T3" fmla="*/ 221 h 105"/>
                <a:gd name="T4" fmla="*/ 597 w 136"/>
                <a:gd name="T5" fmla="*/ 428 h 105"/>
                <a:gd name="T6" fmla="*/ 1033 w 136"/>
                <a:gd name="T7" fmla="*/ 804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05">
                  <a:moveTo>
                    <a:pt x="0" y="0"/>
                  </a:moveTo>
                  <a:cubicBezTo>
                    <a:pt x="1" y="14"/>
                    <a:pt x="26" y="23"/>
                    <a:pt x="35" y="29"/>
                  </a:cubicBezTo>
                  <a:cubicBezTo>
                    <a:pt x="49" y="38"/>
                    <a:pt x="65" y="46"/>
                    <a:pt x="78" y="56"/>
                  </a:cubicBezTo>
                  <a:cubicBezTo>
                    <a:pt x="93" y="66"/>
                    <a:pt x="136" y="84"/>
                    <a:pt x="135" y="105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6" name="Freeform 87">
              <a:extLst>
                <a:ext uri="{FF2B5EF4-FFF2-40B4-BE49-F238E27FC236}">
                  <a16:creationId xmlns:a16="http://schemas.microsoft.com/office/drawing/2014/main" id="{AC82B550-6892-4369-8016-E9846180C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531"/>
              <a:ext cx="535" cy="196"/>
            </a:xfrm>
            <a:custGeom>
              <a:avLst/>
              <a:gdLst>
                <a:gd name="T0" fmla="*/ 0 w 271"/>
                <a:gd name="T1" fmla="*/ 643 h 99"/>
                <a:gd name="T2" fmla="*/ 484 w 271"/>
                <a:gd name="T3" fmla="*/ 628 h 99"/>
                <a:gd name="T4" fmla="*/ 1392 w 271"/>
                <a:gd name="T5" fmla="*/ 279 h 99"/>
                <a:gd name="T6" fmla="*/ 2061 w 271"/>
                <a:gd name="T7" fmla="*/ 0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1" h="99">
                  <a:moveTo>
                    <a:pt x="0" y="83"/>
                  </a:moveTo>
                  <a:cubicBezTo>
                    <a:pt x="13" y="99"/>
                    <a:pt x="47" y="85"/>
                    <a:pt x="63" y="81"/>
                  </a:cubicBezTo>
                  <a:cubicBezTo>
                    <a:pt x="104" y="70"/>
                    <a:pt x="142" y="53"/>
                    <a:pt x="181" y="36"/>
                  </a:cubicBezTo>
                  <a:cubicBezTo>
                    <a:pt x="191" y="32"/>
                    <a:pt x="271" y="9"/>
                    <a:pt x="268" y="0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7" name="Freeform 88">
              <a:extLst>
                <a:ext uri="{FF2B5EF4-FFF2-40B4-BE49-F238E27FC236}">
                  <a16:creationId xmlns:a16="http://schemas.microsoft.com/office/drawing/2014/main" id="{AC705045-20AD-4085-B4B7-0DD0AB566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677"/>
              <a:ext cx="657" cy="343"/>
            </a:xfrm>
            <a:custGeom>
              <a:avLst/>
              <a:gdLst>
                <a:gd name="T0" fmla="*/ 813 w 333"/>
                <a:gd name="T1" fmla="*/ 0 h 174"/>
                <a:gd name="T2" fmla="*/ 677 w 333"/>
                <a:gd name="T3" fmla="*/ 276 h 174"/>
                <a:gd name="T4" fmla="*/ 416 w 333"/>
                <a:gd name="T5" fmla="*/ 629 h 174"/>
                <a:gd name="T6" fmla="*/ 132 w 333"/>
                <a:gd name="T7" fmla="*/ 1112 h 174"/>
                <a:gd name="T8" fmla="*/ 408 w 333"/>
                <a:gd name="T9" fmla="*/ 1232 h 174"/>
                <a:gd name="T10" fmla="*/ 1215 w 333"/>
                <a:gd name="T11" fmla="*/ 1003 h 174"/>
                <a:gd name="T12" fmla="*/ 1784 w 333"/>
                <a:gd name="T13" fmla="*/ 796 h 174"/>
                <a:gd name="T14" fmla="*/ 2196 w 333"/>
                <a:gd name="T15" fmla="*/ 668 h 174"/>
                <a:gd name="T16" fmla="*/ 2456 w 333"/>
                <a:gd name="T17" fmla="*/ 637 h 174"/>
                <a:gd name="T18" fmla="*/ 2557 w 333"/>
                <a:gd name="T19" fmla="*/ 467 h 1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3" h="174">
                  <a:moveTo>
                    <a:pt x="106" y="0"/>
                  </a:moveTo>
                  <a:cubicBezTo>
                    <a:pt x="105" y="14"/>
                    <a:pt x="98" y="24"/>
                    <a:pt x="88" y="36"/>
                  </a:cubicBezTo>
                  <a:cubicBezTo>
                    <a:pt x="76" y="51"/>
                    <a:pt x="64" y="66"/>
                    <a:pt x="54" y="82"/>
                  </a:cubicBezTo>
                  <a:cubicBezTo>
                    <a:pt x="42" y="103"/>
                    <a:pt x="29" y="124"/>
                    <a:pt x="17" y="145"/>
                  </a:cubicBezTo>
                  <a:cubicBezTo>
                    <a:pt x="0" y="174"/>
                    <a:pt x="36" y="165"/>
                    <a:pt x="53" y="161"/>
                  </a:cubicBezTo>
                  <a:cubicBezTo>
                    <a:pt x="88" y="153"/>
                    <a:pt x="123" y="142"/>
                    <a:pt x="158" y="131"/>
                  </a:cubicBezTo>
                  <a:cubicBezTo>
                    <a:pt x="183" y="123"/>
                    <a:pt x="207" y="112"/>
                    <a:pt x="232" y="104"/>
                  </a:cubicBezTo>
                  <a:cubicBezTo>
                    <a:pt x="250" y="98"/>
                    <a:pt x="268" y="89"/>
                    <a:pt x="286" y="87"/>
                  </a:cubicBezTo>
                  <a:cubicBezTo>
                    <a:pt x="297" y="86"/>
                    <a:pt x="310" y="87"/>
                    <a:pt x="320" y="83"/>
                  </a:cubicBezTo>
                  <a:cubicBezTo>
                    <a:pt x="331" y="79"/>
                    <a:pt x="330" y="71"/>
                    <a:pt x="333" y="61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8" name="Freeform 89">
              <a:extLst>
                <a:ext uri="{FF2B5EF4-FFF2-40B4-BE49-F238E27FC236}">
                  <a16:creationId xmlns:a16="http://schemas.microsoft.com/office/drawing/2014/main" id="{639475CB-4B03-4776-A54E-381E37264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977"/>
              <a:ext cx="469" cy="136"/>
            </a:xfrm>
            <a:custGeom>
              <a:avLst/>
              <a:gdLst>
                <a:gd name="T0" fmla="*/ 1821 w 238"/>
                <a:gd name="T1" fmla="*/ 77 h 69"/>
                <a:gd name="T2" fmla="*/ 1460 w 238"/>
                <a:gd name="T3" fmla="*/ 116 h 69"/>
                <a:gd name="T4" fmla="*/ 924 w 238"/>
                <a:gd name="T5" fmla="*/ 292 h 69"/>
                <a:gd name="T6" fmla="*/ 465 w 238"/>
                <a:gd name="T7" fmla="*/ 412 h 69"/>
                <a:gd name="T8" fmla="*/ 132 w 238"/>
                <a:gd name="T9" fmla="*/ 520 h 69"/>
                <a:gd name="T10" fmla="*/ 39 w 238"/>
                <a:gd name="T11" fmla="*/ 528 h 69"/>
                <a:gd name="T12" fmla="*/ 0 w 238"/>
                <a:gd name="T13" fmla="*/ 481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69">
                  <a:moveTo>
                    <a:pt x="238" y="10"/>
                  </a:moveTo>
                  <a:cubicBezTo>
                    <a:pt x="232" y="0"/>
                    <a:pt x="199" y="12"/>
                    <a:pt x="191" y="15"/>
                  </a:cubicBezTo>
                  <a:cubicBezTo>
                    <a:pt x="168" y="23"/>
                    <a:pt x="144" y="31"/>
                    <a:pt x="121" y="38"/>
                  </a:cubicBezTo>
                  <a:cubicBezTo>
                    <a:pt x="101" y="44"/>
                    <a:pt x="80" y="48"/>
                    <a:pt x="61" y="54"/>
                  </a:cubicBezTo>
                  <a:cubicBezTo>
                    <a:pt x="46" y="59"/>
                    <a:pt x="32" y="65"/>
                    <a:pt x="17" y="68"/>
                  </a:cubicBezTo>
                  <a:cubicBezTo>
                    <a:pt x="13" y="69"/>
                    <a:pt x="9" y="69"/>
                    <a:pt x="5" y="69"/>
                  </a:cubicBezTo>
                  <a:cubicBezTo>
                    <a:pt x="4" y="67"/>
                    <a:pt x="2" y="65"/>
                    <a:pt x="0" y="63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9" name="Freeform 90">
              <a:extLst>
                <a:ext uri="{FF2B5EF4-FFF2-40B4-BE49-F238E27FC236}">
                  <a16:creationId xmlns:a16="http://schemas.microsoft.com/office/drawing/2014/main" id="{83F7F185-D4E1-46C8-9805-42213F73F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995"/>
              <a:ext cx="260" cy="438"/>
            </a:xfrm>
            <a:custGeom>
              <a:avLst/>
              <a:gdLst>
                <a:gd name="T0" fmla="*/ 1008 w 132"/>
                <a:gd name="T1" fmla="*/ 8 h 222"/>
                <a:gd name="T2" fmla="*/ 993 w 132"/>
                <a:gd name="T3" fmla="*/ 8 h 222"/>
                <a:gd name="T4" fmla="*/ 900 w 132"/>
                <a:gd name="T5" fmla="*/ 253 h 222"/>
                <a:gd name="T6" fmla="*/ 709 w 132"/>
                <a:gd name="T7" fmla="*/ 568 h 222"/>
                <a:gd name="T8" fmla="*/ 337 w 132"/>
                <a:gd name="T9" fmla="*/ 1136 h 222"/>
                <a:gd name="T10" fmla="*/ 183 w 132"/>
                <a:gd name="T11" fmla="*/ 1351 h 222"/>
                <a:gd name="T12" fmla="*/ 77 w 132"/>
                <a:gd name="T13" fmla="*/ 1484 h 222"/>
                <a:gd name="T14" fmla="*/ 8 w 132"/>
                <a:gd name="T15" fmla="*/ 1705 h 2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2" h="222">
                  <a:moveTo>
                    <a:pt x="132" y="1"/>
                  </a:moveTo>
                  <a:cubicBezTo>
                    <a:pt x="131" y="0"/>
                    <a:pt x="131" y="0"/>
                    <a:pt x="130" y="1"/>
                  </a:cubicBezTo>
                  <a:cubicBezTo>
                    <a:pt x="131" y="13"/>
                    <a:pt x="123" y="23"/>
                    <a:pt x="118" y="33"/>
                  </a:cubicBezTo>
                  <a:cubicBezTo>
                    <a:pt x="110" y="47"/>
                    <a:pt x="101" y="60"/>
                    <a:pt x="93" y="74"/>
                  </a:cubicBezTo>
                  <a:cubicBezTo>
                    <a:pt x="78" y="99"/>
                    <a:pt x="64" y="126"/>
                    <a:pt x="44" y="148"/>
                  </a:cubicBezTo>
                  <a:cubicBezTo>
                    <a:pt x="36" y="156"/>
                    <a:pt x="31" y="167"/>
                    <a:pt x="24" y="176"/>
                  </a:cubicBezTo>
                  <a:cubicBezTo>
                    <a:pt x="19" y="181"/>
                    <a:pt x="14" y="187"/>
                    <a:pt x="10" y="193"/>
                  </a:cubicBezTo>
                  <a:cubicBezTo>
                    <a:pt x="3" y="203"/>
                    <a:pt x="0" y="213"/>
                    <a:pt x="1" y="222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0" name="Freeform 91">
              <a:extLst>
                <a:ext uri="{FF2B5EF4-FFF2-40B4-BE49-F238E27FC236}">
                  <a16:creationId xmlns:a16="http://schemas.microsoft.com/office/drawing/2014/main" id="{30A34E59-3149-4E92-AB0F-6336E9FE7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251"/>
              <a:ext cx="647" cy="188"/>
            </a:xfrm>
            <a:custGeom>
              <a:avLst/>
              <a:gdLst>
                <a:gd name="T0" fmla="*/ 2517 w 328"/>
                <a:gd name="T1" fmla="*/ 0 h 95"/>
                <a:gd name="T2" fmla="*/ 2201 w 328"/>
                <a:gd name="T3" fmla="*/ 40 h 95"/>
                <a:gd name="T4" fmla="*/ 1673 w 328"/>
                <a:gd name="T5" fmla="*/ 125 h 95"/>
                <a:gd name="T6" fmla="*/ 828 w 328"/>
                <a:gd name="T7" fmla="*/ 435 h 95"/>
                <a:gd name="T8" fmla="*/ 355 w 328"/>
                <a:gd name="T9" fmla="*/ 596 h 95"/>
                <a:gd name="T10" fmla="*/ 0 w 328"/>
                <a:gd name="T11" fmla="*/ 736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8" h="95">
                  <a:moveTo>
                    <a:pt x="328" y="0"/>
                  </a:moveTo>
                  <a:cubicBezTo>
                    <a:pt x="322" y="7"/>
                    <a:pt x="296" y="4"/>
                    <a:pt x="287" y="5"/>
                  </a:cubicBezTo>
                  <a:cubicBezTo>
                    <a:pt x="264" y="9"/>
                    <a:pt x="240" y="10"/>
                    <a:pt x="218" y="16"/>
                  </a:cubicBezTo>
                  <a:cubicBezTo>
                    <a:pt x="180" y="26"/>
                    <a:pt x="144" y="41"/>
                    <a:pt x="108" y="56"/>
                  </a:cubicBezTo>
                  <a:cubicBezTo>
                    <a:pt x="88" y="64"/>
                    <a:pt x="68" y="72"/>
                    <a:pt x="46" y="77"/>
                  </a:cubicBezTo>
                  <a:cubicBezTo>
                    <a:pt x="33" y="80"/>
                    <a:pt x="6" y="82"/>
                    <a:pt x="0" y="95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1" name="Freeform 92">
              <a:extLst>
                <a:ext uri="{FF2B5EF4-FFF2-40B4-BE49-F238E27FC236}">
                  <a16:creationId xmlns:a16="http://schemas.microsoft.com/office/drawing/2014/main" id="{E9217B9B-CC46-4DF0-AB3E-9B6579944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474"/>
              <a:ext cx="562" cy="209"/>
            </a:xfrm>
            <a:custGeom>
              <a:avLst/>
              <a:gdLst>
                <a:gd name="T0" fmla="*/ 2185 w 285"/>
                <a:gd name="T1" fmla="*/ 85 h 106"/>
                <a:gd name="T2" fmla="*/ 1727 w 285"/>
                <a:gd name="T3" fmla="*/ 183 h 106"/>
                <a:gd name="T4" fmla="*/ 1012 w 285"/>
                <a:gd name="T5" fmla="*/ 467 h 106"/>
                <a:gd name="T6" fmla="*/ 497 w 285"/>
                <a:gd name="T7" fmla="*/ 688 h 106"/>
                <a:gd name="T8" fmla="*/ 124 w 285"/>
                <a:gd name="T9" fmla="*/ 797 h 106"/>
                <a:gd name="T10" fmla="*/ 0 w 285"/>
                <a:gd name="T11" fmla="*/ 789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106">
                  <a:moveTo>
                    <a:pt x="285" y="11"/>
                  </a:moveTo>
                  <a:cubicBezTo>
                    <a:pt x="264" y="0"/>
                    <a:pt x="245" y="15"/>
                    <a:pt x="225" y="24"/>
                  </a:cubicBezTo>
                  <a:cubicBezTo>
                    <a:pt x="195" y="38"/>
                    <a:pt x="163" y="49"/>
                    <a:pt x="132" y="61"/>
                  </a:cubicBezTo>
                  <a:cubicBezTo>
                    <a:pt x="109" y="70"/>
                    <a:pt x="88" y="81"/>
                    <a:pt x="65" y="90"/>
                  </a:cubicBezTo>
                  <a:cubicBezTo>
                    <a:pt x="49" y="95"/>
                    <a:pt x="33" y="103"/>
                    <a:pt x="16" y="104"/>
                  </a:cubicBezTo>
                  <a:cubicBezTo>
                    <a:pt x="10" y="105"/>
                    <a:pt x="5" y="106"/>
                    <a:pt x="0" y="103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2" name="Freeform 93">
              <a:extLst>
                <a:ext uri="{FF2B5EF4-FFF2-40B4-BE49-F238E27FC236}">
                  <a16:creationId xmlns:a16="http://schemas.microsoft.com/office/drawing/2014/main" id="{5F7C26A3-DEEB-45AA-AA05-865DE49C1C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1" y="2616"/>
              <a:ext cx="740" cy="946"/>
            </a:xfrm>
            <a:custGeom>
              <a:avLst/>
              <a:gdLst>
                <a:gd name="T0" fmla="*/ 2504 w 375"/>
                <a:gd name="T1" fmla="*/ 1193 h 479"/>
                <a:gd name="T2" fmla="*/ 1888 w 375"/>
                <a:gd name="T3" fmla="*/ 448 h 479"/>
                <a:gd name="T4" fmla="*/ 1667 w 375"/>
                <a:gd name="T5" fmla="*/ 387 h 479"/>
                <a:gd name="T6" fmla="*/ 1589 w 375"/>
                <a:gd name="T7" fmla="*/ 237 h 479"/>
                <a:gd name="T8" fmla="*/ 553 w 375"/>
                <a:gd name="T9" fmla="*/ 168 h 479"/>
                <a:gd name="T10" fmla="*/ 160 w 375"/>
                <a:gd name="T11" fmla="*/ 585 h 479"/>
                <a:gd name="T12" fmla="*/ 152 w 375"/>
                <a:gd name="T13" fmla="*/ 733 h 479"/>
                <a:gd name="T14" fmla="*/ 116 w 375"/>
                <a:gd name="T15" fmla="*/ 869 h 479"/>
                <a:gd name="T16" fmla="*/ 109 w 375"/>
                <a:gd name="T17" fmla="*/ 1580 h 479"/>
                <a:gd name="T18" fmla="*/ 308 w 375"/>
                <a:gd name="T19" fmla="*/ 2188 h 479"/>
                <a:gd name="T20" fmla="*/ 560 w 375"/>
                <a:gd name="T21" fmla="*/ 2473 h 479"/>
                <a:gd name="T22" fmla="*/ 783 w 375"/>
                <a:gd name="T23" fmla="*/ 2897 h 479"/>
                <a:gd name="T24" fmla="*/ 1312 w 375"/>
                <a:gd name="T25" fmla="*/ 3328 h 479"/>
                <a:gd name="T26" fmla="*/ 1920 w 375"/>
                <a:gd name="T27" fmla="*/ 3444 h 479"/>
                <a:gd name="T28" fmla="*/ 2429 w 375"/>
                <a:gd name="T29" fmla="*/ 3357 h 479"/>
                <a:gd name="T30" fmla="*/ 2757 w 375"/>
                <a:gd name="T31" fmla="*/ 2921 h 479"/>
                <a:gd name="T32" fmla="*/ 2844 w 375"/>
                <a:gd name="T33" fmla="*/ 2411 h 479"/>
                <a:gd name="T34" fmla="*/ 2873 w 375"/>
                <a:gd name="T35" fmla="*/ 2257 h 479"/>
                <a:gd name="T36" fmla="*/ 2828 w 375"/>
                <a:gd name="T37" fmla="*/ 2157 h 479"/>
                <a:gd name="T38" fmla="*/ 2780 w 375"/>
                <a:gd name="T39" fmla="*/ 2109 h 479"/>
                <a:gd name="T40" fmla="*/ 2676 w 375"/>
                <a:gd name="T41" fmla="*/ 1548 h 479"/>
                <a:gd name="T42" fmla="*/ 2504 w 375"/>
                <a:gd name="T43" fmla="*/ 1193 h 479"/>
                <a:gd name="T44" fmla="*/ 2181 w 375"/>
                <a:gd name="T45" fmla="*/ 3081 h 479"/>
                <a:gd name="T46" fmla="*/ 1989 w 375"/>
                <a:gd name="T47" fmla="*/ 3144 h 479"/>
                <a:gd name="T48" fmla="*/ 1896 w 375"/>
                <a:gd name="T49" fmla="*/ 3213 h 479"/>
                <a:gd name="T50" fmla="*/ 1660 w 375"/>
                <a:gd name="T51" fmla="*/ 3120 h 479"/>
                <a:gd name="T52" fmla="*/ 1344 w 375"/>
                <a:gd name="T53" fmla="*/ 2980 h 479"/>
                <a:gd name="T54" fmla="*/ 931 w 375"/>
                <a:gd name="T55" fmla="*/ 2613 h 479"/>
                <a:gd name="T56" fmla="*/ 693 w 375"/>
                <a:gd name="T57" fmla="*/ 2380 h 479"/>
                <a:gd name="T58" fmla="*/ 669 w 375"/>
                <a:gd name="T59" fmla="*/ 2228 h 479"/>
                <a:gd name="T60" fmla="*/ 545 w 375"/>
                <a:gd name="T61" fmla="*/ 1997 h 479"/>
                <a:gd name="T62" fmla="*/ 401 w 375"/>
                <a:gd name="T63" fmla="*/ 1471 h 479"/>
                <a:gd name="T64" fmla="*/ 385 w 375"/>
                <a:gd name="T65" fmla="*/ 1124 h 479"/>
                <a:gd name="T66" fmla="*/ 385 w 375"/>
                <a:gd name="T67" fmla="*/ 855 h 479"/>
                <a:gd name="T68" fmla="*/ 529 w 375"/>
                <a:gd name="T69" fmla="*/ 671 h 479"/>
                <a:gd name="T70" fmla="*/ 728 w 375"/>
                <a:gd name="T71" fmla="*/ 484 h 479"/>
                <a:gd name="T72" fmla="*/ 1216 w 375"/>
                <a:gd name="T73" fmla="*/ 433 h 479"/>
                <a:gd name="T74" fmla="*/ 1444 w 375"/>
                <a:gd name="T75" fmla="*/ 539 h 479"/>
                <a:gd name="T76" fmla="*/ 1585 w 375"/>
                <a:gd name="T77" fmla="*/ 545 h 479"/>
                <a:gd name="T78" fmla="*/ 1675 w 375"/>
                <a:gd name="T79" fmla="*/ 687 h 479"/>
                <a:gd name="T80" fmla="*/ 1873 w 375"/>
                <a:gd name="T81" fmla="*/ 847 h 479"/>
                <a:gd name="T82" fmla="*/ 2244 w 375"/>
                <a:gd name="T83" fmla="*/ 1341 h 479"/>
                <a:gd name="T84" fmla="*/ 2449 w 375"/>
                <a:gd name="T85" fmla="*/ 1817 h 479"/>
                <a:gd name="T86" fmla="*/ 2488 w 375"/>
                <a:gd name="T87" fmla="*/ 2024 h 479"/>
                <a:gd name="T88" fmla="*/ 2552 w 375"/>
                <a:gd name="T89" fmla="*/ 2125 h 479"/>
                <a:gd name="T90" fmla="*/ 2528 w 375"/>
                <a:gd name="T91" fmla="*/ 2325 h 479"/>
                <a:gd name="T92" fmla="*/ 2488 w 375"/>
                <a:gd name="T93" fmla="*/ 2648 h 479"/>
                <a:gd name="T94" fmla="*/ 2181 w 375"/>
                <a:gd name="T95" fmla="*/ 3081 h 47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75" h="479">
                  <a:moveTo>
                    <a:pt x="326" y="155"/>
                  </a:moveTo>
                  <a:cubicBezTo>
                    <a:pt x="304" y="115"/>
                    <a:pt x="276" y="82"/>
                    <a:pt x="246" y="58"/>
                  </a:cubicBezTo>
                  <a:cubicBezTo>
                    <a:pt x="238" y="54"/>
                    <a:pt x="227" y="43"/>
                    <a:pt x="217" y="50"/>
                  </a:cubicBezTo>
                  <a:cubicBezTo>
                    <a:pt x="216" y="41"/>
                    <a:pt x="212" y="35"/>
                    <a:pt x="207" y="31"/>
                  </a:cubicBezTo>
                  <a:cubicBezTo>
                    <a:pt x="160" y="5"/>
                    <a:pt x="111" y="0"/>
                    <a:pt x="72" y="22"/>
                  </a:cubicBezTo>
                  <a:cubicBezTo>
                    <a:pt x="53" y="32"/>
                    <a:pt x="29" y="55"/>
                    <a:pt x="21" y="76"/>
                  </a:cubicBezTo>
                  <a:cubicBezTo>
                    <a:pt x="19" y="82"/>
                    <a:pt x="20" y="88"/>
                    <a:pt x="20" y="95"/>
                  </a:cubicBezTo>
                  <a:cubicBezTo>
                    <a:pt x="21" y="104"/>
                    <a:pt x="20" y="104"/>
                    <a:pt x="15" y="113"/>
                  </a:cubicBezTo>
                  <a:cubicBezTo>
                    <a:pt x="0" y="138"/>
                    <a:pt x="9" y="177"/>
                    <a:pt x="14" y="205"/>
                  </a:cubicBezTo>
                  <a:cubicBezTo>
                    <a:pt x="19" y="232"/>
                    <a:pt x="28" y="259"/>
                    <a:pt x="40" y="284"/>
                  </a:cubicBezTo>
                  <a:cubicBezTo>
                    <a:pt x="45" y="296"/>
                    <a:pt x="53" y="331"/>
                    <a:pt x="73" y="321"/>
                  </a:cubicBezTo>
                  <a:cubicBezTo>
                    <a:pt x="55" y="346"/>
                    <a:pt x="87" y="361"/>
                    <a:pt x="102" y="376"/>
                  </a:cubicBezTo>
                  <a:cubicBezTo>
                    <a:pt x="122" y="398"/>
                    <a:pt x="145" y="417"/>
                    <a:pt x="171" y="432"/>
                  </a:cubicBezTo>
                  <a:cubicBezTo>
                    <a:pt x="184" y="439"/>
                    <a:pt x="241" y="471"/>
                    <a:pt x="250" y="447"/>
                  </a:cubicBezTo>
                  <a:cubicBezTo>
                    <a:pt x="254" y="479"/>
                    <a:pt x="304" y="444"/>
                    <a:pt x="316" y="436"/>
                  </a:cubicBezTo>
                  <a:cubicBezTo>
                    <a:pt x="336" y="422"/>
                    <a:pt x="350" y="401"/>
                    <a:pt x="359" y="379"/>
                  </a:cubicBezTo>
                  <a:cubicBezTo>
                    <a:pt x="367" y="357"/>
                    <a:pt x="368" y="335"/>
                    <a:pt x="370" y="313"/>
                  </a:cubicBezTo>
                  <a:cubicBezTo>
                    <a:pt x="371" y="306"/>
                    <a:pt x="375" y="299"/>
                    <a:pt x="374" y="293"/>
                  </a:cubicBezTo>
                  <a:cubicBezTo>
                    <a:pt x="373" y="288"/>
                    <a:pt x="371" y="284"/>
                    <a:pt x="368" y="280"/>
                  </a:cubicBezTo>
                  <a:cubicBezTo>
                    <a:pt x="366" y="278"/>
                    <a:pt x="358" y="276"/>
                    <a:pt x="362" y="274"/>
                  </a:cubicBezTo>
                  <a:cubicBezTo>
                    <a:pt x="374" y="250"/>
                    <a:pt x="357" y="224"/>
                    <a:pt x="348" y="201"/>
                  </a:cubicBezTo>
                  <a:cubicBezTo>
                    <a:pt x="342" y="185"/>
                    <a:pt x="335" y="170"/>
                    <a:pt x="326" y="155"/>
                  </a:cubicBezTo>
                  <a:close/>
                  <a:moveTo>
                    <a:pt x="284" y="400"/>
                  </a:moveTo>
                  <a:cubicBezTo>
                    <a:pt x="276" y="404"/>
                    <a:pt x="268" y="407"/>
                    <a:pt x="259" y="408"/>
                  </a:cubicBezTo>
                  <a:cubicBezTo>
                    <a:pt x="253" y="409"/>
                    <a:pt x="246" y="408"/>
                    <a:pt x="247" y="417"/>
                  </a:cubicBezTo>
                  <a:cubicBezTo>
                    <a:pt x="241" y="405"/>
                    <a:pt x="226" y="408"/>
                    <a:pt x="216" y="405"/>
                  </a:cubicBezTo>
                  <a:cubicBezTo>
                    <a:pt x="201" y="401"/>
                    <a:pt x="188" y="394"/>
                    <a:pt x="175" y="387"/>
                  </a:cubicBezTo>
                  <a:cubicBezTo>
                    <a:pt x="156" y="374"/>
                    <a:pt x="135" y="358"/>
                    <a:pt x="121" y="339"/>
                  </a:cubicBezTo>
                  <a:cubicBezTo>
                    <a:pt x="110" y="324"/>
                    <a:pt x="113" y="306"/>
                    <a:pt x="90" y="309"/>
                  </a:cubicBezTo>
                  <a:cubicBezTo>
                    <a:pt x="97" y="301"/>
                    <a:pt x="91" y="295"/>
                    <a:pt x="87" y="289"/>
                  </a:cubicBezTo>
                  <a:cubicBezTo>
                    <a:pt x="80" y="280"/>
                    <a:pt x="76" y="269"/>
                    <a:pt x="71" y="259"/>
                  </a:cubicBezTo>
                  <a:cubicBezTo>
                    <a:pt x="62" y="237"/>
                    <a:pt x="56" y="214"/>
                    <a:pt x="52" y="191"/>
                  </a:cubicBezTo>
                  <a:cubicBezTo>
                    <a:pt x="50" y="176"/>
                    <a:pt x="49" y="161"/>
                    <a:pt x="50" y="146"/>
                  </a:cubicBezTo>
                  <a:cubicBezTo>
                    <a:pt x="51" y="142"/>
                    <a:pt x="60" y="109"/>
                    <a:pt x="50" y="111"/>
                  </a:cubicBezTo>
                  <a:cubicBezTo>
                    <a:pt x="64" y="109"/>
                    <a:pt x="63" y="96"/>
                    <a:pt x="69" y="87"/>
                  </a:cubicBezTo>
                  <a:cubicBezTo>
                    <a:pt x="76" y="77"/>
                    <a:pt x="85" y="69"/>
                    <a:pt x="95" y="63"/>
                  </a:cubicBezTo>
                  <a:cubicBezTo>
                    <a:pt x="114" y="52"/>
                    <a:pt x="137" y="51"/>
                    <a:pt x="158" y="56"/>
                  </a:cubicBezTo>
                  <a:cubicBezTo>
                    <a:pt x="169" y="59"/>
                    <a:pt x="179" y="63"/>
                    <a:pt x="188" y="70"/>
                  </a:cubicBezTo>
                  <a:cubicBezTo>
                    <a:pt x="195" y="75"/>
                    <a:pt x="199" y="77"/>
                    <a:pt x="206" y="71"/>
                  </a:cubicBezTo>
                  <a:cubicBezTo>
                    <a:pt x="207" y="81"/>
                    <a:pt x="210" y="84"/>
                    <a:pt x="218" y="89"/>
                  </a:cubicBezTo>
                  <a:cubicBezTo>
                    <a:pt x="228" y="94"/>
                    <a:pt x="236" y="102"/>
                    <a:pt x="244" y="110"/>
                  </a:cubicBezTo>
                  <a:cubicBezTo>
                    <a:pt x="263" y="129"/>
                    <a:pt x="279" y="151"/>
                    <a:pt x="292" y="174"/>
                  </a:cubicBezTo>
                  <a:cubicBezTo>
                    <a:pt x="303" y="193"/>
                    <a:pt x="312" y="214"/>
                    <a:pt x="319" y="236"/>
                  </a:cubicBezTo>
                  <a:cubicBezTo>
                    <a:pt x="321" y="245"/>
                    <a:pt x="323" y="253"/>
                    <a:pt x="324" y="263"/>
                  </a:cubicBezTo>
                  <a:cubicBezTo>
                    <a:pt x="324" y="269"/>
                    <a:pt x="325" y="275"/>
                    <a:pt x="332" y="276"/>
                  </a:cubicBezTo>
                  <a:cubicBezTo>
                    <a:pt x="321" y="280"/>
                    <a:pt x="329" y="293"/>
                    <a:pt x="329" y="302"/>
                  </a:cubicBezTo>
                  <a:cubicBezTo>
                    <a:pt x="330" y="316"/>
                    <a:pt x="328" y="330"/>
                    <a:pt x="324" y="344"/>
                  </a:cubicBezTo>
                  <a:cubicBezTo>
                    <a:pt x="318" y="367"/>
                    <a:pt x="305" y="388"/>
                    <a:pt x="284" y="400"/>
                  </a:cubicBezTo>
                  <a:close/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94">
              <a:extLst>
                <a:ext uri="{FF2B5EF4-FFF2-40B4-BE49-F238E27FC236}">
                  <a16:creationId xmlns:a16="http://schemas.microsoft.com/office/drawing/2014/main" id="{4B5836B3-9C59-4286-BFBA-3A088A4FD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776"/>
              <a:ext cx="321" cy="69"/>
            </a:xfrm>
            <a:custGeom>
              <a:avLst/>
              <a:gdLst>
                <a:gd name="T0" fmla="*/ 1245 w 163"/>
                <a:gd name="T1" fmla="*/ 69 h 35"/>
                <a:gd name="T2" fmla="*/ 573 w 163"/>
                <a:gd name="T3" fmla="*/ 93 h 35"/>
                <a:gd name="T4" fmla="*/ 0 w 163"/>
                <a:gd name="T5" fmla="*/ 22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35">
                  <a:moveTo>
                    <a:pt x="163" y="9"/>
                  </a:moveTo>
                  <a:cubicBezTo>
                    <a:pt x="138" y="2"/>
                    <a:pt x="99" y="0"/>
                    <a:pt x="75" y="12"/>
                  </a:cubicBezTo>
                  <a:cubicBezTo>
                    <a:pt x="52" y="23"/>
                    <a:pt x="25" y="35"/>
                    <a:pt x="0" y="29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4" name="Freeform 95">
              <a:extLst>
                <a:ext uri="{FF2B5EF4-FFF2-40B4-BE49-F238E27FC236}">
                  <a16:creationId xmlns:a16="http://schemas.microsoft.com/office/drawing/2014/main" id="{7979BC92-5D7C-46BC-980C-4D8E0C233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060"/>
              <a:ext cx="444" cy="160"/>
            </a:xfrm>
            <a:custGeom>
              <a:avLst/>
              <a:gdLst>
                <a:gd name="T0" fmla="*/ 0 w 225"/>
                <a:gd name="T1" fmla="*/ 600 h 81"/>
                <a:gd name="T2" fmla="*/ 529 w 225"/>
                <a:gd name="T3" fmla="*/ 340 h 81"/>
                <a:gd name="T4" fmla="*/ 1020 w 225"/>
                <a:gd name="T5" fmla="*/ 215 h 81"/>
                <a:gd name="T6" fmla="*/ 1444 w 225"/>
                <a:gd name="T7" fmla="*/ 160 h 81"/>
                <a:gd name="T8" fmla="*/ 1721 w 225"/>
                <a:gd name="T9" fmla="*/ 19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81">
                  <a:moveTo>
                    <a:pt x="0" y="78"/>
                  </a:moveTo>
                  <a:cubicBezTo>
                    <a:pt x="21" y="81"/>
                    <a:pt x="51" y="55"/>
                    <a:pt x="69" y="44"/>
                  </a:cubicBezTo>
                  <a:cubicBezTo>
                    <a:pt x="89" y="33"/>
                    <a:pt x="110" y="29"/>
                    <a:pt x="133" y="28"/>
                  </a:cubicBezTo>
                  <a:cubicBezTo>
                    <a:pt x="153" y="27"/>
                    <a:pt x="171" y="27"/>
                    <a:pt x="188" y="21"/>
                  </a:cubicBezTo>
                  <a:cubicBezTo>
                    <a:pt x="201" y="16"/>
                    <a:pt x="225" y="0"/>
                    <a:pt x="224" y="25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5" name="Freeform 96">
              <a:extLst>
                <a:ext uri="{FF2B5EF4-FFF2-40B4-BE49-F238E27FC236}">
                  <a16:creationId xmlns:a16="http://schemas.microsoft.com/office/drawing/2014/main" id="{5D928101-451E-471A-8ABB-2FAB5F296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200"/>
              <a:ext cx="183" cy="239"/>
            </a:xfrm>
            <a:custGeom>
              <a:avLst/>
              <a:gdLst>
                <a:gd name="T0" fmla="*/ 77 w 93"/>
                <a:gd name="T1" fmla="*/ 901 h 121"/>
                <a:gd name="T2" fmla="*/ 92 w 93"/>
                <a:gd name="T3" fmla="*/ 909 h 121"/>
                <a:gd name="T4" fmla="*/ 388 w 93"/>
                <a:gd name="T5" fmla="*/ 393 h 121"/>
                <a:gd name="T6" fmla="*/ 708 w 93"/>
                <a:gd name="T7" fmla="*/ 0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21">
                  <a:moveTo>
                    <a:pt x="10" y="117"/>
                  </a:moveTo>
                  <a:cubicBezTo>
                    <a:pt x="11" y="118"/>
                    <a:pt x="11" y="121"/>
                    <a:pt x="12" y="118"/>
                  </a:cubicBezTo>
                  <a:cubicBezTo>
                    <a:pt x="0" y="99"/>
                    <a:pt x="39" y="64"/>
                    <a:pt x="51" y="51"/>
                  </a:cubicBezTo>
                  <a:cubicBezTo>
                    <a:pt x="65" y="34"/>
                    <a:pt x="85" y="18"/>
                    <a:pt x="93" y="0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6" name="Freeform 97">
              <a:extLst>
                <a:ext uri="{FF2B5EF4-FFF2-40B4-BE49-F238E27FC236}">
                  <a16:creationId xmlns:a16="http://schemas.microsoft.com/office/drawing/2014/main" id="{D4930EB4-EA69-4D89-9B57-FF121DB03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674"/>
              <a:ext cx="484" cy="485"/>
            </a:xfrm>
            <a:custGeom>
              <a:avLst/>
              <a:gdLst>
                <a:gd name="T0" fmla="*/ 1116 w 245"/>
                <a:gd name="T1" fmla="*/ 1885 h 246"/>
                <a:gd name="T2" fmla="*/ 1424 w 245"/>
                <a:gd name="T3" fmla="*/ 1485 h 246"/>
                <a:gd name="T4" fmla="*/ 1689 w 245"/>
                <a:gd name="T5" fmla="*/ 867 h 246"/>
                <a:gd name="T6" fmla="*/ 1772 w 245"/>
                <a:gd name="T7" fmla="*/ 544 h 246"/>
                <a:gd name="T8" fmla="*/ 1849 w 245"/>
                <a:gd name="T9" fmla="*/ 323 h 246"/>
                <a:gd name="T10" fmla="*/ 1525 w 245"/>
                <a:gd name="T11" fmla="*/ 32 h 246"/>
                <a:gd name="T12" fmla="*/ 648 w 245"/>
                <a:gd name="T13" fmla="*/ 32 h 246"/>
                <a:gd name="T14" fmla="*/ 124 w 245"/>
                <a:gd name="T15" fmla="*/ 93 h 246"/>
                <a:gd name="T16" fmla="*/ 0 w 245"/>
                <a:gd name="T17" fmla="*/ 160 h 2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5" h="246">
                  <a:moveTo>
                    <a:pt x="145" y="246"/>
                  </a:moveTo>
                  <a:cubicBezTo>
                    <a:pt x="166" y="235"/>
                    <a:pt x="175" y="215"/>
                    <a:pt x="185" y="194"/>
                  </a:cubicBezTo>
                  <a:cubicBezTo>
                    <a:pt x="197" y="168"/>
                    <a:pt x="212" y="142"/>
                    <a:pt x="219" y="113"/>
                  </a:cubicBezTo>
                  <a:cubicBezTo>
                    <a:pt x="223" y="99"/>
                    <a:pt x="225" y="84"/>
                    <a:pt x="230" y="71"/>
                  </a:cubicBezTo>
                  <a:cubicBezTo>
                    <a:pt x="233" y="61"/>
                    <a:pt x="238" y="52"/>
                    <a:pt x="240" y="42"/>
                  </a:cubicBezTo>
                  <a:cubicBezTo>
                    <a:pt x="245" y="17"/>
                    <a:pt x="221" y="6"/>
                    <a:pt x="198" y="4"/>
                  </a:cubicBezTo>
                  <a:cubicBezTo>
                    <a:pt x="161" y="0"/>
                    <a:pt x="122" y="1"/>
                    <a:pt x="84" y="4"/>
                  </a:cubicBezTo>
                  <a:cubicBezTo>
                    <a:pt x="69" y="6"/>
                    <a:pt x="33" y="6"/>
                    <a:pt x="16" y="12"/>
                  </a:cubicBezTo>
                  <a:cubicBezTo>
                    <a:pt x="2" y="17"/>
                    <a:pt x="0" y="21"/>
                    <a:pt x="0" y="21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7" name="Freeform 98">
              <a:extLst>
                <a:ext uri="{FF2B5EF4-FFF2-40B4-BE49-F238E27FC236}">
                  <a16:creationId xmlns:a16="http://schemas.microsoft.com/office/drawing/2014/main" id="{F30B2B92-4E88-49A6-9C31-5CC3E31B1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200"/>
              <a:ext cx="1878" cy="789"/>
            </a:xfrm>
            <a:custGeom>
              <a:avLst/>
              <a:gdLst>
                <a:gd name="T0" fmla="*/ 3040 w 952"/>
                <a:gd name="T1" fmla="*/ 0 h 400"/>
                <a:gd name="T2" fmla="*/ 3109 w 952"/>
                <a:gd name="T3" fmla="*/ 183 h 400"/>
                <a:gd name="T4" fmla="*/ 3448 w 952"/>
                <a:gd name="T5" fmla="*/ 353 h 400"/>
                <a:gd name="T6" fmla="*/ 3778 w 952"/>
                <a:gd name="T7" fmla="*/ 513 h 400"/>
                <a:gd name="T8" fmla="*/ 4145 w 952"/>
                <a:gd name="T9" fmla="*/ 505 h 400"/>
                <a:gd name="T10" fmla="*/ 4444 w 952"/>
                <a:gd name="T11" fmla="*/ 544 h 400"/>
                <a:gd name="T12" fmla="*/ 5184 w 952"/>
                <a:gd name="T13" fmla="*/ 615 h 400"/>
                <a:gd name="T14" fmla="*/ 6133 w 952"/>
                <a:gd name="T15" fmla="*/ 661 h 400"/>
                <a:gd name="T16" fmla="*/ 6417 w 952"/>
                <a:gd name="T17" fmla="*/ 669 h 400"/>
                <a:gd name="T18" fmla="*/ 6638 w 952"/>
                <a:gd name="T19" fmla="*/ 677 h 400"/>
                <a:gd name="T20" fmla="*/ 6733 w 952"/>
                <a:gd name="T21" fmla="*/ 720 h 400"/>
                <a:gd name="T22" fmla="*/ 6881 w 952"/>
                <a:gd name="T23" fmla="*/ 669 h 400"/>
                <a:gd name="T24" fmla="*/ 7025 w 952"/>
                <a:gd name="T25" fmla="*/ 692 h 400"/>
                <a:gd name="T26" fmla="*/ 7309 w 952"/>
                <a:gd name="T27" fmla="*/ 677 h 400"/>
                <a:gd name="T28" fmla="*/ 6914 w 952"/>
                <a:gd name="T29" fmla="*/ 2280 h 400"/>
                <a:gd name="T30" fmla="*/ 6893 w 952"/>
                <a:gd name="T31" fmla="*/ 2280 h 400"/>
                <a:gd name="T32" fmla="*/ 6370 w 952"/>
                <a:gd name="T33" fmla="*/ 2280 h 400"/>
                <a:gd name="T34" fmla="*/ 5320 w 952"/>
                <a:gd name="T35" fmla="*/ 2304 h 400"/>
                <a:gd name="T36" fmla="*/ 3969 w 952"/>
                <a:gd name="T37" fmla="*/ 2373 h 400"/>
                <a:gd name="T38" fmla="*/ 3521 w 952"/>
                <a:gd name="T39" fmla="*/ 2349 h 400"/>
                <a:gd name="T40" fmla="*/ 3148 w 952"/>
                <a:gd name="T41" fmla="*/ 2432 h 400"/>
                <a:gd name="T42" fmla="*/ 2509 w 952"/>
                <a:gd name="T43" fmla="*/ 2501 h 400"/>
                <a:gd name="T44" fmla="*/ 1805 w 952"/>
                <a:gd name="T45" fmla="*/ 2596 h 400"/>
                <a:gd name="T46" fmla="*/ 1476 w 952"/>
                <a:gd name="T47" fmla="*/ 2649 h 400"/>
                <a:gd name="T48" fmla="*/ 1207 w 952"/>
                <a:gd name="T49" fmla="*/ 2641 h 400"/>
                <a:gd name="T50" fmla="*/ 1028 w 952"/>
                <a:gd name="T51" fmla="*/ 2740 h 400"/>
                <a:gd name="T52" fmla="*/ 645 w 952"/>
                <a:gd name="T53" fmla="*/ 2833 h 400"/>
                <a:gd name="T54" fmla="*/ 284 w 952"/>
                <a:gd name="T55" fmla="*/ 2945 h 400"/>
                <a:gd name="T56" fmla="*/ 0 w 952"/>
                <a:gd name="T57" fmla="*/ 3069 h 40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52" h="400">
                  <a:moveTo>
                    <a:pt x="396" y="0"/>
                  </a:moveTo>
                  <a:cubicBezTo>
                    <a:pt x="388" y="0"/>
                    <a:pt x="404" y="23"/>
                    <a:pt x="405" y="24"/>
                  </a:cubicBezTo>
                  <a:cubicBezTo>
                    <a:pt x="417" y="35"/>
                    <a:pt x="434" y="41"/>
                    <a:pt x="449" y="46"/>
                  </a:cubicBezTo>
                  <a:cubicBezTo>
                    <a:pt x="465" y="51"/>
                    <a:pt x="486" y="48"/>
                    <a:pt x="492" y="67"/>
                  </a:cubicBezTo>
                  <a:cubicBezTo>
                    <a:pt x="511" y="51"/>
                    <a:pt x="521" y="62"/>
                    <a:pt x="540" y="66"/>
                  </a:cubicBezTo>
                  <a:cubicBezTo>
                    <a:pt x="553" y="69"/>
                    <a:pt x="566" y="70"/>
                    <a:pt x="579" y="71"/>
                  </a:cubicBezTo>
                  <a:cubicBezTo>
                    <a:pt x="611" y="75"/>
                    <a:pt x="643" y="78"/>
                    <a:pt x="675" y="80"/>
                  </a:cubicBezTo>
                  <a:cubicBezTo>
                    <a:pt x="716" y="83"/>
                    <a:pt x="758" y="85"/>
                    <a:pt x="799" y="86"/>
                  </a:cubicBezTo>
                  <a:cubicBezTo>
                    <a:pt x="812" y="86"/>
                    <a:pt x="824" y="87"/>
                    <a:pt x="836" y="87"/>
                  </a:cubicBezTo>
                  <a:cubicBezTo>
                    <a:pt x="846" y="88"/>
                    <a:pt x="855" y="89"/>
                    <a:pt x="865" y="88"/>
                  </a:cubicBezTo>
                  <a:cubicBezTo>
                    <a:pt x="870" y="88"/>
                    <a:pt x="877" y="86"/>
                    <a:pt x="877" y="94"/>
                  </a:cubicBezTo>
                  <a:cubicBezTo>
                    <a:pt x="883" y="92"/>
                    <a:pt x="889" y="87"/>
                    <a:pt x="896" y="87"/>
                  </a:cubicBezTo>
                  <a:cubicBezTo>
                    <a:pt x="903" y="87"/>
                    <a:pt x="909" y="90"/>
                    <a:pt x="915" y="90"/>
                  </a:cubicBezTo>
                  <a:cubicBezTo>
                    <a:pt x="919" y="90"/>
                    <a:pt x="951" y="92"/>
                    <a:pt x="952" y="88"/>
                  </a:cubicBezTo>
                  <a:cubicBezTo>
                    <a:pt x="952" y="88"/>
                    <a:pt x="901" y="297"/>
                    <a:pt x="901" y="297"/>
                  </a:cubicBezTo>
                  <a:cubicBezTo>
                    <a:pt x="900" y="297"/>
                    <a:pt x="899" y="297"/>
                    <a:pt x="898" y="297"/>
                  </a:cubicBezTo>
                  <a:cubicBezTo>
                    <a:pt x="875" y="297"/>
                    <a:pt x="852" y="297"/>
                    <a:pt x="830" y="297"/>
                  </a:cubicBezTo>
                  <a:cubicBezTo>
                    <a:pt x="784" y="298"/>
                    <a:pt x="739" y="299"/>
                    <a:pt x="693" y="300"/>
                  </a:cubicBezTo>
                  <a:cubicBezTo>
                    <a:pt x="634" y="303"/>
                    <a:pt x="576" y="305"/>
                    <a:pt x="517" y="309"/>
                  </a:cubicBezTo>
                  <a:cubicBezTo>
                    <a:pt x="499" y="310"/>
                    <a:pt x="471" y="322"/>
                    <a:pt x="459" y="306"/>
                  </a:cubicBezTo>
                  <a:cubicBezTo>
                    <a:pt x="455" y="326"/>
                    <a:pt x="424" y="316"/>
                    <a:pt x="410" y="317"/>
                  </a:cubicBezTo>
                  <a:cubicBezTo>
                    <a:pt x="382" y="320"/>
                    <a:pt x="354" y="323"/>
                    <a:pt x="327" y="326"/>
                  </a:cubicBezTo>
                  <a:cubicBezTo>
                    <a:pt x="296" y="329"/>
                    <a:pt x="265" y="333"/>
                    <a:pt x="235" y="338"/>
                  </a:cubicBezTo>
                  <a:cubicBezTo>
                    <a:pt x="221" y="340"/>
                    <a:pt x="206" y="342"/>
                    <a:pt x="192" y="345"/>
                  </a:cubicBezTo>
                  <a:cubicBezTo>
                    <a:pt x="180" y="347"/>
                    <a:pt x="166" y="360"/>
                    <a:pt x="157" y="344"/>
                  </a:cubicBezTo>
                  <a:cubicBezTo>
                    <a:pt x="158" y="358"/>
                    <a:pt x="145" y="356"/>
                    <a:pt x="134" y="357"/>
                  </a:cubicBezTo>
                  <a:cubicBezTo>
                    <a:pt x="118" y="357"/>
                    <a:pt x="99" y="364"/>
                    <a:pt x="84" y="369"/>
                  </a:cubicBezTo>
                  <a:cubicBezTo>
                    <a:pt x="68" y="373"/>
                    <a:pt x="53" y="378"/>
                    <a:pt x="37" y="384"/>
                  </a:cubicBezTo>
                  <a:cubicBezTo>
                    <a:pt x="34" y="385"/>
                    <a:pt x="0" y="397"/>
                    <a:pt x="0" y="400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" name="Freeform 99">
              <a:extLst>
                <a:ext uri="{FF2B5EF4-FFF2-40B4-BE49-F238E27FC236}">
                  <a16:creationId xmlns:a16="http://schemas.microsoft.com/office/drawing/2014/main" id="{A678C006-329B-40EA-9982-8E0CDAF5B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735"/>
              <a:ext cx="448" cy="152"/>
            </a:xfrm>
            <a:custGeom>
              <a:avLst/>
              <a:gdLst>
                <a:gd name="T0" fmla="*/ 0 w 227"/>
                <a:gd name="T1" fmla="*/ 0 h 77"/>
                <a:gd name="T2" fmla="*/ 132 w 227"/>
                <a:gd name="T3" fmla="*/ 152 h 77"/>
                <a:gd name="T4" fmla="*/ 460 w 227"/>
                <a:gd name="T5" fmla="*/ 215 h 77"/>
                <a:gd name="T6" fmla="*/ 916 w 227"/>
                <a:gd name="T7" fmla="*/ 316 h 77"/>
                <a:gd name="T8" fmla="*/ 1293 w 227"/>
                <a:gd name="T9" fmla="*/ 417 h 77"/>
                <a:gd name="T10" fmla="*/ 1660 w 227"/>
                <a:gd name="T11" fmla="*/ 499 h 77"/>
                <a:gd name="T12" fmla="*/ 1729 w 227"/>
                <a:gd name="T13" fmla="*/ 592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77">
                  <a:moveTo>
                    <a:pt x="0" y="0"/>
                  </a:moveTo>
                  <a:cubicBezTo>
                    <a:pt x="5" y="9"/>
                    <a:pt x="8" y="15"/>
                    <a:pt x="17" y="20"/>
                  </a:cubicBezTo>
                  <a:cubicBezTo>
                    <a:pt x="30" y="27"/>
                    <a:pt x="46" y="25"/>
                    <a:pt x="60" y="28"/>
                  </a:cubicBezTo>
                  <a:cubicBezTo>
                    <a:pt x="80" y="32"/>
                    <a:pt x="99" y="37"/>
                    <a:pt x="119" y="41"/>
                  </a:cubicBezTo>
                  <a:cubicBezTo>
                    <a:pt x="136" y="44"/>
                    <a:pt x="152" y="49"/>
                    <a:pt x="168" y="54"/>
                  </a:cubicBezTo>
                  <a:cubicBezTo>
                    <a:pt x="183" y="58"/>
                    <a:pt x="202" y="59"/>
                    <a:pt x="216" y="65"/>
                  </a:cubicBezTo>
                  <a:cubicBezTo>
                    <a:pt x="222" y="67"/>
                    <a:pt x="227" y="72"/>
                    <a:pt x="225" y="77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100">
              <a:extLst>
                <a:ext uri="{FF2B5EF4-FFF2-40B4-BE49-F238E27FC236}">
                  <a16:creationId xmlns:a16="http://schemas.microsoft.com/office/drawing/2014/main" id="{4E427C01-E958-436A-BC8D-4744DEBDD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497"/>
              <a:ext cx="594" cy="367"/>
            </a:xfrm>
            <a:custGeom>
              <a:avLst/>
              <a:gdLst>
                <a:gd name="T0" fmla="*/ 2313 w 301"/>
                <a:gd name="T1" fmla="*/ 860 h 186"/>
                <a:gd name="T2" fmla="*/ 2145 w 301"/>
                <a:gd name="T3" fmla="*/ 1067 h 186"/>
                <a:gd name="T4" fmla="*/ 1912 w 301"/>
                <a:gd name="T5" fmla="*/ 1288 h 186"/>
                <a:gd name="T6" fmla="*/ 1508 w 301"/>
                <a:gd name="T7" fmla="*/ 1421 h 186"/>
                <a:gd name="T8" fmla="*/ 961 w 301"/>
                <a:gd name="T9" fmla="*/ 1381 h 186"/>
                <a:gd name="T10" fmla="*/ 408 w 301"/>
                <a:gd name="T11" fmla="*/ 1359 h 186"/>
                <a:gd name="T12" fmla="*/ 47 w 301"/>
                <a:gd name="T13" fmla="*/ 1261 h 186"/>
                <a:gd name="T14" fmla="*/ 184 w 301"/>
                <a:gd name="T15" fmla="*/ 837 h 186"/>
                <a:gd name="T16" fmla="*/ 385 w 301"/>
                <a:gd name="T17" fmla="*/ 347 h 186"/>
                <a:gd name="T18" fmla="*/ 476 w 301"/>
                <a:gd name="T19" fmla="*/ 32 h 186"/>
                <a:gd name="T20" fmla="*/ 468 w 301"/>
                <a:gd name="T21" fmla="*/ 0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1" h="186">
                  <a:moveTo>
                    <a:pt x="301" y="112"/>
                  </a:moveTo>
                  <a:cubicBezTo>
                    <a:pt x="297" y="122"/>
                    <a:pt x="287" y="131"/>
                    <a:pt x="279" y="139"/>
                  </a:cubicBezTo>
                  <a:cubicBezTo>
                    <a:pt x="270" y="149"/>
                    <a:pt x="261" y="160"/>
                    <a:pt x="249" y="168"/>
                  </a:cubicBezTo>
                  <a:cubicBezTo>
                    <a:pt x="232" y="178"/>
                    <a:pt x="217" y="184"/>
                    <a:pt x="196" y="185"/>
                  </a:cubicBezTo>
                  <a:cubicBezTo>
                    <a:pt x="172" y="186"/>
                    <a:pt x="149" y="183"/>
                    <a:pt x="125" y="180"/>
                  </a:cubicBezTo>
                  <a:cubicBezTo>
                    <a:pt x="101" y="178"/>
                    <a:pt x="77" y="178"/>
                    <a:pt x="53" y="177"/>
                  </a:cubicBezTo>
                  <a:cubicBezTo>
                    <a:pt x="41" y="177"/>
                    <a:pt x="12" y="177"/>
                    <a:pt x="6" y="164"/>
                  </a:cubicBezTo>
                  <a:cubicBezTo>
                    <a:pt x="0" y="148"/>
                    <a:pt x="18" y="125"/>
                    <a:pt x="24" y="109"/>
                  </a:cubicBezTo>
                  <a:cubicBezTo>
                    <a:pt x="31" y="88"/>
                    <a:pt x="39" y="65"/>
                    <a:pt x="50" y="45"/>
                  </a:cubicBezTo>
                  <a:cubicBezTo>
                    <a:pt x="57" y="32"/>
                    <a:pt x="64" y="20"/>
                    <a:pt x="62" y="4"/>
                  </a:cubicBezTo>
                  <a:cubicBezTo>
                    <a:pt x="62" y="3"/>
                    <a:pt x="61" y="2"/>
                    <a:pt x="61" y="0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101">
              <a:extLst>
                <a:ext uri="{FF2B5EF4-FFF2-40B4-BE49-F238E27FC236}">
                  <a16:creationId xmlns:a16="http://schemas.microsoft.com/office/drawing/2014/main" id="{EE5D17A9-00AF-4830-9F0E-2323B8F3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847"/>
              <a:ext cx="674" cy="426"/>
            </a:xfrm>
            <a:custGeom>
              <a:avLst/>
              <a:gdLst>
                <a:gd name="T0" fmla="*/ 2556 w 342"/>
                <a:gd name="T1" fmla="*/ 0 h 216"/>
                <a:gd name="T2" fmla="*/ 2525 w 342"/>
                <a:gd name="T3" fmla="*/ 132 h 216"/>
                <a:gd name="T4" fmla="*/ 2288 w 342"/>
                <a:gd name="T5" fmla="*/ 436 h 216"/>
                <a:gd name="T6" fmla="*/ 1784 w 342"/>
                <a:gd name="T7" fmla="*/ 1112 h 216"/>
                <a:gd name="T8" fmla="*/ 1460 w 342"/>
                <a:gd name="T9" fmla="*/ 1428 h 216"/>
                <a:gd name="T10" fmla="*/ 1009 w 342"/>
                <a:gd name="T11" fmla="*/ 1497 h 216"/>
                <a:gd name="T12" fmla="*/ 0 w 342"/>
                <a:gd name="T13" fmla="*/ 1657 h 2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2" h="216">
                  <a:moveTo>
                    <a:pt x="334" y="0"/>
                  </a:moveTo>
                  <a:cubicBezTo>
                    <a:pt x="342" y="1"/>
                    <a:pt x="333" y="13"/>
                    <a:pt x="330" y="17"/>
                  </a:cubicBezTo>
                  <a:cubicBezTo>
                    <a:pt x="320" y="31"/>
                    <a:pt x="310" y="44"/>
                    <a:pt x="299" y="57"/>
                  </a:cubicBezTo>
                  <a:cubicBezTo>
                    <a:pt x="277" y="86"/>
                    <a:pt x="253" y="114"/>
                    <a:pt x="233" y="145"/>
                  </a:cubicBezTo>
                  <a:cubicBezTo>
                    <a:pt x="222" y="163"/>
                    <a:pt x="213" y="181"/>
                    <a:pt x="191" y="186"/>
                  </a:cubicBezTo>
                  <a:cubicBezTo>
                    <a:pt x="171" y="191"/>
                    <a:pt x="151" y="193"/>
                    <a:pt x="132" y="195"/>
                  </a:cubicBezTo>
                  <a:cubicBezTo>
                    <a:pt x="87" y="201"/>
                    <a:pt x="44" y="216"/>
                    <a:pt x="0" y="216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102">
              <a:extLst>
                <a:ext uri="{FF2B5EF4-FFF2-40B4-BE49-F238E27FC236}">
                  <a16:creationId xmlns:a16="http://schemas.microsoft.com/office/drawing/2014/main" id="{6DE84025-C4F6-41EB-8693-1FAD958D1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105"/>
              <a:ext cx="440" cy="233"/>
            </a:xfrm>
            <a:custGeom>
              <a:avLst/>
              <a:gdLst>
                <a:gd name="T0" fmla="*/ 1713 w 223"/>
                <a:gd name="T1" fmla="*/ 124 h 118"/>
                <a:gd name="T2" fmla="*/ 1288 w 223"/>
                <a:gd name="T3" fmla="*/ 160 h 118"/>
                <a:gd name="T4" fmla="*/ 736 w 223"/>
                <a:gd name="T5" fmla="*/ 292 h 118"/>
                <a:gd name="T6" fmla="*/ 424 w 223"/>
                <a:gd name="T7" fmla="*/ 393 h 118"/>
                <a:gd name="T8" fmla="*/ 183 w 223"/>
                <a:gd name="T9" fmla="*/ 679 h 118"/>
                <a:gd name="T10" fmla="*/ 0 w 223"/>
                <a:gd name="T11" fmla="*/ 908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118">
                  <a:moveTo>
                    <a:pt x="223" y="16"/>
                  </a:moveTo>
                  <a:cubicBezTo>
                    <a:pt x="215" y="0"/>
                    <a:pt x="179" y="16"/>
                    <a:pt x="168" y="21"/>
                  </a:cubicBezTo>
                  <a:cubicBezTo>
                    <a:pt x="145" y="29"/>
                    <a:pt x="119" y="32"/>
                    <a:pt x="96" y="38"/>
                  </a:cubicBezTo>
                  <a:cubicBezTo>
                    <a:pt x="81" y="41"/>
                    <a:pt x="67" y="42"/>
                    <a:pt x="55" y="51"/>
                  </a:cubicBezTo>
                  <a:cubicBezTo>
                    <a:pt x="42" y="60"/>
                    <a:pt x="34" y="76"/>
                    <a:pt x="24" y="88"/>
                  </a:cubicBezTo>
                  <a:cubicBezTo>
                    <a:pt x="16" y="97"/>
                    <a:pt x="10" y="110"/>
                    <a:pt x="0" y="118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2" name="Freeform 103">
              <a:extLst>
                <a:ext uri="{FF2B5EF4-FFF2-40B4-BE49-F238E27FC236}">
                  <a16:creationId xmlns:a16="http://schemas.microsoft.com/office/drawing/2014/main" id="{A13658BE-0788-41C9-841A-3552663A6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862"/>
              <a:ext cx="645" cy="616"/>
            </a:xfrm>
            <a:custGeom>
              <a:avLst/>
              <a:gdLst>
                <a:gd name="T0" fmla="*/ 0 w 327"/>
                <a:gd name="T1" fmla="*/ 1508 h 312"/>
                <a:gd name="T2" fmla="*/ 385 w 327"/>
                <a:gd name="T3" fmla="*/ 1232 h 312"/>
                <a:gd name="T4" fmla="*/ 1633 w 327"/>
                <a:gd name="T5" fmla="*/ 1747 h 312"/>
                <a:gd name="T6" fmla="*/ 2333 w 327"/>
                <a:gd name="T7" fmla="*/ 1601 h 312"/>
                <a:gd name="T8" fmla="*/ 0 w 327"/>
                <a:gd name="T9" fmla="*/ 1508 h 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312">
                  <a:moveTo>
                    <a:pt x="0" y="196"/>
                  </a:moveTo>
                  <a:cubicBezTo>
                    <a:pt x="50" y="160"/>
                    <a:pt x="50" y="160"/>
                    <a:pt x="50" y="160"/>
                  </a:cubicBezTo>
                  <a:cubicBezTo>
                    <a:pt x="50" y="160"/>
                    <a:pt x="114" y="141"/>
                    <a:pt x="213" y="227"/>
                  </a:cubicBezTo>
                  <a:cubicBezTo>
                    <a:pt x="312" y="312"/>
                    <a:pt x="327" y="247"/>
                    <a:pt x="304" y="208"/>
                  </a:cubicBezTo>
                  <a:cubicBezTo>
                    <a:pt x="280" y="166"/>
                    <a:pt x="55" y="0"/>
                    <a:pt x="0" y="196"/>
                  </a:cubicBezTo>
                  <a:close/>
                </a:path>
              </a:pathLst>
            </a:custGeom>
            <a:solidFill>
              <a:srgbClr val="D54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3" name="Freeform 104">
              <a:extLst>
                <a:ext uri="{FF2B5EF4-FFF2-40B4-BE49-F238E27FC236}">
                  <a16:creationId xmlns:a16="http://schemas.microsoft.com/office/drawing/2014/main" id="{042D4D5F-05A0-4195-B92A-49D2A8FF2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872"/>
              <a:ext cx="621" cy="504"/>
            </a:xfrm>
            <a:custGeom>
              <a:avLst/>
              <a:gdLst>
                <a:gd name="T0" fmla="*/ 2277 w 315"/>
                <a:gd name="T1" fmla="*/ 1668 h 255"/>
                <a:gd name="T2" fmla="*/ 2344 w 315"/>
                <a:gd name="T3" fmla="*/ 1969 h 255"/>
                <a:gd name="T4" fmla="*/ 2312 w 315"/>
                <a:gd name="T5" fmla="*/ 1567 h 255"/>
                <a:gd name="T6" fmla="*/ 0 w 315"/>
                <a:gd name="T7" fmla="*/ 1407 h 255"/>
                <a:gd name="T8" fmla="*/ 2277 w 315"/>
                <a:gd name="T9" fmla="*/ 1668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255">
                  <a:moveTo>
                    <a:pt x="297" y="216"/>
                  </a:moveTo>
                  <a:cubicBezTo>
                    <a:pt x="305" y="228"/>
                    <a:pt x="308" y="243"/>
                    <a:pt x="306" y="255"/>
                  </a:cubicBezTo>
                  <a:cubicBezTo>
                    <a:pt x="315" y="242"/>
                    <a:pt x="312" y="220"/>
                    <a:pt x="302" y="203"/>
                  </a:cubicBezTo>
                  <a:cubicBezTo>
                    <a:pt x="278" y="162"/>
                    <a:pt x="60" y="0"/>
                    <a:pt x="0" y="182"/>
                  </a:cubicBezTo>
                  <a:cubicBezTo>
                    <a:pt x="66" y="22"/>
                    <a:pt x="274" y="176"/>
                    <a:pt x="297" y="216"/>
                  </a:cubicBezTo>
                  <a:close/>
                </a:path>
              </a:pathLst>
            </a:custGeom>
            <a:solidFill>
              <a:srgbClr val="EB8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4" name="Freeform 105">
              <a:extLst>
                <a:ext uri="{FF2B5EF4-FFF2-40B4-BE49-F238E27FC236}">
                  <a16:creationId xmlns:a16="http://schemas.microsoft.com/office/drawing/2014/main" id="{55F9B3EF-D7CD-4FB8-8072-542EA131A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862"/>
              <a:ext cx="645" cy="616"/>
            </a:xfrm>
            <a:custGeom>
              <a:avLst/>
              <a:gdLst>
                <a:gd name="T0" fmla="*/ 0 w 327"/>
                <a:gd name="T1" fmla="*/ 1508 h 312"/>
                <a:gd name="T2" fmla="*/ 385 w 327"/>
                <a:gd name="T3" fmla="*/ 1232 h 312"/>
                <a:gd name="T4" fmla="*/ 1633 w 327"/>
                <a:gd name="T5" fmla="*/ 1747 h 312"/>
                <a:gd name="T6" fmla="*/ 2333 w 327"/>
                <a:gd name="T7" fmla="*/ 1601 h 312"/>
                <a:gd name="T8" fmla="*/ 0 w 327"/>
                <a:gd name="T9" fmla="*/ 1508 h 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312">
                  <a:moveTo>
                    <a:pt x="0" y="196"/>
                  </a:moveTo>
                  <a:cubicBezTo>
                    <a:pt x="50" y="160"/>
                    <a:pt x="50" y="160"/>
                    <a:pt x="50" y="160"/>
                  </a:cubicBezTo>
                  <a:cubicBezTo>
                    <a:pt x="50" y="160"/>
                    <a:pt x="114" y="141"/>
                    <a:pt x="213" y="227"/>
                  </a:cubicBezTo>
                  <a:cubicBezTo>
                    <a:pt x="312" y="312"/>
                    <a:pt x="327" y="247"/>
                    <a:pt x="304" y="208"/>
                  </a:cubicBezTo>
                  <a:cubicBezTo>
                    <a:pt x="280" y="166"/>
                    <a:pt x="55" y="0"/>
                    <a:pt x="0" y="196"/>
                  </a:cubicBezTo>
                  <a:close/>
                </a:path>
              </a:pathLst>
            </a:custGeom>
            <a:noFill/>
            <a:ln w="12700" cap="flat">
              <a:solidFill>
                <a:srgbClr val="6F25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5" name="Freeform 106">
              <a:extLst>
                <a:ext uri="{FF2B5EF4-FFF2-40B4-BE49-F238E27FC236}">
                  <a16:creationId xmlns:a16="http://schemas.microsoft.com/office/drawing/2014/main" id="{1E1E755A-C6B2-4BD0-ACC6-5536A524B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119"/>
              <a:ext cx="182" cy="156"/>
            </a:xfrm>
            <a:custGeom>
              <a:avLst/>
              <a:gdLst>
                <a:gd name="T0" fmla="*/ 109 w 92"/>
                <a:gd name="T1" fmla="*/ 85 h 79"/>
                <a:gd name="T2" fmla="*/ 633 w 92"/>
                <a:gd name="T3" fmla="*/ 393 h 79"/>
                <a:gd name="T4" fmla="*/ 109 w 92"/>
                <a:gd name="T5" fmla="*/ 85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9">
                  <a:moveTo>
                    <a:pt x="14" y="11"/>
                  </a:moveTo>
                  <a:cubicBezTo>
                    <a:pt x="20" y="0"/>
                    <a:pt x="92" y="23"/>
                    <a:pt x="82" y="51"/>
                  </a:cubicBezTo>
                  <a:cubicBezTo>
                    <a:pt x="71" y="79"/>
                    <a:pt x="0" y="34"/>
                    <a:pt x="14" y="11"/>
                  </a:cubicBezTo>
                  <a:close/>
                </a:path>
              </a:pathLst>
            </a:custGeom>
            <a:solidFill>
              <a:srgbClr val="B32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6" name="Freeform 107">
              <a:extLst>
                <a:ext uri="{FF2B5EF4-FFF2-40B4-BE49-F238E27FC236}">
                  <a16:creationId xmlns:a16="http://schemas.microsoft.com/office/drawing/2014/main" id="{97213891-8185-4411-8F8A-EDD8221BD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566"/>
              <a:ext cx="507" cy="356"/>
            </a:xfrm>
            <a:custGeom>
              <a:avLst/>
              <a:gdLst>
                <a:gd name="T0" fmla="*/ 0 w 257"/>
                <a:gd name="T1" fmla="*/ 603 h 180"/>
                <a:gd name="T2" fmla="*/ 844 w 257"/>
                <a:gd name="T3" fmla="*/ 63 h 180"/>
                <a:gd name="T4" fmla="*/ 1628 w 257"/>
                <a:gd name="T5" fmla="*/ 1123 h 180"/>
                <a:gd name="T6" fmla="*/ 0 w 257"/>
                <a:gd name="T7" fmla="*/ 603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7" h="180">
                  <a:moveTo>
                    <a:pt x="0" y="78"/>
                  </a:moveTo>
                  <a:cubicBezTo>
                    <a:pt x="0" y="78"/>
                    <a:pt x="39" y="1"/>
                    <a:pt x="110" y="8"/>
                  </a:cubicBezTo>
                  <a:cubicBezTo>
                    <a:pt x="181" y="14"/>
                    <a:pt x="257" y="111"/>
                    <a:pt x="212" y="145"/>
                  </a:cubicBezTo>
                  <a:cubicBezTo>
                    <a:pt x="167" y="180"/>
                    <a:pt x="134" y="0"/>
                    <a:pt x="0" y="78"/>
                  </a:cubicBezTo>
                  <a:close/>
                </a:path>
              </a:pathLst>
            </a:custGeom>
            <a:solidFill>
              <a:srgbClr val="D54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7" name="Freeform 108">
              <a:extLst>
                <a:ext uri="{FF2B5EF4-FFF2-40B4-BE49-F238E27FC236}">
                  <a16:creationId xmlns:a16="http://schemas.microsoft.com/office/drawing/2014/main" id="{4FBFBA97-6374-45DC-8D84-7191471E4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566"/>
              <a:ext cx="483" cy="269"/>
            </a:xfrm>
            <a:custGeom>
              <a:avLst/>
              <a:gdLst>
                <a:gd name="T0" fmla="*/ 804 w 245"/>
                <a:gd name="T1" fmla="*/ 109 h 136"/>
                <a:gd name="T2" fmla="*/ 1680 w 245"/>
                <a:gd name="T3" fmla="*/ 1052 h 136"/>
                <a:gd name="T4" fmla="*/ 836 w 245"/>
                <a:gd name="T5" fmla="*/ 55 h 136"/>
                <a:gd name="T6" fmla="*/ 0 w 245"/>
                <a:gd name="T7" fmla="*/ 595 h 136"/>
                <a:gd name="T8" fmla="*/ 0 w 245"/>
                <a:gd name="T9" fmla="*/ 587 h 136"/>
                <a:gd name="T10" fmla="*/ 804 w 245"/>
                <a:gd name="T11" fmla="*/ 109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5" h="136">
                  <a:moveTo>
                    <a:pt x="105" y="14"/>
                  </a:moveTo>
                  <a:cubicBezTo>
                    <a:pt x="167" y="20"/>
                    <a:pt x="233" y="94"/>
                    <a:pt x="219" y="136"/>
                  </a:cubicBezTo>
                  <a:cubicBezTo>
                    <a:pt x="245" y="96"/>
                    <a:pt x="175" y="13"/>
                    <a:pt x="109" y="7"/>
                  </a:cubicBezTo>
                  <a:cubicBezTo>
                    <a:pt x="38" y="0"/>
                    <a:pt x="0" y="77"/>
                    <a:pt x="0" y="77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12" y="57"/>
                    <a:pt x="48" y="9"/>
                    <a:pt x="105" y="14"/>
                  </a:cubicBezTo>
                  <a:close/>
                </a:path>
              </a:pathLst>
            </a:custGeom>
            <a:solidFill>
              <a:srgbClr val="EB8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8" name="Freeform 109">
              <a:extLst>
                <a:ext uri="{FF2B5EF4-FFF2-40B4-BE49-F238E27FC236}">
                  <a16:creationId xmlns:a16="http://schemas.microsoft.com/office/drawing/2014/main" id="{27A541EC-94D4-4BDA-99E6-1E766ACFA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566"/>
              <a:ext cx="507" cy="356"/>
            </a:xfrm>
            <a:custGeom>
              <a:avLst/>
              <a:gdLst>
                <a:gd name="T0" fmla="*/ 0 w 257"/>
                <a:gd name="T1" fmla="*/ 603 h 180"/>
                <a:gd name="T2" fmla="*/ 844 w 257"/>
                <a:gd name="T3" fmla="*/ 63 h 180"/>
                <a:gd name="T4" fmla="*/ 1628 w 257"/>
                <a:gd name="T5" fmla="*/ 1123 h 180"/>
                <a:gd name="T6" fmla="*/ 0 w 257"/>
                <a:gd name="T7" fmla="*/ 603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7" h="180">
                  <a:moveTo>
                    <a:pt x="0" y="78"/>
                  </a:moveTo>
                  <a:cubicBezTo>
                    <a:pt x="0" y="78"/>
                    <a:pt x="39" y="1"/>
                    <a:pt x="110" y="8"/>
                  </a:cubicBezTo>
                  <a:cubicBezTo>
                    <a:pt x="181" y="14"/>
                    <a:pt x="257" y="111"/>
                    <a:pt x="212" y="145"/>
                  </a:cubicBezTo>
                  <a:cubicBezTo>
                    <a:pt x="167" y="180"/>
                    <a:pt x="134" y="0"/>
                    <a:pt x="0" y="78"/>
                  </a:cubicBezTo>
                  <a:close/>
                </a:path>
              </a:pathLst>
            </a:custGeom>
            <a:noFill/>
            <a:ln w="12700" cap="flat">
              <a:solidFill>
                <a:srgbClr val="6F25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9" name="Freeform 110">
              <a:extLst>
                <a:ext uri="{FF2B5EF4-FFF2-40B4-BE49-F238E27FC236}">
                  <a16:creationId xmlns:a16="http://schemas.microsoft.com/office/drawing/2014/main" id="{2137578D-C357-42E2-B3A7-F4A36561E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825"/>
              <a:ext cx="288" cy="381"/>
            </a:xfrm>
            <a:custGeom>
              <a:avLst/>
              <a:gdLst>
                <a:gd name="T0" fmla="*/ 1120 w 146"/>
                <a:gd name="T1" fmla="*/ 39 h 193"/>
                <a:gd name="T2" fmla="*/ 836 w 146"/>
                <a:gd name="T3" fmla="*/ 215 h 193"/>
                <a:gd name="T4" fmla="*/ 400 w 146"/>
                <a:gd name="T5" fmla="*/ 876 h 193"/>
                <a:gd name="T6" fmla="*/ 140 w 146"/>
                <a:gd name="T7" fmla="*/ 1248 h 193"/>
                <a:gd name="T8" fmla="*/ 47 w 146"/>
                <a:gd name="T9" fmla="*/ 1352 h 193"/>
                <a:gd name="T10" fmla="*/ 0 w 146"/>
                <a:gd name="T11" fmla="*/ 1485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193">
                  <a:moveTo>
                    <a:pt x="146" y="5"/>
                  </a:moveTo>
                  <a:cubicBezTo>
                    <a:pt x="130" y="0"/>
                    <a:pt x="118" y="16"/>
                    <a:pt x="109" y="28"/>
                  </a:cubicBezTo>
                  <a:cubicBezTo>
                    <a:pt x="88" y="55"/>
                    <a:pt x="69" y="84"/>
                    <a:pt x="52" y="114"/>
                  </a:cubicBezTo>
                  <a:cubicBezTo>
                    <a:pt x="42" y="131"/>
                    <a:pt x="29" y="146"/>
                    <a:pt x="18" y="162"/>
                  </a:cubicBezTo>
                  <a:cubicBezTo>
                    <a:pt x="14" y="167"/>
                    <a:pt x="11" y="171"/>
                    <a:pt x="6" y="176"/>
                  </a:cubicBezTo>
                  <a:cubicBezTo>
                    <a:pt x="1" y="182"/>
                    <a:pt x="1" y="186"/>
                    <a:pt x="0" y="193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0" name="Freeform 111">
              <a:extLst>
                <a:ext uri="{FF2B5EF4-FFF2-40B4-BE49-F238E27FC236}">
                  <a16:creationId xmlns:a16="http://schemas.microsoft.com/office/drawing/2014/main" id="{7D912C7F-5D45-4D98-8C50-CE3C5EF6B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539"/>
              <a:ext cx="296" cy="626"/>
            </a:xfrm>
            <a:custGeom>
              <a:avLst/>
              <a:gdLst>
                <a:gd name="T0" fmla="*/ 144 w 150"/>
                <a:gd name="T1" fmla="*/ 2441 h 317"/>
                <a:gd name="T2" fmla="*/ 1075 w 150"/>
                <a:gd name="T3" fmla="*/ 1604 h 317"/>
                <a:gd name="T4" fmla="*/ 308 w 150"/>
                <a:gd name="T5" fmla="*/ 231 h 317"/>
                <a:gd name="T6" fmla="*/ 647 w 150"/>
                <a:gd name="T7" fmla="*/ 1376 h 317"/>
                <a:gd name="T8" fmla="*/ 144 w 150"/>
                <a:gd name="T9" fmla="*/ 2441 h 3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317">
                  <a:moveTo>
                    <a:pt x="19" y="317"/>
                  </a:moveTo>
                  <a:cubicBezTo>
                    <a:pt x="19" y="317"/>
                    <a:pt x="130" y="296"/>
                    <a:pt x="140" y="208"/>
                  </a:cubicBezTo>
                  <a:cubicBezTo>
                    <a:pt x="150" y="120"/>
                    <a:pt x="79" y="0"/>
                    <a:pt x="40" y="30"/>
                  </a:cubicBezTo>
                  <a:cubicBezTo>
                    <a:pt x="0" y="60"/>
                    <a:pt x="74" y="130"/>
                    <a:pt x="84" y="179"/>
                  </a:cubicBezTo>
                  <a:cubicBezTo>
                    <a:pt x="94" y="231"/>
                    <a:pt x="100" y="266"/>
                    <a:pt x="19" y="317"/>
                  </a:cubicBezTo>
                  <a:close/>
                </a:path>
              </a:pathLst>
            </a:custGeom>
            <a:solidFill>
              <a:srgbClr val="D54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" name="Freeform 112">
              <a:extLst>
                <a:ext uri="{FF2B5EF4-FFF2-40B4-BE49-F238E27FC236}">
                  <a16:creationId xmlns:a16="http://schemas.microsoft.com/office/drawing/2014/main" id="{804D3928-7ADB-45A5-84EC-F2794D980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539"/>
              <a:ext cx="239" cy="464"/>
            </a:xfrm>
            <a:custGeom>
              <a:avLst/>
              <a:gdLst>
                <a:gd name="T0" fmla="*/ 85 w 121"/>
                <a:gd name="T1" fmla="*/ 229 h 235"/>
                <a:gd name="T2" fmla="*/ 0 w 121"/>
                <a:gd name="T3" fmla="*/ 385 h 235"/>
                <a:gd name="T4" fmla="*/ 55 w 121"/>
                <a:gd name="T5" fmla="*/ 316 h 235"/>
                <a:gd name="T6" fmla="*/ 824 w 121"/>
                <a:gd name="T7" fmla="*/ 1684 h 235"/>
                <a:gd name="T8" fmla="*/ 800 w 121"/>
                <a:gd name="T9" fmla="*/ 1809 h 235"/>
                <a:gd name="T10" fmla="*/ 855 w 121"/>
                <a:gd name="T11" fmla="*/ 1603 h 235"/>
                <a:gd name="T12" fmla="*/ 85 w 121"/>
                <a:gd name="T13" fmla="*/ 229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235">
                  <a:moveTo>
                    <a:pt x="11" y="30"/>
                  </a:moveTo>
                  <a:cubicBezTo>
                    <a:pt x="4" y="35"/>
                    <a:pt x="0" y="42"/>
                    <a:pt x="0" y="50"/>
                  </a:cubicBezTo>
                  <a:cubicBezTo>
                    <a:pt x="1" y="47"/>
                    <a:pt x="4" y="44"/>
                    <a:pt x="7" y="41"/>
                  </a:cubicBezTo>
                  <a:cubicBezTo>
                    <a:pt x="47" y="11"/>
                    <a:pt x="117" y="131"/>
                    <a:pt x="107" y="219"/>
                  </a:cubicBezTo>
                  <a:cubicBezTo>
                    <a:pt x="107" y="225"/>
                    <a:pt x="106" y="230"/>
                    <a:pt x="104" y="235"/>
                  </a:cubicBezTo>
                  <a:cubicBezTo>
                    <a:pt x="108" y="227"/>
                    <a:pt x="110" y="218"/>
                    <a:pt x="111" y="208"/>
                  </a:cubicBezTo>
                  <a:cubicBezTo>
                    <a:pt x="121" y="120"/>
                    <a:pt x="50" y="0"/>
                    <a:pt x="11" y="30"/>
                  </a:cubicBezTo>
                  <a:close/>
                </a:path>
              </a:pathLst>
            </a:custGeom>
            <a:solidFill>
              <a:srgbClr val="EB8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2" name="Freeform 113">
              <a:extLst>
                <a:ext uri="{FF2B5EF4-FFF2-40B4-BE49-F238E27FC236}">
                  <a16:creationId xmlns:a16="http://schemas.microsoft.com/office/drawing/2014/main" id="{E3324B70-33D4-42B5-B35B-A881F4D3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539"/>
              <a:ext cx="296" cy="626"/>
            </a:xfrm>
            <a:custGeom>
              <a:avLst/>
              <a:gdLst>
                <a:gd name="T0" fmla="*/ 144 w 150"/>
                <a:gd name="T1" fmla="*/ 2441 h 317"/>
                <a:gd name="T2" fmla="*/ 1075 w 150"/>
                <a:gd name="T3" fmla="*/ 1604 h 317"/>
                <a:gd name="T4" fmla="*/ 308 w 150"/>
                <a:gd name="T5" fmla="*/ 231 h 317"/>
                <a:gd name="T6" fmla="*/ 647 w 150"/>
                <a:gd name="T7" fmla="*/ 1376 h 317"/>
                <a:gd name="T8" fmla="*/ 144 w 150"/>
                <a:gd name="T9" fmla="*/ 2441 h 3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317">
                  <a:moveTo>
                    <a:pt x="19" y="317"/>
                  </a:moveTo>
                  <a:cubicBezTo>
                    <a:pt x="19" y="317"/>
                    <a:pt x="130" y="296"/>
                    <a:pt x="140" y="208"/>
                  </a:cubicBezTo>
                  <a:cubicBezTo>
                    <a:pt x="150" y="120"/>
                    <a:pt x="79" y="0"/>
                    <a:pt x="40" y="30"/>
                  </a:cubicBezTo>
                  <a:cubicBezTo>
                    <a:pt x="0" y="60"/>
                    <a:pt x="74" y="130"/>
                    <a:pt x="84" y="179"/>
                  </a:cubicBezTo>
                  <a:cubicBezTo>
                    <a:pt x="94" y="231"/>
                    <a:pt x="100" y="266"/>
                    <a:pt x="19" y="317"/>
                  </a:cubicBezTo>
                  <a:close/>
                </a:path>
              </a:pathLst>
            </a:custGeom>
            <a:noFill/>
            <a:ln w="12700" cap="flat">
              <a:solidFill>
                <a:srgbClr val="6F25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3" name="Freeform 114">
              <a:extLst>
                <a:ext uri="{FF2B5EF4-FFF2-40B4-BE49-F238E27FC236}">
                  <a16:creationId xmlns:a16="http://schemas.microsoft.com/office/drawing/2014/main" id="{DC4688EE-CF30-4EDD-AF9E-65BA078FC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133"/>
              <a:ext cx="438" cy="799"/>
            </a:xfrm>
            <a:custGeom>
              <a:avLst/>
              <a:gdLst>
                <a:gd name="T0" fmla="*/ 1705 w 222"/>
                <a:gd name="T1" fmla="*/ 744 h 405"/>
                <a:gd name="T2" fmla="*/ 752 w 222"/>
                <a:gd name="T3" fmla="*/ 1736 h 405"/>
                <a:gd name="T4" fmla="*/ 1628 w 222"/>
                <a:gd name="T5" fmla="*/ 2628 h 405"/>
                <a:gd name="T6" fmla="*/ 616 w 222"/>
                <a:gd name="T7" fmla="*/ 2596 h 405"/>
                <a:gd name="T8" fmla="*/ 1705 w 222"/>
                <a:gd name="T9" fmla="*/ 744 h 4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405">
                  <a:moveTo>
                    <a:pt x="222" y="97"/>
                  </a:moveTo>
                  <a:cubicBezTo>
                    <a:pt x="222" y="97"/>
                    <a:pt x="113" y="87"/>
                    <a:pt x="98" y="226"/>
                  </a:cubicBezTo>
                  <a:cubicBezTo>
                    <a:pt x="85" y="345"/>
                    <a:pt x="162" y="359"/>
                    <a:pt x="212" y="342"/>
                  </a:cubicBezTo>
                  <a:cubicBezTo>
                    <a:pt x="212" y="342"/>
                    <a:pt x="142" y="405"/>
                    <a:pt x="80" y="338"/>
                  </a:cubicBezTo>
                  <a:cubicBezTo>
                    <a:pt x="0" y="251"/>
                    <a:pt x="90" y="0"/>
                    <a:pt x="222" y="97"/>
                  </a:cubicBezTo>
                  <a:close/>
                </a:path>
              </a:pathLst>
            </a:custGeom>
            <a:solidFill>
              <a:srgbClr val="D54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4" name="Freeform 115">
              <a:extLst>
                <a:ext uri="{FF2B5EF4-FFF2-40B4-BE49-F238E27FC236}">
                  <a16:creationId xmlns:a16="http://schemas.microsoft.com/office/drawing/2014/main" id="{31E5BEFB-C329-4EEB-9670-11B1CD284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129"/>
              <a:ext cx="438" cy="704"/>
            </a:xfrm>
            <a:custGeom>
              <a:avLst/>
              <a:gdLst>
                <a:gd name="T0" fmla="*/ 616 w 222"/>
                <a:gd name="T1" fmla="*/ 2585 h 357"/>
                <a:gd name="T2" fmla="*/ 791 w 222"/>
                <a:gd name="T3" fmla="*/ 2737 h 357"/>
                <a:gd name="T4" fmla="*/ 708 w 222"/>
                <a:gd name="T5" fmla="*/ 2660 h 357"/>
                <a:gd name="T6" fmla="*/ 1689 w 222"/>
                <a:gd name="T7" fmla="*/ 736 h 357"/>
                <a:gd name="T8" fmla="*/ 1705 w 222"/>
                <a:gd name="T9" fmla="*/ 736 h 357"/>
                <a:gd name="T10" fmla="*/ 616 w 222"/>
                <a:gd name="T11" fmla="*/ 2585 h 3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357">
                  <a:moveTo>
                    <a:pt x="80" y="337"/>
                  </a:moveTo>
                  <a:cubicBezTo>
                    <a:pt x="87" y="346"/>
                    <a:pt x="95" y="352"/>
                    <a:pt x="103" y="357"/>
                  </a:cubicBezTo>
                  <a:cubicBezTo>
                    <a:pt x="99" y="354"/>
                    <a:pt x="96" y="350"/>
                    <a:pt x="92" y="347"/>
                  </a:cubicBezTo>
                  <a:cubicBezTo>
                    <a:pt x="15" y="264"/>
                    <a:pt x="96" y="28"/>
                    <a:pt x="220" y="96"/>
                  </a:cubicBezTo>
                  <a:cubicBezTo>
                    <a:pt x="221" y="96"/>
                    <a:pt x="222" y="96"/>
                    <a:pt x="222" y="96"/>
                  </a:cubicBezTo>
                  <a:cubicBezTo>
                    <a:pt x="90" y="0"/>
                    <a:pt x="0" y="251"/>
                    <a:pt x="80" y="337"/>
                  </a:cubicBezTo>
                  <a:close/>
                </a:path>
              </a:pathLst>
            </a:custGeom>
            <a:solidFill>
              <a:srgbClr val="EB8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5" name="Freeform 116">
              <a:extLst>
                <a:ext uri="{FF2B5EF4-FFF2-40B4-BE49-F238E27FC236}">
                  <a16:creationId xmlns:a16="http://schemas.microsoft.com/office/drawing/2014/main" id="{900A57CE-8EF0-499C-B510-2CD45B221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425"/>
              <a:ext cx="128" cy="213"/>
            </a:xfrm>
            <a:custGeom>
              <a:avLst/>
              <a:gdLst>
                <a:gd name="T0" fmla="*/ 352 w 65"/>
                <a:gd name="T1" fmla="*/ 47 h 108"/>
                <a:gd name="T2" fmla="*/ 167 w 65"/>
                <a:gd name="T3" fmla="*/ 773 h 108"/>
                <a:gd name="T4" fmla="*/ 321 w 65"/>
                <a:gd name="T5" fmla="*/ 444 h 108"/>
                <a:gd name="T6" fmla="*/ 352 w 65"/>
                <a:gd name="T7" fmla="*/ 47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08">
                  <a:moveTo>
                    <a:pt x="46" y="6"/>
                  </a:moveTo>
                  <a:cubicBezTo>
                    <a:pt x="34" y="10"/>
                    <a:pt x="0" y="94"/>
                    <a:pt x="22" y="101"/>
                  </a:cubicBezTo>
                  <a:cubicBezTo>
                    <a:pt x="44" y="108"/>
                    <a:pt x="35" y="75"/>
                    <a:pt x="42" y="58"/>
                  </a:cubicBezTo>
                  <a:cubicBezTo>
                    <a:pt x="49" y="40"/>
                    <a:pt x="65" y="0"/>
                    <a:pt x="46" y="6"/>
                  </a:cubicBezTo>
                  <a:close/>
                </a:path>
              </a:pathLst>
            </a:custGeom>
            <a:solidFill>
              <a:srgbClr val="B32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6" name="Freeform 117">
              <a:extLst>
                <a:ext uri="{FF2B5EF4-FFF2-40B4-BE49-F238E27FC236}">
                  <a16:creationId xmlns:a16="http://schemas.microsoft.com/office/drawing/2014/main" id="{6D5294F6-D8AB-4909-BF1B-FA25DF4A2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133"/>
              <a:ext cx="438" cy="799"/>
            </a:xfrm>
            <a:custGeom>
              <a:avLst/>
              <a:gdLst>
                <a:gd name="T0" fmla="*/ 1705 w 222"/>
                <a:gd name="T1" fmla="*/ 744 h 405"/>
                <a:gd name="T2" fmla="*/ 752 w 222"/>
                <a:gd name="T3" fmla="*/ 1736 h 405"/>
                <a:gd name="T4" fmla="*/ 1628 w 222"/>
                <a:gd name="T5" fmla="*/ 2628 h 405"/>
                <a:gd name="T6" fmla="*/ 616 w 222"/>
                <a:gd name="T7" fmla="*/ 2596 h 405"/>
                <a:gd name="T8" fmla="*/ 1705 w 222"/>
                <a:gd name="T9" fmla="*/ 744 h 4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405">
                  <a:moveTo>
                    <a:pt x="222" y="97"/>
                  </a:moveTo>
                  <a:cubicBezTo>
                    <a:pt x="222" y="97"/>
                    <a:pt x="113" y="87"/>
                    <a:pt x="98" y="226"/>
                  </a:cubicBezTo>
                  <a:cubicBezTo>
                    <a:pt x="85" y="345"/>
                    <a:pt x="162" y="359"/>
                    <a:pt x="212" y="342"/>
                  </a:cubicBezTo>
                  <a:cubicBezTo>
                    <a:pt x="212" y="342"/>
                    <a:pt x="142" y="405"/>
                    <a:pt x="80" y="338"/>
                  </a:cubicBezTo>
                  <a:cubicBezTo>
                    <a:pt x="0" y="251"/>
                    <a:pt x="90" y="0"/>
                    <a:pt x="222" y="97"/>
                  </a:cubicBezTo>
                  <a:close/>
                </a:path>
              </a:pathLst>
            </a:custGeom>
            <a:noFill/>
            <a:ln w="12700" cap="flat">
              <a:solidFill>
                <a:srgbClr val="6F25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7" name="Freeform 118">
              <a:extLst>
                <a:ext uri="{FF2B5EF4-FFF2-40B4-BE49-F238E27FC236}">
                  <a16:creationId xmlns:a16="http://schemas.microsoft.com/office/drawing/2014/main" id="{B8F7211B-4695-4BF3-A557-CF4D4FAE5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606"/>
              <a:ext cx="239" cy="281"/>
            </a:xfrm>
            <a:custGeom>
              <a:avLst/>
              <a:gdLst>
                <a:gd name="T0" fmla="*/ 932 w 121"/>
                <a:gd name="T1" fmla="*/ 728 h 142"/>
                <a:gd name="T2" fmla="*/ 207 w 121"/>
                <a:gd name="T3" fmla="*/ 744 h 142"/>
                <a:gd name="T4" fmla="*/ 393 w 121"/>
                <a:gd name="T5" fmla="*/ 247 h 142"/>
                <a:gd name="T6" fmla="*/ 632 w 121"/>
                <a:gd name="T7" fmla="*/ 736 h 142"/>
                <a:gd name="T8" fmla="*/ 932 w 121"/>
                <a:gd name="T9" fmla="*/ 728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142">
                  <a:moveTo>
                    <a:pt x="121" y="94"/>
                  </a:moveTo>
                  <a:cubicBezTo>
                    <a:pt x="121" y="94"/>
                    <a:pt x="53" y="142"/>
                    <a:pt x="27" y="96"/>
                  </a:cubicBezTo>
                  <a:cubicBezTo>
                    <a:pt x="0" y="49"/>
                    <a:pt x="37" y="0"/>
                    <a:pt x="51" y="32"/>
                  </a:cubicBezTo>
                  <a:cubicBezTo>
                    <a:pt x="64" y="64"/>
                    <a:pt x="56" y="95"/>
                    <a:pt x="82" y="95"/>
                  </a:cubicBezTo>
                  <a:lnTo>
                    <a:pt x="121" y="94"/>
                  </a:lnTo>
                  <a:close/>
                </a:path>
              </a:pathLst>
            </a:custGeom>
            <a:solidFill>
              <a:srgbClr val="D54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8" name="Freeform 119">
              <a:extLst>
                <a:ext uri="{FF2B5EF4-FFF2-40B4-BE49-F238E27FC236}">
                  <a16:creationId xmlns:a16="http://schemas.microsoft.com/office/drawing/2014/main" id="{B9588E20-2EBA-4C36-979A-0F3FA4659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614"/>
              <a:ext cx="81" cy="135"/>
            </a:xfrm>
            <a:custGeom>
              <a:avLst/>
              <a:gdLst>
                <a:gd name="T0" fmla="*/ 308 w 41"/>
                <a:gd name="T1" fmla="*/ 204 h 68"/>
                <a:gd name="T2" fmla="*/ 63 w 41"/>
                <a:gd name="T3" fmla="*/ 532 h 68"/>
                <a:gd name="T4" fmla="*/ 316 w 41"/>
                <a:gd name="T5" fmla="*/ 296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8">
                  <a:moveTo>
                    <a:pt x="40" y="26"/>
                  </a:moveTo>
                  <a:cubicBezTo>
                    <a:pt x="28" y="0"/>
                    <a:pt x="0" y="30"/>
                    <a:pt x="8" y="68"/>
                  </a:cubicBezTo>
                  <a:cubicBezTo>
                    <a:pt x="7" y="36"/>
                    <a:pt x="31" y="14"/>
                    <a:pt x="41" y="38"/>
                  </a:cubicBezTo>
                </a:path>
              </a:pathLst>
            </a:custGeom>
            <a:solidFill>
              <a:srgbClr val="EB8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9" name="Freeform 120">
              <a:extLst>
                <a:ext uri="{FF2B5EF4-FFF2-40B4-BE49-F238E27FC236}">
                  <a16:creationId xmlns:a16="http://schemas.microsoft.com/office/drawing/2014/main" id="{145AD662-0A42-40A5-AF0D-5833ECC02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606"/>
              <a:ext cx="239" cy="281"/>
            </a:xfrm>
            <a:custGeom>
              <a:avLst/>
              <a:gdLst>
                <a:gd name="T0" fmla="*/ 932 w 121"/>
                <a:gd name="T1" fmla="*/ 728 h 142"/>
                <a:gd name="T2" fmla="*/ 207 w 121"/>
                <a:gd name="T3" fmla="*/ 744 h 142"/>
                <a:gd name="T4" fmla="*/ 393 w 121"/>
                <a:gd name="T5" fmla="*/ 247 h 142"/>
                <a:gd name="T6" fmla="*/ 632 w 121"/>
                <a:gd name="T7" fmla="*/ 736 h 142"/>
                <a:gd name="T8" fmla="*/ 932 w 121"/>
                <a:gd name="T9" fmla="*/ 728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142">
                  <a:moveTo>
                    <a:pt x="121" y="94"/>
                  </a:moveTo>
                  <a:cubicBezTo>
                    <a:pt x="121" y="94"/>
                    <a:pt x="53" y="142"/>
                    <a:pt x="27" y="96"/>
                  </a:cubicBezTo>
                  <a:cubicBezTo>
                    <a:pt x="0" y="49"/>
                    <a:pt x="37" y="0"/>
                    <a:pt x="51" y="32"/>
                  </a:cubicBezTo>
                  <a:cubicBezTo>
                    <a:pt x="64" y="64"/>
                    <a:pt x="56" y="95"/>
                    <a:pt x="82" y="95"/>
                  </a:cubicBezTo>
                  <a:lnTo>
                    <a:pt x="121" y="94"/>
                  </a:lnTo>
                  <a:close/>
                </a:path>
              </a:pathLst>
            </a:custGeom>
            <a:noFill/>
            <a:ln w="12700" cap="flat">
              <a:solidFill>
                <a:srgbClr val="6F25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0" name="Freeform 121">
              <a:extLst>
                <a:ext uri="{FF2B5EF4-FFF2-40B4-BE49-F238E27FC236}">
                  <a16:creationId xmlns:a16="http://schemas.microsoft.com/office/drawing/2014/main" id="{2741AFA5-04C9-4DDE-9890-6FB4C6A05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389"/>
              <a:ext cx="256" cy="385"/>
            </a:xfrm>
            <a:custGeom>
              <a:avLst/>
              <a:gdLst>
                <a:gd name="T0" fmla="*/ 892 w 130"/>
                <a:gd name="T1" fmla="*/ 853 h 195"/>
                <a:gd name="T2" fmla="*/ 315 w 130"/>
                <a:gd name="T3" fmla="*/ 1445 h 195"/>
                <a:gd name="T4" fmla="*/ 100 w 130"/>
                <a:gd name="T5" fmla="*/ 648 h 195"/>
                <a:gd name="T6" fmla="*/ 679 w 130"/>
                <a:gd name="T7" fmla="*/ 55 h 195"/>
                <a:gd name="T8" fmla="*/ 892 w 130"/>
                <a:gd name="T9" fmla="*/ 853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95">
                  <a:moveTo>
                    <a:pt x="117" y="111"/>
                  </a:moveTo>
                  <a:cubicBezTo>
                    <a:pt x="104" y="161"/>
                    <a:pt x="70" y="195"/>
                    <a:pt x="41" y="188"/>
                  </a:cubicBezTo>
                  <a:cubicBezTo>
                    <a:pt x="12" y="180"/>
                    <a:pt x="0" y="134"/>
                    <a:pt x="13" y="84"/>
                  </a:cubicBezTo>
                  <a:cubicBezTo>
                    <a:pt x="26" y="34"/>
                    <a:pt x="60" y="0"/>
                    <a:pt x="89" y="7"/>
                  </a:cubicBezTo>
                  <a:cubicBezTo>
                    <a:pt x="117" y="15"/>
                    <a:pt x="130" y="61"/>
                    <a:pt x="117" y="111"/>
                  </a:cubicBezTo>
                  <a:close/>
                </a:path>
              </a:pathLst>
            </a:custGeom>
            <a:solidFill>
              <a:srgbClr val="EEB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1" name="Freeform 122">
              <a:extLst>
                <a:ext uri="{FF2B5EF4-FFF2-40B4-BE49-F238E27FC236}">
                  <a16:creationId xmlns:a16="http://schemas.microsoft.com/office/drawing/2014/main" id="{D824CC27-6038-4F01-A6D0-A8CC72644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6" y="2372"/>
              <a:ext cx="272" cy="416"/>
            </a:xfrm>
            <a:custGeom>
              <a:avLst/>
              <a:gdLst>
                <a:gd name="T0" fmla="*/ 735 w 138"/>
                <a:gd name="T1" fmla="*/ 32 h 211"/>
                <a:gd name="T2" fmla="*/ 727 w 138"/>
                <a:gd name="T3" fmla="*/ 47 h 211"/>
                <a:gd name="T4" fmla="*/ 652 w 138"/>
                <a:gd name="T5" fmla="*/ 8 h 211"/>
                <a:gd name="T6" fmla="*/ 55 w 138"/>
                <a:gd name="T7" fmla="*/ 688 h 211"/>
                <a:gd name="T8" fmla="*/ 32 w 138"/>
                <a:gd name="T9" fmla="*/ 789 h 211"/>
                <a:gd name="T10" fmla="*/ 55 w 138"/>
                <a:gd name="T11" fmla="*/ 1325 h 211"/>
                <a:gd name="T12" fmla="*/ 160 w 138"/>
                <a:gd name="T13" fmla="*/ 1508 h 211"/>
                <a:gd name="T14" fmla="*/ 237 w 138"/>
                <a:gd name="T15" fmla="*/ 1571 h 211"/>
                <a:gd name="T16" fmla="*/ 331 w 138"/>
                <a:gd name="T17" fmla="*/ 1571 h 211"/>
                <a:gd name="T18" fmla="*/ 404 w 138"/>
                <a:gd name="T19" fmla="*/ 1617 h 211"/>
                <a:gd name="T20" fmla="*/ 1003 w 138"/>
                <a:gd name="T21" fmla="*/ 936 h 211"/>
                <a:gd name="T22" fmla="*/ 1025 w 138"/>
                <a:gd name="T23" fmla="*/ 844 h 211"/>
                <a:gd name="T24" fmla="*/ 1003 w 138"/>
                <a:gd name="T25" fmla="*/ 308 h 211"/>
                <a:gd name="T26" fmla="*/ 897 w 138"/>
                <a:gd name="T27" fmla="*/ 124 h 211"/>
                <a:gd name="T28" fmla="*/ 820 w 138"/>
                <a:gd name="T29" fmla="*/ 55 h 211"/>
                <a:gd name="T30" fmla="*/ 735 w 138"/>
                <a:gd name="T31" fmla="*/ 32 h 211"/>
                <a:gd name="T32" fmla="*/ 867 w 138"/>
                <a:gd name="T33" fmla="*/ 905 h 211"/>
                <a:gd name="T34" fmla="*/ 645 w 138"/>
                <a:gd name="T35" fmla="*/ 1309 h 211"/>
                <a:gd name="T36" fmla="*/ 497 w 138"/>
                <a:gd name="T37" fmla="*/ 1404 h 211"/>
                <a:gd name="T38" fmla="*/ 369 w 138"/>
                <a:gd name="T39" fmla="*/ 1457 h 211"/>
                <a:gd name="T40" fmla="*/ 260 w 138"/>
                <a:gd name="T41" fmla="*/ 1341 h 211"/>
                <a:gd name="T42" fmla="*/ 183 w 138"/>
                <a:gd name="T43" fmla="*/ 1189 h 211"/>
                <a:gd name="T44" fmla="*/ 191 w 138"/>
                <a:gd name="T45" fmla="*/ 728 h 211"/>
                <a:gd name="T46" fmla="*/ 396 w 138"/>
                <a:gd name="T47" fmla="*/ 331 h 211"/>
                <a:gd name="T48" fmla="*/ 536 w 138"/>
                <a:gd name="T49" fmla="*/ 229 h 211"/>
                <a:gd name="T50" fmla="*/ 621 w 138"/>
                <a:gd name="T51" fmla="*/ 213 h 211"/>
                <a:gd name="T52" fmla="*/ 696 w 138"/>
                <a:gd name="T53" fmla="*/ 160 h 211"/>
                <a:gd name="T54" fmla="*/ 781 w 138"/>
                <a:gd name="T55" fmla="*/ 276 h 211"/>
                <a:gd name="T56" fmla="*/ 873 w 138"/>
                <a:gd name="T57" fmla="*/ 428 h 211"/>
                <a:gd name="T58" fmla="*/ 867 w 138"/>
                <a:gd name="T59" fmla="*/ 905 h 21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38" h="211">
                  <a:moveTo>
                    <a:pt x="96" y="4"/>
                  </a:moveTo>
                  <a:cubicBezTo>
                    <a:pt x="96" y="5"/>
                    <a:pt x="95" y="5"/>
                    <a:pt x="95" y="6"/>
                  </a:cubicBezTo>
                  <a:cubicBezTo>
                    <a:pt x="94" y="0"/>
                    <a:pt x="90" y="1"/>
                    <a:pt x="85" y="1"/>
                  </a:cubicBezTo>
                  <a:cubicBezTo>
                    <a:pt x="42" y="6"/>
                    <a:pt x="17" y="52"/>
                    <a:pt x="7" y="90"/>
                  </a:cubicBezTo>
                  <a:cubicBezTo>
                    <a:pt x="6" y="94"/>
                    <a:pt x="5" y="99"/>
                    <a:pt x="4" y="103"/>
                  </a:cubicBezTo>
                  <a:cubicBezTo>
                    <a:pt x="0" y="126"/>
                    <a:pt x="0" y="151"/>
                    <a:pt x="7" y="173"/>
                  </a:cubicBezTo>
                  <a:cubicBezTo>
                    <a:pt x="11" y="182"/>
                    <a:pt x="15" y="190"/>
                    <a:pt x="21" y="197"/>
                  </a:cubicBezTo>
                  <a:cubicBezTo>
                    <a:pt x="24" y="200"/>
                    <a:pt x="27" y="203"/>
                    <a:pt x="31" y="205"/>
                  </a:cubicBezTo>
                  <a:cubicBezTo>
                    <a:pt x="36" y="208"/>
                    <a:pt x="39" y="209"/>
                    <a:pt x="43" y="205"/>
                  </a:cubicBezTo>
                  <a:cubicBezTo>
                    <a:pt x="41" y="211"/>
                    <a:pt x="48" y="211"/>
                    <a:pt x="53" y="211"/>
                  </a:cubicBezTo>
                  <a:cubicBezTo>
                    <a:pt x="96" y="208"/>
                    <a:pt x="122" y="159"/>
                    <a:pt x="131" y="122"/>
                  </a:cubicBezTo>
                  <a:cubicBezTo>
                    <a:pt x="132" y="118"/>
                    <a:pt x="133" y="114"/>
                    <a:pt x="134" y="110"/>
                  </a:cubicBezTo>
                  <a:cubicBezTo>
                    <a:pt x="138" y="87"/>
                    <a:pt x="138" y="62"/>
                    <a:pt x="131" y="40"/>
                  </a:cubicBezTo>
                  <a:cubicBezTo>
                    <a:pt x="128" y="31"/>
                    <a:pt x="123" y="22"/>
                    <a:pt x="117" y="16"/>
                  </a:cubicBezTo>
                  <a:cubicBezTo>
                    <a:pt x="114" y="12"/>
                    <a:pt x="111" y="10"/>
                    <a:pt x="107" y="7"/>
                  </a:cubicBezTo>
                  <a:cubicBezTo>
                    <a:pt x="107" y="7"/>
                    <a:pt x="99" y="4"/>
                    <a:pt x="96" y="4"/>
                  </a:cubicBezTo>
                  <a:close/>
                  <a:moveTo>
                    <a:pt x="113" y="118"/>
                  </a:moveTo>
                  <a:cubicBezTo>
                    <a:pt x="108" y="137"/>
                    <a:pt x="99" y="156"/>
                    <a:pt x="84" y="171"/>
                  </a:cubicBezTo>
                  <a:cubicBezTo>
                    <a:pt x="79" y="176"/>
                    <a:pt x="73" y="181"/>
                    <a:pt x="65" y="183"/>
                  </a:cubicBezTo>
                  <a:cubicBezTo>
                    <a:pt x="59" y="186"/>
                    <a:pt x="49" y="181"/>
                    <a:pt x="48" y="190"/>
                  </a:cubicBezTo>
                  <a:cubicBezTo>
                    <a:pt x="48" y="181"/>
                    <a:pt x="39" y="181"/>
                    <a:pt x="34" y="175"/>
                  </a:cubicBezTo>
                  <a:cubicBezTo>
                    <a:pt x="29" y="170"/>
                    <a:pt x="26" y="162"/>
                    <a:pt x="24" y="155"/>
                  </a:cubicBezTo>
                  <a:cubicBezTo>
                    <a:pt x="18" y="135"/>
                    <a:pt x="20" y="114"/>
                    <a:pt x="25" y="95"/>
                  </a:cubicBezTo>
                  <a:cubicBezTo>
                    <a:pt x="30" y="76"/>
                    <a:pt x="39" y="57"/>
                    <a:pt x="52" y="43"/>
                  </a:cubicBezTo>
                  <a:cubicBezTo>
                    <a:pt x="57" y="37"/>
                    <a:pt x="63" y="32"/>
                    <a:pt x="70" y="30"/>
                  </a:cubicBezTo>
                  <a:cubicBezTo>
                    <a:pt x="74" y="28"/>
                    <a:pt x="77" y="28"/>
                    <a:pt x="81" y="28"/>
                  </a:cubicBezTo>
                  <a:cubicBezTo>
                    <a:pt x="86" y="28"/>
                    <a:pt x="88" y="24"/>
                    <a:pt x="91" y="21"/>
                  </a:cubicBezTo>
                  <a:cubicBezTo>
                    <a:pt x="90" y="30"/>
                    <a:pt x="96" y="31"/>
                    <a:pt x="102" y="36"/>
                  </a:cubicBezTo>
                  <a:cubicBezTo>
                    <a:pt x="108" y="40"/>
                    <a:pt x="112" y="49"/>
                    <a:pt x="114" y="56"/>
                  </a:cubicBezTo>
                  <a:cubicBezTo>
                    <a:pt x="120" y="76"/>
                    <a:pt x="118" y="98"/>
                    <a:pt x="113" y="118"/>
                  </a:cubicBezTo>
                  <a:close/>
                </a:path>
              </a:pathLst>
            </a:custGeom>
            <a:solidFill>
              <a:srgbClr val="F3E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2" name="Freeform 123">
              <a:extLst>
                <a:ext uri="{FF2B5EF4-FFF2-40B4-BE49-F238E27FC236}">
                  <a16:creationId xmlns:a16="http://schemas.microsoft.com/office/drawing/2014/main" id="{2CF846D8-6E5E-4881-B301-83D0A105E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326"/>
              <a:ext cx="256" cy="365"/>
            </a:xfrm>
            <a:custGeom>
              <a:avLst/>
              <a:gdLst>
                <a:gd name="T0" fmla="*/ 924 w 130"/>
                <a:gd name="T1" fmla="*/ 176 h 185"/>
                <a:gd name="T2" fmla="*/ 664 w 130"/>
                <a:gd name="T3" fmla="*/ 93 h 185"/>
                <a:gd name="T4" fmla="*/ 345 w 130"/>
                <a:gd name="T5" fmla="*/ 1320 h 185"/>
                <a:gd name="T6" fmla="*/ 992 w 130"/>
                <a:gd name="T7" fmla="*/ 229 h 185"/>
                <a:gd name="T8" fmla="*/ 924 w 130"/>
                <a:gd name="T9" fmla="*/ 176 h 1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85">
                  <a:moveTo>
                    <a:pt x="121" y="23"/>
                  </a:moveTo>
                  <a:cubicBezTo>
                    <a:pt x="121" y="23"/>
                    <a:pt x="125" y="0"/>
                    <a:pt x="87" y="12"/>
                  </a:cubicBezTo>
                  <a:cubicBezTo>
                    <a:pt x="49" y="25"/>
                    <a:pt x="0" y="160"/>
                    <a:pt x="45" y="172"/>
                  </a:cubicBezTo>
                  <a:cubicBezTo>
                    <a:pt x="91" y="185"/>
                    <a:pt x="65" y="60"/>
                    <a:pt x="130" y="30"/>
                  </a:cubicBezTo>
                  <a:lnTo>
                    <a:pt x="121" y="23"/>
                  </a:lnTo>
                  <a:close/>
                </a:path>
              </a:pathLst>
            </a:custGeom>
            <a:solidFill>
              <a:srgbClr val="D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3" name="Freeform 124">
              <a:extLst>
                <a:ext uri="{FF2B5EF4-FFF2-40B4-BE49-F238E27FC236}">
                  <a16:creationId xmlns:a16="http://schemas.microsoft.com/office/drawing/2014/main" id="{13D0CAC4-A40E-4F43-A0F1-C420B21AF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423"/>
              <a:ext cx="168" cy="314"/>
            </a:xfrm>
            <a:custGeom>
              <a:avLst/>
              <a:gdLst>
                <a:gd name="T0" fmla="*/ 585 w 85"/>
                <a:gd name="T1" fmla="*/ 664 h 159"/>
                <a:gd name="T2" fmla="*/ 540 w 85"/>
                <a:gd name="T3" fmla="*/ 0 h 159"/>
                <a:gd name="T4" fmla="*/ 488 w 85"/>
                <a:gd name="T5" fmla="*/ 24 h 159"/>
                <a:gd name="T6" fmla="*/ 403 w 85"/>
                <a:gd name="T7" fmla="*/ 32 h 159"/>
                <a:gd name="T8" fmla="*/ 261 w 85"/>
                <a:gd name="T9" fmla="*/ 140 h 159"/>
                <a:gd name="T10" fmla="*/ 55 w 85"/>
                <a:gd name="T11" fmla="*/ 531 h 159"/>
                <a:gd name="T12" fmla="*/ 47 w 85"/>
                <a:gd name="T13" fmla="*/ 1003 h 159"/>
                <a:gd name="T14" fmla="*/ 125 w 85"/>
                <a:gd name="T15" fmla="*/ 1155 h 159"/>
                <a:gd name="T16" fmla="*/ 208 w 85"/>
                <a:gd name="T17" fmla="*/ 1224 h 159"/>
                <a:gd name="T18" fmla="*/ 585 w 85"/>
                <a:gd name="T19" fmla="*/ 664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159">
                  <a:moveTo>
                    <a:pt x="76" y="86"/>
                  </a:moveTo>
                  <a:cubicBezTo>
                    <a:pt x="85" y="52"/>
                    <a:pt x="82" y="19"/>
                    <a:pt x="70" y="0"/>
                  </a:cubicBezTo>
                  <a:cubicBezTo>
                    <a:pt x="68" y="1"/>
                    <a:pt x="66" y="3"/>
                    <a:pt x="63" y="3"/>
                  </a:cubicBezTo>
                  <a:cubicBezTo>
                    <a:pt x="59" y="3"/>
                    <a:pt x="56" y="3"/>
                    <a:pt x="52" y="4"/>
                  </a:cubicBezTo>
                  <a:cubicBezTo>
                    <a:pt x="45" y="7"/>
                    <a:pt x="39" y="12"/>
                    <a:pt x="34" y="18"/>
                  </a:cubicBezTo>
                  <a:cubicBezTo>
                    <a:pt x="20" y="32"/>
                    <a:pt x="12" y="51"/>
                    <a:pt x="7" y="69"/>
                  </a:cubicBezTo>
                  <a:cubicBezTo>
                    <a:pt x="2" y="89"/>
                    <a:pt x="0" y="110"/>
                    <a:pt x="6" y="130"/>
                  </a:cubicBezTo>
                  <a:cubicBezTo>
                    <a:pt x="8" y="137"/>
                    <a:pt x="11" y="144"/>
                    <a:pt x="16" y="150"/>
                  </a:cubicBezTo>
                  <a:cubicBezTo>
                    <a:pt x="19" y="154"/>
                    <a:pt x="24" y="155"/>
                    <a:pt x="27" y="159"/>
                  </a:cubicBezTo>
                  <a:cubicBezTo>
                    <a:pt x="48" y="148"/>
                    <a:pt x="67" y="121"/>
                    <a:pt x="76" y="86"/>
                  </a:cubicBezTo>
                  <a:close/>
                </a:path>
              </a:pathLst>
            </a:custGeom>
            <a:solidFill>
              <a:srgbClr val="D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4" name="Freeform 125">
              <a:extLst>
                <a:ext uri="{FF2B5EF4-FFF2-40B4-BE49-F238E27FC236}">
                  <a16:creationId xmlns:a16="http://schemas.microsoft.com/office/drawing/2014/main" id="{BCE6F2E8-F4DF-4C58-8EE5-F565BE5B5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524"/>
              <a:ext cx="543" cy="256"/>
            </a:xfrm>
            <a:custGeom>
              <a:avLst/>
              <a:gdLst>
                <a:gd name="T0" fmla="*/ 8 w 275"/>
                <a:gd name="T1" fmla="*/ 0 h 130"/>
                <a:gd name="T2" fmla="*/ 537 w 275"/>
                <a:gd name="T3" fmla="*/ 268 h 130"/>
                <a:gd name="T4" fmla="*/ 1177 w 275"/>
                <a:gd name="T5" fmla="*/ 551 h 130"/>
                <a:gd name="T6" fmla="*/ 1856 w 275"/>
                <a:gd name="T7" fmla="*/ 864 h 130"/>
                <a:gd name="T8" fmla="*/ 2117 w 275"/>
                <a:gd name="T9" fmla="*/ 992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130">
                  <a:moveTo>
                    <a:pt x="1" y="0"/>
                  </a:moveTo>
                  <a:cubicBezTo>
                    <a:pt x="0" y="23"/>
                    <a:pt x="55" y="30"/>
                    <a:pt x="70" y="35"/>
                  </a:cubicBezTo>
                  <a:cubicBezTo>
                    <a:pt x="99" y="46"/>
                    <a:pt x="125" y="61"/>
                    <a:pt x="153" y="72"/>
                  </a:cubicBezTo>
                  <a:cubicBezTo>
                    <a:pt x="184" y="85"/>
                    <a:pt x="213" y="96"/>
                    <a:pt x="241" y="113"/>
                  </a:cubicBezTo>
                  <a:cubicBezTo>
                    <a:pt x="251" y="120"/>
                    <a:pt x="263" y="128"/>
                    <a:pt x="275" y="130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5" name="Freeform 126">
              <a:extLst>
                <a:ext uri="{FF2B5EF4-FFF2-40B4-BE49-F238E27FC236}">
                  <a16:creationId xmlns:a16="http://schemas.microsoft.com/office/drawing/2014/main" id="{6D96653F-9222-4BEB-9505-60630EBF9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380"/>
              <a:ext cx="499" cy="153"/>
            </a:xfrm>
            <a:custGeom>
              <a:avLst/>
              <a:gdLst>
                <a:gd name="T0" fmla="*/ 1941 w 253"/>
                <a:gd name="T1" fmla="*/ 0 h 78"/>
                <a:gd name="T2" fmla="*/ 1757 w 253"/>
                <a:gd name="T3" fmla="*/ 120 h 78"/>
                <a:gd name="T4" fmla="*/ 1452 w 253"/>
                <a:gd name="T5" fmla="*/ 243 h 78"/>
                <a:gd name="T6" fmla="*/ 645 w 253"/>
                <a:gd name="T7" fmla="*/ 439 h 78"/>
                <a:gd name="T8" fmla="*/ 0 w 253"/>
                <a:gd name="T9" fmla="*/ 588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78">
                  <a:moveTo>
                    <a:pt x="253" y="0"/>
                  </a:moveTo>
                  <a:cubicBezTo>
                    <a:pt x="249" y="10"/>
                    <a:pt x="238" y="12"/>
                    <a:pt x="229" y="16"/>
                  </a:cubicBezTo>
                  <a:cubicBezTo>
                    <a:pt x="216" y="22"/>
                    <a:pt x="203" y="27"/>
                    <a:pt x="189" y="32"/>
                  </a:cubicBezTo>
                  <a:cubicBezTo>
                    <a:pt x="156" y="45"/>
                    <a:pt x="119" y="53"/>
                    <a:pt x="84" y="58"/>
                  </a:cubicBezTo>
                  <a:cubicBezTo>
                    <a:pt x="54" y="62"/>
                    <a:pt x="24" y="61"/>
                    <a:pt x="0" y="78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6" name="Freeform 127">
              <a:extLst>
                <a:ext uri="{FF2B5EF4-FFF2-40B4-BE49-F238E27FC236}">
                  <a16:creationId xmlns:a16="http://schemas.microsoft.com/office/drawing/2014/main" id="{BDDC508E-2A68-4C0A-8073-703A8102A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3100"/>
              <a:ext cx="423" cy="75"/>
            </a:xfrm>
            <a:custGeom>
              <a:avLst/>
              <a:gdLst>
                <a:gd name="T0" fmla="*/ 0 w 214"/>
                <a:gd name="T1" fmla="*/ 223 h 38"/>
                <a:gd name="T2" fmla="*/ 332 w 214"/>
                <a:gd name="T3" fmla="*/ 268 h 38"/>
                <a:gd name="T4" fmla="*/ 957 w 214"/>
                <a:gd name="T5" fmla="*/ 132 h 38"/>
                <a:gd name="T6" fmla="*/ 1415 w 214"/>
                <a:gd name="T7" fmla="*/ 24 h 38"/>
                <a:gd name="T8" fmla="*/ 1652 w 214"/>
                <a:gd name="T9" fmla="*/ 3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8">
                  <a:moveTo>
                    <a:pt x="0" y="29"/>
                  </a:moveTo>
                  <a:cubicBezTo>
                    <a:pt x="12" y="29"/>
                    <a:pt x="29" y="33"/>
                    <a:pt x="43" y="35"/>
                  </a:cubicBezTo>
                  <a:cubicBezTo>
                    <a:pt x="70" y="38"/>
                    <a:pt x="98" y="24"/>
                    <a:pt x="124" y="17"/>
                  </a:cubicBezTo>
                  <a:cubicBezTo>
                    <a:pt x="143" y="12"/>
                    <a:pt x="163" y="4"/>
                    <a:pt x="183" y="3"/>
                  </a:cubicBezTo>
                  <a:cubicBezTo>
                    <a:pt x="190" y="2"/>
                    <a:pt x="212" y="0"/>
                    <a:pt x="214" y="5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7" name="Freeform 128">
              <a:extLst>
                <a:ext uri="{FF2B5EF4-FFF2-40B4-BE49-F238E27FC236}">
                  <a16:creationId xmlns:a16="http://schemas.microsoft.com/office/drawing/2014/main" id="{9CB63F8F-B2D6-4C83-BD5D-0FAE7C863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326"/>
              <a:ext cx="841" cy="1090"/>
            </a:xfrm>
            <a:custGeom>
              <a:avLst/>
              <a:gdLst>
                <a:gd name="T0" fmla="*/ 1925 w 426"/>
                <a:gd name="T1" fmla="*/ 4212 h 552"/>
                <a:gd name="T2" fmla="*/ 2584 w 426"/>
                <a:gd name="T3" fmla="*/ 4117 h 552"/>
                <a:gd name="T4" fmla="*/ 2693 w 426"/>
                <a:gd name="T5" fmla="*/ 1588 h 552"/>
                <a:gd name="T6" fmla="*/ 476 w 426"/>
                <a:gd name="T7" fmla="*/ 363 h 552"/>
                <a:gd name="T8" fmla="*/ 0 w 426"/>
                <a:gd name="T9" fmla="*/ 1064 h 552"/>
                <a:gd name="T10" fmla="*/ 401 w 426"/>
                <a:gd name="T11" fmla="*/ 800 h 552"/>
                <a:gd name="T12" fmla="*/ 529 w 426"/>
                <a:gd name="T13" fmla="*/ 687 h 552"/>
                <a:gd name="T14" fmla="*/ 2284 w 426"/>
                <a:gd name="T15" fmla="*/ 1848 h 552"/>
                <a:gd name="T16" fmla="*/ 2361 w 426"/>
                <a:gd name="T17" fmla="*/ 3949 h 552"/>
                <a:gd name="T18" fmla="*/ 2237 w 426"/>
                <a:gd name="T19" fmla="*/ 4005 h 552"/>
                <a:gd name="T20" fmla="*/ 1925 w 426"/>
                <a:gd name="T21" fmla="*/ 4212 h 5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6" h="552">
                  <a:moveTo>
                    <a:pt x="250" y="547"/>
                  </a:moveTo>
                  <a:cubicBezTo>
                    <a:pt x="281" y="552"/>
                    <a:pt x="310" y="549"/>
                    <a:pt x="336" y="535"/>
                  </a:cubicBezTo>
                  <a:cubicBezTo>
                    <a:pt x="419" y="488"/>
                    <a:pt x="426" y="341"/>
                    <a:pt x="350" y="206"/>
                  </a:cubicBezTo>
                  <a:cubicBezTo>
                    <a:pt x="275" y="71"/>
                    <a:pt x="146" y="0"/>
                    <a:pt x="62" y="47"/>
                  </a:cubicBezTo>
                  <a:cubicBezTo>
                    <a:pt x="30" y="65"/>
                    <a:pt x="9" y="98"/>
                    <a:pt x="0" y="138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7" y="98"/>
                    <a:pt x="63" y="93"/>
                    <a:pt x="69" y="89"/>
                  </a:cubicBezTo>
                  <a:cubicBezTo>
                    <a:pt x="129" y="56"/>
                    <a:pt x="231" y="123"/>
                    <a:pt x="297" y="240"/>
                  </a:cubicBezTo>
                  <a:cubicBezTo>
                    <a:pt x="363" y="358"/>
                    <a:pt x="367" y="480"/>
                    <a:pt x="307" y="513"/>
                  </a:cubicBezTo>
                  <a:cubicBezTo>
                    <a:pt x="302" y="516"/>
                    <a:pt x="297" y="518"/>
                    <a:pt x="291" y="520"/>
                  </a:cubicBezTo>
                  <a:lnTo>
                    <a:pt x="250" y="547"/>
                  </a:lnTo>
                  <a:close/>
                </a:path>
              </a:pathLst>
            </a:custGeom>
            <a:solidFill>
              <a:srgbClr val="D54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8" name="Freeform 129">
              <a:extLst>
                <a:ext uri="{FF2B5EF4-FFF2-40B4-BE49-F238E27FC236}">
                  <a16:creationId xmlns:a16="http://schemas.microsoft.com/office/drawing/2014/main" id="{98F60A8B-A39E-4974-9098-9B3DBD663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383"/>
              <a:ext cx="618" cy="1029"/>
            </a:xfrm>
            <a:custGeom>
              <a:avLst/>
              <a:gdLst>
                <a:gd name="T0" fmla="*/ 1832 w 313"/>
                <a:gd name="T1" fmla="*/ 1365 h 521"/>
                <a:gd name="T2" fmla="*/ 0 w 313"/>
                <a:gd name="T3" fmla="*/ 32 h 521"/>
                <a:gd name="T4" fmla="*/ 1732 w 313"/>
                <a:gd name="T5" fmla="*/ 1365 h 521"/>
                <a:gd name="T6" fmla="*/ 1617 w 313"/>
                <a:gd name="T7" fmla="*/ 3897 h 521"/>
                <a:gd name="T8" fmla="*/ 1224 w 313"/>
                <a:gd name="T9" fmla="*/ 4005 h 521"/>
                <a:gd name="T10" fmla="*/ 1716 w 313"/>
                <a:gd name="T11" fmla="*/ 3897 h 521"/>
                <a:gd name="T12" fmla="*/ 1832 w 313"/>
                <a:gd name="T13" fmla="*/ 1365 h 5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3" h="521">
                  <a:moveTo>
                    <a:pt x="238" y="177"/>
                  </a:moveTo>
                  <a:cubicBezTo>
                    <a:pt x="176" y="67"/>
                    <a:pt x="79" y="0"/>
                    <a:pt x="0" y="4"/>
                  </a:cubicBezTo>
                  <a:cubicBezTo>
                    <a:pt x="77" y="7"/>
                    <a:pt x="167" y="73"/>
                    <a:pt x="225" y="177"/>
                  </a:cubicBezTo>
                  <a:cubicBezTo>
                    <a:pt x="301" y="312"/>
                    <a:pt x="294" y="459"/>
                    <a:pt x="210" y="506"/>
                  </a:cubicBezTo>
                  <a:cubicBezTo>
                    <a:pt x="194" y="515"/>
                    <a:pt x="177" y="519"/>
                    <a:pt x="159" y="520"/>
                  </a:cubicBezTo>
                  <a:cubicBezTo>
                    <a:pt x="182" y="521"/>
                    <a:pt x="204" y="517"/>
                    <a:pt x="223" y="506"/>
                  </a:cubicBezTo>
                  <a:cubicBezTo>
                    <a:pt x="307" y="459"/>
                    <a:pt x="313" y="312"/>
                    <a:pt x="238" y="177"/>
                  </a:cubicBezTo>
                  <a:close/>
                </a:path>
              </a:pathLst>
            </a:custGeom>
            <a:solidFill>
              <a:srgbClr val="EB8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9" name="Freeform 130">
              <a:extLst>
                <a:ext uri="{FF2B5EF4-FFF2-40B4-BE49-F238E27FC236}">
                  <a16:creationId xmlns:a16="http://schemas.microsoft.com/office/drawing/2014/main" id="{8B3B295A-CD23-4EF3-8086-445B440DD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326"/>
              <a:ext cx="841" cy="1090"/>
            </a:xfrm>
            <a:custGeom>
              <a:avLst/>
              <a:gdLst>
                <a:gd name="T0" fmla="*/ 1925 w 426"/>
                <a:gd name="T1" fmla="*/ 4212 h 552"/>
                <a:gd name="T2" fmla="*/ 2584 w 426"/>
                <a:gd name="T3" fmla="*/ 4117 h 552"/>
                <a:gd name="T4" fmla="*/ 2693 w 426"/>
                <a:gd name="T5" fmla="*/ 1588 h 552"/>
                <a:gd name="T6" fmla="*/ 476 w 426"/>
                <a:gd name="T7" fmla="*/ 363 h 552"/>
                <a:gd name="T8" fmla="*/ 0 w 426"/>
                <a:gd name="T9" fmla="*/ 1064 h 552"/>
                <a:gd name="T10" fmla="*/ 401 w 426"/>
                <a:gd name="T11" fmla="*/ 800 h 552"/>
                <a:gd name="T12" fmla="*/ 529 w 426"/>
                <a:gd name="T13" fmla="*/ 687 h 552"/>
                <a:gd name="T14" fmla="*/ 2284 w 426"/>
                <a:gd name="T15" fmla="*/ 1848 h 552"/>
                <a:gd name="T16" fmla="*/ 2361 w 426"/>
                <a:gd name="T17" fmla="*/ 3949 h 552"/>
                <a:gd name="T18" fmla="*/ 2237 w 426"/>
                <a:gd name="T19" fmla="*/ 4005 h 552"/>
                <a:gd name="T20" fmla="*/ 1925 w 426"/>
                <a:gd name="T21" fmla="*/ 4212 h 5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6" h="552">
                  <a:moveTo>
                    <a:pt x="250" y="547"/>
                  </a:moveTo>
                  <a:cubicBezTo>
                    <a:pt x="281" y="552"/>
                    <a:pt x="310" y="549"/>
                    <a:pt x="336" y="535"/>
                  </a:cubicBezTo>
                  <a:cubicBezTo>
                    <a:pt x="419" y="488"/>
                    <a:pt x="426" y="341"/>
                    <a:pt x="350" y="206"/>
                  </a:cubicBezTo>
                  <a:cubicBezTo>
                    <a:pt x="275" y="71"/>
                    <a:pt x="146" y="0"/>
                    <a:pt x="62" y="47"/>
                  </a:cubicBezTo>
                  <a:cubicBezTo>
                    <a:pt x="30" y="65"/>
                    <a:pt x="9" y="98"/>
                    <a:pt x="0" y="138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7" y="98"/>
                    <a:pt x="63" y="93"/>
                    <a:pt x="69" y="89"/>
                  </a:cubicBezTo>
                  <a:cubicBezTo>
                    <a:pt x="129" y="56"/>
                    <a:pt x="231" y="123"/>
                    <a:pt x="297" y="240"/>
                  </a:cubicBezTo>
                  <a:cubicBezTo>
                    <a:pt x="363" y="358"/>
                    <a:pt x="367" y="480"/>
                    <a:pt x="307" y="513"/>
                  </a:cubicBezTo>
                  <a:cubicBezTo>
                    <a:pt x="302" y="516"/>
                    <a:pt x="297" y="518"/>
                    <a:pt x="291" y="520"/>
                  </a:cubicBezTo>
                  <a:lnTo>
                    <a:pt x="250" y="547"/>
                  </a:lnTo>
                  <a:close/>
                </a:path>
              </a:pathLst>
            </a:custGeom>
            <a:noFill/>
            <a:ln w="12700" cap="flat">
              <a:solidFill>
                <a:srgbClr val="6F25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0" name="Freeform 131">
              <a:extLst>
                <a:ext uri="{FF2B5EF4-FFF2-40B4-BE49-F238E27FC236}">
                  <a16:creationId xmlns:a16="http://schemas.microsoft.com/office/drawing/2014/main" id="{395502BC-1DFA-435F-9DF5-0EAA4BC25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681"/>
              <a:ext cx="142" cy="216"/>
            </a:xfrm>
            <a:custGeom>
              <a:avLst/>
              <a:gdLst>
                <a:gd name="T0" fmla="*/ 85 w 72"/>
                <a:gd name="T1" fmla="*/ 71 h 109"/>
                <a:gd name="T2" fmla="*/ 191 w 72"/>
                <a:gd name="T3" fmla="*/ 428 h 109"/>
                <a:gd name="T4" fmla="*/ 428 w 72"/>
                <a:gd name="T5" fmla="*/ 824 h 109"/>
                <a:gd name="T6" fmla="*/ 85 w 72"/>
                <a:gd name="T7" fmla="*/ 71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109">
                  <a:moveTo>
                    <a:pt x="11" y="9"/>
                  </a:moveTo>
                  <a:cubicBezTo>
                    <a:pt x="0" y="11"/>
                    <a:pt x="16" y="38"/>
                    <a:pt x="25" y="55"/>
                  </a:cubicBezTo>
                  <a:cubicBezTo>
                    <a:pt x="34" y="73"/>
                    <a:pt x="41" y="109"/>
                    <a:pt x="56" y="106"/>
                  </a:cubicBezTo>
                  <a:cubicBezTo>
                    <a:pt x="72" y="102"/>
                    <a:pt x="54" y="0"/>
                    <a:pt x="11" y="9"/>
                  </a:cubicBezTo>
                  <a:close/>
                </a:path>
              </a:pathLst>
            </a:custGeom>
            <a:solidFill>
              <a:srgbClr val="B32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1" name="Freeform 132">
              <a:extLst>
                <a:ext uri="{FF2B5EF4-FFF2-40B4-BE49-F238E27FC236}">
                  <a16:creationId xmlns:a16="http://schemas.microsoft.com/office/drawing/2014/main" id="{1024E9F0-F296-4AD7-8495-FB1333059F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2" y="2372"/>
              <a:ext cx="274" cy="418"/>
            </a:xfrm>
            <a:custGeom>
              <a:avLst/>
              <a:gdLst>
                <a:gd name="T0" fmla="*/ 743 w 139"/>
                <a:gd name="T1" fmla="*/ 39 h 212"/>
                <a:gd name="T2" fmla="*/ 735 w 139"/>
                <a:gd name="T3" fmla="*/ 55 h 212"/>
                <a:gd name="T4" fmla="*/ 652 w 139"/>
                <a:gd name="T5" fmla="*/ 16 h 212"/>
                <a:gd name="T6" fmla="*/ 55 w 139"/>
                <a:gd name="T7" fmla="*/ 688 h 212"/>
                <a:gd name="T8" fmla="*/ 32 w 139"/>
                <a:gd name="T9" fmla="*/ 797 h 212"/>
                <a:gd name="T10" fmla="*/ 63 w 139"/>
                <a:gd name="T11" fmla="*/ 1333 h 212"/>
                <a:gd name="T12" fmla="*/ 168 w 139"/>
                <a:gd name="T13" fmla="*/ 1516 h 212"/>
                <a:gd name="T14" fmla="*/ 237 w 139"/>
                <a:gd name="T15" fmla="*/ 1579 h 212"/>
                <a:gd name="T16" fmla="*/ 337 w 139"/>
                <a:gd name="T17" fmla="*/ 1579 h 212"/>
                <a:gd name="T18" fmla="*/ 404 w 139"/>
                <a:gd name="T19" fmla="*/ 1625 h 212"/>
                <a:gd name="T20" fmla="*/ 1011 w 139"/>
                <a:gd name="T21" fmla="*/ 944 h 212"/>
                <a:gd name="T22" fmla="*/ 1025 w 139"/>
                <a:gd name="T23" fmla="*/ 852 h 212"/>
                <a:gd name="T24" fmla="*/ 1003 w 139"/>
                <a:gd name="T25" fmla="*/ 315 h 212"/>
                <a:gd name="T26" fmla="*/ 897 w 139"/>
                <a:gd name="T27" fmla="*/ 124 h 212"/>
                <a:gd name="T28" fmla="*/ 828 w 139"/>
                <a:gd name="T29" fmla="*/ 63 h 212"/>
                <a:gd name="T30" fmla="*/ 743 w 139"/>
                <a:gd name="T31" fmla="*/ 39 h 212"/>
                <a:gd name="T32" fmla="*/ 867 w 139"/>
                <a:gd name="T33" fmla="*/ 905 h 212"/>
                <a:gd name="T34" fmla="*/ 652 w 139"/>
                <a:gd name="T35" fmla="*/ 1309 h 212"/>
                <a:gd name="T36" fmla="*/ 505 w 139"/>
                <a:gd name="T37" fmla="*/ 1412 h 212"/>
                <a:gd name="T38" fmla="*/ 369 w 139"/>
                <a:gd name="T39" fmla="*/ 1465 h 212"/>
                <a:gd name="T40" fmla="*/ 268 w 139"/>
                <a:gd name="T41" fmla="*/ 1349 h 212"/>
                <a:gd name="T42" fmla="*/ 183 w 139"/>
                <a:gd name="T43" fmla="*/ 1197 h 212"/>
                <a:gd name="T44" fmla="*/ 199 w 139"/>
                <a:gd name="T45" fmla="*/ 728 h 212"/>
                <a:gd name="T46" fmla="*/ 404 w 139"/>
                <a:gd name="T47" fmla="*/ 339 h 212"/>
                <a:gd name="T48" fmla="*/ 544 w 139"/>
                <a:gd name="T49" fmla="*/ 229 h 212"/>
                <a:gd name="T50" fmla="*/ 621 w 139"/>
                <a:gd name="T51" fmla="*/ 221 h 212"/>
                <a:gd name="T52" fmla="*/ 696 w 139"/>
                <a:gd name="T53" fmla="*/ 160 h 212"/>
                <a:gd name="T54" fmla="*/ 781 w 139"/>
                <a:gd name="T55" fmla="*/ 276 h 212"/>
                <a:gd name="T56" fmla="*/ 875 w 139"/>
                <a:gd name="T57" fmla="*/ 436 h 212"/>
                <a:gd name="T58" fmla="*/ 867 w 139"/>
                <a:gd name="T59" fmla="*/ 905 h 21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39" h="212">
                  <a:moveTo>
                    <a:pt x="97" y="5"/>
                  </a:moveTo>
                  <a:cubicBezTo>
                    <a:pt x="96" y="5"/>
                    <a:pt x="96" y="6"/>
                    <a:pt x="96" y="7"/>
                  </a:cubicBezTo>
                  <a:cubicBezTo>
                    <a:pt x="94" y="0"/>
                    <a:pt x="90" y="1"/>
                    <a:pt x="85" y="2"/>
                  </a:cubicBezTo>
                  <a:cubicBezTo>
                    <a:pt x="42" y="7"/>
                    <a:pt x="17" y="53"/>
                    <a:pt x="7" y="90"/>
                  </a:cubicBezTo>
                  <a:cubicBezTo>
                    <a:pt x="6" y="95"/>
                    <a:pt x="5" y="99"/>
                    <a:pt x="4" y="104"/>
                  </a:cubicBezTo>
                  <a:cubicBezTo>
                    <a:pt x="0" y="127"/>
                    <a:pt x="0" y="151"/>
                    <a:pt x="8" y="174"/>
                  </a:cubicBezTo>
                  <a:cubicBezTo>
                    <a:pt x="11" y="182"/>
                    <a:pt x="16" y="191"/>
                    <a:pt x="22" y="198"/>
                  </a:cubicBezTo>
                  <a:cubicBezTo>
                    <a:pt x="25" y="201"/>
                    <a:pt x="28" y="203"/>
                    <a:pt x="31" y="206"/>
                  </a:cubicBezTo>
                  <a:cubicBezTo>
                    <a:pt x="36" y="209"/>
                    <a:pt x="39" y="210"/>
                    <a:pt x="44" y="206"/>
                  </a:cubicBezTo>
                  <a:cubicBezTo>
                    <a:pt x="42" y="212"/>
                    <a:pt x="49" y="212"/>
                    <a:pt x="53" y="212"/>
                  </a:cubicBezTo>
                  <a:cubicBezTo>
                    <a:pt x="96" y="209"/>
                    <a:pt x="122" y="160"/>
                    <a:pt x="132" y="123"/>
                  </a:cubicBezTo>
                  <a:cubicBezTo>
                    <a:pt x="133" y="119"/>
                    <a:pt x="134" y="115"/>
                    <a:pt x="134" y="111"/>
                  </a:cubicBezTo>
                  <a:cubicBezTo>
                    <a:pt x="139" y="88"/>
                    <a:pt x="139" y="63"/>
                    <a:pt x="131" y="41"/>
                  </a:cubicBezTo>
                  <a:cubicBezTo>
                    <a:pt x="128" y="32"/>
                    <a:pt x="124" y="23"/>
                    <a:pt x="117" y="16"/>
                  </a:cubicBezTo>
                  <a:cubicBezTo>
                    <a:pt x="115" y="13"/>
                    <a:pt x="111" y="10"/>
                    <a:pt x="108" y="8"/>
                  </a:cubicBezTo>
                  <a:cubicBezTo>
                    <a:pt x="107" y="8"/>
                    <a:pt x="100" y="4"/>
                    <a:pt x="97" y="5"/>
                  </a:cubicBezTo>
                  <a:close/>
                  <a:moveTo>
                    <a:pt x="113" y="118"/>
                  </a:moveTo>
                  <a:cubicBezTo>
                    <a:pt x="108" y="138"/>
                    <a:pt x="99" y="157"/>
                    <a:pt x="85" y="171"/>
                  </a:cubicBezTo>
                  <a:cubicBezTo>
                    <a:pt x="79" y="177"/>
                    <a:pt x="73" y="182"/>
                    <a:pt x="66" y="184"/>
                  </a:cubicBezTo>
                  <a:cubicBezTo>
                    <a:pt x="59" y="186"/>
                    <a:pt x="50" y="182"/>
                    <a:pt x="48" y="191"/>
                  </a:cubicBezTo>
                  <a:cubicBezTo>
                    <a:pt x="48" y="182"/>
                    <a:pt x="39" y="182"/>
                    <a:pt x="35" y="176"/>
                  </a:cubicBezTo>
                  <a:cubicBezTo>
                    <a:pt x="30" y="170"/>
                    <a:pt x="26" y="163"/>
                    <a:pt x="24" y="156"/>
                  </a:cubicBezTo>
                  <a:cubicBezTo>
                    <a:pt x="19" y="136"/>
                    <a:pt x="21" y="115"/>
                    <a:pt x="26" y="95"/>
                  </a:cubicBezTo>
                  <a:cubicBezTo>
                    <a:pt x="31" y="76"/>
                    <a:pt x="39" y="58"/>
                    <a:pt x="53" y="44"/>
                  </a:cubicBezTo>
                  <a:cubicBezTo>
                    <a:pt x="58" y="38"/>
                    <a:pt x="64" y="33"/>
                    <a:pt x="71" y="30"/>
                  </a:cubicBezTo>
                  <a:cubicBezTo>
                    <a:pt x="75" y="29"/>
                    <a:pt x="77" y="29"/>
                    <a:pt x="81" y="29"/>
                  </a:cubicBezTo>
                  <a:cubicBezTo>
                    <a:pt x="86" y="29"/>
                    <a:pt x="89" y="25"/>
                    <a:pt x="91" y="21"/>
                  </a:cubicBezTo>
                  <a:cubicBezTo>
                    <a:pt x="91" y="30"/>
                    <a:pt x="96" y="32"/>
                    <a:pt x="102" y="36"/>
                  </a:cubicBezTo>
                  <a:cubicBezTo>
                    <a:pt x="109" y="41"/>
                    <a:pt x="112" y="50"/>
                    <a:pt x="114" y="57"/>
                  </a:cubicBezTo>
                  <a:cubicBezTo>
                    <a:pt x="120" y="77"/>
                    <a:pt x="118" y="99"/>
                    <a:pt x="113" y="118"/>
                  </a:cubicBezTo>
                  <a:close/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2" name="Freeform 133">
              <a:extLst>
                <a:ext uri="{FF2B5EF4-FFF2-40B4-BE49-F238E27FC236}">
                  <a16:creationId xmlns:a16="http://schemas.microsoft.com/office/drawing/2014/main" id="{8CB21802-DF0C-499C-AB0F-689C27473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383"/>
              <a:ext cx="6" cy="28"/>
            </a:xfrm>
            <a:custGeom>
              <a:avLst/>
              <a:gdLst>
                <a:gd name="T0" fmla="*/ 24 w 3"/>
                <a:gd name="T1" fmla="*/ 0 h 14"/>
                <a:gd name="T2" fmla="*/ 0 w 3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3"/>
                    <a:pt x="2" y="10"/>
                    <a:pt x="0" y="14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134">
              <a:extLst>
                <a:ext uri="{FF2B5EF4-FFF2-40B4-BE49-F238E27FC236}">
                  <a16:creationId xmlns:a16="http://schemas.microsoft.com/office/drawing/2014/main" id="{DC2E4767-D733-4763-BBA5-40F6F024D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739"/>
              <a:ext cx="9" cy="39"/>
            </a:xfrm>
            <a:custGeom>
              <a:avLst/>
              <a:gdLst>
                <a:gd name="T0" fmla="*/ 29 w 5"/>
                <a:gd name="T1" fmla="*/ 0 h 20"/>
                <a:gd name="T2" fmla="*/ 0 w 5"/>
                <a:gd name="T3" fmla="*/ 14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7"/>
                    <a:pt x="2" y="14"/>
                    <a:pt x="0" y="20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4" name="Freeform 135">
              <a:extLst>
                <a:ext uri="{FF2B5EF4-FFF2-40B4-BE49-F238E27FC236}">
                  <a16:creationId xmlns:a16="http://schemas.microsoft.com/office/drawing/2014/main" id="{B24636CE-BB6F-4548-A003-195A71E76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314"/>
              <a:ext cx="320" cy="193"/>
            </a:xfrm>
            <a:custGeom>
              <a:avLst/>
              <a:gdLst>
                <a:gd name="T0" fmla="*/ 200 w 162"/>
                <a:gd name="T1" fmla="*/ 0 h 98"/>
                <a:gd name="T2" fmla="*/ 85 w 162"/>
                <a:gd name="T3" fmla="*/ 427 h 98"/>
                <a:gd name="T4" fmla="*/ 16 w 162"/>
                <a:gd name="T5" fmla="*/ 656 h 98"/>
                <a:gd name="T6" fmla="*/ 101 w 162"/>
                <a:gd name="T7" fmla="*/ 740 h 98"/>
                <a:gd name="T8" fmla="*/ 695 w 162"/>
                <a:gd name="T9" fmla="*/ 664 h 98"/>
                <a:gd name="T10" fmla="*/ 956 w 162"/>
                <a:gd name="T11" fmla="*/ 612 h 98"/>
                <a:gd name="T12" fmla="*/ 1116 w 162"/>
                <a:gd name="T13" fmla="*/ 605 h 98"/>
                <a:gd name="T14" fmla="*/ 1248 w 162"/>
                <a:gd name="T15" fmla="*/ 551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98">
                  <a:moveTo>
                    <a:pt x="26" y="0"/>
                  </a:moveTo>
                  <a:cubicBezTo>
                    <a:pt x="26" y="20"/>
                    <a:pt x="18" y="38"/>
                    <a:pt x="11" y="56"/>
                  </a:cubicBezTo>
                  <a:cubicBezTo>
                    <a:pt x="8" y="65"/>
                    <a:pt x="4" y="76"/>
                    <a:pt x="2" y="86"/>
                  </a:cubicBezTo>
                  <a:cubicBezTo>
                    <a:pt x="0" y="95"/>
                    <a:pt x="3" y="98"/>
                    <a:pt x="13" y="97"/>
                  </a:cubicBezTo>
                  <a:cubicBezTo>
                    <a:pt x="38" y="97"/>
                    <a:pt x="65" y="92"/>
                    <a:pt x="90" y="87"/>
                  </a:cubicBezTo>
                  <a:cubicBezTo>
                    <a:pt x="101" y="84"/>
                    <a:pt x="113" y="81"/>
                    <a:pt x="124" y="80"/>
                  </a:cubicBezTo>
                  <a:cubicBezTo>
                    <a:pt x="131" y="79"/>
                    <a:pt x="138" y="80"/>
                    <a:pt x="145" y="79"/>
                  </a:cubicBezTo>
                  <a:cubicBezTo>
                    <a:pt x="150" y="78"/>
                    <a:pt x="157" y="75"/>
                    <a:pt x="162" y="72"/>
                  </a:cubicBezTo>
                </a:path>
              </a:pathLst>
            </a:custGeom>
            <a:noFill/>
            <a:ln w="12700" cap="flat">
              <a:solidFill>
                <a:srgbClr val="99423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5" name="Freeform 136">
              <a:extLst>
                <a:ext uri="{FF2B5EF4-FFF2-40B4-BE49-F238E27FC236}">
                  <a16:creationId xmlns:a16="http://schemas.microsoft.com/office/drawing/2014/main" id="{294BC3B4-C785-4D9C-A14E-CF948E305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257"/>
              <a:ext cx="841" cy="1087"/>
            </a:xfrm>
            <a:custGeom>
              <a:avLst/>
              <a:gdLst>
                <a:gd name="T0" fmla="*/ 1917 w 426"/>
                <a:gd name="T1" fmla="*/ 4230 h 551"/>
                <a:gd name="T2" fmla="*/ 2616 w 426"/>
                <a:gd name="T3" fmla="*/ 4017 h 551"/>
                <a:gd name="T4" fmla="*/ 2701 w 426"/>
                <a:gd name="T5" fmla="*/ 1580 h 551"/>
                <a:gd name="T6" fmla="*/ 476 w 426"/>
                <a:gd name="T7" fmla="*/ 361 h 551"/>
                <a:gd name="T8" fmla="*/ 0 w 426"/>
                <a:gd name="T9" fmla="*/ 1059 h 551"/>
                <a:gd name="T10" fmla="*/ 401 w 426"/>
                <a:gd name="T11" fmla="*/ 797 h 551"/>
                <a:gd name="T12" fmla="*/ 537 w 426"/>
                <a:gd name="T13" fmla="*/ 685 h 551"/>
                <a:gd name="T14" fmla="*/ 2284 w 426"/>
                <a:gd name="T15" fmla="*/ 1848 h 551"/>
                <a:gd name="T16" fmla="*/ 2369 w 426"/>
                <a:gd name="T17" fmla="*/ 3938 h 551"/>
                <a:gd name="T18" fmla="*/ 2260 w 426"/>
                <a:gd name="T19" fmla="*/ 3993 h 551"/>
                <a:gd name="T20" fmla="*/ 1917 w 426"/>
                <a:gd name="T21" fmla="*/ 4230 h 5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6" h="551">
                  <a:moveTo>
                    <a:pt x="249" y="551"/>
                  </a:moveTo>
                  <a:cubicBezTo>
                    <a:pt x="278" y="551"/>
                    <a:pt x="314" y="537"/>
                    <a:pt x="340" y="523"/>
                  </a:cubicBezTo>
                  <a:cubicBezTo>
                    <a:pt x="423" y="476"/>
                    <a:pt x="426" y="341"/>
                    <a:pt x="351" y="206"/>
                  </a:cubicBezTo>
                  <a:cubicBezTo>
                    <a:pt x="275" y="71"/>
                    <a:pt x="146" y="0"/>
                    <a:pt x="62" y="47"/>
                  </a:cubicBezTo>
                  <a:cubicBezTo>
                    <a:pt x="30" y="65"/>
                    <a:pt x="10" y="98"/>
                    <a:pt x="0" y="138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7" y="98"/>
                    <a:pt x="63" y="93"/>
                    <a:pt x="70" y="89"/>
                  </a:cubicBezTo>
                  <a:cubicBezTo>
                    <a:pt x="129" y="56"/>
                    <a:pt x="231" y="123"/>
                    <a:pt x="297" y="241"/>
                  </a:cubicBezTo>
                  <a:cubicBezTo>
                    <a:pt x="363" y="358"/>
                    <a:pt x="368" y="480"/>
                    <a:pt x="308" y="513"/>
                  </a:cubicBezTo>
                  <a:cubicBezTo>
                    <a:pt x="302" y="516"/>
                    <a:pt x="300" y="519"/>
                    <a:pt x="294" y="520"/>
                  </a:cubicBezTo>
                  <a:lnTo>
                    <a:pt x="249" y="551"/>
                  </a:lnTo>
                  <a:close/>
                </a:path>
              </a:pathLst>
            </a:custGeom>
            <a:solidFill>
              <a:srgbClr val="D54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6" name="Freeform 137">
              <a:extLst>
                <a:ext uri="{FF2B5EF4-FFF2-40B4-BE49-F238E27FC236}">
                  <a16:creationId xmlns:a16="http://schemas.microsoft.com/office/drawing/2014/main" id="{F66BEB10-F2F4-4CA9-9BF5-C8CD96CB7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255"/>
              <a:ext cx="803" cy="783"/>
            </a:xfrm>
            <a:custGeom>
              <a:avLst/>
              <a:gdLst>
                <a:gd name="T0" fmla="*/ 2697 w 407"/>
                <a:gd name="T1" fmla="*/ 1580 h 397"/>
                <a:gd name="T2" fmla="*/ 475 w 407"/>
                <a:gd name="T3" fmla="*/ 361 h 397"/>
                <a:gd name="T4" fmla="*/ 0 w 407"/>
                <a:gd name="T5" fmla="*/ 1057 h 397"/>
                <a:gd name="T6" fmla="*/ 39 w 407"/>
                <a:gd name="T7" fmla="*/ 1035 h 397"/>
                <a:gd name="T8" fmla="*/ 475 w 407"/>
                <a:gd name="T9" fmla="*/ 460 h 397"/>
                <a:gd name="T10" fmla="*/ 2697 w 407"/>
                <a:gd name="T11" fmla="*/ 1680 h 397"/>
                <a:gd name="T12" fmla="*/ 3109 w 407"/>
                <a:gd name="T13" fmla="*/ 3045 h 397"/>
                <a:gd name="T14" fmla="*/ 2697 w 407"/>
                <a:gd name="T15" fmla="*/ 1580 h 3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7" h="397">
                  <a:moveTo>
                    <a:pt x="351" y="206"/>
                  </a:moveTo>
                  <a:cubicBezTo>
                    <a:pt x="275" y="71"/>
                    <a:pt x="148" y="0"/>
                    <a:pt x="62" y="47"/>
                  </a:cubicBezTo>
                  <a:cubicBezTo>
                    <a:pt x="30" y="65"/>
                    <a:pt x="10" y="98"/>
                    <a:pt x="0" y="138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15" y="102"/>
                    <a:pt x="35" y="76"/>
                    <a:pt x="62" y="60"/>
                  </a:cubicBezTo>
                  <a:cubicBezTo>
                    <a:pt x="146" y="13"/>
                    <a:pt x="275" y="84"/>
                    <a:pt x="351" y="219"/>
                  </a:cubicBezTo>
                  <a:cubicBezTo>
                    <a:pt x="386" y="281"/>
                    <a:pt x="404" y="343"/>
                    <a:pt x="405" y="397"/>
                  </a:cubicBezTo>
                  <a:cubicBezTo>
                    <a:pt x="407" y="341"/>
                    <a:pt x="388" y="273"/>
                    <a:pt x="351" y="206"/>
                  </a:cubicBezTo>
                  <a:close/>
                </a:path>
              </a:pathLst>
            </a:custGeom>
            <a:solidFill>
              <a:srgbClr val="EB8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7" name="Freeform 138">
              <a:extLst>
                <a:ext uri="{FF2B5EF4-FFF2-40B4-BE49-F238E27FC236}">
                  <a16:creationId xmlns:a16="http://schemas.microsoft.com/office/drawing/2014/main" id="{9807D6B5-4833-4384-802C-D4090FCB6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1780"/>
              <a:ext cx="136" cy="302"/>
            </a:xfrm>
            <a:custGeom>
              <a:avLst/>
              <a:gdLst>
                <a:gd name="T0" fmla="*/ 116 w 69"/>
                <a:gd name="T1" fmla="*/ 39 h 153"/>
                <a:gd name="T2" fmla="*/ 144 w 69"/>
                <a:gd name="T3" fmla="*/ 521 h 153"/>
                <a:gd name="T4" fmla="*/ 284 w 69"/>
                <a:gd name="T5" fmla="*/ 1145 h 153"/>
                <a:gd name="T6" fmla="*/ 116 w 69"/>
                <a:gd name="T7" fmla="*/ 39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53">
                  <a:moveTo>
                    <a:pt x="15" y="5"/>
                  </a:moveTo>
                  <a:cubicBezTo>
                    <a:pt x="0" y="0"/>
                    <a:pt x="14" y="49"/>
                    <a:pt x="19" y="68"/>
                  </a:cubicBezTo>
                  <a:cubicBezTo>
                    <a:pt x="23" y="88"/>
                    <a:pt x="4" y="153"/>
                    <a:pt x="37" y="149"/>
                  </a:cubicBezTo>
                  <a:cubicBezTo>
                    <a:pt x="69" y="144"/>
                    <a:pt x="45" y="13"/>
                    <a:pt x="15" y="5"/>
                  </a:cubicBezTo>
                  <a:close/>
                </a:path>
              </a:pathLst>
            </a:custGeom>
            <a:solidFill>
              <a:srgbClr val="B32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Freeform 139">
              <a:extLst>
                <a:ext uri="{FF2B5EF4-FFF2-40B4-BE49-F238E27FC236}">
                  <a16:creationId xmlns:a16="http://schemas.microsoft.com/office/drawing/2014/main" id="{0E876E17-7C02-4715-84A3-10092C96A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257"/>
              <a:ext cx="841" cy="1087"/>
            </a:xfrm>
            <a:custGeom>
              <a:avLst/>
              <a:gdLst>
                <a:gd name="T0" fmla="*/ 1917 w 426"/>
                <a:gd name="T1" fmla="*/ 4230 h 551"/>
                <a:gd name="T2" fmla="*/ 2616 w 426"/>
                <a:gd name="T3" fmla="*/ 4017 h 551"/>
                <a:gd name="T4" fmla="*/ 2701 w 426"/>
                <a:gd name="T5" fmla="*/ 1580 h 551"/>
                <a:gd name="T6" fmla="*/ 476 w 426"/>
                <a:gd name="T7" fmla="*/ 361 h 551"/>
                <a:gd name="T8" fmla="*/ 0 w 426"/>
                <a:gd name="T9" fmla="*/ 1059 h 551"/>
                <a:gd name="T10" fmla="*/ 401 w 426"/>
                <a:gd name="T11" fmla="*/ 797 h 551"/>
                <a:gd name="T12" fmla="*/ 537 w 426"/>
                <a:gd name="T13" fmla="*/ 685 h 551"/>
                <a:gd name="T14" fmla="*/ 2284 w 426"/>
                <a:gd name="T15" fmla="*/ 1848 h 551"/>
                <a:gd name="T16" fmla="*/ 2369 w 426"/>
                <a:gd name="T17" fmla="*/ 3938 h 551"/>
                <a:gd name="T18" fmla="*/ 2260 w 426"/>
                <a:gd name="T19" fmla="*/ 3993 h 551"/>
                <a:gd name="T20" fmla="*/ 1917 w 426"/>
                <a:gd name="T21" fmla="*/ 4230 h 5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6" h="551">
                  <a:moveTo>
                    <a:pt x="249" y="551"/>
                  </a:moveTo>
                  <a:cubicBezTo>
                    <a:pt x="278" y="551"/>
                    <a:pt x="314" y="537"/>
                    <a:pt x="340" y="523"/>
                  </a:cubicBezTo>
                  <a:cubicBezTo>
                    <a:pt x="423" y="476"/>
                    <a:pt x="426" y="341"/>
                    <a:pt x="351" y="206"/>
                  </a:cubicBezTo>
                  <a:cubicBezTo>
                    <a:pt x="275" y="71"/>
                    <a:pt x="146" y="0"/>
                    <a:pt x="62" y="47"/>
                  </a:cubicBezTo>
                  <a:cubicBezTo>
                    <a:pt x="30" y="65"/>
                    <a:pt x="10" y="98"/>
                    <a:pt x="0" y="138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7" y="98"/>
                    <a:pt x="63" y="93"/>
                    <a:pt x="70" y="89"/>
                  </a:cubicBezTo>
                  <a:cubicBezTo>
                    <a:pt x="129" y="56"/>
                    <a:pt x="231" y="123"/>
                    <a:pt x="297" y="241"/>
                  </a:cubicBezTo>
                  <a:cubicBezTo>
                    <a:pt x="363" y="358"/>
                    <a:pt x="368" y="480"/>
                    <a:pt x="308" y="513"/>
                  </a:cubicBezTo>
                  <a:cubicBezTo>
                    <a:pt x="302" y="516"/>
                    <a:pt x="300" y="519"/>
                    <a:pt x="294" y="520"/>
                  </a:cubicBezTo>
                  <a:lnTo>
                    <a:pt x="249" y="551"/>
                  </a:lnTo>
                  <a:close/>
                </a:path>
              </a:pathLst>
            </a:custGeom>
            <a:noFill/>
            <a:ln w="12700" cap="flat">
              <a:solidFill>
                <a:srgbClr val="6F25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140">
              <a:extLst>
                <a:ext uri="{FF2B5EF4-FFF2-40B4-BE49-F238E27FC236}">
                  <a16:creationId xmlns:a16="http://schemas.microsoft.com/office/drawing/2014/main" id="{F577E53B-9C48-441D-9A05-42760EDB4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310"/>
              <a:ext cx="318" cy="535"/>
            </a:xfrm>
            <a:custGeom>
              <a:avLst/>
              <a:gdLst>
                <a:gd name="T0" fmla="*/ 1116 w 161"/>
                <a:gd name="T1" fmla="*/ 229 h 271"/>
                <a:gd name="T2" fmla="*/ 885 w 161"/>
                <a:gd name="T3" fmla="*/ 223 h 271"/>
                <a:gd name="T4" fmla="*/ 379 w 161"/>
                <a:gd name="T5" fmla="*/ 1145 h 271"/>
                <a:gd name="T6" fmla="*/ 847 w 161"/>
                <a:gd name="T7" fmla="*/ 1864 h 271"/>
                <a:gd name="T8" fmla="*/ 1240 w 161"/>
                <a:gd name="T9" fmla="*/ 1848 h 271"/>
                <a:gd name="T10" fmla="*/ 656 w 161"/>
                <a:gd name="T11" fmla="*/ 2053 h 271"/>
                <a:gd name="T12" fmla="*/ 117 w 161"/>
                <a:gd name="T13" fmla="*/ 837 h 271"/>
                <a:gd name="T14" fmla="*/ 1116 w 161"/>
                <a:gd name="T15" fmla="*/ 229 h 2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271">
                  <a:moveTo>
                    <a:pt x="145" y="30"/>
                  </a:moveTo>
                  <a:cubicBezTo>
                    <a:pt x="115" y="29"/>
                    <a:pt x="115" y="29"/>
                    <a:pt x="115" y="29"/>
                  </a:cubicBezTo>
                  <a:cubicBezTo>
                    <a:pt x="115" y="29"/>
                    <a:pt x="45" y="37"/>
                    <a:pt x="49" y="149"/>
                  </a:cubicBezTo>
                  <a:cubicBezTo>
                    <a:pt x="52" y="235"/>
                    <a:pt x="93" y="242"/>
                    <a:pt x="110" y="242"/>
                  </a:cubicBezTo>
                  <a:cubicBezTo>
                    <a:pt x="126" y="242"/>
                    <a:pt x="161" y="240"/>
                    <a:pt x="161" y="240"/>
                  </a:cubicBezTo>
                  <a:cubicBezTo>
                    <a:pt x="161" y="240"/>
                    <a:pt x="135" y="271"/>
                    <a:pt x="85" y="267"/>
                  </a:cubicBezTo>
                  <a:cubicBezTo>
                    <a:pt x="53" y="265"/>
                    <a:pt x="0" y="227"/>
                    <a:pt x="15" y="109"/>
                  </a:cubicBezTo>
                  <a:cubicBezTo>
                    <a:pt x="28" y="3"/>
                    <a:pt x="130" y="0"/>
                    <a:pt x="145" y="30"/>
                  </a:cubicBezTo>
                  <a:close/>
                </a:path>
              </a:pathLst>
            </a:custGeom>
            <a:solidFill>
              <a:srgbClr val="D54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141">
              <a:extLst>
                <a:ext uri="{FF2B5EF4-FFF2-40B4-BE49-F238E27FC236}">
                  <a16:creationId xmlns:a16="http://schemas.microsoft.com/office/drawing/2014/main" id="{989C4442-CC79-47C0-9712-7E284AF03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312"/>
              <a:ext cx="274" cy="480"/>
            </a:xfrm>
            <a:custGeom>
              <a:avLst/>
              <a:gdLst>
                <a:gd name="T0" fmla="*/ 1064 w 139"/>
                <a:gd name="T1" fmla="*/ 231 h 243"/>
                <a:gd name="T2" fmla="*/ 69 w 139"/>
                <a:gd name="T3" fmla="*/ 847 h 243"/>
                <a:gd name="T4" fmla="*/ 268 w 139"/>
                <a:gd name="T5" fmla="*/ 1873 h 243"/>
                <a:gd name="T6" fmla="*/ 101 w 139"/>
                <a:gd name="T7" fmla="*/ 885 h 243"/>
                <a:gd name="T8" fmla="*/ 1064 w 139"/>
                <a:gd name="T9" fmla="*/ 231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243">
                  <a:moveTo>
                    <a:pt x="139" y="30"/>
                  </a:moveTo>
                  <a:cubicBezTo>
                    <a:pt x="123" y="0"/>
                    <a:pt x="22" y="3"/>
                    <a:pt x="9" y="110"/>
                  </a:cubicBezTo>
                  <a:cubicBezTo>
                    <a:pt x="0" y="179"/>
                    <a:pt x="15" y="220"/>
                    <a:pt x="35" y="243"/>
                  </a:cubicBezTo>
                  <a:cubicBezTo>
                    <a:pt x="17" y="219"/>
                    <a:pt x="5" y="179"/>
                    <a:pt x="13" y="115"/>
                  </a:cubicBezTo>
                  <a:cubicBezTo>
                    <a:pt x="26" y="17"/>
                    <a:pt x="114" y="7"/>
                    <a:pt x="139" y="30"/>
                  </a:cubicBezTo>
                  <a:close/>
                </a:path>
              </a:pathLst>
            </a:custGeom>
            <a:solidFill>
              <a:srgbClr val="EB8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Freeform 142">
              <a:extLst>
                <a:ext uri="{FF2B5EF4-FFF2-40B4-BE49-F238E27FC236}">
                  <a16:creationId xmlns:a16="http://schemas.microsoft.com/office/drawing/2014/main" id="{049BEE12-F4DC-4B68-B9B5-194086D74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312"/>
              <a:ext cx="318" cy="535"/>
            </a:xfrm>
            <a:custGeom>
              <a:avLst/>
              <a:gdLst>
                <a:gd name="T0" fmla="*/ 1116 w 161"/>
                <a:gd name="T1" fmla="*/ 229 h 271"/>
                <a:gd name="T2" fmla="*/ 885 w 161"/>
                <a:gd name="T3" fmla="*/ 215 h 271"/>
                <a:gd name="T4" fmla="*/ 379 w 161"/>
                <a:gd name="T5" fmla="*/ 1145 h 271"/>
                <a:gd name="T6" fmla="*/ 847 w 161"/>
                <a:gd name="T7" fmla="*/ 1856 h 271"/>
                <a:gd name="T8" fmla="*/ 1240 w 161"/>
                <a:gd name="T9" fmla="*/ 1848 h 271"/>
                <a:gd name="T10" fmla="*/ 656 w 161"/>
                <a:gd name="T11" fmla="*/ 2053 h 271"/>
                <a:gd name="T12" fmla="*/ 117 w 161"/>
                <a:gd name="T13" fmla="*/ 837 h 271"/>
                <a:gd name="T14" fmla="*/ 1116 w 161"/>
                <a:gd name="T15" fmla="*/ 229 h 2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271">
                  <a:moveTo>
                    <a:pt x="145" y="30"/>
                  </a:moveTo>
                  <a:cubicBezTo>
                    <a:pt x="115" y="28"/>
                    <a:pt x="115" y="28"/>
                    <a:pt x="115" y="28"/>
                  </a:cubicBezTo>
                  <a:cubicBezTo>
                    <a:pt x="115" y="28"/>
                    <a:pt x="45" y="37"/>
                    <a:pt x="49" y="149"/>
                  </a:cubicBezTo>
                  <a:cubicBezTo>
                    <a:pt x="52" y="235"/>
                    <a:pt x="93" y="241"/>
                    <a:pt x="110" y="241"/>
                  </a:cubicBezTo>
                  <a:cubicBezTo>
                    <a:pt x="126" y="241"/>
                    <a:pt x="161" y="240"/>
                    <a:pt x="161" y="240"/>
                  </a:cubicBezTo>
                  <a:cubicBezTo>
                    <a:pt x="161" y="240"/>
                    <a:pt x="135" y="271"/>
                    <a:pt x="85" y="267"/>
                  </a:cubicBezTo>
                  <a:cubicBezTo>
                    <a:pt x="53" y="265"/>
                    <a:pt x="0" y="227"/>
                    <a:pt x="15" y="109"/>
                  </a:cubicBezTo>
                  <a:cubicBezTo>
                    <a:pt x="28" y="3"/>
                    <a:pt x="130" y="0"/>
                    <a:pt x="145" y="30"/>
                  </a:cubicBezTo>
                  <a:close/>
                </a:path>
              </a:pathLst>
            </a:custGeom>
            <a:noFill/>
            <a:ln w="12700" cap="flat">
              <a:solidFill>
                <a:srgbClr val="6F25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2" name="Freeform 143">
              <a:extLst>
                <a:ext uri="{FF2B5EF4-FFF2-40B4-BE49-F238E27FC236}">
                  <a16:creationId xmlns:a16="http://schemas.microsoft.com/office/drawing/2014/main" id="{924E148E-748D-476E-9505-2E316A0EF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460"/>
              <a:ext cx="89" cy="192"/>
            </a:xfrm>
            <a:custGeom>
              <a:avLst/>
              <a:gdLst>
                <a:gd name="T0" fmla="*/ 231 w 45"/>
                <a:gd name="T1" fmla="*/ 48 h 97"/>
                <a:gd name="T2" fmla="*/ 164 w 45"/>
                <a:gd name="T3" fmla="*/ 720 h 97"/>
                <a:gd name="T4" fmla="*/ 239 w 45"/>
                <a:gd name="T5" fmla="*/ 348 h 97"/>
                <a:gd name="T6" fmla="*/ 231 w 45"/>
                <a:gd name="T7" fmla="*/ 48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97">
                  <a:moveTo>
                    <a:pt x="30" y="6"/>
                  </a:moveTo>
                  <a:cubicBezTo>
                    <a:pt x="21" y="9"/>
                    <a:pt x="0" y="90"/>
                    <a:pt x="21" y="93"/>
                  </a:cubicBezTo>
                  <a:cubicBezTo>
                    <a:pt x="42" y="97"/>
                    <a:pt x="29" y="59"/>
                    <a:pt x="31" y="45"/>
                  </a:cubicBezTo>
                  <a:cubicBezTo>
                    <a:pt x="34" y="31"/>
                    <a:pt x="45" y="0"/>
                    <a:pt x="30" y="6"/>
                  </a:cubicBezTo>
                  <a:close/>
                </a:path>
              </a:pathLst>
            </a:custGeom>
            <a:solidFill>
              <a:srgbClr val="B32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3" name="Freeform 144">
              <a:extLst>
                <a:ext uri="{FF2B5EF4-FFF2-40B4-BE49-F238E27FC236}">
                  <a16:creationId xmlns:a16="http://schemas.microsoft.com/office/drawing/2014/main" id="{4BF0A5FB-2727-4683-B55B-35C3E3B9E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318"/>
              <a:ext cx="282" cy="365"/>
            </a:xfrm>
            <a:custGeom>
              <a:avLst/>
              <a:gdLst>
                <a:gd name="T0" fmla="*/ 1096 w 143"/>
                <a:gd name="T1" fmla="*/ 215 h 185"/>
                <a:gd name="T2" fmla="*/ 669 w 143"/>
                <a:gd name="T3" fmla="*/ 93 h 185"/>
                <a:gd name="T4" fmla="*/ 353 w 143"/>
                <a:gd name="T5" fmla="*/ 1320 h 185"/>
                <a:gd name="T6" fmla="*/ 996 w 143"/>
                <a:gd name="T7" fmla="*/ 229 h 185"/>
                <a:gd name="T8" fmla="*/ 1096 w 143"/>
                <a:gd name="T9" fmla="*/ 215 h 1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85">
                  <a:moveTo>
                    <a:pt x="143" y="28"/>
                  </a:moveTo>
                  <a:cubicBezTo>
                    <a:pt x="143" y="28"/>
                    <a:pt x="125" y="0"/>
                    <a:pt x="87" y="12"/>
                  </a:cubicBezTo>
                  <a:cubicBezTo>
                    <a:pt x="49" y="25"/>
                    <a:pt x="0" y="160"/>
                    <a:pt x="46" y="172"/>
                  </a:cubicBezTo>
                  <a:cubicBezTo>
                    <a:pt x="91" y="185"/>
                    <a:pt x="66" y="60"/>
                    <a:pt x="130" y="30"/>
                  </a:cubicBezTo>
                  <a:lnTo>
                    <a:pt x="143" y="28"/>
                  </a:lnTo>
                  <a:close/>
                </a:path>
              </a:pathLst>
            </a:custGeom>
            <a:solidFill>
              <a:srgbClr val="D54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Freeform 145">
              <a:extLst>
                <a:ext uri="{FF2B5EF4-FFF2-40B4-BE49-F238E27FC236}">
                  <a16:creationId xmlns:a16="http://schemas.microsoft.com/office/drawing/2014/main" id="{B471FB1A-16C8-4E3B-A897-4C477F9B1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316"/>
              <a:ext cx="266" cy="328"/>
            </a:xfrm>
            <a:custGeom>
              <a:avLst/>
              <a:gdLst>
                <a:gd name="T0" fmla="*/ 644 w 135"/>
                <a:gd name="T1" fmla="*/ 148 h 166"/>
                <a:gd name="T2" fmla="*/ 1025 w 135"/>
                <a:gd name="T3" fmla="*/ 215 h 166"/>
                <a:gd name="T4" fmla="*/ 1032 w 135"/>
                <a:gd name="T5" fmla="*/ 207 h 166"/>
                <a:gd name="T6" fmla="*/ 613 w 135"/>
                <a:gd name="T7" fmla="*/ 93 h 166"/>
                <a:gd name="T8" fmla="*/ 213 w 135"/>
                <a:gd name="T9" fmla="*/ 1280 h 166"/>
                <a:gd name="T10" fmla="*/ 644 w 135"/>
                <a:gd name="T11" fmla="*/ 148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166">
                  <a:moveTo>
                    <a:pt x="84" y="19"/>
                  </a:moveTo>
                  <a:cubicBezTo>
                    <a:pt x="110" y="11"/>
                    <a:pt x="126" y="20"/>
                    <a:pt x="134" y="28"/>
                  </a:cubicBezTo>
                  <a:cubicBezTo>
                    <a:pt x="135" y="27"/>
                    <a:pt x="135" y="27"/>
                    <a:pt x="135" y="27"/>
                  </a:cubicBezTo>
                  <a:cubicBezTo>
                    <a:pt x="135" y="27"/>
                    <a:pt x="118" y="0"/>
                    <a:pt x="80" y="12"/>
                  </a:cubicBezTo>
                  <a:cubicBezTo>
                    <a:pt x="45" y="24"/>
                    <a:pt x="0" y="137"/>
                    <a:pt x="28" y="166"/>
                  </a:cubicBezTo>
                  <a:cubicBezTo>
                    <a:pt x="11" y="129"/>
                    <a:pt x="52" y="30"/>
                    <a:pt x="84" y="19"/>
                  </a:cubicBezTo>
                  <a:close/>
                </a:path>
              </a:pathLst>
            </a:custGeom>
            <a:solidFill>
              <a:srgbClr val="EB8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Freeform 146">
              <a:extLst>
                <a:ext uri="{FF2B5EF4-FFF2-40B4-BE49-F238E27FC236}">
                  <a16:creationId xmlns:a16="http://schemas.microsoft.com/office/drawing/2014/main" id="{C1F74C3C-A8C0-47F1-A641-37A4B0176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318"/>
              <a:ext cx="282" cy="365"/>
            </a:xfrm>
            <a:custGeom>
              <a:avLst/>
              <a:gdLst>
                <a:gd name="T0" fmla="*/ 1096 w 143"/>
                <a:gd name="T1" fmla="*/ 215 h 185"/>
                <a:gd name="T2" fmla="*/ 669 w 143"/>
                <a:gd name="T3" fmla="*/ 93 h 185"/>
                <a:gd name="T4" fmla="*/ 353 w 143"/>
                <a:gd name="T5" fmla="*/ 1320 h 185"/>
                <a:gd name="T6" fmla="*/ 996 w 143"/>
                <a:gd name="T7" fmla="*/ 229 h 185"/>
                <a:gd name="T8" fmla="*/ 1096 w 143"/>
                <a:gd name="T9" fmla="*/ 215 h 1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85">
                  <a:moveTo>
                    <a:pt x="143" y="28"/>
                  </a:moveTo>
                  <a:cubicBezTo>
                    <a:pt x="143" y="28"/>
                    <a:pt x="125" y="0"/>
                    <a:pt x="87" y="12"/>
                  </a:cubicBezTo>
                  <a:cubicBezTo>
                    <a:pt x="49" y="25"/>
                    <a:pt x="0" y="160"/>
                    <a:pt x="46" y="172"/>
                  </a:cubicBezTo>
                  <a:cubicBezTo>
                    <a:pt x="91" y="185"/>
                    <a:pt x="66" y="60"/>
                    <a:pt x="130" y="30"/>
                  </a:cubicBezTo>
                  <a:lnTo>
                    <a:pt x="143" y="28"/>
                  </a:lnTo>
                  <a:close/>
                </a:path>
              </a:pathLst>
            </a:custGeom>
            <a:noFill/>
            <a:ln w="12700" cap="flat">
              <a:solidFill>
                <a:srgbClr val="6F25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Freeform 147">
              <a:extLst>
                <a:ext uri="{FF2B5EF4-FFF2-40B4-BE49-F238E27FC236}">
                  <a16:creationId xmlns:a16="http://schemas.microsoft.com/office/drawing/2014/main" id="{E12B49FC-E3E4-422D-BEFF-883ED3A77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385"/>
              <a:ext cx="114" cy="123"/>
            </a:xfrm>
            <a:custGeom>
              <a:avLst/>
              <a:gdLst>
                <a:gd name="T0" fmla="*/ 440 w 58"/>
                <a:gd name="T1" fmla="*/ 0 h 62"/>
                <a:gd name="T2" fmla="*/ 393 w 58"/>
                <a:gd name="T3" fmla="*/ 125 h 62"/>
                <a:gd name="T4" fmla="*/ 259 w 58"/>
                <a:gd name="T5" fmla="*/ 173 h 62"/>
                <a:gd name="T6" fmla="*/ 16 w 58"/>
                <a:gd name="T7" fmla="*/ 484 h 62"/>
                <a:gd name="T8" fmla="*/ 212 w 58"/>
                <a:gd name="T9" fmla="*/ 149 h 62"/>
                <a:gd name="T10" fmla="*/ 332 w 58"/>
                <a:gd name="T11" fmla="*/ 103 h 62"/>
                <a:gd name="T12" fmla="*/ 432 w 58"/>
                <a:gd name="T13" fmla="*/ 24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2">
                  <a:moveTo>
                    <a:pt x="58" y="0"/>
                  </a:moveTo>
                  <a:cubicBezTo>
                    <a:pt x="58" y="7"/>
                    <a:pt x="58" y="13"/>
                    <a:pt x="52" y="16"/>
                  </a:cubicBezTo>
                  <a:cubicBezTo>
                    <a:pt x="46" y="19"/>
                    <a:pt x="40" y="19"/>
                    <a:pt x="34" y="22"/>
                  </a:cubicBezTo>
                  <a:cubicBezTo>
                    <a:pt x="19" y="29"/>
                    <a:pt x="7" y="45"/>
                    <a:pt x="2" y="62"/>
                  </a:cubicBezTo>
                  <a:cubicBezTo>
                    <a:pt x="0" y="46"/>
                    <a:pt x="17" y="28"/>
                    <a:pt x="28" y="19"/>
                  </a:cubicBezTo>
                  <a:cubicBezTo>
                    <a:pt x="33" y="16"/>
                    <a:pt x="38" y="14"/>
                    <a:pt x="44" y="13"/>
                  </a:cubicBezTo>
                  <a:cubicBezTo>
                    <a:pt x="50" y="12"/>
                    <a:pt x="58" y="11"/>
                    <a:pt x="5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Freeform 148">
              <a:extLst>
                <a:ext uri="{FF2B5EF4-FFF2-40B4-BE49-F238E27FC236}">
                  <a16:creationId xmlns:a16="http://schemas.microsoft.com/office/drawing/2014/main" id="{0DE7E423-5740-4C18-9013-A3036C9CA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713"/>
              <a:ext cx="81" cy="67"/>
            </a:xfrm>
            <a:custGeom>
              <a:avLst/>
              <a:gdLst>
                <a:gd name="T0" fmla="*/ 316 w 41"/>
                <a:gd name="T1" fmla="*/ 0 h 34"/>
                <a:gd name="T2" fmla="*/ 132 w 41"/>
                <a:gd name="T3" fmla="*/ 124 h 34"/>
                <a:gd name="T4" fmla="*/ 40 w 41"/>
                <a:gd name="T5" fmla="*/ 152 h 34"/>
                <a:gd name="T6" fmla="*/ 8 w 41"/>
                <a:gd name="T7" fmla="*/ 260 h 34"/>
                <a:gd name="T8" fmla="*/ 71 w 41"/>
                <a:gd name="T9" fmla="*/ 168 h 34"/>
                <a:gd name="T10" fmla="*/ 176 w 41"/>
                <a:gd name="T11" fmla="*/ 132 h 34"/>
                <a:gd name="T12" fmla="*/ 308 w 41"/>
                <a:gd name="T13" fmla="*/ 1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4">
                  <a:moveTo>
                    <a:pt x="41" y="0"/>
                  </a:moveTo>
                  <a:cubicBezTo>
                    <a:pt x="33" y="5"/>
                    <a:pt x="26" y="12"/>
                    <a:pt x="17" y="16"/>
                  </a:cubicBezTo>
                  <a:cubicBezTo>
                    <a:pt x="13" y="17"/>
                    <a:pt x="9" y="16"/>
                    <a:pt x="5" y="20"/>
                  </a:cubicBezTo>
                  <a:cubicBezTo>
                    <a:pt x="2" y="23"/>
                    <a:pt x="0" y="29"/>
                    <a:pt x="1" y="34"/>
                  </a:cubicBezTo>
                  <a:cubicBezTo>
                    <a:pt x="3" y="30"/>
                    <a:pt x="5" y="25"/>
                    <a:pt x="9" y="22"/>
                  </a:cubicBezTo>
                  <a:cubicBezTo>
                    <a:pt x="13" y="20"/>
                    <a:pt x="19" y="19"/>
                    <a:pt x="23" y="17"/>
                  </a:cubicBezTo>
                  <a:cubicBezTo>
                    <a:pt x="30" y="13"/>
                    <a:pt x="36" y="9"/>
                    <a:pt x="4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Freeform 149">
              <a:extLst>
                <a:ext uri="{FF2B5EF4-FFF2-40B4-BE49-F238E27FC236}">
                  <a16:creationId xmlns:a16="http://schemas.microsoft.com/office/drawing/2014/main" id="{8C0A5EFE-2D82-4507-BEF9-E0AD3208D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699"/>
              <a:ext cx="78" cy="123"/>
            </a:xfrm>
            <a:custGeom>
              <a:avLst/>
              <a:gdLst>
                <a:gd name="T0" fmla="*/ 236 w 40"/>
                <a:gd name="T1" fmla="*/ 0 h 62"/>
                <a:gd name="T2" fmla="*/ 39 w 40"/>
                <a:gd name="T3" fmla="*/ 359 h 62"/>
                <a:gd name="T4" fmla="*/ 193 w 40"/>
                <a:gd name="T5" fmla="*/ 468 h 62"/>
                <a:gd name="T6" fmla="*/ 281 w 40"/>
                <a:gd name="T7" fmla="*/ 264 h 62"/>
                <a:gd name="T8" fmla="*/ 103 w 40"/>
                <a:gd name="T9" fmla="*/ 288 h 62"/>
                <a:gd name="T10" fmla="*/ 209 w 40"/>
                <a:gd name="T11" fmla="*/ 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2">
                  <a:moveTo>
                    <a:pt x="32" y="0"/>
                  </a:moveTo>
                  <a:cubicBezTo>
                    <a:pt x="21" y="8"/>
                    <a:pt x="0" y="29"/>
                    <a:pt x="5" y="46"/>
                  </a:cubicBezTo>
                  <a:cubicBezTo>
                    <a:pt x="7" y="51"/>
                    <a:pt x="19" y="62"/>
                    <a:pt x="26" y="60"/>
                  </a:cubicBezTo>
                  <a:cubicBezTo>
                    <a:pt x="32" y="59"/>
                    <a:pt x="40" y="41"/>
                    <a:pt x="38" y="34"/>
                  </a:cubicBezTo>
                  <a:cubicBezTo>
                    <a:pt x="30" y="35"/>
                    <a:pt x="18" y="62"/>
                    <a:pt x="14" y="37"/>
                  </a:cubicBezTo>
                  <a:cubicBezTo>
                    <a:pt x="13" y="24"/>
                    <a:pt x="20" y="11"/>
                    <a:pt x="2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Freeform 150">
              <a:extLst>
                <a:ext uri="{FF2B5EF4-FFF2-40B4-BE49-F238E27FC236}">
                  <a16:creationId xmlns:a16="http://schemas.microsoft.com/office/drawing/2014/main" id="{339B0827-E83D-4402-BC9E-BCEBCBFB1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711"/>
              <a:ext cx="75" cy="101"/>
            </a:xfrm>
            <a:custGeom>
              <a:avLst/>
              <a:gdLst>
                <a:gd name="T0" fmla="*/ 292 w 38"/>
                <a:gd name="T1" fmla="*/ 164 h 51"/>
                <a:gd name="T2" fmla="*/ 55 w 38"/>
                <a:gd name="T3" fmla="*/ 117 h 51"/>
                <a:gd name="T4" fmla="*/ 261 w 38"/>
                <a:gd name="T5" fmla="*/ 396 h 51"/>
                <a:gd name="T6" fmla="*/ 109 w 38"/>
                <a:gd name="T7" fmla="*/ 200 h 51"/>
                <a:gd name="T8" fmla="*/ 276 w 38"/>
                <a:gd name="T9" fmla="*/ 15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1">
                  <a:moveTo>
                    <a:pt x="38" y="21"/>
                  </a:moveTo>
                  <a:cubicBezTo>
                    <a:pt x="28" y="12"/>
                    <a:pt x="14" y="0"/>
                    <a:pt x="7" y="15"/>
                  </a:cubicBezTo>
                  <a:cubicBezTo>
                    <a:pt x="0" y="32"/>
                    <a:pt x="20" y="44"/>
                    <a:pt x="34" y="51"/>
                  </a:cubicBezTo>
                  <a:cubicBezTo>
                    <a:pt x="28" y="44"/>
                    <a:pt x="15" y="35"/>
                    <a:pt x="14" y="26"/>
                  </a:cubicBezTo>
                  <a:cubicBezTo>
                    <a:pt x="13" y="13"/>
                    <a:pt x="27" y="15"/>
                    <a:pt x="36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Freeform 151">
              <a:extLst>
                <a:ext uri="{FF2B5EF4-FFF2-40B4-BE49-F238E27FC236}">
                  <a16:creationId xmlns:a16="http://schemas.microsoft.com/office/drawing/2014/main" id="{9C92D0F0-3449-4037-A2E0-6C58284C7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129"/>
              <a:ext cx="77" cy="97"/>
            </a:xfrm>
            <a:custGeom>
              <a:avLst/>
              <a:gdLst>
                <a:gd name="T0" fmla="*/ 0 w 39"/>
                <a:gd name="T1" fmla="*/ 164 h 49"/>
                <a:gd name="T2" fmla="*/ 101 w 39"/>
                <a:gd name="T3" fmla="*/ 356 h 49"/>
                <a:gd name="T4" fmla="*/ 192 w 39"/>
                <a:gd name="T5" fmla="*/ 356 h 49"/>
                <a:gd name="T6" fmla="*/ 229 w 39"/>
                <a:gd name="T7" fmla="*/ 325 h 49"/>
                <a:gd name="T8" fmla="*/ 300 w 39"/>
                <a:gd name="T9" fmla="*/ 317 h 49"/>
                <a:gd name="T10" fmla="*/ 215 w 39"/>
                <a:gd name="T11" fmla="*/ 172 h 49"/>
                <a:gd name="T12" fmla="*/ 116 w 39"/>
                <a:gd name="T13" fmla="*/ 0 h 49"/>
                <a:gd name="T14" fmla="*/ 176 w 39"/>
                <a:gd name="T15" fmla="*/ 287 h 49"/>
                <a:gd name="T16" fmla="*/ 24 w 39"/>
                <a:gd name="T17" fmla="*/ 188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49">
                  <a:moveTo>
                    <a:pt x="0" y="21"/>
                  </a:moveTo>
                  <a:cubicBezTo>
                    <a:pt x="2" y="28"/>
                    <a:pt x="6" y="42"/>
                    <a:pt x="13" y="46"/>
                  </a:cubicBezTo>
                  <a:cubicBezTo>
                    <a:pt x="17" y="49"/>
                    <a:pt x="21" y="47"/>
                    <a:pt x="25" y="46"/>
                  </a:cubicBezTo>
                  <a:cubicBezTo>
                    <a:pt x="27" y="45"/>
                    <a:pt x="28" y="43"/>
                    <a:pt x="30" y="42"/>
                  </a:cubicBezTo>
                  <a:cubicBezTo>
                    <a:pt x="32" y="41"/>
                    <a:pt x="36" y="42"/>
                    <a:pt x="39" y="41"/>
                  </a:cubicBezTo>
                  <a:cubicBezTo>
                    <a:pt x="39" y="35"/>
                    <a:pt x="30" y="28"/>
                    <a:pt x="28" y="22"/>
                  </a:cubicBezTo>
                  <a:cubicBezTo>
                    <a:pt x="25" y="16"/>
                    <a:pt x="22" y="0"/>
                    <a:pt x="15" y="0"/>
                  </a:cubicBezTo>
                  <a:cubicBezTo>
                    <a:pt x="13" y="10"/>
                    <a:pt x="28" y="28"/>
                    <a:pt x="23" y="37"/>
                  </a:cubicBezTo>
                  <a:cubicBezTo>
                    <a:pt x="17" y="46"/>
                    <a:pt x="5" y="30"/>
                    <a:pt x="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Freeform 152">
              <a:extLst>
                <a:ext uri="{FF2B5EF4-FFF2-40B4-BE49-F238E27FC236}">
                  <a16:creationId xmlns:a16="http://schemas.microsoft.com/office/drawing/2014/main" id="{77636B29-7538-406F-9934-B6E64917D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423"/>
              <a:ext cx="77" cy="101"/>
            </a:xfrm>
            <a:custGeom>
              <a:avLst/>
              <a:gdLst>
                <a:gd name="T0" fmla="*/ 8 w 39"/>
                <a:gd name="T1" fmla="*/ 248 h 51"/>
                <a:gd name="T2" fmla="*/ 300 w 39"/>
                <a:gd name="T3" fmla="*/ 216 h 51"/>
                <a:gd name="T4" fmla="*/ 192 w 39"/>
                <a:gd name="T5" fmla="*/ 79 h 51"/>
                <a:gd name="T6" fmla="*/ 0 w 39"/>
                <a:gd name="T7" fmla="*/ 16 h 51"/>
                <a:gd name="T8" fmla="*/ 253 w 39"/>
                <a:gd name="T9" fmla="*/ 263 h 51"/>
                <a:gd name="T10" fmla="*/ 63 w 39"/>
                <a:gd name="T11" fmla="*/ 26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1">
                  <a:moveTo>
                    <a:pt x="1" y="32"/>
                  </a:moveTo>
                  <a:cubicBezTo>
                    <a:pt x="13" y="37"/>
                    <a:pt x="39" y="51"/>
                    <a:pt x="39" y="28"/>
                  </a:cubicBezTo>
                  <a:cubicBezTo>
                    <a:pt x="39" y="19"/>
                    <a:pt x="33" y="14"/>
                    <a:pt x="25" y="10"/>
                  </a:cubicBezTo>
                  <a:cubicBezTo>
                    <a:pt x="19" y="7"/>
                    <a:pt x="7" y="0"/>
                    <a:pt x="0" y="2"/>
                  </a:cubicBezTo>
                  <a:cubicBezTo>
                    <a:pt x="4" y="16"/>
                    <a:pt x="34" y="15"/>
                    <a:pt x="33" y="34"/>
                  </a:cubicBezTo>
                  <a:cubicBezTo>
                    <a:pt x="25" y="37"/>
                    <a:pt x="15" y="36"/>
                    <a:pt x="8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Freeform 153">
              <a:extLst>
                <a:ext uri="{FF2B5EF4-FFF2-40B4-BE49-F238E27FC236}">
                  <a16:creationId xmlns:a16="http://schemas.microsoft.com/office/drawing/2014/main" id="{1F822007-C329-4A36-8F10-AEE60A65C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173"/>
              <a:ext cx="63" cy="77"/>
            </a:xfrm>
            <a:custGeom>
              <a:avLst/>
              <a:gdLst>
                <a:gd name="T0" fmla="*/ 24 w 32"/>
                <a:gd name="T1" fmla="*/ 245 h 39"/>
                <a:gd name="T2" fmla="*/ 32 w 32"/>
                <a:gd name="T3" fmla="*/ 148 h 39"/>
                <a:gd name="T4" fmla="*/ 8 w 32"/>
                <a:gd name="T5" fmla="*/ 55 h 39"/>
                <a:gd name="T6" fmla="*/ 189 w 32"/>
                <a:gd name="T7" fmla="*/ 24 h 39"/>
                <a:gd name="T8" fmla="*/ 183 w 32"/>
                <a:gd name="T9" fmla="*/ 300 h 39"/>
                <a:gd name="T10" fmla="*/ 136 w 32"/>
                <a:gd name="T11" fmla="*/ 109 h 39"/>
                <a:gd name="T12" fmla="*/ 63 w 32"/>
                <a:gd name="T13" fmla="*/ 20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9">
                  <a:moveTo>
                    <a:pt x="3" y="32"/>
                  </a:moveTo>
                  <a:cubicBezTo>
                    <a:pt x="3" y="28"/>
                    <a:pt x="4" y="24"/>
                    <a:pt x="4" y="19"/>
                  </a:cubicBezTo>
                  <a:cubicBezTo>
                    <a:pt x="4" y="16"/>
                    <a:pt x="0" y="10"/>
                    <a:pt x="1" y="7"/>
                  </a:cubicBezTo>
                  <a:cubicBezTo>
                    <a:pt x="4" y="0"/>
                    <a:pt x="19" y="2"/>
                    <a:pt x="25" y="3"/>
                  </a:cubicBezTo>
                  <a:cubicBezTo>
                    <a:pt x="27" y="11"/>
                    <a:pt x="32" y="32"/>
                    <a:pt x="24" y="39"/>
                  </a:cubicBezTo>
                  <a:cubicBezTo>
                    <a:pt x="22" y="31"/>
                    <a:pt x="24" y="19"/>
                    <a:pt x="18" y="14"/>
                  </a:cubicBezTo>
                  <a:cubicBezTo>
                    <a:pt x="9" y="4"/>
                    <a:pt x="8" y="19"/>
                    <a:pt x="8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Oval 154">
              <a:extLst>
                <a:ext uri="{FF2B5EF4-FFF2-40B4-BE49-F238E27FC236}">
                  <a16:creationId xmlns:a16="http://schemas.microsoft.com/office/drawing/2014/main" id="{B5065745-98F7-462B-9A55-61AD3D240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7" y="2419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64" name="Oval 155">
              <a:extLst>
                <a:ext uri="{FF2B5EF4-FFF2-40B4-BE49-F238E27FC236}">
                  <a16:creationId xmlns:a16="http://schemas.microsoft.com/office/drawing/2014/main" id="{C7575EDB-6959-4589-B9EA-2FB0CA9D4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421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65" name="Oval 156">
              <a:extLst>
                <a:ext uri="{FF2B5EF4-FFF2-40B4-BE49-F238E27FC236}">
                  <a16:creationId xmlns:a16="http://schemas.microsoft.com/office/drawing/2014/main" id="{81A058D6-902A-4CD8-8425-40C3508CB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028"/>
              <a:ext cx="32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66" name="Oval 157">
              <a:extLst>
                <a:ext uri="{FF2B5EF4-FFF2-40B4-BE49-F238E27FC236}">
                  <a16:creationId xmlns:a16="http://schemas.microsoft.com/office/drawing/2014/main" id="{A0D25727-5BAD-403F-B5D6-40871934F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2030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67" name="Oval 158">
              <a:extLst>
                <a:ext uri="{FF2B5EF4-FFF2-40B4-BE49-F238E27FC236}">
                  <a16:creationId xmlns:a16="http://schemas.microsoft.com/office/drawing/2014/main" id="{D43B3CA0-5CEC-4338-9EF4-9A0ABA8EF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271"/>
              <a:ext cx="36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68" name="Oval 159">
              <a:extLst>
                <a:ext uri="{FF2B5EF4-FFF2-40B4-BE49-F238E27FC236}">
                  <a16:creationId xmlns:a16="http://schemas.microsoft.com/office/drawing/2014/main" id="{72AAC014-15D2-421C-9ACD-6B1DF11E3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1858"/>
              <a:ext cx="33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69" name="Oval 160">
              <a:extLst>
                <a:ext uri="{FF2B5EF4-FFF2-40B4-BE49-F238E27FC236}">
                  <a16:creationId xmlns:a16="http://schemas.microsoft.com/office/drawing/2014/main" id="{D4B8FCA7-05B9-4986-8BC3-934E70A5E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8" y="1872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70" name="Oval 161">
              <a:extLst>
                <a:ext uri="{FF2B5EF4-FFF2-40B4-BE49-F238E27FC236}">
                  <a16:creationId xmlns:a16="http://schemas.microsoft.com/office/drawing/2014/main" id="{B6C008D8-66E9-4E69-831B-0C9E514B6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147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71" name="Oval 162">
              <a:extLst>
                <a:ext uri="{FF2B5EF4-FFF2-40B4-BE49-F238E27FC236}">
                  <a16:creationId xmlns:a16="http://schemas.microsoft.com/office/drawing/2014/main" id="{8A6F83F7-79B7-4E90-A948-FE98305F6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2" y="151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72" name="Oval 163">
              <a:extLst>
                <a:ext uri="{FF2B5EF4-FFF2-40B4-BE49-F238E27FC236}">
                  <a16:creationId xmlns:a16="http://schemas.microsoft.com/office/drawing/2014/main" id="{BFD97514-53D6-4F54-B7D0-326986753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1326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73" name="Oval 164">
              <a:extLst>
                <a:ext uri="{FF2B5EF4-FFF2-40B4-BE49-F238E27FC236}">
                  <a16:creationId xmlns:a16="http://schemas.microsoft.com/office/drawing/2014/main" id="{F6EFDAD3-9D43-459C-9A12-367B418D2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1347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74" name="Oval 165">
              <a:extLst>
                <a:ext uri="{FF2B5EF4-FFF2-40B4-BE49-F238E27FC236}">
                  <a16:creationId xmlns:a16="http://schemas.microsoft.com/office/drawing/2014/main" id="{54CF0C7A-8F9B-4BD8-9287-065393E73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" y="1316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75" name="Oval 166">
              <a:extLst>
                <a:ext uri="{FF2B5EF4-FFF2-40B4-BE49-F238E27FC236}">
                  <a16:creationId xmlns:a16="http://schemas.microsoft.com/office/drawing/2014/main" id="{11BDBA42-E8A0-492B-BCD1-3B15A31B5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5" y="1782"/>
              <a:ext cx="30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76" name="Oval 167">
              <a:extLst>
                <a:ext uri="{FF2B5EF4-FFF2-40B4-BE49-F238E27FC236}">
                  <a16:creationId xmlns:a16="http://schemas.microsoft.com/office/drawing/2014/main" id="{04CC6706-DAA3-4A5D-8DCA-A8F20D904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1815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77" name="Oval 168">
              <a:extLst>
                <a:ext uri="{FF2B5EF4-FFF2-40B4-BE49-F238E27FC236}">
                  <a16:creationId xmlns:a16="http://schemas.microsoft.com/office/drawing/2014/main" id="{8B25CE07-F196-4104-9ADC-4B8739FD7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7" y="2350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78" name="Oval 169">
              <a:extLst>
                <a:ext uri="{FF2B5EF4-FFF2-40B4-BE49-F238E27FC236}">
                  <a16:creationId xmlns:a16="http://schemas.microsoft.com/office/drawing/2014/main" id="{7F14FB82-ACFA-4743-AC23-F8CD4F4C0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2366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79" name="Oval 170">
              <a:extLst>
                <a:ext uri="{FF2B5EF4-FFF2-40B4-BE49-F238E27FC236}">
                  <a16:creationId xmlns:a16="http://schemas.microsoft.com/office/drawing/2014/main" id="{F236E8C6-2818-4A8C-B8EB-63D1A7E71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2526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0" name="Oval 171">
              <a:extLst>
                <a:ext uri="{FF2B5EF4-FFF2-40B4-BE49-F238E27FC236}">
                  <a16:creationId xmlns:a16="http://schemas.microsoft.com/office/drawing/2014/main" id="{7C2C8972-F425-4AF7-82BF-D29252DA6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2593"/>
              <a:ext cx="3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1" name="Oval 172">
              <a:extLst>
                <a:ext uri="{FF2B5EF4-FFF2-40B4-BE49-F238E27FC236}">
                  <a16:creationId xmlns:a16="http://schemas.microsoft.com/office/drawing/2014/main" id="{096C4C8B-445F-45E2-AA19-CAA7CC1BF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2610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2" name="Oval 173">
              <a:extLst>
                <a:ext uri="{FF2B5EF4-FFF2-40B4-BE49-F238E27FC236}">
                  <a16:creationId xmlns:a16="http://schemas.microsoft.com/office/drawing/2014/main" id="{46A8B4F7-4F97-4793-846E-CB6E69616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8" y="2743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3" name="Oval 174">
              <a:extLst>
                <a:ext uri="{FF2B5EF4-FFF2-40B4-BE49-F238E27FC236}">
                  <a16:creationId xmlns:a16="http://schemas.microsoft.com/office/drawing/2014/main" id="{864BCD88-F881-4093-ADBE-3FD4F89C6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9" y="2484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4" name="Oval 175">
              <a:extLst>
                <a:ext uri="{FF2B5EF4-FFF2-40B4-BE49-F238E27FC236}">
                  <a16:creationId xmlns:a16="http://schemas.microsoft.com/office/drawing/2014/main" id="{EBC1321E-C1CA-431E-A84D-FEED22E91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2490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5" name="Oval 176">
              <a:extLst>
                <a:ext uri="{FF2B5EF4-FFF2-40B4-BE49-F238E27FC236}">
                  <a16:creationId xmlns:a16="http://schemas.microsoft.com/office/drawing/2014/main" id="{317A23EC-23B8-4512-9E40-AEF48FE78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8" y="2812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6" name="Oval 177">
              <a:extLst>
                <a:ext uri="{FF2B5EF4-FFF2-40B4-BE49-F238E27FC236}">
                  <a16:creationId xmlns:a16="http://schemas.microsoft.com/office/drawing/2014/main" id="{09CC8656-6228-4752-A688-32E26325B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2591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7" name="Oval 178">
              <a:extLst>
                <a:ext uri="{FF2B5EF4-FFF2-40B4-BE49-F238E27FC236}">
                  <a16:creationId xmlns:a16="http://schemas.microsoft.com/office/drawing/2014/main" id="{D7F9C0E4-A880-47BF-9D15-809BDEB96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" y="2575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8" name="Oval 179">
              <a:extLst>
                <a:ext uri="{FF2B5EF4-FFF2-40B4-BE49-F238E27FC236}">
                  <a16:creationId xmlns:a16="http://schemas.microsoft.com/office/drawing/2014/main" id="{FCB6B339-0B05-4099-A65B-5CB801D24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2" y="2717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89" name="Oval 180">
              <a:extLst>
                <a:ext uri="{FF2B5EF4-FFF2-40B4-BE49-F238E27FC236}">
                  <a16:creationId xmlns:a16="http://schemas.microsoft.com/office/drawing/2014/main" id="{B8E032C2-D3A3-4A17-BADD-03991597E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2758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90" name="Oval 181">
              <a:extLst>
                <a:ext uri="{FF2B5EF4-FFF2-40B4-BE49-F238E27FC236}">
                  <a16:creationId xmlns:a16="http://schemas.microsoft.com/office/drawing/2014/main" id="{7DDCCAC5-FCF6-4B46-8799-B6D72BE0C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3" y="3199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91" name="Oval 182">
              <a:extLst>
                <a:ext uri="{FF2B5EF4-FFF2-40B4-BE49-F238E27FC236}">
                  <a16:creationId xmlns:a16="http://schemas.microsoft.com/office/drawing/2014/main" id="{A0AF4FD8-146B-4BC5-842D-99AE5B71F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7" y="3238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92" name="Oval 183">
              <a:extLst>
                <a:ext uri="{FF2B5EF4-FFF2-40B4-BE49-F238E27FC236}">
                  <a16:creationId xmlns:a16="http://schemas.microsoft.com/office/drawing/2014/main" id="{CAAADFDA-9E81-4D48-8490-F27B5AF79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3" y="1710"/>
              <a:ext cx="25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93" name="Oval 184">
              <a:extLst>
                <a:ext uri="{FF2B5EF4-FFF2-40B4-BE49-F238E27FC236}">
                  <a16:creationId xmlns:a16="http://schemas.microsoft.com/office/drawing/2014/main" id="{06B71B1A-57C8-48D6-8A40-C93894706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801"/>
              <a:ext cx="27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94" name="Oval 185">
              <a:extLst>
                <a:ext uri="{FF2B5EF4-FFF2-40B4-BE49-F238E27FC236}">
                  <a16:creationId xmlns:a16="http://schemas.microsoft.com/office/drawing/2014/main" id="{97290C0E-A819-4B24-ABBD-BF09837EE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6" y="182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95" name="Oval 186">
              <a:extLst>
                <a:ext uri="{FF2B5EF4-FFF2-40B4-BE49-F238E27FC236}">
                  <a16:creationId xmlns:a16="http://schemas.microsoft.com/office/drawing/2014/main" id="{2F9E314A-82F9-4B51-9DCF-6A1032A3A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2224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96" name="Oval 187">
              <a:extLst>
                <a:ext uri="{FF2B5EF4-FFF2-40B4-BE49-F238E27FC236}">
                  <a16:creationId xmlns:a16="http://schemas.microsoft.com/office/drawing/2014/main" id="{31A7933C-73A6-48A8-9E1D-B79CFE3AA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4" y="2245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97" name="Freeform 188">
              <a:extLst>
                <a:ext uri="{FF2B5EF4-FFF2-40B4-BE49-F238E27FC236}">
                  <a16:creationId xmlns:a16="http://schemas.microsoft.com/office/drawing/2014/main" id="{50657479-FB35-4A28-8904-2CA32C030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13"/>
              <a:ext cx="142" cy="310"/>
            </a:xfrm>
            <a:custGeom>
              <a:avLst/>
              <a:gdLst>
                <a:gd name="T0" fmla="*/ 552 w 72"/>
                <a:gd name="T1" fmla="*/ 0 h 157"/>
                <a:gd name="T2" fmla="*/ 292 w 72"/>
                <a:gd name="T3" fmla="*/ 1208 h 157"/>
                <a:gd name="T4" fmla="*/ 552 w 72"/>
                <a:gd name="T5" fmla="*/ 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57">
                  <a:moveTo>
                    <a:pt x="72" y="0"/>
                  </a:moveTo>
                  <a:cubicBezTo>
                    <a:pt x="72" y="0"/>
                    <a:pt x="12" y="45"/>
                    <a:pt x="38" y="157"/>
                  </a:cubicBezTo>
                  <a:cubicBezTo>
                    <a:pt x="38" y="157"/>
                    <a:pt x="0" y="56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8" name="Freeform 189">
              <a:extLst>
                <a:ext uri="{FF2B5EF4-FFF2-40B4-BE49-F238E27FC236}">
                  <a16:creationId xmlns:a16="http://schemas.microsoft.com/office/drawing/2014/main" id="{A5F7B711-6188-4D42-99EC-6438606E7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516"/>
              <a:ext cx="128" cy="47"/>
            </a:xfrm>
            <a:custGeom>
              <a:avLst/>
              <a:gdLst>
                <a:gd name="T0" fmla="*/ 0 w 65"/>
                <a:gd name="T1" fmla="*/ 180 h 24"/>
                <a:gd name="T2" fmla="*/ 221 w 65"/>
                <a:gd name="T3" fmla="*/ 31 h 24"/>
                <a:gd name="T4" fmla="*/ 352 w 65"/>
                <a:gd name="T5" fmla="*/ 0 h 24"/>
                <a:gd name="T6" fmla="*/ 496 w 65"/>
                <a:gd name="T7" fmla="*/ 24 h 24"/>
                <a:gd name="T8" fmla="*/ 228 w 65"/>
                <a:gd name="T9" fmla="*/ 61 h 24"/>
                <a:gd name="T10" fmla="*/ 24 w 65"/>
                <a:gd name="T11" fmla="*/ 18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24">
                  <a:moveTo>
                    <a:pt x="0" y="24"/>
                  </a:moveTo>
                  <a:cubicBezTo>
                    <a:pt x="11" y="20"/>
                    <a:pt x="18" y="8"/>
                    <a:pt x="29" y="4"/>
                  </a:cubicBezTo>
                  <a:cubicBezTo>
                    <a:pt x="34" y="1"/>
                    <a:pt x="40" y="0"/>
                    <a:pt x="46" y="0"/>
                  </a:cubicBezTo>
                  <a:cubicBezTo>
                    <a:pt x="51" y="1"/>
                    <a:pt x="61" y="0"/>
                    <a:pt x="65" y="3"/>
                  </a:cubicBezTo>
                  <a:cubicBezTo>
                    <a:pt x="53" y="4"/>
                    <a:pt x="42" y="4"/>
                    <a:pt x="30" y="8"/>
                  </a:cubicBezTo>
                  <a:cubicBezTo>
                    <a:pt x="21" y="11"/>
                    <a:pt x="9" y="17"/>
                    <a:pt x="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9" name="Freeform 190">
              <a:extLst>
                <a:ext uri="{FF2B5EF4-FFF2-40B4-BE49-F238E27FC236}">
                  <a16:creationId xmlns:a16="http://schemas.microsoft.com/office/drawing/2014/main" id="{C7D3DC91-14A8-49EF-9511-D06A4955B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620"/>
              <a:ext cx="105" cy="42"/>
            </a:xfrm>
            <a:custGeom>
              <a:avLst/>
              <a:gdLst>
                <a:gd name="T0" fmla="*/ 0 w 53"/>
                <a:gd name="T1" fmla="*/ 24 h 21"/>
                <a:gd name="T2" fmla="*/ 216 w 53"/>
                <a:gd name="T3" fmla="*/ 72 h 21"/>
                <a:gd name="T4" fmla="*/ 412 w 53"/>
                <a:gd name="T5" fmla="*/ 168 h 21"/>
                <a:gd name="T6" fmla="*/ 16 w 53"/>
                <a:gd name="T7" fmla="*/ 1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1">
                  <a:moveTo>
                    <a:pt x="0" y="3"/>
                  </a:moveTo>
                  <a:cubicBezTo>
                    <a:pt x="6" y="0"/>
                    <a:pt x="22" y="7"/>
                    <a:pt x="28" y="9"/>
                  </a:cubicBezTo>
                  <a:cubicBezTo>
                    <a:pt x="37" y="11"/>
                    <a:pt x="45" y="17"/>
                    <a:pt x="53" y="21"/>
                  </a:cubicBezTo>
                  <a:cubicBezTo>
                    <a:pt x="38" y="9"/>
                    <a:pt x="22" y="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0" name="Freeform 191">
              <a:extLst>
                <a:ext uri="{FF2B5EF4-FFF2-40B4-BE49-F238E27FC236}">
                  <a16:creationId xmlns:a16="http://schemas.microsoft.com/office/drawing/2014/main" id="{11B45467-7721-41D3-92CF-C6C0578B0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257"/>
              <a:ext cx="97" cy="61"/>
            </a:xfrm>
            <a:custGeom>
              <a:avLst/>
              <a:gdLst>
                <a:gd name="T0" fmla="*/ 380 w 49"/>
                <a:gd name="T1" fmla="*/ 0 h 31"/>
                <a:gd name="T2" fmla="*/ 192 w 49"/>
                <a:gd name="T3" fmla="*/ 108 h 31"/>
                <a:gd name="T4" fmla="*/ 0 w 49"/>
                <a:gd name="T5" fmla="*/ 236 h 31"/>
                <a:gd name="T6" fmla="*/ 380 w 4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1">
                  <a:moveTo>
                    <a:pt x="49" y="0"/>
                  </a:moveTo>
                  <a:cubicBezTo>
                    <a:pt x="41" y="2"/>
                    <a:pt x="31" y="9"/>
                    <a:pt x="25" y="14"/>
                  </a:cubicBezTo>
                  <a:cubicBezTo>
                    <a:pt x="17" y="19"/>
                    <a:pt x="6" y="24"/>
                    <a:pt x="0" y="31"/>
                  </a:cubicBezTo>
                  <a:cubicBezTo>
                    <a:pt x="15" y="25"/>
                    <a:pt x="39" y="13"/>
                    <a:pt x="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1" name="Freeform 192">
              <a:extLst>
                <a:ext uri="{FF2B5EF4-FFF2-40B4-BE49-F238E27FC236}">
                  <a16:creationId xmlns:a16="http://schemas.microsoft.com/office/drawing/2014/main" id="{7372B204-C5A4-4F07-AEC8-82D7D2471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1707"/>
              <a:ext cx="150" cy="98"/>
            </a:xfrm>
            <a:custGeom>
              <a:avLst/>
              <a:gdLst>
                <a:gd name="T0" fmla="*/ 584 w 76"/>
                <a:gd name="T1" fmla="*/ 8 h 50"/>
                <a:gd name="T2" fmla="*/ 300 w 76"/>
                <a:gd name="T3" fmla="*/ 135 h 50"/>
                <a:gd name="T4" fmla="*/ 152 w 76"/>
                <a:gd name="T5" fmla="*/ 249 h 50"/>
                <a:gd name="T6" fmla="*/ 0 w 76"/>
                <a:gd name="T7" fmla="*/ 376 h 50"/>
                <a:gd name="T8" fmla="*/ 371 w 76"/>
                <a:gd name="T9" fmla="*/ 143 h 50"/>
                <a:gd name="T10" fmla="*/ 561 w 76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50">
                  <a:moveTo>
                    <a:pt x="76" y="1"/>
                  </a:moveTo>
                  <a:cubicBezTo>
                    <a:pt x="66" y="0"/>
                    <a:pt x="48" y="13"/>
                    <a:pt x="39" y="18"/>
                  </a:cubicBezTo>
                  <a:cubicBezTo>
                    <a:pt x="32" y="22"/>
                    <a:pt x="26" y="28"/>
                    <a:pt x="20" y="33"/>
                  </a:cubicBezTo>
                  <a:cubicBezTo>
                    <a:pt x="14" y="38"/>
                    <a:pt x="4" y="44"/>
                    <a:pt x="0" y="50"/>
                  </a:cubicBezTo>
                  <a:cubicBezTo>
                    <a:pt x="15" y="39"/>
                    <a:pt x="33" y="31"/>
                    <a:pt x="48" y="19"/>
                  </a:cubicBezTo>
                  <a:cubicBezTo>
                    <a:pt x="55" y="13"/>
                    <a:pt x="67" y="7"/>
                    <a:pt x="7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2" name="Freeform 193">
              <a:extLst>
                <a:ext uri="{FF2B5EF4-FFF2-40B4-BE49-F238E27FC236}">
                  <a16:creationId xmlns:a16="http://schemas.microsoft.com/office/drawing/2014/main" id="{AE6C8B49-B70A-47A2-A0F4-B014644BE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456"/>
              <a:ext cx="142" cy="95"/>
            </a:xfrm>
            <a:custGeom>
              <a:avLst/>
              <a:gdLst>
                <a:gd name="T0" fmla="*/ 552 w 72"/>
                <a:gd name="T1" fmla="*/ 0 h 48"/>
                <a:gd name="T2" fmla="*/ 284 w 72"/>
                <a:gd name="T3" fmla="*/ 156 h 48"/>
                <a:gd name="T4" fmla="*/ 0 w 72"/>
                <a:gd name="T5" fmla="*/ 372 h 48"/>
                <a:gd name="T6" fmla="*/ 347 w 72"/>
                <a:gd name="T7" fmla="*/ 156 h 48"/>
                <a:gd name="T8" fmla="*/ 536 w 72"/>
                <a:gd name="T9" fmla="*/ 1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8">
                  <a:moveTo>
                    <a:pt x="72" y="0"/>
                  </a:moveTo>
                  <a:cubicBezTo>
                    <a:pt x="61" y="1"/>
                    <a:pt x="46" y="14"/>
                    <a:pt x="37" y="20"/>
                  </a:cubicBezTo>
                  <a:cubicBezTo>
                    <a:pt x="25" y="28"/>
                    <a:pt x="7" y="36"/>
                    <a:pt x="0" y="48"/>
                  </a:cubicBezTo>
                  <a:cubicBezTo>
                    <a:pt x="15" y="44"/>
                    <a:pt x="33" y="30"/>
                    <a:pt x="45" y="20"/>
                  </a:cubicBezTo>
                  <a:cubicBezTo>
                    <a:pt x="53" y="14"/>
                    <a:pt x="62" y="7"/>
                    <a:pt x="7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3" name="Freeform 194">
              <a:extLst>
                <a:ext uri="{FF2B5EF4-FFF2-40B4-BE49-F238E27FC236}">
                  <a16:creationId xmlns:a16="http://schemas.microsoft.com/office/drawing/2014/main" id="{10E2F4F3-1527-425E-8BDB-14DDC25B9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265"/>
              <a:ext cx="148" cy="34"/>
            </a:xfrm>
            <a:custGeom>
              <a:avLst/>
              <a:gdLst>
                <a:gd name="T0" fmla="*/ 576 w 75"/>
                <a:gd name="T1" fmla="*/ 56 h 17"/>
                <a:gd name="T2" fmla="*/ 191 w 75"/>
                <a:gd name="T3" fmla="*/ 72 h 17"/>
                <a:gd name="T4" fmla="*/ 71 w 75"/>
                <a:gd name="T5" fmla="*/ 120 h 17"/>
                <a:gd name="T6" fmla="*/ 0 w 75"/>
                <a:gd name="T7" fmla="*/ 136 h 17"/>
                <a:gd name="T8" fmla="*/ 339 w 75"/>
                <a:gd name="T9" fmla="*/ 88 h 17"/>
                <a:gd name="T10" fmla="*/ 529 w 75"/>
                <a:gd name="T11" fmla="*/ 5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7">
                  <a:moveTo>
                    <a:pt x="75" y="7"/>
                  </a:moveTo>
                  <a:cubicBezTo>
                    <a:pt x="60" y="0"/>
                    <a:pt x="40" y="7"/>
                    <a:pt x="25" y="9"/>
                  </a:cubicBezTo>
                  <a:cubicBezTo>
                    <a:pt x="19" y="10"/>
                    <a:pt x="15" y="13"/>
                    <a:pt x="9" y="15"/>
                  </a:cubicBezTo>
                  <a:cubicBezTo>
                    <a:pt x="7" y="16"/>
                    <a:pt x="2" y="16"/>
                    <a:pt x="0" y="17"/>
                  </a:cubicBezTo>
                  <a:cubicBezTo>
                    <a:pt x="15" y="17"/>
                    <a:pt x="29" y="14"/>
                    <a:pt x="44" y="11"/>
                  </a:cubicBezTo>
                  <a:cubicBezTo>
                    <a:pt x="52" y="8"/>
                    <a:pt x="61" y="9"/>
                    <a:pt x="6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4" name="Freeform 195">
              <a:extLst>
                <a:ext uri="{FF2B5EF4-FFF2-40B4-BE49-F238E27FC236}">
                  <a16:creationId xmlns:a16="http://schemas.microsoft.com/office/drawing/2014/main" id="{3267B3D1-126E-44A0-82E4-6C89AB136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17"/>
              <a:ext cx="207" cy="26"/>
            </a:xfrm>
            <a:custGeom>
              <a:avLst/>
              <a:gdLst>
                <a:gd name="T0" fmla="*/ 0 w 105"/>
                <a:gd name="T1" fmla="*/ 0 h 13"/>
                <a:gd name="T2" fmla="*/ 444 w 105"/>
                <a:gd name="T3" fmla="*/ 48 h 13"/>
                <a:gd name="T4" fmla="*/ 637 w 105"/>
                <a:gd name="T5" fmla="*/ 72 h 13"/>
                <a:gd name="T6" fmla="*/ 804 w 105"/>
                <a:gd name="T7" fmla="*/ 88 h 13"/>
                <a:gd name="T8" fmla="*/ 353 w 105"/>
                <a:gd name="T9" fmla="*/ 72 h 13"/>
                <a:gd name="T10" fmla="*/ 168 w 105"/>
                <a:gd name="T11" fmla="*/ 48 h 13"/>
                <a:gd name="T12" fmla="*/ 0 w 105"/>
                <a:gd name="T13" fmla="*/ 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3">
                  <a:moveTo>
                    <a:pt x="0" y="0"/>
                  </a:moveTo>
                  <a:cubicBezTo>
                    <a:pt x="20" y="0"/>
                    <a:pt x="39" y="4"/>
                    <a:pt x="58" y="6"/>
                  </a:cubicBezTo>
                  <a:cubicBezTo>
                    <a:pt x="66" y="7"/>
                    <a:pt x="75" y="8"/>
                    <a:pt x="83" y="9"/>
                  </a:cubicBezTo>
                  <a:cubicBezTo>
                    <a:pt x="89" y="10"/>
                    <a:pt x="100" y="8"/>
                    <a:pt x="105" y="11"/>
                  </a:cubicBezTo>
                  <a:cubicBezTo>
                    <a:pt x="85" y="13"/>
                    <a:pt x="65" y="11"/>
                    <a:pt x="46" y="9"/>
                  </a:cubicBezTo>
                  <a:cubicBezTo>
                    <a:pt x="38" y="9"/>
                    <a:pt x="30" y="8"/>
                    <a:pt x="22" y="6"/>
                  </a:cubicBezTo>
                  <a:cubicBezTo>
                    <a:pt x="15" y="4"/>
                    <a:pt x="7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5" name="Freeform 196">
              <a:extLst>
                <a:ext uri="{FF2B5EF4-FFF2-40B4-BE49-F238E27FC236}">
                  <a16:creationId xmlns:a16="http://schemas.microsoft.com/office/drawing/2014/main" id="{424FC78A-BDBB-44A7-ACF7-963C10070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567"/>
              <a:ext cx="83" cy="105"/>
            </a:xfrm>
            <a:custGeom>
              <a:avLst/>
              <a:gdLst>
                <a:gd name="T0" fmla="*/ 316 w 42"/>
                <a:gd name="T1" fmla="*/ 0 h 53"/>
                <a:gd name="T2" fmla="*/ 231 w 42"/>
                <a:gd name="T3" fmla="*/ 103 h 53"/>
                <a:gd name="T4" fmla="*/ 140 w 42"/>
                <a:gd name="T5" fmla="*/ 208 h 53"/>
                <a:gd name="T6" fmla="*/ 0 w 42"/>
                <a:gd name="T7" fmla="*/ 412 h 53"/>
                <a:gd name="T8" fmla="*/ 101 w 42"/>
                <a:gd name="T9" fmla="*/ 295 h 53"/>
                <a:gd name="T10" fmla="*/ 200 w 42"/>
                <a:gd name="T11" fmla="*/ 172 h 53"/>
                <a:gd name="T12" fmla="*/ 324 w 42"/>
                <a:gd name="T13" fmla="*/ 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3">
                  <a:moveTo>
                    <a:pt x="41" y="0"/>
                  </a:moveTo>
                  <a:cubicBezTo>
                    <a:pt x="38" y="2"/>
                    <a:pt x="33" y="9"/>
                    <a:pt x="30" y="13"/>
                  </a:cubicBezTo>
                  <a:cubicBezTo>
                    <a:pt x="26" y="17"/>
                    <a:pt x="22" y="22"/>
                    <a:pt x="18" y="27"/>
                  </a:cubicBezTo>
                  <a:cubicBezTo>
                    <a:pt x="11" y="35"/>
                    <a:pt x="5" y="43"/>
                    <a:pt x="0" y="53"/>
                  </a:cubicBezTo>
                  <a:cubicBezTo>
                    <a:pt x="5" y="50"/>
                    <a:pt x="9" y="43"/>
                    <a:pt x="13" y="38"/>
                  </a:cubicBezTo>
                  <a:cubicBezTo>
                    <a:pt x="17" y="33"/>
                    <a:pt x="22" y="27"/>
                    <a:pt x="26" y="22"/>
                  </a:cubicBezTo>
                  <a:cubicBezTo>
                    <a:pt x="32" y="15"/>
                    <a:pt x="37" y="8"/>
                    <a:pt x="4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6" name="Freeform 197">
              <a:extLst>
                <a:ext uri="{FF2B5EF4-FFF2-40B4-BE49-F238E27FC236}">
                  <a16:creationId xmlns:a16="http://schemas.microsoft.com/office/drawing/2014/main" id="{686C477C-058C-4640-A32D-E8D100E19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509"/>
              <a:ext cx="265" cy="115"/>
            </a:xfrm>
            <a:custGeom>
              <a:avLst/>
              <a:gdLst>
                <a:gd name="T0" fmla="*/ 0 w 134"/>
                <a:gd name="T1" fmla="*/ 444 h 58"/>
                <a:gd name="T2" fmla="*/ 324 w 134"/>
                <a:gd name="T3" fmla="*/ 319 h 58"/>
                <a:gd name="T4" fmla="*/ 704 w 134"/>
                <a:gd name="T5" fmla="*/ 103 h 58"/>
                <a:gd name="T6" fmla="*/ 912 w 134"/>
                <a:gd name="T7" fmla="*/ 8 h 58"/>
                <a:gd name="T8" fmla="*/ 1036 w 134"/>
                <a:gd name="T9" fmla="*/ 40 h 58"/>
                <a:gd name="T10" fmla="*/ 797 w 134"/>
                <a:gd name="T11" fmla="*/ 79 h 58"/>
                <a:gd name="T12" fmla="*/ 540 w 134"/>
                <a:gd name="T13" fmla="*/ 196 h 58"/>
                <a:gd name="T14" fmla="*/ 285 w 134"/>
                <a:gd name="T15" fmla="*/ 349 h 58"/>
                <a:gd name="T16" fmla="*/ 32 w 134"/>
                <a:gd name="T17" fmla="*/ 452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58">
                  <a:moveTo>
                    <a:pt x="0" y="57"/>
                  </a:moveTo>
                  <a:cubicBezTo>
                    <a:pt x="12" y="57"/>
                    <a:pt x="31" y="46"/>
                    <a:pt x="42" y="41"/>
                  </a:cubicBezTo>
                  <a:cubicBezTo>
                    <a:pt x="59" y="33"/>
                    <a:pt x="75" y="22"/>
                    <a:pt x="91" y="13"/>
                  </a:cubicBezTo>
                  <a:cubicBezTo>
                    <a:pt x="99" y="9"/>
                    <a:pt x="110" y="4"/>
                    <a:pt x="118" y="1"/>
                  </a:cubicBezTo>
                  <a:cubicBezTo>
                    <a:pt x="124" y="0"/>
                    <a:pt x="129" y="0"/>
                    <a:pt x="134" y="5"/>
                  </a:cubicBezTo>
                  <a:cubicBezTo>
                    <a:pt x="127" y="0"/>
                    <a:pt x="111" y="8"/>
                    <a:pt x="103" y="10"/>
                  </a:cubicBezTo>
                  <a:cubicBezTo>
                    <a:pt x="91" y="14"/>
                    <a:pt x="81" y="20"/>
                    <a:pt x="70" y="25"/>
                  </a:cubicBezTo>
                  <a:cubicBezTo>
                    <a:pt x="59" y="31"/>
                    <a:pt x="48" y="39"/>
                    <a:pt x="37" y="45"/>
                  </a:cubicBezTo>
                  <a:cubicBezTo>
                    <a:pt x="26" y="51"/>
                    <a:pt x="15" y="53"/>
                    <a:pt x="4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7" name="Freeform 198">
              <a:extLst>
                <a:ext uri="{FF2B5EF4-FFF2-40B4-BE49-F238E27FC236}">
                  <a16:creationId xmlns:a16="http://schemas.microsoft.com/office/drawing/2014/main" id="{5B825244-AD32-487F-9DA9-984280416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740"/>
              <a:ext cx="127" cy="180"/>
            </a:xfrm>
            <a:custGeom>
              <a:avLst/>
              <a:gdLst>
                <a:gd name="T0" fmla="*/ 500 w 64"/>
                <a:gd name="T1" fmla="*/ 0 h 91"/>
                <a:gd name="T2" fmla="*/ 343 w 64"/>
                <a:gd name="T3" fmla="*/ 176 h 91"/>
                <a:gd name="T4" fmla="*/ 165 w 64"/>
                <a:gd name="T5" fmla="*/ 388 h 91"/>
                <a:gd name="T6" fmla="*/ 0 w 64"/>
                <a:gd name="T7" fmla="*/ 704 h 91"/>
                <a:gd name="T8" fmla="*/ 141 w 64"/>
                <a:gd name="T9" fmla="*/ 504 h 91"/>
                <a:gd name="T10" fmla="*/ 304 w 64"/>
                <a:gd name="T11" fmla="*/ 285 h 91"/>
                <a:gd name="T12" fmla="*/ 484 w 64"/>
                <a:gd name="T13" fmla="*/ 1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91">
                  <a:moveTo>
                    <a:pt x="64" y="0"/>
                  </a:moveTo>
                  <a:cubicBezTo>
                    <a:pt x="56" y="4"/>
                    <a:pt x="51" y="16"/>
                    <a:pt x="44" y="23"/>
                  </a:cubicBezTo>
                  <a:cubicBezTo>
                    <a:pt x="36" y="32"/>
                    <a:pt x="27" y="40"/>
                    <a:pt x="21" y="50"/>
                  </a:cubicBezTo>
                  <a:cubicBezTo>
                    <a:pt x="14" y="61"/>
                    <a:pt x="1" y="78"/>
                    <a:pt x="0" y="91"/>
                  </a:cubicBezTo>
                  <a:cubicBezTo>
                    <a:pt x="7" y="86"/>
                    <a:pt x="13" y="73"/>
                    <a:pt x="18" y="65"/>
                  </a:cubicBezTo>
                  <a:cubicBezTo>
                    <a:pt x="25" y="55"/>
                    <a:pt x="32" y="46"/>
                    <a:pt x="39" y="37"/>
                  </a:cubicBezTo>
                  <a:cubicBezTo>
                    <a:pt x="47" y="25"/>
                    <a:pt x="55" y="14"/>
                    <a:pt x="6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8" name="Freeform 199">
              <a:extLst>
                <a:ext uri="{FF2B5EF4-FFF2-40B4-BE49-F238E27FC236}">
                  <a16:creationId xmlns:a16="http://schemas.microsoft.com/office/drawing/2014/main" id="{E7E1AC1D-8ACF-4211-B243-75C890F6B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932"/>
              <a:ext cx="254" cy="98"/>
            </a:xfrm>
            <a:custGeom>
              <a:avLst/>
              <a:gdLst>
                <a:gd name="T0" fmla="*/ 16 w 129"/>
                <a:gd name="T1" fmla="*/ 361 h 50"/>
                <a:gd name="T2" fmla="*/ 175 w 129"/>
                <a:gd name="T3" fmla="*/ 308 h 50"/>
                <a:gd name="T4" fmla="*/ 441 w 129"/>
                <a:gd name="T5" fmla="*/ 227 h 50"/>
                <a:gd name="T6" fmla="*/ 732 w 129"/>
                <a:gd name="T7" fmla="*/ 112 h 50"/>
                <a:gd name="T8" fmla="*/ 984 w 129"/>
                <a:gd name="T9" fmla="*/ 0 h 50"/>
                <a:gd name="T10" fmla="*/ 701 w 129"/>
                <a:gd name="T11" fmla="*/ 157 h 50"/>
                <a:gd name="T12" fmla="*/ 404 w 129"/>
                <a:gd name="T13" fmla="*/ 280 h 50"/>
                <a:gd name="T14" fmla="*/ 167 w 129"/>
                <a:gd name="T15" fmla="*/ 337 h 50"/>
                <a:gd name="T16" fmla="*/ 0 w 129"/>
                <a:gd name="T17" fmla="*/ 376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50">
                  <a:moveTo>
                    <a:pt x="2" y="48"/>
                  </a:moveTo>
                  <a:cubicBezTo>
                    <a:pt x="6" y="44"/>
                    <a:pt x="17" y="42"/>
                    <a:pt x="23" y="41"/>
                  </a:cubicBezTo>
                  <a:cubicBezTo>
                    <a:pt x="36" y="38"/>
                    <a:pt x="47" y="35"/>
                    <a:pt x="58" y="30"/>
                  </a:cubicBezTo>
                  <a:cubicBezTo>
                    <a:pt x="71" y="25"/>
                    <a:pt x="84" y="21"/>
                    <a:pt x="96" y="15"/>
                  </a:cubicBezTo>
                  <a:cubicBezTo>
                    <a:pt x="107" y="9"/>
                    <a:pt x="117" y="3"/>
                    <a:pt x="129" y="0"/>
                  </a:cubicBezTo>
                  <a:cubicBezTo>
                    <a:pt x="116" y="3"/>
                    <a:pt x="104" y="15"/>
                    <a:pt x="92" y="21"/>
                  </a:cubicBezTo>
                  <a:cubicBezTo>
                    <a:pt x="79" y="27"/>
                    <a:pt x="67" y="32"/>
                    <a:pt x="53" y="37"/>
                  </a:cubicBezTo>
                  <a:cubicBezTo>
                    <a:pt x="43" y="41"/>
                    <a:pt x="32" y="43"/>
                    <a:pt x="22" y="45"/>
                  </a:cubicBezTo>
                  <a:cubicBezTo>
                    <a:pt x="14" y="47"/>
                    <a:pt x="7" y="50"/>
                    <a:pt x="0" y="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9" name="Freeform 200">
              <a:extLst>
                <a:ext uri="{FF2B5EF4-FFF2-40B4-BE49-F238E27FC236}">
                  <a16:creationId xmlns:a16="http://schemas.microsoft.com/office/drawing/2014/main" id="{F31E1A42-5A66-4ED3-93EF-28DF197F7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368"/>
              <a:ext cx="270" cy="156"/>
            </a:xfrm>
            <a:custGeom>
              <a:avLst/>
              <a:gdLst>
                <a:gd name="T0" fmla="*/ 0 w 137"/>
                <a:gd name="T1" fmla="*/ 8 h 79"/>
                <a:gd name="T2" fmla="*/ 144 w 137"/>
                <a:gd name="T3" fmla="*/ 77 h 79"/>
                <a:gd name="T4" fmla="*/ 323 w 137"/>
                <a:gd name="T5" fmla="*/ 152 h 79"/>
                <a:gd name="T6" fmla="*/ 637 w 137"/>
                <a:gd name="T7" fmla="*/ 316 h 79"/>
                <a:gd name="T8" fmla="*/ 940 w 137"/>
                <a:gd name="T9" fmla="*/ 608 h 79"/>
                <a:gd name="T10" fmla="*/ 780 w 137"/>
                <a:gd name="T11" fmla="*/ 432 h 79"/>
                <a:gd name="T12" fmla="*/ 544 w 137"/>
                <a:gd name="T13" fmla="*/ 284 h 79"/>
                <a:gd name="T14" fmla="*/ 276 w 137"/>
                <a:gd name="T15" fmla="*/ 160 h 79"/>
                <a:gd name="T16" fmla="*/ 160 w 137"/>
                <a:gd name="T17" fmla="*/ 93 h 79"/>
                <a:gd name="T18" fmla="*/ 47 w 137"/>
                <a:gd name="T19" fmla="*/ 47 h 79"/>
                <a:gd name="T20" fmla="*/ 16 w 137"/>
                <a:gd name="T21" fmla="*/ 16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79">
                  <a:moveTo>
                    <a:pt x="0" y="1"/>
                  </a:moveTo>
                  <a:cubicBezTo>
                    <a:pt x="4" y="0"/>
                    <a:pt x="15" y="8"/>
                    <a:pt x="19" y="10"/>
                  </a:cubicBezTo>
                  <a:cubicBezTo>
                    <a:pt x="27" y="13"/>
                    <a:pt x="34" y="17"/>
                    <a:pt x="42" y="20"/>
                  </a:cubicBezTo>
                  <a:cubicBezTo>
                    <a:pt x="55" y="26"/>
                    <a:pt x="70" y="33"/>
                    <a:pt x="83" y="41"/>
                  </a:cubicBezTo>
                  <a:cubicBezTo>
                    <a:pt x="89" y="45"/>
                    <a:pt x="137" y="70"/>
                    <a:pt x="123" y="79"/>
                  </a:cubicBezTo>
                  <a:cubicBezTo>
                    <a:pt x="125" y="69"/>
                    <a:pt x="109" y="60"/>
                    <a:pt x="102" y="56"/>
                  </a:cubicBezTo>
                  <a:cubicBezTo>
                    <a:pt x="92" y="49"/>
                    <a:pt x="82" y="42"/>
                    <a:pt x="71" y="37"/>
                  </a:cubicBezTo>
                  <a:cubicBezTo>
                    <a:pt x="60" y="31"/>
                    <a:pt x="47" y="27"/>
                    <a:pt x="36" y="21"/>
                  </a:cubicBezTo>
                  <a:cubicBezTo>
                    <a:pt x="31" y="18"/>
                    <a:pt x="26" y="15"/>
                    <a:pt x="21" y="12"/>
                  </a:cubicBezTo>
                  <a:cubicBezTo>
                    <a:pt x="16" y="10"/>
                    <a:pt x="11" y="9"/>
                    <a:pt x="6" y="6"/>
                  </a:cubicBezTo>
                  <a:cubicBezTo>
                    <a:pt x="5" y="5"/>
                    <a:pt x="3" y="4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0" name="Freeform 201">
              <a:extLst>
                <a:ext uri="{FF2B5EF4-FFF2-40B4-BE49-F238E27FC236}">
                  <a16:creationId xmlns:a16="http://schemas.microsoft.com/office/drawing/2014/main" id="{F128C3D9-01B0-47CF-8024-EC6965308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640"/>
              <a:ext cx="233" cy="122"/>
            </a:xfrm>
            <a:custGeom>
              <a:avLst/>
              <a:gdLst>
                <a:gd name="T0" fmla="*/ 0 w 118"/>
                <a:gd name="T1" fmla="*/ 0 h 62"/>
                <a:gd name="T2" fmla="*/ 523 w 118"/>
                <a:gd name="T3" fmla="*/ 244 h 62"/>
                <a:gd name="T4" fmla="*/ 768 w 118"/>
                <a:gd name="T5" fmla="*/ 356 h 62"/>
                <a:gd name="T6" fmla="*/ 908 w 118"/>
                <a:gd name="T7" fmla="*/ 472 h 62"/>
                <a:gd name="T8" fmla="*/ 385 w 118"/>
                <a:gd name="T9" fmla="*/ 189 h 62"/>
                <a:gd name="T10" fmla="*/ 184 w 118"/>
                <a:gd name="T11" fmla="*/ 100 h 62"/>
                <a:gd name="T12" fmla="*/ 0 w 118"/>
                <a:gd name="T13" fmla="*/ 8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62">
                  <a:moveTo>
                    <a:pt x="0" y="0"/>
                  </a:moveTo>
                  <a:cubicBezTo>
                    <a:pt x="22" y="11"/>
                    <a:pt x="46" y="21"/>
                    <a:pt x="68" y="32"/>
                  </a:cubicBezTo>
                  <a:cubicBezTo>
                    <a:pt x="79" y="38"/>
                    <a:pt x="90" y="41"/>
                    <a:pt x="100" y="47"/>
                  </a:cubicBezTo>
                  <a:cubicBezTo>
                    <a:pt x="105" y="50"/>
                    <a:pt x="116" y="56"/>
                    <a:pt x="118" y="62"/>
                  </a:cubicBezTo>
                  <a:cubicBezTo>
                    <a:pt x="95" y="50"/>
                    <a:pt x="73" y="37"/>
                    <a:pt x="50" y="25"/>
                  </a:cubicBezTo>
                  <a:cubicBezTo>
                    <a:pt x="41" y="21"/>
                    <a:pt x="32" y="18"/>
                    <a:pt x="24" y="13"/>
                  </a:cubicBezTo>
                  <a:cubicBezTo>
                    <a:pt x="18" y="11"/>
                    <a:pt x="7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1" name="Freeform 202">
              <a:extLst>
                <a:ext uri="{FF2B5EF4-FFF2-40B4-BE49-F238E27FC236}">
                  <a16:creationId xmlns:a16="http://schemas.microsoft.com/office/drawing/2014/main" id="{9C41E9E1-71A8-4EAE-92F8-F767586F9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816"/>
              <a:ext cx="174" cy="57"/>
            </a:xfrm>
            <a:custGeom>
              <a:avLst/>
              <a:gdLst>
                <a:gd name="T0" fmla="*/ 47 w 88"/>
                <a:gd name="T1" fmla="*/ 8 h 29"/>
                <a:gd name="T2" fmla="*/ 512 w 88"/>
                <a:gd name="T3" fmla="*/ 100 h 29"/>
                <a:gd name="T4" fmla="*/ 680 w 88"/>
                <a:gd name="T5" fmla="*/ 220 h 29"/>
                <a:gd name="T6" fmla="*/ 356 w 88"/>
                <a:gd name="T7" fmla="*/ 92 h 29"/>
                <a:gd name="T8" fmla="*/ 0 w 88"/>
                <a:gd name="T9" fmla="*/ 2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9">
                  <a:moveTo>
                    <a:pt x="6" y="1"/>
                  </a:moveTo>
                  <a:cubicBezTo>
                    <a:pt x="24" y="0"/>
                    <a:pt x="49" y="6"/>
                    <a:pt x="66" y="13"/>
                  </a:cubicBezTo>
                  <a:cubicBezTo>
                    <a:pt x="73" y="16"/>
                    <a:pt x="85" y="22"/>
                    <a:pt x="88" y="29"/>
                  </a:cubicBezTo>
                  <a:cubicBezTo>
                    <a:pt x="73" y="29"/>
                    <a:pt x="60" y="17"/>
                    <a:pt x="46" y="12"/>
                  </a:cubicBezTo>
                  <a:cubicBezTo>
                    <a:pt x="31" y="7"/>
                    <a:pt x="15" y="7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2" name="Freeform 203">
              <a:extLst>
                <a:ext uri="{FF2B5EF4-FFF2-40B4-BE49-F238E27FC236}">
                  <a16:creationId xmlns:a16="http://schemas.microsoft.com/office/drawing/2014/main" id="{1D680F19-969B-4A06-ACEC-1FBE2C450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3281"/>
              <a:ext cx="48" cy="87"/>
            </a:xfrm>
            <a:custGeom>
              <a:avLst/>
              <a:gdLst>
                <a:gd name="T0" fmla="*/ 128 w 24"/>
                <a:gd name="T1" fmla="*/ 8 h 44"/>
                <a:gd name="T2" fmla="*/ 0 w 24"/>
                <a:gd name="T3" fmla="*/ 340 h 44"/>
                <a:gd name="T4" fmla="*/ 168 w 24"/>
                <a:gd name="T5" fmla="*/ 71 h 44"/>
                <a:gd name="T6" fmla="*/ 192 w 24"/>
                <a:gd name="T7" fmla="*/ 0 h 44"/>
                <a:gd name="T8" fmla="*/ 144 w 24"/>
                <a:gd name="T9" fmla="*/ 1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4">
                  <a:moveTo>
                    <a:pt x="16" y="1"/>
                  </a:moveTo>
                  <a:cubicBezTo>
                    <a:pt x="18" y="13"/>
                    <a:pt x="6" y="34"/>
                    <a:pt x="0" y="44"/>
                  </a:cubicBezTo>
                  <a:cubicBezTo>
                    <a:pt x="14" y="37"/>
                    <a:pt x="11" y="16"/>
                    <a:pt x="21" y="9"/>
                  </a:cubicBezTo>
                  <a:cubicBezTo>
                    <a:pt x="22" y="6"/>
                    <a:pt x="23" y="3"/>
                    <a:pt x="24" y="0"/>
                  </a:cubicBezTo>
                  <a:cubicBezTo>
                    <a:pt x="22" y="1"/>
                    <a:pt x="20" y="1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" name="Freeform 204">
              <a:extLst>
                <a:ext uri="{FF2B5EF4-FFF2-40B4-BE49-F238E27FC236}">
                  <a16:creationId xmlns:a16="http://schemas.microsoft.com/office/drawing/2014/main" id="{51F79DAC-A982-4A5A-8F2A-D7F652E1F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603"/>
              <a:ext cx="249" cy="94"/>
            </a:xfrm>
            <a:custGeom>
              <a:avLst/>
              <a:gdLst>
                <a:gd name="T0" fmla="*/ 972 w 126"/>
                <a:gd name="T1" fmla="*/ 0 h 48"/>
                <a:gd name="T2" fmla="*/ 532 w 126"/>
                <a:gd name="T3" fmla="*/ 149 h 48"/>
                <a:gd name="T4" fmla="*/ 277 w 126"/>
                <a:gd name="T5" fmla="*/ 233 h 48"/>
                <a:gd name="T6" fmla="*/ 117 w 126"/>
                <a:gd name="T7" fmla="*/ 284 h 48"/>
                <a:gd name="T8" fmla="*/ 0 w 126"/>
                <a:gd name="T9" fmla="*/ 329 h 48"/>
                <a:gd name="T10" fmla="*/ 316 w 126"/>
                <a:gd name="T11" fmla="*/ 276 h 48"/>
                <a:gd name="T12" fmla="*/ 577 w 126"/>
                <a:gd name="T13" fmla="*/ 188 h 48"/>
                <a:gd name="T14" fmla="*/ 796 w 126"/>
                <a:gd name="T15" fmla="*/ 92 h 48"/>
                <a:gd name="T16" fmla="*/ 964 w 126"/>
                <a:gd name="T17" fmla="*/ 16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48">
                  <a:moveTo>
                    <a:pt x="126" y="0"/>
                  </a:moveTo>
                  <a:cubicBezTo>
                    <a:pt x="108" y="8"/>
                    <a:pt x="88" y="13"/>
                    <a:pt x="69" y="20"/>
                  </a:cubicBezTo>
                  <a:cubicBezTo>
                    <a:pt x="58" y="24"/>
                    <a:pt x="47" y="27"/>
                    <a:pt x="36" y="31"/>
                  </a:cubicBezTo>
                  <a:cubicBezTo>
                    <a:pt x="29" y="34"/>
                    <a:pt x="22" y="35"/>
                    <a:pt x="15" y="38"/>
                  </a:cubicBezTo>
                  <a:cubicBezTo>
                    <a:pt x="10" y="40"/>
                    <a:pt x="5" y="43"/>
                    <a:pt x="0" y="44"/>
                  </a:cubicBezTo>
                  <a:cubicBezTo>
                    <a:pt x="11" y="48"/>
                    <a:pt x="30" y="40"/>
                    <a:pt x="41" y="37"/>
                  </a:cubicBezTo>
                  <a:cubicBezTo>
                    <a:pt x="53" y="34"/>
                    <a:pt x="64" y="30"/>
                    <a:pt x="75" y="25"/>
                  </a:cubicBezTo>
                  <a:cubicBezTo>
                    <a:pt x="84" y="21"/>
                    <a:pt x="94" y="17"/>
                    <a:pt x="103" y="12"/>
                  </a:cubicBezTo>
                  <a:cubicBezTo>
                    <a:pt x="108" y="10"/>
                    <a:pt x="124" y="5"/>
                    <a:pt x="12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4" name="Freeform 205">
              <a:extLst>
                <a:ext uri="{FF2B5EF4-FFF2-40B4-BE49-F238E27FC236}">
                  <a16:creationId xmlns:a16="http://schemas.microsoft.com/office/drawing/2014/main" id="{992BAAFD-74E7-46BD-8957-B77B57E01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91"/>
              <a:ext cx="73" cy="142"/>
            </a:xfrm>
            <a:custGeom>
              <a:avLst/>
              <a:gdLst>
                <a:gd name="T0" fmla="*/ 237 w 37"/>
                <a:gd name="T1" fmla="*/ 0 h 72"/>
                <a:gd name="T2" fmla="*/ 39 w 37"/>
                <a:gd name="T3" fmla="*/ 392 h 72"/>
                <a:gd name="T4" fmla="*/ 284 w 37"/>
                <a:gd name="T5" fmla="*/ 529 h 72"/>
                <a:gd name="T6" fmla="*/ 77 w 37"/>
                <a:gd name="T7" fmla="*/ 331 h 72"/>
                <a:gd name="T8" fmla="*/ 229 w 37"/>
                <a:gd name="T9" fmla="*/ 1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72">
                  <a:moveTo>
                    <a:pt x="31" y="0"/>
                  </a:moveTo>
                  <a:cubicBezTo>
                    <a:pt x="19" y="11"/>
                    <a:pt x="8" y="35"/>
                    <a:pt x="5" y="51"/>
                  </a:cubicBezTo>
                  <a:cubicBezTo>
                    <a:pt x="0" y="72"/>
                    <a:pt x="22" y="69"/>
                    <a:pt x="37" y="69"/>
                  </a:cubicBezTo>
                  <a:cubicBezTo>
                    <a:pt x="20" y="69"/>
                    <a:pt x="5" y="62"/>
                    <a:pt x="10" y="43"/>
                  </a:cubicBezTo>
                  <a:cubicBezTo>
                    <a:pt x="15" y="29"/>
                    <a:pt x="23" y="15"/>
                    <a:pt x="3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5" name="Freeform 206">
              <a:extLst>
                <a:ext uri="{FF2B5EF4-FFF2-40B4-BE49-F238E27FC236}">
                  <a16:creationId xmlns:a16="http://schemas.microsoft.com/office/drawing/2014/main" id="{AC77BEF6-8D02-4DC5-AD48-80340DB52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419"/>
              <a:ext cx="131" cy="59"/>
            </a:xfrm>
            <a:custGeom>
              <a:avLst/>
              <a:gdLst>
                <a:gd name="T0" fmla="*/ 252 w 66"/>
                <a:gd name="T1" fmla="*/ 0 h 30"/>
                <a:gd name="T2" fmla="*/ 16 w 66"/>
                <a:gd name="T3" fmla="*/ 69 h 30"/>
                <a:gd name="T4" fmla="*/ 516 w 66"/>
                <a:gd name="T5" fmla="*/ 228 h 30"/>
                <a:gd name="T6" fmla="*/ 111 w 66"/>
                <a:gd name="T7" fmla="*/ 61 h 30"/>
                <a:gd name="T8" fmla="*/ 236 w 66"/>
                <a:gd name="T9" fmla="*/ 2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0">
                  <a:moveTo>
                    <a:pt x="32" y="0"/>
                  </a:moveTo>
                  <a:cubicBezTo>
                    <a:pt x="20" y="1"/>
                    <a:pt x="12" y="5"/>
                    <a:pt x="2" y="9"/>
                  </a:cubicBezTo>
                  <a:cubicBezTo>
                    <a:pt x="0" y="21"/>
                    <a:pt x="57" y="29"/>
                    <a:pt x="66" y="30"/>
                  </a:cubicBezTo>
                  <a:cubicBezTo>
                    <a:pt x="58" y="22"/>
                    <a:pt x="11" y="23"/>
                    <a:pt x="14" y="8"/>
                  </a:cubicBezTo>
                  <a:cubicBezTo>
                    <a:pt x="20" y="7"/>
                    <a:pt x="24" y="2"/>
                    <a:pt x="3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6" name="Freeform 207">
              <a:extLst>
                <a:ext uri="{FF2B5EF4-FFF2-40B4-BE49-F238E27FC236}">
                  <a16:creationId xmlns:a16="http://schemas.microsoft.com/office/drawing/2014/main" id="{A73B870F-76AD-42A4-8138-949A52442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12"/>
              <a:ext cx="141" cy="122"/>
            </a:xfrm>
            <a:custGeom>
              <a:avLst/>
              <a:gdLst>
                <a:gd name="T0" fmla="*/ 556 w 71"/>
                <a:gd name="T1" fmla="*/ 0 h 62"/>
                <a:gd name="T2" fmla="*/ 0 w 71"/>
                <a:gd name="T3" fmla="*/ 472 h 62"/>
                <a:gd name="T4" fmla="*/ 328 w 71"/>
                <a:gd name="T5" fmla="*/ 197 h 62"/>
                <a:gd name="T6" fmla="*/ 508 w 71"/>
                <a:gd name="T7" fmla="*/ 47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62">
                  <a:moveTo>
                    <a:pt x="71" y="0"/>
                  </a:moveTo>
                  <a:cubicBezTo>
                    <a:pt x="47" y="17"/>
                    <a:pt x="18" y="37"/>
                    <a:pt x="0" y="62"/>
                  </a:cubicBezTo>
                  <a:cubicBezTo>
                    <a:pt x="16" y="55"/>
                    <a:pt x="29" y="36"/>
                    <a:pt x="42" y="26"/>
                  </a:cubicBezTo>
                  <a:cubicBezTo>
                    <a:pt x="50" y="20"/>
                    <a:pt x="57" y="12"/>
                    <a:pt x="6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7" name="Freeform 208">
              <a:extLst>
                <a:ext uri="{FF2B5EF4-FFF2-40B4-BE49-F238E27FC236}">
                  <a16:creationId xmlns:a16="http://schemas.microsoft.com/office/drawing/2014/main" id="{409FF420-2399-4EF4-B409-1332248B8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413"/>
              <a:ext cx="69" cy="45"/>
            </a:xfrm>
            <a:custGeom>
              <a:avLst/>
              <a:gdLst>
                <a:gd name="T0" fmla="*/ 0 w 35"/>
                <a:gd name="T1" fmla="*/ 53 h 23"/>
                <a:gd name="T2" fmla="*/ 101 w 35"/>
                <a:gd name="T3" fmla="*/ 172 h 23"/>
                <a:gd name="T4" fmla="*/ 39 w 35"/>
                <a:gd name="T5" fmla="*/ 4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3">
                  <a:moveTo>
                    <a:pt x="0" y="7"/>
                  </a:moveTo>
                  <a:cubicBezTo>
                    <a:pt x="15" y="0"/>
                    <a:pt x="35" y="16"/>
                    <a:pt x="13" y="23"/>
                  </a:cubicBezTo>
                  <a:cubicBezTo>
                    <a:pt x="33" y="16"/>
                    <a:pt x="10" y="9"/>
                    <a:pt x="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8" name="Freeform 209">
              <a:extLst>
                <a:ext uri="{FF2B5EF4-FFF2-40B4-BE49-F238E27FC236}">
                  <a16:creationId xmlns:a16="http://schemas.microsoft.com/office/drawing/2014/main" id="{EA3BDB56-98CA-4D96-B5D3-45616CB91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10"/>
              <a:ext cx="118" cy="81"/>
            </a:xfrm>
            <a:custGeom>
              <a:avLst/>
              <a:gdLst>
                <a:gd name="T0" fmla="*/ 0 w 60"/>
                <a:gd name="T1" fmla="*/ 316 h 41"/>
                <a:gd name="T2" fmla="*/ 456 w 60"/>
                <a:gd name="T3" fmla="*/ 0 h 41"/>
                <a:gd name="T4" fmla="*/ 291 w 60"/>
                <a:gd name="T5" fmla="*/ 215 h 41"/>
                <a:gd name="T6" fmla="*/ 61 w 60"/>
                <a:gd name="T7" fmla="*/ 28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1">
                  <a:moveTo>
                    <a:pt x="0" y="41"/>
                  </a:moveTo>
                  <a:cubicBezTo>
                    <a:pt x="27" y="39"/>
                    <a:pt x="56" y="32"/>
                    <a:pt x="60" y="0"/>
                  </a:cubicBezTo>
                  <a:cubicBezTo>
                    <a:pt x="53" y="8"/>
                    <a:pt x="48" y="22"/>
                    <a:pt x="38" y="28"/>
                  </a:cubicBezTo>
                  <a:cubicBezTo>
                    <a:pt x="29" y="34"/>
                    <a:pt x="18" y="32"/>
                    <a:pt x="8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9" name="Freeform 210">
              <a:extLst>
                <a:ext uri="{FF2B5EF4-FFF2-40B4-BE49-F238E27FC236}">
                  <a16:creationId xmlns:a16="http://schemas.microsoft.com/office/drawing/2014/main" id="{8609BB44-4928-4742-B5A9-318AAB5AC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896"/>
              <a:ext cx="99" cy="103"/>
            </a:xfrm>
            <a:custGeom>
              <a:avLst/>
              <a:gdLst>
                <a:gd name="T0" fmla="*/ 388 w 50"/>
                <a:gd name="T1" fmla="*/ 0 h 52"/>
                <a:gd name="T2" fmla="*/ 0 w 50"/>
                <a:gd name="T3" fmla="*/ 404 h 52"/>
                <a:gd name="T4" fmla="*/ 364 w 50"/>
                <a:gd name="T5" fmla="*/ 32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2">
                  <a:moveTo>
                    <a:pt x="50" y="0"/>
                  </a:moveTo>
                  <a:cubicBezTo>
                    <a:pt x="26" y="8"/>
                    <a:pt x="14" y="33"/>
                    <a:pt x="0" y="52"/>
                  </a:cubicBezTo>
                  <a:cubicBezTo>
                    <a:pt x="20" y="43"/>
                    <a:pt x="28" y="15"/>
                    <a:pt x="4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56" name="Text Box 211">
            <a:extLst>
              <a:ext uri="{FF2B5EF4-FFF2-40B4-BE49-F238E27FC236}">
                <a16:creationId xmlns:a16="http://schemas.microsoft.com/office/drawing/2014/main" id="{FB532A5A-D64C-44C9-A0E6-E7869FA5D1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0" y="4722813"/>
            <a:ext cx="9715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Capillary</a:t>
            </a:r>
          </a:p>
        </p:txBody>
      </p:sp>
      <p:sp>
        <p:nvSpPr>
          <p:cNvPr id="23557" name="Line 212">
            <a:extLst>
              <a:ext uri="{FF2B5EF4-FFF2-40B4-BE49-F238E27FC236}">
                <a16:creationId xmlns:a16="http://schemas.microsoft.com/office/drawing/2014/main" id="{C3B5EA80-1B0D-4141-B337-9F84746483F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096250" y="4637088"/>
            <a:ext cx="304800" cy="228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3558" name="Text Box 213">
            <a:extLst>
              <a:ext uri="{FF2B5EF4-FFF2-40B4-BE49-F238E27FC236}">
                <a16:creationId xmlns:a16="http://schemas.microsoft.com/office/drawing/2014/main" id="{5A1E6C01-969D-4CD9-AFD8-5F8B42A086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1903413"/>
            <a:ext cx="19446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Smooth muscle cell</a:t>
            </a:r>
          </a:p>
        </p:txBody>
      </p:sp>
      <p:sp>
        <p:nvSpPr>
          <p:cNvPr id="23559" name="Line 214">
            <a:extLst>
              <a:ext uri="{FF2B5EF4-FFF2-40B4-BE49-F238E27FC236}">
                <a16:creationId xmlns:a16="http://schemas.microsoft.com/office/drawing/2014/main" id="{E8901696-800B-4177-8370-CAF55629C0F0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2132013"/>
            <a:ext cx="533400" cy="228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3560" name="Text Box 215">
            <a:extLst>
              <a:ext uri="{FF2B5EF4-FFF2-40B4-BE49-F238E27FC236}">
                <a16:creationId xmlns:a16="http://schemas.microsoft.com/office/drawing/2014/main" id="{D822E2A9-1BBA-48DE-857C-114C5E125F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3109913"/>
            <a:ext cx="9398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Arteriole</a:t>
            </a:r>
          </a:p>
        </p:txBody>
      </p:sp>
      <p:sp>
        <p:nvSpPr>
          <p:cNvPr id="23561" name="Line 216">
            <a:extLst>
              <a:ext uri="{FF2B5EF4-FFF2-40B4-BE49-F238E27FC236}">
                <a16:creationId xmlns:a16="http://schemas.microsoft.com/office/drawing/2014/main" id="{07CD32D8-26CF-427A-8018-EB34000931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3427413"/>
            <a:ext cx="457200" cy="3810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29" name="Simple-squamous-epithelium-layer">
            <a:extLst>
              <a:ext uri="{FF2B5EF4-FFF2-40B4-BE49-F238E27FC236}">
                <a16:creationId xmlns:a16="http://schemas.microsoft.com/office/drawing/2014/main" id="{EC94724B-E1B2-49F2-8C11-385F8774C420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4197350"/>
            <a:ext cx="3879850" cy="1949450"/>
            <a:chOff x="2976" y="2644"/>
            <a:chExt cx="2444" cy="1228"/>
          </a:xfrm>
        </p:grpSpPr>
        <p:sp>
          <p:nvSpPr>
            <p:cNvPr id="57674" name="Freeform 4897">
              <a:extLst>
                <a:ext uri="{FF2B5EF4-FFF2-40B4-BE49-F238E27FC236}">
                  <a16:creationId xmlns:a16="http://schemas.microsoft.com/office/drawing/2014/main" id="{0BE6AD9B-81AB-4003-BB90-198A38DFA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786"/>
              <a:ext cx="1005" cy="1086"/>
            </a:xfrm>
            <a:custGeom>
              <a:avLst/>
              <a:gdLst>
                <a:gd name="T0" fmla="*/ 0 w 1005"/>
                <a:gd name="T1" fmla="*/ 1086 h 1086"/>
                <a:gd name="T2" fmla="*/ 1005 w 1005"/>
                <a:gd name="T3" fmla="*/ 112 h 1086"/>
                <a:gd name="T4" fmla="*/ 1005 w 1005"/>
                <a:gd name="T5" fmla="*/ 0 h 1086"/>
                <a:gd name="T6" fmla="*/ 0 w 1005"/>
                <a:gd name="T7" fmla="*/ 888 h 1086"/>
                <a:gd name="T8" fmla="*/ 0 w 1005"/>
                <a:gd name="T9" fmla="*/ 1086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5" h="1086">
                  <a:moveTo>
                    <a:pt x="0" y="1086"/>
                  </a:moveTo>
                  <a:lnTo>
                    <a:pt x="1005" y="112"/>
                  </a:lnTo>
                  <a:lnTo>
                    <a:pt x="1005" y="0"/>
                  </a:lnTo>
                  <a:lnTo>
                    <a:pt x="0" y="888"/>
                  </a:lnTo>
                  <a:lnTo>
                    <a:pt x="0" y="1086"/>
                  </a:lnTo>
                  <a:close/>
                </a:path>
              </a:pathLst>
            </a:custGeom>
            <a:solidFill>
              <a:srgbClr val="BD66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5" name="Freeform 4898">
              <a:extLst>
                <a:ext uri="{FF2B5EF4-FFF2-40B4-BE49-F238E27FC236}">
                  <a16:creationId xmlns:a16="http://schemas.microsoft.com/office/drawing/2014/main" id="{CA29126B-DB55-4057-A246-BAC853B13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72"/>
              <a:ext cx="1443" cy="800"/>
            </a:xfrm>
            <a:custGeom>
              <a:avLst/>
              <a:gdLst>
                <a:gd name="T0" fmla="*/ 2444 w 1109"/>
                <a:gd name="T1" fmla="*/ 1022 h 615"/>
                <a:gd name="T2" fmla="*/ 2434 w 1109"/>
                <a:gd name="T3" fmla="*/ 1354 h 615"/>
                <a:gd name="T4" fmla="*/ 0 w 1109"/>
                <a:gd name="T5" fmla="*/ 407 h 615"/>
                <a:gd name="T6" fmla="*/ 0 w 1109"/>
                <a:gd name="T7" fmla="*/ 0 h 615"/>
                <a:gd name="T8" fmla="*/ 2444 w 1109"/>
                <a:gd name="T9" fmla="*/ 1022 h 6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9" h="615">
                  <a:moveTo>
                    <a:pt x="1109" y="464"/>
                  </a:moveTo>
                  <a:cubicBezTo>
                    <a:pt x="1105" y="615"/>
                    <a:pt x="1105" y="615"/>
                    <a:pt x="1105" y="615"/>
                  </a:cubicBezTo>
                  <a:cubicBezTo>
                    <a:pt x="1105" y="615"/>
                    <a:pt x="342" y="601"/>
                    <a:pt x="0" y="18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46" y="459"/>
                    <a:pt x="1109" y="464"/>
                  </a:cubicBezTo>
                  <a:close/>
                </a:path>
              </a:pathLst>
            </a:custGeom>
            <a:solidFill>
              <a:srgbClr val="F4A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6" name="Freeform 4899">
              <a:extLst>
                <a:ext uri="{FF2B5EF4-FFF2-40B4-BE49-F238E27FC236}">
                  <a16:creationId xmlns:a16="http://schemas.microsoft.com/office/drawing/2014/main" id="{8888DAE8-3A96-450D-B6F0-389A5F58C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645"/>
              <a:ext cx="2443" cy="1030"/>
            </a:xfrm>
            <a:custGeom>
              <a:avLst/>
              <a:gdLst>
                <a:gd name="T0" fmla="*/ 0 w 1878"/>
                <a:gd name="T1" fmla="*/ 722 h 792"/>
                <a:gd name="T2" fmla="*/ 2442 w 1878"/>
                <a:gd name="T3" fmla="*/ 1743 h 792"/>
                <a:gd name="T4" fmla="*/ 4134 w 1878"/>
                <a:gd name="T5" fmla="*/ 237 h 792"/>
                <a:gd name="T6" fmla="*/ 1875 w 1878"/>
                <a:gd name="T7" fmla="*/ 0 h 792"/>
                <a:gd name="T8" fmla="*/ 0 w 1878"/>
                <a:gd name="T9" fmla="*/ 72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8" h="792">
                  <a:moveTo>
                    <a:pt x="0" y="328"/>
                  </a:moveTo>
                  <a:cubicBezTo>
                    <a:pt x="0" y="328"/>
                    <a:pt x="242" y="781"/>
                    <a:pt x="1109" y="792"/>
                  </a:cubicBezTo>
                  <a:cubicBezTo>
                    <a:pt x="1878" y="108"/>
                    <a:pt x="1878" y="108"/>
                    <a:pt x="1878" y="108"/>
                  </a:cubicBezTo>
                  <a:cubicBezTo>
                    <a:pt x="1878" y="108"/>
                    <a:pt x="1258" y="194"/>
                    <a:pt x="852" y="0"/>
                  </a:cubicBezTo>
                  <a:lnTo>
                    <a:pt x="0" y="328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7" name="Freeform 4900">
              <a:extLst>
                <a:ext uri="{FF2B5EF4-FFF2-40B4-BE49-F238E27FC236}">
                  <a16:creationId xmlns:a16="http://schemas.microsoft.com/office/drawing/2014/main" id="{47536AFE-D163-4E2A-8958-E5923E03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670"/>
              <a:ext cx="40" cy="184"/>
            </a:xfrm>
            <a:custGeom>
              <a:avLst/>
              <a:gdLst>
                <a:gd name="T0" fmla="*/ 67 w 31"/>
                <a:gd name="T1" fmla="*/ 1 h 141"/>
                <a:gd name="T2" fmla="*/ 36 w 31"/>
                <a:gd name="T3" fmla="*/ 31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41">
                  <a:moveTo>
                    <a:pt x="31" y="1"/>
                  </a:moveTo>
                  <a:cubicBezTo>
                    <a:pt x="1" y="0"/>
                    <a:pt x="0" y="122"/>
                    <a:pt x="17" y="141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8" name="Freeform 4901">
              <a:extLst>
                <a:ext uri="{FF2B5EF4-FFF2-40B4-BE49-F238E27FC236}">
                  <a16:creationId xmlns:a16="http://schemas.microsoft.com/office/drawing/2014/main" id="{BAAD2434-6BB7-4570-90CB-F7D4E659C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662"/>
              <a:ext cx="43" cy="34"/>
            </a:xfrm>
            <a:custGeom>
              <a:avLst/>
              <a:gdLst>
                <a:gd name="T0" fmla="*/ 73 w 33"/>
                <a:gd name="T1" fmla="*/ 58 h 26"/>
                <a:gd name="T2" fmla="*/ 0 w 33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6">
                  <a:moveTo>
                    <a:pt x="33" y="26"/>
                  </a:moveTo>
                  <a:cubicBezTo>
                    <a:pt x="33" y="5"/>
                    <a:pt x="13" y="9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9" name="Freeform 4902">
              <a:extLst>
                <a:ext uri="{FF2B5EF4-FFF2-40B4-BE49-F238E27FC236}">
                  <a16:creationId xmlns:a16="http://schemas.microsoft.com/office/drawing/2014/main" id="{EEA3D075-6038-4BFF-8C72-EEF2706C3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826"/>
              <a:ext cx="18" cy="25"/>
            </a:xfrm>
            <a:custGeom>
              <a:avLst/>
              <a:gdLst>
                <a:gd name="T0" fmla="*/ 30 w 14"/>
                <a:gd name="T1" fmla="*/ 0 h 19"/>
                <a:gd name="T2" fmla="*/ 0 w 14"/>
                <a:gd name="T3" fmla="*/ 4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0"/>
                  </a:moveTo>
                  <a:cubicBezTo>
                    <a:pt x="12" y="9"/>
                    <a:pt x="8" y="16"/>
                    <a:pt x="0" y="1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0" name="Freeform 4903">
              <a:extLst>
                <a:ext uri="{FF2B5EF4-FFF2-40B4-BE49-F238E27FC236}">
                  <a16:creationId xmlns:a16="http://schemas.microsoft.com/office/drawing/2014/main" id="{DD3CD2D7-07A9-4962-94F5-6F3D65574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3653"/>
              <a:ext cx="53" cy="173"/>
            </a:xfrm>
            <a:custGeom>
              <a:avLst/>
              <a:gdLst>
                <a:gd name="T0" fmla="*/ 89 w 41"/>
                <a:gd name="T1" fmla="*/ 0 h 133"/>
                <a:gd name="T2" fmla="*/ 53 w 41"/>
                <a:gd name="T3" fmla="*/ 293 h 1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33">
                  <a:moveTo>
                    <a:pt x="41" y="0"/>
                  </a:moveTo>
                  <a:cubicBezTo>
                    <a:pt x="17" y="17"/>
                    <a:pt x="0" y="111"/>
                    <a:pt x="25" y="133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1" name="Freeform 4904">
              <a:extLst>
                <a:ext uri="{FF2B5EF4-FFF2-40B4-BE49-F238E27FC236}">
                  <a16:creationId xmlns:a16="http://schemas.microsoft.com/office/drawing/2014/main" id="{B3B71044-5D2D-4344-80A4-1D623FA75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647"/>
              <a:ext cx="20" cy="22"/>
            </a:xfrm>
            <a:custGeom>
              <a:avLst/>
              <a:gdLst>
                <a:gd name="T0" fmla="*/ 36 w 15"/>
                <a:gd name="T1" fmla="*/ 36 h 17"/>
                <a:gd name="T2" fmla="*/ 0 w 1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15" y="17"/>
                  </a:moveTo>
                  <a:cubicBezTo>
                    <a:pt x="13" y="8"/>
                    <a:pt x="8" y="3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2" name="Freeform 4905">
              <a:extLst>
                <a:ext uri="{FF2B5EF4-FFF2-40B4-BE49-F238E27FC236}">
                  <a16:creationId xmlns:a16="http://schemas.microsoft.com/office/drawing/2014/main" id="{71BCE967-65E8-48D8-BD34-31FB4395F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3811"/>
              <a:ext cx="10" cy="11"/>
            </a:xfrm>
            <a:custGeom>
              <a:avLst/>
              <a:gdLst>
                <a:gd name="T0" fmla="*/ 14 w 8"/>
                <a:gd name="T1" fmla="*/ 0 h 9"/>
                <a:gd name="T2" fmla="*/ 0 w 8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7" y="0"/>
                  </a:moveTo>
                  <a:cubicBezTo>
                    <a:pt x="8" y="5"/>
                    <a:pt x="5" y="9"/>
                    <a:pt x="0" y="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3" name="Freeform 4906">
              <a:extLst>
                <a:ext uri="{FF2B5EF4-FFF2-40B4-BE49-F238E27FC236}">
                  <a16:creationId xmlns:a16="http://schemas.microsoft.com/office/drawing/2014/main" id="{1D0EA36F-5D2D-4FFD-A4C8-C436CD843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3621"/>
              <a:ext cx="67" cy="170"/>
            </a:xfrm>
            <a:custGeom>
              <a:avLst/>
              <a:gdLst>
                <a:gd name="T0" fmla="*/ 111 w 52"/>
                <a:gd name="T1" fmla="*/ 0 h 131"/>
                <a:gd name="T2" fmla="*/ 52 w 52"/>
                <a:gd name="T3" fmla="*/ 38 h 131"/>
                <a:gd name="T4" fmla="*/ 35 w 52"/>
                <a:gd name="T5" fmla="*/ 131 h 131"/>
                <a:gd name="T6" fmla="*/ 39 w 52"/>
                <a:gd name="T7" fmla="*/ 287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31">
                  <a:moveTo>
                    <a:pt x="52" y="0"/>
                  </a:moveTo>
                  <a:cubicBezTo>
                    <a:pt x="38" y="4"/>
                    <a:pt x="30" y="0"/>
                    <a:pt x="24" y="17"/>
                  </a:cubicBezTo>
                  <a:cubicBezTo>
                    <a:pt x="20" y="29"/>
                    <a:pt x="18" y="46"/>
                    <a:pt x="16" y="60"/>
                  </a:cubicBezTo>
                  <a:cubicBezTo>
                    <a:pt x="13" y="76"/>
                    <a:pt x="0" y="119"/>
                    <a:pt x="18" y="131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4" name="Freeform 4907">
              <a:extLst>
                <a:ext uri="{FF2B5EF4-FFF2-40B4-BE49-F238E27FC236}">
                  <a16:creationId xmlns:a16="http://schemas.microsoft.com/office/drawing/2014/main" id="{53BD6B02-2AC2-4F6F-BFCC-A82720711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3610"/>
              <a:ext cx="14" cy="29"/>
            </a:xfrm>
            <a:custGeom>
              <a:avLst/>
              <a:gdLst>
                <a:gd name="T0" fmla="*/ 0 w 11"/>
                <a:gd name="T1" fmla="*/ 0 h 22"/>
                <a:gd name="T2" fmla="*/ 22 w 11"/>
                <a:gd name="T3" fmla="*/ 5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8" y="5"/>
                    <a:pt x="11" y="16"/>
                    <a:pt x="10" y="22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5" name="Freeform 4908">
              <a:extLst>
                <a:ext uri="{FF2B5EF4-FFF2-40B4-BE49-F238E27FC236}">
                  <a16:creationId xmlns:a16="http://schemas.microsoft.com/office/drawing/2014/main" id="{7EFB0070-9644-4339-837C-C27F47855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3766"/>
              <a:ext cx="21" cy="17"/>
            </a:xfrm>
            <a:custGeom>
              <a:avLst/>
              <a:gdLst>
                <a:gd name="T0" fmla="*/ 37 w 16"/>
                <a:gd name="T1" fmla="*/ 0 h 13"/>
                <a:gd name="T2" fmla="*/ 0 w 16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16" y="0"/>
                  </a:moveTo>
                  <a:cubicBezTo>
                    <a:pt x="16" y="10"/>
                    <a:pt x="9" y="13"/>
                    <a:pt x="0" y="1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6" name="Freeform 4909">
              <a:extLst>
                <a:ext uri="{FF2B5EF4-FFF2-40B4-BE49-F238E27FC236}">
                  <a16:creationId xmlns:a16="http://schemas.microsoft.com/office/drawing/2014/main" id="{3DB19EFD-AB27-4185-89D3-DF3595D91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582"/>
              <a:ext cx="63" cy="165"/>
            </a:xfrm>
            <a:custGeom>
              <a:avLst/>
              <a:gdLst>
                <a:gd name="T0" fmla="*/ 104 w 49"/>
                <a:gd name="T1" fmla="*/ 0 h 127"/>
                <a:gd name="T2" fmla="*/ 35 w 49"/>
                <a:gd name="T3" fmla="*/ 130 h 127"/>
                <a:gd name="T4" fmla="*/ 35 w 49"/>
                <a:gd name="T5" fmla="*/ 278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27">
                  <a:moveTo>
                    <a:pt x="49" y="0"/>
                  </a:moveTo>
                  <a:cubicBezTo>
                    <a:pt x="21" y="5"/>
                    <a:pt x="20" y="34"/>
                    <a:pt x="16" y="59"/>
                  </a:cubicBezTo>
                  <a:cubicBezTo>
                    <a:pt x="13" y="76"/>
                    <a:pt x="0" y="112"/>
                    <a:pt x="16" y="127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7" name="Freeform 4910">
              <a:extLst>
                <a:ext uri="{FF2B5EF4-FFF2-40B4-BE49-F238E27FC236}">
                  <a16:creationId xmlns:a16="http://schemas.microsoft.com/office/drawing/2014/main" id="{84B2F053-7AAC-4065-8C62-222188006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3723"/>
              <a:ext cx="23" cy="16"/>
            </a:xfrm>
            <a:custGeom>
              <a:avLst/>
              <a:gdLst>
                <a:gd name="T0" fmla="*/ 37 w 18"/>
                <a:gd name="T1" fmla="*/ 0 h 12"/>
                <a:gd name="T2" fmla="*/ 0 w 18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7" y="9"/>
                    <a:pt x="9" y="12"/>
                    <a:pt x="0" y="12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8" name="Freeform 4911">
              <a:extLst>
                <a:ext uri="{FF2B5EF4-FFF2-40B4-BE49-F238E27FC236}">
                  <a16:creationId xmlns:a16="http://schemas.microsoft.com/office/drawing/2014/main" id="{3B8A0E57-BF44-43B8-83CC-361CFED64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569"/>
              <a:ext cx="13" cy="27"/>
            </a:xfrm>
            <a:custGeom>
              <a:avLst/>
              <a:gdLst>
                <a:gd name="T0" fmla="*/ 17 w 10"/>
                <a:gd name="T1" fmla="*/ 45 h 21"/>
                <a:gd name="T2" fmla="*/ 0 w 10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8" y="21"/>
                  </a:moveTo>
                  <a:cubicBezTo>
                    <a:pt x="10" y="8"/>
                    <a:pt x="7" y="8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9" name="Freeform 4912">
              <a:extLst>
                <a:ext uri="{FF2B5EF4-FFF2-40B4-BE49-F238E27FC236}">
                  <a16:creationId xmlns:a16="http://schemas.microsoft.com/office/drawing/2014/main" id="{4F867142-6DCF-4FF9-881C-EE0C87C21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509"/>
              <a:ext cx="193" cy="359"/>
            </a:xfrm>
            <a:custGeom>
              <a:avLst/>
              <a:gdLst>
                <a:gd name="T0" fmla="*/ 0 w 148"/>
                <a:gd name="T1" fmla="*/ 607 h 276"/>
                <a:gd name="T2" fmla="*/ 240 w 148"/>
                <a:gd name="T3" fmla="*/ 271 h 276"/>
                <a:gd name="T4" fmla="*/ 329 w 148"/>
                <a:gd name="T5" fmla="*/ 0 h 2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276">
                  <a:moveTo>
                    <a:pt x="0" y="276"/>
                  </a:moveTo>
                  <a:cubicBezTo>
                    <a:pt x="47" y="243"/>
                    <a:pt x="87" y="178"/>
                    <a:pt x="108" y="123"/>
                  </a:cubicBezTo>
                  <a:cubicBezTo>
                    <a:pt x="122" y="89"/>
                    <a:pt x="119" y="25"/>
                    <a:pt x="148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0" name="Freeform 4913">
              <a:extLst>
                <a:ext uri="{FF2B5EF4-FFF2-40B4-BE49-F238E27FC236}">
                  <a16:creationId xmlns:a16="http://schemas.microsoft.com/office/drawing/2014/main" id="{49873D2E-3E1B-4E84-9838-07DF0DB34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3426"/>
              <a:ext cx="266" cy="83"/>
            </a:xfrm>
            <a:custGeom>
              <a:avLst/>
              <a:gdLst>
                <a:gd name="T0" fmla="*/ 0 w 205"/>
                <a:gd name="T1" fmla="*/ 140 h 64"/>
                <a:gd name="T2" fmla="*/ 448 w 205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5" h="64">
                  <a:moveTo>
                    <a:pt x="0" y="64"/>
                  </a:moveTo>
                  <a:cubicBezTo>
                    <a:pt x="57" y="22"/>
                    <a:pt x="151" y="41"/>
                    <a:pt x="205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1" name="Freeform 4914">
              <a:extLst>
                <a:ext uri="{FF2B5EF4-FFF2-40B4-BE49-F238E27FC236}">
                  <a16:creationId xmlns:a16="http://schemas.microsoft.com/office/drawing/2014/main" id="{2F4F05CF-612E-4AAF-8AE0-6309030E6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3134"/>
              <a:ext cx="290" cy="277"/>
            </a:xfrm>
            <a:custGeom>
              <a:avLst/>
              <a:gdLst>
                <a:gd name="T0" fmla="*/ 0 w 223"/>
                <a:gd name="T1" fmla="*/ 468 h 213"/>
                <a:gd name="T2" fmla="*/ 144 w 223"/>
                <a:gd name="T3" fmla="*/ 88 h 213"/>
                <a:gd name="T4" fmla="*/ 490 w 223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3" h="213">
                  <a:moveTo>
                    <a:pt x="0" y="213"/>
                  </a:moveTo>
                  <a:cubicBezTo>
                    <a:pt x="49" y="172"/>
                    <a:pt x="27" y="84"/>
                    <a:pt x="65" y="40"/>
                  </a:cubicBezTo>
                  <a:cubicBezTo>
                    <a:pt x="98" y="2"/>
                    <a:pt x="176" y="0"/>
                    <a:pt x="223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2" name="Freeform 4915">
              <a:extLst>
                <a:ext uri="{FF2B5EF4-FFF2-40B4-BE49-F238E27FC236}">
                  <a16:creationId xmlns:a16="http://schemas.microsoft.com/office/drawing/2014/main" id="{C157D1A3-0B23-4354-B95C-EEF9BEAA4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2892"/>
              <a:ext cx="249" cy="238"/>
            </a:xfrm>
            <a:custGeom>
              <a:avLst/>
              <a:gdLst>
                <a:gd name="T0" fmla="*/ 0 w 191"/>
                <a:gd name="T1" fmla="*/ 403 h 183"/>
                <a:gd name="T2" fmla="*/ 136 w 191"/>
                <a:gd name="T3" fmla="*/ 100 h 183"/>
                <a:gd name="T4" fmla="*/ 424 w 191"/>
                <a:gd name="T5" fmla="*/ 0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183">
                  <a:moveTo>
                    <a:pt x="0" y="183"/>
                  </a:moveTo>
                  <a:cubicBezTo>
                    <a:pt x="37" y="172"/>
                    <a:pt x="44" y="76"/>
                    <a:pt x="61" y="45"/>
                  </a:cubicBezTo>
                  <a:cubicBezTo>
                    <a:pt x="84" y="3"/>
                    <a:pt x="146" y="0"/>
                    <a:pt x="191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3" name="Freeform 4916">
              <a:extLst>
                <a:ext uri="{FF2B5EF4-FFF2-40B4-BE49-F238E27FC236}">
                  <a16:creationId xmlns:a16="http://schemas.microsoft.com/office/drawing/2014/main" id="{F2D6D9D1-5687-4D48-B981-1ED089B7A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3517"/>
              <a:ext cx="65" cy="177"/>
            </a:xfrm>
            <a:custGeom>
              <a:avLst/>
              <a:gdLst>
                <a:gd name="T0" fmla="*/ 111 w 50"/>
                <a:gd name="T1" fmla="*/ 22 h 136"/>
                <a:gd name="T2" fmla="*/ 38 w 50"/>
                <a:gd name="T3" fmla="*/ 299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36">
                  <a:moveTo>
                    <a:pt x="50" y="10"/>
                  </a:moveTo>
                  <a:cubicBezTo>
                    <a:pt x="13" y="0"/>
                    <a:pt x="0" y="114"/>
                    <a:pt x="17" y="136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4" name="Freeform 4917">
              <a:extLst>
                <a:ext uri="{FF2B5EF4-FFF2-40B4-BE49-F238E27FC236}">
                  <a16:creationId xmlns:a16="http://schemas.microsoft.com/office/drawing/2014/main" id="{2F9E8798-136C-45FD-8B7F-D2767A379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3515"/>
              <a:ext cx="12" cy="30"/>
            </a:xfrm>
            <a:custGeom>
              <a:avLst/>
              <a:gdLst>
                <a:gd name="T0" fmla="*/ 20 w 9"/>
                <a:gd name="T1" fmla="*/ 51 h 23"/>
                <a:gd name="T2" fmla="*/ 0 w 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8" y="23"/>
                  </a:moveTo>
                  <a:cubicBezTo>
                    <a:pt x="9" y="13"/>
                    <a:pt x="5" y="7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5" name="Freeform 4918">
              <a:extLst>
                <a:ext uri="{FF2B5EF4-FFF2-40B4-BE49-F238E27FC236}">
                  <a16:creationId xmlns:a16="http://schemas.microsoft.com/office/drawing/2014/main" id="{10132203-338C-49AA-B0D0-AE0BD2CE8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673"/>
              <a:ext cx="18" cy="11"/>
            </a:xfrm>
            <a:custGeom>
              <a:avLst/>
              <a:gdLst>
                <a:gd name="T0" fmla="*/ 30 w 14"/>
                <a:gd name="T1" fmla="*/ 0 h 9"/>
                <a:gd name="T2" fmla="*/ 0 w 14"/>
                <a:gd name="T3" fmla="*/ 1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0"/>
                  </a:moveTo>
                  <a:cubicBezTo>
                    <a:pt x="13" y="6"/>
                    <a:pt x="7" y="9"/>
                    <a:pt x="0" y="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6" name="Freeform 4919">
              <a:extLst>
                <a:ext uri="{FF2B5EF4-FFF2-40B4-BE49-F238E27FC236}">
                  <a16:creationId xmlns:a16="http://schemas.microsoft.com/office/drawing/2014/main" id="{EA0E97EC-3160-47BD-9623-7E6BD7796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3466"/>
              <a:ext cx="69" cy="161"/>
            </a:xfrm>
            <a:custGeom>
              <a:avLst/>
              <a:gdLst>
                <a:gd name="T0" fmla="*/ 117 w 53"/>
                <a:gd name="T1" fmla="*/ 5 h 124"/>
                <a:gd name="T2" fmla="*/ 61 w 53"/>
                <a:gd name="T3" fmla="*/ 44 h 124"/>
                <a:gd name="T4" fmla="*/ 34 w 53"/>
                <a:gd name="T5" fmla="*/ 126 h 124"/>
                <a:gd name="T6" fmla="*/ 35 w 53"/>
                <a:gd name="T7" fmla="*/ 271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24">
                  <a:moveTo>
                    <a:pt x="53" y="2"/>
                  </a:moveTo>
                  <a:cubicBezTo>
                    <a:pt x="36" y="0"/>
                    <a:pt x="36" y="5"/>
                    <a:pt x="28" y="20"/>
                  </a:cubicBezTo>
                  <a:cubicBezTo>
                    <a:pt x="22" y="33"/>
                    <a:pt x="19" y="45"/>
                    <a:pt x="15" y="58"/>
                  </a:cubicBezTo>
                  <a:cubicBezTo>
                    <a:pt x="11" y="74"/>
                    <a:pt x="0" y="114"/>
                    <a:pt x="16" y="124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7" name="Freeform 4920">
              <a:extLst>
                <a:ext uri="{FF2B5EF4-FFF2-40B4-BE49-F238E27FC236}">
                  <a16:creationId xmlns:a16="http://schemas.microsoft.com/office/drawing/2014/main" id="{22667168-58C0-4336-BEF5-46D1F8D44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3449"/>
              <a:ext cx="12" cy="26"/>
            </a:xfrm>
            <a:custGeom>
              <a:avLst/>
              <a:gdLst>
                <a:gd name="T0" fmla="*/ 12 w 9"/>
                <a:gd name="T1" fmla="*/ 44 h 20"/>
                <a:gd name="T2" fmla="*/ 0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5" y="20"/>
                  </a:moveTo>
                  <a:cubicBezTo>
                    <a:pt x="9" y="14"/>
                    <a:pt x="3" y="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8" name="Freeform 4921">
              <a:extLst>
                <a:ext uri="{FF2B5EF4-FFF2-40B4-BE49-F238E27FC236}">
                  <a16:creationId xmlns:a16="http://schemas.microsoft.com/office/drawing/2014/main" id="{91B5626D-EBCD-415C-80A6-A6EE98E84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3605"/>
              <a:ext cx="12" cy="12"/>
            </a:xfrm>
            <a:custGeom>
              <a:avLst/>
              <a:gdLst>
                <a:gd name="T0" fmla="*/ 21 w 9"/>
                <a:gd name="T1" fmla="*/ 0 h 9"/>
                <a:gd name="T2" fmla="*/ 0 w 9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7" y="4"/>
                    <a:pt x="3" y="7"/>
                    <a:pt x="0" y="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9" name="Freeform 4922">
              <a:extLst>
                <a:ext uri="{FF2B5EF4-FFF2-40B4-BE49-F238E27FC236}">
                  <a16:creationId xmlns:a16="http://schemas.microsoft.com/office/drawing/2014/main" id="{A9A0C5EC-C5A6-4838-B643-0A0D91D07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391"/>
              <a:ext cx="44" cy="170"/>
            </a:xfrm>
            <a:custGeom>
              <a:avLst/>
              <a:gdLst>
                <a:gd name="T0" fmla="*/ 74 w 34"/>
                <a:gd name="T1" fmla="*/ 5 h 131"/>
                <a:gd name="T2" fmla="*/ 47 w 34"/>
                <a:gd name="T3" fmla="*/ 0 h 131"/>
                <a:gd name="T4" fmla="*/ 16 w 34"/>
                <a:gd name="T5" fmla="*/ 162 h 131"/>
                <a:gd name="T6" fmla="*/ 21 w 34"/>
                <a:gd name="T7" fmla="*/ 287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31">
                  <a:moveTo>
                    <a:pt x="34" y="2"/>
                  </a:moveTo>
                  <a:cubicBezTo>
                    <a:pt x="30" y="0"/>
                    <a:pt x="26" y="0"/>
                    <a:pt x="22" y="0"/>
                  </a:cubicBezTo>
                  <a:cubicBezTo>
                    <a:pt x="12" y="20"/>
                    <a:pt x="9" y="53"/>
                    <a:pt x="7" y="74"/>
                  </a:cubicBezTo>
                  <a:cubicBezTo>
                    <a:pt x="6" y="87"/>
                    <a:pt x="0" y="125"/>
                    <a:pt x="9" y="131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0" name="Freeform 4923">
              <a:extLst>
                <a:ext uri="{FF2B5EF4-FFF2-40B4-BE49-F238E27FC236}">
                  <a16:creationId xmlns:a16="http://schemas.microsoft.com/office/drawing/2014/main" id="{0563B180-407F-4E98-AE28-86FEAB8C6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3367"/>
              <a:ext cx="13" cy="26"/>
            </a:xfrm>
            <a:custGeom>
              <a:avLst/>
              <a:gdLst>
                <a:gd name="T0" fmla="*/ 22 w 10"/>
                <a:gd name="T1" fmla="*/ 44 h 20"/>
                <a:gd name="T2" fmla="*/ 0 w 1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10" y="20"/>
                  </a:moveTo>
                  <a:cubicBezTo>
                    <a:pt x="6" y="14"/>
                    <a:pt x="6" y="6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1" name="Freeform 4924">
              <a:extLst>
                <a:ext uri="{FF2B5EF4-FFF2-40B4-BE49-F238E27FC236}">
                  <a16:creationId xmlns:a16="http://schemas.microsoft.com/office/drawing/2014/main" id="{2EEF93EE-0247-4140-9567-12F68C084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540"/>
              <a:ext cx="17" cy="10"/>
            </a:xfrm>
            <a:custGeom>
              <a:avLst/>
              <a:gdLst>
                <a:gd name="T0" fmla="*/ 29 w 13"/>
                <a:gd name="T1" fmla="*/ 0 h 8"/>
                <a:gd name="T2" fmla="*/ 0 w 13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11" y="5"/>
                    <a:pt x="5" y="7"/>
                    <a:pt x="0" y="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2" name="Freeform 4925">
              <a:extLst>
                <a:ext uri="{FF2B5EF4-FFF2-40B4-BE49-F238E27FC236}">
                  <a16:creationId xmlns:a16="http://schemas.microsoft.com/office/drawing/2014/main" id="{BD6191B5-4574-492D-87F6-D35057287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94"/>
              <a:ext cx="37" cy="200"/>
            </a:xfrm>
            <a:custGeom>
              <a:avLst/>
              <a:gdLst>
                <a:gd name="T0" fmla="*/ 65 w 28"/>
                <a:gd name="T1" fmla="*/ 13 h 154"/>
                <a:gd name="T2" fmla="*/ 26 w 28"/>
                <a:gd name="T3" fmla="*/ 338 h 1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4">
                  <a:moveTo>
                    <a:pt x="28" y="6"/>
                  </a:moveTo>
                  <a:cubicBezTo>
                    <a:pt x="0" y="0"/>
                    <a:pt x="0" y="134"/>
                    <a:pt x="11" y="154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3" name="Freeform 4926">
              <a:extLst>
                <a:ext uri="{FF2B5EF4-FFF2-40B4-BE49-F238E27FC236}">
                  <a16:creationId xmlns:a16="http://schemas.microsoft.com/office/drawing/2014/main" id="{7BF66A06-CFF2-4E8E-9C9A-B99126244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3298"/>
              <a:ext cx="33" cy="182"/>
            </a:xfrm>
            <a:custGeom>
              <a:avLst/>
              <a:gdLst>
                <a:gd name="T0" fmla="*/ 53 w 26"/>
                <a:gd name="T1" fmla="*/ 0 h 140"/>
                <a:gd name="T2" fmla="*/ 10 w 26"/>
                <a:gd name="T3" fmla="*/ 156 h 140"/>
                <a:gd name="T4" fmla="*/ 1 w 26"/>
                <a:gd name="T5" fmla="*/ 235 h 140"/>
                <a:gd name="T6" fmla="*/ 18 w 26"/>
                <a:gd name="T7" fmla="*/ 308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40">
                  <a:moveTo>
                    <a:pt x="26" y="0"/>
                  </a:moveTo>
                  <a:cubicBezTo>
                    <a:pt x="5" y="7"/>
                    <a:pt x="7" y="53"/>
                    <a:pt x="5" y="71"/>
                  </a:cubicBezTo>
                  <a:cubicBezTo>
                    <a:pt x="3" y="83"/>
                    <a:pt x="2" y="95"/>
                    <a:pt x="1" y="107"/>
                  </a:cubicBezTo>
                  <a:cubicBezTo>
                    <a:pt x="0" y="121"/>
                    <a:pt x="5" y="128"/>
                    <a:pt x="9" y="14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4" name="Freeform 4927">
              <a:extLst>
                <a:ext uri="{FF2B5EF4-FFF2-40B4-BE49-F238E27FC236}">
                  <a16:creationId xmlns:a16="http://schemas.microsoft.com/office/drawing/2014/main" id="{076FDA94-B744-43E6-AAA7-956A7125E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276"/>
              <a:ext cx="8" cy="35"/>
            </a:xfrm>
            <a:custGeom>
              <a:avLst/>
              <a:gdLst>
                <a:gd name="T0" fmla="*/ 12 w 6"/>
                <a:gd name="T1" fmla="*/ 58 h 27"/>
                <a:gd name="T2" fmla="*/ 0 w 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5" y="27"/>
                  </a:moveTo>
                  <a:cubicBezTo>
                    <a:pt x="5" y="16"/>
                    <a:pt x="6" y="1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5" name="Freeform 4928">
              <a:extLst>
                <a:ext uri="{FF2B5EF4-FFF2-40B4-BE49-F238E27FC236}">
                  <a16:creationId xmlns:a16="http://schemas.microsoft.com/office/drawing/2014/main" id="{E75C169A-E8B2-4E9F-868F-70EC3728A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173"/>
              <a:ext cx="13" cy="34"/>
            </a:xfrm>
            <a:custGeom>
              <a:avLst/>
              <a:gdLst>
                <a:gd name="T0" fmla="*/ 13 w 10"/>
                <a:gd name="T1" fmla="*/ 58 h 26"/>
                <a:gd name="T2" fmla="*/ 0 w 10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6" y="26"/>
                  </a:moveTo>
                  <a:cubicBezTo>
                    <a:pt x="10" y="18"/>
                    <a:pt x="6" y="6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6" name="Freeform 4929">
              <a:extLst>
                <a:ext uri="{FF2B5EF4-FFF2-40B4-BE49-F238E27FC236}">
                  <a16:creationId xmlns:a16="http://schemas.microsoft.com/office/drawing/2014/main" id="{AF04A701-BBB6-4FAB-A55C-25F001937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3366"/>
              <a:ext cx="10" cy="12"/>
            </a:xfrm>
            <a:custGeom>
              <a:avLst/>
              <a:gdLst>
                <a:gd name="T0" fmla="*/ 16 w 8"/>
                <a:gd name="T1" fmla="*/ 0 h 9"/>
                <a:gd name="T2" fmla="*/ 10 w 8"/>
                <a:gd name="T3" fmla="*/ 21 h 9"/>
                <a:gd name="T4" fmla="*/ 0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7" y="3"/>
                    <a:pt x="5" y="6"/>
                    <a:pt x="5" y="9"/>
                  </a:cubicBezTo>
                  <a:cubicBezTo>
                    <a:pt x="3" y="9"/>
                    <a:pt x="2" y="9"/>
                    <a:pt x="0" y="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7" name="Freeform 4930">
              <a:extLst>
                <a:ext uri="{FF2B5EF4-FFF2-40B4-BE49-F238E27FC236}">
                  <a16:creationId xmlns:a16="http://schemas.microsoft.com/office/drawing/2014/main" id="{757F32A0-3A51-4D70-AEBB-3884D1790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459"/>
              <a:ext cx="15" cy="8"/>
            </a:xfrm>
            <a:custGeom>
              <a:avLst/>
              <a:gdLst>
                <a:gd name="T0" fmla="*/ 27 w 11"/>
                <a:gd name="T1" fmla="*/ 0 h 6"/>
                <a:gd name="T2" fmla="*/ 0 w 11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0"/>
                  </a:moveTo>
                  <a:cubicBezTo>
                    <a:pt x="9" y="4"/>
                    <a:pt x="5" y="6"/>
                    <a:pt x="0" y="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8" name="Freeform 4931">
              <a:extLst>
                <a:ext uri="{FF2B5EF4-FFF2-40B4-BE49-F238E27FC236}">
                  <a16:creationId xmlns:a16="http://schemas.microsoft.com/office/drawing/2014/main" id="{849AD41B-44D4-45E5-A1E0-676ABD3E5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784"/>
              <a:ext cx="2443" cy="910"/>
            </a:xfrm>
            <a:custGeom>
              <a:avLst/>
              <a:gdLst>
                <a:gd name="T0" fmla="*/ 0 w 1878"/>
                <a:gd name="T1" fmla="*/ 484 h 699"/>
                <a:gd name="T2" fmla="*/ 2439 w 1878"/>
                <a:gd name="T3" fmla="*/ 1511 h 699"/>
                <a:gd name="T4" fmla="*/ 4134 w 1878"/>
                <a:gd name="T5" fmla="*/ 0 h 6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78" h="699">
                  <a:moveTo>
                    <a:pt x="0" y="220"/>
                  </a:moveTo>
                  <a:cubicBezTo>
                    <a:pt x="0" y="220"/>
                    <a:pt x="281" y="699"/>
                    <a:pt x="1108" y="685"/>
                  </a:cubicBezTo>
                  <a:cubicBezTo>
                    <a:pt x="1878" y="0"/>
                    <a:pt x="1878" y="0"/>
                    <a:pt x="1878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9" name="Freeform 4932">
              <a:extLst>
                <a:ext uri="{FF2B5EF4-FFF2-40B4-BE49-F238E27FC236}">
                  <a16:creationId xmlns:a16="http://schemas.microsoft.com/office/drawing/2014/main" id="{0BE51C9C-C090-44AF-BDA2-FAE295BAD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511"/>
              <a:ext cx="374" cy="166"/>
            </a:xfrm>
            <a:custGeom>
              <a:avLst/>
              <a:gdLst>
                <a:gd name="T0" fmla="*/ 635 w 287"/>
                <a:gd name="T1" fmla="*/ 0 h 127"/>
                <a:gd name="T2" fmla="*/ 489 w 287"/>
                <a:gd name="T3" fmla="*/ 76 h 127"/>
                <a:gd name="T4" fmla="*/ 309 w 287"/>
                <a:gd name="T5" fmla="*/ 128 h 127"/>
                <a:gd name="T6" fmla="*/ 0 w 287"/>
                <a:gd name="T7" fmla="*/ 284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7" h="127">
                  <a:moveTo>
                    <a:pt x="287" y="0"/>
                  </a:moveTo>
                  <a:cubicBezTo>
                    <a:pt x="283" y="8"/>
                    <a:pt x="236" y="29"/>
                    <a:pt x="221" y="34"/>
                  </a:cubicBezTo>
                  <a:cubicBezTo>
                    <a:pt x="194" y="42"/>
                    <a:pt x="167" y="49"/>
                    <a:pt x="140" y="57"/>
                  </a:cubicBezTo>
                  <a:cubicBezTo>
                    <a:pt x="100" y="69"/>
                    <a:pt x="16" y="88"/>
                    <a:pt x="0" y="127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0" name="Freeform 4933">
              <a:extLst>
                <a:ext uri="{FF2B5EF4-FFF2-40B4-BE49-F238E27FC236}">
                  <a16:creationId xmlns:a16="http://schemas.microsoft.com/office/drawing/2014/main" id="{FEF915FA-A69C-4160-9F9F-C6B797277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172"/>
              <a:ext cx="379" cy="339"/>
            </a:xfrm>
            <a:custGeom>
              <a:avLst/>
              <a:gdLst>
                <a:gd name="T0" fmla="*/ 0 w 292"/>
                <a:gd name="T1" fmla="*/ 571 h 261"/>
                <a:gd name="T2" fmla="*/ 279 w 292"/>
                <a:gd name="T3" fmla="*/ 169 h 261"/>
                <a:gd name="T4" fmla="*/ 639 w 292"/>
                <a:gd name="T5" fmla="*/ 0 h 2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261">
                  <a:moveTo>
                    <a:pt x="0" y="261"/>
                  </a:moveTo>
                  <a:cubicBezTo>
                    <a:pt x="60" y="222"/>
                    <a:pt x="66" y="122"/>
                    <a:pt x="128" y="77"/>
                  </a:cubicBezTo>
                  <a:cubicBezTo>
                    <a:pt x="177" y="41"/>
                    <a:pt x="232" y="10"/>
                    <a:pt x="292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1" name="Freeform 4934">
              <a:extLst>
                <a:ext uri="{FF2B5EF4-FFF2-40B4-BE49-F238E27FC236}">
                  <a16:creationId xmlns:a16="http://schemas.microsoft.com/office/drawing/2014/main" id="{68344DAD-84E3-4FC4-885A-4A757703E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2916"/>
              <a:ext cx="292" cy="256"/>
            </a:xfrm>
            <a:custGeom>
              <a:avLst/>
              <a:gdLst>
                <a:gd name="T0" fmla="*/ 0 w 224"/>
                <a:gd name="T1" fmla="*/ 433 h 197"/>
                <a:gd name="T2" fmla="*/ 218 w 224"/>
                <a:gd name="T3" fmla="*/ 153 h 197"/>
                <a:gd name="T4" fmla="*/ 497 w 224"/>
                <a:gd name="T5" fmla="*/ 0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197">
                  <a:moveTo>
                    <a:pt x="0" y="197"/>
                  </a:moveTo>
                  <a:cubicBezTo>
                    <a:pt x="14" y="161"/>
                    <a:pt x="66" y="99"/>
                    <a:pt x="98" y="70"/>
                  </a:cubicBezTo>
                  <a:cubicBezTo>
                    <a:pt x="138" y="35"/>
                    <a:pt x="182" y="26"/>
                    <a:pt x="224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2" name="Freeform 4935">
              <a:extLst>
                <a:ext uri="{FF2B5EF4-FFF2-40B4-BE49-F238E27FC236}">
                  <a16:creationId xmlns:a16="http://schemas.microsoft.com/office/drawing/2014/main" id="{FBC8FF10-ACCB-4042-BD82-248F0901E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2797"/>
              <a:ext cx="26" cy="114"/>
            </a:xfrm>
            <a:custGeom>
              <a:avLst/>
              <a:gdLst>
                <a:gd name="T0" fmla="*/ 0 w 20"/>
                <a:gd name="T1" fmla="*/ 195 h 87"/>
                <a:gd name="T2" fmla="*/ 44 w 20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7">
                  <a:moveTo>
                    <a:pt x="0" y="87"/>
                  </a:moveTo>
                  <a:cubicBezTo>
                    <a:pt x="18" y="60"/>
                    <a:pt x="4" y="27"/>
                    <a:pt x="20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3" name="Freeform 4936">
              <a:extLst>
                <a:ext uri="{FF2B5EF4-FFF2-40B4-BE49-F238E27FC236}">
                  <a16:creationId xmlns:a16="http://schemas.microsoft.com/office/drawing/2014/main" id="{B9EFCDCE-05E1-4D17-BFCF-C7895D168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3476"/>
              <a:ext cx="242" cy="193"/>
            </a:xfrm>
            <a:custGeom>
              <a:avLst/>
              <a:gdLst>
                <a:gd name="T0" fmla="*/ 280 w 186"/>
                <a:gd name="T1" fmla="*/ 329 h 148"/>
                <a:gd name="T2" fmla="*/ 410 w 186"/>
                <a:gd name="T3" fmla="*/ 0 h 148"/>
                <a:gd name="T4" fmla="*/ 0 w 186"/>
                <a:gd name="T5" fmla="*/ 306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48">
                  <a:moveTo>
                    <a:pt x="127" y="148"/>
                  </a:moveTo>
                  <a:cubicBezTo>
                    <a:pt x="158" y="105"/>
                    <a:pt x="172" y="50"/>
                    <a:pt x="186" y="0"/>
                  </a:cubicBezTo>
                  <a:cubicBezTo>
                    <a:pt x="121" y="24"/>
                    <a:pt x="29" y="72"/>
                    <a:pt x="0" y="13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4" name="Freeform 4937">
              <a:extLst>
                <a:ext uri="{FF2B5EF4-FFF2-40B4-BE49-F238E27FC236}">
                  <a16:creationId xmlns:a16="http://schemas.microsoft.com/office/drawing/2014/main" id="{A9AE1CF6-A1E9-4100-AAAA-1ADA6B44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229"/>
              <a:ext cx="221" cy="165"/>
            </a:xfrm>
            <a:custGeom>
              <a:avLst/>
              <a:gdLst>
                <a:gd name="T0" fmla="*/ 0 w 170"/>
                <a:gd name="T1" fmla="*/ 95 h 127"/>
                <a:gd name="T2" fmla="*/ 373 w 170"/>
                <a:gd name="T3" fmla="*/ 0 h 127"/>
                <a:gd name="T4" fmla="*/ 182 w 170"/>
                <a:gd name="T5" fmla="*/ 278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127">
                  <a:moveTo>
                    <a:pt x="0" y="43"/>
                  </a:moveTo>
                  <a:cubicBezTo>
                    <a:pt x="24" y="7"/>
                    <a:pt x="129" y="9"/>
                    <a:pt x="170" y="0"/>
                  </a:cubicBezTo>
                  <a:cubicBezTo>
                    <a:pt x="140" y="39"/>
                    <a:pt x="118" y="93"/>
                    <a:pt x="83" y="127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5" name="Freeform 4938">
              <a:extLst>
                <a:ext uri="{FF2B5EF4-FFF2-40B4-BE49-F238E27FC236}">
                  <a16:creationId xmlns:a16="http://schemas.microsoft.com/office/drawing/2014/main" id="{36E98FEB-3591-4851-B5BA-49AF60E01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368"/>
              <a:ext cx="226" cy="169"/>
            </a:xfrm>
            <a:custGeom>
              <a:avLst/>
              <a:gdLst>
                <a:gd name="T0" fmla="*/ 213 w 174"/>
                <a:gd name="T1" fmla="*/ 286 h 130"/>
                <a:gd name="T2" fmla="*/ 382 w 174"/>
                <a:gd name="T3" fmla="*/ 0 h 130"/>
                <a:gd name="T4" fmla="*/ 0 w 174"/>
                <a:gd name="T5" fmla="*/ 176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130">
                  <a:moveTo>
                    <a:pt x="97" y="130"/>
                  </a:moveTo>
                  <a:cubicBezTo>
                    <a:pt x="133" y="93"/>
                    <a:pt x="143" y="40"/>
                    <a:pt x="174" y="0"/>
                  </a:cubicBezTo>
                  <a:cubicBezTo>
                    <a:pt x="124" y="14"/>
                    <a:pt x="34" y="42"/>
                    <a:pt x="0" y="8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6" name="Freeform 4939">
              <a:extLst>
                <a:ext uri="{FF2B5EF4-FFF2-40B4-BE49-F238E27FC236}">
                  <a16:creationId xmlns:a16="http://schemas.microsoft.com/office/drawing/2014/main" id="{75C381DD-9495-4607-A605-BF43BBAC6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297"/>
              <a:ext cx="235" cy="162"/>
            </a:xfrm>
            <a:custGeom>
              <a:avLst/>
              <a:gdLst>
                <a:gd name="T0" fmla="*/ 205 w 181"/>
                <a:gd name="T1" fmla="*/ 272 h 125"/>
                <a:gd name="T2" fmla="*/ 396 w 181"/>
                <a:gd name="T3" fmla="*/ 10 h 125"/>
                <a:gd name="T4" fmla="*/ 0 w 181"/>
                <a:gd name="T5" fmla="*/ 141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125">
                  <a:moveTo>
                    <a:pt x="94" y="125"/>
                  </a:moveTo>
                  <a:cubicBezTo>
                    <a:pt x="102" y="90"/>
                    <a:pt x="159" y="39"/>
                    <a:pt x="181" y="5"/>
                  </a:cubicBezTo>
                  <a:cubicBezTo>
                    <a:pt x="100" y="0"/>
                    <a:pt x="67" y="38"/>
                    <a:pt x="0" y="6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7" name="Freeform 4940">
              <a:extLst>
                <a:ext uri="{FF2B5EF4-FFF2-40B4-BE49-F238E27FC236}">
                  <a16:creationId xmlns:a16="http://schemas.microsoft.com/office/drawing/2014/main" id="{43B17E38-C6F3-43F4-BF46-84C19B387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153"/>
              <a:ext cx="251" cy="133"/>
            </a:xfrm>
            <a:custGeom>
              <a:avLst/>
              <a:gdLst>
                <a:gd name="T0" fmla="*/ 178 w 193"/>
                <a:gd name="T1" fmla="*/ 222 h 103"/>
                <a:gd name="T2" fmla="*/ 170 w 193"/>
                <a:gd name="T3" fmla="*/ 216 h 103"/>
                <a:gd name="T4" fmla="*/ 424 w 193"/>
                <a:gd name="T5" fmla="*/ 0 h 103"/>
                <a:gd name="T6" fmla="*/ 0 w 193"/>
                <a:gd name="T7" fmla="*/ 80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103">
                  <a:moveTo>
                    <a:pt x="81" y="103"/>
                  </a:moveTo>
                  <a:cubicBezTo>
                    <a:pt x="80" y="101"/>
                    <a:pt x="79" y="102"/>
                    <a:pt x="78" y="100"/>
                  </a:cubicBezTo>
                  <a:cubicBezTo>
                    <a:pt x="112" y="65"/>
                    <a:pt x="159" y="27"/>
                    <a:pt x="193" y="0"/>
                  </a:cubicBezTo>
                  <a:cubicBezTo>
                    <a:pt x="126" y="6"/>
                    <a:pt x="62" y="15"/>
                    <a:pt x="0" y="37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8" name="Freeform 4941">
              <a:extLst>
                <a:ext uri="{FF2B5EF4-FFF2-40B4-BE49-F238E27FC236}">
                  <a16:creationId xmlns:a16="http://schemas.microsoft.com/office/drawing/2014/main" id="{1A740B08-A6C3-46B3-8422-C9A0F0A86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3032"/>
              <a:ext cx="238" cy="163"/>
            </a:xfrm>
            <a:custGeom>
              <a:avLst/>
              <a:gdLst>
                <a:gd name="T0" fmla="*/ 163 w 183"/>
                <a:gd name="T1" fmla="*/ 273 h 126"/>
                <a:gd name="T2" fmla="*/ 303 w 183"/>
                <a:gd name="T3" fmla="*/ 131 h 126"/>
                <a:gd name="T4" fmla="*/ 403 w 183"/>
                <a:gd name="T5" fmla="*/ 5 h 126"/>
                <a:gd name="T6" fmla="*/ 165 w 183"/>
                <a:gd name="T7" fmla="*/ 28 h 126"/>
                <a:gd name="T8" fmla="*/ 0 w 183"/>
                <a:gd name="T9" fmla="*/ 52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126">
                  <a:moveTo>
                    <a:pt x="74" y="126"/>
                  </a:moveTo>
                  <a:cubicBezTo>
                    <a:pt x="88" y="103"/>
                    <a:pt x="119" y="81"/>
                    <a:pt x="138" y="60"/>
                  </a:cubicBezTo>
                  <a:cubicBezTo>
                    <a:pt x="152" y="46"/>
                    <a:pt x="178" y="21"/>
                    <a:pt x="183" y="2"/>
                  </a:cubicBezTo>
                  <a:cubicBezTo>
                    <a:pt x="146" y="0"/>
                    <a:pt x="111" y="11"/>
                    <a:pt x="75" y="13"/>
                  </a:cubicBezTo>
                  <a:cubicBezTo>
                    <a:pt x="58" y="13"/>
                    <a:pt x="7" y="29"/>
                    <a:pt x="0" y="24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9" name="Freeform 4942">
              <a:extLst>
                <a:ext uri="{FF2B5EF4-FFF2-40B4-BE49-F238E27FC236}">
                  <a16:creationId xmlns:a16="http://schemas.microsoft.com/office/drawing/2014/main" id="{62849934-6A6F-4DBF-807D-3D93549DC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397"/>
              <a:ext cx="193" cy="181"/>
            </a:xfrm>
            <a:custGeom>
              <a:avLst/>
              <a:gdLst>
                <a:gd name="T0" fmla="*/ 0 w 148"/>
                <a:gd name="T1" fmla="*/ 217 h 139"/>
                <a:gd name="T2" fmla="*/ 186 w 148"/>
                <a:gd name="T3" fmla="*/ 100 h 139"/>
                <a:gd name="T4" fmla="*/ 326 w 148"/>
                <a:gd name="T5" fmla="*/ 1 h 139"/>
                <a:gd name="T6" fmla="*/ 326 w 148"/>
                <a:gd name="T7" fmla="*/ 1 h 139"/>
                <a:gd name="T8" fmla="*/ 284 w 148"/>
                <a:gd name="T9" fmla="*/ 190 h 139"/>
                <a:gd name="T10" fmla="*/ 246 w 148"/>
                <a:gd name="T11" fmla="*/ 307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39">
                  <a:moveTo>
                    <a:pt x="0" y="98"/>
                  </a:moveTo>
                  <a:cubicBezTo>
                    <a:pt x="16" y="74"/>
                    <a:pt x="58" y="58"/>
                    <a:pt x="84" y="45"/>
                  </a:cubicBezTo>
                  <a:cubicBezTo>
                    <a:pt x="106" y="34"/>
                    <a:pt x="130" y="19"/>
                    <a:pt x="147" y="1"/>
                  </a:cubicBezTo>
                  <a:cubicBezTo>
                    <a:pt x="148" y="0"/>
                    <a:pt x="148" y="0"/>
                    <a:pt x="147" y="1"/>
                  </a:cubicBezTo>
                  <a:cubicBezTo>
                    <a:pt x="148" y="25"/>
                    <a:pt x="134" y="62"/>
                    <a:pt x="128" y="86"/>
                  </a:cubicBezTo>
                  <a:cubicBezTo>
                    <a:pt x="123" y="104"/>
                    <a:pt x="117" y="121"/>
                    <a:pt x="111" y="13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0" name="Freeform 4943">
              <a:extLst>
                <a:ext uri="{FF2B5EF4-FFF2-40B4-BE49-F238E27FC236}">
                  <a16:creationId xmlns:a16="http://schemas.microsoft.com/office/drawing/2014/main" id="{CFF72DD3-89DD-466F-A27C-D2AD9E093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410"/>
              <a:ext cx="177" cy="219"/>
            </a:xfrm>
            <a:custGeom>
              <a:avLst/>
              <a:gdLst>
                <a:gd name="T0" fmla="*/ 0 w 136"/>
                <a:gd name="T1" fmla="*/ 291 h 168"/>
                <a:gd name="T2" fmla="*/ 156 w 136"/>
                <a:gd name="T3" fmla="*/ 117 h 168"/>
                <a:gd name="T4" fmla="*/ 299 w 136"/>
                <a:gd name="T5" fmla="*/ 0 h 168"/>
                <a:gd name="T6" fmla="*/ 241 w 136"/>
                <a:gd name="T7" fmla="*/ 372 h 1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68">
                  <a:moveTo>
                    <a:pt x="0" y="131"/>
                  </a:moveTo>
                  <a:cubicBezTo>
                    <a:pt x="22" y="99"/>
                    <a:pt x="39" y="76"/>
                    <a:pt x="71" y="53"/>
                  </a:cubicBezTo>
                  <a:cubicBezTo>
                    <a:pt x="93" y="37"/>
                    <a:pt x="113" y="14"/>
                    <a:pt x="136" y="0"/>
                  </a:cubicBezTo>
                  <a:cubicBezTo>
                    <a:pt x="131" y="57"/>
                    <a:pt x="120" y="118"/>
                    <a:pt x="109" y="16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1" name="Freeform 4944">
              <a:extLst>
                <a:ext uri="{FF2B5EF4-FFF2-40B4-BE49-F238E27FC236}">
                  <a16:creationId xmlns:a16="http://schemas.microsoft.com/office/drawing/2014/main" id="{1E6D827B-599A-46AD-A648-334168552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430"/>
              <a:ext cx="210" cy="232"/>
            </a:xfrm>
            <a:custGeom>
              <a:avLst/>
              <a:gdLst>
                <a:gd name="T0" fmla="*/ 0 w 161"/>
                <a:gd name="T1" fmla="*/ 314 h 179"/>
                <a:gd name="T2" fmla="*/ 352 w 161"/>
                <a:gd name="T3" fmla="*/ 0 h 179"/>
                <a:gd name="T4" fmla="*/ 337 w 161"/>
                <a:gd name="T5" fmla="*/ 259 h 179"/>
                <a:gd name="T6" fmla="*/ 295 w 161"/>
                <a:gd name="T7" fmla="*/ 390 h 1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79">
                  <a:moveTo>
                    <a:pt x="0" y="144"/>
                  </a:moveTo>
                  <a:cubicBezTo>
                    <a:pt x="33" y="75"/>
                    <a:pt x="98" y="39"/>
                    <a:pt x="159" y="0"/>
                  </a:cubicBezTo>
                  <a:cubicBezTo>
                    <a:pt x="158" y="40"/>
                    <a:pt x="161" y="80"/>
                    <a:pt x="152" y="119"/>
                  </a:cubicBezTo>
                  <a:cubicBezTo>
                    <a:pt x="148" y="140"/>
                    <a:pt x="139" y="161"/>
                    <a:pt x="133" y="17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2" name="Freeform 4945">
              <a:extLst>
                <a:ext uri="{FF2B5EF4-FFF2-40B4-BE49-F238E27FC236}">
                  <a16:creationId xmlns:a16="http://schemas.microsoft.com/office/drawing/2014/main" id="{E97AE6C3-9825-41F8-9CE7-81B1148CE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3286"/>
              <a:ext cx="449" cy="203"/>
            </a:xfrm>
            <a:custGeom>
              <a:avLst/>
              <a:gdLst>
                <a:gd name="T0" fmla="*/ 0 w 345"/>
                <a:gd name="T1" fmla="*/ 344 h 156"/>
                <a:gd name="T2" fmla="*/ 163 w 345"/>
                <a:gd name="T3" fmla="*/ 220 h 156"/>
                <a:gd name="T4" fmla="*/ 394 w 345"/>
                <a:gd name="T5" fmla="*/ 141 h 156"/>
                <a:gd name="T6" fmla="*/ 760 w 345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5" h="156">
                  <a:moveTo>
                    <a:pt x="0" y="156"/>
                  </a:moveTo>
                  <a:cubicBezTo>
                    <a:pt x="1" y="127"/>
                    <a:pt x="53" y="111"/>
                    <a:pt x="74" y="100"/>
                  </a:cubicBezTo>
                  <a:cubicBezTo>
                    <a:pt x="106" y="84"/>
                    <a:pt x="144" y="72"/>
                    <a:pt x="179" y="64"/>
                  </a:cubicBezTo>
                  <a:cubicBezTo>
                    <a:pt x="238" y="50"/>
                    <a:pt x="296" y="33"/>
                    <a:pt x="345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3" name="Freeform 4946">
              <a:extLst>
                <a:ext uri="{FF2B5EF4-FFF2-40B4-BE49-F238E27FC236}">
                  <a16:creationId xmlns:a16="http://schemas.microsoft.com/office/drawing/2014/main" id="{998A7C61-7273-45E7-9DB9-8174A72A1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805"/>
              <a:ext cx="87" cy="267"/>
            </a:xfrm>
            <a:custGeom>
              <a:avLst/>
              <a:gdLst>
                <a:gd name="T0" fmla="*/ 0 w 67"/>
                <a:gd name="T1" fmla="*/ 447 h 205"/>
                <a:gd name="T2" fmla="*/ 22 w 67"/>
                <a:gd name="T3" fmla="*/ 402 h 205"/>
                <a:gd name="T4" fmla="*/ 38 w 67"/>
                <a:gd name="T5" fmla="*/ 324 h 205"/>
                <a:gd name="T6" fmla="*/ 57 w 67"/>
                <a:gd name="T7" fmla="*/ 197 h 205"/>
                <a:gd name="T8" fmla="*/ 96 w 67"/>
                <a:gd name="T9" fmla="*/ 86 h 205"/>
                <a:gd name="T10" fmla="*/ 147 w 67"/>
                <a:gd name="T11" fmla="*/ 0 h 2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205">
                  <a:moveTo>
                    <a:pt x="0" y="202"/>
                  </a:moveTo>
                  <a:cubicBezTo>
                    <a:pt x="2" y="205"/>
                    <a:pt x="7" y="188"/>
                    <a:pt x="10" y="182"/>
                  </a:cubicBezTo>
                  <a:cubicBezTo>
                    <a:pt x="15" y="169"/>
                    <a:pt x="15" y="159"/>
                    <a:pt x="17" y="147"/>
                  </a:cubicBezTo>
                  <a:cubicBezTo>
                    <a:pt x="20" y="127"/>
                    <a:pt x="21" y="108"/>
                    <a:pt x="26" y="89"/>
                  </a:cubicBezTo>
                  <a:cubicBezTo>
                    <a:pt x="30" y="71"/>
                    <a:pt x="36" y="54"/>
                    <a:pt x="44" y="39"/>
                  </a:cubicBezTo>
                  <a:cubicBezTo>
                    <a:pt x="51" y="26"/>
                    <a:pt x="63" y="14"/>
                    <a:pt x="67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4" name="Freeform 4947">
              <a:extLst>
                <a:ext uri="{FF2B5EF4-FFF2-40B4-BE49-F238E27FC236}">
                  <a16:creationId xmlns:a16="http://schemas.microsoft.com/office/drawing/2014/main" id="{43005D7A-E0DF-4E46-854B-559685F2A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878"/>
              <a:ext cx="286" cy="371"/>
            </a:xfrm>
            <a:custGeom>
              <a:avLst/>
              <a:gdLst>
                <a:gd name="T0" fmla="*/ 484 w 220"/>
                <a:gd name="T1" fmla="*/ 0 h 285"/>
                <a:gd name="T2" fmla="*/ 313 w 220"/>
                <a:gd name="T3" fmla="*/ 141 h 285"/>
                <a:gd name="T4" fmla="*/ 147 w 220"/>
                <a:gd name="T5" fmla="*/ 315 h 285"/>
                <a:gd name="T6" fmla="*/ 46 w 220"/>
                <a:gd name="T7" fmla="*/ 523 h 285"/>
                <a:gd name="T8" fmla="*/ 0 w 220"/>
                <a:gd name="T9" fmla="*/ 629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0" h="285">
                  <a:moveTo>
                    <a:pt x="220" y="0"/>
                  </a:moveTo>
                  <a:cubicBezTo>
                    <a:pt x="201" y="30"/>
                    <a:pt x="171" y="45"/>
                    <a:pt x="142" y="64"/>
                  </a:cubicBezTo>
                  <a:cubicBezTo>
                    <a:pt x="112" y="86"/>
                    <a:pt x="87" y="113"/>
                    <a:pt x="67" y="143"/>
                  </a:cubicBezTo>
                  <a:cubicBezTo>
                    <a:pt x="47" y="174"/>
                    <a:pt x="34" y="202"/>
                    <a:pt x="21" y="237"/>
                  </a:cubicBezTo>
                  <a:cubicBezTo>
                    <a:pt x="15" y="253"/>
                    <a:pt x="9" y="272"/>
                    <a:pt x="0" y="28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5" name="Freeform 4948">
              <a:extLst>
                <a:ext uri="{FF2B5EF4-FFF2-40B4-BE49-F238E27FC236}">
                  <a16:creationId xmlns:a16="http://schemas.microsoft.com/office/drawing/2014/main" id="{AD2C6BD1-338F-46B5-9AA2-40936EAA2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015"/>
              <a:ext cx="438" cy="370"/>
            </a:xfrm>
            <a:custGeom>
              <a:avLst/>
              <a:gdLst>
                <a:gd name="T0" fmla="*/ 740 w 337"/>
                <a:gd name="T1" fmla="*/ 0 h 285"/>
                <a:gd name="T2" fmla="*/ 281 w 337"/>
                <a:gd name="T3" fmla="*/ 264 h 285"/>
                <a:gd name="T4" fmla="*/ 71 w 337"/>
                <a:gd name="T5" fmla="*/ 505 h 285"/>
                <a:gd name="T6" fmla="*/ 0 w 337"/>
                <a:gd name="T7" fmla="*/ 623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7" h="285">
                  <a:moveTo>
                    <a:pt x="337" y="0"/>
                  </a:moveTo>
                  <a:cubicBezTo>
                    <a:pt x="274" y="45"/>
                    <a:pt x="192" y="73"/>
                    <a:pt x="128" y="120"/>
                  </a:cubicBezTo>
                  <a:cubicBezTo>
                    <a:pt x="87" y="150"/>
                    <a:pt x="61" y="191"/>
                    <a:pt x="32" y="231"/>
                  </a:cubicBezTo>
                  <a:cubicBezTo>
                    <a:pt x="20" y="247"/>
                    <a:pt x="4" y="267"/>
                    <a:pt x="0" y="28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6" name="Freeform 4949">
              <a:extLst>
                <a:ext uri="{FF2B5EF4-FFF2-40B4-BE49-F238E27FC236}">
                  <a16:creationId xmlns:a16="http://schemas.microsoft.com/office/drawing/2014/main" id="{80B894B7-FBAE-4F3D-AE91-E191D58D1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808"/>
              <a:ext cx="62" cy="207"/>
            </a:xfrm>
            <a:custGeom>
              <a:avLst/>
              <a:gdLst>
                <a:gd name="T0" fmla="*/ 0 w 48"/>
                <a:gd name="T1" fmla="*/ 350 h 159"/>
                <a:gd name="T2" fmla="*/ 103 w 48"/>
                <a:gd name="T3" fmla="*/ 0 h 1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59">
                  <a:moveTo>
                    <a:pt x="0" y="159"/>
                  </a:moveTo>
                  <a:cubicBezTo>
                    <a:pt x="29" y="112"/>
                    <a:pt x="13" y="43"/>
                    <a:pt x="48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7" name="Freeform 4950">
              <a:extLst>
                <a:ext uri="{FF2B5EF4-FFF2-40B4-BE49-F238E27FC236}">
                  <a16:creationId xmlns:a16="http://schemas.microsoft.com/office/drawing/2014/main" id="{E2F789C9-338F-4924-8088-5BB9CD155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820"/>
              <a:ext cx="277" cy="308"/>
            </a:xfrm>
            <a:custGeom>
              <a:avLst/>
              <a:gdLst>
                <a:gd name="T0" fmla="*/ 468 w 213"/>
                <a:gd name="T1" fmla="*/ 0 h 237"/>
                <a:gd name="T2" fmla="*/ 153 w 213"/>
                <a:gd name="T3" fmla="*/ 259 h 237"/>
                <a:gd name="T4" fmla="*/ 0 w 213"/>
                <a:gd name="T5" fmla="*/ 520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3" h="237">
                  <a:moveTo>
                    <a:pt x="213" y="0"/>
                  </a:moveTo>
                  <a:cubicBezTo>
                    <a:pt x="166" y="42"/>
                    <a:pt x="110" y="68"/>
                    <a:pt x="70" y="118"/>
                  </a:cubicBezTo>
                  <a:cubicBezTo>
                    <a:pt x="43" y="153"/>
                    <a:pt x="17" y="197"/>
                    <a:pt x="0" y="237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8" name="Freeform 4951">
              <a:extLst>
                <a:ext uri="{FF2B5EF4-FFF2-40B4-BE49-F238E27FC236}">
                  <a16:creationId xmlns:a16="http://schemas.microsoft.com/office/drawing/2014/main" id="{A4FE893C-8E6A-44F0-B160-7421850F5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179"/>
              <a:ext cx="331" cy="293"/>
            </a:xfrm>
            <a:custGeom>
              <a:avLst/>
              <a:gdLst>
                <a:gd name="T0" fmla="*/ 0 w 255"/>
                <a:gd name="T1" fmla="*/ 419 h 226"/>
                <a:gd name="T2" fmla="*/ 284 w 255"/>
                <a:gd name="T3" fmla="*/ 198 h 226"/>
                <a:gd name="T4" fmla="*/ 558 w 255"/>
                <a:gd name="T5" fmla="*/ 0 h 226"/>
                <a:gd name="T6" fmla="*/ 450 w 255"/>
                <a:gd name="T7" fmla="*/ 301 h 226"/>
                <a:gd name="T8" fmla="*/ 357 w 255"/>
                <a:gd name="T9" fmla="*/ 493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226">
                  <a:moveTo>
                    <a:pt x="0" y="192"/>
                  </a:moveTo>
                  <a:cubicBezTo>
                    <a:pt x="17" y="145"/>
                    <a:pt x="88" y="112"/>
                    <a:pt x="130" y="91"/>
                  </a:cubicBezTo>
                  <a:cubicBezTo>
                    <a:pt x="171" y="70"/>
                    <a:pt x="235" y="45"/>
                    <a:pt x="255" y="0"/>
                  </a:cubicBezTo>
                  <a:cubicBezTo>
                    <a:pt x="225" y="37"/>
                    <a:pt x="220" y="95"/>
                    <a:pt x="206" y="138"/>
                  </a:cubicBezTo>
                  <a:cubicBezTo>
                    <a:pt x="198" y="163"/>
                    <a:pt x="185" y="212"/>
                    <a:pt x="163" y="226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9" name="Freeform 4952">
              <a:extLst>
                <a:ext uri="{FF2B5EF4-FFF2-40B4-BE49-F238E27FC236}">
                  <a16:creationId xmlns:a16="http://schemas.microsoft.com/office/drawing/2014/main" id="{795441C7-5C38-407A-BB9B-F9331E046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116"/>
              <a:ext cx="313" cy="298"/>
            </a:xfrm>
            <a:custGeom>
              <a:avLst/>
              <a:gdLst>
                <a:gd name="T0" fmla="*/ 0 w 241"/>
                <a:gd name="T1" fmla="*/ 476 h 229"/>
                <a:gd name="T2" fmla="*/ 201 w 241"/>
                <a:gd name="T3" fmla="*/ 221 h 229"/>
                <a:gd name="T4" fmla="*/ 529 w 241"/>
                <a:gd name="T5" fmla="*/ 0 h 229"/>
                <a:gd name="T6" fmla="*/ 417 w 241"/>
                <a:gd name="T7" fmla="*/ 163 h 229"/>
                <a:gd name="T8" fmla="*/ 321 w 241"/>
                <a:gd name="T9" fmla="*/ 321 h 229"/>
                <a:gd name="T10" fmla="*/ 221 w 241"/>
                <a:gd name="T11" fmla="*/ 505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1" h="229">
                  <a:moveTo>
                    <a:pt x="0" y="216"/>
                  </a:moveTo>
                  <a:cubicBezTo>
                    <a:pt x="24" y="173"/>
                    <a:pt x="53" y="133"/>
                    <a:pt x="92" y="101"/>
                  </a:cubicBezTo>
                  <a:cubicBezTo>
                    <a:pt x="137" y="65"/>
                    <a:pt x="203" y="43"/>
                    <a:pt x="241" y="0"/>
                  </a:cubicBezTo>
                  <a:cubicBezTo>
                    <a:pt x="221" y="17"/>
                    <a:pt x="205" y="50"/>
                    <a:pt x="190" y="74"/>
                  </a:cubicBezTo>
                  <a:cubicBezTo>
                    <a:pt x="175" y="98"/>
                    <a:pt x="159" y="122"/>
                    <a:pt x="146" y="146"/>
                  </a:cubicBezTo>
                  <a:cubicBezTo>
                    <a:pt x="135" y="168"/>
                    <a:pt x="121" y="220"/>
                    <a:pt x="101" y="22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0" name="Freeform 4953">
              <a:extLst>
                <a:ext uri="{FF2B5EF4-FFF2-40B4-BE49-F238E27FC236}">
                  <a16:creationId xmlns:a16="http://schemas.microsoft.com/office/drawing/2014/main" id="{6C8488A1-95A0-46B2-8AAA-B5572F303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025"/>
              <a:ext cx="339" cy="159"/>
            </a:xfrm>
            <a:custGeom>
              <a:avLst/>
              <a:gdLst>
                <a:gd name="T0" fmla="*/ 571 w 261"/>
                <a:gd name="T1" fmla="*/ 0 h 122"/>
                <a:gd name="T2" fmla="*/ 255 w 261"/>
                <a:gd name="T3" fmla="*/ 104 h 122"/>
                <a:gd name="T4" fmla="*/ 148 w 261"/>
                <a:gd name="T5" fmla="*/ 155 h 122"/>
                <a:gd name="T6" fmla="*/ 57 w 261"/>
                <a:gd name="T7" fmla="*/ 218 h 122"/>
                <a:gd name="T8" fmla="*/ 0 w 261"/>
                <a:gd name="T9" fmla="*/ 27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122">
                  <a:moveTo>
                    <a:pt x="261" y="0"/>
                  </a:moveTo>
                  <a:cubicBezTo>
                    <a:pt x="214" y="18"/>
                    <a:pt x="163" y="28"/>
                    <a:pt x="116" y="47"/>
                  </a:cubicBezTo>
                  <a:cubicBezTo>
                    <a:pt x="100" y="54"/>
                    <a:pt x="83" y="61"/>
                    <a:pt x="68" y="70"/>
                  </a:cubicBezTo>
                  <a:cubicBezTo>
                    <a:pt x="54" y="78"/>
                    <a:pt x="40" y="93"/>
                    <a:pt x="26" y="98"/>
                  </a:cubicBezTo>
                  <a:cubicBezTo>
                    <a:pt x="19" y="108"/>
                    <a:pt x="8" y="113"/>
                    <a:pt x="0" y="122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1" name="Freeform 4954">
              <a:extLst>
                <a:ext uri="{FF2B5EF4-FFF2-40B4-BE49-F238E27FC236}">
                  <a16:creationId xmlns:a16="http://schemas.microsoft.com/office/drawing/2014/main" id="{B967024F-E608-448C-BA75-CA51A34FB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168"/>
              <a:ext cx="343" cy="245"/>
            </a:xfrm>
            <a:custGeom>
              <a:avLst/>
              <a:gdLst>
                <a:gd name="T0" fmla="*/ 0 w 264"/>
                <a:gd name="T1" fmla="*/ 416 h 188"/>
                <a:gd name="T2" fmla="*/ 273 w 264"/>
                <a:gd name="T3" fmla="*/ 189 h 188"/>
                <a:gd name="T4" fmla="*/ 579 w 264"/>
                <a:gd name="T5" fmla="*/ 0 h 188"/>
                <a:gd name="T6" fmla="*/ 353 w 264"/>
                <a:gd name="T7" fmla="*/ 354 h 1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4" h="188">
                  <a:moveTo>
                    <a:pt x="0" y="188"/>
                  </a:moveTo>
                  <a:cubicBezTo>
                    <a:pt x="22" y="140"/>
                    <a:pt x="82" y="110"/>
                    <a:pt x="125" y="85"/>
                  </a:cubicBezTo>
                  <a:cubicBezTo>
                    <a:pt x="165" y="62"/>
                    <a:pt x="239" y="40"/>
                    <a:pt x="264" y="0"/>
                  </a:cubicBezTo>
                  <a:cubicBezTo>
                    <a:pt x="234" y="56"/>
                    <a:pt x="189" y="104"/>
                    <a:pt x="161" y="16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2" name="Freeform 4955">
              <a:extLst>
                <a:ext uri="{FF2B5EF4-FFF2-40B4-BE49-F238E27FC236}">
                  <a16:creationId xmlns:a16="http://schemas.microsoft.com/office/drawing/2014/main" id="{AAD30E94-C209-4BE1-B0C1-95419DF40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3221"/>
              <a:ext cx="241" cy="149"/>
            </a:xfrm>
            <a:custGeom>
              <a:avLst/>
              <a:gdLst>
                <a:gd name="T0" fmla="*/ 0 w 185"/>
                <a:gd name="T1" fmla="*/ 144 h 114"/>
                <a:gd name="T2" fmla="*/ 155 w 185"/>
                <a:gd name="T3" fmla="*/ 71 h 114"/>
                <a:gd name="T4" fmla="*/ 409 w 185"/>
                <a:gd name="T5" fmla="*/ 0 h 114"/>
                <a:gd name="T6" fmla="*/ 169 w 185"/>
                <a:gd name="T7" fmla="*/ 255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114">
                  <a:moveTo>
                    <a:pt x="0" y="64"/>
                  </a:moveTo>
                  <a:cubicBezTo>
                    <a:pt x="15" y="39"/>
                    <a:pt x="45" y="36"/>
                    <a:pt x="70" y="31"/>
                  </a:cubicBezTo>
                  <a:cubicBezTo>
                    <a:pt x="109" y="22"/>
                    <a:pt x="147" y="9"/>
                    <a:pt x="185" y="0"/>
                  </a:cubicBezTo>
                  <a:cubicBezTo>
                    <a:pt x="141" y="29"/>
                    <a:pt x="128" y="92"/>
                    <a:pt x="77" y="114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3" name="Freeform 4956">
              <a:extLst>
                <a:ext uri="{FF2B5EF4-FFF2-40B4-BE49-F238E27FC236}">
                  <a16:creationId xmlns:a16="http://schemas.microsoft.com/office/drawing/2014/main" id="{A3A7C1AA-44E4-43D8-B915-33D0D745A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074"/>
              <a:ext cx="277" cy="151"/>
            </a:xfrm>
            <a:custGeom>
              <a:avLst/>
              <a:gdLst>
                <a:gd name="T0" fmla="*/ 0 w 213"/>
                <a:gd name="T1" fmla="*/ 139 h 116"/>
                <a:gd name="T2" fmla="*/ 213 w 213"/>
                <a:gd name="T3" fmla="*/ 86 h 116"/>
                <a:gd name="T4" fmla="*/ 468 w 213"/>
                <a:gd name="T5" fmla="*/ 0 h 116"/>
                <a:gd name="T6" fmla="*/ 146 w 213"/>
                <a:gd name="T7" fmla="*/ 256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3" h="116">
                  <a:moveTo>
                    <a:pt x="0" y="63"/>
                  </a:moveTo>
                  <a:cubicBezTo>
                    <a:pt x="26" y="43"/>
                    <a:pt x="65" y="47"/>
                    <a:pt x="97" y="39"/>
                  </a:cubicBezTo>
                  <a:cubicBezTo>
                    <a:pt x="136" y="28"/>
                    <a:pt x="178" y="21"/>
                    <a:pt x="213" y="0"/>
                  </a:cubicBezTo>
                  <a:cubicBezTo>
                    <a:pt x="164" y="35"/>
                    <a:pt x="109" y="75"/>
                    <a:pt x="66" y="116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4" name="Freeform 4957">
              <a:extLst>
                <a:ext uri="{FF2B5EF4-FFF2-40B4-BE49-F238E27FC236}">
                  <a16:creationId xmlns:a16="http://schemas.microsoft.com/office/drawing/2014/main" id="{BAC5AA84-3002-45B7-8DFA-830B5CD85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825"/>
              <a:ext cx="411" cy="209"/>
            </a:xfrm>
            <a:custGeom>
              <a:avLst/>
              <a:gdLst>
                <a:gd name="T0" fmla="*/ 0 w 316"/>
                <a:gd name="T1" fmla="*/ 352 h 161"/>
                <a:gd name="T2" fmla="*/ 192 w 316"/>
                <a:gd name="T3" fmla="*/ 232 h 161"/>
                <a:gd name="T4" fmla="*/ 342 w 316"/>
                <a:gd name="T5" fmla="*/ 138 h 161"/>
                <a:gd name="T6" fmla="*/ 564 w 316"/>
                <a:gd name="T7" fmla="*/ 108 h 161"/>
                <a:gd name="T8" fmla="*/ 696 w 316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6" h="161">
                  <a:moveTo>
                    <a:pt x="0" y="161"/>
                  </a:moveTo>
                  <a:cubicBezTo>
                    <a:pt x="33" y="145"/>
                    <a:pt x="60" y="129"/>
                    <a:pt x="88" y="106"/>
                  </a:cubicBezTo>
                  <a:cubicBezTo>
                    <a:pt x="112" y="86"/>
                    <a:pt x="125" y="69"/>
                    <a:pt x="155" y="63"/>
                  </a:cubicBezTo>
                  <a:cubicBezTo>
                    <a:pt x="185" y="58"/>
                    <a:pt x="229" y="61"/>
                    <a:pt x="257" y="49"/>
                  </a:cubicBezTo>
                  <a:cubicBezTo>
                    <a:pt x="280" y="39"/>
                    <a:pt x="293" y="8"/>
                    <a:pt x="316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5" name="Freeform 4958">
              <a:extLst>
                <a:ext uri="{FF2B5EF4-FFF2-40B4-BE49-F238E27FC236}">
                  <a16:creationId xmlns:a16="http://schemas.microsoft.com/office/drawing/2014/main" id="{C3D2F43F-31AA-4B43-BB64-ACC3B65E5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662"/>
              <a:ext cx="494" cy="155"/>
            </a:xfrm>
            <a:custGeom>
              <a:avLst/>
              <a:gdLst>
                <a:gd name="T0" fmla="*/ 0 w 380"/>
                <a:gd name="T1" fmla="*/ 263 h 119"/>
                <a:gd name="T2" fmla="*/ 269 w 380"/>
                <a:gd name="T3" fmla="*/ 225 h 119"/>
                <a:gd name="T4" fmla="*/ 429 w 380"/>
                <a:gd name="T5" fmla="*/ 100 h 119"/>
                <a:gd name="T6" fmla="*/ 835 w 380"/>
                <a:gd name="T7" fmla="*/ 0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119">
                  <a:moveTo>
                    <a:pt x="0" y="119"/>
                  </a:moveTo>
                  <a:cubicBezTo>
                    <a:pt x="40" y="113"/>
                    <a:pt x="83" y="116"/>
                    <a:pt x="122" y="102"/>
                  </a:cubicBezTo>
                  <a:cubicBezTo>
                    <a:pt x="154" y="90"/>
                    <a:pt x="169" y="56"/>
                    <a:pt x="195" y="45"/>
                  </a:cubicBezTo>
                  <a:cubicBezTo>
                    <a:pt x="247" y="21"/>
                    <a:pt x="343" y="39"/>
                    <a:pt x="380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6" name="Freeform 4959">
              <a:extLst>
                <a:ext uri="{FF2B5EF4-FFF2-40B4-BE49-F238E27FC236}">
                  <a16:creationId xmlns:a16="http://schemas.microsoft.com/office/drawing/2014/main" id="{9739480C-6A78-4F9E-8E5B-BCB29C06B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3124"/>
              <a:ext cx="289" cy="177"/>
            </a:xfrm>
            <a:custGeom>
              <a:avLst/>
              <a:gdLst>
                <a:gd name="T0" fmla="*/ 227 w 222"/>
                <a:gd name="T1" fmla="*/ 299 h 136"/>
                <a:gd name="T2" fmla="*/ 353 w 222"/>
                <a:gd name="T3" fmla="*/ 146 h 136"/>
                <a:gd name="T4" fmla="*/ 489 w 222"/>
                <a:gd name="T5" fmla="*/ 0 h 136"/>
                <a:gd name="T6" fmla="*/ 220 w 222"/>
                <a:gd name="T7" fmla="*/ 100 h 136"/>
                <a:gd name="T8" fmla="*/ 0 w 222"/>
                <a:gd name="T9" fmla="*/ 184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36">
                  <a:moveTo>
                    <a:pt x="103" y="136"/>
                  </a:moveTo>
                  <a:cubicBezTo>
                    <a:pt x="118" y="110"/>
                    <a:pt x="138" y="88"/>
                    <a:pt x="160" y="66"/>
                  </a:cubicBezTo>
                  <a:cubicBezTo>
                    <a:pt x="179" y="48"/>
                    <a:pt x="212" y="25"/>
                    <a:pt x="222" y="0"/>
                  </a:cubicBezTo>
                  <a:cubicBezTo>
                    <a:pt x="185" y="20"/>
                    <a:pt x="139" y="29"/>
                    <a:pt x="100" y="45"/>
                  </a:cubicBezTo>
                  <a:cubicBezTo>
                    <a:pt x="71" y="57"/>
                    <a:pt x="22" y="62"/>
                    <a:pt x="0" y="83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7" name="Freeform 4960">
              <a:extLst>
                <a:ext uri="{FF2B5EF4-FFF2-40B4-BE49-F238E27FC236}">
                  <a16:creationId xmlns:a16="http://schemas.microsoft.com/office/drawing/2014/main" id="{43C37EFD-D7EC-429E-8CF7-AB003581B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998"/>
              <a:ext cx="263" cy="195"/>
            </a:xfrm>
            <a:custGeom>
              <a:avLst/>
              <a:gdLst>
                <a:gd name="T0" fmla="*/ 270 w 202"/>
                <a:gd name="T1" fmla="*/ 330 h 150"/>
                <a:gd name="T2" fmla="*/ 385 w 202"/>
                <a:gd name="T3" fmla="*/ 134 h 150"/>
                <a:gd name="T4" fmla="*/ 445 w 202"/>
                <a:gd name="T5" fmla="*/ 0 h 150"/>
                <a:gd name="T6" fmla="*/ 169 w 202"/>
                <a:gd name="T7" fmla="*/ 139 h 150"/>
                <a:gd name="T8" fmla="*/ 0 w 202"/>
                <a:gd name="T9" fmla="*/ 309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2" h="150">
                  <a:moveTo>
                    <a:pt x="122" y="150"/>
                  </a:moveTo>
                  <a:cubicBezTo>
                    <a:pt x="131" y="119"/>
                    <a:pt x="160" y="91"/>
                    <a:pt x="174" y="61"/>
                  </a:cubicBezTo>
                  <a:cubicBezTo>
                    <a:pt x="184" y="41"/>
                    <a:pt x="193" y="20"/>
                    <a:pt x="202" y="0"/>
                  </a:cubicBezTo>
                  <a:cubicBezTo>
                    <a:pt x="162" y="16"/>
                    <a:pt x="112" y="39"/>
                    <a:pt x="77" y="63"/>
                  </a:cubicBezTo>
                  <a:cubicBezTo>
                    <a:pt x="45" y="85"/>
                    <a:pt x="26" y="114"/>
                    <a:pt x="0" y="141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8" name="Freeform 4961">
              <a:extLst>
                <a:ext uri="{FF2B5EF4-FFF2-40B4-BE49-F238E27FC236}">
                  <a16:creationId xmlns:a16="http://schemas.microsoft.com/office/drawing/2014/main" id="{C38ABD31-DDA3-435C-88C9-F186F025B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855"/>
              <a:ext cx="279" cy="164"/>
            </a:xfrm>
            <a:custGeom>
              <a:avLst/>
              <a:gdLst>
                <a:gd name="T0" fmla="*/ 399 w 214"/>
                <a:gd name="T1" fmla="*/ 277 h 126"/>
                <a:gd name="T2" fmla="*/ 475 w 214"/>
                <a:gd name="T3" fmla="*/ 0 h 126"/>
                <a:gd name="T4" fmla="*/ 153 w 214"/>
                <a:gd name="T5" fmla="*/ 144 h 126"/>
                <a:gd name="T6" fmla="*/ 0 w 214"/>
                <a:gd name="T7" fmla="*/ 249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126">
                  <a:moveTo>
                    <a:pt x="180" y="126"/>
                  </a:moveTo>
                  <a:cubicBezTo>
                    <a:pt x="206" y="93"/>
                    <a:pt x="201" y="40"/>
                    <a:pt x="214" y="0"/>
                  </a:cubicBezTo>
                  <a:cubicBezTo>
                    <a:pt x="169" y="31"/>
                    <a:pt x="120" y="45"/>
                    <a:pt x="69" y="65"/>
                  </a:cubicBezTo>
                  <a:cubicBezTo>
                    <a:pt x="38" y="77"/>
                    <a:pt x="22" y="93"/>
                    <a:pt x="0" y="113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9" name="Freeform 4962">
              <a:extLst>
                <a:ext uri="{FF2B5EF4-FFF2-40B4-BE49-F238E27FC236}">
                  <a16:creationId xmlns:a16="http://schemas.microsoft.com/office/drawing/2014/main" id="{00B10893-BD4A-4A01-8353-E4A8D226D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803"/>
              <a:ext cx="25" cy="54"/>
            </a:xfrm>
            <a:custGeom>
              <a:avLst/>
              <a:gdLst>
                <a:gd name="T0" fmla="*/ 0 w 19"/>
                <a:gd name="T1" fmla="*/ 89 h 42"/>
                <a:gd name="T2" fmla="*/ 43 w 19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2">
                  <a:moveTo>
                    <a:pt x="0" y="42"/>
                  </a:moveTo>
                  <a:cubicBezTo>
                    <a:pt x="1" y="27"/>
                    <a:pt x="11" y="11"/>
                    <a:pt x="19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0" name="Freeform 4963">
              <a:extLst>
                <a:ext uri="{FF2B5EF4-FFF2-40B4-BE49-F238E27FC236}">
                  <a16:creationId xmlns:a16="http://schemas.microsoft.com/office/drawing/2014/main" id="{184C5CD5-29A9-4014-95A6-09031D8F4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788"/>
              <a:ext cx="98" cy="163"/>
            </a:xfrm>
            <a:custGeom>
              <a:avLst/>
              <a:gdLst>
                <a:gd name="T0" fmla="*/ 0 w 75"/>
                <a:gd name="T1" fmla="*/ 278 h 125"/>
                <a:gd name="T2" fmla="*/ 167 w 75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25">
                  <a:moveTo>
                    <a:pt x="0" y="125"/>
                  </a:moveTo>
                  <a:cubicBezTo>
                    <a:pt x="39" y="99"/>
                    <a:pt x="32" y="27"/>
                    <a:pt x="75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1" name="Freeform 4964">
              <a:extLst>
                <a:ext uri="{FF2B5EF4-FFF2-40B4-BE49-F238E27FC236}">
                  <a16:creationId xmlns:a16="http://schemas.microsoft.com/office/drawing/2014/main" id="{631023B3-0E25-47BB-B898-2C607E041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817"/>
              <a:ext cx="278" cy="260"/>
            </a:xfrm>
            <a:custGeom>
              <a:avLst/>
              <a:gdLst>
                <a:gd name="T0" fmla="*/ 469 w 214"/>
                <a:gd name="T1" fmla="*/ 0 h 200"/>
                <a:gd name="T2" fmla="*/ 188 w 214"/>
                <a:gd name="T3" fmla="*/ 176 h 200"/>
                <a:gd name="T4" fmla="*/ 0 w 214"/>
                <a:gd name="T5" fmla="*/ 439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" h="200">
                  <a:moveTo>
                    <a:pt x="214" y="0"/>
                  </a:moveTo>
                  <a:cubicBezTo>
                    <a:pt x="173" y="26"/>
                    <a:pt x="122" y="46"/>
                    <a:pt x="86" y="80"/>
                  </a:cubicBezTo>
                  <a:cubicBezTo>
                    <a:pt x="50" y="114"/>
                    <a:pt x="38" y="169"/>
                    <a:pt x="0" y="20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2" name="Freeform 4965">
              <a:extLst>
                <a:ext uri="{FF2B5EF4-FFF2-40B4-BE49-F238E27FC236}">
                  <a16:creationId xmlns:a16="http://schemas.microsoft.com/office/drawing/2014/main" id="{2BA0E588-2706-4DD9-86FA-E3CBE94A9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09"/>
              <a:ext cx="190" cy="184"/>
            </a:xfrm>
            <a:custGeom>
              <a:avLst/>
              <a:gdLst>
                <a:gd name="T0" fmla="*/ 0 w 146"/>
                <a:gd name="T1" fmla="*/ 189 h 141"/>
                <a:gd name="T2" fmla="*/ 321 w 146"/>
                <a:gd name="T3" fmla="*/ 0 h 141"/>
                <a:gd name="T4" fmla="*/ 243 w 146"/>
                <a:gd name="T5" fmla="*/ 313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1">
                  <a:moveTo>
                    <a:pt x="0" y="85"/>
                  </a:moveTo>
                  <a:cubicBezTo>
                    <a:pt x="40" y="43"/>
                    <a:pt x="99" y="33"/>
                    <a:pt x="146" y="0"/>
                  </a:cubicBezTo>
                  <a:cubicBezTo>
                    <a:pt x="127" y="46"/>
                    <a:pt x="129" y="94"/>
                    <a:pt x="111" y="141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3" name="Freeform 4966">
              <a:extLst>
                <a:ext uri="{FF2B5EF4-FFF2-40B4-BE49-F238E27FC236}">
                  <a16:creationId xmlns:a16="http://schemas.microsoft.com/office/drawing/2014/main" id="{8AF676A6-2B33-4B13-B193-9A9B68631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848"/>
              <a:ext cx="288" cy="164"/>
            </a:xfrm>
            <a:custGeom>
              <a:avLst/>
              <a:gdLst>
                <a:gd name="T0" fmla="*/ 0 w 222"/>
                <a:gd name="T1" fmla="*/ 277 h 126"/>
                <a:gd name="T2" fmla="*/ 86 w 222"/>
                <a:gd name="T3" fmla="*/ 181 h 126"/>
                <a:gd name="T4" fmla="*/ 219 w 222"/>
                <a:gd name="T5" fmla="*/ 79 h 126"/>
                <a:gd name="T6" fmla="*/ 485 w 222"/>
                <a:gd name="T7" fmla="*/ 9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2" h="126">
                  <a:moveTo>
                    <a:pt x="0" y="126"/>
                  </a:moveTo>
                  <a:cubicBezTo>
                    <a:pt x="16" y="118"/>
                    <a:pt x="25" y="94"/>
                    <a:pt x="39" y="82"/>
                  </a:cubicBezTo>
                  <a:cubicBezTo>
                    <a:pt x="57" y="66"/>
                    <a:pt x="79" y="49"/>
                    <a:pt x="100" y="36"/>
                  </a:cubicBezTo>
                  <a:cubicBezTo>
                    <a:pt x="134" y="16"/>
                    <a:pt x="181" y="0"/>
                    <a:pt x="222" y="4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4" name="Freeform 4967">
              <a:extLst>
                <a:ext uri="{FF2B5EF4-FFF2-40B4-BE49-F238E27FC236}">
                  <a16:creationId xmlns:a16="http://schemas.microsoft.com/office/drawing/2014/main" id="{76116FFF-843F-45BD-A3B9-9396F796C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3156"/>
              <a:ext cx="152" cy="90"/>
            </a:xfrm>
            <a:custGeom>
              <a:avLst/>
              <a:gdLst>
                <a:gd name="T0" fmla="*/ 0 w 117"/>
                <a:gd name="T1" fmla="*/ 111 h 69"/>
                <a:gd name="T2" fmla="*/ 256 w 117"/>
                <a:gd name="T3" fmla="*/ 0 h 69"/>
                <a:gd name="T4" fmla="*/ 190 w 117"/>
                <a:gd name="T5" fmla="*/ 153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69">
                  <a:moveTo>
                    <a:pt x="0" y="50"/>
                  </a:moveTo>
                  <a:cubicBezTo>
                    <a:pt x="44" y="43"/>
                    <a:pt x="79" y="19"/>
                    <a:pt x="117" y="0"/>
                  </a:cubicBezTo>
                  <a:cubicBezTo>
                    <a:pt x="106" y="23"/>
                    <a:pt x="98" y="48"/>
                    <a:pt x="86" y="6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5" name="Freeform 4968">
              <a:extLst>
                <a:ext uri="{FF2B5EF4-FFF2-40B4-BE49-F238E27FC236}">
                  <a16:creationId xmlns:a16="http://schemas.microsoft.com/office/drawing/2014/main" id="{AC878AF8-DE0D-41FB-A826-CC820E4F4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030"/>
              <a:ext cx="303" cy="130"/>
            </a:xfrm>
            <a:custGeom>
              <a:avLst/>
              <a:gdLst>
                <a:gd name="T0" fmla="*/ 0 w 233"/>
                <a:gd name="T1" fmla="*/ 159 h 100"/>
                <a:gd name="T2" fmla="*/ 226 w 233"/>
                <a:gd name="T3" fmla="*/ 61 h 100"/>
                <a:gd name="T4" fmla="*/ 512 w 233"/>
                <a:gd name="T5" fmla="*/ 0 h 100"/>
                <a:gd name="T6" fmla="*/ 378 w 233"/>
                <a:gd name="T7" fmla="*/ 22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3" h="100">
                  <a:moveTo>
                    <a:pt x="0" y="72"/>
                  </a:moveTo>
                  <a:cubicBezTo>
                    <a:pt x="28" y="48"/>
                    <a:pt x="67" y="38"/>
                    <a:pt x="103" y="28"/>
                  </a:cubicBezTo>
                  <a:cubicBezTo>
                    <a:pt x="142" y="17"/>
                    <a:pt x="193" y="0"/>
                    <a:pt x="233" y="0"/>
                  </a:cubicBezTo>
                  <a:cubicBezTo>
                    <a:pt x="221" y="36"/>
                    <a:pt x="180" y="65"/>
                    <a:pt x="172" y="10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6" name="Freeform 4969">
              <a:extLst>
                <a:ext uri="{FF2B5EF4-FFF2-40B4-BE49-F238E27FC236}">
                  <a16:creationId xmlns:a16="http://schemas.microsoft.com/office/drawing/2014/main" id="{98413125-B60A-4B30-A618-DFFDE8999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969"/>
              <a:ext cx="251" cy="147"/>
            </a:xfrm>
            <a:custGeom>
              <a:avLst/>
              <a:gdLst>
                <a:gd name="T0" fmla="*/ 165 w 193"/>
                <a:gd name="T1" fmla="*/ 248 h 113"/>
                <a:gd name="T2" fmla="*/ 320 w 193"/>
                <a:gd name="T3" fmla="*/ 96 h 113"/>
                <a:gd name="T4" fmla="*/ 424 w 193"/>
                <a:gd name="T5" fmla="*/ 0 h 113"/>
                <a:gd name="T6" fmla="*/ 7 w 193"/>
                <a:gd name="T7" fmla="*/ 159 h 113"/>
                <a:gd name="T8" fmla="*/ 0 w 193"/>
                <a:gd name="T9" fmla="*/ 169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113">
                  <a:moveTo>
                    <a:pt x="75" y="113"/>
                  </a:moveTo>
                  <a:cubicBezTo>
                    <a:pt x="99" y="99"/>
                    <a:pt x="119" y="63"/>
                    <a:pt x="145" y="44"/>
                  </a:cubicBezTo>
                  <a:cubicBezTo>
                    <a:pt x="162" y="32"/>
                    <a:pt x="183" y="18"/>
                    <a:pt x="193" y="0"/>
                  </a:cubicBezTo>
                  <a:cubicBezTo>
                    <a:pt x="131" y="18"/>
                    <a:pt x="61" y="48"/>
                    <a:pt x="3" y="72"/>
                  </a:cubicBezTo>
                  <a:cubicBezTo>
                    <a:pt x="4" y="76"/>
                    <a:pt x="2" y="76"/>
                    <a:pt x="0" y="77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7" name="Freeform 4970">
              <a:extLst>
                <a:ext uri="{FF2B5EF4-FFF2-40B4-BE49-F238E27FC236}">
                  <a16:creationId xmlns:a16="http://schemas.microsoft.com/office/drawing/2014/main" id="{BD1AE2A9-E380-49C1-A34D-0B11DE146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969"/>
              <a:ext cx="283" cy="180"/>
            </a:xfrm>
            <a:custGeom>
              <a:avLst/>
              <a:gdLst>
                <a:gd name="T0" fmla="*/ 162 w 218"/>
                <a:gd name="T1" fmla="*/ 307 h 138"/>
                <a:gd name="T2" fmla="*/ 335 w 218"/>
                <a:gd name="T3" fmla="*/ 153 h 138"/>
                <a:gd name="T4" fmla="*/ 476 w 218"/>
                <a:gd name="T5" fmla="*/ 0 h 138"/>
                <a:gd name="T6" fmla="*/ 205 w 218"/>
                <a:gd name="T7" fmla="*/ 50 h 138"/>
                <a:gd name="T8" fmla="*/ 0 w 218"/>
                <a:gd name="T9" fmla="*/ 116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138">
                  <a:moveTo>
                    <a:pt x="74" y="138"/>
                  </a:moveTo>
                  <a:cubicBezTo>
                    <a:pt x="103" y="120"/>
                    <a:pt x="128" y="93"/>
                    <a:pt x="153" y="69"/>
                  </a:cubicBezTo>
                  <a:cubicBezTo>
                    <a:pt x="172" y="50"/>
                    <a:pt x="209" y="26"/>
                    <a:pt x="218" y="0"/>
                  </a:cubicBezTo>
                  <a:cubicBezTo>
                    <a:pt x="179" y="11"/>
                    <a:pt x="135" y="17"/>
                    <a:pt x="94" y="22"/>
                  </a:cubicBezTo>
                  <a:cubicBezTo>
                    <a:pt x="67" y="25"/>
                    <a:pt x="15" y="30"/>
                    <a:pt x="0" y="52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8" name="Freeform 4971">
              <a:extLst>
                <a:ext uri="{FF2B5EF4-FFF2-40B4-BE49-F238E27FC236}">
                  <a16:creationId xmlns:a16="http://schemas.microsoft.com/office/drawing/2014/main" id="{14F3E892-A190-4001-87F1-FC022F3B9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860"/>
              <a:ext cx="87" cy="109"/>
            </a:xfrm>
            <a:custGeom>
              <a:avLst/>
              <a:gdLst>
                <a:gd name="T0" fmla="*/ 0 w 67"/>
                <a:gd name="T1" fmla="*/ 183 h 84"/>
                <a:gd name="T2" fmla="*/ 147 w 67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84">
                  <a:moveTo>
                    <a:pt x="0" y="84"/>
                  </a:moveTo>
                  <a:cubicBezTo>
                    <a:pt x="32" y="60"/>
                    <a:pt x="54" y="39"/>
                    <a:pt x="67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9" name="Freeform 4972">
              <a:extLst>
                <a:ext uri="{FF2B5EF4-FFF2-40B4-BE49-F238E27FC236}">
                  <a16:creationId xmlns:a16="http://schemas.microsoft.com/office/drawing/2014/main" id="{840DCDB8-2647-4462-AB9E-222317E58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788"/>
              <a:ext cx="303" cy="184"/>
            </a:xfrm>
            <a:custGeom>
              <a:avLst/>
              <a:gdLst>
                <a:gd name="T0" fmla="*/ 512 w 233"/>
                <a:gd name="T1" fmla="*/ 0 h 141"/>
                <a:gd name="T2" fmla="*/ 255 w 233"/>
                <a:gd name="T3" fmla="*/ 217 h 141"/>
                <a:gd name="T4" fmla="*/ 0 w 233"/>
                <a:gd name="T5" fmla="*/ 313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3" h="141">
                  <a:moveTo>
                    <a:pt x="233" y="0"/>
                  </a:moveTo>
                  <a:cubicBezTo>
                    <a:pt x="188" y="21"/>
                    <a:pt x="160" y="71"/>
                    <a:pt x="116" y="97"/>
                  </a:cubicBezTo>
                  <a:cubicBezTo>
                    <a:pt x="81" y="117"/>
                    <a:pt x="38" y="129"/>
                    <a:pt x="0" y="141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0" name="Freeform 4973">
              <a:extLst>
                <a:ext uri="{FF2B5EF4-FFF2-40B4-BE49-F238E27FC236}">
                  <a16:creationId xmlns:a16="http://schemas.microsoft.com/office/drawing/2014/main" id="{577FA830-F482-480B-BDEC-CAD90F0B8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691"/>
              <a:ext cx="303" cy="116"/>
            </a:xfrm>
            <a:custGeom>
              <a:avLst/>
              <a:gdLst>
                <a:gd name="T0" fmla="*/ 0 w 233"/>
                <a:gd name="T1" fmla="*/ 197 h 89"/>
                <a:gd name="T2" fmla="*/ 306 w 233"/>
                <a:gd name="T3" fmla="*/ 163 h 89"/>
                <a:gd name="T4" fmla="*/ 512 w 233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3" h="89">
                  <a:moveTo>
                    <a:pt x="0" y="89"/>
                  </a:moveTo>
                  <a:cubicBezTo>
                    <a:pt x="43" y="73"/>
                    <a:pt x="96" y="88"/>
                    <a:pt x="139" y="74"/>
                  </a:cubicBezTo>
                  <a:cubicBezTo>
                    <a:pt x="183" y="61"/>
                    <a:pt x="200" y="25"/>
                    <a:pt x="233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1" name="Freeform 4974">
              <a:extLst>
                <a:ext uri="{FF2B5EF4-FFF2-40B4-BE49-F238E27FC236}">
                  <a16:creationId xmlns:a16="http://schemas.microsoft.com/office/drawing/2014/main" id="{277BA8BF-5A89-4AB3-BCA2-27A9CB40F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927"/>
              <a:ext cx="206" cy="132"/>
            </a:xfrm>
            <a:custGeom>
              <a:avLst/>
              <a:gdLst>
                <a:gd name="T0" fmla="*/ 111 w 158"/>
                <a:gd name="T1" fmla="*/ 226 h 101"/>
                <a:gd name="T2" fmla="*/ 351 w 158"/>
                <a:gd name="T3" fmla="*/ 5 h 101"/>
                <a:gd name="T4" fmla="*/ 173 w 158"/>
                <a:gd name="T5" fmla="*/ 34 h 101"/>
                <a:gd name="T6" fmla="*/ 0 w 158"/>
                <a:gd name="T7" fmla="*/ 65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101">
                  <a:moveTo>
                    <a:pt x="50" y="101"/>
                  </a:moveTo>
                  <a:cubicBezTo>
                    <a:pt x="86" y="86"/>
                    <a:pt x="131" y="31"/>
                    <a:pt x="158" y="2"/>
                  </a:cubicBezTo>
                  <a:cubicBezTo>
                    <a:pt x="130" y="0"/>
                    <a:pt x="104" y="13"/>
                    <a:pt x="78" y="15"/>
                  </a:cubicBezTo>
                  <a:cubicBezTo>
                    <a:pt x="50" y="18"/>
                    <a:pt x="26" y="19"/>
                    <a:pt x="0" y="2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2" name="Freeform 4975">
              <a:extLst>
                <a:ext uri="{FF2B5EF4-FFF2-40B4-BE49-F238E27FC236}">
                  <a16:creationId xmlns:a16="http://schemas.microsoft.com/office/drawing/2014/main" id="{84066F90-8CB7-4BCC-B95C-A3ABF808F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792"/>
              <a:ext cx="209" cy="133"/>
            </a:xfrm>
            <a:custGeom>
              <a:avLst/>
              <a:gdLst>
                <a:gd name="T0" fmla="*/ 0 w 161"/>
                <a:gd name="T1" fmla="*/ 226 h 102"/>
                <a:gd name="T2" fmla="*/ 197 w 161"/>
                <a:gd name="T3" fmla="*/ 151 h 102"/>
                <a:gd name="T4" fmla="*/ 352 w 161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102">
                  <a:moveTo>
                    <a:pt x="0" y="102"/>
                  </a:moveTo>
                  <a:cubicBezTo>
                    <a:pt x="23" y="85"/>
                    <a:pt x="62" y="84"/>
                    <a:pt x="90" y="68"/>
                  </a:cubicBezTo>
                  <a:cubicBezTo>
                    <a:pt x="122" y="50"/>
                    <a:pt x="134" y="20"/>
                    <a:pt x="161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3" name="Freeform 4976">
              <a:extLst>
                <a:ext uri="{FF2B5EF4-FFF2-40B4-BE49-F238E27FC236}">
                  <a16:creationId xmlns:a16="http://schemas.microsoft.com/office/drawing/2014/main" id="{35B8094B-D72D-4C4E-941C-F771CD767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838"/>
              <a:ext cx="140" cy="127"/>
            </a:xfrm>
            <a:custGeom>
              <a:avLst/>
              <a:gdLst>
                <a:gd name="T0" fmla="*/ 0 w 108"/>
                <a:gd name="T1" fmla="*/ 214 h 98"/>
                <a:gd name="T2" fmla="*/ 119 w 108"/>
                <a:gd name="T3" fmla="*/ 104 h 98"/>
                <a:gd name="T4" fmla="*/ 235 w 108"/>
                <a:gd name="T5" fmla="*/ 1 h 98"/>
                <a:gd name="T6" fmla="*/ 67 w 108"/>
                <a:gd name="T7" fmla="*/ 38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98">
                  <a:moveTo>
                    <a:pt x="0" y="98"/>
                  </a:moveTo>
                  <a:cubicBezTo>
                    <a:pt x="21" y="93"/>
                    <a:pt x="40" y="63"/>
                    <a:pt x="55" y="48"/>
                  </a:cubicBezTo>
                  <a:cubicBezTo>
                    <a:pt x="71" y="32"/>
                    <a:pt x="93" y="18"/>
                    <a:pt x="108" y="1"/>
                  </a:cubicBezTo>
                  <a:cubicBezTo>
                    <a:pt x="85" y="0"/>
                    <a:pt x="49" y="7"/>
                    <a:pt x="31" y="17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4" name="Freeform 4977">
              <a:extLst>
                <a:ext uri="{FF2B5EF4-FFF2-40B4-BE49-F238E27FC236}">
                  <a16:creationId xmlns:a16="http://schemas.microsoft.com/office/drawing/2014/main" id="{1D19F65E-D2D9-4D83-A8D5-1D199B6D7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2676"/>
              <a:ext cx="181" cy="170"/>
            </a:xfrm>
            <a:custGeom>
              <a:avLst/>
              <a:gdLst>
                <a:gd name="T0" fmla="*/ 0 w 139"/>
                <a:gd name="T1" fmla="*/ 290 h 130"/>
                <a:gd name="T2" fmla="*/ 96 w 139"/>
                <a:gd name="T3" fmla="*/ 239 h 130"/>
                <a:gd name="T4" fmla="*/ 176 w 139"/>
                <a:gd name="T5" fmla="*/ 161 h 130"/>
                <a:gd name="T6" fmla="*/ 307 w 139"/>
                <a:gd name="T7" fmla="*/ 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130">
                  <a:moveTo>
                    <a:pt x="0" y="130"/>
                  </a:moveTo>
                  <a:cubicBezTo>
                    <a:pt x="11" y="116"/>
                    <a:pt x="29" y="116"/>
                    <a:pt x="44" y="107"/>
                  </a:cubicBezTo>
                  <a:cubicBezTo>
                    <a:pt x="60" y="99"/>
                    <a:pt x="70" y="86"/>
                    <a:pt x="80" y="72"/>
                  </a:cubicBezTo>
                  <a:cubicBezTo>
                    <a:pt x="99" y="48"/>
                    <a:pt x="119" y="25"/>
                    <a:pt x="139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5" name="Freeform 4978">
              <a:extLst>
                <a:ext uri="{FF2B5EF4-FFF2-40B4-BE49-F238E27FC236}">
                  <a16:creationId xmlns:a16="http://schemas.microsoft.com/office/drawing/2014/main" id="{E694DF0B-478D-4B10-9797-E21D312FA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938"/>
              <a:ext cx="199" cy="131"/>
            </a:xfrm>
            <a:custGeom>
              <a:avLst/>
              <a:gdLst>
                <a:gd name="T0" fmla="*/ 0 w 153"/>
                <a:gd name="T1" fmla="*/ 162 h 101"/>
                <a:gd name="T2" fmla="*/ 161 w 153"/>
                <a:gd name="T3" fmla="*/ 80 h 101"/>
                <a:gd name="T4" fmla="*/ 336 w 153"/>
                <a:gd name="T5" fmla="*/ 1 h 101"/>
                <a:gd name="T6" fmla="*/ 336 w 153"/>
                <a:gd name="T7" fmla="*/ 0 h 101"/>
                <a:gd name="T8" fmla="*/ 220 w 153"/>
                <a:gd name="T9" fmla="*/ 22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01">
                  <a:moveTo>
                    <a:pt x="0" y="74"/>
                  </a:moveTo>
                  <a:cubicBezTo>
                    <a:pt x="17" y="49"/>
                    <a:pt x="47" y="46"/>
                    <a:pt x="73" y="37"/>
                  </a:cubicBezTo>
                  <a:cubicBezTo>
                    <a:pt x="101" y="27"/>
                    <a:pt x="127" y="14"/>
                    <a:pt x="152" y="1"/>
                  </a:cubicBezTo>
                  <a:cubicBezTo>
                    <a:pt x="153" y="0"/>
                    <a:pt x="153" y="0"/>
                    <a:pt x="152" y="0"/>
                  </a:cubicBezTo>
                  <a:cubicBezTo>
                    <a:pt x="128" y="29"/>
                    <a:pt x="123" y="81"/>
                    <a:pt x="100" y="101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6" name="Freeform 4979">
              <a:extLst>
                <a:ext uri="{FF2B5EF4-FFF2-40B4-BE49-F238E27FC236}">
                  <a16:creationId xmlns:a16="http://schemas.microsoft.com/office/drawing/2014/main" id="{AB322EC3-D50F-41D6-A042-A01AFD26E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786"/>
              <a:ext cx="194" cy="151"/>
            </a:xfrm>
            <a:custGeom>
              <a:avLst/>
              <a:gdLst>
                <a:gd name="T0" fmla="*/ 0 w 149"/>
                <a:gd name="T1" fmla="*/ 256 h 116"/>
                <a:gd name="T2" fmla="*/ 316 w 149"/>
                <a:gd name="T3" fmla="*/ 0 h 116"/>
                <a:gd name="T4" fmla="*/ 280 w 149"/>
                <a:gd name="T5" fmla="*/ 195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116">
                  <a:moveTo>
                    <a:pt x="0" y="116"/>
                  </a:moveTo>
                  <a:cubicBezTo>
                    <a:pt x="18" y="52"/>
                    <a:pt x="102" y="42"/>
                    <a:pt x="144" y="0"/>
                  </a:cubicBezTo>
                  <a:cubicBezTo>
                    <a:pt x="142" y="27"/>
                    <a:pt x="149" y="72"/>
                    <a:pt x="127" y="8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7" name="Freeform 4980">
              <a:extLst>
                <a:ext uri="{FF2B5EF4-FFF2-40B4-BE49-F238E27FC236}">
                  <a16:creationId xmlns:a16="http://schemas.microsoft.com/office/drawing/2014/main" id="{46ADA44C-9148-407E-8E03-ED494156F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766"/>
              <a:ext cx="83" cy="94"/>
            </a:xfrm>
            <a:custGeom>
              <a:avLst/>
              <a:gdLst>
                <a:gd name="T0" fmla="*/ 0 w 64"/>
                <a:gd name="T1" fmla="*/ 161 h 72"/>
                <a:gd name="T2" fmla="*/ 140 w 64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72">
                  <a:moveTo>
                    <a:pt x="0" y="72"/>
                  </a:moveTo>
                  <a:cubicBezTo>
                    <a:pt x="27" y="48"/>
                    <a:pt x="51" y="33"/>
                    <a:pt x="64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8" name="Freeform 4981">
              <a:extLst>
                <a:ext uri="{FF2B5EF4-FFF2-40B4-BE49-F238E27FC236}">
                  <a16:creationId xmlns:a16="http://schemas.microsoft.com/office/drawing/2014/main" id="{3FDE0ADB-A707-4773-BF54-EA9D676F5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745"/>
              <a:ext cx="44" cy="43"/>
            </a:xfrm>
            <a:custGeom>
              <a:avLst/>
              <a:gdLst>
                <a:gd name="T0" fmla="*/ 0 w 34"/>
                <a:gd name="T1" fmla="*/ 73 h 33"/>
                <a:gd name="T2" fmla="*/ 74 w 34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3">
                  <a:moveTo>
                    <a:pt x="0" y="33"/>
                  </a:moveTo>
                  <a:cubicBezTo>
                    <a:pt x="13" y="23"/>
                    <a:pt x="25" y="8"/>
                    <a:pt x="34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9" name="Freeform 4982">
              <a:extLst>
                <a:ext uri="{FF2B5EF4-FFF2-40B4-BE49-F238E27FC236}">
                  <a16:creationId xmlns:a16="http://schemas.microsoft.com/office/drawing/2014/main" id="{679D902A-45C9-4472-9FBD-342D8340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709"/>
              <a:ext cx="218" cy="101"/>
            </a:xfrm>
            <a:custGeom>
              <a:avLst/>
              <a:gdLst>
                <a:gd name="T0" fmla="*/ 0 w 167"/>
                <a:gd name="T1" fmla="*/ 170 h 78"/>
                <a:gd name="T2" fmla="*/ 235 w 167"/>
                <a:gd name="T3" fmla="*/ 106 h 78"/>
                <a:gd name="T4" fmla="*/ 372 w 167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78">
                  <a:moveTo>
                    <a:pt x="0" y="78"/>
                  </a:moveTo>
                  <a:cubicBezTo>
                    <a:pt x="35" y="65"/>
                    <a:pt x="71" y="62"/>
                    <a:pt x="106" y="49"/>
                  </a:cubicBezTo>
                  <a:cubicBezTo>
                    <a:pt x="135" y="39"/>
                    <a:pt x="147" y="22"/>
                    <a:pt x="167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0" name="Freeform 4983">
              <a:extLst>
                <a:ext uri="{FF2B5EF4-FFF2-40B4-BE49-F238E27FC236}">
                  <a16:creationId xmlns:a16="http://schemas.microsoft.com/office/drawing/2014/main" id="{BB156153-E829-4778-9396-355B5330E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752"/>
              <a:ext cx="147" cy="118"/>
            </a:xfrm>
            <a:custGeom>
              <a:avLst/>
              <a:gdLst>
                <a:gd name="T0" fmla="*/ 248 w 113"/>
                <a:gd name="T1" fmla="*/ 170 h 91"/>
                <a:gd name="T2" fmla="*/ 125 w 113"/>
                <a:gd name="T3" fmla="*/ 176 h 91"/>
                <a:gd name="T4" fmla="*/ 0 w 113"/>
                <a:gd name="T5" fmla="*/ 193 h 91"/>
                <a:gd name="T6" fmla="*/ 169 w 113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91">
                  <a:moveTo>
                    <a:pt x="113" y="78"/>
                  </a:moveTo>
                  <a:cubicBezTo>
                    <a:pt x="92" y="91"/>
                    <a:pt x="78" y="82"/>
                    <a:pt x="57" y="81"/>
                  </a:cubicBezTo>
                  <a:cubicBezTo>
                    <a:pt x="37" y="79"/>
                    <a:pt x="19" y="86"/>
                    <a:pt x="0" y="89"/>
                  </a:cubicBezTo>
                  <a:cubicBezTo>
                    <a:pt x="18" y="56"/>
                    <a:pt x="54" y="26"/>
                    <a:pt x="77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1" name="Freeform 4984">
              <a:extLst>
                <a:ext uri="{FF2B5EF4-FFF2-40B4-BE49-F238E27FC236}">
                  <a16:creationId xmlns:a16="http://schemas.microsoft.com/office/drawing/2014/main" id="{505ABBD8-55B2-48DA-BFD0-6CFE5A52B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857"/>
              <a:ext cx="285" cy="115"/>
            </a:xfrm>
            <a:custGeom>
              <a:avLst/>
              <a:gdLst>
                <a:gd name="T0" fmla="*/ 483 w 219"/>
                <a:gd name="T1" fmla="*/ 0 h 88"/>
                <a:gd name="T2" fmla="*/ 0 w 219"/>
                <a:gd name="T3" fmla="*/ 196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9" h="88">
                  <a:moveTo>
                    <a:pt x="219" y="0"/>
                  </a:moveTo>
                  <a:cubicBezTo>
                    <a:pt x="175" y="70"/>
                    <a:pt x="72" y="74"/>
                    <a:pt x="0" y="8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2" name="Freeform 4985">
              <a:extLst>
                <a:ext uri="{FF2B5EF4-FFF2-40B4-BE49-F238E27FC236}">
                  <a16:creationId xmlns:a16="http://schemas.microsoft.com/office/drawing/2014/main" id="{F999DF64-C9EE-4A30-92AD-0AFC1424B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911"/>
              <a:ext cx="86" cy="123"/>
            </a:xfrm>
            <a:custGeom>
              <a:avLst/>
              <a:gdLst>
                <a:gd name="T0" fmla="*/ 146 w 66"/>
                <a:gd name="T1" fmla="*/ 0 h 95"/>
                <a:gd name="T2" fmla="*/ 0 w 66"/>
                <a:gd name="T3" fmla="*/ 206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95">
                  <a:moveTo>
                    <a:pt x="66" y="0"/>
                  </a:moveTo>
                  <a:cubicBezTo>
                    <a:pt x="31" y="30"/>
                    <a:pt x="19" y="56"/>
                    <a:pt x="0" y="9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3" name="Freeform 4986">
              <a:extLst>
                <a:ext uri="{FF2B5EF4-FFF2-40B4-BE49-F238E27FC236}">
                  <a16:creationId xmlns:a16="http://schemas.microsoft.com/office/drawing/2014/main" id="{E7C119FB-3B23-4619-ACB6-9DC72971F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644"/>
              <a:ext cx="2443" cy="1226"/>
            </a:xfrm>
            <a:custGeom>
              <a:avLst/>
              <a:gdLst>
                <a:gd name="T0" fmla="*/ 4134 w 1878"/>
                <a:gd name="T1" fmla="*/ 237 h 943"/>
                <a:gd name="T2" fmla="*/ 1875 w 1878"/>
                <a:gd name="T3" fmla="*/ 0 h 943"/>
                <a:gd name="T4" fmla="*/ 0 w 1878"/>
                <a:gd name="T5" fmla="*/ 720 h 943"/>
                <a:gd name="T6" fmla="*/ 0 w 1878"/>
                <a:gd name="T7" fmla="*/ 1127 h 943"/>
                <a:gd name="T8" fmla="*/ 2431 w 1878"/>
                <a:gd name="T9" fmla="*/ 2072 h 943"/>
                <a:gd name="T10" fmla="*/ 4134 w 1878"/>
                <a:gd name="T11" fmla="*/ 426 h 943"/>
                <a:gd name="T12" fmla="*/ 4134 w 1878"/>
                <a:gd name="T13" fmla="*/ 237 h 9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8" h="943">
                  <a:moveTo>
                    <a:pt x="1878" y="108"/>
                  </a:moveTo>
                  <a:cubicBezTo>
                    <a:pt x="1878" y="108"/>
                    <a:pt x="1258" y="194"/>
                    <a:pt x="852" y="0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0" y="513"/>
                    <a:pt x="0" y="513"/>
                    <a:pt x="0" y="513"/>
                  </a:cubicBezTo>
                  <a:cubicBezTo>
                    <a:pt x="342" y="929"/>
                    <a:pt x="1105" y="943"/>
                    <a:pt x="1105" y="943"/>
                  </a:cubicBezTo>
                  <a:cubicBezTo>
                    <a:pt x="1878" y="194"/>
                    <a:pt x="1878" y="194"/>
                    <a:pt x="1878" y="194"/>
                  </a:cubicBezTo>
                  <a:lnTo>
                    <a:pt x="1878" y="108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4" name="Freeform 4987">
              <a:extLst>
                <a:ext uri="{FF2B5EF4-FFF2-40B4-BE49-F238E27FC236}">
                  <a16:creationId xmlns:a16="http://schemas.microsoft.com/office/drawing/2014/main" id="{90A3E384-792F-42DF-86B4-7A9870039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3713"/>
              <a:ext cx="122" cy="81"/>
            </a:xfrm>
            <a:custGeom>
              <a:avLst/>
              <a:gdLst>
                <a:gd name="T0" fmla="*/ 196 w 94"/>
                <a:gd name="T1" fmla="*/ 102 h 62"/>
                <a:gd name="T2" fmla="*/ 83 w 94"/>
                <a:gd name="T3" fmla="*/ 118 h 62"/>
                <a:gd name="T4" fmla="*/ 8 w 94"/>
                <a:gd name="T5" fmla="*/ 34 h 62"/>
                <a:gd name="T6" fmla="*/ 119 w 94"/>
                <a:gd name="T7" fmla="*/ 17 h 62"/>
                <a:gd name="T8" fmla="*/ 196 w 94"/>
                <a:gd name="T9" fmla="*/ 10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62">
                  <a:moveTo>
                    <a:pt x="89" y="46"/>
                  </a:moveTo>
                  <a:cubicBezTo>
                    <a:pt x="85" y="59"/>
                    <a:pt x="62" y="62"/>
                    <a:pt x="38" y="53"/>
                  </a:cubicBezTo>
                  <a:cubicBezTo>
                    <a:pt x="15" y="44"/>
                    <a:pt x="0" y="27"/>
                    <a:pt x="4" y="15"/>
                  </a:cubicBezTo>
                  <a:cubicBezTo>
                    <a:pt x="9" y="2"/>
                    <a:pt x="32" y="0"/>
                    <a:pt x="55" y="8"/>
                  </a:cubicBezTo>
                  <a:cubicBezTo>
                    <a:pt x="79" y="17"/>
                    <a:pt x="94" y="34"/>
                    <a:pt x="89" y="46"/>
                  </a:cubicBezTo>
                  <a:close/>
                </a:path>
              </a:pathLst>
            </a:custGeom>
            <a:solidFill>
              <a:srgbClr val="CA7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5" name="Freeform 4988">
              <a:extLst>
                <a:ext uri="{FF2B5EF4-FFF2-40B4-BE49-F238E27FC236}">
                  <a16:creationId xmlns:a16="http://schemas.microsoft.com/office/drawing/2014/main" id="{59555342-04E5-4EAA-B3A5-E9D3B8D64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3684"/>
              <a:ext cx="83" cy="114"/>
            </a:xfrm>
            <a:custGeom>
              <a:avLst/>
              <a:gdLst>
                <a:gd name="T0" fmla="*/ 126 w 64"/>
                <a:gd name="T1" fmla="*/ 115 h 87"/>
                <a:gd name="T2" fmla="*/ 44 w 64"/>
                <a:gd name="T3" fmla="*/ 187 h 87"/>
                <a:gd name="T4" fmla="*/ 16 w 64"/>
                <a:gd name="T5" fmla="*/ 81 h 87"/>
                <a:gd name="T6" fmla="*/ 96 w 64"/>
                <a:gd name="T7" fmla="*/ 9 h 87"/>
                <a:gd name="T8" fmla="*/ 126 w 64"/>
                <a:gd name="T9" fmla="*/ 11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87">
                  <a:moveTo>
                    <a:pt x="58" y="51"/>
                  </a:moveTo>
                  <a:cubicBezTo>
                    <a:pt x="51" y="73"/>
                    <a:pt x="34" y="87"/>
                    <a:pt x="20" y="83"/>
                  </a:cubicBezTo>
                  <a:cubicBezTo>
                    <a:pt x="6" y="79"/>
                    <a:pt x="0" y="57"/>
                    <a:pt x="7" y="36"/>
                  </a:cubicBezTo>
                  <a:cubicBezTo>
                    <a:pt x="13" y="14"/>
                    <a:pt x="30" y="0"/>
                    <a:pt x="44" y="4"/>
                  </a:cubicBezTo>
                  <a:cubicBezTo>
                    <a:pt x="58" y="8"/>
                    <a:pt x="64" y="29"/>
                    <a:pt x="58" y="51"/>
                  </a:cubicBezTo>
                  <a:close/>
                </a:path>
              </a:pathLst>
            </a:custGeom>
            <a:solidFill>
              <a:srgbClr val="CA7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6" name="Freeform 4989">
              <a:extLst>
                <a:ext uri="{FF2B5EF4-FFF2-40B4-BE49-F238E27FC236}">
                  <a16:creationId xmlns:a16="http://schemas.microsoft.com/office/drawing/2014/main" id="{F8D38533-FB94-40BF-915D-07639579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3690"/>
              <a:ext cx="80" cy="74"/>
            </a:xfrm>
            <a:custGeom>
              <a:avLst/>
              <a:gdLst>
                <a:gd name="T0" fmla="*/ 131 w 61"/>
                <a:gd name="T1" fmla="*/ 49 h 57"/>
                <a:gd name="T2" fmla="*/ 84 w 61"/>
                <a:gd name="T3" fmla="*/ 117 h 57"/>
                <a:gd name="T4" fmla="*/ 9 w 61"/>
                <a:gd name="T5" fmla="*/ 79 h 57"/>
                <a:gd name="T6" fmla="*/ 54 w 61"/>
                <a:gd name="T7" fmla="*/ 8 h 57"/>
                <a:gd name="T8" fmla="*/ 131 w 61"/>
                <a:gd name="T9" fmla="*/ 4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7">
                  <a:moveTo>
                    <a:pt x="58" y="22"/>
                  </a:moveTo>
                  <a:cubicBezTo>
                    <a:pt x="61" y="35"/>
                    <a:pt x="52" y="49"/>
                    <a:pt x="37" y="53"/>
                  </a:cubicBezTo>
                  <a:cubicBezTo>
                    <a:pt x="22" y="57"/>
                    <a:pt x="7" y="49"/>
                    <a:pt x="4" y="36"/>
                  </a:cubicBezTo>
                  <a:cubicBezTo>
                    <a:pt x="0" y="22"/>
                    <a:pt x="10" y="8"/>
                    <a:pt x="24" y="4"/>
                  </a:cubicBezTo>
                  <a:cubicBezTo>
                    <a:pt x="39" y="0"/>
                    <a:pt x="54" y="8"/>
                    <a:pt x="58" y="22"/>
                  </a:cubicBezTo>
                  <a:close/>
                </a:path>
              </a:pathLst>
            </a:custGeom>
            <a:solidFill>
              <a:srgbClr val="CA7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7" name="Freeform 4990">
              <a:extLst>
                <a:ext uri="{FF2B5EF4-FFF2-40B4-BE49-F238E27FC236}">
                  <a16:creationId xmlns:a16="http://schemas.microsoft.com/office/drawing/2014/main" id="{64D6B44B-264B-4789-853F-54518B8DC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619"/>
              <a:ext cx="78" cy="95"/>
            </a:xfrm>
            <a:custGeom>
              <a:avLst/>
              <a:gdLst>
                <a:gd name="T0" fmla="*/ 112 w 60"/>
                <a:gd name="T1" fmla="*/ 105 h 73"/>
                <a:gd name="T2" fmla="*/ 29 w 60"/>
                <a:gd name="T3" fmla="*/ 146 h 73"/>
                <a:gd name="T4" fmla="*/ 21 w 60"/>
                <a:gd name="T5" fmla="*/ 52 h 73"/>
                <a:gd name="T6" fmla="*/ 103 w 60"/>
                <a:gd name="T7" fmla="*/ 13 h 73"/>
                <a:gd name="T8" fmla="*/ 112 w 60"/>
                <a:gd name="T9" fmla="*/ 1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73">
                  <a:moveTo>
                    <a:pt x="51" y="48"/>
                  </a:moveTo>
                  <a:cubicBezTo>
                    <a:pt x="42" y="65"/>
                    <a:pt x="25" y="73"/>
                    <a:pt x="13" y="66"/>
                  </a:cubicBezTo>
                  <a:cubicBezTo>
                    <a:pt x="2" y="60"/>
                    <a:pt x="0" y="41"/>
                    <a:pt x="9" y="24"/>
                  </a:cubicBezTo>
                  <a:cubicBezTo>
                    <a:pt x="19" y="8"/>
                    <a:pt x="36" y="0"/>
                    <a:pt x="47" y="6"/>
                  </a:cubicBezTo>
                  <a:cubicBezTo>
                    <a:pt x="59" y="12"/>
                    <a:pt x="60" y="31"/>
                    <a:pt x="51" y="48"/>
                  </a:cubicBezTo>
                  <a:close/>
                </a:path>
              </a:pathLst>
            </a:custGeom>
            <a:solidFill>
              <a:srgbClr val="CA7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8" name="Freeform 4991">
              <a:extLst>
                <a:ext uri="{FF2B5EF4-FFF2-40B4-BE49-F238E27FC236}">
                  <a16:creationId xmlns:a16="http://schemas.microsoft.com/office/drawing/2014/main" id="{50308C62-6928-41EC-A65A-09CA9F774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590"/>
              <a:ext cx="88" cy="57"/>
            </a:xfrm>
            <a:custGeom>
              <a:avLst/>
              <a:gdLst>
                <a:gd name="T0" fmla="*/ 141 w 68"/>
                <a:gd name="T1" fmla="*/ 17 h 44"/>
                <a:gd name="T2" fmla="*/ 89 w 68"/>
                <a:gd name="T3" fmla="*/ 79 h 44"/>
                <a:gd name="T4" fmla="*/ 8 w 68"/>
                <a:gd name="T5" fmla="*/ 75 h 44"/>
                <a:gd name="T6" fmla="*/ 61 w 68"/>
                <a:gd name="T7" fmla="*/ 16 h 44"/>
                <a:gd name="T8" fmla="*/ 141 w 68"/>
                <a:gd name="T9" fmla="*/ 1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4">
                  <a:moveTo>
                    <a:pt x="65" y="8"/>
                  </a:moveTo>
                  <a:cubicBezTo>
                    <a:pt x="68" y="16"/>
                    <a:pt x="58" y="29"/>
                    <a:pt x="41" y="36"/>
                  </a:cubicBezTo>
                  <a:cubicBezTo>
                    <a:pt x="24" y="44"/>
                    <a:pt x="8" y="43"/>
                    <a:pt x="4" y="35"/>
                  </a:cubicBezTo>
                  <a:cubicBezTo>
                    <a:pt x="0" y="27"/>
                    <a:pt x="11" y="15"/>
                    <a:pt x="28" y="7"/>
                  </a:cubicBezTo>
                  <a:cubicBezTo>
                    <a:pt x="45" y="0"/>
                    <a:pt x="61" y="0"/>
                    <a:pt x="65" y="8"/>
                  </a:cubicBezTo>
                  <a:close/>
                </a:path>
              </a:pathLst>
            </a:custGeom>
            <a:solidFill>
              <a:srgbClr val="CA7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9" name="Oval 4992">
              <a:extLst>
                <a:ext uri="{FF2B5EF4-FFF2-40B4-BE49-F238E27FC236}">
                  <a16:creationId xmlns:a16="http://schemas.microsoft.com/office/drawing/2014/main" id="{A02D5042-EDA8-4FC4-80D5-5650FD052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4" y="3560"/>
              <a:ext cx="68" cy="75"/>
            </a:xfrm>
            <a:prstGeom prst="ellipse">
              <a:avLst/>
            </a:prstGeom>
            <a:solidFill>
              <a:srgbClr val="CA7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770" name="Oval 4993">
              <a:extLst>
                <a:ext uri="{FF2B5EF4-FFF2-40B4-BE49-F238E27FC236}">
                  <a16:creationId xmlns:a16="http://schemas.microsoft.com/office/drawing/2014/main" id="{98EBF456-7C83-4718-B80D-EB05CBDEA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1" y="3348"/>
              <a:ext cx="63" cy="72"/>
            </a:xfrm>
            <a:prstGeom prst="ellipse">
              <a:avLst/>
            </a:prstGeom>
            <a:solidFill>
              <a:srgbClr val="CA7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771" name="Oval 4994">
              <a:extLst>
                <a:ext uri="{FF2B5EF4-FFF2-40B4-BE49-F238E27FC236}">
                  <a16:creationId xmlns:a16="http://schemas.microsoft.com/office/drawing/2014/main" id="{B359CCE6-406F-4575-B2C9-13D631544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1" y="3283"/>
              <a:ext cx="54" cy="65"/>
            </a:xfrm>
            <a:prstGeom prst="ellipse">
              <a:avLst/>
            </a:prstGeom>
            <a:solidFill>
              <a:srgbClr val="CA7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772" name="Oval 4995">
              <a:extLst>
                <a:ext uri="{FF2B5EF4-FFF2-40B4-BE49-F238E27FC236}">
                  <a16:creationId xmlns:a16="http://schemas.microsoft.com/office/drawing/2014/main" id="{79D09340-616C-453E-8657-EEE7F1AC5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4" y="3147"/>
              <a:ext cx="41" cy="48"/>
            </a:xfrm>
            <a:prstGeom prst="ellipse">
              <a:avLst/>
            </a:prstGeom>
            <a:solidFill>
              <a:srgbClr val="CA7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773" name="Freeform 4996">
              <a:extLst>
                <a:ext uri="{FF2B5EF4-FFF2-40B4-BE49-F238E27FC236}">
                  <a16:creationId xmlns:a16="http://schemas.microsoft.com/office/drawing/2014/main" id="{8E5ABC46-1053-4714-86FC-869A774D9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3505"/>
              <a:ext cx="90" cy="92"/>
            </a:xfrm>
            <a:custGeom>
              <a:avLst/>
              <a:gdLst>
                <a:gd name="T0" fmla="*/ 138 w 69"/>
                <a:gd name="T1" fmla="*/ 16 h 71"/>
                <a:gd name="T2" fmla="*/ 104 w 69"/>
                <a:gd name="T3" fmla="*/ 104 h 71"/>
                <a:gd name="T4" fmla="*/ 16 w 69"/>
                <a:gd name="T5" fmla="*/ 140 h 71"/>
                <a:gd name="T6" fmla="*/ 50 w 69"/>
                <a:gd name="T7" fmla="*/ 51 h 71"/>
                <a:gd name="T8" fmla="*/ 138 w 69"/>
                <a:gd name="T9" fmla="*/ 16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1">
                  <a:moveTo>
                    <a:pt x="62" y="7"/>
                  </a:moveTo>
                  <a:cubicBezTo>
                    <a:pt x="69" y="14"/>
                    <a:pt x="63" y="32"/>
                    <a:pt x="47" y="48"/>
                  </a:cubicBezTo>
                  <a:cubicBezTo>
                    <a:pt x="32" y="64"/>
                    <a:pt x="14" y="71"/>
                    <a:pt x="7" y="64"/>
                  </a:cubicBezTo>
                  <a:cubicBezTo>
                    <a:pt x="0" y="57"/>
                    <a:pt x="6" y="39"/>
                    <a:pt x="22" y="23"/>
                  </a:cubicBezTo>
                  <a:cubicBezTo>
                    <a:pt x="37" y="7"/>
                    <a:pt x="55" y="0"/>
                    <a:pt x="62" y="7"/>
                  </a:cubicBezTo>
                  <a:close/>
                </a:path>
              </a:pathLst>
            </a:custGeom>
            <a:solidFill>
              <a:srgbClr val="8B4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4" name="Freeform 4997">
              <a:extLst>
                <a:ext uri="{FF2B5EF4-FFF2-40B4-BE49-F238E27FC236}">
                  <a16:creationId xmlns:a16="http://schemas.microsoft.com/office/drawing/2014/main" id="{528EDEEF-3F69-4EC6-A432-744A9F4D5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3159"/>
              <a:ext cx="74" cy="65"/>
            </a:xfrm>
            <a:custGeom>
              <a:avLst/>
              <a:gdLst>
                <a:gd name="T0" fmla="*/ 114 w 57"/>
                <a:gd name="T1" fmla="*/ 29 h 50"/>
                <a:gd name="T2" fmla="*/ 83 w 57"/>
                <a:gd name="T3" fmla="*/ 95 h 50"/>
                <a:gd name="T4" fmla="*/ 10 w 57"/>
                <a:gd name="T5" fmla="*/ 81 h 50"/>
                <a:gd name="T6" fmla="*/ 42 w 57"/>
                <a:gd name="T7" fmla="*/ 13 h 50"/>
                <a:gd name="T8" fmla="*/ 114 w 57"/>
                <a:gd name="T9" fmla="*/ 2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0">
                  <a:moveTo>
                    <a:pt x="52" y="13"/>
                  </a:moveTo>
                  <a:cubicBezTo>
                    <a:pt x="57" y="23"/>
                    <a:pt x="51" y="37"/>
                    <a:pt x="38" y="43"/>
                  </a:cubicBezTo>
                  <a:cubicBezTo>
                    <a:pt x="25" y="50"/>
                    <a:pt x="10" y="47"/>
                    <a:pt x="5" y="37"/>
                  </a:cubicBezTo>
                  <a:cubicBezTo>
                    <a:pt x="0" y="26"/>
                    <a:pt x="6" y="13"/>
                    <a:pt x="19" y="6"/>
                  </a:cubicBezTo>
                  <a:cubicBezTo>
                    <a:pt x="32" y="0"/>
                    <a:pt x="47" y="3"/>
                    <a:pt x="52" y="13"/>
                  </a:cubicBezTo>
                  <a:close/>
                </a:path>
              </a:pathLst>
            </a:custGeom>
            <a:solidFill>
              <a:srgbClr val="8B4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5" name="Freeform 4998">
              <a:extLst>
                <a:ext uri="{FF2B5EF4-FFF2-40B4-BE49-F238E27FC236}">
                  <a16:creationId xmlns:a16="http://schemas.microsoft.com/office/drawing/2014/main" id="{1FD1924C-89A7-4CAA-983F-176DDCC50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3059"/>
              <a:ext cx="68" cy="49"/>
            </a:xfrm>
            <a:custGeom>
              <a:avLst/>
              <a:gdLst>
                <a:gd name="T0" fmla="*/ 110 w 52"/>
                <a:gd name="T1" fmla="*/ 10 h 38"/>
                <a:gd name="T2" fmla="*/ 73 w 52"/>
                <a:gd name="T3" fmla="*/ 64 h 38"/>
                <a:gd name="T4" fmla="*/ 9 w 52"/>
                <a:gd name="T5" fmla="*/ 68 h 38"/>
                <a:gd name="T6" fmla="*/ 44 w 52"/>
                <a:gd name="T7" fmla="*/ 17 h 38"/>
                <a:gd name="T8" fmla="*/ 110 w 52"/>
                <a:gd name="T9" fmla="*/ 1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8">
                  <a:moveTo>
                    <a:pt x="49" y="5"/>
                  </a:moveTo>
                  <a:cubicBezTo>
                    <a:pt x="52" y="11"/>
                    <a:pt x="45" y="22"/>
                    <a:pt x="33" y="30"/>
                  </a:cubicBezTo>
                  <a:cubicBezTo>
                    <a:pt x="20" y="37"/>
                    <a:pt x="7" y="38"/>
                    <a:pt x="4" y="32"/>
                  </a:cubicBezTo>
                  <a:cubicBezTo>
                    <a:pt x="0" y="26"/>
                    <a:pt x="7" y="15"/>
                    <a:pt x="20" y="8"/>
                  </a:cubicBezTo>
                  <a:cubicBezTo>
                    <a:pt x="33" y="1"/>
                    <a:pt x="45" y="0"/>
                    <a:pt x="49" y="5"/>
                  </a:cubicBezTo>
                  <a:close/>
                </a:path>
              </a:pathLst>
            </a:custGeom>
            <a:solidFill>
              <a:srgbClr val="8B4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6" name="Freeform 4999">
              <a:extLst>
                <a:ext uri="{FF2B5EF4-FFF2-40B4-BE49-F238E27FC236}">
                  <a16:creationId xmlns:a16="http://schemas.microsoft.com/office/drawing/2014/main" id="{54A78452-2B66-4F4B-8CE3-C4B509899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3107"/>
              <a:ext cx="125" cy="85"/>
            </a:xfrm>
            <a:custGeom>
              <a:avLst/>
              <a:gdLst>
                <a:gd name="T0" fmla="*/ 198 w 96"/>
                <a:gd name="T1" fmla="*/ 24 h 65"/>
                <a:gd name="T2" fmla="*/ 129 w 96"/>
                <a:gd name="T3" fmla="*/ 118 h 65"/>
                <a:gd name="T4" fmla="*/ 13 w 96"/>
                <a:gd name="T5" fmla="*/ 122 h 65"/>
                <a:gd name="T6" fmla="*/ 83 w 96"/>
                <a:gd name="T7" fmla="*/ 27 h 65"/>
                <a:gd name="T8" fmla="*/ 198 w 96"/>
                <a:gd name="T9" fmla="*/ 2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65">
                  <a:moveTo>
                    <a:pt x="90" y="11"/>
                  </a:moveTo>
                  <a:cubicBezTo>
                    <a:pt x="96" y="22"/>
                    <a:pt x="81" y="41"/>
                    <a:pt x="58" y="53"/>
                  </a:cubicBezTo>
                  <a:cubicBezTo>
                    <a:pt x="35" y="65"/>
                    <a:pt x="12" y="65"/>
                    <a:pt x="6" y="54"/>
                  </a:cubicBezTo>
                  <a:cubicBezTo>
                    <a:pt x="0" y="43"/>
                    <a:pt x="14" y="24"/>
                    <a:pt x="38" y="12"/>
                  </a:cubicBezTo>
                  <a:cubicBezTo>
                    <a:pt x="61" y="0"/>
                    <a:pt x="84" y="0"/>
                    <a:pt x="90" y="11"/>
                  </a:cubicBezTo>
                  <a:close/>
                </a:path>
              </a:pathLst>
            </a:cu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7" name="Oval 5000">
              <a:extLst>
                <a:ext uri="{FF2B5EF4-FFF2-40B4-BE49-F238E27FC236}">
                  <a16:creationId xmlns:a16="http://schemas.microsoft.com/office/drawing/2014/main" id="{97797857-3A4B-4814-A75F-FA1CC513D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3134"/>
              <a:ext cx="104" cy="60"/>
            </a:xfrm>
            <a:prstGeom prst="ellipse">
              <a:avLst/>
            </a:pr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778" name="Freeform 5001">
              <a:extLst>
                <a:ext uri="{FF2B5EF4-FFF2-40B4-BE49-F238E27FC236}">
                  <a16:creationId xmlns:a16="http://schemas.microsoft.com/office/drawing/2014/main" id="{81299652-48AF-4328-B78A-1298196D7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437"/>
              <a:ext cx="150" cy="106"/>
            </a:xfrm>
            <a:custGeom>
              <a:avLst/>
              <a:gdLst>
                <a:gd name="T0" fmla="*/ 239 w 115"/>
                <a:gd name="T1" fmla="*/ 31 h 81"/>
                <a:gd name="T2" fmla="*/ 158 w 115"/>
                <a:gd name="T3" fmla="*/ 148 h 81"/>
                <a:gd name="T4" fmla="*/ 16 w 115"/>
                <a:gd name="T5" fmla="*/ 152 h 81"/>
                <a:gd name="T6" fmla="*/ 97 w 115"/>
                <a:gd name="T7" fmla="*/ 35 h 81"/>
                <a:gd name="T8" fmla="*/ 239 w 115"/>
                <a:gd name="T9" fmla="*/ 31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1">
                  <a:moveTo>
                    <a:pt x="107" y="14"/>
                  </a:moveTo>
                  <a:cubicBezTo>
                    <a:pt x="115" y="28"/>
                    <a:pt x="98" y="51"/>
                    <a:pt x="71" y="66"/>
                  </a:cubicBezTo>
                  <a:cubicBezTo>
                    <a:pt x="43" y="81"/>
                    <a:pt x="14" y="81"/>
                    <a:pt x="7" y="68"/>
                  </a:cubicBezTo>
                  <a:cubicBezTo>
                    <a:pt x="0" y="54"/>
                    <a:pt x="16" y="30"/>
                    <a:pt x="44" y="16"/>
                  </a:cubicBezTo>
                  <a:cubicBezTo>
                    <a:pt x="72" y="1"/>
                    <a:pt x="100" y="0"/>
                    <a:pt x="107" y="14"/>
                  </a:cubicBezTo>
                  <a:close/>
                </a:path>
              </a:pathLst>
            </a:cu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9" name="Freeform 5002">
              <a:extLst>
                <a:ext uri="{FF2B5EF4-FFF2-40B4-BE49-F238E27FC236}">
                  <a16:creationId xmlns:a16="http://schemas.microsoft.com/office/drawing/2014/main" id="{F3AC73B4-EF44-4867-BA8A-47D9CF0C0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3374"/>
              <a:ext cx="96" cy="74"/>
            </a:xfrm>
            <a:custGeom>
              <a:avLst/>
              <a:gdLst>
                <a:gd name="T0" fmla="*/ 148 w 74"/>
                <a:gd name="T1" fmla="*/ 23 h 57"/>
                <a:gd name="T2" fmla="*/ 104 w 74"/>
                <a:gd name="T3" fmla="*/ 103 h 57"/>
                <a:gd name="T4" fmla="*/ 13 w 74"/>
                <a:gd name="T5" fmla="*/ 101 h 57"/>
                <a:gd name="T6" fmla="*/ 57 w 74"/>
                <a:gd name="T7" fmla="*/ 22 h 57"/>
                <a:gd name="T8" fmla="*/ 148 w 74"/>
                <a:gd name="T9" fmla="*/ 23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57">
                  <a:moveTo>
                    <a:pt x="68" y="11"/>
                  </a:moveTo>
                  <a:cubicBezTo>
                    <a:pt x="74" y="21"/>
                    <a:pt x="65" y="37"/>
                    <a:pt x="48" y="47"/>
                  </a:cubicBezTo>
                  <a:cubicBezTo>
                    <a:pt x="31" y="57"/>
                    <a:pt x="12" y="56"/>
                    <a:pt x="6" y="46"/>
                  </a:cubicBezTo>
                  <a:cubicBezTo>
                    <a:pt x="0" y="36"/>
                    <a:pt x="9" y="20"/>
                    <a:pt x="26" y="10"/>
                  </a:cubicBezTo>
                  <a:cubicBezTo>
                    <a:pt x="43" y="0"/>
                    <a:pt x="62" y="0"/>
                    <a:pt x="68" y="11"/>
                  </a:cubicBezTo>
                  <a:close/>
                </a:path>
              </a:pathLst>
            </a:cu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0" name="Freeform 5003">
              <a:extLst>
                <a:ext uri="{FF2B5EF4-FFF2-40B4-BE49-F238E27FC236}">
                  <a16:creationId xmlns:a16="http://schemas.microsoft.com/office/drawing/2014/main" id="{38BB78F7-6510-40F8-8110-F6843989C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198"/>
              <a:ext cx="103" cy="121"/>
            </a:xfrm>
            <a:custGeom>
              <a:avLst/>
              <a:gdLst>
                <a:gd name="T0" fmla="*/ 145 w 79"/>
                <a:gd name="T1" fmla="*/ 144 h 93"/>
                <a:gd name="T2" fmla="*/ 30 w 79"/>
                <a:gd name="T3" fmla="*/ 183 h 93"/>
                <a:gd name="T4" fmla="*/ 30 w 79"/>
                <a:gd name="T5" fmla="*/ 64 h 93"/>
                <a:gd name="T6" fmla="*/ 145 w 79"/>
                <a:gd name="T7" fmla="*/ 22 h 93"/>
                <a:gd name="T8" fmla="*/ 145 w 79"/>
                <a:gd name="T9" fmla="*/ 14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3">
                  <a:moveTo>
                    <a:pt x="65" y="65"/>
                  </a:moveTo>
                  <a:cubicBezTo>
                    <a:pt x="52" y="85"/>
                    <a:pt x="29" y="93"/>
                    <a:pt x="14" y="83"/>
                  </a:cubicBezTo>
                  <a:cubicBezTo>
                    <a:pt x="0" y="73"/>
                    <a:pt x="0" y="49"/>
                    <a:pt x="14" y="29"/>
                  </a:cubicBezTo>
                  <a:cubicBezTo>
                    <a:pt x="28" y="9"/>
                    <a:pt x="51" y="0"/>
                    <a:pt x="65" y="10"/>
                  </a:cubicBezTo>
                  <a:cubicBezTo>
                    <a:pt x="79" y="20"/>
                    <a:pt x="79" y="45"/>
                    <a:pt x="65" y="65"/>
                  </a:cubicBezTo>
                  <a:close/>
                </a:path>
              </a:pathLst>
            </a:cu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1" name="Freeform 5004">
              <a:extLst>
                <a:ext uri="{FF2B5EF4-FFF2-40B4-BE49-F238E27FC236}">
                  <a16:creationId xmlns:a16="http://schemas.microsoft.com/office/drawing/2014/main" id="{4B8055E1-42C9-41BE-8403-BCAE48B72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894"/>
              <a:ext cx="56" cy="46"/>
            </a:xfrm>
            <a:custGeom>
              <a:avLst/>
              <a:gdLst>
                <a:gd name="T0" fmla="*/ 90 w 43"/>
                <a:gd name="T1" fmla="*/ 28 h 36"/>
                <a:gd name="T2" fmla="*/ 57 w 43"/>
                <a:gd name="T3" fmla="*/ 70 h 36"/>
                <a:gd name="T4" fmla="*/ 7 w 43"/>
                <a:gd name="T5" fmla="*/ 51 h 36"/>
                <a:gd name="T6" fmla="*/ 39 w 43"/>
                <a:gd name="T7" fmla="*/ 6 h 36"/>
                <a:gd name="T8" fmla="*/ 90 w 43"/>
                <a:gd name="T9" fmla="*/ 2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">
                  <a:moveTo>
                    <a:pt x="41" y="13"/>
                  </a:moveTo>
                  <a:cubicBezTo>
                    <a:pt x="43" y="22"/>
                    <a:pt x="37" y="31"/>
                    <a:pt x="26" y="34"/>
                  </a:cubicBezTo>
                  <a:cubicBezTo>
                    <a:pt x="15" y="36"/>
                    <a:pt x="5" y="32"/>
                    <a:pt x="3" y="24"/>
                  </a:cubicBezTo>
                  <a:cubicBezTo>
                    <a:pt x="0" y="15"/>
                    <a:pt x="7" y="6"/>
                    <a:pt x="18" y="3"/>
                  </a:cubicBezTo>
                  <a:cubicBezTo>
                    <a:pt x="28" y="0"/>
                    <a:pt x="39" y="5"/>
                    <a:pt x="41" y="13"/>
                  </a:cubicBezTo>
                  <a:close/>
                </a:path>
              </a:pathLst>
            </a:cu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2" name="Freeform 5005">
              <a:extLst>
                <a:ext uri="{FF2B5EF4-FFF2-40B4-BE49-F238E27FC236}">
                  <a16:creationId xmlns:a16="http://schemas.microsoft.com/office/drawing/2014/main" id="{051FC043-CE61-4273-BA41-3427270DE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769"/>
              <a:ext cx="63" cy="53"/>
            </a:xfrm>
            <a:custGeom>
              <a:avLst/>
              <a:gdLst>
                <a:gd name="T0" fmla="*/ 99 w 49"/>
                <a:gd name="T1" fmla="*/ 32 h 41"/>
                <a:gd name="T2" fmla="*/ 62 w 49"/>
                <a:gd name="T3" fmla="*/ 81 h 41"/>
                <a:gd name="T4" fmla="*/ 6 w 49"/>
                <a:gd name="T5" fmla="*/ 53 h 41"/>
                <a:gd name="T6" fmla="*/ 45 w 49"/>
                <a:gd name="T7" fmla="*/ 5 h 41"/>
                <a:gd name="T8" fmla="*/ 99 w 49"/>
                <a:gd name="T9" fmla="*/ 3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1">
                  <a:moveTo>
                    <a:pt x="47" y="15"/>
                  </a:moveTo>
                  <a:cubicBezTo>
                    <a:pt x="49" y="25"/>
                    <a:pt x="41" y="36"/>
                    <a:pt x="29" y="38"/>
                  </a:cubicBezTo>
                  <a:cubicBezTo>
                    <a:pt x="17" y="41"/>
                    <a:pt x="5" y="35"/>
                    <a:pt x="3" y="25"/>
                  </a:cubicBezTo>
                  <a:cubicBezTo>
                    <a:pt x="0" y="16"/>
                    <a:pt x="8" y="5"/>
                    <a:pt x="21" y="2"/>
                  </a:cubicBezTo>
                  <a:cubicBezTo>
                    <a:pt x="33" y="0"/>
                    <a:pt x="45" y="5"/>
                    <a:pt x="47" y="15"/>
                  </a:cubicBezTo>
                  <a:close/>
                </a:path>
              </a:pathLst>
            </a:cu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3" name="Freeform 5006">
              <a:extLst>
                <a:ext uri="{FF2B5EF4-FFF2-40B4-BE49-F238E27FC236}">
                  <a16:creationId xmlns:a16="http://schemas.microsoft.com/office/drawing/2014/main" id="{E79E8961-5FE1-48E0-B16B-22330D4BB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3231"/>
              <a:ext cx="83" cy="45"/>
            </a:xfrm>
            <a:custGeom>
              <a:avLst/>
              <a:gdLst>
                <a:gd name="T0" fmla="*/ 137 w 64"/>
                <a:gd name="T1" fmla="*/ 23 h 35"/>
                <a:gd name="T2" fmla="*/ 75 w 64"/>
                <a:gd name="T3" fmla="*/ 66 h 35"/>
                <a:gd name="T4" fmla="*/ 1 w 64"/>
                <a:gd name="T5" fmla="*/ 51 h 35"/>
                <a:gd name="T6" fmla="*/ 64 w 64"/>
                <a:gd name="T7" fmla="*/ 6 h 35"/>
                <a:gd name="T8" fmla="*/ 137 w 64"/>
                <a:gd name="T9" fmla="*/ 2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5">
                  <a:moveTo>
                    <a:pt x="63" y="11"/>
                  </a:moveTo>
                  <a:cubicBezTo>
                    <a:pt x="64" y="18"/>
                    <a:pt x="52" y="28"/>
                    <a:pt x="35" y="31"/>
                  </a:cubicBezTo>
                  <a:cubicBezTo>
                    <a:pt x="18" y="35"/>
                    <a:pt x="3" y="32"/>
                    <a:pt x="1" y="24"/>
                  </a:cubicBezTo>
                  <a:cubicBezTo>
                    <a:pt x="0" y="16"/>
                    <a:pt x="12" y="7"/>
                    <a:pt x="29" y="3"/>
                  </a:cubicBezTo>
                  <a:cubicBezTo>
                    <a:pt x="46" y="0"/>
                    <a:pt x="61" y="3"/>
                    <a:pt x="63" y="11"/>
                  </a:cubicBezTo>
                  <a:close/>
                </a:path>
              </a:pathLst>
            </a:cu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4" name="Freeform 5007">
              <a:extLst>
                <a:ext uri="{FF2B5EF4-FFF2-40B4-BE49-F238E27FC236}">
                  <a16:creationId xmlns:a16="http://schemas.microsoft.com/office/drawing/2014/main" id="{DD48EAE2-A89B-4F04-805C-79FEE3827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3163"/>
              <a:ext cx="54" cy="39"/>
            </a:xfrm>
            <a:custGeom>
              <a:avLst/>
              <a:gdLst>
                <a:gd name="T0" fmla="*/ 82 w 42"/>
                <a:gd name="T1" fmla="*/ 16 h 30"/>
                <a:gd name="T2" fmla="*/ 53 w 42"/>
                <a:gd name="T3" fmla="*/ 57 h 30"/>
                <a:gd name="T4" fmla="*/ 6 w 42"/>
                <a:gd name="T5" fmla="*/ 51 h 30"/>
                <a:gd name="T6" fmla="*/ 35 w 42"/>
                <a:gd name="T7" fmla="*/ 12 h 30"/>
                <a:gd name="T8" fmla="*/ 82 w 42"/>
                <a:gd name="T9" fmla="*/ 1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0">
                  <a:moveTo>
                    <a:pt x="39" y="7"/>
                  </a:moveTo>
                  <a:cubicBezTo>
                    <a:pt x="42" y="13"/>
                    <a:pt x="36" y="21"/>
                    <a:pt x="25" y="26"/>
                  </a:cubicBezTo>
                  <a:cubicBezTo>
                    <a:pt x="15" y="30"/>
                    <a:pt x="5" y="29"/>
                    <a:pt x="3" y="23"/>
                  </a:cubicBezTo>
                  <a:cubicBezTo>
                    <a:pt x="0" y="17"/>
                    <a:pt x="6" y="9"/>
                    <a:pt x="16" y="5"/>
                  </a:cubicBezTo>
                  <a:cubicBezTo>
                    <a:pt x="26" y="0"/>
                    <a:pt x="37" y="1"/>
                    <a:pt x="39" y="7"/>
                  </a:cubicBezTo>
                  <a:close/>
                </a:path>
              </a:pathLst>
            </a:cu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5" name="Freeform 5008">
              <a:extLst>
                <a:ext uri="{FF2B5EF4-FFF2-40B4-BE49-F238E27FC236}">
                  <a16:creationId xmlns:a16="http://schemas.microsoft.com/office/drawing/2014/main" id="{BEFEA913-A9BD-4A18-89CF-4DDEA25F2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026"/>
              <a:ext cx="76" cy="80"/>
            </a:xfrm>
            <a:custGeom>
              <a:avLst/>
              <a:gdLst>
                <a:gd name="T0" fmla="*/ 106 w 59"/>
                <a:gd name="T1" fmla="*/ 104 h 61"/>
                <a:gd name="T2" fmla="*/ 28 w 59"/>
                <a:gd name="T3" fmla="*/ 117 h 61"/>
                <a:gd name="T4" fmla="*/ 17 w 59"/>
                <a:gd name="T5" fmla="*/ 34 h 61"/>
                <a:gd name="T6" fmla="*/ 97 w 59"/>
                <a:gd name="T7" fmla="*/ 21 h 61"/>
                <a:gd name="T8" fmla="*/ 106 w 59"/>
                <a:gd name="T9" fmla="*/ 10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50" y="46"/>
                  </a:moveTo>
                  <a:cubicBezTo>
                    <a:pt x="41" y="58"/>
                    <a:pt x="25" y="61"/>
                    <a:pt x="13" y="52"/>
                  </a:cubicBezTo>
                  <a:cubicBezTo>
                    <a:pt x="2" y="44"/>
                    <a:pt x="0" y="27"/>
                    <a:pt x="8" y="15"/>
                  </a:cubicBezTo>
                  <a:cubicBezTo>
                    <a:pt x="17" y="3"/>
                    <a:pt x="34" y="0"/>
                    <a:pt x="45" y="9"/>
                  </a:cubicBezTo>
                  <a:cubicBezTo>
                    <a:pt x="57" y="17"/>
                    <a:pt x="59" y="33"/>
                    <a:pt x="50" y="46"/>
                  </a:cubicBezTo>
                  <a:close/>
                </a:path>
              </a:pathLst>
            </a:cu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6" name="Freeform 5009">
              <a:extLst>
                <a:ext uri="{FF2B5EF4-FFF2-40B4-BE49-F238E27FC236}">
                  <a16:creationId xmlns:a16="http://schemas.microsoft.com/office/drawing/2014/main" id="{443B4732-56EC-4A4C-82D1-C159D0D9C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994"/>
              <a:ext cx="65" cy="56"/>
            </a:xfrm>
            <a:custGeom>
              <a:avLst/>
              <a:gdLst>
                <a:gd name="T0" fmla="*/ 101 w 50"/>
                <a:gd name="T1" fmla="*/ 30 h 43"/>
                <a:gd name="T2" fmla="*/ 68 w 50"/>
                <a:gd name="T3" fmla="*/ 86 h 43"/>
                <a:gd name="T4" fmla="*/ 7 w 50"/>
                <a:gd name="T5" fmla="*/ 61 h 43"/>
                <a:gd name="T6" fmla="*/ 43 w 50"/>
                <a:gd name="T7" fmla="*/ 9 h 43"/>
                <a:gd name="T8" fmla="*/ 101 w 50"/>
                <a:gd name="T9" fmla="*/ 3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3">
                  <a:moveTo>
                    <a:pt x="46" y="14"/>
                  </a:moveTo>
                  <a:cubicBezTo>
                    <a:pt x="50" y="24"/>
                    <a:pt x="43" y="35"/>
                    <a:pt x="31" y="39"/>
                  </a:cubicBezTo>
                  <a:cubicBezTo>
                    <a:pt x="19" y="43"/>
                    <a:pt x="6" y="38"/>
                    <a:pt x="3" y="28"/>
                  </a:cubicBezTo>
                  <a:cubicBezTo>
                    <a:pt x="0" y="19"/>
                    <a:pt x="7" y="8"/>
                    <a:pt x="19" y="4"/>
                  </a:cubicBezTo>
                  <a:cubicBezTo>
                    <a:pt x="31" y="0"/>
                    <a:pt x="43" y="4"/>
                    <a:pt x="46" y="14"/>
                  </a:cubicBezTo>
                  <a:close/>
                </a:path>
              </a:pathLst>
            </a:cu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7" name="Oval 5010">
              <a:extLst>
                <a:ext uri="{FF2B5EF4-FFF2-40B4-BE49-F238E27FC236}">
                  <a16:creationId xmlns:a16="http://schemas.microsoft.com/office/drawing/2014/main" id="{54BA43F7-81BD-4975-ABA5-0F63F360E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834"/>
              <a:ext cx="42" cy="34"/>
            </a:xfrm>
            <a:prstGeom prst="ellipse">
              <a:avLst/>
            </a:pr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788" name="Oval 5011">
              <a:extLst>
                <a:ext uri="{FF2B5EF4-FFF2-40B4-BE49-F238E27FC236}">
                  <a16:creationId xmlns:a16="http://schemas.microsoft.com/office/drawing/2014/main" id="{AFE15D88-460E-4A8E-8CF1-7368DFF58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2994"/>
              <a:ext cx="33" cy="26"/>
            </a:xfrm>
            <a:prstGeom prst="ellipse">
              <a:avLst/>
            </a:pr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789" name="Freeform 5012">
              <a:extLst>
                <a:ext uri="{FF2B5EF4-FFF2-40B4-BE49-F238E27FC236}">
                  <a16:creationId xmlns:a16="http://schemas.microsoft.com/office/drawing/2014/main" id="{03F42B71-7EFC-40DE-A637-A9BA2EDE0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3169"/>
              <a:ext cx="116" cy="98"/>
            </a:xfrm>
            <a:custGeom>
              <a:avLst/>
              <a:gdLst>
                <a:gd name="T0" fmla="*/ 185 w 89"/>
                <a:gd name="T1" fmla="*/ 57 h 75"/>
                <a:gd name="T2" fmla="*/ 117 w 89"/>
                <a:gd name="T3" fmla="*/ 154 h 75"/>
                <a:gd name="T4" fmla="*/ 12 w 89"/>
                <a:gd name="T5" fmla="*/ 110 h 75"/>
                <a:gd name="T6" fmla="*/ 78 w 89"/>
                <a:gd name="T7" fmla="*/ 13 h 75"/>
                <a:gd name="T8" fmla="*/ 185 w 89"/>
                <a:gd name="T9" fmla="*/ 5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75">
                  <a:moveTo>
                    <a:pt x="84" y="26"/>
                  </a:moveTo>
                  <a:cubicBezTo>
                    <a:pt x="89" y="43"/>
                    <a:pt x="75" y="63"/>
                    <a:pt x="53" y="69"/>
                  </a:cubicBezTo>
                  <a:cubicBezTo>
                    <a:pt x="31" y="75"/>
                    <a:pt x="9" y="66"/>
                    <a:pt x="5" y="49"/>
                  </a:cubicBezTo>
                  <a:cubicBezTo>
                    <a:pt x="0" y="31"/>
                    <a:pt x="13" y="12"/>
                    <a:pt x="35" y="6"/>
                  </a:cubicBezTo>
                  <a:cubicBezTo>
                    <a:pt x="57" y="0"/>
                    <a:pt x="79" y="9"/>
                    <a:pt x="84" y="26"/>
                  </a:cubicBezTo>
                  <a:close/>
                </a:path>
              </a:pathLst>
            </a:cu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0" name="Oval 5013">
              <a:extLst>
                <a:ext uri="{FF2B5EF4-FFF2-40B4-BE49-F238E27FC236}">
                  <a16:creationId xmlns:a16="http://schemas.microsoft.com/office/drawing/2014/main" id="{4D12CDFE-2F47-401A-AD00-19E470352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2960"/>
              <a:ext cx="49" cy="42"/>
            </a:xfrm>
            <a:prstGeom prst="ellipse">
              <a:avLst/>
            </a:pr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791" name="Oval 5014">
              <a:extLst>
                <a:ext uri="{FF2B5EF4-FFF2-40B4-BE49-F238E27FC236}">
                  <a16:creationId xmlns:a16="http://schemas.microsoft.com/office/drawing/2014/main" id="{9A2D3E65-110E-4A5B-88E6-E0C51B873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2" y="2827"/>
              <a:ext cx="44" cy="29"/>
            </a:xfrm>
            <a:prstGeom prst="ellipse">
              <a:avLst/>
            </a:pr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792" name="Oval 5015">
              <a:extLst>
                <a:ext uri="{FF2B5EF4-FFF2-40B4-BE49-F238E27FC236}">
                  <a16:creationId xmlns:a16="http://schemas.microsoft.com/office/drawing/2014/main" id="{4C630F26-B8A0-4B0E-AE19-1C1077B39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1" y="3056"/>
              <a:ext cx="97" cy="34"/>
            </a:xfrm>
            <a:prstGeom prst="ellipse">
              <a:avLst/>
            </a:pr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793" name="Freeform 5016">
              <a:extLst>
                <a:ext uri="{FF2B5EF4-FFF2-40B4-BE49-F238E27FC236}">
                  <a16:creationId xmlns:a16="http://schemas.microsoft.com/office/drawing/2014/main" id="{28B18A4C-26B4-4447-AABA-95E9CC107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370"/>
              <a:ext cx="82" cy="71"/>
            </a:xfrm>
            <a:custGeom>
              <a:avLst/>
              <a:gdLst>
                <a:gd name="T0" fmla="*/ 125 w 63"/>
                <a:gd name="T1" fmla="*/ 15 h 55"/>
                <a:gd name="T2" fmla="*/ 94 w 63"/>
                <a:gd name="T3" fmla="*/ 88 h 55"/>
                <a:gd name="T4" fmla="*/ 13 w 63"/>
                <a:gd name="T5" fmla="*/ 102 h 55"/>
                <a:gd name="T6" fmla="*/ 46 w 63"/>
                <a:gd name="T7" fmla="*/ 30 h 55"/>
                <a:gd name="T8" fmla="*/ 125 w 63"/>
                <a:gd name="T9" fmla="*/ 1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5">
                  <a:moveTo>
                    <a:pt x="57" y="7"/>
                  </a:moveTo>
                  <a:cubicBezTo>
                    <a:pt x="63" y="15"/>
                    <a:pt x="56" y="30"/>
                    <a:pt x="42" y="41"/>
                  </a:cubicBezTo>
                  <a:cubicBezTo>
                    <a:pt x="28" y="52"/>
                    <a:pt x="11" y="55"/>
                    <a:pt x="6" y="47"/>
                  </a:cubicBezTo>
                  <a:cubicBezTo>
                    <a:pt x="0" y="40"/>
                    <a:pt x="7" y="25"/>
                    <a:pt x="21" y="14"/>
                  </a:cubicBezTo>
                  <a:cubicBezTo>
                    <a:pt x="35" y="3"/>
                    <a:pt x="52" y="0"/>
                    <a:pt x="57" y="7"/>
                  </a:cubicBezTo>
                  <a:close/>
                </a:path>
              </a:pathLst>
            </a:cu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4" name="Freeform 5017">
              <a:extLst>
                <a:ext uri="{FF2B5EF4-FFF2-40B4-BE49-F238E27FC236}">
                  <a16:creationId xmlns:a16="http://schemas.microsoft.com/office/drawing/2014/main" id="{4C752031-8104-48C0-91BB-47FCB3E56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3290"/>
              <a:ext cx="87" cy="93"/>
            </a:xfrm>
            <a:custGeom>
              <a:avLst/>
              <a:gdLst>
                <a:gd name="T0" fmla="*/ 136 w 67"/>
                <a:gd name="T1" fmla="*/ 12 h 71"/>
                <a:gd name="T2" fmla="*/ 95 w 67"/>
                <a:gd name="T3" fmla="*/ 100 h 71"/>
                <a:gd name="T4" fmla="*/ 13 w 67"/>
                <a:gd name="T5" fmla="*/ 148 h 71"/>
                <a:gd name="T6" fmla="*/ 52 w 67"/>
                <a:gd name="T7" fmla="*/ 60 h 71"/>
                <a:gd name="T8" fmla="*/ 136 w 67"/>
                <a:gd name="T9" fmla="*/ 12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71">
                  <a:moveTo>
                    <a:pt x="62" y="5"/>
                  </a:moveTo>
                  <a:cubicBezTo>
                    <a:pt x="67" y="10"/>
                    <a:pt x="59" y="27"/>
                    <a:pt x="43" y="44"/>
                  </a:cubicBezTo>
                  <a:cubicBezTo>
                    <a:pt x="28" y="61"/>
                    <a:pt x="11" y="71"/>
                    <a:pt x="6" y="66"/>
                  </a:cubicBezTo>
                  <a:cubicBezTo>
                    <a:pt x="0" y="61"/>
                    <a:pt x="9" y="44"/>
                    <a:pt x="24" y="27"/>
                  </a:cubicBezTo>
                  <a:cubicBezTo>
                    <a:pt x="40" y="10"/>
                    <a:pt x="56" y="0"/>
                    <a:pt x="62" y="5"/>
                  </a:cubicBezTo>
                  <a:close/>
                </a:path>
              </a:pathLst>
            </a:cu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5" name="Freeform 5018">
              <a:extLst>
                <a:ext uri="{FF2B5EF4-FFF2-40B4-BE49-F238E27FC236}">
                  <a16:creationId xmlns:a16="http://schemas.microsoft.com/office/drawing/2014/main" id="{F6483EB4-68D2-4461-899A-EA1574195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956"/>
              <a:ext cx="154" cy="87"/>
            </a:xfrm>
            <a:custGeom>
              <a:avLst/>
              <a:gdLst>
                <a:gd name="T0" fmla="*/ 250 w 119"/>
                <a:gd name="T1" fmla="*/ 23 h 67"/>
                <a:gd name="T2" fmla="*/ 148 w 119"/>
                <a:gd name="T3" fmla="*/ 117 h 67"/>
                <a:gd name="T4" fmla="*/ 8 w 119"/>
                <a:gd name="T5" fmla="*/ 123 h 67"/>
                <a:gd name="T6" fmla="*/ 110 w 119"/>
                <a:gd name="T7" fmla="*/ 29 h 67"/>
                <a:gd name="T8" fmla="*/ 250 w 119"/>
                <a:gd name="T9" fmla="*/ 23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67">
                  <a:moveTo>
                    <a:pt x="115" y="11"/>
                  </a:moveTo>
                  <a:cubicBezTo>
                    <a:pt x="119" y="22"/>
                    <a:pt x="98" y="40"/>
                    <a:pt x="68" y="53"/>
                  </a:cubicBezTo>
                  <a:cubicBezTo>
                    <a:pt x="37" y="65"/>
                    <a:pt x="8" y="67"/>
                    <a:pt x="4" y="56"/>
                  </a:cubicBezTo>
                  <a:cubicBezTo>
                    <a:pt x="0" y="45"/>
                    <a:pt x="21" y="26"/>
                    <a:pt x="51" y="13"/>
                  </a:cubicBezTo>
                  <a:cubicBezTo>
                    <a:pt x="82" y="1"/>
                    <a:pt x="110" y="0"/>
                    <a:pt x="115" y="11"/>
                  </a:cubicBezTo>
                  <a:close/>
                </a:path>
              </a:pathLst>
            </a:cu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6" name="Freeform 5019">
              <a:extLst>
                <a:ext uri="{FF2B5EF4-FFF2-40B4-BE49-F238E27FC236}">
                  <a16:creationId xmlns:a16="http://schemas.microsoft.com/office/drawing/2014/main" id="{862C33A1-8015-4FA9-BD96-AE4DA8C2B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924"/>
              <a:ext cx="61" cy="33"/>
            </a:xfrm>
            <a:custGeom>
              <a:avLst/>
              <a:gdLst>
                <a:gd name="T0" fmla="*/ 97 w 47"/>
                <a:gd name="T1" fmla="*/ 14 h 26"/>
                <a:gd name="T2" fmla="*/ 57 w 47"/>
                <a:gd name="T3" fmla="*/ 46 h 26"/>
                <a:gd name="T4" fmla="*/ 1 w 47"/>
                <a:gd name="T5" fmla="*/ 38 h 26"/>
                <a:gd name="T6" fmla="*/ 44 w 47"/>
                <a:gd name="T7" fmla="*/ 6 h 26"/>
                <a:gd name="T8" fmla="*/ 97 w 47"/>
                <a:gd name="T9" fmla="*/ 1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6">
                  <a:moveTo>
                    <a:pt x="45" y="7"/>
                  </a:moveTo>
                  <a:cubicBezTo>
                    <a:pt x="47" y="12"/>
                    <a:pt x="38" y="19"/>
                    <a:pt x="26" y="22"/>
                  </a:cubicBezTo>
                  <a:cubicBezTo>
                    <a:pt x="14" y="26"/>
                    <a:pt x="3" y="24"/>
                    <a:pt x="1" y="19"/>
                  </a:cubicBezTo>
                  <a:cubicBezTo>
                    <a:pt x="0" y="13"/>
                    <a:pt x="8" y="6"/>
                    <a:pt x="20" y="3"/>
                  </a:cubicBezTo>
                  <a:cubicBezTo>
                    <a:pt x="33" y="0"/>
                    <a:pt x="44" y="1"/>
                    <a:pt x="45" y="7"/>
                  </a:cubicBezTo>
                  <a:close/>
                </a:path>
              </a:pathLst>
            </a:cu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7" name="Oval 5020">
              <a:extLst>
                <a:ext uri="{FF2B5EF4-FFF2-40B4-BE49-F238E27FC236}">
                  <a16:creationId xmlns:a16="http://schemas.microsoft.com/office/drawing/2014/main" id="{665615CD-593C-44C2-9303-DB27A32EA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2" y="2856"/>
              <a:ext cx="41" cy="38"/>
            </a:xfrm>
            <a:prstGeom prst="ellipse">
              <a:avLst/>
            </a:pr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798" name="Oval 5021">
              <a:extLst>
                <a:ext uri="{FF2B5EF4-FFF2-40B4-BE49-F238E27FC236}">
                  <a16:creationId xmlns:a16="http://schemas.microsoft.com/office/drawing/2014/main" id="{427F6F82-9737-41CD-ABF7-D84D87069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2738"/>
              <a:ext cx="33" cy="37"/>
            </a:xfrm>
            <a:prstGeom prst="ellipse">
              <a:avLst/>
            </a:prstGeom>
            <a:solidFill>
              <a:srgbClr val="D79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sp>
        <p:nvSpPr>
          <p:cNvPr id="24579" name="Rectangle 2">
            <a:extLst>
              <a:ext uri="{FF2B5EF4-FFF2-40B4-BE49-F238E27FC236}">
                <a16:creationId xmlns:a16="http://schemas.microsoft.com/office/drawing/2014/main" id="{DD4CB952-69DB-452A-8F7F-60172BECB4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Arterial tunics (1)</a:t>
            </a:r>
          </a:p>
        </p:txBody>
      </p:sp>
      <p:sp>
        <p:nvSpPr>
          <p:cNvPr id="24580" name="Text Box 3537">
            <a:extLst>
              <a:ext uri="{FF2B5EF4-FFF2-40B4-BE49-F238E27FC236}">
                <a16:creationId xmlns:a16="http://schemas.microsoft.com/office/drawing/2014/main" id="{BD90603D-EE79-4965-AF36-7A048B9B76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1676400"/>
            <a:ext cx="11699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Endothelium</a:t>
            </a:r>
          </a:p>
        </p:txBody>
      </p:sp>
      <p:sp>
        <p:nvSpPr>
          <p:cNvPr id="24581" name="Text Box 3538">
            <a:extLst>
              <a:ext uri="{FF2B5EF4-FFF2-40B4-BE49-F238E27FC236}">
                <a16:creationId xmlns:a16="http://schemas.microsoft.com/office/drawing/2014/main" id="{8D7D15B1-BB03-46CD-A448-18C775F8BB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0550" y="2057400"/>
            <a:ext cx="1268413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Internal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elastic lamina</a:t>
            </a:r>
          </a:p>
        </p:txBody>
      </p:sp>
      <p:sp>
        <p:nvSpPr>
          <p:cNvPr id="24582" name="Text Box 3539">
            <a:extLst>
              <a:ext uri="{FF2B5EF4-FFF2-40B4-BE49-F238E27FC236}">
                <a16:creationId xmlns:a16="http://schemas.microsoft.com/office/drawing/2014/main" id="{AEED8A58-21F7-4811-BEDB-B50F3684CA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9550" y="3733800"/>
            <a:ext cx="1268413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External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elastic lamina</a:t>
            </a:r>
          </a:p>
        </p:txBody>
      </p:sp>
      <p:sp>
        <p:nvSpPr>
          <p:cNvPr id="24583" name="Text Box 3545">
            <a:extLst>
              <a:ext uri="{FF2B5EF4-FFF2-40B4-BE49-F238E27FC236}">
                <a16:creationId xmlns:a16="http://schemas.microsoft.com/office/drawing/2014/main" id="{E18871AE-9FD1-4B1F-A4FF-8537B931C8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3500" y="2498725"/>
            <a:ext cx="598488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Intima</a:t>
            </a:r>
          </a:p>
        </p:txBody>
      </p:sp>
      <p:sp>
        <p:nvSpPr>
          <p:cNvPr id="24584" name="Text Box 3546">
            <a:extLst>
              <a:ext uri="{FF2B5EF4-FFF2-40B4-BE49-F238E27FC236}">
                <a16:creationId xmlns:a16="http://schemas.microsoft.com/office/drawing/2014/main" id="{67A3C4C3-0B21-42C6-AD80-F631C7ECFC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3025" y="2857500"/>
            <a:ext cx="59690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Media</a:t>
            </a:r>
          </a:p>
        </p:txBody>
      </p:sp>
      <p:sp>
        <p:nvSpPr>
          <p:cNvPr id="24585" name="Text Box 3547">
            <a:extLst>
              <a:ext uri="{FF2B5EF4-FFF2-40B4-BE49-F238E27FC236}">
                <a16:creationId xmlns:a16="http://schemas.microsoft.com/office/drawing/2014/main" id="{D07AF09C-F27A-4459-8821-A3FFA7BD8B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3975" y="3154363"/>
            <a:ext cx="8509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Adventitia</a:t>
            </a:r>
          </a:p>
        </p:txBody>
      </p:sp>
      <p:grpSp>
        <p:nvGrpSpPr>
          <p:cNvPr id="22537" name="Group 3554">
            <a:extLst>
              <a:ext uri="{FF2B5EF4-FFF2-40B4-BE49-F238E27FC236}">
                <a16:creationId xmlns:a16="http://schemas.microsoft.com/office/drawing/2014/main" id="{8B793C5B-3928-4DDC-B75D-6A81BA7A3A83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2466975"/>
            <a:ext cx="76200" cy="885825"/>
            <a:chOff x="2256" y="1554"/>
            <a:chExt cx="48" cy="558"/>
          </a:xfrm>
        </p:grpSpPr>
        <p:sp>
          <p:nvSpPr>
            <p:cNvPr id="25926" name="Line 3555">
              <a:extLst>
                <a:ext uri="{FF2B5EF4-FFF2-40B4-BE49-F238E27FC236}">
                  <a16:creationId xmlns:a16="http://schemas.microsoft.com/office/drawing/2014/main" id="{621253E2-7650-4720-8084-BF0E64F9C1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" y="1554"/>
              <a:ext cx="0" cy="55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eaLnBrk="1" hangingPunct="1">
                <a:defRPr/>
              </a:pPr>
              <a:endParaRPr lang="fr-FR">
                <a:latin typeface="Arial" charset="0"/>
                <a:ea typeface="Arial" charset="0"/>
                <a:cs typeface="Arial" charset="0"/>
              </a:endParaRPr>
            </a:p>
          </p:txBody>
        </p:sp>
        <p:sp>
          <p:nvSpPr>
            <p:cNvPr id="25927" name="Line 3556">
              <a:extLst>
                <a:ext uri="{FF2B5EF4-FFF2-40B4-BE49-F238E27FC236}">
                  <a16:creationId xmlns:a16="http://schemas.microsoft.com/office/drawing/2014/main" id="{C2E5ECCC-CB04-4561-BAC6-8DF2F2BF41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6" y="2010"/>
              <a:ext cx="48" cy="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eaLnBrk="1" hangingPunct="1">
                <a:defRPr/>
              </a:pPr>
              <a:endParaRPr lang="fr-FR">
                <a:latin typeface="Arial" charset="0"/>
                <a:ea typeface="Arial" charset="0"/>
                <a:cs typeface="Arial" charset="0"/>
              </a:endParaRPr>
            </a:p>
          </p:txBody>
        </p:sp>
        <p:sp>
          <p:nvSpPr>
            <p:cNvPr id="25928" name="Line 3557">
              <a:extLst>
                <a:ext uri="{FF2B5EF4-FFF2-40B4-BE49-F238E27FC236}">
                  <a16:creationId xmlns:a16="http://schemas.microsoft.com/office/drawing/2014/main" id="{33F48DEE-5494-4702-B7D8-09F877EAB6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6" y="2112"/>
              <a:ext cx="48" cy="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eaLnBrk="1" hangingPunct="1">
                <a:defRPr/>
              </a:pPr>
              <a:endParaRPr lang="fr-FR">
                <a:latin typeface="Arial" charset="0"/>
                <a:ea typeface="Arial" charset="0"/>
                <a:cs typeface="Arial" charset="0"/>
              </a:endParaRPr>
            </a:p>
          </p:txBody>
        </p:sp>
        <p:sp>
          <p:nvSpPr>
            <p:cNvPr id="25929" name="Line 3558">
              <a:extLst>
                <a:ext uri="{FF2B5EF4-FFF2-40B4-BE49-F238E27FC236}">
                  <a16:creationId xmlns:a16="http://schemas.microsoft.com/office/drawing/2014/main" id="{237D037B-F8C0-4A43-8DC0-FC941D51DC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6" y="1554"/>
              <a:ext cx="48" cy="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eaLnBrk="1" hangingPunct="1">
                <a:defRPr/>
              </a:pPr>
              <a:endParaRPr lang="fr-FR">
                <a:latin typeface="Arial" charset="0"/>
                <a:ea typeface="Arial" charset="0"/>
                <a:cs typeface="Arial" charset="0"/>
              </a:endParaRPr>
            </a:p>
          </p:txBody>
        </p:sp>
        <p:sp>
          <p:nvSpPr>
            <p:cNvPr id="25930" name="Line 3559">
              <a:extLst>
                <a:ext uri="{FF2B5EF4-FFF2-40B4-BE49-F238E27FC236}">
                  <a16:creationId xmlns:a16="http://schemas.microsoft.com/office/drawing/2014/main" id="{348C8795-5BEC-408E-84B9-4521912719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6" y="1744"/>
              <a:ext cx="48" cy="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eaLnBrk="1" hangingPunct="1">
                <a:defRPr/>
              </a:pPr>
              <a:endParaRPr lang="fr-FR">
                <a:latin typeface="Arial" charset="0"/>
                <a:ea typeface="Arial" charset="0"/>
                <a:cs typeface="Arial" charset="0"/>
              </a:endParaRPr>
            </a:p>
          </p:txBody>
        </p:sp>
      </p:grpSp>
      <p:grpSp>
        <p:nvGrpSpPr>
          <p:cNvPr id="22538" name="arterial-tunics-structure-diagram">
            <a:extLst>
              <a:ext uri="{FF2B5EF4-FFF2-40B4-BE49-F238E27FC236}">
                <a16:creationId xmlns:a16="http://schemas.microsoft.com/office/drawing/2014/main" id="{3B8D777D-8810-4D32-BF7E-D45C24AA9C30}"/>
              </a:ext>
            </a:extLst>
          </p:cNvPr>
          <p:cNvGrpSpPr>
            <a:grpSpLocks/>
          </p:cNvGrpSpPr>
          <p:nvPr/>
        </p:nvGrpSpPr>
        <p:grpSpPr bwMode="auto">
          <a:xfrm>
            <a:off x="1982788" y="2362200"/>
            <a:ext cx="3044825" cy="2216150"/>
            <a:chOff x="289" y="1489"/>
            <a:chExt cx="1918" cy="1396"/>
          </a:xfrm>
        </p:grpSpPr>
        <p:grpSp>
          <p:nvGrpSpPr>
            <p:cNvPr id="23148" name="Group 3561">
              <a:extLst>
                <a:ext uri="{FF2B5EF4-FFF2-40B4-BE49-F238E27FC236}">
                  <a16:creationId xmlns:a16="http://schemas.microsoft.com/office/drawing/2014/main" id="{A87051F7-A770-43FA-9103-AA46E57310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" y="1899"/>
              <a:ext cx="1918" cy="986"/>
              <a:chOff x="289" y="1899"/>
              <a:chExt cx="1918" cy="986"/>
            </a:xfrm>
          </p:grpSpPr>
          <p:sp>
            <p:nvSpPr>
              <p:cNvPr id="57469" name="Freeform 3562">
                <a:extLst>
                  <a:ext uri="{FF2B5EF4-FFF2-40B4-BE49-F238E27FC236}">
                    <a16:creationId xmlns:a16="http://schemas.microsoft.com/office/drawing/2014/main" id="{37B78BD3-5885-4FA7-B281-1160CB72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033"/>
                <a:ext cx="789" cy="852"/>
              </a:xfrm>
              <a:custGeom>
                <a:avLst/>
                <a:gdLst>
                  <a:gd name="T0" fmla="*/ 0 w 789"/>
                  <a:gd name="T1" fmla="*/ 852 h 852"/>
                  <a:gd name="T2" fmla="*/ 789 w 789"/>
                  <a:gd name="T3" fmla="*/ 88 h 852"/>
                  <a:gd name="T4" fmla="*/ 789 w 789"/>
                  <a:gd name="T5" fmla="*/ 0 h 852"/>
                  <a:gd name="T6" fmla="*/ 0 w 789"/>
                  <a:gd name="T7" fmla="*/ 697 h 852"/>
                  <a:gd name="T8" fmla="*/ 0 w 789"/>
                  <a:gd name="T9" fmla="*/ 852 h 8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9" h="852">
                    <a:moveTo>
                      <a:pt x="0" y="852"/>
                    </a:moveTo>
                    <a:lnTo>
                      <a:pt x="789" y="88"/>
                    </a:lnTo>
                    <a:lnTo>
                      <a:pt x="789" y="0"/>
                    </a:lnTo>
                    <a:lnTo>
                      <a:pt x="0" y="697"/>
                    </a:lnTo>
                    <a:lnTo>
                      <a:pt x="0" y="852"/>
                    </a:lnTo>
                    <a:close/>
                  </a:path>
                </a:pathLst>
              </a:custGeom>
              <a:solidFill>
                <a:srgbClr val="BD6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0" name="Freeform 3563">
                <a:extLst>
                  <a:ext uri="{FF2B5EF4-FFF2-40B4-BE49-F238E27FC236}">
                    <a16:creationId xmlns:a16="http://schemas.microsoft.com/office/drawing/2014/main" id="{AB0C0E2D-86D9-4044-A11A-B2EDC392F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" y="2257"/>
                <a:ext cx="1132" cy="628"/>
              </a:xfrm>
              <a:custGeom>
                <a:avLst/>
                <a:gdLst>
                  <a:gd name="T0" fmla="*/ 1179 w 1109"/>
                  <a:gd name="T1" fmla="*/ 494 h 615"/>
                  <a:gd name="T2" fmla="*/ 1175 w 1109"/>
                  <a:gd name="T3" fmla="*/ 655 h 615"/>
                  <a:gd name="T4" fmla="*/ 0 w 1109"/>
                  <a:gd name="T5" fmla="*/ 197 h 615"/>
                  <a:gd name="T6" fmla="*/ 0 w 1109"/>
                  <a:gd name="T7" fmla="*/ 0 h 615"/>
                  <a:gd name="T8" fmla="*/ 1179 w 1109"/>
                  <a:gd name="T9" fmla="*/ 494 h 6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9" h="615">
                    <a:moveTo>
                      <a:pt x="1109" y="464"/>
                    </a:moveTo>
                    <a:cubicBezTo>
                      <a:pt x="1105" y="615"/>
                      <a:pt x="1105" y="615"/>
                      <a:pt x="1105" y="615"/>
                    </a:cubicBezTo>
                    <a:cubicBezTo>
                      <a:pt x="1105" y="615"/>
                      <a:pt x="342" y="601"/>
                      <a:pt x="0" y="18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46" y="459"/>
                      <a:pt x="1109" y="464"/>
                    </a:cubicBezTo>
                    <a:close/>
                  </a:path>
                </a:pathLst>
              </a:custGeom>
              <a:solidFill>
                <a:srgbClr val="F4A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1" name="Freeform 3564">
                <a:extLst>
                  <a:ext uri="{FF2B5EF4-FFF2-40B4-BE49-F238E27FC236}">
                    <a16:creationId xmlns:a16="http://schemas.microsoft.com/office/drawing/2014/main" id="{54250EA3-0931-4BC1-A0ED-3DF6C9BE8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" y="1923"/>
                <a:ext cx="1917" cy="808"/>
              </a:xfrm>
              <a:custGeom>
                <a:avLst/>
                <a:gdLst>
                  <a:gd name="T0" fmla="*/ 0 w 1878"/>
                  <a:gd name="T1" fmla="*/ 349 h 792"/>
                  <a:gd name="T2" fmla="*/ 1180 w 1878"/>
                  <a:gd name="T3" fmla="*/ 841 h 792"/>
                  <a:gd name="T4" fmla="*/ 1998 w 1878"/>
                  <a:gd name="T5" fmla="*/ 114 h 792"/>
                  <a:gd name="T6" fmla="*/ 906 w 1878"/>
                  <a:gd name="T7" fmla="*/ 0 h 792"/>
                  <a:gd name="T8" fmla="*/ 0 w 1878"/>
                  <a:gd name="T9" fmla="*/ 349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8" h="792">
                    <a:moveTo>
                      <a:pt x="0" y="328"/>
                    </a:moveTo>
                    <a:cubicBezTo>
                      <a:pt x="0" y="328"/>
                      <a:pt x="242" y="781"/>
                      <a:pt x="1109" y="792"/>
                    </a:cubicBezTo>
                    <a:cubicBezTo>
                      <a:pt x="1878" y="108"/>
                      <a:pt x="1878" y="108"/>
                      <a:pt x="1878" y="108"/>
                    </a:cubicBezTo>
                    <a:cubicBezTo>
                      <a:pt x="1878" y="108"/>
                      <a:pt x="1258" y="194"/>
                      <a:pt x="852" y="0"/>
                    </a:cubicBezTo>
                    <a:lnTo>
                      <a:pt x="0" y="328"/>
                    </a:lnTo>
                    <a:close/>
                  </a:path>
                </a:pathLst>
              </a:custGeom>
              <a:solidFill>
                <a:srgbClr val="F2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2" name="Freeform 3565">
                <a:extLst>
                  <a:ext uri="{FF2B5EF4-FFF2-40B4-BE49-F238E27FC236}">
                    <a16:creationId xmlns:a16="http://schemas.microsoft.com/office/drawing/2014/main" id="{92B9C49E-F1E0-4298-90F0-56EFF70BF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727"/>
                <a:ext cx="31" cy="144"/>
              </a:xfrm>
              <a:custGeom>
                <a:avLst/>
                <a:gdLst>
                  <a:gd name="T0" fmla="*/ 31 w 31"/>
                  <a:gd name="T1" fmla="*/ 1 h 141"/>
                  <a:gd name="T2" fmla="*/ 17 w 31"/>
                  <a:gd name="T3" fmla="*/ 150 h 1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41">
                    <a:moveTo>
                      <a:pt x="31" y="1"/>
                    </a:moveTo>
                    <a:cubicBezTo>
                      <a:pt x="1" y="0"/>
                      <a:pt x="0" y="121"/>
                      <a:pt x="17" y="14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3" name="Freeform 3566">
                <a:extLst>
                  <a:ext uri="{FF2B5EF4-FFF2-40B4-BE49-F238E27FC236}">
                    <a16:creationId xmlns:a16="http://schemas.microsoft.com/office/drawing/2014/main" id="{F87BD7A7-FDCD-4FBF-B2B4-1434F13A3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721"/>
                <a:ext cx="34" cy="26"/>
              </a:xfrm>
              <a:custGeom>
                <a:avLst/>
                <a:gdLst>
                  <a:gd name="T0" fmla="*/ 36 w 33"/>
                  <a:gd name="T1" fmla="*/ 26 h 26"/>
                  <a:gd name="T2" fmla="*/ 0 w 33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6">
                    <a:moveTo>
                      <a:pt x="33" y="26"/>
                    </a:moveTo>
                    <a:cubicBezTo>
                      <a:pt x="33" y="5"/>
                      <a:pt x="13" y="9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4" name="Freeform 3567">
                <a:extLst>
                  <a:ext uri="{FF2B5EF4-FFF2-40B4-BE49-F238E27FC236}">
                    <a16:creationId xmlns:a16="http://schemas.microsoft.com/office/drawing/2014/main" id="{FD6E6810-DEFC-409D-A293-DF049DB98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849"/>
                <a:ext cx="14" cy="20"/>
              </a:xfrm>
              <a:custGeom>
                <a:avLst/>
                <a:gdLst>
                  <a:gd name="T0" fmla="*/ 14 w 14"/>
                  <a:gd name="T1" fmla="*/ 0 h 19"/>
                  <a:gd name="T2" fmla="*/ 0 w 14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14" y="0"/>
                    </a:moveTo>
                    <a:cubicBezTo>
                      <a:pt x="12" y="9"/>
                      <a:pt x="8" y="16"/>
                      <a:pt x="0" y="1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5" name="Freeform 3568">
                <a:extLst>
                  <a:ext uri="{FF2B5EF4-FFF2-40B4-BE49-F238E27FC236}">
                    <a16:creationId xmlns:a16="http://schemas.microsoft.com/office/drawing/2014/main" id="{013A377E-4F2F-46CA-93FE-35F2DCFA4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714"/>
                <a:ext cx="42" cy="135"/>
              </a:xfrm>
              <a:custGeom>
                <a:avLst/>
                <a:gdLst>
                  <a:gd name="T0" fmla="*/ 44 w 41"/>
                  <a:gd name="T1" fmla="*/ 0 h 133"/>
                  <a:gd name="T2" fmla="*/ 28 w 41"/>
                  <a:gd name="T3" fmla="*/ 139 h 1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33">
                    <a:moveTo>
                      <a:pt x="41" y="0"/>
                    </a:moveTo>
                    <a:cubicBezTo>
                      <a:pt x="17" y="17"/>
                      <a:pt x="0" y="111"/>
                      <a:pt x="25" y="13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6" name="Freeform 3569">
                <a:extLst>
                  <a:ext uri="{FF2B5EF4-FFF2-40B4-BE49-F238E27FC236}">
                    <a16:creationId xmlns:a16="http://schemas.microsoft.com/office/drawing/2014/main" id="{8DA4D2DF-A858-4C26-8F79-328414331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708"/>
                <a:ext cx="15" cy="18"/>
              </a:xfrm>
              <a:custGeom>
                <a:avLst/>
                <a:gdLst>
                  <a:gd name="T0" fmla="*/ 15 w 15"/>
                  <a:gd name="T1" fmla="*/ 20 h 17"/>
                  <a:gd name="T2" fmla="*/ 0 w 1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15" y="17"/>
                    </a:moveTo>
                    <a:cubicBezTo>
                      <a:pt x="13" y="8"/>
                      <a:pt x="8" y="3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7" name="Freeform 3570">
                <a:extLst>
                  <a:ext uri="{FF2B5EF4-FFF2-40B4-BE49-F238E27FC236}">
                    <a16:creationId xmlns:a16="http://schemas.microsoft.com/office/drawing/2014/main" id="{A4A8EF1A-AC8D-4EDF-8847-73731F30B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837"/>
                <a:ext cx="8" cy="9"/>
              </a:xfrm>
              <a:custGeom>
                <a:avLst/>
                <a:gdLst>
                  <a:gd name="T0" fmla="*/ 7 w 8"/>
                  <a:gd name="T1" fmla="*/ 0 h 9"/>
                  <a:gd name="T2" fmla="*/ 0 w 8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7" y="0"/>
                    </a:moveTo>
                    <a:cubicBezTo>
                      <a:pt x="8" y="5"/>
                      <a:pt x="5" y="9"/>
                      <a:pt x="0" y="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8" name="Freeform 3571">
                <a:extLst>
                  <a:ext uri="{FF2B5EF4-FFF2-40B4-BE49-F238E27FC236}">
                    <a16:creationId xmlns:a16="http://schemas.microsoft.com/office/drawing/2014/main" id="{D9813969-44B3-4D2C-B9C8-02320B79F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688"/>
                <a:ext cx="53" cy="134"/>
              </a:xfrm>
              <a:custGeom>
                <a:avLst/>
                <a:gdLst>
                  <a:gd name="T0" fmla="*/ 55 w 52"/>
                  <a:gd name="T1" fmla="*/ 0 h 131"/>
                  <a:gd name="T2" fmla="*/ 24 w 52"/>
                  <a:gd name="T3" fmla="*/ 17 h 131"/>
                  <a:gd name="T4" fmla="*/ 16 w 52"/>
                  <a:gd name="T5" fmla="*/ 63 h 131"/>
                  <a:gd name="T6" fmla="*/ 18 w 52"/>
                  <a:gd name="T7" fmla="*/ 14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31">
                    <a:moveTo>
                      <a:pt x="52" y="0"/>
                    </a:moveTo>
                    <a:cubicBezTo>
                      <a:pt x="38" y="4"/>
                      <a:pt x="30" y="0"/>
                      <a:pt x="24" y="17"/>
                    </a:cubicBezTo>
                    <a:cubicBezTo>
                      <a:pt x="19" y="29"/>
                      <a:pt x="18" y="46"/>
                      <a:pt x="16" y="60"/>
                    </a:cubicBezTo>
                    <a:cubicBezTo>
                      <a:pt x="13" y="76"/>
                      <a:pt x="0" y="119"/>
                      <a:pt x="18" y="1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9" name="Freeform 3572">
                <a:extLst>
                  <a:ext uri="{FF2B5EF4-FFF2-40B4-BE49-F238E27FC236}">
                    <a16:creationId xmlns:a16="http://schemas.microsoft.com/office/drawing/2014/main" id="{D875F7A0-DE42-40C5-A527-795D620FB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680"/>
                <a:ext cx="11" cy="22"/>
              </a:xfrm>
              <a:custGeom>
                <a:avLst/>
                <a:gdLst>
                  <a:gd name="T0" fmla="*/ 0 w 11"/>
                  <a:gd name="T1" fmla="*/ 0 h 22"/>
                  <a:gd name="T2" fmla="*/ 10 w 11"/>
                  <a:gd name="T3" fmla="*/ 22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2">
                    <a:moveTo>
                      <a:pt x="0" y="0"/>
                    </a:moveTo>
                    <a:cubicBezTo>
                      <a:pt x="8" y="5"/>
                      <a:pt x="11" y="16"/>
                      <a:pt x="10" y="2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0" name="Freeform 3573">
                <a:extLst>
                  <a:ext uri="{FF2B5EF4-FFF2-40B4-BE49-F238E27FC236}">
                    <a16:creationId xmlns:a16="http://schemas.microsoft.com/office/drawing/2014/main" id="{9D06A08E-A729-4823-A504-DA7E12C19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2802"/>
                <a:ext cx="16" cy="14"/>
              </a:xfrm>
              <a:custGeom>
                <a:avLst/>
                <a:gdLst>
                  <a:gd name="T0" fmla="*/ 16 w 16"/>
                  <a:gd name="T1" fmla="*/ 0 h 13"/>
                  <a:gd name="T2" fmla="*/ 0 w 16"/>
                  <a:gd name="T3" fmla="*/ 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cubicBezTo>
                      <a:pt x="16" y="10"/>
                      <a:pt x="9" y="13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1" name="Freeform 3574">
                <a:extLst>
                  <a:ext uri="{FF2B5EF4-FFF2-40B4-BE49-F238E27FC236}">
                    <a16:creationId xmlns:a16="http://schemas.microsoft.com/office/drawing/2014/main" id="{8CF7526E-8BBE-4AF6-96B1-C7E5CC836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657"/>
                <a:ext cx="50" cy="130"/>
              </a:xfrm>
              <a:custGeom>
                <a:avLst/>
                <a:gdLst>
                  <a:gd name="T0" fmla="*/ 52 w 49"/>
                  <a:gd name="T1" fmla="*/ 0 h 127"/>
                  <a:gd name="T2" fmla="*/ 16 w 49"/>
                  <a:gd name="T3" fmla="*/ 62 h 127"/>
                  <a:gd name="T4" fmla="*/ 16 w 49"/>
                  <a:gd name="T5" fmla="*/ 136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27">
                    <a:moveTo>
                      <a:pt x="49" y="0"/>
                    </a:moveTo>
                    <a:cubicBezTo>
                      <a:pt x="21" y="5"/>
                      <a:pt x="20" y="34"/>
                      <a:pt x="16" y="59"/>
                    </a:cubicBezTo>
                    <a:cubicBezTo>
                      <a:pt x="13" y="76"/>
                      <a:pt x="0" y="112"/>
                      <a:pt x="16" y="1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2" name="Freeform 3575">
                <a:extLst>
                  <a:ext uri="{FF2B5EF4-FFF2-40B4-BE49-F238E27FC236}">
                    <a16:creationId xmlns:a16="http://schemas.microsoft.com/office/drawing/2014/main" id="{AC756207-7A10-4FCB-9BBC-D9A2BC155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769"/>
                <a:ext cx="18" cy="12"/>
              </a:xfrm>
              <a:custGeom>
                <a:avLst/>
                <a:gdLst>
                  <a:gd name="T0" fmla="*/ 18 w 18"/>
                  <a:gd name="T1" fmla="*/ 0 h 12"/>
                  <a:gd name="T2" fmla="*/ 0 w 18"/>
                  <a:gd name="T3" fmla="*/ 1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18" y="0"/>
                    </a:moveTo>
                    <a:cubicBezTo>
                      <a:pt x="17" y="9"/>
                      <a:pt x="9" y="12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3" name="Freeform 3576">
                <a:extLst>
                  <a:ext uri="{FF2B5EF4-FFF2-40B4-BE49-F238E27FC236}">
                    <a16:creationId xmlns:a16="http://schemas.microsoft.com/office/drawing/2014/main" id="{322CFB66-7C3C-4504-B1B0-63E88ED00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647"/>
                <a:ext cx="10" cy="22"/>
              </a:xfrm>
              <a:custGeom>
                <a:avLst/>
                <a:gdLst>
                  <a:gd name="T0" fmla="*/ 8 w 10"/>
                  <a:gd name="T1" fmla="*/ 24 h 21"/>
                  <a:gd name="T2" fmla="*/ 0 w 10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8" y="21"/>
                    </a:moveTo>
                    <a:cubicBezTo>
                      <a:pt x="10" y="8"/>
                      <a:pt x="7" y="8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4" name="Freeform 3577">
                <a:extLst>
                  <a:ext uri="{FF2B5EF4-FFF2-40B4-BE49-F238E27FC236}">
                    <a16:creationId xmlns:a16="http://schemas.microsoft.com/office/drawing/2014/main" id="{D5C14380-274E-48FF-BFE8-04D9EE9B6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600"/>
                <a:ext cx="151" cy="282"/>
              </a:xfrm>
              <a:custGeom>
                <a:avLst/>
                <a:gdLst>
                  <a:gd name="T0" fmla="*/ 0 w 148"/>
                  <a:gd name="T1" fmla="*/ 294 h 276"/>
                  <a:gd name="T2" fmla="*/ 114 w 148"/>
                  <a:gd name="T3" fmla="*/ 132 h 276"/>
                  <a:gd name="T4" fmla="*/ 157 w 148"/>
                  <a:gd name="T5" fmla="*/ 0 h 2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276">
                    <a:moveTo>
                      <a:pt x="0" y="276"/>
                    </a:moveTo>
                    <a:cubicBezTo>
                      <a:pt x="47" y="243"/>
                      <a:pt x="87" y="178"/>
                      <a:pt x="108" y="123"/>
                    </a:cubicBezTo>
                    <a:cubicBezTo>
                      <a:pt x="122" y="89"/>
                      <a:pt x="119" y="25"/>
                      <a:pt x="14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5" name="Freeform 3578">
                <a:extLst>
                  <a:ext uri="{FF2B5EF4-FFF2-40B4-BE49-F238E27FC236}">
                    <a16:creationId xmlns:a16="http://schemas.microsoft.com/office/drawing/2014/main" id="{5CC382A1-48C2-443A-9713-9821A9701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535"/>
                <a:ext cx="209" cy="65"/>
              </a:xfrm>
              <a:custGeom>
                <a:avLst/>
                <a:gdLst>
                  <a:gd name="T0" fmla="*/ 0 w 205"/>
                  <a:gd name="T1" fmla="*/ 67 h 64"/>
                  <a:gd name="T2" fmla="*/ 217 w 205"/>
                  <a:gd name="T3" fmla="*/ 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5" h="64">
                    <a:moveTo>
                      <a:pt x="0" y="64"/>
                    </a:moveTo>
                    <a:cubicBezTo>
                      <a:pt x="57" y="22"/>
                      <a:pt x="151" y="41"/>
                      <a:pt x="20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6" name="Freeform 3579">
                <a:extLst>
                  <a:ext uri="{FF2B5EF4-FFF2-40B4-BE49-F238E27FC236}">
                    <a16:creationId xmlns:a16="http://schemas.microsoft.com/office/drawing/2014/main" id="{038ABCEF-5C1A-4A2C-95C9-64546085B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306"/>
                <a:ext cx="228" cy="218"/>
              </a:xfrm>
              <a:custGeom>
                <a:avLst/>
                <a:gdLst>
                  <a:gd name="T0" fmla="*/ 0 w 223"/>
                  <a:gd name="T1" fmla="*/ 228 h 213"/>
                  <a:gd name="T2" fmla="*/ 69 w 223"/>
                  <a:gd name="T3" fmla="*/ 43 h 213"/>
                  <a:gd name="T4" fmla="*/ 238 w 223"/>
                  <a:gd name="T5" fmla="*/ 0 h 2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3" h="213">
                    <a:moveTo>
                      <a:pt x="0" y="213"/>
                    </a:moveTo>
                    <a:cubicBezTo>
                      <a:pt x="49" y="172"/>
                      <a:pt x="26" y="84"/>
                      <a:pt x="65" y="40"/>
                    </a:cubicBezTo>
                    <a:cubicBezTo>
                      <a:pt x="98" y="2"/>
                      <a:pt x="176" y="0"/>
                      <a:pt x="22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7" name="Freeform 3580">
                <a:extLst>
                  <a:ext uri="{FF2B5EF4-FFF2-40B4-BE49-F238E27FC236}">
                    <a16:creationId xmlns:a16="http://schemas.microsoft.com/office/drawing/2014/main" id="{AC9407D6-DF8B-4BC0-8EF0-729AEB237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117"/>
                <a:ext cx="195" cy="186"/>
              </a:xfrm>
              <a:custGeom>
                <a:avLst/>
                <a:gdLst>
                  <a:gd name="T0" fmla="*/ 0 w 191"/>
                  <a:gd name="T1" fmla="*/ 192 h 183"/>
                  <a:gd name="T2" fmla="*/ 64 w 191"/>
                  <a:gd name="T3" fmla="*/ 48 h 183"/>
                  <a:gd name="T4" fmla="*/ 203 w 191"/>
                  <a:gd name="T5" fmla="*/ 0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1" h="183">
                    <a:moveTo>
                      <a:pt x="0" y="183"/>
                    </a:moveTo>
                    <a:cubicBezTo>
                      <a:pt x="37" y="172"/>
                      <a:pt x="44" y="76"/>
                      <a:pt x="61" y="45"/>
                    </a:cubicBezTo>
                    <a:cubicBezTo>
                      <a:pt x="84" y="3"/>
                      <a:pt x="146" y="0"/>
                      <a:pt x="19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8" name="Freeform 3581">
                <a:extLst>
                  <a:ext uri="{FF2B5EF4-FFF2-40B4-BE49-F238E27FC236}">
                    <a16:creationId xmlns:a16="http://schemas.microsoft.com/office/drawing/2014/main" id="{51EDCECE-A108-4C91-8A23-E4102570C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2606"/>
                <a:ext cx="51" cy="139"/>
              </a:xfrm>
              <a:custGeom>
                <a:avLst/>
                <a:gdLst>
                  <a:gd name="T0" fmla="*/ 53 w 50"/>
                  <a:gd name="T1" fmla="*/ 10 h 136"/>
                  <a:gd name="T2" fmla="*/ 17 w 50"/>
                  <a:gd name="T3" fmla="*/ 145 h 1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36">
                    <a:moveTo>
                      <a:pt x="50" y="10"/>
                    </a:moveTo>
                    <a:cubicBezTo>
                      <a:pt x="13" y="0"/>
                      <a:pt x="0" y="114"/>
                      <a:pt x="17" y="1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9" name="Freeform 3582">
                <a:extLst>
                  <a:ext uri="{FF2B5EF4-FFF2-40B4-BE49-F238E27FC236}">
                    <a16:creationId xmlns:a16="http://schemas.microsoft.com/office/drawing/2014/main" id="{5DE4578D-86A7-401E-9C20-870F9E24F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2605"/>
                <a:ext cx="8" cy="24"/>
              </a:xfrm>
              <a:custGeom>
                <a:avLst/>
                <a:gdLst>
                  <a:gd name="T0" fmla="*/ 7 w 8"/>
                  <a:gd name="T1" fmla="*/ 26 h 23"/>
                  <a:gd name="T2" fmla="*/ 0 w 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7" y="23"/>
                    </a:moveTo>
                    <a:cubicBezTo>
                      <a:pt x="8" y="13"/>
                      <a:pt x="5" y="7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0" name="Freeform 3583">
                <a:extLst>
                  <a:ext uri="{FF2B5EF4-FFF2-40B4-BE49-F238E27FC236}">
                    <a16:creationId xmlns:a16="http://schemas.microsoft.com/office/drawing/2014/main" id="{7622DF7C-966B-4499-9932-EAB7F0C0F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2729"/>
                <a:ext cx="14" cy="9"/>
              </a:xfrm>
              <a:custGeom>
                <a:avLst/>
                <a:gdLst>
                  <a:gd name="T0" fmla="*/ 14 w 14"/>
                  <a:gd name="T1" fmla="*/ 0 h 9"/>
                  <a:gd name="T2" fmla="*/ 0 w 14"/>
                  <a:gd name="T3" fmla="*/ 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14" y="0"/>
                    </a:moveTo>
                    <a:cubicBezTo>
                      <a:pt x="13" y="6"/>
                      <a:pt x="7" y="9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1" name="Freeform 3584">
                <a:extLst>
                  <a:ext uri="{FF2B5EF4-FFF2-40B4-BE49-F238E27FC236}">
                    <a16:creationId xmlns:a16="http://schemas.microsoft.com/office/drawing/2014/main" id="{3E41D6D3-C8F8-4172-B225-503E39901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2567"/>
                <a:ext cx="55" cy="126"/>
              </a:xfrm>
              <a:custGeom>
                <a:avLst/>
                <a:gdLst>
                  <a:gd name="T0" fmla="*/ 59 w 53"/>
                  <a:gd name="T1" fmla="*/ 2 h 124"/>
                  <a:gd name="T2" fmla="*/ 31 w 53"/>
                  <a:gd name="T3" fmla="*/ 20 h 124"/>
                  <a:gd name="T4" fmla="*/ 18 w 53"/>
                  <a:gd name="T5" fmla="*/ 61 h 124"/>
                  <a:gd name="T6" fmla="*/ 19 w 53"/>
                  <a:gd name="T7" fmla="*/ 130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24">
                    <a:moveTo>
                      <a:pt x="53" y="2"/>
                    </a:moveTo>
                    <a:cubicBezTo>
                      <a:pt x="36" y="0"/>
                      <a:pt x="36" y="5"/>
                      <a:pt x="28" y="20"/>
                    </a:cubicBezTo>
                    <a:cubicBezTo>
                      <a:pt x="22" y="33"/>
                      <a:pt x="19" y="45"/>
                      <a:pt x="15" y="58"/>
                    </a:cubicBezTo>
                    <a:cubicBezTo>
                      <a:pt x="11" y="74"/>
                      <a:pt x="0" y="114"/>
                      <a:pt x="16" y="12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2" name="Freeform 3585">
                <a:extLst>
                  <a:ext uri="{FF2B5EF4-FFF2-40B4-BE49-F238E27FC236}">
                    <a16:creationId xmlns:a16="http://schemas.microsoft.com/office/drawing/2014/main" id="{A2B79636-0C43-45E4-A56B-3CE90759D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553"/>
                <a:ext cx="8" cy="21"/>
              </a:xfrm>
              <a:custGeom>
                <a:avLst/>
                <a:gdLst>
                  <a:gd name="T0" fmla="*/ 5 w 8"/>
                  <a:gd name="T1" fmla="*/ 23 h 20"/>
                  <a:gd name="T2" fmla="*/ 0 w 8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5" y="20"/>
                    </a:moveTo>
                    <a:cubicBezTo>
                      <a:pt x="8" y="14"/>
                      <a:pt x="3" y="5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3" name="Freeform 3586">
                <a:extLst>
                  <a:ext uri="{FF2B5EF4-FFF2-40B4-BE49-F238E27FC236}">
                    <a16:creationId xmlns:a16="http://schemas.microsoft.com/office/drawing/2014/main" id="{A11AADAA-1058-4FA9-9B2C-B9022773D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2676"/>
                <a:ext cx="10" cy="9"/>
              </a:xfrm>
              <a:custGeom>
                <a:avLst/>
                <a:gdLst>
                  <a:gd name="T0" fmla="*/ 12 w 9"/>
                  <a:gd name="T1" fmla="*/ 0 h 9"/>
                  <a:gd name="T2" fmla="*/ 0 w 9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cubicBezTo>
                      <a:pt x="7" y="4"/>
                      <a:pt x="3" y="7"/>
                      <a:pt x="0" y="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4" name="Freeform 3587">
                <a:extLst>
                  <a:ext uri="{FF2B5EF4-FFF2-40B4-BE49-F238E27FC236}">
                    <a16:creationId xmlns:a16="http://schemas.microsoft.com/office/drawing/2014/main" id="{023ABDC2-D05C-495E-8990-072D23F92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2507"/>
                <a:ext cx="34" cy="134"/>
              </a:xfrm>
              <a:custGeom>
                <a:avLst/>
                <a:gdLst>
                  <a:gd name="T0" fmla="*/ 34 w 34"/>
                  <a:gd name="T1" fmla="*/ 2 h 131"/>
                  <a:gd name="T2" fmla="*/ 22 w 34"/>
                  <a:gd name="T3" fmla="*/ 0 h 131"/>
                  <a:gd name="T4" fmla="*/ 7 w 34"/>
                  <a:gd name="T5" fmla="*/ 80 h 131"/>
                  <a:gd name="T6" fmla="*/ 9 w 34"/>
                  <a:gd name="T7" fmla="*/ 14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31">
                    <a:moveTo>
                      <a:pt x="34" y="2"/>
                    </a:moveTo>
                    <a:cubicBezTo>
                      <a:pt x="30" y="0"/>
                      <a:pt x="26" y="0"/>
                      <a:pt x="22" y="0"/>
                    </a:cubicBezTo>
                    <a:cubicBezTo>
                      <a:pt x="12" y="20"/>
                      <a:pt x="9" y="53"/>
                      <a:pt x="7" y="74"/>
                    </a:cubicBezTo>
                    <a:cubicBezTo>
                      <a:pt x="6" y="87"/>
                      <a:pt x="0" y="125"/>
                      <a:pt x="9" y="13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5" name="Freeform 3588">
                <a:extLst>
                  <a:ext uri="{FF2B5EF4-FFF2-40B4-BE49-F238E27FC236}">
                    <a16:creationId xmlns:a16="http://schemas.microsoft.com/office/drawing/2014/main" id="{D42F60C1-8D32-4B87-A4C4-9B4D80B9F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2489"/>
                <a:ext cx="10" cy="21"/>
              </a:xfrm>
              <a:custGeom>
                <a:avLst/>
                <a:gdLst>
                  <a:gd name="T0" fmla="*/ 10 w 10"/>
                  <a:gd name="T1" fmla="*/ 23 h 20"/>
                  <a:gd name="T2" fmla="*/ 0 w 1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cubicBezTo>
                      <a:pt x="6" y="14"/>
                      <a:pt x="6" y="6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6" name="Freeform 3589">
                <a:extLst>
                  <a:ext uri="{FF2B5EF4-FFF2-40B4-BE49-F238E27FC236}">
                    <a16:creationId xmlns:a16="http://schemas.microsoft.com/office/drawing/2014/main" id="{93262B8C-AC01-484D-BD44-E21B5E397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" y="2625"/>
                <a:ext cx="13" cy="8"/>
              </a:xfrm>
              <a:custGeom>
                <a:avLst/>
                <a:gdLst>
                  <a:gd name="T0" fmla="*/ 13 w 13"/>
                  <a:gd name="T1" fmla="*/ 0 h 8"/>
                  <a:gd name="T2" fmla="*/ 0 w 13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13" y="0"/>
                    </a:moveTo>
                    <a:cubicBezTo>
                      <a:pt x="11" y="5"/>
                      <a:pt x="5" y="7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7" name="Freeform 3590">
                <a:extLst>
                  <a:ext uri="{FF2B5EF4-FFF2-40B4-BE49-F238E27FC236}">
                    <a16:creationId xmlns:a16="http://schemas.microsoft.com/office/drawing/2014/main" id="{7D827C99-7CA5-4F5E-BDED-7C71C61FD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" y="2353"/>
                <a:ext cx="29" cy="158"/>
              </a:xfrm>
              <a:custGeom>
                <a:avLst/>
                <a:gdLst>
                  <a:gd name="T0" fmla="*/ 31 w 28"/>
                  <a:gd name="T1" fmla="*/ 6 h 154"/>
                  <a:gd name="T2" fmla="*/ 11 w 28"/>
                  <a:gd name="T3" fmla="*/ 166 h 1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54">
                    <a:moveTo>
                      <a:pt x="28" y="6"/>
                    </a:moveTo>
                    <a:cubicBezTo>
                      <a:pt x="0" y="0"/>
                      <a:pt x="0" y="134"/>
                      <a:pt x="11" y="15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8" name="Freeform 3591">
                <a:extLst>
                  <a:ext uri="{FF2B5EF4-FFF2-40B4-BE49-F238E27FC236}">
                    <a16:creationId xmlns:a16="http://schemas.microsoft.com/office/drawing/2014/main" id="{4CE3E911-4A56-4981-BDF6-CD7D25F19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435"/>
                <a:ext cx="26" cy="143"/>
              </a:xfrm>
              <a:custGeom>
                <a:avLst/>
                <a:gdLst>
                  <a:gd name="T0" fmla="*/ 26 w 26"/>
                  <a:gd name="T1" fmla="*/ 0 h 140"/>
                  <a:gd name="T2" fmla="*/ 5 w 26"/>
                  <a:gd name="T3" fmla="*/ 77 h 140"/>
                  <a:gd name="T4" fmla="*/ 1 w 26"/>
                  <a:gd name="T5" fmla="*/ 113 h 140"/>
                  <a:gd name="T6" fmla="*/ 9 w 26"/>
                  <a:gd name="T7" fmla="*/ 149 h 1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40">
                    <a:moveTo>
                      <a:pt x="26" y="0"/>
                    </a:moveTo>
                    <a:cubicBezTo>
                      <a:pt x="5" y="7"/>
                      <a:pt x="7" y="53"/>
                      <a:pt x="5" y="71"/>
                    </a:cubicBezTo>
                    <a:cubicBezTo>
                      <a:pt x="3" y="83"/>
                      <a:pt x="2" y="95"/>
                      <a:pt x="1" y="107"/>
                    </a:cubicBezTo>
                    <a:cubicBezTo>
                      <a:pt x="0" y="121"/>
                      <a:pt x="5" y="128"/>
                      <a:pt x="9" y="14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9" name="Freeform 3592">
                <a:extLst>
                  <a:ext uri="{FF2B5EF4-FFF2-40B4-BE49-F238E27FC236}">
                    <a16:creationId xmlns:a16="http://schemas.microsoft.com/office/drawing/2014/main" id="{FFD43B44-C138-46C2-A7FD-BBCD4A1D8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2418"/>
                <a:ext cx="6" cy="27"/>
              </a:xfrm>
              <a:custGeom>
                <a:avLst/>
                <a:gdLst>
                  <a:gd name="T0" fmla="*/ 5 w 6"/>
                  <a:gd name="T1" fmla="*/ 27 h 27"/>
                  <a:gd name="T2" fmla="*/ 0 w 6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7">
                    <a:moveTo>
                      <a:pt x="5" y="27"/>
                    </a:moveTo>
                    <a:cubicBezTo>
                      <a:pt x="5" y="16"/>
                      <a:pt x="6" y="1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0" name="Freeform 3593">
                <a:extLst>
                  <a:ext uri="{FF2B5EF4-FFF2-40B4-BE49-F238E27FC236}">
                    <a16:creationId xmlns:a16="http://schemas.microsoft.com/office/drawing/2014/main" id="{C00D8168-F379-4FF6-A5A5-6A9E7B4F7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" y="2337"/>
                <a:ext cx="11" cy="27"/>
              </a:xfrm>
              <a:custGeom>
                <a:avLst/>
                <a:gdLst>
                  <a:gd name="T0" fmla="*/ 9 w 10"/>
                  <a:gd name="T1" fmla="*/ 29 h 26"/>
                  <a:gd name="T2" fmla="*/ 0 w 10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6">
                    <a:moveTo>
                      <a:pt x="6" y="26"/>
                    </a:moveTo>
                    <a:cubicBezTo>
                      <a:pt x="10" y="18"/>
                      <a:pt x="6" y="6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1" name="Freeform 3594">
                <a:extLst>
                  <a:ext uri="{FF2B5EF4-FFF2-40B4-BE49-F238E27FC236}">
                    <a16:creationId xmlns:a16="http://schemas.microsoft.com/office/drawing/2014/main" id="{CE181C21-68D1-4BF8-972A-E088CD19C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" y="2488"/>
                <a:ext cx="8" cy="9"/>
              </a:xfrm>
              <a:custGeom>
                <a:avLst/>
                <a:gdLst>
                  <a:gd name="T0" fmla="*/ 8 w 8"/>
                  <a:gd name="T1" fmla="*/ 0 h 9"/>
                  <a:gd name="T2" fmla="*/ 5 w 8"/>
                  <a:gd name="T3" fmla="*/ 9 h 9"/>
                  <a:gd name="T4" fmla="*/ 0 w 8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cubicBezTo>
                      <a:pt x="7" y="3"/>
                      <a:pt x="5" y="6"/>
                      <a:pt x="5" y="9"/>
                    </a:cubicBezTo>
                    <a:cubicBezTo>
                      <a:pt x="3" y="9"/>
                      <a:pt x="2" y="9"/>
                      <a:pt x="0" y="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2" name="Freeform 3595">
                <a:extLst>
                  <a:ext uri="{FF2B5EF4-FFF2-40B4-BE49-F238E27FC236}">
                    <a16:creationId xmlns:a16="http://schemas.microsoft.com/office/drawing/2014/main" id="{2CDE45EE-D467-4B2E-9465-79B7BD82A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" y="2562"/>
                <a:ext cx="11" cy="6"/>
              </a:xfrm>
              <a:custGeom>
                <a:avLst/>
                <a:gdLst>
                  <a:gd name="T0" fmla="*/ 11 w 11"/>
                  <a:gd name="T1" fmla="*/ 0 h 6"/>
                  <a:gd name="T2" fmla="*/ 0 w 11"/>
                  <a:gd name="T3" fmla="*/ 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11" y="0"/>
                    </a:moveTo>
                    <a:cubicBezTo>
                      <a:pt x="9" y="4"/>
                      <a:pt x="5" y="6"/>
                      <a:pt x="0" y="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3" name="Freeform 3596">
                <a:extLst>
                  <a:ext uri="{FF2B5EF4-FFF2-40B4-BE49-F238E27FC236}">
                    <a16:creationId xmlns:a16="http://schemas.microsoft.com/office/drawing/2014/main" id="{99E9DA01-E23E-44EC-83F2-740AF2133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2032"/>
                <a:ext cx="1917" cy="713"/>
              </a:xfrm>
              <a:custGeom>
                <a:avLst/>
                <a:gdLst>
                  <a:gd name="T0" fmla="*/ 0 w 1878"/>
                  <a:gd name="T1" fmla="*/ 233 h 699"/>
                  <a:gd name="T2" fmla="*/ 1178 w 1878"/>
                  <a:gd name="T3" fmla="*/ 727 h 699"/>
                  <a:gd name="T4" fmla="*/ 1998 w 1878"/>
                  <a:gd name="T5" fmla="*/ 0 h 6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78" h="699">
                    <a:moveTo>
                      <a:pt x="0" y="220"/>
                    </a:moveTo>
                    <a:cubicBezTo>
                      <a:pt x="0" y="220"/>
                      <a:pt x="281" y="699"/>
                      <a:pt x="1108" y="685"/>
                    </a:cubicBezTo>
                    <a:cubicBezTo>
                      <a:pt x="1878" y="0"/>
                      <a:pt x="1878" y="0"/>
                      <a:pt x="187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4" name="Freeform 3597">
                <a:extLst>
                  <a:ext uri="{FF2B5EF4-FFF2-40B4-BE49-F238E27FC236}">
                    <a16:creationId xmlns:a16="http://schemas.microsoft.com/office/drawing/2014/main" id="{2B1EBB5C-ABC5-403E-A880-FCBC8A11A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602"/>
                <a:ext cx="293" cy="130"/>
              </a:xfrm>
              <a:custGeom>
                <a:avLst/>
                <a:gdLst>
                  <a:gd name="T0" fmla="*/ 305 w 287"/>
                  <a:gd name="T1" fmla="*/ 0 h 127"/>
                  <a:gd name="T2" fmla="*/ 236 w 287"/>
                  <a:gd name="T3" fmla="*/ 37 h 127"/>
                  <a:gd name="T4" fmla="*/ 149 w 287"/>
                  <a:gd name="T5" fmla="*/ 60 h 127"/>
                  <a:gd name="T6" fmla="*/ 0 w 287"/>
                  <a:gd name="T7" fmla="*/ 136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7" h="127">
                    <a:moveTo>
                      <a:pt x="287" y="0"/>
                    </a:moveTo>
                    <a:cubicBezTo>
                      <a:pt x="283" y="8"/>
                      <a:pt x="236" y="29"/>
                      <a:pt x="221" y="34"/>
                    </a:cubicBezTo>
                    <a:cubicBezTo>
                      <a:pt x="194" y="42"/>
                      <a:pt x="167" y="49"/>
                      <a:pt x="140" y="57"/>
                    </a:cubicBezTo>
                    <a:cubicBezTo>
                      <a:pt x="100" y="69"/>
                      <a:pt x="16" y="88"/>
                      <a:pt x="0" y="1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5" name="Freeform 3598">
                <a:extLst>
                  <a:ext uri="{FF2B5EF4-FFF2-40B4-BE49-F238E27FC236}">
                    <a16:creationId xmlns:a16="http://schemas.microsoft.com/office/drawing/2014/main" id="{E74B6A7E-C6DC-428C-9A70-E406DD9B0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336"/>
                <a:ext cx="298" cy="266"/>
              </a:xfrm>
              <a:custGeom>
                <a:avLst/>
                <a:gdLst>
                  <a:gd name="T0" fmla="*/ 0 w 292"/>
                  <a:gd name="T1" fmla="*/ 276 h 261"/>
                  <a:gd name="T2" fmla="*/ 137 w 292"/>
                  <a:gd name="T3" fmla="*/ 81 h 261"/>
                  <a:gd name="T4" fmla="*/ 310 w 292"/>
                  <a:gd name="T5" fmla="*/ 0 h 2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2" h="261">
                    <a:moveTo>
                      <a:pt x="0" y="261"/>
                    </a:moveTo>
                    <a:cubicBezTo>
                      <a:pt x="60" y="222"/>
                      <a:pt x="66" y="122"/>
                      <a:pt x="128" y="77"/>
                    </a:cubicBezTo>
                    <a:cubicBezTo>
                      <a:pt x="177" y="41"/>
                      <a:pt x="232" y="10"/>
                      <a:pt x="292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6" name="Freeform 3599">
                <a:extLst>
                  <a:ext uri="{FF2B5EF4-FFF2-40B4-BE49-F238E27FC236}">
                    <a16:creationId xmlns:a16="http://schemas.microsoft.com/office/drawing/2014/main" id="{2ACE3E85-F4D1-4D23-BC6B-791BE3A80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135"/>
                <a:ext cx="229" cy="201"/>
              </a:xfrm>
              <a:custGeom>
                <a:avLst/>
                <a:gdLst>
                  <a:gd name="T0" fmla="*/ 0 w 224"/>
                  <a:gd name="T1" fmla="*/ 209 h 197"/>
                  <a:gd name="T2" fmla="*/ 104 w 224"/>
                  <a:gd name="T3" fmla="*/ 73 h 197"/>
                  <a:gd name="T4" fmla="*/ 239 w 224"/>
                  <a:gd name="T5" fmla="*/ 0 h 1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197">
                    <a:moveTo>
                      <a:pt x="0" y="197"/>
                    </a:moveTo>
                    <a:cubicBezTo>
                      <a:pt x="14" y="161"/>
                      <a:pt x="66" y="99"/>
                      <a:pt x="98" y="70"/>
                    </a:cubicBezTo>
                    <a:cubicBezTo>
                      <a:pt x="138" y="35"/>
                      <a:pt x="182" y="26"/>
                      <a:pt x="22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7" name="Freeform 3600">
                <a:extLst>
                  <a:ext uri="{FF2B5EF4-FFF2-40B4-BE49-F238E27FC236}">
                    <a16:creationId xmlns:a16="http://schemas.microsoft.com/office/drawing/2014/main" id="{90AD221D-501E-47CA-8FE5-78338DFEC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042"/>
                <a:ext cx="20" cy="89"/>
              </a:xfrm>
              <a:custGeom>
                <a:avLst/>
                <a:gdLst>
                  <a:gd name="T0" fmla="*/ 0 w 20"/>
                  <a:gd name="T1" fmla="*/ 93 h 87"/>
                  <a:gd name="T2" fmla="*/ 20 w 20"/>
                  <a:gd name="T3" fmla="*/ 0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7">
                    <a:moveTo>
                      <a:pt x="0" y="87"/>
                    </a:moveTo>
                    <a:cubicBezTo>
                      <a:pt x="18" y="60"/>
                      <a:pt x="4" y="27"/>
                      <a:pt x="2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8" name="Freeform 3601">
                <a:extLst>
                  <a:ext uri="{FF2B5EF4-FFF2-40B4-BE49-F238E27FC236}">
                    <a16:creationId xmlns:a16="http://schemas.microsoft.com/office/drawing/2014/main" id="{8F16EF0C-DD78-426E-A5AB-4B6CF7CD9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575"/>
                <a:ext cx="190" cy="151"/>
              </a:xfrm>
              <a:custGeom>
                <a:avLst/>
                <a:gdLst>
                  <a:gd name="T0" fmla="*/ 136 w 186"/>
                  <a:gd name="T1" fmla="*/ 157 h 148"/>
                  <a:gd name="T2" fmla="*/ 198 w 186"/>
                  <a:gd name="T3" fmla="*/ 0 h 148"/>
                  <a:gd name="T4" fmla="*/ 0 w 186"/>
                  <a:gd name="T5" fmla="*/ 147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6" h="148">
                    <a:moveTo>
                      <a:pt x="127" y="148"/>
                    </a:moveTo>
                    <a:cubicBezTo>
                      <a:pt x="158" y="105"/>
                      <a:pt x="172" y="50"/>
                      <a:pt x="186" y="0"/>
                    </a:cubicBezTo>
                    <a:cubicBezTo>
                      <a:pt x="121" y="24"/>
                      <a:pt x="29" y="72"/>
                      <a:pt x="0" y="13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9" name="Freeform 3602">
                <a:extLst>
                  <a:ext uri="{FF2B5EF4-FFF2-40B4-BE49-F238E27FC236}">
                    <a16:creationId xmlns:a16="http://schemas.microsoft.com/office/drawing/2014/main" id="{F447CB0B-B3F5-4963-BC6B-8EFBDD59E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" y="2381"/>
                <a:ext cx="174" cy="130"/>
              </a:xfrm>
              <a:custGeom>
                <a:avLst/>
                <a:gdLst>
                  <a:gd name="T0" fmla="*/ 0 w 170"/>
                  <a:gd name="T1" fmla="*/ 46 h 127"/>
                  <a:gd name="T2" fmla="*/ 182 w 170"/>
                  <a:gd name="T3" fmla="*/ 0 h 127"/>
                  <a:gd name="T4" fmla="*/ 89 w 170"/>
                  <a:gd name="T5" fmla="*/ 136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127">
                    <a:moveTo>
                      <a:pt x="0" y="43"/>
                    </a:moveTo>
                    <a:cubicBezTo>
                      <a:pt x="24" y="7"/>
                      <a:pt x="129" y="9"/>
                      <a:pt x="170" y="0"/>
                    </a:cubicBezTo>
                    <a:cubicBezTo>
                      <a:pt x="140" y="39"/>
                      <a:pt x="118" y="93"/>
                      <a:pt x="83" y="12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0" name="Freeform 3603">
                <a:extLst>
                  <a:ext uri="{FF2B5EF4-FFF2-40B4-BE49-F238E27FC236}">
                    <a16:creationId xmlns:a16="http://schemas.microsoft.com/office/drawing/2014/main" id="{BDEACD46-D15C-4D7C-9682-5194D2C82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2490"/>
                <a:ext cx="178" cy="133"/>
              </a:xfrm>
              <a:custGeom>
                <a:avLst/>
                <a:gdLst>
                  <a:gd name="T0" fmla="*/ 103 w 174"/>
                  <a:gd name="T1" fmla="*/ 139 h 130"/>
                  <a:gd name="T2" fmla="*/ 186 w 174"/>
                  <a:gd name="T3" fmla="*/ 0 h 130"/>
                  <a:gd name="T4" fmla="*/ 0 w 174"/>
                  <a:gd name="T5" fmla="*/ 86 h 1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4" h="130">
                    <a:moveTo>
                      <a:pt x="97" y="130"/>
                    </a:moveTo>
                    <a:cubicBezTo>
                      <a:pt x="133" y="93"/>
                      <a:pt x="143" y="40"/>
                      <a:pt x="174" y="0"/>
                    </a:cubicBezTo>
                    <a:cubicBezTo>
                      <a:pt x="124" y="14"/>
                      <a:pt x="34" y="42"/>
                      <a:pt x="0" y="8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1" name="Freeform 3604">
                <a:extLst>
                  <a:ext uri="{FF2B5EF4-FFF2-40B4-BE49-F238E27FC236}">
                    <a16:creationId xmlns:a16="http://schemas.microsoft.com/office/drawing/2014/main" id="{B58C5C64-B172-4DEF-BF4E-73D56B4D5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" y="2434"/>
                <a:ext cx="185" cy="128"/>
              </a:xfrm>
              <a:custGeom>
                <a:avLst/>
                <a:gdLst>
                  <a:gd name="T0" fmla="*/ 100 w 181"/>
                  <a:gd name="T1" fmla="*/ 134 h 125"/>
                  <a:gd name="T2" fmla="*/ 193 w 181"/>
                  <a:gd name="T3" fmla="*/ 5 h 125"/>
                  <a:gd name="T4" fmla="*/ 0 w 181"/>
                  <a:gd name="T5" fmla="*/ 71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" h="125">
                    <a:moveTo>
                      <a:pt x="94" y="125"/>
                    </a:moveTo>
                    <a:cubicBezTo>
                      <a:pt x="102" y="90"/>
                      <a:pt x="159" y="39"/>
                      <a:pt x="181" y="5"/>
                    </a:cubicBezTo>
                    <a:cubicBezTo>
                      <a:pt x="100" y="0"/>
                      <a:pt x="67" y="38"/>
                      <a:pt x="0" y="6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2" name="Freeform 3605">
                <a:extLst>
                  <a:ext uri="{FF2B5EF4-FFF2-40B4-BE49-F238E27FC236}">
                    <a16:creationId xmlns:a16="http://schemas.microsoft.com/office/drawing/2014/main" id="{6F688762-8B92-4EAB-BE72-4C9272741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" y="2321"/>
                <a:ext cx="197" cy="105"/>
              </a:xfrm>
              <a:custGeom>
                <a:avLst/>
                <a:gdLst>
                  <a:gd name="T0" fmla="*/ 87 w 193"/>
                  <a:gd name="T1" fmla="*/ 109 h 103"/>
                  <a:gd name="T2" fmla="*/ 84 w 193"/>
                  <a:gd name="T3" fmla="*/ 106 h 103"/>
                  <a:gd name="T4" fmla="*/ 205 w 193"/>
                  <a:gd name="T5" fmla="*/ 0 h 103"/>
                  <a:gd name="T6" fmla="*/ 0 w 193"/>
                  <a:gd name="T7" fmla="*/ 4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3" h="103">
                    <a:moveTo>
                      <a:pt x="81" y="103"/>
                    </a:moveTo>
                    <a:cubicBezTo>
                      <a:pt x="80" y="101"/>
                      <a:pt x="79" y="102"/>
                      <a:pt x="78" y="100"/>
                    </a:cubicBezTo>
                    <a:cubicBezTo>
                      <a:pt x="112" y="65"/>
                      <a:pt x="159" y="27"/>
                      <a:pt x="193" y="0"/>
                    </a:cubicBezTo>
                    <a:cubicBezTo>
                      <a:pt x="126" y="6"/>
                      <a:pt x="62" y="15"/>
                      <a:pt x="0" y="3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3" name="Freeform 3606">
                <a:extLst>
                  <a:ext uri="{FF2B5EF4-FFF2-40B4-BE49-F238E27FC236}">
                    <a16:creationId xmlns:a16="http://schemas.microsoft.com/office/drawing/2014/main" id="{5CA5E9B2-0C19-4645-9FB1-EC3732ABD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" y="2226"/>
                <a:ext cx="187" cy="128"/>
              </a:xfrm>
              <a:custGeom>
                <a:avLst/>
                <a:gdLst>
                  <a:gd name="T0" fmla="*/ 80 w 183"/>
                  <a:gd name="T1" fmla="*/ 132 h 126"/>
                  <a:gd name="T2" fmla="*/ 147 w 183"/>
                  <a:gd name="T3" fmla="*/ 63 h 126"/>
                  <a:gd name="T4" fmla="*/ 195 w 183"/>
                  <a:gd name="T5" fmla="*/ 2 h 126"/>
                  <a:gd name="T6" fmla="*/ 81 w 183"/>
                  <a:gd name="T7" fmla="*/ 13 h 126"/>
                  <a:gd name="T8" fmla="*/ 0 w 183"/>
                  <a:gd name="T9" fmla="*/ 24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3" h="126">
                    <a:moveTo>
                      <a:pt x="74" y="126"/>
                    </a:moveTo>
                    <a:cubicBezTo>
                      <a:pt x="88" y="103"/>
                      <a:pt x="119" y="81"/>
                      <a:pt x="138" y="60"/>
                    </a:cubicBezTo>
                    <a:cubicBezTo>
                      <a:pt x="152" y="46"/>
                      <a:pt x="178" y="21"/>
                      <a:pt x="183" y="2"/>
                    </a:cubicBezTo>
                    <a:cubicBezTo>
                      <a:pt x="146" y="0"/>
                      <a:pt x="111" y="11"/>
                      <a:pt x="75" y="13"/>
                    </a:cubicBezTo>
                    <a:cubicBezTo>
                      <a:pt x="58" y="13"/>
                      <a:pt x="7" y="29"/>
                      <a:pt x="0" y="2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4" name="Freeform 3607">
                <a:extLst>
                  <a:ext uri="{FF2B5EF4-FFF2-40B4-BE49-F238E27FC236}">
                    <a16:creationId xmlns:a16="http://schemas.microsoft.com/office/drawing/2014/main" id="{D68D281F-8E33-46C1-999E-E8BBDBF7F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513"/>
                <a:ext cx="151" cy="141"/>
              </a:xfrm>
              <a:custGeom>
                <a:avLst/>
                <a:gdLst>
                  <a:gd name="T0" fmla="*/ 0 w 148"/>
                  <a:gd name="T1" fmla="*/ 101 h 139"/>
                  <a:gd name="T2" fmla="*/ 90 w 148"/>
                  <a:gd name="T3" fmla="*/ 48 h 139"/>
                  <a:gd name="T4" fmla="*/ 156 w 148"/>
                  <a:gd name="T5" fmla="*/ 1 h 139"/>
                  <a:gd name="T6" fmla="*/ 156 w 148"/>
                  <a:gd name="T7" fmla="*/ 1 h 139"/>
                  <a:gd name="T8" fmla="*/ 137 w 148"/>
                  <a:gd name="T9" fmla="*/ 89 h 139"/>
                  <a:gd name="T10" fmla="*/ 117 w 148"/>
                  <a:gd name="T11" fmla="*/ 145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139">
                    <a:moveTo>
                      <a:pt x="0" y="98"/>
                    </a:moveTo>
                    <a:cubicBezTo>
                      <a:pt x="16" y="74"/>
                      <a:pt x="58" y="58"/>
                      <a:pt x="84" y="45"/>
                    </a:cubicBezTo>
                    <a:cubicBezTo>
                      <a:pt x="105" y="34"/>
                      <a:pt x="130" y="19"/>
                      <a:pt x="147" y="1"/>
                    </a:cubicBezTo>
                    <a:cubicBezTo>
                      <a:pt x="148" y="0"/>
                      <a:pt x="148" y="0"/>
                      <a:pt x="147" y="1"/>
                    </a:cubicBezTo>
                    <a:cubicBezTo>
                      <a:pt x="148" y="25"/>
                      <a:pt x="134" y="62"/>
                      <a:pt x="128" y="86"/>
                    </a:cubicBezTo>
                    <a:cubicBezTo>
                      <a:pt x="123" y="104"/>
                      <a:pt x="117" y="121"/>
                      <a:pt x="111" y="13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5" name="Freeform 3608">
                <a:extLst>
                  <a:ext uri="{FF2B5EF4-FFF2-40B4-BE49-F238E27FC236}">
                    <a16:creationId xmlns:a16="http://schemas.microsoft.com/office/drawing/2014/main" id="{FF032555-0FCE-4103-9F3F-B6DA390A3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523"/>
                <a:ext cx="139" cy="171"/>
              </a:xfrm>
              <a:custGeom>
                <a:avLst/>
                <a:gdLst>
                  <a:gd name="T0" fmla="*/ 0 w 136"/>
                  <a:gd name="T1" fmla="*/ 137 h 168"/>
                  <a:gd name="T2" fmla="*/ 77 w 136"/>
                  <a:gd name="T3" fmla="*/ 56 h 168"/>
                  <a:gd name="T4" fmla="*/ 145 w 136"/>
                  <a:gd name="T5" fmla="*/ 0 h 168"/>
                  <a:gd name="T6" fmla="*/ 115 w 136"/>
                  <a:gd name="T7" fmla="*/ 177 h 1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68">
                    <a:moveTo>
                      <a:pt x="0" y="131"/>
                    </a:moveTo>
                    <a:cubicBezTo>
                      <a:pt x="22" y="99"/>
                      <a:pt x="39" y="76"/>
                      <a:pt x="71" y="53"/>
                    </a:cubicBezTo>
                    <a:cubicBezTo>
                      <a:pt x="93" y="37"/>
                      <a:pt x="113" y="14"/>
                      <a:pt x="136" y="0"/>
                    </a:cubicBezTo>
                    <a:cubicBezTo>
                      <a:pt x="131" y="57"/>
                      <a:pt x="120" y="118"/>
                      <a:pt x="109" y="16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6" name="Freeform 3609">
                <a:extLst>
                  <a:ext uri="{FF2B5EF4-FFF2-40B4-BE49-F238E27FC236}">
                    <a16:creationId xmlns:a16="http://schemas.microsoft.com/office/drawing/2014/main" id="{544A4401-2626-4528-BB77-301AEC68D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2538"/>
                <a:ext cx="165" cy="183"/>
              </a:xfrm>
              <a:custGeom>
                <a:avLst/>
                <a:gdLst>
                  <a:gd name="T0" fmla="*/ 0 w 161"/>
                  <a:gd name="T1" fmla="*/ 153 h 179"/>
                  <a:gd name="T2" fmla="*/ 171 w 161"/>
                  <a:gd name="T3" fmla="*/ 0 h 179"/>
                  <a:gd name="T4" fmla="*/ 164 w 161"/>
                  <a:gd name="T5" fmla="*/ 128 h 179"/>
                  <a:gd name="T6" fmla="*/ 142 w 161"/>
                  <a:gd name="T7" fmla="*/ 191 h 1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1" h="179">
                    <a:moveTo>
                      <a:pt x="0" y="144"/>
                    </a:moveTo>
                    <a:cubicBezTo>
                      <a:pt x="33" y="75"/>
                      <a:pt x="98" y="39"/>
                      <a:pt x="159" y="0"/>
                    </a:cubicBezTo>
                    <a:cubicBezTo>
                      <a:pt x="158" y="40"/>
                      <a:pt x="161" y="80"/>
                      <a:pt x="152" y="119"/>
                    </a:cubicBezTo>
                    <a:cubicBezTo>
                      <a:pt x="148" y="140"/>
                      <a:pt x="139" y="161"/>
                      <a:pt x="133" y="17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7" name="Freeform 3610">
                <a:extLst>
                  <a:ext uri="{FF2B5EF4-FFF2-40B4-BE49-F238E27FC236}">
                    <a16:creationId xmlns:a16="http://schemas.microsoft.com/office/drawing/2014/main" id="{B3417AAE-E821-48DC-8191-18BD1862E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426"/>
                <a:ext cx="351" cy="159"/>
              </a:xfrm>
              <a:custGeom>
                <a:avLst/>
                <a:gdLst>
                  <a:gd name="T0" fmla="*/ 0 w 344"/>
                  <a:gd name="T1" fmla="*/ 165 h 156"/>
                  <a:gd name="T2" fmla="*/ 80 w 344"/>
                  <a:gd name="T3" fmla="*/ 106 h 156"/>
                  <a:gd name="T4" fmla="*/ 191 w 344"/>
                  <a:gd name="T5" fmla="*/ 67 h 156"/>
                  <a:gd name="T6" fmla="*/ 365 w 344"/>
                  <a:gd name="T7" fmla="*/ 0 h 1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4" h="156">
                    <a:moveTo>
                      <a:pt x="0" y="156"/>
                    </a:moveTo>
                    <a:cubicBezTo>
                      <a:pt x="1" y="127"/>
                      <a:pt x="52" y="111"/>
                      <a:pt x="74" y="100"/>
                    </a:cubicBezTo>
                    <a:cubicBezTo>
                      <a:pt x="106" y="84"/>
                      <a:pt x="144" y="72"/>
                      <a:pt x="179" y="64"/>
                    </a:cubicBezTo>
                    <a:cubicBezTo>
                      <a:pt x="238" y="50"/>
                      <a:pt x="296" y="33"/>
                      <a:pt x="34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8" name="Freeform 3611">
                <a:extLst>
                  <a:ext uri="{FF2B5EF4-FFF2-40B4-BE49-F238E27FC236}">
                    <a16:creationId xmlns:a16="http://schemas.microsoft.com/office/drawing/2014/main" id="{C1C6D3B8-F8A9-465E-B9E5-FB79A906C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048"/>
                <a:ext cx="68" cy="209"/>
              </a:xfrm>
              <a:custGeom>
                <a:avLst/>
                <a:gdLst>
                  <a:gd name="T0" fmla="*/ 0 w 67"/>
                  <a:gd name="T1" fmla="*/ 214 h 205"/>
                  <a:gd name="T2" fmla="*/ 10 w 67"/>
                  <a:gd name="T3" fmla="*/ 194 h 205"/>
                  <a:gd name="T4" fmla="*/ 17 w 67"/>
                  <a:gd name="T5" fmla="*/ 156 h 205"/>
                  <a:gd name="T6" fmla="*/ 26 w 67"/>
                  <a:gd name="T7" fmla="*/ 95 h 205"/>
                  <a:gd name="T8" fmla="*/ 47 w 67"/>
                  <a:gd name="T9" fmla="*/ 42 h 205"/>
                  <a:gd name="T10" fmla="*/ 70 w 67"/>
                  <a:gd name="T11" fmla="*/ 0 h 2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205">
                    <a:moveTo>
                      <a:pt x="0" y="202"/>
                    </a:moveTo>
                    <a:cubicBezTo>
                      <a:pt x="2" y="205"/>
                      <a:pt x="7" y="188"/>
                      <a:pt x="10" y="182"/>
                    </a:cubicBezTo>
                    <a:cubicBezTo>
                      <a:pt x="15" y="169"/>
                      <a:pt x="15" y="159"/>
                      <a:pt x="17" y="147"/>
                    </a:cubicBezTo>
                    <a:cubicBezTo>
                      <a:pt x="20" y="127"/>
                      <a:pt x="21" y="108"/>
                      <a:pt x="26" y="89"/>
                    </a:cubicBezTo>
                    <a:cubicBezTo>
                      <a:pt x="30" y="71"/>
                      <a:pt x="36" y="54"/>
                      <a:pt x="44" y="39"/>
                    </a:cubicBezTo>
                    <a:cubicBezTo>
                      <a:pt x="51" y="26"/>
                      <a:pt x="63" y="14"/>
                      <a:pt x="6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9" name="Freeform 3612">
                <a:extLst>
                  <a:ext uri="{FF2B5EF4-FFF2-40B4-BE49-F238E27FC236}">
                    <a16:creationId xmlns:a16="http://schemas.microsoft.com/office/drawing/2014/main" id="{375B08A2-6D9D-4682-AA46-7BDEF5408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105"/>
                <a:ext cx="225" cy="291"/>
              </a:xfrm>
              <a:custGeom>
                <a:avLst/>
                <a:gdLst>
                  <a:gd name="T0" fmla="*/ 235 w 220"/>
                  <a:gd name="T1" fmla="*/ 0 h 285"/>
                  <a:gd name="T2" fmla="*/ 151 w 220"/>
                  <a:gd name="T3" fmla="*/ 67 h 285"/>
                  <a:gd name="T4" fmla="*/ 73 w 220"/>
                  <a:gd name="T5" fmla="*/ 152 h 285"/>
                  <a:gd name="T6" fmla="*/ 21 w 220"/>
                  <a:gd name="T7" fmla="*/ 252 h 285"/>
                  <a:gd name="T8" fmla="*/ 0 w 220"/>
                  <a:gd name="T9" fmla="*/ 303 h 2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0" h="285">
                    <a:moveTo>
                      <a:pt x="220" y="0"/>
                    </a:moveTo>
                    <a:cubicBezTo>
                      <a:pt x="201" y="30"/>
                      <a:pt x="171" y="45"/>
                      <a:pt x="142" y="64"/>
                    </a:cubicBezTo>
                    <a:cubicBezTo>
                      <a:pt x="112" y="86"/>
                      <a:pt x="87" y="113"/>
                      <a:pt x="67" y="143"/>
                    </a:cubicBezTo>
                    <a:cubicBezTo>
                      <a:pt x="47" y="174"/>
                      <a:pt x="34" y="202"/>
                      <a:pt x="21" y="237"/>
                    </a:cubicBezTo>
                    <a:cubicBezTo>
                      <a:pt x="15" y="253"/>
                      <a:pt x="9" y="272"/>
                      <a:pt x="0" y="28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0" name="Freeform 3613">
                <a:extLst>
                  <a:ext uri="{FF2B5EF4-FFF2-40B4-BE49-F238E27FC236}">
                    <a16:creationId xmlns:a16="http://schemas.microsoft.com/office/drawing/2014/main" id="{5EEEFA45-2D1D-45F5-A046-55C7D6900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213"/>
                <a:ext cx="344" cy="290"/>
              </a:xfrm>
              <a:custGeom>
                <a:avLst/>
                <a:gdLst>
                  <a:gd name="T0" fmla="*/ 358 w 337"/>
                  <a:gd name="T1" fmla="*/ 0 h 285"/>
                  <a:gd name="T2" fmla="*/ 137 w 337"/>
                  <a:gd name="T3" fmla="*/ 126 h 285"/>
                  <a:gd name="T4" fmla="*/ 35 w 337"/>
                  <a:gd name="T5" fmla="*/ 243 h 285"/>
                  <a:gd name="T6" fmla="*/ 0 w 337"/>
                  <a:gd name="T7" fmla="*/ 300 h 2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7" h="285">
                    <a:moveTo>
                      <a:pt x="337" y="0"/>
                    </a:moveTo>
                    <a:cubicBezTo>
                      <a:pt x="274" y="45"/>
                      <a:pt x="192" y="73"/>
                      <a:pt x="128" y="120"/>
                    </a:cubicBezTo>
                    <a:cubicBezTo>
                      <a:pt x="87" y="150"/>
                      <a:pt x="61" y="191"/>
                      <a:pt x="32" y="231"/>
                    </a:cubicBezTo>
                    <a:cubicBezTo>
                      <a:pt x="20" y="247"/>
                      <a:pt x="4" y="267"/>
                      <a:pt x="0" y="28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1" name="Freeform 3614">
                <a:extLst>
                  <a:ext uri="{FF2B5EF4-FFF2-40B4-BE49-F238E27FC236}">
                    <a16:creationId xmlns:a16="http://schemas.microsoft.com/office/drawing/2014/main" id="{43321E49-9A59-4E3B-B9EA-6FF0847FE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050"/>
                <a:ext cx="49" cy="163"/>
              </a:xfrm>
              <a:custGeom>
                <a:avLst/>
                <a:gdLst>
                  <a:gd name="T0" fmla="*/ 0 w 48"/>
                  <a:gd name="T1" fmla="*/ 171 h 159"/>
                  <a:gd name="T2" fmla="*/ 51 w 48"/>
                  <a:gd name="T3" fmla="*/ 0 h 1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59">
                    <a:moveTo>
                      <a:pt x="0" y="159"/>
                    </a:moveTo>
                    <a:cubicBezTo>
                      <a:pt x="29" y="112"/>
                      <a:pt x="13" y="43"/>
                      <a:pt x="4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2" name="Freeform 3615">
                <a:extLst>
                  <a:ext uri="{FF2B5EF4-FFF2-40B4-BE49-F238E27FC236}">
                    <a16:creationId xmlns:a16="http://schemas.microsoft.com/office/drawing/2014/main" id="{30F947FD-040E-4781-A895-943E8ED61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060"/>
                <a:ext cx="218" cy="241"/>
              </a:xfrm>
              <a:custGeom>
                <a:avLst/>
                <a:gdLst>
                  <a:gd name="T0" fmla="*/ 228 w 213"/>
                  <a:gd name="T1" fmla="*/ 0 h 237"/>
                  <a:gd name="T2" fmla="*/ 76 w 213"/>
                  <a:gd name="T3" fmla="*/ 124 h 237"/>
                  <a:gd name="T4" fmla="*/ 0 w 213"/>
                  <a:gd name="T5" fmla="*/ 249 h 2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3" h="237">
                    <a:moveTo>
                      <a:pt x="213" y="0"/>
                    </a:moveTo>
                    <a:cubicBezTo>
                      <a:pt x="166" y="42"/>
                      <a:pt x="110" y="68"/>
                      <a:pt x="70" y="118"/>
                    </a:cubicBezTo>
                    <a:cubicBezTo>
                      <a:pt x="43" y="153"/>
                      <a:pt x="17" y="197"/>
                      <a:pt x="0" y="23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3" name="Freeform 3616">
                <a:extLst>
                  <a:ext uri="{FF2B5EF4-FFF2-40B4-BE49-F238E27FC236}">
                    <a16:creationId xmlns:a16="http://schemas.microsoft.com/office/drawing/2014/main" id="{62FC4317-075C-433F-976C-251F8D26A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341"/>
                <a:ext cx="260" cy="231"/>
              </a:xfrm>
              <a:custGeom>
                <a:avLst/>
                <a:gdLst>
                  <a:gd name="T0" fmla="*/ 0 w 255"/>
                  <a:gd name="T1" fmla="*/ 204 h 226"/>
                  <a:gd name="T2" fmla="*/ 139 w 255"/>
                  <a:gd name="T3" fmla="*/ 97 h 226"/>
                  <a:gd name="T4" fmla="*/ 270 w 255"/>
                  <a:gd name="T5" fmla="*/ 0 h 226"/>
                  <a:gd name="T6" fmla="*/ 218 w 255"/>
                  <a:gd name="T7" fmla="*/ 147 h 226"/>
                  <a:gd name="T8" fmla="*/ 172 w 255"/>
                  <a:gd name="T9" fmla="*/ 241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5" h="226">
                    <a:moveTo>
                      <a:pt x="0" y="192"/>
                    </a:moveTo>
                    <a:cubicBezTo>
                      <a:pt x="17" y="145"/>
                      <a:pt x="88" y="112"/>
                      <a:pt x="130" y="91"/>
                    </a:cubicBezTo>
                    <a:cubicBezTo>
                      <a:pt x="171" y="70"/>
                      <a:pt x="235" y="45"/>
                      <a:pt x="255" y="0"/>
                    </a:cubicBezTo>
                    <a:cubicBezTo>
                      <a:pt x="225" y="37"/>
                      <a:pt x="220" y="95"/>
                      <a:pt x="206" y="138"/>
                    </a:cubicBezTo>
                    <a:cubicBezTo>
                      <a:pt x="198" y="163"/>
                      <a:pt x="185" y="212"/>
                      <a:pt x="163" y="2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4" name="Freeform 3617">
                <a:extLst>
                  <a:ext uri="{FF2B5EF4-FFF2-40B4-BE49-F238E27FC236}">
                    <a16:creationId xmlns:a16="http://schemas.microsoft.com/office/drawing/2014/main" id="{44524665-6D17-4D27-BB4C-2FDEEA219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292"/>
                <a:ext cx="246" cy="234"/>
              </a:xfrm>
              <a:custGeom>
                <a:avLst/>
                <a:gdLst>
                  <a:gd name="T0" fmla="*/ 0 w 241"/>
                  <a:gd name="T1" fmla="*/ 231 h 229"/>
                  <a:gd name="T2" fmla="*/ 98 w 241"/>
                  <a:gd name="T3" fmla="*/ 107 h 229"/>
                  <a:gd name="T4" fmla="*/ 256 w 241"/>
                  <a:gd name="T5" fmla="*/ 0 h 229"/>
                  <a:gd name="T6" fmla="*/ 202 w 241"/>
                  <a:gd name="T7" fmla="*/ 80 h 229"/>
                  <a:gd name="T8" fmla="*/ 155 w 241"/>
                  <a:gd name="T9" fmla="*/ 155 h 229"/>
                  <a:gd name="T10" fmla="*/ 107 w 241"/>
                  <a:gd name="T11" fmla="*/ 244 h 2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1" h="229">
                    <a:moveTo>
                      <a:pt x="0" y="216"/>
                    </a:moveTo>
                    <a:cubicBezTo>
                      <a:pt x="24" y="173"/>
                      <a:pt x="53" y="133"/>
                      <a:pt x="92" y="101"/>
                    </a:cubicBezTo>
                    <a:cubicBezTo>
                      <a:pt x="137" y="65"/>
                      <a:pt x="203" y="43"/>
                      <a:pt x="241" y="0"/>
                    </a:cubicBezTo>
                    <a:cubicBezTo>
                      <a:pt x="221" y="17"/>
                      <a:pt x="205" y="50"/>
                      <a:pt x="190" y="74"/>
                    </a:cubicBezTo>
                    <a:cubicBezTo>
                      <a:pt x="175" y="98"/>
                      <a:pt x="158" y="122"/>
                      <a:pt x="146" y="146"/>
                    </a:cubicBezTo>
                    <a:cubicBezTo>
                      <a:pt x="135" y="168"/>
                      <a:pt x="121" y="220"/>
                      <a:pt x="101" y="22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5" name="Freeform 3618">
                <a:extLst>
                  <a:ext uri="{FF2B5EF4-FFF2-40B4-BE49-F238E27FC236}">
                    <a16:creationId xmlns:a16="http://schemas.microsoft.com/office/drawing/2014/main" id="{A4E4A7A6-AB98-4B3A-8A60-8F67BBD7E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221"/>
                <a:ext cx="266" cy="124"/>
              </a:xfrm>
              <a:custGeom>
                <a:avLst/>
                <a:gdLst>
                  <a:gd name="T0" fmla="*/ 276 w 261"/>
                  <a:gd name="T1" fmla="*/ 0 h 122"/>
                  <a:gd name="T2" fmla="*/ 122 w 261"/>
                  <a:gd name="T3" fmla="*/ 50 h 122"/>
                  <a:gd name="T4" fmla="*/ 71 w 261"/>
                  <a:gd name="T5" fmla="*/ 73 h 122"/>
                  <a:gd name="T6" fmla="*/ 26 w 261"/>
                  <a:gd name="T7" fmla="*/ 104 h 122"/>
                  <a:gd name="T8" fmla="*/ 0 w 261"/>
                  <a:gd name="T9" fmla="*/ 128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1" h="122">
                    <a:moveTo>
                      <a:pt x="261" y="0"/>
                    </a:moveTo>
                    <a:cubicBezTo>
                      <a:pt x="214" y="18"/>
                      <a:pt x="163" y="28"/>
                      <a:pt x="116" y="47"/>
                    </a:cubicBezTo>
                    <a:cubicBezTo>
                      <a:pt x="100" y="54"/>
                      <a:pt x="83" y="61"/>
                      <a:pt x="68" y="70"/>
                    </a:cubicBezTo>
                    <a:cubicBezTo>
                      <a:pt x="54" y="78"/>
                      <a:pt x="40" y="93"/>
                      <a:pt x="26" y="98"/>
                    </a:cubicBezTo>
                    <a:cubicBezTo>
                      <a:pt x="19" y="108"/>
                      <a:pt x="8" y="113"/>
                      <a:pt x="0" y="12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6" name="Freeform 3619">
                <a:extLst>
                  <a:ext uri="{FF2B5EF4-FFF2-40B4-BE49-F238E27FC236}">
                    <a16:creationId xmlns:a16="http://schemas.microsoft.com/office/drawing/2014/main" id="{D6D77A92-9946-44A3-B46B-7EB7B7ED4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333"/>
                <a:ext cx="269" cy="192"/>
              </a:xfrm>
              <a:custGeom>
                <a:avLst/>
                <a:gdLst>
                  <a:gd name="T0" fmla="*/ 0 w 264"/>
                  <a:gd name="T1" fmla="*/ 200 h 188"/>
                  <a:gd name="T2" fmla="*/ 131 w 264"/>
                  <a:gd name="T3" fmla="*/ 91 h 188"/>
                  <a:gd name="T4" fmla="*/ 279 w 264"/>
                  <a:gd name="T5" fmla="*/ 0 h 188"/>
                  <a:gd name="T6" fmla="*/ 170 w 264"/>
                  <a:gd name="T7" fmla="*/ 170 h 1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4" h="188">
                    <a:moveTo>
                      <a:pt x="0" y="188"/>
                    </a:moveTo>
                    <a:cubicBezTo>
                      <a:pt x="22" y="140"/>
                      <a:pt x="82" y="110"/>
                      <a:pt x="125" y="85"/>
                    </a:cubicBezTo>
                    <a:cubicBezTo>
                      <a:pt x="165" y="62"/>
                      <a:pt x="239" y="40"/>
                      <a:pt x="264" y="0"/>
                    </a:cubicBezTo>
                    <a:cubicBezTo>
                      <a:pt x="234" y="56"/>
                      <a:pt x="189" y="104"/>
                      <a:pt x="161" y="16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7" name="Freeform 3620">
                <a:extLst>
                  <a:ext uri="{FF2B5EF4-FFF2-40B4-BE49-F238E27FC236}">
                    <a16:creationId xmlns:a16="http://schemas.microsoft.com/office/drawing/2014/main" id="{AC5601FD-6292-4A49-AEAA-060B0F9A3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2375"/>
                <a:ext cx="189" cy="116"/>
              </a:xfrm>
              <a:custGeom>
                <a:avLst/>
                <a:gdLst>
                  <a:gd name="T0" fmla="*/ 0 w 185"/>
                  <a:gd name="T1" fmla="*/ 67 h 114"/>
                  <a:gd name="T2" fmla="*/ 76 w 185"/>
                  <a:gd name="T3" fmla="*/ 34 h 114"/>
                  <a:gd name="T4" fmla="*/ 197 w 185"/>
                  <a:gd name="T5" fmla="*/ 0 h 114"/>
                  <a:gd name="T6" fmla="*/ 83 w 185"/>
                  <a:gd name="T7" fmla="*/ 120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5" h="114">
                    <a:moveTo>
                      <a:pt x="0" y="64"/>
                    </a:moveTo>
                    <a:cubicBezTo>
                      <a:pt x="15" y="39"/>
                      <a:pt x="44" y="36"/>
                      <a:pt x="70" y="31"/>
                    </a:cubicBezTo>
                    <a:cubicBezTo>
                      <a:pt x="108" y="22"/>
                      <a:pt x="147" y="9"/>
                      <a:pt x="185" y="0"/>
                    </a:cubicBezTo>
                    <a:cubicBezTo>
                      <a:pt x="141" y="29"/>
                      <a:pt x="128" y="92"/>
                      <a:pt x="77" y="1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8" name="Freeform 3621">
                <a:extLst>
                  <a:ext uri="{FF2B5EF4-FFF2-40B4-BE49-F238E27FC236}">
                    <a16:creationId xmlns:a16="http://schemas.microsoft.com/office/drawing/2014/main" id="{8EB5725C-971F-4F15-9FE4-D7D02B283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2260"/>
                <a:ext cx="217" cy="118"/>
              </a:xfrm>
              <a:custGeom>
                <a:avLst/>
                <a:gdLst>
                  <a:gd name="T0" fmla="*/ 0 w 213"/>
                  <a:gd name="T1" fmla="*/ 66 h 116"/>
                  <a:gd name="T2" fmla="*/ 103 w 213"/>
                  <a:gd name="T3" fmla="*/ 42 h 116"/>
                  <a:gd name="T4" fmla="*/ 225 w 213"/>
                  <a:gd name="T5" fmla="*/ 0 h 116"/>
                  <a:gd name="T6" fmla="*/ 69 w 213"/>
                  <a:gd name="T7" fmla="*/ 122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3" h="116">
                    <a:moveTo>
                      <a:pt x="0" y="63"/>
                    </a:moveTo>
                    <a:cubicBezTo>
                      <a:pt x="26" y="43"/>
                      <a:pt x="65" y="47"/>
                      <a:pt x="97" y="39"/>
                    </a:cubicBezTo>
                    <a:cubicBezTo>
                      <a:pt x="136" y="28"/>
                      <a:pt x="178" y="21"/>
                      <a:pt x="213" y="0"/>
                    </a:cubicBezTo>
                    <a:cubicBezTo>
                      <a:pt x="163" y="35"/>
                      <a:pt x="109" y="75"/>
                      <a:pt x="66" y="11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9" name="Freeform 3622">
                <a:extLst>
                  <a:ext uri="{FF2B5EF4-FFF2-40B4-BE49-F238E27FC236}">
                    <a16:creationId xmlns:a16="http://schemas.microsoft.com/office/drawing/2014/main" id="{01EAECEE-EB19-4DAE-8423-D22D83940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2064"/>
                <a:ext cx="323" cy="164"/>
              </a:xfrm>
              <a:custGeom>
                <a:avLst/>
                <a:gdLst>
                  <a:gd name="T0" fmla="*/ 0 w 316"/>
                  <a:gd name="T1" fmla="*/ 170 h 161"/>
                  <a:gd name="T2" fmla="*/ 94 w 316"/>
                  <a:gd name="T3" fmla="*/ 112 h 161"/>
                  <a:gd name="T4" fmla="*/ 165 w 316"/>
                  <a:gd name="T5" fmla="*/ 66 h 161"/>
                  <a:gd name="T6" fmla="*/ 275 w 316"/>
                  <a:gd name="T7" fmla="*/ 52 h 161"/>
                  <a:gd name="T8" fmla="*/ 337 w 316"/>
                  <a:gd name="T9" fmla="*/ 0 h 1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161">
                    <a:moveTo>
                      <a:pt x="0" y="161"/>
                    </a:moveTo>
                    <a:cubicBezTo>
                      <a:pt x="33" y="145"/>
                      <a:pt x="60" y="129"/>
                      <a:pt x="88" y="106"/>
                    </a:cubicBezTo>
                    <a:cubicBezTo>
                      <a:pt x="112" y="86"/>
                      <a:pt x="125" y="69"/>
                      <a:pt x="155" y="63"/>
                    </a:cubicBezTo>
                    <a:cubicBezTo>
                      <a:pt x="185" y="58"/>
                      <a:pt x="229" y="61"/>
                      <a:pt x="257" y="49"/>
                    </a:cubicBezTo>
                    <a:cubicBezTo>
                      <a:pt x="280" y="39"/>
                      <a:pt x="293" y="8"/>
                      <a:pt x="31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0" name="Freeform 3623">
                <a:extLst>
                  <a:ext uri="{FF2B5EF4-FFF2-40B4-BE49-F238E27FC236}">
                    <a16:creationId xmlns:a16="http://schemas.microsoft.com/office/drawing/2014/main" id="{559B2041-E3FC-42A2-AF61-C6F66851A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" y="1936"/>
                <a:ext cx="387" cy="121"/>
              </a:xfrm>
              <a:custGeom>
                <a:avLst/>
                <a:gdLst>
                  <a:gd name="T0" fmla="*/ 0 w 380"/>
                  <a:gd name="T1" fmla="*/ 125 h 119"/>
                  <a:gd name="T2" fmla="*/ 128 w 380"/>
                  <a:gd name="T3" fmla="*/ 108 h 119"/>
                  <a:gd name="T4" fmla="*/ 207 w 380"/>
                  <a:gd name="T5" fmla="*/ 48 h 119"/>
                  <a:gd name="T6" fmla="*/ 401 w 380"/>
                  <a:gd name="T7" fmla="*/ 0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0" h="119">
                    <a:moveTo>
                      <a:pt x="0" y="119"/>
                    </a:moveTo>
                    <a:cubicBezTo>
                      <a:pt x="40" y="113"/>
                      <a:pt x="83" y="116"/>
                      <a:pt x="122" y="102"/>
                    </a:cubicBezTo>
                    <a:cubicBezTo>
                      <a:pt x="154" y="90"/>
                      <a:pt x="169" y="56"/>
                      <a:pt x="195" y="45"/>
                    </a:cubicBezTo>
                    <a:cubicBezTo>
                      <a:pt x="247" y="21"/>
                      <a:pt x="343" y="39"/>
                      <a:pt x="38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1" name="Freeform 3624">
                <a:extLst>
                  <a:ext uri="{FF2B5EF4-FFF2-40B4-BE49-F238E27FC236}">
                    <a16:creationId xmlns:a16="http://schemas.microsoft.com/office/drawing/2014/main" id="{F2DBF613-BB4A-4031-84DA-7B1194E6B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2298"/>
                <a:ext cx="227" cy="139"/>
              </a:xfrm>
              <a:custGeom>
                <a:avLst/>
                <a:gdLst>
                  <a:gd name="T0" fmla="*/ 109 w 222"/>
                  <a:gd name="T1" fmla="*/ 145 h 136"/>
                  <a:gd name="T2" fmla="*/ 172 w 222"/>
                  <a:gd name="T3" fmla="*/ 70 h 136"/>
                  <a:gd name="T4" fmla="*/ 237 w 222"/>
                  <a:gd name="T5" fmla="*/ 0 h 136"/>
                  <a:gd name="T6" fmla="*/ 106 w 222"/>
                  <a:gd name="T7" fmla="*/ 48 h 136"/>
                  <a:gd name="T8" fmla="*/ 0 w 222"/>
                  <a:gd name="T9" fmla="*/ 89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2" h="136">
                    <a:moveTo>
                      <a:pt x="103" y="136"/>
                    </a:moveTo>
                    <a:cubicBezTo>
                      <a:pt x="118" y="110"/>
                      <a:pt x="138" y="88"/>
                      <a:pt x="160" y="66"/>
                    </a:cubicBezTo>
                    <a:cubicBezTo>
                      <a:pt x="179" y="48"/>
                      <a:pt x="212" y="25"/>
                      <a:pt x="222" y="0"/>
                    </a:cubicBezTo>
                    <a:cubicBezTo>
                      <a:pt x="185" y="20"/>
                      <a:pt x="139" y="29"/>
                      <a:pt x="100" y="45"/>
                    </a:cubicBezTo>
                    <a:cubicBezTo>
                      <a:pt x="71" y="57"/>
                      <a:pt x="22" y="62"/>
                      <a:pt x="0" y="8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2" name="Freeform 3625">
                <a:extLst>
                  <a:ext uri="{FF2B5EF4-FFF2-40B4-BE49-F238E27FC236}">
                    <a16:creationId xmlns:a16="http://schemas.microsoft.com/office/drawing/2014/main" id="{A789AA15-24A6-46EB-AA2E-E826A544C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199"/>
                <a:ext cx="206" cy="153"/>
              </a:xfrm>
              <a:custGeom>
                <a:avLst/>
                <a:gdLst>
                  <a:gd name="T0" fmla="*/ 128 w 202"/>
                  <a:gd name="T1" fmla="*/ 159 h 150"/>
                  <a:gd name="T2" fmla="*/ 185 w 202"/>
                  <a:gd name="T3" fmla="*/ 64 h 150"/>
                  <a:gd name="T4" fmla="*/ 214 w 202"/>
                  <a:gd name="T5" fmla="*/ 0 h 150"/>
                  <a:gd name="T6" fmla="*/ 83 w 202"/>
                  <a:gd name="T7" fmla="*/ 66 h 150"/>
                  <a:gd name="T8" fmla="*/ 0 w 202"/>
                  <a:gd name="T9" fmla="*/ 150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2" h="150">
                    <a:moveTo>
                      <a:pt x="122" y="150"/>
                    </a:moveTo>
                    <a:cubicBezTo>
                      <a:pt x="131" y="119"/>
                      <a:pt x="160" y="91"/>
                      <a:pt x="174" y="61"/>
                    </a:cubicBezTo>
                    <a:cubicBezTo>
                      <a:pt x="184" y="41"/>
                      <a:pt x="193" y="20"/>
                      <a:pt x="202" y="0"/>
                    </a:cubicBezTo>
                    <a:cubicBezTo>
                      <a:pt x="162" y="16"/>
                      <a:pt x="112" y="39"/>
                      <a:pt x="77" y="63"/>
                    </a:cubicBezTo>
                    <a:cubicBezTo>
                      <a:pt x="45" y="85"/>
                      <a:pt x="26" y="114"/>
                      <a:pt x="0" y="14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3" name="Freeform 3626">
                <a:extLst>
                  <a:ext uri="{FF2B5EF4-FFF2-40B4-BE49-F238E27FC236}">
                    <a16:creationId xmlns:a16="http://schemas.microsoft.com/office/drawing/2014/main" id="{E3667D76-9B4E-48B5-9EB6-CB86ECC3C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087"/>
                <a:ext cx="219" cy="129"/>
              </a:xfrm>
              <a:custGeom>
                <a:avLst/>
                <a:gdLst>
                  <a:gd name="T0" fmla="*/ 192 w 214"/>
                  <a:gd name="T1" fmla="*/ 135 h 126"/>
                  <a:gd name="T2" fmla="*/ 229 w 214"/>
                  <a:gd name="T3" fmla="*/ 0 h 126"/>
                  <a:gd name="T4" fmla="*/ 75 w 214"/>
                  <a:gd name="T5" fmla="*/ 71 h 126"/>
                  <a:gd name="T6" fmla="*/ 0 w 214"/>
                  <a:gd name="T7" fmla="*/ 122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4" h="126">
                    <a:moveTo>
                      <a:pt x="180" y="126"/>
                    </a:moveTo>
                    <a:cubicBezTo>
                      <a:pt x="206" y="93"/>
                      <a:pt x="201" y="40"/>
                      <a:pt x="214" y="0"/>
                    </a:cubicBezTo>
                    <a:cubicBezTo>
                      <a:pt x="169" y="31"/>
                      <a:pt x="120" y="45"/>
                      <a:pt x="69" y="65"/>
                    </a:cubicBezTo>
                    <a:cubicBezTo>
                      <a:pt x="38" y="77"/>
                      <a:pt x="22" y="93"/>
                      <a:pt x="0" y="1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4" name="Freeform 3627">
                <a:extLst>
                  <a:ext uri="{FF2B5EF4-FFF2-40B4-BE49-F238E27FC236}">
                    <a16:creationId xmlns:a16="http://schemas.microsoft.com/office/drawing/2014/main" id="{AE7EF8C4-DC37-4CDD-A5C4-171069B82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046"/>
                <a:ext cx="19" cy="43"/>
              </a:xfrm>
              <a:custGeom>
                <a:avLst/>
                <a:gdLst>
                  <a:gd name="T0" fmla="*/ 0 w 19"/>
                  <a:gd name="T1" fmla="*/ 45 h 42"/>
                  <a:gd name="T2" fmla="*/ 19 w 19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2">
                    <a:moveTo>
                      <a:pt x="0" y="42"/>
                    </a:moveTo>
                    <a:cubicBezTo>
                      <a:pt x="1" y="27"/>
                      <a:pt x="11" y="11"/>
                      <a:pt x="1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5" name="Freeform 3628">
                <a:extLst>
                  <a:ext uri="{FF2B5EF4-FFF2-40B4-BE49-F238E27FC236}">
                    <a16:creationId xmlns:a16="http://schemas.microsoft.com/office/drawing/2014/main" id="{49CEFC89-62EA-4294-946A-BD4D029D5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035"/>
                <a:ext cx="77" cy="128"/>
              </a:xfrm>
              <a:custGeom>
                <a:avLst/>
                <a:gdLst>
                  <a:gd name="T0" fmla="*/ 0 w 75"/>
                  <a:gd name="T1" fmla="*/ 134 h 125"/>
                  <a:gd name="T2" fmla="*/ 81 w 75"/>
                  <a:gd name="T3" fmla="*/ 0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25">
                    <a:moveTo>
                      <a:pt x="0" y="125"/>
                    </a:moveTo>
                    <a:cubicBezTo>
                      <a:pt x="39" y="99"/>
                      <a:pt x="32" y="27"/>
                      <a:pt x="7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6" name="Freeform 3629">
                <a:extLst>
                  <a:ext uri="{FF2B5EF4-FFF2-40B4-BE49-F238E27FC236}">
                    <a16:creationId xmlns:a16="http://schemas.microsoft.com/office/drawing/2014/main" id="{3B8989DE-958F-49D0-95AF-35EC1CA67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057"/>
                <a:ext cx="218" cy="205"/>
              </a:xfrm>
              <a:custGeom>
                <a:avLst/>
                <a:gdLst>
                  <a:gd name="T0" fmla="*/ 226 w 214"/>
                  <a:gd name="T1" fmla="*/ 0 h 200"/>
                  <a:gd name="T2" fmla="*/ 92 w 214"/>
                  <a:gd name="T3" fmla="*/ 86 h 200"/>
                  <a:gd name="T4" fmla="*/ 0 w 214"/>
                  <a:gd name="T5" fmla="*/ 215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4" h="200">
                    <a:moveTo>
                      <a:pt x="214" y="0"/>
                    </a:moveTo>
                    <a:cubicBezTo>
                      <a:pt x="173" y="26"/>
                      <a:pt x="122" y="46"/>
                      <a:pt x="86" y="80"/>
                    </a:cubicBezTo>
                    <a:cubicBezTo>
                      <a:pt x="50" y="114"/>
                      <a:pt x="38" y="169"/>
                      <a:pt x="0" y="20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7" name="Freeform 3630">
                <a:extLst>
                  <a:ext uri="{FF2B5EF4-FFF2-40B4-BE49-F238E27FC236}">
                    <a16:creationId xmlns:a16="http://schemas.microsoft.com/office/drawing/2014/main" id="{16DB4DEF-C541-4793-820C-EE952590C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208"/>
                <a:ext cx="149" cy="144"/>
              </a:xfrm>
              <a:custGeom>
                <a:avLst/>
                <a:gdLst>
                  <a:gd name="T0" fmla="*/ 0 w 146"/>
                  <a:gd name="T1" fmla="*/ 91 h 141"/>
                  <a:gd name="T2" fmla="*/ 155 w 146"/>
                  <a:gd name="T3" fmla="*/ 0 h 141"/>
                  <a:gd name="T4" fmla="*/ 117 w 146"/>
                  <a:gd name="T5" fmla="*/ 150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1">
                    <a:moveTo>
                      <a:pt x="0" y="85"/>
                    </a:moveTo>
                    <a:cubicBezTo>
                      <a:pt x="40" y="43"/>
                      <a:pt x="99" y="33"/>
                      <a:pt x="146" y="0"/>
                    </a:cubicBezTo>
                    <a:cubicBezTo>
                      <a:pt x="127" y="46"/>
                      <a:pt x="129" y="94"/>
                      <a:pt x="111" y="14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8" name="Freeform 3631">
                <a:extLst>
                  <a:ext uri="{FF2B5EF4-FFF2-40B4-BE49-F238E27FC236}">
                    <a16:creationId xmlns:a16="http://schemas.microsoft.com/office/drawing/2014/main" id="{726E656B-17B9-4493-9BD8-BF8D838F4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082"/>
                <a:ext cx="227" cy="129"/>
              </a:xfrm>
              <a:custGeom>
                <a:avLst/>
                <a:gdLst>
                  <a:gd name="T0" fmla="*/ 0 w 222"/>
                  <a:gd name="T1" fmla="*/ 135 h 126"/>
                  <a:gd name="T2" fmla="*/ 42 w 222"/>
                  <a:gd name="T3" fmla="*/ 88 h 126"/>
                  <a:gd name="T4" fmla="*/ 106 w 222"/>
                  <a:gd name="T5" fmla="*/ 39 h 126"/>
                  <a:gd name="T6" fmla="*/ 237 w 222"/>
                  <a:gd name="T7" fmla="*/ 4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26">
                    <a:moveTo>
                      <a:pt x="0" y="126"/>
                    </a:moveTo>
                    <a:cubicBezTo>
                      <a:pt x="16" y="118"/>
                      <a:pt x="25" y="94"/>
                      <a:pt x="39" y="82"/>
                    </a:cubicBezTo>
                    <a:cubicBezTo>
                      <a:pt x="57" y="66"/>
                      <a:pt x="79" y="49"/>
                      <a:pt x="100" y="36"/>
                    </a:cubicBezTo>
                    <a:cubicBezTo>
                      <a:pt x="134" y="16"/>
                      <a:pt x="181" y="0"/>
                      <a:pt x="222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9" name="Freeform 3632">
                <a:extLst>
                  <a:ext uri="{FF2B5EF4-FFF2-40B4-BE49-F238E27FC236}">
                    <a16:creationId xmlns:a16="http://schemas.microsoft.com/office/drawing/2014/main" id="{833E7CC0-16DE-4CB4-82AD-19FC1E27E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324"/>
                <a:ext cx="119" cy="70"/>
              </a:xfrm>
              <a:custGeom>
                <a:avLst/>
                <a:gdLst>
                  <a:gd name="T0" fmla="*/ 0 w 117"/>
                  <a:gd name="T1" fmla="*/ 53 h 69"/>
                  <a:gd name="T2" fmla="*/ 123 w 117"/>
                  <a:gd name="T3" fmla="*/ 0 h 69"/>
                  <a:gd name="T4" fmla="*/ 90 w 117"/>
                  <a:gd name="T5" fmla="*/ 72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69">
                    <a:moveTo>
                      <a:pt x="0" y="50"/>
                    </a:moveTo>
                    <a:cubicBezTo>
                      <a:pt x="44" y="43"/>
                      <a:pt x="79" y="19"/>
                      <a:pt x="117" y="0"/>
                    </a:cubicBezTo>
                    <a:cubicBezTo>
                      <a:pt x="106" y="23"/>
                      <a:pt x="98" y="48"/>
                      <a:pt x="86" y="6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0" name="Freeform 3633">
                <a:extLst>
                  <a:ext uri="{FF2B5EF4-FFF2-40B4-BE49-F238E27FC236}">
                    <a16:creationId xmlns:a16="http://schemas.microsoft.com/office/drawing/2014/main" id="{50B77F47-7B0A-480A-907D-2F3CE0FCD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225"/>
                <a:ext cx="238" cy="102"/>
              </a:xfrm>
              <a:custGeom>
                <a:avLst/>
                <a:gdLst>
                  <a:gd name="T0" fmla="*/ 0 w 233"/>
                  <a:gd name="T1" fmla="*/ 75 h 100"/>
                  <a:gd name="T2" fmla="*/ 109 w 233"/>
                  <a:gd name="T3" fmla="*/ 31 h 100"/>
                  <a:gd name="T4" fmla="*/ 248 w 233"/>
                  <a:gd name="T5" fmla="*/ 0 h 100"/>
                  <a:gd name="T6" fmla="*/ 184 w 233"/>
                  <a:gd name="T7" fmla="*/ 106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3" h="100">
                    <a:moveTo>
                      <a:pt x="0" y="72"/>
                    </a:moveTo>
                    <a:cubicBezTo>
                      <a:pt x="28" y="48"/>
                      <a:pt x="67" y="38"/>
                      <a:pt x="103" y="28"/>
                    </a:cubicBezTo>
                    <a:cubicBezTo>
                      <a:pt x="142" y="17"/>
                      <a:pt x="193" y="0"/>
                      <a:pt x="233" y="0"/>
                    </a:cubicBezTo>
                    <a:cubicBezTo>
                      <a:pt x="221" y="36"/>
                      <a:pt x="180" y="65"/>
                      <a:pt x="172" y="10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1" name="Freeform 3634">
                <a:extLst>
                  <a:ext uri="{FF2B5EF4-FFF2-40B4-BE49-F238E27FC236}">
                    <a16:creationId xmlns:a16="http://schemas.microsoft.com/office/drawing/2014/main" id="{FCD7760A-85DF-453C-BA06-6C67DDC36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177"/>
                <a:ext cx="197" cy="115"/>
              </a:xfrm>
              <a:custGeom>
                <a:avLst/>
                <a:gdLst>
                  <a:gd name="T0" fmla="*/ 81 w 193"/>
                  <a:gd name="T1" fmla="*/ 119 h 113"/>
                  <a:gd name="T2" fmla="*/ 154 w 193"/>
                  <a:gd name="T3" fmla="*/ 47 h 113"/>
                  <a:gd name="T4" fmla="*/ 205 w 193"/>
                  <a:gd name="T5" fmla="*/ 0 h 113"/>
                  <a:gd name="T6" fmla="*/ 3 w 193"/>
                  <a:gd name="T7" fmla="*/ 75 h 113"/>
                  <a:gd name="T8" fmla="*/ 0 w 193"/>
                  <a:gd name="T9" fmla="*/ 80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3" h="113">
                    <a:moveTo>
                      <a:pt x="75" y="113"/>
                    </a:moveTo>
                    <a:cubicBezTo>
                      <a:pt x="99" y="99"/>
                      <a:pt x="119" y="63"/>
                      <a:pt x="145" y="44"/>
                    </a:cubicBezTo>
                    <a:cubicBezTo>
                      <a:pt x="162" y="32"/>
                      <a:pt x="183" y="18"/>
                      <a:pt x="193" y="0"/>
                    </a:cubicBezTo>
                    <a:cubicBezTo>
                      <a:pt x="131" y="18"/>
                      <a:pt x="60" y="48"/>
                      <a:pt x="3" y="72"/>
                    </a:cubicBezTo>
                    <a:cubicBezTo>
                      <a:pt x="4" y="76"/>
                      <a:pt x="2" y="76"/>
                      <a:pt x="0" y="7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2" name="Freeform 3635">
                <a:extLst>
                  <a:ext uri="{FF2B5EF4-FFF2-40B4-BE49-F238E27FC236}">
                    <a16:creationId xmlns:a16="http://schemas.microsoft.com/office/drawing/2014/main" id="{DB928B76-57E0-49C6-A289-F465AA030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2177"/>
                <a:ext cx="223" cy="141"/>
              </a:xfrm>
              <a:custGeom>
                <a:avLst/>
                <a:gdLst>
                  <a:gd name="T0" fmla="*/ 80 w 218"/>
                  <a:gd name="T1" fmla="*/ 147 h 138"/>
                  <a:gd name="T2" fmla="*/ 165 w 218"/>
                  <a:gd name="T3" fmla="*/ 75 h 138"/>
                  <a:gd name="T4" fmla="*/ 233 w 218"/>
                  <a:gd name="T5" fmla="*/ 0 h 138"/>
                  <a:gd name="T6" fmla="*/ 100 w 218"/>
                  <a:gd name="T7" fmla="*/ 22 h 138"/>
                  <a:gd name="T8" fmla="*/ 0 w 218"/>
                  <a:gd name="T9" fmla="*/ 55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138">
                    <a:moveTo>
                      <a:pt x="74" y="138"/>
                    </a:moveTo>
                    <a:cubicBezTo>
                      <a:pt x="103" y="120"/>
                      <a:pt x="128" y="93"/>
                      <a:pt x="153" y="69"/>
                    </a:cubicBezTo>
                    <a:cubicBezTo>
                      <a:pt x="172" y="50"/>
                      <a:pt x="209" y="26"/>
                      <a:pt x="218" y="0"/>
                    </a:cubicBezTo>
                    <a:cubicBezTo>
                      <a:pt x="179" y="11"/>
                      <a:pt x="135" y="17"/>
                      <a:pt x="94" y="22"/>
                    </a:cubicBezTo>
                    <a:cubicBezTo>
                      <a:pt x="67" y="25"/>
                      <a:pt x="15" y="30"/>
                      <a:pt x="0" y="5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3" name="Freeform 3636">
                <a:extLst>
                  <a:ext uri="{FF2B5EF4-FFF2-40B4-BE49-F238E27FC236}">
                    <a16:creationId xmlns:a16="http://schemas.microsoft.com/office/drawing/2014/main" id="{5816C12E-0EDB-485B-A043-E3C980A8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091"/>
                <a:ext cx="69" cy="86"/>
              </a:xfrm>
              <a:custGeom>
                <a:avLst/>
                <a:gdLst>
                  <a:gd name="T0" fmla="*/ 0 w 67"/>
                  <a:gd name="T1" fmla="*/ 90 h 84"/>
                  <a:gd name="T2" fmla="*/ 73 w 67"/>
                  <a:gd name="T3" fmla="*/ 0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84">
                    <a:moveTo>
                      <a:pt x="0" y="84"/>
                    </a:moveTo>
                    <a:cubicBezTo>
                      <a:pt x="31" y="60"/>
                      <a:pt x="54" y="39"/>
                      <a:pt x="6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4" name="Freeform 3637">
                <a:extLst>
                  <a:ext uri="{FF2B5EF4-FFF2-40B4-BE49-F238E27FC236}">
                    <a16:creationId xmlns:a16="http://schemas.microsoft.com/office/drawing/2014/main" id="{92D86DE6-1CB8-4EEE-88A4-DD10DB1F6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035"/>
                <a:ext cx="237" cy="144"/>
              </a:xfrm>
              <a:custGeom>
                <a:avLst/>
                <a:gdLst>
                  <a:gd name="T0" fmla="*/ 245 w 233"/>
                  <a:gd name="T1" fmla="*/ 0 h 141"/>
                  <a:gd name="T2" fmla="*/ 122 w 233"/>
                  <a:gd name="T3" fmla="*/ 103 h 141"/>
                  <a:gd name="T4" fmla="*/ 0 w 233"/>
                  <a:gd name="T5" fmla="*/ 150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3" h="141">
                    <a:moveTo>
                      <a:pt x="233" y="0"/>
                    </a:moveTo>
                    <a:cubicBezTo>
                      <a:pt x="188" y="21"/>
                      <a:pt x="160" y="71"/>
                      <a:pt x="116" y="97"/>
                    </a:cubicBezTo>
                    <a:cubicBezTo>
                      <a:pt x="81" y="117"/>
                      <a:pt x="38" y="129"/>
                      <a:pt x="0" y="14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5" name="Freeform 3638">
                <a:extLst>
                  <a:ext uri="{FF2B5EF4-FFF2-40B4-BE49-F238E27FC236}">
                    <a16:creationId xmlns:a16="http://schemas.microsoft.com/office/drawing/2014/main" id="{92903F41-FA10-431C-A84B-46E228C3A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1959"/>
                <a:ext cx="238" cy="90"/>
              </a:xfrm>
              <a:custGeom>
                <a:avLst/>
                <a:gdLst>
                  <a:gd name="T0" fmla="*/ 0 w 233"/>
                  <a:gd name="T1" fmla="*/ 92 h 89"/>
                  <a:gd name="T2" fmla="*/ 148 w 233"/>
                  <a:gd name="T3" fmla="*/ 77 h 89"/>
                  <a:gd name="T4" fmla="*/ 248 w 233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3" h="89">
                    <a:moveTo>
                      <a:pt x="0" y="89"/>
                    </a:moveTo>
                    <a:cubicBezTo>
                      <a:pt x="43" y="73"/>
                      <a:pt x="96" y="88"/>
                      <a:pt x="139" y="74"/>
                    </a:cubicBezTo>
                    <a:cubicBezTo>
                      <a:pt x="183" y="61"/>
                      <a:pt x="200" y="25"/>
                      <a:pt x="23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6" name="Freeform 3639">
                <a:extLst>
                  <a:ext uri="{FF2B5EF4-FFF2-40B4-BE49-F238E27FC236}">
                    <a16:creationId xmlns:a16="http://schemas.microsoft.com/office/drawing/2014/main" id="{7C9AF856-72C2-421C-830C-1FEE335BB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2144"/>
                <a:ext cx="161" cy="103"/>
              </a:xfrm>
              <a:custGeom>
                <a:avLst/>
                <a:gdLst>
                  <a:gd name="T0" fmla="*/ 53 w 158"/>
                  <a:gd name="T1" fmla="*/ 107 h 101"/>
                  <a:gd name="T2" fmla="*/ 167 w 158"/>
                  <a:gd name="T3" fmla="*/ 2 h 101"/>
                  <a:gd name="T4" fmla="*/ 83 w 158"/>
                  <a:gd name="T5" fmla="*/ 15 h 101"/>
                  <a:gd name="T6" fmla="*/ 0 w 158"/>
                  <a:gd name="T7" fmla="*/ 32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01">
                    <a:moveTo>
                      <a:pt x="50" y="101"/>
                    </a:moveTo>
                    <a:cubicBezTo>
                      <a:pt x="86" y="86"/>
                      <a:pt x="131" y="31"/>
                      <a:pt x="158" y="2"/>
                    </a:cubicBezTo>
                    <a:cubicBezTo>
                      <a:pt x="130" y="0"/>
                      <a:pt x="104" y="13"/>
                      <a:pt x="78" y="15"/>
                    </a:cubicBezTo>
                    <a:cubicBezTo>
                      <a:pt x="49" y="18"/>
                      <a:pt x="26" y="19"/>
                      <a:pt x="0" y="2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7" name="Freeform 3640">
                <a:extLst>
                  <a:ext uri="{FF2B5EF4-FFF2-40B4-BE49-F238E27FC236}">
                    <a16:creationId xmlns:a16="http://schemas.microsoft.com/office/drawing/2014/main" id="{1F0A7271-1645-487B-A332-9EA4EBB41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038"/>
                <a:ext cx="165" cy="104"/>
              </a:xfrm>
              <a:custGeom>
                <a:avLst/>
                <a:gdLst>
                  <a:gd name="T0" fmla="*/ 0 w 161"/>
                  <a:gd name="T1" fmla="*/ 108 h 102"/>
                  <a:gd name="T2" fmla="*/ 96 w 161"/>
                  <a:gd name="T3" fmla="*/ 71 h 102"/>
                  <a:gd name="T4" fmla="*/ 173 w 161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1" h="102">
                    <a:moveTo>
                      <a:pt x="0" y="102"/>
                    </a:moveTo>
                    <a:cubicBezTo>
                      <a:pt x="23" y="85"/>
                      <a:pt x="62" y="84"/>
                      <a:pt x="90" y="68"/>
                    </a:cubicBezTo>
                    <a:cubicBezTo>
                      <a:pt x="122" y="50"/>
                      <a:pt x="134" y="20"/>
                      <a:pt x="16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8" name="Freeform 3641">
                <a:extLst>
                  <a:ext uri="{FF2B5EF4-FFF2-40B4-BE49-F238E27FC236}">
                    <a16:creationId xmlns:a16="http://schemas.microsoft.com/office/drawing/2014/main" id="{CAD2A099-C03B-4EE3-BC43-815BB31D5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074"/>
                <a:ext cx="110" cy="100"/>
              </a:xfrm>
              <a:custGeom>
                <a:avLst/>
                <a:gdLst>
                  <a:gd name="T0" fmla="*/ 0 w 108"/>
                  <a:gd name="T1" fmla="*/ 104 h 98"/>
                  <a:gd name="T2" fmla="*/ 58 w 108"/>
                  <a:gd name="T3" fmla="*/ 51 h 98"/>
                  <a:gd name="T4" fmla="*/ 114 w 108"/>
                  <a:gd name="T5" fmla="*/ 1 h 98"/>
                  <a:gd name="T6" fmla="*/ 34 w 108"/>
                  <a:gd name="T7" fmla="*/ 17 h 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8" h="98">
                    <a:moveTo>
                      <a:pt x="0" y="98"/>
                    </a:moveTo>
                    <a:cubicBezTo>
                      <a:pt x="21" y="93"/>
                      <a:pt x="40" y="63"/>
                      <a:pt x="55" y="48"/>
                    </a:cubicBezTo>
                    <a:cubicBezTo>
                      <a:pt x="71" y="32"/>
                      <a:pt x="93" y="18"/>
                      <a:pt x="108" y="1"/>
                    </a:cubicBezTo>
                    <a:cubicBezTo>
                      <a:pt x="85" y="0"/>
                      <a:pt x="49" y="7"/>
                      <a:pt x="31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9" name="Freeform 3642">
                <a:extLst>
                  <a:ext uri="{FF2B5EF4-FFF2-40B4-BE49-F238E27FC236}">
                    <a16:creationId xmlns:a16="http://schemas.microsoft.com/office/drawing/2014/main" id="{B152D4B6-A5D0-4AF6-85E5-924B22988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47"/>
                <a:ext cx="142" cy="133"/>
              </a:xfrm>
              <a:custGeom>
                <a:avLst/>
                <a:gdLst>
                  <a:gd name="T0" fmla="*/ 0 w 139"/>
                  <a:gd name="T1" fmla="*/ 139 h 130"/>
                  <a:gd name="T2" fmla="*/ 47 w 139"/>
                  <a:gd name="T3" fmla="*/ 115 h 130"/>
                  <a:gd name="T4" fmla="*/ 86 w 139"/>
                  <a:gd name="T5" fmla="*/ 78 h 130"/>
                  <a:gd name="T6" fmla="*/ 148 w 139"/>
                  <a:gd name="T7" fmla="*/ 0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9" h="130">
                    <a:moveTo>
                      <a:pt x="0" y="130"/>
                    </a:moveTo>
                    <a:cubicBezTo>
                      <a:pt x="11" y="116"/>
                      <a:pt x="29" y="116"/>
                      <a:pt x="44" y="107"/>
                    </a:cubicBezTo>
                    <a:cubicBezTo>
                      <a:pt x="60" y="99"/>
                      <a:pt x="70" y="86"/>
                      <a:pt x="80" y="72"/>
                    </a:cubicBezTo>
                    <a:cubicBezTo>
                      <a:pt x="99" y="48"/>
                      <a:pt x="119" y="25"/>
                      <a:pt x="13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0" name="Freeform 3643">
                <a:extLst>
                  <a:ext uri="{FF2B5EF4-FFF2-40B4-BE49-F238E27FC236}">
                    <a16:creationId xmlns:a16="http://schemas.microsoft.com/office/drawing/2014/main" id="{88C890E3-34C5-4AA1-9CF1-3813C5AA4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152"/>
                <a:ext cx="157" cy="103"/>
              </a:xfrm>
              <a:custGeom>
                <a:avLst/>
                <a:gdLst>
                  <a:gd name="T0" fmla="*/ 0 w 153"/>
                  <a:gd name="T1" fmla="*/ 78 h 101"/>
                  <a:gd name="T2" fmla="*/ 79 w 153"/>
                  <a:gd name="T3" fmla="*/ 40 h 101"/>
                  <a:gd name="T4" fmla="*/ 164 w 153"/>
                  <a:gd name="T5" fmla="*/ 1 h 101"/>
                  <a:gd name="T6" fmla="*/ 164 w 153"/>
                  <a:gd name="T7" fmla="*/ 0 h 101"/>
                  <a:gd name="T8" fmla="*/ 109 w 153"/>
                  <a:gd name="T9" fmla="*/ 107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01">
                    <a:moveTo>
                      <a:pt x="0" y="74"/>
                    </a:moveTo>
                    <a:cubicBezTo>
                      <a:pt x="17" y="49"/>
                      <a:pt x="47" y="46"/>
                      <a:pt x="73" y="37"/>
                    </a:cubicBezTo>
                    <a:cubicBezTo>
                      <a:pt x="101" y="27"/>
                      <a:pt x="127" y="14"/>
                      <a:pt x="152" y="1"/>
                    </a:cubicBezTo>
                    <a:cubicBezTo>
                      <a:pt x="153" y="0"/>
                      <a:pt x="153" y="0"/>
                      <a:pt x="152" y="0"/>
                    </a:cubicBezTo>
                    <a:cubicBezTo>
                      <a:pt x="128" y="29"/>
                      <a:pt x="123" y="81"/>
                      <a:pt x="100" y="10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1" name="Freeform 3644">
                <a:extLst>
                  <a:ext uri="{FF2B5EF4-FFF2-40B4-BE49-F238E27FC236}">
                    <a16:creationId xmlns:a16="http://schemas.microsoft.com/office/drawing/2014/main" id="{BD63BF50-4444-47BB-8DB4-1BC45A7CD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033"/>
                <a:ext cx="152" cy="118"/>
              </a:xfrm>
              <a:custGeom>
                <a:avLst/>
                <a:gdLst>
                  <a:gd name="T0" fmla="*/ 0 w 149"/>
                  <a:gd name="T1" fmla="*/ 122 h 116"/>
                  <a:gd name="T2" fmla="*/ 153 w 149"/>
                  <a:gd name="T3" fmla="*/ 0 h 116"/>
                  <a:gd name="T4" fmla="*/ 136 w 149"/>
                  <a:gd name="T5" fmla="*/ 94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9" h="116">
                    <a:moveTo>
                      <a:pt x="0" y="116"/>
                    </a:moveTo>
                    <a:cubicBezTo>
                      <a:pt x="18" y="52"/>
                      <a:pt x="102" y="42"/>
                      <a:pt x="144" y="0"/>
                    </a:cubicBezTo>
                    <a:cubicBezTo>
                      <a:pt x="142" y="27"/>
                      <a:pt x="149" y="72"/>
                      <a:pt x="127" y="8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2" name="Freeform 3645">
                <a:extLst>
                  <a:ext uri="{FF2B5EF4-FFF2-40B4-BE49-F238E27FC236}">
                    <a16:creationId xmlns:a16="http://schemas.microsoft.com/office/drawing/2014/main" id="{FF9EB7FB-7CE8-4DD8-A65F-641B8DCB9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018"/>
                <a:ext cx="65" cy="73"/>
              </a:xfrm>
              <a:custGeom>
                <a:avLst/>
                <a:gdLst>
                  <a:gd name="T0" fmla="*/ 0 w 64"/>
                  <a:gd name="T1" fmla="*/ 75 h 72"/>
                  <a:gd name="T2" fmla="*/ 67 w 64"/>
                  <a:gd name="T3" fmla="*/ 0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72">
                    <a:moveTo>
                      <a:pt x="0" y="72"/>
                    </a:moveTo>
                    <a:cubicBezTo>
                      <a:pt x="27" y="48"/>
                      <a:pt x="51" y="33"/>
                      <a:pt x="6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3" name="Freeform 3646">
                <a:extLst>
                  <a:ext uri="{FF2B5EF4-FFF2-40B4-BE49-F238E27FC236}">
                    <a16:creationId xmlns:a16="http://schemas.microsoft.com/office/drawing/2014/main" id="{48B72602-196A-448C-9FB2-A1137D0B6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001"/>
                <a:ext cx="34" cy="34"/>
              </a:xfrm>
              <a:custGeom>
                <a:avLst/>
                <a:gdLst>
                  <a:gd name="T0" fmla="*/ 0 w 33"/>
                  <a:gd name="T1" fmla="*/ 36 h 33"/>
                  <a:gd name="T2" fmla="*/ 36 w 33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3">
                    <a:moveTo>
                      <a:pt x="0" y="33"/>
                    </a:moveTo>
                    <a:cubicBezTo>
                      <a:pt x="13" y="23"/>
                      <a:pt x="25" y="8"/>
                      <a:pt x="33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4" name="Freeform 3647">
                <a:extLst>
                  <a:ext uri="{FF2B5EF4-FFF2-40B4-BE49-F238E27FC236}">
                    <a16:creationId xmlns:a16="http://schemas.microsoft.com/office/drawing/2014/main" id="{538FF6F8-18E6-4B7A-AE61-E80B8725E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1973"/>
                <a:ext cx="171" cy="79"/>
              </a:xfrm>
              <a:custGeom>
                <a:avLst/>
                <a:gdLst>
                  <a:gd name="T0" fmla="*/ 0 w 167"/>
                  <a:gd name="T1" fmla="*/ 81 h 78"/>
                  <a:gd name="T2" fmla="*/ 115 w 167"/>
                  <a:gd name="T3" fmla="*/ 52 h 78"/>
                  <a:gd name="T4" fmla="*/ 179 w 167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7" h="78">
                    <a:moveTo>
                      <a:pt x="0" y="78"/>
                    </a:moveTo>
                    <a:cubicBezTo>
                      <a:pt x="35" y="65"/>
                      <a:pt x="71" y="62"/>
                      <a:pt x="106" y="49"/>
                    </a:cubicBezTo>
                    <a:cubicBezTo>
                      <a:pt x="135" y="39"/>
                      <a:pt x="147" y="22"/>
                      <a:pt x="16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5" name="Freeform 3648">
                <a:extLst>
                  <a:ext uri="{FF2B5EF4-FFF2-40B4-BE49-F238E27FC236}">
                    <a16:creationId xmlns:a16="http://schemas.microsoft.com/office/drawing/2014/main" id="{C8782A15-2608-4BDC-9B07-EA6CB86BE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06"/>
                <a:ext cx="116" cy="93"/>
              </a:xfrm>
              <a:custGeom>
                <a:avLst/>
                <a:gdLst>
                  <a:gd name="T0" fmla="*/ 122 w 113"/>
                  <a:gd name="T1" fmla="*/ 84 h 91"/>
                  <a:gd name="T2" fmla="*/ 63 w 113"/>
                  <a:gd name="T3" fmla="*/ 87 h 91"/>
                  <a:gd name="T4" fmla="*/ 0 w 113"/>
                  <a:gd name="T5" fmla="*/ 95 h 91"/>
                  <a:gd name="T6" fmla="*/ 83 w 113"/>
                  <a:gd name="T7" fmla="*/ 0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91">
                    <a:moveTo>
                      <a:pt x="113" y="78"/>
                    </a:moveTo>
                    <a:cubicBezTo>
                      <a:pt x="92" y="91"/>
                      <a:pt x="78" y="82"/>
                      <a:pt x="57" y="81"/>
                    </a:cubicBezTo>
                    <a:cubicBezTo>
                      <a:pt x="37" y="79"/>
                      <a:pt x="19" y="86"/>
                      <a:pt x="0" y="89"/>
                    </a:cubicBezTo>
                    <a:cubicBezTo>
                      <a:pt x="18" y="56"/>
                      <a:pt x="54" y="26"/>
                      <a:pt x="7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6" name="Freeform 3649">
                <a:extLst>
                  <a:ext uri="{FF2B5EF4-FFF2-40B4-BE49-F238E27FC236}">
                    <a16:creationId xmlns:a16="http://schemas.microsoft.com/office/drawing/2014/main" id="{941432BD-4A54-437D-A56E-95B5AD6AA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089"/>
                <a:ext cx="224" cy="90"/>
              </a:xfrm>
              <a:custGeom>
                <a:avLst/>
                <a:gdLst>
                  <a:gd name="T0" fmla="*/ 234 w 219"/>
                  <a:gd name="T1" fmla="*/ 0 h 88"/>
                  <a:gd name="T2" fmla="*/ 0 w 219"/>
                  <a:gd name="T3" fmla="*/ 94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9" h="88">
                    <a:moveTo>
                      <a:pt x="219" y="0"/>
                    </a:moveTo>
                    <a:cubicBezTo>
                      <a:pt x="175" y="70"/>
                      <a:pt x="72" y="74"/>
                      <a:pt x="0" y="8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7" name="Freeform 3650">
                <a:extLst>
                  <a:ext uri="{FF2B5EF4-FFF2-40B4-BE49-F238E27FC236}">
                    <a16:creationId xmlns:a16="http://schemas.microsoft.com/office/drawing/2014/main" id="{D0555F58-6DEA-4E1E-AD27-D7927FE5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2131"/>
                <a:ext cx="68" cy="97"/>
              </a:xfrm>
              <a:custGeom>
                <a:avLst/>
                <a:gdLst>
                  <a:gd name="T0" fmla="*/ 72 w 66"/>
                  <a:gd name="T1" fmla="*/ 0 h 95"/>
                  <a:gd name="T2" fmla="*/ 0 w 66"/>
                  <a:gd name="T3" fmla="*/ 101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95">
                    <a:moveTo>
                      <a:pt x="66" y="0"/>
                    </a:moveTo>
                    <a:cubicBezTo>
                      <a:pt x="31" y="30"/>
                      <a:pt x="19" y="56"/>
                      <a:pt x="0" y="9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8" name="Freeform 3651">
                <a:extLst>
                  <a:ext uri="{FF2B5EF4-FFF2-40B4-BE49-F238E27FC236}">
                    <a16:creationId xmlns:a16="http://schemas.microsoft.com/office/drawing/2014/main" id="{8BAE2276-86DC-40AA-8F0B-49CC9E7F8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1922"/>
                <a:ext cx="1917" cy="962"/>
              </a:xfrm>
              <a:custGeom>
                <a:avLst/>
                <a:gdLst>
                  <a:gd name="T0" fmla="*/ 1998 w 1878"/>
                  <a:gd name="T1" fmla="*/ 114 h 943"/>
                  <a:gd name="T2" fmla="*/ 906 w 1878"/>
                  <a:gd name="T3" fmla="*/ 0 h 943"/>
                  <a:gd name="T4" fmla="*/ 0 w 1878"/>
                  <a:gd name="T5" fmla="*/ 349 h 943"/>
                  <a:gd name="T6" fmla="*/ 0 w 1878"/>
                  <a:gd name="T7" fmla="*/ 545 h 943"/>
                  <a:gd name="T8" fmla="*/ 1175 w 1878"/>
                  <a:gd name="T9" fmla="*/ 1001 h 943"/>
                  <a:gd name="T10" fmla="*/ 1998 w 1878"/>
                  <a:gd name="T11" fmla="*/ 206 h 943"/>
                  <a:gd name="T12" fmla="*/ 1998 w 1878"/>
                  <a:gd name="T13" fmla="*/ 114 h 9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8" h="943">
                    <a:moveTo>
                      <a:pt x="1878" y="108"/>
                    </a:moveTo>
                    <a:cubicBezTo>
                      <a:pt x="1878" y="108"/>
                      <a:pt x="1258" y="194"/>
                      <a:pt x="852" y="0"/>
                    </a:cubicBezTo>
                    <a:cubicBezTo>
                      <a:pt x="0" y="328"/>
                      <a:pt x="0" y="328"/>
                      <a:pt x="0" y="328"/>
                    </a:cubicBezTo>
                    <a:cubicBezTo>
                      <a:pt x="0" y="513"/>
                      <a:pt x="0" y="513"/>
                      <a:pt x="0" y="513"/>
                    </a:cubicBezTo>
                    <a:cubicBezTo>
                      <a:pt x="342" y="929"/>
                      <a:pt x="1105" y="943"/>
                      <a:pt x="1105" y="943"/>
                    </a:cubicBezTo>
                    <a:cubicBezTo>
                      <a:pt x="1878" y="194"/>
                      <a:pt x="1878" y="194"/>
                      <a:pt x="1878" y="194"/>
                    </a:cubicBezTo>
                    <a:lnTo>
                      <a:pt x="1878" y="10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9" name="Freeform 3652">
                <a:extLst>
                  <a:ext uri="{FF2B5EF4-FFF2-40B4-BE49-F238E27FC236}">
                    <a16:creationId xmlns:a16="http://schemas.microsoft.com/office/drawing/2014/main" id="{A05390BA-8496-4046-AC75-0DC8F5AA2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761"/>
                <a:ext cx="96" cy="63"/>
              </a:xfrm>
              <a:custGeom>
                <a:avLst/>
                <a:gdLst>
                  <a:gd name="T0" fmla="*/ 95 w 94"/>
                  <a:gd name="T1" fmla="*/ 49 h 62"/>
                  <a:gd name="T2" fmla="*/ 41 w 94"/>
                  <a:gd name="T3" fmla="*/ 56 h 62"/>
                  <a:gd name="T4" fmla="*/ 4 w 94"/>
                  <a:gd name="T5" fmla="*/ 15 h 62"/>
                  <a:gd name="T6" fmla="*/ 58 w 94"/>
                  <a:gd name="T7" fmla="*/ 8 h 62"/>
                  <a:gd name="T8" fmla="*/ 95 w 94"/>
                  <a:gd name="T9" fmla="*/ 49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62">
                    <a:moveTo>
                      <a:pt x="89" y="46"/>
                    </a:moveTo>
                    <a:cubicBezTo>
                      <a:pt x="85" y="59"/>
                      <a:pt x="62" y="62"/>
                      <a:pt x="38" y="53"/>
                    </a:cubicBezTo>
                    <a:cubicBezTo>
                      <a:pt x="15" y="44"/>
                      <a:pt x="0" y="27"/>
                      <a:pt x="4" y="15"/>
                    </a:cubicBezTo>
                    <a:cubicBezTo>
                      <a:pt x="9" y="2"/>
                      <a:pt x="32" y="0"/>
                      <a:pt x="55" y="8"/>
                    </a:cubicBezTo>
                    <a:cubicBezTo>
                      <a:pt x="79" y="17"/>
                      <a:pt x="94" y="34"/>
                      <a:pt x="89" y="46"/>
                    </a:cubicBezTo>
                    <a:close/>
                  </a:path>
                </a:pathLst>
              </a:custGeom>
              <a:solidFill>
                <a:srgbClr val="CA7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0" name="Freeform 3653">
                <a:extLst>
                  <a:ext uri="{FF2B5EF4-FFF2-40B4-BE49-F238E27FC236}">
                    <a16:creationId xmlns:a16="http://schemas.microsoft.com/office/drawing/2014/main" id="{B86E5C4B-F7F6-4AF9-ACB4-640D2120E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738"/>
                <a:ext cx="66" cy="89"/>
              </a:xfrm>
              <a:custGeom>
                <a:avLst/>
                <a:gdLst>
                  <a:gd name="T0" fmla="*/ 64 w 64"/>
                  <a:gd name="T1" fmla="*/ 54 h 87"/>
                  <a:gd name="T2" fmla="*/ 23 w 64"/>
                  <a:gd name="T3" fmla="*/ 89 h 87"/>
                  <a:gd name="T4" fmla="*/ 7 w 64"/>
                  <a:gd name="T5" fmla="*/ 39 h 87"/>
                  <a:gd name="T6" fmla="*/ 47 w 64"/>
                  <a:gd name="T7" fmla="*/ 4 h 87"/>
                  <a:gd name="T8" fmla="*/ 64 w 64"/>
                  <a:gd name="T9" fmla="*/ 54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87">
                    <a:moveTo>
                      <a:pt x="58" y="51"/>
                    </a:moveTo>
                    <a:cubicBezTo>
                      <a:pt x="51" y="73"/>
                      <a:pt x="34" y="87"/>
                      <a:pt x="20" y="83"/>
                    </a:cubicBezTo>
                    <a:cubicBezTo>
                      <a:pt x="6" y="79"/>
                      <a:pt x="0" y="57"/>
                      <a:pt x="7" y="36"/>
                    </a:cubicBezTo>
                    <a:cubicBezTo>
                      <a:pt x="13" y="14"/>
                      <a:pt x="30" y="0"/>
                      <a:pt x="44" y="4"/>
                    </a:cubicBezTo>
                    <a:cubicBezTo>
                      <a:pt x="58" y="8"/>
                      <a:pt x="64" y="29"/>
                      <a:pt x="58" y="51"/>
                    </a:cubicBezTo>
                    <a:close/>
                  </a:path>
                </a:pathLst>
              </a:custGeom>
              <a:solidFill>
                <a:srgbClr val="CA7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1" name="Freeform 3654">
                <a:extLst>
                  <a:ext uri="{FF2B5EF4-FFF2-40B4-BE49-F238E27FC236}">
                    <a16:creationId xmlns:a16="http://schemas.microsoft.com/office/drawing/2014/main" id="{8B4FA91D-603C-47CD-A4EF-DA0C5401A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742"/>
                <a:ext cx="62" cy="58"/>
              </a:xfrm>
              <a:custGeom>
                <a:avLst/>
                <a:gdLst>
                  <a:gd name="T0" fmla="*/ 61 w 61"/>
                  <a:gd name="T1" fmla="*/ 22 h 57"/>
                  <a:gd name="T2" fmla="*/ 40 w 61"/>
                  <a:gd name="T3" fmla="*/ 56 h 57"/>
                  <a:gd name="T4" fmla="*/ 4 w 61"/>
                  <a:gd name="T5" fmla="*/ 39 h 57"/>
                  <a:gd name="T6" fmla="*/ 24 w 61"/>
                  <a:gd name="T7" fmla="*/ 4 h 57"/>
                  <a:gd name="T8" fmla="*/ 61 w 61"/>
                  <a:gd name="T9" fmla="*/ 22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7">
                    <a:moveTo>
                      <a:pt x="58" y="22"/>
                    </a:moveTo>
                    <a:cubicBezTo>
                      <a:pt x="61" y="35"/>
                      <a:pt x="52" y="49"/>
                      <a:pt x="37" y="53"/>
                    </a:cubicBezTo>
                    <a:cubicBezTo>
                      <a:pt x="22" y="57"/>
                      <a:pt x="7" y="49"/>
                      <a:pt x="4" y="36"/>
                    </a:cubicBezTo>
                    <a:cubicBezTo>
                      <a:pt x="0" y="22"/>
                      <a:pt x="10" y="8"/>
                      <a:pt x="24" y="4"/>
                    </a:cubicBezTo>
                    <a:cubicBezTo>
                      <a:pt x="39" y="0"/>
                      <a:pt x="54" y="8"/>
                      <a:pt x="58" y="22"/>
                    </a:cubicBezTo>
                    <a:close/>
                  </a:path>
                </a:pathLst>
              </a:custGeom>
              <a:solidFill>
                <a:srgbClr val="CA7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2" name="Freeform 3655">
                <a:extLst>
                  <a:ext uri="{FF2B5EF4-FFF2-40B4-BE49-F238E27FC236}">
                    <a16:creationId xmlns:a16="http://schemas.microsoft.com/office/drawing/2014/main" id="{FC7B86E2-4F96-4360-AD91-9E6611DE3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2687"/>
                <a:ext cx="61" cy="75"/>
              </a:xfrm>
              <a:custGeom>
                <a:avLst/>
                <a:gdLst>
                  <a:gd name="T0" fmla="*/ 54 w 60"/>
                  <a:gd name="T1" fmla="*/ 51 h 73"/>
                  <a:gd name="T2" fmla="*/ 13 w 60"/>
                  <a:gd name="T3" fmla="*/ 72 h 73"/>
                  <a:gd name="T4" fmla="*/ 9 w 60"/>
                  <a:gd name="T5" fmla="*/ 27 h 73"/>
                  <a:gd name="T6" fmla="*/ 50 w 60"/>
                  <a:gd name="T7" fmla="*/ 6 h 73"/>
                  <a:gd name="T8" fmla="*/ 54 w 60"/>
                  <a:gd name="T9" fmla="*/ 51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73">
                    <a:moveTo>
                      <a:pt x="51" y="48"/>
                    </a:moveTo>
                    <a:cubicBezTo>
                      <a:pt x="42" y="65"/>
                      <a:pt x="25" y="73"/>
                      <a:pt x="13" y="66"/>
                    </a:cubicBezTo>
                    <a:cubicBezTo>
                      <a:pt x="2" y="60"/>
                      <a:pt x="0" y="41"/>
                      <a:pt x="9" y="24"/>
                    </a:cubicBezTo>
                    <a:cubicBezTo>
                      <a:pt x="19" y="8"/>
                      <a:pt x="36" y="0"/>
                      <a:pt x="47" y="6"/>
                    </a:cubicBezTo>
                    <a:cubicBezTo>
                      <a:pt x="59" y="12"/>
                      <a:pt x="60" y="31"/>
                      <a:pt x="51" y="48"/>
                    </a:cubicBezTo>
                    <a:close/>
                  </a:path>
                </a:pathLst>
              </a:custGeom>
              <a:solidFill>
                <a:srgbClr val="CA7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3" name="Freeform 3656">
                <a:extLst>
                  <a:ext uri="{FF2B5EF4-FFF2-40B4-BE49-F238E27FC236}">
                    <a16:creationId xmlns:a16="http://schemas.microsoft.com/office/drawing/2014/main" id="{D292C16D-E782-4927-97DD-2719E15F6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664"/>
                <a:ext cx="70" cy="44"/>
              </a:xfrm>
              <a:custGeom>
                <a:avLst/>
                <a:gdLst>
                  <a:gd name="T0" fmla="*/ 71 w 68"/>
                  <a:gd name="T1" fmla="*/ 8 h 44"/>
                  <a:gd name="T2" fmla="*/ 44 w 68"/>
                  <a:gd name="T3" fmla="*/ 36 h 44"/>
                  <a:gd name="T4" fmla="*/ 4 w 68"/>
                  <a:gd name="T5" fmla="*/ 35 h 44"/>
                  <a:gd name="T6" fmla="*/ 31 w 68"/>
                  <a:gd name="T7" fmla="*/ 7 h 44"/>
                  <a:gd name="T8" fmla="*/ 71 w 68"/>
                  <a:gd name="T9" fmla="*/ 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44">
                    <a:moveTo>
                      <a:pt x="65" y="8"/>
                    </a:moveTo>
                    <a:cubicBezTo>
                      <a:pt x="68" y="16"/>
                      <a:pt x="58" y="29"/>
                      <a:pt x="41" y="36"/>
                    </a:cubicBezTo>
                    <a:cubicBezTo>
                      <a:pt x="24" y="44"/>
                      <a:pt x="8" y="43"/>
                      <a:pt x="4" y="35"/>
                    </a:cubicBezTo>
                    <a:cubicBezTo>
                      <a:pt x="0" y="27"/>
                      <a:pt x="11" y="15"/>
                      <a:pt x="28" y="7"/>
                    </a:cubicBezTo>
                    <a:cubicBezTo>
                      <a:pt x="45" y="0"/>
                      <a:pt x="61" y="0"/>
                      <a:pt x="65" y="8"/>
                    </a:cubicBezTo>
                    <a:close/>
                  </a:path>
                </a:pathLst>
              </a:custGeom>
              <a:solidFill>
                <a:srgbClr val="CA7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4" name="Oval 3657">
                <a:extLst>
                  <a:ext uri="{FF2B5EF4-FFF2-40B4-BE49-F238E27FC236}">
                    <a16:creationId xmlns:a16="http://schemas.microsoft.com/office/drawing/2014/main" id="{FB831B0E-A07C-42AB-8FCF-B0C5CA295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0" y="2640"/>
                <a:ext cx="54" cy="59"/>
              </a:xfrm>
              <a:prstGeom prst="ellipse">
                <a:avLst/>
              </a:prstGeom>
              <a:solidFill>
                <a:srgbClr val="CA7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65" name="Oval 3658">
                <a:extLst>
                  <a:ext uri="{FF2B5EF4-FFF2-40B4-BE49-F238E27FC236}">
                    <a16:creationId xmlns:a16="http://schemas.microsoft.com/office/drawing/2014/main" id="{935B1D78-6F57-4873-A725-398E568FD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" y="2474"/>
                <a:ext cx="49" cy="57"/>
              </a:xfrm>
              <a:prstGeom prst="ellipse">
                <a:avLst/>
              </a:prstGeom>
              <a:solidFill>
                <a:srgbClr val="CA7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66" name="Oval 3659">
                <a:extLst>
                  <a:ext uri="{FF2B5EF4-FFF2-40B4-BE49-F238E27FC236}">
                    <a16:creationId xmlns:a16="http://schemas.microsoft.com/office/drawing/2014/main" id="{000A3D0C-EBF7-4264-85D0-C495241F3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" y="2423"/>
                <a:ext cx="43" cy="51"/>
              </a:xfrm>
              <a:prstGeom prst="ellipse">
                <a:avLst/>
              </a:prstGeom>
              <a:solidFill>
                <a:srgbClr val="CA7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67" name="Oval 3660">
                <a:extLst>
                  <a:ext uri="{FF2B5EF4-FFF2-40B4-BE49-F238E27FC236}">
                    <a16:creationId xmlns:a16="http://schemas.microsoft.com/office/drawing/2014/main" id="{10916972-94C1-4112-8F76-8BCDEC692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" y="2317"/>
                <a:ext cx="33" cy="37"/>
              </a:xfrm>
              <a:prstGeom prst="ellipse">
                <a:avLst/>
              </a:prstGeom>
              <a:solidFill>
                <a:srgbClr val="CA7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68" name="Freeform 3661">
                <a:extLst>
                  <a:ext uri="{FF2B5EF4-FFF2-40B4-BE49-F238E27FC236}">
                    <a16:creationId xmlns:a16="http://schemas.microsoft.com/office/drawing/2014/main" id="{323FCD76-C7D8-48DE-B7EF-291C2FBE9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597"/>
                <a:ext cx="71" cy="73"/>
              </a:xfrm>
              <a:custGeom>
                <a:avLst/>
                <a:gdLst>
                  <a:gd name="T0" fmla="*/ 68 w 69"/>
                  <a:gd name="T1" fmla="*/ 7 h 71"/>
                  <a:gd name="T2" fmla="*/ 50 w 69"/>
                  <a:gd name="T3" fmla="*/ 51 h 71"/>
                  <a:gd name="T4" fmla="*/ 7 w 69"/>
                  <a:gd name="T5" fmla="*/ 70 h 71"/>
                  <a:gd name="T6" fmla="*/ 25 w 69"/>
                  <a:gd name="T7" fmla="*/ 26 h 71"/>
                  <a:gd name="T8" fmla="*/ 68 w 69"/>
                  <a:gd name="T9" fmla="*/ 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1">
                    <a:moveTo>
                      <a:pt x="62" y="7"/>
                    </a:moveTo>
                    <a:cubicBezTo>
                      <a:pt x="69" y="14"/>
                      <a:pt x="62" y="32"/>
                      <a:pt x="47" y="48"/>
                    </a:cubicBezTo>
                    <a:cubicBezTo>
                      <a:pt x="32" y="64"/>
                      <a:pt x="14" y="71"/>
                      <a:pt x="7" y="64"/>
                    </a:cubicBezTo>
                    <a:cubicBezTo>
                      <a:pt x="0" y="57"/>
                      <a:pt x="6" y="39"/>
                      <a:pt x="22" y="23"/>
                    </a:cubicBezTo>
                    <a:cubicBezTo>
                      <a:pt x="37" y="7"/>
                      <a:pt x="55" y="0"/>
                      <a:pt x="62" y="7"/>
                    </a:cubicBezTo>
                    <a:close/>
                  </a:path>
                </a:pathLst>
              </a:custGeom>
              <a:solidFill>
                <a:srgbClr val="8B4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9" name="Freeform 3662">
                <a:extLst>
                  <a:ext uri="{FF2B5EF4-FFF2-40B4-BE49-F238E27FC236}">
                    <a16:creationId xmlns:a16="http://schemas.microsoft.com/office/drawing/2014/main" id="{42B2D237-A396-4693-9C8E-35EEA286B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326"/>
                <a:ext cx="58" cy="51"/>
              </a:xfrm>
              <a:custGeom>
                <a:avLst/>
                <a:gdLst>
                  <a:gd name="T0" fmla="*/ 55 w 57"/>
                  <a:gd name="T1" fmla="*/ 13 h 50"/>
                  <a:gd name="T2" fmla="*/ 41 w 57"/>
                  <a:gd name="T3" fmla="*/ 46 h 50"/>
                  <a:gd name="T4" fmla="*/ 5 w 57"/>
                  <a:gd name="T5" fmla="*/ 40 h 50"/>
                  <a:gd name="T6" fmla="*/ 19 w 57"/>
                  <a:gd name="T7" fmla="*/ 6 h 50"/>
                  <a:gd name="T8" fmla="*/ 55 w 57"/>
                  <a:gd name="T9" fmla="*/ 1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0">
                    <a:moveTo>
                      <a:pt x="52" y="13"/>
                    </a:moveTo>
                    <a:cubicBezTo>
                      <a:pt x="57" y="23"/>
                      <a:pt x="51" y="37"/>
                      <a:pt x="38" y="43"/>
                    </a:cubicBezTo>
                    <a:cubicBezTo>
                      <a:pt x="25" y="50"/>
                      <a:pt x="10" y="47"/>
                      <a:pt x="5" y="37"/>
                    </a:cubicBezTo>
                    <a:cubicBezTo>
                      <a:pt x="0" y="26"/>
                      <a:pt x="6" y="13"/>
                      <a:pt x="19" y="6"/>
                    </a:cubicBezTo>
                    <a:cubicBezTo>
                      <a:pt x="32" y="0"/>
                      <a:pt x="47" y="3"/>
                      <a:pt x="52" y="13"/>
                    </a:cubicBezTo>
                    <a:close/>
                  </a:path>
                </a:pathLst>
              </a:custGeom>
              <a:solidFill>
                <a:srgbClr val="8B4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0" name="Freeform 3663">
                <a:extLst>
                  <a:ext uri="{FF2B5EF4-FFF2-40B4-BE49-F238E27FC236}">
                    <a16:creationId xmlns:a16="http://schemas.microsoft.com/office/drawing/2014/main" id="{03ACD086-B4DE-4C31-99B7-870791352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247"/>
                <a:ext cx="53" cy="39"/>
              </a:xfrm>
              <a:custGeom>
                <a:avLst/>
                <a:gdLst>
                  <a:gd name="T0" fmla="*/ 52 w 52"/>
                  <a:gd name="T1" fmla="*/ 5 h 38"/>
                  <a:gd name="T2" fmla="*/ 36 w 52"/>
                  <a:gd name="T3" fmla="*/ 33 h 38"/>
                  <a:gd name="T4" fmla="*/ 4 w 52"/>
                  <a:gd name="T5" fmla="*/ 35 h 38"/>
                  <a:gd name="T6" fmla="*/ 20 w 52"/>
                  <a:gd name="T7" fmla="*/ 8 h 38"/>
                  <a:gd name="T8" fmla="*/ 52 w 52"/>
                  <a:gd name="T9" fmla="*/ 5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8">
                    <a:moveTo>
                      <a:pt x="49" y="5"/>
                    </a:moveTo>
                    <a:cubicBezTo>
                      <a:pt x="52" y="11"/>
                      <a:pt x="45" y="22"/>
                      <a:pt x="33" y="30"/>
                    </a:cubicBezTo>
                    <a:cubicBezTo>
                      <a:pt x="20" y="37"/>
                      <a:pt x="7" y="38"/>
                      <a:pt x="4" y="32"/>
                    </a:cubicBezTo>
                    <a:cubicBezTo>
                      <a:pt x="0" y="26"/>
                      <a:pt x="7" y="15"/>
                      <a:pt x="20" y="8"/>
                    </a:cubicBezTo>
                    <a:cubicBezTo>
                      <a:pt x="32" y="1"/>
                      <a:pt x="45" y="0"/>
                      <a:pt x="49" y="5"/>
                    </a:cubicBezTo>
                    <a:close/>
                  </a:path>
                </a:pathLst>
              </a:custGeom>
              <a:solidFill>
                <a:srgbClr val="8B4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1" name="Freeform 3664">
                <a:extLst>
                  <a:ext uri="{FF2B5EF4-FFF2-40B4-BE49-F238E27FC236}">
                    <a16:creationId xmlns:a16="http://schemas.microsoft.com/office/drawing/2014/main" id="{089F6D34-13E0-46AC-98F4-8CA0A6A30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285"/>
                <a:ext cx="97" cy="66"/>
              </a:xfrm>
              <a:custGeom>
                <a:avLst/>
                <a:gdLst>
                  <a:gd name="T0" fmla="*/ 96 w 95"/>
                  <a:gd name="T1" fmla="*/ 11 h 65"/>
                  <a:gd name="T2" fmla="*/ 61 w 95"/>
                  <a:gd name="T3" fmla="*/ 56 h 65"/>
                  <a:gd name="T4" fmla="*/ 6 w 95"/>
                  <a:gd name="T5" fmla="*/ 57 h 65"/>
                  <a:gd name="T6" fmla="*/ 41 w 95"/>
                  <a:gd name="T7" fmla="*/ 12 h 65"/>
                  <a:gd name="T8" fmla="*/ 96 w 95"/>
                  <a:gd name="T9" fmla="*/ 11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65">
                    <a:moveTo>
                      <a:pt x="90" y="11"/>
                    </a:moveTo>
                    <a:cubicBezTo>
                      <a:pt x="95" y="22"/>
                      <a:pt x="81" y="41"/>
                      <a:pt x="58" y="53"/>
                    </a:cubicBezTo>
                    <a:cubicBezTo>
                      <a:pt x="35" y="65"/>
                      <a:pt x="12" y="65"/>
                      <a:pt x="6" y="54"/>
                    </a:cubicBezTo>
                    <a:cubicBezTo>
                      <a:pt x="0" y="43"/>
                      <a:pt x="14" y="24"/>
                      <a:pt x="38" y="12"/>
                    </a:cubicBezTo>
                    <a:cubicBezTo>
                      <a:pt x="61" y="0"/>
                      <a:pt x="84" y="0"/>
                      <a:pt x="90" y="11"/>
                    </a:cubicBezTo>
                    <a:close/>
                  </a:path>
                </a:pathLst>
              </a:cu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2" name="Oval 3665">
                <a:extLst>
                  <a:ext uri="{FF2B5EF4-FFF2-40B4-BE49-F238E27FC236}">
                    <a16:creationId xmlns:a16="http://schemas.microsoft.com/office/drawing/2014/main" id="{EA6AE5BE-762F-45A3-ACFD-C7ECBFBED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1" y="2306"/>
                <a:ext cx="81" cy="47"/>
              </a:xfrm>
              <a:prstGeom prst="ellipse">
                <a:avLst/>
              </a:pr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73" name="Freeform 3666">
                <a:extLst>
                  <a:ext uri="{FF2B5EF4-FFF2-40B4-BE49-F238E27FC236}">
                    <a16:creationId xmlns:a16="http://schemas.microsoft.com/office/drawing/2014/main" id="{AC3F33BE-A04A-4B64-A5D8-2D1BBBF1E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544"/>
                <a:ext cx="118" cy="83"/>
              </a:xfrm>
              <a:custGeom>
                <a:avLst/>
                <a:gdLst>
                  <a:gd name="T0" fmla="*/ 116 w 115"/>
                  <a:gd name="T1" fmla="*/ 14 h 81"/>
                  <a:gd name="T2" fmla="*/ 77 w 115"/>
                  <a:gd name="T3" fmla="*/ 72 h 81"/>
                  <a:gd name="T4" fmla="*/ 7 w 115"/>
                  <a:gd name="T5" fmla="*/ 74 h 81"/>
                  <a:gd name="T6" fmla="*/ 47 w 115"/>
                  <a:gd name="T7" fmla="*/ 16 h 81"/>
                  <a:gd name="T8" fmla="*/ 116 w 115"/>
                  <a:gd name="T9" fmla="*/ 14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81">
                    <a:moveTo>
                      <a:pt x="107" y="14"/>
                    </a:moveTo>
                    <a:cubicBezTo>
                      <a:pt x="115" y="28"/>
                      <a:pt x="98" y="51"/>
                      <a:pt x="71" y="66"/>
                    </a:cubicBezTo>
                    <a:cubicBezTo>
                      <a:pt x="43" y="81"/>
                      <a:pt x="14" y="81"/>
                      <a:pt x="7" y="68"/>
                    </a:cubicBezTo>
                    <a:cubicBezTo>
                      <a:pt x="0" y="54"/>
                      <a:pt x="16" y="30"/>
                      <a:pt x="44" y="16"/>
                    </a:cubicBezTo>
                    <a:cubicBezTo>
                      <a:pt x="71" y="1"/>
                      <a:pt x="100" y="0"/>
                      <a:pt x="107" y="14"/>
                    </a:cubicBezTo>
                    <a:close/>
                  </a:path>
                </a:pathLst>
              </a:cu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4" name="Freeform 3667">
                <a:extLst>
                  <a:ext uri="{FF2B5EF4-FFF2-40B4-BE49-F238E27FC236}">
                    <a16:creationId xmlns:a16="http://schemas.microsoft.com/office/drawing/2014/main" id="{3F18A0D9-D84F-44B5-B0E9-46FCFD2D2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494"/>
                <a:ext cx="75" cy="58"/>
              </a:xfrm>
              <a:custGeom>
                <a:avLst/>
                <a:gdLst>
                  <a:gd name="T0" fmla="*/ 71 w 74"/>
                  <a:gd name="T1" fmla="*/ 11 h 57"/>
                  <a:gd name="T2" fmla="*/ 51 w 74"/>
                  <a:gd name="T3" fmla="*/ 50 h 57"/>
                  <a:gd name="T4" fmla="*/ 6 w 74"/>
                  <a:gd name="T5" fmla="*/ 49 h 57"/>
                  <a:gd name="T6" fmla="*/ 26 w 74"/>
                  <a:gd name="T7" fmla="*/ 10 h 57"/>
                  <a:gd name="T8" fmla="*/ 71 w 74"/>
                  <a:gd name="T9" fmla="*/ 1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7">
                    <a:moveTo>
                      <a:pt x="68" y="11"/>
                    </a:moveTo>
                    <a:cubicBezTo>
                      <a:pt x="74" y="21"/>
                      <a:pt x="65" y="37"/>
                      <a:pt x="48" y="47"/>
                    </a:cubicBezTo>
                    <a:cubicBezTo>
                      <a:pt x="31" y="57"/>
                      <a:pt x="12" y="56"/>
                      <a:pt x="6" y="46"/>
                    </a:cubicBezTo>
                    <a:cubicBezTo>
                      <a:pt x="0" y="36"/>
                      <a:pt x="9" y="20"/>
                      <a:pt x="26" y="10"/>
                    </a:cubicBezTo>
                    <a:cubicBezTo>
                      <a:pt x="43" y="0"/>
                      <a:pt x="62" y="0"/>
                      <a:pt x="68" y="11"/>
                    </a:cubicBezTo>
                    <a:close/>
                  </a:path>
                </a:pathLst>
              </a:cu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5" name="Freeform 3668">
                <a:extLst>
                  <a:ext uri="{FF2B5EF4-FFF2-40B4-BE49-F238E27FC236}">
                    <a16:creationId xmlns:a16="http://schemas.microsoft.com/office/drawing/2014/main" id="{09E91858-8E6F-4562-927C-062C18547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356"/>
                <a:ext cx="80" cy="95"/>
              </a:xfrm>
              <a:custGeom>
                <a:avLst/>
                <a:gdLst>
                  <a:gd name="T0" fmla="*/ 68 w 79"/>
                  <a:gd name="T1" fmla="*/ 68 h 93"/>
                  <a:gd name="T2" fmla="*/ 14 w 79"/>
                  <a:gd name="T3" fmla="*/ 89 h 93"/>
                  <a:gd name="T4" fmla="*/ 14 w 79"/>
                  <a:gd name="T5" fmla="*/ 32 h 93"/>
                  <a:gd name="T6" fmla="*/ 68 w 79"/>
                  <a:gd name="T7" fmla="*/ 10 h 93"/>
                  <a:gd name="T8" fmla="*/ 68 w 79"/>
                  <a:gd name="T9" fmla="*/ 68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3">
                    <a:moveTo>
                      <a:pt x="65" y="65"/>
                    </a:moveTo>
                    <a:cubicBezTo>
                      <a:pt x="51" y="85"/>
                      <a:pt x="29" y="93"/>
                      <a:pt x="14" y="83"/>
                    </a:cubicBezTo>
                    <a:cubicBezTo>
                      <a:pt x="0" y="73"/>
                      <a:pt x="0" y="49"/>
                      <a:pt x="14" y="29"/>
                    </a:cubicBezTo>
                    <a:cubicBezTo>
                      <a:pt x="28" y="9"/>
                      <a:pt x="51" y="0"/>
                      <a:pt x="65" y="10"/>
                    </a:cubicBezTo>
                    <a:cubicBezTo>
                      <a:pt x="79" y="20"/>
                      <a:pt x="79" y="45"/>
                      <a:pt x="65" y="65"/>
                    </a:cubicBezTo>
                    <a:close/>
                  </a:path>
                </a:pathLst>
              </a:cu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6" name="Freeform 3669">
                <a:extLst>
                  <a:ext uri="{FF2B5EF4-FFF2-40B4-BE49-F238E27FC236}">
                    <a16:creationId xmlns:a16="http://schemas.microsoft.com/office/drawing/2014/main" id="{FE181FF9-242E-4284-A4C4-C7DBB3C07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118"/>
                <a:ext cx="44" cy="36"/>
              </a:xfrm>
              <a:custGeom>
                <a:avLst/>
                <a:gdLst>
                  <a:gd name="T0" fmla="*/ 44 w 43"/>
                  <a:gd name="T1" fmla="*/ 13 h 36"/>
                  <a:gd name="T2" fmla="*/ 29 w 43"/>
                  <a:gd name="T3" fmla="*/ 34 h 36"/>
                  <a:gd name="T4" fmla="*/ 3 w 43"/>
                  <a:gd name="T5" fmla="*/ 24 h 36"/>
                  <a:gd name="T6" fmla="*/ 18 w 43"/>
                  <a:gd name="T7" fmla="*/ 3 h 36"/>
                  <a:gd name="T8" fmla="*/ 44 w 43"/>
                  <a:gd name="T9" fmla="*/ 1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6">
                    <a:moveTo>
                      <a:pt x="41" y="13"/>
                    </a:moveTo>
                    <a:cubicBezTo>
                      <a:pt x="43" y="22"/>
                      <a:pt x="36" y="31"/>
                      <a:pt x="26" y="34"/>
                    </a:cubicBezTo>
                    <a:cubicBezTo>
                      <a:pt x="15" y="36"/>
                      <a:pt x="5" y="32"/>
                      <a:pt x="3" y="24"/>
                    </a:cubicBezTo>
                    <a:cubicBezTo>
                      <a:pt x="0" y="15"/>
                      <a:pt x="7" y="6"/>
                      <a:pt x="18" y="3"/>
                    </a:cubicBezTo>
                    <a:cubicBezTo>
                      <a:pt x="28" y="0"/>
                      <a:pt x="39" y="5"/>
                      <a:pt x="41" y="13"/>
                    </a:cubicBezTo>
                    <a:close/>
                  </a:path>
                </a:pathLst>
              </a:cu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7" name="Freeform 3670">
                <a:extLst>
                  <a:ext uri="{FF2B5EF4-FFF2-40B4-BE49-F238E27FC236}">
                    <a16:creationId xmlns:a16="http://schemas.microsoft.com/office/drawing/2014/main" id="{1F9AC252-0BFF-49FD-B736-6DDA0260A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020"/>
                <a:ext cx="50" cy="42"/>
              </a:xfrm>
              <a:custGeom>
                <a:avLst/>
                <a:gdLst>
                  <a:gd name="T0" fmla="*/ 50 w 49"/>
                  <a:gd name="T1" fmla="*/ 15 h 41"/>
                  <a:gd name="T2" fmla="*/ 32 w 49"/>
                  <a:gd name="T3" fmla="*/ 41 h 41"/>
                  <a:gd name="T4" fmla="*/ 3 w 49"/>
                  <a:gd name="T5" fmla="*/ 28 h 41"/>
                  <a:gd name="T6" fmla="*/ 21 w 49"/>
                  <a:gd name="T7" fmla="*/ 2 h 41"/>
                  <a:gd name="T8" fmla="*/ 50 w 49"/>
                  <a:gd name="T9" fmla="*/ 1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47" y="15"/>
                    </a:moveTo>
                    <a:cubicBezTo>
                      <a:pt x="49" y="25"/>
                      <a:pt x="41" y="36"/>
                      <a:pt x="29" y="38"/>
                    </a:cubicBezTo>
                    <a:cubicBezTo>
                      <a:pt x="17" y="41"/>
                      <a:pt x="5" y="35"/>
                      <a:pt x="3" y="25"/>
                    </a:cubicBezTo>
                    <a:cubicBezTo>
                      <a:pt x="0" y="16"/>
                      <a:pt x="8" y="5"/>
                      <a:pt x="21" y="2"/>
                    </a:cubicBezTo>
                    <a:cubicBezTo>
                      <a:pt x="33" y="0"/>
                      <a:pt x="45" y="5"/>
                      <a:pt x="47" y="15"/>
                    </a:cubicBezTo>
                    <a:close/>
                  </a:path>
                </a:pathLst>
              </a:cu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8" name="Freeform 3671">
                <a:extLst>
                  <a:ext uri="{FF2B5EF4-FFF2-40B4-BE49-F238E27FC236}">
                    <a16:creationId xmlns:a16="http://schemas.microsoft.com/office/drawing/2014/main" id="{D73DE6F5-FCD0-4D74-B931-209D64F5D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382"/>
                <a:ext cx="65" cy="36"/>
              </a:xfrm>
              <a:custGeom>
                <a:avLst/>
                <a:gdLst>
                  <a:gd name="T0" fmla="*/ 66 w 64"/>
                  <a:gd name="T1" fmla="*/ 11 h 35"/>
                  <a:gd name="T2" fmla="*/ 38 w 64"/>
                  <a:gd name="T3" fmla="*/ 34 h 35"/>
                  <a:gd name="T4" fmla="*/ 1 w 64"/>
                  <a:gd name="T5" fmla="*/ 27 h 35"/>
                  <a:gd name="T6" fmla="*/ 29 w 64"/>
                  <a:gd name="T7" fmla="*/ 3 h 35"/>
                  <a:gd name="T8" fmla="*/ 66 w 64"/>
                  <a:gd name="T9" fmla="*/ 1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35">
                    <a:moveTo>
                      <a:pt x="63" y="11"/>
                    </a:moveTo>
                    <a:cubicBezTo>
                      <a:pt x="64" y="18"/>
                      <a:pt x="52" y="28"/>
                      <a:pt x="35" y="31"/>
                    </a:cubicBezTo>
                    <a:cubicBezTo>
                      <a:pt x="18" y="35"/>
                      <a:pt x="3" y="32"/>
                      <a:pt x="1" y="24"/>
                    </a:cubicBezTo>
                    <a:cubicBezTo>
                      <a:pt x="0" y="16"/>
                      <a:pt x="12" y="7"/>
                      <a:pt x="29" y="3"/>
                    </a:cubicBezTo>
                    <a:cubicBezTo>
                      <a:pt x="46" y="0"/>
                      <a:pt x="61" y="3"/>
                      <a:pt x="63" y="11"/>
                    </a:cubicBezTo>
                    <a:close/>
                  </a:path>
                </a:pathLst>
              </a:cu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9" name="Freeform 3672">
                <a:extLst>
                  <a:ext uri="{FF2B5EF4-FFF2-40B4-BE49-F238E27FC236}">
                    <a16:creationId xmlns:a16="http://schemas.microsoft.com/office/drawing/2014/main" id="{7EE71090-3D11-441F-B667-8DFF884FD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2329"/>
                <a:ext cx="43" cy="31"/>
              </a:xfrm>
              <a:custGeom>
                <a:avLst/>
                <a:gdLst>
                  <a:gd name="T0" fmla="*/ 42 w 42"/>
                  <a:gd name="T1" fmla="*/ 7 h 30"/>
                  <a:gd name="T2" fmla="*/ 28 w 42"/>
                  <a:gd name="T3" fmla="*/ 29 h 30"/>
                  <a:gd name="T4" fmla="*/ 3 w 42"/>
                  <a:gd name="T5" fmla="*/ 26 h 30"/>
                  <a:gd name="T6" fmla="*/ 16 w 42"/>
                  <a:gd name="T7" fmla="*/ 5 h 30"/>
                  <a:gd name="T8" fmla="*/ 42 w 42"/>
                  <a:gd name="T9" fmla="*/ 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39" y="7"/>
                    </a:moveTo>
                    <a:cubicBezTo>
                      <a:pt x="42" y="13"/>
                      <a:pt x="35" y="21"/>
                      <a:pt x="25" y="26"/>
                    </a:cubicBezTo>
                    <a:cubicBezTo>
                      <a:pt x="15" y="30"/>
                      <a:pt x="5" y="29"/>
                      <a:pt x="3" y="23"/>
                    </a:cubicBezTo>
                    <a:cubicBezTo>
                      <a:pt x="0" y="17"/>
                      <a:pt x="6" y="9"/>
                      <a:pt x="16" y="5"/>
                    </a:cubicBezTo>
                    <a:cubicBezTo>
                      <a:pt x="26" y="0"/>
                      <a:pt x="37" y="1"/>
                      <a:pt x="39" y="7"/>
                    </a:cubicBezTo>
                    <a:close/>
                  </a:path>
                </a:pathLst>
              </a:cu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0" name="Freeform 3673">
                <a:extLst>
                  <a:ext uri="{FF2B5EF4-FFF2-40B4-BE49-F238E27FC236}">
                    <a16:creationId xmlns:a16="http://schemas.microsoft.com/office/drawing/2014/main" id="{992B4C22-9EF5-417E-992B-730B67020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2222"/>
                <a:ext cx="60" cy="62"/>
              </a:xfrm>
              <a:custGeom>
                <a:avLst/>
                <a:gdLst>
                  <a:gd name="T0" fmla="*/ 53 w 59"/>
                  <a:gd name="T1" fmla="*/ 49 h 61"/>
                  <a:gd name="T2" fmla="*/ 13 w 59"/>
                  <a:gd name="T3" fmla="*/ 55 h 61"/>
                  <a:gd name="T4" fmla="*/ 8 w 59"/>
                  <a:gd name="T5" fmla="*/ 15 h 61"/>
                  <a:gd name="T6" fmla="*/ 48 w 59"/>
                  <a:gd name="T7" fmla="*/ 9 h 61"/>
                  <a:gd name="T8" fmla="*/ 53 w 59"/>
                  <a:gd name="T9" fmla="*/ 4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1">
                    <a:moveTo>
                      <a:pt x="50" y="46"/>
                    </a:moveTo>
                    <a:cubicBezTo>
                      <a:pt x="41" y="58"/>
                      <a:pt x="25" y="61"/>
                      <a:pt x="13" y="52"/>
                    </a:cubicBezTo>
                    <a:cubicBezTo>
                      <a:pt x="2" y="44"/>
                      <a:pt x="0" y="27"/>
                      <a:pt x="8" y="15"/>
                    </a:cubicBezTo>
                    <a:cubicBezTo>
                      <a:pt x="17" y="3"/>
                      <a:pt x="34" y="0"/>
                      <a:pt x="45" y="9"/>
                    </a:cubicBezTo>
                    <a:cubicBezTo>
                      <a:pt x="57" y="17"/>
                      <a:pt x="59" y="33"/>
                      <a:pt x="50" y="46"/>
                    </a:cubicBezTo>
                    <a:close/>
                  </a:path>
                </a:pathLst>
              </a:cu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1" name="Freeform 3674">
                <a:extLst>
                  <a:ext uri="{FF2B5EF4-FFF2-40B4-BE49-F238E27FC236}">
                    <a16:creationId xmlns:a16="http://schemas.microsoft.com/office/drawing/2014/main" id="{3E06E6DA-02E0-40FE-9F05-273FDB791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196"/>
                <a:ext cx="52" cy="44"/>
              </a:xfrm>
              <a:custGeom>
                <a:avLst/>
                <a:gdLst>
                  <a:gd name="T0" fmla="*/ 52 w 50"/>
                  <a:gd name="T1" fmla="*/ 14 h 43"/>
                  <a:gd name="T2" fmla="*/ 34 w 50"/>
                  <a:gd name="T3" fmla="*/ 42 h 43"/>
                  <a:gd name="T4" fmla="*/ 3 w 50"/>
                  <a:gd name="T5" fmla="*/ 31 h 43"/>
                  <a:gd name="T6" fmla="*/ 22 w 50"/>
                  <a:gd name="T7" fmla="*/ 4 h 43"/>
                  <a:gd name="T8" fmla="*/ 52 w 50"/>
                  <a:gd name="T9" fmla="*/ 1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3">
                    <a:moveTo>
                      <a:pt x="46" y="14"/>
                    </a:moveTo>
                    <a:cubicBezTo>
                      <a:pt x="50" y="24"/>
                      <a:pt x="43" y="35"/>
                      <a:pt x="31" y="39"/>
                    </a:cubicBezTo>
                    <a:cubicBezTo>
                      <a:pt x="19" y="43"/>
                      <a:pt x="6" y="38"/>
                      <a:pt x="3" y="28"/>
                    </a:cubicBezTo>
                    <a:cubicBezTo>
                      <a:pt x="0" y="19"/>
                      <a:pt x="7" y="8"/>
                      <a:pt x="19" y="4"/>
                    </a:cubicBezTo>
                    <a:cubicBezTo>
                      <a:pt x="31" y="0"/>
                      <a:pt x="43" y="4"/>
                      <a:pt x="46" y="14"/>
                    </a:cubicBezTo>
                    <a:close/>
                  </a:path>
                </a:pathLst>
              </a:cu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2" name="Oval 3675">
                <a:extLst>
                  <a:ext uri="{FF2B5EF4-FFF2-40B4-BE49-F238E27FC236}">
                    <a16:creationId xmlns:a16="http://schemas.microsoft.com/office/drawing/2014/main" id="{76D844A7-EBC5-4178-9B24-9549DA95E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" y="2071"/>
                <a:ext cx="33" cy="26"/>
              </a:xfrm>
              <a:prstGeom prst="ellipse">
                <a:avLst/>
              </a:pr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83" name="Oval 3676">
                <a:extLst>
                  <a:ext uri="{FF2B5EF4-FFF2-40B4-BE49-F238E27FC236}">
                    <a16:creationId xmlns:a16="http://schemas.microsoft.com/office/drawing/2014/main" id="{468B4A23-617E-495C-AFDA-2D9BBCEC5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2" y="2196"/>
                <a:ext cx="25" cy="21"/>
              </a:xfrm>
              <a:prstGeom prst="ellipse">
                <a:avLst/>
              </a:pr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84" name="Freeform 3677">
                <a:extLst>
                  <a:ext uri="{FF2B5EF4-FFF2-40B4-BE49-F238E27FC236}">
                    <a16:creationId xmlns:a16="http://schemas.microsoft.com/office/drawing/2014/main" id="{5E2AADA4-E6BD-4956-9C7C-9F3A2A3E4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2334"/>
                <a:ext cx="91" cy="77"/>
              </a:xfrm>
              <a:custGeom>
                <a:avLst/>
                <a:gdLst>
                  <a:gd name="T0" fmla="*/ 90 w 89"/>
                  <a:gd name="T1" fmla="*/ 29 h 75"/>
                  <a:gd name="T2" fmla="*/ 56 w 89"/>
                  <a:gd name="T3" fmla="*/ 75 h 75"/>
                  <a:gd name="T4" fmla="*/ 5 w 89"/>
                  <a:gd name="T5" fmla="*/ 52 h 75"/>
                  <a:gd name="T6" fmla="*/ 38 w 89"/>
                  <a:gd name="T7" fmla="*/ 6 h 75"/>
                  <a:gd name="T8" fmla="*/ 90 w 89"/>
                  <a:gd name="T9" fmla="*/ 29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75">
                    <a:moveTo>
                      <a:pt x="84" y="26"/>
                    </a:moveTo>
                    <a:cubicBezTo>
                      <a:pt x="89" y="43"/>
                      <a:pt x="75" y="63"/>
                      <a:pt x="53" y="69"/>
                    </a:cubicBezTo>
                    <a:cubicBezTo>
                      <a:pt x="31" y="75"/>
                      <a:pt x="9" y="66"/>
                      <a:pt x="5" y="49"/>
                    </a:cubicBezTo>
                    <a:cubicBezTo>
                      <a:pt x="0" y="31"/>
                      <a:pt x="13" y="12"/>
                      <a:pt x="35" y="6"/>
                    </a:cubicBezTo>
                    <a:cubicBezTo>
                      <a:pt x="57" y="0"/>
                      <a:pt x="79" y="9"/>
                      <a:pt x="84" y="26"/>
                    </a:cubicBezTo>
                    <a:close/>
                  </a:path>
                </a:pathLst>
              </a:cu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5" name="Oval 3678">
                <a:extLst>
                  <a:ext uri="{FF2B5EF4-FFF2-40B4-BE49-F238E27FC236}">
                    <a16:creationId xmlns:a16="http://schemas.microsoft.com/office/drawing/2014/main" id="{1E673C4C-2E80-4D83-A791-D9121D7B5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6" y="2170"/>
                <a:ext cx="37" cy="32"/>
              </a:xfrm>
              <a:prstGeom prst="ellipse">
                <a:avLst/>
              </a:pr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86" name="Oval 3679">
                <a:extLst>
                  <a:ext uri="{FF2B5EF4-FFF2-40B4-BE49-F238E27FC236}">
                    <a16:creationId xmlns:a16="http://schemas.microsoft.com/office/drawing/2014/main" id="{8FCBD2B6-8362-49CC-8896-5D829A6FA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2066"/>
                <a:ext cx="34" cy="22"/>
              </a:xfrm>
              <a:prstGeom prst="ellipse">
                <a:avLst/>
              </a:pr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87" name="Oval 3680">
                <a:extLst>
                  <a:ext uri="{FF2B5EF4-FFF2-40B4-BE49-F238E27FC236}">
                    <a16:creationId xmlns:a16="http://schemas.microsoft.com/office/drawing/2014/main" id="{C0AA0554-5152-4102-98B2-7D1D90057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245"/>
                <a:ext cx="77" cy="27"/>
              </a:xfrm>
              <a:prstGeom prst="ellipse">
                <a:avLst/>
              </a:pr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88" name="Freeform 3681">
                <a:extLst>
                  <a:ext uri="{FF2B5EF4-FFF2-40B4-BE49-F238E27FC236}">
                    <a16:creationId xmlns:a16="http://schemas.microsoft.com/office/drawing/2014/main" id="{466D1843-0348-4DB0-89C7-B9D1C9C9E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2491"/>
                <a:ext cx="65" cy="56"/>
              </a:xfrm>
              <a:custGeom>
                <a:avLst/>
                <a:gdLst>
                  <a:gd name="T0" fmla="*/ 63 w 63"/>
                  <a:gd name="T1" fmla="*/ 7 h 55"/>
                  <a:gd name="T2" fmla="*/ 45 w 63"/>
                  <a:gd name="T3" fmla="*/ 44 h 55"/>
                  <a:gd name="T4" fmla="*/ 6 w 63"/>
                  <a:gd name="T5" fmla="*/ 50 h 55"/>
                  <a:gd name="T6" fmla="*/ 24 w 63"/>
                  <a:gd name="T7" fmla="*/ 14 h 55"/>
                  <a:gd name="T8" fmla="*/ 63 w 63"/>
                  <a:gd name="T9" fmla="*/ 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55">
                    <a:moveTo>
                      <a:pt x="57" y="7"/>
                    </a:moveTo>
                    <a:cubicBezTo>
                      <a:pt x="63" y="15"/>
                      <a:pt x="56" y="30"/>
                      <a:pt x="42" y="41"/>
                    </a:cubicBezTo>
                    <a:cubicBezTo>
                      <a:pt x="28" y="52"/>
                      <a:pt x="11" y="55"/>
                      <a:pt x="6" y="47"/>
                    </a:cubicBezTo>
                    <a:cubicBezTo>
                      <a:pt x="0" y="40"/>
                      <a:pt x="7" y="25"/>
                      <a:pt x="21" y="14"/>
                    </a:cubicBezTo>
                    <a:cubicBezTo>
                      <a:pt x="35" y="3"/>
                      <a:pt x="52" y="0"/>
                      <a:pt x="57" y="7"/>
                    </a:cubicBezTo>
                    <a:close/>
                  </a:path>
                </a:pathLst>
              </a:cu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9" name="Freeform 3682">
                <a:extLst>
                  <a:ext uri="{FF2B5EF4-FFF2-40B4-BE49-F238E27FC236}">
                    <a16:creationId xmlns:a16="http://schemas.microsoft.com/office/drawing/2014/main" id="{FC06E625-CFE5-4268-90B7-9A8B38896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429"/>
                <a:ext cx="68" cy="72"/>
              </a:xfrm>
              <a:custGeom>
                <a:avLst/>
                <a:gdLst>
                  <a:gd name="T0" fmla="*/ 65 w 67"/>
                  <a:gd name="T1" fmla="*/ 5 h 71"/>
                  <a:gd name="T2" fmla="*/ 46 w 67"/>
                  <a:gd name="T3" fmla="*/ 47 h 71"/>
                  <a:gd name="T4" fmla="*/ 6 w 67"/>
                  <a:gd name="T5" fmla="*/ 69 h 71"/>
                  <a:gd name="T6" fmla="*/ 24 w 67"/>
                  <a:gd name="T7" fmla="*/ 27 h 71"/>
                  <a:gd name="T8" fmla="*/ 65 w 67"/>
                  <a:gd name="T9" fmla="*/ 5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71">
                    <a:moveTo>
                      <a:pt x="62" y="5"/>
                    </a:moveTo>
                    <a:cubicBezTo>
                      <a:pt x="67" y="10"/>
                      <a:pt x="58" y="27"/>
                      <a:pt x="43" y="44"/>
                    </a:cubicBezTo>
                    <a:cubicBezTo>
                      <a:pt x="28" y="61"/>
                      <a:pt x="11" y="71"/>
                      <a:pt x="6" y="66"/>
                    </a:cubicBezTo>
                    <a:cubicBezTo>
                      <a:pt x="0" y="61"/>
                      <a:pt x="9" y="44"/>
                      <a:pt x="24" y="27"/>
                    </a:cubicBezTo>
                    <a:cubicBezTo>
                      <a:pt x="40" y="10"/>
                      <a:pt x="56" y="0"/>
                      <a:pt x="62" y="5"/>
                    </a:cubicBezTo>
                    <a:close/>
                  </a:path>
                </a:pathLst>
              </a:cu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0" name="Freeform 3683">
                <a:extLst>
                  <a:ext uri="{FF2B5EF4-FFF2-40B4-BE49-F238E27FC236}">
                    <a16:creationId xmlns:a16="http://schemas.microsoft.com/office/drawing/2014/main" id="{7EE94A7D-0373-4C86-85B0-5A03F4DC4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167"/>
                <a:ext cx="121" cy="68"/>
              </a:xfrm>
              <a:custGeom>
                <a:avLst/>
                <a:gdLst>
                  <a:gd name="T0" fmla="*/ 121 w 119"/>
                  <a:gd name="T1" fmla="*/ 11 h 67"/>
                  <a:gd name="T2" fmla="*/ 70 w 119"/>
                  <a:gd name="T3" fmla="*/ 56 h 67"/>
                  <a:gd name="T4" fmla="*/ 4 w 119"/>
                  <a:gd name="T5" fmla="*/ 59 h 67"/>
                  <a:gd name="T6" fmla="*/ 54 w 119"/>
                  <a:gd name="T7" fmla="*/ 13 h 67"/>
                  <a:gd name="T8" fmla="*/ 121 w 119"/>
                  <a:gd name="T9" fmla="*/ 1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67">
                    <a:moveTo>
                      <a:pt x="115" y="11"/>
                    </a:moveTo>
                    <a:cubicBezTo>
                      <a:pt x="119" y="22"/>
                      <a:pt x="98" y="40"/>
                      <a:pt x="67" y="53"/>
                    </a:cubicBezTo>
                    <a:cubicBezTo>
                      <a:pt x="37" y="65"/>
                      <a:pt x="8" y="67"/>
                      <a:pt x="4" y="56"/>
                    </a:cubicBezTo>
                    <a:cubicBezTo>
                      <a:pt x="0" y="45"/>
                      <a:pt x="21" y="26"/>
                      <a:pt x="51" y="13"/>
                    </a:cubicBezTo>
                    <a:cubicBezTo>
                      <a:pt x="82" y="1"/>
                      <a:pt x="110" y="0"/>
                      <a:pt x="115" y="11"/>
                    </a:cubicBezTo>
                    <a:close/>
                  </a:path>
                </a:pathLst>
              </a:cu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1" name="Freeform 3684">
                <a:extLst>
                  <a:ext uri="{FF2B5EF4-FFF2-40B4-BE49-F238E27FC236}">
                    <a16:creationId xmlns:a16="http://schemas.microsoft.com/office/drawing/2014/main" id="{544B3B1F-5A1F-45F8-BFBF-C87FBFE16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141"/>
                <a:ext cx="48" cy="27"/>
              </a:xfrm>
              <a:custGeom>
                <a:avLst/>
                <a:gdLst>
                  <a:gd name="T0" fmla="*/ 48 w 47"/>
                  <a:gd name="T1" fmla="*/ 7 h 26"/>
                  <a:gd name="T2" fmla="*/ 29 w 47"/>
                  <a:gd name="T3" fmla="*/ 25 h 26"/>
                  <a:gd name="T4" fmla="*/ 1 w 47"/>
                  <a:gd name="T5" fmla="*/ 22 h 26"/>
                  <a:gd name="T6" fmla="*/ 20 w 47"/>
                  <a:gd name="T7" fmla="*/ 3 h 26"/>
                  <a:gd name="T8" fmla="*/ 48 w 47"/>
                  <a:gd name="T9" fmla="*/ 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6">
                    <a:moveTo>
                      <a:pt x="45" y="7"/>
                    </a:moveTo>
                    <a:cubicBezTo>
                      <a:pt x="47" y="12"/>
                      <a:pt x="38" y="19"/>
                      <a:pt x="26" y="22"/>
                    </a:cubicBezTo>
                    <a:cubicBezTo>
                      <a:pt x="14" y="26"/>
                      <a:pt x="3" y="24"/>
                      <a:pt x="1" y="19"/>
                    </a:cubicBezTo>
                    <a:cubicBezTo>
                      <a:pt x="0" y="13"/>
                      <a:pt x="8" y="6"/>
                      <a:pt x="20" y="3"/>
                    </a:cubicBezTo>
                    <a:cubicBezTo>
                      <a:pt x="33" y="0"/>
                      <a:pt x="44" y="1"/>
                      <a:pt x="45" y="7"/>
                    </a:cubicBezTo>
                    <a:close/>
                  </a:path>
                </a:pathLst>
              </a:cu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2" name="Oval 3685">
                <a:extLst>
                  <a:ext uri="{FF2B5EF4-FFF2-40B4-BE49-F238E27FC236}">
                    <a16:creationId xmlns:a16="http://schemas.microsoft.com/office/drawing/2014/main" id="{7B317493-83EB-4924-8CF1-7893FED8B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088"/>
                <a:ext cx="32" cy="30"/>
              </a:xfrm>
              <a:prstGeom prst="ellipse">
                <a:avLst/>
              </a:pr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93" name="Oval 3686">
                <a:extLst>
                  <a:ext uri="{FF2B5EF4-FFF2-40B4-BE49-F238E27FC236}">
                    <a16:creationId xmlns:a16="http://schemas.microsoft.com/office/drawing/2014/main" id="{F97916BA-2DA3-47D5-BE03-71E6C54C1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6" y="1995"/>
                <a:ext cx="26" cy="30"/>
              </a:xfrm>
              <a:prstGeom prst="ellipse">
                <a:avLst/>
              </a:prstGeom>
              <a:solidFill>
                <a:srgbClr val="D79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94" name="Freeform 3687">
                <a:extLst>
                  <a:ext uri="{FF2B5EF4-FFF2-40B4-BE49-F238E27FC236}">
                    <a16:creationId xmlns:a16="http://schemas.microsoft.com/office/drawing/2014/main" id="{614DBED5-9157-44B2-827D-B203BE1A78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8" y="2248"/>
                <a:ext cx="537" cy="336"/>
              </a:xfrm>
              <a:custGeom>
                <a:avLst/>
                <a:gdLst>
                  <a:gd name="T0" fmla="*/ 397 w 526"/>
                  <a:gd name="T1" fmla="*/ 61 h 329"/>
                  <a:gd name="T2" fmla="*/ 299 w 526"/>
                  <a:gd name="T3" fmla="*/ 52 h 329"/>
                  <a:gd name="T4" fmla="*/ 208 w 526"/>
                  <a:gd name="T5" fmla="*/ 8 h 329"/>
                  <a:gd name="T6" fmla="*/ 0 w 526"/>
                  <a:gd name="T7" fmla="*/ 158 h 329"/>
                  <a:gd name="T8" fmla="*/ 7 w 526"/>
                  <a:gd name="T9" fmla="*/ 227 h 329"/>
                  <a:gd name="T10" fmla="*/ 99 w 526"/>
                  <a:gd name="T11" fmla="*/ 154 h 329"/>
                  <a:gd name="T12" fmla="*/ 153 w 526"/>
                  <a:gd name="T13" fmla="*/ 165 h 329"/>
                  <a:gd name="T14" fmla="*/ 123 w 526"/>
                  <a:gd name="T15" fmla="*/ 230 h 329"/>
                  <a:gd name="T16" fmla="*/ 186 w 526"/>
                  <a:gd name="T17" fmla="*/ 197 h 329"/>
                  <a:gd name="T18" fmla="*/ 203 w 526"/>
                  <a:gd name="T19" fmla="*/ 142 h 329"/>
                  <a:gd name="T20" fmla="*/ 168 w 526"/>
                  <a:gd name="T21" fmla="*/ 102 h 329"/>
                  <a:gd name="T22" fmla="*/ 159 w 526"/>
                  <a:gd name="T23" fmla="*/ 99 h 329"/>
                  <a:gd name="T24" fmla="*/ 215 w 526"/>
                  <a:gd name="T25" fmla="*/ 65 h 329"/>
                  <a:gd name="T26" fmla="*/ 309 w 526"/>
                  <a:gd name="T27" fmla="*/ 117 h 329"/>
                  <a:gd name="T28" fmla="*/ 401 w 526"/>
                  <a:gd name="T29" fmla="*/ 129 h 329"/>
                  <a:gd name="T30" fmla="*/ 408 w 526"/>
                  <a:gd name="T31" fmla="*/ 136 h 329"/>
                  <a:gd name="T32" fmla="*/ 397 w 526"/>
                  <a:gd name="T33" fmla="*/ 61 h 329"/>
                  <a:gd name="T34" fmla="*/ 545 w 526"/>
                  <a:gd name="T35" fmla="*/ 119 h 329"/>
                  <a:gd name="T36" fmla="*/ 431 w 526"/>
                  <a:gd name="T37" fmla="*/ 139 h 329"/>
                  <a:gd name="T38" fmla="*/ 413 w 526"/>
                  <a:gd name="T39" fmla="*/ 157 h 329"/>
                  <a:gd name="T40" fmla="*/ 408 w 526"/>
                  <a:gd name="T41" fmla="*/ 136 h 329"/>
                  <a:gd name="T42" fmla="*/ 403 w 526"/>
                  <a:gd name="T43" fmla="*/ 173 h 329"/>
                  <a:gd name="T44" fmla="*/ 384 w 526"/>
                  <a:gd name="T45" fmla="*/ 248 h 329"/>
                  <a:gd name="T46" fmla="*/ 358 w 526"/>
                  <a:gd name="T47" fmla="*/ 292 h 329"/>
                  <a:gd name="T48" fmla="*/ 353 w 526"/>
                  <a:gd name="T49" fmla="*/ 350 h 329"/>
                  <a:gd name="T50" fmla="*/ 400 w 526"/>
                  <a:gd name="T51" fmla="*/ 245 h 329"/>
                  <a:gd name="T52" fmla="*/ 401 w 526"/>
                  <a:gd name="T53" fmla="*/ 245 h 329"/>
                  <a:gd name="T54" fmla="*/ 525 w 526"/>
                  <a:gd name="T55" fmla="*/ 185 h 329"/>
                  <a:gd name="T56" fmla="*/ 538 w 526"/>
                  <a:gd name="T57" fmla="*/ 194 h 329"/>
                  <a:gd name="T58" fmla="*/ 551 w 526"/>
                  <a:gd name="T59" fmla="*/ 170 h 329"/>
                  <a:gd name="T60" fmla="*/ 545 w 526"/>
                  <a:gd name="T61" fmla="*/ 119 h 32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26" h="329">
                    <a:moveTo>
                      <a:pt x="373" y="58"/>
                    </a:moveTo>
                    <a:cubicBezTo>
                      <a:pt x="343" y="43"/>
                      <a:pt x="313" y="55"/>
                      <a:pt x="281" y="49"/>
                    </a:cubicBezTo>
                    <a:cubicBezTo>
                      <a:pt x="251" y="43"/>
                      <a:pt x="227" y="14"/>
                      <a:pt x="196" y="8"/>
                    </a:cubicBezTo>
                    <a:cubicBezTo>
                      <a:pt x="162" y="0"/>
                      <a:pt x="10" y="145"/>
                      <a:pt x="0" y="149"/>
                    </a:cubicBezTo>
                    <a:cubicBezTo>
                      <a:pt x="7" y="212"/>
                      <a:pt x="7" y="212"/>
                      <a:pt x="7" y="212"/>
                    </a:cubicBezTo>
                    <a:cubicBezTo>
                      <a:pt x="22" y="211"/>
                      <a:pt x="56" y="179"/>
                      <a:pt x="93" y="145"/>
                    </a:cubicBezTo>
                    <a:cubicBezTo>
                      <a:pt x="108" y="133"/>
                      <a:pt x="137" y="134"/>
                      <a:pt x="144" y="156"/>
                    </a:cubicBezTo>
                    <a:cubicBezTo>
                      <a:pt x="149" y="174"/>
                      <a:pt x="141" y="197"/>
                      <a:pt x="116" y="215"/>
                    </a:cubicBezTo>
                    <a:cubicBezTo>
                      <a:pt x="174" y="185"/>
                      <a:pt x="174" y="185"/>
                      <a:pt x="174" y="185"/>
                    </a:cubicBezTo>
                    <a:cubicBezTo>
                      <a:pt x="191" y="133"/>
                      <a:pt x="191" y="133"/>
                      <a:pt x="191" y="133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0" y="93"/>
                      <a:pt x="150" y="93"/>
                      <a:pt x="150" y="93"/>
                    </a:cubicBezTo>
                    <a:cubicBezTo>
                      <a:pt x="173" y="73"/>
                      <a:pt x="193" y="60"/>
                      <a:pt x="203" y="62"/>
                    </a:cubicBezTo>
                    <a:cubicBezTo>
                      <a:pt x="234" y="69"/>
                      <a:pt x="260" y="105"/>
                      <a:pt x="291" y="111"/>
                    </a:cubicBezTo>
                    <a:cubicBezTo>
                      <a:pt x="323" y="117"/>
                      <a:pt x="347" y="105"/>
                      <a:pt x="377" y="120"/>
                    </a:cubicBezTo>
                    <a:cubicBezTo>
                      <a:pt x="380" y="122"/>
                      <a:pt x="382" y="124"/>
                      <a:pt x="384" y="127"/>
                    </a:cubicBezTo>
                    <a:cubicBezTo>
                      <a:pt x="388" y="93"/>
                      <a:pt x="386" y="64"/>
                      <a:pt x="373" y="58"/>
                    </a:cubicBezTo>
                    <a:close/>
                    <a:moveTo>
                      <a:pt x="512" y="113"/>
                    </a:moveTo>
                    <a:cubicBezTo>
                      <a:pt x="489" y="91"/>
                      <a:pt x="425" y="112"/>
                      <a:pt x="405" y="130"/>
                    </a:cubicBezTo>
                    <a:cubicBezTo>
                      <a:pt x="401" y="134"/>
                      <a:pt x="395" y="140"/>
                      <a:pt x="389" y="148"/>
                    </a:cubicBezTo>
                    <a:cubicBezTo>
                      <a:pt x="388" y="139"/>
                      <a:pt x="387" y="132"/>
                      <a:pt x="384" y="127"/>
                    </a:cubicBezTo>
                    <a:cubicBezTo>
                      <a:pt x="383" y="138"/>
                      <a:pt x="381" y="150"/>
                      <a:pt x="379" y="162"/>
                    </a:cubicBezTo>
                    <a:cubicBezTo>
                      <a:pt x="362" y="186"/>
                      <a:pt x="348" y="217"/>
                      <a:pt x="360" y="233"/>
                    </a:cubicBezTo>
                    <a:cubicBezTo>
                      <a:pt x="352" y="256"/>
                      <a:pt x="343" y="272"/>
                      <a:pt x="337" y="274"/>
                    </a:cubicBezTo>
                    <a:cubicBezTo>
                      <a:pt x="332" y="329"/>
                      <a:pt x="332" y="329"/>
                      <a:pt x="332" y="329"/>
                    </a:cubicBezTo>
                    <a:cubicBezTo>
                      <a:pt x="344" y="325"/>
                      <a:pt x="363" y="278"/>
                      <a:pt x="376" y="230"/>
                    </a:cubicBezTo>
                    <a:cubicBezTo>
                      <a:pt x="377" y="230"/>
                      <a:pt x="377" y="230"/>
                      <a:pt x="377" y="230"/>
                    </a:cubicBezTo>
                    <a:cubicBezTo>
                      <a:pt x="388" y="192"/>
                      <a:pt x="455" y="140"/>
                      <a:pt x="493" y="173"/>
                    </a:cubicBezTo>
                    <a:cubicBezTo>
                      <a:pt x="496" y="175"/>
                      <a:pt x="499" y="182"/>
                      <a:pt x="505" y="182"/>
                    </a:cubicBezTo>
                    <a:cubicBezTo>
                      <a:pt x="512" y="181"/>
                      <a:pt x="516" y="165"/>
                      <a:pt x="518" y="160"/>
                    </a:cubicBezTo>
                    <a:cubicBezTo>
                      <a:pt x="524" y="144"/>
                      <a:pt x="526" y="126"/>
                      <a:pt x="512" y="113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5" name="Freeform 3688">
                <a:extLst>
                  <a:ext uri="{FF2B5EF4-FFF2-40B4-BE49-F238E27FC236}">
                    <a16:creationId xmlns:a16="http://schemas.microsoft.com/office/drawing/2014/main" id="{91C50186-279C-4817-AFB2-5C7339F72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2133"/>
                <a:ext cx="370" cy="257"/>
              </a:xfrm>
              <a:custGeom>
                <a:avLst/>
                <a:gdLst>
                  <a:gd name="T0" fmla="*/ 374 w 363"/>
                  <a:gd name="T1" fmla="*/ 155 h 252"/>
                  <a:gd name="T2" fmla="*/ 296 w 363"/>
                  <a:gd name="T3" fmla="*/ 106 h 252"/>
                  <a:gd name="T4" fmla="*/ 310 w 363"/>
                  <a:gd name="T5" fmla="*/ 48 h 252"/>
                  <a:gd name="T6" fmla="*/ 296 w 363"/>
                  <a:gd name="T7" fmla="*/ 43 h 252"/>
                  <a:gd name="T8" fmla="*/ 210 w 363"/>
                  <a:gd name="T9" fmla="*/ 171 h 252"/>
                  <a:gd name="T10" fmla="*/ 210 w 363"/>
                  <a:gd name="T11" fmla="*/ 169 h 252"/>
                  <a:gd name="T12" fmla="*/ 146 w 363"/>
                  <a:gd name="T13" fmla="*/ 96 h 252"/>
                  <a:gd name="T14" fmla="*/ 122 w 363"/>
                  <a:gd name="T15" fmla="*/ 58 h 252"/>
                  <a:gd name="T16" fmla="*/ 296 w 363"/>
                  <a:gd name="T17" fmla="*/ 43 h 252"/>
                  <a:gd name="T18" fmla="*/ 295 w 363"/>
                  <a:gd name="T19" fmla="*/ 17 h 252"/>
                  <a:gd name="T20" fmla="*/ 91 w 363"/>
                  <a:gd name="T21" fmla="*/ 33 h 252"/>
                  <a:gd name="T22" fmla="*/ 54 w 363"/>
                  <a:gd name="T23" fmla="*/ 20 h 252"/>
                  <a:gd name="T24" fmla="*/ 14 w 363"/>
                  <a:gd name="T25" fmla="*/ 59 h 252"/>
                  <a:gd name="T26" fmla="*/ 0 w 363"/>
                  <a:gd name="T27" fmla="*/ 72 h 252"/>
                  <a:gd name="T28" fmla="*/ 7 w 363"/>
                  <a:gd name="T29" fmla="*/ 127 h 252"/>
                  <a:gd name="T30" fmla="*/ 32 w 363"/>
                  <a:gd name="T31" fmla="*/ 100 h 252"/>
                  <a:gd name="T32" fmla="*/ 77 w 363"/>
                  <a:gd name="T33" fmla="*/ 105 h 252"/>
                  <a:gd name="T34" fmla="*/ 92 w 363"/>
                  <a:gd name="T35" fmla="*/ 135 h 252"/>
                  <a:gd name="T36" fmla="*/ 112 w 363"/>
                  <a:gd name="T37" fmla="*/ 152 h 252"/>
                  <a:gd name="T38" fmla="*/ 156 w 363"/>
                  <a:gd name="T39" fmla="*/ 172 h 252"/>
                  <a:gd name="T40" fmla="*/ 158 w 363"/>
                  <a:gd name="T41" fmla="*/ 208 h 252"/>
                  <a:gd name="T42" fmla="*/ 156 w 363"/>
                  <a:gd name="T43" fmla="*/ 209 h 252"/>
                  <a:gd name="T44" fmla="*/ 163 w 363"/>
                  <a:gd name="T45" fmla="*/ 267 h 252"/>
                  <a:gd name="T46" fmla="*/ 252 w 363"/>
                  <a:gd name="T47" fmla="*/ 182 h 252"/>
                  <a:gd name="T48" fmla="*/ 283 w 363"/>
                  <a:gd name="T49" fmla="*/ 161 h 252"/>
                  <a:gd name="T50" fmla="*/ 343 w 363"/>
                  <a:gd name="T51" fmla="*/ 173 h 252"/>
                  <a:gd name="T52" fmla="*/ 367 w 363"/>
                  <a:gd name="T53" fmla="*/ 197 h 252"/>
                  <a:gd name="T54" fmla="*/ 374 w 363"/>
                  <a:gd name="T55" fmla="*/ 155 h 25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63" h="252">
                    <a:moveTo>
                      <a:pt x="353" y="146"/>
                    </a:moveTo>
                    <a:cubicBezTo>
                      <a:pt x="341" y="127"/>
                      <a:pt x="307" y="97"/>
                      <a:pt x="280" y="100"/>
                    </a:cubicBezTo>
                    <a:cubicBezTo>
                      <a:pt x="294" y="73"/>
                      <a:pt x="300" y="51"/>
                      <a:pt x="292" y="45"/>
                    </a:cubicBezTo>
                    <a:cubicBezTo>
                      <a:pt x="290" y="43"/>
                      <a:pt x="285" y="42"/>
                      <a:pt x="280" y="40"/>
                    </a:cubicBezTo>
                    <a:cubicBezTo>
                      <a:pt x="270" y="72"/>
                      <a:pt x="232" y="126"/>
                      <a:pt x="198" y="162"/>
                    </a:cubicBezTo>
                    <a:cubicBezTo>
                      <a:pt x="198" y="161"/>
                      <a:pt x="198" y="161"/>
                      <a:pt x="198" y="160"/>
                    </a:cubicBezTo>
                    <a:cubicBezTo>
                      <a:pt x="202" y="121"/>
                      <a:pt x="151" y="121"/>
                      <a:pt x="137" y="90"/>
                    </a:cubicBezTo>
                    <a:cubicBezTo>
                      <a:pt x="132" y="77"/>
                      <a:pt x="125" y="65"/>
                      <a:pt x="116" y="55"/>
                    </a:cubicBezTo>
                    <a:cubicBezTo>
                      <a:pt x="178" y="38"/>
                      <a:pt x="249" y="33"/>
                      <a:pt x="280" y="40"/>
                    </a:cubicBezTo>
                    <a:cubicBezTo>
                      <a:pt x="284" y="29"/>
                      <a:pt x="284" y="21"/>
                      <a:pt x="279" y="17"/>
                    </a:cubicBezTo>
                    <a:cubicBezTo>
                      <a:pt x="256" y="0"/>
                      <a:pt x="159" y="11"/>
                      <a:pt x="85" y="30"/>
                    </a:cubicBezTo>
                    <a:cubicBezTo>
                      <a:pt x="75" y="25"/>
                      <a:pt x="64" y="22"/>
                      <a:pt x="51" y="20"/>
                    </a:cubicBezTo>
                    <a:cubicBezTo>
                      <a:pt x="25" y="17"/>
                      <a:pt x="14" y="36"/>
                      <a:pt x="14" y="56"/>
                    </a:cubicBezTo>
                    <a:cubicBezTo>
                      <a:pt x="7" y="60"/>
                      <a:pt x="2" y="64"/>
                      <a:pt x="0" y="69"/>
                    </a:cubicBezTo>
                    <a:cubicBezTo>
                      <a:pt x="7" y="121"/>
                      <a:pt x="7" y="121"/>
                      <a:pt x="7" y="121"/>
                    </a:cubicBezTo>
                    <a:cubicBezTo>
                      <a:pt x="6" y="109"/>
                      <a:pt x="17" y="104"/>
                      <a:pt x="29" y="94"/>
                    </a:cubicBezTo>
                    <a:cubicBezTo>
                      <a:pt x="44" y="89"/>
                      <a:pt x="62" y="84"/>
                      <a:pt x="74" y="99"/>
                    </a:cubicBezTo>
                    <a:cubicBezTo>
                      <a:pt x="80" y="106"/>
                      <a:pt x="81" y="118"/>
                      <a:pt x="86" y="126"/>
                    </a:cubicBezTo>
                    <a:cubicBezTo>
                      <a:pt x="91" y="134"/>
                      <a:pt x="98" y="139"/>
                      <a:pt x="106" y="143"/>
                    </a:cubicBezTo>
                    <a:cubicBezTo>
                      <a:pt x="121" y="150"/>
                      <a:pt x="138" y="149"/>
                      <a:pt x="147" y="163"/>
                    </a:cubicBezTo>
                    <a:cubicBezTo>
                      <a:pt x="154" y="173"/>
                      <a:pt x="153" y="186"/>
                      <a:pt x="149" y="196"/>
                    </a:cubicBezTo>
                    <a:cubicBezTo>
                      <a:pt x="149" y="197"/>
                      <a:pt x="148" y="197"/>
                      <a:pt x="147" y="197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73" y="250"/>
                      <a:pt x="207" y="213"/>
                      <a:pt x="237" y="172"/>
                    </a:cubicBezTo>
                    <a:cubicBezTo>
                      <a:pt x="247" y="163"/>
                      <a:pt x="259" y="155"/>
                      <a:pt x="268" y="152"/>
                    </a:cubicBezTo>
                    <a:cubicBezTo>
                      <a:pt x="287" y="145"/>
                      <a:pt x="312" y="147"/>
                      <a:pt x="325" y="164"/>
                    </a:cubicBezTo>
                    <a:cubicBezTo>
                      <a:pt x="330" y="170"/>
                      <a:pt x="333" y="188"/>
                      <a:pt x="346" y="185"/>
                    </a:cubicBezTo>
                    <a:cubicBezTo>
                      <a:pt x="363" y="181"/>
                      <a:pt x="358" y="155"/>
                      <a:pt x="353" y="146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6" name="Freeform 3689">
                <a:extLst>
                  <a:ext uri="{FF2B5EF4-FFF2-40B4-BE49-F238E27FC236}">
                    <a16:creationId xmlns:a16="http://schemas.microsoft.com/office/drawing/2014/main" id="{5AD59DE1-02D9-4DF3-B72C-C8D75B91E0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8" y="2248"/>
                <a:ext cx="537" cy="336"/>
              </a:xfrm>
              <a:custGeom>
                <a:avLst/>
                <a:gdLst>
                  <a:gd name="T0" fmla="*/ 397 w 526"/>
                  <a:gd name="T1" fmla="*/ 61 h 329"/>
                  <a:gd name="T2" fmla="*/ 299 w 526"/>
                  <a:gd name="T3" fmla="*/ 52 h 329"/>
                  <a:gd name="T4" fmla="*/ 208 w 526"/>
                  <a:gd name="T5" fmla="*/ 8 h 329"/>
                  <a:gd name="T6" fmla="*/ 0 w 526"/>
                  <a:gd name="T7" fmla="*/ 158 h 329"/>
                  <a:gd name="T8" fmla="*/ 7 w 526"/>
                  <a:gd name="T9" fmla="*/ 227 h 329"/>
                  <a:gd name="T10" fmla="*/ 99 w 526"/>
                  <a:gd name="T11" fmla="*/ 154 h 329"/>
                  <a:gd name="T12" fmla="*/ 153 w 526"/>
                  <a:gd name="T13" fmla="*/ 165 h 329"/>
                  <a:gd name="T14" fmla="*/ 123 w 526"/>
                  <a:gd name="T15" fmla="*/ 230 h 329"/>
                  <a:gd name="T16" fmla="*/ 186 w 526"/>
                  <a:gd name="T17" fmla="*/ 197 h 329"/>
                  <a:gd name="T18" fmla="*/ 203 w 526"/>
                  <a:gd name="T19" fmla="*/ 142 h 329"/>
                  <a:gd name="T20" fmla="*/ 168 w 526"/>
                  <a:gd name="T21" fmla="*/ 102 h 329"/>
                  <a:gd name="T22" fmla="*/ 159 w 526"/>
                  <a:gd name="T23" fmla="*/ 99 h 329"/>
                  <a:gd name="T24" fmla="*/ 215 w 526"/>
                  <a:gd name="T25" fmla="*/ 65 h 329"/>
                  <a:gd name="T26" fmla="*/ 309 w 526"/>
                  <a:gd name="T27" fmla="*/ 117 h 329"/>
                  <a:gd name="T28" fmla="*/ 401 w 526"/>
                  <a:gd name="T29" fmla="*/ 129 h 329"/>
                  <a:gd name="T30" fmla="*/ 408 w 526"/>
                  <a:gd name="T31" fmla="*/ 136 h 329"/>
                  <a:gd name="T32" fmla="*/ 397 w 526"/>
                  <a:gd name="T33" fmla="*/ 61 h 329"/>
                  <a:gd name="T34" fmla="*/ 545 w 526"/>
                  <a:gd name="T35" fmla="*/ 119 h 329"/>
                  <a:gd name="T36" fmla="*/ 431 w 526"/>
                  <a:gd name="T37" fmla="*/ 139 h 329"/>
                  <a:gd name="T38" fmla="*/ 413 w 526"/>
                  <a:gd name="T39" fmla="*/ 157 h 329"/>
                  <a:gd name="T40" fmla="*/ 408 w 526"/>
                  <a:gd name="T41" fmla="*/ 136 h 329"/>
                  <a:gd name="T42" fmla="*/ 403 w 526"/>
                  <a:gd name="T43" fmla="*/ 173 h 329"/>
                  <a:gd name="T44" fmla="*/ 384 w 526"/>
                  <a:gd name="T45" fmla="*/ 248 h 329"/>
                  <a:gd name="T46" fmla="*/ 358 w 526"/>
                  <a:gd name="T47" fmla="*/ 292 h 329"/>
                  <a:gd name="T48" fmla="*/ 353 w 526"/>
                  <a:gd name="T49" fmla="*/ 350 h 329"/>
                  <a:gd name="T50" fmla="*/ 400 w 526"/>
                  <a:gd name="T51" fmla="*/ 245 h 329"/>
                  <a:gd name="T52" fmla="*/ 401 w 526"/>
                  <a:gd name="T53" fmla="*/ 245 h 329"/>
                  <a:gd name="T54" fmla="*/ 525 w 526"/>
                  <a:gd name="T55" fmla="*/ 185 h 329"/>
                  <a:gd name="T56" fmla="*/ 538 w 526"/>
                  <a:gd name="T57" fmla="*/ 194 h 329"/>
                  <a:gd name="T58" fmla="*/ 551 w 526"/>
                  <a:gd name="T59" fmla="*/ 170 h 329"/>
                  <a:gd name="T60" fmla="*/ 545 w 526"/>
                  <a:gd name="T61" fmla="*/ 119 h 32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26" h="329">
                    <a:moveTo>
                      <a:pt x="373" y="58"/>
                    </a:moveTo>
                    <a:cubicBezTo>
                      <a:pt x="343" y="43"/>
                      <a:pt x="313" y="55"/>
                      <a:pt x="281" y="49"/>
                    </a:cubicBezTo>
                    <a:cubicBezTo>
                      <a:pt x="251" y="43"/>
                      <a:pt x="227" y="14"/>
                      <a:pt x="196" y="8"/>
                    </a:cubicBezTo>
                    <a:cubicBezTo>
                      <a:pt x="162" y="0"/>
                      <a:pt x="10" y="145"/>
                      <a:pt x="0" y="149"/>
                    </a:cubicBezTo>
                    <a:cubicBezTo>
                      <a:pt x="7" y="212"/>
                      <a:pt x="7" y="212"/>
                      <a:pt x="7" y="212"/>
                    </a:cubicBezTo>
                    <a:cubicBezTo>
                      <a:pt x="22" y="211"/>
                      <a:pt x="56" y="179"/>
                      <a:pt x="93" y="145"/>
                    </a:cubicBezTo>
                    <a:cubicBezTo>
                      <a:pt x="108" y="133"/>
                      <a:pt x="137" y="134"/>
                      <a:pt x="144" y="156"/>
                    </a:cubicBezTo>
                    <a:cubicBezTo>
                      <a:pt x="149" y="174"/>
                      <a:pt x="141" y="197"/>
                      <a:pt x="116" y="215"/>
                    </a:cubicBezTo>
                    <a:cubicBezTo>
                      <a:pt x="174" y="185"/>
                      <a:pt x="174" y="185"/>
                      <a:pt x="174" y="185"/>
                    </a:cubicBezTo>
                    <a:cubicBezTo>
                      <a:pt x="191" y="133"/>
                      <a:pt x="191" y="133"/>
                      <a:pt x="191" y="133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0" y="93"/>
                      <a:pt x="150" y="93"/>
                      <a:pt x="150" y="93"/>
                    </a:cubicBezTo>
                    <a:cubicBezTo>
                      <a:pt x="173" y="73"/>
                      <a:pt x="193" y="60"/>
                      <a:pt x="203" y="62"/>
                    </a:cubicBezTo>
                    <a:cubicBezTo>
                      <a:pt x="234" y="69"/>
                      <a:pt x="260" y="105"/>
                      <a:pt x="291" y="111"/>
                    </a:cubicBezTo>
                    <a:cubicBezTo>
                      <a:pt x="323" y="117"/>
                      <a:pt x="347" y="105"/>
                      <a:pt x="377" y="120"/>
                    </a:cubicBezTo>
                    <a:cubicBezTo>
                      <a:pt x="380" y="122"/>
                      <a:pt x="382" y="124"/>
                      <a:pt x="384" y="127"/>
                    </a:cubicBezTo>
                    <a:cubicBezTo>
                      <a:pt x="388" y="93"/>
                      <a:pt x="386" y="64"/>
                      <a:pt x="373" y="58"/>
                    </a:cubicBezTo>
                    <a:close/>
                    <a:moveTo>
                      <a:pt x="512" y="113"/>
                    </a:moveTo>
                    <a:cubicBezTo>
                      <a:pt x="489" y="91"/>
                      <a:pt x="425" y="112"/>
                      <a:pt x="405" y="130"/>
                    </a:cubicBezTo>
                    <a:cubicBezTo>
                      <a:pt x="401" y="134"/>
                      <a:pt x="395" y="140"/>
                      <a:pt x="389" y="148"/>
                    </a:cubicBezTo>
                    <a:cubicBezTo>
                      <a:pt x="388" y="139"/>
                      <a:pt x="387" y="132"/>
                      <a:pt x="384" y="127"/>
                    </a:cubicBezTo>
                    <a:cubicBezTo>
                      <a:pt x="383" y="138"/>
                      <a:pt x="381" y="150"/>
                      <a:pt x="379" y="162"/>
                    </a:cubicBezTo>
                    <a:cubicBezTo>
                      <a:pt x="362" y="186"/>
                      <a:pt x="348" y="217"/>
                      <a:pt x="360" y="233"/>
                    </a:cubicBezTo>
                    <a:cubicBezTo>
                      <a:pt x="352" y="256"/>
                      <a:pt x="343" y="272"/>
                      <a:pt x="337" y="274"/>
                    </a:cubicBezTo>
                    <a:cubicBezTo>
                      <a:pt x="332" y="329"/>
                      <a:pt x="332" y="329"/>
                      <a:pt x="332" y="329"/>
                    </a:cubicBezTo>
                    <a:cubicBezTo>
                      <a:pt x="344" y="325"/>
                      <a:pt x="363" y="278"/>
                      <a:pt x="376" y="230"/>
                    </a:cubicBezTo>
                    <a:cubicBezTo>
                      <a:pt x="377" y="230"/>
                      <a:pt x="377" y="230"/>
                      <a:pt x="377" y="230"/>
                    </a:cubicBezTo>
                    <a:cubicBezTo>
                      <a:pt x="388" y="192"/>
                      <a:pt x="455" y="140"/>
                      <a:pt x="493" y="173"/>
                    </a:cubicBezTo>
                    <a:cubicBezTo>
                      <a:pt x="496" y="175"/>
                      <a:pt x="499" y="182"/>
                      <a:pt x="505" y="182"/>
                    </a:cubicBezTo>
                    <a:cubicBezTo>
                      <a:pt x="512" y="181"/>
                      <a:pt x="516" y="165"/>
                      <a:pt x="518" y="160"/>
                    </a:cubicBezTo>
                    <a:cubicBezTo>
                      <a:pt x="524" y="144"/>
                      <a:pt x="526" y="126"/>
                      <a:pt x="512" y="11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7" name="Freeform 3690">
                <a:extLst>
                  <a:ext uri="{FF2B5EF4-FFF2-40B4-BE49-F238E27FC236}">
                    <a16:creationId xmlns:a16="http://schemas.microsoft.com/office/drawing/2014/main" id="{949743BD-D855-403D-BF71-EB95F6697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" y="2133"/>
                <a:ext cx="370" cy="257"/>
              </a:xfrm>
              <a:custGeom>
                <a:avLst/>
                <a:gdLst>
                  <a:gd name="T0" fmla="*/ 374 w 363"/>
                  <a:gd name="T1" fmla="*/ 155 h 252"/>
                  <a:gd name="T2" fmla="*/ 296 w 363"/>
                  <a:gd name="T3" fmla="*/ 106 h 252"/>
                  <a:gd name="T4" fmla="*/ 310 w 363"/>
                  <a:gd name="T5" fmla="*/ 48 h 252"/>
                  <a:gd name="T6" fmla="*/ 296 w 363"/>
                  <a:gd name="T7" fmla="*/ 43 h 252"/>
                  <a:gd name="T8" fmla="*/ 210 w 363"/>
                  <a:gd name="T9" fmla="*/ 171 h 252"/>
                  <a:gd name="T10" fmla="*/ 210 w 363"/>
                  <a:gd name="T11" fmla="*/ 169 h 252"/>
                  <a:gd name="T12" fmla="*/ 146 w 363"/>
                  <a:gd name="T13" fmla="*/ 96 h 252"/>
                  <a:gd name="T14" fmla="*/ 122 w 363"/>
                  <a:gd name="T15" fmla="*/ 58 h 252"/>
                  <a:gd name="T16" fmla="*/ 296 w 363"/>
                  <a:gd name="T17" fmla="*/ 43 h 252"/>
                  <a:gd name="T18" fmla="*/ 295 w 363"/>
                  <a:gd name="T19" fmla="*/ 17 h 252"/>
                  <a:gd name="T20" fmla="*/ 91 w 363"/>
                  <a:gd name="T21" fmla="*/ 33 h 252"/>
                  <a:gd name="T22" fmla="*/ 54 w 363"/>
                  <a:gd name="T23" fmla="*/ 20 h 252"/>
                  <a:gd name="T24" fmla="*/ 14 w 363"/>
                  <a:gd name="T25" fmla="*/ 59 h 252"/>
                  <a:gd name="T26" fmla="*/ 0 w 363"/>
                  <a:gd name="T27" fmla="*/ 72 h 252"/>
                  <a:gd name="T28" fmla="*/ 7 w 363"/>
                  <a:gd name="T29" fmla="*/ 127 h 252"/>
                  <a:gd name="T30" fmla="*/ 32 w 363"/>
                  <a:gd name="T31" fmla="*/ 100 h 252"/>
                  <a:gd name="T32" fmla="*/ 77 w 363"/>
                  <a:gd name="T33" fmla="*/ 105 h 252"/>
                  <a:gd name="T34" fmla="*/ 92 w 363"/>
                  <a:gd name="T35" fmla="*/ 135 h 252"/>
                  <a:gd name="T36" fmla="*/ 112 w 363"/>
                  <a:gd name="T37" fmla="*/ 152 h 252"/>
                  <a:gd name="T38" fmla="*/ 156 w 363"/>
                  <a:gd name="T39" fmla="*/ 172 h 252"/>
                  <a:gd name="T40" fmla="*/ 158 w 363"/>
                  <a:gd name="T41" fmla="*/ 208 h 252"/>
                  <a:gd name="T42" fmla="*/ 156 w 363"/>
                  <a:gd name="T43" fmla="*/ 209 h 252"/>
                  <a:gd name="T44" fmla="*/ 163 w 363"/>
                  <a:gd name="T45" fmla="*/ 267 h 252"/>
                  <a:gd name="T46" fmla="*/ 252 w 363"/>
                  <a:gd name="T47" fmla="*/ 182 h 252"/>
                  <a:gd name="T48" fmla="*/ 283 w 363"/>
                  <a:gd name="T49" fmla="*/ 161 h 252"/>
                  <a:gd name="T50" fmla="*/ 343 w 363"/>
                  <a:gd name="T51" fmla="*/ 173 h 252"/>
                  <a:gd name="T52" fmla="*/ 367 w 363"/>
                  <a:gd name="T53" fmla="*/ 197 h 252"/>
                  <a:gd name="T54" fmla="*/ 374 w 363"/>
                  <a:gd name="T55" fmla="*/ 155 h 25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63" h="252">
                    <a:moveTo>
                      <a:pt x="353" y="146"/>
                    </a:moveTo>
                    <a:cubicBezTo>
                      <a:pt x="341" y="127"/>
                      <a:pt x="307" y="97"/>
                      <a:pt x="280" y="100"/>
                    </a:cubicBezTo>
                    <a:cubicBezTo>
                      <a:pt x="294" y="73"/>
                      <a:pt x="300" y="51"/>
                      <a:pt x="292" y="45"/>
                    </a:cubicBezTo>
                    <a:cubicBezTo>
                      <a:pt x="290" y="43"/>
                      <a:pt x="285" y="42"/>
                      <a:pt x="280" y="40"/>
                    </a:cubicBezTo>
                    <a:cubicBezTo>
                      <a:pt x="270" y="72"/>
                      <a:pt x="232" y="126"/>
                      <a:pt x="198" y="162"/>
                    </a:cubicBezTo>
                    <a:cubicBezTo>
                      <a:pt x="198" y="161"/>
                      <a:pt x="198" y="161"/>
                      <a:pt x="198" y="160"/>
                    </a:cubicBezTo>
                    <a:cubicBezTo>
                      <a:pt x="202" y="121"/>
                      <a:pt x="151" y="121"/>
                      <a:pt x="137" y="90"/>
                    </a:cubicBezTo>
                    <a:cubicBezTo>
                      <a:pt x="132" y="77"/>
                      <a:pt x="125" y="65"/>
                      <a:pt x="116" y="55"/>
                    </a:cubicBezTo>
                    <a:cubicBezTo>
                      <a:pt x="178" y="38"/>
                      <a:pt x="249" y="33"/>
                      <a:pt x="280" y="40"/>
                    </a:cubicBezTo>
                    <a:cubicBezTo>
                      <a:pt x="284" y="29"/>
                      <a:pt x="284" y="21"/>
                      <a:pt x="279" y="17"/>
                    </a:cubicBezTo>
                    <a:cubicBezTo>
                      <a:pt x="256" y="0"/>
                      <a:pt x="159" y="11"/>
                      <a:pt x="85" y="30"/>
                    </a:cubicBezTo>
                    <a:cubicBezTo>
                      <a:pt x="75" y="25"/>
                      <a:pt x="64" y="22"/>
                      <a:pt x="51" y="20"/>
                    </a:cubicBezTo>
                    <a:cubicBezTo>
                      <a:pt x="25" y="17"/>
                      <a:pt x="14" y="36"/>
                      <a:pt x="14" y="56"/>
                    </a:cubicBezTo>
                    <a:cubicBezTo>
                      <a:pt x="7" y="60"/>
                      <a:pt x="2" y="64"/>
                      <a:pt x="0" y="69"/>
                    </a:cubicBezTo>
                    <a:cubicBezTo>
                      <a:pt x="7" y="121"/>
                      <a:pt x="7" y="121"/>
                      <a:pt x="7" y="121"/>
                    </a:cubicBezTo>
                    <a:cubicBezTo>
                      <a:pt x="6" y="109"/>
                      <a:pt x="17" y="104"/>
                      <a:pt x="29" y="94"/>
                    </a:cubicBezTo>
                    <a:cubicBezTo>
                      <a:pt x="44" y="89"/>
                      <a:pt x="62" y="84"/>
                      <a:pt x="74" y="99"/>
                    </a:cubicBezTo>
                    <a:cubicBezTo>
                      <a:pt x="80" y="106"/>
                      <a:pt x="81" y="118"/>
                      <a:pt x="86" y="126"/>
                    </a:cubicBezTo>
                    <a:cubicBezTo>
                      <a:pt x="91" y="134"/>
                      <a:pt x="98" y="139"/>
                      <a:pt x="106" y="143"/>
                    </a:cubicBezTo>
                    <a:cubicBezTo>
                      <a:pt x="121" y="150"/>
                      <a:pt x="138" y="149"/>
                      <a:pt x="147" y="163"/>
                    </a:cubicBezTo>
                    <a:cubicBezTo>
                      <a:pt x="154" y="173"/>
                      <a:pt x="153" y="186"/>
                      <a:pt x="149" y="196"/>
                    </a:cubicBezTo>
                    <a:cubicBezTo>
                      <a:pt x="149" y="197"/>
                      <a:pt x="148" y="197"/>
                      <a:pt x="147" y="197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73" y="250"/>
                      <a:pt x="207" y="213"/>
                      <a:pt x="237" y="172"/>
                    </a:cubicBezTo>
                    <a:cubicBezTo>
                      <a:pt x="247" y="163"/>
                      <a:pt x="259" y="155"/>
                      <a:pt x="268" y="152"/>
                    </a:cubicBezTo>
                    <a:cubicBezTo>
                      <a:pt x="287" y="145"/>
                      <a:pt x="312" y="147"/>
                      <a:pt x="325" y="164"/>
                    </a:cubicBezTo>
                    <a:cubicBezTo>
                      <a:pt x="330" y="170"/>
                      <a:pt x="333" y="188"/>
                      <a:pt x="346" y="185"/>
                    </a:cubicBezTo>
                    <a:cubicBezTo>
                      <a:pt x="363" y="181"/>
                      <a:pt x="358" y="155"/>
                      <a:pt x="353" y="14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8" name="Freeform 3691">
                <a:extLst>
                  <a:ext uri="{FF2B5EF4-FFF2-40B4-BE49-F238E27FC236}">
                    <a16:creationId xmlns:a16="http://schemas.microsoft.com/office/drawing/2014/main" id="{B4F7EE40-7137-4D3B-AAC7-85E37F56DC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25" y="2314"/>
                <a:ext cx="355" cy="316"/>
              </a:xfrm>
              <a:custGeom>
                <a:avLst/>
                <a:gdLst>
                  <a:gd name="T0" fmla="*/ 349 w 348"/>
                  <a:gd name="T1" fmla="*/ 10 h 310"/>
                  <a:gd name="T2" fmla="*/ 282 w 348"/>
                  <a:gd name="T3" fmla="*/ 7 h 310"/>
                  <a:gd name="T4" fmla="*/ 203 w 348"/>
                  <a:gd name="T5" fmla="*/ 39 h 310"/>
                  <a:gd name="T6" fmla="*/ 0 w 348"/>
                  <a:gd name="T7" fmla="*/ 265 h 310"/>
                  <a:gd name="T8" fmla="*/ 4 w 348"/>
                  <a:gd name="T9" fmla="*/ 328 h 310"/>
                  <a:gd name="T10" fmla="*/ 61 w 348"/>
                  <a:gd name="T11" fmla="*/ 261 h 310"/>
                  <a:gd name="T12" fmla="*/ 86 w 348"/>
                  <a:gd name="T13" fmla="*/ 250 h 310"/>
                  <a:gd name="T14" fmla="*/ 98 w 348"/>
                  <a:gd name="T15" fmla="*/ 274 h 310"/>
                  <a:gd name="T16" fmla="*/ 103 w 348"/>
                  <a:gd name="T17" fmla="*/ 211 h 310"/>
                  <a:gd name="T18" fmla="*/ 101 w 348"/>
                  <a:gd name="T19" fmla="*/ 210 h 310"/>
                  <a:gd name="T20" fmla="*/ 166 w 348"/>
                  <a:gd name="T21" fmla="*/ 144 h 310"/>
                  <a:gd name="T22" fmla="*/ 184 w 348"/>
                  <a:gd name="T23" fmla="*/ 140 h 310"/>
                  <a:gd name="T24" fmla="*/ 206 w 348"/>
                  <a:gd name="T25" fmla="*/ 166 h 310"/>
                  <a:gd name="T26" fmla="*/ 222 w 348"/>
                  <a:gd name="T27" fmla="*/ 178 h 310"/>
                  <a:gd name="T28" fmla="*/ 230 w 348"/>
                  <a:gd name="T29" fmla="*/ 122 h 310"/>
                  <a:gd name="T30" fmla="*/ 218 w 348"/>
                  <a:gd name="T31" fmla="*/ 97 h 310"/>
                  <a:gd name="T32" fmla="*/ 287 w 348"/>
                  <a:gd name="T33" fmla="*/ 70 h 310"/>
                  <a:gd name="T34" fmla="*/ 348 w 348"/>
                  <a:gd name="T35" fmla="*/ 70 h 310"/>
                  <a:gd name="T36" fmla="*/ 347 w 348"/>
                  <a:gd name="T37" fmla="*/ 57 h 310"/>
                  <a:gd name="T38" fmla="*/ 349 w 348"/>
                  <a:gd name="T39" fmla="*/ 10 h 310"/>
                  <a:gd name="T40" fmla="*/ 354 w 348"/>
                  <a:gd name="T41" fmla="*/ 73 h 310"/>
                  <a:gd name="T42" fmla="*/ 348 w 348"/>
                  <a:gd name="T43" fmla="*/ 70 h 310"/>
                  <a:gd name="T44" fmla="*/ 351 w 348"/>
                  <a:gd name="T45" fmla="*/ 125 h 310"/>
                  <a:gd name="T46" fmla="*/ 354 w 348"/>
                  <a:gd name="T47" fmla="*/ 73 h 31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48" h="310">
                    <a:moveTo>
                      <a:pt x="328" y="10"/>
                    </a:moveTo>
                    <a:cubicBezTo>
                      <a:pt x="311" y="0"/>
                      <a:pt x="285" y="4"/>
                      <a:pt x="266" y="7"/>
                    </a:cubicBezTo>
                    <a:cubicBezTo>
                      <a:pt x="240" y="11"/>
                      <a:pt x="216" y="26"/>
                      <a:pt x="191" y="36"/>
                    </a:cubicBezTo>
                    <a:cubicBezTo>
                      <a:pt x="168" y="45"/>
                      <a:pt x="24" y="245"/>
                      <a:pt x="0" y="250"/>
                    </a:cubicBezTo>
                    <a:cubicBezTo>
                      <a:pt x="4" y="310"/>
                      <a:pt x="4" y="310"/>
                      <a:pt x="4" y="310"/>
                    </a:cubicBezTo>
                    <a:cubicBezTo>
                      <a:pt x="11" y="308"/>
                      <a:pt x="33" y="280"/>
                      <a:pt x="58" y="246"/>
                    </a:cubicBezTo>
                    <a:cubicBezTo>
                      <a:pt x="61" y="242"/>
                      <a:pt x="70" y="233"/>
                      <a:pt x="80" y="235"/>
                    </a:cubicBezTo>
                    <a:cubicBezTo>
                      <a:pt x="93" y="238"/>
                      <a:pt x="70" y="272"/>
                      <a:pt x="92" y="259"/>
                    </a:cubicBezTo>
                    <a:cubicBezTo>
                      <a:pt x="112" y="246"/>
                      <a:pt x="113" y="214"/>
                      <a:pt x="97" y="199"/>
                    </a:cubicBezTo>
                    <a:cubicBezTo>
                      <a:pt x="96" y="199"/>
                      <a:pt x="96" y="198"/>
                      <a:pt x="95" y="198"/>
                    </a:cubicBezTo>
                    <a:cubicBezTo>
                      <a:pt x="122" y="163"/>
                      <a:pt x="146" y="135"/>
                      <a:pt x="157" y="135"/>
                    </a:cubicBezTo>
                    <a:cubicBezTo>
                      <a:pt x="162" y="133"/>
                      <a:pt x="167" y="131"/>
                      <a:pt x="173" y="131"/>
                    </a:cubicBezTo>
                    <a:cubicBezTo>
                      <a:pt x="187" y="132"/>
                      <a:pt x="194" y="145"/>
                      <a:pt x="194" y="157"/>
                    </a:cubicBezTo>
                    <a:cubicBezTo>
                      <a:pt x="194" y="168"/>
                      <a:pt x="196" y="188"/>
                      <a:pt x="210" y="169"/>
                    </a:cubicBezTo>
                    <a:cubicBezTo>
                      <a:pt x="221" y="154"/>
                      <a:pt x="222" y="133"/>
                      <a:pt x="217" y="116"/>
                    </a:cubicBezTo>
                    <a:cubicBezTo>
                      <a:pt x="214" y="108"/>
                      <a:pt x="211" y="98"/>
                      <a:pt x="206" y="91"/>
                    </a:cubicBezTo>
                    <a:cubicBezTo>
                      <a:pt x="227" y="82"/>
                      <a:pt x="248" y="71"/>
                      <a:pt x="270" y="67"/>
                    </a:cubicBezTo>
                    <a:cubicBezTo>
                      <a:pt x="287" y="64"/>
                      <a:pt x="309" y="61"/>
                      <a:pt x="327" y="67"/>
                    </a:cubicBezTo>
                    <a:cubicBezTo>
                      <a:pt x="326" y="54"/>
                      <a:pt x="326" y="54"/>
                      <a:pt x="326" y="54"/>
                    </a:cubicBezTo>
                    <a:cubicBezTo>
                      <a:pt x="339" y="43"/>
                      <a:pt x="344" y="20"/>
                      <a:pt x="328" y="10"/>
                    </a:cubicBezTo>
                    <a:close/>
                    <a:moveTo>
                      <a:pt x="333" y="70"/>
                    </a:moveTo>
                    <a:cubicBezTo>
                      <a:pt x="331" y="69"/>
                      <a:pt x="329" y="68"/>
                      <a:pt x="327" y="67"/>
                    </a:cubicBezTo>
                    <a:cubicBezTo>
                      <a:pt x="330" y="119"/>
                      <a:pt x="330" y="119"/>
                      <a:pt x="330" y="119"/>
                    </a:cubicBezTo>
                    <a:cubicBezTo>
                      <a:pt x="343" y="108"/>
                      <a:pt x="348" y="79"/>
                      <a:pt x="333" y="70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9" name="Freeform 3692">
                <a:extLst>
                  <a:ext uri="{FF2B5EF4-FFF2-40B4-BE49-F238E27FC236}">
                    <a16:creationId xmlns:a16="http://schemas.microsoft.com/office/drawing/2014/main" id="{9CE9831B-B5D0-4952-8F14-EA71AB7A84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07" y="2343"/>
                <a:ext cx="280" cy="262"/>
              </a:xfrm>
              <a:custGeom>
                <a:avLst/>
                <a:gdLst>
                  <a:gd name="T0" fmla="*/ 177 w 275"/>
                  <a:gd name="T1" fmla="*/ 2 h 257"/>
                  <a:gd name="T2" fmla="*/ 79 w 275"/>
                  <a:gd name="T3" fmla="*/ 118 h 257"/>
                  <a:gd name="T4" fmla="*/ 67 w 275"/>
                  <a:gd name="T5" fmla="*/ 126 h 257"/>
                  <a:gd name="T6" fmla="*/ 67 w 275"/>
                  <a:gd name="T7" fmla="*/ 139 h 257"/>
                  <a:gd name="T8" fmla="*/ 0 w 275"/>
                  <a:gd name="T9" fmla="*/ 211 h 257"/>
                  <a:gd name="T10" fmla="*/ 4 w 275"/>
                  <a:gd name="T11" fmla="*/ 272 h 257"/>
                  <a:gd name="T12" fmla="*/ 74 w 275"/>
                  <a:gd name="T13" fmla="*/ 195 h 257"/>
                  <a:gd name="T14" fmla="*/ 136 w 275"/>
                  <a:gd name="T15" fmla="*/ 171 h 257"/>
                  <a:gd name="T16" fmla="*/ 178 w 275"/>
                  <a:gd name="T17" fmla="*/ 182 h 257"/>
                  <a:gd name="T18" fmla="*/ 178 w 275"/>
                  <a:gd name="T19" fmla="*/ 222 h 257"/>
                  <a:gd name="T20" fmla="*/ 234 w 275"/>
                  <a:gd name="T21" fmla="*/ 173 h 257"/>
                  <a:gd name="T22" fmla="*/ 224 w 275"/>
                  <a:gd name="T23" fmla="*/ 127 h 257"/>
                  <a:gd name="T24" fmla="*/ 175 w 275"/>
                  <a:gd name="T25" fmla="*/ 107 h 257"/>
                  <a:gd name="T26" fmla="*/ 136 w 275"/>
                  <a:gd name="T27" fmla="*/ 99 h 257"/>
                  <a:gd name="T28" fmla="*/ 181 w 275"/>
                  <a:gd name="T29" fmla="*/ 63 h 257"/>
                  <a:gd name="T30" fmla="*/ 274 w 275"/>
                  <a:gd name="T31" fmla="*/ 85 h 257"/>
                  <a:gd name="T32" fmla="*/ 272 w 275"/>
                  <a:gd name="T33" fmla="*/ 49 h 257"/>
                  <a:gd name="T34" fmla="*/ 177 w 275"/>
                  <a:gd name="T35" fmla="*/ 2 h 257"/>
                  <a:gd name="T36" fmla="*/ 274 w 275"/>
                  <a:gd name="T37" fmla="*/ 85 h 257"/>
                  <a:gd name="T38" fmla="*/ 276 w 275"/>
                  <a:gd name="T39" fmla="*/ 110 h 257"/>
                  <a:gd name="T40" fmla="*/ 274 w 275"/>
                  <a:gd name="T41" fmla="*/ 85 h 2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75" h="257">
                    <a:moveTo>
                      <a:pt x="168" y="2"/>
                    </a:moveTo>
                    <a:cubicBezTo>
                      <a:pt x="145" y="0"/>
                      <a:pt x="110" y="58"/>
                      <a:pt x="76" y="112"/>
                    </a:cubicBezTo>
                    <a:cubicBezTo>
                      <a:pt x="64" y="120"/>
                      <a:pt x="64" y="120"/>
                      <a:pt x="64" y="120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40" y="167"/>
                      <a:pt x="17" y="198"/>
                      <a:pt x="0" y="199"/>
                    </a:cubicBezTo>
                    <a:cubicBezTo>
                      <a:pt x="4" y="257"/>
                      <a:pt x="4" y="257"/>
                      <a:pt x="4" y="257"/>
                    </a:cubicBezTo>
                    <a:cubicBezTo>
                      <a:pt x="22" y="256"/>
                      <a:pt x="46" y="222"/>
                      <a:pt x="71" y="183"/>
                    </a:cubicBezTo>
                    <a:cubicBezTo>
                      <a:pt x="83" y="172"/>
                      <a:pt x="113" y="149"/>
                      <a:pt x="130" y="162"/>
                    </a:cubicBezTo>
                    <a:cubicBezTo>
                      <a:pt x="152" y="180"/>
                      <a:pt x="162" y="171"/>
                      <a:pt x="169" y="173"/>
                    </a:cubicBezTo>
                    <a:cubicBezTo>
                      <a:pt x="176" y="175"/>
                      <a:pt x="185" y="178"/>
                      <a:pt x="169" y="210"/>
                    </a:cubicBezTo>
                    <a:cubicBezTo>
                      <a:pt x="222" y="164"/>
                      <a:pt x="222" y="164"/>
                      <a:pt x="222" y="164"/>
                    </a:cubicBezTo>
                    <a:cubicBezTo>
                      <a:pt x="212" y="121"/>
                      <a:pt x="212" y="121"/>
                      <a:pt x="212" y="121"/>
                    </a:cubicBezTo>
                    <a:cubicBezTo>
                      <a:pt x="166" y="101"/>
                      <a:pt x="166" y="101"/>
                      <a:pt x="166" y="101"/>
                    </a:cubicBezTo>
                    <a:cubicBezTo>
                      <a:pt x="130" y="93"/>
                      <a:pt x="130" y="93"/>
                      <a:pt x="130" y="93"/>
                    </a:cubicBezTo>
                    <a:cubicBezTo>
                      <a:pt x="146" y="73"/>
                      <a:pt x="161" y="59"/>
                      <a:pt x="172" y="60"/>
                    </a:cubicBezTo>
                    <a:cubicBezTo>
                      <a:pt x="192" y="61"/>
                      <a:pt x="244" y="59"/>
                      <a:pt x="259" y="79"/>
                    </a:cubicBezTo>
                    <a:cubicBezTo>
                      <a:pt x="257" y="46"/>
                      <a:pt x="257" y="46"/>
                      <a:pt x="257" y="46"/>
                    </a:cubicBezTo>
                    <a:cubicBezTo>
                      <a:pt x="275" y="0"/>
                      <a:pt x="194" y="4"/>
                      <a:pt x="168" y="2"/>
                    </a:cubicBezTo>
                    <a:close/>
                    <a:moveTo>
                      <a:pt x="259" y="79"/>
                    </a:moveTo>
                    <a:cubicBezTo>
                      <a:pt x="261" y="104"/>
                      <a:pt x="261" y="104"/>
                      <a:pt x="261" y="104"/>
                    </a:cubicBezTo>
                    <a:cubicBezTo>
                      <a:pt x="265" y="93"/>
                      <a:pt x="264" y="85"/>
                      <a:pt x="259" y="79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0" name="Freeform 3693">
                <a:extLst>
                  <a:ext uri="{FF2B5EF4-FFF2-40B4-BE49-F238E27FC236}">
                    <a16:creationId xmlns:a16="http://schemas.microsoft.com/office/drawing/2014/main" id="{CC6B3E0E-73BF-4FFF-B05E-FF163393C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432"/>
                <a:ext cx="183" cy="152"/>
              </a:xfrm>
              <a:custGeom>
                <a:avLst/>
                <a:gdLst>
                  <a:gd name="T0" fmla="*/ 20 w 179"/>
                  <a:gd name="T1" fmla="*/ 123 h 149"/>
                  <a:gd name="T2" fmla="*/ 0 w 179"/>
                  <a:gd name="T3" fmla="*/ 39 h 149"/>
                  <a:gd name="T4" fmla="*/ 63 w 179"/>
                  <a:gd name="T5" fmla="*/ 2 h 149"/>
                  <a:gd name="T6" fmla="*/ 167 w 179"/>
                  <a:gd name="T7" fmla="*/ 47 h 149"/>
                  <a:gd name="T8" fmla="*/ 191 w 179"/>
                  <a:gd name="T9" fmla="*/ 100 h 149"/>
                  <a:gd name="T10" fmla="*/ 186 w 179"/>
                  <a:gd name="T11" fmla="*/ 158 h 149"/>
                  <a:gd name="T12" fmla="*/ 128 w 179"/>
                  <a:gd name="T13" fmla="*/ 88 h 149"/>
                  <a:gd name="T14" fmla="*/ 67 w 179"/>
                  <a:gd name="T15" fmla="*/ 60 h 149"/>
                  <a:gd name="T16" fmla="*/ 20 w 179"/>
                  <a:gd name="T17" fmla="*/ 12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9" h="149">
                    <a:moveTo>
                      <a:pt x="20" y="117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31" y="0"/>
                      <a:pt x="60" y="2"/>
                    </a:cubicBezTo>
                    <a:cubicBezTo>
                      <a:pt x="88" y="4"/>
                      <a:pt x="143" y="31"/>
                      <a:pt x="156" y="44"/>
                    </a:cubicBezTo>
                    <a:cubicBezTo>
                      <a:pt x="169" y="57"/>
                      <a:pt x="179" y="94"/>
                      <a:pt x="179" y="94"/>
                    </a:cubicBezTo>
                    <a:cubicBezTo>
                      <a:pt x="174" y="149"/>
                      <a:pt x="174" y="149"/>
                      <a:pt x="174" y="149"/>
                    </a:cubicBezTo>
                    <a:cubicBezTo>
                      <a:pt x="174" y="149"/>
                      <a:pt x="174" y="95"/>
                      <a:pt x="119" y="82"/>
                    </a:cubicBezTo>
                    <a:cubicBezTo>
                      <a:pt x="86" y="74"/>
                      <a:pt x="87" y="47"/>
                      <a:pt x="64" y="57"/>
                    </a:cubicBezTo>
                    <a:cubicBezTo>
                      <a:pt x="45" y="66"/>
                      <a:pt x="27" y="66"/>
                      <a:pt x="20" y="117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1" name="Freeform 3694">
                <a:extLst>
                  <a:ext uri="{FF2B5EF4-FFF2-40B4-BE49-F238E27FC236}">
                    <a16:creationId xmlns:a16="http://schemas.microsoft.com/office/drawing/2014/main" id="{EE294A6F-B8AC-41B6-AE83-EF1410F89BC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25" y="2314"/>
                <a:ext cx="355" cy="316"/>
              </a:xfrm>
              <a:custGeom>
                <a:avLst/>
                <a:gdLst>
                  <a:gd name="T0" fmla="*/ 349 w 348"/>
                  <a:gd name="T1" fmla="*/ 10 h 310"/>
                  <a:gd name="T2" fmla="*/ 282 w 348"/>
                  <a:gd name="T3" fmla="*/ 7 h 310"/>
                  <a:gd name="T4" fmla="*/ 203 w 348"/>
                  <a:gd name="T5" fmla="*/ 39 h 310"/>
                  <a:gd name="T6" fmla="*/ 0 w 348"/>
                  <a:gd name="T7" fmla="*/ 265 h 310"/>
                  <a:gd name="T8" fmla="*/ 4 w 348"/>
                  <a:gd name="T9" fmla="*/ 328 h 310"/>
                  <a:gd name="T10" fmla="*/ 61 w 348"/>
                  <a:gd name="T11" fmla="*/ 261 h 310"/>
                  <a:gd name="T12" fmla="*/ 86 w 348"/>
                  <a:gd name="T13" fmla="*/ 250 h 310"/>
                  <a:gd name="T14" fmla="*/ 98 w 348"/>
                  <a:gd name="T15" fmla="*/ 274 h 310"/>
                  <a:gd name="T16" fmla="*/ 103 w 348"/>
                  <a:gd name="T17" fmla="*/ 211 h 310"/>
                  <a:gd name="T18" fmla="*/ 101 w 348"/>
                  <a:gd name="T19" fmla="*/ 210 h 310"/>
                  <a:gd name="T20" fmla="*/ 166 w 348"/>
                  <a:gd name="T21" fmla="*/ 144 h 310"/>
                  <a:gd name="T22" fmla="*/ 184 w 348"/>
                  <a:gd name="T23" fmla="*/ 140 h 310"/>
                  <a:gd name="T24" fmla="*/ 206 w 348"/>
                  <a:gd name="T25" fmla="*/ 166 h 310"/>
                  <a:gd name="T26" fmla="*/ 222 w 348"/>
                  <a:gd name="T27" fmla="*/ 178 h 310"/>
                  <a:gd name="T28" fmla="*/ 230 w 348"/>
                  <a:gd name="T29" fmla="*/ 122 h 310"/>
                  <a:gd name="T30" fmla="*/ 218 w 348"/>
                  <a:gd name="T31" fmla="*/ 97 h 310"/>
                  <a:gd name="T32" fmla="*/ 287 w 348"/>
                  <a:gd name="T33" fmla="*/ 70 h 310"/>
                  <a:gd name="T34" fmla="*/ 348 w 348"/>
                  <a:gd name="T35" fmla="*/ 70 h 310"/>
                  <a:gd name="T36" fmla="*/ 347 w 348"/>
                  <a:gd name="T37" fmla="*/ 57 h 310"/>
                  <a:gd name="T38" fmla="*/ 349 w 348"/>
                  <a:gd name="T39" fmla="*/ 10 h 310"/>
                  <a:gd name="T40" fmla="*/ 354 w 348"/>
                  <a:gd name="T41" fmla="*/ 73 h 310"/>
                  <a:gd name="T42" fmla="*/ 348 w 348"/>
                  <a:gd name="T43" fmla="*/ 70 h 310"/>
                  <a:gd name="T44" fmla="*/ 351 w 348"/>
                  <a:gd name="T45" fmla="*/ 125 h 310"/>
                  <a:gd name="T46" fmla="*/ 354 w 348"/>
                  <a:gd name="T47" fmla="*/ 73 h 31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48" h="310">
                    <a:moveTo>
                      <a:pt x="328" y="10"/>
                    </a:moveTo>
                    <a:cubicBezTo>
                      <a:pt x="311" y="0"/>
                      <a:pt x="285" y="4"/>
                      <a:pt x="266" y="7"/>
                    </a:cubicBezTo>
                    <a:cubicBezTo>
                      <a:pt x="240" y="11"/>
                      <a:pt x="216" y="26"/>
                      <a:pt x="191" y="36"/>
                    </a:cubicBezTo>
                    <a:cubicBezTo>
                      <a:pt x="168" y="45"/>
                      <a:pt x="24" y="245"/>
                      <a:pt x="0" y="250"/>
                    </a:cubicBezTo>
                    <a:cubicBezTo>
                      <a:pt x="4" y="310"/>
                      <a:pt x="4" y="310"/>
                      <a:pt x="4" y="310"/>
                    </a:cubicBezTo>
                    <a:cubicBezTo>
                      <a:pt x="11" y="308"/>
                      <a:pt x="33" y="280"/>
                      <a:pt x="58" y="246"/>
                    </a:cubicBezTo>
                    <a:cubicBezTo>
                      <a:pt x="61" y="242"/>
                      <a:pt x="70" y="233"/>
                      <a:pt x="80" y="235"/>
                    </a:cubicBezTo>
                    <a:cubicBezTo>
                      <a:pt x="93" y="238"/>
                      <a:pt x="70" y="272"/>
                      <a:pt x="92" y="259"/>
                    </a:cubicBezTo>
                    <a:cubicBezTo>
                      <a:pt x="112" y="246"/>
                      <a:pt x="113" y="214"/>
                      <a:pt x="97" y="199"/>
                    </a:cubicBezTo>
                    <a:cubicBezTo>
                      <a:pt x="96" y="199"/>
                      <a:pt x="96" y="198"/>
                      <a:pt x="95" y="198"/>
                    </a:cubicBezTo>
                    <a:cubicBezTo>
                      <a:pt x="122" y="163"/>
                      <a:pt x="146" y="135"/>
                      <a:pt x="157" y="135"/>
                    </a:cubicBezTo>
                    <a:cubicBezTo>
                      <a:pt x="162" y="133"/>
                      <a:pt x="167" y="131"/>
                      <a:pt x="173" y="131"/>
                    </a:cubicBezTo>
                    <a:cubicBezTo>
                      <a:pt x="187" y="132"/>
                      <a:pt x="194" y="145"/>
                      <a:pt x="194" y="157"/>
                    </a:cubicBezTo>
                    <a:cubicBezTo>
                      <a:pt x="194" y="168"/>
                      <a:pt x="196" y="188"/>
                      <a:pt x="210" y="169"/>
                    </a:cubicBezTo>
                    <a:cubicBezTo>
                      <a:pt x="221" y="154"/>
                      <a:pt x="222" y="133"/>
                      <a:pt x="217" y="116"/>
                    </a:cubicBezTo>
                    <a:cubicBezTo>
                      <a:pt x="214" y="108"/>
                      <a:pt x="211" y="98"/>
                      <a:pt x="206" y="91"/>
                    </a:cubicBezTo>
                    <a:cubicBezTo>
                      <a:pt x="227" y="82"/>
                      <a:pt x="248" y="71"/>
                      <a:pt x="270" y="67"/>
                    </a:cubicBezTo>
                    <a:cubicBezTo>
                      <a:pt x="287" y="64"/>
                      <a:pt x="309" y="61"/>
                      <a:pt x="327" y="67"/>
                    </a:cubicBezTo>
                    <a:cubicBezTo>
                      <a:pt x="326" y="54"/>
                      <a:pt x="326" y="54"/>
                      <a:pt x="326" y="54"/>
                    </a:cubicBezTo>
                    <a:cubicBezTo>
                      <a:pt x="339" y="43"/>
                      <a:pt x="344" y="20"/>
                      <a:pt x="328" y="10"/>
                    </a:cubicBezTo>
                    <a:close/>
                    <a:moveTo>
                      <a:pt x="333" y="70"/>
                    </a:moveTo>
                    <a:cubicBezTo>
                      <a:pt x="331" y="69"/>
                      <a:pt x="329" y="68"/>
                      <a:pt x="327" y="67"/>
                    </a:cubicBezTo>
                    <a:cubicBezTo>
                      <a:pt x="330" y="119"/>
                      <a:pt x="330" y="119"/>
                      <a:pt x="330" y="119"/>
                    </a:cubicBezTo>
                    <a:cubicBezTo>
                      <a:pt x="343" y="108"/>
                      <a:pt x="348" y="79"/>
                      <a:pt x="333" y="7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2" name="Freeform 3695">
                <a:extLst>
                  <a:ext uri="{FF2B5EF4-FFF2-40B4-BE49-F238E27FC236}">
                    <a16:creationId xmlns:a16="http://schemas.microsoft.com/office/drawing/2014/main" id="{9F8D5CD7-D548-47BF-8C6C-2EE9EF9620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07" y="2343"/>
                <a:ext cx="280" cy="262"/>
              </a:xfrm>
              <a:custGeom>
                <a:avLst/>
                <a:gdLst>
                  <a:gd name="T0" fmla="*/ 177 w 275"/>
                  <a:gd name="T1" fmla="*/ 2 h 257"/>
                  <a:gd name="T2" fmla="*/ 79 w 275"/>
                  <a:gd name="T3" fmla="*/ 118 h 257"/>
                  <a:gd name="T4" fmla="*/ 67 w 275"/>
                  <a:gd name="T5" fmla="*/ 126 h 257"/>
                  <a:gd name="T6" fmla="*/ 67 w 275"/>
                  <a:gd name="T7" fmla="*/ 139 h 257"/>
                  <a:gd name="T8" fmla="*/ 0 w 275"/>
                  <a:gd name="T9" fmla="*/ 211 h 257"/>
                  <a:gd name="T10" fmla="*/ 4 w 275"/>
                  <a:gd name="T11" fmla="*/ 272 h 257"/>
                  <a:gd name="T12" fmla="*/ 74 w 275"/>
                  <a:gd name="T13" fmla="*/ 195 h 257"/>
                  <a:gd name="T14" fmla="*/ 136 w 275"/>
                  <a:gd name="T15" fmla="*/ 171 h 257"/>
                  <a:gd name="T16" fmla="*/ 178 w 275"/>
                  <a:gd name="T17" fmla="*/ 182 h 257"/>
                  <a:gd name="T18" fmla="*/ 178 w 275"/>
                  <a:gd name="T19" fmla="*/ 222 h 257"/>
                  <a:gd name="T20" fmla="*/ 234 w 275"/>
                  <a:gd name="T21" fmla="*/ 173 h 257"/>
                  <a:gd name="T22" fmla="*/ 224 w 275"/>
                  <a:gd name="T23" fmla="*/ 127 h 257"/>
                  <a:gd name="T24" fmla="*/ 175 w 275"/>
                  <a:gd name="T25" fmla="*/ 107 h 257"/>
                  <a:gd name="T26" fmla="*/ 136 w 275"/>
                  <a:gd name="T27" fmla="*/ 99 h 257"/>
                  <a:gd name="T28" fmla="*/ 181 w 275"/>
                  <a:gd name="T29" fmla="*/ 63 h 257"/>
                  <a:gd name="T30" fmla="*/ 274 w 275"/>
                  <a:gd name="T31" fmla="*/ 85 h 257"/>
                  <a:gd name="T32" fmla="*/ 272 w 275"/>
                  <a:gd name="T33" fmla="*/ 49 h 257"/>
                  <a:gd name="T34" fmla="*/ 177 w 275"/>
                  <a:gd name="T35" fmla="*/ 2 h 257"/>
                  <a:gd name="T36" fmla="*/ 274 w 275"/>
                  <a:gd name="T37" fmla="*/ 85 h 257"/>
                  <a:gd name="T38" fmla="*/ 276 w 275"/>
                  <a:gd name="T39" fmla="*/ 110 h 257"/>
                  <a:gd name="T40" fmla="*/ 274 w 275"/>
                  <a:gd name="T41" fmla="*/ 85 h 2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75" h="257">
                    <a:moveTo>
                      <a:pt x="168" y="2"/>
                    </a:moveTo>
                    <a:cubicBezTo>
                      <a:pt x="145" y="0"/>
                      <a:pt x="110" y="58"/>
                      <a:pt x="76" y="112"/>
                    </a:cubicBezTo>
                    <a:cubicBezTo>
                      <a:pt x="64" y="120"/>
                      <a:pt x="64" y="120"/>
                      <a:pt x="64" y="120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40" y="167"/>
                      <a:pt x="17" y="198"/>
                      <a:pt x="0" y="199"/>
                    </a:cubicBezTo>
                    <a:cubicBezTo>
                      <a:pt x="4" y="257"/>
                      <a:pt x="4" y="257"/>
                      <a:pt x="4" y="257"/>
                    </a:cubicBezTo>
                    <a:cubicBezTo>
                      <a:pt x="22" y="256"/>
                      <a:pt x="46" y="222"/>
                      <a:pt x="71" y="183"/>
                    </a:cubicBezTo>
                    <a:cubicBezTo>
                      <a:pt x="83" y="172"/>
                      <a:pt x="113" y="149"/>
                      <a:pt x="130" y="162"/>
                    </a:cubicBezTo>
                    <a:cubicBezTo>
                      <a:pt x="152" y="180"/>
                      <a:pt x="162" y="171"/>
                      <a:pt x="169" y="173"/>
                    </a:cubicBezTo>
                    <a:cubicBezTo>
                      <a:pt x="176" y="175"/>
                      <a:pt x="185" y="178"/>
                      <a:pt x="169" y="210"/>
                    </a:cubicBezTo>
                    <a:cubicBezTo>
                      <a:pt x="222" y="164"/>
                      <a:pt x="222" y="164"/>
                      <a:pt x="222" y="164"/>
                    </a:cubicBezTo>
                    <a:cubicBezTo>
                      <a:pt x="212" y="121"/>
                      <a:pt x="212" y="121"/>
                      <a:pt x="212" y="121"/>
                    </a:cubicBezTo>
                    <a:cubicBezTo>
                      <a:pt x="166" y="101"/>
                      <a:pt x="166" y="101"/>
                      <a:pt x="166" y="101"/>
                    </a:cubicBezTo>
                    <a:cubicBezTo>
                      <a:pt x="130" y="93"/>
                      <a:pt x="130" y="93"/>
                      <a:pt x="130" y="93"/>
                    </a:cubicBezTo>
                    <a:cubicBezTo>
                      <a:pt x="146" y="73"/>
                      <a:pt x="161" y="59"/>
                      <a:pt x="172" y="60"/>
                    </a:cubicBezTo>
                    <a:cubicBezTo>
                      <a:pt x="192" y="61"/>
                      <a:pt x="244" y="59"/>
                      <a:pt x="259" y="79"/>
                    </a:cubicBezTo>
                    <a:cubicBezTo>
                      <a:pt x="257" y="46"/>
                      <a:pt x="257" y="46"/>
                      <a:pt x="257" y="46"/>
                    </a:cubicBezTo>
                    <a:cubicBezTo>
                      <a:pt x="275" y="0"/>
                      <a:pt x="194" y="4"/>
                      <a:pt x="168" y="2"/>
                    </a:cubicBezTo>
                    <a:close/>
                    <a:moveTo>
                      <a:pt x="259" y="79"/>
                    </a:moveTo>
                    <a:cubicBezTo>
                      <a:pt x="261" y="104"/>
                      <a:pt x="261" y="104"/>
                      <a:pt x="261" y="104"/>
                    </a:cubicBezTo>
                    <a:cubicBezTo>
                      <a:pt x="265" y="93"/>
                      <a:pt x="264" y="85"/>
                      <a:pt x="259" y="7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3" name="Freeform 3696">
                <a:extLst>
                  <a:ext uri="{FF2B5EF4-FFF2-40B4-BE49-F238E27FC236}">
                    <a16:creationId xmlns:a16="http://schemas.microsoft.com/office/drawing/2014/main" id="{D0FB3159-2DFE-458D-B0E3-2C6130551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432"/>
                <a:ext cx="183" cy="152"/>
              </a:xfrm>
              <a:custGeom>
                <a:avLst/>
                <a:gdLst>
                  <a:gd name="T0" fmla="*/ 20 w 179"/>
                  <a:gd name="T1" fmla="*/ 123 h 149"/>
                  <a:gd name="T2" fmla="*/ 0 w 179"/>
                  <a:gd name="T3" fmla="*/ 39 h 149"/>
                  <a:gd name="T4" fmla="*/ 63 w 179"/>
                  <a:gd name="T5" fmla="*/ 2 h 149"/>
                  <a:gd name="T6" fmla="*/ 167 w 179"/>
                  <a:gd name="T7" fmla="*/ 47 h 149"/>
                  <a:gd name="T8" fmla="*/ 191 w 179"/>
                  <a:gd name="T9" fmla="*/ 100 h 149"/>
                  <a:gd name="T10" fmla="*/ 186 w 179"/>
                  <a:gd name="T11" fmla="*/ 158 h 149"/>
                  <a:gd name="T12" fmla="*/ 128 w 179"/>
                  <a:gd name="T13" fmla="*/ 88 h 149"/>
                  <a:gd name="T14" fmla="*/ 67 w 179"/>
                  <a:gd name="T15" fmla="*/ 60 h 149"/>
                  <a:gd name="T16" fmla="*/ 20 w 179"/>
                  <a:gd name="T17" fmla="*/ 123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9" h="149">
                    <a:moveTo>
                      <a:pt x="20" y="117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31" y="0"/>
                      <a:pt x="60" y="2"/>
                    </a:cubicBezTo>
                    <a:cubicBezTo>
                      <a:pt x="88" y="4"/>
                      <a:pt x="143" y="31"/>
                      <a:pt x="156" y="44"/>
                    </a:cubicBezTo>
                    <a:cubicBezTo>
                      <a:pt x="169" y="57"/>
                      <a:pt x="179" y="94"/>
                      <a:pt x="179" y="94"/>
                    </a:cubicBezTo>
                    <a:cubicBezTo>
                      <a:pt x="174" y="149"/>
                      <a:pt x="174" y="149"/>
                      <a:pt x="174" y="149"/>
                    </a:cubicBezTo>
                    <a:cubicBezTo>
                      <a:pt x="174" y="149"/>
                      <a:pt x="174" y="95"/>
                      <a:pt x="119" y="82"/>
                    </a:cubicBezTo>
                    <a:cubicBezTo>
                      <a:pt x="86" y="74"/>
                      <a:pt x="87" y="47"/>
                      <a:pt x="64" y="57"/>
                    </a:cubicBezTo>
                    <a:cubicBezTo>
                      <a:pt x="45" y="66"/>
                      <a:pt x="27" y="66"/>
                      <a:pt x="20" y="11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4" name="Freeform 3697">
                <a:extLst>
                  <a:ext uri="{FF2B5EF4-FFF2-40B4-BE49-F238E27FC236}">
                    <a16:creationId xmlns:a16="http://schemas.microsoft.com/office/drawing/2014/main" id="{2F70FC6F-EFCF-450D-96BB-09FB0B960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003"/>
                <a:ext cx="114" cy="114"/>
              </a:xfrm>
              <a:custGeom>
                <a:avLst/>
                <a:gdLst>
                  <a:gd name="T0" fmla="*/ 118 w 112"/>
                  <a:gd name="T1" fmla="*/ 0 h 111"/>
                  <a:gd name="T2" fmla="*/ 114 w 112"/>
                  <a:gd name="T3" fmla="*/ 78 h 111"/>
                  <a:gd name="T4" fmla="*/ 9 w 112"/>
                  <a:gd name="T5" fmla="*/ 74 h 111"/>
                  <a:gd name="T6" fmla="*/ 118 w 112"/>
                  <a:gd name="T7" fmla="*/ 0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111">
                    <a:moveTo>
                      <a:pt x="112" y="0"/>
                    </a:moveTo>
                    <a:cubicBezTo>
                      <a:pt x="108" y="72"/>
                      <a:pt x="108" y="72"/>
                      <a:pt x="108" y="72"/>
                    </a:cubicBezTo>
                    <a:cubicBezTo>
                      <a:pt x="108" y="72"/>
                      <a:pt x="18" y="111"/>
                      <a:pt x="9" y="68"/>
                    </a:cubicBezTo>
                    <a:cubicBezTo>
                      <a:pt x="0" y="24"/>
                      <a:pt x="112" y="0"/>
                      <a:pt x="112" y="0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5" name="Freeform 3698">
                <a:extLst>
                  <a:ext uri="{FF2B5EF4-FFF2-40B4-BE49-F238E27FC236}">
                    <a16:creationId xmlns:a16="http://schemas.microsoft.com/office/drawing/2014/main" id="{C993781A-C414-4D1B-B976-8B0DE9CDC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23"/>
                <a:ext cx="32" cy="57"/>
              </a:xfrm>
              <a:custGeom>
                <a:avLst/>
                <a:gdLst>
                  <a:gd name="T0" fmla="*/ 32 w 32"/>
                  <a:gd name="T1" fmla="*/ 0 h 56"/>
                  <a:gd name="T2" fmla="*/ 32 w 32"/>
                  <a:gd name="T3" fmla="*/ 59 h 56"/>
                  <a:gd name="T4" fmla="*/ 32 w 3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56">
                    <a:moveTo>
                      <a:pt x="32" y="0"/>
                    </a:move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0" y="14"/>
                      <a:pt x="32" y="0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6" name="Freeform 3699">
                <a:extLst>
                  <a:ext uri="{FF2B5EF4-FFF2-40B4-BE49-F238E27FC236}">
                    <a16:creationId xmlns:a16="http://schemas.microsoft.com/office/drawing/2014/main" id="{63493F96-34AE-4806-BF80-EEF8AA953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943"/>
                <a:ext cx="48" cy="61"/>
              </a:xfrm>
              <a:custGeom>
                <a:avLst/>
                <a:gdLst>
                  <a:gd name="T0" fmla="*/ 0 w 48"/>
                  <a:gd name="T1" fmla="*/ 0 h 61"/>
                  <a:gd name="T2" fmla="*/ 24 w 48"/>
                  <a:gd name="T3" fmla="*/ 61 h 61"/>
                  <a:gd name="T4" fmla="*/ 48 w 48"/>
                  <a:gd name="T5" fmla="*/ 37 h 61"/>
                  <a:gd name="T6" fmla="*/ 22 w 48"/>
                  <a:gd name="T7" fmla="*/ 1 h 61"/>
                  <a:gd name="T8" fmla="*/ 0 w 48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61">
                    <a:moveTo>
                      <a:pt x="0" y="0"/>
                    </a:moveTo>
                    <a:lnTo>
                      <a:pt x="24" y="61"/>
                    </a:lnTo>
                    <a:lnTo>
                      <a:pt x="48" y="37"/>
                    </a:lnTo>
                    <a:lnTo>
                      <a:pt x="2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7" name="Freeform 3700">
                <a:extLst>
                  <a:ext uri="{FF2B5EF4-FFF2-40B4-BE49-F238E27FC236}">
                    <a16:creationId xmlns:a16="http://schemas.microsoft.com/office/drawing/2014/main" id="{F294AB7F-21AE-428C-ABC3-4D11A6530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011"/>
                <a:ext cx="36" cy="65"/>
              </a:xfrm>
              <a:custGeom>
                <a:avLst/>
                <a:gdLst>
                  <a:gd name="T0" fmla="*/ 0 w 36"/>
                  <a:gd name="T1" fmla="*/ 0 h 65"/>
                  <a:gd name="T2" fmla="*/ 5 w 36"/>
                  <a:gd name="T3" fmla="*/ 65 h 65"/>
                  <a:gd name="T4" fmla="*/ 33 w 36"/>
                  <a:gd name="T5" fmla="*/ 50 h 65"/>
                  <a:gd name="T6" fmla="*/ 36 w 36"/>
                  <a:gd name="T7" fmla="*/ 24 h 65"/>
                  <a:gd name="T8" fmla="*/ 24 w 36"/>
                  <a:gd name="T9" fmla="*/ 0 h 65"/>
                  <a:gd name="T10" fmla="*/ 0 w 36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65">
                    <a:moveTo>
                      <a:pt x="0" y="0"/>
                    </a:moveTo>
                    <a:lnTo>
                      <a:pt x="5" y="65"/>
                    </a:lnTo>
                    <a:lnTo>
                      <a:pt x="33" y="50"/>
                    </a:lnTo>
                    <a:lnTo>
                      <a:pt x="36" y="24"/>
                    </a:lnTo>
                    <a:lnTo>
                      <a:pt x="2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8" name="Freeform 3701">
                <a:extLst>
                  <a:ext uri="{FF2B5EF4-FFF2-40B4-BE49-F238E27FC236}">
                    <a16:creationId xmlns:a16="http://schemas.microsoft.com/office/drawing/2014/main" id="{3D483923-D8C3-437D-B507-E95EA0729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067"/>
                <a:ext cx="200" cy="200"/>
              </a:xfrm>
              <a:custGeom>
                <a:avLst/>
                <a:gdLst>
                  <a:gd name="T0" fmla="*/ 48 w 196"/>
                  <a:gd name="T1" fmla="*/ 208 h 196"/>
                  <a:gd name="T2" fmla="*/ 3 w 196"/>
                  <a:gd name="T3" fmla="*/ 146 h 196"/>
                  <a:gd name="T4" fmla="*/ 68 w 196"/>
                  <a:gd name="T5" fmla="*/ 96 h 196"/>
                  <a:gd name="T6" fmla="*/ 208 w 196"/>
                  <a:gd name="T7" fmla="*/ 63 h 196"/>
                  <a:gd name="T8" fmla="*/ 204 w 196"/>
                  <a:gd name="T9" fmla="*/ 6 h 196"/>
                  <a:gd name="T10" fmla="*/ 64 w 196"/>
                  <a:gd name="T11" fmla="*/ 39 h 196"/>
                  <a:gd name="T12" fmla="*/ 0 w 196"/>
                  <a:gd name="T13" fmla="*/ 89 h 196"/>
                  <a:gd name="T14" fmla="*/ 43 w 196"/>
                  <a:gd name="T15" fmla="*/ 148 h 196"/>
                  <a:gd name="T16" fmla="*/ 48 w 196"/>
                  <a:gd name="T17" fmla="*/ 208 h 1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6" h="196">
                    <a:moveTo>
                      <a:pt x="45" y="196"/>
                    </a:moveTo>
                    <a:cubicBezTo>
                      <a:pt x="27" y="194"/>
                      <a:pt x="3" y="152"/>
                      <a:pt x="3" y="137"/>
                    </a:cubicBezTo>
                    <a:cubicBezTo>
                      <a:pt x="3" y="111"/>
                      <a:pt x="44" y="100"/>
                      <a:pt x="65" y="90"/>
                    </a:cubicBezTo>
                    <a:cubicBezTo>
                      <a:pt x="106" y="71"/>
                      <a:pt x="149" y="54"/>
                      <a:pt x="196" y="60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45" y="0"/>
                      <a:pt x="102" y="16"/>
                      <a:pt x="61" y="36"/>
                    </a:cubicBezTo>
                    <a:cubicBezTo>
                      <a:pt x="40" y="46"/>
                      <a:pt x="0" y="58"/>
                      <a:pt x="0" y="83"/>
                    </a:cubicBezTo>
                    <a:cubicBezTo>
                      <a:pt x="0" y="98"/>
                      <a:pt x="22" y="136"/>
                      <a:pt x="40" y="139"/>
                    </a:cubicBezTo>
                    <a:lnTo>
                      <a:pt x="45" y="196"/>
                    </a:lnTo>
                    <a:close/>
                  </a:path>
                </a:pathLst>
              </a:custGeom>
              <a:solidFill>
                <a:srgbClr val="618D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9" name="Freeform 3702">
                <a:extLst>
                  <a:ext uri="{FF2B5EF4-FFF2-40B4-BE49-F238E27FC236}">
                    <a16:creationId xmlns:a16="http://schemas.microsoft.com/office/drawing/2014/main" id="{3D2056DD-70FB-494E-9E38-D28CDD7D0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0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F2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0" name="Freeform 3703">
                <a:extLst>
                  <a:ext uri="{FF2B5EF4-FFF2-40B4-BE49-F238E27FC236}">
                    <a16:creationId xmlns:a16="http://schemas.microsoft.com/office/drawing/2014/main" id="{548E1DA7-DBDC-4543-9789-A49543DAF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209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0 w 3"/>
                  <a:gd name="T5" fmla="*/ 0 h 1"/>
                  <a:gd name="T6" fmla="*/ 3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7F2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1" name="Freeform 3704">
                <a:extLst>
                  <a:ext uri="{FF2B5EF4-FFF2-40B4-BE49-F238E27FC236}">
                    <a16:creationId xmlns:a16="http://schemas.microsoft.com/office/drawing/2014/main" id="{F9CC427F-BEAB-425C-9C04-A8BACE6D9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213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2" name="Freeform 3705">
                <a:extLst>
                  <a:ext uri="{FF2B5EF4-FFF2-40B4-BE49-F238E27FC236}">
                    <a16:creationId xmlns:a16="http://schemas.microsoft.com/office/drawing/2014/main" id="{57263FD4-5163-4A88-A6A6-75203BBEE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213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3" name="Freeform 3706">
                <a:extLst>
                  <a:ext uri="{FF2B5EF4-FFF2-40B4-BE49-F238E27FC236}">
                    <a16:creationId xmlns:a16="http://schemas.microsoft.com/office/drawing/2014/main" id="{9D3CF374-C861-401A-ADE5-410F82905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2097"/>
                <a:ext cx="6" cy="1"/>
              </a:xfrm>
              <a:custGeom>
                <a:avLst/>
                <a:gdLst>
                  <a:gd name="T0" fmla="*/ 6 w 5"/>
                  <a:gd name="T1" fmla="*/ 0 h 1"/>
                  <a:gd name="T2" fmla="*/ 8 w 5"/>
                  <a:gd name="T3" fmla="*/ 0 h 1"/>
                  <a:gd name="T4" fmla="*/ 0 w 5"/>
                  <a:gd name="T5" fmla="*/ 0 h 1"/>
                  <a:gd name="T6" fmla="*/ 6 w 5"/>
                  <a:gd name="T7" fmla="*/ 0 h 1"/>
                  <a:gd name="T8" fmla="*/ 6 w 5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4" name="Freeform 3707">
                <a:extLst>
                  <a:ext uri="{FF2B5EF4-FFF2-40B4-BE49-F238E27FC236}">
                    <a16:creationId xmlns:a16="http://schemas.microsoft.com/office/drawing/2014/main" id="{43DF45AB-FA82-43B2-BD4A-41019E08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2088"/>
                <a:ext cx="264" cy="89"/>
              </a:xfrm>
              <a:custGeom>
                <a:avLst/>
                <a:gdLst>
                  <a:gd name="T0" fmla="*/ 222 w 259"/>
                  <a:gd name="T1" fmla="*/ 11 h 87"/>
                  <a:gd name="T2" fmla="*/ 117 w 259"/>
                  <a:gd name="T3" fmla="*/ 30 h 87"/>
                  <a:gd name="T4" fmla="*/ 96 w 259"/>
                  <a:gd name="T5" fmla="*/ 10 h 87"/>
                  <a:gd name="T6" fmla="*/ 72 w 259"/>
                  <a:gd name="T7" fmla="*/ 9 h 87"/>
                  <a:gd name="T8" fmla="*/ 72 w 259"/>
                  <a:gd name="T9" fmla="*/ 9 h 87"/>
                  <a:gd name="T10" fmla="*/ 69 w 259"/>
                  <a:gd name="T11" fmla="*/ 9 h 87"/>
                  <a:gd name="T12" fmla="*/ 69 w 259"/>
                  <a:gd name="T13" fmla="*/ 9 h 87"/>
                  <a:gd name="T14" fmla="*/ 29 w 259"/>
                  <a:gd name="T15" fmla="*/ 5 h 87"/>
                  <a:gd name="T16" fmla="*/ 39 w 259"/>
                  <a:gd name="T17" fmla="*/ 47 h 87"/>
                  <a:gd name="T18" fmla="*/ 43 w 259"/>
                  <a:gd name="T19" fmla="*/ 47 h 87"/>
                  <a:gd name="T20" fmla="*/ 41 w 259"/>
                  <a:gd name="T21" fmla="*/ 47 h 87"/>
                  <a:gd name="T22" fmla="*/ 61 w 259"/>
                  <a:gd name="T23" fmla="*/ 48 h 87"/>
                  <a:gd name="T24" fmla="*/ 85 w 259"/>
                  <a:gd name="T25" fmla="*/ 65 h 87"/>
                  <a:gd name="T26" fmla="*/ 188 w 259"/>
                  <a:gd name="T27" fmla="*/ 48 h 87"/>
                  <a:gd name="T28" fmla="*/ 239 w 259"/>
                  <a:gd name="T29" fmla="*/ 63 h 87"/>
                  <a:gd name="T30" fmla="*/ 225 w 259"/>
                  <a:gd name="T31" fmla="*/ 76 h 87"/>
                  <a:gd name="T32" fmla="*/ 224 w 259"/>
                  <a:gd name="T33" fmla="*/ 91 h 87"/>
                  <a:gd name="T34" fmla="*/ 223 w 259"/>
                  <a:gd name="T35" fmla="*/ 93 h 87"/>
                  <a:gd name="T36" fmla="*/ 258 w 259"/>
                  <a:gd name="T37" fmla="*/ 53 h 87"/>
                  <a:gd name="T38" fmla="*/ 260 w 259"/>
                  <a:gd name="T39" fmla="*/ 38 h 87"/>
                  <a:gd name="T40" fmla="*/ 273 w 259"/>
                  <a:gd name="T41" fmla="*/ 28 h 87"/>
                  <a:gd name="T42" fmla="*/ 222 w 259"/>
                  <a:gd name="T43" fmla="*/ 11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59" h="87">
                    <a:moveTo>
                      <a:pt x="210" y="11"/>
                    </a:moveTo>
                    <a:cubicBezTo>
                      <a:pt x="180" y="12"/>
                      <a:pt x="139" y="37"/>
                      <a:pt x="111" y="27"/>
                    </a:cubicBezTo>
                    <a:cubicBezTo>
                      <a:pt x="101" y="24"/>
                      <a:pt x="98" y="14"/>
                      <a:pt x="90" y="10"/>
                    </a:cubicBezTo>
                    <a:cubicBezTo>
                      <a:pt x="85" y="8"/>
                      <a:pt x="76" y="9"/>
                      <a:pt x="69" y="9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68" y="9"/>
                      <a:pt x="67" y="9"/>
                      <a:pt x="66" y="9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53" y="9"/>
                      <a:pt x="36" y="0"/>
                      <a:pt x="26" y="5"/>
                    </a:cubicBezTo>
                    <a:cubicBezTo>
                      <a:pt x="0" y="18"/>
                      <a:pt x="19" y="37"/>
                      <a:pt x="36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0" y="44"/>
                      <a:pt x="39" y="44"/>
                      <a:pt x="38" y="44"/>
                    </a:cubicBezTo>
                    <a:cubicBezTo>
                      <a:pt x="44" y="44"/>
                      <a:pt x="54" y="43"/>
                      <a:pt x="58" y="45"/>
                    </a:cubicBezTo>
                    <a:cubicBezTo>
                      <a:pt x="67" y="49"/>
                      <a:pt x="69" y="59"/>
                      <a:pt x="79" y="62"/>
                    </a:cubicBezTo>
                    <a:cubicBezTo>
                      <a:pt x="108" y="72"/>
                      <a:pt x="149" y="46"/>
                      <a:pt x="178" y="45"/>
                    </a:cubicBezTo>
                    <a:cubicBezTo>
                      <a:pt x="190" y="45"/>
                      <a:pt x="227" y="44"/>
                      <a:pt x="226" y="60"/>
                    </a:cubicBezTo>
                    <a:cubicBezTo>
                      <a:pt x="226" y="66"/>
                      <a:pt x="216" y="65"/>
                      <a:pt x="213" y="70"/>
                    </a:cubicBezTo>
                    <a:cubicBezTo>
                      <a:pt x="210" y="75"/>
                      <a:pt x="213" y="80"/>
                      <a:pt x="212" y="85"/>
                    </a:cubicBezTo>
                    <a:cubicBezTo>
                      <a:pt x="212" y="86"/>
                      <a:pt x="211" y="86"/>
                      <a:pt x="211" y="87"/>
                    </a:cubicBezTo>
                    <a:cubicBezTo>
                      <a:pt x="226" y="85"/>
                      <a:pt x="236" y="76"/>
                      <a:pt x="243" y="50"/>
                    </a:cubicBezTo>
                    <a:cubicBezTo>
                      <a:pt x="245" y="45"/>
                      <a:pt x="242" y="41"/>
                      <a:pt x="245" y="35"/>
                    </a:cubicBezTo>
                    <a:cubicBezTo>
                      <a:pt x="247" y="31"/>
                      <a:pt x="257" y="31"/>
                      <a:pt x="258" y="25"/>
                    </a:cubicBezTo>
                    <a:cubicBezTo>
                      <a:pt x="259" y="9"/>
                      <a:pt x="222" y="10"/>
                      <a:pt x="210" y="11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5" name="Freeform 3708">
                <a:extLst>
                  <a:ext uri="{FF2B5EF4-FFF2-40B4-BE49-F238E27FC236}">
                    <a16:creationId xmlns:a16="http://schemas.microsoft.com/office/drawing/2014/main" id="{BF053643-8828-4137-BAD0-75DC5FB49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" y="2180"/>
                <a:ext cx="183" cy="58"/>
              </a:xfrm>
              <a:custGeom>
                <a:avLst/>
                <a:gdLst>
                  <a:gd name="T0" fmla="*/ 178 w 180"/>
                  <a:gd name="T1" fmla="*/ 18 h 57"/>
                  <a:gd name="T2" fmla="*/ 177 w 180"/>
                  <a:gd name="T3" fmla="*/ 17 h 57"/>
                  <a:gd name="T4" fmla="*/ 92 w 180"/>
                  <a:gd name="T5" fmla="*/ 26 h 57"/>
                  <a:gd name="T6" fmla="*/ 7 w 180"/>
                  <a:gd name="T7" fmla="*/ 44 h 57"/>
                  <a:gd name="T8" fmla="*/ 1 w 180"/>
                  <a:gd name="T9" fmla="*/ 60 h 57"/>
                  <a:gd name="T10" fmla="*/ 84 w 180"/>
                  <a:gd name="T11" fmla="*/ 46 h 57"/>
                  <a:gd name="T12" fmla="*/ 170 w 180"/>
                  <a:gd name="T13" fmla="*/ 38 h 57"/>
                  <a:gd name="T14" fmla="*/ 170 w 180"/>
                  <a:gd name="T15" fmla="*/ 39 h 57"/>
                  <a:gd name="T16" fmla="*/ 174 w 180"/>
                  <a:gd name="T17" fmla="*/ 43 h 57"/>
                  <a:gd name="T18" fmla="*/ 178 w 180"/>
                  <a:gd name="T19" fmla="*/ 18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0" h="57">
                    <a:moveTo>
                      <a:pt x="169" y="18"/>
                    </a:moveTo>
                    <a:cubicBezTo>
                      <a:pt x="168" y="17"/>
                      <a:pt x="168" y="17"/>
                      <a:pt x="168" y="17"/>
                    </a:cubicBezTo>
                    <a:cubicBezTo>
                      <a:pt x="156" y="0"/>
                      <a:pt x="107" y="24"/>
                      <a:pt x="88" y="26"/>
                    </a:cubicBezTo>
                    <a:cubicBezTo>
                      <a:pt x="64" y="28"/>
                      <a:pt x="25" y="21"/>
                      <a:pt x="7" y="41"/>
                    </a:cubicBezTo>
                    <a:cubicBezTo>
                      <a:pt x="2" y="47"/>
                      <a:pt x="0" y="52"/>
                      <a:pt x="1" y="57"/>
                    </a:cubicBezTo>
                    <a:cubicBezTo>
                      <a:pt x="20" y="39"/>
                      <a:pt x="57" y="45"/>
                      <a:pt x="81" y="43"/>
                    </a:cubicBezTo>
                    <a:cubicBezTo>
                      <a:pt x="99" y="41"/>
                      <a:pt x="149" y="17"/>
                      <a:pt x="161" y="35"/>
                    </a:cubicBezTo>
                    <a:cubicBezTo>
                      <a:pt x="161" y="36"/>
                      <a:pt x="161" y="36"/>
                      <a:pt x="161" y="36"/>
                    </a:cubicBezTo>
                    <a:cubicBezTo>
                      <a:pt x="163" y="37"/>
                      <a:pt x="164" y="38"/>
                      <a:pt x="165" y="40"/>
                    </a:cubicBezTo>
                    <a:cubicBezTo>
                      <a:pt x="176" y="36"/>
                      <a:pt x="180" y="29"/>
                      <a:pt x="169" y="18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6" name="Freeform 3709">
                <a:extLst>
                  <a:ext uri="{FF2B5EF4-FFF2-40B4-BE49-F238E27FC236}">
                    <a16:creationId xmlns:a16="http://schemas.microsoft.com/office/drawing/2014/main" id="{9935D266-CF07-4B55-9828-25AEF388F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207"/>
                <a:ext cx="362" cy="88"/>
              </a:xfrm>
              <a:custGeom>
                <a:avLst/>
                <a:gdLst>
                  <a:gd name="T0" fmla="*/ 372 w 355"/>
                  <a:gd name="T1" fmla="*/ 52 h 86"/>
                  <a:gd name="T2" fmla="*/ 324 w 355"/>
                  <a:gd name="T3" fmla="*/ 35 h 86"/>
                  <a:gd name="T4" fmla="*/ 188 w 355"/>
                  <a:gd name="T5" fmla="*/ 4 h 86"/>
                  <a:gd name="T6" fmla="*/ 128 w 355"/>
                  <a:gd name="T7" fmla="*/ 7 h 86"/>
                  <a:gd name="T8" fmla="*/ 92 w 355"/>
                  <a:gd name="T9" fmla="*/ 2 h 86"/>
                  <a:gd name="T10" fmla="*/ 87 w 355"/>
                  <a:gd name="T11" fmla="*/ 2 h 86"/>
                  <a:gd name="T12" fmla="*/ 41 w 355"/>
                  <a:gd name="T13" fmla="*/ 21 h 86"/>
                  <a:gd name="T14" fmla="*/ 1 w 355"/>
                  <a:gd name="T15" fmla="*/ 44 h 86"/>
                  <a:gd name="T16" fmla="*/ 4 w 355"/>
                  <a:gd name="T17" fmla="*/ 54 h 86"/>
                  <a:gd name="T18" fmla="*/ 9 w 355"/>
                  <a:gd name="T19" fmla="*/ 51 h 86"/>
                  <a:gd name="T20" fmla="*/ 55 w 355"/>
                  <a:gd name="T21" fmla="*/ 31 h 86"/>
                  <a:gd name="T22" fmla="*/ 60 w 355"/>
                  <a:gd name="T23" fmla="*/ 31 h 86"/>
                  <a:gd name="T24" fmla="*/ 99 w 355"/>
                  <a:gd name="T25" fmla="*/ 37 h 86"/>
                  <a:gd name="T26" fmla="*/ 157 w 355"/>
                  <a:gd name="T27" fmla="*/ 34 h 86"/>
                  <a:gd name="T28" fmla="*/ 294 w 355"/>
                  <a:gd name="T29" fmla="*/ 62 h 86"/>
                  <a:gd name="T30" fmla="*/ 341 w 355"/>
                  <a:gd name="T31" fmla="*/ 82 h 86"/>
                  <a:gd name="T32" fmla="*/ 342 w 355"/>
                  <a:gd name="T33" fmla="*/ 92 h 86"/>
                  <a:gd name="T34" fmla="*/ 353 w 355"/>
                  <a:gd name="T35" fmla="*/ 91 h 86"/>
                  <a:gd name="T36" fmla="*/ 372 w 355"/>
                  <a:gd name="T37" fmla="*/ 52 h 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55" h="86">
                    <a:moveTo>
                      <a:pt x="351" y="49"/>
                    </a:moveTo>
                    <a:cubicBezTo>
                      <a:pt x="346" y="30"/>
                      <a:pt x="323" y="33"/>
                      <a:pt x="306" y="32"/>
                    </a:cubicBezTo>
                    <a:cubicBezTo>
                      <a:pt x="262" y="28"/>
                      <a:pt x="220" y="5"/>
                      <a:pt x="177" y="4"/>
                    </a:cubicBezTo>
                    <a:cubicBezTo>
                      <a:pt x="159" y="4"/>
                      <a:pt x="140" y="9"/>
                      <a:pt x="122" y="7"/>
                    </a:cubicBezTo>
                    <a:cubicBezTo>
                      <a:pt x="109" y="6"/>
                      <a:pt x="100" y="0"/>
                      <a:pt x="86" y="2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61" y="2"/>
                      <a:pt x="52" y="12"/>
                      <a:pt x="38" y="21"/>
                    </a:cubicBezTo>
                    <a:cubicBezTo>
                      <a:pt x="27" y="29"/>
                      <a:pt x="0" y="28"/>
                      <a:pt x="1" y="41"/>
                    </a:cubicBezTo>
                    <a:cubicBezTo>
                      <a:pt x="1" y="45"/>
                      <a:pt x="2" y="48"/>
                      <a:pt x="4" y="51"/>
                    </a:cubicBezTo>
                    <a:cubicBezTo>
                      <a:pt x="6" y="50"/>
                      <a:pt x="8" y="49"/>
                      <a:pt x="9" y="48"/>
                    </a:cubicBezTo>
                    <a:cubicBezTo>
                      <a:pt x="23" y="39"/>
                      <a:pt x="32" y="28"/>
                      <a:pt x="52" y="28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71" y="26"/>
                      <a:pt x="80" y="33"/>
                      <a:pt x="93" y="34"/>
                    </a:cubicBezTo>
                    <a:cubicBezTo>
                      <a:pt x="111" y="36"/>
                      <a:pt x="130" y="30"/>
                      <a:pt x="148" y="31"/>
                    </a:cubicBezTo>
                    <a:cubicBezTo>
                      <a:pt x="191" y="31"/>
                      <a:pt x="233" y="55"/>
                      <a:pt x="277" y="59"/>
                    </a:cubicBezTo>
                    <a:cubicBezTo>
                      <a:pt x="294" y="60"/>
                      <a:pt x="317" y="57"/>
                      <a:pt x="322" y="76"/>
                    </a:cubicBezTo>
                    <a:cubicBezTo>
                      <a:pt x="323" y="79"/>
                      <a:pt x="323" y="83"/>
                      <a:pt x="323" y="86"/>
                    </a:cubicBezTo>
                    <a:cubicBezTo>
                      <a:pt x="326" y="86"/>
                      <a:pt x="330" y="86"/>
                      <a:pt x="332" y="85"/>
                    </a:cubicBezTo>
                    <a:cubicBezTo>
                      <a:pt x="345" y="80"/>
                      <a:pt x="355" y="64"/>
                      <a:pt x="351" y="49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7" name="Freeform 3710">
                <a:extLst>
                  <a:ext uri="{FF2B5EF4-FFF2-40B4-BE49-F238E27FC236}">
                    <a16:creationId xmlns:a16="http://schemas.microsoft.com/office/drawing/2014/main" id="{E67F429E-71C4-4D11-84FE-9EE9FF0F3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2116"/>
                <a:ext cx="202" cy="70"/>
              </a:xfrm>
              <a:custGeom>
                <a:avLst/>
                <a:gdLst>
                  <a:gd name="T0" fmla="*/ 153 w 198"/>
                  <a:gd name="T1" fmla="*/ 20 h 69"/>
                  <a:gd name="T2" fmla="*/ 47 w 198"/>
                  <a:gd name="T3" fmla="*/ 2 h 69"/>
                  <a:gd name="T4" fmla="*/ 46 w 198"/>
                  <a:gd name="T5" fmla="*/ 2 h 69"/>
                  <a:gd name="T6" fmla="*/ 5 w 198"/>
                  <a:gd name="T7" fmla="*/ 16 h 69"/>
                  <a:gd name="T8" fmla="*/ 0 w 198"/>
                  <a:gd name="T9" fmla="*/ 32 h 69"/>
                  <a:gd name="T10" fmla="*/ 30 w 198"/>
                  <a:gd name="T11" fmla="*/ 28 h 69"/>
                  <a:gd name="T12" fmla="*/ 32 w 198"/>
                  <a:gd name="T13" fmla="*/ 28 h 69"/>
                  <a:gd name="T14" fmla="*/ 137 w 198"/>
                  <a:gd name="T15" fmla="*/ 49 h 69"/>
                  <a:gd name="T16" fmla="*/ 172 w 198"/>
                  <a:gd name="T17" fmla="*/ 72 h 69"/>
                  <a:gd name="T18" fmla="*/ 180 w 198"/>
                  <a:gd name="T19" fmla="*/ 67 h 69"/>
                  <a:gd name="T20" fmla="*/ 153 w 198"/>
                  <a:gd name="T21" fmla="*/ 20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8" h="69">
                    <a:moveTo>
                      <a:pt x="144" y="20"/>
                    </a:moveTo>
                    <a:cubicBezTo>
                      <a:pt x="116" y="4"/>
                      <a:pt x="78" y="0"/>
                      <a:pt x="44" y="2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27" y="2"/>
                      <a:pt x="12" y="4"/>
                      <a:pt x="5" y="16"/>
                    </a:cubicBezTo>
                    <a:cubicBezTo>
                      <a:pt x="3" y="19"/>
                      <a:pt x="2" y="25"/>
                      <a:pt x="0" y="32"/>
                    </a:cubicBezTo>
                    <a:cubicBezTo>
                      <a:pt x="8" y="29"/>
                      <a:pt x="17" y="28"/>
                      <a:pt x="27" y="28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62" y="26"/>
                      <a:pt x="100" y="30"/>
                      <a:pt x="128" y="46"/>
                    </a:cubicBezTo>
                    <a:cubicBezTo>
                      <a:pt x="141" y="53"/>
                      <a:pt x="158" y="60"/>
                      <a:pt x="163" y="69"/>
                    </a:cubicBezTo>
                    <a:cubicBezTo>
                      <a:pt x="165" y="68"/>
                      <a:pt x="168" y="66"/>
                      <a:pt x="170" y="64"/>
                    </a:cubicBezTo>
                    <a:cubicBezTo>
                      <a:pt x="198" y="42"/>
                      <a:pt x="164" y="32"/>
                      <a:pt x="144" y="20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8" name="Freeform 3711">
                <a:extLst>
                  <a:ext uri="{FF2B5EF4-FFF2-40B4-BE49-F238E27FC236}">
                    <a16:creationId xmlns:a16="http://schemas.microsoft.com/office/drawing/2014/main" id="{241FB5B6-F73E-4DD1-86F6-F5D4D857C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030"/>
                <a:ext cx="183" cy="72"/>
              </a:xfrm>
              <a:custGeom>
                <a:avLst/>
                <a:gdLst>
                  <a:gd name="T0" fmla="*/ 9 w 179"/>
                  <a:gd name="T1" fmla="*/ 51 h 71"/>
                  <a:gd name="T2" fmla="*/ 82 w 179"/>
                  <a:gd name="T3" fmla="*/ 30 h 71"/>
                  <a:gd name="T4" fmla="*/ 83 w 179"/>
                  <a:gd name="T5" fmla="*/ 30 h 71"/>
                  <a:gd name="T6" fmla="*/ 172 w 179"/>
                  <a:gd name="T7" fmla="*/ 55 h 71"/>
                  <a:gd name="T8" fmla="*/ 181 w 179"/>
                  <a:gd name="T9" fmla="*/ 74 h 71"/>
                  <a:gd name="T10" fmla="*/ 180 w 179"/>
                  <a:gd name="T11" fmla="*/ 24 h 71"/>
                  <a:gd name="T12" fmla="*/ 91 w 179"/>
                  <a:gd name="T13" fmla="*/ 2 h 71"/>
                  <a:gd name="T14" fmla="*/ 89 w 179"/>
                  <a:gd name="T15" fmla="*/ 2 h 71"/>
                  <a:gd name="T16" fmla="*/ 2 w 179"/>
                  <a:gd name="T17" fmla="*/ 43 h 71"/>
                  <a:gd name="T18" fmla="*/ 9 w 179"/>
                  <a:gd name="T19" fmla="*/ 51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9" h="71">
                    <a:moveTo>
                      <a:pt x="9" y="48"/>
                    </a:moveTo>
                    <a:cubicBezTo>
                      <a:pt x="29" y="37"/>
                      <a:pt x="64" y="31"/>
                      <a:pt x="76" y="30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97" y="28"/>
                      <a:pt x="146" y="40"/>
                      <a:pt x="160" y="52"/>
                    </a:cubicBezTo>
                    <a:cubicBezTo>
                      <a:pt x="165" y="56"/>
                      <a:pt x="168" y="63"/>
                      <a:pt x="169" y="71"/>
                    </a:cubicBezTo>
                    <a:cubicBezTo>
                      <a:pt x="179" y="58"/>
                      <a:pt x="179" y="34"/>
                      <a:pt x="168" y="24"/>
                    </a:cubicBezTo>
                    <a:cubicBezTo>
                      <a:pt x="153" y="12"/>
                      <a:pt x="105" y="0"/>
                      <a:pt x="85" y="2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66" y="3"/>
                      <a:pt x="0" y="15"/>
                      <a:pt x="2" y="40"/>
                    </a:cubicBezTo>
                    <a:cubicBezTo>
                      <a:pt x="2" y="43"/>
                      <a:pt x="5" y="46"/>
                      <a:pt x="9" y="48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9" name="Freeform 3712">
                <a:extLst>
                  <a:ext uri="{FF2B5EF4-FFF2-40B4-BE49-F238E27FC236}">
                    <a16:creationId xmlns:a16="http://schemas.microsoft.com/office/drawing/2014/main" id="{CC405CD9-D69B-4D38-8749-D51EEB8F3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943"/>
                <a:ext cx="196" cy="99"/>
              </a:xfrm>
              <a:custGeom>
                <a:avLst/>
                <a:gdLst>
                  <a:gd name="T0" fmla="*/ 84 w 192"/>
                  <a:gd name="T1" fmla="*/ 69 h 97"/>
                  <a:gd name="T2" fmla="*/ 125 w 192"/>
                  <a:gd name="T3" fmla="*/ 49 h 97"/>
                  <a:gd name="T4" fmla="*/ 127 w 192"/>
                  <a:gd name="T5" fmla="*/ 50 h 97"/>
                  <a:gd name="T6" fmla="*/ 204 w 192"/>
                  <a:gd name="T7" fmla="*/ 54 h 97"/>
                  <a:gd name="T8" fmla="*/ 99 w 192"/>
                  <a:gd name="T9" fmla="*/ 15 h 97"/>
                  <a:gd name="T10" fmla="*/ 98 w 192"/>
                  <a:gd name="T11" fmla="*/ 14 h 97"/>
                  <a:gd name="T12" fmla="*/ 56 w 192"/>
                  <a:gd name="T13" fmla="*/ 37 h 97"/>
                  <a:gd name="T14" fmla="*/ 10 w 192"/>
                  <a:gd name="T15" fmla="*/ 70 h 97"/>
                  <a:gd name="T16" fmla="*/ 29 w 192"/>
                  <a:gd name="T17" fmla="*/ 97 h 97"/>
                  <a:gd name="T18" fmla="*/ 40 w 192"/>
                  <a:gd name="T19" fmla="*/ 103 h 97"/>
                  <a:gd name="T20" fmla="*/ 84 w 192"/>
                  <a:gd name="T21" fmla="*/ 69 h 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2" h="97">
                    <a:moveTo>
                      <a:pt x="78" y="66"/>
                    </a:moveTo>
                    <a:cubicBezTo>
                      <a:pt x="87" y="57"/>
                      <a:pt x="103" y="34"/>
                      <a:pt x="118" y="46"/>
                    </a:cubicBezTo>
                    <a:cubicBezTo>
                      <a:pt x="119" y="47"/>
                      <a:pt x="119" y="47"/>
                      <a:pt x="119" y="47"/>
                    </a:cubicBezTo>
                    <a:cubicBezTo>
                      <a:pt x="142" y="51"/>
                      <a:pt x="171" y="44"/>
                      <a:pt x="192" y="51"/>
                    </a:cubicBezTo>
                    <a:cubicBezTo>
                      <a:pt x="183" y="0"/>
                      <a:pt x="129" y="22"/>
                      <a:pt x="93" y="15"/>
                    </a:cubicBezTo>
                    <a:cubicBezTo>
                      <a:pt x="92" y="14"/>
                      <a:pt x="92" y="14"/>
                      <a:pt x="92" y="14"/>
                    </a:cubicBezTo>
                    <a:cubicBezTo>
                      <a:pt x="77" y="2"/>
                      <a:pt x="61" y="25"/>
                      <a:pt x="53" y="34"/>
                    </a:cubicBezTo>
                    <a:cubicBezTo>
                      <a:pt x="42" y="45"/>
                      <a:pt x="17" y="57"/>
                      <a:pt x="10" y="67"/>
                    </a:cubicBezTo>
                    <a:cubicBezTo>
                      <a:pt x="0" y="81"/>
                      <a:pt x="12" y="84"/>
                      <a:pt x="26" y="91"/>
                    </a:cubicBezTo>
                    <a:cubicBezTo>
                      <a:pt x="30" y="93"/>
                      <a:pt x="34" y="95"/>
                      <a:pt x="37" y="97"/>
                    </a:cubicBezTo>
                    <a:cubicBezTo>
                      <a:pt x="46" y="88"/>
                      <a:pt x="69" y="77"/>
                      <a:pt x="78" y="66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0" name="Freeform 3713">
                <a:extLst>
                  <a:ext uri="{FF2B5EF4-FFF2-40B4-BE49-F238E27FC236}">
                    <a16:creationId xmlns:a16="http://schemas.microsoft.com/office/drawing/2014/main" id="{2BFB19B9-F9E6-42EF-803F-B1BD52929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089"/>
                <a:ext cx="175" cy="64"/>
              </a:xfrm>
              <a:custGeom>
                <a:avLst/>
                <a:gdLst>
                  <a:gd name="T0" fmla="*/ 179 w 171"/>
                  <a:gd name="T1" fmla="*/ 25 h 63"/>
                  <a:gd name="T2" fmla="*/ 118 w 171"/>
                  <a:gd name="T3" fmla="*/ 6 h 63"/>
                  <a:gd name="T4" fmla="*/ 64 w 171"/>
                  <a:gd name="T5" fmla="*/ 20 h 63"/>
                  <a:gd name="T6" fmla="*/ 32 w 171"/>
                  <a:gd name="T7" fmla="*/ 7 h 63"/>
                  <a:gd name="T8" fmla="*/ 30 w 171"/>
                  <a:gd name="T9" fmla="*/ 9 h 63"/>
                  <a:gd name="T10" fmla="*/ 47 w 171"/>
                  <a:gd name="T11" fmla="*/ 58 h 63"/>
                  <a:gd name="T12" fmla="*/ 91 w 171"/>
                  <a:gd name="T13" fmla="*/ 44 h 63"/>
                  <a:gd name="T14" fmla="*/ 152 w 171"/>
                  <a:gd name="T15" fmla="*/ 63 h 63"/>
                  <a:gd name="T16" fmla="*/ 154 w 171"/>
                  <a:gd name="T17" fmla="*/ 66 h 63"/>
                  <a:gd name="T18" fmla="*/ 179 w 171"/>
                  <a:gd name="T19" fmla="*/ 25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1" h="63">
                    <a:moveTo>
                      <a:pt x="167" y="25"/>
                    </a:moveTo>
                    <a:cubicBezTo>
                      <a:pt x="162" y="2"/>
                      <a:pt x="128" y="0"/>
                      <a:pt x="109" y="6"/>
                    </a:cubicBezTo>
                    <a:cubicBezTo>
                      <a:pt x="93" y="12"/>
                      <a:pt x="80" y="23"/>
                      <a:pt x="61" y="20"/>
                    </a:cubicBezTo>
                    <a:cubicBezTo>
                      <a:pt x="47" y="18"/>
                      <a:pt x="44" y="0"/>
                      <a:pt x="29" y="7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0" y="27"/>
                      <a:pt x="28" y="38"/>
                      <a:pt x="44" y="55"/>
                    </a:cubicBezTo>
                    <a:cubicBezTo>
                      <a:pt x="60" y="55"/>
                      <a:pt x="71" y="46"/>
                      <a:pt x="85" y="41"/>
                    </a:cubicBezTo>
                    <a:cubicBezTo>
                      <a:pt x="104" y="35"/>
                      <a:pt x="138" y="37"/>
                      <a:pt x="143" y="60"/>
                    </a:cubicBezTo>
                    <a:cubicBezTo>
                      <a:pt x="143" y="61"/>
                      <a:pt x="144" y="62"/>
                      <a:pt x="144" y="63"/>
                    </a:cubicBezTo>
                    <a:cubicBezTo>
                      <a:pt x="158" y="53"/>
                      <a:pt x="171" y="41"/>
                      <a:pt x="167" y="25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1" name="Freeform 3714">
                <a:extLst>
                  <a:ext uri="{FF2B5EF4-FFF2-40B4-BE49-F238E27FC236}">
                    <a16:creationId xmlns:a16="http://schemas.microsoft.com/office/drawing/2014/main" id="{CB15EABD-E7C7-4F8E-8BA6-D30B3B62F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322"/>
                <a:ext cx="133" cy="30"/>
              </a:xfrm>
              <a:custGeom>
                <a:avLst/>
                <a:gdLst>
                  <a:gd name="T0" fmla="*/ 13 w 130"/>
                  <a:gd name="T1" fmla="*/ 30 h 30"/>
                  <a:gd name="T2" fmla="*/ 42 w 130"/>
                  <a:gd name="T3" fmla="*/ 27 h 30"/>
                  <a:gd name="T4" fmla="*/ 109 w 130"/>
                  <a:gd name="T5" fmla="*/ 24 h 30"/>
                  <a:gd name="T6" fmla="*/ 113 w 130"/>
                  <a:gd name="T7" fmla="*/ 23 h 30"/>
                  <a:gd name="T8" fmla="*/ 115 w 130"/>
                  <a:gd name="T9" fmla="*/ 23 h 30"/>
                  <a:gd name="T10" fmla="*/ 122 w 130"/>
                  <a:gd name="T11" fmla="*/ 22 h 30"/>
                  <a:gd name="T12" fmla="*/ 125 w 130"/>
                  <a:gd name="T13" fmla="*/ 20 h 30"/>
                  <a:gd name="T14" fmla="*/ 133 w 130"/>
                  <a:gd name="T15" fmla="*/ 20 h 30"/>
                  <a:gd name="T16" fmla="*/ 135 w 130"/>
                  <a:gd name="T17" fmla="*/ 16 h 30"/>
                  <a:gd name="T18" fmla="*/ 121 w 130"/>
                  <a:gd name="T19" fmla="*/ 3 h 30"/>
                  <a:gd name="T20" fmla="*/ 118 w 130"/>
                  <a:gd name="T21" fmla="*/ 4 h 30"/>
                  <a:gd name="T22" fmla="*/ 39 w 130"/>
                  <a:gd name="T23" fmla="*/ 9 h 30"/>
                  <a:gd name="T24" fmla="*/ 9 w 130"/>
                  <a:gd name="T25" fmla="*/ 12 h 30"/>
                  <a:gd name="T26" fmla="*/ 13 w 130"/>
                  <a:gd name="T27" fmla="*/ 30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30">
                    <a:moveTo>
                      <a:pt x="13" y="30"/>
                    </a:moveTo>
                    <a:cubicBezTo>
                      <a:pt x="17" y="25"/>
                      <a:pt x="33" y="27"/>
                      <a:pt x="39" y="27"/>
                    </a:cubicBezTo>
                    <a:cubicBezTo>
                      <a:pt x="57" y="26"/>
                      <a:pt x="83" y="26"/>
                      <a:pt x="103" y="24"/>
                    </a:cubicBezTo>
                    <a:cubicBezTo>
                      <a:pt x="104" y="23"/>
                      <a:pt x="105" y="23"/>
                      <a:pt x="106" y="23"/>
                    </a:cubicBezTo>
                    <a:cubicBezTo>
                      <a:pt x="106" y="23"/>
                      <a:pt x="106" y="23"/>
                      <a:pt x="107" y="23"/>
                    </a:cubicBezTo>
                    <a:cubicBezTo>
                      <a:pt x="109" y="23"/>
                      <a:pt x="111" y="22"/>
                      <a:pt x="113" y="22"/>
                    </a:cubicBezTo>
                    <a:cubicBezTo>
                      <a:pt x="116" y="20"/>
                      <a:pt x="116" y="20"/>
                      <a:pt x="116" y="20"/>
                    </a:cubicBezTo>
                    <a:cubicBezTo>
                      <a:pt x="119" y="20"/>
                      <a:pt x="121" y="19"/>
                      <a:pt x="124" y="20"/>
                    </a:cubicBezTo>
                    <a:cubicBezTo>
                      <a:pt x="125" y="19"/>
                      <a:pt x="125" y="18"/>
                      <a:pt x="126" y="16"/>
                    </a:cubicBezTo>
                    <a:cubicBezTo>
                      <a:pt x="130" y="6"/>
                      <a:pt x="121" y="0"/>
                      <a:pt x="112" y="3"/>
                    </a:cubicBezTo>
                    <a:cubicBezTo>
                      <a:pt x="109" y="4"/>
                      <a:pt x="109" y="4"/>
                      <a:pt x="109" y="4"/>
                    </a:cubicBezTo>
                    <a:cubicBezTo>
                      <a:pt x="90" y="9"/>
                      <a:pt x="56" y="8"/>
                      <a:pt x="36" y="9"/>
                    </a:cubicBezTo>
                    <a:cubicBezTo>
                      <a:pt x="29" y="9"/>
                      <a:pt x="13" y="8"/>
                      <a:pt x="9" y="12"/>
                    </a:cubicBezTo>
                    <a:cubicBezTo>
                      <a:pt x="0" y="22"/>
                      <a:pt x="5" y="27"/>
                      <a:pt x="13" y="30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2" name="Freeform 3715">
                <a:extLst>
                  <a:ext uri="{FF2B5EF4-FFF2-40B4-BE49-F238E27FC236}">
                    <a16:creationId xmlns:a16="http://schemas.microsoft.com/office/drawing/2014/main" id="{3F4B564B-C725-4D01-94D7-E8FDF22EA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174"/>
                <a:ext cx="334" cy="144"/>
              </a:xfrm>
              <a:custGeom>
                <a:avLst/>
                <a:gdLst>
                  <a:gd name="T0" fmla="*/ 208 w 327"/>
                  <a:gd name="T1" fmla="*/ 22 h 141"/>
                  <a:gd name="T2" fmla="*/ 124 w 327"/>
                  <a:gd name="T3" fmla="*/ 71 h 141"/>
                  <a:gd name="T4" fmla="*/ 50 w 327"/>
                  <a:gd name="T5" fmla="*/ 104 h 141"/>
                  <a:gd name="T6" fmla="*/ 17 w 327"/>
                  <a:gd name="T7" fmla="*/ 150 h 141"/>
                  <a:gd name="T8" fmla="*/ 35 w 327"/>
                  <a:gd name="T9" fmla="*/ 141 h 141"/>
                  <a:gd name="T10" fmla="*/ 107 w 327"/>
                  <a:gd name="T11" fmla="*/ 109 h 141"/>
                  <a:gd name="T12" fmla="*/ 193 w 327"/>
                  <a:gd name="T13" fmla="*/ 60 h 141"/>
                  <a:gd name="T14" fmla="*/ 281 w 327"/>
                  <a:gd name="T15" fmla="*/ 49 h 141"/>
                  <a:gd name="T16" fmla="*/ 293 w 327"/>
                  <a:gd name="T17" fmla="*/ 41 h 141"/>
                  <a:gd name="T18" fmla="*/ 208 w 327"/>
                  <a:gd name="T19" fmla="*/ 22 h 1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7" h="141">
                    <a:moveTo>
                      <a:pt x="196" y="22"/>
                    </a:moveTo>
                    <a:cubicBezTo>
                      <a:pt x="171" y="38"/>
                      <a:pt x="144" y="57"/>
                      <a:pt x="116" y="68"/>
                    </a:cubicBezTo>
                    <a:cubicBezTo>
                      <a:pt x="93" y="77"/>
                      <a:pt x="69" y="86"/>
                      <a:pt x="47" y="98"/>
                    </a:cubicBezTo>
                    <a:cubicBezTo>
                      <a:pt x="34" y="105"/>
                      <a:pt x="0" y="122"/>
                      <a:pt x="17" y="141"/>
                    </a:cubicBezTo>
                    <a:cubicBezTo>
                      <a:pt x="23" y="138"/>
                      <a:pt x="28" y="135"/>
                      <a:pt x="32" y="132"/>
                    </a:cubicBezTo>
                    <a:cubicBezTo>
                      <a:pt x="53" y="121"/>
                      <a:pt x="78" y="112"/>
                      <a:pt x="101" y="103"/>
                    </a:cubicBezTo>
                    <a:cubicBezTo>
                      <a:pt x="129" y="92"/>
                      <a:pt x="155" y="73"/>
                      <a:pt x="181" y="57"/>
                    </a:cubicBezTo>
                    <a:cubicBezTo>
                      <a:pt x="196" y="46"/>
                      <a:pt x="242" y="40"/>
                      <a:pt x="263" y="46"/>
                    </a:cubicBezTo>
                    <a:cubicBezTo>
                      <a:pt x="267" y="43"/>
                      <a:pt x="271" y="41"/>
                      <a:pt x="275" y="38"/>
                    </a:cubicBezTo>
                    <a:cubicBezTo>
                      <a:pt x="327" y="0"/>
                      <a:pt x="220" y="6"/>
                      <a:pt x="196" y="22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3" name="Freeform 3716">
                <a:extLst>
                  <a:ext uri="{FF2B5EF4-FFF2-40B4-BE49-F238E27FC236}">
                    <a16:creationId xmlns:a16="http://schemas.microsoft.com/office/drawing/2014/main" id="{19C682D9-BB03-432B-BC19-1C8A2FDA1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188"/>
                <a:ext cx="323" cy="173"/>
              </a:xfrm>
              <a:custGeom>
                <a:avLst/>
                <a:gdLst>
                  <a:gd name="T0" fmla="*/ 35 w 317"/>
                  <a:gd name="T1" fmla="*/ 181 h 169"/>
                  <a:gd name="T2" fmla="*/ 36 w 317"/>
                  <a:gd name="T3" fmla="*/ 181 h 169"/>
                  <a:gd name="T4" fmla="*/ 71 w 317"/>
                  <a:gd name="T5" fmla="*/ 156 h 169"/>
                  <a:gd name="T6" fmla="*/ 126 w 317"/>
                  <a:gd name="T7" fmla="*/ 105 h 169"/>
                  <a:gd name="T8" fmla="*/ 195 w 317"/>
                  <a:gd name="T9" fmla="*/ 82 h 169"/>
                  <a:gd name="T10" fmla="*/ 304 w 317"/>
                  <a:gd name="T11" fmla="*/ 61 h 169"/>
                  <a:gd name="T12" fmla="*/ 316 w 317"/>
                  <a:gd name="T13" fmla="*/ 73 h 169"/>
                  <a:gd name="T14" fmla="*/ 312 w 317"/>
                  <a:gd name="T15" fmla="*/ 27 h 169"/>
                  <a:gd name="T16" fmla="*/ 202 w 317"/>
                  <a:gd name="T17" fmla="*/ 45 h 169"/>
                  <a:gd name="T18" fmla="*/ 132 w 317"/>
                  <a:gd name="T19" fmla="*/ 71 h 169"/>
                  <a:gd name="T20" fmla="*/ 77 w 317"/>
                  <a:gd name="T21" fmla="*/ 120 h 169"/>
                  <a:gd name="T22" fmla="*/ 35 w 317"/>
                  <a:gd name="T23" fmla="*/ 181 h 1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7" h="169">
                    <a:moveTo>
                      <a:pt x="32" y="169"/>
                    </a:moveTo>
                    <a:cubicBezTo>
                      <a:pt x="32" y="169"/>
                      <a:pt x="33" y="169"/>
                      <a:pt x="33" y="169"/>
                    </a:cubicBezTo>
                    <a:cubicBezTo>
                      <a:pt x="45" y="159"/>
                      <a:pt x="61" y="150"/>
                      <a:pt x="68" y="145"/>
                    </a:cubicBezTo>
                    <a:cubicBezTo>
                      <a:pt x="87" y="132"/>
                      <a:pt x="100" y="112"/>
                      <a:pt x="120" y="99"/>
                    </a:cubicBezTo>
                    <a:cubicBezTo>
                      <a:pt x="138" y="87"/>
                      <a:pt x="164" y="86"/>
                      <a:pt x="184" y="76"/>
                    </a:cubicBezTo>
                    <a:cubicBezTo>
                      <a:pt x="218" y="59"/>
                      <a:pt x="249" y="34"/>
                      <a:pt x="287" y="58"/>
                    </a:cubicBezTo>
                    <a:cubicBezTo>
                      <a:pt x="292" y="61"/>
                      <a:pt x="296" y="64"/>
                      <a:pt x="298" y="67"/>
                    </a:cubicBezTo>
                    <a:cubicBezTo>
                      <a:pt x="312" y="54"/>
                      <a:pt x="317" y="38"/>
                      <a:pt x="294" y="24"/>
                    </a:cubicBezTo>
                    <a:cubicBezTo>
                      <a:pt x="255" y="0"/>
                      <a:pt x="224" y="25"/>
                      <a:pt x="190" y="42"/>
                    </a:cubicBezTo>
                    <a:cubicBezTo>
                      <a:pt x="170" y="52"/>
                      <a:pt x="145" y="53"/>
                      <a:pt x="126" y="65"/>
                    </a:cubicBezTo>
                    <a:cubicBezTo>
                      <a:pt x="106" y="78"/>
                      <a:pt x="94" y="98"/>
                      <a:pt x="74" y="111"/>
                    </a:cubicBezTo>
                    <a:cubicBezTo>
                      <a:pt x="60" y="121"/>
                      <a:pt x="0" y="154"/>
                      <a:pt x="32" y="169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4" name="Freeform 3717">
                <a:extLst>
                  <a:ext uri="{FF2B5EF4-FFF2-40B4-BE49-F238E27FC236}">
                    <a16:creationId xmlns:a16="http://schemas.microsoft.com/office/drawing/2014/main" id="{764B4A19-A6FB-43CF-953C-2D9347EDB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149"/>
                <a:ext cx="242" cy="163"/>
              </a:xfrm>
              <a:custGeom>
                <a:avLst/>
                <a:gdLst>
                  <a:gd name="T0" fmla="*/ 81 w 237"/>
                  <a:gd name="T1" fmla="*/ 109 h 159"/>
                  <a:gd name="T2" fmla="*/ 233 w 237"/>
                  <a:gd name="T3" fmla="*/ 47 h 159"/>
                  <a:gd name="T4" fmla="*/ 243 w 237"/>
                  <a:gd name="T5" fmla="*/ 52 h 159"/>
                  <a:gd name="T6" fmla="*/ 231 w 237"/>
                  <a:gd name="T7" fmla="*/ 15 h 159"/>
                  <a:gd name="T8" fmla="*/ 79 w 237"/>
                  <a:gd name="T9" fmla="*/ 76 h 159"/>
                  <a:gd name="T10" fmla="*/ 20 w 237"/>
                  <a:gd name="T11" fmla="*/ 171 h 159"/>
                  <a:gd name="T12" fmla="*/ 81 w 237"/>
                  <a:gd name="T13" fmla="*/ 109 h 1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7" h="159">
                    <a:moveTo>
                      <a:pt x="75" y="100"/>
                    </a:moveTo>
                    <a:cubicBezTo>
                      <a:pt x="96" y="84"/>
                      <a:pt x="173" y="29"/>
                      <a:pt x="218" y="44"/>
                    </a:cubicBezTo>
                    <a:cubicBezTo>
                      <a:pt x="222" y="46"/>
                      <a:pt x="225" y="47"/>
                      <a:pt x="228" y="49"/>
                    </a:cubicBezTo>
                    <a:cubicBezTo>
                      <a:pt x="237" y="35"/>
                      <a:pt x="237" y="22"/>
                      <a:pt x="216" y="15"/>
                    </a:cubicBezTo>
                    <a:cubicBezTo>
                      <a:pt x="170" y="0"/>
                      <a:pt x="94" y="55"/>
                      <a:pt x="73" y="70"/>
                    </a:cubicBezTo>
                    <a:cubicBezTo>
                      <a:pt x="54" y="84"/>
                      <a:pt x="0" y="125"/>
                      <a:pt x="20" y="159"/>
                    </a:cubicBezTo>
                    <a:cubicBezTo>
                      <a:pt x="29" y="134"/>
                      <a:pt x="61" y="109"/>
                      <a:pt x="75" y="100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5" name="Freeform 3718">
                <a:extLst>
                  <a:ext uri="{FF2B5EF4-FFF2-40B4-BE49-F238E27FC236}">
                    <a16:creationId xmlns:a16="http://schemas.microsoft.com/office/drawing/2014/main" id="{11AA44CB-9C74-4DD1-B5F7-D7E7B9B7F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132"/>
                <a:ext cx="238" cy="94"/>
              </a:xfrm>
              <a:custGeom>
                <a:avLst/>
                <a:gdLst>
                  <a:gd name="T0" fmla="*/ 241 w 233"/>
                  <a:gd name="T1" fmla="*/ 33 h 92"/>
                  <a:gd name="T2" fmla="*/ 163 w 233"/>
                  <a:gd name="T3" fmla="*/ 2 h 92"/>
                  <a:gd name="T4" fmla="*/ 55 w 233"/>
                  <a:gd name="T5" fmla="*/ 45 h 92"/>
                  <a:gd name="T6" fmla="*/ 52 w 233"/>
                  <a:gd name="T7" fmla="*/ 46 h 92"/>
                  <a:gd name="T8" fmla="*/ 4 w 233"/>
                  <a:gd name="T9" fmla="*/ 88 h 92"/>
                  <a:gd name="T10" fmla="*/ 12 w 233"/>
                  <a:gd name="T11" fmla="*/ 98 h 92"/>
                  <a:gd name="T12" fmla="*/ 41 w 233"/>
                  <a:gd name="T13" fmla="*/ 84 h 92"/>
                  <a:gd name="T14" fmla="*/ 44 w 233"/>
                  <a:gd name="T15" fmla="*/ 82 h 92"/>
                  <a:gd name="T16" fmla="*/ 152 w 233"/>
                  <a:gd name="T17" fmla="*/ 39 h 92"/>
                  <a:gd name="T18" fmla="*/ 230 w 233"/>
                  <a:gd name="T19" fmla="*/ 67 h 92"/>
                  <a:gd name="T20" fmla="*/ 232 w 233"/>
                  <a:gd name="T21" fmla="*/ 75 h 92"/>
                  <a:gd name="T22" fmla="*/ 241 w 233"/>
                  <a:gd name="T23" fmla="*/ 33 h 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3" h="92">
                    <a:moveTo>
                      <a:pt x="226" y="30"/>
                    </a:moveTo>
                    <a:cubicBezTo>
                      <a:pt x="215" y="2"/>
                      <a:pt x="180" y="0"/>
                      <a:pt x="154" y="2"/>
                    </a:cubicBezTo>
                    <a:cubicBezTo>
                      <a:pt x="116" y="6"/>
                      <a:pt x="84" y="29"/>
                      <a:pt x="52" y="42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30" y="50"/>
                      <a:pt x="14" y="62"/>
                      <a:pt x="4" y="82"/>
                    </a:cubicBezTo>
                    <a:cubicBezTo>
                      <a:pt x="0" y="90"/>
                      <a:pt x="4" y="92"/>
                      <a:pt x="12" y="92"/>
                    </a:cubicBezTo>
                    <a:cubicBezTo>
                      <a:pt x="20" y="86"/>
                      <a:pt x="28" y="81"/>
                      <a:pt x="38" y="78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73" y="63"/>
                      <a:pt x="105" y="40"/>
                      <a:pt x="143" y="36"/>
                    </a:cubicBezTo>
                    <a:cubicBezTo>
                      <a:pt x="169" y="34"/>
                      <a:pt x="204" y="36"/>
                      <a:pt x="215" y="64"/>
                    </a:cubicBezTo>
                    <a:cubicBezTo>
                      <a:pt x="216" y="66"/>
                      <a:pt x="216" y="67"/>
                      <a:pt x="217" y="69"/>
                    </a:cubicBezTo>
                    <a:cubicBezTo>
                      <a:pt x="227" y="59"/>
                      <a:pt x="233" y="47"/>
                      <a:pt x="226" y="30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6" name="Freeform 3719">
                <a:extLst>
                  <a:ext uri="{FF2B5EF4-FFF2-40B4-BE49-F238E27FC236}">
                    <a16:creationId xmlns:a16="http://schemas.microsoft.com/office/drawing/2014/main" id="{4D7A9597-20E3-46A2-AF96-3D792C69F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101"/>
                <a:ext cx="178" cy="85"/>
              </a:xfrm>
              <a:custGeom>
                <a:avLst/>
                <a:gdLst>
                  <a:gd name="T0" fmla="*/ 166 w 175"/>
                  <a:gd name="T1" fmla="*/ 24 h 83"/>
                  <a:gd name="T2" fmla="*/ 51 w 175"/>
                  <a:gd name="T3" fmla="*/ 44 h 83"/>
                  <a:gd name="T4" fmla="*/ 9 w 175"/>
                  <a:gd name="T5" fmla="*/ 87 h 83"/>
                  <a:gd name="T6" fmla="*/ 15 w 175"/>
                  <a:gd name="T7" fmla="*/ 89 h 83"/>
                  <a:gd name="T8" fmla="*/ 29 w 175"/>
                  <a:gd name="T9" fmla="*/ 88 h 83"/>
                  <a:gd name="T10" fmla="*/ 34 w 175"/>
                  <a:gd name="T11" fmla="*/ 88 h 83"/>
                  <a:gd name="T12" fmla="*/ 146 w 175"/>
                  <a:gd name="T13" fmla="*/ 65 h 83"/>
                  <a:gd name="T14" fmla="*/ 166 w 175"/>
                  <a:gd name="T15" fmla="*/ 24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5" h="83">
                    <a:moveTo>
                      <a:pt x="157" y="21"/>
                    </a:moveTo>
                    <a:cubicBezTo>
                      <a:pt x="123" y="0"/>
                      <a:pt x="78" y="29"/>
                      <a:pt x="48" y="41"/>
                    </a:cubicBezTo>
                    <a:cubicBezTo>
                      <a:pt x="31" y="48"/>
                      <a:pt x="0" y="58"/>
                      <a:pt x="9" y="81"/>
                    </a:cubicBezTo>
                    <a:cubicBezTo>
                      <a:pt x="13" y="83"/>
                      <a:pt x="14" y="83"/>
                      <a:pt x="15" y="83"/>
                    </a:cubicBezTo>
                    <a:cubicBezTo>
                      <a:pt x="20" y="82"/>
                      <a:pt x="25" y="82"/>
                      <a:pt x="29" y="82"/>
                    </a:cubicBezTo>
                    <a:cubicBezTo>
                      <a:pt x="30" y="82"/>
                      <a:pt x="31" y="82"/>
                      <a:pt x="31" y="82"/>
                    </a:cubicBezTo>
                    <a:cubicBezTo>
                      <a:pt x="61" y="69"/>
                      <a:pt x="106" y="40"/>
                      <a:pt x="140" y="61"/>
                    </a:cubicBezTo>
                    <a:cubicBezTo>
                      <a:pt x="161" y="48"/>
                      <a:pt x="175" y="33"/>
                      <a:pt x="157" y="21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7" name="Freeform 3720">
                <a:extLst>
                  <a:ext uri="{FF2B5EF4-FFF2-40B4-BE49-F238E27FC236}">
                    <a16:creationId xmlns:a16="http://schemas.microsoft.com/office/drawing/2014/main" id="{42318A33-52C9-4403-B4A3-7A4B09819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053"/>
                <a:ext cx="195" cy="60"/>
              </a:xfrm>
              <a:custGeom>
                <a:avLst/>
                <a:gdLst>
                  <a:gd name="T0" fmla="*/ 67 w 191"/>
                  <a:gd name="T1" fmla="*/ 14 h 58"/>
                  <a:gd name="T2" fmla="*/ 8 w 191"/>
                  <a:gd name="T3" fmla="*/ 38 h 58"/>
                  <a:gd name="T4" fmla="*/ 2 w 191"/>
                  <a:gd name="T5" fmla="*/ 64 h 58"/>
                  <a:gd name="T6" fmla="*/ 3 w 191"/>
                  <a:gd name="T7" fmla="*/ 62 h 58"/>
                  <a:gd name="T8" fmla="*/ 63 w 191"/>
                  <a:gd name="T9" fmla="*/ 37 h 58"/>
                  <a:gd name="T10" fmla="*/ 160 w 191"/>
                  <a:gd name="T11" fmla="*/ 30 h 58"/>
                  <a:gd name="T12" fmla="*/ 203 w 191"/>
                  <a:gd name="T13" fmla="*/ 11 h 58"/>
                  <a:gd name="T14" fmla="*/ 67 w 191"/>
                  <a:gd name="T15" fmla="*/ 14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1" h="58">
                    <a:moveTo>
                      <a:pt x="64" y="14"/>
                    </a:moveTo>
                    <a:cubicBezTo>
                      <a:pt x="38" y="17"/>
                      <a:pt x="21" y="18"/>
                      <a:pt x="8" y="35"/>
                    </a:cubicBezTo>
                    <a:cubicBezTo>
                      <a:pt x="3" y="42"/>
                      <a:pt x="0" y="49"/>
                      <a:pt x="2" y="58"/>
                    </a:cubicBezTo>
                    <a:cubicBezTo>
                      <a:pt x="2" y="57"/>
                      <a:pt x="3" y="56"/>
                      <a:pt x="3" y="56"/>
                    </a:cubicBezTo>
                    <a:cubicBezTo>
                      <a:pt x="17" y="38"/>
                      <a:pt x="34" y="38"/>
                      <a:pt x="60" y="34"/>
                    </a:cubicBezTo>
                    <a:cubicBezTo>
                      <a:pt x="77" y="32"/>
                      <a:pt x="119" y="26"/>
                      <a:pt x="151" y="27"/>
                    </a:cubicBezTo>
                    <a:cubicBezTo>
                      <a:pt x="164" y="23"/>
                      <a:pt x="184" y="22"/>
                      <a:pt x="191" y="11"/>
                    </a:cubicBezTo>
                    <a:cubicBezTo>
                      <a:pt x="168" y="0"/>
                      <a:pt x="90" y="10"/>
                      <a:pt x="64" y="14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8" name="Freeform 3721">
                <a:extLst>
                  <a:ext uri="{FF2B5EF4-FFF2-40B4-BE49-F238E27FC236}">
                    <a16:creationId xmlns:a16="http://schemas.microsoft.com/office/drawing/2014/main" id="{89592AD9-5429-4004-AD2D-32FD51297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066"/>
                <a:ext cx="262" cy="86"/>
              </a:xfrm>
              <a:custGeom>
                <a:avLst/>
                <a:gdLst>
                  <a:gd name="T0" fmla="*/ 220 w 256"/>
                  <a:gd name="T1" fmla="*/ 7 h 85"/>
                  <a:gd name="T2" fmla="*/ 167 w 256"/>
                  <a:gd name="T3" fmla="*/ 6 h 85"/>
                  <a:gd name="T4" fmla="*/ 1 w 256"/>
                  <a:gd name="T5" fmla="*/ 73 h 85"/>
                  <a:gd name="T6" fmla="*/ 5 w 256"/>
                  <a:gd name="T7" fmla="*/ 88 h 85"/>
                  <a:gd name="T8" fmla="*/ 160 w 256"/>
                  <a:gd name="T9" fmla="*/ 40 h 85"/>
                  <a:gd name="T10" fmla="*/ 214 w 256"/>
                  <a:gd name="T11" fmla="*/ 41 h 85"/>
                  <a:gd name="T12" fmla="*/ 254 w 256"/>
                  <a:gd name="T13" fmla="*/ 66 h 85"/>
                  <a:gd name="T14" fmla="*/ 272 w 256"/>
                  <a:gd name="T15" fmla="*/ 49 h 85"/>
                  <a:gd name="T16" fmla="*/ 220 w 256"/>
                  <a:gd name="T17" fmla="*/ 7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6" h="85">
                    <a:moveTo>
                      <a:pt x="205" y="7"/>
                    </a:moveTo>
                    <a:cubicBezTo>
                      <a:pt x="190" y="0"/>
                      <a:pt x="171" y="3"/>
                      <a:pt x="155" y="6"/>
                    </a:cubicBezTo>
                    <a:cubicBezTo>
                      <a:pt x="122" y="13"/>
                      <a:pt x="3" y="29"/>
                      <a:pt x="1" y="70"/>
                    </a:cubicBezTo>
                    <a:cubicBezTo>
                      <a:pt x="0" y="76"/>
                      <a:pt x="2" y="81"/>
                      <a:pt x="5" y="85"/>
                    </a:cubicBezTo>
                    <a:cubicBezTo>
                      <a:pt x="35" y="57"/>
                      <a:pt x="121" y="46"/>
                      <a:pt x="149" y="40"/>
                    </a:cubicBezTo>
                    <a:cubicBezTo>
                      <a:pt x="165" y="37"/>
                      <a:pt x="184" y="34"/>
                      <a:pt x="199" y="41"/>
                    </a:cubicBezTo>
                    <a:cubicBezTo>
                      <a:pt x="205" y="43"/>
                      <a:pt x="223" y="52"/>
                      <a:pt x="236" y="63"/>
                    </a:cubicBezTo>
                    <a:cubicBezTo>
                      <a:pt x="246" y="57"/>
                      <a:pt x="254" y="52"/>
                      <a:pt x="254" y="46"/>
                    </a:cubicBezTo>
                    <a:cubicBezTo>
                      <a:pt x="256" y="33"/>
                      <a:pt x="215" y="10"/>
                      <a:pt x="205" y="7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9" name="Freeform 3722">
                <a:extLst>
                  <a:ext uri="{FF2B5EF4-FFF2-40B4-BE49-F238E27FC236}">
                    <a16:creationId xmlns:a16="http://schemas.microsoft.com/office/drawing/2014/main" id="{FBA764CD-E07A-485B-8F3C-3C5BD7040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025"/>
                <a:ext cx="144" cy="88"/>
              </a:xfrm>
              <a:custGeom>
                <a:avLst/>
                <a:gdLst>
                  <a:gd name="T0" fmla="*/ 36 w 141"/>
                  <a:gd name="T1" fmla="*/ 48 h 86"/>
                  <a:gd name="T2" fmla="*/ 34 w 141"/>
                  <a:gd name="T3" fmla="*/ 49 h 86"/>
                  <a:gd name="T4" fmla="*/ 4 w 141"/>
                  <a:gd name="T5" fmla="*/ 75 h 86"/>
                  <a:gd name="T6" fmla="*/ 0 w 141"/>
                  <a:gd name="T7" fmla="*/ 84 h 86"/>
                  <a:gd name="T8" fmla="*/ 4 w 141"/>
                  <a:gd name="T9" fmla="*/ 83 h 86"/>
                  <a:gd name="T10" fmla="*/ 6 w 141"/>
                  <a:gd name="T11" fmla="*/ 83 h 86"/>
                  <a:gd name="T12" fmla="*/ 104 w 141"/>
                  <a:gd name="T13" fmla="*/ 52 h 86"/>
                  <a:gd name="T14" fmla="*/ 96 w 141"/>
                  <a:gd name="T15" fmla="*/ 92 h 86"/>
                  <a:gd name="T16" fmla="*/ 134 w 141"/>
                  <a:gd name="T17" fmla="*/ 80 h 86"/>
                  <a:gd name="T18" fmla="*/ 135 w 141"/>
                  <a:gd name="T19" fmla="*/ 17 h 86"/>
                  <a:gd name="T20" fmla="*/ 36 w 141"/>
                  <a:gd name="T21" fmla="*/ 48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1" h="86">
                    <a:moveTo>
                      <a:pt x="33" y="45"/>
                    </a:moveTo>
                    <a:cubicBezTo>
                      <a:pt x="31" y="46"/>
                      <a:pt x="31" y="46"/>
                      <a:pt x="31" y="46"/>
                    </a:cubicBezTo>
                    <a:cubicBezTo>
                      <a:pt x="12" y="50"/>
                      <a:pt x="8" y="52"/>
                      <a:pt x="4" y="69"/>
                    </a:cubicBezTo>
                    <a:cubicBezTo>
                      <a:pt x="3" y="72"/>
                      <a:pt x="2" y="75"/>
                      <a:pt x="0" y="78"/>
                    </a:cubicBezTo>
                    <a:cubicBezTo>
                      <a:pt x="1" y="78"/>
                      <a:pt x="2" y="78"/>
                      <a:pt x="4" y="77"/>
                    </a:cubicBezTo>
                    <a:cubicBezTo>
                      <a:pt x="6" y="77"/>
                      <a:pt x="6" y="77"/>
                      <a:pt x="6" y="77"/>
                    </a:cubicBezTo>
                    <a:cubicBezTo>
                      <a:pt x="28" y="72"/>
                      <a:pt x="113" y="31"/>
                      <a:pt x="98" y="49"/>
                    </a:cubicBezTo>
                    <a:cubicBezTo>
                      <a:pt x="84" y="66"/>
                      <a:pt x="86" y="77"/>
                      <a:pt x="90" y="86"/>
                    </a:cubicBezTo>
                    <a:cubicBezTo>
                      <a:pt x="108" y="86"/>
                      <a:pt x="126" y="85"/>
                      <a:pt x="125" y="74"/>
                    </a:cubicBezTo>
                    <a:cubicBezTo>
                      <a:pt x="124" y="58"/>
                      <a:pt x="102" y="46"/>
                      <a:pt x="126" y="17"/>
                    </a:cubicBezTo>
                    <a:cubicBezTo>
                      <a:pt x="141" y="0"/>
                      <a:pt x="56" y="40"/>
                      <a:pt x="33" y="45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0" name="Freeform 3723">
                <a:extLst>
                  <a:ext uri="{FF2B5EF4-FFF2-40B4-BE49-F238E27FC236}">
                    <a16:creationId xmlns:a16="http://schemas.microsoft.com/office/drawing/2014/main" id="{4D4D92A0-D5A6-4EE4-8D0D-D7D3A148A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970"/>
                <a:ext cx="137" cy="63"/>
              </a:xfrm>
              <a:custGeom>
                <a:avLst/>
                <a:gdLst>
                  <a:gd name="T0" fmla="*/ 119 w 134"/>
                  <a:gd name="T1" fmla="*/ 27 h 62"/>
                  <a:gd name="T2" fmla="*/ 118 w 134"/>
                  <a:gd name="T3" fmla="*/ 27 h 62"/>
                  <a:gd name="T4" fmla="*/ 22 w 134"/>
                  <a:gd name="T5" fmla="*/ 24 h 62"/>
                  <a:gd name="T6" fmla="*/ 0 w 134"/>
                  <a:gd name="T7" fmla="*/ 57 h 62"/>
                  <a:gd name="T8" fmla="*/ 91 w 134"/>
                  <a:gd name="T9" fmla="*/ 61 h 62"/>
                  <a:gd name="T10" fmla="*/ 93 w 134"/>
                  <a:gd name="T11" fmla="*/ 61 h 62"/>
                  <a:gd name="T12" fmla="*/ 108 w 134"/>
                  <a:gd name="T13" fmla="*/ 65 h 62"/>
                  <a:gd name="T14" fmla="*/ 142 w 134"/>
                  <a:gd name="T15" fmla="*/ 49 h 62"/>
                  <a:gd name="T16" fmla="*/ 119 w 134"/>
                  <a:gd name="T17" fmla="*/ 27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62">
                    <a:moveTo>
                      <a:pt x="111" y="27"/>
                    </a:moveTo>
                    <a:cubicBezTo>
                      <a:pt x="110" y="27"/>
                      <a:pt x="110" y="27"/>
                      <a:pt x="110" y="27"/>
                    </a:cubicBezTo>
                    <a:cubicBezTo>
                      <a:pt x="80" y="28"/>
                      <a:pt x="50" y="0"/>
                      <a:pt x="22" y="24"/>
                    </a:cubicBezTo>
                    <a:cubicBezTo>
                      <a:pt x="14" y="31"/>
                      <a:pt x="7" y="44"/>
                      <a:pt x="0" y="54"/>
                    </a:cubicBezTo>
                    <a:cubicBezTo>
                      <a:pt x="27" y="33"/>
                      <a:pt x="56" y="59"/>
                      <a:pt x="85" y="58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92" y="58"/>
                      <a:pt x="97" y="59"/>
                      <a:pt x="102" y="62"/>
                    </a:cubicBezTo>
                    <a:cubicBezTo>
                      <a:pt x="119" y="58"/>
                      <a:pt x="133" y="53"/>
                      <a:pt x="133" y="46"/>
                    </a:cubicBezTo>
                    <a:cubicBezTo>
                      <a:pt x="134" y="31"/>
                      <a:pt x="122" y="27"/>
                      <a:pt x="111" y="27"/>
                    </a:cubicBez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1" name="Line 3724">
                <a:extLst>
                  <a:ext uri="{FF2B5EF4-FFF2-40B4-BE49-F238E27FC236}">
                    <a16:creationId xmlns:a16="http://schemas.microsoft.com/office/drawing/2014/main" id="{03E239F1-AF34-472B-8241-566E06A3E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15" y="2003"/>
                <a:ext cx="4" cy="68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2" name="Line 3725">
                <a:extLst>
                  <a:ext uri="{FF2B5EF4-FFF2-40B4-BE49-F238E27FC236}">
                    <a16:creationId xmlns:a16="http://schemas.microsoft.com/office/drawing/2014/main" id="{B5851BEC-2866-48D7-89CD-3FD8AEA8AB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670" y="2023"/>
                <a:ext cx="1" cy="39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3" name="Freeform 3726">
                <a:extLst>
                  <a:ext uri="{FF2B5EF4-FFF2-40B4-BE49-F238E27FC236}">
                    <a16:creationId xmlns:a16="http://schemas.microsoft.com/office/drawing/2014/main" id="{8EDF3769-36B3-4EB4-B1FF-C88A3332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" y="2123"/>
                <a:ext cx="310" cy="267"/>
              </a:xfrm>
              <a:custGeom>
                <a:avLst/>
                <a:gdLst>
                  <a:gd name="T0" fmla="*/ 0 w 304"/>
                  <a:gd name="T1" fmla="*/ 83 h 262"/>
                  <a:gd name="T2" fmla="*/ 298 w 304"/>
                  <a:gd name="T3" fmla="*/ 30 h 262"/>
                  <a:gd name="T4" fmla="*/ 156 w 304"/>
                  <a:gd name="T5" fmla="*/ 219 h 262"/>
                  <a:gd name="T6" fmla="*/ 163 w 304"/>
                  <a:gd name="T7" fmla="*/ 277 h 2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4" h="262">
                    <a:moveTo>
                      <a:pt x="0" y="78"/>
                    </a:moveTo>
                    <a:cubicBezTo>
                      <a:pt x="20" y="42"/>
                      <a:pt x="243" y="0"/>
                      <a:pt x="280" y="27"/>
                    </a:cubicBezTo>
                    <a:cubicBezTo>
                      <a:pt x="304" y="45"/>
                      <a:pt x="192" y="201"/>
                      <a:pt x="147" y="207"/>
                    </a:cubicBezTo>
                    <a:cubicBezTo>
                      <a:pt x="154" y="262"/>
                      <a:pt x="154" y="262"/>
                      <a:pt x="154" y="262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4" name="Line 3727">
                <a:extLst>
                  <a:ext uri="{FF2B5EF4-FFF2-40B4-BE49-F238E27FC236}">
                    <a16:creationId xmlns:a16="http://schemas.microsoft.com/office/drawing/2014/main" id="{BE4A9585-0AEB-44F6-B01B-DAC4400B0D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6" y="2530"/>
                <a:ext cx="6" cy="54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5" name="Line 3728">
                <a:extLst>
                  <a:ext uri="{FF2B5EF4-FFF2-40B4-BE49-F238E27FC236}">
                    <a16:creationId xmlns:a16="http://schemas.microsoft.com/office/drawing/2014/main" id="{A5886478-879B-4D47-A995-D2E0369AA9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9" y="1943"/>
                <a:ext cx="24" cy="53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6" name="Line 3729">
                <a:extLst>
                  <a:ext uri="{FF2B5EF4-FFF2-40B4-BE49-F238E27FC236}">
                    <a16:creationId xmlns:a16="http://schemas.microsoft.com/office/drawing/2014/main" id="{4FE7F9B7-3AF2-4409-85BD-C4C0B1F73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5" y="2011"/>
                <a:ext cx="4" cy="55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7" name="Freeform 3730">
                <a:extLst>
                  <a:ext uri="{FF2B5EF4-FFF2-40B4-BE49-F238E27FC236}">
                    <a16:creationId xmlns:a16="http://schemas.microsoft.com/office/drawing/2014/main" id="{0BE1DA2B-7FC4-43FA-AC7A-10120DD38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067"/>
                <a:ext cx="200" cy="200"/>
              </a:xfrm>
              <a:custGeom>
                <a:avLst/>
                <a:gdLst>
                  <a:gd name="T0" fmla="*/ 14 w 196"/>
                  <a:gd name="T1" fmla="*/ 123 h 196"/>
                  <a:gd name="T2" fmla="*/ 68 w 196"/>
                  <a:gd name="T3" fmla="*/ 96 h 196"/>
                  <a:gd name="T4" fmla="*/ 208 w 196"/>
                  <a:gd name="T5" fmla="*/ 62 h 196"/>
                  <a:gd name="T6" fmla="*/ 204 w 196"/>
                  <a:gd name="T7" fmla="*/ 6 h 196"/>
                  <a:gd name="T8" fmla="*/ 64 w 196"/>
                  <a:gd name="T9" fmla="*/ 39 h 196"/>
                  <a:gd name="T10" fmla="*/ 0 w 196"/>
                  <a:gd name="T11" fmla="*/ 89 h 196"/>
                  <a:gd name="T12" fmla="*/ 43 w 196"/>
                  <a:gd name="T13" fmla="*/ 148 h 196"/>
                  <a:gd name="T14" fmla="*/ 48 w 196"/>
                  <a:gd name="T15" fmla="*/ 208 h 1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6" h="196">
                    <a:moveTo>
                      <a:pt x="14" y="117"/>
                    </a:moveTo>
                    <a:cubicBezTo>
                      <a:pt x="27" y="103"/>
                      <a:pt x="50" y="97"/>
                      <a:pt x="65" y="90"/>
                    </a:cubicBezTo>
                    <a:cubicBezTo>
                      <a:pt x="106" y="70"/>
                      <a:pt x="149" y="54"/>
                      <a:pt x="196" y="59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46" y="0"/>
                      <a:pt x="102" y="16"/>
                      <a:pt x="61" y="36"/>
                    </a:cubicBezTo>
                    <a:cubicBezTo>
                      <a:pt x="40" y="46"/>
                      <a:pt x="0" y="58"/>
                      <a:pt x="0" y="83"/>
                    </a:cubicBezTo>
                    <a:cubicBezTo>
                      <a:pt x="0" y="98"/>
                      <a:pt x="23" y="136"/>
                      <a:pt x="40" y="139"/>
                    </a:cubicBezTo>
                    <a:cubicBezTo>
                      <a:pt x="45" y="196"/>
                      <a:pt x="45" y="196"/>
                      <a:pt x="45" y="196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8" name="Freeform 3731">
                <a:extLst>
                  <a:ext uri="{FF2B5EF4-FFF2-40B4-BE49-F238E27FC236}">
                    <a16:creationId xmlns:a16="http://schemas.microsoft.com/office/drawing/2014/main" id="{7F58D4FE-5DC3-46F6-B769-AE4A3C284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20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9" name="Freeform 3732">
                <a:extLst>
                  <a:ext uri="{FF2B5EF4-FFF2-40B4-BE49-F238E27FC236}">
                    <a16:creationId xmlns:a16="http://schemas.microsoft.com/office/drawing/2014/main" id="{BA27EDB7-8194-4A6F-8E8C-601B9FA9A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209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0" name="Freeform 3733">
                <a:extLst>
                  <a:ext uri="{FF2B5EF4-FFF2-40B4-BE49-F238E27FC236}">
                    <a16:creationId xmlns:a16="http://schemas.microsoft.com/office/drawing/2014/main" id="{4E1CD39B-CBEC-4352-B561-22545C5CD2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1" y="1899"/>
                <a:ext cx="1824" cy="692"/>
              </a:xfrm>
              <a:custGeom>
                <a:avLst/>
                <a:gdLst>
                  <a:gd name="T0" fmla="*/ 1344 w 1787"/>
                  <a:gd name="T1" fmla="*/ 131 h 678"/>
                  <a:gd name="T2" fmla="*/ 1112 w 1787"/>
                  <a:gd name="T3" fmla="*/ 154 h 678"/>
                  <a:gd name="T4" fmla="*/ 698 w 1787"/>
                  <a:gd name="T5" fmla="*/ 45 h 678"/>
                  <a:gd name="T6" fmla="*/ 559 w 1787"/>
                  <a:gd name="T7" fmla="*/ 108 h 678"/>
                  <a:gd name="T8" fmla="*/ 548 w 1787"/>
                  <a:gd name="T9" fmla="*/ 152 h 678"/>
                  <a:gd name="T10" fmla="*/ 365 w 1787"/>
                  <a:gd name="T11" fmla="*/ 160 h 678"/>
                  <a:gd name="T12" fmla="*/ 341 w 1787"/>
                  <a:gd name="T13" fmla="*/ 262 h 678"/>
                  <a:gd name="T14" fmla="*/ 606 w 1787"/>
                  <a:gd name="T15" fmla="*/ 415 h 678"/>
                  <a:gd name="T16" fmla="*/ 935 w 1787"/>
                  <a:gd name="T17" fmla="*/ 464 h 678"/>
                  <a:gd name="T18" fmla="*/ 1187 w 1787"/>
                  <a:gd name="T19" fmla="*/ 468 h 678"/>
                  <a:gd name="T20" fmla="*/ 1174 w 1787"/>
                  <a:gd name="T21" fmla="*/ 721 h 678"/>
                  <a:gd name="T22" fmla="*/ 1787 w 1787"/>
                  <a:gd name="T23" fmla="*/ 182 h 678"/>
                  <a:gd name="T24" fmla="*/ 1477 w 1787"/>
                  <a:gd name="T25" fmla="*/ 234 h 678"/>
                  <a:gd name="T26" fmla="*/ 1362 w 1787"/>
                  <a:gd name="T27" fmla="*/ 254 h 678"/>
                  <a:gd name="T28" fmla="*/ 1314 w 1787"/>
                  <a:gd name="T29" fmla="*/ 182 h 678"/>
                  <a:gd name="T30" fmla="*/ 1216 w 1787"/>
                  <a:gd name="T31" fmla="*/ 277 h 678"/>
                  <a:gd name="T32" fmla="*/ 898 w 1787"/>
                  <a:gd name="T33" fmla="*/ 338 h 678"/>
                  <a:gd name="T34" fmla="*/ 1008 w 1787"/>
                  <a:gd name="T35" fmla="*/ 245 h 678"/>
                  <a:gd name="T36" fmla="*/ 770 w 1787"/>
                  <a:gd name="T37" fmla="*/ 205 h 678"/>
                  <a:gd name="T38" fmla="*/ 856 w 1787"/>
                  <a:gd name="T39" fmla="*/ 289 h 678"/>
                  <a:gd name="T40" fmla="*/ 763 w 1787"/>
                  <a:gd name="T41" fmla="*/ 295 h 678"/>
                  <a:gd name="T42" fmla="*/ 588 w 1787"/>
                  <a:gd name="T43" fmla="*/ 243 h 678"/>
                  <a:gd name="T44" fmla="*/ 763 w 1787"/>
                  <a:gd name="T45" fmla="*/ 295 h 678"/>
                  <a:gd name="T46" fmla="*/ 936 w 1787"/>
                  <a:gd name="T47" fmla="*/ 249 h 678"/>
                  <a:gd name="T48" fmla="*/ 1070 w 1787"/>
                  <a:gd name="T49" fmla="*/ 149 h 678"/>
                  <a:gd name="T50" fmla="*/ 1068 w 1787"/>
                  <a:gd name="T51" fmla="*/ 121 h 678"/>
                  <a:gd name="T52" fmla="*/ 920 w 1787"/>
                  <a:gd name="T53" fmla="*/ 139 h 678"/>
                  <a:gd name="T54" fmla="*/ 807 w 1787"/>
                  <a:gd name="T55" fmla="*/ 60 h 678"/>
                  <a:gd name="T56" fmla="*/ 777 w 1787"/>
                  <a:gd name="T57" fmla="*/ 175 h 678"/>
                  <a:gd name="T58" fmla="*/ 656 w 1787"/>
                  <a:gd name="T59" fmla="*/ 139 h 678"/>
                  <a:gd name="T60" fmla="*/ 613 w 1787"/>
                  <a:gd name="T61" fmla="*/ 202 h 678"/>
                  <a:gd name="T62" fmla="*/ 356 w 1787"/>
                  <a:gd name="T63" fmla="*/ 246 h 678"/>
                  <a:gd name="T64" fmla="*/ 384 w 1787"/>
                  <a:gd name="T65" fmla="*/ 206 h 678"/>
                  <a:gd name="T66" fmla="*/ 585 w 1787"/>
                  <a:gd name="T67" fmla="*/ 223 h 678"/>
                  <a:gd name="T68" fmla="*/ 380 w 1787"/>
                  <a:gd name="T69" fmla="*/ 282 h 678"/>
                  <a:gd name="T70" fmla="*/ 484 w 1787"/>
                  <a:gd name="T71" fmla="*/ 319 h 678"/>
                  <a:gd name="T72" fmla="*/ 873 w 1787"/>
                  <a:gd name="T73" fmla="*/ 457 h 678"/>
                  <a:gd name="T74" fmla="*/ 777 w 1787"/>
                  <a:gd name="T75" fmla="*/ 450 h 678"/>
                  <a:gd name="T76" fmla="*/ 903 w 1787"/>
                  <a:gd name="T77" fmla="*/ 411 h 678"/>
                  <a:gd name="T78" fmla="*/ 763 w 1787"/>
                  <a:gd name="T79" fmla="*/ 422 h 678"/>
                  <a:gd name="T80" fmla="*/ 635 w 1787"/>
                  <a:gd name="T81" fmla="*/ 323 h 678"/>
                  <a:gd name="T82" fmla="*/ 874 w 1787"/>
                  <a:gd name="T83" fmla="*/ 355 h 678"/>
                  <a:gd name="T84" fmla="*/ 937 w 1787"/>
                  <a:gd name="T85" fmla="*/ 440 h 678"/>
                  <a:gd name="T86" fmla="*/ 1210 w 1787"/>
                  <a:gd name="T87" fmla="*/ 326 h 678"/>
                  <a:gd name="T88" fmla="*/ 1153 w 1787"/>
                  <a:gd name="T89" fmla="*/ 459 h 678"/>
                  <a:gd name="T90" fmla="*/ 1100 w 1787"/>
                  <a:gd name="T91" fmla="*/ 418 h 678"/>
                  <a:gd name="T92" fmla="*/ 1317 w 1787"/>
                  <a:gd name="T93" fmla="*/ 388 h 678"/>
                  <a:gd name="T94" fmla="*/ 1399 w 1787"/>
                  <a:gd name="T95" fmla="*/ 336 h 678"/>
                  <a:gd name="T96" fmla="*/ 1596 w 1787"/>
                  <a:gd name="T97" fmla="*/ 225 h 678"/>
                  <a:gd name="T98" fmla="*/ 1564 w 1787"/>
                  <a:gd name="T99" fmla="*/ 175 h 678"/>
                  <a:gd name="T100" fmla="*/ 932 w 1787"/>
                  <a:gd name="T101" fmla="*/ 698 h 67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787" h="678">
                    <a:moveTo>
                      <a:pt x="1396" y="140"/>
                    </a:moveTo>
                    <a:cubicBezTo>
                      <a:pt x="1395" y="141"/>
                      <a:pt x="1395" y="141"/>
                      <a:pt x="1395" y="141"/>
                    </a:cubicBezTo>
                    <a:cubicBezTo>
                      <a:pt x="1367" y="160"/>
                      <a:pt x="1333" y="182"/>
                      <a:pt x="1297" y="181"/>
                    </a:cubicBezTo>
                    <a:cubicBezTo>
                      <a:pt x="1278" y="180"/>
                      <a:pt x="1245" y="143"/>
                      <a:pt x="1264" y="122"/>
                    </a:cubicBezTo>
                    <a:cubicBezTo>
                      <a:pt x="1220" y="119"/>
                      <a:pt x="1220" y="119"/>
                      <a:pt x="1220" y="119"/>
                    </a:cubicBezTo>
                    <a:cubicBezTo>
                      <a:pt x="1195" y="127"/>
                      <a:pt x="1177" y="156"/>
                      <a:pt x="1151" y="162"/>
                    </a:cubicBezTo>
                    <a:cubicBezTo>
                      <a:pt x="1121" y="168"/>
                      <a:pt x="1091" y="171"/>
                      <a:pt x="1061" y="178"/>
                    </a:cubicBezTo>
                    <a:cubicBezTo>
                      <a:pt x="1021" y="186"/>
                      <a:pt x="1003" y="162"/>
                      <a:pt x="1045" y="145"/>
                    </a:cubicBezTo>
                    <a:cubicBezTo>
                      <a:pt x="1067" y="136"/>
                      <a:pt x="1096" y="114"/>
                      <a:pt x="1115" y="103"/>
                    </a:cubicBezTo>
                    <a:cubicBezTo>
                      <a:pt x="1114" y="102"/>
                      <a:pt x="1114" y="102"/>
                      <a:pt x="1114" y="102"/>
                    </a:cubicBezTo>
                    <a:cubicBezTo>
                      <a:pt x="1016" y="82"/>
                      <a:pt x="873" y="48"/>
                      <a:pt x="772" y="0"/>
                    </a:cubicBezTo>
                    <a:cubicBezTo>
                      <a:pt x="656" y="42"/>
                      <a:pt x="656" y="42"/>
                      <a:pt x="656" y="42"/>
                    </a:cubicBezTo>
                    <a:cubicBezTo>
                      <a:pt x="654" y="43"/>
                      <a:pt x="654" y="43"/>
                      <a:pt x="654" y="43"/>
                    </a:cubicBezTo>
                    <a:cubicBezTo>
                      <a:pt x="674" y="48"/>
                      <a:pt x="695" y="76"/>
                      <a:pt x="684" y="89"/>
                    </a:cubicBezTo>
                    <a:cubicBezTo>
                      <a:pt x="672" y="103"/>
                      <a:pt x="651" y="107"/>
                      <a:pt x="634" y="110"/>
                    </a:cubicBezTo>
                    <a:cubicBezTo>
                      <a:pt x="598" y="116"/>
                      <a:pt x="545" y="141"/>
                      <a:pt x="526" y="102"/>
                    </a:cubicBezTo>
                    <a:cubicBezTo>
                      <a:pt x="525" y="100"/>
                      <a:pt x="525" y="100"/>
                      <a:pt x="525" y="100"/>
                    </a:cubicBezTo>
                    <a:cubicBezTo>
                      <a:pt x="494" y="109"/>
                      <a:pt x="494" y="109"/>
                      <a:pt x="494" y="109"/>
                    </a:cubicBezTo>
                    <a:cubicBezTo>
                      <a:pt x="496" y="112"/>
                      <a:pt x="496" y="112"/>
                      <a:pt x="496" y="112"/>
                    </a:cubicBezTo>
                    <a:cubicBezTo>
                      <a:pt x="513" y="113"/>
                      <a:pt x="517" y="127"/>
                      <a:pt x="515" y="143"/>
                    </a:cubicBezTo>
                    <a:cubicBezTo>
                      <a:pt x="512" y="170"/>
                      <a:pt x="480" y="165"/>
                      <a:pt x="459" y="172"/>
                    </a:cubicBezTo>
                    <a:cubicBezTo>
                      <a:pt x="428" y="182"/>
                      <a:pt x="427" y="177"/>
                      <a:pt x="401" y="165"/>
                    </a:cubicBezTo>
                    <a:cubicBezTo>
                      <a:pt x="385" y="158"/>
                      <a:pt x="365" y="155"/>
                      <a:pt x="347" y="153"/>
                    </a:cubicBezTo>
                    <a:cubicBezTo>
                      <a:pt x="344" y="151"/>
                      <a:pt x="344" y="151"/>
                      <a:pt x="344" y="151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0" y="256"/>
                      <a:pt x="2" y="269"/>
                      <a:pt x="40" y="297"/>
                    </a:cubicBezTo>
                    <a:cubicBezTo>
                      <a:pt x="42" y="295"/>
                      <a:pt x="42" y="295"/>
                      <a:pt x="42" y="295"/>
                    </a:cubicBezTo>
                    <a:cubicBezTo>
                      <a:pt x="61" y="260"/>
                      <a:pt x="287" y="220"/>
                      <a:pt x="320" y="247"/>
                    </a:cubicBezTo>
                    <a:cubicBezTo>
                      <a:pt x="344" y="265"/>
                      <a:pt x="232" y="420"/>
                      <a:pt x="187" y="426"/>
                    </a:cubicBezTo>
                    <a:cubicBezTo>
                      <a:pt x="187" y="426"/>
                      <a:pt x="284" y="490"/>
                      <a:pt x="290" y="491"/>
                    </a:cubicBezTo>
                    <a:cubicBezTo>
                      <a:pt x="296" y="492"/>
                      <a:pt x="453" y="342"/>
                      <a:pt x="487" y="349"/>
                    </a:cubicBezTo>
                    <a:cubicBezTo>
                      <a:pt x="518" y="356"/>
                      <a:pt x="540" y="385"/>
                      <a:pt x="570" y="391"/>
                    </a:cubicBezTo>
                    <a:cubicBezTo>
                      <a:pt x="602" y="397"/>
                      <a:pt x="634" y="385"/>
                      <a:pt x="664" y="400"/>
                    </a:cubicBezTo>
                    <a:cubicBezTo>
                      <a:pt x="699" y="417"/>
                      <a:pt x="626" y="616"/>
                      <a:pt x="626" y="616"/>
                    </a:cubicBezTo>
                    <a:cubicBezTo>
                      <a:pt x="696" y="631"/>
                      <a:pt x="710" y="634"/>
                      <a:pt x="710" y="634"/>
                    </a:cubicBezTo>
                    <a:cubicBezTo>
                      <a:pt x="754" y="631"/>
                      <a:pt x="836" y="433"/>
                      <a:pt x="879" y="437"/>
                    </a:cubicBezTo>
                    <a:cubicBezTo>
                      <a:pt x="904" y="439"/>
                      <a:pt x="985" y="435"/>
                      <a:pt x="967" y="481"/>
                    </a:cubicBezTo>
                    <a:cubicBezTo>
                      <a:pt x="876" y="656"/>
                      <a:pt x="876" y="656"/>
                      <a:pt x="876" y="656"/>
                    </a:cubicBezTo>
                    <a:cubicBezTo>
                      <a:pt x="925" y="658"/>
                      <a:pt x="925" y="658"/>
                      <a:pt x="925" y="658"/>
                    </a:cubicBezTo>
                    <a:cubicBezTo>
                      <a:pt x="949" y="653"/>
                      <a:pt x="1093" y="450"/>
                      <a:pt x="1116" y="441"/>
                    </a:cubicBezTo>
                    <a:cubicBezTo>
                      <a:pt x="1140" y="432"/>
                      <a:pt x="1165" y="417"/>
                      <a:pt x="1191" y="413"/>
                    </a:cubicBezTo>
                    <a:cubicBezTo>
                      <a:pt x="1210" y="410"/>
                      <a:pt x="1236" y="405"/>
                      <a:pt x="1253" y="416"/>
                    </a:cubicBezTo>
                    <a:cubicBezTo>
                      <a:pt x="1310" y="453"/>
                      <a:pt x="1021" y="656"/>
                      <a:pt x="1008" y="667"/>
                    </a:cubicBezTo>
                    <a:cubicBezTo>
                      <a:pt x="1104" y="678"/>
                      <a:pt x="1104" y="678"/>
                      <a:pt x="1104" y="678"/>
                    </a:cubicBezTo>
                    <a:cubicBezTo>
                      <a:pt x="1530" y="302"/>
                      <a:pt x="1530" y="302"/>
                      <a:pt x="1530" y="302"/>
                    </a:cubicBezTo>
                    <a:cubicBezTo>
                      <a:pt x="1513" y="299"/>
                      <a:pt x="1490" y="261"/>
                      <a:pt x="1490" y="246"/>
                    </a:cubicBezTo>
                    <a:cubicBezTo>
                      <a:pt x="1490" y="221"/>
                      <a:pt x="1531" y="210"/>
                      <a:pt x="1552" y="200"/>
                    </a:cubicBezTo>
                    <a:cubicBezTo>
                      <a:pt x="1593" y="180"/>
                      <a:pt x="1634" y="165"/>
                      <a:pt x="1680" y="170"/>
                    </a:cubicBezTo>
                    <a:cubicBezTo>
                      <a:pt x="1683" y="170"/>
                      <a:pt x="1683" y="170"/>
                      <a:pt x="1683" y="170"/>
                    </a:cubicBezTo>
                    <a:cubicBezTo>
                      <a:pt x="1787" y="76"/>
                      <a:pt x="1787" y="76"/>
                      <a:pt x="1787" y="76"/>
                    </a:cubicBezTo>
                    <a:cubicBezTo>
                      <a:pt x="1787" y="76"/>
                      <a:pt x="1613" y="144"/>
                      <a:pt x="1396" y="140"/>
                    </a:cubicBezTo>
                    <a:close/>
                    <a:moveTo>
                      <a:pt x="1389" y="219"/>
                    </a:moveTo>
                    <a:cubicBezTo>
                      <a:pt x="1422" y="240"/>
                      <a:pt x="1347" y="273"/>
                      <a:pt x="1325" y="283"/>
                    </a:cubicBezTo>
                    <a:cubicBezTo>
                      <a:pt x="1289" y="297"/>
                      <a:pt x="1274" y="276"/>
                      <a:pt x="1247" y="281"/>
                    </a:cubicBezTo>
                    <a:cubicBezTo>
                      <a:pt x="1246" y="281"/>
                      <a:pt x="1245" y="281"/>
                      <a:pt x="1241" y="279"/>
                    </a:cubicBezTo>
                    <a:cubicBezTo>
                      <a:pt x="1232" y="256"/>
                      <a:pt x="1263" y="246"/>
                      <a:pt x="1280" y="239"/>
                    </a:cubicBezTo>
                    <a:cubicBezTo>
                      <a:pt x="1309" y="227"/>
                      <a:pt x="1355" y="198"/>
                      <a:pt x="1389" y="219"/>
                    </a:cubicBezTo>
                    <a:close/>
                    <a:moveTo>
                      <a:pt x="1031" y="233"/>
                    </a:moveTo>
                    <a:cubicBezTo>
                      <a:pt x="1033" y="192"/>
                      <a:pt x="1152" y="176"/>
                      <a:pt x="1185" y="169"/>
                    </a:cubicBezTo>
                    <a:cubicBezTo>
                      <a:pt x="1201" y="166"/>
                      <a:pt x="1220" y="163"/>
                      <a:pt x="1235" y="170"/>
                    </a:cubicBezTo>
                    <a:cubicBezTo>
                      <a:pt x="1245" y="173"/>
                      <a:pt x="1285" y="196"/>
                      <a:pt x="1284" y="210"/>
                    </a:cubicBezTo>
                    <a:cubicBezTo>
                      <a:pt x="1283" y="223"/>
                      <a:pt x="1238" y="237"/>
                      <a:pt x="1226" y="246"/>
                    </a:cubicBezTo>
                    <a:cubicBezTo>
                      <a:pt x="1217" y="254"/>
                      <a:pt x="1201" y="288"/>
                      <a:pt x="1187" y="289"/>
                    </a:cubicBezTo>
                    <a:cubicBezTo>
                      <a:pt x="1177" y="289"/>
                      <a:pt x="1153" y="264"/>
                      <a:pt x="1143" y="261"/>
                    </a:cubicBezTo>
                    <a:cubicBezTo>
                      <a:pt x="1118" y="254"/>
                      <a:pt x="1028" y="277"/>
                      <a:pt x="1031" y="233"/>
                    </a:cubicBezTo>
                    <a:close/>
                    <a:moveTo>
                      <a:pt x="993" y="310"/>
                    </a:moveTo>
                    <a:cubicBezTo>
                      <a:pt x="961" y="330"/>
                      <a:pt x="915" y="360"/>
                      <a:pt x="882" y="337"/>
                    </a:cubicBezTo>
                    <a:cubicBezTo>
                      <a:pt x="870" y="329"/>
                      <a:pt x="860" y="320"/>
                      <a:pt x="845" y="317"/>
                    </a:cubicBezTo>
                    <a:cubicBezTo>
                      <a:pt x="829" y="314"/>
                      <a:pt x="788" y="330"/>
                      <a:pt x="798" y="310"/>
                    </a:cubicBezTo>
                    <a:cubicBezTo>
                      <a:pt x="808" y="290"/>
                      <a:pt x="824" y="278"/>
                      <a:pt x="843" y="271"/>
                    </a:cubicBezTo>
                    <a:cubicBezTo>
                      <a:pt x="846" y="269"/>
                      <a:pt x="846" y="269"/>
                      <a:pt x="846" y="269"/>
                    </a:cubicBezTo>
                    <a:cubicBezTo>
                      <a:pt x="877" y="257"/>
                      <a:pt x="910" y="233"/>
                      <a:pt x="948" y="230"/>
                    </a:cubicBezTo>
                    <a:cubicBezTo>
                      <a:pt x="974" y="228"/>
                      <a:pt x="1009" y="230"/>
                      <a:pt x="1020" y="257"/>
                    </a:cubicBezTo>
                    <a:cubicBezTo>
                      <a:pt x="1030" y="282"/>
                      <a:pt x="1013" y="298"/>
                      <a:pt x="993" y="310"/>
                    </a:cubicBezTo>
                    <a:close/>
                    <a:moveTo>
                      <a:pt x="722" y="195"/>
                    </a:moveTo>
                    <a:cubicBezTo>
                      <a:pt x="724" y="193"/>
                      <a:pt x="724" y="193"/>
                      <a:pt x="724" y="193"/>
                    </a:cubicBezTo>
                    <a:cubicBezTo>
                      <a:pt x="739" y="186"/>
                      <a:pt x="741" y="204"/>
                      <a:pt x="756" y="206"/>
                    </a:cubicBezTo>
                    <a:cubicBezTo>
                      <a:pt x="775" y="209"/>
                      <a:pt x="788" y="198"/>
                      <a:pt x="804" y="193"/>
                    </a:cubicBezTo>
                    <a:cubicBezTo>
                      <a:pt x="823" y="186"/>
                      <a:pt x="857" y="188"/>
                      <a:pt x="862" y="212"/>
                    </a:cubicBezTo>
                    <a:cubicBezTo>
                      <a:pt x="868" y="240"/>
                      <a:pt x="822" y="256"/>
                      <a:pt x="805" y="271"/>
                    </a:cubicBezTo>
                    <a:cubicBezTo>
                      <a:pt x="795" y="279"/>
                      <a:pt x="760" y="317"/>
                      <a:pt x="744" y="292"/>
                    </a:cubicBezTo>
                    <a:cubicBezTo>
                      <a:pt x="739" y="284"/>
                      <a:pt x="750" y="268"/>
                      <a:pt x="748" y="258"/>
                    </a:cubicBezTo>
                    <a:cubicBezTo>
                      <a:pt x="745" y="230"/>
                      <a:pt x="687" y="218"/>
                      <a:pt x="722" y="195"/>
                    </a:cubicBezTo>
                    <a:close/>
                    <a:moveTo>
                      <a:pt x="718" y="277"/>
                    </a:moveTo>
                    <a:cubicBezTo>
                      <a:pt x="702" y="290"/>
                      <a:pt x="668" y="295"/>
                      <a:pt x="647" y="293"/>
                    </a:cubicBezTo>
                    <a:cubicBezTo>
                      <a:pt x="629" y="291"/>
                      <a:pt x="617" y="284"/>
                      <a:pt x="598" y="283"/>
                    </a:cubicBezTo>
                    <a:cubicBezTo>
                      <a:pt x="588" y="282"/>
                      <a:pt x="559" y="282"/>
                      <a:pt x="553" y="276"/>
                    </a:cubicBezTo>
                    <a:cubicBezTo>
                      <a:pt x="544" y="268"/>
                      <a:pt x="548" y="237"/>
                      <a:pt x="553" y="228"/>
                    </a:cubicBezTo>
                    <a:cubicBezTo>
                      <a:pt x="560" y="216"/>
                      <a:pt x="575" y="214"/>
                      <a:pt x="591" y="214"/>
                    </a:cubicBezTo>
                    <a:cubicBezTo>
                      <a:pt x="593" y="214"/>
                      <a:pt x="593" y="214"/>
                      <a:pt x="593" y="214"/>
                    </a:cubicBezTo>
                    <a:cubicBezTo>
                      <a:pt x="626" y="212"/>
                      <a:pt x="664" y="216"/>
                      <a:pt x="692" y="232"/>
                    </a:cubicBezTo>
                    <a:cubicBezTo>
                      <a:pt x="713" y="244"/>
                      <a:pt x="746" y="254"/>
                      <a:pt x="718" y="277"/>
                    </a:cubicBezTo>
                    <a:close/>
                    <a:moveTo>
                      <a:pt x="1006" y="140"/>
                    </a:moveTo>
                    <a:cubicBezTo>
                      <a:pt x="982" y="169"/>
                      <a:pt x="1005" y="181"/>
                      <a:pt x="1006" y="197"/>
                    </a:cubicBezTo>
                    <a:cubicBezTo>
                      <a:pt x="1007" y="213"/>
                      <a:pt x="965" y="207"/>
                      <a:pt x="948" y="210"/>
                    </a:cubicBezTo>
                    <a:cubicBezTo>
                      <a:pt x="924" y="214"/>
                      <a:pt x="893" y="245"/>
                      <a:pt x="880" y="234"/>
                    </a:cubicBezTo>
                    <a:cubicBezTo>
                      <a:pt x="866" y="222"/>
                      <a:pt x="881" y="203"/>
                      <a:pt x="884" y="192"/>
                    </a:cubicBezTo>
                    <a:cubicBezTo>
                      <a:pt x="889" y="175"/>
                      <a:pt x="892" y="173"/>
                      <a:pt x="912" y="168"/>
                    </a:cubicBezTo>
                    <a:cubicBezTo>
                      <a:pt x="914" y="168"/>
                      <a:pt x="914" y="168"/>
                      <a:pt x="914" y="168"/>
                    </a:cubicBezTo>
                    <a:cubicBezTo>
                      <a:pt x="936" y="163"/>
                      <a:pt x="1021" y="123"/>
                      <a:pt x="1006" y="140"/>
                    </a:cubicBezTo>
                    <a:close/>
                    <a:moveTo>
                      <a:pt x="892" y="93"/>
                    </a:moveTo>
                    <a:cubicBezTo>
                      <a:pt x="920" y="68"/>
                      <a:pt x="950" y="96"/>
                      <a:pt x="980" y="95"/>
                    </a:cubicBezTo>
                    <a:cubicBezTo>
                      <a:pt x="982" y="95"/>
                      <a:pt x="982" y="95"/>
                      <a:pt x="982" y="95"/>
                    </a:cubicBezTo>
                    <a:cubicBezTo>
                      <a:pt x="992" y="96"/>
                      <a:pt x="1004" y="100"/>
                      <a:pt x="1004" y="115"/>
                    </a:cubicBezTo>
                    <a:cubicBezTo>
                      <a:pt x="1003" y="130"/>
                      <a:pt x="939" y="136"/>
                      <a:pt x="906" y="145"/>
                    </a:cubicBezTo>
                    <a:cubicBezTo>
                      <a:pt x="887" y="151"/>
                      <a:pt x="880" y="157"/>
                      <a:pt x="866" y="169"/>
                    </a:cubicBezTo>
                    <a:cubicBezTo>
                      <a:pt x="857" y="177"/>
                      <a:pt x="842" y="179"/>
                      <a:pt x="843" y="162"/>
                    </a:cubicBezTo>
                    <a:cubicBezTo>
                      <a:pt x="844" y="152"/>
                      <a:pt x="859" y="137"/>
                      <a:pt x="865" y="130"/>
                    </a:cubicBezTo>
                    <a:cubicBezTo>
                      <a:pt x="873" y="120"/>
                      <a:pt x="882" y="102"/>
                      <a:pt x="892" y="93"/>
                    </a:cubicBezTo>
                    <a:close/>
                    <a:moveTo>
                      <a:pt x="677" y="110"/>
                    </a:moveTo>
                    <a:cubicBezTo>
                      <a:pt x="684" y="100"/>
                      <a:pt x="709" y="88"/>
                      <a:pt x="720" y="77"/>
                    </a:cubicBezTo>
                    <a:cubicBezTo>
                      <a:pt x="728" y="67"/>
                      <a:pt x="744" y="44"/>
                      <a:pt x="759" y="57"/>
                    </a:cubicBezTo>
                    <a:cubicBezTo>
                      <a:pt x="760" y="58"/>
                      <a:pt x="760" y="58"/>
                      <a:pt x="760" y="58"/>
                    </a:cubicBezTo>
                    <a:cubicBezTo>
                      <a:pt x="797" y="65"/>
                      <a:pt x="852" y="41"/>
                      <a:pt x="860" y="97"/>
                    </a:cubicBezTo>
                    <a:cubicBezTo>
                      <a:pt x="864" y="127"/>
                      <a:pt x="818" y="155"/>
                      <a:pt x="798" y="174"/>
                    </a:cubicBezTo>
                    <a:cubicBezTo>
                      <a:pt x="771" y="202"/>
                      <a:pt x="750" y="192"/>
                      <a:pt x="731" y="165"/>
                    </a:cubicBezTo>
                    <a:cubicBezTo>
                      <a:pt x="720" y="150"/>
                      <a:pt x="710" y="143"/>
                      <a:pt x="693" y="134"/>
                    </a:cubicBezTo>
                    <a:cubicBezTo>
                      <a:pt x="679" y="126"/>
                      <a:pt x="667" y="124"/>
                      <a:pt x="677" y="110"/>
                    </a:cubicBezTo>
                    <a:close/>
                    <a:moveTo>
                      <a:pt x="616" y="130"/>
                    </a:moveTo>
                    <a:cubicBezTo>
                      <a:pt x="617" y="130"/>
                      <a:pt x="617" y="130"/>
                      <a:pt x="617" y="130"/>
                    </a:cubicBezTo>
                    <a:cubicBezTo>
                      <a:pt x="637" y="128"/>
                      <a:pt x="686" y="140"/>
                      <a:pt x="700" y="152"/>
                    </a:cubicBezTo>
                    <a:cubicBezTo>
                      <a:pt x="714" y="164"/>
                      <a:pt x="712" y="199"/>
                      <a:pt x="692" y="205"/>
                    </a:cubicBezTo>
                    <a:cubicBezTo>
                      <a:pt x="681" y="209"/>
                      <a:pt x="653" y="200"/>
                      <a:pt x="641" y="199"/>
                    </a:cubicBezTo>
                    <a:cubicBezTo>
                      <a:pt x="621" y="198"/>
                      <a:pt x="596" y="197"/>
                      <a:pt x="577" y="190"/>
                    </a:cubicBezTo>
                    <a:cubicBezTo>
                      <a:pt x="567" y="187"/>
                      <a:pt x="535" y="178"/>
                      <a:pt x="534" y="168"/>
                    </a:cubicBezTo>
                    <a:cubicBezTo>
                      <a:pt x="533" y="143"/>
                      <a:pt x="599" y="131"/>
                      <a:pt x="616" y="130"/>
                    </a:cubicBezTo>
                    <a:close/>
                    <a:moveTo>
                      <a:pt x="357" y="265"/>
                    </a:moveTo>
                    <a:cubicBezTo>
                      <a:pt x="340" y="246"/>
                      <a:pt x="372" y="239"/>
                      <a:pt x="335" y="231"/>
                    </a:cubicBezTo>
                    <a:cubicBezTo>
                      <a:pt x="317" y="227"/>
                      <a:pt x="288" y="205"/>
                      <a:pt x="318" y="190"/>
                    </a:cubicBezTo>
                    <a:cubicBezTo>
                      <a:pt x="328" y="185"/>
                      <a:pt x="345" y="194"/>
                      <a:pt x="359" y="194"/>
                    </a:cubicBezTo>
                    <a:cubicBezTo>
                      <a:pt x="364" y="194"/>
                      <a:pt x="364" y="194"/>
                      <a:pt x="364" y="194"/>
                    </a:cubicBezTo>
                    <a:cubicBezTo>
                      <a:pt x="363" y="194"/>
                      <a:pt x="362" y="194"/>
                      <a:pt x="361" y="194"/>
                    </a:cubicBezTo>
                    <a:cubicBezTo>
                      <a:pt x="368" y="194"/>
                      <a:pt x="377" y="193"/>
                      <a:pt x="382" y="195"/>
                    </a:cubicBezTo>
                    <a:cubicBezTo>
                      <a:pt x="390" y="199"/>
                      <a:pt x="393" y="209"/>
                      <a:pt x="403" y="212"/>
                    </a:cubicBezTo>
                    <a:cubicBezTo>
                      <a:pt x="431" y="222"/>
                      <a:pt x="472" y="197"/>
                      <a:pt x="502" y="196"/>
                    </a:cubicBezTo>
                    <a:cubicBezTo>
                      <a:pt x="514" y="195"/>
                      <a:pt x="551" y="194"/>
                      <a:pt x="550" y="210"/>
                    </a:cubicBezTo>
                    <a:cubicBezTo>
                      <a:pt x="549" y="216"/>
                      <a:pt x="539" y="216"/>
                      <a:pt x="537" y="220"/>
                    </a:cubicBezTo>
                    <a:cubicBezTo>
                      <a:pt x="534" y="226"/>
                      <a:pt x="537" y="230"/>
                      <a:pt x="535" y="235"/>
                    </a:cubicBezTo>
                    <a:cubicBezTo>
                      <a:pt x="523" y="279"/>
                      <a:pt x="501" y="274"/>
                      <a:pt x="462" y="269"/>
                    </a:cubicBezTo>
                    <a:cubicBezTo>
                      <a:pt x="439" y="266"/>
                      <a:pt x="374" y="285"/>
                      <a:pt x="357" y="265"/>
                    </a:cubicBezTo>
                    <a:close/>
                    <a:moveTo>
                      <a:pt x="467" y="322"/>
                    </a:moveTo>
                    <a:cubicBezTo>
                      <a:pt x="441" y="324"/>
                      <a:pt x="429" y="337"/>
                      <a:pt x="405" y="345"/>
                    </a:cubicBezTo>
                    <a:cubicBezTo>
                      <a:pt x="383" y="351"/>
                      <a:pt x="356" y="337"/>
                      <a:pt x="374" y="316"/>
                    </a:cubicBezTo>
                    <a:cubicBezTo>
                      <a:pt x="392" y="296"/>
                      <a:pt x="431" y="303"/>
                      <a:pt x="455" y="301"/>
                    </a:cubicBezTo>
                    <a:cubicBezTo>
                      <a:pt x="474" y="299"/>
                      <a:pt x="523" y="275"/>
                      <a:pt x="535" y="293"/>
                    </a:cubicBezTo>
                    <a:cubicBezTo>
                      <a:pt x="536" y="294"/>
                      <a:pt x="536" y="294"/>
                      <a:pt x="536" y="294"/>
                    </a:cubicBezTo>
                    <a:cubicBezTo>
                      <a:pt x="567" y="323"/>
                      <a:pt x="478" y="322"/>
                      <a:pt x="467" y="322"/>
                    </a:cubicBezTo>
                    <a:close/>
                    <a:moveTo>
                      <a:pt x="821" y="430"/>
                    </a:moveTo>
                    <a:cubicBezTo>
                      <a:pt x="818" y="439"/>
                      <a:pt x="811" y="435"/>
                      <a:pt x="801" y="437"/>
                    </a:cubicBezTo>
                    <a:cubicBezTo>
                      <a:pt x="778" y="440"/>
                      <a:pt x="748" y="446"/>
                      <a:pt x="725" y="446"/>
                    </a:cubicBezTo>
                    <a:cubicBezTo>
                      <a:pt x="713" y="447"/>
                      <a:pt x="690" y="442"/>
                      <a:pt x="704" y="426"/>
                    </a:cubicBezTo>
                    <a:cubicBezTo>
                      <a:pt x="708" y="421"/>
                      <a:pt x="725" y="423"/>
                      <a:pt x="731" y="423"/>
                    </a:cubicBezTo>
                    <a:cubicBezTo>
                      <a:pt x="751" y="422"/>
                      <a:pt x="785" y="423"/>
                      <a:pt x="805" y="418"/>
                    </a:cubicBezTo>
                    <a:cubicBezTo>
                      <a:pt x="808" y="416"/>
                      <a:pt x="808" y="416"/>
                      <a:pt x="808" y="416"/>
                    </a:cubicBezTo>
                    <a:cubicBezTo>
                      <a:pt x="816" y="413"/>
                      <a:pt x="825" y="419"/>
                      <a:pt x="821" y="430"/>
                    </a:cubicBezTo>
                    <a:close/>
                    <a:moveTo>
                      <a:pt x="849" y="387"/>
                    </a:moveTo>
                    <a:cubicBezTo>
                      <a:pt x="843" y="389"/>
                      <a:pt x="832" y="387"/>
                      <a:pt x="826" y="388"/>
                    </a:cubicBezTo>
                    <a:cubicBezTo>
                      <a:pt x="815" y="390"/>
                      <a:pt x="808" y="394"/>
                      <a:pt x="799" y="397"/>
                    </a:cubicBezTo>
                    <a:cubicBezTo>
                      <a:pt x="780" y="403"/>
                      <a:pt x="779" y="400"/>
                      <a:pt x="760" y="397"/>
                    </a:cubicBezTo>
                    <a:cubicBezTo>
                      <a:pt x="746" y="395"/>
                      <a:pt x="732" y="398"/>
                      <a:pt x="718" y="397"/>
                    </a:cubicBezTo>
                    <a:cubicBezTo>
                      <a:pt x="696" y="394"/>
                      <a:pt x="684" y="383"/>
                      <a:pt x="666" y="375"/>
                    </a:cubicBezTo>
                    <a:cubicBezTo>
                      <a:pt x="644" y="364"/>
                      <a:pt x="518" y="384"/>
                      <a:pt x="517" y="343"/>
                    </a:cubicBezTo>
                    <a:cubicBezTo>
                      <a:pt x="517" y="330"/>
                      <a:pt x="544" y="331"/>
                      <a:pt x="555" y="324"/>
                    </a:cubicBezTo>
                    <a:cubicBezTo>
                      <a:pt x="569" y="314"/>
                      <a:pt x="578" y="304"/>
                      <a:pt x="597" y="304"/>
                    </a:cubicBezTo>
                    <a:cubicBezTo>
                      <a:pt x="603" y="304"/>
                      <a:pt x="603" y="304"/>
                      <a:pt x="603" y="304"/>
                    </a:cubicBezTo>
                    <a:cubicBezTo>
                      <a:pt x="617" y="302"/>
                      <a:pt x="625" y="308"/>
                      <a:pt x="639" y="309"/>
                    </a:cubicBezTo>
                    <a:cubicBezTo>
                      <a:pt x="657" y="311"/>
                      <a:pt x="676" y="306"/>
                      <a:pt x="694" y="306"/>
                    </a:cubicBezTo>
                    <a:cubicBezTo>
                      <a:pt x="737" y="307"/>
                      <a:pt x="778" y="331"/>
                      <a:pt x="822" y="334"/>
                    </a:cubicBezTo>
                    <a:cubicBezTo>
                      <a:pt x="840" y="335"/>
                      <a:pt x="863" y="332"/>
                      <a:pt x="868" y="351"/>
                    </a:cubicBezTo>
                    <a:cubicBezTo>
                      <a:pt x="872" y="366"/>
                      <a:pt x="861" y="382"/>
                      <a:pt x="849" y="387"/>
                    </a:cubicBezTo>
                    <a:close/>
                    <a:moveTo>
                      <a:pt x="948" y="421"/>
                    </a:moveTo>
                    <a:cubicBezTo>
                      <a:pt x="934" y="422"/>
                      <a:pt x="892" y="422"/>
                      <a:pt x="881" y="413"/>
                    </a:cubicBezTo>
                    <a:cubicBezTo>
                      <a:pt x="859" y="393"/>
                      <a:pt x="895" y="375"/>
                      <a:pt x="909" y="367"/>
                    </a:cubicBezTo>
                    <a:cubicBezTo>
                      <a:pt x="930" y="356"/>
                      <a:pt x="955" y="346"/>
                      <a:pt x="978" y="338"/>
                    </a:cubicBezTo>
                    <a:cubicBezTo>
                      <a:pt x="1006" y="327"/>
                      <a:pt x="1033" y="308"/>
                      <a:pt x="1058" y="291"/>
                    </a:cubicBezTo>
                    <a:cubicBezTo>
                      <a:pt x="1082" y="275"/>
                      <a:pt x="1189" y="269"/>
                      <a:pt x="1137" y="307"/>
                    </a:cubicBezTo>
                    <a:cubicBezTo>
                      <a:pt x="1103" y="332"/>
                      <a:pt x="1059" y="345"/>
                      <a:pt x="1025" y="368"/>
                    </a:cubicBezTo>
                    <a:cubicBezTo>
                      <a:pt x="1001" y="385"/>
                      <a:pt x="977" y="417"/>
                      <a:pt x="948" y="421"/>
                    </a:cubicBezTo>
                    <a:close/>
                    <a:moveTo>
                      <a:pt x="1238" y="364"/>
                    </a:moveTo>
                    <a:cubicBezTo>
                      <a:pt x="1191" y="389"/>
                      <a:pt x="1136" y="413"/>
                      <a:pt x="1085" y="432"/>
                    </a:cubicBezTo>
                    <a:cubicBezTo>
                      <a:pt x="1072" y="436"/>
                      <a:pt x="1062" y="442"/>
                      <a:pt x="1047" y="443"/>
                    </a:cubicBezTo>
                    <a:cubicBezTo>
                      <a:pt x="1046" y="443"/>
                      <a:pt x="1046" y="443"/>
                      <a:pt x="1046" y="443"/>
                    </a:cubicBezTo>
                    <a:cubicBezTo>
                      <a:pt x="1031" y="444"/>
                      <a:pt x="1009" y="459"/>
                      <a:pt x="994" y="452"/>
                    </a:cubicBezTo>
                    <a:cubicBezTo>
                      <a:pt x="961" y="437"/>
                      <a:pt x="1022" y="403"/>
                      <a:pt x="1035" y="394"/>
                    </a:cubicBezTo>
                    <a:cubicBezTo>
                      <a:pt x="1055" y="381"/>
                      <a:pt x="1068" y="361"/>
                      <a:pt x="1088" y="348"/>
                    </a:cubicBezTo>
                    <a:cubicBezTo>
                      <a:pt x="1106" y="336"/>
                      <a:pt x="1132" y="334"/>
                      <a:pt x="1152" y="324"/>
                    </a:cubicBezTo>
                    <a:cubicBezTo>
                      <a:pt x="1185" y="307"/>
                      <a:pt x="1216" y="282"/>
                      <a:pt x="1255" y="306"/>
                    </a:cubicBezTo>
                    <a:cubicBezTo>
                      <a:pt x="1288" y="327"/>
                      <a:pt x="1264" y="350"/>
                      <a:pt x="1238" y="364"/>
                    </a:cubicBezTo>
                    <a:close/>
                    <a:moveTo>
                      <a:pt x="1390" y="361"/>
                    </a:moveTo>
                    <a:cubicBezTo>
                      <a:pt x="1363" y="377"/>
                      <a:pt x="1350" y="401"/>
                      <a:pt x="1325" y="419"/>
                    </a:cubicBezTo>
                    <a:cubicBezTo>
                      <a:pt x="1304" y="434"/>
                      <a:pt x="1290" y="429"/>
                      <a:pt x="1273" y="415"/>
                    </a:cubicBezTo>
                    <a:cubicBezTo>
                      <a:pt x="1231" y="379"/>
                      <a:pt x="1295" y="330"/>
                      <a:pt x="1316" y="315"/>
                    </a:cubicBezTo>
                    <a:cubicBezTo>
                      <a:pt x="1337" y="300"/>
                      <a:pt x="1414" y="245"/>
                      <a:pt x="1460" y="260"/>
                    </a:cubicBezTo>
                    <a:cubicBezTo>
                      <a:pt x="1518" y="279"/>
                      <a:pt x="1411" y="348"/>
                      <a:pt x="1390" y="361"/>
                    </a:cubicBezTo>
                    <a:close/>
                    <a:moveTo>
                      <a:pt x="1554" y="179"/>
                    </a:moveTo>
                    <a:cubicBezTo>
                      <a:pt x="1535" y="187"/>
                      <a:pt x="1516" y="199"/>
                      <a:pt x="1501" y="212"/>
                    </a:cubicBezTo>
                    <a:cubicBezTo>
                      <a:pt x="1483" y="228"/>
                      <a:pt x="1477" y="238"/>
                      <a:pt x="1451" y="236"/>
                    </a:cubicBezTo>
                    <a:cubicBezTo>
                      <a:pt x="1446" y="236"/>
                      <a:pt x="1423" y="233"/>
                      <a:pt x="1415" y="222"/>
                    </a:cubicBezTo>
                    <a:cubicBezTo>
                      <a:pt x="1404" y="206"/>
                      <a:pt x="1408" y="195"/>
                      <a:pt x="1415" y="186"/>
                    </a:cubicBezTo>
                    <a:cubicBezTo>
                      <a:pt x="1428" y="169"/>
                      <a:pt x="1445" y="168"/>
                      <a:pt x="1471" y="165"/>
                    </a:cubicBezTo>
                    <a:cubicBezTo>
                      <a:pt x="1497" y="161"/>
                      <a:pt x="1575" y="151"/>
                      <a:pt x="1597" y="162"/>
                    </a:cubicBezTo>
                    <a:cubicBezTo>
                      <a:pt x="1590" y="174"/>
                      <a:pt x="1566" y="174"/>
                      <a:pt x="1554" y="179"/>
                    </a:cubicBezTo>
                    <a:close/>
                    <a:moveTo>
                      <a:pt x="967" y="481"/>
                    </a:moveTo>
                    <a:cubicBezTo>
                      <a:pt x="967" y="481"/>
                      <a:pt x="871" y="655"/>
                      <a:pt x="876" y="656"/>
                    </a:cubicBezTo>
                    <a:cubicBezTo>
                      <a:pt x="881" y="656"/>
                      <a:pt x="925" y="658"/>
                      <a:pt x="925" y="65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1" name="Freeform 3734">
                <a:extLst>
                  <a:ext uri="{FF2B5EF4-FFF2-40B4-BE49-F238E27FC236}">
                    <a16:creationId xmlns:a16="http://schemas.microsoft.com/office/drawing/2014/main" id="{628F3486-1265-4E93-ACA5-4885ED364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213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2" name="Freeform 3735">
                <a:extLst>
                  <a:ext uri="{FF2B5EF4-FFF2-40B4-BE49-F238E27FC236}">
                    <a16:creationId xmlns:a16="http://schemas.microsoft.com/office/drawing/2014/main" id="{39DA1E9E-6AC5-4781-B02C-14F81401A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213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3" name="Freeform 3736">
                <a:extLst>
                  <a:ext uri="{FF2B5EF4-FFF2-40B4-BE49-F238E27FC236}">
                    <a16:creationId xmlns:a16="http://schemas.microsoft.com/office/drawing/2014/main" id="{54B2A253-6F2D-409D-BB30-83BF1AD3C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2097"/>
                <a:ext cx="7" cy="1"/>
              </a:xfrm>
              <a:custGeom>
                <a:avLst/>
                <a:gdLst>
                  <a:gd name="T0" fmla="*/ 6 w 6"/>
                  <a:gd name="T1" fmla="*/ 0 h 1"/>
                  <a:gd name="T2" fmla="*/ 9 w 6"/>
                  <a:gd name="T3" fmla="*/ 0 h 1"/>
                  <a:gd name="T4" fmla="*/ 0 w 6"/>
                  <a:gd name="T5" fmla="*/ 0 h 1"/>
                  <a:gd name="T6" fmla="*/ 6 w 6"/>
                  <a:gd name="T7" fmla="*/ 0 h 1"/>
                  <a:gd name="T8" fmla="*/ 6 w 6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4" name="Freeform 3737">
                <a:extLst>
                  <a:ext uri="{FF2B5EF4-FFF2-40B4-BE49-F238E27FC236}">
                    <a16:creationId xmlns:a16="http://schemas.microsoft.com/office/drawing/2014/main" id="{C9E75F7E-6DD1-4FD5-811D-D0EAF7FBB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2088"/>
                <a:ext cx="264" cy="89"/>
              </a:xfrm>
              <a:custGeom>
                <a:avLst/>
                <a:gdLst>
                  <a:gd name="T0" fmla="*/ 222 w 259"/>
                  <a:gd name="T1" fmla="*/ 11 h 87"/>
                  <a:gd name="T2" fmla="*/ 117 w 259"/>
                  <a:gd name="T3" fmla="*/ 30 h 87"/>
                  <a:gd name="T4" fmla="*/ 96 w 259"/>
                  <a:gd name="T5" fmla="*/ 10 h 87"/>
                  <a:gd name="T6" fmla="*/ 72 w 259"/>
                  <a:gd name="T7" fmla="*/ 9 h 87"/>
                  <a:gd name="T8" fmla="*/ 72 w 259"/>
                  <a:gd name="T9" fmla="*/ 9 h 87"/>
                  <a:gd name="T10" fmla="*/ 69 w 259"/>
                  <a:gd name="T11" fmla="*/ 9 h 87"/>
                  <a:gd name="T12" fmla="*/ 70 w 259"/>
                  <a:gd name="T13" fmla="*/ 9 h 87"/>
                  <a:gd name="T14" fmla="*/ 29 w 259"/>
                  <a:gd name="T15" fmla="*/ 5 h 87"/>
                  <a:gd name="T16" fmla="*/ 40 w 259"/>
                  <a:gd name="T17" fmla="*/ 47 h 87"/>
                  <a:gd name="T18" fmla="*/ 44 w 259"/>
                  <a:gd name="T19" fmla="*/ 47 h 87"/>
                  <a:gd name="T20" fmla="*/ 41 w 259"/>
                  <a:gd name="T21" fmla="*/ 47 h 87"/>
                  <a:gd name="T22" fmla="*/ 61 w 259"/>
                  <a:gd name="T23" fmla="*/ 48 h 87"/>
                  <a:gd name="T24" fmla="*/ 85 w 259"/>
                  <a:gd name="T25" fmla="*/ 65 h 87"/>
                  <a:gd name="T26" fmla="*/ 188 w 259"/>
                  <a:gd name="T27" fmla="*/ 48 h 87"/>
                  <a:gd name="T28" fmla="*/ 239 w 259"/>
                  <a:gd name="T29" fmla="*/ 62 h 87"/>
                  <a:gd name="T30" fmla="*/ 225 w 259"/>
                  <a:gd name="T31" fmla="*/ 76 h 87"/>
                  <a:gd name="T32" fmla="*/ 224 w 259"/>
                  <a:gd name="T33" fmla="*/ 91 h 87"/>
                  <a:gd name="T34" fmla="*/ 223 w 259"/>
                  <a:gd name="T35" fmla="*/ 93 h 87"/>
                  <a:gd name="T36" fmla="*/ 258 w 259"/>
                  <a:gd name="T37" fmla="*/ 53 h 87"/>
                  <a:gd name="T38" fmla="*/ 260 w 259"/>
                  <a:gd name="T39" fmla="*/ 38 h 87"/>
                  <a:gd name="T40" fmla="*/ 273 w 259"/>
                  <a:gd name="T41" fmla="*/ 28 h 87"/>
                  <a:gd name="T42" fmla="*/ 222 w 259"/>
                  <a:gd name="T43" fmla="*/ 11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59" h="87">
                    <a:moveTo>
                      <a:pt x="210" y="11"/>
                    </a:moveTo>
                    <a:cubicBezTo>
                      <a:pt x="180" y="12"/>
                      <a:pt x="139" y="37"/>
                      <a:pt x="111" y="27"/>
                    </a:cubicBezTo>
                    <a:cubicBezTo>
                      <a:pt x="101" y="24"/>
                      <a:pt x="98" y="14"/>
                      <a:pt x="90" y="10"/>
                    </a:cubicBezTo>
                    <a:cubicBezTo>
                      <a:pt x="85" y="8"/>
                      <a:pt x="76" y="9"/>
                      <a:pt x="69" y="9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68" y="9"/>
                      <a:pt x="67" y="9"/>
                      <a:pt x="66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53" y="9"/>
                      <a:pt x="36" y="0"/>
                      <a:pt x="26" y="5"/>
                    </a:cubicBezTo>
                    <a:cubicBezTo>
                      <a:pt x="0" y="18"/>
                      <a:pt x="19" y="37"/>
                      <a:pt x="37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0" y="44"/>
                      <a:pt x="39" y="44"/>
                      <a:pt x="38" y="44"/>
                    </a:cubicBezTo>
                    <a:cubicBezTo>
                      <a:pt x="44" y="44"/>
                      <a:pt x="54" y="43"/>
                      <a:pt x="58" y="45"/>
                    </a:cubicBezTo>
                    <a:cubicBezTo>
                      <a:pt x="67" y="48"/>
                      <a:pt x="70" y="59"/>
                      <a:pt x="79" y="62"/>
                    </a:cubicBezTo>
                    <a:cubicBezTo>
                      <a:pt x="108" y="72"/>
                      <a:pt x="149" y="46"/>
                      <a:pt x="178" y="45"/>
                    </a:cubicBezTo>
                    <a:cubicBezTo>
                      <a:pt x="190" y="45"/>
                      <a:pt x="228" y="44"/>
                      <a:pt x="226" y="59"/>
                    </a:cubicBezTo>
                    <a:cubicBezTo>
                      <a:pt x="226" y="66"/>
                      <a:pt x="216" y="65"/>
                      <a:pt x="213" y="70"/>
                    </a:cubicBezTo>
                    <a:cubicBezTo>
                      <a:pt x="210" y="75"/>
                      <a:pt x="213" y="80"/>
                      <a:pt x="212" y="85"/>
                    </a:cubicBezTo>
                    <a:cubicBezTo>
                      <a:pt x="212" y="86"/>
                      <a:pt x="212" y="86"/>
                      <a:pt x="211" y="87"/>
                    </a:cubicBezTo>
                    <a:cubicBezTo>
                      <a:pt x="226" y="85"/>
                      <a:pt x="236" y="75"/>
                      <a:pt x="243" y="50"/>
                    </a:cubicBezTo>
                    <a:cubicBezTo>
                      <a:pt x="245" y="45"/>
                      <a:pt x="242" y="40"/>
                      <a:pt x="245" y="35"/>
                    </a:cubicBezTo>
                    <a:cubicBezTo>
                      <a:pt x="247" y="30"/>
                      <a:pt x="257" y="31"/>
                      <a:pt x="258" y="25"/>
                    </a:cubicBezTo>
                    <a:cubicBezTo>
                      <a:pt x="259" y="9"/>
                      <a:pt x="222" y="10"/>
                      <a:pt x="210" y="1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5" name="Freeform 3738">
                <a:extLst>
                  <a:ext uri="{FF2B5EF4-FFF2-40B4-BE49-F238E27FC236}">
                    <a16:creationId xmlns:a16="http://schemas.microsoft.com/office/drawing/2014/main" id="{B816C8DF-7FE5-477B-94F2-EE74CA04F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" y="2179"/>
                <a:ext cx="182" cy="59"/>
              </a:xfrm>
              <a:custGeom>
                <a:avLst/>
                <a:gdLst>
                  <a:gd name="T0" fmla="*/ 177 w 179"/>
                  <a:gd name="T1" fmla="*/ 19 h 58"/>
                  <a:gd name="T2" fmla="*/ 177 w 179"/>
                  <a:gd name="T3" fmla="*/ 18 h 58"/>
                  <a:gd name="T4" fmla="*/ 92 w 179"/>
                  <a:gd name="T5" fmla="*/ 27 h 58"/>
                  <a:gd name="T6" fmla="*/ 6 w 179"/>
                  <a:gd name="T7" fmla="*/ 45 h 58"/>
                  <a:gd name="T8" fmla="*/ 1 w 179"/>
                  <a:gd name="T9" fmla="*/ 61 h 58"/>
                  <a:gd name="T10" fmla="*/ 83 w 179"/>
                  <a:gd name="T11" fmla="*/ 47 h 58"/>
                  <a:gd name="T12" fmla="*/ 169 w 179"/>
                  <a:gd name="T13" fmla="*/ 39 h 58"/>
                  <a:gd name="T14" fmla="*/ 170 w 179"/>
                  <a:gd name="T15" fmla="*/ 40 h 58"/>
                  <a:gd name="T16" fmla="*/ 173 w 179"/>
                  <a:gd name="T17" fmla="*/ 44 h 58"/>
                  <a:gd name="T18" fmla="*/ 177 w 179"/>
                  <a:gd name="T19" fmla="*/ 19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9" h="58">
                    <a:moveTo>
                      <a:pt x="168" y="19"/>
                    </a:moveTo>
                    <a:cubicBezTo>
                      <a:pt x="168" y="18"/>
                      <a:pt x="168" y="18"/>
                      <a:pt x="168" y="18"/>
                    </a:cubicBezTo>
                    <a:cubicBezTo>
                      <a:pt x="155" y="0"/>
                      <a:pt x="106" y="25"/>
                      <a:pt x="88" y="27"/>
                    </a:cubicBezTo>
                    <a:cubicBezTo>
                      <a:pt x="63" y="29"/>
                      <a:pt x="24" y="22"/>
                      <a:pt x="6" y="42"/>
                    </a:cubicBezTo>
                    <a:cubicBezTo>
                      <a:pt x="1" y="48"/>
                      <a:pt x="0" y="53"/>
                      <a:pt x="1" y="58"/>
                    </a:cubicBezTo>
                    <a:cubicBezTo>
                      <a:pt x="19" y="40"/>
                      <a:pt x="56" y="46"/>
                      <a:pt x="80" y="44"/>
                    </a:cubicBezTo>
                    <a:cubicBezTo>
                      <a:pt x="98" y="42"/>
                      <a:pt x="148" y="18"/>
                      <a:pt x="160" y="36"/>
                    </a:cubicBezTo>
                    <a:cubicBezTo>
                      <a:pt x="161" y="37"/>
                      <a:pt x="161" y="37"/>
                      <a:pt x="161" y="37"/>
                    </a:cubicBezTo>
                    <a:cubicBezTo>
                      <a:pt x="162" y="38"/>
                      <a:pt x="163" y="39"/>
                      <a:pt x="164" y="41"/>
                    </a:cubicBezTo>
                    <a:cubicBezTo>
                      <a:pt x="175" y="36"/>
                      <a:pt x="179" y="30"/>
                      <a:pt x="168" y="1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6" name="Freeform 3739">
                <a:extLst>
                  <a:ext uri="{FF2B5EF4-FFF2-40B4-BE49-F238E27FC236}">
                    <a16:creationId xmlns:a16="http://schemas.microsoft.com/office/drawing/2014/main" id="{0DEE0A65-6D07-4550-A257-A3D0A7D31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206"/>
                <a:ext cx="361" cy="89"/>
              </a:xfrm>
              <a:custGeom>
                <a:avLst/>
                <a:gdLst>
                  <a:gd name="T0" fmla="*/ 371 w 354"/>
                  <a:gd name="T1" fmla="*/ 53 h 87"/>
                  <a:gd name="T2" fmla="*/ 323 w 354"/>
                  <a:gd name="T3" fmla="*/ 36 h 87"/>
                  <a:gd name="T4" fmla="*/ 189 w 354"/>
                  <a:gd name="T5" fmla="*/ 5 h 87"/>
                  <a:gd name="T6" fmla="*/ 127 w 354"/>
                  <a:gd name="T7" fmla="*/ 8 h 87"/>
                  <a:gd name="T8" fmla="*/ 91 w 354"/>
                  <a:gd name="T9" fmla="*/ 2 h 87"/>
                  <a:gd name="T10" fmla="*/ 86 w 354"/>
                  <a:gd name="T11" fmla="*/ 3 h 87"/>
                  <a:gd name="T12" fmla="*/ 41 w 354"/>
                  <a:gd name="T13" fmla="*/ 25 h 87"/>
                  <a:gd name="T14" fmla="*/ 0 w 354"/>
                  <a:gd name="T15" fmla="*/ 45 h 87"/>
                  <a:gd name="T16" fmla="*/ 3 w 354"/>
                  <a:gd name="T17" fmla="*/ 55 h 87"/>
                  <a:gd name="T18" fmla="*/ 9 w 354"/>
                  <a:gd name="T19" fmla="*/ 52 h 87"/>
                  <a:gd name="T20" fmla="*/ 54 w 354"/>
                  <a:gd name="T21" fmla="*/ 32 h 87"/>
                  <a:gd name="T22" fmla="*/ 59 w 354"/>
                  <a:gd name="T23" fmla="*/ 32 h 87"/>
                  <a:gd name="T24" fmla="*/ 98 w 354"/>
                  <a:gd name="T25" fmla="*/ 38 h 87"/>
                  <a:gd name="T26" fmla="*/ 157 w 354"/>
                  <a:gd name="T27" fmla="*/ 35 h 87"/>
                  <a:gd name="T28" fmla="*/ 293 w 354"/>
                  <a:gd name="T29" fmla="*/ 62 h 87"/>
                  <a:gd name="T30" fmla="*/ 340 w 354"/>
                  <a:gd name="T31" fmla="*/ 83 h 87"/>
                  <a:gd name="T32" fmla="*/ 341 w 354"/>
                  <a:gd name="T33" fmla="*/ 93 h 87"/>
                  <a:gd name="T34" fmla="*/ 352 w 354"/>
                  <a:gd name="T35" fmla="*/ 92 h 87"/>
                  <a:gd name="T36" fmla="*/ 371 w 354"/>
                  <a:gd name="T37" fmla="*/ 53 h 8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54" h="87">
                    <a:moveTo>
                      <a:pt x="350" y="50"/>
                    </a:moveTo>
                    <a:cubicBezTo>
                      <a:pt x="345" y="31"/>
                      <a:pt x="322" y="34"/>
                      <a:pt x="305" y="33"/>
                    </a:cubicBezTo>
                    <a:cubicBezTo>
                      <a:pt x="261" y="29"/>
                      <a:pt x="220" y="5"/>
                      <a:pt x="177" y="5"/>
                    </a:cubicBezTo>
                    <a:cubicBezTo>
                      <a:pt x="158" y="5"/>
                      <a:pt x="139" y="10"/>
                      <a:pt x="121" y="8"/>
                    </a:cubicBezTo>
                    <a:cubicBezTo>
                      <a:pt x="108" y="7"/>
                      <a:pt x="99" y="0"/>
                      <a:pt x="85" y="2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60" y="3"/>
                      <a:pt x="52" y="13"/>
                      <a:pt x="38" y="22"/>
                    </a:cubicBezTo>
                    <a:cubicBezTo>
                      <a:pt x="27" y="30"/>
                      <a:pt x="0" y="29"/>
                      <a:pt x="0" y="42"/>
                    </a:cubicBezTo>
                    <a:cubicBezTo>
                      <a:pt x="0" y="46"/>
                      <a:pt x="1" y="49"/>
                      <a:pt x="3" y="52"/>
                    </a:cubicBezTo>
                    <a:cubicBezTo>
                      <a:pt x="5" y="51"/>
                      <a:pt x="7" y="50"/>
                      <a:pt x="9" y="49"/>
                    </a:cubicBezTo>
                    <a:cubicBezTo>
                      <a:pt x="23" y="40"/>
                      <a:pt x="31" y="29"/>
                      <a:pt x="51" y="29"/>
                    </a:cubicBezTo>
                    <a:cubicBezTo>
                      <a:pt x="56" y="29"/>
                      <a:pt x="56" y="29"/>
                      <a:pt x="56" y="29"/>
                    </a:cubicBezTo>
                    <a:cubicBezTo>
                      <a:pt x="70" y="27"/>
                      <a:pt x="79" y="34"/>
                      <a:pt x="92" y="35"/>
                    </a:cubicBezTo>
                    <a:cubicBezTo>
                      <a:pt x="110" y="36"/>
                      <a:pt x="129" y="31"/>
                      <a:pt x="148" y="32"/>
                    </a:cubicBezTo>
                    <a:cubicBezTo>
                      <a:pt x="191" y="32"/>
                      <a:pt x="232" y="56"/>
                      <a:pt x="276" y="59"/>
                    </a:cubicBezTo>
                    <a:cubicBezTo>
                      <a:pt x="293" y="61"/>
                      <a:pt x="316" y="58"/>
                      <a:pt x="321" y="77"/>
                    </a:cubicBezTo>
                    <a:cubicBezTo>
                      <a:pt x="322" y="80"/>
                      <a:pt x="322" y="83"/>
                      <a:pt x="322" y="87"/>
                    </a:cubicBezTo>
                    <a:cubicBezTo>
                      <a:pt x="326" y="87"/>
                      <a:pt x="329" y="87"/>
                      <a:pt x="331" y="86"/>
                    </a:cubicBezTo>
                    <a:cubicBezTo>
                      <a:pt x="344" y="81"/>
                      <a:pt x="354" y="64"/>
                      <a:pt x="350" y="5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7" name="Freeform 3740">
                <a:extLst>
                  <a:ext uri="{FF2B5EF4-FFF2-40B4-BE49-F238E27FC236}">
                    <a16:creationId xmlns:a16="http://schemas.microsoft.com/office/drawing/2014/main" id="{EB789984-842E-40D8-AF8D-093CEC8E6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2116"/>
                <a:ext cx="201" cy="70"/>
              </a:xfrm>
              <a:custGeom>
                <a:avLst/>
                <a:gdLst>
                  <a:gd name="T0" fmla="*/ 152 w 197"/>
                  <a:gd name="T1" fmla="*/ 20 h 69"/>
                  <a:gd name="T2" fmla="*/ 47 w 197"/>
                  <a:gd name="T3" fmla="*/ 2 h 69"/>
                  <a:gd name="T4" fmla="*/ 45 w 197"/>
                  <a:gd name="T5" fmla="*/ 2 h 69"/>
                  <a:gd name="T6" fmla="*/ 4 w 197"/>
                  <a:gd name="T7" fmla="*/ 16 h 69"/>
                  <a:gd name="T8" fmla="*/ 0 w 197"/>
                  <a:gd name="T9" fmla="*/ 32 h 69"/>
                  <a:gd name="T10" fmla="*/ 29 w 197"/>
                  <a:gd name="T11" fmla="*/ 28 h 69"/>
                  <a:gd name="T12" fmla="*/ 31 w 197"/>
                  <a:gd name="T13" fmla="*/ 28 h 69"/>
                  <a:gd name="T14" fmla="*/ 136 w 197"/>
                  <a:gd name="T15" fmla="*/ 49 h 69"/>
                  <a:gd name="T16" fmla="*/ 171 w 197"/>
                  <a:gd name="T17" fmla="*/ 72 h 69"/>
                  <a:gd name="T18" fmla="*/ 179 w 197"/>
                  <a:gd name="T19" fmla="*/ 67 h 69"/>
                  <a:gd name="T20" fmla="*/ 152 w 197"/>
                  <a:gd name="T21" fmla="*/ 20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7" h="69">
                    <a:moveTo>
                      <a:pt x="143" y="20"/>
                    </a:moveTo>
                    <a:cubicBezTo>
                      <a:pt x="115" y="4"/>
                      <a:pt x="77" y="0"/>
                      <a:pt x="44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26" y="2"/>
                      <a:pt x="11" y="4"/>
                      <a:pt x="4" y="16"/>
                    </a:cubicBezTo>
                    <a:cubicBezTo>
                      <a:pt x="2" y="19"/>
                      <a:pt x="1" y="25"/>
                      <a:pt x="0" y="32"/>
                    </a:cubicBezTo>
                    <a:cubicBezTo>
                      <a:pt x="7" y="29"/>
                      <a:pt x="16" y="28"/>
                      <a:pt x="26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61" y="26"/>
                      <a:pt x="99" y="30"/>
                      <a:pt x="127" y="46"/>
                    </a:cubicBezTo>
                    <a:cubicBezTo>
                      <a:pt x="140" y="53"/>
                      <a:pt x="157" y="60"/>
                      <a:pt x="162" y="69"/>
                    </a:cubicBezTo>
                    <a:cubicBezTo>
                      <a:pt x="165" y="67"/>
                      <a:pt x="167" y="66"/>
                      <a:pt x="169" y="64"/>
                    </a:cubicBezTo>
                    <a:cubicBezTo>
                      <a:pt x="197" y="42"/>
                      <a:pt x="164" y="32"/>
                      <a:pt x="143" y="2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8" name="Freeform 3741">
                <a:extLst>
                  <a:ext uri="{FF2B5EF4-FFF2-40B4-BE49-F238E27FC236}">
                    <a16:creationId xmlns:a16="http://schemas.microsoft.com/office/drawing/2014/main" id="{850B32D9-A1E7-47D2-B292-8B1F1483E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030"/>
                <a:ext cx="184" cy="72"/>
              </a:xfrm>
              <a:custGeom>
                <a:avLst/>
                <a:gdLst>
                  <a:gd name="T0" fmla="*/ 9 w 180"/>
                  <a:gd name="T1" fmla="*/ 51 h 71"/>
                  <a:gd name="T2" fmla="*/ 82 w 180"/>
                  <a:gd name="T3" fmla="*/ 30 h 71"/>
                  <a:gd name="T4" fmla="*/ 83 w 180"/>
                  <a:gd name="T5" fmla="*/ 30 h 71"/>
                  <a:gd name="T6" fmla="*/ 172 w 180"/>
                  <a:gd name="T7" fmla="*/ 55 h 71"/>
                  <a:gd name="T8" fmla="*/ 181 w 180"/>
                  <a:gd name="T9" fmla="*/ 74 h 71"/>
                  <a:gd name="T10" fmla="*/ 180 w 180"/>
                  <a:gd name="T11" fmla="*/ 24 h 71"/>
                  <a:gd name="T12" fmla="*/ 91 w 180"/>
                  <a:gd name="T13" fmla="*/ 2 h 71"/>
                  <a:gd name="T14" fmla="*/ 89 w 180"/>
                  <a:gd name="T15" fmla="*/ 2 h 71"/>
                  <a:gd name="T16" fmla="*/ 2 w 180"/>
                  <a:gd name="T17" fmla="*/ 43 h 71"/>
                  <a:gd name="T18" fmla="*/ 9 w 180"/>
                  <a:gd name="T19" fmla="*/ 51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0" h="71">
                    <a:moveTo>
                      <a:pt x="9" y="48"/>
                    </a:moveTo>
                    <a:cubicBezTo>
                      <a:pt x="30" y="37"/>
                      <a:pt x="64" y="30"/>
                      <a:pt x="76" y="30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98" y="28"/>
                      <a:pt x="146" y="40"/>
                      <a:pt x="160" y="52"/>
                    </a:cubicBezTo>
                    <a:cubicBezTo>
                      <a:pt x="165" y="56"/>
                      <a:pt x="168" y="63"/>
                      <a:pt x="169" y="71"/>
                    </a:cubicBezTo>
                    <a:cubicBezTo>
                      <a:pt x="180" y="58"/>
                      <a:pt x="179" y="34"/>
                      <a:pt x="168" y="24"/>
                    </a:cubicBezTo>
                    <a:cubicBezTo>
                      <a:pt x="154" y="12"/>
                      <a:pt x="105" y="0"/>
                      <a:pt x="85" y="2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66" y="3"/>
                      <a:pt x="0" y="15"/>
                      <a:pt x="2" y="40"/>
                    </a:cubicBezTo>
                    <a:cubicBezTo>
                      <a:pt x="2" y="43"/>
                      <a:pt x="5" y="46"/>
                      <a:pt x="9" y="4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9" name="Freeform 3742">
                <a:extLst>
                  <a:ext uri="{FF2B5EF4-FFF2-40B4-BE49-F238E27FC236}">
                    <a16:creationId xmlns:a16="http://schemas.microsoft.com/office/drawing/2014/main" id="{5D0AE61A-CCBE-4717-907E-614BB684A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943"/>
                <a:ext cx="196" cy="99"/>
              </a:xfrm>
              <a:custGeom>
                <a:avLst/>
                <a:gdLst>
                  <a:gd name="T0" fmla="*/ 85 w 192"/>
                  <a:gd name="T1" fmla="*/ 69 h 97"/>
                  <a:gd name="T2" fmla="*/ 125 w 192"/>
                  <a:gd name="T3" fmla="*/ 49 h 97"/>
                  <a:gd name="T4" fmla="*/ 127 w 192"/>
                  <a:gd name="T5" fmla="*/ 50 h 97"/>
                  <a:gd name="T6" fmla="*/ 204 w 192"/>
                  <a:gd name="T7" fmla="*/ 54 h 97"/>
                  <a:gd name="T8" fmla="*/ 99 w 192"/>
                  <a:gd name="T9" fmla="*/ 15 h 97"/>
                  <a:gd name="T10" fmla="*/ 98 w 192"/>
                  <a:gd name="T11" fmla="*/ 14 h 97"/>
                  <a:gd name="T12" fmla="*/ 56 w 192"/>
                  <a:gd name="T13" fmla="*/ 37 h 97"/>
                  <a:gd name="T14" fmla="*/ 10 w 192"/>
                  <a:gd name="T15" fmla="*/ 70 h 97"/>
                  <a:gd name="T16" fmla="*/ 29 w 192"/>
                  <a:gd name="T17" fmla="*/ 97 h 97"/>
                  <a:gd name="T18" fmla="*/ 40 w 192"/>
                  <a:gd name="T19" fmla="*/ 103 h 97"/>
                  <a:gd name="T20" fmla="*/ 85 w 192"/>
                  <a:gd name="T21" fmla="*/ 69 h 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2" h="97">
                    <a:moveTo>
                      <a:pt x="79" y="66"/>
                    </a:moveTo>
                    <a:cubicBezTo>
                      <a:pt x="87" y="57"/>
                      <a:pt x="103" y="34"/>
                      <a:pt x="118" y="46"/>
                    </a:cubicBezTo>
                    <a:cubicBezTo>
                      <a:pt x="119" y="47"/>
                      <a:pt x="119" y="47"/>
                      <a:pt x="119" y="47"/>
                    </a:cubicBezTo>
                    <a:cubicBezTo>
                      <a:pt x="142" y="51"/>
                      <a:pt x="171" y="44"/>
                      <a:pt x="192" y="51"/>
                    </a:cubicBezTo>
                    <a:cubicBezTo>
                      <a:pt x="183" y="0"/>
                      <a:pt x="130" y="22"/>
                      <a:pt x="93" y="15"/>
                    </a:cubicBezTo>
                    <a:cubicBezTo>
                      <a:pt x="92" y="14"/>
                      <a:pt x="92" y="14"/>
                      <a:pt x="92" y="14"/>
                    </a:cubicBezTo>
                    <a:cubicBezTo>
                      <a:pt x="77" y="2"/>
                      <a:pt x="61" y="24"/>
                      <a:pt x="53" y="34"/>
                    </a:cubicBezTo>
                    <a:cubicBezTo>
                      <a:pt x="43" y="45"/>
                      <a:pt x="17" y="57"/>
                      <a:pt x="10" y="67"/>
                    </a:cubicBezTo>
                    <a:cubicBezTo>
                      <a:pt x="0" y="81"/>
                      <a:pt x="12" y="84"/>
                      <a:pt x="26" y="91"/>
                    </a:cubicBezTo>
                    <a:cubicBezTo>
                      <a:pt x="30" y="93"/>
                      <a:pt x="34" y="95"/>
                      <a:pt x="37" y="97"/>
                    </a:cubicBezTo>
                    <a:cubicBezTo>
                      <a:pt x="46" y="88"/>
                      <a:pt x="69" y="77"/>
                      <a:pt x="79" y="6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0" name="Freeform 3743">
                <a:extLst>
                  <a:ext uri="{FF2B5EF4-FFF2-40B4-BE49-F238E27FC236}">
                    <a16:creationId xmlns:a16="http://schemas.microsoft.com/office/drawing/2014/main" id="{91037A1C-BCCA-462D-A2A8-46EF61C5B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089"/>
                <a:ext cx="175" cy="64"/>
              </a:xfrm>
              <a:custGeom>
                <a:avLst/>
                <a:gdLst>
                  <a:gd name="T0" fmla="*/ 180 w 171"/>
                  <a:gd name="T1" fmla="*/ 25 h 63"/>
                  <a:gd name="T2" fmla="*/ 118 w 171"/>
                  <a:gd name="T3" fmla="*/ 6 h 63"/>
                  <a:gd name="T4" fmla="*/ 65 w 171"/>
                  <a:gd name="T5" fmla="*/ 20 h 63"/>
                  <a:gd name="T6" fmla="*/ 32 w 171"/>
                  <a:gd name="T7" fmla="*/ 7 h 63"/>
                  <a:gd name="T8" fmla="*/ 30 w 171"/>
                  <a:gd name="T9" fmla="*/ 8 h 63"/>
                  <a:gd name="T10" fmla="*/ 48 w 171"/>
                  <a:gd name="T11" fmla="*/ 58 h 63"/>
                  <a:gd name="T12" fmla="*/ 91 w 171"/>
                  <a:gd name="T13" fmla="*/ 44 h 63"/>
                  <a:gd name="T14" fmla="*/ 154 w 171"/>
                  <a:gd name="T15" fmla="*/ 63 h 63"/>
                  <a:gd name="T16" fmla="*/ 154 w 171"/>
                  <a:gd name="T17" fmla="*/ 66 h 63"/>
                  <a:gd name="T18" fmla="*/ 180 w 171"/>
                  <a:gd name="T19" fmla="*/ 25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1" h="63">
                    <a:moveTo>
                      <a:pt x="168" y="25"/>
                    </a:moveTo>
                    <a:cubicBezTo>
                      <a:pt x="163" y="2"/>
                      <a:pt x="128" y="0"/>
                      <a:pt x="109" y="6"/>
                    </a:cubicBezTo>
                    <a:cubicBezTo>
                      <a:pt x="93" y="12"/>
                      <a:pt x="81" y="23"/>
                      <a:pt x="62" y="20"/>
                    </a:cubicBezTo>
                    <a:cubicBezTo>
                      <a:pt x="47" y="17"/>
                      <a:pt x="45" y="0"/>
                      <a:pt x="29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0" y="26"/>
                      <a:pt x="29" y="38"/>
                      <a:pt x="45" y="55"/>
                    </a:cubicBezTo>
                    <a:cubicBezTo>
                      <a:pt x="60" y="55"/>
                      <a:pt x="71" y="46"/>
                      <a:pt x="85" y="41"/>
                    </a:cubicBezTo>
                    <a:cubicBezTo>
                      <a:pt x="104" y="34"/>
                      <a:pt x="139" y="37"/>
                      <a:pt x="144" y="60"/>
                    </a:cubicBezTo>
                    <a:cubicBezTo>
                      <a:pt x="144" y="61"/>
                      <a:pt x="144" y="62"/>
                      <a:pt x="144" y="63"/>
                    </a:cubicBezTo>
                    <a:cubicBezTo>
                      <a:pt x="158" y="53"/>
                      <a:pt x="171" y="41"/>
                      <a:pt x="168" y="25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1" name="Freeform 3744">
                <a:extLst>
                  <a:ext uri="{FF2B5EF4-FFF2-40B4-BE49-F238E27FC236}">
                    <a16:creationId xmlns:a16="http://schemas.microsoft.com/office/drawing/2014/main" id="{4CDD8652-04BA-4910-B3FD-F580929AB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322"/>
                <a:ext cx="132" cy="30"/>
              </a:xfrm>
              <a:custGeom>
                <a:avLst/>
                <a:gdLst>
                  <a:gd name="T0" fmla="*/ 12 w 129"/>
                  <a:gd name="T1" fmla="*/ 30 h 30"/>
                  <a:gd name="T2" fmla="*/ 42 w 129"/>
                  <a:gd name="T3" fmla="*/ 27 h 30"/>
                  <a:gd name="T4" fmla="*/ 108 w 129"/>
                  <a:gd name="T5" fmla="*/ 23 h 30"/>
                  <a:gd name="T6" fmla="*/ 112 w 129"/>
                  <a:gd name="T7" fmla="*/ 23 h 30"/>
                  <a:gd name="T8" fmla="*/ 114 w 129"/>
                  <a:gd name="T9" fmla="*/ 23 h 30"/>
                  <a:gd name="T10" fmla="*/ 122 w 129"/>
                  <a:gd name="T11" fmla="*/ 21 h 30"/>
                  <a:gd name="T12" fmla="*/ 125 w 129"/>
                  <a:gd name="T13" fmla="*/ 20 h 30"/>
                  <a:gd name="T14" fmla="*/ 132 w 129"/>
                  <a:gd name="T15" fmla="*/ 20 h 30"/>
                  <a:gd name="T16" fmla="*/ 134 w 129"/>
                  <a:gd name="T17" fmla="*/ 16 h 30"/>
                  <a:gd name="T18" fmla="*/ 121 w 129"/>
                  <a:gd name="T19" fmla="*/ 3 h 30"/>
                  <a:gd name="T20" fmla="*/ 118 w 129"/>
                  <a:gd name="T21" fmla="*/ 4 h 30"/>
                  <a:gd name="T22" fmla="*/ 38 w 129"/>
                  <a:gd name="T23" fmla="*/ 9 h 30"/>
                  <a:gd name="T24" fmla="*/ 8 w 129"/>
                  <a:gd name="T25" fmla="*/ 12 h 30"/>
                  <a:gd name="T26" fmla="*/ 12 w 129"/>
                  <a:gd name="T27" fmla="*/ 30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9" h="30">
                    <a:moveTo>
                      <a:pt x="12" y="30"/>
                    </a:moveTo>
                    <a:cubicBezTo>
                      <a:pt x="16" y="25"/>
                      <a:pt x="32" y="27"/>
                      <a:pt x="39" y="27"/>
                    </a:cubicBezTo>
                    <a:cubicBezTo>
                      <a:pt x="56" y="26"/>
                      <a:pt x="82" y="26"/>
                      <a:pt x="102" y="23"/>
                    </a:cubicBezTo>
                    <a:cubicBezTo>
                      <a:pt x="103" y="23"/>
                      <a:pt x="104" y="23"/>
                      <a:pt x="105" y="23"/>
                    </a:cubicBezTo>
                    <a:cubicBezTo>
                      <a:pt x="105" y="23"/>
                      <a:pt x="106" y="23"/>
                      <a:pt x="106" y="23"/>
                    </a:cubicBezTo>
                    <a:cubicBezTo>
                      <a:pt x="108" y="22"/>
                      <a:pt x="110" y="22"/>
                      <a:pt x="113" y="21"/>
                    </a:cubicBezTo>
                    <a:cubicBezTo>
                      <a:pt x="116" y="20"/>
                      <a:pt x="116" y="20"/>
                      <a:pt x="116" y="20"/>
                    </a:cubicBezTo>
                    <a:cubicBezTo>
                      <a:pt x="118" y="19"/>
                      <a:pt x="121" y="19"/>
                      <a:pt x="123" y="20"/>
                    </a:cubicBezTo>
                    <a:cubicBezTo>
                      <a:pt x="124" y="19"/>
                      <a:pt x="125" y="18"/>
                      <a:pt x="125" y="16"/>
                    </a:cubicBezTo>
                    <a:cubicBezTo>
                      <a:pt x="129" y="6"/>
                      <a:pt x="120" y="0"/>
                      <a:pt x="112" y="3"/>
                    </a:cubicBezTo>
                    <a:cubicBezTo>
                      <a:pt x="109" y="4"/>
                      <a:pt x="109" y="4"/>
                      <a:pt x="109" y="4"/>
                    </a:cubicBezTo>
                    <a:cubicBezTo>
                      <a:pt x="89" y="9"/>
                      <a:pt x="55" y="8"/>
                      <a:pt x="35" y="9"/>
                    </a:cubicBezTo>
                    <a:cubicBezTo>
                      <a:pt x="28" y="9"/>
                      <a:pt x="12" y="7"/>
                      <a:pt x="8" y="12"/>
                    </a:cubicBezTo>
                    <a:cubicBezTo>
                      <a:pt x="0" y="22"/>
                      <a:pt x="4" y="27"/>
                      <a:pt x="12" y="3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2" name="Freeform 3745">
                <a:extLst>
                  <a:ext uri="{FF2B5EF4-FFF2-40B4-BE49-F238E27FC236}">
                    <a16:creationId xmlns:a16="http://schemas.microsoft.com/office/drawing/2014/main" id="{128D7D7C-466B-47D6-B5B2-EF4B03246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173"/>
                <a:ext cx="334" cy="145"/>
              </a:xfrm>
              <a:custGeom>
                <a:avLst/>
                <a:gdLst>
                  <a:gd name="T0" fmla="*/ 208 w 327"/>
                  <a:gd name="T1" fmla="*/ 23 h 142"/>
                  <a:gd name="T2" fmla="*/ 124 w 327"/>
                  <a:gd name="T3" fmla="*/ 73 h 142"/>
                  <a:gd name="T4" fmla="*/ 51 w 327"/>
                  <a:gd name="T5" fmla="*/ 105 h 142"/>
                  <a:gd name="T6" fmla="*/ 17 w 327"/>
                  <a:gd name="T7" fmla="*/ 151 h 142"/>
                  <a:gd name="T8" fmla="*/ 35 w 327"/>
                  <a:gd name="T9" fmla="*/ 142 h 142"/>
                  <a:gd name="T10" fmla="*/ 107 w 327"/>
                  <a:gd name="T11" fmla="*/ 110 h 142"/>
                  <a:gd name="T12" fmla="*/ 193 w 327"/>
                  <a:gd name="T13" fmla="*/ 61 h 142"/>
                  <a:gd name="T14" fmla="*/ 281 w 327"/>
                  <a:gd name="T15" fmla="*/ 50 h 142"/>
                  <a:gd name="T16" fmla="*/ 293 w 327"/>
                  <a:gd name="T17" fmla="*/ 42 h 142"/>
                  <a:gd name="T18" fmla="*/ 208 w 327"/>
                  <a:gd name="T19" fmla="*/ 23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7" h="142">
                    <a:moveTo>
                      <a:pt x="196" y="23"/>
                    </a:moveTo>
                    <a:cubicBezTo>
                      <a:pt x="171" y="39"/>
                      <a:pt x="144" y="58"/>
                      <a:pt x="116" y="69"/>
                    </a:cubicBezTo>
                    <a:cubicBezTo>
                      <a:pt x="93" y="78"/>
                      <a:pt x="69" y="87"/>
                      <a:pt x="48" y="99"/>
                    </a:cubicBezTo>
                    <a:cubicBezTo>
                      <a:pt x="34" y="106"/>
                      <a:pt x="0" y="123"/>
                      <a:pt x="17" y="142"/>
                    </a:cubicBezTo>
                    <a:cubicBezTo>
                      <a:pt x="23" y="138"/>
                      <a:pt x="28" y="136"/>
                      <a:pt x="32" y="133"/>
                    </a:cubicBezTo>
                    <a:cubicBezTo>
                      <a:pt x="53" y="122"/>
                      <a:pt x="78" y="113"/>
                      <a:pt x="101" y="104"/>
                    </a:cubicBezTo>
                    <a:cubicBezTo>
                      <a:pt x="129" y="93"/>
                      <a:pt x="156" y="74"/>
                      <a:pt x="181" y="58"/>
                    </a:cubicBezTo>
                    <a:cubicBezTo>
                      <a:pt x="196" y="47"/>
                      <a:pt x="242" y="41"/>
                      <a:pt x="263" y="47"/>
                    </a:cubicBezTo>
                    <a:cubicBezTo>
                      <a:pt x="267" y="44"/>
                      <a:pt x="271" y="42"/>
                      <a:pt x="275" y="39"/>
                    </a:cubicBezTo>
                    <a:cubicBezTo>
                      <a:pt x="327" y="0"/>
                      <a:pt x="221" y="6"/>
                      <a:pt x="196" y="2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3" name="Freeform 3746">
                <a:extLst>
                  <a:ext uri="{FF2B5EF4-FFF2-40B4-BE49-F238E27FC236}">
                    <a16:creationId xmlns:a16="http://schemas.microsoft.com/office/drawing/2014/main" id="{241D548B-4C7F-43FF-A615-DEDCFED96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187"/>
                <a:ext cx="323" cy="174"/>
              </a:xfrm>
              <a:custGeom>
                <a:avLst/>
                <a:gdLst>
                  <a:gd name="T0" fmla="*/ 35 w 317"/>
                  <a:gd name="T1" fmla="*/ 182 h 170"/>
                  <a:gd name="T2" fmla="*/ 36 w 317"/>
                  <a:gd name="T3" fmla="*/ 182 h 170"/>
                  <a:gd name="T4" fmla="*/ 71 w 317"/>
                  <a:gd name="T5" fmla="*/ 157 h 170"/>
                  <a:gd name="T6" fmla="*/ 126 w 317"/>
                  <a:gd name="T7" fmla="*/ 106 h 170"/>
                  <a:gd name="T8" fmla="*/ 195 w 317"/>
                  <a:gd name="T9" fmla="*/ 83 h 170"/>
                  <a:gd name="T10" fmla="*/ 305 w 317"/>
                  <a:gd name="T11" fmla="*/ 62 h 170"/>
                  <a:gd name="T12" fmla="*/ 316 w 317"/>
                  <a:gd name="T13" fmla="*/ 74 h 170"/>
                  <a:gd name="T14" fmla="*/ 312 w 317"/>
                  <a:gd name="T15" fmla="*/ 28 h 170"/>
                  <a:gd name="T16" fmla="*/ 202 w 317"/>
                  <a:gd name="T17" fmla="*/ 46 h 170"/>
                  <a:gd name="T18" fmla="*/ 132 w 317"/>
                  <a:gd name="T19" fmla="*/ 72 h 170"/>
                  <a:gd name="T20" fmla="*/ 77 w 317"/>
                  <a:gd name="T21" fmla="*/ 121 h 170"/>
                  <a:gd name="T22" fmla="*/ 35 w 317"/>
                  <a:gd name="T23" fmla="*/ 182 h 1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7" h="170">
                    <a:moveTo>
                      <a:pt x="32" y="170"/>
                    </a:moveTo>
                    <a:cubicBezTo>
                      <a:pt x="33" y="170"/>
                      <a:pt x="33" y="170"/>
                      <a:pt x="33" y="170"/>
                    </a:cubicBezTo>
                    <a:cubicBezTo>
                      <a:pt x="45" y="160"/>
                      <a:pt x="61" y="150"/>
                      <a:pt x="68" y="146"/>
                    </a:cubicBezTo>
                    <a:cubicBezTo>
                      <a:pt x="87" y="133"/>
                      <a:pt x="100" y="113"/>
                      <a:pt x="120" y="100"/>
                    </a:cubicBezTo>
                    <a:cubicBezTo>
                      <a:pt x="139" y="88"/>
                      <a:pt x="164" y="87"/>
                      <a:pt x="184" y="77"/>
                    </a:cubicBezTo>
                    <a:cubicBezTo>
                      <a:pt x="218" y="60"/>
                      <a:pt x="249" y="34"/>
                      <a:pt x="288" y="59"/>
                    </a:cubicBezTo>
                    <a:cubicBezTo>
                      <a:pt x="292" y="62"/>
                      <a:pt x="296" y="65"/>
                      <a:pt x="298" y="68"/>
                    </a:cubicBezTo>
                    <a:cubicBezTo>
                      <a:pt x="312" y="55"/>
                      <a:pt x="317" y="39"/>
                      <a:pt x="294" y="25"/>
                    </a:cubicBezTo>
                    <a:cubicBezTo>
                      <a:pt x="255" y="0"/>
                      <a:pt x="224" y="26"/>
                      <a:pt x="190" y="43"/>
                    </a:cubicBezTo>
                    <a:cubicBezTo>
                      <a:pt x="171" y="53"/>
                      <a:pt x="145" y="54"/>
                      <a:pt x="126" y="66"/>
                    </a:cubicBezTo>
                    <a:cubicBezTo>
                      <a:pt x="107" y="79"/>
                      <a:pt x="94" y="99"/>
                      <a:pt x="74" y="112"/>
                    </a:cubicBezTo>
                    <a:cubicBezTo>
                      <a:pt x="60" y="122"/>
                      <a:pt x="0" y="155"/>
                      <a:pt x="32" y="17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4" name="Freeform 3747">
                <a:extLst>
                  <a:ext uri="{FF2B5EF4-FFF2-40B4-BE49-F238E27FC236}">
                    <a16:creationId xmlns:a16="http://schemas.microsoft.com/office/drawing/2014/main" id="{9CDBD2F6-7E27-48D9-8F2A-595CA54A5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149"/>
                <a:ext cx="242" cy="163"/>
              </a:xfrm>
              <a:custGeom>
                <a:avLst/>
                <a:gdLst>
                  <a:gd name="T0" fmla="*/ 81 w 237"/>
                  <a:gd name="T1" fmla="*/ 107 h 159"/>
                  <a:gd name="T2" fmla="*/ 234 w 237"/>
                  <a:gd name="T3" fmla="*/ 47 h 159"/>
                  <a:gd name="T4" fmla="*/ 243 w 237"/>
                  <a:gd name="T5" fmla="*/ 52 h 159"/>
                  <a:gd name="T6" fmla="*/ 231 w 237"/>
                  <a:gd name="T7" fmla="*/ 15 h 159"/>
                  <a:gd name="T8" fmla="*/ 79 w 237"/>
                  <a:gd name="T9" fmla="*/ 76 h 159"/>
                  <a:gd name="T10" fmla="*/ 21 w 237"/>
                  <a:gd name="T11" fmla="*/ 171 h 159"/>
                  <a:gd name="T12" fmla="*/ 81 w 237"/>
                  <a:gd name="T13" fmla="*/ 107 h 1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7" h="159">
                    <a:moveTo>
                      <a:pt x="75" y="99"/>
                    </a:moveTo>
                    <a:cubicBezTo>
                      <a:pt x="96" y="84"/>
                      <a:pt x="173" y="29"/>
                      <a:pt x="219" y="44"/>
                    </a:cubicBezTo>
                    <a:cubicBezTo>
                      <a:pt x="222" y="46"/>
                      <a:pt x="225" y="47"/>
                      <a:pt x="228" y="49"/>
                    </a:cubicBezTo>
                    <a:cubicBezTo>
                      <a:pt x="237" y="35"/>
                      <a:pt x="237" y="22"/>
                      <a:pt x="216" y="15"/>
                    </a:cubicBezTo>
                    <a:cubicBezTo>
                      <a:pt x="171" y="0"/>
                      <a:pt x="94" y="55"/>
                      <a:pt x="73" y="70"/>
                    </a:cubicBezTo>
                    <a:cubicBezTo>
                      <a:pt x="54" y="84"/>
                      <a:pt x="0" y="125"/>
                      <a:pt x="21" y="159"/>
                    </a:cubicBezTo>
                    <a:cubicBezTo>
                      <a:pt x="30" y="133"/>
                      <a:pt x="61" y="109"/>
                      <a:pt x="75" y="9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5" name="Freeform 3748">
                <a:extLst>
                  <a:ext uri="{FF2B5EF4-FFF2-40B4-BE49-F238E27FC236}">
                    <a16:creationId xmlns:a16="http://schemas.microsoft.com/office/drawing/2014/main" id="{328EC9A0-8888-4C70-9729-6095E3284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132"/>
                <a:ext cx="238" cy="94"/>
              </a:xfrm>
              <a:custGeom>
                <a:avLst/>
                <a:gdLst>
                  <a:gd name="T0" fmla="*/ 241 w 233"/>
                  <a:gd name="T1" fmla="*/ 32 h 92"/>
                  <a:gd name="T2" fmla="*/ 163 w 233"/>
                  <a:gd name="T3" fmla="*/ 2 h 92"/>
                  <a:gd name="T4" fmla="*/ 55 w 233"/>
                  <a:gd name="T5" fmla="*/ 45 h 92"/>
                  <a:gd name="T6" fmla="*/ 52 w 233"/>
                  <a:gd name="T7" fmla="*/ 46 h 92"/>
                  <a:gd name="T8" fmla="*/ 4 w 233"/>
                  <a:gd name="T9" fmla="*/ 88 h 92"/>
                  <a:gd name="T10" fmla="*/ 12 w 233"/>
                  <a:gd name="T11" fmla="*/ 98 h 92"/>
                  <a:gd name="T12" fmla="*/ 41 w 233"/>
                  <a:gd name="T13" fmla="*/ 83 h 92"/>
                  <a:gd name="T14" fmla="*/ 44 w 233"/>
                  <a:gd name="T15" fmla="*/ 82 h 92"/>
                  <a:gd name="T16" fmla="*/ 152 w 233"/>
                  <a:gd name="T17" fmla="*/ 39 h 92"/>
                  <a:gd name="T18" fmla="*/ 230 w 233"/>
                  <a:gd name="T19" fmla="*/ 67 h 92"/>
                  <a:gd name="T20" fmla="*/ 232 w 233"/>
                  <a:gd name="T21" fmla="*/ 75 h 92"/>
                  <a:gd name="T22" fmla="*/ 241 w 233"/>
                  <a:gd name="T23" fmla="*/ 32 h 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3" h="92">
                    <a:moveTo>
                      <a:pt x="226" y="29"/>
                    </a:moveTo>
                    <a:cubicBezTo>
                      <a:pt x="215" y="2"/>
                      <a:pt x="180" y="0"/>
                      <a:pt x="154" y="2"/>
                    </a:cubicBezTo>
                    <a:cubicBezTo>
                      <a:pt x="116" y="6"/>
                      <a:pt x="84" y="29"/>
                      <a:pt x="52" y="42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30" y="50"/>
                      <a:pt x="15" y="62"/>
                      <a:pt x="4" y="82"/>
                    </a:cubicBezTo>
                    <a:cubicBezTo>
                      <a:pt x="0" y="90"/>
                      <a:pt x="4" y="92"/>
                      <a:pt x="12" y="92"/>
                    </a:cubicBezTo>
                    <a:cubicBezTo>
                      <a:pt x="20" y="86"/>
                      <a:pt x="29" y="81"/>
                      <a:pt x="38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73" y="63"/>
                      <a:pt x="105" y="40"/>
                      <a:pt x="143" y="36"/>
                    </a:cubicBezTo>
                    <a:cubicBezTo>
                      <a:pt x="169" y="34"/>
                      <a:pt x="204" y="36"/>
                      <a:pt x="215" y="64"/>
                    </a:cubicBezTo>
                    <a:cubicBezTo>
                      <a:pt x="216" y="65"/>
                      <a:pt x="217" y="67"/>
                      <a:pt x="217" y="69"/>
                    </a:cubicBezTo>
                    <a:cubicBezTo>
                      <a:pt x="227" y="59"/>
                      <a:pt x="233" y="47"/>
                      <a:pt x="226" y="2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6" name="Freeform 3749">
                <a:extLst>
                  <a:ext uri="{FF2B5EF4-FFF2-40B4-BE49-F238E27FC236}">
                    <a16:creationId xmlns:a16="http://schemas.microsoft.com/office/drawing/2014/main" id="{A1C992D1-DD01-4643-82C1-2FCFD28E9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100"/>
                <a:ext cx="177" cy="86"/>
              </a:xfrm>
              <a:custGeom>
                <a:avLst/>
                <a:gdLst>
                  <a:gd name="T0" fmla="*/ 165 w 174"/>
                  <a:gd name="T1" fmla="*/ 25 h 84"/>
                  <a:gd name="T2" fmla="*/ 50 w 174"/>
                  <a:gd name="T3" fmla="*/ 45 h 84"/>
                  <a:gd name="T4" fmla="*/ 8 w 174"/>
                  <a:gd name="T5" fmla="*/ 88 h 84"/>
                  <a:gd name="T6" fmla="*/ 15 w 174"/>
                  <a:gd name="T7" fmla="*/ 90 h 84"/>
                  <a:gd name="T8" fmla="*/ 28 w 174"/>
                  <a:gd name="T9" fmla="*/ 89 h 84"/>
                  <a:gd name="T10" fmla="*/ 33 w 174"/>
                  <a:gd name="T11" fmla="*/ 89 h 84"/>
                  <a:gd name="T12" fmla="*/ 145 w 174"/>
                  <a:gd name="T13" fmla="*/ 67 h 84"/>
                  <a:gd name="T14" fmla="*/ 165 w 174"/>
                  <a:gd name="T15" fmla="*/ 25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4" h="84">
                    <a:moveTo>
                      <a:pt x="156" y="22"/>
                    </a:moveTo>
                    <a:cubicBezTo>
                      <a:pt x="122" y="0"/>
                      <a:pt x="77" y="30"/>
                      <a:pt x="47" y="42"/>
                    </a:cubicBezTo>
                    <a:cubicBezTo>
                      <a:pt x="31" y="49"/>
                      <a:pt x="0" y="58"/>
                      <a:pt x="8" y="82"/>
                    </a:cubicBezTo>
                    <a:cubicBezTo>
                      <a:pt x="12" y="84"/>
                      <a:pt x="13" y="83"/>
                      <a:pt x="15" y="84"/>
                    </a:cubicBezTo>
                    <a:cubicBezTo>
                      <a:pt x="19" y="83"/>
                      <a:pt x="24" y="83"/>
                      <a:pt x="28" y="83"/>
                    </a:cubicBezTo>
                    <a:cubicBezTo>
                      <a:pt x="29" y="83"/>
                      <a:pt x="30" y="83"/>
                      <a:pt x="30" y="83"/>
                    </a:cubicBezTo>
                    <a:cubicBezTo>
                      <a:pt x="60" y="70"/>
                      <a:pt x="105" y="41"/>
                      <a:pt x="139" y="62"/>
                    </a:cubicBezTo>
                    <a:cubicBezTo>
                      <a:pt x="160" y="49"/>
                      <a:pt x="174" y="34"/>
                      <a:pt x="156" y="2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7" name="Freeform 3750">
                <a:extLst>
                  <a:ext uri="{FF2B5EF4-FFF2-40B4-BE49-F238E27FC236}">
                    <a16:creationId xmlns:a16="http://schemas.microsoft.com/office/drawing/2014/main" id="{C8AB2C92-4468-4ACC-914A-FC1A01A9C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052"/>
                <a:ext cx="195" cy="61"/>
              </a:xfrm>
              <a:custGeom>
                <a:avLst/>
                <a:gdLst>
                  <a:gd name="T0" fmla="*/ 68 w 191"/>
                  <a:gd name="T1" fmla="*/ 18 h 59"/>
                  <a:gd name="T2" fmla="*/ 8 w 191"/>
                  <a:gd name="T3" fmla="*/ 39 h 59"/>
                  <a:gd name="T4" fmla="*/ 2 w 191"/>
                  <a:gd name="T5" fmla="*/ 65 h 59"/>
                  <a:gd name="T6" fmla="*/ 3 w 191"/>
                  <a:gd name="T7" fmla="*/ 63 h 59"/>
                  <a:gd name="T8" fmla="*/ 63 w 191"/>
                  <a:gd name="T9" fmla="*/ 38 h 59"/>
                  <a:gd name="T10" fmla="*/ 161 w 191"/>
                  <a:gd name="T11" fmla="*/ 30 h 59"/>
                  <a:gd name="T12" fmla="*/ 203 w 191"/>
                  <a:gd name="T13" fmla="*/ 12 h 59"/>
                  <a:gd name="T14" fmla="*/ 68 w 191"/>
                  <a:gd name="T15" fmla="*/ 18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1" h="59">
                    <a:moveTo>
                      <a:pt x="65" y="15"/>
                    </a:moveTo>
                    <a:cubicBezTo>
                      <a:pt x="39" y="18"/>
                      <a:pt x="22" y="19"/>
                      <a:pt x="8" y="36"/>
                    </a:cubicBezTo>
                    <a:cubicBezTo>
                      <a:pt x="3" y="42"/>
                      <a:pt x="0" y="50"/>
                      <a:pt x="2" y="59"/>
                    </a:cubicBezTo>
                    <a:cubicBezTo>
                      <a:pt x="2" y="58"/>
                      <a:pt x="3" y="57"/>
                      <a:pt x="3" y="57"/>
                    </a:cubicBezTo>
                    <a:cubicBezTo>
                      <a:pt x="17" y="39"/>
                      <a:pt x="34" y="39"/>
                      <a:pt x="60" y="35"/>
                    </a:cubicBezTo>
                    <a:cubicBezTo>
                      <a:pt x="77" y="33"/>
                      <a:pt x="120" y="27"/>
                      <a:pt x="152" y="27"/>
                    </a:cubicBezTo>
                    <a:cubicBezTo>
                      <a:pt x="165" y="24"/>
                      <a:pt x="184" y="23"/>
                      <a:pt x="191" y="12"/>
                    </a:cubicBezTo>
                    <a:cubicBezTo>
                      <a:pt x="168" y="0"/>
                      <a:pt x="90" y="11"/>
                      <a:pt x="65" y="15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8" name="Freeform 3751">
                <a:extLst>
                  <a:ext uri="{FF2B5EF4-FFF2-40B4-BE49-F238E27FC236}">
                    <a16:creationId xmlns:a16="http://schemas.microsoft.com/office/drawing/2014/main" id="{A7CCE2E0-A487-4DAA-A1A5-8F1771941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066"/>
                <a:ext cx="261" cy="85"/>
              </a:xfrm>
              <a:custGeom>
                <a:avLst/>
                <a:gdLst>
                  <a:gd name="T0" fmla="*/ 220 w 255"/>
                  <a:gd name="T1" fmla="*/ 7 h 84"/>
                  <a:gd name="T2" fmla="*/ 166 w 255"/>
                  <a:gd name="T3" fmla="*/ 6 h 84"/>
                  <a:gd name="T4" fmla="*/ 0 w 255"/>
                  <a:gd name="T5" fmla="*/ 72 h 84"/>
                  <a:gd name="T6" fmla="*/ 4 w 255"/>
                  <a:gd name="T7" fmla="*/ 87 h 84"/>
                  <a:gd name="T8" fmla="*/ 159 w 255"/>
                  <a:gd name="T9" fmla="*/ 40 h 84"/>
                  <a:gd name="T10" fmla="*/ 213 w 255"/>
                  <a:gd name="T11" fmla="*/ 41 h 84"/>
                  <a:gd name="T12" fmla="*/ 253 w 255"/>
                  <a:gd name="T13" fmla="*/ 66 h 84"/>
                  <a:gd name="T14" fmla="*/ 271 w 255"/>
                  <a:gd name="T15" fmla="*/ 49 h 84"/>
                  <a:gd name="T16" fmla="*/ 220 w 255"/>
                  <a:gd name="T17" fmla="*/ 7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5" h="84">
                    <a:moveTo>
                      <a:pt x="205" y="7"/>
                    </a:moveTo>
                    <a:cubicBezTo>
                      <a:pt x="189" y="0"/>
                      <a:pt x="170" y="3"/>
                      <a:pt x="154" y="6"/>
                    </a:cubicBezTo>
                    <a:cubicBezTo>
                      <a:pt x="121" y="13"/>
                      <a:pt x="2" y="29"/>
                      <a:pt x="0" y="69"/>
                    </a:cubicBezTo>
                    <a:cubicBezTo>
                      <a:pt x="0" y="76"/>
                      <a:pt x="1" y="81"/>
                      <a:pt x="4" y="84"/>
                    </a:cubicBezTo>
                    <a:cubicBezTo>
                      <a:pt x="34" y="57"/>
                      <a:pt x="120" y="45"/>
                      <a:pt x="148" y="40"/>
                    </a:cubicBezTo>
                    <a:cubicBezTo>
                      <a:pt x="164" y="37"/>
                      <a:pt x="183" y="34"/>
                      <a:pt x="198" y="41"/>
                    </a:cubicBezTo>
                    <a:cubicBezTo>
                      <a:pt x="204" y="43"/>
                      <a:pt x="223" y="52"/>
                      <a:pt x="235" y="63"/>
                    </a:cubicBezTo>
                    <a:cubicBezTo>
                      <a:pt x="245" y="57"/>
                      <a:pt x="253" y="52"/>
                      <a:pt x="253" y="46"/>
                    </a:cubicBezTo>
                    <a:cubicBezTo>
                      <a:pt x="255" y="32"/>
                      <a:pt x="214" y="10"/>
                      <a:pt x="205" y="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9" name="Freeform 3752">
                <a:extLst>
                  <a:ext uri="{FF2B5EF4-FFF2-40B4-BE49-F238E27FC236}">
                    <a16:creationId xmlns:a16="http://schemas.microsoft.com/office/drawing/2014/main" id="{7E0AB149-43EC-47F7-8517-34682331C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025"/>
                <a:ext cx="144" cy="88"/>
              </a:xfrm>
              <a:custGeom>
                <a:avLst/>
                <a:gdLst>
                  <a:gd name="T0" fmla="*/ 36 w 141"/>
                  <a:gd name="T1" fmla="*/ 48 h 86"/>
                  <a:gd name="T2" fmla="*/ 34 w 141"/>
                  <a:gd name="T3" fmla="*/ 49 h 86"/>
                  <a:gd name="T4" fmla="*/ 4 w 141"/>
                  <a:gd name="T5" fmla="*/ 75 h 86"/>
                  <a:gd name="T6" fmla="*/ 0 w 141"/>
                  <a:gd name="T7" fmla="*/ 84 h 86"/>
                  <a:gd name="T8" fmla="*/ 4 w 141"/>
                  <a:gd name="T9" fmla="*/ 83 h 86"/>
                  <a:gd name="T10" fmla="*/ 6 w 141"/>
                  <a:gd name="T11" fmla="*/ 83 h 86"/>
                  <a:gd name="T12" fmla="*/ 105 w 141"/>
                  <a:gd name="T13" fmla="*/ 52 h 86"/>
                  <a:gd name="T14" fmla="*/ 96 w 141"/>
                  <a:gd name="T15" fmla="*/ 92 h 86"/>
                  <a:gd name="T16" fmla="*/ 135 w 141"/>
                  <a:gd name="T17" fmla="*/ 80 h 86"/>
                  <a:gd name="T18" fmla="*/ 135 w 141"/>
                  <a:gd name="T19" fmla="*/ 17 h 86"/>
                  <a:gd name="T20" fmla="*/ 36 w 141"/>
                  <a:gd name="T21" fmla="*/ 48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1" h="86">
                    <a:moveTo>
                      <a:pt x="33" y="45"/>
                    </a:moveTo>
                    <a:cubicBezTo>
                      <a:pt x="31" y="46"/>
                      <a:pt x="31" y="46"/>
                      <a:pt x="31" y="46"/>
                    </a:cubicBezTo>
                    <a:cubicBezTo>
                      <a:pt x="12" y="50"/>
                      <a:pt x="8" y="52"/>
                      <a:pt x="4" y="69"/>
                    </a:cubicBezTo>
                    <a:cubicBezTo>
                      <a:pt x="3" y="72"/>
                      <a:pt x="2" y="75"/>
                      <a:pt x="0" y="78"/>
                    </a:cubicBezTo>
                    <a:cubicBezTo>
                      <a:pt x="1" y="78"/>
                      <a:pt x="3" y="78"/>
                      <a:pt x="4" y="77"/>
                    </a:cubicBezTo>
                    <a:cubicBezTo>
                      <a:pt x="6" y="77"/>
                      <a:pt x="6" y="77"/>
                      <a:pt x="6" y="77"/>
                    </a:cubicBezTo>
                    <a:cubicBezTo>
                      <a:pt x="29" y="72"/>
                      <a:pt x="113" y="31"/>
                      <a:pt x="99" y="49"/>
                    </a:cubicBezTo>
                    <a:cubicBezTo>
                      <a:pt x="85" y="66"/>
                      <a:pt x="86" y="77"/>
                      <a:pt x="90" y="86"/>
                    </a:cubicBezTo>
                    <a:cubicBezTo>
                      <a:pt x="108" y="86"/>
                      <a:pt x="126" y="85"/>
                      <a:pt x="126" y="74"/>
                    </a:cubicBezTo>
                    <a:cubicBezTo>
                      <a:pt x="124" y="58"/>
                      <a:pt x="102" y="46"/>
                      <a:pt x="126" y="17"/>
                    </a:cubicBezTo>
                    <a:cubicBezTo>
                      <a:pt x="141" y="0"/>
                      <a:pt x="56" y="40"/>
                      <a:pt x="33" y="45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0" name="Freeform 3753">
                <a:extLst>
                  <a:ext uri="{FF2B5EF4-FFF2-40B4-BE49-F238E27FC236}">
                    <a16:creationId xmlns:a16="http://schemas.microsoft.com/office/drawing/2014/main" id="{7EFC6203-BA0A-443C-ADFA-88525256A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969"/>
                <a:ext cx="137" cy="64"/>
              </a:xfrm>
              <a:custGeom>
                <a:avLst/>
                <a:gdLst>
                  <a:gd name="T0" fmla="*/ 121 w 134"/>
                  <a:gd name="T1" fmla="*/ 27 h 63"/>
                  <a:gd name="T2" fmla="*/ 118 w 134"/>
                  <a:gd name="T3" fmla="*/ 28 h 63"/>
                  <a:gd name="T4" fmla="*/ 22 w 134"/>
                  <a:gd name="T5" fmla="*/ 25 h 63"/>
                  <a:gd name="T6" fmla="*/ 0 w 134"/>
                  <a:gd name="T7" fmla="*/ 57 h 63"/>
                  <a:gd name="T8" fmla="*/ 91 w 134"/>
                  <a:gd name="T9" fmla="*/ 62 h 63"/>
                  <a:gd name="T10" fmla="*/ 93 w 134"/>
                  <a:gd name="T11" fmla="*/ 62 h 63"/>
                  <a:gd name="T12" fmla="*/ 108 w 134"/>
                  <a:gd name="T13" fmla="*/ 66 h 63"/>
                  <a:gd name="T14" fmla="*/ 142 w 134"/>
                  <a:gd name="T15" fmla="*/ 50 h 63"/>
                  <a:gd name="T16" fmla="*/ 121 w 134"/>
                  <a:gd name="T17" fmla="*/ 27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63">
                    <a:moveTo>
                      <a:pt x="112" y="27"/>
                    </a:moveTo>
                    <a:cubicBezTo>
                      <a:pt x="110" y="28"/>
                      <a:pt x="110" y="28"/>
                      <a:pt x="110" y="28"/>
                    </a:cubicBezTo>
                    <a:cubicBezTo>
                      <a:pt x="80" y="29"/>
                      <a:pt x="50" y="0"/>
                      <a:pt x="22" y="25"/>
                    </a:cubicBezTo>
                    <a:cubicBezTo>
                      <a:pt x="14" y="32"/>
                      <a:pt x="7" y="44"/>
                      <a:pt x="0" y="54"/>
                    </a:cubicBezTo>
                    <a:cubicBezTo>
                      <a:pt x="28" y="34"/>
                      <a:pt x="56" y="60"/>
                      <a:pt x="85" y="59"/>
                    </a:cubicBezTo>
                    <a:cubicBezTo>
                      <a:pt x="87" y="59"/>
                      <a:pt x="87" y="59"/>
                      <a:pt x="87" y="59"/>
                    </a:cubicBezTo>
                    <a:cubicBezTo>
                      <a:pt x="92" y="59"/>
                      <a:pt x="98" y="60"/>
                      <a:pt x="102" y="63"/>
                    </a:cubicBezTo>
                    <a:cubicBezTo>
                      <a:pt x="119" y="59"/>
                      <a:pt x="133" y="54"/>
                      <a:pt x="133" y="47"/>
                    </a:cubicBezTo>
                    <a:cubicBezTo>
                      <a:pt x="134" y="32"/>
                      <a:pt x="122" y="28"/>
                      <a:pt x="112" y="2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1" name="Freeform 3754">
                <a:extLst>
                  <a:ext uri="{FF2B5EF4-FFF2-40B4-BE49-F238E27FC236}">
                    <a16:creationId xmlns:a16="http://schemas.microsoft.com/office/drawing/2014/main" id="{768B9FB1-06B0-4EEC-9EC4-992C503F3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207"/>
                <a:ext cx="440" cy="450"/>
              </a:xfrm>
              <a:custGeom>
                <a:avLst/>
                <a:gdLst>
                  <a:gd name="T0" fmla="*/ 434 w 440"/>
                  <a:gd name="T1" fmla="*/ 0 h 450"/>
                  <a:gd name="T2" fmla="*/ 0 w 440"/>
                  <a:gd name="T3" fmla="*/ 384 h 450"/>
                  <a:gd name="T4" fmla="*/ 2 w 440"/>
                  <a:gd name="T5" fmla="*/ 450 h 450"/>
                  <a:gd name="T6" fmla="*/ 440 w 440"/>
                  <a:gd name="T7" fmla="*/ 61 h 450"/>
                  <a:gd name="T8" fmla="*/ 434 w 440"/>
                  <a:gd name="T9" fmla="*/ 0 h 4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0" h="450">
                    <a:moveTo>
                      <a:pt x="434" y="0"/>
                    </a:moveTo>
                    <a:lnTo>
                      <a:pt x="0" y="384"/>
                    </a:lnTo>
                    <a:lnTo>
                      <a:pt x="2" y="450"/>
                    </a:lnTo>
                    <a:lnTo>
                      <a:pt x="440" y="61"/>
                    </a:lnTo>
                    <a:lnTo>
                      <a:pt x="434" y="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2" name="Freeform 3755">
                <a:extLst>
                  <a:ext uri="{FF2B5EF4-FFF2-40B4-BE49-F238E27FC236}">
                    <a16:creationId xmlns:a16="http://schemas.microsoft.com/office/drawing/2014/main" id="{42756CCC-1EB2-4D80-9F82-702646245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977"/>
                <a:ext cx="106" cy="150"/>
              </a:xfrm>
              <a:custGeom>
                <a:avLst/>
                <a:gdLst>
                  <a:gd name="T0" fmla="*/ 0 w 106"/>
                  <a:gd name="T1" fmla="*/ 96 h 150"/>
                  <a:gd name="T2" fmla="*/ 106 w 106"/>
                  <a:gd name="T3" fmla="*/ 0 h 150"/>
                  <a:gd name="T4" fmla="*/ 105 w 106"/>
                  <a:gd name="T5" fmla="*/ 59 h 150"/>
                  <a:gd name="T6" fmla="*/ 3 w 106"/>
                  <a:gd name="T7" fmla="*/ 150 h 150"/>
                  <a:gd name="T8" fmla="*/ 0 w 106"/>
                  <a:gd name="T9" fmla="*/ 96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50">
                    <a:moveTo>
                      <a:pt x="0" y="96"/>
                    </a:moveTo>
                    <a:lnTo>
                      <a:pt x="106" y="0"/>
                    </a:lnTo>
                    <a:lnTo>
                      <a:pt x="105" y="59"/>
                    </a:lnTo>
                    <a:lnTo>
                      <a:pt x="3" y="150"/>
                    </a:lnTo>
                    <a:lnTo>
                      <a:pt x="0" y="96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3" name="Freeform 3756">
                <a:extLst>
                  <a:ext uri="{FF2B5EF4-FFF2-40B4-BE49-F238E27FC236}">
                    <a16:creationId xmlns:a16="http://schemas.microsoft.com/office/drawing/2014/main" id="{A18DCD62-26B3-4078-9A2B-48943D39B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2161"/>
                <a:ext cx="47" cy="92"/>
              </a:xfrm>
              <a:custGeom>
                <a:avLst/>
                <a:gdLst>
                  <a:gd name="T0" fmla="*/ 49 w 46"/>
                  <a:gd name="T1" fmla="*/ 94 h 91"/>
                  <a:gd name="T2" fmla="*/ 5 w 46"/>
                  <a:gd name="T3" fmla="*/ 62 h 91"/>
                  <a:gd name="T4" fmla="*/ 0 w 46"/>
                  <a:gd name="T5" fmla="*/ 0 h 91"/>
                  <a:gd name="T6" fmla="*/ 44 w 46"/>
                  <a:gd name="T7" fmla="*/ 42 h 91"/>
                  <a:gd name="T8" fmla="*/ 49 w 46"/>
                  <a:gd name="T9" fmla="*/ 94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91">
                    <a:moveTo>
                      <a:pt x="46" y="91"/>
                    </a:moveTo>
                    <a:cubicBezTo>
                      <a:pt x="26" y="75"/>
                      <a:pt x="22" y="78"/>
                      <a:pt x="5" y="5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14"/>
                      <a:pt x="41" y="42"/>
                    </a:cubicBezTo>
                    <a:lnTo>
                      <a:pt x="46" y="91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4" name="Freeform 3757">
                <a:extLst>
                  <a:ext uri="{FF2B5EF4-FFF2-40B4-BE49-F238E27FC236}">
                    <a16:creationId xmlns:a16="http://schemas.microsoft.com/office/drawing/2014/main" id="{41ABAD3F-C452-476B-AE70-0FC805872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2334"/>
                <a:ext cx="112" cy="130"/>
              </a:xfrm>
              <a:custGeom>
                <a:avLst/>
                <a:gdLst>
                  <a:gd name="T0" fmla="*/ 0 w 110"/>
                  <a:gd name="T1" fmla="*/ 0 h 127"/>
                  <a:gd name="T2" fmla="*/ 6 w 110"/>
                  <a:gd name="T3" fmla="*/ 58 h 127"/>
                  <a:gd name="T4" fmla="*/ 116 w 110"/>
                  <a:gd name="T5" fmla="*/ 136 h 127"/>
                  <a:gd name="T6" fmla="*/ 109 w 110"/>
                  <a:gd name="T7" fmla="*/ 71 h 127"/>
                  <a:gd name="T8" fmla="*/ 0 w 110"/>
                  <a:gd name="T9" fmla="*/ 0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27">
                    <a:moveTo>
                      <a:pt x="0" y="0"/>
                    </a:moveTo>
                    <a:cubicBezTo>
                      <a:pt x="6" y="55"/>
                      <a:pt x="6" y="55"/>
                      <a:pt x="6" y="55"/>
                    </a:cubicBezTo>
                    <a:cubicBezTo>
                      <a:pt x="30" y="77"/>
                      <a:pt x="73" y="113"/>
                      <a:pt x="110" y="127"/>
                    </a:cubicBezTo>
                    <a:cubicBezTo>
                      <a:pt x="103" y="65"/>
                      <a:pt x="103" y="65"/>
                      <a:pt x="103" y="65"/>
                    </a:cubicBezTo>
                    <a:cubicBezTo>
                      <a:pt x="64" y="48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5" name="Freeform 3758">
                <a:extLst>
                  <a:ext uri="{FF2B5EF4-FFF2-40B4-BE49-F238E27FC236}">
                    <a16:creationId xmlns:a16="http://schemas.microsoft.com/office/drawing/2014/main" id="{EFE56D23-6B83-4E7E-A466-070C8BA04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528"/>
                <a:ext cx="94" cy="77"/>
              </a:xfrm>
              <a:custGeom>
                <a:avLst/>
                <a:gdLst>
                  <a:gd name="T0" fmla="*/ 94 w 92"/>
                  <a:gd name="T1" fmla="*/ 18 h 76"/>
                  <a:gd name="T2" fmla="*/ 6 w 92"/>
                  <a:gd name="T3" fmla="*/ 0 h 76"/>
                  <a:gd name="T4" fmla="*/ 0 w 92"/>
                  <a:gd name="T5" fmla="*/ 57 h 76"/>
                  <a:gd name="T6" fmla="*/ 98 w 92"/>
                  <a:gd name="T7" fmla="*/ 79 h 76"/>
                  <a:gd name="T8" fmla="*/ 94 w 92"/>
                  <a:gd name="T9" fmla="*/ 1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76">
                    <a:moveTo>
                      <a:pt x="88" y="18"/>
                    </a:moveTo>
                    <a:cubicBezTo>
                      <a:pt x="42" y="13"/>
                      <a:pt x="47" y="9"/>
                      <a:pt x="6" y="0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44" y="61"/>
                      <a:pt x="49" y="71"/>
                      <a:pt x="92" y="76"/>
                    </a:cubicBezTo>
                    <a:lnTo>
                      <a:pt x="88" y="18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6" name="Freeform 3759">
                <a:extLst>
                  <a:ext uri="{FF2B5EF4-FFF2-40B4-BE49-F238E27FC236}">
                    <a16:creationId xmlns:a16="http://schemas.microsoft.com/office/drawing/2014/main" id="{F10F09C3-5792-472B-ADBF-3D2BF1E21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569"/>
                <a:ext cx="54" cy="61"/>
              </a:xfrm>
              <a:custGeom>
                <a:avLst/>
                <a:gdLst>
                  <a:gd name="T0" fmla="*/ 56 w 53"/>
                  <a:gd name="T1" fmla="*/ 63 h 60"/>
                  <a:gd name="T2" fmla="*/ 1 w 53"/>
                  <a:gd name="T3" fmla="*/ 57 h 60"/>
                  <a:gd name="T4" fmla="*/ 0 w 53"/>
                  <a:gd name="T5" fmla="*/ 0 h 60"/>
                  <a:gd name="T6" fmla="*/ 52 w 53"/>
                  <a:gd name="T7" fmla="*/ 2 h 60"/>
                  <a:gd name="T8" fmla="*/ 56 w 53"/>
                  <a:gd name="T9" fmla="*/ 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60">
                    <a:moveTo>
                      <a:pt x="53" y="60"/>
                    </a:moveTo>
                    <a:cubicBezTo>
                      <a:pt x="40" y="57"/>
                      <a:pt x="19" y="59"/>
                      <a:pt x="1" y="5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7" y="0"/>
                      <a:pt x="21" y="3"/>
                      <a:pt x="49" y="2"/>
                    </a:cubicBezTo>
                    <a:cubicBezTo>
                      <a:pt x="53" y="60"/>
                      <a:pt x="53" y="60"/>
                      <a:pt x="53" y="6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7" name="Freeform 3760">
                <a:extLst>
                  <a:ext uri="{FF2B5EF4-FFF2-40B4-BE49-F238E27FC236}">
                    <a16:creationId xmlns:a16="http://schemas.microsoft.com/office/drawing/2014/main" id="{9CCBF445-89DF-488C-8EDB-CBBD83F88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576"/>
                <a:ext cx="101" cy="81"/>
              </a:xfrm>
              <a:custGeom>
                <a:avLst/>
                <a:gdLst>
                  <a:gd name="T0" fmla="*/ 1 w 99"/>
                  <a:gd name="T1" fmla="*/ 73 h 80"/>
                  <a:gd name="T2" fmla="*/ 105 w 99"/>
                  <a:gd name="T3" fmla="*/ 83 h 80"/>
                  <a:gd name="T4" fmla="*/ 103 w 99"/>
                  <a:gd name="T5" fmla="*/ 15 h 80"/>
                  <a:gd name="T6" fmla="*/ 0 w 99"/>
                  <a:gd name="T7" fmla="*/ 4 h 80"/>
                  <a:gd name="T8" fmla="*/ 1 w 99"/>
                  <a:gd name="T9" fmla="*/ 73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80">
                    <a:moveTo>
                      <a:pt x="1" y="70"/>
                    </a:moveTo>
                    <a:cubicBezTo>
                      <a:pt x="51" y="76"/>
                      <a:pt x="99" y="80"/>
                      <a:pt x="99" y="80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70" y="20"/>
                      <a:pt x="26" y="0"/>
                      <a:pt x="0" y="4"/>
                    </a:cubicBezTo>
                    <a:lnTo>
                      <a:pt x="1" y="7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8" name="Freeform 3761">
                <a:extLst>
                  <a:ext uri="{FF2B5EF4-FFF2-40B4-BE49-F238E27FC236}">
                    <a16:creationId xmlns:a16="http://schemas.microsoft.com/office/drawing/2014/main" id="{929A75A3-657C-4215-9536-CB695612B6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" y="1900"/>
                <a:ext cx="1824" cy="691"/>
              </a:xfrm>
              <a:custGeom>
                <a:avLst/>
                <a:gdLst>
                  <a:gd name="T0" fmla="*/ 1297 w 1787"/>
                  <a:gd name="T1" fmla="*/ 125 h 677"/>
                  <a:gd name="T2" fmla="*/ 1184 w 1787"/>
                  <a:gd name="T3" fmla="*/ 107 h 677"/>
                  <a:gd name="T4" fmla="*/ 674 w 1787"/>
                  <a:gd name="T5" fmla="*/ 115 h 677"/>
                  <a:gd name="T6" fmla="*/ 548 w 1787"/>
                  <a:gd name="T7" fmla="*/ 151 h 677"/>
                  <a:gd name="T8" fmla="*/ 0 w 1787"/>
                  <a:gd name="T9" fmla="*/ 272 h 677"/>
                  <a:gd name="T10" fmla="*/ 162 w 1787"/>
                  <a:gd name="T11" fmla="*/ 345 h 677"/>
                  <a:gd name="T12" fmla="*/ 199 w 1787"/>
                  <a:gd name="T13" fmla="*/ 452 h 677"/>
                  <a:gd name="T14" fmla="*/ 470 w 1787"/>
                  <a:gd name="T15" fmla="*/ 554 h 677"/>
                  <a:gd name="T16" fmla="*/ 574 w 1787"/>
                  <a:gd name="T17" fmla="*/ 576 h 677"/>
                  <a:gd name="T18" fmla="*/ 799 w 1787"/>
                  <a:gd name="T19" fmla="*/ 636 h 677"/>
                  <a:gd name="T20" fmla="*/ 984 w 1787"/>
                  <a:gd name="T21" fmla="*/ 699 h 677"/>
                  <a:gd name="T22" fmla="*/ 1071 w 1787"/>
                  <a:gd name="T23" fmla="*/ 708 h 677"/>
                  <a:gd name="T24" fmla="*/ 1785 w 1787"/>
                  <a:gd name="T25" fmla="*/ 180 h 677"/>
                  <a:gd name="T26" fmla="*/ 1409 w 1787"/>
                  <a:gd name="T27" fmla="*/ 300 h 677"/>
                  <a:gd name="T28" fmla="*/ 1056 w 1787"/>
                  <a:gd name="T29" fmla="*/ 480 h 677"/>
                  <a:gd name="T30" fmla="*/ 1317 w 1787"/>
                  <a:gd name="T31" fmla="*/ 387 h 677"/>
                  <a:gd name="T32" fmla="*/ 1095 w 1787"/>
                  <a:gd name="T33" fmla="*/ 247 h 677"/>
                  <a:gd name="T34" fmla="*/ 1263 w 1787"/>
                  <a:gd name="T35" fmla="*/ 306 h 677"/>
                  <a:gd name="T36" fmla="*/ 1089 w 1787"/>
                  <a:gd name="T37" fmla="*/ 391 h 677"/>
                  <a:gd name="T38" fmla="*/ 1125 w 1787"/>
                  <a:gd name="T39" fmla="*/ 309 h 677"/>
                  <a:gd name="T40" fmla="*/ 849 w 1787"/>
                  <a:gd name="T41" fmla="*/ 329 h 677"/>
                  <a:gd name="T42" fmla="*/ 795 w 1787"/>
                  <a:gd name="T43" fmla="*/ 274 h 677"/>
                  <a:gd name="T44" fmla="*/ 917 w 1787"/>
                  <a:gd name="T45" fmla="*/ 224 h 677"/>
                  <a:gd name="T46" fmla="*/ 688 w 1787"/>
                  <a:gd name="T47" fmla="*/ 310 h 677"/>
                  <a:gd name="T48" fmla="*/ 631 w 1787"/>
                  <a:gd name="T49" fmla="*/ 226 h 677"/>
                  <a:gd name="T50" fmla="*/ 1008 w 1787"/>
                  <a:gd name="T51" fmla="*/ 221 h 677"/>
                  <a:gd name="T52" fmla="*/ 1070 w 1787"/>
                  <a:gd name="T53" fmla="*/ 148 h 677"/>
                  <a:gd name="T54" fmla="*/ 964 w 1787"/>
                  <a:gd name="T55" fmla="*/ 153 h 677"/>
                  <a:gd name="T56" fmla="*/ 720 w 1787"/>
                  <a:gd name="T57" fmla="*/ 115 h 677"/>
                  <a:gd name="T58" fmla="*/ 849 w 1787"/>
                  <a:gd name="T59" fmla="*/ 186 h 677"/>
                  <a:gd name="T60" fmla="*/ 656 w 1787"/>
                  <a:gd name="T61" fmla="*/ 138 h 677"/>
                  <a:gd name="T62" fmla="*/ 568 w 1787"/>
                  <a:gd name="T63" fmla="*/ 178 h 677"/>
                  <a:gd name="T64" fmla="*/ 219 w 1787"/>
                  <a:gd name="T65" fmla="*/ 345 h 677"/>
                  <a:gd name="T66" fmla="*/ 380 w 1787"/>
                  <a:gd name="T67" fmla="*/ 281 h 677"/>
                  <a:gd name="T68" fmla="*/ 384 w 1787"/>
                  <a:gd name="T69" fmla="*/ 205 h 677"/>
                  <a:gd name="T70" fmla="*/ 571 w 1787"/>
                  <a:gd name="T71" fmla="*/ 234 h 677"/>
                  <a:gd name="T72" fmla="*/ 484 w 1787"/>
                  <a:gd name="T73" fmla="*/ 318 h 677"/>
                  <a:gd name="T74" fmla="*/ 398 w 1787"/>
                  <a:gd name="T75" fmla="*/ 336 h 677"/>
                  <a:gd name="T76" fmla="*/ 672 w 1787"/>
                  <a:gd name="T77" fmla="*/ 572 h 677"/>
                  <a:gd name="T78" fmla="*/ 464 w 1787"/>
                  <a:gd name="T79" fmla="*/ 426 h 677"/>
                  <a:gd name="T80" fmla="*/ 705 w 1787"/>
                  <a:gd name="T81" fmla="*/ 424 h 677"/>
                  <a:gd name="T82" fmla="*/ 749 w 1787"/>
                  <a:gd name="T83" fmla="*/ 452 h 677"/>
                  <a:gd name="T84" fmla="*/ 849 w 1787"/>
                  <a:gd name="T85" fmla="*/ 421 h 677"/>
                  <a:gd name="T86" fmla="*/ 590 w 1787"/>
                  <a:gd name="T87" fmla="*/ 344 h 677"/>
                  <a:gd name="T88" fmla="*/ 874 w 1787"/>
                  <a:gd name="T89" fmla="*/ 354 h 677"/>
                  <a:gd name="T90" fmla="*/ 951 w 1787"/>
                  <a:gd name="T91" fmla="*/ 562 h 677"/>
                  <a:gd name="T92" fmla="*/ 998 w 1787"/>
                  <a:gd name="T93" fmla="*/ 564 h 677"/>
                  <a:gd name="T94" fmla="*/ 1105 w 1787"/>
                  <a:gd name="T95" fmla="*/ 561 h 677"/>
                  <a:gd name="T96" fmla="*/ 1243 w 1787"/>
                  <a:gd name="T97" fmla="*/ 526 h 677"/>
                  <a:gd name="T98" fmla="*/ 1409 w 1787"/>
                  <a:gd name="T99" fmla="*/ 445 h 677"/>
                  <a:gd name="T100" fmla="*/ 1653 w 1787"/>
                  <a:gd name="T101" fmla="*/ 190 h 677"/>
                  <a:gd name="T102" fmla="*/ 1564 w 1787"/>
                  <a:gd name="T103" fmla="*/ 174 h 67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87" h="677">
                    <a:moveTo>
                      <a:pt x="1396" y="139"/>
                    </a:moveTo>
                    <a:cubicBezTo>
                      <a:pt x="1395" y="140"/>
                      <a:pt x="1395" y="140"/>
                      <a:pt x="1395" y="140"/>
                    </a:cubicBezTo>
                    <a:cubicBezTo>
                      <a:pt x="1366" y="159"/>
                      <a:pt x="1332" y="181"/>
                      <a:pt x="1297" y="180"/>
                    </a:cubicBezTo>
                    <a:cubicBezTo>
                      <a:pt x="1278" y="179"/>
                      <a:pt x="1244" y="142"/>
                      <a:pt x="1264" y="121"/>
                    </a:cubicBezTo>
                    <a:cubicBezTo>
                      <a:pt x="1220" y="118"/>
                      <a:pt x="1220" y="118"/>
                      <a:pt x="1220" y="118"/>
                    </a:cubicBezTo>
                    <a:cubicBezTo>
                      <a:pt x="1195" y="126"/>
                      <a:pt x="1177" y="155"/>
                      <a:pt x="1151" y="161"/>
                    </a:cubicBezTo>
                    <a:cubicBezTo>
                      <a:pt x="1121" y="167"/>
                      <a:pt x="1090" y="170"/>
                      <a:pt x="1061" y="177"/>
                    </a:cubicBezTo>
                    <a:cubicBezTo>
                      <a:pt x="1021" y="185"/>
                      <a:pt x="1003" y="161"/>
                      <a:pt x="1045" y="144"/>
                    </a:cubicBezTo>
                    <a:cubicBezTo>
                      <a:pt x="1067" y="135"/>
                      <a:pt x="1096" y="113"/>
                      <a:pt x="1115" y="102"/>
                    </a:cubicBezTo>
                    <a:cubicBezTo>
                      <a:pt x="1113" y="101"/>
                      <a:pt x="1113" y="101"/>
                      <a:pt x="1113" y="101"/>
                    </a:cubicBezTo>
                    <a:cubicBezTo>
                      <a:pt x="1016" y="81"/>
                      <a:pt x="873" y="47"/>
                      <a:pt x="772" y="0"/>
                    </a:cubicBezTo>
                    <a:cubicBezTo>
                      <a:pt x="656" y="41"/>
                      <a:pt x="656" y="41"/>
                      <a:pt x="656" y="41"/>
                    </a:cubicBezTo>
                    <a:cubicBezTo>
                      <a:pt x="654" y="42"/>
                      <a:pt x="654" y="42"/>
                      <a:pt x="654" y="42"/>
                    </a:cubicBezTo>
                    <a:cubicBezTo>
                      <a:pt x="674" y="47"/>
                      <a:pt x="695" y="75"/>
                      <a:pt x="684" y="88"/>
                    </a:cubicBezTo>
                    <a:cubicBezTo>
                      <a:pt x="672" y="102"/>
                      <a:pt x="651" y="106"/>
                      <a:pt x="634" y="109"/>
                    </a:cubicBezTo>
                    <a:cubicBezTo>
                      <a:pt x="598" y="116"/>
                      <a:pt x="545" y="140"/>
                      <a:pt x="525" y="101"/>
                    </a:cubicBezTo>
                    <a:cubicBezTo>
                      <a:pt x="525" y="99"/>
                      <a:pt x="525" y="99"/>
                      <a:pt x="525" y="99"/>
                    </a:cubicBezTo>
                    <a:cubicBezTo>
                      <a:pt x="494" y="108"/>
                      <a:pt x="494" y="108"/>
                      <a:pt x="494" y="108"/>
                    </a:cubicBezTo>
                    <a:cubicBezTo>
                      <a:pt x="496" y="111"/>
                      <a:pt x="496" y="111"/>
                      <a:pt x="496" y="111"/>
                    </a:cubicBezTo>
                    <a:cubicBezTo>
                      <a:pt x="513" y="112"/>
                      <a:pt x="517" y="126"/>
                      <a:pt x="515" y="142"/>
                    </a:cubicBezTo>
                    <a:cubicBezTo>
                      <a:pt x="512" y="169"/>
                      <a:pt x="480" y="164"/>
                      <a:pt x="459" y="171"/>
                    </a:cubicBezTo>
                    <a:cubicBezTo>
                      <a:pt x="428" y="182"/>
                      <a:pt x="427" y="176"/>
                      <a:pt x="401" y="165"/>
                    </a:cubicBezTo>
                    <a:cubicBezTo>
                      <a:pt x="385" y="157"/>
                      <a:pt x="365" y="154"/>
                      <a:pt x="346" y="152"/>
                    </a:cubicBezTo>
                    <a:cubicBezTo>
                      <a:pt x="344" y="150"/>
                      <a:pt x="344" y="150"/>
                      <a:pt x="344" y="150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0" y="256"/>
                      <a:pt x="2" y="268"/>
                      <a:pt x="40" y="296"/>
                    </a:cubicBezTo>
                    <a:cubicBezTo>
                      <a:pt x="42" y="294"/>
                      <a:pt x="42" y="294"/>
                      <a:pt x="42" y="294"/>
                    </a:cubicBezTo>
                    <a:cubicBezTo>
                      <a:pt x="45" y="288"/>
                      <a:pt x="56" y="282"/>
                      <a:pt x="70" y="275"/>
                    </a:cubicBezTo>
                    <a:cubicBezTo>
                      <a:pt x="81" y="276"/>
                      <a:pt x="94" y="281"/>
                      <a:pt x="103" y="284"/>
                    </a:cubicBezTo>
                    <a:cubicBezTo>
                      <a:pt x="125" y="292"/>
                      <a:pt x="141" y="304"/>
                      <a:pt x="153" y="324"/>
                    </a:cubicBezTo>
                    <a:cubicBezTo>
                      <a:pt x="160" y="337"/>
                      <a:pt x="171" y="356"/>
                      <a:pt x="182" y="365"/>
                    </a:cubicBezTo>
                    <a:cubicBezTo>
                      <a:pt x="186" y="368"/>
                      <a:pt x="194" y="372"/>
                      <a:pt x="200" y="373"/>
                    </a:cubicBezTo>
                    <a:cubicBezTo>
                      <a:pt x="205" y="374"/>
                      <a:pt x="212" y="372"/>
                      <a:pt x="216" y="375"/>
                    </a:cubicBezTo>
                    <a:cubicBezTo>
                      <a:pt x="232" y="385"/>
                      <a:pt x="205" y="414"/>
                      <a:pt x="195" y="421"/>
                    </a:cubicBezTo>
                    <a:cubicBezTo>
                      <a:pt x="195" y="421"/>
                      <a:pt x="190" y="424"/>
                      <a:pt x="187" y="425"/>
                    </a:cubicBezTo>
                    <a:cubicBezTo>
                      <a:pt x="187" y="425"/>
                      <a:pt x="284" y="489"/>
                      <a:pt x="290" y="490"/>
                    </a:cubicBezTo>
                    <a:cubicBezTo>
                      <a:pt x="292" y="490"/>
                      <a:pt x="321" y="464"/>
                      <a:pt x="356" y="434"/>
                    </a:cubicBezTo>
                    <a:cubicBezTo>
                      <a:pt x="358" y="434"/>
                      <a:pt x="360" y="434"/>
                      <a:pt x="361" y="434"/>
                    </a:cubicBezTo>
                    <a:cubicBezTo>
                      <a:pt x="420" y="434"/>
                      <a:pt x="439" y="450"/>
                      <a:pt x="451" y="469"/>
                    </a:cubicBezTo>
                    <a:cubicBezTo>
                      <a:pt x="457" y="487"/>
                      <a:pt x="453" y="504"/>
                      <a:pt x="442" y="521"/>
                    </a:cubicBezTo>
                    <a:cubicBezTo>
                      <a:pt x="435" y="531"/>
                      <a:pt x="426" y="542"/>
                      <a:pt x="416" y="549"/>
                    </a:cubicBezTo>
                    <a:cubicBezTo>
                      <a:pt x="409" y="555"/>
                      <a:pt x="400" y="559"/>
                      <a:pt x="395" y="565"/>
                    </a:cubicBezTo>
                    <a:cubicBezTo>
                      <a:pt x="423" y="580"/>
                      <a:pt x="441" y="585"/>
                      <a:pt x="468" y="590"/>
                    </a:cubicBezTo>
                    <a:cubicBezTo>
                      <a:pt x="451" y="572"/>
                      <a:pt x="487" y="537"/>
                      <a:pt x="508" y="534"/>
                    </a:cubicBezTo>
                    <a:cubicBezTo>
                      <a:pt x="519" y="532"/>
                      <a:pt x="530" y="538"/>
                      <a:pt x="540" y="542"/>
                    </a:cubicBezTo>
                    <a:cubicBezTo>
                      <a:pt x="543" y="543"/>
                      <a:pt x="547" y="544"/>
                      <a:pt x="551" y="545"/>
                    </a:cubicBezTo>
                    <a:cubicBezTo>
                      <a:pt x="559" y="552"/>
                      <a:pt x="568" y="559"/>
                      <a:pt x="578" y="564"/>
                    </a:cubicBezTo>
                    <a:cubicBezTo>
                      <a:pt x="602" y="576"/>
                      <a:pt x="625" y="615"/>
                      <a:pt x="625" y="615"/>
                    </a:cubicBezTo>
                    <a:cubicBezTo>
                      <a:pt x="695" y="630"/>
                      <a:pt x="710" y="633"/>
                      <a:pt x="710" y="633"/>
                    </a:cubicBezTo>
                    <a:cubicBezTo>
                      <a:pt x="721" y="632"/>
                      <a:pt x="735" y="618"/>
                      <a:pt x="751" y="598"/>
                    </a:cubicBezTo>
                    <a:cubicBezTo>
                      <a:pt x="763" y="584"/>
                      <a:pt x="783" y="563"/>
                      <a:pt x="805" y="549"/>
                    </a:cubicBezTo>
                    <a:cubicBezTo>
                      <a:pt x="839" y="528"/>
                      <a:pt x="863" y="553"/>
                      <a:pt x="892" y="557"/>
                    </a:cubicBezTo>
                    <a:cubicBezTo>
                      <a:pt x="911" y="559"/>
                      <a:pt x="907" y="583"/>
                      <a:pt x="902" y="600"/>
                    </a:cubicBezTo>
                    <a:cubicBezTo>
                      <a:pt x="886" y="630"/>
                      <a:pt x="874" y="655"/>
                      <a:pt x="875" y="655"/>
                    </a:cubicBezTo>
                    <a:cubicBezTo>
                      <a:pt x="880" y="655"/>
                      <a:pt x="925" y="657"/>
                      <a:pt x="925" y="657"/>
                    </a:cubicBezTo>
                    <a:cubicBezTo>
                      <a:pt x="930" y="656"/>
                      <a:pt x="941" y="646"/>
                      <a:pt x="954" y="631"/>
                    </a:cubicBezTo>
                    <a:cubicBezTo>
                      <a:pt x="968" y="620"/>
                      <a:pt x="1024" y="610"/>
                      <a:pt x="1023" y="624"/>
                    </a:cubicBezTo>
                    <a:cubicBezTo>
                      <a:pt x="1023" y="641"/>
                      <a:pt x="1010" y="663"/>
                      <a:pt x="1010" y="663"/>
                    </a:cubicBezTo>
                    <a:cubicBezTo>
                      <a:pt x="1013" y="662"/>
                      <a:pt x="1013" y="662"/>
                      <a:pt x="1013" y="662"/>
                    </a:cubicBezTo>
                    <a:cubicBezTo>
                      <a:pt x="1010" y="664"/>
                      <a:pt x="1007" y="666"/>
                      <a:pt x="1007" y="666"/>
                    </a:cubicBezTo>
                    <a:cubicBezTo>
                      <a:pt x="1104" y="677"/>
                      <a:pt x="1104" y="677"/>
                      <a:pt x="1104" y="677"/>
                    </a:cubicBezTo>
                    <a:cubicBezTo>
                      <a:pt x="1530" y="301"/>
                      <a:pt x="1530" y="301"/>
                      <a:pt x="1530" y="301"/>
                    </a:cubicBezTo>
                    <a:cubicBezTo>
                      <a:pt x="1513" y="298"/>
                      <a:pt x="1490" y="260"/>
                      <a:pt x="1490" y="245"/>
                    </a:cubicBezTo>
                    <a:cubicBezTo>
                      <a:pt x="1490" y="220"/>
                      <a:pt x="1531" y="209"/>
                      <a:pt x="1552" y="199"/>
                    </a:cubicBezTo>
                    <a:cubicBezTo>
                      <a:pt x="1593" y="179"/>
                      <a:pt x="1633" y="164"/>
                      <a:pt x="1679" y="169"/>
                    </a:cubicBezTo>
                    <a:cubicBezTo>
                      <a:pt x="1682" y="169"/>
                      <a:pt x="1682" y="169"/>
                      <a:pt x="1682" y="169"/>
                    </a:cubicBezTo>
                    <a:cubicBezTo>
                      <a:pt x="1787" y="75"/>
                      <a:pt x="1787" y="75"/>
                      <a:pt x="1787" y="75"/>
                    </a:cubicBezTo>
                    <a:cubicBezTo>
                      <a:pt x="1787" y="75"/>
                      <a:pt x="1613" y="144"/>
                      <a:pt x="1396" y="139"/>
                    </a:cubicBezTo>
                    <a:close/>
                    <a:moveTo>
                      <a:pt x="1388" y="218"/>
                    </a:moveTo>
                    <a:cubicBezTo>
                      <a:pt x="1422" y="240"/>
                      <a:pt x="1347" y="273"/>
                      <a:pt x="1325" y="282"/>
                    </a:cubicBezTo>
                    <a:cubicBezTo>
                      <a:pt x="1288" y="297"/>
                      <a:pt x="1273" y="275"/>
                      <a:pt x="1247" y="280"/>
                    </a:cubicBezTo>
                    <a:cubicBezTo>
                      <a:pt x="1246" y="280"/>
                      <a:pt x="1245" y="280"/>
                      <a:pt x="1241" y="278"/>
                    </a:cubicBezTo>
                    <a:cubicBezTo>
                      <a:pt x="1232" y="255"/>
                      <a:pt x="1263" y="246"/>
                      <a:pt x="1280" y="239"/>
                    </a:cubicBezTo>
                    <a:cubicBezTo>
                      <a:pt x="1309" y="226"/>
                      <a:pt x="1355" y="197"/>
                      <a:pt x="1388" y="218"/>
                    </a:cubicBezTo>
                    <a:close/>
                    <a:moveTo>
                      <a:pt x="993" y="451"/>
                    </a:moveTo>
                    <a:cubicBezTo>
                      <a:pt x="961" y="436"/>
                      <a:pt x="1021" y="402"/>
                      <a:pt x="1035" y="393"/>
                    </a:cubicBezTo>
                    <a:cubicBezTo>
                      <a:pt x="1055" y="380"/>
                      <a:pt x="1068" y="360"/>
                      <a:pt x="1087" y="347"/>
                    </a:cubicBezTo>
                    <a:cubicBezTo>
                      <a:pt x="1106" y="335"/>
                      <a:pt x="1132" y="334"/>
                      <a:pt x="1151" y="324"/>
                    </a:cubicBezTo>
                    <a:cubicBezTo>
                      <a:pt x="1185" y="307"/>
                      <a:pt x="1216" y="281"/>
                      <a:pt x="1255" y="306"/>
                    </a:cubicBezTo>
                    <a:cubicBezTo>
                      <a:pt x="1288" y="326"/>
                      <a:pt x="1264" y="349"/>
                      <a:pt x="1238" y="363"/>
                    </a:cubicBezTo>
                    <a:cubicBezTo>
                      <a:pt x="1191" y="388"/>
                      <a:pt x="1136" y="412"/>
                      <a:pt x="1085" y="431"/>
                    </a:cubicBezTo>
                    <a:cubicBezTo>
                      <a:pt x="1072" y="436"/>
                      <a:pt x="1062" y="442"/>
                      <a:pt x="1047" y="442"/>
                    </a:cubicBezTo>
                    <a:cubicBezTo>
                      <a:pt x="1045" y="442"/>
                      <a:pt x="1045" y="442"/>
                      <a:pt x="1045" y="442"/>
                    </a:cubicBezTo>
                    <a:cubicBezTo>
                      <a:pt x="1031" y="443"/>
                      <a:pt x="1009" y="458"/>
                      <a:pt x="993" y="451"/>
                    </a:cubicBezTo>
                    <a:close/>
                    <a:moveTo>
                      <a:pt x="1030" y="232"/>
                    </a:moveTo>
                    <a:cubicBezTo>
                      <a:pt x="1033" y="191"/>
                      <a:pt x="1151" y="175"/>
                      <a:pt x="1185" y="168"/>
                    </a:cubicBezTo>
                    <a:cubicBezTo>
                      <a:pt x="1201" y="165"/>
                      <a:pt x="1220" y="162"/>
                      <a:pt x="1235" y="170"/>
                    </a:cubicBezTo>
                    <a:cubicBezTo>
                      <a:pt x="1245" y="172"/>
                      <a:pt x="1285" y="195"/>
                      <a:pt x="1284" y="209"/>
                    </a:cubicBezTo>
                    <a:cubicBezTo>
                      <a:pt x="1283" y="222"/>
                      <a:pt x="1238" y="236"/>
                      <a:pt x="1226" y="246"/>
                    </a:cubicBezTo>
                    <a:cubicBezTo>
                      <a:pt x="1217" y="254"/>
                      <a:pt x="1200" y="287"/>
                      <a:pt x="1187" y="288"/>
                    </a:cubicBezTo>
                    <a:cubicBezTo>
                      <a:pt x="1177" y="288"/>
                      <a:pt x="1153" y="263"/>
                      <a:pt x="1143" y="260"/>
                    </a:cubicBezTo>
                    <a:cubicBezTo>
                      <a:pt x="1118" y="253"/>
                      <a:pt x="1028" y="276"/>
                      <a:pt x="1030" y="232"/>
                    </a:cubicBezTo>
                    <a:close/>
                    <a:moveTo>
                      <a:pt x="1058" y="291"/>
                    </a:moveTo>
                    <a:cubicBezTo>
                      <a:pt x="1082" y="274"/>
                      <a:pt x="1188" y="268"/>
                      <a:pt x="1137" y="306"/>
                    </a:cubicBezTo>
                    <a:cubicBezTo>
                      <a:pt x="1103" y="331"/>
                      <a:pt x="1059" y="344"/>
                      <a:pt x="1024" y="367"/>
                    </a:cubicBezTo>
                    <a:cubicBezTo>
                      <a:pt x="1001" y="384"/>
                      <a:pt x="977" y="416"/>
                      <a:pt x="948" y="420"/>
                    </a:cubicBezTo>
                    <a:cubicBezTo>
                      <a:pt x="934" y="422"/>
                      <a:pt x="892" y="422"/>
                      <a:pt x="881" y="412"/>
                    </a:cubicBezTo>
                    <a:cubicBezTo>
                      <a:pt x="859" y="392"/>
                      <a:pt x="895" y="374"/>
                      <a:pt x="909" y="366"/>
                    </a:cubicBezTo>
                    <a:cubicBezTo>
                      <a:pt x="930" y="355"/>
                      <a:pt x="955" y="346"/>
                      <a:pt x="978" y="337"/>
                    </a:cubicBezTo>
                    <a:cubicBezTo>
                      <a:pt x="1006" y="326"/>
                      <a:pt x="1032" y="307"/>
                      <a:pt x="1058" y="291"/>
                    </a:cubicBezTo>
                    <a:close/>
                    <a:moveTo>
                      <a:pt x="1020" y="256"/>
                    </a:moveTo>
                    <a:cubicBezTo>
                      <a:pt x="1030" y="282"/>
                      <a:pt x="1013" y="297"/>
                      <a:pt x="993" y="309"/>
                    </a:cubicBezTo>
                    <a:cubicBezTo>
                      <a:pt x="961" y="329"/>
                      <a:pt x="915" y="359"/>
                      <a:pt x="882" y="336"/>
                    </a:cubicBezTo>
                    <a:cubicBezTo>
                      <a:pt x="870" y="328"/>
                      <a:pt x="860" y="319"/>
                      <a:pt x="845" y="316"/>
                    </a:cubicBezTo>
                    <a:cubicBezTo>
                      <a:pt x="829" y="313"/>
                      <a:pt x="787" y="329"/>
                      <a:pt x="798" y="309"/>
                    </a:cubicBezTo>
                    <a:cubicBezTo>
                      <a:pt x="808" y="289"/>
                      <a:pt x="824" y="277"/>
                      <a:pt x="842" y="270"/>
                    </a:cubicBezTo>
                    <a:cubicBezTo>
                      <a:pt x="845" y="269"/>
                      <a:pt x="845" y="269"/>
                      <a:pt x="845" y="269"/>
                    </a:cubicBezTo>
                    <a:cubicBezTo>
                      <a:pt x="877" y="256"/>
                      <a:pt x="909" y="233"/>
                      <a:pt x="948" y="229"/>
                    </a:cubicBezTo>
                    <a:cubicBezTo>
                      <a:pt x="974" y="227"/>
                      <a:pt x="1008" y="229"/>
                      <a:pt x="1020" y="256"/>
                    </a:cubicBezTo>
                    <a:close/>
                    <a:moveTo>
                      <a:pt x="748" y="258"/>
                    </a:moveTo>
                    <a:cubicBezTo>
                      <a:pt x="745" y="230"/>
                      <a:pt x="687" y="217"/>
                      <a:pt x="722" y="194"/>
                    </a:cubicBezTo>
                    <a:cubicBezTo>
                      <a:pt x="724" y="192"/>
                      <a:pt x="724" y="192"/>
                      <a:pt x="724" y="192"/>
                    </a:cubicBezTo>
                    <a:cubicBezTo>
                      <a:pt x="739" y="185"/>
                      <a:pt x="741" y="203"/>
                      <a:pt x="756" y="205"/>
                    </a:cubicBezTo>
                    <a:cubicBezTo>
                      <a:pt x="775" y="208"/>
                      <a:pt x="788" y="197"/>
                      <a:pt x="804" y="192"/>
                    </a:cubicBezTo>
                    <a:cubicBezTo>
                      <a:pt x="823" y="185"/>
                      <a:pt x="857" y="187"/>
                      <a:pt x="862" y="211"/>
                    </a:cubicBezTo>
                    <a:cubicBezTo>
                      <a:pt x="868" y="239"/>
                      <a:pt x="822" y="255"/>
                      <a:pt x="805" y="270"/>
                    </a:cubicBezTo>
                    <a:cubicBezTo>
                      <a:pt x="795" y="278"/>
                      <a:pt x="759" y="316"/>
                      <a:pt x="744" y="291"/>
                    </a:cubicBezTo>
                    <a:cubicBezTo>
                      <a:pt x="739" y="283"/>
                      <a:pt x="749" y="267"/>
                      <a:pt x="748" y="258"/>
                    </a:cubicBezTo>
                    <a:close/>
                    <a:moveTo>
                      <a:pt x="718" y="276"/>
                    </a:moveTo>
                    <a:cubicBezTo>
                      <a:pt x="702" y="289"/>
                      <a:pt x="668" y="294"/>
                      <a:pt x="647" y="292"/>
                    </a:cubicBezTo>
                    <a:cubicBezTo>
                      <a:pt x="629" y="291"/>
                      <a:pt x="617" y="283"/>
                      <a:pt x="597" y="282"/>
                    </a:cubicBezTo>
                    <a:cubicBezTo>
                      <a:pt x="588" y="281"/>
                      <a:pt x="559" y="281"/>
                      <a:pt x="552" y="275"/>
                    </a:cubicBezTo>
                    <a:cubicBezTo>
                      <a:pt x="544" y="267"/>
                      <a:pt x="548" y="236"/>
                      <a:pt x="553" y="227"/>
                    </a:cubicBezTo>
                    <a:cubicBezTo>
                      <a:pt x="560" y="215"/>
                      <a:pt x="575" y="213"/>
                      <a:pt x="591" y="213"/>
                    </a:cubicBezTo>
                    <a:cubicBezTo>
                      <a:pt x="593" y="213"/>
                      <a:pt x="593" y="213"/>
                      <a:pt x="593" y="213"/>
                    </a:cubicBezTo>
                    <a:cubicBezTo>
                      <a:pt x="626" y="212"/>
                      <a:pt x="664" y="215"/>
                      <a:pt x="692" y="232"/>
                    </a:cubicBezTo>
                    <a:cubicBezTo>
                      <a:pt x="713" y="243"/>
                      <a:pt x="746" y="254"/>
                      <a:pt x="718" y="276"/>
                    </a:cubicBezTo>
                    <a:close/>
                    <a:moveTo>
                      <a:pt x="1006" y="139"/>
                    </a:moveTo>
                    <a:cubicBezTo>
                      <a:pt x="982" y="168"/>
                      <a:pt x="1004" y="180"/>
                      <a:pt x="1006" y="196"/>
                    </a:cubicBezTo>
                    <a:cubicBezTo>
                      <a:pt x="1007" y="212"/>
                      <a:pt x="965" y="207"/>
                      <a:pt x="948" y="209"/>
                    </a:cubicBezTo>
                    <a:cubicBezTo>
                      <a:pt x="924" y="213"/>
                      <a:pt x="893" y="244"/>
                      <a:pt x="879" y="233"/>
                    </a:cubicBezTo>
                    <a:cubicBezTo>
                      <a:pt x="866" y="221"/>
                      <a:pt x="881" y="202"/>
                      <a:pt x="884" y="191"/>
                    </a:cubicBezTo>
                    <a:cubicBezTo>
                      <a:pt x="888" y="174"/>
                      <a:pt x="892" y="172"/>
                      <a:pt x="911" y="168"/>
                    </a:cubicBezTo>
                    <a:cubicBezTo>
                      <a:pt x="913" y="167"/>
                      <a:pt x="913" y="167"/>
                      <a:pt x="913" y="167"/>
                    </a:cubicBezTo>
                    <a:cubicBezTo>
                      <a:pt x="936" y="162"/>
                      <a:pt x="1021" y="122"/>
                      <a:pt x="1006" y="139"/>
                    </a:cubicBezTo>
                    <a:close/>
                    <a:moveTo>
                      <a:pt x="892" y="92"/>
                    </a:moveTo>
                    <a:cubicBezTo>
                      <a:pt x="920" y="67"/>
                      <a:pt x="950" y="96"/>
                      <a:pt x="980" y="94"/>
                    </a:cubicBezTo>
                    <a:cubicBezTo>
                      <a:pt x="982" y="94"/>
                      <a:pt x="982" y="94"/>
                      <a:pt x="982" y="94"/>
                    </a:cubicBezTo>
                    <a:cubicBezTo>
                      <a:pt x="992" y="95"/>
                      <a:pt x="1004" y="99"/>
                      <a:pt x="1003" y="114"/>
                    </a:cubicBezTo>
                    <a:cubicBezTo>
                      <a:pt x="1002" y="129"/>
                      <a:pt x="939" y="135"/>
                      <a:pt x="906" y="144"/>
                    </a:cubicBezTo>
                    <a:cubicBezTo>
                      <a:pt x="887" y="150"/>
                      <a:pt x="880" y="156"/>
                      <a:pt x="866" y="168"/>
                    </a:cubicBezTo>
                    <a:cubicBezTo>
                      <a:pt x="856" y="176"/>
                      <a:pt x="842" y="179"/>
                      <a:pt x="843" y="161"/>
                    </a:cubicBezTo>
                    <a:cubicBezTo>
                      <a:pt x="844" y="151"/>
                      <a:pt x="859" y="137"/>
                      <a:pt x="865" y="129"/>
                    </a:cubicBezTo>
                    <a:cubicBezTo>
                      <a:pt x="872" y="119"/>
                      <a:pt x="882" y="101"/>
                      <a:pt x="892" y="92"/>
                    </a:cubicBezTo>
                    <a:close/>
                    <a:moveTo>
                      <a:pt x="677" y="109"/>
                    </a:moveTo>
                    <a:cubicBezTo>
                      <a:pt x="684" y="99"/>
                      <a:pt x="709" y="87"/>
                      <a:pt x="720" y="76"/>
                    </a:cubicBezTo>
                    <a:cubicBezTo>
                      <a:pt x="728" y="66"/>
                      <a:pt x="744" y="44"/>
                      <a:pt x="759" y="56"/>
                    </a:cubicBezTo>
                    <a:cubicBezTo>
                      <a:pt x="760" y="57"/>
                      <a:pt x="760" y="57"/>
                      <a:pt x="760" y="57"/>
                    </a:cubicBezTo>
                    <a:cubicBezTo>
                      <a:pt x="797" y="64"/>
                      <a:pt x="852" y="40"/>
                      <a:pt x="859" y="96"/>
                    </a:cubicBezTo>
                    <a:cubicBezTo>
                      <a:pt x="864" y="126"/>
                      <a:pt x="818" y="154"/>
                      <a:pt x="798" y="174"/>
                    </a:cubicBezTo>
                    <a:cubicBezTo>
                      <a:pt x="770" y="201"/>
                      <a:pt x="750" y="191"/>
                      <a:pt x="731" y="165"/>
                    </a:cubicBezTo>
                    <a:cubicBezTo>
                      <a:pt x="720" y="149"/>
                      <a:pt x="710" y="142"/>
                      <a:pt x="693" y="133"/>
                    </a:cubicBezTo>
                    <a:cubicBezTo>
                      <a:pt x="679" y="126"/>
                      <a:pt x="667" y="123"/>
                      <a:pt x="677" y="109"/>
                    </a:cubicBezTo>
                    <a:close/>
                    <a:moveTo>
                      <a:pt x="616" y="129"/>
                    </a:moveTo>
                    <a:cubicBezTo>
                      <a:pt x="617" y="129"/>
                      <a:pt x="617" y="129"/>
                      <a:pt x="617" y="129"/>
                    </a:cubicBezTo>
                    <a:cubicBezTo>
                      <a:pt x="637" y="127"/>
                      <a:pt x="686" y="139"/>
                      <a:pt x="700" y="151"/>
                    </a:cubicBezTo>
                    <a:cubicBezTo>
                      <a:pt x="714" y="163"/>
                      <a:pt x="711" y="198"/>
                      <a:pt x="691" y="205"/>
                    </a:cubicBezTo>
                    <a:cubicBezTo>
                      <a:pt x="681" y="208"/>
                      <a:pt x="653" y="199"/>
                      <a:pt x="641" y="198"/>
                    </a:cubicBezTo>
                    <a:cubicBezTo>
                      <a:pt x="621" y="197"/>
                      <a:pt x="596" y="196"/>
                      <a:pt x="577" y="189"/>
                    </a:cubicBezTo>
                    <a:cubicBezTo>
                      <a:pt x="567" y="186"/>
                      <a:pt x="535" y="177"/>
                      <a:pt x="534" y="167"/>
                    </a:cubicBezTo>
                    <a:cubicBezTo>
                      <a:pt x="532" y="142"/>
                      <a:pt x="599" y="130"/>
                      <a:pt x="616" y="129"/>
                    </a:cubicBezTo>
                    <a:close/>
                    <a:moveTo>
                      <a:pt x="292" y="321"/>
                    </a:moveTo>
                    <a:cubicBezTo>
                      <a:pt x="280" y="332"/>
                      <a:pt x="270" y="344"/>
                      <a:pt x="252" y="348"/>
                    </a:cubicBezTo>
                    <a:cubicBezTo>
                      <a:pt x="243" y="350"/>
                      <a:pt x="234" y="347"/>
                      <a:pt x="224" y="346"/>
                    </a:cubicBezTo>
                    <a:cubicBezTo>
                      <a:pt x="207" y="344"/>
                      <a:pt x="204" y="338"/>
                      <a:pt x="207" y="324"/>
                    </a:cubicBezTo>
                    <a:cubicBezTo>
                      <a:pt x="214" y="291"/>
                      <a:pt x="153" y="298"/>
                      <a:pt x="158" y="268"/>
                    </a:cubicBezTo>
                    <a:cubicBezTo>
                      <a:pt x="160" y="258"/>
                      <a:pt x="169" y="251"/>
                      <a:pt x="179" y="246"/>
                    </a:cubicBezTo>
                    <a:cubicBezTo>
                      <a:pt x="241" y="236"/>
                      <a:pt x="304" y="233"/>
                      <a:pt x="320" y="246"/>
                    </a:cubicBezTo>
                    <a:cubicBezTo>
                      <a:pt x="331" y="254"/>
                      <a:pt x="291" y="323"/>
                      <a:pt x="292" y="321"/>
                    </a:cubicBezTo>
                    <a:close/>
                    <a:moveTo>
                      <a:pt x="357" y="264"/>
                    </a:moveTo>
                    <a:cubicBezTo>
                      <a:pt x="340" y="245"/>
                      <a:pt x="371" y="238"/>
                      <a:pt x="335" y="230"/>
                    </a:cubicBezTo>
                    <a:cubicBezTo>
                      <a:pt x="317" y="226"/>
                      <a:pt x="288" y="204"/>
                      <a:pt x="318" y="190"/>
                    </a:cubicBezTo>
                    <a:cubicBezTo>
                      <a:pt x="328" y="184"/>
                      <a:pt x="345" y="193"/>
                      <a:pt x="358" y="193"/>
                    </a:cubicBezTo>
                    <a:cubicBezTo>
                      <a:pt x="364" y="193"/>
                      <a:pt x="364" y="193"/>
                      <a:pt x="364" y="193"/>
                    </a:cubicBezTo>
                    <a:cubicBezTo>
                      <a:pt x="363" y="193"/>
                      <a:pt x="362" y="193"/>
                      <a:pt x="361" y="193"/>
                    </a:cubicBezTo>
                    <a:cubicBezTo>
                      <a:pt x="368" y="193"/>
                      <a:pt x="377" y="192"/>
                      <a:pt x="382" y="194"/>
                    </a:cubicBezTo>
                    <a:cubicBezTo>
                      <a:pt x="390" y="198"/>
                      <a:pt x="393" y="208"/>
                      <a:pt x="403" y="212"/>
                    </a:cubicBezTo>
                    <a:cubicBezTo>
                      <a:pt x="431" y="221"/>
                      <a:pt x="472" y="196"/>
                      <a:pt x="502" y="195"/>
                    </a:cubicBezTo>
                    <a:cubicBezTo>
                      <a:pt x="514" y="194"/>
                      <a:pt x="551" y="194"/>
                      <a:pt x="550" y="209"/>
                    </a:cubicBezTo>
                    <a:cubicBezTo>
                      <a:pt x="549" y="216"/>
                      <a:pt x="539" y="215"/>
                      <a:pt x="537" y="219"/>
                    </a:cubicBezTo>
                    <a:cubicBezTo>
                      <a:pt x="534" y="225"/>
                      <a:pt x="537" y="229"/>
                      <a:pt x="535" y="234"/>
                    </a:cubicBezTo>
                    <a:cubicBezTo>
                      <a:pt x="523" y="278"/>
                      <a:pt x="501" y="274"/>
                      <a:pt x="462" y="268"/>
                    </a:cubicBezTo>
                    <a:cubicBezTo>
                      <a:pt x="439" y="265"/>
                      <a:pt x="374" y="284"/>
                      <a:pt x="357" y="264"/>
                    </a:cubicBezTo>
                    <a:close/>
                    <a:moveTo>
                      <a:pt x="374" y="315"/>
                    </a:moveTo>
                    <a:cubicBezTo>
                      <a:pt x="392" y="296"/>
                      <a:pt x="431" y="302"/>
                      <a:pt x="455" y="300"/>
                    </a:cubicBezTo>
                    <a:cubicBezTo>
                      <a:pt x="474" y="298"/>
                      <a:pt x="523" y="274"/>
                      <a:pt x="535" y="292"/>
                    </a:cubicBezTo>
                    <a:cubicBezTo>
                      <a:pt x="536" y="293"/>
                      <a:pt x="536" y="293"/>
                      <a:pt x="536" y="293"/>
                    </a:cubicBezTo>
                    <a:cubicBezTo>
                      <a:pt x="567" y="322"/>
                      <a:pt x="477" y="321"/>
                      <a:pt x="467" y="321"/>
                    </a:cubicBezTo>
                    <a:cubicBezTo>
                      <a:pt x="441" y="323"/>
                      <a:pt x="429" y="336"/>
                      <a:pt x="405" y="344"/>
                    </a:cubicBezTo>
                    <a:cubicBezTo>
                      <a:pt x="383" y="350"/>
                      <a:pt x="355" y="336"/>
                      <a:pt x="374" y="315"/>
                    </a:cubicBezTo>
                    <a:close/>
                    <a:moveTo>
                      <a:pt x="662" y="496"/>
                    </a:moveTo>
                    <a:cubicBezTo>
                      <a:pt x="662" y="495"/>
                      <a:pt x="662" y="493"/>
                      <a:pt x="662" y="492"/>
                    </a:cubicBezTo>
                    <a:cubicBezTo>
                      <a:pt x="662" y="494"/>
                      <a:pt x="662" y="496"/>
                      <a:pt x="662" y="498"/>
                    </a:cubicBezTo>
                    <a:cubicBezTo>
                      <a:pt x="661" y="501"/>
                      <a:pt x="660" y="504"/>
                      <a:pt x="659" y="507"/>
                    </a:cubicBezTo>
                    <a:cubicBezTo>
                      <a:pt x="655" y="520"/>
                      <a:pt x="644" y="531"/>
                      <a:pt x="632" y="538"/>
                    </a:cubicBezTo>
                    <a:cubicBezTo>
                      <a:pt x="600" y="559"/>
                      <a:pt x="582" y="540"/>
                      <a:pt x="563" y="514"/>
                    </a:cubicBezTo>
                    <a:cubicBezTo>
                      <a:pt x="550" y="496"/>
                      <a:pt x="539" y="487"/>
                      <a:pt x="520" y="475"/>
                    </a:cubicBezTo>
                    <a:cubicBezTo>
                      <a:pt x="512" y="471"/>
                      <a:pt x="504" y="468"/>
                      <a:pt x="501" y="460"/>
                    </a:cubicBezTo>
                    <a:cubicBezTo>
                      <a:pt x="498" y="454"/>
                      <a:pt x="498" y="449"/>
                      <a:pt x="493" y="444"/>
                    </a:cubicBezTo>
                    <a:cubicBezTo>
                      <a:pt x="479" y="426"/>
                      <a:pt x="443" y="424"/>
                      <a:pt x="437" y="401"/>
                    </a:cubicBezTo>
                    <a:cubicBezTo>
                      <a:pt x="434" y="393"/>
                      <a:pt x="437" y="380"/>
                      <a:pt x="441" y="372"/>
                    </a:cubicBezTo>
                    <a:cubicBezTo>
                      <a:pt x="443" y="369"/>
                      <a:pt x="446" y="366"/>
                      <a:pt x="449" y="363"/>
                    </a:cubicBezTo>
                    <a:cubicBezTo>
                      <a:pt x="465" y="353"/>
                      <a:pt x="479" y="347"/>
                      <a:pt x="486" y="349"/>
                    </a:cubicBezTo>
                    <a:cubicBezTo>
                      <a:pt x="517" y="355"/>
                      <a:pt x="539" y="385"/>
                      <a:pt x="570" y="390"/>
                    </a:cubicBezTo>
                    <a:cubicBezTo>
                      <a:pt x="602" y="396"/>
                      <a:pt x="633" y="384"/>
                      <a:pt x="663" y="399"/>
                    </a:cubicBezTo>
                    <a:cubicBezTo>
                      <a:pt x="679" y="407"/>
                      <a:pt x="674" y="450"/>
                      <a:pt x="662" y="496"/>
                    </a:cubicBezTo>
                    <a:close/>
                    <a:moveTo>
                      <a:pt x="821" y="429"/>
                    </a:moveTo>
                    <a:cubicBezTo>
                      <a:pt x="818" y="438"/>
                      <a:pt x="811" y="434"/>
                      <a:pt x="801" y="436"/>
                    </a:cubicBezTo>
                    <a:cubicBezTo>
                      <a:pt x="778" y="439"/>
                      <a:pt x="748" y="445"/>
                      <a:pt x="725" y="446"/>
                    </a:cubicBezTo>
                    <a:cubicBezTo>
                      <a:pt x="713" y="446"/>
                      <a:pt x="690" y="441"/>
                      <a:pt x="704" y="425"/>
                    </a:cubicBezTo>
                    <a:cubicBezTo>
                      <a:pt x="708" y="420"/>
                      <a:pt x="724" y="422"/>
                      <a:pt x="731" y="422"/>
                    </a:cubicBezTo>
                    <a:cubicBezTo>
                      <a:pt x="751" y="421"/>
                      <a:pt x="785" y="422"/>
                      <a:pt x="805" y="417"/>
                    </a:cubicBezTo>
                    <a:cubicBezTo>
                      <a:pt x="808" y="416"/>
                      <a:pt x="808" y="416"/>
                      <a:pt x="808" y="416"/>
                    </a:cubicBezTo>
                    <a:cubicBezTo>
                      <a:pt x="816" y="413"/>
                      <a:pt x="825" y="419"/>
                      <a:pt x="821" y="429"/>
                    </a:cubicBezTo>
                    <a:close/>
                    <a:moveTo>
                      <a:pt x="798" y="396"/>
                    </a:moveTo>
                    <a:cubicBezTo>
                      <a:pt x="780" y="402"/>
                      <a:pt x="779" y="399"/>
                      <a:pt x="760" y="396"/>
                    </a:cubicBezTo>
                    <a:cubicBezTo>
                      <a:pt x="746" y="394"/>
                      <a:pt x="732" y="397"/>
                      <a:pt x="718" y="396"/>
                    </a:cubicBezTo>
                    <a:cubicBezTo>
                      <a:pt x="696" y="394"/>
                      <a:pt x="684" y="382"/>
                      <a:pt x="666" y="374"/>
                    </a:cubicBezTo>
                    <a:cubicBezTo>
                      <a:pt x="644" y="363"/>
                      <a:pt x="518" y="383"/>
                      <a:pt x="517" y="342"/>
                    </a:cubicBezTo>
                    <a:cubicBezTo>
                      <a:pt x="517" y="329"/>
                      <a:pt x="544" y="330"/>
                      <a:pt x="555" y="323"/>
                    </a:cubicBezTo>
                    <a:cubicBezTo>
                      <a:pt x="569" y="313"/>
                      <a:pt x="577" y="303"/>
                      <a:pt x="597" y="303"/>
                    </a:cubicBezTo>
                    <a:cubicBezTo>
                      <a:pt x="602" y="303"/>
                      <a:pt x="602" y="303"/>
                      <a:pt x="602" y="303"/>
                    </a:cubicBezTo>
                    <a:cubicBezTo>
                      <a:pt x="617" y="301"/>
                      <a:pt x="625" y="307"/>
                      <a:pt x="638" y="308"/>
                    </a:cubicBezTo>
                    <a:cubicBezTo>
                      <a:pt x="656" y="310"/>
                      <a:pt x="676" y="305"/>
                      <a:pt x="694" y="305"/>
                    </a:cubicBezTo>
                    <a:cubicBezTo>
                      <a:pt x="737" y="306"/>
                      <a:pt x="778" y="330"/>
                      <a:pt x="822" y="333"/>
                    </a:cubicBezTo>
                    <a:cubicBezTo>
                      <a:pt x="839" y="334"/>
                      <a:pt x="863" y="331"/>
                      <a:pt x="868" y="350"/>
                    </a:cubicBezTo>
                    <a:cubicBezTo>
                      <a:pt x="872" y="365"/>
                      <a:pt x="861" y="381"/>
                      <a:pt x="849" y="386"/>
                    </a:cubicBezTo>
                    <a:cubicBezTo>
                      <a:pt x="843" y="388"/>
                      <a:pt x="832" y="386"/>
                      <a:pt x="825" y="387"/>
                    </a:cubicBezTo>
                    <a:cubicBezTo>
                      <a:pt x="815" y="389"/>
                      <a:pt x="808" y="393"/>
                      <a:pt x="798" y="396"/>
                    </a:cubicBezTo>
                    <a:close/>
                    <a:moveTo>
                      <a:pt x="894" y="529"/>
                    </a:moveTo>
                    <a:cubicBezTo>
                      <a:pt x="880" y="514"/>
                      <a:pt x="866" y="508"/>
                      <a:pt x="838" y="497"/>
                    </a:cubicBezTo>
                    <a:cubicBezTo>
                      <a:pt x="829" y="493"/>
                      <a:pt x="827" y="487"/>
                      <a:pt x="828" y="480"/>
                    </a:cubicBezTo>
                    <a:cubicBezTo>
                      <a:pt x="847" y="454"/>
                      <a:pt x="865" y="434"/>
                      <a:pt x="879" y="436"/>
                    </a:cubicBezTo>
                    <a:cubicBezTo>
                      <a:pt x="904" y="438"/>
                      <a:pt x="985" y="434"/>
                      <a:pt x="967" y="480"/>
                    </a:cubicBezTo>
                    <a:cubicBezTo>
                      <a:pt x="967" y="480"/>
                      <a:pt x="954" y="502"/>
                      <a:pt x="939" y="531"/>
                    </a:cubicBezTo>
                    <a:cubicBezTo>
                      <a:pt x="923" y="546"/>
                      <a:pt x="904" y="539"/>
                      <a:pt x="894" y="529"/>
                    </a:cubicBezTo>
                    <a:close/>
                    <a:moveTo>
                      <a:pt x="1102" y="587"/>
                    </a:moveTo>
                    <a:cubicBezTo>
                      <a:pt x="1095" y="589"/>
                      <a:pt x="1038" y="602"/>
                      <a:pt x="1028" y="582"/>
                    </a:cubicBezTo>
                    <a:cubicBezTo>
                      <a:pt x="1021" y="567"/>
                      <a:pt x="1024" y="551"/>
                      <a:pt x="1025" y="545"/>
                    </a:cubicBezTo>
                    <a:cubicBezTo>
                      <a:pt x="1030" y="539"/>
                      <a:pt x="1034" y="534"/>
                      <a:pt x="1039" y="528"/>
                    </a:cubicBezTo>
                    <a:cubicBezTo>
                      <a:pt x="1108" y="472"/>
                      <a:pt x="1099" y="523"/>
                      <a:pt x="1128" y="520"/>
                    </a:cubicBezTo>
                    <a:cubicBezTo>
                      <a:pt x="1153" y="517"/>
                      <a:pt x="1115" y="569"/>
                      <a:pt x="1102" y="587"/>
                    </a:cubicBezTo>
                    <a:close/>
                    <a:moveTo>
                      <a:pt x="1220" y="490"/>
                    </a:moveTo>
                    <a:cubicBezTo>
                      <a:pt x="1214" y="496"/>
                      <a:pt x="1208" y="502"/>
                      <a:pt x="1202" y="508"/>
                    </a:cubicBezTo>
                    <a:cubicBezTo>
                      <a:pt x="1193" y="512"/>
                      <a:pt x="1181" y="511"/>
                      <a:pt x="1169" y="495"/>
                    </a:cubicBezTo>
                    <a:cubicBezTo>
                      <a:pt x="1144" y="463"/>
                      <a:pt x="1202" y="420"/>
                      <a:pt x="1218" y="409"/>
                    </a:cubicBezTo>
                    <a:cubicBezTo>
                      <a:pt x="1231" y="408"/>
                      <a:pt x="1243" y="409"/>
                      <a:pt x="1253" y="415"/>
                    </a:cubicBezTo>
                    <a:cubicBezTo>
                      <a:pt x="1273" y="426"/>
                      <a:pt x="1254" y="456"/>
                      <a:pt x="1220" y="490"/>
                    </a:cubicBezTo>
                    <a:close/>
                    <a:moveTo>
                      <a:pt x="1390" y="360"/>
                    </a:moveTo>
                    <a:cubicBezTo>
                      <a:pt x="1363" y="376"/>
                      <a:pt x="1349" y="400"/>
                      <a:pt x="1325" y="418"/>
                    </a:cubicBezTo>
                    <a:cubicBezTo>
                      <a:pt x="1304" y="433"/>
                      <a:pt x="1290" y="428"/>
                      <a:pt x="1273" y="414"/>
                    </a:cubicBezTo>
                    <a:cubicBezTo>
                      <a:pt x="1231" y="378"/>
                      <a:pt x="1295" y="329"/>
                      <a:pt x="1316" y="314"/>
                    </a:cubicBezTo>
                    <a:cubicBezTo>
                      <a:pt x="1337" y="299"/>
                      <a:pt x="1414" y="244"/>
                      <a:pt x="1460" y="259"/>
                    </a:cubicBezTo>
                    <a:cubicBezTo>
                      <a:pt x="1518" y="279"/>
                      <a:pt x="1410" y="347"/>
                      <a:pt x="1390" y="360"/>
                    </a:cubicBezTo>
                    <a:close/>
                    <a:moveTo>
                      <a:pt x="1554" y="178"/>
                    </a:moveTo>
                    <a:cubicBezTo>
                      <a:pt x="1535" y="186"/>
                      <a:pt x="1516" y="198"/>
                      <a:pt x="1501" y="211"/>
                    </a:cubicBezTo>
                    <a:cubicBezTo>
                      <a:pt x="1482" y="227"/>
                      <a:pt x="1477" y="237"/>
                      <a:pt x="1451" y="235"/>
                    </a:cubicBezTo>
                    <a:cubicBezTo>
                      <a:pt x="1445" y="235"/>
                      <a:pt x="1423" y="233"/>
                      <a:pt x="1415" y="221"/>
                    </a:cubicBezTo>
                    <a:cubicBezTo>
                      <a:pt x="1403" y="205"/>
                      <a:pt x="1408" y="195"/>
                      <a:pt x="1415" y="185"/>
                    </a:cubicBezTo>
                    <a:cubicBezTo>
                      <a:pt x="1428" y="168"/>
                      <a:pt x="1445" y="168"/>
                      <a:pt x="1471" y="164"/>
                    </a:cubicBezTo>
                    <a:cubicBezTo>
                      <a:pt x="1497" y="161"/>
                      <a:pt x="1575" y="150"/>
                      <a:pt x="1597" y="162"/>
                    </a:cubicBezTo>
                    <a:cubicBezTo>
                      <a:pt x="1590" y="174"/>
                      <a:pt x="1566" y="173"/>
                      <a:pt x="1554" y="17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149" name="Group 3762">
              <a:extLst>
                <a:ext uri="{FF2B5EF4-FFF2-40B4-BE49-F238E27FC236}">
                  <a16:creationId xmlns:a16="http://schemas.microsoft.com/office/drawing/2014/main" id="{2F0E867D-BCDD-4B8D-8E94-067E7209F7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" y="1573"/>
              <a:ext cx="1825" cy="1084"/>
              <a:chOff x="382" y="1573"/>
              <a:chExt cx="1825" cy="1084"/>
            </a:xfrm>
          </p:grpSpPr>
          <p:sp>
            <p:nvSpPr>
              <p:cNvPr id="23477" name="Freeform 3763">
                <a:extLst>
                  <a:ext uri="{FF2B5EF4-FFF2-40B4-BE49-F238E27FC236}">
                    <a16:creationId xmlns:a16="http://schemas.microsoft.com/office/drawing/2014/main" id="{8A88F763-2660-4FE2-A871-2F379D9AD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477"/>
                <a:ext cx="73" cy="74"/>
              </a:xfrm>
              <a:custGeom>
                <a:avLst/>
                <a:gdLst>
                  <a:gd name="T0" fmla="*/ 0 w 71"/>
                  <a:gd name="T1" fmla="*/ 0 h 73"/>
                  <a:gd name="T2" fmla="*/ 77 w 71"/>
                  <a:gd name="T3" fmla="*/ 25 h 73"/>
                  <a:gd name="T4" fmla="*/ 77 w 71"/>
                  <a:gd name="T5" fmla="*/ 76 h 73"/>
                  <a:gd name="T6" fmla="*/ 1 w 71"/>
                  <a:gd name="T7" fmla="*/ 50 h 73"/>
                  <a:gd name="T8" fmla="*/ 0 w 71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3">
                    <a:moveTo>
                      <a:pt x="0" y="0"/>
                    </a:moveTo>
                    <a:cubicBezTo>
                      <a:pt x="0" y="0"/>
                      <a:pt x="45" y="23"/>
                      <a:pt x="71" y="25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3"/>
                      <a:pt x="29" y="66"/>
                      <a:pt x="1" y="4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F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78" name="Freeform 3764">
                <a:extLst>
                  <a:ext uri="{FF2B5EF4-FFF2-40B4-BE49-F238E27FC236}">
                    <a16:creationId xmlns:a16="http://schemas.microsoft.com/office/drawing/2014/main" id="{00AC65C9-930A-4E42-BDA9-ACD94731A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2477"/>
                <a:ext cx="73" cy="74"/>
              </a:xfrm>
              <a:custGeom>
                <a:avLst/>
                <a:gdLst>
                  <a:gd name="T0" fmla="*/ 0 w 71"/>
                  <a:gd name="T1" fmla="*/ 0 h 73"/>
                  <a:gd name="T2" fmla="*/ 77 w 71"/>
                  <a:gd name="T3" fmla="*/ 25 h 73"/>
                  <a:gd name="T4" fmla="*/ 77 w 71"/>
                  <a:gd name="T5" fmla="*/ 76 h 73"/>
                  <a:gd name="T6" fmla="*/ 1 w 71"/>
                  <a:gd name="T7" fmla="*/ 50 h 73"/>
                  <a:gd name="T8" fmla="*/ 0 w 71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3">
                    <a:moveTo>
                      <a:pt x="0" y="0"/>
                    </a:moveTo>
                    <a:cubicBezTo>
                      <a:pt x="0" y="0"/>
                      <a:pt x="45" y="23"/>
                      <a:pt x="71" y="25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3"/>
                      <a:pt x="29" y="66"/>
                      <a:pt x="1" y="47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79" name="Freeform 3765">
                <a:extLst>
                  <a:ext uri="{FF2B5EF4-FFF2-40B4-BE49-F238E27FC236}">
                    <a16:creationId xmlns:a16="http://schemas.microsoft.com/office/drawing/2014/main" id="{3E277B74-B87B-4371-920D-29817AB45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207"/>
                <a:ext cx="439" cy="450"/>
              </a:xfrm>
              <a:custGeom>
                <a:avLst/>
                <a:gdLst>
                  <a:gd name="T0" fmla="*/ 434 w 439"/>
                  <a:gd name="T1" fmla="*/ 0 h 450"/>
                  <a:gd name="T2" fmla="*/ 0 w 439"/>
                  <a:gd name="T3" fmla="*/ 384 h 450"/>
                  <a:gd name="T4" fmla="*/ 2 w 439"/>
                  <a:gd name="T5" fmla="*/ 450 h 450"/>
                  <a:gd name="T6" fmla="*/ 439 w 439"/>
                  <a:gd name="T7" fmla="*/ 61 h 450"/>
                  <a:gd name="T8" fmla="*/ 434 w 439"/>
                  <a:gd name="T9" fmla="*/ 0 h 4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9" h="450">
                    <a:moveTo>
                      <a:pt x="434" y="0"/>
                    </a:moveTo>
                    <a:lnTo>
                      <a:pt x="0" y="384"/>
                    </a:lnTo>
                    <a:lnTo>
                      <a:pt x="2" y="450"/>
                    </a:lnTo>
                    <a:lnTo>
                      <a:pt x="439" y="61"/>
                    </a:lnTo>
                    <a:lnTo>
                      <a:pt x="434" y="0"/>
                    </a:ln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0" name="Freeform 3766">
                <a:extLst>
                  <a:ext uri="{FF2B5EF4-FFF2-40B4-BE49-F238E27FC236}">
                    <a16:creationId xmlns:a16="http://schemas.microsoft.com/office/drawing/2014/main" id="{75655B98-455F-4544-8B2E-93CFF556D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977"/>
                <a:ext cx="107" cy="151"/>
              </a:xfrm>
              <a:custGeom>
                <a:avLst/>
                <a:gdLst>
                  <a:gd name="T0" fmla="*/ 0 w 107"/>
                  <a:gd name="T1" fmla="*/ 96 h 151"/>
                  <a:gd name="T2" fmla="*/ 107 w 107"/>
                  <a:gd name="T3" fmla="*/ 0 h 151"/>
                  <a:gd name="T4" fmla="*/ 105 w 107"/>
                  <a:gd name="T5" fmla="*/ 59 h 151"/>
                  <a:gd name="T6" fmla="*/ 4 w 107"/>
                  <a:gd name="T7" fmla="*/ 151 h 151"/>
                  <a:gd name="T8" fmla="*/ 0 w 107"/>
                  <a:gd name="T9" fmla="*/ 96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51">
                    <a:moveTo>
                      <a:pt x="0" y="96"/>
                    </a:moveTo>
                    <a:lnTo>
                      <a:pt x="107" y="0"/>
                    </a:lnTo>
                    <a:lnTo>
                      <a:pt x="105" y="59"/>
                    </a:lnTo>
                    <a:lnTo>
                      <a:pt x="4" y="151"/>
                    </a:lnTo>
                    <a:lnTo>
                      <a:pt x="0" y="96"/>
                    </a:lnTo>
                    <a:close/>
                  </a:path>
                </a:pathLst>
              </a:custGeom>
              <a:solidFill>
                <a:srgbClr val="6DA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1" name="Freeform 3767">
                <a:extLst>
                  <a:ext uri="{FF2B5EF4-FFF2-40B4-BE49-F238E27FC236}">
                    <a16:creationId xmlns:a16="http://schemas.microsoft.com/office/drawing/2014/main" id="{FF4C790B-7461-4675-86E5-55A172000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" y="2162"/>
                <a:ext cx="46" cy="91"/>
              </a:xfrm>
              <a:custGeom>
                <a:avLst/>
                <a:gdLst>
                  <a:gd name="T0" fmla="*/ 48 w 45"/>
                  <a:gd name="T1" fmla="*/ 93 h 90"/>
                  <a:gd name="T2" fmla="*/ 5 w 45"/>
                  <a:gd name="T3" fmla="*/ 61 h 90"/>
                  <a:gd name="T4" fmla="*/ 0 w 45"/>
                  <a:gd name="T5" fmla="*/ 0 h 90"/>
                  <a:gd name="T6" fmla="*/ 44 w 45"/>
                  <a:gd name="T7" fmla="*/ 41 h 90"/>
                  <a:gd name="T8" fmla="*/ 48 w 45"/>
                  <a:gd name="T9" fmla="*/ 93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90">
                    <a:moveTo>
                      <a:pt x="45" y="90"/>
                    </a:moveTo>
                    <a:cubicBezTo>
                      <a:pt x="25" y="74"/>
                      <a:pt x="22" y="77"/>
                      <a:pt x="5" y="5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13"/>
                      <a:pt x="41" y="41"/>
                    </a:cubicBezTo>
                    <a:lnTo>
                      <a:pt x="45" y="90"/>
                    </a:lnTo>
                    <a:close/>
                  </a:path>
                </a:pathLst>
              </a:custGeom>
              <a:solidFill>
                <a:srgbClr val="E4F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2" name="Freeform 3768">
                <a:extLst>
                  <a:ext uri="{FF2B5EF4-FFF2-40B4-BE49-F238E27FC236}">
                    <a16:creationId xmlns:a16="http://schemas.microsoft.com/office/drawing/2014/main" id="{24CBEDC2-7605-4BFD-8DF1-0F6B99EFB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2334"/>
                <a:ext cx="112" cy="131"/>
              </a:xfrm>
              <a:custGeom>
                <a:avLst/>
                <a:gdLst>
                  <a:gd name="T0" fmla="*/ 0 w 110"/>
                  <a:gd name="T1" fmla="*/ 0 h 128"/>
                  <a:gd name="T2" fmla="*/ 5 w 110"/>
                  <a:gd name="T3" fmla="*/ 59 h 128"/>
                  <a:gd name="T4" fmla="*/ 116 w 110"/>
                  <a:gd name="T5" fmla="*/ 137 h 128"/>
                  <a:gd name="T6" fmla="*/ 109 w 110"/>
                  <a:gd name="T7" fmla="*/ 71 h 128"/>
                  <a:gd name="T8" fmla="*/ 0 w 110"/>
                  <a:gd name="T9" fmla="*/ 0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28">
                    <a:moveTo>
                      <a:pt x="0" y="0"/>
                    </a:moveTo>
                    <a:cubicBezTo>
                      <a:pt x="5" y="56"/>
                      <a:pt x="5" y="56"/>
                      <a:pt x="5" y="56"/>
                    </a:cubicBezTo>
                    <a:cubicBezTo>
                      <a:pt x="36" y="81"/>
                      <a:pt x="73" y="113"/>
                      <a:pt x="110" y="128"/>
                    </a:cubicBezTo>
                    <a:cubicBezTo>
                      <a:pt x="103" y="65"/>
                      <a:pt x="103" y="65"/>
                      <a:pt x="103" y="65"/>
                    </a:cubicBezTo>
                    <a:cubicBezTo>
                      <a:pt x="66" y="4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4F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3" name="Freeform 3769">
                <a:extLst>
                  <a:ext uri="{FF2B5EF4-FFF2-40B4-BE49-F238E27FC236}">
                    <a16:creationId xmlns:a16="http://schemas.microsoft.com/office/drawing/2014/main" id="{81DB2A59-FC8F-4A89-926C-F47F88062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569"/>
                <a:ext cx="55" cy="61"/>
              </a:xfrm>
              <a:custGeom>
                <a:avLst/>
                <a:gdLst>
                  <a:gd name="T0" fmla="*/ 57 w 54"/>
                  <a:gd name="T1" fmla="*/ 63 h 60"/>
                  <a:gd name="T2" fmla="*/ 1 w 54"/>
                  <a:gd name="T3" fmla="*/ 57 h 60"/>
                  <a:gd name="T4" fmla="*/ 0 w 54"/>
                  <a:gd name="T5" fmla="*/ 0 h 60"/>
                  <a:gd name="T6" fmla="*/ 53 w 54"/>
                  <a:gd name="T7" fmla="*/ 2 h 60"/>
                  <a:gd name="T8" fmla="*/ 57 w 54"/>
                  <a:gd name="T9" fmla="*/ 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60">
                    <a:moveTo>
                      <a:pt x="54" y="60"/>
                    </a:moveTo>
                    <a:cubicBezTo>
                      <a:pt x="46" y="57"/>
                      <a:pt x="22" y="58"/>
                      <a:pt x="1" y="5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7" y="0"/>
                      <a:pt x="22" y="3"/>
                      <a:pt x="50" y="2"/>
                    </a:cubicBezTo>
                    <a:cubicBezTo>
                      <a:pt x="54" y="60"/>
                      <a:pt x="54" y="60"/>
                      <a:pt x="54" y="60"/>
                    </a:cubicBezTo>
                  </a:path>
                </a:pathLst>
              </a:custGeom>
              <a:solidFill>
                <a:srgbClr val="E4F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4" name="Freeform 3770">
                <a:extLst>
                  <a:ext uri="{FF2B5EF4-FFF2-40B4-BE49-F238E27FC236}">
                    <a16:creationId xmlns:a16="http://schemas.microsoft.com/office/drawing/2014/main" id="{EF2A4113-F11D-4D2B-848E-2EE1DAC26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576"/>
                <a:ext cx="102" cy="81"/>
              </a:xfrm>
              <a:custGeom>
                <a:avLst/>
                <a:gdLst>
                  <a:gd name="T0" fmla="*/ 1 w 100"/>
                  <a:gd name="T1" fmla="*/ 73 h 80"/>
                  <a:gd name="T2" fmla="*/ 106 w 100"/>
                  <a:gd name="T3" fmla="*/ 83 h 80"/>
                  <a:gd name="T4" fmla="*/ 104 w 100"/>
                  <a:gd name="T5" fmla="*/ 15 h 80"/>
                  <a:gd name="T6" fmla="*/ 0 w 100"/>
                  <a:gd name="T7" fmla="*/ 4 h 80"/>
                  <a:gd name="T8" fmla="*/ 1 w 100"/>
                  <a:gd name="T9" fmla="*/ 73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80">
                    <a:moveTo>
                      <a:pt x="1" y="70"/>
                    </a:moveTo>
                    <a:cubicBezTo>
                      <a:pt x="51" y="72"/>
                      <a:pt x="100" y="80"/>
                      <a:pt x="100" y="80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81" y="16"/>
                      <a:pt x="26" y="0"/>
                      <a:pt x="0" y="4"/>
                    </a:cubicBezTo>
                    <a:lnTo>
                      <a:pt x="1" y="70"/>
                    </a:lnTo>
                    <a:close/>
                  </a:path>
                </a:pathLst>
              </a:custGeom>
              <a:solidFill>
                <a:srgbClr val="E4F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5" name="Freeform 3771">
                <a:extLst>
                  <a:ext uri="{FF2B5EF4-FFF2-40B4-BE49-F238E27FC236}">
                    <a16:creationId xmlns:a16="http://schemas.microsoft.com/office/drawing/2014/main" id="{99209449-8858-4D2B-9C59-27824177B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528"/>
                <a:ext cx="94" cy="77"/>
              </a:xfrm>
              <a:custGeom>
                <a:avLst/>
                <a:gdLst>
                  <a:gd name="T0" fmla="*/ 94 w 92"/>
                  <a:gd name="T1" fmla="*/ 18 h 76"/>
                  <a:gd name="T2" fmla="*/ 5 w 92"/>
                  <a:gd name="T3" fmla="*/ 0 h 76"/>
                  <a:gd name="T4" fmla="*/ 0 w 92"/>
                  <a:gd name="T5" fmla="*/ 57 h 76"/>
                  <a:gd name="T6" fmla="*/ 98 w 92"/>
                  <a:gd name="T7" fmla="*/ 79 h 76"/>
                  <a:gd name="T8" fmla="*/ 94 w 92"/>
                  <a:gd name="T9" fmla="*/ 1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76">
                    <a:moveTo>
                      <a:pt x="88" y="18"/>
                    </a:moveTo>
                    <a:cubicBezTo>
                      <a:pt x="62" y="14"/>
                      <a:pt x="46" y="9"/>
                      <a:pt x="5" y="0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44" y="62"/>
                      <a:pt x="49" y="71"/>
                      <a:pt x="92" y="76"/>
                    </a:cubicBezTo>
                    <a:lnTo>
                      <a:pt x="88" y="18"/>
                    </a:lnTo>
                    <a:close/>
                  </a:path>
                </a:pathLst>
              </a:custGeom>
              <a:solidFill>
                <a:srgbClr val="E4F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6" name="Freeform 3772">
                <a:extLst>
                  <a:ext uri="{FF2B5EF4-FFF2-40B4-BE49-F238E27FC236}">
                    <a16:creationId xmlns:a16="http://schemas.microsoft.com/office/drawing/2014/main" id="{97700219-29C8-457D-A3B7-62259B214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207"/>
                <a:ext cx="439" cy="450"/>
              </a:xfrm>
              <a:custGeom>
                <a:avLst/>
                <a:gdLst>
                  <a:gd name="T0" fmla="*/ 434 w 439"/>
                  <a:gd name="T1" fmla="*/ 0 h 450"/>
                  <a:gd name="T2" fmla="*/ 0 w 439"/>
                  <a:gd name="T3" fmla="*/ 384 h 450"/>
                  <a:gd name="T4" fmla="*/ 2 w 439"/>
                  <a:gd name="T5" fmla="*/ 450 h 450"/>
                  <a:gd name="T6" fmla="*/ 439 w 439"/>
                  <a:gd name="T7" fmla="*/ 61 h 450"/>
                  <a:gd name="T8" fmla="*/ 434 w 439"/>
                  <a:gd name="T9" fmla="*/ 0 h 4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9" h="450">
                    <a:moveTo>
                      <a:pt x="434" y="0"/>
                    </a:moveTo>
                    <a:lnTo>
                      <a:pt x="0" y="384"/>
                    </a:lnTo>
                    <a:lnTo>
                      <a:pt x="2" y="450"/>
                    </a:lnTo>
                    <a:lnTo>
                      <a:pt x="439" y="61"/>
                    </a:lnTo>
                    <a:lnTo>
                      <a:pt x="434" y="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7" name="Freeform 3773">
                <a:extLst>
                  <a:ext uri="{FF2B5EF4-FFF2-40B4-BE49-F238E27FC236}">
                    <a16:creationId xmlns:a16="http://schemas.microsoft.com/office/drawing/2014/main" id="{11AD3AD6-35D3-441C-9CBB-F1BDCDAF2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977"/>
                <a:ext cx="107" cy="151"/>
              </a:xfrm>
              <a:custGeom>
                <a:avLst/>
                <a:gdLst>
                  <a:gd name="T0" fmla="*/ 0 w 107"/>
                  <a:gd name="T1" fmla="*/ 96 h 151"/>
                  <a:gd name="T2" fmla="*/ 107 w 107"/>
                  <a:gd name="T3" fmla="*/ 0 h 151"/>
                  <a:gd name="T4" fmla="*/ 105 w 107"/>
                  <a:gd name="T5" fmla="*/ 59 h 151"/>
                  <a:gd name="T6" fmla="*/ 4 w 107"/>
                  <a:gd name="T7" fmla="*/ 151 h 151"/>
                  <a:gd name="T8" fmla="*/ 0 w 107"/>
                  <a:gd name="T9" fmla="*/ 96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51">
                    <a:moveTo>
                      <a:pt x="0" y="96"/>
                    </a:moveTo>
                    <a:lnTo>
                      <a:pt x="107" y="0"/>
                    </a:lnTo>
                    <a:lnTo>
                      <a:pt x="105" y="59"/>
                    </a:lnTo>
                    <a:lnTo>
                      <a:pt x="4" y="151"/>
                    </a:lnTo>
                    <a:lnTo>
                      <a:pt x="0" y="96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8" name="Freeform 3774">
                <a:extLst>
                  <a:ext uri="{FF2B5EF4-FFF2-40B4-BE49-F238E27FC236}">
                    <a16:creationId xmlns:a16="http://schemas.microsoft.com/office/drawing/2014/main" id="{5D0718B0-966D-4D15-820C-FB49736B4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" y="2162"/>
                <a:ext cx="46" cy="91"/>
              </a:xfrm>
              <a:custGeom>
                <a:avLst/>
                <a:gdLst>
                  <a:gd name="T0" fmla="*/ 48 w 45"/>
                  <a:gd name="T1" fmla="*/ 93 h 90"/>
                  <a:gd name="T2" fmla="*/ 5 w 45"/>
                  <a:gd name="T3" fmla="*/ 61 h 90"/>
                  <a:gd name="T4" fmla="*/ 0 w 45"/>
                  <a:gd name="T5" fmla="*/ 0 h 90"/>
                  <a:gd name="T6" fmla="*/ 44 w 45"/>
                  <a:gd name="T7" fmla="*/ 41 h 90"/>
                  <a:gd name="T8" fmla="*/ 48 w 45"/>
                  <a:gd name="T9" fmla="*/ 93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90">
                    <a:moveTo>
                      <a:pt x="45" y="90"/>
                    </a:moveTo>
                    <a:cubicBezTo>
                      <a:pt x="25" y="74"/>
                      <a:pt x="22" y="77"/>
                      <a:pt x="5" y="5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13"/>
                      <a:pt x="41" y="41"/>
                    </a:cubicBezTo>
                    <a:lnTo>
                      <a:pt x="45" y="9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9" name="Freeform 3775">
                <a:extLst>
                  <a:ext uri="{FF2B5EF4-FFF2-40B4-BE49-F238E27FC236}">
                    <a16:creationId xmlns:a16="http://schemas.microsoft.com/office/drawing/2014/main" id="{42B66FA5-C0AB-4032-A23C-800D6830F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2334"/>
                <a:ext cx="112" cy="131"/>
              </a:xfrm>
              <a:custGeom>
                <a:avLst/>
                <a:gdLst>
                  <a:gd name="T0" fmla="*/ 0 w 110"/>
                  <a:gd name="T1" fmla="*/ 0 h 128"/>
                  <a:gd name="T2" fmla="*/ 5 w 110"/>
                  <a:gd name="T3" fmla="*/ 59 h 128"/>
                  <a:gd name="T4" fmla="*/ 116 w 110"/>
                  <a:gd name="T5" fmla="*/ 137 h 128"/>
                  <a:gd name="T6" fmla="*/ 109 w 110"/>
                  <a:gd name="T7" fmla="*/ 71 h 128"/>
                  <a:gd name="T8" fmla="*/ 0 w 110"/>
                  <a:gd name="T9" fmla="*/ 0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28">
                    <a:moveTo>
                      <a:pt x="0" y="0"/>
                    </a:moveTo>
                    <a:cubicBezTo>
                      <a:pt x="5" y="56"/>
                      <a:pt x="5" y="56"/>
                      <a:pt x="5" y="56"/>
                    </a:cubicBezTo>
                    <a:cubicBezTo>
                      <a:pt x="33" y="80"/>
                      <a:pt x="73" y="113"/>
                      <a:pt x="110" y="128"/>
                    </a:cubicBezTo>
                    <a:cubicBezTo>
                      <a:pt x="103" y="65"/>
                      <a:pt x="103" y="65"/>
                      <a:pt x="103" y="65"/>
                    </a:cubicBezTo>
                    <a:cubicBezTo>
                      <a:pt x="68" y="45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0" name="Freeform 3776">
                <a:extLst>
                  <a:ext uri="{FF2B5EF4-FFF2-40B4-BE49-F238E27FC236}">
                    <a16:creationId xmlns:a16="http://schemas.microsoft.com/office/drawing/2014/main" id="{EF3D36FC-7044-4FD0-AD4F-365C1AEC6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569"/>
                <a:ext cx="55" cy="61"/>
              </a:xfrm>
              <a:custGeom>
                <a:avLst/>
                <a:gdLst>
                  <a:gd name="T0" fmla="*/ 57 w 54"/>
                  <a:gd name="T1" fmla="*/ 63 h 60"/>
                  <a:gd name="T2" fmla="*/ 1 w 54"/>
                  <a:gd name="T3" fmla="*/ 57 h 60"/>
                  <a:gd name="T4" fmla="*/ 0 w 54"/>
                  <a:gd name="T5" fmla="*/ 0 h 60"/>
                  <a:gd name="T6" fmla="*/ 53 w 54"/>
                  <a:gd name="T7" fmla="*/ 2 h 60"/>
                  <a:gd name="T8" fmla="*/ 57 w 54"/>
                  <a:gd name="T9" fmla="*/ 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60">
                    <a:moveTo>
                      <a:pt x="54" y="60"/>
                    </a:moveTo>
                    <a:cubicBezTo>
                      <a:pt x="46" y="57"/>
                      <a:pt x="22" y="58"/>
                      <a:pt x="1" y="5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7" y="0"/>
                      <a:pt x="22" y="3"/>
                      <a:pt x="50" y="2"/>
                    </a:cubicBezTo>
                    <a:cubicBezTo>
                      <a:pt x="54" y="60"/>
                      <a:pt x="54" y="60"/>
                      <a:pt x="54" y="6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1" name="Freeform 3777">
                <a:extLst>
                  <a:ext uri="{FF2B5EF4-FFF2-40B4-BE49-F238E27FC236}">
                    <a16:creationId xmlns:a16="http://schemas.microsoft.com/office/drawing/2014/main" id="{9EB9CB68-2B03-4747-9161-B7287FAA9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580"/>
                <a:ext cx="102" cy="77"/>
              </a:xfrm>
              <a:custGeom>
                <a:avLst/>
                <a:gdLst>
                  <a:gd name="T0" fmla="*/ 1 w 100"/>
                  <a:gd name="T1" fmla="*/ 69 h 76"/>
                  <a:gd name="T2" fmla="*/ 106 w 100"/>
                  <a:gd name="T3" fmla="*/ 79 h 76"/>
                  <a:gd name="T4" fmla="*/ 104 w 100"/>
                  <a:gd name="T5" fmla="*/ 11 h 76"/>
                  <a:gd name="T6" fmla="*/ 0 w 100"/>
                  <a:gd name="T7" fmla="*/ 0 h 76"/>
                  <a:gd name="T8" fmla="*/ 1 w 100"/>
                  <a:gd name="T9" fmla="*/ 69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76">
                    <a:moveTo>
                      <a:pt x="1" y="66"/>
                    </a:moveTo>
                    <a:cubicBezTo>
                      <a:pt x="51" y="68"/>
                      <a:pt x="100" y="76"/>
                      <a:pt x="100" y="76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93" y="12"/>
                      <a:pt x="21" y="1"/>
                      <a:pt x="0" y="0"/>
                    </a:cubicBezTo>
                    <a:lnTo>
                      <a:pt x="1" y="66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2" name="Freeform 3778">
                <a:extLst>
                  <a:ext uri="{FF2B5EF4-FFF2-40B4-BE49-F238E27FC236}">
                    <a16:creationId xmlns:a16="http://schemas.microsoft.com/office/drawing/2014/main" id="{64FDF63D-F58E-4DB3-9CA5-8E9C43744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528"/>
                <a:ext cx="94" cy="77"/>
              </a:xfrm>
              <a:custGeom>
                <a:avLst/>
                <a:gdLst>
                  <a:gd name="T0" fmla="*/ 94 w 92"/>
                  <a:gd name="T1" fmla="*/ 18 h 76"/>
                  <a:gd name="T2" fmla="*/ 5 w 92"/>
                  <a:gd name="T3" fmla="*/ 0 h 76"/>
                  <a:gd name="T4" fmla="*/ 0 w 92"/>
                  <a:gd name="T5" fmla="*/ 57 h 76"/>
                  <a:gd name="T6" fmla="*/ 98 w 92"/>
                  <a:gd name="T7" fmla="*/ 79 h 76"/>
                  <a:gd name="T8" fmla="*/ 94 w 92"/>
                  <a:gd name="T9" fmla="*/ 1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76">
                    <a:moveTo>
                      <a:pt x="88" y="18"/>
                    </a:moveTo>
                    <a:cubicBezTo>
                      <a:pt x="62" y="14"/>
                      <a:pt x="46" y="9"/>
                      <a:pt x="5" y="0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44" y="62"/>
                      <a:pt x="49" y="71"/>
                      <a:pt x="92" y="76"/>
                    </a:cubicBezTo>
                    <a:lnTo>
                      <a:pt x="88" y="18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3" name="Freeform 3779">
                <a:extLst>
                  <a:ext uri="{FF2B5EF4-FFF2-40B4-BE49-F238E27FC236}">
                    <a16:creationId xmlns:a16="http://schemas.microsoft.com/office/drawing/2014/main" id="{5E02289E-B8FF-4B2C-89A6-A46EE2E76A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" y="1900"/>
                <a:ext cx="1824" cy="691"/>
              </a:xfrm>
              <a:custGeom>
                <a:avLst/>
                <a:gdLst>
                  <a:gd name="T0" fmla="*/ 1297 w 1787"/>
                  <a:gd name="T1" fmla="*/ 125 h 677"/>
                  <a:gd name="T2" fmla="*/ 1184 w 1787"/>
                  <a:gd name="T3" fmla="*/ 107 h 677"/>
                  <a:gd name="T4" fmla="*/ 674 w 1787"/>
                  <a:gd name="T5" fmla="*/ 115 h 677"/>
                  <a:gd name="T6" fmla="*/ 548 w 1787"/>
                  <a:gd name="T7" fmla="*/ 151 h 677"/>
                  <a:gd name="T8" fmla="*/ 0 w 1787"/>
                  <a:gd name="T9" fmla="*/ 272 h 677"/>
                  <a:gd name="T10" fmla="*/ 162 w 1787"/>
                  <a:gd name="T11" fmla="*/ 345 h 677"/>
                  <a:gd name="T12" fmla="*/ 199 w 1787"/>
                  <a:gd name="T13" fmla="*/ 452 h 677"/>
                  <a:gd name="T14" fmla="*/ 470 w 1787"/>
                  <a:gd name="T15" fmla="*/ 554 h 677"/>
                  <a:gd name="T16" fmla="*/ 574 w 1787"/>
                  <a:gd name="T17" fmla="*/ 576 h 677"/>
                  <a:gd name="T18" fmla="*/ 799 w 1787"/>
                  <a:gd name="T19" fmla="*/ 636 h 677"/>
                  <a:gd name="T20" fmla="*/ 984 w 1787"/>
                  <a:gd name="T21" fmla="*/ 699 h 677"/>
                  <a:gd name="T22" fmla="*/ 1174 w 1787"/>
                  <a:gd name="T23" fmla="*/ 720 h 677"/>
                  <a:gd name="T24" fmla="*/ 1789 w 1787"/>
                  <a:gd name="T25" fmla="*/ 180 h 677"/>
                  <a:gd name="T26" fmla="*/ 1326 w 1787"/>
                  <a:gd name="T27" fmla="*/ 298 h 677"/>
                  <a:gd name="T28" fmla="*/ 1261 w 1787"/>
                  <a:gd name="T29" fmla="*/ 179 h 677"/>
                  <a:gd name="T30" fmla="*/ 1216 w 1787"/>
                  <a:gd name="T31" fmla="*/ 276 h 677"/>
                  <a:gd name="T32" fmla="*/ 1008 w 1787"/>
                  <a:gd name="T33" fmla="*/ 447 h 677"/>
                  <a:gd name="T34" fmla="*/ 1085 w 1787"/>
                  <a:gd name="T35" fmla="*/ 272 h 677"/>
                  <a:gd name="T36" fmla="*/ 895 w 1787"/>
                  <a:gd name="T37" fmla="*/ 288 h 677"/>
                  <a:gd name="T38" fmla="*/ 768 w 1787"/>
                  <a:gd name="T39" fmla="*/ 206 h 677"/>
                  <a:gd name="T40" fmla="*/ 856 w 1787"/>
                  <a:gd name="T41" fmla="*/ 288 h 677"/>
                  <a:gd name="T42" fmla="*/ 635 w 1787"/>
                  <a:gd name="T43" fmla="*/ 300 h 677"/>
                  <a:gd name="T44" fmla="*/ 736 w 1787"/>
                  <a:gd name="T45" fmla="*/ 247 h 677"/>
                  <a:gd name="T46" fmla="*/ 935 w 1787"/>
                  <a:gd name="T47" fmla="*/ 248 h 677"/>
                  <a:gd name="T48" fmla="*/ 948 w 1787"/>
                  <a:gd name="T49" fmla="*/ 98 h 677"/>
                  <a:gd name="T50" fmla="*/ 921 w 1787"/>
                  <a:gd name="T51" fmla="*/ 179 h 677"/>
                  <a:gd name="T52" fmla="*/ 766 w 1787"/>
                  <a:gd name="T53" fmla="*/ 82 h 677"/>
                  <a:gd name="T54" fmla="*/ 777 w 1787"/>
                  <a:gd name="T55" fmla="*/ 175 h 677"/>
                  <a:gd name="T56" fmla="*/ 744 w 1787"/>
                  <a:gd name="T57" fmla="*/ 160 h 677"/>
                  <a:gd name="T58" fmla="*/ 655 w 1787"/>
                  <a:gd name="T59" fmla="*/ 138 h 677"/>
                  <a:gd name="T60" fmla="*/ 406 w 1787"/>
                  <a:gd name="T61" fmla="*/ 206 h 677"/>
                  <a:gd name="T62" fmla="*/ 569 w 1787"/>
                  <a:gd name="T63" fmla="*/ 249 h 677"/>
                  <a:gd name="T64" fmla="*/ 239 w 1787"/>
                  <a:gd name="T65" fmla="*/ 367 h 677"/>
                  <a:gd name="T66" fmla="*/ 310 w 1787"/>
                  <a:gd name="T67" fmla="*/ 342 h 677"/>
                  <a:gd name="T68" fmla="*/ 279 w 1787"/>
                  <a:gd name="T69" fmla="*/ 455 h 677"/>
                  <a:gd name="T70" fmla="*/ 372 w 1787"/>
                  <a:gd name="T71" fmla="*/ 437 h 677"/>
                  <a:gd name="T72" fmla="*/ 497 w 1787"/>
                  <a:gd name="T73" fmla="*/ 342 h 677"/>
                  <a:gd name="T74" fmla="*/ 553 w 1787"/>
                  <a:gd name="T75" fmla="*/ 505 h 677"/>
                  <a:gd name="T76" fmla="*/ 477 w 1787"/>
                  <a:gd name="T77" fmla="*/ 387 h 677"/>
                  <a:gd name="T78" fmla="*/ 704 w 1787"/>
                  <a:gd name="T79" fmla="*/ 523 h 677"/>
                  <a:gd name="T80" fmla="*/ 768 w 1787"/>
                  <a:gd name="T81" fmla="*/ 610 h 677"/>
                  <a:gd name="T82" fmla="*/ 873 w 1787"/>
                  <a:gd name="T83" fmla="*/ 456 h 677"/>
                  <a:gd name="T84" fmla="*/ 856 w 1787"/>
                  <a:gd name="T85" fmla="*/ 444 h 677"/>
                  <a:gd name="T86" fmla="*/ 763 w 1787"/>
                  <a:gd name="T87" fmla="*/ 421 h 677"/>
                  <a:gd name="T88" fmla="*/ 640 w 1787"/>
                  <a:gd name="T89" fmla="*/ 322 h 677"/>
                  <a:gd name="T90" fmla="*/ 903 w 1787"/>
                  <a:gd name="T91" fmla="*/ 410 h 677"/>
                  <a:gd name="T92" fmla="*/ 951 w 1787"/>
                  <a:gd name="T93" fmla="*/ 562 h 677"/>
                  <a:gd name="T94" fmla="*/ 1056 w 1787"/>
                  <a:gd name="T95" fmla="*/ 480 h 677"/>
                  <a:gd name="T96" fmla="*/ 1317 w 1787"/>
                  <a:gd name="T97" fmla="*/ 387 h 677"/>
                  <a:gd name="T98" fmla="*/ 1172 w 1787"/>
                  <a:gd name="T99" fmla="*/ 624 h 677"/>
                  <a:gd name="T100" fmla="*/ 1172 w 1787"/>
                  <a:gd name="T101" fmla="*/ 624 h 677"/>
                  <a:gd name="T102" fmla="*/ 1332 w 1787"/>
                  <a:gd name="T103" fmla="*/ 442 h 677"/>
                  <a:gd name="T104" fmla="*/ 1399 w 1787"/>
                  <a:gd name="T105" fmla="*/ 334 h 677"/>
                  <a:gd name="T106" fmla="*/ 1543 w 1787"/>
                  <a:gd name="T107" fmla="*/ 250 h 677"/>
                  <a:gd name="T108" fmla="*/ 1653 w 1787"/>
                  <a:gd name="T109" fmla="*/ 190 h 67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87" h="677">
                    <a:moveTo>
                      <a:pt x="1396" y="139"/>
                    </a:moveTo>
                    <a:cubicBezTo>
                      <a:pt x="1395" y="140"/>
                      <a:pt x="1395" y="140"/>
                      <a:pt x="1395" y="140"/>
                    </a:cubicBezTo>
                    <a:cubicBezTo>
                      <a:pt x="1366" y="159"/>
                      <a:pt x="1332" y="181"/>
                      <a:pt x="1297" y="180"/>
                    </a:cubicBezTo>
                    <a:cubicBezTo>
                      <a:pt x="1278" y="179"/>
                      <a:pt x="1244" y="142"/>
                      <a:pt x="1264" y="121"/>
                    </a:cubicBezTo>
                    <a:cubicBezTo>
                      <a:pt x="1220" y="118"/>
                      <a:pt x="1220" y="118"/>
                      <a:pt x="1220" y="118"/>
                    </a:cubicBezTo>
                    <a:cubicBezTo>
                      <a:pt x="1195" y="126"/>
                      <a:pt x="1177" y="155"/>
                      <a:pt x="1151" y="161"/>
                    </a:cubicBezTo>
                    <a:cubicBezTo>
                      <a:pt x="1121" y="167"/>
                      <a:pt x="1090" y="170"/>
                      <a:pt x="1061" y="177"/>
                    </a:cubicBezTo>
                    <a:cubicBezTo>
                      <a:pt x="1021" y="185"/>
                      <a:pt x="1003" y="161"/>
                      <a:pt x="1045" y="144"/>
                    </a:cubicBezTo>
                    <a:cubicBezTo>
                      <a:pt x="1067" y="135"/>
                      <a:pt x="1096" y="113"/>
                      <a:pt x="1115" y="102"/>
                    </a:cubicBezTo>
                    <a:cubicBezTo>
                      <a:pt x="1113" y="101"/>
                      <a:pt x="1113" y="101"/>
                      <a:pt x="1113" y="101"/>
                    </a:cubicBezTo>
                    <a:cubicBezTo>
                      <a:pt x="1016" y="81"/>
                      <a:pt x="873" y="47"/>
                      <a:pt x="772" y="0"/>
                    </a:cubicBezTo>
                    <a:cubicBezTo>
                      <a:pt x="656" y="41"/>
                      <a:pt x="656" y="41"/>
                      <a:pt x="656" y="41"/>
                    </a:cubicBezTo>
                    <a:cubicBezTo>
                      <a:pt x="654" y="42"/>
                      <a:pt x="654" y="42"/>
                      <a:pt x="654" y="42"/>
                    </a:cubicBezTo>
                    <a:cubicBezTo>
                      <a:pt x="674" y="47"/>
                      <a:pt x="695" y="75"/>
                      <a:pt x="684" y="88"/>
                    </a:cubicBezTo>
                    <a:cubicBezTo>
                      <a:pt x="672" y="102"/>
                      <a:pt x="651" y="106"/>
                      <a:pt x="634" y="109"/>
                    </a:cubicBezTo>
                    <a:cubicBezTo>
                      <a:pt x="598" y="116"/>
                      <a:pt x="545" y="140"/>
                      <a:pt x="525" y="101"/>
                    </a:cubicBezTo>
                    <a:cubicBezTo>
                      <a:pt x="525" y="99"/>
                      <a:pt x="525" y="99"/>
                      <a:pt x="525" y="99"/>
                    </a:cubicBezTo>
                    <a:cubicBezTo>
                      <a:pt x="494" y="108"/>
                      <a:pt x="494" y="108"/>
                      <a:pt x="494" y="108"/>
                    </a:cubicBezTo>
                    <a:cubicBezTo>
                      <a:pt x="496" y="111"/>
                      <a:pt x="496" y="111"/>
                      <a:pt x="496" y="111"/>
                    </a:cubicBezTo>
                    <a:cubicBezTo>
                      <a:pt x="513" y="112"/>
                      <a:pt x="517" y="126"/>
                      <a:pt x="515" y="142"/>
                    </a:cubicBezTo>
                    <a:cubicBezTo>
                      <a:pt x="512" y="169"/>
                      <a:pt x="480" y="164"/>
                      <a:pt x="459" y="171"/>
                    </a:cubicBezTo>
                    <a:cubicBezTo>
                      <a:pt x="428" y="182"/>
                      <a:pt x="427" y="176"/>
                      <a:pt x="401" y="165"/>
                    </a:cubicBezTo>
                    <a:cubicBezTo>
                      <a:pt x="385" y="157"/>
                      <a:pt x="365" y="154"/>
                      <a:pt x="346" y="152"/>
                    </a:cubicBezTo>
                    <a:cubicBezTo>
                      <a:pt x="344" y="150"/>
                      <a:pt x="344" y="150"/>
                      <a:pt x="344" y="150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0" y="256"/>
                      <a:pt x="2" y="268"/>
                      <a:pt x="40" y="296"/>
                    </a:cubicBezTo>
                    <a:cubicBezTo>
                      <a:pt x="42" y="294"/>
                      <a:pt x="42" y="294"/>
                      <a:pt x="42" y="294"/>
                    </a:cubicBezTo>
                    <a:cubicBezTo>
                      <a:pt x="45" y="288"/>
                      <a:pt x="56" y="282"/>
                      <a:pt x="70" y="275"/>
                    </a:cubicBezTo>
                    <a:cubicBezTo>
                      <a:pt x="81" y="276"/>
                      <a:pt x="94" y="281"/>
                      <a:pt x="103" y="284"/>
                    </a:cubicBezTo>
                    <a:cubicBezTo>
                      <a:pt x="125" y="292"/>
                      <a:pt x="141" y="304"/>
                      <a:pt x="153" y="324"/>
                    </a:cubicBezTo>
                    <a:cubicBezTo>
                      <a:pt x="160" y="337"/>
                      <a:pt x="171" y="356"/>
                      <a:pt x="182" y="365"/>
                    </a:cubicBezTo>
                    <a:cubicBezTo>
                      <a:pt x="186" y="368"/>
                      <a:pt x="194" y="372"/>
                      <a:pt x="200" y="373"/>
                    </a:cubicBezTo>
                    <a:cubicBezTo>
                      <a:pt x="205" y="374"/>
                      <a:pt x="212" y="372"/>
                      <a:pt x="216" y="375"/>
                    </a:cubicBezTo>
                    <a:cubicBezTo>
                      <a:pt x="232" y="385"/>
                      <a:pt x="205" y="414"/>
                      <a:pt x="195" y="421"/>
                    </a:cubicBezTo>
                    <a:cubicBezTo>
                      <a:pt x="195" y="421"/>
                      <a:pt x="190" y="424"/>
                      <a:pt x="187" y="425"/>
                    </a:cubicBezTo>
                    <a:cubicBezTo>
                      <a:pt x="187" y="425"/>
                      <a:pt x="284" y="489"/>
                      <a:pt x="290" y="490"/>
                    </a:cubicBezTo>
                    <a:cubicBezTo>
                      <a:pt x="292" y="490"/>
                      <a:pt x="321" y="464"/>
                      <a:pt x="356" y="434"/>
                    </a:cubicBezTo>
                    <a:cubicBezTo>
                      <a:pt x="358" y="434"/>
                      <a:pt x="360" y="434"/>
                      <a:pt x="361" y="434"/>
                    </a:cubicBezTo>
                    <a:cubicBezTo>
                      <a:pt x="420" y="434"/>
                      <a:pt x="439" y="450"/>
                      <a:pt x="451" y="469"/>
                    </a:cubicBezTo>
                    <a:cubicBezTo>
                      <a:pt x="457" y="487"/>
                      <a:pt x="453" y="504"/>
                      <a:pt x="442" y="521"/>
                    </a:cubicBezTo>
                    <a:cubicBezTo>
                      <a:pt x="435" y="531"/>
                      <a:pt x="426" y="542"/>
                      <a:pt x="416" y="549"/>
                    </a:cubicBezTo>
                    <a:cubicBezTo>
                      <a:pt x="409" y="555"/>
                      <a:pt x="400" y="559"/>
                      <a:pt x="395" y="565"/>
                    </a:cubicBezTo>
                    <a:cubicBezTo>
                      <a:pt x="423" y="580"/>
                      <a:pt x="441" y="585"/>
                      <a:pt x="468" y="590"/>
                    </a:cubicBezTo>
                    <a:cubicBezTo>
                      <a:pt x="451" y="572"/>
                      <a:pt x="487" y="537"/>
                      <a:pt x="508" y="534"/>
                    </a:cubicBezTo>
                    <a:cubicBezTo>
                      <a:pt x="519" y="532"/>
                      <a:pt x="530" y="538"/>
                      <a:pt x="540" y="542"/>
                    </a:cubicBezTo>
                    <a:cubicBezTo>
                      <a:pt x="543" y="543"/>
                      <a:pt x="547" y="544"/>
                      <a:pt x="551" y="545"/>
                    </a:cubicBezTo>
                    <a:cubicBezTo>
                      <a:pt x="559" y="552"/>
                      <a:pt x="568" y="559"/>
                      <a:pt x="578" y="564"/>
                    </a:cubicBezTo>
                    <a:cubicBezTo>
                      <a:pt x="602" y="576"/>
                      <a:pt x="625" y="615"/>
                      <a:pt x="625" y="615"/>
                    </a:cubicBezTo>
                    <a:cubicBezTo>
                      <a:pt x="695" y="630"/>
                      <a:pt x="710" y="633"/>
                      <a:pt x="710" y="633"/>
                    </a:cubicBezTo>
                    <a:cubicBezTo>
                      <a:pt x="721" y="632"/>
                      <a:pt x="735" y="618"/>
                      <a:pt x="751" y="598"/>
                    </a:cubicBezTo>
                    <a:cubicBezTo>
                      <a:pt x="763" y="584"/>
                      <a:pt x="783" y="563"/>
                      <a:pt x="805" y="549"/>
                    </a:cubicBezTo>
                    <a:cubicBezTo>
                      <a:pt x="839" y="528"/>
                      <a:pt x="863" y="553"/>
                      <a:pt x="892" y="557"/>
                    </a:cubicBezTo>
                    <a:cubicBezTo>
                      <a:pt x="911" y="559"/>
                      <a:pt x="907" y="583"/>
                      <a:pt x="902" y="600"/>
                    </a:cubicBezTo>
                    <a:cubicBezTo>
                      <a:pt x="886" y="630"/>
                      <a:pt x="874" y="655"/>
                      <a:pt x="875" y="655"/>
                    </a:cubicBezTo>
                    <a:cubicBezTo>
                      <a:pt x="880" y="655"/>
                      <a:pt x="925" y="657"/>
                      <a:pt x="925" y="657"/>
                    </a:cubicBezTo>
                    <a:cubicBezTo>
                      <a:pt x="930" y="656"/>
                      <a:pt x="941" y="646"/>
                      <a:pt x="954" y="631"/>
                    </a:cubicBezTo>
                    <a:cubicBezTo>
                      <a:pt x="970" y="620"/>
                      <a:pt x="1024" y="610"/>
                      <a:pt x="1023" y="624"/>
                    </a:cubicBezTo>
                    <a:cubicBezTo>
                      <a:pt x="1023" y="641"/>
                      <a:pt x="1010" y="663"/>
                      <a:pt x="1010" y="663"/>
                    </a:cubicBezTo>
                    <a:cubicBezTo>
                      <a:pt x="1010" y="663"/>
                      <a:pt x="1007" y="666"/>
                      <a:pt x="1007" y="666"/>
                    </a:cubicBezTo>
                    <a:cubicBezTo>
                      <a:pt x="1104" y="677"/>
                      <a:pt x="1104" y="677"/>
                      <a:pt x="1104" y="677"/>
                    </a:cubicBezTo>
                    <a:cubicBezTo>
                      <a:pt x="1530" y="301"/>
                      <a:pt x="1530" y="301"/>
                      <a:pt x="1530" y="301"/>
                    </a:cubicBezTo>
                    <a:cubicBezTo>
                      <a:pt x="1513" y="298"/>
                      <a:pt x="1490" y="260"/>
                      <a:pt x="1490" y="245"/>
                    </a:cubicBezTo>
                    <a:cubicBezTo>
                      <a:pt x="1490" y="220"/>
                      <a:pt x="1531" y="209"/>
                      <a:pt x="1552" y="199"/>
                    </a:cubicBezTo>
                    <a:cubicBezTo>
                      <a:pt x="1593" y="179"/>
                      <a:pt x="1633" y="164"/>
                      <a:pt x="1679" y="169"/>
                    </a:cubicBezTo>
                    <a:cubicBezTo>
                      <a:pt x="1682" y="169"/>
                      <a:pt x="1682" y="169"/>
                      <a:pt x="1682" y="169"/>
                    </a:cubicBezTo>
                    <a:cubicBezTo>
                      <a:pt x="1787" y="75"/>
                      <a:pt x="1787" y="75"/>
                      <a:pt x="1787" y="75"/>
                    </a:cubicBezTo>
                    <a:cubicBezTo>
                      <a:pt x="1787" y="75"/>
                      <a:pt x="1613" y="144"/>
                      <a:pt x="1396" y="139"/>
                    </a:cubicBezTo>
                    <a:close/>
                    <a:moveTo>
                      <a:pt x="1388" y="218"/>
                    </a:moveTo>
                    <a:cubicBezTo>
                      <a:pt x="1422" y="240"/>
                      <a:pt x="1347" y="273"/>
                      <a:pt x="1325" y="282"/>
                    </a:cubicBezTo>
                    <a:cubicBezTo>
                      <a:pt x="1288" y="297"/>
                      <a:pt x="1273" y="275"/>
                      <a:pt x="1247" y="280"/>
                    </a:cubicBezTo>
                    <a:cubicBezTo>
                      <a:pt x="1246" y="280"/>
                      <a:pt x="1245" y="280"/>
                      <a:pt x="1241" y="278"/>
                    </a:cubicBezTo>
                    <a:cubicBezTo>
                      <a:pt x="1232" y="255"/>
                      <a:pt x="1263" y="246"/>
                      <a:pt x="1280" y="239"/>
                    </a:cubicBezTo>
                    <a:cubicBezTo>
                      <a:pt x="1309" y="226"/>
                      <a:pt x="1355" y="197"/>
                      <a:pt x="1388" y="218"/>
                    </a:cubicBezTo>
                    <a:close/>
                    <a:moveTo>
                      <a:pt x="1030" y="232"/>
                    </a:moveTo>
                    <a:cubicBezTo>
                      <a:pt x="1033" y="191"/>
                      <a:pt x="1151" y="175"/>
                      <a:pt x="1185" y="168"/>
                    </a:cubicBezTo>
                    <a:cubicBezTo>
                      <a:pt x="1201" y="165"/>
                      <a:pt x="1220" y="162"/>
                      <a:pt x="1235" y="170"/>
                    </a:cubicBezTo>
                    <a:cubicBezTo>
                      <a:pt x="1245" y="172"/>
                      <a:pt x="1285" y="195"/>
                      <a:pt x="1284" y="209"/>
                    </a:cubicBezTo>
                    <a:cubicBezTo>
                      <a:pt x="1283" y="222"/>
                      <a:pt x="1238" y="236"/>
                      <a:pt x="1226" y="246"/>
                    </a:cubicBezTo>
                    <a:cubicBezTo>
                      <a:pt x="1217" y="254"/>
                      <a:pt x="1200" y="287"/>
                      <a:pt x="1187" y="288"/>
                    </a:cubicBezTo>
                    <a:cubicBezTo>
                      <a:pt x="1177" y="288"/>
                      <a:pt x="1153" y="263"/>
                      <a:pt x="1143" y="260"/>
                    </a:cubicBezTo>
                    <a:cubicBezTo>
                      <a:pt x="1118" y="253"/>
                      <a:pt x="1028" y="276"/>
                      <a:pt x="1030" y="232"/>
                    </a:cubicBezTo>
                    <a:close/>
                    <a:moveTo>
                      <a:pt x="1058" y="291"/>
                    </a:moveTo>
                    <a:cubicBezTo>
                      <a:pt x="1082" y="274"/>
                      <a:pt x="1188" y="268"/>
                      <a:pt x="1137" y="306"/>
                    </a:cubicBezTo>
                    <a:cubicBezTo>
                      <a:pt x="1103" y="331"/>
                      <a:pt x="1059" y="344"/>
                      <a:pt x="1024" y="367"/>
                    </a:cubicBezTo>
                    <a:cubicBezTo>
                      <a:pt x="1001" y="384"/>
                      <a:pt x="977" y="416"/>
                      <a:pt x="948" y="420"/>
                    </a:cubicBezTo>
                    <a:cubicBezTo>
                      <a:pt x="934" y="422"/>
                      <a:pt x="892" y="422"/>
                      <a:pt x="881" y="412"/>
                    </a:cubicBezTo>
                    <a:cubicBezTo>
                      <a:pt x="859" y="392"/>
                      <a:pt x="895" y="374"/>
                      <a:pt x="909" y="366"/>
                    </a:cubicBezTo>
                    <a:cubicBezTo>
                      <a:pt x="930" y="355"/>
                      <a:pt x="955" y="346"/>
                      <a:pt x="978" y="337"/>
                    </a:cubicBezTo>
                    <a:cubicBezTo>
                      <a:pt x="1006" y="326"/>
                      <a:pt x="1032" y="307"/>
                      <a:pt x="1058" y="291"/>
                    </a:cubicBezTo>
                    <a:close/>
                    <a:moveTo>
                      <a:pt x="1020" y="256"/>
                    </a:moveTo>
                    <a:cubicBezTo>
                      <a:pt x="1030" y="282"/>
                      <a:pt x="1013" y="297"/>
                      <a:pt x="993" y="309"/>
                    </a:cubicBezTo>
                    <a:cubicBezTo>
                      <a:pt x="961" y="329"/>
                      <a:pt x="915" y="359"/>
                      <a:pt x="882" y="336"/>
                    </a:cubicBezTo>
                    <a:cubicBezTo>
                      <a:pt x="870" y="328"/>
                      <a:pt x="860" y="319"/>
                      <a:pt x="845" y="316"/>
                    </a:cubicBezTo>
                    <a:cubicBezTo>
                      <a:pt x="829" y="313"/>
                      <a:pt x="787" y="329"/>
                      <a:pt x="798" y="309"/>
                    </a:cubicBezTo>
                    <a:cubicBezTo>
                      <a:pt x="808" y="289"/>
                      <a:pt x="824" y="277"/>
                      <a:pt x="842" y="270"/>
                    </a:cubicBezTo>
                    <a:cubicBezTo>
                      <a:pt x="845" y="269"/>
                      <a:pt x="845" y="269"/>
                      <a:pt x="845" y="269"/>
                    </a:cubicBezTo>
                    <a:cubicBezTo>
                      <a:pt x="877" y="256"/>
                      <a:pt x="909" y="233"/>
                      <a:pt x="948" y="229"/>
                    </a:cubicBezTo>
                    <a:cubicBezTo>
                      <a:pt x="974" y="227"/>
                      <a:pt x="1008" y="229"/>
                      <a:pt x="1020" y="256"/>
                    </a:cubicBezTo>
                    <a:close/>
                    <a:moveTo>
                      <a:pt x="748" y="258"/>
                    </a:moveTo>
                    <a:cubicBezTo>
                      <a:pt x="745" y="230"/>
                      <a:pt x="687" y="217"/>
                      <a:pt x="722" y="194"/>
                    </a:cubicBezTo>
                    <a:cubicBezTo>
                      <a:pt x="724" y="192"/>
                      <a:pt x="724" y="192"/>
                      <a:pt x="724" y="192"/>
                    </a:cubicBezTo>
                    <a:cubicBezTo>
                      <a:pt x="739" y="185"/>
                      <a:pt x="741" y="203"/>
                      <a:pt x="756" y="205"/>
                    </a:cubicBezTo>
                    <a:cubicBezTo>
                      <a:pt x="775" y="208"/>
                      <a:pt x="788" y="197"/>
                      <a:pt x="804" y="192"/>
                    </a:cubicBezTo>
                    <a:cubicBezTo>
                      <a:pt x="823" y="185"/>
                      <a:pt x="857" y="187"/>
                      <a:pt x="862" y="211"/>
                    </a:cubicBezTo>
                    <a:cubicBezTo>
                      <a:pt x="868" y="239"/>
                      <a:pt x="822" y="255"/>
                      <a:pt x="805" y="270"/>
                    </a:cubicBezTo>
                    <a:cubicBezTo>
                      <a:pt x="795" y="278"/>
                      <a:pt x="759" y="316"/>
                      <a:pt x="744" y="291"/>
                    </a:cubicBezTo>
                    <a:cubicBezTo>
                      <a:pt x="739" y="283"/>
                      <a:pt x="749" y="267"/>
                      <a:pt x="748" y="258"/>
                    </a:cubicBezTo>
                    <a:close/>
                    <a:moveTo>
                      <a:pt x="718" y="276"/>
                    </a:moveTo>
                    <a:cubicBezTo>
                      <a:pt x="702" y="289"/>
                      <a:pt x="668" y="294"/>
                      <a:pt x="647" y="292"/>
                    </a:cubicBezTo>
                    <a:cubicBezTo>
                      <a:pt x="629" y="291"/>
                      <a:pt x="617" y="283"/>
                      <a:pt x="597" y="282"/>
                    </a:cubicBezTo>
                    <a:cubicBezTo>
                      <a:pt x="588" y="281"/>
                      <a:pt x="559" y="281"/>
                      <a:pt x="552" y="275"/>
                    </a:cubicBezTo>
                    <a:cubicBezTo>
                      <a:pt x="544" y="267"/>
                      <a:pt x="548" y="236"/>
                      <a:pt x="553" y="227"/>
                    </a:cubicBezTo>
                    <a:cubicBezTo>
                      <a:pt x="560" y="215"/>
                      <a:pt x="575" y="213"/>
                      <a:pt x="591" y="213"/>
                    </a:cubicBezTo>
                    <a:cubicBezTo>
                      <a:pt x="593" y="213"/>
                      <a:pt x="593" y="213"/>
                      <a:pt x="593" y="213"/>
                    </a:cubicBezTo>
                    <a:cubicBezTo>
                      <a:pt x="626" y="212"/>
                      <a:pt x="664" y="215"/>
                      <a:pt x="692" y="232"/>
                    </a:cubicBezTo>
                    <a:cubicBezTo>
                      <a:pt x="713" y="243"/>
                      <a:pt x="746" y="254"/>
                      <a:pt x="718" y="276"/>
                    </a:cubicBezTo>
                    <a:close/>
                    <a:moveTo>
                      <a:pt x="1006" y="139"/>
                    </a:moveTo>
                    <a:cubicBezTo>
                      <a:pt x="982" y="168"/>
                      <a:pt x="1004" y="180"/>
                      <a:pt x="1006" y="196"/>
                    </a:cubicBezTo>
                    <a:cubicBezTo>
                      <a:pt x="1007" y="212"/>
                      <a:pt x="965" y="207"/>
                      <a:pt x="948" y="209"/>
                    </a:cubicBezTo>
                    <a:cubicBezTo>
                      <a:pt x="924" y="213"/>
                      <a:pt x="893" y="244"/>
                      <a:pt x="879" y="233"/>
                    </a:cubicBezTo>
                    <a:cubicBezTo>
                      <a:pt x="866" y="221"/>
                      <a:pt x="881" y="202"/>
                      <a:pt x="884" y="191"/>
                    </a:cubicBezTo>
                    <a:cubicBezTo>
                      <a:pt x="888" y="174"/>
                      <a:pt x="892" y="172"/>
                      <a:pt x="911" y="168"/>
                    </a:cubicBezTo>
                    <a:cubicBezTo>
                      <a:pt x="913" y="167"/>
                      <a:pt x="913" y="167"/>
                      <a:pt x="913" y="167"/>
                    </a:cubicBezTo>
                    <a:cubicBezTo>
                      <a:pt x="936" y="162"/>
                      <a:pt x="1021" y="122"/>
                      <a:pt x="1006" y="139"/>
                    </a:cubicBezTo>
                    <a:close/>
                    <a:moveTo>
                      <a:pt x="892" y="92"/>
                    </a:moveTo>
                    <a:cubicBezTo>
                      <a:pt x="920" y="67"/>
                      <a:pt x="950" y="96"/>
                      <a:pt x="980" y="94"/>
                    </a:cubicBezTo>
                    <a:cubicBezTo>
                      <a:pt x="982" y="94"/>
                      <a:pt x="982" y="94"/>
                      <a:pt x="982" y="94"/>
                    </a:cubicBezTo>
                    <a:cubicBezTo>
                      <a:pt x="992" y="95"/>
                      <a:pt x="1004" y="99"/>
                      <a:pt x="1003" y="114"/>
                    </a:cubicBezTo>
                    <a:cubicBezTo>
                      <a:pt x="1002" y="129"/>
                      <a:pt x="939" y="135"/>
                      <a:pt x="906" y="144"/>
                    </a:cubicBezTo>
                    <a:cubicBezTo>
                      <a:pt x="887" y="150"/>
                      <a:pt x="880" y="156"/>
                      <a:pt x="866" y="168"/>
                    </a:cubicBezTo>
                    <a:cubicBezTo>
                      <a:pt x="856" y="176"/>
                      <a:pt x="842" y="179"/>
                      <a:pt x="843" y="161"/>
                    </a:cubicBezTo>
                    <a:cubicBezTo>
                      <a:pt x="844" y="151"/>
                      <a:pt x="859" y="137"/>
                      <a:pt x="865" y="129"/>
                    </a:cubicBezTo>
                    <a:cubicBezTo>
                      <a:pt x="872" y="119"/>
                      <a:pt x="882" y="101"/>
                      <a:pt x="892" y="92"/>
                    </a:cubicBezTo>
                    <a:close/>
                    <a:moveTo>
                      <a:pt x="677" y="109"/>
                    </a:moveTo>
                    <a:cubicBezTo>
                      <a:pt x="684" y="99"/>
                      <a:pt x="709" y="87"/>
                      <a:pt x="720" y="76"/>
                    </a:cubicBezTo>
                    <a:cubicBezTo>
                      <a:pt x="728" y="66"/>
                      <a:pt x="744" y="44"/>
                      <a:pt x="759" y="56"/>
                    </a:cubicBezTo>
                    <a:cubicBezTo>
                      <a:pt x="760" y="57"/>
                      <a:pt x="760" y="57"/>
                      <a:pt x="760" y="57"/>
                    </a:cubicBezTo>
                    <a:cubicBezTo>
                      <a:pt x="797" y="64"/>
                      <a:pt x="852" y="40"/>
                      <a:pt x="859" y="96"/>
                    </a:cubicBezTo>
                    <a:cubicBezTo>
                      <a:pt x="864" y="126"/>
                      <a:pt x="818" y="154"/>
                      <a:pt x="798" y="174"/>
                    </a:cubicBezTo>
                    <a:cubicBezTo>
                      <a:pt x="770" y="201"/>
                      <a:pt x="750" y="191"/>
                      <a:pt x="731" y="165"/>
                    </a:cubicBezTo>
                    <a:cubicBezTo>
                      <a:pt x="720" y="149"/>
                      <a:pt x="710" y="142"/>
                      <a:pt x="693" y="133"/>
                    </a:cubicBezTo>
                    <a:cubicBezTo>
                      <a:pt x="679" y="126"/>
                      <a:pt x="667" y="123"/>
                      <a:pt x="677" y="109"/>
                    </a:cubicBezTo>
                    <a:close/>
                    <a:moveTo>
                      <a:pt x="616" y="129"/>
                    </a:moveTo>
                    <a:cubicBezTo>
                      <a:pt x="617" y="129"/>
                      <a:pt x="617" y="129"/>
                      <a:pt x="617" y="129"/>
                    </a:cubicBezTo>
                    <a:cubicBezTo>
                      <a:pt x="637" y="127"/>
                      <a:pt x="686" y="139"/>
                      <a:pt x="700" y="151"/>
                    </a:cubicBezTo>
                    <a:cubicBezTo>
                      <a:pt x="714" y="163"/>
                      <a:pt x="711" y="198"/>
                      <a:pt x="691" y="205"/>
                    </a:cubicBezTo>
                    <a:cubicBezTo>
                      <a:pt x="681" y="208"/>
                      <a:pt x="653" y="199"/>
                      <a:pt x="641" y="198"/>
                    </a:cubicBezTo>
                    <a:cubicBezTo>
                      <a:pt x="621" y="197"/>
                      <a:pt x="596" y="196"/>
                      <a:pt x="577" y="189"/>
                    </a:cubicBezTo>
                    <a:cubicBezTo>
                      <a:pt x="567" y="186"/>
                      <a:pt x="535" y="177"/>
                      <a:pt x="534" y="167"/>
                    </a:cubicBezTo>
                    <a:cubicBezTo>
                      <a:pt x="532" y="142"/>
                      <a:pt x="599" y="130"/>
                      <a:pt x="616" y="129"/>
                    </a:cubicBezTo>
                    <a:close/>
                    <a:moveTo>
                      <a:pt x="318" y="190"/>
                    </a:moveTo>
                    <a:cubicBezTo>
                      <a:pt x="328" y="184"/>
                      <a:pt x="345" y="193"/>
                      <a:pt x="358" y="193"/>
                    </a:cubicBezTo>
                    <a:cubicBezTo>
                      <a:pt x="364" y="193"/>
                      <a:pt x="364" y="193"/>
                      <a:pt x="364" y="193"/>
                    </a:cubicBezTo>
                    <a:cubicBezTo>
                      <a:pt x="363" y="193"/>
                      <a:pt x="362" y="193"/>
                      <a:pt x="361" y="193"/>
                    </a:cubicBezTo>
                    <a:cubicBezTo>
                      <a:pt x="368" y="193"/>
                      <a:pt x="377" y="192"/>
                      <a:pt x="382" y="194"/>
                    </a:cubicBezTo>
                    <a:cubicBezTo>
                      <a:pt x="390" y="198"/>
                      <a:pt x="393" y="208"/>
                      <a:pt x="403" y="212"/>
                    </a:cubicBezTo>
                    <a:cubicBezTo>
                      <a:pt x="431" y="221"/>
                      <a:pt x="472" y="196"/>
                      <a:pt x="502" y="195"/>
                    </a:cubicBezTo>
                    <a:cubicBezTo>
                      <a:pt x="514" y="194"/>
                      <a:pt x="551" y="194"/>
                      <a:pt x="550" y="209"/>
                    </a:cubicBezTo>
                    <a:cubicBezTo>
                      <a:pt x="549" y="216"/>
                      <a:pt x="539" y="215"/>
                      <a:pt x="537" y="219"/>
                    </a:cubicBezTo>
                    <a:cubicBezTo>
                      <a:pt x="534" y="225"/>
                      <a:pt x="537" y="229"/>
                      <a:pt x="535" y="234"/>
                    </a:cubicBezTo>
                    <a:cubicBezTo>
                      <a:pt x="523" y="278"/>
                      <a:pt x="501" y="274"/>
                      <a:pt x="462" y="268"/>
                    </a:cubicBezTo>
                    <a:cubicBezTo>
                      <a:pt x="439" y="265"/>
                      <a:pt x="374" y="284"/>
                      <a:pt x="357" y="264"/>
                    </a:cubicBezTo>
                    <a:cubicBezTo>
                      <a:pt x="340" y="245"/>
                      <a:pt x="371" y="238"/>
                      <a:pt x="335" y="230"/>
                    </a:cubicBezTo>
                    <a:cubicBezTo>
                      <a:pt x="317" y="226"/>
                      <a:pt x="288" y="204"/>
                      <a:pt x="318" y="190"/>
                    </a:cubicBezTo>
                    <a:close/>
                    <a:moveTo>
                      <a:pt x="224" y="346"/>
                    </a:moveTo>
                    <a:cubicBezTo>
                      <a:pt x="207" y="344"/>
                      <a:pt x="204" y="338"/>
                      <a:pt x="207" y="324"/>
                    </a:cubicBezTo>
                    <a:cubicBezTo>
                      <a:pt x="214" y="291"/>
                      <a:pt x="153" y="298"/>
                      <a:pt x="158" y="268"/>
                    </a:cubicBezTo>
                    <a:cubicBezTo>
                      <a:pt x="160" y="258"/>
                      <a:pt x="169" y="251"/>
                      <a:pt x="179" y="246"/>
                    </a:cubicBezTo>
                    <a:cubicBezTo>
                      <a:pt x="241" y="236"/>
                      <a:pt x="304" y="233"/>
                      <a:pt x="320" y="246"/>
                    </a:cubicBezTo>
                    <a:cubicBezTo>
                      <a:pt x="331" y="254"/>
                      <a:pt x="291" y="323"/>
                      <a:pt x="292" y="321"/>
                    </a:cubicBezTo>
                    <a:cubicBezTo>
                      <a:pt x="278" y="330"/>
                      <a:pt x="270" y="344"/>
                      <a:pt x="252" y="348"/>
                    </a:cubicBezTo>
                    <a:cubicBezTo>
                      <a:pt x="243" y="350"/>
                      <a:pt x="234" y="347"/>
                      <a:pt x="224" y="346"/>
                    </a:cubicBezTo>
                    <a:close/>
                    <a:moveTo>
                      <a:pt x="350" y="411"/>
                    </a:moveTo>
                    <a:cubicBezTo>
                      <a:pt x="336" y="415"/>
                      <a:pt x="321" y="417"/>
                      <a:pt x="307" y="423"/>
                    </a:cubicBezTo>
                    <a:cubicBezTo>
                      <a:pt x="292" y="429"/>
                      <a:pt x="277" y="438"/>
                      <a:pt x="262" y="428"/>
                    </a:cubicBezTo>
                    <a:cubicBezTo>
                      <a:pt x="250" y="421"/>
                      <a:pt x="242" y="402"/>
                      <a:pt x="248" y="389"/>
                    </a:cubicBezTo>
                    <a:cubicBezTo>
                      <a:pt x="254" y="378"/>
                      <a:pt x="273" y="371"/>
                      <a:pt x="284" y="365"/>
                    </a:cubicBezTo>
                    <a:cubicBezTo>
                      <a:pt x="298" y="357"/>
                      <a:pt x="310" y="349"/>
                      <a:pt x="326" y="349"/>
                    </a:cubicBezTo>
                    <a:cubicBezTo>
                      <a:pt x="338" y="348"/>
                      <a:pt x="369" y="363"/>
                      <a:pt x="369" y="363"/>
                    </a:cubicBezTo>
                    <a:cubicBezTo>
                      <a:pt x="401" y="372"/>
                      <a:pt x="370" y="404"/>
                      <a:pt x="350" y="411"/>
                    </a:cubicBezTo>
                    <a:close/>
                    <a:moveTo>
                      <a:pt x="374" y="315"/>
                    </a:moveTo>
                    <a:cubicBezTo>
                      <a:pt x="392" y="296"/>
                      <a:pt x="431" y="302"/>
                      <a:pt x="455" y="300"/>
                    </a:cubicBezTo>
                    <a:cubicBezTo>
                      <a:pt x="474" y="298"/>
                      <a:pt x="523" y="274"/>
                      <a:pt x="535" y="292"/>
                    </a:cubicBezTo>
                    <a:cubicBezTo>
                      <a:pt x="536" y="293"/>
                      <a:pt x="536" y="293"/>
                      <a:pt x="536" y="293"/>
                    </a:cubicBezTo>
                    <a:cubicBezTo>
                      <a:pt x="567" y="322"/>
                      <a:pt x="477" y="321"/>
                      <a:pt x="467" y="321"/>
                    </a:cubicBezTo>
                    <a:cubicBezTo>
                      <a:pt x="441" y="323"/>
                      <a:pt x="429" y="336"/>
                      <a:pt x="405" y="344"/>
                    </a:cubicBezTo>
                    <a:cubicBezTo>
                      <a:pt x="383" y="350"/>
                      <a:pt x="355" y="336"/>
                      <a:pt x="374" y="315"/>
                    </a:cubicBezTo>
                    <a:close/>
                    <a:moveTo>
                      <a:pt x="632" y="538"/>
                    </a:moveTo>
                    <a:cubicBezTo>
                      <a:pt x="600" y="559"/>
                      <a:pt x="582" y="540"/>
                      <a:pt x="563" y="514"/>
                    </a:cubicBezTo>
                    <a:cubicBezTo>
                      <a:pt x="550" y="496"/>
                      <a:pt x="539" y="487"/>
                      <a:pt x="520" y="475"/>
                    </a:cubicBezTo>
                    <a:cubicBezTo>
                      <a:pt x="512" y="471"/>
                      <a:pt x="504" y="468"/>
                      <a:pt x="501" y="460"/>
                    </a:cubicBezTo>
                    <a:cubicBezTo>
                      <a:pt x="498" y="454"/>
                      <a:pt x="498" y="449"/>
                      <a:pt x="493" y="444"/>
                    </a:cubicBezTo>
                    <a:cubicBezTo>
                      <a:pt x="479" y="426"/>
                      <a:pt x="443" y="424"/>
                      <a:pt x="437" y="401"/>
                    </a:cubicBezTo>
                    <a:cubicBezTo>
                      <a:pt x="434" y="393"/>
                      <a:pt x="437" y="380"/>
                      <a:pt x="441" y="372"/>
                    </a:cubicBezTo>
                    <a:cubicBezTo>
                      <a:pt x="443" y="369"/>
                      <a:pt x="446" y="366"/>
                      <a:pt x="449" y="363"/>
                    </a:cubicBezTo>
                    <a:cubicBezTo>
                      <a:pt x="465" y="353"/>
                      <a:pt x="479" y="347"/>
                      <a:pt x="486" y="349"/>
                    </a:cubicBezTo>
                    <a:cubicBezTo>
                      <a:pt x="517" y="355"/>
                      <a:pt x="539" y="385"/>
                      <a:pt x="570" y="390"/>
                    </a:cubicBezTo>
                    <a:cubicBezTo>
                      <a:pt x="602" y="396"/>
                      <a:pt x="633" y="384"/>
                      <a:pt x="663" y="399"/>
                    </a:cubicBezTo>
                    <a:cubicBezTo>
                      <a:pt x="679" y="407"/>
                      <a:pt x="674" y="450"/>
                      <a:pt x="662" y="496"/>
                    </a:cubicBezTo>
                    <a:cubicBezTo>
                      <a:pt x="662" y="495"/>
                      <a:pt x="662" y="493"/>
                      <a:pt x="662" y="492"/>
                    </a:cubicBezTo>
                    <a:cubicBezTo>
                      <a:pt x="662" y="494"/>
                      <a:pt x="662" y="496"/>
                      <a:pt x="662" y="498"/>
                    </a:cubicBezTo>
                    <a:cubicBezTo>
                      <a:pt x="661" y="501"/>
                      <a:pt x="660" y="504"/>
                      <a:pt x="659" y="507"/>
                    </a:cubicBezTo>
                    <a:cubicBezTo>
                      <a:pt x="655" y="520"/>
                      <a:pt x="644" y="531"/>
                      <a:pt x="632" y="538"/>
                    </a:cubicBezTo>
                    <a:close/>
                    <a:moveTo>
                      <a:pt x="780" y="512"/>
                    </a:moveTo>
                    <a:cubicBezTo>
                      <a:pt x="762" y="523"/>
                      <a:pt x="753" y="548"/>
                      <a:pt x="722" y="574"/>
                    </a:cubicBezTo>
                    <a:cubicBezTo>
                      <a:pt x="690" y="600"/>
                      <a:pt x="653" y="578"/>
                      <a:pt x="656" y="571"/>
                    </a:cubicBezTo>
                    <a:cubicBezTo>
                      <a:pt x="659" y="564"/>
                      <a:pt x="680" y="522"/>
                      <a:pt x="692" y="497"/>
                    </a:cubicBezTo>
                    <a:cubicBezTo>
                      <a:pt x="704" y="471"/>
                      <a:pt x="786" y="468"/>
                      <a:pt x="786" y="468"/>
                    </a:cubicBezTo>
                    <a:cubicBezTo>
                      <a:pt x="813" y="457"/>
                      <a:pt x="799" y="502"/>
                      <a:pt x="780" y="512"/>
                    </a:cubicBezTo>
                    <a:close/>
                    <a:moveTo>
                      <a:pt x="821" y="429"/>
                    </a:moveTo>
                    <a:cubicBezTo>
                      <a:pt x="818" y="438"/>
                      <a:pt x="811" y="434"/>
                      <a:pt x="801" y="436"/>
                    </a:cubicBezTo>
                    <a:cubicBezTo>
                      <a:pt x="778" y="439"/>
                      <a:pt x="748" y="445"/>
                      <a:pt x="725" y="446"/>
                    </a:cubicBezTo>
                    <a:cubicBezTo>
                      <a:pt x="713" y="446"/>
                      <a:pt x="690" y="441"/>
                      <a:pt x="704" y="425"/>
                    </a:cubicBezTo>
                    <a:cubicBezTo>
                      <a:pt x="708" y="420"/>
                      <a:pt x="724" y="422"/>
                      <a:pt x="731" y="422"/>
                    </a:cubicBezTo>
                    <a:cubicBezTo>
                      <a:pt x="751" y="421"/>
                      <a:pt x="785" y="422"/>
                      <a:pt x="805" y="417"/>
                    </a:cubicBezTo>
                    <a:cubicBezTo>
                      <a:pt x="808" y="416"/>
                      <a:pt x="808" y="416"/>
                      <a:pt x="808" y="416"/>
                    </a:cubicBezTo>
                    <a:cubicBezTo>
                      <a:pt x="816" y="413"/>
                      <a:pt x="825" y="419"/>
                      <a:pt x="821" y="429"/>
                    </a:cubicBezTo>
                    <a:close/>
                    <a:moveTo>
                      <a:pt x="798" y="396"/>
                    </a:moveTo>
                    <a:cubicBezTo>
                      <a:pt x="780" y="402"/>
                      <a:pt x="779" y="399"/>
                      <a:pt x="760" y="396"/>
                    </a:cubicBezTo>
                    <a:cubicBezTo>
                      <a:pt x="746" y="394"/>
                      <a:pt x="732" y="397"/>
                      <a:pt x="718" y="396"/>
                    </a:cubicBezTo>
                    <a:cubicBezTo>
                      <a:pt x="696" y="394"/>
                      <a:pt x="684" y="382"/>
                      <a:pt x="666" y="374"/>
                    </a:cubicBezTo>
                    <a:cubicBezTo>
                      <a:pt x="644" y="363"/>
                      <a:pt x="518" y="383"/>
                      <a:pt x="517" y="342"/>
                    </a:cubicBezTo>
                    <a:cubicBezTo>
                      <a:pt x="517" y="329"/>
                      <a:pt x="544" y="330"/>
                      <a:pt x="555" y="323"/>
                    </a:cubicBezTo>
                    <a:cubicBezTo>
                      <a:pt x="569" y="313"/>
                      <a:pt x="577" y="303"/>
                      <a:pt x="597" y="303"/>
                    </a:cubicBezTo>
                    <a:cubicBezTo>
                      <a:pt x="602" y="303"/>
                      <a:pt x="602" y="303"/>
                      <a:pt x="602" y="303"/>
                    </a:cubicBezTo>
                    <a:cubicBezTo>
                      <a:pt x="617" y="301"/>
                      <a:pt x="625" y="307"/>
                      <a:pt x="638" y="308"/>
                    </a:cubicBezTo>
                    <a:cubicBezTo>
                      <a:pt x="656" y="310"/>
                      <a:pt x="676" y="305"/>
                      <a:pt x="694" y="305"/>
                    </a:cubicBezTo>
                    <a:cubicBezTo>
                      <a:pt x="737" y="306"/>
                      <a:pt x="778" y="330"/>
                      <a:pt x="822" y="333"/>
                    </a:cubicBezTo>
                    <a:cubicBezTo>
                      <a:pt x="839" y="334"/>
                      <a:pt x="863" y="331"/>
                      <a:pt x="868" y="350"/>
                    </a:cubicBezTo>
                    <a:cubicBezTo>
                      <a:pt x="872" y="365"/>
                      <a:pt x="861" y="381"/>
                      <a:pt x="849" y="386"/>
                    </a:cubicBezTo>
                    <a:cubicBezTo>
                      <a:pt x="843" y="388"/>
                      <a:pt x="832" y="386"/>
                      <a:pt x="825" y="387"/>
                    </a:cubicBezTo>
                    <a:cubicBezTo>
                      <a:pt x="815" y="389"/>
                      <a:pt x="808" y="393"/>
                      <a:pt x="798" y="396"/>
                    </a:cubicBezTo>
                    <a:close/>
                    <a:moveTo>
                      <a:pt x="967" y="480"/>
                    </a:moveTo>
                    <a:cubicBezTo>
                      <a:pt x="967" y="480"/>
                      <a:pt x="954" y="502"/>
                      <a:pt x="939" y="531"/>
                    </a:cubicBezTo>
                    <a:cubicBezTo>
                      <a:pt x="923" y="546"/>
                      <a:pt x="904" y="539"/>
                      <a:pt x="894" y="529"/>
                    </a:cubicBezTo>
                    <a:cubicBezTo>
                      <a:pt x="880" y="514"/>
                      <a:pt x="866" y="508"/>
                      <a:pt x="838" y="497"/>
                    </a:cubicBezTo>
                    <a:cubicBezTo>
                      <a:pt x="829" y="493"/>
                      <a:pt x="827" y="487"/>
                      <a:pt x="828" y="480"/>
                    </a:cubicBezTo>
                    <a:cubicBezTo>
                      <a:pt x="847" y="454"/>
                      <a:pt x="865" y="434"/>
                      <a:pt x="879" y="436"/>
                    </a:cubicBezTo>
                    <a:cubicBezTo>
                      <a:pt x="904" y="438"/>
                      <a:pt x="985" y="434"/>
                      <a:pt x="967" y="480"/>
                    </a:cubicBezTo>
                    <a:close/>
                    <a:moveTo>
                      <a:pt x="993" y="451"/>
                    </a:moveTo>
                    <a:cubicBezTo>
                      <a:pt x="961" y="436"/>
                      <a:pt x="1021" y="402"/>
                      <a:pt x="1035" y="393"/>
                    </a:cubicBezTo>
                    <a:cubicBezTo>
                      <a:pt x="1055" y="380"/>
                      <a:pt x="1068" y="360"/>
                      <a:pt x="1087" y="347"/>
                    </a:cubicBezTo>
                    <a:cubicBezTo>
                      <a:pt x="1106" y="335"/>
                      <a:pt x="1132" y="334"/>
                      <a:pt x="1151" y="324"/>
                    </a:cubicBezTo>
                    <a:cubicBezTo>
                      <a:pt x="1185" y="307"/>
                      <a:pt x="1216" y="281"/>
                      <a:pt x="1255" y="306"/>
                    </a:cubicBezTo>
                    <a:cubicBezTo>
                      <a:pt x="1288" y="326"/>
                      <a:pt x="1264" y="349"/>
                      <a:pt x="1238" y="363"/>
                    </a:cubicBezTo>
                    <a:cubicBezTo>
                      <a:pt x="1191" y="388"/>
                      <a:pt x="1136" y="412"/>
                      <a:pt x="1085" y="431"/>
                    </a:cubicBezTo>
                    <a:cubicBezTo>
                      <a:pt x="1072" y="436"/>
                      <a:pt x="1062" y="442"/>
                      <a:pt x="1047" y="442"/>
                    </a:cubicBezTo>
                    <a:cubicBezTo>
                      <a:pt x="1045" y="442"/>
                      <a:pt x="1045" y="442"/>
                      <a:pt x="1045" y="442"/>
                    </a:cubicBezTo>
                    <a:cubicBezTo>
                      <a:pt x="1031" y="443"/>
                      <a:pt x="1009" y="458"/>
                      <a:pt x="993" y="451"/>
                    </a:cubicBezTo>
                    <a:close/>
                    <a:moveTo>
                      <a:pt x="1102" y="587"/>
                    </a:moveTo>
                    <a:cubicBezTo>
                      <a:pt x="1095" y="589"/>
                      <a:pt x="1038" y="602"/>
                      <a:pt x="1028" y="582"/>
                    </a:cubicBezTo>
                    <a:cubicBezTo>
                      <a:pt x="1021" y="567"/>
                      <a:pt x="1024" y="551"/>
                      <a:pt x="1025" y="545"/>
                    </a:cubicBezTo>
                    <a:cubicBezTo>
                      <a:pt x="1030" y="539"/>
                      <a:pt x="1034" y="534"/>
                      <a:pt x="1039" y="528"/>
                    </a:cubicBezTo>
                    <a:cubicBezTo>
                      <a:pt x="1108" y="472"/>
                      <a:pt x="1099" y="523"/>
                      <a:pt x="1128" y="520"/>
                    </a:cubicBezTo>
                    <a:cubicBezTo>
                      <a:pt x="1153" y="517"/>
                      <a:pt x="1115" y="569"/>
                      <a:pt x="1102" y="587"/>
                    </a:cubicBezTo>
                    <a:close/>
                    <a:moveTo>
                      <a:pt x="1220" y="490"/>
                    </a:moveTo>
                    <a:cubicBezTo>
                      <a:pt x="1214" y="496"/>
                      <a:pt x="1208" y="502"/>
                      <a:pt x="1202" y="508"/>
                    </a:cubicBezTo>
                    <a:cubicBezTo>
                      <a:pt x="1193" y="512"/>
                      <a:pt x="1181" y="511"/>
                      <a:pt x="1169" y="495"/>
                    </a:cubicBezTo>
                    <a:cubicBezTo>
                      <a:pt x="1144" y="463"/>
                      <a:pt x="1202" y="420"/>
                      <a:pt x="1218" y="409"/>
                    </a:cubicBezTo>
                    <a:cubicBezTo>
                      <a:pt x="1231" y="408"/>
                      <a:pt x="1243" y="409"/>
                      <a:pt x="1253" y="415"/>
                    </a:cubicBezTo>
                    <a:cubicBezTo>
                      <a:pt x="1273" y="426"/>
                      <a:pt x="1254" y="456"/>
                      <a:pt x="1220" y="490"/>
                    </a:cubicBezTo>
                    <a:close/>
                    <a:moveTo>
                      <a:pt x="1390" y="360"/>
                    </a:moveTo>
                    <a:cubicBezTo>
                      <a:pt x="1363" y="376"/>
                      <a:pt x="1349" y="400"/>
                      <a:pt x="1325" y="418"/>
                    </a:cubicBezTo>
                    <a:cubicBezTo>
                      <a:pt x="1304" y="433"/>
                      <a:pt x="1290" y="428"/>
                      <a:pt x="1273" y="414"/>
                    </a:cubicBezTo>
                    <a:cubicBezTo>
                      <a:pt x="1231" y="378"/>
                      <a:pt x="1295" y="329"/>
                      <a:pt x="1316" y="314"/>
                    </a:cubicBezTo>
                    <a:cubicBezTo>
                      <a:pt x="1337" y="299"/>
                      <a:pt x="1414" y="244"/>
                      <a:pt x="1460" y="259"/>
                    </a:cubicBezTo>
                    <a:cubicBezTo>
                      <a:pt x="1518" y="279"/>
                      <a:pt x="1410" y="347"/>
                      <a:pt x="1390" y="360"/>
                    </a:cubicBezTo>
                    <a:close/>
                    <a:moveTo>
                      <a:pt x="1554" y="178"/>
                    </a:moveTo>
                    <a:cubicBezTo>
                      <a:pt x="1535" y="186"/>
                      <a:pt x="1516" y="198"/>
                      <a:pt x="1501" y="211"/>
                    </a:cubicBezTo>
                    <a:cubicBezTo>
                      <a:pt x="1482" y="227"/>
                      <a:pt x="1477" y="237"/>
                      <a:pt x="1451" y="235"/>
                    </a:cubicBezTo>
                    <a:cubicBezTo>
                      <a:pt x="1445" y="235"/>
                      <a:pt x="1423" y="233"/>
                      <a:pt x="1415" y="221"/>
                    </a:cubicBezTo>
                    <a:cubicBezTo>
                      <a:pt x="1403" y="205"/>
                      <a:pt x="1408" y="195"/>
                      <a:pt x="1415" y="185"/>
                    </a:cubicBezTo>
                    <a:cubicBezTo>
                      <a:pt x="1428" y="168"/>
                      <a:pt x="1445" y="168"/>
                      <a:pt x="1471" y="164"/>
                    </a:cubicBezTo>
                    <a:cubicBezTo>
                      <a:pt x="1497" y="161"/>
                      <a:pt x="1575" y="150"/>
                      <a:pt x="1597" y="162"/>
                    </a:cubicBezTo>
                    <a:cubicBezTo>
                      <a:pt x="1590" y="174"/>
                      <a:pt x="1566" y="173"/>
                      <a:pt x="1554" y="178"/>
                    </a:cubicBezTo>
                    <a:close/>
                  </a:path>
                </a:pathLst>
              </a:custGeom>
              <a:solidFill>
                <a:srgbClr val="CBE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4" name="Freeform 3780">
                <a:extLst>
                  <a:ext uri="{FF2B5EF4-FFF2-40B4-BE49-F238E27FC236}">
                    <a16:creationId xmlns:a16="http://schemas.microsoft.com/office/drawing/2014/main" id="{79B6730A-DB45-423D-85F8-2DCE99E3C2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" y="1900"/>
                <a:ext cx="1824" cy="691"/>
              </a:xfrm>
              <a:custGeom>
                <a:avLst/>
                <a:gdLst>
                  <a:gd name="T0" fmla="*/ 1297 w 1787"/>
                  <a:gd name="T1" fmla="*/ 125 h 677"/>
                  <a:gd name="T2" fmla="*/ 1184 w 1787"/>
                  <a:gd name="T3" fmla="*/ 107 h 677"/>
                  <a:gd name="T4" fmla="*/ 674 w 1787"/>
                  <a:gd name="T5" fmla="*/ 115 h 677"/>
                  <a:gd name="T6" fmla="*/ 548 w 1787"/>
                  <a:gd name="T7" fmla="*/ 151 h 677"/>
                  <a:gd name="T8" fmla="*/ 0 w 1787"/>
                  <a:gd name="T9" fmla="*/ 272 h 677"/>
                  <a:gd name="T10" fmla="*/ 162 w 1787"/>
                  <a:gd name="T11" fmla="*/ 345 h 677"/>
                  <a:gd name="T12" fmla="*/ 199 w 1787"/>
                  <a:gd name="T13" fmla="*/ 452 h 677"/>
                  <a:gd name="T14" fmla="*/ 470 w 1787"/>
                  <a:gd name="T15" fmla="*/ 554 h 677"/>
                  <a:gd name="T16" fmla="*/ 574 w 1787"/>
                  <a:gd name="T17" fmla="*/ 576 h 677"/>
                  <a:gd name="T18" fmla="*/ 799 w 1787"/>
                  <a:gd name="T19" fmla="*/ 636 h 677"/>
                  <a:gd name="T20" fmla="*/ 984 w 1787"/>
                  <a:gd name="T21" fmla="*/ 699 h 677"/>
                  <a:gd name="T22" fmla="*/ 1174 w 1787"/>
                  <a:gd name="T23" fmla="*/ 720 h 677"/>
                  <a:gd name="T24" fmla="*/ 1789 w 1787"/>
                  <a:gd name="T25" fmla="*/ 180 h 677"/>
                  <a:gd name="T26" fmla="*/ 1326 w 1787"/>
                  <a:gd name="T27" fmla="*/ 298 h 677"/>
                  <a:gd name="T28" fmla="*/ 1261 w 1787"/>
                  <a:gd name="T29" fmla="*/ 179 h 677"/>
                  <a:gd name="T30" fmla="*/ 1216 w 1787"/>
                  <a:gd name="T31" fmla="*/ 276 h 677"/>
                  <a:gd name="T32" fmla="*/ 1008 w 1787"/>
                  <a:gd name="T33" fmla="*/ 447 h 677"/>
                  <a:gd name="T34" fmla="*/ 1085 w 1787"/>
                  <a:gd name="T35" fmla="*/ 272 h 677"/>
                  <a:gd name="T36" fmla="*/ 895 w 1787"/>
                  <a:gd name="T37" fmla="*/ 288 h 677"/>
                  <a:gd name="T38" fmla="*/ 768 w 1787"/>
                  <a:gd name="T39" fmla="*/ 206 h 677"/>
                  <a:gd name="T40" fmla="*/ 856 w 1787"/>
                  <a:gd name="T41" fmla="*/ 288 h 677"/>
                  <a:gd name="T42" fmla="*/ 635 w 1787"/>
                  <a:gd name="T43" fmla="*/ 300 h 677"/>
                  <a:gd name="T44" fmla="*/ 736 w 1787"/>
                  <a:gd name="T45" fmla="*/ 247 h 677"/>
                  <a:gd name="T46" fmla="*/ 935 w 1787"/>
                  <a:gd name="T47" fmla="*/ 248 h 677"/>
                  <a:gd name="T48" fmla="*/ 948 w 1787"/>
                  <a:gd name="T49" fmla="*/ 98 h 677"/>
                  <a:gd name="T50" fmla="*/ 921 w 1787"/>
                  <a:gd name="T51" fmla="*/ 179 h 677"/>
                  <a:gd name="T52" fmla="*/ 766 w 1787"/>
                  <a:gd name="T53" fmla="*/ 82 h 677"/>
                  <a:gd name="T54" fmla="*/ 777 w 1787"/>
                  <a:gd name="T55" fmla="*/ 175 h 677"/>
                  <a:gd name="T56" fmla="*/ 744 w 1787"/>
                  <a:gd name="T57" fmla="*/ 160 h 677"/>
                  <a:gd name="T58" fmla="*/ 655 w 1787"/>
                  <a:gd name="T59" fmla="*/ 138 h 677"/>
                  <a:gd name="T60" fmla="*/ 406 w 1787"/>
                  <a:gd name="T61" fmla="*/ 206 h 677"/>
                  <a:gd name="T62" fmla="*/ 569 w 1787"/>
                  <a:gd name="T63" fmla="*/ 249 h 677"/>
                  <a:gd name="T64" fmla="*/ 239 w 1787"/>
                  <a:gd name="T65" fmla="*/ 367 h 677"/>
                  <a:gd name="T66" fmla="*/ 310 w 1787"/>
                  <a:gd name="T67" fmla="*/ 342 h 677"/>
                  <a:gd name="T68" fmla="*/ 279 w 1787"/>
                  <a:gd name="T69" fmla="*/ 455 h 677"/>
                  <a:gd name="T70" fmla="*/ 372 w 1787"/>
                  <a:gd name="T71" fmla="*/ 437 h 677"/>
                  <a:gd name="T72" fmla="*/ 497 w 1787"/>
                  <a:gd name="T73" fmla="*/ 342 h 677"/>
                  <a:gd name="T74" fmla="*/ 553 w 1787"/>
                  <a:gd name="T75" fmla="*/ 505 h 677"/>
                  <a:gd name="T76" fmla="*/ 477 w 1787"/>
                  <a:gd name="T77" fmla="*/ 387 h 677"/>
                  <a:gd name="T78" fmla="*/ 704 w 1787"/>
                  <a:gd name="T79" fmla="*/ 523 h 677"/>
                  <a:gd name="T80" fmla="*/ 768 w 1787"/>
                  <a:gd name="T81" fmla="*/ 610 h 677"/>
                  <a:gd name="T82" fmla="*/ 873 w 1787"/>
                  <a:gd name="T83" fmla="*/ 456 h 677"/>
                  <a:gd name="T84" fmla="*/ 856 w 1787"/>
                  <a:gd name="T85" fmla="*/ 444 h 677"/>
                  <a:gd name="T86" fmla="*/ 763 w 1787"/>
                  <a:gd name="T87" fmla="*/ 421 h 677"/>
                  <a:gd name="T88" fmla="*/ 640 w 1787"/>
                  <a:gd name="T89" fmla="*/ 322 h 677"/>
                  <a:gd name="T90" fmla="*/ 903 w 1787"/>
                  <a:gd name="T91" fmla="*/ 410 h 677"/>
                  <a:gd name="T92" fmla="*/ 951 w 1787"/>
                  <a:gd name="T93" fmla="*/ 562 h 677"/>
                  <a:gd name="T94" fmla="*/ 1056 w 1787"/>
                  <a:gd name="T95" fmla="*/ 480 h 677"/>
                  <a:gd name="T96" fmla="*/ 1317 w 1787"/>
                  <a:gd name="T97" fmla="*/ 387 h 677"/>
                  <a:gd name="T98" fmla="*/ 1172 w 1787"/>
                  <a:gd name="T99" fmla="*/ 624 h 677"/>
                  <a:gd name="T100" fmla="*/ 1172 w 1787"/>
                  <a:gd name="T101" fmla="*/ 624 h 677"/>
                  <a:gd name="T102" fmla="*/ 1332 w 1787"/>
                  <a:gd name="T103" fmla="*/ 442 h 677"/>
                  <a:gd name="T104" fmla="*/ 1399 w 1787"/>
                  <a:gd name="T105" fmla="*/ 334 h 677"/>
                  <a:gd name="T106" fmla="*/ 1543 w 1787"/>
                  <a:gd name="T107" fmla="*/ 250 h 677"/>
                  <a:gd name="T108" fmla="*/ 1653 w 1787"/>
                  <a:gd name="T109" fmla="*/ 190 h 67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87" h="677">
                    <a:moveTo>
                      <a:pt x="1396" y="139"/>
                    </a:moveTo>
                    <a:cubicBezTo>
                      <a:pt x="1395" y="140"/>
                      <a:pt x="1395" y="140"/>
                      <a:pt x="1395" y="140"/>
                    </a:cubicBezTo>
                    <a:cubicBezTo>
                      <a:pt x="1366" y="159"/>
                      <a:pt x="1332" y="181"/>
                      <a:pt x="1297" y="180"/>
                    </a:cubicBezTo>
                    <a:cubicBezTo>
                      <a:pt x="1278" y="179"/>
                      <a:pt x="1244" y="142"/>
                      <a:pt x="1264" y="121"/>
                    </a:cubicBezTo>
                    <a:cubicBezTo>
                      <a:pt x="1220" y="118"/>
                      <a:pt x="1220" y="118"/>
                      <a:pt x="1220" y="118"/>
                    </a:cubicBezTo>
                    <a:cubicBezTo>
                      <a:pt x="1195" y="126"/>
                      <a:pt x="1177" y="155"/>
                      <a:pt x="1151" y="161"/>
                    </a:cubicBezTo>
                    <a:cubicBezTo>
                      <a:pt x="1121" y="167"/>
                      <a:pt x="1090" y="170"/>
                      <a:pt x="1061" y="177"/>
                    </a:cubicBezTo>
                    <a:cubicBezTo>
                      <a:pt x="1021" y="185"/>
                      <a:pt x="1003" y="161"/>
                      <a:pt x="1045" y="144"/>
                    </a:cubicBezTo>
                    <a:cubicBezTo>
                      <a:pt x="1067" y="135"/>
                      <a:pt x="1096" y="113"/>
                      <a:pt x="1115" y="102"/>
                    </a:cubicBezTo>
                    <a:cubicBezTo>
                      <a:pt x="1113" y="101"/>
                      <a:pt x="1113" y="101"/>
                      <a:pt x="1113" y="101"/>
                    </a:cubicBezTo>
                    <a:cubicBezTo>
                      <a:pt x="1016" y="81"/>
                      <a:pt x="873" y="47"/>
                      <a:pt x="772" y="0"/>
                    </a:cubicBezTo>
                    <a:cubicBezTo>
                      <a:pt x="656" y="41"/>
                      <a:pt x="656" y="41"/>
                      <a:pt x="656" y="41"/>
                    </a:cubicBezTo>
                    <a:cubicBezTo>
                      <a:pt x="654" y="42"/>
                      <a:pt x="654" y="42"/>
                      <a:pt x="654" y="42"/>
                    </a:cubicBezTo>
                    <a:cubicBezTo>
                      <a:pt x="674" y="47"/>
                      <a:pt x="695" y="75"/>
                      <a:pt x="684" y="88"/>
                    </a:cubicBezTo>
                    <a:cubicBezTo>
                      <a:pt x="672" y="102"/>
                      <a:pt x="651" y="106"/>
                      <a:pt x="634" y="109"/>
                    </a:cubicBezTo>
                    <a:cubicBezTo>
                      <a:pt x="598" y="116"/>
                      <a:pt x="545" y="140"/>
                      <a:pt x="525" y="101"/>
                    </a:cubicBezTo>
                    <a:cubicBezTo>
                      <a:pt x="525" y="99"/>
                      <a:pt x="525" y="99"/>
                      <a:pt x="525" y="99"/>
                    </a:cubicBezTo>
                    <a:cubicBezTo>
                      <a:pt x="494" y="108"/>
                      <a:pt x="494" y="108"/>
                      <a:pt x="494" y="108"/>
                    </a:cubicBezTo>
                    <a:cubicBezTo>
                      <a:pt x="496" y="111"/>
                      <a:pt x="496" y="111"/>
                      <a:pt x="496" y="111"/>
                    </a:cubicBezTo>
                    <a:cubicBezTo>
                      <a:pt x="513" y="112"/>
                      <a:pt x="517" y="126"/>
                      <a:pt x="515" y="142"/>
                    </a:cubicBezTo>
                    <a:cubicBezTo>
                      <a:pt x="512" y="169"/>
                      <a:pt x="480" y="164"/>
                      <a:pt x="459" y="171"/>
                    </a:cubicBezTo>
                    <a:cubicBezTo>
                      <a:pt x="428" y="182"/>
                      <a:pt x="427" y="176"/>
                      <a:pt x="401" y="165"/>
                    </a:cubicBezTo>
                    <a:cubicBezTo>
                      <a:pt x="385" y="157"/>
                      <a:pt x="365" y="154"/>
                      <a:pt x="346" y="152"/>
                    </a:cubicBezTo>
                    <a:cubicBezTo>
                      <a:pt x="344" y="150"/>
                      <a:pt x="344" y="150"/>
                      <a:pt x="344" y="150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0" y="256"/>
                      <a:pt x="2" y="268"/>
                      <a:pt x="40" y="296"/>
                    </a:cubicBezTo>
                    <a:cubicBezTo>
                      <a:pt x="42" y="294"/>
                      <a:pt x="42" y="294"/>
                      <a:pt x="42" y="294"/>
                    </a:cubicBezTo>
                    <a:cubicBezTo>
                      <a:pt x="45" y="288"/>
                      <a:pt x="56" y="282"/>
                      <a:pt x="70" y="275"/>
                    </a:cubicBezTo>
                    <a:cubicBezTo>
                      <a:pt x="81" y="276"/>
                      <a:pt x="94" y="281"/>
                      <a:pt x="103" y="284"/>
                    </a:cubicBezTo>
                    <a:cubicBezTo>
                      <a:pt x="125" y="292"/>
                      <a:pt x="141" y="304"/>
                      <a:pt x="153" y="324"/>
                    </a:cubicBezTo>
                    <a:cubicBezTo>
                      <a:pt x="160" y="337"/>
                      <a:pt x="171" y="356"/>
                      <a:pt x="182" y="365"/>
                    </a:cubicBezTo>
                    <a:cubicBezTo>
                      <a:pt x="186" y="368"/>
                      <a:pt x="194" y="372"/>
                      <a:pt x="200" y="373"/>
                    </a:cubicBezTo>
                    <a:cubicBezTo>
                      <a:pt x="205" y="374"/>
                      <a:pt x="212" y="372"/>
                      <a:pt x="216" y="375"/>
                    </a:cubicBezTo>
                    <a:cubicBezTo>
                      <a:pt x="232" y="385"/>
                      <a:pt x="205" y="414"/>
                      <a:pt x="195" y="421"/>
                    </a:cubicBezTo>
                    <a:cubicBezTo>
                      <a:pt x="195" y="421"/>
                      <a:pt x="190" y="424"/>
                      <a:pt x="187" y="425"/>
                    </a:cubicBezTo>
                    <a:cubicBezTo>
                      <a:pt x="187" y="425"/>
                      <a:pt x="284" y="489"/>
                      <a:pt x="290" y="490"/>
                    </a:cubicBezTo>
                    <a:cubicBezTo>
                      <a:pt x="292" y="490"/>
                      <a:pt x="321" y="464"/>
                      <a:pt x="356" y="434"/>
                    </a:cubicBezTo>
                    <a:cubicBezTo>
                      <a:pt x="358" y="434"/>
                      <a:pt x="360" y="434"/>
                      <a:pt x="361" y="434"/>
                    </a:cubicBezTo>
                    <a:cubicBezTo>
                      <a:pt x="420" y="434"/>
                      <a:pt x="439" y="450"/>
                      <a:pt x="451" y="469"/>
                    </a:cubicBezTo>
                    <a:cubicBezTo>
                      <a:pt x="457" y="487"/>
                      <a:pt x="453" y="504"/>
                      <a:pt x="442" y="521"/>
                    </a:cubicBezTo>
                    <a:cubicBezTo>
                      <a:pt x="435" y="531"/>
                      <a:pt x="426" y="542"/>
                      <a:pt x="416" y="549"/>
                    </a:cubicBezTo>
                    <a:cubicBezTo>
                      <a:pt x="409" y="555"/>
                      <a:pt x="400" y="559"/>
                      <a:pt x="395" y="565"/>
                    </a:cubicBezTo>
                    <a:cubicBezTo>
                      <a:pt x="423" y="580"/>
                      <a:pt x="441" y="585"/>
                      <a:pt x="468" y="590"/>
                    </a:cubicBezTo>
                    <a:cubicBezTo>
                      <a:pt x="451" y="572"/>
                      <a:pt x="487" y="537"/>
                      <a:pt x="508" y="534"/>
                    </a:cubicBezTo>
                    <a:cubicBezTo>
                      <a:pt x="519" y="532"/>
                      <a:pt x="530" y="538"/>
                      <a:pt x="540" y="542"/>
                    </a:cubicBezTo>
                    <a:cubicBezTo>
                      <a:pt x="543" y="543"/>
                      <a:pt x="547" y="544"/>
                      <a:pt x="551" y="545"/>
                    </a:cubicBezTo>
                    <a:cubicBezTo>
                      <a:pt x="559" y="552"/>
                      <a:pt x="568" y="559"/>
                      <a:pt x="578" y="564"/>
                    </a:cubicBezTo>
                    <a:cubicBezTo>
                      <a:pt x="602" y="576"/>
                      <a:pt x="625" y="615"/>
                      <a:pt x="625" y="615"/>
                    </a:cubicBezTo>
                    <a:cubicBezTo>
                      <a:pt x="695" y="630"/>
                      <a:pt x="710" y="633"/>
                      <a:pt x="710" y="633"/>
                    </a:cubicBezTo>
                    <a:cubicBezTo>
                      <a:pt x="721" y="632"/>
                      <a:pt x="735" y="618"/>
                      <a:pt x="751" y="598"/>
                    </a:cubicBezTo>
                    <a:cubicBezTo>
                      <a:pt x="763" y="584"/>
                      <a:pt x="783" y="563"/>
                      <a:pt x="805" y="549"/>
                    </a:cubicBezTo>
                    <a:cubicBezTo>
                      <a:pt x="839" y="528"/>
                      <a:pt x="863" y="553"/>
                      <a:pt x="892" y="557"/>
                    </a:cubicBezTo>
                    <a:cubicBezTo>
                      <a:pt x="911" y="559"/>
                      <a:pt x="907" y="583"/>
                      <a:pt x="902" y="600"/>
                    </a:cubicBezTo>
                    <a:cubicBezTo>
                      <a:pt x="886" y="630"/>
                      <a:pt x="874" y="655"/>
                      <a:pt x="875" y="655"/>
                    </a:cubicBezTo>
                    <a:cubicBezTo>
                      <a:pt x="880" y="655"/>
                      <a:pt x="925" y="657"/>
                      <a:pt x="925" y="657"/>
                    </a:cubicBezTo>
                    <a:cubicBezTo>
                      <a:pt x="930" y="656"/>
                      <a:pt x="941" y="646"/>
                      <a:pt x="954" y="631"/>
                    </a:cubicBezTo>
                    <a:cubicBezTo>
                      <a:pt x="970" y="619"/>
                      <a:pt x="1024" y="610"/>
                      <a:pt x="1023" y="624"/>
                    </a:cubicBezTo>
                    <a:cubicBezTo>
                      <a:pt x="1023" y="641"/>
                      <a:pt x="1010" y="663"/>
                      <a:pt x="1010" y="663"/>
                    </a:cubicBezTo>
                    <a:cubicBezTo>
                      <a:pt x="1010" y="663"/>
                      <a:pt x="1007" y="666"/>
                      <a:pt x="1007" y="666"/>
                    </a:cubicBezTo>
                    <a:cubicBezTo>
                      <a:pt x="1104" y="677"/>
                      <a:pt x="1104" y="677"/>
                      <a:pt x="1104" y="677"/>
                    </a:cubicBezTo>
                    <a:cubicBezTo>
                      <a:pt x="1530" y="301"/>
                      <a:pt x="1530" y="301"/>
                      <a:pt x="1530" y="301"/>
                    </a:cubicBezTo>
                    <a:cubicBezTo>
                      <a:pt x="1513" y="298"/>
                      <a:pt x="1490" y="260"/>
                      <a:pt x="1490" y="245"/>
                    </a:cubicBezTo>
                    <a:cubicBezTo>
                      <a:pt x="1490" y="220"/>
                      <a:pt x="1531" y="209"/>
                      <a:pt x="1552" y="199"/>
                    </a:cubicBezTo>
                    <a:cubicBezTo>
                      <a:pt x="1593" y="179"/>
                      <a:pt x="1633" y="164"/>
                      <a:pt x="1679" y="169"/>
                    </a:cubicBezTo>
                    <a:cubicBezTo>
                      <a:pt x="1682" y="169"/>
                      <a:pt x="1682" y="169"/>
                      <a:pt x="1682" y="169"/>
                    </a:cubicBezTo>
                    <a:cubicBezTo>
                      <a:pt x="1787" y="75"/>
                      <a:pt x="1787" y="75"/>
                      <a:pt x="1787" y="75"/>
                    </a:cubicBezTo>
                    <a:cubicBezTo>
                      <a:pt x="1787" y="75"/>
                      <a:pt x="1613" y="144"/>
                      <a:pt x="1396" y="139"/>
                    </a:cubicBezTo>
                    <a:close/>
                    <a:moveTo>
                      <a:pt x="1388" y="218"/>
                    </a:moveTo>
                    <a:cubicBezTo>
                      <a:pt x="1422" y="240"/>
                      <a:pt x="1347" y="273"/>
                      <a:pt x="1325" y="282"/>
                    </a:cubicBezTo>
                    <a:cubicBezTo>
                      <a:pt x="1288" y="297"/>
                      <a:pt x="1273" y="275"/>
                      <a:pt x="1247" y="280"/>
                    </a:cubicBezTo>
                    <a:cubicBezTo>
                      <a:pt x="1246" y="280"/>
                      <a:pt x="1245" y="280"/>
                      <a:pt x="1241" y="278"/>
                    </a:cubicBezTo>
                    <a:cubicBezTo>
                      <a:pt x="1232" y="255"/>
                      <a:pt x="1263" y="246"/>
                      <a:pt x="1280" y="239"/>
                    </a:cubicBezTo>
                    <a:cubicBezTo>
                      <a:pt x="1309" y="226"/>
                      <a:pt x="1355" y="197"/>
                      <a:pt x="1388" y="218"/>
                    </a:cubicBezTo>
                    <a:close/>
                    <a:moveTo>
                      <a:pt x="1030" y="232"/>
                    </a:moveTo>
                    <a:cubicBezTo>
                      <a:pt x="1033" y="191"/>
                      <a:pt x="1151" y="175"/>
                      <a:pt x="1185" y="168"/>
                    </a:cubicBezTo>
                    <a:cubicBezTo>
                      <a:pt x="1201" y="165"/>
                      <a:pt x="1220" y="162"/>
                      <a:pt x="1235" y="170"/>
                    </a:cubicBezTo>
                    <a:cubicBezTo>
                      <a:pt x="1245" y="172"/>
                      <a:pt x="1285" y="195"/>
                      <a:pt x="1284" y="209"/>
                    </a:cubicBezTo>
                    <a:cubicBezTo>
                      <a:pt x="1283" y="222"/>
                      <a:pt x="1238" y="236"/>
                      <a:pt x="1226" y="246"/>
                    </a:cubicBezTo>
                    <a:cubicBezTo>
                      <a:pt x="1217" y="254"/>
                      <a:pt x="1200" y="287"/>
                      <a:pt x="1187" y="288"/>
                    </a:cubicBezTo>
                    <a:cubicBezTo>
                      <a:pt x="1177" y="288"/>
                      <a:pt x="1153" y="263"/>
                      <a:pt x="1143" y="260"/>
                    </a:cubicBezTo>
                    <a:cubicBezTo>
                      <a:pt x="1118" y="253"/>
                      <a:pt x="1028" y="276"/>
                      <a:pt x="1030" y="232"/>
                    </a:cubicBezTo>
                    <a:close/>
                    <a:moveTo>
                      <a:pt x="1058" y="291"/>
                    </a:moveTo>
                    <a:cubicBezTo>
                      <a:pt x="1082" y="274"/>
                      <a:pt x="1188" y="268"/>
                      <a:pt x="1137" y="306"/>
                    </a:cubicBezTo>
                    <a:cubicBezTo>
                      <a:pt x="1103" y="331"/>
                      <a:pt x="1059" y="344"/>
                      <a:pt x="1024" y="367"/>
                    </a:cubicBezTo>
                    <a:cubicBezTo>
                      <a:pt x="1001" y="384"/>
                      <a:pt x="977" y="416"/>
                      <a:pt x="948" y="420"/>
                    </a:cubicBezTo>
                    <a:cubicBezTo>
                      <a:pt x="934" y="422"/>
                      <a:pt x="892" y="422"/>
                      <a:pt x="881" y="412"/>
                    </a:cubicBezTo>
                    <a:cubicBezTo>
                      <a:pt x="859" y="392"/>
                      <a:pt x="895" y="374"/>
                      <a:pt x="909" y="366"/>
                    </a:cubicBezTo>
                    <a:cubicBezTo>
                      <a:pt x="930" y="355"/>
                      <a:pt x="955" y="346"/>
                      <a:pt x="978" y="337"/>
                    </a:cubicBezTo>
                    <a:cubicBezTo>
                      <a:pt x="1006" y="326"/>
                      <a:pt x="1032" y="307"/>
                      <a:pt x="1058" y="291"/>
                    </a:cubicBezTo>
                    <a:close/>
                    <a:moveTo>
                      <a:pt x="1020" y="256"/>
                    </a:moveTo>
                    <a:cubicBezTo>
                      <a:pt x="1030" y="282"/>
                      <a:pt x="1013" y="297"/>
                      <a:pt x="993" y="309"/>
                    </a:cubicBezTo>
                    <a:cubicBezTo>
                      <a:pt x="961" y="329"/>
                      <a:pt x="915" y="359"/>
                      <a:pt x="882" y="336"/>
                    </a:cubicBezTo>
                    <a:cubicBezTo>
                      <a:pt x="870" y="328"/>
                      <a:pt x="860" y="319"/>
                      <a:pt x="845" y="316"/>
                    </a:cubicBezTo>
                    <a:cubicBezTo>
                      <a:pt x="829" y="313"/>
                      <a:pt x="787" y="329"/>
                      <a:pt x="798" y="309"/>
                    </a:cubicBezTo>
                    <a:cubicBezTo>
                      <a:pt x="808" y="289"/>
                      <a:pt x="824" y="277"/>
                      <a:pt x="842" y="270"/>
                    </a:cubicBezTo>
                    <a:cubicBezTo>
                      <a:pt x="845" y="269"/>
                      <a:pt x="845" y="269"/>
                      <a:pt x="845" y="269"/>
                    </a:cubicBezTo>
                    <a:cubicBezTo>
                      <a:pt x="877" y="256"/>
                      <a:pt x="909" y="233"/>
                      <a:pt x="948" y="229"/>
                    </a:cubicBezTo>
                    <a:cubicBezTo>
                      <a:pt x="974" y="227"/>
                      <a:pt x="1008" y="229"/>
                      <a:pt x="1020" y="256"/>
                    </a:cubicBezTo>
                    <a:close/>
                    <a:moveTo>
                      <a:pt x="748" y="258"/>
                    </a:moveTo>
                    <a:cubicBezTo>
                      <a:pt x="745" y="230"/>
                      <a:pt x="687" y="217"/>
                      <a:pt x="722" y="194"/>
                    </a:cubicBezTo>
                    <a:cubicBezTo>
                      <a:pt x="724" y="192"/>
                      <a:pt x="724" y="192"/>
                      <a:pt x="724" y="192"/>
                    </a:cubicBezTo>
                    <a:cubicBezTo>
                      <a:pt x="739" y="185"/>
                      <a:pt x="741" y="203"/>
                      <a:pt x="756" y="205"/>
                    </a:cubicBezTo>
                    <a:cubicBezTo>
                      <a:pt x="775" y="208"/>
                      <a:pt x="788" y="197"/>
                      <a:pt x="804" y="192"/>
                    </a:cubicBezTo>
                    <a:cubicBezTo>
                      <a:pt x="823" y="185"/>
                      <a:pt x="857" y="187"/>
                      <a:pt x="862" y="211"/>
                    </a:cubicBezTo>
                    <a:cubicBezTo>
                      <a:pt x="868" y="239"/>
                      <a:pt x="822" y="255"/>
                      <a:pt x="805" y="270"/>
                    </a:cubicBezTo>
                    <a:cubicBezTo>
                      <a:pt x="795" y="278"/>
                      <a:pt x="759" y="316"/>
                      <a:pt x="744" y="291"/>
                    </a:cubicBezTo>
                    <a:cubicBezTo>
                      <a:pt x="739" y="283"/>
                      <a:pt x="749" y="267"/>
                      <a:pt x="748" y="258"/>
                    </a:cubicBezTo>
                    <a:close/>
                    <a:moveTo>
                      <a:pt x="718" y="276"/>
                    </a:moveTo>
                    <a:cubicBezTo>
                      <a:pt x="702" y="289"/>
                      <a:pt x="668" y="294"/>
                      <a:pt x="647" y="292"/>
                    </a:cubicBezTo>
                    <a:cubicBezTo>
                      <a:pt x="629" y="291"/>
                      <a:pt x="617" y="283"/>
                      <a:pt x="597" y="282"/>
                    </a:cubicBezTo>
                    <a:cubicBezTo>
                      <a:pt x="588" y="281"/>
                      <a:pt x="559" y="281"/>
                      <a:pt x="552" y="275"/>
                    </a:cubicBezTo>
                    <a:cubicBezTo>
                      <a:pt x="544" y="267"/>
                      <a:pt x="548" y="236"/>
                      <a:pt x="553" y="227"/>
                    </a:cubicBezTo>
                    <a:cubicBezTo>
                      <a:pt x="560" y="215"/>
                      <a:pt x="575" y="213"/>
                      <a:pt x="591" y="213"/>
                    </a:cubicBezTo>
                    <a:cubicBezTo>
                      <a:pt x="593" y="213"/>
                      <a:pt x="593" y="213"/>
                      <a:pt x="593" y="213"/>
                    </a:cubicBezTo>
                    <a:cubicBezTo>
                      <a:pt x="626" y="212"/>
                      <a:pt x="664" y="215"/>
                      <a:pt x="692" y="232"/>
                    </a:cubicBezTo>
                    <a:cubicBezTo>
                      <a:pt x="713" y="243"/>
                      <a:pt x="746" y="254"/>
                      <a:pt x="718" y="276"/>
                    </a:cubicBezTo>
                    <a:close/>
                    <a:moveTo>
                      <a:pt x="1006" y="139"/>
                    </a:moveTo>
                    <a:cubicBezTo>
                      <a:pt x="982" y="168"/>
                      <a:pt x="1004" y="180"/>
                      <a:pt x="1006" y="196"/>
                    </a:cubicBezTo>
                    <a:cubicBezTo>
                      <a:pt x="1007" y="212"/>
                      <a:pt x="965" y="207"/>
                      <a:pt x="948" y="209"/>
                    </a:cubicBezTo>
                    <a:cubicBezTo>
                      <a:pt x="924" y="213"/>
                      <a:pt x="893" y="244"/>
                      <a:pt x="879" y="233"/>
                    </a:cubicBezTo>
                    <a:cubicBezTo>
                      <a:pt x="866" y="221"/>
                      <a:pt x="881" y="202"/>
                      <a:pt x="884" y="191"/>
                    </a:cubicBezTo>
                    <a:cubicBezTo>
                      <a:pt x="888" y="174"/>
                      <a:pt x="892" y="172"/>
                      <a:pt x="911" y="168"/>
                    </a:cubicBezTo>
                    <a:cubicBezTo>
                      <a:pt x="913" y="167"/>
                      <a:pt x="913" y="167"/>
                      <a:pt x="913" y="167"/>
                    </a:cubicBezTo>
                    <a:cubicBezTo>
                      <a:pt x="936" y="162"/>
                      <a:pt x="1021" y="122"/>
                      <a:pt x="1006" y="139"/>
                    </a:cubicBezTo>
                    <a:close/>
                    <a:moveTo>
                      <a:pt x="892" y="92"/>
                    </a:moveTo>
                    <a:cubicBezTo>
                      <a:pt x="920" y="67"/>
                      <a:pt x="950" y="96"/>
                      <a:pt x="980" y="94"/>
                    </a:cubicBezTo>
                    <a:cubicBezTo>
                      <a:pt x="982" y="94"/>
                      <a:pt x="982" y="94"/>
                      <a:pt x="982" y="94"/>
                    </a:cubicBezTo>
                    <a:cubicBezTo>
                      <a:pt x="992" y="95"/>
                      <a:pt x="1004" y="99"/>
                      <a:pt x="1003" y="114"/>
                    </a:cubicBezTo>
                    <a:cubicBezTo>
                      <a:pt x="1002" y="129"/>
                      <a:pt x="939" y="135"/>
                      <a:pt x="906" y="144"/>
                    </a:cubicBezTo>
                    <a:cubicBezTo>
                      <a:pt x="887" y="150"/>
                      <a:pt x="880" y="156"/>
                      <a:pt x="866" y="168"/>
                    </a:cubicBezTo>
                    <a:cubicBezTo>
                      <a:pt x="856" y="176"/>
                      <a:pt x="842" y="179"/>
                      <a:pt x="843" y="161"/>
                    </a:cubicBezTo>
                    <a:cubicBezTo>
                      <a:pt x="844" y="151"/>
                      <a:pt x="859" y="137"/>
                      <a:pt x="865" y="129"/>
                    </a:cubicBezTo>
                    <a:cubicBezTo>
                      <a:pt x="872" y="119"/>
                      <a:pt x="882" y="101"/>
                      <a:pt x="892" y="92"/>
                    </a:cubicBezTo>
                    <a:close/>
                    <a:moveTo>
                      <a:pt x="677" y="109"/>
                    </a:moveTo>
                    <a:cubicBezTo>
                      <a:pt x="684" y="99"/>
                      <a:pt x="709" y="87"/>
                      <a:pt x="720" y="76"/>
                    </a:cubicBezTo>
                    <a:cubicBezTo>
                      <a:pt x="728" y="66"/>
                      <a:pt x="744" y="44"/>
                      <a:pt x="759" y="56"/>
                    </a:cubicBezTo>
                    <a:cubicBezTo>
                      <a:pt x="760" y="57"/>
                      <a:pt x="760" y="57"/>
                      <a:pt x="760" y="57"/>
                    </a:cubicBezTo>
                    <a:cubicBezTo>
                      <a:pt x="797" y="64"/>
                      <a:pt x="852" y="40"/>
                      <a:pt x="859" y="96"/>
                    </a:cubicBezTo>
                    <a:cubicBezTo>
                      <a:pt x="864" y="126"/>
                      <a:pt x="818" y="154"/>
                      <a:pt x="798" y="174"/>
                    </a:cubicBezTo>
                    <a:cubicBezTo>
                      <a:pt x="770" y="201"/>
                      <a:pt x="750" y="191"/>
                      <a:pt x="731" y="165"/>
                    </a:cubicBezTo>
                    <a:cubicBezTo>
                      <a:pt x="720" y="149"/>
                      <a:pt x="710" y="142"/>
                      <a:pt x="693" y="133"/>
                    </a:cubicBezTo>
                    <a:cubicBezTo>
                      <a:pt x="679" y="126"/>
                      <a:pt x="667" y="123"/>
                      <a:pt x="677" y="109"/>
                    </a:cubicBezTo>
                    <a:close/>
                    <a:moveTo>
                      <a:pt x="616" y="129"/>
                    </a:moveTo>
                    <a:cubicBezTo>
                      <a:pt x="617" y="129"/>
                      <a:pt x="617" y="129"/>
                      <a:pt x="617" y="129"/>
                    </a:cubicBezTo>
                    <a:cubicBezTo>
                      <a:pt x="637" y="127"/>
                      <a:pt x="686" y="139"/>
                      <a:pt x="700" y="151"/>
                    </a:cubicBezTo>
                    <a:cubicBezTo>
                      <a:pt x="714" y="163"/>
                      <a:pt x="711" y="198"/>
                      <a:pt x="691" y="205"/>
                    </a:cubicBezTo>
                    <a:cubicBezTo>
                      <a:pt x="681" y="208"/>
                      <a:pt x="653" y="199"/>
                      <a:pt x="641" y="198"/>
                    </a:cubicBezTo>
                    <a:cubicBezTo>
                      <a:pt x="621" y="197"/>
                      <a:pt x="596" y="196"/>
                      <a:pt x="577" y="189"/>
                    </a:cubicBezTo>
                    <a:cubicBezTo>
                      <a:pt x="567" y="186"/>
                      <a:pt x="535" y="177"/>
                      <a:pt x="534" y="167"/>
                    </a:cubicBezTo>
                    <a:cubicBezTo>
                      <a:pt x="532" y="142"/>
                      <a:pt x="599" y="130"/>
                      <a:pt x="616" y="129"/>
                    </a:cubicBezTo>
                    <a:close/>
                    <a:moveTo>
                      <a:pt x="318" y="190"/>
                    </a:moveTo>
                    <a:cubicBezTo>
                      <a:pt x="328" y="184"/>
                      <a:pt x="345" y="193"/>
                      <a:pt x="358" y="193"/>
                    </a:cubicBezTo>
                    <a:cubicBezTo>
                      <a:pt x="364" y="193"/>
                      <a:pt x="364" y="193"/>
                      <a:pt x="364" y="193"/>
                    </a:cubicBezTo>
                    <a:cubicBezTo>
                      <a:pt x="363" y="193"/>
                      <a:pt x="362" y="193"/>
                      <a:pt x="361" y="193"/>
                    </a:cubicBezTo>
                    <a:cubicBezTo>
                      <a:pt x="368" y="193"/>
                      <a:pt x="377" y="192"/>
                      <a:pt x="382" y="194"/>
                    </a:cubicBezTo>
                    <a:cubicBezTo>
                      <a:pt x="390" y="198"/>
                      <a:pt x="393" y="208"/>
                      <a:pt x="403" y="212"/>
                    </a:cubicBezTo>
                    <a:cubicBezTo>
                      <a:pt x="431" y="221"/>
                      <a:pt x="472" y="196"/>
                      <a:pt x="502" y="195"/>
                    </a:cubicBezTo>
                    <a:cubicBezTo>
                      <a:pt x="514" y="194"/>
                      <a:pt x="551" y="194"/>
                      <a:pt x="550" y="209"/>
                    </a:cubicBezTo>
                    <a:cubicBezTo>
                      <a:pt x="549" y="216"/>
                      <a:pt x="539" y="215"/>
                      <a:pt x="537" y="219"/>
                    </a:cubicBezTo>
                    <a:cubicBezTo>
                      <a:pt x="534" y="225"/>
                      <a:pt x="537" y="229"/>
                      <a:pt x="535" y="234"/>
                    </a:cubicBezTo>
                    <a:cubicBezTo>
                      <a:pt x="523" y="278"/>
                      <a:pt x="501" y="274"/>
                      <a:pt x="462" y="268"/>
                    </a:cubicBezTo>
                    <a:cubicBezTo>
                      <a:pt x="439" y="265"/>
                      <a:pt x="374" y="284"/>
                      <a:pt x="357" y="264"/>
                    </a:cubicBezTo>
                    <a:cubicBezTo>
                      <a:pt x="340" y="245"/>
                      <a:pt x="371" y="238"/>
                      <a:pt x="335" y="230"/>
                    </a:cubicBezTo>
                    <a:cubicBezTo>
                      <a:pt x="317" y="226"/>
                      <a:pt x="288" y="204"/>
                      <a:pt x="318" y="190"/>
                    </a:cubicBezTo>
                    <a:close/>
                    <a:moveTo>
                      <a:pt x="224" y="346"/>
                    </a:moveTo>
                    <a:cubicBezTo>
                      <a:pt x="207" y="344"/>
                      <a:pt x="204" y="338"/>
                      <a:pt x="207" y="324"/>
                    </a:cubicBezTo>
                    <a:cubicBezTo>
                      <a:pt x="214" y="291"/>
                      <a:pt x="153" y="298"/>
                      <a:pt x="158" y="268"/>
                    </a:cubicBezTo>
                    <a:cubicBezTo>
                      <a:pt x="160" y="258"/>
                      <a:pt x="169" y="251"/>
                      <a:pt x="179" y="246"/>
                    </a:cubicBezTo>
                    <a:cubicBezTo>
                      <a:pt x="241" y="236"/>
                      <a:pt x="304" y="233"/>
                      <a:pt x="320" y="246"/>
                    </a:cubicBezTo>
                    <a:cubicBezTo>
                      <a:pt x="331" y="254"/>
                      <a:pt x="291" y="323"/>
                      <a:pt x="292" y="321"/>
                    </a:cubicBezTo>
                    <a:cubicBezTo>
                      <a:pt x="278" y="330"/>
                      <a:pt x="270" y="344"/>
                      <a:pt x="252" y="348"/>
                    </a:cubicBezTo>
                    <a:cubicBezTo>
                      <a:pt x="243" y="350"/>
                      <a:pt x="234" y="347"/>
                      <a:pt x="224" y="346"/>
                    </a:cubicBezTo>
                    <a:close/>
                    <a:moveTo>
                      <a:pt x="350" y="411"/>
                    </a:moveTo>
                    <a:cubicBezTo>
                      <a:pt x="336" y="415"/>
                      <a:pt x="321" y="417"/>
                      <a:pt x="307" y="423"/>
                    </a:cubicBezTo>
                    <a:cubicBezTo>
                      <a:pt x="292" y="429"/>
                      <a:pt x="277" y="438"/>
                      <a:pt x="262" y="428"/>
                    </a:cubicBezTo>
                    <a:cubicBezTo>
                      <a:pt x="250" y="421"/>
                      <a:pt x="242" y="402"/>
                      <a:pt x="248" y="389"/>
                    </a:cubicBezTo>
                    <a:cubicBezTo>
                      <a:pt x="254" y="378"/>
                      <a:pt x="273" y="371"/>
                      <a:pt x="284" y="365"/>
                    </a:cubicBezTo>
                    <a:cubicBezTo>
                      <a:pt x="298" y="357"/>
                      <a:pt x="310" y="349"/>
                      <a:pt x="326" y="349"/>
                    </a:cubicBezTo>
                    <a:cubicBezTo>
                      <a:pt x="338" y="348"/>
                      <a:pt x="369" y="363"/>
                      <a:pt x="369" y="363"/>
                    </a:cubicBezTo>
                    <a:cubicBezTo>
                      <a:pt x="401" y="372"/>
                      <a:pt x="370" y="404"/>
                      <a:pt x="350" y="411"/>
                    </a:cubicBezTo>
                    <a:close/>
                    <a:moveTo>
                      <a:pt x="374" y="315"/>
                    </a:moveTo>
                    <a:cubicBezTo>
                      <a:pt x="392" y="296"/>
                      <a:pt x="431" y="302"/>
                      <a:pt x="455" y="300"/>
                    </a:cubicBezTo>
                    <a:cubicBezTo>
                      <a:pt x="474" y="298"/>
                      <a:pt x="523" y="274"/>
                      <a:pt x="535" y="292"/>
                    </a:cubicBezTo>
                    <a:cubicBezTo>
                      <a:pt x="536" y="293"/>
                      <a:pt x="536" y="293"/>
                      <a:pt x="536" y="293"/>
                    </a:cubicBezTo>
                    <a:cubicBezTo>
                      <a:pt x="567" y="322"/>
                      <a:pt x="477" y="321"/>
                      <a:pt x="467" y="321"/>
                    </a:cubicBezTo>
                    <a:cubicBezTo>
                      <a:pt x="441" y="323"/>
                      <a:pt x="429" y="336"/>
                      <a:pt x="405" y="344"/>
                    </a:cubicBezTo>
                    <a:cubicBezTo>
                      <a:pt x="383" y="350"/>
                      <a:pt x="355" y="336"/>
                      <a:pt x="374" y="315"/>
                    </a:cubicBezTo>
                    <a:close/>
                    <a:moveTo>
                      <a:pt x="632" y="538"/>
                    </a:moveTo>
                    <a:cubicBezTo>
                      <a:pt x="600" y="559"/>
                      <a:pt x="582" y="540"/>
                      <a:pt x="563" y="514"/>
                    </a:cubicBezTo>
                    <a:cubicBezTo>
                      <a:pt x="550" y="496"/>
                      <a:pt x="539" y="487"/>
                      <a:pt x="520" y="475"/>
                    </a:cubicBezTo>
                    <a:cubicBezTo>
                      <a:pt x="512" y="471"/>
                      <a:pt x="504" y="468"/>
                      <a:pt x="501" y="460"/>
                    </a:cubicBezTo>
                    <a:cubicBezTo>
                      <a:pt x="498" y="454"/>
                      <a:pt x="498" y="449"/>
                      <a:pt x="493" y="444"/>
                    </a:cubicBezTo>
                    <a:cubicBezTo>
                      <a:pt x="479" y="426"/>
                      <a:pt x="443" y="424"/>
                      <a:pt x="437" y="401"/>
                    </a:cubicBezTo>
                    <a:cubicBezTo>
                      <a:pt x="434" y="393"/>
                      <a:pt x="437" y="380"/>
                      <a:pt x="441" y="372"/>
                    </a:cubicBezTo>
                    <a:cubicBezTo>
                      <a:pt x="443" y="369"/>
                      <a:pt x="446" y="366"/>
                      <a:pt x="449" y="363"/>
                    </a:cubicBezTo>
                    <a:cubicBezTo>
                      <a:pt x="465" y="353"/>
                      <a:pt x="479" y="347"/>
                      <a:pt x="486" y="349"/>
                    </a:cubicBezTo>
                    <a:cubicBezTo>
                      <a:pt x="517" y="355"/>
                      <a:pt x="539" y="385"/>
                      <a:pt x="570" y="390"/>
                    </a:cubicBezTo>
                    <a:cubicBezTo>
                      <a:pt x="602" y="396"/>
                      <a:pt x="633" y="384"/>
                      <a:pt x="663" y="399"/>
                    </a:cubicBezTo>
                    <a:cubicBezTo>
                      <a:pt x="679" y="407"/>
                      <a:pt x="674" y="450"/>
                      <a:pt x="662" y="496"/>
                    </a:cubicBezTo>
                    <a:cubicBezTo>
                      <a:pt x="662" y="495"/>
                      <a:pt x="662" y="493"/>
                      <a:pt x="662" y="492"/>
                    </a:cubicBezTo>
                    <a:cubicBezTo>
                      <a:pt x="662" y="494"/>
                      <a:pt x="662" y="496"/>
                      <a:pt x="662" y="498"/>
                    </a:cubicBezTo>
                    <a:cubicBezTo>
                      <a:pt x="661" y="501"/>
                      <a:pt x="660" y="504"/>
                      <a:pt x="659" y="507"/>
                    </a:cubicBezTo>
                    <a:cubicBezTo>
                      <a:pt x="655" y="520"/>
                      <a:pt x="644" y="531"/>
                      <a:pt x="632" y="538"/>
                    </a:cubicBezTo>
                    <a:close/>
                    <a:moveTo>
                      <a:pt x="780" y="512"/>
                    </a:moveTo>
                    <a:cubicBezTo>
                      <a:pt x="762" y="523"/>
                      <a:pt x="753" y="548"/>
                      <a:pt x="722" y="574"/>
                    </a:cubicBezTo>
                    <a:cubicBezTo>
                      <a:pt x="690" y="600"/>
                      <a:pt x="653" y="578"/>
                      <a:pt x="656" y="571"/>
                    </a:cubicBezTo>
                    <a:cubicBezTo>
                      <a:pt x="659" y="564"/>
                      <a:pt x="680" y="522"/>
                      <a:pt x="692" y="497"/>
                    </a:cubicBezTo>
                    <a:cubicBezTo>
                      <a:pt x="704" y="471"/>
                      <a:pt x="786" y="468"/>
                      <a:pt x="786" y="468"/>
                    </a:cubicBezTo>
                    <a:cubicBezTo>
                      <a:pt x="813" y="457"/>
                      <a:pt x="799" y="502"/>
                      <a:pt x="780" y="512"/>
                    </a:cubicBezTo>
                    <a:close/>
                    <a:moveTo>
                      <a:pt x="821" y="429"/>
                    </a:moveTo>
                    <a:cubicBezTo>
                      <a:pt x="818" y="438"/>
                      <a:pt x="811" y="434"/>
                      <a:pt x="801" y="436"/>
                    </a:cubicBezTo>
                    <a:cubicBezTo>
                      <a:pt x="778" y="439"/>
                      <a:pt x="748" y="445"/>
                      <a:pt x="725" y="446"/>
                    </a:cubicBezTo>
                    <a:cubicBezTo>
                      <a:pt x="713" y="446"/>
                      <a:pt x="690" y="441"/>
                      <a:pt x="704" y="425"/>
                    </a:cubicBezTo>
                    <a:cubicBezTo>
                      <a:pt x="708" y="420"/>
                      <a:pt x="724" y="422"/>
                      <a:pt x="731" y="422"/>
                    </a:cubicBezTo>
                    <a:cubicBezTo>
                      <a:pt x="751" y="421"/>
                      <a:pt x="785" y="422"/>
                      <a:pt x="805" y="417"/>
                    </a:cubicBezTo>
                    <a:cubicBezTo>
                      <a:pt x="808" y="416"/>
                      <a:pt x="808" y="416"/>
                      <a:pt x="808" y="416"/>
                    </a:cubicBezTo>
                    <a:cubicBezTo>
                      <a:pt x="816" y="413"/>
                      <a:pt x="825" y="419"/>
                      <a:pt x="821" y="429"/>
                    </a:cubicBezTo>
                    <a:close/>
                    <a:moveTo>
                      <a:pt x="798" y="396"/>
                    </a:moveTo>
                    <a:cubicBezTo>
                      <a:pt x="780" y="402"/>
                      <a:pt x="779" y="399"/>
                      <a:pt x="760" y="396"/>
                    </a:cubicBezTo>
                    <a:cubicBezTo>
                      <a:pt x="746" y="394"/>
                      <a:pt x="732" y="397"/>
                      <a:pt x="718" y="396"/>
                    </a:cubicBezTo>
                    <a:cubicBezTo>
                      <a:pt x="696" y="394"/>
                      <a:pt x="684" y="382"/>
                      <a:pt x="666" y="374"/>
                    </a:cubicBezTo>
                    <a:cubicBezTo>
                      <a:pt x="644" y="363"/>
                      <a:pt x="518" y="383"/>
                      <a:pt x="517" y="342"/>
                    </a:cubicBezTo>
                    <a:cubicBezTo>
                      <a:pt x="517" y="329"/>
                      <a:pt x="544" y="330"/>
                      <a:pt x="555" y="323"/>
                    </a:cubicBezTo>
                    <a:cubicBezTo>
                      <a:pt x="569" y="313"/>
                      <a:pt x="577" y="303"/>
                      <a:pt x="597" y="303"/>
                    </a:cubicBezTo>
                    <a:cubicBezTo>
                      <a:pt x="602" y="303"/>
                      <a:pt x="602" y="303"/>
                      <a:pt x="602" y="303"/>
                    </a:cubicBezTo>
                    <a:cubicBezTo>
                      <a:pt x="617" y="301"/>
                      <a:pt x="625" y="307"/>
                      <a:pt x="638" y="308"/>
                    </a:cubicBezTo>
                    <a:cubicBezTo>
                      <a:pt x="656" y="310"/>
                      <a:pt x="676" y="305"/>
                      <a:pt x="694" y="305"/>
                    </a:cubicBezTo>
                    <a:cubicBezTo>
                      <a:pt x="737" y="306"/>
                      <a:pt x="778" y="330"/>
                      <a:pt x="822" y="333"/>
                    </a:cubicBezTo>
                    <a:cubicBezTo>
                      <a:pt x="839" y="334"/>
                      <a:pt x="863" y="331"/>
                      <a:pt x="868" y="350"/>
                    </a:cubicBezTo>
                    <a:cubicBezTo>
                      <a:pt x="872" y="365"/>
                      <a:pt x="861" y="381"/>
                      <a:pt x="849" y="386"/>
                    </a:cubicBezTo>
                    <a:cubicBezTo>
                      <a:pt x="843" y="388"/>
                      <a:pt x="832" y="386"/>
                      <a:pt x="825" y="387"/>
                    </a:cubicBezTo>
                    <a:cubicBezTo>
                      <a:pt x="815" y="389"/>
                      <a:pt x="808" y="393"/>
                      <a:pt x="798" y="396"/>
                    </a:cubicBezTo>
                    <a:close/>
                    <a:moveTo>
                      <a:pt x="967" y="480"/>
                    </a:moveTo>
                    <a:cubicBezTo>
                      <a:pt x="967" y="480"/>
                      <a:pt x="954" y="502"/>
                      <a:pt x="939" y="531"/>
                    </a:cubicBezTo>
                    <a:cubicBezTo>
                      <a:pt x="923" y="546"/>
                      <a:pt x="904" y="539"/>
                      <a:pt x="894" y="529"/>
                    </a:cubicBezTo>
                    <a:cubicBezTo>
                      <a:pt x="880" y="514"/>
                      <a:pt x="866" y="508"/>
                      <a:pt x="838" y="497"/>
                    </a:cubicBezTo>
                    <a:cubicBezTo>
                      <a:pt x="829" y="493"/>
                      <a:pt x="827" y="487"/>
                      <a:pt x="828" y="480"/>
                    </a:cubicBezTo>
                    <a:cubicBezTo>
                      <a:pt x="847" y="454"/>
                      <a:pt x="865" y="434"/>
                      <a:pt x="879" y="436"/>
                    </a:cubicBezTo>
                    <a:cubicBezTo>
                      <a:pt x="904" y="438"/>
                      <a:pt x="985" y="434"/>
                      <a:pt x="967" y="480"/>
                    </a:cubicBezTo>
                    <a:close/>
                    <a:moveTo>
                      <a:pt x="993" y="451"/>
                    </a:moveTo>
                    <a:cubicBezTo>
                      <a:pt x="961" y="436"/>
                      <a:pt x="1021" y="402"/>
                      <a:pt x="1035" y="393"/>
                    </a:cubicBezTo>
                    <a:cubicBezTo>
                      <a:pt x="1055" y="380"/>
                      <a:pt x="1068" y="360"/>
                      <a:pt x="1087" y="347"/>
                    </a:cubicBezTo>
                    <a:cubicBezTo>
                      <a:pt x="1106" y="335"/>
                      <a:pt x="1132" y="334"/>
                      <a:pt x="1151" y="324"/>
                    </a:cubicBezTo>
                    <a:cubicBezTo>
                      <a:pt x="1185" y="307"/>
                      <a:pt x="1216" y="281"/>
                      <a:pt x="1255" y="306"/>
                    </a:cubicBezTo>
                    <a:cubicBezTo>
                      <a:pt x="1288" y="326"/>
                      <a:pt x="1264" y="349"/>
                      <a:pt x="1238" y="363"/>
                    </a:cubicBezTo>
                    <a:cubicBezTo>
                      <a:pt x="1191" y="388"/>
                      <a:pt x="1136" y="412"/>
                      <a:pt x="1085" y="431"/>
                    </a:cubicBezTo>
                    <a:cubicBezTo>
                      <a:pt x="1072" y="436"/>
                      <a:pt x="1062" y="442"/>
                      <a:pt x="1047" y="442"/>
                    </a:cubicBezTo>
                    <a:cubicBezTo>
                      <a:pt x="1045" y="442"/>
                      <a:pt x="1045" y="442"/>
                      <a:pt x="1045" y="442"/>
                    </a:cubicBezTo>
                    <a:cubicBezTo>
                      <a:pt x="1031" y="443"/>
                      <a:pt x="1009" y="458"/>
                      <a:pt x="993" y="451"/>
                    </a:cubicBezTo>
                    <a:close/>
                    <a:moveTo>
                      <a:pt x="1102" y="587"/>
                    </a:moveTo>
                    <a:cubicBezTo>
                      <a:pt x="1095" y="589"/>
                      <a:pt x="1038" y="602"/>
                      <a:pt x="1028" y="582"/>
                    </a:cubicBezTo>
                    <a:cubicBezTo>
                      <a:pt x="1021" y="567"/>
                      <a:pt x="1024" y="551"/>
                      <a:pt x="1025" y="545"/>
                    </a:cubicBezTo>
                    <a:cubicBezTo>
                      <a:pt x="1030" y="539"/>
                      <a:pt x="1034" y="534"/>
                      <a:pt x="1039" y="528"/>
                    </a:cubicBezTo>
                    <a:cubicBezTo>
                      <a:pt x="1108" y="472"/>
                      <a:pt x="1099" y="523"/>
                      <a:pt x="1128" y="520"/>
                    </a:cubicBezTo>
                    <a:cubicBezTo>
                      <a:pt x="1153" y="517"/>
                      <a:pt x="1115" y="569"/>
                      <a:pt x="1102" y="587"/>
                    </a:cubicBezTo>
                    <a:close/>
                    <a:moveTo>
                      <a:pt x="1220" y="490"/>
                    </a:moveTo>
                    <a:cubicBezTo>
                      <a:pt x="1214" y="496"/>
                      <a:pt x="1208" y="502"/>
                      <a:pt x="1202" y="508"/>
                    </a:cubicBezTo>
                    <a:cubicBezTo>
                      <a:pt x="1193" y="512"/>
                      <a:pt x="1181" y="511"/>
                      <a:pt x="1169" y="495"/>
                    </a:cubicBezTo>
                    <a:cubicBezTo>
                      <a:pt x="1144" y="463"/>
                      <a:pt x="1202" y="420"/>
                      <a:pt x="1218" y="409"/>
                    </a:cubicBezTo>
                    <a:cubicBezTo>
                      <a:pt x="1231" y="408"/>
                      <a:pt x="1243" y="409"/>
                      <a:pt x="1253" y="415"/>
                    </a:cubicBezTo>
                    <a:cubicBezTo>
                      <a:pt x="1273" y="426"/>
                      <a:pt x="1254" y="456"/>
                      <a:pt x="1220" y="490"/>
                    </a:cubicBezTo>
                    <a:close/>
                    <a:moveTo>
                      <a:pt x="1390" y="360"/>
                    </a:moveTo>
                    <a:cubicBezTo>
                      <a:pt x="1363" y="376"/>
                      <a:pt x="1349" y="400"/>
                      <a:pt x="1325" y="418"/>
                    </a:cubicBezTo>
                    <a:cubicBezTo>
                      <a:pt x="1304" y="433"/>
                      <a:pt x="1290" y="428"/>
                      <a:pt x="1273" y="414"/>
                    </a:cubicBezTo>
                    <a:cubicBezTo>
                      <a:pt x="1231" y="378"/>
                      <a:pt x="1295" y="329"/>
                      <a:pt x="1316" y="314"/>
                    </a:cubicBezTo>
                    <a:cubicBezTo>
                      <a:pt x="1337" y="299"/>
                      <a:pt x="1414" y="244"/>
                      <a:pt x="1460" y="259"/>
                    </a:cubicBezTo>
                    <a:cubicBezTo>
                      <a:pt x="1518" y="279"/>
                      <a:pt x="1410" y="347"/>
                      <a:pt x="1390" y="360"/>
                    </a:cubicBezTo>
                    <a:close/>
                    <a:moveTo>
                      <a:pt x="1554" y="178"/>
                    </a:moveTo>
                    <a:cubicBezTo>
                      <a:pt x="1535" y="186"/>
                      <a:pt x="1516" y="198"/>
                      <a:pt x="1501" y="211"/>
                    </a:cubicBezTo>
                    <a:cubicBezTo>
                      <a:pt x="1482" y="227"/>
                      <a:pt x="1477" y="237"/>
                      <a:pt x="1451" y="235"/>
                    </a:cubicBezTo>
                    <a:cubicBezTo>
                      <a:pt x="1445" y="235"/>
                      <a:pt x="1423" y="233"/>
                      <a:pt x="1415" y="221"/>
                    </a:cubicBezTo>
                    <a:cubicBezTo>
                      <a:pt x="1403" y="205"/>
                      <a:pt x="1408" y="195"/>
                      <a:pt x="1415" y="185"/>
                    </a:cubicBezTo>
                    <a:cubicBezTo>
                      <a:pt x="1428" y="168"/>
                      <a:pt x="1445" y="168"/>
                      <a:pt x="1471" y="164"/>
                    </a:cubicBezTo>
                    <a:cubicBezTo>
                      <a:pt x="1497" y="161"/>
                      <a:pt x="1575" y="150"/>
                      <a:pt x="1597" y="162"/>
                    </a:cubicBezTo>
                    <a:cubicBezTo>
                      <a:pt x="1590" y="174"/>
                      <a:pt x="1566" y="173"/>
                      <a:pt x="1554" y="17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5" name="Freeform 3781">
                <a:extLst>
                  <a:ext uri="{FF2B5EF4-FFF2-40B4-BE49-F238E27FC236}">
                    <a16:creationId xmlns:a16="http://schemas.microsoft.com/office/drawing/2014/main" id="{B2CAA98C-663F-41A3-82FF-A8A107AB2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730"/>
                <a:ext cx="608" cy="781"/>
              </a:xfrm>
              <a:custGeom>
                <a:avLst/>
                <a:gdLst>
                  <a:gd name="T0" fmla="*/ 0 w 608"/>
                  <a:gd name="T1" fmla="*/ 781 h 781"/>
                  <a:gd name="T2" fmla="*/ 608 w 608"/>
                  <a:gd name="T3" fmla="*/ 241 h 781"/>
                  <a:gd name="T4" fmla="*/ 608 w 608"/>
                  <a:gd name="T5" fmla="*/ 0 h 781"/>
                  <a:gd name="T6" fmla="*/ 0 w 608"/>
                  <a:gd name="T7" fmla="*/ 457 h 781"/>
                  <a:gd name="T8" fmla="*/ 0 w 608"/>
                  <a:gd name="T9" fmla="*/ 781 h 7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8" h="781">
                    <a:moveTo>
                      <a:pt x="0" y="781"/>
                    </a:moveTo>
                    <a:lnTo>
                      <a:pt x="608" y="241"/>
                    </a:lnTo>
                    <a:lnTo>
                      <a:pt x="608" y="0"/>
                    </a:lnTo>
                    <a:lnTo>
                      <a:pt x="0" y="457"/>
                    </a:lnTo>
                    <a:lnTo>
                      <a:pt x="0" y="781"/>
                    </a:lnTo>
                    <a:close/>
                  </a:path>
                </a:pathLst>
              </a:custGeom>
              <a:solidFill>
                <a:srgbClr val="CC7E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6" name="Freeform 3782">
                <a:extLst>
                  <a:ext uri="{FF2B5EF4-FFF2-40B4-BE49-F238E27FC236}">
                    <a16:creationId xmlns:a16="http://schemas.microsoft.com/office/drawing/2014/main" id="{E16A45D2-B328-45D0-8975-7E4D3BC90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1807"/>
                <a:ext cx="1095" cy="725"/>
              </a:xfrm>
              <a:custGeom>
                <a:avLst/>
                <a:gdLst>
                  <a:gd name="T0" fmla="*/ 1142 w 1072"/>
                  <a:gd name="T1" fmla="*/ 396 h 710"/>
                  <a:gd name="T2" fmla="*/ 1142 w 1072"/>
                  <a:gd name="T3" fmla="*/ 734 h 710"/>
                  <a:gd name="T4" fmla="*/ 0 w 1072"/>
                  <a:gd name="T5" fmla="*/ 312 h 710"/>
                  <a:gd name="T6" fmla="*/ 0 w 1072"/>
                  <a:gd name="T7" fmla="*/ 0 h 710"/>
                  <a:gd name="T8" fmla="*/ 1142 w 1072"/>
                  <a:gd name="T9" fmla="*/ 396 h 7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2" h="710">
                    <a:moveTo>
                      <a:pt x="1072" y="372"/>
                    </a:moveTo>
                    <a:cubicBezTo>
                      <a:pt x="1072" y="689"/>
                      <a:pt x="1072" y="689"/>
                      <a:pt x="1072" y="689"/>
                    </a:cubicBezTo>
                    <a:cubicBezTo>
                      <a:pt x="1072" y="689"/>
                      <a:pt x="343" y="710"/>
                      <a:pt x="0" y="29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05" y="360"/>
                      <a:pt x="1072" y="372"/>
                    </a:cubicBezTo>
                    <a:close/>
                  </a:path>
                </a:pathLst>
              </a:custGeom>
              <a:solidFill>
                <a:srgbClr val="F7C0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7" name="Freeform 3783">
                <a:extLst>
                  <a:ext uri="{FF2B5EF4-FFF2-40B4-BE49-F238E27FC236}">
                    <a16:creationId xmlns:a16="http://schemas.microsoft.com/office/drawing/2014/main" id="{010EF0D9-E175-419E-B13F-13B9CEF35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1573"/>
                <a:ext cx="1703" cy="615"/>
              </a:xfrm>
              <a:custGeom>
                <a:avLst/>
                <a:gdLst>
                  <a:gd name="T0" fmla="*/ 0 w 1668"/>
                  <a:gd name="T1" fmla="*/ 245 h 603"/>
                  <a:gd name="T2" fmla="*/ 1140 w 1668"/>
                  <a:gd name="T3" fmla="*/ 639 h 603"/>
                  <a:gd name="T4" fmla="*/ 1775 w 1668"/>
                  <a:gd name="T5" fmla="*/ 163 h 603"/>
                  <a:gd name="T6" fmla="*/ 856 w 1668"/>
                  <a:gd name="T7" fmla="*/ 0 h 603"/>
                  <a:gd name="T8" fmla="*/ 0 w 1668"/>
                  <a:gd name="T9" fmla="*/ 245 h 6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68" h="603">
                    <a:moveTo>
                      <a:pt x="0" y="230"/>
                    </a:moveTo>
                    <a:cubicBezTo>
                      <a:pt x="0" y="230"/>
                      <a:pt x="204" y="592"/>
                      <a:pt x="1072" y="603"/>
                    </a:cubicBezTo>
                    <a:cubicBezTo>
                      <a:pt x="1668" y="154"/>
                      <a:pt x="1668" y="154"/>
                      <a:pt x="1668" y="154"/>
                    </a:cubicBezTo>
                    <a:cubicBezTo>
                      <a:pt x="1668" y="154"/>
                      <a:pt x="1194" y="241"/>
                      <a:pt x="804" y="0"/>
                    </a:cubicBezTo>
                    <a:lnTo>
                      <a:pt x="0" y="230"/>
                    </a:lnTo>
                    <a:close/>
                  </a:path>
                </a:pathLst>
              </a:custGeom>
              <a:solidFill>
                <a:srgbClr val="F7D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8" name="Freeform 3784">
                <a:extLst>
                  <a:ext uri="{FF2B5EF4-FFF2-40B4-BE49-F238E27FC236}">
                    <a16:creationId xmlns:a16="http://schemas.microsoft.com/office/drawing/2014/main" id="{36BA044E-F3DA-4E81-98F6-C77C02270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1853"/>
                <a:ext cx="97" cy="97"/>
              </a:xfrm>
              <a:custGeom>
                <a:avLst/>
                <a:gdLst>
                  <a:gd name="T0" fmla="*/ 2 w 95"/>
                  <a:gd name="T1" fmla="*/ 0 h 95"/>
                  <a:gd name="T2" fmla="*/ 60 w 95"/>
                  <a:gd name="T3" fmla="*/ 47 h 95"/>
                  <a:gd name="T4" fmla="*/ 101 w 95"/>
                  <a:gd name="T5" fmla="*/ 101 h 95"/>
                  <a:gd name="T6" fmla="*/ 23 w 95"/>
                  <a:gd name="T7" fmla="*/ 65 h 95"/>
                  <a:gd name="T8" fmla="*/ 0 w 95"/>
                  <a:gd name="T9" fmla="*/ 45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95">
                    <a:moveTo>
                      <a:pt x="2" y="0"/>
                    </a:moveTo>
                    <a:cubicBezTo>
                      <a:pt x="24" y="10"/>
                      <a:pt x="40" y="27"/>
                      <a:pt x="57" y="44"/>
                    </a:cubicBezTo>
                    <a:cubicBezTo>
                      <a:pt x="72" y="58"/>
                      <a:pt x="89" y="75"/>
                      <a:pt x="95" y="95"/>
                    </a:cubicBezTo>
                    <a:cubicBezTo>
                      <a:pt x="70" y="86"/>
                      <a:pt x="46" y="74"/>
                      <a:pt x="23" y="62"/>
                    </a:cubicBezTo>
                    <a:cubicBezTo>
                      <a:pt x="13" y="57"/>
                      <a:pt x="8" y="50"/>
                      <a:pt x="0" y="4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9" name="Freeform 3785">
                <a:extLst>
                  <a:ext uri="{FF2B5EF4-FFF2-40B4-BE49-F238E27FC236}">
                    <a16:creationId xmlns:a16="http://schemas.microsoft.com/office/drawing/2014/main" id="{E2F30D8C-3BF4-448F-B45E-6C2AA48AD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1902"/>
                <a:ext cx="81" cy="81"/>
              </a:xfrm>
              <a:custGeom>
                <a:avLst/>
                <a:gdLst>
                  <a:gd name="T0" fmla="*/ 4 w 79"/>
                  <a:gd name="T1" fmla="*/ 0 h 79"/>
                  <a:gd name="T2" fmla="*/ 50 w 79"/>
                  <a:gd name="T3" fmla="*/ 43 h 79"/>
                  <a:gd name="T4" fmla="*/ 85 w 79"/>
                  <a:gd name="T5" fmla="*/ 85 h 79"/>
                  <a:gd name="T6" fmla="*/ 0 w 79"/>
                  <a:gd name="T7" fmla="*/ 54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79">
                    <a:moveTo>
                      <a:pt x="4" y="0"/>
                    </a:moveTo>
                    <a:cubicBezTo>
                      <a:pt x="19" y="11"/>
                      <a:pt x="35" y="25"/>
                      <a:pt x="47" y="40"/>
                    </a:cubicBezTo>
                    <a:cubicBezTo>
                      <a:pt x="58" y="52"/>
                      <a:pt x="67" y="69"/>
                      <a:pt x="79" y="79"/>
                    </a:cubicBezTo>
                    <a:cubicBezTo>
                      <a:pt x="54" y="75"/>
                      <a:pt x="17" y="68"/>
                      <a:pt x="0" y="5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0" name="Freeform 3786">
                <a:extLst>
                  <a:ext uri="{FF2B5EF4-FFF2-40B4-BE49-F238E27FC236}">
                    <a16:creationId xmlns:a16="http://schemas.microsoft.com/office/drawing/2014/main" id="{7D224F07-F886-4878-906F-82643C3FA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1961"/>
                <a:ext cx="91" cy="86"/>
              </a:xfrm>
              <a:custGeom>
                <a:avLst/>
                <a:gdLst>
                  <a:gd name="T0" fmla="*/ 0 w 89"/>
                  <a:gd name="T1" fmla="*/ 0 h 85"/>
                  <a:gd name="T2" fmla="*/ 63 w 89"/>
                  <a:gd name="T3" fmla="*/ 57 h 85"/>
                  <a:gd name="T4" fmla="*/ 95 w 89"/>
                  <a:gd name="T5" fmla="*/ 88 h 85"/>
                  <a:gd name="T6" fmla="*/ 0 w 89"/>
                  <a:gd name="T7" fmla="*/ 58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85">
                    <a:moveTo>
                      <a:pt x="0" y="0"/>
                    </a:moveTo>
                    <a:cubicBezTo>
                      <a:pt x="19" y="19"/>
                      <a:pt x="41" y="36"/>
                      <a:pt x="60" y="54"/>
                    </a:cubicBezTo>
                    <a:cubicBezTo>
                      <a:pt x="70" y="64"/>
                      <a:pt x="82" y="73"/>
                      <a:pt x="89" y="85"/>
                    </a:cubicBezTo>
                    <a:cubicBezTo>
                      <a:pt x="61" y="71"/>
                      <a:pt x="26" y="73"/>
                      <a:pt x="0" y="5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1" name="Freeform 3787">
                <a:extLst>
                  <a:ext uri="{FF2B5EF4-FFF2-40B4-BE49-F238E27FC236}">
                    <a16:creationId xmlns:a16="http://schemas.microsoft.com/office/drawing/2014/main" id="{4F10348C-996F-45EC-9B8E-3E4F0124B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2020"/>
                <a:ext cx="109" cy="97"/>
              </a:xfrm>
              <a:custGeom>
                <a:avLst/>
                <a:gdLst>
                  <a:gd name="T0" fmla="*/ 0 w 106"/>
                  <a:gd name="T1" fmla="*/ 0 h 95"/>
                  <a:gd name="T2" fmla="*/ 29 w 106"/>
                  <a:gd name="T3" fmla="*/ 15 h 95"/>
                  <a:gd name="T4" fmla="*/ 53 w 106"/>
                  <a:gd name="T5" fmla="*/ 48 h 95"/>
                  <a:gd name="T6" fmla="*/ 81 w 106"/>
                  <a:gd name="T7" fmla="*/ 72 h 95"/>
                  <a:gd name="T8" fmla="*/ 98 w 106"/>
                  <a:gd name="T9" fmla="*/ 85 h 95"/>
                  <a:gd name="T10" fmla="*/ 115 w 106"/>
                  <a:gd name="T11" fmla="*/ 94 h 95"/>
                  <a:gd name="T12" fmla="*/ 39 w 106"/>
                  <a:gd name="T13" fmla="*/ 76 h 95"/>
                  <a:gd name="T14" fmla="*/ 0 w 106"/>
                  <a:gd name="T15" fmla="*/ 55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95">
                    <a:moveTo>
                      <a:pt x="0" y="0"/>
                    </a:moveTo>
                    <a:cubicBezTo>
                      <a:pt x="8" y="6"/>
                      <a:pt x="19" y="8"/>
                      <a:pt x="26" y="15"/>
                    </a:cubicBezTo>
                    <a:cubicBezTo>
                      <a:pt x="35" y="23"/>
                      <a:pt x="41" y="36"/>
                      <a:pt x="50" y="45"/>
                    </a:cubicBezTo>
                    <a:cubicBezTo>
                      <a:pt x="58" y="53"/>
                      <a:pt x="66" y="62"/>
                      <a:pt x="75" y="69"/>
                    </a:cubicBezTo>
                    <a:cubicBezTo>
                      <a:pt x="79" y="73"/>
                      <a:pt x="84" y="77"/>
                      <a:pt x="89" y="79"/>
                    </a:cubicBezTo>
                    <a:cubicBezTo>
                      <a:pt x="95" y="82"/>
                      <a:pt x="101" y="83"/>
                      <a:pt x="106" y="88"/>
                    </a:cubicBezTo>
                    <a:cubicBezTo>
                      <a:pt x="82" y="95"/>
                      <a:pt x="57" y="78"/>
                      <a:pt x="36" y="71"/>
                    </a:cubicBezTo>
                    <a:cubicBezTo>
                      <a:pt x="24" y="67"/>
                      <a:pt x="7" y="63"/>
                      <a:pt x="0" y="5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2" name="Freeform 3788">
                <a:extLst>
                  <a:ext uri="{FF2B5EF4-FFF2-40B4-BE49-F238E27FC236}">
                    <a16:creationId xmlns:a16="http://schemas.microsoft.com/office/drawing/2014/main" id="{4C05B479-550F-450E-A3F3-1117F7771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2075"/>
                <a:ext cx="92" cy="107"/>
              </a:xfrm>
              <a:custGeom>
                <a:avLst/>
                <a:gdLst>
                  <a:gd name="T0" fmla="*/ 0 w 90"/>
                  <a:gd name="T1" fmla="*/ 0 h 105"/>
                  <a:gd name="T2" fmla="*/ 35 w 90"/>
                  <a:gd name="T3" fmla="*/ 26 h 105"/>
                  <a:gd name="T4" fmla="*/ 64 w 90"/>
                  <a:gd name="T5" fmla="*/ 59 h 105"/>
                  <a:gd name="T6" fmla="*/ 96 w 90"/>
                  <a:gd name="T7" fmla="*/ 109 h 105"/>
                  <a:gd name="T8" fmla="*/ 65 w 90"/>
                  <a:gd name="T9" fmla="*/ 104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5">
                    <a:moveTo>
                      <a:pt x="0" y="0"/>
                    </a:moveTo>
                    <a:cubicBezTo>
                      <a:pt x="5" y="11"/>
                      <a:pt x="22" y="19"/>
                      <a:pt x="32" y="26"/>
                    </a:cubicBezTo>
                    <a:cubicBezTo>
                      <a:pt x="43" y="35"/>
                      <a:pt x="53" y="44"/>
                      <a:pt x="61" y="56"/>
                    </a:cubicBezTo>
                    <a:cubicBezTo>
                      <a:pt x="70" y="72"/>
                      <a:pt x="79" y="88"/>
                      <a:pt x="90" y="103"/>
                    </a:cubicBezTo>
                    <a:cubicBezTo>
                      <a:pt x="83" y="105"/>
                      <a:pt x="69" y="101"/>
                      <a:pt x="62" y="9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3" name="Freeform 3789">
                <a:extLst>
                  <a:ext uri="{FF2B5EF4-FFF2-40B4-BE49-F238E27FC236}">
                    <a16:creationId xmlns:a16="http://schemas.microsoft.com/office/drawing/2014/main" id="{45C3E1BC-7BA5-4AC8-B9EA-A9E7F29DE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" y="1949"/>
                <a:ext cx="126" cy="122"/>
              </a:xfrm>
              <a:custGeom>
                <a:avLst/>
                <a:gdLst>
                  <a:gd name="T0" fmla="*/ 0 w 123"/>
                  <a:gd name="T1" fmla="*/ 34 h 119"/>
                  <a:gd name="T2" fmla="*/ 61 w 123"/>
                  <a:gd name="T3" fmla="*/ 95 h 119"/>
                  <a:gd name="T4" fmla="*/ 132 w 123"/>
                  <a:gd name="T5" fmla="*/ 128 h 119"/>
                  <a:gd name="T6" fmla="*/ 114 w 123"/>
                  <a:gd name="T7" fmla="*/ 111 h 119"/>
                  <a:gd name="T8" fmla="*/ 84 w 123"/>
                  <a:gd name="T9" fmla="*/ 74 h 119"/>
                  <a:gd name="T10" fmla="*/ 52 w 123"/>
                  <a:gd name="T11" fmla="*/ 34 h 119"/>
                  <a:gd name="T12" fmla="*/ 33 w 123"/>
                  <a:gd name="T13" fmla="*/ 7 h 119"/>
                  <a:gd name="T14" fmla="*/ 19 w 123"/>
                  <a:gd name="T15" fmla="*/ 0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" h="119">
                    <a:moveTo>
                      <a:pt x="0" y="31"/>
                    </a:moveTo>
                    <a:cubicBezTo>
                      <a:pt x="19" y="50"/>
                      <a:pt x="35" y="73"/>
                      <a:pt x="58" y="89"/>
                    </a:cubicBezTo>
                    <a:cubicBezTo>
                      <a:pt x="78" y="102"/>
                      <a:pt x="100" y="112"/>
                      <a:pt x="123" y="119"/>
                    </a:cubicBezTo>
                    <a:cubicBezTo>
                      <a:pt x="116" y="116"/>
                      <a:pt x="110" y="108"/>
                      <a:pt x="105" y="102"/>
                    </a:cubicBezTo>
                    <a:cubicBezTo>
                      <a:pt x="95" y="91"/>
                      <a:pt x="87" y="80"/>
                      <a:pt x="78" y="68"/>
                    </a:cubicBezTo>
                    <a:cubicBezTo>
                      <a:pt x="69" y="55"/>
                      <a:pt x="59" y="43"/>
                      <a:pt x="49" y="31"/>
                    </a:cubicBezTo>
                    <a:cubicBezTo>
                      <a:pt x="43" y="23"/>
                      <a:pt x="37" y="14"/>
                      <a:pt x="30" y="7"/>
                    </a:cubicBezTo>
                    <a:cubicBezTo>
                      <a:pt x="27" y="4"/>
                      <a:pt x="22" y="3"/>
                      <a:pt x="1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4" name="Freeform 3790">
                <a:extLst>
                  <a:ext uri="{FF2B5EF4-FFF2-40B4-BE49-F238E27FC236}">
                    <a16:creationId xmlns:a16="http://schemas.microsoft.com/office/drawing/2014/main" id="{D9D3F174-3155-4AA3-B71A-F449FD0C4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2047"/>
                <a:ext cx="116" cy="97"/>
              </a:xfrm>
              <a:custGeom>
                <a:avLst/>
                <a:gdLst>
                  <a:gd name="T0" fmla="*/ 0 w 113"/>
                  <a:gd name="T1" fmla="*/ 0 h 95"/>
                  <a:gd name="T2" fmla="*/ 46 w 113"/>
                  <a:gd name="T3" fmla="*/ 35 h 95"/>
                  <a:gd name="T4" fmla="*/ 84 w 113"/>
                  <a:gd name="T5" fmla="*/ 66 h 95"/>
                  <a:gd name="T6" fmla="*/ 122 w 113"/>
                  <a:gd name="T7" fmla="*/ 100 h 95"/>
                  <a:gd name="T8" fmla="*/ 101 w 113"/>
                  <a:gd name="T9" fmla="*/ 95 h 95"/>
                  <a:gd name="T10" fmla="*/ 57 w 113"/>
                  <a:gd name="T11" fmla="*/ 80 h 95"/>
                  <a:gd name="T12" fmla="*/ 16 w 113"/>
                  <a:gd name="T13" fmla="*/ 63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95">
                    <a:moveTo>
                      <a:pt x="0" y="0"/>
                    </a:moveTo>
                    <a:cubicBezTo>
                      <a:pt x="12" y="13"/>
                      <a:pt x="29" y="22"/>
                      <a:pt x="43" y="32"/>
                    </a:cubicBezTo>
                    <a:cubicBezTo>
                      <a:pt x="56" y="41"/>
                      <a:pt x="67" y="52"/>
                      <a:pt x="78" y="63"/>
                    </a:cubicBezTo>
                    <a:cubicBezTo>
                      <a:pt x="89" y="74"/>
                      <a:pt x="103" y="83"/>
                      <a:pt x="113" y="94"/>
                    </a:cubicBezTo>
                    <a:cubicBezTo>
                      <a:pt x="106" y="95"/>
                      <a:pt x="100" y="92"/>
                      <a:pt x="93" y="89"/>
                    </a:cubicBezTo>
                    <a:cubicBezTo>
                      <a:pt x="80" y="84"/>
                      <a:pt x="67" y="79"/>
                      <a:pt x="54" y="74"/>
                    </a:cubicBezTo>
                    <a:cubicBezTo>
                      <a:pt x="41" y="70"/>
                      <a:pt x="28" y="66"/>
                      <a:pt x="16" y="6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5" name="Freeform 3791">
                <a:extLst>
                  <a:ext uri="{FF2B5EF4-FFF2-40B4-BE49-F238E27FC236}">
                    <a16:creationId xmlns:a16="http://schemas.microsoft.com/office/drawing/2014/main" id="{05340776-423A-4D3C-9EFC-E5864FCCC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2111"/>
                <a:ext cx="111" cy="92"/>
              </a:xfrm>
              <a:custGeom>
                <a:avLst/>
                <a:gdLst>
                  <a:gd name="T0" fmla="*/ 0 w 108"/>
                  <a:gd name="T1" fmla="*/ 71 h 91"/>
                  <a:gd name="T2" fmla="*/ 117 w 108"/>
                  <a:gd name="T3" fmla="*/ 94 h 91"/>
                  <a:gd name="T4" fmla="*/ 71 w 108"/>
                  <a:gd name="T5" fmla="*/ 53 h 91"/>
                  <a:gd name="T6" fmla="*/ 38 w 108"/>
                  <a:gd name="T7" fmla="*/ 18 h 91"/>
                  <a:gd name="T8" fmla="*/ 15 w 108"/>
                  <a:gd name="T9" fmla="*/ 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91">
                    <a:moveTo>
                      <a:pt x="0" y="68"/>
                    </a:moveTo>
                    <a:cubicBezTo>
                      <a:pt x="33" y="87"/>
                      <a:pt x="74" y="73"/>
                      <a:pt x="108" y="91"/>
                    </a:cubicBezTo>
                    <a:cubicBezTo>
                      <a:pt x="92" y="86"/>
                      <a:pt x="76" y="63"/>
                      <a:pt x="65" y="50"/>
                    </a:cubicBezTo>
                    <a:cubicBezTo>
                      <a:pt x="56" y="38"/>
                      <a:pt x="46" y="28"/>
                      <a:pt x="35" y="18"/>
                    </a:cubicBezTo>
                    <a:cubicBezTo>
                      <a:pt x="28" y="12"/>
                      <a:pt x="20" y="6"/>
                      <a:pt x="1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6" name="Freeform 3792">
                <a:extLst>
                  <a:ext uri="{FF2B5EF4-FFF2-40B4-BE49-F238E27FC236}">
                    <a16:creationId xmlns:a16="http://schemas.microsoft.com/office/drawing/2014/main" id="{DACF812D-AB4E-4AF2-8A1A-097983D1F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070"/>
                <a:ext cx="100" cy="29"/>
              </a:xfrm>
              <a:custGeom>
                <a:avLst/>
                <a:gdLst>
                  <a:gd name="T0" fmla="*/ 0 w 98"/>
                  <a:gd name="T1" fmla="*/ 10 h 29"/>
                  <a:gd name="T2" fmla="*/ 56 w 98"/>
                  <a:gd name="T3" fmla="*/ 22 h 29"/>
                  <a:gd name="T4" fmla="*/ 104 w 98"/>
                  <a:gd name="T5" fmla="*/ 29 h 29"/>
                  <a:gd name="T6" fmla="*/ 67 w 98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29">
                    <a:moveTo>
                      <a:pt x="0" y="10"/>
                    </a:moveTo>
                    <a:cubicBezTo>
                      <a:pt x="17" y="19"/>
                      <a:pt x="33" y="23"/>
                      <a:pt x="53" y="22"/>
                    </a:cubicBezTo>
                    <a:cubicBezTo>
                      <a:pt x="67" y="22"/>
                      <a:pt x="85" y="23"/>
                      <a:pt x="98" y="29"/>
                    </a:cubicBezTo>
                    <a:cubicBezTo>
                      <a:pt x="88" y="18"/>
                      <a:pt x="72" y="12"/>
                      <a:pt x="6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7" name="Freeform 3793">
                <a:extLst>
                  <a:ext uri="{FF2B5EF4-FFF2-40B4-BE49-F238E27FC236}">
                    <a16:creationId xmlns:a16="http://schemas.microsoft.com/office/drawing/2014/main" id="{3B998394-086B-4016-964A-1D243F001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1862"/>
                <a:ext cx="38" cy="11"/>
              </a:xfrm>
              <a:custGeom>
                <a:avLst/>
                <a:gdLst>
                  <a:gd name="T0" fmla="*/ 0 w 37"/>
                  <a:gd name="T1" fmla="*/ 0 h 11"/>
                  <a:gd name="T2" fmla="*/ 40 w 37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0" y="0"/>
                    </a:moveTo>
                    <a:cubicBezTo>
                      <a:pt x="11" y="2"/>
                      <a:pt x="27" y="7"/>
                      <a:pt x="37" y="1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8" name="Freeform 3794">
                <a:extLst>
                  <a:ext uri="{FF2B5EF4-FFF2-40B4-BE49-F238E27FC236}">
                    <a16:creationId xmlns:a16="http://schemas.microsoft.com/office/drawing/2014/main" id="{9670876C-4743-4A12-8D80-3CC41A0F3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" y="1964"/>
                <a:ext cx="91" cy="24"/>
              </a:xfrm>
              <a:custGeom>
                <a:avLst/>
                <a:gdLst>
                  <a:gd name="T0" fmla="*/ 0 w 89"/>
                  <a:gd name="T1" fmla="*/ 0 h 24"/>
                  <a:gd name="T2" fmla="*/ 58 w 89"/>
                  <a:gd name="T3" fmla="*/ 21 h 24"/>
                  <a:gd name="T4" fmla="*/ 95 w 89"/>
                  <a:gd name="T5" fmla="*/ 2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24">
                    <a:moveTo>
                      <a:pt x="0" y="0"/>
                    </a:moveTo>
                    <a:cubicBezTo>
                      <a:pt x="18" y="12"/>
                      <a:pt x="34" y="18"/>
                      <a:pt x="55" y="21"/>
                    </a:cubicBezTo>
                    <a:cubicBezTo>
                      <a:pt x="65" y="23"/>
                      <a:pt x="81" y="21"/>
                      <a:pt x="89" y="2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9" name="Freeform 3795">
                <a:extLst>
                  <a:ext uri="{FF2B5EF4-FFF2-40B4-BE49-F238E27FC236}">
                    <a16:creationId xmlns:a16="http://schemas.microsoft.com/office/drawing/2014/main" id="{ABEF60ED-4E74-40AD-BCF2-557925762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2191"/>
                <a:ext cx="74" cy="88"/>
              </a:xfrm>
              <a:custGeom>
                <a:avLst/>
                <a:gdLst>
                  <a:gd name="T0" fmla="*/ 0 w 73"/>
                  <a:gd name="T1" fmla="*/ 0 h 86"/>
                  <a:gd name="T2" fmla="*/ 29 w 73"/>
                  <a:gd name="T3" fmla="*/ 21 h 86"/>
                  <a:gd name="T4" fmla="*/ 53 w 73"/>
                  <a:gd name="T5" fmla="*/ 52 h 86"/>
                  <a:gd name="T6" fmla="*/ 76 w 73"/>
                  <a:gd name="T7" fmla="*/ 92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86">
                    <a:moveTo>
                      <a:pt x="0" y="0"/>
                    </a:moveTo>
                    <a:cubicBezTo>
                      <a:pt x="11" y="7"/>
                      <a:pt x="20" y="10"/>
                      <a:pt x="29" y="21"/>
                    </a:cubicBezTo>
                    <a:cubicBezTo>
                      <a:pt x="36" y="30"/>
                      <a:pt x="43" y="39"/>
                      <a:pt x="50" y="49"/>
                    </a:cubicBezTo>
                    <a:cubicBezTo>
                      <a:pt x="56" y="59"/>
                      <a:pt x="63" y="81"/>
                      <a:pt x="73" y="8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0" name="Freeform 3796">
                <a:extLst>
                  <a:ext uri="{FF2B5EF4-FFF2-40B4-BE49-F238E27FC236}">
                    <a16:creationId xmlns:a16="http://schemas.microsoft.com/office/drawing/2014/main" id="{123110B3-8B1F-4FAA-A90A-428809A9E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2020"/>
                <a:ext cx="136" cy="72"/>
              </a:xfrm>
              <a:custGeom>
                <a:avLst/>
                <a:gdLst>
                  <a:gd name="T0" fmla="*/ 0 w 133"/>
                  <a:gd name="T1" fmla="*/ 26 h 71"/>
                  <a:gd name="T2" fmla="*/ 142 w 133"/>
                  <a:gd name="T3" fmla="*/ 74 h 71"/>
                  <a:gd name="T4" fmla="*/ 88 w 133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71">
                    <a:moveTo>
                      <a:pt x="0" y="26"/>
                    </a:moveTo>
                    <a:cubicBezTo>
                      <a:pt x="39" y="56"/>
                      <a:pt x="92" y="44"/>
                      <a:pt x="133" y="71"/>
                    </a:cubicBezTo>
                    <a:cubicBezTo>
                      <a:pt x="105" y="66"/>
                      <a:pt x="94" y="21"/>
                      <a:pt x="82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1" name="Freeform 3797">
                <a:extLst>
                  <a:ext uri="{FF2B5EF4-FFF2-40B4-BE49-F238E27FC236}">
                    <a16:creationId xmlns:a16="http://schemas.microsoft.com/office/drawing/2014/main" id="{0D912C8A-47C7-43C4-9591-7D177013D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144"/>
                <a:ext cx="126" cy="95"/>
              </a:xfrm>
              <a:custGeom>
                <a:avLst/>
                <a:gdLst>
                  <a:gd name="T0" fmla="*/ 0 w 123"/>
                  <a:gd name="T1" fmla="*/ 56 h 93"/>
                  <a:gd name="T2" fmla="*/ 66 w 123"/>
                  <a:gd name="T3" fmla="*/ 90 h 93"/>
                  <a:gd name="T4" fmla="*/ 107 w 123"/>
                  <a:gd name="T5" fmla="*/ 95 h 93"/>
                  <a:gd name="T6" fmla="*/ 132 w 123"/>
                  <a:gd name="T7" fmla="*/ 99 h 93"/>
                  <a:gd name="T8" fmla="*/ 87 w 123"/>
                  <a:gd name="T9" fmla="*/ 64 h 93"/>
                  <a:gd name="T10" fmla="*/ 49 w 123"/>
                  <a:gd name="T11" fmla="*/ 32 h 93"/>
                  <a:gd name="T12" fmla="*/ 11 w 123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93">
                    <a:moveTo>
                      <a:pt x="0" y="53"/>
                    </a:moveTo>
                    <a:cubicBezTo>
                      <a:pt x="17" y="68"/>
                      <a:pt x="39" y="79"/>
                      <a:pt x="61" y="84"/>
                    </a:cubicBezTo>
                    <a:cubicBezTo>
                      <a:pt x="74" y="87"/>
                      <a:pt x="86" y="88"/>
                      <a:pt x="100" y="89"/>
                    </a:cubicBezTo>
                    <a:cubicBezTo>
                      <a:pt x="107" y="90"/>
                      <a:pt x="117" y="89"/>
                      <a:pt x="123" y="93"/>
                    </a:cubicBezTo>
                    <a:cubicBezTo>
                      <a:pt x="106" y="87"/>
                      <a:pt x="93" y="73"/>
                      <a:pt x="81" y="61"/>
                    </a:cubicBezTo>
                    <a:cubicBezTo>
                      <a:pt x="70" y="49"/>
                      <a:pt x="58" y="40"/>
                      <a:pt x="46" y="29"/>
                    </a:cubicBezTo>
                    <a:cubicBezTo>
                      <a:pt x="35" y="19"/>
                      <a:pt x="26" y="6"/>
                      <a:pt x="1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2" name="Freeform 3798">
                <a:extLst>
                  <a:ext uri="{FF2B5EF4-FFF2-40B4-BE49-F238E27FC236}">
                    <a16:creationId xmlns:a16="http://schemas.microsoft.com/office/drawing/2014/main" id="{4AC034E8-E4B8-4ED1-9CA1-602E9EE52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2091"/>
                <a:ext cx="161" cy="57"/>
              </a:xfrm>
              <a:custGeom>
                <a:avLst/>
                <a:gdLst>
                  <a:gd name="T0" fmla="*/ 0 w 158"/>
                  <a:gd name="T1" fmla="*/ 1 h 56"/>
                  <a:gd name="T2" fmla="*/ 89 w 158"/>
                  <a:gd name="T3" fmla="*/ 54 h 56"/>
                  <a:gd name="T4" fmla="*/ 167 w 158"/>
                  <a:gd name="T5" fmla="*/ 54 h 56"/>
                  <a:gd name="T6" fmla="*/ 112 w 158"/>
                  <a:gd name="T7" fmla="*/ 16 h 56"/>
                  <a:gd name="T8" fmla="*/ 88 w 158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56">
                    <a:moveTo>
                      <a:pt x="0" y="1"/>
                    </a:moveTo>
                    <a:cubicBezTo>
                      <a:pt x="18" y="25"/>
                      <a:pt x="53" y="46"/>
                      <a:pt x="83" y="51"/>
                    </a:cubicBezTo>
                    <a:cubicBezTo>
                      <a:pt x="104" y="54"/>
                      <a:pt x="136" y="56"/>
                      <a:pt x="158" y="51"/>
                    </a:cubicBezTo>
                    <a:cubicBezTo>
                      <a:pt x="140" y="44"/>
                      <a:pt x="122" y="27"/>
                      <a:pt x="106" y="16"/>
                    </a:cubicBezTo>
                    <a:cubicBezTo>
                      <a:pt x="99" y="12"/>
                      <a:pt x="90" y="2"/>
                      <a:pt x="82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3" name="Freeform 3799">
                <a:extLst>
                  <a:ext uri="{FF2B5EF4-FFF2-40B4-BE49-F238E27FC236}">
                    <a16:creationId xmlns:a16="http://schemas.microsoft.com/office/drawing/2014/main" id="{6C13E28B-0318-4E8B-BE84-81673DA42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144"/>
                <a:ext cx="170" cy="56"/>
              </a:xfrm>
              <a:custGeom>
                <a:avLst/>
                <a:gdLst>
                  <a:gd name="T0" fmla="*/ 0 w 166"/>
                  <a:gd name="T1" fmla="*/ 17 h 55"/>
                  <a:gd name="T2" fmla="*/ 96 w 166"/>
                  <a:gd name="T3" fmla="*/ 51 h 55"/>
                  <a:gd name="T4" fmla="*/ 178 w 166"/>
                  <a:gd name="T5" fmla="*/ 58 h 55"/>
                  <a:gd name="T6" fmla="*/ 94 w 166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6" h="55">
                    <a:moveTo>
                      <a:pt x="0" y="17"/>
                    </a:moveTo>
                    <a:cubicBezTo>
                      <a:pt x="31" y="34"/>
                      <a:pt x="52" y="49"/>
                      <a:pt x="90" y="48"/>
                    </a:cubicBezTo>
                    <a:cubicBezTo>
                      <a:pt x="113" y="47"/>
                      <a:pt x="146" y="40"/>
                      <a:pt x="166" y="55"/>
                    </a:cubicBezTo>
                    <a:cubicBezTo>
                      <a:pt x="133" y="51"/>
                      <a:pt x="121" y="2"/>
                      <a:pt x="8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4" name="Freeform 3800">
                <a:extLst>
                  <a:ext uri="{FF2B5EF4-FFF2-40B4-BE49-F238E27FC236}">
                    <a16:creationId xmlns:a16="http://schemas.microsoft.com/office/drawing/2014/main" id="{5D9B5EA2-252A-4F8C-9C79-6620C5411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2224"/>
                <a:ext cx="140" cy="72"/>
              </a:xfrm>
              <a:custGeom>
                <a:avLst/>
                <a:gdLst>
                  <a:gd name="T0" fmla="*/ 36 w 137"/>
                  <a:gd name="T1" fmla="*/ 0 h 71"/>
                  <a:gd name="T2" fmla="*/ 98 w 137"/>
                  <a:gd name="T3" fmla="*/ 41 h 71"/>
                  <a:gd name="T4" fmla="*/ 146 w 137"/>
                  <a:gd name="T5" fmla="*/ 74 h 71"/>
                  <a:gd name="T6" fmla="*/ 48 w 137"/>
                  <a:gd name="T7" fmla="*/ 61 h 71"/>
                  <a:gd name="T8" fmla="*/ 0 w 137"/>
                  <a:gd name="T9" fmla="*/ 55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71">
                    <a:moveTo>
                      <a:pt x="33" y="0"/>
                    </a:moveTo>
                    <a:cubicBezTo>
                      <a:pt x="55" y="5"/>
                      <a:pt x="75" y="25"/>
                      <a:pt x="92" y="38"/>
                    </a:cubicBezTo>
                    <a:cubicBezTo>
                      <a:pt x="106" y="49"/>
                      <a:pt x="123" y="61"/>
                      <a:pt x="137" y="71"/>
                    </a:cubicBezTo>
                    <a:cubicBezTo>
                      <a:pt x="106" y="68"/>
                      <a:pt x="77" y="56"/>
                      <a:pt x="45" y="58"/>
                    </a:cubicBezTo>
                    <a:cubicBezTo>
                      <a:pt x="34" y="58"/>
                      <a:pt x="5" y="66"/>
                      <a:pt x="0" y="5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5" name="Freeform 3801">
                <a:extLst>
                  <a:ext uri="{FF2B5EF4-FFF2-40B4-BE49-F238E27FC236}">
                    <a16:creationId xmlns:a16="http://schemas.microsoft.com/office/drawing/2014/main" id="{3955D35D-306D-4B5F-8818-088CF148C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2089"/>
                <a:ext cx="111" cy="22"/>
              </a:xfrm>
              <a:custGeom>
                <a:avLst/>
                <a:gdLst>
                  <a:gd name="T0" fmla="*/ 0 w 109"/>
                  <a:gd name="T1" fmla="*/ 8 h 21"/>
                  <a:gd name="T2" fmla="*/ 76 w 109"/>
                  <a:gd name="T3" fmla="*/ 16 h 21"/>
                  <a:gd name="T4" fmla="*/ 115 w 109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21">
                    <a:moveTo>
                      <a:pt x="0" y="8"/>
                    </a:moveTo>
                    <a:cubicBezTo>
                      <a:pt x="26" y="13"/>
                      <a:pt x="47" y="21"/>
                      <a:pt x="73" y="13"/>
                    </a:cubicBezTo>
                    <a:cubicBezTo>
                      <a:pt x="86" y="8"/>
                      <a:pt x="94" y="1"/>
                      <a:pt x="10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6" name="Freeform 3802">
                <a:extLst>
                  <a:ext uri="{FF2B5EF4-FFF2-40B4-BE49-F238E27FC236}">
                    <a16:creationId xmlns:a16="http://schemas.microsoft.com/office/drawing/2014/main" id="{2ABA2B98-C814-4EB6-A619-7675E0403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142"/>
                <a:ext cx="144" cy="71"/>
              </a:xfrm>
              <a:custGeom>
                <a:avLst/>
                <a:gdLst>
                  <a:gd name="T0" fmla="*/ 0 w 141"/>
                  <a:gd name="T1" fmla="*/ 0 h 69"/>
                  <a:gd name="T2" fmla="*/ 81 w 141"/>
                  <a:gd name="T3" fmla="*/ 23 h 69"/>
                  <a:gd name="T4" fmla="*/ 112 w 141"/>
                  <a:gd name="T5" fmla="*/ 51 h 69"/>
                  <a:gd name="T6" fmla="*/ 150 w 141"/>
                  <a:gd name="T7" fmla="*/ 75 h 69"/>
                  <a:gd name="T8" fmla="*/ 102 w 141"/>
                  <a:gd name="T9" fmla="*/ 63 h 69"/>
                  <a:gd name="T10" fmla="*/ 56 w 141"/>
                  <a:gd name="T11" fmla="*/ 58 h 69"/>
                  <a:gd name="T12" fmla="*/ 6 w 141"/>
                  <a:gd name="T13" fmla="*/ 61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69">
                    <a:moveTo>
                      <a:pt x="0" y="0"/>
                    </a:moveTo>
                    <a:cubicBezTo>
                      <a:pt x="22" y="13"/>
                      <a:pt x="52" y="5"/>
                      <a:pt x="75" y="20"/>
                    </a:cubicBezTo>
                    <a:cubicBezTo>
                      <a:pt x="87" y="28"/>
                      <a:pt x="95" y="40"/>
                      <a:pt x="106" y="48"/>
                    </a:cubicBezTo>
                    <a:cubicBezTo>
                      <a:pt x="117" y="56"/>
                      <a:pt x="130" y="61"/>
                      <a:pt x="141" y="69"/>
                    </a:cubicBezTo>
                    <a:cubicBezTo>
                      <a:pt x="126" y="67"/>
                      <a:pt x="112" y="60"/>
                      <a:pt x="96" y="57"/>
                    </a:cubicBezTo>
                    <a:cubicBezTo>
                      <a:pt x="82" y="56"/>
                      <a:pt x="67" y="53"/>
                      <a:pt x="53" y="52"/>
                    </a:cubicBezTo>
                    <a:cubicBezTo>
                      <a:pt x="37" y="51"/>
                      <a:pt x="21" y="52"/>
                      <a:pt x="6" y="5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7" name="Freeform 3803">
                <a:extLst>
                  <a:ext uri="{FF2B5EF4-FFF2-40B4-BE49-F238E27FC236}">
                    <a16:creationId xmlns:a16="http://schemas.microsoft.com/office/drawing/2014/main" id="{DE519376-1A45-4371-8E2A-610FADA9F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235"/>
                <a:ext cx="157" cy="83"/>
              </a:xfrm>
              <a:custGeom>
                <a:avLst/>
                <a:gdLst>
                  <a:gd name="T0" fmla="*/ 0 w 154"/>
                  <a:gd name="T1" fmla="*/ 0 h 81"/>
                  <a:gd name="T2" fmla="*/ 42 w 154"/>
                  <a:gd name="T3" fmla="*/ 16 h 81"/>
                  <a:gd name="T4" fmla="*/ 98 w 154"/>
                  <a:gd name="T5" fmla="*/ 36 h 81"/>
                  <a:gd name="T6" fmla="*/ 127 w 154"/>
                  <a:gd name="T7" fmla="*/ 53 h 81"/>
                  <a:gd name="T8" fmla="*/ 163 w 154"/>
                  <a:gd name="T9" fmla="*/ 87 h 81"/>
                  <a:gd name="T10" fmla="*/ 68 w 154"/>
                  <a:gd name="T11" fmla="*/ 74 h 81"/>
                  <a:gd name="T12" fmla="*/ 21 w 154"/>
                  <a:gd name="T13" fmla="*/ 65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4" h="81">
                    <a:moveTo>
                      <a:pt x="0" y="0"/>
                    </a:moveTo>
                    <a:cubicBezTo>
                      <a:pt x="14" y="6"/>
                      <a:pt x="24" y="13"/>
                      <a:pt x="39" y="16"/>
                    </a:cubicBezTo>
                    <a:cubicBezTo>
                      <a:pt x="58" y="19"/>
                      <a:pt x="76" y="22"/>
                      <a:pt x="92" y="33"/>
                    </a:cubicBezTo>
                    <a:cubicBezTo>
                      <a:pt x="102" y="39"/>
                      <a:pt x="112" y="43"/>
                      <a:pt x="121" y="50"/>
                    </a:cubicBezTo>
                    <a:cubicBezTo>
                      <a:pt x="133" y="59"/>
                      <a:pt x="141" y="74"/>
                      <a:pt x="154" y="81"/>
                    </a:cubicBezTo>
                    <a:cubicBezTo>
                      <a:pt x="125" y="73"/>
                      <a:pt x="94" y="69"/>
                      <a:pt x="65" y="68"/>
                    </a:cubicBezTo>
                    <a:cubicBezTo>
                      <a:pt x="48" y="67"/>
                      <a:pt x="36" y="62"/>
                      <a:pt x="21" y="6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8" name="Freeform 3804">
                <a:extLst>
                  <a:ext uri="{FF2B5EF4-FFF2-40B4-BE49-F238E27FC236}">
                    <a16:creationId xmlns:a16="http://schemas.microsoft.com/office/drawing/2014/main" id="{143CBA70-76E2-42F2-9692-E78347ECC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122"/>
                <a:ext cx="106" cy="38"/>
              </a:xfrm>
              <a:custGeom>
                <a:avLst/>
                <a:gdLst>
                  <a:gd name="T0" fmla="*/ 0 w 103"/>
                  <a:gd name="T1" fmla="*/ 33 h 37"/>
                  <a:gd name="T2" fmla="*/ 112 w 103"/>
                  <a:gd name="T3" fmla="*/ 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37">
                    <a:moveTo>
                      <a:pt x="0" y="30"/>
                    </a:moveTo>
                    <a:cubicBezTo>
                      <a:pt x="37" y="37"/>
                      <a:pt x="66" y="0"/>
                      <a:pt x="103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9" name="Freeform 3805">
                <a:extLst>
                  <a:ext uri="{FF2B5EF4-FFF2-40B4-BE49-F238E27FC236}">
                    <a16:creationId xmlns:a16="http://schemas.microsoft.com/office/drawing/2014/main" id="{B80D609E-B114-4DFF-A267-2527292F0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2197"/>
                <a:ext cx="113" cy="82"/>
              </a:xfrm>
              <a:custGeom>
                <a:avLst/>
                <a:gdLst>
                  <a:gd name="T0" fmla="*/ 0 w 110"/>
                  <a:gd name="T1" fmla="*/ 0 h 80"/>
                  <a:gd name="T2" fmla="*/ 68 w 110"/>
                  <a:gd name="T3" fmla="*/ 40 h 80"/>
                  <a:gd name="T4" fmla="*/ 119 w 110"/>
                  <a:gd name="T5" fmla="*/ 83 h 80"/>
                  <a:gd name="T6" fmla="*/ 70 w 110"/>
                  <a:gd name="T7" fmla="*/ 80 h 80"/>
                  <a:gd name="T8" fmla="*/ 38 w 110"/>
                  <a:gd name="T9" fmla="*/ 83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80">
                    <a:moveTo>
                      <a:pt x="0" y="0"/>
                    </a:moveTo>
                    <a:cubicBezTo>
                      <a:pt x="19" y="3"/>
                      <a:pt x="48" y="24"/>
                      <a:pt x="62" y="37"/>
                    </a:cubicBezTo>
                    <a:cubicBezTo>
                      <a:pt x="78" y="51"/>
                      <a:pt x="94" y="64"/>
                      <a:pt x="110" y="77"/>
                    </a:cubicBezTo>
                    <a:cubicBezTo>
                      <a:pt x="94" y="74"/>
                      <a:pt x="80" y="72"/>
                      <a:pt x="64" y="74"/>
                    </a:cubicBezTo>
                    <a:cubicBezTo>
                      <a:pt x="57" y="75"/>
                      <a:pt x="39" y="80"/>
                      <a:pt x="35" y="7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0" name="Freeform 3806">
                <a:extLst>
                  <a:ext uri="{FF2B5EF4-FFF2-40B4-BE49-F238E27FC236}">
                    <a16:creationId xmlns:a16="http://schemas.microsoft.com/office/drawing/2014/main" id="{06B161C3-5124-4665-A198-08182BB41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2293"/>
                <a:ext cx="59" cy="89"/>
              </a:xfrm>
              <a:custGeom>
                <a:avLst/>
                <a:gdLst>
                  <a:gd name="T0" fmla="*/ 0 w 58"/>
                  <a:gd name="T1" fmla="*/ 0 h 87"/>
                  <a:gd name="T2" fmla="*/ 34 w 58"/>
                  <a:gd name="T3" fmla="*/ 44 h 87"/>
                  <a:gd name="T4" fmla="*/ 61 w 58"/>
                  <a:gd name="T5" fmla="*/ 93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87">
                    <a:moveTo>
                      <a:pt x="0" y="0"/>
                    </a:moveTo>
                    <a:cubicBezTo>
                      <a:pt x="11" y="14"/>
                      <a:pt x="22" y="25"/>
                      <a:pt x="31" y="41"/>
                    </a:cubicBezTo>
                    <a:cubicBezTo>
                      <a:pt x="39" y="58"/>
                      <a:pt x="51" y="72"/>
                      <a:pt x="58" y="8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1" name="Freeform 3807">
                <a:extLst>
                  <a:ext uri="{FF2B5EF4-FFF2-40B4-BE49-F238E27FC236}">
                    <a16:creationId xmlns:a16="http://schemas.microsoft.com/office/drawing/2014/main" id="{1585285D-E7CA-4F66-9AE1-066549A7E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2308"/>
                <a:ext cx="168" cy="89"/>
              </a:xfrm>
              <a:custGeom>
                <a:avLst/>
                <a:gdLst>
                  <a:gd name="T0" fmla="*/ 47 w 165"/>
                  <a:gd name="T1" fmla="*/ 0 h 87"/>
                  <a:gd name="T2" fmla="*/ 174 w 165"/>
                  <a:gd name="T3" fmla="*/ 93 h 87"/>
                  <a:gd name="T4" fmla="*/ 127 w 165"/>
                  <a:gd name="T5" fmla="*/ 78 h 87"/>
                  <a:gd name="T6" fmla="*/ 64 w 165"/>
                  <a:gd name="T7" fmla="*/ 64 h 87"/>
                  <a:gd name="T8" fmla="*/ 0 w 165"/>
                  <a:gd name="T9" fmla="*/ 52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5" h="87">
                    <a:moveTo>
                      <a:pt x="44" y="0"/>
                    </a:moveTo>
                    <a:cubicBezTo>
                      <a:pt x="92" y="16"/>
                      <a:pt x="121" y="64"/>
                      <a:pt x="165" y="87"/>
                    </a:cubicBezTo>
                    <a:cubicBezTo>
                      <a:pt x="150" y="83"/>
                      <a:pt x="135" y="77"/>
                      <a:pt x="121" y="72"/>
                    </a:cubicBezTo>
                    <a:cubicBezTo>
                      <a:pt x="101" y="65"/>
                      <a:pt x="82" y="64"/>
                      <a:pt x="61" y="61"/>
                    </a:cubicBezTo>
                    <a:cubicBezTo>
                      <a:pt x="45" y="59"/>
                      <a:pt x="12" y="58"/>
                      <a:pt x="0" y="4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2" name="Freeform 3808">
                <a:extLst>
                  <a:ext uri="{FF2B5EF4-FFF2-40B4-BE49-F238E27FC236}">
                    <a16:creationId xmlns:a16="http://schemas.microsoft.com/office/drawing/2014/main" id="{EE284EC4-DCF7-41B8-8E4D-353C5178C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126"/>
                <a:ext cx="214" cy="105"/>
              </a:xfrm>
              <a:custGeom>
                <a:avLst/>
                <a:gdLst>
                  <a:gd name="T0" fmla="*/ 15 w 210"/>
                  <a:gd name="T1" fmla="*/ 86 h 103"/>
                  <a:gd name="T2" fmla="*/ 121 w 210"/>
                  <a:gd name="T3" fmla="*/ 103 h 103"/>
                  <a:gd name="T4" fmla="*/ 222 w 210"/>
                  <a:gd name="T5" fmla="*/ 103 h 103"/>
                  <a:gd name="T6" fmla="*/ 125 w 210"/>
                  <a:gd name="T7" fmla="*/ 59 h 103"/>
                  <a:gd name="T8" fmla="*/ 71 w 210"/>
                  <a:gd name="T9" fmla="*/ 33 h 103"/>
                  <a:gd name="T10" fmla="*/ 0 w 210"/>
                  <a:gd name="T11" fmla="*/ 8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0" h="103">
                    <a:moveTo>
                      <a:pt x="15" y="80"/>
                    </a:moveTo>
                    <a:cubicBezTo>
                      <a:pt x="44" y="94"/>
                      <a:pt x="82" y="95"/>
                      <a:pt x="115" y="97"/>
                    </a:cubicBezTo>
                    <a:cubicBezTo>
                      <a:pt x="143" y="99"/>
                      <a:pt x="183" y="103"/>
                      <a:pt x="210" y="97"/>
                    </a:cubicBezTo>
                    <a:cubicBezTo>
                      <a:pt x="186" y="78"/>
                      <a:pt x="148" y="70"/>
                      <a:pt x="119" y="56"/>
                    </a:cubicBezTo>
                    <a:cubicBezTo>
                      <a:pt x="101" y="48"/>
                      <a:pt x="84" y="40"/>
                      <a:pt x="68" y="30"/>
                    </a:cubicBezTo>
                    <a:cubicBezTo>
                      <a:pt x="49" y="18"/>
                      <a:pt x="24" y="0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3" name="Freeform 3809">
                <a:extLst>
                  <a:ext uri="{FF2B5EF4-FFF2-40B4-BE49-F238E27FC236}">
                    <a16:creationId xmlns:a16="http://schemas.microsoft.com/office/drawing/2014/main" id="{26C1EDEE-F7AE-4CB7-990C-E314105C3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313"/>
                <a:ext cx="188" cy="84"/>
              </a:xfrm>
              <a:custGeom>
                <a:avLst/>
                <a:gdLst>
                  <a:gd name="T0" fmla="*/ 0 w 184"/>
                  <a:gd name="T1" fmla="*/ 0 h 83"/>
                  <a:gd name="T2" fmla="*/ 93 w 184"/>
                  <a:gd name="T3" fmla="*/ 22 h 83"/>
                  <a:gd name="T4" fmla="*/ 196 w 184"/>
                  <a:gd name="T5" fmla="*/ 76 h 83"/>
                  <a:gd name="T6" fmla="*/ 78 w 184"/>
                  <a:gd name="T7" fmla="*/ 86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4" h="83">
                    <a:moveTo>
                      <a:pt x="0" y="0"/>
                    </a:moveTo>
                    <a:cubicBezTo>
                      <a:pt x="29" y="8"/>
                      <a:pt x="57" y="16"/>
                      <a:pt x="87" y="22"/>
                    </a:cubicBezTo>
                    <a:cubicBezTo>
                      <a:pt x="126" y="30"/>
                      <a:pt x="150" y="55"/>
                      <a:pt x="184" y="73"/>
                    </a:cubicBezTo>
                    <a:cubicBezTo>
                      <a:pt x="149" y="75"/>
                      <a:pt x="103" y="66"/>
                      <a:pt x="72" y="8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4" name="Freeform 3810">
                <a:extLst>
                  <a:ext uri="{FF2B5EF4-FFF2-40B4-BE49-F238E27FC236}">
                    <a16:creationId xmlns:a16="http://schemas.microsoft.com/office/drawing/2014/main" id="{24997415-89B9-4E97-8876-3269E850C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2219"/>
                <a:ext cx="179" cy="65"/>
              </a:xfrm>
              <a:custGeom>
                <a:avLst/>
                <a:gdLst>
                  <a:gd name="T0" fmla="*/ 0 w 175"/>
                  <a:gd name="T1" fmla="*/ 47 h 64"/>
                  <a:gd name="T2" fmla="*/ 93 w 175"/>
                  <a:gd name="T3" fmla="*/ 61 h 64"/>
                  <a:gd name="T4" fmla="*/ 151 w 175"/>
                  <a:gd name="T5" fmla="*/ 56 h 64"/>
                  <a:gd name="T6" fmla="*/ 187 w 175"/>
                  <a:gd name="T7" fmla="*/ 63 h 64"/>
                  <a:gd name="T8" fmla="*/ 142 w 175"/>
                  <a:gd name="T9" fmla="*/ 44 h 64"/>
                  <a:gd name="T10" fmla="*/ 103 w 175"/>
                  <a:gd name="T11" fmla="*/ 25 h 64"/>
                  <a:gd name="T12" fmla="*/ 59 w 175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64">
                    <a:moveTo>
                      <a:pt x="0" y="44"/>
                    </a:moveTo>
                    <a:cubicBezTo>
                      <a:pt x="26" y="63"/>
                      <a:pt x="57" y="64"/>
                      <a:pt x="87" y="58"/>
                    </a:cubicBezTo>
                    <a:cubicBezTo>
                      <a:pt x="105" y="54"/>
                      <a:pt x="124" y="53"/>
                      <a:pt x="142" y="53"/>
                    </a:cubicBezTo>
                    <a:cubicBezTo>
                      <a:pt x="153" y="54"/>
                      <a:pt x="164" y="60"/>
                      <a:pt x="175" y="60"/>
                    </a:cubicBezTo>
                    <a:cubicBezTo>
                      <a:pt x="161" y="57"/>
                      <a:pt x="146" y="47"/>
                      <a:pt x="133" y="41"/>
                    </a:cubicBezTo>
                    <a:cubicBezTo>
                      <a:pt x="121" y="36"/>
                      <a:pt x="108" y="31"/>
                      <a:pt x="97" y="25"/>
                    </a:cubicBezTo>
                    <a:cubicBezTo>
                      <a:pt x="84" y="17"/>
                      <a:pt x="69" y="8"/>
                      <a:pt x="5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5" name="Freeform 3811">
                <a:extLst>
                  <a:ext uri="{FF2B5EF4-FFF2-40B4-BE49-F238E27FC236}">
                    <a16:creationId xmlns:a16="http://schemas.microsoft.com/office/drawing/2014/main" id="{E399C04C-F2E3-473E-A0B9-86EC7F898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2395"/>
                <a:ext cx="82" cy="56"/>
              </a:xfrm>
              <a:custGeom>
                <a:avLst/>
                <a:gdLst>
                  <a:gd name="T0" fmla="*/ 0 w 80"/>
                  <a:gd name="T1" fmla="*/ 0 h 55"/>
                  <a:gd name="T2" fmla="*/ 86 w 80"/>
                  <a:gd name="T3" fmla="*/ 58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55">
                    <a:moveTo>
                      <a:pt x="0" y="0"/>
                    </a:moveTo>
                    <a:cubicBezTo>
                      <a:pt x="27" y="19"/>
                      <a:pt x="53" y="39"/>
                      <a:pt x="80" y="5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6" name="Freeform 3812">
                <a:extLst>
                  <a:ext uri="{FF2B5EF4-FFF2-40B4-BE49-F238E27FC236}">
                    <a16:creationId xmlns:a16="http://schemas.microsoft.com/office/drawing/2014/main" id="{8944D6A0-82B2-4D71-8482-F824F6998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166"/>
                <a:ext cx="137" cy="26"/>
              </a:xfrm>
              <a:custGeom>
                <a:avLst/>
                <a:gdLst>
                  <a:gd name="T0" fmla="*/ 0 w 135"/>
                  <a:gd name="T1" fmla="*/ 24 h 26"/>
                  <a:gd name="T2" fmla="*/ 54 w 135"/>
                  <a:gd name="T3" fmla="*/ 20 h 26"/>
                  <a:gd name="T4" fmla="*/ 95 w 135"/>
                  <a:gd name="T5" fmla="*/ 10 h 26"/>
                  <a:gd name="T6" fmla="*/ 141 w 135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26">
                    <a:moveTo>
                      <a:pt x="0" y="24"/>
                    </a:moveTo>
                    <a:cubicBezTo>
                      <a:pt x="20" y="23"/>
                      <a:pt x="32" y="26"/>
                      <a:pt x="51" y="20"/>
                    </a:cubicBezTo>
                    <a:cubicBezTo>
                      <a:pt x="64" y="16"/>
                      <a:pt x="79" y="13"/>
                      <a:pt x="92" y="10"/>
                    </a:cubicBezTo>
                    <a:cubicBezTo>
                      <a:pt x="106" y="8"/>
                      <a:pt x="123" y="7"/>
                      <a:pt x="13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7" name="Freeform 3813">
                <a:extLst>
                  <a:ext uri="{FF2B5EF4-FFF2-40B4-BE49-F238E27FC236}">
                    <a16:creationId xmlns:a16="http://schemas.microsoft.com/office/drawing/2014/main" id="{A0D26A6C-5EEC-4ECF-8363-2C6519E17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227"/>
                <a:ext cx="160" cy="63"/>
              </a:xfrm>
              <a:custGeom>
                <a:avLst/>
                <a:gdLst>
                  <a:gd name="T0" fmla="*/ 0 w 157"/>
                  <a:gd name="T1" fmla="*/ 56 h 62"/>
                  <a:gd name="T2" fmla="*/ 86 w 157"/>
                  <a:gd name="T3" fmla="*/ 57 h 62"/>
                  <a:gd name="T4" fmla="*/ 166 w 157"/>
                  <a:gd name="T5" fmla="*/ 63 h 62"/>
                  <a:gd name="T6" fmla="*/ 86 w 157"/>
                  <a:gd name="T7" fmla="*/ 23 h 62"/>
                  <a:gd name="T8" fmla="*/ 54 w 157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62">
                    <a:moveTo>
                      <a:pt x="0" y="53"/>
                    </a:moveTo>
                    <a:cubicBezTo>
                      <a:pt x="29" y="56"/>
                      <a:pt x="50" y="62"/>
                      <a:pt x="80" y="54"/>
                    </a:cubicBezTo>
                    <a:cubicBezTo>
                      <a:pt x="109" y="48"/>
                      <a:pt x="130" y="58"/>
                      <a:pt x="157" y="60"/>
                    </a:cubicBezTo>
                    <a:cubicBezTo>
                      <a:pt x="131" y="50"/>
                      <a:pt x="102" y="41"/>
                      <a:pt x="80" y="23"/>
                    </a:cubicBezTo>
                    <a:cubicBezTo>
                      <a:pt x="70" y="16"/>
                      <a:pt x="64" y="1"/>
                      <a:pt x="5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8" name="Freeform 3814">
                <a:extLst>
                  <a:ext uri="{FF2B5EF4-FFF2-40B4-BE49-F238E27FC236}">
                    <a16:creationId xmlns:a16="http://schemas.microsoft.com/office/drawing/2014/main" id="{6A1FD17B-3B6B-4C4C-AA76-2D3D05326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279"/>
                <a:ext cx="176" cy="83"/>
              </a:xfrm>
              <a:custGeom>
                <a:avLst/>
                <a:gdLst>
                  <a:gd name="T0" fmla="*/ 0 w 173"/>
                  <a:gd name="T1" fmla="*/ 2 h 81"/>
                  <a:gd name="T2" fmla="*/ 96 w 173"/>
                  <a:gd name="T3" fmla="*/ 35 h 81"/>
                  <a:gd name="T4" fmla="*/ 182 w 173"/>
                  <a:gd name="T5" fmla="*/ 79 h 81"/>
                  <a:gd name="T6" fmla="*/ 89 w 173"/>
                  <a:gd name="T7" fmla="*/ 83 h 81"/>
                  <a:gd name="T8" fmla="*/ 42 w 173"/>
                  <a:gd name="T9" fmla="*/ 86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81">
                    <a:moveTo>
                      <a:pt x="0" y="2"/>
                    </a:moveTo>
                    <a:cubicBezTo>
                      <a:pt x="30" y="0"/>
                      <a:pt x="64" y="20"/>
                      <a:pt x="90" y="32"/>
                    </a:cubicBezTo>
                    <a:cubicBezTo>
                      <a:pt x="116" y="45"/>
                      <a:pt x="144" y="67"/>
                      <a:pt x="173" y="73"/>
                    </a:cubicBezTo>
                    <a:cubicBezTo>
                      <a:pt x="146" y="81"/>
                      <a:pt x="113" y="74"/>
                      <a:pt x="85" y="77"/>
                    </a:cubicBezTo>
                    <a:cubicBezTo>
                      <a:pt x="69" y="78"/>
                      <a:pt x="55" y="80"/>
                      <a:pt x="39" y="8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9" name="Freeform 3815">
                <a:extLst>
                  <a:ext uri="{FF2B5EF4-FFF2-40B4-BE49-F238E27FC236}">
                    <a16:creationId xmlns:a16="http://schemas.microsoft.com/office/drawing/2014/main" id="{FB2F11E6-3D02-43A6-BA1A-5F366E0F6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384"/>
                <a:ext cx="152" cy="81"/>
              </a:xfrm>
              <a:custGeom>
                <a:avLst/>
                <a:gdLst>
                  <a:gd name="T0" fmla="*/ 0 w 148"/>
                  <a:gd name="T1" fmla="*/ 6 h 79"/>
                  <a:gd name="T2" fmla="*/ 77 w 148"/>
                  <a:gd name="T3" fmla="*/ 41 h 79"/>
                  <a:gd name="T4" fmla="*/ 118 w 148"/>
                  <a:gd name="T5" fmla="*/ 54 h 79"/>
                  <a:gd name="T6" fmla="*/ 160 w 148"/>
                  <a:gd name="T7" fmla="*/ 59 h 79"/>
                  <a:gd name="T8" fmla="*/ 68 w 148"/>
                  <a:gd name="T9" fmla="*/ 73 h 79"/>
                  <a:gd name="T10" fmla="*/ 26 w 148"/>
                  <a:gd name="T11" fmla="*/ 85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79">
                    <a:moveTo>
                      <a:pt x="0" y="6"/>
                    </a:moveTo>
                    <a:cubicBezTo>
                      <a:pt x="18" y="0"/>
                      <a:pt x="54" y="30"/>
                      <a:pt x="71" y="38"/>
                    </a:cubicBezTo>
                    <a:cubicBezTo>
                      <a:pt x="84" y="44"/>
                      <a:pt x="95" y="48"/>
                      <a:pt x="109" y="51"/>
                    </a:cubicBezTo>
                    <a:cubicBezTo>
                      <a:pt x="121" y="53"/>
                      <a:pt x="138" y="51"/>
                      <a:pt x="148" y="56"/>
                    </a:cubicBezTo>
                    <a:cubicBezTo>
                      <a:pt x="123" y="70"/>
                      <a:pt x="89" y="58"/>
                      <a:pt x="62" y="67"/>
                    </a:cubicBezTo>
                    <a:cubicBezTo>
                      <a:pt x="48" y="71"/>
                      <a:pt x="37" y="79"/>
                      <a:pt x="23" y="7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0" name="Freeform 3816">
                <a:extLst>
                  <a:ext uri="{FF2B5EF4-FFF2-40B4-BE49-F238E27FC236}">
                    <a16:creationId xmlns:a16="http://schemas.microsoft.com/office/drawing/2014/main" id="{5C6C7161-296B-4CAD-AD2D-D666A6E2A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289"/>
                <a:ext cx="182" cy="79"/>
              </a:xfrm>
              <a:custGeom>
                <a:avLst/>
                <a:gdLst>
                  <a:gd name="T0" fmla="*/ 0 w 178"/>
                  <a:gd name="T1" fmla="*/ 68 h 77"/>
                  <a:gd name="T2" fmla="*/ 110 w 178"/>
                  <a:gd name="T3" fmla="*/ 73 h 77"/>
                  <a:gd name="T4" fmla="*/ 190 w 178"/>
                  <a:gd name="T5" fmla="*/ 48 h 77"/>
                  <a:gd name="T6" fmla="*/ 134 w 178"/>
                  <a:gd name="T7" fmla="*/ 17 h 77"/>
                  <a:gd name="T8" fmla="*/ 91 w 178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77">
                    <a:moveTo>
                      <a:pt x="0" y="62"/>
                    </a:moveTo>
                    <a:cubicBezTo>
                      <a:pt x="36" y="73"/>
                      <a:pt x="67" y="77"/>
                      <a:pt x="104" y="67"/>
                    </a:cubicBezTo>
                    <a:cubicBezTo>
                      <a:pt x="126" y="61"/>
                      <a:pt x="161" y="57"/>
                      <a:pt x="178" y="45"/>
                    </a:cubicBezTo>
                    <a:cubicBezTo>
                      <a:pt x="160" y="39"/>
                      <a:pt x="143" y="24"/>
                      <a:pt x="125" y="17"/>
                    </a:cubicBezTo>
                    <a:cubicBezTo>
                      <a:pt x="111" y="12"/>
                      <a:pt x="99" y="5"/>
                      <a:pt x="8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1" name="Freeform 3817">
                <a:extLst>
                  <a:ext uri="{FF2B5EF4-FFF2-40B4-BE49-F238E27FC236}">
                    <a16:creationId xmlns:a16="http://schemas.microsoft.com/office/drawing/2014/main" id="{552F525D-E4DF-4A1C-932F-B44809574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175"/>
                <a:ext cx="226" cy="58"/>
              </a:xfrm>
              <a:custGeom>
                <a:avLst/>
                <a:gdLst>
                  <a:gd name="T0" fmla="*/ 0 w 221"/>
                  <a:gd name="T1" fmla="*/ 49 h 57"/>
                  <a:gd name="T2" fmla="*/ 56 w 221"/>
                  <a:gd name="T3" fmla="*/ 58 h 57"/>
                  <a:gd name="T4" fmla="*/ 122 w 221"/>
                  <a:gd name="T5" fmla="*/ 54 h 57"/>
                  <a:gd name="T6" fmla="*/ 236 w 221"/>
                  <a:gd name="T7" fmla="*/ 42 h 57"/>
                  <a:gd name="T8" fmla="*/ 196 w 221"/>
                  <a:gd name="T9" fmla="*/ 24 h 57"/>
                  <a:gd name="T10" fmla="*/ 172 w 221"/>
                  <a:gd name="T11" fmla="*/ 11 h 57"/>
                  <a:gd name="T12" fmla="*/ 137 w 221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57">
                    <a:moveTo>
                      <a:pt x="0" y="46"/>
                    </a:moveTo>
                    <a:cubicBezTo>
                      <a:pt x="14" y="52"/>
                      <a:pt x="38" y="54"/>
                      <a:pt x="53" y="55"/>
                    </a:cubicBezTo>
                    <a:cubicBezTo>
                      <a:pt x="74" y="57"/>
                      <a:pt x="93" y="55"/>
                      <a:pt x="113" y="51"/>
                    </a:cubicBezTo>
                    <a:cubicBezTo>
                      <a:pt x="150" y="43"/>
                      <a:pt x="183" y="38"/>
                      <a:pt x="221" y="39"/>
                    </a:cubicBezTo>
                    <a:cubicBezTo>
                      <a:pt x="210" y="32"/>
                      <a:pt x="196" y="30"/>
                      <a:pt x="184" y="24"/>
                    </a:cubicBezTo>
                    <a:cubicBezTo>
                      <a:pt x="176" y="21"/>
                      <a:pt x="168" y="15"/>
                      <a:pt x="160" y="11"/>
                    </a:cubicBezTo>
                    <a:cubicBezTo>
                      <a:pt x="149" y="7"/>
                      <a:pt x="138" y="5"/>
                      <a:pt x="12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2" name="Freeform 3818">
                <a:extLst>
                  <a:ext uri="{FF2B5EF4-FFF2-40B4-BE49-F238E27FC236}">
                    <a16:creationId xmlns:a16="http://schemas.microsoft.com/office/drawing/2014/main" id="{9B3FD8DB-940F-4B2E-8514-08D89E784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362"/>
                <a:ext cx="141" cy="76"/>
              </a:xfrm>
              <a:custGeom>
                <a:avLst/>
                <a:gdLst>
                  <a:gd name="T0" fmla="*/ 35 w 138"/>
                  <a:gd name="T1" fmla="*/ 1 h 75"/>
                  <a:gd name="T2" fmla="*/ 88 w 138"/>
                  <a:gd name="T3" fmla="*/ 20 h 75"/>
                  <a:gd name="T4" fmla="*/ 147 w 138"/>
                  <a:gd name="T5" fmla="*/ 37 h 75"/>
                  <a:gd name="T6" fmla="*/ 99 w 138"/>
                  <a:gd name="T7" fmla="*/ 52 h 75"/>
                  <a:gd name="T8" fmla="*/ 52 w 138"/>
                  <a:gd name="T9" fmla="*/ 62 h 75"/>
                  <a:gd name="T10" fmla="*/ 0 w 138"/>
                  <a:gd name="T11" fmla="*/ 78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75">
                    <a:moveTo>
                      <a:pt x="32" y="1"/>
                    </a:moveTo>
                    <a:cubicBezTo>
                      <a:pt x="47" y="0"/>
                      <a:pt x="68" y="14"/>
                      <a:pt x="82" y="20"/>
                    </a:cubicBezTo>
                    <a:cubicBezTo>
                      <a:pt x="99" y="26"/>
                      <a:pt x="119" y="37"/>
                      <a:pt x="138" y="37"/>
                    </a:cubicBezTo>
                    <a:cubicBezTo>
                      <a:pt x="122" y="36"/>
                      <a:pt x="107" y="44"/>
                      <a:pt x="93" y="49"/>
                    </a:cubicBezTo>
                    <a:cubicBezTo>
                      <a:pt x="79" y="54"/>
                      <a:pt x="63" y="55"/>
                      <a:pt x="49" y="59"/>
                    </a:cubicBezTo>
                    <a:cubicBezTo>
                      <a:pt x="33" y="63"/>
                      <a:pt x="15" y="70"/>
                      <a:pt x="0" y="7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3" name="Freeform 3819">
                <a:extLst>
                  <a:ext uri="{FF2B5EF4-FFF2-40B4-BE49-F238E27FC236}">
                    <a16:creationId xmlns:a16="http://schemas.microsoft.com/office/drawing/2014/main" id="{BB02A85F-98B2-45F8-9775-1C7068C41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227"/>
                <a:ext cx="166" cy="88"/>
              </a:xfrm>
              <a:custGeom>
                <a:avLst/>
                <a:gdLst>
                  <a:gd name="T0" fmla="*/ 4 w 162"/>
                  <a:gd name="T1" fmla="*/ 0 h 86"/>
                  <a:gd name="T2" fmla="*/ 89 w 162"/>
                  <a:gd name="T3" fmla="*/ 21 h 86"/>
                  <a:gd name="T4" fmla="*/ 174 w 162"/>
                  <a:gd name="T5" fmla="*/ 36 h 86"/>
                  <a:gd name="T6" fmla="*/ 0 w 162"/>
                  <a:gd name="T7" fmla="*/ 74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86">
                    <a:moveTo>
                      <a:pt x="4" y="0"/>
                    </a:moveTo>
                    <a:cubicBezTo>
                      <a:pt x="29" y="0"/>
                      <a:pt x="58" y="16"/>
                      <a:pt x="83" y="21"/>
                    </a:cubicBezTo>
                    <a:cubicBezTo>
                      <a:pt x="109" y="27"/>
                      <a:pt x="135" y="34"/>
                      <a:pt x="162" y="33"/>
                    </a:cubicBezTo>
                    <a:cubicBezTo>
                      <a:pt x="152" y="38"/>
                      <a:pt x="5" y="86"/>
                      <a:pt x="0" y="6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4" name="Freeform 3820">
                <a:extLst>
                  <a:ext uri="{FF2B5EF4-FFF2-40B4-BE49-F238E27FC236}">
                    <a16:creationId xmlns:a16="http://schemas.microsoft.com/office/drawing/2014/main" id="{6B25317F-BB06-4139-97ED-0D65557D2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331"/>
                <a:ext cx="183" cy="67"/>
              </a:xfrm>
              <a:custGeom>
                <a:avLst/>
                <a:gdLst>
                  <a:gd name="T0" fmla="*/ 0 w 179"/>
                  <a:gd name="T1" fmla="*/ 5 h 66"/>
                  <a:gd name="T2" fmla="*/ 191 w 179"/>
                  <a:gd name="T3" fmla="*/ 39 h 66"/>
                  <a:gd name="T4" fmla="*/ 62 w 179"/>
                  <a:gd name="T5" fmla="*/ 56 h 66"/>
                  <a:gd name="T6" fmla="*/ 8 w 179"/>
                  <a:gd name="T7" fmla="*/ 69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66">
                    <a:moveTo>
                      <a:pt x="0" y="5"/>
                    </a:moveTo>
                    <a:cubicBezTo>
                      <a:pt x="56" y="0"/>
                      <a:pt x="124" y="58"/>
                      <a:pt x="179" y="36"/>
                    </a:cubicBezTo>
                    <a:cubicBezTo>
                      <a:pt x="142" y="49"/>
                      <a:pt x="96" y="44"/>
                      <a:pt x="59" y="53"/>
                    </a:cubicBezTo>
                    <a:cubicBezTo>
                      <a:pt x="43" y="57"/>
                      <a:pt x="24" y="66"/>
                      <a:pt x="8" y="6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5" name="Freeform 3821">
                <a:extLst>
                  <a:ext uri="{FF2B5EF4-FFF2-40B4-BE49-F238E27FC236}">
                    <a16:creationId xmlns:a16="http://schemas.microsoft.com/office/drawing/2014/main" id="{067B371A-0E12-4129-B154-0A523F4AE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244"/>
                <a:ext cx="96" cy="21"/>
              </a:xfrm>
              <a:custGeom>
                <a:avLst/>
                <a:gdLst>
                  <a:gd name="T0" fmla="*/ 0 w 94"/>
                  <a:gd name="T1" fmla="*/ 17 h 20"/>
                  <a:gd name="T2" fmla="*/ 54 w 94"/>
                  <a:gd name="T3" fmla="*/ 16 h 20"/>
                  <a:gd name="T4" fmla="*/ 100 w 9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20">
                    <a:moveTo>
                      <a:pt x="0" y="14"/>
                    </a:moveTo>
                    <a:cubicBezTo>
                      <a:pt x="11" y="20"/>
                      <a:pt x="38" y="15"/>
                      <a:pt x="51" y="13"/>
                    </a:cubicBezTo>
                    <a:cubicBezTo>
                      <a:pt x="66" y="10"/>
                      <a:pt x="79" y="3"/>
                      <a:pt x="9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6" name="Freeform 3822">
                <a:extLst>
                  <a:ext uri="{FF2B5EF4-FFF2-40B4-BE49-F238E27FC236}">
                    <a16:creationId xmlns:a16="http://schemas.microsoft.com/office/drawing/2014/main" id="{84526A06-074F-4A03-A813-AABCDFA15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189"/>
                <a:ext cx="150" cy="38"/>
              </a:xfrm>
              <a:custGeom>
                <a:avLst/>
                <a:gdLst>
                  <a:gd name="T0" fmla="*/ 0 w 147"/>
                  <a:gd name="T1" fmla="*/ 27 h 37"/>
                  <a:gd name="T2" fmla="*/ 156 w 147"/>
                  <a:gd name="T3" fmla="*/ 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7" h="37">
                    <a:moveTo>
                      <a:pt x="0" y="24"/>
                    </a:moveTo>
                    <a:cubicBezTo>
                      <a:pt x="47" y="37"/>
                      <a:pt x="97" y="0"/>
                      <a:pt x="147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7" name="Freeform 3823">
                <a:extLst>
                  <a:ext uri="{FF2B5EF4-FFF2-40B4-BE49-F238E27FC236}">
                    <a16:creationId xmlns:a16="http://schemas.microsoft.com/office/drawing/2014/main" id="{54DCD0B7-AB2C-4F63-BC50-21A6634B1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277"/>
                <a:ext cx="145" cy="35"/>
              </a:xfrm>
              <a:custGeom>
                <a:avLst/>
                <a:gdLst>
                  <a:gd name="T0" fmla="*/ 0 w 142"/>
                  <a:gd name="T1" fmla="*/ 0 h 34"/>
                  <a:gd name="T2" fmla="*/ 83 w 142"/>
                  <a:gd name="T3" fmla="*/ 13 h 34"/>
                  <a:gd name="T4" fmla="*/ 151 w 142"/>
                  <a:gd name="T5" fmla="*/ 3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34">
                    <a:moveTo>
                      <a:pt x="0" y="0"/>
                    </a:moveTo>
                    <a:cubicBezTo>
                      <a:pt x="28" y="0"/>
                      <a:pt x="51" y="1"/>
                      <a:pt x="77" y="13"/>
                    </a:cubicBezTo>
                    <a:cubicBezTo>
                      <a:pt x="98" y="22"/>
                      <a:pt x="119" y="32"/>
                      <a:pt x="142" y="3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8" name="Freeform 3824">
                <a:extLst>
                  <a:ext uri="{FF2B5EF4-FFF2-40B4-BE49-F238E27FC236}">
                    <a16:creationId xmlns:a16="http://schemas.microsoft.com/office/drawing/2014/main" id="{B3EF8976-2832-4607-AEDF-61C2241E1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439"/>
                <a:ext cx="139" cy="65"/>
              </a:xfrm>
              <a:custGeom>
                <a:avLst/>
                <a:gdLst>
                  <a:gd name="T0" fmla="*/ 0 w 136"/>
                  <a:gd name="T1" fmla="*/ 0 h 64"/>
                  <a:gd name="T2" fmla="*/ 98 w 136"/>
                  <a:gd name="T3" fmla="*/ 41 h 64"/>
                  <a:gd name="T4" fmla="*/ 145 w 136"/>
                  <a:gd name="T5" fmla="*/ 67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64">
                    <a:moveTo>
                      <a:pt x="0" y="0"/>
                    </a:moveTo>
                    <a:cubicBezTo>
                      <a:pt x="30" y="14"/>
                      <a:pt x="64" y="21"/>
                      <a:pt x="92" y="38"/>
                    </a:cubicBezTo>
                    <a:cubicBezTo>
                      <a:pt x="106" y="47"/>
                      <a:pt x="120" y="62"/>
                      <a:pt x="136" y="6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9" name="Freeform 3825">
                <a:extLst>
                  <a:ext uri="{FF2B5EF4-FFF2-40B4-BE49-F238E27FC236}">
                    <a16:creationId xmlns:a16="http://schemas.microsoft.com/office/drawing/2014/main" id="{0ADF0AEB-46C1-4475-AA2F-406DEC823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399"/>
                <a:ext cx="179" cy="80"/>
              </a:xfrm>
              <a:custGeom>
                <a:avLst/>
                <a:gdLst>
                  <a:gd name="T0" fmla="*/ 0 w 175"/>
                  <a:gd name="T1" fmla="*/ 73 h 78"/>
                  <a:gd name="T2" fmla="*/ 102 w 175"/>
                  <a:gd name="T3" fmla="*/ 74 h 78"/>
                  <a:gd name="T4" fmla="*/ 187 w 175"/>
                  <a:gd name="T5" fmla="*/ 54 h 78"/>
                  <a:gd name="T6" fmla="*/ 143 w 175"/>
                  <a:gd name="T7" fmla="*/ 30 h 78"/>
                  <a:gd name="T8" fmla="*/ 105 w 175"/>
                  <a:gd name="T9" fmla="*/ 4 h 78"/>
                  <a:gd name="T10" fmla="*/ 59 w 175"/>
                  <a:gd name="T11" fmla="*/ 0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5" h="78">
                    <a:moveTo>
                      <a:pt x="0" y="67"/>
                    </a:moveTo>
                    <a:cubicBezTo>
                      <a:pt x="33" y="78"/>
                      <a:pt x="63" y="75"/>
                      <a:pt x="96" y="68"/>
                    </a:cubicBezTo>
                    <a:cubicBezTo>
                      <a:pt x="119" y="63"/>
                      <a:pt x="155" y="63"/>
                      <a:pt x="175" y="51"/>
                    </a:cubicBezTo>
                    <a:cubicBezTo>
                      <a:pt x="163" y="41"/>
                      <a:pt x="147" y="36"/>
                      <a:pt x="134" y="27"/>
                    </a:cubicBezTo>
                    <a:cubicBezTo>
                      <a:pt x="123" y="19"/>
                      <a:pt x="112" y="9"/>
                      <a:pt x="99" y="4"/>
                    </a:cubicBezTo>
                    <a:cubicBezTo>
                      <a:pt x="86" y="0"/>
                      <a:pt x="70" y="0"/>
                      <a:pt x="5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0" name="Freeform 3826">
                <a:extLst>
                  <a:ext uri="{FF2B5EF4-FFF2-40B4-BE49-F238E27FC236}">
                    <a16:creationId xmlns:a16="http://schemas.microsoft.com/office/drawing/2014/main" id="{79C39CB4-E1A4-4019-808D-CCDCF1CAC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446"/>
                <a:ext cx="57" cy="6"/>
              </a:xfrm>
              <a:custGeom>
                <a:avLst/>
                <a:gdLst>
                  <a:gd name="T0" fmla="*/ 0 w 56"/>
                  <a:gd name="T1" fmla="*/ 1 h 6"/>
                  <a:gd name="T2" fmla="*/ 59 w 5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">
                    <a:moveTo>
                      <a:pt x="0" y="1"/>
                    </a:moveTo>
                    <a:cubicBezTo>
                      <a:pt x="13" y="6"/>
                      <a:pt x="45" y="6"/>
                      <a:pt x="56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1" name="Freeform 3827">
                <a:extLst>
                  <a:ext uri="{FF2B5EF4-FFF2-40B4-BE49-F238E27FC236}">
                    <a16:creationId xmlns:a16="http://schemas.microsoft.com/office/drawing/2014/main" id="{5B64E6B4-F028-4BE5-9F12-3909BA1CF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130"/>
                <a:ext cx="88" cy="115"/>
              </a:xfrm>
              <a:custGeom>
                <a:avLst/>
                <a:gdLst>
                  <a:gd name="T0" fmla="*/ 0 w 86"/>
                  <a:gd name="T1" fmla="*/ 119 h 113"/>
                  <a:gd name="T2" fmla="*/ 28 w 86"/>
                  <a:gd name="T3" fmla="*/ 103 h 113"/>
                  <a:gd name="T4" fmla="*/ 49 w 86"/>
                  <a:gd name="T5" fmla="*/ 91 h 113"/>
                  <a:gd name="T6" fmla="*/ 81 w 86"/>
                  <a:gd name="T7" fmla="*/ 60 h 113"/>
                  <a:gd name="T8" fmla="*/ 84 w 86"/>
                  <a:gd name="T9" fmla="*/ 0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13">
                    <a:moveTo>
                      <a:pt x="0" y="113"/>
                    </a:moveTo>
                    <a:cubicBezTo>
                      <a:pt x="9" y="112"/>
                      <a:pt x="17" y="103"/>
                      <a:pt x="25" y="97"/>
                    </a:cubicBezTo>
                    <a:cubicBezTo>
                      <a:pt x="31" y="93"/>
                      <a:pt x="39" y="89"/>
                      <a:pt x="46" y="85"/>
                    </a:cubicBezTo>
                    <a:cubicBezTo>
                      <a:pt x="58" y="77"/>
                      <a:pt x="66" y="68"/>
                      <a:pt x="75" y="57"/>
                    </a:cubicBezTo>
                    <a:cubicBezTo>
                      <a:pt x="86" y="43"/>
                      <a:pt x="85" y="16"/>
                      <a:pt x="7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2" name="Freeform 3828">
                <a:extLst>
                  <a:ext uri="{FF2B5EF4-FFF2-40B4-BE49-F238E27FC236}">
                    <a16:creationId xmlns:a16="http://schemas.microsoft.com/office/drawing/2014/main" id="{F503DC55-81B8-4067-9159-DAC58A442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384"/>
                <a:ext cx="93" cy="63"/>
              </a:xfrm>
              <a:custGeom>
                <a:avLst/>
                <a:gdLst>
                  <a:gd name="T0" fmla="*/ 0 w 91"/>
                  <a:gd name="T1" fmla="*/ 65 h 62"/>
                  <a:gd name="T2" fmla="*/ 16 w 91"/>
                  <a:gd name="T3" fmla="*/ 53 h 62"/>
                  <a:gd name="T4" fmla="*/ 44 w 91"/>
                  <a:gd name="T5" fmla="*/ 29 h 62"/>
                  <a:gd name="T6" fmla="*/ 77 w 91"/>
                  <a:gd name="T7" fmla="*/ 6 h 62"/>
                  <a:gd name="T8" fmla="*/ 93 w 91"/>
                  <a:gd name="T9" fmla="*/ 5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2">
                    <a:moveTo>
                      <a:pt x="0" y="62"/>
                    </a:moveTo>
                    <a:cubicBezTo>
                      <a:pt x="0" y="56"/>
                      <a:pt x="11" y="53"/>
                      <a:pt x="16" y="50"/>
                    </a:cubicBezTo>
                    <a:cubicBezTo>
                      <a:pt x="25" y="44"/>
                      <a:pt x="32" y="36"/>
                      <a:pt x="41" y="29"/>
                    </a:cubicBezTo>
                    <a:cubicBezTo>
                      <a:pt x="49" y="22"/>
                      <a:pt x="61" y="9"/>
                      <a:pt x="71" y="6"/>
                    </a:cubicBezTo>
                    <a:cubicBezTo>
                      <a:pt x="88" y="0"/>
                      <a:pt x="91" y="35"/>
                      <a:pt x="87" y="4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3" name="Freeform 3829">
                <a:extLst>
                  <a:ext uri="{FF2B5EF4-FFF2-40B4-BE49-F238E27FC236}">
                    <a16:creationId xmlns:a16="http://schemas.microsoft.com/office/drawing/2014/main" id="{DD3A1C92-C09F-4CC4-A2FE-55DC40C0B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327"/>
                <a:ext cx="81" cy="66"/>
              </a:xfrm>
              <a:custGeom>
                <a:avLst/>
                <a:gdLst>
                  <a:gd name="T0" fmla="*/ 0 w 80"/>
                  <a:gd name="T1" fmla="*/ 44 h 65"/>
                  <a:gd name="T2" fmla="*/ 29 w 80"/>
                  <a:gd name="T3" fmla="*/ 26 h 65"/>
                  <a:gd name="T4" fmla="*/ 51 w 80"/>
                  <a:gd name="T5" fmla="*/ 16 h 65"/>
                  <a:gd name="T6" fmla="*/ 73 w 80"/>
                  <a:gd name="T7" fmla="*/ 15 h 65"/>
                  <a:gd name="T8" fmla="*/ 66 w 80"/>
                  <a:gd name="T9" fmla="*/ 68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65">
                    <a:moveTo>
                      <a:pt x="0" y="41"/>
                    </a:moveTo>
                    <a:cubicBezTo>
                      <a:pt x="3" y="36"/>
                      <a:pt x="21" y="30"/>
                      <a:pt x="29" y="26"/>
                    </a:cubicBezTo>
                    <a:cubicBezTo>
                      <a:pt x="36" y="23"/>
                      <a:pt x="42" y="20"/>
                      <a:pt x="48" y="16"/>
                    </a:cubicBezTo>
                    <a:cubicBezTo>
                      <a:pt x="58" y="10"/>
                      <a:pt x="65" y="0"/>
                      <a:pt x="70" y="15"/>
                    </a:cubicBezTo>
                    <a:cubicBezTo>
                      <a:pt x="75" y="29"/>
                      <a:pt x="80" y="58"/>
                      <a:pt x="63" y="6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4" name="Freeform 3830">
                <a:extLst>
                  <a:ext uri="{FF2B5EF4-FFF2-40B4-BE49-F238E27FC236}">
                    <a16:creationId xmlns:a16="http://schemas.microsoft.com/office/drawing/2014/main" id="{71022DD6-69A6-4F5A-80D5-8F94D62FC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284"/>
                <a:ext cx="73" cy="51"/>
              </a:xfrm>
              <a:custGeom>
                <a:avLst/>
                <a:gdLst>
                  <a:gd name="T0" fmla="*/ 64 w 72"/>
                  <a:gd name="T1" fmla="*/ 53 h 50"/>
                  <a:gd name="T2" fmla="*/ 72 w 72"/>
                  <a:gd name="T3" fmla="*/ 17 h 50"/>
                  <a:gd name="T4" fmla="*/ 53 w 72"/>
                  <a:gd name="T5" fmla="*/ 6 h 50"/>
                  <a:gd name="T6" fmla="*/ 0 w 72"/>
                  <a:gd name="T7" fmla="*/ 29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50">
                    <a:moveTo>
                      <a:pt x="61" y="50"/>
                    </a:moveTo>
                    <a:cubicBezTo>
                      <a:pt x="72" y="43"/>
                      <a:pt x="72" y="28"/>
                      <a:pt x="69" y="17"/>
                    </a:cubicBezTo>
                    <a:cubicBezTo>
                      <a:pt x="65" y="2"/>
                      <a:pt x="62" y="0"/>
                      <a:pt x="50" y="6"/>
                    </a:cubicBezTo>
                    <a:cubicBezTo>
                      <a:pt x="34" y="14"/>
                      <a:pt x="15" y="15"/>
                      <a:pt x="0" y="2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5" name="Freeform 3831">
                <a:extLst>
                  <a:ext uri="{FF2B5EF4-FFF2-40B4-BE49-F238E27FC236}">
                    <a16:creationId xmlns:a16="http://schemas.microsoft.com/office/drawing/2014/main" id="{985183FF-3A12-4D97-804A-5BB5B32CB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177"/>
                <a:ext cx="29" cy="111"/>
              </a:xfrm>
              <a:custGeom>
                <a:avLst/>
                <a:gdLst>
                  <a:gd name="T0" fmla="*/ 0 w 28"/>
                  <a:gd name="T1" fmla="*/ 115 h 109"/>
                  <a:gd name="T2" fmla="*/ 24 w 28"/>
                  <a:gd name="T3" fmla="*/ 93 h 109"/>
                  <a:gd name="T4" fmla="*/ 26 w 28"/>
                  <a:gd name="T5" fmla="*/ 53 h 109"/>
                  <a:gd name="T6" fmla="*/ 11 w 28"/>
                  <a:gd name="T7" fmla="*/ 17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9">
                    <a:moveTo>
                      <a:pt x="0" y="109"/>
                    </a:moveTo>
                    <a:cubicBezTo>
                      <a:pt x="9" y="102"/>
                      <a:pt x="18" y="101"/>
                      <a:pt x="21" y="87"/>
                    </a:cubicBezTo>
                    <a:cubicBezTo>
                      <a:pt x="23" y="76"/>
                      <a:pt x="22" y="62"/>
                      <a:pt x="23" y="50"/>
                    </a:cubicBezTo>
                    <a:cubicBezTo>
                      <a:pt x="23" y="45"/>
                      <a:pt x="28" y="0"/>
                      <a:pt x="11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6" name="Freeform 3832">
                <a:extLst>
                  <a:ext uri="{FF2B5EF4-FFF2-40B4-BE49-F238E27FC236}">
                    <a16:creationId xmlns:a16="http://schemas.microsoft.com/office/drawing/2014/main" id="{1BBEE063-E74E-4380-B7A8-967CE72D5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076"/>
                <a:ext cx="84" cy="167"/>
              </a:xfrm>
              <a:custGeom>
                <a:avLst/>
                <a:gdLst>
                  <a:gd name="T0" fmla="*/ 0 w 82"/>
                  <a:gd name="T1" fmla="*/ 156 h 164"/>
                  <a:gd name="T2" fmla="*/ 4 w 82"/>
                  <a:gd name="T3" fmla="*/ 173 h 164"/>
                  <a:gd name="T4" fmla="*/ 60 w 82"/>
                  <a:gd name="T5" fmla="*/ 123 h 164"/>
                  <a:gd name="T6" fmla="*/ 81 w 82"/>
                  <a:gd name="T7" fmla="*/ 77 h 164"/>
                  <a:gd name="T8" fmla="*/ 53 w 82"/>
                  <a:gd name="T9" fmla="*/ 9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164">
                    <a:moveTo>
                      <a:pt x="0" y="147"/>
                    </a:moveTo>
                    <a:cubicBezTo>
                      <a:pt x="1" y="152"/>
                      <a:pt x="1" y="159"/>
                      <a:pt x="4" y="164"/>
                    </a:cubicBezTo>
                    <a:cubicBezTo>
                      <a:pt x="24" y="160"/>
                      <a:pt x="43" y="131"/>
                      <a:pt x="57" y="117"/>
                    </a:cubicBezTo>
                    <a:cubicBezTo>
                      <a:pt x="70" y="102"/>
                      <a:pt x="76" y="94"/>
                      <a:pt x="75" y="74"/>
                    </a:cubicBezTo>
                    <a:cubicBezTo>
                      <a:pt x="75" y="54"/>
                      <a:pt x="82" y="0"/>
                      <a:pt x="50" y="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7" name="Freeform 3833">
                <a:extLst>
                  <a:ext uri="{FF2B5EF4-FFF2-40B4-BE49-F238E27FC236}">
                    <a16:creationId xmlns:a16="http://schemas.microsoft.com/office/drawing/2014/main" id="{7B25EB45-2143-4F94-B8A3-A13357B20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240"/>
                <a:ext cx="15" cy="24"/>
              </a:xfrm>
              <a:custGeom>
                <a:avLst/>
                <a:gdLst>
                  <a:gd name="T0" fmla="*/ 17 w 14"/>
                  <a:gd name="T1" fmla="*/ 0 h 23"/>
                  <a:gd name="T2" fmla="*/ 3 w 14"/>
                  <a:gd name="T3" fmla="*/ 16 h 23"/>
                  <a:gd name="T4" fmla="*/ 0 w 14"/>
                  <a:gd name="T5" fmla="*/ 2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3">
                    <a:moveTo>
                      <a:pt x="14" y="0"/>
                    </a:moveTo>
                    <a:cubicBezTo>
                      <a:pt x="10" y="4"/>
                      <a:pt x="5" y="7"/>
                      <a:pt x="3" y="13"/>
                    </a:cubicBezTo>
                    <a:cubicBezTo>
                      <a:pt x="1" y="16"/>
                      <a:pt x="1" y="20"/>
                      <a:pt x="0" y="2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8" name="Freeform 3834">
                <a:extLst>
                  <a:ext uri="{FF2B5EF4-FFF2-40B4-BE49-F238E27FC236}">
                    <a16:creationId xmlns:a16="http://schemas.microsoft.com/office/drawing/2014/main" id="{E36B3C66-016C-427B-8ECB-A9B1139D6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280"/>
                <a:ext cx="5" cy="17"/>
              </a:xfrm>
              <a:custGeom>
                <a:avLst/>
                <a:gdLst>
                  <a:gd name="T0" fmla="*/ 5 w 5"/>
                  <a:gd name="T1" fmla="*/ 0 h 17"/>
                  <a:gd name="T2" fmla="*/ 0 w 5"/>
                  <a:gd name="T3" fmla="*/ 1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2" y="3"/>
                      <a:pt x="0" y="13"/>
                      <a:pt x="0" y="1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9" name="Freeform 3835">
                <a:extLst>
                  <a:ext uri="{FF2B5EF4-FFF2-40B4-BE49-F238E27FC236}">
                    <a16:creationId xmlns:a16="http://schemas.microsoft.com/office/drawing/2014/main" id="{D10BB857-D45C-4E58-AE9C-22A8ABA88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327"/>
                <a:ext cx="1" cy="13"/>
              </a:xfrm>
              <a:custGeom>
                <a:avLst/>
                <a:gdLst>
                  <a:gd name="T0" fmla="*/ 1 w 1"/>
                  <a:gd name="T1" fmla="*/ 0 h 13"/>
                  <a:gd name="T2" fmla="*/ 1 w 1"/>
                  <a:gd name="T3" fmla="*/ 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1" y="0"/>
                    </a:moveTo>
                    <a:cubicBezTo>
                      <a:pt x="0" y="6"/>
                      <a:pt x="1" y="10"/>
                      <a:pt x="1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50" name="Freeform 3836">
                <a:extLst>
                  <a:ext uri="{FF2B5EF4-FFF2-40B4-BE49-F238E27FC236}">
                    <a16:creationId xmlns:a16="http://schemas.microsoft.com/office/drawing/2014/main" id="{89C78B88-4B42-4D1A-A160-DC0653715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378"/>
                <a:ext cx="4" cy="11"/>
              </a:xfrm>
              <a:custGeom>
                <a:avLst/>
                <a:gdLst>
                  <a:gd name="T0" fmla="*/ 0 w 4"/>
                  <a:gd name="T1" fmla="*/ 0 h 11"/>
                  <a:gd name="T2" fmla="*/ 4 w 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4"/>
                      <a:pt x="2" y="8"/>
                      <a:pt x="4" y="1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51" name="Freeform 3837">
                <a:extLst>
                  <a:ext uri="{FF2B5EF4-FFF2-40B4-BE49-F238E27FC236}">
                    <a16:creationId xmlns:a16="http://schemas.microsoft.com/office/drawing/2014/main" id="{94602EAA-8A28-4357-8676-73361ABE8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282"/>
                <a:ext cx="96" cy="86"/>
              </a:xfrm>
              <a:custGeom>
                <a:avLst/>
                <a:gdLst>
                  <a:gd name="T0" fmla="*/ 91 w 94"/>
                  <a:gd name="T1" fmla="*/ 90 h 84"/>
                  <a:gd name="T2" fmla="*/ 98 w 94"/>
                  <a:gd name="T3" fmla="*/ 57 h 84"/>
                  <a:gd name="T4" fmla="*/ 98 w 94"/>
                  <a:gd name="T5" fmla="*/ 17 h 84"/>
                  <a:gd name="T6" fmla="*/ 93 w 94"/>
                  <a:gd name="T7" fmla="*/ 3 h 84"/>
                  <a:gd name="T8" fmla="*/ 65 w 94"/>
                  <a:gd name="T9" fmla="*/ 15 h 84"/>
                  <a:gd name="T10" fmla="*/ 27 w 94"/>
                  <a:gd name="T11" fmla="*/ 55 h 84"/>
                  <a:gd name="T12" fmla="*/ 0 w 94"/>
                  <a:gd name="T13" fmla="*/ 73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84">
                    <a:moveTo>
                      <a:pt x="85" y="84"/>
                    </a:moveTo>
                    <a:cubicBezTo>
                      <a:pt x="91" y="78"/>
                      <a:pt x="91" y="63"/>
                      <a:pt x="92" y="54"/>
                    </a:cubicBezTo>
                    <a:cubicBezTo>
                      <a:pt x="93" y="42"/>
                      <a:pt x="94" y="29"/>
                      <a:pt x="92" y="17"/>
                    </a:cubicBezTo>
                    <a:cubicBezTo>
                      <a:pt x="92" y="13"/>
                      <a:pt x="91" y="5"/>
                      <a:pt x="87" y="3"/>
                    </a:cubicBezTo>
                    <a:cubicBezTo>
                      <a:pt x="81" y="0"/>
                      <a:pt x="66" y="11"/>
                      <a:pt x="62" y="15"/>
                    </a:cubicBezTo>
                    <a:cubicBezTo>
                      <a:pt x="48" y="26"/>
                      <a:pt x="36" y="40"/>
                      <a:pt x="24" y="52"/>
                    </a:cubicBezTo>
                    <a:cubicBezTo>
                      <a:pt x="21" y="56"/>
                      <a:pt x="4" y="76"/>
                      <a:pt x="0" y="6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4" name="Freeform 3838">
                <a:extLst>
                  <a:ext uri="{FF2B5EF4-FFF2-40B4-BE49-F238E27FC236}">
                    <a16:creationId xmlns:a16="http://schemas.microsoft.com/office/drawing/2014/main" id="{3CAE7CCB-E37B-4CDC-B7BA-CB3D45892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21"/>
                <a:ext cx="7" cy="3"/>
              </a:xfrm>
              <a:custGeom>
                <a:avLst/>
                <a:gdLst>
                  <a:gd name="T0" fmla="*/ 0 w 7"/>
                  <a:gd name="T1" fmla="*/ 0 h 3"/>
                  <a:gd name="T2" fmla="*/ 7 w 7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1" y="3"/>
                      <a:pt x="5" y="3"/>
                      <a:pt x="7" y="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5" name="Freeform 3839">
                <a:extLst>
                  <a:ext uri="{FF2B5EF4-FFF2-40B4-BE49-F238E27FC236}">
                    <a16:creationId xmlns:a16="http://schemas.microsoft.com/office/drawing/2014/main" id="{85C9428E-7F7F-4008-BD51-51FC75076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352"/>
                <a:ext cx="6" cy="12"/>
              </a:xfrm>
              <a:custGeom>
                <a:avLst/>
                <a:gdLst>
                  <a:gd name="T0" fmla="*/ 6 w 6"/>
                  <a:gd name="T1" fmla="*/ 0 h 11"/>
                  <a:gd name="T2" fmla="*/ 0 w 6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3" y="3"/>
                      <a:pt x="1" y="7"/>
                      <a:pt x="0" y="1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6" name="Freeform 3840">
                <a:extLst>
                  <a:ext uri="{FF2B5EF4-FFF2-40B4-BE49-F238E27FC236}">
                    <a16:creationId xmlns:a16="http://schemas.microsoft.com/office/drawing/2014/main" id="{140BB546-7E1A-49B6-931F-56CC77FDA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183"/>
                <a:ext cx="16" cy="103"/>
              </a:xfrm>
              <a:custGeom>
                <a:avLst/>
                <a:gdLst>
                  <a:gd name="T0" fmla="*/ 0 w 16"/>
                  <a:gd name="T1" fmla="*/ 0 h 101"/>
                  <a:gd name="T2" fmla="*/ 14 w 16"/>
                  <a:gd name="T3" fmla="*/ 13 h 101"/>
                  <a:gd name="T4" fmla="*/ 14 w 16"/>
                  <a:gd name="T5" fmla="*/ 55 h 101"/>
                  <a:gd name="T6" fmla="*/ 6 w 16"/>
                  <a:gd name="T7" fmla="*/ 107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1">
                    <a:moveTo>
                      <a:pt x="0" y="0"/>
                    </a:moveTo>
                    <a:cubicBezTo>
                      <a:pt x="9" y="3"/>
                      <a:pt x="12" y="2"/>
                      <a:pt x="14" y="13"/>
                    </a:cubicBezTo>
                    <a:cubicBezTo>
                      <a:pt x="16" y="26"/>
                      <a:pt x="15" y="39"/>
                      <a:pt x="14" y="52"/>
                    </a:cubicBezTo>
                    <a:cubicBezTo>
                      <a:pt x="14" y="59"/>
                      <a:pt x="15" y="100"/>
                      <a:pt x="6" y="10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7" name="Freeform 3841">
                <a:extLst>
                  <a:ext uri="{FF2B5EF4-FFF2-40B4-BE49-F238E27FC236}">
                    <a16:creationId xmlns:a16="http://schemas.microsoft.com/office/drawing/2014/main" id="{2A49F834-BD3F-48CF-9A1E-F1B6AF83E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067"/>
                <a:ext cx="7" cy="25"/>
              </a:xfrm>
              <a:custGeom>
                <a:avLst/>
                <a:gdLst>
                  <a:gd name="T0" fmla="*/ 7 w 7"/>
                  <a:gd name="T1" fmla="*/ 0 h 25"/>
                  <a:gd name="T2" fmla="*/ 2 w 7"/>
                  <a:gd name="T3" fmla="*/ 25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2" y="5"/>
                      <a:pt x="0" y="17"/>
                      <a:pt x="2" y="2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8" name="Freeform 3842">
                <a:extLst>
                  <a:ext uri="{FF2B5EF4-FFF2-40B4-BE49-F238E27FC236}">
                    <a16:creationId xmlns:a16="http://schemas.microsoft.com/office/drawing/2014/main" id="{B59B50F0-31A3-4A97-A428-53EBF2652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018"/>
                <a:ext cx="83" cy="123"/>
              </a:xfrm>
              <a:custGeom>
                <a:avLst/>
                <a:gdLst>
                  <a:gd name="T0" fmla="*/ 0 w 81"/>
                  <a:gd name="T1" fmla="*/ 117 h 121"/>
                  <a:gd name="T2" fmla="*/ 16 w 81"/>
                  <a:gd name="T3" fmla="*/ 112 h 121"/>
                  <a:gd name="T4" fmla="*/ 42 w 81"/>
                  <a:gd name="T5" fmla="*/ 90 h 121"/>
                  <a:gd name="T6" fmla="*/ 81 w 81"/>
                  <a:gd name="T7" fmla="*/ 59 h 121"/>
                  <a:gd name="T8" fmla="*/ 79 w 81"/>
                  <a:gd name="T9" fmla="*/ 13 h 121"/>
                  <a:gd name="T10" fmla="*/ 65 w 81"/>
                  <a:gd name="T11" fmla="*/ 0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121">
                    <a:moveTo>
                      <a:pt x="0" y="111"/>
                    </a:moveTo>
                    <a:cubicBezTo>
                      <a:pt x="4" y="121"/>
                      <a:pt x="12" y="110"/>
                      <a:pt x="16" y="106"/>
                    </a:cubicBezTo>
                    <a:cubicBezTo>
                      <a:pt x="23" y="99"/>
                      <a:pt x="31" y="93"/>
                      <a:pt x="39" y="87"/>
                    </a:cubicBezTo>
                    <a:cubicBezTo>
                      <a:pt x="51" y="78"/>
                      <a:pt x="68" y="70"/>
                      <a:pt x="75" y="56"/>
                    </a:cubicBezTo>
                    <a:cubicBezTo>
                      <a:pt x="81" y="44"/>
                      <a:pt x="75" y="25"/>
                      <a:pt x="73" y="13"/>
                    </a:cubicBezTo>
                    <a:cubicBezTo>
                      <a:pt x="72" y="6"/>
                      <a:pt x="68" y="1"/>
                      <a:pt x="6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9" name="Freeform 3843">
                <a:extLst>
                  <a:ext uri="{FF2B5EF4-FFF2-40B4-BE49-F238E27FC236}">
                    <a16:creationId xmlns:a16="http://schemas.microsoft.com/office/drawing/2014/main" id="{1A9895F6-E5F5-46F1-9413-733B826EC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125"/>
                <a:ext cx="83" cy="148"/>
              </a:xfrm>
              <a:custGeom>
                <a:avLst/>
                <a:gdLst>
                  <a:gd name="T0" fmla="*/ 5 w 81"/>
                  <a:gd name="T1" fmla="*/ 71 h 145"/>
                  <a:gd name="T2" fmla="*/ 32 w 81"/>
                  <a:gd name="T3" fmla="*/ 44 h 145"/>
                  <a:gd name="T4" fmla="*/ 57 w 81"/>
                  <a:gd name="T5" fmla="*/ 18 h 145"/>
                  <a:gd name="T6" fmla="*/ 82 w 81"/>
                  <a:gd name="T7" fmla="*/ 18 h 145"/>
                  <a:gd name="T8" fmla="*/ 84 w 81"/>
                  <a:gd name="T9" fmla="*/ 83 h 145"/>
                  <a:gd name="T10" fmla="*/ 76 w 81"/>
                  <a:gd name="T11" fmla="*/ 113 h 145"/>
                  <a:gd name="T12" fmla="*/ 49 w 81"/>
                  <a:gd name="T13" fmla="*/ 125 h 145"/>
                  <a:gd name="T14" fmla="*/ 27 w 81"/>
                  <a:gd name="T15" fmla="*/ 143 h 145"/>
                  <a:gd name="T16" fmla="*/ 8 w 81"/>
                  <a:gd name="T17" fmla="*/ 154 h 145"/>
                  <a:gd name="T18" fmla="*/ 4 w 81"/>
                  <a:gd name="T19" fmla="*/ 154 h 1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45">
                    <a:moveTo>
                      <a:pt x="5" y="68"/>
                    </a:moveTo>
                    <a:cubicBezTo>
                      <a:pt x="0" y="55"/>
                      <a:pt x="21" y="48"/>
                      <a:pt x="29" y="41"/>
                    </a:cubicBezTo>
                    <a:cubicBezTo>
                      <a:pt x="38" y="33"/>
                      <a:pt x="46" y="26"/>
                      <a:pt x="54" y="18"/>
                    </a:cubicBezTo>
                    <a:cubicBezTo>
                      <a:pt x="62" y="9"/>
                      <a:pt x="72" y="0"/>
                      <a:pt x="76" y="18"/>
                    </a:cubicBezTo>
                    <a:cubicBezTo>
                      <a:pt x="81" y="37"/>
                      <a:pt x="78" y="58"/>
                      <a:pt x="78" y="77"/>
                    </a:cubicBezTo>
                    <a:cubicBezTo>
                      <a:pt x="78" y="87"/>
                      <a:pt x="79" y="100"/>
                      <a:pt x="70" y="107"/>
                    </a:cubicBezTo>
                    <a:cubicBezTo>
                      <a:pt x="63" y="112"/>
                      <a:pt x="53" y="113"/>
                      <a:pt x="46" y="118"/>
                    </a:cubicBezTo>
                    <a:cubicBezTo>
                      <a:pt x="39" y="123"/>
                      <a:pt x="32" y="129"/>
                      <a:pt x="24" y="134"/>
                    </a:cubicBezTo>
                    <a:cubicBezTo>
                      <a:pt x="19" y="138"/>
                      <a:pt x="12" y="141"/>
                      <a:pt x="8" y="145"/>
                    </a:cubicBezTo>
                    <a:cubicBezTo>
                      <a:pt x="7" y="145"/>
                      <a:pt x="4" y="145"/>
                      <a:pt x="4" y="14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0" name="Freeform 3844">
                <a:extLst>
                  <a:ext uri="{FF2B5EF4-FFF2-40B4-BE49-F238E27FC236}">
                    <a16:creationId xmlns:a16="http://schemas.microsoft.com/office/drawing/2014/main" id="{BD4BD8BC-F326-40FE-87B6-74C2F5E9E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136"/>
                <a:ext cx="6" cy="9"/>
              </a:xfrm>
              <a:custGeom>
                <a:avLst/>
                <a:gdLst>
                  <a:gd name="T0" fmla="*/ 6 w 6"/>
                  <a:gd name="T1" fmla="*/ 0 h 9"/>
                  <a:gd name="T2" fmla="*/ 0 w 6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3" y="2"/>
                      <a:pt x="1" y="5"/>
                      <a:pt x="0" y="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1" name="Freeform 3845">
                <a:extLst>
                  <a:ext uri="{FF2B5EF4-FFF2-40B4-BE49-F238E27FC236}">
                    <a16:creationId xmlns:a16="http://schemas.microsoft.com/office/drawing/2014/main" id="{DC59C202-AA63-4949-9F2F-016AB7B12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172"/>
                <a:ext cx="8" cy="14"/>
              </a:xfrm>
              <a:custGeom>
                <a:avLst/>
                <a:gdLst>
                  <a:gd name="T0" fmla="*/ 0 w 8"/>
                  <a:gd name="T1" fmla="*/ 0 h 14"/>
                  <a:gd name="T2" fmla="*/ 8 w 8"/>
                  <a:gd name="T3" fmla="*/ 1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0" y="6"/>
                      <a:pt x="4" y="11"/>
                      <a:pt x="8" y="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2" name="Freeform 3846">
                <a:extLst>
                  <a:ext uri="{FF2B5EF4-FFF2-40B4-BE49-F238E27FC236}">
                    <a16:creationId xmlns:a16="http://schemas.microsoft.com/office/drawing/2014/main" id="{17AA8E11-E61D-4664-9CAB-5D177CE55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083"/>
                <a:ext cx="16" cy="51"/>
              </a:xfrm>
              <a:custGeom>
                <a:avLst/>
                <a:gdLst>
                  <a:gd name="T0" fmla="*/ 0 w 15"/>
                  <a:gd name="T1" fmla="*/ 5 h 50"/>
                  <a:gd name="T2" fmla="*/ 13 w 15"/>
                  <a:gd name="T3" fmla="*/ 29 h 50"/>
                  <a:gd name="T4" fmla="*/ 6 w 15"/>
                  <a:gd name="T5" fmla="*/ 5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0">
                    <a:moveTo>
                      <a:pt x="0" y="5"/>
                    </a:moveTo>
                    <a:cubicBezTo>
                      <a:pt x="10" y="0"/>
                      <a:pt x="10" y="19"/>
                      <a:pt x="10" y="26"/>
                    </a:cubicBezTo>
                    <a:cubicBezTo>
                      <a:pt x="10" y="31"/>
                      <a:pt x="15" y="49"/>
                      <a:pt x="6" y="5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3" name="Freeform 3847">
                <a:extLst>
                  <a:ext uri="{FF2B5EF4-FFF2-40B4-BE49-F238E27FC236}">
                    <a16:creationId xmlns:a16="http://schemas.microsoft.com/office/drawing/2014/main" id="{E6532BD6-58CA-43CD-A590-1D0B30B07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233"/>
                <a:ext cx="30" cy="53"/>
              </a:xfrm>
              <a:custGeom>
                <a:avLst/>
                <a:gdLst>
                  <a:gd name="T0" fmla="*/ 0 w 29"/>
                  <a:gd name="T1" fmla="*/ 4 h 52"/>
                  <a:gd name="T2" fmla="*/ 12 w 29"/>
                  <a:gd name="T3" fmla="*/ 4 h 52"/>
                  <a:gd name="T4" fmla="*/ 26 w 29"/>
                  <a:gd name="T5" fmla="*/ 22 h 52"/>
                  <a:gd name="T6" fmla="*/ 24 w 29"/>
                  <a:gd name="T7" fmla="*/ 55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0" y="4"/>
                    </a:moveTo>
                    <a:cubicBezTo>
                      <a:pt x="2" y="0"/>
                      <a:pt x="9" y="1"/>
                      <a:pt x="12" y="4"/>
                    </a:cubicBezTo>
                    <a:cubicBezTo>
                      <a:pt x="16" y="8"/>
                      <a:pt x="21" y="17"/>
                      <a:pt x="23" y="22"/>
                    </a:cubicBezTo>
                    <a:cubicBezTo>
                      <a:pt x="26" y="30"/>
                      <a:pt x="29" y="46"/>
                      <a:pt x="21" y="5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4" name="Freeform 3848">
                <a:extLst>
                  <a:ext uri="{FF2B5EF4-FFF2-40B4-BE49-F238E27FC236}">
                    <a16:creationId xmlns:a16="http://schemas.microsoft.com/office/drawing/2014/main" id="{99723894-8510-48D1-9855-9FA652AF3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272"/>
                <a:ext cx="6" cy="28"/>
              </a:xfrm>
              <a:custGeom>
                <a:avLst/>
                <a:gdLst>
                  <a:gd name="T0" fmla="*/ 6 w 6"/>
                  <a:gd name="T1" fmla="*/ 0 h 28"/>
                  <a:gd name="T2" fmla="*/ 2 w 6"/>
                  <a:gd name="T3" fmla="*/ 2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8">
                    <a:moveTo>
                      <a:pt x="6" y="0"/>
                    </a:moveTo>
                    <a:cubicBezTo>
                      <a:pt x="1" y="3"/>
                      <a:pt x="0" y="22"/>
                      <a:pt x="2" y="2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5" name="Freeform 3849">
                <a:extLst>
                  <a:ext uri="{FF2B5EF4-FFF2-40B4-BE49-F238E27FC236}">
                    <a16:creationId xmlns:a16="http://schemas.microsoft.com/office/drawing/2014/main" id="{95590549-DE32-494E-9CFD-441D0BD98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344"/>
                <a:ext cx="10" cy="14"/>
              </a:xfrm>
              <a:custGeom>
                <a:avLst/>
                <a:gdLst>
                  <a:gd name="T0" fmla="*/ 0 w 10"/>
                  <a:gd name="T1" fmla="*/ 0 h 14"/>
                  <a:gd name="T2" fmla="*/ 10 w 10"/>
                  <a:gd name="T3" fmla="*/ 1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3" y="4"/>
                      <a:pt x="3" y="14"/>
                      <a:pt x="10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6" name="Freeform 3850">
                <a:extLst>
                  <a:ext uri="{FF2B5EF4-FFF2-40B4-BE49-F238E27FC236}">
                    <a16:creationId xmlns:a16="http://schemas.microsoft.com/office/drawing/2014/main" id="{3B4A42C0-CD03-4825-A7ED-CD65098F0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007"/>
                <a:ext cx="6" cy="18"/>
              </a:xfrm>
              <a:custGeom>
                <a:avLst/>
                <a:gdLst>
                  <a:gd name="T0" fmla="*/ 0 w 5"/>
                  <a:gd name="T1" fmla="*/ 20 h 17"/>
                  <a:gd name="T2" fmla="*/ 8 w 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0" y="17"/>
                    </a:moveTo>
                    <a:cubicBezTo>
                      <a:pt x="0" y="11"/>
                      <a:pt x="1" y="4"/>
                      <a:pt x="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7" name="Freeform 3851">
                <a:extLst>
                  <a:ext uri="{FF2B5EF4-FFF2-40B4-BE49-F238E27FC236}">
                    <a16:creationId xmlns:a16="http://schemas.microsoft.com/office/drawing/2014/main" id="{A8644DB8-7234-4673-9029-ECBC1BBFF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074"/>
                <a:ext cx="8" cy="22"/>
              </a:xfrm>
              <a:custGeom>
                <a:avLst/>
                <a:gdLst>
                  <a:gd name="T0" fmla="*/ 10 w 7"/>
                  <a:gd name="T1" fmla="*/ 0 h 22"/>
                  <a:gd name="T2" fmla="*/ 3 w 7"/>
                  <a:gd name="T3" fmla="*/ 22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4" y="4"/>
                      <a:pt x="0" y="17"/>
                      <a:pt x="3" y="2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8" name="Freeform 3852">
                <a:extLst>
                  <a:ext uri="{FF2B5EF4-FFF2-40B4-BE49-F238E27FC236}">
                    <a16:creationId xmlns:a16="http://schemas.microsoft.com/office/drawing/2014/main" id="{33CB30C6-3815-4AE3-9176-96EC6E11A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1959"/>
                <a:ext cx="75" cy="172"/>
              </a:xfrm>
              <a:custGeom>
                <a:avLst/>
                <a:gdLst>
                  <a:gd name="T0" fmla="*/ 0 w 74"/>
                  <a:gd name="T1" fmla="*/ 154 h 169"/>
                  <a:gd name="T2" fmla="*/ 29 w 74"/>
                  <a:gd name="T3" fmla="*/ 133 h 169"/>
                  <a:gd name="T4" fmla="*/ 68 w 74"/>
                  <a:gd name="T5" fmla="*/ 78 h 169"/>
                  <a:gd name="T6" fmla="*/ 77 w 74"/>
                  <a:gd name="T7" fmla="*/ 53 h 169"/>
                  <a:gd name="T8" fmla="*/ 73 w 74"/>
                  <a:gd name="T9" fmla="*/ 22 h 169"/>
                  <a:gd name="T10" fmla="*/ 57 w 74"/>
                  <a:gd name="T11" fmla="*/ 8 h 1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169">
                    <a:moveTo>
                      <a:pt x="0" y="145"/>
                    </a:moveTo>
                    <a:cubicBezTo>
                      <a:pt x="7" y="169"/>
                      <a:pt x="25" y="134"/>
                      <a:pt x="29" y="127"/>
                    </a:cubicBezTo>
                    <a:cubicBezTo>
                      <a:pt x="39" y="108"/>
                      <a:pt x="47" y="88"/>
                      <a:pt x="65" y="75"/>
                    </a:cubicBezTo>
                    <a:cubicBezTo>
                      <a:pt x="74" y="69"/>
                      <a:pt x="74" y="61"/>
                      <a:pt x="74" y="50"/>
                    </a:cubicBezTo>
                    <a:cubicBezTo>
                      <a:pt x="74" y="40"/>
                      <a:pt x="73" y="31"/>
                      <a:pt x="70" y="22"/>
                    </a:cubicBezTo>
                    <a:cubicBezTo>
                      <a:pt x="69" y="17"/>
                      <a:pt x="62" y="0"/>
                      <a:pt x="54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9" name="Freeform 3853">
                <a:extLst>
                  <a:ext uri="{FF2B5EF4-FFF2-40B4-BE49-F238E27FC236}">
                    <a16:creationId xmlns:a16="http://schemas.microsoft.com/office/drawing/2014/main" id="{01E77C91-67A2-4F75-B0C6-E409AE232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158"/>
                <a:ext cx="81" cy="72"/>
              </a:xfrm>
              <a:custGeom>
                <a:avLst/>
                <a:gdLst>
                  <a:gd name="T0" fmla="*/ 0 w 80"/>
                  <a:gd name="T1" fmla="*/ 59 h 70"/>
                  <a:gd name="T2" fmla="*/ 13 w 80"/>
                  <a:gd name="T3" fmla="*/ 41 h 70"/>
                  <a:gd name="T4" fmla="*/ 43 w 80"/>
                  <a:gd name="T5" fmla="*/ 25 h 70"/>
                  <a:gd name="T6" fmla="*/ 68 w 80"/>
                  <a:gd name="T7" fmla="*/ 13 h 70"/>
                  <a:gd name="T8" fmla="*/ 74 w 80"/>
                  <a:gd name="T9" fmla="*/ 7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70">
                    <a:moveTo>
                      <a:pt x="0" y="53"/>
                    </a:moveTo>
                    <a:cubicBezTo>
                      <a:pt x="0" y="45"/>
                      <a:pt x="7" y="41"/>
                      <a:pt x="13" y="38"/>
                    </a:cubicBezTo>
                    <a:cubicBezTo>
                      <a:pt x="22" y="32"/>
                      <a:pt x="31" y="27"/>
                      <a:pt x="40" y="22"/>
                    </a:cubicBezTo>
                    <a:cubicBezTo>
                      <a:pt x="48" y="16"/>
                      <a:pt x="60" y="0"/>
                      <a:pt x="65" y="13"/>
                    </a:cubicBezTo>
                    <a:cubicBezTo>
                      <a:pt x="73" y="30"/>
                      <a:pt x="80" y="53"/>
                      <a:pt x="71" y="7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0" name="Freeform 3854">
                <a:extLst>
                  <a:ext uri="{FF2B5EF4-FFF2-40B4-BE49-F238E27FC236}">
                    <a16:creationId xmlns:a16="http://schemas.microsoft.com/office/drawing/2014/main" id="{7F8A4470-BCA4-4C35-AF84-C7DB390DA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272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7 w 7"/>
                  <a:gd name="T3" fmla="*/ 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2" y="3"/>
                      <a:pt x="4" y="5"/>
                      <a:pt x="7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1" name="Freeform 3855">
                <a:extLst>
                  <a:ext uri="{FF2B5EF4-FFF2-40B4-BE49-F238E27FC236}">
                    <a16:creationId xmlns:a16="http://schemas.microsoft.com/office/drawing/2014/main" id="{524B67F7-3156-4CA4-9CD0-CE1F06E61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11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0 w 8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cubicBezTo>
                      <a:pt x="5" y="1"/>
                      <a:pt x="0" y="1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2" name="Freeform 3856">
                <a:extLst>
                  <a:ext uri="{FF2B5EF4-FFF2-40B4-BE49-F238E27FC236}">
                    <a16:creationId xmlns:a16="http://schemas.microsoft.com/office/drawing/2014/main" id="{2658FF76-EF48-49E6-8E7E-BE47A2C44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063"/>
                <a:ext cx="39" cy="106"/>
              </a:xfrm>
              <a:custGeom>
                <a:avLst/>
                <a:gdLst>
                  <a:gd name="T0" fmla="*/ 0 w 38"/>
                  <a:gd name="T1" fmla="*/ 12 h 104"/>
                  <a:gd name="T2" fmla="*/ 17 w 38"/>
                  <a:gd name="T3" fmla="*/ 23 h 104"/>
                  <a:gd name="T4" fmla="*/ 25 w 38"/>
                  <a:gd name="T5" fmla="*/ 69 h 104"/>
                  <a:gd name="T6" fmla="*/ 27 w 38"/>
                  <a:gd name="T7" fmla="*/ 110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04">
                    <a:moveTo>
                      <a:pt x="0" y="12"/>
                    </a:moveTo>
                    <a:cubicBezTo>
                      <a:pt x="12" y="0"/>
                      <a:pt x="16" y="9"/>
                      <a:pt x="17" y="23"/>
                    </a:cubicBezTo>
                    <a:cubicBezTo>
                      <a:pt x="19" y="37"/>
                      <a:pt x="19" y="52"/>
                      <a:pt x="22" y="66"/>
                    </a:cubicBezTo>
                    <a:cubicBezTo>
                      <a:pt x="23" y="73"/>
                      <a:pt x="38" y="100"/>
                      <a:pt x="24" y="10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3" name="Freeform 3857">
                <a:extLst>
                  <a:ext uri="{FF2B5EF4-FFF2-40B4-BE49-F238E27FC236}">
                    <a16:creationId xmlns:a16="http://schemas.microsoft.com/office/drawing/2014/main" id="{55D7A604-C4C7-4214-956C-73C2BD737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953"/>
                <a:ext cx="7" cy="16"/>
              </a:xfrm>
              <a:custGeom>
                <a:avLst/>
                <a:gdLst>
                  <a:gd name="T0" fmla="*/ 0 w 7"/>
                  <a:gd name="T1" fmla="*/ 18 h 15"/>
                  <a:gd name="T2" fmla="*/ 7 w 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0" y="15"/>
                    </a:moveTo>
                    <a:cubicBezTo>
                      <a:pt x="3" y="10"/>
                      <a:pt x="1" y="4"/>
                      <a:pt x="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4" name="Freeform 3858">
                <a:extLst>
                  <a:ext uri="{FF2B5EF4-FFF2-40B4-BE49-F238E27FC236}">
                    <a16:creationId xmlns:a16="http://schemas.microsoft.com/office/drawing/2014/main" id="{85B4DFE6-0359-4F53-BE96-FDAA5F1D3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890"/>
                <a:ext cx="100" cy="129"/>
              </a:xfrm>
              <a:custGeom>
                <a:avLst/>
                <a:gdLst>
                  <a:gd name="T0" fmla="*/ 0 w 98"/>
                  <a:gd name="T1" fmla="*/ 116 h 126"/>
                  <a:gd name="T2" fmla="*/ 42 w 98"/>
                  <a:gd name="T3" fmla="*/ 86 h 126"/>
                  <a:gd name="T4" fmla="*/ 89 w 98"/>
                  <a:gd name="T5" fmla="*/ 55 h 126"/>
                  <a:gd name="T6" fmla="*/ 84 w 98"/>
                  <a:gd name="T7" fmla="*/ 2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26">
                    <a:moveTo>
                      <a:pt x="0" y="107"/>
                    </a:moveTo>
                    <a:cubicBezTo>
                      <a:pt x="10" y="126"/>
                      <a:pt x="30" y="87"/>
                      <a:pt x="39" y="80"/>
                    </a:cubicBezTo>
                    <a:cubicBezTo>
                      <a:pt x="51" y="69"/>
                      <a:pt x="73" y="65"/>
                      <a:pt x="83" y="52"/>
                    </a:cubicBezTo>
                    <a:cubicBezTo>
                      <a:pt x="90" y="43"/>
                      <a:pt x="98" y="0"/>
                      <a:pt x="78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5" name="Freeform 3859">
                <a:extLst>
                  <a:ext uri="{FF2B5EF4-FFF2-40B4-BE49-F238E27FC236}">
                    <a16:creationId xmlns:a16="http://schemas.microsoft.com/office/drawing/2014/main" id="{89EB6F6A-D4F4-46BA-9DD2-3E909D958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097"/>
                <a:ext cx="113" cy="85"/>
              </a:xfrm>
              <a:custGeom>
                <a:avLst/>
                <a:gdLst>
                  <a:gd name="T0" fmla="*/ 5 w 111"/>
                  <a:gd name="T1" fmla="*/ 89 h 83"/>
                  <a:gd name="T2" fmla="*/ 35 w 111"/>
                  <a:gd name="T3" fmla="*/ 50 h 83"/>
                  <a:gd name="T4" fmla="*/ 82 w 111"/>
                  <a:gd name="T5" fmla="*/ 14 h 83"/>
                  <a:gd name="T6" fmla="*/ 106 w 111"/>
                  <a:gd name="T7" fmla="*/ 50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1" h="83">
                    <a:moveTo>
                      <a:pt x="5" y="83"/>
                    </a:moveTo>
                    <a:cubicBezTo>
                      <a:pt x="0" y="68"/>
                      <a:pt x="23" y="54"/>
                      <a:pt x="32" y="47"/>
                    </a:cubicBezTo>
                    <a:cubicBezTo>
                      <a:pt x="47" y="36"/>
                      <a:pt x="63" y="24"/>
                      <a:pt x="79" y="14"/>
                    </a:cubicBezTo>
                    <a:cubicBezTo>
                      <a:pt x="100" y="0"/>
                      <a:pt x="111" y="42"/>
                      <a:pt x="100" y="4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6" name="Freeform 3860">
                <a:extLst>
                  <a:ext uri="{FF2B5EF4-FFF2-40B4-BE49-F238E27FC236}">
                    <a16:creationId xmlns:a16="http://schemas.microsoft.com/office/drawing/2014/main" id="{BD0C658F-F59D-4A1D-B725-45D637250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049"/>
                <a:ext cx="9" cy="22"/>
              </a:xfrm>
              <a:custGeom>
                <a:avLst/>
                <a:gdLst>
                  <a:gd name="T0" fmla="*/ 11 w 8"/>
                  <a:gd name="T1" fmla="*/ 0 h 21"/>
                  <a:gd name="T2" fmla="*/ 3 w 8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8" y="0"/>
                    </a:moveTo>
                    <a:cubicBezTo>
                      <a:pt x="3" y="4"/>
                      <a:pt x="0" y="15"/>
                      <a:pt x="3" y="2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7" name="Freeform 3861">
                <a:extLst>
                  <a:ext uri="{FF2B5EF4-FFF2-40B4-BE49-F238E27FC236}">
                    <a16:creationId xmlns:a16="http://schemas.microsoft.com/office/drawing/2014/main" id="{3C1E126A-4A91-46ED-BFDC-E9EDACA9F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970"/>
                <a:ext cx="76" cy="121"/>
              </a:xfrm>
              <a:custGeom>
                <a:avLst/>
                <a:gdLst>
                  <a:gd name="T0" fmla="*/ 52 w 75"/>
                  <a:gd name="T1" fmla="*/ 10 h 119"/>
                  <a:gd name="T2" fmla="*/ 65 w 75"/>
                  <a:gd name="T3" fmla="*/ 13 h 119"/>
                  <a:gd name="T4" fmla="*/ 72 w 75"/>
                  <a:gd name="T5" fmla="*/ 44 h 119"/>
                  <a:gd name="T6" fmla="*/ 74 w 75"/>
                  <a:gd name="T7" fmla="*/ 63 h 119"/>
                  <a:gd name="T8" fmla="*/ 58 w 75"/>
                  <a:gd name="T9" fmla="*/ 78 h 119"/>
                  <a:gd name="T10" fmla="*/ 22 w 75"/>
                  <a:gd name="T11" fmla="*/ 111 h 119"/>
                  <a:gd name="T12" fmla="*/ 1 w 75"/>
                  <a:gd name="T13" fmla="*/ 124 h 119"/>
                  <a:gd name="T14" fmla="*/ 0 w 75"/>
                  <a:gd name="T15" fmla="*/ 121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19">
                    <a:moveTo>
                      <a:pt x="49" y="10"/>
                    </a:moveTo>
                    <a:cubicBezTo>
                      <a:pt x="55" y="0"/>
                      <a:pt x="60" y="5"/>
                      <a:pt x="62" y="13"/>
                    </a:cubicBezTo>
                    <a:cubicBezTo>
                      <a:pt x="64" y="23"/>
                      <a:pt x="66" y="32"/>
                      <a:pt x="69" y="41"/>
                    </a:cubicBezTo>
                    <a:cubicBezTo>
                      <a:pt x="71" y="49"/>
                      <a:pt x="75" y="53"/>
                      <a:pt x="71" y="60"/>
                    </a:cubicBezTo>
                    <a:cubicBezTo>
                      <a:pt x="67" y="66"/>
                      <a:pt x="60" y="71"/>
                      <a:pt x="55" y="75"/>
                    </a:cubicBezTo>
                    <a:cubicBezTo>
                      <a:pt x="43" y="85"/>
                      <a:pt x="32" y="94"/>
                      <a:pt x="22" y="105"/>
                    </a:cubicBezTo>
                    <a:cubicBezTo>
                      <a:pt x="15" y="112"/>
                      <a:pt x="11" y="119"/>
                      <a:pt x="1" y="118"/>
                    </a:cubicBezTo>
                    <a:cubicBezTo>
                      <a:pt x="0" y="117"/>
                      <a:pt x="1" y="116"/>
                      <a:pt x="0" y="1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8" name="Freeform 3862">
                <a:extLst>
                  <a:ext uri="{FF2B5EF4-FFF2-40B4-BE49-F238E27FC236}">
                    <a16:creationId xmlns:a16="http://schemas.microsoft.com/office/drawing/2014/main" id="{77DC2E96-1C27-4B58-8185-A68EC41C6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030"/>
                <a:ext cx="46" cy="78"/>
              </a:xfrm>
              <a:custGeom>
                <a:avLst/>
                <a:gdLst>
                  <a:gd name="T0" fmla="*/ 30 w 45"/>
                  <a:gd name="T1" fmla="*/ 80 h 77"/>
                  <a:gd name="T2" fmla="*/ 26 w 45"/>
                  <a:gd name="T3" fmla="*/ 25 h 77"/>
                  <a:gd name="T4" fmla="*/ 0 w 45"/>
                  <a:gd name="T5" fmla="*/ 2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77">
                    <a:moveTo>
                      <a:pt x="27" y="77"/>
                    </a:moveTo>
                    <a:cubicBezTo>
                      <a:pt x="45" y="74"/>
                      <a:pt x="26" y="34"/>
                      <a:pt x="23" y="25"/>
                    </a:cubicBezTo>
                    <a:cubicBezTo>
                      <a:pt x="19" y="15"/>
                      <a:pt x="14" y="0"/>
                      <a:pt x="0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9" name="Freeform 3863">
                <a:extLst>
                  <a:ext uri="{FF2B5EF4-FFF2-40B4-BE49-F238E27FC236}">
                    <a16:creationId xmlns:a16="http://schemas.microsoft.com/office/drawing/2014/main" id="{80B477D4-8785-4EC0-9088-4B68FC6AF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091"/>
                <a:ext cx="7" cy="24"/>
              </a:xfrm>
              <a:custGeom>
                <a:avLst/>
                <a:gdLst>
                  <a:gd name="T0" fmla="*/ 7 w 7"/>
                  <a:gd name="T1" fmla="*/ 0 h 23"/>
                  <a:gd name="T2" fmla="*/ 0 w 7"/>
                  <a:gd name="T3" fmla="*/ 2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3">
                    <a:moveTo>
                      <a:pt x="7" y="0"/>
                    </a:moveTo>
                    <a:cubicBezTo>
                      <a:pt x="0" y="3"/>
                      <a:pt x="0" y="16"/>
                      <a:pt x="0" y="2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0" name="Freeform 3864">
                <a:extLst>
                  <a:ext uri="{FF2B5EF4-FFF2-40B4-BE49-F238E27FC236}">
                    <a16:creationId xmlns:a16="http://schemas.microsoft.com/office/drawing/2014/main" id="{A299269C-8848-4E78-BC44-F3B246AC5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157"/>
                <a:ext cx="15" cy="12"/>
              </a:xfrm>
              <a:custGeom>
                <a:avLst/>
                <a:gdLst>
                  <a:gd name="T0" fmla="*/ 0 w 15"/>
                  <a:gd name="T1" fmla="*/ 0 h 11"/>
                  <a:gd name="T2" fmla="*/ 15 w 15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0" y="0"/>
                    </a:moveTo>
                    <a:cubicBezTo>
                      <a:pt x="4" y="5"/>
                      <a:pt x="9" y="11"/>
                      <a:pt x="15" y="1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1" name="Freeform 3865">
                <a:extLst>
                  <a:ext uri="{FF2B5EF4-FFF2-40B4-BE49-F238E27FC236}">
                    <a16:creationId xmlns:a16="http://schemas.microsoft.com/office/drawing/2014/main" id="{FAF70287-DCB8-40B7-AE35-3B8C36EE1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1884"/>
                <a:ext cx="2" cy="12"/>
              </a:xfrm>
              <a:custGeom>
                <a:avLst/>
                <a:gdLst>
                  <a:gd name="T0" fmla="*/ 2 w 2"/>
                  <a:gd name="T1" fmla="*/ 0 h 12"/>
                  <a:gd name="T2" fmla="*/ 1 w 2"/>
                  <a:gd name="T3" fmla="*/ 1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1" y="4"/>
                      <a:pt x="0" y="8"/>
                      <a:pt x="1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2" name="Freeform 3866">
                <a:extLst>
                  <a:ext uri="{FF2B5EF4-FFF2-40B4-BE49-F238E27FC236}">
                    <a16:creationId xmlns:a16="http://schemas.microsoft.com/office/drawing/2014/main" id="{24CA57E3-3192-4EBB-BE2F-82CBCAA53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832"/>
                <a:ext cx="94" cy="128"/>
              </a:xfrm>
              <a:custGeom>
                <a:avLst/>
                <a:gdLst>
                  <a:gd name="T0" fmla="*/ 2 w 92"/>
                  <a:gd name="T1" fmla="*/ 90 h 125"/>
                  <a:gd name="T2" fmla="*/ 10 w 92"/>
                  <a:gd name="T3" fmla="*/ 105 h 125"/>
                  <a:gd name="T4" fmla="*/ 22 w 92"/>
                  <a:gd name="T5" fmla="*/ 128 h 125"/>
                  <a:gd name="T6" fmla="*/ 46 w 92"/>
                  <a:gd name="T7" fmla="*/ 121 h 125"/>
                  <a:gd name="T8" fmla="*/ 77 w 92"/>
                  <a:gd name="T9" fmla="*/ 98 h 125"/>
                  <a:gd name="T10" fmla="*/ 87 w 92"/>
                  <a:gd name="T11" fmla="*/ 38 h 125"/>
                  <a:gd name="T12" fmla="*/ 73 w 92"/>
                  <a:gd name="T13" fmla="*/ 1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25">
                    <a:moveTo>
                      <a:pt x="2" y="84"/>
                    </a:moveTo>
                    <a:cubicBezTo>
                      <a:pt x="0" y="90"/>
                      <a:pt x="6" y="95"/>
                      <a:pt x="10" y="99"/>
                    </a:cubicBezTo>
                    <a:cubicBezTo>
                      <a:pt x="14" y="105"/>
                      <a:pt x="17" y="114"/>
                      <a:pt x="22" y="119"/>
                    </a:cubicBezTo>
                    <a:cubicBezTo>
                      <a:pt x="30" y="125"/>
                      <a:pt x="36" y="118"/>
                      <a:pt x="43" y="112"/>
                    </a:cubicBezTo>
                    <a:cubicBezTo>
                      <a:pt x="52" y="105"/>
                      <a:pt x="62" y="99"/>
                      <a:pt x="71" y="92"/>
                    </a:cubicBezTo>
                    <a:cubicBezTo>
                      <a:pt x="92" y="74"/>
                      <a:pt x="86" y="59"/>
                      <a:pt x="81" y="35"/>
                    </a:cubicBezTo>
                    <a:cubicBezTo>
                      <a:pt x="80" y="26"/>
                      <a:pt x="81" y="0"/>
                      <a:pt x="68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3" name="Freeform 3867">
                <a:extLst>
                  <a:ext uri="{FF2B5EF4-FFF2-40B4-BE49-F238E27FC236}">
                    <a16:creationId xmlns:a16="http://schemas.microsoft.com/office/drawing/2014/main" id="{0C4F7287-023F-4409-B836-A75CCEEE5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019"/>
                <a:ext cx="101" cy="64"/>
              </a:xfrm>
              <a:custGeom>
                <a:avLst/>
                <a:gdLst>
                  <a:gd name="T0" fmla="*/ 6 w 99"/>
                  <a:gd name="T1" fmla="*/ 63 h 63"/>
                  <a:gd name="T2" fmla="*/ 43 w 99"/>
                  <a:gd name="T3" fmla="*/ 20 h 63"/>
                  <a:gd name="T4" fmla="*/ 70 w 99"/>
                  <a:gd name="T5" fmla="*/ 3 h 63"/>
                  <a:gd name="T6" fmla="*/ 86 w 99"/>
                  <a:gd name="T7" fmla="*/ 10 h 63"/>
                  <a:gd name="T8" fmla="*/ 92 w 99"/>
                  <a:gd name="T9" fmla="*/ 66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63">
                    <a:moveTo>
                      <a:pt x="6" y="60"/>
                    </a:moveTo>
                    <a:cubicBezTo>
                      <a:pt x="0" y="41"/>
                      <a:pt x="26" y="28"/>
                      <a:pt x="40" y="20"/>
                    </a:cubicBezTo>
                    <a:cubicBezTo>
                      <a:pt x="48" y="15"/>
                      <a:pt x="58" y="7"/>
                      <a:pt x="67" y="3"/>
                    </a:cubicBezTo>
                    <a:cubicBezTo>
                      <a:pt x="74" y="0"/>
                      <a:pt x="76" y="2"/>
                      <a:pt x="80" y="10"/>
                    </a:cubicBezTo>
                    <a:cubicBezTo>
                      <a:pt x="84" y="16"/>
                      <a:pt x="99" y="61"/>
                      <a:pt x="86" y="6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4" name="Freeform 3868">
                <a:extLst>
                  <a:ext uri="{FF2B5EF4-FFF2-40B4-BE49-F238E27FC236}">
                    <a16:creationId xmlns:a16="http://schemas.microsoft.com/office/drawing/2014/main" id="{5E0894B4-16BA-4984-8D6A-7A276EA25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950"/>
                <a:ext cx="63" cy="69"/>
              </a:xfrm>
              <a:custGeom>
                <a:avLst/>
                <a:gdLst>
                  <a:gd name="T0" fmla="*/ 58 w 62"/>
                  <a:gd name="T1" fmla="*/ 0 h 67"/>
                  <a:gd name="T2" fmla="*/ 65 w 62"/>
                  <a:gd name="T3" fmla="*/ 29 h 67"/>
                  <a:gd name="T4" fmla="*/ 47 w 62"/>
                  <a:gd name="T5" fmla="*/ 51 h 67"/>
                  <a:gd name="T6" fmla="*/ 13 w 62"/>
                  <a:gd name="T7" fmla="*/ 69 h 67"/>
                  <a:gd name="T8" fmla="*/ 0 w 62"/>
                  <a:gd name="T9" fmla="*/ 6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7">
                    <a:moveTo>
                      <a:pt x="55" y="0"/>
                    </a:moveTo>
                    <a:cubicBezTo>
                      <a:pt x="58" y="9"/>
                      <a:pt x="62" y="16"/>
                      <a:pt x="62" y="26"/>
                    </a:cubicBezTo>
                    <a:cubicBezTo>
                      <a:pt x="62" y="39"/>
                      <a:pt x="55" y="44"/>
                      <a:pt x="44" y="48"/>
                    </a:cubicBezTo>
                    <a:cubicBezTo>
                      <a:pt x="33" y="52"/>
                      <a:pt x="23" y="58"/>
                      <a:pt x="13" y="63"/>
                    </a:cubicBezTo>
                    <a:cubicBezTo>
                      <a:pt x="9" y="65"/>
                      <a:pt x="2" y="67"/>
                      <a:pt x="0" y="6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5" name="Freeform 3869">
                <a:extLst>
                  <a:ext uri="{FF2B5EF4-FFF2-40B4-BE49-F238E27FC236}">
                    <a16:creationId xmlns:a16="http://schemas.microsoft.com/office/drawing/2014/main" id="{18C811CC-BAFC-44B2-86C4-52506BE65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959"/>
                <a:ext cx="83" cy="69"/>
              </a:xfrm>
              <a:custGeom>
                <a:avLst/>
                <a:gdLst>
                  <a:gd name="T0" fmla="*/ 2 w 81"/>
                  <a:gd name="T1" fmla="*/ 67 h 68"/>
                  <a:gd name="T2" fmla="*/ 4 w 81"/>
                  <a:gd name="T3" fmla="*/ 55 h 68"/>
                  <a:gd name="T4" fmla="*/ 31 w 81"/>
                  <a:gd name="T5" fmla="*/ 29 h 68"/>
                  <a:gd name="T6" fmla="*/ 71 w 81"/>
                  <a:gd name="T7" fmla="*/ 16 h 68"/>
                  <a:gd name="T8" fmla="*/ 77 w 81"/>
                  <a:gd name="T9" fmla="*/ 71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8">
                    <a:moveTo>
                      <a:pt x="2" y="64"/>
                    </a:moveTo>
                    <a:cubicBezTo>
                      <a:pt x="0" y="60"/>
                      <a:pt x="1" y="56"/>
                      <a:pt x="4" y="52"/>
                    </a:cubicBezTo>
                    <a:cubicBezTo>
                      <a:pt x="11" y="44"/>
                      <a:pt x="21" y="37"/>
                      <a:pt x="28" y="29"/>
                    </a:cubicBezTo>
                    <a:cubicBezTo>
                      <a:pt x="37" y="19"/>
                      <a:pt x="55" y="0"/>
                      <a:pt x="65" y="16"/>
                    </a:cubicBezTo>
                    <a:cubicBezTo>
                      <a:pt x="73" y="30"/>
                      <a:pt x="81" y="54"/>
                      <a:pt x="71" y="6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6" name="Freeform 3870">
                <a:extLst>
                  <a:ext uri="{FF2B5EF4-FFF2-40B4-BE49-F238E27FC236}">
                    <a16:creationId xmlns:a16="http://schemas.microsoft.com/office/drawing/2014/main" id="{C973331D-5B2F-446B-8C1B-7B5A549DF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824"/>
                <a:ext cx="6" cy="13"/>
              </a:xfrm>
              <a:custGeom>
                <a:avLst/>
                <a:gdLst>
                  <a:gd name="T0" fmla="*/ 1 w 5"/>
                  <a:gd name="T1" fmla="*/ 13 h 13"/>
                  <a:gd name="T2" fmla="*/ 8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1" y="13"/>
                    </a:moveTo>
                    <a:cubicBezTo>
                      <a:pt x="1" y="9"/>
                      <a:pt x="0" y="3"/>
                      <a:pt x="5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7" name="Freeform 3871">
                <a:extLst>
                  <a:ext uri="{FF2B5EF4-FFF2-40B4-BE49-F238E27FC236}">
                    <a16:creationId xmlns:a16="http://schemas.microsoft.com/office/drawing/2014/main" id="{C7B8D435-EAB9-490F-A527-54EBF1527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770"/>
                <a:ext cx="76" cy="104"/>
              </a:xfrm>
              <a:custGeom>
                <a:avLst/>
                <a:gdLst>
                  <a:gd name="T0" fmla="*/ 1 w 75"/>
                  <a:gd name="T1" fmla="*/ 99 h 102"/>
                  <a:gd name="T2" fmla="*/ 11 w 75"/>
                  <a:gd name="T3" fmla="*/ 107 h 102"/>
                  <a:gd name="T4" fmla="*/ 28 w 75"/>
                  <a:gd name="T5" fmla="*/ 89 h 102"/>
                  <a:gd name="T6" fmla="*/ 69 w 75"/>
                  <a:gd name="T7" fmla="*/ 59 h 102"/>
                  <a:gd name="T8" fmla="*/ 74 w 75"/>
                  <a:gd name="T9" fmla="*/ 42 h 102"/>
                  <a:gd name="T10" fmla="*/ 76 w 75"/>
                  <a:gd name="T11" fmla="*/ 18 h 102"/>
                  <a:gd name="T12" fmla="*/ 71 w 75"/>
                  <a:gd name="T13" fmla="*/ 1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2">
                    <a:moveTo>
                      <a:pt x="1" y="93"/>
                    </a:moveTo>
                    <a:cubicBezTo>
                      <a:pt x="0" y="99"/>
                      <a:pt x="5" y="102"/>
                      <a:pt x="11" y="101"/>
                    </a:cubicBezTo>
                    <a:cubicBezTo>
                      <a:pt x="18" y="99"/>
                      <a:pt x="24" y="88"/>
                      <a:pt x="28" y="83"/>
                    </a:cubicBezTo>
                    <a:cubicBezTo>
                      <a:pt x="39" y="71"/>
                      <a:pt x="55" y="67"/>
                      <a:pt x="66" y="56"/>
                    </a:cubicBezTo>
                    <a:cubicBezTo>
                      <a:pt x="71" y="51"/>
                      <a:pt x="71" y="46"/>
                      <a:pt x="71" y="39"/>
                    </a:cubicBezTo>
                    <a:cubicBezTo>
                      <a:pt x="71" y="32"/>
                      <a:pt x="73" y="25"/>
                      <a:pt x="73" y="18"/>
                    </a:cubicBezTo>
                    <a:cubicBezTo>
                      <a:pt x="73" y="14"/>
                      <a:pt x="75" y="0"/>
                      <a:pt x="68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8" name="Freeform 3872">
                <a:extLst>
                  <a:ext uri="{FF2B5EF4-FFF2-40B4-BE49-F238E27FC236}">
                    <a16:creationId xmlns:a16="http://schemas.microsoft.com/office/drawing/2014/main" id="{3C495C8B-7549-4479-9FDA-8000BAAAE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902"/>
                <a:ext cx="85" cy="70"/>
              </a:xfrm>
              <a:custGeom>
                <a:avLst/>
                <a:gdLst>
                  <a:gd name="T0" fmla="*/ 14 w 83"/>
                  <a:gd name="T1" fmla="*/ 74 h 68"/>
                  <a:gd name="T2" fmla="*/ 61 w 83"/>
                  <a:gd name="T3" fmla="*/ 29 h 68"/>
                  <a:gd name="T4" fmla="*/ 89 w 83"/>
                  <a:gd name="T5" fmla="*/ 11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68">
                    <a:moveTo>
                      <a:pt x="14" y="68"/>
                    </a:moveTo>
                    <a:cubicBezTo>
                      <a:pt x="0" y="58"/>
                      <a:pt x="51" y="31"/>
                      <a:pt x="58" y="26"/>
                    </a:cubicBezTo>
                    <a:cubicBezTo>
                      <a:pt x="62" y="23"/>
                      <a:pt x="77" y="0"/>
                      <a:pt x="83" y="1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9" name="Freeform 3873">
                <a:extLst>
                  <a:ext uri="{FF2B5EF4-FFF2-40B4-BE49-F238E27FC236}">
                    <a16:creationId xmlns:a16="http://schemas.microsoft.com/office/drawing/2014/main" id="{7A82E7F0-0FC3-41FC-8323-2084DE886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979"/>
                <a:ext cx="42" cy="43"/>
              </a:xfrm>
              <a:custGeom>
                <a:avLst/>
                <a:gdLst>
                  <a:gd name="T0" fmla="*/ 0 w 41"/>
                  <a:gd name="T1" fmla="*/ 10 h 42"/>
                  <a:gd name="T2" fmla="*/ 13 w 41"/>
                  <a:gd name="T3" fmla="*/ 9 h 42"/>
                  <a:gd name="T4" fmla="*/ 28 w 41"/>
                  <a:gd name="T5" fmla="*/ 28 h 42"/>
                  <a:gd name="T6" fmla="*/ 40 w 41"/>
                  <a:gd name="T7" fmla="*/ 4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42">
                    <a:moveTo>
                      <a:pt x="0" y="10"/>
                    </a:moveTo>
                    <a:cubicBezTo>
                      <a:pt x="0" y="0"/>
                      <a:pt x="10" y="5"/>
                      <a:pt x="13" y="9"/>
                    </a:cubicBezTo>
                    <a:cubicBezTo>
                      <a:pt x="18" y="15"/>
                      <a:pt x="20" y="20"/>
                      <a:pt x="25" y="25"/>
                    </a:cubicBezTo>
                    <a:cubicBezTo>
                      <a:pt x="29" y="29"/>
                      <a:pt x="41" y="37"/>
                      <a:pt x="37" y="4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0" name="Freeform 3874">
                <a:extLst>
                  <a:ext uri="{FF2B5EF4-FFF2-40B4-BE49-F238E27FC236}">
                    <a16:creationId xmlns:a16="http://schemas.microsoft.com/office/drawing/2014/main" id="{F67FCF91-F9B3-4A12-8D7A-C9699FDA4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956"/>
                <a:ext cx="7" cy="13"/>
              </a:xfrm>
              <a:custGeom>
                <a:avLst/>
                <a:gdLst>
                  <a:gd name="T0" fmla="*/ 9 w 6"/>
                  <a:gd name="T1" fmla="*/ 1 h 12"/>
                  <a:gd name="T2" fmla="*/ 8 w 6"/>
                  <a:gd name="T3" fmla="*/ 0 h 12"/>
                  <a:gd name="T4" fmla="*/ 0 w 6"/>
                  <a:gd name="T5" fmla="*/ 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6" y="1"/>
                    </a:moveTo>
                    <a:cubicBezTo>
                      <a:pt x="6" y="1"/>
                      <a:pt x="5" y="1"/>
                      <a:pt x="5" y="0"/>
                    </a:cubicBezTo>
                    <a:cubicBezTo>
                      <a:pt x="1" y="3"/>
                      <a:pt x="1" y="8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1" name="Freeform 3875">
                <a:extLst>
                  <a:ext uri="{FF2B5EF4-FFF2-40B4-BE49-F238E27FC236}">
                    <a16:creationId xmlns:a16="http://schemas.microsoft.com/office/drawing/2014/main" id="{2341D7A2-161D-4A48-9D83-01D634A2D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875"/>
                <a:ext cx="6" cy="10"/>
              </a:xfrm>
              <a:custGeom>
                <a:avLst/>
                <a:gdLst>
                  <a:gd name="T0" fmla="*/ 6 w 6"/>
                  <a:gd name="T1" fmla="*/ 0 h 10"/>
                  <a:gd name="T2" fmla="*/ 1 w 6"/>
                  <a:gd name="T3" fmla="*/ 1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2" y="1"/>
                      <a:pt x="0" y="6"/>
                      <a:pt x="1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2" name="Freeform 3876">
                <a:extLst>
                  <a:ext uri="{FF2B5EF4-FFF2-40B4-BE49-F238E27FC236}">
                    <a16:creationId xmlns:a16="http://schemas.microsoft.com/office/drawing/2014/main" id="{B9D49361-635A-4C5C-8EA1-0EE1842A4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1901"/>
                <a:ext cx="52" cy="69"/>
              </a:xfrm>
              <a:custGeom>
                <a:avLst/>
                <a:gdLst>
                  <a:gd name="T0" fmla="*/ 0 w 50"/>
                  <a:gd name="T1" fmla="*/ 16 h 67"/>
                  <a:gd name="T2" fmla="*/ 36 w 50"/>
                  <a:gd name="T3" fmla="*/ 47 h 67"/>
                  <a:gd name="T4" fmla="*/ 48 w 50"/>
                  <a:gd name="T5" fmla="*/ 73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7">
                    <a:moveTo>
                      <a:pt x="0" y="16"/>
                    </a:moveTo>
                    <a:cubicBezTo>
                      <a:pt x="17" y="0"/>
                      <a:pt x="29" y="34"/>
                      <a:pt x="33" y="44"/>
                    </a:cubicBezTo>
                    <a:cubicBezTo>
                      <a:pt x="35" y="49"/>
                      <a:pt x="50" y="62"/>
                      <a:pt x="42" y="6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3" name="Freeform 3877">
                <a:extLst>
                  <a:ext uri="{FF2B5EF4-FFF2-40B4-BE49-F238E27FC236}">
                    <a16:creationId xmlns:a16="http://schemas.microsoft.com/office/drawing/2014/main" id="{CF699194-1DE9-4BAA-BAEB-DDA0F4ACC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899"/>
                <a:ext cx="8" cy="16"/>
              </a:xfrm>
              <a:custGeom>
                <a:avLst/>
                <a:gdLst>
                  <a:gd name="T0" fmla="*/ 0 w 8"/>
                  <a:gd name="T1" fmla="*/ 0 h 15"/>
                  <a:gd name="T2" fmla="*/ 8 w 8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1" y="5"/>
                      <a:pt x="3" y="11"/>
                      <a:pt x="8" y="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4" name="Freeform 3878">
                <a:extLst>
                  <a:ext uri="{FF2B5EF4-FFF2-40B4-BE49-F238E27FC236}">
                    <a16:creationId xmlns:a16="http://schemas.microsoft.com/office/drawing/2014/main" id="{5AD4E037-F6E5-4D66-AEC6-3691AD2AA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812"/>
                <a:ext cx="50" cy="26"/>
              </a:xfrm>
              <a:custGeom>
                <a:avLst/>
                <a:gdLst>
                  <a:gd name="T0" fmla="*/ 0 w 49"/>
                  <a:gd name="T1" fmla="*/ 5 h 26"/>
                  <a:gd name="T2" fmla="*/ 8 w 49"/>
                  <a:gd name="T3" fmla="*/ 24 h 26"/>
                  <a:gd name="T4" fmla="*/ 32 w 49"/>
                  <a:gd name="T5" fmla="*/ 15 h 26"/>
                  <a:gd name="T6" fmla="*/ 52 w 49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26">
                    <a:moveTo>
                      <a:pt x="0" y="5"/>
                    </a:moveTo>
                    <a:cubicBezTo>
                      <a:pt x="3" y="11"/>
                      <a:pt x="0" y="21"/>
                      <a:pt x="8" y="24"/>
                    </a:cubicBezTo>
                    <a:cubicBezTo>
                      <a:pt x="15" y="26"/>
                      <a:pt x="23" y="18"/>
                      <a:pt x="29" y="15"/>
                    </a:cubicBezTo>
                    <a:cubicBezTo>
                      <a:pt x="38" y="11"/>
                      <a:pt x="45" y="9"/>
                      <a:pt x="49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5" name="Freeform 3879">
                <a:extLst>
                  <a:ext uri="{FF2B5EF4-FFF2-40B4-BE49-F238E27FC236}">
                    <a16:creationId xmlns:a16="http://schemas.microsoft.com/office/drawing/2014/main" id="{6AF9AD05-99EE-41CB-AF20-CE67E10F0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1837"/>
                <a:ext cx="13" cy="99"/>
              </a:xfrm>
              <a:custGeom>
                <a:avLst/>
                <a:gdLst>
                  <a:gd name="T0" fmla="*/ 5 w 12"/>
                  <a:gd name="T1" fmla="*/ 99 h 97"/>
                  <a:gd name="T2" fmla="*/ 15 w 12"/>
                  <a:gd name="T3" fmla="*/ 80 h 97"/>
                  <a:gd name="T4" fmla="*/ 9 w 12"/>
                  <a:gd name="T5" fmla="*/ 61 h 97"/>
                  <a:gd name="T6" fmla="*/ 9 w 12"/>
                  <a:gd name="T7" fmla="*/ 41 h 97"/>
                  <a:gd name="T8" fmla="*/ 0 w 12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7">
                    <a:moveTo>
                      <a:pt x="5" y="93"/>
                    </a:moveTo>
                    <a:cubicBezTo>
                      <a:pt x="12" y="97"/>
                      <a:pt x="12" y="78"/>
                      <a:pt x="12" y="74"/>
                    </a:cubicBezTo>
                    <a:cubicBezTo>
                      <a:pt x="11" y="69"/>
                      <a:pt x="7" y="64"/>
                      <a:pt x="6" y="58"/>
                    </a:cubicBezTo>
                    <a:cubicBezTo>
                      <a:pt x="6" y="52"/>
                      <a:pt x="6" y="45"/>
                      <a:pt x="6" y="38"/>
                    </a:cubicBezTo>
                    <a:cubicBezTo>
                      <a:pt x="7" y="27"/>
                      <a:pt x="11" y="8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6" name="Freeform 3880">
                <a:extLst>
                  <a:ext uri="{FF2B5EF4-FFF2-40B4-BE49-F238E27FC236}">
                    <a16:creationId xmlns:a16="http://schemas.microsoft.com/office/drawing/2014/main" id="{AADCD737-C0FF-49B4-8D2D-F60646EE6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1831"/>
                <a:ext cx="9" cy="13"/>
              </a:xfrm>
              <a:custGeom>
                <a:avLst/>
                <a:gdLst>
                  <a:gd name="T0" fmla="*/ 11 w 8"/>
                  <a:gd name="T1" fmla="*/ 0 h 13"/>
                  <a:gd name="T2" fmla="*/ 1 w 8"/>
                  <a:gd name="T3" fmla="*/ 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4" y="3"/>
                      <a:pt x="0" y="8"/>
                      <a:pt x="1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7" name="Freeform 3881">
                <a:extLst>
                  <a:ext uri="{FF2B5EF4-FFF2-40B4-BE49-F238E27FC236}">
                    <a16:creationId xmlns:a16="http://schemas.microsoft.com/office/drawing/2014/main" id="{8F4DADD6-21E1-4B9F-A944-D78361C34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915"/>
                <a:ext cx="10" cy="5"/>
              </a:xfrm>
              <a:custGeom>
                <a:avLst/>
                <a:gdLst>
                  <a:gd name="T0" fmla="*/ 1 w 9"/>
                  <a:gd name="T1" fmla="*/ 0 h 5"/>
                  <a:gd name="T2" fmla="*/ 12 w 9"/>
                  <a:gd name="T3" fmla="*/ 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1" y="0"/>
                    </a:moveTo>
                    <a:cubicBezTo>
                      <a:pt x="0" y="5"/>
                      <a:pt x="5" y="4"/>
                      <a:pt x="9" y="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8" name="Freeform 3882">
                <a:extLst>
                  <a:ext uri="{FF2B5EF4-FFF2-40B4-BE49-F238E27FC236}">
                    <a16:creationId xmlns:a16="http://schemas.microsoft.com/office/drawing/2014/main" id="{8E9CBDE5-9107-47E0-A114-D4DB4BC6F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121"/>
                <a:ext cx="273" cy="66"/>
              </a:xfrm>
              <a:custGeom>
                <a:avLst/>
                <a:gdLst>
                  <a:gd name="T0" fmla="*/ 283 w 268"/>
                  <a:gd name="T1" fmla="*/ 9 h 65"/>
                  <a:gd name="T2" fmla="*/ 223 w 268"/>
                  <a:gd name="T3" fmla="*/ 1 h 65"/>
                  <a:gd name="T4" fmla="*/ 122 w 268"/>
                  <a:gd name="T5" fmla="*/ 1 h 65"/>
                  <a:gd name="T6" fmla="*/ 53 w 268"/>
                  <a:gd name="T7" fmla="*/ 1 h 65"/>
                  <a:gd name="T8" fmla="*/ 0 w 268"/>
                  <a:gd name="T9" fmla="*/ 2 h 65"/>
                  <a:gd name="T10" fmla="*/ 141 w 268"/>
                  <a:gd name="T11" fmla="*/ 55 h 65"/>
                  <a:gd name="T12" fmla="*/ 204 w 268"/>
                  <a:gd name="T13" fmla="*/ 68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8" h="65">
                    <a:moveTo>
                      <a:pt x="268" y="9"/>
                    </a:moveTo>
                    <a:cubicBezTo>
                      <a:pt x="257" y="0"/>
                      <a:pt x="226" y="0"/>
                      <a:pt x="211" y="1"/>
                    </a:cubicBezTo>
                    <a:cubicBezTo>
                      <a:pt x="180" y="2"/>
                      <a:pt x="147" y="2"/>
                      <a:pt x="116" y="1"/>
                    </a:cubicBezTo>
                    <a:cubicBezTo>
                      <a:pt x="94" y="0"/>
                      <a:pt x="72" y="0"/>
                      <a:pt x="50" y="1"/>
                    </a:cubicBezTo>
                    <a:cubicBezTo>
                      <a:pt x="35" y="2"/>
                      <a:pt x="15" y="5"/>
                      <a:pt x="0" y="2"/>
                    </a:cubicBezTo>
                    <a:cubicBezTo>
                      <a:pt x="43" y="22"/>
                      <a:pt x="88" y="34"/>
                      <a:pt x="133" y="52"/>
                    </a:cubicBezTo>
                    <a:cubicBezTo>
                      <a:pt x="152" y="59"/>
                      <a:pt x="176" y="59"/>
                      <a:pt x="192" y="6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9" name="Freeform 3883">
                <a:extLst>
                  <a:ext uri="{FF2B5EF4-FFF2-40B4-BE49-F238E27FC236}">
                    <a16:creationId xmlns:a16="http://schemas.microsoft.com/office/drawing/2014/main" id="{C3EB0130-6C14-4E0A-97A0-C5053E693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111"/>
                <a:ext cx="171" cy="64"/>
              </a:xfrm>
              <a:custGeom>
                <a:avLst/>
                <a:gdLst>
                  <a:gd name="T0" fmla="*/ 179 w 167"/>
                  <a:gd name="T1" fmla="*/ 15 h 63"/>
                  <a:gd name="T2" fmla="*/ 90 w 167"/>
                  <a:gd name="T3" fmla="*/ 19 h 63"/>
                  <a:gd name="T4" fmla="*/ 0 w 167"/>
                  <a:gd name="T5" fmla="*/ 0 h 63"/>
                  <a:gd name="T6" fmla="*/ 93 w 167"/>
                  <a:gd name="T7" fmla="*/ 48 h 63"/>
                  <a:gd name="T8" fmla="*/ 128 w 167"/>
                  <a:gd name="T9" fmla="*/ 66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63">
                    <a:moveTo>
                      <a:pt x="167" y="15"/>
                    </a:moveTo>
                    <a:cubicBezTo>
                      <a:pt x="140" y="16"/>
                      <a:pt x="112" y="17"/>
                      <a:pt x="84" y="19"/>
                    </a:cubicBezTo>
                    <a:cubicBezTo>
                      <a:pt x="53" y="22"/>
                      <a:pt x="27" y="17"/>
                      <a:pt x="0" y="0"/>
                    </a:cubicBezTo>
                    <a:cubicBezTo>
                      <a:pt x="29" y="14"/>
                      <a:pt x="60" y="29"/>
                      <a:pt x="87" y="45"/>
                    </a:cubicBezTo>
                    <a:cubicBezTo>
                      <a:pt x="97" y="51"/>
                      <a:pt x="108" y="62"/>
                      <a:pt x="119" y="6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0" name="Freeform 3884">
                <a:extLst>
                  <a:ext uri="{FF2B5EF4-FFF2-40B4-BE49-F238E27FC236}">
                    <a16:creationId xmlns:a16="http://schemas.microsoft.com/office/drawing/2014/main" id="{C03D91CC-5EDF-4C26-BD0B-0533ED11C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058"/>
                <a:ext cx="226" cy="63"/>
              </a:xfrm>
              <a:custGeom>
                <a:avLst/>
                <a:gdLst>
                  <a:gd name="T0" fmla="*/ 236 w 221"/>
                  <a:gd name="T1" fmla="*/ 25 h 61"/>
                  <a:gd name="T2" fmla="*/ 201 w 221"/>
                  <a:gd name="T3" fmla="*/ 13 h 61"/>
                  <a:gd name="T4" fmla="*/ 133 w 221"/>
                  <a:gd name="T5" fmla="*/ 2 h 61"/>
                  <a:gd name="T6" fmla="*/ 0 w 221"/>
                  <a:gd name="T7" fmla="*/ 3 h 61"/>
                  <a:gd name="T8" fmla="*/ 103 w 221"/>
                  <a:gd name="T9" fmla="*/ 43 h 61"/>
                  <a:gd name="T10" fmla="*/ 141 w 221"/>
                  <a:gd name="T11" fmla="*/ 6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1" h="61">
                    <a:moveTo>
                      <a:pt x="221" y="22"/>
                    </a:moveTo>
                    <a:cubicBezTo>
                      <a:pt x="212" y="21"/>
                      <a:pt x="199" y="16"/>
                      <a:pt x="189" y="13"/>
                    </a:cubicBezTo>
                    <a:cubicBezTo>
                      <a:pt x="167" y="7"/>
                      <a:pt x="147" y="3"/>
                      <a:pt x="124" y="2"/>
                    </a:cubicBezTo>
                    <a:cubicBezTo>
                      <a:pt x="82" y="0"/>
                      <a:pt x="41" y="5"/>
                      <a:pt x="0" y="3"/>
                    </a:cubicBezTo>
                    <a:cubicBezTo>
                      <a:pt x="30" y="19"/>
                      <a:pt x="66" y="24"/>
                      <a:pt x="97" y="40"/>
                    </a:cubicBezTo>
                    <a:cubicBezTo>
                      <a:pt x="108" y="47"/>
                      <a:pt x="120" y="58"/>
                      <a:pt x="132" y="6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1" name="Freeform 3885">
                <a:extLst>
                  <a:ext uri="{FF2B5EF4-FFF2-40B4-BE49-F238E27FC236}">
                    <a16:creationId xmlns:a16="http://schemas.microsoft.com/office/drawing/2014/main" id="{D7EC26C1-DA95-4AA8-9B76-12D06E7F5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013"/>
                <a:ext cx="251" cy="47"/>
              </a:xfrm>
              <a:custGeom>
                <a:avLst/>
                <a:gdLst>
                  <a:gd name="T0" fmla="*/ 261 w 246"/>
                  <a:gd name="T1" fmla="*/ 6 h 46"/>
                  <a:gd name="T2" fmla="*/ 205 w 246"/>
                  <a:gd name="T3" fmla="*/ 5 h 46"/>
                  <a:gd name="T4" fmla="*/ 133 w 246"/>
                  <a:gd name="T5" fmla="*/ 14 h 46"/>
                  <a:gd name="T6" fmla="*/ 0 w 246"/>
                  <a:gd name="T7" fmla="*/ 5 h 46"/>
                  <a:gd name="T8" fmla="*/ 49 w 246"/>
                  <a:gd name="T9" fmla="*/ 49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6" h="46">
                    <a:moveTo>
                      <a:pt x="246" y="6"/>
                    </a:moveTo>
                    <a:cubicBezTo>
                      <a:pt x="233" y="0"/>
                      <a:pt x="207" y="4"/>
                      <a:pt x="193" y="5"/>
                    </a:cubicBezTo>
                    <a:cubicBezTo>
                      <a:pt x="170" y="8"/>
                      <a:pt x="147" y="13"/>
                      <a:pt x="124" y="14"/>
                    </a:cubicBezTo>
                    <a:cubicBezTo>
                      <a:pt x="82" y="16"/>
                      <a:pt x="42" y="2"/>
                      <a:pt x="0" y="5"/>
                    </a:cubicBezTo>
                    <a:cubicBezTo>
                      <a:pt x="10" y="20"/>
                      <a:pt x="31" y="36"/>
                      <a:pt x="46" y="4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2" name="Freeform 3886">
                <a:extLst>
                  <a:ext uri="{FF2B5EF4-FFF2-40B4-BE49-F238E27FC236}">
                    <a16:creationId xmlns:a16="http://schemas.microsoft.com/office/drawing/2014/main" id="{0B31E914-B74D-4EDB-9F20-6B224CF05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020"/>
                <a:ext cx="252" cy="101"/>
              </a:xfrm>
              <a:custGeom>
                <a:avLst/>
                <a:gdLst>
                  <a:gd name="T0" fmla="*/ 262 w 247"/>
                  <a:gd name="T1" fmla="*/ 43 h 99"/>
                  <a:gd name="T2" fmla="*/ 244 w 247"/>
                  <a:gd name="T3" fmla="*/ 39 h 99"/>
                  <a:gd name="T4" fmla="*/ 202 w 247"/>
                  <a:gd name="T5" fmla="*/ 32 h 99"/>
                  <a:gd name="T6" fmla="*/ 127 w 247"/>
                  <a:gd name="T7" fmla="*/ 23 h 99"/>
                  <a:gd name="T8" fmla="*/ 0 w 247"/>
                  <a:gd name="T9" fmla="*/ 0 h 99"/>
                  <a:gd name="T10" fmla="*/ 105 w 247"/>
                  <a:gd name="T11" fmla="*/ 82 h 99"/>
                  <a:gd name="T12" fmla="*/ 150 w 247"/>
                  <a:gd name="T13" fmla="*/ 105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99">
                    <a:moveTo>
                      <a:pt x="247" y="40"/>
                    </a:moveTo>
                    <a:cubicBezTo>
                      <a:pt x="240" y="41"/>
                      <a:pt x="235" y="38"/>
                      <a:pt x="229" y="36"/>
                    </a:cubicBezTo>
                    <a:cubicBezTo>
                      <a:pt x="216" y="31"/>
                      <a:pt x="204" y="30"/>
                      <a:pt x="190" y="29"/>
                    </a:cubicBezTo>
                    <a:cubicBezTo>
                      <a:pt x="167" y="27"/>
                      <a:pt x="143" y="27"/>
                      <a:pt x="120" y="23"/>
                    </a:cubicBezTo>
                    <a:cubicBezTo>
                      <a:pt x="80" y="16"/>
                      <a:pt x="36" y="22"/>
                      <a:pt x="0" y="0"/>
                    </a:cubicBezTo>
                    <a:cubicBezTo>
                      <a:pt x="37" y="17"/>
                      <a:pt x="64" y="55"/>
                      <a:pt x="99" y="76"/>
                    </a:cubicBezTo>
                    <a:cubicBezTo>
                      <a:pt x="110" y="83"/>
                      <a:pt x="132" y="90"/>
                      <a:pt x="141" y="9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3" name="Freeform 3887">
                <a:extLst>
                  <a:ext uri="{FF2B5EF4-FFF2-40B4-BE49-F238E27FC236}">
                    <a16:creationId xmlns:a16="http://schemas.microsoft.com/office/drawing/2014/main" id="{CF47D6D9-9C7D-413D-80D1-38F7EF1C4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1986"/>
                <a:ext cx="212" cy="62"/>
              </a:xfrm>
              <a:custGeom>
                <a:avLst/>
                <a:gdLst>
                  <a:gd name="T0" fmla="*/ 220 w 208"/>
                  <a:gd name="T1" fmla="*/ 34 h 61"/>
                  <a:gd name="T2" fmla="*/ 107 w 208"/>
                  <a:gd name="T3" fmla="*/ 19 h 61"/>
                  <a:gd name="T4" fmla="*/ 0 w 208"/>
                  <a:gd name="T5" fmla="*/ 0 h 61"/>
                  <a:gd name="T6" fmla="*/ 65 w 208"/>
                  <a:gd name="T7" fmla="*/ 48 h 61"/>
                  <a:gd name="T8" fmla="*/ 98 w 208"/>
                  <a:gd name="T9" fmla="*/ 6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61">
                    <a:moveTo>
                      <a:pt x="208" y="31"/>
                    </a:moveTo>
                    <a:cubicBezTo>
                      <a:pt x="173" y="22"/>
                      <a:pt x="137" y="21"/>
                      <a:pt x="101" y="19"/>
                    </a:cubicBezTo>
                    <a:cubicBezTo>
                      <a:pt x="66" y="17"/>
                      <a:pt x="35" y="0"/>
                      <a:pt x="0" y="0"/>
                    </a:cubicBezTo>
                    <a:cubicBezTo>
                      <a:pt x="23" y="10"/>
                      <a:pt x="41" y="32"/>
                      <a:pt x="62" y="45"/>
                    </a:cubicBezTo>
                    <a:cubicBezTo>
                      <a:pt x="71" y="51"/>
                      <a:pt x="82" y="55"/>
                      <a:pt x="92" y="6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4" name="Freeform 3888">
                <a:extLst>
                  <a:ext uri="{FF2B5EF4-FFF2-40B4-BE49-F238E27FC236}">
                    <a16:creationId xmlns:a16="http://schemas.microsoft.com/office/drawing/2014/main" id="{A2F5C81D-9D25-4FFC-9665-D9C4D90A9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942"/>
                <a:ext cx="234" cy="75"/>
              </a:xfrm>
              <a:custGeom>
                <a:avLst/>
                <a:gdLst>
                  <a:gd name="T0" fmla="*/ 244 w 229"/>
                  <a:gd name="T1" fmla="*/ 26 h 73"/>
                  <a:gd name="T2" fmla="*/ 199 w 229"/>
                  <a:gd name="T3" fmla="*/ 12 h 73"/>
                  <a:gd name="T4" fmla="*/ 170 w 229"/>
                  <a:gd name="T5" fmla="*/ 11 h 73"/>
                  <a:gd name="T6" fmla="*/ 133 w 229"/>
                  <a:gd name="T7" fmla="*/ 5 h 73"/>
                  <a:gd name="T8" fmla="*/ 0 w 229"/>
                  <a:gd name="T9" fmla="*/ 1 h 73"/>
                  <a:gd name="T10" fmla="*/ 85 w 229"/>
                  <a:gd name="T11" fmla="*/ 57 h 73"/>
                  <a:gd name="T12" fmla="*/ 118 w 229"/>
                  <a:gd name="T13" fmla="*/ 79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9" h="73">
                    <a:moveTo>
                      <a:pt x="229" y="23"/>
                    </a:moveTo>
                    <a:cubicBezTo>
                      <a:pt x="219" y="17"/>
                      <a:pt x="199" y="14"/>
                      <a:pt x="187" y="12"/>
                    </a:cubicBezTo>
                    <a:cubicBezTo>
                      <a:pt x="177" y="10"/>
                      <a:pt x="169" y="11"/>
                      <a:pt x="159" y="11"/>
                    </a:cubicBezTo>
                    <a:cubicBezTo>
                      <a:pt x="147" y="11"/>
                      <a:pt x="136" y="7"/>
                      <a:pt x="124" y="5"/>
                    </a:cubicBezTo>
                    <a:cubicBezTo>
                      <a:pt x="83" y="0"/>
                      <a:pt x="41" y="7"/>
                      <a:pt x="0" y="1"/>
                    </a:cubicBezTo>
                    <a:cubicBezTo>
                      <a:pt x="27" y="16"/>
                      <a:pt x="54" y="34"/>
                      <a:pt x="79" y="53"/>
                    </a:cubicBezTo>
                    <a:cubicBezTo>
                      <a:pt x="88" y="60"/>
                      <a:pt x="99" y="71"/>
                      <a:pt x="111" y="7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5" name="Freeform 3889">
                <a:extLst>
                  <a:ext uri="{FF2B5EF4-FFF2-40B4-BE49-F238E27FC236}">
                    <a16:creationId xmlns:a16="http://schemas.microsoft.com/office/drawing/2014/main" id="{5DA7C39F-904E-4E89-90F7-46FBA48EE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882"/>
                <a:ext cx="276" cy="65"/>
              </a:xfrm>
              <a:custGeom>
                <a:avLst/>
                <a:gdLst>
                  <a:gd name="T0" fmla="*/ 288 w 270"/>
                  <a:gd name="T1" fmla="*/ 11 h 64"/>
                  <a:gd name="T2" fmla="*/ 264 w 270"/>
                  <a:gd name="T3" fmla="*/ 4 h 64"/>
                  <a:gd name="T4" fmla="*/ 218 w 270"/>
                  <a:gd name="T5" fmla="*/ 4 h 64"/>
                  <a:gd name="T6" fmla="*/ 117 w 270"/>
                  <a:gd name="T7" fmla="*/ 7 h 64"/>
                  <a:gd name="T8" fmla="*/ 46 w 270"/>
                  <a:gd name="T9" fmla="*/ 14 h 64"/>
                  <a:gd name="T10" fmla="*/ 0 w 270"/>
                  <a:gd name="T11" fmla="*/ 14 h 64"/>
                  <a:gd name="T12" fmla="*/ 48 w 270"/>
                  <a:gd name="T13" fmla="*/ 54 h 64"/>
                  <a:gd name="T14" fmla="*/ 68 w 270"/>
                  <a:gd name="T15" fmla="*/ 67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0" h="64">
                    <a:moveTo>
                      <a:pt x="270" y="11"/>
                    </a:moveTo>
                    <a:cubicBezTo>
                      <a:pt x="261" y="11"/>
                      <a:pt x="254" y="6"/>
                      <a:pt x="247" y="4"/>
                    </a:cubicBezTo>
                    <a:cubicBezTo>
                      <a:pt x="232" y="0"/>
                      <a:pt x="218" y="2"/>
                      <a:pt x="203" y="4"/>
                    </a:cubicBezTo>
                    <a:cubicBezTo>
                      <a:pt x="172" y="7"/>
                      <a:pt x="140" y="6"/>
                      <a:pt x="110" y="7"/>
                    </a:cubicBezTo>
                    <a:cubicBezTo>
                      <a:pt x="87" y="8"/>
                      <a:pt x="66" y="13"/>
                      <a:pt x="43" y="14"/>
                    </a:cubicBezTo>
                    <a:cubicBezTo>
                      <a:pt x="30" y="15"/>
                      <a:pt x="13" y="12"/>
                      <a:pt x="0" y="14"/>
                    </a:cubicBezTo>
                    <a:cubicBezTo>
                      <a:pt x="15" y="27"/>
                      <a:pt x="31" y="39"/>
                      <a:pt x="45" y="51"/>
                    </a:cubicBezTo>
                    <a:cubicBezTo>
                      <a:pt x="50" y="56"/>
                      <a:pt x="59" y="61"/>
                      <a:pt x="65" y="6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6" name="Freeform 3890">
                <a:extLst>
                  <a:ext uri="{FF2B5EF4-FFF2-40B4-BE49-F238E27FC236}">
                    <a16:creationId xmlns:a16="http://schemas.microsoft.com/office/drawing/2014/main" id="{DE970A9E-A9C5-4D01-9A1E-441671CD2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828"/>
                <a:ext cx="236" cy="60"/>
              </a:xfrm>
              <a:custGeom>
                <a:avLst/>
                <a:gdLst>
                  <a:gd name="T0" fmla="*/ 244 w 232"/>
                  <a:gd name="T1" fmla="*/ 7 h 59"/>
                  <a:gd name="T2" fmla="*/ 208 w 232"/>
                  <a:gd name="T3" fmla="*/ 3 h 59"/>
                  <a:gd name="T4" fmla="*/ 136 w 232"/>
                  <a:gd name="T5" fmla="*/ 6 h 59"/>
                  <a:gd name="T6" fmla="*/ 48 w 232"/>
                  <a:gd name="T7" fmla="*/ 13 h 59"/>
                  <a:gd name="T8" fmla="*/ 0 w 232"/>
                  <a:gd name="T9" fmla="*/ 10 h 59"/>
                  <a:gd name="T10" fmla="*/ 65 w 232"/>
                  <a:gd name="T11" fmla="*/ 62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2" h="59">
                    <a:moveTo>
                      <a:pt x="232" y="7"/>
                    </a:moveTo>
                    <a:cubicBezTo>
                      <a:pt x="223" y="0"/>
                      <a:pt x="208" y="3"/>
                      <a:pt x="198" y="3"/>
                    </a:cubicBezTo>
                    <a:cubicBezTo>
                      <a:pt x="176" y="4"/>
                      <a:pt x="152" y="3"/>
                      <a:pt x="130" y="6"/>
                    </a:cubicBezTo>
                    <a:cubicBezTo>
                      <a:pt x="101" y="10"/>
                      <a:pt x="73" y="9"/>
                      <a:pt x="45" y="13"/>
                    </a:cubicBezTo>
                    <a:cubicBezTo>
                      <a:pt x="29" y="15"/>
                      <a:pt x="15" y="15"/>
                      <a:pt x="0" y="10"/>
                    </a:cubicBezTo>
                    <a:cubicBezTo>
                      <a:pt x="17" y="31"/>
                      <a:pt x="41" y="45"/>
                      <a:pt x="62" y="5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7" name="Freeform 3891">
                <a:extLst>
                  <a:ext uri="{FF2B5EF4-FFF2-40B4-BE49-F238E27FC236}">
                    <a16:creationId xmlns:a16="http://schemas.microsoft.com/office/drawing/2014/main" id="{2666AF1A-4A26-4FDB-9F13-F62AFF808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764"/>
                <a:ext cx="281" cy="71"/>
              </a:xfrm>
              <a:custGeom>
                <a:avLst/>
                <a:gdLst>
                  <a:gd name="T0" fmla="*/ 293 w 275"/>
                  <a:gd name="T1" fmla="*/ 5 h 70"/>
                  <a:gd name="T2" fmla="*/ 242 w 275"/>
                  <a:gd name="T3" fmla="*/ 15 h 70"/>
                  <a:gd name="T4" fmla="*/ 159 w 275"/>
                  <a:gd name="T5" fmla="*/ 28 h 70"/>
                  <a:gd name="T6" fmla="*/ 65 w 275"/>
                  <a:gd name="T7" fmla="*/ 28 h 70"/>
                  <a:gd name="T8" fmla="*/ 0 w 275"/>
                  <a:gd name="T9" fmla="*/ 34 h 70"/>
                  <a:gd name="T10" fmla="*/ 62 w 275"/>
                  <a:gd name="T11" fmla="*/ 73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70">
                    <a:moveTo>
                      <a:pt x="275" y="5"/>
                    </a:moveTo>
                    <a:cubicBezTo>
                      <a:pt x="261" y="0"/>
                      <a:pt x="242" y="12"/>
                      <a:pt x="227" y="15"/>
                    </a:cubicBezTo>
                    <a:cubicBezTo>
                      <a:pt x="202" y="20"/>
                      <a:pt x="176" y="27"/>
                      <a:pt x="150" y="28"/>
                    </a:cubicBezTo>
                    <a:cubicBezTo>
                      <a:pt x="121" y="29"/>
                      <a:pt x="91" y="28"/>
                      <a:pt x="62" y="28"/>
                    </a:cubicBezTo>
                    <a:cubicBezTo>
                      <a:pt x="43" y="28"/>
                      <a:pt x="16" y="22"/>
                      <a:pt x="0" y="34"/>
                    </a:cubicBezTo>
                    <a:cubicBezTo>
                      <a:pt x="19" y="41"/>
                      <a:pt x="39" y="68"/>
                      <a:pt x="59" y="7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8" name="Freeform 3892">
                <a:extLst>
                  <a:ext uri="{FF2B5EF4-FFF2-40B4-BE49-F238E27FC236}">
                    <a16:creationId xmlns:a16="http://schemas.microsoft.com/office/drawing/2014/main" id="{49BD239E-E145-4E16-9675-4538E610C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746"/>
                <a:ext cx="86" cy="47"/>
              </a:xfrm>
              <a:custGeom>
                <a:avLst/>
                <a:gdLst>
                  <a:gd name="T0" fmla="*/ 74 w 84"/>
                  <a:gd name="T1" fmla="*/ 49 h 46"/>
                  <a:gd name="T2" fmla="*/ 0 w 84"/>
                  <a:gd name="T3" fmla="*/ 17 h 46"/>
                  <a:gd name="T4" fmla="*/ 50 w 84"/>
                  <a:gd name="T5" fmla="*/ 8 h 46"/>
                  <a:gd name="T6" fmla="*/ 90 w 84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46">
                    <a:moveTo>
                      <a:pt x="68" y="46"/>
                    </a:moveTo>
                    <a:cubicBezTo>
                      <a:pt x="48" y="32"/>
                      <a:pt x="21" y="32"/>
                      <a:pt x="0" y="17"/>
                    </a:cubicBezTo>
                    <a:cubicBezTo>
                      <a:pt x="14" y="19"/>
                      <a:pt x="32" y="11"/>
                      <a:pt x="47" y="8"/>
                    </a:cubicBezTo>
                    <a:cubicBezTo>
                      <a:pt x="59" y="5"/>
                      <a:pt x="72" y="3"/>
                      <a:pt x="8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9" name="Freeform 3893">
                <a:extLst>
                  <a:ext uri="{FF2B5EF4-FFF2-40B4-BE49-F238E27FC236}">
                    <a16:creationId xmlns:a16="http://schemas.microsoft.com/office/drawing/2014/main" id="{1F1AA372-8DEF-4370-872B-684144B14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941"/>
                <a:ext cx="192" cy="72"/>
              </a:xfrm>
              <a:custGeom>
                <a:avLst/>
                <a:gdLst>
                  <a:gd name="T0" fmla="*/ 200 w 188"/>
                  <a:gd name="T1" fmla="*/ 6 h 70"/>
                  <a:gd name="T2" fmla="*/ 105 w 188"/>
                  <a:gd name="T3" fmla="*/ 0 h 70"/>
                  <a:gd name="T4" fmla="*/ 0 w 188"/>
                  <a:gd name="T5" fmla="*/ 3 h 70"/>
                  <a:gd name="T6" fmla="*/ 58 w 188"/>
                  <a:gd name="T7" fmla="*/ 57 h 70"/>
                  <a:gd name="T8" fmla="*/ 89 w 188"/>
                  <a:gd name="T9" fmla="*/ 7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70">
                    <a:moveTo>
                      <a:pt x="188" y="6"/>
                    </a:moveTo>
                    <a:cubicBezTo>
                      <a:pt x="158" y="3"/>
                      <a:pt x="130" y="0"/>
                      <a:pt x="99" y="0"/>
                    </a:cubicBezTo>
                    <a:cubicBezTo>
                      <a:pt x="69" y="0"/>
                      <a:pt x="27" y="21"/>
                      <a:pt x="0" y="3"/>
                    </a:cubicBezTo>
                    <a:cubicBezTo>
                      <a:pt x="23" y="19"/>
                      <a:pt x="34" y="35"/>
                      <a:pt x="55" y="52"/>
                    </a:cubicBezTo>
                    <a:cubicBezTo>
                      <a:pt x="63" y="58"/>
                      <a:pt x="73" y="67"/>
                      <a:pt x="83" y="7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0" name="Freeform 3894">
                <a:extLst>
                  <a:ext uri="{FF2B5EF4-FFF2-40B4-BE49-F238E27FC236}">
                    <a16:creationId xmlns:a16="http://schemas.microsoft.com/office/drawing/2014/main" id="{34A6632D-E9FD-47FA-B54A-5214CB01B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879"/>
                <a:ext cx="168" cy="64"/>
              </a:xfrm>
              <a:custGeom>
                <a:avLst/>
                <a:gdLst>
                  <a:gd name="T0" fmla="*/ 174 w 165"/>
                  <a:gd name="T1" fmla="*/ 16 h 63"/>
                  <a:gd name="T2" fmla="*/ 85 w 165"/>
                  <a:gd name="T3" fmla="*/ 6 h 63"/>
                  <a:gd name="T4" fmla="*/ 0 w 165"/>
                  <a:gd name="T5" fmla="*/ 0 h 63"/>
                  <a:gd name="T6" fmla="*/ 69 w 165"/>
                  <a:gd name="T7" fmla="*/ 66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5" h="63">
                    <a:moveTo>
                      <a:pt x="165" y="16"/>
                    </a:moveTo>
                    <a:cubicBezTo>
                      <a:pt x="139" y="12"/>
                      <a:pt x="109" y="6"/>
                      <a:pt x="81" y="6"/>
                    </a:cubicBezTo>
                    <a:cubicBezTo>
                      <a:pt x="53" y="6"/>
                      <a:pt x="27" y="1"/>
                      <a:pt x="0" y="0"/>
                    </a:cubicBezTo>
                    <a:cubicBezTo>
                      <a:pt x="23" y="17"/>
                      <a:pt x="41" y="51"/>
                      <a:pt x="66" y="6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1" name="Freeform 3895">
                <a:extLst>
                  <a:ext uri="{FF2B5EF4-FFF2-40B4-BE49-F238E27FC236}">
                    <a16:creationId xmlns:a16="http://schemas.microsoft.com/office/drawing/2014/main" id="{BFC76099-F39D-4111-A6DB-DABAAB5F1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803"/>
                <a:ext cx="190" cy="92"/>
              </a:xfrm>
              <a:custGeom>
                <a:avLst/>
                <a:gdLst>
                  <a:gd name="T0" fmla="*/ 198 w 186"/>
                  <a:gd name="T1" fmla="*/ 37 h 90"/>
                  <a:gd name="T2" fmla="*/ 112 w 186"/>
                  <a:gd name="T3" fmla="*/ 32 h 90"/>
                  <a:gd name="T4" fmla="*/ 0 w 186"/>
                  <a:gd name="T5" fmla="*/ 4 h 90"/>
                  <a:gd name="T6" fmla="*/ 28 w 186"/>
                  <a:gd name="T7" fmla="*/ 41 h 90"/>
                  <a:gd name="T8" fmla="*/ 55 w 186"/>
                  <a:gd name="T9" fmla="*/ 75 h 90"/>
                  <a:gd name="T10" fmla="*/ 92 w 186"/>
                  <a:gd name="T11" fmla="*/ 96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6" h="90">
                    <a:moveTo>
                      <a:pt x="186" y="34"/>
                    </a:moveTo>
                    <a:cubicBezTo>
                      <a:pt x="160" y="32"/>
                      <a:pt x="133" y="32"/>
                      <a:pt x="106" y="29"/>
                    </a:cubicBezTo>
                    <a:cubicBezTo>
                      <a:pt x="71" y="26"/>
                      <a:pt x="35" y="0"/>
                      <a:pt x="0" y="4"/>
                    </a:cubicBezTo>
                    <a:cubicBezTo>
                      <a:pt x="0" y="16"/>
                      <a:pt x="18" y="29"/>
                      <a:pt x="25" y="38"/>
                    </a:cubicBezTo>
                    <a:cubicBezTo>
                      <a:pt x="34" y="49"/>
                      <a:pt x="42" y="60"/>
                      <a:pt x="52" y="69"/>
                    </a:cubicBezTo>
                    <a:cubicBezTo>
                      <a:pt x="61" y="77"/>
                      <a:pt x="75" y="89"/>
                      <a:pt x="86" y="9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2" name="Freeform 3896">
                <a:extLst>
                  <a:ext uri="{FF2B5EF4-FFF2-40B4-BE49-F238E27FC236}">
                    <a16:creationId xmlns:a16="http://schemas.microsoft.com/office/drawing/2014/main" id="{4E9C521A-36E0-4195-A8E1-BDEB71BF5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795"/>
                <a:ext cx="182" cy="37"/>
              </a:xfrm>
              <a:custGeom>
                <a:avLst/>
                <a:gdLst>
                  <a:gd name="T0" fmla="*/ 188 w 179"/>
                  <a:gd name="T1" fmla="*/ 3 h 36"/>
                  <a:gd name="T2" fmla="*/ 86 w 179"/>
                  <a:gd name="T3" fmla="*/ 4 h 36"/>
                  <a:gd name="T4" fmla="*/ 0 w 179"/>
                  <a:gd name="T5" fmla="*/ 0 h 36"/>
                  <a:gd name="T6" fmla="*/ 50 w 179"/>
                  <a:gd name="T7" fmla="*/ 39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36">
                    <a:moveTo>
                      <a:pt x="179" y="3"/>
                    </a:moveTo>
                    <a:cubicBezTo>
                      <a:pt x="151" y="15"/>
                      <a:pt x="114" y="5"/>
                      <a:pt x="83" y="4"/>
                    </a:cubicBezTo>
                    <a:cubicBezTo>
                      <a:pt x="55" y="3"/>
                      <a:pt x="27" y="2"/>
                      <a:pt x="0" y="0"/>
                    </a:cubicBezTo>
                    <a:cubicBezTo>
                      <a:pt x="12" y="11"/>
                      <a:pt x="32" y="28"/>
                      <a:pt x="47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3" name="Freeform 3897">
                <a:extLst>
                  <a:ext uri="{FF2B5EF4-FFF2-40B4-BE49-F238E27FC236}">
                    <a16:creationId xmlns:a16="http://schemas.microsoft.com/office/drawing/2014/main" id="{81473631-C175-4D8D-A249-292496B30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1757"/>
                <a:ext cx="160" cy="45"/>
              </a:xfrm>
              <a:custGeom>
                <a:avLst/>
                <a:gdLst>
                  <a:gd name="T0" fmla="*/ 166 w 157"/>
                  <a:gd name="T1" fmla="*/ 9 h 44"/>
                  <a:gd name="T2" fmla="*/ 63 w 157"/>
                  <a:gd name="T3" fmla="*/ 1 h 44"/>
                  <a:gd name="T4" fmla="*/ 15 w 157"/>
                  <a:gd name="T5" fmla="*/ 6 h 44"/>
                  <a:gd name="T6" fmla="*/ 0 w 157"/>
                  <a:gd name="T7" fmla="*/ 5 h 44"/>
                  <a:gd name="T8" fmla="*/ 42 w 157"/>
                  <a:gd name="T9" fmla="*/ 4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4">
                    <a:moveTo>
                      <a:pt x="157" y="9"/>
                    </a:moveTo>
                    <a:cubicBezTo>
                      <a:pt x="124" y="10"/>
                      <a:pt x="93" y="0"/>
                      <a:pt x="60" y="1"/>
                    </a:cubicBezTo>
                    <a:cubicBezTo>
                      <a:pt x="45" y="2"/>
                      <a:pt x="29" y="7"/>
                      <a:pt x="15" y="6"/>
                    </a:cubicBezTo>
                    <a:cubicBezTo>
                      <a:pt x="8" y="6"/>
                      <a:pt x="5" y="3"/>
                      <a:pt x="0" y="5"/>
                    </a:cubicBezTo>
                    <a:cubicBezTo>
                      <a:pt x="7" y="20"/>
                      <a:pt x="27" y="32"/>
                      <a:pt x="39" y="4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4" name="Freeform 3898">
                <a:extLst>
                  <a:ext uri="{FF2B5EF4-FFF2-40B4-BE49-F238E27FC236}">
                    <a16:creationId xmlns:a16="http://schemas.microsoft.com/office/drawing/2014/main" id="{689A5DAD-4F63-4358-8E54-1D94EAD58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996"/>
                <a:ext cx="186" cy="102"/>
              </a:xfrm>
              <a:custGeom>
                <a:avLst/>
                <a:gdLst>
                  <a:gd name="T0" fmla="*/ 194 w 182"/>
                  <a:gd name="T1" fmla="*/ 28 h 100"/>
                  <a:gd name="T2" fmla="*/ 165 w 182"/>
                  <a:gd name="T3" fmla="*/ 17 h 100"/>
                  <a:gd name="T4" fmla="*/ 105 w 182"/>
                  <a:gd name="T5" fmla="*/ 14 h 100"/>
                  <a:gd name="T6" fmla="*/ 0 w 182"/>
                  <a:gd name="T7" fmla="*/ 0 h 100"/>
                  <a:gd name="T8" fmla="*/ 50 w 182"/>
                  <a:gd name="T9" fmla="*/ 50 h 100"/>
                  <a:gd name="T10" fmla="*/ 81 w 182"/>
                  <a:gd name="T11" fmla="*/ 82 h 100"/>
                  <a:gd name="T12" fmla="*/ 103 w 182"/>
                  <a:gd name="T13" fmla="*/ 106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100">
                    <a:moveTo>
                      <a:pt x="182" y="25"/>
                    </a:moveTo>
                    <a:cubicBezTo>
                      <a:pt x="173" y="24"/>
                      <a:pt x="165" y="19"/>
                      <a:pt x="155" y="17"/>
                    </a:cubicBezTo>
                    <a:cubicBezTo>
                      <a:pt x="137" y="14"/>
                      <a:pt x="117" y="14"/>
                      <a:pt x="99" y="14"/>
                    </a:cubicBezTo>
                    <a:cubicBezTo>
                      <a:pt x="69" y="14"/>
                      <a:pt x="27" y="14"/>
                      <a:pt x="0" y="0"/>
                    </a:cubicBezTo>
                    <a:cubicBezTo>
                      <a:pt x="18" y="12"/>
                      <a:pt x="31" y="32"/>
                      <a:pt x="47" y="47"/>
                    </a:cubicBezTo>
                    <a:cubicBezTo>
                      <a:pt x="56" y="56"/>
                      <a:pt x="66" y="66"/>
                      <a:pt x="75" y="76"/>
                    </a:cubicBezTo>
                    <a:cubicBezTo>
                      <a:pt x="81" y="84"/>
                      <a:pt x="92" y="94"/>
                      <a:pt x="97" y="10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5" name="Freeform 3899">
                <a:extLst>
                  <a:ext uri="{FF2B5EF4-FFF2-40B4-BE49-F238E27FC236}">
                    <a16:creationId xmlns:a16="http://schemas.microsoft.com/office/drawing/2014/main" id="{E31173AF-AC23-4189-9E07-DA833256F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885"/>
                <a:ext cx="231" cy="101"/>
              </a:xfrm>
              <a:custGeom>
                <a:avLst/>
                <a:gdLst>
                  <a:gd name="T0" fmla="*/ 241 w 226"/>
                  <a:gd name="T1" fmla="*/ 60 h 99"/>
                  <a:gd name="T2" fmla="*/ 205 w 226"/>
                  <a:gd name="T3" fmla="*/ 54 h 99"/>
                  <a:gd name="T4" fmla="*/ 134 w 226"/>
                  <a:gd name="T5" fmla="*/ 41 h 99"/>
                  <a:gd name="T6" fmla="*/ 0 w 226"/>
                  <a:gd name="T7" fmla="*/ 0 h 99"/>
                  <a:gd name="T8" fmla="*/ 29 w 226"/>
                  <a:gd name="T9" fmla="*/ 35 h 99"/>
                  <a:gd name="T10" fmla="*/ 68 w 226"/>
                  <a:gd name="T11" fmla="*/ 74 h 99"/>
                  <a:gd name="T12" fmla="*/ 125 w 226"/>
                  <a:gd name="T13" fmla="*/ 105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99">
                    <a:moveTo>
                      <a:pt x="226" y="57"/>
                    </a:moveTo>
                    <a:cubicBezTo>
                      <a:pt x="219" y="60"/>
                      <a:pt x="202" y="52"/>
                      <a:pt x="193" y="51"/>
                    </a:cubicBezTo>
                    <a:cubicBezTo>
                      <a:pt x="170" y="47"/>
                      <a:pt x="148" y="41"/>
                      <a:pt x="125" y="38"/>
                    </a:cubicBezTo>
                    <a:cubicBezTo>
                      <a:pt x="81" y="32"/>
                      <a:pt x="38" y="23"/>
                      <a:pt x="0" y="0"/>
                    </a:cubicBezTo>
                    <a:cubicBezTo>
                      <a:pt x="11" y="8"/>
                      <a:pt x="18" y="22"/>
                      <a:pt x="26" y="32"/>
                    </a:cubicBezTo>
                    <a:cubicBezTo>
                      <a:pt x="38" y="48"/>
                      <a:pt x="49" y="59"/>
                      <a:pt x="65" y="71"/>
                    </a:cubicBezTo>
                    <a:cubicBezTo>
                      <a:pt x="80" y="82"/>
                      <a:pt x="99" y="94"/>
                      <a:pt x="116" y="9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6" name="Freeform 3900">
                <a:extLst>
                  <a:ext uri="{FF2B5EF4-FFF2-40B4-BE49-F238E27FC236}">
                    <a16:creationId xmlns:a16="http://schemas.microsoft.com/office/drawing/2014/main" id="{180EB068-F67B-45A7-8083-62EF3E399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841"/>
                <a:ext cx="230" cy="89"/>
              </a:xfrm>
              <a:custGeom>
                <a:avLst/>
                <a:gdLst>
                  <a:gd name="T0" fmla="*/ 240 w 225"/>
                  <a:gd name="T1" fmla="*/ 43 h 87"/>
                  <a:gd name="T2" fmla="*/ 145 w 225"/>
                  <a:gd name="T3" fmla="*/ 29 h 87"/>
                  <a:gd name="T4" fmla="*/ 56 w 225"/>
                  <a:gd name="T5" fmla="*/ 14 h 87"/>
                  <a:gd name="T6" fmla="*/ 0 w 225"/>
                  <a:gd name="T7" fmla="*/ 0 h 87"/>
                  <a:gd name="T8" fmla="*/ 74 w 225"/>
                  <a:gd name="T9" fmla="*/ 93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5" h="87">
                    <a:moveTo>
                      <a:pt x="225" y="40"/>
                    </a:moveTo>
                    <a:cubicBezTo>
                      <a:pt x="199" y="27"/>
                      <a:pt x="165" y="29"/>
                      <a:pt x="136" y="26"/>
                    </a:cubicBezTo>
                    <a:cubicBezTo>
                      <a:pt x="108" y="23"/>
                      <a:pt x="81" y="21"/>
                      <a:pt x="53" y="14"/>
                    </a:cubicBezTo>
                    <a:cubicBezTo>
                      <a:pt x="36" y="10"/>
                      <a:pt x="18" y="2"/>
                      <a:pt x="0" y="0"/>
                    </a:cubicBezTo>
                    <a:cubicBezTo>
                      <a:pt x="26" y="22"/>
                      <a:pt x="52" y="58"/>
                      <a:pt x="68" y="8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7" name="Freeform 3901">
                <a:extLst>
                  <a:ext uri="{FF2B5EF4-FFF2-40B4-BE49-F238E27FC236}">
                    <a16:creationId xmlns:a16="http://schemas.microsoft.com/office/drawing/2014/main" id="{626AC199-0CE8-4009-987D-AFB563B34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761"/>
                <a:ext cx="191" cy="115"/>
              </a:xfrm>
              <a:custGeom>
                <a:avLst/>
                <a:gdLst>
                  <a:gd name="T0" fmla="*/ 199 w 187"/>
                  <a:gd name="T1" fmla="*/ 58 h 113"/>
                  <a:gd name="T2" fmla="*/ 129 w 187"/>
                  <a:gd name="T3" fmla="*/ 45 h 113"/>
                  <a:gd name="T4" fmla="*/ 58 w 187"/>
                  <a:gd name="T5" fmla="*/ 25 h 113"/>
                  <a:gd name="T6" fmla="*/ 0 w 187"/>
                  <a:gd name="T7" fmla="*/ 0 h 113"/>
                  <a:gd name="T8" fmla="*/ 73 w 187"/>
                  <a:gd name="T9" fmla="*/ 92 h 113"/>
                  <a:gd name="T10" fmla="*/ 102 w 187"/>
                  <a:gd name="T11" fmla="*/ 119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7" h="113">
                    <a:moveTo>
                      <a:pt x="187" y="55"/>
                    </a:moveTo>
                    <a:cubicBezTo>
                      <a:pt x="170" y="42"/>
                      <a:pt x="140" y="46"/>
                      <a:pt x="120" y="42"/>
                    </a:cubicBezTo>
                    <a:cubicBezTo>
                      <a:pt x="99" y="37"/>
                      <a:pt x="75" y="34"/>
                      <a:pt x="55" y="25"/>
                    </a:cubicBezTo>
                    <a:cubicBezTo>
                      <a:pt x="37" y="17"/>
                      <a:pt x="21" y="2"/>
                      <a:pt x="0" y="0"/>
                    </a:cubicBezTo>
                    <a:cubicBezTo>
                      <a:pt x="30" y="21"/>
                      <a:pt x="50" y="57"/>
                      <a:pt x="69" y="86"/>
                    </a:cubicBezTo>
                    <a:cubicBezTo>
                      <a:pt x="77" y="98"/>
                      <a:pt x="84" y="106"/>
                      <a:pt x="96" y="1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8" name="Freeform 3902">
                <a:extLst>
                  <a:ext uri="{FF2B5EF4-FFF2-40B4-BE49-F238E27FC236}">
                    <a16:creationId xmlns:a16="http://schemas.microsoft.com/office/drawing/2014/main" id="{EA040F36-26B1-4CA1-B813-B251BFCAB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744"/>
                <a:ext cx="186" cy="53"/>
              </a:xfrm>
              <a:custGeom>
                <a:avLst/>
                <a:gdLst>
                  <a:gd name="T0" fmla="*/ 194 w 182"/>
                  <a:gd name="T1" fmla="*/ 54 h 52"/>
                  <a:gd name="T2" fmla="*/ 94 w 182"/>
                  <a:gd name="T3" fmla="*/ 21 h 52"/>
                  <a:gd name="T4" fmla="*/ 0 w 182"/>
                  <a:gd name="T5" fmla="*/ 0 h 52"/>
                  <a:gd name="T6" fmla="*/ 47 w 182"/>
                  <a:gd name="T7" fmla="*/ 55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2" h="52">
                    <a:moveTo>
                      <a:pt x="182" y="51"/>
                    </a:moveTo>
                    <a:cubicBezTo>
                      <a:pt x="164" y="28"/>
                      <a:pt x="114" y="26"/>
                      <a:pt x="88" y="21"/>
                    </a:cubicBezTo>
                    <a:cubicBezTo>
                      <a:pt x="59" y="15"/>
                      <a:pt x="25" y="15"/>
                      <a:pt x="0" y="0"/>
                    </a:cubicBezTo>
                    <a:cubicBezTo>
                      <a:pt x="10" y="18"/>
                      <a:pt x="28" y="39"/>
                      <a:pt x="44" y="5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9" name="Freeform 3903">
                <a:extLst>
                  <a:ext uri="{FF2B5EF4-FFF2-40B4-BE49-F238E27FC236}">
                    <a16:creationId xmlns:a16="http://schemas.microsoft.com/office/drawing/2014/main" id="{FC8059E5-30DA-475A-B2BB-D0B7A224E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731"/>
                <a:ext cx="175" cy="35"/>
              </a:xfrm>
              <a:custGeom>
                <a:avLst/>
                <a:gdLst>
                  <a:gd name="T0" fmla="*/ 183 w 171"/>
                  <a:gd name="T1" fmla="*/ 33 h 34"/>
                  <a:gd name="T2" fmla="*/ 93 w 171"/>
                  <a:gd name="T3" fmla="*/ 15 h 34"/>
                  <a:gd name="T4" fmla="*/ 0 w 171"/>
                  <a:gd name="T5" fmla="*/ 0 h 34"/>
                  <a:gd name="T6" fmla="*/ 29 w 171"/>
                  <a:gd name="T7" fmla="*/ 3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34">
                    <a:moveTo>
                      <a:pt x="171" y="30"/>
                    </a:moveTo>
                    <a:cubicBezTo>
                      <a:pt x="142" y="27"/>
                      <a:pt x="116" y="16"/>
                      <a:pt x="87" y="15"/>
                    </a:cubicBezTo>
                    <a:cubicBezTo>
                      <a:pt x="58" y="14"/>
                      <a:pt x="26" y="12"/>
                      <a:pt x="0" y="0"/>
                    </a:cubicBezTo>
                    <a:cubicBezTo>
                      <a:pt x="5" y="6"/>
                      <a:pt x="20" y="34"/>
                      <a:pt x="26" y="3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0" name="Freeform 3904">
                <a:extLst>
                  <a:ext uri="{FF2B5EF4-FFF2-40B4-BE49-F238E27FC236}">
                    <a16:creationId xmlns:a16="http://schemas.microsoft.com/office/drawing/2014/main" id="{09D8EE9E-D4F4-46CF-BB6F-AE5FC80B9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714"/>
                <a:ext cx="27" cy="38"/>
              </a:xfrm>
              <a:custGeom>
                <a:avLst/>
                <a:gdLst>
                  <a:gd name="T0" fmla="*/ 0 w 26"/>
                  <a:gd name="T1" fmla="*/ 0 h 38"/>
                  <a:gd name="T2" fmla="*/ 29 w 26"/>
                  <a:gd name="T3" fmla="*/ 38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8">
                    <a:moveTo>
                      <a:pt x="0" y="0"/>
                    </a:moveTo>
                    <a:cubicBezTo>
                      <a:pt x="3" y="15"/>
                      <a:pt x="16" y="28"/>
                      <a:pt x="26" y="3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1" name="Freeform 3905">
                <a:extLst>
                  <a:ext uri="{FF2B5EF4-FFF2-40B4-BE49-F238E27FC236}">
                    <a16:creationId xmlns:a16="http://schemas.microsoft.com/office/drawing/2014/main" id="{FB07E298-01C9-4749-A0EA-51A0FE194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863"/>
                <a:ext cx="273" cy="145"/>
              </a:xfrm>
              <a:custGeom>
                <a:avLst/>
                <a:gdLst>
                  <a:gd name="T0" fmla="*/ 285 w 267"/>
                  <a:gd name="T1" fmla="*/ 85 h 143"/>
                  <a:gd name="T2" fmla="*/ 186 w 267"/>
                  <a:gd name="T3" fmla="*/ 33 h 143"/>
                  <a:gd name="T4" fmla="*/ 137 w 267"/>
                  <a:gd name="T5" fmla="*/ 22 h 143"/>
                  <a:gd name="T6" fmla="*/ 87 w 267"/>
                  <a:gd name="T7" fmla="*/ 20 h 143"/>
                  <a:gd name="T8" fmla="*/ 0 w 267"/>
                  <a:gd name="T9" fmla="*/ 0 h 143"/>
                  <a:gd name="T10" fmla="*/ 164 w 267"/>
                  <a:gd name="T11" fmla="*/ 149 h 1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7" h="143">
                    <a:moveTo>
                      <a:pt x="267" y="82"/>
                    </a:moveTo>
                    <a:cubicBezTo>
                      <a:pt x="237" y="66"/>
                      <a:pt x="210" y="42"/>
                      <a:pt x="174" y="33"/>
                    </a:cubicBezTo>
                    <a:cubicBezTo>
                      <a:pt x="159" y="29"/>
                      <a:pt x="143" y="24"/>
                      <a:pt x="128" y="22"/>
                    </a:cubicBezTo>
                    <a:cubicBezTo>
                      <a:pt x="112" y="20"/>
                      <a:pt x="97" y="23"/>
                      <a:pt x="81" y="20"/>
                    </a:cubicBezTo>
                    <a:cubicBezTo>
                      <a:pt x="53" y="14"/>
                      <a:pt x="24" y="15"/>
                      <a:pt x="0" y="0"/>
                    </a:cubicBezTo>
                    <a:cubicBezTo>
                      <a:pt x="62" y="37"/>
                      <a:pt x="91" y="111"/>
                      <a:pt x="153" y="14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2" name="Freeform 3906">
                <a:extLst>
                  <a:ext uri="{FF2B5EF4-FFF2-40B4-BE49-F238E27FC236}">
                    <a16:creationId xmlns:a16="http://schemas.microsoft.com/office/drawing/2014/main" id="{2846E68A-0132-481C-8F42-ED99AF11C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779"/>
                <a:ext cx="207" cy="107"/>
              </a:xfrm>
              <a:custGeom>
                <a:avLst/>
                <a:gdLst>
                  <a:gd name="T0" fmla="*/ 125 w 203"/>
                  <a:gd name="T1" fmla="*/ 111 h 105"/>
                  <a:gd name="T2" fmla="*/ 62 w 203"/>
                  <a:gd name="T3" fmla="*/ 53 h 105"/>
                  <a:gd name="T4" fmla="*/ 0 w 203"/>
                  <a:gd name="T5" fmla="*/ 0 h 105"/>
                  <a:gd name="T6" fmla="*/ 157 w 203"/>
                  <a:gd name="T7" fmla="*/ 48 h 105"/>
                  <a:gd name="T8" fmla="*/ 215 w 203"/>
                  <a:gd name="T9" fmla="*/ 64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3" h="105">
                    <a:moveTo>
                      <a:pt x="119" y="105"/>
                    </a:moveTo>
                    <a:cubicBezTo>
                      <a:pt x="97" y="99"/>
                      <a:pt x="76" y="65"/>
                      <a:pt x="59" y="50"/>
                    </a:cubicBezTo>
                    <a:cubicBezTo>
                      <a:pt x="41" y="32"/>
                      <a:pt x="20" y="16"/>
                      <a:pt x="0" y="0"/>
                    </a:cubicBezTo>
                    <a:cubicBezTo>
                      <a:pt x="39" y="32"/>
                      <a:pt x="99" y="41"/>
                      <a:pt x="148" y="45"/>
                    </a:cubicBezTo>
                    <a:cubicBezTo>
                      <a:pt x="168" y="47"/>
                      <a:pt x="187" y="48"/>
                      <a:pt x="203" y="6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3" name="Freeform 3907">
                <a:extLst>
                  <a:ext uri="{FF2B5EF4-FFF2-40B4-BE49-F238E27FC236}">
                    <a16:creationId xmlns:a16="http://schemas.microsoft.com/office/drawing/2014/main" id="{CF54FAD9-B644-4CEF-A3E0-FE624567E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719"/>
                <a:ext cx="173" cy="162"/>
              </a:xfrm>
              <a:custGeom>
                <a:avLst/>
                <a:gdLst>
                  <a:gd name="T0" fmla="*/ 179 w 170"/>
                  <a:gd name="T1" fmla="*/ 152 h 159"/>
                  <a:gd name="T2" fmla="*/ 81 w 170"/>
                  <a:gd name="T3" fmla="*/ 78 h 159"/>
                  <a:gd name="T4" fmla="*/ 0 w 170"/>
                  <a:gd name="T5" fmla="*/ 0 h 159"/>
                  <a:gd name="T6" fmla="*/ 21 w 170"/>
                  <a:gd name="T7" fmla="*/ 7 h 159"/>
                  <a:gd name="T8" fmla="*/ 60 w 170"/>
                  <a:gd name="T9" fmla="*/ 16 h 159"/>
                  <a:gd name="T10" fmla="*/ 113 w 170"/>
                  <a:gd name="T11" fmla="*/ 25 h 159"/>
                  <a:gd name="T12" fmla="*/ 169 w 170"/>
                  <a:gd name="T13" fmla="*/ 50 h 1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159">
                    <a:moveTo>
                      <a:pt x="170" y="143"/>
                    </a:moveTo>
                    <a:cubicBezTo>
                      <a:pt x="140" y="159"/>
                      <a:pt x="94" y="93"/>
                      <a:pt x="78" y="75"/>
                    </a:cubicBezTo>
                    <a:cubicBezTo>
                      <a:pt x="56" y="48"/>
                      <a:pt x="28" y="21"/>
                      <a:pt x="0" y="0"/>
                    </a:cubicBezTo>
                    <a:cubicBezTo>
                      <a:pt x="8" y="0"/>
                      <a:pt x="14" y="4"/>
                      <a:pt x="21" y="7"/>
                    </a:cubicBezTo>
                    <a:cubicBezTo>
                      <a:pt x="32" y="12"/>
                      <a:pt x="45" y="14"/>
                      <a:pt x="57" y="16"/>
                    </a:cubicBezTo>
                    <a:cubicBezTo>
                      <a:pt x="73" y="19"/>
                      <a:pt x="91" y="21"/>
                      <a:pt x="107" y="25"/>
                    </a:cubicBezTo>
                    <a:cubicBezTo>
                      <a:pt x="119" y="28"/>
                      <a:pt x="155" y="35"/>
                      <a:pt x="160" y="4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4" name="Freeform 3908">
                <a:extLst>
                  <a:ext uri="{FF2B5EF4-FFF2-40B4-BE49-F238E27FC236}">
                    <a16:creationId xmlns:a16="http://schemas.microsoft.com/office/drawing/2014/main" id="{BD8EC016-E2D4-4843-BF36-F0D2E8BAA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1665"/>
                <a:ext cx="211" cy="81"/>
              </a:xfrm>
              <a:custGeom>
                <a:avLst/>
                <a:gdLst>
                  <a:gd name="T0" fmla="*/ 145 w 207"/>
                  <a:gd name="T1" fmla="*/ 83 h 80"/>
                  <a:gd name="T2" fmla="*/ 78 w 207"/>
                  <a:gd name="T3" fmla="*/ 43 h 80"/>
                  <a:gd name="T4" fmla="*/ 0 w 207"/>
                  <a:gd name="T5" fmla="*/ 0 h 80"/>
                  <a:gd name="T6" fmla="*/ 92 w 207"/>
                  <a:gd name="T7" fmla="*/ 24 h 80"/>
                  <a:gd name="T8" fmla="*/ 153 w 207"/>
                  <a:gd name="T9" fmla="*/ 37 h 80"/>
                  <a:gd name="T10" fmla="*/ 219 w 207"/>
                  <a:gd name="T11" fmla="*/ 69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7" h="80">
                    <a:moveTo>
                      <a:pt x="136" y="80"/>
                    </a:moveTo>
                    <a:cubicBezTo>
                      <a:pt x="116" y="68"/>
                      <a:pt x="96" y="53"/>
                      <a:pt x="75" y="40"/>
                    </a:cubicBezTo>
                    <a:cubicBezTo>
                      <a:pt x="51" y="25"/>
                      <a:pt x="25" y="13"/>
                      <a:pt x="0" y="0"/>
                    </a:cubicBezTo>
                    <a:cubicBezTo>
                      <a:pt x="24" y="13"/>
                      <a:pt x="59" y="17"/>
                      <a:pt x="86" y="24"/>
                    </a:cubicBezTo>
                    <a:cubicBezTo>
                      <a:pt x="106" y="29"/>
                      <a:pt x="125" y="32"/>
                      <a:pt x="144" y="37"/>
                    </a:cubicBezTo>
                    <a:cubicBezTo>
                      <a:pt x="167" y="42"/>
                      <a:pt x="189" y="52"/>
                      <a:pt x="207" y="6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5" name="Freeform 3909">
                <a:extLst>
                  <a:ext uri="{FF2B5EF4-FFF2-40B4-BE49-F238E27FC236}">
                    <a16:creationId xmlns:a16="http://schemas.microsoft.com/office/drawing/2014/main" id="{87B1125A-EAC1-447A-8175-1F46DEF84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618"/>
                <a:ext cx="137" cy="105"/>
              </a:xfrm>
              <a:custGeom>
                <a:avLst/>
                <a:gdLst>
                  <a:gd name="T0" fmla="*/ 143 w 134"/>
                  <a:gd name="T1" fmla="*/ 51 h 103"/>
                  <a:gd name="T2" fmla="*/ 100 w 134"/>
                  <a:gd name="T3" fmla="*/ 25 h 103"/>
                  <a:gd name="T4" fmla="*/ 52 w 134"/>
                  <a:gd name="T5" fmla="*/ 17 h 103"/>
                  <a:gd name="T6" fmla="*/ 0 w 134"/>
                  <a:gd name="T7" fmla="*/ 0 h 103"/>
                  <a:gd name="T8" fmla="*/ 45 w 134"/>
                  <a:gd name="T9" fmla="*/ 55 h 103"/>
                  <a:gd name="T10" fmla="*/ 78 w 134"/>
                  <a:gd name="T11" fmla="*/ 109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103">
                    <a:moveTo>
                      <a:pt x="134" y="48"/>
                    </a:moveTo>
                    <a:cubicBezTo>
                      <a:pt x="123" y="38"/>
                      <a:pt x="109" y="30"/>
                      <a:pt x="94" y="25"/>
                    </a:cubicBezTo>
                    <a:cubicBezTo>
                      <a:pt x="79" y="20"/>
                      <a:pt x="64" y="21"/>
                      <a:pt x="49" y="17"/>
                    </a:cubicBezTo>
                    <a:cubicBezTo>
                      <a:pt x="34" y="12"/>
                      <a:pt x="17" y="2"/>
                      <a:pt x="0" y="0"/>
                    </a:cubicBezTo>
                    <a:cubicBezTo>
                      <a:pt x="14" y="16"/>
                      <a:pt x="32" y="33"/>
                      <a:pt x="42" y="52"/>
                    </a:cubicBezTo>
                    <a:cubicBezTo>
                      <a:pt x="50" y="70"/>
                      <a:pt x="53" y="92"/>
                      <a:pt x="72" y="10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6" name="Freeform 3910">
                <a:extLst>
                  <a:ext uri="{FF2B5EF4-FFF2-40B4-BE49-F238E27FC236}">
                    <a16:creationId xmlns:a16="http://schemas.microsoft.com/office/drawing/2014/main" id="{6A97E104-9430-450D-A7F6-42B18968B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647"/>
                <a:ext cx="55" cy="58"/>
              </a:xfrm>
              <a:custGeom>
                <a:avLst/>
                <a:gdLst>
                  <a:gd name="T0" fmla="*/ 57 w 54"/>
                  <a:gd name="T1" fmla="*/ 60 h 57"/>
                  <a:gd name="T2" fmla="*/ 0 w 54"/>
                  <a:gd name="T3" fmla="*/ 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57">
                    <a:moveTo>
                      <a:pt x="54" y="57"/>
                    </a:moveTo>
                    <a:cubicBezTo>
                      <a:pt x="29" y="45"/>
                      <a:pt x="11" y="25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7" name="Freeform 3911">
                <a:extLst>
                  <a:ext uri="{FF2B5EF4-FFF2-40B4-BE49-F238E27FC236}">
                    <a16:creationId xmlns:a16="http://schemas.microsoft.com/office/drawing/2014/main" id="{CA639D9D-D0EF-44AD-AEC1-19CC5DEA1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1584"/>
                <a:ext cx="33" cy="56"/>
              </a:xfrm>
              <a:custGeom>
                <a:avLst/>
                <a:gdLst>
                  <a:gd name="T0" fmla="*/ 35 w 32"/>
                  <a:gd name="T1" fmla="*/ 58 h 55"/>
                  <a:gd name="T2" fmla="*/ 0 w 32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5">
                    <a:moveTo>
                      <a:pt x="32" y="55"/>
                    </a:moveTo>
                    <a:cubicBezTo>
                      <a:pt x="13" y="51"/>
                      <a:pt x="11" y="13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8" name="Freeform 3912">
                <a:extLst>
                  <a:ext uri="{FF2B5EF4-FFF2-40B4-BE49-F238E27FC236}">
                    <a16:creationId xmlns:a16="http://schemas.microsoft.com/office/drawing/2014/main" id="{7BEA32FA-26BB-47B8-B0F2-E6B4347AC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669"/>
                <a:ext cx="140" cy="160"/>
              </a:xfrm>
              <a:custGeom>
                <a:avLst/>
                <a:gdLst>
                  <a:gd name="T0" fmla="*/ 146 w 137"/>
                  <a:gd name="T1" fmla="*/ 166 h 157"/>
                  <a:gd name="T2" fmla="*/ 59 w 137"/>
                  <a:gd name="T3" fmla="*/ 86 h 157"/>
                  <a:gd name="T4" fmla="*/ 0 w 137"/>
                  <a:gd name="T5" fmla="*/ 0 h 157"/>
                  <a:gd name="T6" fmla="*/ 99 w 137"/>
                  <a:gd name="T7" fmla="*/ 42 h 157"/>
                  <a:gd name="T8" fmla="*/ 139 w 137"/>
                  <a:gd name="T9" fmla="*/ 56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157">
                    <a:moveTo>
                      <a:pt x="137" y="157"/>
                    </a:moveTo>
                    <a:cubicBezTo>
                      <a:pt x="102" y="136"/>
                      <a:pt x="77" y="116"/>
                      <a:pt x="56" y="80"/>
                    </a:cubicBezTo>
                    <a:cubicBezTo>
                      <a:pt x="39" y="53"/>
                      <a:pt x="15" y="27"/>
                      <a:pt x="0" y="0"/>
                    </a:cubicBezTo>
                    <a:cubicBezTo>
                      <a:pt x="29" y="16"/>
                      <a:pt x="62" y="30"/>
                      <a:pt x="93" y="39"/>
                    </a:cubicBezTo>
                    <a:cubicBezTo>
                      <a:pt x="107" y="43"/>
                      <a:pt x="118" y="45"/>
                      <a:pt x="130" y="5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9" name="Freeform 3913">
                <a:extLst>
                  <a:ext uri="{FF2B5EF4-FFF2-40B4-BE49-F238E27FC236}">
                    <a16:creationId xmlns:a16="http://schemas.microsoft.com/office/drawing/2014/main" id="{B6EE4CE2-AEE8-4632-AE61-CB967FEEC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830"/>
                <a:ext cx="208" cy="169"/>
              </a:xfrm>
              <a:custGeom>
                <a:avLst/>
                <a:gdLst>
                  <a:gd name="T0" fmla="*/ 216 w 204"/>
                  <a:gd name="T1" fmla="*/ 175 h 166"/>
                  <a:gd name="T2" fmla="*/ 93 w 204"/>
                  <a:gd name="T3" fmla="*/ 96 h 166"/>
                  <a:gd name="T4" fmla="*/ 46 w 204"/>
                  <a:gd name="T5" fmla="*/ 38 h 166"/>
                  <a:gd name="T6" fmla="*/ 0 w 204"/>
                  <a:gd name="T7" fmla="*/ 1 h 166"/>
                  <a:gd name="T8" fmla="*/ 62 w 204"/>
                  <a:gd name="T9" fmla="*/ 11 h 166"/>
                  <a:gd name="T10" fmla="*/ 111 w 204"/>
                  <a:gd name="T11" fmla="*/ 15 h 166"/>
                  <a:gd name="T12" fmla="*/ 155 w 204"/>
                  <a:gd name="T13" fmla="*/ 36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166">
                    <a:moveTo>
                      <a:pt x="204" y="166"/>
                    </a:moveTo>
                    <a:cubicBezTo>
                      <a:pt x="160" y="150"/>
                      <a:pt x="115" y="129"/>
                      <a:pt x="87" y="90"/>
                    </a:cubicBezTo>
                    <a:cubicBezTo>
                      <a:pt x="73" y="70"/>
                      <a:pt x="61" y="52"/>
                      <a:pt x="43" y="35"/>
                    </a:cubicBezTo>
                    <a:cubicBezTo>
                      <a:pt x="29" y="23"/>
                      <a:pt x="14" y="12"/>
                      <a:pt x="0" y="1"/>
                    </a:cubicBezTo>
                    <a:cubicBezTo>
                      <a:pt x="19" y="0"/>
                      <a:pt x="40" y="9"/>
                      <a:pt x="59" y="11"/>
                    </a:cubicBezTo>
                    <a:cubicBezTo>
                      <a:pt x="74" y="12"/>
                      <a:pt x="90" y="13"/>
                      <a:pt x="105" y="15"/>
                    </a:cubicBezTo>
                    <a:cubicBezTo>
                      <a:pt x="123" y="17"/>
                      <a:pt x="132" y="24"/>
                      <a:pt x="146" y="3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0" name="Freeform 3914">
                <a:extLst>
                  <a:ext uri="{FF2B5EF4-FFF2-40B4-BE49-F238E27FC236}">
                    <a16:creationId xmlns:a16="http://schemas.microsoft.com/office/drawing/2014/main" id="{18D81635-4CB8-41D1-8310-2544EC8C1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1873"/>
                <a:ext cx="222" cy="114"/>
              </a:xfrm>
              <a:custGeom>
                <a:avLst/>
                <a:gdLst>
                  <a:gd name="T0" fmla="*/ 0 w 218"/>
                  <a:gd name="T1" fmla="*/ 0 h 112"/>
                  <a:gd name="T2" fmla="*/ 75 w 218"/>
                  <a:gd name="T3" fmla="*/ 7 h 112"/>
                  <a:gd name="T4" fmla="*/ 140 w 218"/>
                  <a:gd name="T5" fmla="*/ 24 h 112"/>
                  <a:gd name="T6" fmla="*/ 230 w 218"/>
                  <a:gd name="T7" fmla="*/ 111 h 112"/>
                  <a:gd name="T8" fmla="*/ 189 w 218"/>
                  <a:gd name="T9" fmla="*/ 110 h 112"/>
                  <a:gd name="T10" fmla="*/ 157 w 218"/>
                  <a:gd name="T11" fmla="*/ 118 h 1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8" h="112">
                    <a:moveTo>
                      <a:pt x="0" y="0"/>
                    </a:moveTo>
                    <a:cubicBezTo>
                      <a:pt x="20" y="9"/>
                      <a:pt x="50" y="5"/>
                      <a:pt x="72" y="7"/>
                    </a:cubicBezTo>
                    <a:cubicBezTo>
                      <a:pt x="93" y="8"/>
                      <a:pt x="115" y="12"/>
                      <a:pt x="133" y="24"/>
                    </a:cubicBezTo>
                    <a:cubicBezTo>
                      <a:pt x="166" y="46"/>
                      <a:pt x="183" y="84"/>
                      <a:pt x="218" y="105"/>
                    </a:cubicBezTo>
                    <a:cubicBezTo>
                      <a:pt x="206" y="106"/>
                      <a:pt x="192" y="102"/>
                      <a:pt x="180" y="104"/>
                    </a:cubicBezTo>
                    <a:cubicBezTo>
                      <a:pt x="173" y="106"/>
                      <a:pt x="152" y="111"/>
                      <a:pt x="148" y="1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1" name="Freeform 3915">
                <a:extLst>
                  <a:ext uri="{FF2B5EF4-FFF2-40B4-BE49-F238E27FC236}">
                    <a16:creationId xmlns:a16="http://schemas.microsoft.com/office/drawing/2014/main" id="{ABF89E78-B613-4005-93C1-FBC1652E7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2085"/>
                <a:ext cx="183" cy="37"/>
              </a:xfrm>
              <a:custGeom>
                <a:avLst/>
                <a:gdLst>
                  <a:gd name="T0" fmla="*/ 189 w 180"/>
                  <a:gd name="T1" fmla="*/ 30 h 36"/>
                  <a:gd name="T2" fmla="*/ 0 w 180"/>
                  <a:gd name="T3" fmla="*/ 39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0" h="36">
                    <a:moveTo>
                      <a:pt x="180" y="27"/>
                    </a:moveTo>
                    <a:cubicBezTo>
                      <a:pt x="122" y="0"/>
                      <a:pt x="60" y="24"/>
                      <a:pt x="0" y="36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2" name="Freeform 3916">
                <a:extLst>
                  <a:ext uri="{FF2B5EF4-FFF2-40B4-BE49-F238E27FC236}">
                    <a16:creationId xmlns:a16="http://schemas.microsoft.com/office/drawing/2014/main" id="{7B0384C4-8527-41FD-91F2-9713E7488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960"/>
                <a:ext cx="232" cy="147"/>
              </a:xfrm>
              <a:custGeom>
                <a:avLst/>
                <a:gdLst>
                  <a:gd name="T0" fmla="*/ 242 w 227"/>
                  <a:gd name="T1" fmla="*/ 149 h 145"/>
                  <a:gd name="T2" fmla="*/ 99 w 227"/>
                  <a:gd name="T3" fmla="*/ 77 h 145"/>
                  <a:gd name="T4" fmla="*/ 36 w 227"/>
                  <a:gd name="T5" fmla="*/ 20 h 145"/>
                  <a:gd name="T6" fmla="*/ 0 w 227"/>
                  <a:gd name="T7" fmla="*/ 0 h 145"/>
                  <a:gd name="T8" fmla="*/ 96 w 227"/>
                  <a:gd name="T9" fmla="*/ 8 h 145"/>
                  <a:gd name="T10" fmla="*/ 144 w 227"/>
                  <a:gd name="T11" fmla="*/ 18 h 1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7" h="145">
                    <a:moveTo>
                      <a:pt x="227" y="143"/>
                    </a:moveTo>
                    <a:cubicBezTo>
                      <a:pt x="168" y="145"/>
                      <a:pt x="133" y="111"/>
                      <a:pt x="93" y="74"/>
                    </a:cubicBezTo>
                    <a:cubicBezTo>
                      <a:pt x="73" y="56"/>
                      <a:pt x="54" y="36"/>
                      <a:pt x="33" y="20"/>
                    </a:cubicBezTo>
                    <a:cubicBezTo>
                      <a:pt x="22" y="12"/>
                      <a:pt x="11" y="7"/>
                      <a:pt x="0" y="0"/>
                    </a:cubicBezTo>
                    <a:cubicBezTo>
                      <a:pt x="26" y="14"/>
                      <a:pt x="61" y="7"/>
                      <a:pt x="90" y="8"/>
                    </a:cubicBezTo>
                    <a:cubicBezTo>
                      <a:pt x="104" y="8"/>
                      <a:pt x="122" y="13"/>
                      <a:pt x="135" y="1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3" name="Freeform 3917">
                <a:extLst>
                  <a:ext uri="{FF2B5EF4-FFF2-40B4-BE49-F238E27FC236}">
                    <a16:creationId xmlns:a16="http://schemas.microsoft.com/office/drawing/2014/main" id="{6E5156F6-58A7-460A-92FD-AF8F66F6E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980"/>
                <a:ext cx="269" cy="143"/>
              </a:xfrm>
              <a:custGeom>
                <a:avLst/>
                <a:gdLst>
                  <a:gd name="T0" fmla="*/ 0 w 264"/>
                  <a:gd name="T1" fmla="*/ 0 h 140"/>
                  <a:gd name="T2" fmla="*/ 98 w 264"/>
                  <a:gd name="T3" fmla="*/ 23 h 140"/>
                  <a:gd name="T4" fmla="*/ 164 w 264"/>
                  <a:gd name="T5" fmla="*/ 55 h 140"/>
                  <a:gd name="T6" fmla="*/ 279 w 264"/>
                  <a:gd name="T7" fmla="*/ 149 h 1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4" h="140">
                    <a:moveTo>
                      <a:pt x="0" y="0"/>
                    </a:moveTo>
                    <a:cubicBezTo>
                      <a:pt x="27" y="16"/>
                      <a:pt x="63" y="14"/>
                      <a:pt x="92" y="23"/>
                    </a:cubicBezTo>
                    <a:cubicBezTo>
                      <a:pt x="114" y="30"/>
                      <a:pt x="138" y="39"/>
                      <a:pt x="155" y="52"/>
                    </a:cubicBezTo>
                    <a:cubicBezTo>
                      <a:pt x="191" y="79"/>
                      <a:pt x="225" y="120"/>
                      <a:pt x="264" y="14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4" name="Freeform 3918">
                <a:extLst>
                  <a:ext uri="{FF2B5EF4-FFF2-40B4-BE49-F238E27FC236}">
                    <a16:creationId xmlns:a16="http://schemas.microsoft.com/office/drawing/2014/main" id="{6106C0BF-3F04-4560-AD83-79DFFB16F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1873"/>
                <a:ext cx="170" cy="101"/>
              </a:xfrm>
              <a:custGeom>
                <a:avLst/>
                <a:gdLst>
                  <a:gd name="T0" fmla="*/ 176 w 167"/>
                  <a:gd name="T1" fmla="*/ 94 h 99"/>
                  <a:gd name="T2" fmla="*/ 91 w 167"/>
                  <a:gd name="T3" fmla="*/ 59 h 99"/>
                  <a:gd name="T4" fmla="*/ 0 w 167"/>
                  <a:gd name="T5" fmla="*/ 0 h 99"/>
                  <a:gd name="T6" fmla="*/ 21 w 167"/>
                  <a:gd name="T7" fmla="*/ 63 h 99"/>
                  <a:gd name="T8" fmla="*/ 45 w 167"/>
                  <a:gd name="T9" fmla="*/ 105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99">
                    <a:moveTo>
                      <a:pt x="167" y="88"/>
                    </a:moveTo>
                    <a:cubicBezTo>
                      <a:pt x="142" y="73"/>
                      <a:pt x="112" y="66"/>
                      <a:pt x="85" y="56"/>
                    </a:cubicBezTo>
                    <a:cubicBezTo>
                      <a:pt x="52" y="44"/>
                      <a:pt x="31" y="16"/>
                      <a:pt x="0" y="0"/>
                    </a:cubicBezTo>
                    <a:cubicBezTo>
                      <a:pt x="9" y="20"/>
                      <a:pt x="14" y="40"/>
                      <a:pt x="21" y="60"/>
                    </a:cubicBezTo>
                    <a:cubicBezTo>
                      <a:pt x="25" y="72"/>
                      <a:pt x="30" y="91"/>
                      <a:pt x="42" y="9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5" name="Freeform 3919">
                <a:extLst>
                  <a:ext uri="{FF2B5EF4-FFF2-40B4-BE49-F238E27FC236}">
                    <a16:creationId xmlns:a16="http://schemas.microsoft.com/office/drawing/2014/main" id="{9DBE7A76-2B9C-48BA-A690-5CA93642E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1778"/>
                <a:ext cx="173" cy="155"/>
              </a:xfrm>
              <a:custGeom>
                <a:avLst/>
                <a:gdLst>
                  <a:gd name="T0" fmla="*/ 179 w 170"/>
                  <a:gd name="T1" fmla="*/ 57 h 152"/>
                  <a:gd name="T2" fmla="*/ 95 w 170"/>
                  <a:gd name="T3" fmla="*/ 31 h 152"/>
                  <a:gd name="T4" fmla="*/ 0 w 170"/>
                  <a:gd name="T5" fmla="*/ 0 h 152"/>
                  <a:gd name="T6" fmla="*/ 53 w 170"/>
                  <a:gd name="T7" fmla="*/ 65 h 152"/>
                  <a:gd name="T8" fmla="*/ 78 w 170"/>
                  <a:gd name="T9" fmla="*/ 117 h 152"/>
                  <a:gd name="T10" fmla="*/ 124 w 170"/>
                  <a:gd name="T11" fmla="*/ 161 h 1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0" h="152">
                    <a:moveTo>
                      <a:pt x="170" y="54"/>
                    </a:moveTo>
                    <a:cubicBezTo>
                      <a:pt x="148" y="39"/>
                      <a:pt x="115" y="34"/>
                      <a:pt x="89" y="28"/>
                    </a:cubicBezTo>
                    <a:cubicBezTo>
                      <a:pt x="59" y="22"/>
                      <a:pt x="28" y="11"/>
                      <a:pt x="0" y="0"/>
                    </a:cubicBezTo>
                    <a:cubicBezTo>
                      <a:pt x="21" y="17"/>
                      <a:pt x="38" y="38"/>
                      <a:pt x="50" y="62"/>
                    </a:cubicBezTo>
                    <a:cubicBezTo>
                      <a:pt x="58" y="78"/>
                      <a:pt x="65" y="95"/>
                      <a:pt x="75" y="111"/>
                    </a:cubicBezTo>
                    <a:cubicBezTo>
                      <a:pt x="86" y="130"/>
                      <a:pt x="102" y="139"/>
                      <a:pt x="118" y="15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6" name="Freeform 3920">
                <a:extLst>
                  <a:ext uri="{FF2B5EF4-FFF2-40B4-BE49-F238E27FC236}">
                    <a16:creationId xmlns:a16="http://schemas.microsoft.com/office/drawing/2014/main" id="{5834A946-53A5-4CC1-A004-5D01CC54C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1770"/>
                <a:ext cx="87" cy="106"/>
              </a:xfrm>
              <a:custGeom>
                <a:avLst/>
                <a:gdLst>
                  <a:gd name="T0" fmla="*/ 91 w 85"/>
                  <a:gd name="T1" fmla="*/ 110 h 104"/>
                  <a:gd name="T2" fmla="*/ 30 w 85"/>
                  <a:gd name="T3" fmla="*/ 47 h 104"/>
                  <a:gd name="T4" fmla="*/ 0 w 85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04">
                    <a:moveTo>
                      <a:pt x="85" y="104"/>
                    </a:moveTo>
                    <a:cubicBezTo>
                      <a:pt x="61" y="89"/>
                      <a:pt x="42" y="68"/>
                      <a:pt x="27" y="44"/>
                    </a:cubicBezTo>
                    <a:cubicBezTo>
                      <a:pt x="18" y="30"/>
                      <a:pt x="12" y="12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7" name="Freeform 3921">
                <a:extLst>
                  <a:ext uri="{FF2B5EF4-FFF2-40B4-BE49-F238E27FC236}">
                    <a16:creationId xmlns:a16="http://schemas.microsoft.com/office/drawing/2014/main" id="{6B8CB869-E2F3-4497-9B38-5220EB438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1755"/>
                <a:ext cx="30" cy="25"/>
              </a:xfrm>
              <a:custGeom>
                <a:avLst/>
                <a:gdLst>
                  <a:gd name="T0" fmla="*/ 32 w 29"/>
                  <a:gd name="T1" fmla="*/ 27 h 24"/>
                  <a:gd name="T2" fmla="*/ 0 w 29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4">
                    <a:moveTo>
                      <a:pt x="29" y="24"/>
                    </a:moveTo>
                    <a:cubicBezTo>
                      <a:pt x="21" y="22"/>
                      <a:pt x="7" y="6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8" name="Freeform 3922">
                <a:extLst>
                  <a:ext uri="{FF2B5EF4-FFF2-40B4-BE49-F238E27FC236}">
                    <a16:creationId xmlns:a16="http://schemas.microsoft.com/office/drawing/2014/main" id="{C5B7696C-9C6E-4051-A458-DC3F6D458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" y="1794"/>
                <a:ext cx="81" cy="87"/>
              </a:xfrm>
              <a:custGeom>
                <a:avLst/>
                <a:gdLst>
                  <a:gd name="T0" fmla="*/ 85 w 79"/>
                  <a:gd name="T1" fmla="*/ 91 h 85"/>
                  <a:gd name="T2" fmla="*/ 0 w 79"/>
                  <a:gd name="T3" fmla="*/ 0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85">
                    <a:moveTo>
                      <a:pt x="79" y="85"/>
                    </a:moveTo>
                    <a:cubicBezTo>
                      <a:pt x="42" y="74"/>
                      <a:pt x="20" y="29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9" name="Freeform 3923">
                <a:extLst>
                  <a:ext uri="{FF2B5EF4-FFF2-40B4-BE49-F238E27FC236}">
                    <a16:creationId xmlns:a16="http://schemas.microsoft.com/office/drawing/2014/main" id="{C8DF70BA-D403-4283-90BC-5595606FE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1728"/>
                <a:ext cx="104" cy="105"/>
              </a:xfrm>
              <a:custGeom>
                <a:avLst/>
                <a:gdLst>
                  <a:gd name="T0" fmla="*/ 108 w 102"/>
                  <a:gd name="T1" fmla="*/ 109 h 103"/>
                  <a:gd name="T2" fmla="*/ 49 w 102"/>
                  <a:gd name="T3" fmla="*/ 36 h 103"/>
                  <a:gd name="T4" fmla="*/ 0 w 102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03">
                    <a:moveTo>
                      <a:pt x="102" y="103"/>
                    </a:moveTo>
                    <a:cubicBezTo>
                      <a:pt x="73" y="99"/>
                      <a:pt x="61" y="54"/>
                      <a:pt x="46" y="33"/>
                    </a:cubicBezTo>
                    <a:cubicBezTo>
                      <a:pt x="36" y="19"/>
                      <a:pt x="18" y="2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0" name="Freeform 3924">
                <a:extLst>
                  <a:ext uri="{FF2B5EF4-FFF2-40B4-BE49-F238E27FC236}">
                    <a16:creationId xmlns:a16="http://schemas.microsoft.com/office/drawing/2014/main" id="{8B4E9634-3578-4AA2-ADF7-B12E0D4B9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706"/>
                <a:ext cx="182" cy="159"/>
              </a:xfrm>
              <a:custGeom>
                <a:avLst/>
                <a:gdLst>
                  <a:gd name="T0" fmla="*/ 190 w 178"/>
                  <a:gd name="T1" fmla="*/ 167 h 155"/>
                  <a:gd name="T2" fmla="*/ 136 w 178"/>
                  <a:gd name="T3" fmla="*/ 96 h 155"/>
                  <a:gd name="T4" fmla="*/ 66 w 178"/>
                  <a:gd name="T5" fmla="*/ 32 h 155"/>
                  <a:gd name="T6" fmla="*/ 0 w 178"/>
                  <a:gd name="T7" fmla="*/ 0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8" h="155">
                    <a:moveTo>
                      <a:pt x="178" y="155"/>
                    </a:moveTo>
                    <a:cubicBezTo>
                      <a:pt x="155" y="137"/>
                      <a:pt x="145" y="112"/>
                      <a:pt x="127" y="90"/>
                    </a:cubicBezTo>
                    <a:cubicBezTo>
                      <a:pt x="109" y="66"/>
                      <a:pt x="88" y="46"/>
                      <a:pt x="63" y="29"/>
                    </a:cubicBezTo>
                    <a:cubicBezTo>
                      <a:pt x="43" y="15"/>
                      <a:pt x="18" y="12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1" name="Freeform 3925">
                <a:extLst>
                  <a:ext uri="{FF2B5EF4-FFF2-40B4-BE49-F238E27FC236}">
                    <a16:creationId xmlns:a16="http://schemas.microsoft.com/office/drawing/2014/main" id="{446FBB79-29BF-47A6-9C05-51E03EE56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637"/>
                <a:ext cx="80" cy="38"/>
              </a:xfrm>
              <a:custGeom>
                <a:avLst/>
                <a:gdLst>
                  <a:gd name="T0" fmla="*/ 84 w 78"/>
                  <a:gd name="T1" fmla="*/ 40 h 37"/>
                  <a:gd name="T2" fmla="*/ 0 w 78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7">
                    <a:moveTo>
                      <a:pt x="78" y="37"/>
                    </a:moveTo>
                    <a:cubicBezTo>
                      <a:pt x="69" y="6"/>
                      <a:pt x="23" y="1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2" name="Freeform 3926">
                <a:extLst>
                  <a:ext uri="{FF2B5EF4-FFF2-40B4-BE49-F238E27FC236}">
                    <a16:creationId xmlns:a16="http://schemas.microsoft.com/office/drawing/2014/main" id="{18BDB1C7-49C6-4E5A-89A6-0799B5AB2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663"/>
                <a:ext cx="123" cy="123"/>
              </a:xfrm>
              <a:custGeom>
                <a:avLst/>
                <a:gdLst>
                  <a:gd name="T0" fmla="*/ 127 w 121"/>
                  <a:gd name="T1" fmla="*/ 127 h 121"/>
                  <a:gd name="T2" fmla="*/ 50 w 121"/>
                  <a:gd name="T3" fmla="*/ 52 h 121"/>
                  <a:gd name="T4" fmla="*/ 0 w 121"/>
                  <a:gd name="T5" fmla="*/ 0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21">
                    <a:moveTo>
                      <a:pt x="121" y="121"/>
                    </a:moveTo>
                    <a:cubicBezTo>
                      <a:pt x="89" y="103"/>
                      <a:pt x="69" y="79"/>
                      <a:pt x="47" y="49"/>
                    </a:cubicBezTo>
                    <a:cubicBezTo>
                      <a:pt x="34" y="32"/>
                      <a:pt x="19" y="9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3" name="Freeform 3927">
                <a:extLst>
                  <a:ext uri="{FF2B5EF4-FFF2-40B4-BE49-F238E27FC236}">
                    <a16:creationId xmlns:a16="http://schemas.microsoft.com/office/drawing/2014/main" id="{F638B0C3-3B83-488A-AB42-B121B4236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691"/>
                <a:ext cx="171" cy="46"/>
              </a:xfrm>
              <a:custGeom>
                <a:avLst/>
                <a:gdLst>
                  <a:gd name="T0" fmla="*/ 177 w 168"/>
                  <a:gd name="T1" fmla="*/ 48 h 45"/>
                  <a:gd name="T2" fmla="*/ 127 w 168"/>
                  <a:gd name="T3" fmla="*/ 22 h 45"/>
                  <a:gd name="T4" fmla="*/ 70 w 168"/>
                  <a:gd name="T5" fmla="*/ 15 h 45"/>
                  <a:gd name="T6" fmla="*/ 0 w 168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8" h="45">
                    <a:moveTo>
                      <a:pt x="168" y="45"/>
                    </a:moveTo>
                    <a:cubicBezTo>
                      <a:pt x="152" y="38"/>
                      <a:pt x="140" y="27"/>
                      <a:pt x="121" y="22"/>
                    </a:cubicBezTo>
                    <a:cubicBezTo>
                      <a:pt x="102" y="17"/>
                      <a:pt x="86" y="16"/>
                      <a:pt x="67" y="15"/>
                    </a:cubicBezTo>
                    <a:cubicBezTo>
                      <a:pt x="46" y="14"/>
                      <a:pt x="17" y="1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4" name="Freeform 3928">
                <a:extLst>
                  <a:ext uri="{FF2B5EF4-FFF2-40B4-BE49-F238E27FC236}">
                    <a16:creationId xmlns:a16="http://schemas.microsoft.com/office/drawing/2014/main" id="{7A5BE0BD-802B-4A37-93DB-4B7742DD2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706"/>
                <a:ext cx="29" cy="101"/>
              </a:xfrm>
              <a:custGeom>
                <a:avLst/>
                <a:gdLst>
                  <a:gd name="T0" fmla="*/ 0 w 29"/>
                  <a:gd name="T1" fmla="*/ 0 h 99"/>
                  <a:gd name="T2" fmla="*/ 20 w 29"/>
                  <a:gd name="T3" fmla="*/ 69 h 99"/>
                  <a:gd name="T4" fmla="*/ 29 w 29"/>
                  <a:gd name="T5" fmla="*/ 105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99">
                    <a:moveTo>
                      <a:pt x="0" y="0"/>
                    </a:moveTo>
                    <a:cubicBezTo>
                      <a:pt x="10" y="23"/>
                      <a:pt x="17" y="40"/>
                      <a:pt x="20" y="66"/>
                    </a:cubicBezTo>
                    <a:cubicBezTo>
                      <a:pt x="21" y="78"/>
                      <a:pt x="25" y="89"/>
                      <a:pt x="29" y="9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5" name="Freeform 3929">
                <a:extLst>
                  <a:ext uri="{FF2B5EF4-FFF2-40B4-BE49-F238E27FC236}">
                    <a16:creationId xmlns:a16="http://schemas.microsoft.com/office/drawing/2014/main" id="{2BCED7AB-14D2-4CBD-B225-56EFB30D4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605"/>
                <a:ext cx="23" cy="13"/>
              </a:xfrm>
              <a:custGeom>
                <a:avLst/>
                <a:gdLst>
                  <a:gd name="T0" fmla="*/ 23 w 23"/>
                  <a:gd name="T1" fmla="*/ 15 h 12"/>
                  <a:gd name="T2" fmla="*/ 0 w 2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2">
                    <a:moveTo>
                      <a:pt x="23" y="12"/>
                    </a:moveTo>
                    <a:cubicBezTo>
                      <a:pt x="18" y="6"/>
                      <a:pt x="7" y="3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6" name="Freeform 3930">
                <a:extLst>
                  <a:ext uri="{FF2B5EF4-FFF2-40B4-BE49-F238E27FC236}">
                    <a16:creationId xmlns:a16="http://schemas.microsoft.com/office/drawing/2014/main" id="{AA1BB8E1-C810-476C-A7AD-52532B529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" y="1920"/>
                <a:ext cx="47" cy="41"/>
              </a:xfrm>
              <a:custGeom>
                <a:avLst/>
                <a:gdLst>
                  <a:gd name="T0" fmla="*/ 49 w 46"/>
                  <a:gd name="T1" fmla="*/ 37 h 40"/>
                  <a:gd name="T2" fmla="*/ 17 w 46"/>
                  <a:gd name="T3" fmla="*/ 30 h 40"/>
                  <a:gd name="T4" fmla="*/ 3 w 46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0">
                    <a:moveTo>
                      <a:pt x="46" y="34"/>
                    </a:moveTo>
                    <a:cubicBezTo>
                      <a:pt x="43" y="40"/>
                      <a:pt x="30" y="35"/>
                      <a:pt x="17" y="27"/>
                    </a:cubicBezTo>
                    <a:cubicBezTo>
                      <a:pt x="6" y="20"/>
                      <a:pt x="0" y="7"/>
                      <a:pt x="3" y="0"/>
                    </a:cubicBezTo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7" name="Freeform 3931">
                <a:extLst>
                  <a:ext uri="{FF2B5EF4-FFF2-40B4-BE49-F238E27FC236}">
                    <a16:creationId xmlns:a16="http://schemas.microsoft.com/office/drawing/2014/main" id="{615AC3D4-FA86-4B84-BB6F-B671D60AD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" y="1914"/>
                <a:ext cx="61" cy="40"/>
              </a:xfrm>
              <a:custGeom>
                <a:avLst/>
                <a:gdLst>
                  <a:gd name="T0" fmla="*/ 46 w 60"/>
                  <a:gd name="T1" fmla="*/ 40 h 40"/>
                  <a:gd name="T2" fmla="*/ 51 w 60"/>
                  <a:gd name="T3" fmla="*/ 8 h 40"/>
                  <a:gd name="T4" fmla="*/ 0 w 60"/>
                  <a:gd name="T5" fmla="*/ 6 h 40"/>
                  <a:gd name="T6" fmla="*/ 46 w 60"/>
                  <a:gd name="T7" fmla="*/ 4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40">
                    <a:moveTo>
                      <a:pt x="43" y="40"/>
                    </a:moveTo>
                    <a:cubicBezTo>
                      <a:pt x="43" y="40"/>
                      <a:pt x="60" y="13"/>
                      <a:pt x="48" y="8"/>
                    </a:cubicBezTo>
                    <a:cubicBezTo>
                      <a:pt x="36" y="4"/>
                      <a:pt x="2" y="0"/>
                      <a:pt x="0" y="6"/>
                    </a:cubicBezTo>
                    <a:cubicBezTo>
                      <a:pt x="0" y="6"/>
                      <a:pt x="29" y="37"/>
                      <a:pt x="43" y="40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8" name="Freeform 3932">
                <a:extLst>
                  <a:ext uri="{FF2B5EF4-FFF2-40B4-BE49-F238E27FC236}">
                    <a16:creationId xmlns:a16="http://schemas.microsoft.com/office/drawing/2014/main" id="{76E2710C-1074-4DB6-84C8-8FD953B1D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2090"/>
                <a:ext cx="49" cy="34"/>
              </a:xfrm>
              <a:custGeom>
                <a:avLst/>
                <a:gdLst>
                  <a:gd name="T0" fmla="*/ 49 w 48"/>
                  <a:gd name="T1" fmla="*/ 28 h 33"/>
                  <a:gd name="T2" fmla="*/ 20 w 48"/>
                  <a:gd name="T3" fmla="*/ 31 h 33"/>
                  <a:gd name="T4" fmla="*/ 3 w 48"/>
                  <a:gd name="T5" fmla="*/ 8 h 33"/>
                  <a:gd name="T6" fmla="*/ 32 w 48"/>
                  <a:gd name="T7" fmla="*/ 5 h 33"/>
                  <a:gd name="T8" fmla="*/ 49 w 48"/>
                  <a:gd name="T9" fmla="*/ 2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3">
                    <a:moveTo>
                      <a:pt x="46" y="25"/>
                    </a:moveTo>
                    <a:cubicBezTo>
                      <a:pt x="43" y="31"/>
                      <a:pt x="32" y="33"/>
                      <a:pt x="20" y="28"/>
                    </a:cubicBezTo>
                    <a:cubicBezTo>
                      <a:pt x="8" y="24"/>
                      <a:pt x="0" y="15"/>
                      <a:pt x="3" y="8"/>
                    </a:cubicBezTo>
                    <a:cubicBezTo>
                      <a:pt x="5" y="2"/>
                      <a:pt x="17" y="0"/>
                      <a:pt x="29" y="5"/>
                    </a:cubicBezTo>
                    <a:cubicBezTo>
                      <a:pt x="41" y="9"/>
                      <a:pt x="48" y="18"/>
                      <a:pt x="46" y="25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9" name="Freeform 3933">
                <a:extLst>
                  <a:ext uri="{FF2B5EF4-FFF2-40B4-BE49-F238E27FC236}">
                    <a16:creationId xmlns:a16="http://schemas.microsoft.com/office/drawing/2014/main" id="{483AB48C-0219-4434-B3E6-C12250091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2170"/>
                <a:ext cx="49" cy="32"/>
              </a:xfrm>
              <a:custGeom>
                <a:avLst/>
                <a:gdLst>
                  <a:gd name="T0" fmla="*/ 48 w 48"/>
                  <a:gd name="T1" fmla="*/ 24 h 32"/>
                  <a:gd name="T2" fmla="*/ 19 w 48"/>
                  <a:gd name="T3" fmla="*/ 28 h 32"/>
                  <a:gd name="T4" fmla="*/ 2 w 48"/>
                  <a:gd name="T5" fmla="*/ 8 h 32"/>
                  <a:gd name="T6" fmla="*/ 31 w 48"/>
                  <a:gd name="T7" fmla="*/ 4 h 32"/>
                  <a:gd name="T8" fmla="*/ 48 w 48"/>
                  <a:gd name="T9" fmla="*/ 2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2">
                    <a:moveTo>
                      <a:pt x="45" y="24"/>
                    </a:moveTo>
                    <a:cubicBezTo>
                      <a:pt x="43" y="31"/>
                      <a:pt x="31" y="32"/>
                      <a:pt x="19" y="28"/>
                    </a:cubicBezTo>
                    <a:cubicBezTo>
                      <a:pt x="7" y="23"/>
                      <a:pt x="0" y="14"/>
                      <a:pt x="2" y="8"/>
                    </a:cubicBezTo>
                    <a:cubicBezTo>
                      <a:pt x="5" y="1"/>
                      <a:pt x="16" y="0"/>
                      <a:pt x="28" y="4"/>
                    </a:cubicBezTo>
                    <a:cubicBezTo>
                      <a:pt x="40" y="9"/>
                      <a:pt x="48" y="18"/>
                      <a:pt x="45" y="24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0" name="Freeform 3934">
                <a:extLst>
                  <a:ext uri="{FF2B5EF4-FFF2-40B4-BE49-F238E27FC236}">
                    <a16:creationId xmlns:a16="http://schemas.microsoft.com/office/drawing/2014/main" id="{C0C9190D-5C4E-419F-8A66-5CF910669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142"/>
                <a:ext cx="72" cy="22"/>
              </a:xfrm>
              <a:custGeom>
                <a:avLst/>
                <a:gdLst>
                  <a:gd name="T0" fmla="*/ 76 w 70"/>
                  <a:gd name="T1" fmla="*/ 15 h 21"/>
                  <a:gd name="T2" fmla="*/ 33 w 70"/>
                  <a:gd name="T3" fmla="*/ 22 h 21"/>
                  <a:gd name="T4" fmla="*/ 2 w 70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1">
                    <a:moveTo>
                      <a:pt x="70" y="12"/>
                    </a:moveTo>
                    <a:cubicBezTo>
                      <a:pt x="69" y="18"/>
                      <a:pt x="43" y="21"/>
                      <a:pt x="30" y="19"/>
                    </a:cubicBezTo>
                    <a:cubicBezTo>
                      <a:pt x="18" y="17"/>
                      <a:pt x="0" y="7"/>
                      <a:pt x="2" y="0"/>
                    </a:cubicBezTo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1" name="Freeform 3935">
                <a:extLst>
                  <a:ext uri="{FF2B5EF4-FFF2-40B4-BE49-F238E27FC236}">
                    <a16:creationId xmlns:a16="http://schemas.microsoft.com/office/drawing/2014/main" id="{409087E6-4F25-46D1-ABFE-D21620677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124"/>
                <a:ext cx="71" cy="30"/>
              </a:xfrm>
              <a:custGeom>
                <a:avLst/>
                <a:gdLst>
                  <a:gd name="T0" fmla="*/ 74 w 69"/>
                  <a:gd name="T1" fmla="*/ 30 h 30"/>
                  <a:gd name="T2" fmla="*/ 61 w 69"/>
                  <a:gd name="T3" fmla="*/ 2 h 30"/>
                  <a:gd name="T4" fmla="*/ 0 w 69"/>
                  <a:gd name="T5" fmla="*/ 18 h 30"/>
                  <a:gd name="T6" fmla="*/ 74 w 69"/>
                  <a:gd name="T7" fmla="*/ 3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30">
                    <a:moveTo>
                      <a:pt x="68" y="30"/>
                    </a:moveTo>
                    <a:cubicBezTo>
                      <a:pt x="69" y="23"/>
                      <a:pt x="68" y="4"/>
                      <a:pt x="55" y="2"/>
                    </a:cubicBezTo>
                    <a:cubicBezTo>
                      <a:pt x="43" y="0"/>
                      <a:pt x="1" y="11"/>
                      <a:pt x="0" y="18"/>
                    </a:cubicBezTo>
                    <a:lnTo>
                      <a:pt x="68" y="30"/>
                    </a:ln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2" name="Freeform 3936">
                <a:extLst>
                  <a:ext uri="{FF2B5EF4-FFF2-40B4-BE49-F238E27FC236}">
                    <a16:creationId xmlns:a16="http://schemas.microsoft.com/office/drawing/2014/main" id="{FD4E4592-B245-4EBA-A995-D4BF204FB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306"/>
                <a:ext cx="49" cy="34"/>
              </a:xfrm>
              <a:custGeom>
                <a:avLst/>
                <a:gdLst>
                  <a:gd name="T0" fmla="*/ 49 w 48"/>
                  <a:gd name="T1" fmla="*/ 27 h 33"/>
                  <a:gd name="T2" fmla="*/ 19 w 48"/>
                  <a:gd name="T3" fmla="*/ 31 h 33"/>
                  <a:gd name="T4" fmla="*/ 2 w 48"/>
                  <a:gd name="T5" fmla="*/ 8 h 33"/>
                  <a:gd name="T6" fmla="*/ 32 w 48"/>
                  <a:gd name="T7" fmla="*/ 4 h 33"/>
                  <a:gd name="T8" fmla="*/ 49 w 48"/>
                  <a:gd name="T9" fmla="*/ 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3">
                    <a:moveTo>
                      <a:pt x="46" y="24"/>
                    </a:moveTo>
                    <a:cubicBezTo>
                      <a:pt x="43" y="31"/>
                      <a:pt x="31" y="33"/>
                      <a:pt x="19" y="28"/>
                    </a:cubicBezTo>
                    <a:cubicBezTo>
                      <a:pt x="7" y="23"/>
                      <a:pt x="0" y="14"/>
                      <a:pt x="2" y="8"/>
                    </a:cubicBezTo>
                    <a:cubicBezTo>
                      <a:pt x="5" y="1"/>
                      <a:pt x="17" y="0"/>
                      <a:pt x="29" y="4"/>
                    </a:cubicBezTo>
                    <a:cubicBezTo>
                      <a:pt x="40" y="9"/>
                      <a:pt x="48" y="18"/>
                      <a:pt x="46" y="24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3" name="Freeform 3937">
                <a:extLst>
                  <a:ext uri="{FF2B5EF4-FFF2-40B4-BE49-F238E27FC236}">
                    <a16:creationId xmlns:a16="http://schemas.microsoft.com/office/drawing/2014/main" id="{0F07924D-60B1-49EC-9F0F-81E0D95AB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301"/>
                <a:ext cx="49" cy="34"/>
              </a:xfrm>
              <a:custGeom>
                <a:avLst/>
                <a:gdLst>
                  <a:gd name="T0" fmla="*/ 49 w 48"/>
                  <a:gd name="T1" fmla="*/ 28 h 33"/>
                  <a:gd name="T2" fmla="*/ 19 w 48"/>
                  <a:gd name="T3" fmla="*/ 31 h 33"/>
                  <a:gd name="T4" fmla="*/ 2 w 48"/>
                  <a:gd name="T5" fmla="*/ 8 h 33"/>
                  <a:gd name="T6" fmla="*/ 31 w 48"/>
                  <a:gd name="T7" fmla="*/ 5 h 33"/>
                  <a:gd name="T8" fmla="*/ 49 w 48"/>
                  <a:gd name="T9" fmla="*/ 2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3">
                    <a:moveTo>
                      <a:pt x="46" y="25"/>
                    </a:moveTo>
                    <a:cubicBezTo>
                      <a:pt x="43" y="31"/>
                      <a:pt x="31" y="33"/>
                      <a:pt x="19" y="28"/>
                    </a:cubicBezTo>
                    <a:cubicBezTo>
                      <a:pt x="7" y="24"/>
                      <a:pt x="0" y="15"/>
                      <a:pt x="2" y="8"/>
                    </a:cubicBezTo>
                    <a:cubicBezTo>
                      <a:pt x="5" y="2"/>
                      <a:pt x="17" y="0"/>
                      <a:pt x="28" y="5"/>
                    </a:cubicBezTo>
                    <a:cubicBezTo>
                      <a:pt x="40" y="9"/>
                      <a:pt x="48" y="18"/>
                      <a:pt x="46" y="25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4" name="Freeform 3938">
                <a:extLst>
                  <a:ext uri="{FF2B5EF4-FFF2-40B4-BE49-F238E27FC236}">
                    <a16:creationId xmlns:a16="http://schemas.microsoft.com/office/drawing/2014/main" id="{E9A426A8-4E67-42D7-A5FB-EF4F7FCDA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202"/>
                <a:ext cx="50" cy="34"/>
              </a:xfrm>
              <a:custGeom>
                <a:avLst/>
                <a:gdLst>
                  <a:gd name="T0" fmla="*/ 49 w 49"/>
                  <a:gd name="T1" fmla="*/ 28 h 33"/>
                  <a:gd name="T2" fmla="*/ 20 w 49"/>
                  <a:gd name="T3" fmla="*/ 31 h 33"/>
                  <a:gd name="T4" fmla="*/ 3 w 49"/>
                  <a:gd name="T5" fmla="*/ 8 h 33"/>
                  <a:gd name="T6" fmla="*/ 32 w 49"/>
                  <a:gd name="T7" fmla="*/ 5 h 33"/>
                  <a:gd name="T8" fmla="*/ 49 w 49"/>
                  <a:gd name="T9" fmla="*/ 2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3">
                    <a:moveTo>
                      <a:pt x="46" y="25"/>
                    </a:moveTo>
                    <a:cubicBezTo>
                      <a:pt x="44" y="31"/>
                      <a:pt x="32" y="33"/>
                      <a:pt x="20" y="28"/>
                    </a:cubicBezTo>
                    <a:cubicBezTo>
                      <a:pt x="8" y="24"/>
                      <a:pt x="0" y="15"/>
                      <a:pt x="3" y="8"/>
                    </a:cubicBezTo>
                    <a:cubicBezTo>
                      <a:pt x="5" y="2"/>
                      <a:pt x="17" y="0"/>
                      <a:pt x="29" y="5"/>
                    </a:cubicBezTo>
                    <a:cubicBezTo>
                      <a:pt x="41" y="9"/>
                      <a:pt x="49" y="18"/>
                      <a:pt x="46" y="25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5" name="Freeform 3939">
                <a:extLst>
                  <a:ext uri="{FF2B5EF4-FFF2-40B4-BE49-F238E27FC236}">
                    <a16:creationId xmlns:a16="http://schemas.microsoft.com/office/drawing/2014/main" id="{8AACA964-484B-43CF-9F44-95FC751C9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2235"/>
                <a:ext cx="50" cy="34"/>
              </a:xfrm>
              <a:custGeom>
                <a:avLst/>
                <a:gdLst>
                  <a:gd name="T0" fmla="*/ 49 w 49"/>
                  <a:gd name="T1" fmla="*/ 28 h 33"/>
                  <a:gd name="T2" fmla="*/ 20 w 49"/>
                  <a:gd name="T3" fmla="*/ 31 h 33"/>
                  <a:gd name="T4" fmla="*/ 3 w 49"/>
                  <a:gd name="T5" fmla="*/ 8 h 33"/>
                  <a:gd name="T6" fmla="*/ 32 w 49"/>
                  <a:gd name="T7" fmla="*/ 5 h 33"/>
                  <a:gd name="T8" fmla="*/ 49 w 49"/>
                  <a:gd name="T9" fmla="*/ 2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3">
                    <a:moveTo>
                      <a:pt x="46" y="25"/>
                    </a:moveTo>
                    <a:cubicBezTo>
                      <a:pt x="44" y="32"/>
                      <a:pt x="32" y="33"/>
                      <a:pt x="20" y="28"/>
                    </a:cubicBezTo>
                    <a:cubicBezTo>
                      <a:pt x="8" y="24"/>
                      <a:pt x="0" y="15"/>
                      <a:pt x="3" y="8"/>
                    </a:cubicBezTo>
                    <a:cubicBezTo>
                      <a:pt x="5" y="2"/>
                      <a:pt x="17" y="0"/>
                      <a:pt x="29" y="5"/>
                    </a:cubicBezTo>
                    <a:cubicBezTo>
                      <a:pt x="41" y="10"/>
                      <a:pt x="49" y="19"/>
                      <a:pt x="46" y="25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6" name="Freeform 3940">
                <a:extLst>
                  <a:ext uri="{FF2B5EF4-FFF2-40B4-BE49-F238E27FC236}">
                    <a16:creationId xmlns:a16="http://schemas.microsoft.com/office/drawing/2014/main" id="{CFF79F4A-EDA3-4ED9-918A-FB512B8C2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82"/>
                <a:ext cx="55" cy="32"/>
              </a:xfrm>
              <a:custGeom>
                <a:avLst/>
                <a:gdLst>
                  <a:gd name="T0" fmla="*/ 56 w 54"/>
                  <a:gd name="T1" fmla="*/ 20 h 31"/>
                  <a:gd name="T2" fmla="*/ 26 w 54"/>
                  <a:gd name="T3" fmla="*/ 33 h 31"/>
                  <a:gd name="T4" fmla="*/ 0 w 54"/>
                  <a:gd name="T5" fmla="*/ 14 h 31"/>
                  <a:gd name="T6" fmla="*/ 31 w 54"/>
                  <a:gd name="T7" fmla="*/ 1 h 31"/>
                  <a:gd name="T8" fmla="*/ 56 w 54"/>
                  <a:gd name="T9" fmla="*/ 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53" y="17"/>
                    </a:moveTo>
                    <a:cubicBezTo>
                      <a:pt x="53" y="25"/>
                      <a:pt x="41" y="31"/>
                      <a:pt x="26" y="30"/>
                    </a:cubicBezTo>
                    <a:cubicBezTo>
                      <a:pt x="11" y="29"/>
                      <a:pt x="0" y="22"/>
                      <a:pt x="0" y="14"/>
                    </a:cubicBezTo>
                    <a:cubicBezTo>
                      <a:pt x="1" y="6"/>
                      <a:pt x="13" y="0"/>
                      <a:pt x="28" y="1"/>
                    </a:cubicBezTo>
                    <a:cubicBezTo>
                      <a:pt x="42" y="2"/>
                      <a:pt x="54" y="9"/>
                      <a:pt x="53" y="17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7" name="Freeform 3941">
                <a:extLst>
                  <a:ext uri="{FF2B5EF4-FFF2-40B4-BE49-F238E27FC236}">
                    <a16:creationId xmlns:a16="http://schemas.microsoft.com/office/drawing/2014/main" id="{DB3371C8-722F-4AB5-96EB-E3CA052D0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415"/>
                <a:ext cx="55" cy="31"/>
              </a:xfrm>
              <a:custGeom>
                <a:avLst/>
                <a:gdLst>
                  <a:gd name="T0" fmla="*/ 56 w 54"/>
                  <a:gd name="T1" fmla="*/ 17 h 31"/>
                  <a:gd name="T2" fmla="*/ 26 w 54"/>
                  <a:gd name="T3" fmla="*/ 30 h 31"/>
                  <a:gd name="T4" fmla="*/ 0 w 54"/>
                  <a:gd name="T5" fmla="*/ 14 h 31"/>
                  <a:gd name="T6" fmla="*/ 31 w 54"/>
                  <a:gd name="T7" fmla="*/ 1 h 31"/>
                  <a:gd name="T8" fmla="*/ 56 w 54"/>
                  <a:gd name="T9" fmla="*/ 1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53" y="17"/>
                    </a:moveTo>
                    <a:cubicBezTo>
                      <a:pt x="53" y="25"/>
                      <a:pt x="41" y="31"/>
                      <a:pt x="26" y="30"/>
                    </a:cubicBezTo>
                    <a:cubicBezTo>
                      <a:pt x="11" y="29"/>
                      <a:pt x="0" y="22"/>
                      <a:pt x="0" y="14"/>
                    </a:cubicBezTo>
                    <a:cubicBezTo>
                      <a:pt x="1" y="6"/>
                      <a:pt x="13" y="0"/>
                      <a:pt x="28" y="1"/>
                    </a:cubicBezTo>
                    <a:cubicBezTo>
                      <a:pt x="42" y="2"/>
                      <a:pt x="54" y="9"/>
                      <a:pt x="53" y="17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8" name="Freeform 3942">
                <a:extLst>
                  <a:ext uri="{FF2B5EF4-FFF2-40B4-BE49-F238E27FC236}">
                    <a16:creationId xmlns:a16="http://schemas.microsoft.com/office/drawing/2014/main" id="{01978E51-755B-4423-B1D4-CFB157AB5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302"/>
                <a:ext cx="55" cy="32"/>
              </a:xfrm>
              <a:custGeom>
                <a:avLst/>
                <a:gdLst>
                  <a:gd name="T0" fmla="*/ 56 w 54"/>
                  <a:gd name="T1" fmla="*/ 20 h 31"/>
                  <a:gd name="T2" fmla="*/ 26 w 54"/>
                  <a:gd name="T3" fmla="*/ 33 h 31"/>
                  <a:gd name="T4" fmla="*/ 0 w 54"/>
                  <a:gd name="T5" fmla="*/ 14 h 31"/>
                  <a:gd name="T6" fmla="*/ 31 w 54"/>
                  <a:gd name="T7" fmla="*/ 1 h 31"/>
                  <a:gd name="T8" fmla="*/ 56 w 54"/>
                  <a:gd name="T9" fmla="*/ 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53" y="17"/>
                    </a:moveTo>
                    <a:cubicBezTo>
                      <a:pt x="53" y="25"/>
                      <a:pt x="41" y="31"/>
                      <a:pt x="26" y="30"/>
                    </a:cubicBezTo>
                    <a:cubicBezTo>
                      <a:pt x="11" y="29"/>
                      <a:pt x="0" y="22"/>
                      <a:pt x="0" y="14"/>
                    </a:cubicBezTo>
                    <a:cubicBezTo>
                      <a:pt x="1" y="6"/>
                      <a:pt x="13" y="0"/>
                      <a:pt x="28" y="1"/>
                    </a:cubicBezTo>
                    <a:cubicBezTo>
                      <a:pt x="42" y="2"/>
                      <a:pt x="54" y="9"/>
                      <a:pt x="53" y="17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9" name="Freeform 3943">
                <a:extLst>
                  <a:ext uri="{FF2B5EF4-FFF2-40B4-BE49-F238E27FC236}">
                    <a16:creationId xmlns:a16="http://schemas.microsoft.com/office/drawing/2014/main" id="{41F89A3A-00E3-4393-A7CA-D4130B567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249"/>
                <a:ext cx="55" cy="32"/>
              </a:xfrm>
              <a:custGeom>
                <a:avLst/>
                <a:gdLst>
                  <a:gd name="T0" fmla="*/ 56 w 54"/>
                  <a:gd name="T1" fmla="*/ 20 h 31"/>
                  <a:gd name="T2" fmla="*/ 26 w 54"/>
                  <a:gd name="T3" fmla="*/ 33 h 31"/>
                  <a:gd name="T4" fmla="*/ 0 w 54"/>
                  <a:gd name="T5" fmla="*/ 14 h 31"/>
                  <a:gd name="T6" fmla="*/ 31 w 54"/>
                  <a:gd name="T7" fmla="*/ 1 h 31"/>
                  <a:gd name="T8" fmla="*/ 56 w 54"/>
                  <a:gd name="T9" fmla="*/ 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53" y="17"/>
                    </a:moveTo>
                    <a:cubicBezTo>
                      <a:pt x="53" y="25"/>
                      <a:pt x="41" y="31"/>
                      <a:pt x="26" y="30"/>
                    </a:cubicBezTo>
                    <a:cubicBezTo>
                      <a:pt x="11" y="29"/>
                      <a:pt x="0" y="22"/>
                      <a:pt x="0" y="14"/>
                    </a:cubicBezTo>
                    <a:cubicBezTo>
                      <a:pt x="1" y="6"/>
                      <a:pt x="13" y="0"/>
                      <a:pt x="28" y="1"/>
                    </a:cubicBezTo>
                    <a:cubicBezTo>
                      <a:pt x="42" y="2"/>
                      <a:pt x="54" y="9"/>
                      <a:pt x="53" y="17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0" name="Freeform 3944">
                <a:extLst>
                  <a:ext uri="{FF2B5EF4-FFF2-40B4-BE49-F238E27FC236}">
                    <a16:creationId xmlns:a16="http://schemas.microsoft.com/office/drawing/2014/main" id="{509B1137-5B50-45B5-AF4B-9517D0DF1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238"/>
                <a:ext cx="55" cy="32"/>
              </a:xfrm>
              <a:custGeom>
                <a:avLst/>
                <a:gdLst>
                  <a:gd name="T0" fmla="*/ 56 w 54"/>
                  <a:gd name="T1" fmla="*/ 20 h 31"/>
                  <a:gd name="T2" fmla="*/ 26 w 54"/>
                  <a:gd name="T3" fmla="*/ 33 h 31"/>
                  <a:gd name="T4" fmla="*/ 0 w 54"/>
                  <a:gd name="T5" fmla="*/ 14 h 31"/>
                  <a:gd name="T6" fmla="*/ 31 w 54"/>
                  <a:gd name="T7" fmla="*/ 1 h 31"/>
                  <a:gd name="T8" fmla="*/ 56 w 54"/>
                  <a:gd name="T9" fmla="*/ 2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53" y="17"/>
                    </a:moveTo>
                    <a:cubicBezTo>
                      <a:pt x="53" y="25"/>
                      <a:pt x="40" y="31"/>
                      <a:pt x="26" y="30"/>
                    </a:cubicBezTo>
                    <a:cubicBezTo>
                      <a:pt x="11" y="29"/>
                      <a:pt x="0" y="22"/>
                      <a:pt x="0" y="14"/>
                    </a:cubicBezTo>
                    <a:cubicBezTo>
                      <a:pt x="1" y="6"/>
                      <a:pt x="13" y="0"/>
                      <a:pt x="28" y="1"/>
                    </a:cubicBezTo>
                    <a:cubicBezTo>
                      <a:pt x="42" y="2"/>
                      <a:pt x="54" y="9"/>
                      <a:pt x="53" y="17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1" name="Freeform 3945">
                <a:extLst>
                  <a:ext uri="{FF2B5EF4-FFF2-40B4-BE49-F238E27FC236}">
                    <a16:creationId xmlns:a16="http://schemas.microsoft.com/office/drawing/2014/main" id="{F1C79D61-C477-4F98-8145-1C2200C4C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328"/>
                <a:ext cx="55" cy="30"/>
              </a:xfrm>
              <a:custGeom>
                <a:avLst/>
                <a:gdLst>
                  <a:gd name="T0" fmla="*/ 57 w 54"/>
                  <a:gd name="T1" fmla="*/ 17 h 30"/>
                  <a:gd name="T2" fmla="*/ 26 w 54"/>
                  <a:gd name="T3" fmla="*/ 30 h 30"/>
                  <a:gd name="T4" fmla="*/ 1 w 54"/>
                  <a:gd name="T5" fmla="*/ 13 h 30"/>
                  <a:gd name="T6" fmla="*/ 31 w 54"/>
                  <a:gd name="T7" fmla="*/ 1 h 30"/>
                  <a:gd name="T8" fmla="*/ 57 w 54"/>
                  <a:gd name="T9" fmla="*/ 1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0">
                    <a:moveTo>
                      <a:pt x="54" y="17"/>
                    </a:moveTo>
                    <a:cubicBezTo>
                      <a:pt x="53" y="25"/>
                      <a:pt x="41" y="30"/>
                      <a:pt x="26" y="30"/>
                    </a:cubicBezTo>
                    <a:cubicBezTo>
                      <a:pt x="12" y="29"/>
                      <a:pt x="0" y="21"/>
                      <a:pt x="1" y="13"/>
                    </a:cubicBezTo>
                    <a:cubicBezTo>
                      <a:pt x="1" y="5"/>
                      <a:pt x="13" y="0"/>
                      <a:pt x="28" y="1"/>
                    </a:cubicBezTo>
                    <a:cubicBezTo>
                      <a:pt x="43" y="1"/>
                      <a:pt x="54" y="9"/>
                      <a:pt x="54" y="17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2" name="Freeform 3946">
                <a:extLst>
                  <a:ext uri="{FF2B5EF4-FFF2-40B4-BE49-F238E27FC236}">
                    <a16:creationId xmlns:a16="http://schemas.microsoft.com/office/drawing/2014/main" id="{63049902-F20E-48BA-B76C-D488D10E6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411"/>
                <a:ext cx="55" cy="31"/>
              </a:xfrm>
              <a:custGeom>
                <a:avLst/>
                <a:gdLst>
                  <a:gd name="T0" fmla="*/ 56 w 54"/>
                  <a:gd name="T1" fmla="*/ 17 h 31"/>
                  <a:gd name="T2" fmla="*/ 26 w 54"/>
                  <a:gd name="T3" fmla="*/ 30 h 31"/>
                  <a:gd name="T4" fmla="*/ 0 w 54"/>
                  <a:gd name="T5" fmla="*/ 14 h 31"/>
                  <a:gd name="T6" fmla="*/ 31 w 54"/>
                  <a:gd name="T7" fmla="*/ 1 h 31"/>
                  <a:gd name="T8" fmla="*/ 56 w 54"/>
                  <a:gd name="T9" fmla="*/ 1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53" y="17"/>
                    </a:moveTo>
                    <a:cubicBezTo>
                      <a:pt x="53" y="25"/>
                      <a:pt x="41" y="31"/>
                      <a:pt x="26" y="30"/>
                    </a:cubicBezTo>
                    <a:cubicBezTo>
                      <a:pt x="11" y="29"/>
                      <a:pt x="0" y="22"/>
                      <a:pt x="0" y="14"/>
                    </a:cubicBezTo>
                    <a:cubicBezTo>
                      <a:pt x="1" y="6"/>
                      <a:pt x="13" y="0"/>
                      <a:pt x="28" y="1"/>
                    </a:cubicBezTo>
                    <a:cubicBezTo>
                      <a:pt x="42" y="2"/>
                      <a:pt x="54" y="9"/>
                      <a:pt x="53" y="17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3" name="Freeform 3947">
                <a:extLst>
                  <a:ext uri="{FF2B5EF4-FFF2-40B4-BE49-F238E27FC236}">
                    <a16:creationId xmlns:a16="http://schemas.microsoft.com/office/drawing/2014/main" id="{1E22200F-2766-430C-88C5-5D099F28F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" y="2042"/>
                <a:ext cx="39" cy="34"/>
              </a:xfrm>
              <a:custGeom>
                <a:avLst/>
                <a:gdLst>
                  <a:gd name="T0" fmla="*/ 37 w 38"/>
                  <a:gd name="T1" fmla="*/ 31 h 33"/>
                  <a:gd name="T2" fmla="*/ 12 w 38"/>
                  <a:gd name="T3" fmla="*/ 28 h 33"/>
                  <a:gd name="T4" fmla="*/ 4 w 38"/>
                  <a:gd name="T5" fmla="*/ 4 h 33"/>
                  <a:gd name="T6" fmla="*/ 29 w 38"/>
                  <a:gd name="T7" fmla="*/ 8 h 33"/>
                  <a:gd name="T8" fmla="*/ 37 w 38"/>
                  <a:gd name="T9" fmla="*/ 3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3">
                    <a:moveTo>
                      <a:pt x="34" y="28"/>
                    </a:moveTo>
                    <a:cubicBezTo>
                      <a:pt x="31" y="33"/>
                      <a:pt x="21" y="31"/>
                      <a:pt x="12" y="25"/>
                    </a:cubicBezTo>
                    <a:cubicBezTo>
                      <a:pt x="4" y="18"/>
                      <a:pt x="0" y="9"/>
                      <a:pt x="4" y="4"/>
                    </a:cubicBezTo>
                    <a:cubicBezTo>
                      <a:pt x="7" y="0"/>
                      <a:pt x="17" y="1"/>
                      <a:pt x="26" y="8"/>
                    </a:cubicBezTo>
                    <a:cubicBezTo>
                      <a:pt x="34" y="15"/>
                      <a:pt x="38" y="24"/>
                      <a:pt x="34" y="28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4" name="Freeform 3948">
                <a:extLst>
                  <a:ext uri="{FF2B5EF4-FFF2-40B4-BE49-F238E27FC236}">
                    <a16:creationId xmlns:a16="http://schemas.microsoft.com/office/drawing/2014/main" id="{496E9326-A63D-4AA1-A525-AAD3B8594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" y="2064"/>
                <a:ext cx="39" cy="33"/>
              </a:xfrm>
              <a:custGeom>
                <a:avLst/>
                <a:gdLst>
                  <a:gd name="T0" fmla="*/ 37 w 38"/>
                  <a:gd name="T1" fmla="*/ 29 h 33"/>
                  <a:gd name="T2" fmla="*/ 13 w 38"/>
                  <a:gd name="T3" fmla="*/ 25 h 33"/>
                  <a:gd name="T4" fmla="*/ 4 w 38"/>
                  <a:gd name="T5" fmla="*/ 5 h 33"/>
                  <a:gd name="T6" fmla="*/ 29 w 38"/>
                  <a:gd name="T7" fmla="*/ 8 h 33"/>
                  <a:gd name="T8" fmla="*/ 37 w 38"/>
                  <a:gd name="T9" fmla="*/ 2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3">
                    <a:moveTo>
                      <a:pt x="34" y="29"/>
                    </a:moveTo>
                    <a:cubicBezTo>
                      <a:pt x="31" y="33"/>
                      <a:pt x="21" y="32"/>
                      <a:pt x="13" y="25"/>
                    </a:cubicBezTo>
                    <a:cubicBezTo>
                      <a:pt x="4" y="18"/>
                      <a:pt x="0" y="9"/>
                      <a:pt x="4" y="5"/>
                    </a:cubicBezTo>
                    <a:cubicBezTo>
                      <a:pt x="7" y="0"/>
                      <a:pt x="17" y="2"/>
                      <a:pt x="26" y="8"/>
                    </a:cubicBezTo>
                    <a:cubicBezTo>
                      <a:pt x="34" y="15"/>
                      <a:pt x="38" y="24"/>
                      <a:pt x="34" y="29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5" name="Freeform 3949">
                <a:extLst>
                  <a:ext uri="{FF2B5EF4-FFF2-40B4-BE49-F238E27FC236}">
                    <a16:creationId xmlns:a16="http://schemas.microsoft.com/office/drawing/2014/main" id="{AA3EBDE3-E584-416A-972B-772A0C6CA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2144"/>
                <a:ext cx="39" cy="34"/>
              </a:xfrm>
              <a:custGeom>
                <a:avLst/>
                <a:gdLst>
                  <a:gd name="T0" fmla="*/ 38 w 38"/>
                  <a:gd name="T1" fmla="*/ 31 h 33"/>
                  <a:gd name="T2" fmla="*/ 13 w 38"/>
                  <a:gd name="T3" fmla="*/ 28 h 33"/>
                  <a:gd name="T4" fmla="*/ 4 w 38"/>
                  <a:gd name="T5" fmla="*/ 4 h 33"/>
                  <a:gd name="T6" fmla="*/ 29 w 38"/>
                  <a:gd name="T7" fmla="*/ 8 h 33"/>
                  <a:gd name="T8" fmla="*/ 38 w 38"/>
                  <a:gd name="T9" fmla="*/ 3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3">
                    <a:moveTo>
                      <a:pt x="35" y="28"/>
                    </a:moveTo>
                    <a:cubicBezTo>
                      <a:pt x="31" y="33"/>
                      <a:pt x="21" y="31"/>
                      <a:pt x="13" y="25"/>
                    </a:cubicBezTo>
                    <a:cubicBezTo>
                      <a:pt x="4" y="18"/>
                      <a:pt x="0" y="9"/>
                      <a:pt x="4" y="4"/>
                    </a:cubicBezTo>
                    <a:cubicBezTo>
                      <a:pt x="8" y="0"/>
                      <a:pt x="17" y="1"/>
                      <a:pt x="26" y="8"/>
                    </a:cubicBezTo>
                    <a:cubicBezTo>
                      <a:pt x="34" y="15"/>
                      <a:pt x="38" y="24"/>
                      <a:pt x="35" y="28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6" name="Freeform 3950">
                <a:extLst>
                  <a:ext uri="{FF2B5EF4-FFF2-40B4-BE49-F238E27FC236}">
                    <a16:creationId xmlns:a16="http://schemas.microsoft.com/office/drawing/2014/main" id="{C9D79B61-076F-4C36-8A44-3B63277A3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1964"/>
                <a:ext cx="30" cy="26"/>
              </a:xfrm>
              <a:custGeom>
                <a:avLst/>
                <a:gdLst>
                  <a:gd name="T0" fmla="*/ 29 w 29"/>
                  <a:gd name="T1" fmla="*/ 23 h 26"/>
                  <a:gd name="T2" fmla="*/ 9 w 29"/>
                  <a:gd name="T3" fmla="*/ 20 h 26"/>
                  <a:gd name="T4" fmla="*/ 2 w 29"/>
                  <a:gd name="T5" fmla="*/ 4 h 26"/>
                  <a:gd name="T6" fmla="*/ 22 w 29"/>
                  <a:gd name="T7" fmla="*/ 7 h 26"/>
                  <a:gd name="T8" fmla="*/ 29 w 29"/>
                  <a:gd name="T9" fmla="*/ 2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6">
                    <a:moveTo>
                      <a:pt x="26" y="23"/>
                    </a:moveTo>
                    <a:cubicBezTo>
                      <a:pt x="23" y="26"/>
                      <a:pt x="16" y="25"/>
                      <a:pt x="9" y="20"/>
                    </a:cubicBezTo>
                    <a:cubicBezTo>
                      <a:pt x="3" y="15"/>
                      <a:pt x="0" y="7"/>
                      <a:pt x="2" y="4"/>
                    </a:cubicBezTo>
                    <a:cubicBezTo>
                      <a:pt x="5" y="0"/>
                      <a:pt x="13" y="2"/>
                      <a:pt x="19" y="7"/>
                    </a:cubicBezTo>
                    <a:cubicBezTo>
                      <a:pt x="26" y="12"/>
                      <a:pt x="29" y="19"/>
                      <a:pt x="26" y="23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7" name="Freeform 3951">
                <a:extLst>
                  <a:ext uri="{FF2B5EF4-FFF2-40B4-BE49-F238E27FC236}">
                    <a16:creationId xmlns:a16="http://schemas.microsoft.com/office/drawing/2014/main" id="{6B969DAA-5A5C-4439-8098-FD18B1A46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140"/>
                <a:ext cx="47" cy="39"/>
              </a:xfrm>
              <a:custGeom>
                <a:avLst/>
                <a:gdLst>
                  <a:gd name="T0" fmla="*/ 15 w 46"/>
                  <a:gd name="T1" fmla="*/ 9 h 38"/>
                  <a:gd name="T2" fmla="*/ 45 w 46"/>
                  <a:gd name="T3" fmla="*/ 5 h 38"/>
                  <a:gd name="T4" fmla="*/ 34 w 46"/>
                  <a:gd name="T5" fmla="*/ 33 h 38"/>
                  <a:gd name="T6" fmla="*/ 4 w 46"/>
                  <a:gd name="T7" fmla="*/ 36 h 38"/>
                  <a:gd name="T8" fmla="*/ 15 w 46"/>
                  <a:gd name="T9" fmla="*/ 9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8">
                    <a:moveTo>
                      <a:pt x="15" y="9"/>
                    </a:moveTo>
                    <a:cubicBezTo>
                      <a:pt x="26" y="1"/>
                      <a:pt x="37" y="0"/>
                      <a:pt x="42" y="5"/>
                    </a:cubicBezTo>
                    <a:cubicBezTo>
                      <a:pt x="46" y="11"/>
                      <a:pt x="41" y="22"/>
                      <a:pt x="31" y="30"/>
                    </a:cubicBezTo>
                    <a:cubicBezTo>
                      <a:pt x="20" y="37"/>
                      <a:pt x="9" y="38"/>
                      <a:pt x="4" y="33"/>
                    </a:cubicBezTo>
                    <a:cubicBezTo>
                      <a:pt x="0" y="27"/>
                      <a:pt x="5" y="16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8" name="Freeform 3952">
                <a:extLst>
                  <a:ext uri="{FF2B5EF4-FFF2-40B4-BE49-F238E27FC236}">
                    <a16:creationId xmlns:a16="http://schemas.microsoft.com/office/drawing/2014/main" id="{AF6BFB1F-655D-438A-8FD1-B1FDD5EF0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153"/>
                <a:ext cx="40" cy="39"/>
              </a:xfrm>
              <a:custGeom>
                <a:avLst/>
                <a:gdLst>
                  <a:gd name="T0" fmla="*/ 39 w 39"/>
                  <a:gd name="T1" fmla="*/ 0 h 38"/>
                  <a:gd name="T2" fmla="*/ 25 w 39"/>
                  <a:gd name="T3" fmla="*/ 34 h 38"/>
                  <a:gd name="T4" fmla="*/ 0 w 39"/>
                  <a:gd name="T5" fmla="*/ 2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8">
                    <a:moveTo>
                      <a:pt x="36" y="0"/>
                    </a:moveTo>
                    <a:cubicBezTo>
                      <a:pt x="39" y="7"/>
                      <a:pt x="32" y="24"/>
                      <a:pt x="22" y="31"/>
                    </a:cubicBezTo>
                    <a:cubicBezTo>
                      <a:pt x="12" y="38"/>
                      <a:pt x="4" y="32"/>
                      <a:pt x="0" y="26"/>
                    </a:cubicBezTo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9" name="Freeform 3953">
                <a:extLst>
                  <a:ext uri="{FF2B5EF4-FFF2-40B4-BE49-F238E27FC236}">
                    <a16:creationId xmlns:a16="http://schemas.microsoft.com/office/drawing/2014/main" id="{3D6A42CE-CE4A-4687-A9E1-0E4E4536D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143"/>
                <a:ext cx="91" cy="37"/>
              </a:xfrm>
              <a:custGeom>
                <a:avLst/>
                <a:gdLst>
                  <a:gd name="T0" fmla="*/ 56 w 89"/>
                  <a:gd name="T1" fmla="*/ 39 h 36"/>
                  <a:gd name="T2" fmla="*/ 10 w 89"/>
                  <a:gd name="T3" fmla="*/ 7 h 36"/>
                  <a:gd name="T4" fmla="*/ 94 w 89"/>
                  <a:gd name="T5" fmla="*/ 9 h 36"/>
                  <a:gd name="T6" fmla="*/ 95 w 89"/>
                  <a:gd name="T7" fmla="*/ 10 h 36"/>
                  <a:gd name="T8" fmla="*/ 56 w 89"/>
                  <a:gd name="T9" fmla="*/ 3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36">
                    <a:moveTo>
                      <a:pt x="53" y="36"/>
                    </a:moveTo>
                    <a:cubicBezTo>
                      <a:pt x="49" y="30"/>
                      <a:pt x="0" y="15"/>
                      <a:pt x="10" y="7"/>
                    </a:cubicBezTo>
                    <a:cubicBezTo>
                      <a:pt x="20" y="0"/>
                      <a:pt x="84" y="3"/>
                      <a:pt x="88" y="9"/>
                    </a:cubicBezTo>
                    <a:cubicBezTo>
                      <a:pt x="89" y="9"/>
                      <a:pt x="89" y="10"/>
                      <a:pt x="89" y="10"/>
                    </a:cubicBezTo>
                    <a:lnTo>
                      <a:pt x="53" y="36"/>
                    </a:ln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0" name="Freeform 3954">
                <a:extLst>
                  <a:ext uri="{FF2B5EF4-FFF2-40B4-BE49-F238E27FC236}">
                    <a16:creationId xmlns:a16="http://schemas.microsoft.com/office/drawing/2014/main" id="{744BF786-4A6C-42C7-A428-E17316DF3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367"/>
                <a:ext cx="35" cy="29"/>
              </a:xfrm>
              <a:custGeom>
                <a:avLst/>
                <a:gdLst>
                  <a:gd name="T0" fmla="*/ 11 w 34"/>
                  <a:gd name="T1" fmla="*/ 7 h 29"/>
                  <a:gd name="T2" fmla="*/ 34 w 34"/>
                  <a:gd name="T3" fmla="*/ 4 h 29"/>
                  <a:gd name="T4" fmla="*/ 26 w 34"/>
                  <a:gd name="T5" fmla="*/ 22 h 29"/>
                  <a:gd name="T6" fmla="*/ 3 w 34"/>
                  <a:gd name="T7" fmla="*/ 25 h 29"/>
                  <a:gd name="T8" fmla="*/ 11 w 34"/>
                  <a:gd name="T9" fmla="*/ 7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9">
                    <a:moveTo>
                      <a:pt x="11" y="7"/>
                    </a:moveTo>
                    <a:cubicBezTo>
                      <a:pt x="19" y="1"/>
                      <a:pt x="28" y="0"/>
                      <a:pt x="31" y="4"/>
                    </a:cubicBezTo>
                    <a:cubicBezTo>
                      <a:pt x="34" y="9"/>
                      <a:pt x="30" y="17"/>
                      <a:pt x="23" y="22"/>
                    </a:cubicBezTo>
                    <a:cubicBezTo>
                      <a:pt x="15" y="28"/>
                      <a:pt x="6" y="29"/>
                      <a:pt x="3" y="25"/>
                    </a:cubicBezTo>
                    <a:cubicBezTo>
                      <a:pt x="0" y="20"/>
                      <a:pt x="3" y="12"/>
                      <a:pt x="11" y="7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1" name="Freeform 3955">
                <a:extLst>
                  <a:ext uri="{FF2B5EF4-FFF2-40B4-BE49-F238E27FC236}">
                    <a16:creationId xmlns:a16="http://schemas.microsoft.com/office/drawing/2014/main" id="{2B395628-A4E4-4854-BFF3-3960E20F7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243"/>
                <a:ext cx="47" cy="32"/>
              </a:xfrm>
              <a:custGeom>
                <a:avLst/>
                <a:gdLst>
                  <a:gd name="T0" fmla="*/ 19 w 46"/>
                  <a:gd name="T1" fmla="*/ 4 h 31"/>
                  <a:gd name="T2" fmla="*/ 47 w 46"/>
                  <a:gd name="T3" fmla="*/ 10 h 31"/>
                  <a:gd name="T4" fmla="*/ 29 w 46"/>
                  <a:gd name="T5" fmla="*/ 31 h 31"/>
                  <a:gd name="T6" fmla="*/ 2 w 46"/>
                  <a:gd name="T7" fmla="*/ 25 h 31"/>
                  <a:gd name="T8" fmla="*/ 19 w 46"/>
                  <a:gd name="T9" fmla="*/ 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1">
                    <a:moveTo>
                      <a:pt x="19" y="4"/>
                    </a:moveTo>
                    <a:cubicBezTo>
                      <a:pt x="31" y="0"/>
                      <a:pt x="42" y="3"/>
                      <a:pt x="44" y="10"/>
                    </a:cubicBezTo>
                    <a:cubicBezTo>
                      <a:pt x="46" y="16"/>
                      <a:pt x="38" y="24"/>
                      <a:pt x="26" y="28"/>
                    </a:cubicBezTo>
                    <a:cubicBezTo>
                      <a:pt x="15" y="31"/>
                      <a:pt x="4" y="29"/>
                      <a:pt x="2" y="22"/>
                    </a:cubicBezTo>
                    <a:cubicBezTo>
                      <a:pt x="0" y="16"/>
                      <a:pt x="8" y="7"/>
                      <a:pt x="19" y="4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2" name="Freeform 3956">
                <a:extLst>
                  <a:ext uri="{FF2B5EF4-FFF2-40B4-BE49-F238E27FC236}">
                    <a16:creationId xmlns:a16="http://schemas.microsoft.com/office/drawing/2014/main" id="{BEAE7FFF-62F0-42ED-98C4-09D08E948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239"/>
                <a:ext cx="54" cy="47"/>
              </a:xfrm>
              <a:custGeom>
                <a:avLst/>
                <a:gdLst>
                  <a:gd name="T0" fmla="*/ 17 w 53"/>
                  <a:gd name="T1" fmla="*/ 11 h 46"/>
                  <a:gd name="T2" fmla="*/ 51 w 53"/>
                  <a:gd name="T3" fmla="*/ 7 h 46"/>
                  <a:gd name="T4" fmla="*/ 38 w 53"/>
                  <a:gd name="T5" fmla="*/ 38 h 46"/>
                  <a:gd name="T6" fmla="*/ 5 w 53"/>
                  <a:gd name="T7" fmla="*/ 42 h 46"/>
                  <a:gd name="T8" fmla="*/ 17 w 53"/>
                  <a:gd name="T9" fmla="*/ 1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6">
                    <a:moveTo>
                      <a:pt x="17" y="11"/>
                    </a:moveTo>
                    <a:cubicBezTo>
                      <a:pt x="29" y="2"/>
                      <a:pt x="43" y="0"/>
                      <a:pt x="48" y="7"/>
                    </a:cubicBezTo>
                    <a:cubicBezTo>
                      <a:pt x="53" y="14"/>
                      <a:pt x="47" y="27"/>
                      <a:pt x="35" y="35"/>
                    </a:cubicBezTo>
                    <a:cubicBezTo>
                      <a:pt x="23" y="44"/>
                      <a:pt x="10" y="46"/>
                      <a:pt x="5" y="39"/>
                    </a:cubicBezTo>
                    <a:cubicBezTo>
                      <a:pt x="0" y="32"/>
                      <a:pt x="6" y="20"/>
                      <a:pt x="17" y="11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3" name="Freeform 3957">
                <a:extLst>
                  <a:ext uri="{FF2B5EF4-FFF2-40B4-BE49-F238E27FC236}">
                    <a16:creationId xmlns:a16="http://schemas.microsoft.com/office/drawing/2014/main" id="{08206EEB-3621-47E4-8F61-45F1D518E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1996"/>
                <a:ext cx="47" cy="40"/>
              </a:xfrm>
              <a:custGeom>
                <a:avLst/>
                <a:gdLst>
                  <a:gd name="T0" fmla="*/ 15 w 46"/>
                  <a:gd name="T1" fmla="*/ 9 h 39"/>
                  <a:gd name="T2" fmla="*/ 44 w 46"/>
                  <a:gd name="T3" fmla="*/ 6 h 39"/>
                  <a:gd name="T4" fmla="*/ 33 w 46"/>
                  <a:gd name="T5" fmla="*/ 33 h 39"/>
                  <a:gd name="T6" fmla="*/ 4 w 46"/>
                  <a:gd name="T7" fmla="*/ 37 h 39"/>
                  <a:gd name="T8" fmla="*/ 15 w 46"/>
                  <a:gd name="T9" fmla="*/ 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9">
                    <a:moveTo>
                      <a:pt x="15" y="9"/>
                    </a:moveTo>
                    <a:cubicBezTo>
                      <a:pt x="25" y="2"/>
                      <a:pt x="37" y="0"/>
                      <a:pt x="41" y="6"/>
                    </a:cubicBezTo>
                    <a:cubicBezTo>
                      <a:pt x="46" y="12"/>
                      <a:pt x="41" y="23"/>
                      <a:pt x="30" y="30"/>
                    </a:cubicBezTo>
                    <a:cubicBezTo>
                      <a:pt x="20" y="38"/>
                      <a:pt x="8" y="39"/>
                      <a:pt x="4" y="34"/>
                    </a:cubicBezTo>
                    <a:cubicBezTo>
                      <a:pt x="0" y="28"/>
                      <a:pt x="5" y="17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4" name="Freeform 3958">
                <a:extLst>
                  <a:ext uri="{FF2B5EF4-FFF2-40B4-BE49-F238E27FC236}">
                    <a16:creationId xmlns:a16="http://schemas.microsoft.com/office/drawing/2014/main" id="{FE691883-073B-4244-A77C-58C4B7A25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872"/>
                <a:ext cx="47" cy="40"/>
              </a:xfrm>
              <a:custGeom>
                <a:avLst/>
                <a:gdLst>
                  <a:gd name="T0" fmla="*/ 15 w 46"/>
                  <a:gd name="T1" fmla="*/ 9 h 39"/>
                  <a:gd name="T2" fmla="*/ 44 w 46"/>
                  <a:gd name="T3" fmla="*/ 6 h 39"/>
                  <a:gd name="T4" fmla="*/ 33 w 46"/>
                  <a:gd name="T5" fmla="*/ 33 h 39"/>
                  <a:gd name="T6" fmla="*/ 4 w 46"/>
                  <a:gd name="T7" fmla="*/ 36 h 39"/>
                  <a:gd name="T8" fmla="*/ 15 w 46"/>
                  <a:gd name="T9" fmla="*/ 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9">
                    <a:moveTo>
                      <a:pt x="15" y="9"/>
                    </a:moveTo>
                    <a:cubicBezTo>
                      <a:pt x="25" y="1"/>
                      <a:pt x="37" y="0"/>
                      <a:pt x="41" y="6"/>
                    </a:cubicBezTo>
                    <a:cubicBezTo>
                      <a:pt x="46" y="11"/>
                      <a:pt x="41" y="22"/>
                      <a:pt x="30" y="30"/>
                    </a:cubicBezTo>
                    <a:cubicBezTo>
                      <a:pt x="20" y="37"/>
                      <a:pt x="8" y="39"/>
                      <a:pt x="4" y="33"/>
                    </a:cubicBezTo>
                    <a:cubicBezTo>
                      <a:pt x="0" y="27"/>
                      <a:pt x="5" y="16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5" name="Freeform 3959">
                <a:extLst>
                  <a:ext uri="{FF2B5EF4-FFF2-40B4-BE49-F238E27FC236}">
                    <a16:creationId xmlns:a16="http://schemas.microsoft.com/office/drawing/2014/main" id="{8E85F189-E05E-4A2A-B197-BE8B19C4A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761"/>
                <a:ext cx="29" cy="35"/>
              </a:xfrm>
              <a:custGeom>
                <a:avLst/>
                <a:gdLst>
                  <a:gd name="T0" fmla="*/ 31 w 28"/>
                  <a:gd name="T1" fmla="*/ 29 h 35"/>
                  <a:gd name="T2" fmla="*/ 5 w 28"/>
                  <a:gd name="T3" fmla="*/ 30 h 35"/>
                  <a:gd name="T4" fmla="*/ 18 w 28"/>
                  <a:gd name="T5" fmla="*/ 6 h 35"/>
                  <a:gd name="T6" fmla="*/ 30 w 28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28" y="29"/>
                    </a:moveTo>
                    <a:cubicBezTo>
                      <a:pt x="18" y="34"/>
                      <a:pt x="8" y="35"/>
                      <a:pt x="5" y="30"/>
                    </a:cubicBezTo>
                    <a:cubicBezTo>
                      <a:pt x="0" y="24"/>
                      <a:pt x="5" y="13"/>
                      <a:pt x="15" y="6"/>
                    </a:cubicBezTo>
                    <a:cubicBezTo>
                      <a:pt x="19" y="3"/>
                      <a:pt x="23" y="1"/>
                      <a:pt x="27" y="0"/>
                    </a:cubicBezTo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6" name="Freeform 3960">
                <a:extLst>
                  <a:ext uri="{FF2B5EF4-FFF2-40B4-BE49-F238E27FC236}">
                    <a16:creationId xmlns:a16="http://schemas.microsoft.com/office/drawing/2014/main" id="{BEE3E013-CE4F-4CA1-A855-1DD515087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334"/>
                <a:ext cx="47" cy="40"/>
              </a:xfrm>
              <a:custGeom>
                <a:avLst/>
                <a:gdLst>
                  <a:gd name="T0" fmla="*/ 15 w 46"/>
                  <a:gd name="T1" fmla="*/ 9 h 39"/>
                  <a:gd name="T2" fmla="*/ 45 w 46"/>
                  <a:gd name="T3" fmla="*/ 6 h 39"/>
                  <a:gd name="T4" fmla="*/ 34 w 46"/>
                  <a:gd name="T5" fmla="*/ 33 h 39"/>
                  <a:gd name="T6" fmla="*/ 5 w 46"/>
                  <a:gd name="T7" fmla="*/ 36 h 39"/>
                  <a:gd name="T8" fmla="*/ 15 w 46"/>
                  <a:gd name="T9" fmla="*/ 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9">
                    <a:moveTo>
                      <a:pt x="15" y="9"/>
                    </a:moveTo>
                    <a:cubicBezTo>
                      <a:pt x="26" y="1"/>
                      <a:pt x="38" y="0"/>
                      <a:pt x="42" y="6"/>
                    </a:cubicBezTo>
                    <a:cubicBezTo>
                      <a:pt x="46" y="12"/>
                      <a:pt x="41" y="22"/>
                      <a:pt x="31" y="30"/>
                    </a:cubicBezTo>
                    <a:cubicBezTo>
                      <a:pt x="21" y="37"/>
                      <a:pt x="9" y="39"/>
                      <a:pt x="5" y="33"/>
                    </a:cubicBezTo>
                    <a:cubicBezTo>
                      <a:pt x="0" y="27"/>
                      <a:pt x="5" y="16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7" name="Freeform 3961">
                <a:extLst>
                  <a:ext uri="{FF2B5EF4-FFF2-40B4-BE49-F238E27FC236}">
                    <a16:creationId xmlns:a16="http://schemas.microsoft.com/office/drawing/2014/main" id="{28C673DA-5F65-45FD-948D-01B1D940D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262"/>
                <a:ext cx="47" cy="39"/>
              </a:xfrm>
              <a:custGeom>
                <a:avLst/>
                <a:gdLst>
                  <a:gd name="T0" fmla="*/ 15 w 46"/>
                  <a:gd name="T1" fmla="*/ 9 h 39"/>
                  <a:gd name="T2" fmla="*/ 44 w 46"/>
                  <a:gd name="T3" fmla="*/ 6 h 39"/>
                  <a:gd name="T4" fmla="*/ 34 w 46"/>
                  <a:gd name="T5" fmla="*/ 30 h 39"/>
                  <a:gd name="T6" fmla="*/ 4 w 46"/>
                  <a:gd name="T7" fmla="*/ 33 h 39"/>
                  <a:gd name="T8" fmla="*/ 15 w 46"/>
                  <a:gd name="T9" fmla="*/ 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9">
                    <a:moveTo>
                      <a:pt x="15" y="9"/>
                    </a:moveTo>
                    <a:cubicBezTo>
                      <a:pt x="25" y="1"/>
                      <a:pt x="37" y="0"/>
                      <a:pt x="41" y="6"/>
                    </a:cubicBezTo>
                    <a:cubicBezTo>
                      <a:pt x="46" y="11"/>
                      <a:pt x="41" y="22"/>
                      <a:pt x="31" y="30"/>
                    </a:cubicBezTo>
                    <a:cubicBezTo>
                      <a:pt x="20" y="37"/>
                      <a:pt x="9" y="39"/>
                      <a:pt x="4" y="33"/>
                    </a:cubicBezTo>
                    <a:cubicBezTo>
                      <a:pt x="0" y="27"/>
                      <a:pt x="5" y="16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8" name="Freeform 3962">
                <a:extLst>
                  <a:ext uri="{FF2B5EF4-FFF2-40B4-BE49-F238E27FC236}">
                    <a16:creationId xmlns:a16="http://schemas.microsoft.com/office/drawing/2014/main" id="{5858B7E2-3E1F-4004-A651-574BD0E93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179"/>
                <a:ext cx="46" cy="40"/>
              </a:xfrm>
              <a:custGeom>
                <a:avLst/>
                <a:gdLst>
                  <a:gd name="T0" fmla="*/ 15 w 46"/>
                  <a:gd name="T1" fmla="*/ 9 h 39"/>
                  <a:gd name="T2" fmla="*/ 41 w 46"/>
                  <a:gd name="T3" fmla="*/ 6 h 39"/>
                  <a:gd name="T4" fmla="*/ 31 w 46"/>
                  <a:gd name="T5" fmla="*/ 33 h 39"/>
                  <a:gd name="T6" fmla="*/ 4 w 46"/>
                  <a:gd name="T7" fmla="*/ 36 h 39"/>
                  <a:gd name="T8" fmla="*/ 15 w 46"/>
                  <a:gd name="T9" fmla="*/ 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9">
                    <a:moveTo>
                      <a:pt x="15" y="9"/>
                    </a:moveTo>
                    <a:cubicBezTo>
                      <a:pt x="25" y="1"/>
                      <a:pt x="37" y="0"/>
                      <a:pt x="41" y="6"/>
                    </a:cubicBezTo>
                    <a:cubicBezTo>
                      <a:pt x="46" y="11"/>
                      <a:pt x="41" y="22"/>
                      <a:pt x="31" y="30"/>
                    </a:cubicBezTo>
                    <a:cubicBezTo>
                      <a:pt x="20" y="37"/>
                      <a:pt x="9" y="39"/>
                      <a:pt x="4" y="33"/>
                    </a:cubicBezTo>
                    <a:cubicBezTo>
                      <a:pt x="0" y="27"/>
                      <a:pt x="5" y="16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150" name="Group 3963">
              <a:extLst>
                <a:ext uri="{FF2B5EF4-FFF2-40B4-BE49-F238E27FC236}">
                  <a16:creationId xmlns:a16="http://schemas.microsoft.com/office/drawing/2014/main" id="{BF64A6A4-E2A2-4A0C-8241-6F99EEC424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3" y="1574"/>
              <a:ext cx="1704" cy="959"/>
              <a:chOff x="503" y="1574"/>
              <a:chExt cx="1704" cy="959"/>
            </a:xfrm>
          </p:grpSpPr>
          <p:sp>
            <p:nvSpPr>
              <p:cNvPr id="23277" name="Freeform 3964">
                <a:extLst>
                  <a:ext uri="{FF2B5EF4-FFF2-40B4-BE49-F238E27FC236}">
                    <a16:creationId xmlns:a16="http://schemas.microsoft.com/office/drawing/2014/main" id="{4199BE22-4389-412E-B75F-F9996850B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079"/>
                <a:ext cx="47" cy="40"/>
              </a:xfrm>
              <a:custGeom>
                <a:avLst/>
                <a:gdLst>
                  <a:gd name="T0" fmla="*/ 16 w 46"/>
                  <a:gd name="T1" fmla="*/ 9 h 39"/>
                  <a:gd name="T2" fmla="*/ 45 w 46"/>
                  <a:gd name="T3" fmla="*/ 5 h 39"/>
                  <a:gd name="T4" fmla="*/ 34 w 46"/>
                  <a:gd name="T5" fmla="*/ 33 h 39"/>
                  <a:gd name="T6" fmla="*/ 5 w 46"/>
                  <a:gd name="T7" fmla="*/ 36 h 39"/>
                  <a:gd name="T8" fmla="*/ 16 w 46"/>
                  <a:gd name="T9" fmla="*/ 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9">
                    <a:moveTo>
                      <a:pt x="16" y="9"/>
                    </a:moveTo>
                    <a:cubicBezTo>
                      <a:pt x="26" y="1"/>
                      <a:pt x="38" y="0"/>
                      <a:pt x="42" y="5"/>
                    </a:cubicBezTo>
                    <a:cubicBezTo>
                      <a:pt x="46" y="11"/>
                      <a:pt x="41" y="22"/>
                      <a:pt x="31" y="30"/>
                    </a:cubicBezTo>
                    <a:cubicBezTo>
                      <a:pt x="21" y="37"/>
                      <a:pt x="9" y="39"/>
                      <a:pt x="5" y="33"/>
                    </a:cubicBezTo>
                    <a:cubicBezTo>
                      <a:pt x="0" y="27"/>
                      <a:pt x="5" y="16"/>
                      <a:pt x="16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78" name="Freeform 3965">
                <a:extLst>
                  <a:ext uri="{FF2B5EF4-FFF2-40B4-BE49-F238E27FC236}">
                    <a16:creationId xmlns:a16="http://schemas.microsoft.com/office/drawing/2014/main" id="{F830C5E8-1178-4B84-A8E0-1B7063354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133"/>
                <a:ext cx="31" cy="27"/>
              </a:xfrm>
              <a:custGeom>
                <a:avLst/>
                <a:gdLst>
                  <a:gd name="T0" fmla="*/ 10 w 30"/>
                  <a:gd name="T1" fmla="*/ 6 h 26"/>
                  <a:gd name="T2" fmla="*/ 30 w 30"/>
                  <a:gd name="T3" fmla="*/ 4 h 26"/>
                  <a:gd name="T4" fmla="*/ 23 w 30"/>
                  <a:gd name="T5" fmla="*/ 23 h 26"/>
                  <a:gd name="T6" fmla="*/ 3 w 30"/>
                  <a:gd name="T7" fmla="*/ 25 h 26"/>
                  <a:gd name="T8" fmla="*/ 10 w 30"/>
                  <a:gd name="T9" fmla="*/ 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10" y="6"/>
                    </a:moveTo>
                    <a:cubicBezTo>
                      <a:pt x="17" y="1"/>
                      <a:pt x="24" y="0"/>
                      <a:pt x="27" y="4"/>
                    </a:cubicBezTo>
                    <a:cubicBezTo>
                      <a:pt x="30" y="8"/>
                      <a:pt x="27" y="15"/>
                      <a:pt x="20" y="20"/>
                    </a:cubicBezTo>
                    <a:cubicBezTo>
                      <a:pt x="13" y="25"/>
                      <a:pt x="5" y="26"/>
                      <a:pt x="3" y="22"/>
                    </a:cubicBezTo>
                    <a:cubicBezTo>
                      <a:pt x="0" y="18"/>
                      <a:pt x="3" y="11"/>
                      <a:pt x="10" y="6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79" name="Freeform 3966">
                <a:extLst>
                  <a:ext uri="{FF2B5EF4-FFF2-40B4-BE49-F238E27FC236}">
                    <a16:creationId xmlns:a16="http://schemas.microsoft.com/office/drawing/2014/main" id="{E0D58E7A-778F-4F5C-BE73-F34231C8B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125"/>
                <a:ext cx="30" cy="19"/>
              </a:xfrm>
              <a:custGeom>
                <a:avLst/>
                <a:gdLst>
                  <a:gd name="T0" fmla="*/ 13 w 30"/>
                  <a:gd name="T1" fmla="*/ 2 h 19"/>
                  <a:gd name="T2" fmla="*/ 28 w 30"/>
                  <a:gd name="T3" fmla="*/ 6 h 19"/>
                  <a:gd name="T4" fmla="*/ 17 w 30"/>
                  <a:gd name="T5" fmla="*/ 17 h 19"/>
                  <a:gd name="T6" fmla="*/ 2 w 30"/>
                  <a:gd name="T7" fmla="*/ 13 h 19"/>
                  <a:gd name="T8" fmla="*/ 13 w 30"/>
                  <a:gd name="T9" fmla="*/ 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9">
                    <a:moveTo>
                      <a:pt x="13" y="2"/>
                    </a:moveTo>
                    <a:cubicBezTo>
                      <a:pt x="20" y="0"/>
                      <a:pt x="27" y="2"/>
                      <a:pt x="28" y="6"/>
                    </a:cubicBezTo>
                    <a:cubicBezTo>
                      <a:pt x="30" y="10"/>
                      <a:pt x="24" y="15"/>
                      <a:pt x="17" y="17"/>
                    </a:cubicBezTo>
                    <a:cubicBezTo>
                      <a:pt x="10" y="19"/>
                      <a:pt x="3" y="18"/>
                      <a:pt x="2" y="13"/>
                    </a:cubicBezTo>
                    <a:cubicBezTo>
                      <a:pt x="0" y="9"/>
                      <a:pt x="6" y="4"/>
                      <a:pt x="13" y="2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80" name="Freeform 3967">
                <a:extLst>
                  <a:ext uri="{FF2B5EF4-FFF2-40B4-BE49-F238E27FC236}">
                    <a16:creationId xmlns:a16="http://schemas.microsoft.com/office/drawing/2014/main" id="{4D19E2C1-77EF-4C5E-8459-924566A58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913"/>
                <a:ext cx="42" cy="34"/>
              </a:xfrm>
              <a:custGeom>
                <a:avLst/>
                <a:gdLst>
                  <a:gd name="T0" fmla="*/ 40 w 41"/>
                  <a:gd name="T1" fmla="*/ 0 h 34"/>
                  <a:gd name="T2" fmla="*/ 31 w 41"/>
                  <a:gd name="T3" fmla="*/ 26 h 34"/>
                  <a:gd name="T4" fmla="*/ 0 w 41"/>
                  <a:gd name="T5" fmla="*/ 2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4">
                    <a:moveTo>
                      <a:pt x="37" y="0"/>
                    </a:moveTo>
                    <a:cubicBezTo>
                      <a:pt x="41" y="6"/>
                      <a:pt x="38" y="18"/>
                      <a:pt x="28" y="26"/>
                    </a:cubicBezTo>
                    <a:cubicBezTo>
                      <a:pt x="18" y="33"/>
                      <a:pt x="4" y="34"/>
                      <a:pt x="0" y="28"/>
                    </a:cubicBezTo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81" name="Freeform 3968">
                <a:extLst>
                  <a:ext uri="{FF2B5EF4-FFF2-40B4-BE49-F238E27FC236}">
                    <a16:creationId xmlns:a16="http://schemas.microsoft.com/office/drawing/2014/main" id="{806E73FC-A44B-4984-86C2-299A1D4F3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906"/>
                <a:ext cx="90" cy="35"/>
              </a:xfrm>
              <a:custGeom>
                <a:avLst/>
                <a:gdLst>
                  <a:gd name="T0" fmla="*/ 94 w 88"/>
                  <a:gd name="T1" fmla="*/ 6 h 34"/>
                  <a:gd name="T2" fmla="*/ 10 w 88"/>
                  <a:gd name="T3" fmla="*/ 14 h 34"/>
                  <a:gd name="T4" fmla="*/ 54 w 88"/>
                  <a:gd name="T5" fmla="*/ 37 h 34"/>
                  <a:gd name="T6" fmla="*/ 94 w 88"/>
                  <a:gd name="T7" fmla="*/ 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34">
                    <a:moveTo>
                      <a:pt x="88" y="6"/>
                    </a:moveTo>
                    <a:cubicBezTo>
                      <a:pt x="84" y="0"/>
                      <a:pt x="21" y="7"/>
                      <a:pt x="10" y="14"/>
                    </a:cubicBezTo>
                    <a:cubicBezTo>
                      <a:pt x="0" y="22"/>
                      <a:pt x="47" y="28"/>
                      <a:pt x="51" y="34"/>
                    </a:cubicBezTo>
                    <a:lnTo>
                      <a:pt x="88" y="6"/>
                    </a:ln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82" name="Freeform 3969">
                <a:extLst>
                  <a:ext uri="{FF2B5EF4-FFF2-40B4-BE49-F238E27FC236}">
                    <a16:creationId xmlns:a16="http://schemas.microsoft.com/office/drawing/2014/main" id="{1C50006E-E98B-4F4A-B5AF-C774700DC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943"/>
                <a:ext cx="47" cy="40"/>
              </a:xfrm>
              <a:custGeom>
                <a:avLst/>
                <a:gdLst>
                  <a:gd name="T0" fmla="*/ 15 w 46"/>
                  <a:gd name="T1" fmla="*/ 9 h 39"/>
                  <a:gd name="T2" fmla="*/ 45 w 46"/>
                  <a:gd name="T3" fmla="*/ 6 h 39"/>
                  <a:gd name="T4" fmla="*/ 34 w 46"/>
                  <a:gd name="T5" fmla="*/ 33 h 39"/>
                  <a:gd name="T6" fmla="*/ 4 w 46"/>
                  <a:gd name="T7" fmla="*/ 36 h 39"/>
                  <a:gd name="T8" fmla="*/ 15 w 46"/>
                  <a:gd name="T9" fmla="*/ 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9">
                    <a:moveTo>
                      <a:pt x="15" y="9"/>
                    </a:moveTo>
                    <a:cubicBezTo>
                      <a:pt x="26" y="1"/>
                      <a:pt x="37" y="0"/>
                      <a:pt x="42" y="6"/>
                    </a:cubicBezTo>
                    <a:cubicBezTo>
                      <a:pt x="46" y="11"/>
                      <a:pt x="41" y="22"/>
                      <a:pt x="31" y="30"/>
                    </a:cubicBezTo>
                    <a:cubicBezTo>
                      <a:pt x="20" y="37"/>
                      <a:pt x="9" y="39"/>
                      <a:pt x="4" y="33"/>
                    </a:cubicBezTo>
                    <a:cubicBezTo>
                      <a:pt x="0" y="27"/>
                      <a:pt x="5" y="16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83" name="Freeform 3970">
                <a:extLst>
                  <a:ext uri="{FF2B5EF4-FFF2-40B4-BE49-F238E27FC236}">
                    <a16:creationId xmlns:a16="http://schemas.microsoft.com/office/drawing/2014/main" id="{D3DEC93F-1C29-43BD-B287-57E87ABD9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965"/>
                <a:ext cx="33" cy="27"/>
              </a:xfrm>
              <a:custGeom>
                <a:avLst/>
                <a:gdLst>
                  <a:gd name="T0" fmla="*/ 11 w 32"/>
                  <a:gd name="T1" fmla="*/ 6 h 27"/>
                  <a:gd name="T2" fmla="*/ 32 w 32"/>
                  <a:gd name="T3" fmla="*/ 4 h 27"/>
                  <a:gd name="T4" fmla="*/ 25 w 32"/>
                  <a:gd name="T5" fmla="*/ 21 h 27"/>
                  <a:gd name="T6" fmla="*/ 3 w 32"/>
                  <a:gd name="T7" fmla="*/ 23 h 27"/>
                  <a:gd name="T8" fmla="*/ 11 w 32"/>
                  <a:gd name="T9" fmla="*/ 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7">
                    <a:moveTo>
                      <a:pt x="11" y="6"/>
                    </a:moveTo>
                    <a:cubicBezTo>
                      <a:pt x="18" y="1"/>
                      <a:pt x="26" y="0"/>
                      <a:pt x="29" y="4"/>
                    </a:cubicBezTo>
                    <a:cubicBezTo>
                      <a:pt x="32" y="8"/>
                      <a:pt x="29" y="16"/>
                      <a:pt x="22" y="21"/>
                    </a:cubicBezTo>
                    <a:cubicBezTo>
                      <a:pt x="15" y="26"/>
                      <a:pt x="6" y="27"/>
                      <a:pt x="3" y="23"/>
                    </a:cubicBezTo>
                    <a:cubicBezTo>
                      <a:pt x="0" y="19"/>
                      <a:pt x="4" y="12"/>
                      <a:pt x="11" y="6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84" name="Freeform 3971">
                <a:extLst>
                  <a:ext uri="{FF2B5EF4-FFF2-40B4-BE49-F238E27FC236}">
                    <a16:creationId xmlns:a16="http://schemas.microsoft.com/office/drawing/2014/main" id="{863FD9D6-A375-4D56-9C16-EB2D52A6A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992"/>
                <a:ext cx="46" cy="40"/>
              </a:xfrm>
              <a:custGeom>
                <a:avLst/>
                <a:gdLst>
                  <a:gd name="T0" fmla="*/ 15 w 45"/>
                  <a:gd name="T1" fmla="*/ 9 h 39"/>
                  <a:gd name="T2" fmla="*/ 44 w 45"/>
                  <a:gd name="T3" fmla="*/ 6 h 39"/>
                  <a:gd name="T4" fmla="*/ 33 w 45"/>
                  <a:gd name="T5" fmla="*/ 33 h 39"/>
                  <a:gd name="T6" fmla="*/ 4 w 45"/>
                  <a:gd name="T7" fmla="*/ 36 h 39"/>
                  <a:gd name="T8" fmla="*/ 15 w 45"/>
                  <a:gd name="T9" fmla="*/ 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15" y="9"/>
                    </a:moveTo>
                    <a:cubicBezTo>
                      <a:pt x="25" y="2"/>
                      <a:pt x="37" y="0"/>
                      <a:pt x="41" y="6"/>
                    </a:cubicBezTo>
                    <a:cubicBezTo>
                      <a:pt x="45" y="12"/>
                      <a:pt x="41" y="23"/>
                      <a:pt x="30" y="30"/>
                    </a:cubicBezTo>
                    <a:cubicBezTo>
                      <a:pt x="20" y="38"/>
                      <a:pt x="8" y="39"/>
                      <a:pt x="4" y="33"/>
                    </a:cubicBezTo>
                    <a:cubicBezTo>
                      <a:pt x="0" y="28"/>
                      <a:pt x="5" y="17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85" name="Freeform 3972">
                <a:extLst>
                  <a:ext uri="{FF2B5EF4-FFF2-40B4-BE49-F238E27FC236}">
                    <a16:creationId xmlns:a16="http://schemas.microsoft.com/office/drawing/2014/main" id="{A158CB71-D465-45AD-A800-CC9937C9D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048"/>
                <a:ext cx="46" cy="40"/>
              </a:xfrm>
              <a:custGeom>
                <a:avLst/>
                <a:gdLst>
                  <a:gd name="T0" fmla="*/ 15 w 45"/>
                  <a:gd name="T1" fmla="*/ 9 h 39"/>
                  <a:gd name="T2" fmla="*/ 44 w 45"/>
                  <a:gd name="T3" fmla="*/ 6 h 39"/>
                  <a:gd name="T4" fmla="*/ 33 w 45"/>
                  <a:gd name="T5" fmla="*/ 33 h 39"/>
                  <a:gd name="T6" fmla="*/ 4 w 45"/>
                  <a:gd name="T7" fmla="*/ 36 h 39"/>
                  <a:gd name="T8" fmla="*/ 15 w 45"/>
                  <a:gd name="T9" fmla="*/ 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15" y="9"/>
                    </a:moveTo>
                    <a:cubicBezTo>
                      <a:pt x="25" y="2"/>
                      <a:pt x="37" y="0"/>
                      <a:pt x="41" y="6"/>
                    </a:cubicBezTo>
                    <a:cubicBezTo>
                      <a:pt x="45" y="12"/>
                      <a:pt x="40" y="23"/>
                      <a:pt x="30" y="30"/>
                    </a:cubicBezTo>
                    <a:cubicBezTo>
                      <a:pt x="20" y="38"/>
                      <a:pt x="8" y="39"/>
                      <a:pt x="4" y="33"/>
                    </a:cubicBezTo>
                    <a:cubicBezTo>
                      <a:pt x="0" y="27"/>
                      <a:pt x="4" y="17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86" name="Freeform 3973">
                <a:extLst>
                  <a:ext uri="{FF2B5EF4-FFF2-40B4-BE49-F238E27FC236}">
                    <a16:creationId xmlns:a16="http://schemas.microsoft.com/office/drawing/2014/main" id="{EFBF60DC-626A-49F7-ADF5-B23CF18D0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847"/>
                <a:ext cx="46" cy="40"/>
              </a:xfrm>
              <a:custGeom>
                <a:avLst/>
                <a:gdLst>
                  <a:gd name="T0" fmla="*/ 15 w 45"/>
                  <a:gd name="T1" fmla="*/ 9 h 39"/>
                  <a:gd name="T2" fmla="*/ 44 w 45"/>
                  <a:gd name="T3" fmla="*/ 6 h 39"/>
                  <a:gd name="T4" fmla="*/ 33 w 45"/>
                  <a:gd name="T5" fmla="*/ 33 h 39"/>
                  <a:gd name="T6" fmla="*/ 4 w 45"/>
                  <a:gd name="T7" fmla="*/ 36 h 39"/>
                  <a:gd name="T8" fmla="*/ 15 w 45"/>
                  <a:gd name="T9" fmla="*/ 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15" y="9"/>
                    </a:moveTo>
                    <a:cubicBezTo>
                      <a:pt x="25" y="1"/>
                      <a:pt x="37" y="0"/>
                      <a:pt x="41" y="6"/>
                    </a:cubicBezTo>
                    <a:cubicBezTo>
                      <a:pt x="45" y="11"/>
                      <a:pt x="40" y="22"/>
                      <a:pt x="30" y="30"/>
                    </a:cubicBezTo>
                    <a:cubicBezTo>
                      <a:pt x="20" y="37"/>
                      <a:pt x="8" y="39"/>
                      <a:pt x="4" y="33"/>
                    </a:cubicBezTo>
                    <a:cubicBezTo>
                      <a:pt x="0" y="27"/>
                      <a:pt x="5" y="16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87" name="Freeform 3974">
                <a:extLst>
                  <a:ext uri="{FF2B5EF4-FFF2-40B4-BE49-F238E27FC236}">
                    <a16:creationId xmlns:a16="http://schemas.microsoft.com/office/drawing/2014/main" id="{A02AEBEC-AACD-430A-9AE9-CA28D0A81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789"/>
                <a:ext cx="42" cy="35"/>
              </a:xfrm>
              <a:custGeom>
                <a:avLst/>
                <a:gdLst>
                  <a:gd name="T0" fmla="*/ 39 w 41"/>
                  <a:gd name="T1" fmla="*/ 0 h 34"/>
                  <a:gd name="T2" fmla="*/ 31 w 41"/>
                  <a:gd name="T3" fmla="*/ 29 h 34"/>
                  <a:gd name="T4" fmla="*/ 0 w 41"/>
                  <a:gd name="T5" fmla="*/ 3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4">
                    <a:moveTo>
                      <a:pt x="36" y="0"/>
                    </a:moveTo>
                    <a:cubicBezTo>
                      <a:pt x="41" y="6"/>
                      <a:pt x="38" y="18"/>
                      <a:pt x="28" y="26"/>
                    </a:cubicBezTo>
                    <a:cubicBezTo>
                      <a:pt x="18" y="33"/>
                      <a:pt x="4" y="34"/>
                      <a:pt x="0" y="28"/>
                    </a:cubicBezTo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88" name="Freeform 3975">
                <a:extLst>
                  <a:ext uri="{FF2B5EF4-FFF2-40B4-BE49-F238E27FC236}">
                    <a16:creationId xmlns:a16="http://schemas.microsoft.com/office/drawing/2014/main" id="{A399103E-C7DE-45F3-9F80-0D71A05B3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783"/>
                <a:ext cx="61" cy="35"/>
              </a:xfrm>
              <a:custGeom>
                <a:avLst/>
                <a:gdLst>
                  <a:gd name="T0" fmla="*/ 63 w 60"/>
                  <a:gd name="T1" fmla="*/ 6 h 34"/>
                  <a:gd name="T2" fmla="*/ 10 w 60"/>
                  <a:gd name="T3" fmla="*/ 25 h 34"/>
                  <a:gd name="T4" fmla="*/ 24 w 60"/>
                  <a:gd name="T5" fmla="*/ 37 h 34"/>
                  <a:gd name="T6" fmla="*/ 63 w 60"/>
                  <a:gd name="T7" fmla="*/ 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4">
                    <a:moveTo>
                      <a:pt x="60" y="6"/>
                    </a:moveTo>
                    <a:cubicBezTo>
                      <a:pt x="56" y="0"/>
                      <a:pt x="20" y="15"/>
                      <a:pt x="10" y="22"/>
                    </a:cubicBezTo>
                    <a:cubicBezTo>
                      <a:pt x="0" y="30"/>
                      <a:pt x="20" y="28"/>
                      <a:pt x="24" y="34"/>
                    </a:cubicBezTo>
                    <a:lnTo>
                      <a:pt x="60" y="6"/>
                    </a:ln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89" name="Freeform 3976">
                <a:extLst>
                  <a:ext uri="{FF2B5EF4-FFF2-40B4-BE49-F238E27FC236}">
                    <a16:creationId xmlns:a16="http://schemas.microsoft.com/office/drawing/2014/main" id="{A40C6276-E0E5-4DB2-88D5-AA6668134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031"/>
                <a:ext cx="43" cy="34"/>
              </a:xfrm>
              <a:custGeom>
                <a:avLst/>
                <a:gdLst>
                  <a:gd name="T0" fmla="*/ 40 w 42"/>
                  <a:gd name="T1" fmla="*/ 0 h 33"/>
                  <a:gd name="T2" fmla="*/ 30 w 42"/>
                  <a:gd name="T3" fmla="*/ 27 h 33"/>
                  <a:gd name="T4" fmla="*/ 0 w 42"/>
                  <a:gd name="T5" fmla="*/ 3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3">
                    <a:moveTo>
                      <a:pt x="37" y="0"/>
                    </a:moveTo>
                    <a:cubicBezTo>
                      <a:pt x="42" y="6"/>
                      <a:pt x="38" y="17"/>
                      <a:pt x="27" y="24"/>
                    </a:cubicBezTo>
                    <a:cubicBezTo>
                      <a:pt x="17" y="32"/>
                      <a:pt x="5" y="33"/>
                      <a:pt x="0" y="27"/>
                    </a:cubicBezTo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90" name="Freeform 3977">
                <a:extLst>
                  <a:ext uri="{FF2B5EF4-FFF2-40B4-BE49-F238E27FC236}">
                    <a16:creationId xmlns:a16="http://schemas.microsoft.com/office/drawing/2014/main" id="{ED62F25F-8448-4E2D-9418-477429567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025"/>
                <a:ext cx="70" cy="33"/>
              </a:xfrm>
              <a:custGeom>
                <a:avLst/>
                <a:gdLst>
                  <a:gd name="T0" fmla="*/ 72 w 69"/>
                  <a:gd name="T1" fmla="*/ 6 h 33"/>
                  <a:gd name="T2" fmla="*/ 11 w 69"/>
                  <a:gd name="T3" fmla="*/ 19 h 33"/>
                  <a:gd name="T4" fmla="*/ 32 w 69"/>
                  <a:gd name="T5" fmla="*/ 33 h 33"/>
                  <a:gd name="T6" fmla="*/ 72 w 69"/>
                  <a:gd name="T7" fmla="*/ 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33">
                    <a:moveTo>
                      <a:pt x="69" y="6"/>
                    </a:moveTo>
                    <a:cubicBezTo>
                      <a:pt x="65" y="0"/>
                      <a:pt x="21" y="12"/>
                      <a:pt x="11" y="19"/>
                    </a:cubicBezTo>
                    <a:cubicBezTo>
                      <a:pt x="0" y="27"/>
                      <a:pt x="28" y="27"/>
                      <a:pt x="32" y="33"/>
                    </a:cubicBezTo>
                    <a:lnTo>
                      <a:pt x="69" y="6"/>
                    </a:ln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91" name="Freeform 3978">
                <a:extLst>
                  <a:ext uri="{FF2B5EF4-FFF2-40B4-BE49-F238E27FC236}">
                    <a16:creationId xmlns:a16="http://schemas.microsoft.com/office/drawing/2014/main" id="{862E60D9-E9CB-4E58-A228-B0E733CF4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1855"/>
                <a:ext cx="85" cy="67"/>
              </a:xfrm>
              <a:custGeom>
                <a:avLst/>
                <a:gdLst>
                  <a:gd name="T0" fmla="*/ 83 w 83"/>
                  <a:gd name="T1" fmla="*/ 61 h 65"/>
                  <a:gd name="T2" fmla="*/ 33 w 83"/>
                  <a:gd name="T3" fmla="*/ 57 h 65"/>
                  <a:gd name="T4" fmla="*/ 6 w 83"/>
                  <a:gd name="T5" fmla="*/ 10 h 65"/>
                  <a:gd name="T6" fmla="*/ 56 w 83"/>
                  <a:gd name="T7" fmla="*/ 15 h 65"/>
                  <a:gd name="T8" fmla="*/ 83 w 83"/>
                  <a:gd name="T9" fmla="*/ 61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5">
                    <a:moveTo>
                      <a:pt x="77" y="55"/>
                    </a:moveTo>
                    <a:cubicBezTo>
                      <a:pt x="71" y="65"/>
                      <a:pt x="50" y="63"/>
                      <a:pt x="30" y="51"/>
                    </a:cubicBezTo>
                    <a:cubicBezTo>
                      <a:pt x="11" y="38"/>
                      <a:pt x="0" y="20"/>
                      <a:pt x="6" y="10"/>
                    </a:cubicBezTo>
                    <a:cubicBezTo>
                      <a:pt x="12" y="0"/>
                      <a:pt x="33" y="2"/>
                      <a:pt x="53" y="15"/>
                    </a:cubicBezTo>
                    <a:cubicBezTo>
                      <a:pt x="72" y="27"/>
                      <a:pt x="83" y="45"/>
                      <a:pt x="77" y="55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92" name="Freeform 3979">
                <a:extLst>
                  <a:ext uri="{FF2B5EF4-FFF2-40B4-BE49-F238E27FC236}">
                    <a16:creationId xmlns:a16="http://schemas.microsoft.com/office/drawing/2014/main" id="{797E8C85-BF7A-4A82-A843-2FF0BC3AF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724"/>
                <a:ext cx="82" cy="63"/>
              </a:xfrm>
              <a:custGeom>
                <a:avLst/>
                <a:gdLst>
                  <a:gd name="T0" fmla="*/ 80 w 80"/>
                  <a:gd name="T1" fmla="*/ 55 h 62"/>
                  <a:gd name="T2" fmla="*/ 32 w 80"/>
                  <a:gd name="T3" fmla="*/ 51 h 62"/>
                  <a:gd name="T4" fmla="*/ 6 w 80"/>
                  <a:gd name="T5" fmla="*/ 10 h 62"/>
                  <a:gd name="T6" fmla="*/ 54 w 80"/>
                  <a:gd name="T7" fmla="*/ 14 h 62"/>
                  <a:gd name="T8" fmla="*/ 80 w 80"/>
                  <a:gd name="T9" fmla="*/ 5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62">
                    <a:moveTo>
                      <a:pt x="74" y="52"/>
                    </a:moveTo>
                    <a:cubicBezTo>
                      <a:pt x="68" y="62"/>
                      <a:pt x="48" y="60"/>
                      <a:pt x="29" y="48"/>
                    </a:cubicBezTo>
                    <a:cubicBezTo>
                      <a:pt x="10" y="37"/>
                      <a:pt x="0" y="19"/>
                      <a:pt x="6" y="10"/>
                    </a:cubicBezTo>
                    <a:cubicBezTo>
                      <a:pt x="12" y="0"/>
                      <a:pt x="32" y="2"/>
                      <a:pt x="51" y="14"/>
                    </a:cubicBezTo>
                    <a:cubicBezTo>
                      <a:pt x="69" y="25"/>
                      <a:pt x="80" y="43"/>
                      <a:pt x="74" y="52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93" name="Freeform 3980">
                <a:extLst>
                  <a:ext uri="{FF2B5EF4-FFF2-40B4-BE49-F238E27FC236}">
                    <a16:creationId xmlns:a16="http://schemas.microsoft.com/office/drawing/2014/main" id="{934CF24C-FC09-402B-BFA1-364408D8D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044"/>
                <a:ext cx="84" cy="53"/>
              </a:xfrm>
              <a:custGeom>
                <a:avLst/>
                <a:gdLst>
                  <a:gd name="T0" fmla="*/ 83 w 83"/>
                  <a:gd name="T1" fmla="*/ 40 h 52"/>
                  <a:gd name="T2" fmla="*/ 36 w 83"/>
                  <a:gd name="T3" fmla="*/ 48 h 52"/>
                  <a:gd name="T4" fmla="*/ 3 w 83"/>
                  <a:gd name="T5" fmla="*/ 14 h 52"/>
                  <a:gd name="T6" fmla="*/ 51 w 83"/>
                  <a:gd name="T7" fmla="*/ 6 h 52"/>
                  <a:gd name="T8" fmla="*/ 83 w 83"/>
                  <a:gd name="T9" fmla="*/ 4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52">
                    <a:moveTo>
                      <a:pt x="80" y="37"/>
                    </a:moveTo>
                    <a:cubicBezTo>
                      <a:pt x="77" y="48"/>
                      <a:pt x="57" y="52"/>
                      <a:pt x="36" y="45"/>
                    </a:cubicBezTo>
                    <a:cubicBezTo>
                      <a:pt x="14" y="38"/>
                      <a:pt x="0" y="24"/>
                      <a:pt x="3" y="14"/>
                    </a:cubicBezTo>
                    <a:cubicBezTo>
                      <a:pt x="6" y="3"/>
                      <a:pt x="26" y="0"/>
                      <a:pt x="48" y="6"/>
                    </a:cubicBezTo>
                    <a:cubicBezTo>
                      <a:pt x="69" y="13"/>
                      <a:pt x="83" y="27"/>
                      <a:pt x="80" y="37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94" name="Freeform 3981">
                <a:extLst>
                  <a:ext uri="{FF2B5EF4-FFF2-40B4-BE49-F238E27FC236}">
                    <a16:creationId xmlns:a16="http://schemas.microsoft.com/office/drawing/2014/main" id="{F4F12325-E1DF-4B4B-AC54-41C8E14C4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881"/>
                <a:ext cx="85" cy="53"/>
              </a:xfrm>
              <a:custGeom>
                <a:avLst/>
                <a:gdLst>
                  <a:gd name="T0" fmla="*/ 83 w 84"/>
                  <a:gd name="T1" fmla="*/ 40 h 52"/>
                  <a:gd name="T2" fmla="*/ 36 w 84"/>
                  <a:gd name="T3" fmla="*/ 48 h 52"/>
                  <a:gd name="T4" fmla="*/ 3 w 84"/>
                  <a:gd name="T5" fmla="*/ 14 h 52"/>
                  <a:gd name="T6" fmla="*/ 51 w 84"/>
                  <a:gd name="T7" fmla="*/ 6 h 52"/>
                  <a:gd name="T8" fmla="*/ 83 w 84"/>
                  <a:gd name="T9" fmla="*/ 4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52">
                    <a:moveTo>
                      <a:pt x="80" y="37"/>
                    </a:moveTo>
                    <a:cubicBezTo>
                      <a:pt x="77" y="48"/>
                      <a:pt x="57" y="52"/>
                      <a:pt x="36" y="45"/>
                    </a:cubicBezTo>
                    <a:cubicBezTo>
                      <a:pt x="15" y="38"/>
                      <a:pt x="0" y="24"/>
                      <a:pt x="3" y="14"/>
                    </a:cubicBezTo>
                    <a:cubicBezTo>
                      <a:pt x="7" y="3"/>
                      <a:pt x="27" y="0"/>
                      <a:pt x="48" y="6"/>
                    </a:cubicBezTo>
                    <a:cubicBezTo>
                      <a:pt x="69" y="13"/>
                      <a:pt x="84" y="27"/>
                      <a:pt x="80" y="37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95" name="Freeform 3982">
                <a:extLst>
                  <a:ext uri="{FF2B5EF4-FFF2-40B4-BE49-F238E27FC236}">
                    <a16:creationId xmlns:a16="http://schemas.microsoft.com/office/drawing/2014/main" id="{6199BB32-A298-4078-A15D-F58D93754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914"/>
                <a:ext cx="85" cy="47"/>
              </a:xfrm>
              <a:custGeom>
                <a:avLst/>
                <a:gdLst>
                  <a:gd name="T0" fmla="*/ 87 w 83"/>
                  <a:gd name="T1" fmla="*/ 31 h 46"/>
                  <a:gd name="T2" fmla="*/ 42 w 83"/>
                  <a:gd name="T3" fmla="*/ 46 h 46"/>
                  <a:gd name="T4" fmla="*/ 1 w 83"/>
                  <a:gd name="T5" fmla="*/ 18 h 46"/>
                  <a:gd name="T6" fmla="*/ 47 w 83"/>
                  <a:gd name="T7" fmla="*/ 3 h 46"/>
                  <a:gd name="T8" fmla="*/ 87 w 83"/>
                  <a:gd name="T9" fmla="*/ 3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46">
                    <a:moveTo>
                      <a:pt x="81" y="28"/>
                    </a:moveTo>
                    <a:cubicBezTo>
                      <a:pt x="80" y="39"/>
                      <a:pt x="61" y="46"/>
                      <a:pt x="39" y="43"/>
                    </a:cubicBezTo>
                    <a:cubicBezTo>
                      <a:pt x="17" y="40"/>
                      <a:pt x="0" y="29"/>
                      <a:pt x="1" y="18"/>
                    </a:cubicBezTo>
                    <a:cubicBezTo>
                      <a:pt x="3" y="7"/>
                      <a:pt x="22" y="0"/>
                      <a:pt x="44" y="3"/>
                    </a:cubicBezTo>
                    <a:cubicBezTo>
                      <a:pt x="66" y="5"/>
                      <a:pt x="83" y="17"/>
                      <a:pt x="81" y="28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96" name="Freeform 3983">
                <a:extLst>
                  <a:ext uri="{FF2B5EF4-FFF2-40B4-BE49-F238E27FC236}">
                    <a16:creationId xmlns:a16="http://schemas.microsoft.com/office/drawing/2014/main" id="{5CA7E367-B8AD-4029-88A4-DCBA9503C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744"/>
                <a:ext cx="77" cy="59"/>
              </a:xfrm>
              <a:custGeom>
                <a:avLst/>
                <a:gdLst>
                  <a:gd name="T0" fmla="*/ 75 w 76"/>
                  <a:gd name="T1" fmla="*/ 54 h 58"/>
                  <a:gd name="T2" fmla="*/ 30 w 76"/>
                  <a:gd name="T3" fmla="*/ 45 h 58"/>
                  <a:gd name="T4" fmla="*/ 4 w 76"/>
                  <a:gd name="T5" fmla="*/ 7 h 58"/>
                  <a:gd name="T6" fmla="*/ 49 w 76"/>
                  <a:gd name="T7" fmla="*/ 17 h 58"/>
                  <a:gd name="T8" fmla="*/ 75 w 76"/>
                  <a:gd name="T9" fmla="*/ 54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58">
                    <a:moveTo>
                      <a:pt x="72" y="51"/>
                    </a:moveTo>
                    <a:cubicBezTo>
                      <a:pt x="67" y="58"/>
                      <a:pt x="49" y="54"/>
                      <a:pt x="30" y="42"/>
                    </a:cubicBezTo>
                    <a:cubicBezTo>
                      <a:pt x="12" y="29"/>
                      <a:pt x="0" y="14"/>
                      <a:pt x="4" y="7"/>
                    </a:cubicBezTo>
                    <a:cubicBezTo>
                      <a:pt x="9" y="0"/>
                      <a:pt x="28" y="5"/>
                      <a:pt x="46" y="17"/>
                    </a:cubicBezTo>
                    <a:cubicBezTo>
                      <a:pt x="65" y="29"/>
                      <a:pt x="76" y="44"/>
                      <a:pt x="72" y="51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97" name="Freeform 3984">
                <a:extLst>
                  <a:ext uri="{FF2B5EF4-FFF2-40B4-BE49-F238E27FC236}">
                    <a16:creationId xmlns:a16="http://schemas.microsoft.com/office/drawing/2014/main" id="{87692770-9E9E-467B-87F5-2495D8FB7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759"/>
                <a:ext cx="41" cy="22"/>
              </a:xfrm>
              <a:custGeom>
                <a:avLst/>
                <a:gdLst>
                  <a:gd name="T0" fmla="*/ 43 w 40"/>
                  <a:gd name="T1" fmla="*/ 13 h 22"/>
                  <a:gd name="T2" fmla="*/ 19 w 40"/>
                  <a:gd name="T3" fmla="*/ 21 h 22"/>
                  <a:gd name="T4" fmla="*/ 0 w 40"/>
                  <a:gd name="T5" fmla="*/ 10 h 22"/>
                  <a:gd name="T6" fmla="*/ 24 w 40"/>
                  <a:gd name="T7" fmla="*/ 1 h 22"/>
                  <a:gd name="T8" fmla="*/ 43 w 40"/>
                  <a:gd name="T9" fmla="*/ 1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2">
                    <a:moveTo>
                      <a:pt x="40" y="13"/>
                    </a:moveTo>
                    <a:cubicBezTo>
                      <a:pt x="40" y="18"/>
                      <a:pt x="30" y="22"/>
                      <a:pt x="19" y="21"/>
                    </a:cubicBezTo>
                    <a:cubicBezTo>
                      <a:pt x="8" y="20"/>
                      <a:pt x="0" y="15"/>
                      <a:pt x="0" y="10"/>
                    </a:cubicBezTo>
                    <a:cubicBezTo>
                      <a:pt x="1" y="4"/>
                      <a:pt x="10" y="0"/>
                      <a:pt x="21" y="1"/>
                    </a:cubicBezTo>
                    <a:cubicBezTo>
                      <a:pt x="32" y="2"/>
                      <a:pt x="40" y="7"/>
                      <a:pt x="40" y="13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98" name="Freeform 3985">
                <a:extLst>
                  <a:ext uri="{FF2B5EF4-FFF2-40B4-BE49-F238E27FC236}">
                    <a16:creationId xmlns:a16="http://schemas.microsoft.com/office/drawing/2014/main" id="{4E53B01F-B165-4DD7-BB4A-0A3A7EDEC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1770"/>
                <a:ext cx="41" cy="22"/>
              </a:xfrm>
              <a:custGeom>
                <a:avLst/>
                <a:gdLst>
                  <a:gd name="T0" fmla="*/ 43 w 40"/>
                  <a:gd name="T1" fmla="*/ 13 h 22"/>
                  <a:gd name="T2" fmla="*/ 19 w 40"/>
                  <a:gd name="T3" fmla="*/ 21 h 22"/>
                  <a:gd name="T4" fmla="*/ 0 w 40"/>
                  <a:gd name="T5" fmla="*/ 10 h 22"/>
                  <a:gd name="T6" fmla="*/ 24 w 40"/>
                  <a:gd name="T7" fmla="*/ 1 h 22"/>
                  <a:gd name="T8" fmla="*/ 43 w 40"/>
                  <a:gd name="T9" fmla="*/ 1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2">
                    <a:moveTo>
                      <a:pt x="40" y="13"/>
                    </a:moveTo>
                    <a:cubicBezTo>
                      <a:pt x="39" y="18"/>
                      <a:pt x="30" y="22"/>
                      <a:pt x="19" y="21"/>
                    </a:cubicBezTo>
                    <a:cubicBezTo>
                      <a:pt x="8" y="20"/>
                      <a:pt x="0" y="15"/>
                      <a:pt x="0" y="10"/>
                    </a:cubicBezTo>
                    <a:cubicBezTo>
                      <a:pt x="0" y="4"/>
                      <a:pt x="10" y="0"/>
                      <a:pt x="21" y="1"/>
                    </a:cubicBezTo>
                    <a:cubicBezTo>
                      <a:pt x="32" y="2"/>
                      <a:pt x="40" y="7"/>
                      <a:pt x="40" y="13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99" name="Freeform 3986">
                <a:extLst>
                  <a:ext uri="{FF2B5EF4-FFF2-40B4-BE49-F238E27FC236}">
                    <a16:creationId xmlns:a16="http://schemas.microsoft.com/office/drawing/2014/main" id="{12F0BEC1-815E-46CE-96A6-990F0434D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768"/>
                <a:ext cx="78" cy="69"/>
              </a:xfrm>
              <a:custGeom>
                <a:avLst/>
                <a:gdLst>
                  <a:gd name="T0" fmla="*/ 73 w 77"/>
                  <a:gd name="T1" fmla="*/ 62 h 68"/>
                  <a:gd name="T2" fmla="*/ 26 w 77"/>
                  <a:gd name="T3" fmla="*/ 53 h 68"/>
                  <a:gd name="T4" fmla="*/ 7 w 77"/>
                  <a:gd name="T5" fmla="*/ 9 h 68"/>
                  <a:gd name="T6" fmla="*/ 54 w 77"/>
                  <a:gd name="T7" fmla="*/ 18 h 68"/>
                  <a:gd name="T8" fmla="*/ 73 w 77"/>
                  <a:gd name="T9" fmla="*/ 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68">
                    <a:moveTo>
                      <a:pt x="70" y="59"/>
                    </a:moveTo>
                    <a:cubicBezTo>
                      <a:pt x="63" y="68"/>
                      <a:pt x="43" y="64"/>
                      <a:pt x="26" y="50"/>
                    </a:cubicBezTo>
                    <a:cubicBezTo>
                      <a:pt x="8" y="36"/>
                      <a:pt x="0" y="17"/>
                      <a:pt x="7" y="9"/>
                    </a:cubicBezTo>
                    <a:cubicBezTo>
                      <a:pt x="14" y="0"/>
                      <a:pt x="34" y="4"/>
                      <a:pt x="51" y="18"/>
                    </a:cubicBezTo>
                    <a:cubicBezTo>
                      <a:pt x="69" y="32"/>
                      <a:pt x="77" y="50"/>
                      <a:pt x="70" y="59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00" name="Freeform 3987">
                <a:extLst>
                  <a:ext uri="{FF2B5EF4-FFF2-40B4-BE49-F238E27FC236}">
                    <a16:creationId xmlns:a16="http://schemas.microsoft.com/office/drawing/2014/main" id="{947A0590-DB54-4331-BF84-590E38A7F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648"/>
                <a:ext cx="78" cy="70"/>
              </a:xfrm>
              <a:custGeom>
                <a:avLst/>
                <a:gdLst>
                  <a:gd name="T0" fmla="*/ 75 w 76"/>
                  <a:gd name="T1" fmla="*/ 65 h 68"/>
                  <a:gd name="T2" fmla="*/ 28 w 76"/>
                  <a:gd name="T3" fmla="*/ 54 h 68"/>
                  <a:gd name="T4" fmla="*/ 7 w 76"/>
                  <a:gd name="T5" fmla="*/ 9 h 68"/>
                  <a:gd name="T6" fmla="*/ 54 w 76"/>
                  <a:gd name="T7" fmla="*/ 21 h 68"/>
                  <a:gd name="T8" fmla="*/ 75 w 76"/>
                  <a:gd name="T9" fmla="*/ 65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68">
                    <a:moveTo>
                      <a:pt x="69" y="59"/>
                    </a:moveTo>
                    <a:cubicBezTo>
                      <a:pt x="62" y="68"/>
                      <a:pt x="43" y="64"/>
                      <a:pt x="25" y="50"/>
                    </a:cubicBezTo>
                    <a:cubicBezTo>
                      <a:pt x="8" y="36"/>
                      <a:pt x="0" y="18"/>
                      <a:pt x="7" y="9"/>
                    </a:cubicBezTo>
                    <a:cubicBezTo>
                      <a:pt x="14" y="0"/>
                      <a:pt x="33" y="4"/>
                      <a:pt x="51" y="18"/>
                    </a:cubicBezTo>
                    <a:cubicBezTo>
                      <a:pt x="68" y="32"/>
                      <a:pt x="76" y="51"/>
                      <a:pt x="69" y="59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01" name="Freeform 3988">
                <a:extLst>
                  <a:ext uri="{FF2B5EF4-FFF2-40B4-BE49-F238E27FC236}">
                    <a16:creationId xmlns:a16="http://schemas.microsoft.com/office/drawing/2014/main" id="{8B4306D4-8CC7-4C60-AB78-DE888C1B0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823"/>
                <a:ext cx="61" cy="43"/>
              </a:xfrm>
              <a:custGeom>
                <a:avLst/>
                <a:gdLst>
                  <a:gd name="T0" fmla="*/ 62 w 59"/>
                  <a:gd name="T1" fmla="*/ 36 h 42"/>
                  <a:gd name="T2" fmla="*/ 26 w 59"/>
                  <a:gd name="T3" fmla="*/ 38 h 42"/>
                  <a:gd name="T4" fmla="*/ 4 w 59"/>
                  <a:gd name="T5" fmla="*/ 8 h 42"/>
                  <a:gd name="T6" fmla="*/ 39 w 59"/>
                  <a:gd name="T7" fmla="*/ 6 h 42"/>
                  <a:gd name="T8" fmla="*/ 62 w 59"/>
                  <a:gd name="T9" fmla="*/ 3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2">
                    <a:moveTo>
                      <a:pt x="56" y="33"/>
                    </a:moveTo>
                    <a:cubicBezTo>
                      <a:pt x="52" y="41"/>
                      <a:pt x="37" y="42"/>
                      <a:pt x="23" y="35"/>
                    </a:cubicBezTo>
                    <a:cubicBezTo>
                      <a:pt x="8" y="28"/>
                      <a:pt x="0" y="16"/>
                      <a:pt x="4" y="8"/>
                    </a:cubicBezTo>
                    <a:cubicBezTo>
                      <a:pt x="7" y="1"/>
                      <a:pt x="22" y="0"/>
                      <a:pt x="36" y="6"/>
                    </a:cubicBezTo>
                    <a:cubicBezTo>
                      <a:pt x="51" y="13"/>
                      <a:pt x="59" y="25"/>
                      <a:pt x="56" y="33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02" name="Freeform 3989">
                <a:extLst>
                  <a:ext uri="{FF2B5EF4-FFF2-40B4-BE49-F238E27FC236}">
                    <a16:creationId xmlns:a16="http://schemas.microsoft.com/office/drawing/2014/main" id="{1BED91E5-D01F-48E2-835D-DE496312C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901"/>
                <a:ext cx="43" cy="33"/>
              </a:xfrm>
              <a:custGeom>
                <a:avLst/>
                <a:gdLst>
                  <a:gd name="T0" fmla="*/ 42 w 42"/>
                  <a:gd name="T1" fmla="*/ 30 h 32"/>
                  <a:gd name="T2" fmla="*/ 15 w 42"/>
                  <a:gd name="T3" fmla="*/ 28 h 32"/>
                  <a:gd name="T4" fmla="*/ 3 w 42"/>
                  <a:gd name="T5" fmla="*/ 5 h 32"/>
                  <a:gd name="T6" fmla="*/ 30 w 42"/>
                  <a:gd name="T7" fmla="*/ 7 h 32"/>
                  <a:gd name="T8" fmla="*/ 42 w 42"/>
                  <a:gd name="T9" fmla="*/ 3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2">
                    <a:moveTo>
                      <a:pt x="39" y="27"/>
                    </a:moveTo>
                    <a:cubicBezTo>
                      <a:pt x="36" y="32"/>
                      <a:pt x="25" y="31"/>
                      <a:pt x="15" y="25"/>
                    </a:cubicBezTo>
                    <a:cubicBezTo>
                      <a:pt x="6" y="19"/>
                      <a:pt x="0" y="10"/>
                      <a:pt x="3" y="5"/>
                    </a:cubicBezTo>
                    <a:cubicBezTo>
                      <a:pt x="6" y="0"/>
                      <a:pt x="17" y="1"/>
                      <a:pt x="27" y="7"/>
                    </a:cubicBezTo>
                    <a:cubicBezTo>
                      <a:pt x="36" y="13"/>
                      <a:pt x="42" y="22"/>
                      <a:pt x="39" y="27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03" name="Freeform 3990">
                <a:extLst>
                  <a:ext uri="{FF2B5EF4-FFF2-40B4-BE49-F238E27FC236}">
                    <a16:creationId xmlns:a16="http://schemas.microsoft.com/office/drawing/2014/main" id="{666B9825-22D0-42E1-A8F2-24C6C0EE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937"/>
                <a:ext cx="42" cy="33"/>
              </a:xfrm>
              <a:custGeom>
                <a:avLst/>
                <a:gdLst>
                  <a:gd name="T0" fmla="*/ 41 w 41"/>
                  <a:gd name="T1" fmla="*/ 30 h 32"/>
                  <a:gd name="T2" fmla="*/ 15 w 41"/>
                  <a:gd name="T3" fmla="*/ 28 h 32"/>
                  <a:gd name="T4" fmla="*/ 3 w 41"/>
                  <a:gd name="T5" fmla="*/ 5 h 32"/>
                  <a:gd name="T6" fmla="*/ 29 w 41"/>
                  <a:gd name="T7" fmla="*/ 7 h 32"/>
                  <a:gd name="T8" fmla="*/ 41 w 41"/>
                  <a:gd name="T9" fmla="*/ 3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2">
                    <a:moveTo>
                      <a:pt x="38" y="27"/>
                    </a:moveTo>
                    <a:cubicBezTo>
                      <a:pt x="35" y="32"/>
                      <a:pt x="25" y="31"/>
                      <a:pt x="15" y="25"/>
                    </a:cubicBezTo>
                    <a:cubicBezTo>
                      <a:pt x="5" y="19"/>
                      <a:pt x="0" y="10"/>
                      <a:pt x="3" y="5"/>
                    </a:cubicBezTo>
                    <a:cubicBezTo>
                      <a:pt x="6" y="0"/>
                      <a:pt x="16" y="1"/>
                      <a:pt x="26" y="7"/>
                    </a:cubicBezTo>
                    <a:cubicBezTo>
                      <a:pt x="36" y="13"/>
                      <a:pt x="41" y="22"/>
                      <a:pt x="38" y="27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04" name="Freeform 3991">
                <a:extLst>
                  <a:ext uri="{FF2B5EF4-FFF2-40B4-BE49-F238E27FC236}">
                    <a16:creationId xmlns:a16="http://schemas.microsoft.com/office/drawing/2014/main" id="{D963E344-751B-4861-962B-44C0CE1CD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071"/>
                <a:ext cx="82" cy="31"/>
              </a:xfrm>
              <a:custGeom>
                <a:avLst/>
                <a:gdLst>
                  <a:gd name="T0" fmla="*/ 84 w 80"/>
                  <a:gd name="T1" fmla="*/ 24 h 31"/>
                  <a:gd name="T2" fmla="*/ 40 w 80"/>
                  <a:gd name="T3" fmla="*/ 27 h 31"/>
                  <a:gd name="T4" fmla="*/ 2 w 80"/>
                  <a:gd name="T5" fmla="*/ 7 h 31"/>
                  <a:gd name="T6" fmla="*/ 46 w 80"/>
                  <a:gd name="T7" fmla="*/ 4 h 31"/>
                  <a:gd name="T8" fmla="*/ 84 w 80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1">
                    <a:moveTo>
                      <a:pt x="78" y="24"/>
                    </a:moveTo>
                    <a:cubicBezTo>
                      <a:pt x="77" y="30"/>
                      <a:pt x="59" y="31"/>
                      <a:pt x="37" y="27"/>
                    </a:cubicBezTo>
                    <a:cubicBezTo>
                      <a:pt x="16" y="22"/>
                      <a:pt x="0" y="13"/>
                      <a:pt x="2" y="7"/>
                    </a:cubicBezTo>
                    <a:cubicBezTo>
                      <a:pt x="3" y="1"/>
                      <a:pt x="21" y="0"/>
                      <a:pt x="43" y="4"/>
                    </a:cubicBezTo>
                    <a:cubicBezTo>
                      <a:pt x="64" y="9"/>
                      <a:pt x="80" y="18"/>
                      <a:pt x="78" y="24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05" name="Freeform 3992">
                <a:extLst>
                  <a:ext uri="{FF2B5EF4-FFF2-40B4-BE49-F238E27FC236}">
                    <a16:creationId xmlns:a16="http://schemas.microsoft.com/office/drawing/2014/main" id="{D943F4C6-0CF0-41CC-8B58-1CD328B55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024"/>
                <a:ext cx="43" cy="23"/>
              </a:xfrm>
              <a:custGeom>
                <a:avLst/>
                <a:gdLst>
                  <a:gd name="T0" fmla="*/ 45 w 42"/>
                  <a:gd name="T1" fmla="*/ 13 h 23"/>
                  <a:gd name="T2" fmla="*/ 20 w 42"/>
                  <a:gd name="T3" fmla="*/ 22 h 23"/>
                  <a:gd name="T4" fmla="*/ 0 w 42"/>
                  <a:gd name="T5" fmla="*/ 10 h 23"/>
                  <a:gd name="T6" fmla="*/ 25 w 42"/>
                  <a:gd name="T7" fmla="*/ 1 h 23"/>
                  <a:gd name="T8" fmla="*/ 45 w 42"/>
                  <a:gd name="T9" fmla="*/ 1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3">
                    <a:moveTo>
                      <a:pt x="42" y="13"/>
                    </a:moveTo>
                    <a:cubicBezTo>
                      <a:pt x="41" y="19"/>
                      <a:pt x="31" y="23"/>
                      <a:pt x="20" y="22"/>
                    </a:cubicBezTo>
                    <a:cubicBezTo>
                      <a:pt x="8" y="21"/>
                      <a:pt x="0" y="15"/>
                      <a:pt x="0" y="10"/>
                    </a:cubicBezTo>
                    <a:cubicBezTo>
                      <a:pt x="1" y="4"/>
                      <a:pt x="10" y="0"/>
                      <a:pt x="22" y="1"/>
                    </a:cubicBezTo>
                    <a:cubicBezTo>
                      <a:pt x="33" y="2"/>
                      <a:pt x="42" y="7"/>
                      <a:pt x="42" y="13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06" name="Freeform 3993">
                <a:extLst>
                  <a:ext uri="{FF2B5EF4-FFF2-40B4-BE49-F238E27FC236}">
                    <a16:creationId xmlns:a16="http://schemas.microsoft.com/office/drawing/2014/main" id="{394FA9A7-B69C-4EEB-B029-C040B9B1D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959"/>
                <a:ext cx="64" cy="34"/>
              </a:xfrm>
              <a:custGeom>
                <a:avLst/>
                <a:gdLst>
                  <a:gd name="T0" fmla="*/ 67 w 62"/>
                  <a:gd name="T1" fmla="*/ 20 h 34"/>
                  <a:gd name="T2" fmla="*/ 33 w 62"/>
                  <a:gd name="T3" fmla="*/ 32 h 34"/>
                  <a:gd name="T4" fmla="*/ 1 w 62"/>
                  <a:gd name="T5" fmla="*/ 15 h 34"/>
                  <a:gd name="T6" fmla="*/ 35 w 62"/>
                  <a:gd name="T7" fmla="*/ 2 h 34"/>
                  <a:gd name="T8" fmla="*/ 67 w 62"/>
                  <a:gd name="T9" fmla="*/ 2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34">
                    <a:moveTo>
                      <a:pt x="61" y="20"/>
                    </a:moveTo>
                    <a:cubicBezTo>
                      <a:pt x="60" y="28"/>
                      <a:pt x="46" y="34"/>
                      <a:pt x="30" y="32"/>
                    </a:cubicBezTo>
                    <a:cubicBezTo>
                      <a:pt x="13" y="31"/>
                      <a:pt x="0" y="23"/>
                      <a:pt x="1" y="15"/>
                    </a:cubicBezTo>
                    <a:cubicBezTo>
                      <a:pt x="2" y="6"/>
                      <a:pt x="16" y="0"/>
                      <a:pt x="32" y="2"/>
                    </a:cubicBezTo>
                    <a:cubicBezTo>
                      <a:pt x="49" y="3"/>
                      <a:pt x="62" y="11"/>
                      <a:pt x="61" y="20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07" name="Freeform 3994">
                <a:extLst>
                  <a:ext uri="{FF2B5EF4-FFF2-40B4-BE49-F238E27FC236}">
                    <a16:creationId xmlns:a16="http://schemas.microsoft.com/office/drawing/2014/main" id="{AB2E7C62-F2D4-49E3-B66F-79CB5C74B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2096"/>
                <a:ext cx="44" cy="24"/>
              </a:xfrm>
              <a:custGeom>
                <a:avLst/>
                <a:gdLst>
                  <a:gd name="T0" fmla="*/ 27 w 43"/>
                  <a:gd name="T1" fmla="*/ 26 h 23"/>
                  <a:gd name="T2" fmla="*/ 0 w 43"/>
                  <a:gd name="T3" fmla="*/ 0 h 23"/>
                  <a:gd name="T4" fmla="*/ 25 w 43"/>
                  <a:gd name="T5" fmla="*/ 1 h 23"/>
                  <a:gd name="T6" fmla="*/ 46 w 43"/>
                  <a:gd name="T7" fmla="*/ 2 h 23"/>
                  <a:gd name="T8" fmla="*/ 18 w 43"/>
                  <a:gd name="T9" fmla="*/ 2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3">
                    <a:moveTo>
                      <a:pt x="24" y="23"/>
                    </a:moveTo>
                    <a:cubicBezTo>
                      <a:pt x="18" y="23"/>
                      <a:pt x="2" y="6"/>
                      <a:pt x="0" y="0"/>
                    </a:cubicBezTo>
                    <a:cubicBezTo>
                      <a:pt x="7" y="0"/>
                      <a:pt x="15" y="1"/>
                      <a:pt x="22" y="1"/>
                    </a:cubicBezTo>
                    <a:cubicBezTo>
                      <a:pt x="28" y="1"/>
                      <a:pt x="37" y="0"/>
                      <a:pt x="43" y="2"/>
                    </a:cubicBezTo>
                    <a:cubicBezTo>
                      <a:pt x="33" y="11"/>
                      <a:pt x="7" y="0"/>
                      <a:pt x="18" y="21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08" name="Freeform 3995">
                <a:extLst>
                  <a:ext uri="{FF2B5EF4-FFF2-40B4-BE49-F238E27FC236}">
                    <a16:creationId xmlns:a16="http://schemas.microsoft.com/office/drawing/2014/main" id="{9B4F215F-262B-4A88-8F8A-076D2162A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2271"/>
                <a:ext cx="100" cy="28"/>
              </a:xfrm>
              <a:custGeom>
                <a:avLst/>
                <a:gdLst>
                  <a:gd name="T0" fmla="*/ 0 w 98"/>
                  <a:gd name="T1" fmla="*/ 0 h 28"/>
                  <a:gd name="T2" fmla="*/ 46 w 98"/>
                  <a:gd name="T3" fmla="*/ 23 h 28"/>
                  <a:gd name="T4" fmla="*/ 104 w 98"/>
                  <a:gd name="T5" fmla="*/ 27 h 28"/>
                  <a:gd name="T6" fmla="*/ 43 w 98"/>
                  <a:gd name="T7" fmla="*/ 13 h 28"/>
                  <a:gd name="T8" fmla="*/ 4 w 98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28">
                    <a:moveTo>
                      <a:pt x="0" y="0"/>
                    </a:moveTo>
                    <a:cubicBezTo>
                      <a:pt x="14" y="11"/>
                      <a:pt x="27" y="18"/>
                      <a:pt x="43" y="23"/>
                    </a:cubicBezTo>
                    <a:cubicBezTo>
                      <a:pt x="60" y="28"/>
                      <a:pt x="81" y="28"/>
                      <a:pt x="98" y="27"/>
                    </a:cubicBezTo>
                    <a:cubicBezTo>
                      <a:pt x="82" y="15"/>
                      <a:pt x="58" y="18"/>
                      <a:pt x="40" y="13"/>
                    </a:cubicBezTo>
                    <a:cubicBezTo>
                      <a:pt x="28" y="11"/>
                      <a:pt x="11" y="10"/>
                      <a:pt x="4" y="0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09" name="Freeform 3996">
                <a:extLst>
                  <a:ext uri="{FF2B5EF4-FFF2-40B4-BE49-F238E27FC236}">
                    <a16:creationId xmlns:a16="http://schemas.microsoft.com/office/drawing/2014/main" id="{5E20DBAB-31D6-46CF-BF8F-7A95AE45F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2235"/>
                <a:ext cx="108" cy="44"/>
              </a:xfrm>
              <a:custGeom>
                <a:avLst/>
                <a:gdLst>
                  <a:gd name="T0" fmla="*/ 0 w 106"/>
                  <a:gd name="T1" fmla="*/ 0 h 43"/>
                  <a:gd name="T2" fmla="*/ 56 w 106"/>
                  <a:gd name="T3" fmla="*/ 40 h 43"/>
                  <a:gd name="T4" fmla="*/ 112 w 106"/>
                  <a:gd name="T5" fmla="*/ 40 h 43"/>
                  <a:gd name="T6" fmla="*/ 86 w 106"/>
                  <a:gd name="T7" fmla="*/ 36 h 43"/>
                  <a:gd name="T8" fmla="*/ 54 w 106"/>
                  <a:gd name="T9" fmla="*/ 32 h 43"/>
                  <a:gd name="T10" fmla="*/ 18 w 106"/>
                  <a:gd name="T11" fmla="*/ 14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43">
                    <a:moveTo>
                      <a:pt x="0" y="0"/>
                    </a:moveTo>
                    <a:cubicBezTo>
                      <a:pt x="19" y="11"/>
                      <a:pt x="31" y="30"/>
                      <a:pt x="53" y="37"/>
                    </a:cubicBezTo>
                    <a:cubicBezTo>
                      <a:pt x="71" y="43"/>
                      <a:pt x="88" y="34"/>
                      <a:pt x="106" y="37"/>
                    </a:cubicBezTo>
                    <a:cubicBezTo>
                      <a:pt x="98" y="33"/>
                      <a:pt x="88" y="34"/>
                      <a:pt x="80" y="33"/>
                    </a:cubicBezTo>
                    <a:cubicBezTo>
                      <a:pt x="70" y="31"/>
                      <a:pt x="61" y="30"/>
                      <a:pt x="51" y="29"/>
                    </a:cubicBezTo>
                    <a:cubicBezTo>
                      <a:pt x="36" y="28"/>
                      <a:pt x="29" y="21"/>
                      <a:pt x="18" y="14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0" name="Freeform 3997">
                <a:extLst>
                  <a:ext uri="{FF2B5EF4-FFF2-40B4-BE49-F238E27FC236}">
                    <a16:creationId xmlns:a16="http://schemas.microsoft.com/office/drawing/2014/main" id="{738C96BB-DF9B-4BE8-B2D3-763738CAB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" y="1995"/>
                <a:ext cx="24" cy="25"/>
              </a:xfrm>
              <a:custGeom>
                <a:avLst/>
                <a:gdLst>
                  <a:gd name="T0" fmla="*/ 3 w 24"/>
                  <a:gd name="T1" fmla="*/ 0 h 24"/>
                  <a:gd name="T2" fmla="*/ 6 w 24"/>
                  <a:gd name="T3" fmla="*/ 21 h 24"/>
                  <a:gd name="T4" fmla="*/ 24 w 24"/>
                  <a:gd name="T5" fmla="*/ 27 h 24"/>
                  <a:gd name="T6" fmla="*/ 4 w 24"/>
                  <a:gd name="T7" fmla="*/ 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4">
                    <a:moveTo>
                      <a:pt x="3" y="0"/>
                    </a:moveTo>
                    <a:cubicBezTo>
                      <a:pt x="3" y="8"/>
                      <a:pt x="0" y="13"/>
                      <a:pt x="6" y="18"/>
                    </a:cubicBezTo>
                    <a:cubicBezTo>
                      <a:pt x="11" y="21"/>
                      <a:pt x="18" y="22"/>
                      <a:pt x="24" y="24"/>
                    </a:cubicBezTo>
                    <a:cubicBezTo>
                      <a:pt x="15" y="22"/>
                      <a:pt x="8" y="11"/>
                      <a:pt x="4" y="4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1" name="Freeform 3998">
                <a:extLst>
                  <a:ext uri="{FF2B5EF4-FFF2-40B4-BE49-F238E27FC236}">
                    <a16:creationId xmlns:a16="http://schemas.microsoft.com/office/drawing/2014/main" id="{0EBEE97E-ECFB-48B7-9FB8-1D7092E37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1933"/>
                <a:ext cx="28" cy="32"/>
              </a:xfrm>
              <a:custGeom>
                <a:avLst/>
                <a:gdLst>
                  <a:gd name="T0" fmla="*/ 3 w 27"/>
                  <a:gd name="T1" fmla="*/ 0 h 31"/>
                  <a:gd name="T2" fmla="*/ 4 w 27"/>
                  <a:gd name="T3" fmla="*/ 23 h 31"/>
                  <a:gd name="T4" fmla="*/ 30 w 27"/>
                  <a:gd name="T5" fmla="*/ 34 h 31"/>
                  <a:gd name="T6" fmla="*/ 4 w 27"/>
                  <a:gd name="T7" fmla="*/ 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1">
                    <a:moveTo>
                      <a:pt x="3" y="0"/>
                    </a:moveTo>
                    <a:cubicBezTo>
                      <a:pt x="3" y="6"/>
                      <a:pt x="0" y="14"/>
                      <a:pt x="4" y="20"/>
                    </a:cubicBezTo>
                    <a:cubicBezTo>
                      <a:pt x="8" y="25"/>
                      <a:pt x="21" y="28"/>
                      <a:pt x="27" y="31"/>
                    </a:cubicBezTo>
                    <a:cubicBezTo>
                      <a:pt x="20" y="22"/>
                      <a:pt x="7" y="15"/>
                      <a:pt x="4" y="4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2" name="Freeform 3999">
                <a:extLst>
                  <a:ext uri="{FF2B5EF4-FFF2-40B4-BE49-F238E27FC236}">
                    <a16:creationId xmlns:a16="http://schemas.microsoft.com/office/drawing/2014/main" id="{8F3AB227-724E-46A1-8F56-B538E9AAE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1871"/>
                <a:ext cx="27" cy="42"/>
              </a:xfrm>
              <a:custGeom>
                <a:avLst/>
                <a:gdLst>
                  <a:gd name="T0" fmla="*/ 3 w 26"/>
                  <a:gd name="T1" fmla="*/ 0 h 41"/>
                  <a:gd name="T2" fmla="*/ 5 w 26"/>
                  <a:gd name="T3" fmla="*/ 31 h 41"/>
                  <a:gd name="T4" fmla="*/ 29 w 26"/>
                  <a:gd name="T5" fmla="*/ 44 h 41"/>
                  <a:gd name="T6" fmla="*/ 4 w 26"/>
                  <a:gd name="T7" fmla="*/ 2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1">
                    <a:moveTo>
                      <a:pt x="3" y="0"/>
                    </a:moveTo>
                    <a:cubicBezTo>
                      <a:pt x="3" y="8"/>
                      <a:pt x="0" y="21"/>
                      <a:pt x="5" y="28"/>
                    </a:cubicBezTo>
                    <a:cubicBezTo>
                      <a:pt x="10" y="34"/>
                      <a:pt x="21" y="35"/>
                      <a:pt x="26" y="41"/>
                    </a:cubicBezTo>
                    <a:cubicBezTo>
                      <a:pt x="14" y="32"/>
                      <a:pt x="7" y="16"/>
                      <a:pt x="4" y="2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3" name="Freeform 4000">
                <a:extLst>
                  <a:ext uri="{FF2B5EF4-FFF2-40B4-BE49-F238E27FC236}">
                    <a16:creationId xmlns:a16="http://schemas.microsoft.com/office/drawing/2014/main" id="{CE6398C3-A4F3-4413-930F-0CDF77043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2046"/>
                <a:ext cx="26" cy="35"/>
              </a:xfrm>
              <a:custGeom>
                <a:avLst/>
                <a:gdLst>
                  <a:gd name="T0" fmla="*/ 3 w 25"/>
                  <a:gd name="T1" fmla="*/ 0 h 34"/>
                  <a:gd name="T2" fmla="*/ 5 w 25"/>
                  <a:gd name="T3" fmla="*/ 28 h 34"/>
                  <a:gd name="T4" fmla="*/ 28 w 25"/>
                  <a:gd name="T5" fmla="*/ 37 h 34"/>
                  <a:gd name="T6" fmla="*/ 2 w 25"/>
                  <a:gd name="T7" fmla="*/ 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3" y="0"/>
                    </a:moveTo>
                    <a:cubicBezTo>
                      <a:pt x="3" y="7"/>
                      <a:pt x="0" y="19"/>
                      <a:pt x="5" y="25"/>
                    </a:cubicBezTo>
                    <a:cubicBezTo>
                      <a:pt x="9" y="30"/>
                      <a:pt x="19" y="29"/>
                      <a:pt x="25" y="34"/>
                    </a:cubicBezTo>
                    <a:cubicBezTo>
                      <a:pt x="16" y="28"/>
                      <a:pt x="1" y="16"/>
                      <a:pt x="2" y="4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4" name="Freeform 4001">
                <a:extLst>
                  <a:ext uri="{FF2B5EF4-FFF2-40B4-BE49-F238E27FC236}">
                    <a16:creationId xmlns:a16="http://schemas.microsoft.com/office/drawing/2014/main" id="{F20CA3EE-072F-42AE-A88A-2E08E591F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2096"/>
                <a:ext cx="51" cy="64"/>
              </a:xfrm>
              <a:custGeom>
                <a:avLst/>
                <a:gdLst>
                  <a:gd name="T0" fmla="*/ 3 w 49"/>
                  <a:gd name="T1" fmla="*/ 0 h 62"/>
                  <a:gd name="T2" fmla="*/ 23 w 49"/>
                  <a:gd name="T3" fmla="*/ 31 h 62"/>
                  <a:gd name="T4" fmla="*/ 55 w 49"/>
                  <a:gd name="T5" fmla="*/ 68 h 62"/>
                  <a:gd name="T6" fmla="*/ 21 w 49"/>
                  <a:gd name="T7" fmla="*/ 25 h 62"/>
                  <a:gd name="T8" fmla="*/ 3 w 49"/>
                  <a:gd name="T9" fmla="*/ 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2">
                    <a:moveTo>
                      <a:pt x="3" y="0"/>
                    </a:moveTo>
                    <a:cubicBezTo>
                      <a:pt x="0" y="12"/>
                      <a:pt x="13" y="19"/>
                      <a:pt x="20" y="28"/>
                    </a:cubicBezTo>
                    <a:cubicBezTo>
                      <a:pt x="29" y="38"/>
                      <a:pt x="38" y="54"/>
                      <a:pt x="49" y="62"/>
                    </a:cubicBezTo>
                    <a:cubicBezTo>
                      <a:pt x="40" y="48"/>
                      <a:pt x="28" y="35"/>
                      <a:pt x="18" y="22"/>
                    </a:cubicBezTo>
                    <a:cubicBezTo>
                      <a:pt x="14" y="15"/>
                      <a:pt x="6" y="9"/>
                      <a:pt x="3" y="1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5" name="Freeform 4002">
                <a:extLst>
                  <a:ext uri="{FF2B5EF4-FFF2-40B4-BE49-F238E27FC236}">
                    <a16:creationId xmlns:a16="http://schemas.microsoft.com/office/drawing/2014/main" id="{F8C69EF6-C878-484F-9C7A-3D378F020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" y="2147"/>
                <a:ext cx="84" cy="72"/>
              </a:xfrm>
              <a:custGeom>
                <a:avLst/>
                <a:gdLst>
                  <a:gd name="T0" fmla="*/ 0 w 83"/>
                  <a:gd name="T1" fmla="*/ 0 h 70"/>
                  <a:gd name="T2" fmla="*/ 35 w 83"/>
                  <a:gd name="T3" fmla="*/ 40 h 70"/>
                  <a:gd name="T4" fmla="*/ 86 w 83"/>
                  <a:gd name="T5" fmla="*/ 76 h 70"/>
                  <a:gd name="T6" fmla="*/ 4 w 83"/>
                  <a:gd name="T7" fmla="*/ 1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70">
                    <a:moveTo>
                      <a:pt x="0" y="0"/>
                    </a:moveTo>
                    <a:cubicBezTo>
                      <a:pt x="13" y="7"/>
                      <a:pt x="25" y="25"/>
                      <a:pt x="35" y="37"/>
                    </a:cubicBezTo>
                    <a:cubicBezTo>
                      <a:pt x="48" y="50"/>
                      <a:pt x="64" y="65"/>
                      <a:pt x="83" y="70"/>
                    </a:cubicBezTo>
                    <a:cubicBezTo>
                      <a:pt x="54" y="50"/>
                      <a:pt x="32" y="22"/>
                      <a:pt x="4" y="1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6" name="Freeform 4003">
                <a:extLst>
                  <a:ext uri="{FF2B5EF4-FFF2-40B4-BE49-F238E27FC236}">
                    <a16:creationId xmlns:a16="http://schemas.microsoft.com/office/drawing/2014/main" id="{787D0B85-403C-4C2B-A6C2-DCCB5AB4C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2198"/>
                <a:ext cx="33" cy="43"/>
              </a:xfrm>
              <a:custGeom>
                <a:avLst/>
                <a:gdLst>
                  <a:gd name="T0" fmla="*/ 0 w 32"/>
                  <a:gd name="T1" fmla="*/ 0 h 42"/>
                  <a:gd name="T2" fmla="*/ 35 w 32"/>
                  <a:gd name="T3" fmla="*/ 45 h 42"/>
                  <a:gd name="T4" fmla="*/ 22 w 32"/>
                  <a:gd name="T5" fmla="*/ 10 h 42"/>
                  <a:gd name="T6" fmla="*/ 0 w 32"/>
                  <a:gd name="T7" fmla="*/ 2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2">
                    <a:moveTo>
                      <a:pt x="0" y="0"/>
                    </a:moveTo>
                    <a:cubicBezTo>
                      <a:pt x="15" y="9"/>
                      <a:pt x="22" y="28"/>
                      <a:pt x="32" y="42"/>
                    </a:cubicBezTo>
                    <a:cubicBezTo>
                      <a:pt x="32" y="33"/>
                      <a:pt x="24" y="17"/>
                      <a:pt x="19" y="10"/>
                    </a:cubicBezTo>
                    <a:cubicBezTo>
                      <a:pt x="13" y="3"/>
                      <a:pt x="7" y="5"/>
                      <a:pt x="0" y="2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7" name="Freeform 4004">
                <a:extLst>
                  <a:ext uri="{FF2B5EF4-FFF2-40B4-BE49-F238E27FC236}">
                    <a16:creationId xmlns:a16="http://schemas.microsoft.com/office/drawing/2014/main" id="{3A9892B2-32C9-4646-A749-A00ACECC1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2043"/>
                <a:ext cx="65" cy="48"/>
              </a:xfrm>
              <a:custGeom>
                <a:avLst/>
                <a:gdLst>
                  <a:gd name="T0" fmla="*/ 0 w 64"/>
                  <a:gd name="T1" fmla="*/ 0 h 47"/>
                  <a:gd name="T2" fmla="*/ 23 w 64"/>
                  <a:gd name="T3" fmla="*/ 38 h 47"/>
                  <a:gd name="T4" fmla="*/ 67 w 64"/>
                  <a:gd name="T5" fmla="*/ 50 h 47"/>
                  <a:gd name="T6" fmla="*/ 19 w 64"/>
                  <a:gd name="T7" fmla="*/ 22 h 47"/>
                  <a:gd name="T8" fmla="*/ 1 w 64"/>
                  <a:gd name="T9" fmla="*/ 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7">
                    <a:moveTo>
                      <a:pt x="0" y="0"/>
                    </a:moveTo>
                    <a:cubicBezTo>
                      <a:pt x="5" y="12"/>
                      <a:pt x="12" y="28"/>
                      <a:pt x="23" y="35"/>
                    </a:cubicBezTo>
                    <a:cubicBezTo>
                      <a:pt x="34" y="43"/>
                      <a:pt x="51" y="45"/>
                      <a:pt x="64" y="47"/>
                    </a:cubicBezTo>
                    <a:cubicBezTo>
                      <a:pt x="50" y="45"/>
                      <a:pt x="29" y="33"/>
                      <a:pt x="19" y="22"/>
                    </a:cubicBezTo>
                    <a:cubicBezTo>
                      <a:pt x="14" y="16"/>
                      <a:pt x="4" y="11"/>
                      <a:pt x="1" y="3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8" name="Freeform 4005">
                <a:extLst>
                  <a:ext uri="{FF2B5EF4-FFF2-40B4-BE49-F238E27FC236}">
                    <a16:creationId xmlns:a16="http://schemas.microsoft.com/office/drawing/2014/main" id="{4C31F9B8-F747-42C6-BE90-6A55EDC8D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1992"/>
                <a:ext cx="70" cy="63"/>
              </a:xfrm>
              <a:custGeom>
                <a:avLst/>
                <a:gdLst>
                  <a:gd name="T0" fmla="*/ 0 w 68"/>
                  <a:gd name="T1" fmla="*/ 0 h 62"/>
                  <a:gd name="T2" fmla="*/ 38 w 68"/>
                  <a:gd name="T3" fmla="*/ 52 h 62"/>
                  <a:gd name="T4" fmla="*/ 74 w 68"/>
                  <a:gd name="T5" fmla="*/ 65 h 62"/>
                  <a:gd name="T6" fmla="*/ 45 w 68"/>
                  <a:gd name="T7" fmla="*/ 45 h 62"/>
                  <a:gd name="T8" fmla="*/ 25 w 68"/>
                  <a:gd name="T9" fmla="*/ 20 h 62"/>
                  <a:gd name="T10" fmla="*/ 3 w 68"/>
                  <a:gd name="T11" fmla="*/ 3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62">
                    <a:moveTo>
                      <a:pt x="0" y="0"/>
                    </a:moveTo>
                    <a:cubicBezTo>
                      <a:pt x="13" y="15"/>
                      <a:pt x="21" y="35"/>
                      <a:pt x="35" y="49"/>
                    </a:cubicBezTo>
                    <a:cubicBezTo>
                      <a:pt x="44" y="59"/>
                      <a:pt x="56" y="61"/>
                      <a:pt x="68" y="62"/>
                    </a:cubicBezTo>
                    <a:cubicBezTo>
                      <a:pt x="61" y="54"/>
                      <a:pt x="50" y="50"/>
                      <a:pt x="42" y="42"/>
                    </a:cubicBezTo>
                    <a:cubicBezTo>
                      <a:pt x="35" y="35"/>
                      <a:pt x="29" y="27"/>
                      <a:pt x="22" y="20"/>
                    </a:cubicBezTo>
                    <a:cubicBezTo>
                      <a:pt x="16" y="13"/>
                      <a:pt x="9" y="9"/>
                      <a:pt x="3" y="3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9" name="Freeform 4006">
                <a:extLst>
                  <a:ext uri="{FF2B5EF4-FFF2-40B4-BE49-F238E27FC236}">
                    <a16:creationId xmlns:a16="http://schemas.microsoft.com/office/drawing/2014/main" id="{45522349-7CFB-44E3-87AE-19D9716E0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2191"/>
                <a:ext cx="33" cy="30"/>
              </a:xfrm>
              <a:custGeom>
                <a:avLst/>
                <a:gdLst>
                  <a:gd name="T0" fmla="*/ 27 w 32"/>
                  <a:gd name="T1" fmla="*/ 32 h 29"/>
                  <a:gd name="T2" fmla="*/ 0 w 32"/>
                  <a:gd name="T3" fmla="*/ 1 h 29"/>
                  <a:gd name="T4" fmla="*/ 35 w 32"/>
                  <a:gd name="T5" fmla="*/ 7 h 29"/>
                  <a:gd name="T6" fmla="*/ 15 w 32"/>
                  <a:gd name="T7" fmla="*/ 13 h 29"/>
                  <a:gd name="T8" fmla="*/ 27 w 32"/>
                  <a:gd name="T9" fmla="*/ 3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9">
                    <a:moveTo>
                      <a:pt x="24" y="29"/>
                    </a:moveTo>
                    <a:cubicBezTo>
                      <a:pt x="18" y="19"/>
                      <a:pt x="5" y="12"/>
                      <a:pt x="0" y="1"/>
                    </a:cubicBezTo>
                    <a:cubicBezTo>
                      <a:pt x="5" y="0"/>
                      <a:pt x="30" y="3"/>
                      <a:pt x="32" y="7"/>
                    </a:cubicBezTo>
                    <a:cubicBezTo>
                      <a:pt x="25" y="7"/>
                      <a:pt x="16" y="6"/>
                      <a:pt x="15" y="13"/>
                    </a:cubicBezTo>
                    <a:cubicBezTo>
                      <a:pt x="15" y="18"/>
                      <a:pt x="21" y="25"/>
                      <a:pt x="24" y="29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0" name="Freeform 4007">
                <a:extLst>
                  <a:ext uri="{FF2B5EF4-FFF2-40B4-BE49-F238E27FC236}">
                    <a16:creationId xmlns:a16="http://schemas.microsoft.com/office/drawing/2014/main" id="{4E912E01-F61A-4D17-88D4-846B407B3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272"/>
                <a:ext cx="35" cy="25"/>
              </a:xfrm>
              <a:custGeom>
                <a:avLst/>
                <a:gdLst>
                  <a:gd name="T0" fmla="*/ 12 w 34"/>
                  <a:gd name="T1" fmla="*/ 24 h 25"/>
                  <a:gd name="T2" fmla="*/ 0 w 34"/>
                  <a:gd name="T3" fmla="*/ 10 h 25"/>
                  <a:gd name="T4" fmla="*/ 37 w 34"/>
                  <a:gd name="T5" fmla="*/ 6 h 25"/>
                  <a:gd name="T6" fmla="*/ 12 w 34"/>
                  <a:gd name="T7" fmla="*/ 2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5">
                    <a:moveTo>
                      <a:pt x="12" y="24"/>
                    </a:moveTo>
                    <a:cubicBezTo>
                      <a:pt x="9" y="20"/>
                      <a:pt x="1" y="16"/>
                      <a:pt x="0" y="10"/>
                    </a:cubicBezTo>
                    <a:cubicBezTo>
                      <a:pt x="12" y="6"/>
                      <a:pt x="22" y="0"/>
                      <a:pt x="34" y="6"/>
                    </a:cubicBezTo>
                    <a:cubicBezTo>
                      <a:pt x="29" y="13"/>
                      <a:pt x="1" y="9"/>
                      <a:pt x="12" y="25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1" name="Freeform 4008">
                <a:extLst>
                  <a:ext uri="{FF2B5EF4-FFF2-40B4-BE49-F238E27FC236}">
                    <a16:creationId xmlns:a16="http://schemas.microsoft.com/office/drawing/2014/main" id="{787153DD-7A71-46F8-8F76-15BE70728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148"/>
                <a:ext cx="39" cy="40"/>
              </a:xfrm>
              <a:custGeom>
                <a:avLst/>
                <a:gdLst>
                  <a:gd name="T0" fmla="*/ 29 w 38"/>
                  <a:gd name="T1" fmla="*/ 0 h 39"/>
                  <a:gd name="T2" fmla="*/ 2 w 38"/>
                  <a:gd name="T3" fmla="*/ 9 h 39"/>
                  <a:gd name="T4" fmla="*/ 16 w 38"/>
                  <a:gd name="T5" fmla="*/ 26 h 39"/>
                  <a:gd name="T6" fmla="*/ 41 w 38"/>
                  <a:gd name="T7" fmla="*/ 42 h 39"/>
                  <a:gd name="T8" fmla="*/ 26 w 38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9">
                    <a:moveTo>
                      <a:pt x="26" y="0"/>
                    </a:moveTo>
                    <a:cubicBezTo>
                      <a:pt x="18" y="4"/>
                      <a:pt x="10" y="6"/>
                      <a:pt x="2" y="9"/>
                    </a:cubicBezTo>
                    <a:cubicBezTo>
                      <a:pt x="3" y="14"/>
                      <a:pt x="12" y="20"/>
                      <a:pt x="16" y="23"/>
                    </a:cubicBezTo>
                    <a:cubicBezTo>
                      <a:pt x="23" y="29"/>
                      <a:pt x="31" y="34"/>
                      <a:pt x="38" y="39"/>
                    </a:cubicBezTo>
                    <a:cubicBezTo>
                      <a:pt x="32" y="36"/>
                      <a:pt x="0" y="4"/>
                      <a:pt x="23" y="3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2" name="Freeform 4009">
                <a:extLst>
                  <a:ext uri="{FF2B5EF4-FFF2-40B4-BE49-F238E27FC236}">
                    <a16:creationId xmlns:a16="http://schemas.microsoft.com/office/drawing/2014/main" id="{670E8FB3-CDB2-4879-A600-8C892AD49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145"/>
                <a:ext cx="44" cy="27"/>
              </a:xfrm>
              <a:custGeom>
                <a:avLst/>
                <a:gdLst>
                  <a:gd name="T0" fmla="*/ 17 w 43"/>
                  <a:gd name="T1" fmla="*/ 28 h 26"/>
                  <a:gd name="T2" fmla="*/ 0 w 43"/>
                  <a:gd name="T3" fmla="*/ 4 h 26"/>
                  <a:gd name="T4" fmla="*/ 46 w 43"/>
                  <a:gd name="T5" fmla="*/ 6 h 26"/>
                  <a:gd name="T6" fmla="*/ 19 w 43"/>
                  <a:gd name="T7" fmla="*/ 11 h 26"/>
                  <a:gd name="T8" fmla="*/ 16 w 43"/>
                  <a:gd name="T9" fmla="*/ 2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6">
                    <a:moveTo>
                      <a:pt x="17" y="25"/>
                    </a:moveTo>
                    <a:cubicBezTo>
                      <a:pt x="12" y="21"/>
                      <a:pt x="1" y="10"/>
                      <a:pt x="0" y="4"/>
                    </a:cubicBezTo>
                    <a:cubicBezTo>
                      <a:pt x="12" y="3"/>
                      <a:pt x="33" y="0"/>
                      <a:pt x="43" y="6"/>
                    </a:cubicBezTo>
                    <a:cubicBezTo>
                      <a:pt x="37" y="11"/>
                      <a:pt x="26" y="7"/>
                      <a:pt x="19" y="11"/>
                    </a:cubicBezTo>
                    <a:cubicBezTo>
                      <a:pt x="15" y="14"/>
                      <a:pt x="12" y="22"/>
                      <a:pt x="16" y="26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3" name="Freeform 4010">
                <a:extLst>
                  <a:ext uri="{FF2B5EF4-FFF2-40B4-BE49-F238E27FC236}">
                    <a16:creationId xmlns:a16="http://schemas.microsoft.com/office/drawing/2014/main" id="{1755DFA1-F111-41A3-B34A-6A5FFEC57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104"/>
                <a:ext cx="64" cy="24"/>
              </a:xfrm>
              <a:custGeom>
                <a:avLst/>
                <a:gdLst>
                  <a:gd name="T0" fmla="*/ 34 w 62"/>
                  <a:gd name="T1" fmla="*/ 24 h 23"/>
                  <a:gd name="T2" fmla="*/ 12 w 62"/>
                  <a:gd name="T3" fmla="*/ 9 h 23"/>
                  <a:gd name="T4" fmla="*/ 0 w 62"/>
                  <a:gd name="T5" fmla="*/ 0 h 23"/>
                  <a:gd name="T6" fmla="*/ 34 w 62"/>
                  <a:gd name="T7" fmla="*/ 7 h 23"/>
                  <a:gd name="T8" fmla="*/ 68 w 62"/>
                  <a:gd name="T9" fmla="*/ 4 h 23"/>
                  <a:gd name="T10" fmla="*/ 30 w 62"/>
                  <a:gd name="T11" fmla="*/ 19 h 23"/>
                  <a:gd name="T12" fmla="*/ 33 w 62"/>
                  <a:gd name="T13" fmla="*/ 2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23">
                    <a:moveTo>
                      <a:pt x="31" y="21"/>
                    </a:moveTo>
                    <a:cubicBezTo>
                      <a:pt x="23" y="22"/>
                      <a:pt x="17" y="14"/>
                      <a:pt x="12" y="9"/>
                    </a:cubicBezTo>
                    <a:cubicBezTo>
                      <a:pt x="8" y="5"/>
                      <a:pt x="3" y="3"/>
                      <a:pt x="0" y="0"/>
                    </a:cubicBezTo>
                    <a:cubicBezTo>
                      <a:pt x="10" y="1"/>
                      <a:pt x="20" y="6"/>
                      <a:pt x="31" y="7"/>
                    </a:cubicBezTo>
                    <a:cubicBezTo>
                      <a:pt x="41" y="7"/>
                      <a:pt x="51" y="3"/>
                      <a:pt x="62" y="4"/>
                    </a:cubicBezTo>
                    <a:cubicBezTo>
                      <a:pt x="57" y="11"/>
                      <a:pt x="36" y="15"/>
                      <a:pt x="27" y="16"/>
                    </a:cubicBezTo>
                    <a:cubicBezTo>
                      <a:pt x="27" y="18"/>
                      <a:pt x="28" y="21"/>
                      <a:pt x="30" y="23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4" name="Freeform 4011">
                <a:extLst>
                  <a:ext uri="{FF2B5EF4-FFF2-40B4-BE49-F238E27FC236}">
                    <a16:creationId xmlns:a16="http://schemas.microsoft.com/office/drawing/2014/main" id="{ADE00BEB-BC0D-49CD-8D87-471BF7353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2347"/>
                <a:ext cx="84" cy="39"/>
              </a:xfrm>
              <a:custGeom>
                <a:avLst/>
                <a:gdLst>
                  <a:gd name="T0" fmla="*/ 0 w 82"/>
                  <a:gd name="T1" fmla="*/ 0 h 38"/>
                  <a:gd name="T2" fmla="*/ 45 w 82"/>
                  <a:gd name="T3" fmla="*/ 36 h 38"/>
                  <a:gd name="T4" fmla="*/ 88 w 82"/>
                  <a:gd name="T5" fmla="*/ 35 h 38"/>
                  <a:gd name="T6" fmla="*/ 38 w 82"/>
                  <a:gd name="T7" fmla="*/ 22 h 38"/>
                  <a:gd name="T8" fmla="*/ 9 w 82"/>
                  <a:gd name="T9" fmla="*/ 6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38">
                    <a:moveTo>
                      <a:pt x="0" y="0"/>
                    </a:moveTo>
                    <a:cubicBezTo>
                      <a:pt x="17" y="5"/>
                      <a:pt x="27" y="26"/>
                      <a:pt x="42" y="33"/>
                    </a:cubicBezTo>
                    <a:cubicBezTo>
                      <a:pt x="52" y="38"/>
                      <a:pt x="71" y="33"/>
                      <a:pt x="82" y="32"/>
                    </a:cubicBezTo>
                    <a:cubicBezTo>
                      <a:pt x="74" y="22"/>
                      <a:pt x="47" y="21"/>
                      <a:pt x="35" y="19"/>
                    </a:cubicBezTo>
                    <a:cubicBezTo>
                      <a:pt x="24" y="17"/>
                      <a:pt x="17" y="14"/>
                      <a:pt x="9" y="6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5" name="Freeform 4012">
                <a:extLst>
                  <a:ext uri="{FF2B5EF4-FFF2-40B4-BE49-F238E27FC236}">
                    <a16:creationId xmlns:a16="http://schemas.microsoft.com/office/drawing/2014/main" id="{3C194626-7324-4825-BFE9-48DF3F9B0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364"/>
                <a:ext cx="67" cy="25"/>
              </a:xfrm>
              <a:custGeom>
                <a:avLst/>
                <a:gdLst>
                  <a:gd name="T0" fmla="*/ 40 w 65"/>
                  <a:gd name="T1" fmla="*/ 25 h 25"/>
                  <a:gd name="T2" fmla="*/ 0 w 65"/>
                  <a:gd name="T3" fmla="*/ 3 h 25"/>
                  <a:gd name="T4" fmla="*/ 20 w 65"/>
                  <a:gd name="T5" fmla="*/ 4 h 25"/>
                  <a:gd name="T6" fmla="*/ 38 w 65"/>
                  <a:gd name="T7" fmla="*/ 3 h 25"/>
                  <a:gd name="T8" fmla="*/ 71 w 65"/>
                  <a:gd name="T9" fmla="*/ 4 h 25"/>
                  <a:gd name="T10" fmla="*/ 33 w 65"/>
                  <a:gd name="T11" fmla="*/ 13 h 25"/>
                  <a:gd name="T12" fmla="*/ 39 w 65"/>
                  <a:gd name="T13" fmla="*/ 23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25">
                    <a:moveTo>
                      <a:pt x="37" y="25"/>
                    </a:moveTo>
                    <a:cubicBezTo>
                      <a:pt x="27" y="18"/>
                      <a:pt x="5" y="13"/>
                      <a:pt x="0" y="3"/>
                    </a:cubicBezTo>
                    <a:cubicBezTo>
                      <a:pt x="5" y="0"/>
                      <a:pt x="11" y="4"/>
                      <a:pt x="17" y="4"/>
                    </a:cubicBezTo>
                    <a:cubicBezTo>
                      <a:pt x="22" y="4"/>
                      <a:pt x="29" y="3"/>
                      <a:pt x="35" y="3"/>
                    </a:cubicBezTo>
                    <a:cubicBezTo>
                      <a:pt x="45" y="3"/>
                      <a:pt x="55" y="1"/>
                      <a:pt x="65" y="4"/>
                    </a:cubicBezTo>
                    <a:cubicBezTo>
                      <a:pt x="57" y="9"/>
                      <a:pt x="40" y="8"/>
                      <a:pt x="30" y="13"/>
                    </a:cubicBezTo>
                    <a:cubicBezTo>
                      <a:pt x="28" y="18"/>
                      <a:pt x="31" y="22"/>
                      <a:pt x="36" y="23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6" name="Freeform 4013">
                <a:extLst>
                  <a:ext uri="{FF2B5EF4-FFF2-40B4-BE49-F238E27FC236}">
                    <a16:creationId xmlns:a16="http://schemas.microsoft.com/office/drawing/2014/main" id="{A40BBD18-7FC9-4FE5-8468-F5A42D817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439"/>
                <a:ext cx="81" cy="30"/>
              </a:xfrm>
              <a:custGeom>
                <a:avLst/>
                <a:gdLst>
                  <a:gd name="T0" fmla="*/ 0 w 79"/>
                  <a:gd name="T1" fmla="*/ 1 h 29"/>
                  <a:gd name="T2" fmla="*/ 85 w 79"/>
                  <a:gd name="T3" fmla="*/ 29 h 29"/>
                  <a:gd name="T4" fmla="*/ 34 w 79"/>
                  <a:gd name="T5" fmla="*/ 5 h 29"/>
                  <a:gd name="T6" fmla="*/ 3 w 79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29">
                    <a:moveTo>
                      <a:pt x="0" y="1"/>
                    </a:moveTo>
                    <a:cubicBezTo>
                      <a:pt x="27" y="1"/>
                      <a:pt x="52" y="29"/>
                      <a:pt x="79" y="26"/>
                    </a:cubicBezTo>
                    <a:cubicBezTo>
                      <a:pt x="67" y="16"/>
                      <a:pt x="46" y="9"/>
                      <a:pt x="31" y="5"/>
                    </a:cubicBezTo>
                    <a:cubicBezTo>
                      <a:pt x="22" y="2"/>
                      <a:pt x="11" y="3"/>
                      <a:pt x="3" y="0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7" name="Freeform 4014">
                <a:extLst>
                  <a:ext uri="{FF2B5EF4-FFF2-40B4-BE49-F238E27FC236}">
                    <a16:creationId xmlns:a16="http://schemas.microsoft.com/office/drawing/2014/main" id="{D8C400E4-7753-404F-81FD-6EE951434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364"/>
                <a:ext cx="110" cy="23"/>
              </a:xfrm>
              <a:custGeom>
                <a:avLst/>
                <a:gdLst>
                  <a:gd name="T0" fmla="*/ 0 w 108"/>
                  <a:gd name="T1" fmla="*/ 0 h 23"/>
                  <a:gd name="T2" fmla="*/ 61 w 108"/>
                  <a:gd name="T3" fmla="*/ 21 h 23"/>
                  <a:gd name="T4" fmla="*/ 114 w 108"/>
                  <a:gd name="T5" fmla="*/ 19 h 23"/>
                  <a:gd name="T6" fmla="*/ 54 w 108"/>
                  <a:gd name="T7" fmla="*/ 12 h 23"/>
                  <a:gd name="T8" fmla="*/ 11 w 108"/>
                  <a:gd name="T9" fmla="*/ 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23">
                    <a:moveTo>
                      <a:pt x="0" y="0"/>
                    </a:moveTo>
                    <a:cubicBezTo>
                      <a:pt x="18" y="9"/>
                      <a:pt x="38" y="18"/>
                      <a:pt x="58" y="21"/>
                    </a:cubicBezTo>
                    <a:cubicBezTo>
                      <a:pt x="74" y="23"/>
                      <a:pt x="92" y="22"/>
                      <a:pt x="108" y="19"/>
                    </a:cubicBezTo>
                    <a:cubicBezTo>
                      <a:pt x="96" y="8"/>
                      <a:pt x="67" y="15"/>
                      <a:pt x="51" y="12"/>
                    </a:cubicBezTo>
                    <a:cubicBezTo>
                      <a:pt x="39" y="10"/>
                      <a:pt x="21" y="10"/>
                      <a:pt x="11" y="4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8" name="Freeform 4015">
                <a:extLst>
                  <a:ext uri="{FF2B5EF4-FFF2-40B4-BE49-F238E27FC236}">
                    <a16:creationId xmlns:a16="http://schemas.microsoft.com/office/drawing/2014/main" id="{06363E6D-1302-4162-8EC9-107AFF157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294"/>
                <a:ext cx="48" cy="32"/>
              </a:xfrm>
              <a:custGeom>
                <a:avLst/>
                <a:gdLst>
                  <a:gd name="T0" fmla="*/ 39 w 47"/>
                  <a:gd name="T1" fmla="*/ 34 h 31"/>
                  <a:gd name="T2" fmla="*/ 0 w 47"/>
                  <a:gd name="T3" fmla="*/ 11 h 31"/>
                  <a:gd name="T4" fmla="*/ 28 w 47"/>
                  <a:gd name="T5" fmla="*/ 5 h 31"/>
                  <a:gd name="T6" fmla="*/ 50 w 47"/>
                  <a:gd name="T7" fmla="*/ 0 h 31"/>
                  <a:gd name="T8" fmla="*/ 27 w 47"/>
                  <a:gd name="T9" fmla="*/ 19 h 31"/>
                  <a:gd name="T10" fmla="*/ 35 w 47"/>
                  <a:gd name="T11" fmla="*/ 32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1">
                    <a:moveTo>
                      <a:pt x="36" y="31"/>
                    </a:moveTo>
                    <a:cubicBezTo>
                      <a:pt x="24" y="25"/>
                      <a:pt x="9" y="21"/>
                      <a:pt x="0" y="11"/>
                    </a:cubicBezTo>
                    <a:cubicBezTo>
                      <a:pt x="6" y="6"/>
                      <a:pt x="17" y="7"/>
                      <a:pt x="25" y="5"/>
                    </a:cubicBezTo>
                    <a:cubicBezTo>
                      <a:pt x="32" y="3"/>
                      <a:pt x="39" y="1"/>
                      <a:pt x="47" y="0"/>
                    </a:cubicBezTo>
                    <a:cubicBezTo>
                      <a:pt x="42" y="6"/>
                      <a:pt x="27" y="10"/>
                      <a:pt x="24" y="16"/>
                    </a:cubicBezTo>
                    <a:cubicBezTo>
                      <a:pt x="21" y="23"/>
                      <a:pt x="30" y="26"/>
                      <a:pt x="32" y="29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9" name="Freeform 4016">
                <a:extLst>
                  <a:ext uri="{FF2B5EF4-FFF2-40B4-BE49-F238E27FC236}">
                    <a16:creationId xmlns:a16="http://schemas.microsoft.com/office/drawing/2014/main" id="{BB65B948-6250-4C2E-9DD0-1B807531B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233"/>
                <a:ext cx="137" cy="34"/>
              </a:xfrm>
              <a:custGeom>
                <a:avLst/>
                <a:gdLst>
                  <a:gd name="T0" fmla="*/ 0 w 134"/>
                  <a:gd name="T1" fmla="*/ 0 h 33"/>
                  <a:gd name="T2" fmla="*/ 96 w 134"/>
                  <a:gd name="T3" fmla="*/ 11 h 33"/>
                  <a:gd name="T4" fmla="*/ 143 w 134"/>
                  <a:gd name="T5" fmla="*/ 13 h 33"/>
                  <a:gd name="T6" fmla="*/ 2 w 134"/>
                  <a:gd name="T7" fmla="*/ 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33">
                    <a:moveTo>
                      <a:pt x="0" y="0"/>
                    </a:moveTo>
                    <a:cubicBezTo>
                      <a:pt x="24" y="15"/>
                      <a:pt x="63" y="4"/>
                      <a:pt x="90" y="11"/>
                    </a:cubicBezTo>
                    <a:cubicBezTo>
                      <a:pt x="103" y="14"/>
                      <a:pt x="122" y="17"/>
                      <a:pt x="134" y="13"/>
                    </a:cubicBezTo>
                    <a:cubicBezTo>
                      <a:pt x="92" y="21"/>
                      <a:pt x="41" y="33"/>
                      <a:pt x="2" y="7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0" name="Freeform 4017">
                <a:extLst>
                  <a:ext uri="{FF2B5EF4-FFF2-40B4-BE49-F238E27FC236}">
                    <a16:creationId xmlns:a16="http://schemas.microsoft.com/office/drawing/2014/main" id="{9775F640-BE8B-4351-8061-001D7A636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193"/>
                <a:ext cx="66" cy="23"/>
              </a:xfrm>
              <a:custGeom>
                <a:avLst/>
                <a:gdLst>
                  <a:gd name="T0" fmla="*/ 50 w 64"/>
                  <a:gd name="T1" fmla="*/ 25 h 22"/>
                  <a:gd name="T2" fmla="*/ 0 w 64"/>
                  <a:gd name="T3" fmla="*/ 0 h 22"/>
                  <a:gd name="T4" fmla="*/ 70 w 64"/>
                  <a:gd name="T5" fmla="*/ 0 h 22"/>
                  <a:gd name="T6" fmla="*/ 40 w 64"/>
                  <a:gd name="T7" fmla="*/ 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22">
                    <a:moveTo>
                      <a:pt x="46" y="22"/>
                    </a:moveTo>
                    <a:cubicBezTo>
                      <a:pt x="32" y="13"/>
                      <a:pt x="12" y="14"/>
                      <a:pt x="0" y="0"/>
                    </a:cubicBezTo>
                    <a:cubicBezTo>
                      <a:pt x="20" y="9"/>
                      <a:pt x="43" y="0"/>
                      <a:pt x="64" y="0"/>
                    </a:cubicBezTo>
                    <a:cubicBezTo>
                      <a:pt x="58" y="10"/>
                      <a:pt x="16" y="6"/>
                      <a:pt x="37" y="21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1" name="Freeform 4018">
                <a:extLst>
                  <a:ext uri="{FF2B5EF4-FFF2-40B4-BE49-F238E27FC236}">
                    <a16:creationId xmlns:a16="http://schemas.microsoft.com/office/drawing/2014/main" id="{1345CC6F-2BF5-4CE0-A5E0-46E75B2CE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396"/>
                <a:ext cx="114" cy="51"/>
              </a:xfrm>
              <a:custGeom>
                <a:avLst/>
                <a:gdLst>
                  <a:gd name="T0" fmla="*/ 0 w 112"/>
                  <a:gd name="T1" fmla="*/ 0 h 50"/>
                  <a:gd name="T2" fmla="*/ 66 w 112"/>
                  <a:gd name="T3" fmla="*/ 40 h 50"/>
                  <a:gd name="T4" fmla="*/ 118 w 112"/>
                  <a:gd name="T5" fmla="*/ 48 h 50"/>
                  <a:gd name="T6" fmla="*/ 81 w 112"/>
                  <a:gd name="T7" fmla="*/ 38 h 50"/>
                  <a:gd name="T8" fmla="*/ 53 w 112"/>
                  <a:gd name="T9" fmla="*/ 24 h 50"/>
                  <a:gd name="T10" fmla="*/ 5 w 112"/>
                  <a:gd name="T11" fmla="*/ 6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50">
                    <a:moveTo>
                      <a:pt x="0" y="0"/>
                    </a:moveTo>
                    <a:cubicBezTo>
                      <a:pt x="20" y="13"/>
                      <a:pt x="40" y="27"/>
                      <a:pt x="63" y="37"/>
                    </a:cubicBezTo>
                    <a:cubicBezTo>
                      <a:pt x="76" y="44"/>
                      <a:pt x="97" y="50"/>
                      <a:pt x="112" y="45"/>
                    </a:cubicBezTo>
                    <a:cubicBezTo>
                      <a:pt x="103" y="39"/>
                      <a:pt x="88" y="39"/>
                      <a:pt x="78" y="35"/>
                    </a:cubicBezTo>
                    <a:cubicBezTo>
                      <a:pt x="69" y="32"/>
                      <a:pt x="59" y="28"/>
                      <a:pt x="50" y="24"/>
                    </a:cubicBezTo>
                    <a:cubicBezTo>
                      <a:pt x="34" y="18"/>
                      <a:pt x="20" y="16"/>
                      <a:pt x="5" y="6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2" name="Freeform 4019">
                <a:extLst>
                  <a:ext uri="{FF2B5EF4-FFF2-40B4-BE49-F238E27FC236}">
                    <a16:creationId xmlns:a16="http://schemas.microsoft.com/office/drawing/2014/main" id="{1FD32F90-4163-4A62-A54D-84E51F7D0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458"/>
                <a:ext cx="130" cy="30"/>
              </a:xfrm>
              <a:custGeom>
                <a:avLst/>
                <a:gdLst>
                  <a:gd name="T0" fmla="*/ 0 w 128"/>
                  <a:gd name="T1" fmla="*/ 21 h 29"/>
                  <a:gd name="T2" fmla="*/ 30 w 128"/>
                  <a:gd name="T3" fmla="*/ 11 h 29"/>
                  <a:gd name="T4" fmla="*/ 64 w 128"/>
                  <a:gd name="T5" fmla="*/ 9 h 29"/>
                  <a:gd name="T6" fmla="*/ 116 w 128"/>
                  <a:gd name="T7" fmla="*/ 5 h 29"/>
                  <a:gd name="T8" fmla="*/ 126 w 128"/>
                  <a:gd name="T9" fmla="*/ 23 h 29"/>
                  <a:gd name="T10" fmla="*/ 86 w 128"/>
                  <a:gd name="T11" fmla="*/ 14 h 29"/>
                  <a:gd name="T12" fmla="*/ 43 w 128"/>
                  <a:gd name="T13" fmla="*/ 13 h 29"/>
                  <a:gd name="T14" fmla="*/ 5 w 128"/>
                  <a:gd name="T15" fmla="*/ 24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" h="29">
                    <a:moveTo>
                      <a:pt x="0" y="18"/>
                    </a:moveTo>
                    <a:cubicBezTo>
                      <a:pt x="10" y="16"/>
                      <a:pt x="20" y="12"/>
                      <a:pt x="30" y="11"/>
                    </a:cubicBezTo>
                    <a:cubicBezTo>
                      <a:pt x="40" y="9"/>
                      <a:pt x="51" y="11"/>
                      <a:pt x="61" y="9"/>
                    </a:cubicBezTo>
                    <a:cubicBezTo>
                      <a:pt x="78" y="6"/>
                      <a:pt x="93" y="0"/>
                      <a:pt x="110" y="5"/>
                    </a:cubicBezTo>
                    <a:cubicBezTo>
                      <a:pt x="117" y="7"/>
                      <a:pt x="128" y="11"/>
                      <a:pt x="120" y="20"/>
                    </a:cubicBezTo>
                    <a:cubicBezTo>
                      <a:pt x="112" y="29"/>
                      <a:pt x="92" y="16"/>
                      <a:pt x="83" y="14"/>
                    </a:cubicBezTo>
                    <a:cubicBezTo>
                      <a:pt x="69" y="10"/>
                      <a:pt x="54" y="11"/>
                      <a:pt x="40" y="13"/>
                    </a:cubicBezTo>
                    <a:cubicBezTo>
                      <a:pt x="32" y="13"/>
                      <a:pt x="11" y="15"/>
                      <a:pt x="5" y="21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3" name="Freeform 4020">
                <a:extLst>
                  <a:ext uri="{FF2B5EF4-FFF2-40B4-BE49-F238E27FC236}">
                    <a16:creationId xmlns:a16="http://schemas.microsoft.com/office/drawing/2014/main" id="{04710471-F8A0-4E6A-8A9C-FA9D173B0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270"/>
                <a:ext cx="23" cy="32"/>
              </a:xfrm>
              <a:custGeom>
                <a:avLst/>
                <a:gdLst>
                  <a:gd name="T0" fmla="*/ 25 w 22"/>
                  <a:gd name="T1" fmla="*/ 0 h 32"/>
                  <a:gd name="T2" fmla="*/ 24 w 22"/>
                  <a:gd name="T3" fmla="*/ 32 h 32"/>
                  <a:gd name="T4" fmla="*/ 0 w 22"/>
                  <a:gd name="T5" fmla="*/ 15 h 32"/>
                  <a:gd name="T6" fmla="*/ 18 w 22"/>
                  <a:gd name="T7" fmla="*/ 19 h 32"/>
                  <a:gd name="T8" fmla="*/ 21 w 22"/>
                  <a:gd name="T9" fmla="*/ 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2">
                    <a:moveTo>
                      <a:pt x="22" y="0"/>
                    </a:moveTo>
                    <a:cubicBezTo>
                      <a:pt x="22" y="11"/>
                      <a:pt x="22" y="21"/>
                      <a:pt x="21" y="32"/>
                    </a:cubicBezTo>
                    <a:cubicBezTo>
                      <a:pt x="15" y="30"/>
                      <a:pt x="4" y="20"/>
                      <a:pt x="0" y="15"/>
                    </a:cubicBezTo>
                    <a:cubicBezTo>
                      <a:pt x="5" y="12"/>
                      <a:pt x="11" y="21"/>
                      <a:pt x="15" y="19"/>
                    </a:cubicBezTo>
                    <a:cubicBezTo>
                      <a:pt x="17" y="18"/>
                      <a:pt x="18" y="8"/>
                      <a:pt x="18" y="5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4" name="Freeform 4021">
                <a:extLst>
                  <a:ext uri="{FF2B5EF4-FFF2-40B4-BE49-F238E27FC236}">
                    <a16:creationId xmlns:a16="http://schemas.microsoft.com/office/drawing/2014/main" id="{CD9A2EBF-2B94-4295-B0FB-6B2FDE54D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465"/>
                <a:ext cx="114" cy="16"/>
              </a:xfrm>
              <a:custGeom>
                <a:avLst/>
                <a:gdLst>
                  <a:gd name="T0" fmla="*/ 0 w 111"/>
                  <a:gd name="T1" fmla="*/ 2 h 16"/>
                  <a:gd name="T2" fmla="*/ 55 w 111"/>
                  <a:gd name="T3" fmla="*/ 9 h 16"/>
                  <a:gd name="T4" fmla="*/ 120 w 111"/>
                  <a:gd name="T5" fmla="*/ 16 h 16"/>
                  <a:gd name="T6" fmla="*/ 4 w 111"/>
                  <a:gd name="T7" fmla="*/ 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1" h="16">
                    <a:moveTo>
                      <a:pt x="0" y="2"/>
                    </a:moveTo>
                    <a:cubicBezTo>
                      <a:pt x="17" y="0"/>
                      <a:pt x="36" y="5"/>
                      <a:pt x="52" y="9"/>
                    </a:cubicBezTo>
                    <a:cubicBezTo>
                      <a:pt x="71" y="15"/>
                      <a:pt x="94" y="10"/>
                      <a:pt x="111" y="16"/>
                    </a:cubicBezTo>
                    <a:cubicBezTo>
                      <a:pt x="77" y="2"/>
                      <a:pt x="40" y="2"/>
                      <a:pt x="4" y="2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5" name="Freeform 4022">
                <a:extLst>
                  <a:ext uri="{FF2B5EF4-FFF2-40B4-BE49-F238E27FC236}">
                    <a16:creationId xmlns:a16="http://schemas.microsoft.com/office/drawing/2014/main" id="{CB5D09E6-1905-4C1D-AFA3-BBC2B6F34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2378"/>
                <a:ext cx="96" cy="39"/>
              </a:xfrm>
              <a:custGeom>
                <a:avLst/>
                <a:gdLst>
                  <a:gd name="T0" fmla="*/ 0 w 94"/>
                  <a:gd name="T1" fmla="*/ 0 h 38"/>
                  <a:gd name="T2" fmla="*/ 47 w 94"/>
                  <a:gd name="T3" fmla="*/ 26 h 38"/>
                  <a:gd name="T4" fmla="*/ 100 w 94"/>
                  <a:gd name="T5" fmla="*/ 41 h 38"/>
                  <a:gd name="T6" fmla="*/ 4 w 94"/>
                  <a:gd name="T7" fmla="*/ 4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38">
                    <a:moveTo>
                      <a:pt x="0" y="0"/>
                    </a:moveTo>
                    <a:cubicBezTo>
                      <a:pt x="12" y="9"/>
                      <a:pt x="30" y="16"/>
                      <a:pt x="44" y="23"/>
                    </a:cubicBezTo>
                    <a:cubicBezTo>
                      <a:pt x="60" y="30"/>
                      <a:pt x="78" y="31"/>
                      <a:pt x="94" y="38"/>
                    </a:cubicBezTo>
                    <a:cubicBezTo>
                      <a:pt x="66" y="22"/>
                      <a:pt x="35" y="8"/>
                      <a:pt x="4" y="4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6" name="Freeform 4023">
                <a:extLst>
                  <a:ext uri="{FF2B5EF4-FFF2-40B4-BE49-F238E27FC236}">
                    <a16:creationId xmlns:a16="http://schemas.microsoft.com/office/drawing/2014/main" id="{6349B5C6-25FC-4196-8AA9-560018DD6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2281"/>
                <a:ext cx="66" cy="44"/>
              </a:xfrm>
              <a:custGeom>
                <a:avLst/>
                <a:gdLst>
                  <a:gd name="T0" fmla="*/ 0 w 65"/>
                  <a:gd name="T1" fmla="*/ 11 h 43"/>
                  <a:gd name="T2" fmla="*/ 68 w 65"/>
                  <a:gd name="T3" fmla="*/ 46 h 43"/>
                  <a:gd name="T4" fmla="*/ 3 w 65"/>
                  <a:gd name="T5" fmla="*/ 1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43">
                    <a:moveTo>
                      <a:pt x="0" y="11"/>
                    </a:moveTo>
                    <a:cubicBezTo>
                      <a:pt x="23" y="18"/>
                      <a:pt x="42" y="38"/>
                      <a:pt x="65" y="43"/>
                    </a:cubicBezTo>
                    <a:cubicBezTo>
                      <a:pt x="52" y="35"/>
                      <a:pt x="17" y="0"/>
                      <a:pt x="3" y="12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7" name="Freeform 4024">
                <a:extLst>
                  <a:ext uri="{FF2B5EF4-FFF2-40B4-BE49-F238E27FC236}">
                    <a16:creationId xmlns:a16="http://schemas.microsoft.com/office/drawing/2014/main" id="{9A695CA9-F645-44A5-8C93-F3DA23D74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2190"/>
                <a:ext cx="50" cy="37"/>
              </a:xfrm>
              <a:custGeom>
                <a:avLst/>
                <a:gdLst>
                  <a:gd name="T0" fmla="*/ 0 w 49"/>
                  <a:gd name="T1" fmla="*/ 0 h 36"/>
                  <a:gd name="T2" fmla="*/ 52 w 49"/>
                  <a:gd name="T3" fmla="*/ 39 h 36"/>
                  <a:gd name="T4" fmla="*/ 2 w 49"/>
                  <a:gd name="T5" fmla="*/ 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0" y="0"/>
                    </a:moveTo>
                    <a:cubicBezTo>
                      <a:pt x="17" y="4"/>
                      <a:pt x="35" y="25"/>
                      <a:pt x="49" y="36"/>
                    </a:cubicBezTo>
                    <a:cubicBezTo>
                      <a:pt x="35" y="20"/>
                      <a:pt x="15" y="16"/>
                      <a:pt x="2" y="3"/>
                    </a:cubicBezTo>
                  </a:path>
                </a:pathLst>
              </a:custGeom>
              <a:solidFill>
                <a:srgbClr val="FBD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8" name="Freeform 4025">
                <a:extLst>
                  <a:ext uri="{FF2B5EF4-FFF2-40B4-BE49-F238E27FC236}">
                    <a16:creationId xmlns:a16="http://schemas.microsoft.com/office/drawing/2014/main" id="{E05CEC05-FE16-4EEB-87AE-A89C0C13F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304"/>
                <a:ext cx="23" cy="47"/>
              </a:xfrm>
              <a:custGeom>
                <a:avLst/>
                <a:gdLst>
                  <a:gd name="T0" fmla="*/ 23 w 23"/>
                  <a:gd name="T1" fmla="*/ 3 h 46"/>
                  <a:gd name="T2" fmla="*/ 6 w 23"/>
                  <a:gd name="T3" fmla="*/ 49 h 46"/>
                  <a:gd name="T4" fmla="*/ 13 w 23"/>
                  <a:gd name="T5" fmla="*/ 26 h 46"/>
                  <a:gd name="T6" fmla="*/ 21 w 23"/>
                  <a:gd name="T7" fmla="*/ 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6">
                    <a:moveTo>
                      <a:pt x="23" y="3"/>
                    </a:moveTo>
                    <a:cubicBezTo>
                      <a:pt x="0" y="0"/>
                      <a:pt x="5" y="32"/>
                      <a:pt x="6" y="46"/>
                    </a:cubicBezTo>
                    <a:cubicBezTo>
                      <a:pt x="11" y="42"/>
                      <a:pt x="11" y="29"/>
                      <a:pt x="13" y="23"/>
                    </a:cubicBezTo>
                    <a:cubicBezTo>
                      <a:pt x="15" y="17"/>
                      <a:pt x="16" y="10"/>
                      <a:pt x="21" y="5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9" name="Freeform 4026">
                <a:extLst>
                  <a:ext uri="{FF2B5EF4-FFF2-40B4-BE49-F238E27FC236}">
                    <a16:creationId xmlns:a16="http://schemas.microsoft.com/office/drawing/2014/main" id="{CB50A443-DE41-44A0-B77D-7AE70B01D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241"/>
                <a:ext cx="22" cy="43"/>
              </a:xfrm>
              <a:custGeom>
                <a:avLst/>
                <a:gdLst>
                  <a:gd name="T0" fmla="*/ 22 w 22"/>
                  <a:gd name="T1" fmla="*/ 1 h 42"/>
                  <a:gd name="T2" fmla="*/ 6 w 22"/>
                  <a:gd name="T3" fmla="*/ 45 h 42"/>
                  <a:gd name="T4" fmla="*/ 21 w 22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2">
                    <a:moveTo>
                      <a:pt x="22" y="1"/>
                    </a:moveTo>
                    <a:cubicBezTo>
                      <a:pt x="0" y="0"/>
                      <a:pt x="3" y="26"/>
                      <a:pt x="6" y="42"/>
                    </a:cubicBezTo>
                    <a:cubicBezTo>
                      <a:pt x="13" y="40"/>
                      <a:pt x="13" y="11"/>
                      <a:pt x="21" y="3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0" name="Freeform 4027">
                <a:extLst>
                  <a:ext uri="{FF2B5EF4-FFF2-40B4-BE49-F238E27FC236}">
                    <a16:creationId xmlns:a16="http://schemas.microsoft.com/office/drawing/2014/main" id="{A75785B2-91F4-4B61-B467-E25301B62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207"/>
                <a:ext cx="24" cy="31"/>
              </a:xfrm>
              <a:custGeom>
                <a:avLst/>
                <a:gdLst>
                  <a:gd name="T0" fmla="*/ 3 w 24"/>
                  <a:gd name="T1" fmla="*/ 0 h 30"/>
                  <a:gd name="T2" fmla="*/ 5 w 24"/>
                  <a:gd name="T3" fmla="*/ 31 h 30"/>
                  <a:gd name="T4" fmla="*/ 24 w 24"/>
                  <a:gd name="T5" fmla="*/ 9 h 30"/>
                  <a:gd name="T6" fmla="*/ 9 w 24"/>
                  <a:gd name="T7" fmla="*/ 13 h 30"/>
                  <a:gd name="T8" fmla="*/ 3 w 24"/>
                  <a:gd name="T9" fmla="*/ 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0">
                    <a:moveTo>
                      <a:pt x="3" y="0"/>
                    </a:moveTo>
                    <a:cubicBezTo>
                      <a:pt x="3" y="5"/>
                      <a:pt x="0" y="26"/>
                      <a:pt x="5" y="28"/>
                    </a:cubicBezTo>
                    <a:cubicBezTo>
                      <a:pt x="10" y="30"/>
                      <a:pt x="23" y="13"/>
                      <a:pt x="24" y="9"/>
                    </a:cubicBezTo>
                    <a:cubicBezTo>
                      <a:pt x="18" y="10"/>
                      <a:pt x="15" y="15"/>
                      <a:pt x="9" y="13"/>
                    </a:cubicBezTo>
                    <a:cubicBezTo>
                      <a:pt x="7" y="12"/>
                      <a:pt x="3" y="7"/>
                      <a:pt x="3" y="4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1" name="Freeform 4028">
                <a:extLst>
                  <a:ext uri="{FF2B5EF4-FFF2-40B4-BE49-F238E27FC236}">
                    <a16:creationId xmlns:a16="http://schemas.microsoft.com/office/drawing/2014/main" id="{00D92538-AE55-4CA8-95A0-18BD361F2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369"/>
                <a:ext cx="11" cy="43"/>
              </a:xfrm>
              <a:custGeom>
                <a:avLst/>
                <a:gdLst>
                  <a:gd name="T0" fmla="*/ 5 w 11"/>
                  <a:gd name="T1" fmla="*/ 2 h 42"/>
                  <a:gd name="T2" fmla="*/ 2 w 11"/>
                  <a:gd name="T3" fmla="*/ 45 h 42"/>
                  <a:gd name="T4" fmla="*/ 11 w 11"/>
                  <a:gd name="T5" fmla="*/ 0 h 42"/>
                  <a:gd name="T6" fmla="*/ 3 w 11"/>
                  <a:gd name="T7" fmla="*/ 3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2">
                    <a:moveTo>
                      <a:pt x="5" y="2"/>
                    </a:moveTo>
                    <a:cubicBezTo>
                      <a:pt x="0" y="5"/>
                      <a:pt x="0" y="37"/>
                      <a:pt x="2" y="42"/>
                    </a:cubicBezTo>
                    <a:cubicBezTo>
                      <a:pt x="9" y="30"/>
                      <a:pt x="3" y="12"/>
                      <a:pt x="11" y="0"/>
                    </a:cubicBezTo>
                    <a:cubicBezTo>
                      <a:pt x="8" y="1"/>
                      <a:pt x="6" y="2"/>
                      <a:pt x="3" y="3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2" name="Freeform 4029">
                <a:extLst>
                  <a:ext uri="{FF2B5EF4-FFF2-40B4-BE49-F238E27FC236}">
                    <a16:creationId xmlns:a16="http://schemas.microsoft.com/office/drawing/2014/main" id="{3BFBD4E5-FB83-498F-80F1-D97F90334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439"/>
                <a:ext cx="17" cy="47"/>
              </a:xfrm>
              <a:custGeom>
                <a:avLst/>
                <a:gdLst>
                  <a:gd name="T0" fmla="*/ 16 w 17"/>
                  <a:gd name="T1" fmla="*/ 2 h 46"/>
                  <a:gd name="T2" fmla="*/ 3 w 17"/>
                  <a:gd name="T3" fmla="*/ 11 h 46"/>
                  <a:gd name="T4" fmla="*/ 4 w 17"/>
                  <a:gd name="T5" fmla="*/ 49 h 46"/>
                  <a:gd name="T6" fmla="*/ 8 w 17"/>
                  <a:gd name="T7" fmla="*/ 28 h 46"/>
                  <a:gd name="T8" fmla="*/ 17 w 17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6">
                    <a:moveTo>
                      <a:pt x="16" y="2"/>
                    </a:moveTo>
                    <a:cubicBezTo>
                      <a:pt x="9" y="4"/>
                      <a:pt x="5" y="3"/>
                      <a:pt x="3" y="11"/>
                    </a:cubicBezTo>
                    <a:cubicBezTo>
                      <a:pt x="0" y="20"/>
                      <a:pt x="2" y="37"/>
                      <a:pt x="4" y="46"/>
                    </a:cubicBezTo>
                    <a:cubicBezTo>
                      <a:pt x="8" y="43"/>
                      <a:pt x="8" y="31"/>
                      <a:pt x="8" y="25"/>
                    </a:cubicBezTo>
                    <a:cubicBezTo>
                      <a:pt x="9" y="16"/>
                      <a:pt x="10" y="7"/>
                      <a:pt x="17" y="0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3" name="Freeform 4030">
                <a:extLst>
                  <a:ext uri="{FF2B5EF4-FFF2-40B4-BE49-F238E27FC236}">
                    <a16:creationId xmlns:a16="http://schemas.microsoft.com/office/drawing/2014/main" id="{D4DBAC53-33EA-4421-90E9-BE67213FB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296"/>
                <a:ext cx="49" cy="48"/>
              </a:xfrm>
              <a:custGeom>
                <a:avLst/>
                <a:gdLst>
                  <a:gd name="T0" fmla="*/ 2 w 48"/>
                  <a:gd name="T1" fmla="*/ 27 h 47"/>
                  <a:gd name="T2" fmla="*/ 4 w 48"/>
                  <a:gd name="T3" fmla="*/ 50 h 47"/>
                  <a:gd name="T4" fmla="*/ 32 w 48"/>
                  <a:gd name="T5" fmla="*/ 27 h 47"/>
                  <a:gd name="T6" fmla="*/ 51 w 48"/>
                  <a:gd name="T7" fmla="*/ 0 h 47"/>
                  <a:gd name="T8" fmla="*/ 17 w 48"/>
                  <a:gd name="T9" fmla="*/ 33 h 47"/>
                  <a:gd name="T10" fmla="*/ 4 w 48"/>
                  <a:gd name="T11" fmla="*/ 3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7">
                    <a:moveTo>
                      <a:pt x="2" y="24"/>
                    </a:moveTo>
                    <a:cubicBezTo>
                      <a:pt x="0" y="33"/>
                      <a:pt x="2" y="39"/>
                      <a:pt x="4" y="47"/>
                    </a:cubicBezTo>
                    <a:cubicBezTo>
                      <a:pt x="14" y="43"/>
                      <a:pt x="22" y="31"/>
                      <a:pt x="29" y="24"/>
                    </a:cubicBezTo>
                    <a:cubicBezTo>
                      <a:pt x="36" y="17"/>
                      <a:pt x="45" y="8"/>
                      <a:pt x="48" y="0"/>
                    </a:cubicBezTo>
                    <a:cubicBezTo>
                      <a:pt x="39" y="11"/>
                      <a:pt x="28" y="21"/>
                      <a:pt x="17" y="30"/>
                    </a:cubicBezTo>
                    <a:cubicBezTo>
                      <a:pt x="10" y="36"/>
                      <a:pt x="6" y="37"/>
                      <a:pt x="4" y="27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4" name="Freeform 4031">
                <a:extLst>
                  <a:ext uri="{FF2B5EF4-FFF2-40B4-BE49-F238E27FC236}">
                    <a16:creationId xmlns:a16="http://schemas.microsoft.com/office/drawing/2014/main" id="{32B7E619-5BF4-4385-9DA9-5E67BC90D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112"/>
                <a:ext cx="26" cy="56"/>
              </a:xfrm>
              <a:custGeom>
                <a:avLst/>
                <a:gdLst>
                  <a:gd name="T0" fmla="*/ 27 w 25"/>
                  <a:gd name="T1" fmla="*/ 0 h 55"/>
                  <a:gd name="T2" fmla="*/ 3 w 25"/>
                  <a:gd name="T3" fmla="*/ 24 h 55"/>
                  <a:gd name="T4" fmla="*/ 2 w 25"/>
                  <a:gd name="T5" fmla="*/ 58 h 55"/>
                  <a:gd name="T6" fmla="*/ 11 w 25"/>
                  <a:gd name="T7" fmla="*/ 25 h 55"/>
                  <a:gd name="T8" fmla="*/ 28 w 25"/>
                  <a:gd name="T9" fmla="*/ 1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5">
                    <a:moveTo>
                      <a:pt x="24" y="0"/>
                    </a:moveTo>
                    <a:cubicBezTo>
                      <a:pt x="15" y="1"/>
                      <a:pt x="5" y="16"/>
                      <a:pt x="3" y="24"/>
                    </a:cubicBezTo>
                    <a:cubicBezTo>
                      <a:pt x="2" y="30"/>
                      <a:pt x="0" y="49"/>
                      <a:pt x="2" y="55"/>
                    </a:cubicBezTo>
                    <a:cubicBezTo>
                      <a:pt x="8" y="54"/>
                      <a:pt x="9" y="31"/>
                      <a:pt x="11" y="25"/>
                    </a:cubicBezTo>
                    <a:cubicBezTo>
                      <a:pt x="14" y="17"/>
                      <a:pt x="18" y="7"/>
                      <a:pt x="25" y="1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5" name="Freeform 4032">
                <a:extLst>
                  <a:ext uri="{FF2B5EF4-FFF2-40B4-BE49-F238E27FC236}">
                    <a16:creationId xmlns:a16="http://schemas.microsoft.com/office/drawing/2014/main" id="{F1B838F1-DDE6-4B8C-B1F9-DA7F0FCD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131"/>
                <a:ext cx="29" cy="45"/>
              </a:xfrm>
              <a:custGeom>
                <a:avLst/>
                <a:gdLst>
                  <a:gd name="T0" fmla="*/ 31 w 28"/>
                  <a:gd name="T1" fmla="*/ 1 h 44"/>
                  <a:gd name="T2" fmla="*/ 3 w 28"/>
                  <a:gd name="T3" fmla="*/ 35 h 44"/>
                  <a:gd name="T4" fmla="*/ 17 w 28"/>
                  <a:gd name="T5" fmla="*/ 21 h 44"/>
                  <a:gd name="T6" fmla="*/ 29 w 28"/>
                  <a:gd name="T7" fmla="*/ 1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4">
                    <a:moveTo>
                      <a:pt x="28" y="1"/>
                    </a:moveTo>
                    <a:cubicBezTo>
                      <a:pt x="19" y="0"/>
                      <a:pt x="0" y="23"/>
                      <a:pt x="3" y="32"/>
                    </a:cubicBezTo>
                    <a:cubicBezTo>
                      <a:pt x="8" y="44"/>
                      <a:pt x="13" y="25"/>
                      <a:pt x="14" y="21"/>
                    </a:cubicBezTo>
                    <a:cubicBezTo>
                      <a:pt x="17" y="15"/>
                      <a:pt x="26" y="7"/>
                      <a:pt x="26" y="1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6" name="Freeform 4033">
                <a:extLst>
                  <a:ext uri="{FF2B5EF4-FFF2-40B4-BE49-F238E27FC236}">
                    <a16:creationId xmlns:a16="http://schemas.microsoft.com/office/drawing/2014/main" id="{2C38F90D-5873-4480-8283-35C5B5757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073"/>
                <a:ext cx="57" cy="56"/>
              </a:xfrm>
              <a:custGeom>
                <a:avLst/>
                <a:gdLst>
                  <a:gd name="T0" fmla="*/ 1 w 56"/>
                  <a:gd name="T1" fmla="*/ 19 h 55"/>
                  <a:gd name="T2" fmla="*/ 9 w 56"/>
                  <a:gd name="T3" fmla="*/ 55 h 55"/>
                  <a:gd name="T4" fmla="*/ 19 w 56"/>
                  <a:gd name="T5" fmla="*/ 38 h 55"/>
                  <a:gd name="T6" fmla="*/ 34 w 56"/>
                  <a:gd name="T7" fmla="*/ 22 h 55"/>
                  <a:gd name="T8" fmla="*/ 59 w 56"/>
                  <a:gd name="T9" fmla="*/ 0 h 55"/>
                  <a:gd name="T10" fmla="*/ 27 w 56"/>
                  <a:gd name="T11" fmla="*/ 21 h 55"/>
                  <a:gd name="T12" fmla="*/ 6 w 56"/>
                  <a:gd name="T13" fmla="*/ 43 h 55"/>
                  <a:gd name="T14" fmla="*/ 5 w 56"/>
                  <a:gd name="T15" fmla="*/ 21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55">
                    <a:moveTo>
                      <a:pt x="1" y="19"/>
                    </a:moveTo>
                    <a:cubicBezTo>
                      <a:pt x="3" y="25"/>
                      <a:pt x="0" y="55"/>
                      <a:pt x="9" y="52"/>
                    </a:cubicBezTo>
                    <a:cubicBezTo>
                      <a:pt x="14" y="50"/>
                      <a:pt x="16" y="39"/>
                      <a:pt x="19" y="35"/>
                    </a:cubicBezTo>
                    <a:cubicBezTo>
                      <a:pt x="22" y="30"/>
                      <a:pt x="27" y="26"/>
                      <a:pt x="31" y="22"/>
                    </a:cubicBezTo>
                    <a:cubicBezTo>
                      <a:pt x="39" y="16"/>
                      <a:pt x="52" y="9"/>
                      <a:pt x="56" y="0"/>
                    </a:cubicBezTo>
                    <a:cubicBezTo>
                      <a:pt x="46" y="6"/>
                      <a:pt x="37" y="13"/>
                      <a:pt x="27" y="21"/>
                    </a:cubicBezTo>
                    <a:cubicBezTo>
                      <a:pt x="20" y="27"/>
                      <a:pt x="14" y="35"/>
                      <a:pt x="6" y="40"/>
                    </a:cubicBezTo>
                    <a:cubicBezTo>
                      <a:pt x="5" y="34"/>
                      <a:pt x="6" y="27"/>
                      <a:pt x="5" y="21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7" name="Freeform 4034">
                <a:extLst>
                  <a:ext uri="{FF2B5EF4-FFF2-40B4-BE49-F238E27FC236}">
                    <a16:creationId xmlns:a16="http://schemas.microsoft.com/office/drawing/2014/main" id="{73AF6109-0586-4805-AC2F-FF52D70C6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262"/>
                <a:ext cx="29" cy="65"/>
              </a:xfrm>
              <a:custGeom>
                <a:avLst/>
                <a:gdLst>
                  <a:gd name="T0" fmla="*/ 31 w 28"/>
                  <a:gd name="T1" fmla="*/ 0 h 64"/>
                  <a:gd name="T2" fmla="*/ 3 w 28"/>
                  <a:gd name="T3" fmla="*/ 24 h 64"/>
                  <a:gd name="T4" fmla="*/ 7 w 28"/>
                  <a:gd name="T5" fmla="*/ 67 h 64"/>
                  <a:gd name="T6" fmla="*/ 9 w 28"/>
                  <a:gd name="T7" fmla="*/ 29 h 64"/>
                  <a:gd name="T8" fmla="*/ 29 w 28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4">
                    <a:moveTo>
                      <a:pt x="28" y="0"/>
                    </a:moveTo>
                    <a:cubicBezTo>
                      <a:pt x="18" y="7"/>
                      <a:pt x="6" y="10"/>
                      <a:pt x="3" y="24"/>
                    </a:cubicBezTo>
                    <a:cubicBezTo>
                      <a:pt x="0" y="35"/>
                      <a:pt x="1" y="54"/>
                      <a:pt x="7" y="64"/>
                    </a:cubicBezTo>
                    <a:cubicBezTo>
                      <a:pt x="8" y="53"/>
                      <a:pt x="7" y="41"/>
                      <a:pt x="9" y="29"/>
                    </a:cubicBezTo>
                    <a:cubicBezTo>
                      <a:pt x="12" y="17"/>
                      <a:pt x="19" y="10"/>
                      <a:pt x="26" y="0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8" name="Freeform 4035">
                <a:extLst>
                  <a:ext uri="{FF2B5EF4-FFF2-40B4-BE49-F238E27FC236}">
                    <a16:creationId xmlns:a16="http://schemas.microsoft.com/office/drawing/2014/main" id="{97BFAD38-480D-4699-9B30-0E1BC0D3D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375"/>
                <a:ext cx="45" cy="48"/>
              </a:xfrm>
              <a:custGeom>
                <a:avLst/>
                <a:gdLst>
                  <a:gd name="T0" fmla="*/ 4 w 44"/>
                  <a:gd name="T1" fmla="*/ 0 h 47"/>
                  <a:gd name="T2" fmla="*/ 8 w 44"/>
                  <a:gd name="T3" fmla="*/ 13 h 47"/>
                  <a:gd name="T4" fmla="*/ 15 w 44"/>
                  <a:gd name="T5" fmla="*/ 38 h 47"/>
                  <a:gd name="T6" fmla="*/ 28 w 44"/>
                  <a:gd name="T7" fmla="*/ 35 h 47"/>
                  <a:gd name="T8" fmla="*/ 47 w 44"/>
                  <a:gd name="T9" fmla="*/ 14 h 47"/>
                  <a:gd name="T10" fmla="*/ 21 w 44"/>
                  <a:gd name="T11" fmla="*/ 17 h 47"/>
                  <a:gd name="T12" fmla="*/ 4 w 44"/>
                  <a:gd name="T13" fmla="*/ 4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7">
                    <a:moveTo>
                      <a:pt x="4" y="0"/>
                    </a:moveTo>
                    <a:cubicBezTo>
                      <a:pt x="0" y="3"/>
                      <a:pt x="6" y="9"/>
                      <a:pt x="8" y="13"/>
                    </a:cubicBezTo>
                    <a:cubicBezTo>
                      <a:pt x="12" y="20"/>
                      <a:pt x="12" y="28"/>
                      <a:pt x="15" y="35"/>
                    </a:cubicBezTo>
                    <a:cubicBezTo>
                      <a:pt x="20" y="47"/>
                      <a:pt x="21" y="39"/>
                      <a:pt x="25" y="32"/>
                    </a:cubicBezTo>
                    <a:cubicBezTo>
                      <a:pt x="30" y="25"/>
                      <a:pt x="38" y="21"/>
                      <a:pt x="44" y="14"/>
                    </a:cubicBezTo>
                    <a:cubicBezTo>
                      <a:pt x="35" y="17"/>
                      <a:pt x="30" y="21"/>
                      <a:pt x="21" y="17"/>
                    </a:cubicBezTo>
                    <a:cubicBezTo>
                      <a:pt x="15" y="15"/>
                      <a:pt x="6" y="10"/>
                      <a:pt x="4" y="4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9" name="Freeform 4036">
                <a:extLst>
                  <a:ext uri="{FF2B5EF4-FFF2-40B4-BE49-F238E27FC236}">
                    <a16:creationId xmlns:a16="http://schemas.microsoft.com/office/drawing/2014/main" id="{4EB217E4-9A77-491C-8AB7-53EE143DE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174"/>
                <a:ext cx="26" cy="66"/>
              </a:xfrm>
              <a:custGeom>
                <a:avLst/>
                <a:gdLst>
                  <a:gd name="T0" fmla="*/ 28 w 25"/>
                  <a:gd name="T1" fmla="*/ 4 h 65"/>
                  <a:gd name="T2" fmla="*/ 5 w 25"/>
                  <a:gd name="T3" fmla="*/ 20 h 65"/>
                  <a:gd name="T4" fmla="*/ 8 w 25"/>
                  <a:gd name="T5" fmla="*/ 68 h 65"/>
                  <a:gd name="T6" fmla="*/ 10 w 25"/>
                  <a:gd name="T7" fmla="*/ 38 h 65"/>
                  <a:gd name="T8" fmla="*/ 25 w 25"/>
                  <a:gd name="T9" fmla="*/ 8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65">
                    <a:moveTo>
                      <a:pt x="25" y="4"/>
                    </a:moveTo>
                    <a:cubicBezTo>
                      <a:pt x="17" y="0"/>
                      <a:pt x="7" y="14"/>
                      <a:pt x="5" y="20"/>
                    </a:cubicBezTo>
                    <a:cubicBezTo>
                      <a:pt x="1" y="32"/>
                      <a:pt x="0" y="55"/>
                      <a:pt x="8" y="65"/>
                    </a:cubicBezTo>
                    <a:cubicBezTo>
                      <a:pt x="8" y="55"/>
                      <a:pt x="8" y="45"/>
                      <a:pt x="10" y="35"/>
                    </a:cubicBezTo>
                    <a:cubicBezTo>
                      <a:pt x="11" y="28"/>
                      <a:pt x="15" y="12"/>
                      <a:pt x="22" y="8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0" name="Freeform 4037">
                <a:extLst>
                  <a:ext uri="{FF2B5EF4-FFF2-40B4-BE49-F238E27FC236}">
                    <a16:creationId xmlns:a16="http://schemas.microsoft.com/office/drawing/2014/main" id="{EE73D79B-8BF6-443F-8CBF-F767CCCD6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194"/>
                <a:ext cx="25" cy="53"/>
              </a:xfrm>
              <a:custGeom>
                <a:avLst/>
                <a:gdLst>
                  <a:gd name="T0" fmla="*/ 25 w 25"/>
                  <a:gd name="T1" fmla="*/ 2 h 52"/>
                  <a:gd name="T2" fmla="*/ 4 w 25"/>
                  <a:gd name="T3" fmla="*/ 22 h 52"/>
                  <a:gd name="T4" fmla="*/ 9 w 25"/>
                  <a:gd name="T5" fmla="*/ 55 h 52"/>
                  <a:gd name="T6" fmla="*/ 23 w 25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2">
                    <a:moveTo>
                      <a:pt x="25" y="2"/>
                    </a:moveTo>
                    <a:cubicBezTo>
                      <a:pt x="18" y="10"/>
                      <a:pt x="8" y="11"/>
                      <a:pt x="4" y="22"/>
                    </a:cubicBezTo>
                    <a:cubicBezTo>
                      <a:pt x="0" y="33"/>
                      <a:pt x="5" y="42"/>
                      <a:pt x="9" y="52"/>
                    </a:cubicBezTo>
                    <a:cubicBezTo>
                      <a:pt x="4" y="34"/>
                      <a:pt x="11" y="14"/>
                      <a:pt x="23" y="0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1" name="Freeform 4038">
                <a:extLst>
                  <a:ext uri="{FF2B5EF4-FFF2-40B4-BE49-F238E27FC236}">
                    <a16:creationId xmlns:a16="http://schemas.microsoft.com/office/drawing/2014/main" id="{6ECC764B-9B90-416A-B53F-B1291DCA9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122"/>
                <a:ext cx="31" cy="59"/>
              </a:xfrm>
              <a:custGeom>
                <a:avLst/>
                <a:gdLst>
                  <a:gd name="T0" fmla="*/ 24 w 30"/>
                  <a:gd name="T1" fmla="*/ 0 h 58"/>
                  <a:gd name="T2" fmla="*/ 28 w 30"/>
                  <a:gd name="T3" fmla="*/ 46 h 58"/>
                  <a:gd name="T4" fmla="*/ 3 w 30"/>
                  <a:gd name="T5" fmla="*/ 61 h 58"/>
                  <a:gd name="T6" fmla="*/ 18 w 30"/>
                  <a:gd name="T7" fmla="*/ 44 h 58"/>
                  <a:gd name="T8" fmla="*/ 25 w 30"/>
                  <a:gd name="T9" fmla="*/ 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8">
                    <a:moveTo>
                      <a:pt x="21" y="0"/>
                    </a:moveTo>
                    <a:cubicBezTo>
                      <a:pt x="22" y="12"/>
                      <a:pt x="30" y="32"/>
                      <a:pt x="25" y="43"/>
                    </a:cubicBezTo>
                    <a:cubicBezTo>
                      <a:pt x="21" y="52"/>
                      <a:pt x="11" y="55"/>
                      <a:pt x="3" y="58"/>
                    </a:cubicBezTo>
                    <a:cubicBezTo>
                      <a:pt x="0" y="51"/>
                      <a:pt x="11" y="46"/>
                      <a:pt x="15" y="41"/>
                    </a:cubicBezTo>
                    <a:cubicBezTo>
                      <a:pt x="20" y="32"/>
                      <a:pt x="24" y="17"/>
                      <a:pt x="22" y="8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2" name="Freeform 4039">
                <a:extLst>
                  <a:ext uri="{FF2B5EF4-FFF2-40B4-BE49-F238E27FC236}">
                    <a16:creationId xmlns:a16="http://schemas.microsoft.com/office/drawing/2014/main" id="{901D31FC-1F5F-415A-94FB-4C379DCF9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001"/>
                <a:ext cx="32" cy="54"/>
              </a:xfrm>
              <a:custGeom>
                <a:avLst/>
                <a:gdLst>
                  <a:gd name="T0" fmla="*/ 26 w 31"/>
                  <a:gd name="T1" fmla="*/ 1 h 53"/>
                  <a:gd name="T2" fmla="*/ 0 w 31"/>
                  <a:gd name="T3" fmla="*/ 56 h 53"/>
                  <a:gd name="T4" fmla="*/ 29 w 31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53">
                    <a:moveTo>
                      <a:pt x="23" y="1"/>
                    </a:moveTo>
                    <a:cubicBezTo>
                      <a:pt x="31" y="23"/>
                      <a:pt x="14" y="38"/>
                      <a:pt x="0" y="53"/>
                    </a:cubicBezTo>
                    <a:cubicBezTo>
                      <a:pt x="3" y="34"/>
                      <a:pt x="25" y="19"/>
                      <a:pt x="26" y="0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3" name="Freeform 4040">
                <a:extLst>
                  <a:ext uri="{FF2B5EF4-FFF2-40B4-BE49-F238E27FC236}">
                    <a16:creationId xmlns:a16="http://schemas.microsoft.com/office/drawing/2014/main" id="{B511930B-0F99-4730-8642-DDA5D0D75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042"/>
                <a:ext cx="37" cy="44"/>
              </a:xfrm>
              <a:custGeom>
                <a:avLst/>
                <a:gdLst>
                  <a:gd name="T0" fmla="*/ 0 w 36"/>
                  <a:gd name="T1" fmla="*/ 19 h 43"/>
                  <a:gd name="T2" fmla="*/ 26 w 36"/>
                  <a:gd name="T3" fmla="*/ 5 h 43"/>
                  <a:gd name="T4" fmla="*/ 39 w 36"/>
                  <a:gd name="T5" fmla="*/ 46 h 43"/>
                  <a:gd name="T6" fmla="*/ 7 w 36"/>
                  <a:gd name="T7" fmla="*/ 9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3">
                    <a:moveTo>
                      <a:pt x="0" y="19"/>
                    </a:moveTo>
                    <a:cubicBezTo>
                      <a:pt x="1" y="11"/>
                      <a:pt x="14" y="0"/>
                      <a:pt x="23" y="5"/>
                    </a:cubicBezTo>
                    <a:cubicBezTo>
                      <a:pt x="30" y="10"/>
                      <a:pt x="36" y="35"/>
                      <a:pt x="36" y="43"/>
                    </a:cubicBezTo>
                    <a:cubicBezTo>
                      <a:pt x="30" y="31"/>
                      <a:pt x="23" y="10"/>
                      <a:pt x="7" y="9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4" name="Freeform 4041">
                <a:extLst>
                  <a:ext uri="{FF2B5EF4-FFF2-40B4-BE49-F238E27FC236}">
                    <a16:creationId xmlns:a16="http://schemas.microsoft.com/office/drawing/2014/main" id="{C86FCAA8-3BC2-43C9-8602-70F611624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152"/>
                <a:ext cx="23" cy="53"/>
              </a:xfrm>
              <a:custGeom>
                <a:avLst/>
                <a:gdLst>
                  <a:gd name="T0" fmla="*/ 25 w 22"/>
                  <a:gd name="T1" fmla="*/ 0 h 52"/>
                  <a:gd name="T2" fmla="*/ 9 w 22"/>
                  <a:gd name="T3" fmla="*/ 55 h 52"/>
                  <a:gd name="T4" fmla="*/ 9 w 22"/>
                  <a:gd name="T5" fmla="*/ 36 h 52"/>
                  <a:gd name="T6" fmla="*/ 21 w 22"/>
                  <a:gd name="T7" fmla="*/ 5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52">
                    <a:moveTo>
                      <a:pt x="22" y="0"/>
                    </a:moveTo>
                    <a:cubicBezTo>
                      <a:pt x="1" y="12"/>
                      <a:pt x="0" y="32"/>
                      <a:pt x="9" y="52"/>
                    </a:cubicBezTo>
                    <a:cubicBezTo>
                      <a:pt x="11" y="46"/>
                      <a:pt x="9" y="40"/>
                      <a:pt x="9" y="33"/>
                    </a:cubicBezTo>
                    <a:cubicBezTo>
                      <a:pt x="9" y="23"/>
                      <a:pt x="12" y="14"/>
                      <a:pt x="18" y="5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5" name="Freeform 4042">
                <a:extLst>
                  <a:ext uri="{FF2B5EF4-FFF2-40B4-BE49-F238E27FC236}">
                    <a16:creationId xmlns:a16="http://schemas.microsoft.com/office/drawing/2014/main" id="{CE078080-040F-425F-B188-0F27EB2F8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049"/>
                <a:ext cx="19" cy="69"/>
              </a:xfrm>
              <a:custGeom>
                <a:avLst/>
                <a:gdLst>
                  <a:gd name="T0" fmla="*/ 19 w 19"/>
                  <a:gd name="T1" fmla="*/ 5 h 67"/>
                  <a:gd name="T2" fmla="*/ 1 w 19"/>
                  <a:gd name="T3" fmla="*/ 30 h 67"/>
                  <a:gd name="T4" fmla="*/ 12 w 19"/>
                  <a:gd name="T5" fmla="*/ 73 h 67"/>
                  <a:gd name="T6" fmla="*/ 11 w 19"/>
                  <a:gd name="T7" fmla="*/ 7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67">
                    <a:moveTo>
                      <a:pt x="19" y="5"/>
                    </a:moveTo>
                    <a:cubicBezTo>
                      <a:pt x="12" y="0"/>
                      <a:pt x="2" y="21"/>
                      <a:pt x="1" y="27"/>
                    </a:cubicBezTo>
                    <a:cubicBezTo>
                      <a:pt x="0" y="40"/>
                      <a:pt x="5" y="57"/>
                      <a:pt x="12" y="67"/>
                    </a:cubicBezTo>
                    <a:cubicBezTo>
                      <a:pt x="9" y="48"/>
                      <a:pt x="0" y="25"/>
                      <a:pt x="11" y="7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6" name="Freeform 4043">
                <a:extLst>
                  <a:ext uri="{FF2B5EF4-FFF2-40B4-BE49-F238E27FC236}">
                    <a16:creationId xmlns:a16="http://schemas.microsoft.com/office/drawing/2014/main" id="{25C9829C-D3DC-4F42-B9CB-F2910BB4C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013"/>
                <a:ext cx="14" cy="37"/>
              </a:xfrm>
              <a:custGeom>
                <a:avLst/>
                <a:gdLst>
                  <a:gd name="T0" fmla="*/ 7 w 14"/>
                  <a:gd name="T1" fmla="*/ 4 h 37"/>
                  <a:gd name="T2" fmla="*/ 1 w 14"/>
                  <a:gd name="T3" fmla="*/ 16 h 37"/>
                  <a:gd name="T4" fmla="*/ 14 w 14"/>
                  <a:gd name="T5" fmla="*/ 37 h 37"/>
                  <a:gd name="T6" fmla="*/ 5 w 14"/>
                  <a:gd name="T7" fmla="*/ 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7">
                    <a:moveTo>
                      <a:pt x="7" y="4"/>
                    </a:moveTo>
                    <a:cubicBezTo>
                      <a:pt x="0" y="0"/>
                      <a:pt x="0" y="12"/>
                      <a:pt x="1" y="16"/>
                    </a:cubicBezTo>
                    <a:cubicBezTo>
                      <a:pt x="3" y="22"/>
                      <a:pt x="11" y="32"/>
                      <a:pt x="14" y="37"/>
                    </a:cubicBezTo>
                    <a:cubicBezTo>
                      <a:pt x="10" y="29"/>
                      <a:pt x="1" y="12"/>
                      <a:pt x="5" y="3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7" name="Freeform 4044">
                <a:extLst>
                  <a:ext uri="{FF2B5EF4-FFF2-40B4-BE49-F238E27FC236}">
                    <a16:creationId xmlns:a16="http://schemas.microsoft.com/office/drawing/2014/main" id="{F5656B12-F829-403E-8EFF-E86B76972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951"/>
                <a:ext cx="19" cy="46"/>
              </a:xfrm>
              <a:custGeom>
                <a:avLst/>
                <a:gdLst>
                  <a:gd name="T0" fmla="*/ 12 w 19"/>
                  <a:gd name="T1" fmla="*/ 0 h 45"/>
                  <a:gd name="T2" fmla="*/ 16 w 19"/>
                  <a:gd name="T3" fmla="*/ 31 h 45"/>
                  <a:gd name="T4" fmla="*/ 0 w 19"/>
                  <a:gd name="T5" fmla="*/ 45 h 45"/>
                  <a:gd name="T6" fmla="*/ 14 w 19"/>
                  <a:gd name="T7" fmla="*/ 7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5">
                    <a:moveTo>
                      <a:pt x="12" y="0"/>
                    </a:moveTo>
                    <a:cubicBezTo>
                      <a:pt x="12" y="11"/>
                      <a:pt x="19" y="17"/>
                      <a:pt x="16" y="28"/>
                    </a:cubicBezTo>
                    <a:cubicBezTo>
                      <a:pt x="14" y="35"/>
                      <a:pt x="8" y="45"/>
                      <a:pt x="0" y="42"/>
                    </a:cubicBezTo>
                    <a:cubicBezTo>
                      <a:pt x="10" y="33"/>
                      <a:pt x="19" y="22"/>
                      <a:pt x="14" y="7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8" name="Freeform 4045">
                <a:extLst>
                  <a:ext uri="{FF2B5EF4-FFF2-40B4-BE49-F238E27FC236}">
                    <a16:creationId xmlns:a16="http://schemas.microsoft.com/office/drawing/2014/main" id="{9CB3CA44-4121-4C44-92A4-D7A24F6B0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948"/>
                <a:ext cx="18" cy="53"/>
              </a:xfrm>
              <a:custGeom>
                <a:avLst/>
                <a:gdLst>
                  <a:gd name="T0" fmla="*/ 18 w 18"/>
                  <a:gd name="T1" fmla="*/ 1 h 52"/>
                  <a:gd name="T2" fmla="*/ 0 w 18"/>
                  <a:gd name="T3" fmla="*/ 16 h 52"/>
                  <a:gd name="T4" fmla="*/ 6 w 18"/>
                  <a:gd name="T5" fmla="*/ 39 h 52"/>
                  <a:gd name="T6" fmla="*/ 14 w 18"/>
                  <a:gd name="T7" fmla="*/ 55 h 52"/>
                  <a:gd name="T8" fmla="*/ 16 w 18"/>
                  <a:gd name="T9" fmla="*/ 3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2">
                    <a:moveTo>
                      <a:pt x="18" y="1"/>
                    </a:moveTo>
                    <a:cubicBezTo>
                      <a:pt x="11" y="0"/>
                      <a:pt x="1" y="8"/>
                      <a:pt x="0" y="16"/>
                    </a:cubicBezTo>
                    <a:cubicBezTo>
                      <a:pt x="0" y="23"/>
                      <a:pt x="4" y="29"/>
                      <a:pt x="6" y="36"/>
                    </a:cubicBezTo>
                    <a:cubicBezTo>
                      <a:pt x="8" y="40"/>
                      <a:pt x="10" y="48"/>
                      <a:pt x="14" y="52"/>
                    </a:cubicBezTo>
                    <a:cubicBezTo>
                      <a:pt x="6" y="36"/>
                      <a:pt x="10" y="18"/>
                      <a:pt x="16" y="3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9" name="Freeform 4046">
                <a:extLst>
                  <a:ext uri="{FF2B5EF4-FFF2-40B4-BE49-F238E27FC236}">
                    <a16:creationId xmlns:a16="http://schemas.microsoft.com/office/drawing/2014/main" id="{F340B029-50AC-4B2D-B7A8-910DDBE75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74"/>
                <a:ext cx="17" cy="37"/>
              </a:xfrm>
              <a:custGeom>
                <a:avLst/>
                <a:gdLst>
                  <a:gd name="T0" fmla="*/ 2 w 17"/>
                  <a:gd name="T1" fmla="*/ 0 h 36"/>
                  <a:gd name="T2" fmla="*/ 7 w 17"/>
                  <a:gd name="T3" fmla="*/ 39 h 36"/>
                  <a:gd name="T4" fmla="*/ 17 w 17"/>
                  <a:gd name="T5" fmla="*/ 30 h 36"/>
                  <a:gd name="T6" fmla="*/ 3 w 17"/>
                  <a:gd name="T7" fmla="*/ 11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6">
                    <a:moveTo>
                      <a:pt x="2" y="0"/>
                    </a:moveTo>
                    <a:cubicBezTo>
                      <a:pt x="3" y="10"/>
                      <a:pt x="0" y="28"/>
                      <a:pt x="7" y="36"/>
                    </a:cubicBezTo>
                    <a:cubicBezTo>
                      <a:pt x="11" y="33"/>
                      <a:pt x="14" y="30"/>
                      <a:pt x="17" y="27"/>
                    </a:cubicBezTo>
                    <a:cubicBezTo>
                      <a:pt x="10" y="24"/>
                      <a:pt x="4" y="19"/>
                      <a:pt x="3" y="11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0" name="Freeform 4047">
                <a:extLst>
                  <a:ext uri="{FF2B5EF4-FFF2-40B4-BE49-F238E27FC236}">
                    <a16:creationId xmlns:a16="http://schemas.microsoft.com/office/drawing/2014/main" id="{3B4F3B67-6EF1-4DEA-A2DE-52C75DB29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802"/>
                <a:ext cx="24" cy="25"/>
              </a:xfrm>
              <a:custGeom>
                <a:avLst/>
                <a:gdLst>
                  <a:gd name="T0" fmla="*/ 5 w 23"/>
                  <a:gd name="T1" fmla="*/ 0 h 24"/>
                  <a:gd name="T2" fmla="*/ 10 w 23"/>
                  <a:gd name="T3" fmla="*/ 27 h 24"/>
                  <a:gd name="T4" fmla="*/ 26 w 23"/>
                  <a:gd name="T5" fmla="*/ 17 h 24"/>
                  <a:gd name="T6" fmla="*/ 5 w 23"/>
                  <a:gd name="T7" fmla="*/ 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5" y="0"/>
                    </a:moveTo>
                    <a:cubicBezTo>
                      <a:pt x="5" y="5"/>
                      <a:pt x="0" y="24"/>
                      <a:pt x="10" y="24"/>
                    </a:cubicBezTo>
                    <a:cubicBezTo>
                      <a:pt x="14" y="24"/>
                      <a:pt x="20" y="16"/>
                      <a:pt x="23" y="14"/>
                    </a:cubicBezTo>
                    <a:cubicBezTo>
                      <a:pt x="15" y="11"/>
                      <a:pt x="5" y="14"/>
                      <a:pt x="5" y="1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1" name="Freeform 4048">
                <a:extLst>
                  <a:ext uri="{FF2B5EF4-FFF2-40B4-BE49-F238E27FC236}">
                    <a16:creationId xmlns:a16="http://schemas.microsoft.com/office/drawing/2014/main" id="{7F503C51-3A38-4450-8340-2EC6409D2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871"/>
                <a:ext cx="29" cy="73"/>
              </a:xfrm>
              <a:custGeom>
                <a:avLst/>
                <a:gdLst>
                  <a:gd name="T0" fmla="*/ 12 w 29"/>
                  <a:gd name="T1" fmla="*/ 5 h 72"/>
                  <a:gd name="T2" fmla="*/ 5 w 29"/>
                  <a:gd name="T3" fmla="*/ 10 h 72"/>
                  <a:gd name="T4" fmla="*/ 5 w 29"/>
                  <a:gd name="T5" fmla="*/ 35 h 72"/>
                  <a:gd name="T6" fmla="*/ 29 w 29"/>
                  <a:gd name="T7" fmla="*/ 75 h 72"/>
                  <a:gd name="T8" fmla="*/ 16 w 29"/>
                  <a:gd name="T9" fmla="*/ 51 h 72"/>
                  <a:gd name="T10" fmla="*/ 11 w 29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72">
                    <a:moveTo>
                      <a:pt x="12" y="5"/>
                    </a:moveTo>
                    <a:cubicBezTo>
                      <a:pt x="8" y="4"/>
                      <a:pt x="6" y="7"/>
                      <a:pt x="5" y="10"/>
                    </a:cubicBezTo>
                    <a:cubicBezTo>
                      <a:pt x="0" y="19"/>
                      <a:pt x="2" y="27"/>
                      <a:pt x="5" y="35"/>
                    </a:cubicBezTo>
                    <a:cubicBezTo>
                      <a:pt x="11" y="49"/>
                      <a:pt x="21" y="60"/>
                      <a:pt x="29" y="72"/>
                    </a:cubicBezTo>
                    <a:cubicBezTo>
                      <a:pt x="29" y="65"/>
                      <a:pt x="19" y="55"/>
                      <a:pt x="16" y="48"/>
                    </a:cubicBezTo>
                    <a:cubicBezTo>
                      <a:pt x="8" y="32"/>
                      <a:pt x="6" y="17"/>
                      <a:pt x="11" y="0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2" name="Freeform 4049">
                <a:extLst>
                  <a:ext uri="{FF2B5EF4-FFF2-40B4-BE49-F238E27FC236}">
                    <a16:creationId xmlns:a16="http://schemas.microsoft.com/office/drawing/2014/main" id="{0E7DA9B3-5466-4FEC-B1B6-EA6270652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838"/>
                <a:ext cx="31" cy="34"/>
              </a:xfrm>
              <a:custGeom>
                <a:avLst/>
                <a:gdLst>
                  <a:gd name="T0" fmla="*/ 3 w 31"/>
                  <a:gd name="T1" fmla="*/ 2 h 33"/>
                  <a:gd name="T2" fmla="*/ 13 w 31"/>
                  <a:gd name="T3" fmla="*/ 26 h 33"/>
                  <a:gd name="T4" fmla="*/ 26 w 31"/>
                  <a:gd name="T5" fmla="*/ 6 h 33"/>
                  <a:gd name="T6" fmla="*/ 31 w 31"/>
                  <a:gd name="T7" fmla="*/ 0 h 33"/>
                  <a:gd name="T8" fmla="*/ 2 w 31"/>
                  <a:gd name="T9" fmla="*/ 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3">
                    <a:moveTo>
                      <a:pt x="3" y="2"/>
                    </a:moveTo>
                    <a:cubicBezTo>
                      <a:pt x="3" y="7"/>
                      <a:pt x="0" y="33"/>
                      <a:pt x="13" y="23"/>
                    </a:cubicBezTo>
                    <a:cubicBezTo>
                      <a:pt x="19" y="19"/>
                      <a:pt x="22" y="11"/>
                      <a:pt x="26" y="6"/>
                    </a:cubicBezTo>
                    <a:cubicBezTo>
                      <a:pt x="27" y="4"/>
                      <a:pt x="30" y="2"/>
                      <a:pt x="31" y="0"/>
                    </a:cubicBezTo>
                    <a:cubicBezTo>
                      <a:pt x="20" y="2"/>
                      <a:pt x="11" y="28"/>
                      <a:pt x="2" y="8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3" name="Freeform 4050">
                <a:extLst>
                  <a:ext uri="{FF2B5EF4-FFF2-40B4-BE49-F238E27FC236}">
                    <a16:creationId xmlns:a16="http://schemas.microsoft.com/office/drawing/2014/main" id="{7B8D60ED-D7E1-446F-9F88-B630815D9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898"/>
                <a:ext cx="31" cy="51"/>
              </a:xfrm>
              <a:custGeom>
                <a:avLst/>
                <a:gdLst>
                  <a:gd name="T0" fmla="*/ 10 w 30"/>
                  <a:gd name="T1" fmla="*/ 0 h 50"/>
                  <a:gd name="T2" fmla="*/ 11 w 30"/>
                  <a:gd name="T3" fmla="*/ 28 h 50"/>
                  <a:gd name="T4" fmla="*/ 27 w 30"/>
                  <a:gd name="T5" fmla="*/ 53 h 50"/>
                  <a:gd name="T6" fmla="*/ 30 w 30"/>
                  <a:gd name="T7" fmla="*/ 37 h 50"/>
                  <a:gd name="T8" fmla="*/ 20 w 30"/>
                  <a:gd name="T9" fmla="*/ 31 h 50"/>
                  <a:gd name="T10" fmla="*/ 7 w 30"/>
                  <a:gd name="T11" fmla="*/ 1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0">
                    <a:moveTo>
                      <a:pt x="10" y="0"/>
                    </a:moveTo>
                    <a:cubicBezTo>
                      <a:pt x="0" y="2"/>
                      <a:pt x="8" y="20"/>
                      <a:pt x="11" y="25"/>
                    </a:cubicBezTo>
                    <a:cubicBezTo>
                      <a:pt x="14" y="31"/>
                      <a:pt x="17" y="48"/>
                      <a:pt x="24" y="50"/>
                    </a:cubicBezTo>
                    <a:cubicBezTo>
                      <a:pt x="24" y="44"/>
                      <a:pt x="30" y="39"/>
                      <a:pt x="27" y="34"/>
                    </a:cubicBezTo>
                    <a:cubicBezTo>
                      <a:pt x="26" y="31"/>
                      <a:pt x="19" y="30"/>
                      <a:pt x="17" y="28"/>
                    </a:cubicBezTo>
                    <a:cubicBezTo>
                      <a:pt x="12" y="24"/>
                      <a:pt x="9" y="18"/>
                      <a:pt x="7" y="12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4" name="Freeform 4051">
                <a:extLst>
                  <a:ext uri="{FF2B5EF4-FFF2-40B4-BE49-F238E27FC236}">
                    <a16:creationId xmlns:a16="http://schemas.microsoft.com/office/drawing/2014/main" id="{A74B302E-BB94-47B1-9AE2-7906C04E1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037"/>
                <a:ext cx="17" cy="28"/>
              </a:xfrm>
              <a:custGeom>
                <a:avLst/>
                <a:gdLst>
                  <a:gd name="T0" fmla="*/ 0 w 17"/>
                  <a:gd name="T1" fmla="*/ 0 h 27"/>
                  <a:gd name="T2" fmla="*/ 5 w 17"/>
                  <a:gd name="T3" fmla="*/ 29 h 27"/>
                  <a:gd name="T4" fmla="*/ 17 w 17"/>
                  <a:gd name="T5" fmla="*/ 13 h 27"/>
                  <a:gd name="T6" fmla="*/ 3 w 17"/>
                  <a:gd name="T7" fmla="*/ 6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7">
                    <a:moveTo>
                      <a:pt x="0" y="0"/>
                    </a:moveTo>
                    <a:cubicBezTo>
                      <a:pt x="1" y="4"/>
                      <a:pt x="3" y="25"/>
                      <a:pt x="5" y="26"/>
                    </a:cubicBezTo>
                    <a:cubicBezTo>
                      <a:pt x="8" y="27"/>
                      <a:pt x="16" y="16"/>
                      <a:pt x="17" y="13"/>
                    </a:cubicBezTo>
                    <a:cubicBezTo>
                      <a:pt x="12" y="9"/>
                      <a:pt x="4" y="19"/>
                      <a:pt x="3" y="6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5" name="Freeform 4052">
                <a:extLst>
                  <a:ext uri="{FF2B5EF4-FFF2-40B4-BE49-F238E27FC236}">
                    <a16:creationId xmlns:a16="http://schemas.microsoft.com/office/drawing/2014/main" id="{4405961A-95F8-4F43-8A96-260131EC8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997"/>
                <a:ext cx="34" cy="61"/>
              </a:xfrm>
              <a:custGeom>
                <a:avLst/>
                <a:gdLst>
                  <a:gd name="T0" fmla="*/ 27 w 33"/>
                  <a:gd name="T1" fmla="*/ 0 h 60"/>
                  <a:gd name="T2" fmla="*/ 34 w 33"/>
                  <a:gd name="T3" fmla="*/ 35 h 60"/>
                  <a:gd name="T4" fmla="*/ 0 w 33"/>
                  <a:gd name="T5" fmla="*/ 63 h 60"/>
                  <a:gd name="T6" fmla="*/ 15 w 33"/>
                  <a:gd name="T7" fmla="*/ 46 h 60"/>
                  <a:gd name="T8" fmla="*/ 31 w 33"/>
                  <a:gd name="T9" fmla="*/ 14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60">
                    <a:moveTo>
                      <a:pt x="24" y="0"/>
                    </a:moveTo>
                    <a:cubicBezTo>
                      <a:pt x="23" y="11"/>
                      <a:pt x="33" y="21"/>
                      <a:pt x="31" y="32"/>
                    </a:cubicBezTo>
                    <a:cubicBezTo>
                      <a:pt x="28" y="45"/>
                      <a:pt x="11" y="56"/>
                      <a:pt x="0" y="60"/>
                    </a:cubicBezTo>
                    <a:cubicBezTo>
                      <a:pt x="1" y="53"/>
                      <a:pt x="10" y="48"/>
                      <a:pt x="15" y="43"/>
                    </a:cubicBezTo>
                    <a:cubicBezTo>
                      <a:pt x="22" y="35"/>
                      <a:pt x="29" y="26"/>
                      <a:pt x="28" y="14"/>
                    </a:cubicBezTo>
                  </a:path>
                </a:pathLst>
              </a:custGeom>
              <a:solidFill>
                <a:srgbClr val="E0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6" name="Freeform 4053">
                <a:extLst>
                  <a:ext uri="{FF2B5EF4-FFF2-40B4-BE49-F238E27FC236}">
                    <a16:creationId xmlns:a16="http://schemas.microsoft.com/office/drawing/2014/main" id="{060219DC-17E4-4734-9C1A-85BBEDCB4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1813"/>
                <a:ext cx="58" cy="96"/>
              </a:xfrm>
              <a:custGeom>
                <a:avLst/>
                <a:gdLst>
                  <a:gd name="T0" fmla="*/ 0 w 57"/>
                  <a:gd name="T1" fmla="*/ 0 h 94"/>
                  <a:gd name="T2" fmla="*/ 32 w 57"/>
                  <a:gd name="T3" fmla="*/ 52 h 94"/>
                  <a:gd name="T4" fmla="*/ 60 w 57"/>
                  <a:gd name="T5" fmla="*/ 100 h 94"/>
                  <a:gd name="T6" fmla="*/ 6 w 57"/>
                  <a:gd name="T7" fmla="*/ 8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94">
                    <a:moveTo>
                      <a:pt x="0" y="0"/>
                    </a:moveTo>
                    <a:cubicBezTo>
                      <a:pt x="10" y="16"/>
                      <a:pt x="19" y="32"/>
                      <a:pt x="29" y="49"/>
                    </a:cubicBezTo>
                    <a:cubicBezTo>
                      <a:pt x="36" y="61"/>
                      <a:pt x="44" y="86"/>
                      <a:pt x="57" y="94"/>
                    </a:cubicBezTo>
                    <a:cubicBezTo>
                      <a:pt x="46" y="64"/>
                      <a:pt x="28" y="30"/>
                      <a:pt x="6" y="8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7" name="Freeform 4054">
                <a:extLst>
                  <a:ext uri="{FF2B5EF4-FFF2-40B4-BE49-F238E27FC236}">
                    <a16:creationId xmlns:a16="http://schemas.microsoft.com/office/drawing/2014/main" id="{FD99628E-706B-4656-946D-A09A5CBA5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1988"/>
                <a:ext cx="123" cy="97"/>
              </a:xfrm>
              <a:custGeom>
                <a:avLst/>
                <a:gdLst>
                  <a:gd name="T0" fmla="*/ 0 w 121"/>
                  <a:gd name="T1" fmla="*/ 0 h 95"/>
                  <a:gd name="T2" fmla="*/ 127 w 121"/>
                  <a:gd name="T3" fmla="*/ 101 h 95"/>
                  <a:gd name="T4" fmla="*/ 62 w 121"/>
                  <a:gd name="T5" fmla="*/ 27 h 95"/>
                  <a:gd name="T6" fmla="*/ 8 w 121"/>
                  <a:gd name="T7" fmla="*/ 2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95">
                    <a:moveTo>
                      <a:pt x="0" y="0"/>
                    </a:moveTo>
                    <a:cubicBezTo>
                      <a:pt x="42" y="29"/>
                      <a:pt x="78" y="67"/>
                      <a:pt x="121" y="95"/>
                    </a:cubicBezTo>
                    <a:cubicBezTo>
                      <a:pt x="100" y="74"/>
                      <a:pt x="81" y="44"/>
                      <a:pt x="59" y="24"/>
                    </a:cubicBezTo>
                    <a:cubicBezTo>
                      <a:pt x="44" y="11"/>
                      <a:pt x="25" y="8"/>
                      <a:pt x="8" y="2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8" name="Freeform 4055">
                <a:extLst>
                  <a:ext uri="{FF2B5EF4-FFF2-40B4-BE49-F238E27FC236}">
                    <a16:creationId xmlns:a16="http://schemas.microsoft.com/office/drawing/2014/main" id="{278B98E3-24A3-4C79-B91F-158D143BE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893"/>
                <a:ext cx="94" cy="100"/>
              </a:xfrm>
              <a:custGeom>
                <a:avLst/>
                <a:gdLst>
                  <a:gd name="T0" fmla="*/ 0 w 92"/>
                  <a:gd name="T1" fmla="*/ 0 h 98"/>
                  <a:gd name="T2" fmla="*/ 98 w 92"/>
                  <a:gd name="T3" fmla="*/ 104 h 98"/>
                  <a:gd name="T4" fmla="*/ 52 w 92"/>
                  <a:gd name="T5" fmla="*/ 42 h 98"/>
                  <a:gd name="T6" fmla="*/ 7 w 92"/>
                  <a:gd name="T7" fmla="*/ 6 h 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98">
                    <a:moveTo>
                      <a:pt x="0" y="0"/>
                    </a:moveTo>
                    <a:cubicBezTo>
                      <a:pt x="34" y="28"/>
                      <a:pt x="57" y="69"/>
                      <a:pt x="92" y="98"/>
                    </a:cubicBezTo>
                    <a:cubicBezTo>
                      <a:pt x="76" y="79"/>
                      <a:pt x="65" y="58"/>
                      <a:pt x="49" y="39"/>
                    </a:cubicBezTo>
                    <a:cubicBezTo>
                      <a:pt x="37" y="24"/>
                      <a:pt x="22" y="18"/>
                      <a:pt x="7" y="6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9" name="Freeform 4056">
                <a:extLst>
                  <a:ext uri="{FF2B5EF4-FFF2-40B4-BE49-F238E27FC236}">
                    <a16:creationId xmlns:a16="http://schemas.microsoft.com/office/drawing/2014/main" id="{D107E210-E5A8-49F1-8941-E5F150049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1990"/>
                <a:ext cx="99" cy="30"/>
              </a:xfrm>
              <a:custGeom>
                <a:avLst/>
                <a:gdLst>
                  <a:gd name="T0" fmla="*/ 0 w 97"/>
                  <a:gd name="T1" fmla="*/ 0 h 29"/>
                  <a:gd name="T2" fmla="*/ 103 w 97"/>
                  <a:gd name="T3" fmla="*/ 31 h 29"/>
                  <a:gd name="T4" fmla="*/ 6 w 97"/>
                  <a:gd name="T5" fmla="*/ 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29">
                    <a:moveTo>
                      <a:pt x="0" y="0"/>
                    </a:moveTo>
                    <a:cubicBezTo>
                      <a:pt x="34" y="0"/>
                      <a:pt x="69" y="9"/>
                      <a:pt x="97" y="28"/>
                    </a:cubicBezTo>
                    <a:cubicBezTo>
                      <a:pt x="66" y="29"/>
                      <a:pt x="37" y="5"/>
                      <a:pt x="6" y="1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0" name="Freeform 4057">
                <a:extLst>
                  <a:ext uri="{FF2B5EF4-FFF2-40B4-BE49-F238E27FC236}">
                    <a16:creationId xmlns:a16="http://schemas.microsoft.com/office/drawing/2014/main" id="{D98C6024-269D-4192-9BC1-80F47BC8B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" y="1828"/>
                <a:ext cx="103" cy="57"/>
              </a:xfrm>
              <a:custGeom>
                <a:avLst/>
                <a:gdLst>
                  <a:gd name="T0" fmla="*/ 0 w 101"/>
                  <a:gd name="T1" fmla="*/ 0 h 56"/>
                  <a:gd name="T2" fmla="*/ 107 w 101"/>
                  <a:gd name="T3" fmla="*/ 59 h 56"/>
                  <a:gd name="T4" fmla="*/ 48 w 101"/>
                  <a:gd name="T5" fmla="*/ 23 h 56"/>
                  <a:gd name="T6" fmla="*/ 11 w 101"/>
                  <a:gd name="T7" fmla="*/ 1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56">
                    <a:moveTo>
                      <a:pt x="0" y="0"/>
                    </a:moveTo>
                    <a:cubicBezTo>
                      <a:pt x="27" y="35"/>
                      <a:pt x="59" y="45"/>
                      <a:pt x="101" y="56"/>
                    </a:cubicBezTo>
                    <a:cubicBezTo>
                      <a:pt x="84" y="43"/>
                      <a:pt x="64" y="31"/>
                      <a:pt x="45" y="23"/>
                    </a:cubicBezTo>
                    <a:cubicBezTo>
                      <a:pt x="34" y="18"/>
                      <a:pt x="18" y="19"/>
                      <a:pt x="11" y="10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1" name="Freeform 4058">
                <a:extLst>
                  <a:ext uri="{FF2B5EF4-FFF2-40B4-BE49-F238E27FC236}">
                    <a16:creationId xmlns:a16="http://schemas.microsoft.com/office/drawing/2014/main" id="{5197E7E5-6E48-46B1-9EEB-202DA5030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761"/>
                <a:ext cx="114" cy="40"/>
              </a:xfrm>
              <a:custGeom>
                <a:avLst/>
                <a:gdLst>
                  <a:gd name="T0" fmla="*/ 0 w 111"/>
                  <a:gd name="T1" fmla="*/ 0 h 40"/>
                  <a:gd name="T2" fmla="*/ 69 w 111"/>
                  <a:gd name="T3" fmla="*/ 26 h 40"/>
                  <a:gd name="T4" fmla="*/ 120 w 111"/>
                  <a:gd name="T5" fmla="*/ 40 h 40"/>
                  <a:gd name="T6" fmla="*/ 4 w 111"/>
                  <a:gd name="T7" fmla="*/ 1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1" h="40">
                    <a:moveTo>
                      <a:pt x="0" y="0"/>
                    </a:moveTo>
                    <a:cubicBezTo>
                      <a:pt x="7" y="15"/>
                      <a:pt x="48" y="21"/>
                      <a:pt x="63" y="26"/>
                    </a:cubicBezTo>
                    <a:cubicBezTo>
                      <a:pt x="78" y="32"/>
                      <a:pt x="95" y="35"/>
                      <a:pt x="111" y="40"/>
                    </a:cubicBezTo>
                    <a:cubicBezTo>
                      <a:pt x="74" y="31"/>
                      <a:pt x="43" y="8"/>
                      <a:pt x="4" y="10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2" name="Freeform 4059">
                <a:extLst>
                  <a:ext uri="{FF2B5EF4-FFF2-40B4-BE49-F238E27FC236}">
                    <a16:creationId xmlns:a16="http://schemas.microsoft.com/office/drawing/2014/main" id="{EA315F59-36BC-4598-9E14-C165001B0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771"/>
                <a:ext cx="103" cy="62"/>
              </a:xfrm>
              <a:custGeom>
                <a:avLst/>
                <a:gdLst>
                  <a:gd name="T0" fmla="*/ 0 w 101"/>
                  <a:gd name="T1" fmla="*/ 0 h 61"/>
                  <a:gd name="T2" fmla="*/ 40 w 101"/>
                  <a:gd name="T3" fmla="*/ 46 h 61"/>
                  <a:gd name="T4" fmla="*/ 107 w 101"/>
                  <a:gd name="T5" fmla="*/ 64 h 61"/>
                  <a:gd name="T6" fmla="*/ 47 w 101"/>
                  <a:gd name="T7" fmla="*/ 24 h 61"/>
                  <a:gd name="T8" fmla="*/ 5 w 101"/>
                  <a:gd name="T9" fmla="*/ 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61">
                    <a:moveTo>
                      <a:pt x="0" y="0"/>
                    </a:moveTo>
                    <a:cubicBezTo>
                      <a:pt x="13" y="21"/>
                      <a:pt x="9" y="38"/>
                      <a:pt x="37" y="43"/>
                    </a:cubicBezTo>
                    <a:cubicBezTo>
                      <a:pt x="58" y="47"/>
                      <a:pt x="82" y="49"/>
                      <a:pt x="101" y="61"/>
                    </a:cubicBezTo>
                    <a:cubicBezTo>
                      <a:pt x="88" y="45"/>
                      <a:pt x="63" y="30"/>
                      <a:pt x="44" y="24"/>
                    </a:cubicBezTo>
                    <a:cubicBezTo>
                      <a:pt x="32" y="20"/>
                      <a:pt x="13" y="22"/>
                      <a:pt x="5" y="9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3" name="Freeform 4060">
                <a:extLst>
                  <a:ext uri="{FF2B5EF4-FFF2-40B4-BE49-F238E27FC236}">
                    <a16:creationId xmlns:a16="http://schemas.microsoft.com/office/drawing/2014/main" id="{1E707208-9B0B-4BA8-9007-77D30DF54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1790"/>
                <a:ext cx="136" cy="81"/>
              </a:xfrm>
              <a:custGeom>
                <a:avLst/>
                <a:gdLst>
                  <a:gd name="T0" fmla="*/ 2 w 133"/>
                  <a:gd name="T1" fmla="*/ 0 h 79"/>
                  <a:gd name="T2" fmla="*/ 55 w 133"/>
                  <a:gd name="T3" fmla="*/ 74 h 79"/>
                  <a:gd name="T4" fmla="*/ 142 w 133"/>
                  <a:gd name="T5" fmla="*/ 85 h 79"/>
                  <a:gd name="T6" fmla="*/ 6 w 133"/>
                  <a:gd name="T7" fmla="*/ 15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79">
                    <a:moveTo>
                      <a:pt x="2" y="0"/>
                    </a:moveTo>
                    <a:cubicBezTo>
                      <a:pt x="0" y="20"/>
                      <a:pt x="34" y="61"/>
                      <a:pt x="52" y="68"/>
                    </a:cubicBezTo>
                    <a:cubicBezTo>
                      <a:pt x="77" y="76"/>
                      <a:pt x="107" y="71"/>
                      <a:pt x="133" y="79"/>
                    </a:cubicBezTo>
                    <a:cubicBezTo>
                      <a:pt x="85" y="63"/>
                      <a:pt x="47" y="39"/>
                      <a:pt x="6" y="15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4" name="Freeform 4061">
                <a:extLst>
                  <a:ext uri="{FF2B5EF4-FFF2-40B4-BE49-F238E27FC236}">
                    <a16:creationId xmlns:a16="http://schemas.microsoft.com/office/drawing/2014/main" id="{D2EBE9C7-46CC-4E55-8628-F537EB392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764"/>
                <a:ext cx="61" cy="57"/>
              </a:xfrm>
              <a:custGeom>
                <a:avLst/>
                <a:gdLst>
                  <a:gd name="T0" fmla="*/ 0 w 60"/>
                  <a:gd name="T1" fmla="*/ 42 h 56"/>
                  <a:gd name="T2" fmla="*/ 63 w 60"/>
                  <a:gd name="T3" fmla="*/ 57 h 56"/>
                  <a:gd name="T4" fmla="*/ 37 w 60"/>
                  <a:gd name="T5" fmla="*/ 27 h 56"/>
                  <a:gd name="T6" fmla="*/ 4 w 60"/>
                  <a:gd name="T7" fmla="*/ 0 h 56"/>
                  <a:gd name="T8" fmla="*/ 19 w 60"/>
                  <a:gd name="T9" fmla="*/ 37 h 56"/>
                  <a:gd name="T10" fmla="*/ 2 w 60"/>
                  <a:gd name="T11" fmla="*/ 4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56">
                    <a:moveTo>
                      <a:pt x="0" y="39"/>
                    </a:moveTo>
                    <a:cubicBezTo>
                      <a:pt x="20" y="41"/>
                      <a:pt x="40" y="56"/>
                      <a:pt x="60" y="54"/>
                    </a:cubicBezTo>
                    <a:cubicBezTo>
                      <a:pt x="60" y="42"/>
                      <a:pt x="42" y="34"/>
                      <a:pt x="34" y="27"/>
                    </a:cubicBezTo>
                    <a:cubicBezTo>
                      <a:pt x="25" y="19"/>
                      <a:pt x="16" y="1"/>
                      <a:pt x="4" y="0"/>
                    </a:cubicBezTo>
                    <a:cubicBezTo>
                      <a:pt x="3" y="13"/>
                      <a:pt x="17" y="21"/>
                      <a:pt x="19" y="34"/>
                    </a:cubicBezTo>
                    <a:cubicBezTo>
                      <a:pt x="14" y="36"/>
                      <a:pt x="8" y="38"/>
                      <a:pt x="2" y="37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5" name="Freeform 4062">
                <a:extLst>
                  <a:ext uri="{FF2B5EF4-FFF2-40B4-BE49-F238E27FC236}">
                    <a16:creationId xmlns:a16="http://schemas.microsoft.com/office/drawing/2014/main" id="{730F15ED-B750-4FBF-95B6-3558A24C2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856"/>
                <a:ext cx="68" cy="62"/>
              </a:xfrm>
              <a:custGeom>
                <a:avLst/>
                <a:gdLst>
                  <a:gd name="T0" fmla="*/ 0 w 67"/>
                  <a:gd name="T1" fmla="*/ 52 h 60"/>
                  <a:gd name="T2" fmla="*/ 70 w 67"/>
                  <a:gd name="T3" fmla="*/ 63 h 60"/>
                  <a:gd name="T4" fmla="*/ 43 w 67"/>
                  <a:gd name="T5" fmla="*/ 32 h 60"/>
                  <a:gd name="T6" fmla="*/ 5 w 67"/>
                  <a:gd name="T7" fmla="*/ 1 h 60"/>
                  <a:gd name="T8" fmla="*/ 7 w 67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0">
                    <a:moveTo>
                      <a:pt x="0" y="46"/>
                    </a:moveTo>
                    <a:cubicBezTo>
                      <a:pt x="23" y="45"/>
                      <a:pt x="44" y="60"/>
                      <a:pt x="67" y="57"/>
                    </a:cubicBezTo>
                    <a:cubicBezTo>
                      <a:pt x="67" y="49"/>
                      <a:pt x="47" y="36"/>
                      <a:pt x="40" y="29"/>
                    </a:cubicBezTo>
                    <a:cubicBezTo>
                      <a:pt x="31" y="19"/>
                      <a:pt x="20" y="0"/>
                      <a:pt x="5" y="1"/>
                    </a:cubicBezTo>
                    <a:cubicBezTo>
                      <a:pt x="8" y="16"/>
                      <a:pt x="43" y="46"/>
                      <a:pt x="7" y="44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6" name="Freeform 4063">
                <a:extLst>
                  <a:ext uri="{FF2B5EF4-FFF2-40B4-BE49-F238E27FC236}">
                    <a16:creationId xmlns:a16="http://schemas.microsoft.com/office/drawing/2014/main" id="{FDDBB16A-74F9-416D-A77D-110D37040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58" cy="27"/>
              </a:xfrm>
              <a:custGeom>
                <a:avLst/>
                <a:gdLst>
                  <a:gd name="T0" fmla="*/ 24 w 57"/>
                  <a:gd name="T1" fmla="*/ 29 h 26"/>
                  <a:gd name="T2" fmla="*/ 0 w 57"/>
                  <a:gd name="T3" fmla="*/ 1 h 26"/>
                  <a:gd name="T4" fmla="*/ 60 w 57"/>
                  <a:gd name="T5" fmla="*/ 9 h 26"/>
                  <a:gd name="T6" fmla="*/ 23 w 57"/>
                  <a:gd name="T7" fmla="*/ 2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6">
                    <a:moveTo>
                      <a:pt x="24" y="26"/>
                    </a:moveTo>
                    <a:cubicBezTo>
                      <a:pt x="16" y="18"/>
                      <a:pt x="2" y="13"/>
                      <a:pt x="0" y="1"/>
                    </a:cubicBezTo>
                    <a:cubicBezTo>
                      <a:pt x="18" y="0"/>
                      <a:pt x="42" y="3"/>
                      <a:pt x="57" y="9"/>
                    </a:cubicBezTo>
                    <a:cubicBezTo>
                      <a:pt x="47" y="12"/>
                      <a:pt x="25" y="8"/>
                      <a:pt x="23" y="20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7" name="Freeform 4064">
                <a:extLst>
                  <a:ext uri="{FF2B5EF4-FFF2-40B4-BE49-F238E27FC236}">
                    <a16:creationId xmlns:a16="http://schemas.microsoft.com/office/drawing/2014/main" id="{C4788329-F353-4B0C-BF0E-EFCFC0700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012"/>
                <a:ext cx="104" cy="41"/>
              </a:xfrm>
              <a:custGeom>
                <a:avLst/>
                <a:gdLst>
                  <a:gd name="T0" fmla="*/ 38 w 102"/>
                  <a:gd name="T1" fmla="*/ 41 h 41"/>
                  <a:gd name="T2" fmla="*/ 0 w 102"/>
                  <a:gd name="T3" fmla="*/ 3 h 41"/>
                  <a:gd name="T4" fmla="*/ 108 w 102"/>
                  <a:gd name="T5" fmla="*/ 20 h 41"/>
                  <a:gd name="T6" fmla="*/ 29 w 102"/>
                  <a:gd name="T7" fmla="*/ 24 h 41"/>
                  <a:gd name="T8" fmla="*/ 33 w 102"/>
                  <a:gd name="T9" fmla="*/ 4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1">
                    <a:moveTo>
                      <a:pt x="35" y="41"/>
                    </a:moveTo>
                    <a:cubicBezTo>
                      <a:pt x="25" y="35"/>
                      <a:pt x="3" y="14"/>
                      <a:pt x="0" y="3"/>
                    </a:cubicBezTo>
                    <a:cubicBezTo>
                      <a:pt x="25" y="0"/>
                      <a:pt x="80" y="8"/>
                      <a:pt x="102" y="20"/>
                    </a:cubicBezTo>
                    <a:cubicBezTo>
                      <a:pt x="78" y="27"/>
                      <a:pt x="49" y="15"/>
                      <a:pt x="26" y="24"/>
                    </a:cubicBezTo>
                    <a:cubicBezTo>
                      <a:pt x="26" y="30"/>
                      <a:pt x="27" y="36"/>
                      <a:pt x="30" y="41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8" name="Freeform 4065">
                <a:extLst>
                  <a:ext uri="{FF2B5EF4-FFF2-40B4-BE49-F238E27FC236}">
                    <a16:creationId xmlns:a16="http://schemas.microsoft.com/office/drawing/2014/main" id="{61B6E666-7A5F-4C73-943A-D5208872D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139"/>
                <a:ext cx="66" cy="35"/>
              </a:xfrm>
              <a:custGeom>
                <a:avLst/>
                <a:gdLst>
                  <a:gd name="T0" fmla="*/ 0 w 65"/>
                  <a:gd name="T1" fmla="*/ 0 h 34"/>
                  <a:gd name="T2" fmla="*/ 68 w 65"/>
                  <a:gd name="T3" fmla="*/ 37 h 34"/>
                  <a:gd name="T4" fmla="*/ 3 w 65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34">
                    <a:moveTo>
                      <a:pt x="0" y="0"/>
                    </a:moveTo>
                    <a:cubicBezTo>
                      <a:pt x="19" y="11"/>
                      <a:pt x="43" y="32"/>
                      <a:pt x="65" y="34"/>
                    </a:cubicBezTo>
                    <a:cubicBezTo>
                      <a:pt x="57" y="7"/>
                      <a:pt x="24" y="17"/>
                      <a:pt x="3" y="0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9" name="Freeform 4066">
                <a:extLst>
                  <a:ext uri="{FF2B5EF4-FFF2-40B4-BE49-F238E27FC236}">
                    <a16:creationId xmlns:a16="http://schemas.microsoft.com/office/drawing/2014/main" id="{DB905061-5364-4288-9133-D3DDEB47A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911"/>
                <a:ext cx="207" cy="87"/>
              </a:xfrm>
              <a:custGeom>
                <a:avLst/>
                <a:gdLst>
                  <a:gd name="T0" fmla="*/ 0 w 203"/>
                  <a:gd name="T1" fmla="*/ 0 h 86"/>
                  <a:gd name="T2" fmla="*/ 22 w 203"/>
                  <a:gd name="T3" fmla="*/ 24 h 86"/>
                  <a:gd name="T4" fmla="*/ 49 w 203"/>
                  <a:gd name="T5" fmla="*/ 41 h 86"/>
                  <a:gd name="T6" fmla="*/ 89 w 203"/>
                  <a:gd name="T7" fmla="*/ 66 h 86"/>
                  <a:gd name="T8" fmla="*/ 133 w 203"/>
                  <a:gd name="T9" fmla="*/ 79 h 86"/>
                  <a:gd name="T10" fmla="*/ 215 w 203"/>
                  <a:gd name="T11" fmla="*/ 89 h 86"/>
                  <a:gd name="T12" fmla="*/ 191 w 203"/>
                  <a:gd name="T13" fmla="*/ 84 h 86"/>
                  <a:gd name="T14" fmla="*/ 149 w 203"/>
                  <a:gd name="T15" fmla="*/ 76 h 86"/>
                  <a:gd name="T16" fmla="*/ 84 w 203"/>
                  <a:gd name="T17" fmla="*/ 59 h 86"/>
                  <a:gd name="T18" fmla="*/ 10 w 203"/>
                  <a:gd name="T19" fmla="*/ 9 h 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3" h="86">
                    <a:moveTo>
                      <a:pt x="0" y="0"/>
                    </a:moveTo>
                    <a:cubicBezTo>
                      <a:pt x="5" y="8"/>
                      <a:pt x="15" y="18"/>
                      <a:pt x="22" y="24"/>
                    </a:cubicBezTo>
                    <a:cubicBezTo>
                      <a:pt x="29" y="31"/>
                      <a:pt x="38" y="36"/>
                      <a:pt x="46" y="41"/>
                    </a:cubicBezTo>
                    <a:cubicBezTo>
                      <a:pt x="59" y="48"/>
                      <a:pt x="70" y="57"/>
                      <a:pt x="83" y="63"/>
                    </a:cubicBezTo>
                    <a:cubicBezTo>
                      <a:pt x="96" y="70"/>
                      <a:pt x="111" y="74"/>
                      <a:pt x="125" y="76"/>
                    </a:cubicBezTo>
                    <a:cubicBezTo>
                      <a:pt x="151" y="79"/>
                      <a:pt x="177" y="84"/>
                      <a:pt x="203" y="86"/>
                    </a:cubicBezTo>
                    <a:cubicBezTo>
                      <a:pt x="198" y="82"/>
                      <a:pt x="185" y="82"/>
                      <a:pt x="179" y="81"/>
                    </a:cubicBezTo>
                    <a:cubicBezTo>
                      <a:pt x="166" y="79"/>
                      <a:pt x="153" y="76"/>
                      <a:pt x="140" y="73"/>
                    </a:cubicBezTo>
                    <a:cubicBezTo>
                      <a:pt x="119" y="68"/>
                      <a:pt x="97" y="64"/>
                      <a:pt x="78" y="56"/>
                    </a:cubicBezTo>
                    <a:cubicBezTo>
                      <a:pt x="52" y="47"/>
                      <a:pt x="27" y="30"/>
                      <a:pt x="10" y="9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0" name="Freeform 4067">
                <a:extLst>
                  <a:ext uri="{FF2B5EF4-FFF2-40B4-BE49-F238E27FC236}">
                    <a16:creationId xmlns:a16="http://schemas.microsoft.com/office/drawing/2014/main" id="{4AC8B585-3113-4EBB-B9DB-E7FED3DEC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957"/>
                <a:ext cx="171" cy="61"/>
              </a:xfrm>
              <a:custGeom>
                <a:avLst/>
                <a:gdLst>
                  <a:gd name="T0" fmla="*/ 0 w 168"/>
                  <a:gd name="T1" fmla="*/ 0 h 59"/>
                  <a:gd name="T2" fmla="*/ 42 w 168"/>
                  <a:gd name="T3" fmla="*/ 40 h 59"/>
                  <a:gd name="T4" fmla="*/ 81 w 168"/>
                  <a:gd name="T5" fmla="*/ 52 h 59"/>
                  <a:gd name="T6" fmla="*/ 177 w 168"/>
                  <a:gd name="T7" fmla="*/ 60 h 59"/>
                  <a:gd name="T8" fmla="*/ 118 w 168"/>
                  <a:gd name="T9" fmla="*/ 45 h 59"/>
                  <a:gd name="T10" fmla="*/ 63 w 168"/>
                  <a:gd name="T11" fmla="*/ 35 h 59"/>
                  <a:gd name="T12" fmla="*/ 31 w 168"/>
                  <a:gd name="T13" fmla="*/ 21 h 59"/>
                  <a:gd name="T14" fmla="*/ 4 w 168"/>
                  <a:gd name="T15" fmla="*/ 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8" h="59">
                    <a:moveTo>
                      <a:pt x="0" y="0"/>
                    </a:moveTo>
                    <a:cubicBezTo>
                      <a:pt x="6" y="14"/>
                      <a:pt x="27" y="28"/>
                      <a:pt x="39" y="37"/>
                    </a:cubicBezTo>
                    <a:cubicBezTo>
                      <a:pt x="52" y="45"/>
                      <a:pt x="63" y="45"/>
                      <a:pt x="78" y="46"/>
                    </a:cubicBezTo>
                    <a:cubicBezTo>
                      <a:pt x="107" y="47"/>
                      <a:pt x="139" y="59"/>
                      <a:pt x="168" y="54"/>
                    </a:cubicBezTo>
                    <a:cubicBezTo>
                      <a:pt x="150" y="49"/>
                      <a:pt x="131" y="45"/>
                      <a:pt x="112" y="42"/>
                    </a:cubicBezTo>
                    <a:cubicBezTo>
                      <a:pt x="95" y="38"/>
                      <a:pt x="77" y="38"/>
                      <a:pt x="60" y="32"/>
                    </a:cubicBezTo>
                    <a:cubicBezTo>
                      <a:pt x="49" y="28"/>
                      <a:pt x="39" y="22"/>
                      <a:pt x="28" y="18"/>
                    </a:cubicBezTo>
                    <a:cubicBezTo>
                      <a:pt x="21" y="15"/>
                      <a:pt x="8" y="12"/>
                      <a:pt x="4" y="6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1" name="Freeform 4068">
                <a:extLst>
                  <a:ext uri="{FF2B5EF4-FFF2-40B4-BE49-F238E27FC236}">
                    <a16:creationId xmlns:a16="http://schemas.microsoft.com/office/drawing/2014/main" id="{02F14E8A-E58A-4683-A4CB-B28F31FF2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861"/>
                <a:ext cx="89" cy="75"/>
              </a:xfrm>
              <a:custGeom>
                <a:avLst/>
                <a:gdLst>
                  <a:gd name="T0" fmla="*/ 0 w 87"/>
                  <a:gd name="T1" fmla="*/ 0 h 74"/>
                  <a:gd name="T2" fmla="*/ 37 w 87"/>
                  <a:gd name="T3" fmla="*/ 55 h 74"/>
                  <a:gd name="T4" fmla="*/ 93 w 87"/>
                  <a:gd name="T5" fmla="*/ 73 h 74"/>
                  <a:gd name="T6" fmla="*/ 56 w 87"/>
                  <a:gd name="T7" fmla="*/ 52 h 74"/>
                  <a:gd name="T8" fmla="*/ 19 w 87"/>
                  <a:gd name="T9" fmla="*/ 22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74">
                    <a:moveTo>
                      <a:pt x="0" y="0"/>
                    </a:moveTo>
                    <a:cubicBezTo>
                      <a:pt x="14" y="16"/>
                      <a:pt x="19" y="38"/>
                      <a:pt x="34" y="52"/>
                    </a:cubicBezTo>
                    <a:cubicBezTo>
                      <a:pt x="46" y="61"/>
                      <a:pt x="72" y="74"/>
                      <a:pt x="87" y="70"/>
                    </a:cubicBezTo>
                    <a:cubicBezTo>
                      <a:pt x="77" y="60"/>
                      <a:pt x="64" y="56"/>
                      <a:pt x="53" y="49"/>
                    </a:cubicBezTo>
                    <a:cubicBezTo>
                      <a:pt x="41" y="41"/>
                      <a:pt x="29" y="32"/>
                      <a:pt x="19" y="22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2" name="Freeform 4069">
                <a:extLst>
                  <a:ext uri="{FF2B5EF4-FFF2-40B4-BE49-F238E27FC236}">
                    <a16:creationId xmlns:a16="http://schemas.microsoft.com/office/drawing/2014/main" id="{377E3B6B-4F52-4187-B5E1-76C3FE1C3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809"/>
                <a:ext cx="108" cy="70"/>
              </a:xfrm>
              <a:custGeom>
                <a:avLst/>
                <a:gdLst>
                  <a:gd name="T0" fmla="*/ 0 w 106"/>
                  <a:gd name="T1" fmla="*/ 0 h 69"/>
                  <a:gd name="T2" fmla="*/ 46 w 106"/>
                  <a:gd name="T3" fmla="*/ 59 h 69"/>
                  <a:gd name="T4" fmla="*/ 112 w 106"/>
                  <a:gd name="T5" fmla="*/ 68 h 69"/>
                  <a:gd name="T6" fmla="*/ 73 w 106"/>
                  <a:gd name="T7" fmla="*/ 52 h 69"/>
                  <a:gd name="T8" fmla="*/ 13 w 106"/>
                  <a:gd name="T9" fmla="*/ 16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69">
                    <a:moveTo>
                      <a:pt x="0" y="0"/>
                    </a:moveTo>
                    <a:cubicBezTo>
                      <a:pt x="7" y="20"/>
                      <a:pt x="26" y="43"/>
                      <a:pt x="43" y="56"/>
                    </a:cubicBezTo>
                    <a:cubicBezTo>
                      <a:pt x="60" y="69"/>
                      <a:pt x="86" y="68"/>
                      <a:pt x="106" y="65"/>
                    </a:cubicBezTo>
                    <a:cubicBezTo>
                      <a:pt x="96" y="59"/>
                      <a:pt x="81" y="54"/>
                      <a:pt x="70" y="49"/>
                    </a:cubicBezTo>
                    <a:cubicBezTo>
                      <a:pt x="48" y="41"/>
                      <a:pt x="32" y="31"/>
                      <a:pt x="13" y="16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3" name="Freeform 4070">
                <a:extLst>
                  <a:ext uri="{FF2B5EF4-FFF2-40B4-BE49-F238E27FC236}">
                    <a16:creationId xmlns:a16="http://schemas.microsoft.com/office/drawing/2014/main" id="{7EFF1060-12F3-43D1-BAC3-EDE4C3002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901"/>
                <a:ext cx="120" cy="39"/>
              </a:xfrm>
              <a:custGeom>
                <a:avLst/>
                <a:gdLst>
                  <a:gd name="T0" fmla="*/ 0 w 117"/>
                  <a:gd name="T1" fmla="*/ 0 h 38"/>
                  <a:gd name="T2" fmla="*/ 32 w 117"/>
                  <a:gd name="T3" fmla="*/ 29 h 38"/>
                  <a:gd name="T4" fmla="*/ 69 w 117"/>
                  <a:gd name="T5" fmla="*/ 37 h 38"/>
                  <a:gd name="T6" fmla="*/ 126 w 117"/>
                  <a:gd name="T7" fmla="*/ 35 h 38"/>
                  <a:gd name="T8" fmla="*/ 87 w 117"/>
                  <a:gd name="T9" fmla="*/ 35 h 38"/>
                  <a:gd name="T10" fmla="*/ 51 w 117"/>
                  <a:gd name="T11" fmla="*/ 28 h 38"/>
                  <a:gd name="T12" fmla="*/ 6 w 117"/>
                  <a:gd name="T13" fmla="*/ 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8">
                    <a:moveTo>
                      <a:pt x="0" y="0"/>
                    </a:moveTo>
                    <a:cubicBezTo>
                      <a:pt x="9" y="9"/>
                      <a:pt x="19" y="18"/>
                      <a:pt x="29" y="26"/>
                    </a:cubicBezTo>
                    <a:cubicBezTo>
                      <a:pt x="40" y="34"/>
                      <a:pt x="50" y="33"/>
                      <a:pt x="63" y="34"/>
                    </a:cubicBezTo>
                    <a:cubicBezTo>
                      <a:pt x="81" y="36"/>
                      <a:pt x="99" y="38"/>
                      <a:pt x="117" y="32"/>
                    </a:cubicBezTo>
                    <a:cubicBezTo>
                      <a:pt x="106" y="29"/>
                      <a:pt x="92" y="33"/>
                      <a:pt x="81" y="32"/>
                    </a:cubicBezTo>
                    <a:cubicBezTo>
                      <a:pt x="70" y="30"/>
                      <a:pt x="59" y="27"/>
                      <a:pt x="48" y="25"/>
                    </a:cubicBezTo>
                    <a:cubicBezTo>
                      <a:pt x="31" y="23"/>
                      <a:pt x="21" y="12"/>
                      <a:pt x="6" y="6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4" name="Freeform 4071">
                <a:extLst>
                  <a:ext uri="{FF2B5EF4-FFF2-40B4-BE49-F238E27FC236}">
                    <a16:creationId xmlns:a16="http://schemas.microsoft.com/office/drawing/2014/main" id="{CE96808D-45C7-43AA-B588-B655D0581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635"/>
                <a:ext cx="95" cy="55"/>
              </a:xfrm>
              <a:custGeom>
                <a:avLst/>
                <a:gdLst>
                  <a:gd name="T0" fmla="*/ 34 w 93"/>
                  <a:gd name="T1" fmla="*/ 57 h 54"/>
                  <a:gd name="T2" fmla="*/ 0 w 93"/>
                  <a:gd name="T3" fmla="*/ 2 h 54"/>
                  <a:gd name="T4" fmla="*/ 28 w 93"/>
                  <a:gd name="T5" fmla="*/ 12 h 54"/>
                  <a:gd name="T6" fmla="*/ 54 w 93"/>
                  <a:gd name="T7" fmla="*/ 17 h 54"/>
                  <a:gd name="T8" fmla="*/ 99 w 93"/>
                  <a:gd name="T9" fmla="*/ 24 h 54"/>
                  <a:gd name="T10" fmla="*/ 39 w 93"/>
                  <a:gd name="T11" fmla="*/ 26 h 54"/>
                  <a:gd name="T12" fmla="*/ 28 w 93"/>
                  <a:gd name="T13" fmla="*/ 33 h 54"/>
                  <a:gd name="T14" fmla="*/ 34 w 93"/>
                  <a:gd name="T15" fmla="*/ 53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54">
                    <a:moveTo>
                      <a:pt x="31" y="54"/>
                    </a:moveTo>
                    <a:cubicBezTo>
                      <a:pt x="27" y="33"/>
                      <a:pt x="11" y="18"/>
                      <a:pt x="0" y="2"/>
                    </a:cubicBezTo>
                    <a:cubicBezTo>
                      <a:pt x="9" y="0"/>
                      <a:pt x="18" y="8"/>
                      <a:pt x="25" y="12"/>
                    </a:cubicBezTo>
                    <a:cubicBezTo>
                      <a:pt x="34" y="16"/>
                      <a:pt x="42" y="17"/>
                      <a:pt x="51" y="17"/>
                    </a:cubicBezTo>
                    <a:cubicBezTo>
                      <a:pt x="61" y="16"/>
                      <a:pt x="90" y="10"/>
                      <a:pt x="93" y="24"/>
                    </a:cubicBezTo>
                    <a:cubicBezTo>
                      <a:pt x="74" y="25"/>
                      <a:pt x="55" y="25"/>
                      <a:pt x="36" y="26"/>
                    </a:cubicBezTo>
                    <a:cubicBezTo>
                      <a:pt x="30" y="27"/>
                      <a:pt x="28" y="26"/>
                      <a:pt x="25" y="30"/>
                    </a:cubicBezTo>
                    <a:cubicBezTo>
                      <a:pt x="23" y="34"/>
                      <a:pt x="29" y="46"/>
                      <a:pt x="31" y="50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5" name="Freeform 4072">
                <a:extLst>
                  <a:ext uri="{FF2B5EF4-FFF2-40B4-BE49-F238E27FC236}">
                    <a16:creationId xmlns:a16="http://schemas.microsoft.com/office/drawing/2014/main" id="{ED85434A-9D99-4150-817D-66128BFB7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588"/>
                <a:ext cx="127" cy="78"/>
              </a:xfrm>
              <a:custGeom>
                <a:avLst/>
                <a:gdLst>
                  <a:gd name="T0" fmla="*/ 2 w 125"/>
                  <a:gd name="T1" fmla="*/ 0 h 76"/>
                  <a:gd name="T2" fmla="*/ 18 w 125"/>
                  <a:gd name="T3" fmla="*/ 37 h 76"/>
                  <a:gd name="T4" fmla="*/ 50 w 125"/>
                  <a:gd name="T5" fmla="*/ 50 h 76"/>
                  <a:gd name="T6" fmla="*/ 84 w 125"/>
                  <a:gd name="T7" fmla="*/ 72 h 76"/>
                  <a:gd name="T8" fmla="*/ 131 w 125"/>
                  <a:gd name="T9" fmla="*/ 81 h 76"/>
                  <a:gd name="T10" fmla="*/ 59 w 125"/>
                  <a:gd name="T11" fmla="*/ 46 h 76"/>
                  <a:gd name="T12" fmla="*/ 37 w 125"/>
                  <a:gd name="T13" fmla="*/ 39 h 76"/>
                  <a:gd name="T14" fmla="*/ 7 w 125"/>
                  <a:gd name="T15" fmla="*/ 9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5" h="76">
                    <a:moveTo>
                      <a:pt x="2" y="0"/>
                    </a:moveTo>
                    <a:cubicBezTo>
                      <a:pt x="0" y="9"/>
                      <a:pt x="10" y="26"/>
                      <a:pt x="18" y="34"/>
                    </a:cubicBezTo>
                    <a:cubicBezTo>
                      <a:pt x="26" y="43"/>
                      <a:pt x="36" y="43"/>
                      <a:pt x="47" y="47"/>
                    </a:cubicBezTo>
                    <a:cubicBezTo>
                      <a:pt x="60" y="50"/>
                      <a:pt x="70" y="59"/>
                      <a:pt x="81" y="66"/>
                    </a:cubicBezTo>
                    <a:cubicBezTo>
                      <a:pt x="95" y="74"/>
                      <a:pt x="109" y="76"/>
                      <a:pt x="125" y="75"/>
                    </a:cubicBezTo>
                    <a:cubicBezTo>
                      <a:pt x="101" y="68"/>
                      <a:pt x="79" y="54"/>
                      <a:pt x="56" y="43"/>
                    </a:cubicBezTo>
                    <a:cubicBezTo>
                      <a:pt x="49" y="40"/>
                      <a:pt x="42" y="38"/>
                      <a:pt x="34" y="36"/>
                    </a:cubicBezTo>
                    <a:cubicBezTo>
                      <a:pt x="20" y="31"/>
                      <a:pt x="13" y="22"/>
                      <a:pt x="7" y="9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6" name="Freeform 4073">
                <a:extLst>
                  <a:ext uri="{FF2B5EF4-FFF2-40B4-BE49-F238E27FC236}">
                    <a16:creationId xmlns:a16="http://schemas.microsoft.com/office/drawing/2014/main" id="{6B03A6FB-ACB8-4732-AD72-A189806CB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675"/>
                <a:ext cx="103" cy="59"/>
              </a:xfrm>
              <a:custGeom>
                <a:avLst/>
                <a:gdLst>
                  <a:gd name="T0" fmla="*/ 0 w 101"/>
                  <a:gd name="T1" fmla="*/ 0 h 58"/>
                  <a:gd name="T2" fmla="*/ 62 w 101"/>
                  <a:gd name="T3" fmla="*/ 41 h 58"/>
                  <a:gd name="T4" fmla="*/ 107 w 101"/>
                  <a:gd name="T5" fmla="*/ 61 h 58"/>
                  <a:gd name="T6" fmla="*/ 65 w 101"/>
                  <a:gd name="T7" fmla="*/ 37 h 58"/>
                  <a:gd name="T8" fmla="*/ 6 w 101"/>
                  <a:gd name="T9" fmla="*/ 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58">
                    <a:moveTo>
                      <a:pt x="0" y="0"/>
                    </a:moveTo>
                    <a:cubicBezTo>
                      <a:pt x="13" y="20"/>
                      <a:pt x="39" y="28"/>
                      <a:pt x="59" y="38"/>
                    </a:cubicBezTo>
                    <a:cubicBezTo>
                      <a:pt x="73" y="44"/>
                      <a:pt x="86" y="55"/>
                      <a:pt x="101" y="58"/>
                    </a:cubicBezTo>
                    <a:cubicBezTo>
                      <a:pt x="90" y="48"/>
                      <a:pt x="74" y="43"/>
                      <a:pt x="62" y="34"/>
                    </a:cubicBezTo>
                    <a:cubicBezTo>
                      <a:pt x="45" y="23"/>
                      <a:pt x="21" y="19"/>
                      <a:pt x="6" y="6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7" name="Freeform 4074">
                <a:extLst>
                  <a:ext uri="{FF2B5EF4-FFF2-40B4-BE49-F238E27FC236}">
                    <a16:creationId xmlns:a16="http://schemas.microsoft.com/office/drawing/2014/main" id="{572996C3-6E76-48D2-9DD8-228319A35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720"/>
                <a:ext cx="94" cy="33"/>
              </a:xfrm>
              <a:custGeom>
                <a:avLst/>
                <a:gdLst>
                  <a:gd name="T0" fmla="*/ 0 w 92"/>
                  <a:gd name="T1" fmla="*/ 0 h 33"/>
                  <a:gd name="T2" fmla="*/ 98 w 92"/>
                  <a:gd name="T3" fmla="*/ 30 h 33"/>
                  <a:gd name="T4" fmla="*/ 67 w 92"/>
                  <a:gd name="T5" fmla="*/ 23 h 33"/>
                  <a:gd name="T6" fmla="*/ 40 w 92"/>
                  <a:gd name="T7" fmla="*/ 14 h 33"/>
                  <a:gd name="T8" fmla="*/ 9 w 92"/>
                  <a:gd name="T9" fmla="*/ 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33">
                    <a:moveTo>
                      <a:pt x="0" y="0"/>
                    </a:moveTo>
                    <a:cubicBezTo>
                      <a:pt x="30" y="15"/>
                      <a:pt x="57" y="33"/>
                      <a:pt x="92" y="30"/>
                    </a:cubicBezTo>
                    <a:cubicBezTo>
                      <a:pt x="83" y="28"/>
                      <a:pt x="73" y="25"/>
                      <a:pt x="64" y="23"/>
                    </a:cubicBezTo>
                    <a:cubicBezTo>
                      <a:pt x="55" y="20"/>
                      <a:pt x="46" y="17"/>
                      <a:pt x="37" y="14"/>
                    </a:cubicBezTo>
                    <a:cubicBezTo>
                      <a:pt x="28" y="11"/>
                      <a:pt x="19" y="4"/>
                      <a:pt x="9" y="4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8" name="Freeform 4075">
                <a:extLst>
                  <a:ext uri="{FF2B5EF4-FFF2-40B4-BE49-F238E27FC236}">
                    <a16:creationId xmlns:a16="http://schemas.microsoft.com/office/drawing/2014/main" id="{F724EFDF-0A1C-40C6-A0EA-85F1D571D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1764"/>
                <a:ext cx="68" cy="32"/>
              </a:xfrm>
              <a:custGeom>
                <a:avLst/>
                <a:gdLst>
                  <a:gd name="T0" fmla="*/ 0 w 66"/>
                  <a:gd name="T1" fmla="*/ 0 h 32"/>
                  <a:gd name="T2" fmla="*/ 72 w 66"/>
                  <a:gd name="T3" fmla="*/ 32 h 32"/>
                  <a:gd name="T4" fmla="*/ 12 w 66"/>
                  <a:gd name="T5" fmla="*/ 1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32">
                    <a:moveTo>
                      <a:pt x="0" y="0"/>
                    </a:moveTo>
                    <a:cubicBezTo>
                      <a:pt x="18" y="24"/>
                      <a:pt x="38" y="28"/>
                      <a:pt x="66" y="32"/>
                    </a:cubicBezTo>
                    <a:cubicBezTo>
                      <a:pt x="48" y="26"/>
                      <a:pt x="27" y="23"/>
                      <a:pt x="12" y="11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9" name="Freeform 4076">
                <a:extLst>
                  <a:ext uri="{FF2B5EF4-FFF2-40B4-BE49-F238E27FC236}">
                    <a16:creationId xmlns:a16="http://schemas.microsoft.com/office/drawing/2014/main" id="{27A2E86F-3EBD-4CB4-AB0A-2E22D9285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767"/>
                <a:ext cx="89" cy="26"/>
              </a:xfrm>
              <a:custGeom>
                <a:avLst/>
                <a:gdLst>
                  <a:gd name="T0" fmla="*/ 0 w 87"/>
                  <a:gd name="T1" fmla="*/ 0 h 26"/>
                  <a:gd name="T2" fmla="*/ 29 w 87"/>
                  <a:gd name="T3" fmla="*/ 16 h 26"/>
                  <a:gd name="T4" fmla="*/ 52 w 87"/>
                  <a:gd name="T5" fmla="*/ 20 h 26"/>
                  <a:gd name="T6" fmla="*/ 93 w 87"/>
                  <a:gd name="T7" fmla="*/ 26 h 26"/>
                  <a:gd name="T8" fmla="*/ 59 w 87"/>
                  <a:gd name="T9" fmla="*/ 15 h 26"/>
                  <a:gd name="T10" fmla="*/ 1 w 87"/>
                  <a:gd name="T11" fmla="*/ 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26">
                    <a:moveTo>
                      <a:pt x="0" y="0"/>
                    </a:moveTo>
                    <a:cubicBezTo>
                      <a:pt x="9" y="4"/>
                      <a:pt x="17" y="12"/>
                      <a:pt x="26" y="16"/>
                    </a:cubicBezTo>
                    <a:cubicBezTo>
                      <a:pt x="33" y="19"/>
                      <a:pt x="42" y="19"/>
                      <a:pt x="49" y="20"/>
                    </a:cubicBezTo>
                    <a:cubicBezTo>
                      <a:pt x="62" y="23"/>
                      <a:pt x="74" y="25"/>
                      <a:pt x="87" y="26"/>
                    </a:cubicBezTo>
                    <a:cubicBezTo>
                      <a:pt x="77" y="22"/>
                      <a:pt x="67" y="18"/>
                      <a:pt x="56" y="15"/>
                    </a:cubicBezTo>
                    <a:cubicBezTo>
                      <a:pt x="38" y="11"/>
                      <a:pt x="18" y="13"/>
                      <a:pt x="1" y="6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0" name="Freeform 4077">
                <a:extLst>
                  <a:ext uri="{FF2B5EF4-FFF2-40B4-BE49-F238E27FC236}">
                    <a16:creationId xmlns:a16="http://schemas.microsoft.com/office/drawing/2014/main" id="{B384C89D-4571-4841-A13F-66252631E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1869"/>
                <a:ext cx="115" cy="24"/>
              </a:xfrm>
              <a:custGeom>
                <a:avLst/>
                <a:gdLst>
                  <a:gd name="T0" fmla="*/ 0 w 113"/>
                  <a:gd name="T1" fmla="*/ 0 h 24"/>
                  <a:gd name="T2" fmla="*/ 53 w 113"/>
                  <a:gd name="T3" fmla="*/ 22 h 24"/>
                  <a:gd name="T4" fmla="*/ 119 w 113"/>
                  <a:gd name="T5" fmla="*/ 16 h 24"/>
                  <a:gd name="T6" fmla="*/ 100 w 113"/>
                  <a:gd name="T7" fmla="*/ 14 h 24"/>
                  <a:gd name="T8" fmla="*/ 67 w 113"/>
                  <a:gd name="T9" fmla="*/ 11 h 24"/>
                  <a:gd name="T10" fmla="*/ 19 w 113"/>
                  <a:gd name="T11" fmla="*/ 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4">
                    <a:moveTo>
                      <a:pt x="0" y="0"/>
                    </a:moveTo>
                    <a:cubicBezTo>
                      <a:pt x="11" y="12"/>
                      <a:pt x="34" y="21"/>
                      <a:pt x="50" y="22"/>
                    </a:cubicBezTo>
                    <a:cubicBezTo>
                      <a:pt x="71" y="24"/>
                      <a:pt x="91" y="15"/>
                      <a:pt x="113" y="16"/>
                    </a:cubicBezTo>
                    <a:cubicBezTo>
                      <a:pt x="107" y="13"/>
                      <a:pt x="100" y="15"/>
                      <a:pt x="94" y="14"/>
                    </a:cubicBezTo>
                    <a:cubicBezTo>
                      <a:pt x="84" y="13"/>
                      <a:pt x="74" y="11"/>
                      <a:pt x="64" y="11"/>
                    </a:cubicBezTo>
                    <a:cubicBezTo>
                      <a:pt x="49" y="10"/>
                      <a:pt x="34" y="9"/>
                      <a:pt x="19" y="6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1" name="Freeform 4078">
                <a:extLst>
                  <a:ext uri="{FF2B5EF4-FFF2-40B4-BE49-F238E27FC236}">
                    <a16:creationId xmlns:a16="http://schemas.microsoft.com/office/drawing/2014/main" id="{8C3DDC3E-EEB7-458A-88D3-FDBCA027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978"/>
                <a:ext cx="87" cy="36"/>
              </a:xfrm>
              <a:custGeom>
                <a:avLst/>
                <a:gdLst>
                  <a:gd name="T0" fmla="*/ 0 w 85"/>
                  <a:gd name="T1" fmla="*/ 0 h 35"/>
                  <a:gd name="T2" fmla="*/ 31 w 85"/>
                  <a:gd name="T3" fmla="*/ 28 h 35"/>
                  <a:gd name="T4" fmla="*/ 44 w 85"/>
                  <a:gd name="T5" fmla="*/ 35 h 35"/>
                  <a:gd name="T6" fmla="*/ 91 w 85"/>
                  <a:gd name="T7" fmla="*/ 31 h 35"/>
                  <a:gd name="T8" fmla="*/ 13 w 85"/>
                  <a:gd name="T9" fmla="*/ 1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35">
                    <a:moveTo>
                      <a:pt x="0" y="0"/>
                    </a:moveTo>
                    <a:cubicBezTo>
                      <a:pt x="8" y="9"/>
                      <a:pt x="19" y="17"/>
                      <a:pt x="28" y="25"/>
                    </a:cubicBezTo>
                    <a:cubicBezTo>
                      <a:pt x="33" y="29"/>
                      <a:pt x="35" y="30"/>
                      <a:pt x="41" y="32"/>
                    </a:cubicBezTo>
                    <a:cubicBezTo>
                      <a:pt x="54" y="34"/>
                      <a:pt x="74" y="35"/>
                      <a:pt x="85" y="28"/>
                    </a:cubicBezTo>
                    <a:cubicBezTo>
                      <a:pt x="63" y="17"/>
                      <a:pt x="34" y="30"/>
                      <a:pt x="13" y="15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2" name="Freeform 4079">
                <a:extLst>
                  <a:ext uri="{FF2B5EF4-FFF2-40B4-BE49-F238E27FC236}">
                    <a16:creationId xmlns:a16="http://schemas.microsoft.com/office/drawing/2014/main" id="{BE84CF6F-0110-40E2-9FF6-9C6D664F8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1923"/>
                <a:ext cx="95" cy="22"/>
              </a:xfrm>
              <a:custGeom>
                <a:avLst/>
                <a:gdLst>
                  <a:gd name="T0" fmla="*/ 0 w 93"/>
                  <a:gd name="T1" fmla="*/ 0 h 22"/>
                  <a:gd name="T2" fmla="*/ 45 w 93"/>
                  <a:gd name="T3" fmla="*/ 21 h 22"/>
                  <a:gd name="T4" fmla="*/ 99 w 93"/>
                  <a:gd name="T5" fmla="*/ 19 h 22"/>
                  <a:gd name="T6" fmla="*/ 20 w 93"/>
                  <a:gd name="T7" fmla="*/ 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22">
                    <a:moveTo>
                      <a:pt x="0" y="0"/>
                    </a:moveTo>
                    <a:cubicBezTo>
                      <a:pt x="13" y="11"/>
                      <a:pt x="24" y="19"/>
                      <a:pt x="42" y="21"/>
                    </a:cubicBezTo>
                    <a:cubicBezTo>
                      <a:pt x="58" y="22"/>
                      <a:pt x="77" y="22"/>
                      <a:pt x="93" y="19"/>
                    </a:cubicBezTo>
                    <a:cubicBezTo>
                      <a:pt x="67" y="17"/>
                      <a:pt x="45" y="15"/>
                      <a:pt x="20" y="7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3" name="Freeform 4080">
                <a:extLst>
                  <a:ext uri="{FF2B5EF4-FFF2-40B4-BE49-F238E27FC236}">
                    <a16:creationId xmlns:a16="http://schemas.microsoft.com/office/drawing/2014/main" id="{564F3BD2-267E-4F8F-A342-B784AB36C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1864"/>
                <a:ext cx="88" cy="21"/>
              </a:xfrm>
              <a:custGeom>
                <a:avLst/>
                <a:gdLst>
                  <a:gd name="T0" fmla="*/ 0 w 86"/>
                  <a:gd name="T1" fmla="*/ 0 h 21"/>
                  <a:gd name="T2" fmla="*/ 92 w 86"/>
                  <a:gd name="T3" fmla="*/ 11 h 21"/>
                  <a:gd name="T4" fmla="*/ 60 w 86"/>
                  <a:gd name="T5" fmla="*/ 12 h 21"/>
                  <a:gd name="T6" fmla="*/ 6 w 86"/>
                  <a:gd name="T7" fmla="*/ 1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21">
                    <a:moveTo>
                      <a:pt x="0" y="0"/>
                    </a:moveTo>
                    <a:cubicBezTo>
                      <a:pt x="18" y="21"/>
                      <a:pt x="62" y="16"/>
                      <a:pt x="86" y="11"/>
                    </a:cubicBezTo>
                    <a:cubicBezTo>
                      <a:pt x="77" y="11"/>
                      <a:pt x="66" y="11"/>
                      <a:pt x="57" y="12"/>
                    </a:cubicBezTo>
                    <a:cubicBezTo>
                      <a:pt x="38" y="14"/>
                      <a:pt x="24" y="18"/>
                      <a:pt x="6" y="11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4" name="Freeform 4081">
                <a:extLst>
                  <a:ext uri="{FF2B5EF4-FFF2-40B4-BE49-F238E27FC236}">
                    <a16:creationId xmlns:a16="http://schemas.microsoft.com/office/drawing/2014/main" id="{420E36D3-D29D-4B9B-AABA-A2AD96073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751"/>
                <a:ext cx="76" cy="29"/>
              </a:xfrm>
              <a:custGeom>
                <a:avLst/>
                <a:gdLst>
                  <a:gd name="T0" fmla="*/ 0 w 74"/>
                  <a:gd name="T1" fmla="*/ 27 h 28"/>
                  <a:gd name="T2" fmla="*/ 44 w 74"/>
                  <a:gd name="T3" fmla="*/ 17 h 28"/>
                  <a:gd name="T4" fmla="*/ 80 w 74"/>
                  <a:gd name="T5" fmla="*/ 5 h 28"/>
                  <a:gd name="T6" fmla="*/ 2 w 74"/>
                  <a:gd name="T7" fmla="*/ 3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28">
                    <a:moveTo>
                      <a:pt x="0" y="24"/>
                    </a:moveTo>
                    <a:cubicBezTo>
                      <a:pt x="4" y="28"/>
                      <a:pt x="35" y="16"/>
                      <a:pt x="41" y="14"/>
                    </a:cubicBezTo>
                    <a:cubicBezTo>
                      <a:pt x="52" y="11"/>
                      <a:pt x="64" y="10"/>
                      <a:pt x="74" y="5"/>
                    </a:cubicBezTo>
                    <a:cubicBezTo>
                      <a:pt x="51" y="0"/>
                      <a:pt x="22" y="19"/>
                      <a:pt x="2" y="28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5" name="Freeform 4082">
                <a:extLst>
                  <a:ext uri="{FF2B5EF4-FFF2-40B4-BE49-F238E27FC236}">
                    <a16:creationId xmlns:a16="http://schemas.microsoft.com/office/drawing/2014/main" id="{2ABBA58F-A906-46A7-80D0-1940252BD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803"/>
                <a:ext cx="92" cy="29"/>
              </a:xfrm>
              <a:custGeom>
                <a:avLst/>
                <a:gdLst>
                  <a:gd name="T0" fmla="*/ 2 w 90"/>
                  <a:gd name="T1" fmla="*/ 1 h 28"/>
                  <a:gd name="T2" fmla="*/ 0 w 90"/>
                  <a:gd name="T3" fmla="*/ 1 h 28"/>
                  <a:gd name="T4" fmla="*/ 52 w 90"/>
                  <a:gd name="T5" fmla="*/ 30 h 28"/>
                  <a:gd name="T6" fmla="*/ 96 w 90"/>
                  <a:gd name="T7" fmla="*/ 28 h 28"/>
                  <a:gd name="T8" fmla="*/ 74 w 90"/>
                  <a:gd name="T9" fmla="*/ 24 h 28"/>
                  <a:gd name="T10" fmla="*/ 10 w 90"/>
                  <a:gd name="T11" fmla="*/ 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28">
                    <a:moveTo>
                      <a:pt x="2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9" y="13"/>
                      <a:pt x="35" y="26"/>
                      <a:pt x="49" y="27"/>
                    </a:cubicBezTo>
                    <a:cubicBezTo>
                      <a:pt x="61" y="27"/>
                      <a:pt x="79" y="28"/>
                      <a:pt x="90" y="25"/>
                    </a:cubicBezTo>
                    <a:cubicBezTo>
                      <a:pt x="84" y="22"/>
                      <a:pt x="75" y="22"/>
                      <a:pt x="68" y="21"/>
                    </a:cubicBezTo>
                    <a:cubicBezTo>
                      <a:pt x="47" y="18"/>
                      <a:pt x="28" y="17"/>
                      <a:pt x="10" y="5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6" name="Freeform 4083">
                <a:extLst>
                  <a:ext uri="{FF2B5EF4-FFF2-40B4-BE49-F238E27FC236}">
                    <a16:creationId xmlns:a16="http://schemas.microsoft.com/office/drawing/2014/main" id="{5EE20A10-8B58-4E2F-B010-BFDCE8D3A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807"/>
                <a:ext cx="78" cy="23"/>
              </a:xfrm>
              <a:custGeom>
                <a:avLst/>
                <a:gdLst>
                  <a:gd name="T0" fmla="*/ 0 w 76"/>
                  <a:gd name="T1" fmla="*/ 0 h 22"/>
                  <a:gd name="T2" fmla="*/ 82 w 76"/>
                  <a:gd name="T3" fmla="*/ 22 h 22"/>
                  <a:gd name="T4" fmla="*/ 65 w 76"/>
                  <a:gd name="T5" fmla="*/ 21 h 22"/>
                  <a:gd name="T6" fmla="*/ 17 w 76"/>
                  <a:gd name="T7" fmla="*/ 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22">
                    <a:moveTo>
                      <a:pt x="0" y="0"/>
                    </a:moveTo>
                    <a:cubicBezTo>
                      <a:pt x="25" y="16"/>
                      <a:pt x="46" y="22"/>
                      <a:pt x="76" y="19"/>
                    </a:cubicBezTo>
                    <a:cubicBezTo>
                      <a:pt x="71" y="16"/>
                      <a:pt x="65" y="17"/>
                      <a:pt x="59" y="18"/>
                    </a:cubicBezTo>
                    <a:cubicBezTo>
                      <a:pt x="44" y="18"/>
                      <a:pt x="32" y="16"/>
                      <a:pt x="17" y="12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7" name="Freeform 4084">
                <a:extLst>
                  <a:ext uri="{FF2B5EF4-FFF2-40B4-BE49-F238E27FC236}">
                    <a16:creationId xmlns:a16="http://schemas.microsoft.com/office/drawing/2014/main" id="{322E8142-954C-44A1-95E6-C64FF2556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124"/>
                <a:ext cx="87" cy="25"/>
              </a:xfrm>
              <a:custGeom>
                <a:avLst/>
                <a:gdLst>
                  <a:gd name="T0" fmla="*/ 51 w 85"/>
                  <a:gd name="T1" fmla="*/ 25 h 25"/>
                  <a:gd name="T2" fmla="*/ 38 w 85"/>
                  <a:gd name="T3" fmla="*/ 24 h 25"/>
                  <a:gd name="T4" fmla="*/ 18 w 85"/>
                  <a:gd name="T5" fmla="*/ 18 h 25"/>
                  <a:gd name="T6" fmla="*/ 0 w 85"/>
                  <a:gd name="T7" fmla="*/ 8 h 25"/>
                  <a:gd name="T8" fmla="*/ 12 w 85"/>
                  <a:gd name="T9" fmla="*/ 4 h 25"/>
                  <a:gd name="T10" fmla="*/ 39 w 85"/>
                  <a:gd name="T11" fmla="*/ 1 h 25"/>
                  <a:gd name="T12" fmla="*/ 91 w 85"/>
                  <a:gd name="T13" fmla="*/ 8 h 25"/>
                  <a:gd name="T14" fmla="*/ 53 w 85"/>
                  <a:gd name="T15" fmla="*/ 10 h 25"/>
                  <a:gd name="T16" fmla="*/ 30 w 85"/>
                  <a:gd name="T17" fmla="*/ 16 h 25"/>
                  <a:gd name="T18" fmla="*/ 46 w 85"/>
                  <a:gd name="T19" fmla="*/ 23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25">
                    <a:moveTo>
                      <a:pt x="48" y="25"/>
                    </a:moveTo>
                    <a:cubicBezTo>
                      <a:pt x="44" y="23"/>
                      <a:pt x="39" y="24"/>
                      <a:pt x="35" y="24"/>
                    </a:cubicBezTo>
                    <a:cubicBezTo>
                      <a:pt x="29" y="23"/>
                      <a:pt x="24" y="20"/>
                      <a:pt x="18" y="18"/>
                    </a:cubicBezTo>
                    <a:cubicBezTo>
                      <a:pt x="14" y="17"/>
                      <a:pt x="0" y="14"/>
                      <a:pt x="0" y="8"/>
                    </a:cubicBezTo>
                    <a:cubicBezTo>
                      <a:pt x="0" y="3"/>
                      <a:pt x="8" y="4"/>
                      <a:pt x="12" y="4"/>
                    </a:cubicBezTo>
                    <a:cubicBezTo>
                      <a:pt x="20" y="4"/>
                      <a:pt x="28" y="2"/>
                      <a:pt x="36" y="1"/>
                    </a:cubicBezTo>
                    <a:cubicBezTo>
                      <a:pt x="51" y="0"/>
                      <a:pt x="71" y="2"/>
                      <a:pt x="85" y="8"/>
                    </a:cubicBezTo>
                    <a:cubicBezTo>
                      <a:pt x="73" y="9"/>
                      <a:pt x="61" y="8"/>
                      <a:pt x="50" y="10"/>
                    </a:cubicBezTo>
                    <a:cubicBezTo>
                      <a:pt x="42" y="11"/>
                      <a:pt x="33" y="10"/>
                      <a:pt x="27" y="16"/>
                    </a:cubicBezTo>
                    <a:cubicBezTo>
                      <a:pt x="31" y="20"/>
                      <a:pt x="38" y="21"/>
                      <a:pt x="43" y="23"/>
                    </a:cubicBezTo>
                  </a:path>
                </a:pathLst>
              </a:custGeom>
              <a:solidFill>
                <a:srgbClr val="F9E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8" name="Freeform 4085">
                <a:extLst>
                  <a:ext uri="{FF2B5EF4-FFF2-40B4-BE49-F238E27FC236}">
                    <a16:creationId xmlns:a16="http://schemas.microsoft.com/office/drawing/2014/main" id="{5B6E61B4-AF2E-4CA6-8671-F51F2E0CD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732"/>
                <a:ext cx="607" cy="781"/>
              </a:xfrm>
              <a:custGeom>
                <a:avLst/>
                <a:gdLst>
                  <a:gd name="T0" fmla="*/ 0 w 607"/>
                  <a:gd name="T1" fmla="*/ 781 h 781"/>
                  <a:gd name="T2" fmla="*/ 607 w 607"/>
                  <a:gd name="T3" fmla="*/ 241 h 781"/>
                  <a:gd name="T4" fmla="*/ 607 w 607"/>
                  <a:gd name="T5" fmla="*/ 0 h 781"/>
                  <a:gd name="T6" fmla="*/ 0 w 607"/>
                  <a:gd name="T7" fmla="*/ 456 h 781"/>
                  <a:gd name="T8" fmla="*/ 0 w 607"/>
                  <a:gd name="T9" fmla="*/ 781 h 7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7" h="781">
                    <a:moveTo>
                      <a:pt x="0" y="781"/>
                    </a:moveTo>
                    <a:lnTo>
                      <a:pt x="607" y="241"/>
                    </a:lnTo>
                    <a:lnTo>
                      <a:pt x="607" y="0"/>
                    </a:lnTo>
                    <a:lnTo>
                      <a:pt x="0" y="456"/>
                    </a:lnTo>
                    <a:lnTo>
                      <a:pt x="0" y="78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9" name="Freeform 4086">
                <a:extLst>
                  <a:ext uri="{FF2B5EF4-FFF2-40B4-BE49-F238E27FC236}">
                    <a16:creationId xmlns:a16="http://schemas.microsoft.com/office/drawing/2014/main" id="{F77CA5CE-BFB8-4E25-A22A-565CB537B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1810"/>
                <a:ext cx="1096" cy="723"/>
              </a:xfrm>
              <a:custGeom>
                <a:avLst/>
                <a:gdLst>
                  <a:gd name="T0" fmla="*/ 1143 w 1073"/>
                  <a:gd name="T1" fmla="*/ 393 h 709"/>
                  <a:gd name="T2" fmla="*/ 1143 w 1073"/>
                  <a:gd name="T3" fmla="*/ 731 h 709"/>
                  <a:gd name="T4" fmla="*/ 0 w 1073"/>
                  <a:gd name="T5" fmla="*/ 311 h 709"/>
                  <a:gd name="T6" fmla="*/ 0 w 1073"/>
                  <a:gd name="T7" fmla="*/ 0 h 709"/>
                  <a:gd name="T8" fmla="*/ 1143 w 1073"/>
                  <a:gd name="T9" fmla="*/ 393 h 7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3" h="709">
                    <a:moveTo>
                      <a:pt x="1073" y="371"/>
                    </a:moveTo>
                    <a:cubicBezTo>
                      <a:pt x="1073" y="689"/>
                      <a:pt x="1073" y="689"/>
                      <a:pt x="1073" y="689"/>
                    </a:cubicBezTo>
                    <a:cubicBezTo>
                      <a:pt x="1073" y="689"/>
                      <a:pt x="343" y="709"/>
                      <a:pt x="0" y="29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05" y="360"/>
                      <a:pt x="1073" y="37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0" name="Freeform 4087">
                <a:extLst>
                  <a:ext uri="{FF2B5EF4-FFF2-40B4-BE49-F238E27FC236}">
                    <a16:creationId xmlns:a16="http://schemas.microsoft.com/office/drawing/2014/main" id="{48FC514C-9AEC-477C-8B9B-39F7111EA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1575"/>
                <a:ext cx="1703" cy="958"/>
              </a:xfrm>
              <a:custGeom>
                <a:avLst/>
                <a:gdLst>
                  <a:gd name="T0" fmla="*/ 0 w 1668"/>
                  <a:gd name="T1" fmla="*/ 245 h 939"/>
                  <a:gd name="T2" fmla="*/ 0 w 1668"/>
                  <a:gd name="T3" fmla="*/ 556 h 939"/>
                  <a:gd name="T4" fmla="*/ 1140 w 1668"/>
                  <a:gd name="T5" fmla="*/ 976 h 939"/>
                  <a:gd name="T6" fmla="*/ 1775 w 1668"/>
                  <a:gd name="T7" fmla="*/ 414 h 939"/>
                  <a:gd name="T8" fmla="*/ 1775 w 1668"/>
                  <a:gd name="T9" fmla="*/ 162 h 939"/>
                  <a:gd name="T10" fmla="*/ 856 w 1668"/>
                  <a:gd name="T11" fmla="*/ 0 h 939"/>
                  <a:gd name="T12" fmla="*/ 0 w 1668"/>
                  <a:gd name="T13" fmla="*/ 244 h 939"/>
                  <a:gd name="T14" fmla="*/ 0 w 1668"/>
                  <a:gd name="T15" fmla="*/ 245 h 9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8" h="939">
                    <a:moveTo>
                      <a:pt x="0" y="230"/>
                    </a:moveTo>
                    <a:cubicBezTo>
                      <a:pt x="0" y="523"/>
                      <a:pt x="0" y="523"/>
                      <a:pt x="0" y="523"/>
                    </a:cubicBezTo>
                    <a:cubicBezTo>
                      <a:pt x="343" y="939"/>
                      <a:pt x="1072" y="919"/>
                      <a:pt x="1072" y="919"/>
                    </a:cubicBezTo>
                    <a:cubicBezTo>
                      <a:pt x="1668" y="390"/>
                      <a:pt x="1668" y="390"/>
                      <a:pt x="1668" y="390"/>
                    </a:cubicBezTo>
                    <a:cubicBezTo>
                      <a:pt x="1668" y="153"/>
                      <a:pt x="1668" y="153"/>
                      <a:pt x="1668" y="153"/>
                    </a:cubicBezTo>
                    <a:cubicBezTo>
                      <a:pt x="1668" y="153"/>
                      <a:pt x="1194" y="241"/>
                      <a:pt x="804" y="0"/>
                    </a:cubicBezTo>
                    <a:cubicBezTo>
                      <a:pt x="0" y="229"/>
                      <a:pt x="0" y="229"/>
                      <a:pt x="0" y="229"/>
                    </a:cubicBezTo>
                    <a:lnTo>
                      <a:pt x="0" y="23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1" name="Line 4088">
                <a:extLst>
                  <a:ext uri="{FF2B5EF4-FFF2-40B4-BE49-F238E27FC236}">
                    <a16:creationId xmlns:a16="http://schemas.microsoft.com/office/drawing/2014/main" id="{475DEF9A-BA3A-443A-98D8-D06FBDCC18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88" y="1744"/>
                <a:ext cx="1" cy="1"/>
              </a:xfrm>
              <a:prstGeom prst="line">
                <a:avLst/>
              </a:prstGeom>
              <a:noFill/>
              <a:ln w="4763">
                <a:solidFill>
                  <a:srgbClr val="14386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2" name="Freeform 4089">
                <a:extLst>
                  <a:ext uri="{FF2B5EF4-FFF2-40B4-BE49-F238E27FC236}">
                    <a16:creationId xmlns:a16="http://schemas.microsoft.com/office/drawing/2014/main" id="{6A0EE360-3A7F-48A3-991E-6632DC5E6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642"/>
                <a:ext cx="810" cy="190"/>
              </a:xfrm>
              <a:custGeom>
                <a:avLst/>
                <a:gdLst>
                  <a:gd name="T0" fmla="*/ 0 w 793"/>
                  <a:gd name="T1" fmla="*/ 161 h 186"/>
                  <a:gd name="T2" fmla="*/ 236 w 793"/>
                  <a:gd name="T3" fmla="*/ 133 h 186"/>
                  <a:gd name="T4" fmla="*/ 585 w 793"/>
                  <a:gd name="T5" fmla="*/ 52 h 186"/>
                  <a:gd name="T6" fmla="*/ 845 w 793"/>
                  <a:gd name="T7" fmla="*/ 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3" h="186">
                    <a:moveTo>
                      <a:pt x="0" y="152"/>
                    </a:moveTo>
                    <a:cubicBezTo>
                      <a:pt x="84" y="186"/>
                      <a:pt x="152" y="167"/>
                      <a:pt x="221" y="124"/>
                    </a:cubicBezTo>
                    <a:cubicBezTo>
                      <a:pt x="329" y="54"/>
                      <a:pt x="409" y="38"/>
                      <a:pt x="549" y="49"/>
                    </a:cubicBezTo>
                    <a:cubicBezTo>
                      <a:pt x="644" y="57"/>
                      <a:pt x="708" y="30"/>
                      <a:pt x="793" y="0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3" name="Freeform 4090">
                <a:extLst>
                  <a:ext uri="{FF2B5EF4-FFF2-40B4-BE49-F238E27FC236}">
                    <a16:creationId xmlns:a16="http://schemas.microsoft.com/office/drawing/2014/main" id="{287BBAC2-63AB-4BBB-B328-CDA85803B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574"/>
                <a:ext cx="414" cy="409"/>
              </a:xfrm>
              <a:custGeom>
                <a:avLst/>
                <a:gdLst>
                  <a:gd name="T0" fmla="*/ 432 w 405"/>
                  <a:gd name="T1" fmla="*/ 0 h 401"/>
                  <a:gd name="T2" fmla="*/ 298 w 405"/>
                  <a:gd name="T3" fmla="*/ 68 h 401"/>
                  <a:gd name="T4" fmla="*/ 150 w 405"/>
                  <a:gd name="T5" fmla="*/ 270 h 401"/>
                  <a:gd name="T6" fmla="*/ 0 w 405"/>
                  <a:gd name="T7" fmla="*/ 425 h 4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5" h="401">
                    <a:moveTo>
                      <a:pt x="405" y="0"/>
                    </a:moveTo>
                    <a:cubicBezTo>
                      <a:pt x="361" y="14"/>
                      <a:pt x="324" y="33"/>
                      <a:pt x="280" y="65"/>
                    </a:cubicBezTo>
                    <a:cubicBezTo>
                      <a:pt x="200" y="120"/>
                      <a:pt x="175" y="179"/>
                      <a:pt x="141" y="255"/>
                    </a:cubicBezTo>
                    <a:cubicBezTo>
                      <a:pt x="111" y="322"/>
                      <a:pt x="32" y="340"/>
                      <a:pt x="0" y="401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4" name="Freeform 4091">
                <a:extLst>
                  <a:ext uri="{FF2B5EF4-FFF2-40B4-BE49-F238E27FC236}">
                    <a16:creationId xmlns:a16="http://schemas.microsoft.com/office/drawing/2014/main" id="{46711947-BFEE-4E34-AB08-4E310B34E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1631"/>
                <a:ext cx="676" cy="256"/>
              </a:xfrm>
              <a:custGeom>
                <a:avLst/>
                <a:gdLst>
                  <a:gd name="T0" fmla="*/ 0 w 662"/>
                  <a:gd name="T1" fmla="*/ 266 h 251"/>
                  <a:gd name="T2" fmla="*/ 533 w 662"/>
                  <a:gd name="T3" fmla="*/ 185 h 251"/>
                  <a:gd name="T4" fmla="*/ 705 w 662"/>
                  <a:gd name="T5" fmla="*/ 0 h 2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2" h="251">
                    <a:moveTo>
                      <a:pt x="0" y="251"/>
                    </a:moveTo>
                    <a:cubicBezTo>
                      <a:pt x="154" y="197"/>
                      <a:pt x="353" y="235"/>
                      <a:pt x="500" y="174"/>
                    </a:cubicBezTo>
                    <a:cubicBezTo>
                      <a:pt x="610" y="128"/>
                      <a:pt x="614" y="64"/>
                      <a:pt x="662" y="0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5" name="Freeform 4092">
                <a:extLst>
                  <a:ext uri="{FF2B5EF4-FFF2-40B4-BE49-F238E27FC236}">
                    <a16:creationId xmlns:a16="http://schemas.microsoft.com/office/drawing/2014/main" id="{3BB43F0C-0497-4957-ADA3-F37B5E1D1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1685"/>
                <a:ext cx="336" cy="379"/>
              </a:xfrm>
              <a:custGeom>
                <a:avLst/>
                <a:gdLst>
                  <a:gd name="T0" fmla="*/ 350 w 329"/>
                  <a:gd name="T1" fmla="*/ 0 h 371"/>
                  <a:gd name="T2" fmla="*/ 279 w 329"/>
                  <a:gd name="T3" fmla="*/ 96 h 371"/>
                  <a:gd name="T4" fmla="*/ 190 w 329"/>
                  <a:gd name="T5" fmla="*/ 291 h 371"/>
                  <a:gd name="T6" fmla="*/ 0 w 329"/>
                  <a:gd name="T7" fmla="*/ 395 h 3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9" h="371">
                    <a:moveTo>
                      <a:pt x="329" y="0"/>
                    </a:moveTo>
                    <a:cubicBezTo>
                      <a:pt x="298" y="30"/>
                      <a:pt x="273" y="65"/>
                      <a:pt x="261" y="90"/>
                    </a:cubicBezTo>
                    <a:cubicBezTo>
                      <a:pt x="230" y="152"/>
                      <a:pt x="232" y="219"/>
                      <a:pt x="178" y="273"/>
                    </a:cubicBezTo>
                    <a:cubicBezTo>
                      <a:pt x="124" y="325"/>
                      <a:pt x="49" y="321"/>
                      <a:pt x="0" y="371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6" name="Freeform 4093">
                <a:extLst>
                  <a:ext uri="{FF2B5EF4-FFF2-40B4-BE49-F238E27FC236}">
                    <a16:creationId xmlns:a16="http://schemas.microsoft.com/office/drawing/2014/main" id="{1FFF0939-6D68-46C7-9236-61A09830E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723"/>
                <a:ext cx="755" cy="293"/>
              </a:xfrm>
              <a:custGeom>
                <a:avLst/>
                <a:gdLst>
                  <a:gd name="T0" fmla="*/ 0 w 740"/>
                  <a:gd name="T1" fmla="*/ 305 h 287"/>
                  <a:gd name="T2" fmla="*/ 551 w 740"/>
                  <a:gd name="T3" fmla="*/ 112 h 287"/>
                  <a:gd name="T4" fmla="*/ 777 w 740"/>
                  <a:gd name="T5" fmla="*/ 7 h 287"/>
                  <a:gd name="T6" fmla="*/ 786 w 740"/>
                  <a:gd name="T7" fmla="*/ 0 h 2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0" h="287">
                    <a:moveTo>
                      <a:pt x="0" y="287"/>
                    </a:moveTo>
                    <a:cubicBezTo>
                      <a:pt x="107" y="144"/>
                      <a:pt x="342" y="154"/>
                      <a:pt x="518" y="106"/>
                    </a:cubicBezTo>
                    <a:cubicBezTo>
                      <a:pt x="591" y="86"/>
                      <a:pt x="682" y="58"/>
                      <a:pt x="732" y="7"/>
                    </a:cubicBezTo>
                    <a:cubicBezTo>
                      <a:pt x="735" y="5"/>
                      <a:pt x="737" y="2"/>
                      <a:pt x="740" y="0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7" name="Freeform 4094">
                <a:extLst>
                  <a:ext uri="{FF2B5EF4-FFF2-40B4-BE49-F238E27FC236}">
                    <a16:creationId xmlns:a16="http://schemas.microsoft.com/office/drawing/2014/main" id="{8C631D56-2DD8-445A-870F-E426BFA1B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717"/>
                <a:ext cx="298" cy="383"/>
              </a:xfrm>
              <a:custGeom>
                <a:avLst/>
                <a:gdLst>
                  <a:gd name="T0" fmla="*/ 310 w 292"/>
                  <a:gd name="T1" fmla="*/ 0 h 376"/>
                  <a:gd name="T2" fmla="*/ 188 w 292"/>
                  <a:gd name="T3" fmla="*/ 186 h 376"/>
                  <a:gd name="T4" fmla="*/ 77 w 292"/>
                  <a:gd name="T5" fmla="*/ 329 h 376"/>
                  <a:gd name="T6" fmla="*/ 0 w 292"/>
                  <a:gd name="T7" fmla="*/ 397 h 3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376">
                    <a:moveTo>
                      <a:pt x="292" y="0"/>
                    </a:moveTo>
                    <a:cubicBezTo>
                      <a:pt x="221" y="37"/>
                      <a:pt x="202" y="116"/>
                      <a:pt x="176" y="177"/>
                    </a:cubicBezTo>
                    <a:cubicBezTo>
                      <a:pt x="153" y="230"/>
                      <a:pt x="118" y="272"/>
                      <a:pt x="72" y="311"/>
                    </a:cubicBezTo>
                    <a:cubicBezTo>
                      <a:pt x="46" y="334"/>
                      <a:pt x="7" y="350"/>
                      <a:pt x="0" y="376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8" name="Freeform 4095">
                <a:extLst>
                  <a:ext uri="{FF2B5EF4-FFF2-40B4-BE49-F238E27FC236}">
                    <a16:creationId xmlns:a16="http://schemas.microsoft.com/office/drawing/2014/main" id="{7DE32025-D2CD-4D4A-8ACD-DEC1BC867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737"/>
                <a:ext cx="672" cy="350"/>
              </a:xfrm>
              <a:custGeom>
                <a:avLst/>
                <a:gdLst>
                  <a:gd name="T0" fmla="*/ 0 w 658"/>
                  <a:gd name="T1" fmla="*/ 364 h 343"/>
                  <a:gd name="T2" fmla="*/ 262 w 658"/>
                  <a:gd name="T3" fmla="*/ 267 h 343"/>
                  <a:gd name="T4" fmla="*/ 512 w 658"/>
                  <a:gd name="T5" fmla="*/ 148 h 343"/>
                  <a:gd name="T6" fmla="*/ 687 w 658"/>
                  <a:gd name="T7" fmla="*/ 7 h 343"/>
                  <a:gd name="T8" fmla="*/ 701 w 658"/>
                  <a:gd name="T9" fmla="*/ 0 h 3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8" h="343">
                    <a:moveTo>
                      <a:pt x="0" y="343"/>
                    </a:moveTo>
                    <a:cubicBezTo>
                      <a:pt x="42" y="290"/>
                      <a:pt x="179" y="268"/>
                      <a:pt x="247" y="252"/>
                    </a:cubicBezTo>
                    <a:cubicBezTo>
                      <a:pt x="346" y="230"/>
                      <a:pt x="412" y="201"/>
                      <a:pt x="481" y="139"/>
                    </a:cubicBezTo>
                    <a:cubicBezTo>
                      <a:pt x="535" y="90"/>
                      <a:pt x="578" y="44"/>
                      <a:pt x="645" y="7"/>
                    </a:cubicBezTo>
                    <a:cubicBezTo>
                      <a:pt x="649" y="5"/>
                      <a:pt x="653" y="3"/>
                      <a:pt x="658" y="0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9" name="Freeform 4096">
                <a:extLst>
                  <a:ext uri="{FF2B5EF4-FFF2-40B4-BE49-F238E27FC236}">
                    <a16:creationId xmlns:a16="http://schemas.microsoft.com/office/drawing/2014/main" id="{8797A401-6437-4D0D-AC01-33ABB8665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742"/>
                <a:ext cx="1044" cy="294"/>
              </a:xfrm>
              <a:custGeom>
                <a:avLst/>
                <a:gdLst>
                  <a:gd name="T0" fmla="*/ 0 w 1023"/>
                  <a:gd name="T1" fmla="*/ 0 h 288"/>
                  <a:gd name="T2" fmla="*/ 172 w 1023"/>
                  <a:gd name="T3" fmla="*/ 58 h 288"/>
                  <a:gd name="T4" fmla="*/ 375 w 1023"/>
                  <a:gd name="T5" fmla="*/ 53 h 288"/>
                  <a:gd name="T6" fmla="*/ 724 w 1023"/>
                  <a:gd name="T7" fmla="*/ 121 h 288"/>
                  <a:gd name="T8" fmla="*/ 970 w 1023"/>
                  <a:gd name="T9" fmla="*/ 252 h 288"/>
                  <a:gd name="T10" fmla="*/ 1087 w 1023"/>
                  <a:gd name="T11" fmla="*/ 306 h 2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3" h="288">
                    <a:moveTo>
                      <a:pt x="0" y="0"/>
                    </a:moveTo>
                    <a:cubicBezTo>
                      <a:pt x="60" y="24"/>
                      <a:pt x="92" y="49"/>
                      <a:pt x="163" y="55"/>
                    </a:cubicBezTo>
                    <a:cubicBezTo>
                      <a:pt x="229" y="59"/>
                      <a:pt x="288" y="55"/>
                      <a:pt x="353" y="50"/>
                    </a:cubicBezTo>
                    <a:cubicBezTo>
                      <a:pt x="469" y="42"/>
                      <a:pt x="591" y="47"/>
                      <a:pt x="681" y="115"/>
                    </a:cubicBezTo>
                    <a:cubicBezTo>
                      <a:pt x="757" y="173"/>
                      <a:pt x="813" y="208"/>
                      <a:pt x="912" y="237"/>
                    </a:cubicBezTo>
                    <a:cubicBezTo>
                      <a:pt x="958" y="251"/>
                      <a:pt x="1014" y="241"/>
                      <a:pt x="1023" y="288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0" name="Freeform 4097">
                <a:extLst>
                  <a:ext uri="{FF2B5EF4-FFF2-40B4-BE49-F238E27FC236}">
                    <a16:creationId xmlns:a16="http://schemas.microsoft.com/office/drawing/2014/main" id="{12348100-F75B-4FC3-B527-681ECD187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683"/>
                <a:ext cx="1200" cy="118"/>
              </a:xfrm>
              <a:custGeom>
                <a:avLst/>
                <a:gdLst>
                  <a:gd name="T0" fmla="*/ 0 w 1176"/>
                  <a:gd name="T1" fmla="*/ 0 h 116"/>
                  <a:gd name="T2" fmla="*/ 393 w 1176"/>
                  <a:gd name="T3" fmla="*/ 21 h 116"/>
                  <a:gd name="T4" fmla="*/ 715 w 1176"/>
                  <a:gd name="T5" fmla="*/ 91 h 116"/>
                  <a:gd name="T6" fmla="*/ 981 w 1176"/>
                  <a:gd name="T7" fmla="*/ 110 h 116"/>
                  <a:gd name="T8" fmla="*/ 1249 w 1176"/>
                  <a:gd name="T9" fmla="*/ 113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6" h="116">
                    <a:moveTo>
                      <a:pt x="0" y="0"/>
                    </a:moveTo>
                    <a:cubicBezTo>
                      <a:pt x="52" y="75"/>
                      <a:pt x="281" y="29"/>
                      <a:pt x="369" y="21"/>
                    </a:cubicBezTo>
                    <a:cubicBezTo>
                      <a:pt x="487" y="10"/>
                      <a:pt x="568" y="50"/>
                      <a:pt x="673" y="86"/>
                    </a:cubicBezTo>
                    <a:cubicBezTo>
                      <a:pt x="760" y="116"/>
                      <a:pt x="833" y="113"/>
                      <a:pt x="923" y="104"/>
                    </a:cubicBezTo>
                    <a:cubicBezTo>
                      <a:pt x="987" y="98"/>
                      <a:pt x="1124" y="71"/>
                      <a:pt x="1176" y="107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1" name="Freeform 4098">
                <a:extLst>
                  <a:ext uri="{FF2B5EF4-FFF2-40B4-BE49-F238E27FC236}">
                    <a16:creationId xmlns:a16="http://schemas.microsoft.com/office/drawing/2014/main" id="{384865FA-39CB-423E-B4DD-E8AA2A06F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586"/>
                <a:ext cx="197" cy="43"/>
              </a:xfrm>
              <a:custGeom>
                <a:avLst/>
                <a:gdLst>
                  <a:gd name="T0" fmla="*/ 205 w 193"/>
                  <a:gd name="T1" fmla="*/ 41 h 42"/>
                  <a:gd name="T2" fmla="*/ 0 w 193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3" h="42">
                    <a:moveTo>
                      <a:pt x="193" y="38"/>
                    </a:moveTo>
                    <a:cubicBezTo>
                      <a:pt x="124" y="41"/>
                      <a:pt x="57" y="42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2" name="Freeform 4099">
                <a:extLst>
                  <a:ext uri="{FF2B5EF4-FFF2-40B4-BE49-F238E27FC236}">
                    <a16:creationId xmlns:a16="http://schemas.microsoft.com/office/drawing/2014/main" id="{99DD02C2-390A-418B-BD8F-B638D8201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886"/>
                <a:ext cx="186" cy="43"/>
              </a:xfrm>
              <a:custGeom>
                <a:avLst/>
                <a:gdLst>
                  <a:gd name="T0" fmla="*/ 194 w 182"/>
                  <a:gd name="T1" fmla="*/ 45 h 42"/>
                  <a:gd name="T2" fmla="*/ 0 w 182"/>
                  <a:gd name="T3" fmla="*/ 4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2" h="42">
                    <a:moveTo>
                      <a:pt x="182" y="42"/>
                    </a:moveTo>
                    <a:cubicBezTo>
                      <a:pt x="143" y="9"/>
                      <a:pt x="41" y="0"/>
                      <a:pt x="0" y="41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3" name="Freeform 4100">
                <a:extLst>
                  <a:ext uri="{FF2B5EF4-FFF2-40B4-BE49-F238E27FC236}">
                    <a16:creationId xmlns:a16="http://schemas.microsoft.com/office/drawing/2014/main" id="{C2F716FF-ECB6-4A75-B160-B306642A8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1876"/>
                <a:ext cx="109" cy="87"/>
              </a:xfrm>
              <a:custGeom>
                <a:avLst/>
                <a:gdLst>
                  <a:gd name="T0" fmla="*/ 0 w 106"/>
                  <a:gd name="T1" fmla="*/ 0 h 85"/>
                  <a:gd name="T2" fmla="*/ 106 w 106"/>
                  <a:gd name="T3" fmla="*/ 91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6" h="85">
                    <a:moveTo>
                      <a:pt x="0" y="0"/>
                    </a:moveTo>
                    <a:cubicBezTo>
                      <a:pt x="92" y="21"/>
                      <a:pt x="106" y="50"/>
                      <a:pt x="97" y="85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4" name="Freeform 4101">
                <a:extLst>
                  <a:ext uri="{FF2B5EF4-FFF2-40B4-BE49-F238E27FC236}">
                    <a16:creationId xmlns:a16="http://schemas.microsoft.com/office/drawing/2014/main" id="{9C699C75-1A35-4A46-9FD5-BE03F67F0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1816"/>
                <a:ext cx="107" cy="35"/>
              </a:xfrm>
              <a:custGeom>
                <a:avLst/>
                <a:gdLst>
                  <a:gd name="T0" fmla="*/ 111 w 105"/>
                  <a:gd name="T1" fmla="*/ 35 h 35"/>
                  <a:gd name="T2" fmla="*/ 51 w 105"/>
                  <a:gd name="T3" fmla="*/ 15 h 35"/>
                  <a:gd name="T4" fmla="*/ 0 w 105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35">
                    <a:moveTo>
                      <a:pt x="105" y="35"/>
                    </a:moveTo>
                    <a:cubicBezTo>
                      <a:pt x="86" y="21"/>
                      <a:pt x="74" y="18"/>
                      <a:pt x="48" y="15"/>
                    </a:cubicBezTo>
                    <a:cubicBezTo>
                      <a:pt x="30" y="12"/>
                      <a:pt x="19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5" name="Freeform 4102">
                <a:extLst>
                  <a:ext uri="{FF2B5EF4-FFF2-40B4-BE49-F238E27FC236}">
                    <a16:creationId xmlns:a16="http://schemas.microsoft.com/office/drawing/2014/main" id="{DFB30699-64BB-4524-8B8C-77D75AAC2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883"/>
                <a:ext cx="10" cy="138"/>
              </a:xfrm>
              <a:custGeom>
                <a:avLst/>
                <a:gdLst>
                  <a:gd name="T0" fmla="*/ 10 w 10"/>
                  <a:gd name="T1" fmla="*/ 0 h 135"/>
                  <a:gd name="T2" fmla="*/ 0 w 10"/>
                  <a:gd name="T3" fmla="*/ 144 h 1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5">
                    <a:moveTo>
                      <a:pt x="10" y="0"/>
                    </a:moveTo>
                    <a:cubicBezTo>
                      <a:pt x="3" y="47"/>
                      <a:pt x="10" y="89"/>
                      <a:pt x="0" y="135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6" name="Freeform 4103">
                <a:extLst>
                  <a:ext uri="{FF2B5EF4-FFF2-40B4-BE49-F238E27FC236}">
                    <a16:creationId xmlns:a16="http://schemas.microsoft.com/office/drawing/2014/main" id="{EBF5177E-D297-429A-9C39-CAA713EE8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973"/>
                <a:ext cx="164" cy="52"/>
              </a:xfrm>
              <a:custGeom>
                <a:avLst/>
                <a:gdLst>
                  <a:gd name="T0" fmla="*/ 170 w 161"/>
                  <a:gd name="T1" fmla="*/ 18 h 51"/>
                  <a:gd name="T2" fmla="*/ 88 w 161"/>
                  <a:gd name="T3" fmla="*/ 6 h 51"/>
                  <a:gd name="T4" fmla="*/ 0 w 161"/>
                  <a:gd name="T5" fmla="*/ 54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1" h="51">
                    <a:moveTo>
                      <a:pt x="161" y="18"/>
                    </a:moveTo>
                    <a:cubicBezTo>
                      <a:pt x="147" y="0"/>
                      <a:pt x="105" y="3"/>
                      <a:pt x="82" y="6"/>
                    </a:cubicBezTo>
                    <a:cubicBezTo>
                      <a:pt x="46" y="12"/>
                      <a:pt x="29" y="35"/>
                      <a:pt x="0" y="51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7" name="Freeform 4104">
                <a:extLst>
                  <a:ext uri="{FF2B5EF4-FFF2-40B4-BE49-F238E27FC236}">
                    <a16:creationId xmlns:a16="http://schemas.microsoft.com/office/drawing/2014/main" id="{6659FA2E-CA47-412C-9290-ED062B001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997"/>
                <a:ext cx="93" cy="116"/>
              </a:xfrm>
              <a:custGeom>
                <a:avLst/>
                <a:gdLst>
                  <a:gd name="T0" fmla="*/ 97 w 91"/>
                  <a:gd name="T1" fmla="*/ 0 h 113"/>
                  <a:gd name="T2" fmla="*/ 0 w 91"/>
                  <a:gd name="T3" fmla="*/ 122 h 1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1" h="113">
                    <a:moveTo>
                      <a:pt x="91" y="0"/>
                    </a:moveTo>
                    <a:cubicBezTo>
                      <a:pt x="22" y="16"/>
                      <a:pt x="60" y="93"/>
                      <a:pt x="0" y="113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8" name="Freeform 4105">
                <a:extLst>
                  <a:ext uri="{FF2B5EF4-FFF2-40B4-BE49-F238E27FC236}">
                    <a16:creationId xmlns:a16="http://schemas.microsoft.com/office/drawing/2014/main" id="{292CF955-0081-43E1-8612-DE5A51FC2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2039"/>
                <a:ext cx="210" cy="63"/>
              </a:xfrm>
              <a:custGeom>
                <a:avLst/>
                <a:gdLst>
                  <a:gd name="T0" fmla="*/ 218 w 206"/>
                  <a:gd name="T1" fmla="*/ 0 h 62"/>
                  <a:gd name="T2" fmla="*/ 0 w 206"/>
                  <a:gd name="T3" fmla="*/ 65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6" h="62">
                    <a:moveTo>
                      <a:pt x="206" y="0"/>
                    </a:moveTo>
                    <a:cubicBezTo>
                      <a:pt x="174" y="46"/>
                      <a:pt x="50" y="42"/>
                      <a:pt x="0" y="62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9" name="Freeform 4106">
                <a:extLst>
                  <a:ext uri="{FF2B5EF4-FFF2-40B4-BE49-F238E27FC236}">
                    <a16:creationId xmlns:a16="http://schemas.microsoft.com/office/drawing/2014/main" id="{048CB4BD-3EC7-497A-AABA-BC54F7D21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1793"/>
                <a:ext cx="30" cy="138"/>
              </a:xfrm>
              <a:custGeom>
                <a:avLst/>
                <a:gdLst>
                  <a:gd name="T0" fmla="*/ 30 w 30"/>
                  <a:gd name="T1" fmla="*/ 0 h 135"/>
                  <a:gd name="T2" fmla="*/ 0 w 30"/>
                  <a:gd name="T3" fmla="*/ 144 h 1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35">
                    <a:moveTo>
                      <a:pt x="30" y="0"/>
                    </a:moveTo>
                    <a:cubicBezTo>
                      <a:pt x="5" y="40"/>
                      <a:pt x="0" y="91"/>
                      <a:pt x="0" y="135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0" name="Freeform 4107">
                <a:extLst>
                  <a:ext uri="{FF2B5EF4-FFF2-40B4-BE49-F238E27FC236}">
                    <a16:creationId xmlns:a16="http://schemas.microsoft.com/office/drawing/2014/main" id="{7F2CF7C9-C592-4FDC-AB16-EB4453809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852"/>
                <a:ext cx="172" cy="52"/>
              </a:xfrm>
              <a:custGeom>
                <a:avLst/>
                <a:gdLst>
                  <a:gd name="T0" fmla="*/ 180 w 168"/>
                  <a:gd name="T1" fmla="*/ 0 h 51"/>
                  <a:gd name="T2" fmla="*/ 132 w 168"/>
                  <a:gd name="T3" fmla="*/ 23 h 51"/>
                  <a:gd name="T4" fmla="*/ 67 w 168"/>
                  <a:gd name="T5" fmla="*/ 42 h 51"/>
                  <a:gd name="T6" fmla="*/ 0 w 168"/>
                  <a:gd name="T7" fmla="*/ 54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8" h="51">
                    <a:moveTo>
                      <a:pt x="168" y="0"/>
                    </a:moveTo>
                    <a:cubicBezTo>
                      <a:pt x="152" y="3"/>
                      <a:pt x="139" y="17"/>
                      <a:pt x="123" y="23"/>
                    </a:cubicBezTo>
                    <a:cubicBezTo>
                      <a:pt x="104" y="30"/>
                      <a:pt x="82" y="34"/>
                      <a:pt x="62" y="39"/>
                    </a:cubicBezTo>
                    <a:cubicBezTo>
                      <a:pt x="42" y="44"/>
                      <a:pt x="21" y="51"/>
                      <a:pt x="0" y="51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1" name="Freeform 4108">
                <a:extLst>
                  <a:ext uri="{FF2B5EF4-FFF2-40B4-BE49-F238E27FC236}">
                    <a16:creationId xmlns:a16="http://schemas.microsoft.com/office/drawing/2014/main" id="{A696AB1B-69AA-4B87-873A-25A1F864F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855"/>
                <a:ext cx="107" cy="26"/>
              </a:xfrm>
              <a:custGeom>
                <a:avLst/>
                <a:gdLst>
                  <a:gd name="T0" fmla="*/ 0 w 104"/>
                  <a:gd name="T1" fmla="*/ 9 h 25"/>
                  <a:gd name="T2" fmla="*/ 59 w 104"/>
                  <a:gd name="T3" fmla="*/ 9 h 25"/>
                  <a:gd name="T4" fmla="*/ 113 w 104"/>
                  <a:gd name="T5" fmla="*/ 2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25">
                    <a:moveTo>
                      <a:pt x="0" y="9"/>
                    </a:moveTo>
                    <a:cubicBezTo>
                      <a:pt x="24" y="9"/>
                      <a:pt x="31" y="0"/>
                      <a:pt x="53" y="9"/>
                    </a:cubicBezTo>
                    <a:cubicBezTo>
                      <a:pt x="72" y="17"/>
                      <a:pt x="79" y="25"/>
                      <a:pt x="104" y="23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2" name="Freeform 4109">
                <a:extLst>
                  <a:ext uri="{FF2B5EF4-FFF2-40B4-BE49-F238E27FC236}">
                    <a16:creationId xmlns:a16="http://schemas.microsoft.com/office/drawing/2014/main" id="{0A5B6541-C1E1-4877-A543-EFE092346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1913"/>
                <a:ext cx="35" cy="70"/>
              </a:xfrm>
              <a:custGeom>
                <a:avLst/>
                <a:gdLst>
                  <a:gd name="T0" fmla="*/ 15 w 34"/>
                  <a:gd name="T1" fmla="*/ 0 h 69"/>
                  <a:gd name="T2" fmla="*/ 37 w 34"/>
                  <a:gd name="T3" fmla="*/ 72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69">
                    <a:moveTo>
                      <a:pt x="15" y="0"/>
                    </a:moveTo>
                    <a:cubicBezTo>
                      <a:pt x="7" y="24"/>
                      <a:pt x="0" y="62"/>
                      <a:pt x="34" y="69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3" name="Freeform 4110">
                <a:extLst>
                  <a:ext uri="{FF2B5EF4-FFF2-40B4-BE49-F238E27FC236}">
                    <a16:creationId xmlns:a16="http://schemas.microsoft.com/office/drawing/2014/main" id="{943CF022-D62E-44EC-B4EA-2E342B863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637"/>
                <a:ext cx="151" cy="15"/>
              </a:xfrm>
              <a:custGeom>
                <a:avLst/>
                <a:gdLst>
                  <a:gd name="T0" fmla="*/ 157 w 148"/>
                  <a:gd name="T1" fmla="*/ 8 h 15"/>
                  <a:gd name="T2" fmla="*/ 50 w 148"/>
                  <a:gd name="T3" fmla="*/ 4 h 15"/>
                  <a:gd name="T4" fmla="*/ 0 w 14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15">
                    <a:moveTo>
                      <a:pt x="148" y="8"/>
                    </a:moveTo>
                    <a:cubicBezTo>
                      <a:pt x="122" y="15"/>
                      <a:pt x="75" y="3"/>
                      <a:pt x="47" y="4"/>
                    </a:cubicBezTo>
                    <a:cubicBezTo>
                      <a:pt x="34" y="4"/>
                      <a:pt x="6" y="7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4" name="Freeform 4111">
                <a:extLst>
                  <a:ext uri="{FF2B5EF4-FFF2-40B4-BE49-F238E27FC236}">
                    <a16:creationId xmlns:a16="http://schemas.microsoft.com/office/drawing/2014/main" id="{B19855B3-23BD-4A0C-AF8B-D82029EA1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625"/>
                <a:ext cx="66" cy="68"/>
              </a:xfrm>
              <a:custGeom>
                <a:avLst/>
                <a:gdLst>
                  <a:gd name="T0" fmla="*/ 68 w 65"/>
                  <a:gd name="T1" fmla="*/ 0 h 67"/>
                  <a:gd name="T2" fmla="*/ 1 w 65"/>
                  <a:gd name="T3" fmla="*/ 7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67">
                    <a:moveTo>
                      <a:pt x="65" y="0"/>
                    </a:moveTo>
                    <a:cubicBezTo>
                      <a:pt x="39" y="6"/>
                      <a:pt x="0" y="45"/>
                      <a:pt x="1" y="67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5" name="Freeform 4112">
                <a:extLst>
                  <a:ext uri="{FF2B5EF4-FFF2-40B4-BE49-F238E27FC236}">
                    <a16:creationId xmlns:a16="http://schemas.microsoft.com/office/drawing/2014/main" id="{BDB7EAF6-6D65-4E0D-B673-669397BB7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1721"/>
                <a:ext cx="51" cy="68"/>
              </a:xfrm>
              <a:custGeom>
                <a:avLst/>
                <a:gdLst>
                  <a:gd name="T0" fmla="*/ 0 w 50"/>
                  <a:gd name="T1" fmla="*/ 0 h 67"/>
                  <a:gd name="T2" fmla="*/ 53 w 50"/>
                  <a:gd name="T3" fmla="*/ 7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67">
                    <a:moveTo>
                      <a:pt x="0" y="0"/>
                    </a:moveTo>
                    <a:cubicBezTo>
                      <a:pt x="30" y="18"/>
                      <a:pt x="41" y="41"/>
                      <a:pt x="50" y="67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6" name="Freeform 4113">
                <a:extLst>
                  <a:ext uri="{FF2B5EF4-FFF2-40B4-BE49-F238E27FC236}">
                    <a16:creationId xmlns:a16="http://schemas.microsoft.com/office/drawing/2014/main" id="{61E3E129-E128-4906-928F-A0A8509F0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751"/>
                <a:ext cx="99" cy="72"/>
              </a:xfrm>
              <a:custGeom>
                <a:avLst/>
                <a:gdLst>
                  <a:gd name="T0" fmla="*/ 0 w 97"/>
                  <a:gd name="T1" fmla="*/ 0 h 70"/>
                  <a:gd name="T2" fmla="*/ 103 w 97"/>
                  <a:gd name="T3" fmla="*/ 76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70">
                    <a:moveTo>
                      <a:pt x="0" y="0"/>
                    </a:moveTo>
                    <a:cubicBezTo>
                      <a:pt x="19" y="24"/>
                      <a:pt x="69" y="56"/>
                      <a:pt x="97" y="70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7" name="Freeform 4114">
                <a:extLst>
                  <a:ext uri="{FF2B5EF4-FFF2-40B4-BE49-F238E27FC236}">
                    <a16:creationId xmlns:a16="http://schemas.microsoft.com/office/drawing/2014/main" id="{23C7DF40-D37F-4506-8C0F-2C47AFF75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694"/>
                <a:ext cx="84" cy="32"/>
              </a:xfrm>
              <a:custGeom>
                <a:avLst/>
                <a:gdLst>
                  <a:gd name="T0" fmla="*/ 0 w 82"/>
                  <a:gd name="T1" fmla="*/ 34 h 31"/>
                  <a:gd name="T2" fmla="*/ 88 w 82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31">
                    <a:moveTo>
                      <a:pt x="0" y="31"/>
                    </a:moveTo>
                    <a:cubicBezTo>
                      <a:pt x="22" y="14"/>
                      <a:pt x="54" y="9"/>
                      <a:pt x="82" y="0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8" name="Freeform 4115">
                <a:extLst>
                  <a:ext uri="{FF2B5EF4-FFF2-40B4-BE49-F238E27FC236}">
                    <a16:creationId xmlns:a16="http://schemas.microsoft.com/office/drawing/2014/main" id="{822E344F-B6E6-4140-A4D5-538B8B5B8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664"/>
                <a:ext cx="108" cy="31"/>
              </a:xfrm>
              <a:custGeom>
                <a:avLst/>
                <a:gdLst>
                  <a:gd name="T0" fmla="*/ 112 w 106"/>
                  <a:gd name="T1" fmla="*/ 0 h 31"/>
                  <a:gd name="T2" fmla="*/ 0 w 106"/>
                  <a:gd name="T3" fmla="*/ 3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6" h="31">
                    <a:moveTo>
                      <a:pt x="106" y="0"/>
                    </a:moveTo>
                    <a:cubicBezTo>
                      <a:pt x="67" y="8"/>
                      <a:pt x="27" y="19"/>
                      <a:pt x="0" y="31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9" name="Freeform 4116">
                <a:extLst>
                  <a:ext uri="{FF2B5EF4-FFF2-40B4-BE49-F238E27FC236}">
                    <a16:creationId xmlns:a16="http://schemas.microsoft.com/office/drawing/2014/main" id="{47A345D3-D453-4F53-B4ED-31E48CC0D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816"/>
                <a:ext cx="39" cy="33"/>
              </a:xfrm>
              <a:custGeom>
                <a:avLst/>
                <a:gdLst>
                  <a:gd name="T0" fmla="*/ 41 w 38"/>
                  <a:gd name="T1" fmla="*/ 0 h 33"/>
                  <a:gd name="T2" fmla="*/ 0 w 38"/>
                  <a:gd name="T3" fmla="*/ 3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3">
                    <a:moveTo>
                      <a:pt x="38" y="0"/>
                    </a:moveTo>
                    <a:cubicBezTo>
                      <a:pt x="18" y="8"/>
                      <a:pt x="10" y="20"/>
                      <a:pt x="0" y="33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0" name="Freeform 4117">
                <a:extLst>
                  <a:ext uri="{FF2B5EF4-FFF2-40B4-BE49-F238E27FC236}">
                    <a16:creationId xmlns:a16="http://schemas.microsoft.com/office/drawing/2014/main" id="{001C167E-214B-4650-AA7D-AECCF1C14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733"/>
                <a:ext cx="7" cy="49"/>
              </a:xfrm>
              <a:custGeom>
                <a:avLst/>
                <a:gdLst>
                  <a:gd name="T0" fmla="*/ 0 w 7"/>
                  <a:gd name="T1" fmla="*/ 0 h 48"/>
                  <a:gd name="T2" fmla="*/ 7 w 7"/>
                  <a:gd name="T3" fmla="*/ 51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8">
                    <a:moveTo>
                      <a:pt x="0" y="0"/>
                    </a:moveTo>
                    <a:cubicBezTo>
                      <a:pt x="3" y="16"/>
                      <a:pt x="6" y="32"/>
                      <a:pt x="7" y="48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1" name="Freeform 4118">
                <a:extLst>
                  <a:ext uri="{FF2B5EF4-FFF2-40B4-BE49-F238E27FC236}">
                    <a16:creationId xmlns:a16="http://schemas.microsoft.com/office/drawing/2014/main" id="{2E8A5474-0929-4962-A1BE-CB960F1F4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844"/>
                <a:ext cx="105" cy="46"/>
              </a:xfrm>
              <a:custGeom>
                <a:avLst/>
                <a:gdLst>
                  <a:gd name="T0" fmla="*/ 0 w 103"/>
                  <a:gd name="T1" fmla="*/ 0 h 45"/>
                  <a:gd name="T2" fmla="*/ 109 w 103"/>
                  <a:gd name="T3" fmla="*/ 48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45">
                    <a:moveTo>
                      <a:pt x="0" y="0"/>
                    </a:moveTo>
                    <a:cubicBezTo>
                      <a:pt x="37" y="10"/>
                      <a:pt x="79" y="20"/>
                      <a:pt x="103" y="45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2" name="Freeform 4119">
                <a:extLst>
                  <a:ext uri="{FF2B5EF4-FFF2-40B4-BE49-F238E27FC236}">
                    <a16:creationId xmlns:a16="http://schemas.microsoft.com/office/drawing/2014/main" id="{7B1C330A-6990-4894-AF6F-CC59E1200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820"/>
                <a:ext cx="42" cy="59"/>
              </a:xfrm>
              <a:custGeom>
                <a:avLst/>
                <a:gdLst>
                  <a:gd name="T0" fmla="*/ 42 w 42"/>
                  <a:gd name="T1" fmla="*/ 0 h 58"/>
                  <a:gd name="T2" fmla="*/ 0 w 42"/>
                  <a:gd name="T3" fmla="*/ 61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58">
                    <a:moveTo>
                      <a:pt x="42" y="0"/>
                    </a:moveTo>
                    <a:cubicBezTo>
                      <a:pt x="22" y="11"/>
                      <a:pt x="2" y="38"/>
                      <a:pt x="0" y="58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3" name="Freeform 4120">
                <a:extLst>
                  <a:ext uri="{FF2B5EF4-FFF2-40B4-BE49-F238E27FC236}">
                    <a16:creationId xmlns:a16="http://schemas.microsoft.com/office/drawing/2014/main" id="{C391F81B-83E3-4039-9733-F38C6D837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849"/>
                <a:ext cx="84" cy="60"/>
              </a:xfrm>
              <a:custGeom>
                <a:avLst/>
                <a:gdLst>
                  <a:gd name="T0" fmla="*/ 0 w 82"/>
                  <a:gd name="T1" fmla="*/ 0 h 58"/>
                  <a:gd name="T2" fmla="*/ 88 w 82"/>
                  <a:gd name="T3" fmla="*/ 64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58">
                    <a:moveTo>
                      <a:pt x="0" y="0"/>
                    </a:moveTo>
                    <a:cubicBezTo>
                      <a:pt x="30" y="14"/>
                      <a:pt x="73" y="27"/>
                      <a:pt x="82" y="58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4" name="Freeform 4121">
                <a:extLst>
                  <a:ext uri="{FF2B5EF4-FFF2-40B4-BE49-F238E27FC236}">
                    <a16:creationId xmlns:a16="http://schemas.microsoft.com/office/drawing/2014/main" id="{05D1A711-F6B7-418C-AB86-DC66E328B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696"/>
                <a:ext cx="105" cy="75"/>
              </a:xfrm>
              <a:custGeom>
                <a:avLst/>
                <a:gdLst>
                  <a:gd name="T0" fmla="*/ 109 w 103"/>
                  <a:gd name="T1" fmla="*/ 0 h 73"/>
                  <a:gd name="T2" fmla="*/ 43 w 103"/>
                  <a:gd name="T3" fmla="*/ 52 h 73"/>
                  <a:gd name="T4" fmla="*/ 0 w 103"/>
                  <a:gd name="T5" fmla="*/ 7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73">
                    <a:moveTo>
                      <a:pt x="103" y="0"/>
                    </a:moveTo>
                    <a:cubicBezTo>
                      <a:pt x="84" y="17"/>
                      <a:pt x="60" y="32"/>
                      <a:pt x="40" y="49"/>
                    </a:cubicBezTo>
                    <a:cubicBezTo>
                      <a:pt x="30" y="58"/>
                      <a:pt x="15" y="71"/>
                      <a:pt x="0" y="73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5" name="Freeform 4122">
                <a:extLst>
                  <a:ext uri="{FF2B5EF4-FFF2-40B4-BE49-F238E27FC236}">
                    <a16:creationId xmlns:a16="http://schemas.microsoft.com/office/drawing/2014/main" id="{BFED17E4-14C5-4C50-A8F7-6948FA041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647"/>
                <a:ext cx="29" cy="46"/>
              </a:xfrm>
              <a:custGeom>
                <a:avLst/>
                <a:gdLst>
                  <a:gd name="T0" fmla="*/ 31 w 28"/>
                  <a:gd name="T1" fmla="*/ 0 h 45"/>
                  <a:gd name="T2" fmla="*/ 0 w 28"/>
                  <a:gd name="T3" fmla="*/ 48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5">
                    <a:moveTo>
                      <a:pt x="28" y="0"/>
                    </a:moveTo>
                    <a:cubicBezTo>
                      <a:pt x="20" y="0"/>
                      <a:pt x="10" y="38"/>
                      <a:pt x="0" y="45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6" name="Freeform 4123">
                <a:extLst>
                  <a:ext uri="{FF2B5EF4-FFF2-40B4-BE49-F238E27FC236}">
                    <a16:creationId xmlns:a16="http://schemas.microsoft.com/office/drawing/2014/main" id="{F4E0D5F5-E6DF-4BD9-9FC3-12CEE0B7E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990"/>
                <a:ext cx="121" cy="17"/>
              </a:xfrm>
              <a:custGeom>
                <a:avLst/>
                <a:gdLst>
                  <a:gd name="T0" fmla="*/ 0 w 119"/>
                  <a:gd name="T1" fmla="*/ 0 h 17"/>
                  <a:gd name="T2" fmla="*/ 80 w 119"/>
                  <a:gd name="T3" fmla="*/ 8 h 17"/>
                  <a:gd name="T4" fmla="*/ 125 w 119"/>
                  <a:gd name="T5" fmla="*/ 1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17">
                    <a:moveTo>
                      <a:pt x="0" y="0"/>
                    </a:moveTo>
                    <a:cubicBezTo>
                      <a:pt x="27" y="5"/>
                      <a:pt x="50" y="7"/>
                      <a:pt x="77" y="8"/>
                    </a:cubicBezTo>
                    <a:cubicBezTo>
                      <a:pt x="93" y="9"/>
                      <a:pt x="105" y="11"/>
                      <a:pt x="119" y="17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7" name="Freeform 4124">
                <a:extLst>
                  <a:ext uri="{FF2B5EF4-FFF2-40B4-BE49-F238E27FC236}">
                    <a16:creationId xmlns:a16="http://schemas.microsoft.com/office/drawing/2014/main" id="{C8F8E234-E6CA-4DD7-BCE9-CBFE4D3FC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973"/>
                <a:ext cx="107" cy="13"/>
              </a:xfrm>
              <a:custGeom>
                <a:avLst/>
                <a:gdLst>
                  <a:gd name="T0" fmla="*/ 113 w 104"/>
                  <a:gd name="T1" fmla="*/ 13 h 13"/>
                  <a:gd name="T2" fmla="*/ 48 w 104"/>
                  <a:gd name="T3" fmla="*/ 0 h 13"/>
                  <a:gd name="T4" fmla="*/ 0 w 104"/>
                  <a:gd name="T5" fmla="*/ 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3">
                    <a:moveTo>
                      <a:pt x="104" y="13"/>
                    </a:moveTo>
                    <a:cubicBezTo>
                      <a:pt x="84" y="9"/>
                      <a:pt x="67" y="0"/>
                      <a:pt x="45" y="0"/>
                    </a:cubicBezTo>
                    <a:cubicBezTo>
                      <a:pt x="33" y="1"/>
                      <a:pt x="8" y="2"/>
                      <a:pt x="0" y="8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8" name="Freeform 4125">
                <a:extLst>
                  <a:ext uri="{FF2B5EF4-FFF2-40B4-BE49-F238E27FC236}">
                    <a16:creationId xmlns:a16="http://schemas.microsoft.com/office/drawing/2014/main" id="{BB23CB49-BE33-4023-AC8B-41500FF4D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903"/>
                <a:ext cx="26" cy="100"/>
              </a:xfrm>
              <a:custGeom>
                <a:avLst/>
                <a:gdLst>
                  <a:gd name="T0" fmla="*/ 28 w 25"/>
                  <a:gd name="T1" fmla="*/ 0 h 98"/>
                  <a:gd name="T2" fmla="*/ 28 w 25"/>
                  <a:gd name="T3" fmla="*/ 104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98">
                    <a:moveTo>
                      <a:pt x="25" y="0"/>
                    </a:moveTo>
                    <a:cubicBezTo>
                      <a:pt x="0" y="26"/>
                      <a:pt x="13" y="74"/>
                      <a:pt x="25" y="98"/>
                    </a:cubicBezTo>
                  </a:path>
                </a:pathLst>
              </a:custGeom>
              <a:noFill/>
              <a:ln w="31750" cap="rnd">
                <a:solidFill>
                  <a:srgbClr val="14386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9" name="Freeform 4126">
                <a:extLst>
                  <a:ext uri="{FF2B5EF4-FFF2-40B4-BE49-F238E27FC236}">
                    <a16:creationId xmlns:a16="http://schemas.microsoft.com/office/drawing/2014/main" id="{A93470EF-884B-4DE5-9AAC-3EF3E0C3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914"/>
                <a:ext cx="87" cy="71"/>
              </a:xfrm>
              <a:custGeom>
                <a:avLst/>
                <a:gdLst>
                  <a:gd name="T0" fmla="*/ 0 w 85"/>
                  <a:gd name="T1" fmla="*/ 68 h 70"/>
                  <a:gd name="T2" fmla="*/ 2 w 85"/>
                  <a:gd name="T3" fmla="*/ 73 h 70"/>
                  <a:gd name="T4" fmla="*/ 91 w 85"/>
                  <a:gd name="T5" fmla="*/ 0 h 70"/>
                  <a:gd name="T6" fmla="*/ 0 w 85"/>
                  <a:gd name="T7" fmla="*/ 68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70">
                    <a:moveTo>
                      <a:pt x="0" y="65"/>
                    </a:moveTo>
                    <a:cubicBezTo>
                      <a:pt x="0" y="65"/>
                      <a:pt x="2" y="65"/>
                      <a:pt x="2" y="70"/>
                    </a:cubicBezTo>
                    <a:cubicBezTo>
                      <a:pt x="2" y="70"/>
                      <a:pt x="37" y="17"/>
                      <a:pt x="85" y="0"/>
                    </a:cubicBezTo>
                    <a:cubicBezTo>
                      <a:pt x="85" y="0"/>
                      <a:pt x="31" y="16"/>
                      <a:pt x="0" y="65"/>
                    </a:cubicBezTo>
                    <a:close/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0" name="Freeform 4127">
                <a:extLst>
                  <a:ext uri="{FF2B5EF4-FFF2-40B4-BE49-F238E27FC236}">
                    <a16:creationId xmlns:a16="http://schemas.microsoft.com/office/drawing/2014/main" id="{0A286292-B311-4AC6-99D8-0CC8246A3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1883"/>
                <a:ext cx="80" cy="46"/>
              </a:xfrm>
              <a:custGeom>
                <a:avLst/>
                <a:gdLst>
                  <a:gd name="T0" fmla="*/ 0 w 79"/>
                  <a:gd name="T1" fmla="*/ 0 h 45"/>
                  <a:gd name="T2" fmla="*/ 77 w 79"/>
                  <a:gd name="T3" fmla="*/ 48 h 45"/>
                  <a:gd name="T4" fmla="*/ 0 w 79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45">
                    <a:moveTo>
                      <a:pt x="0" y="0"/>
                    </a:moveTo>
                    <a:cubicBezTo>
                      <a:pt x="0" y="0"/>
                      <a:pt x="67" y="16"/>
                      <a:pt x="74" y="45"/>
                    </a:cubicBezTo>
                    <a:cubicBezTo>
                      <a:pt x="74" y="45"/>
                      <a:pt x="79" y="15"/>
                      <a:pt x="0" y="0"/>
                    </a:cubicBezTo>
                    <a:close/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1" name="Freeform 4128">
                <a:extLst>
                  <a:ext uri="{FF2B5EF4-FFF2-40B4-BE49-F238E27FC236}">
                    <a16:creationId xmlns:a16="http://schemas.microsoft.com/office/drawing/2014/main" id="{4C71CEE4-73FF-4325-9607-606510523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1792"/>
                <a:ext cx="104" cy="27"/>
              </a:xfrm>
              <a:custGeom>
                <a:avLst/>
                <a:gdLst>
                  <a:gd name="T0" fmla="*/ 0 w 102"/>
                  <a:gd name="T1" fmla="*/ 0 h 26"/>
                  <a:gd name="T2" fmla="*/ 108 w 102"/>
                  <a:gd name="T3" fmla="*/ 19 h 26"/>
                  <a:gd name="T4" fmla="*/ 0 w 102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6">
                    <a:moveTo>
                      <a:pt x="0" y="0"/>
                    </a:moveTo>
                    <a:cubicBezTo>
                      <a:pt x="0" y="0"/>
                      <a:pt x="45" y="18"/>
                      <a:pt x="102" y="16"/>
                    </a:cubicBezTo>
                    <a:cubicBezTo>
                      <a:pt x="102" y="16"/>
                      <a:pt x="47" y="26"/>
                      <a:pt x="0" y="0"/>
                    </a:cubicBezTo>
                    <a:close/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2" name="Freeform 4129">
                <a:extLst>
                  <a:ext uri="{FF2B5EF4-FFF2-40B4-BE49-F238E27FC236}">
                    <a16:creationId xmlns:a16="http://schemas.microsoft.com/office/drawing/2014/main" id="{3FAFEA5A-DD72-467A-BDE2-562B24A45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991"/>
                <a:ext cx="13" cy="30"/>
              </a:xfrm>
              <a:custGeom>
                <a:avLst/>
                <a:gdLst>
                  <a:gd name="T0" fmla="*/ 0 w 13"/>
                  <a:gd name="T1" fmla="*/ 0 h 29"/>
                  <a:gd name="T2" fmla="*/ 10 w 13"/>
                  <a:gd name="T3" fmla="*/ 19 h 29"/>
                  <a:gd name="T4" fmla="*/ 7 w 13"/>
                  <a:gd name="T5" fmla="*/ 31 h 29"/>
                  <a:gd name="T6" fmla="*/ 13 w 13"/>
                  <a:gd name="T7" fmla="*/ 32 h 29"/>
                  <a:gd name="T8" fmla="*/ 9 w 13"/>
                  <a:gd name="T9" fmla="*/ 14 h 29"/>
                  <a:gd name="T10" fmla="*/ 1 w 13"/>
                  <a:gd name="T11" fmla="*/ 3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9">
                    <a:moveTo>
                      <a:pt x="0" y="0"/>
                    </a:moveTo>
                    <a:cubicBezTo>
                      <a:pt x="2" y="5"/>
                      <a:pt x="8" y="11"/>
                      <a:pt x="10" y="16"/>
                    </a:cubicBezTo>
                    <a:cubicBezTo>
                      <a:pt x="10" y="21"/>
                      <a:pt x="7" y="24"/>
                      <a:pt x="7" y="28"/>
                    </a:cubicBezTo>
                    <a:cubicBezTo>
                      <a:pt x="9" y="28"/>
                      <a:pt x="11" y="28"/>
                      <a:pt x="13" y="29"/>
                    </a:cubicBezTo>
                    <a:cubicBezTo>
                      <a:pt x="10" y="24"/>
                      <a:pt x="13" y="19"/>
                      <a:pt x="9" y="14"/>
                    </a:cubicBezTo>
                    <a:cubicBezTo>
                      <a:pt x="6" y="10"/>
                      <a:pt x="2" y="8"/>
                      <a:pt x="1" y="3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3" name="Freeform 4130">
                <a:extLst>
                  <a:ext uri="{FF2B5EF4-FFF2-40B4-BE49-F238E27FC236}">
                    <a16:creationId xmlns:a16="http://schemas.microsoft.com/office/drawing/2014/main" id="{09D23F54-36CE-4D43-85ED-2082A0C1B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998"/>
                <a:ext cx="47" cy="32"/>
              </a:xfrm>
              <a:custGeom>
                <a:avLst/>
                <a:gdLst>
                  <a:gd name="T0" fmla="*/ 2 w 46"/>
                  <a:gd name="T1" fmla="*/ 25 h 31"/>
                  <a:gd name="T2" fmla="*/ 2 w 46"/>
                  <a:gd name="T3" fmla="*/ 32 h 31"/>
                  <a:gd name="T4" fmla="*/ 17 w 46"/>
                  <a:gd name="T5" fmla="*/ 24 h 31"/>
                  <a:gd name="T6" fmla="*/ 49 w 46"/>
                  <a:gd name="T7" fmla="*/ 0 h 31"/>
                  <a:gd name="T8" fmla="*/ 16 w 46"/>
                  <a:gd name="T9" fmla="*/ 23 h 31"/>
                  <a:gd name="T10" fmla="*/ 2 w 46"/>
                  <a:gd name="T11" fmla="*/ 2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1">
                    <a:moveTo>
                      <a:pt x="2" y="22"/>
                    </a:moveTo>
                    <a:cubicBezTo>
                      <a:pt x="0" y="24"/>
                      <a:pt x="0" y="28"/>
                      <a:pt x="2" y="29"/>
                    </a:cubicBezTo>
                    <a:cubicBezTo>
                      <a:pt x="6" y="31"/>
                      <a:pt x="14" y="22"/>
                      <a:pt x="17" y="21"/>
                    </a:cubicBezTo>
                    <a:cubicBezTo>
                      <a:pt x="28" y="15"/>
                      <a:pt x="37" y="8"/>
                      <a:pt x="46" y="0"/>
                    </a:cubicBezTo>
                    <a:cubicBezTo>
                      <a:pt x="40" y="8"/>
                      <a:pt x="25" y="15"/>
                      <a:pt x="16" y="20"/>
                    </a:cubicBezTo>
                    <a:cubicBezTo>
                      <a:pt x="12" y="21"/>
                      <a:pt x="7" y="24"/>
                      <a:pt x="2" y="25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4" name="Freeform 4131">
                <a:extLst>
                  <a:ext uri="{FF2B5EF4-FFF2-40B4-BE49-F238E27FC236}">
                    <a16:creationId xmlns:a16="http://schemas.microsoft.com/office/drawing/2014/main" id="{3546EC7C-8E25-4B8E-9364-080698951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864"/>
                <a:ext cx="91" cy="19"/>
              </a:xfrm>
              <a:custGeom>
                <a:avLst/>
                <a:gdLst>
                  <a:gd name="T0" fmla="*/ 0 w 89"/>
                  <a:gd name="T1" fmla="*/ 16 h 19"/>
                  <a:gd name="T2" fmla="*/ 59 w 89"/>
                  <a:gd name="T3" fmla="*/ 5 h 19"/>
                  <a:gd name="T4" fmla="*/ 95 w 89"/>
                  <a:gd name="T5" fmla="*/ 0 h 19"/>
                  <a:gd name="T6" fmla="*/ 46 w 89"/>
                  <a:gd name="T7" fmla="*/ 9 h 19"/>
                  <a:gd name="T8" fmla="*/ 0 w 89"/>
                  <a:gd name="T9" fmla="*/ 1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9">
                    <a:moveTo>
                      <a:pt x="0" y="16"/>
                    </a:moveTo>
                    <a:cubicBezTo>
                      <a:pt x="19" y="11"/>
                      <a:pt x="38" y="9"/>
                      <a:pt x="56" y="5"/>
                    </a:cubicBezTo>
                    <a:cubicBezTo>
                      <a:pt x="67" y="3"/>
                      <a:pt x="78" y="0"/>
                      <a:pt x="89" y="0"/>
                    </a:cubicBezTo>
                    <a:cubicBezTo>
                      <a:pt x="73" y="0"/>
                      <a:pt x="58" y="6"/>
                      <a:pt x="43" y="9"/>
                    </a:cubicBezTo>
                    <a:cubicBezTo>
                      <a:pt x="29" y="12"/>
                      <a:pt x="14" y="14"/>
                      <a:pt x="0" y="19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5" name="Freeform 4132">
                <a:extLst>
                  <a:ext uri="{FF2B5EF4-FFF2-40B4-BE49-F238E27FC236}">
                    <a16:creationId xmlns:a16="http://schemas.microsoft.com/office/drawing/2014/main" id="{F9FE3598-ACFE-4F5D-951C-21A678798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029"/>
                <a:ext cx="62" cy="47"/>
              </a:xfrm>
              <a:custGeom>
                <a:avLst/>
                <a:gdLst>
                  <a:gd name="T0" fmla="*/ 0 w 61"/>
                  <a:gd name="T1" fmla="*/ 38 h 46"/>
                  <a:gd name="T2" fmla="*/ 34 w 61"/>
                  <a:gd name="T3" fmla="*/ 18 h 46"/>
                  <a:gd name="T4" fmla="*/ 64 w 61"/>
                  <a:gd name="T5" fmla="*/ 0 h 46"/>
                  <a:gd name="T6" fmla="*/ 47 w 61"/>
                  <a:gd name="T7" fmla="*/ 11 h 46"/>
                  <a:gd name="T8" fmla="*/ 26 w 61"/>
                  <a:gd name="T9" fmla="*/ 27 h 46"/>
                  <a:gd name="T10" fmla="*/ 0 w 61"/>
                  <a:gd name="T11" fmla="*/ 41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6">
                    <a:moveTo>
                      <a:pt x="0" y="35"/>
                    </a:moveTo>
                    <a:cubicBezTo>
                      <a:pt x="10" y="32"/>
                      <a:pt x="22" y="25"/>
                      <a:pt x="31" y="18"/>
                    </a:cubicBezTo>
                    <a:cubicBezTo>
                      <a:pt x="41" y="12"/>
                      <a:pt x="49" y="4"/>
                      <a:pt x="61" y="0"/>
                    </a:cubicBezTo>
                    <a:cubicBezTo>
                      <a:pt x="54" y="2"/>
                      <a:pt x="49" y="7"/>
                      <a:pt x="44" y="11"/>
                    </a:cubicBezTo>
                    <a:cubicBezTo>
                      <a:pt x="38" y="16"/>
                      <a:pt x="31" y="19"/>
                      <a:pt x="26" y="24"/>
                    </a:cubicBezTo>
                    <a:cubicBezTo>
                      <a:pt x="21" y="28"/>
                      <a:pt x="9" y="46"/>
                      <a:pt x="0" y="38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6" name="Freeform 4133">
                <a:extLst>
                  <a:ext uri="{FF2B5EF4-FFF2-40B4-BE49-F238E27FC236}">
                    <a16:creationId xmlns:a16="http://schemas.microsoft.com/office/drawing/2014/main" id="{E26B8ACF-DEDC-4B93-8A07-C8BA86B89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1710"/>
                <a:ext cx="54" cy="13"/>
              </a:xfrm>
              <a:custGeom>
                <a:avLst/>
                <a:gdLst>
                  <a:gd name="T0" fmla="*/ 0 w 53"/>
                  <a:gd name="T1" fmla="*/ 2 h 13"/>
                  <a:gd name="T2" fmla="*/ 25 w 53"/>
                  <a:gd name="T3" fmla="*/ 9 h 13"/>
                  <a:gd name="T4" fmla="*/ 43 w 53"/>
                  <a:gd name="T5" fmla="*/ 4 h 13"/>
                  <a:gd name="T6" fmla="*/ 56 w 53"/>
                  <a:gd name="T7" fmla="*/ 0 h 13"/>
                  <a:gd name="T8" fmla="*/ 54 w 53"/>
                  <a:gd name="T9" fmla="*/ 2 h 13"/>
                  <a:gd name="T10" fmla="*/ 48 w 53"/>
                  <a:gd name="T11" fmla="*/ 7 h 13"/>
                  <a:gd name="T12" fmla="*/ 34 w 53"/>
                  <a:gd name="T13" fmla="*/ 13 h 13"/>
                  <a:gd name="T14" fmla="*/ 12 w 53"/>
                  <a:gd name="T15" fmla="*/ 11 h 13"/>
                  <a:gd name="T16" fmla="*/ 6 w 53"/>
                  <a:gd name="T17" fmla="*/ 9 h 13"/>
                  <a:gd name="T18" fmla="*/ 1 w 53"/>
                  <a:gd name="T19" fmla="*/ 7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13">
                    <a:moveTo>
                      <a:pt x="0" y="2"/>
                    </a:moveTo>
                    <a:cubicBezTo>
                      <a:pt x="7" y="8"/>
                      <a:pt x="15" y="10"/>
                      <a:pt x="25" y="9"/>
                    </a:cubicBezTo>
                    <a:cubicBezTo>
                      <a:pt x="30" y="8"/>
                      <a:pt x="35" y="6"/>
                      <a:pt x="40" y="4"/>
                    </a:cubicBezTo>
                    <a:cubicBezTo>
                      <a:pt x="45" y="3"/>
                      <a:pt x="49" y="0"/>
                      <a:pt x="53" y="0"/>
                    </a:cubicBezTo>
                    <a:cubicBezTo>
                      <a:pt x="52" y="0"/>
                      <a:pt x="52" y="1"/>
                      <a:pt x="51" y="2"/>
                    </a:cubicBezTo>
                    <a:cubicBezTo>
                      <a:pt x="50" y="4"/>
                      <a:pt x="48" y="6"/>
                      <a:pt x="45" y="7"/>
                    </a:cubicBezTo>
                    <a:cubicBezTo>
                      <a:pt x="41" y="10"/>
                      <a:pt x="36" y="12"/>
                      <a:pt x="31" y="13"/>
                    </a:cubicBezTo>
                    <a:cubicBezTo>
                      <a:pt x="25" y="13"/>
                      <a:pt x="18" y="12"/>
                      <a:pt x="12" y="11"/>
                    </a:cubicBezTo>
                    <a:cubicBezTo>
                      <a:pt x="9" y="11"/>
                      <a:pt x="9" y="10"/>
                      <a:pt x="6" y="9"/>
                    </a:cubicBezTo>
                    <a:cubicBezTo>
                      <a:pt x="4" y="8"/>
                      <a:pt x="2" y="8"/>
                      <a:pt x="1" y="7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7" name="Freeform 4134">
                <a:extLst>
                  <a:ext uri="{FF2B5EF4-FFF2-40B4-BE49-F238E27FC236}">
                    <a16:creationId xmlns:a16="http://schemas.microsoft.com/office/drawing/2014/main" id="{29B3DB6A-53A7-4439-B133-5108461D5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1777"/>
                <a:ext cx="21" cy="16"/>
              </a:xfrm>
              <a:custGeom>
                <a:avLst/>
                <a:gdLst>
                  <a:gd name="T0" fmla="*/ 21 w 21"/>
                  <a:gd name="T1" fmla="*/ 0 h 16"/>
                  <a:gd name="T2" fmla="*/ 0 w 21"/>
                  <a:gd name="T3" fmla="*/ 13 h 16"/>
                  <a:gd name="T4" fmla="*/ 18 w 21"/>
                  <a:gd name="T5" fmla="*/ 11 h 16"/>
                  <a:gd name="T6" fmla="*/ 21 w 21"/>
                  <a:gd name="T7" fmla="*/ 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6">
                    <a:moveTo>
                      <a:pt x="21" y="0"/>
                    </a:moveTo>
                    <a:cubicBezTo>
                      <a:pt x="19" y="9"/>
                      <a:pt x="9" y="12"/>
                      <a:pt x="0" y="13"/>
                    </a:cubicBezTo>
                    <a:cubicBezTo>
                      <a:pt x="4" y="16"/>
                      <a:pt x="14" y="14"/>
                      <a:pt x="18" y="11"/>
                    </a:cubicBezTo>
                    <a:cubicBezTo>
                      <a:pt x="21" y="9"/>
                      <a:pt x="21" y="5"/>
                      <a:pt x="21" y="2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8" name="Freeform 4135">
                <a:extLst>
                  <a:ext uri="{FF2B5EF4-FFF2-40B4-BE49-F238E27FC236}">
                    <a16:creationId xmlns:a16="http://schemas.microsoft.com/office/drawing/2014/main" id="{A8E1256E-32FA-41B7-AA6F-3251D064E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794"/>
                <a:ext cx="14" cy="15"/>
              </a:xfrm>
              <a:custGeom>
                <a:avLst/>
                <a:gdLst>
                  <a:gd name="T0" fmla="*/ 16 w 13"/>
                  <a:gd name="T1" fmla="*/ 5 h 14"/>
                  <a:gd name="T2" fmla="*/ 1 w 13"/>
                  <a:gd name="T3" fmla="*/ 17 h 14"/>
                  <a:gd name="T4" fmla="*/ 15 w 13"/>
                  <a:gd name="T5" fmla="*/ 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5"/>
                    </a:moveTo>
                    <a:cubicBezTo>
                      <a:pt x="7" y="5"/>
                      <a:pt x="1" y="10"/>
                      <a:pt x="1" y="14"/>
                    </a:cubicBezTo>
                    <a:cubicBezTo>
                      <a:pt x="0" y="11"/>
                      <a:pt x="7" y="0"/>
                      <a:pt x="12" y="5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9" name="Freeform 4136">
                <a:extLst>
                  <a:ext uri="{FF2B5EF4-FFF2-40B4-BE49-F238E27FC236}">
                    <a16:creationId xmlns:a16="http://schemas.microsoft.com/office/drawing/2014/main" id="{2209ECF6-1360-4F88-B083-608AE4FFE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1852"/>
                <a:ext cx="11" cy="16"/>
              </a:xfrm>
              <a:custGeom>
                <a:avLst/>
                <a:gdLst>
                  <a:gd name="T0" fmla="*/ 0 w 10"/>
                  <a:gd name="T1" fmla="*/ 3 h 15"/>
                  <a:gd name="T2" fmla="*/ 3 w 10"/>
                  <a:gd name="T3" fmla="*/ 18 h 15"/>
                  <a:gd name="T4" fmla="*/ 13 w 10"/>
                  <a:gd name="T5" fmla="*/ 6 h 15"/>
                  <a:gd name="T6" fmla="*/ 2 w 10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0" y="3"/>
                    </a:moveTo>
                    <a:cubicBezTo>
                      <a:pt x="8" y="2"/>
                      <a:pt x="9" y="12"/>
                      <a:pt x="3" y="15"/>
                    </a:cubicBezTo>
                    <a:cubicBezTo>
                      <a:pt x="6" y="12"/>
                      <a:pt x="10" y="9"/>
                      <a:pt x="10" y="6"/>
                    </a:cubicBezTo>
                    <a:cubicBezTo>
                      <a:pt x="10" y="2"/>
                      <a:pt x="6" y="0"/>
                      <a:pt x="2" y="1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0" name="Freeform 4137">
                <a:extLst>
                  <a:ext uri="{FF2B5EF4-FFF2-40B4-BE49-F238E27FC236}">
                    <a16:creationId xmlns:a16="http://schemas.microsoft.com/office/drawing/2014/main" id="{CCC7F9D8-4ADD-417E-913F-F35BC19F4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803"/>
                <a:ext cx="12" cy="13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5 h 12"/>
                  <a:gd name="T4" fmla="*/ 3 w 12"/>
                  <a:gd name="T5" fmla="*/ 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cubicBezTo>
                      <a:pt x="5" y="3"/>
                      <a:pt x="9" y="11"/>
                      <a:pt x="0" y="12"/>
                    </a:cubicBezTo>
                    <a:cubicBezTo>
                      <a:pt x="7" y="11"/>
                      <a:pt x="12" y="3"/>
                      <a:pt x="3" y="2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1" name="Freeform 4138">
                <a:extLst>
                  <a:ext uri="{FF2B5EF4-FFF2-40B4-BE49-F238E27FC236}">
                    <a16:creationId xmlns:a16="http://schemas.microsoft.com/office/drawing/2014/main" id="{9885A05B-286D-4785-AB27-06B57DD55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818"/>
                <a:ext cx="20" cy="12"/>
              </a:xfrm>
              <a:custGeom>
                <a:avLst/>
                <a:gdLst>
                  <a:gd name="T0" fmla="*/ 21 w 19"/>
                  <a:gd name="T1" fmla="*/ 8 h 12"/>
                  <a:gd name="T2" fmla="*/ 0 w 19"/>
                  <a:gd name="T3" fmla="*/ 12 h 12"/>
                  <a:gd name="T4" fmla="*/ 6 w 19"/>
                  <a:gd name="T5" fmla="*/ 3 h 12"/>
                  <a:gd name="T6" fmla="*/ 22 w 19"/>
                  <a:gd name="T7" fmla="*/ 1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8" y="8"/>
                    </a:moveTo>
                    <a:cubicBezTo>
                      <a:pt x="11" y="4"/>
                      <a:pt x="4" y="7"/>
                      <a:pt x="0" y="12"/>
                    </a:cubicBezTo>
                    <a:cubicBezTo>
                      <a:pt x="0" y="9"/>
                      <a:pt x="3" y="5"/>
                      <a:pt x="6" y="3"/>
                    </a:cubicBezTo>
                    <a:cubicBezTo>
                      <a:pt x="13" y="0"/>
                      <a:pt x="16" y="6"/>
                      <a:pt x="19" y="10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2" name="Freeform 4139">
                <a:extLst>
                  <a:ext uri="{FF2B5EF4-FFF2-40B4-BE49-F238E27FC236}">
                    <a16:creationId xmlns:a16="http://schemas.microsoft.com/office/drawing/2014/main" id="{6A398E75-7F1F-41E7-AA29-DBD13B7F0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1761"/>
                <a:ext cx="22" cy="50"/>
              </a:xfrm>
              <a:custGeom>
                <a:avLst/>
                <a:gdLst>
                  <a:gd name="T0" fmla="*/ 22 w 22"/>
                  <a:gd name="T1" fmla="*/ 0 h 49"/>
                  <a:gd name="T2" fmla="*/ 8 w 22"/>
                  <a:gd name="T3" fmla="*/ 31 h 49"/>
                  <a:gd name="T4" fmla="*/ 0 w 22"/>
                  <a:gd name="T5" fmla="*/ 52 h 49"/>
                  <a:gd name="T6" fmla="*/ 5 w 22"/>
                  <a:gd name="T7" fmla="*/ 42 h 49"/>
                  <a:gd name="T8" fmla="*/ 11 w 22"/>
                  <a:gd name="T9" fmla="*/ 24 h 49"/>
                  <a:gd name="T10" fmla="*/ 22 w 22"/>
                  <a:gd name="T11" fmla="*/ 3 h 49"/>
                  <a:gd name="T12" fmla="*/ 20 w 22"/>
                  <a:gd name="T13" fmla="*/ 2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9">
                    <a:moveTo>
                      <a:pt x="22" y="0"/>
                    </a:moveTo>
                    <a:cubicBezTo>
                      <a:pt x="14" y="7"/>
                      <a:pt x="11" y="19"/>
                      <a:pt x="8" y="28"/>
                    </a:cubicBezTo>
                    <a:cubicBezTo>
                      <a:pt x="5" y="35"/>
                      <a:pt x="1" y="43"/>
                      <a:pt x="0" y="49"/>
                    </a:cubicBezTo>
                    <a:cubicBezTo>
                      <a:pt x="3" y="48"/>
                      <a:pt x="4" y="42"/>
                      <a:pt x="5" y="39"/>
                    </a:cubicBezTo>
                    <a:cubicBezTo>
                      <a:pt x="7" y="34"/>
                      <a:pt x="9" y="29"/>
                      <a:pt x="11" y="24"/>
                    </a:cubicBezTo>
                    <a:cubicBezTo>
                      <a:pt x="15" y="17"/>
                      <a:pt x="20" y="10"/>
                      <a:pt x="22" y="3"/>
                    </a:cubicBezTo>
                    <a:cubicBezTo>
                      <a:pt x="21" y="3"/>
                      <a:pt x="21" y="3"/>
                      <a:pt x="20" y="2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3" name="Freeform 4140">
                <a:extLst>
                  <a:ext uri="{FF2B5EF4-FFF2-40B4-BE49-F238E27FC236}">
                    <a16:creationId xmlns:a16="http://schemas.microsoft.com/office/drawing/2014/main" id="{F4EA28E9-B0CD-46C7-8164-51D7AC20E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1699"/>
                <a:ext cx="16" cy="15"/>
              </a:xfrm>
              <a:custGeom>
                <a:avLst/>
                <a:gdLst>
                  <a:gd name="T0" fmla="*/ 14 w 16"/>
                  <a:gd name="T1" fmla="*/ 0 h 14"/>
                  <a:gd name="T2" fmla="*/ 0 w 16"/>
                  <a:gd name="T3" fmla="*/ 10 h 14"/>
                  <a:gd name="T4" fmla="*/ 15 w 16"/>
                  <a:gd name="T5" fmla="*/ 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14" y="0"/>
                    </a:moveTo>
                    <a:cubicBezTo>
                      <a:pt x="13" y="5"/>
                      <a:pt x="6" y="9"/>
                      <a:pt x="0" y="7"/>
                    </a:cubicBezTo>
                    <a:cubicBezTo>
                      <a:pt x="5" y="14"/>
                      <a:pt x="16" y="9"/>
                      <a:pt x="15" y="2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4" name="Freeform 4141">
                <a:extLst>
                  <a:ext uri="{FF2B5EF4-FFF2-40B4-BE49-F238E27FC236}">
                    <a16:creationId xmlns:a16="http://schemas.microsoft.com/office/drawing/2014/main" id="{3D7733A3-C1A5-4719-872A-61CC291C8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773"/>
                <a:ext cx="29" cy="13"/>
              </a:xfrm>
              <a:custGeom>
                <a:avLst/>
                <a:gdLst>
                  <a:gd name="T0" fmla="*/ 0 w 29"/>
                  <a:gd name="T1" fmla="*/ 8 h 13"/>
                  <a:gd name="T2" fmla="*/ 18 w 29"/>
                  <a:gd name="T3" fmla="*/ 11 h 13"/>
                  <a:gd name="T4" fmla="*/ 29 w 29"/>
                  <a:gd name="T5" fmla="*/ 0 h 13"/>
                  <a:gd name="T6" fmla="*/ 16 w 29"/>
                  <a:gd name="T7" fmla="*/ 13 h 13"/>
                  <a:gd name="T8" fmla="*/ 3 w 29"/>
                  <a:gd name="T9" fmla="*/ 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3">
                    <a:moveTo>
                      <a:pt x="0" y="8"/>
                    </a:moveTo>
                    <a:cubicBezTo>
                      <a:pt x="5" y="11"/>
                      <a:pt x="13" y="13"/>
                      <a:pt x="18" y="11"/>
                    </a:cubicBezTo>
                    <a:cubicBezTo>
                      <a:pt x="23" y="9"/>
                      <a:pt x="27" y="4"/>
                      <a:pt x="29" y="0"/>
                    </a:cubicBezTo>
                    <a:cubicBezTo>
                      <a:pt x="29" y="7"/>
                      <a:pt x="25" y="13"/>
                      <a:pt x="16" y="13"/>
                    </a:cubicBezTo>
                    <a:cubicBezTo>
                      <a:pt x="12" y="13"/>
                      <a:pt x="6" y="12"/>
                      <a:pt x="3" y="9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5" name="Freeform 4142">
                <a:extLst>
                  <a:ext uri="{FF2B5EF4-FFF2-40B4-BE49-F238E27FC236}">
                    <a16:creationId xmlns:a16="http://schemas.microsoft.com/office/drawing/2014/main" id="{4554D7EA-B54E-4F30-8BC8-9B7D74E76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889"/>
                <a:ext cx="12" cy="12"/>
              </a:xfrm>
              <a:custGeom>
                <a:avLst/>
                <a:gdLst>
                  <a:gd name="T0" fmla="*/ 5 w 12"/>
                  <a:gd name="T1" fmla="*/ 0 h 12"/>
                  <a:gd name="T2" fmla="*/ 12 w 12"/>
                  <a:gd name="T3" fmla="*/ 8 h 12"/>
                  <a:gd name="T4" fmla="*/ 1 w 12"/>
                  <a:gd name="T5" fmla="*/ 7 h 12"/>
                  <a:gd name="T6" fmla="*/ 4 w 12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5" y="0"/>
                    </a:moveTo>
                    <a:cubicBezTo>
                      <a:pt x="3" y="3"/>
                      <a:pt x="7" y="12"/>
                      <a:pt x="12" y="8"/>
                    </a:cubicBezTo>
                    <a:cubicBezTo>
                      <a:pt x="9" y="10"/>
                      <a:pt x="3" y="10"/>
                      <a:pt x="1" y="7"/>
                    </a:cubicBezTo>
                    <a:cubicBezTo>
                      <a:pt x="0" y="5"/>
                      <a:pt x="1" y="1"/>
                      <a:pt x="4" y="1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6" name="Freeform 4143">
                <a:extLst>
                  <a:ext uri="{FF2B5EF4-FFF2-40B4-BE49-F238E27FC236}">
                    <a16:creationId xmlns:a16="http://schemas.microsoft.com/office/drawing/2014/main" id="{F08719B1-4E78-4B15-9283-E96FDE800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779"/>
                <a:ext cx="18" cy="14"/>
              </a:xfrm>
              <a:custGeom>
                <a:avLst/>
                <a:gdLst>
                  <a:gd name="T0" fmla="*/ 18 w 18"/>
                  <a:gd name="T1" fmla="*/ 1 h 14"/>
                  <a:gd name="T2" fmla="*/ 9 w 18"/>
                  <a:gd name="T3" fmla="*/ 5 h 14"/>
                  <a:gd name="T4" fmla="*/ 12 w 18"/>
                  <a:gd name="T5" fmla="*/ 14 h 14"/>
                  <a:gd name="T6" fmla="*/ 17 w 18"/>
                  <a:gd name="T7" fmla="*/ 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18" y="1"/>
                    </a:moveTo>
                    <a:cubicBezTo>
                      <a:pt x="15" y="0"/>
                      <a:pt x="10" y="3"/>
                      <a:pt x="9" y="5"/>
                    </a:cubicBezTo>
                    <a:cubicBezTo>
                      <a:pt x="7" y="8"/>
                      <a:pt x="9" y="11"/>
                      <a:pt x="12" y="14"/>
                    </a:cubicBezTo>
                    <a:cubicBezTo>
                      <a:pt x="0" y="10"/>
                      <a:pt x="6" y="2"/>
                      <a:pt x="17" y="1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7" name="Freeform 4144">
                <a:extLst>
                  <a:ext uri="{FF2B5EF4-FFF2-40B4-BE49-F238E27FC236}">
                    <a16:creationId xmlns:a16="http://schemas.microsoft.com/office/drawing/2014/main" id="{0759ADB1-0CAA-4C69-8996-67AD8B045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798"/>
                <a:ext cx="18" cy="43"/>
              </a:xfrm>
              <a:custGeom>
                <a:avLst/>
                <a:gdLst>
                  <a:gd name="T0" fmla="*/ 11 w 18"/>
                  <a:gd name="T1" fmla="*/ 0 h 42"/>
                  <a:gd name="T2" fmla="*/ 8 w 18"/>
                  <a:gd name="T3" fmla="*/ 14 h 42"/>
                  <a:gd name="T4" fmla="*/ 0 w 18"/>
                  <a:gd name="T5" fmla="*/ 45 h 42"/>
                  <a:gd name="T6" fmla="*/ 13 w 18"/>
                  <a:gd name="T7" fmla="*/ 11 h 42"/>
                  <a:gd name="T8" fmla="*/ 13 w 18"/>
                  <a:gd name="T9" fmla="*/ 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2">
                    <a:moveTo>
                      <a:pt x="11" y="0"/>
                    </a:moveTo>
                    <a:cubicBezTo>
                      <a:pt x="18" y="0"/>
                      <a:pt x="9" y="13"/>
                      <a:pt x="8" y="14"/>
                    </a:cubicBezTo>
                    <a:cubicBezTo>
                      <a:pt x="4" y="23"/>
                      <a:pt x="0" y="33"/>
                      <a:pt x="0" y="42"/>
                    </a:cubicBezTo>
                    <a:cubicBezTo>
                      <a:pt x="2" y="31"/>
                      <a:pt x="10" y="21"/>
                      <a:pt x="13" y="11"/>
                    </a:cubicBezTo>
                    <a:cubicBezTo>
                      <a:pt x="14" y="8"/>
                      <a:pt x="18" y="1"/>
                      <a:pt x="13" y="1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8" name="Freeform 4145">
                <a:extLst>
                  <a:ext uri="{FF2B5EF4-FFF2-40B4-BE49-F238E27FC236}">
                    <a16:creationId xmlns:a16="http://schemas.microsoft.com/office/drawing/2014/main" id="{2AF5FEA9-864F-4DCB-9E1A-71D397FAA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788"/>
                <a:ext cx="53" cy="45"/>
              </a:xfrm>
              <a:custGeom>
                <a:avLst/>
                <a:gdLst>
                  <a:gd name="T0" fmla="*/ 55 w 52"/>
                  <a:gd name="T1" fmla="*/ 0 h 44"/>
                  <a:gd name="T2" fmla="*/ 42 w 52"/>
                  <a:gd name="T3" fmla="*/ 10 h 44"/>
                  <a:gd name="T4" fmla="*/ 24 w 52"/>
                  <a:gd name="T5" fmla="*/ 25 h 44"/>
                  <a:gd name="T6" fmla="*/ 0 w 52"/>
                  <a:gd name="T7" fmla="*/ 47 h 44"/>
                  <a:gd name="T8" fmla="*/ 17 w 52"/>
                  <a:gd name="T9" fmla="*/ 36 h 44"/>
                  <a:gd name="T10" fmla="*/ 36 w 52"/>
                  <a:gd name="T11" fmla="*/ 19 h 44"/>
                  <a:gd name="T12" fmla="*/ 52 w 52"/>
                  <a:gd name="T13" fmla="*/ 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4">
                    <a:moveTo>
                      <a:pt x="52" y="0"/>
                    </a:moveTo>
                    <a:cubicBezTo>
                      <a:pt x="48" y="3"/>
                      <a:pt x="43" y="6"/>
                      <a:pt x="39" y="10"/>
                    </a:cubicBezTo>
                    <a:cubicBezTo>
                      <a:pt x="34" y="14"/>
                      <a:pt x="29" y="18"/>
                      <a:pt x="24" y="22"/>
                    </a:cubicBezTo>
                    <a:cubicBezTo>
                      <a:pt x="16" y="29"/>
                      <a:pt x="5" y="36"/>
                      <a:pt x="0" y="44"/>
                    </a:cubicBezTo>
                    <a:cubicBezTo>
                      <a:pt x="6" y="42"/>
                      <a:pt x="12" y="37"/>
                      <a:pt x="17" y="33"/>
                    </a:cubicBezTo>
                    <a:cubicBezTo>
                      <a:pt x="22" y="28"/>
                      <a:pt x="27" y="24"/>
                      <a:pt x="33" y="19"/>
                    </a:cubicBezTo>
                    <a:cubicBezTo>
                      <a:pt x="39" y="13"/>
                      <a:pt x="43" y="7"/>
                      <a:pt x="49" y="1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9" name="Freeform 4146">
                <a:extLst>
                  <a:ext uri="{FF2B5EF4-FFF2-40B4-BE49-F238E27FC236}">
                    <a16:creationId xmlns:a16="http://schemas.microsoft.com/office/drawing/2014/main" id="{0BDF5E95-5412-4D67-A8F7-363C0DA91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926"/>
                <a:ext cx="10" cy="19"/>
              </a:xfrm>
              <a:custGeom>
                <a:avLst/>
                <a:gdLst>
                  <a:gd name="T0" fmla="*/ 0 w 10"/>
                  <a:gd name="T1" fmla="*/ 4 h 19"/>
                  <a:gd name="T2" fmla="*/ 6 w 10"/>
                  <a:gd name="T3" fmla="*/ 7 h 19"/>
                  <a:gd name="T4" fmla="*/ 6 w 10"/>
                  <a:gd name="T5" fmla="*/ 19 h 19"/>
                  <a:gd name="T6" fmla="*/ 8 w 10"/>
                  <a:gd name="T7" fmla="*/ 12 h 19"/>
                  <a:gd name="T8" fmla="*/ 10 w 10"/>
                  <a:gd name="T9" fmla="*/ 4 h 19"/>
                  <a:gd name="T10" fmla="*/ 1 w 10"/>
                  <a:gd name="T11" fmla="*/ 4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9">
                    <a:moveTo>
                      <a:pt x="0" y="4"/>
                    </a:moveTo>
                    <a:cubicBezTo>
                      <a:pt x="4" y="3"/>
                      <a:pt x="5" y="3"/>
                      <a:pt x="6" y="7"/>
                    </a:cubicBezTo>
                    <a:cubicBezTo>
                      <a:pt x="7" y="11"/>
                      <a:pt x="7" y="15"/>
                      <a:pt x="6" y="19"/>
                    </a:cubicBezTo>
                    <a:cubicBezTo>
                      <a:pt x="7" y="17"/>
                      <a:pt x="7" y="14"/>
                      <a:pt x="8" y="12"/>
                    </a:cubicBezTo>
                    <a:cubicBezTo>
                      <a:pt x="9" y="10"/>
                      <a:pt x="10" y="7"/>
                      <a:pt x="10" y="4"/>
                    </a:cubicBezTo>
                    <a:cubicBezTo>
                      <a:pt x="9" y="0"/>
                      <a:pt x="4" y="1"/>
                      <a:pt x="1" y="4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0" name="Freeform 4147">
                <a:extLst>
                  <a:ext uri="{FF2B5EF4-FFF2-40B4-BE49-F238E27FC236}">
                    <a16:creationId xmlns:a16="http://schemas.microsoft.com/office/drawing/2014/main" id="{52DBE1C9-EEB1-4371-BD3F-73A46C676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97"/>
                <a:ext cx="32" cy="37"/>
              </a:xfrm>
              <a:custGeom>
                <a:avLst/>
                <a:gdLst>
                  <a:gd name="T0" fmla="*/ 25 w 31"/>
                  <a:gd name="T1" fmla="*/ 0 h 36"/>
                  <a:gd name="T2" fmla="*/ 22 w 31"/>
                  <a:gd name="T3" fmla="*/ 9 h 36"/>
                  <a:gd name="T4" fmla="*/ 8 w 31"/>
                  <a:gd name="T5" fmla="*/ 23 h 36"/>
                  <a:gd name="T6" fmla="*/ 1 w 31"/>
                  <a:gd name="T7" fmla="*/ 39 h 36"/>
                  <a:gd name="T8" fmla="*/ 11 w 31"/>
                  <a:gd name="T9" fmla="*/ 25 h 36"/>
                  <a:gd name="T10" fmla="*/ 27 w 31"/>
                  <a:gd name="T11" fmla="*/ 9 h 36"/>
                  <a:gd name="T12" fmla="*/ 32 w 31"/>
                  <a:gd name="T13" fmla="*/ 3 h 36"/>
                  <a:gd name="T14" fmla="*/ 25 w 31"/>
                  <a:gd name="T15" fmla="*/ 1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6">
                    <a:moveTo>
                      <a:pt x="22" y="0"/>
                    </a:moveTo>
                    <a:cubicBezTo>
                      <a:pt x="31" y="0"/>
                      <a:pt x="22" y="7"/>
                      <a:pt x="19" y="9"/>
                    </a:cubicBezTo>
                    <a:cubicBezTo>
                      <a:pt x="15" y="12"/>
                      <a:pt x="11" y="15"/>
                      <a:pt x="8" y="20"/>
                    </a:cubicBezTo>
                    <a:cubicBezTo>
                      <a:pt x="5" y="25"/>
                      <a:pt x="0" y="31"/>
                      <a:pt x="1" y="36"/>
                    </a:cubicBezTo>
                    <a:cubicBezTo>
                      <a:pt x="2" y="31"/>
                      <a:pt x="7" y="26"/>
                      <a:pt x="11" y="22"/>
                    </a:cubicBezTo>
                    <a:cubicBezTo>
                      <a:pt x="14" y="17"/>
                      <a:pt x="19" y="13"/>
                      <a:pt x="24" y="9"/>
                    </a:cubicBezTo>
                    <a:cubicBezTo>
                      <a:pt x="25" y="8"/>
                      <a:pt x="29" y="4"/>
                      <a:pt x="29" y="3"/>
                    </a:cubicBezTo>
                    <a:cubicBezTo>
                      <a:pt x="28" y="1"/>
                      <a:pt x="24" y="1"/>
                      <a:pt x="22" y="1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1" name="Freeform 4148">
                <a:extLst>
                  <a:ext uri="{FF2B5EF4-FFF2-40B4-BE49-F238E27FC236}">
                    <a16:creationId xmlns:a16="http://schemas.microsoft.com/office/drawing/2014/main" id="{5DC6066F-075B-4970-A8BD-3F1EAFA1C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106"/>
                <a:ext cx="12" cy="12"/>
              </a:xfrm>
              <a:custGeom>
                <a:avLst/>
                <a:gdLst>
                  <a:gd name="T0" fmla="*/ 0 w 12"/>
                  <a:gd name="T1" fmla="*/ 2 h 11"/>
                  <a:gd name="T2" fmla="*/ 8 w 12"/>
                  <a:gd name="T3" fmla="*/ 3 h 11"/>
                  <a:gd name="T4" fmla="*/ 8 w 12"/>
                  <a:gd name="T5" fmla="*/ 14 h 11"/>
                  <a:gd name="T6" fmla="*/ 12 w 12"/>
                  <a:gd name="T7" fmla="*/ 5 h 11"/>
                  <a:gd name="T8" fmla="*/ 3 w 12"/>
                  <a:gd name="T9" fmla="*/ 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2"/>
                    </a:moveTo>
                    <a:cubicBezTo>
                      <a:pt x="3" y="2"/>
                      <a:pt x="6" y="0"/>
                      <a:pt x="8" y="3"/>
                    </a:cubicBezTo>
                    <a:cubicBezTo>
                      <a:pt x="9" y="5"/>
                      <a:pt x="9" y="9"/>
                      <a:pt x="8" y="11"/>
                    </a:cubicBezTo>
                    <a:cubicBezTo>
                      <a:pt x="10" y="9"/>
                      <a:pt x="12" y="7"/>
                      <a:pt x="12" y="5"/>
                    </a:cubicBezTo>
                    <a:cubicBezTo>
                      <a:pt x="11" y="2"/>
                      <a:pt x="7" y="1"/>
                      <a:pt x="3" y="2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2" name="Freeform 4149">
                <a:extLst>
                  <a:ext uri="{FF2B5EF4-FFF2-40B4-BE49-F238E27FC236}">
                    <a16:creationId xmlns:a16="http://schemas.microsoft.com/office/drawing/2014/main" id="{B25C4C05-0697-4522-9973-601257672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029"/>
                <a:ext cx="14" cy="12"/>
              </a:xfrm>
              <a:custGeom>
                <a:avLst/>
                <a:gdLst>
                  <a:gd name="T0" fmla="*/ 14 w 14"/>
                  <a:gd name="T1" fmla="*/ 5 h 12"/>
                  <a:gd name="T2" fmla="*/ 2 w 14"/>
                  <a:gd name="T3" fmla="*/ 12 h 12"/>
                  <a:gd name="T4" fmla="*/ 2 w 14"/>
                  <a:gd name="T5" fmla="*/ 5 h 12"/>
                  <a:gd name="T6" fmla="*/ 7 w 14"/>
                  <a:gd name="T7" fmla="*/ 1 h 12"/>
                  <a:gd name="T8" fmla="*/ 13 w 14"/>
                  <a:gd name="T9" fmla="*/ 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14" y="5"/>
                    </a:moveTo>
                    <a:cubicBezTo>
                      <a:pt x="7" y="2"/>
                      <a:pt x="5" y="8"/>
                      <a:pt x="2" y="12"/>
                    </a:cubicBezTo>
                    <a:cubicBezTo>
                      <a:pt x="2" y="9"/>
                      <a:pt x="0" y="7"/>
                      <a:pt x="2" y="5"/>
                    </a:cubicBezTo>
                    <a:cubicBezTo>
                      <a:pt x="3" y="3"/>
                      <a:pt x="5" y="1"/>
                      <a:pt x="7" y="1"/>
                    </a:cubicBezTo>
                    <a:cubicBezTo>
                      <a:pt x="11" y="0"/>
                      <a:pt x="11" y="2"/>
                      <a:pt x="13" y="4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3" name="Freeform 4150">
                <a:extLst>
                  <a:ext uri="{FF2B5EF4-FFF2-40B4-BE49-F238E27FC236}">
                    <a16:creationId xmlns:a16="http://schemas.microsoft.com/office/drawing/2014/main" id="{EDFD04CC-E349-4C24-BD41-4F1E241FF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977"/>
                <a:ext cx="12" cy="14"/>
              </a:xfrm>
              <a:custGeom>
                <a:avLst/>
                <a:gdLst>
                  <a:gd name="T0" fmla="*/ 12 w 12"/>
                  <a:gd name="T1" fmla="*/ 3 h 14"/>
                  <a:gd name="T2" fmla="*/ 3 w 12"/>
                  <a:gd name="T3" fmla="*/ 14 h 14"/>
                  <a:gd name="T4" fmla="*/ 9 w 12"/>
                  <a:gd name="T5" fmla="*/ 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3"/>
                    </a:moveTo>
                    <a:cubicBezTo>
                      <a:pt x="4" y="0"/>
                      <a:pt x="3" y="10"/>
                      <a:pt x="3" y="14"/>
                    </a:cubicBezTo>
                    <a:cubicBezTo>
                      <a:pt x="0" y="9"/>
                      <a:pt x="0" y="3"/>
                      <a:pt x="9" y="3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4" name="Freeform 4151">
                <a:extLst>
                  <a:ext uri="{FF2B5EF4-FFF2-40B4-BE49-F238E27FC236}">
                    <a16:creationId xmlns:a16="http://schemas.microsoft.com/office/drawing/2014/main" id="{C483DCFC-67BF-48D3-95F0-9C3ABF50B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086"/>
                <a:ext cx="15" cy="18"/>
              </a:xfrm>
              <a:custGeom>
                <a:avLst/>
                <a:gdLst>
                  <a:gd name="T0" fmla="*/ 0 w 15"/>
                  <a:gd name="T1" fmla="*/ 12 h 18"/>
                  <a:gd name="T2" fmla="*/ 10 w 15"/>
                  <a:gd name="T3" fmla="*/ 10 h 18"/>
                  <a:gd name="T4" fmla="*/ 15 w 15"/>
                  <a:gd name="T5" fmla="*/ 18 h 18"/>
                  <a:gd name="T6" fmla="*/ 3 w 15"/>
                  <a:gd name="T7" fmla="*/ 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0" y="12"/>
                    </a:moveTo>
                    <a:cubicBezTo>
                      <a:pt x="2" y="11"/>
                      <a:pt x="7" y="9"/>
                      <a:pt x="10" y="10"/>
                    </a:cubicBezTo>
                    <a:cubicBezTo>
                      <a:pt x="14" y="11"/>
                      <a:pt x="14" y="15"/>
                      <a:pt x="15" y="18"/>
                    </a:cubicBezTo>
                    <a:cubicBezTo>
                      <a:pt x="15" y="13"/>
                      <a:pt x="12" y="0"/>
                      <a:pt x="3" y="9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5" name="Freeform 4152">
                <a:extLst>
                  <a:ext uri="{FF2B5EF4-FFF2-40B4-BE49-F238E27FC236}">
                    <a16:creationId xmlns:a16="http://schemas.microsoft.com/office/drawing/2014/main" id="{643E2B56-218D-4BB9-A5B0-940E1E95C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079"/>
                <a:ext cx="16" cy="13"/>
              </a:xfrm>
              <a:custGeom>
                <a:avLst/>
                <a:gdLst>
                  <a:gd name="T0" fmla="*/ 0 w 16"/>
                  <a:gd name="T1" fmla="*/ 7 h 13"/>
                  <a:gd name="T2" fmla="*/ 9 w 16"/>
                  <a:gd name="T3" fmla="*/ 4 h 13"/>
                  <a:gd name="T4" fmla="*/ 16 w 16"/>
                  <a:gd name="T5" fmla="*/ 13 h 13"/>
                  <a:gd name="T6" fmla="*/ 13 w 16"/>
                  <a:gd name="T7" fmla="*/ 5 h 13"/>
                  <a:gd name="T8" fmla="*/ 2 w 16"/>
                  <a:gd name="T9" fmla="*/ 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0" y="7"/>
                    </a:moveTo>
                    <a:cubicBezTo>
                      <a:pt x="2" y="6"/>
                      <a:pt x="7" y="4"/>
                      <a:pt x="9" y="4"/>
                    </a:cubicBezTo>
                    <a:cubicBezTo>
                      <a:pt x="13" y="5"/>
                      <a:pt x="15" y="11"/>
                      <a:pt x="16" y="13"/>
                    </a:cubicBezTo>
                    <a:cubicBezTo>
                      <a:pt x="15" y="11"/>
                      <a:pt x="14" y="7"/>
                      <a:pt x="13" y="5"/>
                    </a:cubicBezTo>
                    <a:cubicBezTo>
                      <a:pt x="9" y="0"/>
                      <a:pt x="5" y="4"/>
                      <a:pt x="2" y="7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6" name="Freeform 4153">
                <a:extLst>
                  <a:ext uri="{FF2B5EF4-FFF2-40B4-BE49-F238E27FC236}">
                    <a16:creationId xmlns:a16="http://schemas.microsoft.com/office/drawing/2014/main" id="{0A409C94-8569-4643-B2AD-91BE3E3D5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79"/>
                <a:ext cx="11" cy="18"/>
              </a:xfrm>
              <a:custGeom>
                <a:avLst/>
                <a:gdLst>
                  <a:gd name="T0" fmla="*/ 11 w 11"/>
                  <a:gd name="T1" fmla="*/ 10 h 18"/>
                  <a:gd name="T2" fmla="*/ 4 w 11"/>
                  <a:gd name="T3" fmla="*/ 18 h 18"/>
                  <a:gd name="T4" fmla="*/ 9 w 11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11" y="10"/>
                    </a:moveTo>
                    <a:cubicBezTo>
                      <a:pt x="5" y="6"/>
                      <a:pt x="4" y="14"/>
                      <a:pt x="4" y="18"/>
                    </a:cubicBezTo>
                    <a:cubicBezTo>
                      <a:pt x="2" y="14"/>
                      <a:pt x="0" y="0"/>
                      <a:pt x="9" y="6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7" name="Freeform 4154">
                <a:extLst>
                  <a:ext uri="{FF2B5EF4-FFF2-40B4-BE49-F238E27FC236}">
                    <a16:creationId xmlns:a16="http://schemas.microsoft.com/office/drawing/2014/main" id="{91AEE7D5-FECC-49FD-9E51-D810E82C6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868"/>
                <a:ext cx="13" cy="17"/>
              </a:xfrm>
              <a:custGeom>
                <a:avLst/>
                <a:gdLst>
                  <a:gd name="T0" fmla="*/ 15 w 12"/>
                  <a:gd name="T1" fmla="*/ 5 h 17"/>
                  <a:gd name="T2" fmla="*/ 11 w 12"/>
                  <a:gd name="T3" fmla="*/ 17 h 17"/>
                  <a:gd name="T4" fmla="*/ 11 w 12"/>
                  <a:gd name="T5" fmla="*/ 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12" y="5"/>
                    </a:moveTo>
                    <a:cubicBezTo>
                      <a:pt x="6" y="0"/>
                      <a:pt x="7" y="15"/>
                      <a:pt x="8" y="17"/>
                    </a:cubicBezTo>
                    <a:cubicBezTo>
                      <a:pt x="3" y="14"/>
                      <a:pt x="0" y="6"/>
                      <a:pt x="8" y="4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8" name="Freeform 4155">
                <a:extLst>
                  <a:ext uri="{FF2B5EF4-FFF2-40B4-BE49-F238E27FC236}">
                    <a16:creationId xmlns:a16="http://schemas.microsoft.com/office/drawing/2014/main" id="{9B06BD9E-D417-4F4A-89EA-8D079BD01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876"/>
                <a:ext cx="12" cy="16"/>
              </a:xfrm>
              <a:custGeom>
                <a:avLst/>
                <a:gdLst>
                  <a:gd name="T0" fmla="*/ 0 w 11"/>
                  <a:gd name="T1" fmla="*/ 7 h 16"/>
                  <a:gd name="T2" fmla="*/ 12 w 11"/>
                  <a:gd name="T3" fmla="*/ 16 h 16"/>
                  <a:gd name="T4" fmla="*/ 13 w 11"/>
                  <a:gd name="T5" fmla="*/ 9 h 16"/>
                  <a:gd name="T6" fmla="*/ 3 w 11"/>
                  <a:gd name="T7" fmla="*/ 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0" y="7"/>
                    </a:moveTo>
                    <a:cubicBezTo>
                      <a:pt x="7" y="0"/>
                      <a:pt x="9" y="13"/>
                      <a:pt x="9" y="16"/>
                    </a:cubicBezTo>
                    <a:cubicBezTo>
                      <a:pt x="10" y="14"/>
                      <a:pt x="11" y="11"/>
                      <a:pt x="10" y="9"/>
                    </a:cubicBezTo>
                    <a:cubicBezTo>
                      <a:pt x="9" y="6"/>
                      <a:pt x="5" y="3"/>
                      <a:pt x="3" y="7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9" name="Freeform 4156">
                <a:extLst>
                  <a:ext uri="{FF2B5EF4-FFF2-40B4-BE49-F238E27FC236}">
                    <a16:creationId xmlns:a16="http://schemas.microsoft.com/office/drawing/2014/main" id="{767E0518-5AD9-42B4-9E8B-574FE397B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1841"/>
                <a:ext cx="12" cy="11"/>
              </a:xfrm>
              <a:custGeom>
                <a:avLst/>
                <a:gdLst>
                  <a:gd name="T0" fmla="*/ 0 w 12"/>
                  <a:gd name="T1" fmla="*/ 7 h 11"/>
                  <a:gd name="T2" fmla="*/ 12 w 12"/>
                  <a:gd name="T3" fmla="*/ 11 h 11"/>
                  <a:gd name="T4" fmla="*/ 1 w 12"/>
                  <a:gd name="T5" fmla="*/ 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1" y="1"/>
                      <a:pt x="11" y="7"/>
                      <a:pt x="12" y="11"/>
                    </a:cubicBezTo>
                    <a:cubicBezTo>
                      <a:pt x="11" y="6"/>
                      <a:pt x="5" y="0"/>
                      <a:pt x="1" y="7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70" name="Freeform 4157">
                <a:extLst>
                  <a:ext uri="{FF2B5EF4-FFF2-40B4-BE49-F238E27FC236}">
                    <a16:creationId xmlns:a16="http://schemas.microsoft.com/office/drawing/2014/main" id="{963E1C19-EBB8-4169-BB83-00F7BC421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843"/>
                <a:ext cx="22" cy="14"/>
              </a:xfrm>
              <a:custGeom>
                <a:avLst/>
                <a:gdLst>
                  <a:gd name="T0" fmla="*/ 0 w 21"/>
                  <a:gd name="T1" fmla="*/ 0 h 14"/>
                  <a:gd name="T2" fmla="*/ 18 w 21"/>
                  <a:gd name="T3" fmla="*/ 14 h 14"/>
                  <a:gd name="T4" fmla="*/ 16 w 21"/>
                  <a:gd name="T5" fmla="*/ 4 h 14"/>
                  <a:gd name="T6" fmla="*/ 0 w 21"/>
                  <a:gd name="T7" fmla="*/ 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0" y="0"/>
                    </a:moveTo>
                    <a:cubicBezTo>
                      <a:pt x="5" y="1"/>
                      <a:pt x="21" y="7"/>
                      <a:pt x="15" y="14"/>
                    </a:cubicBezTo>
                    <a:cubicBezTo>
                      <a:pt x="18" y="10"/>
                      <a:pt x="17" y="6"/>
                      <a:pt x="13" y="4"/>
                    </a:cubicBezTo>
                    <a:cubicBezTo>
                      <a:pt x="10" y="1"/>
                      <a:pt x="3" y="4"/>
                      <a:pt x="0" y="1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71" name="Freeform 4158">
                <a:extLst>
                  <a:ext uri="{FF2B5EF4-FFF2-40B4-BE49-F238E27FC236}">
                    <a16:creationId xmlns:a16="http://schemas.microsoft.com/office/drawing/2014/main" id="{A365A2DE-41E9-41B3-9B19-F58BF19C9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784"/>
                <a:ext cx="26" cy="8"/>
              </a:xfrm>
              <a:custGeom>
                <a:avLst/>
                <a:gdLst>
                  <a:gd name="T0" fmla="*/ 0 w 26"/>
                  <a:gd name="T1" fmla="*/ 2 h 8"/>
                  <a:gd name="T2" fmla="*/ 26 w 26"/>
                  <a:gd name="T3" fmla="*/ 0 h 8"/>
                  <a:gd name="T4" fmla="*/ 0 w 26"/>
                  <a:gd name="T5" fmla="*/ 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">
                    <a:moveTo>
                      <a:pt x="0" y="2"/>
                    </a:moveTo>
                    <a:cubicBezTo>
                      <a:pt x="7" y="3"/>
                      <a:pt x="21" y="6"/>
                      <a:pt x="26" y="0"/>
                    </a:cubicBezTo>
                    <a:cubicBezTo>
                      <a:pt x="21" y="6"/>
                      <a:pt x="6" y="8"/>
                      <a:pt x="0" y="4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72" name="Freeform 4159">
                <a:extLst>
                  <a:ext uri="{FF2B5EF4-FFF2-40B4-BE49-F238E27FC236}">
                    <a16:creationId xmlns:a16="http://schemas.microsoft.com/office/drawing/2014/main" id="{7BB62CBF-B4DF-46D5-8211-C77F03C79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687"/>
                <a:ext cx="14" cy="13"/>
              </a:xfrm>
              <a:custGeom>
                <a:avLst/>
                <a:gdLst>
                  <a:gd name="T0" fmla="*/ 7 w 14"/>
                  <a:gd name="T1" fmla="*/ 0 h 13"/>
                  <a:gd name="T2" fmla="*/ 0 w 14"/>
                  <a:gd name="T3" fmla="*/ 13 h 13"/>
                  <a:gd name="T4" fmla="*/ 9 w 14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7" y="0"/>
                    </a:moveTo>
                    <a:cubicBezTo>
                      <a:pt x="8" y="4"/>
                      <a:pt x="6" y="10"/>
                      <a:pt x="0" y="13"/>
                    </a:cubicBezTo>
                    <a:cubicBezTo>
                      <a:pt x="6" y="11"/>
                      <a:pt x="14" y="5"/>
                      <a:pt x="9" y="0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73" name="Freeform 4160">
                <a:extLst>
                  <a:ext uri="{FF2B5EF4-FFF2-40B4-BE49-F238E27FC236}">
                    <a16:creationId xmlns:a16="http://schemas.microsoft.com/office/drawing/2014/main" id="{435DF44B-4BA9-467E-B12F-8249CA102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936"/>
                <a:ext cx="1" cy="40"/>
              </a:xfrm>
              <a:custGeom>
                <a:avLst/>
                <a:gdLst>
                  <a:gd name="T0" fmla="*/ 1 w 1"/>
                  <a:gd name="T1" fmla="*/ 0 h 39"/>
                  <a:gd name="T2" fmla="*/ 0 w 1"/>
                  <a:gd name="T3" fmla="*/ 42 h 39"/>
                  <a:gd name="T4" fmla="*/ 0 w 1"/>
                  <a:gd name="T5" fmla="*/ 15 h 39"/>
                  <a:gd name="T6" fmla="*/ 1 w 1"/>
                  <a:gd name="T7" fmla="*/ 1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9">
                    <a:moveTo>
                      <a:pt x="1" y="0"/>
                    </a:moveTo>
                    <a:cubicBezTo>
                      <a:pt x="1" y="13"/>
                      <a:pt x="0" y="26"/>
                      <a:pt x="0" y="39"/>
                    </a:cubicBezTo>
                    <a:cubicBezTo>
                      <a:pt x="0" y="31"/>
                      <a:pt x="0" y="23"/>
                      <a:pt x="0" y="15"/>
                    </a:cubicBezTo>
                    <a:cubicBezTo>
                      <a:pt x="0" y="10"/>
                      <a:pt x="1" y="5"/>
                      <a:pt x="1" y="1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74" name="Freeform 4161">
                <a:extLst>
                  <a:ext uri="{FF2B5EF4-FFF2-40B4-BE49-F238E27FC236}">
                    <a16:creationId xmlns:a16="http://schemas.microsoft.com/office/drawing/2014/main" id="{4FC5567B-3729-45EF-A881-3FF605C35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1903"/>
                <a:ext cx="57" cy="22"/>
              </a:xfrm>
              <a:custGeom>
                <a:avLst/>
                <a:gdLst>
                  <a:gd name="T0" fmla="*/ 0 w 56"/>
                  <a:gd name="T1" fmla="*/ 22 h 21"/>
                  <a:gd name="T2" fmla="*/ 7 w 56"/>
                  <a:gd name="T3" fmla="*/ 19 h 21"/>
                  <a:gd name="T4" fmla="*/ 26 w 56"/>
                  <a:gd name="T5" fmla="*/ 8 h 21"/>
                  <a:gd name="T6" fmla="*/ 59 w 56"/>
                  <a:gd name="T7" fmla="*/ 0 h 21"/>
                  <a:gd name="T8" fmla="*/ 1 w 56"/>
                  <a:gd name="T9" fmla="*/ 2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1">
                    <a:moveTo>
                      <a:pt x="0" y="19"/>
                    </a:moveTo>
                    <a:cubicBezTo>
                      <a:pt x="2" y="18"/>
                      <a:pt x="4" y="17"/>
                      <a:pt x="7" y="16"/>
                    </a:cubicBezTo>
                    <a:cubicBezTo>
                      <a:pt x="13" y="13"/>
                      <a:pt x="20" y="11"/>
                      <a:pt x="26" y="8"/>
                    </a:cubicBezTo>
                    <a:cubicBezTo>
                      <a:pt x="36" y="4"/>
                      <a:pt x="46" y="1"/>
                      <a:pt x="56" y="0"/>
                    </a:cubicBezTo>
                    <a:cubicBezTo>
                      <a:pt x="37" y="5"/>
                      <a:pt x="19" y="12"/>
                      <a:pt x="1" y="21"/>
                    </a:cubicBezTo>
                  </a:path>
                </a:pathLst>
              </a:custGeom>
              <a:solidFill>
                <a:srgbClr val="417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75" name="Freeform 4162">
                <a:extLst>
                  <a:ext uri="{FF2B5EF4-FFF2-40B4-BE49-F238E27FC236}">
                    <a16:creationId xmlns:a16="http://schemas.microsoft.com/office/drawing/2014/main" id="{C11E41B5-BAAC-4EFE-B054-ECF761C84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003"/>
                <a:ext cx="34" cy="23"/>
              </a:xfrm>
              <a:custGeom>
                <a:avLst/>
                <a:gdLst>
                  <a:gd name="T0" fmla="*/ 0 w 34"/>
                  <a:gd name="T1" fmla="*/ 25 h 22"/>
                  <a:gd name="T2" fmla="*/ 18 w 34"/>
                  <a:gd name="T3" fmla="*/ 14 h 22"/>
                  <a:gd name="T4" fmla="*/ 34 w 34"/>
                  <a:gd name="T5" fmla="*/ 0 h 22"/>
                  <a:gd name="T6" fmla="*/ 20 w 34"/>
                  <a:gd name="T7" fmla="*/ 14 h 22"/>
                  <a:gd name="T8" fmla="*/ 4 w 34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cubicBezTo>
                      <a:pt x="7" y="19"/>
                      <a:pt x="12" y="15"/>
                      <a:pt x="18" y="11"/>
                    </a:cubicBezTo>
                    <a:cubicBezTo>
                      <a:pt x="23" y="7"/>
                      <a:pt x="29" y="4"/>
                      <a:pt x="34" y="0"/>
                    </a:cubicBezTo>
                    <a:cubicBezTo>
                      <a:pt x="29" y="4"/>
                      <a:pt x="25" y="8"/>
                      <a:pt x="20" y="11"/>
                    </a:cubicBezTo>
                    <a:cubicBezTo>
                      <a:pt x="14" y="14"/>
                      <a:pt x="9" y="18"/>
                      <a:pt x="4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76" name="Freeform 4163">
                <a:extLst>
                  <a:ext uri="{FF2B5EF4-FFF2-40B4-BE49-F238E27FC236}">
                    <a16:creationId xmlns:a16="http://schemas.microsoft.com/office/drawing/2014/main" id="{2BE060FF-53C7-4558-9F29-87FC088A6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909"/>
                <a:ext cx="30" cy="13"/>
              </a:xfrm>
              <a:custGeom>
                <a:avLst/>
                <a:gdLst>
                  <a:gd name="T0" fmla="*/ 0 w 29"/>
                  <a:gd name="T1" fmla="*/ 13 h 13"/>
                  <a:gd name="T2" fmla="*/ 20 w 29"/>
                  <a:gd name="T3" fmla="*/ 5 h 13"/>
                  <a:gd name="T4" fmla="*/ 32 w 29"/>
                  <a:gd name="T5" fmla="*/ 0 h 13"/>
                  <a:gd name="T6" fmla="*/ 23 w 29"/>
                  <a:gd name="T7" fmla="*/ 5 h 13"/>
                  <a:gd name="T8" fmla="*/ 5 w 29"/>
                  <a:gd name="T9" fmla="*/ 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3">
                    <a:moveTo>
                      <a:pt x="0" y="13"/>
                    </a:moveTo>
                    <a:cubicBezTo>
                      <a:pt x="6" y="11"/>
                      <a:pt x="12" y="8"/>
                      <a:pt x="17" y="5"/>
                    </a:cubicBezTo>
                    <a:cubicBezTo>
                      <a:pt x="21" y="3"/>
                      <a:pt x="25" y="2"/>
                      <a:pt x="29" y="0"/>
                    </a:cubicBezTo>
                    <a:cubicBezTo>
                      <a:pt x="26" y="1"/>
                      <a:pt x="23" y="4"/>
                      <a:pt x="20" y="5"/>
                    </a:cubicBezTo>
                    <a:cubicBezTo>
                      <a:pt x="15" y="7"/>
                      <a:pt x="10" y="9"/>
                      <a:pt x="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151" name="Freeform 4164">
              <a:extLst>
                <a:ext uri="{FF2B5EF4-FFF2-40B4-BE49-F238E27FC236}">
                  <a16:creationId xmlns:a16="http://schemas.microsoft.com/office/drawing/2014/main" id="{8CA45AFD-2789-4600-B905-D2F39625D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940"/>
              <a:ext cx="39" cy="38"/>
            </a:xfrm>
            <a:custGeom>
              <a:avLst/>
              <a:gdLst>
                <a:gd name="T0" fmla="*/ 0 w 38"/>
                <a:gd name="T1" fmla="*/ 40 h 37"/>
                <a:gd name="T2" fmla="*/ 22 w 38"/>
                <a:gd name="T3" fmla="*/ 17 h 37"/>
                <a:gd name="T4" fmla="*/ 36 w 38"/>
                <a:gd name="T5" fmla="*/ 3 h 37"/>
                <a:gd name="T6" fmla="*/ 41 w 38"/>
                <a:gd name="T7" fmla="*/ 0 h 37"/>
                <a:gd name="T8" fmla="*/ 27 w 38"/>
                <a:gd name="T9" fmla="*/ 12 h 37"/>
                <a:gd name="T10" fmla="*/ 6 w 38"/>
                <a:gd name="T11" fmla="*/ 3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7">
                  <a:moveTo>
                    <a:pt x="0" y="37"/>
                  </a:moveTo>
                  <a:cubicBezTo>
                    <a:pt x="5" y="30"/>
                    <a:pt x="12" y="23"/>
                    <a:pt x="19" y="17"/>
                  </a:cubicBezTo>
                  <a:cubicBezTo>
                    <a:pt x="23" y="12"/>
                    <a:pt x="28" y="7"/>
                    <a:pt x="33" y="3"/>
                  </a:cubicBezTo>
                  <a:cubicBezTo>
                    <a:pt x="35" y="2"/>
                    <a:pt x="37" y="1"/>
                    <a:pt x="38" y="0"/>
                  </a:cubicBezTo>
                  <a:cubicBezTo>
                    <a:pt x="33" y="1"/>
                    <a:pt x="28" y="9"/>
                    <a:pt x="24" y="12"/>
                  </a:cubicBezTo>
                  <a:cubicBezTo>
                    <a:pt x="18" y="18"/>
                    <a:pt x="10" y="23"/>
                    <a:pt x="6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52" name="Freeform 4165">
              <a:extLst>
                <a:ext uri="{FF2B5EF4-FFF2-40B4-BE49-F238E27FC236}">
                  <a16:creationId xmlns:a16="http://schemas.microsoft.com/office/drawing/2014/main" id="{04C62715-AFA4-41D9-9E59-094BE62EA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891"/>
              <a:ext cx="34" cy="16"/>
            </a:xfrm>
            <a:custGeom>
              <a:avLst/>
              <a:gdLst>
                <a:gd name="T0" fmla="*/ 0 w 33"/>
                <a:gd name="T1" fmla="*/ 1 h 16"/>
                <a:gd name="T2" fmla="*/ 16 w 33"/>
                <a:gd name="T3" fmla="*/ 6 h 16"/>
                <a:gd name="T4" fmla="*/ 36 w 33"/>
                <a:gd name="T5" fmla="*/ 16 h 16"/>
                <a:gd name="T6" fmla="*/ 23 w 33"/>
                <a:gd name="T7" fmla="*/ 10 h 16"/>
                <a:gd name="T8" fmla="*/ 3 w 33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6">
                  <a:moveTo>
                    <a:pt x="0" y="1"/>
                  </a:moveTo>
                  <a:cubicBezTo>
                    <a:pt x="6" y="0"/>
                    <a:pt x="11" y="4"/>
                    <a:pt x="16" y="6"/>
                  </a:cubicBezTo>
                  <a:cubicBezTo>
                    <a:pt x="21" y="9"/>
                    <a:pt x="29" y="11"/>
                    <a:pt x="33" y="16"/>
                  </a:cubicBezTo>
                  <a:cubicBezTo>
                    <a:pt x="29" y="15"/>
                    <a:pt x="23" y="11"/>
                    <a:pt x="20" y="10"/>
                  </a:cubicBezTo>
                  <a:cubicBezTo>
                    <a:pt x="16" y="8"/>
                    <a:pt x="5" y="5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53" name="Freeform 4166">
              <a:extLst>
                <a:ext uri="{FF2B5EF4-FFF2-40B4-BE49-F238E27FC236}">
                  <a16:creationId xmlns:a16="http://schemas.microsoft.com/office/drawing/2014/main" id="{3B14DBA3-E41C-442E-A821-0EA6F0928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854"/>
              <a:ext cx="8" cy="10"/>
            </a:xfrm>
            <a:custGeom>
              <a:avLst/>
              <a:gdLst>
                <a:gd name="T0" fmla="*/ 0 w 7"/>
                <a:gd name="T1" fmla="*/ 1 h 9"/>
                <a:gd name="T2" fmla="*/ 0 w 7"/>
                <a:gd name="T3" fmla="*/ 0 h 9"/>
                <a:gd name="T4" fmla="*/ 7 w 7"/>
                <a:gd name="T5" fmla="*/ 12 h 9"/>
                <a:gd name="T6" fmla="*/ 2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4" y="2"/>
                    <a:pt x="7" y="6"/>
                    <a:pt x="4" y="9"/>
                  </a:cubicBezTo>
                  <a:cubicBezTo>
                    <a:pt x="4" y="6"/>
                    <a:pt x="4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54" name="Freeform 4167">
              <a:extLst>
                <a:ext uri="{FF2B5EF4-FFF2-40B4-BE49-F238E27FC236}">
                  <a16:creationId xmlns:a16="http://schemas.microsoft.com/office/drawing/2014/main" id="{9E24263A-FC65-4DE7-B950-E3895C3FC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844"/>
              <a:ext cx="11" cy="12"/>
            </a:xfrm>
            <a:custGeom>
              <a:avLst/>
              <a:gdLst>
                <a:gd name="T0" fmla="*/ 0 w 10"/>
                <a:gd name="T1" fmla="*/ 0 h 12"/>
                <a:gd name="T2" fmla="*/ 13 w 10"/>
                <a:gd name="T3" fmla="*/ 12 h 12"/>
                <a:gd name="T4" fmla="*/ 3 w 10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6" y="4"/>
                    <a:pt x="10" y="5"/>
                    <a:pt x="10" y="12"/>
                  </a:cubicBezTo>
                  <a:cubicBezTo>
                    <a:pt x="10" y="9"/>
                    <a:pt x="7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55" name="Freeform 4168">
              <a:extLst>
                <a:ext uri="{FF2B5EF4-FFF2-40B4-BE49-F238E27FC236}">
                  <a16:creationId xmlns:a16="http://schemas.microsoft.com/office/drawing/2014/main" id="{40E720B9-8105-4347-94C5-C568AE55D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879"/>
              <a:ext cx="8" cy="11"/>
            </a:xfrm>
            <a:custGeom>
              <a:avLst/>
              <a:gdLst>
                <a:gd name="T0" fmla="*/ 0 w 8"/>
                <a:gd name="T1" fmla="*/ 3 h 11"/>
                <a:gd name="T2" fmla="*/ 8 w 8"/>
                <a:gd name="T3" fmla="*/ 11 h 11"/>
                <a:gd name="T4" fmla="*/ 2 w 8"/>
                <a:gd name="T5" fmla="*/ 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0" y="3"/>
                  </a:moveTo>
                  <a:cubicBezTo>
                    <a:pt x="6" y="0"/>
                    <a:pt x="8" y="7"/>
                    <a:pt x="8" y="11"/>
                  </a:cubicBezTo>
                  <a:cubicBezTo>
                    <a:pt x="6" y="9"/>
                    <a:pt x="6" y="4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56" name="Freeform 4169">
              <a:extLst>
                <a:ext uri="{FF2B5EF4-FFF2-40B4-BE49-F238E27FC236}">
                  <a16:creationId xmlns:a16="http://schemas.microsoft.com/office/drawing/2014/main" id="{C765A2C5-F537-4872-8210-1A943287D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844"/>
              <a:ext cx="9" cy="6"/>
            </a:xfrm>
            <a:custGeom>
              <a:avLst/>
              <a:gdLst>
                <a:gd name="T0" fmla="*/ 0 w 9"/>
                <a:gd name="T1" fmla="*/ 3 h 6"/>
                <a:gd name="T2" fmla="*/ 9 w 9"/>
                <a:gd name="T3" fmla="*/ 6 h 6"/>
                <a:gd name="T4" fmla="*/ 2 w 9"/>
                <a:gd name="T5" fmla="*/ 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3"/>
                  </a:moveTo>
                  <a:cubicBezTo>
                    <a:pt x="4" y="3"/>
                    <a:pt x="8" y="0"/>
                    <a:pt x="9" y="6"/>
                  </a:cubicBezTo>
                  <a:cubicBezTo>
                    <a:pt x="7" y="4"/>
                    <a:pt x="5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57" name="Freeform 4170">
              <a:extLst>
                <a:ext uri="{FF2B5EF4-FFF2-40B4-BE49-F238E27FC236}">
                  <a16:creationId xmlns:a16="http://schemas.microsoft.com/office/drawing/2014/main" id="{DB9C8C91-8F30-481A-9A25-74B6616B6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803"/>
              <a:ext cx="33" cy="7"/>
            </a:xfrm>
            <a:custGeom>
              <a:avLst/>
              <a:gdLst>
                <a:gd name="T0" fmla="*/ 0 w 32"/>
                <a:gd name="T1" fmla="*/ 0 h 6"/>
                <a:gd name="T2" fmla="*/ 24 w 32"/>
                <a:gd name="T3" fmla="*/ 7 h 6"/>
                <a:gd name="T4" fmla="*/ 35 w 32"/>
                <a:gd name="T5" fmla="*/ 8 h 6"/>
                <a:gd name="T6" fmla="*/ 25 w 32"/>
                <a:gd name="T7" fmla="*/ 8 h 6"/>
                <a:gd name="T8" fmla="*/ 11 w 32"/>
                <a:gd name="T9" fmla="*/ 6 h 6"/>
                <a:gd name="T10" fmla="*/ 4 w 32"/>
                <a:gd name="T11" fmla="*/ 2 h 6"/>
                <a:gd name="T12" fmla="*/ 6 w 32"/>
                <a:gd name="T13" fmla="*/ 2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6">
                  <a:moveTo>
                    <a:pt x="0" y="0"/>
                  </a:moveTo>
                  <a:cubicBezTo>
                    <a:pt x="4" y="4"/>
                    <a:pt x="15" y="3"/>
                    <a:pt x="21" y="4"/>
                  </a:cubicBezTo>
                  <a:cubicBezTo>
                    <a:pt x="24" y="4"/>
                    <a:pt x="30" y="4"/>
                    <a:pt x="32" y="5"/>
                  </a:cubicBezTo>
                  <a:cubicBezTo>
                    <a:pt x="30" y="6"/>
                    <a:pt x="25" y="6"/>
                    <a:pt x="22" y="5"/>
                  </a:cubicBezTo>
                  <a:cubicBezTo>
                    <a:pt x="18" y="5"/>
                    <a:pt x="15" y="3"/>
                    <a:pt x="11" y="3"/>
                  </a:cubicBezTo>
                  <a:cubicBezTo>
                    <a:pt x="9" y="3"/>
                    <a:pt x="6" y="3"/>
                    <a:pt x="4" y="2"/>
                  </a:cubicBezTo>
                  <a:cubicBezTo>
                    <a:pt x="5" y="2"/>
                    <a:pt x="5" y="2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58" name="Freeform 4171">
              <a:extLst>
                <a:ext uri="{FF2B5EF4-FFF2-40B4-BE49-F238E27FC236}">
                  <a16:creationId xmlns:a16="http://schemas.microsoft.com/office/drawing/2014/main" id="{F1CBED71-CA88-4F42-B10C-3DB2E75F0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028"/>
              <a:ext cx="9" cy="9"/>
            </a:xfrm>
            <a:custGeom>
              <a:avLst/>
              <a:gdLst>
                <a:gd name="T0" fmla="*/ 9 w 9"/>
                <a:gd name="T1" fmla="*/ 3 h 9"/>
                <a:gd name="T2" fmla="*/ 0 w 9"/>
                <a:gd name="T3" fmla="*/ 9 h 9"/>
                <a:gd name="T4" fmla="*/ 7 w 9"/>
                <a:gd name="T5" fmla="*/ 0 h 9"/>
                <a:gd name="T6" fmla="*/ 8 w 9"/>
                <a:gd name="T7" fmla="*/ 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5" y="1"/>
                    <a:pt x="1" y="6"/>
                    <a:pt x="0" y="9"/>
                  </a:cubicBezTo>
                  <a:cubicBezTo>
                    <a:pt x="3" y="7"/>
                    <a:pt x="3" y="3"/>
                    <a:pt x="7" y="0"/>
                  </a:cubicBezTo>
                  <a:cubicBezTo>
                    <a:pt x="8" y="0"/>
                    <a:pt x="8" y="0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59" name="Freeform 4172">
              <a:extLst>
                <a:ext uri="{FF2B5EF4-FFF2-40B4-BE49-F238E27FC236}">
                  <a16:creationId xmlns:a16="http://schemas.microsoft.com/office/drawing/2014/main" id="{DAE38338-2FCB-4C22-93DC-96FE2D870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976"/>
              <a:ext cx="9" cy="11"/>
            </a:xfrm>
            <a:custGeom>
              <a:avLst/>
              <a:gdLst>
                <a:gd name="T0" fmla="*/ 9 w 9"/>
                <a:gd name="T1" fmla="*/ 4 h 11"/>
                <a:gd name="T2" fmla="*/ 1 w 9"/>
                <a:gd name="T3" fmla="*/ 11 h 11"/>
                <a:gd name="T4" fmla="*/ 6 w 9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4"/>
                  </a:moveTo>
                  <a:cubicBezTo>
                    <a:pt x="5" y="0"/>
                    <a:pt x="1" y="9"/>
                    <a:pt x="1" y="11"/>
                  </a:cubicBezTo>
                  <a:cubicBezTo>
                    <a:pt x="1" y="8"/>
                    <a:pt x="0" y="2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0" name="Freeform 4173">
              <a:extLst>
                <a:ext uri="{FF2B5EF4-FFF2-40B4-BE49-F238E27FC236}">
                  <a16:creationId xmlns:a16="http://schemas.microsoft.com/office/drawing/2014/main" id="{BDC17A6C-A831-4D4F-BD90-47DB30A4D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105"/>
              <a:ext cx="7" cy="9"/>
            </a:xfrm>
            <a:custGeom>
              <a:avLst/>
              <a:gdLst>
                <a:gd name="T0" fmla="*/ 0 w 7"/>
                <a:gd name="T1" fmla="*/ 3 h 8"/>
                <a:gd name="T2" fmla="*/ 5 w 7"/>
                <a:gd name="T3" fmla="*/ 11 h 8"/>
                <a:gd name="T4" fmla="*/ 1 w 7"/>
                <a:gd name="T5" fmla="*/ 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4" y="2"/>
                    <a:pt x="5" y="6"/>
                    <a:pt x="5" y="8"/>
                  </a:cubicBezTo>
                  <a:cubicBezTo>
                    <a:pt x="7" y="6"/>
                    <a:pt x="5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1" name="Freeform 4174">
              <a:extLst>
                <a:ext uri="{FF2B5EF4-FFF2-40B4-BE49-F238E27FC236}">
                  <a16:creationId xmlns:a16="http://schemas.microsoft.com/office/drawing/2014/main" id="{0EC9B426-2431-4434-9B00-869776417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798"/>
              <a:ext cx="5" cy="13"/>
            </a:xfrm>
            <a:custGeom>
              <a:avLst/>
              <a:gdLst>
                <a:gd name="T0" fmla="*/ 0 w 5"/>
                <a:gd name="T1" fmla="*/ 0 h 12"/>
                <a:gd name="T2" fmla="*/ 0 w 5"/>
                <a:gd name="T3" fmla="*/ 15 h 12"/>
                <a:gd name="T4" fmla="*/ 1 w 5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5" y="1"/>
                    <a:pt x="2" y="9"/>
                    <a:pt x="0" y="12"/>
                  </a:cubicBezTo>
                  <a:cubicBezTo>
                    <a:pt x="2" y="9"/>
                    <a:pt x="4" y="4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2" name="Freeform 4175">
              <a:extLst>
                <a:ext uri="{FF2B5EF4-FFF2-40B4-BE49-F238E27FC236}">
                  <a16:creationId xmlns:a16="http://schemas.microsoft.com/office/drawing/2014/main" id="{E9078520-D2BB-4A99-8F79-10A917C0C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871"/>
              <a:ext cx="6" cy="12"/>
            </a:xfrm>
            <a:custGeom>
              <a:avLst/>
              <a:gdLst>
                <a:gd name="T0" fmla="*/ 6 w 6"/>
                <a:gd name="T1" fmla="*/ 2 h 12"/>
                <a:gd name="T2" fmla="*/ 2 w 6"/>
                <a:gd name="T3" fmla="*/ 12 h 12"/>
                <a:gd name="T4" fmla="*/ 5 w 6"/>
                <a:gd name="T5" fmla="*/ 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6" y="2"/>
                  </a:moveTo>
                  <a:cubicBezTo>
                    <a:pt x="0" y="0"/>
                    <a:pt x="0" y="9"/>
                    <a:pt x="2" y="12"/>
                  </a:cubicBezTo>
                  <a:cubicBezTo>
                    <a:pt x="2" y="9"/>
                    <a:pt x="1" y="5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3" name="Freeform 4176">
              <a:extLst>
                <a:ext uri="{FF2B5EF4-FFF2-40B4-BE49-F238E27FC236}">
                  <a16:creationId xmlns:a16="http://schemas.microsoft.com/office/drawing/2014/main" id="{A265A2C6-CD65-4353-BED7-835D0750F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804"/>
              <a:ext cx="19" cy="19"/>
            </a:xfrm>
            <a:custGeom>
              <a:avLst/>
              <a:gdLst>
                <a:gd name="T0" fmla="*/ 21 w 18"/>
                <a:gd name="T1" fmla="*/ 1 h 18"/>
                <a:gd name="T2" fmla="*/ 0 w 18"/>
                <a:gd name="T3" fmla="*/ 21 h 18"/>
                <a:gd name="T4" fmla="*/ 19 w 18"/>
                <a:gd name="T5" fmla="*/ 4 h 18"/>
                <a:gd name="T6" fmla="*/ 14 w 18"/>
                <a:gd name="T7" fmla="*/ 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8" y="1"/>
                  </a:moveTo>
                  <a:cubicBezTo>
                    <a:pt x="16" y="0"/>
                    <a:pt x="3" y="15"/>
                    <a:pt x="0" y="18"/>
                  </a:cubicBezTo>
                  <a:cubicBezTo>
                    <a:pt x="4" y="14"/>
                    <a:pt x="16" y="9"/>
                    <a:pt x="16" y="4"/>
                  </a:cubicBezTo>
                  <a:cubicBezTo>
                    <a:pt x="14" y="4"/>
                    <a:pt x="13" y="6"/>
                    <a:pt x="1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4" name="Freeform 4177">
              <a:extLst>
                <a:ext uri="{FF2B5EF4-FFF2-40B4-BE49-F238E27FC236}">
                  <a16:creationId xmlns:a16="http://schemas.microsoft.com/office/drawing/2014/main" id="{4D3F0E24-1DFB-42F0-8216-3310DBC59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783"/>
              <a:ext cx="3" cy="10"/>
            </a:xfrm>
            <a:custGeom>
              <a:avLst/>
              <a:gdLst>
                <a:gd name="T0" fmla="*/ 3 w 3"/>
                <a:gd name="T1" fmla="*/ 0 h 10"/>
                <a:gd name="T2" fmla="*/ 3 w 3"/>
                <a:gd name="T3" fmla="*/ 10 h 10"/>
                <a:gd name="T4" fmla="*/ 3 w 3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0" y="2"/>
                    <a:pt x="0" y="7"/>
                    <a:pt x="3" y="10"/>
                  </a:cubicBezTo>
                  <a:cubicBezTo>
                    <a:pt x="1" y="7"/>
                    <a:pt x="1" y="5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5" name="Freeform 4178">
              <a:extLst>
                <a:ext uri="{FF2B5EF4-FFF2-40B4-BE49-F238E27FC236}">
                  <a16:creationId xmlns:a16="http://schemas.microsoft.com/office/drawing/2014/main" id="{81740DB6-90EC-4064-A8AC-FD57E4F05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1781"/>
              <a:ext cx="14" cy="7"/>
            </a:xfrm>
            <a:custGeom>
              <a:avLst/>
              <a:gdLst>
                <a:gd name="T0" fmla="*/ 0 w 14"/>
                <a:gd name="T1" fmla="*/ 4 h 7"/>
                <a:gd name="T2" fmla="*/ 14 w 14"/>
                <a:gd name="T3" fmla="*/ 0 h 7"/>
                <a:gd name="T4" fmla="*/ 4 w 14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0" y="4"/>
                  </a:moveTo>
                  <a:cubicBezTo>
                    <a:pt x="4" y="7"/>
                    <a:pt x="11" y="3"/>
                    <a:pt x="14" y="0"/>
                  </a:cubicBezTo>
                  <a:cubicBezTo>
                    <a:pt x="11" y="1"/>
                    <a:pt x="8" y="6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6" name="Freeform 4179">
              <a:extLst>
                <a:ext uri="{FF2B5EF4-FFF2-40B4-BE49-F238E27FC236}">
                  <a16:creationId xmlns:a16="http://schemas.microsoft.com/office/drawing/2014/main" id="{70CF2731-68FD-487A-85EA-57CF6B339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890"/>
              <a:ext cx="5" cy="8"/>
            </a:xfrm>
            <a:custGeom>
              <a:avLst/>
              <a:gdLst>
                <a:gd name="T0" fmla="*/ 2 w 5"/>
                <a:gd name="T1" fmla="*/ 0 h 8"/>
                <a:gd name="T2" fmla="*/ 5 w 5"/>
                <a:gd name="T3" fmla="*/ 8 h 8"/>
                <a:gd name="T4" fmla="*/ 1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0" y="3"/>
                    <a:pt x="2" y="6"/>
                    <a:pt x="5" y="8"/>
                  </a:cubicBezTo>
                  <a:cubicBezTo>
                    <a:pt x="3" y="6"/>
                    <a:pt x="1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7" name="Freeform 4180">
              <a:extLst>
                <a:ext uri="{FF2B5EF4-FFF2-40B4-BE49-F238E27FC236}">
                  <a16:creationId xmlns:a16="http://schemas.microsoft.com/office/drawing/2014/main" id="{CB3BDF80-D9F4-4B48-8E81-86F97BAD7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595"/>
              <a:ext cx="323" cy="339"/>
            </a:xfrm>
            <a:custGeom>
              <a:avLst/>
              <a:gdLst>
                <a:gd name="T0" fmla="*/ 0 w 323"/>
                <a:gd name="T1" fmla="*/ 339 h 339"/>
                <a:gd name="T2" fmla="*/ 323 w 323"/>
                <a:gd name="T3" fmla="*/ 117 h 339"/>
                <a:gd name="T4" fmla="*/ 323 w 323"/>
                <a:gd name="T5" fmla="*/ 0 h 339"/>
                <a:gd name="T6" fmla="*/ 0 w 323"/>
                <a:gd name="T7" fmla="*/ 225 h 339"/>
                <a:gd name="T8" fmla="*/ 0 w 323"/>
                <a:gd name="T9" fmla="*/ 339 h 3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339">
                  <a:moveTo>
                    <a:pt x="0" y="339"/>
                  </a:moveTo>
                  <a:lnTo>
                    <a:pt x="323" y="117"/>
                  </a:lnTo>
                  <a:lnTo>
                    <a:pt x="323" y="0"/>
                  </a:lnTo>
                  <a:lnTo>
                    <a:pt x="0" y="225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8C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8" name="Freeform 4181">
              <a:extLst>
                <a:ext uri="{FF2B5EF4-FFF2-40B4-BE49-F238E27FC236}">
                  <a16:creationId xmlns:a16="http://schemas.microsoft.com/office/drawing/2014/main" id="{9E90E96A-D84E-4D2F-98B5-2FFAE730A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593"/>
              <a:ext cx="1081" cy="458"/>
            </a:xfrm>
            <a:custGeom>
              <a:avLst/>
              <a:gdLst>
                <a:gd name="T0" fmla="*/ 1124 w 1060"/>
                <a:gd name="T1" fmla="*/ 236 h 449"/>
                <a:gd name="T2" fmla="*/ 1124 w 1060"/>
                <a:gd name="T3" fmla="*/ 355 h 449"/>
                <a:gd name="T4" fmla="*/ 0 w 1060"/>
                <a:gd name="T5" fmla="*/ 105 h 449"/>
                <a:gd name="T6" fmla="*/ 0 w 1060"/>
                <a:gd name="T7" fmla="*/ 0 h 449"/>
                <a:gd name="T8" fmla="*/ 1124 w 1060"/>
                <a:gd name="T9" fmla="*/ 236 h 4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0" h="449">
                  <a:moveTo>
                    <a:pt x="1060" y="222"/>
                  </a:moveTo>
                  <a:cubicBezTo>
                    <a:pt x="1060" y="334"/>
                    <a:pt x="1060" y="334"/>
                    <a:pt x="1060" y="334"/>
                  </a:cubicBezTo>
                  <a:cubicBezTo>
                    <a:pt x="1060" y="334"/>
                    <a:pt x="357" y="449"/>
                    <a:pt x="0" y="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79" y="372"/>
                    <a:pt x="1060" y="222"/>
                  </a:cubicBezTo>
                  <a:close/>
                </a:path>
              </a:pathLst>
            </a:custGeom>
            <a:solidFill>
              <a:srgbClr val="B64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9" name="Freeform 4182">
              <a:extLst>
                <a:ext uri="{FF2B5EF4-FFF2-40B4-BE49-F238E27FC236}">
                  <a16:creationId xmlns:a16="http://schemas.microsoft.com/office/drawing/2014/main" id="{8EA2CAB2-4CAF-4815-A349-617C618B4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489"/>
              <a:ext cx="1404" cy="488"/>
            </a:xfrm>
            <a:custGeom>
              <a:avLst/>
              <a:gdLst>
                <a:gd name="T0" fmla="*/ 0 w 1376"/>
                <a:gd name="T1" fmla="*/ 108 h 478"/>
                <a:gd name="T2" fmla="*/ 1126 w 1376"/>
                <a:gd name="T3" fmla="*/ 345 h 478"/>
                <a:gd name="T4" fmla="*/ 1462 w 1376"/>
                <a:gd name="T5" fmla="*/ 110 h 478"/>
                <a:gd name="T6" fmla="*/ 543 w 1376"/>
                <a:gd name="T7" fmla="*/ 0 h 478"/>
                <a:gd name="T8" fmla="*/ 0 w 1376"/>
                <a:gd name="T9" fmla="*/ 108 h 4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6" h="478">
                  <a:moveTo>
                    <a:pt x="0" y="102"/>
                  </a:moveTo>
                  <a:cubicBezTo>
                    <a:pt x="0" y="102"/>
                    <a:pt x="451" y="478"/>
                    <a:pt x="1060" y="324"/>
                  </a:cubicBezTo>
                  <a:cubicBezTo>
                    <a:pt x="1376" y="104"/>
                    <a:pt x="1376" y="104"/>
                    <a:pt x="1376" y="104"/>
                  </a:cubicBezTo>
                  <a:cubicBezTo>
                    <a:pt x="1376" y="104"/>
                    <a:pt x="961" y="242"/>
                    <a:pt x="511" y="0"/>
                  </a:cubicBezTo>
                  <a:lnTo>
                    <a:pt x="0" y="102"/>
                  </a:lnTo>
                  <a:close/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0" name="Freeform 4183">
              <a:extLst>
                <a:ext uri="{FF2B5EF4-FFF2-40B4-BE49-F238E27FC236}">
                  <a16:creationId xmlns:a16="http://schemas.microsoft.com/office/drawing/2014/main" id="{210A41F1-9749-4607-A2D1-4BDBC3F8C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599"/>
              <a:ext cx="182" cy="95"/>
            </a:xfrm>
            <a:custGeom>
              <a:avLst/>
              <a:gdLst>
                <a:gd name="T0" fmla="*/ 0 w 179"/>
                <a:gd name="T1" fmla="*/ 33 h 93"/>
                <a:gd name="T2" fmla="*/ 94 w 179"/>
                <a:gd name="T3" fmla="*/ 4 h 93"/>
                <a:gd name="T4" fmla="*/ 188 w 179"/>
                <a:gd name="T5" fmla="*/ 0 h 93"/>
                <a:gd name="T6" fmla="*/ 110 w 179"/>
                <a:gd name="T7" fmla="*/ 99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93">
                  <a:moveTo>
                    <a:pt x="0" y="30"/>
                  </a:moveTo>
                  <a:cubicBezTo>
                    <a:pt x="31" y="14"/>
                    <a:pt x="52" y="4"/>
                    <a:pt x="89" y="4"/>
                  </a:cubicBezTo>
                  <a:cubicBezTo>
                    <a:pt x="121" y="4"/>
                    <a:pt x="147" y="9"/>
                    <a:pt x="179" y="0"/>
                  </a:cubicBezTo>
                  <a:cubicBezTo>
                    <a:pt x="178" y="40"/>
                    <a:pt x="138" y="80"/>
                    <a:pt x="104" y="9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1" name="Freeform 4184">
              <a:extLst>
                <a:ext uri="{FF2B5EF4-FFF2-40B4-BE49-F238E27FC236}">
                  <a16:creationId xmlns:a16="http://schemas.microsoft.com/office/drawing/2014/main" id="{A8146C75-29D7-4C3B-9A40-B3958044F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593"/>
              <a:ext cx="162" cy="141"/>
            </a:xfrm>
            <a:custGeom>
              <a:avLst/>
              <a:gdLst>
                <a:gd name="T0" fmla="*/ 9 w 159"/>
                <a:gd name="T1" fmla="*/ 147 h 138"/>
                <a:gd name="T2" fmla="*/ 63 w 159"/>
                <a:gd name="T3" fmla="*/ 114 h 138"/>
                <a:gd name="T4" fmla="*/ 101 w 159"/>
                <a:gd name="T5" fmla="*/ 76 h 138"/>
                <a:gd name="T6" fmla="*/ 168 w 159"/>
                <a:gd name="T7" fmla="*/ 0 h 138"/>
                <a:gd name="T8" fmla="*/ 62 w 159"/>
                <a:gd name="T9" fmla="*/ 29 h 138"/>
                <a:gd name="T10" fmla="*/ 0 w 159"/>
                <a:gd name="T11" fmla="*/ 38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138">
                  <a:moveTo>
                    <a:pt x="9" y="138"/>
                  </a:moveTo>
                  <a:cubicBezTo>
                    <a:pt x="24" y="138"/>
                    <a:pt x="48" y="118"/>
                    <a:pt x="60" y="108"/>
                  </a:cubicBezTo>
                  <a:cubicBezTo>
                    <a:pt x="73" y="97"/>
                    <a:pt x="84" y="83"/>
                    <a:pt x="95" y="70"/>
                  </a:cubicBezTo>
                  <a:cubicBezTo>
                    <a:pt x="115" y="47"/>
                    <a:pt x="132" y="16"/>
                    <a:pt x="159" y="0"/>
                  </a:cubicBezTo>
                  <a:cubicBezTo>
                    <a:pt x="126" y="9"/>
                    <a:pt x="93" y="22"/>
                    <a:pt x="59" y="26"/>
                  </a:cubicBezTo>
                  <a:cubicBezTo>
                    <a:pt x="39" y="28"/>
                    <a:pt x="17" y="23"/>
                    <a:pt x="0" y="3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2" name="Freeform 4185">
              <a:extLst>
                <a:ext uri="{FF2B5EF4-FFF2-40B4-BE49-F238E27FC236}">
                  <a16:creationId xmlns:a16="http://schemas.microsoft.com/office/drawing/2014/main" id="{0A1D6BFE-D4F1-4B52-A1BD-2CF0BC81E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569"/>
              <a:ext cx="246" cy="146"/>
            </a:xfrm>
            <a:custGeom>
              <a:avLst/>
              <a:gdLst>
                <a:gd name="T0" fmla="*/ 0 w 241"/>
                <a:gd name="T1" fmla="*/ 150 h 143"/>
                <a:gd name="T2" fmla="*/ 96 w 241"/>
                <a:gd name="T3" fmla="*/ 141 h 143"/>
                <a:gd name="T4" fmla="*/ 154 w 241"/>
                <a:gd name="T5" fmla="*/ 95 h 143"/>
                <a:gd name="T6" fmla="*/ 256 w 241"/>
                <a:gd name="T7" fmla="*/ 0 h 143"/>
                <a:gd name="T8" fmla="*/ 113 w 241"/>
                <a:gd name="T9" fmla="*/ 29 h 143"/>
                <a:gd name="T10" fmla="*/ 115 w 241"/>
                <a:gd name="T11" fmla="*/ 22 h 143"/>
                <a:gd name="T12" fmla="*/ 110 w 241"/>
                <a:gd name="T13" fmla="*/ 29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1" h="143">
                  <a:moveTo>
                    <a:pt x="0" y="141"/>
                  </a:moveTo>
                  <a:cubicBezTo>
                    <a:pt x="27" y="131"/>
                    <a:pt x="61" y="143"/>
                    <a:pt x="90" y="132"/>
                  </a:cubicBezTo>
                  <a:cubicBezTo>
                    <a:pt x="113" y="123"/>
                    <a:pt x="129" y="108"/>
                    <a:pt x="145" y="89"/>
                  </a:cubicBezTo>
                  <a:cubicBezTo>
                    <a:pt x="172" y="54"/>
                    <a:pt x="203" y="23"/>
                    <a:pt x="241" y="0"/>
                  </a:cubicBezTo>
                  <a:cubicBezTo>
                    <a:pt x="196" y="7"/>
                    <a:pt x="150" y="19"/>
                    <a:pt x="107" y="26"/>
                  </a:cubicBezTo>
                  <a:cubicBezTo>
                    <a:pt x="108" y="25"/>
                    <a:pt x="108" y="23"/>
                    <a:pt x="109" y="22"/>
                  </a:cubicBezTo>
                  <a:cubicBezTo>
                    <a:pt x="107" y="23"/>
                    <a:pt x="106" y="25"/>
                    <a:pt x="104" y="2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3" name="Freeform 4186">
              <a:extLst>
                <a:ext uri="{FF2B5EF4-FFF2-40B4-BE49-F238E27FC236}">
                  <a16:creationId xmlns:a16="http://schemas.microsoft.com/office/drawing/2014/main" id="{9400FA65-0756-4248-8934-18407C3CA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701"/>
              <a:ext cx="51" cy="74"/>
            </a:xfrm>
            <a:custGeom>
              <a:avLst/>
              <a:gdLst>
                <a:gd name="T0" fmla="*/ 53 w 50"/>
                <a:gd name="T1" fmla="*/ 0 h 72"/>
                <a:gd name="T2" fmla="*/ 0 w 50"/>
                <a:gd name="T3" fmla="*/ 78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72">
                  <a:moveTo>
                    <a:pt x="50" y="0"/>
                  </a:moveTo>
                  <a:cubicBezTo>
                    <a:pt x="28" y="20"/>
                    <a:pt x="21" y="54"/>
                    <a:pt x="0" y="7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4" name="Freeform 4187">
              <a:extLst>
                <a:ext uri="{FF2B5EF4-FFF2-40B4-BE49-F238E27FC236}">
                  <a16:creationId xmlns:a16="http://schemas.microsoft.com/office/drawing/2014/main" id="{E12BB825-C18F-4BC7-BEF1-A86A98567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630"/>
              <a:ext cx="6" cy="112"/>
            </a:xfrm>
            <a:custGeom>
              <a:avLst/>
              <a:gdLst>
                <a:gd name="T0" fmla="*/ 6 w 5"/>
                <a:gd name="T1" fmla="*/ 0 h 110"/>
                <a:gd name="T2" fmla="*/ 8 w 5"/>
                <a:gd name="T3" fmla="*/ 116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0">
                  <a:moveTo>
                    <a:pt x="3" y="0"/>
                  </a:moveTo>
                  <a:cubicBezTo>
                    <a:pt x="3" y="38"/>
                    <a:pt x="0" y="72"/>
                    <a:pt x="5" y="11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5" name="Freeform 4188">
              <a:extLst>
                <a:ext uri="{FF2B5EF4-FFF2-40B4-BE49-F238E27FC236}">
                  <a16:creationId xmlns:a16="http://schemas.microsoft.com/office/drawing/2014/main" id="{6509189B-7022-4FB3-AE50-32F5D98B5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693"/>
              <a:ext cx="14" cy="114"/>
            </a:xfrm>
            <a:custGeom>
              <a:avLst/>
              <a:gdLst>
                <a:gd name="T0" fmla="*/ 16 w 13"/>
                <a:gd name="T1" fmla="*/ 0 h 112"/>
                <a:gd name="T2" fmla="*/ 11 w 13"/>
                <a:gd name="T3" fmla="*/ 118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2">
                  <a:moveTo>
                    <a:pt x="13" y="0"/>
                  </a:moveTo>
                  <a:cubicBezTo>
                    <a:pt x="1" y="31"/>
                    <a:pt x="0" y="81"/>
                    <a:pt x="8" y="11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6" name="Freeform 4189">
              <a:extLst>
                <a:ext uri="{FF2B5EF4-FFF2-40B4-BE49-F238E27FC236}">
                  <a16:creationId xmlns:a16="http://schemas.microsoft.com/office/drawing/2014/main" id="{0F1F20E3-E6A3-4252-B651-1C6E20EA0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734"/>
              <a:ext cx="9" cy="112"/>
            </a:xfrm>
            <a:custGeom>
              <a:avLst/>
              <a:gdLst>
                <a:gd name="T0" fmla="*/ 7 w 9"/>
                <a:gd name="T1" fmla="*/ 0 h 110"/>
                <a:gd name="T2" fmla="*/ 0 w 9"/>
                <a:gd name="T3" fmla="*/ 116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0">
                  <a:moveTo>
                    <a:pt x="7" y="0"/>
                  </a:moveTo>
                  <a:cubicBezTo>
                    <a:pt x="2" y="37"/>
                    <a:pt x="9" y="73"/>
                    <a:pt x="0" y="11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7" name="Freeform 4190">
              <a:extLst>
                <a:ext uri="{FF2B5EF4-FFF2-40B4-BE49-F238E27FC236}">
                  <a16:creationId xmlns:a16="http://schemas.microsoft.com/office/drawing/2014/main" id="{BB432C44-A53F-4AAF-8C1D-468D0B775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775"/>
              <a:ext cx="7" cy="111"/>
            </a:xfrm>
            <a:custGeom>
              <a:avLst/>
              <a:gdLst>
                <a:gd name="T0" fmla="*/ 1 w 7"/>
                <a:gd name="T1" fmla="*/ 0 h 109"/>
                <a:gd name="T2" fmla="*/ 4 w 7"/>
                <a:gd name="T3" fmla="*/ 66 h 109"/>
                <a:gd name="T4" fmla="*/ 7 w 7"/>
                <a:gd name="T5" fmla="*/ 115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9">
                  <a:moveTo>
                    <a:pt x="1" y="0"/>
                  </a:moveTo>
                  <a:cubicBezTo>
                    <a:pt x="0" y="20"/>
                    <a:pt x="1" y="42"/>
                    <a:pt x="4" y="63"/>
                  </a:cubicBezTo>
                  <a:cubicBezTo>
                    <a:pt x="6" y="77"/>
                    <a:pt x="3" y="96"/>
                    <a:pt x="7" y="10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8" name="Freeform 4191">
              <a:extLst>
                <a:ext uri="{FF2B5EF4-FFF2-40B4-BE49-F238E27FC236}">
                  <a16:creationId xmlns:a16="http://schemas.microsoft.com/office/drawing/2014/main" id="{170F5F12-72B2-4E09-871D-9180545A3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14"/>
              <a:ext cx="7" cy="105"/>
            </a:xfrm>
            <a:custGeom>
              <a:avLst/>
              <a:gdLst>
                <a:gd name="T0" fmla="*/ 0 w 7"/>
                <a:gd name="T1" fmla="*/ 0 h 103"/>
                <a:gd name="T2" fmla="*/ 7 w 7"/>
                <a:gd name="T3" fmla="*/ 109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3">
                  <a:moveTo>
                    <a:pt x="0" y="0"/>
                  </a:moveTo>
                  <a:cubicBezTo>
                    <a:pt x="7" y="35"/>
                    <a:pt x="7" y="68"/>
                    <a:pt x="7" y="10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9" name="Freeform 4192">
              <a:extLst>
                <a:ext uri="{FF2B5EF4-FFF2-40B4-BE49-F238E27FC236}">
                  <a16:creationId xmlns:a16="http://schemas.microsoft.com/office/drawing/2014/main" id="{832BA58F-3964-441C-89C3-664CCF2E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834"/>
              <a:ext cx="9" cy="100"/>
            </a:xfrm>
            <a:custGeom>
              <a:avLst/>
              <a:gdLst>
                <a:gd name="T0" fmla="*/ 0 w 9"/>
                <a:gd name="T1" fmla="*/ 0 h 98"/>
                <a:gd name="T2" fmla="*/ 5 w 9"/>
                <a:gd name="T3" fmla="*/ 104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8">
                  <a:moveTo>
                    <a:pt x="0" y="0"/>
                  </a:moveTo>
                  <a:cubicBezTo>
                    <a:pt x="9" y="30"/>
                    <a:pt x="5" y="66"/>
                    <a:pt x="5" y="9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0" name="Freeform 4193">
              <a:extLst>
                <a:ext uri="{FF2B5EF4-FFF2-40B4-BE49-F238E27FC236}">
                  <a16:creationId xmlns:a16="http://schemas.microsoft.com/office/drawing/2014/main" id="{B9552BFA-9E2E-440C-9C51-20EA11976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853"/>
              <a:ext cx="8" cy="94"/>
            </a:xfrm>
            <a:custGeom>
              <a:avLst/>
              <a:gdLst>
                <a:gd name="T0" fmla="*/ 0 w 8"/>
                <a:gd name="T1" fmla="*/ 0 h 92"/>
                <a:gd name="T2" fmla="*/ 8 w 8"/>
                <a:gd name="T3" fmla="*/ 98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2">
                  <a:moveTo>
                    <a:pt x="0" y="0"/>
                  </a:moveTo>
                  <a:cubicBezTo>
                    <a:pt x="0" y="32"/>
                    <a:pt x="8" y="63"/>
                    <a:pt x="8" y="9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1" name="Freeform 4194">
              <a:extLst>
                <a:ext uri="{FF2B5EF4-FFF2-40B4-BE49-F238E27FC236}">
                  <a16:creationId xmlns:a16="http://schemas.microsoft.com/office/drawing/2014/main" id="{50D39ECD-D16E-4C39-BB71-3F2D511A4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627"/>
              <a:ext cx="201" cy="152"/>
            </a:xfrm>
            <a:custGeom>
              <a:avLst/>
              <a:gdLst>
                <a:gd name="T0" fmla="*/ 0 w 197"/>
                <a:gd name="T1" fmla="*/ 154 h 149"/>
                <a:gd name="T2" fmla="*/ 139 w 197"/>
                <a:gd name="T3" fmla="*/ 118 h 149"/>
                <a:gd name="T4" fmla="*/ 209 w 197"/>
                <a:gd name="T5" fmla="*/ 1 h 149"/>
                <a:gd name="T6" fmla="*/ 148 w 197"/>
                <a:gd name="T7" fmla="*/ 18 h 149"/>
                <a:gd name="T8" fmla="*/ 108 w 197"/>
                <a:gd name="T9" fmla="*/ 31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149">
                  <a:moveTo>
                    <a:pt x="0" y="145"/>
                  </a:moveTo>
                  <a:cubicBezTo>
                    <a:pt x="48" y="149"/>
                    <a:pt x="87" y="144"/>
                    <a:pt x="130" y="112"/>
                  </a:cubicBezTo>
                  <a:cubicBezTo>
                    <a:pt x="165" y="86"/>
                    <a:pt x="177" y="38"/>
                    <a:pt x="197" y="1"/>
                  </a:cubicBezTo>
                  <a:cubicBezTo>
                    <a:pt x="179" y="0"/>
                    <a:pt x="157" y="14"/>
                    <a:pt x="139" y="18"/>
                  </a:cubicBezTo>
                  <a:cubicBezTo>
                    <a:pt x="127" y="21"/>
                    <a:pt x="114" y="25"/>
                    <a:pt x="102" y="2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2" name="Freeform 4195">
              <a:extLst>
                <a:ext uri="{FF2B5EF4-FFF2-40B4-BE49-F238E27FC236}">
                  <a16:creationId xmlns:a16="http://schemas.microsoft.com/office/drawing/2014/main" id="{B022C601-2CC9-4AC7-9529-7C93E44F4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856"/>
              <a:ext cx="11" cy="95"/>
            </a:xfrm>
            <a:custGeom>
              <a:avLst/>
              <a:gdLst>
                <a:gd name="T0" fmla="*/ 8 w 11"/>
                <a:gd name="T1" fmla="*/ 0 h 93"/>
                <a:gd name="T2" fmla="*/ 9 w 11"/>
                <a:gd name="T3" fmla="*/ 99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3">
                  <a:moveTo>
                    <a:pt x="8" y="0"/>
                  </a:moveTo>
                  <a:cubicBezTo>
                    <a:pt x="0" y="28"/>
                    <a:pt x="11" y="68"/>
                    <a:pt x="9" y="9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3" name="Freeform 4196">
              <a:extLst>
                <a:ext uri="{FF2B5EF4-FFF2-40B4-BE49-F238E27FC236}">
                  <a16:creationId xmlns:a16="http://schemas.microsoft.com/office/drawing/2014/main" id="{5F1AD87D-1A51-497E-A54F-D27F0612A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1578"/>
              <a:ext cx="174" cy="151"/>
            </a:xfrm>
            <a:custGeom>
              <a:avLst/>
              <a:gdLst>
                <a:gd name="T0" fmla="*/ 50 w 170"/>
                <a:gd name="T1" fmla="*/ 58 h 148"/>
                <a:gd name="T2" fmla="*/ 83 w 170"/>
                <a:gd name="T3" fmla="*/ 31 h 148"/>
                <a:gd name="T4" fmla="*/ 129 w 170"/>
                <a:gd name="T5" fmla="*/ 14 h 148"/>
                <a:gd name="T6" fmla="*/ 182 w 170"/>
                <a:gd name="T7" fmla="*/ 0 h 148"/>
                <a:gd name="T8" fmla="*/ 87 w 170"/>
                <a:gd name="T9" fmla="*/ 138 h 148"/>
                <a:gd name="T10" fmla="*/ 0 w 170"/>
                <a:gd name="T11" fmla="*/ 157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148">
                  <a:moveTo>
                    <a:pt x="47" y="55"/>
                  </a:moveTo>
                  <a:cubicBezTo>
                    <a:pt x="57" y="48"/>
                    <a:pt x="65" y="35"/>
                    <a:pt x="77" y="28"/>
                  </a:cubicBezTo>
                  <a:cubicBezTo>
                    <a:pt x="91" y="20"/>
                    <a:pt x="104" y="18"/>
                    <a:pt x="120" y="14"/>
                  </a:cubicBezTo>
                  <a:cubicBezTo>
                    <a:pt x="136" y="10"/>
                    <a:pt x="155" y="5"/>
                    <a:pt x="170" y="0"/>
                  </a:cubicBezTo>
                  <a:cubicBezTo>
                    <a:pt x="165" y="52"/>
                    <a:pt x="133" y="111"/>
                    <a:pt x="81" y="129"/>
                  </a:cubicBezTo>
                  <a:cubicBezTo>
                    <a:pt x="57" y="137"/>
                    <a:pt x="18" y="129"/>
                    <a:pt x="0" y="14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4" name="Freeform 4197">
              <a:extLst>
                <a:ext uri="{FF2B5EF4-FFF2-40B4-BE49-F238E27FC236}">
                  <a16:creationId xmlns:a16="http://schemas.microsoft.com/office/drawing/2014/main" id="{CB226799-9589-448F-8356-159547CCC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851"/>
              <a:ext cx="7" cy="100"/>
            </a:xfrm>
            <a:custGeom>
              <a:avLst/>
              <a:gdLst>
                <a:gd name="T0" fmla="*/ 6 w 7"/>
                <a:gd name="T1" fmla="*/ 0 h 98"/>
                <a:gd name="T2" fmla="*/ 7 w 7"/>
                <a:gd name="T3" fmla="*/ 104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8">
                  <a:moveTo>
                    <a:pt x="6" y="0"/>
                  </a:moveTo>
                  <a:cubicBezTo>
                    <a:pt x="6" y="33"/>
                    <a:pt x="0" y="66"/>
                    <a:pt x="7" y="9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5" name="Freeform 4198">
              <a:extLst>
                <a:ext uri="{FF2B5EF4-FFF2-40B4-BE49-F238E27FC236}">
                  <a16:creationId xmlns:a16="http://schemas.microsoft.com/office/drawing/2014/main" id="{D177DDEF-D6AA-42EF-A1D7-382E675E7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721"/>
              <a:ext cx="30" cy="95"/>
            </a:xfrm>
            <a:custGeom>
              <a:avLst/>
              <a:gdLst>
                <a:gd name="T0" fmla="*/ 30 w 30"/>
                <a:gd name="T1" fmla="*/ 0 h 93"/>
                <a:gd name="T2" fmla="*/ 14 w 30"/>
                <a:gd name="T3" fmla="*/ 58 h 93"/>
                <a:gd name="T4" fmla="*/ 0 w 30"/>
                <a:gd name="T5" fmla="*/ 99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3">
                  <a:moveTo>
                    <a:pt x="30" y="0"/>
                  </a:moveTo>
                  <a:cubicBezTo>
                    <a:pt x="12" y="9"/>
                    <a:pt x="19" y="39"/>
                    <a:pt x="14" y="55"/>
                  </a:cubicBezTo>
                  <a:cubicBezTo>
                    <a:pt x="9" y="72"/>
                    <a:pt x="3" y="82"/>
                    <a:pt x="0" y="9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6" name="Freeform 4199">
              <a:extLst>
                <a:ext uri="{FF2B5EF4-FFF2-40B4-BE49-F238E27FC236}">
                  <a16:creationId xmlns:a16="http://schemas.microsoft.com/office/drawing/2014/main" id="{09084FDD-3C33-434D-BFA3-D10EBF8F6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728"/>
              <a:ext cx="167" cy="107"/>
            </a:xfrm>
            <a:custGeom>
              <a:avLst/>
              <a:gdLst>
                <a:gd name="T0" fmla="*/ 93 w 164"/>
                <a:gd name="T1" fmla="*/ 111 h 105"/>
                <a:gd name="T2" fmla="*/ 128 w 164"/>
                <a:gd name="T3" fmla="*/ 55 h 105"/>
                <a:gd name="T4" fmla="*/ 173 w 164"/>
                <a:gd name="T5" fmla="*/ 0 h 105"/>
                <a:gd name="T6" fmla="*/ 59 w 164"/>
                <a:gd name="T7" fmla="*/ 68 h 105"/>
                <a:gd name="T8" fmla="*/ 0 w 164"/>
                <a:gd name="T9" fmla="*/ 92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05">
                  <a:moveTo>
                    <a:pt x="87" y="105"/>
                  </a:moveTo>
                  <a:cubicBezTo>
                    <a:pt x="86" y="102"/>
                    <a:pt x="116" y="62"/>
                    <a:pt x="122" y="52"/>
                  </a:cubicBezTo>
                  <a:cubicBezTo>
                    <a:pt x="134" y="32"/>
                    <a:pt x="149" y="17"/>
                    <a:pt x="164" y="0"/>
                  </a:cubicBezTo>
                  <a:cubicBezTo>
                    <a:pt x="141" y="34"/>
                    <a:pt x="95" y="53"/>
                    <a:pt x="56" y="65"/>
                  </a:cubicBezTo>
                  <a:cubicBezTo>
                    <a:pt x="36" y="71"/>
                    <a:pt x="16" y="73"/>
                    <a:pt x="0" y="8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7" name="Freeform 4200">
              <a:extLst>
                <a:ext uri="{FF2B5EF4-FFF2-40B4-BE49-F238E27FC236}">
                  <a16:creationId xmlns:a16="http://schemas.microsoft.com/office/drawing/2014/main" id="{99C340DC-DF8A-4154-B88E-60370773F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633"/>
              <a:ext cx="62" cy="103"/>
            </a:xfrm>
            <a:custGeom>
              <a:avLst/>
              <a:gdLst>
                <a:gd name="T0" fmla="*/ 0 w 61"/>
                <a:gd name="T1" fmla="*/ 107 h 101"/>
                <a:gd name="T2" fmla="*/ 64 w 61"/>
                <a:gd name="T3" fmla="*/ 0 h 101"/>
                <a:gd name="T4" fmla="*/ 27 w 61"/>
                <a:gd name="T5" fmla="*/ 22 h 101"/>
                <a:gd name="T6" fmla="*/ 1 w 61"/>
                <a:gd name="T7" fmla="*/ 35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01">
                  <a:moveTo>
                    <a:pt x="0" y="101"/>
                  </a:moveTo>
                  <a:cubicBezTo>
                    <a:pt x="19" y="76"/>
                    <a:pt x="52" y="33"/>
                    <a:pt x="61" y="0"/>
                  </a:cubicBezTo>
                  <a:cubicBezTo>
                    <a:pt x="49" y="10"/>
                    <a:pt x="41" y="17"/>
                    <a:pt x="27" y="22"/>
                  </a:cubicBezTo>
                  <a:cubicBezTo>
                    <a:pt x="19" y="26"/>
                    <a:pt x="7" y="28"/>
                    <a:pt x="1" y="3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8" name="Freeform 4201">
              <a:extLst>
                <a:ext uri="{FF2B5EF4-FFF2-40B4-BE49-F238E27FC236}">
                  <a16:creationId xmlns:a16="http://schemas.microsoft.com/office/drawing/2014/main" id="{53FDABA8-8C14-4E3B-BE8D-4F6BE2822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579"/>
              <a:ext cx="61" cy="57"/>
            </a:xfrm>
            <a:custGeom>
              <a:avLst/>
              <a:gdLst>
                <a:gd name="T0" fmla="*/ 0 w 60"/>
                <a:gd name="T1" fmla="*/ 59 h 56"/>
                <a:gd name="T2" fmla="*/ 33 w 60"/>
                <a:gd name="T3" fmla="*/ 25 h 56"/>
                <a:gd name="T4" fmla="*/ 63 w 60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6">
                  <a:moveTo>
                    <a:pt x="0" y="56"/>
                  </a:moveTo>
                  <a:cubicBezTo>
                    <a:pt x="9" y="45"/>
                    <a:pt x="18" y="34"/>
                    <a:pt x="30" y="25"/>
                  </a:cubicBezTo>
                  <a:cubicBezTo>
                    <a:pt x="40" y="17"/>
                    <a:pt x="54" y="10"/>
                    <a:pt x="6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9" name="Freeform 4202">
              <a:extLst>
                <a:ext uri="{FF2B5EF4-FFF2-40B4-BE49-F238E27FC236}">
                  <a16:creationId xmlns:a16="http://schemas.microsoft.com/office/drawing/2014/main" id="{2C7E555C-2940-4D2F-A3F7-EF01C3602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1554"/>
              <a:ext cx="16" cy="25"/>
            </a:xfrm>
            <a:custGeom>
              <a:avLst/>
              <a:gdLst>
                <a:gd name="T0" fmla="*/ 0 w 16"/>
                <a:gd name="T1" fmla="*/ 27 h 24"/>
                <a:gd name="T2" fmla="*/ 16 w 1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0" y="24"/>
                  </a:moveTo>
                  <a:cubicBezTo>
                    <a:pt x="7" y="19"/>
                    <a:pt x="11" y="7"/>
                    <a:pt x="16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0" name="Freeform 4203">
              <a:extLst>
                <a:ext uri="{FF2B5EF4-FFF2-40B4-BE49-F238E27FC236}">
                  <a16:creationId xmlns:a16="http://schemas.microsoft.com/office/drawing/2014/main" id="{F97F70DC-9369-4CE8-8B59-4A4BC7577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535"/>
              <a:ext cx="93" cy="34"/>
            </a:xfrm>
            <a:custGeom>
              <a:avLst/>
              <a:gdLst>
                <a:gd name="T0" fmla="*/ 0 w 91"/>
                <a:gd name="T1" fmla="*/ 36 h 33"/>
                <a:gd name="T2" fmla="*/ 54 w 91"/>
                <a:gd name="T3" fmla="*/ 6 h 33"/>
                <a:gd name="T4" fmla="*/ 97 w 91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33">
                  <a:moveTo>
                    <a:pt x="0" y="33"/>
                  </a:moveTo>
                  <a:cubicBezTo>
                    <a:pt x="17" y="32"/>
                    <a:pt x="35" y="12"/>
                    <a:pt x="51" y="6"/>
                  </a:cubicBezTo>
                  <a:cubicBezTo>
                    <a:pt x="63" y="1"/>
                    <a:pt x="81" y="0"/>
                    <a:pt x="91" y="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1" name="Freeform 4204">
              <a:extLst>
                <a:ext uri="{FF2B5EF4-FFF2-40B4-BE49-F238E27FC236}">
                  <a16:creationId xmlns:a16="http://schemas.microsoft.com/office/drawing/2014/main" id="{48EC70BD-C736-4964-9BB6-D78B155CE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502"/>
              <a:ext cx="168" cy="93"/>
            </a:xfrm>
            <a:custGeom>
              <a:avLst/>
              <a:gdLst>
                <a:gd name="T0" fmla="*/ 0 w 164"/>
                <a:gd name="T1" fmla="*/ 97 h 91"/>
                <a:gd name="T2" fmla="*/ 98 w 164"/>
                <a:gd name="T3" fmla="*/ 12 h 91"/>
                <a:gd name="T4" fmla="*/ 176 w 164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91">
                  <a:moveTo>
                    <a:pt x="0" y="91"/>
                  </a:moveTo>
                  <a:cubicBezTo>
                    <a:pt x="35" y="69"/>
                    <a:pt x="54" y="28"/>
                    <a:pt x="92" y="12"/>
                  </a:cubicBezTo>
                  <a:cubicBezTo>
                    <a:pt x="114" y="3"/>
                    <a:pt x="141" y="2"/>
                    <a:pt x="164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2" name="Freeform 4205">
              <a:extLst>
                <a:ext uri="{FF2B5EF4-FFF2-40B4-BE49-F238E27FC236}">
                  <a16:creationId xmlns:a16="http://schemas.microsoft.com/office/drawing/2014/main" id="{EB69F9E1-69DB-4202-B0AC-B662F98A1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517"/>
              <a:ext cx="233" cy="82"/>
            </a:xfrm>
            <a:custGeom>
              <a:avLst/>
              <a:gdLst>
                <a:gd name="T0" fmla="*/ 243 w 228"/>
                <a:gd name="T1" fmla="*/ 0 h 81"/>
                <a:gd name="T2" fmla="*/ 101 w 228"/>
                <a:gd name="T3" fmla="*/ 14 h 81"/>
                <a:gd name="T4" fmla="*/ 0 w 228"/>
                <a:gd name="T5" fmla="*/ 8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81">
                  <a:moveTo>
                    <a:pt x="228" y="0"/>
                  </a:moveTo>
                  <a:cubicBezTo>
                    <a:pt x="182" y="0"/>
                    <a:pt x="141" y="13"/>
                    <a:pt x="95" y="14"/>
                  </a:cubicBezTo>
                  <a:cubicBezTo>
                    <a:pt x="51" y="16"/>
                    <a:pt x="16" y="41"/>
                    <a:pt x="0" y="8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3" name="Freeform 4206">
              <a:extLst>
                <a:ext uri="{FF2B5EF4-FFF2-40B4-BE49-F238E27FC236}">
                  <a16:creationId xmlns:a16="http://schemas.microsoft.com/office/drawing/2014/main" id="{8F25DB70-1CE8-4BCF-AE56-E8F033100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578"/>
              <a:ext cx="104" cy="26"/>
            </a:xfrm>
            <a:custGeom>
              <a:avLst/>
              <a:gdLst>
                <a:gd name="T0" fmla="*/ 108 w 102"/>
                <a:gd name="T1" fmla="*/ 25 h 26"/>
                <a:gd name="T2" fmla="*/ 0 w 102"/>
                <a:gd name="T3" fmla="*/ 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26">
                  <a:moveTo>
                    <a:pt x="102" y="25"/>
                  </a:moveTo>
                  <a:cubicBezTo>
                    <a:pt x="71" y="26"/>
                    <a:pt x="27" y="0"/>
                    <a:pt x="0" y="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4" name="Freeform 4207">
              <a:extLst>
                <a:ext uri="{FF2B5EF4-FFF2-40B4-BE49-F238E27FC236}">
                  <a16:creationId xmlns:a16="http://schemas.microsoft.com/office/drawing/2014/main" id="{EC622D08-71E0-49FA-A011-B89D50C2F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704"/>
              <a:ext cx="148" cy="149"/>
            </a:xfrm>
            <a:custGeom>
              <a:avLst/>
              <a:gdLst>
                <a:gd name="T0" fmla="*/ 43 w 145"/>
                <a:gd name="T1" fmla="*/ 155 h 146"/>
                <a:gd name="T2" fmla="*/ 69 w 145"/>
                <a:gd name="T3" fmla="*/ 119 h 146"/>
                <a:gd name="T4" fmla="*/ 117 w 145"/>
                <a:gd name="T5" fmla="*/ 71 h 146"/>
                <a:gd name="T6" fmla="*/ 154 w 145"/>
                <a:gd name="T7" fmla="*/ 0 h 146"/>
                <a:gd name="T8" fmla="*/ 63 w 145"/>
                <a:gd name="T9" fmla="*/ 8 h 146"/>
                <a:gd name="T10" fmla="*/ 0 w 145"/>
                <a:gd name="T11" fmla="*/ 19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146">
                  <a:moveTo>
                    <a:pt x="40" y="146"/>
                  </a:moveTo>
                  <a:cubicBezTo>
                    <a:pt x="45" y="133"/>
                    <a:pt x="57" y="122"/>
                    <a:pt x="66" y="113"/>
                  </a:cubicBezTo>
                  <a:cubicBezTo>
                    <a:pt x="81" y="99"/>
                    <a:pt x="97" y="84"/>
                    <a:pt x="111" y="68"/>
                  </a:cubicBezTo>
                  <a:cubicBezTo>
                    <a:pt x="127" y="50"/>
                    <a:pt x="140" y="24"/>
                    <a:pt x="145" y="0"/>
                  </a:cubicBezTo>
                  <a:cubicBezTo>
                    <a:pt x="117" y="6"/>
                    <a:pt x="89" y="7"/>
                    <a:pt x="60" y="8"/>
                  </a:cubicBezTo>
                  <a:cubicBezTo>
                    <a:pt x="45" y="9"/>
                    <a:pt x="13" y="15"/>
                    <a:pt x="0" y="1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5" name="Freeform 4208">
              <a:extLst>
                <a:ext uri="{FF2B5EF4-FFF2-40B4-BE49-F238E27FC236}">
                  <a16:creationId xmlns:a16="http://schemas.microsoft.com/office/drawing/2014/main" id="{0BFF49AA-3D81-4150-9C3C-A7E89D66B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601"/>
              <a:ext cx="58" cy="105"/>
            </a:xfrm>
            <a:custGeom>
              <a:avLst/>
              <a:gdLst>
                <a:gd name="T0" fmla="*/ 0 w 57"/>
                <a:gd name="T1" fmla="*/ 109 h 103"/>
                <a:gd name="T2" fmla="*/ 60 w 57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03">
                  <a:moveTo>
                    <a:pt x="0" y="103"/>
                  </a:moveTo>
                  <a:cubicBezTo>
                    <a:pt x="35" y="90"/>
                    <a:pt x="49" y="33"/>
                    <a:pt x="57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6" name="Freeform 4209">
              <a:extLst>
                <a:ext uri="{FF2B5EF4-FFF2-40B4-BE49-F238E27FC236}">
                  <a16:creationId xmlns:a16="http://schemas.microsoft.com/office/drawing/2014/main" id="{6E5C5AFA-16D2-4C90-B073-7B4FB3DC8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687"/>
              <a:ext cx="65" cy="172"/>
            </a:xfrm>
            <a:custGeom>
              <a:avLst/>
              <a:gdLst>
                <a:gd name="T0" fmla="*/ 0 w 64"/>
                <a:gd name="T1" fmla="*/ 180 h 168"/>
                <a:gd name="T2" fmla="*/ 37 w 64"/>
                <a:gd name="T3" fmla="*/ 113 h 168"/>
                <a:gd name="T4" fmla="*/ 67 w 64"/>
                <a:gd name="T5" fmla="*/ 0 h 168"/>
                <a:gd name="T6" fmla="*/ 39 w 64"/>
                <a:gd name="T7" fmla="*/ 14 h 168"/>
                <a:gd name="T8" fmla="*/ 17 w 64"/>
                <a:gd name="T9" fmla="*/ 19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68">
                  <a:moveTo>
                    <a:pt x="0" y="168"/>
                  </a:moveTo>
                  <a:cubicBezTo>
                    <a:pt x="7" y="146"/>
                    <a:pt x="23" y="126"/>
                    <a:pt x="34" y="105"/>
                  </a:cubicBezTo>
                  <a:cubicBezTo>
                    <a:pt x="51" y="76"/>
                    <a:pt x="64" y="33"/>
                    <a:pt x="64" y="0"/>
                  </a:cubicBezTo>
                  <a:cubicBezTo>
                    <a:pt x="55" y="7"/>
                    <a:pt x="48" y="11"/>
                    <a:pt x="36" y="14"/>
                  </a:cubicBezTo>
                  <a:cubicBezTo>
                    <a:pt x="30" y="16"/>
                    <a:pt x="18" y="17"/>
                    <a:pt x="17" y="1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7" name="Freeform 4210">
              <a:extLst>
                <a:ext uri="{FF2B5EF4-FFF2-40B4-BE49-F238E27FC236}">
                  <a16:creationId xmlns:a16="http://schemas.microsoft.com/office/drawing/2014/main" id="{10E2710B-FC36-45E6-A41B-A314725EB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617"/>
              <a:ext cx="71" cy="71"/>
            </a:xfrm>
            <a:custGeom>
              <a:avLst/>
              <a:gdLst>
                <a:gd name="T0" fmla="*/ 0 w 69"/>
                <a:gd name="T1" fmla="*/ 73 h 70"/>
                <a:gd name="T2" fmla="*/ 75 w 69"/>
                <a:gd name="T3" fmla="*/ 0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70">
                  <a:moveTo>
                    <a:pt x="0" y="70"/>
                  </a:moveTo>
                  <a:cubicBezTo>
                    <a:pt x="16" y="45"/>
                    <a:pt x="61" y="29"/>
                    <a:pt x="69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8" name="Freeform 4211">
              <a:extLst>
                <a:ext uri="{FF2B5EF4-FFF2-40B4-BE49-F238E27FC236}">
                  <a16:creationId xmlns:a16="http://schemas.microsoft.com/office/drawing/2014/main" id="{96C02A03-842B-4DB1-B420-315A96400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736"/>
              <a:ext cx="203" cy="119"/>
            </a:xfrm>
            <a:custGeom>
              <a:avLst/>
              <a:gdLst>
                <a:gd name="T0" fmla="*/ 1 w 199"/>
                <a:gd name="T1" fmla="*/ 123 h 117"/>
                <a:gd name="T2" fmla="*/ 105 w 199"/>
                <a:gd name="T3" fmla="*/ 41 h 117"/>
                <a:gd name="T4" fmla="*/ 172 w 199"/>
                <a:gd name="T5" fmla="*/ 17 h 117"/>
                <a:gd name="T6" fmla="*/ 211 w 199"/>
                <a:gd name="T7" fmla="*/ 0 h 117"/>
                <a:gd name="T8" fmla="*/ 173 w 199"/>
                <a:gd name="T9" fmla="*/ 72 h 117"/>
                <a:gd name="T10" fmla="*/ 154 w 199"/>
                <a:gd name="T11" fmla="*/ 108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117">
                  <a:moveTo>
                    <a:pt x="1" y="117"/>
                  </a:moveTo>
                  <a:cubicBezTo>
                    <a:pt x="0" y="80"/>
                    <a:pt x="71" y="50"/>
                    <a:pt x="99" y="38"/>
                  </a:cubicBezTo>
                  <a:cubicBezTo>
                    <a:pt x="120" y="30"/>
                    <a:pt x="142" y="26"/>
                    <a:pt x="163" y="17"/>
                  </a:cubicBezTo>
                  <a:cubicBezTo>
                    <a:pt x="175" y="12"/>
                    <a:pt x="186" y="1"/>
                    <a:pt x="199" y="0"/>
                  </a:cubicBezTo>
                  <a:cubicBezTo>
                    <a:pt x="183" y="17"/>
                    <a:pt x="175" y="47"/>
                    <a:pt x="164" y="69"/>
                  </a:cubicBezTo>
                  <a:cubicBezTo>
                    <a:pt x="161" y="76"/>
                    <a:pt x="146" y="104"/>
                    <a:pt x="145" y="10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9" name="Freeform 4212">
              <a:extLst>
                <a:ext uri="{FF2B5EF4-FFF2-40B4-BE49-F238E27FC236}">
                  <a16:creationId xmlns:a16="http://schemas.microsoft.com/office/drawing/2014/main" id="{56BD409E-0C28-4687-9CEA-C737E9180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839"/>
              <a:ext cx="10" cy="101"/>
            </a:xfrm>
            <a:custGeom>
              <a:avLst/>
              <a:gdLst>
                <a:gd name="T0" fmla="*/ 7 w 10"/>
                <a:gd name="T1" fmla="*/ 0 h 99"/>
                <a:gd name="T2" fmla="*/ 10 w 10"/>
                <a:gd name="T3" fmla="*/ 72 h 99"/>
                <a:gd name="T4" fmla="*/ 10 w 10"/>
                <a:gd name="T5" fmla="*/ 105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9">
                  <a:moveTo>
                    <a:pt x="7" y="0"/>
                  </a:moveTo>
                  <a:cubicBezTo>
                    <a:pt x="0" y="17"/>
                    <a:pt x="10" y="49"/>
                    <a:pt x="10" y="69"/>
                  </a:cubicBezTo>
                  <a:cubicBezTo>
                    <a:pt x="10" y="80"/>
                    <a:pt x="10" y="88"/>
                    <a:pt x="10" y="9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0" name="Freeform 4213">
              <a:extLst>
                <a:ext uri="{FF2B5EF4-FFF2-40B4-BE49-F238E27FC236}">
                  <a16:creationId xmlns:a16="http://schemas.microsoft.com/office/drawing/2014/main" id="{CEE0178F-BC05-4668-9790-A00D05F56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737"/>
              <a:ext cx="158" cy="74"/>
            </a:xfrm>
            <a:custGeom>
              <a:avLst/>
              <a:gdLst>
                <a:gd name="T0" fmla="*/ 0 w 155"/>
                <a:gd name="T1" fmla="*/ 78 h 72"/>
                <a:gd name="T2" fmla="*/ 105 w 155"/>
                <a:gd name="T3" fmla="*/ 27 h 72"/>
                <a:gd name="T4" fmla="*/ 164 w 155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72">
                  <a:moveTo>
                    <a:pt x="0" y="72"/>
                  </a:moveTo>
                  <a:cubicBezTo>
                    <a:pt x="21" y="38"/>
                    <a:pt x="64" y="36"/>
                    <a:pt x="99" y="24"/>
                  </a:cubicBezTo>
                  <a:cubicBezTo>
                    <a:pt x="119" y="17"/>
                    <a:pt x="135" y="4"/>
                    <a:pt x="155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1" name="Freeform 4214">
              <a:extLst>
                <a:ext uri="{FF2B5EF4-FFF2-40B4-BE49-F238E27FC236}">
                  <a16:creationId xmlns:a16="http://schemas.microsoft.com/office/drawing/2014/main" id="{9688F029-8545-4E9F-AC06-B2938AD72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703"/>
              <a:ext cx="152" cy="127"/>
            </a:xfrm>
            <a:custGeom>
              <a:avLst/>
              <a:gdLst>
                <a:gd name="T0" fmla="*/ 103 w 149"/>
                <a:gd name="T1" fmla="*/ 133 h 124"/>
                <a:gd name="T2" fmla="*/ 158 w 149"/>
                <a:gd name="T3" fmla="*/ 0 h 124"/>
                <a:gd name="T4" fmla="*/ 61 w 149"/>
                <a:gd name="T5" fmla="*/ 60 h 124"/>
                <a:gd name="T6" fmla="*/ 0 w 149"/>
                <a:gd name="T7" fmla="*/ 98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124">
                  <a:moveTo>
                    <a:pt x="97" y="124"/>
                  </a:moveTo>
                  <a:cubicBezTo>
                    <a:pt x="121" y="86"/>
                    <a:pt x="141" y="45"/>
                    <a:pt x="149" y="0"/>
                  </a:cubicBezTo>
                  <a:cubicBezTo>
                    <a:pt x="119" y="20"/>
                    <a:pt x="87" y="41"/>
                    <a:pt x="58" y="57"/>
                  </a:cubicBezTo>
                  <a:cubicBezTo>
                    <a:pt x="41" y="67"/>
                    <a:pt x="11" y="75"/>
                    <a:pt x="0" y="9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2" name="Freeform 4215">
              <a:extLst>
                <a:ext uri="{FF2B5EF4-FFF2-40B4-BE49-F238E27FC236}">
                  <a16:creationId xmlns:a16="http://schemas.microsoft.com/office/drawing/2014/main" id="{B5FFAEA3-93BD-48E0-A5CF-4E3A60FA5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740"/>
              <a:ext cx="92" cy="175"/>
            </a:xfrm>
            <a:custGeom>
              <a:avLst/>
              <a:gdLst>
                <a:gd name="T0" fmla="*/ 96 w 90"/>
                <a:gd name="T1" fmla="*/ 0 h 171"/>
                <a:gd name="T2" fmla="*/ 64 w 90"/>
                <a:gd name="T3" fmla="*/ 65 h 171"/>
                <a:gd name="T4" fmla="*/ 38 w 90"/>
                <a:gd name="T5" fmla="*/ 128 h 171"/>
                <a:gd name="T6" fmla="*/ 0 w 90"/>
                <a:gd name="T7" fmla="*/ 183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171">
                  <a:moveTo>
                    <a:pt x="90" y="0"/>
                  </a:moveTo>
                  <a:cubicBezTo>
                    <a:pt x="75" y="18"/>
                    <a:pt x="69" y="41"/>
                    <a:pt x="61" y="62"/>
                  </a:cubicBezTo>
                  <a:cubicBezTo>
                    <a:pt x="53" y="81"/>
                    <a:pt x="43" y="100"/>
                    <a:pt x="35" y="119"/>
                  </a:cubicBezTo>
                  <a:cubicBezTo>
                    <a:pt x="28" y="135"/>
                    <a:pt x="16" y="159"/>
                    <a:pt x="0" y="17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3" name="Freeform 4216">
              <a:extLst>
                <a:ext uri="{FF2B5EF4-FFF2-40B4-BE49-F238E27FC236}">
                  <a16:creationId xmlns:a16="http://schemas.microsoft.com/office/drawing/2014/main" id="{B9A3E023-2840-4E12-99ED-E591D073C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650"/>
              <a:ext cx="182" cy="92"/>
            </a:xfrm>
            <a:custGeom>
              <a:avLst/>
              <a:gdLst>
                <a:gd name="T0" fmla="*/ 0 w 179"/>
                <a:gd name="T1" fmla="*/ 59 h 90"/>
                <a:gd name="T2" fmla="*/ 83 w 179"/>
                <a:gd name="T3" fmla="*/ 20 h 90"/>
                <a:gd name="T4" fmla="*/ 188 w 179"/>
                <a:gd name="T5" fmla="*/ 0 h 90"/>
                <a:gd name="T6" fmla="*/ 170 w 179"/>
                <a:gd name="T7" fmla="*/ 33 h 90"/>
                <a:gd name="T8" fmla="*/ 150 w 179"/>
                <a:gd name="T9" fmla="*/ 64 h 90"/>
                <a:gd name="T10" fmla="*/ 127 w 179"/>
                <a:gd name="T11" fmla="*/ 96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90">
                  <a:moveTo>
                    <a:pt x="0" y="56"/>
                  </a:moveTo>
                  <a:cubicBezTo>
                    <a:pt x="3" y="28"/>
                    <a:pt x="59" y="26"/>
                    <a:pt x="80" y="20"/>
                  </a:cubicBezTo>
                  <a:cubicBezTo>
                    <a:pt x="112" y="10"/>
                    <a:pt x="146" y="8"/>
                    <a:pt x="179" y="0"/>
                  </a:cubicBezTo>
                  <a:cubicBezTo>
                    <a:pt x="177" y="11"/>
                    <a:pt x="167" y="20"/>
                    <a:pt x="161" y="30"/>
                  </a:cubicBezTo>
                  <a:cubicBezTo>
                    <a:pt x="156" y="41"/>
                    <a:pt x="151" y="51"/>
                    <a:pt x="144" y="61"/>
                  </a:cubicBezTo>
                  <a:cubicBezTo>
                    <a:pt x="137" y="71"/>
                    <a:pt x="132" y="83"/>
                    <a:pt x="121" y="9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4" name="Freeform 4217">
              <a:extLst>
                <a:ext uri="{FF2B5EF4-FFF2-40B4-BE49-F238E27FC236}">
                  <a16:creationId xmlns:a16="http://schemas.microsoft.com/office/drawing/2014/main" id="{2D92FBE5-1167-4B66-9719-EF07BE834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644"/>
              <a:ext cx="229" cy="157"/>
            </a:xfrm>
            <a:custGeom>
              <a:avLst/>
              <a:gdLst>
                <a:gd name="T0" fmla="*/ 0 w 224"/>
                <a:gd name="T1" fmla="*/ 163 h 154"/>
                <a:gd name="T2" fmla="*/ 99 w 224"/>
                <a:gd name="T3" fmla="*/ 153 h 154"/>
                <a:gd name="T4" fmla="*/ 169 w 224"/>
                <a:gd name="T5" fmla="*/ 119 h 154"/>
                <a:gd name="T6" fmla="*/ 239 w 224"/>
                <a:gd name="T7" fmla="*/ 13 h 154"/>
                <a:gd name="T8" fmla="*/ 151 w 224"/>
                <a:gd name="T9" fmla="*/ 12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154">
                  <a:moveTo>
                    <a:pt x="0" y="154"/>
                  </a:moveTo>
                  <a:cubicBezTo>
                    <a:pt x="27" y="154"/>
                    <a:pt x="65" y="150"/>
                    <a:pt x="93" y="144"/>
                  </a:cubicBezTo>
                  <a:cubicBezTo>
                    <a:pt x="116" y="139"/>
                    <a:pt x="138" y="124"/>
                    <a:pt x="157" y="113"/>
                  </a:cubicBezTo>
                  <a:cubicBezTo>
                    <a:pt x="201" y="88"/>
                    <a:pt x="203" y="50"/>
                    <a:pt x="224" y="13"/>
                  </a:cubicBezTo>
                  <a:cubicBezTo>
                    <a:pt x="205" y="13"/>
                    <a:pt x="160" y="0"/>
                    <a:pt x="142" y="1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5" name="Freeform 4218">
              <a:extLst>
                <a:ext uri="{FF2B5EF4-FFF2-40B4-BE49-F238E27FC236}">
                  <a16:creationId xmlns:a16="http://schemas.microsoft.com/office/drawing/2014/main" id="{7B220857-8392-45AD-BA64-054020D91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650"/>
              <a:ext cx="224" cy="90"/>
            </a:xfrm>
            <a:custGeom>
              <a:avLst/>
              <a:gdLst>
                <a:gd name="T0" fmla="*/ 0 w 219"/>
                <a:gd name="T1" fmla="*/ 86 h 88"/>
                <a:gd name="T2" fmla="*/ 108 w 219"/>
                <a:gd name="T3" fmla="*/ 14 h 88"/>
                <a:gd name="T4" fmla="*/ 175 w 219"/>
                <a:gd name="T5" fmla="*/ 7 h 88"/>
                <a:gd name="T6" fmla="*/ 234 w 219"/>
                <a:gd name="T7" fmla="*/ 0 h 88"/>
                <a:gd name="T8" fmla="*/ 132 w 219"/>
                <a:gd name="T9" fmla="*/ 94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88">
                  <a:moveTo>
                    <a:pt x="0" y="80"/>
                  </a:moveTo>
                  <a:cubicBezTo>
                    <a:pt x="36" y="58"/>
                    <a:pt x="59" y="24"/>
                    <a:pt x="102" y="14"/>
                  </a:cubicBezTo>
                  <a:cubicBezTo>
                    <a:pt x="123" y="10"/>
                    <a:pt x="142" y="8"/>
                    <a:pt x="163" y="7"/>
                  </a:cubicBezTo>
                  <a:cubicBezTo>
                    <a:pt x="181" y="6"/>
                    <a:pt x="202" y="11"/>
                    <a:pt x="219" y="0"/>
                  </a:cubicBezTo>
                  <a:cubicBezTo>
                    <a:pt x="177" y="20"/>
                    <a:pt x="158" y="63"/>
                    <a:pt x="123" y="8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6" name="Freeform 4219">
              <a:extLst>
                <a:ext uri="{FF2B5EF4-FFF2-40B4-BE49-F238E27FC236}">
                  <a16:creationId xmlns:a16="http://schemas.microsoft.com/office/drawing/2014/main" id="{9D0CEB6F-6E36-4082-8737-99F9F4CAF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631"/>
              <a:ext cx="45" cy="72"/>
            </a:xfrm>
            <a:custGeom>
              <a:avLst/>
              <a:gdLst>
                <a:gd name="T0" fmla="*/ 0 w 44"/>
                <a:gd name="T1" fmla="*/ 74 h 71"/>
                <a:gd name="T2" fmla="*/ 47 w 44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71">
                  <a:moveTo>
                    <a:pt x="0" y="71"/>
                  </a:moveTo>
                  <a:cubicBezTo>
                    <a:pt x="15" y="51"/>
                    <a:pt x="41" y="25"/>
                    <a:pt x="44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7" name="Freeform 4220">
              <a:extLst>
                <a:ext uri="{FF2B5EF4-FFF2-40B4-BE49-F238E27FC236}">
                  <a16:creationId xmlns:a16="http://schemas.microsoft.com/office/drawing/2014/main" id="{55E40F1D-8FEC-4DEE-8CC2-CFBECF581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636"/>
              <a:ext cx="23" cy="14"/>
            </a:xfrm>
            <a:custGeom>
              <a:avLst/>
              <a:gdLst>
                <a:gd name="T0" fmla="*/ 0 w 22"/>
                <a:gd name="T1" fmla="*/ 14 h 14"/>
                <a:gd name="T2" fmla="*/ 25 w 2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6" y="6"/>
                    <a:pt x="14" y="5"/>
                    <a:pt x="22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8" name="Freeform 4221">
              <a:extLst>
                <a:ext uri="{FF2B5EF4-FFF2-40B4-BE49-F238E27FC236}">
                  <a16:creationId xmlns:a16="http://schemas.microsoft.com/office/drawing/2014/main" id="{5C0048CF-8E49-4165-B34F-DB36BC8BC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611"/>
              <a:ext cx="49" cy="39"/>
            </a:xfrm>
            <a:custGeom>
              <a:avLst/>
              <a:gdLst>
                <a:gd name="T0" fmla="*/ 0 w 48"/>
                <a:gd name="T1" fmla="*/ 39 h 39"/>
                <a:gd name="T2" fmla="*/ 51 w 48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9">
                  <a:moveTo>
                    <a:pt x="0" y="39"/>
                  </a:moveTo>
                  <a:cubicBezTo>
                    <a:pt x="16" y="36"/>
                    <a:pt x="36" y="12"/>
                    <a:pt x="48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9" name="Freeform 4222">
              <a:extLst>
                <a:ext uri="{FF2B5EF4-FFF2-40B4-BE49-F238E27FC236}">
                  <a16:creationId xmlns:a16="http://schemas.microsoft.com/office/drawing/2014/main" id="{9D563993-8148-4667-88A7-1E4142940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629"/>
              <a:ext cx="93" cy="84"/>
            </a:xfrm>
            <a:custGeom>
              <a:avLst/>
              <a:gdLst>
                <a:gd name="T0" fmla="*/ 58 w 91"/>
                <a:gd name="T1" fmla="*/ 64 h 82"/>
                <a:gd name="T2" fmla="*/ 18 w 91"/>
                <a:gd name="T3" fmla="*/ 76 h 82"/>
                <a:gd name="T4" fmla="*/ 6 w 91"/>
                <a:gd name="T5" fmla="*/ 19 h 82"/>
                <a:gd name="T6" fmla="*/ 85 w 91"/>
                <a:gd name="T7" fmla="*/ 13 h 82"/>
                <a:gd name="T8" fmla="*/ 58 w 91"/>
                <a:gd name="T9" fmla="*/ 6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82">
                  <a:moveTo>
                    <a:pt x="55" y="60"/>
                  </a:moveTo>
                  <a:cubicBezTo>
                    <a:pt x="49" y="67"/>
                    <a:pt x="31" y="82"/>
                    <a:pt x="18" y="70"/>
                  </a:cubicBezTo>
                  <a:cubicBezTo>
                    <a:pt x="6" y="57"/>
                    <a:pt x="0" y="26"/>
                    <a:pt x="6" y="19"/>
                  </a:cubicBezTo>
                  <a:cubicBezTo>
                    <a:pt x="13" y="13"/>
                    <a:pt x="66" y="0"/>
                    <a:pt x="79" y="13"/>
                  </a:cubicBezTo>
                  <a:cubicBezTo>
                    <a:pt x="91" y="26"/>
                    <a:pt x="62" y="54"/>
                    <a:pt x="55" y="60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0" name="Freeform 4223">
              <a:extLst>
                <a:ext uri="{FF2B5EF4-FFF2-40B4-BE49-F238E27FC236}">
                  <a16:creationId xmlns:a16="http://schemas.microsoft.com/office/drawing/2014/main" id="{DC2BFC0A-819E-44BC-ACDC-15A1B18AA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752"/>
              <a:ext cx="69" cy="48"/>
            </a:xfrm>
            <a:custGeom>
              <a:avLst/>
              <a:gdLst>
                <a:gd name="T0" fmla="*/ 67 w 68"/>
                <a:gd name="T1" fmla="*/ 41 h 47"/>
                <a:gd name="T2" fmla="*/ 26 w 68"/>
                <a:gd name="T3" fmla="*/ 42 h 47"/>
                <a:gd name="T4" fmla="*/ 4 w 68"/>
                <a:gd name="T5" fmla="*/ 9 h 47"/>
                <a:gd name="T6" fmla="*/ 44 w 68"/>
                <a:gd name="T7" fmla="*/ 8 h 47"/>
                <a:gd name="T8" fmla="*/ 67 w 68"/>
                <a:gd name="T9" fmla="*/ 4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7">
                  <a:moveTo>
                    <a:pt x="64" y="38"/>
                  </a:moveTo>
                  <a:cubicBezTo>
                    <a:pt x="60" y="46"/>
                    <a:pt x="43" y="47"/>
                    <a:pt x="26" y="39"/>
                  </a:cubicBezTo>
                  <a:cubicBezTo>
                    <a:pt x="10" y="31"/>
                    <a:pt x="0" y="17"/>
                    <a:pt x="4" y="9"/>
                  </a:cubicBezTo>
                  <a:cubicBezTo>
                    <a:pt x="8" y="0"/>
                    <a:pt x="24" y="0"/>
                    <a:pt x="41" y="8"/>
                  </a:cubicBezTo>
                  <a:cubicBezTo>
                    <a:pt x="58" y="16"/>
                    <a:pt x="68" y="30"/>
                    <a:pt x="64" y="38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1" name="Freeform 4224">
              <a:extLst>
                <a:ext uri="{FF2B5EF4-FFF2-40B4-BE49-F238E27FC236}">
                  <a16:creationId xmlns:a16="http://schemas.microsoft.com/office/drawing/2014/main" id="{870D96D4-EF34-472E-8205-6825731F6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850"/>
              <a:ext cx="74" cy="50"/>
            </a:xfrm>
            <a:custGeom>
              <a:avLst/>
              <a:gdLst>
                <a:gd name="T0" fmla="*/ 74 w 72"/>
                <a:gd name="T1" fmla="*/ 42 h 49"/>
                <a:gd name="T2" fmla="*/ 31 w 72"/>
                <a:gd name="T3" fmla="*/ 43 h 49"/>
                <a:gd name="T4" fmla="*/ 4 w 72"/>
                <a:gd name="T5" fmla="*/ 9 h 49"/>
                <a:gd name="T6" fmla="*/ 47 w 72"/>
                <a:gd name="T7" fmla="*/ 8 h 49"/>
                <a:gd name="T8" fmla="*/ 74 w 72"/>
                <a:gd name="T9" fmla="*/ 4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9">
                  <a:moveTo>
                    <a:pt x="68" y="39"/>
                  </a:moveTo>
                  <a:cubicBezTo>
                    <a:pt x="63" y="48"/>
                    <a:pt x="46" y="49"/>
                    <a:pt x="28" y="40"/>
                  </a:cubicBezTo>
                  <a:cubicBezTo>
                    <a:pt x="11" y="32"/>
                    <a:pt x="0" y="18"/>
                    <a:pt x="4" y="9"/>
                  </a:cubicBezTo>
                  <a:cubicBezTo>
                    <a:pt x="8" y="0"/>
                    <a:pt x="26" y="0"/>
                    <a:pt x="44" y="8"/>
                  </a:cubicBezTo>
                  <a:cubicBezTo>
                    <a:pt x="61" y="17"/>
                    <a:pt x="72" y="31"/>
                    <a:pt x="68" y="39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2" name="Freeform 4225">
              <a:extLst>
                <a:ext uri="{FF2B5EF4-FFF2-40B4-BE49-F238E27FC236}">
                  <a16:creationId xmlns:a16="http://schemas.microsoft.com/office/drawing/2014/main" id="{3C221B33-6162-40D8-AB2B-6A42D9D3C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876"/>
              <a:ext cx="75" cy="43"/>
            </a:xfrm>
            <a:custGeom>
              <a:avLst/>
              <a:gdLst>
                <a:gd name="T0" fmla="*/ 78 w 73"/>
                <a:gd name="T1" fmla="*/ 15 h 42"/>
                <a:gd name="T2" fmla="*/ 43 w 73"/>
                <a:gd name="T3" fmla="*/ 42 h 42"/>
                <a:gd name="T4" fmla="*/ 2 w 73"/>
                <a:gd name="T5" fmla="*/ 30 h 42"/>
                <a:gd name="T6" fmla="*/ 37 w 73"/>
                <a:gd name="T7" fmla="*/ 4 h 42"/>
                <a:gd name="T8" fmla="*/ 78 w 73"/>
                <a:gd name="T9" fmla="*/ 1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2">
                  <a:moveTo>
                    <a:pt x="72" y="15"/>
                  </a:moveTo>
                  <a:cubicBezTo>
                    <a:pt x="73" y="25"/>
                    <a:pt x="59" y="35"/>
                    <a:pt x="40" y="39"/>
                  </a:cubicBezTo>
                  <a:cubicBezTo>
                    <a:pt x="21" y="42"/>
                    <a:pt x="4" y="37"/>
                    <a:pt x="2" y="27"/>
                  </a:cubicBezTo>
                  <a:cubicBezTo>
                    <a:pt x="0" y="18"/>
                    <a:pt x="15" y="7"/>
                    <a:pt x="34" y="4"/>
                  </a:cubicBezTo>
                  <a:cubicBezTo>
                    <a:pt x="53" y="0"/>
                    <a:pt x="70" y="5"/>
                    <a:pt x="72" y="15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3" name="Freeform 4226">
              <a:extLst>
                <a:ext uri="{FF2B5EF4-FFF2-40B4-BE49-F238E27FC236}">
                  <a16:creationId xmlns:a16="http://schemas.microsoft.com/office/drawing/2014/main" id="{026A8F0F-0F0A-40F3-BE92-B2F0DF7C4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897"/>
              <a:ext cx="72" cy="37"/>
            </a:xfrm>
            <a:custGeom>
              <a:avLst/>
              <a:gdLst>
                <a:gd name="T0" fmla="*/ 74 w 71"/>
                <a:gd name="T1" fmla="*/ 21 h 36"/>
                <a:gd name="T2" fmla="*/ 35 w 71"/>
                <a:gd name="T3" fmla="*/ 39 h 36"/>
                <a:gd name="T4" fmla="*/ 0 w 71"/>
                <a:gd name="T5" fmla="*/ 17 h 36"/>
                <a:gd name="T6" fmla="*/ 39 w 71"/>
                <a:gd name="T7" fmla="*/ 0 h 36"/>
                <a:gd name="T8" fmla="*/ 74 w 71"/>
                <a:gd name="T9" fmla="*/ 2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36">
                  <a:moveTo>
                    <a:pt x="71" y="18"/>
                  </a:moveTo>
                  <a:cubicBezTo>
                    <a:pt x="71" y="28"/>
                    <a:pt x="55" y="36"/>
                    <a:pt x="35" y="36"/>
                  </a:cubicBezTo>
                  <a:cubicBezTo>
                    <a:pt x="16" y="35"/>
                    <a:pt x="0" y="27"/>
                    <a:pt x="0" y="17"/>
                  </a:cubicBezTo>
                  <a:cubicBezTo>
                    <a:pt x="0" y="8"/>
                    <a:pt x="16" y="0"/>
                    <a:pt x="36" y="0"/>
                  </a:cubicBezTo>
                  <a:cubicBezTo>
                    <a:pt x="55" y="0"/>
                    <a:pt x="71" y="8"/>
                    <a:pt x="71" y="18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4" name="Freeform 4227">
              <a:extLst>
                <a:ext uri="{FF2B5EF4-FFF2-40B4-BE49-F238E27FC236}">
                  <a16:creationId xmlns:a16="http://schemas.microsoft.com/office/drawing/2014/main" id="{FF2D1990-D4DA-4C38-A76F-720C46F01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700"/>
              <a:ext cx="74" cy="49"/>
            </a:xfrm>
            <a:custGeom>
              <a:avLst/>
              <a:gdLst>
                <a:gd name="T0" fmla="*/ 74 w 72"/>
                <a:gd name="T1" fmla="*/ 11 h 48"/>
                <a:gd name="T2" fmla="*/ 46 w 72"/>
                <a:gd name="T3" fmla="*/ 44 h 48"/>
                <a:gd name="T4" fmla="*/ 3 w 72"/>
                <a:gd name="T5" fmla="*/ 41 h 48"/>
                <a:gd name="T6" fmla="*/ 32 w 72"/>
                <a:gd name="T7" fmla="*/ 8 h 48"/>
                <a:gd name="T8" fmla="*/ 74 w 72"/>
                <a:gd name="T9" fmla="*/ 1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8">
                  <a:moveTo>
                    <a:pt x="68" y="11"/>
                  </a:moveTo>
                  <a:cubicBezTo>
                    <a:pt x="72" y="20"/>
                    <a:pt x="61" y="33"/>
                    <a:pt x="43" y="41"/>
                  </a:cubicBezTo>
                  <a:cubicBezTo>
                    <a:pt x="25" y="48"/>
                    <a:pt x="7" y="47"/>
                    <a:pt x="3" y="38"/>
                  </a:cubicBezTo>
                  <a:cubicBezTo>
                    <a:pt x="0" y="29"/>
                    <a:pt x="11" y="16"/>
                    <a:pt x="29" y="8"/>
                  </a:cubicBezTo>
                  <a:cubicBezTo>
                    <a:pt x="47" y="0"/>
                    <a:pt x="64" y="1"/>
                    <a:pt x="68" y="11"/>
                  </a:cubicBezTo>
                  <a:close/>
                </a:path>
              </a:pathLst>
            </a:custGeom>
            <a:solidFill>
              <a:srgbClr val="7D1A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5" name="Freeform 4228">
              <a:extLst>
                <a:ext uri="{FF2B5EF4-FFF2-40B4-BE49-F238E27FC236}">
                  <a16:creationId xmlns:a16="http://schemas.microsoft.com/office/drawing/2014/main" id="{7172B8B7-3FCC-484F-9F04-0DCEF82E5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815"/>
              <a:ext cx="95" cy="62"/>
            </a:xfrm>
            <a:custGeom>
              <a:avLst/>
              <a:gdLst>
                <a:gd name="T0" fmla="*/ 91 w 93"/>
                <a:gd name="T1" fmla="*/ 24 h 61"/>
                <a:gd name="T2" fmla="*/ 46 w 93"/>
                <a:gd name="T3" fmla="*/ 63 h 61"/>
                <a:gd name="T4" fmla="*/ 0 w 93"/>
                <a:gd name="T5" fmla="*/ 41 h 61"/>
                <a:gd name="T6" fmla="*/ 85 w 93"/>
                <a:gd name="T7" fmla="*/ 2 h 61"/>
                <a:gd name="T8" fmla="*/ 91 w 93"/>
                <a:gd name="T9" fmla="*/ 2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61">
                  <a:moveTo>
                    <a:pt x="85" y="24"/>
                  </a:moveTo>
                  <a:cubicBezTo>
                    <a:pt x="85" y="36"/>
                    <a:pt x="67" y="61"/>
                    <a:pt x="43" y="60"/>
                  </a:cubicBezTo>
                  <a:cubicBezTo>
                    <a:pt x="20" y="60"/>
                    <a:pt x="0" y="50"/>
                    <a:pt x="0" y="38"/>
                  </a:cubicBezTo>
                  <a:cubicBezTo>
                    <a:pt x="1" y="26"/>
                    <a:pt x="55" y="0"/>
                    <a:pt x="79" y="2"/>
                  </a:cubicBezTo>
                  <a:cubicBezTo>
                    <a:pt x="93" y="2"/>
                    <a:pt x="85" y="12"/>
                    <a:pt x="85" y="24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6" name="Freeform 4229">
              <a:extLst>
                <a:ext uri="{FF2B5EF4-FFF2-40B4-BE49-F238E27FC236}">
                  <a16:creationId xmlns:a16="http://schemas.microsoft.com/office/drawing/2014/main" id="{EB9BB82B-D45B-4DF2-A91E-EB9907B4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896"/>
              <a:ext cx="47" cy="28"/>
            </a:xfrm>
            <a:custGeom>
              <a:avLst/>
              <a:gdLst>
                <a:gd name="T0" fmla="*/ 48 w 46"/>
                <a:gd name="T1" fmla="*/ 21 h 27"/>
                <a:gd name="T2" fmla="*/ 21 w 46"/>
                <a:gd name="T3" fmla="*/ 28 h 27"/>
                <a:gd name="T4" fmla="*/ 1 w 46"/>
                <a:gd name="T5" fmla="*/ 10 h 27"/>
                <a:gd name="T6" fmla="*/ 28 w 46"/>
                <a:gd name="T7" fmla="*/ 3 h 27"/>
                <a:gd name="T8" fmla="*/ 48 w 46"/>
                <a:gd name="T9" fmla="*/ 2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7">
                  <a:moveTo>
                    <a:pt x="45" y="18"/>
                  </a:moveTo>
                  <a:cubicBezTo>
                    <a:pt x="44" y="24"/>
                    <a:pt x="33" y="27"/>
                    <a:pt x="21" y="25"/>
                  </a:cubicBezTo>
                  <a:cubicBezTo>
                    <a:pt x="9" y="23"/>
                    <a:pt x="0" y="16"/>
                    <a:pt x="1" y="10"/>
                  </a:cubicBezTo>
                  <a:cubicBezTo>
                    <a:pt x="2" y="3"/>
                    <a:pt x="13" y="0"/>
                    <a:pt x="25" y="3"/>
                  </a:cubicBezTo>
                  <a:cubicBezTo>
                    <a:pt x="37" y="5"/>
                    <a:pt x="46" y="12"/>
                    <a:pt x="45" y="18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7" name="Freeform 4230">
              <a:extLst>
                <a:ext uri="{FF2B5EF4-FFF2-40B4-BE49-F238E27FC236}">
                  <a16:creationId xmlns:a16="http://schemas.microsoft.com/office/drawing/2014/main" id="{85302D3C-B1DA-43D7-9067-AFA6767C1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779"/>
              <a:ext cx="54" cy="49"/>
            </a:xfrm>
            <a:custGeom>
              <a:avLst/>
              <a:gdLst>
                <a:gd name="T0" fmla="*/ 50 w 53"/>
                <a:gd name="T1" fmla="*/ 43 h 48"/>
                <a:gd name="T2" fmla="*/ 15 w 53"/>
                <a:gd name="T3" fmla="*/ 42 h 48"/>
                <a:gd name="T4" fmla="*/ 6 w 53"/>
                <a:gd name="T5" fmla="*/ 8 h 48"/>
                <a:gd name="T6" fmla="*/ 41 w 53"/>
                <a:gd name="T7" fmla="*/ 10 h 48"/>
                <a:gd name="T8" fmla="*/ 50 w 53"/>
                <a:gd name="T9" fmla="*/ 4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8">
                  <a:moveTo>
                    <a:pt x="47" y="40"/>
                  </a:moveTo>
                  <a:cubicBezTo>
                    <a:pt x="41" y="48"/>
                    <a:pt x="26" y="48"/>
                    <a:pt x="15" y="39"/>
                  </a:cubicBezTo>
                  <a:cubicBezTo>
                    <a:pt x="4" y="29"/>
                    <a:pt x="0" y="16"/>
                    <a:pt x="6" y="8"/>
                  </a:cubicBezTo>
                  <a:cubicBezTo>
                    <a:pt x="12" y="0"/>
                    <a:pt x="27" y="1"/>
                    <a:pt x="38" y="10"/>
                  </a:cubicBezTo>
                  <a:cubicBezTo>
                    <a:pt x="49" y="19"/>
                    <a:pt x="53" y="33"/>
                    <a:pt x="47" y="40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8" name="Freeform 4231">
              <a:extLst>
                <a:ext uri="{FF2B5EF4-FFF2-40B4-BE49-F238E27FC236}">
                  <a16:creationId xmlns:a16="http://schemas.microsoft.com/office/drawing/2014/main" id="{DD98F50D-4F94-4831-87BE-D21ED2911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797"/>
              <a:ext cx="71" cy="56"/>
            </a:xfrm>
            <a:custGeom>
              <a:avLst/>
              <a:gdLst>
                <a:gd name="T0" fmla="*/ 58 w 69"/>
                <a:gd name="T1" fmla="*/ 50 h 55"/>
                <a:gd name="T2" fmla="*/ 23 w 69"/>
                <a:gd name="T3" fmla="*/ 48 h 55"/>
                <a:gd name="T4" fmla="*/ 6 w 69"/>
                <a:gd name="T5" fmla="*/ 20 h 55"/>
                <a:gd name="T6" fmla="*/ 64 w 69"/>
                <a:gd name="T7" fmla="*/ 9 h 55"/>
                <a:gd name="T8" fmla="*/ 58 w 69"/>
                <a:gd name="T9" fmla="*/ 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5">
                  <a:moveTo>
                    <a:pt x="52" y="47"/>
                  </a:moveTo>
                  <a:cubicBezTo>
                    <a:pt x="46" y="55"/>
                    <a:pt x="31" y="54"/>
                    <a:pt x="20" y="45"/>
                  </a:cubicBezTo>
                  <a:cubicBezTo>
                    <a:pt x="9" y="36"/>
                    <a:pt x="0" y="28"/>
                    <a:pt x="6" y="20"/>
                  </a:cubicBezTo>
                  <a:cubicBezTo>
                    <a:pt x="13" y="13"/>
                    <a:pt x="46" y="0"/>
                    <a:pt x="58" y="9"/>
                  </a:cubicBezTo>
                  <a:cubicBezTo>
                    <a:pt x="69" y="18"/>
                    <a:pt x="58" y="39"/>
                    <a:pt x="52" y="47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9" name="Freeform 4232">
              <a:extLst>
                <a:ext uri="{FF2B5EF4-FFF2-40B4-BE49-F238E27FC236}">
                  <a16:creationId xmlns:a16="http://schemas.microsoft.com/office/drawing/2014/main" id="{CD2794C3-002B-4E66-A70B-C4EB1A409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639"/>
              <a:ext cx="34" cy="52"/>
            </a:xfrm>
            <a:custGeom>
              <a:avLst/>
              <a:gdLst>
                <a:gd name="T0" fmla="*/ 26 w 34"/>
                <a:gd name="T1" fmla="*/ 3 h 51"/>
                <a:gd name="T2" fmla="*/ 28 w 34"/>
                <a:gd name="T3" fmla="*/ 33 h 51"/>
                <a:gd name="T4" fmla="*/ 8 w 34"/>
                <a:gd name="T5" fmla="*/ 51 h 51"/>
                <a:gd name="T6" fmla="*/ 6 w 34"/>
                <a:gd name="T7" fmla="*/ 20 h 51"/>
                <a:gd name="T8" fmla="*/ 26 w 34"/>
                <a:gd name="T9" fmla="*/ 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1">
                  <a:moveTo>
                    <a:pt x="26" y="3"/>
                  </a:moveTo>
                  <a:cubicBezTo>
                    <a:pt x="33" y="5"/>
                    <a:pt x="34" y="17"/>
                    <a:pt x="28" y="30"/>
                  </a:cubicBezTo>
                  <a:cubicBezTo>
                    <a:pt x="23" y="43"/>
                    <a:pt x="14" y="51"/>
                    <a:pt x="8" y="48"/>
                  </a:cubicBezTo>
                  <a:cubicBezTo>
                    <a:pt x="1" y="45"/>
                    <a:pt x="0" y="33"/>
                    <a:pt x="6" y="20"/>
                  </a:cubicBezTo>
                  <a:cubicBezTo>
                    <a:pt x="11" y="8"/>
                    <a:pt x="20" y="0"/>
                    <a:pt x="26" y="3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0" name="Freeform 4233">
              <a:extLst>
                <a:ext uri="{FF2B5EF4-FFF2-40B4-BE49-F238E27FC236}">
                  <a16:creationId xmlns:a16="http://schemas.microsoft.com/office/drawing/2014/main" id="{136C2F25-F79E-473F-BCC9-507B1CB5C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596"/>
              <a:ext cx="323" cy="339"/>
            </a:xfrm>
            <a:custGeom>
              <a:avLst/>
              <a:gdLst>
                <a:gd name="T0" fmla="*/ 0 w 323"/>
                <a:gd name="T1" fmla="*/ 339 h 339"/>
                <a:gd name="T2" fmla="*/ 323 w 323"/>
                <a:gd name="T3" fmla="*/ 117 h 339"/>
                <a:gd name="T4" fmla="*/ 323 w 323"/>
                <a:gd name="T5" fmla="*/ 0 h 339"/>
                <a:gd name="T6" fmla="*/ 0 w 323"/>
                <a:gd name="T7" fmla="*/ 225 h 339"/>
                <a:gd name="T8" fmla="*/ 0 w 323"/>
                <a:gd name="T9" fmla="*/ 339 h 3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339">
                  <a:moveTo>
                    <a:pt x="0" y="339"/>
                  </a:moveTo>
                  <a:lnTo>
                    <a:pt x="323" y="117"/>
                  </a:lnTo>
                  <a:lnTo>
                    <a:pt x="323" y="0"/>
                  </a:lnTo>
                  <a:lnTo>
                    <a:pt x="0" y="225"/>
                  </a:lnTo>
                  <a:lnTo>
                    <a:pt x="0" y="339"/>
                  </a:ln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1" name="Freeform 4234">
              <a:extLst>
                <a:ext uri="{FF2B5EF4-FFF2-40B4-BE49-F238E27FC236}">
                  <a16:creationId xmlns:a16="http://schemas.microsoft.com/office/drawing/2014/main" id="{CF26C638-4F10-40E4-8C84-455184739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594"/>
              <a:ext cx="1081" cy="458"/>
            </a:xfrm>
            <a:custGeom>
              <a:avLst/>
              <a:gdLst>
                <a:gd name="T0" fmla="*/ 1124 w 1060"/>
                <a:gd name="T1" fmla="*/ 236 h 449"/>
                <a:gd name="T2" fmla="*/ 1124 w 1060"/>
                <a:gd name="T3" fmla="*/ 355 h 449"/>
                <a:gd name="T4" fmla="*/ 0 w 1060"/>
                <a:gd name="T5" fmla="*/ 105 h 449"/>
                <a:gd name="T6" fmla="*/ 0 w 1060"/>
                <a:gd name="T7" fmla="*/ 0 h 449"/>
                <a:gd name="T8" fmla="*/ 1124 w 1060"/>
                <a:gd name="T9" fmla="*/ 236 h 4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0" h="449">
                  <a:moveTo>
                    <a:pt x="1060" y="222"/>
                  </a:moveTo>
                  <a:cubicBezTo>
                    <a:pt x="1060" y="334"/>
                    <a:pt x="1060" y="334"/>
                    <a:pt x="1060" y="334"/>
                  </a:cubicBezTo>
                  <a:cubicBezTo>
                    <a:pt x="1060" y="334"/>
                    <a:pt x="357" y="449"/>
                    <a:pt x="0" y="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35" y="372"/>
                    <a:pt x="1060" y="222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2" name="Freeform 4235">
              <a:extLst>
                <a:ext uri="{FF2B5EF4-FFF2-40B4-BE49-F238E27FC236}">
                  <a16:creationId xmlns:a16="http://schemas.microsoft.com/office/drawing/2014/main" id="{266793E1-ABF1-45BD-8CAD-F41F8588F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491"/>
              <a:ext cx="1404" cy="562"/>
            </a:xfrm>
            <a:custGeom>
              <a:avLst/>
              <a:gdLst>
                <a:gd name="T0" fmla="*/ 1462 w 1376"/>
                <a:gd name="T1" fmla="*/ 110 h 551"/>
                <a:gd name="T2" fmla="*/ 544 w 1376"/>
                <a:gd name="T3" fmla="*/ 0 h 551"/>
                <a:gd name="T4" fmla="*/ 0 w 1376"/>
                <a:gd name="T5" fmla="*/ 107 h 551"/>
                <a:gd name="T6" fmla="*/ 0 w 1376"/>
                <a:gd name="T7" fmla="*/ 107 h 551"/>
                <a:gd name="T8" fmla="*/ 0 w 1376"/>
                <a:gd name="T9" fmla="*/ 213 h 551"/>
                <a:gd name="T10" fmla="*/ 1126 w 1376"/>
                <a:gd name="T11" fmla="*/ 463 h 551"/>
                <a:gd name="T12" fmla="*/ 1462 w 1376"/>
                <a:gd name="T13" fmla="*/ 231 h 551"/>
                <a:gd name="T14" fmla="*/ 1462 w 1376"/>
                <a:gd name="T15" fmla="*/ 110 h 5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6" h="551">
                  <a:moveTo>
                    <a:pt x="1376" y="104"/>
                  </a:moveTo>
                  <a:cubicBezTo>
                    <a:pt x="1376" y="104"/>
                    <a:pt x="961" y="241"/>
                    <a:pt x="512" y="0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201"/>
                    <a:pt x="0" y="201"/>
                    <a:pt x="0" y="201"/>
                  </a:cubicBezTo>
                  <a:cubicBezTo>
                    <a:pt x="357" y="551"/>
                    <a:pt x="1060" y="436"/>
                    <a:pt x="1060" y="436"/>
                  </a:cubicBezTo>
                  <a:cubicBezTo>
                    <a:pt x="1376" y="218"/>
                    <a:pt x="1376" y="218"/>
                    <a:pt x="1376" y="218"/>
                  </a:cubicBezTo>
                  <a:cubicBezTo>
                    <a:pt x="1376" y="104"/>
                    <a:pt x="1376" y="104"/>
                    <a:pt x="1376" y="104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3" name="Freeform 4236">
              <a:extLst>
                <a:ext uri="{FF2B5EF4-FFF2-40B4-BE49-F238E27FC236}">
                  <a16:creationId xmlns:a16="http://schemas.microsoft.com/office/drawing/2014/main" id="{55E3E380-F628-4C43-8FA8-5F49112D0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665"/>
              <a:ext cx="61" cy="114"/>
            </a:xfrm>
            <a:custGeom>
              <a:avLst/>
              <a:gdLst>
                <a:gd name="T0" fmla="*/ 5 w 60"/>
                <a:gd name="T1" fmla="*/ 0 h 112"/>
                <a:gd name="T2" fmla="*/ 6 w 60"/>
                <a:gd name="T3" fmla="*/ 70 h 112"/>
                <a:gd name="T4" fmla="*/ 63 w 60"/>
                <a:gd name="T5" fmla="*/ 118 h 112"/>
                <a:gd name="T6" fmla="*/ 47 w 60"/>
                <a:gd name="T7" fmla="*/ 102 h 112"/>
                <a:gd name="T8" fmla="*/ 28 w 60"/>
                <a:gd name="T9" fmla="*/ 76 h 112"/>
                <a:gd name="T10" fmla="*/ 11 w 60"/>
                <a:gd name="T11" fmla="*/ 50 h 112"/>
                <a:gd name="T12" fmla="*/ 8 w 60"/>
                <a:gd name="T13" fmla="*/ 22 h 112"/>
                <a:gd name="T14" fmla="*/ 5 w 60"/>
                <a:gd name="T15" fmla="*/ 5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12">
                  <a:moveTo>
                    <a:pt x="5" y="0"/>
                  </a:moveTo>
                  <a:cubicBezTo>
                    <a:pt x="5" y="22"/>
                    <a:pt x="0" y="46"/>
                    <a:pt x="6" y="67"/>
                  </a:cubicBezTo>
                  <a:cubicBezTo>
                    <a:pt x="12" y="93"/>
                    <a:pt x="43" y="96"/>
                    <a:pt x="60" y="112"/>
                  </a:cubicBezTo>
                  <a:cubicBezTo>
                    <a:pt x="56" y="106"/>
                    <a:pt x="49" y="102"/>
                    <a:pt x="44" y="96"/>
                  </a:cubicBezTo>
                  <a:cubicBezTo>
                    <a:pt x="38" y="89"/>
                    <a:pt x="34" y="81"/>
                    <a:pt x="28" y="73"/>
                  </a:cubicBezTo>
                  <a:cubicBezTo>
                    <a:pt x="22" y="64"/>
                    <a:pt x="14" y="58"/>
                    <a:pt x="11" y="47"/>
                  </a:cubicBezTo>
                  <a:cubicBezTo>
                    <a:pt x="9" y="39"/>
                    <a:pt x="9" y="31"/>
                    <a:pt x="8" y="22"/>
                  </a:cubicBezTo>
                  <a:cubicBezTo>
                    <a:pt x="7" y="16"/>
                    <a:pt x="5" y="11"/>
                    <a:pt x="5" y="5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4" name="Freeform 4237">
              <a:extLst>
                <a:ext uri="{FF2B5EF4-FFF2-40B4-BE49-F238E27FC236}">
                  <a16:creationId xmlns:a16="http://schemas.microsoft.com/office/drawing/2014/main" id="{FD518AA9-B3A8-45BE-8C63-F45D31970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754"/>
              <a:ext cx="43" cy="70"/>
            </a:xfrm>
            <a:custGeom>
              <a:avLst/>
              <a:gdLst>
                <a:gd name="T0" fmla="*/ 2 w 43"/>
                <a:gd name="T1" fmla="*/ 0 h 68"/>
                <a:gd name="T2" fmla="*/ 7 w 43"/>
                <a:gd name="T3" fmla="*/ 49 h 68"/>
                <a:gd name="T4" fmla="*/ 43 w 43"/>
                <a:gd name="T5" fmla="*/ 74 h 68"/>
                <a:gd name="T6" fmla="*/ 11 w 43"/>
                <a:gd name="T7" fmla="*/ 32 h 68"/>
                <a:gd name="T8" fmla="*/ 3 w 43"/>
                <a:gd name="T9" fmla="*/ 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8">
                  <a:moveTo>
                    <a:pt x="2" y="0"/>
                  </a:moveTo>
                  <a:cubicBezTo>
                    <a:pt x="2" y="14"/>
                    <a:pt x="0" y="34"/>
                    <a:pt x="7" y="46"/>
                  </a:cubicBezTo>
                  <a:cubicBezTo>
                    <a:pt x="12" y="55"/>
                    <a:pt x="33" y="67"/>
                    <a:pt x="43" y="68"/>
                  </a:cubicBezTo>
                  <a:cubicBezTo>
                    <a:pt x="32" y="54"/>
                    <a:pt x="18" y="45"/>
                    <a:pt x="11" y="29"/>
                  </a:cubicBezTo>
                  <a:cubicBezTo>
                    <a:pt x="7" y="22"/>
                    <a:pt x="2" y="11"/>
                    <a:pt x="3" y="3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5" name="Freeform 4238">
              <a:extLst>
                <a:ext uri="{FF2B5EF4-FFF2-40B4-BE49-F238E27FC236}">
                  <a16:creationId xmlns:a16="http://schemas.microsoft.com/office/drawing/2014/main" id="{BB6855DF-1835-4B44-BFAA-EBE1A8EEA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721"/>
              <a:ext cx="46" cy="47"/>
            </a:xfrm>
            <a:custGeom>
              <a:avLst/>
              <a:gdLst>
                <a:gd name="T0" fmla="*/ 0 w 45"/>
                <a:gd name="T1" fmla="*/ 0 h 46"/>
                <a:gd name="T2" fmla="*/ 35 w 45"/>
                <a:gd name="T3" fmla="*/ 14 h 46"/>
                <a:gd name="T4" fmla="*/ 47 w 45"/>
                <a:gd name="T5" fmla="*/ 49 h 46"/>
                <a:gd name="T6" fmla="*/ 40 w 45"/>
                <a:gd name="T7" fmla="*/ 30 h 46"/>
                <a:gd name="T8" fmla="*/ 26 w 45"/>
                <a:gd name="T9" fmla="*/ 14 h 46"/>
                <a:gd name="T10" fmla="*/ 3 w 45"/>
                <a:gd name="T11" fmla="*/ 4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6">
                  <a:moveTo>
                    <a:pt x="0" y="0"/>
                  </a:moveTo>
                  <a:cubicBezTo>
                    <a:pt x="9" y="7"/>
                    <a:pt x="22" y="9"/>
                    <a:pt x="32" y="14"/>
                  </a:cubicBezTo>
                  <a:cubicBezTo>
                    <a:pt x="45" y="21"/>
                    <a:pt x="45" y="33"/>
                    <a:pt x="44" y="46"/>
                  </a:cubicBezTo>
                  <a:cubicBezTo>
                    <a:pt x="41" y="40"/>
                    <a:pt x="41" y="33"/>
                    <a:pt x="37" y="27"/>
                  </a:cubicBezTo>
                  <a:cubicBezTo>
                    <a:pt x="33" y="22"/>
                    <a:pt x="28" y="17"/>
                    <a:pt x="23" y="14"/>
                  </a:cubicBezTo>
                  <a:cubicBezTo>
                    <a:pt x="17" y="8"/>
                    <a:pt x="10" y="7"/>
                    <a:pt x="3" y="4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6" name="Freeform 4239">
              <a:extLst>
                <a:ext uri="{FF2B5EF4-FFF2-40B4-BE49-F238E27FC236}">
                  <a16:creationId xmlns:a16="http://schemas.microsoft.com/office/drawing/2014/main" id="{F518E633-CC0E-40BC-913C-FB39B7BAC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607"/>
              <a:ext cx="22" cy="41"/>
            </a:xfrm>
            <a:custGeom>
              <a:avLst/>
              <a:gdLst>
                <a:gd name="T0" fmla="*/ 22 w 22"/>
                <a:gd name="T1" fmla="*/ 13 h 40"/>
                <a:gd name="T2" fmla="*/ 7 w 22"/>
                <a:gd name="T3" fmla="*/ 43 h 40"/>
                <a:gd name="T4" fmla="*/ 5 w 22"/>
                <a:gd name="T5" fmla="*/ 6 h 40"/>
                <a:gd name="T6" fmla="*/ 22 w 22"/>
                <a:gd name="T7" fmla="*/ 1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0">
                  <a:moveTo>
                    <a:pt x="22" y="13"/>
                  </a:moveTo>
                  <a:cubicBezTo>
                    <a:pt x="9" y="3"/>
                    <a:pt x="9" y="35"/>
                    <a:pt x="7" y="40"/>
                  </a:cubicBezTo>
                  <a:cubicBezTo>
                    <a:pt x="5" y="33"/>
                    <a:pt x="0" y="13"/>
                    <a:pt x="5" y="6"/>
                  </a:cubicBezTo>
                  <a:cubicBezTo>
                    <a:pt x="8" y="0"/>
                    <a:pt x="18" y="11"/>
                    <a:pt x="22" y="15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7" name="Freeform 4240">
              <a:extLst>
                <a:ext uri="{FF2B5EF4-FFF2-40B4-BE49-F238E27FC236}">
                  <a16:creationId xmlns:a16="http://schemas.microsoft.com/office/drawing/2014/main" id="{0A44F5AC-B6CE-4C03-BBE6-DE837EDAE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803"/>
              <a:ext cx="50" cy="57"/>
            </a:xfrm>
            <a:custGeom>
              <a:avLst/>
              <a:gdLst>
                <a:gd name="T0" fmla="*/ 4 w 49"/>
                <a:gd name="T1" fmla="*/ 0 h 55"/>
                <a:gd name="T2" fmla="*/ 7 w 49"/>
                <a:gd name="T3" fmla="*/ 41 h 55"/>
                <a:gd name="T4" fmla="*/ 52 w 49"/>
                <a:gd name="T5" fmla="*/ 61 h 55"/>
                <a:gd name="T6" fmla="*/ 6 w 49"/>
                <a:gd name="T7" fmla="*/ 3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55">
                  <a:moveTo>
                    <a:pt x="4" y="0"/>
                  </a:moveTo>
                  <a:cubicBezTo>
                    <a:pt x="9" y="11"/>
                    <a:pt x="0" y="28"/>
                    <a:pt x="7" y="38"/>
                  </a:cubicBezTo>
                  <a:cubicBezTo>
                    <a:pt x="14" y="47"/>
                    <a:pt x="38" y="52"/>
                    <a:pt x="49" y="55"/>
                  </a:cubicBezTo>
                  <a:cubicBezTo>
                    <a:pt x="32" y="44"/>
                    <a:pt x="8" y="26"/>
                    <a:pt x="6" y="3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8" name="Freeform 4241">
              <a:extLst>
                <a:ext uri="{FF2B5EF4-FFF2-40B4-BE49-F238E27FC236}">
                  <a16:creationId xmlns:a16="http://schemas.microsoft.com/office/drawing/2014/main" id="{7CC44174-2308-4416-B0B0-FB0449EC2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1789"/>
              <a:ext cx="52" cy="63"/>
            </a:xfrm>
            <a:custGeom>
              <a:avLst/>
              <a:gdLst>
                <a:gd name="T0" fmla="*/ 29 w 51"/>
                <a:gd name="T1" fmla="*/ 5 h 62"/>
                <a:gd name="T2" fmla="*/ 6 w 51"/>
                <a:gd name="T3" fmla="*/ 0 h 62"/>
                <a:gd name="T4" fmla="*/ 6 w 51"/>
                <a:gd name="T5" fmla="*/ 35 h 62"/>
                <a:gd name="T6" fmla="*/ 10 w 51"/>
                <a:gd name="T7" fmla="*/ 65 h 62"/>
                <a:gd name="T8" fmla="*/ 21 w 51"/>
                <a:gd name="T9" fmla="*/ 20 h 62"/>
                <a:gd name="T10" fmla="*/ 54 w 51"/>
                <a:gd name="T11" fmla="*/ 14 h 62"/>
                <a:gd name="T12" fmla="*/ 25 w 51"/>
                <a:gd name="T13" fmla="*/ 5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62">
                  <a:moveTo>
                    <a:pt x="26" y="5"/>
                  </a:moveTo>
                  <a:cubicBezTo>
                    <a:pt x="20" y="3"/>
                    <a:pt x="13" y="1"/>
                    <a:pt x="6" y="0"/>
                  </a:cubicBezTo>
                  <a:cubicBezTo>
                    <a:pt x="0" y="8"/>
                    <a:pt x="5" y="22"/>
                    <a:pt x="6" y="32"/>
                  </a:cubicBezTo>
                  <a:cubicBezTo>
                    <a:pt x="6" y="41"/>
                    <a:pt x="6" y="54"/>
                    <a:pt x="10" y="62"/>
                  </a:cubicBezTo>
                  <a:cubicBezTo>
                    <a:pt x="12" y="48"/>
                    <a:pt x="8" y="30"/>
                    <a:pt x="21" y="20"/>
                  </a:cubicBezTo>
                  <a:cubicBezTo>
                    <a:pt x="28" y="14"/>
                    <a:pt x="41" y="12"/>
                    <a:pt x="51" y="14"/>
                  </a:cubicBezTo>
                  <a:cubicBezTo>
                    <a:pt x="46" y="7"/>
                    <a:pt x="32" y="9"/>
                    <a:pt x="25" y="5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9" name="Freeform 4242">
              <a:extLst>
                <a:ext uri="{FF2B5EF4-FFF2-40B4-BE49-F238E27FC236}">
                  <a16:creationId xmlns:a16="http://schemas.microsoft.com/office/drawing/2014/main" id="{0E637BAC-37DD-4368-9B26-B60E162F4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862"/>
              <a:ext cx="64" cy="66"/>
            </a:xfrm>
            <a:custGeom>
              <a:avLst/>
              <a:gdLst>
                <a:gd name="T0" fmla="*/ 4 w 63"/>
                <a:gd name="T1" fmla="*/ 0 h 65"/>
                <a:gd name="T2" fmla="*/ 13 w 63"/>
                <a:gd name="T3" fmla="*/ 53 h 65"/>
                <a:gd name="T4" fmla="*/ 41 w 63"/>
                <a:gd name="T5" fmla="*/ 62 h 65"/>
                <a:gd name="T6" fmla="*/ 66 w 63"/>
                <a:gd name="T7" fmla="*/ 66 h 65"/>
                <a:gd name="T8" fmla="*/ 47 w 63"/>
                <a:gd name="T9" fmla="*/ 52 h 65"/>
                <a:gd name="T10" fmla="*/ 23 w 63"/>
                <a:gd name="T11" fmla="*/ 29 h 65"/>
                <a:gd name="T12" fmla="*/ 12 w 63"/>
                <a:gd name="T13" fmla="*/ 14 h 65"/>
                <a:gd name="T14" fmla="*/ 6 w 63"/>
                <a:gd name="T15" fmla="*/ 1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5">
                  <a:moveTo>
                    <a:pt x="4" y="0"/>
                  </a:moveTo>
                  <a:cubicBezTo>
                    <a:pt x="11" y="14"/>
                    <a:pt x="0" y="40"/>
                    <a:pt x="13" y="50"/>
                  </a:cubicBezTo>
                  <a:cubicBezTo>
                    <a:pt x="20" y="55"/>
                    <a:pt x="30" y="57"/>
                    <a:pt x="38" y="59"/>
                  </a:cubicBezTo>
                  <a:cubicBezTo>
                    <a:pt x="45" y="61"/>
                    <a:pt x="55" y="65"/>
                    <a:pt x="63" y="63"/>
                  </a:cubicBezTo>
                  <a:cubicBezTo>
                    <a:pt x="61" y="56"/>
                    <a:pt x="50" y="53"/>
                    <a:pt x="44" y="49"/>
                  </a:cubicBezTo>
                  <a:cubicBezTo>
                    <a:pt x="36" y="44"/>
                    <a:pt x="29" y="37"/>
                    <a:pt x="23" y="29"/>
                  </a:cubicBezTo>
                  <a:cubicBezTo>
                    <a:pt x="19" y="24"/>
                    <a:pt x="15" y="20"/>
                    <a:pt x="12" y="14"/>
                  </a:cubicBezTo>
                  <a:cubicBezTo>
                    <a:pt x="10" y="10"/>
                    <a:pt x="9" y="4"/>
                    <a:pt x="6" y="1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0" name="Freeform 4243">
              <a:extLst>
                <a:ext uri="{FF2B5EF4-FFF2-40B4-BE49-F238E27FC236}">
                  <a16:creationId xmlns:a16="http://schemas.microsoft.com/office/drawing/2014/main" id="{4151C492-1FEA-4641-AB63-9D1A7BA3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852"/>
              <a:ext cx="47" cy="88"/>
            </a:xfrm>
            <a:custGeom>
              <a:avLst/>
              <a:gdLst>
                <a:gd name="T0" fmla="*/ 4 w 46"/>
                <a:gd name="T1" fmla="*/ 49 h 86"/>
                <a:gd name="T2" fmla="*/ 11 w 46"/>
                <a:gd name="T3" fmla="*/ 84 h 86"/>
                <a:gd name="T4" fmla="*/ 49 w 46"/>
                <a:gd name="T5" fmla="*/ 92 h 86"/>
                <a:gd name="T6" fmla="*/ 10 w 46"/>
                <a:gd name="T7" fmla="*/ 46 h 86"/>
                <a:gd name="T8" fmla="*/ 4 w 46"/>
                <a:gd name="T9" fmla="*/ 0 h 86"/>
                <a:gd name="T10" fmla="*/ 4 w 46"/>
                <a:gd name="T11" fmla="*/ 51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86">
                  <a:moveTo>
                    <a:pt x="4" y="46"/>
                  </a:moveTo>
                  <a:cubicBezTo>
                    <a:pt x="5" y="56"/>
                    <a:pt x="0" y="70"/>
                    <a:pt x="11" y="78"/>
                  </a:cubicBezTo>
                  <a:cubicBezTo>
                    <a:pt x="20" y="83"/>
                    <a:pt x="36" y="85"/>
                    <a:pt x="46" y="86"/>
                  </a:cubicBezTo>
                  <a:cubicBezTo>
                    <a:pt x="27" y="77"/>
                    <a:pt x="15" y="64"/>
                    <a:pt x="10" y="43"/>
                  </a:cubicBezTo>
                  <a:cubicBezTo>
                    <a:pt x="6" y="29"/>
                    <a:pt x="4" y="14"/>
                    <a:pt x="4" y="0"/>
                  </a:cubicBezTo>
                  <a:cubicBezTo>
                    <a:pt x="4" y="16"/>
                    <a:pt x="4" y="32"/>
                    <a:pt x="4" y="48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1" name="Freeform 4244">
              <a:extLst>
                <a:ext uri="{FF2B5EF4-FFF2-40B4-BE49-F238E27FC236}">
                  <a16:creationId xmlns:a16="http://schemas.microsoft.com/office/drawing/2014/main" id="{F266ABC9-D313-483C-AC86-0193AFFD2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860"/>
              <a:ext cx="43" cy="69"/>
            </a:xfrm>
            <a:custGeom>
              <a:avLst/>
              <a:gdLst>
                <a:gd name="T0" fmla="*/ 42 w 42"/>
                <a:gd name="T1" fmla="*/ 2 h 68"/>
                <a:gd name="T2" fmla="*/ 17 w 42"/>
                <a:gd name="T3" fmla="*/ 2 h 68"/>
                <a:gd name="T4" fmla="*/ 2 w 42"/>
                <a:gd name="T5" fmla="*/ 8 h 68"/>
                <a:gd name="T6" fmla="*/ 4 w 42"/>
                <a:gd name="T7" fmla="*/ 41 h 68"/>
                <a:gd name="T8" fmla="*/ 11 w 42"/>
                <a:gd name="T9" fmla="*/ 71 h 68"/>
                <a:gd name="T10" fmla="*/ 10 w 42"/>
                <a:gd name="T11" fmla="*/ 50 h 68"/>
                <a:gd name="T12" fmla="*/ 15 w 42"/>
                <a:gd name="T13" fmla="*/ 20 h 68"/>
                <a:gd name="T14" fmla="*/ 45 w 42"/>
                <a:gd name="T15" fmla="*/ 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8">
                  <a:moveTo>
                    <a:pt x="39" y="2"/>
                  </a:moveTo>
                  <a:cubicBezTo>
                    <a:pt x="31" y="2"/>
                    <a:pt x="24" y="2"/>
                    <a:pt x="17" y="2"/>
                  </a:cubicBezTo>
                  <a:cubicBezTo>
                    <a:pt x="9" y="2"/>
                    <a:pt x="4" y="0"/>
                    <a:pt x="2" y="8"/>
                  </a:cubicBezTo>
                  <a:cubicBezTo>
                    <a:pt x="0" y="17"/>
                    <a:pt x="3" y="29"/>
                    <a:pt x="4" y="38"/>
                  </a:cubicBezTo>
                  <a:cubicBezTo>
                    <a:pt x="4" y="47"/>
                    <a:pt x="5" y="61"/>
                    <a:pt x="11" y="68"/>
                  </a:cubicBezTo>
                  <a:cubicBezTo>
                    <a:pt x="13" y="62"/>
                    <a:pt x="10" y="53"/>
                    <a:pt x="10" y="47"/>
                  </a:cubicBezTo>
                  <a:cubicBezTo>
                    <a:pt x="9" y="37"/>
                    <a:pt x="10" y="28"/>
                    <a:pt x="15" y="20"/>
                  </a:cubicBezTo>
                  <a:cubicBezTo>
                    <a:pt x="21" y="9"/>
                    <a:pt x="31" y="6"/>
                    <a:pt x="42" y="3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2" name="Freeform 4245">
              <a:extLst>
                <a:ext uri="{FF2B5EF4-FFF2-40B4-BE49-F238E27FC236}">
                  <a16:creationId xmlns:a16="http://schemas.microsoft.com/office/drawing/2014/main" id="{9672C758-6776-4C62-A5DD-E73A59A78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861"/>
              <a:ext cx="66" cy="76"/>
            </a:xfrm>
            <a:custGeom>
              <a:avLst/>
              <a:gdLst>
                <a:gd name="T0" fmla="*/ 36 w 65"/>
                <a:gd name="T1" fmla="*/ 4 h 75"/>
                <a:gd name="T2" fmla="*/ 1 w 65"/>
                <a:gd name="T3" fmla="*/ 18 h 75"/>
                <a:gd name="T4" fmla="*/ 6 w 65"/>
                <a:gd name="T5" fmla="*/ 51 h 75"/>
                <a:gd name="T6" fmla="*/ 11 w 65"/>
                <a:gd name="T7" fmla="*/ 78 h 75"/>
                <a:gd name="T8" fmla="*/ 30 w 65"/>
                <a:gd name="T9" fmla="*/ 16 h 75"/>
                <a:gd name="T10" fmla="*/ 68 w 65"/>
                <a:gd name="T11" fmla="*/ 11 h 75"/>
                <a:gd name="T12" fmla="*/ 30 w 65"/>
                <a:gd name="T13" fmla="*/ 4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4"/>
                  </a:moveTo>
                  <a:cubicBezTo>
                    <a:pt x="20" y="0"/>
                    <a:pt x="0" y="1"/>
                    <a:pt x="1" y="18"/>
                  </a:cubicBezTo>
                  <a:cubicBezTo>
                    <a:pt x="2" y="28"/>
                    <a:pt x="5" y="38"/>
                    <a:pt x="6" y="48"/>
                  </a:cubicBezTo>
                  <a:cubicBezTo>
                    <a:pt x="7" y="57"/>
                    <a:pt x="8" y="66"/>
                    <a:pt x="11" y="75"/>
                  </a:cubicBezTo>
                  <a:cubicBezTo>
                    <a:pt x="11" y="57"/>
                    <a:pt x="14" y="28"/>
                    <a:pt x="30" y="16"/>
                  </a:cubicBezTo>
                  <a:cubicBezTo>
                    <a:pt x="40" y="9"/>
                    <a:pt x="54" y="15"/>
                    <a:pt x="65" y="11"/>
                  </a:cubicBezTo>
                  <a:cubicBezTo>
                    <a:pt x="54" y="7"/>
                    <a:pt x="43" y="1"/>
                    <a:pt x="30" y="4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3" name="Freeform 4246">
              <a:extLst>
                <a:ext uri="{FF2B5EF4-FFF2-40B4-BE49-F238E27FC236}">
                  <a16:creationId xmlns:a16="http://schemas.microsoft.com/office/drawing/2014/main" id="{48D2DB86-AA79-405F-8C26-31E07891A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875"/>
              <a:ext cx="85" cy="71"/>
            </a:xfrm>
            <a:custGeom>
              <a:avLst/>
              <a:gdLst>
                <a:gd name="T0" fmla="*/ 0 w 83"/>
                <a:gd name="T1" fmla="*/ 0 h 70"/>
                <a:gd name="T2" fmla="*/ 3 w 83"/>
                <a:gd name="T3" fmla="*/ 43 h 70"/>
                <a:gd name="T4" fmla="*/ 7 w 83"/>
                <a:gd name="T5" fmla="*/ 65 h 70"/>
                <a:gd name="T6" fmla="*/ 31 w 83"/>
                <a:gd name="T7" fmla="*/ 71 h 70"/>
                <a:gd name="T8" fmla="*/ 56 w 83"/>
                <a:gd name="T9" fmla="*/ 72 h 70"/>
                <a:gd name="T10" fmla="*/ 89 w 83"/>
                <a:gd name="T11" fmla="*/ 66 h 70"/>
                <a:gd name="T12" fmla="*/ 53 w 83"/>
                <a:gd name="T13" fmla="*/ 56 h 70"/>
                <a:gd name="T14" fmla="*/ 25 w 83"/>
                <a:gd name="T15" fmla="*/ 39 h 70"/>
                <a:gd name="T16" fmla="*/ 2 w 83"/>
                <a:gd name="T17" fmla="*/ 2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70">
                  <a:moveTo>
                    <a:pt x="0" y="0"/>
                  </a:moveTo>
                  <a:cubicBezTo>
                    <a:pt x="7" y="10"/>
                    <a:pt x="3" y="29"/>
                    <a:pt x="3" y="40"/>
                  </a:cubicBezTo>
                  <a:cubicBezTo>
                    <a:pt x="3" y="47"/>
                    <a:pt x="1" y="58"/>
                    <a:pt x="7" y="62"/>
                  </a:cubicBezTo>
                  <a:cubicBezTo>
                    <a:pt x="12" y="66"/>
                    <a:pt x="22" y="67"/>
                    <a:pt x="28" y="68"/>
                  </a:cubicBezTo>
                  <a:cubicBezTo>
                    <a:pt x="36" y="70"/>
                    <a:pt x="45" y="70"/>
                    <a:pt x="53" y="69"/>
                  </a:cubicBezTo>
                  <a:cubicBezTo>
                    <a:pt x="61" y="68"/>
                    <a:pt x="77" y="68"/>
                    <a:pt x="83" y="63"/>
                  </a:cubicBezTo>
                  <a:cubicBezTo>
                    <a:pt x="78" y="55"/>
                    <a:pt x="58" y="56"/>
                    <a:pt x="50" y="53"/>
                  </a:cubicBezTo>
                  <a:cubicBezTo>
                    <a:pt x="40" y="48"/>
                    <a:pt x="30" y="42"/>
                    <a:pt x="22" y="36"/>
                  </a:cubicBezTo>
                  <a:cubicBezTo>
                    <a:pt x="9" y="25"/>
                    <a:pt x="5" y="17"/>
                    <a:pt x="2" y="2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4" name="Freeform 4247">
              <a:extLst>
                <a:ext uri="{FF2B5EF4-FFF2-40B4-BE49-F238E27FC236}">
                  <a16:creationId xmlns:a16="http://schemas.microsoft.com/office/drawing/2014/main" id="{61FB6079-7E8C-40ED-B9F6-9C57FFAB6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833"/>
              <a:ext cx="44" cy="76"/>
            </a:xfrm>
            <a:custGeom>
              <a:avLst/>
              <a:gdLst>
                <a:gd name="T0" fmla="*/ 45 w 43"/>
                <a:gd name="T1" fmla="*/ 3 h 74"/>
                <a:gd name="T2" fmla="*/ 16 w 43"/>
                <a:gd name="T3" fmla="*/ 80 h 74"/>
                <a:gd name="T4" fmla="*/ 46 w 43"/>
                <a:gd name="T5" fmla="*/ 3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4">
                  <a:moveTo>
                    <a:pt x="42" y="3"/>
                  </a:moveTo>
                  <a:cubicBezTo>
                    <a:pt x="0" y="0"/>
                    <a:pt x="17" y="50"/>
                    <a:pt x="16" y="74"/>
                  </a:cubicBezTo>
                  <a:cubicBezTo>
                    <a:pt x="17" y="48"/>
                    <a:pt x="21" y="20"/>
                    <a:pt x="43" y="3"/>
                  </a:cubicBezTo>
                </a:path>
              </a:pathLst>
            </a:custGeom>
            <a:solidFill>
              <a:srgbClr val="E6A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5" name="Freeform 4248">
              <a:extLst>
                <a:ext uri="{FF2B5EF4-FFF2-40B4-BE49-F238E27FC236}">
                  <a16:creationId xmlns:a16="http://schemas.microsoft.com/office/drawing/2014/main" id="{D4D0DEB1-0634-4881-8AB5-BD321B970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644"/>
              <a:ext cx="74" cy="42"/>
            </a:xfrm>
            <a:custGeom>
              <a:avLst/>
              <a:gdLst>
                <a:gd name="T0" fmla="*/ 75 w 72"/>
                <a:gd name="T1" fmla="*/ 7 h 41"/>
                <a:gd name="T2" fmla="*/ 44 w 72"/>
                <a:gd name="T3" fmla="*/ 36 h 41"/>
                <a:gd name="T4" fmla="*/ 3 w 72"/>
                <a:gd name="T5" fmla="*/ 37 h 41"/>
                <a:gd name="T6" fmla="*/ 34 w 72"/>
                <a:gd name="T7" fmla="*/ 8 h 41"/>
                <a:gd name="T8" fmla="*/ 75 w 72"/>
                <a:gd name="T9" fmla="*/ 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1">
                  <a:moveTo>
                    <a:pt x="69" y="7"/>
                  </a:moveTo>
                  <a:cubicBezTo>
                    <a:pt x="72" y="14"/>
                    <a:pt x="60" y="25"/>
                    <a:pt x="41" y="33"/>
                  </a:cubicBezTo>
                  <a:cubicBezTo>
                    <a:pt x="23" y="40"/>
                    <a:pt x="5" y="41"/>
                    <a:pt x="3" y="34"/>
                  </a:cubicBezTo>
                  <a:cubicBezTo>
                    <a:pt x="0" y="27"/>
                    <a:pt x="13" y="16"/>
                    <a:pt x="31" y="8"/>
                  </a:cubicBezTo>
                  <a:cubicBezTo>
                    <a:pt x="50" y="1"/>
                    <a:pt x="67" y="0"/>
                    <a:pt x="69" y="7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6" name="Freeform 4249">
              <a:extLst>
                <a:ext uri="{FF2B5EF4-FFF2-40B4-BE49-F238E27FC236}">
                  <a16:creationId xmlns:a16="http://schemas.microsoft.com/office/drawing/2014/main" id="{D6601328-836E-4EB5-AC9A-8152BF7BF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677"/>
              <a:ext cx="58" cy="59"/>
            </a:xfrm>
            <a:custGeom>
              <a:avLst/>
              <a:gdLst>
                <a:gd name="T0" fmla="*/ 54 w 57"/>
                <a:gd name="T1" fmla="*/ 6 h 58"/>
                <a:gd name="T2" fmla="*/ 42 w 57"/>
                <a:gd name="T3" fmla="*/ 42 h 58"/>
                <a:gd name="T4" fmla="*/ 6 w 57"/>
                <a:gd name="T5" fmla="*/ 55 h 58"/>
                <a:gd name="T6" fmla="*/ 18 w 57"/>
                <a:gd name="T7" fmla="*/ 19 h 58"/>
                <a:gd name="T8" fmla="*/ 54 w 57"/>
                <a:gd name="T9" fmla="*/ 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51" y="6"/>
                  </a:moveTo>
                  <a:cubicBezTo>
                    <a:pt x="57" y="11"/>
                    <a:pt x="51" y="26"/>
                    <a:pt x="39" y="39"/>
                  </a:cubicBezTo>
                  <a:cubicBezTo>
                    <a:pt x="26" y="52"/>
                    <a:pt x="12" y="58"/>
                    <a:pt x="6" y="52"/>
                  </a:cubicBezTo>
                  <a:cubicBezTo>
                    <a:pt x="0" y="47"/>
                    <a:pt x="6" y="32"/>
                    <a:pt x="18" y="19"/>
                  </a:cubicBezTo>
                  <a:cubicBezTo>
                    <a:pt x="31" y="6"/>
                    <a:pt x="45" y="0"/>
                    <a:pt x="51" y="6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7" name="Freeform 4250">
              <a:extLst>
                <a:ext uri="{FF2B5EF4-FFF2-40B4-BE49-F238E27FC236}">
                  <a16:creationId xmlns:a16="http://schemas.microsoft.com/office/drawing/2014/main" id="{84282BA9-C539-4C0A-BF33-2591E1B0C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621"/>
              <a:ext cx="87" cy="58"/>
            </a:xfrm>
            <a:custGeom>
              <a:avLst/>
              <a:gdLst>
                <a:gd name="T0" fmla="*/ 86 w 85"/>
                <a:gd name="T1" fmla="*/ 9 h 57"/>
                <a:gd name="T2" fmla="*/ 54 w 85"/>
                <a:gd name="T3" fmla="*/ 48 h 57"/>
                <a:gd name="T4" fmla="*/ 5 w 85"/>
                <a:gd name="T5" fmla="*/ 51 h 57"/>
                <a:gd name="T6" fmla="*/ 37 w 85"/>
                <a:gd name="T7" fmla="*/ 12 h 57"/>
                <a:gd name="T8" fmla="*/ 86 w 85"/>
                <a:gd name="T9" fmla="*/ 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57">
                  <a:moveTo>
                    <a:pt x="80" y="9"/>
                  </a:moveTo>
                  <a:cubicBezTo>
                    <a:pt x="85" y="19"/>
                    <a:pt x="72" y="35"/>
                    <a:pt x="51" y="45"/>
                  </a:cubicBezTo>
                  <a:cubicBezTo>
                    <a:pt x="30" y="56"/>
                    <a:pt x="10" y="57"/>
                    <a:pt x="5" y="48"/>
                  </a:cubicBezTo>
                  <a:cubicBezTo>
                    <a:pt x="0" y="38"/>
                    <a:pt x="13" y="22"/>
                    <a:pt x="34" y="12"/>
                  </a:cubicBezTo>
                  <a:cubicBezTo>
                    <a:pt x="55" y="1"/>
                    <a:pt x="76" y="0"/>
                    <a:pt x="80" y="9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8" name="Freeform 4251">
              <a:extLst>
                <a:ext uri="{FF2B5EF4-FFF2-40B4-BE49-F238E27FC236}">
                  <a16:creationId xmlns:a16="http://schemas.microsoft.com/office/drawing/2014/main" id="{8C938A55-A144-43B8-A71D-FDE05EE32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627"/>
              <a:ext cx="73" cy="47"/>
            </a:xfrm>
            <a:custGeom>
              <a:avLst/>
              <a:gdLst>
                <a:gd name="T0" fmla="*/ 73 w 71"/>
                <a:gd name="T1" fmla="*/ 7 h 46"/>
                <a:gd name="T2" fmla="*/ 44 w 71"/>
                <a:gd name="T3" fmla="*/ 38 h 46"/>
                <a:gd name="T4" fmla="*/ 3 w 71"/>
                <a:gd name="T5" fmla="*/ 42 h 46"/>
                <a:gd name="T6" fmla="*/ 32 w 71"/>
                <a:gd name="T7" fmla="*/ 11 h 46"/>
                <a:gd name="T8" fmla="*/ 73 w 71"/>
                <a:gd name="T9" fmla="*/ 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46">
                  <a:moveTo>
                    <a:pt x="67" y="7"/>
                  </a:moveTo>
                  <a:cubicBezTo>
                    <a:pt x="71" y="13"/>
                    <a:pt x="59" y="26"/>
                    <a:pt x="41" y="35"/>
                  </a:cubicBezTo>
                  <a:cubicBezTo>
                    <a:pt x="23" y="44"/>
                    <a:pt x="6" y="46"/>
                    <a:pt x="3" y="39"/>
                  </a:cubicBezTo>
                  <a:cubicBezTo>
                    <a:pt x="0" y="32"/>
                    <a:pt x="11" y="20"/>
                    <a:pt x="29" y="11"/>
                  </a:cubicBezTo>
                  <a:cubicBezTo>
                    <a:pt x="47" y="2"/>
                    <a:pt x="64" y="0"/>
                    <a:pt x="67" y="7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9" name="Freeform 4252">
              <a:extLst>
                <a:ext uri="{FF2B5EF4-FFF2-40B4-BE49-F238E27FC236}">
                  <a16:creationId xmlns:a16="http://schemas.microsoft.com/office/drawing/2014/main" id="{8B170B14-07BF-4EB8-B7F1-FFC0B4650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631"/>
              <a:ext cx="76" cy="50"/>
            </a:xfrm>
            <a:custGeom>
              <a:avLst/>
              <a:gdLst>
                <a:gd name="T0" fmla="*/ 75 w 75"/>
                <a:gd name="T1" fmla="*/ 15 h 49"/>
                <a:gd name="T2" fmla="*/ 46 w 75"/>
                <a:gd name="T3" fmla="*/ 46 h 49"/>
                <a:gd name="T4" fmla="*/ 3 w 75"/>
                <a:gd name="T5" fmla="*/ 37 h 49"/>
                <a:gd name="T6" fmla="*/ 32 w 75"/>
                <a:gd name="T7" fmla="*/ 5 h 49"/>
                <a:gd name="T8" fmla="*/ 75 w 75"/>
                <a:gd name="T9" fmla="*/ 1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49">
                  <a:moveTo>
                    <a:pt x="72" y="15"/>
                  </a:moveTo>
                  <a:cubicBezTo>
                    <a:pt x="75" y="25"/>
                    <a:pt x="62" y="38"/>
                    <a:pt x="43" y="43"/>
                  </a:cubicBezTo>
                  <a:cubicBezTo>
                    <a:pt x="24" y="49"/>
                    <a:pt x="6" y="45"/>
                    <a:pt x="3" y="34"/>
                  </a:cubicBezTo>
                  <a:cubicBezTo>
                    <a:pt x="0" y="24"/>
                    <a:pt x="13" y="11"/>
                    <a:pt x="32" y="5"/>
                  </a:cubicBezTo>
                  <a:cubicBezTo>
                    <a:pt x="52" y="0"/>
                    <a:pt x="69" y="4"/>
                    <a:pt x="72" y="15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0" name="Freeform 4253">
              <a:extLst>
                <a:ext uri="{FF2B5EF4-FFF2-40B4-BE49-F238E27FC236}">
                  <a16:creationId xmlns:a16="http://schemas.microsoft.com/office/drawing/2014/main" id="{5B861BDF-AE8E-4ED4-A5A3-2CE0FCA71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643"/>
              <a:ext cx="86" cy="76"/>
            </a:xfrm>
            <a:custGeom>
              <a:avLst/>
              <a:gdLst>
                <a:gd name="T0" fmla="*/ 83 w 84"/>
                <a:gd name="T1" fmla="*/ 10 h 74"/>
                <a:gd name="T2" fmla="*/ 59 w 84"/>
                <a:gd name="T3" fmla="*/ 60 h 74"/>
                <a:gd name="T4" fmla="*/ 7 w 84"/>
                <a:gd name="T5" fmla="*/ 71 h 74"/>
                <a:gd name="T6" fmla="*/ 31 w 84"/>
                <a:gd name="T7" fmla="*/ 23 h 74"/>
                <a:gd name="T8" fmla="*/ 83 w 84"/>
                <a:gd name="T9" fmla="*/ 1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74">
                  <a:moveTo>
                    <a:pt x="77" y="10"/>
                  </a:moveTo>
                  <a:cubicBezTo>
                    <a:pt x="84" y="20"/>
                    <a:pt x="75" y="40"/>
                    <a:pt x="56" y="55"/>
                  </a:cubicBezTo>
                  <a:cubicBezTo>
                    <a:pt x="37" y="70"/>
                    <a:pt x="15" y="74"/>
                    <a:pt x="7" y="65"/>
                  </a:cubicBezTo>
                  <a:cubicBezTo>
                    <a:pt x="0" y="55"/>
                    <a:pt x="9" y="35"/>
                    <a:pt x="28" y="20"/>
                  </a:cubicBezTo>
                  <a:cubicBezTo>
                    <a:pt x="47" y="5"/>
                    <a:pt x="69" y="0"/>
                    <a:pt x="77" y="10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1" name="Freeform 4254">
              <a:extLst>
                <a:ext uri="{FF2B5EF4-FFF2-40B4-BE49-F238E27FC236}">
                  <a16:creationId xmlns:a16="http://schemas.microsoft.com/office/drawing/2014/main" id="{9CBD8B56-7F53-40C7-9C8A-0521118F0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707"/>
              <a:ext cx="66" cy="58"/>
            </a:xfrm>
            <a:custGeom>
              <a:avLst/>
              <a:gdLst>
                <a:gd name="T0" fmla="*/ 64 w 65"/>
                <a:gd name="T1" fmla="*/ 6 h 56"/>
                <a:gd name="T2" fmla="*/ 44 w 65"/>
                <a:gd name="T3" fmla="*/ 41 h 56"/>
                <a:gd name="T4" fmla="*/ 4 w 65"/>
                <a:gd name="T5" fmla="*/ 56 h 56"/>
                <a:gd name="T6" fmla="*/ 24 w 65"/>
                <a:gd name="T7" fmla="*/ 20 h 56"/>
                <a:gd name="T8" fmla="*/ 64 w 65"/>
                <a:gd name="T9" fmla="*/ 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6">
                  <a:moveTo>
                    <a:pt x="61" y="6"/>
                  </a:moveTo>
                  <a:cubicBezTo>
                    <a:pt x="65" y="11"/>
                    <a:pt x="56" y="26"/>
                    <a:pt x="41" y="38"/>
                  </a:cubicBezTo>
                  <a:cubicBezTo>
                    <a:pt x="25" y="51"/>
                    <a:pt x="9" y="56"/>
                    <a:pt x="4" y="50"/>
                  </a:cubicBezTo>
                  <a:cubicBezTo>
                    <a:pt x="0" y="44"/>
                    <a:pt x="9" y="30"/>
                    <a:pt x="24" y="17"/>
                  </a:cubicBezTo>
                  <a:cubicBezTo>
                    <a:pt x="40" y="5"/>
                    <a:pt x="56" y="0"/>
                    <a:pt x="61" y="6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2" name="Freeform 4255">
              <a:extLst>
                <a:ext uri="{FF2B5EF4-FFF2-40B4-BE49-F238E27FC236}">
                  <a16:creationId xmlns:a16="http://schemas.microsoft.com/office/drawing/2014/main" id="{90AAFE54-EBBE-4FFB-89AE-19408E4E3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83"/>
              <a:ext cx="78" cy="66"/>
            </a:xfrm>
            <a:custGeom>
              <a:avLst/>
              <a:gdLst>
                <a:gd name="T0" fmla="*/ 77 w 76"/>
                <a:gd name="T1" fmla="*/ 7 h 65"/>
                <a:gd name="T2" fmla="*/ 51 w 76"/>
                <a:gd name="T3" fmla="*/ 47 h 65"/>
                <a:gd name="T4" fmla="*/ 5 w 76"/>
                <a:gd name="T5" fmla="*/ 61 h 65"/>
                <a:gd name="T6" fmla="*/ 32 w 76"/>
                <a:gd name="T7" fmla="*/ 20 h 65"/>
                <a:gd name="T8" fmla="*/ 77 w 76"/>
                <a:gd name="T9" fmla="*/ 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65">
                  <a:moveTo>
                    <a:pt x="71" y="7"/>
                  </a:moveTo>
                  <a:cubicBezTo>
                    <a:pt x="76" y="13"/>
                    <a:pt x="66" y="30"/>
                    <a:pt x="48" y="44"/>
                  </a:cubicBezTo>
                  <a:cubicBezTo>
                    <a:pt x="29" y="58"/>
                    <a:pt x="11" y="65"/>
                    <a:pt x="5" y="58"/>
                  </a:cubicBezTo>
                  <a:cubicBezTo>
                    <a:pt x="0" y="51"/>
                    <a:pt x="11" y="35"/>
                    <a:pt x="29" y="20"/>
                  </a:cubicBezTo>
                  <a:cubicBezTo>
                    <a:pt x="47" y="6"/>
                    <a:pt x="66" y="0"/>
                    <a:pt x="71" y="7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3" name="Freeform 4256">
              <a:extLst>
                <a:ext uri="{FF2B5EF4-FFF2-40B4-BE49-F238E27FC236}">
                  <a16:creationId xmlns:a16="http://schemas.microsoft.com/office/drawing/2014/main" id="{C7EF4CEA-8835-4118-8129-95284D7F0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524"/>
              <a:ext cx="67" cy="37"/>
            </a:xfrm>
            <a:custGeom>
              <a:avLst/>
              <a:gdLst>
                <a:gd name="T0" fmla="*/ 67 w 66"/>
                <a:gd name="T1" fmla="*/ 9 h 36"/>
                <a:gd name="T2" fmla="*/ 40 w 66"/>
                <a:gd name="T3" fmla="*/ 34 h 36"/>
                <a:gd name="T4" fmla="*/ 2 w 66"/>
                <a:gd name="T5" fmla="*/ 31 h 36"/>
                <a:gd name="T6" fmla="*/ 29 w 66"/>
                <a:gd name="T7" fmla="*/ 6 h 36"/>
                <a:gd name="T8" fmla="*/ 67 w 66"/>
                <a:gd name="T9" fmla="*/ 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6">
                  <a:moveTo>
                    <a:pt x="64" y="9"/>
                  </a:moveTo>
                  <a:cubicBezTo>
                    <a:pt x="66" y="16"/>
                    <a:pt x="54" y="26"/>
                    <a:pt x="37" y="31"/>
                  </a:cubicBezTo>
                  <a:cubicBezTo>
                    <a:pt x="20" y="36"/>
                    <a:pt x="5" y="35"/>
                    <a:pt x="2" y="28"/>
                  </a:cubicBezTo>
                  <a:cubicBezTo>
                    <a:pt x="0" y="21"/>
                    <a:pt x="12" y="11"/>
                    <a:pt x="29" y="6"/>
                  </a:cubicBezTo>
                  <a:cubicBezTo>
                    <a:pt x="46" y="0"/>
                    <a:pt x="61" y="2"/>
                    <a:pt x="64" y="9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4" name="Freeform 4257">
              <a:extLst>
                <a:ext uri="{FF2B5EF4-FFF2-40B4-BE49-F238E27FC236}">
                  <a16:creationId xmlns:a16="http://schemas.microsoft.com/office/drawing/2014/main" id="{9F28C879-C1E7-4CE4-A9C7-FF72B91CA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550"/>
              <a:ext cx="60" cy="31"/>
            </a:xfrm>
            <a:custGeom>
              <a:avLst/>
              <a:gdLst>
                <a:gd name="T0" fmla="*/ 60 w 59"/>
                <a:gd name="T1" fmla="*/ 7 h 30"/>
                <a:gd name="T2" fmla="*/ 36 w 59"/>
                <a:gd name="T3" fmla="*/ 29 h 30"/>
                <a:gd name="T4" fmla="*/ 2 w 59"/>
                <a:gd name="T5" fmla="*/ 27 h 30"/>
                <a:gd name="T6" fmla="*/ 26 w 59"/>
                <a:gd name="T7" fmla="*/ 5 h 30"/>
                <a:gd name="T8" fmla="*/ 60 w 59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0">
                  <a:moveTo>
                    <a:pt x="57" y="7"/>
                  </a:moveTo>
                  <a:cubicBezTo>
                    <a:pt x="59" y="12"/>
                    <a:pt x="48" y="21"/>
                    <a:pt x="33" y="26"/>
                  </a:cubicBezTo>
                  <a:cubicBezTo>
                    <a:pt x="18" y="30"/>
                    <a:pt x="4" y="30"/>
                    <a:pt x="2" y="24"/>
                  </a:cubicBezTo>
                  <a:cubicBezTo>
                    <a:pt x="0" y="18"/>
                    <a:pt x="11" y="10"/>
                    <a:pt x="26" y="5"/>
                  </a:cubicBezTo>
                  <a:cubicBezTo>
                    <a:pt x="42" y="0"/>
                    <a:pt x="55" y="1"/>
                    <a:pt x="57" y="7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5" name="Freeform 4258">
              <a:extLst>
                <a:ext uri="{FF2B5EF4-FFF2-40B4-BE49-F238E27FC236}">
                  <a16:creationId xmlns:a16="http://schemas.microsoft.com/office/drawing/2014/main" id="{B7ECE24F-C7A7-4136-ABD3-E49F91BC3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559"/>
              <a:ext cx="75" cy="38"/>
            </a:xfrm>
            <a:custGeom>
              <a:avLst/>
              <a:gdLst>
                <a:gd name="T0" fmla="*/ 76 w 73"/>
                <a:gd name="T1" fmla="*/ 8 h 38"/>
                <a:gd name="T2" fmla="*/ 43 w 73"/>
                <a:gd name="T3" fmla="*/ 32 h 38"/>
                <a:gd name="T4" fmla="*/ 2 w 73"/>
                <a:gd name="T5" fmla="*/ 30 h 38"/>
                <a:gd name="T6" fmla="*/ 35 w 73"/>
                <a:gd name="T7" fmla="*/ 6 h 38"/>
                <a:gd name="T8" fmla="*/ 76 w 73"/>
                <a:gd name="T9" fmla="*/ 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8">
                  <a:moveTo>
                    <a:pt x="70" y="8"/>
                  </a:moveTo>
                  <a:cubicBezTo>
                    <a:pt x="73" y="15"/>
                    <a:pt x="59" y="26"/>
                    <a:pt x="40" y="32"/>
                  </a:cubicBezTo>
                  <a:cubicBezTo>
                    <a:pt x="21" y="38"/>
                    <a:pt x="4" y="37"/>
                    <a:pt x="2" y="30"/>
                  </a:cubicBezTo>
                  <a:cubicBezTo>
                    <a:pt x="0" y="23"/>
                    <a:pt x="13" y="12"/>
                    <a:pt x="32" y="6"/>
                  </a:cubicBezTo>
                  <a:cubicBezTo>
                    <a:pt x="51" y="0"/>
                    <a:pt x="68" y="1"/>
                    <a:pt x="70" y="8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6" name="Freeform 4259">
              <a:extLst>
                <a:ext uri="{FF2B5EF4-FFF2-40B4-BE49-F238E27FC236}">
                  <a16:creationId xmlns:a16="http://schemas.microsoft.com/office/drawing/2014/main" id="{D425907D-379D-4377-AEDC-923F73B00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725"/>
              <a:ext cx="75" cy="39"/>
            </a:xfrm>
            <a:custGeom>
              <a:avLst/>
              <a:gdLst>
                <a:gd name="T0" fmla="*/ 77 w 73"/>
                <a:gd name="T1" fmla="*/ 8 h 38"/>
                <a:gd name="T2" fmla="*/ 43 w 73"/>
                <a:gd name="T3" fmla="*/ 35 h 38"/>
                <a:gd name="T4" fmla="*/ 2 w 73"/>
                <a:gd name="T5" fmla="*/ 33 h 38"/>
                <a:gd name="T6" fmla="*/ 35 w 73"/>
                <a:gd name="T7" fmla="*/ 6 h 38"/>
                <a:gd name="T8" fmla="*/ 77 w 73"/>
                <a:gd name="T9" fmla="*/ 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8">
                  <a:moveTo>
                    <a:pt x="71" y="8"/>
                  </a:moveTo>
                  <a:cubicBezTo>
                    <a:pt x="73" y="15"/>
                    <a:pt x="59" y="26"/>
                    <a:pt x="40" y="32"/>
                  </a:cubicBezTo>
                  <a:cubicBezTo>
                    <a:pt x="21" y="38"/>
                    <a:pt x="4" y="37"/>
                    <a:pt x="2" y="30"/>
                  </a:cubicBezTo>
                  <a:cubicBezTo>
                    <a:pt x="0" y="23"/>
                    <a:pt x="13" y="12"/>
                    <a:pt x="32" y="6"/>
                  </a:cubicBezTo>
                  <a:cubicBezTo>
                    <a:pt x="51" y="0"/>
                    <a:pt x="69" y="1"/>
                    <a:pt x="71" y="8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" name="Freeform 4260">
              <a:extLst>
                <a:ext uri="{FF2B5EF4-FFF2-40B4-BE49-F238E27FC236}">
                  <a16:creationId xmlns:a16="http://schemas.microsoft.com/office/drawing/2014/main" id="{088E8C36-AF73-4645-A7AC-0F7273C36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725"/>
              <a:ext cx="75" cy="39"/>
            </a:xfrm>
            <a:custGeom>
              <a:avLst/>
              <a:gdLst>
                <a:gd name="T0" fmla="*/ 77 w 73"/>
                <a:gd name="T1" fmla="*/ 8 h 38"/>
                <a:gd name="T2" fmla="*/ 44 w 73"/>
                <a:gd name="T3" fmla="*/ 35 h 38"/>
                <a:gd name="T4" fmla="*/ 2 w 73"/>
                <a:gd name="T5" fmla="*/ 33 h 38"/>
                <a:gd name="T6" fmla="*/ 36 w 73"/>
                <a:gd name="T7" fmla="*/ 6 h 38"/>
                <a:gd name="T8" fmla="*/ 77 w 73"/>
                <a:gd name="T9" fmla="*/ 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8">
                  <a:moveTo>
                    <a:pt x="71" y="8"/>
                  </a:moveTo>
                  <a:cubicBezTo>
                    <a:pt x="73" y="15"/>
                    <a:pt x="60" y="26"/>
                    <a:pt x="41" y="32"/>
                  </a:cubicBezTo>
                  <a:cubicBezTo>
                    <a:pt x="22" y="38"/>
                    <a:pt x="5" y="37"/>
                    <a:pt x="2" y="30"/>
                  </a:cubicBezTo>
                  <a:cubicBezTo>
                    <a:pt x="0" y="23"/>
                    <a:pt x="14" y="12"/>
                    <a:pt x="33" y="6"/>
                  </a:cubicBezTo>
                  <a:cubicBezTo>
                    <a:pt x="52" y="0"/>
                    <a:pt x="69" y="1"/>
                    <a:pt x="71" y="8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8" name="Freeform 4261">
              <a:extLst>
                <a:ext uri="{FF2B5EF4-FFF2-40B4-BE49-F238E27FC236}">
                  <a16:creationId xmlns:a16="http://schemas.microsoft.com/office/drawing/2014/main" id="{841AA7B7-FC31-457A-B862-5D864A341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772"/>
              <a:ext cx="197" cy="68"/>
            </a:xfrm>
            <a:custGeom>
              <a:avLst/>
              <a:gdLst>
                <a:gd name="T0" fmla="*/ 205 w 193"/>
                <a:gd name="T1" fmla="*/ 0 h 67"/>
                <a:gd name="T2" fmla="*/ 70 w 193"/>
                <a:gd name="T3" fmla="*/ 23 h 67"/>
                <a:gd name="T4" fmla="*/ 0 w 193"/>
                <a:gd name="T5" fmla="*/ 7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3" h="67">
                  <a:moveTo>
                    <a:pt x="193" y="0"/>
                  </a:moveTo>
                  <a:cubicBezTo>
                    <a:pt x="152" y="13"/>
                    <a:pt x="109" y="12"/>
                    <a:pt x="67" y="23"/>
                  </a:cubicBezTo>
                  <a:cubicBezTo>
                    <a:pt x="35" y="31"/>
                    <a:pt x="15" y="43"/>
                    <a:pt x="0" y="6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9" name="Freeform 4262">
              <a:extLst>
                <a:ext uri="{FF2B5EF4-FFF2-40B4-BE49-F238E27FC236}">
                  <a16:creationId xmlns:a16="http://schemas.microsoft.com/office/drawing/2014/main" id="{2764A2FD-E0B9-463C-BA59-1B3070C60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606"/>
              <a:ext cx="46" cy="65"/>
            </a:xfrm>
            <a:custGeom>
              <a:avLst/>
              <a:gdLst>
                <a:gd name="T0" fmla="*/ 48 w 45"/>
                <a:gd name="T1" fmla="*/ 3 h 63"/>
                <a:gd name="T2" fmla="*/ 1 w 45"/>
                <a:gd name="T3" fmla="*/ 69 h 63"/>
                <a:gd name="T4" fmla="*/ 5 w 45"/>
                <a:gd name="T5" fmla="*/ 61 h 63"/>
                <a:gd name="T6" fmla="*/ 17 w 45"/>
                <a:gd name="T7" fmla="*/ 44 h 63"/>
                <a:gd name="T8" fmla="*/ 30 w 45"/>
                <a:gd name="T9" fmla="*/ 22 h 63"/>
                <a:gd name="T10" fmla="*/ 34 w 45"/>
                <a:gd name="T11" fmla="*/ 7 h 63"/>
                <a:gd name="T12" fmla="*/ 46 w 45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63">
                  <a:moveTo>
                    <a:pt x="45" y="3"/>
                  </a:moveTo>
                  <a:cubicBezTo>
                    <a:pt x="34" y="20"/>
                    <a:pt x="28" y="62"/>
                    <a:pt x="1" y="63"/>
                  </a:cubicBezTo>
                  <a:cubicBezTo>
                    <a:pt x="0" y="60"/>
                    <a:pt x="3" y="58"/>
                    <a:pt x="5" y="55"/>
                  </a:cubicBezTo>
                  <a:cubicBezTo>
                    <a:pt x="9" y="51"/>
                    <a:pt x="13" y="46"/>
                    <a:pt x="17" y="41"/>
                  </a:cubicBezTo>
                  <a:cubicBezTo>
                    <a:pt x="22" y="34"/>
                    <a:pt x="25" y="27"/>
                    <a:pt x="27" y="19"/>
                  </a:cubicBezTo>
                  <a:cubicBezTo>
                    <a:pt x="28" y="15"/>
                    <a:pt x="28" y="10"/>
                    <a:pt x="31" y="7"/>
                  </a:cubicBezTo>
                  <a:cubicBezTo>
                    <a:pt x="33" y="4"/>
                    <a:pt x="40" y="1"/>
                    <a:pt x="43" y="0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0" name="Freeform 4263">
              <a:extLst>
                <a:ext uri="{FF2B5EF4-FFF2-40B4-BE49-F238E27FC236}">
                  <a16:creationId xmlns:a16="http://schemas.microsoft.com/office/drawing/2014/main" id="{ECCD6E4C-2C08-4500-94C3-B3676DD0D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649"/>
              <a:ext cx="61" cy="47"/>
            </a:xfrm>
            <a:custGeom>
              <a:avLst/>
              <a:gdLst>
                <a:gd name="T0" fmla="*/ 0 w 60"/>
                <a:gd name="T1" fmla="*/ 49 h 46"/>
                <a:gd name="T2" fmla="*/ 19 w 60"/>
                <a:gd name="T3" fmla="*/ 40 h 46"/>
                <a:gd name="T4" fmla="*/ 42 w 60"/>
                <a:gd name="T5" fmla="*/ 22 h 46"/>
                <a:gd name="T6" fmla="*/ 56 w 60"/>
                <a:gd name="T7" fmla="*/ 9 h 46"/>
                <a:gd name="T8" fmla="*/ 60 w 60"/>
                <a:gd name="T9" fmla="*/ 0 h 46"/>
                <a:gd name="T10" fmla="*/ 38 w 60"/>
                <a:gd name="T11" fmla="*/ 36 h 46"/>
                <a:gd name="T12" fmla="*/ 20 w 60"/>
                <a:gd name="T13" fmla="*/ 43 h 46"/>
                <a:gd name="T14" fmla="*/ 2 w 60"/>
                <a:gd name="T15" fmla="*/ 47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46">
                  <a:moveTo>
                    <a:pt x="0" y="46"/>
                  </a:moveTo>
                  <a:cubicBezTo>
                    <a:pt x="6" y="45"/>
                    <a:pt x="14" y="40"/>
                    <a:pt x="19" y="37"/>
                  </a:cubicBezTo>
                  <a:cubicBezTo>
                    <a:pt x="26" y="32"/>
                    <a:pt x="33" y="27"/>
                    <a:pt x="39" y="22"/>
                  </a:cubicBezTo>
                  <a:cubicBezTo>
                    <a:pt x="44" y="18"/>
                    <a:pt x="50" y="14"/>
                    <a:pt x="53" y="9"/>
                  </a:cubicBezTo>
                  <a:cubicBezTo>
                    <a:pt x="55" y="6"/>
                    <a:pt x="56" y="3"/>
                    <a:pt x="57" y="0"/>
                  </a:cubicBezTo>
                  <a:cubicBezTo>
                    <a:pt x="60" y="12"/>
                    <a:pt x="44" y="27"/>
                    <a:pt x="35" y="33"/>
                  </a:cubicBezTo>
                  <a:cubicBezTo>
                    <a:pt x="31" y="36"/>
                    <a:pt x="25" y="38"/>
                    <a:pt x="20" y="40"/>
                  </a:cubicBezTo>
                  <a:cubicBezTo>
                    <a:pt x="14" y="41"/>
                    <a:pt x="7" y="42"/>
                    <a:pt x="2" y="44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1" name="Freeform 4264">
              <a:extLst>
                <a:ext uri="{FF2B5EF4-FFF2-40B4-BE49-F238E27FC236}">
                  <a16:creationId xmlns:a16="http://schemas.microsoft.com/office/drawing/2014/main" id="{AD88A81A-0AB8-4304-A719-A9DF7C58D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549"/>
              <a:ext cx="53" cy="67"/>
            </a:xfrm>
            <a:custGeom>
              <a:avLst/>
              <a:gdLst>
                <a:gd name="T0" fmla="*/ 52 w 52"/>
                <a:gd name="T1" fmla="*/ 0 h 65"/>
                <a:gd name="T2" fmla="*/ 29 w 52"/>
                <a:gd name="T3" fmla="*/ 12 h 65"/>
                <a:gd name="T4" fmla="*/ 12 w 52"/>
                <a:gd name="T5" fmla="*/ 34 h 65"/>
                <a:gd name="T6" fmla="*/ 4 w 52"/>
                <a:gd name="T7" fmla="*/ 57 h 65"/>
                <a:gd name="T8" fmla="*/ 1 w 52"/>
                <a:gd name="T9" fmla="*/ 71 h 65"/>
                <a:gd name="T10" fmla="*/ 10 w 52"/>
                <a:gd name="T11" fmla="*/ 60 h 65"/>
                <a:gd name="T12" fmla="*/ 24 w 52"/>
                <a:gd name="T13" fmla="*/ 36 h 65"/>
                <a:gd name="T14" fmla="*/ 55 w 52"/>
                <a:gd name="T15" fmla="*/ 2 h 65"/>
                <a:gd name="T16" fmla="*/ 52 w 52"/>
                <a:gd name="T17" fmla="*/ 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65">
                  <a:moveTo>
                    <a:pt x="49" y="0"/>
                  </a:moveTo>
                  <a:cubicBezTo>
                    <a:pt x="41" y="0"/>
                    <a:pt x="31" y="8"/>
                    <a:pt x="26" y="12"/>
                  </a:cubicBezTo>
                  <a:cubicBezTo>
                    <a:pt x="20" y="17"/>
                    <a:pt x="16" y="24"/>
                    <a:pt x="12" y="31"/>
                  </a:cubicBezTo>
                  <a:cubicBezTo>
                    <a:pt x="9" y="37"/>
                    <a:pt x="7" y="44"/>
                    <a:pt x="4" y="51"/>
                  </a:cubicBezTo>
                  <a:cubicBezTo>
                    <a:pt x="3" y="54"/>
                    <a:pt x="0" y="61"/>
                    <a:pt x="1" y="65"/>
                  </a:cubicBezTo>
                  <a:cubicBezTo>
                    <a:pt x="4" y="63"/>
                    <a:pt x="8" y="57"/>
                    <a:pt x="10" y="54"/>
                  </a:cubicBezTo>
                  <a:cubicBezTo>
                    <a:pt x="15" y="47"/>
                    <a:pt x="20" y="40"/>
                    <a:pt x="24" y="33"/>
                  </a:cubicBezTo>
                  <a:cubicBezTo>
                    <a:pt x="32" y="21"/>
                    <a:pt x="42" y="12"/>
                    <a:pt x="52" y="2"/>
                  </a:cubicBezTo>
                  <a:cubicBezTo>
                    <a:pt x="51" y="1"/>
                    <a:pt x="50" y="1"/>
                    <a:pt x="49" y="1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2" name="Freeform 4265">
              <a:extLst>
                <a:ext uri="{FF2B5EF4-FFF2-40B4-BE49-F238E27FC236}">
                  <a16:creationId xmlns:a16="http://schemas.microsoft.com/office/drawing/2014/main" id="{254E32BD-A037-4DE4-8134-FD626355E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531"/>
              <a:ext cx="50" cy="56"/>
            </a:xfrm>
            <a:custGeom>
              <a:avLst/>
              <a:gdLst>
                <a:gd name="T0" fmla="*/ 49 w 49"/>
                <a:gd name="T1" fmla="*/ 2 h 55"/>
                <a:gd name="T2" fmla="*/ 18 w 49"/>
                <a:gd name="T3" fmla="*/ 39 h 55"/>
                <a:gd name="T4" fmla="*/ 0 w 49"/>
                <a:gd name="T5" fmla="*/ 58 h 55"/>
                <a:gd name="T6" fmla="*/ 39 w 49"/>
                <a:gd name="T7" fmla="*/ 26 h 55"/>
                <a:gd name="T8" fmla="*/ 47 w 49"/>
                <a:gd name="T9" fmla="*/ 10 h 55"/>
                <a:gd name="T10" fmla="*/ 52 w 49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5">
                  <a:moveTo>
                    <a:pt x="46" y="2"/>
                  </a:moveTo>
                  <a:cubicBezTo>
                    <a:pt x="39" y="14"/>
                    <a:pt x="28" y="25"/>
                    <a:pt x="18" y="36"/>
                  </a:cubicBezTo>
                  <a:cubicBezTo>
                    <a:pt x="13" y="41"/>
                    <a:pt x="3" y="47"/>
                    <a:pt x="0" y="55"/>
                  </a:cubicBezTo>
                  <a:cubicBezTo>
                    <a:pt x="16" y="49"/>
                    <a:pt x="26" y="40"/>
                    <a:pt x="36" y="26"/>
                  </a:cubicBezTo>
                  <a:cubicBezTo>
                    <a:pt x="39" y="21"/>
                    <a:pt x="42" y="16"/>
                    <a:pt x="44" y="10"/>
                  </a:cubicBezTo>
                  <a:cubicBezTo>
                    <a:pt x="46" y="6"/>
                    <a:pt x="47" y="3"/>
                    <a:pt x="49" y="0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3" name="Freeform 4266">
              <a:extLst>
                <a:ext uri="{FF2B5EF4-FFF2-40B4-BE49-F238E27FC236}">
                  <a16:creationId xmlns:a16="http://schemas.microsoft.com/office/drawing/2014/main" id="{EB19112A-DBF0-44F3-A131-13F301F76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80"/>
              <a:ext cx="91" cy="62"/>
            </a:xfrm>
            <a:custGeom>
              <a:avLst/>
              <a:gdLst>
                <a:gd name="T0" fmla="*/ 0 w 90"/>
                <a:gd name="T1" fmla="*/ 64 h 61"/>
                <a:gd name="T2" fmla="*/ 18 w 90"/>
                <a:gd name="T3" fmla="*/ 52 h 61"/>
                <a:gd name="T4" fmla="*/ 44 w 90"/>
                <a:gd name="T5" fmla="*/ 24 h 61"/>
                <a:gd name="T6" fmla="*/ 75 w 90"/>
                <a:gd name="T7" fmla="*/ 5 h 61"/>
                <a:gd name="T8" fmla="*/ 93 w 90"/>
                <a:gd name="T9" fmla="*/ 0 h 61"/>
                <a:gd name="T10" fmla="*/ 73 w 90"/>
                <a:gd name="T11" fmla="*/ 14 h 61"/>
                <a:gd name="T12" fmla="*/ 41 w 90"/>
                <a:gd name="T13" fmla="*/ 37 h 61"/>
                <a:gd name="T14" fmla="*/ 9 w 90"/>
                <a:gd name="T15" fmla="*/ 6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61">
                  <a:moveTo>
                    <a:pt x="0" y="61"/>
                  </a:moveTo>
                  <a:cubicBezTo>
                    <a:pt x="6" y="61"/>
                    <a:pt x="14" y="52"/>
                    <a:pt x="18" y="49"/>
                  </a:cubicBezTo>
                  <a:cubicBezTo>
                    <a:pt x="27" y="40"/>
                    <a:pt x="34" y="31"/>
                    <a:pt x="44" y="24"/>
                  </a:cubicBezTo>
                  <a:cubicBezTo>
                    <a:pt x="53" y="17"/>
                    <a:pt x="62" y="11"/>
                    <a:pt x="72" y="5"/>
                  </a:cubicBezTo>
                  <a:cubicBezTo>
                    <a:pt x="78" y="2"/>
                    <a:pt x="84" y="0"/>
                    <a:pt x="90" y="0"/>
                  </a:cubicBezTo>
                  <a:cubicBezTo>
                    <a:pt x="85" y="6"/>
                    <a:pt x="77" y="10"/>
                    <a:pt x="70" y="14"/>
                  </a:cubicBezTo>
                  <a:cubicBezTo>
                    <a:pt x="61" y="21"/>
                    <a:pt x="51" y="27"/>
                    <a:pt x="41" y="34"/>
                  </a:cubicBezTo>
                  <a:cubicBezTo>
                    <a:pt x="31" y="41"/>
                    <a:pt x="17" y="47"/>
                    <a:pt x="9" y="57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4" name="Freeform 4267">
              <a:extLst>
                <a:ext uri="{FF2B5EF4-FFF2-40B4-BE49-F238E27FC236}">
                  <a16:creationId xmlns:a16="http://schemas.microsoft.com/office/drawing/2014/main" id="{CD5CF9D8-6A90-4552-A059-C4B8EF1AB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1683"/>
              <a:ext cx="78" cy="27"/>
            </a:xfrm>
            <a:custGeom>
              <a:avLst/>
              <a:gdLst>
                <a:gd name="T0" fmla="*/ 80 w 77"/>
                <a:gd name="T1" fmla="*/ 0 h 26"/>
                <a:gd name="T2" fmla="*/ 46 w 77"/>
                <a:gd name="T3" fmla="*/ 20 h 26"/>
                <a:gd name="T4" fmla="*/ 0 w 77"/>
                <a:gd name="T5" fmla="*/ 23 h 26"/>
                <a:gd name="T6" fmla="*/ 46 w 77"/>
                <a:gd name="T7" fmla="*/ 10 h 26"/>
                <a:gd name="T8" fmla="*/ 80 w 77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6">
                  <a:moveTo>
                    <a:pt x="77" y="0"/>
                  </a:moveTo>
                  <a:cubicBezTo>
                    <a:pt x="68" y="9"/>
                    <a:pt x="55" y="14"/>
                    <a:pt x="43" y="17"/>
                  </a:cubicBezTo>
                  <a:cubicBezTo>
                    <a:pt x="29" y="20"/>
                    <a:pt x="13" y="26"/>
                    <a:pt x="0" y="20"/>
                  </a:cubicBezTo>
                  <a:cubicBezTo>
                    <a:pt x="14" y="20"/>
                    <a:pt x="29" y="13"/>
                    <a:pt x="43" y="10"/>
                  </a:cubicBezTo>
                  <a:cubicBezTo>
                    <a:pt x="54" y="8"/>
                    <a:pt x="67" y="9"/>
                    <a:pt x="77" y="2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5" name="Freeform 4268">
              <a:extLst>
                <a:ext uri="{FF2B5EF4-FFF2-40B4-BE49-F238E27FC236}">
                  <a16:creationId xmlns:a16="http://schemas.microsoft.com/office/drawing/2014/main" id="{E35C26C2-7C64-46BB-8694-D4615C37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727"/>
              <a:ext cx="109" cy="44"/>
            </a:xfrm>
            <a:custGeom>
              <a:avLst/>
              <a:gdLst>
                <a:gd name="T0" fmla="*/ 113 w 107"/>
                <a:gd name="T1" fmla="*/ 0 h 43"/>
                <a:gd name="T2" fmla="*/ 97 w 107"/>
                <a:gd name="T3" fmla="*/ 14 h 43"/>
                <a:gd name="T4" fmla="*/ 61 w 107"/>
                <a:gd name="T5" fmla="*/ 31 h 43"/>
                <a:gd name="T6" fmla="*/ 0 w 107"/>
                <a:gd name="T7" fmla="*/ 34 h 43"/>
                <a:gd name="T8" fmla="*/ 23 w 107"/>
                <a:gd name="T9" fmla="*/ 30 h 43"/>
                <a:gd name="T10" fmla="*/ 61 w 107"/>
                <a:gd name="T11" fmla="*/ 20 h 43"/>
                <a:gd name="T12" fmla="*/ 111 w 107"/>
                <a:gd name="T13" fmla="*/ 4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43">
                  <a:moveTo>
                    <a:pt x="107" y="0"/>
                  </a:moveTo>
                  <a:cubicBezTo>
                    <a:pt x="102" y="4"/>
                    <a:pt x="97" y="10"/>
                    <a:pt x="91" y="14"/>
                  </a:cubicBezTo>
                  <a:cubicBezTo>
                    <a:pt x="81" y="20"/>
                    <a:pt x="69" y="24"/>
                    <a:pt x="58" y="28"/>
                  </a:cubicBezTo>
                  <a:cubicBezTo>
                    <a:pt x="42" y="33"/>
                    <a:pt x="15" y="43"/>
                    <a:pt x="0" y="31"/>
                  </a:cubicBezTo>
                  <a:cubicBezTo>
                    <a:pt x="8" y="32"/>
                    <a:pt x="16" y="29"/>
                    <a:pt x="23" y="27"/>
                  </a:cubicBezTo>
                  <a:cubicBezTo>
                    <a:pt x="34" y="23"/>
                    <a:pt x="46" y="23"/>
                    <a:pt x="58" y="20"/>
                  </a:cubicBezTo>
                  <a:cubicBezTo>
                    <a:pt x="73" y="16"/>
                    <a:pt x="92" y="14"/>
                    <a:pt x="105" y="4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6" name="Freeform 4269">
              <a:extLst>
                <a:ext uri="{FF2B5EF4-FFF2-40B4-BE49-F238E27FC236}">
                  <a16:creationId xmlns:a16="http://schemas.microsoft.com/office/drawing/2014/main" id="{E857E385-DD50-412B-BD07-59B246D36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646"/>
              <a:ext cx="83" cy="108"/>
            </a:xfrm>
            <a:custGeom>
              <a:avLst/>
              <a:gdLst>
                <a:gd name="T0" fmla="*/ 87 w 81"/>
                <a:gd name="T1" fmla="*/ 3 h 106"/>
                <a:gd name="T2" fmla="*/ 71 w 81"/>
                <a:gd name="T3" fmla="*/ 36 h 106"/>
                <a:gd name="T4" fmla="*/ 46 w 81"/>
                <a:gd name="T5" fmla="*/ 65 h 106"/>
                <a:gd name="T6" fmla="*/ 26 w 81"/>
                <a:gd name="T7" fmla="*/ 93 h 106"/>
                <a:gd name="T8" fmla="*/ 0 w 81"/>
                <a:gd name="T9" fmla="*/ 112 h 106"/>
                <a:gd name="T10" fmla="*/ 29 w 81"/>
                <a:gd name="T11" fmla="*/ 78 h 106"/>
                <a:gd name="T12" fmla="*/ 52 w 81"/>
                <a:gd name="T13" fmla="*/ 47 h 106"/>
                <a:gd name="T14" fmla="*/ 87 w 81"/>
                <a:gd name="T15" fmla="*/ 0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106">
                  <a:moveTo>
                    <a:pt x="81" y="3"/>
                  </a:moveTo>
                  <a:cubicBezTo>
                    <a:pt x="79" y="13"/>
                    <a:pt x="71" y="24"/>
                    <a:pt x="65" y="33"/>
                  </a:cubicBezTo>
                  <a:cubicBezTo>
                    <a:pt x="58" y="43"/>
                    <a:pt x="50" y="52"/>
                    <a:pt x="43" y="62"/>
                  </a:cubicBezTo>
                  <a:cubicBezTo>
                    <a:pt x="37" y="72"/>
                    <a:pt x="30" y="79"/>
                    <a:pt x="23" y="87"/>
                  </a:cubicBezTo>
                  <a:cubicBezTo>
                    <a:pt x="17" y="94"/>
                    <a:pt x="9" y="104"/>
                    <a:pt x="0" y="106"/>
                  </a:cubicBezTo>
                  <a:cubicBezTo>
                    <a:pt x="0" y="97"/>
                    <a:pt x="20" y="83"/>
                    <a:pt x="26" y="75"/>
                  </a:cubicBezTo>
                  <a:cubicBezTo>
                    <a:pt x="34" y="65"/>
                    <a:pt x="41" y="54"/>
                    <a:pt x="49" y="44"/>
                  </a:cubicBezTo>
                  <a:cubicBezTo>
                    <a:pt x="60" y="29"/>
                    <a:pt x="70" y="14"/>
                    <a:pt x="81" y="0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7" name="Freeform 4270">
              <a:extLst>
                <a:ext uri="{FF2B5EF4-FFF2-40B4-BE49-F238E27FC236}">
                  <a16:creationId xmlns:a16="http://schemas.microsoft.com/office/drawing/2014/main" id="{109BE50E-79BC-4BF9-978C-CADA9D62E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747"/>
              <a:ext cx="22" cy="62"/>
            </a:xfrm>
            <a:custGeom>
              <a:avLst/>
              <a:gdLst>
                <a:gd name="T0" fmla="*/ 4 w 22"/>
                <a:gd name="T1" fmla="*/ 9 h 60"/>
                <a:gd name="T2" fmla="*/ 19 w 22"/>
                <a:gd name="T3" fmla="*/ 14 h 60"/>
                <a:gd name="T4" fmla="*/ 11 w 22"/>
                <a:gd name="T5" fmla="*/ 42 h 60"/>
                <a:gd name="T6" fmla="*/ 2 w 22"/>
                <a:gd name="T7" fmla="*/ 66 h 60"/>
                <a:gd name="T8" fmla="*/ 3 w 22"/>
                <a:gd name="T9" fmla="*/ 55 h 60"/>
                <a:gd name="T10" fmla="*/ 10 w 22"/>
                <a:gd name="T11" fmla="*/ 28 h 60"/>
                <a:gd name="T12" fmla="*/ 14 w 22"/>
                <a:gd name="T13" fmla="*/ 4 h 60"/>
                <a:gd name="T14" fmla="*/ 10 w 22"/>
                <a:gd name="T15" fmla="*/ 4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60">
                  <a:moveTo>
                    <a:pt x="4" y="9"/>
                  </a:moveTo>
                  <a:cubicBezTo>
                    <a:pt x="12" y="3"/>
                    <a:pt x="22" y="0"/>
                    <a:pt x="19" y="14"/>
                  </a:cubicBezTo>
                  <a:cubicBezTo>
                    <a:pt x="17" y="22"/>
                    <a:pt x="13" y="30"/>
                    <a:pt x="11" y="39"/>
                  </a:cubicBezTo>
                  <a:cubicBezTo>
                    <a:pt x="9" y="45"/>
                    <a:pt x="7" y="56"/>
                    <a:pt x="2" y="60"/>
                  </a:cubicBezTo>
                  <a:cubicBezTo>
                    <a:pt x="0" y="56"/>
                    <a:pt x="3" y="53"/>
                    <a:pt x="3" y="49"/>
                  </a:cubicBezTo>
                  <a:cubicBezTo>
                    <a:pt x="6" y="41"/>
                    <a:pt x="8" y="33"/>
                    <a:pt x="10" y="25"/>
                  </a:cubicBezTo>
                  <a:cubicBezTo>
                    <a:pt x="11" y="18"/>
                    <a:pt x="13" y="11"/>
                    <a:pt x="14" y="4"/>
                  </a:cubicBezTo>
                  <a:cubicBezTo>
                    <a:pt x="13" y="4"/>
                    <a:pt x="11" y="4"/>
                    <a:pt x="10" y="4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8" name="Freeform 4271">
              <a:extLst>
                <a:ext uri="{FF2B5EF4-FFF2-40B4-BE49-F238E27FC236}">
                  <a16:creationId xmlns:a16="http://schemas.microsoft.com/office/drawing/2014/main" id="{1CAC3AEE-286D-4FF5-B254-7D018F035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714"/>
              <a:ext cx="17" cy="21"/>
            </a:xfrm>
            <a:custGeom>
              <a:avLst/>
              <a:gdLst>
                <a:gd name="T0" fmla="*/ 0 w 16"/>
                <a:gd name="T1" fmla="*/ 1 h 21"/>
                <a:gd name="T2" fmla="*/ 17 w 16"/>
                <a:gd name="T3" fmla="*/ 5 h 21"/>
                <a:gd name="T4" fmla="*/ 11 w 16"/>
                <a:gd name="T5" fmla="*/ 21 h 21"/>
                <a:gd name="T6" fmla="*/ 1 w 16"/>
                <a:gd name="T7" fmla="*/ 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1">
                  <a:moveTo>
                    <a:pt x="0" y="1"/>
                  </a:moveTo>
                  <a:cubicBezTo>
                    <a:pt x="4" y="2"/>
                    <a:pt x="11" y="0"/>
                    <a:pt x="14" y="5"/>
                  </a:cubicBezTo>
                  <a:cubicBezTo>
                    <a:pt x="16" y="10"/>
                    <a:pt x="11" y="18"/>
                    <a:pt x="8" y="21"/>
                  </a:cubicBezTo>
                  <a:cubicBezTo>
                    <a:pt x="7" y="14"/>
                    <a:pt x="12" y="5"/>
                    <a:pt x="1" y="3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9" name="Freeform 4272">
              <a:extLst>
                <a:ext uri="{FF2B5EF4-FFF2-40B4-BE49-F238E27FC236}">
                  <a16:creationId xmlns:a16="http://schemas.microsoft.com/office/drawing/2014/main" id="{725A1821-7732-4D80-B17A-A736CAC63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596"/>
              <a:ext cx="20" cy="19"/>
            </a:xfrm>
            <a:custGeom>
              <a:avLst/>
              <a:gdLst>
                <a:gd name="T0" fmla="*/ 7 w 20"/>
                <a:gd name="T1" fmla="*/ 0 h 18"/>
                <a:gd name="T2" fmla="*/ 19 w 20"/>
                <a:gd name="T3" fmla="*/ 14 h 18"/>
                <a:gd name="T4" fmla="*/ 0 w 20"/>
                <a:gd name="T5" fmla="*/ 21 h 18"/>
                <a:gd name="T6" fmla="*/ 6 w 20"/>
                <a:gd name="T7" fmla="*/ 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7" y="0"/>
                  </a:moveTo>
                  <a:cubicBezTo>
                    <a:pt x="9" y="2"/>
                    <a:pt x="20" y="5"/>
                    <a:pt x="19" y="11"/>
                  </a:cubicBezTo>
                  <a:cubicBezTo>
                    <a:pt x="18" y="16"/>
                    <a:pt x="4" y="18"/>
                    <a:pt x="0" y="18"/>
                  </a:cubicBezTo>
                  <a:cubicBezTo>
                    <a:pt x="10" y="14"/>
                    <a:pt x="17" y="10"/>
                    <a:pt x="6" y="2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0" name="Freeform 4273">
              <a:extLst>
                <a:ext uri="{FF2B5EF4-FFF2-40B4-BE49-F238E27FC236}">
                  <a16:creationId xmlns:a16="http://schemas.microsoft.com/office/drawing/2014/main" id="{EF6863CE-E1DD-4182-A946-1686C4D9E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777"/>
              <a:ext cx="43" cy="23"/>
            </a:xfrm>
            <a:custGeom>
              <a:avLst/>
              <a:gdLst>
                <a:gd name="T0" fmla="*/ 15 w 42"/>
                <a:gd name="T1" fmla="*/ 0 h 23"/>
                <a:gd name="T2" fmla="*/ 2 w 42"/>
                <a:gd name="T3" fmla="*/ 23 h 23"/>
                <a:gd name="T4" fmla="*/ 25 w 42"/>
                <a:gd name="T5" fmla="*/ 13 h 23"/>
                <a:gd name="T6" fmla="*/ 45 w 42"/>
                <a:gd name="T7" fmla="*/ 4 h 23"/>
                <a:gd name="T8" fmla="*/ 10 w 42"/>
                <a:gd name="T9" fmla="*/ 12 h 23"/>
                <a:gd name="T10" fmla="*/ 15 w 42"/>
                <a:gd name="T11" fmla="*/ 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3">
                  <a:moveTo>
                    <a:pt x="15" y="0"/>
                  </a:moveTo>
                  <a:cubicBezTo>
                    <a:pt x="10" y="4"/>
                    <a:pt x="0" y="16"/>
                    <a:pt x="2" y="23"/>
                  </a:cubicBezTo>
                  <a:cubicBezTo>
                    <a:pt x="7" y="23"/>
                    <a:pt x="16" y="15"/>
                    <a:pt x="22" y="13"/>
                  </a:cubicBezTo>
                  <a:cubicBezTo>
                    <a:pt x="29" y="11"/>
                    <a:pt x="37" y="9"/>
                    <a:pt x="42" y="4"/>
                  </a:cubicBezTo>
                  <a:cubicBezTo>
                    <a:pt x="32" y="4"/>
                    <a:pt x="22" y="13"/>
                    <a:pt x="10" y="12"/>
                  </a:cubicBezTo>
                  <a:cubicBezTo>
                    <a:pt x="11" y="8"/>
                    <a:pt x="13" y="6"/>
                    <a:pt x="15" y="3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1" name="Freeform 4274">
              <a:extLst>
                <a:ext uri="{FF2B5EF4-FFF2-40B4-BE49-F238E27FC236}">
                  <a16:creationId xmlns:a16="http://schemas.microsoft.com/office/drawing/2014/main" id="{0DDAC84C-8042-4E45-9B4E-E45C44581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786"/>
              <a:ext cx="56" cy="32"/>
            </a:xfrm>
            <a:custGeom>
              <a:avLst/>
              <a:gdLst>
                <a:gd name="T0" fmla="*/ 0 w 55"/>
                <a:gd name="T1" fmla="*/ 8 h 31"/>
                <a:gd name="T2" fmla="*/ 34 w 55"/>
                <a:gd name="T3" fmla="*/ 2 h 31"/>
                <a:gd name="T4" fmla="*/ 58 w 55"/>
                <a:gd name="T5" fmla="*/ 2 h 31"/>
                <a:gd name="T6" fmla="*/ 43 w 55"/>
                <a:gd name="T7" fmla="*/ 19 h 31"/>
                <a:gd name="T8" fmla="*/ 21 w 55"/>
                <a:gd name="T9" fmla="*/ 34 h 31"/>
                <a:gd name="T10" fmla="*/ 34 w 55"/>
                <a:gd name="T11" fmla="*/ 9 h 31"/>
                <a:gd name="T12" fmla="*/ 3 w 55"/>
                <a:gd name="T13" fmla="*/ 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1">
                  <a:moveTo>
                    <a:pt x="0" y="8"/>
                  </a:moveTo>
                  <a:cubicBezTo>
                    <a:pt x="9" y="4"/>
                    <a:pt x="21" y="4"/>
                    <a:pt x="31" y="2"/>
                  </a:cubicBezTo>
                  <a:cubicBezTo>
                    <a:pt x="38" y="1"/>
                    <a:pt x="48" y="0"/>
                    <a:pt x="55" y="2"/>
                  </a:cubicBezTo>
                  <a:cubicBezTo>
                    <a:pt x="54" y="7"/>
                    <a:pt x="44" y="13"/>
                    <a:pt x="40" y="16"/>
                  </a:cubicBezTo>
                  <a:cubicBezTo>
                    <a:pt x="34" y="21"/>
                    <a:pt x="28" y="26"/>
                    <a:pt x="21" y="31"/>
                  </a:cubicBezTo>
                  <a:cubicBezTo>
                    <a:pt x="24" y="24"/>
                    <a:pt x="42" y="14"/>
                    <a:pt x="31" y="9"/>
                  </a:cubicBezTo>
                  <a:cubicBezTo>
                    <a:pt x="23" y="6"/>
                    <a:pt x="12" y="10"/>
                    <a:pt x="3" y="9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2" name="Freeform 4275">
              <a:extLst>
                <a:ext uri="{FF2B5EF4-FFF2-40B4-BE49-F238E27FC236}">
                  <a16:creationId xmlns:a16="http://schemas.microsoft.com/office/drawing/2014/main" id="{1D76C51E-0501-4FBF-90E7-279D3CA00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705"/>
              <a:ext cx="50" cy="75"/>
            </a:xfrm>
            <a:custGeom>
              <a:avLst/>
              <a:gdLst>
                <a:gd name="T0" fmla="*/ 51 w 49"/>
                <a:gd name="T1" fmla="*/ 2 h 73"/>
                <a:gd name="T2" fmla="*/ 23 w 49"/>
                <a:gd name="T3" fmla="*/ 34 h 73"/>
                <a:gd name="T4" fmla="*/ 9 w 49"/>
                <a:gd name="T5" fmla="*/ 62 h 73"/>
                <a:gd name="T6" fmla="*/ 0 w 49"/>
                <a:gd name="T7" fmla="*/ 79 h 73"/>
                <a:gd name="T8" fmla="*/ 16 w 49"/>
                <a:gd name="T9" fmla="*/ 53 h 73"/>
                <a:gd name="T10" fmla="*/ 33 w 49"/>
                <a:gd name="T11" fmla="*/ 27 h 73"/>
                <a:gd name="T12" fmla="*/ 52 w 49"/>
                <a:gd name="T13" fmla="*/ 3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73">
                  <a:moveTo>
                    <a:pt x="48" y="2"/>
                  </a:moveTo>
                  <a:cubicBezTo>
                    <a:pt x="36" y="0"/>
                    <a:pt x="28" y="22"/>
                    <a:pt x="23" y="31"/>
                  </a:cubicBezTo>
                  <a:cubicBezTo>
                    <a:pt x="18" y="39"/>
                    <a:pt x="15" y="48"/>
                    <a:pt x="9" y="56"/>
                  </a:cubicBezTo>
                  <a:cubicBezTo>
                    <a:pt x="6" y="61"/>
                    <a:pt x="0" y="67"/>
                    <a:pt x="0" y="73"/>
                  </a:cubicBezTo>
                  <a:cubicBezTo>
                    <a:pt x="8" y="69"/>
                    <a:pt x="12" y="58"/>
                    <a:pt x="16" y="50"/>
                  </a:cubicBezTo>
                  <a:cubicBezTo>
                    <a:pt x="21" y="42"/>
                    <a:pt x="26" y="33"/>
                    <a:pt x="30" y="24"/>
                  </a:cubicBezTo>
                  <a:cubicBezTo>
                    <a:pt x="33" y="18"/>
                    <a:pt x="41" y="4"/>
                    <a:pt x="49" y="3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3" name="Freeform 4276">
              <a:extLst>
                <a:ext uri="{FF2B5EF4-FFF2-40B4-BE49-F238E27FC236}">
                  <a16:creationId xmlns:a16="http://schemas.microsoft.com/office/drawing/2014/main" id="{360A8D5D-4B76-4C43-98BA-5D36A5978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667"/>
              <a:ext cx="30" cy="21"/>
            </a:xfrm>
            <a:custGeom>
              <a:avLst/>
              <a:gdLst>
                <a:gd name="T0" fmla="*/ 28 w 30"/>
                <a:gd name="T1" fmla="*/ 2 h 21"/>
                <a:gd name="T2" fmla="*/ 0 w 30"/>
                <a:gd name="T3" fmla="*/ 21 h 21"/>
                <a:gd name="T4" fmla="*/ 30 w 3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1">
                  <a:moveTo>
                    <a:pt x="28" y="2"/>
                  </a:moveTo>
                  <a:cubicBezTo>
                    <a:pt x="18" y="9"/>
                    <a:pt x="12" y="18"/>
                    <a:pt x="0" y="21"/>
                  </a:cubicBezTo>
                  <a:cubicBezTo>
                    <a:pt x="0" y="14"/>
                    <a:pt x="23" y="0"/>
                    <a:pt x="30" y="0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4" name="Freeform 4277">
              <a:extLst>
                <a:ext uri="{FF2B5EF4-FFF2-40B4-BE49-F238E27FC236}">
                  <a16:creationId xmlns:a16="http://schemas.microsoft.com/office/drawing/2014/main" id="{40D588F5-CC78-474E-9158-99ECAB9CF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614"/>
              <a:ext cx="33" cy="72"/>
            </a:xfrm>
            <a:custGeom>
              <a:avLst/>
              <a:gdLst>
                <a:gd name="T0" fmla="*/ 35 w 32"/>
                <a:gd name="T1" fmla="*/ 0 h 71"/>
                <a:gd name="T2" fmla="*/ 21 w 32"/>
                <a:gd name="T3" fmla="*/ 49 h 71"/>
                <a:gd name="T4" fmla="*/ 0 w 32"/>
                <a:gd name="T5" fmla="*/ 73 h 71"/>
                <a:gd name="T6" fmla="*/ 22 w 32"/>
                <a:gd name="T7" fmla="*/ 31 h 71"/>
                <a:gd name="T8" fmla="*/ 30 w 32"/>
                <a:gd name="T9" fmla="*/ 5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1">
                  <a:moveTo>
                    <a:pt x="32" y="0"/>
                  </a:moveTo>
                  <a:cubicBezTo>
                    <a:pt x="26" y="15"/>
                    <a:pt x="24" y="31"/>
                    <a:pt x="18" y="46"/>
                  </a:cubicBezTo>
                  <a:cubicBezTo>
                    <a:pt x="15" y="53"/>
                    <a:pt x="10" y="71"/>
                    <a:pt x="0" y="70"/>
                  </a:cubicBezTo>
                  <a:cubicBezTo>
                    <a:pt x="8" y="58"/>
                    <a:pt x="15" y="44"/>
                    <a:pt x="19" y="31"/>
                  </a:cubicBezTo>
                  <a:cubicBezTo>
                    <a:pt x="22" y="22"/>
                    <a:pt x="26" y="13"/>
                    <a:pt x="27" y="5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5" name="Freeform 4278">
              <a:extLst>
                <a:ext uri="{FF2B5EF4-FFF2-40B4-BE49-F238E27FC236}">
                  <a16:creationId xmlns:a16="http://schemas.microsoft.com/office/drawing/2014/main" id="{B306FDFE-2729-4EE1-A27E-4548C6149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822"/>
              <a:ext cx="43" cy="34"/>
            </a:xfrm>
            <a:custGeom>
              <a:avLst/>
              <a:gdLst>
                <a:gd name="T0" fmla="*/ 19 w 42"/>
                <a:gd name="T1" fmla="*/ 0 h 34"/>
                <a:gd name="T2" fmla="*/ 3 w 42"/>
                <a:gd name="T3" fmla="*/ 31 h 34"/>
                <a:gd name="T4" fmla="*/ 45 w 42"/>
                <a:gd name="T5" fmla="*/ 28 h 34"/>
                <a:gd name="T6" fmla="*/ 16 w 42"/>
                <a:gd name="T7" fmla="*/ 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4">
                  <a:moveTo>
                    <a:pt x="19" y="0"/>
                  </a:moveTo>
                  <a:cubicBezTo>
                    <a:pt x="10" y="6"/>
                    <a:pt x="4" y="21"/>
                    <a:pt x="3" y="31"/>
                  </a:cubicBezTo>
                  <a:cubicBezTo>
                    <a:pt x="12" y="34"/>
                    <a:pt x="33" y="33"/>
                    <a:pt x="42" y="28"/>
                  </a:cubicBezTo>
                  <a:cubicBezTo>
                    <a:pt x="40" y="23"/>
                    <a:pt x="0" y="23"/>
                    <a:pt x="16" y="5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6" name="Freeform 4279">
              <a:extLst>
                <a:ext uri="{FF2B5EF4-FFF2-40B4-BE49-F238E27FC236}">
                  <a16:creationId xmlns:a16="http://schemas.microsoft.com/office/drawing/2014/main" id="{74172FE1-A721-46AD-BC5A-25668657F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727"/>
              <a:ext cx="37" cy="45"/>
            </a:xfrm>
            <a:custGeom>
              <a:avLst/>
              <a:gdLst>
                <a:gd name="T0" fmla="*/ 0 w 37"/>
                <a:gd name="T1" fmla="*/ 26 h 44"/>
                <a:gd name="T2" fmla="*/ 34 w 37"/>
                <a:gd name="T3" fmla="*/ 0 h 44"/>
                <a:gd name="T4" fmla="*/ 16 w 37"/>
                <a:gd name="T5" fmla="*/ 47 h 44"/>
                <a:gd name="T6" fmla="*/ 23 w 37"/>
                <a:gd name="T7" fmla="*/ 16 h 44"/>
                <a:gd name="T8" fmla="*/ 2 w 37"/>
                <a:gd name="T9" fmla="*/ 2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4">
                  <a:moveTo>
                    <a:pt x="0" y="23"/>
                  </a:moveTo>
                  <a:cubicBezTo>
                    <a:pt x="11" y="16"/>
                    <a:pt x="23" y="7"/>
                    <a:pt x="34" y="0"/>
                  </a:cubicBezTo>
                  <a:cubicBezTo>
                    <a:pt x="37" y="10"/>
                    <a:pt x="26" y="41"/>
                    <a:pt x="16" y="44"/>
                  </a:cubicBezTo>
                  <a:cubicBezTo>
                    <a:pt x="15" y="34"/>
                    <a:pt x="23" y="26"/>
                    <a:pt x="23" y="16"/>
                  </a:cubicBezTo>
                  <a:cubicBezTo>
                    <a:pt x="16" y="13"/>
                    <a:pt x="9" y="19"/>
                    <a:pt x="2" y="20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7" name="Freeform 4280">
              <a:extLst>
                <a:ext uri="{FF2B5EF4-FFF2-40B4-BE49-F238E27FC236}">
                  <a16:creationId xmlns:a16="http://schemas.microsoft.com/office/drawing/2014/main" id="{12E48D03-7F6A-4A89-AAB2-6D4A5557A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685"/>
              <a:ext cx="36" cy="55"/>
            </a:xfrm>
            <a:custGeom>
              <a:avLst/>
              <a:gdLst>
                <a:gd name="T0" fmla="*/ 36 w 36"/>
                <a:gd name="T1" fmla="*/ 4 h 54"/>
                <a:gd name="T2" fmla="*/ 9 w 36"/>
                <a:gd name="T3" fmla="*/ 19 h 54"/>
                <a:gd name="T4" fmla="*/ 0 w 36"/>
                <a:gd name="T5" fmla="*/ 57 h 54"/>
                <a:gd name="T6" fmla="*/ 30 w 36"/>
                <a:gd name="T7" fmla="*/ 6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54">
                  <a:moveTo>
                    <a:pt x="36" y="4"/>
                  </a:moveTo>
                  <a:cubicBezTo>
                    <a:pt x="28" y="0"/>
                    <a:pt x="14" y="13"/>
                    <a:pt x="9" y="19"/>
                  </a:cubicBezTo>
                  <a:cubicBezTo>
                    <a:pt x="3" y="29"/>
                    <a:pt x="0" y="42"/>
                    <a:pt x="0" y="54"/>
                  </a:cubicBezTo>
                  <a:cubicBezTo>
                    <a:pt x="3" y="44"/>
                    <a:pt x="16" y="5"/>
                    <a:pt x="30" y="6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8" name="Freeform 4281">
              <a:extLst>
                <a:ext uri="{FF2B5EF4-FFF2-40B4-BE49-F238E27FC236}">
                  <a16:creationId xmlns:a16="http://schemas.microsoft.com/office/drawing/2014/main" id="{7824B110-A9CE-4A5B-8445-B4B2697B6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664"/>
              <a:ext cx="18" cy="33"/>
            </a:xfrm>
            <a:custGeom>
              <a:avLst/>
              <a:gdLst>
                <a:gd name="T0" fmla="*/ 3 w 18"/>
                <a:gd name="T1" fmla="*/ 7 h 33"/>
                <a:gd name="T2" fmla="*/ 0 w 18"/>
                <a:gd name="T3" fmla="*/ 33 h 33"/>
                <a:gd name="T4" fmla="*/ 16 w 18"/>
                <a:gd name="T5" fmla="*/ 11 h 33"/>
                <a:gd name="T6" fmla="*/ 6 w 18"/>
                <a:gd name="T7" fmla="*/ 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3">
                  <a:moveTo>
                    <a:pt x="3" y="7"/>
                  </a:moveTo>
                  <a:cubicBezTo>
                    <a:pt x="18" y="0"/>
                    <a:pt x="2" y="30"/>
                    <a:pt x="0" y="33"/>
                  </a:cubicBezTo>
                  <a:cubicBezTo>
                    <a:pt x="5" y="30"/>
                    <a:pt x="17" y="18"/>
                    <a:pt x="16" y="11"/>
                  </a:cubicBezTo>
                  <a:cubicBezTo>
                    <a:pt x="16" y="4"/>
                    <a:pt x="13" y="6"/>
                    <a:pt x="6" y="6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9" name="Freeform 4282">
              <a:extLst>
                <a:ext uri="{FF2B5EF4-FFF2-40B4-BE49-F238E27FC236}">
                  <a16:creationId xmlns:a16="http://schemas.microsoft.com/office/drawing/2014/main" id="{F44D020F-C544-4EC1-9093-CC6D4DEBA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752"/>
              <a:ext cx="44" cy="36"/>
            </a:xfrm>
            <a:custGeom>
              <a:avLst/>
              <a:gdLst>
                <a:gd name="T0" fmla="*/ 0 w 43"/>
                <a:gd name="T1" fmla="*/ 22 h 35"/>
                <a:gd name="T2" fmla="*/ 38 w 43"/>
                <a:gd name="T3" fmla="*/ 4 h 35"/>
                <a:gd name="T4" fmla="*/ 26 w 43"/>
                <a:gd name="T5" fmla="*/ 38 h 35"/>
                <a:gd name="T6" fmla="*/ 27 w 43"/>
                <a:gd name="T7" fmla="*/ 13 h 35"/>
                <a:gd name="T8" fmla="*/ 2 w 43"/>
                <a:gd name="T9" fmla="*/ 2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5">
                  <a:moveTo>
                    <a:pt x="0" y="19"/>
                  </a:moveTo>
                  <a:cubicBezTo>
                    <a:pt x="7" y="16"/>
                    <a:pt x="27" y="0"/>
                    <a:pt x="35" y="4"/>
                  </a:cubicBezTo>
                  <a:cubicBezTo>
                    <a:pt x="43" y="9"/>
                    <a:pt x="27" y="30"/>
                    <a:pt x="23" y="35"/>
                  </a:cubicBezTo>
                  <a:cubicBezTo>
                    <a:pt x="24" y="30"/>
                    <a:pt x="28" y="17"/>
                    <a:pt x="24" y="13"/>
                  </a:cubicBezTo>
                  <a:cubicBezTo>
                    <a:pt x="19" y="9"/>
                    <a:pt x="6" y="16"/>
                    <a:pt x="2" y="19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0" name="Freeform 4283">
              <a:extLst>
                <a:ext uri="{FF2B5EF4-FFF2-40B4-BE49-F238E27FC236}">
                  <a16:creationId xmlns:a16="http://schemas.microsoft.com/office/drawing/2014/main" id="{E86B6E37-62A7-488A-B080-047EEF138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662"/>
              <a:ext cx="39" cy="33"/>
            </a:xfrm>
            <a:custGeom>
              <a:avLst/>
              <a:gdLst>
                <a:gd name="T0" fmla="*/ 0 w 38"/>
                <a:gd name="T1" fmla="*/ 5 h 33"/>
                <a:gd name="T2" fmla="*/ 41 w 38"/>
                <a:gd name="T3" fmla="*/ 4 h 33"/>
                <a:gd name="T4" fmla="*/ 9 w 38"/>
                <a:gd name="T5" fmla="*/ 33 h 33"/>
                <a:gd name="T6" fmla="*/ 24 w 38"/>
                <a:gd name="T7" fmla="*/ 15 h 33"/>
                <a:gd name="T8" fmla="*/ 4 w 38"/>
                <a:gd name="T9" fmla="*/ 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3">
                  <a:moveTo>
                    <a:pt x="0" y="5"/>
                  </a:moveTo>
                  <a:cubicBezTo>
                    <a:pt x="12" y="5"/>
                    <a:pt x="27" y="0"/>
                    <a:pt x="38" y="4"/>
                  </a:cubicBezTo>
                  <a:cubicBezTo>
                    <a:pt x="38" y="13"/>
                    <a:pt x="16" y="30"/>
                    <a:pt x="9" y="33"/>
                  </a:cubicBezTo>
                  <a:cubicBezTo>
                    <a:pt x="11" y="28"/>
                    <a:pt x="21" y="20"/>
                    <a:pt x="21" y="15"/>
                  </a:cubicBezTo>
                  <a:cubicBezTo>
                    <a:pt x="21" y="6"/>
                    <a:pt x="10" y="9"/>
                    <a:pt x="4" y="7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1" name="Freeform 4284">
              <a:extLst>
                <a:ext uri="{FF2B5EF4-FFF2-40B4-BE49-F238E27FC236}">
                  <a16:creationId xmlns:a16="http://schemas.microsoft.com/office/drawing/2014/main" id="{EAB260A8-906E-4D29-95D7-9138551B2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644"/>
              <a:ext cx="42" cy="54"/>
            </a:xfrm>
            <a:custGeom>
              <a:avLst/>
              <a:gdLst>
                <a:gd name="T0" fmla="*/ 44 w 41"/>
                <a:gd name="T1" fmla="*/ 0 h 53"/>
                <a:gd name="T2" fmla="*/ 19 w 41"/>
                <a:gd name="T3" fmla="*/ 22 h 53"/>
                <a:gd name="T4" fmla="*/ 0 w 41"/>
                <a:gd name="T5" fmla="*/ 56 h 53"/>
                <a:gd name="T6" fmla="*/ 40 w 41"/>
                <a:gd name="T7" fmla="*/ 5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3">
                  <a:moveTo>
                    <a:pt x="41" y="0"/>
                  </a:moveTo>
                  <a:cubicBezTo>
                    <a:pt x="29" y="5"/>
                    <a:pt x="25" y="12"/>
                    <a:pt x="19" y="22"/>
                  </a:cubicBezTo>
                  <a:cubicBezTo>
                    <a:pt x="15" y="31"/>
                    <a:pt x="1" y="44"/>
                    <a:pt x="0" y="53"/>
                  </a:cubicBezTo>
                  <a:cubicBezTo>
                    <a:pt x="18" y="44"/>
                    <a:pt x="19" y="13"/>
                    <a:pt x="37" y="5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2" name="Freeform 4285">
              <a:extLst>
                <a:ext uri="{FF2B5EF4-FFF2-40B4-BE49-F238E27FC236}">
                  <a16:creationId xmlns:a16="http://schemas.microsoft.com/office/drawing/2014/main" id="{CE19E8EA-41E2-4A0F-AFF3-5AB975589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760"/>
              <a:ext cx="42" cy="43"/>
            </a:xfrm>
            <a:custGeom>
              <a:avLst/>
              <a:gdLst>
                <a:gd name="T0" fmla="*/ 15 w 42"/>
                <a:gd name="T1" fmla="*/ 0 h 43"/>
                <a:gd name="T2" fmla="*/ 4 w 42"/>
                <a:gd name="T3" fmla="*/ 34 h 43"/>
                <a:gd name="T4" fmla="*/ 42 w 42"/>
                <a:gd name="T5" fmla="*/ 29 h 43"/>
                <a:gd name="T6" fmla="*/ 15 w 42"/>
                <a:gd name="T7" fmla="*/ 21 h 43"/>
                <a:gd name="T8" fmla="*/ 15 w 42"/>
                <a:gd name="T9" fmla="*/ 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15" y="0"/>
                  </a:moveTo>
                  <a:cubicBezTo>
                    <a:pt x="11" y="3"/>
                    <a:pt x="0" y="29"/>
                    <a:pt x="4" y="34"/>
                  </a:cubicBezTo>
                  <a:cubicBezTo>
                    <a:pt x="9" y="43"/>
                    <a:pt x="36" y="34"/>
                    <a:pt x="42" y="29"/>
                  </a:cubicBezTo>
                  <a:cubicBezTo>
                    <a:pt x="34" y="27"/>
                    <a:pt x="21" y="29"/>
                    <a:pt x="15" y="21"/>
                  </a:cubicBezTo>
                  <a:cubicBezTo>
                    <a:pt x="10" y="15"/>
                    <a:pt x="13" y="9"/>
                    <a:pt x="15" y="2"/>
                  </a:cubicBezTo>
                </a:path>
              </a:pathLst>
            </a:custGeom>
            <a:solidFill>
              <a:srgbClr val="B64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3" name="Freeform 4286">
              <a:extLst>
                <a:ext uri="{FF2B5EF4-FFF2-40B4-BE49-F238E27FC236}">
                  <a16:creationId xmlns:a16="http://schemas.microsoft.com/office/drawing/2014/main" id="{FC77B520-C00B-4701-A350-117FCED82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812"/>
              <a:ext cx="30" cy="60"/>
            </a:xfrm>
            <a:custGeom>
              <a:avLst/>
              <a:gdLst>
                <a:gd name="T0" fmla="*/ 32 w 29"/>
                <a:gd name="T1" fmla="*/ 3 h 59"/>
                <a:gd name="T2" fmla="*/ 0 w 29"/>
                <a:gd name="T3" fmla="*/ 62 h 59"/>
                <a:gd name="T4" fmla="*/ 20 w 29"/>
                <a:gd name="T5" fmla="*/ 23 h 59"/>
                <a:gd name="T6" fmla="*/ 32 w 29"/>
                <a:gd name="T7" fmla="*/ 3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9">
                  <a:moveTo>
                    <a:pt x="29" y="3"/>
                  </a:moveTo>
                  <a:cubicBezTo>
                    <a:pt x="16" y="0"/>
                    <a:pt x="5" y="49"/>
                    <a:pt x="0" y="59"/>
                  </a:cubicBezTo>
                  <a:cubicBezTo>
                    <a:pt x="9" y="49"/>
                    <a:pt x="11" y="35"/>
                    <a:pt x="17" y="23"/>
                  </a:cubicBezTo>
                  <a:cubicBezTo>
                    <a:pt x="20" y="16"/>
                    <a:pt x="26" y="10"/>
                    <a:pt x="29" y="3"/>
                  </a:cubicBezTo>
                </a:path>
              </a:pathLst>
            </a:custGeom>
            <a:solidFill>
              <a:srgbClr val="B64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4" name="Freeform 4287">
              <a:extLst>
                <a:ext uri="{FF2B5EF4-FFF2-40B4-BE49-F238E27FC236}">
                  <a16:creationId xmlns:a16="http://schemas.microsoft.com/office/drawing/2014/main" id="{93A0A86A-3F01-49CF-9D33-FC1E58413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812"/>
              <a:ext cx="21" cy="55"/>
            </a:xfrm>
            <a:custGeom>
              <a:avLst/>
              <a:gdLst>
                <a:gd name="T0" fmla="*/ 21 w 21"/>
                <a:gd name="T1" fmla="*/ 0 h 54"/>
                <a:gd name="T2" fmla="*/ 3 w 21"/>
                <a:gd name="T3" fmla="*/ 20 h 54"/>
                <a:gd name="T4" fmla="*/ 5 w 21"/>
                <a:gd name="T5" fmla="*/ 57 h 54"/>
                <a:gd name="T6" fmla="*/ 10 w 21"/>
                <a:gd name="T7" fmla="*/ 20 h 54"/>
                <a:gd name="T8" fmla="*/ 21 w 21"/>
                <a:gd name="T9" fmla="*/ 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4">
                  <a:moveTo>
                    <a:pt x="21" y="0"/>
                  </a:moveTo>
                  <a:cubicBezTo>
                    <a:pt x="11" y="5"/>
                    <a:pt x="6" y="8"/>
                    <a:pt x="3" y="20"/>
                  </a:cubicBezTo>
                  <a:cubicBezTo>
                    <a:pt x="0" y="32"/>
                    <a:pt x="0" y="42"/>
                    <a:pt x="5" y="54"/>
                  </a:cubicBezTo>
                  <a:cubicBezTo>
                    <a:pt x="9" y="43"/>
                    <a:pt x="7" y="31"/>
                    <a:pt x="10" y="20"/>
                  </a:cubicBezTo>
                  <a:cubicBezTo>
                    <a:pt x="13" y="12"/>
                    <a:pt x="16" y="7"/>
                    <a:pt x="21" y="1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5" name="Freeform 4288">
              <a:extLst>
                <a:ext uri="{FF2B5EF4-FFF2-40B4-BE49-F238E27FC236}">
                  <a16:creationId xmlns:a16="http://schemas.microsoft.com/office/drawing/2014/main" id="{744DD3C5-3DEF-4601-8B62-87A91B551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623"/>
              <a:ext cx="44" cy="33"/>
            </a:xfrm>
            <a:custGeom>
              <a:avLst/>
              <a:gdLst>
                <a:gd name="T0" fmla="*/ 9 w 43"/>
                <a:gd name="T1" fmla="*/ 8 h 33"/>
                <a:gd name="T2" fmla="*/ 1 w 43"/>
                <a:gd name="T3" fmla="*/ 27 h 33"/>
                <a:gd name="T4" fmla="*/ 8 w 43"/>
                <a:gd name="T5" fmla="*/ 28 h 33"/>
                <a:gd name="T6" fmla="*/ 31 w 43"/>
                <a:gd name="T7" fmla="*/ 17 h 33"/>
                <a:gd name="T8" fmla="*/ 46 w 43"/>
                <a:gd name="T9" fmla="*/ 0 h 33"/>
                <a:gd name="T10" fmla="*/ 10 w 43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33">
                  <a:moveTo>
                    <a:pt x="9" y="8"/>
                  </a:moveTo>
                  <a:cubicBezTo>
                    <a:pt x="8" y="14"/>
                    <a:pt x="3" y="20"/>
                    <a:pt x="1" y="27"/>
                  </a:cubicBezTo>
                  <a:cubicBezTo>
                    <a:pt x="0" y="33"/>
                    <a:pt x="3" y="30"/>
                    <a:pt x="8" y="28"/>
                  </a:cubicBezTo>
                  <a:cubicBezTo>
                    <a:pt x="15" y="24"/>
                    <a:pt x="22" y="23"/>
                    <a:pt x="28" y="17"/>
                  </a:cubicBezTo>
                  <a:cubicBezTo>
                    <a:pt x="34" y="12"/>
                    <a:pt x="37" y="5"/>
                    <a:pt x="43" y="0"/>
                  </a:cubicBezTo>
                  <a:cubicBezTo>
                    <a:pt x="37" y="3"/>
                    <a:pt x="9" y="29"/>
                    <a:pt x="10" y="8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6" name="Freeform 4289">
              <a:extLst>
                <a:ext uri="{FF2B5EF4-FFF2-40B4-BE49-F238E27FC236}">
                  <a16:creationId xmlns:a16="http://schemas.microsoft.com/office/drawing/2014/main" id="{941CD5E7-0747-49DA-9C64-69C982C11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661"/>
              <a:ext cx="47" cy="107"/>
            </a:xfrm>
            <a:custGeom>
              <a:avLst/>
              <a:gdLst>
                <a:gd name="T0" fmla="*/ 49 w 46"/>
                <a:gd name="T1" fmla="*/ 0 h 105"/>
                <a:gd name="T2" fmla="*/ 14 w 46"/>
                <a:gd name="T3" fmla="*/ 41 h 105"/>
                <a:gd name="T4" fmla="*/ 0 w 46"/>
                <a:gd name="T5" fmla="*/ 111 h 105"/>
                <a:gd name="T6" fmla="*/ 18 w 46"/>
                <a:gd name="T7" fmla="*/ 45 h 105"/>
                <a:gd name="T8" fmla="*/ 44 w 46"/>
                <a:gd name="T9" fmla="*/ 4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5">
                  <a:moveTo>
                    <a:pt x="46" y="0"/>
                  </a:moveTo>
                  <a:cubicBezTo>
                    <a:pt x="34" y="11"/>
                    <a:pt x="17" y="22"/>
                    <a:pt x="14" y="38"/>
                  </a:cubicBezTo>
                  <a:cubicBezTo>
                    <a:pt x="8" y="59"/>
                    <a:pt x="8" y="84"/>
                    <a:pt x="0" y="105"/>
                  </a:cubicBezTo>
                  <a:cubicBezTo>
                    <a:pt x="16" y="95"/>
                    <a:pt x="13" y="58"/>
                    <a:pt x="18" y="42"/>
                  </a:cubicBezTo>
                  <a:cubicBezTo>
                    <a:pt x="21" y="30"/>
                    <a:pt x="30" y="10"/>
                    <a:pt x="41" y="4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9" name="arterial-fenestrated-elastic-membrane">
            <a:extLst>
              <a:ext uri="{FF2B5EF4-FFF2-40B4-BE49-F238E27FC236}">
                <a16:creationId xmlns:a16="http://schemas.microsoft.com/office/drawing/2014/main" id="{25AA7EC4-0D0F-400B-A1E1-51DEA97E344E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3495675"/>
            <a:ext cx="3692525" cy="1531938"/>
            <a:chOff x="3168" y="2202"/>
            <a:chExt cx="2326" cy="965"/>
          </a:xfrm>
        </p:grpSpPr>
        <p:sp>
          <p:nvSpPr>
            <p:cNvPr id="23055" name="Freeform 4291">
              <a:extLst>
                <a:ext uri="{FF2B5EF4-FFF2-40B4-BE49-F238E27FC236}">
                  <a16:creationId xmlns:a16="http://schemas.microsoft.com/office/drawing/2014/main" id="{99BAB0BF-C085-4383-8682-26BAD119EB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47" y="2646"/>
              <a:ext cx="684" cy="427"/>
            </a:xfrm>
            <a:custGeom>
              <a:avLst/>
              <a:gdLst>
                <a:gd name="T0" fmla="*/ 821 w 526"/>
                <a:gd name="T1" fmla="*/ 126 h 329"/>
                <a:gd name="T2" fmla="*/ 618 w 526"/>
                <a:gd name="T3" fmla="*/ 108 h 329"/>
                <a:gd name="T4" fmla="*/ 432 w 526"/>
                <a:gd name="T5" fmla="*/ 17 h 329"/>
                <a:gd name="T6" fmla="*/ 0 w 526"/>
                <a:gd name="T7" fmla="*/ 324 h 329"/>
                <a:gd name="T8" fmla="*/ 16 w 526"/>
                <a:gd name="T9" fmla="*/ 463 h 329"/>
                <a:gd name="T10" fmla="*/ 204 w 526"/>
                <a:gd name="T11" fmla="*/ 317 h 329"/>
                <a:gd name="T12" fmla="*/ 316 w 526"/>
                <a:gd name="T13" fmla="*/ 340 h 329"/>
                <a:gd name="T14" fmla="*/ 255 w 526"/>
                <a:gd name="T15" fmla="*/ 470 h 329"/>
                <a:gd name="T16" fmla="*/ 382 w 526"/>
                <a:gd name="T17" fmla="*/ 404 h 329"/>
                <a:gd name="T18" fmla="*/ 419 w 526"/>
                <a:gd name="T19" fmla="*/ 292 h 329"/>
                <a:gd name="T20" fmla="*/ 350 w 526"/>
                <a:gd name="T21" fmla="*/ 210 h 329"/>
                <a:gd name="T22" fmla="*/ 330 w 526"/>
                <a:gd name="T23" fmla="*/ 204 h 329"/>
                <a:gd name="T24" fmla="*/ 446 w 526"/>
                <a:gd name="T25" fmla="*/ 135 h 329"/>
                <a:gd name="T26" fmla="*/ 640 w 526"/>
                <a:gd name="T27" fmla="*/ 243 h 329"/>
                <a:gd name="T28" fmla="*/ 828 w 526"/>
                <a:gd name="T29" fmla="*/ 262 h 329"/>
                <a:gd name="T30" fmla="*/ 844 w 526"/>
                <a:gd name="T31" fmla="*/ 278 h 329"/>
                <a:gd name="T32" fmla="*/ 821 w 526"/>
                <a:gd name="T33" fmla="*/ 126 h 329"/>
                <a:gd name="T34" fmla="*/ 1126 w 526"/>
                <a:gd name="T35" fmla="*/ 248 h 329"/>
                <a:gd name="T36" fmla="*/ 891 w 526"/>
                <a:gd name="T37" fmla="*/ 284 h 329"/>
                <a:gd name="T38" fmla="*/ 856 w 526"/>
                <a:gd name="T39" fmla="*/ 323 h 329"/>
                <a:gd name="T40" fmla="*/ 844 w 526"/>
                <a:gd name="T41" fmla="*/ 278 h 329"/>
                <a:gd name="T42" fmla="*/ 834 w 526"/>
                <a:gd name="T43" fmla="*/ 354 h 329"/>
                <a:gd name="T44" fmla="*/ 792 w 526"/>
                <a:gd name="T45" fmla="*/ 509 h 329"/>
                <a:gd name="T46" fmla="*/ 741 w 526"/>
                <a:gd name="T47" fmla="*/ 600 h 329"/>
                <a:gd name="T48" fmla="*/ 731 w 526"/>
                <a:gd name="T49" fmla="*/ 719 h 329"/>
                <a:gd name="T50" fmla="*/ 827 w 526"/>
                <a:gd name="T51" fmla="*/ 504 h 329"/>
                <a:gd name="T52" fmla="*/ 828 w 526"/>
                <a:gd name="T53" fmla="*/ 504 h 329"/>
                <a:gd name="T54" fmla="*/ 1085 w 526"/>
                <a:gd name="T55" fmla="*/ 379 h 329"/>
                <a:gd name="T56" fmla="*/ 1111 w 526"/>
                <a:gd name="T57" fmla="*/ 397 h 329"/>
                <a:gd name="T58" fmla="*/ 1139 w 526"/>
                <a:gd name="T59" fmla="*/ 350 h 329"/>
                <a:gd name="T60" fmla="*/ 1126 w 526"/>
                <a:gd name="T61" fmla="*/ 248 h 32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26" h="329">
                  <a:moveTo>
                    <a:pt x="373" y="58"/>
                  </a:moveTo>
                  <a:cubicBezTo>
                    <a:pt x="343" y="43"/>
                    <a:pt x="313" y="55"/>
                    <a:pt x="281" y="49"/>
                  </a:cubicBezTo>
                  <a:cubicBezTo>
                    <a:pt x="251" y="43"/>
                    <a:pt x="227" y="15"/>
                    <a:pt x="196" y="8"/>
                  </a:cubicBezTo>
                  <a:cubicBezTo>
                    <a:pt x="163" y="0"/>
                    <a:pt x="11" y="145"/>
                    <a:pt x="0" y="149"/>
                  </a:cubicBezTo>
                  <a:cubicBezTo>
                    <a:pt x="7" y="212"/>
                    <a:pt x="7" y="212"/>
                    <a:pt x="7" y="212"/>
                  </a:cubicBezTo>
                  <a:cubicBezTo>
                    <a:pt x="22" y="211"/>
                    <a:pt x="56" y="179"/>
                    <a:pt x="93" y="145"/>
                  </a:cubicBezTo>
                  <a:cubicBezTo>
                    <a:pt x="108" y="133"/>
                    <a:pt x="137" y="134"/>
                    <a:pt x="144" y="156"/>
                  </a:cubicBezTo>
                  <a:cubicBezTo>
                    <a:pt x="149" y="174"/>
                    <a:pt x="141" y="197"/>
                    <a:pt x="116" y="215"/>
                  </a:cubicBezTo>
                  <a:cubicBezTo>
                    <a:pt x="174" y="185"/>
                    <a:pt x="174" y="185"/>
                    <a:pt x="174" y="185"/>
                  </a:cubicBezTo>
                  <a:cubicBezTo>
                    <a:pt x="191" y="133"/>
                    <a:pt x="191" y="133"/>
                    <a:pt x="191" y="133"/>
                  </a:cubicBezTo>
                  <a:cubicBezTo>
                    <a:pt x="159" y="96"/>
                    <a:pt x="159" y="96"/>
                    <a:pt x="159" y="96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73" y="73"/>
                    <a:pt x="193" y="60"/>
                    <a:pt x="203" y="62"/>
                  </a:cubicBezTo>
                  <a:cubicBezTo>
                    <a:pt x="234" y="69"/>
                    <a:pt x="260" y="105"/>
                    <a:pt x="291" y="111"/>
                  </a:cubicBezTo>
                  <a:cubicBezTo>
                    <a:pt x="323" y="117"/>
                    <a:pt x="347" y="105"/>
                    <a:pt x="377" y="120"/>
                  </a:cubicBezTo>
                  <a:cubicBezTo>
                    <a:pt x="380" y="122"/>
                    <a:pt x="382" y="124"/>
                    <a:pt x="384" y="127"/>
                  </a:cubicBezTo>
                  <a:cubicBezTo>
                    <a:pt x="388" y="93"/>
                    <a:pt x="386" y="64"/>
                    <a:pt x="373" y="58"/>
                  </a:cubicBezTo>
                  <a:close/>
                  <a:moveTo>
                    <a:pt x="512" y="113"/>
                  </a:moveTo>
                  <a:cubicBezTo>
                    <a:pt x="489" y="92"/>
                    <a:pt x="425" y="112"/>
                    <a:pt x="405" y="130"/>
                  </a:cubicBezTo>
                  <a:cubicBezTo>
                    <a:pt x="401" y="134"/>
                    <a:pt x="395" y="140"/>
                    <a:pt x="389" y="148"/>
                  </a:cubicBezTo>
                  <a:cubicBezTo>
                    <a:pt x="388" y="140"/>
                    <a:pt x="387" y="132"/>
                    <a:pt x="384" y="127"/>
                  </a:cubicBezTo>
                  <a:cubicBezTo>
                    <a:pt x="383" y="138"/>
                    <a:pt x="381" y="150"/>
                    <a:pt x="379" y="162"/>
                  </a:cubicBezTo>
                  <a:cubicBezTo>
                    <a:pt x="362" y="186"/>
                    <a:pt x="348" y="217"/>
                    <a:pt x="360" y="233"/>
                  </a:cubicBezTo>
                  <a:cubicBezTo>
                    <a:pt x="352" y="256"/>
                    <a:pt x="343" y="272"/>
                    <a:pt x="337" y="274"/>
                  </a:cubicBezTo>
                  <a:cubicBezTo>
                    <a:pt x="332" y="329"/>
                    <a:pt x="332" y="329"/>
                    <a:pt x="332" y="329"/>
                  </a:cubicBezTo>
                  <a:cubicBezTo>
                    <a:pt x="344" y="325"/>
                    <a:pt x="363" y="279"/>
                    <a:pt x="376" y="230"/>
                  </a:cubicBezTo>
                  <a:cubicBezTo>
                    <a:pt x="377" y="230"/>
                    <a:pt x="377" y="230"/>
                    <a:pt x="377" y="230"/>
                  </a:cubicBezTo>
                  <a:cubicBezTo>
                    <a:pt x="388" y="192"/>
                    <a:pt x="455" y="140"/>
                    <a:pt x="493" y="173"/>
                  </a:cubicBezTo>
                  <a:cubicBezTo>
                    <a:pt x="496" y="175"/>
                    <a:pt x="499" y="182"/>
                    <a:pt x="505" y="182"/>
                  </a:cubicBezTo>
                  <a:cubicBezTo>
                    <a:pt x="512" y="181"/>
                    <a:pt x="517" y="165"/>
                    <a:pt x="518" y="160"/>
                  </a:cubicBezTo>
                  <a:cubicBezTo>
                    <a:pt x="524" y="144"/>
                    <a:pt x="526" y="126"/>
                    <a:pt x="512" y="113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56" name="Freeform 4292">
              <a:extLst>
                <a:ext uri="{FF2B5EF4-FFF2-40B4-BE49-F238E27FC236}">
                  <a16:creationId xmlns:a16="http://schemas.microsoft.com/office/drawing/2014/main" id="{AAE5B989-798D-4663-933C-AC2509C2B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499"/>
              <a:ext cx="473" cy="327"/>
            </a:xfrm>
            <a:custGeom>
              <a:avLst/>
              <a:gdLst>
                <a:gd name="T0" fmla="*/ 781 w 363"/>
                <a:gd name="T1" fmla="*/ 318 h 252"/>
                <a:gd name="T2" fmla="*/ 620 w 363"/>
                <a:gd name="T3" fmla="*/ 219 h 252"/>
                <a:gd name="T4" fmla="*/ 645 w 363"/>
                <a:gd name="T5" fmla="*/ 101 h 252"/>
                <a:gd name="T6" fmla="*/ 620 w 363"/>
                <a:gd name="T7" fmla="*/ 87 h 252"/>
                <a:gd name="T8" fmla="*/ 438 w 363"/>
                <a:gd name="T9" fmla="*/ 354 h 252"/>
                <a:gd name="T10" fmla="*/ 438 w 363"/>
                <a:gd name="T11" fmla="*/ 350 h 252"/>
                <a:gd name="T12" fmla="*/ 304 w 363"/>
                <a:gd name="T13" fmla="*/ 197 h 252"/>
                <a:gd name="T14" fmla="*/ 258 w 363"/>
                <a:gd name="T15" fmla="*/ 119 h 252"/>
                <a:gd name="T16" fmla="*/ 620 w 363"/>
                <a:gd name="T17" fmla="*/ 87 h 252"/>
                <a:gd name="T18" fmla="*/ 618 w 363"/>
                <a:gd name="T19" fmla="*/ 38 h 252"/>
                <a:gd name="T20" fmla="*/ 189 w 363"/>
                <a:gd name="T21" fmla="*/ 66 h 252"/>
                <a:gd name="T22" fmla="*/ 112 w 363"/>
                <a:gd name="T23" fmla="*/ 45 h 252"/>
                <a:gd name="T24" fmla="*/ 30 w 363"/>
                <a:gd name="T25" fmla="*/ 123 h 252"/>
                <a:gd name="T26" fmla="*/ 0 w 363"/>
                <a:gd name="T27" fmla="*/ 152 h 252"/>
                <a:gd name="T28" fmla="*/ 16 w 363"/>
                <a:gd name="T29" fmla="*/ 265 h 252"/>
                <a:gd name="T30" fmla="*/ 65 w 363"/>
                <a:gd name="T31" fmla="*/ 205 h 252"/>
                <a:gd name="T32" fmla="*/ 163 w 363"/>
                <a:gd name="T33" fmla="*/ 215 h 252"/>
                <a:gd name="T34" fmla="*/ 190 w 363"/>
                <a:gd name="T35" fmla="*/ 276 h 252"/>
                <a:gd name="T36" fmla="*/ 235 w 363"/>
                <a:gd name="T37" fmla="*/ 313 h 252"/>
                <a:gd name="T38" fmla="*/ 326 w 363"/>
                <a:gd name="T39" fmla="*/ 357 h 252"/>
                <a:gd name="T40" fmla="*/ 330 w 363"/>
                <a:gd name="T41" fmla="*/ 431 h 252"/>
                <a:gd name="T42" fmla="*/ 326 w 363"/>
                <a:gd name="T43" fmla="*/ 431 h 252"/>
                <a:gd name="T44" fmla="*/ 341 w 363"/>
                <a:gd name="T45" fmla="*/ 550 h 252"/>
                <a:gd name="T46" fmla="*/ 525 w 363"/>
                <a:gd name="T47" fmla="*/ 375 h 252"/>
                <a:gd name="T48" fmla="*/ 593 w 363"/>
                <a:gd name="T49" fmla="*/ 332 h 252"/>
                <a:gd name="T50" fmla="*/ 718 w 363"/>
                <a:gd name="T51" fmla="*/ 358 h 252"/>
                <a:gd name="T52" fmla="*/ 766 w 363"/>
                <a:gd name="T53" fmla="*/ 404 h 252"/>
                <a:gd name="T54" fmla="*/ 781 w 363"/>
                <a:gd name="T55" fmla="*/ 318 h 2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63" h="252">
                  <a:moveTo>
                    <a:pt x="353" y="146"/>
                  </a:moveTo>
                  <a:cubicBezTo>
                    <a:pt x="341" y="127"/>
                    <a:pt x="307" y="97"/>
                    <a:pt x="280" y="100"/>
                  </a:cubicBezTo>
                  <a:cubicBezTo>
                    <a:pt x="294" y="73"/>
                    <a:pt x="300" y="51"/>
                    <a:pt x="292" y="46"/>
                  </a:cubicBezTo>
                  <a:cubicBezTo>
                    <a:pt x="290" y="43"/>
                    <a:pt x="285" y="42"/>
                    <a:pt x="280" y="40"/>
                  </a:cubicBezTo>
                  <a:cubicBezTo>
                    <a:pt x="270" y="72"/>
                    <a:pt x="233" y="126"/>
                    <a:pt x="198" y="162"/>
                  </a:cubicBezTo>
                  <a:cubicBezTo>
                    <a:pt x="198" y="161"/>
                    <a:pt x="198" y="161"/>
                    <a:pt x="198" y="160"/>
                  </a:cubicBezTo>
                  <a:cubicBezTo>
                    <a:pt x="202" y="122"/>
                    <a:pt x="151" y="121"/>
                    <a:pt x="137" y="90"/>
                  </a:cubicBezTo>
                  <a:cubicBezTo>
                    <a:pt x="132" y="77"/>
                    <a:pt x="125" y="65"/>
                    <a:pt x="117" y="55"/>
                  </a:cubicBezTo>
                  <a:cubicBezTo>
                    <a:pt x="178" y="39"/>
                    <a:pt x="249" y="33"/>
                    <a:pt x="280" y="40"/>
                  </a:cubicBezTo>
                  <a:cubicBezTo>
                    <a:pt x="284" y="29"/>
                    <a:pt x="284" y="21"/>
                    <a:pt x="279" y="17"/>
                  </a:cubicBezTo>
                  <a:cubicBezTo>
                    <a:pt x="256" y="0"/>
                    <a:pt x="159" y="11"/>
                    <a:pt x="85" y="30"/>
                  </a:cubicBezTo>
                  <a:cubicBezTo>
                    <a:pt x="75" y="25"/>
                    <a:pt x="64" y="22"/>
                    <a:pt x="51" y="21"/>
                  </a:cubicBezTo>
                  <a:cubicBezTo>
                    <a:pt x="25" y="18"/>
                    <a:pt x="14" y="36"/>
                    <a:pt x="14" y="56"/>
                  </a:cubicBezTo>
                  <a:cubicBezTo>
                    <a:pt x="7" y="60"/>
                    <a:pt x="2" y="65"/>
                    <a:pt x="0" y="69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6" y="109"/>
                    <a:pt x="17" y="104"/>
                    <a:pt x="29" y="94"/>
                  </a:cubicBezTo>
                  <a:cubicBezTo>
                    <a:pt x="44" y="89"/>
                    <a:pt x="62" y="84"/>
                    <a:pt x="74" y="99"/>
                  </a:cubicBezTo>
                  <a:cubicBezTo>
                    <a:pt x="80" y="107"/>
                    <a:pt x="81" y="118"/>
                    <a:pt x="86" y="126"/>
                  </a:cubicBezTo>
                  <a:cubicBezTo>
                    <a:pt x="91" y="134"/>
                    <a:pt x="98" y="139"/>
                    <a:pt x="106" y="143"/>
                  </a:cubicBezTo>
                  <a:cubicBezTo>
                    <a:pt x="121" y="150"/>
                    <a:pt x="138" y="149"/>
                    <a:pt x="147" y="163"/>
                  </a:cubicBezTo>
                  <a:cubicBezTo>
                    <a:pt x="154" y="173"/>
                    <a:pt x="153" y="186"/>
                    <a:pt x="149" y="197"/>
                  </a:cubicBezTo>
                  <a:cubicBezTo>
                    <a:pt x="149" y="197"/>
                    <a:pt x="148" y="197"/>
                    <a:pt x="147" y="197"/>
                  </a:cubicBezTo>
                  <a:cubicBezTo>
                    <a:pt x="154" y="252"/>
                    <a:pt x="154" y="252"/>
                    <a:pt x="154" y="252"/>
                  </a:cubicBezTo>
                  <a:cubicBezTo>
                    <a:pt x="173" y="250"/>
                    <a:pt x="207" y="214"/>
                    <a:pt x="237" y="172"/>
                  </a:cubicBezTo>
                  <a:cubicBezTo>
                    <a:pt x="247" y="163"/>
                    <a:pt x="260" y="155"/>
                    <a:pt x="268" y="152"/>
                  </a:cubicBezTo>
                  <a:cubicBezTo>
                    <a:pt x="288" y="145"/>
                    <a:pt x="312" y="148"/>
                    <a:pt x="325" y="164"/>
                  </a:cubicBezTo>
                  <a:cubicBezTo>
                    <a:pt x="330" y="171"/>
                    <a:pt x="333" y="188"/>
                    <a:pt x="346" y="185"/>
                  </a:cubicBezTo>
                  <a:cubicBezTo>
                    <a:pt x="363" y="181"/>
                    <a:pt x="358" y="155"/>
                    <a:pt x="353" y="146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57" name="Freeform 4293">
              <a:extLst>
                <a:ext uri="{FF2B5EF4-FFF2-40B4-BE49-F238E27FC236}">
                  <a16:creationId xmlns:a16="http://schemas.microsoft.com/office/drawing/2014/main" id="{77E58631-7503-4F20-8DB5-2471560E97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47" y="2646"/>
              <a:ext cx="684" cy="427"/>
            </a:xfrm>
            <a:custGeom>
              <a:avLst/>
              <a:gdLst>
                <a:gd name="T0" fmla="*/ 821 w 526"/>
                <a:gd name="T1" fmla="*/ 126 h 329"/>
                <a:gd name="T2" fmla="*/ 618 w 526"/>
                <a:gd name="T3" fmla="*/ 108 h 329"/>
                <a:gd name="T4" fmla="*/ 432 w 526"/>
                <a:gd name="T5" fmla="*/ 17 h 329"/>
                <a:gd name="T6" fmla="*/ 0 w 526"/>
                <a:gd name="T7" fmla="*/ 324 h 329"/>
                <a:gd name="T8" fmla="*/ 16 w 526"/>
                <a:gd name="T9" fmla="*/ 463 h 329"/>
                <a:gd name="T10" fmla="*/ 204 w 526"/>
                <a:gd name="T11" fmla="*/ 317 h 329"/>
                <a:gd name="T12" fmla="*/ 316 w 526"/>
                <a:gd name="T13" fmla="*/ 340 h 329"/>
                <a:gd name="T14" fmla="*/ 255 w 526"/>
                <a:gd name="T15" fmla="*/ 470 h 329"/>
                <a:gd name="T16" fmla="*/ 382 w 526"/>
                <a:gd name="T17" fmla="*/ 404 h 329"/>
                <a:gd name="T18" fmla="*/ 419 w 526"/>
                <a:gd name="T19" fmla="*/ 292 h 329"/>
                <a:gd name="T20" fmla="*/ 350 w 526"/>
                <a:gd name="T21" fmla="*/ 210 h 329"/>
                <a:gd name="T22" fmla="*/ 330 w 526"/>
                <a:gd name="T23" fmla="*/ 204 h 329"/>
                <a:gd name="T24" fmla="*/ 446 w 526"/>
                <a:gd name="T25" fmla="*/ 135 h 329"/>
                <a:gd name="T26" fmla="*/ 640 w 526"/>
                <a:gd name="T27" fmla="*/ 243 h 329"/>
                <a:gd name="T28" fmla="*/ 828 w 526"/>
                <a:gd name="T29" fmla="*/ 262 h 329"/>
                <a:gd name="T30" fmla="*/ 844 w 526"/>
                <a:gd name="T31" fmla="*/ 278 h 329"/>
                <a:gd name="T32" fmla="*/ 821 w 526"/>
                <a:gd name="T33" fmla="*/ 126 h 329"/>
                <a:gd name="T34" fmla="*/ 1126 w 526"/>
                <a:gd name="T35" fmla="*/ 248 h 329"/>
                <a:gd name="T36" fmla="*/ 891 w 526"/>
                <a:gd name="T37" fmla="*/ 284 h 329"/>
                <a:gd name="T38" fmla="*/ 856 w 526"/>
                <a:gd name="T39" fmla="*/ 323 h 329"/>
                <a:gd name="T40" fmla="*/ 844 w 526"/>
                <a:gd name="T41" fmla="*/ 278 h 329"/>
                <a:gd name="T42" fmla="*/ 834 w 526"/>
                <a:gd name="T43" fmla="*/ 354 h 329"/>
                <a:gd name="T44" fmla="*/ 792 w 526"/>
                <a:gd name="T45" fmla="*/ 509 h 329"/>
                <a:gd name="T46" fmla="*/ 741 w 526"/>
                <a:gd name="T47" fmla="*/ 600 h 329"/>
                <a:gd name="T48" fmla="*/ 731 w 526"/>
                <a:gd name="T49" fmla="*/ 719 h 329"/>
                <a:gd name="T50" fmla="*/ 827 w 526"/>
                <a:gd name="T51" fmla="*/ 504 h 329"/>
                <a:gd name="T52" fmla="*/ 828 w 526"/>
                <a:gd name="T53" fmla="*/ 504 h 329"/>
                <a:gd name="T54" fmla="*/ 1085 w 526"/>
                <a:gd name="T55" fmla="*/ 379 h 329"/>
                <a:gd name="T56" fmla="*/ 1111 w 526"/>
                <a:gd name="T57" fmla="*/ 397 h 329"/>
                <a:gd name="T58" fmla="*/ 1139 w 526"/>
                <a:gd name="T59" fmla="*/ 350 h 329"/>
                <a:gd name="T60" fmla="*/ 1126 w 526"/>
                <a:gd name="T61" fmla="*/ 248 h 32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26" h="329">
                  <a:moveTo>
                    <a:pt x="373" y="58"/>
                  </a:moveTo>
                  <a:cubicBezTo>
                    <a:pt x="343" y="43"/>
                    <a:pt x="313" y="55"/>
                    <a:pt x="281" y="49"/>
                  </a:cubicBezTo>
                  <a:cubicBezTo>
                    <a:pt x="251" y="43"/>
                    <a:pt x="227" y="15"/>
                    <a:pt x="196" y="8"/>
                  </a:cubicBezTo>
                  <a:cubicBezTo>
                    <a:pt x="163" y="0"/>
                    <a:pt x="11" y="145"/>
                    <a:pt x="0" y="149"/>
                  </a:cubicBezTo>
                  <a:cubicBezTo>
                    <a:pt x="7" y="212"/>
                    <a:pt x="7" y="212"/>
                    <a:pt x="7" y="212"/>
                  </a:cubicBezTo>
                  <a:cubicBezTo>
                    <a:pt x="22" y="211"/>
                    <a:pt x="56" y="179"/>
                    <a:pt x="93" y="145"/>
                  </a:cubicBezTo>
                  <a:cubicBezTo>
                    <a:pt x="108" y="133"/>
                    <a:pt x="137" y="134"/>
                    <a:pt x="144" y="156"/>
                  </a:cubicBezTo>
                  <a:cubicBezTo>
                    <a:pt x="149" y="174"/>
                    <a:pt x="141" y="197"/>
                    <a:pt x="116" y="215"/>
                  </a:cubicBezTo>
                  <a:cubicBezTo>
                    <a:pt x="174" y="185"/>
                    <a:pt x="174" y="185"/>
                    <a:pt x="174" y="185"/>
                  </a:cubicBezTo>
                  <a:cubicBezTo>
                    <a:pt x="191" y="133"/>
                    <a:pt x="191" y="133"/>
                    <a:pt x="191" y="133"/>
                  </a:cubicBezTo>
                  <a:cubicBezTo>
                    <a:pt x="159" y="96"/>
                    <a:pt x="159" y="96"/>
                    <a:pt x="159" y="96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73" y="73"/>
                    <a:pt x="193" y="60"/>
                    <a:pt x="203" y="62"/>
                  </a:cubicBezTo>
                  <a:cubicBezTo>
                    <a:pt x="234" y="69"/>
                    <a:pt x="260" y="105"/>
                    <a:pt x="291" y="111"/>
                  </a:cubicBezTo>
                  <a:cubicBezTo>
                    <a:pt x="323" y="117"/>
                    <a:pt x="347" y="105"/>
                    <a:pt x="377" y="120"/>
                  </a:cubicBezTo>
                  <a:cubicBezTo>
                    <a:pt x="380" y="122"/>
                    <a:pt x="382" y="124"/>
                    <a:pt x="384" y="127"/>
                  </a:cubicBezTo>
                  <a:cubicBezTo>
                    <a:pt x="388" y="93"/>
                    <a:pt x="386" y="64"/>
                    <a:pt x="373" y="58"/>
                  </a:cubicBezTo>
                  <a:close/>
                  <a:moveTo>
                    <a:pt x="512" y="113"/>
                  </a:moveTo>
                  <a:cubicBezTo>
                    <a:pt x="489" y="92"/>
                    <a:pt x="425" y="112"/>
                    <a:pt x="405" y="130"/>
                  </a:cubicBezTo>
                  <a:cubicBezTo>
                    <a:pt x="401" y="134"/>
                    <a:pt x="395" y="140"/>
                    <a:pt x="389" y="148"/>
                  </a:cubicBezTo>
                  <a:cubicBezTo>
                    <a:pt x="388" y="140"/>
                    <a:pt x="387" y="132"/>
                    <a:pt x="384" y="127"/>
                  </a:cubicBezTo>
                  <a:cubicBezTo>
                    <a:pt x="383" y="138"/>
                    <a:pt x="381" y="150"/>
                    <a:pt x="379" y="162"/>
                  </a:cubicBezTo>
                  <a:cubicBezTo>
                    <a:pt x="362" y="186"/>
                    <a:pt x="348" y="217"/>
                    <a:pt x="360" y="233"/>
                  </a:cubicBezTo>
                  <a:cubicBezTo>
                    <a:pt x="352" y="256"/>
                    <a:pt x="343" y="272"/>
                    <a:pt x="337" y="274"/>
                  </a:cubicBezTo>
                  <a:cubicBezTo>
                    <a:pt x="332" y="329"/>
                    <a:pt x="332" y="329"/>
                    <a:pt x="332" y="329"/>
                  </a:cubicBezTo>
                  <a:cubicBezTo>
                    <a:pt x="344" y="325"/>
                    <a:pt x="363" y="279"/>
                    <a:pt x="376" y="230"/>
                  </a:cubicBezTo>
                  <a:cubicBezTo>
                    <a:pt x="377" y="230"/>
                    <a:pt x="377" y="230"/>
                    <a:pt x="377" y="230"/>
                  </a:cubicBezTo>
                  <a:cubicBezTo>
                    <a:pt x="388" y="192"/>
                    <a:pt x="455" y="140"/>
                    <a:pt x="493" y="173"/>
                  </a:cubicBezTo>
                  <a:cubicBezTo>
                    <a:pt x="496" y="175"/>
                    <a:pt x="499" y="182"/>
                    <a:pt x="505" y="182"/>
                  </a:cubicBezTo>
                  <a:cubicBezTo>
                    <a:pt x="512" y="181"/>
                    <a:pt x="517" y="165"/>
                    <a:pt x="518" y="160"/>
                  </a:cubicBezTo>
                  <a:cubicBezTo>
                    <a:pt x="524" y="144"/>
                    <a:pt x="526" y="126"/>
                    <a:pt x="512" y="11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58" name="Freeform 4294">
              <a:extLst>
                <a:ext uri="{FF2B5EF4-FFF2-40B4-BE49-F238E27FC236}">
                  <a16:creationId xmlns:a16="http://schemas.microsoft.com/office/drawing/2014/main" id="{7C734449-A22D-42B3-AC42-EC965E0E7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499"/>
              <a:ext cx="473" cy="327"/>
            </a:xfrm>
            <a:custGeom>
              <a:avLst/>
              <a:gdLst>
                <a:gd name="T0" fmla="*/ 781 w 363"/>
                <a:gd name="T1" fmla="*/ 318 h 252"/>
                <a:gd name="T2" fmla="*/ 620 w 363"/>
                <a:gd name="T3" fmla="*/ 219 h 252"/>
                <a:gd name="T4" fmla="*/ 645 w 363"/>
                <a:gd name="T5" fmla="*/ 101 h 252"/>
                <a:gd name="T6" fmla="*/ 620 w 363"/>
                <a:gd name="T7" fmla="*/ 87 h 252"/>
                <a:gd name="T8" fmla="*/ 438 w 363"/>
                <a:gd name="T9" fmla="*/ 354 h 252"/>
                <a:gd name="T10" fmla="*/ 438 w 363"/>
                <a:gd name="T11" fmla="*/ 350 h 252"/>
                <a:gd name="T12" fmla="*/ 304 w 363"/>
                <a:gd name="T13" fmla="*/ 197 h 252"/>
                <a:gd name="T14" fmla="*/ 258 w 363"/>
                <a:gd name="T15" fmla="*/ 119 h 252"/>
                <a:gd name="T16" fmla="*/ 620 w 363"/>
                <a:gd name="T17" fmla="*/ 87 h 252"/>
                <a:gd name="T18" fmla="*/ 618 w 363"/>
                <a:gd name="T19" fmla="*/ 38 h 252"/>
                <a:gd name="T20" fmla="*/ 189 w 363"/>
                <a:gd name="T21" fmla="*/ 66 h 252"/>
                <a:gd name="T22" fmla="*/ 112 w 363"/>
                <a:gd name="T23" fmla="*/ 45 h 252"/>
                <a:gd name="T24" fmla="*/ 30 w 363"/>
                <a:gd name="T25" fmla="*/ 123 h 252"/>
                <a:gd name="T26" fmla="*/ 0 w 363"/>
                <a:gd name="T27" fmla="*/ 152 h 252"/>
                <a:gd name="T28" fmla="*/ 16 w 363"/>
                <a:gd name="T29" fmla="*/ 265 h 252"/>
                <a:gd name="T30" fmla="*/ 65 w 363"/>
                <a:gd name="T31" fmla="*/ 205 h 252"/>
                <a:gd name="T32" fmla="*/ 163 w 363"/>
                <a:gd name="T33" fmla="*/ 215 h 252"/>
                <a:gd name="T34" fmla="*/ 190 w 363"/>
                <a:gd name="T35" fmla="*/ 276 h 252"/>
                <a:gd name="T36" fmla="*/ 235 w 363"/>
                <a:gd name="T37" fmla="*/ 313 h 252"/>
                <a:gd name="T38" fmla="*/ 326 w 363"/>
                <a:gd name="T39" fmla="*/ 357 h 252"/>
                <a:gd name="T40" fmla="*/ 330 w 363"/>
                <a:gd name="T41" fmla="*/ 431 h 252"/>
                <a:gd name="T42" fmla="*/ 326 w 363"/>
                <a:gd name="T43" fmla="*/ 431 h 252"/>
                <a:gd name="T44" fmla="*/ 341 w 363"/>
                <a:gd name="T45" fmla="*/ 550 h 252"/>
                <a:gd name="T46" fmla="*/ 525 w 363"/>
                <a:gd name="T47" fmla="*/ 375 h 252"/>
                <a:gd name="T48" fmla="*/ 593 w 363"/>
                <a:gd name="T49" fmla="*/ 332 h 252"/>
                <a:gd name="T50" fmla="*/ 718 w 363"/>
                <a:gd name="T51" fmla="*/ 358 h 252"/>
                <a:gd name="T52" fmla="*/ 766 w 363"/>
                <a:gd name="T53" fmla="*/ 404 h 252"/>
                <a:gd name="T54" fmla="*/ 781 w 363"/>
                <a:gd name="T55" fmla="*/ 318 h 2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63" h="252">
                  <a:moveTo>
                    <a:pt x="353" y="146"/>
                  </a:moveTo>
                  <a:cubicBezTo>
                    <a:pt x="341" y="127"/>
                    <a:pt x="307" y="97"/>
                    <a:pt x="280" y="100"/>
                  </a:cubicBezTo>
                  <a:cubicBezTo>
                    <a:pt x="294" y="73"/>
                    <a:pt x="300" y="51"/>
                    <a:pt x="292" y="46"/>
                  </a:cubicBezTo>
                  <a:cubicBezTo>
                    <a:pt x="290" y="43"/>
                    <a:pt x="285" y="42"/>
                    <a:pt x="280" y="40"/>
                  </a:cubicBezTo>
                  <a:cubicBezTo>
                    <a:pt x="270" y="72"/>
                    <a:pt x="233" y="126"/>
                    <a:pt x="198" y="162"/>
                  </a:cubicBezTo>
                  <a:cubicBezTo>
                    <a:pt x="198" y="161"/>
                    <a:pt x="198" y="161"/>
                    <a:pt x="198" y="160"/>
                  </a:cubicBezTo>
                  <a:cubicBezTo>
                    <a:pt x="202" y="122"/>
                    <a:pt x="151" y="121"/>
                    <a:pt x="137" y="90"/>
                  </a:cubicBezTo>
                  <a:cubicBezTo>
                    <a:pt x="132" y="77"/>
                    <a:pt x="125" y="65"/>
                    <a:pt x="117" y="55"/>
                  </a:cubicBezTo>
                  <a:cubicBezTo>
                    <a:pt x="178" y="39"/>
                    <a:pt x="249" y="33"/>
                    <a:pt x="280" y="40"/>
                  </a:cubicBezTo>
                  <a:cubicBezTo>
                    <a:pt x="284" y="29"/>
                    <a:pt x="284" y="21"/>
                    <a:pt x="279" y="17"/>
                  </a:cubicBezTo>
                  <a:cubicBezTo>
                    <a:pt x="256" y="0"/>
                    <a:pt x="159" y="11"/>
                    <a:pt x="85" y="30"/>
                  </a:cubicBezTo>
                  <a:cubicBezTo>
                    <a:pt x="75" y="25"/>
                    <a:pt x="64" y="22"/>
                    <a:pt x="51" y="21"/>
                  </a:cubicBezTo>
                  <a:cubicBezTo>
                    <a:pt x="25" y="18"/>
                    <a:pt x="14" y="36"/>
                    <a:pt x="14" y="56"/>
                  </a:cubicBezTo>
                  <a:cubicBezTo>
                    <a:pt x="7" y="60"/>
                    <a:pt x="2" y="65"/>
                    <a:pt x="0" y="69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6" y="109"/>
                    <a:pt x="17" y="104"/>
                    <a:pt x="29" y="94"/>
                  </a:cubicBezTo>
                  <a:cubicBezTo>
                    <a:pt x="44" y="89"/>
                    <a:pt x="62" y="84"/>
                    <a:pt x="74" y="99"/>
                  </a:cubicBezTo>
                  <a:cubicBezTo>
                    <a:pt x="80" y="107"/>
                    <a:pt x="81" y="118"/>
                    <a:pt x="86" y="126"/>
                  </a:cubicBezTo>
                  <a:cubicBezTo>
                    <a:pt x="91" y="134"/>
                    <a:pt x="98" y="139"/>
                    <a:pt x="106" y="143"/>
                  </a:cubicBezTo>
                  <a:cubicBezTo>
                    <a:pt x="121" y="150"/>
                    <a:pt x="138" y="149"/>
                    <a:pt x="147" y="163"/>
                  </a:cubicBezTo>
                  <a:cubicBezTo>
                    <a:pt x="154" y="173"/>
                    <a:pt x="153" y="186"/>
                    <a:pt x="149" y="197"/>
                  </a:cubicBezTo>
                  <a:cubicBezTo>
                    <a:pt x="149" y="197"/>
                    <a:pt x="148" y="197"/>
                    <a:pt x="147" y="197"/>
                  </a:cubicBezTo>
                  <a:cubicBezTo>
                    <a:pt x="154" y="252"/>
                    <a:pt x="154" y="252"/>
                    <a:pt x="154" y="252"/>
                  </a:cubicBezTo>
                  <a:cubicBezTo>
                    <a:pt x="173" y="250"/>
                    <a:pt x="207" y="214"/>
                    <a:pt x="237" y="172"/>
                  </a:cubicBezTo>
                  <a:cubicBezTo>
                    <a:pt x="247" y="163"/>
                    <a:pt x="260" y="155"/>
                    <a:pt x="268" y="152"/>
                  </a:cubicBezTo>
                  <a:cubicBezTo>
                    <a:pt x="288" y="145"/>
                    <a:pt x="312" y="148"/>
                    <a:pt x="325" y="164"/>
                  </a:cubicBezTo>
                  <a:cubicBezTo>
                    <a:pt x="330" y="171"/>
                    <a:pt x="333" y="188"/>
                    <a:pt x="346" y="185"/>
                  </a:cubicBezTo>
                  <a:cubicBezTo>
                    <a:pt x="363" y="181"/>
                    <a:pt x="358" y="155"/>
                    <a:pt x="353" y="146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59" name="Freeform 4295">
              <a:extLst>
                <a:ext uri="{FF2B5EF4-FFF2-40B4-BE49-F238E27FC236}">
                  <a16:creationId xmlns:a16="http://schemas.microsoft.com/office/drawing/2014/main" id="{5BBDB479-1A4E-4D7A-887C-FC260CF6DE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1" y="2729"/>
              <a:ext cx="453" cy="403"/>
            </a:xfrm>
            <a:custGeom>
              <a:avLst/>
              <a:gdLst>
                <a:gd name="T0" fmla="*/ 724 w 348"/>
                <a:gd name="T1" fmla="*/ 22 h 310"/>
                <a:gd name="T2" fmla="*/ 586 w 348"/>
                <a:gd name="T3" fmla="*/ 16 h 310"/>
                <a:gd name="T4" fmla="*/ 422 w 348"/>
                <a:gd name="T5" fmla="*/ 79 h 310"/>
                <a:gd name="T6" fmla="*/ 0 w 348"/>
                <a:gd name="T7" fmla="*/ 550 h 310"/>
                <a:gd name="T8" fmla="*/ 9 w 348"/>
                <a:gd name="T9" fmla="*/ 681 h 310"/>
                <a:gd name="T10" fmla="*/ 129 w 348"/>
                <a:gd name="T11" fmla="*/ 541 h 310"/>
                <a:gd name="T12" fmla="*/ 176 w 348"/>
                <a:gd name="T13" fmla="*/ 517 h 310"/>
                <a:gd name="T14" fmla="*/ 203 w 348"/>
                <a:gd name="T15" fmla="*/ 569 h 310"/>
                <a:gd name="T16" fmla="*/ 213 w 348"/>
                <a:gd name="T17" fmla="*/ 438 h 310"/>
                <a:gd name="T18" fmla="*/ 210 w 348"/>
                <a:gd name="T19" fmla="*/ 434 h 310"/>
                <a:gd name="T20" fmla="*/ 346 w 348"/>
                <a:gd name="T21" fmla="*/ 298 h 310"/>
                <a:gd name="T22" fmla="*/ 381 w 348"/>
                <a:gd name="T23" fmla="*/ 291 h 310"/>
                <a:gd name="T24" fmla="*/ 428 w 348"/>
                <a:gd name="T25" fmla="*/ 345 h 310"/>
                <a:gd name="T26" fmla="*/ 462 w 348"/>
                <a:gd name="T27" fmla="*/ 372 h 310"/>
                <a:gd name="T28" fmla="*/ 478 w 348"/>
                <a:gd name="T29" fmla="*/ 255 h 310"/>
                <a:gd name="T30" fmla="*/ 454 w 348"/>
                <a:gd name="T31" fmla="*/ 199 h 310"/>
                <a:gd name="T32" fmla="*/ 595 w 348"/>
                <a:gd name="T33" fmla="*/ 147 h 310"/>
                <a:gd name="T34" fmla="*/ 722 w 348"/>
                <a:gd name="T35" fmla="*/ 147 h 310"/>
                <a:gd name="T36" fmla="*/ 719 w 348"/>
                <a:gd name="T37" fmla="*/ 118 h 310"/>
                <a:gd name="T38" fmla="*/ 724 w 348"/>
                <a:gd name="T39" fmla="*/ 22 h 310"/>
                <a:gd name="T40" fmla="*/ 734 w 348"/>
                <a:gd name="T41" fmla="*/ 153 h 310"/>
                <a:gd name="T42" fmla="*/ 722 w 348"/>
                <a:gd name="T43" fmla="*/ 147 h 310"/>
                <a:gd name="T44" fmla="*/ 729 w 348"/>
                <a:gd name="T45" fmla="*/ 263 h 310"/>
                <a:gd name="T46" fmla="*/ 734 w 348"/>
                <a:gd name="T47" fmla="*/ 153 h 31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8" h="310">
                  <a:moveTo>
                    <a:pt x="328" y="10"/>
                  </a:moveTo>
                  <a:cubicBezTo>
                    <a:pt x="311" y="0"/>
                    <a:pt x="285" y="4"/>
                    <a:pt x="266" y="7"/>
                  </a:cubicBezTo>
                  <a:cubicBezTo>
                    <a:pt x="240" y="12"/>
                    <a:pt x="216" y="26"/>
                    <a:pt x="191" y="36"/>
                  </a:cubicBezTo>
                  <a:cubicBezTo>
                    <a:pt x="168" y="45"/>
                    <a:pt x="24" y="245"/>
                    <a:pt x="0" y="250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11" y="308"/>
                    <a:pt x="33" y="280"/>
                    <a:pt x="58" y="246"/>
                  </a:cubicBezTo>
                  <a:cubicBezTo>
                    <a:pt x="61" y="242"/>
                    <a:pt x="70" y="233"/>
                    <a:pt x="80" y="235"/>
                  </a:cubicBezTo>
                  <a:cubicBezTo>
                    <a:pt x="93" y="238"/>
                    <a:pt x="70" y="272"/>
                    <a:pt x="92" y="259"/>
                  </a:cubicBezTo>
                  <a:cubicBezTo>
                    <a:pt x="112" y="246"/>
                    <a:pt x="113" y="214"/>
                    <a:pt x="97" y="199"/>
                  </a:cubicBezTo>
                  <a:cubicBezTo>
                    <a:pt x="96" y="199"/>
                    <a:pt x="96" y="198"/>
                    <a:pt x="95" y="198"/>
                  </a:cubicBezTo>
                  <a:cubicBezTo>
                    <a:pt x="122" y="163"/>
                    <a:pt x="146" y="135"/>
                    <a:pt x="157" y="135"/>
                  </a:cubicBezTo>
                  <a:cubicBezTo>
                    <a:pt x="162" y="133"/>
                    <a:pt x="167" y="131"/>
                    <a:pt x="173" y="132"/>
                  </a:cubicBezTo>
                  <a:cubicBezTo>
                    <a:pt x="187" y="132"/>
                    <a:pt x="194" y="146"/>
                    <a:pt x="194" y="157"/>
                  </a:cubicBezTo>
                  <a:cubicBezTo>
                    <a:pt x="194" y="168"/>
                    <a:pt x="196" y="188"/>
                    <a:pt x="210" y="169"/>
                  </a:cubicBezTo>
                  <a:cubicBezTo>
                    <a:pt x="221" y="154"/>
                    <a:pt x="222" y="133"/>
                    <a:pt x="217" y="116"/>
                  </a:cubicBezTo>
                  <a:cubicBezTo>
                    <a:pt x="215" y="108"/>
                    <a:pt x="211" y="98"/>
                    <a:pt x="206" y="91"/>
                  </a:cubicBezTo>
                  <a:cubicBezTo>
                    <a:pt x="227" y="82"/>
                    <a:pt x="248" y="71"/>
                    <a:pt x="270" y="67"/>
                  </a:cubicBezTo>
                  <a:cubicBezTo>
                    <a:pt x="287" y="64"/>
                    <a:pt x="309" y="61"/>
                    <a:pt x="327" y="67"/>
                  </a:cubicBezTo>
                  <a:cubicBezTo>
                    <a:pt x="326" y="54"/>
                    <a:pt x="326" y="54"/>
                    <a:pt x="326" y="54"/>
                  </a:cubicBezTo>
                  <a:cubicBezTo>
                    <a:pt x="339" y="43"/>
                    <a:pt x="344" y="20"/>
                    <a:pt x="328" y="10"/>
                  </a:cubicBezTo>
                  <a:close/>
                  <a:moveTo>
                    <a:pt x="333" y="70"/>
                  </a:moveTo>
                  <a:cubicBezTo>
                    <a:pt x="331" y="69"/>
                    <a:pt x="329" y="68"/>
                    <a:pt x="327" y="67"/>
                  </a:cubicBezTo>
                  <a:cubicBezTo>
                    <a:pt x="330" y="119"/>
                    <a:pt x="330" y="119"/>
                    <a:pt x="330" y="119"/>
                  </a:cubicBezTo>
                  <a:cubicBezTo>
                    <a:pt x="343" y="108"/>
                    <a:pt x="348" y="80"/>
                    <a:pt x="333" y="70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60" name="Freeform 4296">
              <a:extLst>
                <a:ext uri="{FF2B5EF4-FFF2-40B4-BE49-F238E27FC236}">
                  <a16:creationId xmlns:a16="http://schemas.microsoft.com/office/drawing/2014/main" id="{59BE1EE4-6D48-4DCA-86BC-09480F6AE0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3" y="2766"/>
              <a:ext cx="358" cy="335"/>
            </a:xfrm>
            <a:custGeom>
              <a:avLst/>
              <a:gdLst>
                <a:gd name="T0" fmla="*/ 371 w 275"/>
                <a:gd name="T1" fmla="*/ 5 h 257"/>
                <a:gd name="T2" fmla="*/ 168 w 275"/>
                <a:gd name="T3" fmla="*/ 248 h 257"/>
                <a:gd name="T4" fmla="*/ 141 w 275"/>
                <a:gd name="T5" fmla="*/ 265 h 257"/>
                <a:gd name="T6" fmla="*/ 141 w 275"/>
                <a:gd name="T7" fmla="*/ 287 h 257"/>
                <a:gd name="T8" fmla="*/ 0 w 275"/>
                <a:gd name="T9" fmla="*/ 441 h 257"/>
                <a:gd name="T10" fmla="*/ 9 w 275"/>
                <a:gd name="T11" fmla="*/ 570 h 257"/>
                <a:gd name="T12" fmla="*/ 156 w 275"/>
                <a:gd name="T13" fmla="*/ 407 h 257"/>
                <a:gd name="T14" fmla="*/ 286 w 275"/>
                <a:gd name="T15" fmla="*/ 358 h 257"/>
                <a:gd name="T16" fmla="*/ 372 w 275"/>
                <a:gd name="T17" fmla="*/ 385 h 257"/>
                <a:gd name="T18" fmla="*/ 372 w 275"/>
                <a:gd name="T19" fmla="*/ 465 h 257"/>
                <a:gd name="T20" fmla="*/ 489 w 275"/>
                <a:gd name="T21" fmla="*/ 364 h 257"/>
                <a:gd name="T22" fmla="*/ 467 w 275"/>
                <a:gd name="T23" fmla="*/ 269 h 257"/>
                <a:gd name="T24" fmla="*/ 366 w 275"/>
                <a:gd name="T25" fmla="*/ 224 h 257"/>
                <a:gd name="T26" fmla="*/ 286 w 275"/>
                <a:gd name="T27" fmla="*/ 209 h 257"/>
                <a:gd name="T28" fmla="*/ 380 w 275"/>
                <a:gd name="T29" fmla="*/ 133 h 257"/>
                <a:gd name="T30" fmla="*/ 571 w 275"/>
                <a:gd name="T31" fmla="*/ 175 h 257"/>
                <a:gd name="T32" fmla="*/ 568 w 275"/>
                <a:gd name="T33" fmla="*/ 102 h 257"/>
                <a:gd name="T34" fmla="*/ 371 w 275"/>
                <a:gd name="T35" fmla="*/ 5 h 257"/>
                <a:gd name="T36" fmla="*/ 571 w 275"/>
                <a:gd name="T37" fmla="*/ 175 h 257"/>
                <a:gd name="T38" fmla="*/ 577 w 275"/>
                <a:gd name="T39" fmla="*/ 231 h 257"/>
                <a:gd name="T40" fmla="*/ 571 w 275"/>
                <a:gd name="T41" fmla="*/ 175 h 2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75" h="257">
                  <a:moveTo>
                    <a:pt x="168" y="2"/>
                  </a:moveTo>
                  <a:cubicBezTo>
                    <a:pt x="145" y="0"/>
                    <a:pt x="110" y="58"/>
                    <a:pt x="76" y="112"/>
                  </a:cubicBezTo>
                  <a:cubicBezTo>
                    <a:pt x="64" y="120"/>
                    <a:pt x="64" y="120"/>
                    <a:pt x="64" y="120"/>
                  </a:cubicBezTo>
                  <a:cubicBezTo>
                    <a:pt x="64" y="130"/>
                    <a:pt x="64" y="130"/>
                    <a:pt x="64" y="130"/>
                  </a:cubicBezTo>
                  <a:cubicBezTo>
                    <a:pt x="40" y="167"/>
                    <a:pt x="17" y="198"/>
                    <a:pt x="0" y="199"/>
                  </a:cubicBezTo>
                  <a:cubicBezTo>
                    <a:pt x="4" y="257"/>
                    <a:pt x="4" y="257"/>
                    <a:pt x="4" y="257"/>
                  </a:cubicBezTo>
                  <a:cubicBezTo>
                    <a:pt x="22" y="256"/>
                    <a:pt x="46" y="222"/>
                    <a:pt x="71" y="183"/>
                  </a:cubicBezTo>
                  <a:cubicBezTo>
                    <a:pt x="83" y="172"/>
                    <a:pt x="113" y="149"/>
                    <a:pt x="130" y="162"/>
                  </a:cubicBezTo>
                  <a:cubicBezTo>
                    <a:pt x="152" y="180"/>
                    <a:pt x="162" y="171"/>
                    <a:pt x="169" y="173"/>
                  </a:cubicBezTo>
                  <a:cubicBezTo>
                    <a:pt x="176" y="176"/>
                    <a:pt x="185" y="178"/>
                    <a:pt x="169" y="210"/>
                  </a:cubicBezTo>
                  <a:cubicBezTo>
                    <a:pt x="222" y="164"/>
                    <a:pt x="222" y="164"/>
                    <a:pt x="222" y="164"/>
                  </a:cubicBezTo>
                  <a:cubicBezTo>
                    <a:pt x="212" y="121"/>
                    <a:pt x="212" y="121"/>
                    <a:pt x="212" y="121"/>
                  </a:cubicBezTo>
                  <a:cubicBezTo>
                    <a:pt x="166" y="101"/>
                    <a:pt x="166" y="101"/>
                    <a:pt x="166" y="101"/>
                  </a:cubicBezTo>
                  <a:cubicBezTo>
                    <a:pt x="130" y="94"/>
                    <a:pt x="130" y="94"/>
                    <a:pt x="130" y="94"/>
                  </a:cubicBezTo>
                  <a:cubicBezTo>
                    <a:pt x="146" y="73"/>
                    <a:pt x="161" y="59"/>
                    <a:pt x="172" y="60"/>
                  </a:cubicBezTo>
                  <a:cubicBezTo>
                    <a:pt x="192" y="61"/>
                    <a:pt x="244" y="60"/>
                    <a:pt x="259" y="79"/>
                  </a:cubicBezTo>
                  <a:cubicBezTo>
                    <a:pt x="257" y="46"/>
                    <a:pt x="257" y="46"/>
                    <a:pt x="257" y="46"/>
                  </a:cubicBezTo>
                  <a:cubicBezTo>
                    <a:pt x="275" y="0"/>
                    <a:pt x="194" y="4"/>
                    <a:pt x="168" y="2"/>
                  </a:cubicBezTo>
                  <a:close/>
                  <a:moveTo>
                    <a:pt x="259" y="79"/>
                  </a:moveTo>
                  <a:cubicBezTo>
                    <a:pt x="261" y="104"/>
                    <a:pt x="261" y="104"/>
                    <a:pt x="261" y="104"/>
                  </a:cubicBezTo>
                  <a:cubicBezTo>
                    <a:pt x="265" y="93"/>
                    <a:pt x="264" y="85"/>
                    <a:pt x="259" y="79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61" name="Freeform 4297">
              <a:extLst>
                <a:ext uri="{FF2B5EF4-FFF2-40B4-BE49-F238E27FC236}">
                  <a16:creationId xmlns:a16="http://schemas.microsoft.com/office/drawing/2014/main" id="{43FD8FFE-659B-4C3A-96CB-B4562D379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880"/>
              <a:ext cx="233" cy="193"/>
            </a:xfrm>
            <a:custGeom>
              <a:avLst/>
              <a:gdLst>
                <a:gd name="T0" fmla="*/ 44 w 179"/>
                <a:gd name="T1" fmla="*/ 255 h 149"/>
                <a:gd name="T2" fmla="*/ 0 w 179"/>
                <a:gd name="T3" fmla="*/ 79 h 149"/>
                <a:gd name="T4" fmla="*/ 133 w 179"/>
                <a:gd name="T5" fmla="*/ 5 h 149"/>
                <a:gd name="T6" fmla="*/ 344 w 179"/>
                <a:gd name="T7" fmla="*/ 97 h 149"/>
                <a:gd name="T8" fmla="*/ 394 w 179"/>
                <a:gd name="T9" fmla="*/ 205 h 149"/>
                <a:gd name="T10" fmla="*/ 383 w 179"/>
                <a:gd name="T11" fmla="*/ 324 h 149"/>
                <a:gd name="T12" fmla="*/ 263 w 179"/>
                <a:gd name="T13" fmla="*/ 177 h 149"/>
                <a:gd name="T14" fmla="*/ 141 w 179"/>
                <a:gd name="T15" fmla="*/ 126 h 149"/>
                <a:gd name="T16" fmla="*/ 44 w 179"/>
                <a:gd name="T17" fmla="*/ 255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149">
                  <a:moveTo>
                    <a:pt x="20" y="11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31" y="0"/>
                    <a:pt x="60" y="2"/>
                  </a:cubicBezTo>
                  <a:cubicBezTo>
                    <a:pt x="88" y="4"/>
                    <a:pt x="143" y="32"/>
                    <a:pt x="156" y="45"/>
                  </a:cubicBezTo>
                  <a:cubicBezTo>
                    <a:pt x="169" y="57"/>
                    <a:pt x="179" y="94"/>
                    <a:pt x="179" y="94"/>
                  </a:cubicBezTo>
                  <a:cubicBezTo>
                    <a:pt x="174" y="149"/>
                    <a:pt x="174" y="149"/>
                    <a:pt x="174" y="149"/>
                  </a:cubicBezTo>
                  <a:cubicBezTo>
                    <a:pt x="174" y="149"/>
                    <a:pt x="174" y="95"/>
                    <a:pt x="119" y="82"/>
                  </a:cubicBezTo>
                  <a:cubicBezTo>
                    <a:pt x="86" y="74"/>
                    <a:pt x="87" y="47"/>
                    <a:pt x="64" y="58"/>
                  </a:cubicBezTo>
                  <a:cubicBezTo>
                    <a:pt x="45" y="67"/>
                    <a:pt x="27" y="66"/>
                    <a:pt x="20" y="117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62" name="Freeform 4298">
              <a:extLst>
                <a:ext uri="{FF2B5EF4-FFF2-40B4-BE49-F238E27FC236}">
                  <a16:creationId xmlns:a16="http://schemas.microsoft.com/office/drawing/2014/main" id="{73F59CD6-2F44-4445-9751-29DC2B9BA5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1" y="2729"/>
              <a:ext cx="453" cy="403"/>
            </a:xfrm>
            <a:custGeom>
              <a:avLst/>
              <a:gdLst>
                <a:gd name="T0" fmla="*/ 724 w 348"/>
                <a:gd name="T1" fmla="*/ 22 h 310"/>
                <a:gd name="T2" fmla="*/ 586 w 348"/>
                <a:gd name="T3" fmla="*/ 16 h 310"/>
                <a:gd name="T4" fmla="*/ 422 w 348"/>
                <a:gd name="T5" fmla="*/ 79 h 310"/>
                <a:gd name="T6" fmla="*/ 0 w 348"/>
                <a:gd name="T7" fmla="*/ 550 h 310"/>
                <a:gd name="T8" fmla="*/ 9 w 348"/>
                <a:gd name="T9" fmla="*/ 681 h 310"/>
                <a:gd name="T10" fmla="*/ 129 w 348"/>
                <a:gd name="T11" fmla="*/ 541 h 310"/>
                <a:gd name="T12" fmla="*/ 176 w 348"/>
                <a:gd name="T13" fmla="*/ 517 h 310"/>
                <a:gd name="T14" fmla="*/ 203 w 348"/>
                <a:gd name="T15" fmla="*/ 569 h 310"/>
                <a:gd name="T16" fmla="*/ 213 w 348"/>
                <a:gd name="T17" fmla="*/ 438 h 310"/>
                <a:gd name="T18" fmla="*/ 210 w 348"/>
                <a:gd name="T19" fmla="*/ 434 h 310"/>
                <a:gd name="T20" fmla="*/ 346 w 348"/>
                <a:gd name="T21" fmla="*/ 298 h 310"/>
                <a:gd name="T22" fmla="*/ 381 w 348"/>
                <a:gd name="T23" fmla="*/ 291 h 310"/>
                <a:gd name="T24" fmla="*/ 428 w 348"/>
                <a:gd name="T25" fmla="*/ 345 h 310"/>
                <a:gd name="T26" fmla="*/ 462 w 348"/>
                <a:gd name="T27" fmla="*/ 372 h 310"/>
                <a:gd name="T28" fmla="*/ 478 w 348"/>
                <a:gd name="T29" fmla="*/ 255 h 310"/>
                <a:gd name="T30" fmla="*/ 454 w 348"/>
                <a:gd name="T31" fmla="*/ 199 h 310"/>
                <a:gd name="T32" fmla="*/ 595 w 348"/>
                <a:gd name="T33" fmla="*/ 147 h 310"/>
                <a:gd name="T34" fmla="*/ 722 w 348"/>
                <a:gd name="T35" fmla="*/ 147 h 310"/>
                <a:gd name="T36" fmla="*/ 719 w 348"/>
                <a:gd name="T37" fmla="*/ 118 h 310"/>
                <a:gd name="T38" fmla="*/ 724 w 348"/>
                <a:gd name="T39" fmla="*/ 22 h 310"/>
                <a:gd name="T40" fmla="*/ 734 w 348"/>
                <a:gd name="T41" fmla="*/ 153 h 310"/>
                <a:gd name="T42" fmla="*/ 722 w 348"/>
                <a:gd name="T43" fmla="*/ 147 h 310"/>
                <a:gd name="T44" fmla="*/ 729 w 348"/>
                <a:gd name="T45" fmla="*/ 263 h 310"/>
                <a:gd name="T46" fmla="*/ 734 w 348"/>
                <a:gd name="T47" fmla="*/ 153 h 31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8" h="310">
                  <a:moveTo>
                    <a:pt x="328" y="10"/>
                  </a:moveTo>
                  <a:cubicBezTo>
                    <a:pt x="311" y="0"/>
                    <a:pt x="285" y="4"/>
                    <a:pt x="266" y="7"/>
                  </a:cubicBezTo>
                  <a:cubicBezTo>
                    <a:pt x="240" y="12"/>
                    <a:pt x="216" y="26"/>
                    <a:pt x="191" y="36"/>
                  </a:cubicBezTo>
                  <a:cubicBezTo>
                    <a:pt x="168" y="45"/>
                    <a:pt x="24" y="245"/>
                    <a:pt x="0" y="250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11" y="308"/>
                    <a:pt x="33" y="280"/>
                    <a:pt x="58" y="246"/>
                  </a:cubicBezTo>
                  <a:cubicBezTo>
                    <a:pt x="61" y="242"/>
                    <a:pt x="70" y="233"/>
                    <a:pt x="80" y="235"/>
                  </a:cubicBezTo>
                  <a:cubicBezTo>
                    <a:pt x="93" y="238"/>
                    <a:pt x="70" y="272"/>
                    <a:pt x="92" y="259"/>
                  </a:cubicBezTo>
                  <a:cubicBezTo>
                    <a:pt x="112" y="246"/>
                    <a:pt x="113" y="214"/>
                    <a:pt x="97" y="199"/>
                  </a:cubicBezTo>
                  <a:cubicBezTo>
                    <a:pt x="96" y="199"/>
                    <a:pt x="96" y="198"/>
                    <a:pt x="95" y="198"/>
                  </a:cubicBezTo>
                  <a:cubicBezTo>
                    <a:pt x="122" y="163"/>
                    <a:pt x="146" y="135"/>
                    <a:pt x="157" y="135"/>
                  </a:cubicBezTo>
                  <a:cubicBezTo>
                    <a:pt x="162" y="133"/>
                    <a:pt x="167" y="131"/>
                    <a:pt x="173" y="132"/>
                  </a:cubicBezTo>
                  <a:cubicBezTo>
                    <a:pt x="187" y="132"/>
                    <a:pt x="194" y="146"/>
                    <a:pt x="194" y="157"/>
                  </a:cubicBezTo>
                  <a:cubicBezTo>
                    <a:pt x="194" y="168"/>
                    <a:pt x="196" y="188"/>
                    <a:pt x="210" y="169"/>
                  </a:cubicBezTo>
                  <a:cubicBezTo>
                    <a:pt x="221" y="154"/>
                    <a:pt x="222" y="133"/>
                    <a:pt x="217" y="116"/>
                  </a:cubicBezTo>
                  <a:cubicBezTo>
                    <a:pt x="215" y="108"/>
                    <a:pt x="211" y="98"/>
                    <a:pt x="206" y="91"/>
                  </a:cubicBezTo>
                  <a:cubicBezTo>
                    <a:pt x="227" y="82"/>
                    <a:pt x="248" y="71"/>
                    <a:pt x="270" y="67"/>
                  </a:cubicBezTo>
                  <a:cubicBezTo>
                    <a:pt x="287" y="64"/>
                    <a:pt x="309" y="61"/>
                    <a:pt x="327" y="67"/>
                  </a:cubicBezTo>
                  <a:cubicBezTo>
                    <a:pt x="326" y="54"/>
                    <a:pt x="326" y="54"/>
                    <a:pt x="326" y="54"/>
                  </a:cubicBezTo>
                  <a:cubicBezTo>
                    <a:pt x="339" y="43"/>
                    <a:pt x="344" y="20"/>
                    <a:pt x="328" y="10"/>
                  </a:cubicBezTo>
                  <a:close/>
                  <a:moveTo>
                    <a:pt x="333" y="70"/>
                  </a:moveTo>
                  <a:cubicBezTo>
                    <a:pt x="331" y="69"/>
                    <a:pt x="329" y="68"/>
                    <a:pt x="327" y="67"/>
                  </a:cubicBezTo>
                  <a:cubicBezTo>
                    <a:pt x="330" y="119"/>
                    <a:pt x="330" y="119"/>
                    <a:pt x="330" y="119"/>
                  </a:cubicBezTo>
                  <a:cubicBezTo>
                    <a:pt x="343" y="108"/>
                    <a:pt x="348" y="80"/>
                    <a:pt x="333" y="7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63" name="Freeform 4299">
              <a:extLst>
                <a:ext uri="{FF2B5EF4-FFF2-40B4-BE49-F238E27FC236}">
                  <a16:creationId xmlns:a16="http://schemas.microsoft.com/office/drawing/2014/main" id="{B3354F08-32C0-48D8-BBF5-319B848BB2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3" y="2766"/>
              <a:ext cx="358" cy="335"/>
            </a:xfrm>
            <a:custGeom>
              <a:avLst/>
              <a:gdLst>
                <a:gd name="T0" fmla="*/ 371 w 275"/>
                <a:gd name="T1" fmla="*/ 5 h 257"/>
                <a:gd name="T2" fmla="*/ 168 w 275"/>
                <a:gd name="T3" fmla="*/ 248 h 257"/>
                <a:gd name="T4" fmla="*/ 141 w 275"/>
                <a:gd name="T5" fmla="*/ 265 h 257"/>
                <a:gd name="T6" fmla="*/ 141 w 275"/>
                <a:gd name="T7" fmla="*/ 287 h 257"/>
                <a:gd name="T8" fmla="*/ 0 w 275"/>
                <a:gd name="T9" fmla="*/ 441 h 257"/>
                <a:gd name="T10" fmla="*/ 9 w 275"/>
                <a:gd name="T11" fmla="*/ 570 h 257"/>
                <a:gd name="T12" fmla="*/ 156 w 275"/>
                <a:gd name="T13" fmla="*/ 407 h 257"/>
                <a:gd name="T14" fmla="*/ 286 w 275"/>
                <a:gd name="T15" fmla="*/ 358 h 257"/>
                <a:gd name="T16" fmla="*/ 372 w 275"/>
                <a:gd name="T17" fmla="*/ 385 h 257"/>
                <a:gd name="T18" fmla="*/ 372 w 275"/>
                <a:gd name="T19" fmla="*/ 465 h 257"/>
                <a:gd name="T20" fmla="*/ 489 w 275"/>
                <a:gd name="T21" fmla="*/ 364 h 257"/>
                <a:gd name="T22" fmla="*/ 467 w 275"/>
                <a:gd name="T23" fmla="*/ 269 h 257"/>
                <a:gd name="T24" fmla="*/ 366 w 275"/>
                <a:gd name="T25" fmla="*/ 224 h 257"/>
                <a:gd name="T26" fmla="*/ 286 w 275"/>
                <a:gd name="T27" fmla="*/ 209 h 257"/>
                <a:gd name="T28" fmla="*/ 380 w 275"/>
                <a:gd name="T29" fmla="*/ 133 h 257"/>
                <a:gd name="T30" fmla="*/ 571 w 275"/>
                <a:gd name="T31" fmla="*/ 175 h 257"/>
                <a:gd name="T32" fmla="*/ 568 w 275"/>
                <a:gd name="T33" fmla="*/ 102 h 257"/>
                <a:gd name="T34" fmla="*/ 371 w 275"/>
                <a:gd name="T35" fmla="*/ 5 h 257"/>
                <a:gd name="T36" fmla="*/ 571 w 275"/>
                <a:gd name="T37" fmla="*/ 175 h 257"/>
                <a:gd name="T38" fmla="*/ 577 w 275"/>
                <a:gd name="T39" fmla="*/ 231 h 257"/>
                <a:gd name="T40" fmla="*/ 571 w 275"/>
                <a:gd name="T41" fmla="*/ 175 h 2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75" h="257">
                  <a:moveTo>
                    <a:pt x="168" y="2"/>
                  </a:moveTo>
                  <a:cubicBezTo>
                    <a:pt x="145" y="0"/>
                    <a:pt x="110" y="58"/>
                    <a:pt x="76" y="112"/>
                  </a:cubicBezTo>
                  <a:cubicBezTo>
                    <a:pt x="64" y="120"/>
                    <a:pt x="64" y="120"/>
                    <a:pt x="64" y="120"/>
                  </a:cubicBezTo>
                  <a:cubicBezTo>
                    <a:pt x="64" y="130"/>
                    <a:pt x="64" y="130"/>
                    <a:pt x="64" y="130"/>
                  </a:cubicBezTo>
                  <a:cubicBezTo>
                    <a:pt x="40" y="167"/>
                    <a:pt x="17" y="198"/>
                    <a:pt x="0" y="199"/>
                  </a:cubicBezTo>
                  <a:cubicBezTo>
                    <a:pt x="4" y="257"/>
                    <a:pt x="4" y="257"/>
                    <a:pt x="4" y="257"/>
                  </a:cubicBezTo>
                  <a:cubicBezTo>
                    <a:pt x="22" y="256"/>
                    <a:pt x="46" y="222"/>
                    <a:pt x="71" y="183"/>
                  </a:cubicBezTo>
                  <a:cubicBezTo>
                    <a:pt x="83" y="172"/>
                    <a:pt x="113" y="149"/>
                    <a:pt x="130" y="162"/>
                  </a:cubicBezTo>
                  <a:cubicBezTo>
                    <a:pt x="152" y="180"/>
                    <a:pt x="162" y="171"/>
                    <a:pt x="169" y="173"/>
                  </a:cubicBezTo>
                  <a:cubicBezTo>
                    <a:pt x="176" y="176"/>
                    <a:pt x="185" y="178"/>
                    <a:pt x="169" y="210"/>
                  </a:cubicBezTo>
                  <a:cubicBezTo>
                    <a:pt x="222" y="164"/>
                    <a:pt x="222" y="164"/>
                    <a:pt x="222" y="164"/>
                  </a:cubicBezTo>
                  <a:cubicBezTo>
                    <a:pt x="212" y="121"/>
                    <a:pt x="212" y="121"/>
                    <a:pt x="212" y="121"/>
                  </a:cubicBezTo>
                  <a:cubicBezTo>
                    <a:pt x="166" y="101"/>
                    <a:pt x="166" y="101"/>
                    <a:pt x="166" y="101"/>
                  </a:cubicBezTo>
                  <a:cubicBezTo>
                    <a:pt x="130" y="94"/>
                    <a:pt x="130" y="94"/>
                    <a:pt x="130" y="94"/>
                  </a:cubicBezTo>
                  <a:cubicBezTo>
                    <a:pt x="146" y="73"/>
                    <a:pt x="161" y="59"/>
                    <a:pt x="172" y="60"/>
                  </a:cubicBezTo>
                  <a:cubicBezTo>
                    <a:pt x="192" y="61"/>
                    <a:pt x="244" y="60"/>
                    <a:pt x="259" y="79"/>
                  </a:cubicBezTo>
                  <a:cubicBezTo>
                    <a:pt x="257" y="46"/>
                    <a:pt x="257" y="46"/>
                    <a:pt x="257" y="46"/>
                  </a:cubicBezTo>
                  <a:cubicBezTo>
                    <a:pt x="275" y="0"/>
                    <a:pt x="194" y="4"/>
                    <a:pt x="168" y="2"/>
                  </a:cubicBezTo>
                  <a:close/>
                  <a:moveTo>
                    <a:pt x="259" y="79"/>
                  </a:moveTo>
                  <a:cubicBezTo>
                    <a:pt x="261" y="104"/>
                    <a:pt x="261" y="104"/>
                    <a:pt x="261" y="104"/>
                  </a:cubicBezTo>
                  <a:cubicBezTo>
                    <a:pt x="265" y="93"/>
                    <a:pt x="264" y="85"/>
                    <a:pt x="259" y="7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64" name="Freeform 4300">
              <a:extLst>
                <a:ext uri="{FF2B5EF4-FFF2-40B4-BE49-F238E27FC236}">
                  <a16:creationId xmlns:a16="http://schemas.microsoft.com/office/drawing/2014/main" id="{3BF2E026-BC2D-4425-AE0B-89E162491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880"/>
              <a:ext cx="233" cy="193"/>
            </a:xfrm>
            <a:custGeom>
              <a:avLst/>
              <a:gdLst>
                <a:gd name="T0" fmla="*/ 44 w 179"/>
                <a:gd name="T1" fmla="*/ 255 h 149"/>
                <a:gd name="T2" fmla="*/ 0 w 179"/>
                <a:gd name="T3" fmla="*/ 79 h 149"/>
                <a:gd name="T4" fmla="*/ 133 w 179"/>
                <a:gd name="T5" fmla="*/ 5 h 149"/>
                <a:gd name="T6" fmla="*/ 344 w 179"/>
                <a:gd name="T7" fmla="*/ 97 h 149"/>
                <a:gd name="T8" fmla="*/ 394 w 179"/>
                <a:gd name="T9" fmla="*/ 205 h 149"/>
                <a:gd name="T10" fmla="*/ 383 w 179"/>
                <a:gd name="T11" fmla="*/ 324 h 149"/>
                <a:gd name="T12" fmla="*/ 263 w 179"/>
                <a:gd name="T13" fmla="*/ 177 h 149"/>
                <a:gd name="T14" fmla="*/ 141 w 179"/>
                <a:gd name="T15" fmla="*/ 126 h 149"/>
                <a:gd name="T16" fmla="*/ 44 w 179"/>
                <a:gd name="T17" fmla="*/ 255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149">
                  <a:moveTo>
                    <a:pt x="20" y="11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31" y="0"/>
                    <a:pt x="60" y="2"/>
                  </a:cubicBezTo>
                  <a:cubicBezTo>
                    <a:pt x="88" y="4"/>
                    <a:pt x="143" y="32"/>
                    <a:pt x="156" y="45"/>
                  </a:cubicBezTo>
                  <a:cubicBezTo>
                    <a:pt x="169" y="57"/>
                    <a:pt x="179" y="94"/>
                    <a:pt x="179" y="94"/>
                  </a:cubicBezTo>
                  <a:cubicBezTo>
                    <a:pt x="174" y="149"/>
                    <a:pt x="174" y="149"/>
                    <a:pt x="174" y="149"/>
                  </a:cubicBezTo>
                  <a:cubicBezTo>
                    <a:pt x="174" y="149"/>
                    <a:pt x="174" y="95"/>
                    <a:pt x="119" y="82"/>
                  </a:cubicBezTo>
                  <a:cubicBezTo>
                    <a:pt x="86" y="74"/>
                    <a:pt x="87" y="47"/>
                    <a:pt x="64" y="58"/>
                  </a:cubicBezTo>
                  <a:cubicBezTo>
                    <a:pt x="45" y="67"/>
                    <a:pt x="27" y="66"/>
                    <a:pt x="20" y="11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65" name="Freeform 4301">
              <a:extLst>
                <a:ext uri="{FF2B5EF4-FFF2-40B4-BE49-F238E27FC236}">
                  <a16:creationId xmlns:a16="http://schemas.microsoft.com/office/drawing/2014/main" id="{2C8F03F8-2EA3-49CA-A3E4-19BC2F9BF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334"/>
              <a:ext cx="146" cy="144"/>
            </a:xfrm>
            <a:custGeom>
              <a:avLst/>
              <a:gdLst>
                <a:gd name="T0" fmla="*/ 248 w 112"/>
                <a:gd name="T1" fmla="*/ 0 h 111"/>
                <a:gd name="T2" fmla="*/ 240 w 112"/>
                <a:gd name="T3" fmla="*/ 157 h 111"/>
                <a:gd name="T4" fmla="*/ 21 w 112"/>
                <a:gd name="T5" fmla="*/ 148 h 111"/>
                <a:gd name="T6" fmla="*/ 248 w 112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11">
                  <a:moveTo>
                    <a:pt x="112" y="0"/>
                  </a:moveTo>
                  <a:cubicBezTo>
                    <a:pt x="108" y="72"/>
                    <a:pt x="108" y="72"/>
                    <a:pt x="108" y="72"/>
                  </a:cubicBezTo>
                  <a:cubicBezTo>
                    <a:pt x="108" y="72"/>
                    <a:pt x="18" y="111"/>
                    <a:pt x="9" y="68"/>
                  </a:cubicBezTo>
                  <a:cubicBezTo>
                    <a:pt x="0" y="24"/>
                    <a:pt x="112" y="0"/>
                    <a:pt x="112" y="0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66" name="Freeform 4302">
              <a:extLst>
                <a:ext uri="{FF2B5EF4-FFF2-40B4-BE49-F238E27FC236}">
                  <a16:creationId xmlns:a16="http://schemas.microsoft.com/office/drawing/2014/main" id="{043BD729-F8E0-49F6-8E0C-93D273BCF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358"/>
              <a:ext cx="42" cy="73"/>
            </a:xfrm>
            <a:custGeom>
              <a:avLst/>
              <a:gdLst>
                <a:gd name="T0" fmla="*/ 72 w 32"/>
                <a:gd name="T1" fmla="*/ 0 h 56"/>
                <a:gd name="T2" fmla="*/ 72 w 32"/>
                <a:gd name="T3" fmla="*/ 124 h 56"/>
                <a:gd name="T4" fmla="*/ 72 w 3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6">
                  <a:moveTo>
                    <a:pt x="32" y="0"/>
                  </a:moveTo>
                  <a:cubicBezTo>
                    <a:pt x="32" y="56"/>
                    <a:pt x="32" y="56"/>
                    <a:pt x="32" y="56"/>
                  </a:cubicBezTo>
                  <a:cubicBezTo>
                    <a:pt x="32" y="56"/>
                    <a:pt x="0" y="14"/>
                    <a:pt x="32" y="0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67" name="Freeform 4303">
              <a:extLst>
                <a:ext uri="{FF2B5EF4-FFF2-40B4-BE49-F238E27FC236}">
                  <a16:creationId xmlns:a16="http://schemas.microsoft.com/office/drawing/2014/main" id="{773F5AC5-99D4-4F34-843E-342EBBEF2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257"/>
              <a:ext cx="61" cy="78"/>
            </a:xfrm>
            <a:custGeom>
              <a:avLst/>
              <a:gdLst>
                <a:gd name="T0" fmla="*/ 0 w 61"/>
                <a:gd name="T1" fmla="*/ 0 h 78"/>
                <a:gd name="T2" fmla="*/ 31 w 61"/>
                <a:gd name="T3" fmla="*/ 78 h 78"/>
                <a:gd name="T4" fmla="*/ 61 w 61"/>
                <a:gd name="T5" fmla="*/ 48 h 78"/>
                <a:gd name="T6" fmla="*/ 29 w 61"/>
                <a:gd name="T7" fmla="*/ 1 h 78"/>
                <a:gd name="T8" fmla="*/ 0 w 61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78">
                  <a:moveTo>
                    <a:pt x="0" y="0"/>
                  </a:moveTo>
                  <a:lnTo>
                    <a:pt x="31" y="78"/>
                  </a:lnTo>
                  <a:lnTo>
                    <a:pt x="61" y="48"/>
                  </a:lnTo>
                  <a:lnTo>
                    <a:pt x="2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68" name="Freeform 4304">
              <a:extLst>
                <a:ext uri="{FF2B5EF4-FFF2-40B4-BE49-F238E27FC236}">
                  <a16:creationId xmlns:a16="http://schemas.microsoft.com/office/drawing/2014/main" id="{3492985E-E915-43BF-87C2-ABE1941E9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343"/>
              <a:ext cx="46" cy="83"/>
            </a:xfrm>
            <a:custGeom>
              <a:avLst/>
              <a:gdLst>
                <a:gd name="T0" fmla="*/ 0 w 46"/>
                <a:gd name="T1" fmla="*/ 1 h 83"/>
                <a:gd name="T2" fmla="*/ 7 w 46"/>
                <a:gd name="T3" fmla="*/ 83 h 83"/>
                <a:gd name="T4" fmla="*/ 42 w 46"/>
                <a:gd name="T5" fmla="*/ 63 h 83"/>
                <a:gd name="T6" fmla="*/ 46 w 46"/>
                <a:gd name="T7" fmla="*/ 31 h 83"/>
                <a:gd name="T8" fmla="*/ 30 w 46"/>
                <a:gd name="T9" fmla="*/ 0 h 83"/>
                <a:gd name="T10" fmla="*/ 0 w 46"/>
                <a:gd name="T11" fmla="*/ 1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83">
                  <a:moveTo>
                    <a:pt x="0" y="1"/>
                  </a:moveTo>
                  <a:lnTo>
                    <a:pt x="7" y="83"/>
                  </a:lnTo>
                  <a:lnTo>
                    <a:pt x="42" y="63"/>
                  </a:lnTo>
                  <a:lnTo>
                    <a:pt x="46" y="31"/>
                  </a:lnTo>
                  <a:lnTo>
                    <a:pt x="3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69" name="Freeform 4305">
              <a:extLst>
                <a:ext uri="{FF2B5EF4-FFF2-40B4-BE49-F238E27FC236}">
                  <a16:creationId xmlns:a16="http://schemas.microsoft.com/office/drawing/2014/main" id="{F480F8CE-D082-454C-8CFE-523C65383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414"/>
              <a:ext cx="255" cy="256"/>
            </a:xfrm>
            <a:custGeom>
              <a:avLst/>
              <a:gdLst>
                <a:gd name="T0" fmla="*/ 100 w 196"/>
                <a:gd name="T1" fmla="*/ 433 h 197"/>
                <a:gd name="T2" fmla="*/ 7 w 196"/>
                <a:gd name="T3" fmla="*/ 300 h 197"/>
                <a:gd name="T4" fmla="*/ 144 w 196"/>
                <a:gd name="T5" fmla="*/ 198 h 197"/>
                <a:gd name="T6" fmla="*/ 432 w 196"/>
                <a:gd name="T7" fmla="*/ 131 h 197"/>
                <a:gd name="T8" fmla="*/ 423 w 196"/>
                <a:gd name="T9" fmla="*/ 13 h 197"/>
                <a:gd name="T10" fmla="*/ 134 w 196"/>
                <a:gd name="T11" fmla="*/ 79 h 197"/>
                <a:gd name="T12" fmla="*/ 0 w 196"/>
                <a:gd name="T13" fmla="*/ 185 h 197"/>
                <a:gd name="T14" fmla="*/ 88 w 196"/>
                <a:gd name="T15" fmla="*/ 305 h 197"/>
                <a:gd name="T16" fmla="*/ 100 w 196"/>
                <a:gd name="T17" fmla="*/ 433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6" h="197">
                  <a:moveTo>
                    <a:pt x="45" y="197"/>
                  </a:moveTo>
                  <a:cubicBezTo>
                    <a:pt x="27" y="194"/>
                    <a:pt x="3" y="152"/>
                    <a:pt x="3" y="137"/>
                  </a:cubicBezTo>
                  <a:cubicBezTo>
                    <a:pt x="3" y="112"/>
                    <a:pt x="44" y="100"/>
                    <a:pt x="65" y="90"/>
                  </a:cubicBezTo>
                  <a:cubicBezTo>
                    <a:pt x="106" y="71"/>
                    <a:pt x="149" y="55"/>
                    <a:pt x="196" y="60"/>
                  </a:cubicBezTo>
                  <a:cubicBezTo>
                    <a:pt x="192" y="6"/>
                    <a:pt x="192" y="6"/>
                    <a:pt x="192" y="6"/>
                  </a:cubicBezTo>
                  <a:cubicBezTo>
                    <a:pt x="145" y="0"/>
                    <a:pt x="102" y="17"/>
                    <a:pt x="61" y="36"/>
                  </a:cubicBezTo>
                  <a:cubicBezTo>
                    <a:pt x="40" y="46"/>
                    <a:pt x="0" y="58"/>
                    <a:pt x="0" y="84"/>
                  </a:cubicBezTo>
                  <a:cubicBezTo>
                    <a:pt x="0" y="99"/>
                    <a:pt x="22" y="137"/>
                    <a:pt x="40" y="139"/>
                  </a:cubicBezTo>
                  <a:lnTo>
                    <a:pt x="45" y="197"/>
                  </a:lnTo>
                  <a:close/>
                </a:path>
              </a:pathLst>
            </a:custGeom>
            <a:solidFill>
              <a:srgbClr val="618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70" name="Freeform 4306">
              <a:extLst>
                <a:ext uri="{FF2B5EF4-FFF2-40B4-BE49-F238E27FC236}">
                  <a16:creationId xmlns:a16="http://schemas.microsoft.com/office/drawing/2014/main" id="{476497E3-C31C-40F5-8923-A4BEDE4DF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245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F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71" name="Freeform 4307">
              <a:extLst>
                <a:ext uri="{FF2B5EF4-FFF2-40B4-BE49-F238E27FC236}">
                  <a16:creationId xmlns:a16="http://schemas.microsoft.com/office/drawing/2014/main" id="{A911912A-D1AC-40AA-A559-99AED9FC4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455"/>
              <a:ext cx="4" cy="1"/>
            </a:xfrm>
            <a:custGeom>
              <a:avLst/>
              <a:gdLst>
                <a:gd name="T0" fmla="*/ 7 w 3"/>
                <a:gd name="T1" fmla="*/ 0 h 1"/>
                <a:gd name="T2" fmla="*/ 0 w 3"/>
                <a:gd name="T3" fmla="*/ 0 h 1"/>
                <a:gd name="T4" fmla="*/ 0 w 3"/>
                <a:gd name="T5" fmla="*/ 0 h 1"/>
                <a:gd name="T6" fmla="*/ 7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7F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72" name="Freeform 4308">
              <a:extLst>
                <a:ext uri="{FF2B5EF4-FFF2-40B4-BE49-F238E27FC236}">
                  <a16:creationId xmlns:a16="http://schemas.microsoft.com/office/drawing/2014/main" id="{46725CC2-A9CB-4330-9242-6A0853199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499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73" name="Freeform 4309">
              <a:extLst>
                <a:ext uri="{FF2B5EF4-FFF2-40B4-BE49-F238E27FC236}">
                  <a16:creationId xmlns:a16="http://schemas.microsoft.com/office/drawing/2014/main" id="{F0745C61-A135-4AD2-8D51-B32DBA0D9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49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74" name="Freeform 4310">
              <a:extLst>
                <a:ext uri="{FF2B5EF4-FFF2-40B4-BE49-F238E27FC236}">
                  <a16:creationId xmlns:a16="http://schemas.microsoft.com/office/drawing/2014/main" id="{E2AF341A-FDA3-4344-AD90-251F4BED9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453"/>
              <a:ext cx="7" cy="1"/>
            </a:xfrm>
            <a:custGeom>
              <a:avLst/>
              <a:gdLst>
                <a:gd name="T0" fmla="*/ 8 w 5"/>
                <a:gd name="T1" fmla="*/ 0 h 1"/>
                <a:gd name="T2" fmla="*/ 14 w 5"/>
                <a:gd name="T3" fmla="*/ 0 h 1"/>
                <a:gd name="T4" fmla="*/ 0 w 5"/>
                <a:gd name="T5" fmla="*/ 0 h 1"/>
                <a:gd name="T6" fmla="*/ 8 w 5"/>
                <a:gd name="T7" fmla="*/ 0 h 1"/>
                <a:gd name="T8" fmla="*/ 8 w 5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">
                  <a:moveTo>
                    <a:pt x="3" y="0"/>
                  </a:moveTo>
                  <a:cubicBezTo>
                    <a:pt x="4" y="0"/>
                    <a:pt x="5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75" name="Freeform 4311">
              <a:extLst>
                <a:ext uri="{FF2B5EF4-FFF2-40B4-BE49-F238E27FC236}">
                  <a16:creationId xmlns:a16="http://schemas.microsoft.com/office/drawing/2014/main" id="{468E1C82-75CF-4836-A2EA-4F63BEFDA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443"/>
              <a:ext cx="337" cy="112"/>
            </a:xfrm>
            <a:custGeom>
              <a:avLst/>
              <a:gdLst>
                <a:gd name="T0" fmla="*/ 462 w 259"/>
                <a:gd name="T1" fmla="*/ 22 h 86"/>
                <a:gd name="T2" fmla="*/ 243 w 259"/>
                <a:gd name="T3" fmla="*/ 60 h 86"/>
                <a:gd name="T4" fmla="*/ 198 w 259"/>
                <a:gd name="T5" fmla="*/ 21 h 86"/>
                <a:gd name="T6" fmla="*/ 152 w 259"/>
                <a:gd name="T7" fmla="*/ 21 h 86"/>
                <a:gd name="T8" fmla="*/ 152 w 259"/>
                <a:gd name="T9" fmla="*/ 21 h 86"/>
                <a:gd name="T10" fmla="*/ 146 w 259"/>
                <a:gd name="T11" fmla="*/ 21 h 86"/>
                <a:gd name="T12" fmla="*/ 146 w 259"/>
                <a:gd name="T13" fmla="*/ 21 h 86"/>
                <a:gd name="T14" fmla="*/ 57 w 259"/>
                <a:gd name="T15" fmla="*/ 12 h 86"/>
                <a:gd name="T16" fmla="*/ 81 w 259"/>
                <a:gd name="T17" fmla="*/ 95 h 86"/>
                <a:gd name="T18" fmla="*/ 90 w 259"/>
                <a:gd name="T19" fmla="*/ 95 h 86"/>
                <a:gd name="T20" fmla="*/ 83 w 259"/>
                <a:gd name="T21" fmla="*/ 95 h 86"/>
                <a:gd name="T22" fmla="*/ 128 w 259"/>
                <a:gd name="T23" fmla="*/ 96 h 86"/>
                <a:gd name="T24" fmla="*/ 174 w 259"/>
                <a:gd name="T25" fmla="*/ 134 h 86"/>
                <a:gd name="T26" fmla="*/ 393 w 259"/>
                <a:gd name="T27" fmla="*/ 100 h 86"/>
                <a:gd name="T28" fmla="*/ 498 w 259"/>
                <a:gd name="T29" fmla="*/ 130 h 86"/>
                <a:gd name="T30" fmla="*/ 468 w 259"/>
                <a:gd name="T31" fmla="*/ 152 h 86"/>
                <a:gd name="T32" fmla="*/ 467 w 259"/>
                <a:gd name="T33" fmla="*/ 185 h 86"/>
                <a:gd name="T34" fmla="*/ 466 w 259"/>
                <a:gd name="T35" fmla="*/ 190 h 86"/>
                <a:gd name="T36" fmla="*/ 535 w 259"/>
                <a:gd name="T37" fmla="*/ 108 h 86"/>
                <a:gd name="T38" fmla="*/ 540 w 259"/>
                <a:gd name="T39" fmla="*/ 74 h 86"/>
                <a:gd name="T40" fmla="*/ 569 w 259"/>
                <a:gd name="T41" fmla="*/ 52 h 86"/>
                <a:gd name="T42" fmla="*/ 462 w 259"/>
                <a:gd name="T43" fmla="*/ 22 h 8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59" h="86">
                  <a:moveTo>
                    <a:pt x="210" y="10"/>
                  </a:moveTo>
                  <a:cubicBezTo>
                    <a:pt x="180" y="11"/>
                    <a:pt x="139" y="36"/>
                    <a:pt x="111" y="27"/>
                  </a:cubicBezTo>
                  <a:cubicBezTo>
                    <a:pt x="101" y="23"/>
                    <a:pt x="98" y="13"/>
                    <a:pt x="90" y="9"/>
                  </a:cubicBezTo>
                  <a:cubicBezTo>
                    <a:pt x="85" y="7"/>
                    <a:pt x="76" y="8"/>
                    <a:pt x="69" y="9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8" y="9"/>
                    <a:pt x="67" y="9"/>
                    <a:pt x="66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53" y="8"/>
                    <a:pt x="36" y="0"/>
                    <a:pt x="26" y="5"/>
                  </a:cubicBezTo>
                  <a:cubicBezTo>
                    <a:pt x="0" y="17"/>
                    <a:pt x="19" y="36"/>
                    <a:pt x="37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0" y="43"/>
                    <a:pt x="39" y="43"/>
                    <a:pt x="38" y="43"/>
                  </a:cubicBezTo>
                  <a:cubicBezTo>
                    <a:pt x="44" y="43"/>
                    <a:pt x="54" y="42"/>
                    <a:pt x="58" y="44"/>
                  </a:cubicBezTo>
                  <a:cubicBezTo>
                    <a:pt x="67" y="48"/>
                    <a:pt x="70" y="58"/>
                    <a:pt x="79" y="61"/>
                  </a:cubicBezTo>
                  <a:cubicBezTo>
                    <a:pt x="108" y="71"/>
                    <a:pt x="149" y="46"/>
                    <a:pt x="178" y="45"/>
                  </a:cubicBezTo>
                  <a:cubicBezTo>
                    <a:pt x="190" y="44"/>
                    <a:pt x="228" y="43"/>
                    <a:pt x="226" y="59"/>
                  </a:cubicBezTo>
                  <a:cubicBezTo>
                    <a:pt x="226" y="65"/>
                    <a:pt x="216" y="64"/>
                    <a:pt x="213" y="69"/>
                  </a:cubicBezTo>
                  <a:cubicBezTo>
                    <a:pt x="210" y="74"/>
                    <a:pt x="213" y="79"/>
                    <a:pt x="212" y="84"/>
                  </a:cubicBezTo>
                  <a:cubicBezTo>
                    <a:pt x="212" y="85"/>
                    <a:pt x="211" y="85"/>
                    <a:pt x="211" y="86"/>
                  </a:cubicBezTo>
                  <a:cubicBezTo>
                    <a:pt x="226" y="84"/>
                    <a:pt x="236" y="75"/>
                    <a:pt x="243" y="49"/>
                  </a:cubicBezTo>
                  <a:cubicBezTo>
                    <a:pt x="245" y="44"/>
                    <a:pt x="242" y="40"/>
                    <a:pt x="245" y="34"/>
                  </a:cubicBezTo>
                  <a:cubicBezTo>
                    <a:pt x="247" y="30"/>
                    <a:pt x="257" y="31"/>
                    <a:pt x="258" y="24"/>
                  </a:cubicBezTo>
                  <a:cubicBezTo>
                    <a:pt x="259" y="9"/>
                    <a:pt x="222" y="10"/>
                    <a:pt x="210" y="10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76" name="Freeform 4312">
              <a:extLst>
                <a:ext uri="{FF2B5EF4-FFF2-40B4-BE49-F238E27FC236}">
                  <a16:creationId xmlns:a16="http://schemas.microsoft.com/office/drawing/2014/main" id="{685FEC17-00FD-496D-9F64-945ABB025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559"/>
              <a:ext cx="234" cy="74"/>
            </a:xfrm>
            <a:custGeom>
              <a:avLst/>
              <a:gdLst>
                <a:gd name="T0" fmla="*/ 372 w 180"/>
                <a:gd name="T1" fmla="*/ 42 h 57"/>
                <a:gd name="T2" fmla="*/ 368 w 180"/>
                <a:gd name="T3" fmla="*/ 39 h 57"/>
                <a:gd name="T4" fmla="*/ 192 w 180"/>
                <a:gd name="T5" fmla="*/ 57 h 57"/>
                <a:gd name="T6" fmla="*/ 16 w 180"/>
                <a:gd name="T7" fmla="*/ 90 h 57"/>
                <a:gd name="T8" fmla="*/ 1 w 180"/>
                <a:gd name="T9" fmla="*/ 125 h 57"/>
                <a:gd name="T10" fmla="*/ 178 w 180"/>
                <a:gd name="T11" fmla="*/ 95 h 57"/>
                <a:gd name="T12" fmla="*/ 354 w 180"/>
                <a:gd name="T13" fmla="*/ 75 h 57"/>
                <a:gd name="T14" fmla="*/ 356 w 180"/>
                <a:gd name="T15" fmla="*/ 79 h 57"/>
                <a:gd name="T16" fmla="*/ 364 w 180"/>
                <a:gd name="T17" fmla="*/ 88 h 57"/>
                <a:gd name="T18" fmla="*/ 372 w 180"/>
                <a:gd name="T19" fmla="*/ 42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0" h="57">
                  <a:moveTo>
                    <a:pt x="169" y="19"/>
                  </a:moveTo>
                  <a:cubicBezTo>
                    <a:pt x="168" y="18"/>
                    <a:pt x="168" y="18"/>
                    <a:pt x="168" y="18"/>
                  </a:cubicBezTo>
                  <a:cubicBezTo>
                    <a:pt x="156" y="0"/>
                    <a:pt x="107" y="24"/>
                    <a:pt x="88" y="26"/>
                  </a:cubicBezTo>
                  <a:cubicBezTo>
                    <a:pt x="64" y="28"/>
                    <a:pt x="25" y="22"/>
                    <a:pt x="7" y="41"/>
                  </a:cubicBezTo>
                  <a:cubicBezTo>
                    <a:pt x="2" y="47"/>
                    <a:pt x="0" y="52"/>
                    <a:pt x="1" y="57"/>
                  </a:cubicBezTo>
                  <a:cubicBezTo>
                    <a:pt x="20" y="39"/>
                    <a:pt x="57" y="45"/>
                    <a:pt x="81" y="43"/>
                  </a:cubicBezTo>
                  <a:cubicBezTo>
                    <a:pt x="99" y="41"/>
                    <a:pt x="149" y="17"/>
                    <a:pt x="161" y="35"/>
                  </a:cubicBezTo>
                  <a:cubicBezTo>
                    <a:pt x="162" y="36"/>
                    <a:pt x="162" y="36"/>
                    <a:pt x="162" y="36"/>
                  </a:cubicBezTo>
                  <a:cubicBezTo>
                    <a:pt x="163" y="37"/>
                    <a:pt x="164" y="39"/>
                    <a:pt x="165" y="40"/>
                  </a:cubicBezTo>
                  <a:cubicBezTo>
                    <a:pt x="176" y="36"/>
                    <a:pt x="180" y="29"/>
                    <a:pt x="169" y="19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77" name="Freeform 4313">
              <a:extLst>
                <a:ext uri="{FF2B5EF4-FFF2-40B4-BE49-F238E27FC236}">
                  <a16:creationId xmlns:a16="http://schemas.microsoft.com/office/drawing/2014/main" id="{4F7CA161-52B8-4B84-945B-B57FBDD80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594"/>
              <a:ext cx="461" cy="111"/>
            </a:xfrm>
            <a:custGeom>
              <a:avLst/>
              <a:gdLst>
                <a:gd name="T0" fmla="*/ 769 w 355"/>
                <a:gd name="T1" fmla="*/ 105 h 86"/>
                <a:gd name="T2" fmla="*/ 670 w 355"/>
                <a:gd name="T3" fmla="*/ 68 h 86"/>
                <a:gd name="T4" fmla="*/ 388 w 355"/>
                <a:gd name="T5" fmla="*/ 8 h 86"/>
                <a:gd name="T6" fmla="*/ 266 w 355"/>
                <a:gd name="T7" fmla="*/ 15 h 86"/>
                <a:gd name="T8" fmla="*/ 188 w 355"/>
                <a:gd name="T9" fmla="*/ 5 h 86"/>
                <a:gd name="T10" fmla="*/ 177 w 355"/>
                <a:gd name="T11" fmla="*/ 5 h 86"/>
                <a:gd name="T12" fmla="*/ 83 w 355"/>
                <a:gd name="T13" fmla="*/ 46 h 86"/>
                <a:gd name="T14" fmla="*/ 1 w 355"/>
                <a:gd name="T15" fmla="*/ 88 h 86"/>
                <a:gd name="T16" fmla="*/ 8 w 355"/>
                <a:gd name="T17" fmla="*/ 110 h 86"/>
                <a:gd name="T18" fmla="*/ 21 w 355"/>
                <a:gd name="T19" fmla="*/ 103 h 86"/>
                <a:gd name="T20" fmla="*/ 114 w 355"/>
                <a:gd name="T21" fmla="*/ 62 h 86"/>
                <a:gd name="T22" fmla="*/ 125 w 355"/>
                <a:gd name="T23" fmla="*/ 59 h 86"/>
                <a:gd name="T24" fmla="*/ 204 w 355"/>
                <a:gd name="T25" fmla="*/ 74 h 86"/>
                <a:gd name="T26" fmla="*/ 323 w 355"/>
                <a:gd name="T27" fmla="*/ 67 h 86"/>
                <a:gd name="T28" fmla="*/ 606 w 355"/>
                <a:gd name="T29" fmla="*/ 126 h 86"/>
                <a:gd name="T30" fmla="*/ 705 w 355"/>
                <a:gd name="T31" fmla="*/ 163 h 86"/>
                <a:gd name="T32" fmla="*/ 706 w 355"/>
                <a:gd name="T33" fmla="*/ 185 h 86"/>
                <a:gd name="T34" fmla="*/ 727 w 355"/>
                <a:gd name="T35" fmla="*/ 183 h 86"/>
                <a:gd name="T36" fmla="*/ 769 w 355"/>
                <a:gd name="T37" fmla="*/ 105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5" h="86">
                  <a:moveTo>
                    <a:pt x="351" y="49"/>
                  </a:moveTo>
                  <a:cubicBezTo>
                    <a:pt x="346" y="30"/>
                    <a:pt x="323" y="33"/>
                    <a:pt x="306" y="32"/>
                  </a:cubicBezTo>
                  <a:cubicBezTo>
                    <a:pt x="262" y="29"/>
                    <a:pt x="220" y="5"/>
                    <a:pt x="177" y="4"/>
                  </a:cubicBezTo>
                  <a:cubicBezTo>
                    <a:pt x="159" y="4"/>
                    <a:pt x="140" y="9"/>
                    <a:pt x="122" y="7"/>
                  </a:cubicBezTo>
                  <a:cubicBezTo>
                    <a:pt x="109" y="6"/>
                    <a:pt x="100" y="0"/>
                    <a:pt x="86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61" y="2"/>
                    <a:pt x="53" y="12"/>
                    <a:pt x="38" y="22"/>
                  </a:cubicBezTo>
                  <a:cubicBezTo>
                    <a:pt x="27" y="29"/>
                    <a:pt x="0" y="28"/>
                    <a:pt x="1" y="41"/>
                  </a:cubicBezTo>
                  <a:cubicBezTo>
                    <a:pt x="1" y="45"/>
                    <a:pt x="2" y="48"/>
                    <a:pt x="4" y="51"/>
                  </a:cubicBezTo>
                  <a:cubicBezTo>
                    <a:pt x="6" y="50"/>
                    <a:pt x="8" y="49"/>
                    <a:pt x="9" y="48"/>
                  </a:cubicBezTo>
                  <a:cubicBezTo>
                    <a:pt x="23" y="39"/>
                    <a:pt x="32" y="29"/>
                    <a:pt x="52" y="29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71" y="26"/>
                    <a:pt x="80" y="33"/>
                    <a:pt x="93" y="34"/>
                  </a:cubicBezTo>
                  <a:cubicBezTo>
                    <a:pt x="111" y="36"/>
                    <a:pt x="130" y="31"/>
                    <a:pt x="148" y="31"/>
                  </a:cubicBezTo>
                  <a:cubicBezTo>
                    <a:pt x="191" y="32"/>
                    <a:pt x="233" y="55"/>
                    <a:pt x="277" y="59"/>
                  </a:cubicBezTo>
                  <a:cubicBezTo>
                    <a:pt x="294" y="60"/>
                    <a:pt x="317" y="57"/>
                    <a:pt x="322" y="76"/>
                  </a:cubicBezTo>
                  <a:cubicBezTo>
                    <a:pt x="323" y="79"/>
                    <a:pt x="323" y="83"/>
                    <a:pt x="323" y="86"/>
                  </a:cubicBezTo>
                  <a:cubicBezTo>
                    <a:pt x="326" y="86"/>
                    <a:pt x="330" y="86"/>
                    <a:pt x="332" y="85"/>
                  </a:cubicBezTo>
                  <a:cubicBezTo>
                    <a:pt x="345" y="80"/>
                    <a:pt x="355" y="64"/>
                    <a:pt x="351" y="49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78" name="Freeform 4314">
              <a:extLst>
                <a:ext uri="{FF2B5EF4-FFF2-40B4-BE49-F238E27FC236}">
                  <a16:creationId xmlns:a16="http://schemas.microsoft.com/office/drawing/2014/main" id="{47B81235-B856-47A5-95F2-592E7CE54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477"/>
              <a:ext cx="256" cy="89"/>
            </a:xfrm>
            <a:custGeom>
              <a:avLst/>
              <a:gdLst>
                <a:gd name="T0" fmla="*/ 314 w 197"/>
                <a:gd name="T1" fmla="*/ 44 h 69"/>
                <a:gd name="T2" fmla="*/ 95 w 197"/>
                <a:gd name="T3" fmla="*/ 5 h 69"/>
                <a:gd name="T4" fmla="*/ 92 w 197"/>
                <a:gd name="T5" fmla="*/ 5 h 69"/>
                <a:gd name="T6" fmla="*/ 8 w 197"/>
                <a:gd name="T7" fmla="*/ 35 h 69"/>
                <a:gd name="T8" fmla="*/ 0 w 197"/>
                <a:gd name="T9" fmla="*/ 68 h 69"/>
                <a:gd name="T10" fmla="*/ 57 w 197"/>
                <a:gd name="T11" fmla="*/ 59 h 69"/>
                <a:gd name="T12" fmla="*/ 61 w 197"/>
                <a:gd name="T13" fmla="*/ 59 h 69"/>
                <a:gd name="T14" fmla="*/ 278 w 197"/>
                <a:gd name="T15" fmla="*/ 98 h 69"/>
                <a:gd name="T16" fmla="*/ 356 w 197"/>
                <a:gd name="T17" fmla="*/ 148 h 69"/>
                <a:gd name="T18" fmla="*/ 372 w 197"/>
                <a:gd name="T19" fmla="*/ 139 h 69"/>
                <a:gd name="T20" fmla="*/ 314 w 197"/>
                <a:gd name="T21" fmla="*/ 44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7" h="69">
                  <a:moveTo>
                    <a:pt x="143" y="20"/>
                  </a:moveTo>
                  <a:cubicBezTo>
                    <a:pt x="115" y="4"/>
                    <a:pt x="77" y="0"/>
                    <a:pt x="43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26" y="2"/>
                    <a:pt x="11" y="4"/>
                    <a:pt x="4" y="16"/>
                  </a:cubicBezTo>
                  <a:cubicBezTo>
                    <a:pt x="2" y="20"/>
                    <a:pt x="1" y="26"/>
                    <a:pt x="0" y="32"/>
                  </a:cubicBezTo>
                  <a:cubicBezTo>
                    <a:pt x="7" y="29"/>
                    <a:pt x="16" y="28"/>
                    <a:pt x="26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61" y="27"/>
                    <a:pt x="99" y="30"/>
                    <a:pt x="127" y="46"/>
                  </a:cubicBezTo>
                  <a:cubicBezTo>
                    <a:pt x="140" y="53"/>
                    <a:pt x="157" y="60"/>
                    <a:pt x="162" y="69"/>
                  </a:cubicBezTo>
                  <a:cubicBezTo>
                    <a:pt x="164" y="68"/>
                    <a:pt x="167" y="66"/>
                    <a:pt x="169" y="65"/>
                  </a:cubicBezTo>
                  <a:cubicBezTo>
                    <a:pt x="197" y="42"/>
                    <a:pt x="163" y="32"/>
                    <a:pt x="143" y="20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79" name="Freeform 4315">
              <a:extLst>
                <a:ext uri="{FF2B5EF4-FFF2-40B4-BE49-F238E27FC236}">
                  <a16:creationId xmlns:a16="http://schemas.microsoft.com/office/drawing/2014/main" id="{5652119F-B693-4375-954D-D9D4DFA4E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369"/>
              <a:ext cx="233" cy="91"/>
            </a:xfrm>
            <a:custGeom>
              <a:avLst/>
              <a:gdLst>
                <a:gd name="T0" fmla="*/ 21 w 179"/>
                <a:gd name="T1" fmla="*/ 103 h 70"/>
                <a:gd name="T2" fmla="*/ 168 w 179"/>
                <a:gd name="T3" fmla="*/ 64 h 70"/>
                <a:gd name="T4" fmla="*/ 169 w 179"/>
                <a:gd name="T5" fmla="*/ 64 h 70"/>
                <a:gd name="T6" fmla="*/ 353 w 179"/>
                <a:gd name="T7" fmla="*/ 112 h 70"/>
                <a:gd name="T8" fmla="*/ 372 w 179"/>
                <a:gd name="T9" fmla="*/ 153 h 70"/>
                <a:gd name="T10" fmla="*/ 371 w 179"/>
                <a:gd name="T11" fmla="*/ 51 h 70"/>
                <a:gd name="T12" fmla="*/ 187 w 179"/>
                <a:gd name="T13" fmla="*/ 1 h 70"/>
                <a:gd name="T14" fmla="*/ 184 w 179"/>
                <a:gd name="T15" fmla="*/ 1 h 70"/>
                <a:gd name="T16" fmla="*/ 5 w 179"/>
                <a:gd name="T17" fmla="*/ 86 h 70"/>
                <a:gd name="T18" fmla="*/ 21 w 179"/>
                <a:gd name="T19" fmla="*/ 103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9" h="70">
                  <a:moveTo>
                    <a:pt x="9" y="47"/>
                  </a:moveTo>
                  <a:cubicBezTo>
                    <a:pt x="29" y="36"/>
                    <a:pt x="64" y="30"/>
                    <a:pt x="76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97" y="28"/>
                    <a:pt x="146" y="39"/>
                    <a:pt x="160" y="51"/>
                  </a:cubicBezTo>
                  <a:cubicBezTo>
                    <a:pt x="165" y="56"/>
                    <a:pt x="168" y="62"/>
                    <a:pt x="169" y="70"/>
                  </a:cubicBezTo>
                  <a:cubicBezTo>
                    <a:pt x="179" y="57"/>
                    <a:pt x="179" y="33"/>
                    <a:pt x="168" y="23"/>
                  </a:cubicBezTo>
                  <a:cubicBezTo>
                    <a:pt x="153" y="11"/>
                    <a:pt x="105" y="0"/>
                    <a:pt x="85" y="1"/>
                  </a:cubicBezTo>
                  <a:cubicBezTo>
                    <a:pt x="83" y="1"/>
                    <a:pt x="83" y="1"/>
                    <a:pt x="83" y="1"/>
                  </a:cubicBezTo>
                  <a:cubicBezTo>
                    <a:pt x="66" y="2"/>
                    <a:pt x="0" y="15"/>
                    <a:pt x="2" y="39"/>
                  </a:cubicBezTo>
                  <a:cubicBezTo>
                    <a:pt x="2" y="42"/>
                    <a:pt x="5" y="45"/>
                    <a:pt x="9" y="47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80" name="Freeform 4316">
              <a:extLst>
                <a:ext uri="{FF2B5EF4-FFF2-40B4-BE49-F238E27FC236}">
                  <a16:creationId xmlns:a16="http://schemas.microsoft.com/office/drawing/2014/main" id="{960F1D0B-D9FB-46ED-BB1C-9113EE070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257"/>
              <a:ext cx="250" cy="126"/>
            </a:xfrm>
            <a:custGeom>
              <a:avLst/>
              <a:gdLst>
                <a:gd name="T0" fmla="*/ 173 w 192"/>
                <a:gd name="T1" fmla="*/ 145 h 97"/>
                <a:gd name="T2" fmla="*/ 262 w 192"/>
                <a:gd name="T3" fmla="*/ 103 h 97"/>
                <a:gd name="T4" fmla="*/ 263 w 192"/>
                <a:gd name="T5" fmla="*/ 103 h 97"/>
                <a:gd name="T6" fmla="*/ 424 w 192"/>
                <a:gd name="T7" fmla="*/ 112 h 97"/>
                <a:gd name="T8" fmla="*/ 206 w 192"/>
                <a:gd name="T9" fmla="*/ 32 h 97"/>
                <a:gd name="T10" fmla="*/ 203 w 192"/>
                <a:gd name="T11" fmla="*/ 30 h 97"/>
                <a:gd name="T12" fmla="*/ 117 w 192"/>
                <a:gd name="T13" fmla="*/ 74 h 97"/>
                <a:gd name="T14" fmla="*/ 22 w 192"/>
                <a:gd name="T15" fmla="*/ 147 h 97"/>
                <a:gd name="T16" fmla="*/ 57 w 192"/>
                <a:gd name="T17" fmla="*/ 199 h 97"/>
                <a:gd name="T18" fmla="*/ 82 w 192"/>
                <a:gd name="T19" fmla="*/ 213 h 97"/>
                <a:gd name="T20" fmla="*/ 173 w 192"/>
                <a:gd name="T21" fmla="*/ 145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2" h="97">
                  <a:moveTo>
                    <a:pt x="78" y="66"/>
                  </a:moveTo>
                  <a:cubicBezTo>
                    <a:pt x="87" y="57"/>
                    <a:pt x="103" y="34"/>
                    <a:pt x="118" y="47"/>
                  </a:cubicBezTo>
                  <a:cubicBezTo>
                    <a:pt x="119" y="47"/>
                    <a:pt x="119" y="47"/>
                    <a:pt x="119" y="47"/>
                  </a:cubicBezTo>
                  <a:cubicBezTo>
                    <a:pt x="142" y="52"/>
                    <a:pt x="171" y="45"/>
                    <a:pt x="192" y="51"/>
                  </a:cubicBezTo>
                  <a:cubicBezTo>
                    <a:pt x="183" y="0"/>
                    <a:pt x="129" y="22"/>
                    <a:pt x="93" y="15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77" y="2"/>
                    <a:pt x="61" y="25"/>
                    <a:pt x="53" y="34"/>
                  </a:cubicBezTo>
                  <a:cubicBezTo>
                    <a:pt x="42" y="46"/>
                    <a:pt x="17" y="57"/>
                    <a:pt x="10" y="67"/>
                  </a:cubicBezTo>
                  <a:cubicBezTo>
                    <a:pt x="0" y="81"/>
                    <a:pt x="12" y="84"/>
                    <a:pt x="26" y="91"/>
                  </a:cubicBezTo>
                  <a:cubicBezTo>
                    <a:pt x="30" y="93"/>
                    <a:pt x="34" y="95"/>
                    <a:pt x="37" y="97"/>
                  </a:cubicBezTo>
                  <a:cubicBezTo>
                    <a:pt x="46" y="88"/>
                    <a:pt x="69" y="77"/>
                    <a:pt x="78" y="66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81" name="Freeform 4317">
              <a:extLst>
                <a:ext uri="{FF2B5EF4-FFF2-40B4-BE49-F238E27FC236}">
                  <a16:creationId xmlns:a16="http://schemas.microsoft.com/office/drawing/2014/main" id="{3A5ADB66-E2C8-4685-B03C-FFA30E3F6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443"/>
              <a:ext cx="223" cy="82"/>
            </a:xfrm>
            <a:custGeom>
              <a:avLst/>
              <a:gdLst>
                <a:gd name="T0" fmla="*/ 370 w 171"/>
                <a:gd name="T1" fmla="*/ 57 h 63"/>
                <a:gd name="T2" fmla="*/ 241 w 171"/>
                <a:gd name="T3" fmla="*/ 13 h 63"/>
                <a:gd name="T4" fmla="*/ 136 w 171"/>
                <a:gd name="T5" fmla="*/ 44 h 63"/>
                <a:gd name="T6" fmla="*/ 65 w 171"/>
                <a:gd name="T7" fmla="*/ 16 h 63"/>
                <a:gd name="T8" fmla="*/ 60 w 171"/>
                <a:gd name="T9" fmla="*/ 21 h 63"/>
                <a:gd name="T10" fmla="*/ 97 w 171"/>
                <a:gd name="T11" fmla="*/ 122 h 63"/>
                <a:gd name="T12" fmla="*/ 189 w 171"/>
                <a:gd name="T13" fmla="*/ 90 h 63"/>
                <a:gd name="T14" fmla="*/ 317 w 171"/>
                <a:gd name="T15" fmla="*/ 134 h 63"/>
                <a:gd name="T16" fmla="*/ 320 w 171"/>
                <a:gd name="T17" fmla="*/ 139 h 63"/>
                <a:gd name="T18" fmla="*/ 370 w 171"/>
                <a:gd name="T19" fmla="*/ 57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63">
                  <a:moveTo>
                    <a:pt x="167" y="26"/>
                  </a:moveTo>
                  <a:cubicBezTo>
                    <a:pt x="163" y="2"/>
                    <a:pt x="128" y="0"/>
                    <a:pt x="109" y="6"/>
                  </a:cubicBezTo>
                  <a:cubicBezTo>
                    <a:pt x="93" y="12"/>
                    <a:pt x="81" y="23"/>
                    <a:pt x="61" y="20"/>
                  </a:cubicBezTo>
                  <a:cubicBezTo>
                    <a:pt x="47" y="18"/>
                    <a:pt x="44" y="0"/>
                    <a:pt x="29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0" y="27"/>
                    <a:pt x="28" y="38"/>
                    <a:pt x="44" y="55"/>
                  </a:cubicBezTo>
                  <a:cubicBezTo>
                    <a:pt x="60" y="55"/>
                    <a:pt x="71" y="46"/>
                    <a:pt x="85" y="41"/>
                  </a:cubicBezTo>
                  <a:cubicBezTo>
                    <a:pt x="104" y="35"/>
                    <a:pt x="138" y="37"/>
                    <a:pt x="143" y="61"/>
                  </a:cubicBezTo>
                  <a:cubicBezTo>
                    <a:pt x="144" y="61"/>
                    <a:pt x="144" y="62"/>
                    <a:pt x="144" y="63"/>
                  </a:cubicBezTo>
                  <a:cubicBezTo>
                    <a:pt x="158" y="53"/>
                    <a:pt x="171" y="41"/>
                    <a:pt x="167" y="26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82" name="Freeform 4318">
              <a:extLst>
                <a:ext uri="{FF2B5EF4-FFF2-40B4-BE49-F238E27FC236}">
                  <a16:creationId xmlns:a16="http://schemas.microsoft.com/office/drawing/2014/main" id="{9A6EF1B5-05CC-4949-9ED0-CBDB5A921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739"/>
              <a:ext cx="168" cy="39"/>
            </a:xfrm>
            <a:custGeom>
              <a:avLst/>
              <a:gdLst>
                <a:gd name="T0" fmla="*/ 27 w 129"/>
                <a:gd name="T1" fmla="*/ 66 h 30"/>
                <a:gd name="T2" fmla="*/ 83 w 129"/>
                <a:gd name="T3" fmla="*/ 60 h 30"/>
                <a:gd name="T4" fmla="*/ 225 w 129"/>
                <a:gd name="T5" fmla="*/ 52 h 30"/>
                <a:gd name="T6" fmla="*/ 232 w 129"/>
                <a:gd name="T7" fmla="*/ 51 h 30"/>
                <a:gd name="T8" fmla="*/ 234 w 129"/>
                <a:gd name="T9" fmla="*/ 51 h 30"/>
                <a:gd name="T10" fmla="*/ 247 w 129"/>
                <a:gd name="T11" fmla="*/ 49 h 30"/>
                <a:gd name="T12" fmla="*/ 254 w 129"/>
                <a:gd name="T13" fmla="*/ 46 h 30"/>
                <a:gd name="T14" fmla="*/ 271 w 129"/>
                <a:gd name="T15" fmla="*/ 44 h 30"/>
                <a:gd name="T16" fmla="*/ 276 w 129"/>
                <a:gd name="T17" fmla="*/ 35 h 30"/>
                <a:gd name="T18" fmla="*/ 246 w 129"/>
                <a:gd name="T19" fmla="*/ 7 h 30"/>
                <a:gd name="T20" fmla="*/ 240 w 129"/>
                <a:gd name="T21" fmla="*/ 9 h 30"/>
                <a:gd name="T22" fmla="*/ 78 w 129"/>
                <a:gd name="T23" fmla="*/ 21 h 30"/>
                <a:gd name="T24" fmla="*/ 17 w 129"/>
                <a:gd name="T25" fmla="*/ 27 h 30"/>
                <a:gd name="T26" fmla="*/ 27 w 129"/>
                <a:gd name="T27" fmla="*/ 66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9" h="30">
                  <a:moveTo>
                    <a:pt x="12" y="30"/>
                  </a:moveTo>
                  <a:cubicBezTo>
                    <a:pt x="16" y="25"/>
                    <a:pt x="32" y="27"/>
                    <a:pt x="38" y="27"/>
                  </a:cubicBezTo>
                  <a:cubicBezTo>
                    <a:pt x="56" y="26"/>
                    <a:pt x="82" y="26"/>
                    <a:pt x="102" y="24"/>
                  </a:cubicBezTo>
                  <a:cubicBezTo>
                    <a:pt x="103" y="23"/>
                    <a:pt x="104" y="23"/>
                    <a:pt x="105" y="23"/>
                  </a:cubicBezTo>
                  <a:cubicBezTo>
                    <a:pt x="105" y="23"/>
                    <a:pt x="105" y="23"/>
                    <a:pt x="106" y="23"/>
                  </a:cubicBezTo>
                  <a:cubicBezTo>
                    <a:pt x="108" y="23"/>
                    <a:pt x="110" y="22"/>
                    <a:pt x="112" y="22"/>
                  </a:cubicBezTo>
                  <a:cubicBezTo>
                    <a:pt x="115" y="21"/>
                    <a:pt x="115" y="21"/>
                    <a:pt x="115" y="21"/>
                  </a:cubicBezTo>
                  <a:cubicBezTo>
                    <a:pt x="118" y="20"/>
                    <a:pt x="120" y="20"/>
                    <a:pt x="123" y="20"/>
                  </a:cubicBezTo>
                  <a:cubicBezTo>
                    <a:pt x="124" y="19"/>
                    <a:pt x="124" y="18"/>
                    <a:pt x="125" y="16"/>
                  </a:cubicBezTo>
                  <a:cubicBezTo>
                    <a:pt x="129" y="6"/>
                    <a:pt x="120" y="0"/>
                    <a:pt x="111" y="3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89" y="9"/>
                    <a:pt x="55" y="8"/>
                    <a:pt x="35" y="9"/>
                  </a:cubicBezTo>
                  <a:cubicBezTo>
                    <a:pt x="28" y="9"/>
                    <a:pt x="12" y="8"/>
                    <a:pt x="8" y="12"/>
                  </a:cubicBezTo>
                  <a:cubicBezTo>
                    <a:pt x="0" y="22"/>
                    <a:pt x="4" y="27"/>
                    <a:pt x="12" y="30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83" name="Freeform 4319">
              <a:extLst>
                <a:ext uri="{FF2B5EF4-FFF2-40B4-BE49-F238E27FC236}">
                  <a16:creationId xmlns:a16="http://schemas.microsoft.com/office/drawing/2014/main" id="{9D792788-78BF-48EF-A880-DE293331D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551"/>
              <a:ext cx="425" cy="183"/>
            </a:xfrm>
            <a:custGeom>
              <a:avLst/>
              <a:gdLst>
                <a:gd name="T0" fmla="*/ 430 w 327"/>
                <a:gd name="T1" fmla="*/ 49 h 141"/>
                <a:gd name="T2" fmla="*/ 255 w 327"/>
                <a:gd name="T3" fmla="*/ 148 h 141"/>
                <a:gd name="T4" fmla="*/ 103 w 327"/>
                <a:gd name="T5" fmla="*/ 214 h 141"/>
                <a:gd name="T6" fmla="*/ 38 w 327"/>
                <a:gd name="T7" fmla="*/ 309 h 141"/>
                <a:gd name="T8" fmla="*/ 71 w 327"/>
                <a:gd name="T9" fmla="*/ 292 h 141"/>
                <a:gd name="T10" fmla="*/ 221 w 327"/>
                <a:gd name="T11" fmla="*/ 226 h 141"/>
                <a:gd name="T12" fmla="*/ 396 w 327"/>
                <a:gd name="T13" fmla="*/ 125 h 141"/>
                <a:gd name="T14" fmla="*/ 577 w 327"/>
                <a:gd name="T15" fmla="*/ 101 h 141"/>
                <a:gd name="T16" fmla="*/ 603 w 327"/>
                <a:gd name="T17" fmla="*/ 83 h 141"/>
                <a:gd name="T18" fmla="*/ 430 w 327"/>
                <a:gd name="T19" fmla="*/ 49 h 1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7" h="141">
                  <a:moveTo>
                    <a:pt x="196" y="22"/>
                  </a:moveTo>
                  <a:cubicBezTo>
                    <a:pt x="171" y="39"/>
                    <a:pt x="144" y="57"/>
                    <a:pt x="116" y="68"/>
                  </a:cubicBezTo>
                  <a:cubicBezTo>
                    <a:pt x="93" y="77"/>
                    <a:pt x="69" y="87"/>
                    <a:pt x="47" y="98"/>
                  </a:cubicBezTo>
                  <a:cubicBezTo>
                    <a:pt x="34" y="106"/>
                    <a:pt x="0" y="123"/>
                    <a:pt x="17" y="141"/>
                  </a:cubicBezTo>
                  <a:cubicBezTo>
                    <a:pt x="23" y="138"/>
                    <a:pt x="28" y="135"/>
                    <a:pt x="32" y="133"/>
                  </a:cubicBezTo>
                  <a:cubicBezTo>
                    <a:pt x="53" y="121"/>
                    <a:pt x="78" y="112"/>
                    <a:pt x="101" y="103"/>
                  </a:cubicBezTo>
                  <a:cubicBezTo>
                    <a:pt x="129" y="92"/>
                    <a:pt x="155" y="73"/>
                    <a:pt x="181" y="57"/>
                  </a:cubicBezTo>
                  <a:cubicBezTo>
                    <a:pt x="196" y="47"/>
                    <a:pt x="242" y="40"/>
                    <a:pt x="263" y="46"/>
                  </a:cubicBezTo>
                  <a:cubicBezTo>
                    <a:pt x="267" y="43"/>
                    <a:pt x="271" y="41"/>
                    <a:pt x="275" y="38"/>
                  </a:cubicBezTo>
                  <a:cubicBezTo>
                    <a:pt x="327" y="0"/>
                    <a:pt x="220" y="6"/>
                    <a:pt x="196" y="22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84" name="Freeform 4320">
              <a:extLst>
                <a:ext uri="{FF2B5EF4-FFF2-40B4-BE49-F238E27FC236}">
                  <a16:creationId xmlns:a16="http://schemas.microsoft.com/office/drawing/2014/main" id="{72BCA6E9-8005-41F5-86E4-A1A99D818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569"/>
              <a:ext cx="412" cy="220"/>
            </a:xfrm>
            <a:custGeom>
              <a:avLst/>
              <a:gdLst>
                <a:gd name="T0" fmla="*/ 71 w 317"/>
                <a:gd name="T1" fmla="*/ 372 h 169"/>
                <a:gd name="T2" fmla="*/ 73 w 317"/>
                <a:gd name="T3" fmla="*/ 372 h 169"/>
                <a:gd name="T4" fmla="*/ 148 w 317"/>
                <a:gd name="T5" fmla="*/ 320 h 169"/>
                <a:gd name="T6" fmla="*/ 264 w 317"/>
                <a:gd name="T7" fmla="*/ 219 h 169"/>
                <a:gd name="T8" fmla="*/ 404 w 317"/>
                <a:gd name="T9" fmla="*/ 168 h 169"/>
                <a:gd name="T10" fmla="*/ 630 w 317"/>
                <a:gd name="T11" fmla="*/ 129 h 169"/>
                <a:gd name="T12" fmla="*/ 654 w 317"/>
                <a:gd name="T13" fmla="*/ 147 h 169"/>
                <a:gd name="T14" fmla="*/ 645 w 317"/>
                <a:gd name="T15" fmla="*/ 52 h 169"/>
                <a:gd name="T16" fmla="*/ 417 w 317"/>
                <a:gd name="T17" fmla="*/ 94 h 169"/>
                <a:gd name="T18" fmla="*/ 277 w 317"/>
                <a:gd name="T19" fmla="*/ 144 h 169"/>
                <a:gd name="T20" fmla="*/ 162 w 317"/>
                <a:gd name="T21" fmla="*/ 243 h 169"/>
                <a:gd name="T22" fmla="*/ 71 w 317"/>
                <a:gd name="T23" fmla="*/ 372 h 1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7" h="169">
                  <a:moveTo>
                    <a:pt x="32" y="169"/>
                  </a:moveTo>
                  <a:cubicBezTo>
                    <a:pt x="32" y="169"/>
                    <a:pt x="33" y="169"/>
                    <a:pt x="33" y="169"/>
                  </a:cubicBezTo>
                  <a:cubicBezTo>
                    <a:pt x="45" y="159"/>
                    <a:pt x="61" y="150"/>
                    <a:pt x="68" y="145"/>
                  </a:cubicBezTo>
                  <a:cubicBezTo>
                    <a:pt x="87" y="132"/>
                    <a:pt x="100" y="112"/>
                    <a:pt x="120" y="99"/>
                  </a:cubicBezTo>
                  <a:cubicBezTo>
                    <a:pt x="139" y="87"/>
                    <a:pt x="164" y="86"/>
                    <a:pt x="184" y="76"/>
                  </a:cubicBezTo>
                  <a:cubicBezTo>
                    <a:pt x="218" y="59"/>
                    <a:pt x="249" y="34"/>
                    <a:pt x="287" y="58"/>
                  </a:cubicBezTo>
                  <a:cubicBezTo>
                    <a:pt x="292" y="61"/>
                    <a:pt x="296" y="64"/>
                    <a:pt x="298" y="67"/>
                  </a:cubicBezTo>
                  <a:cubicBezTo>
                    <a:pt x="312" y="54"/>
                    <a:pt x="317" y="38"/>
                    <a:pt x="294" y="24"/>
                  </a:cubicBezTo>
                  <a:cubicBezTo>
                    <a:pt x="255" y="0"/>
                    <a:pt x="224" y="25"/>
                    <a:pt x="190" y="42"/>
                  </a:cubicBezTo>
                  <a:cubicBezTo>
                    <a:pt x="170" y="52"/>
                    <a:pt x="145" y="53"/>
                    <a:pt x="126" y="65"/>
                  </a:cubicBezTo>
                  <a:cubicBezTo>
                    <a:pt x="106" y="78"/>
                    <a:pt x="94" y="98"/>
                    <a:pt x="74" y="111"/>
                  </a:cubicBezTo>
                  <a:cubicBezTo>
                    <a:pt x="60" y="121"/>
                    <a:pt x="0" y="154"/>
                    <a:pt x="32" y="169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85" name="Freeform 4321">
              <a:extLst>
                <a:ext uri="{FF2B5EF4-FFF2-40B4-BE49-F238E27FC236}">
                  <a16:creationId xmlns:a16="http://schemas.microsoft.com/office/drawing/2014/main" id="{3600F355-0828-4FC1-8A48-41E62136F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520"/>
              <a:ext cx="309" cy="206"/>
            </a:xfrm>
            <a:custGeom>
              <a:avLst/>
              <a:gdLst>
                <a:gd name="T0" fmla="*/ 167 w 237"/>
                <a:gd name="T1" fmla="*/ 218 h 159"/>
                <a:gd name="T2" fmla="*/ 482 w 237"/>
                <a:gd name="T3" fmla="*/ 97 h 159"/>
                <a:gd name="T4" fmla="*/ 505 w 237"/>
                <a:gd name="T5" fmla="*/ 106 h 159"/>
                <a:gd name="T6" fmla="*/ 480 w 237"/>
                <a:gd name="T7" fmla="*/ 32 h 159"/>
                <a:gd name="T8" fmla="*/ 162 w 237"/>
                <a:gd name="T9" fmla="*/ 153 h 159"/>
                <a:gd name="T10" fmla="*/ 44 w 237"/>
                <a:gd name="T11" fmla="*/ 346 h 159"/>
                <a:gd name="T12" fmla="*/ 167 w 237"/>
                <a:gd name="T13" fmla="*/ 218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7" h="159">
                  <a:moveTo>
                    <a:pt x="75" y="100"/>
                  </a:moveTo>
                  <a:cubicBezTo>
                    <a:pt x="96" y="85"/>
                    <a:pt x="173" y="29"/>
                    <a:pt x="218" y="45"/>
                  </a:cubicBezTo>
                  <a:cubicBezTo>
                    <a:pt x="222" y="46"/>
                    <a:pt x="225" y="47"/>
                    <a:pt x="228" y="49"/>
                  </a:cubicBezTo>
                  <a:cubicBezTo>
                    <a:pt x="237" y="35"/>
                    <a:pt x="237" y="22"/>
                    <a:pt x="216" y="15"/>
                  </a:cubicBezTo>
                  <a:cubicBezTo>
                    <a:pt x="170" y="0"/>
                    <a:pt x="94" y="55"/>
                    <a:pt x="73" y="70"/>
                  </a:cubicBezTo>
                  <a:cubicBezTo>
                    <a:pt x="54" y="84"/>
                    <a:pt x="0" y="125"/>
                    <a:pt x="20" y="159"/>
                  </a:cubicBezTo>
                  <a:cubicBezTo>
                    <a:pt x="29" y="134"/>
                    <a:pt x="61" y="110"/>
                    <a:pt x="75" y="100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86" name="Freeform 4322">
              <a:extLst>
                <a:ext uri="{FF2B5EF4-FFF2-40B4-BE49-F238E27FC236}">
                  <a16:creationId xmlns:a16="http://schemas.microsoft.com/office/drawing/2014/main" id="{28E8E896-8238-4F3B-815A-E0F473A18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497"/>
              <a:ext cx="303" cy="121"/>
            </a:xfrm>
            <a:custGeom>
              <a:avLst/>
              <a:gdLst>
                <a:gd name="T0" fmla="*/ 497 w 233"/>
                <a:gd name="T1" fmla="*/ 66 h 93"/>
                <a:gd name="T2" fmla="*/ 338 w 233"/>
                <a:gd name="T3" fmla="*/ 5 h 93"/>
                <a:gd name="T4" fmla="*/ 114 w 233"/>
                <a:gd name="T5" fmla="*/ 94 h 93"/>
                <a:gd name="T6" fmla="*/ 108 w 233"/>
                <a:gd name="T7" fmla="*/ 96 h 93"/>
                <a:gd name="T8" fmla="*/ 9 w 233"/>
                <a:gd name="T9" fmla="*/ 181 h 93"/>
                <a:gd name="T10" fmla="*/ 27 w 233"/>
                <a:gd name="T11" fmla="*/ 203 h 93"/>
                <a:gd name="T12" fmla="*/ 83 w 233"/>
                <a:gd name="T13" fmla="*/ 170 h 93"/>
                <a:gd name="T14" fmla="*/ 90 w 233"/>
                <a:gd name="T15" fmla="*/ 168 h 93"/>
                <a:gd name="T16" fmla="*/ 315 w 233"/>
                <a:gd name="T17" fmla="*/ 81 h 93"/>
                <a:gd name="T18" fmla="*/ 473 w 233"/>
                <a:gd name="T19" fmla="*/ 141 h 93"/>
                <a:gd name="T20" fmla="*/ 477 w 233"/>
                <a:gd name="T21" fmla="*/ 152 h 93"/>
                <a:gd name="T22" fmla="*/ 497 w 233"/>
                <a:gd name="T23" fmla="*/ 66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93">
                  <a:moveTo>
                    <a:pt x="226" y="30"/>
                  </a:moveTo>
                  <a:cubicBezTo>
                    <a:pt x="215" y="2"/>
                    <a:pt x="180" y="0"/>
                    <a:pt x="154" y="2"/>
                  </a:cubicBezTo>
                  <a:cubicBezTo>
                    <a:pt x="116" y="6"/>
                    <a:pt x="84" y="29"/>
                    <a:pt x="52" y="42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30" y="51"/>
                    <a:pt x="14" y="62"/>
                    <a:pt x="4" y="82"/>
                  </a:cubicBezTo>
                  <a:cubicBezTo>
                    <a:pt x="0" y="90"/>
                    <a:pt x="4" y="93"/>
                    <a:pt x="12" y="92"/>
                  </a:cubicBezTo>
                  <a:cubicBezTo>
                    <a:pt x="20" y="86"/>
                    <a:pt x="28" y="81"/>
                    <a:pt x="38" y="78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73" y="64"/>
                    <a:pt x="105" y="40"/>
                    <a:pt x="143" y="37"/>
                  </a:cubicBezTo>
                  <a:cubicBezTo>
                    <a:pt x="169" y="34"/>
                    <a:pt x="204" y="36"/>
                    <a:pt x="215" y="64"/>
                  </a:cubicBezTo>
                  <a:cubicBezTo>
                    <a:pt x="216" y="66"/>
                    <a:pt x="216" y="68"/>
                    <a:pt x="217" y="69"/>
                  </a:cubicBezTo>
                  <a:cubicBezTo>
                    <a:pt x="227" y="59"/>
                    <a:pt x="233" y="47"/>
                    <a:pt x="226" y="30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87" name="Freeform 4323">
              <a:extLst>
                <a:ext uri="{FF2B5EF4-FFF2-40B4-BE49-F238E27FC236}">
                  <a16:creationId xmlns:a16="http://schemas.microsoft.com/office/drawing/2014/main" id="{DD9CD596-F071-4FFA-92F8-F3C18D10A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458"/>
              <a:ext cx="228" cy="108"/>
            </a:xfrm>
            <a:custGeom>
              <a:avLst/>
              <a:gdLst>
                <a:gd name="T0" fmla="*/ 348 w 175"/>
                <a:gd name="T1" fmla="*/ 46 h 83"/>
                <a:gd name="T2" fmla="*/ 107 w 175"/>
                <a:gd name="T3" fmla="*/ 94 h 83"/>
                <a:gd name="T4" fmla="*/ 21 w 175"/>
                <a:gd name="T5" fmla="*/ 178 h 83"/>
                <a:gd name="T6" fmla="*/ 34 w 175"/>
                <a:gd name="T7" fmla="*/ 183 h 83"/>
                <a:gd name="T8" fmla="*/ 65 w 175"/>
                <a:gd name="T9" fmla="*/ 183 h 83"/>
                <a:gd name="T10" fmla="*/ 68 w 175"/>
                <a:gd name="T11" fmla="*/ 181 h 83"/>
                <a:gd name="T12" fmla="*/ 309 w 175"/>
                <a:gd name="T13" fmla="*/ 134 h 83"/>
                <a:gd name="T14" fmla="*/ 348 w 175"/>
                <a:gd name="T15" fmla="*/ 46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83">
                  <a:moveTo>
                    <a:pt x="157" y="21"/>
                  </a:moveTo>
                  <a:cubicBezTo>
                    <a:pt x="123" y="0"/>
                    <a:pt x="78" y="29"/>
                    <a:pt x="48" y="42"/>
                  </a:cubicBezTo>
                  <a:cubicBezTo>
                    <a:pt x="32" y="49"/>
                    <a:pt x="0" y="58"/>
                    <a:pt x="9" y="81"/>
                  </a:cubicBezTo>
                  <a:cubicBezTo>
                    <a:pt x="13" y="83"/>
                    <a:pt x="14" y="83"/>
                    <a:pt x="15" y="83"/>
                  </a:cubicBezTo>
                  <a:cubicBezTo>
                    <a:pt x="20" y="82"/>
                    <a:pt x="25" y="82"/>
                    <a:pt x="29" y="83"/>
                  </a:cubicBezTo>
                  <a:cubicBezTo>
                    <a:pt x="30" y="82"/>
                    <a:pt x="31" y="82"/>
                    <a:pt x="31" y="82"/>
                  </a:cubicBezTo>
                  <a:cubicBezTo>
                    <a:pt x="61" y="69"/>
                    <a:pt x="106" y="40"/>
                    <a:pt x="140" y="61"/>
                  </a:cubicBezTo>
                  <a:cubicBezTo>
                    <a:pt x="161" y="49"/>
                    <a:pt x="175" y="33"/>
                    <a:pt x="157" y="21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88" name="Freeform 4324">
              <a:extLst>
                <a:ext uri="{FF2B5EF4-FFF2-40B4-BE49-F238E27FC236}">
                  <a16:creationId xmlns:a16="http://schemas.microsoft.com/office/drawing/2014/main" id="{739EF7D1-C6FB-45F6-A64F-620E13D7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2397"/>
              <a:ext cx="248" cy="76"/>
            </a:xfrm>
            <a:custGeom>
              <a:avLst/>
              <a:gdLst>
                <a:gd name="T0" fmla="*/ 140 w 191"/>
                <a:gd name="T1" fmla="*/ 31 h 58"/>
                <a:gd name="T2" fmla="*/ 17 w 191"/>
                <a:gd name="T3" fmla="*/ 79 h 58"/>
                <a:gd name="T4" fmla="*/ 5 w 191"/>
                <a:gd name="T5" fmla="*/ 131 h 58"/>
                <a:gd name="T6" fmla="*/ 6 w 191"/>
                <a:gd name="T7" fmla="*/ 126 h 58"/>
                <a:gd name="T8" fmla="*/ 131 w 191"/>
                <a:gd name="T9" fmla="*/ 79 h 58"/>
                <a:gd name="T10" fmla="*/ 330 w 191"/>
                <a:gd name="T11" fmla="*/ 60 h 58"/>
                <a:gd name="T12" fmla="*/ 418 w 191"/>
                <a:gd name="T13" fmla="*/ 24 h 58"/>
                <a:gd name="T14" fmla="*/ 140 w 191"/>
                <a:gd name="T15" fmla="*/ 31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1" h="58">
                  <a:moveTo>
                    <a:pt x="64" y="14"/>
                  </a:moveTo>
                  <a:cubicBezTo>
                    <a:pt x="38" y="17"/>
                    <a:pt x="21" y="18"/>
                    <a:pt x="8" y="35"/>
                  </a:cubicBezTo>
                  <a:cubicBezTo>
                    <a:pt x="3" y="42"/>
                    <a:pt x="0" y="49"/>
                    <a:pt x="2" y="58"/>
                  </a:cubicBezTo>
                  <a:cubicBezTo>
                    <a:pt x="2" y="57"/>
                    <a:pt x="3" y="57"/>
                    <a:pt x="3" y="56"/>
                  </a:cubicBezTo>
                  <a:cubicBezTo>
                    <a:pt x="17" y="38"/>
                    <a:pt x="34" y="38"/>
                    <a:pt x="60" y="35"/>
                  </a:cubicBezTo>
                  <a:cubicBezTo>
                    <a:pt x="77" y="32"/>
                    <a:pt x="119" y="26"/>
                    <a:pt x="151" y="27"/>
                  </a:cubicBezTo>
                  <a:cubicBezTo>
                    <a:pt x="164" y="23"/>
                    <a:pt x="184" y="22"/>
                    <a:pt x="191" y="11"/>
                  </a:cubicBezTo>
                  <a:cubicBezTo>
                    <a:pt x="168" y="0"/>
                    <a:pt x="90" y="10"/>
                    <a:pt x="64" y="14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89" name="Freeform 4325">
              <a:extLst>
                <a:ext uri="{FF2B5EF4-FFF2-40B4-BE49-F238E27FC236}">
                  <a16:creationId xmlns:a16="http://schemas.microsoft.com/office/drawing/2014/main" id="{E2665610-AD6F-4EEF-99DB-4213BFCDD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413"/>
              <a:ext cx="333" cy="110"/>
            </a:xfrm>
            <a:custGeom>
              <a:avLst/>
              <a:gdLst>
                <a:gd name="T0" fmla="*/ 451 w 256"/>
                <a:gd name="T1" fmla="*/ 16 h 85"/>
                <a:gd name="T2" fmla="*/ 342 w 256"/>
                <a:gd name="T3" fmla="*/ 13 h 85"/>
                <a:gd name="T4" fmla="*/ 1 w 256"/>
                <a:gd name="T5" fmla="*/ 153 h 85"/>
                <a:gd name="T6" fmla="*/ 12 w 256"/>
                <a:gd name="T7" fmla="*/ 184 h 85"/>
                <a:gd name="T8" fmla="*/ 328 w 256"/>
                <a:gd name="T9" fmla="*/ 87 h 85"/>
                <a:gd name="T10" fmla="*/ 438 w 256"/>
                <a:gd name="T11" fmla="*/ 89 h 85"/>
                <a:gd name="T12" fmla="*/ 519 w 256"/>
                <a:gd name="T13" fmla="*/ 137 h 85"/>
                <a:gd name="T14" fmla="*/ 558 w 256"/>
                <a:gd name="T15" fmla="*/ 101 h 85"/>
                <a:gd name="T16" fmla="*/ 451 w 256"/>
                <a:gd name="T17" fmla="*/ 16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6" h="85">
                  <a:moveTo>
                    <a:pt x="205" y="7"/>
                  </a:moveTo>
                  <a:cubicBezTo>
                    <a:pt x="190" y="0"/>
                    <a:pt x="171" y="3"/>
                    <a:pt x="155" y="6"/>
                  </a:cubicBezTo>
                  <a:cubicBezTo>
                    <a:pt x="122" y="13"/>
                    <a:pt x="3" y="29"/>
                    <a:pt x="1" y="70"/>
                  </a:cubicBezTo>
                  <a:cubicBezTo>
                    <a:pt x="0" y="76"/>
                    <a:pt x="2" y="81"/>
                    <a:pt x="5" y="85"/>
                  </a:cubicBezTo>
                  <a:cubicBezTo>
                    <a:pt x="35" y="58"/>
                    <a:pt x="121" y="46"/>
                    <a:pt x="149" y="40"/>
                  </a:cubicBezTo>
                  <a:cubicBezTo>
                    <a:pt x="165" y="37"/>
                    <a:pt x="184" y="34"/>
                    <a:pt x="199" y="41"/>
                  </a:cubicBezTo>
                  <a:cubicBezTo>
                    <a:pt x="205" y="43"/>
                    <a:pt x="223" y="53"/>
                    <a:pt x="236" y="63"/>
                  </a:cubicBezTo>
                  <a:cubicBezTo>
                    <a:pt x="246" y="57"/>
                    <a:pt x="254" y="52"/>
                    <a:pt x="254" y="46"/>
                  </a:cubicBezTo>
                  <a:cubicBezTo>
                    <a:pt x="256" y="33"/>
                    <a:pt x="215" y="10"/>
                    <a:pt x="205" y="7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90" name="Freeform 4326">
              <a:extLst>
                <a:ext uri="{FF2B5EF4-FFF2-40B4-BE49-F238E27FC236}">
                  <a16:creationId xmlns:a16="http://schemas.microsoft.com/office/drawing/2014/main" id="{267A7E68-60A4-4407-B45E-F3E5701EE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361"/>
              <a:ext cx="184" cy="112"/>
            </a:xfrm>
            <a:custGeom>
              <a:avLst/>
              <a:gdLst>
                <a:gd name="T0" fmla="*/ 73 w 141"/>
                <a:gd name="T1" fmla="*/ 100 h 86"/>
                <a:gd name="T2" fmla="*/ 68 w 141"/>
                <a:gd name="T3" fmla="*/ 102 h 86"/>
                <a:gd name="T4" fmla="*/ 9 w 141"/>
                <a:gd name="T5" fmla="*/ 152 h 86"/>
                <a:gd name="T6" fmla="*/ 0 w 141"/>
                <a:gd name="T7" fmla="*/ 173 h 86"/>
                <a:gd name="T8" fmla="*/ 9 w 141"/>
                <a:gd name="T9" fmla="*/ 169 h 86"/>
                <a:gd name="T10" fmla="*/ 13 w 141"/>
                <a:gd name="T11" fmla="*/ 169 h 86"/>
                <a:gd name="T12" fmla="*/ 218 w 141"/>
                <a:gd name="T13" fmla="*/ 108 h 86"/>
                <a:gd name="T14" fmla="*/ 200 w 141"/>
                <a:gd name="T15" fmla="*/ 190 h 86"/>
                <a:gd name="T16" fmla="*/ 279 w 141"/>
                <a:gd name="T17" fmla="*/ 163 h 86"/>
                <a:gd name="T18" fmla="*/ 279 w 141"/>
                <a:gd name="T19" fmla="*/ 39 h 86"/>
                <a:gd name="T20" fmla="*/ 73 w 141"/>
                <a:gd name="T21" fmla="*/ 100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86">
                  <a:moveTo>
                    <a:pt x="33" y="45"/>
                  </a:moveTo>
                  <a:cubicBezTo>
                    <a:pt x="31" y="46"/>
                    <a:pt x="31" y="46"/>
                    <a:pt x="31" y="46"/>
                  </a:cubicBezTo>
                  <a:cubicBezTo>
                    <a:pt x="12" y="51"/>
                    <a:pt x="8" y="53"/>
                    <a:pt x="4" y="69"/>
                  </a:cubicBezTo>
                  <a:cubicBezTo>
                    <a:pt x="3" y="72"/>
                    <a:pt x="2" y="75"/>
                    <a:pt x="0" y="78"/>
                  </a:cubicBezTo>
                  <a:cubicBezTo>
                    <a:pt x="1" y="78"/>
                    <a:pt x="2" y="78"/>
                    <a:pt x="4" y="77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29" y="72"/>
                    <a:pt x="113" y="32"/>
                    <a:pt x="98" y="49"/>
                  </a:cubicBezTo>
                  <a:cubicBezTo>
                    <a:pt x="84" y="66"/>
                    <a:pt x="86" y="77"/>
                    <a:pt x="90" y="86"/>
                  </a:cubicBezTo>
                  <a:cubicBezTo>
                    <a:pt x="108" y="86"/>
                    <a:pt x="126" y="85"/>
                    <a:pt x="126" y="74"/>
                  </a:cubicBezTo>
                  <a:cubicBezTo>
                    <a:pt x="124" y="59"/>
                    <a:pt x="102" y="46"/>
                    <a:pt x="126" y="18"/>
                  </a:cubicBezTo>
                  <a:cubicBezTo>
                    <a:pt x="141" y="0"/>
                    <a:pt x="56" y="40"/>
                    <a:pt x="33" y="45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91" name="Freeform 4327">
              <a:extLst>
                <a:ext uri="{FF2B5EF4-FFF2-40B4-BE49-F238E27FC236}">
                  <a16:creationId xmlns:a16="http://schemas.microsoft.com/office/drawing/2014/main" id="{7CCF4B13-E143-4E35-AC28-18EEFC2DF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291"/>
              <a:ext cx="174" cy="80"/>
            </a:xfrm>
            <a:custGeom>
              <a:avLst/>
              <a:gdLst>
                <a:gd name="T0" fmla="*/ 243 w 134"/>
                <a:gd name="T1" fmla="*/ 58 h 62"/>
                <a:gd name="T2" fmla="*/ 242 w 134"/>
                <a:gd name="T3" fmla="*/ 58 h 62"/>
                <a:gd name="T4" fmla="*/ 49 w 134"/>
                <a:gd name="T5" fmla="*/ 52 h 62"/>
                <a:gd name="T6" fmla="*/ 0 w 134"/>
                <a:gd name="T7" fmla="*/ 116 h 62"/>
                <a:gd name="T8" fmla="*/ 186 w 134"/>
                <a:gd name="T9" fmla="*/ 125 h 62"/>
                <a:gd name="T10" fmla="*/ 191 w 134"/>
                <a:gd name="T11" fmla="*/ 125 h 62"/>
                <a:gd name="T12" fmla="*/ 222 w 134"/>
                <a:gd name="T13" fmla="*/ 133 h 62"/>
                <a:gd name="T14" fmla="*/ 292 w 134"/>
                <a:gd name="T15" fmla="*/ 98 h 62"/>
                <a:gd name="T16" fmla="*/ 243 w 134"/>
                <a:gd name="T17" fmla="*/ 58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62">
                  <a:moveTo>
                    <a:pt x="111" y="27"/>
                  </a:moveTo>
                  <a:cubicBezTo>
                    <a:pt x="110" y="27"/>
                    <a:pt x="110" y="27"/>
                    <a:pt x="110" y="27"/>
                  </a:cubicBezTo>
                  <a:cubicBezTo>
                    <a:pt x="80" y="28"/>
                    <a:pt x="50" y="0"/>
                    <a:pt x="22" y="24"/>
                  </a:cubicBezTo>
                  <a:cubicBezTo>
                    <a:pt x="14" y="31"/>
                    <a:pt x="7" y="44"/>
                    <a:pt x="0" y="54"/>
                  </a:cubicBezTo>
                  <a:cubicBezTo>
                    <a:pt x="27" y="33"/>
                    <a:pt x="56" y="59"/>
                    <a:pt x="85" y="58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92" y="58"/>
                    <a:pt x="97" y="60"/>
                    <a:pt x="102" y="62"/>
                  </a:cubicBezTo>
                  <a:cubicBezTo>
                    <a:pt x="119" y="58"/>
                    <a:pt x="133" y="53"/>
                    <a:pt x="133" y="46"/>
                  </a:cubicBezTo>
                  <a:cubicBezTo>
                    <a:pt x="134" y="31"/>
                    <a:pt x="122" y="27"/>
                    <a:pt x="111" y="27"/>
                  </a:cubicBez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92" name="Line 4328">
              <a:extLst>
                <a:ext uri="{FF2B5EF4-FFF2-40B4-BE49-F238E27FC236}">
                  <a16:creationId xmlns:a16="http://schemas.microsoft.com/office/drawing/2014/main" id="{0D76965A-0C50-40EE-BED8-052BE9313F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13" y="2334"/>
              <a:ext cx="6" cy="85"/>
            </a:xfrm>
            <a:prstGeom prst="line">
              <a:avLst/>
            </a:prstGeom>
            <a:noFill/>
            <a:ln w="6350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93" name="Line 4329">
              <a:extLst>
                <a:ext uri="{FF2B5EF4-FFF2-40B4-BE49-F238E27FC236}">
                  <a16:creationId xmlns:a16="http://schemas.microsoft.com/office/drawing/2014/main" id="{ACCF9AAC-9080-470E-BE01-EDB43BFEE3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11" y="2358"/>
              <a:ext cx="1" cy="51"/>
            </a:xfrm>
            <a:prstGeom prst="line">
              <a:avLst/>
            </a:prstGeom>
            <a:noFill/>
            <a:ln w="6350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94" name="Freeform 4330">
              <a:extLst>
                <a:ext uri="{FF2B5EF4-FFF2-40B4-BE49-F238E27FC236}">
                  <a16:creationId xmlns:a16="http://schemas.microsoft.com/office/drawing/2014/main" id="{786EF59D-5C15-40D3-92A3-8DB0C955D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486"/>
              <a:ext cx="396" cy="340"/>
            </a:xfrm>
            <a:custGeom>
              <a:avLst/>
              <a:gdLst>
                <a:gd name="T0" fmla="*/ 0 w 304"/>
                <a:gd name="T1" fmla="*/ 174 h 262"/>
                <a:gd name="T2" fmla="*/ 619 w 304"/>
                <a:gd name="T3" fmla="*/ 58 h 262"/>
                <a:gd name="T4" fmla="*/ 324 w 304"/>
                <a:gd name="T5" fmla="*/ 453 h 262"/>
                <a:gd name="T6" fmla="*/ 341 w 304"/>
                <a:gd name="T7" fmla="*/ 572 h 2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4" h="262">
                  <a:moveTo>
                    <a:pt x="0" y="79"/>
                  </a:moveTo>
                  <a:cubicBezTo>
                    <a:pt x="20" y="42"/>
                    <a:pt x="243" y="0"/>
                    <a:pt x="280" y="27"/>
                  </a:cubicBezTo>
                  <a:cubicBezTo>
                    <a:pt x="304" y="46"/>
                    <a:pt x="192" y="201"/>
                    <a:pt x="147" y="207"/>
                  </a:cubicBezTo>
                  <a:cubicBezTo>
                    <a:pt x="154" y="262"/>
                    <a:pt x="154" y="262"/>
                    <a:pt x="154" y="26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95" name="Line 4331">
              <a:extLst>
                <a:ext uri="{FF2B5EF4-FFF2-40B4-BE49-F238E27FC236}">
                  <a16:creationId xmlns:a16="http://schemas.microsoft.com/office/drawing/2014/main" id="{657AF04F-BAB1-41BF-9F4E-51E5656C57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7" y="3004"/>
              <a:ext cx="8" cy="69"/>
            </a:xfrm>
            <a:prstGeom prst="line">
              <a:avLst/>
            </a:prstGeom>
            <a:noFill/>
            <a:ln w="6350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96" name="Line 4332">
              <a:extLst>
                <a:ext uri="{FF2B5EF4-FFF2-40B4-BE49-F238E27FC236}">
                  <a16:creationId xmlns:a16="http://schemas.microsoft.com/office/drawing/2014/main" id="{C4C002CE-2EFD-4851-802A-91429532DC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9" y="2257"/>
              <a:ext cx="31" cy="68"/>
            </a:xfrm>
            <a:prstGeom prst="line">
              <a:avLst/>
            </a:prstGeom>
            <a:noFill/>
            <a:ln w="6350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97" name="Line 4333">
              <a:extLst>
                <a:ext uri="{FF2B5EF4-FFF2-40B4-BE49-F238E27FC236}">
                  <a16:creationId xmlns:a16="http://schemas.microsoft.com/office/drawing/2014/main" id="{02CDCE7F-D2D6-42B2-A7F2-E5E777C1C8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1" y="2344"/>
              <a:ext cx="5" cy="69"/>
            </a:xfrm>
            <a:prstGeom prst="line">
              <a:avLst/>
            </a:prstGeom>
            <a:noFill/>
            <a:ln w="6350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98" name="Freeform 4334">
              <a:extLst>
                <a:ext uri="{FF2B5EF4-FFF2-40B4-BE49-F238E27FC236}">
                  <a16:creationId xmlns:a16="http://schemas.microsoft.com/office/drawing/2014/main" id="{C66CAB1B-4CD1-4686-9B24-3ECEBD52D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2414"/>
              <a:ext cx="255" cy="255"/>
            </a:xfrm>
            <a:custGeom>
              <a:avLst/>
              <a:gdLst>
                <a:gd name="T0" fmla="*/ 30 w 196"/>
                <a:gd name="T1" fmla="*/ 258 h 196"/>
                <a:gd name="T2" fmla="*/ 144 w 196"/>
                <a:gd name="T3" fmla="*/ 198 h 196"/>
                <a:gd name="T4" fmla="*/ 432 w 196"/>
                <a:gd name="T5" fmla="*/ 131 h 196"/>
                <a:gd name="T6" fmla="*/ 423 w 196"/>
                <a:gd name="T7" fmla="*/ 13 h 196"/>
                <a:gd name="T8" fmla="*/ 134 w 196"/>
                <a:gd name="T9" fmla="*/ 79 h 196"/>
                <a:gd name="T10" fmla="*/ 0 w 196"/>
                <a:gd name="T11" fmla="*/ 185 h 196"/>
                <a:gd name="T12" fmla="*/ 88 w 196"/>
                <a:gd name="T13" fmla="*/ 306 h 196"/>
                <a:gd name="T14" fmla="*/ 100 w 196"/>
                <a:gd name="T15" fmla="*/ 432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6" h="196">
                  <a:moveTo>
                    <a:pt x="14" y="117"/>
                  </a:moveTo>
                  <a:cubicBezTo>
                    <a:pt x="27" y="103"/>
                    <a:pt x="50" y="97"/>
                    <a:pt x="65" y="90"/>
                  </a:cubicBezTo>
                  <a:cubicBezTo>
                    <a:pt x="106" y="71"/>
                    <a:pt x="149" y="55"/>
                    <a:pt x="196" y="60"/>
                  </a:cubicBezTo>
                  <a:cubicBezTo>
                    <a:pt x="192" y="6"/>
                    <a:pt x="192" y="6"/>
                    <a:pt x="192" y="6"/>
                  </a:cubicBezTo>
                  <a:cubicBezTo>
                    <a:pt x="146" y="0"/>
                    <a:pt x="102" y="16"/>
                    <a:pt x="61" y="36"/>
                  </a:cubicBezTo>
                  <a:cubicBezTo>
                    <a:pt x="40" y="46"/>
                    <a:pt x="0" y="58"/>
                    <a:pt x="0" y="84"/>
                  </a:cubicBezTo>
                  <a:cubicBezTo>
                    <a:pt x="0" y="98"/>
                    <a:pt x="23" y="137"/>
                    <a:pt x="40" y="139"/>
                  </a:cubicBezTo>
                  <a:cubicBezTo>
                    <a:pt x="45" y="196"/>
                    <a:pt x="45" y="196"/>
                    <a:pt x="45" y="196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99" name="Freeform 4335">
              <a:extLst>
                <a:ext uri="{FF2B5EF4-FFF2-40B4-BE49-F238E27FC236}">
                  <a16:creationId xmlns:a16="http://schemas.microsoft.com/office/drawing/2014/main" id="{D8CE79D7-F02E-4E93-B8C8-36AE7C299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453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00" name="Freeform 4336">
              <a:extLst>
                <a:ext uri="{FF2B5EF4-FFF2-40B4-BE49-F238E27FC236}">
                  <a16:creationId xmlns:a16="http://schemas.microsoft.com/office/drawing/2014/main" id="{12BD8947-4032-4999-BD67-F9529AEFF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455"/>
              <a:ext cx="4" cy="1"/>
            </a:xfrm>
            <a:custGeom>
              <a:avLst/>
              <a:gdLst>
                <a:gd name="T0" fmla="*/ 7 w 3"/>
                <a:gd name="T1" fmla="*/ 0 h 1"/>
                <a:gd name="T2" fmla="*/ 1 w 3"/>
                <a:gd name="T3" fmla="*/ 0 h 1"/>
                <a:gd name="T4" fmla="*/ 0 w 3"/>
                <a:gd name="T5" fmla="*/ 0 h 1"/>
                <a:gd name="T6" fmla="*/ 7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01" name="Freeform 4337">
              <a:extLst>
                <a:ext uri="{FF2B5EF4-FFF2-40B4-BE49-F238E27FC236}">
                  <a16:creationId xmlns:a16="http://schemas.microsoft.com/office/drawing/2014/main" id="{B0C8CE09-0C3F-45B8-A28B-0396391AF1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8" y="2202"/>
              <a:ext cx="2325" cy="880"/>
            </a:xfrm>
            <a:custGeom>
              <a:avLst/>
              <a:gdLst>
                <a:gd name="T0" fmla="*/ 2784 w 1787"/>
                <a:gd name="T1" fmla="*/ 265 h 677"/>
                <a:gd name="T2" fmla="*/ 2304 w 1787"/>
                <a:gd name="T3" fmla="*/ 316 h 677"/>
                <a:gd name="T4" fmla="*/ 1444 w 1787"/>
                <a:gd name="T5" fmla="*/ 90 h 677"/>
                <a:gd name="T6" fmla="*/ 1158 w 1787"/>
                <a:gd name="T7" fmla="*/ 221 h 677"/>
                <a:gd name="T8" fmla="*/ 1136 w 1787"/>
                <a:gd name="T9" fmla="*/ 312 h 677"/>
                <a:gd name="T10" fmla="*/ 759 w 1787"/>
                <a:gd name="T11" fmla="*/ 329 h 677"/>
                <a:gd name="T12" fmla="*/ 704 w 1787"/>
                <a:gd name="T13" fmla="*/ 541 h 677"/>
                <a:gd name="T14" fmla="*/ 1256 w 1787"/>
                <a:gd name="T15" fmla="*/ 857 h 677"/>
                <a:gd name="T16" fmla="*/ 1936 w 1787"/>
                <a:gd name="T17" fmla="*/ 958 h 677"/>
                <a:gd name="T18" fmla="*/ 2458 w 1787"/>
                <a:gd name="T19" fmla="*/ 968 h 677"/>
                <a:gd name="T20" fmla="*/ 2430 w 1787"/>
                <a:gd name="T21" fmla="*/ 1487 h 677"/>
                <a:gd name="T22" fmla="*/ 3700 w 1787"/>
                <a:gd name="T23" fmla="*/ 372 h 677"/>
                <a:gd name="T24" fmla="*/ 3059 w 1787"/>
                <a:gd name="T25" fmla="*/ 478 h 677"/>
                <a:gd name="T26" fmla="*/ 2818 w 1787"/>
                <a:gd name="T27" fmla="*/ 525 h 677"/>
                <a:gd name="T28" fmla="*/ 2721 w 1787"/>
                <a:gd name="T29" fmla="*/ 373 h 677"/>
                <a:gd name="T30" fmla="*/ 2518 w 1787"/>
                <a:gd name="T31" fmla="*/ 571 h 677"/>
                <a:gd name="T32" fmla="*/ 1861 w 1787"/>
                <a:gd name="T33" fmla="*/ 694 h 677"/>
                <a:gd name="T34" fmla="*/ 2087 w 1787"/>
                <a:gd name="T35" fmla="*/ 503 h 677"/>
                <a:gd name="T36" fmla="*/ 1595 w 1787"/>
                <a:gd name="T37" fmla="*/ 422 h 677"/>
                <a:gd name="T38" fmla="*/ 1772 w 1787"/>
                <a:gd name="T39" fmla="*/ 593 h 677"/>
                <a:gd name="T40" fmla="*/ 1581 w 1787"/>
                <a:gd name="T41" fmla="*/ 607 h 677"/>
                <a:gd name="T42" fmla="*/ 1216 w 1787"/>
                <a:gd name="T43" fmla="*/ 500 h 677"/>
                <a:gd name="T44" fmla="*/ 1581 w 1787"/>
                <a:gd name="T45" fmla="*/ 607 h 677"/>
                <a:gd name="T46" fmla="*/ 1939 w 1787"/>
                <a:gd name="T47" fmla="*/ 512 h 677"/>
                <a:gd name="T48" fmla="*/ 2216 w 1787"/>
                <a:gd name="T49" fmla="*/ 305 h 677"/>
                <a:gd name="T50" fmla="*/ 2211 w 1787"/>
                <a:gd name="T51" fmla="*/ 250 h 677"/>
                <a:gd name="T52" fmla="*/ 1905 w 1787"/>
                <a:gd name="T53" fmla="*/ 283 h 677"/>
                <a:gd name="T54" fmla="*/ 1672 w 1787"/>
                <a:gd name="T55" fmla="*/ 123 h 677"/>
                <a:gd name="T56" fmla="*/ 1609 w 1787"/>
                <a:gd name="T57" fmla="*/ 361 h 677"/>
                <a:gd name="T58" fmla="*/ 1360 w 1787"/>
                <a:gd name="T59" fmla="*/ 283 h 677"/>
                <a:gd name="T60" fmla="*/ 1272 w 1787"/>
                <a:gd name="T61" fmla="*/ 416 h 677"/>
                <a:gd name="T62" fmla="*/ 738 w 1787"/>
                <a:gd name="T63" fmla="*/ 506 h 677"/>
                <a:gd name="T64" fmla="*/ 795 w 1787"/>
                <a:gd name="T65" fmla="*/ 424 h 677"/>
                <a:gd name="T66" fmla="*/ 1213 w 1787"/>
                <a:gd name="T67" fmla="*/ 460 h 677"/>
                <a:gd name="T68" fmla="*/ 786 w 1787"/>
                <a:gd name="T69" fmla="*/ 580 h 677"/>
                <a:gd name="T70" fmla="*/ 1002 w 1787"/>
                <a:gd name="T71" fmla="*/ 659 h 677"/>
                <a:gd name="T72" fmla="*/ 1808 w 1787"/>
                <a:gd name="T73" fmla="*/ 942 h 677"/>
                <a:gd name="T74" fmla="*/ 1609 w 1787"/>
                <a:gd name="T75" fmla="*/ 928 h 677"/>
                <a:gd name="T76" fmla="*/ 1871 w 1787"/>
                <a:gd name="T77" fmla="*/ 849 h 677"/>
                <a:gd name="T78" fmla="*/ 1581 w 1787"/>
                <a:gd name="T79" fmla="*/ 870 h 677"/>
                <a:gd name="T80" fmla="*/ 1315 w 1787"/>
                <a:gd name="T81" fmla="*/ 666 h 677"/>
                <a:gd name="T82" fmla="*/ 1810 w 1787"/>
                <a:gd name="T83" fmla="*/ 732 h 677"/>
                <a:gd name="T84" fmla="*/ 1940 w 1787"/>
                <a:gd name="T85" fmla="*/ 906 h 677"/>
                <a:gd name="T86" fmla="*/ 2503 w 1787"/>
                <a:gd name="T87" fmla="*/ 672 h 677"/>
                <a:gd name="T88" fmla="*/ 2390 w 1787"/>
                <a:gd name="T89" fmla="*/ 946 h 677"/>
                <a:gd name="T90" fmla="*/ 2281 w 1787"/>
                <a:gd name="T91" fmla="*/ 863 h 677"/>
                <a:gd name="T92" fmla="*/ 2727 w 1787"/>
                <a:gd name="T93" fmla="*/ 798 h 677"/>
                <a:gd name="T94" fmla="*/ 2897 w 1787"/>
                <a:gd name="T95" fmla="*/ 689 h 677"/>
                <a:gd name="T96" fmla="*/ 3306 w 1787"/>
                <a:gd name="T97" fmla="*/ 463 h 677"/>
                <a:gd name="T98" fmla="*/ 3240 w 1787"/>
                <a:gd name="T99" fmla="*/ 360 h 677"/>
                <a:gd name="T100" fmla="*/ 1932 w 1787"/>
                <a:gd name="T101" fmla="*/ 1438 h 67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787" h="677">
                  <a:moveTo>
                    <a:pt x="1396" y="139"/>
                  </a:moveTo>
                  <a:cubicBezTo>
                    <a:pt x="1395" y="140"/>
                    <a:pt x="1395" y="140"/>
                    <a:pt x="1395" y="140"/>
                  </a:cubicBezTo>
                  <a:cubicBezTo>
                    <a:pt x="1367" y="159"/>
                    <a:pt x="1333" y="181"/>
                    <a:pt x="1297" y="180"/>
                  </a:cubicBezTo>
                  <a:cubicBezTo>
                    <a:pt x="1278" y="179"/>
                    <a:pt x="1245" y="142"/>
                    <a:pt x="1264" y="121"/>
                  </a:cubicBezTo>
                  <a:cubicBezTo>
                    <a:pt x="1220" y="118"/>
                    <a:pt x="1220" y="118"/>
                    <a:pt x="1220" y="118"/>
                  </a:cubicBezTo>
                  <a:cubicBezTo>
                    <a:pt x="1195" y="126"/>
                    <a:pt x="1177" y="155"/>
                    <a:pt x="1151" y="161"/>
                  </a:cubicBezTo>
                  <a:cubicBezTo>
                    <a:pt x="1121" y="167"/>
                    <a:pt x="1091" y="170"/>
                    <a:pt x="1061" y="177"/>
                  </a:cubicBezTo>
                  <a:cubicBezTo>
                    <a:pt x="1021" y="185"/>
                    <a:pt x="1003" y="162"/>
                    <a:pt x="1046" y="144"/>
                  </a:cubicBezTo>
                  <a:cubicBezTo>
                    <a:pt x="1067" y="135"/>
                    <a:pt x="1096" y="113"/>
                    <a:pt x="1115" y="102"/>
                  </a:cubicBezTo>
                  <a:cubicBezTo>
                    <a:pt x="1114" y="101"/>
                    <a:pt x="1114" y="101"/>
                    <a:pt x="1114" y="101"/>
                  </a:cubicBezTo>
                  <a:cubicBezTo>
                    <a:pt x="1016" y="81"/>
                    <a:pt x="873" y="47"/>
                    <a:pt x="772" y="0"/>
                  </a:cubicBezTo>
                  <a:cubicBezTo>
                    <a:pt x="656" y="41"/>
                    <a:pt x="656" y="41"/>
                    <a:pt x="656" y="41"/>
                  </a:cubicBezTo>
                  <a:cubicBezTo>
                    <a:pt x="654" y="42"/>
                    <a:pt x="654" y="42"/>
                    <a:pt x="654" y="42"/>
                  </a:cubicBezTo>
                  <a:cubicBezTo>
                    <a:pt x="674" y="47"/>
                    <a:pt x="695" y="75"/>
                    <a:pt x="684" y="88"/>
                  </a:cubicBezTo>
                  <a:cubicBezTo>
                    <a:pt x="672" y="102"/>
                    <a:pt x="651" y="106"/>
                    <a:pt x="634" y="109"/>
                  </a:cubicBezTo>
                  <a:cubicBezTo>
                    <a:pt x="598" y="116"/>
                    <a:pt x="545" y="140"/>
                    <a:pt x="526" y="101"/>
                  </a:cubicBezTo>
                  <a:cubicBezTo>
                    <a:pt x="525" y="99"/>
                    <a:pt x="525" y="99"/>
                    <a:pt x="525" y="99"/>
                  </a:cubicBezTo>
                  <a:cubicBezTo>
                    <a:pt x="494" y="109"/>
                    <a:pt x="494" y="109"/>
                    <a:pt x="494" y="109"/>
                  </a:cubicBezTo>
                  <a:cubicBezTo>
                    <a:pt x="496" y="111"/>
                    <a:pt x="496" y="111"/>
                    <a:pt x="496" y="111"/>
                  </a:cubicBezTo>
                  <a:cubicBezTo>
                    <a:pt x="513" y="112"/>
                    <a:pt x="517" y="126"/>
                    <a:pt x="516" y="142"/>
                  </a:cubicBezTo>
                  <a:cubicBezTo>
                    <a:pt x="512" y="169"/>
                    <a:pt x="480" y="164"/>
                    <a:pt x="459" y="171"/>
                  </a:cubicBezTo>
                  <a:cubicBezTo>
                    <a:pt x="428" y="182"/>
                    <a:pt x="427" y="176"/>
                    <a:pt x="401" y="165"/>
                  </a:cubicBezTo>
                  <a:cubicBezTo>
                    <a:pt x="385" y="157"/>
                    <a:pt x="365" y="154"/>
                    <a:pt x="347" y="152"/>
                  </a:cubicBezTo>
                  <a:cubicBezTo>
                    <a:pt x="344" y="150"/>
                    <a:pt x="344" y="150"/>
                    <a:pt x="344" y="15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0" y="256"/>
                    <a:pt x="2" y="268"/>
                    <a:pt x="40" y="296"/>
                  </a:cubicBezTo>
                  <a:cubicBezTo>
                    <a:pt x="42" y="294"/>
                    <a:pt x="42" y="294"/>
                    <a:pt x="42" y="294"/>
                  </a:cubicBezTo>
                  <a:cubicBezTo>
                    <a:pt x="61" y="259"/>
                    <a:pt x="287" y="220"/>
                    <a:pt x="320" y="246"/>
                  </a:cubicBezTo>
                  <a:cubicBezTo>
                    <a:pt x="344" y="265"/>
                    <a:pt x="232" y="420"/>
                    <a:pt x="187" y="425"/>
                  </a:cubicBezTo>
                  <a:cubicBezTo>
                    <a:pt x="187" y="425"/>
                    <a:pt x="284" y="489"/>
                    <a:pt x="290" y="490"/>
                  </a:cubicBezTo>
                  <a:cubicBezTo>
                    <a:pt x="296" y="491"/>
                    <a:pt x="453" y="341"/>
                    <a:pt x="487" y="349"/>
                  </a:cubicBezTo>
                  <a:cubicBezTo>
                    <a:pt x="518" y="356"/>
                    <a:pt x="540" y="385"/>
                    <a:pt x="570" y="390"/>
                  </a:cubicBezTo>
                  <a:cubicBezTo>
                    <a:pt x="602" y="396"/>
                    <a:pt x="634" y="384"/>
                    <a:pt x="664" y="399"/>
                  </a:cubicBezTo>
                  <a:cubicBezTo>
                    <a:pt x="699" y="417"/>
                    <a:pt x="626" y="615"/>
                    <a:pt x="626" y="615"/>
                  </a:cubicBezTo>
                  <a:cubicBezTo>
                    <a:pt x="696" y="630"/>
                    <a:pt x="710" y="633"/>
                    <a:pt x="710" y="633"/>
                  </a:cubicBezTo>
                  <a:cubicBezTo>
                    <a:pt x="754" y="631"/>
                    <a:pt x="836" y="432"/>
                    <a:pt x="879" y="436"/>
                  </a:cubicBezTo>
                  <a:cubicBezTo>
                    <a:pt x="904" y="438"/>
                    <a:pt x="986" y="434"/>
                    <a:pt x="967" y="480"/>
                  </a:cubicBezTo>
                  <a:cubicBezTo>
                    <a:pt x="877" y="655"/>
                    <a:pt x="877" y="655"/>
                    <a:pt x="877" y="655"/>
                  </a:cubicBezTo>
                  <a:cubicBezTo>
                    <a:pt x="925" y="657"/>
                    <a:pt x="925" y="657"/>
                    <a:pt x="925" y="657"/>
                  </a:cubicBezTo>
                  <a:cubicBezTo>
                    <a:pt x="949" y="652"/>
                    <a:pt x="1093" y="449"/>
                    <a:pt x="1116" y="441"/>
                  </a:cubicBezTo>
                  <a:cubicBezTo>
                    <a:pt x="1140" y="431"/>
                    <a:pt x="1165" y="416"/>
                    <a:pt x="1191" y="412"/>
                  </a:cubicBezTo>
                  <a:cubicBezTo>
                    <a:pt x="1210" y="409"/>
                    <a:pt x="1236" y="404"/>
                    <a:pt x="1253" y="415"/>
                  </a:cubicBezTo>
                  <a:cubicBezTo>
                    <a:pt x="1310" y="452"/>
                    <a:pt x="1021" y="655"/>
                    <a:pt x="1008" y="667"/>
                  </a:cubicBezTo>
                  <a:cubicBezTo>
                    <a:pt x="1104" y="677"/>
                    <a:pt x="1104" y="677"/>
                    <a:pt x="1104" y="677"/>
                  </a:cubicBezTo>
                  <a:cubicBezTo>
                    <a:pt x="1530" y="301"/>
                    <a:pt x="1530" y="301"/>
                    <a:pt x="1530" y="301"/>
                  </a:cubicBezTo>
                  <a:cubicBezTo>
                    <a:pt x="1513" y="299"/>
                    <a:pt x="1490" y="260"/>
                    <a:pt x="1490" y="246"/>
                  </a:cubicBezTo>
                  <a:cubicBezTo>
                    <a:pt x="1490" y="220"/>
                    <a:pt x="1531" y="209"/>
                    <a:pt x="1552" y="199"/>
                  </a:cubicBezTo>
                  <a:cubicBezTo>
                    <a:pt x="1593" y="179"/>
                    <a:pt x="1634" y="164"/>
                    <a:pt x="1680" y="169"/>
                  </a:cubicBezTo>
                  <a:cubicBezTo>
                    <a:pt x="1683" y="169"/>
                    <a:pt x="1683" y="169"/>
                    <a:pt x="1683" y="169"/>
                  </a:cubicBezTo>
                  <a:cubicBezTo>
                    <a:pt x="1787" y="75"/>
                    <a:pt x="1787" y="75"/>
                    <a:pt x="1787" y="75"/>
                  </a:cubicBezTo>
                  <a:cubicBezTo>
                    <a:pt x="1787" y="75"/>
                    <a:pt x="1613" y="144"/>
                    <a:pt x="1396" y="139"/>
                  </a:cubicBezTo>
                  <a:close/>
                  <a:moveTo>
                    <a:pt x="1389" y="218"/>
                  </a:moveTo>
                  <a:cubicBezTo>
                    <a:pt x="1422" y="240"/>
                    <a:pt x="1348" y="273"/>
                    <a:pt x="1325" y="282"/>
                  </a:cubicBezTo>
                  <a:cubicBezTo>
                    <a:pt x="1289" y="297"/>
                    <a:pt x="1274" y="275"/>
                    <a:pt x="1247" y="280"/>
                  </a:cubicBezTo>
                  <a:cubicBezTo>
                    <a:pt x="1246" y="280"/>
                    <a:pt x="1245" y="280"/>
                    <a:pt x="1241" y="278"/>
                  </a:cubicBezTo>
                  <a:cubicBezTo>
                    <a:pt x="1232" y="255"/>
                    <a:pt x="1263" y="246"/>
                    <a:pt x="1280" y="239"/>
                  </a:cubicBezTo>
                  <a:cubicBezTo>
                    <a:pt x="1309" y="226"/>
                    <a:pt x="1355" y="197"/>
                    <a:pt x="1389" y="218"/>
                  </a:cubicBezTo>
                  <a:close/>
                  <a:moveTo>
                    <a:pt x="1031" y="232"/>
                  </a:moveTo>
                  <a:cubicBezTo>
                    <a:pt x="1033" y="191"/>
                    <a:pt x="1152" y="175"/>
                    <a:pt x="1185" y="168"/>
                  </a:cubicBezTo>
                  <a:cubicBezTo>
                    <a:pt x="1201" y="165"/>
                    <a:pt x="1220" y="162"/>
                    <a:pt x="1235" y="170"/>
                  </a:cubicBezTo>
                  <a:cubicBezTo>
                    <a:pt x="1245" y="172"/>
                    <a:pt x="1285" y="195"/>
                    <a:pt x="1284" y="209"/>
                  </a:cubicBezTo>
                  <a:cubicBezTo>
                    <a:pt x="1283" y="222"/>
                    <a:pt x="1238" y="236"/>
                    <a:pt x="1227" y="246"/>
                  </a:cubicBezTo>
                  <a:cubicBezTo>
                    <a:pt x="1217" y="254"/>
                    <a:pt x="1201" y="287"/>
                    <a:pt x="1187" y="288"/>
                  </a:cubicBezTo>
                  <a:cubicBezTo>
                    <a:pt x="1177" y="288"/>
                    <a:pt x="1153" y="263"/>
                    <a:pt x="1143" y="260"/>
                  </a:cubicBezTo>
                  <a:cubicBezTo>
                    <a:pt x="1118" y="253"/>
                    <a:pt x="1028" y="276"/>
                    <a:pt x="1031" y="232"/>
                  </a:cubicBezTo>
                  <a:close/>
                  <a:moveTo>
                    <a:pt x="993" y="309"/>
                  </a:moveTo>
                  <a:cubicBezTo>
                    <a:pt x="961" y="329"/>
                    <a:pt x="915" y="359"/>
                    <a:pt x="882" y="336"/>
                  </a:cubicBezTo>
                  <a:cubicBezTo>
                    <a:pt x="870" y="328"/>
                    <a:pt x="860" y="319"/>
                    <a:pt x="845" y="316"/>
                  </a:cubicBezTo>
                  <a:cubicBezTo>
                    <a:pt x="829" y="313"/>
                    <a:pt x="788" y="329"/>
                    <a:pt x="798" y="309"/>
                  </a:cubicBezTo>
                  <a:cubicBezTo>
                    <a:pt x="808" y="289"/>
                    <a:pt x="824" y="277"/>
                    <a:pt x="843" y="270"/>
                  </a:cubicBezTo>
                  <a:cubicBezTo>
                    <a:pt x="846" y="269"/>
                    <a:pt x="846" y="269"/>
                    <a:pt x="846" y="269"/>
                  </a:cubicBezTo>
                  <a:cubicBezTo>
                    <a:pt x="877" y="256"/>
                    <a:pt x="910" y="233"/>
                    <a:pt x="948" y="229"/>
                  </a:cubicBezTo>
                  <a:cubicBezTo>
                    <a:pt x="974" y="227"/>
                    <a:pt x="1009" y="229"/>
                    <a:pt x="1020" y="256"/>
                  </a:cubicBezTo>
                  <a:cubicBezTo>
                    <a:pt x="1030" y="282"/>
                    <a:pt x="1013" y="297"/>
                    <a:pt x="993" y="309"/>
                  </a:cubicBezTo>
                  <a:close/>
                  <a:moveTo>
                    <a:pt x="722" y="194"/>
                  </a:moveTo>
                  <a:cubicBezTo>
                    <a:pt x="724" y="192"/>
                    <a:pt x="724" y="192"/>
                    <a:pt x="724" y="192"/>
                  </a:cubicBezTo>
                  <a:cubicBezTo>
                    <a:pt x="739" y="185"/>
                    <a:pt x="741" y="203"/>
                    <a:pt x="756" y="205"/>
                  </a:cubicBezTo>
                  <a:cubicBezTo>
                    <a:pt x="775" y="208"/>
                    <a:pt x="788" y="197"/>
                    <a:pt x="804" y="192"/>
                  </a:cubicBezTo>
                  <a:cubicBezTo>
                    <a:pt x="823" y="185"/>
                    <a:pt x="857" y="187"/>
                    <a:pt x="862" y="211"/>
                  </a:cubicBezTo>
                  <a:cubicBezTo>
                    <a:pt x="868" y="239"/>
                    <a:pt x="822" y="255"/>
                    <a:pt x="805" y="270"/>
                  </a:cubicBezTo>
                  <a:cubicBezTo>
                    <a:pt x="795" y="278"/>
                    <a:pt x="760" y="316"/>
                    <a:pt x="744" y="291"/>
                  </a:cubicBezTo>
                  <a:cubicBezTo>
                    <a:pt x="739" y="283"/>
                    <a:pt x="750" y="267"/>
                    <a:pt x="748" y="258"/>
                  </a:cubicBezTo>
                  <a:cubicBezTo>
                    <a:pt x="745" y="230"/>
                    <a:pt x="687" y="217"/>
                    <a:pt x="722" y="194"/>
                  </a:cubicBezTo>
                  <a:close/>
                  <a:moveTo>
                    <a:pt x="718" y="276"/>
                  </a:moveTo>
                  <a:cubicBezTo>
                    <a:pt x="702" y="289"/>
                    <a:pt x="668" y="294"/>
                    <a:pt x="647" y="292"/>
                  </a:cubicBezTo>
                  <a:cubicBezTo>
                    <a:pt x="629" y="291"/>
                    <a:pt x="617" y="283"/>
                    <a:pt x="598" y="282"/>
                  </a:cubicBezTo>
                  <a:cubicBezTo>
                    <a:pt x="588" y="281"/>
                    <a:pt x="559" y="281"/>
                    <a:pt x="553" y="275"/>
                  </a:cubicBezTo>
                  <a:cubicBezTo>
                    <a:pt x="544" y="267"/>
                    <a:pt x="548" y="236"/>
                    <a:pt x="553" y="228"/>
                  </a:cubicBezTo>
                  <a:cubicBezTo>
                    <a:pt x="560" y="215"/>
                    <a:pt x="575" y="213"/>
                    <a:pt x="591" y="213"/>
                  </a:cubicBezTo>
                  <a:cubicBezTo>
                    <a:pt x="593" y="213"/>
                    <a:pt x="593" y="213"/>
                    <a:pt x="593" y="213"/>
                  </a:cubicBezTo>
                  <a:cubicBezTo>
                    <a:pt x="626" y="212"/>
                    <a:pt x="664" y="215"/>
                    <a:pt x="692" y="232"/>
                  </a:cubicBezTo>
                  <a:cubicBezTo>
                    <a:pt x="713" y="243"/>
                    <a:pt x="746" y="254"/>
                    <a:pt x="718" y="276"/>
                  </a:cubicBezTo>
                  <a:close/>
                  <a:moveTo>
                    <a:pt x="1006" y="139"/>
                  </a:moveTo>
                  <a:cubicBezTo>
                    <a:pt x="982" y="168"/>
                    <a:pt x="1005" y="180"/>
                    <a:pt x="1006" y="196"/>
                  </a:cubicBezTo>
                  <a:cubicBezTo>
                    <a:pt x="1007" y="212"/>
                    <a:pt x="965" y="207"/>
                    <a:pt x="948" y="209"/>
                  </a:cubicBezTo>
                  <a:cubicBezTo>
                    <a:pt x="924" y="213"/>
                    <a:pt x="893" y="244"/>
                    <a:pt x="880" y="233"/>
                  </a:cubicBezTo>
                  <a:cubicBezTo>
                    <a:pt x="866" y="221"/>
                    <a:pt x="881" y="202"/>
                    <a:pt x="884" y="191"/>
                  </a:cubicBezTo>
                  <a:cubicBezTo>
                    <a:pt x="889" y="174"/>
                    <a:pt x="892" y="172"/>
                    <a:pt x="912" y="168"/>
                  </a:cubicBezTo>
                  <a:cubicBezTo>
                    <a:pt x="914" y="167"/>
                    <a:pt x="914" y="167"/>
                    <a:pt x="914" y="167"/>
                  </a:cubicBezTo>
                  <a:cubicBezTo>
                    <a:pt x="936" y="162"/>
                    <a:pt x="1021" y="122"/>
                    <a:pt x="1006" y="139"/>
                  </a:cubicBezTo>
                  <a:close/>
                  <a:moveTo>
                    <a:pt x="892" y="92"/>
                  </a:moveTo>
                  <a:cubicBezTo>
                    <a:pt x="920" y="67"/>
                    <a:pt x="950" y="96"/>
                    <a:pt x="980" y="94"/>
                  </a:cubicBezTo>
                  <a:cubicBezTo>
                    <a:pt x="982" y="94"/>
                    <a:pt x="982" y="94"/>
                    <a:pt x="982" y="94"/>
                  </a:cubicBezTo>
                  <a:cubicBezTo>
                    <a:pt x="992" y="95"/>
                    <a:pt x="1004" y="99"/>
                    <a:pt x="1004" y="114"/>
                  </a:cubicBezTo>
                  <a:cubicBezTo>
                    <a:pt x="1003" y="129"/>
                    <a:pt x="939" y="135"/>
                    <a:pt x="906" y="144"/>
                  </a:cubicBezTo>
                  <a:cubicBezTo>
                    <a:pt x="887" y="150"/>
                    <a:pt x="880" y="156"/>
                    <a:pt x="866" y="168"/>
                  </a:cubicBezTo>
                  <a:cubicBezTo>
                    <a:pt x="857" y="176"/>
                    <a:pt x="842" y="179"/>
                    <a:pt x="843" y="161"/>
                  </a:cubicBezTo>
                  <a:cubicBezTo>
                    <a:pt x="844" y="151"/>
                    <a:pt x="859" y="137"/>
                    <a:pt x="865" y="129"/>
                  </a:cubicBezTo>
                  <a:cubicBezTo>
                    <a:pt x="873" y="119"/>
                    <a:pt x="882" y="101"/>
                    <a:pt x="892" y="92"/>
                  </a:cubicBezTo>
                  <a:close/>
                  <a:moveTo>
                    <a:pt x="677" y="109"/>
                  </a:moveTo>
                  <a:cubicBezTo>
                    <a:pt x="684" y="99"/>
                    <a:pt x="709" y="87"/>
                    <a:pt x="720" y="76"/>
                  </a:cubicBezTo>
                  <a:cubicBezTo>
                    <a:pt x="728" y="66"/>
                    <a:pt x="744" y="44"/>
                    <a:pt x="759" y="56"/>
                  </a:cubicBezTo>
                  <a:cubicBezTo>
                    <a:pt x="760" y="57"/>
                    <a:pt x="760" y="57"/>
                    <a:pt x="760" y="57"/>
                  </a:cubicBezTo>
                  <a:cubicBezTo>
                    <a:pt x="797" y="64"/>
                    <a:pt x="852" y="41"/>
                    <a:pt x="860" y="96"/>
                  </a:cubicBezTo>
                  <a:cubicBezTo>
                    <a:pt x="864" y="126"/>
                    <a:pt x="818" y="154"/>
                    <a:pt x="798" y="174"/>
                  </a:cubicBezTo>
                  <a:cubicBezTo>
                    <a:pt x="771" y="201"/>
                    <a:pt x="750" y="191"/>
                    <a:pt x="731" y="165"/>
                  </a:cubicBezTo>
                  <a:cubicBezTo>
                    <a:pt x="720" y="149"/>
                    <a:pt x="710" y="142"/>
                    <a:pt x="693" y="133"/>
                  </a:cubicBezTo>
                  <a:cubicBezTo>
                    <a:pt x="679" y="126"/>
                    <a:pt x="667" y="123"/>
                    <a:pt x="677" y="109"/>
                  </a:cubicBezTo>
                  <a:close/>
                  <a:moveTo>
                    <a:pt x="616" y="129"/>
                  </a:moveTo>
                  <a:cubicBezTo>
                    <a:pt x="617" y="129"/>
                    <a:pt x="617" y="129"/>
                    <a:pt x="617" y="129"/>
                  </a:cubicBezTo>
                  <a:cubicBezTo>
                    <a:pt x="637" y="128"/>
                    <a:pt x="686" y="139"/>
                    <a:pt x="700" y="151"/>
                  </a:cubicBezTo>
                  <a:cubicBezTo>
                    <a:pt x="714" y="163"/>
                    <a:pt x="712" y="198"/>
                    <a:pt x="692" y="205"/>
                  </a:cubicBezTo>
                  <a:cubicBezTo>
                    <a:pt x="681" y="208"/>
                    <a:pt x="653" y="199"/>
                    <a:pt x="641" y="198"/>
                  </a:cubicBezTo>
                  <a:cubicBezTo>
                    <a:pt x="621" y="197"/>
                    <a:pt x="596" y="196"/>
                    <a:pt x="578" y="189"/>
                  </a:cubicBezTo>
                  <a:cubicBezTo>
                    <a:pt x="567" y="186"/>
                    <a:pt x="535" y="177"/>
                    <a:pt x="534" y="167"/>
                  </a:cubicBezTo>
                  <a:cubicBezTo>
                    <a:pt x="533" y="143"/>
                    <a:pt x="599" y="130"/>
                    <a:pt x="616" y="129"/>
                  </a:cubicBezTo>
                  <a:close/>
                  <a:moveTo>
                    <a:pt x="357" y="264"/>
                  </a:moveTo>
                  <a:cubicBezTo>
                    <a:pt x="340" y="245"/>
                    <a:pt x="372" y="238"/>
                    <a:pt x="335" y="230"/>
                  </a:cubicBezTo>
                  <a:cubicBezTo>
                    <a:pt x="317" y="226"/>
                    <a:pt x="288" y="204"/>
                    <a:pt x="318" y="190"/>
                  </a:cubicBezTo>
                  <a:cubicBezTo>
                    <a:pt x="328" y="185"/>
                    <a:pt x="345" y="193"/>
                    <a:pt x="359" y="194"/>
                  </a:cubicBezTo>
                  <a:cubicBezTo>
                    <a:pt x="364" y="193"/>
                    <a:pt x="364" y="193"/>
                    <a:pt x="364" y="193"/>
                  </a:cubicBezTo>
                  <a:cubicBezTo>
                    <a:pt x="363" y="193"/>
                    <a:pt x="362" y="193"/>
                    <a:pt x="361" y="193"/>
                  </a:cubicBezTo>
                  <a:cubicBezTo>
                    <a:pt x="368" y="193"/>
                    <a:pt x="377" y="192"/>
                    <a:pt x="382" y="194"/>
                  </a:cubicBezTo>
                  <a:cubicBezTo>
                    <a:pt x="390" y="198"/>
                    <a:pt x="393" y="208"/>
                    <a:pt x="403" y="212"/>
                  </a:cubicBezTo>
                  <a:cubicBezTo>
                    <a:pt x="431" y="221"/>
                    <a:pt x="472" y="196"/>
                    <a:pt x="502" y="195"/>
                  </a:cubicBezTo>
                  <a:cubicBezTo>
                    <a:pt x="514" y="195"/>
                    <a:pt x="551" y="194"/>
                    <a:pt x="550" y="209"/>
                  </a:cubicBezTo>
                  <a:cubicBezTo>
                    <a:pt x="549" y="216"/>
                    <a:pt x="540" y="215"/>
                    <a:pt x="537" y="219"/>
                  </a:cubicBezTo>
                  <a:cubicBezTo>
                    <a:pt x="534" y="225"/>
                    <a:pt x="537" y="229"/>
                    <a:pt x="535" y="234"/>
                  </a:cubicBezTo>
                  <a:cubicBezTo>
                    <a:pt x="523" y="278"/>
                    <a:pt x="501" y="274"/>
                    <a:pt x="462" y="268"/>
                  </a:cubicBezTo>
                  <a:cubicBezTo>
                    <a:pt x="439" y="265"/>
                    <a:pt x="374" y="284"/>
                    <a:pt x="357" y="264"/>
                  </a:cubicBezTo>
                  <a:close/>
                  <a:moveTo>
                    <a:pt x="467" y="321"/>
                  </a:moveTo>
                  <a:cubicBezTo>
                    <a:pt x="441" y="323"/>
                    <a:pt x="429" y="336"/>
                    <a:pt x="405" y="344"/>
                  </a:cubicBezTo>
                  <a:cubicBezTo>
                    <a:pt x="383" y="350"/>
                    <a:pt x="356" y="336"/>
                    <a:pt x="374" y="315"/>
                  </a:cubicBezTo>
                  <a:cubicBezTo>
                    <a:pt x="392" y="296"/>
                    <a:pt x="431" y="302"/>
                    <a:pt x="455" y="300"/>
                  </a:cubicBezTo>
                  <a:cubicBezTo>
                    <a:pt x="474" y="298"/>
                    <a:pt x="523" y="274"/>
                    <a:pt x="535" y="292"/>
                  </a:cubicBezTo>
                  <a:cubicBezTo>
                    <a:pt x="536" y="293"/>
                    <a:pt x="536" y="293"/>
                    <a:pt x="536" y="293"/>
                  </a:cubicBezTo>
                  <a:cubicBezTo>
                    <a:pt x="567" y="322"/>
                    <a:pt x="478" y="321"/>
                    <a:pt x="467" y="321"/>
                  </a:cubicBezTo>
                  <a:close/>
                  <a:moveTo>
                    <a:pt x="821" y="429"/>
                  </a:moveTo>
                  <a:cubicBezTo>
                    <a:pt x="818" y="438"/>
                    <a:pt x="811" y="434"/>
                    <a:pt x="801" y="436"/>
                  </a:cubicBezTo>
                  <a:cubicBezTo>
                    <a:pt x="778" y="439"/>
                    <a:pt x="748" y="445"/>
                    <a:pt x="725" y="446"/>
                  </a:cubicBezTo>
                  <a:cubicBezTo>
                    <a:pt x="713" y="446"/>
                    <a:pt x="690" y="441"/>
                    <a:pt x="704" y="425"/>
                  </a:cubicBezTo>
                  <a:cubicBezTo>
                    <a:pt x="708" y="420"/>
                    <a:pt x="725" y="422"/>
                    <a:pt x="731" y="422"/>
                  </a:cubicBezTo>
                  <a:cubicBezTo>
                    <a:pt x="751" y="421"/>
                    <a:pt x="785" y="422"/>
                    <a:pt x="805" y="417"/>
                  </a:cubicBezTo>
                  <a:cubicBezTo>
                    <a:pt x="808" y="416"/>
                    <a:pt x="808" y="416"/>
                    <a:pt x="808" y="416"/>
                  </a:cubicBezTo>
                  <a:cubicBezTo>
                    <a:pt x="816" y="413"/>
                    <a:pt x="825" y="419"/>
                    <a:pt x="821" y="429"/>
                  </a:cubicBezTo>
                  <a:close/>
                  <a:moveTo>
                    <a:pt x="849" y="386"/>
                  </a:moveTo>
                  <a:cubicBezTo>
                    <a:pt x="843" y="388"/>
                    <a:pt x="832" y="386"/>
                    <a:pt x="826" y="387"/>
                  </a:cubicBezTo>
                  <a:cubicBezTo>
                    <a:pt x="815" y="389"/>
                    <a:pt x="808" y="393"/>
                    <a:pt x="799" y="396"/>
                  </a:cubicBezTo>
                  <a:cubicBezTo>
                    <a:pt x="780" y="402"/>
                    <a:pt x="779" y="400"/>
                    <a:pt x="760" y="396"/>
                  </a:cubicBezTo>
                  <a:cubicBezTo>
                    <a:pt x="746" y="394"/>
                    <a:pt x="732" y="397"/>
                    <a:pt x="718" y="396"/>
                  </a:cubicBezTo>
                  <a:cubicBezTo>
                    <a:pt x="696" y="394"/>
                    <a:pt x="684" y="382"/>
                    <a:pt x="666" y="374"/>
                  </a:cubicBezTo>
                  <a:cubicBezTo>
                    <a:pt x="644" y="363"/>
                    <a:pt x="518" y="383"/>
                    <a:pt x="517" y="342"/>
                  </a:cubicBezTo>
                  <a:cubicBezTo>
                    <a:pt x="517" y="329"/>
                    <a:pt x="544" y="330"/>
                    <a:pt x="555" y="323"/>
                  </a:cubicBezTo>
                  <a:cubicBezTo>
                    <a:pt x="569" y="313"/>
                    <a:pt x="578" y="303"/>
                    <a:pt x="597" y="303"/>
                  </a:cubicBezTo>
                  <a:cubicBezTo>
                    <a:pt x="603" y="303"/>
                    <a:pt x="603" y="303"/>
                    <a:pt x="603" y="303"/>
                  </a:cubicBezTo>
                  <a:cubicBezTo>
                    <a:pt x="617" y="301"/>
                    <a:pt x="625" y="307"/>
                    <a:pt x="639" y="308"/>
                  </a:cubicBezTo>
                  <a:cubicBezTo>
                    <a:pt x="657" y="310"/>
                    <a:pt x="676" y="305"/>
                    <a:pt x="694" y="305"/>
                  </a:cubicBezTo>
                  <a:cubicBezTo>
                    <a:pt x="737" y="306"/>
                    <a:pt x="778" y="330"/>
                    <a:pt x="822" y="333"/>
                  </a:cubicBezTo>
                  <a:cubicBezTo>
                    <a:pt x="840" y="334"/>
                    <a:pt x="863" y="331"/>
                    <a:pt x="868" y="350"/>
                  </a:cubicBezTo>
                  <a:cubicBezTo>
                    <a:pt x="872" y="365"/>
                    <a:pt x="861" y="381"/>
                    <a:pt x="849" y="386"/>
                  </a:cubicBezTo>
                  <a:close/>
                  <a:moveTo>
                    <a:pt x="948" y="420"/>
                  </a:moveTo>
                  <a:cubicBezTo>
                    <a:pt x="934" y="422"/>
                    <a:pt x="892" y="422"/>
                    <a:pt x="881" y="412"/>
                  </a:cubicBezTo>
                  <a:cubicBezTo>
                    <a:pt x="859" y="392"/>
                    <a:pt x="895" y="374"/>
                    <a:pt x="909" y="366"/>
                  </a:cubicBezTo>
                  <a:cubicBezTo>
                    <a:pt x="930" y="355"/>
                    <a:pt x="955" y="346"/>
                    <a:pt x="978" y="337"/>
                  </a:cubicBezTo>
                  <a:cubicBezTo>
                    <a:pt x="1006" y="326"/>
                    <a:pt x="1033" y="307"/>
                    <a:pt x="1058" y="291"/>
                  </a:cubicBezTo>
                  <a:cubicBezTo>
                    <a:pt x="1082" y="274"/>
                    <a:pt x="1189" y="268"/>
                    <a:pt x="1137" y="306"/>
                  </a:cubicBezTo>
                  <a:cubicBezTo>
                    <a:pt x="1103" y="331"/>
                    <a:pt x="1059" y="344"/>
                    <a:pt x="1025" y="367"/>
                  </a:cubicBezTo>
                  <a:cubicBezTo>
                    <a:pt x="1001" y="384"/>
                    <a:pt x="977" y="416"/>
                    <a:pt x="948" y="420"/>
                  </a:cubicBezTo>
                  <a:close/>
                  <a:moveTo>
                    <a:pt x="1238" y="363"/>
                  </a:moveTo>
                  <a:cubicBezTo>
                    <a:pt x="1191" y="388"/>
                    <a:pt x="1136" y="412"/>
                    <a:pt x="1085" y="431"/>
                  </a:cubicBezTo>
                  <a:cubicBezTo>
                    <a:pt x="1072" y="436"/>
                    <a:pt x="1062" y="442"/>
                    <a:pt x="1047" y="442"/>
                  </a:cubicBezTo>
                  <a:cubicBezTo>
                    <a:pt x="1046" y="442"/>
                    <a:pt x="1046" y="442"/>
                    <a:pt x="1046" y="442"/>
                  </a:cubicBezTo>
                  <a:cubicBezTo>
                    <a:pt x="1031" y="443"/>
                    <a:pt x="1009" y="458"/>
                    <a:pt x="994" y="451"/>
                  </a:cubicBezTo>
                  <a:cubicBezTo>
                    <a:pt x="961" y="436"/>
                    <a:pt x="1022" y="403"/>
                    <a:pt x="1035" y="393"/>
                  </a:cubicBezTo>
                  <a:cubicBezTo>
                    <a:pt x="1055" y="380"/>
                    <a:pt x="1068" y="360"/>
                    <a:pt x="1088" y="347"/>
                  </a:cubicBezTo>
                  <a:cubicBezTo>
                    <a:pt x="1106" y="335"/>
                    <a:pt x="1132" y="334"/>
                    <a:pt x="1152" y="324"/>
                  </a:cubicBezTo>
                  <a:cubicBezTo>
                    <a:pt x="1185" y="307"/>
                    <a:pt x="1216" y="281"/>
                    <a:pt x="1255" y="306"/>
                  </a:cubicBezTo>
                  <a:cubicBezTo>
                    <a:pt x="1288" y="326"/>
                    <a:pt x="1264" y="349"/>
                    <a:pt x="1238" y="363"/>
                  </a:cubicBezTo>
                  <a:close/>
                  <a:moveTo>
                    <a:pt x="1390" y="360"/>
                  </a:moveTo>
                  <a:cubicBezTo>
                    <a:pt x="1363" y="376"/>
                    <a:pt x="1350" y="400"/>
                    <a:pt x="1325" y="418"/>
                  </a:cubicBezTo>
                  <a:cubicBezTo>
                    <a:pt x="1304" y="433"/>
                    <a:pt x="1290" y="428"/>
                    <a:pt x="1273" y="414"/>
                  </a:cubicBezTo>
                  <a:cubicBezTo>
                    <a:pt x="1231" y="378"/>
                    <a:pt x="1295" y="329"/>
                    <a:pt x="1316" y="314"/>
                  </a:cubicBezTo>
                  <a:cubicBezTo>
                    <a:pt x="1337" y="299"/>
                    <a:pt x="1414" y="244"/>
                    <a:pt x="1460" y="259"/>
                  </a:cubicBezTo>
                  <a:cubicBezTo>
                    <a:pt x="1518" y="279"/>
                    <a:pt x="1411" y="347"/>
                    <a:pt x="1390" y="360"/>
                  </a:cubicBezTo>
                  <a:close/>
                  <a:moveTo>
                    <a:pt x="1554" y="178"/>
                  </a:moveTo>
                  <a:cubicBezTo>
                    <a:pt x="1535" y="186"/>
                    <a:pt x="1516" y="198"/>
                    <a:pt x="1501" y="211"/>
                  </a:cubicBezTo>
                  <a:cubicBezTo>
                    <a:pt x="1483" y="227"/>
                    <a:pt x="1477" y="237"/>
                    <a:pt x="1451" y="235"/>
                  </a:cubicBezTo>
                  <a:cubicBezTo>
                    <a:pt x="1446" y="235"/>
                    <a:pt x="1423" y="233"/>
                    <a:pt x="1415" y="221"/>
                  </a:cubicBezTo>
                  <a:cubicBezTo>
                    <a:pt x="1404" y="205"/>
                    <a:pt x="1408" y="195"/>
                    <a:pt x="1415" y="185"/>
                  </a:cubicBezTo>
                  <a:cubicBezTo>
                    <a:pt x="1428" y="168"/>
                    <a:pt x="1445" y="168"/>
                    <a:pt x="1471" y="164"/>
                  </a:cubicBezTo>
                  <a:cubicBezTo>
                    <a:pt x="1497" y="161"/>
                    <a:pt x="1575" y="150"/>
                    <a:pt x="1597" y="162"/>
                  </a:cubicBezTo>
                  <a:cubicBezTo>
                    <a:pt x="1590" y="174"/>
                    <a:pt x="1566" y="173"/>
                    <a:pt x="1554" y="178"/>
                  </a:cubicBezTo>
                  <a:close/>
                  <a:moveTo>
                    <a:pt x="967" y="480"/>
                  </a:moveTo>
                  <a:cubicBezTo>
                    <a:pt x="967" y="480"/>
                    <a:pt x="871" y="654"/>
                    <a:pt x="877" y="655"/>
                  </a:cubicBezTo>
                  <a:cubicBezTo>
                    <a:pt x="882" y="655"/>
                    <a:pt x="925" y="657"/>
                    <a:pt x="925" y="65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02" name="Freeform 4338">
              <a:extLst>
                <a:ext uri="{FF2B5EF4-FFF2-40B4-BE49-F238E27FC236}">
                  <a16:creationId xmlns:a16="http://schemas.microsoft.com/office/drawing/2014/main" id="{9894DDB3-C21E-4D8B-95BE-136FCE2C5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499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03" name="Freeform 4339">
              <a:extLst>
                <a:ext uri="{FF2B5EF4-FFF2-40B4-BE49-F238E27FC236}">
                  <a16:creationId xmlns:a16="http://schemas.microsoft.com/office/drawing/2014/main" id="{2FC7AA76-E6B6-4015-999E-0B183B61C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49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04" name="Freeform 4340">
              <a:extLst>
                <a:ext uri="{FF2B5EF4-FFF2-40B4-BE49-F238E27FC236}">
                  <a16:creationId xmlns:a16="http://schemas.microsoft.com/office/drawing/2014/main" id="{D65674A9-91BE-45E6-8FD9-7BC1F1899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453"/>
              <a:ext cx="8" cy="1"/>
            </a:xfrm>
            <a:custGeom>
              <a:avLst/>
              <a:gdLst>
                <a:gd name="T0" fmla="*/ 7 w 6"/>
                <a:gd name="T1" fmla="*/ 0 h 1"/>
                <a:gd name="T2" fmla="*/ 15 w 6"/>
                <a:gd name="T3" fmla="*/ 0 h 1"/>
                <a:gd name="T4" fmla="*/ 0 w 6"/>
                <a:gd name="T5" fmla="*/ 0 h 1"/>
                <a:gd name="T6" fmla="*/ 7 w 6"/>
                <a:gd name="T7" fmla="*/ 0 h 1"/>
                <a:gd name="T8" fmla="*/ 7 w 6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">
                  <a:moveTo>
                    <a:pt x="3" y="0"/>
                  </a:moveTo>
                  <a:cubicBezTo>
                    <a:pt x="4" y="0"/>
                    <a:pt x="5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05" name="Freeform 4341">
              <a:extLst>
                <a:ext uri="{FF2B5EF4-FFF2-40B4-BE49-F238E27FC236}">
                  <a16:creationId xmlns:a16="http://schemas.microsoft.com/office/drawing/2014/main" id="{40F25094-F267-4063-B3AE-45A53C65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442"/>
              <a:ext cx="337" cy="113"/>
            </a:xfrm>
            <a:custGeom>
              <a:avLst/>
              <a:gdLst>
                <a:gd name="T0" fmla="*/ 462 w 259"/>
                <a:gd name="T1" fmla="*/ 23 h 87"/>
                <a:gd name="T2" fmla="*/ 243 w 259"/>
                <a:gd name="T3" fmla="*/ 58 h 87"/>
                <a:gd name="T4" fmla="*/ 198 w 259"/>
                <a:gd name="T5" fmla="*/ 22 h 87"/>
                <a:gd name="T6" fmla="*/ 152 w 259"/>
                <a:gd name="T7" fmla="*/ 21 h 87"/>
                <a:gd name="T8" fmla="*/ 152 w 259"/>
                <a:gd name="T9" fmla="*/ 21 h 87"/>
                <a:gd name="T10" fmla="*/ 146 w 259"/>
                <a:gd name="T11" fmla="*/ 21 h 87"/>
                <a:gd name="T12" fmla="*/ 147 w 259"/>
                <a:gd name="T13" fmla="*/ 21 h 87"/>
                <a:gd name="T14" fmla="*/ 57 w 259"/>
                <a:gd name="T15" fmla="*/ 13 h 87"/>
                <a:gd name="T16" fmla="*/ 81 w 259"/>
                <a:gd name="T17" fmla="*/ 96 h 87"/>
                <a:gd name="T18" fmla="*/ 90 w 259"/>
                <a:gd name="T19" fmla="*/ 96 h 87"/>
                <a:gd name="T20" fmla="*/ 83 w 259"/>
                <a:gd name="T21" fmla="*/ 96 h 87"/>
                <a:gd name="T22" fmla="*/ 130 w 259"/>
                <a:gd name="T23" fmla="*/ 97 h 87"/>
                <a:gd name="T24" fmla="*/ 176 w 259"/>
                <a:gd name="T25" fmla="*/ 136 h 87"/>
                <a:gd name="T26" fmla="*/ 393 w 259"/>
                <a:gd name="T27" fmla="*/ 101 h 87"/>
                <a:gd name="T28" fmla="*/ 498 w 259"/>
                <a:gd name="T29" fmla="*/ 131 h 87"/>
                <a:gd name="T30" fmla="*/ 468 w 259"/>
                <a:gd name="T31" fmla="*/ 153 h 87"/>
                <a:gd name="T32" fmla="*/ 467 w 259"/>
                <a:gd name="T33" fmla="*/ 186 h 87"/>
                <a:gd name="T34" fmla="*/ 466 w 259"/>
                <a:gd name="T35" fmla="*/ 191 h 87"/>
                <a:gd name="T36" fmla="*/ 535 w 259"/>
                <a:gd name="T37" fmla="*/ 109 h 87"/>
                <a:gd name="T38" fmla="*/ 540 w 259"/>
                <a:gd name="T39" fmla="*/ 75 h 87"/>
                <a:gd name="T40" fmla="*/ 569 w 259"/>
                <a:gd name="T41" fmla="*/ 55 h 87"/>
                <a:gd name="T42" fmla="*/ 462 w 259"/>
                <a:gd name="T43" fmla="*/ 23 h 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59" h="87">
                  <a:moveTo>
                    <a:pt x="210" y="11"/>
                  </a:moveTo>
                  <a:cubicBezTo>
                    <a:pt x="180" y="12"/>
                    <a:pt x="139" y="37"/>
                    <a:pt x="111" y="27"/>
                  </a:cubicBezTo>
                  <a:cubicBezTo>
                    <a:pt x="101" y="24"/>
                    <a:pt x="98" y="14"/>
                    <a:pt x="90" y="10"/>
                  </a:cubicBezTo>
                  <a:cubicBezTo>
                    <a:pt x="85" y="8"/>
                    <a:pt x="76" y="9"/>
                    <a:pt x="69" y="9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8" y="9"/>
                    <a:pt x="67" y="9"/>
                    <a:pt x="66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53" y="9"/>
                    <a:pt x="36" y="0"/>
                    <a:pt x="26" y="6"/>
                  </a:cubicBezTo>
                  <a:cubicBezTo>
                    <a:pt x="0" y="18"/>
                    <a:pt x="19" y="37"/>
                    <a:pt x="37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0" y="44"/>
                    <a:pt x="39" y="44"/>
                    <a:pt x="38" y="44"/>
                  </a:cubicBezTo>
                  <a:cubicBezTo>
                    <a:pt x="44" y="44"/>
                    <a:pt x="54" y="43"/>
                    <a:pt x="59" y="45"/>
                  </a:cubicBezTo>
                  <a:cubicBezTo>
                    <a:pt x="67" y="49"/>
                    <a:pt x="70" y="59"/>
                    <a:pt x="80" y="62"/>
                  </a:cubicBezTo>
                  <a:cubicBezTo>
                    <a:pt x="108" y="72"/>
                    <a:pt x="149" y="46"/>
                    <a:pt x="178" y="46"/>
                  </a:cubicBezTo>
                  <a:cubicBezTo>
                    <a:pt x="190" y="45"/>
                    <a:pt x="228" y="44"/>
                    <a:pt x="226" y="60"/>
                  </a:cubicBezTo>
                  <a:cubicBezTo>
                    <a:pt x="226" y="66"/>
                    <a:pt x="216" y="65"/>
                    <a:pt x="213" y="70"/>
                  </a:cubicBezTo>
                  <a:cubicBezTo>
                    <a:pt x="210" y="75"/>
                    <a:pt x="213" y="80"/>
                    <a:pt x="212" y="85"/>
                  </a:cubicBezTo>
                  <a:cubicBezTo>
                    <a:pt x="212" y="86"/>
                    <a:pt x="212" y="86"/>
                    <a:pt x="211" y="87"/>
                  </a:cubicBezTo>
                  <a:cubicBezTo>
                    <a:pt x="226" y="85"/>
                    <a:pt x="236" y="76"/>
                    <a:pt x="243" y="50"/>
                  </a:cubicBezTo>
                  <a:cubicBezTo>
                    <a:pt x="245" y="45"/>
                    <a:pt x="242" y="41"/>
                    <a:pt x="245" y="35"/>
                  </a:cubicBezTo>
                  <a:cubicBezTo>
                    <a:pt x="248" y="31"/>
                    <a:pt x="257" y="32"/>
                    <a:pt x="258" y="25"/>
                  </a:cubicBezTo>
                  <a:cubicBezTo>
                    <a:pt x="259" y="9"/>
                    <a:pt x="222" y="10"/>
                    <a:pt x="210" y="1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06" name="Freeform 4342">
              <a:extLst>
                <a:ext uri="{FF2B5EF4-FFF2-40B4-BE49-F238E27FC236}">
                  <a16:creationId xmlns:a16="http://schemas.microsoft.com/office/drawing/2014/main" id="{4BF51C03-FFF6-4C2C-9BA0-0A501424B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559"/>
              <a:ext cx="233" cy="74"/>
            </a:xfrm>
            <a:custGeom>
              <a:avLst/>
              <a:gdLst>
                <a:gd name="T0" fmla="*/ 371 w 179"/>
                <a:gd name="T1" fmla="*/ 42 h 57"/>
                <a:gd name="T2" fmla="*/ 371 w 179"/>
                <a:gd name="T3" fmla="*/ 39 h 57"/>
                <a:gd name="T4" fmla="*/ 195 w 179"/>
                <a:gd name="T5" fmla="*/ 57 h 57"/>
                <a:gd name="T6" fmla="*/ 13 w 179"/>
                <a:gd name="T7" fmla="*/ 90 h 57"/>
                <a:gd name="T8" fmla="*/ 1 w 179"/>
                <a:gd name="T9" fmla="*/ 125 h 57"/>
                <a:gd name="T10" fmla="*/ 176 w 179"/>
                <a:gd name="T11" fmla="*/ 95 h 57"/>
                <a:gd name="T12" fmla="*/ 353 w 179"/>
                <a:gd name="T13" fmla="*/ 75 h 57"/>
                <a:gd name="T14" fmla="*/ 355 w 179"/>
                <a:gd name="T15" fmla="*/ 79 h 57"/>
                <a:gd name="T16" fmla="*/ 361 w 179"/>
                <a:gd name="T17" fmla="*/ 88 h 57"/>
                <a:gd name="T18" fmla="*/ 371 w 179"/>
                <a:gd name="T19" fmla="*/ 42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9" h="57">
                  <a:moveTo>
                    <a:pt x="168" y="19"/>
                  </a:moveTo>
                  <a:cubicBezTo>
                    <a:pt x="168" y="18"/>
                    <a:pt x="168" y="18"/>
                    <a:pt x="168" y="18"/>
                  </a:cubicBezTo>
                  <a:cubicBezTo>
                    <a:pt x="155" y="0"/>
                    <a:pt x="106" y="24"/>
                    <a:pt x="88" y="26"/>
                  </a:cubicBezTo>
                  <a:cubicBezTo>
                    <a:pt x="63" y="28"/>
                    <a:pt x="24" y="21"/>
                    <a:pt x="6" y="41"/>
                  </a:cubicBezTo>
                  <a:cubicBezTo>
                    <a:pt x="1" y="47"/>
                    <a:pt x="0" y="52"/>
                    <a:pt x="1" y="57"/>
                  </a:cubicBezTo>
                  <a:cubicBezTo>
                    <a:pt x="19" y="39"/>
                    <a:pt x="56" y="45"/>
                    <a:pt x="80" y="43"/>
                  </a:cubicBezTo>
                  <a:cubicBezTo>
                    <a:pt x="98" y="41"/>
                    <a:pt x="148" y="17"/>
                    <a:pt x="160" y="35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62" y="37"/>
                    <a:pt x="163" y="38"/>
                    <a:pt x="164" y="40"/>
                  </a:cubicBezTo>
                  <a:cubicBezTo>
                    <a:pt x="175" y="36"/>
                    <a:pt x="179" y="29"/>
                    <a:pt x="168" y="1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07" name="Freeform 4343">
              <a:extLst>
                <a:ext uri="{FF2B5EF4-FFF2-40B4-BE49-F238E27FC236}">
                  <a16:creationId xmlns:a16="http://schemas.microsoft.com/office/drawing/2014/main" id="{7C3D9D5B-7A75-4BAA-8BF4-E9F8B3158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594"/>
              <a:ext cx="460" cy="111"/>
            </a:xfrm>
            <a:custGeom>
              <a:avLst/>
              <a:gdLst>
                <a:gd name="T0" fmla="*/ 771 w 354"/>
                <a:gd name="T1" fmla="*/ 105 h 86"/>
                <a:gd name="T2" fmla="*/ 669 w 354"/>
                <a:gd name="T3" fmla="*/ 68 h 86"/>
                <a:gd name="T4" fmla="*/ 389 w 354"/>
                <a:gd name="T5" fmla="*/ 8 h 86"/>
                <a:gd name="T6" fmla="*/ 265 w 354"/>
                <a:gd name="T7" fmla="*/ 15 h 86"/>
                <a:gd name="T8" fmla="*/ 186 w 354"/>
                <a:gd name="T9" fmla="*/ 5 h 86"/>
                <a:gd name="T10" fmla="*/ 175 w 354"/>
                <a:gd name="T11" fmla="*/ 5 h 86"/>
                <a:gd name="T12" fmla="*/ 83 w 354"/>
                <a:gd name="T13" fmla="*/ 45 h 86"/>
                <a:gd name="T14" fmla="*/ 0 w 354"/>
                <a:gd name="T15" fmla="*/ 88 h 86"/>
                <a:gd name="T16" fmla="*/ 6 w 354"/>
                <a:gd name="T17" fmla="*/ 110 h 86"/>
                <a:gd name="T18" fmla="*/ 21 w 354"/>
                <a:gd name="T19" fmla="*/ 103 h 86"/>
                <a:gd name="T20" fmla="*/ 112 w 354"/>
                <a:gd name="T21" fmla="*/ 59 h 86"/>
                <a:gd name="T22" fmla="*/ 123 w 354"/>
                <a:gd name="T23" fmla="*/ 59 h 86"/>
                <a:gd name="T24" fmla="*/ 203 w 354"/>
                <a:gd name="T25" fmla="*/ 74 h 86"/>
                <a:gd name="T26" fmla="*/ 324 w 354"/>
                <a:gd name="T27" fmla="*/ 67 h 86"/>
                <a:gd name="T28" fmla="*/ 606 w 354"/>
                <a:gd name="T29" fmla="*/ 126 h 86"/>
                <a:gd name="T30" fmla="*/ 704 w 354"/>
                <a:gd name="T31" fmla="*/ 163 h 86"/>
                <a:gd name="T32" fmla="*/ 706 w 354"/>
                <a:gd name="T33" fmla="*/ 185 h 86"/>
                <a:gd name="T34" fmla="*/ 726 w 354"/>
                <a:gd name="T35" fmla="*/ 183 h 86"/>
                <a:gd name="T36" fmla="*/ 771 w 354"/>
                <a:gd name="T37" fmla="*/ 105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4" h="86">
                  <a:moveTo>
                    <a:pt x="351" y="49"/>
                  </a:moveTo>
                  <a:cubicBezTo>
                    <a:pt x="345" y="30"/>
                    <a:pt x="322" y="33"/>
                    <a:pt x="305" y="32"/>
                  </a:cubicBezTo>
                  <a:cubicBezTo>
                    <a:pt x="261" y="29"/>
                    <a:pt x="220" y="5"/>
                    <a:pt x="177" y="4"/>
                  </a:cubicBezTo>
                  <a:cubicBezTo>
                    <a:pt x="158" y="4"/>
                    <a:pt x="139" y="9"/>
                    <a:pt x="121" y="7"/>
                  </a:cubicBezTo>
                  <a:cubicBezTo>
                    <a:pt x="108" y="6"/>
                    <a:pt x="99" y="0"/>
                    <a:pt x="85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60" y="2"/>
                    <a:pt x="52" y="12"/>
                    <a:pt x="38" y="21"/>
                  </a:cubicBezTo>
                  <a:cubicBezTo>
                    <a:pt x="27" y="29"/>
                    <a:pt x="0" y="28"/>
                    <a:pt x="0" y="41"/>
                  </a:cubicBezTo>
                  <a:cubicBezTo>
                    <a:pt x="0" y="45"/>
                    <a:pt x="1" y="48"/>
                    <a:pt x="3" y="51"/>
                  </a:cubicBezTo>
                  <a:cubicBezTo>
                    <a:pt x="5" y="50"/>
                    <a:pt x="7" y="49"/>
                    <a:pt x="9" y="48"/>
                  </a:cubicBezTo>
                  <a:cubicBezTo>
                    <a:pt x="23" y="39"/>
                    <a:pt x="31" y="29"/>
                    <a:pt x="51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70" y="26"/>
                    <a:pt x="79" y="33"/>
                    <a:pt x="92" y="34"/>
                  </a:cubicBezTo>
                  <a:cubicBezTo>
                    <a:pt x="110" y="36"/>
                    <a:pt x="129" y="31"/>
                    <a:pt x="148" y="31"/>
                  </a:cubicBezTo>
                  <a:cubicBezTo>
                    <a:pt x="191" y="31"/>
                    <a:pt x="232" y="55"/>
                    <a:pt x="276" y="59"/>
                  </a:cubicBezTo>
                  <a:cubicBezTo>
                    <a:pt x="293" y="60"/>
                    <a:pt x="316" y="57"/>
                    <a:pt x="321" y="76"/>
                  </a:cubicBezTo>
                  <a:cubicBezTo>
                    <a:pt x="322" y="79"/>
                    <a:pt x="322" y="83"/>
                    <a:pt x="322" y="86"/>
                  </a:cubicBezTo>
                  <a:cubicBezTo>
                    <a:pt x="326" y="86"/>
                    <a:pt x="329" y="86"/>
                    <a:pt x="331" y="85"/>
                  </a:cubicBezTo>
                  <a:cubicBezTo>
                    <a:pt x="344" y="80"/>
                    <a:pt x="354" y="64"/>
                    <a:pt x="351" y="4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08" name="Freeform 4344">
              <a:extLst>
                <a:ext uri="{FF2B5EF4-FFF2-40B4-BE49-F238E27FC236}">
                  <a16:creationId xmlns:a16="http://schemas.microsoft.com/office/drawing/2014/main" id="{ABBE921C-7874-4243-9986-5AE648705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477"/>
              <a:ext cx="257" cy="89"/>
            </a:xfrm>
            <a:custGeom>
              <a:avLst/>
              <a:gdLst>
                <a:gd name="T0" fmla="*/ 318 w 197"/>
                <a:gd name="T1" fmla="*/ 44 h 69"/>
                <a:gd name="T2" fmla="*/ 97 w 197"/>
                <a:gd name="T3" fmla="*/ 5 h 69"/>
                <a:gd name="T4" fmla="*/ 94 w 197"/>
                <a:gd name="T5" fmla="*/ 5 h 69"/>
                <a:gd name="T6" fmla="*/ 9 w 197"/>
                <a:gd name="T7" fmla="*/ 35 h 69"/>
                <a:gd name="T8" fmla="*/ 0 w 197"/>
                <a:gd name="T9" fmla="*/ 68 h 69"/>
                <a:gd name="T10" fmla="*/ 57 w 197"/>
                <a:gd name="T11" fmla="*/ 59 h 69"/>
                <a:gd name="T12" fmla="*/ 63 w 197"/>
                <a:gd name="T13" fmla="*/ 59 h 69"/>
                <a:gd name="T14" fmla="*/ 283 w 197"/>
                <a:gd name="T15" fmla="*/ 98 h 69"/>
                <a:gd name="T16" fmla="*/ 359 w 197"/>
                <a:gd name="T17" fmla="*/ 148 h 69"/>
                <a:gd name="T18" fmla="*/ 374 w 197"/>
                <a:gd name="T19" fmla="*/ 138 h 69"/>
                <a:gd name="T20" fmla="*/ 318 w 197"/>
                <a:gd name="T21" fmla="*/ 44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7" h="69">
                  <a:moveTo>
                    <a:pt x="143" y="20"/>
                  </a:moveTo>
                  <a:cubicBezTo>
                    <a:pt x="115" y="4"/>
                    <a:pt x="77" y="0"/>
                    <a:pt x="44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26" y="2"/>
                    <a:pt x="11" y="4"/>
                    <a:pt x="4" y="16"/>
                  </a:cubicBezTo>
                  <a:cubicBezTo>
                    <a:pt x="2" y="19"/>
                    <a:pt x="1" y="25"/>
                    <a:pt x="0" y="32"/>
                  </a:cubicBezTo>
                  <a:cubicBezTo>
                    <a:pt x="7" y="29"/>
                    <a:pt x="16" y="28"/>
                    <a:pt x="26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61" y="26"/>
                    <a:pt x="99" y="30"/>
                    <a:pt x="127" y="46"/>
                  </a:cubicBezTo>
                  <a:cubicBezTo>
                    <a:pt x="140" y="53"/>
                    <a:pt x="157" y="60"/>
                    <a:pt x="162" y="69"/>
                  </a:cubicBezTo>
                  <a:cubicBezTo>
                    <a:pt x="165" y="68"/>
                    <a:pt x="167" y="66"/>
                    <a:pt x="169" y="64"/>
                  </a:cubicBezTo>
                  <a:cubicBezTo>
                    <a:pt x="197" y="42"/>
                    <a:pt x="164" y="32"/>
                    <a:pt x="143" y="2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09" name="Freeform 4345">
              <a:extLst>
                <a:ext uri="{FF2B5EF4-FFF2-40B4-BE49-F238E27FC236}">
                  <a16:creationId xmlns:a16="http://schemas.microsoft.com/office/drawing/2014/main" id="{2C48B621-481A-4FFD-A53E-23D7CEF7F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367"/>
              <a:ext cx="234" cy="93"/>
            </a:xfrm>
            <a:custGeom>
              <a:avLst/>
              <a:gdLst>
                <a:gd name="T0" fmla="*/ 21 w 180"/>
                <a:gd name="T1" fmla="*/ 109 h 71"/>
                <a:gd name="T2" fmla="*/ 168 w 180"/>
                <a:gd name="T3" fmla="*/ 67 h 71"/>
                <a:gd name="T4" fmla="*/ 169 w 180"/>
                <a:gd name="T5" fmla="*/ 67 h 71"/>
                <a:gd name="T6" fmla="*/ 351 w 180"/>
                <a:gd name="T7" fmla="*/ 117 h 71"/>
                <a:gd name="T8" fmla="*/ 372 w 180"/>
                <a:gd name="T9" fmla="*/ 160 h 71"/>
                <a:gd name="T10" fmla="*/ 368 w 180"/>
                <a:gd name="T11" fmla="*/ 54 h 71"/>
                <a:gd name="T12" fmla="*/ 187 w 180"/>
                <a:gd name="T13" fmla="*/ 5 h 71"/>
                <a:gd name="T14" fmla="*/ 182 w 180"/>
                <a:gd name="T15" fmla="*/ 5 h 71"/>
                <a:gd name="T16" fmla="*/ 5 w 180"/>
                <a:gd name="T17" fmla="*/ 89 h 71"/>
                <a:gd name="T18" fmla="*/ 21 w 180"/>
                <a:gd name="T19" fmla="*/ 109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0" h="71">
                  <a:moveTo>
                    <a:pt x="9" y="48"/>
                  </a:moveTo>
                  <a:cubicBezTo>
                    <a:pt x="30" y="37"/>
                    <a:pt x="64" y="31"/>
                    <a:pt x="76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98" y="28"/>
                    <a:pt x="146" y="40"/>
                    <a:pt x="160" y="52"/>
                  </a:cubicBezTo>
                  <a:cubicBezTo>
                    <a:pt x="165" y="56"/>
                    <a:pt x="168" y="63"/>
                    <a:pt x="169" y="71"/>
                  </a:cubicBezTo>
                  <a:cubicBezTo>
                    <a:pt x="180" y="58"/>
                    <a:pt x="179" y="34"/>
                    <a:pt x="168" y="24"/>
                  </a:cubicBezTo>
                  <a:cubicBezTo>
                    <a:pt x="154" y="12"/>
                    <a:pt x="105" y="0"/>
                    <a:pt x="85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66" y="3"/>
                    <a:pt x="0" y="15"/>
                    <a:pt x="2" y="40"/>
                  </a:cubicBezTo>
                  <a:cubicBezTo>
                    <a:pt x="2" y="43"/>
                    <a:pt x="5" y="46"/>
                    <a:pt x="9" y="4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10" name="Freeform 4346">
              <a:extLst>
                <a:ext uri="{FF2B5EF4-FFF2-40B4-BE49-F238E27FC236}">
                  <a16:creationId xmlns:a16="http://schemas.microsoft.com/office/drawing/2014/main" id="{53E4D686-2661-4222-8132-3307593B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257"/>
              <a:ext cx="250" cy="126"/>
            </a:xfrm>
            <a:custGeom>
              <a:avLst/>
              <a:gdLst>
                <a:gd name="T0" fmla="*/ 174 w 192"/>
                <a:gd name="T1" fmla="*/ 145 h 97"/>
                <a:gd name="T2" fmla="*/ 262 w 192"/>
                <a:gd name="T3" fmla="*/ 101 h 97"/>
                <a:gd name="T4" fmla="*/ 263 w 192"/>
                <a:gd name="T5" fmla="*/ 103 h 97"/>
                <a:gd name="T6" fmla="*/ 424 w 192"/>
                <a:gd name="T7" fmla="*/ 112 h 97"/>
                <a:gd name="T8" fmla="*/ 206 w 192"/>
                <a:gd name="T9" fmla="*/ 32 h 97"/>
                <a:gd name="T10" fmla="*/ 203 w 192"/>
                <a:gd name="T11" fmla="*/ 30 h 97"/>
                <a:gd name="T12" fmla="*/ 117 w 192"/>
                <a:gd name="T13" fmla="*/ 74 h 97"/>
                <a:gd name="T14" fmla="*/ 22 w 192"/>
                <a:gd name="T15" fmla="*/ 147 h 97"/>
                <a:gd name="T16" fmla="*/ 57 w 192"/>
                <a:gd name="T17" fmla="*/ 199 h 97"/>
                <a:gd name="T18" fmla="*/ 82 w 192"/>
                <a:gd name="T19" fmla="*/ 213 h 97"/>
                <a:gd name="T20" fmla="*/ 174 w 192"/>
                <a:gd name="T21" fmla="*/ 145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2" h="97">
                  <a:moveTo>
                    <a:pt x="79" y="66"/>
                  </a:moveTo>
                  <a:cubicBezTo>
                    <a:pt x="87" y="57"/>
                    <a:pt x="103" y="34"/>
                    <a:pt x="118" y="46"/>
                  </a:cubicBezTo>
                  <a:cubicBezTo>
                    <a:pt x="119" y="47"/>
                    <a:pt x="119" y="47"/>
                    <a:pt x="119" y="47"/>
                  </a:cubicBezTo>
                  <a:cubicBezTo>
                    <a:pt x="142" y="52"/>
                    <a:pt x="171" y="44"/>
                    <a:pt x="192" y="51"/>
                  </a:cubicBezTo>
                  <a:cubicBezTo>
                    <a:pt x="183" y="0"/>
                    <a:pt x="130" y="22"/>
                    <a:pt x="93" y="15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77" y="2"/>
                    <a:pt x="61" y="25"/>
                    <a:pt x="53" y="34"/>
                  </a:cubicBezTo>
                  <a:cubicBezTo>
                    <a:pt x="43" y="46"/>
                    <a:pt x="17" y="57"/>
                    <a:pt x="10" y="67"/>
                  </a:cubicBezTo>
                  <a:cubicBezTo>
                    <a:pt x="0" y="81"/>
                    <a:pt x="12" y="84"/>
                    <a:pt x="26" y="91"/>
                  </a:cubicBezTo>
                  <a:cubicBezTo>
                    <a:pt x="30" y="93"/>
                    <a:pt x="34" y="95"/>
                    <a:pt x="37" y="97"/>
                  </a:cubicBezTo>
                  <a:cubicBezTo>
                    <a:pt x="46" y="88"/>
                    <a:pt x="69" y="77"/>
                    <a:pt x="79" y="66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11" name="Freeform 4347">
              <a:extLst>
                <a:ext uri="{FF2B5EF4-FFF2-40B4-BE49-F238E27FC236}">
                  <a16:creationId xmlns:a16="http://schemas.microsoft.com/office/drawing/2014/main" id="{1CB502EC-5880-4884-9D48-825BB97F1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443"/>
              <a:ext cx="223" cy="82"/>
            </a:xfrm>
            <a:custGeom>
              <a:avLst/>
              <a:gdLst>
                <a:gd name="T0" fmla="*/ 373 w 171"/>
                <a:gd name="T1" fmla="*/ 57 h 63"/>
                <a:gd name="T2" fmla="*/ 241 w 171"/>
                <a:gd name="T3" fmla="*/ 13 h 63"/>
                <a:gd name="T4" fmla="*/ 138 w 171"/>
                <a:gd name="T5" fmla="*/ 44 h 63"/>
                <a:gd name="T6" fmla="*/ 65 w 171"/>
                <a:gd name="T7" fmla="*/ 16 h 63"/>
                <a:gd name="T8" fmla="*/ 60 w 171"/>
                <a:gd name="T9" fmla="*/ 21 h 63"/>
                <a:gd name="T10" fmla="*/ 100 w 171"/>
                <a:gd name="T11" fmla="*/ 122 h 63"/>
                <a:gd name="T12" fmla="*/ 189 w 171"/>
                <a:gd name="T13" fmla="*/ 90 h 63"/>
                <a:gd name="T14" fmla="*/ 320 w 171"/>
                <a:gd name="T15" fmla="*/ 133 h 63"/>
                <a:gd name="T16" fmla="*/ 320 w 171"/>
                <a:gd name="T17" fmla="*/ 139 h 63"/>
                <a:gd name="T18" fmla="*/ 373 w 171"/>
                <a:gd name="T19" fmla="*/ 57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63">
                  <a:moveTo>
                    <a:pt x="168" y="26"/>
                  </a:moveTo>
                  <a:cubicBezTo>
                    <a:pt x="163" y="2"/>
                    <a:pt x="129" y="0"/>
                    <a:pt x="109" y="6"/>
                  </a:cubicBezTo>
                  <a:cubicBezTo>
                    <a:pt x="93" y="12"/>
                    <a:pt x="81" y="23"/>
                    <a:pt x="62" y="20"/>
                  </a:cubicBezTo>
                  <a:cubicBezTo>
                    <a:pt x="47" y="18"/>
                    <a:pt x="45" y="0"/>
                    <a:pt x="29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0" y="27"/>
                    <a:pt x="29" y="38"/>
                    <a:pt x="45" y="55"/>
                  </a:cubicBezTo>
                  <a:cubicBezTo>
                    <a:pt x="60" y="55"/>
                    <a:pt x="71" y="46"/>
                    <a:pt x="85" y="41"/>
                  </a:cubicBezTo>
                  <a:cubicBezTo>
                    <a:pt x="104" y="35"/>
                    <a:pt x="139" y="37"/>
                    <a:pt x="144" y="60"/>
                  </a:cubicBezTo>
                  <a:cubicBezTo>
                    <a:pt x="144" y="61"/>
                    <a:pt x="144" y="62"/>
                    <a:pt x="144" y="63"/>
                  </a:cubicBezTo>
                  <a:cubicBezTo>
                    <a:pt x="158" y="53"/>
                    <a:pt x="171" y="41"/>
                    <a:pt x="168" y="26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12" name="Freeform 4348">
              <a:extLst>
                <a:ext uri="{FF2B5EF4-FFF2-40B4-BE49-F238E27FC236}">
                  <a16:creationId xmlns:a16="http://schemas.microsoft.com/office/drawing/2014/main" id="{7E1171E3-FD7E-49D5-A17F-207820EAD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739"/>
              <a:ext cx="168" cy="39"/>
            </a:xfrm>
            <a:custGeom>
              <a:avLst/>
              <a:gdLst>
                <a:gd name="T0" fmla="*/ 27 w 129"/>
                <a:gd name="T1" fmla="*/ 66 h 30"/>
                <a:gd name="T2" fmla="*/ 86 w 129"/>
                <a:gd name="T3" fmla="*/ 60 h 30"/>
                <a:gd name="T4" fmla="*/ 225 w 129"/>
                <a:gd name="T5" fmla="*/ 52 h 30"/>
                <a:gd name="T6" fmla="*/ 232 w 129"/>
                <a:gd name="T7" fmla="*/ 51 h 30"/>
                <a:gd name="T8" fmla="*/ 234 w 129"/>
                <a:gd name="T9" fmla="*/ 51 h 30"/>
                <a:gd name="T10" fmla="*/ 249 w 129"/>
                <a:gd name="T11" fmla="*/ 49 h 30"/>
                <a:gd name="T12" fmla="*/ 257 w 129"/>
                <a:gd name="T13" fmla="*/ 44 h 30"/>
                <a:gd name="T14" fmla="*/ 271 w 129"/>
                <a:gd name="T15" fmla="*/ 44 h 30"/>
                <a:gd name="T16" fmla="*/ 276 w 129"/>
                <a:gd name="T17" fmla="*/ 35 h 30"/>
                <a:gd name="T18" fmla="*/ 247 w 129"/>
                <a:gd name="T19" fmla="*/ 7 h 30"/>
                <a:gd name="T20" fmla="*/ 241 w 129"/>
                <a:gd name="T21" fmla="*/ 9 h 30"/>
                <a:gd name="T22" fmla="*/ 78 w 129"/>
                <a:gd name="T23" fmla="*/ 21 h 30"/>
                <a:gd name="T24" fmla="*/ 17 w 129"/>
                <a:gd name="T25" fmla="*/ 27 h 30"/>
                <a:gd name="T26" fmla="*/ 27 w 129"/>
                <a:gd name="T27" fmla="*/ 66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9" h="30">
                  <a:moveTo>
                    <a:pt x="12" y="30"/>
                  </a:moveTo>
                  <a:cubicBezTo>
                    <a:pt x="16" y="25"/>
                    <a:pt x="32" y="27"/>
                    <a:pt x="39" y="27"/>
                  </a:cubicBezTo>
                  <a:cubicBezTo>
                    <a:pt x="56" y="26"/>
                    <a:pt x="82" y="26"/>
                    <a:pt x="102" y="24"/>
                  </a:cubicBezTo>
                  <a:cubicBezTo>
                    <a:pt x="103" y="23"/>
                    <a:pt x="104" y="23"/>
                    <a:pt x="105" y="23"/>
                  </a:cubicBezTo>
                  <a:cubicBezTo>
                    <a:pt x="105" y="23"/>
                    <a:pt x="106" y="23"/>
                    <a:pt x="106" y="23"/>
                  </a:cubicBezTo>
                  <a:cubicBezTo>
                    <a:pt x="108" y="23"/>
                    <a:pt x="110" y="22"/>
                    <a:pt x="113" y="22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8" y="20"/>
                    <a:pt x="121" y="19"/>
                    <a:pt x="123" y="20"/>
                  </a:cubicBezTo>
                  <a:cubicBezTo>
                    <a:pt x="124" y="19"/>
                    <a:pt x="125" y="18"/>
                    <a:pt x="125" y="16"/>
                  </a:cubicBezTo>
                  <a:cubicBezTo>
                    <a:pt x="129" y="6"/>
                    <a:pt x="120" y="0"/>
                    <a:pt x="112" y="3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89" y="9"/>
                    <a:pt x="55" y="8"/>
                    <a:pt x="35" y="9"/>
                  </a:cubicBezTo>
                  <a:cubicBezTo>
                    <a:pt x="28" y="9"/>
                    <a:pt x="12" y="8"/>
                    <a:pt x="8" y="12"/>
                  </a:cubicBezTo>
                  <a:cubicBezTo>
                    <a:pt x="0" y="22"/>
                    <a:pt x="4" y="27"/>
                    <a:pt x="12" y="3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13" name="Freeform 4349">
              <a:extLst>
                <a:ext uri="{FF2B5EF4-FFF2-40B4-BE49-F238E27FC236}">
                  <a16:creationId xmlns:a16="http://schemas.microsoft.com/office/drawing/2014/main" id="{CCD5B3D8-5DE2-4AD9-92F8-5F253EAAB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551"/>
              <a:ext cx="426" cy="183"/>
            </a:xfrm>
            <a:custGeom>
              <a:avLst/>
              <a:gdLst>
                <a:gd name="T0" fmla="*/ 433 w 327"/>
                <a:gd name="T1" fmla="*/ 49 h 141"/>
                <a:gd name="T2" fmla="*/ 257 w 327"/>
                <a:gd name="T3" fmla="*/ 148 h 141"/>
                <a:gd name="T4" fmla="*/ 107 w 327"/>
                <a:gd name="T5" fmla="*/ 214 h 141"/>
                <a:gd name="T6" fmla="*/ 38 w 327"/>
                <a:gd name="T7" fmla="*/ 309 h 141"/>
                <a:gd name="T8" fmla="*/ 72 w 327"/>
                <a:gd name="T9" fmla="*/ 292 h 141"/>
                <a:gd name="T10" fmla="*/ 224 w 327"/>
                <a:gd name="T11" fmla="*/ 226 h 141"/>
                <a:gd name="T12" fmla="*/ 400 w 327"/>
                <a:gd name="T13" fmla="*/ 125 h 141"/>
                <a:gd name="T14" fmla="*/ 582 w 327"/>
                <a:gd name="T15" fmla="*/ 101 h 141"/>
                <a:gd name="T16" fmla="*/ 607 w 327"/>
                <a:gd name="T17" fmla="*/ 83 h 141"/>
                <a:gd name="T18" fmla="*/ 433 w 327"/>
                <a:gd name="T19" fmla="*/ 49 h 1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7" h="141">
                  <a:moveTo>
                    <a:pt x="196" y="22"/>
                  </a:moveTo>
                  <a:cubicBezTo>
                    <a:pt x="171" y="38"/>
                    <a:pt x="144" y="57"/>
                    <a:pt x="116" y="68"/>
                  </a:cubicBezTo>
                  <a:cubicBezTo>
                    <a:pt x="93" y="77"/>
                    <a:pt x="69" y="86"/>
                    <a:pt x="48" y="98"/>
                  </a:cubicBezTo>
                  <a:cubicBezTo>
                    <a:pt x="34" y="106"/>
                    <a:pt x="0" y="123"/>
                    <a:pt x="17" y="141"/>
                  </a:cubicBezTo>
                  <a:cubicBezTo>
                    <a:pt x="23" y="138"/>
                    <a:pt x="28" y="135"/>
                    <a:pt x="32" y="133"/>
                  </a:cubicBezTo>
                  <a:cubicBezTo>
                    <a:pt x="54" y="121"/>
                    <a:pt x="78" y="112"/>
                    <a:pt x="101" y="103"/>
                  </a:cubicBezTo>
                  <a:cubicBezTo>
                    <a:pt x="129" y="92"/>
                    <a:pt x="156" y="73"/>
                    <a:pt x="181" y="57"/>
                  </a:cubicBezTo>
                  <a:cubicBezTo>
                    <a:pt x="196" y="46"/>
                    <a:pt x="242" y="40"/>
                    <a:pt x="263" y="46"/>
                  </a:cubicBezTo>
                  <a:cubicBezTo>
                    <a:pt x="267" y="43"/>
                    <a:pt x="271" y="41"/>
                    <a:pt x="275" y="38"/>
                  </a:cubicBezTo>
                  <a:cubicBezTo>
                    <a:pt x="327" y="0"/>
                    <a:pt x="221" y="6"/>
                    <a:pt x="196" y="2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14" name="Freeform 4350">
              <a:extLst>
                <a:ext uri="{FF2B5EF4-FFF2-40B4-BE49-F238E27FC236}">
                  <a16:creationId xmlns:a16="http://schemas.microsoft.com/office/drawing/2014/main" id="{4C265FAB-2174-483E-9EA0-11C904D59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569"/>
              <a:ext cx="413" cy="220"/>
            </a:xfrm>
            <a:custGeom>
              <a:avLst/>
              <a:gdLst>
                <a:gd name="T0" fmla="*/ 72 w 317"/>
                <a:gd name="T1" fmla="*/ 372 h 169"/>
                <a:gd name="T2" fmla="*/ 73 w 317"/>
                <a:gd name="T3" fmla="*/ 372 h 169"/>
                <a:gd name="T4" fmla="*/ 151 w 317"/>
                <a:gd name="T5" fmla="*/ 320 h 169"/>
                <a:gd name="T6" fmla="*/ 264 w 317"/>
                <a:gd name="T7" fmla="*/ 219 h 169"/>
                <a:gd name="T8" fmla="*/ 408 w 317"/>
                <a:gd name="T9" fmla="*/ 168 h 169"/>
                <a:gd name="T10" fmla="*/ 637 w 317"/>
                <a:gd name="T11" fmla="*/ 129 h 169"/>
                <a:gd name="T12" fmla="*/ 659 w 317"/>
                <a:gd name="T13" fmla="*/ 147 h 169"/>
                <a:gd name="T14" fmla="*/ 650 w 317"/>
                <a:gd name="T15" fmla="*/ 52 h 169"/>
                <a:gd name="T16" fmla="*/ 421 w 317"/>
                <a:gd name="T17" fmla="*/ 94 h 169"/>
                <a:gd name="T18" fmla="*/ 279 w 317"/>
                <a:gd name="T19" fmla="*/ 144 h 169"/>
                <a:gd name="T20" fmla="*/ 163 w 317"/>
                <a:gd name="T21" fmla="*/ 243 h 169"/>
                <a:gd name="T22" fmla="*/ 72 w 317"/>
                <a:gd name="T23" fmla="*/ 372 h 1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7" h="169">
                  <a:moveTo>
                    <a:pt x="32" y="169"/>
                  </a:moveTo>
                  <a:cubicBezTo>
                    <a:pt x="33" y="169"/>
                    <a:pt x="33" y="169"/>
                    <a:pt x="33" y="169"/>
                  </a:cubicBezTo>
                  <a:cubicBezTo>
                    <a:pt x="46" y="159"/>
                    <a:pt x="61" y="150"/>
                    <a:pt x="68" y="145"/>
                  </a:cubicBezTo>
                  <a:cubicBezTo>
                    <a:pt x="87" y="132"/>
                    <a:pt x="100" y="112"/>
                    <a:pt x="120" y="99"/>
                  </a:cubicBezTo>
                  <a:cubicBezTo>
                    <a:pt x="139" y="87"/>
                    <a:pt x="164" y="86"/>
                    <a:pt x="184" y="76"/>
                  </a:cubicBezTo>
                  <a:cubicBezTo>
                    <a:pt x="218" y="59"/>
                    <a:pt x="249" y="34"/>
                    <a:pt x="288" y="58"/>
                  </a:cubicBezTo>
                  <a:cubicBezTo>
                    <a:pt x="292" y="61"/>
                    <a:pt x="296" y="64"/>
                    <a:pt x="298" y="67"/>
                  </a:cubicBezTo>
                  <a:cubicBezTo>
                    <a:pt x="312" y="54"/>
                    <a:pt x="317" y="38"/>
                    <a:pt x="294" y="24"/>
                  </a:cubicBezTo>
                  <a:cubicBezTo>
                    <a:pt x="255" y="0"/>
                    <a:pt x="224" y="25"/>
                    <a:pt x="190" y="42"/>
                  </a:cubicBezTo>
                  <a:cubicBezTo>
                    <a:pt x="171" y="52"/>
                    <a:pt x="145" y="53"/>
                    <a:pt x="126" y="65"/>
                  </a:cubicBezTo>
                  <a:cubicBezTo>
                    <a:pt x="107" y="78"/>
                    <a:pt x="94" y="98"/>
                    <a:pt x="74" y="111"/>
                  </a:cubicBezTo>
                  <a:cubicBezTo>
                    <a:pt x="60" y="121"/>
                    <a:pt x="0" y="154"/>
                    <a:pt x="32" y="16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15" name="Freeform 4351">
              <a:extLst>
                <a:ext uri="{FF2B5EF4-FFF2-40B4-BE49-F238E27FC236}">
                  <a16:creationId xmlns:a16="http://schemas.microsoft.com/office/drawing/2014/main" id="{13599B05-71BC-4C35-9D88-760E9E907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520"/>
              <a:ext cx="308" cy="206"/>
            </a:xfrm>
            <a:custGeom>
              <a:avLst/>
              <a:gdLst>
                <a:gd name="T0" fmla="*/ 164 w 237"/>
                <a:gd name="T1" fmla="*/ 218 h 159"/>
                <a:gd name="T2" fmla="*/ 481 w 237"/>
                <a:gd name="T3" fmla="*/ 97 h 159"/>
                <a:gd name="T4" fmla="*/ 500 w 237"/>
                <a:gd name="T5" fmla="*/ 106 h 159"/>
                <a:gd name="T6" fmla="*/ 476 w 237"/>
                <a:gd name="T7" fmla="*/ 32 h 159"/>
                <a:gd name="T8" fmla="*/ 160 w 237"/>
                <a:gd name="T9" fmla="*/ 153 h 159"/>
                <a:gd name="T10" fmla="*/ 45 w 237"/>
                <a:gd name="T11" fmla="*/ 346 h 159"/>
                <a:gd name="T12" fmla="*/ 164 w 237"/>
                <a:gd name="T13" fmla="*/ 218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7" h="159">
                  <a:moveTo>
                    <a:pt x="75" y="100"/>
                  </a:moveTo>
                  <a:cubicBezTo>
                    <a:pt x="96" y="85"/>
                    <a:pt x="173" y="29"/>
                    <a:pt x="219" y="45"/>
                  </a:cubicBezTo>
                  <a:cubicBezTo>
                    <a:pt x="222" y="46"/>
                    <a:pt x="225" y="47"/>
                    <a:pt x="228" y="49"/>
                  </a:cubicBezTo>
                  <a:cubicBezTo>
                    <a:pt x="237" y="35"/>
                    <a:pt x="237" y="22"/>
                    <a:pt x="217" y="15"/>
                  </a:cubicBezTo>
                  <a:cubicBezTo>
                    <a:pt x="171" y="0"/>
                    <a:pt x="94" y="55"/>
                    <a:pt x="73" y="70"/>
                  </a:cubicBezTo>
                  <a:cubicBezTo>
                    <a:pt x="54" y="84"/>
                    <a:pt x="0" y="125"/>
                    <a:pt x="21" y="159"/>
                  </a:cubicBezTo>
                  <a:cubicBezTo>
                    <a:pt x="30" y="134"/>
                    <a:pt x="61" y="109"/>
                    <a:pt x="75" y="10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16" name="Freeform 4352">
              <a:extLst>
                <a:ext uri="{FF2B5EF4-FFF2-40B4-BE49-F238E27FC236}">
                  <a16:creationId xmlns:a16="http://schemas.microsoft.com/office/drawing/2014/main" id="{2540172A-19FC-465F-8516-13EA2B0DA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497"/>
              <a:ext cx="303" cy="120"/>
            </a:xfrm>
            <a:custGeom>
              <a:avLst/>
              <a:gdLst>
                <a:gd name="T0" fmla="*/ 497 w 233"/>
                <a:gd name="T1" fmla="*/ 67 h 92"/>
                <a:gd name="T2" fmla="*/ 338 w 233"/>
                <a:gd name="T3" fmla="*/ 5 h 92"/>
                <a:gd name="T4" fmla="*/ 114 w 233"/>
                <a:gd name="T5" fmla="*/ 94 h 92"/>
                <a:gd name="T6" fmla="*/ 108 w 233"/>
                <a:gd name="T7" fmla="*/ 95 h 92"/>
                <a:gd name="T8" fmla="*/ 9 w 233"/>
                <a:gd name="T9" fmla="*/ 183 h 92"/>
                <a:gd name="T10" fmla="*/ 27 w 233"/>
                <a:gd name="T11" fmla="*/ 205 h 92"/>
                <a:gd name="T12" fmla="*/ 83 w 233"/>
                <a:gd name="T13" fmla="*/ 173 h 92"/>
                <a:gd name="T14" fmla="*/ 90 w 233"/>
                <a:gd name="T15" fmla="*/ 168 h 92"/>
                <a:gd name="T16" fmla="*/ 315 w 233"/>
                <a:gd name="T17" fmla="*/ 82 h 92"/>
                <a:gd name="T18" fmla="*/ 473 w 233"/>
                <a:gd name="T19" fmla="*/ 141 h 92"/>
                <a:gd name="T20" fmla="*/ 477 w 233"/>
                <a:gd name="T21" fmla="*/ 153 h 92"/>
                <a:gd name="T22" fmla="*/ 497 w 233"/>
                <a:gd name="T23" fmla="*/ 67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92">
                  <a:moveTo>
                    <a:pt x="226" y="30"/>
                  </a:moveTo>
                  <a:cubicBezTo>
                    <a:pt x="215" y="2"/>
                    <a:pt x="180" y="0"/>
                    <a:pt x="154" y="2"/>
                  </a:cubicBezTo>
                  <a:cubicBezTo>
                    <a:pt x="116" y="6"/>
                    <a:pt x="84" y="29"/>
                    <a:pt x="52" y="42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30" y="50"/>
                    <a:pt x="15" y="62"/>
                    <a:pt x="4" y="82"/>
                  </a:cubicBezTo>
                  <a:cubicBezTo>
                    <a:pt x="0" y="90"/>
                    <a:pt x="4" y="92"/>
                    <a:pt x="12" y="92"/>
                  </a:cubicBezTo>
                  <a:cubicBezTo>
                    <a:pt x="20" y="86"/>
                    <a:pt x="29" y="81"/>
                    <a:pt x="38" y="78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73" y="63"/>
                    <a:pt x="105" y="40"/>
                    <a:pt x="143" y="37"/>
                  </a:cubicBezTo>
                  <a:cubicBezTo>
                    <a:pt x="169" y="34"/>
                    <a:pt x="204" y="36"/>
                    <a:pt x="215" y="64"/>
                  </a:cubicBezTo>
                  <a:cubicBezTo>
                    <a:pt x="216" y="66"/>
                    <a:pt x="217" y="67"/>
                    <a:pt x="217" y="69"/>
                  </a:cubicBezTo>
                  <a:cubicBezTo>
                    <a:pt x="227" y="59"/>
                    <a:pt x="233" y="47"/>
                    <a:pt x="226" y="3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17" name="Freeform 4353">
              <a:extLst>
                <a:ext uri="{FF2B5EF4-FFF2-40B4-BE49-F238E27FC236}">
                  <a16:creationId xmlns:a16="http://schemas.microsoft.com/office/drawing/2014/main" id="{BEC68885-0392-4107-AF15-846D259CB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458"/>
              <a:ext cx="226" cy="108"/>
            </a:xfrm>
            <a:custGeom>
              <a:avLst/>
              <a:gdLst>
                <a:gd name="T0" fmla="*/ 343 w 174"/>
                <a:gd name="T1" fmla="*/ 46 h 83"/>
                <a:gd name="T2" fmla="*/ 103 w 174"/>
                <a:gd name="T3" fmla="*/ 90 h 83"/>
                <a:gd name="T4" fmla="*/ 17 w 174"/>
                <a:gd name="T5" fmla="*/ 178 h 83"/>
                <a:gd name="T6" fmla="*/ 32 w 174"/>
                <a:gd name="T7" fmla="*/ 183 h 83"/>
                <a:gd name="T8" fmla="*/ 61 w 174"/>
                <a:gd name="T9" fmla="*/ 183 h 83"/>
                <a:gd name="T10" fmla="*/ 66 w 174"/>
                <a:gd name="T11" fmla="*/ 181 h 83"/>
                <a:gd name="T12" fmla="*/ 305 w 174"/>
                <a:gd name="T13" fmla="*/ 134 h 83"/>
                <a:gd name="T14" fmla="*/ 343 w 174"/>
                <a:gd name="T15" fmla="*/ 46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83">
                  <a:moveTo>
                    <a:pt x="156" y="21"/>
                  </a:moveTo>
                  <a:cubicBezTo>
                    <a:pt x="122" y="0"/>
                    <a:pt x="77" y="29"/>
                    <a:pt x="47" y="41"/>
                  </a:cubicBezTo>
                  <a:cubicBezTo>
                    <a:pt x="31" y="48"/>
                    <a:pt x="0" y="58"/>
                    <a:pt x="8" y="81"/>
                  </a:cubicBezTo>
                  <a:cubicBezTo>
                    <a:pt x="12" y="83"/>
                    <a:pt x="13" y="83"/>
                    <a:pt x="15" y="83"/>
                  </a:cubicBezTo>
                  <a:cubicBezTo>
                    <a:pt x="19" y="82"/>
                    <a:pt x="24" y="82"/>
                    <a:pt x="28" y="83"/>
                  </a:cubicBezTo>
                  <a:cubicBezTo>
                    <a:pt x="29" y="82"/>
                    <a:pt x="30" y="82"/>
                    <a:pt x="30" y="82"/>
                  </a:cubicBezTo>
                  <a:cubicBezTo>
                    <a:pt x="60" y="69"/>
                    <a:pt x="105" y="40"/>
                    <a:pt x="139" y="61"/>
                  </a:cubicBezTo>
                  <a:cubicBezTo>
                    <a:pt x="160" y="48"/>
                    <a:pt x="174" y="33"/>
                    <a:pt x="156" y="2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18" name="Freeform 4354">
              <a:extLst>
                <a:ext uri="{FF2B5EF4-FFF2-40B4-BE49-F238E27FC236}">
                  <a16:creationId xmlns:a16="http://schemas.microsoft.com/office/drawing/2014/main" id="{8EA97C9B-7CD4-45AF-A4AD-6A5C7217F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2397"/>
              <a:ext cx="249" cy="76"/>
            </a:xfrm>
            <a:custGeom>
              <a:avLst/>
              <a:gdLst>
                <a:gd name="T0" fmla="*/ 145 w 191"/>
                <a:gd name="T1" fmla="*/ 31 h 58"/>
                <a:gd name="T2" fmla="*/ 17 w 191"/>
                <a:gd name="T3" fmla="*/ 79 h 58"/>
                <a:gd name="T4" fmla="*/ 5 w 191"/>
                <a:gd name="T5" fmla="*/ 131 h 58"/>
                <a:gd name="T6" fmla="*/ 7 w 191"/>
                <a:gd name="T7" fmla="*/ 126 h 58"/>
                <a:gd name="T8" fmla="*/ 133 w 191"/>
                <a:gd name="T9" fmla="*/ 77 h 58"/>
                <a:gd name="T10" fmla="*/ 336 w 191"/>
                <a:gd name="T11" fmla="*/ 60 h 58"/>
                <a:gd name="T12" fmla="*/ 424 w 191"/>
                <a:gd name="T13" fmla="*/ 24 h 58"/>
                <a:gd name="T14" fmla="*/ 145 w 191"/>
                <a:gd name="T15" fmla="*/ 31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1" h="58">
                  <a:moveTo>
                    <a:pt x="65" y="14"/>
                  </a:moveTo>
                  <a:cubicBezTo>
                    <a:pt x="39" y="17"/>
                    <a:pt x="22" y="18"/>
                    <a:pt x="8" y="35"/>
                  </a:cubicBezTo>
                  <a:cubicBezTo>
                    <a:pt x="3" y="42"/>
                    <a:pt x="0" y="49"/>
                    <a:pt x="2" y="58"/>
                  </a:cubicBezTo>
                  <a:cubicBezTo>
                    <a:pt x="2" y="57"/>
                    <a:pt x="3" y="56"/>
                    <a:pt x="3" y="56"/>
                  </a:cubicBezTo>
                  <a:cubicBezTo>
                    <a:pt x="17" y="38"/>
                    <a:pt x="34" y="38"/>
                    <a:pt x="60" y="34"/>
                  </a:cubicBezTo>
                  <a:cubicBezTo>
                    <a:pt x="77" y="32"/>
                    <a:pt x="120" y="26"/>
                    <a:pt x="152" y="27"/>
                  </a:cubicBezTo>
                  <a:cubicBezTo>
                    <a:pt x="165" y="23"/>
                    <a:pt x="184" y="22"/>
                    <a:pt x="191" y="11"/>
                  </a:cubicBezTo>
                  <a:cubicBezTo>
                    <a:pt x="168" y="0"/>
                    <a:pt x="90" y="10"/>
                    <a:pt x="65" y="14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19" name="Freeform 4355">
              <a:extLst>
                <a:ext uri="{FF2B5EF4-FFF2-40B4-BE49-F238E27FC236}">
                  <a16:creationId xmlns:a16="http://schemas.microsoft.com/office/drawing/2014/main" id="{564144C0-AF70-46C3-86C0-850BED8DB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413"/>
              <a:ext cx="332" cy="110"/>
            </a:xfrm>
            <a:custGeom>
              <a:avLst/>
              <a:gdLst>
                <a:gd name="T0" fmla="*/ 453 w 255"/>
                <a:gd name="T1" fmla="*/ 16 h 85"/>
                <a:gd name="T2" fmla="*/ 341 w 255"/>
                <a:gd name="T3" fmla="*/ 13 h 85"/>
                <a:gd name="T4" fmla="*/ 0 w 255"/>
                <a:gd name="T5" fmla="*/ 153 h 85"/>
                <a:gd name="T6" fmla="*/ 9 w 255"/>
                <a:gd name="T7" fmla="*/ 184 h 85"/>
                <a:gd name="T8" fmla="*/ 327 w 255"/>
                <a:gd name="T9" fmla="*/ 87 h 85"/>
                <a:gd name="T10" fmla="*/ 437 w 255"/>
                <a:gd name="T11" fmla="*/ 89 h 85"/>
                <a:gd name="T12" fmla="*/ 518 w 255"/>
                <a:gd name="T13" fmla="*/ 137 h 85"/>
                <a:gd name="T14" fmla="*/ 557 w 255"/>
                <a:gd name="T15" fmla="*/ 101 h 85"/>
                <a:gd name="T16" fmla="*/ 453 w 255"/>
                <a:gd name="T17" fmla="*/ 16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5" h="85">
                  <a:moveTo>
                    <a:pt x="205" y="7"/>
                  </a:moveTo>
                  <a:cubicBezTo>
                    <a:pt x="189" y="0"/>
                    <a:pt x="170" y="3"/>
                    <a:pt x="154" y="6"/>
                  </a:cubicBezTo>
                  <a:cubicBezTo>
                    <a:pt x="121" y="13"/>
                    <a:pt x="2" y="29"/>
                    <a:pt x="0" y="70"/>
                  </a:cubicBezTo>
                  <a:cubicBezTo>
                    <a:pt x="0" y="76"/>
                    <a:pt x="1" y="81"/>
                    <a:pt x="4" y="85"/>
                  </a:cubicBezTo>
                  <a:cubicBezTo>
                    <a:pt x="34" y="57"/>
                    <a:pt x="120" y="46"/>
                    <a:pt x="148" y="40"/>
                  </a:cubicBezTo>
                  <a:cubicBezTo>
                    <a:pt x="164" y="37"/>
                    <a:pt x="183" y="34"/>
                    <a:pt x="198" y="41"/>
                  </a:cubicBezTo>
                  <a:cubicBezTo>
                    <a:pt x="204" y="43"/>
                    <a:pt x="223" y="52"/>
                    <a:pt x="235" y="63"/>
                  </a:cubicBezTo>
                  <a:cubicBezTo>
                    <a:pt x="245" y="57"/>
                    <a:pt x="253" y="52"/>
                    <a:pt x="253" y="46"/>
                  </a:cubicBezTo>
                  <a:cubicBezTo>
                    <a:pt x="255" y="33"/>
                    <a:pt x="214" y="10"/>
                    <a:pt x="205" y="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20" name="Freeform 4356">
              <a:extLst>
                <a:ext uri="{FF2B5EF4-FFF2-40B4-BE49-F238E27FC236}">
                  <a16:creationId xmlns:a16="http://schemas.microsoft.com/office/drawing/2014/main" id="{3F8520C7-79D9-4144-AE7E-6A6CA1412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361"/>
              <a:ext cx="183" cy="112"/>
            </a:xfrm>
            <a:custGeom>
              <a:avLst/>
              <a:gdLst>
                <a:gd name="T0" fmla="*/ 73 w 141"/>
                <a:gd name="T1" fmla="*/ 100 h 86"/>
                <a:gd name="T2" fmla="*/ 67 w 141"/>
                <a:gd name="T3" fmla="*/ 102 h 86"/>
                <a:gd name="T4" fmla="*/ 8 w 141"/>
                <a:gd name="T5" fmla="*/ 152 h 86"/>
                <a:gd name="T6" fmla="*/ 0 w 141"/>
                <a:gd name="T7" fmla="*/ 173 h 86"/>
                <a:gd name="T8" fmla="*/ 8 w 141"/>
                <a:gd name="T9" fmla="*/ 169 h 86"/>
                <a:gd name="T10" fmla="*/ 13 w 141"/>
                <a:gd name="T11" fmla="*/ 169 h 86"/>
                <a:gd name="T12" fmla="*/ 215 w 141"/>
                <a:gd name="T13" fmla="*/ 108 h 86"/>
                <a:gd name="T14" fmla="*/ 197 w 141"/>
                <a:gd name="T15" fmla="*/ 190 h 86"/>
                <a:gd name="T16" fmla="*/ 276 w 141"/>
                <a:gd name="T17" fmla="*/ 163 h 86"/>
                <a:gd name="T18" fmla="*/ 276 w 141"/>
                <a:gd name="T19" fmla="*/ 38 h 86"/>
                <a:gd name="T20" fmla="*/ 73 w 141"/>
                <a:gd name="T21" fmla="*/ 100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86">
                  <a:moveTo>
                    <a:pt x="33" y="45"/>
                  </a:moveTo>
                  <a:cubicBezTo>
                    <a:pt x="31" y="46"/>
                    <a:pt x="31" y="46"/>
                    <a:pt x="31" y="46"/>
                  </a:cubicBezTo>
                  <a:cubicBezTo>
                    <a:pt x="12" y="50"/>
                    <a:pt x="8" y="52"/>
                    <a:pt x="4" y="69"/>
                  </a:cubicBezTo>
                  <a:cubicBezTo>
                    <a:pt x="3" y="72"/>
                    <a:pt x="2" y="75"/>
                    <a:pt x="0" y="78"/>
                  </a:cubicBezTo>
                  <a:cubicBezTo>
                    <a:pt x="1" y="78"/>
                    <a:pt x="3" y="78"/>
                    <a:pt x="4" y="77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29" y="72"/>
                    <a:pt x="113" y="31"/>
                    <a:pt x="99" y="49"/>
                  </a:cubicBezTo>
                  <a:cubicBezTo>
                    <a:pt x="85" y="66"/>
                    <a:pt x="86" y="77"/>
                    <a:pt x="90" y="86"/>
                  </a:cubicBezTo>
                  <a:cubicBezTo>
                    <a:pt x="108" y="86"/>
                    <a:pt x="126" y="85"/>
                    <a:pt x="126" y="74"/>
                  </a:cubicBezTo>
                  <a:cubicBezTo>
                    <a:pt x="124" y="58"/>
                    <a:pt x="102" y="46"/>
                    <a:pt x="126" y="17"/>
                  </a:cubicBezTo>
                  <a:cubicBezTo>
                    <a:pt x="141" y="0"/>
                    <a:pt x="56" y="40"/>
                    <a:pt x="33" y="45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21" name="Freeform 4357">
              <a:extLst>
                <a:ext uri="{FF2B5EF4-FFF2-40B4-BE49-F238E27FC236}">
                  <a16:creationId xmlns:a16="http://schemas.microsoft.com/office/drawing/2014/main" id="{D1B806EC-619B-48CB-8523-8534B9C48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291"/>
              <a:ext cx="174" cy="80"/>
            </a:xfrm>
            <a:custGeom>
              <a:avLst/>
              <a:gdLst>
                <a:gd name="T0" fmla="*/ 244 w 134"/>
                <a:gd name="T1" fmla="*/ 58 h 62"/>
                <a:gd name="T2" fmla="*/ 242 w 134"/>
                <a:gd name="T3" fmla="*/ 58 h 62"/>
                <a:gd name="T4" fmla="*/ 49 w 134"/>
                <a:gd name="T5" fmla="*/ 52 h 62"/>
                <a:gd name="T6" fmla="*/ 0 w 134"/>
                <a:gd name="T7" fmla="*/ 116 h 62"/>
                <a:gd name="T8" fmla="*/ 186 w 134"/>
                <a:gd name="T9" fmla="*/ 125 h 62"/>
                <a:gd name="T10" fmla="*/ 191 w 134"/>
                <a:gd name="T11" fmla="*/ 125 h 62"/>
                <a:gd name="T12" fmla="*/ 222 w 134"/>
                <a:gd name="T13" fmla="*/ 133 h 62"/>
                <a:gd name="T14" fmla="*/ 292 w 134"/>
                <a:gd name="T15" fmla="*/ 98 h 62"/>
                <a:gd name="T16" fmla="*/ 244 w 134"/>
                <a:gd name="T17" fmla="*/ 58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62">
                  <a:moveTo>
                    <a:pt x="112" y="27"/>
                  </a:moveTo>
                  <a:cubicBezTo>
                    <a:pt x="110" y="27"/>
                    <a:pt x="110" y="27"/>
                    <a:pt x="110" y="27"/>
                  </a:cubicBezTo>
                  <a:cubicBezTo>
                    <a:pt x="80" y="28"/>
                    <a:pt x="50" y="0"/>
                    <a:pt x="22" y="24"/>
                  </a:cubicBezTo>
                  <a:cubicBezTo>
                    <a:pt x="14" y="31"/>
                    <a:pt x="7" y="44"/>
                    <a:pt x="0" y="54"/>
                  </a:cubicBezTo>
                  <a:cubicBezTo>
                    <a:pt x="28" y="33"/>
                    <a:pt x="56" y="59"/>
                    <a:pt x="85" y="58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92" y="58"/>
                    <a:pt x="98" y="59"/>
                    <a:pt x="102" y="62"/>
                  </a:cubicBezTo>
                  <a:cubicBezTo>
                    <a:pt x="120" y="58"/>
                    <a:pt x="133" y="53"/>
                    <a:pt x="133" y="46"/>
                  </a:cubicBezTo>
                  <a:cubicBezTo>
                    <a:pt x="134" y="31"/>
                    <a:pt x="122" y="27"/>
                    <a:pt x="112" y="2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22" name="Freeform 4358">
              <a:extLst>
                <a:ext uri="{FF2B5EF4-FFF2-40B4-BE49-F238E27FC236}">
                  <a16:creationId xmlns:a16="http://schemas.microsoft.com/office/drawing/2014/main" id="{F0371369-95CE-4D0F-8491-EAE242D87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594"/>
              <a:ext cx="560" cy="573"/>
            </a:xfrm>
            <a:custGeom>
              <a:avLst/>
              <a:gdLst>
                <a:gd name="T0" fmla="*/ 552 w 560"/>
                <a:gd name="T1" fmla="*/ 0 h 573"/>
                <a:gd name="T2" fmla="*/ 0 w 560"/>
                <a:gd name="T3" fmla="*/ 488 h 573"/>
                <a:gd name="T4" fmla="*/ 2 w 560"/>
                <a:gd name="T5" fmla="*/ 573 h 573"/>
                <a:gd name="T6" fmla="*/ 560 w 560"/>
                <a:gd name="T7" fmla="*/ 76 h 573"/>
                <a:gd name="T8" fmla="*/ 552 w 560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0" h="573">
                  <a:moveTo>
                    <a:pt x="552" y="0"/>
                  </a:moveTo>
                  <a:lnTo>
                    <a:pt x="0" y="488"/>
                  </a:lnTo>
                  <a:lnTo>
                    <a:pt x="2" y="573"/>
                  </a:lnTo>
                  <a:lnTo>
                    <a:pt x="560" y="76"/>
                  </a:lnTo>
                  <a:lnTo>
                    <a:pt x="552" y="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23" name="Freeform 4359">
              <a:extLst>
                <a:ext uri="{FF2B5EF4-FFF2-40B4-BE49-F238E27FC236}">
                  <a16:creationId xmlns:a16="http://schemas.microsoft.com/office/drawing/2014/main" id="{EE8F5C5D-1359-4340-A1DD-34544CA7F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7" y="2300"/>
              <a:ext cx="136" cy="192"/>
            </a:xfrm>
            <a:custGeom>
              <a:avLst/>
              <a:gdLst>
                <a:gd name="T0" fmla="*/ 0 w 136"/>
                <a:gd name="T1" fmla="*/ 122 h 192"/>
                <a:gd name="T2" fmla="*/ 136 w 136"/>
                <a:gd name="T3" fmla="*/ 0 h 192"/>
                <a:gd name="T4" fmla="*/ 134 w 136"/>
                <a:gd name="T5" fmla="*/ 75 h 192"/>
                <a:gd name="T6" fmla="*/ 4 w 136"/>
                <a:gd name="T7" fmla="*/ 192 h 192"/>
                <a:gd name="T8" fmla="*/ 0 w 136"/>
                <a:gd name="T9" fmla="*/ 122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92">
                  <a:moveTo>
                    <a:pt x="0" y="122"/>
                  </a:moveTo>
                  <a:lnTo>
                    <a:pt x="136" y="0"/>
                  </a:lnTo>
                  <a:lnTo>
                    <a:pt x="134" y="75"/>
                  </a:lnTo>
                  <a:lnTo>
                    <a:pt x="4" y="192"/>
                  </a:lnTo>
                  <a:lnTo>
                    <a:pt x="0" y="122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24" name="Freeform 4360">
              <a:extLst>
                <a:ext uri="{FF2B5EF4-FFF2-40B4-BE49-F238E27FC236}">
                  <a16:creationId xmlns:a16="http://schemas.microsoft.com/office/drawing/2014/main" id="{135AE796-E6EB-4806-97FB-1B07B6C71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535"/>
              <a:ext cx="60" cy="117"/>
            </a:xfrm>
            <a:custGeom>
              <a:avLst/>
              <a:gdLst>
                <a:gd name="T0" fmla="*/ 102 w 46"/>
                <a:gd name="T1" fmla="*/ 198 h 90"/>
                <a:gd name="T2" fmla="*/ 12 w 46"/>
                <a:gd name="T3" fmla="*/ 127 h 90"/>
                <a:gd name="T4" fmla="*/ 0 w 46"/>
                <a:gd name="T5" fmla="*/ 0 h 90"/>
                <a:gd name="T6" fmla="*/ 90 w 46"/>
                <a:gd name="T7" fmla="*/ 90 h 90"/>
                <a:gd name="T8" fmla="*/ 102 w 46"/>
                <a:gd name="T9" fmla="*/ 198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0">
                  <a:moveTo>
                    <a:pt x="46" y="90"/>
                  </a:moveTo>
                  <a:cubicBezTo>
                    <a:pt x="26" y="74"/>
                    <a:pt x="22" y="77"/>
                    <a:pt x="5" y="5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13"/>
                    <a:pt x="41" y="41"/>
                  </a:cubicBezTo>
                  <a:lnTo>
                    <a:pt x="46" y="9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25" name="Freeform 4361">
              <a:extLst>
                <a:ext uri="{FF2B5EF4-FFF2-40B4-BE49-F238E27FC236}">
                  <a16:creationId xmlns:a16="http://schemas.microsoft.com/office/drawing/2014/main" id="{C065415F-3311-4F2A-9D3D-64D3E6FA0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755"/>
              <a:ext cx="143" cy="166"/>
            </a:xfrm>
            <a:custGeom>
              <a:avLst/>
              <a:gdLst>
                <a:gd name="T0" fmla="*/ 0 w 110"/>
                <a:gd name="T1" fmla="*/ 0 h 128"/>
                <a:gd name="T2" fmla="*/ 13 w 110"/>
                <a:gd name="T3" fmla="*/ 123 h 128"/>
                <a:gd name="T4" fmla="*/ 242 w 110"/>
                <a:gd name="T5" fmla="*/ 279 h 128"/>
                <a:gd name="T6" fmla="*/ 226 w 110"/>
                <a:gd name="T7" fmla="*/ 141 h 128"/>
                <a:gd name="T8" fmla="*/ 0 w 110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28">
                  <a:moveTo>
                    <a:pt x="0" y="0"/>
                  </a:moveTo>
                  <a:cubicBezTo>
                    <a:pt x="6" y="56"/>
                    <a:pt x="6" y="56"/>
                    <a:pt x="6" y="56"/>
                  </a:cubicBezTo>
                  <a:cubicBezTo>
                    <a:pt x="30" y="77"/>
                    <a:pt x="73" y="113"/>
                    <a:pt x="110" y="12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64" y="48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26" name="Freeform 4362">
              <a:extLst>
                <a:ext uri="{FF2B5EF4-FFF2-40B4-BE49-F238E27FC236}">
                  <a16:creationId xmlns:a16="http://schemas.microsoft.com/office/drawing/2014/main" id="{A0B35C29-EE9E-403B-B58F-3C9878B3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3002"/>
              <a:ext cx="120" cy="99"/>
            </a:xfrm>
            <a:custGeom>
              <a:avLst/>
              <a:gdLst>
                <a:gd name="T0" fmla="*/ 196 w 92"/>
                <a:gd name="T1" fmla="*/ 39 h 76"/>
                <a:gd name="T2" fmla="*/ 13 w 92"/>
                <a:gd name="T3" fmla="*/ 0 h 76"/>
                <a:gd name="T4" fmla="*/ 0 w 92"/>
                <a:gd name="T5" fmla="*/ 119 h 76"/>
                <a:gd name="T6" fmla="*/ 205 w 92"/>
                <a:gd name="T7" fmla="*/ 168 h 76"/>
                <a:gd name="T8" fmla="*/ 196 w 92"/>
                <a:gd name="T9" fmla="*/ 3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76">
                  <a:moveTo>
                    <a:pt x="88" y="18"/>
                  </a:moveTo>
                  <a:cubicBezTo>
                    <a:pt x="42" y="13"/>
                    <a:pt x="47" y="9"/>
                    <a:pt x="6" y="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44" y="62"/>
                    <a:pt x="49" y="71"/>
                    <a:pt x="92" y="76"/>
                  </a:cubicBezTo>
                  <a:lnTo>
                    <a:pt x="88" y="18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27" name="Freeform 4363">
              <a:extLst>
                <a:ext uri="{FF2B5EF4-FFF2-40B4-BE49-F238E27FC236}">
                  <a16:creationId xmlns:a16="http://schemas.microsoft.com/office/drawing/2014/main" id="{C5A4559D-AC7E-4337-B953-B6E94B3CE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3054"/>
              <a:ext cx="68" cy="78"/>
            </a:xfrm>
            <a:custGeom>
              <a:avLst/>
              <a:gdLst>
                <a:gd name="T0" fmla="*/ 116 w 52"/>
                <a:gd name="T1" fmla="*/ 131 h 60"/>
                <a:gd name="T2" fmla="*/ 0 w 52"/>
                <a:gd name="T3" fmla="*/ 122 h 60"/>
                <a:gd name="T4" fmla="*/ 0 w 52"/>
                <a:gd name="T5" fmla="*/ 0 h 60"/>
                <a:gd name="T6" fmla="*/ 107 w 52"/>
                <a:gd name="T7" fmla="*/ 5 h 60"/>
                <a:gd name="T8" fmla="*/ 116 w 52"/>
                <a:gd name="T9" fmla="*/ 13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60">
                  <a:moveTo>
                    <a:pt x="52" y="60"/>
                  </a:moveTo>
                  <a:cubicBezTo>
                    <a:pt x="39" y="57"/>
                    <a:pt x="18" y="59"/>
                    <a:pt x="0" y="5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0" y="3"/>
                    <a:pt x="48" y="2"/>
                  </a:cubicBezTo>
                  <a:cubicBezTo>
                    <a:pt x="52" y="60"/>
                    <a:pt x="52" y="60"/>
                    <a:pt x="52" y="6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28" name="Freeform 4364">
              <a:extLst>
                <a:ext uri="{FF2B5EF4-FFF2-40B4-BE49-F238E27FC236}">
                  <a16:creationId xmlns:a16="http://schemas.microsoft.com/office/drawing/2014/main" id="{5C802942-BE14-4E0B-8043-BFAD6A578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064"/>
              <a:ext cx="129" cy="103"/>
            </a:xfrm>
            <a:custGeom>
              <a:avLst/>
              <a:gdLst>
                <a:gd name="T0" fmla="*/ 1 w 99"/>
                <a:gd name="T1" fmla="*/ 153 h 79"/>
                <a:gd name="T2" fmla="*/ 219 w 99"/>
                <a:gd name="T3" fmla="*/ 175 h 79"/>
                <a:gd name="T4" fmla="*/ 214 w 99"/>
                <a:gd name="T5" fmla="*/ 30 h 79"/>
                <a:gd name="T6" fmla="*/ 0 w 99"/>
                <a:gd name="T7" fmla="*/ 9 h 79"/>
                <a:gd name="T8" fmla="*/ 1 w 99"/>
                <a:gd name="T9" fmla="*/ 153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79">
                  <a:moveTo>
                    <a:pt x="1" y="69"/>
                  </a:moveTo>
                  <a:cubicBezTo>
                    <a:pt x="51" y="75"/>
                    <a:pt x="99" y="79"/>
                    <a:pt x="99" y="79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70" y="19"/>
                    <a:pt x="26" y="0"/>
                    <a:pt x="0" y="4"/>
                  </a:cubicBezTo>
                  <a:lnTo>
                    <a:pt x="1" y="69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29" name="Freeform 4365">
              <a:extLst>
                <a:ext uri="{FF2B5EF4-FFF2-40B4-BE49-F238E27FC236}">
                  <a16:creationId xmlns:a16="http://schemas.microsoft.com/office/drawing/2014/main" id="{C54F1C3C-520F-4181-A9CC-C014619976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9" y="2202"/>
              <a:ext cx="2325" cy="880"/>
            </a:xfrm>
            <a:custGeom>
              <a:avLst/>
              <a:gdLst>
                <a:gd name="T0" fmla="*/ 2687 w 1787"/>
                <a:gd name="T1" fmla="*/ 259 h 677"/>
                <a:gd name="T2" fmla="*/ 2451 w 1787"/>
                <a:gd name="T3" fmla="*/ 225 h 677"/>
                <a:gd name="T4" fmla="*/ 1396 w 1787"/>
                <a:gd name="T5" fmla="*/ 240 h 677"/>
                <a:gd name="T6" fmla="*/ 1135 w 1787"/>
                <a:gd name="T7" fmla="*/ 312 h 677"/>
                <a:gd name="T8" fmla="*/ 0 w 1787"/>
                <a:gd name="T9" fmla="*/ 563 h 677"/>
                <a:gd name="T10" fmla="*/ 337 w 1787"/>
                <a:gd name="T11" fmla="*/ 711 h 677"/>
                <a:gd name="T12" fmla="*/ 411 w 1787"/>
                <a:gd name="T13" fmla="*/ 933 h 677"/>
                <a:gd name="T14" fmla="*/ 973 w 1787"/>
                <a:gd name="T15" fmla="*/ 1144 h 677"/>
                <a:gd name="T16" fmla="*/ 1190 w 1787"/>
                <a:gd name="T17" fmla="*/ 1191 h 677"/>
                <a:gd name="T18" fmla="*/ 1654 w 1787"/>
                <a:gd name="T19" fmla="*/ 1313 h 677"/>
                <a:gd name="T20" fmla="*/ 2036 w 1787"/>
                <a:gd name="T21" fmla="*/ 1443 h 677"/>
                <a:gd name="T22" fmla="*/ 2217 w 1787"/>
                <a:gd name="T23" fmla="*/ 1465 h 677"/>
                <a:gd name="T24" fmla="*/ 3698 w 1787"/>
                <a:gd name="T25" fmla="*/ 372 h 677"/>
                <a:gd name="T26" fmla="*/ 2918 w 1787"/>
                <a:gd name="T27" fmla="*/ 620 h 677"/>
                <a:gd name="T28" fmla="*/ 2187 w 1787"/>
                <a:gd name="T29" fmla="*/ 990 h 677"/>
                <a:gd name="T30" fmla="*/ 2727 w 1787"/>
                <a:gd name="T31" fmla="*/ 798 h 677"/>
                <a:gd name="T32" fmla="*/ 2268 w 1787"/>
                <a:gd name="T33" fmla="*/ 511 h 677"/>
                <a:gd name="T34" fmla="*/ 2614 w 1787"/>
                <a:gd name="T35" fmla="*/ 632 h 677"/>
                <a:gd name="T36" fmla="*/ 2255 w 1787"/>
                <a:gd name="T37" fmla="*/ 807 h 677"/>
                <a:gd name="T38" fmla="*/ 2332 w 1787"/>
                <a:gd name="T39" fmla="*/ 638 h 677"/>
                <a:gd name="T40" fmla="*/ 1758 w 1787"/>
                <a:gd name="T41" fmla="*/ 680 h 677"/>
                <a:gd name="T42" fmla="*/ 1647 w 1787"/>
                <a:gd name="T43" fmla="*/ 565 h 677"/>
                <a:gd name="T44" fmla="*/ 1900 w 1787"/>
                <a:gd name="T45" fmla="*/ 463 h 677"/>
                <a:gd name="T46" fmla="*/ 1425 w 1787"/>
                <a:gd name="T47" fmla="*/ 642 h 677"/>
                <a:gd name="T48" fmla="*/ 1306 w 1787"/>
                <a:gd name="T49" fmla="*/ 468 h 677"/>
                <a:gd name="T50" fmla="*/ 2087 w 1787"/>
                <a:gd name="T51" fmla="*/ 460 h 677"/>
                <a:gd name="T52" fmla="*/ 2216 w 1787"/>
                <a:gd name="T53" fmla="*/ 305 h 677"/>
                <a:gd name="T54" fmla="*/ 1996 w 1787"/>
                <a:gd name="T55" fmla="*/ 317 h 677"/>
                <a:gd name="T56" fmla="*/ 1491 w 1787"/>
                <a:gd name="T57" fmla="*/ 240 h 677"/>
                <a:gd name="T58" fmla="*/ 1758 w 1787"/>
                <a:gd name="T59" fmla="*/ 382 h 677"/>
                <a:gd name="T60" fmla="*/ 1360 w 1787"/>
                <a:gd name="T61" fmla="*/ 283 h 677"/>
                <a:gd name="T62" fmla="*/ 1176 w 1787"/>
                <a:gd name="T63" fmla="*/ 367 h 677"/>
                <a:gd name="T64" fmla="*/ 455 w 1787"/>
                <a:gd name="T65" fmla="*/ 711 h 677"/>
                <a:gd name="T66" fmla="*/ 786 w 1787"/>
                <a:gd name="T67" fmla="*/ 580 h 677"/>
                <a:gd name="T68" fmla="*/ 795 w 1787"/>
                <a:gd name="T69" fmla="*/ 426 h 677"/>
                <a:gd name="T70" fmla="*/ 1183 w 1787"/>
                <a:gd name="T71" fmla="*/ 481 h 677"/>
                <a:gd name="T72" fmla="*/ 1002 w 1787"/>
                <a:gd name="T73" fmla="*/ 659 h 677"/>
                <a:gd name="T74" fmla="*/ 825 w 1787"/>
                <a:gd name="T75" fmla="*/ 694 h 677"/>
                <a:gd name="T76" fmla="*/ 1391 w 1787"/>
                <a:gd name="T77" fmla="*/ 1184 h 677"/>
                <a:gd name="T78" fmla="*/ 963 w 1787"/>
                <a:gd name="T79" fmla="*/ 880 h 677"/>
                <a:gd name="T80" fmla="*/ 1461 w 1787"/>
                <a:gd name="T81" fmla="*/ 877 h 677"/>
                <a:gd name="T82" fmla="*/ 1551 w 1787"/>
                <a:gd name="T83" fmla="*/ 933 h 677"/>
                <a:gd name="T84" fmla="*/ 1758 w 1787"/>
                <a:gd name="T85" fmla="*/ 870 h 677"/>
                <a:gd name="T86" fmla="*/ 1222 w 1787"/>
                <a:gd name="T87" fmla="*/ 710 h 677"/>
                <a:gd name="T88" fmla="*/ 1810 w 1787"/>
                <a:gd name="T89" fmla="*/ 732 h 677"/>
                <a:gd name="T90" fmla="*/ 1969 w 1787"/>
                <a:gd name="T91" fmla="*/ 1162 h 677"/>
                <a:gd name="T92" fmla="*/ 2069 w 1787"/>
                <a:gd name="T93" fmla="*/ 1166 h 677"/>
                <a:gd name="T94" fmla="*/ 2289 w 1787"/>
                <a:gd name="T95" fmla="*/ 1159 h 677"/>
                <a:gd name="T96" fmla="*/ 2575 w 1787"/>
                <a:gd name="T97" fmla="*/ 1087 h 677"/>
                <a:gd name="T98" fmla="*/ 2918 w 1787"/>
                <a:gd name="T99" fmla="*/ 918 h 677"/>
                <a:gd name="T100" fmla="*/ 3423 w 1787"/>
                <a:gd name="T101" fmla="*/ 394 h 677"/>
                <a:gd name="T102" fmla="*/ 3240 w 1787"/>
                <a:gd name="T103" fmla="*/ 360 h 67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787" h="677">
                  <a:moveTo>
                    <a:pt x="1396" y="139"/>
                  </a:moveTo>
                  <a:cubicBezTo>
                    <a:pt x="1395" y="140"/>
                    <a:pt x="1395" y="140"/>
                    <a:pt x="1395" y="140"/>
                  </a:cubicBezTo>
                  <a:cubicBezTo>
                    <a:pt x="1366" y="159"/>
                    <a:pt x="1332" y="181"/>
                    <a:pt x="1297" y="180"/>
                  </a:cubicBezTo>
                  <a:cubicBezTo>
                    <a:pt x="1278" y="179"/>
                    <a:pt x="1244" y="142"/>
                    <a:pt x="1264" y="121"/>
                  </a:cubicBezTo>
                  <a:cubicBezTo>
                    <a:pt x="1220" y="118"/>
                    <a:pt x="1220" y="118"/>
                    <a:pt x="1220" y="118"/>
                  </a:cubicBezTo>
                  <a:cubicBezTo>
                    <a:pt x="1195" y="126"/>
                    <a:pt x="1177" y="155"/>
                    <a:pt x="1151" y="161"/>
                  </a:cubicBezTo>
                  <a:cubicBezTo>
                    <a:pt x="1121" y="167"/>
                    <a:pt x="1090" y="170"/>
                    <a:pt x="1061" y="177"/>
                  </a:cubicBezTo>
                  <a:cubicBezTo>
                    <a:pt x="1021" y="186"/>
                    <a:pt x="1003" y="162"/>
                    <a:pt x="1045" y="144"/>
                  </a:cubicBezTo>
                  <a:cubicBezTo>
                    <a:pt x="1067" y="135"/>
                    <a:pt x="1096" y="114"/>
                    <a:pt x="1115" y="102"/>
                  </a:cubicBezTo>
                  <a:cubicBezTo>
                    <a:pt x="1113" y="102"/>
                    <a:pt x="1113" y="102"/>
                    <a:pt x="1113" y="102"/>
                  </a:cubicBezTo>
                  <a:cubicBezTo>
                    <a:pt x="1016" y="81"/>
                    <a:pt x="873" y="48"/>
                    <a:pt x="772" y="0"/>
                  </a:cubicBezTo>
                  <a:cubicBezTo>
                    <a:pt x="656" y="41"/>
                    <a:pt x="656" y="41"/>
                    <a:pt x="656" y="41"/>
                  </a:cubicBezTo>
                  <a:cubicBezTo>
                    <a:pt x="654" y="42"/>
                    <a:pt x="654" y="42"/>
                    <a:pt x="654" y="42"/>
                  </a:cubicBezTo>
                  <a:cubicBezTo>
                    <a:pt x="674" y="47"/>
                    <a:pt x="695" y="75"/>
                    <a:pt x="684" y="88"/>
                  </a:cubicBezTo>
                  <a:cubicBezTo>
                    <a:pt x="672" y="102"/>
                    <a:pt x="651" y="106"/>
                    <a:pt x="634" y="109"/>
                  </a:cubicBezTo>
                  <a:cubicBezTo>
                    <a:pt x="598" y="116"/>
                    <a:pt x="545" y="140"/>
                    <a:pt x="525" y="101"/>
                  </a:cubicBezTo>
                  <a:cubicBezTo>
                    <a:pt x="525" y="100"/>
                    <a:pt x="525" y="100"/>
                    <a:pt x="525" y="100"/>
                  </a:cubicBezTo>
                  <a:cubicBezTo>
                    <a:pt x="494" y="109"/>
                    <a:pt x="494" y="109"/>
                    <a:pt x="494" y="109"/>
                  </a:cubicBezTo>
                  <a:cubicBezTo>
                    <a:pt x="496" y="111"/>
                    <a:pt x="496" y="111"/>
                    <a:pt x="496" y="111"/>
                  </a:cubicBezTo>
                  <a:cubicBezTo>
                    <a:pt x="513" y="112"/>
                    <a:pt x="517" y="126"/>
                    <a:pt x="515" y="142"/>
                  </a:cubicBezTo>
                  <a:cubicBezTo>
                    <a:pt x="512" y="169"/>
                    <a:pt x="480" y="164"/>
                    <a:pt x="459" y="171"/>
                  </a:cubicBezTo>
                  <a:cubicBezTo>
                    <a:pt x="428" y="182"/>
                    <a:pt x="427" y="176"/>
                    <a:pt x="401" y="165"/>
                  </a:cubicBezTo>
                  <a:cubicBezTo>
                    <a:pt x="385" y="157"/>
                    <a:pt x="365" y="154"/>
                    <a:pt x="346" y="152"/>
                  </a:cubicBezTo>
                  <a:cubicBezTo>
                    <a:pt x="344" y="150"/>
                    <a:pt x="344" y="150"/>
                    <a:pt x="344" y="15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0" y="256"/>
                    <a:pt x="2" y="268"/>
                    <a:pt x="40" y="296"/>
                  </a:cubicBezTo>
                  <a:cubicBezTo>
                    <a:pt x="42" y="294"/>
                    <a:pt x="42" y="294"/>
                    <a:pt x="42" y="294"/>
                  </a:cubicBezTo>
                  <a:cubicBezTo>
                    <a:pt x="45" y="288"/>
                    <a:pt x="56" y="282"/>
                    <a:pt x="70" y="275"/>
                  </a:cubicBezTo>
                  <a:cubicBezTo>
                    <a:pt x="81" y="276"/>
                    <a:pt x="94" y="281"/>
                    <a:pt x="103" y="284"/>
                  </a:cubicBezTo>
                  <a:cubicBezTo>
                    <a:pt x="125" y="292"/>
                    <a:pt x="141" y="305"/>
                    <a:pt x="153" y="324"/>
                  </a:cubicBezTo>
                  <a:cubicBezTo>
                    <a:pt x="160" y="337"/>
                    <a:pt x="171" y="356"/>
                    <a:pt x="182" y="365"/>
                  </a:cubicBezTo>
                  <a:cubicBezTo>
                    <a:pt x="187" y="369"/>
                    <a:pt x="194" y="372"/>
                    <a:pt x="200" y="373"/>
                  </a:cubicBezTo>
                  <a:cubicBezTo>
                    <a:pt x="205" y="374"/>
                    <a:pt x="212" y="372"/>
                    <a:pt x="216" y="375"/>
                  </a:cubicBezTo>
                  <a:cubicBezTo>
                    <a:pt x="232" y="385"/>
                    <a:pt x="205" y="414"/>
                    <a:pt x="195" y="421"/>
                  </a:cubicBezTo>
                  <a:cubicBezTo>
                    <a:pt x="195" y="421"/>
                    <a:pt x="190" y="425"/>
                    <a:pt x="187" y="425"/>
                  </a:cubicBezTo>
                  <a:cubicBezTo>
                    <a:pt x="187" y="425"/>
                    <a:pt x="284" y="489"/>
                    <a:pt x="290" y="490"/>
                  </a:cubicBezTo>
                  <a:cubicBezTo>
                    <a:pt x="292" y="491"/>
                    <a:pt x="321" y="464"/>
                    <a:pt x="356" y="435"/>
                  </a:cubicBezTo>
                  <a:cubicBezTo>
                    <a:pt x="358" y="434"/>
                    <a:pt x="360" y="434"/>
                    <a:pt x="361" y="434"/>
                  </a:cubicBezTo>
                  <a:cubicBezTo>
                    <a:pt x="420" y="434"/>
                    <a:pt x="439" y="450"/>
                    <a:pt x="451" y="469"/>
                  </a:cubicBezTo>
                  <a:cubicBezTo>
                    <a:pt x="457" y="487"/>
                    <a:pt x="453" y="504"/>
                    <a:pt x="442" y="521"/>
                  </a:cubicBezTo>
                  <a:cubicBezTo>
                    <a:pt x="435" y="531"/>
                    <a:pt x="426" y="542"/>
                    <a:pt x="416" y="549"/>
                  </a:cubicBezTo>
                  <a:cubicBezTo>
                    <a:pt x="409" y="555"/>
                    <a:pt x="400" y="559"/>
                    <a:pt x="395" y="566"/>
                  </a:cubicBezTo>
                  <a:cubicBezTo>
                    <a:pt x="423" y="580"/>
                    <a:pt x="441" y="585"/>
                    <a:pt x="468" y="590"/>
                  </a:cubicBezTo>
                  <a:cubicBezTo>
                    <a:pt x="451" y="572"/>
                    <a:pt x="487" y="537"/>
                    <a:pt x="508" y="534"/>
                  </a:cubicBezTo>
                  <a:cubicBezTo>
                    <a:pt x="519" y="532"/>
                    <a:pt x="530" y="538"/>
                    <a:pt x="540" y="542"/>
                  </a:cubicBezTo>
                  <a:cubicBezTo>
                    <a:pt x="543" y="543"/>
                    <a:pt x="547" y="544"/>
                    <a:pt x="551" y="545"/>
                  </a:cubicBezTo>
                  <a:cubicBezTo>
                    <a:pt x="559" y="553"/>
                    <a:pt x="568" y="559"/>
                    <a:pt x="578" y="564"/>
                  </a:cubicBezTo>
                  <a:cubicBezTo>
                    <a:pt x="602" y="576"/>
                    <a:pt x="625" y="615"/>
                    <a:pt x="625" y="615"/>
                  </a:cubicBezTo>
                  <a:cubicBezTo>
                    <a:pt x="695" y="630"/>
                    <a:pt x="710" y="633"/>
                    <a:pt x="710" y="633"/>
                  </a:cubicBezTo>
                  <a:cubicBezTo>
                    <a:pt x="721" y="633"/>
                    <a:pt x="735" y="619"/>
                    <a:pt x="751" y="598"/>
                  </a:cubicBezTo>
                  <a:cubicBezTo>
                    <a:pt x="763" y="584"/>
                    <a:pt x="783" y="563"/>
                    <a:pt x="805" y="549"/>
                  </a:cubicBezTo>
                  <a:cubicBezTo>
                    <a:pt x="839" y="528"/>
                    <a:pt x="863" y="553"/>
                    <a:pt x="892" y="557"/>
                  </a:cubicBezTo>
                  <a:cubicBezTo>
                    <a:pt x="911" y="559"/>
                    <a:pt x="907" y="583"/>
                    <a:pt x="902" y="600"/>
                  </a:cubicBezTo>
                  <a:cubicBezTo>
                    <a:pt x="886" y="631"/>
                    <a:pt x="874" y="655"/>
                    <a:pt x="876" y="655"/>
                  </a:cubicBezTo>
                  <a:cubicBezTo>
                    <a:pt x="881" y="655"/>
                    <a:pt x="925" y="657"/>
                    <a:pt x="925" y="657"/>
                  </a:cubicBezTo>
                  <a:cubicBezTo>
                    <a:pt x="930" y="656"/>
                    <a:pt x="941" y="646"/>
                    <a:pt x="954" y="631"/>
                  </a:cubicBezTo>
                  <a:cubicBezTo>
                    <a:pt x="968" y="620"/>
                    <a:pt x="1024" y="610"/>
                    <a:pt x="1023" y="624"/>
                  </a:cubicBezTo>
                  <a:cubicBezTo>
                    <a:pt x="1023" y="641"/>
                    <a:pt x="1010" y="663"/>
                    <a:pt x="1010" y="663"/>
                  </a:cubicBezTo>
                  <a:cubicBezTo>
                    <a:pt x="1013" y="662"/>
                    <a:pt x="1013" y="662"/>
                    <a:pt x="1013" y="662"/>
                  </a:cubicBezTo>
                  <a:cubicBezTo>
                    <a:pt x="1010" y="664"/>
                    <a:pt x="1007" y="666"/>
                    <a:pt x="1007" y="667"/>
                  </a:cubicBezTo>
                  <a:cubicBezTo>
                    <a:pt x="1104" y="677"/>
                    <a:pt x="1104" y="677"/>
                    <a:pt x="1104" y="677"/>
                  </a:cubicBezTo>
                  <a:cubicBezTo>
                    <a:pt x="1530" y="301"/>
                    <a:pt x="1530" y="301"/>
                    <a:pt x="1530" y="301"/>
                  </a:cubicBezTo>
                  <a:cubicBezTo>
                    <a:pt x="1513" y="299"/>
                    <a:pt x="1490" y="261"/>
                    <a:pt x="1490" y="246"/>
                  </a:cubicBezTo>
                  <a:cubicBezTo>
                    <a:pt x="1490" y="220"/>
                    <a:pt x="1531" y="209"/>
                    <a:pt x="1552" y="199"/>
                  </a:cubicBezTo>
                  <a:cubicBezTo>
                    <a:pt x="1593" y="179"/>
                    <a:pt x="1633" y="164"/>
                    <a:pt x="1679" y="169"/>
                  </a:cubicBezTo>
                  <a:cubicBezTo>
                    <a:pt x="1682" y="169"/>
                    <a:pt x="1682" y="169"/>
                    <a:pt x="1682" y="169"/>
                  </a:cubicBezTo>
                  <a:cubicBezTo>
                    <a:pt x="1787" y="75"/>
                    <a:pt x="1787" y="75"/>
                    <a:pt x="1787" y="75"/>
                  </a:cubicBezTo>
                  <a:cubicBezTo>
                    <a:pt x="1787" y="75"/>
                    <a:pt x="1613" y="144"/>
                    <a:pt x="1396" y="139"/>
                  </a:cubicBezTo>
                  <a:close/>
                  <a:moveTo>
                    <a:pt x="1388" y="218"/>
                  </a:moveTo>
                  <a:cubicBezTo>
                    <a:pt x="1422" y="240"/>
                    <a:pt x="1347" y="273"/>
                    <a:pt x="1325" y="282"/>
                  </a:cubicBezTo>
                  <a:cubicBezTo>
                    <a:pt x="1288" y="297"/>
                    <a:pt x="1273" y="275"/>
                    <a:pt x="1247" y="280"/>
                  </a:cubicBezTo>
                  <a:cubicBezTo>
                    <a:pt x="1246" y="280"/>
                    <a:pt x="1245" y="280"/>
                    <a:pt x="1241" y="278"/>
                  </a:cubicBezTo>
                  <a:cubicBezTo>
                    <a:pt x="1232" y="255"/>
                    <a:pt x="1263" y="246"/>
                    <a:pt x="1280" y="239"/>
                  </a:cubicBezTo>
                  <a:cubicBezTo>
                    <a:pt x="1309" y="226"/>
                    <a:pt x="1355" y="197"/>
                    <a:pt x="1388" y="218"/>
                  </a:cubicBezTo>
                  <a:close/>
                  <a:moveTo>
                    <a:pt x="993" y="451"/>
                  </a:moveTo>
                  <a:cubicBezTo>
                    <a:pt x="961" y="436"/>
                    <a:pt x="1021" y="403"/>
                    <a:pt x="1035" y="393"/>
                  </a:cubicBezTo>
                  <a:cubicBezTo>
                    <a:pt x="1055" y="380"/>
                    <a:pt x="1068" y="360"/>
                    <a:pt x="1087" y="347"/>
                  </a:cubicBezTo>
                  <a:cubicBezTo>
                    <a:pt x="1106" y="335"/>
                    <a:pt x="1132" y="334"/>
                    <a:pt x="1151" y="324"/>
                  </a:cubicBezTo>
                  <a:cubicBezTo>
                    <a:pt x="1185" y="307"/>
                    <a:pt x="1216" y="282"/>
                    <a:pt x="1255" y="306"/>
                  </a:cubicBezTo>
                  <a:cubicBezTo>
                    <a:pt x="1288" y="326"/>
                    <a:pt x="1264" y="350"/>
                    <a:pt x="1238" y="363"/>
                  </a:cubicBezTo>
                  <a:cubicBezTo>
                    <a:pt x="1191" y="388"/>
                    <a:pt x="1136" y="412"/>
                    <a:pt x="1085" y="431"/>
                  </a:cubicBezTo>
                  <a:cubicBezTo>
                    <a:pt x="1072" y="436"/>
                    <a:pt x="1062" y="442"/>
                    <a:pt x="1047" y="442"/>
                  </a:cubicBezTo>
                  <a:cubicBezTo>
                    <a:pt x="1045" y="442"/>
                    <a:pt x="1045" y="442"/>
                    <a:pt x="1045" y="442"/>
                  </a:cubicBezTo>
                  <a:cubicBezTo>
                    <a:pt x="1031" y="443"/>
                    <a:pt x="1009" y="458"/>
                    <a:pt x="993" y="451"/>
                  </a:cubicBezTo>
                  <a:close/>
                  <a:moveTo>
                    <a:pt x="1030" y="232"/>
                  </a:moveTo>
                  <a:cubicBezTo>
                    <a:pt x="1033" y="191"/>
                    <a:pt x="1151" y="175"/>
                    <a:pt x="1185" y="169"/>
                  </a:cubicBezTo>
                  <a:cubicBezTo>
                    <a:pt x="1201" y="165"/>
                    <a:pt x="1220" y="162"/>
                    <a:pt x="1235" y="170"/>
                  </a:cubicBezTo>
                  <a:cubicBezTo>
                    <a:pt x="1245" y="172"/>
                    <a:pt x="1285" y="195"/>
                    <a:pt x="1284" y="209"/>
                  </a:cubicBezTo>
                  <a:cubicBezTo>
                    <a:pt x="1283" y="222"/>
                    <a:pt x="1238" y="236"/>
                    <a:pt x="1226" y="246"/>
                  </a:cubicBezTo>
                  <a:cubicBezTo>
                    <a:pt x="1217" y="254"/>
                    <a:pt x="1200" y="287"/>
                    <a:pt x="1187" y="288"/>
                  </a:cubicBezTo>
                  <a:cubicBezTo>
                    <a:pt x="1177" y="288"/>
                    <a:pt x="1153" y="263"/>
                    <a:pt x="1143" y="260"/>
                  </a:cubicBezTo>
                  <a:cubicBezTo>
                    <a:pt x="1118" y="253"/>
                    <a:pt x="1028" y="276"/>
                    <a:pt x="1030" y="232"/>
                  </a:cubicBezTo>
                  <a:close/>
                  <a:moveTo>
                    <a:pt x="1058" y="291"/>
                  </a:moveTo>
                  <a:cubicBezTo>
                    <a:pt x="1082" y="274"/>
                    <a:pt x="1188" y="268"/>
                    <a:pt x="1137" y="306"/>
                  </a:cubicBezTo>
                  <a:cubicBezTo>
                    <a:pt x="1103" y="331"/>
                    <a:pt x="1059" y="344"/>
                    <a:pt x="1024" y="368"/>
                  </a:cubicBezTo>
                  <a:cubicBezTo>
                    <a:pt x="1001" y="384"/>
                    <a:pt x="977" y="417"/>
                    <a:pt x="948" y="420"/>
                  </a:cubicBezTo>
                  <a:cubicBezTo>
                    <a:pt x="934" y="422"/>
                    <a:pt x="892" y="422"/>
                    <a:pt x="881" y="412"/>
                  </a:cubicBezTo>
                  <a:cubicBezTo>
                    <a:pt x="859" y="392"/>
                    <a:pt x="895" y="374"/>
                    <a:pt x="909" y="367"/>
                  </a:cubicBezTo>
                  <a:cubicBezTo>
                    <a:pt x="930" y="355"/>
                    <a:pt x="955" y="346"/>
                    <a:pt x="978" y="337"/>
                  </a:cubicBezTo>
                  <a:cubicBezTo>
                    <a:pt x="1006" y="326"/>
                    <a:pt x="1032" y="307"/>
                    <a:pt x="1058" y="291"/>
                  </a:cubicBezTo>
                  <a:close/>
                  <a:moveTo>
                    <a:pt x="1020" y="257"/>
                  </a:moveTo>
                  <a:cubicBezTo>
                    <a:pt x="1030" y="282"/>
                    <a:pt x="1013" y="297"/>
                    <a:pt x="993" y="309"/>
                  </a:cubicBezTo>
                  <a:cubicBezTo>
                    <a:pt x="961" y="329"/>
                    <a:pt x="915" y="359"/>
                    <a:pt x="882" y="336"/>
                  </a:cubicBezTo>
                  <a:cubicBezTo>
                    <a:pt x="870" y="328"/>
                    <a:pt x="860" y="319"/>
                    <a:pt x="845" y="316"/>
                  </a:cubicBezTo>
                  <a:cubicBezTo>
                    <a:pt x="829" y="313"/>
                    <a:pt x="787" y="329"/>
                    <a:pt x="798" y="309"/>
                  </a:cubicBezTo>
                  <a:cubicBezTo>
                    <a:pt x="808" y="289"/>
                    <a:pt x="824" y="277"/>
                    <a:pt x="842" y="270"/>
                  </a:cubicBezTo>
                  <a:cubicBezTo>
                    <a:pt x="845" y="269"/>
                    <a:pt x="845" y="269"/>
                    <a:pt x="845" y="269"/>
                  </a:cubicBezTo>
                  <a:cubicBezTo>
                    <a:pt x="877" y="256"/>
                    <a:pt x="909" y="233"/>
                    <a:pt x="948" y="229"/>
                  </a:cubicBezTo>
                  <a:cubicBezTo>
                    <a:pt x="974" y="227"/>
                    <a:pt x="1008" y="229"/>
                    <a:pt x="1020" y="257"/>
                  </a:cubicBezTo>
                  <a:close/>
                  <a:moveTo>
                    <a:pt x="748" y="258"/>
                  </a:moveTo>
                  <a:cubicBezTo>
                    <a:pt x="745" y="230"/>
                    <a:pt x="687" y="217"/>
                    <a:pt x="722" y="194"/>
                  </a:cubicBezTo>
                  <a:cubicBezTo>
                    <a:pt x="724" y="193"/>
                    <a:pt x="724" y="193"/>
                    <a:pt x="724" y="193"/>
                  </a:cubicBezTo>
                  <a:cubicBezTo>
                    <a:pt x="739" y="186"/>
                    <a:pt x="741" y="203"/>
                    <a:pt x="756" y="205"/>
                  </a:cubicBezTo>
                  <a:cubicBezTo>
                    <a:pt x="775" y="208"/>
                    <a:pt x="788" y="197"/>
                    <a:pt x="804" y="192"/>
                  </a:cubicBezTo>
                  <a:cubicBezTo>
                    <a:pt x="823" y="185"/>
                    <a:pt x="857" y="187"/>
                    <a:pt x="862" y="211"/>
                  </a:cubicBezTo>
                  <a:cubicBezTo>
                    <a:pt x="868" y="239"/>
                    <a:pt x="822" y="255"/>
                    <a:pt x="805" y="270"/>
                  </a:cubicBezTo>
                  <a:cubicBezTo>
                    <a:pt x="795" y="278"/>
                    <a:pt x="759" y="316"/>
                    <a:pt x="744" y="292"/>
                  </a:cubicBezTo>
                  <a:cubicBezTo>
                    <a:pt x="739" y="283"/>
                    <a:pt x="750" y="267"/>
                    <a:pt x="748" y="258"/>
                  </a:cubicBezTo>
                  <a:close/>
                  <a:moveTo>
                    <a:pt x="718" y="276"/>
                  </a:moveTo>
                  <a:cubicBezTo>
                    <a:pt x="702" y="289"/>
                    <a:pt x="668" y="294"/>
                    <a:pt x="647" y="292"/>
                  </a:cubicBezTo>
                  <a:cubicBezTo>
                    <a:pt x="629" y="291"/>
                    <a:pt x="617" y="283"/>
                    <a:pt x="597" y="282"/>
                  </a:cubicBezTo>
                  <a:cubicBezTo>
                    <a:pt x="588" y="282"/>
                    <a:pt x="559" y="281"/>
                    <a:pt x="552" y="275"/>
                  </a:cubicBezTo>
                  <a:cubicBezTo>
                    <a:pt x="544" y="267"/>
                    <a:pt x="548" y="237"/>
                    <a:pt x="553" y="228"/>
                  </a:cubicBezTo>
                  <a:cubicBezTo>
                    <a:pt x="560" y="215"/>
                    <a:pt x="575" y="213"/>
                    <a:pt x="591" y="214"/>
                  </a:cubicBezTo>
                  <a:cubicBezTo>
                    <a:pt x="593" y="213"/>
                    <a:pt x="593" y="213"/>
                    <a:pt x="593" y="213"/>
                  </a:cubicBezTo>
                  <a:cubicBezTo>
                    <a:pt x="626" y="212"/>
                    <a:pt x="664" y="216"/>
                    <a:pt x="692" y="232"/>
                  </a:cubicBezTo>
                  <a:cubicBezTo>
                    <a:pt x="713" y="243"/>
                    <a:pt x="746" y="254"/>
                    <a:pt x="718" y="276"/>
                  </a:cubicBezTo>
                  <a:close/>
                  <a:moveTo>
                    <a:pt x="1006" y="139"/>
                  </a:moveTo>
                  <a:cubicBezTo>
                    <a:pt x="982" y="168"/>
                    <a:pt x="1004" y="180"/>
                    <a:pt x="1006" y="196"/>
                  </a:cubicBezTo>
                  <a:cubicBezTo>
                    <a:pt x="1007" y="212"/>
                    <a:pt x="965" y="207"/>
                    <a:pt x="948" y="209"/>
                  </a:cubicBezTo>
                  <a:cubicBezTo>
                    <a:pt x="924" y="213"/>
                    <a:pt x="893" y="244"/>
                    <a:pt x="879" y="233"/>
                  </a:cubicBezTo>
                  <a:cubicBezTo>
                    <a:pt x="866" y="221"/>
                    <a:pt x="881" y="203"/>
                    <a:pt x="884" y="191"/>
                  </a:cubicBezTo>
                  <a:cubicBezTo>
                    <a:pt x="888" y="174"/>
                    <a:pt x="892" y="172"/>
                    <a:pt x="911" y="168"/>
                  </a:cubicBezTo>
                  <a:cubicBezTo>
                    <a:pt x="913" y="167"/>
                    <a:pt x="913" y="167"/>
                    <a:pt x="913" y="167"/>
                  </a:cubicBezTo>
                  <a:cubicBezTo>
                    <a:pt x="936" y="162"/>
                    <a:pt x="1021" y="122"/>
                    <a:pt x="1006" y="139"/>
                  </a:cubicBezTo>
                  <a:close/>
                  <a:moveTo>
                    <a:pt x="892" y="92"/>
                  </a:moveTo>
                  <a:cubicBezTo>
                    <a:pt x="920" y="67"/>
                    <a:pt x="950" y="96"/>
                    <a:pt x="980" y="95"/>
                  </a:cubicBezTo>
                  <a:cubicBezTo>
                    <a:pt x="982" y="94"/>
                    <a:pt x="982" y="94"/>
                    <a:pt x="982" y="94"/>
                  </a:cubicBezTo>
                  <a:cubicBezTo>
                    <a:pt x="992" y="95"/>
                    <a:pt x="1004" y="99"/>
                    <a:pt x="1003" y="114"/>
                  </a:cubicBezTo>
                  <a:cubicBezTo>
                    <a:pt x="1002" y="129"/>
                    <a:pt x="939" y="135"/>
                    <a:pt x="906" y="145"/>
                  </a:cubicBezTo>
                  <a:cubicBezTo>
                    <a:pt x="887" y="150"/>
                    <a:pt x="880" y="156"/>
                    <a:pt x="866" y="168"/>
                  </a:cubicBezTo>
                  <a:cubicBezTo>
                    <a:pt x="856" y="176"/>
                    <a:pt x="842" y="179"/>
                    <a:pt x="843" y="161"/>
                  </a:cubicBezTo>
                  <a:cubicBezTo>
                    <a:pt x="844" y="151"/>
                    <a:pt x="859" y="137"/>
                    <a:pt x="865" y="129"/>
                  </a:cubicBezTo>
                  <a:cubicBezTo>
                    <a:pt x="873" y="119"/>
                    <a:pt x="882" y="101"/>
                    <a:pt x="892" y="92"/>
                  </a:cubicBezTo>
                  <a:close/>
                  <a:moveTo>
                    <a:pt x="677" y="109"/>
                  </a:moveTo>
                  <a:cubicBezTo>
                    <a:pt x="684" y="99"/>
                    <a:pt x="709" y="87"/>
                    <a:pt x="720" y="76"/>
                  </a:cubicBezTo>
                  <a:cubicBezTo>
                    <a:pt x="728" y="67"/>
                    <a:pt x="744" y="44"/>
                    <a:pt x="759" y="56"/>
                  </a:cubicBezTo>
                  <a:cubicBezTo>
                    <a:pt x="760" y="57"/>
                    <a:pt x="760" y="57"/>
                    <a:pt x="760" y="57"/>
                  </a:cubicBezTo>
                  <a:cubicBezTo>
                    <a:pt x="797" y="64"/>
                    <a:pt x="852" y="41"/>
                    <a:pt x="859" y="96"/>
                  </a:cubicBezTo>
                  <a:cubicBezTo>
                    <a:pt x="864" y="126"/>
                    <a:pt x="818" y="154"/>
                    <a:pt x="798" y="174"/>
                  </a:cubicBezTo>
                  <a:cubicBezTo>
                    <a:pt x="770" y="201"/>
                    <a:pt x="750" y="192"/>
                    <a:pt x="731" y="165"/>
                  </a:cubicBezTo>
                  <a:cubicBezTo>
                    <a:pt x="720" y="149"/>
                    <a:pt x="710" y="142"/>
                    <a:pt x="693" y="133"/>
                  </a:cubicBezTo>
                  <a:cubicBezTo>
                    <a:pt x="679" y="126"/>
                    <a:pt x="667" y="123"/>
                    <a:pt x="677" y="109"/>
                  </a:cubicBezTo>
                  <a:close/>
                  <a:moveTo>
                    <a:pt x="616" y="129"/>
                  </a:moveTo>
                  <a:cubicBezTo>
                    <a:pt x="617" y="129"/>
                    <a:pt x="617" y="129"/>
                    <a:pt x="617" y="129"/>
                  </a:cubicBezTo>
                  <a:cubicBezTo>
                    <a:pt x="637" y="128"/>
                    <a:pt x="686" y="139"/>
                    <a:pt x="700" y="151"/>
                  </a:cubicBezTo>
                  <a:cubicBezTo>
                    <a:pt x="714" y="163"/>
                    <a:pt x="712" y="198"/>
                    <a:pt x="691" y="205"/>
                  </a:cubicBezTo>
                  <a:cubicBezTo>
                    <a:pt x="681" y="208"/>
                    <a:pt x="653" y="199"/>
                    <a:pt x="641" y="199"/>
                  </a:cubicBezTo>
                  <a:cubicBezTo>
                    <a:pt x="621" y="197"/>
                    <a:pt x="596" y="196"/>
                    <a:pt x="577" y="190"/>
                  </a:cubicBezTo>
                  <a:cubicBezTo>
                    <a:pt x="567" y="186"/>
                    <a:pt x="535" y="177"/>
                    <a:pt x="534" y="167"/>
                  </a:cubicBezTo>
                  <a:cubicBezTo>
                    <a:pt x="532" y="143"/>
                    <a:pt x="599" y="130"/>
                    <a:pt x="616" y="129"/>
                  </a:cubicBezTo>
                  <a:close/>
                  <a:moveTo>
                    <a:pt x="292" y="322"/>
                  </a:moveTo>
                  <a:cubicBezTo>
                    <a:pt x="280" y="332"/>
                    <a:pt x="270" y="344"/>
                    <a:pt x="252" y="348"/>
                  </a:cubicBezTo>
                  <a:cubicBezTo>
                    <a:pt x="243" y="350"/>
                    <a:pt x="234" y="348"/>
                    <a:pt x="224" y="347"/>
                  </a:cubicBezTo>
                  <a:cubicBezTo>
                    <a:pt x="207" y="345"/>
                    <a:pt x="204" y="338"/>
                    <a:pt x="207" y="324"/>
                  </a:cubicBezTo>
                  <a:cubicBezTo>
                    <a:pt x="214" y="291"/>
                    <a:pt x="153" y="298"/>
                    <a:pt x="158" y="269"/>
                  </a:cubicBezTo>
                  <a:cubicBezTo>
                    <a:pt x="160" y="258"/>
                    <a:pt x="169" y="251"/>
                    <a:pt x="179" y="247"/>
                  </a:cubicBezTo>
                  <a:cubicBezTo>
                    <a:pt x="241" y="236"/>
                    <a:pt x="304" y="233"/>
                    <a:pt x="320" y="246"/>
                  </a:cubicBezTo>
                  <a:cubicBezTo>
                    <a:pt x="331" y="254"/>
                    <a:pt x="291" y="323"/>
                    <a:pt x="292" y="322"/>
                  </a:cubicBezTo>
                  <a:close/>
                  <a:moveTo>
                    <a:pt x="357" y="264"/>
                  </a:moveTo>
                  <a:cubicBezTo>
                    <a:pt x="340" y="245"/>
                    <a:pt x="371" y="238"/>
                    <a:pt x="335" y="230"/>
                  </a:cubicBezTo>
                  <a:cubicBezTo>
                    <a:pt x="317" y="226"/>
                    <a:pt x="288" y="204"/>
                    <a:pt x="318" y="190"/>
                  </a:cubicBezTo>
                  <a:cubicBezTo>
                    <a:pt x="328" y="185"/>
                    <a:pt x="345" y="193"/>
                    <a:pt x="358" y="194"/>
                  </a:cubicBezTo>
                  <a:cubicBezTo>
                    <a:pt x="364" y="193"/>
                    <a:pt x="364" y="193"/>
                    <a:pt x="364" y="193"/>
                  </a:cubicBezTo>
                  <a:cubicBezTo>
                    <a:pt x="363" y="193"/>
                    <a:pt x="362" y="194"/>
                    <a:pt x="361" y="194"/>
                  </a:cubicBezTo>
                  <a:cubicBezTo>
                    <a:pt x="368" y="193"/>
                    <a:pt x="377" y="192"/>
                    <a:pt x="382" y="194"/>
                  </a:cubicBezTo>
                  <a:cubicBezTo>
                    <a:pt x="390" y="198"/>
                    <a:pt x="393" y="208"/>
                    <a:pt x="403" y="212"/>
                  </a:cubicBezTo>
                  <a:cubicBezTo>
                    <a:pt x="431" y="221"/>
                    <a:pt x="472" y="196"/>
                    <a:pt x="502" y="195"/>
                  </a:cubicBezTo>
                  <a:cubicBezTo>
                    <a:pt x="514" y="195"/>
                    <a:pt x="551" y="194"/>
                    <a:pt x="550" y="209"/>
                  </a:cubicBezTo>
                  <a:cubicBezTo>
                    <a:pt x="549" y="216"/>
                    <a:pt x="539" y="215"/>
                    <a:pt x="537" y="219"/>
                  </a:cubicBezTo>
                  <a:cubicBezTo>
                    <a:pt x="534" y="225"/>
                    <a:pt x="537" y="230"/>
                    <a:pt x="535" y="235"/>
                  </a:cubicBezTo>
                  <a:cubicBezTo>
                    <a:pt x="523" y="279"/>
                    <a:pt x="501" y="274"/>
                    <a:pt x="462" y="268"/>
                  </a:cubicBezTo>
                  <a:cubicBezTo>
                    <a:pt x="439" y="265"/>
                    <a:pt x="374" y="284"/>
                    <a:pt x="357" y="264"/>
                  </a:cubicBezTo>
                  <a:close/>
                  <a:moveTo>
                    <a:pt x="374" y="316"/>
                  </a:moveTo>
                  <a:cubicBezTo>
                    <a:pt x="392" y="296"/>
                    <a:pt x="431" y="302"/>
                    <a:pt x="455" y="300"/>
                  </a:cubicBezTo>
                  <a:cubicBezTo>
                    <a:pt x="474" y="298"/>
                    <a:pt x="523" y="274"/>
                    <a:pt x="535" y="292"/>
                  </a:cubicBezTo>
                  <a:cubicBezTo>
                    <a:pt x="536" y="293"/>
                    <a:pt x="536" y="293"/>
                    <a:pt x="536" y="293"/>
                  </a:cubicBezTo>
                  <a:cubicBezTo>
                    <a:pt x="567" y="322"/>
                    <a:pt x="477" y="321"/>
                    <a:pt x="467" y="322"/>
                  </a:cubicBezTo>
                  <a:cubicBezTo>
                    <a:pt x="441" y="323"/>
                    <a:pt x="429" y="337"/>
                    <a:pt x="405" y="344"/>
                  </a:cubicBezTo>
                  <a:cubicBezTo>
                    <a:pt x="383" y="351"/>
                    <a:pt x="355" y="336"/>
                    <a:pt x="374" y="316"/>
                  </a:cubicBezTo>
                  <a:close/>
                  <a:moveTo>
                    <a:pt x="662" y="497"/>
                  </a:moveTo>
                  <a:cubicBezTo>
                    <a:pt x="662" y="495"/>
                    <a:pt x="662" y="493"/>
                    <a:pt x="662" y="492"/>
                  </a:cubicBezTo>
                  <a:cubicBezTo>
                    <a:pt x="662" y="494"/>
                    <a:pt x="662" y="496"/>
                    <a:pt x="662" y="498"/>
                  </a:cubicBezTo>
                  <a:cubicBezTo>
                    <a:pt x="661" y="501"/>
                    <a:pt x="660" y="504"/>
                    <a:pt x="659" y="507"/>
                  </a:cubicBezTo>
                  <a:cubicBezTo>
                    <a:pt x="655" y="520"/>
                    <a:pt x="644" y="531"/>
                    <a:pt x="632" y="539"/>
                  </a:cubicBezTo>
                  <a:cubicBezTo>
                    <a:pt x="600" y="559"/>
                    <a:pt x="582" y="540"/>
                    <a:pt x="563" y="514"/>
                  </a:cubicBezTo>
                  <a:cubicBezTo>
                    <a:pt x="550" y="496"/>
                    <a:pt x="539" y="487"/>
                    <a:pt x="520" y="475"/>
                  </a:cubicBezTo>
                  <a:cubicBezTo>
                    <a:pt x="512" y="471"/>
                    <a:pt x="504" y="468"/>
                    <a:pt x="501" y="460"/>
                  </a:cubicBezTo>
                  <a:cubicBezTo>
                    <a:pt x="498" y="454"/>
                    <a:pt x="498" y="449"/>
                    <a:pt x="493" y="444"/>
                  </a:cubicBezTo>
                  <a:cubicBezTo>
                    <a:pt x="479" y="426"/>
                    <a:pt x="443" y="424"/>
                    <a:pt x="437" y="401"/>
                  </a:cubicBezTo>
                  <a:cubicBezTo>
                    <a:pt x="434" y="393"/>
                    <a:pt x="437" y="380"/>
                    <a:pt x="441" y="372"/>
                  </a:cubicBezTo>
                  <a:cubicBezTo>
                    <a:pt x="443" y="369"/>
                    <a:pt x="446" y="366"/>
                    <a:pt x="449" y="364"/>
                  </a:cubicBezTo>
                  <a:cubicBezTo>
                    <a:pt x="465" y="353"/>
                    <a:pt x="479" y="347"/>
                    <a:pt x="486" y="349"/>
                  </a:cubicBezTo>
                  <a:cubicBezTo>
                    <a:pt x="517" y="356"/>
                    <a:pt x="539" y="385"/>
                    <a:pt x="570" y="391"/>
                  </a:cubicBezTo>
                  <a:cubicBezTo>
                    <a:pt x="602" y="397"/>
                    <a:pt x="633" y="384"/>
                    <a:pt x="663" y="399"/>
                  </a:cubicBezTo>
                  <a:cubicBezTo>
                    <a:pt x="679" y="407"/>
                    <a:pt x="674" y="451"/>
                    <a:pt x="662" y="497"/>
                  </a:cubicBezTo>
                  <a:close/>
                  <a:moveTo>
                    <a:pt x="821" y="429"/>
                  </a:moveTo>
                  <a:cubicBezTo>
                    <a:pt x="818" y="438"/>
                    <a:pt x="811" y="435"/>
                    <a:pt x="801" y="436"/>
                  </a:cubicBezTo>
                  <a:cubicBezTo>
                    <a:pt x="778" y="439"/>
                    <a:pt x="748" y="446"/>
                    <a:pt x="725" y="446"/>
                  </a:cubicBezTo>
                  <a:cubicBezTo>
                    <a:pt x="713" y="446"/>
                    <a:pt x="690" y="441"/>
                    <a:pt x="704" y="425"/>
                  </a:cubicBezTo>
                  <a:cubicBezTo>
                    <a:pt x="708" y="421"/>
                    <a:pt x="724" y="422"/>
                    <a:pt x="731" y="422"/>
                  </a:cubicBezTo>
                  <a:cubicBezTo>
                    <a:pt x="751" y="421"/>
                    <a:pt x="785" y="422"/>
                    <a:pt x="805" y="417"/>
                  </a:cubicBezTo>
                  <a:cubicBezTo>
                    <a:pt x="808" y="416"/>
                    <a:pt x="808" y="416"/>
                    <a:pt x="808" y="416"/>
                  </a:cubicBezTo>
                  <a:cubicBezTo>
                    <a:pt x="816" y="413"/>
                    <a:pt x="825" y="419"/>
                    <a:pt x="821" y="429"/>
                  </a:cubicBezTo>
                  <a:close/>
                  <a:moveTo>
                    <a:pt x="798" y="396"/>
                  </a:moveTo>
                  <a:cubicBezTo>
                    <a:pt x="780" y="402"/>
                    <a:pt x="779" y="400"/>
                    <a:pt x="760" y="397"/>
                  </a:cubicBezTo>
                  <a:cubicBezTo>
                    <a:pt x="746" y="394"/>
                    <a:pt x="732" y="397"/>
                    <a:pt x="718" y="396"/>
                  </a:cubicBezTo>
                  <a:cubicBezTo>
                    <a:pt x="696" y="394"/>
                    <a:pt x="684" y="383"/>
                    <a:pt x="666" y="374"/>
                  </a:cubicBezTo>
                  <a:cubicBezTo>
                    <a:pt x="644" y="363"/>
                    <a:pt x="518" y="383"/>
                    <a:pt x="517" y="343"/>
                  </a:cubicBezTo>
                  <a:cubicBezTo>
                    <a:pt x="517" y="329"/>
                    <a:pt x="544" y="330"/>
                    <a:pt x="555" y="323"/>
                  </a:cubicBezTo>
                  <a:cubicBezTo>
                    <a:pt x="569" y="313"/>
                    <a:pt x="577" y="303"/>
                    <a:pt x="597" y="303"/>
                  </a:cubicBezTo>
                  <a:cubicBezTo>
                    <a:pt x="602" y="303"/>
                    <a:pt x="602" y="303"/>
                    <a:pt x="602" y="303"/>
                  </a:cubicBezTo>
                  <a:cubicBezTo>
                    <a:pt x="617" y="301"/>
                    <a:pt x="625" y="307"/>
                    <a:pt x="638" y="309"/>
                  </a:cubicBezTo>
                  <a:cubicBezTo>
                    <a:pt x="657" y="310"/>
                    <a:pt x="676" y="305"/>
                    <a:pt x="694" y="305"/>
                  </a:cubicBezTo>
                  <a:cubicBezTo>
                    <a:pt x="737" y="306"/>
                    <a:pt x="778" y="330"/>
                    <a:pt x="822" y="333"/>
                  </a:cubicBezTo>
                  <a:cubicBezTo>
                    <a:pt x="839" y="334"/>
                    <a:pt x="863" y="331"/>
                    <a:pt x="868" y="351"/>
                  </a:cubicBezTo>
                  <a:cubicBezTo>
                    <a:pt x="872" y="365"/>
                    <a:pt x="861" y="381"/>
                    <a:pt x="849" y="386"/>
                  </a:cubicBezTo>
                  <a:cubicBezTo>
                    <a:pt x="843" y="388"/>
                    <a:pt x="832" y="386"/>
                    <a:pt x="826" y="387"/>
                  </a:cubicBezTo>
                  <a:cubicBezTo>
                    <a:pt x="815" y="389"/>
                    <a:pt x="808" y="393"/>
                    <a:pt x="798" y="396"/>
                  </a:cubicBezTo>
                  <a:close/>
                  <a:moveTo>
                    <a:pt x="894" y="529"/>
                  </a:moveTo>
                  <a:cubicBezTo>
                    <a:pt x="880" y="514"/>
                    <a:pt x="866" y="508"/>
                    <a:pt x="838" y="497"/>
                  </a:cubicBezTo>
                  <a:cubicBezTo>
                    <a:pt x="829" y="493"/>
                    <a:pt x="827" y="487"/>
                    <a:pt x="828" y="480"/>
                  </a:cubicBezTo>
                  <a:cubicBezTo>
                    <a:pt x="847" y="454"/>
                    <a:pt x="865" y="435"/>
                    <a:pt x="879" y="436"/>
                  </a:cubicBezTo>
                  <a:cubicBezTo>
                    <a:pt x="904" y="438"/>
                    <a:pt x="985" y="434"/>
                    <a:pt x="967" y="480"/>
                  </a:cubicBezTo>
                  <a:cubicBezTo>
                    <a:pt x="967" y="480"/>
                    <a:pt x="954" y="502"/>
                    <a:pt x="939" y="531"/>
                  </a:cubicBezTo>
                  <a:cubicBezTo>
                    <a:pt x="923" y="546"/>
                    <a:pt x="904" y="540"/>
                    <a:pt x="894" y="529"/>
                  </a:cubicBezTo>
                  <a:close/>
                  <a:moveTo>
                    <a:pt x="1102" y="587"/>
                  </a:moveTo>
                  <a:cubicBezTo>
                    <a:pt x="1095" y="589"/>
                    <a:pt x="1038" y="602"/>
                    <a:pt x="1028" y="582"/>
                  </a:cubicBezTo>
                  <a:cubicBezTo>
                    <a:pt x="1021" y="567"/>
                    <a:pt x="1024" y="551"/>
                    <a:pt x="1025" y="545"/>
                  </a:cubicBezTo>
                  <a:cubicBezTo>
                    <a:pt x="1030" y="539"/>
                    <a:pt x="1034" y="534"/>
                    <a:pt x="1039" y="528"/>
                  </a:cubicBezTo>
                  <a:cubicBezTo>
                    <a:pt x="1108" y="473"/>
                    <a:pt x="1099" y="523"/>
                    <a:pt x="1128" y="520"/>
                  </a:cubicBezTo>
                  <a:cubicBezTo>
                    <a:pt x="1153" y="517"/>
                    <a:pt x="1115" y="569"/>
                    <a:pt x="1102" y="587"/>
                  </a:cubicBezTo>
                  <a:close/>
                  <a:moveTo>
                    <a:pt x="1220" y="490"/>
                  </a:moveTo>
                  <a:cubicBezTo>
                    <a:pt x="1214" y="496"/>
                    <a:pt x="1208" y="502"/>
                    <a:pt x="1202" y="508"/>
                  </a:cubicBezTo>
                  <a:cubicBezTo>
                    <a:pt x="1193" y="512"/>
                    <a:pt x="1181" y="511"/>
                    <a:pt x="1169" y="495"/>
                  </a:cubicBezTo>
                  <a:cubicBezTo>
                    <a:pt x="1144" y="463"/>
                    <a:pt x="1202" y="420"/>
                    <a:pt x="1218" y="409"/>
                  </a:cubicBezTo>
                  <a:cubicBezTo>
                    <a:pt x="1231" y="408"/>
                    <a:pt x="1243" y="410"/>
                    <a:pt x="1253" y="415"/>
                  </a:cubicBezTo>
                  <a:cubicBezTo>
                    <a:pt x="1273" y="426"/>
                    <a:pt x="1254" y="456"/>
                    <a:pt x="1220" y="490"/>
                  </a:cubicBezTo>
                  <a:close/>
                  <a:moveTo>
                    <a:pt x="1390" y="360"/>
                  </a:moveTo>
                  <a:cubicBezTo>
                    <a:pt x="1363" y="376"/>
                    <a:pt x="1349" y="400"/>
                    <a:pt x="1325" y="418"/>
                  </a:cubicBezTo>
                  <a:cubicBezTo>
                    <a:pt x="1304" y="433"/>
                    <a:pt x="1290" y="428"/>
                    <a:pt x="1273" y="414"/>
                  </a:cubicBezTo>
                  <a:cubicBezTo>
                    <a:pt x="1231" y="378"/>
                    <a:pt x="1295" y="329"/>
                    <a:pt x="1316" y="314"/>
                  </a:cubicBezTo>
                  <a:cubicBezTo>
                    <a:pt x="1337" y="299"/>
                    <a:pt x="1414" y="244"/>
                    <a:pt x="1460" y="259"/>
                  </a:cubicBezTo>
                  <a:cubicBezTo>
                    <a:pt x="1518" y="279"/>
                    <a:pt x="1410" y="347"/>
                    <a:pt x="1390" y="360"/>
                  </a:cubicBezTo>
                  <a:close/>
                  <a:moveTo>
                    <a:pt x="1554" y="179"/>
                  </a:moveTo>
                  <a:cubicBezTo>
                    <a:pt x="1535" y="186"/>
                    <a:pt x="1516" y="198"/>
                    <a:pt x="1501" y="211"/>
                  </a:cubicBezTo>
                  <a:cubicBezTo>
                    <a:pt x="1482" y="227"/>
                    <a:pt x="1477" y="237"/>
                    <a:pt x="1451" y="235"/>
                  </a:cubicBezTo>
                  <a:cubicBezTo>
                    <a:pt x="1445" y="235"/>
                    <a:pt x="1423" y="233"/>
                    <a:pt x="1415" y="221"/>
                  </a:cubicBezTo>
                  <a:cubicBezTo>
                    <a:pt x="1403" y="205"/>
                    <a:pt x="1408" y="195"/>
                    <a:pt x="1415" y="186"/>
                  </a:cubicBezTo>
                  <a:cubicBezTo>
                    <a:pt x="1428" y="168"/>
                    <a:pt x="1445" y="168"/>
                    <a:pt x="1471" y="164"/>
                  </a:cubicBezTo>
                  <a:cubicBezTo>
                    <a:pt x="1497" y="161"/>
                    <a:pt x="1575" y="150"/>
                    <a:pt x="1597" y="162"/>
                  </a:cubicBezTo>
                  <a:cubicBezTo>
                    <a:pt x="1590" y="174"/>
                    <a:pt x="1566" y="173"/>
                    <a:pt x="1554" y="17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30" name="Freeform 4366">
              <a:extLst>
                <a:ext uri="{FF2B5EF4-FFF2-40B4-BE49-F238E27FC236}">
                  <a16:creationId xmlns:a16="http://schemas.microsoft.com/office/drawing/2014/main" id="{2CE2DE13-2F58-4807-9991-273A20E59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937"/>
              <a:ext cx="92" cy="95"/>
            </a:xfrm>
            <a:custGeom>
              <a:avLst/>
              <a:gdLst>
                <a:gd name="T0" fmla="*/ 0 w 71"/>
                <a:gd name="T1" fmla="*/ 0 h 73"/>
                <a:gd name="T2" fmla="*/ 154 w 71"/>
                <a:gd name="T3" fmla="*/ 56 h 73"/>
                <a:gd name="T4" fmla="*/ 154 w 71"/>
                <a:gd name="T5" fmla="*/ 161 h 73"/>
                <a:gd name="T6" fmla="*/ 1 w 71"/>
                <a:gd name="T7" fmla="*/ 103 h 73"/>
                <a:gd name="T8" fmla="*/ 0 w 71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3">
                  <a:moveTo>
                    <a:pt x="0" y="0"/>
                  </a:moveTo>
                  <a:cubicBezTo>
                    <a:pt x="0" y="0"/>
                    <a:pt x="45" y="23"/>
                    <a:pt x="71" y="25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1" y="73"/>
                    <a:pt x="29" y="66"/>
                    <a:pt x="1" y="4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4F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31" name="Freeform 4367">
              <a:extLst>
                <a:ext uri="{FF2B5EF4-FFF2-40B4-BE49-F238E27FC236}">
                  <a16:creationId xmlns:a16="http://schemas.microsoft.com/office/drawing/2014/main" id="{2BB6FB98-66FC-4555-8CCD-14BFD720A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937"/>
              <a:ext cx="92" cy="95"/>
            </a:xfrm>
            <a:custGeom>
              <a:avLst/>
              <a:gdLst>
                <a:gd name="T0" fmla="*/ 0 w 71"/>
                <a:gd name="T1" fmla="*/ 0 h 73"/>
                <a:gd name="T2" fmla="*/ 154 w 71"/>
                <a:gd name="T3" fmla="*/ 56 h 73"/>
                <a:gd name="T4" fmla="*/ 154 w 71"/>
                <a:gd name="T5" fmla="*/ 161 h 73"/>
                <a:gd name="T6" fmla="*/ 1 w 71"/>
                <a:gd name="T7" fmla="*/ 103 h 73"/>
                <a:gd name="T8" fmla="*/ 0 w 71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3">
                  <a:moveTo>
                    <a:pt x="0" y="0"/>
                  </a:moveTo>
                  <a:cubicBezTo>
                    <a:pt x="0" y="0"/>
                    <a:pt x="45" y="23"/>
                    <a:pt x="71" y="25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1" y="73"/>
                    <a:pt x="29" y="66"/>
                    <a:pt x="1" y="47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32" name="Freeform 4368">
              <a:extLst>
                <a:ext uri="{FF2B5EF4-FFF2-40B4-BE49-F238E27FC236}">
                  <a16:creationId xmlns:a16="http://schemas.microsoft.com/office/drawing/2014/main" id="{491854BB-2425-4EEC-9F57-2AA256C8D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594"/>
              <a:ext cx="559" cy="573"/>
            </a:xfrm>
            <a:custGeom>
              <a:avLst/>
              <a:gdLst>
                <a:gd name="T0" fmla="*/ 553 w 559"/>
                <a:gd name="T1" fmla="*/ 0 h 573"/>
                <a:gd name="T2" fmla="*/ 0 w 559"/>
                <a:gd name="T3" fmla="*/ 488 h 573"/>
                <a:gd name="T4" fmla="*/ 2 w 559"/>
                <a:gd name="T5" fmla="*/ 573 h 573"/>
                <a:gd name="T6" fmla="*/ 559 w 559"/>
                <a:gd name="T7" fmla="*/ 76 h 573"/>
                <a:gd name="T8" fmla="*/ 553 w 55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9" h="573">
                  <a:moveTo>
                    <a:pt x="553" y="0"/>
                  </a:moveTo>
                  <a:lnTo>
                    <a:pt x="0" y="488"/>
                  </a:lnTo>
                  <a:lnTo>
                    <a:pt x="2" y="573"/>
                  </a:lnTo>
                  <a:lnTo>
                    <a:pt x="559" y="76"/>
                  </a:lnTo>
                  <a:lnTo>
                    <a:pt x="553" y="0"/>
                  </a:ln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33" name="Freeform 4369">
              <a:extLst>
                <a:ext uri="{FF2B5EF4-FFF2-40B4-BE49-F238E27FC236}">
                  <a16:creationId xmlns:a16="http://schemas.microsoft.com/office/drawing/2014/main" id="{D418B543-3484-4AB5-9FC5-83CA04F80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7" y="2300"/>
              <a:ext cx="137" cy="192"/>
            </a:xfrm>
            <a:custGeom>
              <a:avLst/>
              <a:gdLst>
                <a:gd name="T0" fmla="*/ 0 w 137"/>
                <a:gd name="T1" fmla="*/ 122 h 192"/>
                <a:gd name="T2" fmla="*/ 137 w 137"/>
                <a:gd name="T3" fmla="*/ 0 h 192"/>
                <a:gd name="T4" fmla="*/ 134 w 137"/>
                <a:gd name="T5" fmla="*/ 75 h 192"/>
                <a:gd name="T6" fmla="*/ 6 w 137"/>
                <a:gd name="T7" fmla="*/ 192 h 192"/>
                <a:gd name="T8" fmla="*/ 0 w 137"/>
                <a:gd name="T9" fmla="*/ 122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92">
                  <a:moveTo>
                    <a:pt x="0" y="122"/>
                  </a:moveTo>
                  <a:lnTo>
                    <a:pt x="137" y="0"/>
                  </a:lnTo>
                  <a:lnTo>
                    <a:pt x="134" y="75"/>
                  </a:lnTo>
                  <a:lnTo>
                    <a:pt x="6" y="192"/>
                  </a:lnTo>
                  <a:lnTo>
                    <a:pt x="0" y="122"/>
                  </a:lnTo>
                  <a:close/>
                </a:path>
              </a:pathLst>
            </a:custGeom>
            <a:solidFill>
              <a:srgbClr val="6DA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34" name="Freeform 4370">
              <a:extLst>
                <a:ext uri="{FF2B5EF4-FFF2-40B4-BE49-F238E27FC236}">
                  <a16:creationId xmlns:a16="http://schemas.microsoft.com/office/drawing/2014/main" id="{814F77FA-2E64-437D-9098-48EA4815C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535"/>
              <a:ext cx="59" cy="117"/>
            </a:xfrm>
            <a:custGeom>
              <a:avLst/>
              <a:gdLst>
                <a:gd name="T0" fmla="*/ 101 w 45"/>
                <a:gd name="T1" fmla="*/ 198 h 90"/>
                <a:gd name="T2" fmla="*/ 12 w 45"/>
                <a:gd name="T3" fmla="*/ 127 h 90"/>
                <a:gd name="T4" fmla="*/ 0 w 45"/>
                <a:gd name="T5" fmla="*/ 0 h 90"/>
                <a:gd name="T6" fmla="*/ 93 w 45"/>
                <a:gd name="T7" fmla="*/ 90 h 90"/>
                <a:gd name="T8" fmla="*/ 101 w 45"/>
                <a:gd name="T9" fmla="*/ 198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90">
                  <a:moveTo>
                    <a:pt x="45" y="90"/>
                  </a:moveTo>
                  <a:cubicBezTo>
                    <a:pt x="25" y="74"/>
                    <a:pt x="22" y="77"/>
                    <a:pt x="5" y="5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13"/>
                    <a:pt x="41" y="41"/>
                  </a:cubicBezTo>
                  <a:lnTo>
                    <a:pt x="45" y="90"/>
                  </a:lnTo>
                  <a:close/>
                </a:path>
              </a:pathLst>
            </a:custGeom>
            <a:solidFill>
              <a:srgbClr val="E4F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35" name="Freeform 4371">
              <a:extLst>
                <a:ext uri="{FF2B5EF4-FFF2-40B4-BE49-F238E27FC236}">
                  <a16:creationId xmlns:a16="http://schemas.microsoft.com/office/drawing/2014/main" id="{6FC67AA0-6DF1-4FBC-801F-2824B99DF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755"/>
              <a:ext cx="143" cy="166"/>
            </a:xfrm>
            <a:custGeom>
              <a:avLst/>
              <a:gdLst>
                <a:gd name="T0" fmla="*/ 0 w 110"/>
                <a:gd name="T1" fmla="*/ 0 h 128"/>
                <a:gd name="T2" fmla="*/ 13 w 110"/>
                <a:gd name="T3" fmla="*/ 123 h 128"/>
                <a:gd name="T4" fmla="*/ 242 w 110"/>
                <a:gd name="T5" fmla="*/ 279 h 128"/>
                <a:gd name="T6" fmla="*/ 226 w 110"/>
                <a:gd name="T7" fmla="*/ 141 h 128"/>
                <a:gd name="T8" fmla="*/ 0 w 110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28">
                  <a:moveTo>
                    <a:pt x="0" y="0"/>
                  </a:moveTo>
                  <a:cubicBezTo>
                    <a:pt x="6" y="56"/>
                    <a:pt x="6" y="56"/>
                    <a:pt x="6" y="56"/>
                  </a:cubicBezTo>
                  <a:cubicBezTo>
                    <a:pt x="36" y="81"/>
                    <a:pt x="73" y="113"/>
                    <a:pt x="110" y="12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66" y="4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F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36" name="Freeform 4372">
              <a:extLst>
                <a:ext uri="{FF2B5EF4-FFF2-40B4-BE49-F238E27FC236}">
                  <a16:creationId xmlns:a16="http://schemas.microsoft.com/office/drawing/2014/main" id="{004C4C10-750A-45C6-9994-8BA98C4DE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3054"/>
              <a:ext cx="69" cy="78"/>
            </a:xfrm>
            <a:custGeom>
              <a:avLst/>
              <a:gdLst>
                <a:gd name="T0" fmla="*/ 117 w 53"/>
                <a:gd name="T1" fmla="*/ 131 h 60"/>
                <a:gd name="T2" fmla="*/ 0 w 53"/>
                <a:gd name="T3" fmla="*/ 122 h 60"/>
                <a:gd name="T4" fmla="*/ 0 w 53"/>
                <a:gd name="T5" fmla="*/ 0 h 60"/>
                <a:gd name="T6" fmla="*/ 108 w 53"/>
                <a:gd name="T7" fmla="*/ 5 h 60"/>
                <a:gd name="T8" fmla="*/ 117 w 53"/>
                <a:gd name="T9" fmla="*/ 13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0">
                  <a:moveTo>
                    <a:pt x="53" y="60"/>
                  </a:moveTo>
                  <a:cubicBezTo>
                    <a:pt x="45" y="57"/>
                    <a:pt x="21" y="59"/>
                    <a:pt x="0" y="5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1" y="3"/>
                    <a:pt x="49" y="2"/>
                  </a:cubicBezTo>
                  <a:cubicBezTo>
                    <a:pt x="53" y="60"/>
                    <a:pt x="53" y="60"/>
                    <a:pt x="53" y="60"/>
                  </a:cubicBezTo>
                </a:path>
              </a:pathLst>
            </a:custGeom>
            <a:solidFill>
              <a:srgbClr val="E4F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37" name="Freeform 4373">
              <a:extLst>
                <a:ext uri="{FF2B5EF4-FFF2-40B4-BE49-F238E27FC236}">
                  <a16:creationId xmlns:a16="http://schemas.microsoft.com/office/drawing/2014/main" id="{22338630-5F2D-456B-803F-5F5B61699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064"/>
              <a:ext cx="130" cy="103"/>
            </a:xfrm>
            <a:custGeom>
              <a:avLst/>
              <a:gdLst>
                <a:gd name="T0" fmla="*/ 1 w 100"/>
                <a:gd name="T1" fmla="*/ 153 h 79"/>
                <a:gd name="T2" fmla="*/ 220 w 100"/>
                <a:gd name="T3" fmla="*/ 175 h 79"/>
                <a:gd name="T4" fmla="*/ 215 w 100"/>
                <a:gd name="T5" fmla="*/ 30 h 79"/>
                <a:gd name="T6" fmla="*/ 0 w 100"/>
                <a:gd name="T7" fmla="*/ 9 h 79"/>
                <a:gd name="T8" fmla="*/ 1 w 100"/>
                <a:gd name="T9" fmla="*/ 153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9">
                  <a:moveTo>
                    <a:pt x="1" y="69"/>
                  </a:moveTo>
                  <a:cubicBezTo>
                    <a:pt x="51" y="71"/>
                    <a:pt x="100" y="79"/>
                    <a:pt x="100" y="79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82" y="15"/>
                    <a:pt x="26" y="0"/>
                    <a:pt x="0" y="4"/>
                  </a:cubicBezTo>
                  <a:lnTo>
                    <a:pt x="1" y="69"/>
                  </a:lnTo>
                  <a:close/>
                </a:path>
              </a:pathLst>
            </a:custGeom>
            <a:solidFill>
              <a:srgbClr val="E4F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38" name="Freeform 4374">
              <a:extLst>
                <a:ext uri="{FF2B5EF4-FFF2-40B4-BE49-F238E27FC236}">
                  <a16:creationId xmlns:a16="http://schemas.microsoft.com/office/drawing/2014/main" id="{B8BFBFB0-97A9-4470-B93A-2BE2676E0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3002"/>
              <a:ext cx="119" cy="99"/>
            </a:xfrm>
            <a:custGeom>
              <a:avLst/>
              <a:gdLst>
                <a:gd name="T0" fmla="*/ 190 w 92"/>
                <a:gd name="T1" fmla="*/ 39 h 76"/>
                <a:gd name="T2" fmla="*/ 10 w 92"/>
                <a:gd name="T3" fmla="*/ 0 h 76"/>
                <a:gd name="T4" fmla="*/ 0 w 92"/>
                <a:gd name="T5" fmla="*/ 119 h 76"/>
                <a:gd name="T6" fmla="*/ 199 w 92"/>
                <a:gd name="T7" fmla="*/ 168 h 76"/>
                <a:gd name="T8" fmla="*/ 190 w 92"/>
                <a:gd name="T9" fmla="*/ 3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76">
                  <a:moveTo>
                    <a:pt x="88" y="18"/>
                  </a:moveTo>
                  <a:cubicBezTo>
                    <a:pt x="62" y="14"/>
                    <a:pt x="46" y="9"/>
                    <a:pt x="5" y="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44" y="62"/>
                    <a:pt x="49" y="72"/>
                    <a:pt x="92" y="76"/>
                  </a:cubicBezTo>
                  <a:lnTo>
                    <a:pt x="88" y="18"/>
                  </a:lnTo>
                  <a:close/>
                </a:path>
              </a:pathLst>
            </a:custGeom>
            <a:solidFill>
              <a:srgbClr val="E4F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39" name="Freeform 4375">
              <a:extLst>
                <a:ext uri="{FF2B5EF4-FFF2-40B4-BE49-F238E27FC236}">
                  <a16:creationId xmlns:a16="http://schemas.microsoft.com/office/drawing/2014/main" id="{792F8525-1567-4718-85A1-849697705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594"/>
              <a:ext cx="559" cy="573"/>
            </a:xfrm>
            <a:custGeom>
              <a:avLst/>
              <a:gdLst>
                <a:gd name="T0" fmla="*/ 553 w 559"/>
                <a:gd name="T1" fmla="*/ 0 h 573"/>
                <a:gd name="T2" fmla="*/ 0 w 559"/>
                <a:gd name="T3" fmla="*/ 488 h 573"/>
                <a:gd name="T4" fmla="*/ 2 w 559"/>
                <a:gd name="T5" fmla="*/ 573 h 573"/>
                <a:gd name="T6" fmla="*/ 559 w 559"/>
                <a:gd name="T7" fmla="*/ 76 h 573"/>
                <a:gd name="T8" fmla="*/ 553 w 55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9" h="573">
                  <a:moveTo>
                    <a:pt x="553" y="0"/>
                  </a:moveTo>
                  <a:lnTo>
                    <a:pt x="0" y="488"/>
                  </a:lnTo>
                  <a:lnTo>
                    <a:pt x="2" y="573"/>
                  </a:lnTo>
                  <a:lnTo>
                    <a:pt x="559" y="76"/>
                  </a:lnTo>
                  <a:lnTo>
                    <a:pt x="553" y="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0" name="Freeform 4376">
              <a:extLst>
                <a:ext uri="{FF2B5EF4-FFF2-40B4-BE49-F238E27FC236}">
                  <a16:creationId xmlns:a16="http://schemas.microsoft.com/office/drawing/2014/main" id="{3D9AE9DE-85F9-4B75-A5DA-95A7880D2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7" y="2300"/>
              <a:ext cx="137" cy="192"/>
            </a:xfrm>
            <a:custGeom>
              <a:avLst/>
              <a:gdLst>
                <a:gd name="T0" fmla="*/ 0 w 137"/>
                <a:gd name="T1" fmla="*/ 122 h 192"/>
                <a:gd name="T2" fmla="*/ 137 w 137"/>
                <a:gd name="T3" fmla="*/ 0 h 192"/>
                <a:gd name="T4" fmla="*/ 134 w 137"/>
                <a:gd name="T5" fmla="*/ 75 h 192"/>
                <a:gd name="T6" fmla="*/ 6 w 137"/>
                <a:gd name="T7" fmla="*/ 192 h 192"/>
                <a:gd name="T8" fmla="*/ 0 w 137"/>
                <a:gd name="T9" fmla="*/ 122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92">
                  <a:moveTo>
                    <a:pt x="0" y="122"/>
                  </a:moveTo>
                  <a:lnTo>
                    <a:pt x="137" y="0"/>
                  </a:lnTo>
                  <a:lnTo>
                    <a:pt x="134" y="75"/>
                  </a:lnTo>
                  <a:lnTo>
                    <a:pt x="6" y="192"/>
                  </a:lnTo>
                  <a:lnTo>
                    <a:pt x="0" y="122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1" name="Freeform 4377">
              <a:extLst>
                <a:ext uri="{FF2B5EF4-FFF2-40B4-BE49-F238E27FC236}">
                  <a16:creationId xmlns:a16="http://schemas.microsoft.com/office/drawing/2014/main" id="{4369C14F-B527-4635-B4F8-ED371FF08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535"/>
              <a:ext cx="59" cy="117"/>
            </a:xfrm>
            <a:custGeom>
              <a:avLst/>
              <a:gdLst>
                <a:gd name="T0" fmla="*/ 101 w 45"/>
                <a:gd name="T1" fmla="*/ 198 h 90"/>
                <a:gd name="T2" fmla="*/ 12 w 45"/>
                <a:gd name="T3" fmla="*/ 127 h 90"/>
                <a:gd name="T4" fmla="*/ 0 w 45"/>
                <a:gd name="T5" fmla="*/ 0 h 90"/>
                <a:gd name="T6" fmla="*/ 93 w 45"/>
                <a:gd name="T7" fmla="*/ 90 h 90"/>
                <a:gd name="T8" fmla="*/ 101 w 45"/>
                <a:gd name="T9" fmla="*/ 198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90">
                  <a:moveTo>
                    <a:pt x="45" y="90"/>
                  </a:moveTo>
                  <a:cubicBezTo>
                    <a:pt x="25" y="74"/>
                    <a:pt x="22" y="77"/>
                    <a:pt x="5" y="5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13"/>
                    <a:pt x="41" y="41"/>
                  </a:cubicBezTo>
                  <a:lnTo>
                    <a:pt x="45" y="9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2" name="Freeform 4378">
              <a:extLst>
                <a:ext uri="{FF2B5EF4-FFF2-40B4-BE49-F238E27FC236}">
                  <a16:creationId xmlns:a16="http://schemas.microsoft.com/office/drawing/2014/main" id="{09F9426A-4E8A-4EB5-8307-D7DDCE849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755"/>
              <a:ext cx="143" cy="166"/>
            </a:xfrm>
            <a:custGeom>
              <a:avLst/>
              <a:gdLst>
                <a:gd name="T0" fmla="*/ 0 w 110"/>
                <a:gd name="T1" fmla="*/ 0 h 128"/>
                <a:gd name="T2" fmla="*/ 13 w 110"/>
                <a:gd name="T3" fmla="*/ 123 h 128"/>
                <a:gd name="T4" fmla="*/ 242 w 110"/>
                <a:gd name="T5" fmla="*/ 279 h 128"/>
                <a:gd name="T6" fmla="*/ 226 w 110"/>
                <a:gd name="T7" fmla="*/ 141 h 128"/>
                <a:gd name="T8" fmla="*/ 0 w 110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28">
                  <a:moveTo>
                    <a:pt x="0" y="0"/>
                  </a:moveTo>
                  <a:cubicBezTo>
                    <a:pt x="6" y="56"/>
                    <a:pt x="6" y="56"/>
                    <a:pt x="6" y="56"/>
                  </a:cubicBezTo>
                  <a:cubicBezTo>
                    <a:pt x="33" y="80"/>
                    <a:pt x="73" y="113"/>
                    <a:pt x="110" y="12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68" y="46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3" name="Freeform 4379">
              <a:extLst>
                <a:ext uri="{FF2B5EF4-FFF2-40B4-BE49-F238E27FC236}">
                  <a16:creationId xmlns:a16="http://schemas.microsoft.com/office/drawing/2014/main" id="{F0BDEE56-C983-4852-8670-AF5EC8062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3054"/>
              <a:ext cx="69" cy="78"/>
            </a:xfrm>
            <a:custGeom>
              <a:avLst/>
              <a:gdLst>
                <a:gd name="T0" fmla="*/ 117 w 53"/>
                <a:gd name="T1" fmla="*/ 131 h 60"/>
                <a:gd name="T2" fmla="*/ 0 w 53"/>
                <a:gd name="T3" fmla="*/ 122 h 60"/>
                <a:gd name="T4" fmla="*/ 0 w 53"/>
                <a:gd name="T5" fmla="*/ 0 h 60"/>
                <a:gd name="T6" fmla="*/ 108 w 53"/>
                <a:gd name="T7" fmla="*/ 5 h 60"/>
                <a:gd name="T8" fmla="*/ 117 w 53"/>
                <a:gd name="T9" fmla="*/ 13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0">
                  <a:moveTo>
                    <a:pt x="53" y="60"/>
                  </a:moveTo>
                  <a:cubicBezTo>
                    <a:pt x="45" y="57"/>
                    <a:pt x="21" y="59"/>
                    <a:pt x="0" y="5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1" y="3"/>
                    <a:pt x="49" y="2"/>
                  </a:cubicBezTo>
                  <a:cubicBezTo>
                    <a:pt x="53" y="60"/>
                    <a:pt x="53" y="60"/>
                    <a:pt x="53" y="6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4" name="Freeform 4380">
              <a:extLst>
                <a:ext uri="{FF2B5EF4-FFF2-40B4-BE49-F238E27FC236}">
                  <a16:creationId xmlns:a16="http://schemas.microsoft.com/office/drawing/2014/main" id="{13CFE4DB-3B56-448A-916B-F37BFAD77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069"/>
              <a:ext cx="130" cy="98"/>
            </a:xfrm>
            <a:custGeom>
              <a:avLst/>
              <a:gdLst>
                <a:gd name="T0" fmla="*/ 1 w 100"/>
                <a:gd name="T1" fmla="*/ 145 h 75"/>
                <a:gd name="T2" fmla="*/ 220 w 100"/>
                <a:gd name="T3" fmla="*/ 167 h 75"/>
                <a:gd name="T4" fmla="*/ 215 w 100"/>
                <a:gd name="T5" fmla="*/ 22 h 75"/>
                <a:gd name="T6" fmla="*/ 0 w 100"/>
                <a:gd name="T7" fmla="*/ 0 h 75"/>
                <a:gd name="T8" fmla="*/ 1 w 100"/>
                <a:gd name="T9" fmla="*/ 14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5">
                  <a:moveTo>
                    <a:pt x="1" y="65"/>
                  </a:moveTo>
                  <a:cubicBezTo>
                    <a:pt x="51" y="67"/>
                    <a:pt x="100" y="75"/>
                    <a:pt x="100" y="75"/>
                  </a:cubicBezTo>
                  <a:cubicBezTo>
                    <a:pt x="98" y="10"/>
                    <a:pt x="98" y="10"/>
                    <a:pt x="98" y="10"/>
                  </a:cubicBezTo>
                  <a:cubicBezTo>
                    <a:pt x="93" y="11"/>
                    <a:pt x="21" y="1"/>
                    <a:pt x="0" y="0"/>
                  </a:cubicBezTo>
                  <a:lnTo>
                    <a:pt x="1" y="65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" name="Freeform 4381">
              <a:extLst>
                <a:ext uri="{FF2B5EF4-FFF2-40B4-BE49-F238E27FC236}">
                  <a16:creationId xmlns:a16="http://schemas.microsoft.com/office/drawing/2014/main" id="{C1A59708-F91C-4570-AD08-1997E92B5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3002"/>
              <a:ext cx="119" cy="99"/>
            </a:xfrm>
            <a:custGeom>
              <a:avLst/>
              <a:gdLst>
                <a:gd name="T0" fmla="*/ 190 w 92"/>
                <a:gd name="T1" fmla="*/ 39 h 76"/>
                <a:gd name="T2" fmla="*/ 10 w 92"/>
                <a:gd name="T3" fmla="*/ 0 h 76"/>
                <a:gd name="T4" fmla="*/ 0 w 92"/>
                <a:gd name="T5" fmla="*/ 119 h 76"/>
                <a:gd name="T6" fmla="*/ 199 w 92"/>
                <a:gd name="T7" fmla="*/ 168 h 76"/>
                <a:gd name="T8" fmla="*/ 190 w 92"/>
                <a:gd name="T9" fmla="*/ 3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76">
                  <a:moveTo>
                    <a:pt x="88" y="18"/>
                  </a:moveTo>
                  <a:cubicBezTo>
                    <a:pt x="62" y="14"/>
                    <a:pt x="46" y="9"/>
                    <a:pt x="5" y="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44" y="62"/>
                    <a:pt x="49" y="72"/>
                    <a:pt x="92" y="76"/>
                  </a:cubicBezTo>
                  <a:lnTo>
                    <a:pt x="88" y="18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6" name="Freeform 4382">
              <a:extLst>
                <a:ext uri="{FF2B5EF4-FFF2-40B4-BE49-F238E27FC236}">
                  <a16:creationId xmlns:a16="http://schemas.microsoft.com/office/drawing/2014/main" id="{3051CE8F-1005-4F49-BFC4-D299B8DFA0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9" y="2202"/>
              <a:ext cx="2325" cy="880"/>
            </a:xfrm>
            <a:custGeom>
              <a:avLst/>
              <a:gdLst>
                <a:gd name="T0" fmla="*/ 2687 w 1787"/>
                <a:gd name="T1" fmla="*/ 259 h 677"/>
                <a:gd name="T2" fmla="*/ 2451 w 1787"/>
                <a:gd name="T3" fmla="*/ 225 h 677"/>
                <a:gd name="T4" fmla="*/ 1396 w 1787"/>
                <a:gd name="T5" fmla="*/ 240 h 677"/>
                <a:gd name="T6" fmla="*/ 1135 w 1787"/>
                <a:gd name="T7" fmla="*/ 312 h 677"/>
                <a:gd name="T8" fmla="*/ 0 w 1787"/>
                <a:gd name="T9" fmla="*/ 563 h 677"/>
                <a:gd name="T10" fmla="*/ 337 w 1787"/>
                <a:gd name="T11" fmla="*/ 711 h 677"/>
                <a:gd name="T12" fmla="*/ 411 w 1787"/>
                <a:gd name="T13" fmla="*/ 933 h 677"/>
                <a:gd name="T14" fmla="*/ 973 w 1787"/>
                <a:gd name="T15" fmla="*/ 1144 h 677"/>
                <a:gd name="T16" fmla="*/ 1190 w 1787"/>
                <a:gd name="T17" fmla="*/ 1191 h 677"/>
                <a:gd name="T18" fmla="*/ 1654 w 1787"/>
                <a:gd name="T19" fmla="*/ 1313 h 677"/>
                <a:gd name="T20" fmla="*/ 2036 w 1787"/>
                <a:gd name="T21" fmla="*/ 1443 h 677"/>
                <a:gd name="T22" fmla="*/ 2430 w 1787"/>
                <a:gd name="T23" fmla="*/ 1487 h 677"/>
                <a:gd name="T24" fmla="*/ 3704 w 1787"/>
                <a:gd name="T25" fmla="*/ 372 h 677"/>
                <a:gd name="T26" fmla="*/ 2745 w 1787"/>
                <a:gd name="T27" fmla="*/ 615 h 677"/>
                <a:gd name="T28" fmla="*/ 2610 w 1787"/>
                <a:gd name="T29" fmla="*/ 372 h 677"/>
                <a:gd name="T30" fmla="*/ 2518 w 1787"/>
                <a:gd name="T31" fmla="*/ 571 h 677"/>
                <a:gd name="T32" fmla="*/ 2087 w 1787"/>
                <a:gd name="T33" fmla="*/ 923 h 677"/>
                <a:gd name="T34" fmla="*/ 2247 w 1787"/>
                <a:gd name="T35" fmla="*/ 564 h 677"/>
                <a:gd name="T36" fmla="*/ 1854 w 1787"/>
                <a:gd name="T37" fmla="*/ 593 h 677"/>
                <a:gd name="T38" fmla="*/ 1590 w 1787"/>
                <a:gd name="T39" fmla="*/ 426 h 677"/>
                <a:gd name="T40" fmla="*/ 1772 w 1787"/>
                <a:gd name="T41" fmla="*/ 593 h 677"/>
                <a:gd name="T42" fmla="*/ 1315 w 1787"/>
                <a:gd name="T43" fmla="*/ 620 h 677"/>
                <a:gd name="T44" fmla="*/ 1524 w 1787"/>
                <a:gd name="T45" fmla="*/ 511 h 677"/>
                <a:gd name="T46" fmla="*/ 1936 w 1787"/>
                <a:gd name="T47" fmla="*/ 512 h 677"/>
                <a:gd name="T48" fmla="*/ 1966 w 1787"/>
                <a:gd name="T49" fmla="*/ 203 h 677"/>
                <a:gd name="T50" fmla="*/ 1907 w 1787"/>
                <a:gd name="T51" fmla="*/ 368 h 677"/>
                <a:gd name="T52" fmla="*/ 1586 w 1787"/>
                <a:gd name="T53" fmla="*/ 168 h 677"/>
                <a:gd name="T54" fmla="*/ 1609 w 1787"/>
                <a:gd name="T55" fmla="*/ 361 h 677"/>
                <a:gd name="T56" fmla="*/ 1542 w 1787"/>
                <a:gd name="T57" fmla="*/ 331 h 677"/>
                <a:gd name="T58" fmla="*/ 1356 w 1787"/>
                <a:gd name="T59" fmla="*/ 283 h 677"/>
                <a:gd name="T60" fmla="*/ 842 w 1787"/>
                <a:gd name="T61" fmla="*/ 426 h 677"/>
                <a:gd name="T62" fmla="*/ 1179 w 1787"/>
                <a:gd name="T63" fmla="*/ 515 h 677"/>
                <a:gd name="T64" fmla="*/ 493 w 1787"/>
                <a:gd name="T65" fmla="*/ 762 h 677"/>
                <a:gd name="T66" fmla="*/ 643 w 1787"/>
                <a:gd name="T67" fmla="*/ 708 h 677"/>
                <a:gd name="T68" fmla="*/ 578 w 1787"/>
                <a:gd name="T69" fmla="*/ 940 h 677"/>
                <a:gd name="T70" fmla="*/ 770 w 1787"/>
                <a:gd name="T71" fmla="*/ 902 h 677"/>
                <a:gd name="T72" fmla="*/ 1029 w 1787"/>
                <a:gd name="T73" fmla="*/ 708 h 677"/>
                <a:gd name="T74" fmla="*/ 1146 w 1787"/>
                <a:gd name="T75" fmla="*/ 1042 h 677"/>
                <a:gd name="T76" fmla="*/ 989 w 1787"/>
                <a:gd name="T77" fmla="*/ 799 h 677"/>
                <a:gd name="T78" fmla="*/ 1457 w 1787"/>
                <a:gd name="T79" fmla="*/ 1081 h 677"/>
                <a:gd name="T80" fmla="*/ 1590 w 1787"/>
                <a:gd name="T81" fmla="*/ 1261 h 677"/>
                <a:gd name="T82" fmla="*/ 1808 w 1787"/>
                <a:gd name="T83" fmla="*/ 942 h 677"/>
                <a:gd name="T84" fmla="*/ 1772 w 1787"/>
                <a:gd name="T85" fmla="*/ 916 h 677"/>
                <a:gd name="T86" fmla="*/ 1581 w 1787"/>
                <a:gd name="T87" fmla="*/ 870 h 677"/>
                <a:gd name="T88" fmla="*/ 1326 w 1787"/>
                <a:gd name="T89" fmla="*/ 666 h 677"/>
                <a:gd name="T90" fmla="*/ 1871 w 1787"/>
                <a:gd name="T91" fmla="*/ 849 h 677"/>
                <a:gd name="T92" fmla="*/ 1969 w 1787"/>
                <a:gd name="T93" fmla="*/ 1162 h 677"/>
                <a:gd name="T94" fmla="*/ 2187 w 1787"/>
                <a:gd name="T95" fmla="*/ 990 h 677"/>
                <a:gd name="T96" fmla="*/ 2727 w 1787"/>
                <a:gd name="T97" fmla="*/ 798 h 677"/>
                <a:gd name="T98" fmla="*/ 2428 w 1787"/>
                <a:gd name="T99" fmla="*/ 1289 h 677"/>
                <a:gd name="T100" fmla="*/ 2428 w 1787"/>
                <a:gd name="T101" fmla="*/ 1289 h 677"/>
                <a:gd name="T102" fmla="*/ 2760 w 1787"/>
                <a:gd name="T103" fmla="*/ 911 h 677"/>
                <a:gd name="T104" fmla="*/ 2897 w 1787"/>
                <a:gd name="T105" fmla="*/ 689 h 677"/>
                <a:gd name="T106" fmla="*/ 3195 w 1787"/>
                <a:gd name="T107" fmla="*/ 515 h 677"/>
                <a:gd name="T108" fmla="*/ 3423 w 1787"/>
                <a:gd name="T109" fmla="*/ 394 h 67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87" h="677">
                  <a:moveTo>
                    <a:pt x="1396" y="139"/>
                  </a:moveTo>
                  <a:cubicBezTo>
                    <a:pt x="1395" y="140"/>
                    <a:pt x="1395" y="140"/>
                    <a:pt x="1395" y="140"/>
                  </a:cubicBezTo>
                  <a:cubicBezTo>
                    <a:pt x="1366" y="159"/>
                    <a:pt x="1332" y="181"/>
                    <a:pt x="1297" y="180"/>
                  </a:cubicBezTo>
                  <a:cubicBezTo>
                    <a:pt x="1278" y="179"/>
                    <a:pt x="1244" y="142"/>
                    <a:pt x="1264" y="121"/>
                  </a:cubicBezTo>
                  <a:cubicBezTo>
                    <a:pt x="1220" y="118"/>
                    <a:pt x="1220" y="118"/>
                    <a:pt x="1220" y="118"/>
                  </a:cubicBezTo>
                  <a:cubicBezTo>
                    <a:pt x="1195" y="126"/>
                    <a:pt x="1177" y="155"/>
                    <a:pt x="1151" y="161"/>
                  </a:cubicBezTo>
                  <a:cubicBezTo>
                    <a:pt x="1121" y="167"/>
                    <a:pt x="1090" y="170"/>
                    <a:pt x="1061" y="177"/>
                  </a:cubicBezTo>
                  <a:cubicBezTo>
                    <a:pt x="1021" y="186"/>
                    <a:pt x="1003" y="162"/>
                    <a:pt x="1045" y="144"/>
                  </a:cubicBezTo>
                  <a:cubicBezTo>
                    <a:pt x="1067" y="135"/>
                    <a:pt x="1096" y="114"/>
                    <a:pt x="1115" y="102"/>
                  </a:cubicBezTo>
                  <a:cubicBezTo>
                    <a:pt x="1113" y="102"/>
                    <a:pt x="1113" y="102"/>
                    <a:pt x="1113" y="102"/>
                  </a:cubicBezTo>
                  <a:cubicBezTo>
                    <a:pt x="1016" y="81"/>
                    <a:pt x="873" y="48"/>
                    <a:pt x="772" y="0"/>
                  </a:cubicBezTo>
                  <a:cubicBezTo>
                    <a:pt x="656" y="41"/>
                    <a:pt x="656" y="41"/>
                    <a:pt x="656" y="41"/>
                  </a:cubicBezTo>
                  <a:cubicBezTo>
                    <a:pt x="654" y="42"/>
                    <a:pt x="654" y="42"/>
                    <a:pt x="654" y="42"/>
                  </a:cubicBezTo>
                  <a:cubicBezTo>
                    <a:pt x="674" y="47"/>
                    <a:pt x="695" y="75"/>
                    <a:pt x="684" y="88"/>
                  </a:cubicBezTo>
                  <a:cubicBezTo>
                    <a:pt x="672" y="102"/>
                    <a:pt x="651" y="106"/>
                    <a:pt x="634" y="109"/>
                  </a:cubicBezTo>
                  <a:cubicBezTo>
                    <a:pt x="598" y="116"/>
                    <a:pt x="545" y="140"/>
                    <a:pt x="525" y="101"/>
                  </a:cubicBezTo>
                  <a:cubicBezTo>
                    <a:pt x="525" y="100"/>
                    <a:pt x="525" y="100"/>
                    <a:pt x="525" y="100"/>
                  </a:cubicBezTo>
                  <a:cubicBezTo>
                    <a:pt x="494" y="109"/>
                    <a:pt x="494" y="109"/>
                    <a:pt x="494" y="109"/>
                  </a:cubicBezTo>
                  <a:cubicBezTo>
                    <a:pt x="496" y="111"/>
                    <a:pt x="496" y="111"/>
                    <a:pt x="496" y="111"/>
                  </a:cubicBezTo>
                  <a:cubicBezTo>
                    <a:pt x="513" y="112"/>
                    <a:pt x="517" y="126"/>
                    <a:pt x="515" y="142"/>
                  </a:cubicBezTo>
                  <a:cubicBezTo>
                    <a:pt x="512" y="169"/>
                    <a:pt x="480" y="164"/>
                    <a:pt x="459" y="171"/>
                  </a:cubicBezTo>
                  <a:cubicBezTo>
                    <a:pt x="428" y="182"/>
                    <a:pt x="427" y="176"/>
                    <a:pt x="401" y="165"/>
                  </a:cubicBezTo>
                  <a:cubicBezTo>
                    <a:pt x="385" y="157"/>
                    <a:pt x="365" y="154"/>
                    <a:pt x="346" y="152"/>
                  </a:cubicBezTo>
                  <a:cubicBezTo>
                    <a:pt x="344" y="150"/>
                    <a:pt x="344" y="150"/>
                    <a:pt x="344" y="15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0" y="256"/>
                    <a:pt x="2" y="268"/>
                    <a:pt x="40" y="296"/>
                  </a:cubicBezTo>
                  <a:cubicBezTo>
                    <a:pt x="42" y="294"/>
                    <a:pt x="42" y="294"/>
                    <a:pt x="42" y="294"/>
                  </a:cubicBezTo>
                  <a:cubicBezTo>
                    <a:pt x="45" y="288"/>
                    <a:pt x="56" y="282"/>
                    <a:pt x="70" y="275"/>
                  </a:cubicBezTo>
                  <a:cubicBezTo>
                    <a:pt x="81" y="276"/>
                    <a:pt x="94" y="281"/>
                    <a:pt x="103" y="284"/>
                  </a:cubicBezTo>
                  <a:cubicBezTo>
                    <a:pt x="125" y="292"/>
                    <a:pt x="141" y="305"/>
                    <a:pt x="153" y="324"/>
                  </a:cubicBezTo>
                  <a:cubicBezTo>
                    <a:pt x="160" y="337"/>
                    <a:pt x="171" y="356"/>
                    <a:pt x="182" y="365"/>
                  </a:cubicBezTo>
                  <a:cubicBezTo>
                    <a:pt x="187" y="369"/>
                    <a:pt x="194" y="372"/>
                    <a:pt x="200" y="373"/>
                  </a:cubicBezTo>
                  <a:cubicBezTo>
                    <a:pt x="205" y="374"/>
                    <a:pt x="212" y="372"/>
                    <a:pt x="216" y="375"/>
                  </a:cubicBezTo>
                  <a:cubicBezTo>
                    <a:pt x="232" y="385"/>
                    <a:pt x="205" y="414"/>
                    <a:pt x="195" y="421"/>
                  </a:cubicBezTo>
                  <a:cubicBezTo>
                    <a:pt x="195" y="421"/>
                    <a:pt x="190" y="425"/>
                    <a:pt x="187" y="425"/>
                  </a:cubicBezTo>
                  <a:cubicBezTo>
                    <a:pt x="187" y="425"/>
                    <a:pt x="284" y="489"/>
                    <a:pt x="290" y="490"/>
                  </a:cubicBezTo>
                  <a:cubicBezTo>
                    <a:pt x="292" y="491"/>
                    <a:pt x="321" y="464"/>
                    <a:pt x="356" y="435"/>
                  </a:cubicBezTo>
                  <a:cubicBezTo>
                    <a:pt x="358" y="434"/>
                    <a:pt x="360" y="434"/>
                    <a:pt x="361" y="434"/>
                  </a:cubicBezTo>
                  <a:cubicBezTo>
                    <a:pt x="420" y="434"/>
                    <a:pt x="439" y="450"/>
                    <a:pt x="451" y="469"/>
                  </a:cubicBezTo>
                  <a:cubicBezTo>
                    <a:pt x="457" y="487"/>
                    <a:pt x="453" y="504"/>
                    <a:pt x="442" y="521"/>
                  </a:cubicBezTo>
                  <a:cubicBezTo>
                    <a:pt x="435" y="531"/>
                    <a:pt x="426" y="542"/>
                    <a:pt x="416" y="549"/>
                  </a:cubicBezTo>
                  <a:cubicBezTo>
                    <a:pt x="409" y="555"/>
                    <a:pt x="400" y="559"/>
                    <a:pt x="395" y="566"/>
                  </a:cubicBezTo>
                  <a:cubicBezTo>
                    <a:pt x="423" y="580"/>
                    <a:pt x="441" y="585"/>
                    <a:pt x="468" y="590"/>
                  </a:cubicBezTo>
                  <a:cubicBezTo>
                    <a:pt x="451" y="572"/>
                    <a:pt x="487" y="537"/>
                    <a:pt x="508" y="534"/>
                  </a:cubicBezTo>
                  <a:cubicBezTo>
                    <a:pt x="519" y="532"/>
                    <a:pt x="530" y="538"/>
                    <a:pt x="540" y="542"/>
                  </a:cubicBezTo>
                  <a:cubicBezTo>
                    <a:pt x="543" y="543"/>
                    <a:pt x="547" y="544"/>
                    <a:pt x="551" y="545"/>
                  </a:cubicBezTo>
                  <a:cubicBezTo>
                    <a:pt x="559" y="553"/>
                    <a:pt x="568" y="559"/>
                    <a:pt x="578" y="564"/>
                  </a:cubicBezTo>
                  <a:cubicBezTo>
                    <a:pt x="602" y="576"/>
                    <a:pt x="625" y="615"/>
                    <a:pt x="625" y="615"/>
                  </a:cubicBezTo>
                  <a:cubicBezTo>
                    <a:pt x="695" y="630"/>
                    <a:pt x="710" y="633"/>
                    <a:pt x="710" y="633"/>
                  </a:cubicBezTo>
                  <a:cubicBezTo>
                    <a:pt x="721" y="633"/>
                    <a:pt x="735" y="619"/>
                    <a:pt x="751" y="598"/>
                  </a:cubicBezTo>
                  <a:cubicBezTo>
                    <a:pt x="763" y="584"/>
                    <a:pt x="783" y="563"/>
                    <a:pt x="805" y="549"/>
                  </a:cubicBezTo>
                  <a:cubicBezTo>
                    <a:pt x="839" y="528"/>
                    <a:pt x="863" y="553"/>
                    <a:pt x="892" y="557"/>
                  </a:cubicBezTo>
                  <a:cubicBezTo>
                    <a:pt x="911" y="559"/>
                    <a:pt x="907" y="583"/>
                    <a:pt x="902" y="600"/>
                  </a:cubicBezTo>
                  <a:cubicBezTo>
                    <a:pt x="886" y="631"/>
                    <a:pt x="874" y="655"/>
                    <a:pt x="876" y="655"/>
                  </a:cubicBezTo>
                  <a:cubicBezTo>
                    <a:pt x="881" y="655"/>
                    <a:pt x="925" y="657"/>
                    <a:pt x="925" y="657"/>
                  </a:cubicBezTo>
                  <a:cubicBezTo>
                    <a:pt x="930" y="656"/>
                    <a:pt x="941" y="646"/>
                    <a:pt x="954" y="631"/>
                  </a:cubicBezTo>
                  <a:cubicBezTo>
                    <a:pt x="970" y="620"/>
                    <a:pt x="1024" y="610"/>
                    <a:pt x="1023" y="624"/>
                  </a:cubicBezTo>
                  <a:cubicBezTo>
                    <a:pt x="1023" y="641"/>
                    <a:pt x="1010" y="663"/>
                    <a:pt x="1010" y="663"/>
                  </a:cubicBezTo>
                  <a:cubicBezTo>
                    <a:pt x="1010" y="663"/>
                    <a:pt x="1007" y="666"/>
                    <a:pt x="1007" y="667"/>
                  </a:cubicBezTo>
                  <a:cubicBezTo>
                    <a:pt x="1104" y="677"/>
                    <a:pt x="1104" y="677"/>
                    <a:pt x="1104" y="677"/>
                  </a:cubicBezTo>
                  <a:cubicBezTo>
                    <a:pt x="1530" y="301"/>
                    <a:pt x="1530" y="301"/>
                    <a:pt x="1530" y="301"/>
                  </a:cubicBezTo>
                  <a:cubicBezTo>
                    <a:pt x="1513" y="299"/>
                    <a:pt x="1490" y="261"/>
                    <a:pt x="1490" y="246"/>
                  </a:cubicBezTo>
                  <a:cubicBezTo>
                    <a:pt x="1490" y="220"/>
                    <a:pt x="1531" y="209"/>
                    <a:pt x="1552" y="199"/>
                  </a:cubicBezTo>
                  <a:cubicBezTo>
                    <a:pt x="1593" y="179"/>
                    <a:pt x="1633" y="164"/>
                    <a:pt x="1679" y="169"/>
                  </a:cubicBezTo>
                  <a:cubicBezTo>
                    <a:pt x="1682" y="169"/>
                    <a:pt x="1682" y="169"/>
                    <a:pt x="1682" y="169"/>
                  </a:cubicBezTo>
                  <a:cubicBezTo>
                    <a:pt x="1787" y="75"/>
                    <a:pt x="1787" y="75"/>
                    <a:pt x="1787" y="75"/>
                  </a:cubicBezTo>
                  <a:cubicBezTo>
                    <a:pt x="1787" y="75"/>
                    <a:pt x="1613" y="144"/>
                    <a:pt x="1396" y="139"/>
                  </a:cubicBezTo>
                  <a:close/>
                  <a:moveTo>
                    <a:pt x="1388" y="218"/>
                  </a:moveTo>
                  <a:cubicBezTo>
                    <a:pt x="1422" y="240"/>
                    <a:pt x="1347" y="273"/>
                    <a:pt x="1325" y="282"/>
                  </a:cubicBezTo>
                  <a:cubicBezTo>
                    <a:pt x="1288" y="297"/>
                    <a:pt x="1273" y="275"/>
                    <a:pt x="1247" y="280"/>
                  </a:cubicBezTo>
                  <a:cubicBezTo>
                    <a:pt x="1246" y="280"/>
                    <a:pt x="1245" y="280"/>
                    <a:pt x="1241" y="278"/>
                  </a:cubicBezTo>
                  <a:cubicBezTo>
                    <a:pt x="1232" y="255"/>
                    <a:pt x="1263" y="246"/>
                    <a:pt x="1280" y="239"/>
                  </a:cubicBezTo>
                  <a:cubicBezTo>
                    <a:pt x="1309" y="226"/>
                    <a:pt x="1355" y="197"/>
                    <a:pt x="1388" y="218"/>
                  </a:cubicBezTo>
                  <a:close/>
                  <a:moveTo>
                    <a:pt x="1030" y="232"/>
                  </a:moveTo>
                  <a:cubicBezTo>
                    <a:pt x="1033" y="191"/>
                    <a:pt x="1151" y="175"/>
                    <a:pt x="1185" y="169"/>
                  </a:cubicBezTo>
                  <a:cubicBezTo>
                    <a:pt x="1201" y="165"/>
                    <a:pt x="1220" y="162"/>
                    <a:pt x="1235" y="170"/>
                  </a:cubicBezTo>
                  <a:cubicBezTo>
                    <a:pt x="1245" y="172"/>
                    <a:pt x="1285" y="195"/>
                    <a:pt x="1284" y="209"/>
                  </a:cubicBezTo>
                  <a:cubicBezTo>
                    <a:pt x="1283" y="222"/>
                    <a:pt x="1238" y="236"/>
                    <a:pt x="1226" y="246"/>
                  </a:cubicBezTo>
                  <a:cubicBezTo>
                    <a:pt x="1217" y="254"/>
                    <a:pt x="1200" y="287"/>
                    <a:pt x="1187" y="288"/>
                  </a:cubicBezTo>
                  <a:cubicBezTo>
                    <a:pt x="1177" y="288"/>
                    <a:pt x="1153" y="263"/>
                    <a:pt x="1143" y="260"/>
                  </a:cubicBezTo>
                  <a:cubicBezTo>
                    <a:pt x="1118" y="253"/>
                    <a:pt x="1028" y="276"/>
                    <a:pt x="1030" y="232"/>
                  </a:cubicBezTo>
                  <a:close/>
                  <a:moveTo>
                    <a:pt x="1058" y="291"/>
                  </a:moveTo>
                  <a:cubicBezTo>
                    <a:pt x="1082" y="274"/>
                    <a:pt x="1188" y="268"/>
                    <a:pt x="1137" y="306"/>
                  </a:cubicBezTo>
                  <a:cubicBezTo>
                    <a:pt x="1103" y="331"/>
                    <a:pt x="1059" y="344"/>
                    <a:pt x="1024" y="368"/>
                  </a:cubicBezTo>
                  <a:cubicBezTo>
                    <a:pt x="1001" y="384"/>
                    <a:pt x="977" y="417"/>
                    <a:pt x="948" y="420"/>
                  </a:cubicBezTo>
                  <a:cubicBezTo>
                    <a:pt x="934" y="422"/>
                    <a:pt x="892" y="422"/>
                    <a:pt x="881" y="412"/>
                  </a:cubicBezTo>
                  <a:cubicBezTo>
                    <a:pt x="859" y="392"/>
                    <a:pt x="895" y="374"/>
                    <a:pt x="909" y="367"/>
                  </a:cubicBezTo>
                  <a:cubicBezTo>
                    <a:pt x="930" y="355"/>
                    <a:pt x="955" y="346"/>
                    <a:pt x="978" y="337"/>
                  </a:cubicBezTo>
                  <a:cubicBezTo>
                    <a:pt x="1006" y="326"/>
                    <a:pt x="1032" y="307"/>
                    <a:pt x="1058" y="291"/>
                  </a:cubicBezTo>
                  <a:close/>
                  <a:moveTo>
                    <a:pt x="1020" y="257"/>
                  </a:moveTo>
                  <a:cubicBezTo>
                    <a:pt x="1030" y="282"/>
                    <a:pt x="1013" y="297"/>
                    <a:pt x="993" y="309"/>
                  </a:cubicBezTo>
                  <a:cubicBezTo>
                    <a:pt x="961" y="329"/>
                    <a:pt x="915" y="359"/>
                    <a:pt x="882" y="336"/>
                  </a:cubicBezTo>
                  <a:cubicBezTo>
                    <a:pt x="870" y="328"/>
                    <a:pt x="860" y="319"/>
                    <a:pt x="845" y="316"/>
                  </a:cubicBezTo>
                  <a:cubicBezTo>
                    <a:pt x="829" y="313"/>
                    <a:pt x="787" y="329"/>
                    <a:pt x="798" y="309"/>
                  </a:cubicBezTo>
                  <a:cubicBezTo>
                    <a:pt x="808" y="289"/>
                    <a:pt x="824" y="277"/>
                    <a:pt x="842" y="270"/>
                  </a:cubicBezTo>
                  <a:cubicBezTo>
                    <a:pt x="845" y="269"/>
                    <a:pt x="845" y="269"/>
                    <a:pt x="845" y="269"/>
                  </a:cubicBezTo>
                  <a:cubicBezTo>
                    <a:pt x="877" y="256"/>
                    <a:pt x="909" y="233"/>
                    <a:pt x="948" y="229"/>
                  </a:cubicBezTo>
                  <a:cubicBezTo>
                    <a:pt x="974" y="227"/>
                    <a:pt x="1008" y="229"/>
                    <a:pt x="1020" y="257"/>
                  </a:cubicBezTo>
                  <a:close/>
                  <a:moveTo>
                    <a:pt x="748" y="258"/>
                  </a:moveTo>
                  <a:cubicBezTo>
                    <a:pt x="745" y="230"/>
                    <a:pt x="687" y="217"/>
                    <a:pt x="722" y="194"/>
                  </a:cubicBezTo>
                  <a:cubicBezTo>
                    <a:pt x="724" y="193"/>
                    <a:pt x="724" y="193"/>
                    <a:pt x="724" y="193"/>
                  </a:cubicBezTo>
                  <a:cubicBezTo>
                    <a:pt x="739" y="186"/>
                    <a:pt x="741" y="203"/>
                    <a:pt x="756" y="205"/>
                  </a:cubicBezTo>
                  <a:cubicBezTo>
                    <a:pt x="775" y="208"/>
                    <a:pt x="788" y="197"/>
                    <a:pt x="804" y="192"/>
                  </a:cubicBezTo>
                  <a:cubicBezTo>
                    <a:pt x="823" y="185"/>
                    <a:pt x="857" y="187"/>
                    <a:pt x="862" y="211"/>
                  </a:cubicBezTo>
                  <a:cubicBezTo>
                    <a:pt x="868" y="239"/>
                    <a:pt x="822" y="255"/>
                    <a:pt x="805" y="270"/>
                  </a:cubicBezTo>
                  <a:cubicBezTo>
                    <a:pt x="795" y="278"/>
                    <a:pt x="759" y="316"/>
                    <a:pt x="744" y="292"/>
                  </a:cubicBezTo>
                  <a:cubicBezTo>
                    <a:pt x="739" y="283"/>
                    <a:pt x="750" y="267"/>
                    <a:pt x="748" y="258"/>
                  </a:cubicBezTo>
                  <a:close/>
                  <a:moveTo>
                    <a:pt x="718" y="276"/>
                  </a:moveTo>
                  <a:cubicBezTo>
                    <a:pt x="702" y="289"/>
                    <a:pt x="668" y="294"/>
                    <a:pt x="647" y="292"/>
                  </a:cubicBezTo>
                  <a:cubicBezTo>
                    <a:pt x="629" y="291"/>
                    <a:pt x="617" y="283"/>
                    <a:pt x="597" y="282"/>
                  </a:cubicBezTo>
                  <a:cubicBezTo>
                    <a:pt x="588" y="282"/>
                    <a:pt x="559" y="281"/>
                    <a:pt x="552" y="275"/>
                  </a:cubicBezTo>
                  <a:cubicBezTo>
                    <a:pt x="544" y="267"/>
                    <a:pt x="548" y="237"/>
                    <a:pt x="553" y="228"/>
                  </a:cubicBezTo>
                  <a:cubicBezTo>
                    <a:pt x="560" y="215"/>
                    <a:pt x="575" y="213"/>
                    <a:pt x="591" y="214"/>
                  </a:cubicBezTo>
                  <a:cubicBezTo>
                    <a:pt x="593" y="213"/>
                    <a:pt x="593" y="213"/>
                    <a:pt x="593" y="213"/>
                  </a:cubicBezTo>
                  <a:cubicBezTo>
                    <a:pt x="626" y="212"/>
                    <a:pt x="664" y="216"/>
                    <a:pt x="692" y="232"/>
                  </a:cubicBezTo>
                  <a:cubicBezTo>
                    <a:pt x="713" y="243"/>
                    <a:pt x="746" y="254"/>
                    <a:pt x="718" y="276"/>
                  </a:cubicBezTo>
                  <a:close/>
                  <a:moveTo>
                    <a:pt x="1006" y="139"/>
                  </a:moveTo>
                  <a:cubicBezTo>
                    <a:pt x="982" y="168"/>
                    <a:pt x="1004" y="180"/>
                    <a:pt x="1006" y="196"/>
                  </a:cubicBezTo>
                  <a:cubicBezTo>
                    <a:pt x="1007" y="212"/>
                    <a:pt x="965" y="207"/>
                    <a:pt x="948" y="209"/>
                  </a:cubicBezTo>
                  <a:cubicBezTo>
                    <a:pt x="924" y="213"/>
                    <a:pt x="893" y="244"/>
                    <a:pt x="879" y="233"/>
                  </a:cubicBezTo>
                  <a:cubicBezTo>
                    <a:pt x="866" y="221"/>
                    <a:pt x="881" y="203"/>
                    <a:pt x="884" y="191"/>
                  </a:cubicBezTo>
                  <a:cubicBezTo>
                    <a:pt x="888" y="174"/>
                    <a:pt x="892" y="172"/>
                    <a:pt x="911" y="168"/>
                  </a:cubicBezTo>
                  <a:cubicBezTo>
                    <a:pt x="913" y="167"/>
                    <a:pt x="913" y="167"/>
                    <a:pt x="913" y="167"/>
                  </a:cubicBezTo>
                  <a:cubicBezTo>
                    <a:pt x="936" y="162"/>
                    <a:pt x="1021" y="122"/>
                    <a:pt x="1006" y="139"/>
                  </a:cubicBezTo>
                  <a:close/>
                  <a:moveTo>
                    <a:pt x="892" y="92"/>
                  </a:moveTo>
                  <a:cubicBezTo>
                    <a:pt x="920" y="67"/>
                    <a:pt x="950" y="96"/>
                    <a:pt x="980" y="95"/>
                  </a:cubicBezTo>
                  <a:cubicBezTo>
                    <a:pt x="982" y="94"/>
                    <a:pt x="982" y="94"/>
                    <a:pt x="982" y="94"/>
                  </a:cubicBezTo>
                  <a:cubicBezTo>
                    <a:pt x="992" y="95"/>
                    <a:pt x="1004" y="99"/>
                    <a:pt x="1003" y="114"/>
                  </a:cubicBezTo>
                  <a:cubicBezTo>
                    <a:pt x="1002" y="129"/>
                    <a:pt x="939" y="135"/>
                    <a:pt x="906" y="145"/>
                  </a:cubicBezTo>
                  <a:cubicBezTo>
                    <a:pt x="887" y="150"/>
                    <a:pt x="880" y="156"/>
                    <a:pt x="866" y="168"/>
                  </a:cubicBezTo>
                  <a:cubicBezTo>
                    <a:pt x="856" y="176"/>
                    <a:pt x="842" y="179"/>
                    <a:pt x="843" y="161"/>
                  </a:cubicBezTo>
                  <a:cubicBezTo>
                    <a:pt x="844" y="151"/>
                    <a:pt x="859" y="137"/>
                    <a:pt x="865" y="129"/>
                  </a:cubicBezTo>
                  <a:cubicBezTo>
                    <a:pt x="873" y="119"/>
                    <a:pt x="882" y="101"/>
                    <a:pt x="892" y="92"/>
                  </a:cubicBezTo>
                  <a:close/>
                  <a:moveTo>
                    <a:pt x="677" y="109"/>
                  </a:moveTo>
                  <a:cubicBezTo>
                    <a:pt x="684" y="99"/>
                    <a:pt x="709" y="87"/>
                    <a:pt x="720" y="76"/>
                  </a:cubicBezTo>
                  <a:cubicBezTo>
                    <a:pt x="728" y="67"/>
                    <a:pt x="744" y="44"/>
                    <a:pt x="759" y="56"/>
                  </a:cubicBezTo>
                  <a:cubicBezTo>
                    <a:pt x="760" y="57"/>
                    <a:pt x="760" y="57"/>
                    <a:pt x="760" y="57"/>
                  </a:cubicBezTo>
                  <a:cubicBezTo>
                    <a:pt x="797" y="64"/>
                    <a:pt x="852" y="41"/>
                    <a:pt x="859" y="96"/>
                  </a:cubicBezTo>
                  <a:cubicBezTo>
                    <a:pt x="864" y="126"/>
                    <a:pt x="818" y="154"/>
                    <a:pt x="798" y="174"/>
                  </a:cubicBezTo>
                  <a:cubicBezTo>
                    <a:pt x="770" y="201"/>
                    <a:pt x="750" y="192"/>
                    <a:pt x="731" y="165"/>
                  </a:cubicBezTo>
                  <a:cubicBezTo>
                    <a:pt x="720" y="149"/>
                    <a:pt x="710" y="142"/>
                    <a:pt x="693" y="133"/>
                  </a:cubicBezTo>
                  <a:cubicBezTo>
                    <a:pt x="679" y="126"/>
                    <a:pt x="667" y="123"/>
                    <a:pt x="677" y="109"/>
                  </a:cubicBezTo>
                  <a:close/>
                  <a:moveTo>
                    <a:pt x="616" y="129"/>
                  </a:moveTo>
                  <a:cubicBezTo>
                    <a:pt x="617" y="129"/>
                    <a:pt x="617" y="129"/>
                    <a:pt x="617" y="129"/>
                  </a:cubicBezTo>
                  <a:cubicBezTo>
                    <a:pt x="637" y="128"/>
                    <a:pt x="686" y="139"/>
                    <a:pt x="700" y="151"/>
                  </a:cubicBezTo>
                  <a:cubicBezTo>
                    <a:pt x="714" y="163"/>
                    <a:pt x="712" y="198"/>
                    <a:pt x="691" y="205"/>
                  </a:cubicBezTo>
                  <a:cubicBezTo>
                    <a:pt x="681" y="208"/>
                    <a:pt x="653" y="199"/>
                    <a:pt x="641" y="199"/>
                  </a:cubicBezTo>
                  <a:cubicBezTo>
                    <a:pt x="621" y="197"/>
                    <a:pt x="596" y="196"/>
                    <a:pt x="577" y="190"/>
                  </a:cubicBezTo>
                  <a:cubicBezTo>
                    <a:pt x="567" y="186"/>
                    <a:pt x="535" y="177"/>
                    <a:pt x="534" y="167"/>
                  </a:cubicBezTo>
                  <a:cubicBezTo>
                    <a:pt x="532" y="143"/>
                    <a:pt x="599" y="130"/>
                    <a:pt x="616" y="129"/>
                  </a:cubicBezTo>
                  <a:close/>
                  <a:moveTo>
                    <a:pt x="318" y="190"/>
                  </a:moveTo>
                  <a:cubicBezTo>
                    <a:pt x="328" y="185"/>
                    <a:pt x="345" y="193"/>
                    <a:pt x="358" y="194"/>
                  </a:cubicBezTo>
                  <a:cubicBezTo>
                    <a:pt x="364" y="193"/>
                    <a:pt x="364" y="193"/>
                    <a:pt x="364" y="193"/>
                  </a:cubicBezTo>
                  <a:cubicBezTo>
                    <a:pt x="363" y="193"/>
                    <a:pt x="362" y="194"/>
                    <a:pt x="361" y="194"/>
                  </a:cubicBezTo>
                  <a:cubicBezTo>
                    <a:pt x="368" y="193"/>
                    <a:pt x="377" y="192"/>
                    <a:pt x="382" y="194"/>
                  </a:cubicBezTo>
                  <a:cubicBezTo>
                    <a:pt x="390" y="198"/>
                    <a:pt x="393" y="208"/>
                    <a:pt x="403" y="212"/>
                  </a:cubicBezTo>
                  <a:cubicBezTo>
                    <a:pt x="431" y="221"/>
                    <a:pt x="472" y="196"/>
                    <a:pt x="502" y="195"/>
                  </a:cubicBezTo>
                  <a:cubicBezTo>
                    <a:pt x="514" y="195"/>
                    <a:pt x="551" y="194"/>
                    <a:pt x="550" y="209"/>
                  </a:cubicBezTo>
                  <a:cubicBezTo>
                    <a:pt x="549" y="216"/>
                    <a:pt x="539" y="215"/>
                    <a:pt x="537" y="219"/>
                  </a:cubicBezTo>
                  <a:cubicBezTo>
                    <a:pt x="534" y="225"/>
                    <a:pt x="537" y="230"/>
                    <a:pt x="535" y="235"/>
                  </a:cubicBezTo>
                  <a:cubicBezTo>
                    <a:pt x="523" y="279"/>
                    <a:pt x="501" y="274"/>
                    <a:pt x="462" y="268"/>
                  </a:cubicBezTo>
                  <a:cubicBezTo>
                    <a:pt x="439" y="265"/>
                    <a:pt x="374" y="284"/>
                    <a:pt x="357" y="264"/>
                  </a:cubicBezTo>
                  <a:cubicBezTo>
                    <a:pt x="340" y="245"/>
                    <a:pt x="371" y="238"/>
                    <a:pt x="335" y="230"/>
                  </a:cubicBezTo>
                  <a:cubicBezTo>
                    <a:pt x="317" y="226"/>
                    <a:pt x="288" y="204"/>
                    <a:pt x="318" y="190"/>
                  </a:cubicBezTo>
                  <a:close/>
                  <a:moveTo>
                    <a:pt x="224" y="347"/>
                  </a:moveTo>
                  <a:cubicBezTo>
                    <a:pt x="207" y="345"/>
                    <a:pt x="204" y="338"/>
                    <a:pt x="207" y="324"/>
                  </a:cubicBezTo>
                  <a:cubicBezTo>
                    <a:pt x="214" y="291"/>
                    <a:pt x="153" y="298"/>
                    <a:pt x="158" y="269"/>
                  </a:cubicBezTo>
                  <a:cubicBezTo>
                    <a:pt x="160" y="258"/>
                    <a:pt x="169" y="251"/>
                    <a:pt x="179" y="247"/>
                  </a:cubicBezTo>
                  <a:cubicBezTo>
                    <a:pt x="241" y="236"/>
                    <a:pt x="304" y="233"/>
                    <a:pt x="320" y="246"/>
                  </a:cubicBezTo>
                  <a:cubicBezTo>
                    <a:pt x="331" y="254"/>
                    <a:pt x="291" y="323"/>
                    <a:pt x="292" y="322"/>
                  </a:cubicBezTo>
                  <a:cubicBezTo>
                    <a:pt x="278" y="330"/>
                    <a:pt x="270" y="344"/>
                    <a:pt x="252" y="348"/>
                  </a:cubicBezTo>
                  <a:cubicBezTo>
                    <a:pt x="243" y="350"/>
                    <a:pt x="234" y="348"/>
                    <a:pt x="224" y="347"/>
                  </a:cubicBezTo>
                  <a:close/>
                  <a:moveTo>
                    <a:pt x="350" y="411"/>
                  </a:moveTo>
                  <a:cubicBezTo>
                    <a:pt x="336" y="416"/>
                    <a:pt x="321" y="418"/>
                    <a:pt x="307" y="423"/>
                  </a:cubicBezTo>
                  <a:cubicBezTo>
                    <a:pt x="292" y="429"/>
                    <a:pt x="277" y="438"/>
                    <a:pt x="262" y="428"/>
                  </a:cubicBezTo>
                  <a:cubicBezTo>
                    <a:pt x="250" y="421"/>
                    <a:pt x="242" y="402"/>
                    <a:pt x="248" y="390"/>
                  </a:cubicBezTo>
                  <a:cubicBezTo>
                    <a:pt x="254" y="378"/>
                    <a:pt x="273" y="371"/>
                    <a:pt x="284" y="365"/>
                  </a:cubicBezTo>
                  <a:cubicBezTo>
                    <a:pt x="298" y="357"/>
                    <a:pt x="310" y="349"/>
                    <a:pt x="326" y="349"/>
                  </a:cubicBezTo>
                  <a:cubicBezTo>
                    <a:pt x="338" y="349"/>
                    <a:pt x="369" y="363"/>
                    <a:pt x="369" y="363"/>
                  </a:cubicBezTo>
                  <a:cubicBezTo>
                    <a:pt x="401" y="372"/>
                    <a:pt x="370" y="404"/>
                    <a:pt x="350" y="411"/>
                  </a:cubicBezTo>
                  <a:close/>
                  <a:moveTo>
                    <a:pt x="374" y="316"/>
                  </a:moveTo>
                  <a:cubicBezTo>
                    <a:pt x="392" y="296"/>
                    <a:pt x="431" y="302"/>
                    <a:pt x="455" y="300"/>
                  </a:cubicBezTo>
                  <a:cubicBezTo>
                    <a:pt x="474" y="298"/>
                    <a:pt x="523" y="274"/>
                    <a:pt x="535" y="292"/>
                  </a:cubicBezTo>
                  <a:cubicBezTo>
                    <a:pt x="536" y="293"/>
                    <a:pt x="536" y="293"/>
                    <a:pt x="536" y="293"/>
                  </a:cubicBezTo>
                  <a:cubicBezTo>
                    <a:pt x="567" y="322"/>
                    <a:pt x="477" y="321"/>
                    <a:pt x="467" y="322"/>
                  </a:cubicBezTo>
                  <a:cubicBezTo>
                    <a:pt x="441" y="323"/>
                    <a:pt x="429" y="337"/>
                    <a:pt x="405" y="344"/>
                  </a:cubicBezTo>
                  <a:cubicBezTo>
                    <a:pt x="383" y="351"/>
                    <a:pt x="355" y="336"/>
                    <a:pt x="374" y="316"/>
                  </a:cubicBezTo>
                  <a:close/>
                  <a:moveTo>
                    <a:pt x="632" y="539"/>
                  </a:moveTo>
                  <a:cubicBezTo>
                    <a:pt x="600" y="559"/>
                    <a:pt x="582" y="540"/>
                    <a:pt x="563" y="514"/>
                  </a:cubicBezTo>
                  <a:cubicBezTo>
                    <a:pt x="550" y="496"/>
                    <a:pt x="539" y="487"/>
                    <a:pt x="520" y="475"/>
                  </a:cubicBezTo>
                  <a:cubicBezTo>
                    <a:pt x="512" y="471"/>
                    <a:pt x="504" y="468"/>
                    <a:pt x="501" y="460"/>
                  </a:cubicBezTo>
                  <a:cubicBezTo>
                    <a:pt x="498" y="454"/>
                    <a:pt x="498" y="449"/>
                    <a:pt x="493" y="444"/>
                  </a:cubicBezTo>
                  <a:cubicBezTo>
                    <a:pt x="479" y="426"/>
                    <a:pt x="443" y="424"/>
                    <a:pt x="437" y="401"/>
                  </a:cubicBezTo>
                  <a:cubicBezTo>
                    <a:pt x="434" y="393"/>
                    <a:pt x="437" y="380"/>
                    <a:pt x="441" y="372"/>
                  </a:cubicBezTo>
                  <a:cubicBezTo>
                    <a:pt x="443" y="369"/>
                    <a:pt x="446" y="366"/>
                    <a:pt x="449" y="364"/>
                  </a:cubicBezTo>
                  <a:cubicBezTo>
                    <a:pt x="465" y="353"/>
                    <a:pt x="479" y="347"/>
                    <a:pt x="486" y="349"/>
                  </a:cubicBezTo>
                  <a:cubicBezTo>
                    <a:pt x="517" y="356"/>
                    <a:pt x="539" y="385"/>
                    <a:pt x="570" y="391"/>
                  </a:cubicBezTo>
                  <a:cubicBezTo>
                    <a:pt x="602" y="397"/>
                    <a:pt x="633" y="384"/>
                    <a:pt x="663" y="399"/>
                  </a:cubicBezTo>
                  <a:cubicBezTo>
                    <a:pt x="679" y="407"/>
                    <a:pt x="674" y="451"/>
                    <a:pt x="662" y="497"/>
                  </a:cubicBezTo>
                  <a:cubicBezTo>
                    <a:pt x="662" y="495"/>
                    <a:pt x="662" y="493"/>
                    <a:pt x="662" y="492"/>
                  </a:cubicBezTo>
                  <a:cubicBezTo>
                    <a:pt x="662" y="494"/>
                    <a:pt x="662" y="496"/>
                    <a:pt x="662" y="498"/>
                  </a:cubicBezTo>
                  <a:cubicBezTo>
                    <a:pt x="661" y="501"/>
                    <a:pt x="660" y="504"/>
                    <a:pt x="659" y="507"/>
                  </a:cubicBezTo>
                  <a:cubicBezTo>
                    <a:pt x="655" y="520"/>
                    <a:pt x="644" y="531"/>
                    <a:pt x="632" y="539"/>
                  </a:cubicBezTo>
                  <a:close/>
                  <a:moveTo>
                    <a:pt x="780" y="513"/>
                  </a:moveTo>
                  <a:cubicBezTo>
                    <a:pt x="762" y="523"/>
                    <a:pt x="753" y="548"/>
                    <a:pt x="722" y="574"/>
                  </a:cubicBezTo>
                  <a:cubicBezTo>
                    <a:pt x="690" y="600"/>
                    <a:pt x="653" y="578"/>
                    <a:pt x="656" y="571"/>
                  </a:cubicBezTo>
                  <a:cubicBezTo>
                    <a:pt x="659" y="564"/>
                    <a:pt x="680" y="522"/>
                    <a:pt x="692" y="497"/>
                  </a:cubicBezTo>
                  <a:cubicBezTo>
                    <a:pt x="704" y="471"/>
                    <a:pt x="786" y="469"/>
                    <a:pt x="786" y="469"/>
                  </a:cubicBezTo>
                  <a:cubicBezTo>
                    <a:pt x="813" y="457"/>
                    <a:pt x="799" y="502"/>
                    <a:pt x="780" y="513"/>
                  </a:cubicBezTo>
                  <a:close/>
                  <a:moveTo>
                    <a:pt x="821" y="429"/>
                  </a:moveTo>
                  <a:cubicBezTo>
                    <a:pt x="818" y="438"/>
                    <a:pt x="811" y="435"/>
                    <a:pt x="801" y="436"/>
                  </a:cubicBezTo>
                  <a:cubicBezTo>
                    <a:pt x="778" y="439"/>
                    <a:pt x="748" y="446"/>
                    <a:pt x="725" y="446"/>
                  </a:cubicBezTo>
                  <a:cubicBezTo>
                    <a:pt x="713" y="446"/>
                    <a:pt x="690" y="441"/>
                    <a:pt x="704" y="425"/>
                  </a:cubicBezTo>
                  <a:cubicBezTo>
                    <a:pt x="708" y="421"/>
                    <a:pt x="724" y="422"/>
                    <a:pt x="731" y="422"/>
                  </a:cubicBezTo>
                  <a:cubicBezTo>
                    <a:pt x="751" y="421"/>
                    <a:pt x="785" y="422"/>
                    <a:pt x="805" y="417"/>
                  </a:cubicBezTo>
                  <a:cubicBezTo>
                    <a:pt x="808" y="416"/>
                    <a:pt x="808" y="416"/>
                    <a:pt x="808" y="416"/>
                  </a:cubicBezTo>
                  <a:cubicBezTo>
                    <a:pt x="816" y="413"/>
                    <a:pt x="825" y="419"/>
                    <a:pt x="821" y="429"/>
                  </a:cubicBezTo>
                  <a:close/>
                  <a:moveTo>
                    <a:pt x="798" y="396"/>
                  </a:moveTo>
                  <a:cubicBezTo>
                    <a:pt x="780" y="402"/>
                    <a:pt x="779" y="400"/>
                    <a:pt x="760" y="397"/>
                  </a:cubicBezTo>
                  <a:cubicBezTo>
                    <a:pt x="746" y="394"/>
                    <a:pt x="732" y="397"/>
                    <a:pt x="718" y="396"/>
                  </a:cubicBezTo>
                  <a:cubicBezTo>
                    <a:pt x="696" y="394"/>
                    <a:pt x="684" y="383"/>
                    <a:pt x="666" y="374"/>
                  </a:cubicBezTo>
                  <a:cubicBezTo>
                    <a:pt x="644" y="363"/>
                    <a:pt x="518" y="383"/>
                    <a:pt x="517" y="343"/>
                  </a:cubicBezTo>
                  <a:cubicBezTo>
                    <a:pt x="517" y="329"/>
                    <a:pt x="544" y="330"/>
                    <a:pt x="555" y="323"/>
                  </a:cubicBezTo>
                  <a:cubicBezTo>
                    <a:pt x="569" y="313"/>
                    <a:pt x="577" y="303"/>
                    <a:pt x="597" y="303"/>
                  </a:cubicBezTo>
                  <a:cubicBezTo>
                    <a:pt x="602" y="303"/>
                    <a:pt x="602" y="303"/>
                    <a:pt x="602" y="303"/>
                  </a:cubicBezTo>
                  <a:cubicBezTo>
                    <a:pt x="617" y="301"/>
                    <a:pt x="625" y="307"/>
                    <a:pt x="638" y="309"/>
                  </a:cubicBezTo>
                  <a:cubicBezTo>
                    <a:pt x="657" y="310"/>
                    <a:pt x="676" y="305"/>
                    <a:pt x="694" y="305"/>
                  </a:cubicBezTo>
                  <a:cubicBezTo>
                    <a:pt x="737" y="306"/>
                    <a:pt x="778" y="330"/>
                    <a:pt x="822" y="333"/>
                  </a:cubicBezTo>
                  <a:cubicBezTo>
                    <a:pt x="839" y="334"/>
                    <a:pt x="863" y="331"/>
                    <a:pt x="868" y="351"/>
                  </a:cubicBezTo>
                  <a:cubicBezTo>
                    <a:pt x="872" y="365"/>
                    <a:pt x="861" y="381"/>
                    <a:pt x="849" y="386"/>
                  </a:cubicBezTo>
                  <a:cubicBezTo>
                    <a:pt x="843" y="388"/>
                    <a:pt x="832" y="386"/>
                    <a:pt x="826" y="387"/>
                  </a:cubicBezTo>
                  <a:cubicBezTo>
                    <a:pt x="815" y="389"/>
                    <a:pt x="808" y="393"/>
                    <a:pt x="798" y="396"/>
                  </a:cubicBezTo>
                  <a:close/>
                  <a:moveTo>
                    <a:pt x="967" y="480"/>
                  </a:moveTo>
                  <a:cubicBezTo>
                    <a:pt x="967" y="480"/>
                    <a:pt x="954" y="502"/>
                    <a:pt x="939" y="531"/>
                  </a:cubicBezTo>
                  <a:cubicBezTo>
                    <a:pt x="923" y="546"/>
                    <a:pt x="904" y="540"/>
                    <a:pt x="894" y="529"/>
                  </a:cubicBezTo>
                  <a:cubicBezTo>
                    <a:pt x="880" y="514"/>
                    <a:pt x="866" y="508"/>
                    <a:pt x="838" y="497"/>
                  </a:cubicBezTo>
                  <a:cubicBezTo>
                    <a:pt x="829" y="493"/>
                    <a:pt x="827" y="487"/>
                    <a:pt x="828" y="480"/>
                  </a:cubicBezTo>
                  <a:cubicBezTo>
                    <a:pt x="847" y="454"/>
                    <a:pt x="865" y="435"/>
                    <a:pt x="879" y="436"/>
                  </a:cubicBezTo>
                  <a:cubicBezTo>
                    <a:pt x="904" y="438"/>
                    <a:pt x="985" y="434"/>
                    <a:pt x="967" y="480"/>
                  </a:cubicBezTo>
                  <a:close/>
                  <a:moveTo>
                    <a:pt x="993" y="451"/>
                  </a:moveTo>
                  <a:cubicBezTo>
                    <a:pt x="961" y="436"/>
                    <a:pt x="1021" y="403"/>
                    <a:pt x="1035" y="393"/>
                  </a:cubicBezTo>
                  <a:cubicBezTo>
                    <a:pt x="1055" y="380"/>
                    <a:pt x="1068" y="360"/>
                    <a:pt x="1087" y="347"/>
                  </a:cubicBezTo>
                  <a:cubicBezTo>
                    <a:pt x="1106" y="335"/>
                    <a:pt x="1132" y="334"/>
                    <a:pt x="1151" y="324"/>
                  </a:cubicBezTo>
                  <a:cubicBezTo>
                    <a:pt x="1185" y="307"/>
                    <a:pt x="1216" y="282"/>
                    <a:pt x="1255" y="306"/>
                  </a:cubicBezTo>
                  <a:cubicBezTo>
                    <a:pt x="1288" y="326"/>
                    <a:pt x="1264" y="350"/>
                    <a:pt x="1238" y="363"/>
                  </a:cubicBezTo>
                  <a:cubicBezTo>
                    <a:pt x="1191" y="388"/>
                    <a:pt x="1136" y="412"/>
                    <a:pt x="1085" y="431"/>
                  </a:cubicBezTo>
                  <a:cubicBezTo>
                    <a:pt x="1072" y="436"/>
                    <a:pt x="1062" y="442"/>
                    <a:pt x="1047" y="442"/>
                  </a:cubicBezTo>
                  <a:cubicBezTo>
                    <a:pt x="1045" y="442"/>
                    <a:pt x="1045" y="442"/>
                    <a:pt x="1045" y="442"/>
                  </a:cubicBezTo>
                  <a:cubicBezTo>
                    <a:pt x="1031" y="443"/>
                    <a:pt x="1009" y="458"/>
                    <a:pt x="993" y="451"/>
                  </a:cubicBezTo>
                  <a:close/>
                  <a:moveTo>
                    <a:pt x="1102" y="587"/>
                  </a:moveTo>
                  <a:cubicBezTo>
                    <a:pt x="1095" y="589"/>
                    <a:pt x="1038" y="602"/>
                    <a:pt x="1028" y="582"/>
                  </a:cubicBezTo>
                  <a:cubicBezTo>
                    <a:pt x="1021" y="567"/>
                    <a:pt x="1024" y="551"/>
                    <a:pt x="1025" y="545"/>
                  </a:cubicBezTo>
                  <a:cubicBezTo>
                    <a:pt x="1030" y="539"/>
                    <a:pt x="1034" y="534"/>
                    <a:pt x="1039" y="528"/>
                  </a:cubicBezTo>
                  <a:cubicBezTo>
                    <a:pt x="1108" y="473"/>
                    <a:pt x="1099" y="523"/>
                    <a:pt x="1128" y="520"/>
                  </a:cubicBezTo>
                  <a:cubicBezTo>
                    <a:pt x="1153" y="517"/>
                    <a:pt x="1115" y="569"/>
                    <a:pt x="1102" y="587"/>
                  </a:cubicBezTo>
                  <a:close/>
                  <a:moveTo>
                    <a:pt x="1220" y="490"/>
                  </a:moveTo>
                  <a:cubicBezTo>
                    <a:pt x="1214" y="496"/>
                    <a:pt x="1208" y="502"/>
                    <a:pt x="1202" y="508"/>
                  </a:cubicBezTo>
                  <a:cubicBezTo>
                    <a:pt x="1193" y="512"/>
                    <a:pt x="1181" y="511"/>
                    <a:pt x="1169" y="495"/>
                  </a:cubicBezTo>
                  <a:cubicBezTo>
                    <a:pt x="1144" y="463"/>
                    <a:pt x="1202" y="420"/>
                    <a:pt x="1218" y="409"/>
                  </a:cubicBezTo>
                  <a:cubicBezTo>
                    <a:pt x="1231" y="408"/>
                    <a:pt x="1243" y="410"/>
                    <a:pt x="1253" y="415"/>
                  </a:cubicBezTo>
                  <a:cubicBezTo>
                    <a:pt x="1273" y="426"/>
                    <a:pt x="1254" y="456"/>
                    <a:pt x="1220" y="490"/>
                  </a:cubicBezTo>
                  <a:close/>
                  <a:moveTo>
                    <a:pt x="1390" y="360"/>
                  </a:moveTo>
                  <a:cubicBezTo>
                    <a:pt x="1363" y="376"/>
                    <a:pt x="1349" y="400"/>
                    <a:pt x="1325" y="418"/>
                  </a:cubicBezTo>
                  <a:cubicBezTo>
                    <a:pt x="1304" y="433"/>
                    <a:pt x="1290" y="428"/>
                    <a:pt x="1273" y="414"/>
                  </a:cubicBezTo>
                  <a:cubicBezTo>
                    <a:pt x="1231" y="378"/>
                    <a:pt x="1295" y="329"/>
                    <a:pt x="1316" y="314"/>
                  </a:cubicBezTo>
                  <a:cubicBezTo>
                    <a:pt x="1337" y="299"/>
                    <a:pt x="1414" y="244"/>
                    <a:pt x="1460" y="259"/>
                  </a:cubicBezTo>
                  <a:cubicBezTo>
                    <a:pt x="1518" y="279"/>
                    <a:pt x="1410" y="347"/>
                    <a:pt x="1390" y="360"/>
                  </a:cubicBezTo>
                  <a:close/>
                  <a:moveTo>
                    <a:pt x="1554" y="179"/>
                  </a:moveTo>
                  <a:cubicBezTo>
                    <a:pt x="1535" y="186"/>
                    <a:pt x="1516" y="198"/>
                    <a:pt x="1501" y="211"/>
                  </a:cubicBezTo>
                  <a:cubicBezTo>
                    <a:pt x="1482" y="227"/>
                    <a:pt x="1477" y="237"/>
                    <a:pt x="1451" y="235"/>
                  </a:cubicBezTo>
                  <a:cubicBezTo>
                    <a:pt x="1445" y="235"/>
                    <a:pt x="1423" y="233"/>
                    <a:pt x="1415" y="221"/>
                  </a:cubicBezTo>
                  <a:cubicBezTo>
                    <a:pt x="1403" y="205"/>
                    <a:pt x="1408" y="195"/>
                    <a:pt x="1415" y="186"/>
                  </a:cubicBezTo>
                  <a:cubicBezTo>
                    <a:pt x="1428" y="168"/>
                    <a:pt x="1445" y="168"/>
                    <a:pt x="1471" y="164"/>
                  </a:cubicBezTo>
                  <a:cubicBezTo>
                    <a:pt x="1497" y="161"/>
                    <a:pt x="1575" y="150"/>
                    <a:pt x="1597" y="162"/>
                  </a:cubicBezTo>
                  <a:cubicBezTo>
                    <a:pt x="1590" y="174"/>
                    <a:pt x="1566" y="173"/>
                    <a:pt x="1554" y="179"/>
                  </a:cubicBezTo>
                  <a:close/>
                </a:path>
              </a:pathLst>
            </a:custGeom>
            <a:solidFill>
              <a:srgbClr val="CBE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7" name="Freeform 4383">
              <a:extLst>
                <a:ext uri="{FF2B5EF4-FFF2-40B4-BE49-F238E27FC236}">
                  <a16:creationId xmlns:a16="http://schemas.microsoft.com/office/drawing/2014/main" id="{DC296D21-7024-43A0-A308-D4DEB24DC8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9" y="2202"/>
              <a:ext cx="2325" cy="880"/>
            </a:xfrm>
            <a:custGeom>
              <a:avLst/>
              <a:gdLst>
                <a:gd name="T0" fmla="*/ 2687 w 1787"/>
                <a:gd name="T1" fmla="*/ 259 h 677"/>
                <a:gd name="T2" fmla="*/ 2451 w 1787"/>
                <a:gd name="T3" fmla="*/ 225 h 677"/>
                <a:gd name="T4" fmla="*/ 1396 w 1787"/>
                <a:gd name="T5" fmla="*/ 240 h 677"/>
                <a:gd name="T6" fmla="*/ 1135 w 1787"/>
                <a:gd name="T7" fmla="*/ 312 h 677"/>
                <a:gd name="T8" fmla="*/ 0 w 1787"/>
                <a:gd name="T9" fmla="*/ 563 h 677"/>
                <a:gd name="T10" fmla="*/ 337 w 1787"/>
                <a:gd name="T11" fmla="*/ 711 h 677"/>
                <a:gd name="T12" fmla="*/ 411 w 1787"/>
                <a:gd name="T13" fmla="*/ 933 h 677"/>
                <a:gd name="T14" fmla="*/ 973 w 1787"/>
                <a:gd name="T15" fmla="*/ 1144 h 677"/>
                <a:gd name="T16" fmla="*/ 1190 w 1787"/>
                <a:gd name="T17" fmla="*/ 1191 h 677"/>
                <a:gd name="T18" fmla="*/ 1654 w 1787"/>
                <a:gd name="T19" fmla="*/ 1313 h 677"/>
                <a:gd name="T20" fmla="*/ 2036 w 1787"/>
                <a:gd name="T21" fmla="*/ 1443 h 677"/>
                <a:gd name="T22" fmla="*/ 2430 w 1787"/>
                <a:gd name="T23" fmla="*/ 1487 h 677"/>
                <a:gd name="T24" fmla="*/ 3704 w 1787"/>
                <a:gd name="T25" fmla="*/ 372 h 677"/>
                <a:gd name="T26" fmla="*/ 2745 w 1787"/>
                <a:gd name="T27" fmla="*/ 615 h 677"/>
                <a:gd name="T28" fmla="*/ 2610 w 1787"/>
                <a:gd name="T29" fmla="*/ 372 h 677"/>
                <a:gd name="T30" fmla="*/ 2518 w 1787"/>
                <a:gd name="T31" fmla="*/ 571 h 677"/>
                <a:gd name="T32" fmla="*/ 2087 w 1787"/>
                <a:gd name="T33" fmla="*/ 923 h 677"/>
                <a:gd name="T34" fmla="*/ 2247 w 1787"/>
                <a:gd name="T35" fmla="*/ 564 h 677"/>
                <a:gd name="T36" fmla="*/ 1854 w 1787"/>
                <a:gd name="T37" fmla="*/ 593 h 677"/>
                <a:gd name="T38" fmla="*/ 1590 w 1787"/>
                <a:gd name="T39" fmla="*/ 426 h 677"/>
                <a:gd name="T40" fmla="*/ 1772 w 1787"/>
                <a:gd name="T41" fmla="*/ 593 h 677"/>
                <a:gd name="T42" fmla="*/ 1315 w 1787"/>
                <a:gd name="T43" fmla="*/ 620 h 677"/>
                <a:gd name="T44" fmla="*/ 1524 w 1787"/>
                <a:gd name="T45" fmla="*/ 511 h 677"/>
                <a:gd name="T46" fmla="*/ 1936 w 1787"/>
                <a:gd name="T47" fmla="*/ 512 h 677"/>
                <a:gd name="T48" fmla="*/ 1966 w 1787"/>
                <a:gd name="T49" fmla="*/ 203 h 677"/>
                <a:gd name="T50" fmla="*/ 1907 w 1787"/>
                <a:gd name="T51" fmla="*/ 368 h 677"/>
                <a:gd name="T52" fmla="*/ 1586 w 1787"/>
                <a:gd name="T53" fmla="*/ 168 h 677"/>
                <a:gd name="T54" fmla="*/ 1609 w 1787"/>
                <a:gd name="T55" fmla="*/ 361 h 677"/>
                <a:gd name="T56" fmla="*/ 1542 w 1787"/>
                <a:gd name="T57" fmla="*/ 331 h 677"/>
                <a:gd name="T58" fmla="*/ 1356 w 1787"/>
                <a:gd name="T59" fmla="*/ 283 h 677"/>
                <a:gd name="T60" fmla="*/ 842 w 1787"/>
                <a:gd name="T61" fmla="*/ 426 h 677"/>
                <a:gd name="T62" fmla="*/ 1179 w 1787"/>
                <a:gd name="T63" fmla="*/ 515 h 677"/>
                <a:gd name="T64" fmla="*/ 493 w 1787"/>
                <a:gd name="T65" fmla="*/ 762 h 677"/>
                <a:gd name="T66" fmla="*/ 643 w 1787"/>
                <a:gd name="T67" fmla="*/ 708 h 677"/>
                <a:gd name="T68" fmla="*/ 578 w 1787"/>
                <a:gd name="T69" fmla="*/ 940 h 677"/>
                <a:gd name="T70" fmla="*/ 770 w 1787"/>
                <a:gd name="T71" fmla="*/ 902 h 677"/>
                <a:gd name="T72" fmla="*/ 1029 w 1787"/>
                <a:gd name="T73" fmla="*/ 708 h 677"/>
                <a:gd name="T74" fmla="*/ 1146 w 1787"/>
                <a:gd name="T75" fmla="*/ 1042 h 677"/>
                <a:gd name="T76" fmla="*/ 989 w 1787"/>
                <a:gd name="T77" fmla="*/ 799 h 677"/>
                <a:gd name="T78" fmla="*/ 1457 w 1787"/>
                <a:gd name="T79" fmla="*/ 1081 h 677"/>
                <a:gd name="T80" fmla="*/ 1590 w 1787"/>
                <a:gd name="T81" fmla="*/ 1261 h 677"/>
                <a:gd name="T82" fmla="*/ 1808 w 1787"/>
                <a:gd name="T83" fmla="*/ 942 h 677"/>
                <a:gd name="T84" fmla="*/ 1772 w 1787"/>
                <a:gd name="T85" fmla="*/ 916 h 677"/>
                <a:gd name="T86" fmla="*/ 1581 w 1787"/>
                <a:gd name="T87" fmla="*/ 870 h 677"/>
                <a:gd name="T88" fmla="*/ 1326 w 1787"/>
                <a:gd name="T89" fmla="*/ 666 h 677"/>
                <a:gd name="T90" fmla="*/ 1871 w 1787"/>
                <a:gd name="T91" fmla="*/ 849 h 677"/>
                <a:gd name="T92" fmla="*/ 1969 w 1787"/>
                <a:gd name="T93" fmla="*/ 1162 h 677"/>
                <a:gd name="T94" fmla="*/ 2187 w 1787"/>
                <a:gd name="T95" fmla="*/ 990 h 677"/>
                <a:gd name="T96" fmla="*/ 2727 w 1787"/>
                <a:gd name="T97" fmla="*/ 798 h 677"/>
                <a:gd name="T98" fmla="*/ 2428 w 1787"/>
                <a:gd name="T99" fmla="*/ 1289 h 677"/>
                <a:gd name="T100" fmla="*/ 2428 w 1787"/>
                <a:gd name="T101" fmla="*/ 1289 h 677"/>
                <a:gd name="T102" fmla="*/ 2760 w 1787"/>
                <a:gd name="T103" fmla="*/ 911 h 677"/>
                <a:gd name="T104" fmla="*/ 2897 w 1787"/>
                <a:gd name="T105" fmla="*/ 689 h 677"/>
                <a:gd name="T106" fmla="*/ 3195 w 1787"/>
                <a:gd name="T107" fmla="*/ 515 h 677"/>
                <a:gd name="T108" fmla="*/ 3423 w 1787"/>
                <a:gd name="T109" fmla="*/ 394 h 67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87" h="677">
                  <a:moveTo>
                    <a:pt x="1396" y="139"/>
                  </a:moveTo>
                  <a:cubicBezTo>
                    <a:pt x="1395" y="140"/>
                    <a:pt x="1395" y="140"/>
                    <a:pt x="1395" y="140"/>
                  </a:cubicBezTo>
                  <a:cubicBezTo>
                    <a:pt x="1366" y="159"/>
                    <a:pt x="1332" y="181"/>
                    <a:pt x="1297" y="180"/>
                  </a:cubicBezTo>
                  <a:cubicBezTo>
                    <a:pt x="1278" y="179"/>
                    <a:pt x="1244" y="142"/>
                    <a:pt x="1264" y="121"/>
                  </a:cubicBezTo>
                  <a:cubicBezTo>
                    <a:pt x="1220" y="118"/>
                    <a:pt x="1220" y="118"/>
                    <a:pt x="1220" y="118"/>
                  </a:cubicBezTo>
                  <a:cubicBezTo>
                    <a:pt x="1195" y="126"/>
                    <a:pt x="1177" y="155"/>
                    <a:pt x="1151" y="161"/>
                  </a:cubicBezTo>
                  <a:cubicBezTo>
                    <a:pt x="1121" y="167"/>
                    <a:pt x="1090" y="170"/>
                    <a:pt x="1061" y="177"/>
                  </a:cubicBezTo>
                  <a:cubicBezTo>
                    <a:pt x="1021" y="186"/>
                    <a:pt x="1003" y="162"/>
                    <a:pt x="1045" y="144"/>
                  </a:cubicBezTo>
                  <a:cubicBezTo>
                    <a:pt x="1067" y="135"/>
                    <a:pt x="1096" y="114"/>
                    <a:pt x="1115" y="102"/>
                  </a:cubicBezTo>
                  <a:cubicBezTo>
                    <a:pt x="1113" y="102"/>
                    <a:pt x="1113" y="102"/>
                    <a:pt x="1113" y="102"/>
                  </a:cubicBezTo>
                  <a:cubicBezTo>
                    <a:pt x="1016" y="81"/>
                    <a:pt x="873" y="48"/>
                    <a:pt x="772" y="0"/>
                  </a:cubicBezTo>
                  <a:cubicBezTo>
                    <a:pt x="656" y="41"/>
                    <a:pt x="656" y="41"/>
                    <a:pt x="656" y="41"/>
                  </a:cubicBezTo>
                  <a:cubicBezTo>
                    <a:pt x="654" y="42"/>
                    <a:pt x="654" y="42"/>
                    <a:pt x="654" y="42"/>
                  </a:cubicBezTo>
                  <a:cubicBezTo>
                    <a:pt x="674" y="47"/>
                    <a:pt x="695" y="75"/>
                    <a:pt x="684" y="88"/>
                  </a:cubicBezTo>
                  <a:cubicBezTo>
                    <a:pt x="672" y="102"/>
                    <a:pt x="651" y="106"/>
                    <a:pt x="634" y="109"/>
                  </a:cubicBezTo>
                  <a:cubicBezTo>
                    <a:pt x="598" y="116"/>
                    <a:pt x="545" y="140"/>
                    <a:pt x="525" y="101"/>
                  </a:cubicBezTo>
                  <a:cubicBezTo>
                    <a:pt x="525" y="100"/>
                    <a:pt x="525" y="100"/>
                    <a:pt x="525" y="100"/>
                  </a:cubicBezTo>
                  <a:cubicBezTo>
                    <a:pt x="494" y="109"/>
                    <a:pt x="494" y="109"/>
                    <a:pt x="494" y="109"/>
                  </a:cubicBezTo>
                  <a:cubicBezTo>
                    <a:pt x="496" y="111"/>
                    <a:pt x="496" y="111"/>
                    <a:pt x="496" y="111"/>
                  </a:cubicBezTo>
                  <a:cubicBezTo>
                    <a:pt x="513" y="112"/>
                    <a:pt x="517" y="126"/>
                    <a:pt x="515" y="142"/>
                  </a:cubicBezTo>
                  <a:cubicBezTo>
                    <a:pt x="512" y="169"/>
                    <a:pt x="480" y="164"/>
                    <a:pt x="459" y="171"/>
                  </a:cubicBezTo>
                  <a:cubicBezTo>
                    <a:pt x="428" y="182"/>
                    <a:pt x="427" y="176"/>
                    <a:pt x="401" y="165"/>
                  </a:cubicBezTo>
                  <a:cubicBezTo>
                    <a:pt x="385" y="157"/>
                    <a:pt x="365" y="154"/>
                    <a:pt x="346" y="152"/>
                  </a:cubicBezTo>
                  <a:cubicBezTo>
                    <a:pt x="344" y="150"/>
                    <a:pt x="344" y="150"/>
                    <a:pt x="344" y="15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0" y="256"/>
                    <a:pt x="2" y="268"/>
                    <a:pt x="40" y="296"/>
                  </a:cubicBezTo>
                  <a:cubicBezTo>
                    <a:pt x="42" y="294"/>
                    <a:pt x="42" y="294"/>
                    <a:pt x="42" y="294"/>
                  </a:cubicBezTo>
                  <a:cubicBezTo>
                    <a:pt x="45" y="288"/>
                    <a:pt x="56" y="282"/>
                    <a:pt x="70" y="275"/>
                  </a:cubicBezTo>
                  <a:cubicBezTo>
                    <a:pt x="81" y="276"/>
                    <a:pt x="94" y="281"/>
                    <a:pt x="103" y="284"/>
                  </a:cubicBezTo>
                  <a:cubicBezTo>
                    <a:pt x="125" y="292"/>
                    <a:pt x="141" y="305"/>
                    <a:pt x="153" y="324"/>
                  </a:cubicBezTo>
                  <a:cubicBezTo>
                    <a:pt x="160" y="337"/>
                    <a:pt x="171" y="356"/>
                    <a:pt x="182" y="365"/>
                  </a:cubicBezTo>
                  <a:cubicBezTo>
                    <a:pt x="187" y="369"/>
                    <a:pt x="194" y="372"/>
                    <a:pt x="200" y="373"/>
                  </a:cubicBezTo>
                  <a:cubicBezTo>
                    <a:pt x="205" y="374"/>
                    <a:pt x="212" y="372"/>
                    <a:pt x="216" y="375"/>
                  </a:cubicBezTo>
                  <a:cubicBezTo>
                    <a:pt x="232" y="385"/>
                    <a:pt x="205" y="414"/>
                    <a:pt x="195" y="421"/>
                  </a:cubicBezTo>
                  <a:cubicBezTo>
                    <a:pt x="195" y="421"/>
                    <a:pt x="190" y="425"/>
                    <a:pt x="187" y="425"/>
                  </a:cubicBezTo>
                  <a:cubicBezTo>
                    <a:pt x="187" y="425"/>
                    <a:pt x="284" y="489"/>
                    <a:pt x="290" y="490"/>
                  </a:cubicBezTo>
                  <a:cubicBezTo>
                    <a:pt x="292" y="491"/>
                    <a:pt x="321" y="464"/>
                    <a:pt x="356" y="435"/>
                  </a:cubicBezTo>
                  <a:cubicBezTo>
                    <a:pt x="358" y="434"/>
                    <a:pt x="360" y="434"/>
                    <a:pt x="361" y="434"/>
                  </a:cubicBezTo>
                  <a:cubicBezTo>
                    <a:pt x="420" y="434"/>
                    <a:pt x="439" y="450"/>
                    <a:pt x="451" y="469"/>
                  </a:cubicBezTo>
                  <a:cubicBezTo>
                    <a:pt x="457" y="487"/>
                    <a:pt x="453" y="504"/>
                    <a:pt x="442" y="521"/>
                  </a:cubicBezTo>
                  <a:cubicBezTo>
                    <a:pt x="435" y="531"/>
                    <a:pt x="426" y="542"/>
                    <a:pt x="416" y="549"/>
                  </a:cubicBezTo>
                  <a:cubicBezTo>
                    <a:pt x="409" y="555"/>
                    <a:pt x="400" y="559"/>
                    <a:pt x="395" y="566"/>
                  </a:cubicBezTo>
                  <a:cubicBezTo>
                    <a:pt x="423" y="580"/>
                    <a:pt x="441" y="585"/>
                    <a:pt x="468" y="590"/>
                  </a:cubicBezTo>
                  <a:cubicBezTo>
                    <a:pt x="451" y="572"/>
                    <a:pt x="487" y="537"/>
                    <a:pt x="508" y="534"/>
                  </a:cubicBezTo>
                  <a:cubicBezTo>
                    <a:pt x="519" y="532"/>
                    <a:pt x="530" y="538"/>
                    <a:pt x="540" y="542"/>
                  </a:cubicBezTo>
                  <a:cubicBezTo>
                    <a:pt x="543" y="543"/>
                    <a:pt x="547" y="544"/>
                    <a:pt x="551" y="545"/>
                  </a:cubicBezTo>
                  <a:cubicBezTo>
                    <a:pt x="559" y="553"/>
                    <a:pt x="568" y="559"/>
                    <a:pt x="578" y="564"/>
                  </a:cubicBezTo>
                  <a:cubicBezTo>
                    <a:pt x="602" y="576"/>
                    <a:pt x="625" y="615"/>
                    <a:pt x="625" y="615"/>
                  </a:cubicBezTo>
                  <a:cubicBezTo>
                    <a:pt x="695" y="630"/>
                    <a:pt x="710" y="633"/>
                    <a:pt x="710" y="633"/>
                  </a:cubicBezTo>
                  <a:cubicBezTo>
                    <a:pt x="721" y="633"/>
                    <a:pt x="735" y="619"/>
                    <a:pt x="751" y="598"/>
                  </a:cubicBezTo>
                  <a:cubicBezTo>
                    <a:pt x="763" y="584"/>
                    <a:pt x="783" y="563"/>
                    <a:pt x="805" y="549"/>
                  </a:cubicBezTo>
                  <a:cubicBezTo>
                    <a:pt x="839" y="528"/>
                    <a:pt x="863" y="553"/>
                    <a:pt x="892" y="557"/>
                  </a:cubicBezTo>
                  <a:cubicBezTo>
                    <a:pt x="911" y="559"/>
                    <a:pt x="907" y="583"/>
                    <a:pt x="902" y="600"/>
                  </a:cubicBezTo>
                  <a:cubicBezTo>
                    <a:pt x="886" y="631"/>
                    <a:pt x="874" y="655"/>
                    <a:pt x="876" y="655"/>
                  </a:cubicBezTo>
                  <a:cubicBezTo>
                    <a:pt x="881" y="655"/>
                    <a:pt x="925" y="657"/>
                    <a:pt x="925" y="657"/>
                  </a:cubicBezTo>
                  <a:cubicBezTo>
                    <a:pt x="930" y="656"/>
                    <a:pt x="941" y="646"/>
                    <a:pt x="954" y="631"/>
                  </a:cubicBezTo>
                  <a:cubicBezTo>
                    <a:pt x="970" y="620"/>
                    <a:pt x="1024" y="610"/>
                    <a:pt x="1023" y="624"/>
                  </a:cubicBezTo>
                  <a:cubicBezTo>
                    <a:pt x="1023" y="641"/>
                    <a:pt x="1010" y="663"/>
                    <a:pt x="1010" y="663"/>
                  </a:cubicBezTo>
                  <a:cubicBezTo>
                    <a:pt x="1010" y="663"/>
                    <a:pt x="1007" y="666"/>
                    <a:pt x="1007" y="667"/>
                  </a:cubicBezTo>
                  <a:cubicBezTo>
                    <a:pt x="1104" y="677"/>
                    <a:pt x="1104" y="677"/>
                    <a:pt x="1104" y="677"/>
                  </a:cubicBezTo>
                  <a:cubicBezTo>
                    <a:pt x="1530" y="301"/>
                    <a:pt x="1530" y="301"/>
                    <a:pt x="1530" y="301"/>
                  </a:cubicBezTo>
                  <a:cubicBezTo>
                    <a:pt x="1513" y="299"/>
                    <a:pt x="1490" y="261"/>
                    <a:pt x="1490" y="246"/>
                  </a:cubicBezTo>
                  <a:cubicBezTo>
                    <a:pt x="1490" y="220"/>
                    <a:pt x="1531" y="209"/>
                    <a:pt x="1552" y="199"/>
                  </a:cubicBezTo>
                  <a:cubicBezTo>
                    <a:pt x="1593" y="179"/>
                    <a:pt x="1633" y="164"/>
                    <a:pt x="1679" y="169"/>
                  </a:cubicBezTo>
                  <a:cubicBezTo>
                    <a:pt x="1682" y="169"/>
                    <a:pt x="1682" y="169"/>
                    <a:pt x="1682" y="169"/>
                  </a:cubicBezTo>
                  <a:cubicBezTo>
                    <a:pt x="1787" y="75"/>
                    <a:pt x="1787" y="75"/>
                    <a:pt x="1787" y="75"/>
                  </a:cubicBezTo>
                  <a:cubicBezTo>
                    <a:pt x="1787" y="75"/>
                    <a:pt x="1613" y="144"/>
                    <a:pt x="1396" y="139"/>
                  </a:cubicBezTo>
                  <a:close/>
                  <a:moveTo>
                    <a:pt x="1388" y="218"/>
                  </a:moveTo>
                  <a:cubicBezTo>
                    <a:pt x="1422" y="240"/>
                    <a:pt x="1347" y="273"/>
                    <a:pt x="1325" y="282"/>
                  </a:cubicBezTo>
                  <a:cubicBezTo>
                    <a:pt x="1288" y="297"/>
                    <a:pt x="1273" y="275"/>
                    <a:pt x="1247" y="280"/>
                  </a:cubicBezTo>
                  <a:cubicBezTo>
                    <a:pt x="1246" y="280"/>
                    <a:pt x="1245" y="280"/>
                    <a:pt x="1241" y="278"/>
                  </a:cubicBezTo>
                  <a:cubicBezTo>
                    <a:pt x="1232" y="255"/>
                    <a:pt x="1263" y="246"/>
                    <a:pt x="1280" y="239"/>
                  </a:cubicBezTo>
                  <a:cubicBezTo>
                    <a:pt x="1309" y="226"/>
                    <a:pt x="1355" y="197"/>
                    <a:pt x="1388" y="218"/>
                  </a:cubicBezTo>
                  <a:close/>
                  <a:moveTo>
                    <a:pt x="1030" y="232"/>
                  </a:moveTo>
                  <a:cubicBezTo>
                    <a:pt x="1033" y="191"/>
                    <a:pt x="1151" y="175"/>
                    <a:pt x="1185" y="169"/>
                  </a:cubicBezTo>
                  <a:cubicBezTo>
                    <a:pt x="1201" y="165"/>
                    <a:pt x="1220" y="162"/>
                    <a:pt x="1235" y="170"/>
                  </a:cubicBezTo>
                  <a:cubicBezTo>
                    <a:pt x="1245" y="172"/>
                    <a:pt x="1285" y="195"/>
                    <a:pt x="1284" y="209"/>
                  </a:cubicBezTo>
                  <a:cubicBezTo>
                    <a:pt x="1283" y="222"/>
                    <a:pt x="1238" y="236"/>
                    <a:pt x="1226" y="246"/>
                  </a:cubicBezTo>
                  <a:cubicBezTo>
                    <a:pt x="1217" y="254"/>
                    <a:pt x="1200" y="287"/>
                    <a:pt x="1187" y="288"/>
                  </a:cubicBezTo>
                  <a:cubicBezTo>
                    <a:pt x="1177" y="288"/>
                    <a:pt x="1153" y="263"/>
                    <a:pt x="1143" y="260"/>
                  </a:cubicBezTo>
                  <a:cubicBezTo>
                    <a:pt x="1118" y="253"/>
                    <a:pt x="1028" y="276"/>
                    <a:pt x="1030" y="232"/>
                  </a:cubicBezTo>
                  <a:close/>
                  <a:moveTo>
                    <a:pt x="1058" y="291"/>
                  </a:moveTo>
                  <a:cubicBezTo>
                    <a:pt x="1082" y="274"/>
                    <a:pt x="1188" y="268"/>
                    <a:pt x="1137" y="306"/>
                  </a:cubicBezTo>
                  <a:cubicBezTo>
                    <a:pt x="1103" y="331"/>
                    <a:pt x="1059" y="344"/>
                    <a:pt x="1024" y="368"/>
                  </a:cubicBezTo>
                  <a:cubicBezTo>
                    <a:pt x="1001" y="384"/>
                    <a:pt x="977" y="417"/>
                    <a:pt x="948" y="420"/>
                  </a:cubicBezTo>
                  <a:cubicBezTo>
                    <a:pt x="934" y="422"/>
                    <a:pt x="892" y="422"/>
                    <a:pt x="881" y="412"/>
                  </a:cubicBezTo>
                  <a:cubicBezTo>
                    <a:pt x="859" y="392"/>
                    <a:pt x="895" y="374"/>
                    <a:pt x="909" y="367"/>
                  </a:cubicBezTo>
                  <a:cubicBezTo>
                    <a:pt x="930" y="355"/>
                    <a:pt x="955" y="346"/>
                    <a:pt x="978" y="337"/>
                  </a:cubicBezTo>
                  <a:cubicBezTo>
                    <a:pt x="1006" y="326"/>
                    <a:pt x="1032" y="307"/>
                    <a:pt x="1058" y="291"/>
                  </a:cubicBezTo>
                  <a:close/>
                  <a:moveTo>
                    <a:pt x="1020" y="257"/>
                  </a:moveTo>
                  <a:cubicBezTo>
                    <a:pt x="1030" y="282"/>
                    <a:pt x="1013" y="297"/>
                    <a:pt x="993" y="309"/>
                  </a:cubicBezTo>
                  <a:cubicBezTo>
                    <a:pt x="961" y="329"/>
                    <a:pt x="915" y="359"/>
                    <a:pt x="882" y="336"/>
                  </a:cubicBezTo>
                  <a:cubicBezTo>
                    <a:pt x="870" y="328"/>
                    <a:pt x="860" y="319"/>
                    <a:pt x="845" y="316"/>
                  </a:cubicBezTo>
                  <a:cubicBezTo>
                    <a:pt x="829" y="313"/>
                    <a:pt x="787" y="329"/>
                    <a:pt x="798" y="309"/>
                  </a:cubicBezTo>
                  <a:cubicBezTo>
                    <a:pt x="808" y="289"/>
                    <a:pt x="824" y="277"/>
                    <a:pt x="842" y="270"/>
                  </a:cubicBezTo>
                  <a:cubicBezTo>
                    <a:pt x="845" y="269"/>
                    <a:pt x="845" y="269"/>
                    <a:pt x="845" y="269"/>
                  </a:cubicBezTo>
                  <a:cubicBezTo>
                    <a:pt x="877" y="256"/>
                    <a:pt x="909" y="233"/>
                    <a:pt x="948" y="229"/>
                  </a:cubicBezTo>
                  <a:cubicBezTo>
                    <a:pt x="974" y="227"/>
                    <a:pt x="1008" y="229"/>
                    <a:pt x="1020" y="257"/>
                  </a:cubicBezTo>
                  <a:close/>
                  <a:moveTo>
                    <a:pt x="748" y="258"/>
                  </a:moveTo>
                  <a:cubicBezTo>
                    <a:pt x="745" y="230"/>
                    <a:pt x="687" y="217"/>
                    <a:pt x="722" y="194"/>
                  </a:cubicBezTo>
                  <a:cubicBezTo>
                    <a:pt x="724" y="193"/>
                    <a:pt x="724" y="193"/>
                    <a:pt x="724" y="193"/>
                  </a:cubicBezTo>
                  <a:cubicBezTo>
                    <a:pt x="739" y="186"/>
                    <a:pt x="741" y="203"/>
                    <a:pt x="756" y="205"/>
                  </a:cubicBezTo>
                  <a:cubicBezTo>
                    <a:pt x="775" y="208"/>
                    <a:pt x="788" y="197"/>
                    <a:pt x="804" y="192"/>
                  </a:cubicBezTo>
                  <a:cubicBezTo>
                    <a:pt x="823" y="185"/>
                    <a:pt x="857" y="187"/>
                    <a:pt x="862" y="211"/>
                  </a:cubicBezTo>
                  <a:cubicBezTo>
                    <a:pt x="868" y="239"/>
                    <a:pt x="822" y="255"/>
                    <a:pt x="805" y="270"/>
                  </a:cubicBezTo>
                  <a:cubicBezTo>
                    <a:pt x="795" y="278"/>
                    <a:pt x="759" y="316"/>
                    <a:pt x="744" y="292"/>
                  </a:cubicBezTo>
                  <a:cubicBezTo>
                    <a:pt x="739" y="283"/>
                    <a:pt x="750" y="267"/>
                    <a:pt x="748" y="258"/>
                  </a:cubicBezTo>
                  <a:close/>
                  <a:moveTo>
                    <a:pt x="718" y="276"/>
                  </a:moveTo>
                  <a:cubicBezTo>
                    <a:pt x="702" y="289"/>
                    <a:pt x="668" y="294"/>
                    <a:pt x="647" y="292"/>
                  </a:cubicBezTo>
                  <a:cubicBezTo>
                    <a:pt x="629" y="291"/>
                    <a:pt x="617" y="283"/>
                    <a:pt x="597" y="282"/>
                  </a:cubicBezTo>
                  <a:cubicBezTo>
                    <a:pt x="588" y="282"/>
                    <a:pt x="559" y="281"/>
                    <a:pt x="552" y="275"/>
                  </a:cubicBezTo>
                  <a:cubicBezTo>
                    <a:pt x="544" y="267"/>
                    <a:pt x="548" y="237"/>
                    <a:pt x="553" y="228"/>
                  </a:cubicBezTo>
                  <a:cubicBezTo>
                    <a:pt x="560" y="215"/>
                    <a:pt x="575" y="213"/>
                    <a:pt x="591" y="214"/>
                  </a:cubicBezTo>
                  <a:cubicBezTo>
                    <a:pt x="593" y="213"/>
                    <a:pt x="593" y="213"/>
                    <a:pt x="593" y="213"/>
                  </a:cubicBezTo>
                  <a:cubicBezTo>
                    <a:pt x="626" y="212"/>
                    <a:pt x="664" y="216"/>
                    <a:pt x="692" y="232"/>
                  </a:cubicBezTo>
                  <a:cubicBezTo>
                    <a:pt x="713" y="243"/>
                    <a:pt x="746" y="254"/>
                    <a:pt x="718" y="276"/>
                  </a:cubicBezTo>
                  <a:close/>
                  <a:moveTo>
                    <a:pt x="1006" y="139"/>
                  </a:moveTo>
                  <a:cubicBezTo>
                    <a:pt x="982" y="168"/>
                    <a:pt x="1004" y="180"/>
                    <a:pt x="1006" y="196"/>
                  </a:cubicBezTo>
                  <a:cubicBezTo>
                    <a:pt x="1007" y="212"/>
                    <a:pt x="965" y="207"/>
                    <a:pt x="948" y="209"/>
                  </a:cubicBezTo>
                  <a:cubicBezTo>
                    <a:pt x="924" y="213"/>
                    <a:pt x="893" y="244"/>
                    <a:pt x="879" y="233"/>
                  </a:cubicBezTo>
                  <a:cubicBezTo>
                    <a:pt x="866" y="221"/>
                    <a:pt x="881" y="203"/>
                    <a:pt x="884" y="191"/>
                  </a:cubicBezTo>
                  <a:cubicBezTo>
                    <a:pt x="888" y="174"/>
                    <a:pt x="892" y="172"/>
                    <a:pt x="911" y="168"/>
                  </a:cubicBezTo>
                  <a:cubicBezTo>
                    <a:pt x="913" y="167"/>
                    <a:pt x="913" y="167"/>
                    <a:pt x="913" y="167"/>
                  </a:cubicBezTo>
                  <a:cubicBezTo>
                    <a:pt x="936" y="162"/>
                    <a:pt x="1021" y="122"/>
                    <a:pt x="1006" y="139"/>
                  </a:cubicBezTo>
                  <a:close/>
                  <a:moveTo>
                    <a:pt x="892" y="92"/>
                  </a:moveTo>
                  <a:cubicBezTo>
                    <a:pt x="920" y="67"/>
                    <a:pt x="950" y="96"/>
                    <a:pt x="980" y="95"/>
                  </a:cubicBezTo>
                  <a:cubicBezTo>
                    <a:pt x="982" y="94"/>
                    <a:pt x="982" y="94"/>
                    <a:pt x="982" y="94"/>
                  </a:cubicBezTo>
                  <a:cubicBezTo>
                    <a:pt x="992" y="95"/>
                    <a:pt x="1004" y="99"/>
                    <a:pt x="1003" y="114"/>
                  </a:cubicBezTo>
                  <a:cubicBezTo>
                    <a:pt x="1002" y="129"/>
                    <a:pt x="939" y="135"/>
                    <a:pt x="906" y="145"/>
                  </a:cubicBezTo>
                  <a:cubicBezTo>
                    <a:pt x="887" y="150"/>
                    <a:pt x="880" y="156"/>
                    <a:pt x="866" y="168"/>
                  </a:cubicBezTo>
                  <a:cubicBezTo>
                    <a:pt x="856" y="176"/>
                    <a:pt x="842" y="179"/>
                    <a:pt x="843" y="161"/>
                  </a:cubicBezTo>
                  <a:cubicBezTo>
                    <a:pt x="844" y="151"/>
                    <a:pt x="859" y="137"/>
                    <a:pt x="865" y="129"/>
                  </a:cubicBezTo>
                  <a:cubicBezTo>
                    <a:pt x="873" y="119"/>
                    <a:pt x="882" y="101"/>
                    <a:pt x="892" y="92"/>
                  </a:cubicBezTo>
                  <a:close/>
                  <a:moveTo>
                    <a:pt x="677" y="109"/>
                  </a:moveTo>
                  <a:cubicBezTo>
                    <a:pt x="684" y="99"/>
                    <a:pt x="709" y="87"/>
                    <a:pt x="720" y="76"/>
                  </a:cubicBezTo>
                  <a:cubicBezTo>
                    <a:pt x="728" y="67"/>
                    <a:pt x="744" y="44"/>
                    <a:pt x="759" y="56"/>
                  </a:cubicBezTo>
                  <a:cubicBezTo>
                    <a:pt x="760" y="57"/>
                    <a:pt x="760" y="57"/>
                    <a:pt x="760" y="57"/>
                  </a:cubicBezTo>
                  <a:cubicBezTo>
                    <a:pt x="797" y="64"/>
                    <a:pt x="852" y="41"/>
                    <a:pt x="859" y="96"/>
                  </a:cubicBezTo>
                  <a:cubicBezTo>
                    <a:pt x="864" y="126"/>
                    <a:pt x="818" y="154"/>
                    <a:pt x="798" y="174"/>
                  </a:cubicBezTo>
                  <a:cubicBezTo>
                    <a:pt x="770" y="201"/>
                    <a:pt x="750" y="192"/>
                    <a:pt x="731" y="165"/>
                  </a:cubicBezTo>
                  <a:cubicBezTo>
                    <a:pt x="720" y="149"/>
                    <a:pt x="710" y="142"/>
                    <a:pt x="693" y="133"/>
                  </a:cubicBezTo>
                  <a:cubicBezTo>
                    <a:pt x="679" y="126"/>
                    <a:pt x="667" y="123"/>
                    <a:pt x="677" y="109"/>
                  </a:cubicBezTo>
                  <a:close/>
                  <a:moveTo>
                    <a:pt x="616" y="129"/>
                  </a:moveTo>
                  <a:cubicBezTo>
                    <a:pt x="617" y="129"/>
                    <a:pt x="617" y="129"/>
                    <a:pt x="617" y="129"/>
                  </a:cubicBezTo>
                  <a:cubicBezTo>
                    <a:pt x="637" y="128"/>
                    <a:pt x="686" y="139"/>
                    <a:pt x="700" y="151"/>
                  </a:cubicBezTo>
                  <a:cubicBezTo>
                    <a:pt x="714" y="163"/>
                    <a:pt x="712" y="198"/>
                    <a:pt x="691" y="205"/>
                  </a:cubicBezTo>
                  <a:cubicBezTo>
                    <a:pt x="681" y="208"/>
                    <a:pt x="653" y="199"/>
                    <a:pt x="641" y="199"/>
                  </a:cubicBezTo>
                  <a:cubicBezTo>
                    <a:pt x="621" y="197"/>
                    <a:pt x="596" y="196"/>
                    <a:pt x="577" y="190"/>
                  </a:cubicBezTo>
                  <a:cubicBezTo>
                    <a:pt x="567" y="186"/>
                    <a:pt x="535" y="177"/>
                    <a:pt x="534" y="167"/>
                  </a:cubicBezTo>
                  <a:cubicBezTo>
                    <a:pt x="532" y="143"/>
                    <a:pt x="599" y="130"/>
                    <a:pt x="616" y="129"/>
                  </a:cubicBezTo>
                  <a:close/>
                  <a:moveTo>
                    <a:pt x="318" y="190"/>
                  </a:moveTo>
                  <a:cubicBezTo>
                    <a:pt x="328" y="185"/>
                    <a:pt x="345" y="193"/>
                    <a:pt x="358" y="194"/>
                  </a:cubicBezTo>
                  <a:cubicBezTo>
                    <a:pt x="364" y="193"/>
                    <a:pt x="364" y="193"/>
                    <a:pt x="364" y="193"/>
                  </a:cubicBezTo>
                  <a:cubicBezTo>
                    <a:pt x="363" y="193"/>
                    <a:pt x="362" y="194"/>
                    <a:pt x="361" y="194"/>
                  </a:cubicBezTo>
                  <a:cubicBezTo>
                    <a:pt x="368" y="193"/>
                    <a:pt x="377" y="192"/>
                    <a:pt x="382" y="194"/>
                  </a:cubicBezTo>
                  <a:cubicBezTo>
                    <a:pt x="390" y="198"/>
                    <a:pt x="393" y="208"/>
                    <a:pt x="403" y="212"/>
                  </a:cubicBezTo>
                  <a:cubicBezTo>
                    <a:pt x="431" y="221"/>
                    <a:pt x="472" y="196"/>
                    <a:pt x="502" y="195"/>
                  </a:cubicBezTo>
                  <a:cubicBezTo>
                    <a:pt x="514" y="195"/>
                    <a:pt x="551" y="194"/>
                    <a:pt x="550" y="209"/>
                  </a:cubicBezTo>
                  <a:cubicBezTo>
                    <a:pt x="549" y="216"/>
                    <a:pt x="539" y="215"/>
                    <a:pt x="537" y="219"/>
                  </a:cubicBezTo>
                  <a:cubicBezTo>
                    <a:pt x="534" y="225"/>
                    <a:pt x="537" y="230"/>
                    <a:pt x="535" y="235"/>
                  </a:cubicBezTo>
                  <a:cubicBezTo>
                    <a:pt x="523" y="279"/>
                    <a:pt x="501" y="274"/>
                    <a:pt x="462" y="268"/>
                  </a:cubicBezTo>
                  <a:cubicBezTo>
                    <a:pt x="439" y="265"/>
                    <a:pt x="374" y="284"/>
                    <a:pt x="357" y="264"/>
                  </a:cubicBezTo>
                  <a:cubicBezTo>
                    <a:pt x="340" y="245"/>
                    <a:pt x="371" y="238"/>
                    <a:pt x="335" y="230"/>
                  </a:cubicBezTo>
                  <a:cubicBezTo>
                    <a:pt x="317" y="226"/>
                    <a:pt x="288" y="204"/>
                    <a:pt x="318" y="190"/>
                  </a:cubicBezTo>
                  <a:close/>
                  <a:moveTo>
                    <a:pt x="224" y="347"/>
                  </a:moveTo>
                  <a:cubicBezTo>
                    <a:pt x="207" y="345"/>
                    <a:pt x="204" y="338"/>
                    <a:pt x="207" y="324"/>
                  </a:cubicBezTo>
                  <a:cubicBezTo>
                    <a:pt x="214" y="291"/>
                    <a:pt x="153" y="298"/>
                    <a:pt x="158" y="269"/>
                  </a:cubicBezTo>
                  <a:cubicBezTo>
                    <a:pt x="160" y="258"/>
                    <a:pt x="169" y="251"/>
                    <a:pt x="179" y="247"/>
                  </a:cubicBezTo>
                  <a:cubicBezTo>
                    <a:pt x="241" y="236"/>
                    <a:pt x="304" y="233"/>
                    <a:pt x="320" y="246"/>
                  </a:cubicBezTo>
                  <a:cubicBezTo>
                    <a:pt x="331" y="254"/>
                    <a:pt x="291" y="323"/>
                    <a:pt x="292" y="322"/>
                  </a:cubicBezTo>
                  <a:cubicBezTo>
                    <a:pt x="278" y="330"/>
                    <a:pt x="270" y="344"/>
                    <a:pt x="252" y="348"/>
                  </a:cubicBezTo>
                  <a:cubicBezTo>
                    <a:pt x="243" y="350"/>
                    <a:pt x="234" y="348"/>
                    <a:pt x="224" y="347"/>
                  </a:cubicBezTo>
                  <a:close/>
                  <a:moveTo>
                    <a:pt x="350" y="411"/>
                  </a:moveTo>
                  <a:cubicBezTo>
                    <a:pt x="336" y="416"/>
                    <a:pt x="321" y="418"/>
                    <a:pt x="307" y="423"/>
                  </a:cubicBezTo>
                  <a:cubicBezTo>
                    <a:pt x="292" y="429"/>
                    <a:pt x="277" y="438"/>
                    <a:pt x="262" y="428"/>
                  </a:cubicBezTo>
                  <a:cubicBezTo>
                    <a:pt x="250" y="421"/>
                    <a:pt x="242" y="402"/>
                    <a:pt x="248" y="390"/>
                  </a:cubicBezTo>
                  <a:cubicBezTo>
                    <a:pt x="254" y="378"/>
                    <a:pt x="273" y="371"/>
                    <a:pt x="284" y="365"/>
                  </a:cubicBezTo>
                  <a:cubicBezTo>
                    <a:pt x="298" y="357"/>
                    <a:pt x="310" y="349"/>
                    <a:pt x="326" y="349"/>
                  </a:cubicBezTo>
                  <a:cubicBezTo>
                    <a:pt x="338" y="349"/>
                    <a:pt x="369" y="363"/>
                    <a:pt x="369" y="363"/>
                  </a:cubicBezTo>
                  <a:cubicBezTo>
                    <a:pt x="401" y="372"/>
                    <a:pt x="370" y="404"/>
                    <a:pt x="350" y="411"/>
                  </a:cubicBezTo>
                  <a:close/>
                  <a:moveTo>
                    <a:pt x="374" y="316"/>
                  </a:moveTo>
                  <a:cubicBezTo>
                    <a:pt x="392" y="296"/>
                    <a:pt x="431" y="302"/>
                    <a:pt x="455" y="300"/>
                  </a:cubicBezTo>
                  <a:cubicBezTo>
                    <a:pt x="474" y="298"/>
                    <a:pt x="523" y="274"/>
                    <a:pt x="535" y="292"/>
                  </a:cubicBezTo>
                  <a:cubicBezTo>
                    <a:pt x="536" y="293"/>
                    <a:pt x="536" y="293"/>
                    <a:pt x="536" y="293"/>
                  </a:cubicBezTo>
                  <a:cubicBezTo>
                    <a:pt x="567" y="322"/>
                    <a:pt x="477" y="321"/>
                    <a:pt x="467" y="322"/>
                  </a:cubicBezTo>
                  <a:cubicBezTo>
                    <a:pt x="441" y="323"/>
                    <a:pt x="429" y="337"/>
                    <a:pt x="405" y="344"/>
                  </a:cubicBezTo>
                  <a:cubicBezTo>
                    <a:pt x="383" y="351"/>
                    <a:pt x="355" y="336"/>
                    <a:pt x="374" y="316"/>
                  </a:cubicBezTo>
                  <a:close/>
                  <a:moveTo>
                    <a:pt x="632" y="539"/>
                  </a:moveTo>
                  <a:cubicBezTo>
                    <a:pt x="600" y="559"/>
                    <a:pt x="582" y="540"/>
                    <a:pt x="563" y="514"/>
                  </a:cubicBezTo>
                  <a:cubicBezTo>
                    <a:pt x="550" y="496"/>
                    <a:pt x="539" y="487"/>
                    <a:pt x="520" y="475"/>
                  </a:cubicBezTo>
                  <a:cubicBezTo>
                    <a:pt x="512" y="471"/>
                    <a:pt x="504" y="468"/>
                    <a:pt x="501" y="460"/>
                  </a:cubicBezTo>
                  <a:cubicBezTo>
                    <a:pt x="498" y="454"/>
                    <a:pt x="498" y="449"/>
                    <a:pt x="493" y="444"/>
                  </a:cubicBezTo>
                  <a:cubicBezTo>
                    <a:pt x="479" y="426"/>
                    <a:pt x="443" y="424"/>
                    <a:pt x="437" y="401"/>
                  </a:cubicBezTo>
                  <a:cubicBezTo>
                    <a:pt x="434" y="393"/>
                    <a:pt x="437" y="380"/>
                    <a:pt x="441" y="372"/>
                  </a:cubicBezTo>
                  <a:cubicBezTo>
                    <a:pt x="443" y="369"/>
                    <a:pt x="446" y="366"/>
                    <a:pt x="449" y="364"/>
                  </a:cubicBezTo>
                  <a:cubicBezTo>
                    <a:pt x="465" y="353"/>
                    <a:pt x="479" y="347"/>
                    <a:pt x="486" y="349"/>
                  </a:cubicBezTo>
                  <a:cubicBezTo>
                    <a:pt x="517" y="356"/>
                    <a:pt x="539" y="385"/>
                    <a:pt x="570" y="391"/>
                  </a:cubicBezTo>
                  <a:cubicBezTo>
                    <a:pt x="602" y="397"/>
                    <a:pt x="633" y="384"/>
                    <a:pt x="663" y="399"/>
                  </a:cubicBezTo>
                  <a:cubicBezTo>
                    <a:pt x="679" y="407"/>
                    <a:pt x="674" y="451"/>
                    <a:pt x="662" y="497"/>
                  </a:cubicBezTo>
                  <a:cubicBezTo>
                    <a:pt x="662" y="495"/>
                    <a:pt x="662" y="493"/>
                    <a:pt x="662" y="492"/>
                  </a:cubicBezTo>
                  <a:cubicBezTo>
                    <a:pt x="662" y="494"/>
                    <a:pt x="662" y="496"/>
                    <a:pt x="662" y="498"/>
                  </a:cubicBezTo>
                  <a:cubicBezTo>
                    <a:pt x="661" y="501"/>
                    <a:pt x="660" y="504"/>
                    <a:pt x="659" y="507"/>
                  </a:cubicBezTo>
                  <a:cubicBezTo>
                    <a:pt x="655" y="520"/>
                    <a:pt x="644" y="531"/>
                    <a:pt x="632" y="539"/>
                  </a:cubicBezTo>
                  <a:close/>
                  <a:moveTo>
                    <a:pt x="780" y="513"/>
                  </a:moveTo>
                  <a:cubicBezTo>
                    <a:pt x="762" y="523"/>
                    <a:pt x="753" y="548"/>
                    <a:pt x="722" y="574"/>
                  </a:cubicBezTo>
                  <a:cubicBezTo>
                    <a:pt x="690" y="600"/>
                    <a:pt x="653" y="578"/>
                    <a:pt x="656" y="571"/>
                  </a:cubicBezTo>
                  <a:cubicBezTo>
                    <a:pt x="659" y="564"/>
                    <a:pt x="680" y="522"/>
                    <a:pt x="692" y="497"/>
                  </a:cubicBezTo>
                  <a:cubicBezTo>
                    <a:pt x="704" y="471"/>
                    <a:pt x="786" y="469"/>
                    <a:pt x="786" y="469"/>
                  </a:cubicBezTo>
                  <a:cubicBezTo>
                    <a:pt x="813" y="457"/>
                    <a:pt x="799" y="502"/>
                    <a:pt x="780" y="513"/>
                  </a:cubicBezTo>
                  <a:close/>
                  <a:moveTo>
                    <a:pt x="821" y="429"/>
                  </a:moveTo>
                  <a:cubicBezTo>
                    <a:pt x="818" y="438"/>
                    <a:pt x="811" y="435"/>
                    <a:pt x="801" y="436"/>
                  </a:cubicBezTo>
                  <a:cubicBezTo>
                    <a:pt x="778" y="439"/>
                    <a:pt x="748" y="446"/>
                    <a:pt x="725" y="446"/>
                  </a:cubicBezTo>
                  <a:cubicBezTo>
                    <a:pt x="713" y="446"/>
                    <a:pt x="690" y="441"/>
                    <a:pt x="704" y="425"/>
                  </a:cubicBezTo>
                  <a:cubicBezTo>
                    <a:pt x="708" y="421"/>
                    <a:pt x="724" y="422"/>
                    <a:pt x="731" y="422"/>
                  </a:cubicBezTo>
                  <a:cubicBezTo>
                    <a:pt x="751" y="421"/>
                    <a:pt x="785" y="422"/>
                    <a:pt x="805" y="417"/>
                  </a:cubicBezTo>
                  <a:cubicBezTo>
                    <a:pt x="808" y="416"/>
                    <a:pt x="808" y="416"/>
                    <a:pt x="808" y="416"/>
                  </a:cubicBezTo>
                  <a:cubicBezTo>
                    <a:pt x="816" y="413"/>
                    <a:pt x="825" y="419"/>
                    <a:pt x="821" y="429"/>
                  </a:cubicBezTo>
                  <a:close/>
                  <a:moveTo>
                    <a:pt x="798" y="396"/>
                  </a:moveTo>
                  <a:cubicBezTo>
                    <a:pt x="780" y="402"/>
                    <a:pt x="779" y="400"/>
                    <a:pt x="760" y="397"/>
                  </a:cubicBezTo>
                  <a:cubicBezTo>
                    <a:pt x="746" y="394"/>
                    <a:pt x="732" y="397"/>
                    <a:pt x="718" y="396"/>
                  </a:cubicBezTo>
                  <a:cubicBezTo>
                    <a:pt x="696" y="394"/>
                    <a:pt x="684" y="383"/>
                    <a:pt x="666" y="374"/>
                  </a:cubicBezTo>
                  <a:cubicBezTo>
                    <a:pt x="644" y="363"/>
                    <a:pt x="518" y="383"/>
                    <a:pt x="517" y="343"/>
                  </a:cubicBezTo>
                  <a:cubicBezTo>
                    <a:pt x="517" y="329"/>
                    <a:pt x="544" y="330"/>
                    <a:pt x="555" y="323"/>
                  </a:cubicBezTo>
                  <a:cubicBezTo>
                    <a:pt x="569" y="313"/>
                    <a:pt x="577" y="303"/>
                    <a:pt x="597" y="303"/>
                  </a:cubicBezTo>
                  <a:cubicBezTo>
                    <a:pt x="602" y="303"/>
                    <a:pt x="602" y="303"/>
                    <a:pt x="602" y="303"/>
                  </a:cubicBezTo>
                  <a:cubicBezTo>
                    <a:pt x="617" y="301"/>
                    <a:pt x="625" y="307"/>
                    <a:pt x="638" y="309"/>
                  </a:cubicBezTo>
                  <a:cubicBezTo>
                    <a:pt x="657" y="310"/>
                    <a:pt x="676" y="305"/>
                    <a:pt x="694" y="305"/>
                  </a:cubicBezTo>
                  <a:cubicBezTo>
                    <a:pt x="737" y="306"/>
                    <a:pt x="778" y="330"/>
                    <a:pt x="822" y="333"/>
                  </a:cubicBezTo>
                  <a:cubicBezTo>
                    <a:pt x="839" y="334"/>
                    <a:pt x="863" y="331"/>
                    <a:pt x="868" y="351"/>
                  </a:cubicBezTo>
                  <a:cubicBezTo>
                    <a:pt x="872" y="365"/>
                    <a:pt x="861" y="381"/>
                    <a:pt x="849" y="386"/>
                  </a:cubicBezTo>
                  <a:cubicBezTo>
                    <a:pt x="843" y="388"/>
                    <a:pt x="832" y="386"/>
                    <a:pt x="826" y="387"/>
                  </a:cubicBezTo>
                  <a:cubicBezTo>
                    <a:pt x="815" y="389"/>
                    <a:pt x="808" y="393"/>
                    <a:pt x="798" y="396"/>
                  </a:cubicBezTo>
                  <a:close/>
                  <a:moveTo>
                    <a:pt x="967" y="480"/>
                  </a:moveTo>
                  <a:cubicBezTo>
                    <a:pt x="967" y="480"/>
                    <a:pt x="954" y="502"/>
                    <a:pt x="939" y="531"/>
                  </a:cubicBezTo>
                  <a:cubicBezTo>
                    <a:pt x="923" y="546"/>
                    <a:pt x="904" y="540"/>
                    <a:pt x="894" y="529"/>
                  </a:cubicBezTo>
                  <a:cubicBezTo>
                    <a:pt x="880" y="514"/>
                    <a:pt x="866" y="508"/>
                    <a:pt x="838" y="497"/>
                  </a:cubicBezTo>
                  <a:cubicBezTo>
                    <a:pt x="829" y="493"/>
                    <a:pt x="827" y="487"/>
                    <a:pt x="828" y="480"/>
                  </a:cubicBezTo>
                  <a:cubicBezTo>
                    <a:pt x="847" y="454"/>
                    <a:pt x="865" y="435"/>
                    <a:pt x="879" y="436"/>
                  </a:cubicBezTo>
                  <a:cubicBezTo>
                    <a:pt x="904" y="438"/>
                    <a:pt x="985" y="434"/>
                    <a:pt x="967" y="480"/>
                  </a:cubicBezTo>
                  <a:close/>
                  <a:moveTo>
                    <a:pt x="993" y="451"/>
                  </a:moveTo>
                  <a:cubicBezTo>
                    <a:pt x="961" y="436"/>
                    <a:pt x="1021" y="403"/>
                    <a:pt x="1035" y="393"/>
                  </a:cubicBezTo>
                  <a:cubicBezTo>
                    <a:pt x="1055" y="380"/>
                    <a:pt x="1068" y="360"/>
                    <a:pt x="1087" y="347"/>
                  </a:cubicBezTo>
                  <a:cubicBezTo>
                    <a:pt x="1106" y="335"/>
                    <a:pt x="1132" y="334"/>
                    <a:pt x="1151" y="324"/>
                  </a:cubicBezTo>
                  <a:cubicBezTo>
                    <a:pt x="1185" y="307"/>
                    <a:pt x="1216" y="282"/>
                    <a:pt x="1255" y="306"/>
                  </a:cubicBezTo>
                  <a:cubicBezTo>
                    <a:pt x="1288" y="326"/>
                    <a:pt x="1264" y="350"/>
                    <a:pt x="1238" y="363"/>
                  </a:cubicBezTo>
                  <a:cubicBezTo>
                    <a:pt x="1191" y="388"/>
                    <a:pt x="1136" y="412"/>
                    <a:pt x="1085" y="431"/>
                  </a:cubicBezTo>
                  <a:cubicBezTo>
                    <a:pt x="1072" y="436"/>
                    <a:pt x="1062" y="442"/>
                    <a:pt x="1047" y="442"/>
                  </a:cubicBezTo>
                  <a:cubicBezTo>
                    <a:pt x="1045" y="442"/>
                    <a:pt x="1045" y="442"/>
                    <a:pt x="1045" y="442"/>
                  </a:cubicBezTo>
                  <a:cubicBezTo>
                    <a:pt x="1031" y="443"/>
                    <a:pt x="1009" y="458"/>
                    <a:pt x="993" y="451"/>
                  </a:cubicBezTo>
                  <a:close/>
                  <a:moveTo>
                    <a:pt x="1102" y="587"/>
                  </a:moveTo>
                  <a:cubicBezTo>
                    <a:pt x="1095" y="589"/>
                    <a:pt x="1038" y="602"/>
                    <a:pt x="1028" y="582"/>
                  </a:cubicBezTo>
                  <a:cubicBezTo>
                    <a:pt x="1021" y="567"/>
                    <a:pt x="1024" y="551"/>
                    <a:pt x="1025" y="545"/>
                  </a:cubicBezTo>
                  <a:cubicBezTo>
                    <a:pt x="1030" y="539"/>
                    <a:pt x="1034" y="534"/>
                    <a:pt x="1039" y="528"/>
                  </a:cubicBezTo>
                  <a:cubicBezTo>
                    <a:pt x="1108" y="473"/>
                    <a:pt x="1099" y="523"/>
                    <a:pt x="1128" y="520"/>
                  </a:cubicBezTo>
                  <a:cubicBezTo>
                    <a:pt x="1153" y="517"/>
                    <a:pt x="1115" y="569"/>
                    <a:pt x="1102" y="587"/>
                  </a:cubicBezTo>
                  <a:close/>
                  <a:moveTo>
                    <a:pt x="1220" y="490"/>
                  </a:moveTo>
                  <a:cubicBezTo>
                    <a:pt x="1214" y="496"/>
                    <a:pt x="1208" y="502"/>
                    <a:pt x="1202" y="508"/>
                  </a:cubicBezTo>
                  <a:cubicBezTo>
                    <a:pt x="1193" y="512"/>
                    <a:pt x="1181" y="511"/>
                    <a:pt x="1169" y="495"/>
                  </a:cubicBezTo>
                  <a:cubicBezTo>
                    <a:pt x="1144" y="463"/>
                    <a:pt x="1202" y="420"/>
                    <a:pt x="1218" y="409"/>
                  </a:cubicBezTo>
                  <a:cubicBezTo>
                    <a:pt x="1231" y="408"/>
                    <a:pt x="1243" y="410"/>
                    <a:pt x="1253" y="415"/>
                  </a:cubicBezTo>
                  <a:cubicBezTo>
                    <a:pt x="1273" y="426"/>
                    <a:pt x="1254" y="456"/>
                    <a:pt x="1220" y="490"/>
                  </a:cubicBezTo>
                  <a:close/>
                  <a:moveTo>
                    <a:pt x="1390" y="360"/>
                  </a:moveTo>
                  <a:cubicBezTo>
                    <a:pt x="1363" y="376"/>
                    <a:pt x="1349" y="400"/>
                    <a:pt x="1325" y="418"/>
                  </a:cubicBezTo>
                  <a:cubicBezTo>
                    <a:pt x="1304" y="433"/>
                    <a:pt x="1290" y="428"/>
                    <a:pt x="1273" y="414"/>
                  </a:cubicBezTo>
                  <a:cubicBezTo>
                    <a:pt x="1231" y="378"/>
                    <a:pt x="1295" y="329"/>
                    <a:pt x="1316" y="314"/>
                  </a:cubicBezTo>
                  <a:cubicBezTo>
                    <a:pt x="1337" y="299"/>
                    <a:pt x="1414" y="244"/>
                    <a:pt x="1460" y="259"/>
                  </a:cubicBezTo>
                  <a:cubicBezTo>
                    <a:pt x="1518" y="279"/>
                    <a:pt x="1410" y="347"/>
                    <a:pt x="1390" y="360"/>
                  </a:cubicBezTo>
                  <a:close/>
                  <a:moveTo>
                    <a:pt x="1554" y="179"/>
                  </a:moveTo>
                  <a:cubicBezTo>
                    <a:pt x="1535" y="186"/>
                    <a:pt x="1516" y="198"/>
                    <a:pt x="1501" y="211"/>
                  </a:cubicBezTo>
                  <a:cubicBezTo>
                    <a:pt x="1482" y="227"/>
                    <a:pt x="1477" y="237"/>
                    <a:pt x="1451" y="235"/>
                  </a:cubicBezTo>
                  <a:cubicBezTo>
                    <a:pt x="1445" y="235"/>
                    <a:pt x="1423" y="233"/>
                    <a:pt x="1415" y="221"/>
                  </a:cubicBezTo>
                  <a:cubicBezTo>
                    <a:pt x="1403" y="205"/>
                    <a:pt x="1408" y="195"/>
                    <a:pt x="1415" y="186"/>
                  </a:cubicBezTo>
                  <a:cubicBezTo>
                    <a:pt x="1428" y="168"/>
                    <a:pt x="1445" y="168"/>
                    <a:pt x="1471" y="164"/>
                  </a:cubicBezTo>
                  <a:cubicBezTo>
                    <a:pt x="1497" y="161"/>
                    <a:pt x="1575" y="150"/>
                    <a:pt x="1597" y="162"/>
                  </a:cubicBezTo>
                  <a:cubicBezTo>
                    <a:pt x="1590" y="174"/>
                    <a:pt x="1566" y="173"/>
                    <a:pt x="1554" y="17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40" name="stratified-squamous-epithelium-tissue-diagram">
            <a:extLst>
              <a:ext uri="{FF2B5EF4-FFF2-40B4-BE49-F238E27FC236}">
                <a16:creationId xmlns:a16="http://schemas.microsoft.com/office/drawing/2014/main" id="{602C718E-F431-4CA1-8D58-CA46FB3010D9}"/>
              </a:ext>
            </a:extLst>
          </p:cNvPr>
          <p:cNvGrpSpPr>
            <a:grpSpLocks/>
          </p:cNvGrpSpPr>
          <p:nvPr/>
        </p:nvGrpSpPr>
        <p:grpSpPr bwMode="auto">
          <a:xfrm>
            <a:off x="6783388" y="2211388"/>
            <a:ext cx="3448050" cy="1943100"/>
            <a:chOff x="3313" y="1393"/>
            <a:chExt cx="2172" cy="1224"/>
          </a:xfrm>
        </p:grpSpPr>
        <p:grpSp>
          <p:nvGrpSpPr>
            <p:cNvPr id="22748" name="Group 4385">
              <a:extLst>
                <a:ext uri="{FF2B5EF4-FFF2-40B4-BE49-F238E27FC236}">
                  <a16:creationId xmlns:a16="http://schemas.microsoft.com/office/drawing/2014/main" id="{97272515-E761-4B2D-9477-A44E15703C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13" y="1393"/>
              <a:ext cx="2172" cy="1222"/>
              <a:chOff x="3313" y="1393"/>
              <a:chExt cx="2172" cy="1222"/>
            </a:xfrm>
          </p:grpSpPr>
          <p:sp>
            <p:nvSpPr>
              <p:cNvPr id="22855" name="Freeform 4386">
                <a:extLst>
                  <a:ext uri="{FF2B5EF4-FFF2-40B4-BE49-F238E27FC236}">
                    <a16:creationId xmlns:a16="http://schemas.microsoft.com/office/drawing/2014/main" id="{9D518076-A835-4400-86B2-0B9D7FDAE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1592"/>
                <a:ext cx="776" cy="997"/>
              </a:xfrm>
              <a:custGeom>
                <a:avLst/>
                <a:gdLst>
                  <a:gd name="T0" fmla="*/ 0 w 776"/>
                  <a:gd name="T1" fmla="*/ 997 h 997"/>
                  <a:gd name="T2" fmla="*/ 776 w 776"/>
                  <a:gd name="T3" fmla="*/ 309 h 997"/>
                  <a:gd name="T4" fmla="*/ 776 w 776"/>
                  <a:gd name="T5" fmla="*/ 0 h 997"/>
                  <a:gd name="T6" fmla="*/ 0 w 776"/>
                  <a:gd name="T7" fmla="*/ 583 h 997"/>
                  <a:gd name="T8" fmla="*/ 0 w 776"/>
                  <a:gd name="T9" fmla="*/ 997 h 9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6" h="997">
                    <a:moveTo>
                      <a:pt x="0" y="997"/>
                    </a:moveTo>
                    <a:lnTo>
                      <a:pt x="776" y="309"/>
                    </a:lnTo>
                    <a:lnTo>
                      <a:pt x="776" y="0"/>
                    </a:lnTo>
                    <a:lnTo>
                      <a:pt x="0" y="583"/>
                    </a:lnTo>
                    <a:lnTo>
                      <a:pt x="0" y="997"/>
                    </a:lnTo>
                    <a:close/>
                  </a:path>
                </a:pathLst>
              </a:custGeom>
              <a:solidFill>
                <a:srgbClr val="CC7E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6" name="Freeform 4387">
                <a:extLst>
                  <a:ext uri="{FF2B5EF4-FFF2-40B4-BE49-F238E27FC236}">
                    <a16:creationId xmlns:a16="http://schemas.microsoft.com/office/drawing/2014/main" id="{0859837A-6FB4-442D-AA5F-A42C91A6C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693"/>
                <a:ext cx="1394" cy="922"/>
              </a:xfrm>
              <a:custGeom>
                <a:avLst/>
                <a:gdLst>
                  <a:gd name="T0" fmla="*/ 2358 w 1072"/>
                  <a:gd name="T1" fmla="*/ 815 h 709"/>
                  <a:gd name="T2" fmla="*/ 2358 w 1072"/>
                  <a:gd name="T3" fmla="*/ 1515 h 709"/>
                  <a:gd name="T4" fmla="*/ 0 w 1072"/>
                  <a:gd name="T5" fmla="*/ 644 h 709"/>
                  <a:gd name="T6" fmla="*/ 0 w 1072"/>
                  <a:gd name="T7" fmla="*/ 0 h 709"/>
                  <a:gd name="T8" fmla="*/ 2358 w 1072"/>
                  <a:gd name="T9" fmla="*/ 815 h 7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2" h="709">
                    <a:moveTo>
                      <a:pt x="1072" y="371"/>
                    </a:moveTo>
                    <a:cubicBezTo>
                      <a:pt x="1072" y="689"/>
                      <a:pt x="1072" y="689"/>
                      <a:pt x="1072" y="689"/>
                    </a:cubicBezTo>
                    <a:cubicBezTo>
                      <a:pt x="1072" y="689"/>
                      <a:pt x="343" y="709"/>
                      <a:pt x="0" y="29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05" y="360"/>
                      <a:pt x="1072" y="371"/>
                    </a:cubicBezTo>
                    <a:close/>
                  </a:path>
                </a:pathLst>
              </a:custGeom>
              <a:solidFill>
                <a:srgbClr val="F7C0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7" name="Freeform 4388">
                <a:extLst>
                  <a:ext uri="{FF2B5EF4-FFF2-40B4-BE49-F238E27FC236}">
                    <a16:creationId xmlns:a16="http://schemas.microsoft.com/office/drawing/2014/main" id="{C9EAF285-FF66-41AE-B1A3-86B577B4B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393"/>
                <a:ext cx="2170" cy="785"/>
              </a:xfrm>
              <a:custGeom>
                <a:avLst/>
                <a:gdLst>
                  <a:gd name="T0" fmla="*/ 0 w 1668"/>
                  <a:gd name="T1" fmla="*/ 505 h 603"/>
                  <a:gd name="T2" fmla="*/ 2361 w 1668"/>
                  <a:gd name="T3" fmla="*/ 1330 h 603"/>
                  <a:gd name="T4" fmla="*/ 3673 w 1668"/>
                  <a:gd name="T5" fmla="*/ 337 h 603"/>
                  <a:gd name="T6" fmla="*/ 1772 w 1668"/>
                  <a:gd name="T7" fmla="*/ 0 h 603"/>
                  <a:gd name="T8" fmla="*/ 0 w 1668"/>
                  <a:gd name="T9" fmla="*/ 505 h 6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68" h="603">
                    <a:moveTo>
                      <a:pt x="0" y="229"/>
                    </a:moveTo>
                    <a:cubicBezTo>
                      <a:pt x="0" y="229"/>
                      <a:pt x="205" y="591"/>
                      <a:pt x="1072" y="603"/>
                    </a:cubicBezTo>
                    <a:cubicBezTo>
                      <a:pt x="1668" y="153"/>
                      <a:pt x="1668" y="153"/>
                      <a:pt x="1668" y="153"/>
                    </a:cubicBezTo>
                    <a:cubicBezTo>
                      <a:pt x="1668" y="153"/>
                      <a:pt x="1194" y="240"/>
                      <a:pt x="805" y="0"/>
                    </a:cubicBezTo>
                    <a:lnTo>
                      <a:pt x="0" y="229"/>
                    </a:lnTo>
                    <a:close/>
                  </a:path>
                </a:pathLst>
              </a:custGeom>
              <a:solidFill>
                <a:srgbClr val="F7D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8" name="Freeform 4389">
                <a:extLst>
                  <a:ext uri="{FF2B5EF4-FFF2-40B4-BE49-F238E27FC236}">
                    <a16:creationId xmlns:a16="http://schemas.microsoft.com/office/drawing/2014/main" id="{9487FEF5-B085-42A2-9CE2-4AA4291D0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751"/>
                <a:ext cx="124" cy="122"/>
              </a:xfrm>
              <a:custGeom>
                <a:avLst/>
                <a:gdLst>
                  <a:gd name="T0" fmla="*/ 5 w 95"/>
                  <a:gd name="T1" fmla="*/ 0 h 94"/>
                  <a:gd name="T2" fmla="*/ 127 w 95"/>
                  <a:gd name="T3" fmla="*/ 96 h 94"/>
                  <a:gd name="T4" fmla="*/ 211 w 95"/>
                  <a:gd name="T5" fmla="*/ 205 h 94"/>
                  <a:gd name="T6" fmla="*/ 51 w 95"/>
                  <a:gd name="T7" fmla="*/ 135 h 94"/>
                  <a:gd name="T8" fmla="*/ 0 w 95"/>
                  <a:gd name="T9" fmla="*/ 9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94">
                    <a:moveTo>
                      <a:pt x="2" y="0"/>
                    </a:moveTo>
                    <a:cubicBezTo>
                      <a:pt x="24" y="10"/>
                      <a:pt x="40" y="27"/>
                      <a:pt x="57" y="44"/>
                    </a:cubicBezTo>
                    <a:cubicBezTo>
                      <a:pt x="72" y="58"/>
                      <a:pt x="89" y="75"/>
                      <a:pt x="95" y="94"/>
                    </a:cubicBezTo>
                    <a:cubicBezTo>
                      <a:pt x="70" y="86"/>
                      <a:pt x="46" y="74"/>
                      <a:pt x="23" y="62"/>
                    </a:cubicBezTo>
                    <a:cubicBezTo>
                      <a:pt x="13" y="56"/>
                      <a:pt x="8" y="49"/>
                      <a:pt x="0" y="4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9" name="Freeform 4390">
                <a:extLst>
                  <a:ext uri="{FF2B5EF4-FFF2-40B4-BE49-F238E27FC236}">
                    <a16:creationId xmlns:a16="http://schemas.microsoft.com/office/drawing/2014/main" id="{6DCF216B-8650-42D2-9143-9105BF26A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812"/>
                <a:ext cx="103" cy="104"/>
              </a:xfrm>
              <a:custGeom>
                <a:avLst/>
                <a:gdLst>
                  <a:gd name="T0" fmla="*/ 9 w 79"/>
                  <a:gd name="T1" fmla="*/ 0 h 80"/>
                  <a:gd name="T2" fmla="*/ 104 w 79"/>
                  <a:gd name="T3" fmla="*/ 90 h 80"/>
                  <a:gd name="T4" fmla="*/ 175 w 79"/>
                  <a:gd name="T5" fmla="*/ 176 h 80"/>
                  <a:gd name="T6" fmla="*/ 0 w 79"/>
                  <a:gd name="T7" fmla="*/ 112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80">
                    <a:moveTo>
                      <a:pt x="4" y="0"/>
                    </a:moveTo>
                    <a:cubicBezTo>
                      <a:pt x="19" y="11"/>
                      <a:pt x="35" y="26"/>
                      <a:pt x="47" y="41"/>
                    </a:cubicBezTo>
                    <a:cubicBezTo>
                      <a:pt x="58" y="53"/>
                      <a:pt x="67" y="70"/>
                      <a:pt x="79" y="80"/>
                    </a:cubicBezTo>
                    <a:cubicBezTo>
                      <a:pt x="54" y="76"/>
                      <a:pt x="17" y="69"/>
                      <a:pt x="0" y="5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0" name="Freeform 4391">
                <a:extLst>
                  <a:ext uri="{FF2B5EF4-FFF2-40B4-BE49-F238E27FC236}">
                    <a16:creationId xmlns:a16="http://schemas.microsoft.com/office/drawing/2014/main" id="{7A940479-EC5A-449A-8D7A-EEC2C375D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886"/>
                <a:ext cx="115" cy="112"/>
              </a:xfrm>
              <a:custGeom>
                <a:avLst/>
                <a:gdLst>
                  <a:gd name="T0" fmla="*/ 0 w 89"/>
                  <a:gd name="T1" fmla="*/ 0 h 86"/>
                  <a:gd name="T2" fmla="*/ 131 w 89"/>
                  <a:gd name="T3" fmla="*/ 122 h 86"/>
                  <a:gd name="T4" fmla="*/ 193 w 89"/>
                  <a:gd name="T5" fmla="*/ 190 h 86"/>
                  <a:gd name="T6" fmla="*/ 0 w 89"/>
                  <a:gd name="T7" fmla="*/ 122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86">
                    <a:moveTo>
                      <a:pt x="0" y="0"/>
                    </a:moveTo>
                    <a:cubicBezTo>
                      <a:pt x="19" y="20"/>
                      <a:pt x="41" y="36"/>
                      <a:pt x="60" y="55"/>
                    </a:cubicBezTo>
                    <a:cubicBezTo>
                      <a:pt x="70" y="64"/>
                      <a:pt x="82" y="74"/>
                      <a:pt x="89" y="86"/>
                    </a:cubicBezTo>
                    <a:cubicBezTo>
                      <a:pt x="61" y="71"/>
                      <a:pt x="26" y="73"/>
                      <a:pt x="0" y="55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1" name="Freeform 4392">
                <a:extLst>
                  <a:ext uri="{FF2B5EF4-FFF2-40B4-BE49-F238E27FC236}">
                    <a16:creationId xmlns:a16="http://schemas.microsoft.com/office/drawing/2014/main" id="{3E8D4F17-0F7F-430B-BBBF-55635C630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963"/>
                <a:ext cx="138" cy="122"/>
              </a:xfrm>
              <a:custGeom>
                <a:avLst/>
                <a:gdLst>
                  <a:gd name="T0" fmla="*/ 0 w 106"/>
                  <a:gd name="T1" fmla="*/ 0 h 94"/>
                  <a:gd name="T2" fmla="*/ 57 w 106"/>
                  <a:gd name="T3" fmla="*/ 32 h 94"/>
                  <a:gd name="T4" fmla="*/ 111 w 106"/>
                  <a:gd name="T5" fmla="*/ 96 h 94"/>
                  <a:gd name="T6" fmla="*/ 167 w 106"/>
                  <a:gd name="T7" fmla="*/ 152 h 94"/>
                  <a:gd name="T8" fmla="*/ 197 w 106"/>
                  <a:gd name="T9" fmla="*/ 174 h 94"/>
                  <a:gd name="T10" fmla="*/ 234 w 106"/>
                  <a:gd name="T11" fmla="*/ 191 h 94"/>
                  <a:gd name="T12" fmla="*/ 79 w 106"/>
                  <a:gd name="T13" fmla="*/ 154 h 94"/>
                  <a:gd name="T14" fmla="*/ 0 w 106"/>
                  <a:gd name="T15" fmla="*/ 113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94">
                    <a:moveTo>
                      <a:pt x="0" y="0"/>
                    </a:moveTo>
                    <a:cubicBezTo>
                      <a:pt x="8" y="6"/>
                      <a:pt x="19" y="8"/>
                      <a:pt x="26" y="15"/>
                    </a:cubicBezTo>
                    <a:cubicBezTo>
                      <a:pt x="35" y="23"/>
                      <a:pt x="41" y="35"/>
                      <a:pt x="50" y="44"/>
                    </a:cubicBezTo>
                    <a:cubicBezTo>
                      <a:pt x="58" y="53"/>
                      <a:pt x="66" y="61"/>
                      <a:pt x="75" y="69"/>
                    </a:cubicBezTo>
                    <a:cubicBezTo>
                      <a:pt x="79" y="73"/>
                      <a:pt x="84" y="76"/>
                      <a:pt x="89" y="79"/>
                    </a:cubicBezTo>
                    <a:cubicBezTo>
                      <a:pt x="95" y="82"/>
                      <a:pt x="101" y="83"/>
                      <a:pt x="106" y="87"/>
                    </a:cubicBezTo>
                    <a:cubicBezTo>
                      <a:pt x="83" y="94"/>
                      <a:pt x="57" y="78"/>
                      <a:pt x="36" y="71"/>
                    </a:cubicBezTo>
                    <a:cubicBezTo>
                      <a:pt x="24" y="67"/>
                      <a:pt x="7" y="62"/>
                      <a:pt x="0" y="52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2" name="Freeform 4393">
                <a:extLst>
                  <a:ext uri="{FF2B5EF4-FFF2-40B4-BE49-F238E27FC236}">
                    <a16:creationId xmlns:a16="http://schemas.microsoft.com/office/drawing/2014/main" id="{E7B02EEB-F8C2-4B02-8D4A-28265AD74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032"/>
                <a:ext cx="117" cy="138"/>
              </a:xfrm>
              <a:custGeom>
                <a:avLst/>
                <a:gdLst>
                  <a:gd name="T0" fmla="*/ 0 w 90"/>
                  <a:gd name="T1" fmla="*/ 0 h 106"/>
                  <a:gd name="T2" fmla="*/ 72 w 90"/>
                  <a:gd name="T3" fmla="*/ 60 h 106"/>
                  <a:gd name="T4" fmla="*/ 134 w 90"/>
                  <a:gd name="T5" fmla="*/ 125 h 106"/>
                  <a:gd name="T6" fmla="*/ 198 w 90"/>
                  <a:gd name="T7" fmla="*/ 229 h 106"/>
                  <a:gd name="T8" fmla="*/ 137 w 90"/>
                  <a:gd name="T9" fmla="*/ 219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06">
                    <a:moveTo>
                      <a:pt x="0" y="0"/>
                    </a:moveTo>
                    <a:cubicBezTo>
                      <a:pt x="5" y="11"/>
                      <a:pt x="22" y="20"/>
                      <a:pt x="32" y="27"/>
                    </a:cubicBezTo>
                    <a:cubicBezTo>
                      <a:pt x="43" y="35"/>
                      <a:pt x="53" y="45"/>
                      <a:pt x="61" y="57"/>
                    </a:cubicBezTo>
                    <a:cubicBezTo>
                      <a:pt x="71" y="73"/>
                      <a:pt x="79" y="89"/>
                      <a:pt x="90" y="104"/>
                    </a:cubicBezTo>
                    <a:cubicBezTo>
                      <a:pt x="83" y="106"/>
                      <a:pt x="69" y="101"/>
                      <a:pt x="62" y="99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3" name="Freeform 4394">
                <a:extLst>
                  <a:ext uri="{FF2B5EF4-FFF2-40B4-BE49-F238E27FC236}">
                    <a16:creationId xmlns:a16="http://schemas.microsoft.com/office/drawing/2014/main" id="{6D92242D-6A99-4B36-8656-8D59D4DC7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1873"/>
                <a:ext cx="160" cy="155"/>
              </a:xfrm>
              <a:custGeom>
                <a:avLst/>
                <a:gdLst>
                  <a:gd name="T0" fmla="*/ 0 w 123"/>
                  <a:gd name="T1" fmla="*/ 68 h 119"/>
                  <a:gd name="T2" fmla="*/ 127 w 123"/>
                  <a:gd name="T3" fmla="*/ 195 h 119"/>
                  <a:gd name="T4" fmla="*/ 271 w 123"/>
                  <a:gd name="T5" fmla="*/ 263 h 119"/>
                  <a:gd name="T6" fmla="*/ 232 w 123"/>
                  <a:gd name="T7" fmla="*/ 225 h 119"/>
                  <a:gd name="T8" fmla="*/ 170 w 123"/>
                  <a:gd name="T9" fmla="*/ 151 h 119"/>
                  <a:gd name="T10" fmla="*/ 108 w 123"/>
                  <a:gd name="T11" fmla="*/ 66 h 119"/>
                  <a:gd name="T12" fmla="*/ 66 w 123"/>
                  <a:gd name="T13" fmla="*/ 16 h 119"/>
                  <a:gd name="T14" fmla="*/ 43 w 123"/>
                  <a:gd name="T15" fmla="*/ 0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" h="119">
                    <a:moveTo>
                      <a:pt x="0" y="31"/>
                    </a:moveTo>
                    <a:cubicBezTo>
                      <a:pt x="19" y="50"/>
                      <a:pt x="35" y="73"/>
                      <a:pt x="58" y="88"/>
                    </a:cubicBezTo>
                    <a:cubicBezTo>
                      <a:pt x="78" y="102"/>
                      <a:pt x="100" y="112"/>
                      <a:pt x="123" y="119"/>
                    </a:cubicBezTo>
                    <a:cubicBezTo>
                      <a:pt x="116" y="116"/>
                      <a:pt x="110" y="107"/>
                      <a:pt x="105" y="102"/>
                    </a:cubicBezTo>
                    <a:cubicBezTo>
                      <a:pt x="95" y="91"/>
                      <a:pt x="87" y="80"/>
                      <a:pt x="78" y="68"/>
                    </a:cubicBezTo>
                    <a:cubicBezTo>
                      <a:pt x="69" y="55"/>
                      <a:pt x="59" y="43"/>
                      <a:pt x="49" y="30"/>
                    </a:cubicBezTo>
                    <a:cubicBezTo>
                      <a:pt x="43" y="22"/>
                      <a:pt x="37" y="14"/>
                      <a:pt x="30" y="7"/>
                    </a:cubicBezTo>
                    <a:cubicBezTo>
                      <a:pt x="27" y="4"/>
                      <a:pt x="22" y="3"/>
                      <a:pt x="19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4" name="Freeform 4395">
                <a:extLst>
                  <a:ext uri="{FF2B5EF4-FFF2-40B4-BE49-F238E27FC236}">
                    <a16:creationId xmlns:a16="http://schemas.microsoft.com/office/drawing/2014/main" id="{F26662D0-000A-4D30-9F71-4544071B3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998"/>
                <a:ext cx="147" cy="124"/>
              </a:xfrm>
              <a:custGeom>
                <a:avLst/>
                <a:gdLst>
                  <a:gd name="T0" fmla="*/ 0 w 113"/>
                  <a:gd name="T1" fmla="*/ 0 h 95"/>
                  <a:gd name="T2" fmla="*/ 95 w 113"/>
                  <a:gd name="T3" fmla="*/ 72 h 95"/>
                  <a:gd name="T4" fmla="*/ 170 w 113"/>
                  <a:gd name="T5" fmla="*/ 140 h 95"/>
                  <a:gd name="T6" fmla="*/ 248 w 113"/>
                  <a:gd name="T7" fmla="*/ 210 h 95"/>
                  <a:gd name="T8" fmla="*/ 204 w 113"/>
                  <a:gd name="T9" fmla="*/ 197 h 95"/>
                  <a:gd name="T10" fmla="*/ 118 w 113"/>
                  <a:gd name="T11" fmla="*/ 166 h 95"/>
                  <a:gd name="T12" fmla="*/ 35 w 113"/>
                  <a:gd name="T13" fmla="*/ 133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95">
                    <a:moveTo>
                      <a:pt x="0" y="0"/>
                    </a:moveTo>
                    <a:cubicBezTo>
                      <a:pt x="12" y="13"/>
                      <a:pt x="29" y="22"/>
                      <a:pt x="43" y="32"/>
                    </a:cubicBezTo>
                    <a:cubicBezTo>
                      <a:pt x="56" y="41"/>
                      <a:pt x="67" y="52"/>
                      <a:pt x="78" y="63"/>
                    </a:cubicBezTo>
                    <a:cubicBezTo>
                      <a:pt x="89" y="74"/>
                      <a:pt x="103" y="82"/>
                      <a:pt x="113" y="94"/>
                    </a:cubicBezTo>
                    <a:cubicBezTo>
                      <a:pt x="106" y="95"/>
                      <a:pt x="100" y="91"/>
                      <a:pt x="93" y="89"/>
                    </a:cubicBezTo>
                    <a:cubicBezTo>
                      <a:pt x="80" y="84"/>
                      <a:pt x="67" y="79"/>
                      <a:pt x="54" y="74"/>
                    </a:cubicBezTo>
                    <a:cubicBezTo>
                      <a:pt x="42" y="69"/>
                      <a:pt x="28" y="66"/>
                      <a:pt x="16" y="6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5" name="Freeform 4396">
                <a:extLst>
                  <a:ext uri="{FF2B5EF4-FFF2-40B4-BE49-F238E27FC236}">
                    <a16:creationId xmlns:a16="http://schemas.microsoft.com/office/drawing/2014/main" id="{4A21A6F5-EB00-4F4C-90C7-B76A38F73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079"/>
                <a:ext cx="141" cy="118"/>
              </a:xfrm>
              <a:custGeom>
                <a:avLst/>
                <a:gdLst>
                  <a:gd name="T0" fmla="*/ 0 w 108"/>
                  <a:gd name="T1" fmla="*/ 148 h 91"/>
                  <a:gd name="T2" fmla="*/ 240 w 108"/>
                  <a:gd name="T3" fmla="*/ 198 h 91"/>
                  <a:gd name="T4" fmla="*/ 145 w 108"/>
                  <a:gd name="T5" fmla="*/ 108 h 91"/>
                  <a:gd name="T6" fmla="*/ 78 w 108"/>
                  <a:gd name="T7" fmla="*/ 38 h 91"/>
                  <a:gd name="T8" fmla="*/ 34 w 108"/>
                  <a:gd name="T9" fmla="*/ 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91">
                    <a:moveTo>
                      <a:pt x="0" y="68"/>
                    </a:moveTo>
                    <a:cubicBezTo>
                      <a:pt x="33" y="87"/>
                      <a:pt x="74" y="72"/>
                      <a:pt x="108" y="91"/>
                    </a:cubicBezTo>
                    <a:cubicBezTo>
                      <a:pt x="92" y="85"/>
                      <a:pt x="76" y="62"/>
                      <a:pt x="65" y="49"/>
                    </a:cubicBezTo>
                    <a:cubicBezTo>
                      <a:pt x="56" y="37"/>
                      <a:pt x="46" y="27"/>
                      <a:pt x="35" y="17"/>
                    </a:cubicBezTo>
                    <a:cubicBezTo>
                      <a:pt x="28" y="12"/>
                      <a:pt x="20" y="6"/>
                      <a:pt x="15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6" name="Freeform 4397">
                <a:extLst>
                  <a:ext uri="{FF2B5EF4-FFF2-40B4-BE49-F238E27FC236}">
                    <a16:creationId xmlns:a16="http://schemas.microsoft.com/office/drawing/2014/main" id="{3525A8F1-812D-419D-9F98-6181019AA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026"/>
                <a:ext cx="128" cy="39"/>
              </a:xfrm>
              <a:custGeom>
                <a:avLst/>
                <a:gdLst>
                  <a:gd name="T0" fmla="*/ 0 w 98"/>
                  <a:gd name="T1" fmla="*/ 23 h 30"/>
                  <a:gd name="T2" fmla="*/ 118 w 98"/>
                  <a:gd name="T3" fmla="*/ 51 h 30"/>
                  <a:gd name="T4" fmla="*/ 218 w 98"/>
                  <a:gd name="T5" fmla="*/ 66 h 30"/>
                  <a:gd name="T6" fmla="*/ 144 w 98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30">
                    <a:moveTo>
                      <a:pt x="0" y="11"/>
                    </a:moveTo>
                    <a:cubicBezTo>
                      <a:pt x="17" y="19"/>
                      <a:pt x="33" y="24"/>
                      <a:pt x="53" y="23"/>
                    </a:cubicBezTo>
                    <a:cubicBezTo>
                      <a:pt x="68" y="22"/>
                      <a:pt x="85" y="24"/>
                      <a:pt x="98" y="30"/>
                    </a:cubicBezTo>
                    <a:cubicBezTo>
                      <a:pt x="88" y="18"/>
                      <a:pt x="72" y="12"/>
                      <a:pt x="64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7" name="Freeform 4398">
                <a:extLst>
                  <a:ext uri="{FF2B5EF4-FFF2-40B4-BE49-F238E27FC236}">
                    <a16:creationId xmlns:a16="http://schemas.microsoft.com/office/drawing/2014/main" id="{D0BDEC67-DF52-4973-AD17-6EF7CE5B2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760"/>
                <a:ext cx="47" cy="14"/>
              </a:xfrm>
              <a:custGeom>
                <a:avLst/>
                <a:gdLst>
                  <a:gd name="T0" fmla="*/ 0 w 36"/>
                  <a:gd name="T1" fmla="*/ 0 h 11"/>
                  <a:gd name="T2" fmla="*/ 80 w 36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10" y="2"/>
                      <a:pt x="26" y="8"/>
                      <a:pt x="36" y="1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8" name="Freeform 4399">
                <a:extLst>
                  <a:ext uri="{FF2B5EF4-FFF2-40B4-BE49-F238E27FC236}">
                    <a16:creationId xmlns:a16="http://schemas.microsoft.com/office/drawing/2014/main" id="{A0D70593-0980-4FB9-8222-94D89689F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890"/>
                <a:ext cx="116" cy="33"/>
              </a:xfrm>
              <a:custGeom>
                <a:avLst/>
                <a:gdLst>
                  <a:gd name="T0" fmla="*/ 0 w 89"/>
                  <a:gd name="T1" fmla="*/ 0 h 25"/>
                  <a:gd name="T2" fmla="*/ 123 w 89"/>
                  <a:gd name="T3" fmla="*/ 50 h 25"/>
                  <a:gd name="T4" fmla="*/ 197 w 89"/>
                  <a:gd name="T5" fmla="*/ 5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25">
                    <a:moveTo>
                      <a:pt x="0" y="0"/>
                    </a:moveTo>
                    <a:cubicBezTo>
                      <a:pt x="18" y="13"/>
                      <a:pt x="34" y="19"/>
                      <a:pt x="55" y="22"/>
                    </a:cubicBezTo>
                    <a:cubicBezTo>
                      <a:pt x="65" y="23"/>
                      <a:pt x="81" y="21"/>
                      <a:pt x="89" y="25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9" name="Freeform 4400">
                <a:extLst>
                  <a:ext uri="{FF2B5EF4-FFF2-40B4-BE49-F238E27FC236}">
                    <a16:creationId xmlns:a16="http://schemas.microsoft.com/office/drawing/2014/main" id="{2A2A60A7-74C6-46EA-998A-4F7549743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182"/>
                <a:ext cx="95" cy="112"/>
              </a:xfrm>
              <a:custGeom>
                <a:avLst/>
                <a:gdLst>
                  <a:gd name="T0" fmla="*/ 0 w 73"/>
                  <a:gd name="T1" fmla="*/ 0 h 86"/>
                  <a:gd name="T2" fmla="*/ 64 w 73"/>
                  <a:gd name="T3" fmla="*/ 44 h 86"/>
                  <a:gd name="T4" fmla="*/ 111 w 73"/>
                  <a:gd name="T5" fmla="*/ 108 h 86"/>
                  <a:gd name="T6" fmla="*/ 161 w 73"/>
                  <a:gd name="T7" fmla="*/ 19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86">
                    <a:moveTo>
                      <a:pt x="0" y="0"/>
                    </a:moveTo>
                    <a:cubicBezTo>
                      <a:pt x="11" y="6"/>
                      <a:pt x="20" y="9"/>
                      <a:pt x="29" y="20"/>
                    </a:cubicBezTo>
                    <a:cubicBezTo>
                      <a:pt x="36" y="30"/>
                      <a:pt x="43" y="39"/>
                      <a:pt x="50" y="49"/>
                    </a:cubicBezTo>
                    <a:cubicBezTo>
                      <a:pt x="56" y="59"/>
                      <a:pt x="63" y="80"/>
                      <a:pt x="73" y="86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0" name="Freeform 4401">
                <a:extLst>
                  <a:ext uri="{FF2B5EF4-FFF2-40B4-BE49-F238E27FC236}">
                    <a16:creationId xmlns:a16="http://schemas.microsoft.com/office/drawing/2014/main" id="{4A485E87-B13F-474F-99D9-CBE2CD081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963"/>
                <a:ext cx="173" cy="91"/>
              </a:xfrm>
              <a:custGeom>
                <a:avLst/>
                <a:gdLst>
                  <a:gd name="T0" fmla="*/ 0 w 133"/>
                  <a:gd name="T1" fmla="*/ 56 h 70"/>
                  <a:gd name="T2" fmla="*/ 293 w 133"/>
                  <a:gd name="T3" fmla="*/ 153 h 70"/>
                  <a:gd name="T4" fmla="*/ 181 w 133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70">
                    <a:moveTo>
                      <a:pt x="0" y="25"/>
                    </a:moveTo>
                    <a:cubicBezTo>
                      <a:pt x="39" y="56"/>
                      <a:pt x="92" y="44"/>
                      <a:pt x="133" y="70"/>
                    </a:cubicBezTo>
                    <a:cubicBezTo>
                      <a:pt x="105" y="66"/>
                      <a:pt x="94" y="20"/>
                      <a:pt x="82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1" name="Freeform 4402">
                <a:extLst>
                  <a:ext uri="{FF2B5EF4-FFF2-40B4-BE49-F238E27FC236}">
                    <a16:creationId xmlns:a16="http://schemas.microsoft.com/office/drawing/2014/main" id="{588D571B-E0B1-4BBA-AD84-C8F5DAC9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122"/>
                <a:ext cx="160" cy="121"/>
              </a:xfrm>
              <a:custGeom>
                <a:avLst/>
                <a:gdLst>
                  <a:gd name="T0" fmla="*/ 0 w 123"/>
                  <a:gd name="T1" fmla="*/ 117 h 93"/>
                  <a:gd name="T2" fmla="*/ 134 w 123"/>
                  <a:gd name="T3" fmla="*/ 185 h 93"/>
                  <a:gd name="T4" fmla="*/ 220 w 123"/>
                  <a:gd name="T5" fmla="*/ 196 h 93"/>
                  <a:gd name="T6" fmla="*/ 271 w 123"/>
                  <a:gd name="T7" fmla="*/ 204 h 93"/>
                  <a:gd name="T8" fmla="*/ 178 w 123"/>
                  <a:gd name="T9" fmla="*/ 131 h 93"/>
                  <a:gd name="T10" fmla="*/ 101 w 123"/>
                  <a:gd name="T11" fmla="*/ 61 h 93"/>
                  <a:gd name="T12" fmla="*/ 23 w 123"/>
                  <a:gd name="T13" fmla="*/ 0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93">
                    <a:moveTo>
                      <a:pt x="0" y="53"/>
                    </a:moveTo>
                    <a:cubicBezTo>
                      <a:pt x="17" y="68"/>
                      <a:pt x="39" y="79"/>
                      <a:pt x="61" y="84"/>
                    </a:cubicBezTo>
                    <a:cubicBezTo>
                      <a:pt x="74" y="87"/>
                      <a:pt x="86" y="88"/>
                      <a:pt x="100" y="89"/>
                    </a:cubicBezTo>
                    <a:cubicBezTo>
                      <a:pt x="107" y="89"/>
                      <a:pt x="117" y="89"/>
                      <a:pt x="123" y="93"/>
                    </a:cubicBezTo>
                    <a:cubicBezTo>
                      <a:pt x="106" y="87"/>
                      <a:pt x="93" y="73"/>
                      <a:pt x="81" y="60"/>
                    </a:cubicBezTo>
                    <a:cubicBezTo>
                      <a:pt x="70" y="49"/>
                      <a:pt x="58" y="39"/>
                      <a:pt x="46" y="28"/>
                    </a:cubicBezTo>
                    <a:cubicBezTo>
                      <a:pt x="35" y="18"/>
                      <a:pt x="26" y="6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2" name="Freeform 4403">
                <a:extLst>
                  <a:ext uri="{FF2B5EF4-FFF2-40B4-BE49-F238E27FC236}">
                    <a16:creationId xmlns:a16="http://schemas.microsoft.com/office/drawing/2014/main" id="{114C4211-18DB-42FB-A363-CE27F9B11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053"/>
                <a:ext cx="205" cy="73"/>
              </a:xfrm>
              <a:custGeom>
                <a:avLst/>
                <a:gdLst>
                  <a:gd name="T0" fmla="*/ 0 w 158"/>
                  <a:gd name="T1" fmla="*/ 1 h 56"/>
                  <a:gd name="T2" fmla="*/ 182 w 158"/>
                  <a:gd name="T3" fmla="*/ 112 h 56"/>
                  <a:gd name="T4" fmla="*/ 345 w 158"/>
                  <a:gd name="T5" fmla="*/ 116 h 56"/>
                  <a:gd name="T6" fmla="*/ 232 w 158"/>
                  <a:gd name="T7" fmla="*/ 38 h 56"/>
                  <a:gd name="T8" fmla="*/ 179 w 158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56">
                    <a:moveTo>
                      <a:pt x="0" y="1"/>
                    </a:moveTo>
                    <a:cubicBezTo>
                      <a:pt x="18" y="26"/>
                      <a:pt x="53" y="46"/>
                      <a:pt x="83" y="51"/>
                    </a:cubicBezTo>
                    <a:cubicBezTo>
                      <a:pt x="104" y="55"/>
                      <a:pt x="136" y="56"/>
                      <a:pt x="158" y="52"/>
                    </a:cubicBezTo>
                    <a:cubicBezTo>
                      <a:pt x="140" y="44"/>
                      <a:pt x="122" y="28"/>
                      <a:pt x="106" y="17"/>
                    </a:cubicBezTo>
                    <a:cubicBezTo>
                      <a:pt x="99" y="12"/>
                      <a:pt x="90" y="2"/>
                      <a:pt x="82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3" name="Freeform 4404">
                <a:extLst>
                  <a:ext uri="{FF2B5EF4-FFF2-40B4-BE49-F238E27FC236}">
                    <a16:creationId xmlns:a16="http://schemas.microsoft.com/office/drawing/2014/main" id="{4E914032-A3BE-462C-9359-619548988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21"/>
                <a:ext cx="216" cy="71"/>
              </a:xfrm>
              <a:custGeom>
                <a:avLst/>
                <a:gdLst>
                  <a:gd name="T0" fmla="*/ 0 w 166"/>
                  <a:gd name="T1" fmla="*/ 36 h 55"/>
                  <a:gd name="T2" fmla="*/ 198 w 166"/>
                  <a:gd name="T3" fmla="*/ 103 h 55"/>
                  <a:gd name="T4" fmla="*/ 366 w 166"/>
                  <a:gd name="T5" fmla="*/ 119 h 55"/>
                  <a:gd name="T6" fmla="*/ 196 w 166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6" h="55">
                    <a:moveTo>
                      <a:pt x="0" y="17"/>
                    </a:moveTo>
                    <a:cubicBezTo>
                      <a:pt x="31" y="35"/>
                      <a:pt x="52" y="50"/>
                      <a:pt x="90" y="48"/>
                    </a:cubicBezTo>
                    <a:cubicBezTo>
                      <a:pt x="113" y="47"/>
                      <a:pt x="146" y="41"/>
                      <a:pt x="166" y="55"/>
                    </a:cubicBezTo>
                    <a:cubicBezTo>
                      <a:pt x="133" y="52"/>
                      <a:pt x="121" y="3"/>
                      <a:pt x="89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4" name="Freeform 4405">
                <a:extLst>
                  <a:ext uri="{FF2B5EF4-FFF2-40B4-BE49-F238E27FC236}">
                    <a16:creationId xmlns:a16="http://schemas.microsoft.com/office/drawing/2014/main" id="{5B5D7B6D-270F-42C9-B807-8FC36D522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223"/>
                <a:ext cx="178" cy="91"/>
              </a:xfrm>
              <a:custGeom>
                <a:avLst/>
                <a:gdLst>
                  <a:gd name="T0" fmla="*/ 73 w 137"/>
                  <a:gd name="T1" fmla="*/ 0 h 70"/>
                  <a:gd name="T2" fmla="*/ 203 w 137"/>
                  <a:gd name="T3" fmla="*/ 81 h 70"/>
                  <a:gd name="T4" fmla="*/ 300 w 137"/>
                  <a:gd name="T5" fmla="*/ 153 h 70"/>
                  <a:gd name="T6" fmla="*/ 97 w 137"/>
                  <a:gd name="T7" fmla="*/ 125 h 70"/>
                  <a:gd name="T8" fmla="*/ 0 w 137"/>
                  <a:gd name="T9" fmla="*/ 11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70">
                    <a:moveTo>
                      <a:pt x="33" y="0"/>
                    </a:moveTo>
                    <a:cubicBezTo>
                      <a:pt x="55" y="5"/>
                      <a:pt x="75" y="24"/>
                      <a:pt x="92" y="37"/>
                    </a:cubicBezTo>
                    <a:cubicBezTo>
                      <a:pt x="106" y="48"/>
                      <a:pt x="123" y="60"/>
                      <a:pt x="137" y="70"/>
                    </a:cubicBezTo>
                    <a:cubicBezTo>
                      <a:pt x="106" y="68"/>
                      <a:pt x="77" y="55"/>
                      <a:pt x="45" y="57"/>
                    </a:cubicBezTo>
                    <a:cubicBezTo>
                      <a:pt x="34" y="58"/>
                      <a:pt x="5" y="66"/>
                      <a:pt x="0" y="52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5" name="Freeform 4406">
                <a:extLst>
                  <a:ext uri="{FF2B5EF4-FFF2-40B4-BE49-F238E27FC236}">
                    <a16:creationId xmlns:a16="http://schemas.microsoft.com/office/drawing/2014/main" id="{6ECCD057-C805-4043-A07C-475C20E4D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052"/>
                <a:ext cx="140" cy="27"/>
              </a:xfrm>
              <a:custGeom>
                <a:avLst/>
                <a:gdLst>
                  <a:gd name="T0" fmla="*/ 0 w 108"/>
                  <a:gd name="T1" fmla="*/ 15 h 21"/>
                  <a:gd name="T2" fmla="*/ 157 w 108"/>
                  <a:gd name="T3" fmla="*/ 24 h 21"/>
                  <a:gd name="T4" fmla="*/ 235 w 10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21">
                    <a:moveTo>
                      <a:pt x="0" y="7"/>
                    </a:moveTo>
                    <a:cubicBezTo>
                      <a:pt x="25" y="12"/>
                      <a:pt x="46" y="21"/>
                      <a:pt x="72" y="12"/>
                    </a:cubicBezTo>
                    <a:cubicBezTo>
                      <a:pt x="85" y="8"/>
                      <a:pt x="93" y="0"/>
                      <a:pt x="108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6" name="Freeform 4407">
                <a:extLst>
                  <a:ext uri="{FF2B5EF4-FFF2-40B4-BE49-F238E27FC236}">
                    <a16:creationId xmlns:a16="http://schemas.microsoft.com/office/drawing/2014/main" id="{6E68D75C-3C7E-4681-93A4-FEC79AE48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119"/>
                <a:ext cx="183" cy="89"/>
              </a:xfrm>
              <a:custGeom>
                <a:avLst/>
                <a:gdLst>
                  <a:gd name="T0" fmla="*/ 0 w 141"/>
                  <a:gd name="T1" fmla="*/ 0 h 68"/>
                  <a:gd name="T2" fmla="*/ 164 w 141"/>
                  <a:gd name="T3" fmla="*/ 45 h 68"/>
                  <a:gd name="T4" fmla="*/ 232 w 141"/>
                  <a:gd name="T5" fmla="*/ 107 h 68"/>
                  <a:gd name="T6" fmla="*/ 309 w 141"/>
                  <a:gd name="T7" fmla="*/ 152 h 68"/>
                  <a:gd name="T8" fmla="*/ 210 w 141"/>
                  <a:gd name="T9" fmla="*/ 128 h 68"/>
                  <a:gd name="T10" fmla="*/ 117 w 141"/>
                  <a:gd name="T11" fmla="*/ 116 h 68"/>
                  <a:gd name="T12" fmla="*/ 13 w 141"/>
                  <a:gd name="T13" fmla="*/ 122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68">
                    <a:moveTo>
                      <a:pt x="0" y="0"/>
                    </a:moveTo>
                    <a:cubicBezTo>
                      <a:pt x="22" y="13"/>
                      <a:pt x="52" y="5"/>
                      <a:pt x="75" y="20"/>
                    </a:cubicBezTo>
                    <a:cubicBezTo>
                      <a:pt x="87" y="27"/>
                      <a:pt x="95" y="39"/>
                      <a:pt x="106" y="48"/>
                    </a:cubicBezTo>
                    <a:cubicBezTo>
                      <a:pt x="117" y="56"/>
                      <a:pt x="130" y="61"/>
                      <a:pt x="141" y="68"/>
                    </a:cubicBezTo>
                    <a:cubicBezTo>
                      <a:pt x="126" y="67"/>
                      <a:pt x="112" y="59"/>
                      <a:pt x="96" y="57"/>
                    </a:cubicBezTo>
                    <a:cubicBezTo>
                      <a:pt x="82" y="55"/>
                      <a:pt x="67" y="53"/>
                      <a:pt x="53" y="52"/>
                    </a:cubicBezTo>
                    <a:cubicBezTo>
                      <a:pt x="38" y="51"/>
                      <a:pt x="21" y="51"/>
                      <a:pt x="6" y="54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7" name="Freeform 4408">
                <a:extLst>
                  <a:ext uri="{FF2B5EF4-FFF2-40B4-BE49-F238E27FC236}">
                    <a16:creationId xmlns:a16="http://schemas.microsoft.com/office/drawing/2014/main" id="{8D02109F-5A83-4BF5-B2D2-CC7B47B2A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236"/>
                <a:ext cx="201" cy="107"/>
              </a:xfrm>
              <a:custGeom>
                <a:avLst/>
                <a:gdLst>
                  <a:gd name="T0" fmla="*/ 0 w 154"/>
                  <a:gd name="T1" fmla="*/ 0 h 82"/>
                  <a:gd name="T2" fmla="*/ 87 w 154"/>
                  <a:gd name="T3" fmla="*/ 35 h 82"/>
                  <a:gd name="T4" fmla="*/ 205 w 154"/>
                  <a:gd name="T5" fmla="*/ 73 h 82"/>
                  <a:gd name="T6" fmla="*/ 269 w 154"/>
                  <a:gd name="T7" fmla="*/ 111 h 82"/>
                  <a:gd name="T8" fmla="*/ 342 w 154"/>
                  <a:gd name="T9" fmla="*/ 183 h 82"/>
                  <a:gd name="T10" fmla="*/ 145 w 154"/>
                  <a:gd name="T11" fmla="*/ 151 h 82"/>
                  <a:gd name="T12" fmla="*/ 46 w 154"/>
                  <a:gd name="T13" fmla="*/ 133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4" h="82">
                    <a:moveTo>
                      <a:pt x="0" y="0"/>
                    </a:moveTo>
                    <a:cubicBezTo>
                      <a:pt x="14" y="7"/>
                      <a:pt x="24" y="13"/>
                      <a:pt x="39" y="16"/>
                    </a:cubicBezTo>
                    <a:cubicBezTo>
                      <a:pt x="58" y="20"/>
                      <a:pt x="76" y="23"/>
                      <a:pt x="92" y="33"/>
                    </a:cubicBezTo>
                    <a:cubicBezTo>
                      <a:pt x="102" y="39"/>
                      <a:pt x="112" y="44"/>
                      <a:pt x="121" y="50"/>
                    </a:cubicBezTo>
                    <a:cubicBezTo>
                      <a:pt x="133" y="59"/>
                      <a:pt x="141" y="75"/>
                      <a:pt x="154" y="82"/>
                    </a:cubicBezTo>
                    <a:cubicBezTo>
                      <a:pt x="125" y="73"/>
                      <a:pt x="94" y="69"/>
                      <a:pt x="65" y="68"/>
                    </a:cubicBezTo>
                    <a:cubicBezTo>
                      <a:pt x="48" y="68"/>
                      <a:pt x="36" y="62"/>
                      <a:pt x="21" y="6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8" name="Freeform 4409">
                <a:extLst>
                  <a:ext uri="{FF2B5EF4-FFF2-40B4-BE49-F238E27FC236}">
                    <a16:creationId xmlns:a16="http://schemas.microsoft.com/office/drawing/2014/main" id="{9BF915EE-A9E8-4F63-B6C8-56D9ACA9A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093"/>
                <a:ext cx="134" cy="48"/>
              </a:xfrm>
              <a:custGeom>
                <a:avLst/>
                <a:gdLst>
                  <a:gd name="T0" fmla="*/ 0 w 103"/>
                  <a:gd name="T1" fmla="*/ 64 h 37"/>
                  <a:gd name="T2" fmla="*/ 226 w 103"/>
                  <a:gd name="T3" fmla="*/ 1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37">
                    <a:moveTo>
                      <a:pt x="0" y="29"/>
                    </a:moveTo>
                    <a:cubicBezTo>
                      <a:pt x="37" y="37"/>
                      <a:pt x="66" y="0"/>
                      <a:pt x="103" y="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9" name="Freeform 4410">
                <a:extLst>
                  <a:ext uri="{FF2B5EF4-FFF2-40B4-BE49-F238E27FC236}">
                    <a16:creationId xmlns:a16="http://schemas.microsoft.com/office/drawing/2014/main" id="{B6AB4B74-B05E-4796-A2AF-DC765084E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188"/>
                <a:ext cx="143" cy="106"/>
              </a:xfrm>
              <a:custGeom>
                <a:avLst/>
                <a:gdLst>
                  <a:gd name="T0" fmla="*/ 0 w 110"/>
                  <a:gd name="T1" fmla="*/ 0 h 81"/>
                  <a:gd name="T2" fmla="*/ 137 w 110"/>
                  <a:gd name="T3" fmla="*/ 85 h 81"/>
                  <a:gd name="T4" fmla="*/ 242 w 110"/>
                  <a:gd name="T5" fmla="*/ 174 h 81"/>
                  <a:gd name="T6" fmla="*/ 140 w 110"/>
                  <a:gd name="T7" fmla="*/ 168 h 81"/>
                  <a:gd name="T8" fmla="*/ 78 w 110"/>
                  <a:gd name="T9" fmla="*/ 173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81">
                    <a:moveTo>
                      <a:pt x="0" y="0"/>
                    </a:moveTo>
                    <a:cubicBezTo>
                      <a:pt x="19" y="4"/>
                      <a:pt x="48" y="25"/>
                      <a:pt x="62" y="38"/>
                    </a:cubicBezTo>
                    <a:cubicBezTo>
                      <a:pt x="78" y="52"/>
                      <a:pt x="94" y="64"/>
                      <a:pt x="110" y="78"/>
                    </a:cubicBezTo>
                    <a:cubicBezTo>
                      <a:pt x="94" y="75"/>
                      <a:pt x="80" y="72"/>
                      <a:pt x="64" y="75"/>
                    </a:cubicBezTo>
                    <a:cubicBezTo>
                      <a:pt x="57" y="76"/>
                      <a:pt x="39" y="81"/>
                      <a:pt x="35" y="77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0" name="Freeform 4411">
                <a:extLst>
                  <a:ext uri="{FF2B5EF4-FFF2-40B4-BE49-F238E27FC236}">
                    <a16:creationId xmlns:a16="http://schemas.microsoft.com/office/drawing/2014/main" id="{5FC2F14B-400C-4A27-9F50-E0BEA1C86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312"/>
                <a:ext cx="75" cy="112"/>
              </a:xfrm>
              <a:custGeom>
                <a:avLst/>
                <a:gdLst>
                  <a:gd name="T0" fmla="*/ 0 w 58"/>
                  <a:gd name="T1" fmla="*/ 0 h 86"/>
                  <a:gd name="T2" fmla="*/ 67 w 58"/>
                  <a:gd name="T3" fmla="*/ 90 h 86"/>
                  <a:gd name="T4" fmla="*/ 125 w 58"/>
                  <a:gd name="T5" fmla="*/ 19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86">
                    <a:moveTo>
                      <a:pt x="0" y="0"/>
                    </a:moveTo>
                    <a:cubicBezTo>
                      <a:pt x="11" y="14"/>
                      <a:pt x="22" y="25"/>
                      <a:pt x="31" y="41"/>
                    </a:cubicBezTo>
                    <a:cubicBezTo>
                      <a:pt x="39" y="57"/>
                      <a:pt x="51" y="71"/>
                      <a:pt x="58" y="86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1" name="Freeform 4412">
                <a:extLst>
                  <a:ext uri="{FF2B5EF4-FFF2-40B4-BE49-F238E27FC236}">
                    <a16:creationId xmlns:a16="http://schemas.microsoft.com/office/drawing/2014/main" id="{DA7CD18E-2542-4CAA-A1C5-AC07A741A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30"/>
                <a:ext cx="215" cy="113"/>
              </a:xfrm>
              <a:custGeom>
                <a:avLst/>
                <a:gdLst>
                  <a:gd name="T0" fmla="*/ 96 w 165"/>
                  <a:gd name="T1" fmla="*/ 0 h 87"/>
                  <a:gd name="T2" fmla="*/ 365 w 165"/>
                  <a:gd name="T3" fmla="*/ 191 h 87"/>
                  <a:gd name="T4" fmla="*/ 268 w 165"/>
                  <a:gd name="T5" fmla="*/ 158 h 87"/>
                  <a:gd name="T6" fmla="*/ 134 w 165"/>
                  <a:gd name="T7" fmla="*/ 134 h 87"/>
                  <a:gd name="T8" fmla="*/ 0 w 165"/>
                  <a:gd name="T9" fmla="*/ 109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5" h="87">
                    <a:moveTo>
                      <a:pt x="44" y="0"/>
                    </a:moveTo>
                    <a:cubicBezTo>
                      <a:pt x="92" y="17"/>
                      <a:pt x="121" y="64"/>
                      <a:pt x="165" y="87"/>
                    </a:cubicBezTo>
                    <a:cubicBezTo>
                      <a:pt x="150" y="84"/>
                      <a:pt x="135" y="77"/>
                      <a:pt x="121" y="72"/>
                    </a:cubicBezTo>
                    <a:cubicBezTo>
                      <a:pt x="101" y="66"/>
                      <a:pt x="82" y="64"/>
                      <a:pt x="61" y="61"/>
                    </a:cubicBezTo>
                    <a:cubicBezTo>
                      <a:pt x="45" y="59"/>
                      <a:pt x="12" y="58"/>
                      <a:pt x="0" y="5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2" name="Freeform 4413">
                <a:extLst>
                  <a:ext uri="{FF2B5EF4-FFF2-40B4-BE49-F238E27FC236}">
                    <a16:creationId xmlns:a16="http://schemas.microsoft.com/office/drawing/2014/main" id="{CEDD866B-48CC-4CCF-B020-FD22A3219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098"/>
                <a:ext cx="274" cy="134"/>
              </a:xfrm>
              <a:custGeom>
                <a:avLst/>
                <a:gdLst>
                  <a:gd name="T0" fmla="*/ 32 w 211"/>
                  <a:gd name="T1" fmla="*/ 176 h 103"/>
                  <a:gd name="T2" fmla="*/ 251 w 211"/>
                  <a:gd name="T3" fmla="*/ 213 h 103"/>
                  <a:gd name="T4" fmla="*/ 462 w 211"/>
                  <a:gd name="T5" fmla="*/ 212 h 103"/>
                  <a:gd name="T6" fmla="*/ 261 w 211"/>
                  <a:gd name="T7" fmla="*/ 124 h 103"/>
                  <a:gd name="T8" fmla="*/ 148 w 211"/>
                  <a:gd name="T9" fmla="*/ 64 h 103"/>
                  <a:gd name="T10" fmla="*/ 0 w 211"/>
                  <a:gd name="T11" fmla="*/ 17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1" h="103">
                    <a:moveTo>
                      <a:pt x="15" y="80"/>
                    </a:moveTo>
                    <a:cubicBezTo>
                      <a:pt x="44" y="93"/>
                      <a:pt x="82" y="95"/>
                      <a:pt x="115" y="97"/>
                    </a:cubicBezTo>
                    <a:cubicBezTo>
                      <a:pt x="143" y="99"/>
                      <a:pt x="183" y="103"/>
                      <a:pt x="211" y="96"/>
                    </a:cubicBezTo>
                    <a:cubicBezTo>
                      <a:pt x="186" y="77"/>
                      <a:pt x="148" y="69"/>
                      <a:pt x="119" y="56"/>
                    </a:cubicBezTo>
                    <a:cubicBezTo>
                      <a:pt x="101" y="48"/>
                      <a:pt x="84" y="39"/>
                      <a:pt x="68" y="29"/>
                    </a:cubicBezTo>
                    <a:cubicBezTo>
                      <a:pt x="49" y="17"/>
                      <a:pt x="24" y="0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3" name="Freeform 4414">
                <a:extLst>
                  <a:ext uri="{FF2B5EF4-FFF2-40B4-BE49-F238E27FC236}">
                    <a16:creationId xmlns:a16="http://schemas.microsoft.com/office/drawing/2014/main" id="{A03B36BE-DC51-4CBD-9590-14508F8C3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335"/>
                <a:ext cx="239" cy="108"/>
              </a:xfrm>
              <a:custGeom>
                <a:avLst/>
                <a:gdLst>
                  <a:gd name="T0" fmla="*/ 0 w 184"/>
                  <a:gd name="T1" fmla="*/ 0 h 83"/>
                  <a:gd name="T2" fmla="*/ 191 w 184"/>
                  <a:gd name="T3" fmla="*/ 51 h 83"/>
                  <a:gd name="T4" fmla="*/ 403 w 184"/>
                  <a:gd name="T5" fmla="*/ 163 h 83"/>
                  <a:gd name="T6" fmla="*/ 158 w 184"/>
                  <a:gd name="T7" fmla="*/ 183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4" h="83">
                    <a:moveTo>
                      <a:pt x="0" y="0"/>
                    </a:moveTo>
                    <a:cubicBezTo>
                      <a:pt x="29" y="8"/>
                      <a:pt x="57" y="17"/>
                      <a:pt x="87" y="23"/>
                    </a:cubicBezTo>
                    <a:cubicBezTo>
                      <a:pt x="126" y="30"/>
                      <a:pt x="150" y="56"/>
                      <a:pt x="184" y="74"/>
                    </a:cubicBezTo>
                    <a:cubicBezTo>
                      <a:pt x="149" y="75"/>
                      <a:pt x="103" y="67"/>
                      <a:pt x="72" y="83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4" name="Freeform 4415">
                <a:extLst>
                  <a:ext uri="{FF2B5EF4-FFF2-40B4-BE49-F238E27FC236}">
                    <a16:creationId xmlns:a16="http://schemas.microsoft.com/office/drawing/2014/main" id="{1558431A-6B76-4D83-9F25-B704DA67F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215"/>
                <a:ext cx="227" cy="85"/>
              </a:xfrm>
              <a:custGeom>
                <a:avLst/>
                <a:gdLst>
                  <a:gd name="T0" fmla="*/ 0 w 175"/>
                  <a:gd name="T1" fmla="*/ 99 h 65"/>
                  <a:gd name="T2" fmla="*/ 191 w 175"/>
                  <a:gd name="T3" fmla="*/ 129 h 65"/>
                  <a:gd name="T4" fmla="*/ 310 w 175"/>
                  <a:gd name="T5" fmla="*/ 122 h 65"/>
                  <a:gd name="T6" fmla="*/ 381 w 175"/>
                  <a:gd name="T7" fmla="*/ 133 h 65"/>
                  <a:gd name="T8" fmla="*/ 291 w 175"/>
                  <a:gd name="T9" fmla="*/ 94 h 65"/>
                  <a:gd name="T10" fmla="*/ 211 w 175"/>
                  <a:gd name="T11" fmla="*/ 58 h 65"/>
                  <a:gd name="T12" fmla="*/ 123 w 175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65">
                    <a:moveTo>
                      <a:pt x="0" y="44"/>
                    </a:moveTo>
                    <a:cubicBezTo>
                      <a:pt x="26" y="63"/>
                      <a:pt x="57" y="65"/>
                      <a:pt x="87" y="58"/>
                    </a:cubicBezTo>
                    <a:cubicBezTo>
                      <a:pt x="105" y="55"/>
                      <a:pt x="124" y="53"/>
                      <a:pt x="142" y="54"/>
                    </a:cubicBezTo>
                    <a:cubicBezTo>
                      <a:pt x="153" y="54"/>
                      <a:pt x="164" y="61"/>
                      <a:pt x="175" y="60"/>
                    </a:cubicBezTo>
                    <a:cubicBezTo>
                      <a:pt x="161" y="57"/>
                      <a:pt x="146" y="47"/>
                      <a:pt x="133" y="42"/>
                    </a:cubicBezTo>
                    <a:cubicBezTo>
                      <a:pt x="121" y="37"/>
                      <a:pt x="108" y="32"/>
                      <a:pt x="97" y="26"/>
                    </a:cubicBezTo>
                    <a:cubicBezTo>
                      <a:pt x="84" y="18"/>
                      <a:pt x="69" y="9"/>
                      <a:pt x="56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5" name="Freeform 4416">
                <a:extLst>
                  <a:ext uri="{FF2B5EF4-FFF2-40B4-BE49-F238E27FC236}">
                    <a16:creationId xmlns:a16="http://schemas.microsoft.com/office/drawing/2014/main" id="{57A04675-2126-4DF8-AA17-A14AB3717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442"/>
                <a:ext cx="105" cy="70"/>
              </a:xfrm>
              <a:custGeom>
                <a:avLst/>
                <a:gdLst>
                  <a:gd name="T0" fmla="*/ 0 w 80"/>
                  <a:gd name="T1" fmla="*/ 0 h 54"/>
                  <a:gd name="T2" fmla="*/ 181 w 80"/>
                  <a:gd name="T3" fmla="*/ 118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54">
                    <a:moveTo>
                      <a:pt x="0" y="0"/>
                    </a:moveTo>
                    <a:cubicBezTo>
                      <a:pt x="27" y="19"/>
                      <a:pt x="53" y="38"/>
                      <a:pt x="80" y="54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6" name="Freeform 4417">
                <a:extLst>
                  <a:ext uri="{FF2B5EF4-FFF2-40B4-BE49-F238E27FC236}">
                    <a16:creationId xmlns:a16="http://schemas.microsoft.com/office/drawing/2014/main" id="{E224A508-CE2C-4A99-AC4A-00D788B26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148"/>
                <a:ext cx="176" cy="35"/>
              </a:xfrm>
              <a:custGeom>
                <a:avLst/>
                <a:gdLst>
                  <a:gd name="T0" fmla="*/ 0 w 135"/>
                  <a:gd name="T1" fmla="*/ 52 h 27"/>
                  <a:gd name="T2" fmla="*/ 112 w 135"/>
                  <a:gd name="T3" fmla="*/ 45 h 27"/>
                  <a:gd name="T4" fmla="*/ 203 w 135"/>
                  <a:gd name="T5" fmla="*/ 23 h 27"/>
                  <a:gd name="T6" fmla="*/ 299 w 13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27">
                    <a:moveTo>
                      <a:pt x="0" y="24"/>
                    </a:moveTo>
                    <a:cubicBezTo>
                      <a:pt x="20" y="24"/>
                      <a:pt x="32" y="27"/>
                      <a:pt x="51" y="21"/>
                    </a:cubicBezTo>
                    <a:cubicBezTo>
                      <a:pt x="64" y="16"/>
                      <a:pt x="79" y="14"/>
                      <a:pt x="92" y="11"/>
                    </a:cubicBezTo>
                    <a:cubicBezTo>
                      <a:pt x="106" y="8"/>
                      <a:pt x="123" y="8"/>
                      <a:pt x="135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7" name="Freeform 4418">
                <a:extLst>
                  <a:ext uri="{FF2B5EF4-FFF2-40B4-BE49-F238E27FC236}">
                    <a16:creationId xmlns:a16="http://schemas.microsoft.com/office/drawing/2014/main" id="{81D6DAD7-756C-49B3-8EBF-1B0EBA2B6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226"/>
                <a:ext cx="204" cy="81"/>
              </a:xfrm>
              <a:custGeom>
                <a:avLst/>
                <a:gdLst>
                  <a:gd name="T0" fmla="*/ 0 w 157"/>
                  <a:gd name="T1" fmla="*/ 122 h 62"/>
                  <a:gd name="T2" fmla="*/ 175 w 157"/>
                  <a:gd name="T3" fmla="*/ 123 h 62"/>
                  <a:gd name="T4" fmla="*/ 344 w 157"/>
                  <a:gd name="T5" fmla="*/ 133 h 62"/>
                  <a:gd name="T6" fmla="*/ 175 w 157"/>
                  <a:gd name="T7" fmla="*/ 54 h 62"/>
                  <a:gd name="T8" fmla="*/ 112 w 157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62">
                    <a:moveTo>
                      <a:pt x="0" y="54"/>
                    </a:moveTo>
                    <a:cubicBezTo>
                      <a:pt x="29" y="56"/>
                      <a:pt x="50" y="62"/>
                      <a:pt x="80" y="55"/>
                    </a:cubicBezTo>
                    <a:cubicBezTo>
                      <a:pt x="109" y="48"/>
                      <a:pt x="130" y="59"/>
                      <a:pt x="157" y="60"/>
                    </a:cubicBezTo>
                    <a:cubicBezTo>
                      <a:pt x="131" y="50"/>
                      <a:pt x="102" y="42"/>
                      <a:pt x="80" y="24"/>
                    </a:cubicBezTo>
                    <a:cubicBezTo>
                      <a:pt x="70" y="16"/>
                      <a:pt x="64" y="1"/>
                      <a:pt x="51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8" name="Freeform 4419">
                <a:extLst>
                  <a:ext uri="{FF2B5EF4-FFF2-40B4-BE49-F238E27FC236}">
                    <a16:creationId xmlns:a16="http://schemas.microsoft.com/office/drawing/2014/main" id="{EC26B7B8-D33C-4E61-8A95-F97347A80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294"/>
                <a:ext cx="225" cy="104"/>
              </a:xfrm>
              <a:custGeom>
                <a:avLst/>
                <a:gdLst>
                  <a:gd name="T0" fmla="*/ 0 w 173"/>
                  <a:gd name="T1" fmla="*/ 5 h 80"/>
                  <a:gd name="T2" fmla="*/ 198 w 173"/>
                  <a:gd name="T3" fmla="*/ 72 h 80"/>
                  <a:gd name="T4" fmla="*/ 381 w 173"/>
                  <a:gd name="T5" fmla="*/ 159 h 80"/>
                  <a:gd name="T6" fmla="*/ 187 w 173"/>
                  <a:gd name="T7" fmla="*/ 168 h 80"/>
                  <a:gd name="T8" fmla="*/ 86 w 173"/>
                  <a:gd name="T9" fmla="*/ 174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80">
                    <a:moveTo>
                      <a:pt x="0" y="2"/>
                    </a:moveTo>
                    <a:cubicBezTo>
                      <a:pt x="30" y="0"/>
                      <a:pt x="64" y="19"/>
                      <a:pt x="90" y="32"/>
                    </a:cubicBezTo>
                    <a:cubicBezTo>
                      <a:pt x="116" y="45"/>
                      <a:pt x="144" y="67"/>
                      <a:pt x="173" y="72"/>
                    </a:cubicBezTo>
                    <a:cubicBezTo>
                      <a:pt x="146" y="80"/>
                      <a:pt x="113" y="74"/>
                      <a:pt x="85" y="76"/>
                    </a:cubicBezTo>
                    <a:cubicBezTo>
                      <a:pt x="69" y="78"/>
                      <a:pt x="55" y="79"/>
                      <a:pt x="39" y="79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9" name="Freeform 4420">
                <a:extLst>
                  <a:ext uri="{FF2B5EF4-FFF2-40B4-BE49-F238E27FC236}">
                    <a16:creationId xmlns:a16="http://schemas.microsoft.com/office/drawing/2014/main" id="{3961E80E-019E-4308-9EB3-A808472CF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428"/>
                <a:ext cx="193" cy="102"/>
              </a:xfrm>
              <a:custGeom>
                <a:avLst/>
                <a:gdLst>
                  <a:gd name="T0" fmla="*/ 0 w 148"/>
                  <a:gd name="T1" fmla="*/ 10 h 79"/>
                  <a:gd name="T2" fmla="*/ 158 w 148"/>
                  <a:gd name="T3" fmla="*/ 80 h 79"/>
                  <a:gd name="T4" fmla="*/ 241 w 148"/>
                  <a:gd name="T5" fmla="*/ 110 h 79"/>
                  <a:gd name="T6" fmla="*/ 329 w 148"/>
                  <a:gd name="T7" fmla="*/ 120 h 79"/>
                  <a:gd name="T8" fmla="*/ 138 w 148"/>
                  <a:gd name="T9" fmla="*/ 145 h 79"/>
                  <a:gd name="T10" fmla="*/ 51 w 148"/>
                  <a:gd name="T11" fmla="*/ 17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79">
                    <a:moveTo>
                      <a:pt x="0" y="5"/>
                    </a:moveTo>
                    <a:cubicBezTo>
                      <a:pt x="18" y="0"/>
                      <a:pt x="54" y="29"/>
                      <a:pt x="71" y="37"/>
                    </a:cubicBezTo>
                    <a:cubicBezTo>
                      <a:pt x="84" y="44"/>
                      <a:pt x="95" y="48"/>
                      <a:pt x="109" y="51"/>
                    </a:cubicBezTo>
                    <a:cubicBezTo>
                      <a:pt x="121" y="53"/>
                      <a:pt x="138" y="51"/>
                      <a:pt x="148" y="56"/>
                    </a:cubicBezTo>
                    <a:cubicBezTo>
                      <a:pt x="123" y="70"/>
                      <a:pt x="89" y="58"/>
                      <a:pt x="62" y="67"/>
                    </a:cubicBezTo>
                    <a:cubicBezTo>
                      <a:pt x="48" y="71"/>
                      <a:pt x="37" y="78"/>
                      <a:pt x="23" y="79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90" name="Freeform 4421">
                <a:extLst>
                  <a:ext uri="{FF2B5EF4-FFF2-40B4-BE49-F238E27FC236}">
                    <a16:creationId xmlns:a16="http://schemas.microsoft.com/office/drawing/2014/main" id="{1FC7CC37-7017-49C0-BF10-4176A24D9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307"/>
                <a:ext cx="232" cy="100"/>
              </a:xfrm>
              <a:custGeom>
                <a:avLst/>
                <a:gdLst>
                  <a:gd name="T0" fmla="*/ 0 w 178"/>
                  <a:gd name="T1" fmla="*/ 134 h 77"/>
                  <a:gd name="T2" fmla="*/ 231 w 178"/>
                  <a:gd name="T3" fmla="*/ 145 h 77"/>
                  <a:gd name="T4" fmla="*/ 394 w 178"/>
                  <a:gd name="T5" fmla="*/ 96 h 77"/>
                  <a:gd name="T6" fmla="*/ 276 w 178"/>
                  <a:gd name="T7" fmla="*/ 38 h 77"/>
                  <a:gd name="T8" fmla="*/ 189 w 178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77">
                    <a:moveTo>
                      <a:pt x="0" y="61"/>
                    </a:moveTo>
                    <a:cubicBezTo>
                      <a:pt x="36" y="72"/>
                      <a:pt x="67" y="77"/>
                      <a:pt x="104" y="66"/>
                    </a:cubicBezTo>
                    <a:cubicBezTo>
                      <a:pt x="126" y="61"/>
                      <a:pt x="161" y="57"/>
                      <a:pt x="178" y="44"/>
                    </a:cubicBezTo>
                    <a:cubicBezTo>
                      <a:pt x="160" y="39"/>
                      <a:pt x="143" y="24"/>
                      <a:pt x="125" y="17"/>
                    </a:cubicBezTo>
                    <a:cubicBezTo>
                      <a:pt x="111" y="12"/>
                      <a:pt x="99" y="5"/>
                      <a:pt x="85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91" name="Freeform 4422">
                <a:extLst>
                  <a:ext uri="{FF2B5EF4-FFF2-40B4-BE49-F238E27FC236}">
                    <a16:creationId xmlns:a16="http://schemas.microsoft.com/office/drawing/2014/main" id="{67AC1FBF-8B49-4A73-BF20-9F5FA3D72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161"/>
                <a:ext cx="287" cy="73"/>
              </a:xfrm>
              <a:custGeom>
                <a:avLst/>
                <a:gdLst>
                  <a:gd name="T0" fmla="*/ 0 w 221"/>
                  <a:gd name="T1" fmla="*/ 100 h 56"/>
                  <a:gd name="T2" fmla="*/ 117 w 221"/>
                  <a:gd name="T3" fmla="*/ 119 h 56"/>
                  <a:gd name="T4" fmla="*/ 248 w 221"/>
                  <a:gd name="T5" fmla="*/ 112 h 56"/>
                  <a:gd name="T6" fmla="*/ 484 w 221"/>
                  <a:gd name="T7" fmla="*/ 85 h 56"/>
                  <a:gd name="T8" fmla="*/ 403 w 221"/>
                  <a:gd name="T9" fmla="*/ 52 h 56"/>
                  <a:gd name="T10" fmla="*/ 351 w 221"/>
                  <a:gd name="T11" fmla="*/ 23 h 56"/>
                  <a:gd name="T12" fmla="*/ 281 w 221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56">
                    <a:moveTo>
                      <a:pt x="0" y="45"/>
                    </a:moveTo>
                    <a:cubicBezTo>
                      <a:pt x="14" y="51"/>
                      <a:pt x="38" y="53"/>
                      <a:pt x="53" y="54"/>
                    </a:cubicBezTo>
                    <a:cubicBezTo>
                      <a:pt x="74" y="56"/>
                      <a:pt x="93" y="55"/>
                      <a:pt x="113" y="51"/>
                    </a:cubicBezTo>
                    <a:cubicBezTo>
                      <a:pt x="150" y="43"/>
                      <a:pt x="183" y="38"/>
                      <a:pt x="221" y="38"/>
                    </a:cubicBezTo>
                    <a:cubicBezTo>
                      <a:pt x="210" y="32"/>
                      <a:pt x="196" y="30"/>
                      <a:pt x="184" y="24"/>
                    </a:cubicBezTo>
                    <a:cubicBezTo>
                      <a:pt x="176" y="20"/>
                      <a:pt x="168" y="14"/>
                      <a:pt x="160" y="11"/>
                    </a:cubicBezTo>
                    <a:cubicBezTo>
                      <a:pt x="149" y="6"/>
                      <a:pt x="138" y="5"/>
                      <a:pt x="128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92" name="Freeform 4423">
                <a:extLst>
                  <a:ext uri="{FF2B5EF4-FFF2-40B4-BE49-F238E27FC236}">
                    <a16:creationId xmlns:a16="http://schemas.microsoft.com/office/drawing/2014/main" id="{D952170B-9D20-45FE-97F1-BD7943A03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398"/>
                <a:ext cx="179" cy="97"/>
              </a:xfrm>
              <a:custGeom>
                <a:avLst/>
                <a:gdLst>
                  <a:gd name="T0" fmla="*/ 70 w 138"/>
                  <a:gd name="T1" fmla="*/ 5 h 75"/>
                  <a:gd name="T2" fmla="*/ 178 w 138"/>
                  <a:gd name="T3" fmla="*/ 44 h 75"/>
                  <a:gd name="T4" fmla="*/ 301 w 138"/>
                  <a:gd name="T5" fmla="*/ 81 h 75"/>
                  <a:gd name="T6" fmla="*/ 204 w 138"/>
                  <a:gd name="T7" fmla="*/ 109 h 75"/>
                  <a:gd name="T8" fmla="*/ 108 w 138"/>
                  <a:gd name="T9" fmla="*/ 127 h 75"/>
                  <a:gd name="T10" fmla="*/ 0 w 138"/>
                  <a:gd name="T11" fmla="*/ 162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75">
                    <a:moveTo>
                      <a:pt x="32" y="2"/>
                    </a:moveTo>
                    <a:cubicBezTo>
                      <a:pt x="47" y="0"/>
                      <a:pt x="68" y="14"/>
                      <a:pt x="82" y="20"/>
                    </a:cubicBezTo>
                    <a:cubicBezTo>
                      <a:pt x="99" y="27"/>
                      <a:pt x="119" y="37"/>
                      <a:pt x="138" y="38"/>
                    </a:cubicBezTo>
                    <a:cubicBezTo>
                      <a:pt x="122" y="36"/>
                      <a:pt x="107" y="45"/>
                      <a:pt x="93" y="50"/>
                    </a:cubicBezTo>
                    <a:cubicBezTo>
                      <a:pt x="79" y="55"/>
                      <a:pt x="64" y="55"/>
                      <a:pt x="49" y="59"/>
                    </a:cubicBezTo>
                    <a:cubicBezTo>
                      <a:pt x="33" y="64"/>
                      <a:pt x="15" y="70"/>
                      <a:pt x="0" y="75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93" name="Freeform 4424">
                <a:extLst>
                  <a:ext uri="{FF2B5EF4-FFF2-40B4-BE49-F238E27FC236}">
                    <a16:creationId xmlns:a16="http://schemas.microsoft.com/office/drawing/2014/main" id="{DF82F7C8-2283-4C71-A7E2-ABF9FCD14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26"/>
                <a:ext cx="211" cy="113"/>
              </a:xfrm>
              <a:custGeom>
                <a:avLst/>
                <a:gdLst>
                  <a:gd name="T0" fmla="*/ 9 w 162"/>
                  <a:gd name="T1" fmla="*/ 0 h 87"/>
                  <a:gd name="T2" fmla="*/ 184 w 162"/>
                  <a:gd name="T3" fmla="*/ 49 h 87"/>
                  <a:gd name="T4" fmla="*/ 358 w 162"/>
                  <a:gd name="T5" fmla="*/ 74 h 87"/>
                  <a:gd name="T6" fmla="*/ 0 w 162"/>
                  <a:gd name="T7" fmla="*/ 148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87">
                    <a:moveTo>
                      <a:pt x="4" y="0"/>
                    </a:moveTo>
                    <a:cubicBezTo>
                      <a:pt x="29" y="0"/>
                      <a:pt x="58" y="16"/>
                      <a:pt x="83" y="22"/>
                    </a:cubicBezTo>
                    <a:cubicBezTo>
                      <a:pt x="109" y="28"/>
                      <a:pt x="135" y="34"/>
                      <a:pt x="162" y="34"/>
                    </a:cubicBezTo>
                    <a:cubicBezTo>
                      <a:pt x="152" y="38"/>
                      <a:pt x="5" y="87"/>
                      <a:pt x="0" y="68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94" name="Freeform 4425">
                <a:extLst>
                  <a:ext uri="{FF2B5EF4-FFF2-40B4-BE49-F238E27FC236}">
                    <a16:creationId xmlns:a16="http://schemas.microsoft.com/office/drawing/2014/main" id="{C18C70CB-AF71-4BBE-9018-F185C81C8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359"/>
                <a:ext cx="233" cy="87"/>
              </a:xfrm>
              <a:custGeom>
                <a:avLst/>
                <a:gdLst>
                  <a:gd name="T0" fmla="*/ 0 w 179"/>
                  <a:gd name="T1" fmla="*/ 10 h 67"/>
                  <a:gd name="T2" fmla="*/ 394 w 179"/>
                  <a:gd name="T3" fmla="*/ 81 h 67"/>
                  <a:gd name="T4" fmla="*/ 130 w 179"/>
                  <a:gd name="T5" fmla="*/ 117 h 67"/>
                  <a:gd name="T6" fmla="*/ 17 w 179"/>
                  <a:gd name="T7" fmla="*/ 145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67">
                    <a:moveTo>
                      <a:pt x="0" y="5"/>
                    </a:moveTo>
                    <a:cubicBezTo>
                      <a:pt x="56" y="0"/>
                      <a:pt x="124" y="59"/>
                      <a:pt x="179" y="37"/>
                    </a:cubicBezTo>
                    <a:cubicBezTo>
                      <a:pt x="142" y="49"/>
                      <a:pt x="96" y="44"/>
                      <a:pt x="59" y="53"/>
                    </a:cubicBezTo>
                    <a:cubicBezTo>
                      <a:pt x="43" y="57"/>
                      <a:pt x="24" y="67"/>
                      <a:pt x="8" y="66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95" name="Freeform 4426">
                <a:extLst>
                  <a:ext uri="{FF2B5EF4-FFF2-40B4-BE49-F238E27FC236}">
                    <a16:creationId xmlns:a16="http://schemas.microsoft.com/office/drawing/2014/main" id="{C7FC6587-4244-48A2-9385-BBCD6466A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249"/>
                <a:ext cx="123" cy="25"/>
              </a:xfrm>
              <a:custGeom>
                <a:avLst/>
                <a:gdLst>
                  <a:gd name="T0" fmla="*/ 0 w 94"/>
                  <a:gd name="T1" fmla="*/ 29 h 19"/>
                  <a:gd name="T2" fmla="*/ 115 w 94"/>
                  <a:gd name="T3" fmla="*/ 28 h 19"/>
                  <a:gd name="T4" fmla="*/ 211 w 9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9">
                    <a:moveTo>
                      <a:pt x="0" y="13"/>
                    </a:moveTo>
                    <a:cubicBezTo>
                      <a:pt x="11" y="19"/>
                      <a:pt x="38" y="14"/>
                      <a:pt x="51" y="12"/>
                    </a:cubicBezTo>
                    <a:cubicBezTo>
                      <a:pt x="66" y="10"/>
                      <a:pt x="79" y="3"/>
                      <a:pt x="94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96" name="Freeform 4427">
                <a:extLst>
                  <a:ext uri="{FF2B5EF4-FFF2-40B4-BE49-F238E27FC236}">
                    <a16:creationId xmlns:a16="http://schemas.microsoft.com/office/drawing/2014/main" id="{8CCE9FB4-4854-483A-9365-A4F6B0162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178"/>
                <a:ext cx="192" cy="48"/>
              </a:xfrm>
              <a:custGeom>
                <a:avLst/>
                <a:gdLst>
                  <a:gd name="T0" fmla="*/ 0 w 147"/>
                  <a:gd name="T1" fmla="*/ 52 h 37"/>
                  <a:gd name="T2" fmla="*/ 328 w 147"/>
                  <a:gd name="T3" fmla="*/ 5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7" h="37">
                    <a:moveTo>
                      <a:pt x="0" y="24"/>
                    </a:moveTo>
                    <a:cubicBezTo>
                      <a:pt x="47" y="37"/>
                      <a:pt x="97" y="0"/>
                      <a:pt x="147" y="2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97" name="Freeform 4428">
                <a:extLst>
                  <a:ext uri="{FF2B5EF4-FFF2-40B4-BE49-F238E27FC236}">
                    <a16:creationId xmlns:a16="http://schemas.microsoft.com/office/drawing/2014/main" id="{32D8CF68-1DE4-42CE-8A0D-7B7F4ACA5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291"/>
                <a:ext cx="185" cy="43"/>
              </a:xfrm>
              <a:custGeom>
                <a:avLst/>
                <a:gdLst>
                  <a:gd name="T0" fmla="*/ 0 w 142"/>
                  <a:gd name="T1" fmla="*/ 0 h 33"/>
                  <a:gd name="T2" fmla="*/ 169 w 142"/>
                  <a:gd name="T3" fmla="*/ 27 h 33"/>
                  <a:gd name="T4" fmla="*/ 314 w 142"/>
                  <a:gd name="T5" fmla="*/ 7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33">
                    <a:moveTo>
                      <a:pt x="0" y="0"/>
                    </a:moveTo>
                    <a:cubicBezTo>
                      <a:pt x="28" y="0"/>
                      <a:pt x="51" y="0"/>
                      <a:pt x="77" y="12"/>
                    </a:cubicBezTo>
                    <a:cubicBezTo>
                      <a:pt x="98" y="22"/>
                      <a:pt x="119" y="31"/>
                      <a:pt x="142" y="33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98" name="Freeform 4429">
                <a:extLst>
                  <a:ext uri="{FF2B5EF4-FFF2-40B4-BE49-F238E27FC236}">
                    <a16:creationId xmlns:a16="http://schemas.microsoft.com/office/drawing/2014/main" id="{DA2E6031-C915-48AD-8A9E-B8AFF81DD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496"/>
                <a:ext cx="177" cy="84"/>
              </a:xfrm>
              <a:custGeom>
                <a:avLst/>
                <a:gdLst>
                  <a:gd name="T0" fmla="*/ 0 w 136"/>
                  <a:gd name="T1" fmla="*/ 0 h 64"/>
                  <a:gd name="T2" fmla="*/ 203 w 136"/>
                  <a:gd name="T3" fmla="*/ 88 h 64"/>
                  <a:gd name="T4" fmla="*/ 299 w 136"/>
                  <a:gd name="T5" fmla="*/ 144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64">
                    <a:moveTo>
                      <a:pt x="0" y="0"/>
                    </a:moveTo>
                    <a:cubicBezTo>
                      <a:pt x="30" y="15"/>
                      <a:pt x="64" y="21"/>
                      <a:pt x="92" y="39"/>
                    </a:cubicBezTo>
                    <a:cubicBezTo>
                      <a:pt x="106" y="47"/>
                      <a:pt x="120" y="63"/>
                      <a:pt x="136" y="64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99" name="Freeform 4430">
                <a:extLst>
                  <a:ext uri="{FF2B5EF4-FFF2-40B4-BE49-F238E27FC236}">
                    <a16:creationId xmlns:a16="http://schemas.microsoft.com/office/drawing/2014/main" id="{C4E6F33F-0C24-4361-9003-78B455D6B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446"/>
                <a:ext cx="228" cy="101"/>
              </a:xfrm>
              <a:custGeom>
                <a:avLst/>
                <a:gdLst>
                  <a:gd name="T0" fmla="*/ 0 w 175"/>
                  <a:gd name="T1" fmla="*/ 146 h 78"/>
                  <a:gd name="T2" fmla="*/ 212 w 175"/>
                  <a:gd name="T3" fmla="*/ 148 h 78"/>
                  <a:gd name="T4" fmla="*/ 387 w 175"/>
                  <a:gd name="T5" fmla="*/ 110 h 78"/>
                  <a:gd name="T6" fmla="*/ 297 w 175"/>
                  <a:gd name="T7" fmla="*/ 61 h 78"/>
                  <a:gd name="T8" fmla="*/ 219 w 175"/>
                  <a:gd name="T9" fmla="*/ 10 h 78"/>
                  <a:gd name="T10" fmla="*/ 124 w 175"/>
                  <a:gd name="T11" fmla="*/ 1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5" h="78">
                    <a:moveTo>
                      <a:pt x="0" y="67"/>
                    </a:moveTo>
                    <a:cubicBezTo>
                      <a:pt x="33" y="78"/>
                      <a:pt x="63" y="76"/>
                      <a:pt x="96" y="68"/>
                    </a:cubicBezTo>
                    <a:cubicBezTo>
                      <a:pt x="119" y="63"/>
                      <a:pt x="155" y="63"/>
                      <a:pt x="175" y="51"/>
                    </a:cubicBezTo>
                    <a:cubicBezTo>
                      <a:pt x="163" y="42"/>
                      <a:pt x="147" y="37"/>
                      <a:pt x="134" y="28"/>
                    </a:cubicBezTo>
                    <a:cubicBezTo>
                      <a:pt x="123" y="20"/>
                      <a:pt x="112" y="9"/>
                      <a:pt x="99" y="5"/>
                    </a:cubicBezTo>
                    <a:cubicBezTo>
                      <a:pt x="86" y="0"/>
                      <a:pt x="70" y="1"/>
                      <a:pt x="56" y="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0" name="Freeform 4431">
                <a:extLst>
                  <a:ext uri="{FF2B5EF4-FFF2-40B4-BE49-F238E27FC236}">
                    <a16:creationId xmlns:a16="http://schemas.microsoft.com/office/drawing/2014/main" id="{660340D5-CCBE-45F0-9FD8-791C0B1AA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506"/>
                <a:ext cx="73" cy="9"/>
              </a:xfrm>
              <a:custGeom>
                <a:avLst/>
                <a:gdLst>
                  <a:gd name="T0" fmla="*/ 0 w 56"/>
                  <a:gd name="T1" fmla="*/ 1 h 7"/>
                  <a:gd name="T2" fmla="*/ 124 w 5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7">
                    <a:moveTo>
                      <a:pt x="0" y="1"/>
                    </a:moveTo>
                    <a:cubicBezTo>
                      <a:pt x="13" y="7"/>
                      <a:pt x="45" y="7"/>
                      <a:pt x="56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1" name="Freeform 4432">
                <a:extLst>
                  <a:ext uri="{FF2B5EF4-FFF2-40B4-BE49-F238E27FC236}">
                    <a16:creationId xmlns:a16="http://schemas.microsoft.com/office/drawing/2014/main" id="{6AB9B509-95C4-4429-8762-0A029E410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102"/>
                <a:ext cx="112" cy="147"/>
              </a:xfrm>
              <a:custGeom>
                <a:avLst/>
                <a:gdLst>
                  <a:gd name="T0" fmla="*/ 0 w 86"/>
                  <a:gd name="T1" fmla="*/ 248 h 113"/>
                  <a:gd name="T2" fmla="*/ 56 w 86"/>
                  <a:gd name="T3" fmla="*/ 215 h 113"/>
                  <a:gd name="T4" fmla="*/ 102 w 86"/>
                  <a:gd name="T5" fmla="*/ 187 h 113"/>
                  <a:gd name="T6" fmla="*/ 167 w 86"/>
                  <a:gd name="T7" fmla="*/ 127 h 113"/>
                  <a:gd name="T8" fmla="*/ 173 w 86"/>
                  <a:gd name="T9" fmla="*/ 0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13">
                    <a:moveTo>
                      <a:pt x="0" y="113"/>
                    </a:moveTo>
                    <a:cubicBezTo>
                      <a:pt x="9" y="112"/>
                      <a:pt x="17" y="103"/>
                      <a:pt x="25" y="98"/>
                    </a:cubicBezTo>
                    <a:cubicBezTo>
                      <a:pt x="31" y="93"/>
                      <a:pt x="39" y="90"/>
                      <a:pt x="46" y="85"/>
                    </a:cubicBezTo>
                    <a:cubicBezTo>
                      <a:pt x="58" y="78"/>
                      <a:pt x="66" y="69"/>
                      <a:pt x="75" y="58"/>
                    </a:cubicBezTo>
                    <a:cubicBezTo>
                      <a:pt x="86" y="44"/>
                      <a:pt x="85" y="16"/>
                      <a:pt x="78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2" name="Freeform 4433">
                <a:extLst>
                  <a:ext uri="{FF2B5EF4-FFF2-40B4-BE49-F238E27FC236}">
                    <a16:creationId xmlns:a16="http://schemas.microsoft.com/office/drawing/2014/main" id="{15E05F11-370A-41DC-91EC-9B23C2171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426"/>
                <a:ext cx="118" cy="81"/>
              </a:xfrm>
              <a:custGeom>
                <a:avLst/>
                <a:gdLst>
                  <a:gd name="T0" fmla="*/ 0 w 91"/>
                  <a:gd name="T1" fmla="*/ 138 h 62"/>
                  <a:gd name="T2" fmla="*/ 35 w 91"/>
                  <a:gd name="T3" fmla="*/ 115 h 62"/>
                  <a:gd name="T4" fmla="*/ 89 w 91"/>
                  <a:gd name="T5" fmla="*/ 65 h 62"/>
                  <a:gd name="T6" fmla="*/ 154 w 91"/>
                  <a:gd name="T7" fmla="*/ 16 h 62"/>
                  <a:gd name="T8" fmla="*/ 191 w 91"/>
                  <a:gd name="T9" fmla="*/ 10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2">
                    <a:moveTo>
                      <a:pt x="0" y="62"/>
                    </a:moveTo>
                    <a:cubicBezTo>
                      <a:pt x="0" y="57"/>
                      <a:pt x="11" y="54"/>
                      <a:pt x="16" y="51"/>
                    </a:cubicBezTo>
                    <a:cubicBezTo>
                      <a:pt x="25" y="45"/>
                      <a:pt x="32" y="37"/>
                      <a:pt x="41" y="29"/>
                    </a:cubicBezTo>
                    <a:cubicBezTo>
                      <a:pt x="49" y="23"/>
                      <a:pt x="61" y="10"/>
                      <a:pt x="71" y="7"/>
                    </a:cubicBezTo>
                    <a:cubicBezTo>
                      <a:pt x="88" y="0"/>
                      <a:pt x="91" y="35"/>
                      <a:pt x="87" y="48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3" name="Freeform 4434">
                <a:extLst>
                  <a:ext uri="{FF2B5EF4-FFF2-40B4-BE49-F238E27FC236}">
                    <a16:creationId xmlns:a16="http://schemas.microsoft.com/office/drawing/2014/main" id="{733F3051-DADF-4ECA-BE51-545052542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355"/>
                <a:ext cx="104" cy="83"/>
              </a:xfrm>
              <a:custGeom>
                <a:avLst/>
                <a:gdLst>
                  <a:gd name="T0" fmla="*/ 0 w 80"/>
                  <a:gd name="T1" fmla="*/ 87 h 64"/>
                  <a:gd name="T2" fmla="*/ 64 w 80"/>
                  <a:gd name="T3" fmla="*/ 57 h 64"/>
                  <a:gd name="T4" fmla="*/ 105 w 80"/>
                  <a:gd name="T5" fmla="*/ 32 h 64"/>
                  <a:gd name="T6" fmla="*/ 153 w 80"/>
                  <a:gd name="T7" fmla="*/ 32 h 64"/>
                  <a:gd name="T8" fmla="*/ 139 w 80"/>
                  <a:gd name="T9" fmla="*/ 14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64">
                    <a:moveTo>
                      <a:pt x="0" y="40"/>
                    </a:moveTo>
                    <a:cubicBezTo>
                      <a:pt x="3" y="35"/>
                      <a:pt x="21" y="30"/>
                      <a:pt x="29" y="26"/>
                    </a:cubicBezTo>
                    <a:cubicBezTo>
                      <a:pt x="36" y="23"/>
                      <a:pt x="42" y="19"/>
                      <a:pt x="48" y="15"/>
                    </a:cubicBezTo>
                    <a:cubicBezTo>
                      <a:pt x="58" y="9"/>
                      <a:pt x="65" y="0"/>
                      <a:pt x="70" y="15"/>
                    </a:cubicBezTo>
                    <a:cubicBezTo>
                      <a:pt x="75" y="28"/>
                      <a:pt x="80" y="58"/>
                      <a:pt x="63" y="64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4" name="Freeform 4435">
                <a:extLst>
                  <a:ext uri="{FF2B5EF4-FFF2-40B4-BE49-F238E27FC236}">
                    <a16:creationId xmlns:a16="http://schemas.microsoft.com/office/drawing/2014/main" id="{E136EAF1-2785-4727-AD11-85DC49A2B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299"/>
                <a:ext cx="93" cy="65"/>
              </a:xfrm>
              <a:custGeom>
                <a:avLst/>
                <a:gdLst>
                  <a:gd name="T0" fmla="*/ 132 w 72"/>
                  <a:gd name="T1" fmla="*/ 111 h 50"/>
                  <a:gd name="T2" fmla="*/ 149 w 72"/>
                  <a:gd name="T3" fmla="*/ 38 h 50"/>
                  <a:gd name="T4" fmla="*/ 109 w 72"/>
                  <a:gd name="T5" fmla="*/ 16 h 50"/>
                  <a:gd name="T6" fmla="*/ 0 w 72"/>
                  <a:gd name="T7" fmla="*/ 6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50">
                    <a:moveTo>
                      <a:pt x="61" y="50"/>
                    </a:moveTo>
                    <a:cubicBezTo>
                      <a:pt x="72" y="44"/>
                      <a:pt x="72" y="28"/>
                      <a:pt x="69" y="17"/>
                    </a:cubicBezTo>
                    <a:cubicBezTo>
                      <a:pt x="65" y="3"/>
                      <a:pt x="62" y="0"/>
                      <a:pt x="50" y="7"/>
                    </a:cubicBezTo>
                    <a:cubicBezTo>
                      <a:pt x="34" y="15"/>
                      <a:pt x="15" y="15"/>
                      <a:pt x="0" y="27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5" name="Freeform 4436">
                <a:extLst>
                  <a:ext uri="{FF2B5EF4-FFF2-40B4-BE49-F238E27FC236}">
                    <a16:creationId xmlns:a16="http://schemas.microsoft.com/office/drawing/2014/main" id="{8910DD44-7A05-45D5-8A6C-087605B0A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2163"/>
                <a:ext cx="36" cy="142"/>
              </a:xfrm>
              <a:custGeom>
                <a:avLst/>
                <a:gdLst>
                  <a:gd name="T0" fmla="*/ 0 w 28"/>
                  <a:gd name="T1" fmla="*/ 241 h 109"/>
                  <a:gd name="T2" fmla="*/ 45 w 28"/>
                  <a:gd name="T3" fmla="*/ 192 h 109"/>
                  <a:gd name="T4" fmla="*/ 50 w 28"/>
                  <a:gd name="T5" fmla="*/ 108 h 109"/>
                  <a:gd name="T6" fmla="*/ 24 w 28"/>
                  <a:gd name="T7" fmla="*/ 38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9">
                    <a:moveTo>
                      <a:pt x="0" y="109"/>
                    </a:moveTo>
                    <a:cubicBezTo>
                      <a:pt x="9" y="101"/>
                      <a:pt x="18" y="101"/>
                      <a:pt x="21" y="87"/>
                    </a:cubicBezTo>
                    <a:cubicBezTo>
                      <a:pt x="23" y="75"/>
                      <a:pt x="22" y="61"/>
                      <a:pt x="23" y="49"/>
                    </a:cubicBezTo>
                    <a:cubicBezTo>
                      <a:pt x="23" y="44"/>
                      <a:pt x="28" y="0"/>
                      <a:pt x="12" y="17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6" name="Freeform 4437">
                <a:extLst>
                  <a:ext uri="{FF2B5EF4-FFF2-40B4-BE49-F238E27FC236}">
                    <a16:creationId xmlns:a16="http://schemas.microsoft.com/office/drawing/2014/main" id="{AB771C89-1F85-4A83-8EB4-0223938D9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033"/>
                <a:ext cx="106" cy="214"/>
              </a:xfrm>
              <a:custGeom>
                <a:avLst/>
                <a:gdLst>
                  <a:gd name="T0" fmla="*/ 0 w 82"/>
                  <a:gd name="T1" fmla="*/ 328 h 164"/>
                  <a:gd name="T2" fmla="*/ 8 w 82"/>
                  <a:gd name="T3" fmla="*/ 364 h 164"/>
                  <a:gd name="T4" fmla="*/ 124 w 82"/>
                  <a:gd name="T5" fmla="*/ 261 h 164"/>
                  <a:gd name="T6" fmla="*/ 162 w 82"/>
                  <a:gd name="T7" fmla="*/ 167 h 164"/>
                  <a:gd name="T8" fmla="*/ 109 w 82"/>
                  <a:gd name="T9" fmla="*/ 21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164">
                    <a:moveTo>
                      <a:pt x="0" y="147"/>
                    </a:moveTo>
                    <a:cubicBezTo>
                      <a:pt x="1" y="153"/>
                      <a:pt x="1" y="160"/>
                      <a:pt x="4" y="164"/>
                    </a:cubicBezTo>
                    <a:cubicBezTo>
                      <a:pt x="24" y="161"/>
                      <a:pt x="43" y="132"/>
                      <a:pt x="57" y="117"/>
                    </a:cubicBezTo>
                    <a:cubicBezTo>
                      <a:pt x="70" y="103"/>
                      <a:pt x="76" y="95"/>
                      <a:pt x="75" y="75"/>
                    </a:cubicBezTo>
                    <a:cubicBezTo>
                      <a:pt x="75" y="55"/>
                      <a:pt x="82" y="0"/>
                      <a:pt x="50" y="9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7" name="Freeform 4438">
                <a:extLst>
                  <a:ext uri="{FF2B5EF4-FFF2-40B4-BE49-F238E27FC236}">
                    <a16:creationId xmlns:a16="http://schemas.microsoft.com/office/drawing/2014/main" id="{1AB6A045-2688-4BBF-84A5-D8F9E49DC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2243"/>
                <a:ext cx="18" cy="31"/>
              </a:xfrm>
              <a:custGeom>
                <a:avLst/>
                <a:gdLst>
                  <a:gd name="T0" fmla="*/ 30 w 14"/>
                  <a:gd name="T1" fmla="*/ 0 h 24"/>
                  <a:gd name="T2" fmla="*/ 6 w 14"/>
                  <a:gd name="T3" fmla="*/ 28 h 24"/>
                  <a:gd name="T4" fmla="*/ 0 w 14"/>
                  <a:gd name="T5" fmla="*/ 5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cubicBezTo>
                      <a:pt x="10" y="5"/>
                      <a:pt x="5" y="7"/>
                      <a:pt x="3" y="13"/>
                    </a:cubicBezTo>
                    <a:cubicBezTo>
                      <a:pt x="1" y="17"/>
                      <a:pt x="1" y="20"/>
                      <a:pt x="0" y="24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8" name="Freeform 4439">
                <a:extLst>
                  <a:ext uri="{FF2B5EF4-FFF2-40B4-BE49-F238E27FC236}">
                    <a16:creationId xmlns:a16="http://schemas.microsoft.com/office/drawing/2014/main" id="{A28CBEB9-5A98-404A-AB00-BBBF133E9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295"/>
                <a:ext cx="6" cy="22"/>
              </a:xfrm>
              <a:custGeom>
                <a:avLst/>
                <a:gdLst>
                  <a:gd name="T0" fmla="*/ 8 w 5"/>
                  <a:gd name="T1" fmla="*/ 0 h 17"/>
                  <a:gd name="T2" fmla="*/ 0 w 5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2" y="2"/>
                      <a:pt x="0" y="13"/>
                      <a:pt x="0" y="17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9" name="Freeform 4440">
                <a:extLst>
                  <a:ext uri="{FF2B5EF4-FFF2-40B4-BE49-F238E27FC236}">
                    <a16:creationId xmlns:a16="http://schemas.microsoft.com/office/drawing/2014/main" id="{FFAFD25C-E3F1-476E-ABCD-ACA6F4081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355"/>
                <a:ext cx="1" cy="15"/>
              </a:xfrm>
              <a:custGeom>
                <a:avLst/>
                <a:gdLst>
                  <a:gd name="T0" fmla="*/ 1 w 1"/>
                  <a:gd name="T1" fmla="*/ 0 h 12"/>
                  <a:gd name="T2" fmla="*/ 1 w 1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1" y="0"/>
                    </a:moveTo>
                    <a:cubicBezTo>
                      <a:pt x="0" y="6"/>
                      <a:pt x="1" y="10"/>
                      <a:pt x="1" y="12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0" name="Freeform 4441">
                <a:extLst>
                  <a:ext uri="{FF2B5EF4-FFF2-40B4-BE49-F238E27FC236}">
                    <a16:creationId xmlns:a16="http://schemas.microsoft.com/office/drawing/2014/main" id="{72B08D8D-8E2C-45FA-87E2-45C3F56B2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418"/>
                <a:ext cx="4" cy="16"/>
              </a:xfrm>
              <a:custGeom>
                <a:avLst/>
                <a:gdLst>
                  <a:gd name="T0" fmla="*/ 0 w 3"/>
                  <a:gd name="T1" fmla="*/ 0 h 12"/>
                  <a:gd name="T2" fmla="*/ 7 w 3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1" y="4"/>
                      <a:pt x="1" y="9"/>
                      <a:pt x="3" y="12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1" name="Freeform 4442">
                <a:extLst>
                  <a:ext uri="{FF2B5EF4-FFF2-40B4-BE49-F238E27FC236}">
                    <a16:creationId xmlns:a16="http://schemas.microsoft.com/office/drawing/2014/main" id="{4BA7B004-EFC2-41B1-BEE2-3B9A8D2B3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297"/>
                <a:ext cx="122" cy="110"/>
              </a:xfrm>
              <a:custGeom>
                <a:avLst/>
                <a:gdLst>
                  <a:gd name="T0" fmla="*/ 186 w 94"/>
                  <a:gd name="T1" fmla="*/ 189 h 84"/>
                  <a:gd name="T2" fmla="*/ 200 w 94"/>
                  <a:gd name="T3" fmla="*/ 122 h 84"/>
                  <a:gd name="T4" fmla="*/ 204 w 94"/>
                  <a:gd name="T5" fmla="*/ 38 h 84"/>
                  <a:gd name="T6" fmla="*/ 191 w 94"/>
                  <a:gd name="T7" fmla="*/ 5 h 84"/>
                  <a:gd name="T8" fmla="*/ 135 w 94"/>
                  <a:gd name="T9" fmla="*/ 34 h 84"/>
                  <a:gd name="T10" fmla="*/ 52 w 94"/>
                  <a:gd name="T11" fmla="*/ 117 h 84"/>
                  <a:gd name="T12" fmla="*/ 0 w 94"/>
                  <a:gd name="T13" fmla="*/ 151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84">
                    <a:moveTo>
                      <a:pt x="85" y="84"/>
                    </a:moveTo>
                    <a:cubicBezTo>
                      <a:pt x="91" y="78"/>
                      <a:pt x="91" y="63"/>
                      <a:pt x="92" y="54"/>
                    </a:cubicBezTo>
                    <a:cubicBezTo>
                      <a:pt x="94" y="42"/>
                      <a:pt x="94" y="29"/>
                      <a:pt x="93" y="17"/>
                    </a:cubicBezTo>
                    <a:cubicBezTo>
                      <a:pt x="92" y="13"/>
                      <a:pt x="91" y="4"/>
                      <a:pt x="87" y="2"/>
                    </a:cubicBezTo>
                    <a:cubicBezTo>
                      <a:pt x="81" y="0"/>
                      <a:pt x="66" y="11"/>
                      <a:pt x="62" y="15"/>
                    </a:cubicBezTo>
                    <a:cubicBezTo>
                      <a:pt x="48" y="26"/>
                      <a:pt x="36" y="39"/>
                      <a:pt x="24" y="52"/>
                    </a:cubicBezTo>
                    <a:cubicBezTo>
                      <a:pt x="21" y="55"/>
                      <a:pt x="4" y="75"/>
                      <a:pt x="0" y="67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2" name="Freeform 4443">
                <a:extLst>
                  <a:ext uri="{FF2B5EF4-FFF2-40B4-BE49-F238E27FC236}">
                    <a16:creationId xmlns:a16="http://schemas.microsoft.com/office/drawing/2014/main" id="{5A76BC57-BFBA-4C04-BCE4-9640C15E3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473"/>
                <a:ext cx="9" cy="5"/>
              </a:xfrm>
              <a:custGeom>
                <a:avLst/>
                <a:gdLst>
                  <a:gd name="T0" fmla="*/ 0 w 7"/>
                  <a:gd name="T1" fmla="*/ 0 h 4"/>
                  <a:gd name="T2" fmla="*/ 15 w 7"/>
                  <a:gd name="T3" fmla="*/ 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3"/>
                      <a:pt x="5" y="4"/>
                      <a:pt x="7" y="3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3" name="Freeform 4444">
                <a:extLst>
                  <a:ext uri="{FF2B5EF4-FFF2-40B4-BE49-F238E27FC236}">
                    <a16:creationId xmlns:a16="http://schemas.microsoft.com/office/drawing/2014/main" id="{B8640762-CE99-42A2-BC5A-86C8CEB0E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387"/>
                <a:ext cx="8" cy="15"/>
              </a:xfrm>
              <a:custGeom>
                <a:avLst/>
                <a:gdLst>
                  <a:gd name="T0" fmla="*/ 15 w 6"/>
                  <a:gd name="T1" fmla="*/ 0 h 11"/>
                  <a:gd name="T2" fmla="*/ 0 w 6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3" y="2"/>
                      <a:pt x="1" y="7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4" name="Freeform 4445">
                <a:extLst>
                  <a:ext uri="{FF2B5EF4-FFF2-40B4-BE49-F238E27FC236}">
                    <a16:creationId xmlns:a16="http://schemas.microsoft.com/office/drawing/2014/main" id="{230B0539-7C22-4868-AF82-42DCE385F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170"/>
                <a:ext cx="21" cy="131"/>
              </a:xfrm>
              <a:custGeom>
                <a:avLst/>
                <a:gdLst>
                  <a:gd name="T0" fmla="*/ 0 w 16"/>
                  <a:gd name="T1" fmla="*/ 0 h 101"/>
                  <a:gd name="T2" fmla="*/ 32 w 16"/>
                  <a:gd name="T3" fmla="*/ 30 h 101"/>
                  <a:gd name="T4" fmla="*/ 32 w 16"/>
                  <a:gd name="T5" fmla="*/ 113 h 101"/>
                  <a:gd name="T6" fmla="*/ 14 w 16"/>
                  <a:gd name="T7" fmla="*/ 220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1">
                    <a:moveTo>
                      <a:pt x="0" y="0"/>
                    </a:moveTo>
                    <a:cubicBezTo>
                      <a:pt x="9" y="3"/>
                      <a:pt x="12" y="2"/>
                      <a:pt x="14" y="14"/>
                    </a:cubicBezTo>
                    <a:cubicBezTo>
                      <a:pt x="16" y="26"/>
                      <a:pt x="15" y="40"/>
                      <a:pt x="14" y="52"/>
                    </a:cubicBezTo>
                    <a:cubicBezTo>
                      <a:pt x="14" y="60"/>
                      <a:pt x="15" y="100"/>
                      <a:pt x="6" y="10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5" name="Freeform 4446">
                <a:extLst>
                  <a:ext uri="{FF2B5EF4-FFF2-40B4-BE49-F238E27FC236}">
                    <a16:creationId xmlns:a16="http://schemas.microsoft.com/office/drawing/2014/main" id="{857D369F-C8C9-40CC-B19E-E3FA9BCA0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023"/>
                <a:ext cx="9" cy="31"/>
              </a:xfrm>
              <a:custGeom>
                <a:avLst/>
                <a:gdLst>
                  <a:gd name="T0" fmla="*/ 15 w 7"/>
                  <a:gd name="T1" fmla="*/ 0 h 24"/>
                  <a:gd name="T2" fmla="*/ 5 w 7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4">
                    <a:moveTo>
                      <a:pt x="7" y="0"/>
                    </a:moveTo>
                    <a:cubicBezTo>
                      <a:pt x="2" y="5"/>
                      <a:pt x="0" y="17"/>
                      <a:pt x="2" y="24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6" name="Freeform 4447">
                <a:extLst>
                  <a:ext uri="{FF2B5EF4-FFF2-40B4-BE49-F238E27FC236}">
                    <a16:creationId xmlns:a16="http://schemas.microsoft.com/office/drawing/2014/main" id="{B54EE1AD-D7AA-4E24-A8C7-90637171E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961"/>
                <a:ext cx="105" cy="156"/>
              </a:xfrm>
              <a:custGeom>
                <a:avLst/>
                <a:gdLst>
                  <a:gd name="T0" fmla="*/ 0 w 81"/>
                  <a:gd name="T1" fmla="*/ 243 h 120"/>
                  <a:gd name="T2" fmla="*/ 35 w 81"/>
                  <a:gd name="T3" fmla="*/ 233 h 120"/>
                  <a:gd name="T4" fmla="*/ 86 w 81"/>
                  <a:gd name="T5" fmla="*/ 190 h 120"/>
                  <a:gd name="T6" fmla="*/ 163 w 81"/>
                  <a:gd name="T7" fmla="*/ 122 h 120"/>
                  <a:gd name="T8" fmla="*/ 159 w 81"/>
                  <a:gd name="T9" fmla="*/ 29 h 120"/>
                  <a:gd name="T10" fmla="*/ 131 w 81"/>
                  <a:gd name="T11" fmla="*/ 0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120">
                    <a:moveTo>
                      <a:pt x="0" y="111"/>
                    </a:moveTo>
                    <a:cubicBezTo>
                      <a:pt x="4" y="120"/>
                      <a:pt x="12" y="109"/>
                      <a:pt x="16" y="106"/>
                    </a:cubicBezTo>
                    <a:cubicBezTo>
                      <a:pt x="23" y="99"/>
                      <a:pt x="31" y="92"/>
                      <a:pt x="39" y="86"/>
                    </a:cubicBezTo>
                    <a:cubicBezTo>
                      <a:pt x="51" y="77"/>
                      <a:pt x="68" y="69"/>
                      <a:pt x="75" y="55"/>
                    </a:cubicBezTo>
                    <a:cubicBezTo>
                      <a:pt x="81" y="44"/>
                      <a:pt x="75" y="25"/>
                      <a:pt x="73" y="13"/>
                    </a:cubicBezTo>
                    <a:cubicBezTo>
                      <a:pt x="72" y="5"/>
                      <a:pt x="69" y="0"/>
                      <a:pt x="60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7" name="Freeform 4448">
                <a:extLst>
                  <a:ext uri="{FF2B5EF4-FFF2-40B4-BE49-F238E27FC236}">
                    <a16:creationId xmlns:a16="http://schemas.microsoft.com/office/drawing/2014/main" id="{F46708E4-4055-46B0-B244-AABD0B655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2097"/>
                <a:ext cx="106" cy="189"/>
              </a:xfrm>
              <a:custGeom>
                <a:avLst/>
                <a:gdLst>
                  <a:gd name="T0" fmla="*/ 12 w 81"/>
                  <a:gd name="T1" fmla="*/ 151 h 145"/>
                  <a:gd name="T2" fmla="*/ 65 w 81"/>
                  <a:gd name="T3" fmla="*/ 90 h 145"/>
                  <a:gd name="T4" fmla="*/ 122 w 81"/>
                  <a:gd name="T5" fmla="*/ 38 h 145"/>
                  <a:gd name="T6" fmla="*/ 170 w 81"/>
                  <a:gd name="T7" fmla="*/ 38 h 145"/>
                  <a:gd name="T8" fmla="*/ 174 w 81"/>
                  <a:gd name="T9" fmla="*/ 169 h 145"/>
                  <a:gd name="T10" fmla="*/ 157 w 81"/>
                  <a:gd name="T11" fmla="*/ 236 h 145"/>
                  <a:gd name="T12" fmla="*/ 103 w 81"/>
                  <a:gd name="T13" fmla="*/ 259 h 145"/>
                  <a:gd name="T14" fmla="*/ 54 w 81"/>
                  <a:gd name="T15" fmla="*/ 297 h 145"/>
                  <a:gd name="T16" fmla="*/ 17 w 81"/>
                  <a:gd name="T17" fmla="*/ 321 h 145"/>
                  <a:gd name="T18" fmla="*/ 9 w 81"/>
                  <a:gd name="T19" fmla="*/ 319 h 1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45">
                    <a:moveTo>
                      <a:pt x="5" y="68"/>
                    </a:moveTo>
                    <a:cubicBezTo>
                      <a:pt x="0" y="55"/>
                      <a:pt x="21" y="47"/>
                      <a:pt x="29" y="41"/>
                    </a:cubicBezTo>
                    <a:cubicBezTo>
                      <a:pt x="38" y="33"/>
                      <a:pt x="46" y="26"/>
                      <a:pt x="54" y="17"/>
                    </a:cubicBezTo>
                    <a:cubicBezTo>
                      <a:pt x="62" y="9"/>
                      <a:pt x="72" y="0"/>
                      <a:pt x="76" y="17"/>
                    </a:cubicBezTo>
                    <a:cubicBezTo>
                      <a:pt x="81" y="36"/>
                      <a:pt x="78" y="58"/>
                      <a:pt x="78" y="77"/>
                    </a:cubicBezTo>
                    <a:cubicBezTo>
                      <a:pt x="78" y="87"/>
                      <a:pt x="79" y="100"/>
                      <a:pt x="70" y="107"/>
                    </a:cubicBezTo>
                    <a:cubicBezTo>
                      <a:pt x="63" y="112"/>
                      <a:pt x="53" y="112"/>
                      <a:pt x="46" y="117"/>
                    </a:cubicBezTo>
                    <a:cubicBezTo>
                      <a:pt x="39" y="123"/>
                      <a:pt x="32" y="128"/>
                      <a:pt x="24" y="134"/>
                    </a:cubicBezTo>
                    <a:cubicBezTo>
                      <a:pt x="19" y="137"/>
                      <a:pt x="12" y="141"/>
                      <a:pt x="8" y="145"/>
                    </a:cubicBezTo>
                    <a:cubicBezTo>
                      <a:pt x="7" y="145"/>
                      <a:pt x="4" y="145"/>
                      <a:pt x="4" y="144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8" name="Freeform 4449">
                <a:extLst>
                  <a:ext uri="{FF2B5EF4-FFF2-40B4-BE49-F238E27FC236}">
                    <a16:creationId xmlns:a16="http://schemas.microsoft.com/office/drawing/2014/main" id="{4A4D3DDB-D627-4861-849A-5F9B4CC68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2111"/>
                <a:ext cx="8" cy="11"/>
              </a:xfrm>
              <a:custGeom>
                <a:avLst/>
                <a:gdLst>
                  <a:gd name="T0" fmla="*/ 15 w 6"/>
                  <a:gd name="T1" fmla="*/ 0 h 8"/>
                  <a:gd name="T2" fmla="*/ 0 w 6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3" y="1"/>
                      <a:pt x="1" y="5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9" name="Freeform 4450">
                <a:extLst>
                  <a:ext uri="{FF2B5EF4-FFF2-40B4-BE49-F238E27FC236}">
                    <a16:creationId xmlns:a16="http://schemas.microsoft.com/office/drawing/2014/main" id="{648C1C8E-8923-45AC-B850-E0D60BB1C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156"/>
                <a:ext cx="11" cy="19"/>
              </a:xfrm>
              <a:custGeom>
                <a:avLst/>
                <a:gdLst>
                  <a:gd name="T0" fmla="*/ 0 w 8"/>
                  <a:gd name="T1" fmla="*/ 0 h 15"/>
                  <a:gd name="T2" fmla="*/ 21 w 8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0" y="7"/>
                      <a:pt x="4" y="11"/>
                      <a:pt x="8" y="15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0" name="Freeform 4451">
                <a:extLst>
                  <a:ext uri="{FF2B5EF4-FFF2-40B4-BE49-F238E27FC236}">
                    <a16:creationId xmlns:a16="http://schemas.microsoft.com/office/drawing/2014/main" id="{A23FB16F-2ED5-4FB9-9C9D-CDB0FE19F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2044"/>
                <a:ext cx="20" cy="64"/>
              </a:xfrm>
              <a:custGeom>
                <a:avLst/>
                <a:gdLst>
                  <a:gd name="T0" fmla="*/ 0 w 15"/>
                  <a:gd name="T1" fmla="*/ 12 h 49"/>
                  <a:gd name="T2" fmla="*/ 23 w 15"/>
                  <a:gd name="T3" fmla="*/ 57 h 49"/>
                  <a:gd name="T4" fmla="*/ 15 w 15"/>
                  <a:gd name="T5" fmla="*/ 11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9">
                    <a:moveTo>
                      <a:pt x="0" y="5"/>
                    </a:moveTo>
                    <a:cubicBezTo>
                      <a:pt x="10" y="0"/>
                      <a:pt x="10" y="19"/>
                      <a:pt x="10" y="26"/>
                    </a:cubicBezTo>
                    <a:cubicBezTo>
                      <a:pt x="10" y="31"/>
                      <a:pt x="15" y="49"/>
                      <a:pt x="6" y="49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1" name="Freeform 4452">
                <a:extLst>
                  <a:ext uri="{FF2B5EF4-FFF2-40B4-BE49-F238E27FC236}">
                    <a16:creationId xmlns:a16="http://schemas.microsoft.com/office/drawing/2014/main" id="{537DDC18-D361-4305-9556-04185D145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2234"/>
                <a:ext cx="37" cy="67"/>
              </a:xfrm>
              <a:custGeom>
                <a:avLst/>
                <a:gdLst>
                  <a:gd name="T0" fmla="*/ 0 w 29"/>
                  <a:gd name="T1" fmla="*/ 8 h 52"/>
                  <a:gd name="T2" fmla="*/ 24 w 29"/>
                  <a:gd name="T3" fmla="*/ 10 h 52"/>
                  <a:gd name="T4" fmla="*/ 47 w 29"/>
                  <a:gd name="T5" fmla="*/ 50 h 52"/>
                  <a:gd name="T6" fmla="*/ 46 w 29"/>
                  <a:gd name="T7" fmla="*/ 11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0" y="4"/>
                    </a:moveTo>
                    <a:cubicBezTo>
                      <a:pt x="2" y="0"/>
                      <a:pt x="9" y="1"/>
                      <a:pt x="12" y="5"/>
                    </a:cubicBezTo>
                    <a:cubicBezTo>
                      <a:pt x="16" y="9"/>
                      <a:pt x="21" y="18"/>
                      <a:pt x="23" y="23"/>
                    </a:cubicBezTo>
                    <a:cubicBezTo>
                      <a:pt x="26" y="30"/>
                      <a:pt x="29" y="47"/>
                      <a:pt x="22" y="52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2" name="Freeform 4453">
                <a:extLst>
                  <a:ext uri="{FF2B5EF4-FFF2-40B4-BE49-F238E27FC236}">
                    <a16:creationId xmlns:a16="http://schemas.microsoft.com/office/drawing/2014/main" id="{BD1716C2-DA4B-4C52-99DD-002BC7CEC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283"/>
                <a:ext cx="8" cy="37"/>
              </a:xfrm>
              <a:custGeom>
                <a:avLst/>
                <a:gdLst>
                  <a:gd name="T0" fmla="*/ 15 w 6"/>
                  <a:gd name="T1" fmla="*/ 0 h 28"/>
                  <a:gd name="T2" fmla="*/ 5 w 6"/>
                  <a:gd name="T3" fmla="*/ 6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8">
                    <a:moveTo>
                      <a:pt x="6" y="0"/>
                    </a:moveTo>
                    <a:cubicBezTo>
                      <a:pt x="1" y="4"/>
                      <a:pt x="0" y="23"/>
                      <a:pt x="2" y="28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3" name="Freeform 4454">
                <a:extLst>
                  <a:ext uri="{FF2B5EF4-FFF2-40B4-BE49-F238E27FC236}">
                    <a16:creationId xmlns:a16="http://schemas.microsoft.com/office/drawing/2014/main" id="{A5096038-9D48-4719-80DD-7DC99AF53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375"/>
                <a:ext cx="13" cy="20"/>
              </a:xfrm>
              <a:custGeom>
                <a:avLst/>
                <a:gdLst>
                  <a:gd name="T0" fmla="*/ 0 w 10"/>
                  <a:gd name="T1" fmla="*/ 0 h 15"/>
                  <a:gd name="T2" fmla="*/ 22 w 10"/>
                  <a:gd name="T3" fmla="*/ 2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cubicBezTo>
                      <a:pt x="3" y="4"/>
                      <a:pt x="3" y="15"/>
                      <a:pt x="10" y="1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4" name="Freeform 4455">
                <a:extLst>
                  <a:ext uri="{FF2B5EF4-FFF2-40B4-BE49-F238E27FC236}">
                    <a16:creationId xmlns:a16="http://schemas.microsoft.com/office/drawing/2014/main" id="{3EE52B3C-2FBC-4603-AD9F-9B5266E82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1947"/>
                <a:ext cx="6" cy="21"/>
              </a:xfrm>
              <a:custGeom>
                <a:avLst/>
                <a:gdLst>
                  <a:gd name="T0" fmla="*/ 0 w 5"/>
                  <a:gd name="T1" fmla="*/ 37 h 16"/>
                  <a:gd name="T2" fmla="*/ 8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16"/>
                    </a:moveTo>
                    <a:cubicBezTo>
                      <a:pt x="0" y="10"/>
                      <a:pt x="1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5" name="Freeform 4456">
                <a:extLst>
                  <a:ext uri="{FF2B5EF4-FFF2-40B4-BE49-F238E27FC236}">
                    <a16:creationId xmlns:a16="http://schemas.microsoft.com/office/drawing/2014/main" id="{18A345BF-EEAF-45AE-9510-78456CC55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2032"/>
                <a:ext cx="9" cy="27"/>
              </a:xfrm>
              <a:custGeom>
                <a:avLst/>
                <a:gdLst>
                  <a:gd name="T0" fmla="*/ 15 w 7"/>
                  <a:gd name="T1" fmla="*/ 0 h 21"/>
                  <a:gd name="T2" fmla="*/ 6 w 7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7" y="0"/>
                    </a:moveTo>
                    <a:cubicBezTo>
                      <a:pt x="4" y="3"/>
                      <a:pt x="0" y="16"/>
                      <a:pt x="3" y="2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6" name="Freeform 4457">
                <a:extLst>
                  <a:ext uri="{FF2B5EF4-FFF2-40B4-BE49-F238E27FC236}">
                    <a16:creationId xmlns:a16="http://schemas.microsoft.com/office/drawing/2014/main" id="{81F32176-CA89-4D26-8738-FC72B2E7D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885"/>
                <a:ext cx="96" cy="219"/>
              </a:xfrm>
              <a:custGeom>
                <a:avLst/>
                <a:gdLst>
                  <a:gd name="T0" fmla="*/ 0 w 74"/>
                  <a:gd name="T1" fmla="*/ 319 h 168"/>
                  <a:gd name="T2" fmla="*/ 64 w 74"/>
                  <a:gd name="T3" fmla="*/ 282 h 168"/>
                  <a:gd name="T4" fmla="*/ 141 w 74"/>
                  <a:gd name="T5" fmla="*/ 167 h 168"/>
                  <a:gd name="T6" fmla="*/ 162 w 74"/>
                  <a:gd name="T7" fmla="*/ 111 h 168"/>
                  <a:gd name="T8" fmla="*/ 153 w 74"/>
                  <a:gd name="T9" fmla="*/ 46 h 168"/>
                  <a:gd name="T10" fmla="*/ 118 w 74"/>
                  <a:gd name="T11" fmla="*/ 17 h 1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168">
                    <a:moveTo>
                      <a:pt x="0" y="144"/>
                    </a:moveTo>
                    <a:cubicBezTo>
                      <a:pt x="7" y="168"/>
                      <a:pt x="25" y="134"/>
                      <a:pt x="29" y="127"/>
                    </a:cubicBezTo>
                    <a:cubicBezTo>
                      <a:pt x="39" y="108"/>
                      <a:pt x="47" y="88"/>
                      <a:pt x="65" y="75"/>
                    </a:cubicBezTo>
                    <a:cubicBezTo>
                      <a:pt x="74" y="69"/>
                      <a:pt x="74" y="61"/>
                      <a:pt x="74" y="50"/>
                    </a:cubicBezTo>
                    <a:cubicBezTo>
                      <a:pt x="74" y="40"/>
                      <a:pt x="73" y="31"/>
                      <a:pt x="70" y="21"/>
                    </a:cubicBezTo>
                    <a:cubicBezTo>
                      <a:pt x="69" y="17"/>
                      <a:pt x="62" y="0"/>
                      <a:pt x="54" y="8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7" name="Freeform 4458">
                <a:extLst>
                  <a:ext uri="{FF2B5EF4-FFF2-40B4-BE49-F238E27FC236}">
                    <a16:creationId xmlns:a16="http://schemas.microsoft.com/office/drawing/2014/main" id="{9A817CA9-5C3A-46A4-81D4-C83A82B94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2139"/>
                <a:ext cx="104" cy="91"/>
              </a:xfrm>
              <a:custGeom>
                <a:avLst/>
                <a:gdLst>
                  <a:gd name="T0" fmla="*/ 0 w 80"/>
                  <a:gd name="T1" fmla="*/ 117 h 70"/>
                  <a:gd name="T2" fmla="*/ 29 w 80"/>
                  <a:gd name="T3" fmla="*/ 83 h 70"/>
                  <a:gd name="T4" fmla="*/ 88 w 80"/>
                  <a:gd name="T5" fmla="*/ 49 h 70"/>
                  <a:gd name="T6" fmla="*/ 144 w 80"/>
                  <a:gd name="T7" fmla="*/ 29 h 70"/>
                  <a:gd name="T8" fmla="*/ 156 w 80"/>
                  <a:gd name="T9" fmla="*/ 15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70">
                    <a:moveTo>
                      <a:pt x="0" y="53"/>
                    </a:moveTo>
                    <a:cubicBezTo>
                      <a:pt x="0" y="45"/>
                      <a:pt x="7" y="42"/>
                      <a:pt x="13" y="38"/>
                    </a:cubicBezTo>
                    <a:cubicBezTo>
                      <a:pt x="22" y="33"/>
                      <a:pt x="31" y="28"/>
                      <a:pt x="40" y="22"/>
                    </a:cubicBezTo>
                    <a:cubicBezTo>
                      <a:pt x="48" y="17"/>
                      <a:pt x="60" y="0"/>
                      <a:pt x="65" y="13"/>
                    </a:cubicBezTo>
                    <a:cubicBezTo>
                      <a:pt x="73" y="30"/>
                      <a:pt x="80" y="54"/>
                      <a:pt x="71" y="7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8" name="Freeform 4459">
                <a:extLst>
                  <a:ext uri="{FF2B5EF4-FFF2-40B4-BE49-F238E27FC236}">
                    <a16:creationId xmlns:a16="http://schemas.microsoft.com/office/drawing/2014/main" id="{10A1CAAB-0CA5-48B8-9D8B-E3ABA1582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283"/>
                <a:ext cx="10" cy="7"/>
              </a:xfrm>
              <a:custGeom>
                <a:avLst/>
                <a:gdLst>
                  <a:gd name="T0" fmla="*/ 0 w 7"/>
                  <a:gd name="T1" fmla="*/ 0 h 5"/>
                  <a:gd name="T2" fmla="*/ 20 w 7"/>
                  <a:gd name="T3" fmla="*/ 1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2" y="3"/>
                      <a:pt x="4" y="5"/>
                      <a:pt x="7" y="4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9" name="Freeform 4460">
                <a:extLst>
                  <a:ext uri="{FF2B5EF4-FFF2-40B4-BE49-F238E27FC236}">
                    <a16:creationId xmlns:a16="http://schemas.microsoft.com/office/drawing/2014/main" id="{95F19D19-B419-4708-8EF8-742A4F0A2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6" y="2085"/>
                <a:ext cx="11" cy="7"/>
              </a:xfrm>
              <a:custGeom>
                <a:avLst/>
                <a:gdLst>
                  <a:gd name="T0" fmla="*/ 21 w 8"/>
                  <a:gd name="T1" fmla="*/ 0 h 5"/>
                  <a:gd name="T2" fmla="*/ 0 w 8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cubicBezTo>
                      <a:pt x="5" y="0"/>
                      <a:pt x="0" y="1"/>
                      <a:pt x="0" y="5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0" name="Freeform 4461">
                <a:extLst>
                  <a:ext uri="{FF2B5EF4-FFF2-40B4-BE49-F238E27FC236}">
                    <a16:creationId xmlns:a16="http://schemas.microsoft.com/office/drawing/2014/main" id="{6BD37C02-DF6C-4059-B929-CA49EC962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2018"/>
                <a:ext cx="49" cy="135"/>
              </a:xfrm>
              <a:custGeom>
                <a:avLst/>
                <a:gdLst>
                  <a:gd name="T0" fmla="*/ 0 w 38"/>
                  <a:gd name="T1" fmla="*/ 23 h 104"/>
                  <a:gd name="T2" fmla="*/ 36 w 38"/>
                  <a:gd name="T3" fmla="*/ 51 h 104"/>
                  <a:gd name="T4" fmla="*/ 46 w 38"/>
                  <a:gd name="T5" fmla="*/ 145 h 104"/>
                  <a:gd name="T6" fmla="*/ 52 w 38"/>
                  <a:gd name="T7" fmla="*/ 227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04">
                    <a:moveTo>
                      <a:pt x="0" y="11"/>
                    </a:moveTo>
                    <a:cubicBezTo>
                      <a:pt x="12" y="0"/>
                      <a:pt x="16" y="9"/>
                      <a:pt x="17" y="23"/>
                    </a:cubicBezTo>
                    <a:cubicBezTo>
                      <a:pt x="19" y="37"/>
                      <a:pt x="19" y="51"/>
                      <a:pt x="22" y="66"/>
                    </a:cubicBezTo>
                    <a:cubicBezTo>
                      <a:pt x="23" y="73"/>
                      <a:pt x="38" y="99"/>
                      <a:pt x="24" y="104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1" name="Freeform 4462">
                <a:extLst>
                  <a:ext uri="{FF2B5EF4-FFF2-40B4-BE49-F238E27FC236}">
                    <a16:creationId xmlns:a16="http://schemas.microsoft.com/office/drawing/2014/main" id="{5DDD5084-3E2C-4764-A049-9E118950A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877"/>
                <a:ext cx="9" cy="21"/>
              </a:xfrm>
              <a:custGeom>
                <a:avLst/>
                <a:gdLst>
                  <a:gd name="T0" fmla="*/ 0 w 7"/>
                  <a:gd name="T1" fmla="*/ 37 h 16"/>
                  <a:gd name="T2" fmla="*/ 15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3" y="11"/>
                      <a:pt x="2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2" name="Freeform 4463">
                <a:extLst>
                  <a:ext uri="{FF2B5EF4-FFF2-40B4-BE49-F238E27FC236}">
                    <a16:creationId xmlns:a16="http://schemas.microsoft.com/office/drawing/2014/main" id="{9C085C0C-75B1-4601-B880-1EB5BE4FF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1797"/>
                <a:ext cx="127" cy="165"/>
              </a:xfrm>
              <a:custGeom>
                <a:avLst/>
                <a:gdLst>
                  <a:gd name="T0" fmla="*/ 0 w 98"/>
                  <a:gd name="T1" fmla="*/ 235 h 127"/>
                  <a:gd name="T2" fmla="*/ 86 w 98"/>
                  <a:gd name="T3" fmla="*/ 177 h 127"/>
                  <a:gd name="T4" fmla="*/ 181 w 98"/>
                  <a:gd name="T5" fmla="*/ 114 h 127"/>
                  <a:gd name="T6" fmla="*/ 170 w 98"/>
                  <a:gd name="T7" fmla="*/ 6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27">
                    <a:moveTo>
                      <a:pt x="0" y="107"/>
                    </a:moveTo>
                    <a:cubicBezTo>
                      <a:pt x="10" y="127"/>
                      <a:pt x="30" y="88"/>
                      <a:pt x="39" y="81"/>
                    </a:cubicBezTo>
                    <a:cubicBezTo>
                      <a:pt x="51" y="70"/>
                      <a:pt x="73" y="65"/>
                      <a:pt x="83" y="52"/>
                    </a:cubicBezTo>
                    <a:cubicBezTo>
                      <a:pt x="90" y="43"/>
                      <a:pt x="98" y="0"/>
                      <a:pt x="78" y="3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3" name="Freeform 4464">
                <a:extLst>
                  <a:ext uri="{FF2B5EF4-FFF2-40B4-BE49-F238E27FC236}">
                    <a16:creationId xmlns:a16="http://schemas.microsoft.com/office/drawing/2014/main" id="{6B3584AF-D380-401E-BF34-86A28F295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2062"/>
                <a:ext cx="145" cy="107"/>
              </a:xfrm>
              <a:custGeom>
                <a:avLst/>
                <a:gdLst>
                  <a:gd name="T0" fmla="*/ 12 w 111"/>
                  <a:gd name="T1" fmla="*/ 183 h 82"/>
                  <a:gd name="T2" fmla="*/ 72 w 111"/>
                  <a:gd name="T3" fmla="*/ 104 h 82"/>
                  <a:gd name="T4" fmla="*/ 176 w 111"/>
                  <a:gd name="T5" fmla="*/ 29 h 82"/>
                  <a:gd name="T6" fmla="*/ 223 w 111"/>
                  <a:gd name="T7" fmla="*/ 104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1" h="82">
                    <a:moveTo>
                      <a:pt x="5" y="82"/>
                    </a:moveTo>
                    <a:cubicBezTo>
                      <a:pt x="0" y="67"/>
                      <a:pt x="23" y="54"/>
                      <a:pt x="32" y="47"/>
                    </a:cubicBezTo>
                    <a:cubicBezTo>
                      <a:pt x="47" y="35"/>
                      <a:pt x="63" y="23"/>
                      <a:pt x="79" y="13"/>
                    </a:cubicBezTo>
                    <a:cubicBezTo>
                      <a:pt x="100" y="0"/>
                      <a:pt x="111" y="41"/>
                      <a:pt x="100" y="47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4" name="Freeform 4465">
                <a:extLst>
                  <a:ext uri="{FF2B5EF4-FFF2-40B4-BE49-F238E27FC236}">
                    <a16:creationId xmlns:a16="http://schemas.microsoft.com/office/drawing/2014/main" id="{398B13D8-B906-4283-96C6-961E43D59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2000"/>
                <a:ext cx="10" cy="27"/>
              </a:xfrm>
              <a:custGeom>
                <a:avLst/>
                <a:gdLst>
                  <a:gd name="T0" fmla="*/ 16 w 8"/>
                  <a:gd name="T1" fmla="*/ 0 h 21"/>
                  <a:gd name="T2" fmla="*/ 6 w 8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8" y="0"/>
                    </a:moveTo>
                    <a:cubicBezTo>
                      <a:pt x="3" y="4"/>
                      <a:pt x="0" y="15"/>
                      <a:pt x="3" y="2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5" name="Freeform 4466">
                <a:extLst>
                  <a:ext uri="{FF2B5EF4-FFF2-40B4-BE49-F238E27FC236}">
                    <a16:creationId xmlns:a16="http://schemas.microsoft.com/office/drawing/2014/main" id="{1AA4DAAE-CA59-46A2-A56A-82250ABFB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1898"/>
                <a:ext cx="97" cy="156"/>
              </a:xfrm>
              <a:custGeom>
                <a:avLst/>
                <a:gdLst>
                  <a:gd name="T0" fmla="*/ 105 w 75"/>
                  <a:gd name="T1" fmla="*/ 22 h 120"/>
                  <a:gd name="T2" fmla="*/ 133 w 75"/>
                  <a:gd name="T3" fmla="*/ 30 h 120"/>
                  <a:gd name="T4" fmla="*/ 149 w 75"/>
                  <a:gd name="T5" fmla="*/ 94 h 120"/>
                  <a:gd name="T6" fmla="*/ 154 w 75"/>
                  <a:gd name="T7" fmla="*/ 134 h 120"/>
                  <a:gd name="T8" fmla="*/ 119 w 75"/>
                  <a:gd name="T9" fmla="*/ 168 h 120"/>
                  <a:gd name="T10" fmla="*/ 47 w 75"/>
                  <a:gd name="T11" fmla="*/ 233 h 120"/>
                  <a:gd name="T12" fmla="*/ 1 w 75"/>
                  <a:gd name="T13" fmla="*/ 259 h 120"/>
                  <a:gd name="T14" fmla="*/ 0 w 75"/>
                  <a:gd name="T15" fmla="*/ 255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120">
                    <a:moveTo>
                      <a:pt x="49" y="10"/>
                    </a:moveTo>
                    <a:cubicBezTo>
                      <a:pt x="55" y="0"/>
                      <a:pt x="60" y="5"/>
                      <a:pt x="62" y="14"/>
                    </a:cubicBezTo>
                    <a:cubicBezTo>
                      <a:pt x="64" y="24"/>
                      <a:pt x="66" y="33"/>
                      <a:pt x="69" y="42"/>
                    </a:cubicBezTo>
                    <a:cubicBezTo>
                      <a:pt x="71" y="49"/>
                      <a:pt x="75" y="54"/>
                      <a:pt x="71" y="61"/>
                    </a:cubicBezTo>
                    <a:cubicBezTo>
                      <a:pt x="67" y="66"/>
                      <a:pt x="60" y="71"/>
                      <a:pt x="55" y="76"/>
                    </a:cubicBezTo>
                    <a:cubicBezTo>
                      <a:pt x="43" y="85"/>
                      <a:pt x="32" y="95"/>
                      <a:pt x="22" y="106"/>
                    </a:cubicBezTo>
                    <a:cubicBezTo>
                      <a:pt x="15" y="113"/>
                      <a:pt x="11" y="120"/>
                      <a:pt x="1" y="118"/>
                    </a:cubicBezTo>
                    <a:cubicBezTo>
                      <a:pt x="0" y="117"/>
                      <a:pt x="1" y="117"/>
                      <a:pt x="0" y="116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6" name="Freeform 4467">
                <a:extLst>
                  <a:ext uri="{FF2B5EF4-FFF2-40B4-BE49-F238E27FC236}">
                    <a16:creationId xmlns:a16="http://schemas.microsoft.com/office/drawing/2014/main" id="{E0670800-19FB-4836-9C4B-3746968B7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1975"/>
                <a:ext cx="57" cy="101"/>
              </a:xfrm>
              <a:custGeom>
                <a:avLst/>
                <a:gdLst>
                  <a:gd name="T0" fmla="*/ 57 w 44"/>
                  <a:gd name="T1" fmla="*/ 170 h 78"/>
                  <a:gd name="T2" fmla="*/ 49 w 44"/>
                  <a:gd name="T3" fmla="*/ 57 h 78"/>
                  <a:gd name="T4" fmla="*/ 0 w 44"/>
                  <a:gd name="T5" fmla="*/ 5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8">
                    <a:moveTo>
                      <a:pt x="26" y="78"/>
                    </a:moveTo>
                    <a:cubicBezTo>
                      <a:pt x="44" y="74"/>
                      <a:pt x="25" y="35"/>
                      <a:pt x="22" y="26"/>
                    </a:cubicBezTo>
                    <a:cubicBezTo>
                      <a:pt x="18" y="16"/>
                      <a:pt x="13" y="0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7" name="Freeform 4468">
                <a:extLst>
                  <a:ext uri="{FF2B5EF4-FFF2-40B4-BE49-F238E27FC236}">
                    <a16:creationId xmlns:a16="http://schemas.microsoft.com/office/drawing/2014/main" id="{3EF739BB-213F-4DC2-9F72-77A4893D3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8" y="2053"/>
                <a:ext cx="9" cy="31"/>
              </a:xfrm>
              <a:custGeom>
                <a:avLst/>
                <a:gdLst>
                  <a:gd name="T0" fmla="*/ 15 w 7"/>
                  <a:gd name="T1" fmla="*/ 0 h 24"/>
                  <a:gd name="T2" fmla="*/ 0 w 7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4">
                    <a:moveTo>
                      <a:pt x="7" y="0"/>
                    </a:moveTo>
                    <a:cubicBezTo>
                      <a:pt x="0" y="4"/>
                      <a:pt x="0" y="17"/>
                      <a:pt x="0" y="24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8" name="Freeform 4469">
                <a:extLst>
                  <a:ext uri="{FF2B5EF4-FFF2-40B4-BE49-F238E27FC236}">
                    <a16:creationId xmlns:a16="http://schemas.microsoft.com/office/drawing/2014/main" id="{00C9B045-2295-4F50-BC1D-E0756854B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2137"/>
                <a:ext cx="20" cy="16"/>
              </a:xfrm>
              <a:custGeom>
                <a:avLst/>
                <a:gdLst>
                  <a:gd name="T0" fmla="*/ 0 w 15"/>
                  <a:gd name="T1" fmla="*/ 0 h 12"/>
                  <a:gd name="T2" fmla="*/ 36 w 15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cubicBezTo>
                      <a:pt x="4" y="5"/>
                      <a:pt x="9" y="12"/>
                      <a:pt x="15" y="12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9" name="Freeform 4470">
                <a:extLst>
                  <a:ext uri="{FF2B5EF4-FFF2-40B4-BE49-F238E27FC236}">
                    <a16:creationId xmlns:a16="http://schemas.microsoft.com/office/drawing/2014/main" id="{302BDFB1-295A-4068-9996-E27E4B824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9" y="1790"/>
                <a:ext cx="3" cy="16"/>
              </a:xfrm>
              <a:custGeom>
                <a:avLst/>
                <a:gdLst>
                  <a:gd name="T0" fmla="*/ 8 w 2"/>
                  <a:gd name="T1" fmla="*/ 0 h 12"/>
                  <a:gd name="T2" fmla="*/ 5 w 2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1" y="4"/>
                      <a:pt x="0" y="8"/>
                      <a:pt x="1" y="12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0" name="Freeform 4471">
                <a:extLst>
                  <a:ext uri="{FF2B5EF4-FFF2-40B4-BE49-F238E27FC236}">
                    <a16:creationId xmlns:a16="http://schemas.microsoft.com/office/drawing/2014/main" id="{E065A355-0D30-4194-B73D-CDE2415E5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1722"/>
                <a:ext cx="120" cy="164"/>
              </a:xfrm>
              <a:custGeom>
                <a:avLst/>
                <a:gdLst>
                  <a:gd name="T0" fmla="*/ 5 w 92"/>
                  <a:gd name="T1" fmla="*/ 185 h 126"/>
                  <a:gd name="T2" fmla="*/ 22 w 92"/>
                  <a:gd name="T3" fmla="*/ 220 h 126"/>
                  <a:gd name="T4" fmla="*/ 50 w 92"/>
                  <a:gd name="T5" fmla="*/ 263 h 126"/>
                  <a:gd name="T6" fmla="*/ 95 w 92"/>
                  <a:gd name="T7" fmla="*/ 249 h 126"/>
                  <a:gd name="T8" fmla="*/ 158 w 92"/>
                  <a:gd name="T9" fmla="*/ 203 h 126"/>
                  <a:gd name="T10" fmla="*/ 180 w 92"/>
                  <a:gd name="T11" fmla="*/ 79 h 126"/>
                  <a:gd name="T12" fmla="*/ 151 w 92"/>
                  <a:gd name="T13" fmla="*/ 5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26">
                    <a:moveTo>
                      <a:pt x="2" y="84"/>
                    </a:moveTo>
                    <a:cubicBezTo>
                      <a:pt x="0" y="90"/>
                      <a:pt x="6" y="95"/>
                      <a:pt x="10" y="100"/>
                    </a:cubicBezTo>
                    <a:cubicBezTo>
                      <a:pt x="14" y="105"/>
                      <a:pt x="17" y="115"/>
                      <a:pt x="22" y="119"/>
                    </a:cubicBezTo>
                    <a:cubicBezTo>
                      <a:pt x="30" y="126"/>
                      <a:pt x="36" y="118"/>
                      <a:pt x="43" y="113"/>
                    </a:cubicBezTo>
                    <a:cubicBezTo>
                      <a:pt x="52" y="106"/>
                      <a:pt x="62" y="100"/>
                      <a:pt x="71" y="92"/>
                    </a:cubicBezTo>
                    <a:cubicBezTo>
                      <a:pt x="92" y="75"/>
                      <a:pt x="86" y="59"/>
                      <a:pt x="81" y="36"/>
                    </a:cubicBezTo>
                    <a:cubicBezTo>
                      <a:pt x="80" y="27"/>
                      <a:pt x="81" y="0"/>
                      <a:pt x="68" y="2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1" name="Freeform 4472">
                <a:extLst>
                  <a:ext uri="{FF2B5EF4-FFF2-40B4-BE49-F238E27FC236}">
                    <a16:creationId xmlns:a16="http://schemas.microsoft.com/office/drawing/2014/main" id="{7FA1A212-A883-4695-B0B8-1E27DE2FE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3" y="1962"/>
                <a:ext cx="129" cy="82"/>
              </a:xfrm>
              <a:custGeom>
                <a:avLst/>
                <a:gdLst>
                  <a:gd name="T0" fmla="*/ 13 w 99"/>
                  <a:gd name="T1" fmla="*/ 130 h 63"/>
                  <a:gd name="T2" fmla="*/ 89 w 99"/>
                  <a:gd name="T3" fmla="*/ 44 h 63"/>
                  <a:gd name="T4" fmla="*/ 147 w 99"/>
                  <a:gd name="T5" fmla="*/ 7 h 63"/>
                  <a:gd name="T6" fmla="*/ 177 w 99"/>
                  <a:gd name="T7" fmla="*/ 21 h 63"/>
                  <a:gd name="T8" fmla="*/ 190 w 99"/>
                  <a:gd name="T9" fmla="*/ 139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63">
                    <a:moveTo>
                      <a:pt x="6" y="59"/>
                    </a:moveTo>
                    <a:cubicBezTo>
                      <a:pt x="0" y="41"/>
                      <a:pt x="26" y="28"/>
                      <a:pt x="40" y="20"/>
                    </a:cubicBezTo>
                    <a:cubicBezTo>
                      <a:pt x="48" y="15"/>
                      <a:pt x="58" y="6"/>
                      <a:pt x="67" y="3"/>
                    </a:cubicBezTo>
                    <a:cubicBezTo>
                      <a:pt x="75" y="0"/>
                      <a:pt x="76" y="2"/>
                      <a:pt x="80" y="9"/>
                    </a:cubicBezTo>
                    <a:cubicBezTo>
                      <a:pt x="84" y="15"/>
                      <a:pt x="99" y="60"/>
                      <a:pt x="86" y="63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2" name="Freeform 4473">
                <a:extLst>
                  <a:ext uri="{FF2B5EF4-FFF2-40B4-BE49-F238E27FC236}">
                    <a16:creationId xmlns:a16="http://schemas.microsoft.com/office/drawing/2014/main" id="{32434C1D-60D0-46D5-B2D7-CA3527BD0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1875"/>
                <a:ext cx="80" cy="87"/>
              </a:xfrm>
              <a:custGeom>
                <a:avLst/>
                <a:gdLst>
                  <a:gd name="T0" fmla="*/ 119 w 62"/>
                  <a:gd name="T1" fmla="*/ 0 h 67"/>
                  <a:gd name="T2" fmla="*/ 133 w 62"/>
                  <a:gd name="T3" fmla="*/ 55 h 67"/>
                  <a:gd name="T4" fmla="*/ 95 w 62"/>
                  <a:gd name="T5" fmla="*/ 105 h 67"/>
                  <a:gd name="T6" fmla="*/ 28 w 62"/>
                  <a:gd name="T7" fmla="*/ 138 h 67"/>
                  <a:gd name="T8" fmla="*/ 0 w 62"/>
                  <a:gd name="T9" fmla="*/ 134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7">
                    <a:moveTo>
                      <a:pt x="55" y="0"/>
                    </a:moveTo>
                    <a:cubicBezTo>
                      <a:pt x="58" y="8"/>
                      <a:pt x="62" y="16"/>
                      <a:pt x="62" y="25"/>
                    </a:cubicBezTo>
                    <a:cubicBezTo>
                      <a:pt x="62" y="39"/>
                      <a:pt x="55" y="43"/>
                      <a:pt x="44" y="48"/>
                    </a:cubicBezTo>
                    <a:cubicBezTo>
                      <a:pt x="33" y="52"/>
                      <a:pt x="23" y="58"/>
                      <a:pt x="13" y="63"/>
                    </a:cubicBezTo>
                    <a:cubicBezTo>
                      <a:pt x="9" y="64"/>
                      <a:pt x="2" y="67"/>
                      <a:pt x="0" y="6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3" name="Freeform 4474">
                <a:extLst>
                  <a:ext uri="{FF2B5EF4-FFF2-40B4-BE49-F238E27FC236}">
                    <a16:creationId xmlns:a16="http://schemas.microsoft.com/office/drawing/2014/main" id="{C155659A-17C7-4AE4-9F56-C15040067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884"/>
                <a:ext cx="105" cy="90"/>
              </a:xfrm>
              <a:custGeom>
                <a:avLst/>
                <a:gdLst>
                  <a:gd name="T0" fmla="*/ 6 w 81"/>
                  <a:gd name="T1" fmla="*/ 145 h 69"/>
                  <a:gd name="T2" fmla="*/ 8 w 81"/>
                  <a:gd name="T3" fmla="*/ 117 h 69"/>
                  <a:gd name="T4" fmla="*/ 61 w 81"/>
                  <a:gd name="T5" fmla="*/ 65 h 69"/>
                  <a:gd name="T6" fmla="*/ 141 w 81"/>
                  <a:gd name="T7" fmla="*/ 38 h 69"/>
                  <a:gd name="T8" fmla="*/ 154 w 81"/>
                  <a:gd name="T9" fmla="*/ 153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9">
                    <a:moveTo>
                      <a:pt x="3" y="65"/>
                    </a:moveTo>
                    <a:cubicBezTo>
                      <a:pt x="0" y="61"/>
                      <a:pt x="1" y="56"/>
                      <a:pt x="4" y="53"/>
                    </a:cubicBezTo>
                    <a:cubicBezTo>
                      <a:pt x="11" y="44"/>
                      <a:pt x="21" y="37"/>
                      <a:pt x="28" y="29"/>
                    </a:cubicBezTo>
                    <a:cubicBezTo>
                      <a:pt x="37" y="20"/>
                      <a:pt x="55" y="0"/>
                      <a:pt x="65" y="17"/>
                    </a:cubicBezTo>
                    <a:cubicBezTo>
                      <a:pt x="73" y="30"/>
                      <a:pt x="81" y="55"/>
                      <a:pt x="71" y="69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4" name="Freeform 4475">
                <a:extLst>
                  <a:ext uri="{FF2B5EF4-FFF2-40B4-BE49-F238E27FC236}">
                    <a16:creationId xmlns:a16="http://schemas.microsoft.com/office/drawing/2014/main" id="{B493CC7A-F524-41F6-8720-681F12B11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1713"/>
                <a:ext cx="6" cy="17"/>
              </a:xfrm>
              <a:custGeom>
                <a:avLst/>
                <a:gdLst>
                  <a:gd name="T0" fmla="*/ 2 w 5"/>
                  <a:gd name="T1" fmla="*/ 29 h 13"/>
                  <a:gd name="T2" fmla="*/ 8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2" y="13"/>
                    </a:moveTo>
                    <a:cubicBezTo>
                      <a:pt x="2" y="8"/>
                      <a:pt x="0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5" name="Freeform 4476">
                <a:extLst>
                  <a:ext uri="{FF2B5EF4-FFF2-40B4-BE49-F238E27FC236}">
                    <a16:creationId xmlns:a16="http://schemas.microsoft.com/office/drawing/2014/main" id="{25829C0A-58BC-4191-98E5-5BF0C522D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644"/>
                <a:ext cx="98" cy="133"/>
              </a:xfrm>
              <a:custGeom>
                <a:avLst/>
                <a:gdLst>
                  <a:gd name="T0" fmla="*/ 1 w 76"/>
                  <a:gd name="T1" fmla="*/ 203 h 102"/>
                  <a:gd name="T2" fmla="*/ 23 w 76"/>
                  <a:gd name="T3" fmla="*/ 222 h 102"/>
                  <a:gd name="T4" fmla="*/ 59 w 76"/>
                  <a:gd name="T5" fmla="*/ 183 h 102"/>
                  <a:gd name="T6" fmla="*/ 142 w 76"/>
                  <a:gd name="T7" fmla="*/ 123 h 102"/>
                  <a:gd name="T8" fmla="*/ 153 w 76"/>
                  <a:gd name="T9" fmla="*/ 87 h 102"/>
                  <a:gd name="T10" fmla="*/ 156 w 76"/>
                  <a:gd name="T11" fmla="*/ 38 h 102"/>
                  <a:gd name="T12" fmla="*/ 146 w 76"/>
                  <a:gd name="T13" fmla="*/ 1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102">
                    <a:moveTo>
                      <a:pt x="1" y="92"/>
                    </a:moveTo>
                    <a:cubicBezTo>
                      <a:pt x="0" y="98"/>
                      <a:pt x="5" y="102"/>
                      <a:pt x="11" y="100"/>
                    </a:cubicBezTo>
                    <a:cubicBezTo>
                      <a:pt x="18" y="99"/>
                      <a:pt x="24" y="87"/>
                      <a:pt x="28" y="82"/>
                    </a:cubicBezTo>
                    <a:cubicBezTo>
                      <a:pt x="39" y="71"/>
                      <a:pt x="55" y="67"/>
                      <a:pt x="66" y="55"/>
                    </a:cubicBezTo>
                    <a:cubicBezTo>
                      <a:pt x="71" y="50"/>
                      <a:pt x="71" y="46"/>
                      <a:pt x="71" y="39"/>
                    </a:cubicBezTo>
                    <a:cubicBezTo>
                      <a:pt x="71" y="32"/>
                      <a:pt x="73" y="25"/>
                      <a:pt x="73" y="17"/>
                    </a:cubicBezTo>
                    <a:cubicBezTo>
                      <a:pt x="73" y="13"/>
                      <a:pt x="76" y="0"/>
                      <a:pt x="68" y="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6" name="Freeform 4477">
                <a:extLst>
                  <a:ext uri="{FF2B5EF4-FFF2-40B4-BE49-F238E27FC236}">
                    <a16:creationId xmlns:a16="http://schemas.microsoft.com/office/drawing/2014/main" id="{C6D81C94-C8FD-488E-900D-9F1A72795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5" y="1814"/>
                <a:ext cx="108" cy="88"/>
              </a:xfrm>
              <a:custGeom>
                <a:avLst/>
                <a:gdLst>
                  <a:gd name="T0" fmla="*/ 30 w 83"/>
                  <a:gd name="T1" fmla="*/ 148 h 68"/>
                  <a:gd name="T2" fmla="*/ 128 w 83"/>
                  <a:gd name="T3" fmla="*/ 53 h 68"/>
                  <a:gd name="T4" fmla="*/ 183 w 83"/>
                  <a:gd name="T5" fmla="*/ 22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68">
                    <a:moveTo>
                      <a:pt x="14" y="68"/>
                    </a:moveTo>
                    <a:cubicBezTo>
                      <a:pt x="0" y="58"/>
                      <a:pt x="51" y="31"/>
                      <a:pt x="58" y="25"/>
                    </a:cubicBezTo>
                    <a:cubicBezTo>
                      <a:pt x="62" y="22"/>
                      <a:pt x="77" y="0"/>
                      <a:pt x="83" y="1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7" name="Freeform 4478">
                <a:extLst>
                  <a:ext uri="{FF2B5EF4-FFF2-40B4-BE49-F238E27FC236}">
                    <a16:creationId xmlns:a16="http://schemas.microsoft.com/office/drawing/2014/main" id="{1E5E6509-A9D0-4979-9EDF-8B7061800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7" y="1911"/>
                <a:ext cx="53" cy="53"/>
              </a:xfrm>
              <a:custGeom>
                <a:avLst/>
                <a:gdLst>
                  <a:gd name="T0" fmla="*/ 0 w 41"/>
                  <a:gd name="T1" fmla="*/ 21 h 41"/>
                  <a:gd name="T2" fmla="*/ 28 w 41"/>
                  <a:gd name="T3" fmla="*/ 21 h 41"/>
                  <a:gd name="T4" fmla="*/ 53 w 41"/>
                  <a:gd name="T5" fmla="*/ 53 h 41"/>
                  <a:gd name="T6" fmla="*/ 80 w 41"/>
                  <a:gd name="T7" fmla="*/ 8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41">
                    <a:moveTo>
                      <a:pt x="0" y="9"/>
                    </a:moveTo>
                    <a:cubicBezTo>
                      <a:pt x="0" y="0"/>
                      <a:pt x="10" y="5"/>
                      <a:pt x="13" y="9"/>
                    </a:cubicBezTo>
                    <a:cubicBezTo>
                      <a:pt x="18" y="14"/>
                      <a:pt x="20" y="20"/>
                      <a:pt x="25" y="25"/>
                    </a:cubicBezTo>
                    <a:cubicBezTo>
                      <a:pt x="29" y="28"/>
                      <a:pt x="41" y="36"/>
                      <a:pt x="37" y="4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8" name="Freeform 4479">
                <a:extLst>
                  <a:ext uri="{FF2B5EF4-FFF2-40B4-BE49-F238E27FC236}">
                    <a16:creationId xmlns:a16="http://schemas.microsoft.com/office/drawing/2014/main" id="{84E3ABEA-C1B1-4F68-928F-8CBB052FF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7" y="1882"/>
                <a:ext cx="8" cy="16"/>
              </a:xfrm>
              <a:custGeom>
                <a:avLst/>
                <a:gdLst>
                  <a:gd name="T0" fmla="*/ 15 w 6"/>
                  <a:gd name="T1" fmla="*/ 1 h 12"/>
                  <a:gd name="T2" fmla="*/ 12 w 6"/>
                  <a:gd name="T3" fmla="*/ 0 h 12"/>
                  <a:gd name="T4" fmla="*/ 0 w 6"/>
                  <a:gd name="T5" fmla="*/ 2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6" y="1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1" y="3"/>
                      <a:pt x="1" y="8"/>
                      <a:pt x="0" y="12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9" name="Freeform 4480">
                <a:extLst>
                  <a:ext uri="{FF2B5EF4-FFF2-40B4-BE49-F238E27FC236}">
                    <a16:creationId xmlns:a16="http://schemas.microsoft.com/office/drawing/2014/main" id="{1317154D-1B59-42DE-8BF5-DBC0BD9B2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1777"/>
                <a:ext cx="8" cy="14"/>
              </a:xfrm>
              <a:custGeom>
                <a:avLst/>
                <a:gdLst>
                  <a:gd name="T0" fmla="*/ 15 w 6"/>
                  <a:gd name="T1" fmla="*/ 0 h 11"/>
                  <a:gd name="T2" fmla="*/ 1 w 6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2" y="1"/>
                      <a:pt x="0" y="7"/>
                      <a:pt x="1" y="1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0" name="Freeform 4481">
                <a:extLst>
                  <a:ext uri="{FF2B5EF4-FFF2-40B4-BE49-F238E27FC236}">
                    <a16:creationId xmlns:a16="http://schemas.microsoft.com/office/drawing/2014/main" id="{7A8BE03B-9D1D-4BA1-AD86-EE6112319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6" y="1812"/>
                <a:ext cx="64" cy="87"/>
              </a:xfrm>
              <a:custGeom>
                <a:avLst/>
                <a:gdLst>
                  <a:gd name="T0" fmla="*/ 0 w 49"/>
                  <a:gd name="T1" fmla="*/ 32 h 67"/>
                  <a:gd name="T2" fmla="*/ 72 w 49"/>
                  <a:gd name="T3" fmla="*/ 95 h 67"/>
                  <a:gd name="T4" fmla="*/ 93 w 49"/>
                  <a:gd name="T5" fmla="*/ 147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7">
                    <a:moveTo>
                      <a:pt x="0" y="15"/>
                    </a:moveTo>
                    <a:cubicBezTo>
                      <a:pt x="16" y="0"/>
                      <a:pt x="28" y="34"/>
                      <a:pt x="32" y="43"/>
                    </a:cubicBezTo>
                    <a:cubicBezTo>
                      <a:pt x="35" y="48"/>
                      <a:pt x="49" y="62"/>
                      <a:pt x="41" y="67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1" name="Freeform 4482">
                <a:extLst>
                  <a:ext uri="{FF2B5EF4-FFF2-40B4-BE49-F238E27FC236}">
                    <a16:creationId xmlns:a16="http://schemas.microsoft.com/office/drawing/2014/main" id="{250B1108-81D4-4B41-A21F-BA98938B5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1808"/>
                <a:ext cx="10" cy="20"/>
              </a:xfrm>
              <a:custGeom>
                <a:avLst/>
                <a:gdLst>
                  <a:gd name="T0" fmla="*/ 0 w 8"/>
                  <a:gd name="T1" fmla="*/ 0 h 15"/>
                  <a:gd name="T2" fmla="*/ 16 w 8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1" y="6"/>
                      <a:pt x="3" y="12"/>
                      <a:pt x="8" y="15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2" name="Freeform 4483">
                <a:extLst>
                  <a:ext uri="{FF2B5EF4-FFF2-40B4-BE49-F238E27FC236}">
                    <a16:creationId xmlns:a16="http://schemas.microsoft.com/office/drawing/2014/main" id="{D172C660-9606-48CD-A669-76FAA6074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1" y="1698"/>
                <a:ext cx="64" cy="34"/>
              </a:xfrm>
              <a:custGeom>
                <a:avLst/>
                <a:gdLst>
                  <a:gd name="T0" fmla="*/ 0 w 49"/>
                  <a:gd name="T1" fmla="*/ 9 h 26"/>
                  <a:gd name="T2" fmla="*/ 17 w 49"/>
                  <a:gd name="T3" fmla="*/ 51 h 26"/>
                  <a:gd name="T4" fmla="*/ 65 w 49"/>
                  <a:gd name="T5" fmla="*/ 34 h 26"/>
                  <a:gd name="T6" fmla="*/ 110 w 49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26">
                    <a:moveTo>
                      <a:pt x="0" y="4"/>
                    </a:moveTo>
                    <a:cubicBezTo>
                      <a:pt x="3" y="11"/>
                      <a:pt x="0" y="20"/>
                      <a:pt x="8" y="23"/>
                    </a:cubicBezTo>
                    <a:cubicBezTo>
                      <a:pt x="15" y="26"/>
                      <a:pt x="23" y="18"/>
                      <a:pt x="29" y="15"/>
                    </a:cubicBezTo>
                    <a:cubicBezTo>
                      <a:pt x="38" y="11"/>
                      <a:pt x="45" y="8"/>
                      <a:pt x="49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3" name="Freeform 4484">
                <a:extLst>
                  <a:ext uri="{FF2B5EF4-FFF2-40B4-BE49-F238E27FC236}">
                    <a16:creationId xmlns:a16="http://schemas.microsoft.com/office/drawing/2014/main" id="{8CBA8719-1042-4F9A-8687-562C6B325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5" y="1729"/>
                <a:ext cx="16" cy="126"/>
              </a:xfrm>
              <a:custGeom>
                <a:avLst/>
                <a:gdLst>
                  <a:gd name="T0" fmla="*/ 12 w 12"/>
                  <a:gd name="T1" fmla="*/ 205 h 97"/>
                  <a:gd name="T2" fmla="*/ 28 w 12"/>
                  <a:gd name="T3" fmla="*/ 164 h 97"/>
                  <a:gd name="T4" fmla="*/ 15 w 12"/>
                  <a:gd name="T5" fmla="*/ 130 h 97"/>
                  <a:gd name="T6" fmla="*/ 15 w 12"/>
                  <a:gd name="T7" fmla="*/ 86 h 97"/>
                  <a:gd name="T8" fmla="*/ 0 w 12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7">
                    <a:moveTo>
                      <a:pt x="5" y="94"/>
                    </a:moveTo>
                    <a:cubicBezTo>
                      <a:pt x="12" y="97"/>
                      <a:pt x="12" y="79"/>
                      <a:pt x="12" y="75"/>
                    </a:cubicBezTo>
                    <a:cubicBezTo>
                      <a:pt x="11" y="69"/>
                      <a:pt x="7" y="64"/>
                      <a:pt x="6" y="59"/>
                    </a:cubicBezTo>
                    <a:cubicBezTo>
                      <a:pt x="6" y="52"/>
                      <a:pt x="6" y="45"/>
                      <a:pt x="6" y="39"/>
                    </a:cubicBezTo>
                    <a:cubicBezTo>
                      <a:pt x="7" y="27"/>
                      <a:pt x="11" y="8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4" name="Freeform 4485">
                <a:extLst>
                  <a:ext uri="{FF2B5EF4-FFF2-40B4-BE49-F238E27FC236}">
                    <a16:creationId xmlns:a16="http://schemas.microsoft.com/office/drawing/2014/main" id="{0CB3241D-6B84-4F18-969C-A6EBA23D0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0" y="1722"/>
                <a:ext cx="11" cy="17"/>
              </a:xfrm>
              <a:custGeom>
                <a:avLst/>
                <a:gdLst>
                  <a:gd name="T0" fmla="*/ 21 w 8"/>
                  <a:gd name="T1" fmla="*/ 0 h 13"/>
                  <a:gd name="T2" fmla="*/ 1 w 8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4" y="2"/>
                      <a:pt x="0" y="8"/>
                      <a:pt x="1" y="13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5" name="Freeform 4486">
                <a:extLst>
                  <a:ext uri="{FF2B5EF4-FFF2-40B4-BE49-F238E27FC236}">
                    <a16:creationId xmlns:a16="http://schemas.microsoft.com/office/drawing/2014/main" id="{8AECEF4E-3B22-4A51-B76D-C9A9B0501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" y="1828"/>
                <a:ext cx="10" cy="8"/>
              </a:xfrm>
              <a:custGeom>
                <a:avLst/>
                <a:gdLst>
                  <a:gd name="T0" fmla="*/ 0 w 8"/>
                  <a:gd name="T1" fmla="*/ 0 h 6"/>
                  <a:gd name="T2" fmla="*/ 16 w 8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6"/>
                      <a:pt x="4" y="4"/>
                      <a:pt x="8" y="4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6" name="Freeform 4487">
                <a:extLst>
                  <a:ext uri="{FF2B5EF4-FFF2-40B4-BE49-F238E27FC236}">
                    <a16:creationId xmlns:a16="http://schemas.microsoft.com/office/drawing/2014/main" id="{84369EBF-BC3A-49E5-AF30-0CDEC05F8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91"/>
                <a:ext cx="348" cy="85"/>
              </a:xfrm>
              <a:custGeom>
                <a:avLst/>
                <a:gdLst>
                  <a:gd name="T0" fmla="*/ 587 w 268"/>
                  <a:gd name="T1" fmla="*/ 22 h 66"/>
                  <a:gd name="T2" fmla="*/ 462 w 268"/>
                  <a:gd name="T3" fmla="*/ 1 h 66"/>
                  <a:gd name="T4" fmla="*/ 255 w 268"/>
                  <a:gd name="T5" fmla="*/ 1 h 66"/>
                  <a:gd name="T6" fmla="*/ 109 w 268"/>
                  <a:gd name="T7" fmla="*/ 5 h 66"/>
                  <a:gd name="T8" fmla="*/ 0 w 268"/>
                  <a:gd name="T9" fmla="*/ 5 h 66"/>
                  <a:gd name="T10" fmla="*/ 292 w 268"/>
                  <a:gd name="T11" fmla="*/ 111 h 66"/>
                  <a:gd name="T12" fmla="*/ 419 w 268"/>
                  <a:gd name="T13" fmla="*/ 14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8" h="66">
                    <a:moveTo>
                      <a:pt x="268" y="10"/>
                    </a:moveTo>
                    <a:cubicBezTo>
                      <a:pt x="257" y="0"/>
                      <a:pt x="226" y="1"/>
                      <a:pt x="211" y="1"/>
                    </a:cubicBezTo>
                    <a:cubicBezTo>
                      <a:pt x="180" y="3"/>
                      <a:pt x="148" y="3"/>
                      <a:pt x="116" y="1"/>
                    </a:cubicBezTo>
                    <a:cubicBezTo>
                      <a:pt x="94" y="1"/>
                      <a:pt x="72" y="1"/>
                      <a:pt x="50" y="2"/>
                    </a:cubicBezTo>
                    <a:cubicBezTo>
                      <a:pt x="35" y="3"/>
                      <a:pt x="15" y="6"/>
                      <a:pt x="0" y="2"/>
                    </a:cubicBezTo>
                    <a:cubicBezTo>
                      <a:pt x="44" y="22"/>
                      <a:pt x="88" y="35"/>
                      <a:pt x="133" y="52"/>
                    </a:cubicBezTo>
                    <a:cubicBezTo>
                      <a:pt x="152" y="59"/>
                      <a:pt x="176" y="59"/>
                      <a:pt x="192" y="66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7" name="Freeform 4488">
                <a:extLst>
                  <a:ext uri="{FF2B5EF4-FFF2-40B4-BE49-F238E27FC236}">
                    <a16:creationId xmlns:a16="http://schemas.microsoft.com/office/drawing/2014/main" id="{0BC70C22-F6A7-4255-B994-723939A95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79"/>
                <a:ext cx="217" cy="82"/>
              </a:xfrm>
              <a:custGeom>
                <a:avLst/>
                <a:gdLst>
                  <a:gd name="T0" fmla="*/ 366 w 167"/>
                  <a:gd name="T1" fmla="*/ 34 h 63"/>
                  <a:gd name="T2" fmla="*/ 185 w 167"/>
                  <a:gd name="T3" fmla="*/ 43 h 63"/>
                  <a:gd name="T4" fmla="*/ 0 w 167"/>
                  <a:gd name="T5" fmla="*/ 0 h 63"/>
                  <a:gd name="T6" fmla="*/ 191 w 167"/>
                  <a:gd name="T7" fmla="*/ 96 h 63"/>
                  <a:gd name="T8" fmla="*/ 261 w 167"/>
                  <a:gd name="T9" fmla="*/ 139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63">
                    <a:moveTo>
                      <a:pt x="167" y="15"/>
                    </a:moveTo>
                    <a:cubicBezTo>
                      <a:pt x="140" y="16"/>
                      <a:pt x="112" y="16"/>
                      <a:pt x="84" y="19"/>
                    </a:cubicBezTo>
                    <a:cubicBezTo>
                      <a:pt x="53" y="21"/>
                      <a:pt x="27" y="17"/>
                      <a:pt x="0" y="0"/>
                    </a:cubicBezTo>
                    <a:cubicBezTo>
                      <a:pt x="29" y="14"/>
                      <a:pt x="60" y="28"/>
                      <a:pt x="87" y="44"/>
                    </a:cubicBezTo>
                    <a:cubicBezTo>
                      <a:pt x="97" y="50"/>
                      <a:pt x="108" y="62"/>
                      <a:pt x="119" y="63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8" name="Freeform 4489">
                <a:extLst>
                  <a:ext uri="{FF2B5EF4-FFF2-40B4-BE49-F238E27FC236}">
                    <a16:creationId xmlns:a16="http://schemas.microsoft.com/office/drawing/2014/main" id="{08B200AC-B880-4428-AA26-20DE2E979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013"/>
                <a:ext cx="288" cy="78"/>
              </a:xfrm>
              <a:custGeom>
                <a:avLst/>
                <a:gdLst>
                  <a:gd name="T0" fmla="*/ 489 w 221"/>
                  <a:gd name="T1" fmla="*/ 49 h 60"/>
                  <a:gd name="T2" fmla="*/ 418 w 221"/>
                  <a:gd name="T3" fmla="*/ 27 h 60"/>
                  <a:gd name="T4" fmla="*/ 275 w 221"/>
                  <a:gd name="T5" fmla="*/ 5 h 60"/>
                  <a:gd name="T6" fmla="*/ 0 w 221"/>
                  <a:gd name="T7" fmla="*/ 7 h 60"/>
                  <a:gd name="T8" fmla="*/ 214 w 221"/>
                  <a:gd name="T9" fmla="*/ 88 h 60"/>
                  <a:gd name="T10" fmla="*/ 292 w 221"/>
                  <a:gd name="T11" fmla="*/ 131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1" h="60">
                    <a:moveTo>
                      <a:pt x="221" y="22"/>
                    </a:moveTo>
                    <a:cubicBezTo>
                      <a:pt x="212" y="21"/>
                      <a:pt x="199" y="15"/>
                      <a:pt x="189" y="12"/>
                    </a:cubicBezTo>
                    <a:cubicBezTo>
                      <a:pt x="167" y="6"/>
                      <a:pt x="147" y="3"/>
                      <a:pt x="124" y="2"/>
                    </a:cubicBezTo>
                    <a:cubicBezTo>
                      <a:pt x="82" y="0"/>
                      <a:pt x="41" y="4"/>
                      <a:pt x="0" y="3"/>
                    </a:cubicBezTo>
                    <a:cubicBezTo>
                      <a:pt x="30" y="18"/>
                      <a:pt x="66" y="24"/>
                      <a:pt x="97" y="40"/>
                    </a:cubicBezTo>
                    <a:cubicBezTo>
                      <a:pt x="108" y="46"/>
                      <a:pt x="120" y="58"/>
                      <a:pt x="132" y="6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9" name="Freeform 4490">
                <a:extLst>
                  <a:ext uri="{FF2B5EF4-FFF2-40B4-BE49-F238E27FC236}">
                    <a16:creationId xmlns:a16="http://schemas.microsoft.com/office/drawing/2014/main" id="{2B6E6D54-289B-47FE-A641-903A3E06D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954"/>
                <a:ext cx="321" cy="59"/>
              </a:xfrm>
              <a:custGeom>
                <a:avLst/>
                <a:gdLst>
                  <a:gd name="T0" fmla="*/ 547 w 246"/>
                  <a:gd name="T1" fmla="*/ 12 h 45"/>
                  <a:gd name="T2" fmla="*/ 429 w 246"/>
                  <a:gd name="T3" fmla="*/ 12 h 45"/>
                  <a:gd name="T4" fmla="*/ 275 w 246"/>
                  <a:gd name="T5" fmla="*/ 29 h 45"/>
                  <a:gd name="T6" fmla="*/ 0 w 246"/>
                  <a:gd name="T7" fmla="*/ 9 h 45"/>
                  <a:gd name="T8" fmla="*/ 102 w 246"/>
                  <a:gd name="T9" fmla="*/ 10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6" h="45">
                    <a:moveTo>
                      <a:pt x="246" y="5"/>
                    </a:moveTo>
                    <a:cubicBezTo>
                      <a:pt x="233" y="0"/>
                      <a:pt x="207" y="3"/>
                      <a:pt x="193" y="5"/>
                    </a:cubicBezTo>
                    <a:cubicBezTo>
                      <a:pt x="170" y="8"/>
                      <a:pt x="147" y="12"/>
                      <a:pt x="124" y="13"/>
                    </a:cubicBezTo>
                    <a:cubicBezTo>
                      <a:pt x="82" y="15"/>
                      <a:pt x="42" y="2"/>
                      <a:pt x="0" y="4"/>
                    </a:cubicBezTo>
                    <a:cubicBezTo>
                      <a:pt x="10" y="20"/>
                      <a:pt x="31" y="35"/>
                      <a:pt x="46" y="45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0" name="Freeform 4491">
                <a:extLst>
                  <a:ext uri="{FF2B5EF4-FFF2-40B4-BE49-F238E27FC236}">
                    <a16:creationId xmlns:a16="http://schemas.microsoft.com/office/drawing/2014/main" id="{7BF3A01E-B336-4ECE-9132-789F194CF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963"/>
                <a:ext cx="321" cy="129"/>
              </a:xfrm>
              <a:custGeom>
                <a:avLst/>
                <a:gdLst>
                  <a:gd name="T0" fmla="*/ 542 w 247"/>
                  <a:gd name="T1" fmla="*/ 86 h 99"/>
                  <a:gd name="T2" fmla="*/ 503 w 247"/>
                  <a:gd name="T3" fmla="*/ 78 h 99"/>
                  <a:gd name="T4" fmla="*/ 417 w 247"/>
                  <a:gd name="T5" fmla="*/ 61 h 99"/>
                  <a:gd name="T6" fmla="*/ 264 w 247"/>
                  <a:gd name="T7" fmla="*/ 51 h 99"/>
                  <a:gd name="T8" fmla="*/ 0 w 247"/>
                  <a:gd name="T9" fmla="*/ 0 h 99"/>
                  <a:gd name="T10" fmla="*/ 218 w 247"/>
                  <a:gd name="T11" fmla="*/ 168 h 99"/>
                  <a:gd name="T12" fmla="*/ 309 w 247"/>
                  <a:gd name="T13" fmla="*/ 219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99">
                    <a:moveTo>
                      <a:pt x="247" y="39"/>
                    </a:moveTo>
                    <a:cubicBezTo>
                      <a:pt x="240" y="40"/>
                      <a:pt x="235" y="37"/>
                      <a:pt x="229" y="35"/>
                    </a:cubicBezTo>
                    <a:cubicBezTo>
                      <a:pt x="216" y="31"/>
                      <a:pt x="204" y="29"/>
                      <a:pt x="190" y="28"/>
                    </a:cubicBezTo>
                    <a:cubicBezTo>
                      <a:pt x="167" y="26"/>
                      <a:pt x="143" y="27"/>
                      <a:pt x="120" y="23"/>
                    </a:cubicBezTo>
                    <a:cubicBezTo>
                      <a:pt x="80" y="15"/>
                      <a:pt x="36" y="21"/>
                      <a:pt x="0" y="0"/>
                    </a:cubicBezTo>
                    <a:cubicBezTo>
                      <a:pt x="37" y="16"/>
                      <a:pt x="64" y="55"/>
                      <a:pt x="99" y="76"/>
                    </a:cubicBezTo>
                    <a:cubicBezTo>
                      <a:pt x="110" y="83"/>
                      <a:pt x="132" y="90"/>
                      <a:pt x="141" y="99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1" name="Freeform 4492">
                <a:extLst>
                  <a:ext uri="{FF2B5EF4-FFF2-40B4-BE49-F238E27FC236}">
                    <a16:creationId xmlns:a16="http://schemas.microsoft.com/office/drawing/2014/main" id="{76B9B1DA-FAED-4804-B120-DB1B4810B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919"/>
                <a:ext cx="271" cy="79"/>
              </a:xfrm>
              <a:custGeom>
                <a:avLst/>
                <a:gdLst>
                  <a:gd name="T0" fmla="*/ 460 w 208"/>
                  <a:gd name="T1" fmla="*/ 69 h 61"/>
                  <a:gd name="T2" fmla="*/ 224 w 208"/>
                  <a:gd name="T3" fmla="*/ 44 h 61"/>
                  <a:gd name="T4" fmla="*/ 0 w 208"/>
                  <a:gd name="T5" fmla="*/ 1 h 61"/>
                  <a:gd name="T6" fmla="*/ 138 w 208"/>
                  <a:gd name="T7" fmla="*/ 97 h 61"/>
                  <a:gd name="T8" fmla="*/ 203 w 208"/>
                  <a:gd name="T9" fmla="*/ 132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61">
                    <a:moveTo>
                      <a:pt x="208" y="32"/>
                    </a:moveTo>
                    <a:cubicBezTo>
                      <a:pt x="173" y="22"/>
                      <a:pt x="137" y="21"/>
                      <a:pt x="101" y="20"/>
                    </a:cubicBezTo>
                    <a:cubicBezTo>
                      <a:pt x="66" y="18"/>
                      <a:pt x="35" y="0"/>
                      <a:pt x="0" y="1"/>
                    </a:cubicBezTo>
                    <a:cubicBezTo>
                      <a:pt x="23" y="11"/>
                      <a:pt x="41" y="32"/>
                      <a:pt x="62" y="45"/>
                    </a:cubicBezTo>
                    <a:cubicBezTo>
                      <a:pt x="71" y="51"/>
                      <a:pt x="82" y="56"/>
                      <a:pt x="92" y="6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2" name="Freeform 4493">
                <a:extLst>
                  <a:ext uri="{FF2B5EF4-FFF2-40B4-BE49-F238E27FC236}">
                    <a16:creationId xmlns:a16="http://schemas.microsoft.com/office/drawing/2014/main" id="{C1ABF3C3-C9C6-42C3-A634-ABB406277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863"/>
                <a:ext cx="298" cy="96"/>
              </a:xfrm>
              <a:custGeom>
                <a:avLst/>
                <a:gdLst>
                  <a:gd name="T0" fmla="*/ 505 w 229"/>
                  <a:gd name="T1" fmla="*/ 52 h 74"/>
                  <a:gd name="T2" fmla="*/ 411 w 229"/>
                  <a:gd name="T3" fmla="*/ 27 h 74"/>
                  <a:gd name="T4" fmla="*/ 350 w 229"/>
                  <a:gd name="T5" fmla="*/ 23 h 74"/>
                  <a:gd name="T6" fmla="*/ 273 w 229"/>
                  <a:gd name="T7" fmla="*/ 13 h 74"/>
                  <a:gd name="T8" fmla="*/ 0 w 229"/>
                  <a:gd name="T9" fmla="*/ 5 h 74"/>
                  <a:gd name="T10" fmla="*/ 174 w 229"/>
                  <a:gd name="T11" fmla="*/ 117 h 74"/>
                  <a:gd name="T12" fmla="*/ 243 w 229"/>
                  <a:gd name="T13" fmla="*/ 162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9" h="74">
                    <a:moveTo>
                      <a:pt x="229" y="24"/>
                    </a:moveTo>
                    <a:cubicBezTo>
                      <a:pt x="219" y="17"/>
                      <a:pt x="199" y="15"/>
                      <a:pt x="187" y="12"/>
                    </a:cubicBezTo>
                    <a:cubicBezTo>
                      <a:pt x="177" y="10"/>
                      <a:pt x="169" y="12"/>
                      <a:pt x="159" y="11"/>
                    </a:cubicBezTo>
                    <a:cubicBezTo>
                      <a:pt x="147" y="11"/>
                      <a:pt x="136" y="7"/>
                      <a:pt x="124" y="6"/>
                    </a:cubicBezTo>
                    <a:cubicBezTo>
                      <a:pt x="83" y="0"/>
                      <a:pt x="41" y="7"/>
                      <a:pt x="0" y="2"/>
                    </a:cubicBezTo>
                    <a:cubicBezTo>
                      <a:pt x="28" y="17"/>
                      <a:pt x="54" y="34"/>
                      <a:pt x="79" y="53"/>
                    </a:cubicBezTo>
                    <a:cubicBezTo>
                      <a:pt x="88" y="60"/>
                      <a:pt x="99" y="71"/>
                      <a:pt x="111" y="74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3" name="Freeform 4494">
                <a:extLst>
                  <a:ext uri="{FF2B5EF4-FFF2-40B4-BE49-F238E27FC236}">
                    <a16:creationId xmlns:a16="http://schemas.microsoft.com/office/drawing/2014/main" id="{A7DCC315-B1D5-4037-80BB-B851E773E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786"/>
                <a:ext cx="351" cy="85"/>
              </a:xfrm>
              <a:custGeom>
                <a:avLst/>
                <a:gdLst>
                  <a:gd name="T0" fmla="*/ 593 w 270"/>
                  <a:gd name="T1" fmla="*/ 24 h 65"/>
                  <a:gd name="T2" fmla="*/ 542 w 270"/>
                  <a:gd name="T3" fmla="*/ 9 h 65"/>
                  <a:gd name="T4" fmla="*/ 446 w 270"/>
                  <a:gd name="T5" fmla="*/ 9 h 65"/>
                  <a:gd name="T6" fmla="*/ 242 w 270"/>
                  <a:gd name="T7" fmla="*/ 17 h 65"/>
                  <a:gd name="T8" fmla="*/ 95 w 270"/>
                  <a:gd name="T9" fmla="*/ 34 h 65"/>
                  <a:gd name="T10" fmla="*/ 0 w 270"/>
                  <a:gd name="T11" fmla="*/ 34 h 65"/>
                  <a:gd name="T12" fmla="*/ 100 w 270"/>
                  <a:gd name="T13" fmla="*/ 115 h 65"/>
                  <a:gd name="T14" fmla="*/ 144 w 270"/>
                  <a:gd name="T15" fmla="*/ 145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0" h="65">
                    <a:moveTo>
                      <a:pt x="270" y="11"/>
                    </a:moveTo>
                    <a:cubicBezTo>
                      <a:pt x="261" y="11"/>
                      <a:pt x="255" y="6"/>
                      <a:pt x="247" y="4"/>
                    </a:cubicBezTo>
                    <a:cubicBezTo>
                      <a:pt x="232" y="0"/>
                      <a:pt x="218" y="3"/>
                      <a:pt x="203" y="4"/>
                    </a:cubicBezTo>
                    <a:cubicBezTo>
                      <a:pt x="172" y="7"/>
                      <a:pt x="140" y="6"/>
                      <a:pt x="110" y="8"/>
                    </a:cubicBezTo>
                    <a:cubicBezTo>
                      <a:pt x="87" y="8"/>
                      <a:pt x="66" y="13"/>
                      <a:pt x="43" y="15"/>
                    </a:cubicBezTo>
                    <a:cubicBezTo>
                      <a:pt x="30" y="16"/>
                      <a:pt x="13" y="13"/>
                      <a:pt x="0" y="15"/>
                    </a:cubicBezTo>
                    <a:cubicBezTo>
                      <a:pt x="15" y="27"/>
                      <a:pt x="31" y="39"/>
                      <a:pt x="45" y="51"/>
                    </a:cubicBezTo>
                    <a:cubicBezTo>
                      <a:pt x="50" y="56"/>
                      <a:pt x="59" y="61"/>
                      <a:pt x="65" y="65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4" name="Freeform 4495">
                <a:extLst>
                  <a:ext uri="{FF2B5EF4-FFF2-40B4-BE49-F238E27FC236}">
                    <a16:creationId xmlns:a16="http://schemas.microsoft.com/office/drawing/2014/main" id="{7CCCD257-FC92-4F80-B053-BAAF6F44B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1719"/>
                <a:ext cx="302" cy="75"/>
              </a:xfrm>
              <a:custGeom>
                <a:avLst/>
                <a:gdLst>
                  <a:gd name="T0" fmla="*/ 512 w 232"/>
                  <a:gd name="T1" fmla="*/ 13 h 58"/>
                  <a:gd name="T2" fmla="*/ 437 w 232"/>
                  <a:gd name="T3" fmla="*/ 5 h 58"/>
                  <a:gd name="T4" fmla="*/ 286 w 232"/>
                  <a:gd name="T5" fmla="*/ 10 h 58"/>
                  <a:gd name="T6" fmla="*/ 100 w 232"/>
                  <a:gd name="T7" fmla="*/ 28 h 58"/>
                  <a:gd name="T8" fmla="*/ 0 w 232"/>
                  <a:gd name="T9" fmla="*/ 22 h 58"/>
                  <a:gd name="T10" fmla="*/ 137 w 232"/>
                  <a:gd name="T11" fmla="*/ 125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2" h="58">
                    <a:moveTo>
                      <a:pt x="232" y="6"/>
                    </a:moveTo>
                    <a:cubicBezTo>
                      <a:pt x="223" y="0"/>
                      <a:pt x="208" y="2"/>
                      <a:pt x="198" y="2"/>
                    </a:cubicBezTo>
                    <a:cubicBezTo>
                      <a:pt x="176" y="3"/>
                      <a:pt x="152" y="2"/>
                      <a:pt x="130" y="5"/>
                    </a:cubicBezTo>
                    <a:cubicBezTo>
                      <a:pt x="101" y="9"/>
                      <a:pt x="73" y="9"/>
                      <a:pt x="45" y="13"/>
                    </a:cubicBezTo>
                    <a:cubicBezTo>
                      <a:pt x="29" y="15"/>
                      <a:pt x="15" y="15"/>
                      <a:pt x="0" y="10"/>
                    </a:cubicBezTo>
                    <a:cubicBezTo>
                      <a:pt x="17" y="30"/>
                      <a:pt x="41" y="45"/>
                      <a:pt x="62" y="58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5" name="Freeform 4496">
                <a:extLst>
                  <a:ext uri="{FF2B5EF4-FFF2-40B4-BE49-F238E27FC236}">
                    <a16:creationId xmlns:a16="http://schemas.microsoft.com/office/drawing/2014/main" id="{F0CA57F6-F7E5-4A2E-BDC5-3D5C54129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1637"/>
                <a:ext cx="358" cy="89"/>
              </a:xfrm>
              <a:custGeom>
                <a:avLst/>
                <a:gdLst>
                  <a:gd name="T0" fmla="*/ 607 w 275"/>
                  <a:gd name="T1" fmla="*/ 10 h 69"/>
                  <a:gd name="T2" fmla="*/ 501 w 275"/>
                  <a:gd name="T3" fmla="*/ 32 h 69"/>
                  <a:gd name="T4" fmla="*/ 331 w 275"/>
                  <a:gd name="T5" fmla="*/ 58 h 69"/>
                  <a:gd name="T6" fmla="*/ 137 w 275"/>
                  <a:gd name="T7" fmla="*/ 58 h 69"/>
                  <a:gd name="T8" fmla="*/ 0 w 275"/>
                  <a:gd name="T9" fmla="*/ 74 h 69"/>
                  <a:gd name="T10" fmla="*/ 130 w 275"/>
                  <a:gd name="T11" fmla="*/ 148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69">
                    <a:moveTo>
                      <a:pt x="275" y="5"/>
                    </a:moveTo>
                    <a:cubicBezTo>
                      <a:pt x="261" y="0"/>
                      <a:pt x="242" y="12"/>
                      <a:pt x="227" y="15"/>
                    </a:cubicBezTo>
                    <a:cubicBezTo>
                      <a:pt x="202" y="19"/>
                      <a:pt x="176" y="26"/>
                      <a:pt x="150" y="27"/>
                    </a:cubicBezTo>
                    <a:cubicBezTo>
                      <a:pt x="121" y="29"/>
                      <a:pt x="92" y="27"/>
                      <a:pt x="62" y="27"/>
                    </a:cubicBezTo>
                    <a:cubicBezTo>
                      <a:pt x="43" y="27"/>
                      <a:pt x="16" y="21"/>
                      <a:pt x="0" y="34"/>
                    </a:cubicBezTo>
                    <a:cubicBezTo>
                      <a:pt x="19" y="40"/>
                      <a:pt x="39" y="67"/>
                      <a:pt x="59" y="69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6" name="Freeform 4497">
                <a:extLst>
                  <a:ext uri="{FF2B5EF4-FFF2-40B4-BE49-F238E27FC236}">
                    <a16:creationId xmlns:a16="http://schemas.microsoft.com/office/drawing/2014/main" id="{96FAD982-C7EC-4E00-811D-FB3825E81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1613"/>
                <a:ext cx="109" cy="61"/>
              </a:xfrm>
              <a:custGeom>
                <a:avLst/>
                <a:gdLst>
                  <a:gd name="T0" fmla="*/ 148 w 84"/>
                  <a:gd name="T1" fmla="*/ 103 h 47"/>
                  <a:gd name="T2" fmla="*/ 0 w 84"/>
                  <a:gd name="T3" fmla="*/ 39 h 47"/>
                  <a:gd name="T4" fmla="*/ 103 w 84"/>
                  <a:gd name="T5" fmla="*/ 17 h 47"/>
                  <a:gd name="T6" fmla="*/ 183 w 84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47">
                    <a:moveTo>
                      <a:pt x="68" y="47"/>
                    </a:moveTo>
                    <a:cubicBezTo>
                      <a:pt x="48" y="33"/>
                      <a:pt x="21" y="32"/>
                      <a:pt x="0" y="18"/>
                    </a:cubicBezTo>
                    <a:cubicBezTo>
                      <a:pt x="14" y="20"/>
                      <a:pt x="32" y="11"/>
                      <a:pt x="47" y="8"/>
                    </a:cubicBezTo>
                    <a:cubicBezTo>
                      <a:pt x="59" y="5"/>
                      <a:pt x="72" y="3"/>
                      <a:pt x="84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7" name="Freeform 4498">
                <a:extLst>
                  <a:ext uri="{FF2B5EF4-FFF2-40B4-BE49-F238E27FC236}">
                    <a16:creationId xmlns:a16="http://schemas.microsoft.com/office/drawing/2014/main" id="{A249D686-EFAA-4166-8EDA-06402F0C0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1862"/>
                <a:ext cx="245" cy="92"/>
              </a:xfrm>
              <a:custGeom>
                <a:avLst/>
                <a:gdLst>
                  <a:gd name="T0" fmla="*/ 416 w 188"/>
                  <a:gd name="T1" fmla="*/ 16 h 71"/>
                  <a:gd name="T2" fmla="*/ 219 w 188"/>
                  <a:gd name="T3" fmla="*/ 0 h 71"/>
                  <a:gd name="T4" fmla="*/ 0 w 188"/>
                  <a:gd name="T5" fmla="*/ 8 h 71"/>
                  <a:gd name="T6" fmla="*/ 124 w 188"/>
                  <a:gd name="T7" fmla="*/ 113 h 71"/>
                  <a:gd name="T8" fmla="*/ 184 w 188"/>
                  <a:gd name="T9" fmla="*/ 154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71">
                    <a:moveTo>
                      <a:pt x="188" y="7"/>
                    </a:moveTo>
                    <a:cubicBezTo>
                      <a:pt x="158" y="3"/>
                      <a:pt x="130" y="0"/>
                      <a:pt x="99" y="0"/>
                    </a:cubicBezTo>
                    <a:cubicBezTo>
                      <a:pt x="69" y="0"/>
                      <a:pt x="27" y="21"/>
                      <a:pt x="0" y="4"/>
                    </a:cubicBezTo>
                    <a:cubicBezTo>
                      <a:pt x="23" y="20"/>
                      <a:pt x="34" y="36"/>
                      <a:pt x="56" y="52"/>
                    </a:cubicBezTo>
                    <a:cubicBezTo>
                      <a:pt x="63" y="58"/>
                      <a:pt x="73" y="68"/>
                      <a:pt x="83" y="7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8" name="Freeform 4499">
                <a:extLst>
                  <a:ext uri="{FF2B5EF4-FFF2-40B4-BE49-F238E27FC236}">
                    <a16:creationId xmlns:a16="http://schemas.microsoft.com/office/drawing/2014/main" id="{40E0F8A0-CBB3-4C2F-903C-FB569B59A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1782"/>
                <a:ext cx="214" cy="84"/>
              </a:xfrm>
              <a:custGeom>
                <a:avLst/>
                <a:gdLst>
                  <a:gd name="T0" fmla="*/ 361 w 165"/>
                  <a:gd name="T1" fmla="*/ 38 h 64"/>
                  <a:gd name="T2" fmla="*/ 176 w 165"/>
                  <a:gd name="T3" fmla="*/ 16 h 64"/>
                  <a:gd name="T4" fmla="*/ 0 w 165"/>
                  <a:gd name="T5" fmla="*/ 0 h 64"/>
                  <a:gd name="T6" fmla="*/ 145 w 165"/>
                  <a:gd name="T7" fmla="*/ 144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5" h="64">
                    <a:moveTo>
                      <a:pt x="165" y="17"/>
                    </a:moveTo>
                    <a:cubicBezTo>
                      <a:pt x="139" y="12"/>
                      <a:pt x="109" y="6"/>
                      <a:pt x="81" y="7"/>
                    </a:cubicBezTo>
                    <a:cubicBezTo>
                      <a:pt x="53" y="7"/>
                      <a:pt x="27" y="2"/>
                      <a:pt x="0" y="0"/>
                    </a:cubicBezTo>
                    <a:cubicBezTo>
                      <a:pt x="23" y="18"/>
                      <a:pt x="41" y="52"/>
                      <a:pt x="66" y="64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9" name="Freeform 4500">
                <a:extLst>
                  <a:ext uri="{FF2B5EF4-FFF2-40B4-BE49-F238E27FC236}">
                    <a16:creationId xmlns:a16="http://schemas.microsoft.com/office/drawing/2014/main" id="{935096BC-9412-4D2D-8C78-583E15135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687"/>
                <a:ext cx="242" cy="117"/>
              </a:xfrm>
              <a:custGeom>
                <a:avLst/>
                <a:gdLst>
                  <a:gd name="T0" fmla="*/ 410 w 186"/>
                  <a:gd name="T1" fmla="*/ 74 h 90"/>
                  <a:gd name="T2" fmla="*/ 234 w 186"/>
                  <a:gd name="T3" fmla="*/ 64 h 90"/>
                  <a:gd name="T4" fmla="*/ 0 w 186"/>
                  <a:gd name="T5" fmla="*/ 9 h 90"/>
                  <a:gd name="T6" fmla="*/ 56 w 186"/>
                  <a:gd name="T7" fmla="*/ 81 h 90"/>
                  <a:gd name="T8" fmla="*/ 114 w 186"/>
                  <a:gd name="T9" fmla="*/ 152 h 90"/>
                  <a:gd name="T10" fmla="*/ 190 w 186"/>
                  <a:gd name="T11" fmla="*/ 198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6" h="90">
                    <a:moveTo>
                      <a:pt x="186" y="34"/>
                    </a:moveTo>
                    <a:cubicBezTo>
                      <a:pt x="160" y="32"/>
                      <a:pt x="133" y="32"/>
                      <a:pt x="106" y="29"/>
                    </a:cubicBezTo>
                    <a:cubicBezTo>
                      <a:pt x="71" y="25"/>
                      <a:pt x="35" y="0"/>
                      <a:pt x="0" y="4"/>
                    </a:cubicBezTo>
                    <a:cubicBezTo>
                      <a:pt x="1" y="16"/>
                      <a:pt x="18" y="28"/>
                      <a:pt x="25" y="37"/>
                    </a:cubicBezTo>
                    <a:cubicBezTo>
                      <a:pt x="34" y="48"/>
                      <a:pt x="42" y="60"/>
                      <a:pt x="52" y="69"/>
                    </a:cubicBezTo>
                    <a:cubicBezTo>
                      <a:pt x="61" y="76"/>
                      <a:pt x="75" y="89"/>
                      <a:pt x="86" y="9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0" name="Freeform 4501">
                <a:extLst>
                  <a:ext uri="{FF2B5EF4-FFF2-40B4-BE49-F238E27FC236}">
                    <a16:creationId xmlns:a16="http://schemas.microsoft.com/office/drawing/2014/main" id="{722AAD5D-2AD7-4C8F-B82B-BF0DAD5AB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676"/>
                <a:ext cx="233" cy="46"/>
              </a:xfrm>
              <a:custGeom>
                <a:avLst/>
                <a:gdLst>
                  <a:gd name="T0" fmla="*/ 394 w 179"/>
                  <a:gd name="T1" fmla="*/ 8 h 36"/>
                  <a:gd name="T2" fmla="*/ 184 w 179"/>
                  <a:gd name="T3" fmla="*/ 10 h 36"/>
                  <a:gd name="T4" fmla="*/ 0 w 179"/>
                  <a:gd name="T5" fmla="*/ 0 h 36"/>
                  <a:gd name="T6" fmla="*/ 103 w 179"/>
                  <a:gd name="T7" fmla="*/ 7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36">
                    <a:moveTo>
                      <a:pt x="179" y="4"/>
                    </a:moveTo>
                    <a:cubicBezTo>
                      <a:pt x="151" y="16"/>
                      <a:pt x="114" y="6"/>
                      <a:pt x="83" y="5"/>
                    </a:cubicBezTo>
                    <a:cubicBezTo>
                      <a:pt x="55" y="4"/>
                      <a:pt x="28" y="3"/>
                      <a:pt x="0" y="0"/>
                    </a:cubicBezTo>
                    <a:cubicBezTo>
                      <a:pt x="13" y="11"/>
                      <a:pt x="32" y="29"/>
                      <a:pt x="47" y="36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1" name="Freeform 4502">
                <a:extLst>
                  <a:ext uri="{FF2B5EF4-FFF2-40B4-BE49-F238E27FC236}">
                    <a16:creationId xmlns:a16="http://schemas.microsoft.com/office/drawing/2014/main" id="{B6B84744-231A-488F-A776-603E45F03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1627"/>
                <a:ext cx="204" cy="59"/>
              </a:xfrm>
              <a:custGeom>
                <a:avLst/>
                <a:gdLst>
                  <a:gd name="T0" fmla="*/ 344 w 157"/>
                  <a:gd name="T1" fmla="*/ 21 h 45"/>
                  <a:gd name="T2" fmla="*/ 131 w 157"/>
                  <a:gd name="T3" fmla="*/ 5 h 45"/>
                  <a:gd name="T4" fmla="*/ 32 w 157"/>
                  <a:gd name="T5" fmla="*/ 16 h 45"/>
                  <a:gd name="T6" fmla="*/ 0 w 157"/>
                  <a:gd name="T7" fmla="*/ 12 h 45"/>
                  <a:gd name="T8" fmla="*/ 86 w 157"/>
                  <a:gd name="T9" fmla="*/ 10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5">
                    <a:moveTo>
                      <a:pt x="157" y="9"/>
                    </a:moveTo>
                    <a:cubicBezTo>
                      <a:pt x="124" y="10"/>
                      <a:pt x="93" y="0"/>
                      <a:pt x="60" y="2"/>
                    </a:cubicBezTo>
                    <a:cubicBezTo>
                      <a:pt x="45" y="2"/>
                      <a:pt x="29" y="7"/>
                      <a:pt x="15" y="7"/>
                    </a:cubicBezTo>
                    <a:cubicBezTo>
                      <a:pt x="8" y="7"/>
                      <a:pt x="5" y="3"/>
                      <a:pt x="0" y="5"/>
                    </a:cubicBezTo>
                    <a:cubicBezTo>
                      <a:pt x="7" y="20"/>
                      <a:pt x="27" y="33"/>
                      <a:pt x="39" y="45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2" name="Freeform 4503">
                <a:extLst>
                  <a:ext uri="{FF2B5EF4-FFF2-40B4-BE49-F238E27FC236}">
                    <a16:creationId xmlns:a16="http://schemas.microsoft.com/office/drawing/2014/main" id="{0EDB6B15-DB58-45FD-8C23-9EBD39260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932"/>
                <a:ext cx="237" cy="130"/>
              </a:xfrm>
              <a:custGeom>
                <a:avLst/>
                <a:gdLst>
                  <a:gd name="T0" fmla="*/ 402 w 182"/>
                  <a:gd name="T1" fmla="*/ 57 h 100"/>
                  <a:gd name="T2" fmla="*/ 342 w 182"/>
                  <a:gd name="T3" fmla="*/ 39 h 100"/>
                  <a:gd name="T4" fmla="*/ 219 w 182"/>
                  <a:gd name="T5" fmla="*/ 30 h 100"/>
                  <a:gd name="T6" fmla="*/ 0 w 182"/>
                  <a:gd name="T7" fmla="*/ 0 h 100"/>
                  <a:gd name="T8" fmla="*/ 103 w 182"/>
                  <a:gd name="T9" fmla="*/ 105 h 100"/>
                  <a:gd name="T10" fmla="*/ 167 w 182"/>
                  <a:gd name="T11" fmla="*/ 169 h 100"/>
                  <a:gd name="T12" fmla="*/ 214 w 182"/>
                  <a:gd name="T13" fmla="*/ 22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100">
                    <a:moveTo>
                      <a:pt x="182" y="26"/>
                    </a:moveTo>
                    <a:cubicBezTo>
                      <a:pt x="173" y="25"/>
                      <a:pt x="165" y="19"/>
                      <a:pt x="155" y="18"/>
                    </a:cubicBezTo>
                    <a:cubicBezTo>
                      <a:pt x="137" y="14"/>
                      <a:pt x="118" y="14"/>
                      <a:pt x="99" y="14"/>
                    </a:cubicBezTo>
                    <a:cubicBezTo>
                      <a:pt x="69" y="14"/>
                      <a:pt x="27" y="15"/>
                      <a:pt x="0" y="0"/>
                    </a:cubicBezTo>
                    <a:cubicBezTo>
                      <a:pt x="18" y="12"/>
                      <a:pt x="31" y="33"/>
                      <a:pt x="47" y="48"/>
                    </a:cubicBezTo>
                    <a:cubicBezTo>
                      <a:pt x="56" y="57"/>
                      <a:pt x="66" y="66"/>
                      <a:pt x="75" y="77"/>
                    </a:cubicBezTo>
                    <a:cubicBezTo>
                      <a:pt x="81" y="84"/>
                      <a:pt x="92" y="95"/>
                      <a:pt x="97" y="10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3" name="Freeform 4504">
                <a:extLst>
                  <a:ext uri="{FF2B5EF4-FFF2-40B4-BE49-F238E27FC236}">
                    <a16:creationId xmlns:a16="http://schemas.microsoft.com/office/drawing/2014/main" id="{78659250-5D40-4AF5-9F82-7F10D9255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791"/>
                <a:ext cx="294" cy="129"/>
              </a:xfrm>
              <a:custGeom>
                <a:avLst/>
                <a:gdLst>
                  <a:gd name="T0" fmla="*/ 497 w 226"/>
                  <a:gd name="T1" fmla="*/ 125 h 99"/>
                  <a:gd name="T2" fmla="*/ 425 w 226"/>
                  <a:gd name="T3" fmla="*/ 111 h 99"/>
                  <a:gd name="T4" fmla="*/ 276 w 226"/>
                  <a:gd name="T5" fmla="*/ 82 h 99"/>
                  <a:gd name="T6" fmla="*/ 0 w 226"/>
                  <a:gd name="T7" fmla="*/ 0 h 99"/>
                  <a:gd name="T8" fmla="*/ 57 w 226"/>
                  <a:gd name="T9" fmla="*/ 72 h 99"/>
                  <a:gd name="T10" fmla="*/ 144 w 226"/>
                  <a:gd name="T11" fmla="*/ 155 h 99"/>
                  <a:gd name="T12" fmla="*/ 255 w 226"/>
                  <a:gd name="T13" fmla="*/ 219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99">
                    <a:moveTo>
                      <a:pt x="226" y="57"/>
                    </a:moveTo>
                    <a:cubicBezTo>
                      <a:pt x="219" y="60"/>
                      <a:pt x="202" y="52"/>
                      <a:pt x="193" y="50"/>
                    </a:cubicBezTo>
                    <a:cubicBezTo>
                      <a:pt x="170" y="46"/>
                      <a:pt x="148" y="41"/>
                      <a:pt x="125" y="37"/>
                    </a:cubicBezTo>
                    <a:cubicBezTo>
                      <a:pt x="81" y="31"/>
                      <a:pt x="38" y="22"/>
                      <a:pt x="0" y="0"/>
                    </a:cubicBezTo>
                    <a:cubicBezTo>
                      <a:pt x="11" y="8"/>
                      <a:pt x="18" y="21"/>
                      <a:pt x="26" y="32"/>
                    </a:cubicBezTo>
                    <a:cubicBezTo>
                      <a:pt x="38" y="47"/>
                      <a:pt x="49" y="59"/>
                      <a:pt x="65" y="70"/>
                    </a:cubicBezTo>
                    <a:cubicBezTo>
                      <a:pt x="80" y="81"/>
                      <a:pt x="99" y="94"/>
                      <a:pt x="116" y="99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4" name="Freeform 4505">
                <a:extLst>
                  <a:ext uri="{FF2B5EF4-FFF2-40B4-BE49-F238E27FC236}">
                    <a16:creationId xmlns:a16="http://schemas.microsoft.com/office/drawing/2014/main" id="{FD6EC67C-C8AD-4340-8F00-019799AFF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1735"/>
                <a:ext cx="293" cy="114"/>
              </a:xfrm>
              <a:custGeom>
                <a:avLst/>
                <a:gdLst>
                  <a:gd name="T0" fmla="*/ 497 w 225"/>
                  <a:gd name="T1" fmla="*/ 89 h 87"/>
                  <a:gd name="T2" fmla="*/ 300 w 225"/>
                  <a:gd name="T3" fmla="*/ 56 h 87"/>
                  <a:gd name="T4" fmla="*/ 117 w 225"/>
                  <a:gd name="T5" fmla="*/ 31 h 87"/>
                  <a:gd name="T6" fmla="*/ 0 w 225"/>
                  <a:gd name="T7" fmla="*/ 0 h 87"/>
                  <a:gd name="T8" fmla="*/ 151 w 225"/>
                  <a:gd name="T9" fmla="*/ 19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5" h="87">
                    <a:moveTo>
                      <a:pt x="225" y="40"/>
                    </a:moveTo>
                    <a:cubicBezTo>
                      <a:pt x="199" y="26"/>
                      <a:pt x="165" y="28"/>
                      <a:pt x="136" y="25"/>
                    </a:cubicBezTo>
                    <a:cubicBezTo>
                      <a:pt x="108" y="22"/>
                      <a:pt x="81" y="20"/>
                      <a:pt x="53" y="14"/>
                    </a:cubicBezTo>
                    <a:cubicBezTo>
                      <a:pt x="36" y="10"/>
                      <a:pt x="18" y="2"/>
                      <a:pt x="0" y="0"/>
                    </a:cubicBezTo>
                    <a:cubicBezTo>
                      <a:pt x="26" y="22"/>
                      <a:pt x="52" y="58"/>
                      <a:pt x="68" y="87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5" name="Freeform 4506">
                <a:extLst>
                  <a:ext uri="{FF2B5EF4-FFF2-40B4-BE49-F238E27FC236}">
                    <a16:creationId xmlns:a16="http://schemas.microsoft.com/office/drawing/2014/main" id="{E5CF00CF-B28D-4100-BBED-CDD1D4DFC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633"/>
                <a:ext cx="243" cy="145"/>
              </a:xfrm>
              <a:custGeom>
                <a:avLst/>
                <a:gdLst>
                  <a:gd name="T0" fmla="*/ 411 w 187"/>
                  <a:gd name="T1" fmla="*/ 119 h 112"/>
                  <a:gd name="T2" fmla="*/ 264 w 187"/>
                  <a:gd name="T3" fmla="*/ 89 h 112"/>
                  <a:gd name="T4" fmla="*/ 120 w 187"/>
                  <a:gd name="T5" fmla="*/ 52 h 112"/>
                  <a:gd name="T6" fmla="*/ 0 w 187"/>
                  <a:gd name="T7" fmla="*/ 0 h 112"/>
                  <a:gd name="T8" fmla="*/ 152 w 187"/>
                  <a:gd name="T9" fmla="*/ 186 h 112"/>
                  <a:gd name="T10" fmla="*/ 211 w 187"/>
                  <a:gd name="T11" fmla="*/ 243 h 1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7" h="112">
                    <a:moveTo>
                      <a:pt x="187" y="55"/>
                    </a:moveTo>
                    <a:cubicBezTo>
                      <a:pt x="170" y="41"/>
                      <a:pt x="140" y="46"/>
                      <a:pt x="120" y="41"/>
                    </a:cubicBezTo>
                    <a:cubicBezTo>
                      <a:pt x="99" y="36"/>
                      <a:pt x="75" y="33"/>
                      <a:pt x="55" y="24"/>
                    </a:cubicBezTo>
                    <a:cubicBezTo>
                      <a:pt x="37" y="16"/>
                      <a:pt x="21" y="1"/>
                      <a:pt x="0" y="0"/>
                    </a:cubicBezTo>
                    <a:cubicBezTo>
                      <a:pt x="30" y="21"/>
                      <a:pt x="50" y="56"/>
                      <a:pt x="69" y="86"/>
                    </a:cubicBezTo>
                    <a:cubicBezTo>
                      <a:pt x="77" y="98"/>
                      <a:pt x="84" y="106"/>
                      <a:pt x="96" y="112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6" name="Freeform 4507">
                <a:extLst>
                  <a:ext uri="{FF2B5EF4-FFF2-40B4-BE49-F238E27FC236}">
                    <a16:creationId xmlns:a16="http://schemas.microsoft.com/office/drawing/2014/main" id="{E7615617-C770-4E13-AFD8-BC85C4616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1612"/>
                <a:ext cx="236" cy="66"/>
              </a:xfrm>
              <a:custGeom>
                <a:avLst/>
                <a:gdLst>
                  <a:gd name="T0" fmla="*/ 397 w 182"/>
                  <a:gd name="T1" fmla="*/ 109 h 51"/>
                  <a:gd name="T2" fmla="*/ 192 w 182"/>
                  <a:gd name="T3" fmla="*/ 44 h 51"/>
                  <a:gd name="T4" fmla="*/ 0 w 182"/>
                  <a:gd name="T5" fmla="*/ 0 h 51"/>
                  <a:gd name="T6" fmla="*/ 96 w 182"/>
                  <a:gd name="T7" fmla="*/ 11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2" h="51">
                    <a:moveTo>
                      <a:pt x="182" y="50"/>
                    </a:moveTo>
                    <a:cubicBezTo>
                      <a:pt x="164" y="27"/>
                      <a:pt x="114" y="25"/>
                      <a:pt x="88" y="20"/>
                    </a:cubicBezTo>
                    <a:cubicBezTo>
                      <a:pt x="59" y="15"/>
                      <a:pt x="25" y="14"/>
                      <a:pt x="0" y="0"/>
                    </a:cubicBezTo>
                    <a:cubicBezTo>
                      <a:pt x="10" y="17"/>
                      <a:pt x="28" y="38"/>
                      <a:pt x="44" y="5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7" name="Freeform 4508">
                <a:extLst>
                  <a:ext uri="{FF2B5EF4-FFF2-40B4-BE49-F238E27FC236}">
                    <a16:creationId xmlns:a16="http://schemas.microsoft.com/office/drawing/2014/main" id="{4EE05EC3-2C2B-4C5F-A430-6AB085A98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594"/>
                <a:ext cx="222" cy="45"/>
              </a:xfrm>
              <a:custGeom>
                <a:avLst/>
                <a:gdLst>
                  <a:gd name="T0" fmla="*/ 374 w 171"/>
                  <a:gd name="T1" fmla="*/ 64 h 35"/>
                  <a:gd name="T2" fmla="*/ 191 w 171"/>
                  <a:gd name="T3" fmla="*/ 35 h 35"/>
                  <a:gd name="T4" fmla="*/ 0 w 171"/>
                  <a:gd name="T5" fmla="*/ 0 h 35"/>
                  <a:gd name="T6" fmla="*/ 57 w 171"/>
                  <a:gd name="T7" fmla="*/ 7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35">
                    <a:moveTo>
                      <a:pt x="171" y="30"/>
                    </a:moveTo>
                    <a:cubicBezTo>
                      <a:pt x="142" y="28"/>
                      <a:pt x="116" y="17"/>
                      <a:pt x="87" y="16"/>
                    </a:cubicBezTo>
                    <a:cubicBezTo>
                      <a:pt x="58" y="15"/>
                      <a:pt x="26" y="12"/>
                      <a:pt x="0" y="0"/>
                    </a:cubicBezTo>
                    <a:cubicBezTo>
                      <a:pt x="5" y="7"/>
                      <a:pt x="20" y="35"/>
                      <a:pt x="26" y="34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8" name="Freeform 4509">
                <a:extLst>
                  <a:ext uri="{FF2B5EF4-FFF2-40B4-BE49-F238E27FC236}">
                    <a16:creationId xmlns:a16="http://schemas.microsoft.com/office/drawing/2014/main" id="{1D4277B7-4AB6-48ED-BAC6-809E9C800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572"/>
                <a:ext cx="34" cy="49"/>
              </a:xfrm>
              <a:custGeom>
                <a:avLst/>
                <a:gdLst>
                  <a:gd name="T0" fmla="*/ 0 w 26"/>
                  <a:gd name="T1" fmla="*/ 0 h 38"/>
                  <a:gd name="T2" fmla="*/ 58 w 26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8">
                    <a:moveTo>
                      <a:pt x="0" y="0"/>
                    </a:moveTo>
                    <a:cubicBezTo>
                      <a:pt x="3" y="15"/>
                      <a:pt x="16" y="28"/>
                      <a:pt x="26" y="38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9" name="Freeform 4510">
                <a:extLst>
                  <a:ext uri="{FF2B5EF4-FFF2-40B4-BE49-F238E27FC236}">
                    <a16:creationId xmlns:a16="http://schemas.microsoft.com/office/drawing/2014/main" id="{2B8B6BCC-7C85-40AC-93C7-7F2319B36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1761"/>
                <a:ext cx="347" cy="188"/>
              </a:xfrm>
              <a:custGeom>
                <a:avLst/>
                <a:gdLst>
                  <a:gd name="T0" fmla="*/ 586 w 267"/>
                  <a:gd name="T1" fmla="*/ 183 h 144"/>
                  <a:gd name="T2" fmla="*/ 382 w 267"/>
                  <a:gd name="T3" fmla="*/ 73 h 144"/>
                  <a:gd name="T4" fmla="*/ 281 w 267"/>
                  <a:gd name="T5" fmla="*/ 51 h 144"/>
                  <a:gd name="T6" fmla="*/ 177 w 267"/>
                  <a:gd name="T7" fmla="*/ 44 h 144"/>
                  <a:gd name="T8" fmla="*/ 0 w 267"/>
                  <a:gd name="T9" fmla="*/ 0 h 144"/>
                  <a:gd name="T10" fmla="*/ 337 w 267"/>
                  <a:gd name="T11" fmla="*/ 320 h 1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7" h="144">
                    <a:moveTo>
                      <a:pt x="267" y="82"/>
                    </a:moveTo>
                    <a:cubicBezTo>
                      <a:pt x="237" y="66"/>
                      <a:pt x="210" y="42"/>
                      <a:pt x="174" y="33"/>
                    </a:cubicBezTo>
                    <a:cubicBezTo>
                      <a:pt x="159" y="29"/>
                      <a:pt x="143" y="24"/>
                      <a:pt x="128" y="23"/>
                    </a:cubicBezTo>
                    <a:cubicBezTo>
                      <a:pt x="112" y="21"/>
                      <a:pt x="97" y="24"/>
                      <a:pt x="81" y="20"/>
                    </a:cubicBezTo>
                    <a:cubicBezTo>
                      <a:pt x="53" y="14"/>
                      <a:pt x="24" y="15"/>
                      <a:pt x="0" y="0"/>
                    </a:cubicBezTo>
                    <a:cubicBezTo>
                      <a:pt x="62" y="37"/>
                      <a:pt x="91" y="111"/>
                      <a:pt x="153" y="144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0" name="Freeform 4511">
                <a:extLst>
                  <a:ext uri="{FF2B5EF4-FFF2-40B4-BE49-F238E27FC236}">
                    <a16:creationId xmlns:a16="http://schemas.microsoft.com/office/drawing/2014/main" id="{57E11F7E-4689-47B6-B64B-2EE375E1D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655"/>
                <a:ext cx="264" cy="138"/>
              </a:xfrm>
              <a:custGeom>
                <a:avLst/>
                <a:gdLst>
                  <a:gd name="T0" fmla="*/ 263 w 203"/>
                  <a:gd name="T1" fmla="*/ 234 h 106"/>
                  <a:gd name="T2" fmla="*/ 130 w 203"/>
                  <a:gd name="T3" fmla="*/ 111 h 106"/>
                  <a:gd name="T4" fmla="*/ 0 w 203"/>
                  <a:gd name="T5" fmla="*/ 0 h 106"/>
                  <a:gd name="T6" fmla="*/ 325 w 203"/>
                  <a:gd name="T7" fmla="*/ 102 h 106"/>
                  <a:gd name="T8" fmla="*/ 446 w 203"/>
                  <a:gd name="T9" fmla="*/ 134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3" h="106">
                    <a:moveTo>
                      <a:pt x="119" y="106"/>
                    </a:moveTo>
                    <a:cubicBezTo>
                      <a:pt x="97" y="100"/>
                      <a:pt x="76" y="66"/>
                      <a:pt x="59" y="50"/>
                    </a:cubicBezTo>
                    <a:cubicBezTo>
                      <a:pt x="41" y="33"/>
                      <a:pt x="20" y="17"/>
                      <a:pt x="0" y="0"/>
                    </a:cubicBezTo>
                    <a:cubicBezTo>
                      <a:pt x="39" y="33"/>
                      <a:pt x="100" y="41"/>
                      <a:pt x="148" y="46"/>
                    </a:cubicBezTo>
                    <a:cubicBezTo>
                      <a:pt x="168" y="48"/>
                      <a:pt x="188" y="48"/>
                      <a:pt x="203" y="6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1" name="Freeform 4512">
                <a:extLst>
                  <a:ext uri="{FF2B5EF4-FFF2-40B4-BE49-F238E27FC236}">
                    <a16:creationId xmlns:a16="http://schemas.microsoft.com/office/drawing/2014/main" id="{76171FEA-320D-41B8-B089-1ABB111F1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1578"/>
                <a:ext cx="221" cy="207"/>
              </a:xfrm>
              <a:custGeom>
                <a:avLst/>
                <a:gdLst>
                  <a:gd name="T0" fmla="*/ 373 w 170"/>
                  <a:gd name="T1" fmla="*/ 316 h 159"/>
                  <a:gd name="T2" fmla="*/ 170 w 170"/>
                  <a:gd name="T3" fmla="*/ 167 h 159"/>
                  <a:gd name="T4" fmla="*/ 0 w 170"/>
                  <a:gd name="T5" fmla="*/ 0 h 159"/>
                  <a:gd name="T6" fmla="*/ 46 w 170"/>
                  <a:gd name="T7" fmla="*/ 17 h 159"/>
                  <a:gd name="T8" fmla="*/ 125 w 170"/>
                  <a:gd name="T9" fmla="*/ 35 h 159"/>
                  <a:gd name="T10" fmla="*/ 235 w 170"/>
                  <a:gd name="T11" fmla="*/ 57 h 159"/>
                  <a:gd name="T12" fmla="*/ 351 w 170"/>
                  <a:gd name="T13" fmla="*/ 103 h 1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159">
                    <a:moveTo>
                      <a:pt x="170" y="144"/>
                    </a:moveTo>
                    <a:cubicBezTo>
                      <a:pt x="140" y="159"/>
                      <a:pt x="94" y="93"/>
                      <a:pt x="78" y="75"/>
                    </a:cubicBezTo>
                    <a:cubicBezTo>
                      <a:pt x="56" y="48"/>
                      <a:pt x="28" y="22"/>
                      <a:pt x="0" y="0"/>
                    </a:cubicBezTo>
                    <a:cubicBezTo>
                      <a:pt x="8" y="0"/>
                      <a:pt x="14" y="5"/>
                      <a:pt x="21" y="8"/>
                    </a:cubicBezTo>
                    <a:cubicBezTo>
                      <a:pt x="32" y="12"/>
                      <a:pt x="45" y="14"/>
                      <a:pt x="57" y="16"/>
                    </a:cubicBezTo>
                    <a:cubicBezTo>
                      <a:pt x="73" y="20"/>
                      <a:pt x="91" y="22"/>
                      <a:pt x="107" y="26"/>
                    </a:cubicBezTo>
                    <a:cubicBezTo>
                      <a:pt x="119" y="29"/>
                      <a:pt x="155" y="36"/>
                      <a:pt x="160" y="47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2" name="Freeform 4513">
                <a:extLst>
                  <a:ext uri="{FF2B5EF4-FFF2-40B4-BE49-F238E27FC236}">
                    <a16:creationId xmlns:a16="http://schemas.microsoft.com/office/drawing/2014/main" id="{CEDA50FB-948A-4E1C-A76D-86E6FEAB6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509"/>
                <a:ext cx="270" cy="105"/>
              </a:xfrm>
              <a:custGeom>
                <a:avLst/>
                <a:gdLst>
                  <a:gd name="T0" fmla="*/ 301 w 207"/>
                  <a:gd name="T1" fmla="*/ 176 h 81"/>
                  <a:gd name="T2" fmla="*/ 167 w 207"/>
                  <a:gd name="T3" fmla="*/ 89 h 81"/>
                  <a:gd name="T4" fmla="*/ 0 w 207"/>
                  <a:gd name="T5" fmla="*/ 0 h 81"/>
                  <a:gd name="T6" fmla="*/ 190 w 207"/>
                  <a:gd name="T7" fmla="*/ 53 h 81"/>
                  <a:gd name="T8" fmla="*/ 320 w 207"/>
                  <a:gd name="T9" fmla="*/ 80 h 81"/>
                  <a:gd name="T10" fmla="*/ 459 w 207"/>
                  <a:gd name="T11" fmla="*/ 146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7" h="81">
                    <a:moveTo>
                      <a:pt x="136" y="81"/>
                    </a:moveTo>
                    <a:cubicBezTo>
                      <a:pt x="116" y="68"/>
                      <a:pt x="96" y="54"/>
                      <a:pt x="75" y="41"/>
                    </a:cubicBezTo>
                    <a:cubicBezTo>
                      <a:pt x="51" y="25"/>
                      <a:pt x="25" y="14"/>
                      <a:pt x="0" y="0"/>
                    </a:cubicBezTo>
                    <a:cubicBezTo>
                      <a:pt x="24" y="13"/>
                      <a:pt x="59" y="17"/>
                      <a:pt x="86" y="25"/>
                    </a:cubicBezTo>
                    <a:cubicBezTo>
                      <a:pt x="106" y="30"/>
                      <a:pt x="125" y="33"/>
                      <a:pt x="144" y="37"/>
                    </a:cubicBezTo>
                    <a:cubicBezTo>
                      <a:pt x="167" y="43"/>
                      <a:pt x="189" y="52"/>
                      <a:pt x="207" y="67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3" name="Freeform 4514">
                <a:extLst>
                  <a:ext uri="{FF2B5EF4-FFF2-40B4-BE49-F238E27FC236}">
                    <a16:creationId xmlns:a16="http://schemas.microsoft.com/office/drawing/2014/main" id="{C45C0D3E-73A1-48B8-8BC5-ACF134B15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449"/>
                <a:ext cx="174" cy="134"/>
              </a:xfrm>
              <a:custGeom>
                <a:avLst/>
                <a:gdLst>
                  <a:gd name="T0" fmla="*/ 293 w 134"/>
                  <a:gd name="T1" fmla="*/ 108 h 103"/>
                  <a:gd name="T2" fmla="*/ 205 w 134"/>
                  <a:gd name="T3" fmla="*/ 56 h 103"/>
                  <a:gd name="T4" fmla="*/ 108 w 134"/>
                  <a:gd name="T5" fmla="*/ 38 h 103"/>
                  <a:gd name="T6" fmla="*/ 0 w 134"/>
                  <a:gd name="T7" fmla="*/ 0 h 103"/>
                  <a:gd name="T8" fmla="*/ 92 w 134"/>
                  <a:gd name="T9" fmla="*/ 117 h 103"/>
                  <a:gd name="T10" fmla="*/ 157 w 134"/>
                  <a:gd name="T11" fmla="*/ 226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103">
                    <a:moveTo>
                      <a:pt x="134" y="49"/>
                    </a:moveTo>
                    <a:cubicBezTo>
                      <a:pt x="123" y="39"/>
                      <a:pt x="109" y="30"/>
                      <a:pt x="94" y="25"/>
                    </a:cubicBezTo>
                    <a:cubicBezTo>
                      <a:pt x="79" y="21"/>
                      <a:pt x="64" y="22"/>
                      <a:pt x="49" y="17"/>
                    </a:cubicBezTo>
                    <a:cubicBezTo>
                      <a:pt x="34" y="13"/>
                      <a:pt x="17" y="2"/>
                      <a:pt x="0" y="0"/>
                    </a:cubicBezTo>
                    <a:cubicBezTo>
                      <a:pt x="14" y="16"/>
                      <a:pt x="32" y="33"/>
                      <a:pt x="42" y="53"/>
                    </a:cubicBezTo>
                    <a:cubicBezTo>
                      <a:pt x="50" y="70"/>
                      <a:pt x="53" y="93"/>
                      <a:pt x="72" y="103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4" name="Freeform 4515">
                <a:extLst>
                  <a:ext uri="{FF2B5EF4-FFF2-40B4-BE49-F238E27FC236}">
                    <a16:creationId xmlns:a16="http://schemas.microsoft.com/office/drawing/2014/main" id="{1460890B-3F34-4C6A-8B3D-4D3868534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487"/>
                <a:ext cx="70" cy="74"/>
              </a:xfrm>
              <a:custGeom>
                <a:avLst/>
                <a:gdLst>
                  <a:gd name="T0" fmla="*/ 118 w 54"/>
                  <a:gd name="T1" fmla="*/ 125 h 57"/>
                  <a:gd name="T2" fmla="*/ 0 w 54"/>
                  <a:gd name="T3" fmla="*/ 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57">
                    <a:moveTo>
                      <a:pt x="54" y="57"/>
                    </a:moveTo>
                    <a:cubicBezTo>
                      <a:pt x="29" y="46"/>
                      <a:pt x="11" y="25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5" name="Freeform 4516">
                <a:extLst>
                  <a:ext uri="{FF2B5EF4-FFF2-40B4-BE49-F238E27FC236}">
                    <a16:creationId xmlns:a16="http://schemas.microsoft.com/office/drawing/2014/main" id="{40B56C41-1F14-42BF-8634-FF8217065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1408"/>
                <a:ext cx="41" cy="71"/>
              </a:xfrm>
              <a:custGeom>
                <a:avLst/>
                <a:gdLst>
                  <a:gd name="T0" fmla="*/ 68 w 32"/>
                  <a:gd name="T1" fmla="*/ 119 h 55"/>
                  <a:gd name="T2" fmla="*/ 0 w 32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5">
                    <a:moveTo>
                      <a:pt x="32" y="55"/>
                    </a:moveTo>
                    <a:cubicBezTo>
                      <a:pt x="13" y="51"/>
                      <a:pt x="11" y="1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6" name="Freeform 4517">
                <a:extLst>
                  <a:ext uri="{FF2B5EF4-FFF2-40B4-BE49-F238E27FC236}">
                    <a16:creationId xmlns:a16="http://schemas.microsoft.com/office/drawing/2014/main" id="{728F99CD-230A-47B5-ADB6-5CFBB6ADB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514"/>
                <a:ext cx="178" cy="206"/>
              </a:xfrm>
              <a:custGeom>
                <a:avLst/>
                <a:gdLst>
                  <a:gd name="T0" fmla="*/ 300 w 137"/>
                  <a:gd name="T1" fmla="*/ 351 h 158"/>
                  <a:gd name="T2" fmla="*/ 123 w 137"/>
                  <a:gd name="T3" fmla="*/ 180 h 158"/>
                  <a:gd name="T4" fmla="*/ 0 w 137"/>
                  <a:gd name="T5" fmla="*/ 0 h 158"/>
                  <a:gd name="T6" fmla="*/ 204 w 137"/>
                  <a:gd name="T7" fmla="*/ 86 h 158"/>
                  <a:gd name="T8" fmla="*/ 287 w 137"/>
                  <a:gd name="T9" fmla="*/ 117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158">
                    <a:moveTo>
                      <a:pt x="137" y="158"/>
                    </a:moveTo>
                    <a:cubicBezTo>
                      <a:pt x="102" y="137"/>
                      <a:pt x="77" y="116"/>
                      <a:pt x="56" y="81"/>
                    </a:cubicBezTo>
                    <a:cubicBezTo>
                      <a:pt x="39" y="53"/>
                      <a:pt x="15" y="27"/>
                      <a:pt x="0" y="0"/>
                    </a:cubicBezTo>
                    <a:cubicBezTo>
                      <a:pt x="29" y="16"/>
                      <a:pt x="62" y="30"/>
                      <a:pt x="93" y="39"/>
                    </a:cubicBezTo>
                    <a:cubicBezTo>
                      <a:pt x="107" y="44"/>
                      <a:pt x="118" y="45"/>
                      <a:pt x="131" y="53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7" name="Freeform 4518">
                <a:extLst>
                  <a:ext uri="{FF2B5EF4-FFF2-40B4-BE49-F238E27FC236}">
                    <a16:creationId xmlns:a16="http://schemas.microsoft.com/office/drawing/2014/main" id="{C56464B5-41F9-44BB-9C0C-983D8F11D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721"/>
                <a:ext cx="266" cy="216"/>
              </a:xfrm>
              <a:custGeom>
                <a:avLst/>
                <a:gdLst>
                  <a:gd name="T0" fmla="*/ 452 w 204"/>
                  <a:gd name="T1" fmla="*/ 366 h 166"/>
                  <a:gd name="T2" fmla="*/ 192 w 204"/>
                  <a:gd name="T3" fmla="*/ 198 h 166"/>
                  <a:gd name="T4" fmla="*/ 95 w 204"/>
                  <a:gd name="T5" fmla="*/ 78 h 166"/>
                  <a:gd name="T6" fmla="*/ 0 w 204"/>
                  <a:gd name="T7" fmla="*/ 0 h 166"/>
                  <a:gd name="T8" fmla="*/ 130 w 204"/>
                  <a:gd name="T9" fmla="*/ 22 h 166"/>
                  <a:gd name="T10" fmla="*/ 233 w 204"/>
                  <a:gd name="T11" fmla="*/ 30 h 166"/>
                  <a:gd name="T12" fmla="*/ 323 w 204"/>
                  <a:gd name="T13" fmla="*/ 73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166">
                    <a:moveTo>
                      <a:pt x="204" y="166"/>
                    </a:moveTo>
                    <a:cubicBezTo>
                      <a:pt x="160" y="149"/>
                      <a:pt x="115" y="128"/>
                      <a:pt x="87" y="90"/>
                    </a:cubicBezTo>
                    <a:cubicBezTo>
                      <a:pt x="73" y="70"/>
                      <a:pt x="61" y="51"/>
                      <a:pt x="43" y="35"/>
                    </a:cubicBezTo>
                    <a:cubicBezTo>
                      <a:pt x="29" y="22"/>
                      <a:pt x="14" y="12"/>
                      <a:pt x="0" y="0"/>
                    </a:cubicBezTo>
                    <a:cubicBezTo>
                      <a:pt x="19" y="0"/>
                      <a:pt x="40" y="8"/>
                      <a:pt x="59" y="10"/>
                    </a:cubicBezTo>
                    <a:cubicBezTo>
                      <a:pt x="74" y="12"/>
                      <a:pt x="90" y="13"/>
                      <a:pt x="105" y="14"/>
                    </a:cubicBezTo>
                    <a:cubicBezTo>
                      <a:pt x="123" y="16"/>
                      <a:pt x="132" y="23"/>
                      <a:pt x="146" y="33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8" name="Freeform 4519">
                <a:extLst>
                  <a:ext uri="{FF2B5EF4-FFF2-40B4-BE49-F238E27FC236}">
                    <a16:creationId xmlns:a16="http://schemas.microsoft.com/office/drawing/2014/main" id="{075808F5-3F27-4AD8-9C66-1A37FE9FC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774"/>
                <a:ext cx="283" cy="147"/>
              </a:xfrm>
              <a:custGeom>
                <a:avLst/>
                <a:gdLst>
                  <a:gd name="T0" fmla="*/ 0 w 218"/>
                  <a:gd name="T1" fmla="*/ 0 h 113"/>
                  <a:gd name="T2" fmla="*/ 157 w 218"/>
                  <a:gd name="T3" fmla="*/ 16 h 113"/>
                  <a:gd name="T4" fmla="*/ 292 w 218"/>
                  <a:gd name="T5" fmla="*/ 52 h 113"/>
                  <a:gd name="T6" fmla="*/ 476 w 218"/>
                  <a:gd name="T7" fmla="*/ 232 h 113"/>
                  <a:gd name="T8" fmla="*/ 395 w 218"/>
                  <a:gd name="T9" fmla="*/ 232 h 113"/>
                  <a:gd name="T10" fmla="*/ 323 w 218"/>
                  <a:gd name="T11" fmla="*/ 248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8" h="113">
                    <a:moveTo>
                      <a:pt x="0" y="0"/>
                    </a:moveTo>
                    <a:cubicBezTo>
                      <a:pt x="20" y="9"/>
                      <a:pt x="50" y="6"/>
                      <a:pt x="72" y="7"/>
                    </a:cubicBezTo>
                    <a:cubicBezTo>
                      <a:pt x="93" y="9"/>
                      <a:pt x="115" y="12"/>
                      <a:pt x="133" y="24"/>
                    </a:cubicBezTo>
                    <a:cubicBezTo>
                      <a:pt x="166" y="46"/>
                      <a:pt x="183" y="85"/>
                      <a:pt x="218" y="105"/>
                    </a:cubicBezTo>
                    <a:cubicBezTo>
                      <a:pt x="206" y="107"/>
                      <a:pt x="192" y="102"/>
                      <a:pt x="180" y="105"/>
                    </a:cubicBezTo>
                    <a:cubicBezTo>
                      <a:pt x="173" y="106"/>
                      <a:pt x="152" y="111"/>
                      <a:pt x="148" y="113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9" name="Freeform 4520">
                <a:extLst>
                  <a:ext uri="{FF2B5EF4-FFF2-40B4-BE49-F238E27FC236}">
                    <a16:creationId xmlns:a16="http://schemas.microsoft.com/office/drawing/2014/main" id="{7455A2D6-13DA-49A5-9A1A-858DC6B23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046"/>
                <a:ext cx="234" cy="47"/>
              </a:xfrm>
              <a:custGeom>
                <a:avLst/>
                <a:gdLst>
                  <a:gd name="T0" fmla="*/ 395 w 180"/>
                  <a:gd name="T1" fmla="*/ 57 h 36"/>
                  <a:gd name="T2" fmla="*/ 0 w 180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0" h="36">
                    <a:moveTo>
                      <a:pt x="180" y="26"/>
                    </a:moveTo>
                    <a:cubicBezTo>
                      <a:pt x="122" y="0"/>
                      <a:pt x="60" y="23"/>
                      <a:pt x="0" y="36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0" name="Freeform 4521">
                <a:extLst>
                  <a:ext uri="{FF2B5EF4-FFF2-40B4-BE49-F238E27FC236}">
                    <a16:creationId xmlns:a16="http://schemas.microsoft.com/office/drawing/2014/main" id="{5185CE0A-6353-4448-A7E5-DB8919F45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885"/>
                <a:ext cx="296" cy="189"/>
              </a:xfrm>
              <a:custGeom>
                <a:avLst/>
                <a:gdLst>
                  <a:gd name="T0" fmla="*/ 503 w 227"/>
                  <a:gd name="T1" fmla="*/ 319 h 145"/>
                  <a:gd name="T2" fmla="*/ 206 w 227"/>
                  <a:gd name="T3" fmla="*/ 167 h 145"/>
                  <a:gd name="T4" fmla="*/ 73 w 227"/>
                  <a:gd name="T5" fmla="*/ 44 h 145"/>
                  <a:gd name="T6" fmla="*/ 0 w 227"/>
                  <a:gd name="T7" fmla="*/ 0 h 145"/>
                  <a:gd name="T8" fmla="*/ 200 w 227"/>
                  <a:gd name="T9" fmla="*/ 17 h 145"/>
                  <a:gd name="T10" fmla="*/ 299 w 227"/>
                  <a:gd name="T11" fmla="*/ 43 h 1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7" h="145">
                    <a:moveTo>
                      <a:pt x="227" y="144"/>
                    </a:moveTo>
                    <a:cubicBezTo>
                      <a:pt x="168" y="145"/>
                      <a:pt x="133" y="112"/>
                      <a:pt x="93" y="75"/>
                    </a:cubicBezTo>
                    <a:cubicBezTo>
                      <a:pt x="73" y="56"/>
                      <a:pt x="54" y="37"/>
                      <a:pt x="33" y="20"/>
                    </a:cubicBezTo>
                    <a:cubicBezTo>
                      <a:pt x="22" y="13"/>
                      <a:pt x="11" y="8"/>
                      <a:pt x="0" y="0"/>
                    </a:cubicBezTo>
                    <a:cubicBezTo>
                      <a:pt x="26" y="15"/>
                      <a:pt x="61" y="8"/>
                      <a:pt x="90" y="8"/>
                    </a:cubicBezTo>
                    <a:cubicBezTo>
                      <a:pt x="104" y="8"/>
                      <a:pt x="122" y="14"/>
                      <a:pt x="135" y="19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1" name="Freeform 4522">
                <a:extLst>
                  <a:ext uri="{FF2B5EF4-FFF2-40B4-BE49-F238E27FC236}">
                    <a16:creationId xmlns:a16="http://schemas.microsoft.com/office/drawing/2014/main" id="{773C383F-6AF1-4686-A196-CB2D6F6BC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911"/>
                <a:ext cx="344" cy="183"/>
              </a:xfrm>
              <a:custGeom>
                <a:avLst/>
                <a:gdLst>
                  <a:gd name="T0" fmla="*/ 0 w 264"/>
                  <a:gd name="T1" fmla="*/ 0 h 141"/>
                  <a:gd name="T2" fmla="*/ 203 w 264"/>
                  <a:gd name="T3" fmla="*/ 52 h 141"/>
                  <a:gd name="T4" fmla="*/ 343 w 264"/>
                  <a:gd name="T5" fmla="*/ 113 h 141"/>
                  <a:gd name="T6" fmla="*/ 584 w 264"/>
                  <a:gd name="T7" fmla="*/ 309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4" h="141">
                    <a:moveTo>
                      <a:pt x="0" y="0"/>
                    </a:moveTo>
                    <a:cubicBezTo>
                      <a:pt x="27" y="17"/>
                      <a:pt x="63" y="15"/>
                      <a:pt x="92" y="24"/>
                    </a:cubicBezTo>
                    <a:cubicBezTo>
                      <a:pt x="114" y="31"/>
                      <a:pt x="138" y="39"/>
                      <a:pt x="155" y="52"/>
                    </a:cubicBezTo>
                    <a:cubicBezTo>
                      <a:pt x="191" y="79"/>
                      <a:pt x="225" y="121"/>
                      <a:pt x="264" y="14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2" name="Freeform 4523">
                <a:extLst>
                  <a:ext uri="{FF2B5EF4-FFF2-40B4-BE49-F238E27FC236}">
                    <a16:creationId xmlns:a16="http://schemas.microsoft.com/office/drawing/2014/main" id="{9D70A77E-8474-4FCF-9C6A-62766CA3C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776"/>
                <a:ext cx="218" cy="127"/>
              </a:xfrm>
              <a:custGeom>
                <a:avLst/>
                <a:gdLst>
                  <a:gd name="T0" fmla="*/ 372 w 167"/>
                  <a:gd name="T1" fmla="*/ 189 h 98"/>
                  <a:gd name="T2" fmla="*/ 189 w 167"/>
                  <a:gd name="T3" fmla="*/ 123 h 98"/>
                  <a:gd name="T4" fmla="*/ 0 w 167"/>
                  <a:gd name="T5" fmla="*/ 0 h 98"/>
                  <a:gd name="T6" fmla="*/ 46 w 167"/>
                  <a:gd name="T7" fmla="*/ 127 h 98"/>
                  <a:gd name="T8" fmla="*/ 94 w 167"/>
                  <a:gd name="T9" fmla="*/ 214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98">
                    <a:moveTo>
                      <a:pt x="167" y="87"/>
                    </a:moveTo>
                    <a:cubicBezTo>
                      <a:pt x="142" y="72"/>
                      <a:pt x="112" y="66"/>
                      <a:pt x="85" y="56"/>
                    </a:cubicBezTo>
                    <a:cubicBezTo>
                      <a:pt x="52" y="43"/>
                      <a:pt x="31" y="16"/>
                      <a:pt x="0" y="0"/>
                    </a:cubicBezTo>
                    <a:cubicBezTo>
                      <a:pt x="9" y="19"/>
                      <a:pt x="14" y="39"/>
                      <a:pt x="21" y="59"/>
                    </a:cubicBezTo>
                    <a:cubicBezTo>
                      <a:pt x="25" y="72"/>
                      <a:pt x="30" y="91"/>
                      <a:pt x="42" y="98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3" name="Freeform 4524">
                <a:extLst>
                  <a:ext uri="{FF2B5EF4-FFF2-40B4-BE49-F238E27FC236}">
                    <a16:creationId xmlns:a16="http://schemas.microsoft.com/office/drawing/2014/main" id="{A3A739FA-F216-43EC-A32A-9F7386CDA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655"/>
                <a:ext cx="221" cy="196"/>
              </a:xfrm>
              <a:custGeom>
                <a:avLst/>
                <a:gdLst>
                  <a:gd name="T0" fmla="*/ 373 w 170"/>
                  <a:gd name="T1" fmla="*/ 118 h 151"/>
                  <a:gd name="T2" fmla="*/ 196 w 170"/>
                  <a:gd name="T3" fmla="*/ 61 h 151"/>
                  <a:gd name="T4" fmla="*/ 0 w 170"/>
                  <a:gd name="T5" fmla="*/ 0 h 151"/>
                  <a:gd name="T6" fmla="*/ 111 w 170"/>
                  <a:gd name="T7" fmla="*/ 134 h 151"/>
                  <a:gd name="T8" fmla="*/ 165 w 170"/>
                  <a:gd name="T9" fmla="*/ 243 h 151"/>
                  <a:gd name="T10" fmla="*/ 259 w 170"/>
                  <a:gd name="T11" fmla="*/ 33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0" h="151">
                    <a:moveTo>
                      <a:pt x="170" y="54"/>
                    </a:moveTo>
                    <a:cubicBezTo>
                      <a:pt x="148" y="38"/>
                      <a:pt x="115" y="33"/>
                      <a:pt x="89" y="28"/>
                    </a:cubicBezTo>
                    <a:cubicBezTo>
                      <a:pt x="59" y="22"/>
                      <a:pt x="28" y="11"/>
                      <a:pt x="0" y="0"/>
                    </a:cubicBezTo>
                    <a:cubicBezTo>
                      <a:pt x="21" y="17"/>
                      <a:pt x="38" y="37"/>
                      <a:pt x="50" y="61"/>
                    </a:cubicBezTo>
                    <a:cubicBezTo>
                      <a:pt x="58" y="78"/>
                      <a:pt x="65" y="95"/>
                      <a:pt x="75" y="111"/>
                    </a:cubicBezTo>
                    <a:cubicBezTo>
                      <a:pt x="86" y="130"/>
                      <a:pt x="102" y="138"/>
                      <a:pt x="118" y="151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4" name="Freeform 4525">
                <a:extLst>
                  <a:ext uri="{FF2B5EF4-FFF2-40B4-BE49-F238E27FC236}">
                    <a16:creationId xmlns:a16="http://schemas.microsoft.com/office/drawing/2014/main" id="{62F2A7FC-619C-4F05-A9E0-3350DD62F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643"/>
                <a:ext cx="110" cy="135"/>
              </a:xfrm>
              <a:custGeom>
                <a:avLst/>
                <a:gdLst>
                  <a:gd name="T0" fmla="*/ 184 w 85"/>
                  <a:gd name="T1" fmla="*/ 227 h 104"/>
                  <a:gd name="T2" fmla="*/ 58 w 85"/>
                  <a:gd name="T3" fmla="*/ 97 h 104"/>
                  <a:gd name="T4" fmla="*/ 0 w 85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04">
                    <a:moveTo>
                      <a:pt x="85" y="104"/>
                    </a:moveTo>
                    <a:cubicBezTo>
                      <a:pt x="61" y="90"/>
                      <a:pt x="42" y="69"/>
                      <a:pt x="27" y="45"/>
                    </a:cubicBezTo>
                    <a:cubicBezTo>
                      <a:pt x="19" y="30"/>
                      <a:pt x="12" y="1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5" name="Freeform 4526">
                <a:extLst>
                  <a:ext uri="{FF2B5EF4-FFF2-40B4-BE49-F238E27FC236}">
                    <a16:creationId xmlns:a16="http://schemas.microsoft.com/office/drawing/2014/main" id="{623048C8-40DA-4B00-BA66-EFE6F239B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626"/>
                <a:ext cx="38" cy="31"/>
              </a:xfrm>
              <a:custGeom>
                <a:avLst/>
                <a:gdLst>
                  <a:gd name="T0" fmla="*/ 66 w 29"/>
                  <a:gd name="T1" fmla="*/ 52 h 24"/>
                  <a:gd name="T2" fmla="*/ 0 w 29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4">
                    <a:moveTo>
                      <a:pt x="29" y="24"/>
                    </a:moveTo>
                    <a:cubicBezTo>
                      <a:pt x="21" y="22"/>
                      <a:pt x="7" y="6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6" name="Freeform 4527">
                <a:extLst>
                  <a:ext uri="{FF2B5EF4-FFF2-40B4-BE49-F238E27FC236}">
                    <a16:creationId xmlns:a16="http://schemas.microsoft.com/office/drawing/2014/main" id="{DABE449D-7F10-420B-A0D0-BD92AF6D9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676"/>
                <a:ext cx="103" cy="110"/>
              </a:xfrm>
              <a:custGeom>
                <a:avLst/>
                <a:gdLst>
                  <a:gd name="T0" fmla="*/ 175 w 79"/>
                  <a:gd name="T1" fmla="*/ 184 h 85"/>
                  <a:gd name="T2" fmla="*/ 0 w 79"/>
                  <a:gd name="T3" fmla="*/ 0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85">
                    <a:moveTo>
                      <a:pt x="79" y="85"/>
                    </a:moveTo>
                    <a:cubicBezTo>
                      <a:pt x="42" y="73"/>
                      <a:pt x="20" y="28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7" name="Freeform 4528">
                <a:extLst>
                  <a:ext uri="{FF2B5EF4-FFF2-40B4-BE49-F238E27FC236}">
                    <a16:creationId xmlns:a16="http://schemas.microsoft.com/office/drawing/2014/main" id="{538301C2-56B5-42D2-8992-5AE986531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591"/>
                <a:ext cx="133" cy="134"/>
              </a:xfrm>
              <a:custGeom>
                <a:avLst/>
                <a:gdLst>
                  <a:gd name="T0" fmla="*/ 226 w 102"/>
                  <a:gd name="T1" fmla="*/ 226 h 103"/>
                  <a:gd name="T2" fmla="*/ 102 w 102"/>
                  <a:gd name="T3" fmla="*/ 73 h 103"/>
                  <a:gd name="T4" fmla="*/ 0 w 102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03">
                    <a:moveTo>
                      <a:pt x="102" y="103"/>
                    </a:moveTo>
                    <a:cubicBezTo>
                      <a:pt x="73" y="98"/>
                      <a:pt x="61" y="54"/>
                      <a:pt x="46" y="33"/>
                    </a:cubicBezTo>
                    <a:cubicBezTo>
                      <a:pt x="36" y="18"/>
                      <a:pt x="18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8" name="Freeform 4529">
                <a:extLst>
                  <a:ext uri="{FF2B5EF4-FFF2-40B4-BE49-F238E27FC236}">
                    <a16:creationId xmlns:a16="http://schemas.microsoft.com/office/drawing/2014/main" id="{684A4F24-2111-4C0E-BBE4-E17FFFCD5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564"/>
                <a:ext cx="232" cy="201"/>
              </a:xfrm>
              <a:custGeom>
                <a:avLst/>
                <a:gdLst>
                  <a:gd name="T0" fmla="*/ 394 w 178"/>
                  <a:gd name="T1" fmla="*/ 338 h 155"/>
                  <a:gd name="T2" fmla="*/ 282 w 178"/>
                  <a:gd name="T3" fmla="*/ 193 h 155"/>
                  <a:gd name="T4" fmla="*/ 139 w 178"/>
                  <a:gd name="T5" fmla="*/ 61 h 155"/>
                  <a:gd name="T6" fmla="*/ 0 w 178"/>
                  <a:gd name="T7" fmla="*/ 0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8" h="155">
                    <a:moveTo>
                      <a:pt x="178" y="155"/>
                    </a:moveTo>
                    <a:cubicBezTo>
                      <a:pt x="155" y="137"/>
                      <a:pt x="145" y="112"/>
                      <a:pt x="127" y="89"/>
                    </a:cubicBezTo>
                    <a:cubicBezTo>
                      <a:pt x="109" y="65"/>
                      <a:pt x="88" y="46"/>
                      <a:pt x="63" y="28"/>
                    </a:cubicBezTo>
                    <a:cubicBezTo>
                      <a:pt x="43" y="14"/>
                      <a:pt x="18" y="1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9" name="Freeform 4530">
                <a:extLst>
                  <a:ext uri="{FF2B5EF4-FFF2-40B4-BE49-F238E27FC236}">
                    <a16:creationId xmlns:a16="http://schemas.microsoft.com/office/drawing/2014/main" id="{4CDAA717-25BD-49C4-A584-352BA070D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1475"/>
                <a:ext cx="102" cy="48"/>
              </a:xfrm>
              <a:custGeom>
                <a:avLst/>
                <a:gdLst>
                  <a:gd name="T0" fmla="*/ 174 w 78"/>
                  <a:gd name="T1" fmla="*/ 80 h 37"/>
                  <a:gd name="T2" fmla="*/ 0 w 78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7">
                    <a:moveTo>
                      <a:pt x="78" y="37"/>
                    </a:moveTo>
                    <a:cubicBezTo>
                      <a:pt x="69" y="5"/>
                      <a:pt x="23" y="1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0" name="Freeform 4531">
                <a:extLst>
                  <a:ext uri="{FF2B5EF4-FFF2-40B4-BE49-F238E27FC236}">
                    <a16:creationId xmlns:a16="http://schemas.microsoft.com/office/drawing/2014/main" id="{DA9A95F3-AACC-4CE4-AF67-1A77604E2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508"/>
                <a:ext cx="157" cy="157"/>
              </a:xfrm>
              <a:custGeom>
                <a:avLst/>
                <a:gdLst>
                  <a:gd name="T0" fmla="*/ 265 w 121"/>
                  <a:gd name="T1" fmla="*/ 265 h 121"/>
                  <a:gd name="T2" fmla="*/ 103 w 121"/>
                  <a:gd name="T3" fmla="*/ 104 h 121"/>
                  <a:gd name="T4" fmla="*/ 0 w 121"/>
                  <a:gd name="T5" fmla="*/ 0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21">
                    <a:moveTo>
                      <a:pt x="121" y="121"/>
                    </a:moveTo>
                    <a:cubicBezTo>
                      <a:pt x="89" y="103"/>
                      <a:pt x="69" y="78"/>
                      <a:pt x="47" y="48"/>
                    </a:cubicBezTo>
                    <a:cubicBezTo>
                      <a:pt x="34" y="31"/>
                      <a:pt x="19" y="9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1" name="Freeform 4532">
                <a:extLst>
                  <a:ext uri="{FF2B5EF4-FFF2-40B4-BE49-F238E27FC236}">
                    <a16:creationId xmlns:a16="http://schemas.microsoft.com/office/drawing/2014/main" id="{455BCB76-67D1-401E-BB78-0699B2D34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543"/>
                <a:ext cx="218" cy="60"/>
              </a:xfrm>
              <a:custGeom>
                <a:avLst/>
                <a:gdLst>
                  <a:gd name="T0" fmla="*/ 367 w 168"/>
                  <a:gd name="T1" fmla="*/ 102 h 46"/>
                  <a:gd name="T2" fmla="*/ 265 w 168"/>
                  <a:gd name="T3" fmla="*/ 50 h 46"/>
                  <a:gd name="T4" fmla="*/ 147 w 168"/>
                  <a:gd name="T5" fmla="*/ 35 h 46"/>
                  <a:gd name="T6" fmla="*/ 0 w 168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8" h="46">
                    <a:moveTo>
                      <a:pt x="168" y="46"/>
                    </a:moveTo>
                    <a:cubicBezTo>
                      <a:pt x="152" y="39"/>
                      <a:pt x="140" y="27"/>
                      <a:pt x="121" y="22"/>
                    </a:cubicBezTo>
                    <a:cubicBezTo>
                      <a:pt x="102" y="17"/>
                      <a:pt x="86" y="16"/>
                      <a:pt x="67" y="16"/>
                    </a:cubicBezTo>
                    <a:cubicBezTo>
                      <a:pt x="46" y="15"/>
                      <a:pt x="17" y="1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2" name="Freeform 4533">
                <a:extLst>
                  <a:ext uri="{FF2B5EF4-FFF2-40B4-BE49-F238E27FC236}">
                    <a16:creationId xmlns:a16="http://schemas.microsoft.com/office/drawing/2014/main" id="{E527119A-209E-4AC4-A1F5-4AAAB45A4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564"/>
                <a:ext cx="36" cy="129"/>
              </a:xfrm>
              <a:custGeom>
                <a:avLst/>
                <a:gdLst>
                  <a:gd name="T0" fmla="*/ 0 w 28"/>
                  <a:gd name="T1" fmla="*/ 0 h 99"/>
                  <a:gd name="T2" fmla="*/ 40 w 28"/>
                  <a:gd name="T3" fmla="*/ 145 h 99"/>
                  <a:gd name="T4" fmla="*/ 59 w 28"/>
                  <a:gd name="T5" fmla="*/ 219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9">
                    <a:moveTo>
                      <a:pt x="0" y="0"/>
                    </a:moveTo>
                    <a:cubicBezTo>
                      <a:pt x="10" y="23"/>
                      <a:pt x="16" y="39"/>
                      <a:pt x="19" y="65"/>
                    </a:cubicBezTo>
                    <a:cubicBezTo>
                      <a:pt x="20" y="78"/>
                      <a:pt x="24" y="88"/>
                      <a:pt x="28" y="99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3" name="Freeform 4534">
                <a:extLst>
                  <a:ext uri="{FF2B5EF4-FFF2-40B4-BE49-F238E27FC236}">
                    <a16:creationId xmlns:a16="http://schemas.microsoft.com/office/drawing/2014/main" id="{76F947B9-1F3E-4D8E-A5D0-7A49AC490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435"/>
                <a:ext cx="30" cy="14"/>
              </a:xfrm>
              <a:custGeom>
                <a:avLst/>
                <a:gdLst>
                  <a:gd name="T0" fmla="*/ 51 w 23"/>
                  <a:gd name="T1" fmla="*/ 23 h 11"/>
                  <a:gd name="T2" fmla="*/ 0 w 2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23" y="11"/>
                    </a:moveTo>
                    <a:cubicBezTo>
                      <a:pt x="18" y="5"/>
                      <a:pt x="8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4" name="Freeform 4535">
                <a:extLst>
                  <a:ext uri="{FF2B5EF4-FFF2-40B4-BE49-F238E27FC236}">
                    <a16:creationId xmlns:a16="http://schemas.microsoft.com/office/drawing/2014/main" id="{5F455971-A154-491A-9FFA-6F0BE9A28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836"/>
                <a:ext cx="60" cy="52"/>
              </a:xfrm>
              <a:custGeom>
                <a:avLst/>
                <a:gdLst>
                  <a:gd name="T0" fmla="*/ 102 w 46"/>
                  <a:gd name="T1" fmla="*/ 73 h 40"/>
                  <a:gd name="T2" fmla="*/ 38 w 46"/>
                  <a:gd name="T3" fmla="*/ 60 h 40"/>
                  <a:gd name="T4" fmla="*/ 7 w 46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0">
                    <a:moveTo>
                      <a:pt x="46" y="33"/>
                    </a:moveTo>
                    <a:cubicBezTo>
                      <a:pt x="43" y="40"/>
                      <a:pt x="30" y="35"/>
                      <a:pt x="17" y="27"/>
                    </a:cubicBezTo>
                    <a:cubicBezTo>
                      <a:pt x="6" y="20"/>
                      <a:pt x="0" y="6"/>
                      <a:pt x="3" y="0"/>
                    </a:cubicBezTo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5" name="Freeform 4536">
                <a:extLst>
                  <a:ext uri="{FF2B5EF4-FFF2-40B4-BE49-F238E27FC236}">
                    <a16:creationId xmlns:a16="http://schemas.microsoft.com/office/drawing/2014/main" id="{45B8BAD2-7FCE-4FC8-802D-7869E4A83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827"/>
                <a:ext cx="78" cy="52"/>
              </a:xfrm>
              <a:custGeom>
                <a:avLst/>
                <a:gdLst>
                  <a:gd name="T0" fmla="*/ 95 w 60"/>
                  <a:gd name="T1" fmla="*/ 88 h 40"/>
                  <a:gd name="T2" fmla="*/ 105 w 60"/>
                  <a:gd name="T3" fmla="*/ 21 h 40"/>
                  <a:gd name="T4" fmla="*/ 0 w 60"/>
                  <a:gd name="T5" fmla="*/ 16 h 40"/>
                  <a:gd name="T6" fmla="*/ 95 w 60"/>
                  <a:gd name="T7" fmla="*/ 8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40">
                    <a:moveTo>
                      <a:pt x="43" y="40"/>
                    </a:moveTo>
                    <a:cubicBezTo>
                      <a:pt x="43" y="40"/>
                      <a:pt x="60" y="13"/>
                      <a:pt x="48" y="9"/>
                    </a:cubicBezTo>
                    <a:cubicBezTo>
                      <a:pt x="36" y="4"/>
                      <a:pt x="2" y="0"/>
                      <a:pt x="0" y="7"/>
                    </a:cubicBezTo>
                    <a:cubicBezTo>
                      <a:pt x="0" y="7"/>
                      <a:pt x="29" y="38"/>
                      <a:pt x="43" y="40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6" name="Freeform 4537">
                <a:extLst>
                  <a:ext uri="{FF2B5EF4-FFF2-40B4-BE49-F238E27FC236}">
                    <a16:creationId xmlns:a16="http://schemas.microsoft.com/office/drawing/2014/main" id="{972BD58D-4491-42A3-9C32-0F650E777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053"/>
                <a:ext cx="64" cy="41"/>
              </a:xfrm>
              <a:custGeom>
                <a:avLst/>
                <a:gdLst>
                  <a:gd name="T0" fmla="*/ 102 w 49"/>
                  <a:gd name="T1" fmla="*/ 51 h 32"/>
                  <a:gd name="T2" fmla="*/ 44 w 49"/>
                  <a:gd name="T3" fmla="*/ 59 h 32"/>
                  <a:gd name="T4" fmla="*/ 7 w 49"/>
                  <a:gd name="T5" fmla="*/ 17 h 32"/>
                  <a:gd name="T6" fmla="*/ 65 w 49"/>
                  <a:gd name="T7" fmla="*/ 8 h 32"/>
                  <a:gd name="T8" fmla="*/ 102 w 49"/>
                  <a:gd name="T9" fmla="*/ 5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2">
                    <a:moveTo>
                      <a:pt x="46" y="24"/>
                    </a:moveTo>
                    <a:cubicBezTo>
                      <a:pt x="43" y="31"/>
                      <a:pt x="32" y="32"/>
                      <a:pt x="20" y="28"/>
                    </a:cubicBezTo>
                    <a:cubicBezTo>
                      <a:pt x="8" y="23"/>
                      <a:pt x="0" y="14"/>
                      <a:pt x="3" y="8"/>
                    </a:cubicBezTo>
                    <a:cubicBezTo>
                      <a:pt x="5" y="1"/>
                      <a:pt x="17" y="0"/>
                      <a:pt x="29" y="4"/>
                    </a:cubicBezTo>
                    <a:cubicBezTo>
                      <a:pt x="41" y="9"/>
                      <a:pt x="49" y="18"/>
                      <a:pt x="46" y="24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7" name="Freeform 4538">
                <a:extLst>
                  <a:ext uri="{FF2B5EF4-FFF2-40B4-BE49-F238E27FC236}">
                    <a16:creationId xmlns:a16="http://schemas.microsoft.com/office/drawing/2014/main" id="{75637878-F629-4085-A1F2-114970E8F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153"/>
                <a:ext cx="63" cy="43"/>
              </a:xfrm>
              <a:custGeom>
                <a:avLst/>
                <a:gdLst>
                  <a:gd name="T0" fmla="*/ 101 w 48"/>
                  <a:gd name="T1" fmla="*/ 56 h 33"/>
                  <a:gd name="T2" fmla="*/ 43 w 48"/>
                  <a:gd name="T3" fmla="*/ 61 h 33"/>
                  <a:gd name="T4" fmla="*/ 5 w 48"/>
                  <a:gd name="T5" fmla="*/ 17 h 33"/>
                  <a:gd name="T6" fmla="*/ 64 w 48"/>
                  <a:gd name="T7" fmla="*/ 12 h 33"/>
                  <a:gd name="T8" fmla="*/ 101 w 48"/>
                  <a:gd name="T9" fmla="*/ 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3">
                    <a:moveTo>
                      <a:pt x="45" y="25"/>
                    </a:moveTo>
                    <a:cubicBezTo>
                      <a:pt x="43" y="31"/>
                      <a:pt x="31" y="33"/>
                      <a:pt x="19" y="28"/>
                    </a:cubicBezTo>
                    <a:cubicBezTo>
                      <a:pt x="7" y="24"/>
                      <a:pt x="0" y="15"/>
                      <a:pt x="2" y="8"/>
                    </a:cubicBezTo>
                    <a:cubicBezTo>
                      <a:pt x="5" y="2"/>
                      <a:pt x="16" y="0"/>
                      <a:pt x="28" y="5"/>
                    </a:cubicBezTo>
                    <a:cubicBezTo>
                      <a:pt x="40" y="9"/>
                      <a:pt x="48" y="18"/>
                      <a:pt x="45" y="25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8" name="Freeform 4539">
                <a:extLst>
                  <a:ext uri="{FF2B5EF4-FFF2-40B4-BE49-F238E27FC236}">
                    <a16:creationId xmlns:a16="http://schemas.microsoft.com/office/drawing/2014/main" id="{0884C6F1-199D-4F94-80AA-70E712CC2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118"/>
                <a:ext cx="92" cy="29"/>
              </a:xfrm>
              <a:custGeom>
                <a:avLst/>
                <a:gdLst>
                  <a:gd name="T0" fmla="*/ 159 w 70"/>
                  <a:gd name="T1" fmla="*/ 28 h 22"/>
                  <a:gd name="T2" fmla="*/ 67 w 70"/>
                  <a:gd name="T3" fmla="*/ 45 h 22"/>
                  <a:gd name="T4" fmla="*/ 5 w 70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2">
                    <a:moveTo>
                      <a:pt x="70" y="12"/>
                    </a:moveTo>
                    <a:cubicBezTo>
                      <a:pt x="69" y="19"/>
                      <a:pt x="43" y="22"/>
                      <a:pt x="30" y="20"/>
                    </a:cubicBezTo>
                    <a:cubicBezTo>
                      <a:pt x="18" y="17"/>
                      <a:pt x="0" y="7"/>
                      <a:pt x="2" y="0"/>
                    </a:cubicBezTo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9" name="Freeform 4540">
                <a:extLst>
                  <a:ext uri="{FF2B5EF4-FFF2-40B4-BE49-F238E27FC236}">
                    <a16:creationId xmlns:a16="http://schemas.microsoft.com/office/drawing/2014/main" id="{57632F02-BFFD-484A-883C-D7EF6AD19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94"/>
                <a:ext cx="90" cy="40"/>
              </a:xfrm>
              <a:custGeom>
                <a:avLst/>
                <a:gdLst>
                  <a:gd name="T0" fmla="*/ 151 w 69"/>
                  <a:gd name="T1" fmla="*/ 71 h 30"/>
                  <a:gd name="T2" fmla="*/ 123 w 69"/>
                  <a:gd name="T3" fmla="*/ 5 h 30"/>
                  <a:gd name="T4" fmla="*/ 0 w 69"/>
                  <a:gd name="T5" fmla="*/ 43 h 30"/>
                  <a:gd name="T6" fmla="*/ 151 w 69"/>
                  <a:gd name="T7" fmla="*/ 7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30">
                    <a:moveTo>
                      <a:pt x="68" y="30"/>
                    </a:moveTo>
                    <a:cubicBezTo>
                      <a:pt x="69" y="23"/>
                      <a:pt x="68" y="4"/>
                      <a:pt x="55" y="2"/>
                    </a:cubicBezTo>
                    <a:cubicBezTo>
                      <a:pt x="43" y="0"/>
                      <a:pt x="1" y="11"/>
                      <a:pt x="0" y="18"/>
                    </a:cubicBezTo>
                    <a:lnTo>
                      <a:pt x="68" y="30"/>
                    </a:ln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0" name="Freeform 4541">
                <a:extLst>
                  <a:ext uri="{FF2B5EF4-FFF2-40B4-BE49-F238E27FC236}">
                    <a16:creationId xmlns:a16="http://schemas.microsoft.com/office/drawing/2014/main" id="{FD35F9F8-0DB9-4926-958C-47DD9E66F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327"/>
                <a:ext cx="62" cy="43"/>
              </a:xfrm>
              <a:custGeom>
                <a:avLst/>
                <a:gdLst>
                  <a:gd name="T0" fmla="*/ 98 w 48"/>
                  <a:gd name="T1" fmla="*/ 56 h 33"/>
                  <a:gd name="T2" fmla="*/ 41 w 48"/>
                  <a:gd name="T3" fmla="*/ 61 h 33"/>
                  <a:gd name="T4" fmla="*/ 5 w 48"/>
                  <a:gd name="T5" fmla="*/ 17 h 33"/>
                  <a:gd name="T6" fmla="*/ 62 w 48"/>
                  <a:gd name="T7" fmla="*/ 12 h 33"/>
                  <a:gd name="T8" fmla="*/ 98 w 48"/>
                  <a:gd name="T9" fmla="*/ 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3">
                    <a:moveTo>
                      <a:pt x="46" y="25"/>
                    </a:moveTo>
                    <a:cubicBezTo>
                      <a:pt x="43" y="32"/>
                      <a:pt x="31" y="33"/>
                      <a:pt x="19" y="28"/>
                    </a:cubicBezTo>
                    <a:cubicBezTo>
                      <a:pt x="7" y="24"/>
                      <a:pt x="0" y="15"/>
                      <a:pt x="2" y="8"/>
                    </a:cubicBezTo>
                    <a:cubicBezTo>
                      <a:pt x="5" y="2"/>
                      <a:pt x="17" y="0"/>
                      <a:pt x="29" y="5"/>
                    </a:cubicBezTo>
                    <a:cubicBezTo>
                      <a:pt x="40" y="10"/>
                      <a:pt x="48" y="19"/>
                      <a:pt x="46" y="25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1" name="Freeform 4542">
                <a:extLst>
                  <a:ext uri="{FF2B5EF4-FFF2-40B4-BE49-F238E27FC236}">
                    <a16:creationId xmlns:a16="http://schemas.microsoft.com/office/drawing/2014/main" id="{97F9BC66-593F-440D-A8D0-3AEFC5AFB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322"/>
                <a:ext cx="63" cy="42"/>
              </a:xfrm>
              <a:custGeom>
                <a:avLst/>
                <a:gdLst>
                  <a:gd name="T0" fmla="*/ 104 w 48"/>
                  <a:gd name="T1" fmla="*/ 55 h 32"/>
                  <a:gd name="T2" fmla="*/ 43 w 48"/>
                  <a:gd name="T3" fmla="*/ 64 h 32"/>
                  <a:gd name="T4" fmla="*/ 5 w 48"/>
                  <a:gd name="T5" fmla="*/ 18 h 32"/>
                  <a:gd name="T6" fmla="*/ 66 w 48"/>
                  <a:gd name="T7" fmla="*/ 9 h 32"/>
                  <a:gd name="T8" fmla="*/ 104 w 48"/>
                  <a:gd name="T9" fmla="*/ 5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2">
                    <a:moveTo>
                      <a:pt x="46" y="24"/>
                    </a:moveTo>
                    <a:cubicBezTo>
                      <a:pt x="43" y="31"/>
                      <a:pt x="31" y="32"/>
                      <a:pt x="19" y="28"/>
                    </a:cubicBezTo>
                    <a:cubicBezTo>
                      <a:pt x="7" y="23"/>
                      <a:pt x="0" y="14"/>
                      <a:pt x="2" y="8"/>
                    </a:cubicBezTo>
                    <a:cubicBezTo>
                      <a:pt x="5" y="1"/>
                      <a:pt x="17" y="0"/>
                      <a:pt x="29" y="4"/>
                    </a:cubicBezTo>
                    <a:cubicBezTo>
                      <a:pt x="40" y="9"/>
                      <a:pt x="48" y="18"/>
                      <a:pt x="46" y="24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2" name="Freeform 4543">
                <a:extLst>
                  <a:ext uri="{FF2B5EF4-FFF2-40B4-BE49-F238E27FC236}">
                    <a16:creationId xmlns:a16="http://schemas.microsoft.com/office/drawing/2014/main" id="{5C8D93F5-C90C-46DD-9759-833B94710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196"/>
                <a:ext cx="64" cy="42"/>
              </a:xfrm>
              <a:custGeom>
                <a:avLst/>
                <a:gdLst>
                  <a:gd name="T0" fmla="*/ 102 w 49"/>
                  <a:gd name="T1" fmla="*/ 55 h 32"/>
                  <a:gd name="T2" fmla="*/ 44 w 49"/>
                  <a:gd name="T3" fmla="*/ 64 h 32"/>
                  <a:gd name="T4" fmla="*/ 7 w 49"/>
                  <a:gd name="T5" fmla="*/ 18 h 32"/>
                  <a:gd name="T6" fmla="*/ 65 w 49"/>
                  <a:gd name="T7" fmla="*/ 9 h 32"/>
                  <a:gd name="T8" fmla="*/ 102 w 49"/>
                  <a:gd name="T9" fmla="*/ 5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2">
                    <a:moveTo>
                      <a:pt x="46" y="24"/>
                    </a:moveTo>
                    <a:cubicBezTo>
                      <a:pt x="44" y="31"/>
                      <a:pt x="32" y="32"/>
                      <a:pt x="20" y="28"/>
                    </a:cubicBezTo>
                    <a:cubicBezTo>
                      <a:pt x="8" y="23"/>
                      <a:pt x="0" y="14"/>
                      <a:pt x="3" y="8"/>
                    </a:cubicBezTo>
                    <a:cubicBezTo>
                      <a:pt x="5" y="1"/>
                      <a:pt x="17" y="0"/>
                      <a:pt x="29" y="4"/>
                    </a:cubicBezTo>
                    <a:cubicBezTo>
                      <a:pt x="41" y="9"/>
                      <a:pt x="49" y="18"/>
                      <a:pt x="46" y="24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3" name="Freeform 4544">
                <a:extLst>
                  <a:ext uri="{FF2B5EF4-FFF2-40B4-BE49-F238E27FC236}">
                    <a16:creationId xmlns:a16="http://schemas.microsoft.com/office/drawing/2014/main" id="{209A8B16-7554-450E-8EA1-E7AF82A27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238"/>
                <a:ext cx="64" cy="43"/>
              </a:xfrm>
              <a:custGeom>
                <a:avLst/>
                <a:gdLst>
                  <a:gd name="T0" fmla="*/ 102 w 49"/>
                  <a:gd name="T1" fmla="*/ 56 h 33"/>
                  <a:gd name="T2" fmla="*/ 44 w 49"/>
                  <a:gd name="T3" fmla="*/ 61 h 33"/>
                  <a:gd name="T4" fmla="*/ 7 w 49"/>
                  <a:gd name="T5" fmla="*/ 17 h 33"/>
                  <a:gd name="T6" fmla="*/ 65 w 49"/>
                  <a:gd name="T7" fmla="*/ 9 h 33"/>
                  <a:gd name="T8" fmla="*/ 102 w 49"/>
                  <a:gd name="T9" fmla="*/ 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3">
                    <a:moveTo>
                      <a:pt x="46" y="25"/>
                    </a:moveTo>
                    <a:cubicBezTo>
                      <a:pt x="44" y="31"/>
                      <a:pt x="32" y="33"/>
                      <a:pt x="20" y="28"/>
                    </a:cubicBezTo>
                    <a:cubicBezTo>
                      <a:pt x="8" y="23"/>
                      <a:pt x="0" y="14"/>
                      <a:pt x="3" y="8"/>
                    </a:cubicBezTo>
                    <a:cubicBezTo>
                      <a:pt x="5" y="1"/>
                      <a:pt x="17" y="0"/>
                      <a:pt x="29" y="4"/>
                    </a:cubicBezTo>
                    <a:cubicBezTo>
                      <a:pt x="41" y="9"/>
                      <a:pt x="49" y="18"/>
                      <a:pt x="46" y="25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4" name="Freeform 4545">
                <a:extLst>
                  <a:ext uri="{FF2B5EF4-FFF2-40B4-BE49-F238E27FC236}">
                    <a16:creationId xmlns:a16="http://schemas.microsoft.com/office/drawing/2014/main" id="{2AF220F5-1C40-426E-95AC-A290D394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424"/>
                <a:ext cx="70" cy="40"/>
              </a:xfrm>
              <a:custGeom>
                <a:avLst/>
                <a:gdLst>
                  <a:gd name="T0" fmla="*/ 115 w 54"/>
                  <a:gd name="T1" fmla="*/ 39 h 31"/>
                  <a:gd name="T2" fmla="*/ 57 w 54"/>
                  <a:gd name="T3" fmla="*/ 65 h 31"/>
                  <a:gd name="T4" fmla="*/ 0 w 54"/>
                  <a:gd name="T5" fmla="*/ 30 h 31"/>
                  <a:gd name="T6" fmla="*/ 61 w 54"/>
                  <a:gd name="T7" fmla="*/ 1 h 31"/>
                  <a:gd name="T8" fmla="*/ 115 w 54"/>
                  <a:gd name="T9" fmla="*/ 3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53" y="18"/>
                    </a:moveTo>
                    <a:cubicBezTo>
                      <a:pt x="53" y="26"/>
                      <a:pt x="41" y="31"/>
                      <a:pt x="26" y="30"/>
                    </a:cubicBezTo>
                    <a:cubicBezTo>
                      <a:pt x="11" y="29"/>
                      <a:pt x="0" y="22"/>
                      <a:pt x="0" y="14"/>
                    </a:cubicBezTo>
                    <a:cubicBezTo>
                      <a:pt x="1" y="6"/>
                      <a:pt x="13" y="0"/>
                      <a:pt x="28" y="1"/>
                    </a:cubicBezTo>
                    <a:cubicBezTo>
                      <a:pt x="42" y="2"/>
                      <a:pt x="54" y="10"/>
                      <a:pt x="53" y="18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5" name="Freeform 4546">
                <a:extLst>
                  <a:ext uri="{FF2B5EF4-FFF2-40B4-BE49-F238E27FC236}">
                    <a16:creationId xmlns:a16="http://schemas.microsoft.com/office/drawing/2014/main" id="{EAAA45B1-D49E-4D2D-847C-EF00327EF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465"/>
                <a:ext cx="70" cy="41"/>
              </a:xfrm>
              <a:custGeom>
                <a:avLst/>
                <a:gdLst>
                  <a:gd name="T0" fmla="*/ 115 w 54"/>
                  <a:gd name="T1" fmla="*/ 42 h 31"/>
                  <a:gd name="T2" fmla="*/ 57 w 54"/>
                  <a:gd name="T3" fmla="*/ 70 h 31"/>
                  <a:gd name="T4" fmla="*/ 0 w 54"/>
                  <a:gd name="T5" fmla="*/ 33 h 31"/>
                  <a:gd name="T6" fmla="*/ 61 w 54"/>
                  <a:gd name="T7" fmla="*/ 1 h 31"/>
                  <a:gd name="T8" fmla="*/ 115 w 54"/>
                  <a:gd name="T9" fmla="*/ 4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53" y="18"/>
                    </a:moveTo>
                    <a:cubicBezTo>
                      <a:pt x="53" y="26"/>
                      <a:pt x="41" y="31"/>
                      <a:pt x="26" y="30"/>
                    </a:cubicBezTo>
                    <a:cubicBezTo>
                      <a:pt x="11" y="29"/>
                      <a:pt x="0" y="22"/>
                      <a:pt x="0" y="14"/>
                    </a:cubicBezTo>
                    <a:cubicBezTo>
                      <a:pt x="1" y="6"/>
                      <a:pt x="13" y="0"/>
                      <a:pt x="28" y="1"/>
                    </a:cubicBezTo>
                    <a:cubicBezTo>
                      <a:pt x="42" y="2"/>
                      <a:pt x="54" y="10"/>
                      <a:pt x="53" y="18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6" name="Freeform 4547">
                <a:extLst>
                  <a:ext uri="{FF2B5EF4-FFF2-40B4-BE49-F238E27FC236}">
                    <a16:creationId xmlns:a16="http://schemas.microsoft.com/office/drawing/2014/main" id="{DD89904B-E60D-4A75-8CE7-70AC11726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322"/>
                <a:ext cx="70" cy="40"/>
              </a:xfrm>
              <a:custGeom>
                <a:avLst/>
                <a:gdLst>
                  <a:gd name="T0" fmla="*/ 115 w 54"/>
                  <a:gd name="T1" fmla="*/ 39 h 31"/>
                  <a:gd name="T2" fmla="*/ 57 w 54"/>
                  <a:gd name="T3" fmla="*/ 65 h 31"/>
                  <a:gd name="T4" fmla="*/ 0 w 54"/>
                  <a:gd name="T5" fmla="*/ 30 h 31"/>
                  <a:gd name="T6" fmla="*/ 61 w 54"/>
                  <a:gd name="T7" fmla="*/ 1 h 31"/>
                  <a:gd name="T8" fmla="*/ 115 w 54"/>
                  <a:gd name="T9" fmla="*/ 3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53" y="18"/>
                    </a:moveTo>
                    <a:cubicBezTo>
                      <a:pt x="53" y="26"/>
                      <a:pt x="41" y="31"/>
                      <a:pt x="26" y="30"/>
                    </a:cubicBezTo>
                    <a:cubicBezTo>
                      <a:pt x="11" y="29"/>
                      <a:pt x="0" y="22"/>
                      <a:pt x="0" y="14"/>
                    </a:cubicBezTo>
                    <a:cubicBezTo>
                      <a:pt x="1" y="6"/>
                      <a:pt x="13" y="0"/>
                      <a:pt x="28" y="1"/>
                    </a:cubicBezTo>
                    <a:cubicBezTo>
                      <a:pt x="42" y="2"/>
                      <a:pt x="54" y="10"/>
                      <a:pt x="53" y="18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7" name="Freeform 4548">
                <a:extLst>
                  <a:ext uri="{FF2B5EF4-FFF2-40B4-BE49-F238E27FC236}">
                    <a16:creationId xmlns:a16="http://schemas.microsoft.com/office/drawing/2014/main" id="{7DF34EEE-BEB9-4124-9E96-D80B006A3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55"/>
                <a:ext cx="70" cy="40"/>
              </a:xfrm>
              <a:custGeom>
                <a:avLst/>
                <a:gdLst>
                  <a:gd name="T0" fmla="*/ 115 w 54"/>
                  <a:gd name="T1" fmla="*/ 39 h 31"/>
                  <a:gd name="T2" fmla="*/ 57 w 54"/>
                  <a:gd name="T3" fmla="*/ 65 h 31"/>
                  <a:gd name="T4" fmla="*/ 0 w 54"/>
                  <a:gd name="T5" fmla="*/ 30 h 31"/>
                  <a:gd name="T6" fmla="*/ 61 w 54"/>
                  <a:gd name="T7" fmla="*/ 1 h 31"/>
                  <a:gd name="T8" fmla="*/ 115 w 54"/>
                  <a:gd name="T9" fmla="*/ 3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53" y="18"/>
                    </a:moveTo>
                    <a:cubicBezTo>
                      <a:pt x="53" y="26"/>
                      <a:pt x="41" y="31"/>
                      <a:pt x="26" y="30"/>
                    </a:cubicBezTo>
                    <a:cubicBezTo>
                      <a:pt x="11" y="29"/>
                      <a:pt x="0" y="22"/>
                      <a:pt x="0" y="14"/>
                    </a:cubicBezTo>
                    <a:cubicBezTo>
                      <a:pt x="1" y="6"/>
                      <a:pt x="13" y="0"/>
                      <a:pt x="28" y="1"/>
                    </a:cubicBezTo>
                    <a:cubicBezTo>
                      <a:pt x="42" y="2"/>
                      <a:pt x="54" y="10"/>
                      <a:pt x="53" y="18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8" name="Freeform 4549">
                <a:extLst>
                  <a:ext uri="{FF2B5EF4-FFF2-40B4-BE49-F238E27FC236}">
                    <a16:creationId xmlns:a16="http://schemas.microsoft.com/office/drawing/2014/main" id="{FD26A034-4F69-42BD-8E52-14926177B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241"/>
                <a:ext cx="70" cy="41"/>
              </a:xfrm>
              <a:custGeom>
                <a:avLst/>
                <a:gdLst>
                  <a:gd name="T0" fmla="*/ 115 w 54"/>
                  <a:gd name="T1" fmla="*/ 38 h 31"/>
                  <a:gd name="T2" fmla="*/ 57 w 54"/>
                  <a:gd name="T3" fmla="*/ 70 h 31"/>
                  <a:gd name="T4" fmla="*/ 0 w 54"/>
                  <a:gd name="T5" fmla="*/ 29 h 31"/>
                  <a:gd name="T6" fmla="*/ 61 w 54"/>
                  <a:gd name="T7" fmla="*/ 1 h 31"/>
                  <a:gd name="T8" fmla="*/ 115 w 54"/>
                  <a:gd name="T9" fmla="*/ 3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53" y="17"/>
                    </a:moveTo>
                    <a:cubicBezTo>
                      <a:pt x="53" y="25"/>
                      <a:pt x="40" y="31"/>
                      <a:pt x="26" y="30"/>
                    </a:cubicBezTo>
                    <a:cubicBezTo>
                      <a:pt x="11" y="29"/>
                      <a:pt x="0" y="21"/>
                      <a:pt x="0" y="13"/>
                    </a:cubicBezTo>
                    <a:cubicBezTo>
                      <a:pt x="1" y="5"/>
                      <a:pt x="13" y="0"/>
                      <a:pt x="28" y="1"/>
                    </a:cubicBezTo>
                    <a:cubicBezTo>
                      <a:pt x="42" y="2"/>
                      <a:pt x="54" y="9"/>
                      <a:pt x="53" y="17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9" name="Freeform 4550">
                <a:extLst>
                  <a:ext uri="{FF2B5EF4-FFF2-40B4-BE49-F238E27FC236}">
                    <a16:creationId xmlns:a16="http://schemas.microsoft.com/office/drawing/2014/main" id="{88AF4A79-FF1D-4388-8822-5A202677A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2355"/>
                <a:ext cx="70" cy="40"/>
              </a:xfrm>
              <a:custGeom>
                <a:avLst/>
                <a:gdLst>
                  <a:gd name="T0" fmla="*/ 118 w 54"/>
                  <a:gd name="T1" fmla="*/ 36 h 31"/>
                  <a:gd name="T2" fmla="*/ 57 w 54"/>
                  <a:gd name="T3" fmla="*/ 65 h 31"/>
                  <a:gd name="T4" fmla="*/ 1 w 54"/>
                  <a:gd name="T5" fmla="*/ 30 h 31"/>
                  <a:gd name="T6" fmla="*/ 61 w 54"/>
                  <a:gd name="T7" fmla="*/ 1 h 31"/>
                  <a:gd name="T8" fmla="*/ 118 w 54"/>
                  <a:gd name="T9" fmla="*/ 3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54" y="17"/>
                    </a:moveTo>
                    <a:cubicBezTo>
                      <a:pt x="53" y="25"/>
                      <a:pt x="41" y="31"/>
                      <a:pt x="26" y="30"/>
                    </a:cubicBezTo>
                    <a:cubicBezTo>
                      <a:pt x="12" y="29"/>
                      <a:pt x="0" y="22"/>
                      <a:pt x="1" y="14"/>
                    </a:cubicBezTo>
                    <a:cubicBezTo>
                      <a:pt x="1" y="6"/>
                      <a:pt x="13" y="0"/>
                      <a:pt x="28" y="1"/>
                    </a:cubicBezTo>
                    <a:cubicBezTo>
                      <a:pt x="43" y="2"/>
                      <a:pt x="54" y="9"/>
                      <a:pt x="54" y="17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0" name="Freeform 4551">
                <a:extLst>
                  <a:ext uri="{FF2B5EF4-FFF2-40B4-BE49-F238E27FC236}">
                    <a16:creationId xmlns:a16="http://schemas.microsoft.com/office/drawing/2014/main" id="{E93B2E93-43DE-4F94-9E3C-817515629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2460"/>
                <a:ext cx="71" cy="40"/>
              </a:xfrm>
              <a:custGeom>
                <a:avLst/>
                <a:gdLst>
                  <a:gd name="T0" fmla="*/ 121 w 54"/>
                  <a:gd name="T1" fmla="*/ 39 h 31"/>
                  <a:gd name="T2" fmla="*/ 59 w 54"/>
                  <a:gd name="T3" fmla="*/ 65 h 31"/>
                  <a:gd name="T4" fmla="*/ 0 w 54"/>
                  <a:gd name="T5" fmla="*/ 30 h 31"/>
                  <a:gd name="T6" fmla="*/ 64 w 54"/>
                  <a:gd name="T7" fmla="*/ 1 h 31"/>
                  <a:gd name="T8" fmla="*/ 121 w 54"/>
                  <a:gd name="T9" fmla="*/ 3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53" y="18"/>
                    </a:moveTo>
                    <a:cubicBezTo>
                      <a:pt x="53" y="26"/>
                      <a:pt x="41" y="31"/>
                      <a:pt x="26" y="30"/>
                    </a:cubicBezTo>
                    <a:cubicBezTo>
                      <a:pt x="11" y="29"/>
                      <a:pt x="0" y="22"/>
                      <a:pt x="0" y="14"/>
                    </a:cubicBezTo>
                    <a:cubicBezTo>
                      <a:pt x="1" y="6"/>
                      <a:pt x="13" y="0"/>
                      <a:pt x="28" y="1"/>
                    </a:cubicBezTo>
                    <a:cubicBezTo>
                      <a:pt x="42" y="2"/>
                      <a:pt x="54" y="10"/>
                      <a:pt x="53" y="18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1" name="Freeform 4552">
                <a:extLst>
                  <a:ext uri="{FF2B5EF4-FFF2-40B4-BE49-F238E27FC236}">
                    <a16:creationId xmlns:a16="http://schemas.microsoft.com/office/drawing/2014/main" id="{26C12825-F869-4FC4-85E3-59815C0DE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990"/>
                <a:ext cx="49" cy="43"/>
              </a:xfrm>
              <a:custGeom>
                <a:avLst/>
                <a:gdLst>
                  <a:gd name="T0" fmla="*/ 74 w 38"/>
                  <a:gd name="T1" fmla="*/ 65 h 33"/>
                  <a:gd name="T2" fmla="*/ 25 w 38"/>
                  <a:gd name="T3" fmla="*/ 56 h 33"/>
                  <a:gd name="T4" fmla="*/ 8 w 38"/>
                  <a:gd name="T5" fmla="*/ 12 h 33"/>
                  <a:gd name="T6" fmla="*/ 57 w 38"/>
                  <a:gd name="T7" fmla="*/ 17 h 33"/>
                  <a:gd name="T8" fmla="*/ 74 w 38"/>
                  <a:gd name="T9" fmla="*/ 6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3">
                    <a:moveTo>
                      <a:pt x="34" y="29"/>
                    </a:moveTo>
                    <a:cubicBezTo>
                      <a:pt x="31" y="33"/>
                      <a:pt x="21" y="32"/>
                      <a:pt x="12" y="25"/>
                    </a:cubicBezTo>
                    <a:cubicBezTo>
                      <a:pt x="4" y="18"/>
                      <a:pt x="0" y="9"/>
                      <a:pt x="4" y="5"/>
                    </a:cubicBezTo>
                    <a:cubicBezTo>
                      <a:pt x="7" y="0"/>
                      <a:pt x="17" y="2"/>
                      <a:pt x="26" y="8"/>
                    </a:cubicBezTo>
                    <a:cubicBezTo>
                      <a:pt x="34" y="15"/>
                      <a:pt x="38" y="24"/>
                      <a:pt x="34" y="29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2" name="Freeform 4553">
                <a:extLst>
                  <a:ext uri="{FF2B5EF4-FFF2-40B4-BE49-F238E27FC236}">
                    <a16:creationId xmlns:a16="http://schemas.microsoft.com/office/drawing/2014/main" id="{7894F84F-A9DD-49EF-BEEE-1C58358BD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019"/>
                <a:ext cx="49" cy="43"/>
              </a:xfrm>
              <a:custGeom>
                <a:avLst/>
                <a:gdLst>
                  <a:gd name="T0" fmla="*/ 74 w 38"/>
                  <a:gd name="T1" fmla="*/ 61 h 33"/>
                  <a:gd name="T2" fmla="*/ 28 w 38"/>
                  <a:gd name="T3" fmla="*/ 56 h 33"/>
                  <a:gd name="T4" fmla="*/ 8 w 38"/>
                  <a:gd name="T5" fmla="*/ 9 h 33"/>
                  <a:gd name="T6" fmla="*/ 57 w 38"/>
                  <a:gd name="T7" fmla="*/ 17 h 33"/>
                  <a:gd name="T8" fmla="*/ 74 w 38"/>
                  <a:gd name="T9" fmla="*/ 6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3">
                    <a:moveTo>
                      <a:pt x="34" y="28"/>
                    </a:moveTo>
                    <a:cubicBezTo>
                      <a:pt x="31" y="33"/>
                      <a:pt x="21" y="31"/>
                      <a:pt x="13" y="25"/>
                    </a:cubicBezTo>
                    <a:cubicBezTo>
                      <a:pt x="4" y="18"/>
                      <a:pt x="0" y="9"/>
                      <a:pt x="4" y="4"/>
                    </a:cubicBezTo>
                    <a:cubicBezTo>
                      <a:pt x="7" y="0"/>
                      <a:pt x="17" y="1"/>
                      <a:pt x="26" y="8"/>
                    </a:cubicBezTo>
                    <a:cubicBezTo>
                      <a:pt x="34" y="15"/>
                      <a:pt x="38" y="24"/>
                      <a:pt x="34" y="28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3" name="Freeform 4554">
                <a:extLst>
                  <a:ext uri="{FF2B5EF4-FFF2-40B4-BE49-F238E27FC236}">
                    <a16:creationId xmlns:a16="http://schemas.microsoft.com/office/drawing/2014/main" id="{8AEE7B6E-2536-4722-837F-C2A1BDCCC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121"/>
                <a:ext cx="49" cy="44"/>
              </a:xfrm>
              <a:custGeom>
                <a:avLst/>
                <a:gdLst>
                  <a:gd name="T0" fmla="*/ 75 w 38"/>
                  <a:gd name="T1" fmla="*/ 63 h 34"/>
                  <a:gd name="T2" fmla="*/ 28 w 38"/>
                  <a:gd name="T3" fmla="*/ 53 h 34"/>
                  <a:gd name="T4" fmla="*/ 8 w 38"/>
                  <a:gd name="T5" fmla="*/ 10 h 34"/>
                  <a:gd name="T6" fmla="*/ 57 w 38"/>
                  <a:gd name="T7" fmla="*/ 21 h 34"/>
                  <a:gd name="T8" fmla="*/ 75 w 38"/>
                  <a:gd name="T9" fmla="*/ 6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4">
                    <a:moveTo>
                      <a:pt x="35" y="29"/>
                    </a:moveTo>
                    <a:cubicBezTo>
                      <a:pt x="31" y="34"/>
                      <a:pt x="21" y="32"/>
                      <a:pt x="13" y="25"/>
                    </a:cubicBezTo>
                    <a:cubicBezTo>
                      <a:pt x="4" y="19"/>
                      <a:pt x="0" y="10"/>
                      <a:pt x="4" y="5"/>
                    </a:cubicBezTo>
                    <a:cubicBezTo>
                      <a:pt x="8" y="0"/>
                      <a:pt x="17" y="2"/>
                      <a:pt x="26" y="9"/>
                    </a:cubicBezTo>
                    <a:cubicBezTo>
                      <a:pt x="34" y="15"/>
                      <a:pt x="38" y="24"/>
                      <a:pt x="35" y="29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4" name="Freeform 4555">
                <a:extLst>
                  <a:ext uri="{FF2B5EF4-FFF2-40B4-BE49-F238E27FC236}">
                    <a16:creationId xmlns:a16="http://schemas.microsoft.com/office/drawing/2014/main" id="{F6651D37-980E-447A-94C4-278B28567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1892"/>
                <a:ext cx="37" cy="33"/>
              </a:xfrm>
              <a:custGeom>
                <a:avLst/>
                <a:gdLst>
                  <a:gd name="T0" fmla="*/ 54 w 29"/>
                  <a:gd name="T1" fmla="*/ 46 h 26"/>
                  <a:gd name="T2" fmla="*/ 18 w 29"/>
                  <a:gd name="T3" fmla="*/ 38 h 26"/>
                  <a:gd name="T4" fmla="*/ 5 w 29"/>
                  <a:gd name="T5" fmla="*/ 6 h 26"/>
                  <a:gd name="T6" fmla="*/ 40 w 29"/>
                  <a:gd name="T7" fmla="*/ 13 h 26"/>
                  <a:gd name="T8" fmla="*/ 54 w 29"/>
                  <a:gd name="T9" fmla="*/ 4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6">
                    <a:moveTo>
                      <a:pt x="26" y="22"/>
                    </a:moveTo>
                    <a:cubicBezTo>
                      <a:pt x="23" y="26"/>
                      <a:pt x="16" y="24"/>
                      <a:pt x="9" y="19"/>
                    </a:cubicBezTo>
                    <a:cubicBezTo>
                      <a:pt x="3" y="14"/>
                      <a:pt x="0" y="7"/>
                      <a:pt x="2" y="3"/>
                    </a:cubicBezTo>
                    <a:cubicBezTo>
                      <a:pt x="5" y="0"/>
                      <a:pt x="13" y="1"/>
                      <a:pt x="19" y="6"/>
                    </a:cubicBezTo>
                    <a:cubicBezTo>
                      <a:pt x="26" y="11"/>
                      <a:pt x="29" y="18"/>
                      <a:pt x="26" y="22"/>
                    </a:cubicBezTo>
                    <a:close/>
                  </a:path>
                </a:pathLst>
              </a:custGeom>
              <a:solidFill>
                <a:srgbClr val="D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5" name="Freeform 4556">
                <a:extLst>
                  <a:ext uri="{FF2B5EF4-FFF2-40B4-BE49-F238E27FC236}">
                    <a16:creationId xmlns:a16="http://schemas.microsoft.com/office/drawing/2014/main" id="{8CA4CF30-BF59-41B1-BFF8-353A965E3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115"/>
                <a:ext cx="60" cy="51"/>
              </a:xfrm>
              <a:custGeom>
                <a:avLst/>
                <a:gdLst>
                  <a:gd name="T0" fmla="*/ 34 w 46"/>
                  <a:gd name="T1" fmla="*/ 21 h 39"/>
                  <a:gd name="T2" fmla="*/ 94 w 46"/>
                  <a:gd name="T3" fmla="*/ 13 h 39"/>
                  <a:gd name="T4" fmla="*/ 68 w 46"/>
                  <a:gd name="T5" fmla="*/ 67 h 39"/>
                  <a:gd name="T6" fmla="*/ 9 w 46"/>
                  <a:gd name="T7" fmla="*/ 73 h 39"/>
                  <a:gd name="T8" fmla="*/ 34 w 46"/>
                  <a:gd name="T9" fmla="*/ 2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9">
                    <a:moveTo>
                      <a:pt x="15" y="9"/>
                    </a:moveTo>
                    <a:cubicBezTo>
                      <a:pt x="26" y="2"/>
                      <a:pt x="37" y="0"/>
                      <a:pt x="42" y="6"/>
                    </a:cubicBezTo>
                    <a:cubicBezTo>
                      <a:pt x="46" y="12"/>
                      <a:pt x="41" y="23"/>
                      <a:pt x="31" y="30"/>
                    </a:cubicBezTo>
                    <a:cubicBezTo>
                      <a:pt x="20" y="38"/>
                      <a:pt x="9" y="39"/>
                      <a:pt x="4" y="33"/>
                    </a:cubicBezTo>
                    <a:cubicBezTo>
                      <a:pt x="0" y="27"/>
                      <a:pt x="5" y="17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6" name="Freeform 4557">
                <a:extLst>
                  <a:ext uri="{FF2B5EF4-FFF2-40B4-BE49-F238E27FC236}">
                    <a16:creationId xmlns:a16="http://schemas.microsoft.com/office/drawing/2014/main" id="{72E593A7-562E-4A6B-B846-89DB41048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134"/>
                <a:ext cx="50" cy="49"/>
              </a:xfrm>
              <a:custGeom>
                <a:avLst/>
                <a:gdLst>
                  <a:gd name="T0" fmla="*/ 76 w 39"/>
                  <a:gd name="T1" fmla="*/ 0 h 38"/>
                  <a:gd name="T2" fmla="*/ 46 w 39"/>
                  <a:gd name="T3" fmla="*/ 64 h 38"/>
                  <a:gd name="T4" fmla="*/ 0 w 39"/>
                  <a:gd name="T5" fmla="*/ 53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8">
                    <a:moveTo>
                      <a:pt x="36" y="0"/>
                    </a:moveTo>
                    <a:cubicBezTo>
                      <a:pt x="39" y="6"/>
                      <a:pt x="32" y="23"/>
                      <a:pt x="22" y="30"/>
                    </a:cubicBezTo>
                    <a:cubicBezTo>
                      <a:pt x="12" y="38"/>
                      <a:pt x="4" y="31"/>
                      <a:pt x="0" y="25"/>
                    </a:cubicBezTo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7" name="Freeform 4558">
                <a:extLst>
                  <a:ext uri="{FF2B5EF4-FFF2-40B4-BE49-F238E27FC236}">
                    <a16:creationId xmlns:a16="http://schemas.microsoft.com/office/drawing/2014/main" id="{E5CB98C3-67DB-44C7-B9A1-FC241B56C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119"/>
                <a:ext cx="115" cy="47"/>
              </a:xfrm>
              <a:custGeom>
                <a:avLst/>
                <a:gdLst>
                  <a:gd name="T0" fmla="*/ 114 w 89"/>
                  <a:gd name="T1" fmla="*/ 80 h 36"/>
                  <a:gd name="T2" fmla="*/ 22 w 89"/>
                  <a:gd name="T3" fmla="*/ 17 h 36"/>
                  <a:gd name="T4" fmla="*/ 190 w 89"/>
                  <a:gd name="T5" fmla="*/ 22 h 36"/>
                  <a:gd name="T6" fmla="*/ 193 w 89"/>
                  <a:gd name="T7" fmla="*/ 24 h 36"/>
                  <a:gd name="T8" fmla="*/ 114 w 89"/>
                  <a:gd name="T9" fmla="*/ 8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36">
                    <a:moveTo>
                      <a:pt x="53" y="36"/>
                    </a:moveTo>
                    <a:cubicBezTo>
                      <a:pt x="49" y="31"/>
                      <a:pt x="0" y="15"/>
                      <a:pt x="10" y="8"/>
                    </a:cubicBezTo>
                    <a:cubicBezTo>
                      <a:pt x="20" y="0"/>
                      <a:pt x="84" y="4"/>
                      <a:pt x="88" y="10"/>
                    </a:cubicBezTo>
                    <a:cubicBezTo>
                      <a:pt x="89" y="10"/>
                      <a:pt x="89" y="10"/>
                      <a:pt x="89" y="11"/>
                    </a:cubicBezTo>
                    <a:lnTo>
                      <a:pt x="53" y="36"/>
                    </a:ln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8" name="Freeform 4559">
                <a:extLst>
                  <a:ext uri="{FF2B5EF4-FFF2-40B4-BE49-F238E27FC236}">
                    <a16:creationId xmlns:a16="http://schemas.microsoft.com/office/drawing/2014/main" id="{4DBC398F-FA90-4E96-85F7-4D57422DA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05"/>
                <a:ext cx="44" cy="38"/>
              </a:xfrm>
              <a:custGeom>
                <a:avLst/>
                <a:gdLst>
                  <a:gd name="T0" fmla="*/ 23 w 34"/>
                  <a:gd name="T1" fmla="*/ 13 h 29"/>
                  <a:gd name="T2" fmla="*/ 67 w 34"/>
                  <a:gd name="T3" fmla="*/ 9 h 29"/>
                  <a:gd name="T4" fmla="*/ 50 w 34"/>
                  <a:gd name="T5" fmla="*/ 50 h 29"/>
                  <a:gd name="T6" fmla="*/ 6 w 34"/>
                  <a:gd name="T7" fmla="*/ 54 h 29"/>
                  <a:gd name="T8" fmla="*/ 23 w 34"/>
                  <a:gd name="T9" fmla="*/ 1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9">
                    <a:moveTo>
                      <a:pt x="11" y="6"/>
                    </a:moveTo>
                    <a:cubicBezTo>
                      <a:pt x="19" y="1"/>
                      <a:pt x="28" y="0"/>
                      <a:pt x="31" y="4"/>
                    </a:cubicBezTo>
                    <a:cubicBezTo>
                      <a:pt x="34" y="8"/>
                      <a:pt x="30" y="16"/>
                      <a:pt x="23" y="22"/>
                    </a:cubicBezTo>
                    <a:cubicBezTo>
                      <a:pt x="15" y="27"/>
                      <a:pt x="6" y="29"/>
                      <a:pt x="3" y="24"/>
                    </a:cubicBezTo>
                    <a:cubicBezTo>
                      <a:pt x="0" y="20"/>
                      <a:pt x="3" y="12"/>
                      <a:pt x="11" y="6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9" name="Freeform 4560">
                <a:extLst>
                  <a:ext uri="{FF2B5EF4-FFF2-40B4-BE49-F238E27FC236}">
                    <a16:creationId xmlns:a16="http://schemas.microsoft.com/office/drawing/2014/main" id="{0B056B8D-B74A-405A-8CA5-A1AFF844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248"/>
                <a:ext cx="60" cy="40"/>
              </a:xfrm>
              <a:custGeom>
                <a:avLst/>
                <a:gdLst>
                  <a:gd name="T0" fmla="*/ 43 w 46"/>
                  <a:gd name="T1" fmla="*/ 6 h 31"/>
                  <a:gd name="T2" fmla="*/ 97 w 46"/>
                  <a:gd name="T3" fmla="*/ 19 h 31"/>
                  <a:gd name="T4" fmla="*/ 57 w 46"/>
                  <a:gd name="T5" fmla="*/ 58 h 31"/>
                  <a:gd name="T6" fmla="*/ 5 w 46"/>
                  <a:gd name="T7" fmla="*/ 46 h 31"/>
                  <a:gd name="T8" fmla="*/ 43 w 46"/>
                  <a:gd name="T9" fmla="*/ 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1">
                    <a:moveTo>
                      <a:pt x="19" y="3"/>
                    </a:moveTo>
                    <a:cubicBezTo>
                      <a:pt x="31" y="0"/>
                      <a:pt x="42" y="3"/>
                      <a:pt x="44" y="9"/>
                    </a:cubicBezTo>
                    <a:cubicBezTo>
                      <a:pt x="46" y="16"/>
                      <a:pt x="38" y="24"/>
                      <a:pt x="26" y="27"/>
                    </a:cubicBezTo>
                    <a:cubicBezTo>
                      <a:pt x="15" y="31"/>
                      <a:pt x="4" y="28"/>
                      <a:pt x="2" y="22"/>
                    </a:cubicBezTo>
                    <a:cubicBezTo>
                      <a:pt x="0" y="15"/>
                      <a:pt x="8" y="7"/>
                      <a:pt x="19" y="3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0" name="Freeform 4561">
                <a:extLst>
                  <a:ext uri="{FF2B5EF4-FFF2-40B4-BE49-F238E27FC236}">
                    <a16:creationId xmlns:a16="http://schemas.microsoft.com/office/drawing/2014/main" id="{47BA36D8-196C-4853-BAF4-52355021F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243"/>
                <a:ext cx="69" cy="58"/>
              </a:xfrm>
              <a:custGeom>
                <a:avLst/>
                <a:gdLst>
                  <a:gd name="T0" fmla="*/ 39 w 53"/>
                  <a:gd name="T1" fmla="*/ 22 h 45"/>
                  <a:gd name="T2" fmla="*/ 105 w 53"/>
                  <a:gd name="T3" fmla="*/ 15 h 45"/>
                  <a:gd name="T4" fmla="*/ 78 w 53"/>
                  <a:gd name="T5" fmla="*/ 75 h 45"/>
                  <a:gd name="T6" fmla="*/ 12 w 53"/>
                  <a:gd name="T7" fmla="*/ 81 h 45"/>
                  <a:gd name="T8" fmla="*/ 39 w 53"/>
                  <a:gd name="T9" fmla="*/ 2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5">
                    <a:moveTo>
                      <a:pt x="18" y="10"/>
                    </a:moveTo>
                    <a:cubicBezTo>
                      <a:pt x="29" y="2"/>
                      <a:pt x="43" y="0"/>
                      <a:pt x="48" y="7"/>
                    </a:cubicBezTo>
                    <a:cubicBezTo>
                      <a:pt x="53" y="14"/>
                      <a:pt x="47" y="26"/>
                      <a:pt x="35" y="35"/>
                    </a:cubicBezTo>
                    <a:cubicBezTo>
                      <a:pt x="23" y="43"/>
                      <a:pt x="10" y="45"/>
                      <a:pt x="5" y="38"/>
                    </a:cubicBezTo>
                    <a:cubicBezTo>
                      <a:pt x="0" y="32"/>
                      <a:pt x="6" y="19"/>
                      <a:pt x="18" y="10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1" name="Freeform 4562">
                <a:extLst>
                  <a:ext uri="{FF2B5EF4-FFF2-40B4-BE49-F238E27FC236}">
                    <a16:creationId xmlns:a16="http://schemas.microsoft.com/office/drawing/2014/main" id="{AB477C9A-0BEC-47B4-B482-0C4275B52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1933"/>
                <a:ext cx="60" cy="51"/>
              </a:xfrm>
              <a:custGeom>
                <a:avLst/>
                <a:gdLst>
                  <a:gd name="T0" fmla="*/ 34 w 46"/>
                  <a:gd name="T1" fmla="*/ 21 h 39"/>
                  <a:gd name="T2" fmla="*/ 90 w 46"/>
                  <a:gd name="T3" fmla="*/ 13 h 39"/>
                  <a:gd name="T4" fmla="*/ 67 w 46"/>
                  <a:gd name="T5" fmla="*/ 67 h 39"/>
                  <a:gd name="T6" fmla="*/ 9 w 46"/>
                  <a:gd name="T7" fmla="*/ 73 h 39"/>
                  <a:gd name="T8" fmla="*/ 34 w 46"/>
                  <a:gd name="T9" fmla="*/ 2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9">
                    <a:moveTo>
                      <a:pt x="15" y="9"/>
                    </a:moveTo>
                    <a:cubicBezTo>
                      <a:pt x="25" y="1"/>
                      <a:pt x="37" y="0"/>
                      <a:pt x="41" y="6"/>
                    </a:cubicBezTo>
                    <a:cubicBezTo>
                      <a:pt x="46" y="12"/>
                      <a:pt x="41" y="22"/>
                      <a:pt x="30" y="30"/>
                    </a:cubicBezTo>
                    <a:cubicBezTo>
                      <a:pt x="20" y="37"/>
                      <a:pt x="8" y="39"/>
                      <a:pt x="4" y="33"/>
                    </a:cubicBezTo>
                    <a:cubicBezTo>
                      <a:pt x="0" y="27"/>
                      <a:pt x="5" y="16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2" name="Freeform 4563">
                <a:extLst>
                  <a:ext uri="{FF2B5EF4-FFF2-40B4-BE49-F238E27FC236}">
                    <a16:creationId xmlns:a16="http://schemas.microsoft.com/office/drawing/2014/main" id="{E43AAB6B-83F2-4021-A292-1DB58844C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4" y="1773"/>
                <a:ext cx="60" cy="51"/>
              </a:xfrm>
              <a:custGeom>
                <a:avLst/>
                <a:gdLst>
                  <a:gd name="T0" fmla="*/ 34 w 46"/>
                  <a:gd name="T1" fmla="*/ 21 h 39"/>
                  <a:gd name="T2" fmla="*/ 90 w 46"/>
                  <a:gd name="T3" fmla="*/ 13 h 39"/>
                  <a:gd name="T4" fmla="*/ 67 w 46"/>
                  <a:gd name="T5" fmla="*/ 67 h 39"/>
                  <a:gd name="T6" fmla="*/ 9 w 46"/>
                  <a:gd name="T7" fmla="*/ 73 h 39"/>
                  <a:gd name="T8" fmla="*/ 34 w 46"/>
                  <a:gd name="T9" fmla="*/ 2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9">
                    <a:moveTo>
                      <a:pt x="15" y="9"/>
                    </a:moveTo>
                    <a:cubicBezTo>
                      <a:pt x="25" y="2"/>
                      <a:pt x="37" y="0"/>
                      <a:pt x="41" y="6"/>
                    </a:cubicBezTo>
                    <a:cubicBezTo>
                      <a:pt x="46" y="12"/>
                      <a:pt x="41" y="23"/>
                      <a:pt x="30" y="30"/>
                    </a:cubicBezTo>
                    <a:cubicBezTo>
                      <a:pt x="20" y="38"/>
                      <a:pt x="8" y="39"/>
                      <a:pt x="4" y="33"/>
                    </a:cubicBezTo>
                    <a:cubicBezTo>
                      <a:pt x="0" y="28"/>
                      <a:pt x="5" y="17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3" name="Freeform 4564">
                <a:extLst>
                  <a:ext uri="{FF2B5EF4-FFF2-40B4-BE49-F238E27FC236}">
                    <a16:creationId xmlns:a16="http://schemas.microsoft.com/office/drawing/2014/main" id="{19FDBB25-2116-4827-BD64-0B4F72C8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8" y="1631"/>
                <a:ext cx="37" cy="47"/>
              </a:xfrm>
              <a:custGeom>
                <a:avLst/>
                <a:gdLst>
                  <a:gd name="T0" fmla="*/ 65 w 28"/>
                  <a:gd name="T1" fmla="*/ 65 h 36"/>
                  <a:gd name="T2" fmla="*/ 12 w 28"/>
                  <a:gd name="T3" fmla="*/ 67 h 36"/>
                  <a:gd name="T4" fmla="*/ 34 w 28"/>
                  <a:gd name="T5" fmla="*/ 13 h 36"/>
                  <a:gd name="T6" fmla="*/ 63 w 28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6">
                    <a:moveTo>
                      <a:pt x="28" y="29"/>
                    </a:moveTo>
                    <a:cubicBezTo>
                      <a:pt x="18" y="35"/>
                      <a:pt x="8" y="36"/>
                      <a:pt x="5" y="30"/>
                    </a:cubicBezTo>
                    <a:cubicBezTo>
                      <a:pt x="0" y="25"/>
                      <a:pt x="5" y="14"/>
                      <a:pt x="15" y="6"/>
                    </a:cubicBezTo>
                    <a:cubicBezTo>
                      <a:pt x="19" y="3"/>
                      <a:pt x="23" y="1"/>
                      <a:pt x="27" y="0"/>
                    </a:cubicBezTo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4" name="Freeform 4565">
                <a:extLst>
                  <a:ext uri="{FF2B5EF4-FFF2-40B4-BE49-F238E27FC236}">
                    <a16:creationId xmlns:a16="http://schemas.microsoft.com/office/drawing/2014/main" id="{8058C368-052E-47CE-9498-CD2C851EA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364"/>
                <a:ext cx="60" cy="49"/>
              </a:xfrm>
              <a:custGeom>
                <a:avLst/>
                <a:gdLst>
                  <a:gd name="T0" fmla="*/ 35 w 46"/>
                  <a:gd name="T1" fmla="*/ 17 h 38"/>
                  <a:gd name="T2" fmla="*/ 94 w 46"/>
                  <a:gd name="T3" fmla="*/ 10 h 38"/>
                  <a:gd name="T4" fmla="*/ 68 w 46"/>
                  <a:gd name="T5" fmla="*/ 62 h 38"/>
                  <a:gd name="T6" fmla="*/ 12 w 46"/>
                  <a:gd name="T7" fmla="*/ 71 h 38"/>
                  <a:gd name="T8" fmla="*/ 35 w 46"/>
                  <a:gd name="T9" fmla="*/ 1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8">
                    <a:moveTo>
                      <a:pt x="16" y="8"/>
                    </a:moveTo>
                    <a:cubicBezTo>
                      <a:pt x="26" y="1"/>
                      <a:pt x="38" y="0"/>
                      <a:pt x="42" y="5"/>
                    </a:cubicBezTo>
                    <a:cubicBezTo>
                      <a:pt x="46" y="11"/>
                      <a:pt x="41" y="22"/>
                      <a:pt x="31" y="29"/>
                    </a:cubicBezTo>
                    <a:cubicBezTo>
                      <a:pt x="21" y="37"/>
                      <a:pt x="9" y="38"/>
                      <a:pt x="5" y="33"/>
                    </a:cubicBezTo>
                    <a:cubicBezTo>
                      <a:pt x="0" y="27"/>
                      <a:pt x="5" y="16"/>
                      <a:pt x="16" y="8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5" name="Freeform 4566">
                <a:extLst>
                  <a:ext uri="{FF2B5EF4-FFF2-40B4-BE49-F238E27FC236}">
                    <a16:creationId xmlns:a16="http://schemas.microsoft.com/office/drawing/2014/main" id="{EEEF5438-1AF1-466A-AF14-227BD8031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270"/>
                <a:ext cx="59" cy="51"/>
              </a:xfrm>
              <a:custGeom>
                <a:avLst/>
                <a:gdLst>
                  <a:gd name="T0" fmla="*/ 31 w 46"/>
                  <a:gd name="T1" fmla="*/ 21 h 39"/>
                  <a:gd name="T2" fmla="*/ 87 w 46"/>
                  <a:gd name="T3" fmla="*/ 13 h 39"/>
                  <a:gd name="T4" fmla="*/ 65 w 46"/>
                  <a:gd name="T5" fmla="*/ 67 h 39"/>
                  <a:gd name="T6" fmla="*/ 8 w 46"/>
                  <a:gd name="T7" fmla="*/ 73 h 39"/>
                  <a:gd name="T8" fmla="*/ 31 w 46"/>
                  <a:gd name="T9" fmla="*/ 2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9">
                    <a:moveTo>
                      <a:pt x="15" y="9"/>
                    </a:moveTo>
                    <a:cubicBezTo>
                      <a:pt x="25" y="2"/>
                      <a:pt x="37" y="0"/>
                      <a:pt x="41" y="6"/>
                    </a:cubicBezTo>
                    <a:cubicBezTo>
                      <a:pt x="46" y="12"/>
                      <a:pt x="41" y="23"/>
                      <a:pt x="31" y="30"/>
                    </a:cubicBezTo>
                    <a:cubicBezTo>
                      <a:pt x="20" y="38"/>
                      <a:pt x="9" y="39"/>
                      <a:pt x="4" y="33"/>
                    </a:cubicBezTo>
                    <a:cubicBezTo>
                      <a:pt x="0" y="27"/>
                      <a:pt x="5" y="17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6" name="Freeform 4567">
                <a:extLst>
                  <a:ext uri="{FF2B5EF4-FFF2-40B4-BE49-F238E27FC236}">
                    <a16:creationId xmlns:a16="http://schemas.microsoft.com/office/drawing/2014/main" id="{2D14CC02-2557-401A-AA93-D39C8380D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2165"/>
                <a:ext cx="60" cy="50"/>
              </a:xfrm>
              <a:custGeom>
                <a:avLst/>
                <a:gdLst>
                  <a:gd name="T0" fmla="*/ 34 w 46"/>
                  <a:gd name="T1" fmla="*/ 19 h 39"/>
                  <a:gd name="T2" fmla="*/ 90 w 46"/>
                  <a:gd name="T3" fmla="*/ 13 h 39"/>
                  <a:gd name="T4" fmla="*/ 68 w 46"/>
                  <a:gd name="T5" fmla="*/ 63 h 39"/>
                  <a:gd name="T6" fmla="*/ 9 w 46"/>
                  <a:gd name="T7" fmla="*/ 69 h 39"/>
                  <a:gd name="T8" fmla="*/ 34 w 46"/>
                  <a:gd name="T9" fmla="*/ 1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9">
                    <a:moveTo>
                      <a:pt x="15" y="9"/>
                    </a:moveTo>
                    <a:cubicBezTo>
                      <a:pt x="25" y="2"/>
                      <a:pt x="37" y="0"/>
                      <a:pt x="41" y="6"/>
                    </a:cubicBezTo>
                    <a:cubicBezTo>
                      <a:pt x="46" y="12"/>
                      <a:pt x="41" y="23"/>
                      <a:pt x="31" y="30"/>
                    </a:cubicBezTo>
                    <a:cubicBezTo>
                      <a:pt x="20" y="38"/>
                      <a:pt x="9" y="39"/>
                      <a:pt x="4" y="33"/>
                    </a:cubicBezTo>
                    <a:cubicBezTo>
                      <a:pt x="0" y="27"/>
                      <a:pt x="5" y="17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7" name="Freeform 4568">
                <a:extLst>
                  <a:ext uri="{FF2B5EF4-FFF2-40B4-BE49-F238E27FC236}">
                    <a16:creationId xmlns:a16="http://schemas.microsoft.com/office/drawing/2014/main" id="{2E16A471-E52F-48F2-8518-A19040AE1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2037"/>
                <a:ext cx="58" cy="51"/>
              </a:xfrm>
              <a:custGeom>
                <a:avLst/>
                <a:gdLst>
                  <a:gd name="T0" fmla="*/ 31 w 45"/>
                  <a:gd name="T1" fmla="*/ 21 h 39"/>
                  <a:gd name="T2" fmla="*/ 88 w 45"/>
                  <a:gd name="T3" fmla="*/ 13 h 39"/>
                  <a:gd name="T4" fmla="*/ 64 w 45"/>
                  <a:gd name="T5" fmla="*/ 67 h 39"/>
                  <a:gd name="T6" fmla="*/ 8 w 45"/>
                  <a:gd name="T7" fmla="*/ 73 h 39"/>
                  <a:gd name="T8" fmla="*/ 31 w 45"/>
                  <a:gd name="T9" fmla="*/ 2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15" y="9"/>
                    </a:moveTo>
                    <a:cubicBezTo>
                      <a:pt x="25" y="2"/>
                      <a:pt x="37" y="0"/>
                      <a:pt x="41" y="6"/>
                    </a:cubicBezTo>
                    <a:cubicBezTo>
                      <a:pt x="45" y="12"/>
                      <a:pt x="40" y="23"/>
                      <a:pt x="30" y="30"/>
                    </a:cubicBezTo>
                    <a:cubicBezTo>
                      <a:pt x="20" y="38"/>
                      <a:pt x="8" y="39"/>
                      <a:pt x="4" y="33"/>
                    </a:cubicBezTo>
                    <a:cubicBezTo>
                      <a:pt x="0" y="27"/>
                      <a:pt x="4" y="17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8" name="Freeform 4569">
                <a:extLst>
                  <a:ext uri="{FF2B5EF4-FFF2-40B4-BE49-F238E27FC236}">
                    <a16:creationId xmlns:a16="http://schemas.microsoft.com/office/drawing/2014/main" id="{D27BCC82-1BDC-40B2-BB3A-D3C268410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2108"/>
                <a:ext cx="39" cy="33"/>
              </a:xfrm>
              <a:custGeom>
                <a:avLst/>
                <a:gdLst>
                  <a:gd name="T0" fmla="*/ 22 w 30"/>
                  <a:gd name="T1" fmla="*/ 13 h 26"/>
                  <a:gd name="T2" fmla="*/ 60 w 30"/>
                  <a:gd name="T3" fmla="*/ 8 h 26"/>
                  <a:gd name="T4" fmla="*/ 44 w 30"/>
                  <a:gd name="T5" fmla="*/ 41 h 26"/>
                  <a:gd name="T6" fmla="*/ 7 w 30"/>
                  <a:gd name="T7" fmla="*/ 46 h 26"/>
                  <a:gd name="T8" fmla="*/ 22 w 30"/>
                  <a:gd name="T9" fmla="*/ 1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10" y="6"/>
                    </a:moveTo>
                    <a:cubicBezTo>
                      <a:pt x="17" y="1"/>
                      <a:pt x="25" y="0"/>
                      <a:pt x="27" y="4"/>
                    </a:cubicBezTo>
                    <a:cubicBezTo>
                      <a:pt x="30" y="7"/>
                      <a:pt x="27" y="15"/>
                      <a:pt x="20" y="20"/>
                    </a:cubicBezTo>
                    <a:cubicBezTo>
                      <a:pt x="13" y="25"/>
                      <a:pt x="5" y="26"/>
                      <a:pt x="3" y="22"/>
                    </a:cubicBezTo>
                    <a:cubicBezTo>
                      <a:pt x="0" y="18"/>
                      <a:pt x="3" y="11"/>
                      <a:pt x="10" y="6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9" name="Freeform 4570">
                <a:extLst>
                  <a:ext uri="{FF2B5EF4-FFF2-40B4-BE49-F238E27FC236}">
                    <a16:creationId xmlns:a16="http://schemas.microsoft.com/office/drawing/2014/main" id="{A233FA00-22C0-4747-BC88-95F3AD542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097"/>
                <a:ext cx="39" cy="25"/>
              </a:xfrm>
              <a:custGeom>
                <a:avLst/>
                <a:gdLst>
                  <a:gd name="T0" fmla="*/ 29 w 30"/>
                  <a:gd name="T1" fmla="*/ 5 h 19"/>
                  <a:gd name="T2" fmla="*/ 61 w 30"/>
                  <a:gd name="T3" fmla="*/ 14 h 19"/>
                  <a:gd name="T4" fmla="*/ 38 w 30"/>
                  <a:gd name="T5" fmla="*/ 38 h 19"/>
                  <a:gd name="T6" fmla="*/ 5 w 30"/>
                  <a:gd name="T7" fmla="*/ 29 h 19"/>
                  <a:gd name="T8" fmla="*/ 29 w 30"/>
                  <a:gd name="T9" fmla="*/ 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9">
                    <a:moveTo>
                      <a:pt x="13" y="2"/>
                    </a:moveTo>
                    <a:cubicBezTo>
                      <a:pt x="20" y="0"/>
                      <a:pt x="27" y="1"/>
                      <a:pt x="28" y="6"/>
                    </a:cubicBezTo>
                    <a:cubicBezTo>
                      <a:pt x="30" y="10"/>
                      <a:pt x="25" y="15"/>
                      <a:pt x="17" y="17"/>
                    </a:cubicBezTo>
                    <a:cubicBezTo>
                      <a:pt x="10" y="19"/>
                      <a:pt x="3" y="17"/>
                      <a:pt x="2" y="13"/>
                    </a:cubicBezTo>
                    <a:cubicBezTo>
                      <a:pt x="0" y="9"/>
                      <a:pt x="6" y="4"/>
                      <a:pt x="13" y="2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0" name="Freeform 4571">
                <a:extLst>
                  <a:ext uri="{FF2B5EF4-FFF2-40B4-BE49-F238E27FC236}">
                    <a16:creationId xmlns:a16="http://schemas.microsoft.com/office/drawing/2014/main" id="{FC9212B6-C43F-4FF8-93E4-E5EFBB93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1827"/>
                <a:ext cx="54" cy="42"/>
              </a:xfrm>
              <a:custGeom>
                <a:avLst/>
                <a:gdLst>
                  <a:gd name="T0" fmla="*/ 86 w 41"/>
                  <a:gd name="T1" fmla="*/ 0 h 33"/>
                  <a:gd name="T2" fmla="*/ 65 w 41"/>
                  <a:gd name="T3" fmla="*/ 52 h 33"/>
                  <a:gd name="T4" fmla="*/ 0 w 41"/>
                  <a:gd name="T5" fmla="*/ 5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3">
                    <a:moveTo>
                      <a:pt x="37" y="0"/>
                    </a:moveTo>
                    <a:cubicBezTo>
                      <a:pt x="41" y="5"/>
                      <a:pt x="38" y="18"/>
                      <a:pt x="28" y="25"/>
                    </a:cubicBezTo>
                    <a:cubicBezTo>
                      <a:pt x="18" y="33"/>
                      <a:pt x="4" y="33"/>
                      <a:pt x="0" y="27"/>
                    </a:cubicBezTo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1" name="Freeform 4572">
                <a:extLst>
                  <a:ext uri="{FF2B5EF4-FFF2-40B4-BE49-F238E27FC236}">
                    <a16:creationId xmlns:a16="http://schemas.microsoft.com/office/drawing/2014/main" id="{C35C7ED6-8A97-4204-BB4B-FCA06D3E5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1819"/>
                <a:ext cx="114" cy="43"/>
              </a:xfrm>
              <a:custGeom>
                <a:avLst/>
                <a:gdLst>
                  <a:gd name="T0" fmla="*/ 192 w 88"/>
                  <a:gd name="T1" fmla="*/ 13 h 33"/>
                  <a:gd name="T2" fmla="*/ 22 w 88"/>
                  <a:gd name="T3" fmla="*/ 30 h 33"/>
                  <a:gd name="T4" fmla="*/ 111 w 88"/>
                  <a:gd name="T5" fmla="*/ 73 h 33"/>
                  <a:gd name="T6" fmla="*/ 192 w 88"/>
                  <a:gd name="T7" fmla="*/ 1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33">
                    <a:moveTo>
                      <a:pt x="88" y="6"/>
                    </a:moveTo>
                    <a:cubicBezTo>
                      <a:pt x="84" y="0"/>
                      <a:pt x="21" y="6"/>
                      <a:pt x="10" y="14"/>
                    </a:cubicBezTo>
                    <a:cubicBezTo>
                      <a:pt x="0" y="21"/>
                      <a:pt x="47" y="28"/>
                      <a:pt x="51" y="33"/>
                    </a:cubicBezTo>
                    <a:lnTo>
                      <a:pt x="88" y="6"/>
                    </a:ln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2" name="Freeform 4573">
                <a:extLst>
                  <a:ext uri="{FF2B5EF4-FFF2-40B4-BE49-F238E27FC236}">
                    <a16:creationId xmlns:a16="http://schemas.microsoft.com/office/drawing/2014/main" id="{23AB6065-B023-4F42-B1EF-2E5D1D1D4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1864"/>
                <a:ext cx="60" cy="51"/>
              </a:xfrm>
              <a:custGeom>
                <a:avLst/>
                <a:gdLst>
                  <a:gd name="T0" fmla="*/ 34 w 46"/>
                  <a:gd name="T1" fmla="*/ 21 h 39"/>
                  <a:gd name="T2" fmla="*/ 94 w 46"/>
                  <a:gd name="T3" fmla="*/ 13 h 39"/>
                  <a:gd name="T4" fmla="*/ 68 w 46"/>
                  <a:gd name="T5" fmla="*/ 67 h 39"/>
                  <a:gd name="T6" fmla="*/ 9 w 46"/>
                  <a:gd name="T7" fmla="*/ 73 h 39"/>
                  <a:gd name="T8" fmla="*/ 34 w 46"/>
                  <a:gd name="T9" fmla="*/ 2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9">
                    <a:moveTo>
                      <a:pt x="15" y="9"/>
                    </a:moveTo>
                    <a:cubicBezTo>
                      <a:pt x="26" y="2"/>
                      <a:pt x="37" y="0"/>
                      <a:pt x="42" y="6"/>
                    </a:cubicBezTo>
                    <a:cubicBezTo>
                      <a:pt x="46" y="12"/>
                      <a:pt x="41" y="23"/>
                      <a:pt x="31" y="30"/>
                    </a:cubicBezTo>
                    <a:cubicBezTo>
                      <a:pt x="20" y="38"/>
                      <a:pt x="9" y="39"/>
                      <a:pt x="4" y="33"/>
                    </a:cubicBezTo>
                    <a:cubicBezTo>
                      <a:pt x="0" y="27"/>
                      <a:pt x="5" y="17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3" name="Freeform 4574">
                <a:extLst>
                  <a:ext uri="{FF2B5EF4-FFF2-40B4-BE49-F238E27FC236}">
                    <a16:creationId xmlns:a16="http://schemas.microsoft.com/office/drawing/2014/main" id="{BE76967E-41E2-43FE-963C-DE2BD2F5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1893"/>
                <a:ext cx="41" cy="35"/>
              </a:xfrm>
              <a:custGeom>
                <a:avLst/>
                <a:gdLst>
                  <a:gd name="T0" fmla="*/ 23 w 32"/>
                  <a:gd name="T1" fmla="*/ 13 h 27"/>
                  <a:gd name="T2" fmla="*/ 60 w 32"/>
                  <a:gd name="T3" fmla="*/ 8 h 27"/>
                  <a:gd name="T4" fmla="*/ 46 w 32"/>
                  <a:gd name="T5" fmla="*/ 45 h 27"/>
                  <a:gd name="T6" fmla="*/ 6 w 32"/>
                  <a:gd name="T7" fmla="*/ 51 h 27"/>
                  <a:gd name="T8" fmla="*/ 23 w 32"/>
                  <a:gd name="T9" fmla="*/ 1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7">
                    <a:moveTo>
                      <a:pt x="11" y="6"/>
                    </a:moveTo>
                    <a:cubicBezTo>
                      <a:pt x="18" y="1"/>
                      <a:pt x="26" y="0"/>
                      <a:pt x="29" y="4"/>
                    </a:cubicBezTo>
                    <a:cubicBezTo>
                      <a:pt x="32" y="8"/>
                      <a:pt x="29" y="15"/>
                      <a:pt x="22" y="21"/>
                    </a:cubicBezTo>
                    <a:cubicBezTo>
                      <a:pt x="15" y="26"/>
                      <a:pt x="6" y="27"/>
                      <a:pt x="3" y="23"/>
                    </a:cubicBezTo>
                    <a:cubicBezTo>
                      <a:pt x="0" y="19"/>
                      <a:pt x="4" y="11"/>
                      <a:pt x="11" y="6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4" name="Freeform 4575">
                <a:extLst>
                  <a:ext uri="{FF2B5EF4-FFF2-40B4-BE49-F238E27FC236}">
                    <a16:creationId xmlns:a16="http://schemas.microsoft.com/office/drawing/2014/main" id="{D69B7FA9-AD77-4ACC-A68E-C1A27AD92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1" y="1928"/>
                <a:ext cx="59" cy="51"/>
              </a:xfrm>
              <a:custGeom>
                <a:avLst/>
                <a:gdLst>
                  <a:gd name="T0" fmla="*/ 34 w 45"/>
                  <a:gd name="T1" fmla="*/ 21 h 39"/>
                  <a:gd name="T2" fmla="*/ 93 w 45"/>
                  <a:gd name="T3" fmla="*/ 13 h 39"/>
                  <a:gd name="T4" fmla="*/ 67 w 45"/>
                  <a:gd name="T5" fmla="*/ 67 h 39"/>
                  <a:gd name="T6" fmla="*/ 9 w 45"/>
                  <a:gd name="T7" fmla="*/ 73 h 39"/>
                  <a:gd name="T8" fmla="*/ 34 w 45"/>
                  <a:gd name="T9" fmla="*/ 2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15" y="9"/>
                    </a:moveTo>
                    <a:cubicBezTo>
                      <a:pt x="25" y="1"/>
                      <a:pt x="37" y="0"/>
                      <a:pt x="41" y="6"/>
                    </a:cubicBezTo>
                    <a:cubicBezTo>
                      <a:pt x="45" y="12"/>
                      <a:pt x="41" y="22"/>
                      <a:pt x="30" y="30"/>
                    </a:cubicBezTo>
                    <a:cubicBezTo>
                      <a:pt x="20" y="37"/>
                      <a:pt x="8" y="39"/>
                      <a:pt x="4" y="33"/>
                    </a:cubicBezTo>
                    <a:cubicBezTo>
                      <a:pt x="0" y="27"/>
                      <a:pt x="5" y="16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5" name="Freeform 4576">
                <a:extLst>
                  <a:ext uri="{FF2B5EF4-FFF2-40B4-BE49-F238E27FC236}">
                    <a16:creationId xmlns:a16="http://schemas.microsoft.com/office/drawing/2014/main" id="{7D9BA34F-BFC0-401A-87B6-B580549EB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2000"/>
                <a:ext cx="58" cy="50"/>
              </a:xfrm>
              <a:custGeom>
                <a:avLst/>
                <a:gdLst>
                  <a:gd name="T0" fmla="*/ 31 w 45"/>
                  <a:gd name="T1" fmla="*/ 19 h 39"/>
                  <a:gd name="T2" fmla="*/ 88 w 45"/>
                  <a:gd name="T3" fmla="*/ 10 h 39"/>
                  <a:gd name="T4" fmla="*/ 64 w 45"/>
                  <a:gd name="T5" fmla="*/ 63 h 39"/>
                  <a:gd name="T6" fmla="*/ 8 w 45"/>
                  <a:gd name="T7" fmla="*/ 69 h 39"/>
                  <a:gd name="T8" fmla="*/ 31 w 45"/>
                  <a:gd name="T9" fmla="*/ 1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15" y="9"/>
                    </a:moveTo>
                    <a:cubicBezTo>
                      <a:pt x="25" y="1"/>
                      <a:pt x="37" y="0"/>
                      <a:pt x="41" y="5"/>
                    </a:cubicBezTo>
                    <a:cubicBezTo>
                      <a:pt x="45" y="11"/>
                      <a:pt x="40" y="22"/>
                      <a:pt x="30" y="30"/>
                    </a:cubicBezTo>
                    <a:cubicBezTo>
                      <a:pt x="20" y="37"/>
                      <a:pt x="8" y="39"/>
                      <a:pt x="4" y="33"/>
                    </a:cubicBezTo>
                    <a:cubicBezTo>
                      <a:pt x="0" y="27"/>
                      <a:pt x="4" y="16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6" name="Freeform 4577">
                <a:extLst>
                  <a:ext uri="{FF2B5EF4-FFF2-40B4-BE49-F238E27FC236}">
                    <a16:creationId xmlns:a16="http://schemas.microsoft.com/office/drawing/2014/main" id="{6EFEB104-4888-4201-9157-3B3F73A51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6" y="1742"/>
                <a:ext cx="59" cy="51"/>
              </a:xfrm>
              <a:custGeom>
                <a:avLst/>
                <a:gdLst>
                  <a:gd name="T0" fmla="*/ 34 w 45"/>
                  <a:gd name="T1" fmla="*/ 21 h 39"/>
                  <a:gd name="T2" fmla="*/ 93 w 45"/>
                  <a:gd name="T3" fmla="*/ 13 h 39"/>
                  <a:gd name="T4" fmla="*/ 67 w 45"/>
                  <a:gd name="T5" fmla="*/ 67 h 39"/>
                  <a:gd name="T6" fmla="*/ 9 w 45"/>
                  <a:gd name="T7" fmla="*/ 73 h 39"/>
                  <a:gd name="T8" fmla="*/ 34 w 45"/>
                  <a:gd name="T9" fmla="*/ 2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15" y="9"/>
                    </a:moveTo>
                    <a:cubicBezTo>
                      <a:pt x="25" y="2"/>
                      <a:pt x="37" y="0"/>
                      <a:pt x="41" y="6"/>
                    </a:cubicBezTo>
                    <a:cubicBezTo>
                      <a:pt x="45" y="12"/>
                      <a:pt x="41" y="23"/>
                      <a:pt x="30" y="30"/>
                    </a:cubicBezTo>
                    <a:cubicBezTo>
                      <a:pt x="20" y="38"/>
                      <a:pt x="8" y="39"/>
                      <a:pt x="4" y="33"/>
                    </a:cubicBezTo>
                    <a:cubicBezTo>
                      <a:pt x="0" y="28"/>
                      <a:pt x="5" y="17"/>
                      <a:pt x="15" y="9"/>
                    </a:cubicBezTo>
                    <a:close/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7" name="Freeform 4578">
                <a:extLst>
                  <a:ext uri="{FF2B5EF4-FFF2-40B4-BE49-F238E27FC236}">
                    <a16:creationId xmlns:a16="http://schemas.microsoft.com/office/drawing/2014/main" id="{99D1586F-DC7B-4732-8624-122288AFF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1669"/>
                <a:ext cx="53" cy="43"/>
              </a:xfrm>
              <a:custGeom>
                <a:avLst/>
                <a:gdLst>
                  <a:gd name="T0" fmla="*/ 79 w 41"/>
                  <a:gd name="T1" fmla="*/ 0 h 33"/>
                  <a:gd name="T2" fmla="*/ 61 w 41"/>
                  <a:gd name="T3" fmla="*/ 56 h 33"/>
                  <a:gd name="T4" fmla="*/ 0 w 41"/>
                  <a:gd name="T5" fmla="*/ 6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3">
                    <a:moveTo>
                      <a:pt x="36" y="0"/>
                    </a:moveTo>
                    <a:cubicBezTo>
                      <a:pt x="41" y="6"/>
                      <a:pt x="38" y="18"/>
                      <a:pt x="28" y="25"/>
                    </a:cubicBezTo>
                    <a:cubicBezTo>
                      <a:pt x="18" y="33"/>
                      <a:pt x="4" y="33"/>
                      <a:pt x="0" y="27"/>
                    </a:cubicBezTo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8" name="Freeform 4579">
                <a:extLst>
                  <a:ext uri="{FF2B5EF4-FFF2-40B4-BE49-F238E27FC236}">
                    <a16:creationId xmlns:a16="http://schemas.microsoft.com/office/drawing/2014/main" id="{323F86F5-5421-4FD5-9953-483A149C0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661"/>
                <a:ext cx="79" cy="43"/>
              </a:xfrm>
              <a:custGeom>
                <a:avLst/>
                <a:gdLst>
                  <a:gd name="T0" fmla="*/ 137 w 60"/>
                  <a:gd name="T1" fmla="*/ 13 h 33"/>
                  <a:gd name="T2" fmla="*/ 22 w 60"/>
                  <a:gd name="T3" fmla="*/ 50 h 33"/>
                  <a:gd name="T4" fmla="*/ 55 w 60"/>
                  <a:gd name="T5" fmla="*/ 73 h 33"/>
                  <a:gd name="T6" fmla="*/ 137 w 60"/>
                  <a:gd name="T7" fmla="*/ 1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3">
                    <a:moveTo>
                      <a:pt x="60" y="6"/>
                    </a:moveTo>
                    <a:cubicBezTo>
                      <a:pt x="56" y="0"/>
                      <a:pt x="20" y="14"/>
                      <a:pt x="10" y="22"/>
                    </a:cubicBezTo>
                    <a:cubicBezTo>
                      <a:pt x="0" y="29"/>
                      <a:pt x="20" y="28"/>
                      <a:pt x="24" y="33"/>
                    </a:cubicBezTo>
                    <a:lnTo>
                      <a:pt x="60" y="6"/>
                    </a:ln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9" name="Freeform 4580">
                <a:extLst>
                  <a:ext uri="{FF2B5EF4-FFF2-40B4-BE49-F238E27FC236}">
                    <a16:creationId xmlns:a16="http://schemas.microsoft.com/office/drawing/2014/main" id="{D372946F-DF3A-4ED9-A4E1-1981B1098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976"/>
                <a:ext cx="55" cy="43"/>
              </a:xfrm>
              <a:custGeom>
                <a:avLst/>
                <a:gdLst>
                  <a:gd name="T0" fmla="*/ 85 w 42"/>
                  <a:gd name="T1" fmla="*/ 0 h 33"/>
                  <a:gd name="T2" fmla="*/ 60 w 42"/>
                  <a:gd name="T3" fmla="*/ 56 h 33"/>
                  <a:gd name="T4" fmla="*/ 0 w 42"/>
                  <a:gd name="T5" fmla="*/ 61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3">
                    <a:moveTo>
                      <a:pt x="38" y="0"/>
                    </a:moveTo>
                    <a:cubicBezTo>
                      <a:pt x="42" y="6"/>
                      <a:pt x="38" y="17"/>
                      <a:pt x="27" y="25"/>
                    </a:cubicBezTo>
                    <a:cubicBezTo>
                      <a:pt x="17" y="33"/>
                      <a:pt x="5" y="33"/>
                      <a:pt x="0" y="28"/>
                    </a:cubicBezTo>
                  </a:path>
                </a:pathLst>
              </a:custGeom>
              <a:solidFill>
                <a:srgbClr val="AF6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0" name="Freeform 4581">
                <a:extLst>
                  <a:ext uri="{FF2B5EF4-FFF2-40B4-BE49-F238E27FC236}">
                    <a16:creationId xmlns:a16="http://schemas.microsoft.com/office/drawing/2014/main" id="{66ADFAF8-CA99-485A-A1E4-E7CA13B6B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970"/>
                <a:ext cx="91" cy="43"/>
              </a:xfrm>
              <a:custGeom>
                <a:avLst/>
                <a:gdLst>
                  <a:gd name="T0" fmla="*/ 153 w 70"/>
                  <a:gd name="T1" fmla="*/ 12 h 33"/>
                  <a:gd name="T2" fmla="*/ 23 w 70"/>
                  <a:gd name="T3" fmla="*/ 43 h 33"/>
                  <a:gd name="T4" fmla="*/ 72 w 70"/>
                  <a:gd name="T5" fmla="*/ 73 h 33"/>
                  <a:gd name="T6" fmla="*/ 153 w 70"/>
                  <a:gd name="T7" fmla="*/ 12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33">
                    <a:moveTo>
                      <a:pt x="70" y="5"/>
                    </a:moveTo>
                    <a:cubicBezTo>
                      <a:pt x="65" y="0"/>
                      <a:pt x="21" y="11"/>
                      <a:pt x="11" y="19"/>
                    </a:cubicBezTo>
                    <a:cubicBezTo>
                      <a:pt x="0" y="26"/>
                      <a:pt x="28" y="27"/>
                      <a:pt x="32" y="33"/>
                    </a:cubicBezTo>
                    <a:lnTo>
                      <a:pt x="70" y="5"/>
                    </a:ln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1" name="Freeform 4582">
                <a:extLst>
                  <a:ext uri="{FF2B5EF4-FFF2-40B4-BE49-F238E27FC236}">
                    <a16:creationId xmlns:a16="http://schemas.microsoft.com/office/drawing/2014/main" id="{4AA78B15-475A-4C4D-804F-4E0F226AC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754"/>
                <a:ext cx="108" cy="83"/>
              </a:xfrm>
              <a:custGeom>
                <a:avLst/>
                <a:gdLst>
                  <a:gd name="T0" fmla="*/ 169 w 83"/>
                  <a:gd name="T1" fmla="*/ 118 h 64"/>
                  <a:gd name="T2" fmla="*/ 66 w 83"/>
                  <a:gd name="T3" fmla="*/ 109 h 64"/>
                  <a:gd name="T4" fmla="*/ 13 w 83"/>
                  <a:gd name="T5" fmla="*/ 22 h 64"/>
                  <a:gd name="T6" fmla="*/ 117 w 83"/>
                  <a:gd name="T7" fmla="*/ 30 h 64"/>
                  <a:gd name="T8" fmla="*/ 169 w 83"/>
                  <a:gd name="T9" fmla="*/ 11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4">
                    <a:moveTo>
                      <a:pt x="77" y="54"/>
                    </a:moveTo>
                    <a:cubicBezTo>
                      <a:pt x="71" y="64"/>
                      <a:pt x="50" y="62"/>
                      <a:pt x="30" y="50"/>
                    </a:cubicBezTo>
                    <a:cubicBezTo>
                      <a:pt x="11" y="38"/>
                      <a:pt x="0" y="20"/>
                      <a:pt x="6" y="10"/>
                    </a:cubicBezTo>
                    <a:cubicBezTo>
                      <a:pt x="12" y="0"/>
                      <a:pt x="33" y="2"/>
                      <a:pt x="53" y="14"/>
                    </a:cubicBezTo>
                    <a:cubicBezTo>
                      <a:pt x="73" y="26"/>
                      <a:pt x="83" y="44"/>
                      <a:pt x="77" y="54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2" name="Freeform 4583">
                <a:extLst>
                  <a:ext uri="{FF2B5EF4-FFF2-40B4-BE49-F238E27FC236}">
                    <a16:creationId xmlns:a16="http://schemas.microsoft.com/office/drawing/2014/main" id="{1241FDEA-E029-4FD1-AF1E-B58D73421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586"/>
                <a:ext cx="104" cy="79"/>
              </a:xfrm>
              <a:custGeom>
                <a:avLst/>
                <a:gdLst>
                  <a:gd name="T0" fmla="*/ 163 w 80"/>
                  <a:gd name="T1" fmla="*/ 113 h 61"/>
                  <a:gd name="T2" fmla="*/ 64 w 80"/>
                  <a:gd name="T3" fmla="*/ 104 h 61"/>
                  <a:gd name="T4" fmla="*/ 13 w 80"/>
                  <a:gd name="T5" fmla="*/ 21 h 61"/>
                  <a:gd name="T6" fmla="*/ 112 w 80"/>
                  <a:gd name="T7" fmla="*/ 28 h 61"/>
                  <a:gd name="T8" fmla="*/ 163 w 80"/>
                  <a:gd name="T9" fmla="*/ 11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61">
                    <a:moveTo>
                      <a:pt x="74" y="52"/>
                    </a:moveTo>
                    <a:cubicBezTo>
                      <a:pt x="68" y="61"/>
                      <a:pt x="48" y="60"/>
                      <a:pt x="29" y="48"/>
                    </a:cubicBezTo>
                    <a:cubicBezTo>
                      <a:pt x="10" y="36"/>
                      <a:pt x="0" y="19"/>
                      <a:pt x="6" y="9"/>
                    </a:cubicBezTo>
                    <a:cubicBezTo>
                      <a:pt x="12" y="0"/>
                      <a:pt x="32" y="2"/>
                      <a:pt x="51" y="13"/>
                    </a:cubicBezTo>
                    <a:cubicBezTo>
                      <a:pt x="70" y="25"/>
                      <a:pt x="80" y="42"/>
                      <a:pt x="74" y="52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3" name="Freeform 4584">
                <a:extLst>
                  <a:ext uri="{FF2B5EF4-FFF2-40B4-BE49-F238E27FC236}">
                    <a16:creationId xmlns:a16="http://schemas.microsoft.com/office/drawing/2014/main" id="{84B4C943-6F33-4529-86E3-3F72ABE91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993"/>
                <a:ext cx="108" cy="68"/>
              </a:xfrm>
              <a:custGeom>
                <a:avLst/>
                <a:gdLst>
                  <a:gd name="T0" fmla="*/ 176 w 83"/>
                  <a:gd name="T1" fmla="*/ 85 h 52"/>
                  <a:gd name="T2" fmla="*/ 79 w 83"/>
                  <a:gd name="T3" fmla="*/ 102 h 52"/>
                  <a:gd name="T4" fmla="*/ 7 w 83"/>
                  <a:gd name="T5" fmla="*/ 31 h 52"/>
                  <a:gd name="T6" fmla="*/ 105 w 83"/>
                  <a:gd name="T7" fmla="*/ 16 h 52"/>
                  <a:gd name="T8" fmla="*/ 176 w 83"/>
                  <a:gd name="T9" fmla="*/ 8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52">
                    <a:moveTo>
                      <a:pt x="80" y="38"/>
                    </a:moveTo>
                    <a:cubicBezTo>
                      <a:pt x="77" y="49"/>
                      <a:pt x="57" y="52"/>
                      <a:pt x="36" y="46"/>
                    </a:cubicBezTo>
                    <a:cubicBezTo>
                      <a:pt x="14" y="39"/>
                      <a:pt x="0" y="25"/>
                      <a:pt x="3" y="14"/>
                    </a:cubicBezTo>
                    <a:cubicBezTo>
                      <a:pt x="6" y="4"/>
                      <a:pt x="26" y="0"/>
                      <a:pt x="48" y="7"/>
                    </a:cubicBezTo>
                    <a:cubicBezTo>
                      <a:pt x="69" y="13"/>
                      <a:pt x="83" y="27"/>
                      <a:pt x="80" y="38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4" name="Freeform 4585">
                <a:extLst>
                  <a:ext uri="{FF2B5EF4-FFF2-40B4-BE49-F238E27FC236}">
                    <a16:creationId xmlns:a16="http://schemas.microsoft.com/office/drawing/2014/main" id="{C09AFFF6-7CD9-4606-9F0E-F913F3717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1785"/>
                <a:ext cx="109" cy="68"/>
              </a:xfrm>
              <a:custGeom>
                <a:avLst/>
                <a:gdLst>
                  <a:gd name="T0" fmla="*/ 175 w 84"/>
                  <a:gd name="T1" fmla="*/ 85 h 52"/>
                  <a:gd name="T2" fmla="*/ 79 w 84"/>
                  <a:gd name="T3" fmla="*/ 102 h 52"/>
                  <a:gd name="T4" fmla="*/ 6 w 84"/>
                  <a:gd name="T5" fmla="*/ 31 h 52"/>
                  <a:gd name="T6" fmla="*/ 104 w 84"/>
                  <a:gd name="T7" fmla="*/ 16 h 52"/>
                  <a:gd name="T8" fmla="*/ 175 w 84"/>
                  <a:gd name="T9" fmla="*/ 8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52">
                    <a:moveTo>
                      <a:pt x="80" y="38"/>
                    </a:moveTo>
                    <a:cubicBezTo>
                      <a:pt x="77" y="49"/>
                      <a:pt x="57" y="52"/>
                      <a:pt x="36" y="46"/>
                    </a:cubicBezTo>
                    <a:cubicBezTo>
                      <a:pt x="15" y="39"/>
                      <a:pt x="0" y="25"/>
                      <a:pt x="3" y="14"/>
                    </a:cubicBezTo>
                    <a:cubicBezTo>
                      <a:pt x="7" y="4"/>
                      <a:pt x="27" y="0"/>
                      <a:pt x="48" y="7"/>
                    </a:cubicBezTo>
                    <a:cubicBezTo>
                      <a:pt x="69" y="13"/>
                      <a:pt x="84" y="27"/>
                      <a:pt x="80" y="38"/>
                    </a:cubicBezTo>
                    <a:close/>
                  </a:path>
                </a:pathLst>
              </a:custGeom>
              <a:solidFill>
                <a:srgbClr val="DDB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749" name="Freeform 4586">
              <a:extLst>
                <a:ext uri="{FF2B5EF4-FFF2-40B4-BE49-F238E27FC236}">
                  <a16:creationId xmlns:a16="http://schemas.microsoft.com/office/drawing/2014/main" id="{67E24398-5AAD-4E28-87ED-D67214654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827"/>
              <a:ext cx="108" cy="59"/>
            </a:xfrm>
            <a:custGeom>
              <a:avLst/>
              <a:gdLst>
                <a:gd name="T0" fmla="*/ 178 w 83"/>
                <a:gd name="T1" fmla="*/ 59 h 46"/>
                <a:gd name="T2" fmla="*/ 86 w 83"/>
                <a:gd name="T3" fmla="*/ 92 h 46"/>
                <a:gd name="T4" fmla="*/ 1 w 83"/>
                <a:gd name="T5" fmla="*/ 38 h 46"/>
                <a:gd name="T6" fmla="*/ 96 w 83"/>
                <a:gd name="T7" fmla="*/ 6 h 46"/>
                <a:gd name="T8" fmla="*/ 178 w 83"/>
                <a:gd name="T9" fmla="*/ 5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46">
                  <a:moveTo>
                    <a:pt x="81" y="28"/>
                  </a:moveTo>
                  <a:cubicBezTo>
                    <a:pt x="80" y="40"/>
                    <a:pt x="61" y="46"/>
                    <a:pt x="39" y="44"/>
                  </a:cubicBezTo>
                  <a:cubicBezTo>
                    <a:pt x="17" y="41"/>
                    <a:pt x="0" y="30"/>
                    <a:pt x="1" y="18"/>
                  </a:cubicBezTo>
                  <a:cubicBezTo>
                    <a:pt x="3" y="7"/>
                    <a:pt x="22" y="0"/>
                    <a:pt x="44" y="3"/>
                  </a:cubicBezTo>
                  <a:cubicBezTo>
                    <a:pt x="66" y="6"/>
                    <a:pt x="83" y="17"/>
                    <a:pt x="81" y="28"/>
                  </a:cubicBezTo>
                  <a:close/>
                </a:path>
              </a:pathLst>
            </a:custGeom>
            <a:solidFill>
              <a:srgbClr val="DD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0" name="Freeform 4587">
              <a:extLst>
                <a:ext uri="{FF2B5EF4-FFF2-40B4-BE49-F238E27FC236}">
                  <a16:creationId xmlns:a16="http://schemas.microsoft.com/office/drawing/2014/main" id="{8C744471-B790-4B19-8661-BFFBD7802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612"/>
              <a:ext cx="98" cy="75"/>
            </a:xfrm>
            <a:custGeom>
              <a:avLst/>
              <a:gdLst>
                <a:gd name="T0" fmla="*/ 155 w 76"/>
                <a:gd name="T1" fmla="*/ 110 h 58"/>
                <a:gd name="T2" fmla="*/ 64 w 76"/>
                <a:gd name="T3" fmla="*/ 89 h 58"/>
                <a:gd name="T4" fmla="*/ 8 w 76"/>
                <a:gd name="T5" fmla="*/ 16 h 58"/>
                <a:gd name="T6" fmla="*/ 98 w 76"/>
                <a:gd name="T7" fmla="*/ 35 h 58"/>
                <a:gd name="T8" fmla="*/ 155 w 76"/>
                <a:gd name="T9" fmla="*/ 11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8">
                  <a:moveTo>
                    <a:pt x="72" y="51"/>
                  </a:moveTo>
                  <a:cubicBezTo>
                    <a:pt x="67" y="58"/>
                    <a:pt x="49" y="53"/>
                    <a:pt x="30" y="41"/>
                  </a:cubicBezTo>
                  <a:cubicBezTo>
                    <a:pt x="12" y="29"/>
                    <a:pt x="0" y="14"/>
                    <a:pt x="4" y="7"/>
                  </a:cubicBezTo>
                  <a:cubicBezTo>
                    <a:pt x="9" y="0"/>
                    <a:pt x="28" y="4"/>
                    <a:pt x="46" y="16"/>
                  </a:cubicBezTo>
                  <a:cubicBezTo>
                    <a:pt x="65" y="29"/>
                    <a:pt x="76" y="44"/>
                    <a:pt x="72" y="51"/>
                  </a:cubicBezTo>
                  <a:close/>
                </a:path>
              </a:pathLst>
            </a:custGeom>
            <a:solidFill>
              <a:srgbClr val="DD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1" name="Freeform 4588">
              <a:extLst>
                <a:ext uri="{FF2B5EF4-FFF2-40B4-BE49-F238E27FC236}">
                  <a16:creationId xmlns:a16="http://schemas.microsoft.com/office/drawing/2014/main" id="{64081144-AF0C-4A63-8E3C-3C1DBFF5A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1630"/>
              <a:ext cx="52" cy="29"/>
            </a:xfrm>
            <a:custGeom>
              <a:avLst/>
              <a:gdLst>
                <a:gd name="T0" fmla="*/ 88 w 40"/>
                <a:gd name="T1" fmla="*/ 28 h 22"/>
                <a:gd name="T2" fmla="*/ 43 w 40"/>
                <a:gd name="T3" fmla="*/ 49 h 22"/>
                <a:gd name="T4" fmla="*/ 0 w 40"/>
                <a:gd name="T5" fmla="*/ 21 h 22"/>
                <a:gd name="T6" fmla="*/ 46 w 40"/>
                <a:gd name="T7" fmla="*/ 1 h 22"/>
                <a:gd name="T8" fmla="*/ 88 w 40"/>
                <a:gd name="T9" fmla="*/ 2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2">
                  <a:moveTo>
                    <a:pt x="40" y="12"/>
                  </a:moveTo>
                  <a:cubicBezTo>
                    <a:pt x="40" y="18"/>
                    <a:pt x="30" y="22"/>
                    <a:pt x="19" y="21"/>
                  </a:cubicBezTo>
                  <a:cubicBezTo>
                    <a:pt x="8" y="20"/>
                    <a:pt x="0" y="15"/>
                    <a:pt x="0" y="9"/>
                  </a:cubicBezTo>
                  <a:cubicBezTo>
                    <a:pt x="1" y="4"/>
                    <a:pt x="10" y="0"/>
                    <a:pt x="21" y="1"/>
                  </a:cubicBezTo>
                  <a:cubicBezTo>
                    <a:pt x="32" y="1"/>
                    <a:pt x="40" y="7"/>
                    <a:pt x="40" y="12"/>
                  </a:cubicBezTo>
                  <a:close/>
                </a:path>
              </a:pathLst>
            </a:custGeom>
            <a:solidFill>
              <a:srgbClr val="DD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2" name="Freeform 4589">
              <a:extLst>
                <a:ext uri="{FF2B5EF4-FFF2-40B4-BE49-F238E27FC236}">
                  <a16:creationId xmlns:a16="http://schemas.microsoft.com/office/drawing/2014/main" id="{811020D4-61DD-446F-A971-10915A73A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1644"/>
              <a:ext cx="52" cy="29"/>
            </a:xfrm>
            <a:custGeom>
              <a:avLst/>
              <a:gdLst>
                <a:gd name="T0" fmla="*/ 88 w 40"/>
                <a:gd name="T1" fmla="*/ 28 h 22"/>
                <a:gd name="T2" fmla="*/ 43 w 40"/>
                <a:gd name="T3" fmla="*/ 49 h 22"/>
                <a:gd name="T4" fmla="*/ 0 w 40"/>
                <a:gd name="T5" fmla="*/ 21 h 22"/>
                <a:gd name="T6" fmla="*/ 46 w 40"/>
                <a:gd name="T7" fmla="*/ 1 h 22"/>
                <a:gd name="T8" fmla="*/ 88 w 40"/>
                <a:gd name="T9" fmla="*/ 2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2">
                  <a:moveTo>
                    <a:pt x="40" y="12"/>
                  </a:moveTo>
                  <a:cubicBezTo>
                    <a:pt x="39" y="18"/>
                    <a:pt x="30" y="22"/>
                    <a:pt x="19" y="21"/>
                  </a:cubicBezTo>
                  <a:cubicBezTo>
                    <a:pt x="8" y="20"/>
                    <a:pt x="0" y="15"/>
                    <a:pt x="0" y="9"/>
                  </a:cubicBezTo>
                  <a:cubicBezTo>
                    <a:pt x="0" y="4"/>
                    <a:pt x="10" y="0"/>
                    <a:pt x="21" y="1"/>
                  </a:cubicBezTo>
                  <a:cubicBezTo>
                    <a:pt x="32" y="1"/>
                    <a:pt x="40" y="7"/>
                    <a:pt x="40" y="12"/>
                  </a:cubicBezTo>
                  <a:close/>
                </a:path>
              </a:pathLst>
            </a:custGeom>
            <a:solidFill>
              <a:srgbClr val="DD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3" name="Freeform 4590">
              <a:extLst>
                <a:ext uri="{FF2B5EF4-FFF2-40B4-BE49-F238E27FC236}">
                  <a16:creationId xmlns:a16="http://schemas.microsoft.com/office/drawing/2014/main" id="{76386449-D3CB-4D26-A682-EB9347674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640"/>
              <a:ext cx="100" cy="89"/>
            </a:xfrm>
            <a:custGeom>
              <a:avLst/>
              <a:gdLst>
                <a:gd name="T0" fmla="*/ 153 w 77"/>
                <a:gd name="T1" fmla="*/ 132 h 68"/>
                <a:gd name="T2" fmla="*/ 57 w 77"/>
                <a:gd name="T3" fmla="*/ 111 h 68"/>
                <a:gd name="T4" fmla="*/ 16 w 77"/>
                <a:gd name="T5" fmla="*/ 21 h 68"/>
                <a:gd name="T6" fmla="*/ 112 w 77"/>
                <a:gd name="T7" fmla="*/ 41 h 68"/>
                <a:gd name="T8" fmla="*/ 153 w 77"/>
                <a:gd name="T9" fmla="*/ 13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8">
                  <a:moveTo>
                    <a:pt x="70" y="59"/>
                  </a:moveTo>
                  <a:cubicBezTo>
                    <a:pt x="63" y="68"/>
                    <a:pt x="43" y="64"/>
                    <a:pt x="26" y="50"/>
                  </a:cubicBezTo>
                  <a:cubicBezTo>
                    <a:pt x="8" y="36"/>
                    <a:pt x="0" y="18"/>
                    <a:pt x="7" y="9"/>
                  </a:cubicBezTo>
                  <a:cubicBezTo>
                    <a:pt x="14" y="0"/>
                    <a:pt x="34" y="4"/>
                    <a:pt x="51" y="18"/>
                  </a:cubicBezTo>
                  <a:cubicBezTo>
                    <a:pt x="69" y="32"/>
                    <a:pt x="77" y="51"/>
                    <a:pt x="70" y="59"/>
                  </a:cubicBezTo>
                  <a:close/>
                </a:path>
              </a:pathLst>
            </a:custGeom>
            <a:solidFill>
              <a:srgbClr val="DD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4" name="Freeform 4591">
              <a:extLst>
                <a:ext uri="{FF2B5EF4-FFF2-40B4-BE49-F238E27FC236}">
                  <a16:creationId xmlns:a16="http://schemas.microsoft.com/office/drawing/2014/main" id="{558FC25E-F722-4E7A-921F-260EE397D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490"/>
              <a:ext cx="100" cy="88"/>
            </a:xfrm>
            <a:custGeom>
              <a:avLst/>
              <a:gdLst>
                <a:gd name="T0" fmla="*/ 152 w 77"/>
                <a:gd name="T1" fmla="*/ 127 h 68"/>
                <a:gd name="T2" fmla="*/ 55 w 77"/>
                <a:gd name="T3" fmla="*/ 109 h 68"/>
                <a:gd name="T4" fmla="*/ 16 w 77"/>
                <a:gd name="T5" fmla="*/ 21 h 68"/>
                <a:gd name="T6" fmla="*/ 112 w 77"/>
                <a:gd name="T7" fmla="*/ 39 h 68"/>
                <a:gd name="T8" fmla="*/ 152 w 77"/>
                <a:gd name="T9" fmla="*/ 127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8">
                  <a:moveTo>
                    <a:pt x="69" y="59"/>
                  </a:moveTo>
                  <a:cubicBezTo>
                    <a:pt x="62" y="68"/>
                    <a:pt x="43" y="64"/>
                    <a:pt x="25" y="50"/>
                  </a:cubicBezTo>
                  <a:cubicBezTo>
                    <a:pt x="8" y="36"/>
                    <a:pt x="0" y="17"/>
                    <a:pt x="7" y="9"/>
                  </a:cubicBezTo>
                  <a:cubicBezTo>
                    <a:pt x="14" y="0"/>
                    <a:pt x="33" y="4"/>
                    <a:pt x="51" y="18"/>
                  </a:cubicBezTo>
                  <a:cubicBezTo>
                    <a:pt x="68" y="32"/>
                    <a:pt x="77" y="50"/>
                    <a:pt x="69" y="59"/>
                  </a:cubicBezTo>
                  <a:close/>
                </a:path>
              </a:pathLst>
            </a:custGeom>
            <a:solidFill>
              <a:srgbClr val="DD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5" name="Freeform 4592">
              <a:extLst>
                <a:ext uri="{FF2B5EF4-FFF2-40B4-BE49-F238E27FC236}">
                  <a16:creationId xmlns:a16="http://schemas.microsoft.com/office/drawing/2014/main" id="{0A51C97A-7184-44AF-A321-5373B1304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711"/>
              <a:ext cx="77" cy="54"/>
            </a:xfrm>
            <a:custGeom>
              <a:avLst/>
              <a:gdLst>
                <a:gd name="T0" fmla="*/ 124 w 59"/>
                <a:gd name="T1" fmla="*/ 69 h 42"/>
                <a:gd name="T2" fmla="*/ 51 w 59"/>
                <a:gd name="T3" fmla="*/ 75 h 42"/>
                <a:gd name="T4" fmla="*/ 9 w 59"/>
                <a:gd name="T5" fmla="*/ 19 h 42"/>
                <a:gd name="T6" fmla="*/ 80 w 59"/>
                <a:gd name="T7" fmla="*/ 15 h 42"/>
                <a:gd name="T8" fmla="*/ 124 w 59"/>
                <a:gd name="T9" fmla="*/ 6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2">
                  <a:moveTo>
                    <a:pt x="56" y="33"/>
                  </a:moveTo>
                  <a:cubicBezTo>
                    <a:pt x="52" y="41"/>
                    <a:pt x="37" y="42"/>
                    <a:pt x="23" y="35"/>
                  </a:cubicBezTo>
                  <a:cubicBezTo>
                    <a:pt x="9" y="29"/>
                    <a:pt x="0" y="17"/>
                    <a:pt x="4" y="9"/>
                  </a:cubicBezTo>
                  <a:cubicBezTo>
                    <a:pt x="7" y="1"/>
                    <a:pt x="22" y="0"/>
                    <a:pt x="36" y="7"/>
                  </a:cubicBezTo>
                  <a:cubicBezTo>
                    <a:pt x="51" y="14"/>
                    <a:pt x="59" y="25"/>
                    <a:pt x="56" y="33"/>
                  </a:cubicBezTo>
                  <a:close/>
                </a:path>
              </a:pathLst>
            </a:custGeom>
            <a:solidFill>
              <a:srgbClr val="DD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6" name="Freeform 4593">
              <a:extLst>
                <a:ext uri="{FF2B5EF4-FFF2-40B4-BE49-F238E27FC236}">
                  <a16:creationId xmlns:a16="http://schemas.microsoft.com/office/drawing/2014/main" id="{9477045F-F68A-403B-B358-96A368BAC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812"/>
              <a:ext cx="54" cy="42"/>
            </a:xfrm>
            <a:custGeom>
              <a:avLst/>
              <a:gdLst>
                <a:gd name="T0" fmla="*/ 82 w 42"/>
                <a:gd name="T1" fmla="*/ 60 h 32"/>
                <a:gd name="T2" fmla="*/ 35 w 42"/>
                <a:gd name="T3" fmla="*/ 56 h 32"/>
                <a:gd name="T4" fmla="*/ 6 w 42"/>
                <a:gd name="T5" fmla="*/ 12 h 32"/>
                <a:gd name="T6" fmla="*/ 58 w 42"/>
                <a:gd name="T7" fmla="*/ 16 h 32"/>
                <a:gd name="T8" fmla="*/ 82 w 42"/>
                <a:gd name="T9" fmla="*/ 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2">
                  <a:moveTo>
                    <a:pt x="39" y="27"/>
                  </a:moveTo>
                  <a:cubicBezTo>
                    <a:pt x="36" y="32"/>
                    <a:pt x="25" y="31"/>
                    <a:pt x="16" y="25"/>
                  </a:cubicBezTo>
                  <a:cubicBezTo>
                    <a:pt x="6" y="19"/>
                    <a:pt x="0" y="10"/>
                    <a:pt x="3" y="5"/>
                  </a:cubicBezTo>
                  <a:cubicBezTo>
                    <a:pt x="6" y="0"/>
                    <a:pt x="17" y="1"/>
                    <a:pt x="27" y="7"/>
                  </a:cubicBezTo>
                  <a:cubicBezTo>
                    <a:pt x="36" y="13"/>
                    <a:pt x="42" y="22"/>
                    <a:pt x="39" y="27"/>
                  </a:cubicBezTo>
                  <a:close/>
                </a:path>
              </a:pathLst>
            </a:custGeom>
            <a:solidFill>
              <a:srgbClr val="DD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7" name="Freeform 4594">
              <a:extLst>
                <a:ext uri="{FF2B5EF4-FFF2-40B4-BE49-F238E27FC236}">
                  <a16:creationId xmlns:a16="http://schemas.microsoft.com/office/drawing/2014/main" id="{988A0D65-9C57-4B56-AAA3-746E62519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856"/>
              <a:ext cx="53" cy="42"/>
            </a:xfrm>
            <a:custGeom>
              <a:avLst/>
              <a:gdLst>
                <a:gd name="T0" fmla="*/ 81 w 41"/>
                <a:gd name="T1" fmla="*/ 60 h 32"/>
                <a:gd name="T2" fmla="*/ 32 w 41"/>
                <a:gd name="T3" fmla="*/ 56 h 32"/>
                <a:gd name="T4" fmla="*/ 6 w 41"/>
                <a:gd name="T5" fmla="*/ 12 h 32"/>
                <a:gd name="T6" fmla="*/ 57 w 41"/>
                <a:gd name="T7" fmla="*/ 16 h 32"/>
                <a:gd name="T8" fmla="*/ 81 w 41"/>
                <a:gd name="T9" fmla="*/ 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2">
                  <a:moveTo>
                    <a:pt x="38" y="27"/>
                  </a:moveTo>
                  <a:cubicBezTo>
                    <a:pt x="35" y="32"/>
                    <a:pt x="25" y="31"/>
                    <a:pt x="15" y="25"/>
                  </a:cubicBezTo>
                  <a:cubicBezTo>
                    <a:pt x="5" y="19"/>
                    <a:pt x="0" y="10"/>
                    <a:pt x="3" y="5"/>
                  </a:cubicBezTo>
                  <a:cubicBezTo>
                    <a:pt x="6" y="0"/>
                    <a:pt x="16" y="1"/>
                    <a:pt x="26" y="7"/>
                  </a:cubicBezTo>
                  <a:cubicBezTo>
                    <a:pt x="36" y="13"/>
                    <a:pt x="41" y="22"/>
                    <a:pt x="38" y="27"/>
                  </a:cubicBezTo>
                  <a:close/>
                </a:path>
              </a:pathLst>
            </a:custGeom>
            <a:solidFill>
              <a:srgbClr val="DD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8" name="Freeform 4595">
              <a:extLst>
                <a:ext uri="{FF2B5EF4-FFF2-40B4-BE49-F238E27FC236}">
                  <a16:creationId xmlns:a16="http://schemas.microsoft.com/office/drawing/2014/main" id="{310D510A-CB23-47A4-8DDC-70DC51173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027"/>
              <a:ext cx="104" cy="41"/>
            </a:xfrm>
            <a:custGeom>
              <a:avLst/>
              <a:gdLst>
                <a:gd name="T0" fmla="*/ 170 w 80"/>
                <a:gd name="T1" fmla="*/ 53 h 32"/>
                <a:gd name="T2" fmla="*/ 81 w 80"/>
                <a:gd name="T3" fmla="*/ 58 h 32"/>
                <a:gd name="T4" fmla="*/ 5 w 80"/>
                <a:gd name="T5" fmla="*/ 15 h 32"/>
                <a:gd name="T6" fmla="*/ 95 w 80"/>
                <a:gd name="T7" fmla="*/ 10 h 32"/>
                <a:gd name="T8" fmla="*/ 170 w 80"/>
                <a:gd name="T9" fmla="*/ 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32">
                  <a:moveTo>
                    <a:pt x="78" y="25"/>
                  </a:moveTo>
                  <a:cubicBezTo>
                    <a:pt x="77" y="31"/>
                    <a:pt x="59" y="32"/>
                    <a:pt x="37" y="27"/>
                  </a:cubicBezTo>
                  <a:cubicBezTo>
                    <a:pt x="16" y="22"/>
                    <a:pt x="0" y="13"/>
                    <a:pt x="2" y="7"/>
                  </a:cubicBezTo>
                  <a:cubicBezTo>
                    <a:pt x="3" y="1"/>
                    <a:pt x="21" y="0"/>
                    <a:pt x="43" y="5"/>
                  </a:cubicBezTo>
                  <a:cubicBezTo>
                    <a:pt x="64" y="10"/>
                    <a:pt x="80" y="19"/>
                    <a:pt x="78" y="25"/>
                  </a:cubicBezTo>
                  <a:close/>
                </a:path>
              </a:pathLst>
            </a:custGeom>
            <a:solidFill>
              <a:srgbClr val="DD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9" name="Freeform 4596">
              <a:extLst>
                <a:ext uri="{FF2B5EF4-FFF2-40B4-BE49-F238E27FC236}">
                  <a16:creationId xmlns:a16="http://schemas.microsoft.com/office/drawing/2014/main" id="{B8E65380-5F6C-4AF3-AFBD-D78F62FAC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1967"/>
              <a:ext cx="55" cy="30"/>
            </a:xfrm>
            <a:custGeom>
              <a:avLst/>
              <a:gdLst>
                <a:gd name="T0" fmla="*/ 94 w 42"/>
                <a:gd name="T1" fmla="*/ 30 h 23"/>
                <a:gd name="T2" fmla="*/ 45 w 42"/>
                <a:gd name="T3" fmla="*/ 50 h 23"/>
                <a:gd name="T4" fmla="*/ 0 w 42"/>
                <a:gd name="T5" fmla="*/ 22 h 23"/>
                <a:gd name="T6" fmla="*/ 50 w 42"/>
                <a:gd name="T7" fmla="*/ 1 h 23"/>
                <a:gd name="T8" fmla="*/ 94 w 42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3">
                  <a:moveTo>
                    <a:pt x="42" y="14"/>
                  </a:moveTo>
                  <a:cubicBezTo>
                    <a:pt x="41" y="19"/>
                    <a:pt x="31" y="23"/>
                    <a:pt x="20" y="22"/>
                  </a:cubicBezTo>
                  <a:cubicBezTo>
                    <a:pt x="8" y="21"/>
                    <a:pt x="0" y="16"/>
                    <a:pt x="0" y="10"/>
                  </a:cubicBezTo>
                  <a:cubicBezTo>
                    <a:pt x="1" y="4"/>
                    <a:pt x="10" y="0"/>
                    <a:pt x="22" y="1"/>
                  </a:cubicBezTo>
                  <a:cubicBezTo>
                    <a:pt x="33" y="2"/>
                    <a:pt x="42" y="8"/>
                    <a:pt x="42" y="14"/>
                  </a:cubicBezTo>
                  <a:close/>
                </a:path>
              </a:pathLst>
            </a:custGeom>
            <a:solidFill>
              <a:srgbClr val="DD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0" name="Freeform 4597">
              <a:extLst>
                <a:ext uri="{FF2B5EF4-FFF2-40B4-BE49-F238E27FC236}">
                  <a16:creationId xmlns:a16="http://schemas.microsoft.com/office/drawing/2014/main" id="{3D29C140-891D-47FA-9299-BCE002B10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885"/>
              <a:ext cx="80" cy="43"/>
            </a:xfrm>
            <a:custGeom>
              <a:avLst/>
              <a:gdLst>
                <a:gd name="T0" fmla="*/ 132 w 62"/>
                <a:gd name="T1" fmla="*/ 43 h 33"/>
                <a:gd name="T2" fmla="*/ 65 w 62"/>
                <a:gd name="T3" fmla="*/ 72 h 33"/>
                <a:gd name="T4" fmla="*/ 1 w 62"/>
                <a:gd name="T5" fmla="*/ 30 h 33"/>
                <a:gd name="T6" fmla="*/ 68 w 62"/>
                <a:gd name="T7" fmla="*/ 1 h 33"/>
                <a:gd name="T8" fmla="*/ 132 w 62"/>
                <a:gd name="T9" fmla="*/ 4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33">
                  <a:moveTo>
                    <a:pt x="61" y="19"/>
                  </a:moveTo>
                  <a:cubicBezTo>
                    <a:pt x="60" y="28"/>
                    <a:pt x="46" y="33"/>
                    <a:pt x="30" y="32"/>
                  </a:cubicBezTo>
                  <a:cubicBezTo>
                    <a:pt x="13" y="30"/>
                    <a:pt x="0" y="23"/>
                    <a:pt x="1" y="14"/>
                  </a:cubicBezTo>
                  <a:cubicBezTo>
                    <a:pt x="2" y="6"/>
                    <a:pt x="16" y="0"/>
                    <a:pt x="32" y="1"/>
                  </a:cubicBezTo>
                  <a:cubicBezTo>
                    <a:pt x="49" y="3"/>
                    <a:pt x="62" y="11"/>
                    <a:pt x="61" y="19"/>
                  </a:cubicBezTo>
                  <a:close/>
                </a:path>
              </a:pathLst>
            </a:custGeom>
            <a:solidFill>
              <a:srgbClr val="DD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1" name="Freeform 4598">
              <a:extLst>
                <a:ext uri="{FF2B5EF4-FFF2-40B4-BE49-F238E27FC236}">
                  <a16:creationId xmlns:a16="http://schemas.microsoft.com/office/drawing/2014/main" id="{BB9C7A6F-C281-4109-9B4C-A51940864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059"/>
              <a:ext cx="56" cy="30"/>
            </a:xfrm>
            <a:custGeom>
              <a:avLst/>
              <a:gdLst>
                <a:gd name="T0" fmla="*/ 52 w 43"/>
                <a:gd name="T1" fmla="*/ 51 h 23"/>
                <a:gd name="T2" fmla="*/ 0 w 43"/>
                <a:gd name="T3" fmla="*/ 1 h 23"/>
                <a:gd name="T4" fmla="*/ 49 w 43"/>
                <a:gd name="T5" fmla="*/ 5 h 23"/>
                <a:gd name="T6" fmla="*/ 95 w 43"/>
                <a:gd name="T7" fmla="*/ 7 h 23"/>
                <a:gd name="T8" fmla="*/ 39 w 43"/>
                <a:gd name="T9" fmla="*/ 4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3">
                  <a:moveTo>
                    <a:pt x="24" y="23"/>
                  </a:moveTo>
                  <a:cubicBezTo>
                    <a:pt x="18" y="23"/>
                    <a:pt x="2" y="6"/>
                    <a:pt x="0" y="1"/>
                  </a:cubicBezTo>
                  <a:cubicBezTo>
                    <a:pt x="7" y="0"/>
                    <a:pt x="15" y="2"/>
                    <a:pt x="22" y="2"/>
                  </a:cubicBezTo>
                  <a:cubicBezTo>
                    <a:pt x="28" y="2"/>
                    <a:pt x="37" y="1"/>
                    <a:pt x="43" y="3"/>
                  </a:cubicBezTo>
                  <a:cubicBezTo>
                    <a:pt x="33" y="11"/>
                    <a:pt x="7" y="1"/>
                    <a:pt x="18" y="21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2" name="Freeform 4599">
              <a:extLst>
                <a:ext uri="{FF2B5EF4-FFF2-40B4-BE49-F238E27FC236}">
                  <a16:creationId xmlns:a16="http://schemas.microsoft.com/office/drawing/2014/main" id="{484D3721-AFB9-4825-9D36-BDEE652C6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283"/>
              <a:ext cx="127" cy="35"/>
            </a:xfrm>
            <a:custGeom>
              <a:avLst/>
              <a:gdLst>
                <a:gd name="T0" fmla="*/ 0 w 98"/>
                <a:gd name="T1" fmla="*/ 0 h 27"/>
                <a:gd name="T2" fmla="*/ 95 w 98"/>
                <a:gd name="T3" fmla="*/ 49 h 27"/>
                <a:gd name="T4" fmla="*/ 214 w 98"/>
                <a:gd name="T5" fmla="*/ 57 h 27"/>
                <a:gd name="T6" fmla="*/ 87 w 98"/>
                <a:gd name="T7" fmla="*/ 29 h 27"/>
                <a:gd name="T8" fmla="*/ 8 w 98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27">
                  <a:moveTo>
                    <a:pt x="0" y="0"/>
                  </a:moveTo>
                  <a:cubicBezTo>
                    <a:pt x="14" y="10"/>
                    <a:pt x="27" y="17"/>
                    <a:pt x="43" y="22"/>
                  </a:cubicBezTo>
                  <a:cubicBezTo>
                    <a:pt x="60" y="27"/>
                    <a:pt x="81" y="27"/>
                    <a:pt x="98" y="26"/>
                  </a:cubicBezTo>
                  <a:cubicBezTo>
                    <a:pt x="82" y="15"/>
                    <a:pt x="58" y="18"/>
                    <a:pt x="40" y="13"/>
                  </a:cubicBezTo>
                  <a:cubicBezTo>
                    <a:pt x="28" y="10"/>
                    <a:pt x="11" y="10"/>
                    <a:pt x="4" y="0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3" name="Freeform 4600">
              <a:extLst>
                <a:ext uri="{FF2B5EF4-FFF2-40B4-BE49-F238E27FC236}">
                  <a16:creationId xmlns:a16="http://schemas.microsoft.com/office/drawing/2014/main" id="{CB07350C-8EE1-4BDD-B72C-37C15081B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238"/>
              <a:ext cx="138" cy="54"/>
            </a:xfrm>
            <a:custGeom>
              <a:avLst/>
              <a:gdLst>
                <a:gd name="T0" fmla="*/ 0 w 106"/>
                <a:gd name="T1" fmla="*/ 0 h 42"/>
                <a:gd name="T2" fmla="*/ 117 w 106"/>
                <a:gd name="T3" fmla="*/ 80 h 42"/>
                <a:gd name="T4" fmla="*/ 234 w 106"/>
                <a:gd name="T5" fmla="*/ 76 h 42"/>
                <a:gd name="T6" fmla="*/ 176 w 106"/>
                <a:gd name="T7" fmla="*/ 68 h 42"/>
                <a:gd name="T8" fmla="*/ 116 w 106"/>
                <a:gd name="T9" fmla="*/ 59 h 42"/>
                <a:gd name="T10" fmla="*/ 39 w 106"/>
                <a:gd name="T11" fmla="*/ 28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42">
                  <a:moveTo>
                    <a:pt x="0" y="0"/>
                  </a:moveTo>
                  <a:cubicBezTo>
                    <a:pt x="19" y="10"/>
                    <a:pt x="31" y="30"/>
                    <a:pt x="53" y="37"/>
                  </a:cubicBezTo>
                  <a:cubicBezTo>
                    <a:pt x="71" y="42"/>
                    <a:pt x="88" y="33"/>
                    <a:pt x="106" y="36"/>
                  </a:cubicBezTo>
                  <a:cubicBezTo>
                    <a:pt x="98" y="33"/>
                    <a:pt x="88" y="33"/>
                    <a:pt x="80" y="32"/>
                  </a:cubicBezTo>
                  <a:cubicBezTo>
                    <a:pt x="70" y="31"/>
                    <a:pt x="61" y="29"/>
                    <a:pt x="52" y="28"/>
                  </a:cubicBezTo>
                  <a:cubicBezTo>
                    <a:pt x="36" y="27"/>
                    <a:pt x="29" y="21"/>
                    <a:pt x="18" y="13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4" name="Freeform 4601">
              <a:extLst>
                <a:ext uri="{FF2B5EF4-FFF2-40B4-BE49-F238E27FC236}">
                  <a16:creationId xmlns:a16="http://schemas.microsoft.com/office/drawing/2014/main" id="{3B4BC61A-255E-417C-981E-FF51828D6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932"/>
              <a:ext cx="31" cy="30"/>
            </a:xfrm>
            <a:custGeom>
              <a:avLst/>
              <a:gdLst>
                <a:gd name="T0" fmla="*/ 6 w 24"/>
                <a:gd name="T1" fmla="*/ 0 h 23"/>
                <a:gd name="T2" fmla="*/ 13 w 24"/>
                <a:gd name="T3" fmla="*/ 38 h 23"/>
                <a:gd name="T4" fmla="*/ 52 w 24"/>
                <a:gd name="T5" fmla="*/ 51 h 23"/>
                <a:gd name="T6" fmla="*/ 8 w 24"/>
                <a:gd name="T7" fmla="*/ 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3">
                  <a:moveTo>
                    <a:pt x="3" y="0"/>
                  </a:moveTo>
                  <a:cubicBezTo>
                    <a:pt x="3" y="7"/>
                    <a:pt x="0" y="13"/>
                    <a:pt x="6" y="17"/>
                  </a:cubicBezTo>
                  <a:cubicBezTo>
                    <a:pt x="11" y="21"/>
                    <a:pt x="18" y="21"/>
                    <a:pt x="24" y="23"/>
                  </a:cubicBezTo>
                  <a:cubicBezTo>
                    <a:pt x="15" y="21"/>
                    <a:pt x="8" y="11"/>
                    <a:pt x="4" y="4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5" name="Freeform 4602">
              <a:extLst>
                <a:ext uri="{FF2B5EF4-FFF2-40B4-BE49-F238E27FC236}">
                  <a16:creationId xmlns:a16="http://schemas.microsoft.com/office/drawing/2014/main" id="{970C8E0D-AD2A-424E-84E3-85393192A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851"/>
              <a:ext cx="35" cy="42"/>
            </a:xfrm>
            <a:custGeom>
              <a:avLst/>
              <a:gdLst>
                <a:gd name="T0" fmla="*/ 6 w 27"/>
                <a:gd name="T1" fmla="*/ 0 h 32"/>
                <a:gd name="T2" fmla="*/ 8 w 27"/>
                <a:gd name="T3" fmla="*/ 45 h 32"/>
                <a:gd name="T4" fmla="*/ 58 w 27"/>
                <a:gd name="T5" fmla="*/ 72 h 32"/>
                <a:gd name="T6" fmla="*/ 8 w 27"/>
                <a:gd name="T7" fmla="*/ 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2">
                  <a:moveTo>
                    <a:pt x="3" y="0"/>
                  </a:moveTo>
                  <a:cubicBezTo>
                    <a:pt x="3" y="6"/>
                    <a:pt x="0" y="15"/>
                    <a:pt x="4" y="20"/>
                  </a:cubicBezTo>
                  <a:cubicBezTo>
                    <a:pt x="8" y="25"/>
                    <a:pt x="21" y="29"/>
                    <a:pt x="27" y="32"/>
                  </a:cubicBezTo>
                  <a:cubicBezTo>
                    <a:pt x="20" y="22"/>
                    <a:pt x="7" y="16"/>
                    <a:pt x="4" y="4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6" name="Freeform 4603">
              <a:extLst>
                <a:ext uri="{FF2B5EF4-FFF2-40B4-BE49-F238E27FC236}">
                  <a16:creationId xmlns:a16="http://schemas.microsoft.com/office/drawing/2014/main" id="{7EDA62D5-F8D9-4794-8716-382D223E6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773"/>
              <a:ext cx="33" cy="52"/>
            </a:xfrm>
            <a:custGeom>
              <a:avLst/>
              <a:gdLst>
                <a:gd name="T0" fmla="*/ 6 w 26"/>
                <a:gd name="T1" fmla="*/ 0 h 40"/>
                <a:gd name="T2" fmla="*/ 13 w 26"/>
                <a:gd name="T3" fmla="*/ 60 h 40"/>
                <a:gd name="T4" fmla="*/ 53 w 26"/>
                <a:gd name="T5" fmla="*/ 88 h 40"/>
                <a:gd name="T6" fmla="*/ 8 w 26"/>
                <a:gd name="T7" fmla="*/ 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0">
                  <a:moveTo>
                    <a:pt x="3" y="0"/>
                  </a:moveTo>
                  <a:cubicBezTo>
                    <a:pt x="3" y="8"/>
                    <a:pt x="0" y="20"/>
                    <a:pt x="6" y="27"/>
                  </a:cubicBezTo>
                  <a:cubicBezTo>
                    <a:pt x="10" y="34"/>
                    <a:pt x="21" y="35"/>
                    <a:pt x="26" y="40"/>
                  </a:cubicBezTo>
                  <a:cubicBezTo>
                    <a:pt x="14" y="31"/>
                    <a:pt x="7" y="16"/>
                    <a:pt x="4" y="1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7" name="Freeform 4604">
              <a:extLst>
                <a:ext uri="{FF2B5EF4-FFF2-40B4-BE49-F238E27FC236}">
                  <a16:creationId xmlns:a16="http://schemas.microsoft.com/office/drawing/2014/main" id="{836CFE16-138D-4A29-B7B9-551A1FCB1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996"/>
              <a:ext cx="32" cy="44"/>
            </a:xfrm>
            <a:custGeom>
              <a:avLst/>
              <a:gdLst>
                <a:gd name="T0" fmla="*/ 6 w 25"/>
                <a:gd name="T1" fmla="*/ 0 h 34"/>
                <a:gd name="T2" fmla="*/ 10 w 25"/>
                <a:gd name="T3" fmla="*/ 53 h 34"/>
                <a:gd name="T4" fmla="*/ 52 w 25"/>
                <a:gd name="T5" fmla="*/ 74 h 34"/>
                <a:gd name="T6" fmla="*/ 5 w 25"/>
                <a:gd name="T7" fmla="*/ 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3" y="0"/>
                  </a:moveTo>
                  <a:cubicBezTo>
                    <a:pt x="3" y="8"/>
                    <a:pt x="0" y="20"/>
                    <a:pt x="5" y="25"/>
                  </a:cubicBezTo>
                  <a:cubicBezTo>
                    <a:pt x="9" y="31"/>
                    <a:pt x="19" y="30"/>
                    <a:pt x="25" y="34"/>
                  </a:cubicBezTo>
                  <a:cubicBezTo>
                    <a:pt x="16" y="29"/>
                    <a:pt x="1" y="16"/>
                    <a:pt x="2" y="4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8" name="Freeform 4605">
              <a:extLst>
                <a:ext uri="{FF2B5EF4-FFF2-40B4-BE49-F238E27FC236}">
                  <a16:creationId xmlns:a16="http://schemas.microsoft.com/office/drawing/2014/main" id="{7ABEF794-C738-4FAF-8434-4A1259737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061"/>
              <a:ext cx="64" cy="79"/>
            </a:xfrm>
            <a:custGeom>
              <a:avLst/>
              <a:gdLst>
                <a:gd name="T0" fmla="*/ 7 w 49"/>
                <a:gd name="T1" fmla="*/ 0 h 61"/>
                <a:gd name="T2" fmla="*/ 44 w 49"/>
                <a:gd name="T3" fmla="*/ 58 h 61"/>
                <a:gd name="T4" fmla="*/ 110 w 49"/>
                <a:gd name="T5" fmla="*/ 132 h 61"/>
                <a:gd name="T6" fmla="*/ 40 w 49"/>
                <a:gd name="T7" fmla="*/ 45 h 61"/>
                <a:gd name="T8" fmla="*/ 7 w 49"/>
                <a:gd name="T9" fmla="*/ 1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1">
                  <a:moveTo>
                    <a:pt x="3" y="0"/>
                  </a:moveTo>
                  <a:cubicBezTo>
                    <a:pt x="0" y="12"/>
                    <a:pt x="13" y="19"/>
                    <a:pt x="20" y="27"/>
                  </a:cubicBezTo>
                  <a:cubicBezTo>
                    <a:pt x="29" y="38"/>
                    <a:pt x="38" y="54"/>
                    <a:pt x="49" y="61"/>
                  </a:cubicBezTo>
                  <a:cubicBezTo>
                    <a:pt x="40" y="47"/>
                    <a:pt x="28" y="35"/>
                    <a:pt x="18" y="21"/>
                  </a:cubicBezTo>
                  <a:cubicBezTo>
                    <a:pt x="14" y="15"/>
                    <a:pt x="6" y="8"/>
                    <a:pt x="3" y="1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9" name="Freeform 4606">
              <a:extLst>
                <a:ext uri="{FF2B5EF4-FFF2-40B4-BE49-F238E27FC236}">
                  <a16:creationId xmlns:a16="http://schemas.microsoft.com/office/drawing/2014/main" id="{272004A7-90E9-4751-864F-EE4E10626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124"/>
              <a:ext cx="108" cy="93"/>
            </a:xfrm>
            <a:custGeom>
              <a:avLst/>
              <a:gdLst>
                <a:gd name="T0" fmla="*/ 0 w 83"/>
                <a:gd name="T1" fmla="*/ 0 h 71"/>
                <a:gd name="T2" fmla="*/ 78 w 83"/>
                <a:gd name="T3" fmla="*/ 83 h 71"/>
                <a:gd name="T4" fmla="*/ 183 w 83"/>
                <a:gd name="T5" fmla="*/ 160 h 71"/>
                <a:gd name="T6" fmla="*/ 9 w 83"/>
                <a:gd name="T7" fmla="*/ 5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71">
                  <a:moveTo>
                    <a:pt x="0" y="0"/>
                  </a:moveTo>
                  <a:cubicBezTo>
                    <a:pt x="13" y="8"/>
                    <a:pt x="25" y="26"/>
                    <a:pt x="35" y="37"/>
                  </a:cubicBezTo>
                  <a:cubicBezTo>
                    <a:pt x="48" y="51"/>
                    <a:pt x="64" y="65"/>
                    <a:pt x="83" y="71"/>
                  </a:cubicBezTo>
                  <a:cubicBezTo>
                    <a:pt x="54" y="50"/>
                    <a:pt x="32" y="23"/>
                    <a:pt x="4" y="2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0" name="Freeform 4607">
              <a:extLst>
                <a:ext uri="{FF2B5EF4-FFF2-40B4-BE49-F238E27FC236}">
                  <a16:creationId xmlns:a16="http://schemas.microsoft.com/office/drawing/2014/main" id="{ACB82842-D008-4715-969D-AE5E0AC0D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191"/>
              <a:ext cx="43" cy="54"/>
            </a:xfrm>
            <a:custGeom>
              <a:avLst/>
              <a:gdLst>
                <a:gd name="T0" fmla="*/ 0 w 33"/>
                <a:gd name="T1" fmla="*/ 0 h 42"/>
                <a:gd name="T2" fmla="*/ 73 w 33"/>
                <a:gd name="T3" fmla="*/ 89 h 42"/>
                <a:gd name="T4" fmla="*/ 43 w 33"/>
                <a:gd name="T5" fmla="*/ 22 h 42"/>
                <a:gd name="T6" fmla="*/ 0 w 33"/>
                <a:gd name="T7" fmla="*/ 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0"/>
                  </a:moveTo>
                  <a:cubicBezTo>
                    <a:pt x="15" y="9"/>
                    <a:pt x="22" y="28"/>
                    <a:pt x="33" y="42"/>
                  </a:cubicBezTo>
                  <a:cubicBezTo>
                    <a:pt x="32" y="33"/>
                    <a:pt x="24" y="16"/>
                    <a:pt x="19" y="10"/>
                  </a:cubicBezTo>
                  <a:cubicBezTo>
                    <a:pt x="13" y="2"/>
                    <a:pt x="7" y="4"/>
                    <a:pt x="0" y="1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1" name="Freeform 4608">
              <a:extLst>
                <a:ext uri="{FF2B5EF4-FFF2-40B4-BE49-F238E27FC236}">
                  <a16:creationId xmlns:a16="http://schemas.microsoft.com/office/drawing/2014/main" id="{889F5024-FF11-4E5C-8FA9-249115840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993"/>
              <a:ext cx="83" cy="60"/>
            </a:xfrm>
            <a:custGeom>
              <a:avLst/>
              <a:gdLst>
                <a:gd name="T0" fmla="*/ 0 w 64"/>
                <a:gd name="T1" fmla="*/ 0 h 46"/>
                <a:gd name="T2" fmla="*/ 51 w 64"/>
                <a:gd name="T3" fmla="*/ 78 h 46"/>
                <a:gd name="T4" fmla="*/ 140 w 64"/>
                <a:gd name="T5" fmla="*/ 102 h 46"/>
                <a:gd name="T6" fmla="*/ 42 w 64"/>
                <a:gd name="T7" fmla="*/ 50 h 46"/>
                <a:gd name="T8" fmla="*/ 1 w 64"/>
                <a:gd name="T9" fmla="*/ 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6">
                  <a:moveTo>
                    <a:pt x="0" y="0"/>
                  </a:moveTo>
                  <a:cubicBezTo>
                    <a:pt x="5" y="11"/>
                    <a:pt x="12" y="27"/>
                    <a:pt x="23" y="35"/>
                  </a:cubicBezTo>
                  <a:cubicBezTo>
                    <a:pt x="34" y="42"/>
                    <a:pt x="51" y="44"/>
                    <a:pt x="64" y="46"/>
                  </a:cubicBezTo>
                  <a:cubicBezTo>
                    <a:pt x="50" y="44"/>
                    <a:pt x="29" y="32"/>
                    <a:pt x="19" y="22"/>
                  </a:cubicBezTo>
                  <a:cubicBezTo>
                    <a:pt x="14" y="16"/>
                    <a:pt x="4" y="10"/>
                    <a:pt x="1" y="2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2" name="Freeform 4609">
              <a:extLst>
                <a:ext uri="{FF2B5EF4-FFF2-40B4-BE49-F238E27FC236}">
                  <a16:creationId xmlns:a16="http://schemas.microsoft.com/office/drawing/2014/main" id="{8E25F7CD-A39D-4ED9-8CC5-A10091C85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928"/>
              <a:ext cx="89" cy="81"/>
            </a:xfrm>
            <a:custGeom>
              <a:avLst/>
              <a:gdLst>
                <a:gd name="T0" fmla="*/ 0 w 68"/>
                <a:gd name="T1" fmla="*/ 0 h 62"/>
                <a:gd name="T2" fmla="*/ 79 w 68"/>
                <a:gd name="T3" fmla="*/ 110 h 62"/>
                <a:gd name="T4" fmla="*/ 152 w 68"/>
                <a:gd name="T5" fmla="*/ 138 h 62"/>
                <a:gd name="T6" fmla="*/ 94 w 68"/>
                <a:gd name="T7" fmla="*/ 94 h 62"/>
                <a:gd name="T8" fmla="*/ 50 w 68"/>
                <a:gd name="T9" fmla="*/ 44 h 62"/>
                <a:gd name="T10" fmla="*/ 7 w 68"/>
                <a:gd name="T11" fmla="*/ 7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62">
                  <a:moveTo>
                    <a:pt x="0" y="0"/>
                  </a:moveTo>
                  <a:cubicBezTo>
                    <a:pt x="14" y="15"/>
                    <a:pt x="21" y="34"/>
                    <a:pt x="35" y="49"/>
                  </a:cubicBezTo>
                  <a:cubicBezTo>
                    <a:pt x="44" y="58"/>
                    <a:pt x="56" y="61"/>
                    <a:pt x="68" y="62"/>
                  </a:cubicBezTo>
                  <a:cubicBezTo>
                    <a:pt x="61" y="54"/>
                    <a:pt x="50" y="50"/>
                    <a:pt x="42" y="42"/>
                  </a:cubicBezTo>
                  <a:cubicBezTo>
                    <a:pt x="35" y="35"/>
                    <a:pt x="29" y="27"/>
                    <a:pt x="22" y="20"/>
                  </a:cubicBezTo>
                  <a:cubicBezTo>
                    <a:pt x="16" y="13"/>
                    <a:pt x="9" y="8"/>
                    <a:pt x="3" y="3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3" name="Freeform 4610">
              <a:extLst>
                <a:ext uri="{FF2B5EF4-FFF2-40B4-BE49-F238E27FC236}">
                  <a16:creationId xmlns:a16="http://schemas.microsoft.com/office/drawing/2014/main" id="{2EDC1C6B-D5AC-4857-B1B2-C5C471B03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2180"/>
              <a:ext cx="42" cy="38"/>
            </a:xfrm>
            <a:custGeom>
              <a:avLst/>
              <a:gdLst>
                <a:gd name="T0" fmla="*/ 55 w 32"/>
                <a:gd name="T1" fmla="*/ 66 h 29"/>
                <a:gd name="T2" fmla="*/ 0 w 32"/>
                <a:gd name="T3" fmla="*/ 5 h 29"/>
                <a:gd name="T4" fmla="*/ 72 w 32"/>
                <a:gd name="T5" fmla="*/ 17 h 29"/>
                <a:gd name="T6" fmla="*/ 37 w 32"/>
                <a:gd name="T7" fmla="*/ 31 h 29"/>
                <a:gd name="T8" fmla="*/ 55 w 32"/>
                <a:gd name="T9" fmla="*/ 6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24" y="29"/>
                  </a:moveTo>
                  <a:cubicBezTo>
                    <a:pt x="18" y="19"/>
                    <a:pt x="5" y="13"/>
                    <a:pt x="0" y="2"/>
                  </a:cubicBezTo>
                  <a:cubicBezTo>
                    <a:pt x="5" y="0"/>
                    <a:pt x="30" y="3"/>
                    <a:pt x="32" y="8"/>
                  </a:cubicBezTo>
                  <a:cubicBezTo>
                    <a:pt x="25" y="8"/>
                    <a:pt x="16" y="6"/>
                    <a:pt x="16" y="14"/>
                  </a:cubicBezTo>
                  <a:cubicBezTo>
                    <a:pt x="15" y="19"/>
                    <a:pt x="21" y="26"/>
                    <a:pt x="24" y="29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4" name="Freeform 4611">
              <a:extLst>
                <a:ext uri="{FF2B5EF4-FFF2-40B4-BE49-F238E27FC236}">
                  <a16:creationId xmlns:a16="http://schemas.microsoft.com/office/drawing/2014/main" id="{DF92EDB9-4770-4ADD-8E0E-F8082393B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284"/>
              <a:ext cx="44" cy="33"/>
            </a:xfrm>
            <a:custGeom>
              <a:avLst/>
              <a:gdLst>
                <a:gd name="T0" fmla="*/ 27 w 34"/>
                <a:gd name="T1" fmla="*/ 55 h 25"/>
                <a:gd name="T2" fmla="*/ 0 w 34"/>
                <a:gd name="T3" fmla="*/ 21 h 25"/>
                <a:gd name="T4" fmla="*/ 74 w 34"/>
                <a:gd name="T5" fmla="*/ 15 h 25"/>
                <a:gd name="T6" fmla="*/ 27 w 34"/>
                <a:gd name="T7" fmla="*/ 5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5">
                  <a:moveTo>
                    <a:pt x="12" y="24"/>
                  </a:moveTo>
                  <a:cubicBezTo>
                    <a:pt x="9" y="20"/>
                    <a:pt x="1" y="15"/>
                    <a:pt x="0" y="9"/>
                  </a:cubicBezTo>
                  <a:cubicBezTo>
                    <a:pt x="12" y="5"/>
                    <a:pt x="22" y="0"/>
                    <a:pt x="34" y="6"/>
                  </a:cubicBezTo>
                  <a:cubicBezTo>
                    <a:pt x="29" y="13"/>
                    <a:pt x="1" y="8"/>
                    <a:pt x="12" y="25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5" name="Freeform 4612">
              <a:extLst>
                <a:ext uri="{FF2B5EF4-FFF2-40B4-BE49-F238E27FC236}">
                  <a16:creationId xmlns:a16="http://schemas.microsoft.com/office/drawing/2014/main" id="{E180A1B9-6898-4521-A599-4E3E23985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127"/>
              <a:ext cx="50" cy="49"/>
            </a:xfrm>
            <a:custGeom>
              <a:avLst/>
              <a:gdLst>
                <a:gd name="T0" fmla="*/ 59 w 38"/>
                <a:gd name="T1" fmla="*/ 0 h 38"/>
                <a:gd name="T2" fmla="*/ 5 w 38"/>
                <a:gd name="T3" fmla="*/ 19 h 38"/>
                <a:gd name="T4" fmla="*/ 37 w 38"/>
                <a:gd name="T5" fmla="*/ 50 h 38"/>
                <a:gd name="T6" fmla="*/ 87 w 38"/>
                <a:gd name="T7" fmla="*/ 81 h 38"/>
                <a:gd name="T8" fmla="*/ 51 w 38"/>
                <a:gd name="T9" fmla="*/ 6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">
                  <a:moveTo>
                    <a:pt x="26" y="0"/>
                  </a:moveTo>
                  <a:cubicBezTo>
                    <a:pt x="18" y="4"/>
                    <a:pt x="10" y="5"/>
                    <a:pt x="2" y="9"/>
                  </a:cubicBezTo>
                  <a:cubicBezTo>
                    <a:pt x="3" y="13"/>
                    <a:pt x="12" y="19"/>
                    <a:pt x="16" y="23"/>
                  </a:cubicBezTo>
                  <a:cubicBezTo>
                    <a:pt x="23" y="29"/>
                    <a:pt x="31" y="34"/>
                    <a:pt x="38" y="38"/>
                  </a:cubicBezTo>
                  <a:cubicBezTo>
                    <a:pt x="32" y="35"/>
                    <a:pt x="0" y="3"/>
                    <a:pt x="23" y="3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6" name="Freeform 4613">
              <a:extLst>
                <a:ext uri="{FF2B5EF4-FFF2-40B4-BE49-F238E27FC236}">
                  <a16:creationId xmlns:a16="http://schemas.microsoft.com/office/drawing/2014/main" id="{0586AE9D-AE77-4F5D-ABB4-64405C9F2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122"/>
              <a:ext cx="56" cy="35"/>
            </a:xfrm>
            <a:custGeom>
              <a:avLst/>
              <a:gdLst>
                <a:gd name="T0" fmla="*/ 38 w 43"/>
                <a:gd name="T1" fmla="*/ 53 h 27"/>
                <a:gd name="T2" fmla="*/ 0 w 43"/>
                <a:gd name="T3" fmla="*/ 10 h 27"/>
                <a:gd name="T4" fmla="*/ 95 w 43"/>
                <a:gd name="T5" fmla="*/ 16 h 27"/>
                <a:gd name="T6" fmla="*/ 43 w 43"/>
                <a:gd name="T7" fmla="*/ 27 h 27"/>
                <a:gd name="T8" fmla="*/ 35 w 43"/>
                <a:gd name="T9" fmla="*/ 5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17" y="25"/>
                  </a:moveTo>
                  <a:cubicBezTo>
                    <a:pt x="12" y="22"/>
                    <a:pt x="1" y="11"/>
                    <a:pt x="0" y="5"/>
                  </a:cubicBezTo>
                  <a:cubicBezTo>
                    <a:pt x="12" y="4"/>
                    <a:pt x="33" y="0"/>
                    <a:pt x="43" y="7"/>
                  </a:cubicBezTo>
                  <a:cubicBezTo>
                    <a:pt x="37" y="11"/>
                    <a:pt x="26" y="8"/>
                    <a:pt x="19" y="12"/>
                  </a:cubicBezTo>
                  <a:cubicBezTo>
                    <a:pt x="15" y="14"/>
                    <a:pt x="12" y="23"/>
                    <a:pt x="16" y="27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7" name="Freeform 4614">
              <a:extLst>
                <a:ext uri="{FF2B5EF4-FFF2-40B4-BE49-F238E27FC236}">
                  <a16:creationId xmlns:a16="http://schemas.microsoft.com/office/drawing/2014/main" id="{6FCF4402-BCD7-469C-8C18-4A6AB6849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070"/>
              <a:ext cx="81" cy="30"/>
            </a:xfrm>
            <a:custGeom>
              <a:avLst/>
              <a:gdLst>
                <a:gd name="T0" fmla="*/ 71 w 62"/>
                <a:gd name="T1" fmla="*/ 50 h 23"/>
                <a:gd name="T2" fmla="*/ 27 w 62"/>
                <a:gd name="T3" fmla="*/ 21 h 23"/>
                <a:gd name="T4" fmla="*/ 0 w 62"/>
                <a:gd name="T5" fmla="*/ 0 h 23"/>
                <a:gd name="T6" fmla="*/ 71 w 62"/>
                <a:gd name="T7" fmla="*/ 16 h 23"/>
                <a:gd name="T8" fmla="*/ 138 w 62"/>
                <a:gd name="T9" fmla="*/ 9 h 23"/>
                <a:gd name="T10" fmla="*/ 60 w 62"/>
                <a:gd name="T11" fmla="*/ 35 h 23"/>
                <a:gd name="T12" fmla="*/ 67 w 62"/>
                <a:gd name="T13" fmla="*/ 5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23">
                  <a:moveTo>
                    <a:pt x="31" y="22"/>
                  </a:moveTo>
                  <a:cubicBezTo>
                    <a:pt x="23" y="23"/>
                    <a:pt x="17" y="14"/>
                    <a:pt x="12" y="9"/>
                  </a:cubicBezTo>
                  <a:cubicBezTo>
                    <a:pt x="8" y="6"/>
                    <a:pt x="3" y="4"/>
                    <a:pt x="0" y="0"/>
                  </a:cubicBezTo>
                  <a:cubicBezTo>
                    <a:pt x="10" y="1"/>
                    <a:pt x="20" y="7"/>
                    <a:pt x="31" y="7"/>
                  </a:cubicBezTo>
                  <a:cubicBezTo>
                    <a:pt x="41" y="8"/>
                    <a:pt x="51" y="3"/>
                    <a:pt x="62" y="4"/>
                  </a:cubicBezTo>
                  <a:cubicBezTo>
                    <a:pt x="57" y="12"/>
                    <a:pt x="36" y="16"/>
                    <a:pt x="27" y="16"/>
                  </a:cubicBezTo>
                  <a:cubicBezTo>
                    <a:pt x="27" y="19"/>
                    <a:pt x="28" y="22"/>
                    <a:pt x="30" y="23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8" name="Freeform 4615">
              <a:extLst>
                <a:ext uri="{FF2B5EF4-FFF2-40B4-BE49-F238E27FC236}">
                  <a16:creationId xmlns:a16="http://schemas.microsoft.com/office/drawing/2014/main" id="{E5393375-8B24-4FA1-857D-BCEBEAF5E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381"/>
              <a:ext cx="106" cy="49"/>
            </a:xfrm>
            <a:custGeom>
              <a:avLst/>
              <a:gdLst>
                <a:gd name="T0" fmla="*/ 0 w 82"/>
                <a:gd name="T1" fmla="*/ 0 h 38"/>
                <a:gd name="T2" fmla="*/ 90 w 82"/>
                <a:gd name="T3" fmla="*/ 71 h 38"/>
                <a:gd name="T4" fmla="*/ 177 w 82"/>
                <a:gd name="T5" fmla="*/ 68 h 38"/>
                <a:gd name="T6" fmla="*/ 75 w 82"/>
                <a:gd name="T7" fmla="*/ 39 h 38"/>
                <a:gd name="T8" fmla="*/ 21 w 82"/>
                <a:gd name="T9" fmla="*/ 1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38">
                  <a:moveTo>
                    <a:pt x="0" y="0"/>
                  </a:moveTo>
                  <a:cubicBezTo>
                    <a:pt x="17" y="5"/>
                    <a:pt x="27" y="26"/>
                    <a:pt x="42" y="33"/>
                  </a:cubicBezTo>
                  <a:cubicBezTo>
                    <a:pt x="52" y="38"/>
                    <a:pt x="71" y="33"/>
                    <a:pt x="82" y="32"/>
                  </a:cubicBezTo>
                  <a:cubicBezTo>
                    <a:pt x="74" y="21"/>
                    <a:pt x="47" y="21"/>
                    <a:pt x="35" y="18"/>
                  </a:cubicBezTo>
                  <a:cubicBezTo>
                    <a:pt x="24" y="17"/>
                    <a:pt x="17" y="14"/>
                    <a:pt x="9" y="5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9" name="Freeform 4616">
              <a:extLst>
                <a:ext uri="{FF2B5EF4-FFF2-40B4-BE49-F238E27FC236}">
                  <a16:creationId xmlns:a16="http://schemas.microsoft.com/office/drawing/2014/main" id="{E4422C83-BE43-4B08-932F-67CF208B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402"/>
              <a:ext cx="84" cy="31"/>
            </a:xfrm>
            <a:custGeom>
              <a:avLst/>
              <a:gdLst>
                <a:gd name="T0" fmla="*/ 80 w 65"/>
                <a:gd name="T1" fmla="*/ 52 h 24"/>
                <a:gd name="T2" fmla="*/ 0 w 65"/>
                <a:gd name="T3" fmla="*/ 5 h 24"/>
                <a:gd name="T4" fmla="*/ 36 w 65"/>
                <a:gd name="T5" fmla="*/ 6 h 24"/>
                <a:gd name="T6" fmla="*/ 75 w 65"/>
                <a:gd name="T7" fmla="*/ 5 h 24"/>
                <a:gd name="T8" fmla="*/ 141 w 65"/>
                <a:gd name="T9" fmla="*/ 6 h 24"/>
                <a:gd name="T10" fmla="*/ 65 w 65"/>
                <a:gd name="T11" fmla="*/ 28 h 24"/>
                <a:gd name="T12" fmla="*/ 79 w 65"/>
                <a:gd name="T13" fmla="*/ 5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24">
                  <a:moveTo>
                    <a:pt x="37" y="24"/>
                  </a:moveTo>
                  <a:cubicBezTo>
                    <a:pt x="27" y="17"/>
                    <a:pt x="5" y="13"/>
                    <a:pt x="0" y="2"/>
                  </a:cubicBezTo>
                  <a:cubicBezTo>
                    <a:pt x="5" y="0"/>
                    <a:pt x="11" y="3"/>
                    <a:pt x="17" y="3"/>
                  </a:cubicBezTo>
                  <a:cubicBezTo>
                    <a:pt x="22" y="3"/>
                    <a:pt x="29" y="2"/>
                    <a:pt x="35" y="2"/>
                  </a:cubicBezTo>
                  <a:cubicBezTo>
                    <a:pt x="45" y="2"/>
                    <a:pt x="55" y="1"/>
                    <a:pt x="65" y="3"/>
                  </a:cubicBezTo>
                  <a:cubicBezTo>
                    <a:pt x="57" y="9"/>
                    <a:pt x="40" y="8"/>
                    <a:pt x="30" y="13"/>
                  </a:cubicBezTo>
                  <a:cubicBezTo>
                    <a:pt x="28" y="18"/>
                    <a:pt x="31" y="22"/>
                    <a:pt x="36" y="23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0" name="Freeform 4617">
              <a:extLst>
                <a:ext uri="{FF2B5EF4-FFF2-40B4-BE49-F238E27FC236}">
                  <a16:creationId xmlns:a16="http://schemas.microsoft.com/office/drawing/2014/main" id="{8C6E8DC5-2823-4891-A4F4-FED81AD8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498"/>
              <a:ext cx="103" cy="36"/>
            </a:xfrm>
            <a:custGeom>
              <a:avLst/>
              <a:gdLst>
                <a:gd name="T0" fmla="*/ 0 w 79"/>
                <a:gd name="T1" fmla="*/ 0 h 28"/>
                <a:gd name="T2" fmla="*/ 175 w 79"/>
                <a:gd name="T3" fmla="*/ 53 h 28"/>
                <a:gd name="T4" fmla="*/ 68 w 79"/>
                <a:gd name="T5" fmla="*/ 8 h 28"/>
                <a:gd name="T6" fmla="*/ 7 w 79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8">
                  <a:moveTo>
                    <a:pt x="0" y="0"/>
                  </a:moveTo>
                  <a:cubicBezTo>
                    <a:pt x="27" y="0"/>
                    <a:pt x="52" y="28"/>
                    <a:pt x="79" y="25"/>
                  </a:cubicBezTo>
                  <a:cubicBezTo>
                    <a:pt x="67" y="15"/>
                    <a:pt x="46" y="9"/>
                    <a:pt x="31" y="4"/>
                  </a:cubicBezTo>
                  <a:cubicBezTo>
                    <a:pt x="22" y="2"/>
                    <a:pt x="11" y="2"/>
                    <a:pt x="3" y="0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1" name="Freeform 4618">
              <a:extLst>
                <a:ext uri="{FF2B5EF4-FFF2-40B4-BE49-F238E27FC236}">
                  <a16:creationId xmlns:a16="http://schemas.microsoft.com/office/drawing/2014/main" id="{44311DF1-6D97-431E-B78C-5FC900675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400"/>
              <a:ext cx="141" cy="31"/>
            </a:xfrm>
            <a:custGeom>
              <a:avLst/>
              <a:gdLst>
                <a:gd name="T0" fmla="*/ 0 w 108"/>
                <a:gd name="T1" fmla="*/ 0 h 24"/>
                <a:gd name="T2" fmla="*/ 129 w 108"/>
                <a:gd name="T3" fmla="*/ 47 h 24"/>
                <a:gd name="T4" fmla="*/ 240 w 108"/>
                <a:gd name="T5" fmla="*/ 44 h 24"/>
                <a:gd name="T6" fmla="*/ 114 w 108"/>
                <a:gd name="T7" fmla="*/ 28 h 24"/>
                <a:gd name="T8" fmla="*/ 24 w 108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24">
                  <a:moveTo>
                    <a:pt x="0" y="0"/>
                  </a:moveTo>
                  <a:cubicBezTo>
                    <a:pt x="18" y="9"/>
                    <a:pt x="38" y="19"/>
                    <a:pt x="58" y="22"/>
                  </a:cubicBezTo>
                  <a:cubicBezTo>
                    <a:pt x="74" y="24"/>
                    <a:pt x="92" y="22"/>
                    <a:pt x="108" y="20"/>
                  </a:cubicBezTo>
                  <a:cubicBezTo>
                    <a:pt x="96" y="8"/>
                    <a:pt x="67" y="15"/>
                    <a:pt x="51" y="13"/>
                  </a:cubicBezTo>
                  <a:cubicBezTo>
                    <a:pt x="39" y="11"/>
                    <a:pt x="21" y="10"/>
                    <a:pt x="11" y="4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2" name="Freeform 4619">
              <a:extLst>
                <a:ext uri="{FF2B5EF4-FFF2-40B4-BE49-F238E27FC236}">
                  <a16:creationId xmlns:a16="http://schemas.microsoft.com/office/drawing/2014/main" id="{CE13D677-7B12-4DE2-8652-85533B051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313"/>
              <a:ext cx="61" cy="39"/>
            </a:xfrm>
            <a:custGeom>
              <a:avLst/>
              <a:gdLst>
                <a:gd name="T0" fmla="*/ 79 w 47"/>
                <a:gd name="T1" fmla="*/ 66 h 30"/>
                <a:gd name="T2" fmla="*/ 0 w 47"/>
                <a:gd name="T3" fmla="*/ 22 h 30"/>
                <a:gd name="T4" fmla="*/ 55 w 47"/>
                <a:gd name="T5" fmla="*/ 12 h 30"/>
                <a:gd name="T6" fmla="*/ 103 w 47"/>
                <a:gd name="T7" fmla="*/ 0 h 30"/>
                <a:gd name="T8" fmla="*/ 52 w 47"/>
                <a:gd name="T9" fmla="*/ 35 h 30"/>
                <a:gd name="T10" fmla="*/ 71 w 47"/>
                <a:gd name="T11" fmla="*/ 64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30">
                  <a:moveTo>
                    <a:pt x="36" y="30"/>
                  </a:moveTo>
                  <a:cubicBezTo>
                    <a:pt x="24" y="24"/>
                    <a:pt x="9" y="20"/>
                    <a:pt x="0" y="10"/>
                  </a:cubicBezTo>
                  <a:cubicBezTo>
                    <a:pt x="6" y="6"/>
                    <a:pt x="17" y="7"/>
                    <a:pt x="25" y="5"/>
                  </a:cubicBezTo>
                  <a:cubicBezTo>
                    <a:pt x="32" y="3"/>
                    <a:pt x="39" y="0"/>
                    <a:pt x="47" y="0"/>
                  </a:cubicBezTo>
                  <a:cubicBezTo>
                    <a:pt x="42" y="5"/>
                    <a:pt x="27" y="10"/>
                    <a:pt x="24" y="16"/>
                  </a:cubicBezTo>
                  <a:cubicBezTo>
                    <a:pt x="21" y="22"/>
                    <a:pt x="30" y="25"/>
                    <a:pt x="32" y="29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3" name="Freeform 4620">
              <a:extLst>
                <a:ext uri="{FF2B5EF4-FFF2-40B4-BE49-F238E27FC236}">
                  <a16:creationId xmlns:a16="http://schemas.microsoft.com/office/drawing/2014/main" id="{D95D7B20-751A-4D25-A999-D82FC9494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235"/>
              <a:ext cx="174" cy="43"/>
            </a:xfrm>
            <a:custGeom>
              <a:avLst/>
              <a:gdLst>
                <a:gd name="T0" fmla="*/ 0 w 134"/>
                <a:gd name="T1" fmla="*/ 0 h 33"/>
                <a:gd name="T2" fmla="*/ 197 w 134"/>
                <a:gd name="T3" fmla="*/ 23 h 33"/>
                <a:gd name="T4" fmla="*/ 293 w 134"/>
                <a:gd name="T5" fmla="*/ 29 h 33"/>
                <a:gd name="T6" fmla="*/ 5 w 134"/>
                <a:gd name="T7" fmla="*/ 1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33">
                  <a:moveTo>
                    <a:pt x="0" y="0"/>
                  </a:moveTo>
                  <a:cubicBezTo>
                    <a:pt x="24" y="15"/>
                    <a:pt x="63" y="3"/>
                    <a:pt x="90" y="11"/>
                  </a:cubicBezTo>
                  <a:cubicBezTo>
                    <a:pt x="103" y="14"/>
                    <a:pt x="122" y="17"/>
                    <a:pt x="134" y="13"/>
                  </a:cubicBezTo>
                  <a:cubicBezTo>
                    <a:pt x="92" y="21"/>
                    <a:pt x="41" y="33"/>
                    <a:pt x="2" y="6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4" name="Freeform 4621">
              <a:extLst>
                <a:ext uri="{FF2B5EF4-FFF2-40B4-BE49-F238E27FC236}">
                  <a16:creationId xmlns:a16="http://schemas.microsoft.com/office/drawing/2014/main" id="{25BF33BE-D0A3-4C1A-8899-DE7E809B6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183"/>
              <a:ext cx="84" cy="30"/>
            </a:xfrm>
            <a:custGeom>
              <a:avLst/>
              <a:gdLst>
                <a:gd name="T0" fmla="*/ 104 w 64"/>
                <a:gd name="T1" fmla="*/ 51 h 23"/>
                <a:gd name="T2" fmla="*/ 0 w 64"/>
                <a:gd name="T3" fmla="*/ 1 h 23"/>
                <a:gd name="T4" fmla="*/ 144 w 64"/>
                <a:gd name="T5" fmla="*/ 1 h 23"/>
                <a:gd name="T6" fmla="*/ 84 w 64"/>
                <a:gd name="T7" fmla="*/ 4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23">
                  <a:moveTo>
                    <a:pt x="46" y="23"/>
                  </a:moveTo>
                  <a:cubicBezTo>
                    <a:pt x="32" y="13"/>
                    <a:pt x="12" y="14"/>
                    <a:pt x="0" y="1"/>
                  </a:cubicBezTo>
                  <a:cubicBezTo>
                    <a:pt x="20" y="9"/>
                    <a:pt x="43" y="0"/>
                    <a:pt x="64" y="1"/>
                  </a:cubicBezTo>
                  <a:cubicBezTo>
                    <a:pt x="58" y="10"/>
                    <a:pt x="16" y="7"/>
                    <a:pt x="37" y="21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5" name="Freeform 4622">
              <a:extLst>
                <a:ext uri="{FF2B5EF4-FFF2-40B4-BE49-F238E27FC236}">
                  <a16:creationId xmlns:a16="http://schemas.microsoft.com/office/drawing/2014/main" id="{5CD8610C-AC2C-4E08-AA3F-DAEA16BC9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443"/>
              <a:ext cx="145" cy="65"/>
            </a:xfrm>
            <a:custGeom>
              <a:avLst/>
              <a:gdLst>
                <a:gd name="T0" fmla="*/ 0 w 112"/>
                <a:gd name="T1" fmla="*/ 0 h 50"/>
                <a:gd name="T2" fmla="*/ 137 w 112"/>
                <a:gd name="T3" fmla="*/ 81 h 50"/>
                <a:gd name="T4" fmla="*/ 243 w 112"/>
                <a:gd name="T5" fmla="*/ 96 h 50"/>
                <a:gd name="T6" fmla="*/ 170 w 112"/>
                <a:gd name="T7" fmla="*/ 78 h 50"/>
                <a:gd name="T8" fmla="*/ 109 w 112"/>
                <a:gd name="T9" fmla="*/ 52 h 50"/>
                <a:gd name="T10" fmla="*/ 10 w 112"/>
                <a:gd name="T11" fmla="*/ 1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50">
                  <a:moveTo>
                    <a:pt x="0" y="0"/>
                  </a:moveTo>
                  <a:cubicBezTo>
                    <a:pt x="20" y="13"/>
                    <a:pt x="40" y="27"/>
                    <a:pt x="63" y="37"/>
                  </a:cubicBezTo>
                  <a:cubicBezTo>
                    <a:pt x="76" y="43"/>
                    <a:pt x="97" y="50"/>
                    <a:pt x="112" y="44"/>
                  </a:cubicBezTo>
                  <a:cubicBezTo>
                    <a:pt x="103" y="39"/>
                    <a:pt x="88" y="38"/>
                    <a:pt x="78" y="35"/>
                  </a:cubicBezTo>
                  <a:cubicBezTo>
                    <a:pt x="69" y="31"/>
                    <a:pt x="60" y="27"/>
                    <a:pt x="50" y="24"/>
                  </a:cubicBezTo>
                  <a:cubicBezTo>
                    <a:pt x="34" y="17"/>
                    <a:pt x="20" y="15"/>
                    <a:pt x="5" y="5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6" name="Freeform 4623">
              <a:extLst>
                <a:ext uri="{FF2B5EF4-FFF2-40B4-BE49-F238E27FC236}">
                  <a16:creationId xmlns:a16="http://schemas.microsoft.com/office/drawing/2014/main" id="{E2347297-3C33-49A2-BFC8-43C0EBB0A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2521"/>
              <a:ext cx="167" cy="38"/>
            </a:xfrm>
            <a:custGeom>
              <a:avLst/>
              <a:gdLst>
                <a:gd name="T0" fmla="*/ 0 w 128"/>
                <a:gd name="T1" fmla="*/ 43 h 29"/>
                <a:gd name="T2" fmla="*/ 67 w 128"/>
                <a:gd name="T3" fmla="*/ 24 h 29"/>
                <a:gd name="T4" fmla="*/ 136 w 128"/>
                <a:gd name="T5" fmla="*/ 22 h 29"/>
                <a:gd name="T6" fmla="*/ 245 w 128"/>
                <a:gd name="T7" fmla="*/ 13 h 29"/>
                <a:gd name="T8" fmla="*/ 267 w 128"/>
                <a:gd name="T9" fmla="*/ 45 h 29"/>
                <a:gd name="T10" fmla="*/ 184 w 128"/>
                <a:gd name="T11" fmla="*/ 31 h 29"/>
                <a:gd name="T12" fmla="*/ 89 w 128"/>
                <a:gd name="T13" fmla="*/ 29 h 29"/>
                <a:gd name="T14" fmla="*/ 12 w 128"/>
                <a:gd name="T15" fmla="*/ 48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29">
                  <a:moveTo>
                    <a:pt x="0" y="19"/>
                  </a:moveTo>
                  <a:cubicBezTo>
                    <a:pt x="10" y="16"/>
                    <a:pt x="20" y="13"/>
                    <a:pt x="30" y="11"/>
                  </a:cubicBezTo>
                  <a:cubicBezTo>
                    <a:pt x="40" y="10"/>
                    <a:pt x="51" y="11"/>
                    <a:pt x="61" y="10"/>
                  </a:cubicBezTo>
                  <a:cubicBezTo>
                    <a:pt x="78" y="7"/>
                    <a:pt x="93" y="0"/>
                    <a:pt x="110" y="6"/>
                  </a:cubicBezTo>
                  <a:cubicBezTo>
                    <a:pt x="117" y="8"/>
                    <a:pt x="128" y="11"/>
                    <a:pt x="120" y="20"/>
                  </a:cubicBezTo>
                  <a:cubicBezTo>
                    <a:pt x="112" y="29"/>
                    <a:pt x="92" y="17"/>
                    <a:pt x="83" y="14"/>
                  </a:cubicBezTo>
                  <a:cubicBezTo>
                    <a:pt x="69" y="10"/>
                    <a:pt x="54" y="12"/>
                    <a:pt x="40" y="13"/>
                  </a:cubicBezTo>
                  <a:cubicBezTo>
                    <a:pt x="32" y="14"/>
                    <a:pt x="11" y="16"/>
                    <a:pt x="5" y="21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7" name="Freeform 4624">
              <a:extLst>
                <a:ext uri="{FF2B5EF4-FFF2-40B4-BE49-F238E27FC236}">
                  <a16:creationId xmlns:a16="http://schemas.microsoft.com/office/drawing/2014/main" id="{C7106A24-EB63-4D67-B28A-98771B09C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282"/>
              <a:ext cx="28" cy="40"/>
            </a:xfrm>
            <a:custGeom>
              <a:avLst/>
              <a:gdLst>
                <a:gd name="T0" fmla="*/ 46 w 22"/>
                <a:gd name="T1" fmla="*/ 0 h 31"/>
                <a:gd name="T2" fmla="*/ 43 w 22"/>
                <a:gd name="T3" fmla="*/ 67 h 31"/>
                <a:gd name="T4" fmla="*/ 0 w 22"/>
                <a:gd name="T5" fmla="*/ 32 h 31"/>
                <a:gd name="T6" fmla="*/ 31 w 22"/>
                <a:gd name="T7" fmla="*/ 39 h 31"/>
                <a:gd name="T8" fmla="*/ 37 w 22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1">
                  <a:moveTo>
                    <a:pt x="22" y="0"/>
                  </a:moveTo>
                  <a:cubicBezTo>
                    <a:pt x="22" y="10"/>
                    <a:pt x="22" y="21"/>
                    <a:pt x="21" y="31"/>
                  </a:cubicBezTo>
                  <a:cubicBezTo>
                    <a:pt x="15" y="30"/>
                    <a:pt x="4" y="20"/>
                    <a:pt x="0" y="15"/>
                  </a:cubicBezTo>
                  <a:cubicBezTo>
                    <a:pt x="5" y="12"/>
                    <a:pt x="11" y="20"/>
                    <a:pt x="15" y="18"/>
                  </a:cubicBezTo>
                  <a:cubicBezTo>
                    <a:pt x="17" y="17"/>
                    <a:pt x="18" y="7"/>
                    <a:pt x="18" y="4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8" name="Freeform 4625">
              <a:extLst>
                <a:ext uri="{FF2B5EF4-FFF2-40B4-BE49-F238E27FC236}">
                  <a16:creationId xmlns:a16="http://schemas.microsoft.com/office/drawing/2014/main" id="{88DB407B-A553-4320-B24B-810020BDE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530"/>
              <a:ext cx="144" cy="21"/>
            </a:xfrm>
            <a:custGeom>
              <a:avLst/>
              <a:gdLst>
                <a:gd name="T0" fmla="*/ 0 w 111"/>
                <a:gd name="T1" fmla="*/ 1 h 16"/>
                <a:gd name="T2" fmla="*/ 113 w 111"/>
                <a:gd name="T3" fmla="*/ 21 h 16"/>
                <a:gd name="T4" fmla="*/ 243 w 111"/>
                <a:gd name="T5" fmla="*/ 37 h 16"/>
                <a:gd name="T6" fmla="*/ 8 w 111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6">
                  <a:moveTo>
                    <a:pt x="0" y="1"/>
                  </a:moveTo>
                  <a:cubicBezTo>
                    <a:pt x="17" y="0"/>
                    <a:pt x="36" y="5"/>
                    <a:pt x="52" y="9"/>
                  </a:cubicBezTo>
                  <a:cubicBezTo>
                    <a:pt x="71" y="14"/>
                    <a:pt x="94" y="9"/>
                    <a:pt x="111" y="16"/>
                  </a:cubicBezTo>
                  <a:cubicBezTo>
                    <a:pt x="77" y="2"/>
                    <a:pt x="40" y="1"/>
                    <a:pt x="4" y="1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9" name="Freeform 4626">
              <a:extLst>
                <a:ext uri="{FF2B5EF4-FFF2-40B4-BE49-F238E27FC236}">
                  <a16:creationId xmlns:a16="http://schemas.microsoft.com/office/drawing/2014/main" id="{444EDD54-CCBD-47A9-B5FD-975F96341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418"/>
              <a:ext cx="122" cy="51"/>
            </a:xfrm>
            <a:custGeom>
              <a:avLst/>
              <a:gdLst>
                <a:gd name="T0" fmla="*/ 0 w 94"/>
                <a:gd name="T1" fmla="*/ 0 h 39"/>
                <a:gd name="T2" fmla="*/ 96 w 94"/>
                <a:gd name="T3" fmla="*/ 51 h 39"/>
                <a:gd name="T4" fmla="*/ 205 w 94"/>
                <a:gd name="T5" fmla="*/ 88 h 39"/>
                <a:gd name="T6" fmla="*/ 8 w 94"/>
                <a:gd name="T7" fmla="*/ 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39">
                  <a:moveTo>
                    <a:pt x="0" y="0"/>
                  </a:moveTo>
                  <a:cubicBezTo>
                    <a:pt x="12" y="9"/>
                    <a:pt x="30" y="17"/>
                    <a:pt x="44" y="23"/>
                  </a:cubicBezTo>
                  <a:cubicBezTo>
                    <a:pt x="60" y="31"/>
                    <a:pt x="78" y="31"/>
                    <a:pt x="94" y="39"/>
                  </a:cubicBezTo>
                  <a:cubicBezTo>
                    <a:pt x="66" y="23"/>
                    <a:pt x="35" y="9"/>
                    <a:pt x="4" y="4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0" name="Freeform 4627">
              <a:extLst>
                <a:ext uri="{FF2B5EF4-FFF2-40B4-BE49-F238E27FC236}">
                  <a16:creationId xmlns:a16="http://schemas.microsoft.com/office/drawing/2014/main" id="{06DB3227-B3BA-42A2-A72B-36D62795B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295"/>
              <a:ext cx="85" cy="57"/>
            </a:xfrm>
            <a:custGeom>
              <a:avLst/>
              <a:gdLst>
                <a:gd name="T0" fmla="*/ 0 w 65"/>
                <a:gd name="T1" fmla="*/ 23 h 44"/>
                <a:gd name="T2" fmla="*/ 145 w 65"/>
                <a:gd name="T3" fmla="*/ 96 h 44"/>
                <a:gd name="T4" fmla="*/ 7 w 65"/>
                <a:gd name="T5" fmla="*/ 29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4">
                  <a:moveTo>
                    <a:pt x="0" y="11"/>
                  </a:moveTo>
                  <a:cubicBezTo>
                    <a:pt x="23" y="19"/>
                    <a:pt x="42" y="39"/>
                    <a:pt x="65" y="44"/>
                  </a:cubicBezTo>
                  <a:cubicBezTo>
                    <a:pt x="52" y="36"/>
                    <a:pt x="17" y="0"/>
                    <a:pt x="3" y="13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1" name="Freeform 4628">
              <a:extLst>
                <a:ext uri="{FF2B5EF4-FFF2-40B4-BE49-F238E27FC236}">
                  <a16:creationId xmlns:a16="http://schemas.microsoft.com/office/drawing/2014/main" id="{4B8DE86A-1597-4F74-8CB3-F1B841EB8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179"/>
              <a:ext cx="64" cy="47"/>
            </a:xfrm>
            <a:custGeom>
              <a:avLst/>
              <a:gdLst>
                <a:gd name="T0" fmla="*/ 0 w 49"/>
                <a:gd name="T1" fmla="*/ 0 h 36"/>
                <a:gd name="T2" fmla="*/ 110 w 49"/>
                <a:gd name="T3" fmla="*/ 80 h 36"/>
                <a:gd name="T4" fmla="*/ 5 w 49"/>
                <a:gd name="T5" fmla="*/ 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6">
                  <a:moveTo>
                    <a:pt x="0" y="0"/>
                  </a:moveTo>
                  <a:cubicBezTo>
                    <a:pt x="17" y="4"/>
                    <a:pt x="35" y="25"/>
                    <a:pt x="49" y="36"/>
                  </a:cubicBezTo>
                  <a:cubicBezTo>
                    <a:pt x="35" y="21"/>
                    <a:pt x="16" y="16"/>
                    <a:pt x="2" y="3"/>
                  </a:cubicBezTo>
                </a:path>
              </a:pathLst>
            </a:custGeom>
            <a:solidFill>
              <a:srgbClr val="FBD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2" name="Freeform 4629">
              <a:extLst>
                <a:ext uri="{FF2B5EF4-FFF2-40B4-BE49-F238E27FC236}">
                  <a16:creationId xmlns:a16="http://schemas.microsoft.com/office/drawing/2014/main" id="{F04B993B-8D2F-44D5-8279-1DAFFFA6A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326"/>
              <a:ext cx="30" cy="60"/>
            </a:xfrm>
            <a:custGeom>
              <a:avLst/>
              <a:gdLst>
                <a:gd name="T0" fmla="*/ 51 w 23"/>
                <a:gd name="T1" fmla="*/ 5 h 46"/>
                <a:gd name="T2" fmla="*/ 13 w 23"/>
                <a:gd name="T3" fmla="*/ 102 h 46"/>
                <a:gd name="T4" fmla="*/ 29 w 23"/>
                <a:gd name="T5" fmla="*/ 51 h 46"/>
                <a:gd name="T6" fmla="*/ 46 w 23"/>
                <a:gd name="T7" fmla="*/ 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6">
                  <a:moveTo>
                    <a:pt x="23" y="2"/>
                  </a:moveTo>
                  <a:cubicBezTo>
                    <a:pt x="0" y="0"/>
                    <a:pt x="5" y="32"/>
                    <a:pt x="6" y="46"/>
                  </a:cubicBezTo>
                  <a:cubicBezTo>
                    <a:pt x="11" y="42"/>
                    <a:pt x="11" y="29"/>
                    <a:pt x="13" y="23"/>
                  </a:cubicBezTo>
                  <a:cubicBezTo>
                    <a:pt x="15" y="17"/>
                    <a:pt x="16" y="9"/>
                    <a:pt x="21" y="4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3" name="Freeform 4630">
              <a:extLst>
                <a:ext uri="{FF2B5EF4-FFF2-40B4-BE49-F238E27FC236}">
                  <a16:creationId xmlns:a16="http://schemas.microsoft.com/office/drawing/2014/main" id="{687A39C5-8A1C-440E-B1BD-B233543A0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245"/>
              <a:ext cx="29" cy="55"/>
            </a:xfrm>
            <a:custGeom>
              <a:avLst/>
              <a:gdLst>
                <a:gd name="T0" fmla="*/ 50 w 22"/>
                <a:gd name="T1" fmla="*/ 1 h 42"/>
                <a:gd name="T2" fmla="*/ 15 w 22"/>
                <a:gd name="T3" fmla="*/ 94 h 42"/>
                <a:gd name="T4" fmla="*/ 49 w 22"/>
                <a:gd name="T5" fmla="*/ 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2">
                  <a:moveTo>
                    <a:pt x="22" y="1"/>
                  </a:moveTo>
                  <a:cubicBezTo>
                    <a:pt x="0" y="0"/>
                    <a:pt x="3" y="26"/>
                    <a:pt x="6" y="42"/>
                  </a:cubicBezTo>
                  <a:cubicBezTo>
                    <a:pt x="13" y="39"/>
                    <a:pt x="13" y="10"/>
                    <a:pt x="21" y="3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4" name="Freeform 4631">
              <a:extLst>
                <a:ext uri="{FF2B5EF4-FFF2-40B4-BE49-F238E27FC236}">
                  <a16:creationId xmlns:a16="http://schemas.microsoft.com/office/drawing/2014/main" id="{B79FF805-0A08-45B7-BC24-8497A28E7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202"/>
              <a:ext cx="31" cy="38"/>
            </a:xfrm>
            <a:custGeom>
              <a:avLst/>
              <a:gdLst>
                <a:gd name="T0" fmla="*/ 6 w 24"/>
                <a:gd name="T1" fmla="*/ 0 h 29"/>
                <a:gd name="T2" fmla="*/ 10 w 24"/>
                <a:gd name="T3" fmla="*/ 60 h 29"/>
                <a:gd name="T4" fmla="*/ 52 w 24"/>
                <a:gd name="T5" fmla="*/ 21 h 29"/>
                <a:gd name="T6" fmla="*/ 21 w 24"/>
                <a:gd name="T7" fmla="*/ 29 h 29"/>
                <a:gd name="T8" fmla="*/ 6 w 24"/>
                <a:gd name="T9" fmla="*/ 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9">
                  <a:moveTo>
                    <a:pt x="3" y="0"/>
                  </a:moveTo>
                  <a:cubicBezTo>
                    <a:pt x="3" y="4"/>
                    <a:pt x="0" y="26"/>
                    <a:pt x="5" y="27"/>
                  </a:cubicBezTo>
                  <a:cubicBezTo>
                    <a:pt x="10" y="29"/>
                    <a:pt x="23" y="13"/>
                    <a:pt x="24" y="9"/>
                  </a:cubicBezTo>
                  <a:cubicBezTo>
                    <a:pt x="19" y="9"/>
                    <a:pt x="15" y="15"/>
                    <a:pt x="9" y="13"/>
                  </a:cubicBezTo>
                  <a:cubicBezTo>
                    <a:pt x="7" y="12"/>
                    <a:pt x="3" y="7"/>
                    <a:pt x="3" y="4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5" name="Freeform 4632">
              <a:extLst>
                <a:ext uri="{FF2B5EF4-FFF2-40B4-BE49-F238E27FC236}">
                  <a16:creationId xmlns:a16="http://schemas.microsoft.com/office/drawing/2014/main" id="{FD665D88-F069-4C7C-9A43-22895D07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408"/>
              <a:ext cx="14" cy="53"/>
            </a:xfrm>
            <a:custGeom>
              <a:avLst/>
              <a:gdLst>
                <a:gd name="T0" fmla="*/ 10 w 11"/>
                <a:gd name="T1" fmla="*/ 1 h 41"/>
                <a:gd name="T2" fmla="*/ 5 w 11"/>
                <a:gd name="T3" fmla="*/ 89 h 41"/>
                <a:gd name="T4" fmla="*/ 23 w 11"/>
                <a:gd name="T5" fmla="*/ 0 h 41"/>
                <a:gd name="T6" fmla="*/ 6 w 11"/>
                <a:gd name="T7" fmla="*/ 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1">
                  <a:moveTo>
                    <a:pt x="5" y="1"/>
                  </a:moveTo>
                  <a:cubicBezTo>
                    <a:pt x="0" y="4"/>
                    <a:pt x="0" y="36"/>
                    <a:pt x="2" y="41"/>
                  </a:cubicBezTo>
                  <a:cubicBezTo>
                    <a:pt x="9" y="30"/>
                    <a:pt x="3" y="12"/>
                    <a:pt x="11" y="0"/>
                  </a:cubicBezTo>
                  <a:cubicBezTo>
                    <a:pt x="8" y="0"/>
                    <a:pt x="6" y="2"/>
                    <a:pt x="3" y="3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6" name="Freeform 4633">
              <a:extLst>
                <a:ext uri="{FF2B5EF4-FFF2-40B4-BE49-F238E27FC236}">
                  <a16:creationId xmlns:a16="http://schemas.microsoft.com/office/drawing/2014/main" id="{566DD33A-4BA1-4EF1-BD34-87ACB92D2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498"/>
              <a:ext cx="22" cy="60"/>
            </a:xfrm>
            <a:custGeom>
              <a:avLst/>
              <a:gdLst>
                <a:gd name="T0" fmla="*/ 35 w 17"/>
                <a:gd name="T1" fmla="*/ 5 h 46"/>
                <a:gd name="T2" fmla="*/ 6 w 17"/>
                <a:gd name="T3" fmla="*/ 22 h 46"/>
                <a:gd name="T4" fmla="*/ 8 w 17"/>
                <a:gd name="T5" fmla="*/ 102 h 46"/>
                <a:gd name="T6" fmla="*/ 17 w 17"/>
                <a:gd name="T7" fmla="*/ 56 h 46"/>
                <a:gd name="T8" fmla="*/ 36 w 17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6">
                  <a:moveTo>
                    <a:pt x="16" y="2"/>
                  </a:moveTo>
                  <a:cubicBezTo>
                    <a:pt x="9" y="4"/>
                    <a:pt x="5" y="3"/>
                    <a:pt x="3" y="10"/>
                  </a:cubicBezTo>
                  <a:cubicBezTo>
                    <a:pt x="0" y="20"/>
                    <a:pt x="2" y="37"/>
                    <a:pt x="4" y="46"/>
                  </a:cubicBezTo>
                  <a:cubicBezTo>
                    <a:pt x="8" y="43"/>
                    <a:pt x="8" y="30"/>
                    <a:pt x="8" y="25"/>
                  </a:cubicBezTo>
                  <a:cubicBezTo>
                    <a:pt x="9" y="16"/>
                    <a:pt x="10" y="6"/>
                    <a:pt x="17" y="0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7" name="Freeform 4634">
              <a:extLst>
                <a:ext uri="{FF2B5EF4-FFF2-40B4-BE49-F238E27FC236}">
                  <a16:creationId xmlns:a16="http://schemas.microsoft.com/office/drawing/2014/main" id="{D02E036A-3E39-4AD1-85A6-F81E2A705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314"/>
              <a:ext cx="62" cy="63"/>
            </a:xfrm>
            <a:custGeom>
              <a:avLst/>
              <a:gdLst>
                <a:gd name="T0" fmla="*/ 5 w 48"/>
                <a:gd name="T1" fmla="*/ 55 h 48"/>
                <a:gd name="T2" fmla="*/ 8 w 48"/>
                <a:gd name="T3" fmla="*/ 109 h 48"/>
                <a:gd name="T4" fmla="*/ 62 w 48"/>
                <a:gd name="T5" fmla="*/ 55 h 48"/>
                <a:gd name="T6" fmla="*/ 103 w 48"/>
                <a:gd name="T7" fmla="*/ 0 h 48"/>
                <a:gd name="T8" fmla="*/ 36 w 48"/>
                <a:gd name="T9" fmla="*/ 71 h 48"/>
                <a:gd name="T10" fmla="*/ 8 w 48"/>
                <a:gd name="T11" fmla="*/ 64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48">
                  <a:moveTo>
                    <a:pt x="2" y="24"/>
                  </a:moveTo>
                  <a:cubicBezTo>
                    <a:pt x="0" y="33"/>
                    <a:pt x="2" y="40"/>
                    <a:pt x="4" y="48"/>
                  </a:cubicBezTo>
                  <a:cubicBezTo>
                    <a:pt x="14" y="43"/>
                    <a:pt x="22" y="32"/>
                    <a:pt x="29" y="24"/>
                  </a:cubicBezTo>
                  <a:cubicBezTo>
                    <a:pt x="37" y="17"/>
                    <a:pt x="45" y="9"/>
                    <a:pt x="48" y="0"/>
                  </a:cubicBezTo>
                  <a:cubicBezTo>
                    <a:pt x="39" y="11"/>
                    <a:pt x="28" y="22"/>
                    <a:pt x="17" y="31"/>
                  </a:cubicBezTo>
                  <a:cubicBezTo>
                    <a:pt x="10" y="37"/>
                    <a:pt x="6" y="37"/>
                    <a:pt x="4" y="28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8" name="Freeform 4635">
              <a:extLst>
                <a:ext uri="{FF2B5EF4-FFF2-40B4-BE49-F238E27FC236}">
                  <a16:creationId xmlns:a16="http://schemas.microsoft.com/office/drawing/2014/main" id="{EE1BA16E-ED9C-4709-965A-1B1B21F19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079"/>
              <a:ext cx="33" cy="73"/>
            </a:xfrm>
            <a:custGeom>
              <a:avLst/>
              <a:gdLst>
                <a:gd name="T0" fmla="*/ 55 w 25"/>
                <a:gd name="T1" fmla="*/ 0 h 56"/>
                <a:gd name="T2" fmla="*/ 7 w 25"/>
                <a:gd name="T3" fmla="*/ 52 h 56"/>
                <a:gd name="T4" fmla="*/ 5 w 25"/>
                <a:gd name="T5" fmla="*/ 124 h 56"/>
                <a:gd name="T6" fmla="*/ 26 w 25"/>
                <a:gd name="T7" fmla="*/ 56 h 56"/>
                <a:gd name="T8" fmla="*/ 58 w 25"/>
                <a:gd name="T9" fmla="*/ 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6">
                  <a:moveTo>
                    <a:pt x="24" y="0"/>
                  </a:moveTo>
                  <a:cubicBezTo>
                    <a:pt x="15" y="2"/>
                    <a:pt x="5" y="16"/>
                    <a:pt x="3" y="24"/>
                  </a:cubicBezTo>
                  <a:cubicBezTo>
                    <a:pt x="2" y="31"/>
                    <a:pt x="0" y="50"/>
                    <a:pt x="2" y="56"/>
                  </a:cubicBezTo>
                  <a:cubicBezTo>
                    <a:pt x="8" y="54"/>
                    <a:pt x="9" y="32"/>
                    <a:pt x="11" y="25"/>
                  </a:cubicBezTo>
                  <a:cubicBezTo>
                    <a:pt x="14" y="17"/>
                    <a:pt x="18" y="7"/>
                    <a:pt x="25" y="2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9" name="Freeform 4636">
              <a:extLst>
                <a:ext uri="{FF2B5EF4-FFF2-40B4-BE49-F238E27FC236}">
                  <a16:creationId xmlns:a16="http://schemas.microsoft.com/office/drawing/2014/main" id="{63004C75-C1E5-4FC6-9C86-348F1C804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105"/>
              <a:ext cx="36" cy="56"/>
            </a:xfrm>
            <a:custGeom>
              <a:avLst/>
              <a:gdLst>
                <a:gd name="T0" fmla="*/ 59 w 28"/>
                <a:gd name="T1" fmla="*/ 0 h 43"/>
                <a:gd name="T2" fmla="*/ 6 w 28"/>
                <a:gd name="T3" fmla="*/ 68 h 43"/>
                <a:gd name="T4" fmla="*/ 30 w 28"/>
                <a:gd name="T5" fmla="*/ 46 h 43"/>
                <a:gd name="T6" fmla="*/ 54 w 28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3">
                  <a:moveTo>
                    <a:pt x="28" y="0"/>
                  </a:moveTo>
                  <a:cubicBezTo>
                    <a:pt x="19" y="0"/>
                    <a:pt x="0" y="22"/>
                    <a:pt x="3" y="31"/>
                  </a:cubicBezTo>
                  <a:cubicBezTo>
                    <a:pt x="8" y="43"/>
                    <a:pt x="13" y="25"/>
                    <a:pt x="14" y="21"/>
                  </a:cubicBezTo>
                  <a:cubicBezTo>
                    <a:pt x="17" y="14"/>
                    <a:pt x="26" y="7"/>
                    <a:pt x="26" y="0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0" name="Freeform 4637">
              <a:extLst>
                <a:ext uri="{FF2B5EF4-FFF2-40B4-BE49-F238E27FC236}">
                  <a16:creationId xmlns:a16="http://schemas.microsoft.com/office/drawing/2014/main" id="{2575EE38-DA00-402F-8621-5D67F1AA4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2031"/>
              <a:ext cx="73" cy="71"/>
            </a:xfrm>
            <a:custGeom>
              <a:avLst/>
              <a:gdLst>
                <a:gd name="T0" fmla="*/ 1 w 56"/>
                <a:gd name="T1" fmla="*/ 41 h 55"/>
                <a:gd name="T2" fmla="*/ 21 w 56"/>
                <a:gd name="T3" fmla="*/ 110 h 55"/>
                <a:gd name="T4" fmla="*/ 43 w 56"/>
                <a:gd name="T5" fmla="*/ 75 h 55"/>
                <a:gd name="T6" fmla="*/ 68 w 56"/>
                <a:gd name="T7" fmla="*/ 46 h 55"/>
                <a:gd name="T8" fmla="*/ 124 w 56"/>
                <a:gd name="T9" fmla="*/ 0 h 55"/>
                <a:gd name="T10" fmla="*/ 60 w 56"/>
                <a:gd name="T11" fmla="*/ 45 h 55"/>
                <a:gd name="T12" fmla="*/ 13 w 56"/>
                <a:gd name="T13" fmla="*/ 86 h 55"/>
                <a:gd name="T14" fmla="*/ 12 w 56"/>
                <a:gd name="T15" fmla="*/ 45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55">
                  <a:moveTo>
                    <a:pt x="1" y="19"/>
                  </a:moveTo>
                  <a:cubicBezTo>
                    <a:pt x="3" y="25"/>
                    <a:pt x="0" y="55"/>
                    <a:pt x="9" y="51"/>
                  </a:cubicBezTo>
                  <a:cubicBezTo>
                    <a:pt x="14" y="50"/>
                    <a:pt x="16" y="39"/>
                    <a:pt x="19" y="35"/>
                  </a:cubicBezTo>
                  <a:cubicBezTo>
                    <a:pt x="22" y="30"/>
                    <a:pt x="27" y="25"/>
                    <a:pt x="31" y="22"/>
                  </a:cubicBezTo>
                  <a:cubicBezTo>
                    <a:pt x="39" y="15"/>
                    <a:pt x="52" y="9"/>
                    <a:pt x="56" y="0"/>
                  </a:cubicBezTo>
                  <a:cubicBezTo>
                    <a:pt x="46" y="6"/>
                    <a:pt x="37" y="13"/>
                    <a:pt x="27" y="21"/>
                  </a:cubicBezTo>
                  <a:cubicBezTo>
                    <a:pt x="20" y="27"/>
                    <a:pt x="14" y="35"/>
                    <a:pt x="6" y="40"/>
                  </a:cubicBezTo>
                  <a:cubicBezTo>
                    <a:pt x="5" y="34"/>
                    <a:pt x="6" y="27"/>
                    <a:pt x="5" y="21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1" name="Freeform 4638">
              <a:extLst>
                <a:ext uri="{FF2B5EF4-FFF2-40B4-BE49-F238E27FC236}">
                  <a16:creationId xmlns:a16="http://schemas.microsoft.com/office/drawing/2014/main" id="{8CBECFBA-9084-468F-953C-103E04159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271"/>
              <a:ext cx="37" cy="84"/>
            </a:xfrm>
            <a:custGeom>
              <a:avLst/>
              <a:gdLst>
                <a:gd name="T0" fmla="*/ 65 w 28"/>
                <a:gd name="T1" fmla="*/ 0 h 64"/>
                <a:gd name="T2" fmla="*/ 7 w 28"/>
                <a:gd name="T3" fmla="*/ 51 h 64"/>
                <a:gd name="T4" fmla="*/ 16 w 28"/>
                <a:gd name="T5" fmla="*/ 144 h 64"/>
                <a:gd name="T6" fmla="*/ 21 w 28"/>
                <a:gd name="T7" fmla="*/ 66 h 64"/>
                <a:gd name="T8" fmla="*/ 59 w 28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4">
                  <a:moveTo>
                    <a:pt x="28" y="0"/>
                  </a:moveTo>
                  <a:cubicBezTo>
                    <a:pt x="18" y="6"/>
                    <a:pt x="6" y="10"/>
                    <a:pt x="3" y="23"/>
                  </a:cubicBezTo>
                  <a:cubicBezTo>
                    <a:pt x="0" y="35"/>
                    <a:pt x="1" y="53"/>
                    <a:pt x="7" y="64"/>
                  </a:cubicBezTo>
                  <a:cubicBezTo>
                    <a:pt x="8" y="52"/>
                    <a:pt x="7" y="40"/>
                    <a:pt x="9" y="29"/>
                  </a:cubicBezTo>
                  <a:cubicBezTo>
                    <a:pt x="12" y="16"/>
                    <a:pt x="19" y="9"/>
                    <a:pt x="26" y="0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2" name="Freeform 4639">
              <a:extLst>
                <a:ext uri="{FF2B5EF4-FFF2-40B4-BE49-F238E27FC236}">
                  <a16:creationId xmlns:a16="http://schemas.microsoft.com/office/drawing/2014/main" id="{54C676B3-AC11-4BBE-AFD1-52C90DB98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2415"/>
              <a:ext cx="57" cy="61"/>
            </a:xfrm>
            <a:custGeom>
              <a:avLst/>
              <a:gdLst>
                <a:gd name="T0" fmla="*/ 8 w 44"/>
                <a:gd name="T1" fmla="*/ 0 h 47"/>
                <a:gd name="T2" fmla="*/ 17 w 44"/>
                <a:gd name="T3" fmla="*/ 29 h 47"/>
                <a:gd name="T4" fmla="*/ 32 w 44"/>
                <a:gd name="T5" fmla="*/ 79 h 47"/>
                <a:gd name="T6" fmla="*/ 53 w 44"/>
                <a:gd name="T7" fmla="*/ 73 h 47"/>
                <a:gd name="T8" fmla="*/ 96 w 44"/>
                <a:gd name="T9" fmla="*/ 32 h 47"/>
                <a:gd name="T10" fmla="*/ 45 w 44"/>
                <a:gd name="T11" fmla="*/ 39 h 47"/>
                <a:gd name="T12" fmla="*/ 8 w 44"/>
                <a:gd name="T13" fmla="*/ 1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7">
                  <a:moveTo>
                    <a:pt x="4" y="0"/>
                  </a:moveTo>
                  <a:cubicBezTo>
                    <a:pt x="0" y="3"/>
                    <a:pt x="6" y="10"/>
                    <a:pt x="8" y="13"/>
                  </a:cubicBezTo>
                  <a:cubicBezTo>
                    <a:pt x="12" y="21"/>
                    <a:pt x="12" y="28"/>
                    <a:pt x="15" y="36"/>
                  </a:cubicBezTo>
                  <a:cubicBezTo>
                    <a:pt x="20" y="47"/>
                    <a:pt x="21" y="40"/>
                    <a:pt x="25" y="33"/>
                  </a:cubicBezTo>
                  <a:cubicBezTo>
                    <a:pt x="30" y="25"/>
                    <a:pt x="38" y="21"/>
                    <a:pt x="44" y="15"/>
                  </a:cubicBezTo>
                  <a:cubicBezTo>
                    <a:pt x="35" y="18"/>
                    <a:pt x="30" y="21"/>
                    <a:pt x="21" y="18"/>
                  </a:cubicBezTo>
                  <a:cubicBezTo>
                    <a:pt x="15" y="15"/>
                    <a:pt x="6" y="11"/>
                    <a:pt x="4" y="5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3" name="Freeform 4640">
              <a:extLst>
                <a:ext uri="{FF2B5EF4-FFF2-40B4-BE49-F238E27FC236}">
                  <a16:creationId xmlns:a16="http://schemas.microsoft.com/office/drawing/2014/main" id="{614A3F33-D050-479D-9D16-0C1F22637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160"/>
              <a:ext cx="32" cy="83"/>
            </a:xfrm>
            <a:custGeom>
              <a:avLst/>
              <a:gdLst>
                <a:gd name="T0" fmla="*/ 52 w 25"/>
                <a:gd name="T1" fmla="*/ 8 h 64"/>
                <a:gd name="T2" fmla="*/ 10 w 25"/>
                <a:gd name="T3" fmla="*/ 44 h 64"/>
                <a:gd name="T4" fmla="*/ 17 w 25"/>
                <a:gd name="T5" fmla="*/ 140 h 64"/>
                <a:gd name="T6" fmla="*/ 22 w 25"/>
                <a:gd name="T7" fmla="*/ 75 h 64"/>
                <a:gd name="T8" fmla="*/ 46 w 25"/>
                <a:gd name="T9" fmla="*/ 16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4">
                  <a:moveTo>
                    <a:pt x="25" y="4"/>
                  </a:moveTo>
                  <a:cubicBezTo>
                    <a:pt x="17" y="0"/>
                    <a:pt x="7" y="13"/>
                    <a:pt x="5" y="20"/>
                  </a:cubicBezTo>
                  <a:cubicBezTo>
                    <a:pt x="1" y="31"/>
                    <a:pt x="0" y="55"/>
                    <a:pt x="8" y="64"/>
                  </a:cubicBezTo>
                  <a:cubicBezTo>
                    <a:pt x="8" y="54"/>
                    <a:pt x="8" y="45"/>
                    <a:pt x="10" y="35"/>
                  </a:cubicBezTo>
                  <a:cubicBezTo>
                    <a:pt x="11" y="28"/>
                    <a:pt x="15" y="11"/>
                    <a:pt x="22" y="7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4" name="Freeform 4641">
              <a:extLst>
                <a:ext uri="{FF2B5EF4-FFF2-40B4-BE49-F238E27FC236}">
                  <a16:creationId xmlns:a16="http://schemas.microsoft.com/office/drawing/2014/main" id="{627EFE3F-6ECC-4A3A-8FE4-83C734BA0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2186"/>
              <a:ext cx="32" cy="67"/>
            </a:xfrm>
            <a:custGeom>
              <a:avLst/>
              <a:gdLst>
                <a:gd name="T0" fmla="*/ 52 w 25"/>
                <a:gd name="T1" fmla="*/ 5 h 52"/>
                <a:gd name="T2" fmla="*/ 8 w 25"/>
                <a:gd name="T3" fmla="*/ 46 h 52"/>
                <a:gd name="T4" fmla="*/ 19 w 25"/>
                <a:gd name="T5" fmla="*/ 111 h 52"/>
                <a:gd name="T6" fmla="*/ 47 w 25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2">
                  <a:moveTo>
                    <a:pt x="25" y="2"/>
                  </a:moveTo>
                  <a:cubicBezTo>
                    <a:pt x="18" y="9"/>
                    <a:pt x="8" y="11"/>
                    <a:pt x="4" y="22"/>
                  </a:cubicBezTo>
                  <a:cubicBezTo>
                    <a:pt x="0" y="33"/>
                    <a:pt x="5" y="42"/>
                    <a:pt x="9" y="52"/>
                  </a:cubicBezTo>
                  <a:cubicBezTo>
                    <a:pt x="4" y="33"/>
                    <a:pt x="11" y="14"/>
                    <a:pt x="23" y="0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5" name="Freeform 4642">
              <a:extLst>
                <a:ext uri="{FF2B5EF4-FFF2-40B4-BE49-F238E27FC236}">
                  <a16:creationId xmlns:a16="http://schemas.microsoft.com/office/drawing/2014/main" id="{495D5901-192D-4D82-815D-AE58846D9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092"/>
              <a:ext cx="40" cy="77"/>
            </a:xfrm>
            <a:custGeom>
              <a:avLst/>
              <a:gdLst>
                <a:gd name="T0" fmla="*/ 45 w 31"/>
                <a:gd name="T1" fmla="*/ 0 h 59"/>
                <a:gd name="T2" fmla="*/ 53 w 31"/>
                <a:gd name="T3" fmla="*/ 97 h 59"/>
                <a:gd name="T4" fmla="*/ 6 w 31"/>
                <a:gd name="T5" fmla="*/ 131 h 59"/>
                <a:gd name="T6" fmla="*/ 32 w 31"/>
                <a:gd name="T7" fmla="*/ 91 h 59"/>
                <a:gd name="T8" fmla="*/ 46 w 31"/>
                <a:gd name="T9" fmla="*/ 1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9">
                  <a:moveTo>
                    <a:pt x="21" y="0"/>
                  </a:moveTo>
                  <a:cubicBezTo>
                    <a:pt x="22" y="13"/>
                    <a:pt x="31" y="33"/>
                    <a:pt x="25" y="44"/>
                  </a:cubicBezTo>
                  <a:cubicBezTo>
                    <a:pt x="21" y="53"/>
                    <a:pt x="11" y="56"/>
                    <a:pt x="3" y="59"/>
                  </a:cubicBezTo>
                  <a:cubicBezTo>
                    <a:pt x="0" y="51"/>
                    <a:pt x="11" y="47"/>
                    <a:pt x="15" y="41"/>
                  </a:cubicBezTo>
                  <a:cubicBezTo>
                    <a:pt x="20" y="33"/>
                    <a:pt x="24" y="18"/>
                    <a:pt x="22" y="8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6" name="Freeform 4643">
              <a:extLst>
                <a:ext uri="{FF2B5EF4-FFF2-40B4-BE49-F238E27FC236}">
                  <a16:creationId xmlns:a16="http://schemas.microsoft.com/office/drawing/2014/main" id="{23A12BAE-5E39-4EA8-BEEB-161238353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1938"/>
              <a:ext cx="40" cy="71"/>
            </a:xfrm>
            <a:custGeom>
              <a:avLst/>
              <a:gdLst>
                <a:gd name="T0" fmla="*/ 50 w 31"/>
                <a:gd name="T1" fmla="*/ 1 h 54"/>
                <a:gd name="T2" fmla="*/ 0 w 31"/>
                <a:gd name="T3" fmla="*/ 122 h 54"/>
                <a:gd name="T4" fmla="*/ 57 w 31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4">
                  <a:moveTo>
                    <a:pt x="23" y="1"/>
                  </a:moveTo>
                  <a:cubicBezTo>
                    <a:pt x="31" y="23"/>
                    <a:pt x="14" y="38"/>
                    <a:pt x="0" y="54"/>
                  </a:cubicBezTo>
                  <a:cubicBezTo>
                    <a:pt x="3" y="34"/>
                    <a:pt x="25" y="20"/>
                    <a:pt x="26" y="0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7" name="Freeform 4644">
              <a:extLst>
                <a:ext uri="{FF2B5EF4-FFF2-40B4-BE49-F238E27FC236}">
                  <a16:creationId xmlns:a16="http://schemas.microsoft.com/office/drawing/2014/main" id="{DCD16CB6-4798-4EB5-8B66-4E187B679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990"/>
              <a:ext cx="49" cy="58"/>
            </a:xfrm>
            <a:custGeom>
              <a:avLst/>
              <a:gdLst>
                <a:gd name="T0" fmla="*/ 0 w 37"/>
                <a:gd name="T1" fmla="*/ 44 h 44"/>
                <a:gd name="T2" fmla="*/ 53 w 37"/>
                <a:gd name="T3" fmla="*/ 12 h 44"/>
                <a:gd name="T4" fmla="*/ 85 w 37"/>
                <a:gd name="T5" fmla="*/ 100 h 44"/>
                <a:gd name="T6" fmla="*/ 16 w 37"/>
                <a:gd name="T7" fmla="*/ 2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4">
                  <a:moveTo>
                    <a:pt x="0" y="19"/>
                  </a:moveTo>
                  <a:cubicBezTo>
                    <a:pt x="1" y="11"/>
                    <a:pt x="14" y="0"/>
                    <a:pt x="23" y="5"/>
                  </a:cubicBezTo>
                  <a:cubicBezTo>
                    <a:pt x="30" y="10"/>
                    <a:pt x="37" y="36"/>
                    <a:pt x="36" y="44"/>
                  </a:cubicBezTo>
                  <a:cubicBezTo>
                    <a:pt x="30" y="32"/>
                    <a:pt x="23" y="11"/>
                    <a:pt x="7" y="9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8" name="Freeform 4645">
              <a:extLst>
                <a:ext uri="{FF2B5EF4-FFF2-40B4-BE49-F238E27FC236}">
                  <a16:creationId xmlns:a16="http://schemas.microsoft.com/office/drawing/2014/main" id="{AAFE2F74-443C-4AA9-8F51-F5BCD2D07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2131"/>
              <a:ext cx="28" cy="68"/>
            </a:xfrm>
            <a:custGeom>
              <a:avLst/>
              <a:gdLst>
                <a:gd name="T0" fmla="*/ 46 w 22"/>
                <a:gd name="T1" fmla="*/ 0 h 52"/>
                <a:gd name="T2" fmla="*/ 18 w 22"/>
                <a:gd name="T3" fmla="*/ 116 h 52"/>
                <a:gd name="T4" fmla="*/ 18 w 22"/>
                <a:gd name="T5" fmla="*/ 76 h 52"/>
                <a:gd name="T6" fmla="*/ 37 w 22"/>
                <a:gd name="T7" fmla="*/ 13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2">
                  <a:moveTo>
                    <a:pt x="22" y="0"/>
                  </a:moveTo>
                  <a:cubicBezTo>
                    <a:pt x="2" y="12"/>
                    <a:pt x="0" y="33"/>
                    <a:pt x="9" y="52"/>
                  </a:cubicBezTo>
                  <a:cubicBezTo>
                    <a:pt x="11" y="46"/>
                    <a:pt x="9" y="40"/>
                    <a:pt x="9" y="34"/>
                  </a:cubicBezTo>
                  <a:cubicBezTo>
                    <a:pt x="9" y="24"/>
                    <a:pt x="12" y="14"/>
                    <a:pt x="18" y="6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9" name="Freeform 4646">
              <a:extLst>
                <a:ext uri="{FF2B5EF4-FFF2-40B4-BE49-F238E27FC236}">
                  <a16:creationId xmlns:a16="http://schemas.microsoft.com/office/drawing/2014/main" id="{4B481A17-D463-439C-AEFE-EC0E2D928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2001"/>
              <a:ext cx="25" cy="87"/>
            </a:xfrm>
            <a:custGeom>
              <a:avLst/>
              <a:gdLst>
                <a:gd name="T0" fmla="*/ 43 w 19"/>
                <a:gd name="T1" fmla="*/ 8 h 67"/>
                <a:gd name="T2" fmla="*/ 1 w 19"/>
                <a:gd name="T3" fmla="*/ 58 h 67"/>
                <a:gd name="T4" fmla="*/ 28 w 19"/>
                <a:gd name="T5" fmla="*/ 147 h 67"/>
                <a:gd name="T6" fmla="*/ 24 w 19"/>
                <a:gd name="T7" fmla="*/ 16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7">
                  <a:moveTo>
                    <a:pt x="19" y="4"/>
                  </a:moveTo>
                  <a:cubicBezTo>
                    <a:pt x="12" y="0"/>
                    <a:pt x="2" y="21"/>
                    <a:pt x="1" y="27"/>
                  </a:cubicBezTo>
                  <a:cubicBezTo>
                    <a:pt x="0" y="39"/>
                    <a:pt x="5" y="57"/>
                    <a:pt x="12" y="67"/>
                  </a:cubicBezTo>
                  <a:cubicBezTo>
                    <a:pt x="9" y="48"/>
                    <a:pt x="0" y="25"/>
                    <a:pt x="11" y="7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0" name="Freeform 4647">
              <a:extLst>
                <a:ext uri="{FF2B5EF4-FFF2-40B4-BE49-F238E27FC236}">
                  <a16:creationId xmlns:a16="http://schemas.microsoft.com/office/drawing/2014/main" id="{9EBEDFAC-5571-413C-B723-132C45CFD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1954"/>
              <a:ext cx="18" cy="47"/>
            </a:xfrm>
            <a:custGeom>
              <a:avLst/>
              <a:gdLst>
                <a:gd name="T0" fmla="*/ 15 w 14"/>
                <a:gd name="T1" fmla="*/ 9 h 36"/>
                <a:gd name="T2" fmla="*/ 1 w 14"/>
                <a:gd name="T3" fmla="*/ 34 h 36"/>
                <a:gd name="T4" fmla="*/ 30 w 14"/>
                <a:gd name="T5" fmla="*/ 80 h 36"/>
                <a:gd name="T6" fmla="*/ 10 w 14"/>
                <a:gd name="T7" fmla="*/ 7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6">
                  <a:moveTo>
                    <a:pt x="7" y="4"/>
                  </a:moveTo>
                  <a:cubicBezTo>
                    <a:pt x="0" y="0"/>
                    <a:pt x="0" y="11"/>
                    <a:pt x="1" y="15"/>
                  </a:cubicBezTo>
                  <a:cubicBezTo>
                    <a:pt x="3" y="21"/>
                    <a:pt x="11" y="31"/>
                    <a:pt x="14" y="36"/>
                  </a:cubicBezTo>
                  <a:cubicBezTo>
                    <a:pt x="10" y="28"/>
                    <a:pt x="1" y="12"/>
                    <a:pt x="5" y="3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1" name="Freeform 4648">
              <a:extLst>
                <a:ext uri="{FF2B5EF4-FFF2-40B4-BE49-F238E27FC236}">
                  <a16:creationId xmlns:a16="http://schemas.microsoft.com/office/drawing/2014/main" id="{A6A5D9D0-2B01-43EA-9AA1-3E204F811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1876"/>
              <a:ext cx="25" cy="57"/>
            </a:xfrm>
            <a:custGeom>
              <a:avLst/>
              <a:gdLst>
                <a:gd name="T0" fmla="*/ 28 w 19"/>
                <a:gd name="T1" fmla="*/ 0 h 44"/>
                <a:gd name="T2" fmla="*/ 37 w 19"/>
                <a:gd name="T3" fmla="*/ 58 h 44"/>
                <a:gd name="T4" fmla="*/ 0 w 19"/>
                <a:gd name="T5" fmla="*/ 91 h 44"/>
                <a:gd name="T6" fmla="*/ 32 w 19"/>
                <a:gd name="T7" fmla="*/ 1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4">
                  <a:moveTo>
                    <a:pt x="12" y="0"/>
                  </a:moveTo>
                  <a:cubicBezTo>
                    <a:pt x="12" y="10"/>
                    <a:pt x="19" y="16"/>
                    <a:pt x="16" y="27"/>
                  </a:cubicBezTo>
                  <a:cubicBezTo>
                    <a:pt x="15" y="35"/>
                    <a:pt x="9" y="44"/>
                    <a:pt x="0" y="42"/>
                  </a:cubicBezTo>
                  <a:cubicBezTo>
                    <a:pt x="10" y="33"/>
                    <a:pt x="19" y="22"/>
                    <a:pt x="14" y="7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2" name="Freeform 4649">
              <a:extLst>
                <a:ext uri="{FF2B5EF4-FFF2-40B4-BE49-F238E27FC236}">
                  <a16:creationId xmlns:a16="http://schemas.microsoft.com/office/drawing/2014/main" id="{377CEDE6-6D99-4A9D-8500-F20542CC2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3" y="1872"/>
              <a:ext cx="23" cy="66"/>
            </a:xfrm>
            <a:custGeom>
              <a:avLst/>
              <a:gdLst>
                <a:gd name="T0" fmla="*/ 37 w 18"/>
                <a:gd name="T1" fmla="*/ 1 h 51"/>
                <a:gd name="T2" fmla="*/ 1 w 18"/>
                <a:gd name="T3" fmla="*/ 32 h 51"/>
                <a:gd name="T4" fmla="*/ 13 w 18"/>
                <a:gd name="T5" fmla="*/ 75 h 51"/>
                <a:gd name="T6" fmla="*/ 29 w 18"/>
                <a:gd name="T7" fmla="*/ 110 h 51"/>
                <a:gd name="T8" fmla="*/ 33 w 18"/>
                <a:gd name="T9" fmla="*/ 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1">
                  <a:moveTo>
                    <a:pt x="18" y="1"/>
                  </a:moveTo>
                  <a:cubicBezTo>
                    <a:pt x="11" y="0"/>
                    <a:pt x="1" y="8"/>
                    <a:pt x="1" y="15"/>
                  </a:cubicBezTo>
                  <a:cubicBezTo>
                    <a:pt x="0" y="22"/>
                    <a:pt x="4" y="29"/>
                    <a:pt x="6" y="35"/>
                  </a:cubicBezTo>
                  <a:cubicBezTo>
                    <a:pt x="8" y="40"/>
                    <a:pt x="10" y="48"/>
                    <a:pt x="14" y="51"/>
                  </a:cubicBezTo>
                  <a:cubicBezTo>
                    <a:pt x="6" y="36"/>
                    <a:pt x="10" y="18"/>
                    <a:pt x="16" y="3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3" name="Freeform 4650">
              <a:extLst>
                <a:ext uri="{FF2B5EF4-FFF2-40B4-BE49-F238E27FC236}">
                  <a16:creationId xmlns:a16="http://schemas.microsoft.com/office/drawing/2014/main" id="{B28D6426-2CC2-47B9-B18D-6B703C6D9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2" y="1777"/>
              <a:ext cx="21" cy="47"/>
            </a:xfrm>
            <a:custGeom>
              <a:avLst/>
              <a:gdLst>
                <a:gd name="T0" fmla="*/ 1 w 16"/>
                <a:gd name="T1" fmla="*/ 0 h 36"/>
                <a:gd name="T2" fmla="*/ 14 w 16"/>
                <a:gd name="T3" fmla="*/ 80 h 36"/>
                <a:gd name="T4" fmla="*/ 37 w 16"/>
                <a:gd name="T5" fmla="*/ 60 h 36"/>
                <a:gd name="T6" fmla="*/ 5 w 16"/>
                <a:gd name="T7" fmla="*/ 2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6">
                  <a:moveTo>
                    <a:pt x="1" y="0"/>
                  </a:moveTo>
                  <a:cubicBezTo>
                    <a:pt x="2" y="10"/>
                    <a:pt x="0" y="27"/>
                    <a:pt x="6" y="36"/>
                  </a:cubicBezTo>
                  <a:cubicBezTo>
                    <a:pt x="10" y="33"/>
                    <a:pt x="13" y="30"/>
                    <a:pt x="16" y="27"/>
                  </a:cubicBezTo>
                  <a:cubicBezTo>
                    <a:pt x="9" y="23"/>
                    <a:pt x="3" y="18"/>
                    <a:pt x="2" y="10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4" name="Freeform 4651">
              <a:extLst>
                <a:ext uri="{FF2B5EF4-FFF2-40B4-BE49-F238E27FC236}">
                  <a16:creationId xmlns:a16="http://schemas.microsoft.com/office/drawing/2014/main" id="{DF50C00C-FBD7-458F-88A7-454B64887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6" y="1685"/>
              <a:ext cx="30" cy="31"/>
            </a:xfrm>
            <a:custGeom>
              <a:avLst/>
              <a:gdLst>
                <a:gd name="T0" fmla="*/ 12 w 23"/>
                <a:gd name="T1" fmla="*/ 0 h 24"/>
                <a:gd name="T2" fmla="*/ 22 w 23"/>
                <a:gd name="T3" fmla="*/ 52 h 24"/>
                <a:gd name="T4" fmla="*/ 51 w 23"/>
                <a:gd name="T5" fmla="*/ 30 h 24"/>
                <a:gd name="T6" fmla="*/ 12 w 23"/>
                <a:gd name="T7" fmla="*/ 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5" y="0"/>
                  </a:moveTo>
                  <a:cubicBezTo>
                    <a:pt x="5" y="6"/>
                    <a:pt x="0" y="24"/>
                    <a:pt x="10" y="24"/>
                  </a:cubicBezTo>
                  <a:cubicBezTo>
                    <a:pt x="14" y="24"/>
                    <a:pt x="20" y="17"/>
                    <a:pt x="23" y="14"/>
                  </a:cubicBezTo>
                  <a:cubicBezTo>
                    <a:pt x="15" y="12"/>
                    <a:pt x="5" y="15"/>
                    <a:pt x="5" y="2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5" name="Freeform 4652">
              <a:extLst>
                <a:ext uri="{FF2B5EF4-FFF2-40B4-BE49-F238E27FC236}">
                  <a16:creationId xmlns:a16="http://schemas.microsoft.com/office/drawing/2014/main" id="{D9B62036-D015-4C94-A046-45490803B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2" y="1773"/>
              <a:ext cx="37" cy="94"/>
            </a:xfrm>
            <a:custGeom>
              <a:avLst/>
              <a:gdLst>
                <a:gd name="T0" fmla="*/ 24 w 29"/>
                <a:gd name="T1" fmla="*/ 12 h 72"/>
                <a:gd name="T2" fmla="*/ 10 w 29"/>
                <a:gd name="T3" fmla="*/ 22 h 72"/>
                <a:gd name="T4" fmla="*/ 10 w 29"/>
                <a:gd name="T5" fmla="*/ 78 h 72"/>
                <a:gd name="T6" fmla="*/ 60 w 29"/>
                <a:gd name="T7" fmla="*/ 161 h 72"/>
                <a:gd name="T8" fmla="*/ 33 w 29"/>
                <a:gd name="T9" fmla="*/ 104 h 72"/>
                <a:gd name="T10" fmla="*/ 23 w 29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72">
                  <a:moveTo>
                    <a:pt x="12" y="5"/>
                  </a:moveTo>
                  <a:cubicBezTo>
                    <a:pt x="8" y="3"/>
                    <a:pt x="6" y="7"/>
                    <a:pt x="5" y="10"/>
                  </a:cubicBezTo>
                  <a:cubicBezTo>
                    <a:pt x="0" y="19"/>
                    <a:pt x="2" y="27"/>
                    <a:pt x="5" y="35"/>
                  </a:cubicBezTo>
                  <a:cubicBezTo>
                    <a:pt x="11" y="49"/>
                    <a:pt x="21" y="60"/>
                    <a:pt x="29" y="72"/>
                  </a:cubicBezTo>
                  <a:cubicBezTo>
                    <a:pt x="29" y="64"/>
                    <a:pt x="19" y="54"/>
                    <a:pt x="16" y="47"/>
                  </a:cubicBezTo>
                  <a:cubicBezTo>
                    <a:pt x="8" y="32"/>
                    <a:pt x="6" y="16"/>
                    <a:pt x="11" y="0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6" name="Freeform 4653">
              <a:extLst>
                <a:ext uri="{FF2B5EF4-FFF2-40B4-BE49-F238E27FC236}">
                  <a16:creationId xmlns:a16="http://schemas.microsoft.com/office/drawing/2014/main" id="{3F5EFC29-3391-4403-BEF0-9F3B890C4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1" y="1730"/>
              <a:ext cx="40" cy="43"/>
            </a:xfrm>
            <a:custGeom>
              <a:avLst/>
              <a:gdLst>
                <a:gd name="T0" fmla="*/ 6 w 31"/>
                <a:gd name="T1" fmla="*/ 5 h 33"/>
                <a:gd name="T2" fmla="*/ 28 w 31"/>
                <a:gd name="T3" fmla="*/ 52 h 33"/>
                <a:gd name="T4" fmla="*/ 57 w 31"/>
                <a:gd name="T5" fmla="*/ 16 h 33"/>
                <a:gd name="T6" fmla="*/ 67 w 31"/>
                <a:gd name="T7" fmla="*/ 0 h 33"/>
                <a:gd name="T8" fmla="*/ 5 w 31"/>
                <a:gd name="T9" fmla="*/ 2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3" y="2"/>
                  </a:moveTo>
                  <a:cubicBezTo>
                    <a:pt x="3" y="8"/>
                    <a:pt x="0" y="33"/>
                    <a:pt x="13" y="24"/>
                  </a:cubicBezTo>
                  <a:cubicBezTo>
                    <a:pt x="19" y="20"/>
                    <a:pt x="22" y="12"/>
                    <a:pt x="26" y="7"/>
                  </a:cubicBezTo>
                  <a:cubicBezTo>
                    <a:pt x="27" y="5"/>
                    <a:pt x="30" y="2"/>
                    <a:pt x="31" y="0"/>
                  </a:cubicBezTo>
                  <a:cubicBezTo>
                    <a:pt x="20" y="2"/>
                    <a:pt x="11" y="28"/>
                    <a:pt x="2" y="9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7" name="Freeform 4654">
              <a:extLst>
                <a:ext uri="{FF2B5EF4-FFF2-40B4-BE49-F238E27FC236}">
                  <a16:creationId xmlns:a16="http://schemas.microsoft.com/office/drawing/2014/main" id="{E390CCA5-CDD7-42A1-A96E-9A98F3682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7" y="1808"/>
              <a:ext cx="39" cy="64"/>
            </a:xfrm>
            <a:custGeom>
              <a:avLst/>
              <a:gdLst>
                <a:gd name="T0" fmla="*/ 22 w 30"/>
                <a:gd name="T1" fmla="*/ 0 h 49"/>
                <a:gd name="T2" fmla="*/ 23 w 30"/>
                <a:gd name="T3" fmla="*/ 56 h 49"/>
                <a:gd name="T4" fmla="*/ 52 w 30"/>
                <a:gd name="T5" fmla="*/ 110 h 49"/>
                <a:gd name="T6" fmla="*/ 60 w 30"/>
                <a:gd name="T7" fmla="*/ 73 h 49"/>
                <a:gd name="T8" fmla="*/ 38 w 30"/>
                <a:gd name="T9" fmla="*/ 60 h 49"/>
                <a:gd name="T10" fmla="*/ 16 w 30"/>
                <a:gd name="T11" fmla="*/ 24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9">
                  <a:moveTo>
                    <a:pt x="10" y="0"/>
                  </a:moveTo>
                  <a:cubicBezTo>
                    <a:pt x="0" y="2"/>
                    <a:pt x="8" y="20"/>
                    <a:pt x="11" y="25"/>
                  </a:cubicBezTo>
                  <a:cubicBezTo>
                    <a:pt x="14" y="30"/>
                    <a:pt x="17" y="48"/>
                    <a:pt x="24" y="49"/>
                  </a:cubicBezTo>
                  <a:cubicBezTo>
                    <a:pt x="24" y="44"/>
                    <a:pt x="30" y="39"/>
                    <a:pt x="27" y="33"/>
                  </a:cubicBezTo>
                  <a:cubicBezTo>
                    <a:pt x="26" y="31"/>
                    <a:pt x="19" y="29"/>
                    <a:pt x="17" y="27"/>
                  </a:cubicBezTo>
                  <a:cubicBezTo>
                    <a:pt x="12" y="23"/>
                    <a:pt x="9" y="18"/>
                    <a:pt x="7" y="11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8" name="Freeform 4655">
              <a:extLst>
                <a:ext uri="{FF2B5EF4-FFF2-40B4-BE49-F238E27FC236}">
                  <a16:creationId xmlns:a16="http://schemas.microsoft.com/office/drawing/2014/main" id="{74AFF57A-8298-4AA6-BF41-C8470D72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" y="1985"/>
              <a:ext cx="22" cy="34"/>
            </a:xfrm>
            <a:custGeom>
              <a:avLst/>
              <a:gdLst>
                <a:gd name="T0" fmla="*/ 0 w 17"/>
                <a:gd name="T1" fmla="*/ 0 h 26"/>
                <a:gd name="T2" fmla="*/ 10 w 17"/>
                <a:gd name="T3" fmla="*/ 58 h 26"/>
                <a:gd name="T4" fmla="*/ 36 w 17"/>
                <a:gd name="T5" fmla="*/ 27 h 26"/>
                <a:gd name="T6" fmla="*/ 6 w 17"/>
                <a:gd name="T7" fmla="*/ 1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1" y="3"/>
                    <a:pt x="3" y="25"/>
                    <a:pt x="5" y="26"/>
                  </a:cubicBezTo>
                  <a:cubicBezTo>
                    <a:pt x="8" y="26"/>
                    <a:pt x="16" y="15"/>
                    <a:pt x="17" y="12"/>
                  </a:cubicBezTo>
                  <a:cubicBezTo>
                    <a:pt x="12" y="9"/>
                    <a:pt x="4" y="19"/>
                    <a:pt x="3" y="6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9" name="Freeform 4656">
              <a:extLst>
                <a:ext uri="{FF2B5EF4-FFF2-40B4-BE49-F238E27FC236}">
                  <a16:creationId xmlns:a16="http://schemas.microsoft.com/office/drawing/2014/main" id="{A6B7993E-237E-45C5-8D7A-2BACA36F8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1933"/>
              <a:ext cx="43" cy="78"/>
            </a:xfrm>
            <a:custGeom>
              <a:avLst/>
              <a:gdLst>
                <a:gd name="T0" fmla="*/ 52 w 33"/>
                <a:gd name="T1" fmla="*/ 0 h 60"/>
                <a:gd name="T2" fmla="*/ 68 w 33"/>
                <a:gd name="T3" fmla="*/ 73 h 60"/>
                <a:gd name="T4" fmla="*/ 0 w 33"/>
                <a:gd name="T5" fmla="*/ 131 h 60"/>
                <a:gd name="T6" fmla="*/ 34 w 33"/>
                <a:gd name="T7" fmla="*/ 96 h 60"/>
                <a:gd name="T8" fmla="*/ 61 w 33"/>
                <a:gd name="T9" fmla="*/ 3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0">
                  <a:moveTo>
                    <a:pt x="24" y="0"/>
                  </a:moveTo>
                  <a:cubicBezTo>
                    <a:pt x="23" y="12"/>
                    <a:pt x="33" y="21"/>
                    <a:pt x="31" y="33"/>
                  </a:cubicBezTo>
                  <a:cubicBezTo>
                    <a:pt x="28" y="45"/>
                    <a:pt x="11" y="57"/>
                    <a:pt x="0" y="60"/>
                  </a:cubicBezTo>
                  <a:cubicBezTo>
                    <a:pt x="1" y="54"/>
                    <a:pt x="10" y="48"/>
                    <a:pt x="15" y="44"/>
                  </a:cubicBezTo>
                  <a:cubicBezTo>
                    <a:pt x="22" y="35"/>
                    <a:pt x="29" y="26"/>
                    <a:pt x="28" y="14"/>
                  </a:cubicBezTo>
                </a:path>
              </a:pathLst>
            </a:custGeom>
            <a:solidFill>
              <a:srgbClr val="E0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0" name="Freeform 4657">
              <a:extLst>
                <a:ext uri="{FF2B5EF4-FFF2-40B4-BE49-F238E27FC236}">
                  <a16:creationId xmlns:a16="http://schemas.microsoft.com/office/drawing/2014/main" id="{9D3F4ACB-64CD-4078-B719-68ED44CC4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699"/>
              <a:ext cx="75" cy="121"/>
            </a:xfrm>
            <a:custGeom>
              <a:avLst/>
              <a:gdLst>
                <a:gd name="T0" fmla="*/ 0 w 57"/>
                <a:gd name="T1" fmla="*/ 0 h 93"/>
                <a:gd name="T2" fmla="*/ 66 w 57"/>
                <a:gd name="T3" fmla="*/ 105 h 93"/>
                <a:gd name="T4" fmla="*/ 130 w 57"/>
                <a:gd name="T5" fmla="*/ 204 h 93"/>
                <a:gd name="T6" fmla="*/ 14 w 57"/>
                <a:gd name="T7" fmla="*/ 16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93">
                  <a:moveTo>
                    <a:pt x="0" y="0"/>
                  </a:moveTo>
                  <a:cubicBezTo>
                    <a:pt x="10" y="16"/>
                    <a:pt x="19" y="32"/>
                    <a:pt x="29" y="48"/>
                  </a:cubicBezTo>
                  <a:cubicBezTo>
                    <a:pt x="36" y="61"/>
                    <a:pt x="44" y="86"/>
                    <a:pt x="57" y="93"/>
                  </a:cubicBezTo>
                  <a:cubicBezTo>
                    <a:pt x="46" y="63"/>
                    <a:pt x="28" y="30"/>
                    <a:pt x="6" y="7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1" name="Freeform 4658">
              <a:extLst>
                <a:ext uri="{FF2B5EF4-FFF2-40B4-BE49-F238E27FC236}">
                  <a16:creationId xmlns:a16="http://schemas.microsoft.com/office/drawing/2014/main" id="{714A748A-1747-4A24-924F-E547465F2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921"/>
              <a:ext cx="157" cy="125"/>
            </a:xfrm>
            <a:custGeom>
              <a:avLst/>
              <a:gdLst>
                <a:gd name="T0" fmla="*/ 0 w 121"/>
                <a:gd name="T1" fmla="*/ 0 h 96"/>
                <a:gd name="T2" fmla="*/ 265 w 121"/>
                <a:gd name="T3" fmla="*/ 212 h 96"/>
                <a:gd name="T4" fmla="*/ 130 w 121"/>
                <a:gd name="T5" fmla="*/ 56 h 96"/>
                <a:gd name="T6" fmla="*/ 17 w 121"/>
                <a:gd name="T7" fmla="*/ 5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96">
                  <a:moveTo>
                    <a:pt x="0" y="0"/>
                  </a:moveTo>
                  <a:cubicBezTo>
                    <a:pt x="42" y="30"/>
                    <a:pt x="78" y="68"/>
                    <a:pt x="121" y="96"/>
                  </a:cubicBezTo>
                  <a:cubicBezTo>
                    <a:pt x="100" y="74"/>
                    <a:pt x="81" y="45"/>
                    <a:pt x="59" y="25"/>
                  </a:cubicBezTo>
                  <a:cubicBezTo>
                    <a:pt x="44" y="12"/>
                    <a:pt x="25" y="9"/>
                    <a:pt x="8" y="2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2" name="Freeform 4659">
              <a:extLst>
                <a:ext uri="{FF2B5EF4-FFF2-40B4-BE49-F238E27FC236}">
                  <a16:creationId xmlns:a16="http://schemas.microsoft.com/office/drawing/2014/main" id="{7438EA67-64DE-4894-9AA8-8D6EC03CC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802"/>
              <a:ext cx="120" cy="126"/>
            </a:xfrm>
            <a:custGeom>
              <a:avLst/>
              <a:gdLst>
                <a:gd name="T0" fmla="*/ 0 w 92"/>
                <a:gd name="T1" fmla="*/ 0 h 97"/>
                <a:gd name="T2" fmla="*/ 205 w 92"/>
                <a:gd name="T3" fmla="*/ 213 h 97"/>
                <a:gd name="T4" fmla="*/ 108 w 92"/>
                <a:gd name="T5" fmla="*/ 83 h 97"/>
                <a:gd name="T6" fmla="*/ 17 w 92"/>
                <a:gd name="T7" fmla="*/ 13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97">
                  <a:moveTo>
                    <a:pt x="0" y="0"/>
                  </a:moveTo>
                  <a:cubicBezTo>
                    <a:pt x="34" y="28"/>
                    <a:pt x="57" y="68"/>
                    <a:pt x="92" y="97"/>
                  </a:cubicBezTo>
                  <a:cubicBezTo>
                    <a:pt x="76" y="79"/>
                    <a:pt x="65" y="57"/>
                    <a:pt x="49" y="38"/>
                  </a:cubicBezTo>
                  <a:cubicBezTo>
                    <a:pt x="37" y="23"/>
                    <a:pt x="22" y="17"/>
                    <a:pt x="8" y="6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3" name="Freeform 4660">
              <a:extLst>
                <a:ext uri="{FF2B5EF4-FFF2-40B4-BE49-F238E27FC236}">
                  <a16:creationId xmlns:a16="http://schemas.microsoft.com/office/drawing/2014/main" id="{B659189D-76DB-419A-8FE3-EB4F604AF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24"/>
              <a:ext cx="127" cy="39"/>
            </a:xfrm>
            <a:custGeom>
              <a:avLst/>
              <a:gdLst>
                <a:gd name="T0" fmla="*/ 0 w 97"/>
                <a:gd name="T1" fmla="*/ 0 h 30"/>
                <a:gd name="T2" fmla="*/ 217 w 97"/>
                <a:gd name="T3" fmla="*/ 61 h 30"/>
                <a:gd name="T4" fmla="*/ 13 w 97"/>
                <a:gd name="T5" fmla="*/ 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30">
                  <a:moveTo>
                    <a:pt x="0" y="0"/>
                  </a:moveTo>
                  <a:cubicBezTo>
                    <a:pt x="34" y="0"/>
                    <a:pt x="69" y="9"/>
                    <a:pt x="97" y="28"/>
                  </a:cubicBezTo>
                  <a:cubicBezTo>
                    <a:pt x="66" y="30"/>
                    <a:pt x="37" y="6"/>
                    <a:pt x="6" y="2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4" name="Freeform 4661">
              <a:extLst>
                <a:ext uri="{FF2B5EF4-FFF2-40B4-BE49-F238E27FC236}">
                  <a16:creationId xmlns:a16="http://schemas.microsoft.com/office/drawing/2014/main" id="{A72C82AC-B23E-41ED-A32F-160BD6A8F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719"/>
              <a:ext cx="131" cy="71"/>
            </a:xfrm>
            <a:custGeom>
              <a:avLst/>
              <a:gdLst>
                <a:gd name="T0" fmla="*/ 0 w 101"/>
                <a:gd name="T1" fmla="*/ 0 h 55"/>
                <a:gd name="T2" fmla="*/ 220 w 101"/>
                <a:gd name="T3" fmla="*/ 119 h 55"/>
                <a:gd name="T4" fmla="*/ 97 w 101"/>
                <a:gd name="T5" fmla="*/ 46 h 55"/>
                <a:gd name="T6" fmla="*/ 23 w 101"/>
                <a:gd name="T7" fmla="*/ 1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55">
                  <a:moveTo>
                    <a:pt x="0" y="0"/>
                  </a:moveTo>
                  <a:cubicBezTo>
                    <a:pt x="27" y="35"/>
                    <a:pt x="59" y="44"/>
                    <a:pt x="101" y="55"/>
                  </a:cubicBezTo>
                  <a:cubicBezTo>
                    <a:pt x="84" y="42"/>
                    <a:pt x="64" y="31"/>
                    <a:pt x="45" y="22"/>
                  </a:cubicBezTo>
                  <a:cubicBezTo>
                    <a:pt x="34" y="18"/>
                    <a:pt x="18" y="18"/>
                    <a:pt x="11" y="9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5" name="Freeform 4662">
              <a:extLst>
                <a:ext uri="{FF2B5EF4-FFF2-40B4-BE49-F238E27FC236}">
                  <a16:creationId xmlns:a16="http://schemas.microsoft.com/office/drawing/2014/main" id="{7038E60B-BAC4-4C1F-AB7F-1CD3C976B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633"/>
              <a:ext cx="145" cy="52"/>
            </a:xfrm>
            <a:custGeom>
              <a:avLst/>
              <a:gdLst>
                <a:gd name="T0" fmla="*/ 0 w 111"/>
                <a:gd name="T1" fmla="*/ 0 h 40"/>
                <a:gd name="T2" fmla="*/ 140 w 111"/>
                <a:gd name="T3" fmla="*/ 57 h 40"/>
                <a:gd name="T4" fmla="*/ 247 w 111"/>
                <a:gd name="T5" fmla="*/ 88 h 40"/>
                <a:gd name="T6" fmla="*/ 9 w 111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40">
                  <a:moveTo>
                    <a:pt x="0" y="0"/>
                  </a:moveTo>
                  <a:cubicBezTo>
                    <a:pt x="7" y="15"/>
                    <a:pt x="48" y="20"/>
                    <a:pt x="63" y="26"/>
                  </a:cubicBezTo>
                  <a:cubicBezTo>
                    <a:pt x="78" y="32"/>
                    <a:pt x="95" y="35"/>
                    <a:pt x="111" y="40"/>
                  </a:cubicBezTo>
                  <a:cubicBezTo>
                    <a:pt x="74" y="30"/>
                    <a:pt x="43" y="8"/>
                    <a:pt x="4" y="9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6" name="Freeform 4663">
              <a:extLst>
                <a:ext uri="{FF2B5EF4-FFF2-40B4-BE49-F238E27FC236}">
                  <a16:creationId xmlns:a16="http://schemas.microsoft.com/office/drawing/2014/main" id="{885DEB72-CD27-4008-8CC4-CC0AB577B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644"/>
              <a:ext cx="131" cy="81"/>
            </a:xfrm>
            <a:custGeom>
              <a:avLst/>
              <a:gdLst>
                <a:gd name="T0" fmla="*/ 0 w 101"/>
                <a:gd name="T1" fmla="*/ 0 h 62"/>
                <a:gd name="T2" fmla="*/ 80 w 101"/>
                <a:gd name="T3" fmla="*/ 97 h 62"/>
                <a:gd name="T4" fmla="*/ 220 w 101"/>
                <a:gd name="T5" fmla="*/ 138 h 62"/>
                <a:gd name="T6" fmla="*/ 96 w 101"/>
                <a:gd name="T7" fmla="*/ 54 h 62"/>
                <a:gd name="T8" fmla="*/ 10 w 101"/>
                <a:gd name="T9" fmla="*/ 2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62">
                  <a:moveTo>
                    <a:pt x="0" y="0"/>
                  </a:moveTo>
                  <a:cubicBezTo>
                    <a:pt x="13" y="22"/>
                    <a:pt x="10" y="38"/>
                    <a:pt x="37" y="44"/>
                  </a:cubicBezTo>
                  <a:cubicBezTo>
                    <a:pt x="58" y="48"/>
                    <a:pt x="82" y="49"/>
                    <a:pt x="101" y="62"/>
                  </a:cubicBezTo>
                  <a:cubicBezTo>
                    <a:pt x="88" y="46"/>
                    <a:pt x="63" y="30"/>
                    <a:pt x="44" y="24"/>
                  </a:cubicBezTo>
                  <a:cubicBezTo>
                    <a:pt x="32" y="20"/>
                    <a:pt x="13" y="23"/>
                    <a:pt x="5" y="10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7" name="Freeform 4664">
              <a:extLst>
                <a:ext uri="{FF2B5EF4-FFF2-40B4-BE49-F238E27FC236}">
                  <a16:creationId xmlns:a16="http://schemas.microsoft.com/office/drawing/2014/main" id="{63A1DBFD-41FB-4906-84DB-D0DE3AD29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669"/>
              <a:ext cx="173" cy="104"/>
            </a:xfrm>
            <a:custGeom>
              <a:avLst/>
              <a:gdLst>
                <a:gd name="T0" fmla="*/ 5 w 133"/>
                <a:gd name="T1" fmla="*/ 0 h 80"/>
                <a:gd name="T2" fmla="*/ 114 w 133"/>
                <a:gd name="T3" fmla="*/ 148 h 80"/>
                <a:gd name="T4" fmla="*/ 293 w 133"/>
                <a:gd name="T5" fmla="*/ 176 h 80"/>
                <a:gd name="T6" fmla="*/ 13 w 133"/>
                <a:gd name="T7" fmla="*/ 34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80">
                  <a:moveTo>
                    <a:pt x="2" y="0"/>
                  </a:moveTo>
                  <a:cubicBezTo>
                    <a:pt x="0" y="21"/>
                    <a:pt x="34" y="62"/>
                    <a:pt x="52" y="68"/>
                  </a:cubicBezTo>
                  <a:cubicBezTo>
                    <a:pt x="77" y="77"/>
                    <a:pt x="107" y="72"/>
                    <a:pt x="133" y="80"/>
                  </a:cubicBezTo>
                  <a:cubicBezTo>
                    <a:pt x="85" y="64"/>
                    <a:pt x="47" y="40"/>
                    <a:pt x="6" y="15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8" name="Freeform 4665">
              <a:extLst>
                <a:ext uri="{FF2B5EF4-FFF2-40B4-BE49-F238E27FC236}">
                  <a16:creationId xmlns:a16="http://schemas.microsoft.com/office/drawing/2014/main" id="{505246DE-79E5-471F-A5A5-D9D1DE6B6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635"/>
              <a:ext cx="78" cy="73"/>
            </a:xfrm>
            <a:custGeom>
              <a:avLst/>
              <a:gdLst>
                <a:gd name="T0" fmla="*/ 0 w 60"/>
                <a:gd name="T1" fmla="*/ 86 h 56"/>
                <a:gd name="T2" fmla="*/ 131 w 60"/>
                <a:gd name="T3" fmla="*/ 119 h 56"/>
                <a:gd name="T4" fmla="*/ 74 w 60"/>
                <a:gd name="T5" fmla="*/ 63 h 56"/>
                <a:gd name="T6" fmla="*/ 9 w 60"/>
                <a:gd name="T7" fmla="*/ 0 h 56"/>
                <a:gd name="T8" fmla="*/ 43 w 60"/>
                <a:gd name="T9" fmla="*/ 74 h 56"/>
                <a:gd name="T10" fmla="*/ 5 w 60"/>
                <a:gd name="T11" fmla="*/ 85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6">
                  <a:moveTo>
                    <a:pt x="0" y="39"/>
                  </a:moveTo>
                  <a:cubicBezTo>
                    <a:pt x="20" y="42"/>
                    <a:pt x="40" y="56"/>
                    <a:pt x="60" y="54"/>
                  </a:cubicBezTo>
                  <a:cubicBezTo>
                    <a:pt x="60" y="43"/>
                    <a:pt x="42" y="35"/>
                    <a:pt x="34" y="28"/>
                  </a:cubicBezTo>
                  <a:cubicBezTo>
                    <a:pt x="25" y="20"/>
                    <a:pt x="16" y="1"/>
                    <a:pt x="4" y="0"/>
                  </a:cubicBezTo>
                  <a:cubicBezTo>
                    <a:pt x="4" y="14"/>
                    <a:pt x="17" y="21"/>
                    <a:pt x="19" y="34"/>
                  </a:cubicBezTo>
                  <a:cubicBezTo>
                    <a:pt x="14" y="37"/>
                    <a:pt x="8" y="38"/>
                    <a:pt x="2" y="38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9" name="Freeform 4666">
              <a:extLst>
                <a:ext uri="{FF2B5EF4-FFF2-40B4-BE49-F238E27FC236}">
                  <a16:creationId xmlns:a16="http://schemas.microsoft.com/office/drawing/2014/main" id="{97102710-B75C-4942-B1D8-B784E9BA5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755"/>
              <a:ext cx="87" cy="78"/>
            </a:xfrm>
            <a:custGeom>
              <a:avLst/>
              <a:gdLst>
                <a:gd name="T0" fmla="*/ 0 w 67"/>
                <a:gd name="T1" fmla="*/ 100 h 60"/>
                <a:gd name="T2" fmla="*/ 147 w 67"/>
                <a:gd name="T3" fmla="*/ 124 h 60"/>
                <a:gd name="T4" fmla="*/ 88 w 67"/>
                <a:gd name="T5" fmla="*/ 61 h 60"/>
                <a:gd name="T6" fmla="*/ 13 w 67"/>
                <a:gd name="T7" fmla="*/ 0 h 60"/>
                <a:gd name="T8" fmla="*/ 16 w 67"/>
                <a:gd name="T9" fmla="*/ 9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0">
                  <a:moveTo>
                    <a:pt x="0" y="45"/>
                  </a:moveTo>
                  <a:cubicBezTo>
                    <a:pt x="23" y="44"/>
                    <a:pt x="44" y="60"/>
                    <a:pt x="67" y="56"/>
                  </a:cubicBezTo>
                  <a:cubicBezTo>
                    <a:pt x="67" y="48"/>
                    <a:pt x="47" y="36"/>
                    <a:pt x="40" y="28"/>
                  </a:cubicBezTo>
                  <a:cubicBezTo>
                    <a:pt x="31" y="19"/>
                    <a:pt x="20" y="0"/>
                    <a:pt x="6" y="0"/>
                  </a:cubicBezTo>
                  <a:cubicBezTo>
                    <a:pt x="8" y="15"/>
                    <a:pt x="43" y="46"/>
                    <a:pt x="7" y="43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0" name="Freeform 4667">
              <a:extLst>
                <a:ext uri="{FF2B5EF4-FFF2-40B4-BE49-F238E27FC236}">
                  <a16:creationId xmlns:a16="http://schemas.microsoft.com/office/drawing/2014/main" id="{24E53FB6-20C4-4BA9-A9C3-BAF9DCBF2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996"/>
              <a:ext cx="74" cy="33"/>
            </a:xfrm>
            <a:custGeom>
              <a:avLst/>
              <a:gdLst>
                <a:gd name="T0" fmla="*/ 55 w 57"/>
                <a:gd name="T1" fmla="*/ 53 h 26"/>
                <a:gd name="T2" fmla="*/ 0 w 57"/>
                <a:gd name="T3" fmla="*/ 5 h 26"/>
                <a:gd name="T4" fmla="*/ 125 w 57"/>
                <a:gd name="T5" fmla="*/ 22 h 26"/>
                <a:gd name="T6" fmla="*/ 51 w 57"/>
                <a:gd name="T7" fmla="*/ 4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6">
                  <a:moveTo>
                    <a:pt x="25" y="26"/>
                  </a:moveTo>
                  <a:cubicBezTo>
                    <a:pt x="16" y="18"/>
                    <a:pt x="2" y="14"/>
                    <a:pt x="0" y="2"/>
                  </a:cubicBezTo>
                  <a:cubicBezTo>
                    <a:pt x="18" y="0"/>
                    <a:pt x="42" y="4"/>
                    <a:pt x="57" y="10"/>
                  </a:cubicBezTo>
                  <a:cubicBezTo>
                    <a:pt x="47" y="12"/>
                    <a:pt x="25" y="9"/>
                    <a:pt x="23" y="20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1" name="Freeform 4668">
              <a:extLst>
                <a:ext uri="{FF2B5EF4-FFF2-40B4-BE49-F238E27FC236}">
                  <a16:creationId xmlns:a16="http://schemas.microsoft.com/office/drawing/2014/main" id="{08DFEEA2-066F-44B8-BDE1-BC6A1AED5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951"/>
              <a:ext cx="133" cy="54"/>
            </a:xfrm>
            <a:custGeom>
              <a:avLst/>
              <a:gdLst>
                <a:gd name="T0" fmla="*/ 78 w 102"/>
                <a:gd name="T1" fmla="*/ 94 h 41"/>
                <a:gd name="T2" fmla="*/ 0 w 102"/>
                <a:gd name="T3" fmla="*/ 9 h 41"/>
                <a:gd name="T4" fmla="*/ 226 w 102"/>
                <a:gd name="T5" fmla="*/ 49 h 41"/>
                <a:gd name="T6" fmla="*/ 57 w 102"/>
                <a:gd name="T7" fmla="*/ 57 h 41"/>
                <a:gd name="T8" fmla="*/ 67 w 102"/>
                <a:gd name="T9" fmla="*/ 9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1">
                  <a:moveTo>
                    <a:pt x="35" y="41"/>
                  </a:moveTo>
                  <a:cubicBezTo>
                    <a:pt x="25" y="35"/>
                    <a:pt x="3" y="15"/>
                    <a:pt x="0" y="4"/>
                  </a:cubicBezTo>
                  <a:cubicBezTo>
                    <a:pt x="25" y="0"/>
                    <a:pt x="80" y="8"/>
                    <a:pt x="102" y="21"/>
                  </a:cubicBezTo>
                  <a:cubicBezTo>
                    <a:pt x="78" y="27"/>
                    <a:pt x="49" y="16"/>
                    <a:pt x="26" y="25"/>
                  </a:cubicBezTo>
                  <a:cubicBezTo>
                    <a:pt x="26" y="30"/>
                    <a:pt x="27" y="37"/>
                    <a:pt x="30" y="41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2" name="Freeform 4669">
              <a:extLst>
                <a:ext uri="{FF2B5EF4-FFF2-40B4-BE49-F238E27FC236}">
                  <a16:creationId xmlns:a16="http://schemas.microsoft.com/office/drawing/2014/main" id="{2271A16E-0447-4447-9F9E-186504927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115"/>
              <a:ext cx="85" cy="45"/>
            </a:xfrm>
            <a:custGeom>
              <a:avLst/>
              <a:gdLst>
                <a:gd name="T0" fmla="*/ 0 w 65"/>
                <a:gd name="T1" fmla="*/ 0 h 34"/>
                <a:gd name="T2" fmla="*/ 145 w 65"/>
                <a:gd name="T3" fmla="*/ 79 h 34"/>
                <a:gd name="T4" fmla="*/ 7 w 65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34">
                  <a:moveTo>
                    <a:pt x="0" y="0"/>
                  </a:moveTo>
                  <a:cubicBezTo>
                    <a:pt x="19" y="11"/>
                    <a:pt x="43" y="32"/>
                    <a:pt x="65" y="34"/>
                  </a:cubicBezTo>
                  <a:cubicBezTo>
                    <a:pt x="57" y="7"/>
                    <a:pt x="24" y="16"/>
                    <a:pt x="3" y="0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3" name="Freeform 4670">
              <a:extLst>
                <a:ext uri="{FF2B5EF4-FFF2-40B4-BE49-F238E27FC236}">
                  <a16:creationId xmlns:a16="http://schemas.microsoft.com/office/drawing/2014/main" id="{513B61E9-19F0-480C-929B-9DF4EA837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823"/>
              <a:ext cx="264" cy="113"/>
            </a:xfrm>
            <a:custGeom>
              <a:avLst/>
              <a:gdLst>
                <a:gd name="T0" fmla="*/ 0 w 203"/>
                <a:gd name="T1" fmla="*/ 0 h 87"/>
                <a:gd name="T2" fmla="*/ 49 w 203"/>
                <a:gd name="T3" fmla="*/ 55 h 87"/>
                <a:gd name="T4" fmla="*/ 101 w 203"/>
                <a:gd name="T5" fmla="*/ 90 h 87"/>
                <a:gd name="T6" fmla="*/ 182 w 203"/>
                <a:gd name="T7" fmla="*/ 140 h 87"/>
                <a:gd name="T8" fmla="*/ 276 w 203"/>
                <a:gd name="T9" fmla="*/ 168 h 87"/>
                <a:gd name="T10" fmla="*/ 446 w 203"/>
                <a:gd name="T11" fmla="*/ 191 h 87"/>
                <a:gd name="T12" fmla="*/ 394 w 203"/>
                <a:gd name="T13" fmla="*/ 181 h 87"/>
                <a:gd name="T14" fmla="*/ 308 w 203"/>
                <a:gd name="T15" fmla="*/ 160 h 87"/>
                <a:gd name="T16" fmla="*/ 170 w 203"/>
                <a:gd name="T17" fmla="*/ 125 h 87"/>
                <a:gd name="T18" fmla="*/ 22 w 203"/>
                <a:gd name="T19" fmla="*/ 22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3" h="87">
                  <a:moveTo>
                    <a:pt x="0" y="0"/>
                  </a:moveTo>
                  <a:cubicBezTo>
                    <a:pt x="5" y="9"/>
                    <a:pt x="15" y="18"/>
                    <a:pt x="22" y="25"/>
                  </a:cubicBezTo>
                  <a:cubicBezTo>
                    <a:pt x="29" y="31"/>
                    <a:pt x="38" y="37"/>
                    <a:pt x="46" y="41"/>
                  </a:cubicBezTo>
                  <a:cubicBezTo>
                    <a:pt x="59" y="49"/>
                    <a:pt x="70" y="58"/>
                    <a:pt x="83" y="64"/>
                  </a:cubicBezTo>
                  <a:cubicBezTo>
                    <a:pt x="96" y="71"/>
                    <a:pt x="111" y="75"/>
                    <a:pt x="125" y="76"/>
                  </a:cubicBezTo>
                  <a:cubicBezTo>
                    <a:pt x="151" y="79"/>
                    <a:pt x="177" y="85"/>
                    <a:pt x="203" y="87"/>
                  </a:cubicBezTo>
                  <a:cubicBezTo>
                    <a:pt x="198" y="82"/>
                    <a:pt x="185" y="83"/>
                    <a:pt x="179" y="82"/>
                  </a:cubicBezTo>
                  <a:cubicBezTo>
                    <a:pt x="166" y="80"/>
                    <a:pt x="153" y="77"/>
                    <a:pt x="140" y="73"/>
                  </a:cubicBezTo>
                  <a:cubicBezTo>
                    <a:pt x="119" y="68"/>
                    <a:pt x="97" y="64"/>
                    <a:pt x="78" y="57"/>
                  </a:cubicBezTo>
                  <a:cubicBezTo>
                    <a:pt x="52" y="47"/>
                    <a:pt x="27" y="31"/>
                    <a:pt x="10" y="10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4" name="Freeform 4671">
              <a:extLst>
                <a:ext uri="{FF2B5EF4-FFF2-40B4-BE49-F238E27FC236}">
                  <a16:creationId xmlns:a16="http://schemas.microsoft.com/office/drawing/2014/main" id="{71C8FFEE-0B52-446B-A638-2EB2B06B3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884"/>
              <a:ext cx="218" cy="77"/>
            </a:xfrm>
            <a:custGeom>
              <a:avLst/>
              <a:gdLst>
                <a:gd name="T0" fmla="*/ 0 w 168"/>
                <a:gd name="T1" fmla="*/ 0 h 59"/>
                <a:gd name="T2" fmla="*/ 86 w 168"/>
                <a:gd name="T3" fmla="*/ 80 h 59"/>
                <a:gd name="T4" fmla="*/ 170 w 168"/>
                <a:gd name="T5" fmla="*/ 100 h 59"/>
                <a:gd name="T6" fmla="*/ 367 w 168"/>
                <a:gd name="T7" fmla="*/ 117 h 59"/>
                <a:gd name="T8" fmla="*/ 244 w 168"/>
                <a:gd name="T9" fmla="*/ 91 h 59"/>
                <a:gd name="T10" fmla="*/ 131 w 168"/>
                <a:gd name="T11" fmla="*/ 68 h 59"/>
                <a:gd name="T12" fmla="*/ 61 w 168"/>
                <a:gd name="T13" fmla="*/ 39 h 59"/>
                <a:gd name="T14" fmla="*/ 8 w 168"/>
                <a:gd name="T15" fmla="*/ 12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" h="59">
                  <a:moveTo>
                    <a:pt x="0" y="0"/>
                  </a:moveTo>
                  <a:cubicBezTo>
                    <a:pt x="6" y="14"/>
                    <a:pt x="27" y="28"/>
                    <a:pt x="39" y="36"/>
                  </a:cubicBezTo>
                  <a:cubicBezTo>
                    <a:pt x="52" y="45"/>
                    <a:pt x="63" y="45"/>
                    <a:pt x="78" y="45"/>
                  </a:cubicBezTo>
                  <a:cubicBezTo>
                    <a:pt x="107" y="47"/>
                    <a:pt x="139" y="59"/>
                    <a:pt x="168" y="53"/>
                  </a:cubicBezTo>
                  <a:cubicBezTo>
                    <a:pt x="150" y="48"/>
                    <a:pt x="131" y="45"/>
                    <a:pt x="112" y="41"/>
                  </a:cubicBezTo>
                  <a:cubicBezTo>
                    <a:pt x="95" y="38"/>
                    <a:pt x="77" y="37"/>
                    <a:pt x="60" y="31"/>
                  </a:cubicBezTo>
                  <a:cubicBezTo>
                    <a:pt x="49" y="27"/>
                    <a:pt x="39" y="22"/>
                    <a:pt x="28" y="18"/>
                  </a:cubicBezTo>
                  <a:cubicBezTo>
                    <a:pt x="21" y="15"/>
                    <a:pt x="8" y="11"/>
                    <a:pt x="4" y="5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5" name="Freeform 4672">
              <a:extLst>
                <a:ext uri="{FF2B5EF4-FFF2-40B4-BE49-F238E27FC236}">
                  <a16:creationId xmlns:a16="http://schemas.microsoft.com/office/drawing/2014/main" id="{CE901E38-B933-49DC-9A1D-A9926108C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760"/>
              <a:ext cx="112" cy="96"/>
            </a:xfrm>
            <a:custGeom>
              <a:avLst/>
              <a:gdLst>
                <a:gd name="T0" fmla="*/ 0 w 86"/>
                <a:gd name="T1" fmla="*/ 0 h 74"/>
                <a:gd name="T2" fmla="*/ 73 w 86"/>
                <a:gd name="T3" fmla="*/ 112 h 74"/>
                <a:gd name="T4" fmla="*/ 190 w 86"/>
                <a:gd name="T5" fmla="*/ 152 h 74"/>
                <a:gd name="T6" fmla="*/ 116 w 86"/>
                <a:gd name="T7" fmla="*/ 108 h 74"/>
                <a:gd name="T8" fmla="*/ 39 w 86"/>
                <a:gd name="T9" fmla="*/ 4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74">
                  <a:moveTo>
                    <a:pt x="0" y="0"/>
                  </a:moveTo>
                  <a:cubicBezTo>
                    <a:pt x="13" y="15"/>
                    <a:pt x="18" y="38"/>
                    <a:pt x="33" y="51"/>
                  </a:cubicBezTo>
                  <a:cubicBezTo>
                    <a:pt x="45" y="61"/>
                    <a:pt x="71" y="74"/>
                    <a:pt x="86" y="69"/>
                  </a:cubicBezTo>
                  <a:cubicBezTo>
                    <a:pt x="77" y="60"/>
                    <a:pt x="63" y="56"/>
                    <a:pt x="52" y="49"/>
                  </a:cubicBezTo>
                  <a:cubicBezTo>
                    <a:pt x="40" y="41"/>
                    <a:pt x="28" y="32"/>
                    <a:pt x="18" y="21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" name="Freeform 4673">
              <a:extLst>
                <a:ext uri="{FF2B5EF4-FFF2-40B4-BE49-F238E27FC236}">
                  <a16:creationId xmlns:a16="http://schemas.microsoft.com/office/drawing/2014/main" id="{58D3558C-65E6-4DFF-9B0E-6B5643776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1693"/>
              <a:ext cx="138" cy="89"/>
            </a:xfrm>
            <a:custGeom>
              <a:avLst/>
              <a:gdLst>
                <a:gd name="T0" fmla="*/ 0 w 106"/>
                <a:gd name="T1" fmla="*/ 0 h 69"/>
                <a:gd name="T2" fmla="*/ 95 w 106"/>
                <a:gd name="T3" fmla="*/ 123 h 69"/>
                <a:gd name="T4" fmla="*/ 234 w 106"/>
                <a:gd name="T5" fmla="*/ 139 h 69"/>
                <a:gd name="T6" fmla="*/ 154 w 106"/>
                <a:gd name="T7" fmla="*/ 107 h 69"/>
                <a:gd name="T8" fmla="*/ 29 w 106"/>
                <a:gd name="T9" fmla="*/ 36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69">
                  <a:moveTo>
                    <a:pt x="0" y="0"/>
                  </a:moveTo>
                  <a:cubicBezTo>
                    <a:pt x="7" y="21"/>
                    <a:pt x="26" y="44"/>
                    <a:pt x="43" y="57"/>
                  </a:cubicBezTo>
                  <a:cubicBezTo>
                    <a:pt x="60" y="69"/>
                    <a:pt x="86" y="69"/>
                    <a:pt x="106" y="65"/>
                  </a:cubicBezTo>
                  <a:cubicBezTo>
                    <a:pt x="96" y="59"/>
                    <a:pt x="81" y="54"/>
                    <a:pt x="70" y="50"/>
                  </a:cubicBezTo>
                  <a:cubicBezTo>
                    <a:pt x="48" y="41"/>
                    <a:pt x="32" y="31"/>
                    <a:pt x="13" y="17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" name="Freeform 4674">
              <a:extLst>
                <a:ext uri="{FF2B5EF4-FFF2-40B4-BE49-F238E27FC236}">
                  <a16:creationId xmlns:a16="http://schemas.microsoft.com/office/drawing/2014/main" id="{0D861271-0FD6-48B9-873C-78AC11871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1812"/>
              <a:ext cx="153" cy="50"/>
            </a:xfrm>
            <a:custGeom>
              <a:avLst/>
              <a:gdLst>
                <a:gd name="T0" fmla="*/ 0 w 117"/>
                <a:gd name="T1" fmla="*/ 0 h 38"/>
                <a:gd name="T2" fmla="*/ 65 w 117"/>
                <a:gd name="T3" fmla="*/ 57 h 38"/>
                <a:gd name="T4" fmla="*/ 140 w 117"/>
                <a:gd name="T5" fmla="*/ 78 h 38"/>
                <a:gd name="T6" fmla="*/ 262 w 117"/>
                <a:gd name="T7" fmla="*/ 72 h 38"/>
                <a:gd name="T8" fmla="*/ 182 w 117"/>
                <a:gd name="T9" fmla="*/ 71 h 38"/>
                <a:gd name="T10" fmla="*/ 107 w 117"/>
                <a:gd name="T11" fmla="*/ 57 h 38"/>
                <a:gd name="T12" fmla="*/ 13 w 117"/>
                <a:gd name="T13" fmla="*/ 12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38">
                  <a:moveTo>
                    <a:pt x="0" y="0"/>
                  </a:moveTo>
                  <a:cubicBezTo>
                    <a:pt x="9" y="9"/>
                    <a:pt x="19" y="18"/>
                    <a:pt x="29" y="25"/>
                  </a:cubicBezTo>
                  <a:cubicBezTo>
                    <a:pt x="40" y="34"/>
                    <a:pt x="50" y="33"/>
                    <a:pt x="63" y="34"/>
                  </a:cubicBezTo>
                  <a:cubicBezTo>
                    <a:pt x="81" y="35"/>
                    <a:pt x="99" y="38"/>
                    <a:pt x="117" y="32"/>
                  </a:cubicBezTo>
                  <a:cubicBezTo>
                    <a:pt x="106" y="28"/>
                    <a:pt x="92" y="33"/>
                    <a:pt x="81" y="31"/>
                  </a:cubicBezTo>
                  <a:cubicBezTo>
                    <a:pt x="70" y="30"/>
                    <a:pt x="59" y="26"/>
                    <a:pt x="48" y="25"/>
                  </a:cubicBezTo>
                  <a:cubicBezTo>
                    <a:pt x="31" y="23"/>
                    <a:pt x="21" y="12"/>
                    <a:pt x="6" y="5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" name="Freeform 4675">
              <a:extLst>
                <a:ext uri="{FF2B5EF4-FFF2-40B4-BE49-F238E27FC236}">
                  <a16:creationId xmlns:a16="http://schemas.microsoft.com/office/drawing/2014/main" id="{4F56BDD9-A72A-4F08-9974-98DB87E1B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473"/>
              <a:ext cx="122" cy="69"/>
            </a:xfrm>
            <a:custGeom>
              <a:avLst/>
              <a:gdLst>
                <a:gd name="T0" fmla="*/ 67 w 94"/>
                <a:gd name="T1" fmla="*/ 117 h 53"/>
                <a:gd name="T2" fmla="*/ 0 w 94"/>
                <a:gd name="T3" fmla="*/ 1 h 53"/>
                <a:gd name="T4" fmla="*/ 55 w 94"/>
                <a:gd name="T5" fmla="*/ 23 h 53"/>
                <a:gd name="T6" fmla="*/ 112 w 94"/>
                <a:gd name="T7" fmla="*/ 35 h 53"/>
                <a:gd name="T8" fmla="*/ 205 w 94"/>
                <a:gd name="T9" fmla="*/ 51 h 53"/>
                <a:gd name="T10" fmla="*/ 79 w 94"/>
                <a:gd name="T11" fmla="*/ 57 h 53"/>
                <a:gd name="T12" fmla="*/ 55 w 94"/>
                <a:gd name="T13" fmla="*/ 66 h 53"/>
                <a:gd name="T14" fmla="*/ 67 w 94"/>
                <a:gd name="T15" fmla="*/ 108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53">
                  <a:moveTo>
                    <a:pt x="31" y="53"/>
                  </a:moveTo>
                  <a:cubicBezTo>
                    <a:pt x="28" y="33"/>
                    <a:pt x="11" y="18"/>
                    <a:pt x="0" y="1"/>
                  </a:cubicBezTo>
                  <a:cubicBezTo>
                    <a:pt x="9" y="0"/>
                    <a:pt x="18" y="8"/>
                    <a:pt x="25" y="11"/>
                  </a:cubicBezTo>
                  <a:cubicBezTo>
                    <a:pt x="34" y="15"/>
                    <a:pt x="42" y="17"/>
                    <a:pt x="51" y="16"/>
                  </a:cubicBezTo>
                  <a:cubicBezTo>
                    <a:pt x="61" y="16"/>
                    <a:pt x="91" y="10"/>
                    <a:pt x="94" y="23"/>
                  </a:cubicBezTo>
                  <a:cubicBezTo>
                    <a:pt x="74" y="24"/>
                    <a:pt x="55" y="24"/>
                    <a:pt x="36" y="26"/>
                  </a:cubicBezTo>
                  <a:cubicBezTo>
                    <a:pt x="30" y="26"/>
                    <a:pt x="28" y="25"/>
                    <a:pt x="25" y="30"/>
                  </a:cubicBezTo>
                  <a:cubicBezTo>
                    <a:pt x="23" y="34"/>
                    <a:pt x="29" y="46"/>
                    <a:pt x="31" y="49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" name="Freeform 4676">
              <a:extLst>
                <a:ext uri="{FF2B5EF4-FFF2-40B4-BE49-F238E27FC236}">
                  <a16:creationId xmlns:a16="http://schemas.microsoft.com/office/drawing/2014/main" id="{D55CE565-FF57-4A8B-B8CE-45DA55105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413"/>
              <a:ext cx="163" cy="97"/>
            </a:xfrm>
            <a:custGeom>
              <a:avLst/>
              <a:gdLst>
                <a:gd name="T0" fmla="*/ 5 w 125"/>
                <a:gd name="T1" fmla="*/ 0 h 75"/>
                <a:gd name="T2" fmla="*/ 39 w 125"/>
                <a:gd name="T3" fmla="*/ 74 h 75"/>
                <a:gd name="T4" fmla="*/ 104 w 125"/>
                <a:gd name="T5" fmla="*/ 98 h 75"/>
                <a:gd name="T6" fmla="*/ 180 w 125"/>
                <a:gd name="T7" fmla="*/ 141 h 75"/>
                <a:gd name="T8" fmla="*/ 278 w 125"/>
                <a:gd name="T9" fmla="*/ 162 h 75"/>
                <a:gd name="T10" fmla="*/ 124 w 125"/>
                <a:gd name="T11" fmla="*/ 93 h 75"/>
                <a:gd name="T12" fmla="*/ 74 w 125"/>
                <a:gd name="T13" fmla="*/ 75 h 75"/>
                <a:gd name="T14" fmla="*/ 16 w 125"/>
                <a:gd name="T15" fmla="*/ 21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75">
                  <a:moveTo>
                    <a:pt x="2" y="0"/>
                  </a:moveTo>
                  <a:cubicBezTo>
                    <a:pt x="0" y="9"/>
                    <a:pt x="10" y="26"/>
                    <a:pt x="18" y="34"/>
                  </a:cubicBezTo>
                  <a:cubicBezTo>
                    <a:pt x="26" y="43"/>
                    <a:pt x="36" y="43"/>
                    <a:pt x="47" y="46"/>
                  </a:cubicBezTo>
                  <a:cubicBezTo>
                    <a:pt x="60" y="50"/>
                    <a:pt x="70" y="58"/>
                    <a:pt x="81" y="65"/>
                  </a:cubicBezTo>
                  <a:cubicBezTo>
                    <a:pt x="95" y="74"/>
                    <a:pt x="109" y="75"/>
                    <a:pt x="125" y="75"/>
                  </a:cubicBezTo>
                  <a:cubicBezTo>
                    <a:pt x="101" y="68"/>
                    <a:pt x="79" y="54"/>
                    <a:pt x="56" y="43"/>
                  </a:cubicBezTo>
                  <a:cubicBezTo>
                    <a:pt x="49" y="39"/>
                    <a:pt x="42" y="38"/>
                    <a:pt x="34" y="35"/>
                  </a:cubicBezTo>
                  <a:cubicBezTo>
                    <a:pt x="20" y="31"/>
                    <a:pt x="13" y="22"/>
                    <a:pt x="7" y="9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" name="Freeform 4677">
              <a:extLst>
                <a:ext uri="{FF2B5EF4-FFF2-40B4-BE49-F238E27FC236}">
                  <a16:creationId xmlns:a16="http://schemas.microsoft.com/office/drawing/2014/main" id="{D0373B7F-A89D-41B0-880B-C4357B2C8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523"/>
              <a:ext cx="132" cy="75"/>
            </a:xfrm>
            <a:custGeom>
              <a:avLst/>
              <a:gdLst>
                <a:gd name="T0" fmla="*/ 0 w 101"/>
                <a:gd name="T1" fmla="*/ 0 h 57"/>
                <a:gd name="T2" fmla="*/ 132 w 101"/>
                <a:gd name="T3" fmla="*/ 84 h 57"/>
                <a:gd name="T4" fmla="*/ 226 w 101"/>
                <a:gd name="T5" fmla="*/ 130 h 57"/>
                <a:gd name="T6" fmla="*/ 139 w 101"/>
                <a:gd name="T7" fmla="*/ 78 h 57"/>
                <a:gd name="T8" fmla="*/ 13 w 101"/>
                <a:gd name="T9" fmla="*/ 1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57">
                  <a:moveTo>
                    <a:pt x="0" y="0"/>
                  </a:moveTo>
                  <a:cubicBezTo>
                    <a:pt x="13" y="20"/>
                    <a:pt x="39" y="28"/>
                    <a:pt x="59" y="37"/>
                  </a:cubicBezTo>
                  <a:cubicBezTo>
                    <a:pt x="73" y="44"/>
                    <a:pt x="86" y="54"/>
                    <a:pt x="101" y="57"/>
                  </a:cubicBezTo>
                  <a:cubicBezTo>
                    <a:pt x="90" y="48"/>
                    <a:pt x="74" y="42"/>
                    <a:pt x="62" y="34"/>
                  </a:cubicBezTo>
                  <a:cubicBezTo>
                    <a:pt x="45" y="22"/>
                    <a:pt x="21" y="19"/>
                    <a:pt x="6" y="5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1" name="Freeform 4678">
              <a:extLst>
                <a:ext uri="{FF2B5EF4-FFF2-40B4-BE49-F238E27FC236}">
                  <a16:creationId xmlns:a16="http://schemas.microsoft.com/office/drawing/2014/main" id="{12CA0416-52D0-4050-BE9D-E5049DC34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581"/>
              <a:ext cx="120" cy="41"/>
            </a:xfrm>
            <a:custGeom>
              <a:avLst/>
              <a:gdLst>
                <a:gd name="T0" fmla="*/ 0 w 92"/>
                <a:gd name="T1" fmla="*/ 0 h 32"/>
                <a:gd name="T2" fmla="*/ 205 w 92"/>
                <a:gd name="T3" fmla="*/ 63 h 32"/>
                <a:gd name="T4" fmla="*/ 141 w 92"/>
                <a:gd name="T5" fmla="*/ 46 h 32"/>
                <a:gd name="T6" fmla="*/ 82 w 92"/>
                <a:gd name="T7" fmla="*/ 29 h 32"/>
                <a:gd name="T8" fmla="*/ 21 w 92"/>
                <a:gd name="T9" fmla="*/ 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32">
                  <a:moveTo>
                    <a:pt x="0" y="0"/>
                  </a:moveTo>
                  <a:cubicBezTo>
                    <a:pt x="30" y="14"/>
                    <a:pt x="57" y="32"/>
                    <a:pt x="92" y="30"/>
                  </a:cubicBezTo>
                  <a:cubicBezTo>
                    <a:pt x="83" y="28"/>
                    <a:pt x="73" y="25"/>
                    <a:pt x="64" y="22"/>
                  </a:cubicBezTo>
                  <a:cubicBezTo>
                    <a:pt x="55" y="20"/>
                    <a:pt x="46" y="17"/>
                    <a:pt x="37" y="14"/>
                  </a:cubicBezTo>
                  <a:cubicBezTo>
                    <a:pt x="28" y="10"/>
                    <a:pt x="19" y="4"/>
                    <a:pt x="9" y="4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" name="Freeform 4679">
              <a:extLst>
                <a:ext uri="{FF2B5EF4-FFF2-40B4-BE49-F238E27FC236}">
                  <a16:creationId xmlns:a16="http://schemas.microsoft.com/office/drawing/2014/main" id="{D830A41C-6815-4237-954A-D13E838C5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637"/>
              <a:ext cx="86" cy="40"/>
            </a:xfrm>
            <a:custGeom>
              <a:avLst/>
              <a:gdLst>
                <a:gd name="T0" fmla="*/ 0 w 66"/>
                <a:gd name="T1" fmla="*/ 0 h 31"/>
                <a:gd name="T2" fmla="*/ 146 w 66"/>
                <a:gd name="T3" fmla="*/ 67 h 31"/>
                <a:gd name="T4" fmla="*/ 27 w 66"/>
                <a:gd name="T5" fmla="*/ 2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31">
                  <a:moveTo>
                    <a:pt x="0" y="0"/>
                  </a:moveTo>
                  <a:cubicBezTo>
                    <a:pt x="18" y="23"/>
                    <a:pt x="38" y="28"/>
                    <a:pt x="66" y="31"/>
                  </a:cubicBezTo>
                  <a:cubicBezTo>
                    <a:pt x="48" y="26"/>
                    <a:pt x="27" y="22"/>
                    <a:pt x="12" y="11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3" name="Freeform 4680">
              <a:extLst>
                <a:ext uri="{FF2B5EF4-FFF2-40B4-BE49-F238E27FC236}">
                  <a16:creationId xmlns:a16="http://schemas.microsoft.com/office/drawing/2014/main" id="{28366A29-06E6-4275-A473-DA36A8EFA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1639"/>
              <a:ext cx="114" cy="34"/>
            </a:xfrm>
            <a:custGeom>
              <a:avLst/>
              <a:gdLst>
                <a:gd name="T0" fmla="*/ 0 w 87"/>
                <a:gd name="T1" fmla="*/ 0 h 26"/>
                <a:gd name="T2" fmla="*/ 60 w 87"/>
                <a:gd name="T3" fmla="*/ 38 h 26"/>
                <a:gd name="T4" fmla="*/ 110 w 87"/>
                <a:gd name="T5" fmla="*/ 46 h 26"/>
                <a:gd name="T6" fmla="*/ 195 w 87"/>
                <a:gd name="T7" fmla="*/ 58 h 26"/>
                <a:gd name="T8" fmla="*/ 126 w 87"/>
                <a:gd name="T9" fmla="*/ 35 h 26"/>
                <a:gd name="T10" fmla="*/ 1 w 87"/>
                <a:gd name="T11" fmla="*/ 1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26">
                  <a:moveTo>
                    <a:pt x="0" y="0"/>
                  </a:moveTo>
                  <a:cubicBezTo>
                    <a:pt x="9" y="5"/>
                    <a:pt x="17" y="12"/>
                    <a:pt x="27" y="17"/>
                  </a:cubicBezTo>
                  <a:cubicBezTo>
                    <a:pt x="33" y="20"/>
                    <a:pt x="42" y="19"/>
                    <a:pt x="49" y="21"/>
                  </a:cubicBezTo>
                  <a:cubicBezTo>
                    <a:pt x="62" y="23"/>
                    <a:pt x="74" y="25"/>
                    <a:pt x="87" y="26"/>
                  </a:cubicBezTo>
                  <a:cubicBezTo>
                    <a:pt x="77" y="23"/>
                    <a:pt x="67" y="19"/>
                    <a:pt x="56" y="16"/>
                  </a:cubicBezTo>
                  <a:cubicBezTo>
                    <a:pt x="38" y="11"/>
                    <a:pt x="18" y="14"/>
                    <a:pt x="1" y="7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" name="Freeform 4681">
              <a:extLst>
                <a:ext uri="{FF2B5EF4-FFF2-40B4-BE49-F238E27FC236}">
                  <a16:creationId xmlns:a16="http://schemas.microsoft.com/office/drawing/2014/main" id="{B3C6C7BD-9921-4050-88E9-FC6B37EC3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1771"/>
              <a:ext cx="147" cy="30"/>
            </a:xfrm>
            <a:custGeom>
              <a:avLst/>
              <a:gdLst>
                <a:gd name="T0" fmla="*/ 0 w 113"/>
                <a:gd name="T1" fmla="*/ 0 h 23"/>
                <a:gd name="T2" fmla="*/ 111 w 113"/>
                <a:gd name="T3" fmla="*/ 50 h 23"/>
                <a:gd name="T4" fmla="*/ 248 w 113"/>
                <a:gd name="T5" fmla="*/ 34 h 23"/>
                <a:gd name="T6" fmla="*/ 207 w 113"/>
                <a:gd name="T7" fmla="*/ 30 h 23"/>
                <a:gd name="T8" fmla="*/ 140 w 113"/>
                <a:gd name="T9" fmla="*/ 23 h 23"/>
                <a:gd name="T10" fmla="*/ 43 w 113"/>
                <a:gd name="T11" fmla="*/ 1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23">
                  <a:moveTo>
                    <a:pt x="0" y="0"/>
                  </a:moveTo>
                  <a:cubicBezTo>
                    <a:pt x="11" y="12"/>
                    <a:pt x="34" y="21"/>
                    <a:pt x="50" y="22"/>
                  </a:cubicBezTo>
                  <a:cubicBezTo>
                    <a:pt x="71" y="23"/>
                    <a:pt x="91" y="15"/>
                    <a:pt x="113" y="15"/>
                  </a:cubicBezTo>
                  <a:cubicBezTo>
                    <a:pt x="107" y="13"/>
                    <a:pt x="100" y="14"/>
                    <a:pt x="94" y="14"/>
                  </a:cubicBezTo>
                  <a:cubicBezTo>
                    <a:pt x="84" y="13"/>
                    <a:pt x="74" y="11"/>
                    <a:pt x="64" y="11"/>
                  </a:cubicBezTo>
                  <a:cubicBezTo>
                    <a:pt x="49" y="10"/>
                    <a:pt x="34" y="8"/>
                    <a:pt x="19" y="6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" name="Freeform 4682">
              <a:extLst>
                <a:ext uri="{FF2B5EF4-FFF2-40B4-BE49-F238E27FC236}">
                  <a16:creationId xmlns:a16="http://schemas.microsoft.com/office/drawing/2014/main" id="{F9F88799-620E-4794-8E39-BBB726621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1908"/>
              <a:ext cx="111" cy="47"/>
            </a:xfrm>
            <a:custGeom>
              <a:avLst/>
              <a:gdLst>
                <a:gd name="T0" fmla="*/ 0 w 85"/>
                <a:gd name="T1" fmla="*/ 0 h 36"/>
                <a:gd name="T2" fmla="*/ 63 w 85"/>
                <a:gd name="T3" fmla="*/ 56 h 36"/>
                <a:gd name="T4" fmla="*/ 93 w 85"/>
                <a:gd name="T5" fmla="*/ 72 h 36"/>
                <a:gd name="T6" fmla="*/ 189 w 85"/>
                <a:gd name="T7" fmla="*/ 65 h 36"/>
                <a:gd name="T8" fmla="*/ 29 w 85"/>
                <a:gd name="T9" fmla="*/ 34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6">
                  <a:moveTo>
                    <a:pt x="0" y="0"/>
                  </a:moveTo>
                  <a:cubicBezTo>
                    <a:pt x="8" y="9"/>
                    <a:pt x="19" y="17"/>
                    <a:pt x="28" y="25"/>
                  </a:cubicBezTo>
                  <a:cubicBezTo>
                    <a:pt x="33" y="29"/>
                    <a:pt x="35" y="31"/>
                    <a:pt x="41" y="32"/>
                  </a:cubicBezTo>
                  <a:cubicBezTo>
                    <a:pt x="54" y="35"/>
                    <a:pt x="74" y="36"/>
                    <a:pt x="85" y="29"/>
                  </a:cubicBezTo>
                  <a:cubicBezTo>
                    <a:pt x="63" y="18"/>
                    <a:pt x="34" y="30"/>
                    <a:pt x="13" y="15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" name="Freeform 4683">
              <a:extLst>
                <a:ext uri="{FF2B5EF4-FFF2-40B4-BE49-F238E27FC236}">
                  <a16:creationId xmlns:a16="http://schemas.microsoft.com/office/drawing/2014/main" id="{512EE4D0-71EE-4650-A6A4-45BF636CF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838"/>
              <a:ext cx="121" cy="30"/>
            </a:xfrm>
            <a:custGeom>
              <a:avLst/>
              <a:gdLst>
                <a:gd name="T0" fmla="*/ 0 w 93"/>
                <a:gd name="T1" fmla="*/ 0 h 23"/>
                <a:gd name="T2" fmla="*/ 94 w 93"/>
                <a:gd name="T3" fmla="*/ 46 h 23"/>
                <a:gd name="T4" fmla="*/ 204 w 93"/>
                <a:gd name="T5" fmla="*/ 43 h 23"/>
                <a:gd name="T6" fmla="*/ 44 w 93"/>
                <a:gd name="T7" fmla="*/ 1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23">
                  <a:moveTo>
                    <a:pt x="0" y="0"/>
                  </a:moveTo>
                  <a:cubicBezTo>
                    <a:pt x="13" y="12"/>
                    <a:pt x="24" y="19"/>
                    <a:pt x="42" y="21"/>
                  </a:cubicBezTo>
                  <a:cubicBezTo>
                    <a:pt x="58" y="23"/>
                    <a:pt x="77" y="22"/>
                    <a:pt x="93" y="19"/>
                  </a:cubicBezTo>
                  <a:cubicBezTo>
                    <a:pt x="67" y="18"/>
                    <a:pt x="45" y="16"/>
                    <a:pt x="20" y="7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7" name="Freeform 4684">
              <a:extLst>
                <a:ext uri="{FF2B5EF4-FFF2-40B4-BE49-F238E27FC236}">
                  <a16:creationId xmlns:a16="http://schemas.microsoft.com/office/drawing/2014/main" id="{5BA80E21-0D84-49A3-8E45-BCE0FE2A1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1764"/>
              <a:ext cx="112" cy="27"/>
            </a:xfrm>
            <a:custGeom>
              <a:avLst/>
              <a:gdLst>
                <a:gd name="T0" fmla="*/ 0 w 86"/>
                <a:gd name="T1" fmla="*/ 0 h 21"/>
                <a:gd name="T2" fmla="*/ 190 w 86"/>
                <a:gd name="T3" fmla="*/ 22 h 21"/>
                <a:gd name="T4" fmla="*/ 125 w 86"/>
                <a:gd name="T5" fmla="*/ 24 h 21"/>
                <a:gd name="T6" fmla="*/ 13 w 86"/>
                <a:gd name="T7" fmla="*/ 2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21">
                  <a:moveTo>
                    <a:pt x="0" y="0"/>
                  </a:moveTo>
                  <a:cubicBezTo>
                    <a:pt x="18" y="21"/>
                    <a:pt x="62" y="16"/>
                    <a:pt x="86" y="10"/>
                  </a:cubicBezTo>
                  <a:cubicBezTo>
                    <a:pt x="77" y="11"/>
                    <a:pt x="66" y="11"/>
                    <a:pt x="57" y="12"/>
                  </a:cubicBezTo>
                  <a:cubicBezTo>
                    <a:pt x="38" y="14"/>
                    <a:pt x="24" y="18"/>
                    <a:pt x="6" y="11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8" name="Freeform 4685">
              <a:extLst>
                <a:ext uri="{FF2B5EF4-FFF2-40B4-BE49-F238E27FC236}">
                  <a16:creationId xmlns:a16="http://schemas.microsoft.com/office/drawing/2014/main" id="{DED49247-CA4B-4E54-B7D0-62649D421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1621"/>
              <a:ext cx="96" cy="36"/>
            </a:xfrm>
            <a:custGeom>
              <a:avLst/>
              <a:gdLst>
                <a:gd name="T0" fmla="*/ 0 w 74"/>
                <a:gd name="T1" fmla="*/ 51 h 28"/>
                <a:gd name="T2" fmla="*/ 90 w 74"/>
                <a:gd name="T3" fmla="*/ 30 h 28"/>
                <a:gd name="T4" fmla="*/ 162 w 74"/>
                <a:gd name="T5" fmla="*/ 10 h 28"/>
                <a:gd name="T6" fmla="*/ 5 w 74"/>
                <a:gd name="T7" fmla="*/ 5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8">
                  <a:moveTo>
                    <a:pt x="0" y="24"/>
                  </a:moveTo>
                  <a:cubicBezTo>
                    <a:pt x="4" y="28"/>
                    <a:pt x="35" y="16"/>
                    <a:pt x="41" y="14"/>
                  </a:cubicBezTo>
                  <a:cubicBezTo>
                    <a:pt x="52" y="10"/>
                    <a:pt x="64" y="9"/>
                    <a:pt x="74" y="5"/>
                  </a:cubicBezTo>
                  <a:cubicBezTo>
                    <a:pt x="51" y="0"/>
                    <a:pt x="23" y="19"/>
                    <a:pt x="2" y="28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9" name="Freeform 4686">
              <a:extLst>
                <a:ext uri="{FF2B5EF4-FFF2-40B4-BE49-F238E27FC236}">
                  <a16:creationId xmlns:a16="http://schemas.microsoft.com/office/drawing/2014/main" id="{5EC2913B-533F-4CFB-A564-104612484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0" y="1687"/>
              <a:ext cx="118" cy="37"/>
            </a:xfrm>
            <a:custGeom>
              <a:avLst/>
              <a:gdLst>
                <a:gd name="T0" fmla="*/ 5 w 90"/>
                <a:gd name="T1" fmla="*/ 0 h 28"/>
                <a:gd name="T2" fmla="*/ 0 w 90"/>
                <a:gd name="T3" fmla="*/ 1 h 28"/>
                <a:gd name="T4" fmla="*/ 110 w 90"/>
                <a:gd name="T5" fmla="*/ 59 h 28"/>
                <a:gd name="T6" fmla="*/ 203 w 90"/>
                <a:gd name="T7" fmla="*/ 58 h 28"/>
                <a:gd name="T8" fmla="*/ 153 w 90"/>
                <a:gd name="T9" fmla="*/ 49 h 28"/>
                <a:gd name="T10" fmla="*/ 22 w 90"/>
                <a:gd name="T11" fmla="*/ 1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8">
                  <a:moveTo>
                    <a:pt x="2" y="0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9" y="12"/>
                    <a:pt x="35" y="25"/>
                    <a:pt x="49" y="26"/>
                  </a:cubicBezTo>
                  <a:cubicBezTo>
                    <a:pt x="61" y="27"/>
                    <a:pt x="79" y="28"/>
                    <a:pt x="90" y="25"/>
                  </a:cubicBezTo>
                  <a:cubicBezTo>
                    <a:pt x="84" y="22"/>
                    <a:pt x="75" y="22"/>
                    <a:pt x="68" y="21"/>
                  </a:cubicBezTo>
                  <a:cubicBezTo>
                    <a:pt x="47" y="18"/>
                    <a:pt x="29" y="17"/>
                    <a:pt x="10" y="5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0" name="Freeform 4687">
              <a:extLst>
                <a:ext uri="{FF2B5EF4-FFF2-40B4-BE49-F238E27FC236}">
                  <a16:creationId xmlns:a16="http://schemas.microsoft.com/office/drawing/2014/main" id="{4981F4D2-9C20-4EA0-96C6-9529AFF31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1691"/>
              <a:ext cx="99" cy="29"/>
            </a:xfrm>
            <a:custGeom>
              <a:avLst/>
              <a:gdLst>
                <a:gd name="T0" fmla="*/ 0 w 76"/>
                <a:gd name="T1" fmla="*/ 0 h 22"/>
                <a:gd name="T2" fmla="*/ 168 w 76"/>
                <a:gd name="T3" fmla="*/ 45 h 22"/>
                <a:gd name="T4" fmla="*/ 130 w 76"/>
                <a:gd name="T5" fmla="*/ 42 h 22"/>
                <a:gd name="T6" fmla="*/ 38 w 76"/>
                <a:gd name="T7" fmla="*/ 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22">
                  <a:moveTo>
                    <a:pt x="0" y="0"/>
                  </a:moveTo>
                  <a:cubicBezTo>
                    <a:pt x="25" y="17"/>
                    <a:pt x="46" y="22"/>
                    <a:pt x="76" y="20"/>
                  </a:cubicBezTo>
                  <a:cubicBezTo>
                    <a:pt x="71" y="17"/>
                    <a:pt x="65" y="18"/>
                    <a:pt x="59" y="18"/>
                  </a:cubicBezTo>
                  <a:cubicBezTo>
                    <a:pt x="44" y="19"/>
                    <a:pt x="32" y="16"/>
                    <a:pt x="17" y="13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1" name="Freeform 4688">
              <a:extLst>
                <a:ext uri="{FF2B5EF4-FFF2-40B4-BE49-F238E27FC236}">
                  <a16:creationId xmlns:a16="http://schemas.microsoft.com/office/drawing/2014/main" id="{A14F2BB6-E821-4C85-92AF-D36F14C63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094"/>
              <a:ext cx="111" cy="34"/>
            </a:xfrm>
            <a:custGeom>
              <a:avLst/>
              <a:gdLst>
                <a:gd name="T0" fmla="*/ 107 w 85"/>
                <a:gd name="T1" fmla="*/ 58 h 26"/>
                <a:gd name="T2" fmla="*/ 78 w 85"/>
                <a:gd name="T3" fmla="*/ 54 h 26"/>
                <a:gd name="T4" fmla="*/ 40 w 85"/>
                <a:gd name="T5" fmla="*/ 43 h 26"/>
                <a:gd name="T6" fmla="*/ 0 w 85"/>
                <a:gd name="T7" fmla="*/ 21 h 26"/>
                <a:gd name="T8" fmla="*/ 27 w 85"/>
                <a:gd name="T9" fmla="*/ 12 h 26"/>
                <a:gd name="T10" fmla="*/ 80 w 85"/>
                <a:gd name="T11" fmla="*/ 5 h 26"/>
                <a:gd name="T12" fmla="*/ 189 w 85"/>
                <a:gd name="T13" fmla="*/ 21 h 26"/>
                <a:gd name="T14" fmla="*/ 111 w 85"/>
                <a:gd name="T15" fmla="*/ 22 h 26"/>
                <a:gd name="T16" fmla="*/ 60 w 85"/>
                <a:gd name="T17" fmla="*/ 35 h 26"/>
                <a:gd name="T18" fmla="*/ 95 w 85"/>
                <a:gd name="T19" fmla="*/ 51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26">
                  <a:moveTo>
                    <a:pt x="48" y="26"/>
                  </a:moveTo>
                  <a:cubicBezTo>
                    <a:pt x="44" y="24"/>
                    <a:pt x="39" y="25"/>
                    <a:pt x="35" y="24"/>
                  </a:cubicBezTo>
                  <a:cubicBezTo>
                    <a:pt x="29" y="23"/>
                    <a:pt x="24" y="21"/>
                    <a:pt x="18" y="19"/>
                  </a:cubicBezTo>
                  <a:cubicBezTo>
                    <a:pt x="14" y="18"/>
                    <a:pt x="0" y="14"/>
                    <a:pt x="0" y="9"/>
                  </a:cubicBezTo>
                  <a:cubicBezTo>
                    <a:pt x="0" y="4"/>
                    <a:pt x="8" y="5"/>
                    <a:pt x="12" y="5"/>
                  </a:cubicBezTo>
                  <a:cubicBezTo>
                    <a:pt x="20" y="4"/>
                    <a:pt x="28" y="3"/>
                    <a:pt x="36" y="2"/>
                  </a:cubicBezTo>
                  <a:cubicBezTo>
                    <a:pt x="51" y="0"/>
                    <a:pt x="71" y="3"/>
                    <a:pt x="85" y="9"/>
                  </a:cubicBezTo>
                  <a:cubicBezTo>
                    <a:pt x="73" y="10"/>
                    <a:pt x="61" y="8"/>
                    <a:pt x="50" y="10"/>
                  </a:cubicBezTo>
                  <a:cubicBezTo>
                    <a:pt x="42" y="12"/>
                    <a:pt x="33" y="10"/>
                    <a:pt x="27" y="16"/>
                  </a:cubicBezTo>
                  <a:cubicBezTo>
                    <a:pt x="31" y="21"/>
                    <a:pt x="38" y="22"/>
                    <a:pt x="43" y="23"/>
                  </a:cubicBezTo>
                </a:path>
              </a:pathLst>
            </a:custGeom>
            <a:solidFill>
              <a:srgbClr val="F9E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2" name="Freeform 4689">
              <a:extLst>
                <a:ext uri="{FF2B5EF4-FFF2-40B4-BE49-F238E27FC236}">
                  <a16:creationId xmlns:a16="http://schemas.microsoft.com/office/drawing/2014/main" id="{779C0F20-5B81-498E-9C99-C936CCCE7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595"/>
              <a:ext cx="774" cy="996"/>
            </a:xfrm>
            <a:custGeom>
              <a:avLst/>
              <a:gdLst>
                <a:gd name="T0" fmla="*/ 0 w 774"/>
                <a:gd name="T1" fmla="*/ 996 h 996"/>
                <a:gd name="T2" fmla="*/ 774 w 774"/>
                <a:gd name="T3" fmla="*/ 307 h 996"/>
                <a:gd name="T4" fmla="*/ 774 w 774"/>
                <a:gd name="T5" fmla="*/ 0 h 996"/>
                <a:gd name="T6" fmla="*/ 0 w 774"/>
                <a:gd name="T7" fmla="*/ 583 h 996"/>
                <a:gd name="T8" fmla="*/ 0 w 774"/>
                <a:gd name="T9" fmla="*/ 996 h 9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4" h="996">
                  <a:moveTo>
                    <a:pt x="0" y="996"/>
                  </a:moveTo>
                  <a:lnTo>
                    <a:pt x="774" y="307"/>
                  </a:lnTo>
                  <a:lnTo>
                    <a:pt x="774" y="0"/>
                  </a:lnTo>
                  <a:lnTo>
                    <a:pt x="0" y="583"/>
                  </a:lnTo>
                  <a:lnTo>
                    <a:pt x="0" y="996"/>
                  </a:ln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3" name="Freeform 4690">
              <a:extLst>
                <a:ext uri="{FF2B5EF4-FFF2-40B4-BE49-F238E27FC236}">
                  <a16:creationId xmlns:a16="http://schemas.microsoft.com/office/drawing/2014/main" id="{BC97F30C-5DEC-494B-8804-7A71FDCB6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695"/>
              <a:ext cx="1396" cy="922"/>
            </a:xfrm>
            <a:custGeom>
              <a:avLst/>
              <a:gdLst>
                <a:gd name="T0" fmla="*/ 2363 w 1073"/>
                <a:gd name="T1" fmla="*/ 815 h 709"/>
                <a:gd name="T2" fmla="*/ 2363 w 1073"/>
                <a:gd name="T3" fmla="*/ 1515 h 709"/>
                <a:gd name="T4" fmla="*/ 0 w 1073"/>
                <a:gd name="T5" fmla="*/ 644 h 709"/>
                <a:gd name="T6" fmla="*/ 0 w 1073"/>
                <a:gd name="T7" fmla="*/ 0 h 709"/>
                <a:gd name="T8" fmla="*/ 2363 w 1073"/>
                <a:gd name="T9" fmla="*/ 815 h 7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3" h="709">
                  <a:moveTo>
                    <a:pt x="1073" y="371"/>
                  </a:moveTo>
                  <a:cubicBezTo>
                    <a:pt x="1073" y="689"/>
                    <a:pt x="1073" y="689"/>
                    <a:pt x="1073" y="689"/>
                  </a:cubicBezTo>
                  <a:cubicBezTo>
                    <a:pt x="1073" y="689"/>
                    <a:pt x="343" y="709"/>
                    <a:pt x="0" y="29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05" y="360"/>
                    <a:pt x="1073" y="371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4" name="Freeform 4691">
              <a:extLst>
                <a:ext uri="{FF2B5EF4-FFF2-40B4-BE49-F238E27FC236}">
                  <a16:creationId xmlns:a16="http://schemas.microsoft.com/office/drawing/2014/main" id="{A7108E66-9834-48CC-B858-2132167F5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396"/>
              <a:ext cx="2170" cy="1221"/>
            </a:xfrm>
            <a:custGeom>
              <a:avLst/>
              <a:gdLst>
                <a:gd name="T0" fmla="*/ 0 w 1668"/>
                <a:gd name="T1" fmla="*/ 503 h 939"/>
                <a:gd name="T2" fmla="*/ 0 w 1668"/>
                <a:gd name="T3" fmla="*/ 1149 h 939"/>
                <a:gd name="T4" fmla="*/ 2361 w 1668"/>
                <a:gd name="T5" fmla="*/ 2021 h 939"/>
                <a:gd name="T6" fmla="*/ 3673 w 1668"/>
                <a:gd name="T7" fmla="*/ 856 h 939"/>
                <a:gd name="T8" fmla="*/ 3673 w 1668"/>
                <a:gd name="T9" fmla="*/ 337 h 939"/>
                <a:gd name="T10" fmla="*/ 1772 w 1668"/>
                <a:gd name="T11" fmla="*/ 0 h 939"/>
                <a:gd name="T12" fmla="*/ 0 w 1668"/>
                <a:gd name="T13" fmla="*/ 503 h 9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8" h="939">
                  <a:moveTo>
                    <a:pt x="0" y="229"/>
                  </a:moveTo>
                  <a:cubicBezTo>
                    <a:pt x="0" y="523"/>
                    <a:pt x="0" y="523"/>
                    <a:pt x="0" y="523"/>
                  </a:cubicBezTo>
                  <a:cubicBezTo>
                    <a:pt x="343" y="939"/>
                    <a:pt x="1072" y="919"/>
                    <a:pt x="1072" y="919"/>
                  </a:cubicBezTo>
                  <a:cubicBezTo>
                    <a:pt x="1668" y="389"/>
                    <a:pt x="1668" y="389"/>
                    <a:pt x="1668" y="389"/>
                  </a:cubicBezTo>
                  <a:cubicBezTo>
                    <a:pt x="1668" y="153"/>
                    <a:pt x="1668" y="153"/>
                    <a:pt x="1668" y="153"/>
                  </a:cubicBezTo>
                  <a:cubicBezTo>
                    <a:pt x="1668" y="153"/>
                    <a:pt x="1194" y="240"/>
                    <a:pt x="805" y="0"/>
                  </a:cubicBezTo>
                  <a:cubicBezTo>
                    <a:pt x="0" y="229"/>
                    <a:pt x="0" y="229"/>
                    <a:pt x="0" y="229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41" name="arterial-tunic-elastic-fiber-network">
            <a:extLst>
              <a:ext uri="{FF2B5EF4-FFF2-40B4-BE49-F238E27FC236}">
                <a16:creationId xmlns:a16="http://schemas.microsoft.com/office/drawing/2014/main" id="{9003D533-8A53-457A-BF85-805BE3975D4E}"/>
              </a:ext>
            </a:extLst>
          </p:cNvPr>
          <p:cNvGrpSpPr>
            <a:grpSpLocks/>
          </p:cNvGrpSpPr>
          <p:nvPr/>
        </p:nvGrpSpPr>
        <p:grpSpPr bwMode="auto">
          <a:xfrm>
            <a:off x="7232650" y="2082800"/>
            <a:ext cx="2892425" cy="1100138"/>
            <a:chOff x="3596" y="1312"/>
            <a:chExt cx="1822" cy="693"/>
          </a:xfrm>
        </p:grpSpPr>
        <p:sp>
          <p:nvSpPr>
            <p:cNvPr id="22656" name="Line 4693">
              <a:extLst>
                <a:ext uri="{FF2B5EF4-FFF2-40B4-BE49-F238E27FC236}">
                  <a16:creationId xmlns:a16="http://schemas.microsoft.com/office/drawing/2014/main" id="{4577613A-CA99-4B31-8B8A-E246AA90A1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5" y="1528"/>
              <a:ext cx="1" cy="1"/>
            </a:xfrm>
            <a:prstGeom prst="line">
              <a:avLst/>
            </a:prstGeom>
            <a:noFill/>
            <a:ln w="6350">
              <a:solidFill>
                <a:srgbClr val="14386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Freeform 4694">
              <a:extLst>
                <a:ext uri="{FF2B5EF4-FFF2-40B4-BE49-F238E27FC236}">
                  <a16:creationId xmlns:a16="http://schemas.microsoft.com/office/drawing/2014/main" id="{ADF46D29-E325-4C0E-AFB5-64BFD4AF8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398"/>
              <a:ext cx="1032" cy="242"/>
            </a:xfrm>
            <a:custGeom>
              <a:avLst/>
              <a:gdLst>
                <a:gd name="T0" fmla="*/ 0 w 793"/>
                <a:gd name="T1" fmla="*/ 337 h 186"/>
                <a:gd name="T2" fmla="*/ 488 w 793"/>
                <a:gd name="T3" fmla="*/ 272 h 186"/>
                <a:gd name="T4" fmla="*/ 1209 w 793"/>
                <a:gd name="T5" fmla="*/ 108 h 186"/>
                <a:gd name="T6" fmla="*/ 1748 w 793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3" h="186">
                  <a:moveTo>
                    <a:pt x="0" y="153"/>
                  </a:moveTo>
                  <a:cubicBezTo>
                    <a:pt x="84" y="186"/>
                    <a:pt x="152" y="168"/>
                    <a:pt x="221" y="124"/>
                  </a:cubicBezTo>
                  <a:cubicBezTo>
                    <a:pt x="329" y="54"/>
                    <a:pt x="409" y="38"/>
                    <a:pt x="549" y="49"/>
                  </a:cubicBezTo>
                  <a:cubicBezTo>
                    <a:pt x="644" y="57"/>
                    <a:pt x="708" y="30"/>
                    <a:pt x="793" y="0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8" name="Freeform 4695">
              <a:extLst>
                <a:ext uri="{FF2B5EF4-FFF2-40B4-BE49-F238E27FC236}">
                  <a16:creationId xmlns:a16="http://schemas.microsoft.com/office/drawing/2014/main" id="{002C020B-FF87-486B-9C54-A645FB292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312"/>
              <a:ext cx="527" cy="521"/>
            </a:xfrm>
            <a:custGeom>
              <a:avLst/>
              <a:gdLst>
                <a:gd name="T0" fmla="*/ 893 w 405"/>
                <a:gd name="T1" fmla="*/ 0 h 400"/>
                <a:gd name="T2" fmla="*/ 617 w 405"/>
                <a:gd name="T3" fmla="*/ 141 h 400"/>
                <a:gd name="T4" fmla="*/ 310 w 405"/>
                <a:gd name="T5" fmla="*/ 561 h 400"/>
                <a:gd name="T6" fmla="*/ 0 w 405"/>
                <a:gd name="T7" fmla="*/ 884 h 4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5" h="400">
                  <a:moveTo>
                    <a:pt x="405" y="0"/>
                  </a:moveTo>
                  <a:cubicBezTo>
                    <a:pt x="361" y="14"/>
                    <a:pt x="324" y="32"/>
                    <a:pt x="280" y="64"/>
                  </a:cubicBezTo>
                  <a:cubicBezTo>
                    <a:pt x="200" y="119"/>
                    <a:pt x="175" y="178"/>
                    <a:pt x="141" y="254"/>
                  </a:cubicBezTo>
                  <a:cubicBezTo>
                    <a:pt x="111" y="321"/>
                    <a:pt x="32" y="339"/>
                    <a:pt x="0" y="400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9" name="Freeform 4696">
              <a:extLst>
                <a:ext uri="{FF2B5EF4-FFF2-40B4-BE49-F238E27FC236}">
                  <a16:creationId xmlns:a16="http://schemas.microsoft.com/office/drawing/2014/main" id="{A6E37F8D-0646-48FE-8830-18B0E0FA7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383"/>
              <a:ext cx="862" cy="327"/>
            </a:xfrm>
            <a:custGeom>
              <a:avLst/>
              <a:gdLst>
                <a:gd name="T0" fmla="*/ 0 w 662"/>
                <a:gd name="T1" fmla="*/ 555 h 251"/>
                <a:gd name="T2" fmla="*/ 1104 w 662"/>
                <a:gd name="T3" fmla="*/ 386 h 251"/>
                <a:gd name="T4" fmla="*/ 1461 w 662"/>
                <a:gd name="T5" fmla="*/ 0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2" h="251">
                  <a:moveTo>
                    <a:pt x="0" y="251"/>
                  </a:moveTo>
                  <a:cubicBezTo>
                    <a:pt x="154" y="197"/>
                    <a:pt x="353" y="235"/>
                    <a:pt x="500" y="174"/>
                  </a:cubicBezTo>
                  <a:cubicBezTo>
                    <a:pt x="610" y="129"/>
                    <a:pt x="614" y="64"/>
                    <a:pt x="662" y="0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0" name="Freeform 4697">
              <a:extLst>
                <a:ext uri="{FF2B5EF4-FFF2-40B4-BE49-F238E27FC236}">
                  <a16:creationId xmlns:a16="http://schemas.microsoft.com/office/drawing/2014/main" id="{14EFD739-ABBE-4AC5-8E20-8714FBB91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452"/>
              <a:ext cx="428" cy="483"/>
            </a:xfrm>
            <a:custGeom>
              <a:avLst/>
              <a:gdLst>
                <a:gd name="T0" fmla="*/ 725 w 329"/>
                <a:gd name="T1" fmla="*/ 0 h 371"/>
                <a:gd name="T2" fmla="*/ 575 w 329"/>
                <a:gd name="T3" fmla="*/ 198 h 371"/>
                <a:gd name="T4" fmla="*/ 393 w 329"/>
                <a:gd name="T5" fmla="*/ 601 h 371"/>
                <a:gd name="T6" fmla="*/ 0 w 329"/>
                <a:gd name="T7" fmla="*/ 819 h 3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9" h="371">
                  <a:moveTo>
                    <a:pt x="329" y="0"/>
                  </a:moveTo>
                  <a:cubicBezTo>
                    <a:pt x="298" y="30"/>
                    <a:pt x="273" y="65"/>
                    <a:pt x="261" y="90"/>
                  </a:cubicBezTo>
                  <a:cubicBezTo>
                    <a:pt x="230" y="152"/>
                    <a:pt x="232" y="219"/>
                    <a:pt x="178" y="273"/>
                  </a:cubicBezTo>
                  <a:cubicBezTo>
                    <a:pt x="124" y="326"/>
                    <a:pt x="49" y="321"/>
                    <a:pt x="0" y="371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1" name="Freeform 4698">
              <a:extLst>
                <a:ext uri="{FF2B5EF4-FFF2-40B4-BE49-F238E27FC236}">
                  <a16:creationId xmlns:a16="http://schemas.microsoft.com/office/drawing/2014/main" id="{DBE400BD-2597-4BEC-BF4F-281A0D531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1501"/>
              <a:ext cx="962" cy="375"/>
            </a:xfrm>
            <a:custGeom>
              <a:avLst/>
              <a:gdLst>
                <a:gd name="T0" fmla="*/ 0 w 740"/>
                <a:gd name="T1" fmla="*/ 635 h 288"/>
                <a:gd name="T2" fmla="*/ 1138 w 740"/>
                <a:gd name="T3" fmla="*/ 236 h 288"/>
                <a:gd name="T4" fmla="*/ 1609 w 740"/>
                <a:gd name="T5" fmla="*/ 17 h 288"/>
                <a:gd name="T6" fmla="*/ 1626 w 740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0" h="288">
                  <a:moveTo>
                    <a:pt x="0" y="288"/>
                  </a:moveTo>
                  <a:cubicBezTo>
                    <a:pt x="107" y="144"/>
                    <a:pt x="342" y="155"/>
                    <a:pt x="518" y="107"/>
                  </a:cubicBezTo>
                  <a:cubicBezTo>
                    <a:pt x="591" y="86"/>
                    <a:pt x="682" y="58"/>
                    <a:pt x="732" y="8"/>
                  </a:cubicBezTo>
                  <a:cubicBezTo>
                    <a:pt x="735" y="5"/>
                    <a:pt x="737" y="3"/>
                    <a:pt x="740" y="0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2" name="Freeform 4699">
              <a:extLst>
                <a:ext uri="{FF2B5EF4-FFF2-40B4-BE49-F238E27FC236}">
                  <a16:creationId xmlns:a16="http://schemas.microsoft.com/office/drawing/2014/main" id="{20D5EDD8-C3D5-4D32-938B-13BBB76B1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494"/>
              <a:ext cx="380" cy="488"/>
            </a:xfrm>
            <a:custGeom>
              <a:avLst/>
              <a:gdLst>
                <a:gd name="T0" fmla="*/ 644 w 292"/>
                <a:gd name="T1" fmla="*/ 0 h 375"/>
                <a:gd name="T2" fmla="*/ 388 w 292"/>
                <a:gd name="T3" fmla="*/ 388 h 375"/>
                <a:gd name="T4" fmla="*/ 161 w 292"/>
                <a:gd name="T5" fmla="*/ 682 h 375"/>
                <a:gd name="T6" fmla="*/ 0 w 292"/>
                <a:gd name="T7" fmla="*/ 826 h 3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2" h="375">
                  <a:moveTo>
                    <a:pt x="292" y="0"/>
                  </a:moveTo>
                  <a:cubicBezTo>
                    <a:pt x="221" y="36"/>
                    <a:pt x="202" y="115"/>
                    <a:pt x="176" y="176"/>
                  </a:cubicBezTo>
                  <a:cubicBezTo>
                    <a:pt x="153" y="229"/>
                    <a:pt x="118" y="271"/>
                    <a:pt x="73" y="310"/>
                  </a:cubicBezTo>
                  <a:cubicBezTo>
                    <a:pt x="46" y="333"/>
                    <a:pt x="7" y="349"/>
                    <a:pt x="0" y="375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3" name="Freeform 4700">
              <a:extLst>
                <a:ext uri="{FF2B5EF4-FFF2-40B4-BE49-F238E27FC236}">
                  <a16:creationId xmlns:a16="http://schemas.microsoft.com/office/drawing/2014/main" id="{659A5557-DEDA-4CAE-8BEA-1EC0B7F77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519"/>
              <a:ext cx="856" cy="446"/>
            </a:xfrm>
            <a:custGeom>
              <a:avLst/>
              <a:gdLst>
                <a:gd name="T0" fmla="*/ 0 w 658"/>
                <a:gd name="T1" fmla="*/ 754 h 343"/>
                <a:gd name="T2" fmla="*/ 544 w 658"/>
                <a:gd name="T3" fmla="*/ 557 h 343"/>
                <a:gd name="T4" fmla="*/ 1059 w 658"/>
                <a:gd name="T5" fmla="*/ 306 h 343"/>
                <a:gd name="T6" fmla="*/ 1419 w 658"/>
                <a:gd name="T7" fmla="*/ 16 h 343"/>
                <a:gd name="T8" fmla="*/ 1449 w 658"/>
                <a:gd name="T9" fmla="*/ 0 h 3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8" h="343">
                  <a:moveTo>
                    <a:pt x="0" y="343"/>
                  </a:moveTo>
                  <a:cubicBezTo>
                    <a:pt x="42" y="291"/>
                    <a:pt x="179" y="268"/>
                    <a:pt x="247" y="253"/>
                  </a:cubicBezTo>
                  <a:cubicBezTo>
                    <a:pt x="346" y="230"/>
                    <a:pt x="412" y="201"/>
                    <a:pt x="481" y="139"/>
                  </a:cubicBezTo>
                  <a:cubicBezTo>
                    <a:pt x="535" y="91"/>
                    <a:pt x="578" y="44"/>
                    <a:pt x="645" y="7"/>
                  </a:cubicBezTo>
                  <a:cubicBezTo>
                    <a:pt x="649" y="5"/>
                    <a:pt x="653" y="3"/>
                    <a:pt x="658" y="0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4" name="Freeform 4701">
              <a:extLst>
                <a:ext uri="{FF2B5EF4-FFF2-40B4-BE49-F238E27FC236}">
                  <a16:creationId xmlns:a16="http://schemas.microsoft.com/office/drawing/2014/main" id="{CD10A5C7-46E4-4195-A3EC-5728A16B4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525"/>
              <a:ext cx="1331" cy="375"/>
            </a:xfrm>
            <a:custGeom>
              <a:avLst/>
              <a:gdLst>
                <a:gd name="T0" fmla="*/ 0 w 1023"/>
                <a:gd name="T1" fmla="*/ 0 h 288"/>
                <a:gd name="T2" fmla="*/ 359 w 1023"/>
                <a:gd name="T3" fmla="*/ 122 h 288"/>
                <a:gd name="T4" fmla="*/ 777 w 1023"/>
                <a:gd name="T5" fmla="*/ 111 h 288"/>
                <a:gd name="T6" fmla="*/ 1500 w 1023"/>
                <a:gd name="T7" fmla="*/ 254 h 288"/>
                <a:gd name="T8" fmla="*/ 2009 w 1023"/>
                <a:gd name="T9" fmla="*/ 523 h 288"/>
                <a:gd name="T10" fmla="*/ 2253 w 1023"/>
                <a:gd name="T11" fmla="*/ 635 h 2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3" h="288">
                  <a:moveTo>
                    <a:pt x="0" y="0"/>
                  </a:moveTo>
                  <a:cubicBezTo>
                    <a:pt x="60" y="24"/>
                    <a:pt x="92" y="50"/>
                    <a:pt x="163" y="55"/>
                  </a:cubicBezTo>
                  <a:cubicBezTo>
                    <a:pt x="229" y="60"/>
                    <a:pt x="288" y="55"/>
                    <a:pt x="353" y="50"/>
                  </a:cubicBezTo>
                  <a:cubicBezTo>
                    <a:pt x="469" y="42"/>
                    <a:pt x="591" y="47"/>
                    <a:pt x="681" y="115"/>
                  </a:cubicBezTo>
                  <a:cubicBezTo>
                    <a:pt x="757" y="173"/>
                    <a:pt x="813" y="208"/>
                    <a:pt x="912" y="237"/>
                  </a:cubicBezTo>
                  <a:cubicBezTo>
                    <a:pt x="958" y="251"/>
                    <a:pt x="1014" y="241"/>
                    <a:pt x="1023" y="288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5" name="Freeform 4702">
              <a:extLst>
                <a:ext uri="{FF2B5EF4-FFF2-40B4-BE49-F238E27FC236}">
                  <a16:creationId xmlns:a16="http://schemas.microsoft.com/office/drawing/2014/main" id="{4F160195-CFBB-4810-BB0E-2F6D33E9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450"/>
              <a:ext cx="1530" cy="151"/>
            </a:xfrm>
            <a:custGeom>
              <a:avLst/>
              <a:gdLst>
                <a:gd name="T0" fmla="*/ 0 w 1176"/>
                <a:gd name="T1" fmla="*/ 0 h 116"/>
                <a:gd name="T2" fmla="*/ 812 w 1176"/>
                <a:gd name="T3" fmla="*/ 46 h 116"/>
                <a:gd name="T4" fmla="*/ 1483 w 1176"/>
                <a:gd name="T5" fmla="*/ 190 h 116"/>
                <a:gd name="T6" fmla="*/ 2033 w 1176"/>
                <a:gd name="T7" fmla="*/ 229 h 116"/>
                <a:gd name="T8" fmla="*/ 2590 w 1176"/>
                <a:gd name="T9" fmla="*/ 23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116">
                  <a:moveTo>
                    <a:pt x="0" y="0"/>
                  </a:moveTo>
                  <a:cubicBezTo>
                    <a:pt x="52" y="75"/>
                    <a:pt x="281" y="29"/>
                    <a:pt x="369" y="21"/>
                  </a:cubicBezTo>
                  <a:cubicBezTo>
                    <a:pt x="487" y="10"/>
                    <a:pt x="568" y="50"/>
                    <a:pt x="673" y="86"/>
                  </a:cubicBezTo>
                  <a:cubicBezTo>
                    <a:pt x="760" y="116"/>
                    <a:pt x="833" y="113"/>
                    <a:pt x="923" y="104"/>
                  </a:cubicBezTo>
                  <a:cubicBezTo>
                    <a:pt x="987" y="98"/>
                    <a:pt x="1124" y="71"/>
                    <a:pt x="1176" y="107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6" name="Freeform 4703">
              <a:extLst>
                <a:ext uri="{FF2B5EF4-FFF2-40B4-BE49-F238E27FC236}">
                  <a16:creationId xmlns:a16="http://schemas.microsoft.com/office/drawing/2014/main" id="{B6A69706-000A-401E-9518-D067C4260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326"/>
              <a:ext cx="251" cy="55"/>
            </a:xfrm>
            <a:custGeom>
              <a:avLst/>
              <a:gdLst>
                <a:gd name="T0" fmla="*/ 424 w 193"/>
                <a:gd name="T1" fmla="*/ 85 h 42"/>
                <a:gd name="T2" fmla="*/ 0 w 193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3" h="42">
                  <a:moveTo>
                    <a:pt x="193" y="38"/>
                  </a:moveTo>
                  <a:cubicBezTo>
                    <a:pt x="124" y="41"/>
                    <a:pt x="57" y="42"/>
                    <a:pt x="0" y="0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7" name="Freeform 4704">
              <a:extLst>
                <a:ext uri="{FF2B5EF4-FFF2-40B4-BE49-F238E27FC236}">
                  <a16:creationId xmlns:a16="http://schemas.microsoft.com/office/drawing/2014/main" id="{12766242-EE50-483D-932D-665FEBAC0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709"/>
              <a:ext cx="237" cy="55"/>
            </a:xfrm>
            <a:custGeom>
              <a:avLst/>
              <a:gdLst>
                <a:gd name="T0" fmla="*/ 402 w 182"/>
                <a:gd name="T1" fmla="*/ 94 h 42"/>
                <a:gd name="T2" fmla="*/ 0 w 182"/>
                <a:gd name="T3" fmla="*/ 93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2" h="42">
                  <a:moveTo>
                    <a:pt x="182" y="42"/>
                  </a:moveTo>
                  <a:cubicBezTo>
                    <a:pt x="143" y="9"/>
                    <a:pt x="41" y="0"/>
                    <a:pt x="0" y="41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8" name="Freeform 4705">
              <a:extLst>
                <a:ext uri="{FF2B5EF4-FFF2-40B4-BE49-F238E27FC236}">
                  <a16:creationId xmlns:a16="http://schemas.microsoft.com/office/drawing/2014/main" id="{08A84F83-9053-4025-A6F5-6889C122B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96"/>
              <a:ext cx="138" cy="111"/>
            </a:xfrm>
            <a:custGeom>
              <a:avLst/>
              <a:gdLst>
                <a:gd name="T0" fmla="*/ 0 w 106"/>
                <a:gd name="T1" fmla="*/ 0 h 85"/>
                <a:gd name="T2" fmla="*/ 214 w 106"/>
                <a:gd name="T3" fmla="*/ 189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85">
                  <a:moveTo>
                    <a:pt x="0" y="0"/>
                  </a:moveTo>
                  <a:cubicBezTo>
                    <a:pt x="92" y="22"/>
                    <a:pt x="106" y="50"/>
                    <a:pt x="97" y="85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9" name="Freeform 4706">
              <a:extLst>
                <a:ext uri="{FF2B5EF4-FFF2-40B4-BE49-F238E27FC236}">
                  <a16:creationId xmlns:a16="http://schemas.microsoft.com/office/drawing/2014/main" id="{1854B831-DA61-4B60-863F-7970962AF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0"/>
              <a:ext cx="136" cy="45"/>
            </a:xfrm>
            <a:custGeom>
              <a:avLst/>
              <a:gdLst>
                <a:gd name="T0" fmla="*/ 228 w 105"/>
                <a:gd name="T1" fmla="*/ 79 h 34"/>
                <a:gd name="T2" fmla="*/ 106 w 105"/>
                <a:gd name="T3" fmla="*/ 33 h 34"/>
                <a:gd name="T4" fmla="*/ 0 w 105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34">
                  <a:moveTo>
                    <a:pt x="105" y="34"/>
                  </a:moveTo>
                  <a:cubicBezTo>
                    <a:pt x="86" y="20"/>
                    <a:pt x="74" y="17"/>
                    <a:pt x="49" y="14"/>
                  </a:cubicBezTo>
                  <a:cubicBezTo>
                    <a:pt x="30" y="11"/>
                    <a:pt x="20" y="1"/>
                    <a:pt x="0" y="0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0" name="Freeform 4707">
              <a:extLst>
                <a:ext uri="{FF2B5EF4-FFF2-40B4-BE49-F238E27FC236}">
                  <a16:creationId xmlns:a16="http://schemas.microsoft.com/office/drawing/2014/main" id="{57E3931D-3A09-42F3-A3B9-F2FBCC19A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705"/>
              <a:ext cx="13" cy="176"/>
            </a:xfrm>
            <a:custGeom>
              <a:avLst/>
              <a:gdLst>
                <a:gd name="T0" fmla="*/ 22 w 10"/>
                <a:gd name="T1" fmla="*/ 0 h 135"/>
                <a:gd name="T2" fmla="*/ 0 w 10"/>
                <a:gd name="T3" fmla="*/ 299 h 1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5">
                  <a:moveTo>
                    <a:pt x="10" y="0"/>
                  </a:moveTo>
                  <a:cubicBezTo>
                    <a:pt x="3" y="47"/>
                    <a:pt x="10" y="89"/>
                    <a:pt x="0" y="135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1" name="Freeform 4708">
              <a:extLst>
                <a:ext uri="{FF2B5EF4-FFF2-40B4-BE49-F238E27FC236}">
                  <a16:creationId xmlns:a16="http://schemas.microsoft.com/office/drawing/2014/main" id="{1FC39157-DD6D-4874-879B-9566744B0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820"/>
              <a:ext cx="210" cy="66"/>
            </a:xfrm>
            <a:custGeom>
              <a:avLst/>
              <a:gdLst>
                <a:gd name="T0" fmla="*/ 357 w 161"/>
                <a:gd name="T1" fmla="*/ 39 h 51"/>
                <a:gd name="T2" fmla="*/ 183 w 161"/>
                <a:gd name="T3" fmla="*/ 13 h 51"/>
                <a:gd name="T4" fmla="*/ 0 w 161"/>
                <a:gd name="T5" fmla="*/ 11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51">
                  <a:moveTo>
                    <a:pt x="161" y="18"/>
                  </a:moveTo>
                  <a:cubicBezTo>
                    <a:pt x="147" y="0"/>
                    <a:pt x="105" y="3"/>
                    <a:pt x="82" y="6"/>
                  </a:cubicBezTo>
                  <a:cubicBezTo>
                    <a:pt x="46" y="12"/>
                    <a:pt x="29" y="35"/>
                    <a:pt x="0" y="51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2" name="Freeform 4709">
              <a:extLst>
                <a:ext uri="{FF2B5EF4-FFF2-40B4-BE49-F238E27FC236}">
                  <a16:creationId xmlns:a16="http://schemas.microsoft.com/office/drawing/2014/main" id="{93BE716B-A61D-46A5-8619-136E37C66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852"/>
              <a:ext cx="118" cy="146"/>
            </a:xfrm>
            <a:custGeom>
              <a:avLst/>
              <a:gdLst>
                <a:gd name="T0" fmla="*/ 198 w 91"/>
                <a:gd name="T1" fmla="*/ 0 h 112"/>
                <a:gd name="T2" fmla="*/ 0 w 91"/>
                <a:gd name="T3" fmla="*/ 248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112">
                  <a:moveTo>
                    <a:pt x="91" y="0"/>
                  </a:moveTo>
                  <a:cubicBezTo>
                    <a:pt x="22" y="15"/>
                    <a:pt x="60" y="93"/>
                    <a:pt x="0" y="112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3" name="Freeform 4710">
              <a:extLst>
                <a:ext uri="{FF2B5EF4-FFF2-40B4-BE49-F238E27FC236}">
                  <a16:creationId xmlns:a16="http://schemas.microsoft.com/office/drawing/2014/main" id="{DC1E982D-458C-4C9E-9EAF-052F14E58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904"/>
              <a:ext cx="268" cy="81"/>
            </a:xfrm>
            <a:custGeom>
              <a:avLst/>
              <a:gdLst>
                <a:gd name="T0" fmla="*/ 454 w 206"/>
                <a:gd name="T1" fmla="*/ 0 h 62"/>
                <a:gd name="T2" fmla="*/ 0 w 206"/>
                <a:gd name="T3" fmla="*/ 13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6" h="62">
                  <a:moveTo>
                    <a:pt x="206" y="0"/>
                  </a:moveTo>
                  <a:cubicBezTo>
                    <a:pt x="174" y="47"/>
                    <a:pt x="50" y="42"/>
                    <a:pt x="0" y="62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4" name="Freeform 4711">
              <a:extLst>
                <a:ext uri="{FF2B5EF4-FFF2-40B4-BE49-F238E27FC236}">
                  <a16:creationId xmlns:a16="http://schemas.microsoft.com/office/drawing/2014/main" id="{FCBC22C8-C166-43C4-B3D1-A75F715A5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8" y="1590"/>
              <a:ext cx="39" cy="176"/>
            </a:xfrm>
            <a:custGeom>
              <a:avLst/>
              <a:gdLst>
                <a:gd name="T0" fmla="*/ 66 w 30"/>
                <a:gd name="T1" fmla="*/ 0 h 135"/>
                <a:gd name="T2" fmla="*/ 0 w 30"/>
                <a:gd name="T3" fmla="*/ 299 h 1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35">
                  <a:moveTo>
                    <a:pt x="30" y="0"/>
                  </a:moveTo>
                  <a:cubicBezTo>
                    <a:pt x="6" y="40"/>
                    <a:pt x="0" y="91"/>
                    <a:pt x="0" y="135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5" name="Freeform 4712">
              <a:extLst>
                <a:ext uri="{FF2B5EF4-FFF2-40B4-BE49-F238E27FC236}">
                  <a16:creationId xmlns:a16="http://schemas.microsoft.com/office/drawing/2014/main" id="{E4B4D424-C860-4E3D-89C9-88D0E5130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1667"/>
              <a:ext cx="219" cy="67"/>
            </a:xfrm>
            <a:custGeom>
              <a:avLst/>
              <a:gdLst>
                <a:gd name="T0" fmla="*/ 372 w 168"/>
                <a:gd name="T1" fmla="*/ 0 h 51"/>
                <a:gd name="T2" fmla="*/ 272 w 168"/>
                <a:gd name="T3" fmla="*/ 51 h 51"/>
                <a:gd name="T4" fmla="*/ 138 w 168"/>
                <a:gd name="T5" fmla="*/ 87 h 51"/>
                <a:gd name="T6" fmla="*/ 0 w 168"/>
                <a:gd name="T7" fmla="*/ 116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1">
                  <a:moveTo>
                    <a:pt x="168" y="0"/>
                  </a:moveTo>
                  <a:cubicBezTo>
                    <a:pt x="152" y="2"/>
                    <a:pt x="139" y="17"/>
                    <a:pt x="123" y="23"/>
                  </a:cubicBezTo>
                  <a:cubicBezTo>
                    <a:pt x="104" y="30"/>
                    <a:pt x="82" y="34"/>
                    <a:pt x="62" y="38"/>
                  </a:cubicBezTo>
                  <a:cubicBezTo>
                    <a:pt x="42" y="43"/>
                    <a:pt x="21" y="51"/>
                    <a:pt x="0" y="51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6" name="Freeform 4713">
              <a:extLst>
                <a:ext uri="{FF2B5EF4-FFF2-40B4-BE49-F238E27FC236}">
                  <a16:creationId xmlns:a16="http://schemas.microsoft.com/office/drawing/2014/main" id="{1EE25A3E-C841-4670-B50A-498EDB11C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670"/>
              <a:ext cx="137" cy="32"/>
            </a:xfrm>
            <a:custGeom>
              <a:avLst/>
              <a:gdLst>
                <a:gd name="T0" fmla="*/ 0 w 105"/>
                <a:gd name="T1" fmla="*/ 19 h 25"/>
                <a:gd name="T2" fmla="*/ 117 w 105"/>
                <a:gd name="T3" fmla="*/ 19 h 25"/>
                <a:gd name="T4" fmla="*/ 234 w 105"/>
                <a:gd name="T5" fmla="*/ 4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9"/>
                  </a:moveTo>
                  <a:cubicBezTo>
                    <a:pt x="24" y="9"/>
                    <a:pt x="31" y="0"/>
                    <a:pt x="53" y="9"/>
                  </a:cubicBezTo>
                  <a:cubicBezTo>
                    <a:pt x="72" y="17"/>
                    <a:pt x="79" y="25"/>
                    <a:pt x="105" y="23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7" name="Freeform 4714">
              <a:extLst>
                <a:ext uri="{FF2B5EF4-FFF2-40B4-BE49-F238E27FC236}">
                  <a16:creationId xmlns:a16="http://schemas.microsoft.com/office/drawing/2014/main" id="{30BE42AB-626E-4936-B3ED-27D7B4494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1743"/>
              <a:ext cx="44" cy="91"/>
            </a:xfrm>
            <a:custGeom>
              <a:avLst/>
              <a:gdLst>
                <a:gd name="T0" fmla="*/ 32 w 34"/>
                <a:gd name="T1" fmla="*/ 0 h 70"/>
                <a:gd name="T2" fmla="*/ 74 w 34"/>
                <a:gd name="T3" fmla="*/ 153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0">
                  <a:moveTo>
                    <a:pt x="15" y="0"/>
                  </a:moveTo>
                  <a:cubicBezTo>
                    <a:pt x="7" y="24"/>
                    <a:pt x="0" y="62"/>
                    <a:pt x="34" y="70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8" name="Freeform 4715">
              <a:extLst>
                <a:ext uri="{FF2B5EF4-FFF2-40B4-BE49-F238E27FC236}">
                  <a16:creationId xmlns:a16="http://schemas.microsoft.com/office/drawing/2014/main" id="{932B5019-E2E6-43C7-B3AE-1D7E705B5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391"/>
              <a:ext cx="193" cy="20"/>
            </a:xfrm>
            <a:custGeom>
              <a:avLst/>
              <a:gdLst>
                <a:gd name="T0" fmla="*/ 329 w 148"/>
                <a:gd name="T1" fmla="*/ 20 h 15"/>
                <a:gd name="T2" fmla="*/ 104 w 148"/>
                <a:gd name="T3" fmla="*/ 9 h 15"/>
                <a:gd name="T4" fmla="*/ 0 w 14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5">
                  <a:moveTo>
                    <a:pt x="148" y="8"/>
                  </a:moveTo>
                  <a:cubicBezTo>
                    <a:pt x="122" y="15"/>
                    <a:pt x="75" y="3"/>
                    <a:pt x="47" y="4"/>
                  </a:cubicBezTo>
                  <a:cubicBezTo>
                    <a:pt x="34" y="4"/>
                    <a:pt x="6" y="8"/>
                    <a:pt x="0" y="0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9" name="Freeform 4716">
              <a:extLst>
                <a:ext uri="{FF2B5EF4-FFF2-40B4-BE49-F238E27FC236}">
                  <a16:creationId xmlns:a16="http://schemas.microsoft.com/office/drawing/2014/main" id="{3D664FFE-D652-45C4-84A9-6A6B87C4E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377"/>
              <a:ext cx="84" cy="86"/>
            </a:xfrm>
            <a:custGeom>
              <a:avLst/>
              <a:gdLst>
                <a:gd name="T0" fmla="*/ 141 w 65"/>
                <a:gd name="T1" fmla="*/ 0 h 66"/>
                <a:gd name="T2" fmla="*/ 1 w 65"/>
                <a:gd name="T3" fmla="*/ 146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66">
                  <a:moveTo>
                    <a:pt x="65" y="0"/>
                  </a:moveTo>
                  <a:cubicBezTo>
                    <a:pt x="39" y="5"/>
                    <a:pt x="0" y="44"/>
                    <a:pt x="1" y="66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0" name="Freeform 4717">
              <a:extLst>
                <a:ext uri="{FF2B5EF4-FFF2-40B4-BE49-F238E27FC236}">
                  <a16:creationId xmlns:a16="http://schemas.microsoft.com/office/drawing/2014/main" id="{12794901-AA98-4C4E-AE8D-8F103CECA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498"/>
              <a:ext cx="65" cy="87"/>
            </a:xfrm>
            <a:custGeom>
              <a:avLst/>
              <a:gdLst>
                <a:gd name="T0" fmla="*/ 0 w 50"/>
                <a:gd name="T1" fmla="*/ 0 h 67"/>
                <a:gd name="T2" fmla="*/ 111 w 50"/>
                <a:gd name="T3" fmla="*/ 147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67">
                  <a:moveTo>
                    <a:pt x="0" y="0"/>
                  </a:moveTo>
                  <a:cubicBezTo>
                    <a:pt x="30" y="19"/>
                    <a:pt x="41" y="41"/>
                    <a:pt x="50" y="67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1" name="Freeform 4718">
              <a:extLst>
                <a:ext uri="{FF2B5EF4-FFF2-40B4-BE49-F238E27FC236}">
                  <a16:creationId xmlns:a16="http://schemas.microsoft.com/office/drawing/2014/main" id="{638EF36F-311E-43E1-BAFD-01895725B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537"/>
              <a:ext cx="126" cy="91"/>
            </a:xfrm>
            <a:custGeom>
              <a:avLst/>
              <a:gdLst>
                <a:gd name="T0" fmla="*/ 0 w 97"/>
                <a:gd name="T1" fmla="*/ 0 h 70"/>
                <a:gd name="T2" fmla="*/ 213 w 97"/>
                <a:gd name="T3" fmla="*/ 153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70">
                  <a:moveTo>
                    <a:pt x="0" y="0"/>
                  </a:moveTo>
                  <a:cubicBezTo>
                    <a:pt x="19" y="24"/>
                    <a:pt x="69" y="56"/>
                    <a:pt x="97" y="70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2" name="Freeform 4719">
              <a:extLst>
                <a:ext uri="{FF2B5EF4-FFF2-40B4-BE49-F238E27FC236}">
                  <a16:creationId xmlns:a16="http://schemas.microsoft.com/office/drawing/2014/main" id="{7FC86540-F2C0-43CB-89F7-685AF8684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64"/>
              <a:ext cx="107" cy="40"/>
            </a:xfrm>
            <a:custGeom>
              <a:avLst/>
              <a:gdLst>
                <a:gd name="T0" fmla="*/ 0 w 82"/>
                <a:gd name="T1" fmla="*/ 67 h 31"/>
                <a:gd name="T2" fmla="*/ 183 w 8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31">
                  <a:moveTo>
                    <a:pt x="0" y="31"/>
                  </a:moveTo>
                  <a:cubicBezTo>
                    <a:pt x="22" y="14"/>
                    <a:pt x="54" y="10"/>
                    <a:pt x="82" y="0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3" name="Freeform 4720">
              <a:extLst>
                <a:ext uri="{FF2B5EF4-FFF2-40B4-BE49-F238E27FC236}">
                  <a16:creationId xmlns:a16="http://schemas.microsoft.com/office/drawing/2014/main" id="{244A9C41-7768-43E0-A2EF-9FC1E118D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425"/>
              <a:ext cx="138" cy="40"/>
            </a:xfrm>
            <a:custGeom>
              <a:avLst/>
              <a:gdLst>
                <a:gd name="T0" fmla="*/ 234 w 106"/>
                <a:gd name="T1" fmla="*/ 0 h 31"/>
                <a:gd name="T2" fmla="*/ 0 w 106"/>
                <a:gd name="T3" fmla="*/ 6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31">
                  <a:moveTo>
                    <a:pt x="106" y="0"/>
                  </a:moveTo>
                  <a:cubicBezTo>
                    <a:pt x="67" y="8"/>
                    <a:pt x="27" y="20"/>
                    <a:pt x="0" y="31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4" name="Freeform 4721">
              <a:extLst>
                <a:ext uri="{FF2B5EF4-FFF2-40B4-BE49-F238E27FC236}">
                  <a16:creationId xmlns:a16="http://schemas.microsoft.com/office/drawing/2014/main" id="{AF1D0AB5-9AB2-4BB5-A992-6A4DE29E5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20"/>
              <a:ext cx="49" cy="43"/>
            </a:xfrm>
            <a:custGeom>
              <a:avLst/>
              <a:gdLst>
                <a:gd name="T0" fmla="*/ 81 w 38"/>
                <a:gd name="T1" fmla="*/ 0 h 33"/>
                <a:gd name="T2" fmla="*/ 0 w 38"/>
                <a:gd name="T3" fmla="*/ 7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3">
                  <a:moveTo>
                    <a:pt x="38" y="0"/>
                  </a:moveTo>
                  <a:cubicBezTo>
                    <a:pt x="18" y="7"/>
                    <a:pt x="10" y="19"/>
                    <a:pt x="0" y="33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5" name="Freeform 4722">
              <a:extLst>
                <a:ext uri="{FF2B5EF4-FFF2-40B4-BE49-F238E27FC236}">
                  <a16:creationId xmlns:a16="http://schemas.microsoft.com/office/drawing/2014/main" id="{A17CF864-B786-4479-B207-F22BC015E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514"/>
              <a:ext cx="9" cy="62"/>
            </a:xfrm>
            <a:custGeom>
              <a:avLst/>
              <a:gdLst>
                <a:gd name="T0" fmla="*/ 0 w 7"/>
                <a:gd name="T1" fmla="*/ 0 h 48"/>
                <a:gd name="T2" fmla="*/ 15 w 7"/>
                <a:gd name="T3" fmla="*/ 10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8">
                  <a:moveTo>
                    <a:pt x="0" y="0"/>
                  </a:moveTo>
                  <a:cubicBezTo>
                    <a:pt x="3" y="16"/>
                    <a:pt x="6" y="32"/>
                    <a:pt x="7" y="48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6" name="Freeform 4723">
              <a:extLst>
                <a:ext uri="{FF2B5EF4-FFF2-40B4-BE49-F238E27FC236}">
                  <a16:creationId xmlns:a16="http://schemas.microsoft.com/office/drawing/2014/main" id="{F130966D-DFE3-4D9A-843F-76C6B9986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656"/>
              <a:ext cx="134" cy="59"/>
            </a:xfrm>
            <a:custGeom>
              <a:avLst/>
              <a:gdLst>
                <a:gd name="T0" fmla="*/ 0 w 103"/>
                <a:gd name="T1" fmla="*/ 0 h 46"/>
                <a:gd name="T2" fmla="*/ 226 w 103"/>
                <a:gd name="T3" fmla="*/ 97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3" h="46">
                  <a:moveTo>
                    <a:pt x="0" y="0"/>
                  </a:moveTo>
                  <a:cubicBezTo>
                    <a:pt x="37" y="10"/>
                    <a:pt x="79" y="21"/>
                    <a:pt x="103" y="46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7" name="Freeform 4724">
              <a:extLst>
                <a:ext uri="{FF2B5EF4-FFF2-40B4-BE49-F238E27FC236}">
                  <a16:creationId xmlns:a16="http://schemas.microsoft.com/office/drawing/2014/main" id="{3025CE7C-B95E-460B-9635-9C5D4DCFE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624"/>
              <a:ext cx="55" cy="76"/>
            </a:xfrm>
            <a:custGeom>
              <a:avLst/>
              <a:gdLst>
                <a:gd name="T0" fmla="*/ 94 w 42"/>
                <a:gd name="T1" fmla="*/ 0 h 58"/>
                <a:gd name="T2" fmla="*/ 0 w 42"/>
                <a:gd name="T3" fmla="*/ 131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58">
                  <a:moveTo>
                    <a:pt x="42" y="0"/>
                  </a:moveTo>
                  <a:cubicBezTo>
                    <a:pt x="22" y="11"/>
                    <a:pt x="2" y="39"/>
                    <a:pt x="0" y="58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8" name="Freeform 4725">
              <a:extLst>
                <a:ext uri="{FF2B5EF4-FFF2-40B4-BE49-F238E27FC236}">
                  <a16:creationId xmlns:a16="http://schemas.microsoft.com/office/drawing/2014/main" id="{432B719A-99F8-4563-9824-DFBA2DC6D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662"/>
              <a:ext cx="106" cy="76"/>
            </a:xfrm>
            <a:custGeom>
              <a:avLst/>
              <a:gdLst>
                <a:gd name="T0" fmla="*/ 0 w 82"/>
                <a:gd name="T1" fmla="*/ 0 h 58"/>
                <a:gd name="T2" fmla="*/ 177 w 82"/>
                <a:gd name="T3" fmla="*/ 131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58">
                  <a:moveTo>
                    <a:pt x="0" y="0"/>
                  </a:moveTo>
                  <a:cubicBezTo>
                    <a:pt x="30" y="14"/>
                    <a:pt x="73" y="27"/>
                    <a:pt x="82" y="58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9" name="Freeform 4726">
              <a:extLst>
                <a:ext uri="{FF2B5EF4-FFF2-40B4-BE49-F238E27FC236}">
                  <a16:creationId xmlns:a16="http://schemas.microsoft.com/office/drawing/2014/main" id="{35F4BE5E-E55B-4E57-B3F2-4EA183F02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467"/>
              <a:ext cx="134" cy="95"/>
            </a:xfrm>
            <a:custGeom>
              <a:avLst/>
              <a:gdLst>
                <a:gd name="T0" fmla="*/ 226 w 103"/>
                <a:gd name="T1" fmla="*/ 0 h 73"/>
                <a:gd name="T2" fmla="*/ 88 w 103"/>
                <a:gd name="T3" fmla="*/ 111 h 73"/>
                <a:gd name="T4" fmla="*/ 0 w 103"/>
                <a:gd name="T5" fmla="*/ 161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73">
                  <a:moveTo>
                    <a:pt x="103" y="0"/>
                  </a:moveTo>
                  <a:cubicBezTo>
                    <a:pt x="84" y="18"/>
                    <a:pt x="60" y="32"/>
                    <a:pt x="40" y="50"/>
                  </a:cubicBezTo>
                  <a:cubicBezTo>
                    <a:pt x="30" y="58"/>
                    <a:pt x="15" y="72"/>
                    <a:pt x="0" y="73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0" name="Freeform 4727">
              <a:extLst>
                <a:ext uri="{FF2B5EF4-FFF2-40B4-BE49-F238E27FC236}">
                  <a16:creationId xmlns:a16="http://schemas.microsoft.com/office/drawing/2014/main" id="{A1CD1A22-0A3F-4F96-95E7-B169B67AC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404"/>
              <a:ext cx="37" cy="59"/>
            </a:xfrm>
            <a:custGeom>
              <a:avLst/>
              <a:gdLst>
                <a:gd name="T0" fmla="*/ 65 w 28"/>
                <a:gd name="T1" fmla="*/ 0 h 45"/>
                <a:gd name="T2" fmla="*/ 0 w 28"/>
                <a:gd name="T3" fmla="*/ 101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5">
                  <a:moveTo>
                    <a:pt x="28" y="0"/>
                  </a:moveTo>
                  <a:cubicBezTo>
                    <a:pt x="20" y="0"/>
                    <a:pt x="10" y="38"/>
                    <a:pt x="0" y="45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1" name="Freeform 4728">
              <a:extLst>
                <a:ext uri="{FF2B5EF4-FFF2-40B4-BE49-F238E27FC236}">
                  <a16:creationId xmlns:a16="http://schemas.microsoft.com/office/drawing/2014/main" id="{7009CA95-560F-432D-83A2-0BCDF5F6B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843"/>
              <a:ext cx="154" cy="22"/>
            </a:xfrm>
            <a:custGeom>
              <a:avLst/>
              <a:gdLst>
                <a:gd name="T0" fmla="*/ 0 w 119"/>
                <a:gd name="T1" fmla="*/ 0 h 17"/>
                <a:gd name="T2" fmla="*/ 167 w 119"/>
                <a:gd name="T3" fmla="*/ 16 h 17"/>
                <a:gd name="T4" fmla="*/ 258 w 119"/>
                <a:gd name="T5" fmla="*/ 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7">
                  <a:moveTo>
                    <a:pt x="0" y="0"/>
                  </a:moveTo>
                  <a:cubicBezTo>
                    <a:pt x="27" y="4"/>
                    <a:pt x="50" y="6"/>
                    <a:pt x="77" y="7"/>
                  </a:cubicBezTo>
                  <a:cubicBezTo>
                    <a:pt x="93" y="8"/>
                    <a:pt x="105" y="10"/>
                    <a:pt x="119" y="17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2" name="Freeform 4729">
              <a:extLst>
                <a:ext uri="{FF2B5EF4-FFF2-40B4-BE49-F238E27FC236}">
                  <a16:creationId xmlns:a16="http://schemas.microsoft.com/office/drawing/2014/main" id="{BC9DF95D-01BC-4081-A77A-88960D2D3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820"/>
              <a:ext cx="136" cy="17"/>
            </a:xfrm>
            <a:custGeom>
              <a:avLst/>
              <a:gdLst>
                <a:gd name="T0" fmla="*/ 233 w 104"/>
                <a:gd name="T1" fmla="*/ 29 h 13"/>
                <a:gd name="T2" fmla="*/ 101 w 104"/>
                <a:gd name="T3" fmla="*/ 0 h 13"/>
                <a:gd name="T4" fmla="*/ 0 w 104"/>
                <a:gd name="T5" fmla="*/ 1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13">
                  <a:moveTo>
                    <a:pt x="104" y="13"/>
                  </a:moveTo>
                  <a:cubicBezTo>
                    <a:pt x="84" y="9"/>
                    <a:pt x="67" y="0"/>
                    <a:pt x="45" y="0"/>
                  </a:cubicBezTo>
                  <a:cubicBezTo>
                    <a:pt x="33" y="1"/>
                    <a:pt x="8" y="2"/>
                    <a:pt x="0" y="8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3" name="Freeform 4730">
              <a:extLst>
                <a:ext uri="{FF2B5EF4-FFF2-40B4-BE49-F238E27FC236}">
                  <a16:creationId xmlns:a16="http://schemas.microsoft.com/office/drawing/2014/main" id="{39AEA55C-651C-4BF9-B7C4-521D63218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731"/>
              <a:ext cx="32" cy="128"/>
            </a:xfrm>
            <a:custGeom>
              <a:avLst/>
              <a:gdLst>
                <a:gd name="T0" fmla="*/ 52 w 25"/>
                <a:gd name="T1" fmla="*/ 0 h 98"/>
                <a:gd name="T2" fmla="*/ 52 w 25"/>
                <a:gd name="T3" fmla="*/ 218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8">
                  <a:moveTo>
                    <a:pt x="25" y="0"/>
                  </a:moveTo>
                  <a:cubicBezTo>
                    <a:pt x="0" y="26"/>
                    <a:pt x="13" y="74"/>
                    <a:pt x="25" y="98"/>
                  </a:cubicBezTo>
                </a:path>
              </a:pathLst>
            </a:custGeom>
            <a:noFill/>
            <a:ln w="41275" cap="rnd">
              <a:solidFill>
                <a:srgbClr val="1438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4" name="Freeform 4731">
              <a:extLst>
                <a:ext uri="{FF2B5EF4-FFF2-40B4-BE49-F238E27FC236}">
                  <a16:creationId xmlns:a16="http://schemas.microsoft.com/office/drawing/2014/main" id="{905FAA1A-FD34-4C70-BB85-9AF96DCD0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744"/>
              <a:ext cx="110" cy="91"/>
            </a:xfrm>
            <a:custGeom>
              <a:avLst/>
              <a:gdLst>
                <a:gd name="T0" fmla="*/ 0 w 85"/>
                <a:gd name="T1" fmla="*/ 146 h 70"/>
                <a:gd name="T2" fmla="*/ 5 w 85"/>
                <a:gd name="T3" fmla="*/ 153 h 70"/>
                <a:gd name="T4" fmla="*/ 184 w 85"/>
                <a:gd name="T5" fmla="*/ 0 h 70"/>
                <a:gd name="T6" fmla="*/ 0 w 85"/>
                <a:gd name="T7" fmla="*/ 14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70">
                  <a:moveTo>
                    <a:pt x="0" y="66"/>
                  </a:moveTo>
                  <a:cubicBezTo>
                    <a:pt x="0" y="66"/>
                    <a:pt x="2" y="65"/>
                    <a:pt x="2" y="70"/>
                  </a:cubicBezTo>
                  <a:cubicBezTo>
                    <a:pt x="2" y="70"/>
                    <a:pt x="37" y="18"/>
                    <a:pt x="85" y="0"/>
                  </a:cubicBezTo>
                  <a:cubicBezTo>
                    <a:pt x="85" y="0"/>
                    <a:pt x="31" y="16"/>
                    <a:pt x="0" y="66"/>
                  </a:cubicBezTo>
                  <a:close/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5" name="Freeform 4732">
              <a:extLst>
                <a:ext uri="{FF2B5EF4-FFF2-40B4-BE49-F238E27FC236}">
                  <a16:creationId xmlns:a16="http://schemas.microsoft.com/office/drawing/2014/main" id="{35A4049A-292C-48C3-93D5-F99059638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705"/>
              <a:ext cx="103" cy="59"/>
            </a:xfrm>
            <a:custGeom>
              <a:avLst/>
              <a:gdLst>
                <a:gd name="T0" fmla="*/ 0 w 79"/>
                <a:gd name="T1" fmla="*/ 0 h 45"/>
                <a:gd name="T2" fmla="*/ 163 w 79"/>
                <a:gd name="T3" fmla="*/ 101 h 45"/>
                <a:gd name="T4" fmla="*/ 0 w 79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45">
                  <a:moveTo>
                    <a:pt x="0" y="0"/>
                  </a:moveTo>
                  <a:cubicBezTo>
                    <a:pt x="0" y="0"/>
                    <a:pt x="67" y="16"/>
                    <a:pt x="74" y="45"/>
                  </a:cubicBezTo>
                  <a:cubicBezTo>
                    <a:pt x="74" y="45"/>
                    <a:pt x="79" y="15"/>
                    <a:pt x="0" y="0"/>
                  </a:cubicBezTo>
                  <a:close/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6" name="Freeform 4733">
              <a:extLst>
                <a:ext uri="{FF2B5EF4-FFF2-40B4-BE49-F238E27FC236}">
                  <a16:creationId xmlns:a16="http://schemas.microsoft.com/office/drawing/2014/main" id="{BB272C53-044C-414B-9922-0D8337075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1589"/>
              <a:ext cx="133" cy="34"/>
            </a:xfrm>
            <a:custGeom>
              <a:avLst/>
              <a:gdLst>
                <a:gd name="T0" fmla="*/ 0 w 102"/>
                <a:gd name="T1" fmla="*/ 0 h 26"/>
                <a:gd name="T2" fmla="*/ 226 w 102"/>
                <a:gd name="T3" fmla="*/ 35 h 26"/>
                <a:gd name="T4" fmla="*/ 0 w 10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6">
                  <a:moveTo>
                    <a:pt x="0" y="0"/>
                  </a:moveTo>
                  <a:cubicBezTo>
                    <a:pt x="0" y="0"/>
                    <a:pt x="45" y="19"/>
                    <a:pt x="102" y="16"/>
                  </a:cubicBezTo>
                  <a:cubicBezTo>
                    <a:pt x="102" y="16"/>
                    <a:pt x="47" y="26"/>
                    <a:pt x="0" y="0"/>
                  </a:cubicBezTo>
                  <a:close/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7" name="Freeform 4734">
              <a:extLst>
                <a:ext uri="{FF2B5EF4-FFF2-40B4-BE49-F238E27FC236}">
                  <a16:creationId xmlns:a16="http://schemas.microsoft.com/office/drawing/2014/main" id="{5DC360ED-689E-4FBE-AE81-48900C39C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843"/>
              <a:ext cx="17" cy="38"/>
            </a:xfrm>
            <a:custGeom>
              <a:avLst/>
              <a:gdLst>
                <a:gd name="T0" fmla="*/ 0 w 13"/>
                <a:gd name="T1" fmla="*/ 0 h 29"/>
                <a:gd name="T2" fmla="*/ 22 w 13"/>
                <a:gd name="T3" fmla="*/ 37 h 29"/>
                <a:gd name="T4" fmla="*/ 16 w 13"/>
                <a:gd name="T5" fmla="*/ 63 h 29"/>
                <a:gd name="T6" fmla="*/ 29 w 13"/>
                <a:gd name="T7" fmla="*/ 66 h 29"/>
                <a:gd name="T8" fmla="*/ 21 w 13"/>
                <a:gd name="T9" fmla="*/ 31 h 29"/>
                <a:gd name="T10" fmla="*/ 1 w 13"/>
                <a:gd name="T11" fmla="*/ 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9">
                  <a:moveTo>
                    <a:pt x="0" y="0"/>
                  </a:moveTo>
                  <a:cubicBezTo>
                    <a:pt x="2" y="5"/>
                    <a:pt x="8" y="11"/>
                    <a:pt x="10" y="16"/>
                  </a:cubicBezTo>
                  <a:cubicBezTo>
                    <a:pt x="10" y="21"/>
                    <a:pt x="7" y="24"/>
                    <a:pt x="7" y="28"/>
                  </a:cubicBezTo>
                  <a:cubicBezTo>
                    <a:pt x="9" y="28"/>
                    <a:pt x="11" y="28"/>
                    <a:pt x="13" y="29"/>
                  </a:cubicBezTo>
                  <a:cubicBezTo>
                    <a:pt x="10" y="25"/>
                    <a:pt x="13" y="19"/>
                    <a:pt x="9" y="14"/>
                  </a:cubicBezTo>
                  <a:cubicBezTo>
                    <a:pt x="6" y="10"/>
                    <a:pt x="2" y="8"/>
                    <a:pt x="1" y="3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8" name="Freeform 4735">
              <a:extLst>
                <a:ext uri="{FF2B5EF4-FFF2-40B4-BE49-F238E27FC236}">
                  <a16:creationId xmlns:a16="http://schemas.microsoft.com/office/drawing/2014/main" id="{3E4CFEAD-E0FF-4D39-98FB-2EAED3773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852"/>
              <a:ext cx="60" cy="41"/>
            </a:xfrm>
            <a:custGeom>
              <a:avLst/>
              <a:gdLst>
                <a:gd name="T0" fmla="*/ 5 w 46"/>
                <a:gd name="T1" fmla="*/ 50 h 31"/>
                <a:gd name="T2" fmla="*/ 5 w 46"/>
                <a:gd name="T3" fmla="*/ 66 h 31"/>
                <a:gd name="T4" fmla="*/ 38 w 46"/>
                <a:gd name="T5" fmla="*/ 49 h 31"/>
                <a:gd name="T6" fmla="*/ 102 w 46"/>
                <a:gd name="T7" fmla="*/ 0 h 31"/>
                <a:gd name="T8" fmla="*/ 35 w 46"/>
                <a:gd name="T9" fmla="*/ 45 h 31"/>
                <a:gd name="T10" fmla="*/ 5 w 46"/>
                <a:gd name="T11" fmla="*/ 6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1">
                  <a:moveTo>
                    <a:pt x="2" y="22"/>
                  </a:moveTo>
                  <a:cubicBezTo>
                    <a:pt x="0" y="24"/>
                    <a:pt x="0" y="28"/>
                    <a:pt x="2" y="29"/>
                  </a:cubicBezTo>
                  <a:cubicBezTo>
                    <a:pt x="6" y="31"/>
                    <a:pt x="14" y="22"/>
                    <a:pt x="17" y="21"/>
                  </a:cubicBezTo>
                  <a:cubicBezTo>
                    <a:pt x="28" y="15"/>
                    <a:pt x="37" y="8"/>
                    <a:pt x="46" y="0"/>
                  </a:cubicBezTo>
                  <a:cubicBezTo>
                    <a:pt x="40" y="8"/>
                    <a:pt x="25" y="16"/>
                    <a:pt x="16" y="20"/>
                  </a:cubicBezTo>
                  <a:cubicBezTo>
                    <a:pt x="12" y="22"/>
                    <a:pt x="7" y="24"/>
                    <a:pt x="2" y="26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9" name="Freeform 4736">
              <a:extLst>
                <a:ext uri="{FF2B5EF4-FFF2-40B4-BE49-F238E27FC236}">
                  <a16:creationId xmlns:a16="http://schemas.microsoft.com/office/drawing/2014/main" id="{D07FF22C-9326-4D49-B0ED-D1D336AC8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680"/>
              <a:ext cx="115" cy="25"/>
            </a:xfrm>
            <a:custGeom>
              <a:avLst/>
              <a:gdLst>
                <a:gd name="T0" fmla="*/ 0 w 89"/>
                <a:gd name="T1" fmla="*/ 37 h 19"/>
                <a:gd name="T2" fmla="*/ 120 w 89"/>
                <a:gd name="T3" fmla="*/ 12 h 19"/>
                <a:gd name="T4" fmla="*/ 193 w 89"/>
                <a:gd name="T5" fmla="*/ 0 h 19"/>
                <a:gd name="T6" fmla="*/ 93 w 89"/>
                <a:gd name="T7" fmla="*/ 21 h 19"/>
                <a:gd name="T8" fmla="*/ 0 w 89"/>
                <a:gd name="T9" fmla="*/ 4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9">
                  <a:moveTo>
                    <a:pt x="0" y="16"/>
                  </a:moveTo>
                  <a:cubicBezTo>
                    <a:pt x="19" y="11"/>
                    <a:pt x="38" y="9"/>
                    <a:pt x="56" y="5"/>
                  </a:cubicBezTo>
                  <a:cubicBezTo>
                    <a:pt x="67" y="3"/>
                    <a:pt x="78" y="0"/>
                    <a:pt x="89" y="0"/>
                  </a:cubicBezTo>
                  <a:cubicBezTo>
                    <a:pt x="73" y="0"/>
                    <a:pt x="58" y="6"/>
                    <a:pt x="43" y="9"/>
                  </a:cubicBezTo>
                  <a:cubicBezTo>
                    <a:pt x="29" y="12"/>
                    <a:pt x="14" y="14"/>
                    <a:pt x="0" y="19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0" name="Freeform 4737">
              <a:extLst>
                <a:ext uri="{FF2B5EF4-FFF2-40B4-BE49-F238E27FC236}">
                  <a16:creationId xmlns:a16="http://schemas.microsoft.com/office/drawing/2014/main" id="{E9BC56EF-C930-4F3B-899A-89FDA0960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891"/>
              <a:ext cx="80" cy="61"/>
            </a:xfrm>
            <a:custGeom>
              <a:avLst/>
              <a:gdLst>
                <a:gd name="T0" fmla="*/ 0 w 61"/>
                <a:gd name="T1" fmla="*/ 75 h 47"/>
                <a:gd name="T2" fmla="*/ 71 w 61"/>
                <a:gd name="T3" fmla="*/ 39 h 47"/>
                <a:gd name="T4" fmla="*/ 138 w 61"/>
                <a:gd name="T5" fmla="*/ 0 h 47"/>
                <a:gd name="T6" fmla="*/ 100 w 61"/>
                <a:gd name="T7" fmla="*/ 23 h 47"/>
                <a:gd name="T8" fmla="*/ 59 w 61"/>
                <a:gd name="T9" fmla="*/ 52 h 47"/>
                <a:gd name="T10" fmla="*/ 0 w 61"/>
                <a:gd name="T11" fmla="*/ 8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7">
                  <a:moveTo>
                    <a:pt x="0" y="35"/>
                  </a:moveTo>
                  <a:cubicBezTo>
                    <a:pt x="10" y="32"/>
                    <a:pt x="22" y="25"/>
                    <a:pt x="31" y="18"/>
                  </a:cubicBezTo>
                  <a:cubicBezTo>
                    <a:pt x="41" y="12"/>
                    <a:pt x="49" y="4"/>
                    <a:pt x="61" y="0"/>
                  </a:cubicBezTo>
                  <a:cubicBezTo>
                    <a:pt x="54" y="2"/>
                    <a:pt x="49" y="8"/>
                    <a:pt x="44" y="11"/>
                  </a:cubicBezTo>
                  <a:cubicBezTo>
                    <a:pt x="38" y="16"/>
                    <a:pt x="31" y="19"/>
                    <a:pt x="26" y="24"/>
                  </a:cubicBezTo>
                  <a:cubicBezTo>
                    <a:pt x="21" y="28"/>
                    <a:pt x="9" y="47"/>
                    <a:pt x="0" y="38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1" name="Freeform 4738">
              <a:extLst>
                <a:ext uri="{FF2B5EF4-FFF2-40B4-BE49-F238E27FC236}">
                  <a16:creationId xmlns:a16="http://schemas.microsoft.com/office/drawing/2014/main" id="{E223D658-EA7C-45A8-BECB-28C2C2848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484"/>
              <a:ext cx="69" cy="17"/>
            </a:xfrm>
            <a:custGeom>
              <a:avLst/>
              <a:gdLst>
                <a:gd name="T0" fmla="*/ 0 w 53"/>
                <a:gd name="T1" fmla="*/ 5 h 13"/>
                <a:gd name="T2" fmla="*/ 56 w 53"/>
                <a:gd name="T3" fmla="*/ 21 h 13"/>
                <a:gd name="T4" fmla="*/ 89 w 53"/>
                <a:gd name="T5" fmla="*/ 12 h 13"/>
                <a:gd name="T6" fmla="*/ 117 w 53"/>
                <a:gd name="T7" fmla="*/ 0 h 13"/>
                <a:gd name="T8" fmla="*/ 112 w 53"/>
                <a:gd name="T9" fmla="*/ 7 h 13"/>
                <a:gd name="T10" fmla="*/ 100 w 53"/>
                <a:gd name="T11" fmla="*/ 16 h 13"/>
                <a:gd name="T12" fmla="*/ 68 w 53"/>
                <a:gd name="T13" fmla="*/ 29 h 13"/>
                <a:gd name="T14" fmla="*/ 27 w 53"/>
                <a:gd name="T15" fmla="*/ 24 h 13"/>
                <a:gd name="T16" fmla="*/ 13 w 53"/>
                <a:gd name="T17" fmla="*/ 21 h 13"/>
                <a:gd name="T18" fmla="*/ 1 w 53"/>
                <a:gd name="T19" fmla="*/ 17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13">
                  <a:moveTo>
                    <a:pt x="0" y="2"/>
                  </a:moveTo>
                  <a:cubicBezTo>
                    <a:pt x="7" y="8"/>
                    <a:pt x="15" y="11"/>
                    <a:pt x="25" y="9"/>
                  </a:cubicBezTo>
                  <a:cubicBezTo>
                    <a:pt x="30" y="8"/>
                    <a:pt x="35" y="6"/>
                    <a:pt x="40" y="5"/>
                  </a:cubicBezTo>
                  <a:cubicBezTo>
                    <a:pt x="45" y="3"/>
                    <a:pt x="49" y="0"/>
                    <a:pt x="53" y="0"/>
                  </a:cubicBezTo>
                  <a:cubicBezTo>
                    <a:pt x="52" y="0"/>
                    <a:pt x="52" y="2"/>
                    <a:pt x="51" y="3"/>
                  </a:cubicBezTo>
                  <a:cubicBezTo>
                    <a:pt x="50" y="4"/>
                    <a:pt x="48" y="6"/>
                    <a:pt x="45" y="7"/>
                  </a:cubicBezTo>
                  <a:cubicBezTo>
                    <a:pt x="41" y="10"/>
                    <a:pt x="36" y="12"/>
                    <a:pt x="31" y="13"/>
                  </a:cubicBezTo>
                  <a:cubicBezTo>
                    <a:pt x="25" y="13"/>
                    <a:pt x="18" y="13"/>
                    <a:pt x="12" y="11"/>
                  </a:cubicBezTo>
                  <a:cubicBezTo>
                    <a:pt x="9" y="11"/>
                    <a:pt x="9" y="10"/>
                    <a:pt x="6" y="9"/>
                  </a:cubicBezTo>
                  <a:cubicBezTo>
                    <a:pt x="4" y="8"/>
                    <a:pt x="2" y="8"/>
                    <a:pt x="1" y="8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2" name="Freeform 4739">
              <a:extLst>
                <a:ext uri="{FF2B5EF4-FFF2-40B4-BE49-F238E27FC236}">
                  <a16:creationId xmlns:a16="http://schemas.microsoft.com/office/drawing/2014/main" id="{8289CB9D-527D-41CB-B9AF-B622C28CC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570"/>
              <a:ext cx="27" cy="20"/>
            </a:xfrm>
            <a:custGeom>
              <a:avLst/>
              <a:gdLst>
                <a:gd name="T0" fmla="*/ 45 w 21"/>
                <a:gd name="T1" fmla="*/ 0 h 16"/>
                <a:gd name="T2" fmla="*/ 0 w 21"/>
                <a:gd name="T3" fmla="*/ 29 h 16"/>
                <a:gd name="T4" fmla="*/ 39 w 21"/>
                <a:gd name="T5" fmla="*/ 24 h 16"/>
                <a:gd name="T6" fmla="*/ 45 w 21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9" y="10"/>
                    <a:pt x="9" y="12"/>
                    <a:pt x="0" y="14"/>
                  </a:cubicBezTo>
                  <a:cubicBezTo>
                    <a:pt x="4" y="16"/>
                    <a:pt x="14" y="15"/>
                    <a:pt x="18" y="12"/>
                  </a:cubicBezTo>
                  <a:cubicBezTo>
                    <a:pt x="21" y="9"/>
                    <a:pt x="21" y="5"/>
                    <a:pt x="21" y="2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3" name="Freeform 4740">
              <a:extLst>
                <a:ext uri="{FF2B5EF4-FFF2-40B4-BE49-F238E27FC236}">
                  <a16:creationId xmlns:a16="http://schemas.microsoft.com/office/drawing/2014/main" id="{84B96B55-5AA9-45D8-841B-7FAAFDE83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592"/>
              <a:ext cx="17" cy="19"/>
            </a:xfrm>
            <a:custGeom>
              <a:avLst/>
              <a:gdLst>
                <a:gd name="T0" fmla="*/ 29 w 13"/>
                <a:gd name="T1" fmla="*/ 10 h 15"/>
                <a:gd name="T2" fmla="*/ 1 w 13"/>
                <a:gd name="T3" fmla="*/ 30 h 15"/>
                <a:gd name="T4" fmla="*/ 27 w 13"/>
                <a:gd name="T5" fmla="*/ 1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3" y="5"/>
                  </a:moveTo>
                  <a:cubicBezTo>
                    <a:pt x="7" y="5"/>
                    <a:pt x="1" y="10"/>
                    <a:pt x="1" y="15"/>
                  </a:cubicBezTo>
                  <a:cubicBezTo>
                    <a:pt x="0" y="11"/>
                    <a:pt x="7" y="0"/>
                    <a:pt x="12" y="5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4" name="Freeform 4741">
              <a:extLst>
                <a:ext uri="{FF2B5EF4-FFF2-40B4-BE49-F238E27FC236}">
                  <a16:creationId xmlns:a16="http://schemas.microsoft.com/office/drawing/2014/main" id="{2DB1150A-EFF6-4A7B-85A7-C1BE0184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666"/>
              <a:ext cx="13" cy="19"/>
            </a:xfrm>
            <a:custGeom>
              <a:avLst/>
              <a:gdLst>
                <a:gd name="T0" fmla="*/ 0 w 10"/>
                <a:gd name="T1" fmla="*/ 6 h 15"/>
                <a:gd name="T2" fmla="*/ 7 w 10"/>
                <a:gd name="T3" fmla="*/ 30 h 15"/>
                <a:gd name="T4" fmla="*/ 22 w 10"/>
                <a:gd name="T5" fmla="*/ 13 h 15"/>
                <a:gd name="T6" fmla="*/ 5 w 10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3"/>
                  </a:moveTo>
                  <a:cubicBezTo>
                    <a:pt x="8" y="2"/>
                    <a:pt x="9" y="12"/>
                    <a:pt x="3" y="15"/>
                  </a:cubicBezTo>
                  <a:cubicBezTo>
                    <a:pt x="6" y="13"/>
                    <a:pt x="10" y="10"/>
                    <a:pt x="10" y="6"/>
                  </a:cubicBezTo>
                  <a:cubicBezTo>
                    <a:pt x="10" y="3"/>
                    <a:pt x="6" y="0"/>
                    <a:pt x="2" y="1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5" name="Freeform 4742">
              <a:extLst>
                <a:ext uri="{FF2B5EF4-FFF2-40B4-BE49-F238E27FC236}">
                  <a16:creationId xmlns:a16="http://schemas.microsoft.com/office/drawing/2014/main" id="{0F779F0F-5F37-4119-906E-5B0D9CD38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603"/>
              <a:ext cx="15" cy="16"/>
            </a:xfrm>
            <a:custGeom>
              <a:avLst/>
              <a:gdLst>
                <a:gd name="T0" fmla="*/ 1 w 12"/>
                <a:gd name="T1" fmla="*/ 0 h 12"/>
                <a:gd name="T2" fmla="*/ 0 w 12"/>
                <a:gd name="T3" fmla="*/ 28 h 12"/>
                <a:gd name="T4" fmla="*/ 6 w 12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" y="0"/>
                  </a:moveTo>
                  <a:cubicBezTo>
                    <a:pt x="5" y="4"/>
                    <a:pt x="9" y="11"/>
                    <a:pt x="0" y="12"/>
                  </a:cubicBezTo>
                  <a:cubicBezTo>
                    <a:pt x="7" y="11"/>
                    <a:pt x="12" y="3"/>
                    <a:pt x="3" y="2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6" name="Freeform 4743">
              <a:extLst>
                <a:ext uri="{FF2B5EF4-FFF2-40B4-BE49-F238E27FC236}">
                  <a16:creationId xmlns:a16="http://schemas.microsoft.com/office/drawing/2014/main" id="{B7A650B0-8FB7-47FE-A2EC-FF9B3C12C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623"/>
              <a:ext cx="25" cy="14"/>
            </a:xfrm>
            <a:custGeom>
              <a:avLst/>
              <a:gdLst>
                <a:gd name="T0" fmla="*/ 42 w 19"/>
                <a:gd name="T1" fmla="*/ 14 h 11"/>
                <a:gd name="T2" fmla="*/ 0 w 19"/>
                <a:gd name="T3" fmla="*/ 23 h 11"/>
                <a:gd name="T4" fmla="*/ 14 w 19"/>
                <a:gd name="T5" fmla="*/ 5 h 11"/>
                <a:gd name="T6" fmla="*/ 43 w 19"/>
                <a:gd name="T7" fmla="*/ 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18" y="7"/>
                  </a:moveTo>
                  <a:cubicBezTo>
                    <a:pt x="11" y="3"/>
                    <a:pt x="4" y="6"/>
                    <a:pt x="0" y="11"/>
                  </a:cubicBezTo>
                  <a:cubicBezTo>
                    <a:pt x="0" y="8"/>
                    <a:pt x="3" y="4"/>
                    <a:pt x="6" y="2"/>
                  </a:cubicBezTo>
                  <a:cubicBezTo>
                    <a:pt x="13" y="0"/>
                    <a:pt x="17" y="5"/>
                    <a:pt x="19" y="9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7" name="Freeform 4744">
              <a:extLst>
                <a:ext uri="{FF2B5EF4-FFF2-40B4-BE49-F238E27FC236}">
                  <a16:creationId xmlns:a16="http://schemas.microsoft.com/office/drawing/2014/main" id="{C7984A04-82A9-4D4D-8974-511958B1C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1549"/>
              <a:ext cx="29" cy="65"/>
            </a:xfrm>
            <a:custGeom>
              <a:avLst/>
              <a:gdLst>
                <a:gd name="T0" fmla="*/ 50 w 22"/>
                <a:gd name="T1" fmla="*/ 0 h 50"/>
                <a:gd name="T2" fmla="*/ 20 w 22"/>
                <a:gd name="T3" fmla="*/ 61 h 50"/>
                <a:gd name="T4" fmla="*/ 0 w 22"/>
                <a:gd name="T5" fmla="*/ 111 h 50"/>
                <a:gd name="T6" fmla="*/ 12 w 22"/>
                <a:gd name="T7" fmla="*/ 86 h 50"/>
                <a:gd name="T8" fmla="*/ 28 w 22"/>
                <a:gd name="T9" fmla="*/ 52 h 50"/>
                <a:gd name="T10" fmla="*/ 50 w 22"/>
                <a:gd name="T11" fmla="*/ 7 h 50"/>
                <a:gd name="T12" fmla="*/ 45 w 22"/>
                <a:gd name="T13" fmla="*/ 5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0">
                  <a:moveTo>
                    <a:pt x="22" y="0"/>
                  </a:moveTo>
                  <a:cubicBezTo>
                    <a:pt x="14" y="7"/>
                    <a:pt x="11" y="20"/>
                    <a:pt x="8" y="28"/>
                  </a:cubicBezTo>
                  <a:cubicBezTo>
                    <a:pt x="5" y="35"/>
                    <a:pt x="1" y="43"/>
                    <a:pt x="0" y="50"/>
                  </a:cubicBezTo>
                  <a:cubicBezTo>
                    <a:pt x="3" y="48"/>
                    <a:pt x="4" y="42"/>
                    <a:pt x="5" y="39"/>
                  </a:cubicBezTo>
                  <a:cubicBezTo>
                    <a:pt x="7" y="34"/>
                    <a:pt x="9" y="29"/>
                    <a:pt x="12" y="24"/>
                  </a:cubicBezTo>
                  <a:cubicBezTo>
                    <a:pt x="15" y="17"/>
                    <a:pt x="20" y="10"/>
                    <a:pt x="22" y="3"/>
                  </a:cubicBezTo>
                  <a:cubicBezTo>
                    <a:pt x="21" y="3"/>
                    <a:pt x="21" y="3"/>
                    <a:pt x="20" y="2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8" name="Freeform 4745">
              <a:extLst>
                <a:ext uri="{FF2B5EF4-FFF2-40B4-BE49-F238E27FC236}">
                  <a16:creationId xmlns:a16="http://schemas.microsoft.com/office/drawing/2014/main" id="{290D9389-C8EE-4601-B6D6-9897912C7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471"/>
              <a:ext cx="21" cy="18"/>
            </a:xfrm>
            <a:custGeom>
              <a:avLst/>
              <a:gdLst>
                <a:gd name="T0" fmla="*/ 32 w 16"/>
                <a:gd name="T1" fmla="*/ 0 h 14"/>
                <a:gd name="T2" fmla="*/ 0 w 16"/>
                <a:gd name="T3" fmla="*/ 15 h 14"/>
                <a:gd name="T4" fmla="*/ 34 w 16"/>
                <a:gd name="T5" fmla="*/ 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14" y="0"/>
                  </a:moveTo>
                  <a:cubicBezTo>
                    <a:pt x="13" y="5"/>
                    <a:pt x="6" y="9"/>
                    <a:pt x="0" y="7"/>
                  </a:cubicBezTo>
                  <a:cubicBezTo>
                    <a:pt x="5" y="14"/>
                    <a:pt x="16" y="9"/>
                    <a:pt x="15" y="2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9" name="Freeform 4746">
              <a:extLst>
                <a:ext uri="{FF2B5EF4-FFF2-40B4-BE49-F238E27FC236}">
                  <a16:creationId xmlns:a16="http://schemas.microsoft.com/office/drawing/2014/main" id="{D61D04C5-A3C5-4E82-A1DA-62E426A36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566"/>
              <a:ext cx="37" cy="17"/>
            </a:xfrm>
            <a:custGeom>
              <a:avLst/>
              <a:gdLst>
                <a:gd name="T0" fmla="*/ 0 w 29"/>
                <a:gd name="T1" fmla="*/ 16 h 13"/>
                <a:gd name="T2" fmla="*/ 37 w 29"/>
                <a:gd name="T3" fmla="*/ 22 h 13"/>
                <a:gd name="T4" fmla="*/ 60 w 29"/>
                <a:gd name="T5" fmla="*/ 0 h 13"/>
                <a:gd name="T6" fmla="*/ 33 w 29"/>
                <a:gd name="T7" fmla="*/ 29 h 13"/>
                <a:gd name="T8" fmla="*/ 6 w 29"/>
                <a:gd name="T9" fmla="*/ 1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">
                  <a:moveTo>
                    <a:pt x="0" y="7"/>
                  </a:moveTo>
                  <a:cubicBezTo>
                    <a:pt x="5" y="10"/>
                    <a:pt x="13" y="12"/>
                    <a:pt x="18" y="10"/>
                  </a:cubicBezTo>
                  <a:cubicBezTo>
                    <a:pt x="23" y="8"/>
                    <a:pt x="27" y="3"/>
                    <a:pt x="29" y="0"/>
                  </a:cubicBezTo>
                  <a:cubicBezTo>
                    <a:pt x="29" y="6"/>
                    <a:pt x="25" y="12"/>
                    <a:pt x="16" y="13"/>
                  </a:cubicBezTo>
                  <a:cubicBezTo>
                    <a:pt x="12" y="13"/>
                    <a:pt x="6" y="11"/>
                    <a:pt x="3" y="8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0" name="Freeform 4747">
              <a:extLst>
                <a:ext uri="{FF2B5EF4-FFF2-40B4-BE49-F238E27FC236}">
                  <a16:creationId xmlns:a16="http://schemas.microsoft.com/office/drawing/2014/main" id="{E82622A4-E5C0-420F-BDBF-C1D80AFA4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1713"/>
              <a:ext cx="16" cy="15"/>
            </a:xfrm>
            <a:custGeom>
              <a:avLst/>
              <a:gdLst>
                <a:gd name="T0" fmla="*/ 12 w 12"/>
                <a:gd name="T1" fmla="*/ 0 h 12"/>
                <a:gd name="T2" fmla="*/ 28 w 12"/>
                <a:gd name="T3" fmla="*/ 18 h 12"/>
                <a:gd name="T4" fmla="*/ 1 w 12"/>
                <a:gd name="T5" fmla="*/ 14 h 12"/>
                <a:gd name="T6" fmla="*/ 9 w 12"/>
                <a:gd name="T7" fmla="*/ 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5" y="0"/>
                  </a:moveTo>
                  <a:cubicBezTo>
                    <a:pt x="3" y="3"/>
                    <a:pt x="7" y="12"/>
                    <a:pt x="12" y="9"/>
                  </a:cubicBezTo>
                  <a:cubicBezTo>
                    <a:pt x="9" y="10"/>
                    <a:pt x="3" y="10"/>
                    <a:pt x="1" y="7"/>
                  </a:cubicBezTo>
                  <a:cubicBezTo>
                    <a:pt x="0" y="5"/>
                    <a:pt x="1" y="1"/>
                    <a:pt x="4" y="1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1" name="Freeform 4748">
              <a:extLst>
                <a:ext uri="{FF2B5EF4-FFF2-40B4-BE49-F238E27FC236}">
                  <a16:creationId xmlns:a16="http://schemas.microsoft.com/office/drawing/2014/main" id="{5661F234-A5C6-4082-95E5-889193D0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1572"/>
              <a:ext cx="23" cy="18"/>
            </a:xfrm>
            <a:custGeom>
              <a:avLst/>
              <a:gdLst>
                <a:gd name="T0" fmla="*/ 37 w 18"/>
                <a:gd name="T1" fmla="*/ 1 h 14"/>
                <a:gd name="T2" fmla="*/ 19 w 18"/>
                <a:gd name="T3" fmla="*/ 10 h 14"/>
                <a:gd name="T4" fmla="*/ 24 w 18"/>
                <a:gd name="T5" fmla="*/ 30 h 14"/>
                <a:gd name="T6" fmla="*/ 36 w 18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8" y="1"/>
                  </a:moveTo>
                  <a:cubicBezTo>
                    <a:pt x="15" y="0"/>
                    <a:pt x="10" y="3"/>
                    <a:pt x="9" y="5"/>
                  </a:cubicBezTo>
                  <a:cubicBezTo>
                    <a:pt x="7" y="9"/>
                    <a:pt x="9" y="11"/>
                    <a:pt x="12" y="14"/>
                  </a:cubicBezTo>
                  <a:cubicBezTo>
                    <a:pt x="0" y="10"/>
                    <a:pt x="6" y="2"/>
                    <a:pt x="17" y="1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2" name="Freeform 4749">
              <a:extLst>
                <a:ext uri="{FF2B5EF4-FFF2-40B4-BE49-F238E27FC236}">
                  <a16:creationId xmlns:a16="http://schemas.microsoft.com/office/drawing/2014/main" id="{E05AA11A-6623-48D5-A80B-C68239DCA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1597"/>
              <a:ext cx="24" cy="56"/>
            </a:xfrm>
            <a:custGeom>
              <a:avLst/>
              <a:gdLst>
                <a:gd name="T0" fmla="*/ 27 w 18"/>
                <a:gd name="T1" fmla="*/ 0 h 43"/>
                <a:gd name="T2" fmla="*/ 20 w 18"/>
                <a:gd name="T3" fmla="*/ 30 h 43"/>
                <a:gd name="T4" fmla="*/ 0 w 18"/>
                <a:gd name="T5" fmla="*/ 95 h 43"/>
                <a:gd name="T6" fmla="*/ 33 w 18"/>
                <a:gd name="T7" fmla="*/ 23 h 43"/>
                <a:gd name="T8" fmla="*/ 31 w 18"/>
                <a:gd name="T9" fmla="*/ 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3">
                  <a:moveTo>
                    <a:pt x="11" y="0"/>
                  </a:moveTo>
                  <a:cubicBezTo>
                    <a:pt x="18" y="0"/>
                    <a:pt x="9" y="13"/>
                    <a:pt x="8" y="14"/>
                  </a:cubicBezTo>
                  <a:cubicBezTo>
                    <a:pt x="4" y="23"/>
                    <a:pt x="0" y="33"/>
                    <a:pt x="0" y="43"/>
                  </a:cubicBezTo>
                  <a:cubicBezTo>
                    <a:pt x="2" y="31"/>
                    <a:pt x="10" y="21"/>
                    <a:pt x="14" y="11"/>
                  </a:cubicBezTo>
                  <a:cubicBezTo>
                    <a:pt x="14" y="8"/>
                    <a:pt x="18" y="1"/>
                    <a:pt x="13" y="1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3" name="Freeform 4750">
              <a:extLst>
                <a:ext uri="{FF2B5EF4-FFF2-40B4-BE49-F238E27FC236}">
                  <a16:creationId xmlns:a16="http://schemas.microsoft.com/office/drawing/2014/main" id="{0359EE31-A158-40CE-BBD6-EED64205A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584"/>
              <a:ext cx="68" cy="57"/>
            </a:xfrm>
            <a:custGeom>
              <a:avLst/>
              <a:gdLst>
                <a:gd name="T0" fmla="*/ 116 w 52"/>
                <a:gd name="T1" fmla="*/ 0 h 44"/>
                <a:gd name="T2" fmla="*/ 88 w 52"/>
                <a:gd name="T3" fmla="*/ 22 h 44"/>
                <a:gd name="T4" fmla="*/ 54 w 52"/>
                <a:gd name="T5" fmla="*/ 51 h 44"/>
                <a:gd name="T6" fmla="*/ 0 w 52"/>
                <a:gd name="T7" fmla="*/ 96 h 44"/>
                <a:gd name="T8" fmla="*/ 38 w 52"/>
                <a:gd name="T9" fmla="*/ 73 h 44"/>
                <a:gd name="T10" fmla="*/ 73 w 52"/>
                <a:gd name="T11" fmla="*/ 41 h 44"/>
                <a:gd name="T12" fmla="*/ 110 w 52"/>
                <a:gd name="T13" fmla="*/ 5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4">
                  <a:moveTo>
                    <a:pt x="52" y="0"/>
                  </a:moveTo>
                  <a:cubicBezTo>
                    <a:pt x="48" y="4"/>
                    <a:pt x="43" y="6"/>
                    <a:pt x="39" y="10"/>
                  </a:cubicBezTo>
                  <a:cubicBezTo>
                    <a:pt x="34" y="14"/>
                    <a:pt x="29" y="19"/>
                    <a:pt x="24" y="23"/>
                  </a:cubicBezTo>
                  <a:cubicBezTo>
                    <a:pt x="16" y="29"/>
                    <a:pt x="5" y="36"/>
                    <a:pt x="0" y="44"/>
                  </a:cubicBezTo>
                  <a:cubicBezTo>
                    <a:pt x="6" y="42"/>
                    <a:pt x="12" y="37"/>
                    <a:pt x="17" y="33"/>
                  </a:cubicBezTo>
                  <a:cubicBezTo>
                    <a:pt x="22" y="29"/>
                    <a:pt x="27" y="24"/>
                    <a:pt x="33" y="19"/>
                  </a:cubicBezTo>
                  <a:cubicBezTo>
                    <a:pt x="39" y="14"/>
                    <a:pt x="43" y="7"/>
                    <a:pt x="49" y="2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4" name="Freeform 4751">
              <a:extLst>
                <a:ext uri="{FF2B5EF4-FFF2-40B4-BE49-F238E27FC236}">
                  <a16:creationId xmlns:a16="http://schemas.microsoft.com/office/drawing/2014/main" id="{C6ECEA58-9E50-46A0-B300-5F7025337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760"/>
              <a:ext cx="13" cy="24"/>
            </a:xfrm>
            <a:custGeom>
              <a:avLst/>
              <a:gdLst>
                <a:gd name="T0" fmla="*/ 0 w 10"/>
                <a:gd name="T1" fmla="*/ 8 h 19"/>
                <a:gd name="T2" fmla="*/ 13 w 10"/>
                <a:gd name="T3" fmla="*/ 14 h 19"/>
                <a:gd name="T4" fmla="*/ 13 w 10"/>
                <a:gd name="T5" fmla="*/ 38 h 19"/>
                <a:gd name="T6" fmla="*/ 17 w 10"/>
                <a:gd name="T7" fmla="*/ 24 h 19"/>
                <a:gd name="T8" fmla="*/ 22 w 10"/>
                <a:gd name="T9" fmla="*/ 8 h 19"/>
                <a:gd name="T10" fmla="*/ 1 w 10"/>
                <a:gd name="T11" fmla="*/ 8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9">
                  <a:moveTo>
                    <a:pt x="0" y="4"/>
                  </a:moveTo>
                  <a:cubicBezTo>
                    <a:pt x="4" y="3"/>
                    <a:pt x="5" y="3"/>
                    <a:pt x="6" y="7"/>
                  </a:cubicBezTo>
                  <a:cubicBezTo>
                    <a:pt x="7" y="11"/>
                    <a:pt x="7" y="15"/>
                    <a:pt x="6" y="19"/>
                  </a:cubicBezTo>
                  <a:cubicBezTo>
                    <a:pt x="7" y="17"/>
                    <a:pt x="7" y="15"/>
                    <a:pt x="8" y="12"/>
                  </a:cubicBezTo>
                  <a:cubicBezTo>
                    <a:pt x="9" y="10"/>
                    <a:pt x="10" y="7"/>
                    <a:pt x="10" y="4"/>
                  </a:cubicBezTo>
                  <a:cubicBezTo>
                    <a:pt x="9" y="0"/>
                    <a:pt x="4" y="2"/>
                    <a:pt x="1" y="4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5" name="Freeform 4752">
              <a:extLst>
                <a:ext uri="{FF2B5EF4-FFF2-40B4-BE49-F238E27FC236}">
                  <a16:creationId xmlns:a16="http://schemas.microsoft.com/office/drawing/2014/main" id="{5858F063-D3B6-4D9E-B2EA-782D69618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852"/>
              <a:ext cx="40" cy="47"/>
            </a:xfrm>
            <a:custGeom>
              <a:avLst/>
              <a:gdLst>
                <a:gd name="T0" fmla="*/ 46 w 31"/>
                <a:gd name="T1" fmla="*/ 0 h 36"/>
                <a:gd name="T2" fmla="*/ 41 w 31"/>
                <a:gd name="T3" fmla="*/ 17 h 36"/>
                <a:gd name="T4" fmla="*/ 17 w 31"/>
                <a:gd name="T5" fmla="*/ 43 h 36"/>
                <a:gd name="T6" fmla="*/ 1 w 31"/>
                <a:gd name="T7" fmla="*/ 80 h 36"/>
                <a:gd name="T8" fmla="*/ 23 w 31"/>
                <a:gd name="T9" fmla="*/ 46 h 36"/>
                <a:gd name="T10" fmla="*/ 52 w 31"/>
                <a:gd name="T11" fmla="*/ 17 h 36"/>
                <a:gd name="T12" fmla="*/ 62 w 31"/>
                <a:gd name="T13" fmla="*/ 5 h 36"/>
                <a:gd name="T14" fmla="*/ 46 w 31"/>
                <a:gd name="T15" fmla="*/ 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6">
                  <a:moveTo>
                    <a:pt x="22" y="0"/>
                  </a:moveTo>
                  <a:cubicBezTo>
                    <a:pt x="31" y="0"/>
                    <a:pt x="22" y="6"/>
                    <a:pt x="19" y="8"/>
                  </a:cubicBezTo>
                  <a:cubicBezTo>
                    <a:pt x="15" y="11"/>
                    <a:pt x="11" y="14"/>
                    <a:pt x="8" y="19"/>
                  </a:cubicBezTo>
                  <a:cubicBezTo>
                    <a:pt x="5" y="24"/>
                    <a:pt x="0" y="30"/>
                    <a:pt x="1" y="36"/>
                  </a:cubicBezTo>
                  <a:cubicBezTo>
                    <a:pt x="2" y="30"/>
                    <a:pt x="7" y="25"/>
                    <a:pt x="11" y="21"/>
                  </a:cubicBezTo>
                  <a:cubicBezTo>
                    <a:pt x="14" y="16"/>
                    <a:pt x="19" y="12"/>
                    <a:pt x="24" y="8"/>
                  </a:cubicBezTo>
                  <a:cubicBezTo>
                    <a:pt x="25" y="7"/>
                    <a:pt x="29" y="4"/>
                    <a:pt x="29" y="2"/>
                  </a:cubicBezTo>
                  <a:cubicBezTo>
                    <a:pt x="28" y="0"/>
                    <a:pt x="24" y="0"/>
                    <a:pt x="22" y="0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6" name="Freeform 4753">
              <a:extLst>
                <a:ext uri="{FF2B5EF4-FFF2-40B4-BE49-F238E27FC236}">
                  <a16:creationId xmlns:a16="http://schemas.microsoft.com/office/drawing/2014/main" id="{B73589EC-43BB-4813-9EBA-80E27D1B9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991"/>
              <a:ext cx="16" cy="14"/>
            </a:xfrm>
            <a:custGeom>
              <a:avLst/>
              <a:gdLst>
                <a:gd name="T0" fmla="*/ 0 w 12"/>
                <a:gd name="T1" fmla="*/ 6 h 10"/>
                <a:gd name="T2" fmla="*/ 20 w 12"/>
                <a:gd name="T3" fmla="*/ 6 h 10"/>
                <a:gd name="T4" fmla="*/ 20 w 12"/>
                <a:gd name="T5" fmla="*/ 28 h 10"/>
                <a:gd name="T6" fmla="*/ 28 w 12"/>
                <a:gd name="T7" fmla="*/ 11 h 10"/>
                <a:gd name="T8" fmla="*/ 7 w 12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0" y="2"/>
                  </a:moveTo>
                  <a:cubicBezTo>
                    <a:pt x="3" y="1"/>
                    <a:pt x="6" y="0"/>
                    <a:pt x="8" y="2"/>
                  </a:cubicBezTo>
                  <a:cubicBezTo>
                    <a:pt x="9" y="4"/>
                    <a:pt x="9" y="8"/>
                    <a:pt x="8" y="10"/>
                  </a:cubicBezTo>
                  <a:cubicBezTo>
                    <a:pt x="10" y="8"/>
                    <a:pt x="12" y="6"/>
                    <a:pt x="12" y="4"/>
                  </a:cubicBezTo>
                  <a:cubicBezTo>
                    <a:pt x="11" y="1"/>
                    <a:pt x="7" y="0"/>
                    <a:pt x="3" y="1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7" name="Freeform 4754">
              <a:extLst>
                <a:ext uri="{FF2B5EF4-FFF2-40B4-BE49-F238E27FC236}">
                  <a16:creationId xmlns:a16="http://schemas.microsoft.com/office/drawing/2014/main" id="{CFC90451-7F1D-481C-958E-63DF6E7CC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891"/>
              <a:ext cx="18" cy="16"/>
            </a:xfrm>
            <a:custGeom>
              <a:avLst/>
              <a:gdLst>
                <a:gd name="T0" fmla="*/ 30 w 14"/>
                <a:gd name="T1" fmla="*/ 15 h 12"/>
                <a:gd name="T2" fmla="*/ 5 w 14"/>
                <a:gd name="T3" fmla="*/ 28 h 12"/>
                <a:gd name="T4" fmla="*/ 5 w 14"/>
                <a:gd name="T5" fmla="*/ 12 h 12"/>
                <a:gd name="T6" fmla="*/ 15 w 14"/>
                <a:gd name="T7" fmla="*/ 1 h 12"/>
                <a:gd name="T8" fmla="*/ 28 w 14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4" y="6"/>
                  </a:moveTo>
                  <a:cubicBezTo>
                    <a:pt x="7" y="2"/>
                    <a:pt x="5" y="8"/>
                    <a:pt x="2" y="12"/>
                  </a:cubicBezTo>
                  <a:cubicBezTo>
                    <a:pt x="2" y="10"/>
                    <a:pt x="0" y="7"/>
                    <a:pt x="2" y="5"/>
                  </a:cubicBezTo>
                  <a:cubicBezTo>
                    <a:pt x="3" y="3"/>
                    <a:pt x="5" y="1"/>
                    <a:pt x="7" y="1"/>
                  </a:cubicBezTo>
                  <a:cubicBezTo>
                    <a:pt x="11" y="0"/>
                    <a:pt x="11" y="3"/>
                    <a:pt x="13" y="5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8" name="Freeform 4755">
              <a:extLst>
                <a:ext uri="{FF2B5EF4-FFF2-40B4-BE49-F238E27FC236}">
                  <a16:creationId xmlns:a16="http://schemas.microsoft.com/office/drawing/2014/main" id="{3BF0769A-FE6A-4BAF-B88C-BCDD87434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825"/>
              <a:ext cx="15" cy="18"/>
            </a:xfrm>
            <a:custGeom>
              <a:avLst/>
              <a:gdLst>
                <a:gd name="T0" fmla="*/ 24 w 12"/>
                <a:gd name="T1" fmla="*/ 6 h 14"/>
                <a:gd name="T2" fmla="*/ 8 w 12"/>
                <a:gd name="T3" fmla="*/ 30 h 14"/>
                <a:gd name="T4" fmla="*/ 18 w 12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3"/>
                  </a:moveTo>
                  <a:cubicBezTo>
                    <a:pt x="4" y="0"/>
                    <a:pt x="3" y="10"/>
                    <a:pt x="4" y="14"/>
                  </a:cubicBezTo>
                  <a:cubicBezTo>
                    <a:pt x="0" y="9"/>
                    <a:pt x="0" y="3"/>
                    <a:pt x="9" y="3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9" name="Freeform 4756">
              <a:extLst>
                <a:ext uri="{FF2B5EF4-FFF2-40B4-BE49-F238E27FC236}">
                  <a16:creationId xmlns:a16="http://schemas.microsoft.com/office/drawing/2014/main" id="{0854ECFF-9D98-410F-8D18-BCAD8D644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964"/>
              <a:ext cx="19" cy="24"/>
            </a:xfrm>
            <a:custGeom>
              <a:avLst/>
              <a:gdLst>
                <a:gd name="T0" fmla="*/ 0 w 15"/>
                <a:gd name="T1" fmla="*/ 28 h 18"/>
                <a:gd name="T2" fmla="*/ 20 w 15"/>
                <a:gd name="T3" fmla="*/ 23 h 18"/>
                <a:gd name="T4" fmla="*/ 30 w 15"/>
                <a:gd name="T5" fmla="*/ 43 h 18"/>
                <a:gd name="T6" fmla="*/ 6 w 15"/>
                <a:gd name="T7" fmla="*/ 2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0" y="12"/>
                  </a:moveTo>
                  <a:cubicBezTo>
                    <a:pt x="2" y="11"/>
                    <a:pt x="7" y="9"/>
                    <a:pt x="10" y="10"/>
                  </a:cubicBezTo>
                  <a:cubicBezTo>
                    <a:pt x="14" y="11"/>
                    <a:pt x="14" y="15"/>
                    <a:pt x="15" y="18"/>
                  </a:cubicBezTo>
                  <a:cubicBezTo>
                    <a:pt x="15" y="13"/>
                    <a:pt x="12" y="0"/>
                    <a:pt x="3" y="9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0" name="Freeform 4757">
              <a:extLst>
                <a:ext uri="{FF2B5EF4-FFF2-40B4-BE49-F238E27FC236}">
                  <a16:creationId xmlns:a16="http://schemas.microsoft.com/office/drawing/2014/main" id="{E30D4936-FFA1-4DE0-AB91-743E4501D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1956"/>
              <a:ext cx="21" cy="16"/>
            </a:xfrm>
            <a:custGeom>
              <a:avLst/>
              <a:gdLst>
                <a:gd name="T0" fmla="*/ 0 w 16"/>
                <a:gd name="T1" fmla="*/ 16 h 12"/>
                <a:gd name="T2" fmla="*/ 21 w 16"/>
                <a:gd name="T3" fmla="*/ 9 h 12"/>
                <a:gd name="T4" fmla="*/ 37 w 16"/>
                <a:gd name="T5" fmla="*/ 28 h 12"/>
                <a:gd name="T6" fmla="*/ 29 w 16"/>
                <a:gd name="T7" fmla="*/ 9 h 12"/>
                <a:gd name="T8" fmla="*/ 5 w 16"/>
                <a:gd name="T9" fmla="*/ 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0" y="7"/>
                  </a:moveTo>
                  <a:cubicBezTo>
                    <a:pt x="2" y="5"/>
                    <a:pt x="7" y="3"/>
                    <a:pt x="9" y="4"/>
                  </a:cubicBezTo>
                  <a:cubicBezTo>
                    <a:pt x="13" y="4"/>
                    <a:pt x="15" y="10"/>
                    <a:pt x="16" y="12"/>
                  </a:cubicBezTo>
                  <a:cubicBezTo>
                    <a:pt x="15" y="10"/>
                    <a:pt x="14" y="6"/>
                    <a:pt x="13" y="4"/>
                  </a:cubicBezTo>
                  <a:cubicBezTo>
                    <a:pt x="9" y="0"/>
                    <a:pt x="5" y="3"/>
                    <a:pt x="2" y="6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1" name="Freeform 4758">
              <a:extLst>
                <a:ext uri="{FF2B5EF4-FFF2-40B4-BE49-F238E27FC236}">
                  <a16:creationId xmlns:a16="http://schemas.microsoft.com/office/drawing/2014/main" id="{3BFB161F-CFCE-492B-96C1-03C36A3CA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3" y="1572"/>
              <a:ext cx="15" cy="24"/>
            </a:xfrm>
            <a:custGeom>
              <a:avLst/>
              <a:gdLst>
                <a:gd name="T0" fmla="*/ 27 w 11"/>
                <a:gd name="T1" fmla="*/ 23 h 18"/>
                <a:gd name="T2" fmla="*/ 10 w 11"/>
                <a:gd name="T3" fmla="*/ 43 h 18"/>
                <a:gd name="T4" fmla="*/ 22 w 11"/>
                <a:gd name="T5" fmla="*/ 1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11" y="10"/>
                  </a:moveTo>
                  <a:cubicBezTo>
                    <a:pt x="5" y="6"/>
                    <a:pt x="4" y="15"/>
                    <a:pt x="4" y="18"/>
                  </a:cubicBezTo>
                  <a:cubicBezTo>
                    <a:pt x="2" y="14"/>
                    <a:pt x="0" y="0"/>
                    <a:pt x="9" y="7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2" name="Freeform 4759">
              <a:extLst>
                <a:ext uri="{FF2B5EF4-FFF2-40B4-BE49-F238E27FC236}">
                  <a16:creationId xmlns:a16="http://schemas.microsoft.com/office/drawing/2014/main" id="{F5E108A3-5B97-4305-AA3D-17A676638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1687"/>
              <a:ext cx="16" cy="22"/>
            </a:xfrm>
            <a:custGeom>
              <a:avLst/>
              <a:gdLst>
                <a:gd name="T0" fmla="*/ 28 w 12"/>
                <a:gd name="T1" fmla="*/ 8 h 17"/>
                <a:gd name="T2" fmla="*/ 20 w 12"/>
                <a:gd name="T3" fmla="*/ 36 h 17"/>
                <a:gd name="T4" fmla="*/ 20 w 12"/>
                <a:gd name="T5" fmla="*/ 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12" y="4"/>
                  </a:moveTo>
                  <a:cubicBezTo>
                    <a:pt x="6" y="0"/>
                    <a:pt x="7" y="14"/>
                    <a:pt x="8" y="17"/>
                  </a:cubicBezTo>
                  <a:cubicBezTo>
                    <a:pt x="3" y="13"/>
                    <a:pt x="0" y="5"/>
                    <a:pt x="8" y="3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3" name="Freeform 4760">
              <a:extLst>
                <a:ext uri="{FF2B5EF4-FFF2-40B4-BE49-F238E27FC236}">
                  <a16:creationId xmlns:a16="http://schemas.microsoft.com/office/drawing/2014/main" id="{384C7AA6-6CBB-45C1-BA93-999D3CC52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696"/>
              <a:ext cx="14" cy="21"/>
            </a:xfrm>
            <a:custGeom>
              <a:avLst/>
              <a:gdLst>
                <a:gd name="T0" fmla="*/ 0 w 11"/>
                <a:gd name="T1" fmla="*/ 16 h 16"/>
                <a:gd name="T2" fmla="*/ 18 w 11"/>
                <a:gd name="T3" fmla="*/ 37 h 16"/>
                <a:gd name="T4" fmla="*/ 22 w 11"/>
                <a:gd name="T5" fmla="*/ 21 h 16"/>
                <a:gd name="T6" fmla="*/ 6 w 11"/>
                <a:gd name="T7" fmla="*/ 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7"/>
                  </a:moveTo>
                  <a:cubicBezTo>
                    <a:pt x="7" y="0"/>
                    <a:pt x="9" y="13"/>
                    <a:pt x="9" y="16"/>
                  </a:cubicBezTo>
                  <a:cubicBezTo>
                    <a:pt x="10" y="14"/>
                    <a:pt x="11" y="11"/>
                    <a:pt x="10" y="9"/>
                  </a:cubicBezTo>
                  <a:cubicBezTo>
                    <a:pt x="9" y="6"/>
                    <a:pt x="5" y="4"/>
                    <a:pt x="3" y="8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4" name="Freeform 4761">
              <a:extLst>
                <a:ext uri="{FF2B5EF4-FFF2-40B4-BE49-F238E27FC236}">
                  <a16:creationId xmlns:a16="http://schemas.microsoft.com/office/drawing/2014/main" id="{09E7F4B8-28B4-4992-817D-B06170851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652"/>
              <a:ext cx="15" cy="14"/>
            </a:xfrm>
            <a:custGeom>
              <a:avLst/>
              <a:gdLst>
                <a:gd name="T0" fmla="*/ 0 w 12"/>
                <a:gd name="T1" fmla="*/ 17 h 11"/>
                <a:gd name="T2" fmla="*/ 24 w 12"/>
                <a:gd name="T3" fmla="*/ 23 h 11"/>
                <a:gd name="T4" fmla="*/ 1 w 12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1" y="1"/>
                    <a:pt x="12" y="7"/>
                    <a:pt x="12" y="11"/>
                  </a:cubicBezTo>
                  <a:cubicBezTo>
                    <a:pt x="11" y="6"/>
                    <a:pt x="5" y="0"/>
                    <a:pt x="1" y="8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5" name="Freeform 4762">
              <a:extLst>
                <a:ext uri="{FF2B5EF4-FFF2-40B4-BE49-F238E27FC236}">
                  <a16:creationId xmlns:a16="http://schemas.microsoft.com/office/drawing/2014/main" id="{C6C0BB2D-52EE-4D2C-99B8-7B6613892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654"/>
              <a:ext cx="27" cy="18"/>
            </a:xfrm>
            <a:custGeom>
              <a:avLst/>
              <a:gdLst>
                <a:gd name="T0" fmla="*/ 0 w 21"/>
                <a:gd name="T1" fmla="*/ 0 h 14"/>
                <a:gd name="T2" fmla="*/ 31 w 21"/>
                <a:gd name="T3" fmla="*/ 30 h 14"/>
                <a:gd name="T4" fmla="*/ 30 w 21"/>
                <a:gd name="T5" fmla="*/ 8 h 14"/>
                <a:gd name="T6" fmla="*/ 0 w 21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0"/>
                  </a:moveTo>
                  <a:cubicBezTo>
                    <a:pt x="5" y="1"/>
                    <a:pt x="21" y="7"/>
                    <a:pt x="15" y="14"/>
                  </a:cubicBezTo>
                  <a:cubicBezTo>
                    <a:pt x="18" y="11"/>
                    <a:pt x="17" y="6"/>
                    <a:pt x="14" y="4"/>
                  </a:cubicBezTo>
                  <a:cubicBezTo>
                    <a:pt x="10" y="1"/>
                    <a:pt x="3" y="4"/>
                    <a:pt x="0" y="1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6" name="Freeform 4763">
              <a:extLst>
                <a:ext uri="{FF2B5EF4-FFF2-40B4-BE49-F238E27FC236}">
                  <a16:creationId xmlns:a16="http://schemas.microsoft.com/office/drawing/2014/main" id="{39B4EA9A-661D-4690-8C0C-12E7FC1B3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579"/>
              <a:ext cx="34" cy="10"/>
            </a:xfrm>
            <a:custGeom>
              <a:avLst/>
              <a:gdLst>
                <a:gd name="T0" fmla="*/ 0 w 26"/>
                <a:gd name="T1" fmla="*/ 5 h 8"/>
                <a:gd name="T2" fmla="*/ 58 w 26"/>
                <a:gd name="T3" fmla="*/ 0 h 8"/>
                <a:gd name="T4" fmla="*/ 0 w 26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">
                  <a:moveTo>
                    <a:pt x="0" y="2"/>
                  </a:moveTo>
                  <a:cubicBezTo>
                    <a:pt x="7" y="4"/>
                    <a:pt x="21" y="6"/>
                    <a:pt x="26" y="0"/>
                  </a:cubicBezTo>
                  <a:cubicBezTo>
                    <a:pt x="21" y="6"/>
                    <a:pt x="6" y="8"/>
                    <a:pt x="0" y="4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7" name="Freeform 4764">
              <a:extLst>
                <a:ext uri="{FF2B5EF4-FFF2-40B4-BE49-F238E27FC236}">
                  <a16:creationId xmlns:a16="http://schemas.microsoft.com/office/drawing/2014/main" id="{4E52C444-A0A8-4D5B-9B53-F9E9DC38E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455"/>
              <a:ext cx="19" cy="18"/>
            </a:xfrm>
            <a:custGeom>
              <a:avLst/>
              <a:gdLst>
                <a:gd name="T0" fmla="*/ 19 w 14"/>
                <a:gd name="T1" fmla="*/ 0 h 14"/>
                <a:gd name="T2" fmla="*/ 0 w 14"/>
                <a:gd name="T3" fmla="*/ 30 h 14"/>
                <a:gd name="T4" fmla="*/ 22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7" y="0"/>
                  </a:moveTo>
                  <a:cubicBezTo>
                    <a:pt x="8" y="4"/>
                    <a:pt x="6" y="10"/>
                    <a:pt x="0" y="14"/>
                  </a:cubicBezTo>
                  <a:cubicBezTo>
                    <a:pt x="6" y="12"/>
                    <a:pt x="14" y="6"/>
                    <a:pt x="9" y="0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8" name="Freeform 4765">
              <a:extLst>
                <a:ext uri="{FF2B5EF4-FFF2-40B4-BE49-F238E27FC236}">
                  <a16:creationId xmlns:a16="http://schemas.microsoft.com/office/drawing/2014/main" id="{A12A38FA-83D2-4218-BF33-77EBCC2D9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773"/>
              <a:ext cx="1" cy="51"/>
            </a:xfrm>
            <a:custGeom>
              <a:avLst/>
              <a:gdLst>
                <a:gd name="T0" fmla="*/ 1 w 1"/>
                <a:gd name="T1" fmla="*/ 0 h 39"/>
                <a:gd name="T2" fmla="*/ 0 w 1"/>
                <a:gd name="T3" fmla="*/ 88 h 39"/>
                <a:gd name="T4" fmla="*/ 0 w 1"/>
                <a:gd name="T5" fmla="*/ 34 h 39"/>
                <a:gd name="T6" fmla="*/ 1 w 1"/>
                <a:gd name="T7" fmla="*/ 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9">
                  <a:moveTo>
                    <a:pt x="1" y="0"/>
                  </a:moveTo>
                  <a:cubicBezTo>
                    <a:pt x="1" y="13"/>
                    <a:pt x="0" y="26"/>
                    <a:pt x="0" y="39"/>
                  </a:cubicBezTo>
                  <a:cubicBezTo>
                    <a:pt x="0" y="31"/>
                    <a:pt x="0" y="23"/>
                    <a:pt x="0" y="15"/>
                  </a:cubicBezTo>
                  <a:cubicBezTo>
                    <a:pt x="0" y="10"/>
                    <a:pt x="1" y="5"/>
                    <a:pt x="1" y="1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9" name="Freeform 4766">
              <a:extLst>
                <a:ext uri="{FF2B5EF4-FFF2-40B4-BE49-F238E27FC236}">
                  <a16:creationId xmlns:a16="http://schemas.microsoft.com/office/drawing/2014/main" id="{66769E7A-AB7B-48A0-998B-AE75938AE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731"/>
              <a:ext cx="73" cy="27"/>
            </a:xfrm>
            <a:custGeom>
              <a:avLst/>
              <a:gdLst>
                <a:gd name="T0" fmla="*/ 0 w 56"/>
                <a:gd name="T1" fmla="*/ 40 h 21"/>
                <a:gd name="T2" fmla="*/ 16 w 56"/>
                <a:gd name="T3" fmla="*/ 35 h 21"/>
                <a:gd name="T4" fmla="*/ 57 w 56"/>
                <a:gd name="T5" fmla="*/ 17 h 21"/>
                <a:gd name="T6" fmla="*/ 124 w 56"/>
                <a:gd name="T7" fmla="*/ 0 h 21"/>
                <a:gd name="T8" fmla="*/ 1 w 56"/>
                <a:gd name="T9" fmla="*/ 4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1">
                  <a:moveTo>
                    <a:pt x="0" y="19"/>
                  </a:moveTo>
                  <a:cubicBezTo>
                    <a:pt x="2" y="19"/>
                    <a:pt x="4" y="17"/>
                    <a:pt x="7" y="16"/>
                  </a:cubicBezTo>
                  <a:cubicBezTo>
                    <a:pt x="13" y="13"/>
                    <a:pt x="20" y="11"/>
                    <a:pt x="26" y="8"/>
                  </a:cubicBezTo>
                  <a:cubicBezTo>
                    <a:pt x="36" y="5"/>
                    <a:pt x="46" y="1"/>
                    <a:pt x="56" y="0"/>
                  </a:cubicBezTo>
                  <a:cubicBezTo>
                    <a:pt x="37" y="5"/>
                    <a:pt x="19" y="12"/>
                    <a:pt x="1" y="21"/>
                  </a:cubicBezTo>
                </a:path>
              </a:pathLst>
            </a:custGeom>
            <a:solidFill>
              <a:srgbClr val="417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0" name="Freeform 4767">
              <a:extLst>
                <a:ext uri="{FF2B5EF4-FFF2-40B4-BE49-F238E27FC236}">
                  <a16:creationId xmlns:a16="http://schemas.microsoft.com/office/drawing/2014/main" id="{D368CFCC-ED67-4600-A24E-DBFCBC601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860"/>
              <a:ext cx="44" cy="27"/>
            </a:xfrm>
            <a:custGeom>
              <a:avLst/>
              <a:gdLst>
                <a:gd name="T0" fmla="*/ 0 w 34"/>
                <a:gd name="T1" fmla="*/ 45 h 21"/>
                <a:gd name="T2" fmla="*/ 39 w 34"/>
                <a:gd name="T3" fmla="*/ 22 h 21"/>
                <a:gd name="T4" fmla="*/ 74 w 34"/>
                <a:gd name="T5" fmla="*/ 0 h 21"/>
                <a:gd name="T6" fmla="*/ 44 w 34"/>
                <a:gd name="T7" fmla="*/ 22 h 21"/>
                <a:gd name="T8" fmla="*/ 8 w 34"/>
                <a:gd name="T9" fmla="*/ 4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1">
                  <a:moveTo>
                    <a:pt x="0" y="21"/>
                  </a:moveTo>
                  <a:cubicBezTo>
                    <a:pt x="7" y="18"/>
                    <a:pt x="12" y="14"/>
                    <a:pt x="18" y="10"/>
                  </a:cubicBezTo>
                  <a:cubicBezTo>
                    <a:pt x="23" y="6"/>
                    <a:pt x="29" y="3"/>
                    <a:pt x="34" y="0"/>
                  </a:cubicBezTo>
                  <a:cubicBezTo>
                    <a:pt x="29" y="3"/>
                    <a:pt x="25" y="7"/>
                    <a:pt x="20" y="10"/>
                  </a:cubicBezTo>
                  <a:cubicBezTo>
                    <a:pt x="14" y="14"/>
                    <a:pt x="9" y="17"/>
                    <a:pt x="4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1" name="Freeform 4768">
              <a:extLst>
                <a:ext uri="{FF2B5EF4-FFF2-40B4-BE49-F238E27FC236}">
                  <a16:creationId xmlns:a16="http://schemas.microsoft.com/office/drawing/2014/main" id="{2A4C41BD-A66F-4388-A9BA-0F6365D47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738"/>
              <a:ext cx="37" cy="16"/>
            </a:xfrm>
            <a:custGeom>
              <a:avLst/>
              <a:gdLst>
                <a:gd name="T0" fmla="*/ 0 w 29"/>
                <a:gd name="T1" fmla="*/ 25 h 13"/>
                <a:gd name="T2" fmla="*/ 36 w 29"/>
                <a:gd name="T3" fmla="*/ 9 h 13"/>
                <a:gd name="T4" fmla="*/ 60 w 29"/>
                <a:gd name="T5" fmla="*/ 0 h 13"/>
                <a:gd name="T6" fmla="*/ 42 w 29"/>
                <a:gd name="T7" fmla="*/ 9 h 13"/>
                <a:gd name="T8" fmla="*/ 10 w 29"/>
                <a:gd name="T9" fmla="*/ 2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">
                  <a:moveTo>
                    <a:pt x="0" y="13"/>
                  </a:moveTo>
                  <a:cubicBezTo>
                    <a:pt x="6" y="11"/>
                    <a:pt x="12" y="8"/>
                    <a:pt x="17" y="5"/>
                  </a:cubicBezTo>
                  <a:cubicBezTo>
                    <a:pt x="21" y="4"/>
                    <a:pt x="25" y="2"/>
                    <a:pt x="29" y="0"/>
                  </a:cubicBezTo>
                  <a:cubicBezTo>
                    <a:pt x="26" y="2"/>
                    <a:pt x="23" y="4"/>
                    <a:pt x="20" y="5"/>
                  </a:cubicBezTo>
                  <a:cubicBezTo>
                    <a:pt x="15" y="8"/>
                    <a:pt x="10" y="10"/>
                    <a:pt x="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2" name="Freeform 4769">
              <a:extLst>
                <a:ext uri="{FF2B5EF4-FFF2-40B4-BE49-F238E27FC236}">
                  <a16:creationId xmlns:a16="http://schemas.microsoft.com/office/drawing/2014/main" id="{24292AD9-8B0B-432B-ADAF-0252E1AD9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778"/>
              <a:ext cx="49" cy="48"/>
            </a:xfrm>
            <a:custGeom>
              <a:avLst/>
              <a:gdLst>
                <a:gd name="T0" fmla="*/ 0 w 38"/>
                <a:gd name="T1" fmla="*/ 80 h 37"/>
                <a:gd name="T2" fmla="*/ 41 w 38"/>
                <a:gd name="T3" fmla="*/ 38 h 37"/>
                <a:gd name="T4" fmla="*/ 71 w 38"/>
                <a:gd name="T5" fmla="*/ 6 h 37"/>
                <a:gd name="T6" fmla="*/ 81 w 38"/>
                <a:gd name="T7" fmla="*/ 0 h 37"/>
                <a:gd name="T8" fmla="*/ 52 w 38"/>
                <a:gd name="T9" fmla="*/ 27 h 37"/>
                <a:gd name="T10" fmla="*/ 13 w 38"/>
                <a:gd name="T11" fmla="*/ 6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7">
                  <a:moveTo>
                    <a:pt x="0" y="37"/>
                  </a:moveTo>
                  <a:cubicBezTo>
                    <a:pt x="5" y="30"/>
                    <a:pt x="12" y="23"/>
                    <a:pt x="19" y="17"/>
                  </a:cubicBezTo>
                  <a:cubicBezTo>
                    <a:pt x="23" y="12"/>
                    <a:pt x="28" y="7"/>
                    <a:pt x="33" y="3"/>
                  </a:cubicBezTo>
                  <a:cubicBezTo>
                    <a:pt x="35" y="2"/>
                    <a:pt x="37" y="1"/>
                    <a:pt x="38" y="0"/>
                  </a:cubicBezTo>
                  <a:cubicBezTo>
                    <a:pt x="33" y="2"/>
                    <a:pt x="28" y="9"/>
                    <a:pt x="24" y="12"/>
                  </a:cubicBezTo>
                  <a:cubicBezTo>
                    <a:pt x="18" y="18"/>
                    <a:pt x="10" y="23"/>
                    <a:pt x="6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3" name="Freeform 4770">
              <a:extLst>
                <a:ext uri="{FF2B5EF4-FFF2-40B4-BE49-F238E27FC236}">
                  <a16:creationId xmlns:a16="http://schemas.microsoft.com/office/drawing/2014/main" id="{8CB39034-5B71-4D8C-A40D-576D64A02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1717"/>
              <a:ext cx="43" cy="19"/>
            </a:xfrm>
            <a:custGeom>
              <a:avLst/>
              <a:gdLst>
                <a:gd name="T0" fmla="*/ 0 w 33"/>
                <a:gd name="T1" fmla="*/ 0 h 15"/>
                <a:gd name="T2" fmla="*/ 35 w 33"/>
                <a:gd name="T3" fmla="*/ 10 h 15"/>
                <a:gd name="T4" fmla="*/ 73 w 33"/>
                <a:gd name="T5" fmla="*/ 30 h 15"/>
                <a:gd name="T6" fmla="*/ 44 w 33"/>
                <a:gd name="T7" fmla="*/ 18 h 15"/>
                <a:gd name="T8" fmla="*/ 7 w 33"/>
                <a:gd name="T9" fmla="*/ 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6" y="0"/>
                    <a:pt x="11" y="3"/>
                    <a:pt x="16" y="5"/>
                  </a:cubicBezTo>
                  <a:cubicBezTo>
                    <a:pt x="21" y="8"/>
                    <a:pt x="29" y="11"/>
                    <a:pt x="33" y="15"/>
                  </a:cubicBezTo>
                  <a:cubicBezTo>
                    <a:pt x="29" y="14"/>
                    <a:pt x="23" y="10"/>
                    <a:pt x="20" y="9"/>
                  </a:cubicBezTo>
                  <a:cubicBezTo>
                    <a:pt x="16" y="7"/>
                    <a:pt x="5" y="4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" name="Freeform 4771">
              <a:extLst>
                <a:ext uri="{FF2B5EF4-FFF2-40B4-BE49-F238E27FC236}">
                  <a16:creationId xmlns:a16="http://schemas.microsoft.com/office/drawing/2014/main" id="{D9A101EB-6B09-436B-AADB-AEF730AE5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669"/>
              <a:ext cx="9" cy="13"/>
            </a:xfrm>
            <a:custGeom>
              <a:avLst/>
              <a:gdLst>
                <a:gd name="T0" fmla="*/ 0 w 7"/>
                <a:gd name="T1" fmla="*/ 1 h 10"/>
                <a:gd name="T2" fmla="*/ 0 w 7"/>
                <a:gd name="T3" fmla="*/ 0 h 10"/>
                <a:gd name="T4" fmla="*/ 8 w 7"/>
                <a:gd name="T5" fmla="*/ 22 h 10"/>
                <a:gd name="T6" fmla="*/ 5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4" y="2"/>
                    <a:pt x="7" y="6"/>
                    <a:pt x="4" y="10"/>
                  </a:cubicBezTo>
                  <a:cubicBezTo>
                    <a:pt x="4" y="6"/>
                    <a:pt x="4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" name="Freeform 4772">
              <a:extLst>
                <a:ext uri="{FF2B5EF4-FFF2-40B4-BE49-F238E27FC236}">
                  <a16:creationId xmlns:a16="http://schemas.microsoft.com/office/drawing/2014/main" id="{302030E9-1BBA-4558-BB0D-960F39E81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656"/>
              <a:ext cx="13" cy="15"/>
            </a:xfrm>
            <a:custGeom>
              <a:avLst/>
              <a:gdLst>
                <a:gd name="T0" fmla="*/ 0 w 10"/>
                <a:gd name="T1" fmla="*/ 0 h 12"/>
                <a:gd name="T2" fmla="*/ 22 w 10"/>
                <a:gd name="T3" fmla="*/ 24 h 12"/>
                <a:gd name="T4" fmla="*/ 7 w 10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6" y="4"/>
                    <a:pt x="10" y="5"/>
                    <a:pt x="10" y="12"/>
                  </a:cubicBezTo>
                  <a:cubicBezTo>
                    <a:pt x="10" y="9"/>
                    <a:pt x="7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" name="Freeform 4773">
              <a:extLst>
                <a:ext uri="{FF2B5EF4-FFF2-40B4-BE49-F238E27FC236}">
                  <a16:creationId xmlns:a16="http://schemas.microsoft.com/office/drawing/2014/main" id="{AE73DA89-0D19-43F0-90CA-7291135AA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701"/>
              <a:ext cx="11" cy="13"/>
            </a:xfrm>
            <a:custGeom>
              <a:avLst/>
              <a:gdLst>
                <a:gd name="T0" fmla="*/ 0 w 8"/>
                <a:gd name="T1" fmla="*/ 7 h 10"/>
                <a:gd name="T2" fmla="*/ 21 w 8"/>
                <a:gd name="T3" fmla="*/ 22 h 10"/>
                <a:gd name="T4" fmla="*/ 6 w 8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3"/>
                  </a:moveTo>
                  <a:cubicBezTo>
                    <a:pt x="6" y="0"/>
                    <a:pt x="8" y="6"/>
                    <a:pt x="8" y="10"/>
                  </a:cubicBezTo>
                  <a:cubicBezTo>
                    <a:pt x="6" y="8"/>
                    <a:pt x="6" y="3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" name="Freeform 4774">
              <a:extLst>
                <a:ext uri="{FF2B5EF4-FFF2-40B4-BE49-F238E27FC236}">
                  <a16:creationId xmlns:a16="http://schemas.microsoft.com/office/drawing/2014/main" id="{2A31F664-17ED-42FB-9DBC-B13814E5C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656"/>
              <a:ext cx="12" cy="7"/>
            </a:xfrm>
            <a:custGeom>
              <a:avLst/>
              <a:gdLst>
                <a:gd name="T0" fmla="*/ 0 w 9"/>
                <a:gd name="T1" fmla="*/ 6 h 6"/>
                <a:gd name="T2" fmla="*/ 21 w 9"/>
                <a:gd name="T3" fmla="*/ 9 h 6"/>
                <a:gd name="T4" fmla="*/ 5 w 9"/>
                <a:gd name="T5" fmla="*/ 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3"/>
                  </a:moveTo>
                  <a:cubicBezTo>
                    <a:pt x="4" y="3"/>
                    <a:pt x="8" y="0"/>
                    <a:pt x="9" y="6"/>
                  </a:cubicBezTo>
                  <a:cubicBezTo>
                    <a:pt x="7" y="4"/>
                    <a:pt x="5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" name="Freeform 4775">
              <a:extLst>
                <a:ext uri="{FF2B5EF4-FFF2-40B4-BE49-F238E27FC236}">
                  <a16:creationId xmlns:a16="http://schemas.microsoft.com/office/drawing/2014/main" id="{060B7DD2-30EA-482F-B85C-B84046257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603"/>
              <a:ext cx="41" cy="8"/>
            </a:xfrm>
            <a:custGeom>
              <a:avLst/>
              <a:gdLst>
                <a:gd name="T0" fmla="*/ 0 w 32"/>
                <a:gd name="T1" fmla="*/ 0 h 6"/>
                <a:gd name="T2" fmla="*/ 45 w 32"/>
                <a:gd name="T3" fmla="*/ 9 h 6"/>
                <a:gd name="T4" fmla="*/ 68 w 32"/>
                <a:gd name="T5" fmla="*/ 12 h 6"/>
                <a:gd name="T6" fmla="*/ 46 w 32"/>
                <a:gd name="T7" fmla="*/ 15 h 6"/>
                <a:gd name="T8" fmla="*/ 23 w 32"/>
                <a:gd name="T9" fmla="*/ 7 h 6"/>
                <a:gd name="T10" fmla="*/ 8 w 32"/>
                <a:gd name="T11" fmla="*/ 5 h 6"/>
                <a:gd name="T12" fmla="*/ 13 w 32"/>
                <a:gd name="T13" fmla="*/ 5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6">
                  <a:moveTo>
                    <a:pt x="0" y="0"/>
                  </a:moveTo>
                  <a:cubicBezTo>
                    <a:pt x="4" y="4"/>
                    <a:pt x="15" y="3"/>
                    <a:pt x="21" y="4"/>
                  </a:cubicBezTo>
                  <a:cubicBezTo>
                    <a:pt x="24" y="4"/>
                    <a:pt x="30" y="4"/>
                    <a:pt x="32" y="5"/>
                  </a:cubicBezTo>
                  <a:cubicBezTo>
                    <a:pt x="30" y="6"/>
                    <a:pt x="25" y="6"/>
                    <a:pt x="22" y="6"/>
                  </a:cubicBezTo>
                  <a:cubicBezTo>
                    <a:pt x="18" y="5"/>
                    <a:pt x="15" y="4"/>
                    <a:pt x="11" y="3"/>
                  </a:cubicBezTo>
                  <a:cubicBezTo>
                    <a:pt x="9" y="3"/>
                    <a:pt x="6" y="3"/>
                    <a:pt x="4" y="2"/>
                  </a:cubicBezTo>
                  <a:cubicBezTo>
                    <a:pt x="5" y="2"/>
                    <a:pt x="5" y="2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" name="Freeform 4776">
              <a:extLst>
                <a:ext uri="{FF2B5EF4-FFF2-40B4-BE49-F238E27FC236}">
                  <a16:creationId xmlns:a16="http://schemas.microsoft.com/office/drawing/2014/main" id="{52D5FE6E-572E-4E97-B957-98FB161D0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1890"/>
              <a:ext cx="12" cy="12"/>
            </a:xfrm>
            <a:custGeom>
              <a:avLst/>
              <a:gdLst>
                <a:gd name="T0" fmla="*/ 21 w 9"/>
                <a:gd name="T1" fmla="*/ 7 h 9"/>
                <a:gd name="T2" fmla="*/ 0 w 9"/>
                <a:gd name="T3" fmla="*/ 21 h 9"/>
                <a:gd name="T4" fmla="*/ 16 w 9"/>
                <a:gd name="T5" fmla="*/ 0 h 9"/>
                <a:gd name="T6" fmla="*/ 20 w 9"/>
                <a:gd name="T7" fmla="*/ 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5" y="1"/>
                    <a:pt x="1" y="6"/>
                    <a:pt x="0" y="9"/>
                  </a:cubicBezTo>
                  <a:cubicBezTo>
                    <a:pt x="3" y="7"/>
                    <a:pt x="3" y="3"/>
                    <a:pt x="7" y="0"/>
                  </a:cubicBezTo>
                  <a:cubicBezTo>
                    <a:pt x="8" y="0"/>
                    <a:pt x="8" y="1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0" name="Freeform 4777">
              <a:extLst>
                <a:ext uri="{FF2B5EF4-FFF2-40B4-BE49-F238E27FC236}">
                  <a16:creationId xmlns:a16="http://schemas.microsoft.com/office/drawing/2014/main" id="{22CB510E-9D83-42B4-A29A-6A74F2D2C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824"/>
              <a:ext cx="11" cy="14"/>
            </a:xfrm>
            <a:custGeom>
              <a:avLst/>
              <a:gdLst>
                <a:gd name="T0" fmla="*/ 16 w 9"/>
                <a:gd name="T1" fmla="*/ 8 h 11"/>
                <a:gd name="T2" fmla="*/ 1 w 9"/>
                <a:gd name="T3" fmla="*/ 23 h 11"/>
                <a:gd name="T4" fmla="*/ 11 w 9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4"/>
                  </a:moveTo>
                  <a:cubicBezTo>
                    <a:pt x="5" y="0"/>
                    <a:pt x="1" y="9"/>
                    <a:pt x="1" y="11"/>
                  </a:cubicBezTo>
                  <a:cubicBezTo>
                    <a:pt x="1" y="8"/>
                    <a:pt x="0" y="2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" name="Freeform 4778">
              <a:extLst>
                <a:ext uri="{FF2B5EF4-FFF2-40B4-BE49-F238E27FC236}">
                  <a16:creationId xmlns:a16="http://schemas.microsoft.com/office/drawing/2014/main" id="{42E48DCA-73D7-4CD2-B4B2-4F195757A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989"/>
              <a:ext cx="9" cy="10"/>
            </a:xfrm>
            <a:custGeom>
              <a:avLst/>
              <a:gdLst>
                <a:gd name="T0" fmla="*/ 0 w 7"/>
                <a:gd name="T1" fmla="*/ 6 h 8"/>
                <a:gd name="T2" fmla="*/ 10 w 7"/>
                <a:gd name="T3" fmla="*/ 16 h 8"/>
                <a:gd name="T4" fmla="*/ 1 w 7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4" y="3"/>
                    <a:pt x="5" y="6"/>
                    <a:pt x="5" y="8"/>
                  </a:cubicBezTo>
                  <a:cubicBezTo>
                    <a:pt x="7" y="6"/>
                    <a:pt x="5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" name="Freeform 4779">
              <a:extLst>
                <a:ext uri="{FF2B5EF4-FFF2-40B4-BE49-F238E27FC236}">
                  <a16:creationId xmlns:a16="http://schemas.microsoft.com/office/drawing/2014/main" id="{0D728FA4-D7CC-4FE1-95DE-3B3A34179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1597"/>
              <a:ext cx="7" cy="16"/>
            </a:xfrm>
            <a:custGeom>
              <a:avLst/>
              <a:gdLst>
                <a:gd name="T0" fmla="*/ 0 w 5"/>
                <a:gd name="T1" fmla="*/ 0 h 12"/>
                <a:gd name="T2" fmla="*/ 0 w 5"/>
                <a:gd name="T3" fmla="*/ 28 h 12"/>
                <a:gd name="T4" fmla="*/ 1 w 5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5" y="1"/>
                    <a:pt x="2" y="9"/>
                    <a:pt x="0" y="12"/>
                  </a:cubicBezTo>
                  <a:cubicBezTo>
                    <a:pt x="2" y="9"/>
                    <a:pt x="4" y="4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3" name="Freeform 4780">
              <a:extLst>
                <a:ext uri="{FF2B5EF4-FFF2-40B4-BE49-F238E27FC236}">
                  <a16:creationId xmlns:a16="http://schemas.microsoft.com/office/drawing/2014/main" id="{D4AAEA9F-4DB1-48D4-9222-7B308EFE0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1691"/>
              <a:ext cx="8" cy="14"/>
            </a:xfrm>
            <a:custGeom>
              <a:avLst/>
              <a:gdLst>
                <a:gd name="T0" fmla="*/ 15 w 6"/>
                <a:gd name="T1" fmla="*/ 5 h 11"/>
                <a:gd name="T2" fmla="*/ 5 w 6"/>
                <a:gd name="T3" fmla="*/ 23 h 11"/>
                <a:gd name="T4" fmla="*/ 12 w 6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6" y="2"/>
                  </a:moveTo>
                  <a:cubicBezTo>
                    <a:pt x="0" y="0"/>
                    <a:pt x="0" y="8"/>
                    <a:pt x="2" y="11"/>
                  </a:cubicBezTo>
                  <a:cubicBezTo>
                    <a:pt x="2" y="8"/>
                    <a:pt x="1" y="4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" name="Freeform 4781">
              <a:extLst>
                <a:ext uri="{FF2B5EF4-FFF2-40B4-BE49-F238E27FC236}">
                  <a16:creationId xmlns:a16="http://schemas.microsoft.com/office/drawing/2014/main" id="{2514D39C-DBE4-4CFF-8F36-94CCBE680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605"/>
              <a:ext cx="23" cy="23"/>
            </a:xfrm>
            <a:custGeom>
              <a:avLst/>
              <a:gdLst>
                <a:gd name="T0" fmla="*/ 37 w 18"/>
                <a:gd name="T1" fmla="*/ 1 h 18"/>
                <a:gd name="T2" fmla="*/ 0 w 18"/>
                <a:gd name="T3" fmla="*/ 37 h 18"/>
                <a:gd name="T4" fmla="*/ 33 w 18"/>
                <a:gd name="T5" fmla="*/ 8 h 18"/>
                <a:gd name="T6" fmla="*/ 23 w 18"/>
                <a:gd name="T7" fmla="*/ 1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8" y="1"/>
                  </a:moveTo>
                  <a:cubicBezTo>
                    <a:pt x="16" y="0"/>
                    <a:pt x="3" y="15"/>
                    <a:pt x="0" y="18"/>
                  </a:cubicBezTo>
                  <a:cubicBezTo>
                    <a:pt x="4" y="14"/>
                    <a:pt x="16" y="9"/>
                    <a:pt x="16" y="4"/>
                  </a:cubicBezTo>
                  <a:cubicBezTo>
                    <a:pt x="14" y="5"/>
                    <a:pt x="13" y="6"/>
                    <a:pt x="1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5" name="Freeform 4782">
              <a:extLst>
                <a:ext uri="{FF2B5EF4-FFF2-40B4-BE49-F238E27FC236}">
                  <a16:creationId xmlns:a16="http://schemas.microsoft.com/office/drawing/2014/main" id="{80C3D1E5-5A07-4A10-BBB2-34E22A59F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1577"/>
              <a:ext cx="3" cy="13"/>
            </a:xfrm>
            <a:custGeom>
              <a:avLst/>
              <a:gdLst>
                <a:gd name="T0" fmla="*/ 3 w 3"/>
                <a:gd name="T1" fmla="*/ 0 h 10"/>
                <a:gd name="T2" fmla="*/ 3 w 3"/>
                <a:gd name="T3" fmla="*/ 22 h 10"/>
                <a:gd name="T4" fmla="*/ 3 w 3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0" y="3"/>
                    <a:pt x="0" y="7"/>
                    <a:pt x="3" y="10"/>
                  </a:cubicBezTo>
                  <a:cubicBezTo>
                    <a:pt x="1" y="8"/>
                    <a:pt x="1" y="5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6" name="Freeform 4783">
              <a:extLst>
                <a:ext uri="{FF2B5EF4-FFF2-40B4-BE49-F238E27FC236}">
                  <a16:creationId xmlns:a16="http://schemas.microsoft.com/office/drawing/2014/main" id="{800641BE-48D8-42A1-A36C-0994F3B94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575"/>
              <a:ext cx="18" cy="10"/>
            </a:xfrm>
            <a:custGeom>
              <a:avLst/>
              <a:gdLst>
                <a:gd name="T0" fmla="*/ 0 w 14"/>
                <a:gd name="T1" fmla="*/ 8 h 8"/>
                <a:gd name="T2" fmla="*/ 30 w 14"/>
                <a:gd name="T3" fmla="*/ 0 h 8"/>
                <a:gd name="T4" fmla="*/ 8 w 14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4"/>
                  </a:moveTo>
                  <a:cubicBezTo>
                    <a:pt x="4" y="8"/>
                    <a:pt x="11" y="3"/>
                    <a:pt x="14" y="0"/>
                  </a:cubicBezTo>
                  <a:cubicBezTo>
                    <a:pt x="11" y="1"/>
                    <a:pt x="8" y="6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7" name="Freeform 4784">
              <a:extLst>
                <a:ext uri="{FF2B5EF4-FFF2-40B4-BE49-F238E27FC236}">
                  <a16:creationId xmlns:a16="http://schemas.microsoft.com/office/drawing/2014/main" id="{F4FA7887-1152-459C-97B4-EAE6E43CA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714"/>
              <a:ext cx="7" cy="11"/>
            </a:xfrm>
            <a:custGeom>
              <a:avLst/>
              <a:gdLst>
                <a:gd name="T0" fmla="*/ 6 w 5"/>
                <a:gd name="T1" fmla="*/ 0 h 8"/>
                <a:gd name="T2" fmla="*/ 14 w 5"/>
                <a:gd name="T3" fmla="*/ 21 h 8"/>
                <a:gd name="T4" fmla="*/ 1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0" y="3"/>
                    <a:pt x="2" y="6"/>
                    <a:pt x="5" y="8"/>
                  </a:cubicBezTo>
                  <a:cubicBezTo>
                    <a:pt x="3" y="6"/>
                    <a:pt x="1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42" name="Arterial-endothelium-tissue-layer">
            <a:extLst>
              <a:ext uri="{FF2B5EF4-FFF2-40B4-BE49-F238E27FC236}">
                <a16:creationId xmlns:a16="http://schemas.microsoft.com/office/drawing/2014/main" id="{3B1A53AA-38F6-49D8-981A-A5FA17A52E11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1376363"/>
            <a:ext cx="2843213" cy="1139825"/>
            <a:chOff x="3696" y="867"/>
            <a:chExt cx="1791" cy="718"/>
          </a:xfrm>
        </p:grpSpPr>
        <p:sp>
          <p:nvSpPr>
            <p:cNvPr id="22546" name="Freeform 4786">
              <a:extLst>
                <a:ext uri="{FF2B5EF4-FFF2-40B4-BE49-F238E27FC236}">
                  <a16:creationId xmlns:a16="http://schemas.microsoft.com/office/drawing/2014/main" id="{644E2610-13A4-45CA-9351-734310DE7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002"/>
              <a:ext cx="411" cy="432"/>
            </a:xfrm>
            <a:custGeom>
              <a:avLst/>
              <a:gdLst>
                <a:gd name="T0" fmla="*/ 0 w 411"/>
                <a:gd name="T1" fmla="*/ 432 h 432"/>
                <a:gd name="T2" fmla="*/ 411 w 411"/>
                <a:gd name="T3" fmla="*/ 148 h 432"/>
                <a:gd name="T4" fmla="*/ 411 w 411"/>
                <a:gd name="T5" fmla="*/ 0 h 432"/>
                <a:gd name="T6" fmla="*/ 0 w 411"/>
                <a:gd name="T7" fmla="*/ 286 h 432"/>
                <a:gd name="T8" fmla="*/ 0 w 411"/>
                <a:gd name="T9" fmla="*/ 432 h 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432">
                  <a:moveTo>
                    <a:pt x="0" y="432"/>
                  </a:moveTo>
                  <a:lnTo>
                    <a:pt x="411" y="148"/>
                  </a:lnTo>
                  <a:lnTo>
                    <a:pt x="411" y="0"/>
                  </a:lnTo>
                  <a:lnTo>
                    <a:pt x="0" y="286"/>
                  </a:lnTo>
                  <a:lnTo>
                    <a:pt x="0" y="432"/>
                  </a:lnTo>
                  <a:close/>
                </a:path>
              </a:pathLst>
            </a:custGeom>
            <a:solidFill>
              <a:srgbClr val="8C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7" name="Freeform 4787">
              <a:extLst>
                <a:ext uri="{FF2B5EF4-FFF2-40B4-BE49-F238E27FC236}">
                  <a16:creationId xmlns:a16="http://schemas.microsoft.com/office/drawing/2014/main" id="{A0655BD1-014C-43F8-B573-C03999883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998"/>
              <a:ext cx="1379" cy="585"/>
            </a:xfrm>
            <a:custGeom>
              <a:avLst/>
              <a:gdLst>
                <a:gd name="T0" fmla="*/ 2334 w 1060"/>
                <a:gd name="T1" fmla="*/ 490 h 450"/>
                <a:gd name="T2" fmla="*/ 2334 w 1060"/>
                <a:gd name="T3" fmla="*/ 737 h 450"/>
                <a:gd name="T4" fmla="*/ 0 w 1060"/>
                <a:gd name="T5" fmla="*/ 220 h 450"/>
                <a:gd name="T6" fmla="*/ 0 w 1060"/>
                <a:gd name="T7" fmla="*/ 0 h 450"/>
                <a:gd name="T8" fmla="*/ 2334 w 1060"/>
                <a:gd name="T9" fmla="*/ 490 h 4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0" h="450">
                  <a:moveTo>
                    <a:pt x="1060" y="223"/>
                  </a:moveTo>
                  <a:cubicBezTo>
                    <a:pt x="1060" y="335"/>
                    <a:pt x="1060" y="335"/>
                    <a:pt x="1060" y="335"/>
                  </a:cubicBezTo>
                  <a:cubicBezTo>
                    <a:pt x="1060" y="335"/>
                    <a:pt x="357" y="450"/>
                    <a:pt x="0" y="10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80" y="372"/>
                    <a:pt x="1060" y="223"/>
                  </a:cubicBezTo>
                  <a:close/>
                </a:path>
              </a:pathLst>
            </a:custGeom>
            <a:solidFill>
              <a:srgbClr val="B64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4788">
              <a:extLst>
                <a:ext uri="{FF2B5EF4-FFF2-40B4-BE49-F238E27FC236}">
                  <a16:creationId xmlns:a16="http://schemas.microsoft.com/office/drawing/2014/main" id="{3A9C3C14-5EFB-46E4-B979-426B9596A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867"/>
              <a:ext cx="1790" cy="620"/>
            </a:xfrm>
            <a:custGeom>
              <a:avLst/>
              <a:gdLst>
                <a:gd name="T0" fmla="*/ 0 w 1376"/>
                <a:gd name="T1" fmla="*/ 221 h 477"/>
                <a:gd name="T2" fmla="*/ 2334 w 1376"/>
                <a:gd name="T3" fmla="*/ 711 h 477"/>
                <a:gd name="T4" fmla="*/ 3030 w 1376"/>
                <a:gd name="T5" fmla="*/ 227 h 477"/>
                <a:gd name="T6" fmla="*/ 1127 w 1376"/>
                <a:gd name="T7" fmla="*/ 0 h 477"/>
                <a:gd name="T8" fmla="*/ 0 w 1376"/>
                <a:gd name="T9" fmla="*/ 221 h 4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6" h="477">
                  <a:moveTo>
                    <a:pt x="0" y="101"/>
                  </a:moveTo>
                  <a:cubicBezTo>
                    <a:pt x="0" y="101"/>
                    <a:pt x="451" y="477"/>
                    <a:pt x="1060" y="324"/>
                  </a:cubicBezTo>
                  <a:cubicBezTo>
                    <a:pt x="1376" y="104"/>
                    <a:pt x="1376" y="104"/>
                    <a:pt x="1376" y="104"/>
                  </a:cubicBezTo>
                  <a:cubicBezTo>
                    <a:pt x="1376" y="104"/>
                    <a:pt x="961" y="242"/>
                    <a:pt x="512" y="0"/>
                  </a:cubicBezTo>
                  <a:lnTo>
                    <a:pt x="0" y="101"/>
                  </a:lnTo>
                  <a:close/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4789">
              <a:extLst>
                <a:ext uri="{FF2B5EF4-FFF2-40B4-BE49-F238E27FC236}">
                  <a16:creationId xmlns:a16="http://schemas.microsoft.com/office/drawing/2014/main" id="{0504F078-00F2-4A96-95C1-2A0381A0A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006"/>
              <a:ext cx="233" cy="121"/>
            </a:xfrm>
            <a:custGeom>
              <a:avLst/>
              <a:gdLst>
                <a:gd name="T0" fmla="*/ 0 w 179"/>
                <a:gd name="T1" fmla="*/ 66 h 93"/>
                <a:gd name="T2" fmla="*/ 197 w 179"/>
                <a:gd name="T3" fmla="*/ 9 h 93"/>
                <a:gd name="T4" fmla="*/ 394 w 179"/>
                <a:gd name="T5" fmla="*/ 0 h 93"/>
                <a:gd name="T6" fmla="*/ 229 w 179"/>
                <a:gd name="T7" fmla="*/ 204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93">
                  <a:moveTo>
                    <a:pt x="0" y="30"/>
                  </a:moveTo>
                  <a:cubicBezTo>
                    <a:pt x="31" y="15"/>
                    <a:pt x="52" y="4"/>
                    <a:pt x="89" y="4"/>
                  </a:cubicBezTo>
                  <a:cubicBezTo>
                    <a:pt x="121" y="4"/>
                    <a:pt x="147" y="10"/>
                    <a:pt x="179" y="0"/>
                  </a:cubicBezTo>
                  <a:cubicBezTo>
                    <a:pt x="178" y="41"/>
                    <a:pt x="138" y="80"/>
                    <a:pt x="104" y="93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4790">
              <a:extLst>
                <a:ext uri="{FF2B5EF4-FFF2-40B4-BE49-F238E27FC236}">
                  <a16:creationId xmlns:a16="http://schemas.microsoft.com/office/drawing/2014/main" id="{B51FB0C9-58D3-4FD4-B6D9-7071DA280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998"/>
              <a:ext cx="207" cy="179"/>
            </a:xfrm>
            <a:custGeom>
              <a:avLst/>
              <a:gdLst>
                <a:gd name="T0" fmla="*/ 21 w 159"/>
                <a:gd name="T1" fmla="*/ 301 h 138"/>
                <a:gd name="T2" fmla="*/ 133 w 159"/>
                <a:gd name="T3" fmla="*/ 236 h 138"/>
                <a:gd name="T4" fmla="*/ 210 w 159"/>
                <a:gd name="T5" fmla="*/ 153 h 138"/>
                <a:gd name="T6" fmla="*/ 350 w 159"/>
                <a:gd name="T7" fmla="*/ 0 h 138"/>
                <a:gd name="T8" fmla="*/ 130 w 159"/>
                <a:gd name="T9" fmla="*/ 57 h 138"/>
                <a:gd name="T10" fmla="*/ 0 w 159"/>
                <a:gd name="T11" fmla="*/ 79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138">
                  <a:moveTo>
                    <a:pt x="9" y="138"/>
                  </a:moveTo>
                  <a:cubicBezTo>
                    <a:pt x="24" y="138"/>
                    <a:pt x="48" y="118"/>
                    <a:pt x="60" y="108"/>
                  </a:cubicBezTo>
                  <a:cubicBezTo>
                    <a:pt x="73" y="97"/>
                    <a:pt x="84" y="83"/>
                    <a:pt x="95" y="70"/>
                  </a:cubicBezTo>
                  <a:cubicBezTo>
                    <a:pt x="115" y="47"/>
                    <a:pt x="132" y="16"/>
                    <a:pt x="159" y="0"/>
                  </a:cubicBezTo>
                  <a:cubicBezTo>
                    <a:pt x="126" y="9"/>
                    <a:pt x="93" y="22"/>
                    <a:pt x="59" y="26"/>
                  </a:cubicBezTo>
                  <a:cubicBezTo>
                    <a:pt x="39" y="29"/>
                    <a:pt x="17" y="24"/>
                    <a:pt x="0" y="36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Freeform 4791">
              <a:extLst>
                <a:ext uri="{FF2B5EF4-FFF2-40B4-BE49-F238E27FC236}">
                  <a16:creationId xmlns:a16="http://schemas.microsoft.com/office/drawing/2014/main" id="{394819C9-F5FA-4E92-81FC-0AEDDFC0D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968"/>
              <a:ext cx="314" cy="185"/>
            </a:xfrm>
            <a:custGeom>
              <a:avLst/>
              <a:gdLst>
                <a:gd name="T0" fmla="*/ 0 w 241"/>
                <a:gd name="T1" fmla="*/ 313 h 142"/>
                <a:gd name="T2" fmla="*/ 198 w 241"/>
                <a:gd name="T3" fmla="*/ 291 h 142"/>
                <a:gd name="T4" fmla="*/ 321 w 241"/>
                <a:gd name="T5" fmla="*/ 195 h 142"/>
                <a:gd name="T6" fmla="*/ 533 w 241"/>
                <a:gd name="T7" fmla="*/ 0 h 142"/>
                <a:gd name="T8" fmla="*/ 236 w 241"/>
                <a:gd name="T9" fmla="*/ 56 h 142"/>
                <a:gd name="T10" fmla="*/ 241 w 241"/>
                <a:gd name="T11" fmla="*/ 50 h 142"/>
                <a:gd name="T12" fmla="*/ 231 w 241"/>
                <a:gd name="T13" fmla="*/ 56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1" h="142">
                  <a:moveTo>
                    <a:pt x="0" y="141"/>
                  </a:moveTo>
                  <a:cubicBezTo>
                    <a:pt x="27" y="130"/>
                    <a:pt x="61" y="142"/>
                    <a:pt x="90" y="131"/>
                  </a:cubicBezTo>
                  <a:cubicBezTo>
                    <a:pt x="113" y="122"/>
                    <a:pt x="129" y="108"/>
                    <a:pt x="145" y="88"/>
                  </a:cubicBezTo>
                  <a:cubicBezTo>
                    <a:pt x="173" y="53"/>
                    <a:pt x="203" y="22"/>
                    <a:pt x="241" y="0"/>
                  </a:cubicBezTo>
                  <a:cubicBezTo>
                    <a:pt x="196" y="6"/>
                    <a:pt x="150" y="18"/>
                    <a:pt x="107" y="25"/>
                  </a:cubicBezTo>
                  <a:cubicBezTo>
                    <a:pt x="108" y="24"/>
                    <a:pt x="108" y="23"/>
                    <a:pt x="109" y="22"/>
                  </a:cubicBezTo>
                  <a:cubicBezTo>
                    <a:pt x="107" y="23"/>
                    <a:pt x="106" y="24"/>
                    <a:pt x="104" y="2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Freeform 4792">
              <a:extLst>
                <a:ext uri="{FF2B5EF4-FFF2-40B4-BE49-F238E27FC236}">
                  <a16:creationId xmlns:a16="http://schemas.microsoft.com/office/drawing/2014/main" id="{F427CDA2-A457-4C51-9F14-14441DA0B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136"/>
              <a:ext cx="65" cy="94"/>
            </a:xfrm>
            <a:custGeom>
              <a:avLst/>
              <a:gdLst>
                <a:gd name="T0" fmla="*/ 111 w 50"/>
                <a:gd name="T1" fmla="*/ 0 h 72"/>
                <a:gd name="T2" fmla="*/ 0 w 50"/>
                <a:gd name="T3" fmla="*/ 161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72">
                  <a:moveTo>
                    <a:pt x="50" y="0"/>
                  </a:moveTo>
                  <a:cubicBezTo>
                    <a:pt x="28" y="20"/>
                    <a:pt x="21" y="54"/>
                    <a:pt x="0" y="72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4793">
              <a:extLst>
                <a:ext uri="{FF2B5EF4-FFF2-40B4-BE49-F238E27FC236}">
                  <a16:creationId xmlns:a16="http://schemas.microsoft.com/office/drawing/2014/main" id="{32E593B3-1624-40FB-9161-89E6371CA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045"/>
              <a:ext cx="7" cy="143"/>
            </a:xfrm>
            <a:custGeom>
              <a:avLst/>
              <a:gdLst>
                <a:gd name="T0" fmla="*/ 8 w 5"/>
                <a:gd name="T1" fmla="*/ 0 h 110"/>
                <a:gd name="T2" fmla="*/ 14 w 5"/>
                <a:gd name="T3" fmla="*/ 242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0">
                  <a:moveTo>
                    <a:pt x="3" y="0"/>
                  </a:moveTo>
                  <a:cubicBezTo>
                    <a:pt x="3" y="39"/>
                    <a:pt x="0" y="73"/>
                    <a:pt x="5" y="11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Freeform 4794">
              <a:extLst>
                <a:ext uri="{FF2B5EF4-FFF2-40B4-BE49-F238E27FC236}">
                  <a16:creationId xmlns:a16="http://schemas.microsoft.com/office/drawing/2014/main" id="{5C48CC13-A16D-4613-813A-BA65E047E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125"/>
              <a:ext cx="17" cy="146"/>
            </a:xfrm>
            <a:custGeom>
              <a:avLst/>
              <a:gdLst>
                <a:gd name="T0" fmla="*/ 29 w 13"/>
                <a:gd name="T1" fmla="*/ 0 h 112"/>
                <a:gd name="T2" fmla="*/ 17 w 13"/>
                <a:gd name="T3" fmla="*/ 248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2">
                  <a:moveTo>
                    <a:pt x="13" y="0"/>
                  </a:moveTo>
                  <a:cubicBezTo>
                    <a:pt x="1" y="32"/>
                    <a:pt x="0" y="81"/>
                    <a:pt x="8" y="112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Freeform 4795">
              <a:extLst>
                <a:ext uri="{FF2B5EF4-FFF2-40B4-BE49-F238E27FC236}">
                  <a16:creationId xmlns:a16="http://schemas.microsoft.com/office/drawing/2014/main" id="{06B748F7-126E-450D-83AE-FC92A11FF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177"/>
              <a:ext cx="12" cy="144"/>
            </a:xfrm>
            <a:custGeom>
              <a:avLst/>
              <a:gdLst>
                <a:gd name="T0" fmla="*/ 16 w 9"/>
                <a:gd name="T1" fmla="*/ 0 h 110"/>
                <a:gd name="T2" fmla="*/ 0 w 9"/>
                <a:gd name="T3" fmla="*/ 247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0">
                  <a:moveTo>
                    <a:pt x="7" y="0"/>
                  </a:moveTo>
                  <a:cubicBezTo>
                    <a:pt x="2" y="38"/>
                    <a:pt x="9" y="73"/>
                    <a:pt x="0" y="11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4796">
              <a:extLst>
                <a:ext uri="{FF2B5EF4-FFF2-40B4-BE49-F238E27FC236}">
                  <a16:creationId xmlns:a16="http://schemas.microsoft.com/office/drawing/2014/main" id="{DE40C47D-AC9B-4D08-BD96-E6AADF2BF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230"/>
              <a:ext cx="9" cy="141"/>
            </a:xfrm>
            <a:custGeom>
              <a:avLst/>
              <a:gdLst>
                <a:gd name="T0" fmla="*/ 1 w 7"/>
                <a:gd name="T1" fmla="*/ 0 h 109"/>
                <a:gd name="T2" fmla="*/ 8 w 7"/>
                <a:gd name="T3" fmla="*/ 136 h 109"/>
                <a:gd name="T4" fmla="*/ 15 w 7"/>
                <a:gd name="T5" fmla="*/ 235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9">
                  <a:moveTo>
                    <a:pt x="1" y="0"/>
                  </a:moveTo>
                  <a:cubicBezTo>
                    <a:pt x="0" y="20"/>
                    <a:pt x="1" y="43"/>
                    <a:pt x="4" y="63"/>
                  </a:cubicBezTo>
                  <a:cubicBezTo>
                    <a:pt x="6" y="78"/>
                    <a:pt x="3" y="96"/>
                    <a:pt x="7" y="10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Freeform 4797">
              <a:extLst>
                <a:ext uri="{FF2B5EF4-FFF2-40B4-BE49-F238E27FC236}">
                  <a16:creationId xmlns:a16="http://schemas.microsoft.com/office/drawing/2014/main" id="{12C3CD62-2F3C-4298-8463-FB8CD1BBC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280"/>
              <a:ext cx="9" cy="133"/>
            </a:xfrm>
            <a:custGeom>
              <a:avLst/>
              <a:gdLst>
                <a:gd name="T0" fmla="*/ 0 w 7"/>
                <a:gd name="T1" fmla="*/ 0 h 102"/>
                <a:gd name="T2" fmla="*/ 15 w 7"/>
                <a:gd name="T3" fmla="*/ 22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2">
                  <a:moveTo>
                    <a:pt x="0" y="0"/>
                  </a:moveTo>
                  <a:cubicBezTo>
                    <a:pt x="7" y="34"/>
                    <a:pt x="7" y="67"/>
                    <a:pt x="7" y="102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Freeform 4798">
              <a:extLst>
                <a:ext uri="{FF2B5EF4-FFF2-40B4-BE49-F238E27FC236}">
                  <a16:creationId xmlns:a16="http://schemas.microsoft.com/office/drawing/2014/main" id="{77117CEF-B3C2-475A-9900-546B15A87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305"/>
              <a:ext cx="12" cy="127"/>
            </a:xfrm>
            <a:custGeom>
              <a:avLst/>
              <a:gdLst>
                <a:gd name="T0" fmla="*/ 0 w 9"/>
                <a:gd name="T1" fmla="*/ 0 h 98"/>
                <a:gd name="T2" fmla="*/ 12 w 9"/>
                <a:gd name="T3" fmla="*/ 214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8">
                  <a:moveTo>
                    <a:pt x="0" y="0"/>
                  </a:moveTo>
                  <a:cubicBezTo>
                    <a:pt x="9" y="30"/>
                    <a:pt x="5" y="66"/>
                    <a:pt x="5" y="9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Freeform 4799">
              <a:extLst>
                <a:ext uri="{FF2B5EF4-FFF2-40B4-BE49-F238E27FC236}">
                  <a16:creationId xmlns:a16="http://schemas.microsoft.com/office/drawing/2014/main" id="{F1E7F67D-12B2-4AE5-80FC-53016E048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330"/>
              <a:ext cx="11" cy="119"/>
            </a:xfrm>
            <a:custGeom>
              <a:avLst/>
              <a:gdLst>
                <a:gd name="T0" fmla="*/ 0 w 8"/>
                <a:gd name="T1" fmla="*/ 0 h 92"/>
                <a:gd name="T2" fmla="*/ 21 w 8"/>
                <a:gd name="T3" fmla="*/ 199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2">
                  <a:moveTo>
                    <a:pt x="0" y="0"/>
                  </a:moveTo>
                  <a:cubicBezTo>
                    <a:pt x="0" y="33"/>
                    <a:pt x="8" y="63"/>
                    <a:pt x="8" y="92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Freeform 4800">
              <a:extLst>
                <a:ext uri="{FF2B5EF4-FFF2-40B4-BE49-F238E27FC236}">
                  <a16:creationId xmlns:a16="http://schemas.microsoft.com/office/drawing/2014/main" id="{B16BC9A7-F052-40C9-BCA3-7924819C6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041"/>
              <a:ext cx="256" cy="194"/>
            </a:xfrm>
            <a:custGeom>
              <a:avLst/>
              <a:gdLst>
                <a:gd name="T0" fmla="*/ 0 w 197"/>
                <a:gd name="T1" fmla="*/ 320 h 149"/>
                <a:gd name="T2" fmla="*/ 287 w 197"/>
                <a:gd name="T3" fmla="*/ 247 h 149"/>
                <a:gd name="T4" fmla="*/ 433 w 197"/>
                <a:gd name="T5" fmla="*/ 1 h 149"/>
                <a:gd name="T6" fmla="*/ 305 w 197"/>
                <a:gd name="T7" fmla="*/ 43 h 149"/>
                <a:gd name="T8" fmla="*/ 225 w 197"/>
                <a:gd name="T9" fmla="*/ 61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149">
                  <a:moveTo>
                    <a:pt x="0" y="145"/>
                  </a:moveTo>
                  <a:cubicBezTo>
                    <a:pt x="48" y="149"/>
                    <a:pt x="87" y="144"/>
                    <a:pt x="131" y="112"/>
                  </a:cubicBezTo>
                  <a:cubicBezTo>
                    <a:pt x="165" y="86"/>
                    <a:pt x="177" y="39"/>
                    <a:pt x="197" y="1"/>
                  </a:cubicBezTo>
                  <a:cubicBezTo>
                    <a:pt x="179" y="0"/>
                    <a:pt x="157" y="14"/>
                    <a:pt x="139" y="19"/>
                  </a:cubicBezTo>
                  <a:cubicBezTo>
                    <a:pt x="127" y="22"/>
                    <a:pt x="114" y="26"/>
                    <a:pt x="102" y="2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Freeform 4801">
              <a:extLst>
                <a:ext uri="{FF2B5EF4-FFF2-40B4-BE49-F238E27FC236}">
                  <a16:creationId xmlns:a16="http://schemas.microsoft.com/office/drawing/2014/main" id="{0CC76B1A-3523-43CE-9C3A-DF6391E6F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334"/>
              <a:ext cx="14" cy="121"/>
            </a:xfrm>
            <a:custGeom>
              <a:avLst/>
              <a:gdLst>
                <a:gd name="T0" fmla="*/ 17 w 11"/>
                <a:gd name="T1" fmla="*/ 0 h 93"/>
                <a:gd name="T2" fmla="*/ 18 w 11"/>
                <a:gd name="T3" fmla="*/ 204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3">
                  <a:moveTo>
                    <a:pt x="8" y="0"/>
                  </a:moveTo>
                  <a:cubicBezTo>
                    <a:pt x="0" y="28"/>
                    <a:pt x="11" y="69"/>
                    <a:pt x="9" y="93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Freeform 4802">
              <a:extLst>
                <a:ext uri="{FF2B5EF4-FFF2-40B4-BE49-F238E27FC236}">
                  <a16:creationId xmlns:a16="http://schemas.microsoft.com/office/drawing/2014/main" id="{A7B76440-F004-4FD5-B18E-AD1CB4D97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978"/>
              <a:ext cx="221" cy="194"/>
            </a:xfrm>
            <a:custGeom>
              <a:avLst/>
              <a:gdLst>
                <a:gd name="T0" fmla="*/ 103 w 170"/>
                <a:gd name="T1" fmla="*/ 124 h 149"/>
                <a:gd name="T2" fmla="*/ 169 w 170"/>
                <a:gd name="T3" fmla="*/ 61 h 149"/>
                <a:gd name="T4" fmla="*/ 264 w 170"/>
                <a:gd name="T5" fmla="*/ 30 h 149"/>
                <a:gd name="T6" fmla="*/ 373 w 170"/>
                <a:gd name="T7" fmla="*/ 0 h 149"/>
                <a:gd name="T8" fmla="*/ 178 w 170"/>
                <a:gd name="T9" fmla="*/ 285 h 149"/>
                <a:gd name="T10" fmla="*/ 0 w 170"/>
                <a:gd name="T11" fmla="*/ 329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149">
                  <a:moveTo>
                    <a:pt x="47" y="56"/>
                  </a:moveTo>
                  <a:cubicBezTo>
                    <a:pt x="57" y="48"/>
                    <a:pt x="65" y="36"/>
                    <a:pt x="77" y="28"/>
                  </a:cubicBezTo>
                  <a:cubicBezTo>
                    <a:pt x="91" y="20"/>
                    <a:pt x="104" y="18"/>
                    <a:pt x="120" y="14"/>
                  </a:cubicBezTo>
                  <a:cubicBezTo>
                    <a:pt x="136" y="11"/>
                    <a:pt x="155" y="5"/>
                    <a:pt x="170" y="0"/>
                  </a:cubicBezTo>
                  <a:cubicBezTo>
                    <a:pt x="165" y="53"/>
                    <a:pt x="133" y="112"/>
                    <a:pt x="81" y="129"/>
                  </a:cubicBezTo>
                  <a:cubicBezTo>
                    <a:pt x="57" y="138"/>
                    <a:pt x="18" y="129"/>
                    <a:pt x="0" y="14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Freeform 4803">
              <a:extLst>
                <a:ext uri="{FF2B5EF4-FFF2-40B4-BE49-F238E27FC236}">
                  <a16:creationId xmlns:a16="http://schemas.microsoft.com/office/drawing/2014/main" id="{9FDCE042-778B-49ED-88B0-57F7E3B14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328"/>
              <a:ext cx="9" cy="127"/>
            </a:xfrm>
            <a:custGeom>
              <a:avLst/>
              <a:gdLst>
                <a:gd name="T0" fmla="*/ 13 w 7"/>
                <a:gd name="T1" fmla="*/ 0 h 97"/>
                <a:gd name="T2" fmla="*/ 15 w 7"/>
                <a:gd name="T3" fmla="*/ 217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7">
                  <a:moveTo>
                    <a:pt x="6" y="0"/>
                  </a:moveTo>
                  <a:cubicBezTo>
                    <a:pt x="6" y="32"/>
                    <a:pt x="0" y="66"/>
                    <a:pt x="7" y="97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Freeform 4804">
              <a:extLst>
                <a:ext uri="{FF2B5EF4-FFF2-40B4-BE49-F238E27FC236}">
                  <a16:creationId xmlns:a16="http://schemas.microsoft.com/office/drawing/2014/main" id="{C4DDD6B2-837A-41FF-BB1E-4C0B2C555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162"/>
              <a:ext cx="39" cy="121"/>
            </a:xfrm>
            <a:custGeom>
              <a:avLst/>
              <a:gdLst>
                <a:gd name="T0" fmla="*/ 66 w 30"/>
                <a:gd name="T1" fmla="*/ 0 h 93"/>
                <a:gd name="T2" fmla="*/ 30 w 30"/>
                <a:gd name="T3" fmla="*/ 122 h 93"/>
                <a:gd name="T4" fmla="*/ 0 w 30"/>
                <a:gd name="T5" fmla="*/ 204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3">
                  <a:moveTo>
                    <a:pt x="30" y="0"/>
                  </a:moveTo>
                  <a:cubicBezTo>
                    <a:pt x="12" y="8"/>
                    <a:pt x="19" y="39"/>
                    <a:pt x="14" y="55"/>
                  </a:cubicBezTo>
                  <a:cubicBezTo>
                    <a:pt x="9" y="71"/>
                    <a:pt x="3" y="81"/>
                    <a:pt x="0" y="93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Freeform 4805">
              <a:extLst>
                <a:ext uri="{FF2B5EF4-FFF2-40B4-BE49-F238E27FC236}">
                  <a16:creationId xmlns:a16="http://schemas.microsoft.com/office/drawing/2014/main" id="{3E0E7062-4AF3-4BF5-BB50-18204E516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170"/>
              <a:ext cx="213" cy="136"/>
            </a:xfrm>
            <a:custGeom>
              <a:avLst/>
              <a:gdLst>
                <a:gd name="T0" fmla="*/ 191 w 164"/>
                <a:gd name="T1" fmla="*/ 228 h 105"/>
                <a:gd name="T2" fmla="*/ 266 w 164"/>
                <a:gd name="T3" fmla="*/ 113 h 105"/>
                <a:gd name="T4" fmla="*/ 360 w 164"/>
                <a:gd name="T5" fmla="*/ 0 h 105"/>
                <a:gd name="T6" fmla="*/ 123 w 164"/>
                <a:gd name="T7" fmla="*/ 141 h 105"/>
                <a:gd name="T8" fmla="*/ 0 w 164"/>
                <a:gd name="T9" fmla="*/ 187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05">
                  <a:moveTo>
                    <a:pt x="87" y="105"/>
                  </a:moveTo>
                  <a:cubicBezTo>
                    <a:pt x="86" y="102"/>
                    <a:pt x="116" y="62"/>
                    <a:pt x="122" y="52"/>
                  </a:cubicBezTo>
                  <a:cubicBezTo>
                    <a:pt x="134" y="32"/>
                    <a:pt x="149" y="17"/>
                    <a:pt x="164" y="0"/>
                  </a:cubicBezTo>
                  <a:cubicBezTo>
                    <a:pt x="141" y="34"/>
                    <a:pt x="95" y="53"/>
                    <a:pt x="56" y="65"/>
                  </a:cubicBezTo>
                  <a:cubicBezTo>
                    <a:pt x="36" y="71"/>
                    <a:pt x="16" y="73"/>
                    <a:pt x="0" y="86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Freeform 4806">
              <a:extLst>
                <a:ext uri="{FF2B5EF4-FFF2-40B4-BE49-F238E27FC236}">
                  <a16:creationId xmlns:a16="http://schemas.microsoft.com/office/drawing/2014/main" id="{8CD093A8-B795-4CE4-BA9E-EF8C8432B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049"/>
              <a:ext cx="80" cy="131"/>
            </a:xfrm>
            <a:custGeom>
              <a:avLst/>
              <a:gdLst>
                <a:gd name="T0" fmla="*/ 0 w 61"/>
                <a:gd name="T1" fmla="*/ 220 h 101"/>
                <a:gd name="T2" fmla="*/ 138 w 61"/>
                <a:gd name="T3" fmla="*/ 0 h 101"/>
                <a:gd name="T4" fmla="*/ 60 w 61"/>
                <a:gd name="T5" fmla="*/ 51 h 101"/>
                <a:gd name="T6" fmla="*/ 1 w 61"/>
                <a:gd name="T7" fmla="*/ 7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01">
                  <a:moveTo>
                    <a:pt x="0" y="101"/>
                  </a:moveTo>
                  <a:cubicBezTo>
                    <a:pt x="19" y="77"/>
                    <a:pt x="52" y="33"/>
                    <a:pt x="61" y="0"/>
                  </a:cubicBezTo>
                  <a:cubicBezTo>
                    <a:pt x="49" y="10"/>
                    <a:pt x="41" y="17"/>
                    <a:pt x="27" y="23"/>
                  </a:cubicBezTo>
                  <a:cubicBezTo>
                    <a:pt x="19" y="26"/>
                    <a:pt x="7" y="28"/>
                    <a:pt x="1" y="32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Freeform 4807">
              <a:extLst>
                <a:ext uri="{FF2B5EF4-FFF2-40B4-BE49-F238E27FC236}">
                  <a16:creationId xmlns:a16="http://schemas.microsoft.com/office/drawing/2014/main" id="{DD36BD72-00C6-4804-AE88-C7B99269A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980"/>
              <a:ext cx="78" cy="73"/>
            </a:xfrm>
            <a:custGeom>
              <a:avLst/>
              <a:gdLst>
                <a:gd name="T0" fmla="*/ 0 w 60"/>
                <a:gd name="T1" fmla="*/ 124 h 56"/>
                <a:gd name="T2" fmla="*/ 66 w 60"/>
                <a:gd name="T3" fmla="*/ 56 h 56"/>
                <a:gd name="T4" fmla="*/ 131 w 60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6">
                  <a:moveTo>
                    <a:pt x="0" y="56"/>
                  </a:moveTo>
                  <a:cubicBezTo>
                    <a:pt x="9" y="46"/>
                    <a:pt x="18" y="34"/>
                    <a:pt x="30" y="25"/>
                  </a:cubicBezTo>
                  <a:cubicBezTo>
                    <a:pt x="40" y="17"/>
                    <a:pt x="54" y="11"/>
                    <a:pt x="60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Freeform 4808">
              <a:extLst>
                <a:ext uri="{FF2B5EF4-FFF2-40B4-BE49-F238E27FC236}">
                  <a16:creationId xmlns:a16="http://schemas.microsoft.com/office/drawing/2014/main" id="{AD9E5780-C13E-48D5-B012-70A8802B2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949"/>
              <a:ext cx="21" cy="31"/>
            </a:xfrm>
            <a:custGeom>
              <a:avLst/>
              <a:gdLst>
                <a:gd name="T0" fmla="*/ 0 w 16"/>
                <a:gd name="T1" fmla="*/ 52 h 24"/>
                <a:gd name="T2" fmla="*/ 37 w 1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0" y="24"/>
                  </a:moveTo>
                  <a:cubicBezTo>
                    <a:pt x="7" y="19"/>
                    <a:pt x="11" y="7"/>
                    <a:pt x="16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Freeform 4809">
              <a:extLst>
                <a:ext uri="{FF2B5EF4-FFF2-40B4-BE49-F238E27FC236}">
                  <a16:creationId xmlns:a16="http://schemas.microsoft.com/office/drawing/2014/main" id="{A9B06036-844F-4471-9628-61BE89599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24"/>
              <a:ext cx="119" cy="44"/>
            </a:xfrm>
            <a:custGeom>
              <a:avLst/>
              <a:gdLst>
                <a:gd name="T0" fmla="*/ 0 w 91"/>
                <a:gd name="T1" fmla="*/ 74 h 34"/>
                <a:gd name="T2" fmla="*/ 115 w 91"/>
                <a:gd name="T3" fmla="*/ 13 h 34"/>
                <a:gd name="T4" fmla="*/ 204 w 91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34">
                  <a:moveTo>
                    <a:pt x="0" y="34"/>
                  </a:moveTo>
                  <a:cubicBezTo>
                    <a:pt x="17" y="33"/>
                    <a:pt x="35" y="13"/>
                    <a:pt x="51" y="6"/>
                  </a:cubicBezTo>
                  <a:cubicBezTo>
                    <a:pt x="63" y="2"/>
                    <a:pt x="81" y="0"/>
                    <a:pt x="91" y="2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4810">
              <a:extLst>
                <a:ext uri="{FF2B5EF4-FFF2-40B4-BE49-F238E27FC236}">
                  <a16:creationId xmlns:a16="http://schemas.microsoft.com/office/drawing/2014/main" id="{285A5A26-6D07-4540-B1F5-4CD9B5F70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882"/>
              <a:ext cx="214" cy="119"/>
            </a:xfrm>
            <a:custGeom>
              <a:avLst/>
              <a:gdLst>
                <a:gd name="T0" fmla="*/ 0 w 164"/>
                <a:gd name="T1" fmla="*/ 204 h 91"/>
                <a:gd name="T2" fmla="*/ 205 w 164"/>
                <a:gd name="T3" fmla="*/ 27 h 91"/>
                <a:gd name="T4" fmla="*/ 364 w 164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91">
                  <a:moveTo>
                    <a:pt x="0" y="91"/>
                  </a:moveTo>
                  <a:cubicBezTo>
                    <a:pt x="35" y="69"/>
                    <a:pt x="54" y="28"/>
                    <a:pt x="92" y="12"/>
                  </a:cubicBezTo>
                  <a:cubicBezTo>
                    <a:pt x="114" y="3"/>
                    <a:pt x="141" y="2"/>
                    <a:pt x="164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Freeform 4811">
              <a:extLst>
                <a:ext uri="{FF2B5EF4-FFF2-40B4-BE49-F238E27FC236}">
                  <a16:creationId xmlns:a16="http://schemas.microsoft.com/office/drawing/2014/main" id="{868C6515-94BC-4EC0-9898-25D5CD6CE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900"/>
              <a:ext cx="297" cy="106"/>
            </a:xfrm>
            <a:custGeom>
              <a:avLst/>
              <a:gdLst>
                <a:gd name="T0" fmla="*/ 504 w 228"/>
                <a:gd name="T1" fmla="*/ 0 h 81"/>
                <a:gd name="T2" fmla="*/ 211 w 228"/>
                <a:gd name="T3" fmla="*/ 34 h 81"/>
                <a:gd name="T4" fmla="*/ 0 w 228"/>
                <a:gd name="T5" fmla="*/ 182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8" h="81">
                  <a:moveTo>
                    <a:pt x="228" y="0"/>
                  </a:moveTo>
                  <a:cubicBezTo>
                    <a:pt x="182" y="0"/>
                    <a:pt x="141" y="13"/>
                    <a:pt x="95" y="15"/>
                  </a:cubicBezTo>
                  <a:cubicBezTo>
                    <a:pt x="51" y="16"/>
                    <a:pt x="16" y="41"/>
                    <a:pt x="0" y="81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Freeform 4812">
              <a:extLst>
                <a:ext uri="{FF2B5EF4-FFF2-40B4-BE49-F238E27FC236}">
                  <a16:creationId xmlns:a16="http://schemas.microsoft.com/office/drawing/2014/main" id="{85B94A15-88B7-4221-8299-F7C606899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980"/>
              <a:ext cx="132" cy="32"/>
            </a:xfrm>
            <a:custGeom>
              <a:avLst/>
              <a:gdLst>
                <a:gd name="T0" fmla="*/ 221 w 102"/>
                <a:gd name="T1" fmla="*/ 51 h 25"/>
                <a:gd name="T2" fmla="*/ 0 w 102"/>
                <a:gd name="T3" fmla="*/ 1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25">
                  <a:moveTo>
                    <a:pt x="102" y="24"/>
                  </a:moveTo>
                  <a:cubicBezTo>
                    <a:pt x="71" y="25"/>
                    <a:pt x="27" y="0"/>
                    <a:pt x="0" y="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4813">
              <a:extLst>
                <a:ext uri="{FF2B5EF4-FFF2-40B4-BE49-F238E27FC236}">
                  <a16:creationId xmlns:a16="http://schemas.microsoft.com/office/drawing/2014/main" id="{65EB3F9C-4BFC-4B8C-AD40-EC8CB65B7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1141"/>
              <a:ext cx="189" cy="189"/>
            </a:xfrm>
            <a:custGeom>
              <a:avLst/>
              <a:gdLst>
                <a:gd name="T0" fmla="*/ 89 w 145"/>
                <a:gd name="T1" fmla="*/ 321 h 145"/>
                <a:gd name="T2" fmla="*/ 146 w 145"/>
                <a:gd name="T3" fmla="*/ 250 h 145"/>
                <a:gd name="T4" fmla="*/ 246 w 145"/>
                <a:gd name="T5" fmla="*/ 151 h 145"/>
                <a:gd name="T6" fmla="*/ 321 w 145"/>
                <a:gd name="T7" fmla="*/ 0 h 145"/>
                <a:gd name="T8" fmla="*/ 133 w 145"/>
                <a:gd name="T9" fmla="*/ 17 h 145"/>
                <a:gd name="T10" fmla="*/ 0 w 145"/>
                <a:gd name="T11" fmla="*/ 43 h 1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145">
                  <a:moveTo>
                    <a:pt x="40" y="145"/>
                  </a:moveTo>
                  <a:cubicBezTo>
                    <a:pt x="45" y="132"/>
                    <a:pt x="57" y="122"/>
                    <a:pt x="66" y="113"/>
                  </a:cubicBezTo>
                  <a:cubicBezTo>
                    <a:pt x="81" y="98"/>
                    <a:pt x="97" y="83"/>
                    <a:pt x="111" y="68"/>
                  </a:cubicBezTo>
                  <a:cubicBezTo>
                    <a:pt x="127" y="49"/>
                    <a:pt x="140" y="23"/>
                    <a:pt x="145" y="0"/>
                  </a:cubicBezTo>
                  <a:cubicBezTo>
                    <a:pt x="117" y="5"/>
                    <a:pt x="89" y="6"/>
                    <a:pt x="60" y="8"/>
                  </a:cubicBezTo>
                  <a:cubicBezTo>
                    <a:pt x="45" y="8"/>
                    <a:pt x="13" y="14"/>
                    <a:pt x="0" y="1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4814">
              <a:extLst>
                <a:ext uri="{FF2B5EF4-FFF2-40B4-BE49-F238E27FC236}">
                  <a16:creationId xmlns:a16="http://schemas.microsoft.com/office/drawing/2014/main" id="{365410EA-2A61-4B8F-A0CC-4F8FF836F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1010"/>
              <a:ext cx="74" cy="132"/>
            </a:xfrm>
            <a:custGeom>
              <a:avLst/>
              <a:gdLst>
                <a:gd name="T0" fmla="*/ 0 w 57"/>
                <a:gd name="T1" fmla="*/ 221 h 102"/>
                <a:gd name="T2" fmla="*/ 125 w 57"/>
                <a:gd name="T3" fmla="*/ 0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02">
                  <a:moveTo>
                    <a:pt x="0" y="102"/>
                  </a:moveTo>
                  <a:cubicBezTo>
                    <a:pt x="35" y="89"/>
                    <a:pt x="49" y="32"/>
                    <a:pt x="57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4815">
              <a:extLst>
                <a:ext uri="{FF2B5EF4-FFF2-40B4-BE49-F238E27FC236}">
                  <a16:creationId xmlns:a16="http://schemas.microsoft.com/office/drawing/2014/main" id="{D0F78F66-D0BE-48CB-B19E-962591D1C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118"/>
              <a:ext cx="83" cy="218"/>
            </a:xfrm>
            <a:custGeom>
              <a:avLst/>
              <a:gdLst>
                <a:gd name="T0" fmla="*/ 0 w 64"/>
                <a:gd name="T1" fmla="*/ 367 h 168"/>
                <a:gd name="T2" fmla="*/ 74 w 64"/>
                <a:gd name="T3" fmla="*/ 232 h 168"/>
                <a:gd name="T4" fmla="*/ 140 w 64"/>
                <a:gd name="T5" fmla="*/ 0 h 168"/>
                <a:gd name="T6" fmla="*/ 79 w 64"/>
                <a:gd name="T7" fmla="*/ 30 h 168"/>
                <a:gd name="T8" fmla="*/ 38 w 64"/>
                <a:gd name="T9" fmla="*/ 42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68">
                  <a:moveTo>
                    <a:pt x="0" y="168"/>
                  </a:moveTo>
                  <a:cubicBezTo>
                    <a:pt x="7" y="147"/>
                    <a:pt x="23" y="126"/>
                    <a:pt x="34" y="106"/>
                  </a:cubicBezTo>
                  <a:cubicBezTo>
                    <a:pt x="51" y="76"/>
                    <a:pt x="64" y="34"/>
                    <a:pt x="64" y="0"/>
                  </a:cubicBezTo>
                  <a:cubicBezTo>
                    <a:pt x="55" y="7"/>
                    <a:pt x="48" y="11"/>
                    <a:pt x="36" y="14"/>
                  </a:cubicBezTo>
                  <a:cubicBezTo>
                    <a:pt x="30" y="16"/>
                    <a:pt x="18" y="18"/>
                    <a:pt x="17" y="1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Freeform 4816">
              <a:extLst>
                <a:ext uri="{FF2B5EF4-FFF2-40B4-BE49-F238E27FC236}">
                  <a16:creationId xmlns:a16="http://schemas.microsoft.com/office/drawing/2014/main" id="{7BE553BF-D47D-4E8D-96D2-E72F15130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028"/>
              <a:ext cx="90" cy="92"/>
            </a:xfrm>
            <a:custGeom>
              <a:avLst/>
              <a:gdLst>
                <a:gd name="T0" fmla="*/ 0 w 69"/>
                <a:gd name="T1" fmla="*/ 154 h 71"/>
                <a:gd name="T2" fmla="*/ 153 w 69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71">
                  <a:moveTo>
                    <a:pt x="0" y="71"/>
                  </a:moveTo>
                  <a:cubicBezTo>
                    <a:pt x="16" y="45"/>
                    <a:pt x="61" y="29"/>
                    <a:pt x="69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Freeform 4817">
              <a:extLst>
                <a:ext uri="{FF2B5EF4-FFF2-40B4-BE49-F238E27FC236}">
                  <a16:creationId xmlns:a16="http://schemas.microsoft.com/office/drawing/2014/main" id="{5B07C8D9-5CED-4ECD-B680-69169716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180"/>
              <a:ext cx="259" cy="152"/>
            </a:xfrm>
            <a:custGeom>
              <a:avLst/>
              <a:gdLst>
                <a:gd name="T0" fmla="*/ 1 w 199"/>
                <a:gd name="T1" fmla="*/ 256 h 117"/>
                <a:gd name="T2" fmla="*/ 219 w 199"/>
                <a:gd name="T3" fmla="*/ 86 h 117"/>
                <a:gd name="T4" fmla="*/ 359 w 199"/>
                <a:gd name="T5" fmla="*/ 38 h 117"/>
                <a:gd name="T6" fmla="*/ 439 w 199"/>
                <a:gd name="T7" fmla="*/ 0 h 117"/>
                <a:gd name="T8" fmla="*/ 361 w 199"/>
                <a:gd name="T9" fmla="*/ 152 h 117"/>
                <a:gd name="T10" fmla="*/ 320 w 199"/>
                <a:gd name="T11" fmla="*/ 225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117">
                  <a:moveTo>
                    <a:pt x="1" y="117"/>
                  </a:moveTo>
                  <a:cubicBezTo>
                    <a:pt x="0" y="80"/>
                    <a:pt x="71" y="50"/>
                    <a:pt x="99" y="39"/>
                  </a:cubicBezTo>
                  <a:cubicBezTo>
                    <a:pt x="120" y="30"/>
                    <a:pt x="142" y="27"/>
                    <a:pt x="163" y="17"/>
                  </a:cubicBezTo>
                  <a:cubicBezTo>
                    <a:pt x="175" y="12"/>
                    <a:pt x="186" y="1"/>
                    <a:pt x="199" y="0"/>
                  </a:cubicBezTo>
                  <a:cubicBezTo>
                    <a:pt x="183" y="18"/>
                    <a:pt x="175" y="48"/>
                    <a:pt x="164" y="69"/>
                  </a:cubicBezTo>
                  <a:cubicBezTo>
                    <a:pt x="161" y="76"/>
                    <a:pt x="146" y="105"/>
                    <a:pt x="145" y="102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Freeform 4818">
              <a:extLst>
                <a:ext uri="{FF2B5EF4-FFF2-40B4-BE49-F238E27FC236}">
                  <a16:creationId xmlns:a16="http://schemas.microsoft.com/office/drawing/2014/main" id="{2DD0FB69-A50F-4019-9C80-8265F2D0D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1311"/>
              <a:ext cx="13" cy="129"/>
            </a:xfrm>
            <a:custGeom>
              <a:avLst/>
              <a:gdLst>
                <a:gd name="T0" fmla="*/ 16 w 10"/>
                <a:gd name="T1" fmla="*/ 0 h 99"/>
                <a:gd name="T2" fmla="*/ 22 w 10"/>
                <a:gd name="T3" fmla="*/ 152 h 99"/>
                <a:gd name="T4" fmla="*/ 22 w 10"/>
                <a:gd name="T5" fmla="*/ 219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9">
                  <a:moveTo>
                    <a:pt x="7" y="0"/>
                  </a:moveTo>
                  <a:cubicBezTo>
                    <a:pt x="0" y="17"/>
                    <a:pt x="10" y="49"/>
                    <a:pt x="10" y="69"/>
                  </a:cubicBezTo>
                  <a:cubicBezTo>
                    <a:pt x="10" y="80"/>
                    <a:pt x="10" y="88"/>
                    <a:pt x="10" y="99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Freeform 4819">
              <a:extLst>
                <a:ext uri="{FF2B5EF4-FFF2-40B4-BE49-F238E27FC236}">
                  <a16:creationId xmlns:a16="http://schemas.microsoft.com/office/drawing/2014/main" id="{8EAE8D00-3106-4F91-9612-2BFFE9D81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1183"/>
              <a:ext cx="202" cy="93"/>
            </a:xfrm>
            <a:custGeom>
              <a:avLst/>
              <a:gdLst>
                <a:gd name="T0" fmla="*/ 0 w 155"/>
                <a:gd name="T1" fmla="*/ 155 h 72"/>
                <a:gd name="T2" fmla="*/ 219 w 155"/>
                <a:gd name="T3" fmla="*/ 50 h 72"/>
                <a:gd name="T4" fmla="*/ 343 w 155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72">
                  <a:moveTo>
                    <a:pt x="0" y="72"/>
                  </a:moveTo>
                  <a:cubicBezTo>
                    <a:pt x="21" y="38"/>
                    <a:pt x="64" y="36"/>
                    <a:pt x="99" y="23"/>
                  </a:cubicBezTo>
                  <a:cubicBezTo>
                    <a:pt x="119" y="16"/>
                    <a:pt x="136" y="3"/>
                    <a:pt x="155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Freeform 4820">
              <a:extLst>
                <a:ext uri="{FF2B5EF4-FFF2-40B4-BE49-F238E27FC236}">
                  <a16:creationId xmlns:a16="http://schemas.microsoft.com/office/drawing/2014/main" id="{CA453C95-60E0-44BD-9E2E-3525E77EE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138"/>
              <a:ext cx="194" cy="163"/>
            </a:xfrm>
            <a:custGeom>
              <a:avLst/>
              <a:gdLst>
                <a:gd name="T0" fmla="*/ 214 w 149"/>
                <a:gd name="T1" fmla="*/ 278 h 125"/>
                <a:gd name="T2" fmla="*/ 329 w 149"/>
                <a:gd name="T3" fmla="*/ 0 h 125"/>
                <a:gd name="T4" fmla="*/ 129 w 149"/>
                <a:gd name="T5" fmla="*/ 125 h 125"/>
                <a:gd name="T6" fmla="*/ 0 w 149"/>
                <a:gd name="T7" fmla="*/ 206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125">
                  <a:moveTo>
                    <a:pt x="97" y="125"/>
                  </a:moveTo>
                  <a:cubicBezTo>
                    <a:pt x="121" y="86"/>
                    <a:pt x="141" y="45"/>
                    <a:pt x="149" y="0"/>
                  </a:cubicBezTo>
                  <a:cubicBezTo>
                    <a:pt x="119" y="21"/>
                    <a:pt x="87" y="41"/>
                    <a:pt x="58" y="57"/>
                  </a:cubicBezTo>
                  <a:cubicBezTo>
                    <a:pt x="41" y="67"/>
                    <a:pt x="11" y="75"/>
                    <a:pt x="0" y="93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4821">
              <a:extLst>
                <a:ext uri="{FF2B5EF4-FFF2-40B4-BE49-F238E27FC236}">
                  <a16:creationId xmlns:a16="http://schemas.microsoft.com/office/drawing/2014/main" id="{88907A5B-B2CF-48F5-8400-0E1D32E28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187"/>
              <a:ext cx="117" cy="222"/>
            </a:xfrm>
            <a:custGeom>
              <a:avLst/>
              <a:gdLst>
                <a:gd name="T0" fmla="*/ 198 w 90"/>
                <a:gd name="T1" fmla="*/ 0 h 171"/>
                <a:gd name="T2" fmla="*/ 134 w 90"/>
                <a:gd name="T3" fmla="*/ 134 h 171"/>
                <a:gd name="T4" fmla="*/ 78 w 90"/>
                <a:gd name="T5" fmla="*/ 258 h 171"/>
                <a:gd name="T6" fmla="*/ 0 w 90"/>
                <a:gd name="T7" fmla="*/ 374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171">
                  <a:moveTo>
                    <a:pt x="90" y="0"/>
                  </a:moveTo>
                  <a:cubicBezTo>
                    <a:pt x="75" y="17"/>
                    <a:pt x="69" y="41"/>
                    <a:pt x="61" y="61"/>
                  </a:cubicBezTo>
                  <a:cubicBezTo>
                    <a:pt x="53" y="80"/>
                    <a:pt x="43" y="99"/>
                    <a:pt x="35" y="118"/>
                  </a:cubicBezTo>
                  <a:cubicBezTo>
                    <a:pt x="28" y="135"/>
                    <a:pt x="16" y="158"/>
                    <a:pt x="0" y="171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Freeform 4822">
              <a:extLst>
                <a:ext uri="{FF2B5EF4-FFF2-40B4-BE49-F238E27FC236}">
                  <a16:creationId xmlns:a16="http://schemas.microsoft.com/office/drawing/2014/main" id="{823261C6-22DB-4C36-AD9F-D7DB3A740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1072"/>
              <a:ext cx="232" cy="117"/>
            </a:xfrm>
            <a:custGeom>
              <a:avLst/>
              <a:gdLst>
                <a:gd name="T0" fmla="*/ 0 w 179"/>
                <a:gd name="T1" fmla="*/ 124 h 90"/>
                <a:gd name="T2" fmla="*/ 175 w 179"/>
                <a:gd name="T3" fmla="*/ 43 h 90"/>
                <a:gd name="T4" fmla="*/ 390 w 179"/>
                <a:gd name="T5" fmla="*/ 0 h 90"/>
                <a:gd name="T6" fmla="*/ 351 w 179"/>
                <a:gd name="T7" fmla="*/ 64 h 90"/>
                <a:gd name="T8" fmla="*/ 314 w 179"/>
                <a:gd name="T9" fmla="*/ 131 h 90"/>
                <a:gd name="T10" fmla="*/ 263 w 179"/>
                <a:gd name="T11" fmla="*/ 198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90">
                  <a:moveTo>
                    <a:pt x="0" y="56"/>
                  </a:moveTo>
                  <a:cubicBezTo>
                    <a:pt x="3" y="28"/>
                    <a:pt x="59" y="25"/>
                    <a:pt x="80" y="19"/>
                  </a:cubicBezTo>
                  <a:cubicBezTo>
                    <a:pt x="112" y="9"/>
                    <a:pt x="146" y="8"/>
                    <a:pt x="179" y="0"/>
                  </a:cubicBezTo>
                  <a:cubicBezTo>
                    <a:pt x="177" y="10"/>
                    <a:pt x="167" y="20"/>
                    <a:pt x="161" y="29"/>
                  </a:cubicBezTo>
                  <a:cubicBezTo>
                    <a:pt x="156" y="40"/>
                    <a:pt x="151" y="50"/>
                    <a:pt x="144" y="60"/>
                  </a:cubicBezTo>
                  <a:cubicBezTo>
                    <a:pt x="137" y="71"/>
                    <a:pt x="132" y="82"/>
                    <a:pt x="121" y="9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Freeform 4823">
              <a:extLst>
                <a:ext uri="{FF2B5EF4-FFF2-40B4-BE49-F238E27FC236}">
                  <a16:creationId xmlns:a16="http://schemas.microsoft.com/office/drawing/2014/main" id="{E22A45A2-23B4-413D-84FC-6F1BD9181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1063"/>
              <a:ext cx="290" cy="202"/>
            </a:xfrm>
            <a:custGeom>
              <a:avLst/>
              <a:gdLst>
                <a:gd name="T0" fmla="*/ 0 w 223"/>
                <a:gd name="T1" fmla="*/ 343 h 155"/>
                <a:gd name="T2" fmla="*/ 204 w 223"/>
                <a:gd name="T3" fmla="*/ 319 h 155"/>
                <a:gd name="T4" fmla="*/ 343 w 223"/>
                <a:gd name="T5" fmla="*/ 253 h 155"/>
                <a:gd name="T6" fmla="*/ 490 w 223"/>
                <a:gd name="T7" fmla="*/ 29 h 155"/>
                <a:gd name="T8" fmla="*/ 310 w 223"/>
                <a:gd name="T9" fmla="*/ 27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3" h="155">
                  <a:moveTo>
                    <a:pt x="0" y="155"/>
                  </a:moveTo>
                  <a:cubicBezTo>
                    <a:pt x="26" y="155"/>
                    <a:pt x="64" y="150"/>
                    <a:pt x="93" y="144"/>
                  </a:cubicBezTo>
                  <a:cubicBezTo>
                    <a:pt x="115" y="139"/>
                    <a:pt x="137" y="125"/>
                    <a:pt x="156" y="114"/>
                  </a:cubicBezTo>
                  <a:cubicBezTo>
                    <a:pt x="200" y="89"/>
                    <a:pt x="202" y="50"/>
                    <a:pt x="223" y="13"/>
                  </a:cubicBezTo>
                  <a:cubicBezTo>
                    <a:pt x="204" y="14"/>
                    <a:pt x="159" y="0"/>
                    <a:pt x="141" y="12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Freeform 4824">
              <a:extLst>
                <a:ext uri="{FF2B5EF4-FFF2-40B4-BE49-F238E27FC236}">
                  <a16:creationId xmlns:a16="http://schemas.microsoft.com/office/drawing/2014/main" id="{BAA250E6-2932-4DEC-BF06-4706F16E1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1072"/>
              <a:ext cx="285" cy="115"/>
            </a:xfrm>
            <a:custGeom>
              <a:avLst/>
              <a:gdLst>
                <a:gd name="T0" fmla="*/ 0 w 219"/>
                <a:gd name="T1" fmla="*/ 176 h 88"/>
                <a:gd name="T2" fmla="*/ 226 w 219"/>
                <a:gd name="T3" fmla="*/ 31 h 88"/>
                <a:gd name="T4" fmla="*/ 359 w 219"/>
                <a:gd name="T5" fmla="*/ 13 h 88"/>
                <a:gd name="T6" fmla="*/ 483 w 219"/>
                <a:gd name="T7" fmla="*/ 0 h 88"/>
                <a:gd name="T8" fmla="*/ 271 w 219"/>
                <a:gd name="T9" fmla="*/ 196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88">
                  <a:moveTo>
                    <a:pt x="0" y="79"/>
                  </a:moveTo>
                  <a:cubicBezTo>
                    <a:pt x="36" y="58"/>
                    <a:pt x="59" y="23"/>
                    <a:pt x="103" y="14"/>
                  </a:cubicBezTo>
                  <a:cubicBezTo>
                    <a:pt x="123" y="9"/>
                    <a:pt x="142" y="7"/>
                    <a:pt x="163" y="6"/>
                  </a:cubicBezTo>
                  <a:cubicBezTo>
                    <a:pt x="181" y="5"/>
                    <a:pt x="202" y="10"/>
                    <a:pt x="219" y="0"/>
                  </a:cubicBezTo>
                  <a:cubicBezTo>
                    <a:pt x="177" y="19"/>
                    <a:pt x="158" y="62"/>
                    <a:pt x="123" y="88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Freeform 4825">
              <a:extLst>
                <a:ext uri="{FF2B5EF4-FFF2-40B4-BE49-F238E27FC236}">
                  <a16:creationId xmlns:a16="http://schemas.microsoft.com/office/drawing/2014/main" id="{F89AE5BD-8051-41D1-866C-DCF64A482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1046"/>
              <a:ext cx="57" cy="92"/>
            </a:xfrm>
            <a:custGeom>
              <a:avLst/>
              <a:gdLst>
                <a:gd name="T0" fmla="*/ 0 w 44"/>
                <a:gd name="T1" fmla="*/ 154 h 71"/>
                <a:gd name="T2" fmla="*/ 96 w 44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71">
                  <a:moveTo>
                    <a:pt x="0" y="71"/>
                  </a:moveTo>
                  <a:cubicBezTo>
                    <a:pt x="15" y="52"/>
                    <a:pt x="41" y="25"/>
                    <a:pt x="44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Freeform 4826">
              <a:extLst>
                <a:ext uri="{FF2B5EF4-FFF2-40B4-BE49-F238E27FC236}">
                  <a16:creationId xmlns:a16="http://schemas.microsoft.com/office/drawing/2014/main" id="{231A341C-A578-49EA-A279-4C0CA39CC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1054"/>
              <a:ext cx="29" cy="18"/>
            </a:xfrm>
            <a:custGeom>
              <a:avLst/>
              <a:gdLst>
                <a:gd name="T0" fmla="*/ 0 w 22"/>
                <a:gd name="T1" fmla="*/ 30 h 14"/>
                <a:gd name="T2" fmla="*/ 50 w 2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6" y="6"/>
                    <a:pt x="14" y="4"/>
                    <a:pt x="22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Freeform 4827">
              <a:extLst>
                <a:ext uri="{FF2B5EF4-FFF2-40B4-BE49-F238E27FC236}">
                  <a16:creationId xmlns:a16="http://schemas.microsoft.com/office/drawing/2014/main" id="{CFCAD38A-40E8-43AF-8DA2-229D58F70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2" y="1021"/>
              <a:ext cx="62" cy="51"/>
            </a:xfrm>
            <a:custGeom>
              <a:avLst/>
              <a:gdLst>
                <a:gd name="T0" fmla="*/ 0 w 48"/>
                <a:gd name="T1" fmla="*/ 88 h 39"/>
                <a:gd name="T2" fmla="*/ 103 w 48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9">
                  <a:moveTo>
                    <a:pt x="0" y="39"/>
                  </a:moveTo>
                  <a:cubicBezTo>
                    <a:pt x="16" y="35"/>
                    <a:pt x="36" y="11"/>
                    <a:pt x="48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Freeform 4828">
              <a:extLst>
                <a:ext uri="{FF2B5EF4-FFF2-40B4-BE49-F238E27FC236}">
                  <a16:creationId xmlns:a16="http://schemas.microsoft.com/office/drawing/2014/main" id="{EA2AC8E7-BD29-48CE-B94A-39C8407EA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045"/>
              <a:ext cx="119" cy="106"/>
            </a:xfrm>
            <a:custGeom>
              <a:avLst/>
              <a:gdLst>
                <a:gd name="T0" fmla="*/ 123 w 91"/>
                <a:gd name="T1" fmla="*/ 131 h 82"/>
                <a:gd name="T2" fmla="*/ 41 w 91"/>
                <a:gd name="T3" fmla="*/ 149 h 82"/>
                <a:gd name="T4" fmla="*/ 13 w 91"/>
                <a:gd name="T5" fmla="*/ 39 h 82"/>
                <a:gd name="T6" fmla="*/ 177 w 91"/>
                <a:gd name="T7" fmla="*/ 27 h 82"/>
                <a:gd name="T8" fmla="*/ 123 w 91"/>
                <a:gd name="T9" fmla="*/ 13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82">
                  <a:moveTo>
                    <a:pt x="55" y="60"/>
                  </a:moveTo>
                  <a:cubicBezTo>
                    <a:pt x="49" y="66"/>
                    <a:pt x="31" y="82"/>
                    <a:pt x="18" y="69"/>
                  </a:cubicBezTo>
                  <a:cubicBezTo>
                    <a:pt x="6" y="56"/>
                    <a:pt x="0" y="25"/>
                    <a:pt x="6" y="18"/>
                  </a:cubicBezTo>
                  <a:cubicBezTo>
                    <a:pt x="13" y="12"/>
                    <a:pt x="66" y="0"/>
                    <a:pt x="79" y="12"/>
                  </a:cubicBezTo>
                  <a:cubicBezTo>
                    <a:pt x="91" y="25"/>
                    <a:pt x="62" y="53"/>
                    <a:pt x="55" y="60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Freeform 4829">
              <a:extLst>
                <a:ext uri="{FF2B5EF4-FFF2-40B4-BE49-F238E27FC236}">
                  <a16:creationId xmlns:a16="http://schemas.microsoft.com/office/drawing/2014/main" id="{D1A9C312-5EA9-46EB-9023-563D794A5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201"/>
              <a:ext cx="88" cy="61"/>
            </a:xfrm>
            <a:custGeom>
              <a:avLst/>
              <a:gdLst>
                <a:gd name="T0" fmla="*/ 138 w 68"/>
                <a:gd name="T1" fmla="*/ 83 h 47"/>
                <a:gd name="T2" fmla="*/ 57 w 68"/>
                <a:gd name="T3" fmla="*/ 86 h 47"/>
                <a:gd name="T4" fmla="*/ 8 w 68"/>
                <a:gd name="T5" fmla="*/ 21 h 47"/>
                <a:gd name="T6" fmla="*/ 89 w 68"/>
                <a:gd name="T7" fmla="*/ 21 h 47"/>
                <a:gd name="T8" fmla="*/ 138 w 68"/>
                <a:gd name="T9" fmla="*/ 8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7">
                  <a:moveTo>
                    <a:pt x="64" y="38"/>
                  </a:moveTo>
                  <a:cubicBezTo>
                    <a:pt x="60" y="47"/>
                    <a:pt x="43" y="47"/>
                    <a:pt x="26" y="39"/>
                  </a:cubicBezTo>
                  <a:cubicBezTo>
                    <a:pt x="10" y="31"/>
                    <a:pt x="0" y="18"/>
                    <a:pt x="4" y="9"/>
                  </a:cubicBezTo>
                  <a:cubicBezTo>
                    <a:pt x="8" y="1"/>
                    <a:pt x="24" y="0"/>
                    <a:pt x="41" y="9"/>
                  </a:cubicBezTo>
                  <a:cubicBezTo>
                    <a:pt x="58" y="17"/>
                    <a:pt x="68" y="30"/>
                    <a:pt x="64" y="38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Freeform 4830">
              <a:extLst>
                <a:ext uri="{FF2B5EF4-FFF2-40B4-BE49-F238E27FC236}">
                  <a16:creationId xmlns:a16="http://schemas.microsoft.com/office/drawing/2014/main" id="{DBA60003-A34F-4F94-AAAF-084E707DC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326"/>
              <a:ext cx="93" cy="63"/>
            </a:xfrm>
            <a:custGeom>
              <a:avLst/>
              <a:gdLst>
                <a:gd name="T0" fmla="*/ 147 w 72"/>
                <a:gd name="T1" fmla="*/ 85 h 49"/>
                <a:gd name="T2" fmla="*/ 61 w 72"/>
                <a:gd name="T3" fmla="*/ 85 h 49"/>
                <a:gd name="T4" fmla="*/ 8 w 72"/>
                <a:gd name="T5" fmla="*/ 19 h 49"/>
                <a:gd name="T6" fmla="*/ 96 w 72"/>
                <a:gd name="T7" fmla="*/ 17 h 49"/>
                <a:gd name="T8" fmla="*/ 147 w 72"/>
                <a:gd name="T9" fmla="*/ 8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9">
                  <a:moveTo>
                    <a:pt x="68" y="40"/>
                  </a:moveTo>
                  <a:cubicBezTo>
                    <a:pt x="63" y="49"/>
                    <a:pt x="46" y="49"/>
                    <a:pt x="28" y="40"/>
                  </a:cubicBezTo>
                  <a:cubicBezTo>
                    <a:pt x="11" y="32"/>
                    <a:pt x="0" y="18"/>
                    <a:pt x="4" y="9"/>
                  </a:cubicBezTo>
                  <a:cubicBezTo>
                    <a:pt x="8" y="0"/>
                    <a:pt x="26" y="0"/>
                    <a:pt x="44" y="8"/>
                  </a:cubicBezTo>
                  <a:cubicBezTo>
                    <a:pt x="61" y="17"/>
                    <a:pt x="72" y="31"/>
                    <a:pt x="68" y="40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Freeform 4831">
              <a:extLst>
                <a:ext uri="{FF2B5EF4-FFF2-40B4-BE49-F238E27FC236}">
                  <a16:creationId xmlns:a16="http://schemas.microsoft.com/office/drawing/2014/main" id="{842B6408-7EFB-4FFE-AC8F-281050843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360"/>
              <a:ext cx="95" cy="54"/>
            </a:xfrm>
            <a:custGeom>
              <a:avLst/>
              <a:gdLst>
                <a:gd name="T0" fmla="*/ 159 w 73"/>
                <a:gd name="T1" fmla="*/ 30 h 42"/>
                <a:gd name="T2" fmla="*/ 88 w 73"/>
                <a:gd name="T3" fmla="*/ 81 h 42"/>
                <a:gd name="T4" fmla="*/ 5 w 73"/>
                <a:gd name="T5" fmla="*/ 58 h 42"/>
                <a:gd name="T6" fmla="*/ 74 w 73"/>
                <a:gd name="T7" fmla="*/ 6 h 42"/>
                <a:gd name="T8" fmla="*/ 159 w 73"/>
                <a:gd name="T9" fmla="*/ 3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2">
                  <a:moveTo>
                    <a:pt x="72" y="14"/>
                  </a:moveTo>
                  <a:cubicBezTo>
                    <a:pt x="73" y="24"/>
                    <a:pt x="59" y="35"/>
                    <a:pt x="40" y="38"/>
                  </a:cubicBezTo>
                  <a:cubicBezTo>
                    <a:pt x="21" y="42"/>
                    <a:pt x="4" y="36"/>
                    <a:pt x="2" y="27"/>
                  </a:cubicBezTo>
                  <a:cubicBezTo>
                    <a:pt x="0" y="17"/>
                    <a:pt x="15" y="6"/>
                    <a:pt x="34" y="3"/>
                  </a:cubicBezTo>
                  <a:cubicBezTo>
                    <a:pt x="53" y="0"/>
                    <a:pt x="70" y="5"/>
                    <a:pt x="72" y="14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Freeform 4832">
              <a:extLst>
                <a:ext uri="{FF2B5EF4-FFF2-40B4-BE49-F238E27FC236}">
                  <a16:creationId xmlns:a16="http://schemas.microsoft.com/office/drawing/2014/main" id="{44F806CE-E1CF-48EC-9B95-47565847C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386"/>
              <a:ext cx="93" cy="46"/>
            </a:xfrm>
            <a:custGeom>
              <a:avLst/>
              <a:gdLst>
                <a:gd name="T0" fmla="*/ 160 w 71"/>
                <a:gd name="T1" fmla="*/ 40 h 36"/>
                <a:gd name="T2" fmla="*/ 79 w 71"/>
                <a:gd name="T3" fmla="*/ 75 h 36"/>
                <a:gd name="T4" fmla="*/ 0 w 71"/>
                <a:gd name="T5" fmla="*/ 37 h 36"/>
                <a:gd name="T6" fmla="*/ 81 w 71"/>
                <a:gd name="T7" fmla="*/ 0 h 36"/>
                <a:gd name="T8" fmla="*/ 160 w 71"/>
                <a:gd name="T9" fmla="*/ 4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36">
                  <a:moveTo>
                    <a:pt x="71" y="19"/>
                  </a:moveTo>
                  <a:cubicBezTo>
                    <a:pt x="71" y="28"/>
                    <a:pt x="55" y="36"/>
                    <a:pt x="35" y="36"/>
                  </a:cubicBezTo>
                  <a:cubicBezTo>
                    <a:pt x="16" y="36"/>
                    <a:pt x="0" y="28"/>
                    <a:pt x="0" y="18"/>
                  </a:cubicBezTo>
                  <a:cubicBezTo>
                    <a:pt x="0" y="8"/>
                    <a:pt x="16" y="0"/>
                    <a:pt x="36" y="0"/>
                  </a:cubicBezTo>
                  <a:cubicBezTo>
                    <a:pt x="55" y="1"/>
                    <a:pt x="71" y="9"/>
                    <a:pt x="71" y="19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Freeform 4833">
              <a:extLst>
                <a:ext uri="{FF2B5EF4-FFF2-40B4-BE49-F238E27FC236}">
                  <a16:creationId xmlns:a16="http://schemas.microsoft.com/office/drawing/2014/main" id="{01AF30F5-7B60-4086-B5CB-EFF8D68E8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1136"/>
              <a:ext cx="94" cy="62"/>
            </a:xfrm>
            <a:custGeom>
              <a:avLst/>
              <a:gdLst>
                <a:gd name="T0" fmla="*/ 151 w 72"/>
                <a:gd name="T1" fmla="*/ 22 h 48"/>
                <a:gd name="T2" fmla="*/ 95 w 72"/>
                <a:gd name="T3" fmla="*/ 87 h 48"/>
                <a:gd name="T4" fmla="*/ 7 w 72"/>
                <a:gd name="T5" fmla="*/ 81 h 48"/>
                <a:gd name="T6" fmla="*/ 65 w 72"/>
                <a:gd name="T7" fmla="*/ 16 h 48"/>
                <a:gd name="T8" fmla="*/ 151 w 72"/>
                <a:gd name="T9" fmla="*/ 2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8">
                  <a:moveTo>
                    <a:pt x="68" y="10"/>
                  </a:moveTo>
                  <a:cubicBezTo>
                    <a:pt x="72" y="19"/>
                    <a:pt x="61" y="32"/>
                    <a:pt x="43" y="40"/>
                  </a:cubicBezTo>
                  <a:cubicBezTo>
                    <a:pt x="25" y="48"/>
                    <a:pt x="7" y="47"/>
                    <a:pt x="3" y="38"/>
                  </a:cubicBezTo>
                  <a:cubicBezTo>
                    <a:pt x="0" y="29"/>
                    <a:pt x="11" y="15"/>
                    <a:pt x="29" y="7"/>
                  </a:cubicBezTo>
                  <a:cubicBezTo>
                    <a:pt x="47" y="0"/>
                    <a:pt x="64" y="1"/>
                    <a:pt x="68" y="10"/>
                  </a:cubicBezTo>
                  <a:close/>
                </a:path>
              </a:pathLst>
            </a:custGeom>
            <a:solidFill>
              <a:srgbClr val="7D1A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Freeform 4834">
              <a:extLst>
                <a:ext uri="{FF2B5EF4-FFF2-40B4-BE49-F238E27FC236}">
                  <a16:creationId xmlns:a16="http://schemas.microsoft.com/office/drawing/2014/main" id="{F70A0C63-AE20-4D7A-B98D-5566F88A8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282"/>
              <a:ext cx="121" cy="78"/>
            </a:xfrm>
            <a:custGeom>
              <a:avLst/>
              <a:gdLst>
                <a:gd name="T0" fmla="*/ 187 w 93"/>
                <a:gd name="T1" fmla="*/ 51 h 60"/>
                <a:gd name="T2" fmla="*/ 95 w 93"/>
                <a:gd name="T3" fmla="*/ 131 h 60"/>
                <a:gd name="T4" fmla="*/ 0 w 93"/>
                <a:gd name="T5" fmla="*/ 81 h 60"/>
                <a:gd name="T6" fmla="*/ 174 w 93"/>
                <a:gd name="T7" fmla="*/ 1 h 60"/>
                <a:gd name="T8" fmla="*/ 187 w 93"/>
                <a:gd name="T9" fmla="*/ 5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60">
                  <a:moveTo>
                    <a:pt x="85" y="23"/>
                  </a:moveTo>
                  <a:cubicBezTo>
                    <a:pt x="85" y="36"/>
                    <a:pt x="67" y="60"/>
                    <a:pt x="43" y="60"/>
                  </a:cubicBezTo>
                  <a:cubicBezTo>
                    <a:pt x="20" y="60"/>
                    <a:pt x="0" y="50"/>
                    <a:pt x="0" y="37"/>
                  </a:cubicBezTo>
                  <a:cubicBezTo>
                    <a:pt x="1" y="25"/>
                    <a:pt x="55" y="0"/>
                    <a:pt x="79" y="1"/>
                  </a:cubicBezTo>
                  <a:cubicBezTo>
                    <a:pt x="93" y="2"/>
                    <a:pt x="85" y="11"/>
                    <a:pt x="85" y="23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Freeform 4835">
              <a:extLst>
                <a:ext uri="{FF2B5EF4-FFF2-40B4-BE49-F238E27FC236}">
                  <a16:creationId xmlns:a16="http://schemas.microsoft.com/office/drawing/2014/main" id="{2A4C93AB-FDAA-4960-982A-658D8DB6F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1386"/>
              <a:ext cx="60" cy="35"/>
            </a:xfrm>
            <a:custGeom>
              <a:avLst/>
              <a:gdLst>
                <a:gd name="T0" fmla="*/ 100 w 46"/>
                <a:gd name="T1" fmla="*/ 38 h 27"/>
                <a:gd name="T2" fmla="*/ 46 w 46"/>
                <a:gd name="T3" fmla="*/ 52 h 27"/>
                <a:gd name="T4" fmla="*/ 1 w 46"/>
                <a:gd name="T5" fmla="*/ 21 h 27"/>
                <a:gd name="T6" fmla="*/ 56 w 46"/>
                <a:gd name="T7" fmla="*/ 5 h 27"/>
                <a:gd name="T8" fmla="*/ 100 w 46"/>
                <a:gd name="T9" fmla="*/ 3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7">
                  <a:moveTo>
                    <a:pt x="45" y="17"/>
                  </a:moveTo>
                  <a:cubicBezTo>
                    <a:pt x="44" y="23"/>
                    <a:pt x="33" y="27"/>
                    <a:pt x="21" y="24"/>
                  </a:cubicBezTo>
                  <a:cubicBezTo>
                    <a:pt x="9" y="22"/>
                    <a:pt x="0" y="15"/>
                    <a:pt x="1" y="9"/>
                  </a:cubicBezTo>
                  <a:cubicBezTo>
                    <a:pt x="2" y="3"/>
                    <a:pt x="13" y="0"/>
                    <a:pt x="25" y="2"/>
                  </a:cubicBezTo>
                  <a:cubicBezTo>
                    <a:pt x="37" y="4"/>
                    <a:pt x="46" y="11"/>
                    <a:pt x="45" y="17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Freeform 4836">
              <a:extLst>
                <a:ext uri="{FF2B5EF4-FFF2-40B4-BE49-F238E27FC236}">
                  <a16:creationId xmlns:a16="http://schemas.microsoft.com/office/drawing/2014/main" id="{B0B8B01C-66A2-4DFE-B5F2-377155582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235"/>
              <a:ext cx="69" cy="63"/>
            </a:xfrm>
            <a:custGeom>
              <a:avLst/>
              <a:gdLst>
                <a:gd name="T0" fmla="*/ 103 w 53"/>
                <a:gd name="T1" fmla="*/ 87 h 49"/>
                <a:gd name="T2" fmla="*/ 34 w 53"/>
                <a:gd name="T3" fmla="*/ 82 h 49"/>
                <a:gd name="T4" fmla="*/ 13 w 53"/>
                <a:gd name="T5" fmla="*/ 17 h 49"/>
                <a:gd name="T6" fmla="*/ 83 w 53"/>
                <a:gd name="T7" fmla="*/ 22 h 49"/>
                <a:gd name="T8" fmla="*/ 103 w 53"/>
                <a:gd name="T9" fmla="*/ 8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9">
                  <a:moveTo>
                    <a:pt x="47" y="41"/>
                  </a:moveTo>
                  <a:cubicBezTo>
                    <a:pt x="41" y="49"/>
                    <a:pt x="26" y="48"/>
                    <a:pt x="15" y="39"/>
                  </a:cubicBezTo>
                  <a:cubicBezTo>
                    <a:pt x="4" y="30"/>
                    <a:pt x="0" y="16"/>
                    <a:pt x="6" y="8"/>
                  </a:cubicBezTo>
                  <a:cubicBezTo>
                    <a:pt x="12" y="0"/>
                    <a:pt x="27" y="1"/>
                    <a:pt x="38" y="10"/>
                  </a:cubicBezTo>
                  <a:cubicBezTo>
                    <a:pt x="49" y="19"/>
                    <a:pt x="53" y="33"/>
                    <a:pt x="47" y="41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Freeform 4837">
              <a:extLst>
                <a:ext uri="{FF2B5EF4-FFF2-40B4-BE49-F238E27FC236}">
                  <a16:creationId xmlns:a16="http://schemas.microsoft.com/office/drawing/2014/main" id="{A9DBBA07-C6F1-428F-B270-CB44B3986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259"/>
              <a:ext cx="90" cy="71"/>
            </a:xfrm>
            <a:custGeom>
              <a:avLst/>
              <a:gdLst>
                <a:gd name="T0" fmla="*/ 116 w 69"/>
                <a:gd name="T1" fmla="*/ 104 h 54"/>
                <a:gd name="T2" fmla="*/ 44 w 69"/>
                <a:gd name="T3" fmla="*/ 100 h 54"/>
                <a:gd name="T4" fmla="*/ 13 w 69"/>
                <a:gd name="T5" fmla="*/ 45 h 54"/>
                <a:gd name="T6" fmla="*/ 129 w 69"/>
                <a:gd name="T7" fmla="*/ 21 h 54"/>
                <a:gd name="T8" fmla="*/ 116 w 69"/>
                <a:gd name="T9" fmla="*/ 10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4">
                  <a:moveTo>
                    <a:pt x="52" y="46"/>
                  </a:moveTo>
                  <a:cubicBezTo>
                    <a:pt x="46" y="54"/>
                    <a:pt x="31" y="53"/>
                    <a:pt x="20" y="44"/>
                  </a:cubicBezTo>
                  <a:cubicBezTo>
                    <a:pt x="9" y="35"/>
                    <a:pt x="0" y="28"/>
                    <a:pt x="6" y="20"/>
                  </a:cubicBezTo>
                  <a:cubicBezTo>
                    <a:pt x="13" y="12"/>
                    <a:pt x="46" y="0"/>
                    <a:pt x="58" y="9"/>
                  </a:cubicBezTo>
                  <a:cubicBezTo>
                    <a:pt x="69" y="18"/>
                    <a:pt x="58" y="38"/>
                    <a:pt x="52" y="46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Freeform 4838">
              <a:extLst>
                <a:ext uri="{FF2B5EF4-FFF2-40B4-BE49-F238E27FC236}">
                  <a16:creationId xmlns:a16="http://schemas.microsoft.com/office/drawing/2014/main" id="{CD708210-0C46-4D2F-BFF2-205260133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057"/>
              <a:ext cx="44" cy="66"/>
            </a:xfrm>
            <a:custGeom>
              <a:avLst/>
              <a:gdLst>
                <a:gd name="T0" fmla="*/ 57 w 34"/>
                <a:gd name="T1" fmla="*/ 6 h 51"/>
                <a:gd name="T2" fmla="*/ 61 w 34"/>
                <a:gd name="T3" fmla="*/ 65 h 51"/>
                <a:gd name="T4" fmla="*/ 17 w 34"/>
                <a:gd name="T5" fmla="*/ 104 h 51"/>
                <a:gd name="T6" fmla="*/ 13 w 34"/>
                <a:gd name="T7" fmla="*/ 45 h 51"/>
                <a:gd name="T8" fmla="*/ 57 w 34"/>
                <a:gd name="T9" fmla="*/ 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1">
                  <a:moveTo>
                    <a:pt x="26" y="3"/>
                  </a:moveTo>
                  <a:cubicBezTo>
                    <a:pt x="33" y="6"/>
                    <a:pt x="34" y="18"/>
                    <a:pt x="28" y="30"/>
                  </a:cubicBezTo>
                  <a:cubicBezTo>
                    <a:pt x="23" y="43"/>
                    <a:pt x="14" y="51"/>
                    <a:pt x="8" y="48"/>
                  </a:cubicBezTo>
                  <a:cubicBezTo>
                    <a:pt x="1" y="46"/>
                    <a:pt x="0" y="33"/>
                    <a:pt x="6" y="21"/>
                  </a:cubicBezTo>
                  <a:cubicBezTo>
                    <a:pt x="11" y="8"/>
                    <a:pt x="20" y="0"/>
                    <a:pt x="26" y="3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Freeform 4839">
              <a:extLst>
                <a:ext uri="{FF2B5EF4-FFF2-40B4-BE49-F238E27FC236}">
                  <a16:creationId xmlns:a16="http://schemas.microsoft.com/office/drawing/2014/main" id="{0901A22C-3738-4FC6-958A-1028BDA52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003"/>
              <a:ext cx="411" cy="431"/>
            </a:xfrm>
            <a:custGeom>
              <a:avLst/>
              <a:gdLst>
                <a:gd name="T0" fmla="*/ 0 w 411"/>
                <a:gd name="T1" fmla="*/ 431 h 431"/>
                <a:gd name="T2" fmla="*/ 411 w 411"/>
                <a:gd name="T3" fmla="*/ 148 h 431"/>
                <a:gd name="T4" fmla="*/ 411 w 411"/>
                <a:gd name="T5" fmla="*/ 0 h 431"/>
                <a:gd name="T6" fmla="*/ 0 w 411"/>
                <a:gd name="T7" fmla="*/ 286 h 431"/>
                <a:gd name="T8" fmla="*/ 0 w 411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431">
                  <a:moveTo>
                    <a:pt x="0" y="431"/>
                  </a:moveTo>
                  <a:lnTo>
                    <a:pt x="411" y="148"/>
                  </a:lnTo>
                  <a:lnTo>
                    <a:pt x="411" y="0"/>
                  </a:lnTo>
                  <a:lnTo>
                    <a:pt x="0" y="286"/>
                  </a:lnTo>
                  <a:lnTo>
                    <a:pt x="0" y="431"/>
                  </a:ln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Freeform 4840">
              <a:extLst>
                <a:ext uri="{FF2B5EF4-FFF2-40B4-BE49-F238E27FC236}">
                  <a16:creationId xmlns:a16="http://schemas.microsoft.com/office/drawing/2014/main" id="{54FB20EB-31D0-49EC-BF68-6F7BDFE33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999"/>
              <a:ext cx="1379" cy="584"/>
            </a:xfrm>
            <a:custGeom>
              <a:avLst/>
              <a:gdLst>
                <a:gd name="T0" fmla="*/ 2334 w 1060"/>
                <a:gd name="T1" fmla="*/ 490 h 449"/>
                <a:gd name="T2" fmla="*/ 2334 w 1060"/>
                <a:gd name="T3" fmla="*/ 734 h 449"/>
                <a:gd name="T4" fmla="*/ 0 w 1060"/>
                <a:gd name="T5" fmla="*/ 219 h 449"/>
                <a:gd name="T6" fmla="*/ 0 w 1060"/>
                <a:gd name="T7" fmla="*/ 0 h 449"/>
                <a:gd name="T8" fmla="*/ 2334 w 1060"/>
                <a:gd name="T9" fmla="*/ 490 h 4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0" h="449">
                  <a:moveTo>
                    <a:pt x="1060" y="223"/>
                  </a:moveTo>
                  <a:cubicBezTo>
                    <a:pt x="1060" y="334"/>
                    <a:pt x="1060" y="334"/>
                    <a:pt x="1060" y="334"/>
                  </a:cubicBezTo>
                  <a:cubicBezTo>
                    <a:pt x="1060" y="334"/>
                    <a:pt x="357" y="449"/>
                    <a:pt x="0" y="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36" y="373"/>
                    <a:pt x="1060" y="223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Freeform 4841">
              <a:extLst>
                <a:ext uri="{FF2B5EF4-FFF2-40B4-BE49-F238E27FC236}">
                  <a16:creationId xmlns:a16="http://schemas.microsoft.com/office/drawing/2014/main" id="{09A9115D-5EF9-4705-A159-442EE4326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868"/>
              <a:ext cx="1790" cy="717"/>
            </a:xfrm>
            <a:custGeom>
              <a:avLst/>
              <a:gdLst>
                <a:gd name="T0" fmla="*/ 3030 w 1376"/>
                <a:gd name="T1" fmla="*/ 229 h 551"/>
                <a:gd name="T2" fmla="*/ 1127 w 1376"/>
                <a:gd name="T3" fmla="*/ 0 h 551"/>
                <a:gd name="T4" fmla="*/ 0 w 1376"/>
                <a:gd name="T5" fmla="*/ 221 h 551"/>
                <a:gd name="T6" fmla="*/ 0 w 1376"/>
                <a:gd name="T7" fmla="*/ 221 h 551"/>
                <a:gd name="T8" fmla="*/ 0 w 1376"/>
                <a:gd name="T9" fmla="*/ 444 h 551"/>
                <a:gd name="T10" fmla="*/ 2334 w 1376"/>
                <a:gd name="T11" fmla="*/ 960 h 551"/>
                <a:gd name="T12" fmla="*/ 3030 w 1376"/>
                <a:gd name="T13" fmla="*/ 481 h 551"/>
                <a:gd name="T14" fmla="*/ 3030 w 1376"/>
                <a:gd name="T15" fmla="*/ 229 h 5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6" h="551">
                  <a:moveTo>
                    <a:pt x="1376" y="104"/>
                  </a:moveTo>
                  <a:cubicBezTo>
                    <a:pt x="1376" y="104"/>
                    <a:pt x="961" y="242"/>
                    <a:pt x="512" y="0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201"/>
                    <a:pt x="0" y="201"/>
                    <a:pt x="0" y="201"/>
                  </a:cubicBezTo>
                  <a:cubicBezTo>
                    <a:pt x="357" y="551"/>
                    <a:pt x="1060" y="436"/>
                    <a:pt x="1060" y="436"/>
                  </a:cubicBezTo>
                  <a:cubicBezTo>
                    <a:pt x="1376" y="218"/>
                    <a:pt x="1376" y="218"/>
                    <a:pt x="1376" y="218"/>
                  </a:cubicBezTo>
                  <a:cubicBezTo>
                    <a:pt x="1376" y="104"/>
                    <a:pt x="1376" y="104"/>
                    <a:pt x="1376" y="104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Freeform 4842">
              <a:extLst>
                <a:ext uri="{FF2B5EF4-FFF2-40B4-BE49-F238E27FC236}">
                  <a16:creationId xmlns:a16="http://schemas.microsoft.com/office/drawing/2014/main" id="{799E7124-AFE3-4181-9952-0CF9F20A6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090"/>
              <a:ext cx="78" cy="146"/>
            </a:xfrm>
            <a:custGeom>
              <a:avLst/>
              <a:gdLst>
                <a:gd name="T0" fmla="*/ 12 w 60"/>
                <a:gd name="T1" fmla="*/ 0 h 112"/>
                <a:gd name="T2" fmla="*/ 13 w 60"/>
                <a:gd name="T3" fmla="*/ 146 h 112"/>
                <a:gd name="T4" fmla="*/ 131 w 60"/>
                <a:gd name="T5" fmla="*/ 248 h 112"/>
                <a:gd name="T6" fmla="*/ 96 w 60"/>
                <a:gd name="T7" fmla="*/ 211 h 112"/>
                <a:gd name="T8" fmla="*/ 61 w 60"/>
                <a:gd name="T9" fmla="*/ 162 h 112"/>
                <a:gd name="T10" fmla="*/ 23 w 60"/>
                <a:gd name="T11" fmla="*/ 104 h 112"/>
                <a:gd name="T12" fmla="*/ 17 w 60"/>
                <a:gd name="T13" fmla="*/ 46 h 112"/>
                <a:gd name="T14" fmla="*/ 12 w 60"/>
                <a:gd name="T15" fmla="*/ 12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12">
                  <a:moveTo>
                    <a:pt x="5" y="0"/>
                  </a:moveTo>
                  <a:cubicBezTo>
                    <a:pt x="5" y="21"/>
                    <a:pt x="0" y="45"/>
                    <a:pt x="6" y="66"/>
                  </a:cubicBezTo>
                  <a:cubicBezTo>
                    <a:pt x="12" y="92"/>
                    <a:pt x="43" y="96"/>
                    <a:pt x="60" y="112"/>
                  </a:cubicBezTo>
                  <a:cubicBezTo>
                    <a:pt x="56" y="106"/>
                    <a:pt x="49" y="101"/>
                    <a:pt x="44" y="95"/>
                  </a:cubicBezTo>
                  <a:cubicBezTo>
                    <a:pt x="38" y="88"/>
                    <a:pt x="34" y="80"/>
                    <a:pt x="28" y="73"/>
                  </a:cubicBezTo>
                  <a:cubicBezTo>
                    <a:pt x="22" y="64"/>
                    <a:pt x="14" y="58"/>
                    <a:pt x="11" y="47"/>
                  </a:cubicBezTo>
                  <a:cubicBezTo>
                    <a:pt x="9" y="38"/>
                    <a:pt x="9" y="30"/>
                    <a:pt x="8" y="21"/>
                  </a:cubicBezTo>
                  <a:cubicBezTo>
                    <a:pt x="7" y="16"/>
                    <a:pt x="5" y="10"/>
                    <a:pt x="5" y="5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Freeform 4843">
              <a:extLst>
                <a:ext uri="{FF2B5EF4-FFF2-40B4-BE49-F238E27FC236}">
                  <a16:creationId xmlns:a16="http://schemas.microsoft.com/office/drawing/2014/main" id="{65A848BB-D071-49A1-8425-DD910DA65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205"/>
              <a:ext cx="56" cy="87"/>
            </a:xfrm>
            <a:custGeom>
              <a:avLst/>
              <a:gdLst>
                <a:gd name="T0" fmla="*/ 5 w 43"/>
                <a:gd name="T1" fmla="*/ 0 h 67"/>
                <a:gd name="T2" fmla="*/ 16 w 43"/>
                <a:gd name="T3" fmla="*/ 97 h 67"/>
                <a:gd name="T4" fmla="*/ 95 w 43"/>
                <a:gd name="T5" fmla="*/ 147 h 67"/>
                <a:gd name="T6" fmla="*/ 23 w 43"/>
                <a:gd name="T7" fmla="*/ 61 h 67"/>
                <a:gd name="T8" fmla="*/ 7 w 43"/>
                <a:gd name="T9" fmla="*/ 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7">
                  <a:moveTo>
                    <a:pt x="2" y="0"/>
                  </a:moveTo>
                  <a:cubicBezTo>
                    <a:pt x="2" y="13"/>
                    <a:pt x="0" y="33"/>
                    <a:pt x="7" y="45"/>
                  </a:cubicBezTo>
                  <a:cubicBezTo>
                    <a:pt x="12" y="54"/>
                    <a:pt x="33" y="67"/>
                    <a:pt x="43" y="67"/>
                  </a:cubicBezTo>
                  <a:cubicBezTo>
                    <a:pt x="32" y="54"/>
                    <a:pt x="18" y="44"/>
                    <a:pt x="11" y="28"/>
                  </a:cubicBezTo>
                  <a:cubicBezTo>
                    <a:pt x="7" y="21"/>
                    <a:pt x="2" y="11"/>
                    <a:pt x="3" y="3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Freeform 4844">
              <a:extLst>
                <a:ext uri="{FF2B5EF4-FFF2-40B4-BE49-F238E27FC236}">
                  <a16:creationId xmlns:a16="http://schemas.microsoft.com/office/drawing/2014/main" id="{EA719EFC-3064-4D45-A2A1-F48287E81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161"/>
              <a:ext cx="59" cy="59"/>
            </a:xfrm>
            <a:custGeom>
              <a:avLst/>
              <a:gdLst>
                <a:gd name="T0" fmla="*/ 0 w 45"/>
                <a:gd name="T1" fmla="*/ 0 h 46"/>
                <a:gd name="T2" fmla="*/ 73 w 45"/>
                <a:gd name="T3" fmla="*/ 31 h 46"/>
                <a:gd name="T4" fmla="*/ 100 w 45"/>
                <a:gd name="T5" fmla="*/ 97 h 46"/>
                <a:gd name="T6" fmla="*/ 84 w 45"/>
                <a:gd name="T7" fmla="*/ 59 h 46"/>
                <a:gd name="T8" fmla="*/ 51 w 45"/>
                <a:gd name="T9" fmla="*/ 30 h 46"/>
                <a:gd name="T10" fmla="*/ 7 w 45"/>
                <a:gd name="T11" fmla="*/ 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6">
                  <a:moveTo>
                    <a:pt x="0" y="0"/>
                  </a:moveTo>
                  <a:cubicBezTo>
                    <a:pt x="9" y="8"/>
                    <a:pt x="22" y="9"/>
                    <a:pt x="33" y="15"/>
                  </a:cubicBezTo>
                  <a:cubicBezTo>
                    <a:pt x="45" y="21"/>
                    <a:pt x="45" y="33"/>
                    <a:pt x="44" y="46"/>
                  </a:cubicBezTo>
                  <a:cubicBezTo>
                    <a:pt x="41" y="40"/>
                    <a:pt x="41" y="34"/>
                    <a:pt x="37" y="28"/>
                  </a:cubicBezTo>
                  <a:cubicBezTo>
                    <a:pt x="33" y="22"/>
                    <a:pt x="28" y="18"/>
                    <a:pt x="23" y="14"/>
                  </a:cubicBezTo>
                  <a:cubicBezTo>
                    <a:pt x="17" y="9"/>
                    <a:pt x="10" y="7"/>
                    <a:pt x="3" y="4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Freeform 4845">
              <a:extLst>
                <a:ext uri="{FF2B5EF4-FFF2-40B4-BE49-F238E27FC236}">
                  <a16:creationId xmlns:a16="http://schemas.microsoft.com/office/drawing/2014/main" id="{1800BE23-3A88-453C-A335-310D68C04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016"/>
              <a:ext cx="29" cy="52"/>
            </a:xfrm>
            <a:custGeom>
              <a:avLst/>
              <a:gdLst>
                <a:gd name="T0" fmla="*/ 50 w 22"/>
                <a:gd name="T1" fmla="*/ 30 h 40"/>
                <a:gd name="T2" fmla="*/ 16 w 22"/>
                <a:gd name="T3" fmla="*/ 88 h 40"/>
                <a:gd name="T4" fmla="*/ 12 w 22"/>
                <a:gd name="T5" fmla="*/ 13 h 40"/>
                <a:gd name="T6" fmla="*/ 50 w 22"/>
                <a:gd name="T7" fmla="*/ 3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0">
                  <a:moveTo>
                    <a:pt x="22" y="14"/>
                  </a:moveTo>
                  <a:cubicBezTo>
                    <a:pt x="9" y="3"/>
                    <a:pt x="9" y="35"/>
                    <a:pt x="7" y="40"/>
                  </a:cubicBezTo>
                  <a:cubicBezTo>
                    <a:pt x="5" y="33"/>
                    <a:pt x="0" y="13"/>
                    <a:pt x="5" y="6"/>
                  </a:cubicBezTo>
                  <a:cubicBezTo>
                    <a:pt x="8" y="0"/>
                    <a:pt x="18" y="11"/>
                    <a:pt x="22" y="15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Freeform 4846">
              <a:extLst>
                <a:ext uri="{FF2B5EF4-FFF2-40B4-BE49-F238E27FC236}">
                  <a16:creationId xmlns:a16="http://schemas.microsoft.com/office/drawing/2014/main" id="{BF983BF4-C935-4034-974D-88EBCF166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267"/>
              <a:ext cx="64" cy="72"/>
            </a:xfrm>
            <a:custGeom>
              <a:avLst/>
              <a:gdLst>
                <a:gd name="T0" fmla="*/ 12 w 49"/>
                <a:gd name="T1" fmla="*/ 0 h 55"/>
                <a:gd name="T2" fmla="*/ 16 w 49"/>
                <a:gd name="T3" fmla="*/ 82 h 55"/>
                <a:gd name="T4" fmla="*/ 110 w 49"/>
                <a:gd name="T5" fmla="*/ 123 h 55"/>
                <a:gd name="T6" fmla="*/ 13 w 49"/>
                <a:gd name="T7" fmla="*/ 7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55">
                  <a:moveTo>
                    <a:pt x="5" y="0"/>
                  </a:moveTo>
                  <a:cubicBezTo>
                    <a:pt x="9" y="10"/>
                    <a:pt x="0" y="28"/>
                    <a:pt x="7" y="37"/>
                  </a:cubicBezTo>
                  <a:cubicBezTo>
                    <a:pt x="14" y="47"/>
                    <a:pt x="38" y="51"/>
                    <a:pt x="49" y="55"/>
                  </a:cubicBezTo>
                  <a:cubicBezTo>
                    <a:pt x="32" y="44"/>
                    <a:pt x="8" y="25"/>
                    <a:pt x="6" y="3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4847">
              <a:extLst>
                <a:ext uri="{FF2B5EF4-FFF2-40B4-BE49-F238E27FC236}">
                  <a16:creationId xmlns:a16="http://schemas.microsoft.com/office/drawing/2014/main" id="{1CE9C67B-F760-435B-B060-DA465E5C9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248"/>
              <a:ext cx="66" cy="82"/>
            </a:xfrm>
            <a:custGeom>
              <a:avLst/>
              <a:gdLst>
                <a:gd name="T0" fmla="*/ 57 w 51"/>
                <a:gd name="T1" fmla="*/ 12 h 63"/>
                <a:gd name="T2" fmla="*/ 13 w 51"/>
                <a:gd name="T3" fmla="*/ 0 h 63"/>
                <a:gd name="T4" fmla="*/ 13 w 51"/>
                <a:gd name="T5" fmla="*/ 72 h 63"/>
                <a:gd name="T6" fmla="*/ 23 w 51"/>
                <a:gd name="T7" fmla="*/ 139 h 63"/>
                <a:gd name="T8" fmla="*/ 45 w 51"/>
                <a:gd name="T9" fmla="*/ 44 h 63"/>
                <a:gd name="T10" fmla="*/ 110 w 51"/>
                <a:gd name="T11" fmla="*/ 34 h 63"/>
                <a:gd name="T12" fmla="*/ 53 w 51"/>
                <a:gd name="T13" fmla="*/ 1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63">
                  <a:moveTo>
                    <a:pt x="26" y="5"/>
                  </a:moveTo>
                  <a:cubicBezTo>
                    <a:pt x="20" y="3"/>
                    <a:pt x="13" y="1"/>
                    <a:pt x="6" y="0"/>
                  </a:cubicBezTo>
                  <a:cubicBezTo>
                    <a:pt x="0" y="8"/>
                    <a:pt x="5" y="23"/>
                    <a:pt x="6" y="32"/>
                  </a:cubicBezTo>
                  <a:cubicBezTo>
                    <a:pt x="6" y="41"/>
                    <a:pt x="6" y="54"/>
                    <a:pt x="11" y="63"/>
                  </a:cubicBezTo>
                  <a:cubicBezTo>
                    <a:pt x="12" y="48"/>
                    <a:pt x="8" y="30"/>
                    <a:pt x="21" y="20"/>
                  </a:cubicBezTo>
                  <a:cubicBezTo>
                    <a:pt x="28" y="14"/>
                    <a:pt x="41" y="12"/>
                    <a:pt x="51" y="15"/>
                  </a:cubicBezTo>
                  <a:cubicBezTo>
                    <a:pt x="46" y="7"/>
                    <a:pt x="32" y="9"/>
                    <a:pt x="25" y="6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4848">
              <a:extLst>
                <a:ext uri="{FF2B5EF4-FFF2-40B4-BE49-F238E27FC236}">
                  <a16:creationId xmlns:a16="http://schemas.microsoft.com/office/drawing/2014/main" id="{3B718338-BE05-4F14-ACE9-15A6CA423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340"/>
              <a:ext cx="82" cy="86"/>
            </a:xfrm>
            <a:custGeom>
              <a:avLst/>
              <a:gdLst>
                <a:gd name="T0" fmla="*/ 9 w 63"/>
                <a:gd name="T1" fmla="*/ 0 h 66"/>
                <a:gd name="T2" fmla="*/ 29 w 63"/>
                <a:gd name="T3" fmla="*/ 111 h 66"/>
                <a:gd name="T4" fmla="*/ 83 w 63"/>
                <a:gd name="T5" fmla="*/ 130 h 66"/>
                <a:gd name="T6" fmla="*/ 139 w 63"/>
                <a:gd name="T7" fmla="*/ 139 h 66"/>
                <a:gd name="T8" fmla="*/ 96 w 63"/>
                <a:gd name="T9" fmla="*/ 111 h 66"/>
                <a:gd name="T10" fmla="*/ 51 w 63"/>
                <a:gd name="T11" fmla="*/ 66 h 66"/>
                <a:gd name="T12" fmla="*/ 27 w 63"/>
                <a:gd name="T13" fmla="*/ 30 h 66"/>
                <a:gd name="T14" fmla="*/ 13 w 63"/>
                <a:gd name="T15" fmla="*/ 1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6">
                  <a:moveTo>
                    <a:pt x="4" y="0"/>
                  </a:moveTo>
                  <a:cubicBezTo>
                    <a:pt x="11" y="14"/>
                    <a:pt x="0" y="40"/>
                    <a:pt x="13" y="50"/>
                  </a:cubicBezTo>
                  <a:cubicBezTo>
                    <a:pt x="20" y="56"/>
                    <a:pt x="30" y="57"/>
                    <a:pt x="38" y="59"/>
                  </a:cubicBezTo>
                  <a:cubicBezTo>
                    <a:pt x="45" y="61"/>
                    <a:pt x="55" y="66"/>
                    <a:pt x="63" y="63"/>
                  </a:cubicBezTo>
                  <a:cubicBezTo>
                    <a:pt x="61" y="57"/>
                    <a:pt x="50" y="53"/>
                    <a:pt x="44" y="50"/>
                  </a:cubicBezTo>
                  <a:cubicBezTo>
                    <a:pt x="36" y="44"/>
                    <a:pt x="29" y="38"/>
                    <a:pt x="23" y="30"/>
                  </a:cubicBezTo>
                  <a:cubicBezTo>
                    <a:pt x="19" y="25"/>
                    <a:pt x="15" y="20"/>
                    <a:pt x="12" y="14"/>
                  </a:cubicBezTo>
                  <a:cubicBezTo>
                    <a:pt x="10" y="10"/>
                    <a:pt x="9" y="5"/>
                    <a:pt x="6" y="1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4849">
              <a:extLst>
                <a:ext uri="{FF2B5EF4-FFF2-40B4-BE49-F238E27FC236}">
                  <a16:creationId xmlns:a16="http://schemas.microsoft.com/office/drawing/2014/main" id="{45999540-EACD-46E1-A883-BD0A3D37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328"/>
              <a:ext cx="60" cy="114"/>
            </a:xfrm>
            <a:custGeom>
              <a:avLst/>
              <a:gdLst>
                <a:gd name="T0" fmla="*/ 9 w 46"/>
                <a:gd name="T1" fmla="*/ 104 h 87"/>
                <a:gd name="T2" fmla="*/ 23 w 46"/>
                <a:gd name="T3" fmla="*/ 176 h 87"/>
                <a:gd name="T4" fmla="*/ 102 w 46"/>
                <a:gd name="T5" fmla="*/ 195 h 87"/>
                <a:gd name="T6" fmla="*/ 22 w 46"/>
                <a:gd name="T7" fmla="*/ 96 h 87"/>
                <a:gd name="T8" fmla="*/ 9 w 46"/>
                <a:gd name="T9" fmla="*/ 0 h 87"/>
                <a:gd name="T10" fmla="*/ 9 w 46"/>
                <a:gd name="T11" fmla="*/ 109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87">
                  <a:moveTo>
                    <a:pt x="4" y="46"/>
                  </a:moveTo>
                  <a:cubicBezTo>
                    <a:pt x="5" y="57"/>
                    <a:pt x="0" y="71"/>
                    <a:pt x="11" y="78"/>
                  </a:cubicBezTo>
                  <a:cubicBezTo>
                    <a:pt x="20" y="84"/>
                    <a:pt x="36" y="85"/>
                    <a:pt x="46" y="87"/>
                  </a:cubicBezTo>
                  <a:cubicBezTo>
                    <a:pt x="27" y="77"/>
                    <a:pt x="15" y="64"/>
                    <a:pt x="10" y="43"/>
                  </a:cubicBezTo>
                  <a:cubicBezTo>
                    <a:pt x="6" y="30"/>
                    <a:pt x="4" y="14"/>
                    <a:pt x="4" y="0"/>
                  </a:cubicBezTo>
                  <a:cubicBezTo>
                    <a:pt x="4" y="16"/>
                    <a:pt x="4" y="32"/>
                    <a:pt x="4" y="48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4850">
              <a:extLst>
                <a:ext uri="{FF2B5EF4-FFF2-40B4-BE49-F238E27FC236}">
                  <a16:creationId xmlns:a16="http://schemas.microsoft.com/office/drawing/2014/main" id="{B7D4E547-776A-4521-87E3-3BCF354E9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337"/>
              <a:ext cx="54" cy="89"/>
            </a:xfrm>
            <a:custGeom>
              <a:avLst/>
              <a:gdLst>
                <a:gd name="T0" fmla="*/ 82 w 42"/>
                <a:gd name="T1" fmla="*/ 5 h 68"/>
                <a:gd name="T2" fmla="*/ 36 w 42"/>
                <a:gd name="T3" fmla="*/ 5 h 68"/>
                <a:gd name="T4" fmla="*/ 5 w 42"/>
                <a:gd name="T5" fmla="*/ 17 h 68"/>
                <a:gd name="T6" fmla="*/ 8 w 42"/>
                <a:gd name="T7" fmla="*/ 88 h 68"/>
                <a:gd name="T8" fmla="*/ 23 w 42"/>
                <a:gd name="T9" fmla="*/ 152 h 68"/>
                <a:gd name="T10" fmla="*/ 22 w 42"/>
                <a:gd name="T11" fmla="*/ 106 h 68"/>
                <a:gd name="T12" fmla="*/ 31 w 42"/>
                <a:gd name="T13" fmla="*/ 45 h 68"/>
                <a:gd name="T14" fmla="*/ 89 w 42"/>
                <a:gd name="T15" fmla="*/ 7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8">
                  <a:moveTo>
                    <a:pt x="39" y="2"/>
                  </a:moveTo>
                  <a:cubicBezTo>
                    <a:pt x="32" y="2"/>
                    <a:pt x="24" y="2"/>
                    <a:pt x="17" y="2"/>
                  </a:cubicBezTo>
                  <a:cubicBezTo>
                    <a:pt x="9" y="2"/>
                    <a:pt x="4" y="0"/>
                    <a:pt x="2" y="8"/>
                  </a:cubicBezTo>
                  <a:cubicBezTo>
                    <a:pt x="0" y="17"/>
                    <a:pt x="3" y="29"/>
                    <a:pt x="4" y="39"/>
                  </a:cubicBezTo>
                  <a:cubicBezTo>
                    <a:pt x="4" y="47"/>
                    <a:pt x="5" y="62"/>
                    <a:pt x="11" y="68"/>
                  </a:cubicBezTo>
                  <a:cubicBezTo>
                    <a:pt x="13" y="62"/>
                    <a:pt x="10" y="53"/>
                    <a:pt x="10" y="47"/>
                  </a:cubicBezTo>
                  <a:cubicBezTo>
                    <a:pt x="9" y="38"/>
                    <a:pt x="10" y="29"/>
                    <a:pt x="15" y="20"/>
                  </a:cubicBezTo>
                  <a:cubicBezTo>
                    <a:pt x="21" y="9"/>
                    <a:pt x="31" y="7"/>
                    <a:pt x="42" y="3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Freeform 4851">
              <a:extLst>
                <a:ext uri="{FF2B5EF4-FFF2-40B4-BE49-F238E27FC236}">
                  <a16:creationId xmlns:a16="http://schemas.microsoft.com/office/drawing/2014/main" id="{EB2C3495-A1AB-4502-9A8D-46F478EDC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1340"/>
              <a:ext cx="84" cy="96"/>
            </a:xfrm>
            <a:custGeom>
              <a:avLst/>
              <a:gdLst>
                <a:gd name="T0" fmla="*/ 72 w 65"/>
                <a:gd name="T1" fmla="*/ 8 h 74"/>
                <a:gd name="T2" fmla="*/ 1 w 65"/>
                <a:gd name="T3" fmla="*/ 39 h 74"/>
                <a:gd name="T4" fmla="*/ 13 w 65"/>
                <a:gd name="T5" fmla="*/ 102 h 74"/>
                <a:gd name="T6" fmla="*/ 23 w 65"/>
                <a:gd name="T7" fmla="*/ 162 h 74"/>
                <a:gd name="T8" fmla="*/ 65 w 65"/>
                <a:gd name="T9" fmla="*/ 35 h 74"/>
                <a:gd name="T10" fmla="*/ 141 w 65"/>
                <a:gd name="T11" fmla="*/ 22 h 74"/>
                <a:gd name="T12" fmla="*/ 65 w 65"/>
                <a:gd name="T13" fmla="*/ 6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4"/>
                  </a:moveTo>
                  <a:cubicBezTo>
                    <a:pt x="20" y="0"/>
                    <a:pt x="0" y="0"/>
                    <a:pt x="1" y="18"/>
                  </a:cubicBezTo>
                  <a:cubicBezTo>
                    <a:pt x="2" y="27"/>
                    <a:pt x="5" y="37"/>
                    <a:pt x="6" y="47"/>
                  </a:cubicBezTo>
                  <a:cubicBezTo>
                    <a:pt x="7" y="56"/>
                    <a:pt x="8" y="66"/>
                    <a:pt x="11" y="74"/>
                  </a:cubicBezTo>
                  <a:cubicBezTo>
                    <a:pt x="11" y="56"/>
                    <a:pt x="14" y="28"/>
                    <a:pt x="30" y="16"/>
                  </a:cubicBezTo>
                  <a:cubicBezTo>
                    <a:pt x="40" y="8"/>
                    <a:pt x="54" y="14"/>
                    <a:pt x="65" y="10"/>
                  </a:cubicBezTo>
                  <a:cubicBezTo>
                    <a:pt x="54" y="6"/>
                    <a:pt x="43" y="1"/>
                    <a:pt x="30" y="3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2" name="Freeform 4852">
              <a:extLst>
                <a:ext uri="{FF2B5EF4-FFF2-40B4-BE49-F238E27FC236}">
                  <a16:creationId xmlns:a16="http://schemas.microsoft.com/office/drawing/2014/main" id="{21B960AC-31A4-4D23-B844-37CDAF3BE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357"/>
              <a:ext cx="108" cy="91"/>
            </a:xfrm>
            <a:custGeom>
              <a:avLst/>
              <a:gdLst>
                <a:gd name="T0" fmla="*/ 0 w 83"/>
                <a:gd name="T1" fmla="*/ 0 h 70"/>
                <a:gd name="T2" fmla="*/ 7 w 83"/>
                <a:gd name="T3" fmla="*/ 90 h 70"/>
                <a:gd name="T4" fmla="*/ 16 w 83"/>
                <a:gd name="T5" fmla="*/ 139 h 70"/>
                <a:gd name="T6" fmla="*/ 61 w 83"/>
                <a:gd name="T7" fmla="*/ 148 h 70"/>
                <a:gd name="T8" fmla="*/ 117 w 83"/>
                <a:gd name="T9" fmla="*/ 152 h 70"/>
                <a:gd name="T10" fmla="*/ 183 w 83"/>
                <a:gd name="T11" fmla="*/ 139 h 70"/>
                <a:gd name="T12" fmla="*/ 111 w 83"/>
                <a:gd name="T13" fmla="*/ 117 h 70"/>
                <a:gd name="T14" fmla="*/ 49 w 83"/>
                <a:gd name="T15" fmla="*/ 79 h 70"/>
                <a:gd name="T16" fmla="*/ 5 w 83"/>
                <a:gd name="T17" fmla="*/ 5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70">
                  <a:moveTo>
                    <a:pt x="0" y="0"/>
                  </a:moveTo>
                  <a:cubicBezTo>
                    <a:pt x="7" y="10"/>
                    <a:pt x="3" y="29"/>
                    <a:pt x="3" y="41"/>
                  </a:cubicBezTo>
                  <a:cubicBezTo>
                    <a:pt x="3" y="48"/>
                    <a:pt x="1" y="58"/>
                    <a:pt x="7" y="63"/>
                  </a:cubicBezTo>
                  <a:cubicBezTo>
                    <a:pt x="12" y="66"/>
                    <a:pt x="22" y="67"/>
                    <a:pt x="28" y="68"/>
                  </a:cubicBezTo>
                  <a:cubicBezTo>
                    <a:pt x="36" y="70"/>
                    <a:pt x="45" y="70"/>
                    <a:pt x="53" y="69"/>
                  </a:cubicBezTo>
                  <a:cubicBezTo>
                    <a:pt x="61" y="68"/>
                    <a:pt x="77" y="68"/>
                    <a:pt x="83" y="63"/>
                  </a:cubicBezTo>
                  <a:cubicBezTo>
                    <a:pt x="78" y="56"/>
                    <a:pt x="58" y="57"/>
                    <a:pt x="50" y="53"/>
                  </a:cubicBezTo>
                  <a:cubicBezTo>
                    <a:pt x="40" y="48"/>
                    <a:pt x="30" y="42"/>
                    <a:pt x="22" y="36"/>
                  </a:cubicBezTo>
                  <a:cubicBezTo>
                    <a:pt x="9" y="26"/>
                    <a:pt x="5" y="18"/>
                    <a:pt x="2" y="2"/>
                  </a:cubicBezTo>
                </a:path>
              </a:pathLst>
            </a:custGeom>
            <a:solidFill>
              <a:srgbClr val="DE7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3" name="Freeform 4853">
              <a:extLst>
                <a:ext uri="{FF2B5EF4-FFF2-40B4-BE49-F238E27FC236}">
                  <a16:creationId xmlns:a16="http://schemas.microsoft.com/office/drawing/2014/main" id="{004D60C2-623E-4D49-BD53-EF18F1518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1304"/>
              <a:ext cx="56" cy="96"/>
            </a:xfrm>
            <a:custGeom>
              <a:avLst/>
              <a:gdLst>
                <a:gd name="T0" fmla="*/ 94 w 43"/>
                <a:gd name="T1" fmla="*/ 8 h 74"/>
                <a:gd name="T2" fmla="*/ 35 w 43"/>
                <a:gd name="T3" fmla="*/ 162 h 74"/>
                <a:gd name="T4" fmla="*/ 95 w 43"/>
                <a:gd name="T5" fmla="*/ 8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4">
                  <a:moveTo>
                    <a:pt x="42" y="4"/>
                  </a:moveTo>
                  <a:cubicBezTo>
                    <a:pt x="0" y="0"/>
                    <a:pt x="17" y="50"/>
                    <a:pt x="16" y="74"/>
                  </a:cubicBezTo>
                  <a:cubicBezTo>
                    <a:pt x="17" y="48"/>
                    <a:pt x="21" y="21"/>
                    <a:pt x="43" y="4"/>
                  </a:cubicBezTo>
                </a:path>
              </a:pathLst>
            </a:custGeom>
            <a:solidFill>
              <a:srgbClr val="E6A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4" name="Freeform 4854">
              <a:extLst>
                <a:ext uri="{FF2B5EF4-FFF2-40B4-BE49-F238E27FC236}">
                  <a16:creationId xmlns:a16="http://schemas.microsoft.com/office/drawing/2014/main" id="{E76A73C0-E669-449D-A3C2-69F1B1A17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064"/>
              <a:ext cx="93" cy="52"/>
            </a:xfrm>
            <a:custGeom>
              <a:avLst/>
              <a:gdLst>
                <a:gd name="T0" fmla="*/ 149 w 72"/>
                <a:gd name="T1" fmla="*/ 13 h 40"/>
                <a:gd name="T2" fmla="*/ 88 w 72"/>
                <a:gd name="T3" fmla="*/ 72 h 40"/>
                <a:gd name="T4" fmla="*/ 6 w 72"/>
                <a:gd name="T5" fmla="*/ 73 h 40"/>
                <a:gd name="T6" fmla="*/ 67 w 72"/>
                <a:gd name="T7" fmla="*/ 16 h 40"/>
                <a:gd name="T8" fmla="*/ 149 w 72"/>
                <a:gd name="T9" fmla="*/ 1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0">
                  <a:moveTo>
                    <a:pt x="69" y="6"/>
                  </a:moveTo>
                  <a:cubicBezTo>
                    <a:pt x="72" y="13"/>
                    <a:pt x="60" y="25"/>
                    <a:pt x="41" y="32"/>
                  </a:cubicBezTo>
                  <a:cubicBezTo>
                    <a:pt x="23" y="40"/>
                    <a:pt x="5" y="40"/>
                    <a:pt x="3" y="33"/>
                  </a:cubicBezTo>
                  <a:cubicBezTo>
                    <a:pt x="0" y="26"/>
                    <a:pt x="13" y="15"/>
                    <a:pt x="31" y="7"/>
                  </a:cubicBezTo>
                  <a:cubicBezTo>
                    <a:pt x="50" y="0"/>
                    <a:pt x="67" y="0"/>
                    <a:pt x="69" y="6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Freeform 4855">
              <a:extLst>
                <a:ext uri="{FF2B5EF4-FFF2-40B4-BE49-F238E27FC236}">
                  <a16:creationId xmlns:a16="http://schemas.microsoft.com/office/drawing/2014/main" id="{18A9AF48-9446-4D9C-BABF-15F8FFA04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106"/>
              <a:ext cx="74" cy="74"/>
            </a:xfrm>
            <a:custGeom>
              <a:avLst/>
              <a:gdLst>
                <a:gd name="T0" fmla="*/ 112 w 57"/>
                <a:gd name="T1" fmla="*/ 10 h 57"/>
                <a:gd name="T2" fmla="*/ 86 w 57"/>
                <a:gd name="T3" fmla="*/ 83 h 57"/>
                <a:gd name="T4" fmla="*/ 13 w 57"/>
                <a:gd name="T5" fmla="*/ 112 h 57"/>
                <a:gd name="T6" fmla="*/ 39 w 57"/>
                <a:gd name="T7" fmla="*/ 39 h 57"/>
                <a:gd name="T8" fmla="*/ 112 w 57"/>
                <a:gd name="T9" fmla="*/ 1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51" y="5"/>
                  </a:moveTo>
                  <a:cubicBezTo>
                    <a:pt x="57" y="11"/>
                    <a:pt x="51" y="26"/>
                    <a:pt x="39" y="38"/>
                  </a:cubicBezTo>
                  <a:cubicBezTo>
                    <a:pt x="27" y="51"/>
                    <a:pt x="12" y="57"/>
                    <a:pt x="6" y="51"/>
                  </a:cubicBezTo>
                  <a:cubicBezTo>
                    <a:pt x="0" y="46"/>
                    <a:pt x="6" y="31"/>
                    <a:pt x="18" y="18"/>
                  </a:cubicBezTo>
                  <a:cubicBezTo>
                    <a:pt x="31" y="5"/>
                    <a:pt x="45" y="0"/>
                    <a:pt x="51" y="5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6" name="Freeform 4856">
              <a:extLst>
                <a:ext uri="{FF2B5EF4-FFF2-40B4-BE49-F238E27FC236}">
                  <a16:creationId xmlns:a16="http://schemas.microsoft.com/office/drawing/2014/main" id="{BE65353D-E363-46F8-BB43-960301FF8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033"/>
              <a:ext cx="110" cy="74"/>
            </a:xfrm>
            <a:custGeom>
              <a:avLst/>
              <a:gdLst>
                <a:gd name="T0" fmla="*/ 175 w 85"/>
                <a:gd name="T1" fmla="*/ 22 h 57"/>
                <a:gd name="T2" fmla="*/ 110 w 85"/>
                <a:gd name="T3" fmla="*/ 101 h 57"/>
                <a:gd name="T4" fmla="*/ 10 w 85"/>
                <a:gd name="T5" fmla="*/ 104 h 57"/>
                <a:gd name="T6" fmla="*/ 74 w 85"/>
                <a:gd name="T7" fmla="*/ 27 h 57"/>
                <a:gd name="T8" fmla="*/ 175 w 85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57">
                  <a:moveTo>
                    <a:pt x="80" y="10"/>
                  </a:moveTo>
                  <a:cubicBezTo>
                    <a:pt x="85" y="19"/>
                    <a:pt x="72" y="35"/>
                    <a:pt x="51" y="46"/>
                  </a:cubicBezTo>
                  <a:cubicBezTo>
                    <a:pt x="30" y="56"/>
                    <a:pt x="10" y="57"/>
                    <a:pt x="5" y="48"/>
                  </a:cubicBezTo>
                  <a:cubicBezTo>
                    <a:pt x="0" y="39"/>
                    <a:pt x="13" y="23"/>
                    <a:pt x="34" y="12"/>
                  </a:cubicBezTo>
                  <a:cubicBezTo>
                    <a:pt x="55" y="1"/>
                    <a:pt x="76" y="0"/>
                    <a:pt x="80" y="10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4857">
              <a:extLst>
                <a:ext uri="{FF2B5EF4-FFF2-40B4-BE49-F238E27FC236}">
                  <a16:creationId xmlns:a16="http://schemas.microsoft.com/office/drawing/2014/main" id="{E6D0E357-CE5F-4CF2-8A8C-A5C458248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042"/>
              <a:ext cx="93" cy="59"/>
            </a:xfrm>
            <a:custGeom>
              <a:avLst/>
              <a:gdLst>
                <a:gd name="T0" fmla="*/ 151 w 71"/>
                <a:gd name="T1" fmla="*/ 13 h 45"/>
                <a:gd name="T2" fmla="*/ 93 w 71"/>
                <a:gd name="T3" fmla="*/ 77 h 45"/>
                <a:gd name="T4" fmla="*/ 7 w 71"/>
                <a:gd name="T5" fmla="*/ 87 h 45"/>
                <a:gd name="T6" fmla="*/ 65 w 71"/>
                <a:gd name="T7" fmla="*/ 22 h 45"/>
                <a:gd name="T8" fmla="*/ 151 w 71"/>
                <a:gd name="T9" fmla="*/ 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45">
                  <a:moveTo>
                    <a:pt x="67" y="6"/>
                  </a:moveTo>
                  <a:cubicBezTo>
                    <a:pt x="71" y="13"/>
                    <a:pt x="59" y="25"/>
                    <a:pt x="41" y="34"/>
                  </a:cubicBezTo>
                  <a:cubicBezTo>
                    <a:pt x="23" y="43"/>
                    <a:pt x="6" y="45"/>
                    <a:pt x="3" y="38"/>
                  </a:cubicBezTo>
                  <a:cubicBezTo>
                    <a:pt x="0" y="32"/>
                    <a:pt x="11" y="19"/>
                    <a:pt x="29" y="10"/>
                  </a:cubicBezTo>
                  <a:cubicBezTo>
                    <a:pt x="47" y="1"/>
                    <a:pt x="64" y="0"/>
                    <a:pt x="67" y="6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Freeform 4858">
              <a:extLst>
                <a:ext uri="{FF2B5EF4-FFF2-40B4-BE49-F238E27FC236}">
                  <a16:creationId xmlns:a16="http://schemas.microsoft.com/office/drawing/2014/main" id="{512B2049-938E-4B78-B760-936E13D14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046"/>
              <a:ext cx="98" cy="64"/>
            </a:xfrm>
            <a:custGeom>
              <a:avLst/>
              <a:gdLst>
                <a:gd name="T0" fmla="*/ 161 w 75"/>
                <a:gd name="T1" fmla="*/ 34 h 49"/>
                <a:gd name="T2" fmla="*/ 95 w 75"/>
                <a:gd name="T3" fmla="*/ 97 h 49"/>
                <a:gd name="T4" fmla="*/ 7 w 75"/>
                <a:gd name="T5" fmla="*/ 78 h 49"/>
                <a:gd name="T6" fmla="*/ 72 w 75"/>
                <a:gd name="T7" fmla="*/ 13 h 49"/>
                <a:gd name="T8" fmla="*/ 161 w 75"/>
                <a:gd name="T9" fmla="*/ 3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49">
                  <a:moveTo>
                    <a:pt x="72" y="15"/>
                  </a:moveTo>
                  <a:cubicBezTo>
                    <a:pt x="75" y="25"/>
                    <a:pt x="62" y="38"/>
                    <a:pt x="43" y="44"/>
                  </a:cubicBezTo>
                  <a:cubicBezTo>
                    <a:pt x="24" y="49"/>
                    <a:pt x="6" y="45"/>
                    <a:pt x="3" y="35"/>
                  </a:cubicBezTo>
                  <a:cubicBezTo>
                    <a:pt x="0" y="24"/>
                    <a:pt x="13" y="11"/>
                    <a:pt x="32" y="6"/>
                  </a:cubicBezTo>
                  <a:cubicBezTo>
                    <a:pt x="52" y="0"/>
                    <a:pt x="69" y="4"/>
                    <a:pt x="72" y="15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Freeform 4859">
              <a:extLst>
                <a:ext uri="{FF2B5EF4-FFF2-40B4-BE49-F238E27FC236}">
                  <a16:creationId xmlns:a16="http://schemas.microsoft.com/office/drawing/2014/main" id="{CBB66D96-7777-4977-9966-66767F249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1063"/>
              <a:ext cx="109" cy="96"/>
            </a:xfrm>
            <a:custGeom>
              <a:avLst/>
              <a:gdLst>
                <a:gd name="T0" fmla="*/ 169 w 84"/>
                <a:gd name="T1" fmla="*/ 22 h 74"/>
                <a:gd name="T2" fmla="*/ 123 w 84"/>
                <a:gd name="T3" fmla="*/ 118 h 74"/>
                <a:gd name="T4" fmla="*/ 17 w 84"/>
                <a:gd name="T5" fmla="*/ 140 h 74"/>
                <a:gd name="T6" fmla="*/ 61 w 84"/>
                <a:gd name="T7" fmla="*/ 42 h 74"/>
                <a:gd name="T8" fmla="*/ 169 w 84"/>
                <a:gd name="T9" fmla="*/ 22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74">
                  <a:moveTo>
                    <a:pt x="77" y="10"/>
                  </a:moveTo>
                  <a:cubicBezTo>
                    <a:pt x="84" y="19"/>
                    <a:pt x="75" y="39"/>
                    <a:pt x="56" y="54"/>
                  </a:cubicBezTo>
                  <a:cubicBezTo>
                    <a:pt x="37" y="69"/>
                    <a:pt x="15" y="74"/>
                    <a:pt x="8" y="64"/>
                  </a:cubicBezTo>
                  <a:cubicBezTo>
                    <a:pt x="0" y="54"/>
                    <a:pt x="9" y="34"/>
                    <a:pt x="28" y="19"/>
                  </a:cubicBezTo>
                  <a:cubicBezTo>
                    <a:pt x="47" y="4"/>
                    <a:pt x="69" y="0"/>
                    <a:pt x="77" y="10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0" name="Freeform 4860">
              <a:extLst>
                <a:ext uri="{FF2B5EF4-FFF2-40B4-BE49-F238E27FC236}">
                  <a16:creationId xmlns:a16="http://schemas.microsoft.com/office/drawing/2014/main" id="{CBB3BEB6-2D98-4E25-9078-50F62B0B6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1144"/>
              <a:ext cx="84" cy="72"/>
            </a:xfrm>
            <a:custGeom>
              <a:avLst/>
              <a:gdLst>
                <a:gd name="T0" fmla="*/ 132 w 65"/>
                <a:gd name="T1" fmla="*/ 13 h 56"/>
                <a:gd name="T2" fmla="*/ 88 w 65"/>
                <a:gd name="T3" fmla="*/ 82 h 56"/>
                <a:gd name="T4" fmla="*/ 8 w 65"/>
                <a:gd name="T5" fmla="*/ 105 h 56"/>
                <a:gd name="T6" fmla="*/ 52 w 65"/>
                <a:gd name="T7" fmla="*/ 39 h 56"/>
                <a:gd name="T8" fmla="*/ 132 w 65"/>
                <a:gd name="T9" fmla="*/ 1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6">
                  <a:moveTo>
                    <a:pt x="61" y="6"/>
                  </a:moveTo>
                  <a:cubicBezTo>
                    <a:pt x="65" y="12"/>
                    <a:pt x="56" y="26"/>
                    <a:pt x="41" y="39"/>
                  </a:cubicBezTo>
                  <a:cubicBezTo>
                    <a:pt x="25" y="51"/>
                    <a:pt x="9" y="56"/>
                    <a:pt x="4" y="50"/>
                  </a:cubicBezTo>
                  <a:cubicBezTo>
                    <a:pt x="0" y="45"/>
                    <a:pt x="9" y="30"/>
                    <a:pt x="24" y="18"/>
                  </a:cubicBezTo>
                  <a:cubicBezTo>
                    <a:pt x="40" y="5"/>
                    <a:pt x="56" y="0"/>
                    <a:pt x="61" y="6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Freeform 4861">
              <a:extLst>
                <a:ext uri="{FF2B5EF4-FFF2-40B4-BE49-F238E27FC236}">
                  <a16:creationId xmlns:a16="http://schemas.microsoft.com/office/drawing/2014/main" id="{53F91A02-7D78-4C18-BD58-B933E00C7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1114"/>
              <a:ext cx="99" cy="83"/>
            </a:xfrm>
            <a:custGeom>
              <a:avLst/>
              <a:gdLst>
                <a:gd name="T0" fmla="*/ 156 w 76"/>
                <a:gd name="T1" fmla="*/ 13 h 64"/>
                <a:gd name="T2" fmla="*/ 107 w 76"/>
                <a:gd name="T3" fmla="*/ 96 h 64"/>
                <a:gd name="T4" fmla="*/ 13 w 76"/>
                <a:gd name="T5" fmla="*/ 125 h 64"/>
                <a:gd name="T6" fmla="*/ 65 w 76"/>
                <a:gd name="T7" fmla="*/ 44 h 64"/>
                <a:gd name="T8" fmla="*/ 156 w 76"/>
                <a:gd name="T9" fmla="*/ 1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64">
                  <a:moveTo>
                    <a:pt x="71" y="6"/>
                  </a:moveTo>
                  <a:cubicBezTo>
                    <a:pt x="76" y="13"/>
                    <a:pt x="66" y="29"/>
                    <a:pt x="48" y="44"/>
                  </a:cubicBezTo>
                  <a:cubicBezTo>
                    <a:pt x="29" y="58"/>
                    <a:pt x="11" y="64"/>
                    <a:pt x="6" y="57"/>
                  </a:cubicBezTo>
                  <a:cubicBezTo>
                    <a:pt x="0" y="51"/>
                    <a:pt x="11" y="34"/>
                    <a:pt x="29" y="20"/>
                  </a:cubicBezTo>
                  <a:cubicBezTo>
                    <a:pt x="47" y="6"/>
                    <a:pt x="66" y="0"/>
                    <a:pt x="71" y="6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4862">
              <a:extLst>
                <a:ext uri="{FF2B5EF4-FFF2-40B4-BE49-F238E27FC236}">
                  <a16:creationId xmlns:a16="http://schemas.microsoft.com/office/drawing/2014/main" id="{2D5757C4-9E1A-4D1B-9AE3-91F166E52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911"/>
              <a:ext cx="86" cy="47"/>
            </a:xfrm>
            <a:custGeom>
              <a:avLst/>
              <a:gdLst>
                <a:gd name="T0" fmla="*/ 141 w 66"/>
                <a:gd name="T1" fmla="*/ 17 h 36"/>
                <a:gd name="T2" fmla="*/ 82 w 66"/>
                <a:gd name="T3" fmla="*/ 67 h 36"/>
                <a:gd name="T4" fmla="*/ 5 w 66"/>
                <a:gd name="T5" fmla="*/ 60 h 36"/>
                <a:gd name="T6" fmla="*/ 65 w 66"/>
                <a:gd name="T7" fmla="*/ 12 h 36"/>
                <a:gd name="T8" fmla="*/ 141 w 66"/>
                <a:gd name="T9" fmla="*/ 17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6">
                  <a:moveTo>
                    <a:pt x="64" y="8"/>
                  </a:moveTo>
                  <a:cubicBezTo>
                    <a:pt x="66" y="15"/>
                    <a:pt x="54" y="25"/>
                    <a:pt x="37" y="30"/>
                  </a:cubicBezTo>
                  <a:cubicBezTo>
                    <a:pt x="20" y="36"/>
                    <a:pt x="5" y="34"/>
                    <a:pt x="2" y="27"/>
                  </a:cubicBezTo>
                  <a:cubicBezTo>
                    <a:pt x="0" y="20"/>
                    <a:pt x="12" y="10"/>
                    <a:pt x="29" y="5"/>
                  </a:cubicBezTo>
                  <a:cubicBezTo>
                    <a:pt x="46" y="0"/>
                    <a:pt x="61" y="1"/>
                    <a:pt x="64" y="8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4863">
              <a:extLst>
                <a:ext uri="{FF2B5EF4-FFF2-40B4-BE49-F238E27FC236}">
                  <a16:creationId xmlns:a16="http://schemas.microsoft.com/office/drawing/2014/main" id="{B9FD7E57-2FB1-40F3-907D-CE790B5A6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945"/>
              <a:ext cx="77" cy="39"/>
            </a:xfrm>
            <a:custGeom>
              <a:avLst/>
              <a:gdLst>
                <a:gd name="T0" fmla="*/ 127 w 59"/>
                <a:gd name="T1" fmla="*/ 13 h 30"/>
                <a:gd name="T2" fmla="*/ 73 w 59"/>
                <a:gd name="T3" fmla="*/ 56 h 30"/>
                <a:gd name="T4" fmla="*/ 5 w 59"/>
                <a:gd name="T5" fmla="*/ 51 h 30"/>
                <a:gd name="T6" fmla="*/ 57 w 59"/>
                <a:gd name="T7" fmla="*/ 9 h 30"/>
                <a:gd name="T8" fmla="*/ 127 w 59"/>
                <a:gd name="T9" fmla="*/ 1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0">
                  <a:moveTo>
                    <a:pt x="57" y="6"/>
                  </a:moveTo>
                  <a:cubicBezTo>
                    <a:pt x="59" y="12"/>
                    <a:pt x="48" y="20"/>
                    <a:pt x="33" y="25"/>
                  </a:cubicBezTo>
                  <a:cubicBezTo>
                    <a:pt x="18" y="30"/>
                    <a:pt x="4" y="29"/>
                    <a:pt x="2" y="23"/>
                  </a:cubicBezTo>
                  <a:cubicBezTo>
                    <a:pt x="0" y="18"/>
                    <a:pt x="11" y="9"/>
                    <a:pt x="26" y="4"/>
                  </a:cubicBezTo>
                  <a:cubicBezTo>
                    <a:pt x="42" y="0"/>
                    <a:pt x="56" y="0"/>
                    <a:pt x="57" y="6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4" name="Freeform 4864">
              <a:extLst>
                <a:ext uri="{FF2B5EF4-FFF2-40B4-BE49-F238E27FC236}">
                  <a16:creationId xmlns:a16="http://schemas.microsoft.com/office/drawing/2014/main" id="{48A35C92-8C99-4DF1-B3E1-F8AC56796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955"/>
              <a:ext cx="95" cy="48"/>
            </a:xfrm>
            <a:custGeom>
              <a:avLst/>
              <a:gdLst>
                <a:gd name="T0" fmla="*/ 154 w 73"/>
                <a:gd name="T1" fmla="*/ 17 h 37"/>
                <a:gd name="T2" fmla="*/ 88 w 73"/>
                <a:gd name="T3" fmla="*/ 67 h 37"/>
                <a:gd name="T4" fmla="*/ 5 w 73"/>
                <a:gd name="T5" fmla="*/ 64 h 37"/>
                <a:gd name="T6" fmla="*/ 72 w 73"/>
                <a:gd name="T7" fmla="*/ 13 h 37"/>
                <a:gd name="T8" fmla="*/ 154 w 73"/>
                <a:gd name="T9" fmla="*/ 1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7">
                  <a:moveTo>
                    <a:pt x="70" y="8"/>
                  </a:moveTo>
                  <a:cubicBezTo>
                    <a:pt x="73" y="15"/>
                    <a:pt x="59" y="25"/>
                    <a:pt x="40" y="31"/>
                  </a:cubicBezTo>
                  <a:cubicBezTo>
                    <a:pt x="21" y="37"/>
                    <a:pt x="4" y="36"/>
                    <a:pt x="2" y="29"/>
                  </a:cubicBezTo>
                  <a:cubicBezTo>
                    <a:pt x="0" y="22"/>
                    <a:pt x="13" y="12"/>
                    <a:pt x="32" y="6"/>
                  </a:cubicBezTo>
                  <a:cubicBezTo>
                    <a:pt x="51" y="0"/>
                    <a:pt x="68" y="1"/>
                    <a:pt x="70" y="8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Freeform 4865">
              <a:extLst>
                <a:ext uri="{FF2B5EF4-FFF2-40B4-BE49-F238E27FC236}">
                  <a16:creationId xmlns:a16="http://schemas.microsoft.com/office/drawing/2014/main" id="{2A11C3F0-9E76-484B-9ECA-7FCC048F9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166"/>
              <a:ext cx="95" cy="49"/>
            </a:xfrm>
            <a:custGeom>
              <a:avLst/>
              <a:gdLst>
                <a:gd name="T0" fmla="*/ 156 w 73"/>
                <a:gd name="T1" fmla="*/ 17 h 38"/>
                <a:gd name="T2" fmla="*/ 88 w 73"/>
                <a:gd name="T3" fmla="*/ 68 h 38"/>
                <a:gd name="T4" fmla="*/ 5 w 73"/>
                <a:gd name="T5" fmla="*/ 64 h 38"/>
                <a:gd name="T6" fmla="*/ 72 w 73"/>
                <a:gd name="T7" fmla="*/ 13 h 38"/>
                <a:gd name="T8" fmla="*/ 156 w 73"/>
                <a:gd name="T9" fmla="*/ 1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8">
                  <a:moveTo>
                    <a:pt x="71" y="8"/>
                  </a:moveTo>
                  <a:cubicBezTo>
                    <a:pt x="73" y="15"/>
                    <a:pt x="59" y="26"/>
                    <a:pt x="40" y="32"/>
                  </a:cubicBezTo>
                  <a:cubicBezTo>
                    <a:pt x="22" y="38"/>
                    <a:pt x="4" y="37"/>
                    <a:pt x="2" y="30"/>
                  </a:cubicBezTo>
                  <a:cubicBezTo>
                    <a:pt x="0" y="23"/>
                    <a:pt x="13" y="12"/>
                    <a:pt x="32" y="6"/>
                  </a:cubicBezTo>
                  <a:cubicBezTo>
                    <a:pt x="51" y="0"/>
                    <a:pt x="69" y="1"/>
                    <a:pt x="71" y="8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Freeform 4866">
              <a:extLst>
                <a:ext uri="{FF2B5EF4-FFF2-40B4-BE49-F238E27FC236}">
                  <a16:creationId xmlns:a16="http://schemas.microsoft.com/office/drawing/2014/main" id="{2FF147E8-B667-44B6-A6EA-0B08643C4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1166"/>
              <a:ext cx="95" cy="49"/>
            </a:xfrm>
            <a:custGeom>
              <a:avLst/>
              <a:gdLst>
                <a:gd name="T0" fmla="*/ 156 w 73"/>
                <a:gd name="T1" fmla="*/ 17 h 38"/>
                <a:gd name="T2" fmla="*/ 90 w 73"/>
                <a:gd name="T3" fmla="*/ 68 h 38"/>
                <a:gd name="T4" fmla="*/ 5 w 73"/>
                <a:gd name="T5" fmla="*/ 64 h 38"/>
                <a:gd name="T6" fmla="*/ 73 w 73"/>
                <a:gd name="T7" fmla="*/ 13 h 38"/>
                <a:gd name="T8" fmla="*/ 156 w 73"/>
                <a:gd name="T9" fmla="*/ 1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8">
                  <a:moveTo>
                    <a:pt x="71" y="8"/>
                  </a:moveTo>
                  <a:cubicBezTo>
                    <a:pt x="73" y="15"/>
                    <a:pt x="60" y="26"/>
                    <a:pt x="41" y="32"/>
                  </a:cubicBezTo>
                  <a:cubicBezTo>
                    <a:pt x="22" y="38"/>
                    <a:pt x="5" y="37"/>
                    <a:pt x="2" y="30"/>
                  </a:cubicBezTo>
                  <a:cubicBezTo>
                    <a:pt x="0" y="23"/>
                    <a:pt x="14" y="12"/>
                    <a:pt x="33" y="6"/>
                  </a:cubicBezTo>
                  <a:cubicBezTo>
                    <a:pt x="52" y="0"/>
                    <a:pt x="69" y="1"/>
                    <a:pt x="71" y="8"/>
                  </a:cubicBezTo>
                  <a:close/>
                </a:path>
              </a:pathLst>
            </a:custGeom>
            <a:solidFill>
              <a:srgbClr val="A02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Freeform 4867">
              <a:extLst>
                <a:ext uri="{FF2B5EF4-FFF2-40B4-BE49-F238E27FC236}">
                  <a16:creationId xmlns:a16="http://schemas.microsoft.com/office/drawing/2014/main" id="{ED8AABC0-1EEA-4FFA-9C05-139DBAD5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1227"/>
              <a:ext cx="251" cy="87"/>
            </a:xfrm>
            <a:custGeom>
              <a:avLst/>
              <a:gdLst>
                <a:gd name="T0" fmla="*/ 424 w 193"/>
                <a:gd name="T1" fmla="*/ 0 h 67"/>
                <a:gd name="T2" fmla="*/ 147 w 193"/>
                <a:gd name="T3" fmla="*/ 49 h 67"/>
                <a:gd name="T4" fmla="*/ 0 w 193"/>
                <a:gd name="T5" fmla="*/ 14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3" h="67">
                  <a:moveTo>
                    <a:pt x="193" y="0"/>
                  </a:moveTo>
                  <a:cubicBezTo>
                    <a:pt x="152" y="13"/>
                    <a:pt x="109" y="11"/>
                    <a:pt x="67" y="22"/>
                  </a:cubicBezTo>
                  <a:cubicBezTo>
                    <a:pt x="35" y="30"/>
                    <a:pt x="15" y="42"/>
                    <a:pt x="0" y="67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8" name="Freeform 4868">
              <a:extLst>
                <a:ext uri="{FF2B5EF4-FFF2-40B4-BE49-F238E27FC236}">
                  <a16:creationId xmlns:a16="http://schemas.microsoft.com/office/drawing/2014/main" id="{1497E27C-BEEA-4E09-BC52-5D976803F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016"/>
              <a:ext cx="59" cy="82"/>
            </a:xfrm>
            <a:custGeom>
              <a:avLst/>
              <a:gdLst>
                <a:gd name="T0" fmla="*/ 101 w 45"/>
                <a:gd name="T1" fmla="*/ 5 h 63"/>
                <a:gd name="T2" fmla="*/ 1 w 45"/>
                <a:gd name="T3" fmla="*/ 139 h 63"/>
                <a:gd name="T4" fmla="*/ 12 w 45"/>
                <a:gd name="T5" fmla="*/ 122 h 63"/>
                <a:gd name="T6" fmla="*/ 38 w 45"/>
                <a:gd name="T7" fmla="*/ 89 h 63"/>
                <a:gd name="T8" fmla="*/ 60 w 45"/>
                <a:gd name="T9" fmla="*/ 39 h 63"/>
                <a:gd name="T10" fmla="*/ 71 w 45"/>
                <a:gd name="T11" fmla="*/ 13 h 63"/>
                <a:gd name="T12" fmla="*/ 96 w 45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63">
                  <a:moveTo>
                    <a:pt x="45" y="2"/>
                  </a:moveTo>
                  <a:cubicBezTo>
                    <a:pt x="34" y="20"/>
                    <a:pt x="28" y="61"/>
                    <a:pt x="1" y="63"/>
                  </a:cubicBezTo>
                  <a:cubicBezTo>
                    <a:pt x="0" y="59"/>
                    <a:pt x="3" y="57"/>
                    <a:pt x="5" y="55"/>
                  </a:cubicBezTo>
                  <a:cubicBezTo>
                    <a:pt x="10" y="50"/>
                    <a:pt x="13" y="45"/>
                    <a:pt x="17" y="40"/>
                  </a:cubicBezTo>
                  <a:cubicBezTo>
                    <a:pt x="22" y="34"/>
                    <a:pt x="25" y="27"/>
                    <a:pt x="27" y="18"/>
                  </a:cubicBezTo>
                  <a:cubicBezTo>
                    <a:pt x="28" y="14"/>
                    <a:pt x="28" y="9"/>
                    <a:pt x="31" y="6"/>
                  </a:cubicBezTo>
                  <a:cubicBezTo>
                    <a:pt x="33" y="3"/>
                    <a:pt x="40" y="0"/>
                    <a:pt x="43" y="0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4869">
              <a:extLst>
                <a:ext uri="{FF2B5EF4-FFF2-40B4-BE49-F238E27FC236}">
                  <a16:creationId xmlns:a16="http://schemas.microsoft.com/office/drawing/2014/main" id="{F2DC0437-9897-48FD-BC17-DB9F8BBB3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070"/>
              <a:ext cx="78" cy="59"/>
            </a:xfrm>
            <a:custGeom>
              <a:avLst/>
              <a:gdLst>
                <a:gd name="T0" fmla="*/ 0 w 60"/>
                <a:gd name="T1" fmla="*/ 97 h 46"/>
                <a:gd name="T2" fmla="*/ 43 w 60"/>
                <a:gd name="T3" fmla="*/ 77 h 46"/>
                <a:gd name="T4" fmla="*/ 86 w 60"/>
                <a:gd name="T5" fmla="*/ 46 h 46"/>
                <a:gd name="T6" fmla="*/ 117 w 60"/>
                <a:gd name="T7" fmla="*/ 19 h 46"/>
                <a:gd name="T8" fmla="*/ 125 w 60"/>
                <a:gd name="T9" fmla="*/ 0 h 46"/>
                <a:gd name="T10" fmla="*/ 78 w 60"/>
                <a:gd name="T11" fmla="*/ 69 h 46"/>
                <a:gd name="T12" fmla="*/ 44 w 60"/>
                <a:gd name="T13" fmla="*/ 83 h 46"/>
                <a:gd name="T14" fmla="*/ 5 w 60"/>
                <a:gd name="T15" fmla="*/ 95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46">
                  <a:moveTo>
                    <a:pt x="0" y="46"/>
                  </a:moveTo>
                  <a:cubicBezTo>
                    <a:pt x="6" y="46"/>
                    <a:pt x="14" y="41"/>
                    <a:pt x="19" y="37"/>
                  </a:cubicBezTo>
                  <a:cubicBezTo>
                    <a:pt x="26" y="32"/>
                    <a:pt x="33" y="28"/>
                    <a:pt x="39" y="22"/>
                  </a:cubicBezTo>
                  <a:cubicBezTo>
                    <a:pt x="44" y="18"/>
                    <a:pt x="50" y="14"/>
                    <a:pt x="53" y="9"/>
                  </a:cubicBezTo>
                  <a:cubicBezTo>
                    <a:pt x="55" y="6"/>
                    <a:pt x="56" y="3"/>
                    <a:pt x="57" y="0"/>
                  </a:cubicBezTo>
                  <a:cubicBezTo>
                    <a:pt x="60" y="12"/>
                    <a:pt x="44" y="27"/>
                    <a:pt x="35" y="33"/>
                  </a:cubicBezTo>
                  <a:cubicBezTo>
                    <a:pt x="31" y="36"/>
                    <a:pt x="25" y="39"/>
                    <a:pt x="20" y="40"/>
                  </a:cubicBezTo>
                  <a:cubicBezTo>
                    <a:pt x="14" y="42"/>
                    <a:pt x="7" y="42"/>
                    <a:pt x="2" y="45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0" name="Freeform 4870">
              <a:extLst>
                <a:ext uri="{FF2B5EF4-FFF2-40B4-BE49-F238E27FC236}">
                  <a16:creationId xmlns:a16="http://schemas.microsoft.com/office/drawing/2014/main" id="{B41C74BD-59C0-4E27-A650-B7C4E79AE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942"/>
              <a:ext cx="68" cy="85"/>
            </a:xfrm>
            <a:custGeom>
              <a:avLst/>
              <a:gdLst>
                <a:gd name="T0" fmla="*/ 110 w 52"/>
                <a:gd name="T1" fmla="*/ 1 h 65"/>
                <a:gd name="T2" fmla="*/ 58 w 52"/>
                <a:gd name="T3" fmla="*/ 29 h 65"/>
                <a:gd name="T4" fmla="*/ 27 w 52"/>
                <a:gd name="T5" fmla="*/ 71 h 65"/>
                <a:gd name="T6" fmla="*/ 9 w 52"/>
                <a:gd name="T7" fmla="*/ 115 h 65"/>
                <a:gd name="T8" fmla="*/ 1 w 52"/>
                <a:gd name="T9" fmla="*/ 145 h 65"/>
                <a:gd name="T10" fmla="*/ 22 w 52"/>
                <a:gd name="T11" fmla="*/ 122 h 65"/>
                <a:gd name="T12" fmla="*/ 54 w 52"/>
                <a:gd name="T13" fmla="*/ 73 h 65"/>
                <a:gd name="T14" fmla="*/ 116 w 52"/>
                <a:gd name="T15" fmla="*/ 5 h 65"/>
                <a:gd name="T16" fmla="*/ 110 w 52"/>
                <a:gd name="T17" fmla="*/ 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65">
                  <a:moveTo>
                    <a:pt x="49" y="1"/>
                  </a:moveTo>
                  <a:cubicBezTo>
                    <a:pt x="41" y="0"/>
                    <a:pt x="31" y="8"/>
                    <a:pt x="26" y="13"/>
                  </a:cubicBezTo>
                  <a:cubicBezTo>
                    <a:pt x="20" y="18"/>
                    <a:pt x="16" y="24"/>
                    <a:pt x="12" y="31"/>
                  </a:cubicBezTo>
                  <a:cubicBezTo>
                    <a:pt x="9" y="38"/>
                    <a:pt x="7" y="44"/>
                    <a:pt x="4" y="51"/>
                  </a:cubicBezTo>
                  <a:cubicBezTo>
                    <a:pt x="3" y="54"/>
                    <a:pt x="0" y="61"/>
                    <a:pt x="1" y="65"/>
                  </a:cubicBezTo>
                  <a:cubicBezTo>
                    <a:pt x="4" y="63"/>
                    <a:pt x="8" y="57"/>
                    <a:pt x="10" y="54"/>
                  </a:cubicBezTo>
                  <a:cubicBezTo>
                    <a:pt x="15" y="48"/>
                    <a:pt x="20" y="40"/>
                    <a:pt x="24" y="33"/>
                  </a:cubicBezTo>
                  <a:cubicBezTo>
                    <a:pt x="32" y="21"/>
                    <a:pt x="42" y="12"/>
                    <a:pt x="52" y="2"/>
                  </a:cubicBezTo>
                  <a:cubicBezTo>
                    <a:pt x="51" y="2"/>
                    <a:pt x="50" y="1"/>
                    <a:pt x="49" y="1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" name="Freeform 4871">
              <a:extLst>
                <a:ext uri="{FF2B5EF4-FFF2-40B4-BE49-F238E27FC236}">
                  <a16:creationId xmlns:a16="http://schemas.microsoft.com/office/drawing/2014/main" id="{4034A6C4-4E70-4C87-A82A-C31634C27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919"/>
              <a:ext cx="64" cy="71"/>
            </a:xfrm>
            <a:custGeom>
              <a:avLst/>
              <a:gdLst>
                <a:gd name="T0" fmla="*/ 102 w 49"/>
                <a:gd name="T1" fmla="*/ 5 h 55"/>
                <a:gd name="T2" fmla="*/ 40 w 49"/>
                <a:gd name="T3" fmla="*/ 76 h 55"/>
                <a:gd name="T4" fmla="*/ 0 w 49"/>
                <a:gd name="T5" fmla="*/ 119 h 55"/>
                <a:gd name="T6" fmla="*/ 80 w 49"/>
                <a:gd name="T7" fmla="*/ 58 h 55"/>
                <a:gd name="T8" fmla="*/ 97 w 49"/>
                <a:gd name="T9" fmla="*/ 22 h 55"/>
                <a:gd name="T10" fmla="*/ 110 w 49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5">
                  <a:moveTo>
                    <a:pt x="46" y="2"/>
                  </a:moveTo>
                  <a:cubicBezTo>
                    <a:pt x="39" y="14"/>
                    <a:pt x="28" y="26"/>
                    <a:pt x="18" y="36"/>
                  </a:cubicBezTo>
                  <a:cubicBezTo>
                    <a:pt x="13" y="42"/>
                    <a:pt x="3" y="47"/>
                    <a:pt x="0" y="55"/>
                  </a:cubicBezTo>
                  <a:cubicBezTo>
                    <a:pt x="16" y="49"/>
                    <a:pt x="26" y="40"/>
                    <a:pt x="36" y="27"/>
                  </a:cubicBezTo>
                  <a:cubicBezTo>
                    <a:pt x="40" y="22"/>
                    <a:pt x="43" y="16"/>
                    <a:pt x="44" y="10"/>
                  </a:cubicBezTo>
                  <a:cubicBezTo>
                    <a:pt x="46" y="7"/>
                    <a:pt x="47" y="3"/>
                    <a:pt x="49" y="0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" name="Freeform 4872">
              <a:extLst>
                <a:ext uri="{FF2B5EF4-FFF2-40B4-BE49-F238E27FC236}">
                  <a16:creationId xmlns:a16="http://schemas.microsoft.com/office/drawing/2014/main" id="{C0DD873A-F22F-4964-B4C5-182F2B3E0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981"/>
              <a:ext cx="117" cy="79"/>
            </a:xfrm>
            <a:custGeom>
              <a:avLst/>
              <a:gdLst>
                <a:gd name="T0" fmla="*/ 0 w 90"/>
                <a:gd name="T1" fmla="*/ 132 h 61"/>
                <a:gd name="T2" fmla="*/ 39 w 90"/>
                <a:gd name="T3" fmla="*/ 106 h 61"/>
                <a:gd name="T4" fmla="*/ 96 w 90"/>
                <a:gd name="T5" fmla="*/ 52 h 61"/>
                <a:gd name="T6" fmla="*/ 159 w 90"/>
                <a:gd name="T7" fmla="*/ 13 h 61"/>
                <a:gd name="T8" fmla="*/ 198 w 90"/>
                <a:gd name="T9" fmla="*/ 1 h 61"/>
                <a:gd name="T10" fmla="*/ 153 w 90"/>
                <a:gd name="T11" fmla="*/ 32 h 61"/>
                <a:gd name="T12" fmla="*/ 90 w 90"/>
                <a:gd name="T13" fmla="*/ 74 h 61"/>
                <a:gd name="T14" fmla="*/ 21 w 90"/>
                <a:gd name="T15" fmla="*/ 124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61">
                  <a:moveTo>
                    <a:pt x="0" y="61"/>
                  </a:moveTo>
                  <a:cubicBezTo>
                    <a:pt x="6" y="61"/>
                    <a:pt x="14" y="53"/>
                    <a:pt x="18" y="49"/>
                  </a:cubicBezTo>
                  <a:cubicBezTo>
                    <a:pt x="27" y="41"/>
                    <a:pt x="34" y="31"/>
                    <a:pt x="44" y="24"/>
                  </a:cubicBezTo>
                  <a:cubicBezTo>
                    <a:pt x="53" y="18"/>
                    <a:pt x="63" y="11"/>
                    <a:pt x="72" y="6"/>
                  </a:cubicBezTo>
                  <a:cubicBezTo>
                    <a:pt x="78" y="3"/>
                    <a:pt x="84" y="0"/>
                    <a:pt x="90" y="1"/>
                  </a:cubicBezTo>
                  <a:cubicBezTo>
                    <a:pt x="85" y="6"/>
                    <a:pt x="77" y="10"/>
                    <a:pt x="70" y="15"/>
                  </a:cubicBezTo>
                  <a:cubicBezTo>
                    <a:pt x="61" y="21"/>
                    <a:pt x="51" y="28"/>
                    <a:pt x="41" y="34"/>
                  </a:cubicBezTo>
                  <a:cubicBezTo>
                    <a:pt x="31" y="41"/>
                    <a:pt x="17" y="48"/>
                    <a:pt x="9" y="57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Freeform 4873">
              <a:extLst>
                <a:ext uri="{FF2B5EF4-FFF2-40B4-BE49-F238E27FC236}">
                  <a16:creationId xmlns:a16="http://schemas.microsoft.com/office/drawing/2014/main" id="{54CB5517-B15A-42BB-BE2A-5B095B52F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114"/>
              <a:ext cx="100" cy="32"/>
            </a:xfrm>
            <a:custGeom>
              <a:avLst/>
              <a:gdLst>
                <a:gd name="T0" fmla="*/ 169 w 77"/>
                <a:gd name="T1" fmla="*/ 0 h 25"/>
                <a:gd name="T2" fmla="*/ 95 w 77"/>
                <a:gd name="T3" fmla="*/ 33 h 25"/>
                <a:gd name="T4" fmla="*/ 0 w 77"/>
                <a:gd name="T5" fmla="*/ 40 h 25"/>
                <a:gd name="T6" fmla="*/ 95 w 77"/>
                <a:gd name="T7" fmla="*/ 22 h 25"/>
                <a:gd name="T8" fmla="*/ 169 w 77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5">
                  <a:moveTo>
                    <a:pt x="77" y="0"/>
                  </a:moveTo>
                  <a:cubicBezTo>
                    <a:pt x="68" y="9"/>
                    <a:pt x="55" y="13"/>
                    <a:pt x="43" y="16"/>
                  </a:cubicBezTo>
                  <a:cubicBezTo>
                    <a:pt x="29" y="19"/>
                    <a:pt x="13" y="25"/>
                    <a:pt x="0" y="19"/>
                  </a:cubicBezTo>
                  <a:cubicBezTo>
                    <a:pt x="14" y="19"/>
                    <a:pt x="29" y="13"/>
                    <a:pt x="43" y="10"/>
                  </a:cubicBezTo>
                  <a:cubicBezTo>
                    <a:pt x="54" y="7"/>
                    <a:pt x="67" y="8"/>
                    <a:pt x="77" y="2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4" name="Freeform 4874">
              <a:extLst>
                <a:ext uri="{FF2B5EF4-FFF2-40B4-BE49-F238E27FC236}">
                  <a16:creationId xmlns:a16="http://schemas.microsoft.com/office/drawing/2014/main" id="{65214C33-2ACF-4E4F-9CD6-AA366D9EE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170"/>
              <a:ext cx="141" cy="54"/>
            </a:xfrm>
            <a:custGeom>
              <a:avLst/>
              <a:gdLst>
                <a:gd name="T0" fmla="*/ 240 w 108"/>
                <a:gd name="T1" fmla="*/ 0 h 42"/>
                <a:gd name="T2" fmla="*/ 202 w 108"/>
                <a:gd name="T3" fmla="*/ 28 h 42"/>
                <a:gd name="T4" fmla="*/ 129 w 108"/>
                <a:gd name="T5" fmla="*/ 58 h 42"/>
                <a:gd name="T6" fmla="*/ 0 w 108"/>
                <a:gd name="T7" fmla="*/ 66 h 42"/>
                <a:gd name="T8" fmla="*/ 51 w 108"/>
                <a:gd name="T9" fmla="*/ 54 h 42"/>
                <a:gd name="T10" fmla="*/ 129 w 108"/>
                <a:gd name="T11" fmla="*/ 40 h 42"/>
                <a:gd name="T12" fmla="*/ 234 w 108"/>
                <a:gd name="T13" fmla="*/ 6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42">
                  <a:moveTo>
                    <a:pt x="108" y="0"/>
                  </a:moveTo>
                  <a:cubicBezTo>
                    <a:pt x="102" y="4"/>
                    <a:pt x="97" y="10"/>
                    <a:pt x="91" y="13"/>
                  </a:cubicBezTo>
                  <a:cubicBezTo>
                    <a:pt x="81" y="19"/>
                    <a:pt x="69" y="23"/>
                    <a:pt x="58" y="27"/>
                  </a:cubicBezTo>
                  <a:cubicBezTo>
                    <a:pt x="42" y="32"/>
                    <a:pt x="15" y="42"/>
                    <a:pt x="0" y="31"/>
                  </a:cubicBezTo>
                  <a:cubicBezTo>
                    <a:pt x="8" y="31"/>
                    <a:pt x="16" y="28"/>
                    <a:pt x="23" y="26"/>
                  </a:cubicBezTo>
                  <a:cubicBezTo>
                    <a:pt x="34" y="23"/>
                    <a:pt x="46" y="22"/>
                    <a:pt x="58" y="19"/>
                  </a:cubicBezTo>
                  <a:cubicBezTo>
                    <a:pt x="74" y="15"/>
                    <a:pt x="92" y="13"/>
                    <a:pt x="105" y="3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4875">
              <a:extLst>
                <a:ext uri="{FF2B5EF4-FFF2-40B4-BE49-F238E27FC236}">
                  <a16:creationId xmlns:a16="http://schemas.microsoft.com/office/drawing/2014/main" id="{D671EAAA-7A39-45B8-A42F-24D890CA6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066"/>
              <a:ext cx="105" cy="137"/>
            </a:xfrm>
            <a:custGeom>
              <a:avLst/>
              <a:gdLst>
                <a:gd name="T0" fmla="*/ 176 w 81"/>
                <a:gd name="T1" fmla="*/ 6 h 106"/>
                <a:gd name="T2" fmla="*/ 141 w 81"/>
                <a:gd name="T3" fmla="*/ 72 h 106"/>
                <a:gd name="T4" fmla="*/ 95 w 81"/>
                <a:gd name="T5" fmla="*/ 136 h 106"/>
                <a:gd name="T6" fmla="*/ 51 w 81"/>
                <a:gd name="T7" fmla="*/ 187 h 106"/>
                <a:gd name="T8" fmla="*/ 0 w 81"/>
                <a:gd name="T9" fmla="*/ 229 h 106"/>
                <a:gd name="T10" fmla="*/ 57 w 81"/>
                <a:gd name="T11" fmla="*/ 162 h 106"/>
                <a:gd name="T12" fmla="*/ 108 w 81"/>
                <a:gd name="T13" fmla="*/ 96 h 106"/>
                <a:gd name="T14" fmla="*/ 176 w 81"/>
                <a:gd name="T15" fmla="*/ 0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106">
                  <a:moveTo>
                    <a:pt x="81" y="3"/>
                  </a:moveTo>
                  <a:cubicBezTo>
                    <a:pt x="79" y="13"/>
                    <a:pt x="71" y="25"/>
                    <a:pt x="65" y="33"/>
                  </a:cubicBezTo>
                  <a:cubicBezTo>
                    <a:pt x="58" y="43"/>
                    <a:pt x="50" y="52"/>
                    <a:pt x="43" y="63"/>
                  </a:cubicBezTo>
                  <a:cubicBezTo>
                    <a:pt x="37" y="72"/>
                    <a:pt x="30" y="79"/>
                    <a:pt x="23" y="87"/>
                  </a:cubicBezTo>
                  <a:cubicBezTo>
                    <a:pt x="17" y="94"/>
                    <a:pt x="9" y="105"/>
                    <a:pt x="0" y="106"/>
                  </a:cubicBezTo>
                  <a:cubicBezTo>
                    <a:pt x="0" y="98"/>
                    <a:pt x="20" y="83"/>
                    <a:pt x="26" y="75"/>
                  </a:cubicBezTo>
                  <a:cubicBezTo>
                    <a:pt x="34" y="65"/>
                    <a:pt x="41" y="54"/>
                    <a:pt x="49" y="44"/>
                  </a:cubicBezTo>
                  <a:cubicBezTo>
                    <a:pt x="60" y="30"/>
                    <a:pt x="70" y="14"/>
                    <a:pt x="81" y="0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Freeform 4876">
              <a:extLst>
                <a:ext uri="{FF2B5EF4-FFF2-40B4-BE49-F238E27FC236}">
                  <a16:creationId xmlns:a16="http://schemas.microsoft.com/office/drawing/2014/main" id="{7C57FEB9-97DB-4092-8DF5-B204CD238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194"/>
              <a:ext cx="28" cy="78"/>
            </a:xfrm>
            <a:custGeom>
              <a:avLst/>
              <a:gdLst>
                <a:gd name="T0" fmla="*/ 8 w 22"/>
                <a:gd name="T1" fmla="*/ 22 h 60"/>
                <a:gd name="T2" fmla="*/ 39 w 22"/>
                <a:gd name="T3" fmla="*/ 30 h 60"/>
                <a:gd name="T4" fmla="*/ 23 w 22"/>
                <a:gd name="T5" fmla="*/ 86 h 60"/>
                <a:gd name="T6" fmla="*/ 5 w 22"/>
                <a:gd name="T7" fmla="*/ 131 h 60"/>
                <a:gd name="T8" fmla="*/ 8 w 22"/>
                <a:gd name="T9" fmla="*/ 108 h 60"/>
                <a:gd name="T10" fmla="*/ 22 w 22"/>
                <a:gd name="T11" fmla="*/ 57 h 60"/>
                <a:gd name="T12" fmla="*/ 29 w 22"/>
                <a:gd name="T13" fmla="*/ 12 h 60"/>
                <a:gd name="T14" fmla="*/ 22 w 22"/>
                <a:gd name="T15" fmla="*/ 12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60">
                  <a:moveTo>
                    <a:pt x="4" y="10"/>
                  </a:moveTo>
                  <a:cubicBezTo>
                    <a:pt x="12" y="3"/>
                    <a:pt x="22" y="0"/>
                    <a:pt x="19" y="14"/>
                  </a:cubicBezTo>
                  <a:cubicBezTo>
                    <a:pt x="17" y="23"/>
                    <a:pt x="13" y="31"/>
                    <a:pt x="11" y="39"/>
                  </a:cubicBezTo>
                  <a:cubicBezTo>
                    <a:pt x="9" y="45"/>
                    <a:pt x="7" y="56"/>
                    <a:pt x="2" y="60"/>
                  </a:cubicBezTo>
                  <a:cubicBezTo>
                    <a:pt x="0" y="57"/>
                    <a:pt x="3" y="53"/>
                    <a:pt x="4" y="49"/>
                  </a:cubicBezTo>
                  <a:cubicBezTo>
                    <a:pt x="6" y="41"/>
                    <a:pt x="8" y="33"/>
                    <a:pt x="10" y="26"/>
                  </a:cubicBezTo>
                  <a:cubicBezTo>
                    <a:pt x="11" y="19"/>
                    <a:pt x="13" y="11"/>
                    <a:pt x="14" y="5"/>
                  </a:cubicBezTo>
                  <a:cubicBezTo>
                    <a:pt x="13" y="5"/>
                    <a:pt x="11" y="4"/>
                    <a:pt x="10" y="5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4877">
              <a:extLst>
                <a:ext uri="{FF2B5EF4-FFF2-40B4-BE49-F238E27FC236}">
                  <a16:creationId xmlns:a16="http://schemas.microsoft.com/office/drawing/2014/main" id="{E8764E2C-B725-41C4-BD07-F51684259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151"/>
              <a:ext cx="21" cy="28"/>
            </a:xfrm>
            <a:custGeom>
              <a:avLst/>
              <a:gdLst>
                <a:gd name="T0" fmla="*/ 0 w 16"/>
                <a:gd name="T1" fmla="*/ 1 h 21"/>
                <a:gd name="T2" fmla="*/ 32 w 16"/>
                <a:gd name="T3" fmla="*/ 15 h 21"/>
                <a:gd name="T4" fmla="*/ 18 w 16"/>
                <a:gd name="T5" fmla="*/ 49 h 21"/>
                <a:gd name="T6" fmla="*/ 1 w 16"/>
                <a:gd name="T7" fmla="*/ 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1">
                  <a:moveTo>
                    <a:pt x="0" y="1"/>
                  </a:moveTo>
                  <a:cubicBezTo>
                    <a:pt x="4" y="3"/>
                    <a:pt x="11" y="0"/>
                    <a:pt x="14" y="6"/>
                  </a:cubicBezTo>
                  <a:cubicBezTo>
                    <a:pt x="16" y="10"/>
                    <a:pt x="11" y="18"/>
                    <a:pt x="8" y="21"/>
                  </a:cubicBezTo>
                  <a:cubicBezTo>
                    <a:pt x="7" y="14"/>
                    <a:pt x="12" y="5"/>
                    <a:pt x="1" y="3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Freeform 4878">
              <a:extLst>
                <a:ext uri="{FF2B5EF4-FFF2-40B4-BE49-F238E27FC236}">
                  <a16:creationId xmlns:a16="http://schemas.microsoft.com/office/drawing/2014/main" id="{87BD3EED-A131-492E-8B21-49CDD3C15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003"/>
              <a:ext cx="26" cy="24"/>
            </a:xfrm>
            <a:custGeom>
              <a:avLst/>
              <a:gdLst>
                <a:gd name="T0" fmla="*/ 16 w 20"/>
                <a:gd name="T1" fmla="*/ 0 h 18"/>
                <a:gd name="T2" fmla="*/ 43 w 20"/>
                <a:gd name="T3" fmla="*/ 23 h 18"/>
                <a:gd name="T4" fmla="*/ 0 w 20"/>
                <a:gd name="T5" fmla="*/ 41 h 18"/>
                <a:gd name="T6" fmla="*/ 13 w 20"/>
                <a:gd name="T7" fmla="*/ 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7" y="0"/>
                  </a:moveTo>
                  <a:cubicBezTo>
                    <a:pt x="9" y="1"/>
                    <a:pt x="20" y="4"/>
                    <a:pt x="19" y="10"/>
                  </a:cubicBezTo>
                  <a:cubicBezTo>
                    <a:pt x="18" y="15"/>
                    <a:pt x="4" y="18"/>
                    <a:pt x="0" y="17"/>
                  </a:cubicBezTo>
                  <a:cubicBezTo>
                    <a:pt x="10" y="13"/>
                    <a:pt x="17" y="10"/>
                    <a:pt x="6" y="2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Freeform 4879">
              <a:extLst>
                <a:ext uri="{FF2B5EF4-FFF2-40B4-BE49-F238E27FC236}">
                  <a16:creationId xmlns:a16="http://schemas.microsoft.com/office/drawing/2014/main" id="{B02F6726-07B9-4191-B9A8-4076AE95F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232"/>
              <a:ext cx="55" cy="31"/>
            </a:xfrm>
            <a:custGeom>
              <a:avLst/>
              <a:gdLst>
                <a:gd name="T0" fmla="*/ 34 w 42"/>
                <a:gd name="T1" fmla="*/ 0 h 24"/>
                <a:gd name="T2" fmla="*/ 5 w 42"/>
                <a:gd name="T3" fmla="*/ 52 h 24"/>
                <a:gd name="T4" fmla="*/ 50 w 42"/>
                <a:gd name="T5" fmla="*/ 28 h 24"/>
                <a:gd name="T6" fmla="*/ 94 w 42"/>
                <a:gd name="T7" fmla="*/ 8 h 24"/>
                <a:gd name="T8" fmla="*/ 22 w 42"/>
                <a:gd name="T9" fmla="*/ 27 h 24"/>
                <a:gd name="T10" fmla="*/ 34 w 42"/>
                <a:gd name="T11" fmla="*/ 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4">
                  <a:moveTo>
                    <a:pt x="15" y="0"/>
                  </a:moveTo>
                  <a:cubicBezTo>
                    <a:pt x="10" y="5"/>
                    <a:pt x="0" y="16"/>
                    <a:pt x="2" y="24"/>
                  </a:cubicBezTo>
                  <a:cubicBezTo>
                    <a:pt x="7" y="24"/>
                    <a:pt x="16" y="16"/>
                    <a:pt x="22" y="13"/>
                  </a:cubicBezTo>
                  <a:cubicBezTo>
                    <a:pt x="29" y="11"/>
                    <a:pt x="37" y="9"/>
                    <a:pt x="42" y="4"/>
                  </a:cubicBezTo>
                  <a:cubicBezTo>
                    <a:pt x="32" y="5"/>
                    <a:pt x="22" y="13"/>
                    <a:pt x="10" y="12"/>
                  </a:cubicBezTo>
                  <a:cubicBezTo>
                    <a:pt x="11" y="9"/>
                    <a:pt x="13" y="6"/>
                    <a:pt x="15" y="4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0" name="Freeform 4880">
              <a:extLst>
                <a:ext uri="{FF2B5EF4-FFF2-40B4-BE49-F238E27FC236}">
                  <a16:creationId xmlns:a16="http://schemas.microsoft.com/office/drawing/2014/main" id="{F2031CB8-1DA6-43E1-B1AC-852D58299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1244"/>
              <a:ext cx="71" cy="40"/>
            </a:xfrm>
            <a:custGeom>
              <a:avLst/>
              <a:gdLst>
                <a:gd name="T0" fmla="*/ 0 w 55"/>
                <a:gd name="T1" fmla="*/ 19 h 31"/>
                <a:gd name="T2" fmla="*/ 67 w 55"/>
                <a:gd name="T3" fmla="*/ 6 h 31"/>
                <a:gd name="T4" fmla="*/ 119 w 55"/>
                <a:gd name="T5" fmla="*/ 5 h 31"/>
                <a:gd name="T6" fmla="*/ 86 w 55"/>
                <a:gd name="T7" fmla="*/ 35 h 31"/>
                <a:gd name="T8" fmla="*/ 45 w 55"/>
                <a:gd name="T9" fmla="*/ 67 h 31"/>
                <a:gd name="T10" fmla="*/ 67 w 55"/>
                <a:gd name="T11" fmla="*/ 22 h 31"/>
                <a:gd name="T12" fmla="*/ 6 w 55"/>
                <a:gd name="T13" fmla="*/ 1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1">
                  <a:moveTo>
                    <a:pt x="0" y="9"/>
                  </a:moveTo>
                  <a:cubicBezTo>
                    <a:pt x="9" y="4"/>
                    <a:pt x="21" y="4"/>
                    <a:pt x="31" y="3"/>
                  </a:cubicBezTo>
                  <a:cubicBezTo>
                    <a:pt x="38" y="2"/>
                    <a:pt x="48" y="0"/>
                    <a:pt x="55" y="2"/>
                  </a:cubicBezTo>
                  <a:cubicBezTo>
                    <a:pt x="54" y="8"/>
                    <a:pt x="44" y="13"/>
                    <a:pt x="40" y="16"/>
                  </a:cubicBezTo>
                  <a:cubicBezTo>
                    <a:pt x="34" y="21"/>
                    <a:pt x="28" y="27"/>
                    <a:pt x="21" y="31"/>
                  </a:cubicBezTo>
                  <a:cubicBezTo>
                    <a:pt x="24" y="24"/>
                    <a:pt x="42" y="14"/>
                    <a:pt x="31" y="10"/>
                  </a:cubicBezTo>
                  <a:cubicBezTo>
                    <a:pt x="23" y="6"/>
                    <a:pt x="12" y="10"/>
                    <a:pt x="3" y="9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4881">
              <a:extLst>
                <a:ext uri="{FF2B5EF4-FFF2-40B4-BE49-F238E27FC236}">
                  <a16:creationId xmlns:a16="http://schemas.microsoft.com/office/drawing/2014/main" id="{66A8C761-5564-412B-AC23-86C127675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141"/>
              <a:ext cx="64" cy="95"/>
            </a:xfrm>
            <a:custGeom>
              <a:avLst/>
              <a:gdLst>
                <a:gd name="T0" fmla="*/ 107 w 49"/>
                <a:gd name="T1" fmla="*/ 5 h 73"/>
                <a:gd name="T2" fmla="*/ 51 w 49"/>
                <a:gd name="T3" fmla="*/ 68 h 73"/>
                <a:gd name="T4" fmla="*/ 21 w 49"/>
                <a:gd name="T5" fmla="*/ 124 h 73"/>
                <a:gd name="T6" fmla="*/ 0 w 49"/>
                <a:gd name="T7" fmla="*/ 161 h 73"/>
                <a:gd name="T8" fmla="*/ 35 w 49"/>
                <a:gd name="T9" fmla="*/ 112 h 73"/>
                <a:gd name="T10" fmla="*/ 67 w 49"/>
                <a:gd name="T11" fmla="*/ 56 h 73"/>
                <a:gd name="T12" fmla="*/ 110 w 49"/>
                <a:gd name="T13" fmla="*/ 7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73">
                  <a:moveTo>
                    <a:pt x="48" y="2"/>
                  </a:moveTo>
                  <a:cubicBezTo>
                    <a:pt x="36" y="0"/>
                    <a:pt x="28" y="22"/>
                    <a:pt x="23" y="31"/>
                  </a:cubicBezTo>
                  <a:cubicBezTo>
                    <a:pt x="18" y="39"/>
                    <a:pt x="15" y="48"/>
                    <a:pt x="9" y="56"/>
                  </a:cubicBezTo>
                  <a:cubicBezTo>
                    <a:pt x="6" y="61"/>
                    <a:pt x="0" y="67"/>
                    <a:pt x="0" y="73"/>
                  </a:cubicBezTo>
                  <a:cubicBezTo>
                    <a:pt x="8" y="69"/>
                    <a:pt x="12" y="58"/>
                    <a:pt x="16" y="51"/>
                  </a:cubicBezTo>
                  <a:cubicBezTo>
                    <a:pt x="21" y="42"/>
                    <a:pt x="26" y="34"/>
                    <a:pt x="30" y="25"/>
                  </a:cubicBezTo>
                  <a:cubicBezTo>
                    <a:pt x="33" y="19"/>
                    <a:pt x="41" y="4"/>
                    <a:pt x="49" y="3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Freeform 4882">
              <a:extLst>
                <a:ext uri="{FF2B5EF4-FFF2-40B4-BE49-F238E27FC236}">
                  <a16:creationId xmlns:a16="http://schemas.microsoft.com/office/drawing/2014/main" id="{297D50E4-0268-4515-8F87-91853EF9C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092"/>
              <a:ext cx="39" cy="27"/>
            </a:xfrm>
            <a:custGeom>
              <a:avLst/>
              <a:gdLst>
                <a:gd name="T0" fmla="*/ 61 w 30"/>
                <a:gd name="T1" fmla="*/ 5 h 21"/>
                <a:gd name="T2" fmla="*/ 0 w 30"/>
                <a:gd name="T3" fmla="*/ 45 h 21"/>
                <a:gd name="T4" fmla="*/ 66 w 3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1">
                  <a:moveTo>
                    <a:pt x="28" y="2"/>
                  </a:moveTo>
                  <a:cubicBezTo>
                    <a:pt x="18" y="9"/>
                    <a:pt x="12" y="18"/>
                    <a:pt x="0" y="21"/>
                  </a:cubicBezTo>
                  <a:cubicBezTo>
                    <a:pt x="0" y="14"/>
                    <a:pt x="23" y="1"/>
                    <a:pt x="30" y="0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3" name="Freeform 4883">
              <a:extLst>
                <a:ext uri="{FF2B5EF4-FFF2-40B4-BE49-F238E27FC236}">
                  <a16:creationId xmlns:a16="http://schemas.microsoft.com/office/drawing/2014/main" id="{1800EC37-1FD6-40E6-86B0-CBFFD38F8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024"/>
              <a:ext cx="42" cy="92"/>
            </a:xfrm>
            <a:custGeom>
              <a:avLst/>
              <a:gdLst>
                <a:gd name="T0" fmla="*/ 72 w 32"/>
                <a:gd name="T1" fmla="*/ 0 h 71"/>
                <a:gd name="T2" fmla="*/ 42 w 32"/>
                <a:gd name="T3" fmla="*/ 102 h 71"/>
                <a:gd name="T4" fmla="*/ 0 w 32"/>
                <a:gd name="T5" fmla="*/ 154 h 71"/>
                <a:gd name="T6" fmla="*/ 43 w 32"/>
                <a:gd name="T7" fmla="*/ 67 h 71"/>
                <a:gd name="T8" fmla="*/ 60 w 32"/>
                <a:gd name="T9" fmla="*/ 1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1">
                  <a:moveTo>
                    <a:pt x="32" y="0"/>
                  </a:moveTo>
                  <a:cubicBezTo>
                    <a:pt x="26" y="15"/>
                    <a:pt x="24" y="32"/>
                    <a:pt x="18" y="47"/>
                  </a:cubicBezTo>
                  <a:cubicBezTo>
                    <a:pt x="15" y="53"/>
                    <a:pt x="10" y="71"/>
                    <a:pt x="0" y="71"/>
                  </a:cubicBezTo>
                  <a:cubicBezTo>
                    <a:pt x="8" y="59"/>
                    <a:pt x="15" y="45"/>
                    <a:pt x="19" y="31"/>
                  </a:cubicBezTo>
                  <a:cubicBezTo>
                    <a:pt x="22" y="23"/>
                    <a:pt x="26" y="13"/>
                    <a:pt x="27" y="5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Freeform 4884">
              <a:extLst>
                <a:ext uri="{FF2B5EF4-FFF2-40B4-BE49-F238E27FC236}">
                  <a16:creationId xmlns:a16="http://schemas.microsoft.com/office/drawing/2014/main" id="{6BC97C8D-4289-4ED4-82EF-5331D4B63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1291"/>
              <a:ext cx="55" cy="43"/>
            </a:xfrm>
            <a:custGeom>
              <a:avLst/>
              <a:gdLst>
                <a:gd name="T0" fmla="*/ 43 w 42"/>
                <a:gd name="T1" fmla="*/ 0 h 33"/>
                <a:gd name="T2" fmla="*/ 7 w 42"/>
                <a:gd name="T3" fmla="*/ 66 h 33"/>
                <a:gd name="T4" fmla="*/ 94 w 42"/>
                <a:gd name="T5" fmla="*/ 60 h 33"/>
                <a:gd name="T6" fmla="*/ 37 w 42"/>
                <a:gd name="T7" fmla="*/ 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3">
                  <a:moveTo>
                    <a:pt x="19" y="0"/>
                  </a:moveTo>
                  <a:cubicBezTo>
                    <a:pt x="10" y="5"/>
                    <a:pt x="4" y="20"/>
                    <a:pt x="3" y="30"/>
                  </a:cubicBezTo>
                  <a:cubicBezTo>
                    <a:pt x="12" y="33"/>
                    <a:pt x="33" y="32"/>
                    <a:pt x="42" y="27"/>
                  </a:cubicBezTo>
                  <a:cubicBezTo>
                    <a:pt x="40" y="23"/>
                    <a:pt x="0" y="23"/>
                    <a:pt x="16" y="4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5" name="Freeform 4885">
              <a:extLst>
                <a:ext uri="{FF2B5EF4-FFF2-40B4-BE49-F238E27FC236}">
                  <a16:creationId xmlns:a16="http://schemas.microsoft.com/office/drawing/2014/main" id="{FD954AF2-4304-4DBD-9F86-6D26061C3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1168"/>
              <a:ext cx="48" cy="59"/>
            </a:xfrm>
            <a:custGeom>
              <a:avLst/>
              <a:gdLst>
                <a:gd name="T0" fmla="*/ 0 w 37"/>
                <a:gd name="T1" fmla="*/ 51 h 45"/>
                <a:gd name="T2" fmla="*/ 74 w 37"/>
                <a:gd name="T3" fmla="*/ 0 h 45"/>
                <a:gd name="T4" fmla="*/ 35 w 37"/>
                <a:gd name="T5" fmla="*/ 101 h 45"/>
                <a:gd name="T6" fmla="*/ 51 w 37"/>
                <a:gd name="T7" fmla="*/ 38 h 45"/>
                <a:gd name="T8" fmla="*/ 5 w 37"/>
                <a:gd name="T9" fmla="*/ 4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5">
                  <a:moveTo>
                    <a:pt x="0" y="23"/>
                  </a:moveTo>
                  <a:cubicBezTo>
                    <a:pt x="11" y="16"/>
                    <a:pt x="23" y="8"/>
                    <a:pt x="34" y="0"/>
                  </a:cubicBezTo>
                  <a:cubicBezTo>
                    <a:pt x="37" y="10"/>
                    <a:pt x="27" y="41"/>
                    <a:pt x="16" y="45"/>
                  </a:cubicBezTo>
                  <a:cubicBezTo>
                    <a:pt x="15" y="35"/>
                    <a:pt x="23" y="26"/>
                    <a:pt x="23" y="17"/>
                  </a:cubicBezTo>
                  <a:cubicBezTo>
                    <a:pt x="16" y="14"/>
                    <a:pt x="9" y="19"/>
                    <a:pt x="2" y="21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4886">
              <a:extLst>
                <a:ext uri="{FF2B5EF4-FFF2-40B4-BE49-F238E27FC236}">
                  <a16:creationId xmlns:a16="http://schemas.microsoft.com/office/drawing/2014/main" id="{E008479E-B2A9-4393-A78B-6DA1605F7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116"/>
              <a:ext cx="46" cy="69"/>
            </a:xfrm>
            <a:custGeom>
              <a:avLst/>
              <a:gdLst>
                <a:gd name="T0" fmla="*/ 75 w 36"/>
                <a:gd name="T1" fmla="*/ 7 h 53"/>
                <a:gd name="T2" fmla="*/ 19 w 36"/>
                <a:gd name="T3" fmla="*/ 43 h 53"/>
                <a:gd name="T4" fmla="*/ 0 w 36"/>
                <a:gd name="T5" fmla="*/ 117 h 53"/>
                <a:gd name="T6" fmla="*/ 63 w 36"/>
                <a:gd name="T7" fmla="*/ 12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53">
                  <a:moveTo>
                    <a:pt x="36" y="3"/>
                  </a:moveTo>
                  <a:cubicBezTo>
                    <a:pt x="28" y="0"/>
                    <a:pt x="14" y="12"/>
                    <a:pt x="9" y="19"/>
                  </a:cubicBezTo>
                  <a:cubicBezTo>
                    <a:pt x="3" y="29"/>
                    <a:pt x="0" y="42"/>
                    <a:pt x="0" y="53"/>
                  </a:cubicBezTo>
                  <a:cubicBezTo>
                    <a:pt x="3" y="43"/>
                    <a:pt x="16" y="4"/>
                    <a:pt x="30" y="5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4887">
              <a:extLst>
                <a:ext uri="{FF2B5EF4-FFF2-40B4-BE49-F238E27FC236}">
                  <a16:creationId xmlns:a16="http://schemas.microsoft.com/office/drawing/2014/main" id="{50B7C6FA-266B-4DC5-823C-3561F35C7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088"/>
              <a:ext cx="23" cy="44"/>
            </a:xfrm>
            <a:custGeom>
              <a:avLst/>
              <a:gdLst>
                <a:gd name="T0" fmla="*/ 6 w 18"/>
                <a:gd name="T1" fmla="*/ 16 h 34"/>
                <a:gd name="T2" fmla="*/ 0 w 18"/>
                <a:gd name="T3" fmla="*/ 74 h 34"/>
                <a:gd name="T4" fmla="*/ 33 w 18"/>
                <a:gd name="T5" fmla="*/ 23 h 34"/>
                <a:gd name="T6" fmla="*/ 13 w 18"/>
                <a:gd name="T7" fmla="*/ 1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4">
                  <a:moveTo>
                    <a:pt x="3" y="7"/>
                  </a:moveTo>
                  <a:cubicBezTo>
                    <a:pt x="18" y="0"/>
                    <a:pt x="2" y="31"/>
                    <a:pt x="0" y="34"/>
                  </a:cubicBezTo>
                  <a:cubicBezTo>
                    <a:pt x="5" y="30"/>
                    <a:pt x="17" y="18"/>
                    <a:pt x="16" y="11"/>
                  </a:cubicBezTo>
                  <a:cubicBezTo>
                    <a:pt x="16" y="5"/>
                    <a:pt x="13" y="6"/>
                    <a:pt x="6" y="6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Freeform 4888">
              <a:extLst>
                <a:ext uri="{FF2B5EF4-FFF2-40B4-BE49-F238E27FC236}">
                  <a16:creationId xmlns:a16="http://schemas.microsoft.com/office/drawing/2014/main" id="{55EE3830-50C2-413F-A6FC-7160DCE48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1201"/>
              <a:ext cx="56" cy="47"/>
            </a:xfrm>
            <a:custGeom>
              <a:avLst/>
              <a:gdLst>
                <a:gd name="T0" fmla="*/ 0 w 43"/>
                <a:gd name="T1" fmla="*/ 43 h 36"/>
                <a:gd name="T2" fmla="*/ 78 w 43"/>
                <a:gd name="T3" fmla="*/ 9 h 36"/>
                <a:gd name="T4" fmla="*/ 51 w 43"/>
                <a:gd name="T5" fmla="*/ 80 h 36"/>
                <a:gd name="T6" fmla="*/ 52 w 43"/>
                <a:gd name="T7" fmla="*/ 31 h 36"/>
                <a:gd name="T8" fmla="*/ 5 w 43"/>
                <a:gd name="T9" fmla="*/ 4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">
                  <a:moveTo>
                    <a:pt x="0" y="19"/>
                  </a:moveTo>
                  <a:cubicBezTo>
                    <a:pt x="7" y="16"/>
                    <a:pt x="27" y="0"/>
                    <a:pt x="35" y="4"/>
                  </a:cubicBezTo>
                  <a:cubicBezTo>
                    <a:pt x="43" y="9"/>
                    <a:pt x="27" y="31"/>
                    <a:pt x="23" y="36"/>
                  </a:cubicBezTo>
                  <a:cubicBezTo>
                    <a:pt x="24" y="31"/>
                    <a:pt x="28" y="17"/>
                    <a:pt x="24" y="14"/>
                  </a:cubicBezTo>
                  <a:cubicBezTo>
                    <a:pt x="19" y="10"/>
                    <a:pt x="6" y="16"/>
                    <a:pt x="2" y="19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9" name="Freeform 4889">
              <a:extLst>
                <a:ext uri="{FF2B5EF4-FFF2-40B4-BE49-F238E27FC236}">
                  <a16:creationId xmlns:a16="http://schemas.microsoft.com/office/drawing/2014/main" id="{B3B21C73-BBA0-43D7-894C-86A562885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1085"/>
              <a:ext cx="49" cy="43"/>
            </a:xfrm>
            <a:custGeom>
              <a:avLst/>
              <a:gdLst>
                <a:gd name="T0" fmla="*/ 0 w 38"/>
                <a:gd name="T1" fmla="*/ 12 h 33"/>
                <a:gd name="T2" fmla="*/ 81 w 38"/>
                <a:gd name="T3" fmla="*/ 9 h 33"/>
                <a:gd name="T4" fmla="*/ 19 w 38"/>
                <a:gd name="T5" fmla="*/ 73 h 33"/>
                <a:gd name="T6" fmla="*/ 45 w 38"/>
                <a:gd name="T7" fmla="*/ 34 h 33"/>
                <a:gd name="T8" fmla="*/ 8 w 38"/>
                <a:gd name="T9" fmla="*/ 1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3">
                  <a:moveTo>
                    <a:pt x="0" y="5"/>
                  </a:moveTo>
                  <a:cubicBezTo>
                    <a:pt x="12" y="5"/>
                    <a:pt x="27" y="0"/>
                    <a:pt x="38" y="4"/>
                  </a:cubicBezTo>
                  <a:cubicBezTo>
                    <a:pt x="38" y="13"/>
                    <a:pt x="16" y="30"/>
                    <a:pt x="9" y="33"/>
                  </a:cubicBezTo>
                  <a:cubicBezTo>
                    <a:pt x="11" y="28"/>
                    <a:pt x="21" y="20"/>
                    <a:pt x="21" y="15"/>
                  </a:cubicBezTo>
                  <a:cubicBezTo>
                    <a:pt x="21" y="6"/>
                    <a:pt x="10" y="9"/>
                    <a:pt x="4" y="7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0" name="Freeform 4890">
              <a:extLst>
                <a:ext uri="{FF2B5EF4-FFF2-40B4-BE49-F238E27FC236}">
                  <a16:creationId xmlns:a16="http://schemas.microsoft.com/office/drawing/2014/main" id="{AE1B3EE4-81D3-4927-A6F4-0B5C7D9C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1063"/>
              <a:ext cx="54" cy="69"/>
            </a:xfrm>
            <a:custGeom>
              <a:avLst/>
              <a:gdLst>
                <a:gd name="T0" fmla="*/ 94 w 41"/>
                <a:gd name="T1" fmla="*/ 0 h 53"/>
                <a:gd name="T2" fmla="*/ 43 w 41"/>
                <a:gd name="T3" fmla="*/ 51 h 53"/>
                <a:gd name="T4" fmla="*/ 0 w 41"/>
                <a:gd name="T5" fmla="*/ 117 h 53"/>
                <a:gd name="T6" fmla="*/ 86 w 41"/>
                <a:gd name="T7" fmla="*/ 12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3">
                  <a:moveTo>
                    <a:pt x="41" y="0"/>
                  </a:moveTo>
                  <a:cubicBezTo>
                    <a:pt x="29" y="5"/>
                    <a:pt x="25" y="12"/>
                    <a:pt x="19" y="23"/>
                  </a:cubicBezTo>
                  <a:cubicBezTo>
                    <a:pt x="15" y="31"/>
                    <a:pt x="2" y="44"/>
                    <a:pt x="0" y="53"/>
                  </a:cubicBezTo>
                  <a:cubicBezTo>
                    <a:pt x="18" y="44"/>
                    <a:pt x="19" y="13"/>
                    <a:pt x="37" y="5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1" name="Freeform 4891">
              <a:extLst>
                <a:ext uri="{FF2B5EF4-FFF2-40B4-BE49-F238E27FC236}">
                  <a16:creationId xmlns:a16="http://schemas.microsoft.com/office/drawing/2014/main" id="{4E97A6B3-C3E8-4AFD-833A-47253FE5E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1210"/>
              <a:ext cx="54" cy="56"/>
            </a:xfrm>
            <a:custGeom>
              <a:avLst/>
              <a:gdLst>
                <a:gd name="T0" fmla="*/ 31 w 42"/>
                <a:gd name="T1" fmla="*/ 0 h 43"/>
                <a:gd name="T2" fmla="*/ 8 w 42"/>
                <a:gd name="T3" fmla="*/ 78 h 43"/>
                <a:gd name="T4" fmla="*/ 89 w 42"/>
                <a:gd name="T5" fmla="*/ 66 h 43"/>
                <a:gd name="T6" fmla="*/ 31 w 42"/>
                <a:gd name="T7" fmla="*/ 49 h 43"/>
                <a:gd name="T8" fmla="*/ 31 w 42"/>
                <a:gd name="T9" fmla="*/ 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15" y="0"/>
                  </a:moveTo>
                  <a:cubicBezTo>
                    <a:pt x="11" y="3"/>
                    <a:pt x="0" y="29"/>
                    <a:pt x="4" y="35"/>
                  </a:cubicBezTo>
                  <a:cubicBezTo>
                    <a:pt x="9" y="43"/>
                    <a:pt x="36" y="34"/>
                    <a:pt x="42" y="30"/>
                  </a:cubicBezTo>
                  <a:cubicBezTo>
                    <a:pt x="34" y="27"/>
                    <a:pt x="21" y="29"/>
                    <a:pt x="15" y="22"/>
                  </a:cubicBezTo>
                  <a:cubicBezTo>
                    <a:pt x="10" y="16"/>
                    <a:pt x="13" y="9"/>
                    <a:pt x="15" y="3"/>
                  </a:cubicBezTo>
                </a:path>
              </a:pathLst>
            </a:custGeom>
            <a:solidFill>
              <a:srgbClr val="B64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2" name="Freeform 4892">
              <a:extLst>
                <a:ext uri="{FF2B5EF4-FFF2-40B4-BE49-F238E27FC236}">
                  <a16:creationId xmlns:a16="http://schemas.microsoft.com/office/drawing/2014/main" id="{CBDDE81C-4FAD-4596-B5C6-D104F333F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1278"/>
              <a:ext cx="39" cy="76"/>
            </a:xfrm>
            <a:custGeom>
              <a:avLst/>
              <a:gdLst>
                <a:gd name="T0" fmla="*/ 64 w 30"/>
                <a:gd name="T1" fmla="*/ 5 h 59"/>
                <a:gd name="T2" fmla="*/ 0 w 30"/>
                <a:gd name="T3" fmla="*/ 126 h 59"/>
                <a:gd name="T4" fmla="*/ 38 w 30"/>
                <a:gd name="T5" fmla="*/ 50 h 59"/>
                <a:gd name="T6" fmla="*/ 66 w 30"/>
                <a:gd name="T7" fmla="*/ 6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9">
                  <a:moveTo>
                    <a:pt x="29" y="2"/>
                  </a:moveTo>
                  <a:cubicBezTo>
                    <a:pt x="16" y="0"/>
                    <a:pt x="5" y="48"/>
                    <a:pt x="0" y="59"/>
                  </a:cubicBezTo>
                  <a:cubicBezTo>
                    <a:pt x="9" y="49"/>
                    <a:pt x="11" y="34"/>
                    <a:pt x="17" y="23"/>
                  </a:cubicBezTo>
                  <a:cubicBezTo>
                    <a:pt x="20" y="16"/>
                    <a:pt x="26" y="9"/>
                    <a:pt x="30" y="3"/>
                  </a:cubicBezTo>
                </a:path>
              </a:pathLst>
            </a:custGeom>
            <a:solidFill>
              <a:srgbClr val="B64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3" name="Freeform 4893">
              <a:extLst>
                <a:ext uri="{FF2B5EF4-FFF2-40B4-BE49-F238E27FC236}">
                  <a16:creationId xmlns:a16="http://schemas.microsoft.com/office/drawing/2014/main" id="{D536B8C2-83F5-47D1-B68E-87DA4A835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1276"/>
              <a:ext cx="27" cy="72"/>
            </a:xfrm>
            <a:custGeom>
              <a:avLst/>
              <a:gdLst>
                <a:gd name="T0" fmla="*/ 45 w 21"/>
                <a:gd name="T1" fmla="*/ 0 h 55"/>
                <a:gd name="T2" fmla="*/ 6 w 21"/>
                <a:gd name="T3" fmla="*/ 45 h 55"/>
                <a:gd name="T4" fmla="*/ 10 w 21"/>
                <a:gd name="T5" fmla="*/ 123 h 55"/>
                <a:gd name="T6" fmla="*/ 22 w 21"/>
                <a:gd name="T7" fmla="*/ 45 h 55"/>
                <a:gd name="T8" fmla="*/ 45 w 21"/>
                <a:gd name="T9" fmla="*/ 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5">
                  <a:moveTo>
                    <a:pt x="21" y="0"/>
                  </a:moveTo>
                  <a:cubicBezTo>
                    <a:pt x="11" y="6"/>
                    <a:pt x="7" y="8"/>
                    <a:pt x="3" y="20"/>
                  </a:cubicBezTo>
                  <a:cubicBezTo>
                    <a:pt x="0" y="32"/>
                    <a:pt x="0" y="43"/>
                    <a:pt x="5" y="55"/>
                  </a:cubicBezTo>
                  <a:cubicBezTo>
                    <a:pt x="9" y="44"/>
                    <a:pt x="7" y="31"/>
                    <a:pt x="10" y="20"/>
                  </a:cubicBezTo>
                  <a:cubicBezTo>
                    <a:pt x="13" y="13"/>
                    <a:pt x="16" y="7"/>
                    <a:pt x="21" y="1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4" name="Freeform 4894">
              <a:extLst>
                <a:ext uri="{FF2B5EF4-FFF2-40B4-BE49-F238E27FC236}">
                  <a16:creationId xmlns:a16="http://schemas.microsoft.com/office/drawing/2014/main" id="{C964EFB2-E227-4CA0-AC51-CFC42AF80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036"/>
              <a:ext cx="56" cy="44"/>
            </a:xfrm>
            <a:custGeom>
              <a:avLst/>
              <a:gdLst>
                <a:gd name="T0" fmla="*/ 21 w 43"/>
                <a:gd name="T1" fmla="*/ 17 h 34"/>
                <a:gd name="T2" fmla="*/ 1 w 43"/>
                <a:gd name="T3" fmla="*/ 58 h 34"/>
                <a:gd name="T4" fmla="*/ 17 w 43"/>
                <a:gd name="T5" fmla="*/ 61 h 34"/>
                <a:gd name="T6" fmla="*/ 61 w 43"/>
                <a:gd name="T7" fmla="*/ 36 h 34"/>
                <a:gd name="T8" fmla="*/ 95 w 43"/>
                <a:gd name="T9" fmla="*/ 0 h 34"/>
                <a:gd name="T10" fmla="*/ 22 w 43"/>
                <a:gd name="T11" fmla="*/ 17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34">
                  <a:moveTo>
                    <a:pt x="9" y="8"/>
                  </a:moveTo>
                  <a:cubicBezTo>
                    <a:pt x="8" y="15"/>
                    <a:pt x="3" y="20"/>
                    <a:pt x="1" y="27"/>
                  </a:cubicBezTo>
                  <a:cubicBezTo>
                    <a:pt x="0" y="34"/>
                    <a:pt x="3" y="30"/>
                    <a:pt x="8" y="28"/>
                  </a:cubicBezTo>
                  <a:cubicBezTo>
                    <a:pt x="15" y="25"/>
                    <a:pt x="22" y="23"/>
                    <a:pt x="28" y="17"/>
                  </a:cubicBezTo>
                  <a:cubicBezTo>
                    <a:pt x="34" y="12"/>
                    <a:pt x="37" y="5"/>
                    <a:pt x="43" y="0"/>
                  </a:cubicBezTo>
                  <a:cubicBezTo>
                    <a:pt x="37" y="3"/>
                    <a:pt x="9" y="29"/>
                    <a:pt x="10" y="8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5" name="Freeform 4895">
              <a:extLst>
                <a:ext uri="{FF2B5EF4-FFF2-40B4-BE49-F238E27FC236}">
                  <a16:creationId xmlns:a16="http://schemas.microsoft.com/office/drawing/2014/main" id="{6AB57B54-085E-406D-897C-284FF9C8F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084"/>
              <a:ext cx="60" cy="136"/>
            </a:xfrm>
            <a:custGeom>
              <a:avLst/>
              <a:gdLst>
                <a:gd name="T0" fmla="*/ 102 w 46"/>
                <a:gd name="T1" fmla="*/ 0 h 105"/>
                <a:gd name="T2" fmla="*/ 30 w 46"/>
                <a:gd name="T3" fmla="*/ 82 h 105"/>
                <a:gd name="T4" fmla="*/ 0 w 46"/>
                <a:gd name="T5" fmla="*/ 228 h 105"/>
                <a:gd name="T6" fmla="*/ 39 w 46"/>
                <a:gd name="T7" fmla="*/ 91 h 105"/>
                <a:gd name="T8" fmla="*/ 90 w 46"/>
                <a:gd name="T9" fmla="*/ 8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5">
                  <a:moveTo>
                    <a:pt x="46" y="0"/>
                  </a:moveTo>
                  <a:cubicBezTo>
                    <a:pt x="34" y="11"/>
                    <a:pt x="18" y="22"/>
                    <a:pt x="14" y="38"/>
                  </a:cubicBezTo>
                  <a:cubicBezTo>
                    <a:pt x="8" y="59"/>
                    <a:pt x="8" y="84"/>
                    <a:pt x="0" y="105"/>
                  </a:cubicBezTo>
                  <a:cubicBezTo>
                    <a:pt x="16" y="96"/>
                    <a:pt x="13" y="58"/>
                    <a:pt x="18" y="42"/>
                  </a:cubicBezTo>
                  <a:cubicBezTo>
                    <a:pt x="21" y="30"/>
                    <a:pt x="30" y="11"/>
                    <a:pt x="41" y="4"/>
                  </a:cubicBezTo>
                </a:path>
              </a:pathLst>
            </a:custGeom>
            <a:solidFill>
              <a:srgbClr val="EAB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592" name="Line 5022">
            <a:extLst>
              <a:ext uri="{FF2B5EF4-FFF2-40B4-BE49-F238E27FC236}">
                <a16:creationId xmlns:a16="http://schemas.microsoft.com/office/drawing/2014/main" id="{BFA0009F-DA72-4B7D-9287-E09572BBF0CC}"/>
              </a:ext>
            </a:extLst>
          </p:cNvPr>
          <p:cNvSpPr>
            <a:spLocks noChangeShapeType="1"/>
          </p:cNvSpPr>
          <p:nvPr/>
        </p:nvSpPr>
        <p:spPr bwMode="auto">
          <a:xfrm>
            <a:off x="6934200" y="1828800"/>
            <a:ext cx="4572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3" name="Line 5023">
            <a:extLst>
              <a:ext uri="{FF2B5EF4-FFF2-40B4-BE49-F238E27FC236}">
                <a16:creationId xmlns:a16="http://schemas.microsoft.com/office/drawing/2014/main" id="{15066D46-49BD-4EE8-96C3-E98D9965D131}"/>
              </a:ext>
            </a:extLst>
          </p:cNvPr>
          <p:cNvSpPr>
            <a:spLocks noChangeShapeType="1"/>
          </p:cNvSpPr>
          <p:nvPr/>
        </p:nvSpPr>
        <p:spPr bwMode="auto">
          <a:xfrm>
            <a:off x="6934200" y="2438400"/>
            <a:ext cx="4572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4" name="Line 5024">
            <a:extLst>
              <a:ext uri="{FF2B5EF4-FFF2-40B4-BE49-F238E27FC236}">
                <a16:creationId xmlns:a16="http://schemas.microsoft.com/office/drawing/2014/main" id="{67D531BF-7CFE-4CAF-89D6-50B0C7E8FC2C}"/>
              </a:ext>
            </a:extLst>
          </p:cNvPr>
          <p:cNvSpPr>
            <a:spLocks noChangeShapeType="1"/>
          </p:cNvSpPr>
          <p:nvPr/>
        </p:nvSpPr>
        <p:spPr bwMode="auto">
          <a:xfrm>
            <a:off x="6324600" y="3886200"/>
            <a:ext cx="6096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F8D6E349-71F5-448A-B345-2440DBD3F3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Arterial tunics (2)</a:t>
            </a:r>
          </a:p>
        </p:txBody>
      </p:sp>
      <p:grpSp>
        <p:nvGrpSpPr>
          <p:cNvPr id="23554" name="arterial-wall-layers-cross-section">
            <a:extLst>
              <a:ext uri="{FF2B5EF4-FFF2-40B4-BE49-F238E27FC236}">
                <a16:creationId xmlns:a16="http://schemas.microsoft.com/office/drawing/2014/main" id="{796295C4-26BC-465E-98CF-554EEE0E3991}"/>
              </a:ext>
            </a:extLst>
          </p:cNvPr>
          <p:cNvGrpSpPr>
            <a:grpSpLocks/>
          </p:cNvGrpSpPr>
          <p:nvPr/>
        </p:nvGrpSpPr>
        <p:grpSpPr bwMode="auto">
          <a:xfrm>
            <a:off x="5583238" y="1143000"/>
            <a:ext cx="4500562" cy="5230813"/>
            <a:chOff x="2557" y="720"/>
            <a:chExt cx="2835" cy="3295"/>
          </a:xfrm>
        </p:grpSpPr>
        <p:sp>
          <p:nvSpPr>
            <p:cNvPr id="58439" name="Freeform 4">
              <a:extLst>
                <a:ext uri="{FF2B5EF4-FFF2-40B4-BE49-F238E27FC236}">
                  <a16:creationId xmlns:a16="http://schemas.microsoft.com/office/drawing/2014/main" id="{80C4750A-3B45-47FE-B25F-936BCDDB63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39" y="2074"/>
              <a:ext cx="1485" cy="1483"/>
            </a:xfrm>
            <a:custGeom>
              <a:avLst/>
              <a:gdLst>
                <a:gd name="T0" fmla="*/ 5538 w 646"/>
                <a:gd name="T1" fmla="*/ 2265 h 605"/>
                <a:gd name="T2" fmla="*/ 5416 w 646"/>
                <a:gd name="T3" fmla="*/ 2108 h 605"/>
                <a:gd name="T4" fmla="*/ 5285 w 646"/>
                <a:gd name="T5" fmla="*/ 1959 h 605"/>
                <a:gd name="T6" fmla="*/ 5188 w 646"/>
                <a:gd name="T7" fmla="*/ 1838 h 605"/>
                <a:gd name="T8" fmla="*/ 4639 w 646"/>
                <a:gd name="T9" fmla="*/ 1221 h 605"/>
                <a:gd name="T10" fmla="*/ 4133 w 646"/>
                <a:gd name="T11" fmla="*/ 721 h 605"/>
                <a:gd name="T12" fmla="*/ 3499 w 646"/>
                <a:gd name="T13" fmla="*/ 306 h 605"/>
                <a:gd name="T14" fmla="*/ 2853 w 646"/>
                <a:gd name="T15" fmla="*/ 120 h 605"/>
                <a:gd name="T16" fmla="*/ 2039 w 646"/>
                <a:gd name="T17" fmla="*/ 162 h 605"/>
                <a:gd name="T18" fmla="*/ 1205 w 646"/>
                <a:gd name="T19" fmla="*/ 547 h 605"/>
                <a:gd name="T20" fmla="*/ 644 w 646"/>
                <a:gd name="T21" fmla="*/ 1118 h 605"/>
                <a:gd name="T22" fmla="*/ 338 w 646"/>
                <a:gd name="T23" fmla="*/ 1652 h 605"/>
                <a:gd name="T24" fmla="*/ 131 w 646"/>
                <a:gd name="T25" fmla="*/ 2343 h 605"/>
                <a:gd name="T26" fmla="*/ 159 w 646"/>
                <a:gd name="T27" fmla="*/ 3846 h 605"/>
                <a:gd name="T28" fmla="*/ 878 w 646"/>
                <a:gd name="T29" fmla="*/ 5996 h 605"/>
                <a:gd name="T30" fmla="*/ 1338 w 646"/>
                <a:gd name="T31" fmla="*/ 8280 h 605"/>
                <a:gd name="T32" fmla="*/ 1338 w 646"/>
                <a:gd name="T33" fmla="*/ 8099 h 605"/>
                <a:gd name="T34" fmla="*/ 1310 w 646"/>
                <a:gd name="T35" fmla="*/ 7908 h 605"/>
                <a:gd name="T36" fmla="*/ 1326 w 646"/>
                <a:gd name="T37" fmla="*/ 7834 h 605"/>
                <a:gd name="T38" fmla="*/ 1338 w 646"/>
                <a:gd name="T39" fmla="*/ 7775 h 605"/>
                <a:gd name="T40" fmla="*/ 1347 w 646"/>
                <a:gd name="T41" fmla="*/ 7763 h 605"/>
                <a:gd name="T42" fmla="*/ 1411 w 646"/>
                <a:gd name="T43" fmla="*/ 7378 h 605"/>
                <a:gd name="T44" fmla="*/ 2152 w 646"/>
                <a:gd name="T45" fmla="*/ 4952 h 605"/>
                <a:gd name="T46" fmla="*/ 2124 w 646"/>
                <a:gd name="T47" fmla="*/ 4952 h 605"/>
                <a:gd name="T48" fmla="*/ 2115 w 646"/>
                <a:gd name="T49" fmla="*/ 4952 h 605"/>
                <a:gd name="T50" fmla="*/ 2115 w 646"/>
                <a:gd name="T51" fmla="*/ 4922 h 605"/>
                <a:gd name="T52" fmla="*/ 2115 w 646"/>
                <a:gd name="T53" fmla="*/ 4902 h 605"/>
                <a:gd name="T54" fmla="*/ 2124 w 646"/>
                <a:gd name="T55" fmla="*/ 4861 h 605"/>
                <a:gd name="T56" fmla="*/ 2140 w 646"/>
                <a:gd name="T57" fmla="*/ 4819 h 605"/>
                <a:gd name="T58" fmla="*/ 2161 w 646"/>
                <a:gd name="T59" fmla="*/ 4790 h 605"/>
                <a:gd name="T60" fmla="*/ 2188 w 646"/>
                <a:gd name="T61" fmla="*/ 4741 h 605"/>
                <a:gd name="T62" fmla="*/ 3853 w 646"/>
                <a:gd name="T63" fmla="*/ 3635 h 605"/>
                <a:gd name="T64" fmla="*/ 3910 w 646"/>
                <a:gd name="T65" fmla="*/ 3635 h 605"/>
                <a:gd name="T66" fmla="*/ 3947 w 646"/>
                <a:gd name="T67" fmla="*/ 3652 h 605"/>
                <a:gd name="T68" fmla="*/ 4133 w 646"/>
                <a:gd name="T69" fmla="*/ 3532 h 605"/>
                <a:gd name="T70" fmla="*/ 4191 w 646"/>
                <a:gd name="T71" fmla="*/ 3684 h 605"/>
                <a:gd name="T72" fmla="*/ 4239 w 646"/>
                <a:gd name="T73" fmla="*/ 3652 h 605"/>
                <a:gd name="T74" fmla="*/ 5501 w 646"/>
                <a:gd name="T75" fmla="*/ 3491 h 605"/>
                <a:gd name="T76" fmla="*/ 5623 w 646"/>
                <a:gd name="T77" fmla="*/ 3564 h 605"/>
                <a:gd name="T78" fmla="*/ 5733 w 646"/>
                <a:gd name="T79" fmla="*/ 3635 h 605"/>
                <a:gd name="T80" fmla="*/ 5843 w 646"/>
                <a:gd name="T81" fmla="*/ 3696 h 605"/>
                <a:gd name="T82" fmla="*/ 5949 w 646"/>
                <a:gd name="T83" fmla="*/ 3785 h 605"/>
                <a:gd name="T84" fmla="*/ 6050 w 646"/>
                <a:gd name="T85" fmla="*/ 3858 h 605"/>
                <a:gd name="T86" fmla="*/ 6135 w 646"/>
                <a:gd name="T87" fmla="*/ 3929 h 605"/>
                <a:gd name="T88" fmla="*/ 6220 w 646"/>
                <a:gd name="T89" fmla="*/ 4020 h 605"/>
                <a:gd name="T90" fmla="*/ 6473 w 646"/>
                <a:gd name="T91" fmla="*/ 4152 h 605"/>
                <a:gd name="T92" fmla="*/ 6473 w 646"/>
                <a:gd name="T93" fmla="*/ 4123 h 605"/>
                <a:gd name="T94" fmla="*/ 6473 w 646"/>
                <a:gd name="T95" fmla="*/ 4091 h 605"/>
                <a:gd name="T96" fmla="*/ 6473 w 646"/>
                <a:gd name="T97" fmla="*/ 4079 h 605"/>
                <a:gd name="T98" fmla="*/ 6499 w 646"/>
                <a:gd name="T99" fmla="*/ 4079 h 605"/>
                <a:gd name="T100" fmla="*/ 7616 w 646"/>
                <a:gd name="T101" fmla="*/ 4831 h 605"/>
                <a:gd name="T102" fmla="*/ 7735 w 646"/>
                <a:gd name="T103" fmla="*/ 4922 h 605"/>
                <a:gd name="T104" fmla="*/ 7848 w 646"/>
                <a:gd name="T105" fmla="*/ 5023 h 605"/>
                <a:gd name="T106" fmla="*/ 1179 w 646"/>
                <a:gd name="T107" fmla="*/ 4505 h 605"/>
                <a:gd name="T108" fmla="*/ 1290 w 646"/>
                <a:gd name="T109" fmla="*/ 4447 h 605"/>
                <a:gd name="T110" fmla="*/ 2356 w 646"/>
                <a:gd name="T111" fmla="*/ 2459 h 605"/>
                <a:gd name="T112" fmla="*/ 5807 w 646"/>
                <a:gd name="T113" fmla="*/ 3432 h 60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46" h="605">
                  <a:moveTo>
                    <a:pt x="468" y="166"/>
                  </a:moveTo>
                  <a:cubicBezTo>
                    <a:pt x="468" y="166"/>
                    <a:pt x="468" y="166"/>
                    <a:pt x="468" y="166"/>
                  </a:cubicBezTo>
                  <a:cubicBezTo>
                    <a:pt x="468" y="165"/>
                    <a:pt x="468" y="165"/>
                    <a:pt x="468" y="165"/>
                  </a:cubicBezTo>
                  <a:cubicBezTo>
                    <a:pt x="464" y="161"/>
                    <a:pt x="460" y="158"/>
                    <a:pt x="456" y="154"/>
                  </a:cubicBezTo>
                  <a:cubicBezTo>
                    <a:pt x="456" y="154"/>
                    <a:pt x="456" y="154"/>
                    <a:pt x="456" y="153"/>
                  </a:cubicBezTo>
                  <a:cubicBezTo>
                    <a:pt x="454" y="152"/>
                    <a:pt x="453" y="150"/>
                    <a:pt x="451" y="149"/>
                  </a:cubicBezTo>
                  <a:cubicBezTo>
                    <a:pt x="451" y="148"/>
                    <a:pt x="450" y="148"/>
                    <a:pt x="450" y="148"/>
                  </a:cubicBezTo>
                  <a:cubicBezTo>
                    <a:pt x="448" y="146"/>
                    <a:pt x="447" y="145"/>
                    <a:pt x="446" y="143"/>
                  </a:cubicBezTo>
                  <a:cubicBezTo>
                    <a:pt x="445" y="143"/>
                    <a:pt x="445" y="143"/>
                    <a:pt x="445" y="142"/>
                  </a:cubicBezTo>
                  <a:cubicBezTo>
                    <a:pt x="443" y="141"/>
                    <a:pt x="442" y="140"/>
                    <a:pt x="440" y="138"/>
                  </a:cubicBezTo>
                  <a:cubicBezTo>
                    <a:pt x="440" y="138"/>
                    <a:pt x="440" y="138"/>
                    <a:pt x="439" y="137"/>
                  </a:cubicBezTo>
                  <a:cubicBezTo>
                    <a:pt x="438" y="136"/>
                    <a:pt x="437" y="135"/>
                    <a:pt x="435" y="133"/>
                  </a:cubicBezTo>
                  <a:cubicBezTo>
                    <a:pt x="434" y="133"/>
                    <a:pt x="434" y="132"/>
                    <a:pt x="433" y="131"/>
                  </a:cubicBezTo>
                  <a:cubicBezTo>
                    <a:pt x="432" y="130"/>
                    <a:pt x="431" y="129"/>
                    <a:pt x="431" y="129"/>
                  </a:cubicBezTo>
                  <a:cubicBezTo>
                    <a:pt x="429" y="128"/>
                    <a:pt x="428" y="127"/>
                    <a:pt x="427" y="126"/>
                  </a:cubicBezTo>
                  <a:cubicBezTo>
                    <a:pt x="427" y="125"/>
                    <a:pt x="427" y="125"/>
                    <a:pt x="427" y="125"/>
                  </a:cubicBezTo>
                  <a:cubicBezTo>
                    <a:pt x="426" y="125"/>
                    <a:pt x="426" y="124"/>
                    <a:pt x="426" y="124"/>
                  </a:cubicBezTo>
                  <a:cubicBezTo>
                    <a:pt x="425" y="124"/>
                    <a:pt x="425" y="124"/>
                    <a:pt x="425" y="124"/>
                  </a:cubicBezTo>
                  <a:cubicBezTo>
                    <a:pt x="421" y="119"/>
                    <a:pt x="418" y="116"/>
                    <a:pt x="414" y="113"/>
                  </a:cubicBezTo>
                  <a:cubicBezTo>
                    <a:pt x="404" y="100"/>
                    <a:pt x="391" y="87"/>
                    <a:pt x="382" y="83"/>
                  </a:cubicBezTo>
                  <a:cubicBezTo>
                    <a:pt x="381" y="82"/>
                    <a:pt x="380" y="81"/>
                    <a:pt x="378" y="80"/>
                  </a:cubicBezTo>
                  <a:cubicBezTo>
                    <a:pt x="372" y="75"/>
                    <a:pt x="365" y="69"/>
                    <a:pt x="364" y="68"/>
                  </a:cubicBezTo>
                  <a:cubicBezTo>
                    <a:pt x="360" y="64"/>
                    <a:pt x="355" y="60"/>
                    <a:pt x="351" y="56"/>
                  </a:cubicBezTo>
                  <a:cubicBezTo>
                    <a:pt x="349" y="48"/>
                    <a:pt x="341" y="45"/>
                    <a:pt x="340" y="49"/>
                  </a:cubicBezTo>
                  <a:cubicBezTo>
                    <a:pt x="336" y="46"/>
                    <a:pt x="333" y="44"/>
                    <a:pt x="329" y="41"/>
                  </a:cubicBezTo>
                  <a:cubicBezTo>
                    <a:pt x="324" y="38"/>
                    <a:pt x="319" y="36"/>
                    <a:pt x="314" y="33"/>
                  </a:cubicBezTo>
                  <a:cubicBezTo>
                    <a:pt x="312" y="28"/>
                    <a:pt x="306" y="27"/>
                    <a:pt x="304" y="28"/>
                  </a:cubicBezTo>
                  <a:cubicBezTo>
                    <a:pt x="299" y="26"/>
                    <a:pt x="294" y="23"/>
                    <a:pt x="288" y="21"/>
                  </a:cubicBezTo>
                  <a:cubicBezTo>
                    <a:pt x="286" y="14"/>
                    <a:pt x="281" y="12"/>
                    <a:pt x="280" y="19"/>
                  </a:cubicBezTo>
                  <a:cubicBezTo>
                    <a:pt x="271" y="15"/>
                    <a:pt x="258" y="12"/>
                    <a:pt x="248" y="10"/>
                  </a:cubicBezTo>
                  <a:cubicBezTo>
                    <a:pt x="246" y="1"/>
                    <a:pt x="238" y="0"/>
                    <a:pt x="235" y="7"/>
                  </a:cubicBezTo>
                  <a:cubicBezTo>
                    <a:pt x="235" y="7"/>
                    <a:pt x="235" y="8"/>
                    <a:pt x="235" y="8"/>
                  </a:cubicBezTo>
                  <a:cubicBezTo>
                    <a:pt x="228" y="8"/>
                    <a:pt x="216" y="7"/>
                    <a:pt x="209" y="7"/>
                  </a:cubicBezTo>
                  <a:cubicBezTo>
                    <a:pt x="207" y="0"/>
                    <a:pt x="194" y="0"/>
                    <a:pt x="195" y="7"/>
                  </a:cubicBezTo>
                  <a:cubicBezTo>
                    <a:pt x="186" y="8"/>
                    <a:pt x="177" y="9"/>
                    <a:pt x="168" y="11"/>
                  </a:cubicBezTo>
                  <a:cubicBezTo>
                    <a:pt x="168" y="11"/>
                    <a:pt x="168" y="11"/>
                    <a:pt x="168" y="11"/>
                  </a:cubicBezTo>
                  <a:cubicBezTo>
                    <a:pt x="165" y="4"/>
                    <a:pt x="155" y="6"/>
                    <a:pt x="157" y="13"/>
                  </a:cubicBezTo>
                  <a:cubicBezTo>
                    <a:pt x="149" y="15"/>
                    <a:pt x="142" y="17"/>
                    <a:pt x="135" y="20"/>
                  </a:cubicBezTo>
                  <a:cubicBezTo>
                    <a:pt x="134" y="20"/>
                    <a:pt x="134" y="19"/>
                    <a:pt x="134" y="19"/>
                  </a:cubicBezTo>
                  <a:cubicBezTo>
                    <a:pt x="125" y="10"/>
                    <a:pt x="98" y="28"/>
                    <a:pt x="99" y="37"/>
                  </a:cubicBezTo>
                  <a:cubicBezTo>
                    <a:pt x="90" y="42"/>
                    <a:pt x="82" y="48"/>
                    <a:pt x="75" y="55"/>
                  </a:cubicBezTo>
                  <a:cubicBezTo>
                    <a:pt x="71" y="53"/>
                    <a:pt x="66" y="57"/>
                    <a:pt x="67" y="62"/>
                  </a:cubicBezTo>
                  <a:cubicBezTo>
                    <a:pt x="65" y="64"/>
                    <a:pt x="63" y="66"/>
                    <a:pt x="61" y="68"/>
                  </a:cubicBezTo>
                  <a:cubicBezTo>
                    <a:pt x="60" y="63"/>
                    <a:pt x="52" y="67"/>
                    <a:pt x="53" y="76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6" y="84"/>
                    <a:pt x="40" y="92"/>
                    <a:pt x="34" y="101"/>
                  </a:cubicBezTo>
                  <a:cubicBezTo>
                    <a:pt x="34" y="102"/>
                    <a:pt x="34" y="102"/>
                    <a:pt x="34" y="103"/>
                  </a:cubicBezTo>
                  <a:cubicBezTo>
                    <a:pt x="31" y="98"/>
                    <a:pt x="28" y="105"/>
                    <a:pt x="28" y="112"/>
                  </a:cubicBezTo>
                  <a:cubicBezTo>
                    <a:pt x="23" y="122"/>
                    <a:pt x="19" y="132"/>
                    <a:pt x="15" y="142"/>
                  </a:cubicBezTo>
                  <a:cubicBezTo>
                    <a:pt x="15" y="142"/>
                    <a:pt x="15" y="141"/>
                    <a:pt x="15" y="141"/>
                  </a:cubicBezTo>
                  <a:cubicBezTo>
                    <a:pt x="12" y="137"/>
                    <a:pt x="8" y="151"/>
                    <a:pt x="11" y="159"/>
                  </a:cubicBezTo>
                  <a:cubicBezTo>
                    <a:pt x="11" y="159"/>
                    <a:pt x="11" y="159"/>
                    <a:pt x="11" y="159"/>
                  </a:cubicBezTo>
                  <a:cubicBezTo>
                    <a:pt x="9" y="167"/>
                    <a:pt x="7" y="176"/>
                    <a:pt x="7" y="184"/>
                  </a:cubicBezTo>
                  <a:cubicBezTo>
                    <a:pt x="7" y="184"/>
                    <a:pt x="7" y="184"/>
                    <a:pt x="7" y="184"/>
                  </a:cubicBezTo>
                  <a:cubicBezTo>
                    <a:pt x="3" y="178"/>
                    <a:pt x="0" y="199"/>
                    <a:pt x="0" y="212"/>
                  </a:cubicBezTo>
                  <a:cubicBezTo>
                    <a:pt x="0" y="226"/>
                    <a:pt x="5" y="255"/>
                    <a:pt x="13" y="261"/>
                  </a:cubicBezTo>
                  <a:cubicBezTo>
                    <a:pt x="17" y="273"/>
                    <a:pt x="33" y="315"/>
                    <a:pt x="38" y="328"/>
                  </a:cubicBezTo>
                  <a:cubicBezTo>
                    <a:pt x="39" y="335"/>
                    <a:pt x="40" y="342"/>
                    <a:pt x="42" y="348"/>
                  </a:cubicBezTo>
                  <a:cubicBezTo>
                    <a:pt x="47" y="353"/>
                    <a:pt x="47" y="353"/>
                    <a:pt x="47" y="353"/>
                  </a:cubicBezTo>
                  <a:cubicBezTo>
                    <a:pt x="55" y="370"/>
                    <a:pt x="63" y="387"/>
                    <a:pt x="72" y="407"/>
                  </a:cubicBezTo>
                  <a:cubicBezTo>
                    <a:pt x="72" y="407"/>
                    <a:pt x="72" y="407"/>
                    <a:pt x="72" y="407"/>
                  </a:cubicBezTo>
                  <a:cubicBezTo>
                    <a:pt x="74" y="414"/>
                    <a:pt x="77" y="420"/>
                    <a:pt x="79" y="427"/>
                  </a:cubicBezTo>
                  <a:cubicBezTo>
                    <a:pt x="92" y="469"/>
                    <a:pt x="95" y="523"/>
                    <a:pt x="113" y="605"/>
                  </a:cubicBezTo>
                  <a:cubicBezTo>
                    <a:pt x="111" y="589"/>
                    <a:pt x="111" y="574"/>
                    <a:pt x="110" y="562"/>
                  </a:cubicBezTo>
                  <a:cubicBezTo>
                    <a:pt x="110" y="561"/>
                    <a:pt x="110" y="560"/>
                    <a:pt x="110" y="559"/>
                  </a:cubicBezTo>
                  <a:cubicBezTo>
                    <a:pt x="110" y="558"/>
                    <a:pt x="110" y="557"/>
                    <a:pt x="110" y="556"/>
                  </a:cubicBezTo>
                  <a:cubicBezTo>
                    <a:pt x="110" y="555"/>
                    <a:pt x="110" y="553"/>
                    <a:pt x="110" y="551"/>
                  </a:cubicBezTo>
                  <a:cubicBezTo>
                    <a:pt x="110" y="551"/>
                    <a:pt x="110" y="550"/>
                    <a:pt x="110" y="550"/>
                  </a:cubicBezTo>
                  <a:cubicBezTo>
                    <a:pt x="110" y="548"/>
                    <a:pt x="109" y="546"/>
                    <a:pt x="109" y="544"/>
                  </a:cubicBezTo>
                  <a:cubicBezTo>
                    <a:pt x="109" y="543"/>
                    <a:pt x="109" y="542"/>
                    <a:pt x="109" y="540"/>
                  </a:cubicBezTo>
                  <a:cubicBezTo>
                    <a:pt x="109" y="540"/>
                    <a:pt x="109" y="540"/>
                    <a:pt x="109" y="539"/>
                  </a:cubicBezTo>
                  <a:cubicBezTo>
                    <a:pt x="109" y="539"/>
                    <a:pt x="109" y="538"/>
                    <a:pt x="108" y="537"/>
                  </a:cubicBezTo>
                  <a:cubicBezTo>
                    <a:pt x="108" y="537"/>
                    <a:pt x="108" y="536"/>
                    <a:pt x="108" y="536"/>
                  </a:cubicBezTo>
                  <a:cubicBezTo>
                    <a:pt x="108" y="535"/>
                    <a:pt x="108" y="535"/>
                    <a:pt x="108" y="534"/>
                  </a:cubicBezTo>
                  <a:cubicBezTo>
                    <a:pt x="108" y="534"/>
                    <a:pt x="108" y="534"/>
                    <a:pt x="109" y="533"/>
                  </a:cubicBezTo>
                  <a:cubicBezTo>
                    <a:pt x="109" y="533"/>
                    <a:pt x="109" y="532"/>
                    <a:pt x="109" y="532"/>
                  </a:cubicBezTo>
                  <a:cubicBezTo>
                    <a:pt x="109" y="532"/>
                    <a:pt x="109" y="531"/>
                    <a:pt x="109" y="531"/>
                  </a:cubicBezTo>
                  <a:cubicBezTo>
                    <a:pt x="109" y="531"/>
                    <a:pt x="109" y="530"/>
                    <a:pt x="109" y="530"/>
                  </a:cubicBezTo>
                  <a:cubicBezTo>
                    <a:pt x="109" y="530"/>
                    <a:pt x="109" y="529"/>
                    <a:pt x="109" y="529"/>
                  </a:cubicBezTo>
                  <a:cubicBezTo>
                    <a:pt x="109" y="529"/>
                    <a:pt x="109" y="529"/>
                    <a:pt x="110" y="528"/>
                  </a:cubicBezTo>
                  <a:cubicBezTo>
                    <a:pt x="110" y="528"/>
                    <a:pt x="110" y="528"/>
                    <a:pt x="110" y="528"/>
                  </a:cubicBezTo>
                  <a:cubicBezTo>
                    <a:pt x="110" y="528"/>
                    <a:pt x="110" y="527"/>
                    <a:pt x="110" y="527"/>
                  </a:cubicBezTo>
                  <a:cubicBezTo>
                    <a:pt x="110" y="527"/>
                    <a:pt x="110" y="527"/>
                    <a:pt x="110" y="527"/>
                  </a:cubicBezTo>
                  <a:cubicBezTo>
                    <a:pt x="111" y="527"/>
                    <a:pt x="111" y="527"/>
                    <a:pt x="111" y="527"/>
                  </a:cubicBezTo>
                  <a:cubicBezTo>
                    <a:pt x="111" y="527"/>
                    <a:pt x="111" y="527"/>
                    <a:pt x="111" y="527"/>
                  </a:cubicBezTo>
                  <a:cubicBezTo>
                    <a:pt x="117" y="524"/>
                    <a:pt x="119" y="504"/>
                    <a:pt x="119" y="504"/>
                  </a:cubicBezTo>
                  <a:cubicBezTo>
                    <a:pt x="118" y="504"/>
                    <a:pt x="117" y="504"/>
                    <a:pt x="117" y="503"/>
                  </a:cubicBezTo>
                  <a:cubicBezTo>
                    <a:pt x="116" y="502"/>
                    <a:pt x="116" y="502"/>
                    <a:pt x="116" y="501"/>
                  </a:cubicBezTo>
                  <a:cubicBezTo>
                    <a:pt x="109" y="481"/>
                    <a:pt x="97" y="454"/>
                    <a:pt x="103" y="427"/>
                  </a:cubicBezTo>
                  <a:cubicBezTo>
                    <a:pt x="104" y="425"/>
                    <a:pt x="104" y="424"/>
                    <a:pt x="104" y="423"/>
                  </a:cubicBezTo>
                  <a:cubicBezTo>
                    <a:pt x="116" y="382"/>
                    <a:pt x="136" y="372"/>
                    <a:pt x="153" y="356"/>
                  </a:cubicBezTo>
                  <a:cubicBezTo>
                    <a:pt x="163" y="346"/>
                    <a:pt x="172" y="339"/>
                    <a:pt x="177" y="336"/>
                  </a:cubicBezTo>
                  <a:cubicBezTo>
                    <a:pt x="177" y="336"/>
                    <a:pt x="177" y="336"/>
                    <a:pt x="177" y="336"/>
                  </a:cubicBezTo>
                  <a:cubicBezTo>
                    <a:pt x="177" y="336"/>
                    <a:pt x="177" y="336"/>
                    <a:pt x="177" y="336"/>
                  </a:cubicBezTo>
                  <a:cubicBezTo>
                    <a:pt x="176" y="336"/>
                    <a:pt x="176" y="336"/>
                    <a:pt x="175" y="336"/>
                  </a:cubicBezTo>
                  <a:cubicBezTo>
                    <a:pt x="175" y="336"/>
                    <a:pt x="175" y="336"/>
                    <a:pt x="175" y="336"/>
                  </a:cubicBezTo>
                  <a:cubicBezTo>
                    <a:pt x="175" y="336"/>
                    <a:pt x="175" y="336"/>
                    <a:pt x="175" y="336"/>
                  </a:cubicBezTo>
                  <a:cubicBezTo>
                    <a:pt x="175" y="336"/>
                    <a:pt x="175" y="336"/>
                    <a:pt x="175" y="336"/>
                  </a:cubicBezTo>
                  <a:cubicBezTo>
                    <a:pt x="175" y="336"/>
                    <a:pt x="175" y="336"/>
                    <a:pt x="175" y="336"/>
                  </a:cubicBezTo>
                  <a:cubicBezTo>
                    <a:pt x="174" y="336"/>
                    <a:pt x="174" y="336"/>
                    <a:pt x="174" y="336"/>
                  </a:cubicBezTo>
                  <a:cubicBezTo>
                    <a:pt x="174" y="335"/>
                    <a:pt x="174" y="335"/>
                    <a:pt x="174" y="335"/>
                  </a:cubicBezTo>
                  <a:cubicBezTo>
                    <a:pt x="174" y="335"/>
                    <a:pt x="174" y="335"/>
                    <a:pt x="174" y="335"/>
                  </a:cubicBezTo>
                  <a:cubicBezTo>
                    <a:pt x="174" y="335"/>
                    <a:pt x="174" y="334"/>
                    <a:pt x="174" y="334"/>
                  </a:cubicBezTo>
                  <a:cubicBezTo>
                    <a:pt x="174" y="334"/>
                    <a:pt x="174" y="334"/>
                    <a:pt x="174" y="334"/>
                  </a:cubicBezTo>
                  <a:cubicBezTo>
                    <a:pt x="174" y="334"/>
                    <a:pt x="174" y="334"/>
                    <a:pt x="174" y="334"/>
                  </a:cubicBezTo>
                  <a:cubicBezTo>
                    <a:pt x="174" y="334"/>
                    <a:pt x="174" y="333"/>
                    <a:pt x="174" y="333"/>
                  </a:cubicBezTo>
                  <a:cubicBezTo>
                    <a:pt x="174" y="333"/>
                    <a:pt x="174" y="333"/>
                    <a:pt x="174" y="333"/>
                  </a:cubicBezTo>
                  <a:cubicBezTo>
                    <a:pt x="174" y="333"/>
                    <a:pt x="174" y="333"/>
                    <a:pt x="174" y="333"/>
                  </a:cubicBezTo>
                  <a:cubicBezTo>
                    <a:pt x="174" y="332"/>
                    <a:pt x="174" y="332"/>
                    <a:pt x="174" y="332"/>
                  </a:cubicBezTo>
                  <a:cubicBezTo>
                    <a:pt x="174" y="332"/>
                    <a:pt x="174" y="332"/>
                    <a:pt x="174" y="331"/>
                  </a:cubicBezTo>
                  <a:cubicBezTo>
                    <a:pt x="174" y="331"/>
                    <a:pt x="174" y="331"/>
                    <a:pt x="175" y="331"/>
                  </a:cubicBezTo>
                  <a:cubicBezTo>
                    <a:pt x="175" y="331"/>
                    <a:pt x="175" y="330"/>
                    <a:pt x="175" y="330"/>
                  </a:cubicBezTo>
                  <a:cubicBezTo>
                    <a:pt x="175" y="330"/>
                    <a:pt x="175" y="330"/>
                    <a:pt x="175" y="330"/>
                  </a:cubicBezTo>
                  <a:cubicBezTo>
                    <a:pt x="175" y="330"/>
                    <a:pt x="175" y="330"/>
                    <a:pt x="175" y="330"/>
                  </a:cubicBezTo>
                  <a:cubicBezTo>
                    <a:pt x="175" y="329"/>
                    <a:pt x="175" y="329"/>
                    <a:pt x="175" y="329"/>
                  </a:cubicBezTo>
                  <a:cubicBezTo>
                    <a:pt x="176" y="328"/>
                    <a:pt x="176" y="328"/>
                    <a:pt x="176" y="327"/>
                  </a:cubicBezTo>
                  <a:cubicBezTo>
                    <a:pt x="177" y="327"/>
                    <a:pt x="177" y="327"/>
                    <a:pt x="177" y="327"/>
                  </a:cubicBezTo>
                  <a:cubicBezTo>
                    <a:pt x="177" y="327"/>
                    <a:pt x="177" y="327"/>
                    <a:pt x="177" y="327"/>
                  </a:cubicBezTo>
                  <a:cubicBezTo>
                    <a:pt x="177" y="327"/>
                    <a:pt x="177" y="327"/>
                    <a:pt x="177" y="327"/>
                  </a:cubicBezTo>
                  <a:cubicBezTo>
                    <a:pt x="177" y="326"/>
                    <a:pt x="178" y="325"/>
                    <a:pt x="178" y="325"/>
                  </a:cubicBezTo>
                  <a:cubicBezTo>
                    <a:pt x="178" y="325"/>
                    <a:pt x="179" y="324"/>
                    <a:pt x="179" y="324"/>
                  </a:cubicBezTo>
                  <a:cubicBezTo>
                    <a:pt x="179" y="324"/>
                    <a:pt x="179" y="323"/>
                    <a:pt x="179" y="323"/>
                  </a:cubicBezTo>
                  <a:cubicBezTo>
                    <a:pt x="179" y="323"/>
                    <a:pt x="179" y="323"/>
                    <a:pt x="179" y="323"/>
                  </a:cubicBezTo>
                  <a:cubicBezTo>
                    <a:pt x="180" y="323"/>
                    <a:pt x="180" y="323"/>
                    <a:pt x="180" y="322"/>
                  </a:cubicBezTo>
                  <a:cubicBezTo>
                    <a:pt x="180" y="322"/>
                    <a:pt x="180" y="322"/>
                    <a:pt x="181" y="321"/>
                  </a:cubicBezTo>
                  <a:cubicBezTo>
                    <a:pt x="181" y="321"/>
                    <a:pt x="182" y="320"/>
                    <a:pt x="183" y="319"/>
                  </a:cubicBezTo>
                  <a:cubicBezTo>
                    <a:pt x="197" y="302"/>
                    <a:pt x="200" y="265"/>
                    <a:pt x="230" y="259"/>
                  </a:cubicBezTo>
                  <a:cubicBezTo>
                    <a:pt x="261" y="252"/>
                    <a:pt x="301" y="247"/>
                    <a:pt x="317" y="247"/>
                  </a:cubicBezTo>
                  <a:cubicBezTo>
                    <a:pt x="318" y="247"/>
                    <a:pt x="319" y="247"/>
                    <a:pt x="319" y="247"/>
                  </a:cubicBezTo>
                  <a:cubicBezTo>
                    <a:pt x="320" y="247"/>
                    <a:pt x="320" y="247"/>
                    <a:pt x="320" y="247"/>
                  </a:cubicBezTo>
                  <a:cubicBezTo>
                    <a:pt x="321" y="247"/>
                    <a:pt x="321" y="247"/>
                    <a:pt x="321" y="247"/>
                  </a:cubicBezTo>
                  <a:cubicBezTo>
                    <a:pt x="322" y="247"/>
                    <a:pt x="322" y="247"/>
                    <a:pt x="322" y="247"/>
                  </a:cubicBezTo>
                  <a:cubicBezTo>
                    <a:pt x="323" y="247"/>
                    <a:pt x="324" y="247"/>
                    <a:pt x="324" y="248"/>
                  </a:cubicBezTo>
                  <a:cubicBezTo>
                    <a:pt x="324" y="248"/>
                    <a:pt x="324" y="248"/>
                    <a:pt x="324" y="248"/>
                  </a:cubicBezTo>
                  <a:cubicBezTo>
                    <a:pt x="325" y="248"/>
                    <a:pt x="325" y="248"/>
                    <a:pt x="325" y="248"/>
                  </a:cubicBezTo>
                  <a:cubicBezTo>
                    <a:pt x="325" y="248"/>
                    <a:pt x="325" y="248"/>
                    <a:pt x="325" y="248"/>
                  </a:cubicBezTo>
                  <a:cubicBezTo>
                    <a:pt x="325" y="249"/>
                    <a:pt x="325" y="249"/>
                    <a:pt x="325" y="249"/>
                  </a:cubicBezTo>
                  <a:cubicBezTo>
                    <a:pt x="326" y="250"/>
                    <a:pt x="327" y="250"/>
                    <a:pt x="329" y="251"/>
                  </a:cubicBezTo>
                  <a:cubicBezTo>
                    <a:pt x="332" y="242"/>
                    <a:pt x="333" y="231"/>
                    <a:pt x="333" y="222"/>
                  </a:cubicBezTo>
                  <a:cubicBezTo>
                    <a:pt x="336" y="227"/>
                    <a:pt x="341" y="232"/>
                    <a:pt x="340" y="240"/>
                  </a:cubicBezTo>
                  <a:cubicBezTo>
                    <a:pt x="340" y="242"/>
                    <a:pt x="339" y="247"/>
                    <a:pt x="338" y="252"/>
                  </a:cubicBezTo>
                  <a:cubicBezTo>
                    <a:pt x="341" y="252"/>
                    <a:pt x="344" y="252"/>
                    <a:pt x="344" y="252"/>
                  </a:cubicBezTo>
                  <a:cubicBezTo>
                    <a:pt x="344" y="251"/>
                    <a:pt x="344" y="251"/>
                    <a:pt x="344" y="251"/>
                  </a:cubicBezTo>
                  <a:cubicBezTo>
                    <a:pt x="345" y="251"/>
                    <a:pt x="345" y="251"/>
                    <a:pt x="345" y="250"/>
                  </a:cubicBezTo>
                  <a:cubicBezTo>
                    <a:pt x="345" y="250"/>
                    <a:pt x="345" y="250"/>
                    <a:pt x="345" y="250"/>
                  </a:cubicBezTo>
                  <a:cubicBezTo>
                    <a:pt x="346" y="250"/>
                    <a:pt x="346" y="250"/>
                    <a:pt x="347" y="249"/>
                  </a:cubicBezTo>
                  <a:cubicBezTo>
                    <a:pt x="347" y="249"/>
                    <a:pt x="347" y="249"/>
                    <a:pt x="347" y="249"/>
                  </a:cubicBezTo>
                  <a:cubicBezTo>
                    <a:pt x="348" y="249"/>
                    <a:pt x="348" y="248"/>
                    <a:pt x="349" y="248"/>
                  </a:cubicBezTo>
                  <a:cubicBezTo>
                    <a:pt x="349" y="248"/>
                    <a:pt x="349" y="248"/>
                    <a:pt x="350" y="248"/>
                  </a:cubicBezTo>
                  <a:cubicBezTo>
                    <a:pt x="350" y="247"/>
                    <a:pt x="351" y="247"/>
                    <a:pt x="352" y="247"/>
                  </a:cubicBezTo>
                  <a:cubicBezTo>
                    <a:pt x="360" y="243"/>
                    <a:pt x="370" y="240"/>
                    <a:pt x="383" y="236"/>
                  </a:cubicBezTo>
                  <a:cubicBezTo>
                    <a:pt x="410" y="228"/>
                    <a:pt x="432" y="227"/>
                    <a:pt x="453" y="237"/>
                  </a:cubicBezTo>
                  <a:cubicBezTo>
                    <a:pt x="455" y="238"/>
                    <a:pt x="456" y="239"/>
                    <a:pt x="458" y="239"/>
                  </a:cubicBezTo>
                  <a:cubicBezTo>
                    <a:pt x="458" y="239"/>
                    <a:pt x="458" y="240"/>
                    <a:pt x="459" y="240"/>
                  </a:cubicBezTo>
                  <a:cubicBezTo>
                    <a:pt x="460" y="240"/>
                    <a:pt x="461" y="241"/>
                    <a:pt x="462" y="241"/>
                  </a:cubicBezTo>
                  <a:cubicBezTo>
                    <a:pt x="462" y="242"/>
                    <a:pt x="463" y="242"/>
                    <a:pt x="463" y="242"/>
                  </a:cubicBezTo>
                  <a:cubicBezTo>
                    <a:pt x="464" y="243"/>
                    <a:pt x="465" y="243"/>
                    <a:pt x="466" y="243"/>
                  </a:cubicBezTo>
                  <a:cubicBezTo>
                    <a:pt x="467" y="244"/>
                    <a:pt x="467" y="244"/>
                    <a:pt x="468" y="244"/>
                  </a:cubicBezTo>
                  <a:cubicBezTo>
                    <a:pt x="469" y="245"/>
                    <a:pt x="470" y="245"/>
                    <a:pt x="470" y="246"/>
                  </a:cubicBezTo>
                  <a:cubicBezTo>
                    <a:pt x="471" y="246"/>
                    <a:pt x="472" y="246"/>
                    <a:pt x="472" y="247"/>
                  </a:cubicBezTo>
                  <a:cubicBezTo>
                    <a:pt x="473" y="247"/>
                    <a:pt x="474" y="248"/>
                    <a:pt x="475" y="248"/>
                  </a:cubicBezTo>
                  <a:cubicBezTo>
                    <a:pt x="475" y="248"/>
                    <a:pt x="476" y="249"/>
                    <a:pt x="477" y="249"/>
                  </a:cubicBezTo>
                  <a:cubicBezTo>
                    <a:pt x="477" y="249"/>
                    <a:pt x="478" y="250"/>
                    <a:pt x="479" y="250"/>
                  </a:cubicBezTo>
                  <a:cubicBezTo>
                    <a:pt x="480" y="251"/>
                    <a:pt x="480" y="251"/>
                    <a:pt x="481" y="251"/>
                  </a:cubicBezTo>
                  <a:cubicBezTo>
                    <a:pt x="482" y="252"/>
                    <a:pt x="483" y="252"/>
                    <a:pt x="483" y="253"/>
                  </a:cubicBezTo>
                  <a:cubicBezTo>
                    <a:pt x="484" y="253"/>
                    <a:pt x="485" y="254"/>
                    <a:pt x="485" y="254"/>
                  </a:cubicBezTo>
                  <a:cubicBezTo>
                    <a:pt x="486" y="254"/>
                    <a:pt x="487" y="255"/>
                    <a:pt x="488" y="255"/>
                  </a:cubicBezTo>
                  <a:cubicBezTo>
                    <a:pt x="488" y="256"/>
                    <a:pt x="489" y="256"/>
                    <a:pt x="490" y="257"/>
                  </a:cubicBezTo>
                  <a:cubicBezTo>
                    <a:pt x="490" y="257"/>
                    <a:pt x="491" y="258"/>
                    <a:pt x="492" y="258"/>
                  </a:cubicBezTo>
                  <a:cubicBezTo>
                    <a:pt x="492" y="258"/>
                    <a:pt x="493" y="259"/>
                    <a:pt x="494" y="259"/>
                  </a:cubicBezTo>
                  <a:cubicBezTo>
                    <a:pt x="494" y="260"/>
                    <a:pt x="495" y="260"/>
                    <a:pt x="496" y="261"/>
                  </a:cubicBezTo>
                  <a:cubicBezTo>
                    <a:pt x="496" y="261"/>
                    <a:pt x="497" y="261"/>
                    <a:pt x="498" y="262"/>
                  </a:cubicBezTo>
                  <a:cubicBezTo>
                    <a:pt x="498" y="262"/>
                    <a:pt x="499" y="263"/>
                    <a:pt x="500" y="263"/>
                  </a:cubicBezTo>
                  <a:cubicBezTo>
                    <a:pt x="500" y="264"/>
                    <a:pt x="501" y="264"/>
                    <a:pt x="502" y="265"/>
                  </a:cubicBezTo>
                  <a:cubicBezTo>
                    <a:pt x="502" y="265"/>
                    <a:pt x="503" y="265"/>
                    <a:pt x="503" y="266"/>
                  </a:cubicBezTo>
                  <a:cubicBezTo>
                    <a:pt x="504" y="266"/>
                    <a:pt x="505" y="267"/>
                    <a:pt x="505" y="267"/>
                  </a:cubicBezTo>
                  <a:cubicBezTo>
                    <a:pt x="506" y="268"/>
                    <a:pt x="506" y="268"/>
                    <a:pt x="507" y="269"/>
                  </a:cubicBezTo>
                  <a:cubicBezTo>
                    <a:pt x="507" y="269"/>
                    <a:pt x="508" y="269"/>
                    <a:pt x="508" y="270"/>
                  </a:cubicBezTo>
                  <a:cubicBezTo>
                    <a:pt x="509" y="270"/>
                    <a:pt x="510" y="271"/>
                    <a:pt x="510" y="271"/>
                  </a:cubicBezTo>
                  <a:cubicBezTo>
                    <a:pt x="511" y="272"/>
                    <a:pt x="511" y="272"/>
                    <a:pt x="512" y="273"/>
                  </a:cubicBezTo>
                  <a:cubicBezTo>
                    <a:pt x="512" y="273"/>
                    <a:pt x="512" y="273"/>
                    <a:pt x="513" y="274"/>
                  </a:cubicBezTo>
                  <a:cubicBezTo>
                    <a:pt x="513" y="274"/>
                    <a:pt x="514" y="275"/>
                    <a:pt x="514" y="275"/>
                  </a:cubicBezTo>
                  <a:cubicBezTo>
                    <a:pt x="515" y="275"/>
                    <a:pt x="515" y="276"/>
                    <a:pt x="515" y="276"/>
                  </a:cubicBezTo>
                  <a:cubicBezTo>
                    <a:pt x="521" y="281"/>
                    <a:pt x="533" y="282"/>
                    <a:pt x="533" y="282"/>
                  </a:cubicBezTo>
                  <a:cubicBezTo>
                    <a:pt x="533" y="282"/>
                    <a:pt x="533" y="282"/>
                    <a:pt x="533" y="282"/>
                  </a:cubicBezTo>
                  <a:cubicBezTo>
                    <a:pt x="533" y="281"/>
                    <a:pt x="533" y="281"/>
                    <a:pt x="533" y="281"/>
                  </a:cubicBezTo>
                  <a:cubicBezTo>
                    <a:pt x="533" y="281"/>
                    <a:pt x="533" y="280"/>
                    <a:pt x="533" y="280"/>
                  </a:cubicBezTo>
                  <a:cubicBezTo>
                    <a:pt x="533" y="280"/>
                    <a:pt x="533" y="280"/>
                    <a:pt x="533" y="280"/>
                  </a:cubicBezTo>
                  <a:cubicBezTo>
                    <a:pt x="533" y="279"/>
                    <a:pt x="533" y="279"/>
                    <a:pt x="533" y="279"/>
                  </a:cubicBezTo>
                  <a:cubicBezTo>
                    <a:pt x="533" y="279"/>
                    <a:pt x="533" y="279"/>
                    <a:pt x="533" y="279"/>
                  </a:cubicBezTo>
                  <a:cubicBezTo>
                    <a:pt x="533" y="278"/>
                    <a:pt x="533" y="278"/>
                    <a:pt x="533" y="278"/>
                  </a:cubicBezTo>
                  <a:cubicBezTo>
                    <a:pt x="533" y="278"/>
                    <a:pt x="533" y="278"/>
                    <a:pt x="533" y="278"/>
                  </a:cubicBezTo>
                  <a:cubicBezTo>
                    <a:pt x="533" y="278"/>
                    <a:pt x="533" y="278"/>
                    <a:pt x="533" y="277"/>
                  </a:cubicBezTo>
                  <a:cubicBezTo>
                    <a:pt x="533" y="277"/>
                    <a:pt x="533" y="277"/>
                    <a:pt x="533" y="277"/>
                  </a:cubicBezTo>
                  <a:cubicBezTo>
                    <a:pt x="533" y="277"/>
                    <a:pt x="533" y="277"/>
                    <a:pt x="533" y="277"/>
                  </a:cubicBezTo>
                  <a:cubicBezTo>
                    <a:pt x="533" y="277"/>
                    <a:pt x="533" y="277"/>
                    <a:pt x="533" y="277"/>
                  </a:cubicBezTo>
                  <a:cubicBezTo>
                    <a:pt x="533" y="276"/>
                    <a:pt x="534" y="276"/>
                    <a:pt x="534" y="276"/>
                  </a:cubicBezTo>
                  <a:cubicBezTo>
                    <a:pt x="534" y="276"/>
                    <a:pt x="534" y="276"/>
                    <a:pt x="534" y="276"/>
                  </a:cubicBezTo>
                  <a:cubicBezTo>
                    <a:pt x="534" y="276"/>
                    <a:pt x="534" y="276"/>
                    <a:pt x="534" y="276"/>
                  </a:cubicBezTo>
                  <a:cubicBezTo>
                    <a:pt x="534" y="276"/>
                    <a:pt x="535" y="277"/>
                    <a:pt x="535" y="277"/>
                  </a:cubicBezTo>
                  <a:cubicBezTo>
                    <a:pt x="550" y="286"/>
                    <a:pt x="575" y="300"/>
                    <a:pt x="600" y="314"/>
                  </a:cubicBezTo>
                  <a:cubicBezTo>
                    <a:pt x="602" y="315"/>
                    <a:pt x="605" y="316"/>
                    <a:pt x="607" y="317"/>
                  </a:cubicBezTo>
                  <a:cubicBezTo>
                    <a:pt x="614" y="321"/>
                    <a:pt x="620" y="324"/>
                    <a:pt x="626" y="327"/>
                  </a:cubicBezTo>
                  <a:cubicBezTo>
                    <a:pt x="626" y="327"/>
                    <a:pt x="626" y="328"/>
                    <a:pt x="627" y="328"/>
                  </a:cubicBezTo>
                  <a:cubicBezTo>
                    <a:pt x="628" y="329"/>
                    <a:pt x="630" y="330"/>
                    <a:pt x="631" y="331"/>
                  </a:cubicBezTo>
                  <a:cubicBezTo>
                    <a:pt x="631" y="331"/>
                    <a:pt x="632" y="331"/>
                    <a:pt x="632" y="331"/>
                  </a:cubicBezTo>
                  <a:cubicBezTo>
                    <a:pt x="633" y="332"/>
                    <a:pt x="635" y="333"/>
                    <a:pt x="636" y="334"/>
                  </a:cubicBezTo>
                  <a:cubicBezTo>
                    <a:pt x="636" y="334"/>
                    <a:pt x="636" y="334"/>
                    <a:pt x="637" y="334"/>
                  </a:cubicBezTo>
                  <a:cubicBezTo>
                    <a:pt x="638" y="335"/>
                    <a:pt x="639" y="336"/>
                    <a:pt x="640" y="338"/>
                  </a:cubicBezTo>
                  <a:cubicBezTo>
                    <a:pt x="641" y="338"/>
                    <a:pt x="641" y="338"/>
                    <a:pt x="641" y="338"/>
                  </a:cubicBezTo>
                  <a:cubicBezTo>
                    <a:pt x="642" y="339"/>
                    <a:pt x="643" y="341"/>
                    <a:pt x="644" y="342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501" y="197"/>
                    <a:pt x="468" y="166"/>
                  </a:cubicBezTo>
                  <a:close/>
                  <a:moveTo>
                    <a:pt x="106" y="302"/>
                  </a:moveTo>
                  <a:cubicBezTo>
                    <a:pt x="105" y="310"/>
                    <a:pt x="104" y="316"/>
                    <a:pt x="104" y="324"/>
                  </a:cubicBezTo>
                  <a:cubicBezTo>
                    <a:pt x="101" y="319"/>
                    <a:pt x="101" y="311"/>
                    <a:pt x="97" y="306"/>
                  </a:cubicBezTo>
                  <a:cubicBezTo>
                    <a:pt x="98" y="296"/>
                    <a:pt x="98" y="296"/>
                    <a:pt x="98" y="296"/>
                  </a:cubicBezTo>
                  <a:cubicBezTo>
                    <a:pt x="95" y="274"/>
                    <a:pt x="95" y="274"/>
                    <a:pt x="95" y="274"/>
                  </a:cubicBezTo>
                  <a:cubicBezTo>
                    <a:pt x="99" y="276"/>
                    <a:pt x="102" y="283"/>
                    <a:pt x="108" y="277"/>
                  </a:cubicBezTo>
                  <a:cubicBezTo>
                    <a:pt x="107" y="284"/>
                    <a:pt x="107" y="294"/>
                    <a:pt x="106" y="302"/>
                  </a:cubicBezTo>
                  <a:close/>
                  <a:moveTo>
                    <a:pt x="197" y="185"/>
                  </a:moveTo>
                  <a:cubicBezTo>
                    <a:pt x="194" y="185"/>
                    <a:pt x="190" y="182"/>
                    <a:pt x="187" y="181"/>
                  </a:cubicBezTo>
                  <a:cubicBezTo>
                    <a:pt x="186" y="173"/>
                    <a:pt x="185" y="165"/>
                    <a:pt x="184" y="157"/>
                  </a:cubicBezTo>
                  <a:cubicBezTo>
                    <a:pt x="188" y="159"/>
                    <a:pt x="192" y="163"/>
                    <a:pt x="194" y="167"/>
                  </a:cubicBezTo>
                  <a:cubicBezTo>
                    <a:pt x="197" y="173"/>
                    <a:pt x="195" y="184"/>
                    <a:pt x="202" y="188"/>
                  </a:cubicBezTo>
                  <a:lnTo>
                    <a:pt x="197" y="185"/>
                  </a:lnTo>
                  <a:close/>
                  <a:moveTo>
                    <a:pt x="481" y="229"/>
                  </a:moveTo>
                  <a:cubicBezTo>
                    <a:pt x="479" y="231"/>
                    <a:pt x="479" y="230"/>
                    <a:pt x="478" y="233"/>
                  </a:cubicBezTo>
                  <a:cubicBezTo>
                    <a:pt x="476" y="228"/>
                    <a:pt x="464" y="220"/>
                    <a:pt x="463" y="215"/>
                  </a:cubicBezTo>
                  <a:cubicBezTo>
                    <a:pt x="467" y="217"/>
                    <a:pt x="479" y="225"/>
                    <a:pt x="481" y="228"/>
                  </a:cubicBezTo>
                  <a:lnTo>
                    <a:pt x="481" y="229"/>
                  </a:lnTo>
                  <a:close/>
                </a:path>
              </a:pathLst>
            </a:custGeom>
            <a:solidFill>
              <a:srgbClr val="E9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0" name="Freeform 5">
              <a:extLst>
                <a:ext uri="{FF2B5EF4-FFF2-40B4-BE49-F238E27FC236}">
                  <a16:creationId xmlns:a16="http://schemas.microsoft.com/office/drawing/2014/main" id="{2785DDF0-B307-4FF1-BA39-077F6D5CC0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0" y="2630"/>
              <a:ext cx="1432" cy="1385"/>
            </a:xfrm>
            <a:custGeom>
              <a:avLst/>
              <a:gdLst>
                <a:gd name="T0" fmla="*/ 4882 w 623"/>
                <a:gd name="T1" fmla="*/ 5167 h 565"/>
                <a:gd name="T2" fmla="*/ 4227 w 623"/>
                <a:gd name="T3" fmla="*/ 6202 h 565"/>
                <a:gd name="T4" fmla="*/ 4471 w 623"/>
                <a:gd name="T5" fmla="*/ 8119 h 565"/>
                <a:gd name="T6" fmla="*/ 6452 w 623"/>
                <a:gd name="T7" fmla="*/ 6820 h 565"/>
                <a:gd name="T8" fmla="*/ 6677 w 623"/>
                <a:gd name="T9" fmla="*/ 6467 h 565"/>
                <a:gd name="T10" fmla="*/ 7397 w 623"/>
                <a:gd name="T11" fmla="*/ 4153 h 565"/>
                <a:gd name="T12" fmla="*/ 6863 w 623"/>
                <a:gd name="T13" fmla="*/ 3258 h 565"/>
                <a:gd name="T14" fmla="*/ 6799 w 623"/>
                <a:gd name="T15" fmla="*/ 2770 h 565"/>
                <a:gd name="T16" fmla="*/ 5330 w 623"/>
                <a:gd name="T17" fmla="*/ 740 h 565"/>
                <a:gd name="T18" fmla="*/ 4337 w 623"/>
                <a:gd name="T19" fmla="*/ 150 h 565"/>
                <a:gd name="T20" fmla="*/ 3011 w 623"/>
                <a:gd name="T21" fmla="*/ 368 h 565"/>
                <a:gd name="T22" fmla="*/ 2880 w 623"/>
                <a:gd name="T23" fmla="*/ 782 h 565"/>
                <a:gd name="T24" fmla="*/ 3048 w 623"/>
                <a:gd name="T25" fmla="*/ 1929 h 565"/>
                <a:gd name="T26" fmla="*/ 2039 w 623"/>
                <a:gd name="T27" fmla="*/ 1221 h 565"/>
                <a:gd name="T28" fmla="*/ 2262 w 623"/>
                <a:gd name="T29" fmla="*/ 3581 h 565"/>
                <a:gd name="T30" fmla="*/ 4199 w 623"/>
                <a:gd name="T31" fmla="*/ 6496 h 565"/>
                <a:gd name="T32" fmla="*/ 5985 w 623"/>
                <a:gd name="T33" fmla="*/ 5614 h 565"/>
                <a:gd name="T34" fmla="*/ 3836 w 623"/>
                <a:gd name="T35" fmla="*/ 2861 h 565"/>
                <a:gd name="T36" fmla="*/ 3402 w 623"/>
                <a:gd name="T37" fmla="*/ 2253 h 565"/>
                <a:gd name="T38" fmla="*/ 4882 w 623"/>
                <a:gd name="T39" fmla="*/ 3167 h 565"/>
                <a:gd name="T40" fmla="*/ 6293 w 623"/>
                <a:gd name="T41" fmla="*/ 5996 h 565"/>
                <a:gd name="T42" fmla="*/ 4236 w 623"/>
                <a:gd name="T43" fmla="*/ 8028 h 565"/>
                <a:gd name="T44" fmla="*/ 1083 w 623"/>
                <a:gd name="T45" fmla="*/ 3635 h 565"/>
                <a:gd name="T46" fmla="*/ 1262 w 623"/>
                <a:gd name="T47" fmla="*/ 6778 h 565"/>
                <a:gd name="T48" fmla="*/ 2393 w 623"/>
                <a:gd name="T49" fmla="*/ 8058 h 565"/>
                <a:gd name="T50" fmla="*/ 4227 w 623"/>
                <a:gd name="T51" fmla="*/ 8070 h 565"/>
                <a:gd name="T52" fmla="*/ 993 w 623"/>
                <a:gd name="T53" fmla="*/ 5023 h 565"/>
                <a:gd name="T54" fmla="*/ 862 w 623"/>
                <a:gd name="T55" fmla="*/ 2699 h 565"/>
                <a:gd name="T56" fmla="*/ 2551 w 623"/>
                <a:gd name="T57" fmla="*/ 4608 h 565"/>
                <a:gd name="T58" fmla="*/ 1616 w 623"/>
                <a:gd name="T59" fmla="*/ 1196 h 565"/>
                <a:gd name="T60" fmla="*/ 1917 w 623"/>
                <a:gd name="T61" fmla="*/ 1015 h 565"/>
                <a:gd name="T62" fmla="*/ 2816 w 623"/>
                <a:gd name="T63" fmla="*/ 368 h 565"/>
                <a:gd name="T64" fmla="*/ 1627 w 623"/>
                <a:gd name="T65" fmla="*/ 468 h 565"/>
                <a:gd name="T66" fmla="*/ 984 w 623"/>
                <a:gd name="T67" fmla="*/ 1606 h 565"/>
                <a:gd name="T68" fmla="*/ 244 w 623"/>
                <a:gd name="T69" fmla="*/ 4037 h 565"/>
                <a:gd name="T70" fmla="*/ 159 w 623"/>
                <a:gd name="T71" fmla="*/ 4670 h 565"/>
                <a:gd name="T72" fmla="*/ 1179 w 623"/>
                <a:gd name="T73" fmla="*/ 6687 h 565"/>
                <a:gd name="T74" fmla="*/ 5721 w 623"/>
                <a:gd name="T75" fmla="*/ 3317 h 565"/>
                <a:gd name="T76" fmla="*/ 5273 w 623"/>
                <a:gd name="T77" fmla="*/ 2620 h 565"/>
                <a:gd name="T78" fmla="*/ 4395 w 623"/>
                <a:gd name="T79" fmla="*/ 1297 h 565"/>
                <a:gd name="T80" fmla="*/ 4011 w 623"/>
                <a:gd name="T81" fmla="*/ 841 h 565"/>
                <a:gd name="T82" fmla="*/ 5427 w 623"/>
                <a:gd name="T83" fmla="*/ 2608 h 565"/>
                <a:gd name="T84" fmla="*/ 5758 w 623"/>
                <a:gd name="T85" fmla="*/ 2944 h 56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23" h="565">
                  <a:moveTo>
                    <a:pt x="534" y="453"/>
                  </a:moveTo>
                  <a:cubicBezTo>
                    <a:pt x="534" y="441"/>
                    <a:pt x="520" y="404"/>
                    <a:pt x="495" y="393"/>
                  </a:cubicBezTo>
                  <a:cubicBezTo>
                    <a:pt x="469" y="381"/>
                    <a:pt x="430" y="373"/>
                    <a:pt x="402" y="351"/>
                  </a:cubicBezTo>
                  <a:cubicBezTo>
                    <a:pt x="373" y="330"/>
                    <a:pt x="354" y="307"/>
                    <a:pt x="347" y="311"/>
                  </a:cubicBezTo>
                  <a:cubicBezTo>
                    <a:pt x="343" y="313"/>
                    <a:pt x="343" y="327"/>
                    <a:pt x="344" y="349"/>
                  </a:cubicBezTo>
                  <a:cubicBezTo>
                    <a:pt x="345" y="370"/>
                    <a:pt x="345" y="397"/>
                    <a:pt x="348" y="421"/>
                  </a:cubicBezTo>
                  <a:cubicBezTo>
                    <a:pt x="351" y="445"/>
                    <a:pt x="370" y="510"/>
                    <a:pt x="369" y="529"/>
                  </a:cubicBezTo>
                  <a:cubicBezTo>
                    <a:pt x="367" y="547"/>
                    <a:pt x="366" y="548"/>
                    <a:pt x="366" y="548"/>
                  </a:cubicBezTo>
                  <a:cubicBezTo>
                    <a:pt x="368" y="551"/>
                    <a:pt x="368" y="551"/>
                    <a:pt x="368" y="551"/>
                  </a:cubicBezTo>
                  <a:cubicBezTo>
                    <a:pt x="374" y="558"/>
                    <a:pt x="397" y="554"/>
                    <a:pt x="439" y="546"/>
                  </a:cubicBezTo>
                  <a:cubicBezTo>
                    <a:pt x="482" y="537"/>
                    <a:pt x="503" y="501"/>
                    <a:pt x="518" y="483"/>
                  </a:cubicBezTo>
                  <a:cubicBezTo>
                    <a:pt x="523" y="477"/>
                    <a:pt x="527" y="470"/>
                    <a:pt x="531" y="463"/>
                  </a:cubicBezTo>
                  <a:cubicBezTo>
                    <a:pt x="532" y="460"/>
                    <a:pt x="533" y="457"/>
                    <a:pt x="534" y="455"/>
                  </a:cubicBezTo>
                  <a:lnTo>
                    <a:pt x="534" y="453"/>
                  </a:lnTo>
                  <a:close/>
                  <a:moveTo>
                    <a:pt x="550" y="439"/>
                  </a:moveTo>
                  <a:cubicBezTo>
                    <a:pt x="550" y="440"/>
                    <a:pt x="552" y="438"/>
                    <a:pt x="554" y="436"/>
                  </a:cubicBezTo>
                  <a:cubicBezTo>
                    <a:pt x="561" y="427"/>
                    <a:pt x="566" y="414"/>
                    <a:pt x="573" y="399"/>
                  </a:cubicBezTo>
                  <a:cubicBezTo>
                    <a:pt x="584" y="375"/>
                    <a:pt x="623" y="323"/>
                    <a:pt x="609" y="282"/>
                  </a:cubicBezTo>
                  <a:cubicBezTo>
                    <a:pt x="607" y="278"/>
                    <a:pt x="600" y="269"/>
                    <a:pt x="596" y="257"/>
                  </a:cubicBezTo>
                  <a:cubicBezTo>
                    <a:pt x="592" y="246"/>
                    <a:pt x="585" y="228"/>
                    <a:pt x="580" y="226"/>
                  </a:cubicBezTo>
                  <a:cubicBezTo>
                    <a:pt x="577" y="221"/>
                    <a:pt x="568" y="227"/>
                    <a:pt x="565" y="221"/>
                  </a:cubicBezTo>
                  <a:cubicBezTo>
                    <a:pt x="565" y="214"/>
                    <a:pt x="562" y="199"/>
                    <a:pt x="561" y="193"/>
                  </a:cubicBezTo>
                  <a:cubicBezTo>
                    <a:pt x="561" y="191"/>
                    <a:pt x="561" y="190"/>
                    <a:pt x="561" y="188"/>
                  </a:cubicBezTo>
                  <a:cubicBezTo>
                    <a:pt x="560" y="188"/>
                    <a:pt x="560" y="188"/>
                    <a:pt x="560" y="188"/>
                  </a:cubicBezTo>
                  <a:cubicBezTo>
                    <a:pt x="556" y="165"/>
                    <a:pt x="566" y="164"/>
                    <a:pt x="559" y="136"/>
                  </a:cubicBezTo>
                  <a:cubicBezTo>
                    <a:pt x="551" y="108"/>
                    <a:pt x="534" y="103"/>
                    <a:pt x="504" y="87"/>
                  </a:cubicBezTo>
                  <a:cubicBezTo>
                    <a:pt x="479" y="73"/>
                    <a:pt x="454" y="59"/>
                    <a:pt x="439" y="50"/>
                  </a:cubicBezTo>
                  <a:cubicBezTo>
                    <a:pt x="437" y="48"/>
                    <a:pt x="436" y="51"/>
                    <a:pt x="437" y="55"/>
                  </a:cubicBezTo>
                  <a:cubicBezTo>
                    <a:pt x="437" y="55"/>
                    <a:pt x="425" y="54"/>
                    <a:pt x="419" y="49"/>
                  </a:cubicBezTo>
                  <a:cubicBezTo>
                    <a:pt x="406" y="35"/>
                    <a:pt x="378" y="20"/>
                    <a:pt x="357" y="10"/>
                  </a:cubicBezTo>
                  <a:cubicBezTo>
                    <a:pt x="336" y="0"/>
                    <a:pt x="314" y="1"/>
                    <a:pt x="287" y="9"/>
                  </a:cubicBezTo>
                  <a:cubicBezTo>
                    <a:pt x="274" y="13"/>
                    <a:pt x="264" y="16"/>
                    <a:pt x="256" y="20"/>
                  </a:cubicBezTo>
                  <a:cubicBezTo>
                    <a:pt x="252" y="21"/>
                    <a:pt x="249" y="23"/>
                    <a:pt x="248" y="25"/>
                  </a:cubicBezTo>
                  <a:cubicBezTo>
                    <a:pt x="242" y="25"/>
                    <a:pt x="242" y="25"/>
                    <a:pt x="242" y="25"/>
                  </a:cubicBezTo>
                  <a:cubicBezTo>
                    <a:pt x="242" y="25"/>
                    <a:pt x="240" y="31"/>
                    <a:pt x="239" y="42"/>
                  </a:cubicBezTo>
                  <a:cubicBezTo>
                    <a:pt x="238" y="45"/>
                    <a:pt x="238" y="49"/>
                    <a:pt x="237" y="53"/>
                  </a:cubicBezTo>
                  <a:cubicBezTo>
                    <a:pt x="237" y="62"/>
                    <a:pt x="237" y="73"/>
                    <a:pt x="238" y="83"/>
                  </a:cubicBezTo>
                  <a:cubicBezTo>
                    <a:pt x="240" y="101"/>
                    <a:pt x="244" y="118"/>
                    <a:pt x="251" y="130"/>
                  </a:cubicBezTo>
                  <a:cubicBezTo>
                    <a:pt x="251" y="131"/>
                    <a:pt x="251" y="131"/>
                    <a:pt x="251" y="131"/>
                  </a:cubicBezTo>
                  <a:cubicBezTo>
                    <a:pt x="240" y="122"/>
                    <a:pt x="230" y="114"/>
                    <a:pt x="222" y="108"/>
                  </a:cubicBezTo>
                  <a:cubicBezTo>
                    <a:pt x="220" y="106"/>
                    <a:pt x="217" y="104"/>
                    <a:pt x="215" y="102"/>
                  </a:cubicBezTo>
                  <a:cubicBezTo>
                    <a:pt x="200" y="92"/>
                    <a:pt x="183" y="87"/>
                    <a:pt x="168" y="83"/>
                  </a:cubicBezTo>
                  <a:cubicBezTo>
                    <a:pt x="166" y="82"/>
                    <a:pt x="166" y="82"/>
                    <a:pt x="166" y="82"/>
                  </a:cubicBezTo>
                  <a:cubicBezTo>
                    <a:pt x="161" y="83"/>
                    <a:pt x="152" y="79"/>
                    <a:pt x="153" y="114"/>
                  </a:cubicBezTo>
                  <a:cubicBezTo>
                    <a:pt x="155" y="149"/>
                    <a:pt x="181" y="227"/>
                    <a:pt x="186" y="243"/>
                  </a:cubicBezTo>
                  <a:cubicBezTo>
                    <a:pt x="193" y="262"/>
                    <a:pt x="200" y="286"/>
                    <a:pt x="212" y="305"/>
                  </a:cubicBezTo>
                  <a:cubicBezTo>
                    <a:pt x="232" y="339"/>
                    <a:pt x="249" y="353"/>
                    <a:pt x="284" y="387"/>
                  </a:cubicBezTo>
                  <a:cubicBezTo>
                    <a:pt x="319" y="421"/>
                    <a:pt x="347" y="451"/>
                    <a:pt x="346" y="441"/>
                  </a:cubicBezTo>
                  <a:cubicBezTo>
                    <a:pt x="332" y="374"/>
                    <a:pt x="345" y="329"/>
                    <a:pt x="335" y="285"/>
                  </a:cubicBezTo>
                  <a:cubicBezTo>
                    <a:pt x="365" y="315"/>
                    <a:pt x="410" y="350"/>
                    <a:pt x="462" y="375"/>
                  </a:cubicBezTo>
                  <a:cubicBezTo>
                    <a:pt x="469" y="378"/>
                    <a:pt x="487" y="386"/>
                    <a:pt x="493" y="381"/>
                  </a:cubicBezTo>
                  <a:cubicBezTo>
                    <a:pt x="500" y="374"/>
                    <a:pt x="500" y="329"/>
                    <a:pt x="491" y="293"/>
                  </a:cubicBezTo>
                  <a:cubicBezTo>
                    <a:pt x="484" y="260"/>
                    <a:pt x="449" y="230"/>
                    <a:pt x="419" y="223"/>
                  </a:cubicBezTo>
                  <a:cubicBezTo>
                    <a:pt x="388" y="215"/>
                    <a:pt x="320" y="186"/>
                    <a:pt x="316" y="194"/>
                  </a:cubicBezTo>
                  <a:cubicBezTo>
                    <a:pt x="311" y="197"/>
                    <a:pt x="318" y="220"/>
                    <a:pt x="322" y="239"/>
                  </a:cubicBezTo>
                  <a:cubicBezTo>
                    <a:pt x="322" y="239"/>
                    <a:pt x="314" y="223"/>
                    <a:pt x="313" y="215"/>
                  </a:cubicBezTo>
                  <a:cubicBezTo>
                    <a:pt x="306" y="195"/>
                    <a:pt x="296" y="174"/>
                    <a:pt x="280" y="153"/>
                  </a:cubicBezTo>
                  <a:cubicBezTo>
                    <a:pt x="280" y="153"/>
                    <a:pt x="279" y="153"/>
                    <a:pt x="279" y="153"/>
                  </a:cubicBezTo>
                  <a:cubicBezTo>
                    <a:pt x="296" y="165"/>
                    <a:pt x="316" y="178"/>
                    <a:pt x="339" y="190"/>
                  </a:cubicBezTo>
                  <a:cubicBezTo>
                    <a:pt x="358" y="200"/>
                    <a:pt x="379" y="208"/>
                    <a:pt x="402" y="215"/>
                  </a:cubicBezTo>
                  <a:cubicBezTo>
                    <a:pt x="415" y="219"/>
                    <a:pt x="429" y="222"/>
                    <a:pt x="444" y="225"/>
                  </a:cubicBezTo>
                  <a:cubicBezTo>
                    <a:pt x="454" y="227"/>
                    <a:pt x="469" y="230"/>
                    <a:pt x="474" y="233"/>
                  </a:cubicBezTo>
                  <a:cubicBezTo>
                    <a:pt x="511" y="309"/>
                    <a:pt x="494" y="385"/>
                    <a:pt x="518" y="407"/>
                  </a:cubicBezTo>
                  <a:cubicBezTo>
                    <a:pt x="527" y="415"/>
                    <a:pt x="545" y="427"/>
                    <a:pt x="548" y="439"/>
                  </a:cubicBezTo>
                  <a:lnTo>
                    <a:pt x="550" y="439"/>
                  </a:lnTo>
                  <a:close/>
                  <a:moveTo>
                    <a:pt x="349" y="545"/>
                  </a:moveTo>
                  <a:cubicBezTo>
                    <a:pt x="361" y="490"/>
                    <a:pt x="319" y="422"/>
                    <a:pt x="265" y="373"/>
                  </a:cubicBezTo>
                  <a:cubicBezTo>
                    <a:pt x="227" y="344"/>
                    <a:pt x="190" y="327"/>
                    <a:pt x="175" y="313"/>
                  </a:cubicBezTo>
                  <a:cubicBezTo>
                    <a:pt x="161" y="299"/>
                    <a:pt x="102" y="239"/>
                    <a:pt x="89" y="247"/>
                  </a:cubicBezTo>
                  <a:cubicBezTo>
                    <a:pt x="76" y="255"/>
                    <a:pt x="77" y="287"/>
                    <a:pt x="80" y="311"/>
                  </a:cubicBezTo>
                  <a:cubicBezTo>
                    <a:pt x="83" y="336"/>
                    <a:pt x="115" y="424"/>
                    <a:pt x="110" y="441"/>
                  </a:cubicBezTo>
                  <a:cubicBezTo>
                    <a:pt x="106" y="454"/>
                    <a:pt x="104" y="459"/>
                    <a:pt x="104" y="460"/>
                  </a:cubicBezTo>
                  <a:cubicBezTo>
                    <a:pt x="104" y="461"/>
                    <a:pt x="104" y="461"/>
                    <a:pt x="104" y="461"/>
                  </a:cubicBezTo>
                  <a:cubicBezTo>
                    <a:pt x="106" y="467"/>
                    <a:pt x="120" y="487"/>
                    <a:pt x="124" y="491"/>
                  </a:cubicBezTo>
                  <a:cubicBezTo>
                    <a:pt x="142" y="507"/>
                    <a:pt x="167" y="533"/>
                    <a:pt x="197" y="547"/>
                  </a:cubicBezTo>
                  <a:cubicBezTo>
                    <a:pt x="236" y="565"/>
                    <a:pt x="263" y="559"/>
                    <a:pt x="292" y="557"/>
                  </a:cubicBezTo>
                  <a:cubicBezTo>
                    <a:pt x="307" y="556"/>
                    <a:pt x="323" y="555"/>
                    <a:pt x="337" y="553"/>
                  </a:cubicBezTo>
                  <a:cubicBezTo>
                    <a:pt x="342" y="552"/>
                    <a:pt x="346" y="550"/>
                    <a:pt x="348" y="548"/>
                  </a:cubicBezTo>
                  <a:lnTo>
                    <a:pt x="349" y="545"/>
                  </a:lnTo>
                  <a:close/>
                  <a:moveTo>
                    <a:pt x="98" y="454"/>
                  </a:moveTo>
                  <a:cubicBezTo>
                    <a:pt x="106" y="440"/>
                    <a:pt x="89" y="372"/>
                    <a:pt x="82" y="341"/>
                  </a:cubicBezTo>
                  <a:cubicBezTo>
                    <a:pt x="75" y="311"/>
                    <a:pt x="72" y="268"/>
                    <a:pt x="71" y="246"/>
                  </a:cubicBezTo>
                  <a:cubicBezTo>
                    <a:pt x="72" y="246"/>
                    <a:pt x="72" y="246"/>
                    <a:pt x="72" y="246"/>
                  </a:cubicBezTo>
                  <a:cubicBezTo>
                    <a:pt x="70" y="223"/>
                    <a:pt x="70" y="202"/>
                    <a:pt x="71" y="183"/>
                  </a:cubicBezTo>
                  <a:cubicBezTo>
                    <a:pt x="75" y="200"/>
                    <a:pt x="85" y="216"/>
                    <a:pt x="99" y="233"/>
                  </a:cubicBezTo>
                  <a:cubicBezTo>
                    <a:pt x="121" y="260"/>
                    <a:pt x="156" y="288"/>
                    <a:pt x="198" y="324"/>
                  </a:cubicBezTo>
                  <a:cubicBezTo>
                    <a:pt x="208" y="330"/>
                    <a:pt x="218" y="330"/>
                    <a:pt x="210" y="313"/>
                  </a:cubicBezTo>
                  <a:cubicBezTo>
                    <a:pt x="188" y="272"/>
                    <a:pt x="172" y="220"/>
                    <a:pt x="161" y="175"/>
                  </a:cubicBezTo>
                  <a:cubicBezTo>
                    <a:pt x="155" y="154"/>
                    <a:pt x="151" y="133"/>
                    <a:pt x="148" y="117"/>
                  </a:cubicBezTo>
                  <a:cubicBezTo>
                    <a:pt x="141" y="88"/>
                    <a:pt x="133" y="81"/>
                    <a:pt x="133" y="81"/>
                  </a:cubicBezTo>
                  <a:cubicBezTo>
                    <a:pt x="132" y="81"/>
                    <a:pt x="132" y="80"/>
                    <a:pt x="132" y="80"/>
                  </a:cubicBezTo>
                  <a:cubicBezTo>
                    <a:pt x="134" y="79"/>
                    <a:pt x="135" y="79"/>
                    <a:pt x="137" y="78"/>
                  </a:cubicBezTo>
                  <a:cubicBezTo>
                    <a:pt x="144" y="76"/>
                    <a:pt x="151" y="73"/>
                    <a:pt x="158" y="69"/>
                  </a:cubicBezTo>
                  <a:cubicBezTo>
                    <a:pt x="158" y="69"/>
                    <a:pt x="158" y="69"/>
                    <a:pt x="159" y="69"/>
                  </a:cubicBezTo>
                  <a:cubicBezTo>
                    <a:pt x="181" y="78"/>
                    <a:pt x="227" y="112"/>
                    <a:pt x="236" y="111"/>
                  </a:cubicBezTo>
                  <a:cubicBezTo>
                    <a:pt x="245" y="110"/>
                    <a:pt x="219" y="52"/>
                    <a:pt x="232" y="25"/>
                  </a:cubicBezTo>
                  <a:cubicBezTo>
                    <a:pt x="229" y="22"/>
                    <a:pt x="229" y="22"/>
                    <a:pt x="229" y="22"/>
                  </a:cubicBezTo>
                  <a:cubicBezTo>
                    <a:pt x="229" y="21"/>
                    <a:pt x="227" y="20"/>
                    <a:pt x="221" y="20"/>
                  </a:cubicBezTo>
                  <a:cubicBezTo>
                    <a:pt x="205" y="20"/>
                    <a:pt x="165" y="25"/>
                    <a:pt x="134" y="32"/>
                  </a:cubicBezTo>
                  <a:cubicBezTo>
                    <a:pt x="104" y="38"/>
                    <a:pt x="101" y="75"/>
                    <a:pt x="87" y="92"/>
                  </a:cubicBezTo>
                  <a:cubicBezTo>
                    <a:pt x="76" y="104"/>
                    <a:pt x="75" y="110"/>
                    <a:pt x="81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76" y="112"/>
                    <a:pt x="67" y="119"/>
                    <a:pt x="57" y="129"/>
                  </a:cubicBezTo>
                  <a:cubicBezTo>
                    <a:pt x="40" y="145"/>
                    <a:pt x="20" y="155"/>
                    <a:pt x="8" y="196"/>
                  </a:cubicBezTo>
                  <a:cubicBezTo>
                    <a:pt x="0" y="225"/>
                    <a:pt x="13" y="253"/>
                    <a:pt x="20" y="274"/>
                  </a:cubicBezTo>
                  <a:cubicBezTo>
                    <a:pt x="20" y="276"/>
                    <a:pt x="21" y="277"/>
                    <a:pt x="23" y="277"/>
                  </a:cubicBezTo>
                  <a:cubicBezTo>
                    <a:pt x="23" y="277"/>
                    <a:pt x="21" y="297"/>
                    <a:pt x="15" y="300"/>
                  </a:cubicBezTo>
                  <a:cubicBezTo>
                    <a:pt x="13" y="300"/>
                    <a:pt x="11" y="306"/>
                    <a:pt x="13" y="317"/>
                  </a:cubicBezTo>
                  <a:cubicBezTo>
                    <a:pt x="16" y="337"/>
                    <a:pt x="12" y="365"/>
                    <a:pt x="22" y="399"/>
                  </a:cubicBezTo>
                  <a:cubicBezTo>
                    <a:pt x="29" y="426"/>
                    <a:pt x="60" y="441"/>
                    <a:pt x="85" y="451"/>
                  </a:cubicBezTo>
                  <a:cubicBezTo>
                    <a:pt x="89" y="453"/>
                    <a:pt x="95" y="455"/>
                    <a:pt x="97" y="454"/>
                  </a:cubicBezTo>
                  <a:lnTo>
                    <a:pt x="98" y="454"/>
                  </a:lnTo>
                  <a:close/>
                  <a:moveTo>
                    <a:pt x="474" y="200"/>
                  </a:moveTo>
                  <a:cubicBezTo>
                    <a:pt x="460" y="195"/>
                    <a:pt x="469" y="211"/>
                    <a:pt x="471" y="225"/>
                  </a:cubicBezTo>
                  <a:cubicBezTo>
                    <a:pt x="453" y="199"/>
                    <a:pt x="453" y="199"/>
                    <a:pt x="453" y="199"/>
                  </a:cubicBezTo>
                  <a:cubicBezTo>
                    <a:pt x="453" y="199"/>
                    <a:pt x="453" y="199"/>
                    <a:pt x="453" y="199"/>
                  </a:cubicBezTo>
                  <a:cubicBezTo>
                    <a:pt x="447" y="192"/>
                    <a:pt x="441" y="185"/>
                    <a:pt x="434" y="178"/>
                  </a:cubicBezTo>
                  <a:cubicBezTo>
                    <a:pt x="426" y="171"/>
                    <a:pt x="427" y="167"/>
                    <a:pt x="414" y="158"/>
                  </a:cubicBezTo>
                  <a:cubicBezTo>
                    <a:pt x="394" y="146"/>
                    <a:pt x="383" y="130"/>
                    <a:pt x="375" y="114"/>
                  </a:cubicBezTo>
                  <a:cubicBezTo>
                    <a:pt x="371" y="105"/>
                    <a:pt x="367" y="96"/>
                    <a:pt x="362" y="88"/>
                  </a:cubicBezTo>
                  <a:cubicBezTo>
                    <a:pt x="358" y="81"/>
                    <a:pt x="352" y="74"/>
                    <a:pt x="345" y="68"/>
                  </a:cubicBezTo>
                  <a:cubicBezTo>
                    <a:pt x="341" y="64"/>
                    <a:pt x="335" y="60"/>
                    <a:pt x="328" y="57"/>
                  </a:cubicBezTo>
                  <a:cubicBezTo>
                    <a:pt x="329" y="57"/>
                    <a:pt x="330" y="57"/>
                    <a:pt x="330" y="57"/>
                  </a:cubicBezTo>
                  <a:cubicBezTo>
                    <a:pt x="343" y="56"/>
                    <a:pt x="352" y="55"/>
                    <a:pt x="359" y="54"/>
                  </a:cubicBezTo>
                  <a:cubicBezTo>
                    <a:pt x="372" y="52"/>
                    <a:pt x="372" y="52"/>
                    <a:pt x="372" y="52"/>
                  </a:cubicBezTo>
                  <a:cubicBezTo>
                    <a:pt x="373" y="75"/>
                    <a:pt x="388" y="150"/>
                    <a:pt x="447" y="177"/>
                  </a:cubicBezTo>
                  <a:cubicBezTo>
                    <a:pt x="449" y="179"/>
                    <a:pt x="449" y="179"/>
                    <a:pt x="449" y="179"/>
                  </a:cubicBezTo>
                  <a:cubicBezTo>
                    <a:pt x="495" y="204"/>
                    <a:pt x="538" y="221"/>
                    <a:pt x="569" y="226"/>
                  </a:cubicBezTo>
                  <a:cubicBezTo>
                    <a:pt x="541" y="222"/>
                    <a:pt x="487" y="205"/>
                    <a:pt x="474" y="200"/>
                  </a:cubicBezTo>
                  <a:close/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1" name="Freeform 6">
              <a:extLst>
                <a:ext uri="{FF2B5EF4-FFF2-40B4-BE49-F238E27FC236}">
                  <a16:creationId xmlns:a16="http://schemas.microsoft.com/office/drawing/2014/main" id="{A568BCF0-D21E-4657-99F4-8EFE61CF4F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0" y="2630"/>
              <a:ext cx="1432" cy="1385"/>
            </a:xfrm>
            <a:custGeom>
              <a:avLst/>
              <a:gdLst>
                <a:gd name="T0" fmla="*/ 423 w 623"/>
                <a:gd name="T1" fmla="*/ 4496 h 565"/>
                <a:gd name="T2" fmla="*/ 1225 w 623"/>
                <a:gd name="T3" fmla="*/ 1400 h 565"/>
                <a:gd name="T4" fmla="*/ 1664 w 623"/>
                <a:gd name="T5" fmla="*/ 1147 h 565"/>
                <a:gd name="T6" fmla="*/ 1954 w 623"/>
                <a:gd name="T7" fmla="*/ 1034 h 565"/>
                <a:gd name="T8" fmla="*/ 2816 w 623"/>
                <a:gd name="T9" fmla="*/ 368 h 565"/>
                <a:gd name="T10" fmla="*/ 1627 w 623"/>
                <a:gd name="T11" fmla="*/ 468 h 565"/>
                <a:gd name="T12" fmla="*/ 984 w 623"/>
                <a:gd name="T13" fmla="*/ 1606 h 565"/>
                <a:gd name="T14" fmla="*/ 244 w 623"/>
                <a:gd name="T15" fmla="*/ 4037 h 565"/>
                <a:gd name="T16" fmla="*/ 159 w 623"/>
                <a:gd name="T17" fmla="*/ 4670 h 565"/>
                <a:gd name="T18" fmla="*/ 1179 w 623"/>
                <a:gd name="T19" fmla="*/ 6687 h 565"/>
                <a:gd name="T20" fmla="*/ 1179 w 623"/>
                <a:gd name="T21" fmla="*/ 6599 h 565"/>
                <a:gd name="T22" fmla="*/ 4882 w 623"/>
                <a:gd name="T23" fmla="*/ 5167 h 565"/>
                <a:gd name="T24" fmla="*/ 4227 w 623"/>
                <a:gd name="T25" fmla="*/ 6202 h 565"/>
                <a:gd name="T26" fmla="*/ 4471 w 623"/>
                <a:gd name="T27" fmla="*/ 8119 h 565"/>
                <a:gd name="T28" fmla="*/ 6452 w 623"/>
                <a:gd name="T29" fmla="*/ 6820 h 565"/>
                <a:gd name="T30" fmla="*/ 6013 w 623"/>
                <a:gd name="T31" fmla="*/ 5788 h 565"/>
                <a:gd name="T32" fmla="*/ 3620 w 623"/>
                <a:gd name="T33" fmla="*/ 2812 h 565"/>
                <a:gd name="T34" fmla="*/ 2161 w 623"/>
                <a:gd name="T35" fmla="*/ 3197 h 565"/>
                <a:gd name="T36" fmla="*/ 3450 w 623"/>
                <a:gd name="T37" fmla="*/ 5702 h 565"/>
                <a:gd name="T38" fmla="*/ 5611 w 623"/>
                <a:gd name="T39" fmla="*/ 5523 h 565"/>
                <a:gd name="T40" fmla="*/ 5004 w 623"/>
                <a:gd name="T41" fmla="*/ 3358 h 565"/>
                <a:gd name="T42" fmla="*/ 3947 w 623"/>
                <a:gd name="T43" fmla="*/ 3035 h 565"/>
                <a:gd name="T44" fmla="*/ 3731 w 623"/>
                <a:gd name="T45" fmla="*/ 2944 h 565"/>
                <a:gd name="T46" fmla="*/ 2767 w 623"/>
                <a:gd name="T47" fmla="*/ 5126 h 565"/>
                <a:gd name="T48" fmla="*/ 1758 w 623"/>
                <a:gd name="T49" fmla="*/ 4170 h 565"/>
                <a:gd name="T50" fmla="*/ 1421 w 623"/>
                <a:gd name="T51" fmla="*/ 5449 h 565"/>
                <a:gd name="T52" fmla="*/ 2308 w 623"/>
                <a:gd name="T53" fmla="*/ 7234 h 565"/>
                <a:gd name="T54" fmla="*/ 1712 w 623"/>
                <a:gd name="T55" fmla="*/ 6994 h 565"/>
                <a:gd name="T56" fmla="*/ 1653 w 623"/>
                <a:gd name="T57" fmla="*/ 6981 h 565"/>
                <a:gd name="T58" fmla="*/ 1262 w 623"/>
                <a:gd name="T59" fmla="*/ 6790 h 565"/>
                <a:gd name="T60" fmla="*/ 3544 w 623"/>
                <a:gd name="T61" fmla="*/ 8202 h 565"/>
                <a:gd name="T62" fmla="*/ 4236 w 623"/>
                <a:gd name="T63" fmla="*/ 8028 h 565"/>
                <a:gd name="T64" fmla="*/ 5452 w 623"/>
                <a:gd name="T65" fmla="*/ 2638 h 565"/>
                <a:gd name="T66" fmla="*/ 6050 w 623"/>
                <a:gd name="T67" fmla="*/ 2182 h 565"/>
                <a:gd name="T68" fmla="*/ 5427 w 623"/>
                <a:gd name="T69" fmla="*/ 2608 h 565"/>
                <a:gd name="T70" fmla="*/ 7043 w 623"/>
                <a:gd name="T71" fmla="*/ 3329 h 565"/>
                <a:gd name="T72" fmla="*/ 6811 w 623"/>
                <a:gd name="T73" fmla="*/ 2770 h 565"/>
                <a:gd name="T74" fmla="*/ 6119 w 623"/>
                <a:gd name="T75" fmla="*/ 1280 h 565"/>
                <a:gd name="T76" fmla="*/ 5089 w 623"/>
                <a:gd name="T77" fmla="*/ 721 h 565"/>
                <a:gd name="T78" fmla="*/ 3108 w 623"/>
                <a:gd name="T79" fmla="*/ 294 h 565"/>
                <a:gd name="T80" fmla="*/ 2901 w 623"/>
                <a:gd name="T81" fmla="*/ 618 h 565"/>
                <a:gd name="T82" fmla="*/ 3983 w 623"/>
                <a:gd name="T83" fmla="*/ 841 h 565"/>
                <a:gd name="T84" fmla="*/ 4432 w 623"/>
                <a:gd name="T85" fmla="*/ 782 h 565"/>
                <a:gd name="T86" fmla="*/ 5199 w 623"/>
                <a:gd name="T87" fmla="*/ 853 h 565"/>
                <a:gd name="T88" fmla="*/ 6836 w 623"/>
                <a:gd name="T89" fmla="*/ 3317 h 565"/>
                <a:gd name="T90" fmla="*/ 6900 w 623"/>
                <a:gd name="T91" fmla="*/ 3432 h 565"/>
                <a:gd name="T92" fmla="*/ 7080 w 623"/>
                <a:gd name="T93" fmla="*/ 3665 h 565"/>
                <a:gd name="T94" fmla="*/ 6790 w 623"/>
                <a:gd name="T95" fmla="*/ 3432 h 565"/>
                <a:gd name="T96" fmla="*/ 5721 w 623"/>
                <a:gd name="T97" fmla="*/ 3317 h 565"/>
                <a:gd name="T98" fmla="*/ 5273 w 623"/>
                <a:gd name="T99" fmla="*/ 2620 h 565"/>
                <a:gd name="T100" fmla="*/ 4613 w 623"/>
                <a:gd name="T101" fmla="*/ 2272 h 565"/>
                <a:gd name="T102" fmla="*/ 4882 w 623"/>
                <a:gd name="T103" fmla="*/ 3167 h 565"/>
                <a:gd name="T104" fmla="*/ 6293 w 623"/>
                <a:gd name="T105" fmla="*/ 5996 h 565"/>
                <a:gd name="T106" fmla="*/ 6726 w 623"/>
                <a:gd name="T107" fmla="*/ 6422 h 565"/>
                <a:gd name="T108" fmla="*/ 7054 w 623"/>
                <a:gd name="T109" fmla="*/ 3400 h 565"/>
                <a:gd name="T110" fmla="*/ 7054 w 623"/>
                <a:gd name="T111" fmla="*/ 3400 h 5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23" h="565">
                  <a:moveTo>
                    <a:pt x="65" y="379"/>
                  </a:moveTo>
                  <a:cubicBezTo>
                    <a:pt x="39" y="356"/>
                    <a:pt x="34" y="332"/>
                    <a:pt x="28" y="316"/>
                  </a:cubicBezTo>
                  <a:cubicBezTo>
                    <a:pt x="31" y="316"/>
                    <a:pt x="34" y="313"/>
                    <a:pt x="35" y="305"/>
                  </a:cubicBezTo>
                  <a:cubicBezTo>
                    <a:pt x="39" y="284"/>
                    <a:pt x="49" y="253"/>
                    <a:pt x="50" y="219"/>
                  </a:cubicBezTo>
                  <a:cubicBezTo>
                    <a:pt x="51" y="185"/>
                    <a:pt x="51" y="161"/>
                    <a:pt x="68" y="142"/>
                  </a:cubicBezTo>
                  <a:cubicBezTo>
                    <a:pt x="83" y="124"/>
                    <a:pt x="94" y="109"/>
                    <a:pt x="101" y="95"/>
                  </a:cubicBezTo>
                  <a:cubicBezTo>
                    <a:pt x="108" y="90"/>
                    <a:pt x="115" y="84"/>
                    <a:pt x="132" y="80"/>
                  </a:cubicBezTo>
                  <a:cubicBezTo>
                    <a:pt x="132" y="80"/>
                    <a:pt x="132" y="80"/>
                    <a:pt x="132" y="80"/>
                  </a:cubicBezTo>
                  <a:cubicBezTo>
                    <a:pt x="134" y="79"/>
                    <a:pt x="135" y="79"/>
                    <a:pt x="137" y="78"/>
                  </a:cubicBezTo>
                  <a:cubicBezTo>
                    <a:pt x="144" y="76"/>
                    <a:pt x="151" y="73"/>
                    <a:pt x="158" y="69"/>
                  </a:cubicBezTo>
                  <a:cubicBezTo>
                    <a:pt x="158" y="69"/>
                    <a:pt x="158" y="69"/>
                    <a:pt x="159" y="69"/>
                  </a:cubicBezTo>
                  <a:cubicBezTo>
                    <a:pt x="159" y="69"/>
                    <a:pt x="160" y="70"/>
                    <a:pt x="161" y="70"/>
                  </a:cubicBezTo>
                  <a:cubicBezTo>
                    <a:pt x="184" y="61"/>
                    <a:pt x="206" y="48"/>
                    <a:pt x="220" y="37"/>
                  </a:cubicBezTo>
                  <a:cubicBezTo>
                    <a:pt x="221" y="39"/>
                    <a:pt x="223" y="40"/>
                    <a:pt x="229" y="41"/>
                  </a:cubicBezTo>
                  <a:cubicBezTo>
                    <a:pt x="229" y="35"/>
                    <a:pt x="230" y="29"/>
                    <a:pt x="232" y="25"/>
                  </a:cubicBezTo>
                  <a:cubicBezTo>
                    <a:pt x="229" y="22"/>
                    <a:pt x="229" y="22"/>
                    <a:pt x="229" y="22"/>
                  </a:cubicBezTo>
                  <a:cubicBezTo>
                    <a:pt x="229" y="21"/>
                    <a:pt x="227" y="20"/>
                    <a:pt x="221" y="20"/>
                  </a:cubicBezTo>
                  <a:cubicBezTo>
                    <a:pt x="205" y="20"/>
                    <a:pt x="165" y="25"/>
                    <a:pt x="134" y="32"/>
                  </a:cubicBezTo>
                  <a:cubicBezTo>
                    <a:pt x="104" y="38"/>
                    <a:pt x="101" y="75"/>
                    <a:pt x="87" y="92"/>
                  </a:cubicBezTo>
                  <a:cubicBezTo>
                    <a:pt x="76" y="104"/>
                    <a:pt x="75" y="110"/>
                    <a:pt x="81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76" y="112"/>
                    <a:pt x="67" y="119"/>
                    <a:pt x="57" y="129"/>
                  </a:cubicBezTo>
                  <a:cubicBezTo>
                    <a:pt x="40" y="145"/>
                    <a:pt x="20" y="155"/>
                    <a:pt x="8" y="196"/>
                  </a:cubicBezTo>
                  <a:cubicBezTo>
                    <a:pt x="0" y="225"/>
                    <a:pt x="13" y="253"/>
                    <a:pt x="20" y="274"/>
                  </a:cubicBezTo>
                  <a:cubicBezTo>
                    <a:pt x="20" y="276"/>
                    <a:pt x="21" y="277"/>
                    <a:pt x="23" y="277"/>
                  </a:cubicBezTo>
                  <a:cubicBezTo>
                    <a:pt x="23" y="277"/>
                    <a:pt x="21" y="297"/>
                    <a:pt x="15" y="300"/>
                  </a:cubicBezTo>
                  <a:cubicBezTo>
                    <a:pt x="13" y="300"/>
                    <a:pt x="11" y="306"/>
                    <a:pt x="13" y="317"/>
                  </a:cubicBezTo>
                  <a:cubicBezTo>
                    <a:pt x="16" y="337"/>
                    <a:pt x="12" y="365"/>
                    <a:pt x="22" y="399"/>
                  </a:cubicBezTo>
                  <a:cubicBezTo>
                    <a:pt x="29" y="426"/>
                    <a:pt x="60" y="441"/>
                    <a:pt x="85" y="451"/>
                  </a:cubicBezTo>
                  <a:cubicBezTo>
                    <a:pt x="89" y="453"/>
                    <a:pt x="95" y="455"/>
                    <a:pt x="97" y="454"/>
                  </a:cubicBezTo>
                  <a:cubicBezTo>
                    <a:pt x="98" y="454"/>
                    <a:pt x="98" y="454"/>
                    <a:pt x="98" y="454"/>
                  </a:cubicBezTo>
                  <a:cubicBezTo>
                    <a:pt x="98" y="453"/>
                    <a:pt x="99" y="452"/>
                    <a:pt x="99" y="451"/>
                  </a:cubicBezTo>
                  <a:cubicBezTo>
                    <a:pt x="98" y="450"/>
                    <a:pt x="97" y="449"/>
                    <a:pt x="97" y="448"/>
                  </a:cubicBezTo>
                  <a:cubicBezTo>
                    <a:pt x="81" y="434"/>
                    <a:pt x="92" y="402"/>
                    <a:pt x="65" y="379"/>
                  </a:cubicBezTo>
                  <a:close/>
                  <a:moveTo>
                    <a:pt x="495" y="393"/>
                  </a:moveTo>
                  <a:cubicBezTo>
                    <a:pt x="469" y="381"/>
                    <a:pt x="430" y="373"/>
                    <a:pt x="402" y="351"/>
                  </a:cubicBezTo>
                  <a:cubicBezTo>
                    <a:pt x="373" y="330"/>
                    <a:pt x="354" y="307"/>
                    <a:pt x="347" y="311"/>
                  </a:cubicBezTo>
                  <a:cubicBezTo>
                    <a:pt x="343" y="313"/>
                    <a:pt x="343" y="327"/>
                    <a:pt x="344" y="349"/>
                  </a:cubicBezTo>
                  <a:cubicBezTo>
                    <a:pt x="345" y="370"/>
                    <a:pt x="345" y="397"/>
                    <a:pt x="348" y="421"/>
                  </a:cubicBezTo>
                  <a:cubicBezTo>
                    <a:pt x="351" y="445"/>
                    <a:pt x="370" y="510"/>
                    <a:pt x="369" y="529"/>
                  </a:cubicBezTo>
                  <a:cubicBezTo>
                    <a:pt x="367" y="547"/>
                    <a:pt x="366" y="548"/>
                    <a:pt x="366" y="548"/>
                  </a:cubicBezTo>
                  <a:cubicBezTo>
                    <a:pt x="368" y="551"/>
                    <a:pt x="368" y="551"/>
                    <a:pt x="368" y="551"/>
                  </a:cubicBezTo>
                  <a:cubicBezTo>
                    <a:pt x="374" y="558"/>
                    <a:pt x="397" y="554"/>
                    <a:pt x="439" y="546"/>
                  </a:cubicBezTo>
                  <a:cubicBezTo>
                    <a:pt x="482" y="537"/>
                    <a:pt x="503" y="501"/>
                    <a:pt x="518" y="483"/>
                  </a:cubicBezTo>
                  <a:cubicBezTo>
                    <a:pt x="523" y="477"/>
                    <a:pt x="527" y="470"/>
                    <a:pt x="531" y="463"/>
                  </a:cubicBezTo>
                  <a:cubicBezTo>
                    <a:pt x="532" y="460"/>
                    <a:pt x="533" y="457"/>
                    <a:pt x="534" y="455"/>
                  </a:cubicBezTo>
                  <a:cubicBezTo>
                    <a:pt x="534" y="453"/>
                    <a:pt x="534" y="453"/>
                    <a:pt x="534" y="453"/>
                  </a:cubicBezTo>
                  <a:cubicBezTo>
                    <a:pt x="534" y="441"/>
                    <a:pt x="520" y="404"/>
                    <a:pt x="495" y="393"/>
                  </a:cubicBezTo>
                  <a:close/>
                  <a:moveTo>
                    <a:pt x="307" y="200"/>
                  </a:moveTo>
                  <a:cubicBezTo>
                    <a:pt x="307" y="201"/>
                    <a:pt x="307" y="201"/>
                    <a:pt x="307" y="202"/>
                  </a:cubicBezTo>
                  <a:cubicBezTo>
                    <a:pt x="302" y="199"/>
                    <a:pt x="302" y="195"/>
                    <a:pt x="298" y="191"/>
                  </a:cubicBezTo>
                  <a:cubicBezTo>
                    <a:pt x="290" y="183"/>
                    <a:pt x="284" y="188"/>
                    <a:pt x="275" y="192"/>
                  </a:cubicBezTo>
                  <a:cubicBezTo>
                    <a:pt x="254" y="200"/>
                    <a:pt x="236" y="197"/>
                    <a:pt x="215" y="190"/>
                  </a:cubicBezTo>
                  <a:cubicBezTo>
                    <a:pt x="193" y="183"/>
                    <a:pt x="180" y="199"/>
                    <a:pt x="178" y="217"/>
                  </a:cubicBezTo>
                  <a:cubicBezTo>
                    <a:pt x="181" y="229"/>
                    <a:pt x="184" y="239"/>
                    <a:pt x="186" y="243"/>
                  </a:cubicBezTo>
                  <a:cubicBezTo>
                    <a:pt x="193" y="262"/>
                    <a:pt x="200" y="286"/>
                    <a:pt x="212" y="305"/>
                  </a:cubicBezTo>
                  <a:cubicBezTo>
                    <a:pt x="232" y="339"/>
                    <a:pt x="249" y="353"/>
                    <a:pt x="284" y="387"/>
                  </a:cubicBezTo>
                  <a:cubicBezTo>
                    <a:pt x="319" y="421"/>
                    <a:pt x="347" y="451"/>
                    <a:pt x="346" y="441"/>
                  </a:cubicBezTo>
                  <a:cubicBezTo>
                    <a:pt x="332" y="374"/>
                    <a:pt x="345" y="329"/>
                    <a:pt x="335" y="285"/>
                  </a:cubicBezTo>
                  <a:cubicBezTo>
                    <a:pt x="365" y="315"/>
                    <a:pt x="410" y="350"/>
                    <a:pt x="462" y="375"/>
                  </a:cubicBezTo>
                  <a:cubicBezTo>
                    <a:pt x="469" y="378"/>
                    <a:pt x="487" y="386"/>
                    <a:pt x="493" y="381"/>
                  </a:cubicBezTo>
                  <a:cubicBezTo>
                    <a:pt x="500" y="374"/>
                    <a:pt x="500" y="329"/>
                    <a:pt x="491" y="293"/>
                  </a:cubicBezTo>
                  <a:cubicBezTo>
                    <a:pt x="484" y="260"/>
                    <a:pt x="443" y="236"/>
                    <a:pt x="412" y="228"/>
                  </a:cubicBezTo>
                  <a:cubicBezTo>
                    <a:pt x="402" y="226"/>
                    <a:pt x="399" y="224"/>
                    <a:pt x="384" y="219"/>
                  </a:cubicBezTo>
                  <a:cubicBezTo>
                    <a:pt x="371" y="218"/>
                    <a:pt x="354" y="218"/>
                    <a:pt x="343" y="213"/>
                  </a:cubicBezTo>
                  <a:cubicBezTo>
                    <a:pt x="338" y="211"/>
                    <a:pt x="333" y="206"/>
                    <a:pt x="325" y="206"/>
                  </a:cubicBezTo>
                  <a:cubicBezTo>
                    <a:pt x="321" y="210"/>
                    <a:pt x="318" y="220"/>
                    <a:pt x="322" y="239"/>
                  </a:cubicBezTo>
                  <a:cubicBezTo>
                    <a:pt x="322" y="239"/>
                    <a:pt x="314" y="223"/>
                    <a:pt x="313" y="215"/>
                  </a:cubicBezTo>
                  <a:cubicBezTo>
                    <a:pt x="311" y="210"/>
                    <a:pt x="309" y="205"/>
                    <a:pt x="307" y="200"/>
                  </a:cubicBezTo>
                  <a:close/>
                  <a:moveTo>
                    <a:pt x="265" y="373"/>
                  </a:moveTo>
                  <a:cubicBezTo>
                    <a:pt x="252" y="364"/>
                    <a:pt x="240" y="355"/>
                    <a:pt x="228" y="348"/>
                  </a:cubicBezTo>
                  <a:cubicBezTo>
                    <a:pt x="228" y="348"/>
                    <a:pt x="228" y="348"/>
                    <a:pt x="228" y="348"/>
                  </a:cubicBezTo>
                  <a:cubicBezTo>
                    <a:pt x="225" y="347"/>
                    <a:pt x="223" y="346"/>
                    <a:pt x="221" y="344"/>
                  </a:cubicBezTo>
                  <a:cubicBezTo>
                    <a:pt x="201" y="331"/>
                    <a:pt x="184" y="321"/>
                    <a:pt x="175" y="313"/>
                  </a:cubicBezTo>
                  <a:cubicBezTo>
                    <a:pt x="170" y="308"/>
                    <a:pt x="158" y="296"/>
                    <a:pt x="145" y="283"/>
                  </a:cubicBezTo>
                  <a:cubicBezTo>
                    <a:pt x="134" y="278"/>
                    <a:pt x="124" y="273"/>
                    <a:pt x="112" y="264"/>
                  </a:cubicBezTo>
                  <a:cubicBezTo>
                    <a:pt x="106" y="259"/>
                    <a:pt x="90" y="254"/>
                    <a:pt x="96" y="284"/>
                  </a:cubicBezTo>
                  <a:cubicBezTo>
                    <a:pt x="105" y="317"/>
                    <a:pt x="110" y="335"/>
                    <a:pt x="117" y="370"/>
                  </a:cubicBezTo>
                  <a:cubicBezTo>
                    <a:pt x="122" y="394"/>
                    <a:pt x="127" y="417"/>
                    <a:pt x="141" y="439"/>
                  </a:cubicBezTo>
                  <a:cubicBezTo>
                    <a:pt x="148" y="450"/>
                    <a:pt x="154" y="464"/>
                    <a:pt x="163" y="473"/>
                  </a:cubicBezTo>
                  <a:cubicBezTo>
                    <a:pt x="171" y="481"/>
                    <a:pt x="182" y="484"/>
                    <a:pt x="190" y="491"/>
                  </a:cubicBezTo>
                  <a:cubicBezTo>
                    <a:pt x="186" y="489"/>
                    <a:pt x="181" y="488"/>
                    <a:pt x="175" y="486"/>
                  </a:cubicBezTo>
                  <a:cubicBezTo>
                    <a:pt x="163" y="482"/>
                    <a:pt x="151" y="479"/>
                    <a:pt x="141" y="475"/>
                  </a:cubicBezTo>
                  <a:cubicBezTo>
                    <a:pt x="141" y="475"/>
                    <a:pt x="141" y="475"/>
                    <a:pt x="141" y="475"/>
                  </a:cubicBezTo>
                  <a:cubicBezTo>
                    <a:pt x="140" y="474"/>
                    <a:pt x="138" y="474"/>
                    <a:pt x="136" y="474"/>
                  </a:cubicBezTo>
                  <a:cubicBezTo>
                    <a:pt x="137" y="474"/>
                    <a:pt x="137" y="474"/>
                    <a:pt x="138" y="475"/>
                  </a:cubicBezTo>
                  <a:cubicBezTo>
                    <a:pt x="137" y="474"/>
                    <a:pt x="137" y="474"/>
                    <a:pt x="136" y="474"/>
                  </a:cubicBezTo>
                  <a:cubicBezTo>
                    <a:pt x="118" y="472"/>
                    <a:pt x="113" y="465"/>
                    <a:pt x="105" y="456"/>
                  </a:cubicBezTo>
                  <a:cubicBezTo>
                    <a:pt x="104" y="458"/>
                    <a:pt x="104" y="460"/>
                    <a:pt x="104" y="460"/>
                  </a:cubicBezTo>
                  <a:cubicBezTo>
                    <a:pt x="104" y="461"/>
                    <a:pt x="104" y="461"/>
                    <a:pt x="104" y="461"/>
                  </a:cubicBezTo>
                  <a:cubicBezTo>
                    <a:pt x="106" y="467"/>
                    <a:pt x="120" y="487"/>
                    <a:pt x="124" y="491"/>
                  </a:cubicBezTo>
                  <a:cubicBezTo>
                    <a:pt x="142" y="507"/>
                    <a:pt x="167" y="533"/>
                    <a:pt x="197" y="547"/>
                  </a:cubicBezTo>
                  <a:cubicBezTo>
                    <a:pt x="236" y="565"/>
                    <a:pt x="263" y="559"/>
                    <a:pt x="292" y="557"/>
                  </a:cubicBezTo>
                  <a:cubicBezTo>
                    <a:pt x="307" y="556"/>
                    <a:pt x="323" y="555"/>
                    <a:pt x="337" y="553"/>
                  </a:cubicBezTo>
                  <a:cubicBezTo>
                    <a:pt x="342" y="552"/>
                    <a:pt x="346" y="550"/>
                    <a:pt x="348" y="548"/>
                  </a:cubicBezTo>
                  <a:cubicBezTo>
                    <a:pt x="349" y="545"/>
                    <a:pt x="349" y="545"/>
                    <a:pt x="349" y="545"/>
                  </a:cubicBezTo>
                  <a:cubicBezTo>
                    <a:pt x="361" y="490"/>
                    <a:pt x="319" y="422"/>
                    <a:pt x="265" y="373"/>
                  </a:cubicBezTo>
                  <a:close/>
                  <a:moveTo>
                    <a:pt x="447" y="177"/>
                  </a:moveTo>
                  <a:cubicBezTo>
                    <a:pt x="449" y="179"/>
                    <a:pt x="449" y="179"/>
                    <a:pt x="449" y="179"/>
                  </a:cubicBezTo>
                  <a:cubicBezTo>
                    <a:pt x="486" y="200"/>
                    <a:pt x="522" y="215"/>
                    <a:pt x="550" y="222"/>
                  </a:cubicBezTo>
                  <a:cubicBezTo>
                    <a:pt x="541" y="210"/>
                    <a:pt x="531" y="198"/>
                    <a:pt x="522" y="185"/>
                  </a:cubicBezTo>
                  <a:cubicBezTo>
                    <a:pt x="514" y="173"/>
                    <a:pt x="509" y="158"/>
                    <a:pt x="498" y="148"/>
                  </a:cubicBezTo>
                  <a:cubicBezTo>
                    <a:pt x="486" y="138"/>
                    <a:pt x="465" y="120"/>
                    <a:pt x="449" y="117"/>
                  </a:cubicBezTo>
                  <a:cubicBezTo>
                    <a:pt x="433" y="114"/>
                    <a:pt x="412" y="135"/>
                    <a:pt x="413" y="152"/>
                  </a:cubicBezTo>
                  <a:cubicBezTo>
                    <a:pt x="422" y="162"/>
                    <a:pt x="434" y="171"/>
                    <a:pt x="447" y="177"/>
                  </a:cubicBezTo>
                  <a:close/>
                  <a:moveTo>
                    <a:pt x="609" y="282"/>
                  </a:moveTo>
                  <a:cubicBezTo>
                    <a:pt x="607" y="278"/>
                    <a:pt x="600" y="269"/>
                    <a:pt x="596" y="257"/>
                  </a:cubicBezTo>
                  <a:cubicBezTo>
                    <a:pt x="592" y="246"/>
                    <a:pt x="585" y="228"/>
                    <a:pt x="580" y="226"/>
                  </a:cubicBezTo>
                  <a:cubicBezTo>
                    <a:pt x="577" y="221"/>
                    <a:pt x="568" y="227"/>
                    <a:pt x="565" y="221"/>
                  </a:cubicBezTo>
                  <a:cubicBezTo>
                    <a:pt x="565" y="214"/>
                    <a:pt x="562" y="199"/>
                    <a:pt x="561" y="193"/>
                  </a:cubicBezTo>
                  <a:cubicBezTo>
                    <a:pt x="561" y="191"/>
                    <a:pt x="561" y="190"/>
                    <a:pt x="561" y="188"/>
                  </a:cubicBezTo>
                  <a:cubicBezTo>
                    <a:pt x="560" y="188"/>
                    <a:pt x="560" y="188"/>
                    <a:pt x="560" y="188"/>
                  </a:cubicBezTo>
                  <a:cubicBezTo>
                    <a:pt x="556" y="165"/>
                    <a:pt x="566" y="164"/>
                    <a:pt x="559" y="136"/>
                  </a:cubicBezTo>
                  <a:cubicBezTo>
                    <a:pt x="551" y="108"/>
                    <a:pt x="534" y="103"/>
                    <a:pt x="504" y="87"/>
                  </a:cubicBezTo>
                  <a:cubicBezTo>
                    <a:pt x="479" y="73"/>
                    <a:pt x="454" y="59"/>
                    <a:pt x="439" y="50"/>
                  </a:cubicBezTo>
                  <a:cubicBezTo>
                    <a:pt x="437" y="48"/>
                    <a:pt x="436" y="51"/>
                    <a:pt x="437" y="55"/>
                  </a:cubicBezTo>
                  <a:cubicBezTo>
                    <a:pt x="437" y="55"/>
                    <a:pt x="425" y="54"/>
                    <a:pt x="419" y="49"/>
                  </a:cubicBezTo>
                  <a:cubicBezTo>
                    <a:pt x="406" y="35"/>
                    <a:pt x="378" y="20"/>
                    <a:pt x="357" y="10"/>
                  </a:cubicBezTo>
                  <a:cubicBezTo>
                    <a:pt x="336" y="0"/>
                    <a:pt x="314" y="1"/>
                    <a:pt x="287" y="9"/>
                  </a:cubicBezTo>
                  <a:cubicBezTo>
                    <a:pt x="274" y="13"/>
                    <a:pt x="264" y="16"/>
                    <a:pt x="256" y="20"/>
                  </a:cubicBezTo>
                  <a:cubicBezTo>
                    <a:pt x="252" y="21"/>
                    <a:pt x="249" y="23"/>
                    <a:pt x="248" y="25"/>
                  </a:cubicBezTo>
                  <a:cubicBezTo>
                    <a:pt x="242" y="25"/>
                    <a:pt x="242" y="25"/>
                    <a:pt x="242" y="25"/>
                  </a:cubicBezTo>
                  <a:cubicBezTo>
                    <a:pt x="242" y="25"/>
                    <a:pt x="240" y="31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60" y="44"/>
                    <a:pt x="290" y="60"/>
                    <a:pt x="328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9" y="57"/>
                    <a:pt x="330" y="57"/>
                    <a:pt x="330" y="57"/>
                  </a:cubicBezTo>
                  <a:cubicBezTo>
                    <a:pt x="343" y="56"/>
                    <a:pt x="352" y="55"/>
                    <a:pt x="359" y="54"/>
                  </a:cubicBezTo>
                  <a:cubicBezTo>
                    <a:pt x="365" y="53"/>
                    <a:pt x="365" y="53"/>
                    <a:pt x="365" y="53"/>
                  </a:cubicBezTo>
                  <a:cubicBezTo>
                    <a:pt x="376" y="51"/>
                    <a:pt x="383" y="51"/>
                    <a:pt x="398" y="55"/>
                  </a:cubicBezTo>
                  <a:cubicBezTo>
                    <a:pt x="422" y="61"/>
                    <a:pt x="433" y="74"/>
                    <a:pt x="436" y="67"/>
                  </a:cubicBezTo>
                  <a:cubicBezTo>
                    <a:pt x="428" y="58"/>
                    <a:pt x="428" y="58"/>
                    <a:pt x="428" y="58"/>
                  </a:cubicBezTo>
                  <a:cubicBezTo>
                    <a:pt x="439" y="66"/>
                    <a:pt x="460" y="84"/>
                    <a:pt x="486" y="107"/>
                  </a:cubicBezTo>
                  <a:cubicBezTo>
                    <a:pt x="514" y="131"/>
                    <a:pt x="524" y="150"/>
                    <a:pt x="531" y="166"/>
                  </a:cubicBezTo>
                  <a:cubicBezTo>
                    <a:pt x="536" y="180"/>
                    <a:pt x="553" y="206"/>
                    <a:pt x="563" y="225"/>
                  </a:cubicBezTo>
                  <a:cubicBezTo>
                    <a:pt x="565" y="225"/>
                    <a:pt x="567" y="226"/>
                    <a:pt x="569" y="226"/>
                  </a:cubicBezTo>
                  <a:cubicBezTo>
                    <a:pt x="567" y="226"/>
                    <a:pt x="565" y="225"/>
                    <a:pt x="563" y="225"/>
                  </a:cubicBezTo>
                  <a:cubicBezTo>
                    <a:pt x="565" y="228"/>
                    <a:pt x="567" y="231"/>
                    <a:pt x="568" y="233"/>
                  </a:cubicBezTo>
                  <a:cubicBezTo>
                    <a:pt x="576" y="249"/>
                    <a:pt x="578" y="253"/>
                    <a:pt x="583" y="249"/>
                  </a:cubicBezTo>
                  <a:cubicBezTo>
                    <a:pt x="583" y="247"/>
                    <a:pt x="583" y="246"/>
                    <a:pt x="583" y="244"/>
                  </a:cubicBezTo>
                  <a:cubicBezTo>
                    <a:pt x="583" y="246"/>
                    <a:pt x="583" y="247"/>
                    <a:pt x="583" y="249"/>
                  </a:cubicBezTo>
                  <a:cubicBezTo>
                    <a:pt x="583" y="249"/>
                    <a:pt x="583" y="249"/>
                    <a:pt x="583" y="249"/>
                  </a:cubicBezTo>
                  <a:cubicBezTo>
                    <a:pt x="583" y="252"/>
                    <a:pt x="582" y="254"/>
                    <a:pt x="582" y="257"/>
                  </a:cubicBezTo>
                  <a:cubicBezTo>
                    <a:pt x="573" y="251"/>
                    <a:pt x="566" y="243"/>
                    <a:pt x="559" y="233"/>
                  </a:cubicBezTo>
                  <a:cubicBezTo>
                    <a:pt x="556" y="230"/>
                    <a:pt x="553" y="226"/>
                    <a:pt x="550" y="222"/>
                  </a:cubicBezTo>
                  <a:cubicBezTo>
                    <a:pt x="522" y="216"/>
                    <a:pt x="484" y="204"/>
                    <a:pt x="474" y="200"/>
                  </a:cubicBezTo>
                  <a:cubicBezTo>
                    <a:pt x="460" y="195"/>
                    <a:pt x="469" y="211"/>
                    <a:pt x="471" y="225"/>
                  </a:cubicBezTo>
                  <a:cubicBezTo>
                    <a:pt x="453" y="199"/>
                    <a:pt x="453" y="199"/>
                    <a:pt x="453" y="199"/>
                  </a:cubicBezTo>
                  <a:cubicBezTo>
                    <a:pt x="453" y="199"/>
                    <a:pt x="453" y="199"/>
                    <a:pt x="453" y="199"/>
                  </a:cubicBezTo>
                  <a:cubicBezTo>
                    <a:pt x="447" y="192"/>
                    <a:pt x="441" y="185"/>
                    <a:pt x="434" y="178"/>
                  </a:cubicBezTo>
                  <a:cubicBezTo>
                    <a:pt x="426" y="171"/>
                    <a:pt x="427" y="167"/>
                    <a:pt x="415" y="159"/>
                  </a:cubicBezTo>
                  <a:cubicBezTo>
                    <a:pt x="415" y="160"/>
                    <a:pt x="416" y="162"/>
                    <a:pt x="418" y="163"/>
                  </a:cubicBezTo>
                  <a:cubicBezTo>
                    <a:pt x="406" y="161"/>
                    <a:pt x="392" y="159"/>
                    <a:pt x="380" y="154"/>
                  </a:cubicBezTo>
                  <a:cubicBezTo>
                    <a:pt x="367" y="150"/>
                    <a:pt x="351" y="138"/>
                    <a:pt x="340" y="150"/>
                  </a:cubicBezTo>
                  <a:cubicBezTo>
                    <a:pt x="322" y="168"/>
                    <a:pt x="348" y="192"/>
                    <a:pt x="370" y="204"/>
                  </a:cubicBezTo>
                  <a:cubicBezTo>
                    <a:pt x="380" y="208"/>
                    <a:pt x="391" y="212"/>
                    <a:pt x="402" y="215"/>
                  </a:cubicBezTo>
                  <a:cubicBezTo>
                    <a:pt x="415" y="219"/>
                    <a:pt x="429" y="222"/>
                    <a:pt x="444" y="225"/>
                  </a:cubicBezTo>
                  <a:cubicBezTo>
                    <a:pt x="454" y="227"/>
                    <a:pt x="469" y="230"/>
                    <a:pt x="474" y="233"/>
                  </a:cubicBezTo>
                  <a:cubicBezTo>
                    <a:pt x="511" y="309"/>
                    <a:pt x="494" y="385"/>
                    <a:pt x="518" y="407"/>
                  </a:cubicBezTo>
                  <a:cubicBezTo>
                    <a:pt x="527" y="415"/>
                    <a:pt x="545" y="427"/>
                    <a:pt x="548" y="439"/>
                  </a:cubicBezTo>
                  <a:cubicBezTo>
                    <a:pt x="550" y="439"/>
                    <a:pt x="550" y="439"/>
                    <a:pt x="550" y="439"/>
                  </a:cubicBezTo>
                  <a:cubicBezTo>
                    <a:pt x="550" y="440"/>
                    <a:pt x="552" y="438"/>
                    <a:pt x="554" y="436"/>
                  </a:cubicBezTo>
                  <a:cubicBezTo>
                    <a:pt x="561" y="427"/>
                    <a:pt x="566" y="414"/>
                    <a:pt x="573" y="399"/>
                  </a:cubicBezTo>
                  <a:cubicBezTo>
                    <a:pt x="584" y="375"/>
                    <a:pt x="623" y="323"/>
                    <a:pt x="609" y="282"/>
                  </a:cubicBezTo>
                  <a:close/>
                  <a:moveTo>
                    <a:pt x="581" y="231"/>
                  </a:moveTo>
                  <a:cubicBezTo>
                    <a:pt x="581" y="231"/>
                    <a:pt x="581" y="231"/>
                    <a:pt x="581" y="231"/>
                  </a:cubicBezTo>
                  <a:cubicBezTo>
                    <a:pt x="581" y="232"/>
                    <a:pt x="581" y="233"/>
                    <a:pt x="582" y="234"/>
                  </a:cubicBezTo>
                  <a:cubicBezTo>
                    <a:pt x="581" y="233"/>
                    <a:pt x="581" y="232"/>
                    <a:pt x="581" y="231"/>
                  </a:cubicBezTo>
                  <a:close/>
                </a:path>
              </a:pathLst>
            </a:custGeom>
            <a:solidFill>
              <a:srgbClr val="AF6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2" name="Freeform 7">
              <a:extLst>
                <a:ext uri="{FF2B5EF4-FFF2-40B4-BE49-F238E27FC236}">
                  <a16:creationId xmlns:a16="http://schemas.microsoft.com/office/drawing/2014/main" id="{3214032A-3014-4DE4-AD31-8D2260F008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5" y="2721"/>
              <a:ext cx="389" cy="507"/>
            </a:xfrm>
            <a:custGeom>
              <a:avLst/>
              <a:gdLst>
                <a:gd name="T0" fmla="*/ 1966 w 169"/>
                <a:gd name="T1" fmla="*/ 1159 h 207"/>
                <a:gd name="T2" fmla="*/ 1828 w 169"/>
                <a:gd name="T3" fmla="*/ 1043 h 207"/>
                <a:gd name="T4" fmla="*/ 1742 w 169"/>
                <a:gd name="T5" fmla="*/ 953 h 207"/>
                <a:gd name="T6" fmla="*/ 1172 w 169"/>
                <a:gd name="T7" fmla="*/ 678 h 207"/>
                <a:gd name="T8" fmla="*/ 1144 w 169"/>
                <a:gd name="T9" fmla="*/ 659 h 207"/>
                <a:gd name="T10" fmla="*/ 985 w 169"/>
                <a:gd name="T11" fmla="*/ 1134 h 207"/>
                <a:gd name="T12" fmla="*/ 1181 w 169"/>
                <a:gd name="T13" fmla="*/ 2219 h 207"/>
                <a:gd name="T14" fmla="*/ 1135 w 169"/>
                <a:gd name="T15" fmla="*/ 1883 h 207"/>
                <a:gd name="T16" fmla="*/ 1208 w 169"/>
                <a:gd name="T17" fmla="*/ 1159 h 207"/>
                <a:gd name="T18" fmla="*/ 1611 w 169"/>
                <a:gd name="T19" fmla="*/ 1085 h 207"/>
                <a:gd name="T20" fmla="*/ 2060 w 169"/>
                <a:gd name="T21" fmla="*/ 1266 h 207"/>
                <a:gd name="T22" fmla="*/ 1966 w 169"/>
                <a:gd name="T23" fmla="*/ 1159 h 207"/>
                <a:gd name="T24" fmla="*/ 928 w 169"/>
                <a:gd name="T25" fmla="*/ 1176 h 207"/>
                <a:gd name="T26" fmla="*/ 741 w 169"/>
                <a:gd name="T27" fmla="*/ 649 h 207"/>
                <a:gd name="T28" fmla="*/ 732 w 169"/>
                <a:gd name="T29" fmla="*/ 629 h 207"/>
                <a:gd name="T30" fmla="*/ 375 w 169"/>
                <a:gd name="T31" fmla="*/ 840 h 207"/>
                <a:gd name="T32" fmla="*/ 338 w 169"/>
                <a:gd name="T33" fmla="*/ 894 h 207"/>
                <a:gd name="T34" fmla="*/ 94 w 169"/>
                <a:gd name="T35" fmla="*/ 1320 h 207"/>
                <a:gd name="T36" fmla="*/ 12 w 169"/>
                <a:gd name="T37" fmla="*/ 1835 h 207"/>
                <a:gd name="T38" fmla="*/ 110 w 169"/>
                <a:gd name="T39" fmla="*/ 2466 h 207"/>
                <a:gd name="T40" fmla="*/ 170 w 169"/>
                <a:gd name="T41" fmla="*/ 2628 h 207"/>
                <a:gd name="T42" fmla="*/ 329 w 169"/>
                <a:gd name="T43" fmla="*/ 2880 h 207"/>
                <a:gd name="T44" fmla="*/ 338 w 169"/>
                <a:gd name="T45" fmla="*/ 2897 h 207"/>
                <a:gd name="T46" fmla="*/ 451 w 169"/>
                <a:gd name="T47" fmla="*/ 3042 h 207"/>
                <a:gd name="T48" fmla="*/ 269 w 169"/>
                <a:gd name="T49" fmla="*/ 2057 h 207"/>
                <a:gd name="T50" fmla="*/ 647 w 169"/>
                <a:gd name="T51" fmla="*/ 1320 h 207"/>
                <a:gd name="T52" fmla="*/ 831 w 169"/>
                <a:gd name="T53" fmla="*/ 1746 h 207"/>
                <a:gd name="T54" fmla="*/ 1001 w 169"/>
                <a:gd name="T55" fmla="*/ 2219 h 207"/>
                <a:gd name="T56" fmla="*/ 1144 w 169"/>
                <a:gd name="T57" fmla="*/ 2586 h 207"/>
                <a:gd name="T58" fmla="*/ 1266 w 169"/>
                <a:gd name="T59" fmla="*/ 2819 h 207"/>
                <a:gd name="T60" fmla="*/ 1086 w 169"/>
                <a:gd name="T61" fmla="*/ 2028 h 207"/>
                <a:gd name="T62" fmla="*/ 928 w 169"/>
                <a:gd name="T63" fmla="*/ 1176 h 207"/>
                <a:gd name="T64" fmla="*/ 2035 w 169"/>
                <a:gd name="T65" fmla="*/ 145 h 207"/>
                <a:gd name="T66" fmla="*/ 2051 w 169"/>
                <a:gd name="T67" fmla="*/ 71 h 207"/>
                <a:gd name="T68" fmla="*/ 2035 w 169"/>
                <a:gd name="T69" fmla="*/ 71 h 207"/>
                <a:gd name="T70" fmla="*/ 2014 w 169"/>
                <a:gd name="T71" fmla="*/ 235 h 207"/>
                <a:gd name="T72" fmla="*/ 2014 w 169"/>
                <a:gd name="T73" fmla="*/ 497 h 207"/>
                <a:gd name="T74" fmla="*/ 2035 w 169"/>
                <a:gd name="T75" fmla="*/ 145 h 207"/>
                <a:gd name="T76" fmla="*/ 1722 w 169"/>
                <a:gd name="T77" fmla="*/ 600 h 207"/>
                <a:gd name="T78" fmla="*/ 1913 w 169"/>
                <a:gd name="T79" fmla="*/ 397 h 207"/>
                <a:gd name="T80" fmla="*/ 1929 w 169"/>
                <a:gd name="T81" fmla="*/ 414 h 207"/>
                <a:gd name="T82" fmla="*/ 1913 w 169"/>
                <a:gd name="T83" fmla="*/ 59 h 207"/>
                <a:gd name="T84" fmla="*/ 1807 w 169"/>
                <a:gd name="T85" fmla="*/ 0 h 207"/>
                <a:gd name="T86" fmla="*/ 1086 w 169"/>
                <a:gd name="T87" fmla="*/ 485 h 207"/>
                <a:gd name="T88" fmla="*/ 1791 w 169"/>
                <a:gd name="T89" fmla="*/ 972 h 207"/>
                <a:gd name="T90" fmla="*/ 1722 w 169"/>
                <a:gd name="T91" fmla="*/ 600 h 20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69" h="207">
                  <a:moveTo>
                    <a:pt x="161" y="79"/>
                  </a:moveTo>
                  <a:cubicBezTo>
                    <a:pt x="157" y="76"/>
                    <a:pt x="154" y="73"/>
                    <a:pt x="150" y="71"/>
                  </a:cubicBezTo>
                  <a:cubicBezTo>
                    <a:pt x="148" y="69"/>
                    <a:pt x="145" y="67"/>
                    <a:pt x="143" y="65"/>
                  </a:cubicBezTo>
                  <a:cubicBezTo>
                    <a:pt x="128" y="55"/>
                    <a:pt x="111" y="50"/>
                    <a:pt x="96" y="46"/>
                  </a:cubicBezTo>
                  <a:cubicBezTo>
                    <a:pt x="94" y="45"/>
                    <a:pt x="94" y="45"/>
                    <a:pt x="94" y="45"/>
                  </a:cubicBezTo>
                  <a:cubicBezTo>
                    <a:pt x="89" y="46"/>
                    <a:pt x="80" y="42"/>
                    <a:pt x="81" y="77"/>
                  </a:cubicBezTo>
                  <a:cubicBezTo>
                    <a:pt x="82" y="95"/>
                    <a:pt x="89" y="125"/>
                    <a:pt x="97" y="151"/>
                  </a:cubicBezTo>
                  <a:cubicBezTo>
                    <a:pt x="95" y="143"/>
                    <a:pt x="94" y="136"/>
                    <a:pt x="93" y="128"/>
                  </a:cubicBezTo>
                  <a:cubicBezTo>
                    <a:pt x="91" y="111"/>
                    <a:pt x="88" y="93"/>
                    <a:pt x="99" y="79"/>
                  </a:cubicBezTo>
                  <a:cubicBezTo>
                    <a:pt x="108" y="68"/>
                    <a:pt x="118" y="71"/>
                    <a:pt x="132" y="74"/>
                  </a:cubicBezTo>
                  <a:cubicBezTo>
                    <a:pt x="144" y="76"/>
                    <a:pt x="158" y="80"/>
                    <a:pt x="169" y="86"/>
                  </a:cubicBezTo>
                  <a:cubicBezTo>
                    <a:pt x="166" y="85"/>
                    <a:pt x="164" y="82"/>
                    <a:pt x="161" y="79"/>
                  </a:cubicBezTo>
                  <a:close/>
                  <a:moveTo>
                    <a:pt x="76" y="80"/>
                  </a:moveTo>
                  <a:cubicBezTo>
                    <a:pt x="69" y="51"/>
                    <a:pt x="61" y="44"/>
                    <a:pt x="61" y="44"/>
                  </a:cubicBezTo>
                  <a:cubicBezTo>
                    <a:pt x="60" y="44"/>
                    <a:pt x="60" y="43"/>
                    <a:pt x="60" y="43"/>
                  </a:cubicBezTo>
                  <a:cubicBezTo>
                    <a:pt x="45" y="47"/>
                    <a:pt x="38" y="51"/>
                    <a:pt x="31" y="57"/>
                  </a:cubicBezTo>
                  <a:cubicBezTo>
                    <a:pt x="30" y="58"/>
                    <a:pt x="29" y="60"/>
                    <a:pt x="28" y="61"/>
                  </a:cubicBezTo>
                  <a:cubicBezTo>
                    <a:pt x="23" y="70"/>
                    <a:pt x="16" y="80"/>
                    <a:pt x="8" y="90"/>
                  </a:cubicBezTo>
                  <a:cubicBezTo>
                    <a:pt x="3" y="100"/>
                    <a:pt x="2" y="113"/>
                    <a:pt x="1" y="125"/>
                  </a:cubicBezTo>
                  <a:cubicBezTo>
                    <a:pt x="0" y="141"/>
                    <a:pt x="1" y="154"/>
                    <a:pt x="9" y="168"/>
                  </a:cubicBezTo>
                  <a:cubicBezTo>
                    <a:pt x="11" y="172"/>
                    <a:pt x="13" y="176"/>
                    <a:pt x="14" y="179"/>
                  </a:cubicBezTo>
                  <a:cubicBezTo>
                    <a:pt x="18" y="185"/>
                    <a:pt x="22" y="190"/>
                    <a:pt x="27" y="196"/>
                  </a:cubicBezTo>
                  <a:cubicBezTo>
                    <a:pt x="27" y="196"/>
                    <a:pt x="27" y="197"/>
                    <a:pt x="28" y="197"/>
                  </a:cubicBezTo>
                  <a:cubicBezTo>
                    <a:pt x="31" y="200"/>
                    <a:pt x="34" y="204"/>
                    <a:pt x="37" y="207"/>
                  </a:cubicBezTo>
                  <a:cubicBezTo>
                    <a:pt x="26" y="187"/>
                    <a:pt x="21" y="163"/>
                    <a:pt x="22" y="140"/>
                  </a:cubicBezTo>
                  <a:cubicBezTo>
                    <a:pt x="23" y="125"/>
                    <a:pt x="28" y="78"/>
                    <a:pt x="53" y="90"/>
                  </a:cubicBezTo>
                  <a:cubicBezTo>
                    <a:pt x="64" y="96"/>
                    <a:pt x="65" y="108"/>
                    <a:pt x="68" y="119"/>
                  </a:cubicBezTo>
                  <a:cubicBezTo>
                    <a:pt x="71" y="131"/>
                    <a:pt x="76" y="140"/>
                    <a:pt x="82" y="151"/>
                  </a:cubicBezTo>
                  <a:cubicBezTo>
                    <a:pt x="87" y="159"/>
                    <a:pt x="90" y="167"/>
                    <a:pt x="94" y="176"/>
                  </a:cubicBezTo>
                  <a:cubicBezTo>
                    <a:pt x="96" y="182"/>
                    <a:pt x="101" y="187"/>
                    <a:pt x="104" y="192"/>
                  </a:cubicBezTo>
                  <a:cubicBezTo>
                    <a:pt x="98" y="174"/>
                    <a:pt x="93" y="156"/>
                    <a:pt x="89" y="138"/>
                  </a:cubicBezTo>
                  <a:cubicBezTo>
                    <a:pt x="83" y="117"/>
                    <a:pt x="79" y="96"/>
                    <a:pt x="76" y="80"/>
                  </a:cubicBezTo>
                  <a:close/>
                  <a:moveTo>
                    <a:pt x="167" y="10"/>
                  </a:moveTo>
                  <a:cubicBezTo>
                    <a:pt x="168" y="8"/>
                    <a:pt x="168" y="6"/>
                    <a:pt x="168" y="5"/>
                  </a:cubicBezTo>
                  <a:cubicBezTo>
                    <a:pt x="168" y="5"/>
                    <a:pt x="167" y="5"/>
                    <a:pt x="167" y="5"/>
                  </a:cubicBezTo>
                  <a:cubicBezTo>
                    <a:pt x="166" y="8"/>
                    <a:pt x="166" y="12"/>
                    <a:pt x="165" y="16"/>
                  </a:cubicBezTo>
                  <a:cubicBezTo>
                    <a:pt x="165" y="21"/>
                    <a:pt x="165" y="28"/>
                    <a:pt x="165" y="34"/>
                  </a:cubicBezTo>
                  <a:cubicBezTo>
                    <a:pt x="166" y="26"/>
                    <a:pt x="166" y="17"/>
                    <a:pt x="167" y="10"/>
                  </a:cubicBezTo>
                  <a:close/>
                  <a:moveTo>
                    <a:pt x="141" y="41"/>
                  </a:moveTo>
                  <a:cubicBezTo>
                    <a:pt x="142" y="35"/>
                    <a:pt x="147" y="19"/>
                    <a:pt x="157" y="27"/>
                  </a:cubicBezTo>
                  <a:cubicBezTo>
                    <a:pt x="157" y="27"/>
                    <a:pt x="158" y="28"/>
                    <a:pt x="158" y="28"/>
                  </a:cubicBezTo>
                  <a:cubicBezTo>
                    <a:pt x="157" y="20"/>
                    <a:pt x="156" y="12"/>
                    <a:pt x="157" y="4"/>
                  </a:cubicBezTo>
                  <a:cubicBezTo>
                    <a:pt x="151" y="3"/>
                    <a:pt x="149" y="2"/>
                    <a:pt x="148" y="0"/>
                  </a:cubicBezTo>
                  <a:cubicBezTo>
                    <a:pt x="134" y="11"/>
                    <a:pt x="112" y="24"/>
                    <a:pt x="89" y="33"/>
                  </a:cubicBezTo>
                  <a:cubicBezTo>
                    <a:pt x="105" y="40"/>
                    <a:pt x="130" y="57"/>
                    <a:pt x="147" y="66"/>
                  </a:cubicBezTo>
                  <a:cubicBezTo>
                    <a:pt x="141" y="59"/>
                    <a:pt x="140" y="51"/>
                    <a:pt x="141" y="41"/>
                  </a:cubicBezTo>
                  <a:close/>
                </a:path>
              </a:pathLst>
            </a:custGeom>
            <a:solidFill>
              <a:srgbClr val="8F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3" name="Freeform 8">
              <a:extLst>
                <a:ext uri="{FF2B5EF4-FFF2-40B4-BE49-F238E27FC236}">
                  <a16:creationId xmlns:a16="http://schemas.microsoft.com/office/drawing/2014/main" id="{7DF99BC7-B8BD-48D8-B5BD-1A98AC77E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942"/>
              <a:ext cx="122" cy="617"/>
            </a:xfrm>
            <a:custGeom>
              <a:avLst/>
              <a:gdLst>
                <a:gd name="T0" fmla="*/ 451 w 53"/>
                <a:gd name="T1" fmla="*/ 3700 h 252"/>
                <a:gd name="T2" fmla="*/ 414 w 53"/>
                <a:gd name="T3" fmla="*/ 3638 h 252"/>
                <a:gd name="T4" fmla="*/ 338 w 53"/>
                <a:gd name="T5" fmla="*/ 3315 h 252"/>
                <a:gd name="T6" fmla="*/ 281 w 53"/>
                <a:gd name="T7" fmla="*/ 2818 h 252"/>
                <a:gd name="T8" fmla="*/ 391 w 53"/>
                <a:gd name="T9" fmla="*/ 1804 h 252"/>
                <a:gd name="T10" fmla="*/ 497 w 53"/>
                <a:gd name="T11" fmla="*/ 852 h 252"/>
                <a:gd name="T12" fmla="*/ 647 w 53"/>
                <a:gd name="T13" fmla="*/ 0 h 252"/>
                <a:gd name="T14" fmla="*/ 635 w 53"/>
                <a:gd name="T15" fmla="*/ 0 h 252"/>
                <a:gd name="T16" fmla="*/ 488 w 53"/>
                <a:gd name="T17" fmla="*/ 223 h 252"/>
                <a:gd name="T18" fmla="*/ 269 w 53"/>
                <a:gd name="T19" fmla="*/ 1349 h 252"/>
                <a:gd name="T20" fmla="*/ 85 w 53"/>
                <a:gd name="T21" fmla="*/ 2615 h 252"/>
                <a:gd name="T22" fmla="*/ 0 w 53"/>
                <a:gd name="T23" fmla="*/ 2777 h 252"/>
                <a:gd name="T24" fmla="*/ 451 w 53"/>
                <a:gd name="T25" fmla="*/ 3700 h 2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252">
                  <a:moveTo>
                    <a:pt x="37" y="252"/>
                  </a:moveTo>
                  <a:cubicBezTo>
                    <a:pt x="36" y="250"/>
                    <a:pt x="35" y="249"/>
                    <a:pt x="34" y="248"/>
                  </a:cubicBezTo>
                  <a:cubicBezTo>
                    <a:pt x="31" y="242"/>
                    <a:pt x="30" y="233"/>
                    <a:pt x="28" y="226"/>
                  </a:cubicBezTo>
                  <a:cubicBezTo>
                    <a:pt x="24" y="214"/>
                    <a:pt x="22" y="204"/>
                    <a:pt x="23" y="192"/>
                  </a:cubicBezTo>
                  <a:cubicBezTo>
                    <a:pt x="24" y="168"/>
                    <a:pt x="32" y="147"/>
                    <a:pt x="32" y="123"/>
                  </a:cubicBezTo>
                  <a:cubicBezTo>
                    <a:pt x="32" y="100"/>
                    <a:pt x="36" y="80"/>
                    <a:pt x="41" y="58"/>
                  </a:cubicBezTo>
                  <a:cubicBezTo>
                    <a:pt x="45" y="39"/>
                    <a:pt x="48" y="19"/>
                    <a:pt x="53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48" y="5"/>
                    <a:pt x="44" y="10"/>
                    <a:pt x="40" y="15"/>
                  </a:cubicBezTo>
                  <a:cubicBezTo>
                    <a:pt x="23" y="34"/>
                    <a:pt x="23" y="58"/>
                    <a:pt x="22" y="92"/>
                  </a:cubicBezTo>
                  <a:cubicBezTo>
                    <a:pt x="21" y="126"/>
                    <a:pt x="11" y="157"/>
                    <a:pt x="7" y="178"/>
                  </a:cubicBezTo>
                  <a:cubicBezTo>
                    <a:pt x="6" y="186"/>
                    <a:pt x="3" y="189"/>
                    <a:pt x="0" y="189"/>
                  </a:cubicBezTo>
                  <a:cubicBezTo>
                    <a:pt x="6" y="205"/>
                    <a:pt x="11" y="229"/>
                    <a:pt x="37" y="252"/>
                  </a:cubicBezTo>
                  <a:close/>
                </a:path>
              </a:pathLst>
            </a:custGeom>
            <a:solidFill>
              <a:srgbClr val="8F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4" name="Freeform 9">
              <a:extLst>
                <a:ext uri="{FF2B5EF4-FFF2-40B4-BE49-F238E27FC236}">
                  <a16:creationId xmlns:a16="http://schemas.microsoft.com/office/drawing/2014/main" id="{18BF84BB-61B6-4D8C-8A7B-29274C110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255"/>
              <a:ext cx="41" cy="219"/>
            </a:xfrm>
            <a:custGeom>
              <a:avLst/>
              <a:gdLst>
                <a:gd name="T0" fmla="*/ 109 w 18"/>
                <a:gd name="T1" fmla="*/ 1144 h 89"/>
                <a:gd name="T2" fmla="*/ 155 w 18"/>
                <a:gd name="T3" fmla="*/ 925 h 89"/>
                <a:gd name="T4" fmla="*/ 187 w 18"/>
                <a:gd name="T5" fmla="*/ 236 h 89"/>
                <a:gd name="T6" fmla="*/ 203 w 18"/>
                <a:gd name="T7" fmla="*/ 121 h 89"/>
                <a:gd name="T8" fmla="*/ 212 w 18"/>
                <a:gd name="T9" fmla="*/ 0 h 89"/>
                <a:gd name="T10" fmla="*/ 82 w 18"/>
                <a:gd name="T11" fmla="*/ 746 h 89"/>
                <a:gd name="T12" fmla="*/ 0 w 18"/>
                <a:gd name="T13" fmla="*/ 908 h 89"/>
                <a:gd name="T14" fmla="*/ 73 w 18"/>
                <a:gd name="T15" fmla="*/ 1144 h 89"/>
                <a:gd name="T16" fmla="*/ 73 w 18"/>
                <a:gd name="T17" fmla="*/ 1132 h 89"/>
                <a:gd name="T18" fmla="*/ 130 w 18"/>
                <a:gd name="T19" fmla="*/ 1326 h 89"/>
                <a:gd name="T20" fmla="*/ 130 w 18"/>
                <a:gd name="T21" fmla="*/ 1326 h 89"/>
                <a:gd name="T22" fmla="*/ 109 w 18"/>
                <a:gd name="T23" fmla="*/ 1144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89">
                  <a:moveTo>
                    <a:pt x="9" y="77"/>
                  </a:moveTo>
                  <a:cubicBezTo>
                    <a:pt x="9" y="72"/>
                    <a:pt x="12" y="68"/>
                    <a:pt x="13" y="62"/>
                  </a:cubicBezTo>
                  <a:cubicBezTo>
                    <a:pt x="15" y="48"/>
                    <a:pt x="15" y="30"/>
                    <a:pt x="16" y="16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5"/>
                    <a:pt x="18" y="3"/>
                    <a:pt x="18" y="0"/>
                  </a:cubicBezTo>
                  <a:cubicBezTo>
                    <a:pt x="15" y="19"/>
                    <a:pt x="10" y="37"/>
                    <a:pt x="7" y="50"/>
                  </a:cubicBezTo>
                  <a:cubicBezTo>
                    <a:pt x="6" y="58"/>
                    <a:pt x="3" y="61"/>
                    <a:pt x="0" y="61"/>
                  </a:cubicBezTo>
                  <a:cubicBezTo>
                    <a:pt x="2" y="65"/>
                    <a:pt x="4" y="71"/>
                    <a:pt x="6" y="77"/>
                  </a:cubicBezTo>
                  <a:cubicBezTo>
                    <a:pt x="6" y="77"/>
                    <a:pt x="6" y="77"/>
                    <a:pt x="6" y="76"/>
                  </a:cubicBezTo>
                  <a:cubicBezTo>
                    <a:pt x="7" y="80"/>
                    <a:pt x="9" y="85"/>
                    <a:pt x="11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10" y="85"/>
                    <a:pt x="9" y="81"/>
                    <a:pt x="9" y="77"/>
                  </a:cubicBezTo>
                  <a:close/>
                </a:path>
              </a:pathLst>
            </a:custGeom>
            <a:solidFill>
              <a:srgbClr val="6E2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5" name="Freeform 10">
              <a:extLst>
                <a:ext uri="{FF2B5EF4-FFF2-40B4-BE49-F238E27FC236}">
                  <a16:creationId xmlns:a16="http://schemas.microsoft.com/office/drawing/2014/main" id="{926AA4AD-5605-4896-B68C-0FE803A8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3027"/>
              <a:ext cx="39" cy="221"/>
            </a:xfrm>
            <a:custGeom>
              <a:avLst/>
              <a:gdLst>
                <a:gd name="T0" fmla="*/ 0 w 17"/>
                <a:gd name="T1" fmla="*/ 1213 h 90"/>
                <a:gd name="T2" fmla="*/ 131 w 17"/>
                <a:gd name="T3" fmla="*/ 1333 h 90"/>
                <a:gd name="T4" fmla="*/ 195 w 17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0">
                  <a:moveTo>
                    <a:pt x="0" y="82"/>
                  </a:moveTo>
                  <a:cubicBezTo>
                    <a:pt x="5" y="64"/>
                    <a:pt x="11" y="82"/>
                    <a:pt x="11" y="90"/>
                  </a:cubicBezTo>
                  <a:cubicBezTo>
                    <a:pt x="17" y="62"/>
                    <a:pt x="16" y="29"/>
                    <a:pt x="16" y="0"/>
                  </a:cubicBezTo>
                </a:path>
              </a:pathLst>
            </a:custGeom>
            <a:solidFill>
              <a:srgbClr val="8F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6" name="Freeform 11">
              <a:extLst>
                <a:ext uri="{FF2B5EF4-FFF2-40B4-BE49-F238E27FC236}">
                  <a16:creationId xmlns:a16="http://schemas.microsoft.com/office/drawing/2014/main" id="{BB6C48FD-BADF-44F4-BEEF-BF0048FFA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3726"/>
              <a:ext cx="396" cy="275"/>
            </a:xfrm>
            <a:custGeom>
              <a:avLst/>
              <a:gdLst>
                <a:gd name="T0" fmla="*/ 0 w 172"/>
                <a:gd name="T1" fmla="*/ 1525 h 112"/>
                <a:gd name="T2" fmla="*/ 879 w 172"/>
                <a:gd name="T3" fmla="*/ 1466 h 112"/>
                <a:gd name="T4" fmla="*/ 1844 w 172"/>
                <a:gd name="T5" fmla="*/ 530 h 112"/>
                <a:gd name="T6" fmla="*/ 2003 w 172"/>
                <a:gd name="T7" fmla="*/ 236 h 112"/>
                <a:gd name="T8" fmla="*/ 1791 w 172"/>
                <a:gd name="T9" fmla="*/ 265 h 112"/>
                <a:gd name="T10" fmla="*/ 1098 w 172"/>
                <a:gd name="T11" fmla="*/ 530 h 112"/>
                <a:gd name="T12" fmla="*/ 428 w 172"/>
                <a:gd name="T13" fmla="*/ 1213 h 112"/>
                <a:gd name="T14" fmla="*/ 0 w 172"/>
                <a:gd name="T15" fmla="*/ 1525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12">
                  <a:moveTo>
                    <a:pt x="0" y="103"/>
                  </a:moveTo>
                  <a:cubicBezTo>
                    <a:pt x="4" y="112"/>
                    <a:pt x="28" y="107"/>
                    <a:pt x="72" y="99"/>
                  </a:cubicBezTo>
                  <a:cubicBezTo>
                    <a:pt x="115" y="90"/>
                    <a:pt x="136" y="54"/>
                    <a:pt x="151" y="36"/>
                  </a:cubicBezTo>
                  <a:cubicBezTo>
                    <a:pt x="156" y="30"/>
                    <a:pt x="160" y="23"/>
                    <a:pt x="164" y="16"/>
                  </a:cubicBezTo>
                  <a:cubicBezTo>
                    <a:pt x="172" y="0"/>
                    <a:pt x="163" y="1"/>
                    <a:pt x="147" y="18"/>
                  </a:cubicBezTo>
                  <a:cubicBezTo>
                    <a:pt x="130" y="36"/>
                    <a:pt x="122" y="23"/>
                    <a:pt x="90" y="36"/>
                  </a:cubicBezTo>
                  <a:cubicBezTo>
                    <a:pt x="57" y="49"/>
                    <a:pt x="54" y="73"/>
                    <a:pt x="35" y="82"/>
                  </a:cubicBezTo>
                  <a:cubicBezTo>
                    <a:pt x="24" y="87"/>
                    <a:pt x="2" y="96"/>
                    <a:pt x="0" y="103"/>
                  </a:cubicBezTo>
                  <a:close/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7" name="Freeform 12">
              <a:extLst>
                <a:ext uri="{FF2B5EF4-FFF2-40B4-BE49-F238E27FC236}">
                  <a16:creationId xmlns:a16="http://schemas.microsoft.com/office/drawing/2014/main" id="{87A5FB52-D9AB-43E2-B67F-9C7A134DD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738"/>
              <a:ext cx="600" cy="277"/>
            </a:xfrm>
            <a:custGeom>
              <a:avLst/>
              <a:gdLst>
                <a:gd name="T0" fmla="*/ 2917 w 261"/>
                <a:gd name="T1" fmla="*/ 1329 h 113"/>
                <a:gd name="T2" fmla="*/ 1860 w 261"/>
                <a:gd name="T3" fmla="*/ 882 h 113"/>
                <a:gd name="T4" fmla="*/ 972 w 261"/>
                <a:gd name="T5" fmla="*/ 498 h 113"/>
                <a:gd name="T6" fmla="*/ 159 w 261"/>
                <a:gd name="T7" fmla="*/ 150 h 113"/>
                <a:gd name="T8" fmla="*/ 354 w 261"/>
                <a:gd name="T9" fmla="*/ 576 h 113"/>
                <a:gd name="T10" fmla="*/ 1237 w 261"/>
                <a:gd name="T11" fmla="*/ 1400 h 113"/>
                <a:gd name="T12" fmla="*/ 2393 w 261"/>
                <a:gd name="T13" fmla="*/ 1544 h 113"/>
                <a:gd name="T14" fmla="*/ 2938 w 261"/>
                <a:gd name="T15" fmla="*/ 1490 h 113"/>
                <a:gd name="T16" fmla="*/ 2917 w 261"/>
                <a:gd name="T17" fmla="*/ 1329 h 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1" h="113">
                  <a:moveTo>
                    <a:pt x="240" y="90"/>
                  </a:moveTo>
                  <a:cubicBezTo>
                    <a:pt x="219" y="94"/>
                    <a:pt x="176" y="78"/>
                    <a:pt x="153" y="60"/>
                  </a:cubicBezTo>
                  <a:cubicBezTo>
                    <a:pt x="130" y="43"/>
                    <a:pt x="108" y="43"/>
                    <a:pt x="80" y="34"/>
                  </a:cubicBezTo>
                  <a:cubicBezTo>
                    <a:pt x="52" y="25"/>
                    <a:pt x="26" y="19"/>
                    <a:pt x="13" y="10"/>
                  </a:cubicBezTo>
                  <a:cubicBezTo>
                    <a:pt x="0" y="0"/>
                    <a:pt x="24" y="34"/>
                    <a:pt x="29" y="39"/>
                  </a:cubicBezTo>
                  <a:cubicBezTo>
                    <a:pt x="47" y="55"/>
                    <a:pt x="72" y="81"/>
                    <a:pt x="102" y="95"/>
                  </a:cubicBezTo>
                  <a:cubicBezTo>
                    <a:pt x="141" y="113"/>
                    <a:pt x="168" y="107"/>
                    <a:pt x="197" y="105"/>
                  </a:cubicBezTo>
                  <a:cubicBezTo>
                    <a:pt x="212" y="104"/>
                    <a:pt x="228" y="103"/>
                    <a:pt x="242" y="101"/>
                  </a:cubicBezTo>
                  <a:cubicBezTo>
                    <a:pt x="255" y="99"/>
                    <a:pt x="261" y="87"/>
                    <a:pt x="240" y="90"/>
                  </a:cubicBezTo>
                  <a:close/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8" name="Freeform 13">
              <a:extLst>
                <a:ext uri="{FF2B5EF4-FFF2-40B4-BE49-F238E27FC236}">
                  <a16:creationId xmlns:a16="http://schemas.microsoft.com/office/drawing/2014/main" id="{3CC53FEB-5741-4CDF-B951-C1D65261F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51"/>
              <a:ext cx="206" cy="397"/>
            </a:xfrm>
            <a:custGeom>
              <a:avLst/>
              <a:gdLst>
                <a:gd name="T0" fmla="*/ 1041 w 90"/>
                <a:gd name="T1" fmla="*/ 2323 h 162"/>
                <a:gd name="T2" fmla="*/ 886 w 90"/>
                <a:gd name="T3" fmla="*/ 1916 h 162"/>
                <a:gd name="T4" fmla="*/ 659 w 90"/>
                <a:gd name="T5" fmla="*/ 1250 h 162"/>
                <a:gd name="T6" fmla="*/ 130 w 90"/>
                <a:gd name="T7" fmla="*/ 191 h 162"/>
                <a:gd name="T8" fmla="*/ 37 w 90"/>
                <a:gd name="T9" fmla="*/ 336 h 162"/>
                <a:gd name="T10" fmla="*/ 142 w 90"/>
                <a:gd name="T11" fmla="*/ 1544 h 162"/>
                <a:gd name="T12" fmla="*/ 902 w 90"/>
                <a:gd name="T13" fmla="*/ 2311 h 162"/>
                <a:gd name="T14" fmla="*/ 1041 w 90"/>
                <a:gd name="T15" fmla="*/ 2323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62">
                  <a:moveTo>
                    <a:pt x="87" y="158"/>
                  </a:moveTo>
                  <a:cubicBezTo>
                    <a:pt x="83" y="152"/>
                    <a:pt x="77" y="141"/>
                    <a:pt x="74" y="130"/>
                  </a:cubicBezTo>
                  <a:cubicBezTo>
                    <a:pt x="68" y="113"/>
                    <a:pt x="69" y="96"/>
                    <a:pt x="55" y="85"/>
                  </a:cubicBezTo>
                  <a:cubicBezTo>
                    <a:pt x="29" y="62"/>
                    <a:pt x="16" y="30"/>
                    <a:pt x="11" y="13"/>
                  </a:cubicBezTo>
                  <a:cubicBezTo>
                    <a:pt x="7" y="0"/>
                    <a:pt x="0" y="3"/>
                    <a:pt x="3" y="23"/>
                  </a:cubicBezTo>
                  <a:cubicBezTo>
                    <a:pt x="6" y="43"/>
                    <a:pt x="2" y="71"/>
                    <a:pt x="12" y="105"/>
                  </a:cubicBezTo>
                  <a:cubicBezTo>
                    <a:pt x="19" y="132"/>
                    <a:pt x="50" y="147"/>
                    <a:pt x="75" y="157"/>
                  </a:cubicBezTo>
                  <a:cubicBezTo>
                    <a:pt x="81" y="160"/>
                    <a:pt x="90" y="162"/>
                    <a:pt x="87" y="158"/>
                  </a:cubicBezTo>
                  <a:close/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9" name="Freeform 14">
              <a:extLst>
                <a:ext uri="{FF2B5EF4-FFF2-40B4-BE49-F238E27FC236}">
                  <a16:creationId xmlns:a16="http://schemas.microsoft.com/office/drawing/2014/main" id="{3C9BD6D1-D8F5-4B44-AE35-7673BAF18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179"/>
              <a:ext cx="175" cy="532"/>
            </a:xfrm>
            <a:custGeom>
              <a:avLst/>
              <a:gdLst>
                <a:gd name="T0" fmla="*/ 37 w 76"/>
                <a:gd name="T1" fmla="*/ 3077 h 217"/>
                <a:gd name="T2" fmla="*/ 85 w 76"/>
                <a:gd name="T3" fmla="*/ 3126 h 217"/>
                <a:gd name="T4" fmla="*/ 318 w 76"/>
                <a:gd name="T5" fmla="*/ 2579 h 217"/>
                <a:gd name="T6" fmla="*/ 758 w 76"/>
                <a:gd name="T7" fmla="*/ 853 h 217"/>
                <a:gd name="T8" fmla="*/ 599 w 76"/>
                <a:gd name="T9" fmla="*/ 488 h 217"/>
                <a:gd name="T10" fmla="*/ 403 w 76"/>
                <a:gd name="T11" fmla="*/ 12 h 217"/>
                <a:gd name="T12" fmla="*/ 431 w 76"/>
                <a:gd name="T13" fmla="*/ 782 h 217"/>
                <a:gd name="T14" fmla="*/ 216 w 76"/>
                <a:gd name="T15" fmla="*/ 1738 h 217"/>
                <a:gd name="T16" fmla="*/ 94 w 76"/>
                <a:gd name="T17" fmla="*/ 2699 h 217"/>
                <a:gd name="T18" fmla="*/ 37 w 76"/>
                <a:gd name="T19" fmla="*/ 3077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217">
                  <a:moveTo>
                    <a:pt x="3" y="209"/>
                  </a:moveTo>
                  <a:cubicBezTo>
                    <a:pt x="0" y="217"/>
                    <a:pt x="3" y="217"/>
                    <a:pt x="7" y="212"/>
                  </a:cubicBezTo>
                  <a:cubicBezTo>
                    <a:pt x="14" y="203"/>
                    <a:pt x="19" y="190"/>
                    <a:pt x="26" y="175"/>
                  </a:cubicBezTo>
                  <a:cubicBezTo>
                    <a:pt x="37" y="151"/>
                    <a:pt x="76" y="99"/>
                    <a:pt x="62" y="58"/>
                  </a:cubicBezTo>
                  <a:cubicBezTo>
                    <a:pt x="60" y="54"/>
                    <a:pt x="53" y="45"/>
                    <a:pt x="49" y="33"/>
                  </a:cubicBezTo>
                  <a:cubicBezTo>
                    <a:pt x="45" y="22"/>
                    <a:pt x="38" y="2"/>
                    <a:pt x="33" y="1"/>
                  </a:cubicBezTo>
                  <a:cubicBezTo>
                    <a:pt x="28" y="0"/>
                    <a:pt x="42" y="24"/>
                    <a:pt x="35" y="53"/>
                  </a:cubicBezTo>
                  <a:cubicBezTo>
                    <a:pt x="28" y="82"/>
                    <a:pt x="19" y="91"/>
                    <a:pt x="18" y="118"/>
                  </a:cubicBezTo>
                  <a:cubicBezTo>
                    <a:pt x="17" y="144"/>
                    <a:pt x="14" y="167"/>
                    <a:pt x="8" y="183"/>
                  </a:cubicBezTo>
                  <a:cubicBezTo>
                    <a:pt x="5" y="191"/>
                    <a:pt x="6" y="202"/>
                    <a:pt x="3" y="209"/>
                  </a:cubicBezTo>
                  <a:close/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0" name="Freeform 15">
              <a:extLst>
                <a:ext uri="{FF2B5EF4-FFF2-40B4-BE49-F238E27FC236}">
                  <a16:creationId xmlns:a16="http://schemas.microsoft.com/office/drawing/2014/main" id="{7C9114AB-9582-463D-BFFE-77B9724CA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748"/>
              <a:ext cx="312" cy="463"/>
            </a:xfrm>
            <a:custGeom>
              <a:avLst/>
              <a:gdLst>
                <a:gd name="T0" fmla="*/ 1521 w 136"/>
                <a:gd name="T1" fmla="*/ 2131 h 189"/>
                <a:gd name="T2" fmla="*/ 1521 w 136"/>
                <a:gd name="T3" fmla="*/ 2058 h 189"/>
                <a:gd name="T4" fmla="*/ 1510 w 136"/>
                <a:gd name="T5" fmla="*/ 2058 h 189"/>
                <a:gd name="T6" fmla="*/ 1496 w 136"/>
                <a:gd name="T7" fmla="*/ 1296 h 189"/>
                <a:gd name="T8" fmla="*/ 830 w 136"/>
                <a:gd name="T9" fmla="*/ 576 h 189"/>
                <a:gd name="T10" fmla="*/ 48 w 136"/>
                <a:gd name="T11" fmla="*/ 29 h 189"/>
                <a:gd name="T12" fmla="*/ 73 w 136"/>
                <a:gd name="T13" fmla="*/ 174 h 189"/>
                <a:gd name="T14" fmla="*/ 615 w 136"/>
                <a:gd name="T15" fmla="*/ 870 h 189"/>
                <a:gd name="T16" fmla="*/ 1159 w 136"/>
                <a:gd name="T17" fmla="*/ 1734 h 189"/>
                <a:gd name="T18" fmla="*/ 1399 w 136"/>
                <a:gd name="T19" fmla="*/ 2293 h 189"/>
                <a:gd name="T20" fmla="*/ 1510 w 136"/>
                <a:gd name="T21" fmla="*/ 2513 h 189"/>
                <a:gd name="T22" fmla="*/ 1521 w 136"/>
                <a:gd name="T23" fmla="*/ 2131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6" h="189">
                  <a:moveTo>
                    <a:pt x="126" y="145"/>
                  </a:moveTo>
                  <a:cubicBezTo>
                    <a:pt x="126" y="143"/>
                    <a:pt x="126" y="142"/>
                    <a:pt x="126" y="140"/>
                  </a:cubicBezTo>
                  <a:cubicBezTo>
                    <a:pt x="125" y="140"/>
                    <a:pt x="125" y="140"/>
                    <a:pt x="125" y="140"/>
                  </a:cubicBezTo>
                  <a:cubicBezTo>
                    <a:pt x="121" y="117"/>
                    <a:pt x="131" y="116"/>
                    <a:pt x="124" y="88"/>
                  </a:cubicBezTo>
                  <a:cubicBezTo>
                    <a:pt x="116" y="60"/>
                    <a:pt x="99" y="55"/>
                    <a:pt x="69" y="39"/>
                  </a:cubicBezTo>
                  <a:cubicBezTo>
                    <a:pt x="44" y="25"/>
                    <a:pt x="19" y="11"/>
                    <a:pt x="4" y="2"/>
                  </a:cubicBezTo>
                  <a:cubicBezTo>
                    <a:pt x="0" y="0"/>
                    <a:pt x="1" y="9"/>
                    <a:pt x="6" y="12"/>
                  </a:cubicBezTo>
                  <a:cubicBezTo>
                    <a:pt x="18" y="22"/>
                    <a:pt x="31" y="41"/>
                    <a:pt x="51" y="59"/>
                  </a:cubicBezTo>
                  <a:cubicBezTo>
                    <a:pt x="79" y="83"/>
                    <a:pt x="89" y="102"/>
                    <a:pt x="96" y="118"/>
                  </a:cubicBezTo>
                  <a:cubicBezTo>
                    <a:pt x="98" y="125"/>
                    <a:pt x="107" y="140"/>
                    <a:pt x="116" y="156"/>
                  </a:cubicBezTo>
                  <a:cubicBezTo>
                    <a:pt x="119" y="161"/>
                    <a:pt x="122" y="167"/>
                    <a:pt x="125" y="171"/>
                  </a:cubicBezTo>
                  <a:cubicBezTo>
                    <a:pt x="136" y="189"/>
                    <a:pt x="128" y="154"/>
                    <a:pt x="126" y="145"/>
                  </a:cubicBezTo>
                  <a:close/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1" name="Freeform 16">
              <a:extLst>
                <a:ext uri="{FF2B5EF4-FFF2-40B4-BE49-F238E27FC236}">
                  <a16:creationId xmlns:a16="http://schemas.microsoft.com/office/drawing/2014/main" id="{65DBA9C7-0CB9-425C-B3E0-0039237F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630"/>
              <a:ext cx="414" cy="150"/>
            </a:xfrm>
            <a:custGeom>
              <a:avLst/>
              <a:gdLst>
                <a:gd name="T0" fmla="*/ 2164 w 180"/>
                <a:gd name="T1" fmla="*/ 743 h 61"/>
                <a:gd name="T2" fmla="*/ 1403 w 180"/>
                <a:gd name="T3" fmla="*/ 150 h 61"/>
                <a:gd name="T4" fmla="*/ 545 w 180"/>
                <a:gd name="T5" fmla="*/ 133 h 61"/>
                <a:gd name="T6" fmla="*/ 170 w 180"/>
                <a:gd name="T7" fmla="*/ 295 h 61"/>
                <a:gd name="T8" fmla="*/ 269 w 180"/>
                <a:gd name="T9" fmla="*/ 430 h 61"/>
                <a:gd name="T10" fmla="*/ 1070 w 180"/>
                <a:gd name="T11" fmla="*/ 846 h 61"/>
                <a:gd name="T12" fmla="*/ 1900 w 180"/>
                <a:gd name="T13" fmla="*/ 804 h 61"/>
                <a:gd name="T14" fmla="*/ 2164 w 180"/>
                <a:gd name="T15" fmla="*/ 74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61">
                  <a:moveTo>
                    <a:pt x="178" y="50"/>
                  </a:moveTo>
                  <a:cubicBezTo>
                    <a:pt x="165" y="36"/>
                    <a:pt x="137" y="20"/>
                    <a:pt x="115" y="10"/>
                  </a:cubicBezTo>
                  <a:cubicBezTo>
                    <a:pt x="94" y="0"/>
                    <a:pt x="72" y="1"/>
                    <a:pt x="45" y="9"/>
                  </a:cubicBezTo>
                  <a:cubicBezTo>
                    <a:pt x="32" y="13"/>
                    <a:pt x="22" y="16"/>
                    <a:pt x="14" y="20"/>
                  </a:cubicBezTo>
                  <a:cubicBezTo>
                    <a:pt x="5" y="23"/>
                    <a:pt x="0" y="28"/>
                    <a:pt x="22" y="29"/>
                  </a:cubicBezTo>
                  <a:cubicBezTo>
                    <a:pt x="44" y="30"/>
                    <a:pt x="46" y="60"/>
                    <a:pt x="88" y="57"/>
                  </a:cubicBezTo>
                  <a:cubicBezTo>
                    <a:pt x="130" y="54"/>
                    <a:pt x="131" y="48"/>
                    <a:pt x="156" y="54"/>
                  </a:cubicBezTo>
                  <a:cubicBezTo>
                    <a:pt x="180" y="61"/>
                    <a:pt x="179" y="52"/>
                    <a:pt x="178" y="50"/>
                  </a:cubicBezTo>
                  <a:close/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2" name="Freeform 17">
              <a:extLst>
                <a:ext uri="{FF2B5EF4-FFF2-40B4-BE49-F238E27FC236}">
                  <a16:creationId xmlns:a16="http://schemas.microsoft.com/office/drawing/2014/main" id="{57118FC0-69A5-4A67-BA13-4EFA53AF9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677"/>
              <a:ext cx="379" cy="233"/>
            </a:xfrm>
            <a:custGeom>
              <a:avLst/>
              <a:gdLst>
                <a:gd name="T0" fmla="*/ 1757 w 165"/>
                <a:gd name="T1" fmla="*/ 132 h 95"/>
                <a:gd name="T2" fmla="*/ 1805 w 165"/>
                <a:gd name="T3" fmla="*/ 12 h 95"/>
                <a:gd name="T4" fmla="*/ 749 w 165"/>
                <a:gd name="T5" fmla="*/ 191 h 95"/>
                <a:gd name="T6" fmla="*/ 179 w 165"/>
                <a:gd name="T7" fmla="*/ 1077 h 95"/>
                <a:gd name="T8" fmla="*/ 216 w 165"/>
                <a:gd name="T9" fmla="*/ 1251 h 95"/>
                <a:gd name="T10" fmla="*/ 786 w 165"/>
                <a:gd name="T11" fmla="*/ 873 h 95"/>
                <a:gd name="T12" fmla="*/ 1757 w 165"/>
                <a:gd name="T13" fmla="*/ 13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5" h="95">
                  <a:moveTo>
                    <a:pt x="145" y="9"/>
                  </a:moveTo>
                  <a:cubicBezTo>
                    <a:pt x="153" y="8"/>
                    <a:pt x="165" y="0"/>
                    <a:pt x="149" y="1"/>
                  </a:cubicBezTo>
                  <a:cubicBezTo>
                    <a:pt x="133" y="1"/>
                    <a:pt x="93" y="6"/>
                    <a:pt x="62" y="13"/>
                  </a:cubicBezTo>
                  <a:cubicBezTo>
                    <a:pt x="32" y="19"/>
                    <a:pt x="29" y="56"/>
                    <a:pt x="15" y="73"/>
                  </a:cubicBezTo>
                  <a:cubicBezTo>
                    <a:pt x="0" y="90"/>
                    <a:pt x="4" y="95"/>
                    <a:pt x="18" y="85"/>
                  </a:cubicBezTo>
                  <a:cubicBezTo>
                    <a:pt x="33" y="74"/>
                    <a:pt x="36" y="66"/>
                    <a:pt x="65" y="59"/>
                  </a:cubicBezTo>
                  <a:cubicBezTo>
                    <a:pt x="95" y="52"/>
                    <a:pt x="136" y="11"/>
                    <a:pt x="145" y="9"/>
                  </a:cubicBezTo>
                  <a:close/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3" name="Freeform 18">
              <a:extLst>
                <a:ext uri="{FF2B5EF4-FFF2-40B4-BE49-F238E27FC236}">
                  <a16:creationId xmlns:a16="http://schemas.microsoft.com/office/drawing/2014/main" id="{D105B61D-2CEE-46BA-9B8F-E478FD792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895"/>
              <a:ext cx="195" cy="427"/>
            </a:xfrm>
            <a:custGeom>
              <a:avLst/>
              <a:gdLst>
                <a:gd name="T0" fmla="*/ 411 w 85"/>
                <a:gd name="T1" fmla="*/ 2366 h 174"/>
                <a:gd name="T2" fmla="*/ 606 w 85"/>
                <a:gd name="T3" fmla="*/ 1627 h 174"/>
                <a:gd name="T4" fmla="*/ 821 w 85"/>
                <a:gd name="T5" fmla="*/ 501 h 174"/>
                <a:gd name="T6" fmla="*/ 968 w 85"/>
                <a:gd name="T7" fmla="*/ 150 h 174"/>
                <a:gd name="T8" fmla="*/ 980 w 85"/>
                <a:gd name="T9" fmla="*/ 12 h 174"/>
                <a:gd name="T10" fmla="*/ 691 w 85"/>
                <a:gd name="T11" fmla="*/ 314 h 174"/>
                <a:gd name="T12" fmla="*/ 94 w 85"/>
                <a:gd name="T13" fmla="*/ 1301 h 174"/>
                <a:gd name="T14" fmla="*/ 243 w 85"/>
                <a:gd name="T15" fmla="*/ 2452 h 174"/>
                <a:gd name="T16" fmla="*/ 411 w 85"/>
                <a:gd name="T17" fmla="*/ 2366 h 1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174">
                  <a:moveTo>
                    <a:pt x="34" y="160"/>
                  </a:moveTo>
                  <a:cubicBezTo>
                    <a:pt x="38" y="142"/>
                    <a:pt x="49" y="134"/>
                    <a:pt x="50" y="110"/>
                  </a:cubicBezTo>
                  <a:cubicBezTo>
                    <a:pt x="51" y="76"/>
                    <a:pt x="51" y="52"/>
                    <a:pt x="68" y="34"/>
                  </a:cubicBezTo>
                  <a:cubicBezTo>
                    <a:pt x="76" y="24"/>
                    <a:pt x="74" y="19"/>
                    <a:pt x="80" y="10"/>
                  </a:cubicBezTo>
                  <a:cubicBezTo>
                    <a:pt x="85" y="3"/>
                    <a:pt x="83" y="0"/>
                    <a:pt x="81" y="1"/>
                  </a:cubicBezTo>
                  <a:cubicBezTo>
                    <a:pt x="76" y="4"/>
                    <a:pt x="67" y="11"/>
                    <a:pt x="57" y="21"/>
                  </a:cubicBezTo>
                  <a:cubicBezTo>
                    <a:pt x="40" y="37"/>
                    <a:pt x="20" y="47"/>
                    <a:pt x="8" y="88"/>
                  </a:cubicBezTo>
                  <a:cubicBezTo>
                    <a:pt x="0" y="117"/>
                    <a:pt x="13" y="145"/>
                    <a:pt x="20" y="166"/>
                  </a:cubicBezTo>
                  <a:cubicBezTo>
                    <a:pt x="22" y="174"/>
                    <a:pt x="32" y="168"/>
                    <a:pt x="34" y="160"/>
                  </a:cubicBezTo>
                  <a:close/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4" name="Freeform 19">
              <a:extLst>
                <a:ext uri="{FF2B5EF4-FFF2-40B4-BE49-F238E27FC236}">
                  <a16:creationId xmlns:a16="http://schemas.microsoft.com/office/drawing/2014/main" id="{6E238134-4305-4953-807D-EC5A235A1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42"/>
              <a:ext cx="1269" cy="1089"/>
            </a:xfrm>
            <a:custGeom>
              <a:avLst/>
              <a:gdLst>
                <a:gd name="T0" fmla="*/ 1554 w 552"/>
                <a:gd name="T1" fmla="*/ 3380 h 444"/>
                <a:gd name="T2" fmla="*/ 3471 w 552"/>
                <a:gd name="T3" fmla="*/ 1594 h 444"/>
                <a:gd name="T4" fmla="*/ 4301 w 552"/>
                <a:gd name="T5" fmla="*/ 1400 h 444"/>
                <a:gd name="T6" fmla="*/ 6648 w 552"/>
                <a:gd name="T7" fmla="*/ 2095 h 444"/>
                <a:gd name="T8" fmla="*/ 6706 w 552"/>
                <a:gd name="T9" fmla="*/ 2141 h 444"/>
                <a:gd name="T10" fmla="*/ 4773 w 552"/>
                <a:gd name="T11" fmla="*/ 986 h 444"/>
                <a:gd name="T12" fmla="*/ 3609 w 552"/>
                <a:gd name="T13" fmla="*/ 518 h 444"/>
                <a:gd name="T14" fmla="*/ 3508 w 552"/>
                <a:gd name="T15" fmla="*/ 253 h 444"/>
                <a:gd name="T16" fmla="*/ 3561 w 552"/>
                <a:gd name="T17" fmla="*/ 265 h 444"/>
                <a:gd name="T18" fmla="*/ 3524 w 552"/>
                <a:gd name="T19" fmla="*/ 265 h 444"/>
                <a:gd name="T20" fmla="*/ 3524 w 552"/>
                <a:gd name="T21" fmla="*/ 265 h 444"/>
                <a:gd name="T22" fmla="*/ 3425 w 552"/>
                <a:gd name="T23" fmla="*/ 162 h 444"/>
                <a:gd name="T24" fmla="*/ 2779 w 552"/>
                <a:gd name="T25" fmla="*/ 223 h 444"/>
                <a:gd name="T26" fmla="*/ 2795 w 552"/>
                <a:gd name="T27" fmla="*/ 294 h 444"/>
                <a:gd name="T28" fmla="*/ 2722 w 552"/>
                <a:gd name="T29" fmla="*/ 314 h 444"/>
                <a:gd name="T30" fmla="*/ 2710 w 552"/>
                <a:gd name="T31" fmla="*/ 314 h 444"/>
                <a:gd name="T32" fmla="*/ 2710 w 552"/>
                <a:gd name="T33" fmla="*/ 314 h 444"/>
                <a:gd name="T34" fmla="*/ 2779 w 552"/>
                <a:gd name="T35" fmla="*/ 294 h 444"/>
                <a:gd name="T36" fmla="*/ 2844 w 552"/>
                <a:gd name="T37" fmla="*/ 518 h 444"/>
                <a:gd name="T38" fmla="*/ 2628 w 552"/>
                <a:gd name="T39" fmla="*/ 576 h 444"/>
                <a:gd name="T40" fmla="*/ 2628 w 552"/>
                <a:gd name="T41" fmla="*/ 324 h 444"/>
                <a:gd name="T42" fmla="*/ 2637 w 552"/>
                <a:gd name="T43" fmla="*/ 324 h 444"/>
                <a:gd name="T44" fmla="*/ 2628 w 552"/>
                <a:gd name="T45" fmla="*/ 324 h 444"/>
                <a:gd name="T46" fmla="*/ 2628 w 552"/>
                <a:gd name="T47" fmla="*/ 324 h 444"/>
                <a:gd name="T48" fmla="*/ 2320 w 552"/>
                <a:gd name="T49" fmla="*/ 91 h 444"/>
                <a:gd name="T50" fmla="*/ 2209 w 552"/>
                <a:gd name="T51" fmla="*/ 446 h 444"/>
                <a:gd name="T52" fmla="*/ 2225 w 552"/>
                <a:gd name="T53" fmla="*/ 488 h 444"/>
                <a:gd name="T54" fmla="*/ 1701 w 552"/>
                <a:gd name="T55" fmla="*/ 795 h 444"/>
                <a:gd name="T56" fmla="*/ 1664 w 552"/>
                <a:gd name="T57" fmla="*/ 621 h 444"/>
                <a:gd name="T58" fmla="*/ 1205 w 552"/>
                <a:gd name="T59" fmla="*/ 589 h 444"/>
                <a:gd name="T60" fmla="*/ 947 w 552"/>
                <a:gd name="T61" fmla="*/ 770 h 444"/>
                <a:gd name="T62" fmla="*/ 1120 w 552"/>
                <a:gd name="T63" fmla="*/ 1329 h 444"/>
                <a:gd name="T64" fmla="*/ 1225 w 552"/>
                <a:gd name="T65" fmla="*/ 1533 h 444"/>
                <a:gd name="T66" fmla="*/ 1058 w 552"/>
                <a:gd name="T67" fmla="*/ 1739 h 444"/>
                <a:gd name="T68" fmla="*/ 924 w 552"/>
                <a:gd name="T69" fmla="*/ 1594 h 444"/>
                <a:gd name="T70" fmla="*/ 841 w 552"/>
                <a:gd name="T71" fmla="*/ 1533 h 444"/>
                <a:gd name="T72" fmla="*/ 533 w 552"/>
                <a:gd name="T73" fmla="*/ 1607 h 444"/>
                <a:gd name="T74" fmla="*/ 703 w 552"/>
                <a:gd name="T75" fmla="*/ 1930 h 444"/>
                <a:gd name="T76" fmla="*/ 703 w 552"/>
                <a:gd name="T77" fmla="*/ 1930 h 444"/>
                <a:gd name="T78" fmla="*/ 825 w 552"/>
                <a:gd name="T79" fmla="*/ 2141 h 444"/>
                <a:gd name="T80" fmla="*/ 683 w 552"/>
                <a:gd name="T81" fmla="*/ 2497 h 444"/>
                <a:gd name="T82" fmla="*/ 497 w 552"/>
                <a:gd name="T83" fmla="*/ 2418 h 444"/>
                <a:gd name="T84" fmla="*/ 375 w 552"/>
                <a:gd name="T85" fmla="*/ 2274 h 444"/>
                <a:gd name="T86" fmla="*/ 85 w 552"/>
                <a:gd name="T87" fmla="*/ 2742 h 444"/>
                <a:gd name="T88" fmla="*/ 329 w 552"/>
                <a:gd name="T89" fmla="*/ 3159 h 444"/>
                <a:gd name="T90" fmla="*/ 329 w 552"/>
                <a:gd name="T91" fmla="*/ 3171 h 444"/>
                <a:gd name="T92" fmla="*/ 329 w 552"/>
                <a:gd name="T93" fmla="*/ 3171 h 444"/>
                <a:gd name="T94" fmla="*/ 329 w 552"/>
                <a:gd name="T95" fmla="*/ 3159 h 444"/>
                <a:gd name="T96" fmla="*/ 513 w 552"/>
                <a:gd name="T97" fmla="*/ 3292 h 444"/>
                <a:gd name="T98" fmla="*/ 524 w 552"/>
                <a:gd name="T99" fmla="*/ 3922 h 444"/>
                <a:gd name="T100" fmla="*/ 354 w 552"/>
                <a:gd name="T101" fmla="*/ 3941 h 444"/>
                <a:gd name="T102" fmla="*/ 354 w 552"/>
                <a:gd name="T103" fmla="*/ 3941 h 444"/>
                <a:gd name="T104" fmla="*/ 354 w 552"/>
                <a:gd name="T105" fmla="*/ 3941 h 444"/>
                <a:gd name="T106" fmla="*/ 354 w 552"/>
                <a:gd name="T107" fmla="*/ 3941 h 444"/>
                <a:gd name="T108" fmla="*/ 85 w 552"/>
                <a:gd name="T109" fmla="*/ 3657 h 444"/>
                <a:gd name="T110" fmla="*/ 216 w 552"/>
                <a:gd name="T111" fmla="*/ 4054 h 444"/>
                <a:gd name="T112" fmla="*/ 412 w 552"/>
                <a:gd name="T113" fmla="*/ 4265 h 444"/>
                <a:gd name="T114" fmla="*/ 402 w 552"/>
                <a:gd name="T115" fmla="*/ 4236 h 444"/>
                <a:gd name="T116" fmla="*/ 598 w 552"/>
                <a:gd name="T117" fmla="*/ 4427 h 444"/>
                <a:gd name="T118" fmla="*/ 1205 w 552"/>
                <a:gd name="T119" fmla="*/ 6551 h 444"/>
                <a:gd name="T120" fmla="*/ 1554 w 552"/>
                <a:gd name="T121" fmla="*/ 3380 h 44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552" h="444">
                  <a:moveTo>
                    <a:pt x="128" y="229"/>
                  </a:moveTo>
                  <a:cubicBezTo>
                    <a:pt x="164" y="172"/>
                    <a:pt x="220" y="128"/>
                    <a:pt x="286" y="108"/>
                  </a:cubicBezTo>
                  <a:cubicBezTo>
                    <a:pt x="308" y="101"/>
                    <a:pt x="331" y="96"/>
                    <a:pt x="354" y="95"/>
                  </a:cubicBezTo>
                  <a:cubicBezTo>
                    <a:pt x="421" y="90"/>
                    <a:pt x="488" y="106"/>
                    <a:pt x="547" y="142"/>
                  </a:cubicBezTo>
                  <a:cubicBezTo>
                    <a:pt x="548" y="143"/>
                    <a:pt x="550" y="144"/>
                    <a:pt x="552" y="145"/>
                  </a:cubicBezTo>
                  <a:cubicBezTo>
                    <a:pt x="498" y="107"/>
                    <a:pt x="396" y="69"/>
                    <a:pt x="393" y="67"/>
                  </a:cubicBezTo>
                  <a:cubicBezTo>
                    <a:pt x="372" y="56"/>
                    <a:pt x="338" y="40"/>
                    <a:pt x="297" y="35"/>
                  </a:cubicBezTo>
                  <a:cubicBezTo>
                    <a:pt x="290" y="34"/>
                    <a:pt x="290" y="23"/>
                    <a:pt x="289" y="17"/>
                  </a:cubicBezTo>
                  <a:cubicBezTo>
                    <a:pt x="290" y="18"/>
                    <a:pt x="291" y="18"/>
                    <a:pt x="293" y="18"/>
                  </a:cubicBezTo>
                  <a:cubicBezTo>
                    <a:pt x="292" y="18"/>
                    <a:pt x="291" y="18"/>
                    <a:pt x="290" y="18"/>
                  </a:cubicBezTo>
                  <a:cubicBezTo>
                    <a:pt x="290" y="18"/>
                    <a:pt x="290" y="18"/>
                    <a:pt x="290" y="18"/>
                  </a:cubicBezTo>
                  <a:cubicBezTo>
                    <a:pt x="288" y="15"/>
                    <a:pt x="286" y="13"/>
                    <a:pt x="282" y="11"/>
                  </a:cubicBezTo>
                  <a:cubicBezTo>
                    <a:pt x="274" y="7"/>
                    <a:pt x="231" y="0"/>
                    <a:pt x="229" y="15"/>
                  </a:cubicBezTo>
                  <a:cubicBezTo>
                    <a:pt x="228" y="17"/>
                    <a:pt x="230" y="19"/>
                    <a:pt x="230" y="20"/>
                  </a:cubicBezTo>
                  <a:cubicBezTo>
                    <a:pt x="228" y="20"/>
                    <a:pt x="226" y="20"/>
                    <a:pt x="224" y="21"/>
                  </a:cubicBezTo>
                  <a:cubicBezTo>
                    <a:pt x="223" y="21"/>
                    <a:pt x="223" y="21"/>
                    <a:pt x="223" y="21"/>
                  </a:cubicBezTo>
                  <a:cubicBezTo>
                    <a:pt x="223" y="21"/>
                    <a:pt x="223" y="21"/>
                    <a:pt x="223" y="21"/>
                  </a:cubicBezTo>
                  <a:cubicBezTo>
                    <a:pt x="225" y="20"/>
                    <a:pt x="227" y="20"/>
                    <a:pt x="229" y="20"/>
                  </a:cubicBezTo>
                  <a:cubicBezTo>
                    <a:pt x="231" y="23"/>
                    <a:pt x="234" y="35"/>
                    <a:pt x="234" y="35"/>
                  </a:cubicBezTo>
                  <a:cubicBezTo>
                    <a:pt x="228" y="36"/>
                    <a:pt x="222" y="37"/>
                    <a:pt x="216" y="39"/>
                  </a:cubicBezTo>
                  <a:cubicBezTo>
                    <a:pt x="215" y="35"/>
                    <a:pt x="215" y="29"/>
                    <a:pt x="216" y="22"/>
                  </a:cubicBezTo>
                  <a:cubicBezTo>
                    <a:pt x="216" y="22"/>
                    <a:pt x="216" y="22"/>
                    <a:pt x="217" y="22"/>
                  </a:cubicBezTo>
                  <a:cubicBezTo>
                    <a:pt x="216" y="22"/>
                    <a:pt x="216" y="22"/>
                    <a:pt x="216" y="22"/>
                  </a:cubicBezTo>
                  <a:cubicBezTo>
                    <a:pt x="216" y="22"/>
                    <a:pt x="216" y="22"/>
                    <a:pt x="216" y="22"/>
                  </a:cubicBezTo>
                  <a:cubicBezTo>
                    <a:pt x="211" y="12"/>
                    <a:pt x="209" y="7"/>
                    <a:pt x="191" y="6"/>
                  </a:cubicBezTo>
                  <a:cubicBezTo>
                    <a:pt x="173" y="4"/>
                    <a:pt x="176" y="16"/>
                    <a:pt x="182" y="30"/>
                  </a:cubicBezTo>
                  <a:cubicBezTo>
                    <a:pt x="182" y="31"/>
                    <a:pt x="182" y="32"/>
                    <a:pt x="183" y="33"/>
                  </a:cubicBezTo>
                  <a:cubicBezTo>
                    <a:pt x="169" y="38"/>
                    <a:pt x="155" y="45"/>
                    <a:pt x="140" y="54"/>
                  </a:cubicBezTo>
                  <a:cubicBezTo>
                    <a:pt x="139" y="51"/>
                    <a:pt x="139" y="47"/>
                    <a:pt x="137" y="42"/>
                  </a:cubicBezTo>
                  <a:cubicBezTo>
                    <a:pt x="132" y="30"/>
                    <a:pt x="113" y="36"/>
                    <a:pt x="99" y="40"/>
                  </a:cubicBezTo>
                  <a:cubicBezTo>
                    <a:pt x="87" y="44"/>
                    <a:pt x="76" y="40"/>
                    <a:pt x="78" y="52"/>
                  </a:cubicBezTo>
                  <a:cubicBezTo>
                    <a:pt x="81" y="70"/>
                    <a:pt x="89" y="81"/>
                    <a:pt x="92" y="90"/>
                  </a:cubicBezTo>
                  <a:cubicBezTo>
                    <a:pt x="97" y="94"/>
                    <a:pt x="100" y="101"/>
                    <a:pt x="101" y="104"/>
                  </a:cubicBezTo>
                  <a:cubicBezTo>
                    <a:pt x="96" y="109"/>
                    <a:pt x="92" y="114"/>
                    <a:pt x="87" y="118"/>
                  </a:cubicBezTo>
                  <a:cubicBezTo>
                    <a:pt x="87" y="119"/>
                    <a:pt x="80" y="115"/>
                    <a:pt x="76" y="108"/>
                  </a:cubicBezTo>
                  <a:cubicBezTo>
                    <a:pt x="73" y="106"/>
                    <a:pt x="70" y="105"/>
                    <a:pt x="69" y="104"/>
                  </a:cubicBezTo>
                  <a:cubicBezTo>
                    <a:pt x="62" y="103"/>
                    <a:pt x="51" y="95"/>
                    <a:pt x="44" y="109"/>
                  </a:cubicBezTo>
                  <a:cubicBezTo>
                    <a:pt x="41" y="116"/>
                    <a:pt x="49" y="124"/>
                    <a:pt x="58" y="131"/>
                  </a:cubicBezTo>
                  <a:cubicBezTo>
                    <a:pt x="58" y="131"/>
                    <a:pt x="58" y="131"/>
                    <a:pt x="58" y="131"/>
                  </a:cubicBezTo>
                  <a:cubicBezTo>
                    <a:pt x="64" y="137"/>
                    <a:pt x="69" y="143"/>
                    <a:pt x="68" y="145"/>
                  </a:cubicBezTo>
                  <a:cubicBezTo>
                    <a:pt x="63" y="153"/>
                    <a:pt x="59" y="160"/>
                    <a:pt x="56" y="169"/>
                  </a:cubicBezTo>
                  <a:cubicBezTo>
                    <a:pt x="55" y="170"/>
                    <a:pt x="41" y="164"/>
                    <a:pt x="41" y="164"/>
                  </a:cubicBezTo>
                  <a:cubicBezTo>
                    <a:pt x="38" y="160"/>
                    <a:pt x="35" y="156"/>
                    <a:pt x="31" y="154"/>
                  </a:cubicBezTo>
                  <a:cubicBezTo>
                    <a:pt x="14" y="142"/>
                    <a:pt x="8" y="173"/>
                    <a:pt x="7" y="186"/>
                  </a:cubicBezTo>
                  <a:cubicBezTo>
                    <a:pt x="6" y="204"/>
                    <a:pt x="13" y="209"/>
                    <a:pt x="27" y="214"/>
                  </a:cubicBezTo>
                  <a:cubicBezTo>
                    <a:pt x="27" y="214"/>
                    <a:pt x="27" y="214"/>
                    <a:pt x="27" y="215"/>
                  </a:cubicBezTo>
                  <a:cubicBezTo>
                    <a:pt x="27" y="215"/>
                    <a:pt x="27" y="215"/>
                    <a:pt x="27" y="215"/>
                  </a:cubicBezTo>
                  <a:cubicBezTo>
                    <a:pt x="27" y="215"/>
                    <a:pt x="27" y="214"/>
                    <a:pt x="27" y="214"/>
                  </a:cubicBezTo>
                  <a:cubicBezTo>
                    <a:pt x="34" y="213"/>
                    <a:pt x="43" y="221"/>
                    <a:pt x="42" y="223"/>
                  </a:cubicBezTo>
                  <a:cubicBezTo>
                    <a:pt x="41" y="237"/>
                    <a:pt x="41" y="252"/>
                    <a:pt x="43" y="266"/>
                  </a:cubicBezTo>
                  <a:cubicBezTo>
                    <a:pt x="43" y="267"/>
                    <a:pt x="32" y="270"/>
                    <a:pt x="29" y="267"/>
                  </a:cubicBezTo>
                  <a:cubicBezTo>
                    <a:pt x="29" y="267"/>
                    <a:pt x="29" y="267"/>
                    <a:pt x="29" y="267"/>
                  </a:cubicBezTo>
                  <a:cubicBezTo>
                    <a:pt x="29" y="267"/>
                    <a:pt x="29" y="267"/>
                    <a:pt x="29" y="267"/>
                  </a:cubicBezTo>
                  <a:cubicBezTo>
                    <a:pt x="29" y="267"/>
                    <a:pt x="29" y="267"/>
                    <a:pt x="29" y="267"/>
                  </a:cubicBezTo>
                  <a:cubicBezTo>
                    <a:pt x="22" y="263"/>
                    <a:pt x="15" y="242"/>
                    <a:pt x="7" y="248"/>
                  </a:cubicBezTo>
                  <a:cubicBezTo>
                    <a:pt x="0" y="253"/>
                    <a:pt x="14" y="271"/>
                    <a:pt x="18" y="275"/>
                  </a:cubicBezTo>
                  <a:cubicBezTo>
                    <a:pt x="21" y="279"/>
                    <a:pt x="28" y="284"/>
                    <a:pt x="34" y="289"/>
                  </a:cubicBezTo>
                  <a:cubicBezTo>
                    <a:pt x="33" y="288"/>
                    <a:pt x="33" y="288"/>
                    <a:pt x="33" y="287"/>
                  </a:cubicBezTo>
                  <a:cubicBezTo>
                    <a:pt x="38" y="291"/>
                    <a:pt x="48" y="289"/>
                    <a:pt x="49" y="300"/>
                  </a:cubicBezTo>
                  <a:cubicBezTo>
                    <a:pt x="52" y="309"/>
                    <a:pt x="78" y="387"/>
                    <a:pt x="99" y="444"/>
                  </a:cubicBezTo>
                  <a:cubicBezTo>
                    <a:pt x="79" y="372"/>
                    <a:pt x="87" y="296"/>
                    <a:pt x="128" y="229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5" name="Freeform 20">
              <a:extLst>
                <a:ext uri="{FF2B5EF4-FFF2-40B4-BE49-F238E27FC236}">
                  <a16:creationId xmlns:a16="http://schemas.microsoft.com/office/drawing/2014/main" id="{7343AF3E-32FB-4C4F-8F41-13E222703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833"/>
              <a:ext cx="336" cy="348"/>
            </a:xfrm>
            <a:custGeom>
              <a:avLst/>
              <a:gdLst>
                <a:gd name="T0" fmla="*/ 414 w 146"/>
                <a:gd name="T1" fmla="*/ 2017 h 142"/>
                <a:gd name="T2" fmla="*/ 1705 w 146"/>
                <a:gd name="T3" fmla="*/ 576 h 142"/>
                <a:gd name="T4" fmla="*/ 1754 w 146"/>
                <a:gd name="T5" fmla="*/ 488 h 142"/>
                <a:gd name="T6" fmla="*/ 440 w 146"/>
                <a:gd name="T7" fmla="*/ 649 h 142"/>
                <a:gd name="T8" fmla="*/ 306 w 146"/>
                <a:gd name="T9" fmla="*/ 2061 h 142"/>
                <a:gd name="T10" fmla="*/ 414 w 146"/>
                <a:gd name="T11" fmla="*/ 2017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142">
                  <a:moveTo>
                    <a:pt x="34" y="137"/>
                  </a:moveTo>
                  <a:cubicBezTo>
                    <a:pt x="58" y="94"/>
                    <a:pt x="104" y="54"/>
                    <a:pt x="140" y="39"/>
                  </a:cubicBezTo>
                  <a:cubicBezTo>
                    <a:pt x="143" y="38"/>
                    <a:pt x="146" y="34"/>
                    <a:pt x="144" y="33"/>
                  </a:cubicBezTo>
                  <a:cubicBezTo>
                    <a:pt x="114" y="15"/>
                    <a:pt x="74" y="0"/>
                    <a:pt x="36" y="44"/>
                  </a:cubicBezTo>
                  <a:cubicBezTo>
                    <a:pt x="0" y="86"/>
                    <a:pt x="8" y="115"/>
                    <a:pt x="25" y="140"/>
                  </a:cubicBezTo>
                  <a:cubicBezTo>
                    <a:pt x="26" y="142"/>
                    <a:pt x="33" y="140"/>
                    <a:pt x="34" y="137"/>
                  </a:cubicBezTo>
                  <a:close/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6" name="Freeform 21">
              <a:extLst>
                <a:ext uri="{FF2B5EF4-FFF2-40B4-BE49-F238E27FC236}">
                  <a16:creationId xmlns:a16="http://schemas.microsoft.com/office/drawing/2014/main" id="{A62A5A39-EBAF-4226-92F8-D522DCC22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68"/>
              <a:ext cx="115" cy="184"/>
            </a:xfrm>
            <a:custGeom>
              <a:avLst/>
              <a:gdLst>
                <a:gd name="T0" fmla="*/ 244 w 50"/>
                <a:gd name="T1" fmla="*/ 1106 h 75"/>
                <a:gd name="T2" fmla="*/ 354 w 50"/>
                <a:gd name="T3" fmla="*/ 633 h 75"/>
                <a:gd name="T4" fmla="*/ 610 w 50"/>
                <a:gd name="T5" fmla="*/ 447 h 75"/>
                <a:gd name="T6" fmla="*/ 122 w 50"/>
                <a:gd name="T7" fmla="*/ 1065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75">
                  <a:moveTo>
                    <a:pt x="20" y="75"/>
                  </a:moveTo>
                  <a:cubicBezTo>
                    <a:pt x="17" y="66"/>
                    <a:pt x="25" y="51"/>
                    <a:pt x="29" y="43"/>
                  </a:cubicBezTo>
                  <a:cubicBezTo>
                    <a:pt x="34" y="32"/>
                    <a:pt x="40" y="33"/>
                    <a:pt x="50" y="30"/>
                  </a:cubicBezTo>
                  <a:cubicBezTo>
                    <a:pt x="28" y="0"/>
                    <a:pt x="0" y="51"/>
                    <a:pt x="10" y="72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7" name="Freeform 22">
              <a:extLst>
                <a:ext uri="{FF2B5EF4-FFF2-40B4-BE49-F238E27FC236}">
                  <a16:creationId xmlns:a16="http://schemas.microsoft.com/office/drawing/2014/main" id="{7AFC585E-98DE-4717-A7A9-F9BD53C15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873"/>
              <a:ext cx="108" cy="100"/>
            </a:xfrm>
            <a:custGeom>
              <a:avLst/>
              <a:gdLst>
                <a:gd name="T0" fmla="*/ 244 w 47"/>
                <a:gd name="T1" fmla="*/ 493 h 41"/>
                <a:gd name="T2" fmla="*/ 570 w 47"/>
                <a:gd name="T3" fmla="*/ 261 h 41"/>
                <a:gd name="T4" fmla="*/ 147 w 47"/>
                <a:gd name="T5" fmla="*/ 59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1">
                  <a:moveTo>
                    <a:pt x="20" y="34"/>
                  </a:moveTo>
                  <a:cubicBezTo>
                    <a:pt x="27" y="21"/>
                    <a:pt x="31" y="15"/>
                    <a:pt x="47" y="18"/>
                  </a:cubicBezTo>
                  <a:cubicBezTo>
                    <a:pt x="28" y="0"/>
                    <a:pt x="0" y="15"/>
                    <a:pt x="12" y="41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8" name="Freeform 23">
              <a:extLst>
                <a:ext uri="{FF2B5EF4-FFF2-40B4-BE49-F238E27FC236}">
                  <a16:creationId xmlns:a16="http://schemas.microsoft.com/office/drawing/2014/main" id="{F7D5916A-F32A-4BE4-A735-1AB615FCB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733"/>
              <a:ext cx="174" cy="154"/>
            </a:xfrm>
            <a:custGeom>
              <a:avLst/>
              <a:gdLst>
                <a:gd name="T0" fmla="*/ 373 w 76"/>
                <a:gd name="T1" fmla="*/ 919 h 63"/>
                <a:gd name="T2" fmla="*/ 373 w 76"/>
                <a:gd name="T3" fmla="*/ 274 h 63"/>
                <a:gd name="T4" fmla="*/ 614 w 76"/>
                <a:gd name="T5" fmla="*/ 232 h 63"/>
                <a:gd name="T6" fmla="*/ 911 w 76"/>
                <a:gd name="T7" fmla="*/ 264 h 63"/>
                <a:gd name="T8" fmla="*/ 735 w 76"/>
                <a:gd name="T9" fmla="*/ 12 h 63"/>
                <a:gd name="T10" fmla="*/ 456 w 76"/>
                <a:gd name="T11" fmla="*/ 42 h 63"/>
                <a:gd name="T12" fmla="*/ 240 w 76"/>
                <a:gd name="T13" fmla="*/ 59 h 63"/>
                <a:gd name="T14" fmla="*/ 179 w 76"/>
                <a:gd name="T15" fmla="*/ 728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63">
                  <a:moveTo>
                    <a:pt x="31" y="63"/>
                  </a:moveTo>
                  <a:cubicBezTo>
                    <a:pt x="27" y="53"/>
                    <a:pt x="15" y="24"/>
                    <a:pt x="31" y="19"/>
                  </a:cubicBezTo>
                  <a:cubicBezTo>
                    <a:pt x="38" y="17"/>
                    <a:pt x="45" y="18"/>
                    <a:pt x="51" y="16"/>
                  </a:cubicBezTo>
                  <a:cubicBezTo>
                    <a:pt x="59" y="13"/>
                    <a:pt x="70" y="9"/>
                    <a:pt x="76" y="18"/>
                  </a:cubicBezTo>
                  <a:cubicBezTo>
                    <a:pt x="72" y="9"/>
                    <a:pt x="71" y="2"/>
                    <a:pt x="61" y="1"/>
                  </a:cubicBezTo>
                  <a:cubicBezTo>
                    <a:pt x="53" y="0"/>
                    <a:pt x="45" y="2"/>
                    <a:pt x="38" y="3"/>
                  </a:cubicBezTo>
                  <a:cubicBezTo>
                    <a:pt x="32" y="4"/>
                    <a:pt x="26" y="3"/>
                    <a:pt x="20" y="4"/>
                  </a:cubicBezTo>
                  <a:cubicBezTo>
                    <a:pt x="0" y="7"/>
                    <a:pt x="3" y="39"/>
                    <a:pt x="15" y="50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9" name="Freeform 24">
              <a:extLst>
                <a:ext uri="{FF2B5EF4-FFF2-40B4-BE49-F238E27FC236}">
                  <a16:creationId xmlns:a16="http://schemas.microsoft.com/office/drawing/2014/main" id="{E3659A15-D54F-4F0C-AD6C-187634363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652"/>
              <a:ext cx="115" cy="98"/>
            </a:xfrm>
            <a:custGeom>
              <a:avLst/>
              <a:gdLst>
                <a:gd name="T0" fmla="*/ 147 w 50"/>
                <a:gd name="T1" fmla="*/ 588 h 40"/>
                <a:gd name="T2" fmla="*/ 534 w 50"/>
                <a:gd name="T3" fmla="*/ 443 h 40"/>
                <a:gd name="T4" fmla="*/ 269 w 50"/>
                <a:gd name="T5" fmla="*/ 42 h 40"/>
                <a:gd name="T6" fmla="*/ 64 w 50"/>
                <a:gd name="T7" fmla="*/ 103 h 40"/>
                <a:gd name="T8" fmla="*/ 48 w 50"/>
                <a:gd name="T9" fmla="*/ 529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0">
                  <a:moveTo>
                    <a:pt x="12" y="40"/>
                  </a:moveTo>
                  <a:cubicBezTo>
                    <a:pt x="9" y="18"/>
                    <a:pt x="31" y="12"/>
                    <a:pt x="44" y="30"/>
                  </a:cubicBezTo>
                  <a:cubicBezTo>
                    <a:pt x="50" y="16"/>
                    <a:pt x="33" y="5"/>
                    <a:pt x="22" y="3"/>
                  </a:cubicBezTo>
                  <a:cubicBezTo>
                    <a:pt x="15" y="2"/>
                    <a:pt x="9" y="0"/>
                    <a:pt x="5" y="7"/>
                  </a:cubicBezTo>
                  <a:cubicBezTo>
                    <a:pt x="0" y="14"/>
                    <a:pt x="1" y="28"/>
                    <a:pt x="4" y="36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0" name="Freeform 25">
              <a:extLst>
                <a:ext uri="{FF2B5EF4-FFF2-40B4-BE49-F238E27FC236}">
                  <a16:creationId xmlns:a16="http://schemas.microsoft.com/office/drawing/2014/main" id="{65B1EBC3-6A4F-4F74-A47B-50B4ABCA9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250"/>
              <a:ext cx="211" cy="346"/>
            </a:xfrm>
            <a:custGeom>
              <a:avLst/>
              <a:gdLst>
                <a:gd name="T0" fmla="*/ 952 w 92"/>
                <a:gd name="T1" fmla="*/ 2071 h 141"/>
                <a:gd name="T2" fmla="*/ 979 w 92"/>
                <a:gd name="T3" fmla="*/ 1342 h 141"/>
                <a:gd name="T4" fmla="*/ 1053 w 92"/>
                <a:gd name="T5" fmla="*/ 621 h 141"/>
                <a:gd name="T6" fmla="*/ 711 w 92"/>
                <a:gd name="T7" fmla="*/ 518 h 141"/>
                <a:gd name="T8" fmla="*/ 420 w 92"/>
                <a:gd name="T9" fmla="*/ 282 h 141"/>
                <a:gd name="T10" fmla="*/ 289 w 92"/>
                <a:gd name="T11" fmla="*/ 282 h 141"/>
                <a:gd name="T12" fmla="*/ 289 w 92"/>
                <a:gd name="T13" fmla="*/ 282 h 141"/>
                <a:gd name="T14" fmla="*/ 289 w 92"/>
                <a:gd name="T15" fmla="*/ 282 h 141"/>
                <a:gd name="T16" fmla="*/ 289 w 92"/>
                <a:gd name="T17" fmla="*/ 282 h 141"/>
                <a:gd name="T18" fmla="*/ 85 w 92"/>
                <a:gd name="T19" fmla="*/ 0 h 141"/>
                <a:gd name="T20" fmla="*/ 0 w 92"/>
                <a:gd name="T21" fmla="*/ 71 h 141"/>
                <a:gd name="T22" fmla="*/ 158 w 92"/>
                <a:gd name="T23" fmla="*/ 398 h 141"/>
                <a:gd name="T24" fmla="*/ 353 w 92"/>
                <a:gd name="T25" fmla="*/ 609 h 141"/>
                <a:gd name="T26" fmla="*/ 337 w 92"/>
                <a:gd name="T27" fmla="*/ 579 h 141"/>
                <a:gd name="T28" fmla="*/ 532 w 92"/>
                <a:gd name="T29" fmla="*/ 771 h 141"/>
                <a:gd name="T30" fmla="*/ 605 w 92"/>
                <a:gd name="T31" fmla="*/ 986 h 141"/>
                <a:gd name="T32" fmla="*/ 952 w 92"/>
                <a:gd name="T33" fmla="*/ 2071 h 1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2" h="141">
                  <a:moveTo>
                    <a:pt x="79" y="140"/>
                  </a:moveTo>
                  <a:cubicBezTo>
                    <a:pt x="80" y="141"/>
                    <a:pt x="78" y="115"/>
                    <a:pt x="81" y="91"/>
                  </a:cubicBezTo>
                  <a:cubicBezTo>
                    <a:pt x="85" y="66"/>
                    <a:pt x="92" y="43"/>
                    <a:pt x="87" y="42"/>
                  </a:cubicBezTo>
                  <a:cubicBezTo>
                    <a:pt x="78" y="42"/>
                    <a:pt x="69" y="40"/>
                    <a:pt x="59" y="35"/>
                  </a:cubicBezTo>
                  <a:cubicBezTo>
                    <a:pt x="51" y="32"/>
                    <a:pt x="35" y="19"/>
                    <a:pt x="35" y="19"/>
                  </a:cubicBezTo>
                  <a:cubicBezTo>
                    <a:pt x="35" y="21"/>
                    <a:pt x="27" y="22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18" y="16"/>
                    <a:pt x="13" y="2"/>
                    <a:pt x="7" y="0"/>
                  </a:cubicBezTo>
                  <a:cubicBezTo>
                    <a:pt x="5" y="1"/>
                    <a:pt x="2" y="3"/>
                    <a:pt x="0" y="5"/>
                  </a:cubicBezTo>
                  <a:cubicBezTo>
                    <a:pt x="1" y="12"/>
                    <a:pt x="10" y="23"/>
                    <a:pt x="13" y="27"/>
                  </a:cubicBezTo>
                  <a:cubicBezTo>
                    <a:pt x="16" y="31"/>
                    <a:pt x="23" y="36"/>
                    <a:pt x="29" y="41"/>
                  </a:cubicBezTo>
                  <a:cubicBezTo>
                    <a:pt x="28" y="40"/>
                    <a:pt x="28" y="40"/>
                    <a:pt x="28" y="39"/>
                  </a:cubicBezTo>
                  <a:cubicBezTo>
                    <a:pt x="33" y="43"/>
                    <a:pt x="43" y="41"/>
                    <a:pt x="44" y="52"/>
                  </a:cubicBezTo>
                  <a:cubicBezTo>
                    <a:pt x="46" y="57"/>
                    <a:pt x="48" y="62"/>
                    <a:pt x="50" y="67"/>
                  </a:cubicBezTo>
                  <a:cubicBezTo>
                    <a:pt x="57" y="74"/>
                    <a:pt x="70" y="121"/>
                    <a:pt x="79" y="140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1" name="Freeform 26">
              <a:extLst>
                <a:ext uri="{FF2B5EF4-FFF2-40B4-BE49-F238E27FC236}">
                  <a16:creationId xmlns:a16="http://schemas.microsoft.com/office/drawing/2014/main" id="{AFE34AAB-C4FE-48F9-97DE-9010C7C36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642"/>
              <a:ext cx="535" cy="248"/>
            </a:xfrm>
            <a:custGeom>
              <a:avLst/>
              <a:gdLst>
                <a:gd name="T0" fmla="*/ 2726 w 233"/>
                <a:gd name="T1" fmla="*/ 1466 h 101"/>
                <a:gd name="T2" fmla="*/ 2726 w 233"/>
                <a:gd name="T3" fmla="*/ 1434 h 101"/>
                <a:gd name="T4" fmla="*/ 992 w 233"/>
                <a:gd name="T5" fmla="*/ 548 h 101"/>
                <a:gd name="T6" fmla="*/ 833 w 233"/>
                <a:gd name="T7" fmla="*/ 518 h 101"/>
                <a:gd name="T8" fmla="*/ 737 w 233"/>
                <a:gd name="T9" fmla="*/ 253 h 101"/>
                <a:gd name="T10" fmla="*/ 785 w 233"/>
                <a:gd name="T11" fmla="*/ 265 h 101"/>
                <a:gd name="T12" fmla="*/ 749 w 233"/>
                <a:gd name="T13" fmla="*/ 265 h 101"/>
                <a:gd name="T14" fmla="*/ 749 w 233"/>
                <a:gd name="T15" fmla="*/ 265 h 101"/>
                <a:gd name="T16" fmla="*/ 654 w 233"/>
                <a:gd name="T17" fmla="*/ 162 h 101"/>
                <a:gd name="T18" fmla="*/ 11 w 233"/>
                <a:gd name="T19" fmla="*/ 223 h 101"/>
                <a:gd name="T20" fmla="*/ 11 w 233"/>
                <a:gd name="T21" fmla="*/ 253 h 101"/>
                <a:gd name="T22" fmla="*/ 1102 w 233"/>
                <a:gd name="T23" fmla="*/ 1157 h 101"/>
                <a:gd name="T24" fmla="*/ 1476 w 233"/>
                <a:gd name="T25" fmla="*/ 1333 h 101"/>
                <a:gd name="T26" fmla="*/ 2530 w 233"/>
                <a:gd name="T27" fmla="*/ 1405 h 101"/>
                <a:gd name="T28" fmla="*/ 2726 w 233"/>
                <a:gd name="T29" fmla="*/ 1466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3" h="101">
                  <a:moveTo>
                    <a:pt x="225" y="99"/>
                  </a:moveTo>
                  <a:cubicBezTo>
                    <a:pt x="233" y="101"/>
                    <a:pt x="227" y="98"/>
                    <a:pt x="225" y="97"/>
                  </a:cubicBezTo>
                  <a:cubicBezTo>
                    <a:pt x="173" y="71"/>
                    <a:pt x="104" y="44"/>
                    <a:pt x="82" y="37"/>
                  </a:cubicBezTo>
                  <a:cubicBezTo>
                    <a:pt x="77" y="36"/>
                    <a:pt x="73" y="35"/>
                    <a:pt x="69" y="35"/>
                  </a:cubicBezTo>
                  <a:cubicBezTo>
                    <a:pt x="62" y="34"/>
                    <a:pt x="62" y="23"/>
                    <a:pt x="61" y="17"/>
                  </a:cubicBezTo>
                  <a:cubicBezTo>
                    <a:pt x="62" y="18"/>
                    <a:pt x="63" y="18"/>
                    <a:pt x="65" y="18"/>
                  </a:cubicBezTo>
                  <a:cubicBezTo>
                    <a:pt x="64" y="18"/>
                    <a:pt x="63" y="18"/>
                    <a:pt x="62" y="18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0" y="15"/>
                    <a:pt x="58" y="13"/>
                    <a:pt x="54" y="11"/>
                  </a:cubicBezTo>
                  <a:cubicBezTo>
                    <a:pt x="46" y="7"/>
                    <a:pt x="3" y="0"/>
                    <a:pt x="1" y="15"/>
                  </a:cubicBezTo>
                  <a:cubicBezTo>
                    <a:pt x="0" y="16"/>
                    <a:pt x="1" y="16"/>
                    <a:pt x="1" y="17"/>
                  </a:cubicBezTo>
                  <a:cubicBezTo>
                    <a:pt x="32" y="32"/>
                    <a:pt x="69" y="55"/>
                    <a:pt x="91" y="78"/>
                  </a:cubicBezTo>
                  <a:cubicBezTo>
                    <a:pt x="98" y="88"/>
                    <a:pt x="104" y="91"/>
                    <a:pt x="122" y="90"/>
                  </a:cubicBezTo>
                  <a:cubicBezTo>
                    <a:pt x="140" y="90"/>
                    <a:pt x="182" y="89"/>
                    <a:pt x="209" y="95"/>
                  </a:cubicBezTo>
                  <a:cubicBezTo>
                    <a:pt x="216" y="97"/>
                    <a:pt x="221" y="98"/>
                    <a:pt x="225" y="99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2" name="Freeform 27">
              <a:extLst>
                <a:ext uri="{FF2B5EF4-FFF2-40B4-BE49-F238E27FC236}">
                  <a16:creationId xmlns:a16="http://schemas.microsoft.com/office/drawing/2014/main" id="{29206718-1123-4A11-B3E2-68E81FA2F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539"/>
              <a:ext cx="970" cy="942"/>
            </a:xfrm>
            <a:custGeom>
              <a:avLst/>
              <a:gdLst>
                <a:gd name="T0" fmla="*/ 3873 w 422"/>
                <a:gd name="T1" fmla="*/ 446 h 384"/>
                <a:gd name="T2" fmla="*/ 3889 w 422"/>
                <a:gd name="T3" fmla="*/ 456 h 384"/>
                <a:gd name="T4" fmla="*/ 3170 w 422"/>
                <a:gd name="T5" fmla="*/ 174 h 384"/>
                <a:gd name="T6" fmla="*/ 3170 w 422"/>
                <a:gd name="T7" fmla="*/ 162 h 384"/>
                <a:gd name="T8" fmla="*/ 2209 w 422"/>
                <a:gd name="T9" fmla="*/ 12 h 384"/>
                <a:gd name="T10" fmla="*/ 0 w 422"/>
                <a:gd name="T11" fmla="*/ 2448 h 384"/>
                <a:gd name="T12" fmla="*/ 439 w 422"/>
                <a:gd name="T13" fmla="*/ 3913 h 384"/>
                <a:gd name="T14" fmla="*/ 1168 w 422"/>
                <a:gd name="T15" fmla="*/ 5061 h 384"/>
                <a:gd name="T16" fmla="*/ 1600 w 422"/>
                <a:gd name="T17" fmla="*/ 5669 h 384"/>
                <a:gd name="T18" fmla="*/ 1554 w 422"/>
                <a:gd name="T19" fmla="*/ 5578 h 384"/>
                <a:gd name="T20" fmla="*/ 1411 w 422"/>
                <a:gd name="T21" fmla="*/ 5255 h 384"/>
                <a:gd name="T22" fmla="*/ 1411 w 422"/>
                <a:gd name="T23" fmla="*/ 5255 h 384"/>
                <a:gd name="T24" fmla="*/ 1411 w 422"/>
                <a:gd name="T25" fmla="*/ 5255 h 384"/>
                <a:gd name="T26" fmla="*/ 1347 w 422"/>
                <a:gd name="T27" fmla="*/ 5078 h 384"/>
                <a:gd name="T28" fmla="*/ 1338 w 422"/>
                <a:gd name="T29" fmla="*/ 5061 h 384"/>
                <a:gd name="T30" fmla="*/ 1299 w 422"/>
                <a:gd name="T31" fmla="*/ 4887 h 384"/>
                <a:gd name="T32" fmla="*/ 1299 w 422"/>
                <a:gd name="T33" fmla="*/ 4887 h 384"/>
                <a:gd name="T34" fmla="*/ 1103 w 422"/>
                <a:gd name="T35" fmla="*/ 4683 h 384"/>
                <a:gd name="T36" fmla="*/ 972 w 422"/>
                <a:gd name="T37" fmla="*/ 4278 h 384"/>
                <a:gd name="T38" fmla="*/ 1237 w 422"/>
                <a:gd name="T39" fmla="*/ 4560 h 384"/>
                <a:gd name="T40" fmla="*/ 1237 w 422"/>
                <a:gd name="T41" fmla="*/ 4560 h 384"/>
                <a:gd name="T42" fmla="*/ 1216 w 422"/>
                <a:gd name="T43" fmla="*/ 4386 h 384"/>
                <a:gd name="T44" fmla="*/ 1216 w 422"/>
                <a:gd name="T45" fmla="*/ 4357 h 384"/>
                <a:gd name="T46" fmla="*/ 1216 w 422"/>
                <a:gd name="T47" fmla="*/ 4278 h 384"/>
                <a:gd name="T48" fmla="*/ 1204 w 422"/>
                <a:gd name="T49" fmla="*/ 4237 h 384"/>
                <a:gd name="T50" fmla="*/ 1204 w 422"/>
                <a:gd name="T51" fmla="*/ 4175 h 384"/>
                <a:gd name="T52" fmla="*/ 1204 w 422"/>
                <a:gd name="T53" fmla="*/ 4062 h 384"/>
                <a:gd name="T54" fmla="*/ 1204 w 422"/>
                <a:gd name="T55" fmla="*/ 4013 h 384"/>
                <a:gd name="T56" fmla="*/ 1204 w 422"/>
                <a:gd name="T57" fmla="*/ 3942 h 384"/>
                <a:gd name="T58" fmla="*/ 1216 w 422"/>
                <a:gd name="T59" fmla="*/ 3900 h 384"/>
                <a:gd name="T60" fmla="*/ 1216 w 422"/>
                <a:gd name="T61" fmla="*/ 3790 h 384"/>
                <a:gd name="T62" fmla="*/ 1216 w 422"/>
                <a:gd name="T63" fmla="*/ 3780 h 384"/>
                <a:gd name="T64" fmla="*/ 972 w 422"/>
                <a:gd name="T65" fmla="*/ 3363 h 384"/>
                <a:gd name="T66" fmla="*/ 1262 w 422"/>
                <a:gd name="T67" fmla="*/ 2895 h 384"/>
                <a:gd name="T68" fmla="*/ 1384 w 422"/>
                <a:gd name="T69" fmla="*/ 3039 h 384"/>
                <a:gd name="T70" fmla="*/ 1384 w 422"/>
                <a:gd name="T71" fmla="*/ 3039 h 384"/>
                <a:gd name="T72" fmla="*/ 1591 w 422"/>
                <a:gd name="T73" fmla="*/ 2551 h 384"/>
                <a:gd name="T74" fmla="*/ 1421 w 422"/>
                <a:gd name="T75" fmla="*/ 2227 h 384"/>
                <a:gd name="T76" fmla="*/ 1722 w 422"/>
                <a:gd name="T77" fmla="*/ 2154 h 384"/>
                <a:gd name="T78" fmla="*/ 1807 w 422"/>
                <a:gd name="T79" fmla="*/ 2215 h 384"/>
                <a:gd name="T80" fmla="*/ 2002 w 422"/>
                <a:gd name="T81" fmla="*/ 1950 h 384"/>
                <a:gd name="T82" fmla="*/ 1834 w 422"/>
                <a:gd name="T83" fmla="*/ 1391 h 384"/>
                <a:gd name="T84" fmla="*/ 2087 w 422"/>
                <a:gd name="T85" fmla="*/ 1209 h 384"/>
                <a:gd name="T86" fmla="*/ 2551 w 422"/>
                <a:gd name="T87" fmla="*/ 1239 h 384"/>
                <a:gd name="T88" fmla="*/ 2588 w 422"/>
                <a:gd name="T89" fmla="*/ 1420 h 384"/>
                <a:gd name="T90" fmla="*/ 3108 w 422"/>
                <a:gd name="T91" fmla="*/ 1106 h 384"/>
                <a:gd name="T92" fmla="*/ 3096 w 422"/>
                <a:gd name="T93" fmla="*/ 1065 h 384"/>
                <a:gd name="T94" fmla="*/ 3207 w 422"/>
                <a:gd name="T95" fmla="*/ 709 h 384"/>
                <a:gd name="T96" fmla="*/ 3508 w 422"/>
                <a:gd name="T97" fmla="*/ 944 h 384"/>
                <a:gd name="T98" fmla="*/ 3508 w 422"/>
                <a:gd name="T99" fmla="*/ 944 h 384"/>
                <a:gd name="T100" fmla="*/ 3593 w 422"/>
                <a:gd name="T101" fmla="*/ 932 h 384"/>
                <a:gd name="T102" fmla="*/ 3609 w 422"/>
                <a:gd name="T103" fmla="*/ 932 h 384"/>
                <a:gd name="T104" fmla="*/ 3678 w 422"/>
                <a:gd name="T105" fmla="*/ 915 h 384"/>
                <a:gd name="T106" fmla="*/ 3666 w 422"/>
                <a:gd name="T107" fmla="*/ 841 h 384"/>
                <a:gd name="T108" fmla="*/ 4312 w 422"/>
                <a:gd name="T109" fmla="*/ 783 h 384"/>
                <a:gd name="T110" fmla="*/ 4406 w 422"/>
                <a:gd name="T111" fmla="*/ 886 h 384"/>
                <a:gd name="T112" fmla="*/ 4406 w 422"/>
                <a:gd name="T113" fmla="*/ 886 h 384"/>
                <a:gd name="T114" fmla="*/ 4613 w 422"/>
                <a:gd name="T115" fmla="*/ 915 h 384"/>
                <a:gd name="T116" fmla="*/ 4613 w 422"/>
                <a:gd name="T117" fmla="*/ 915 h 384"/>
                <a:gd name="T118" fmla="*/ 5126 w 422"/>
                <a:gd name="T119" fmla="*/ 1094 h 384"/>
                <a:gd name="T120" fmla="*/ 3873 w 422"/>
                <a:gd name="T121" fmla="*/ 446 h 3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2" h="384">
                  <a:moveTo>
                    <a:pt x="319" y="30"/>
                  </a:moveTo>
                  <a:cubicBezTo>
                    <a:pt x="319" y="31"/>
                    <a:pt x="320" y="31"/>
                    <a:pt x="320" y="31"/>
                  </a:cubicBezTo>
                  <a:cubicBezTo>
                    <a:pt x="299" y="23"/>
                    <a:pt x="281" y="18"/>
                    <a:pt x="261" y="12"/>
                  </a:cubicBezTo>
                  <a:cubicBezTo>
                    <a:pt x="261" y="11"/>
                    <a:pt x="261" y="11"/>
                    <a:pt x="261" y="11"/>
                  </a:cubicBezTo>
                  <a:cubicBezTo>
                    <a:pt x="252" y="9"/>
                    <a:pt x="226" y="0"/>
                    <a:pt x="182" y="1"/>
                  </a:cubicBezTo>
                  <a:cubicBezTo>
                    <a:pt x="81" y="1"/>
                    <a:pt x="0" y="75"/>
                    <a:pt x="0" y="166"/>
                  </a:cubicBezTo>
                  <a:cubicBezTo>
                    <a:pt x="0" y="203"/>
                    <a:pt x="13" y="237"/>
                    <a:pt x="36" y="265"/>
                  </a:cubicBezTo>
                  <a:cubicBezTo>
                    <a:pt x="39" y="269"/>
                    <a:pt x="84" y="330"/>
                    <a:pt x="96" y="343"/>
                  </a:cubicBezTo>
                  <a:cubicBezTo>
                    <a:pt x="96" y="343"/>
                    <a:pt x="131" y="383"/>
                    <a:pt x="132" y="384"/>
                  </a:cubicBezTo>
                  <a:cubicBezTo>
                    <a:pt x="131" y="382"/>
                    <a:pt x="129" y="380"/>
                    <a:pt x="128" y="378"/>
                  </a:cubicBezTo>
                  <a:cubicBezTo>
                    <a:pt x="123" y="371"/>
                    <a:pt x="119" y="364"/>
                    <a:pt x="116" y="356"/>
                  </a:cubicBezTo>
                  <a:cubicBezTo>
                    <a:pt x="116" y="356"/>
                    <a:pt x="116" y="356"/>
                    <a:pt x="116" y="356"/>
                  </a:cubicBezTo>
                  <a:cubicBezTo>
                    <a:pt x="116" y="356"/>
                    <a:pt x="116" y="356"/>
                    <a:pt x="116" y="356"/>
                  </a:cubicBezTo>
                  <a:cubicBezTo>
                    <a:pt x="114" y="352"/>
                    <a:pt x="112" y="348"/>
                    <a:pt x="111" y="344"/>
                  </a:cubicBezTo>
                  <a:cubicBezTo>
                    <a:pt x="111" y="344"/>
                    <a:pt x="111" y="343"/>
                    <a:pt x="110" y="343"/>
                  </a:cubicBezTo>
                  <a:cubicBezTo>
                    <a:pt x="109" y="339"/>
                    <a:pt x="108" y="335"/>
                    <a:pt x="107" y="331"/>
                  </a:cubicBezTo>
                  <a:cubicBezTo>
                    <a:pt x="107" y="331"/>
                    <a:pt x="107" y="331"/>
                    <a:pt x="107" y="331"/>
                  </a:cubicBezTo>
                  <a:cubicBezTo>
                    <a:pt x="101" y="326"/>
                    <a:pt x="94" y="321"/>
                    <a:pt x="91" y="317"/>
                  </a:cubicBezTo>
                  <a:cubicBezTo>
                    <a:pt x="87" y="313"/>
                    <a:pt x="73" y="295"/>
                    <a:pt x="80" y="290"/>
                  </a:cubicBezTo>
                  <a:cubicBezTo>
                    <a:pt x="88" y="284"/>
                    <a:pt x="95" y="305"/>
                    <a:pt x="102" y="309"/>
                  </a:cubicBezTo>
                  <a:cubicBezTo>
                    <a:pt x="102" y="309"/>
                    <a:pt x="102" y="309"/>
                    <a:pt x="102" y="309"/>
                  </a:cubicBezTo>
                  <a:cubicBezTo>
                    <a:pt x="101" y="305"/>
                    <a:pt x="101" y="301"/>
                    <a:pt x="100" y="297"/>
                  </a:cubicBezTo>
                  <a:cubicBezTo>
                    <a:pt x="100" y="297"/>
                    <a:pt x="100" y="296"/>
                    <a:pt x="100" y="295"/>
                  </a:cubicBezTo>
                  <a:cubicBezTo>
                    <a:pt x="100" y="294"/>
                    <a:pt x="100" y="292"/>
                    <a:pt x="100" y="290"/>
                  </a:cubicBezTo>
                  <a:cubicBezTo>
                    <a:pt x="99" y="289"/>
                    <a:pt x="99" y="288"/>
                    <a:pt x="99" y="287"/>
                  </a:cubicBezTo>
                  <a:cubicBezTo>
                    <a:pt x="99" y="285"/>
                    <a:pt x="99" y="284"/>
                    <a:pt x="99" y="283"/>
                  </a:cubicBezTo>
                  <a:cubicBezTo>
                    <a:pt x="99" y="280"/>
                    <a:pt x="99" y="278"/>
                    <a:pt x="99" y="275"/>
                  </a:cubicBezTo>
                  <a:cubicBezTo>
                    <a:pt x="99" y="274"/>
                    <a:pt x="99" y="273"/>
                    <a:pt x="99" y="272"/>
                  </a:cubicBezTo>
                  <a:cubicBezTo>
                    <a:pt x="99" y="270"/>
                    <a:pt x="99" y="269"/>
                    <a:pt x="99" y="267"/>
                  </a:cubicBezTo>
                  <a:cubicBezTo>
                    <a:pt x="99" y="266"/>
                    <a:pt x="100" y="265"/>
                    <a:pt x="100" y="264"/>
                  </a:cubicBezTo>
                  <a:cubicBezTo>
                    <a:pt x="100" y="261"/>
                    <a:pt x="100" y="259"/>
                    <a:pt x="100" y="257"/>
                  </a:cubicBezTo>
                  <a:cubicBezTo>
                    <a:pt x="100" y="256"/>
                    <a:pt x="100" y="256"/>
                    <a:pt x="100" y="256"/>
                  </a:cubicBezTo>
                  <a:cubicBezTo>
                    <a:pt x="86" y="251"/>
                    <a:pt x="79" y="246"/>
                    <a:pt x="80" y="228"/>
                  </a:cubicBezTo>
                  <a:cubicBezTo>
                    <a:pt x="81" y="215"/>
                    <a:pt x="87" y="184"/>
                    <a:pt x="104" y="196"/>
                  </a:cubicBezTo>
                  <a:cubicBezTo>
                    <a:pt x="108" y="198"/>
                    <a:pt x="111" y="202"/>
                    <a:pt x="114" y="206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8" y="194"/>
                    <a:pt x="124" y="183"/>
                    <a:pt x="131" y="173"/>
                  </a:cubicBezTo>
                  <a:cubicBezTo>
                    <a:pt x="122" y="166"/>
                    <a:pt x="114" y="158"/>
                    <a:pt x="117" y="151"/>
                  </a:cubicBezTo>
                  <a:cubicBezTo>
                    <a:pt x="124" y="137"/>
                    <a:pt x="135" y="145"/>
                    <a:pt x="142" y="146"/>
                  </a:cubicBezTo>
                  <a:cubicBezTo>
                    <a:pt x="143" y="147"/>
                    <a:pt x="146" y="148"/>
                    <a:pt x="149" y="150"/>
                  </a:cubicBezTo>
                  <a:cubicBezTo>
                    <a:pt x="154" y="144"/>
                    <a:pt x="159" y="138"/>
                    <a:pt x="165" y="132"/>
                  </a:cubicBezTo>
                  <a:cubicBezTo>
                    <a:pt x="162" y="123"/>
                    <a:pt x="154" y="112"/>
                    <a:pt x="151" y="94"/>
                  </a:cubicBezTo>
                  <a:cubicBezTo>
                    <a:pt x="149" y="82"/>
                    <a:pt x="160" y="86"/>
                    <a:pt x="172" y="82"/>
                  </a:cubicBezTo>
                  <a:cubicBezTo>
                    <a:pt x="186" y="78"/>
                    <a:pt x="205" y="72"/>
                    <a:pt x="210" y="84"/>
                  </a:cubicBezTo>
                  <a:cubicBezTo>
                    <a:pt x="212" y="89"/>
                    <a:pt x="212" y="93"/>
                    <a:pt x="213" y="96"/>
                  </a:cubicBezTo>
                  <a:cubicBezTo>
                    <a:pt x="228" y="87"/>
                    <a:pt x="242" y="80"/>
                    <a:pt x="256" y="75"/>
                  </a:cubicBezTo>
                  <a:cubicBezTo>
                    <a:pt x="255" y="74"/>
                    <a:pt x="255" y="73"/>
                    <a:pt x="255" y="72"/>
                  </a:cubicBezTo>
                  <a:cubicBezTo>
                    <a:pt x="249" y="58"/>
                    <a:pt x="246" y="46"/>
                    <a:pt x="264" y="48"/>
                  </a:cubicBezTo>
                  <a:cubicBezTo>
                    <a:pt x="282" y="49"/>
                    <a:pt x="284" y="54"/>
                    <a:pt x="289" y="64"/>
                  </a:cubicBezTo>
                  <a:cubicBezTo>
                    <a:pt x="289" y="64"/>
                    <a:pt x="289" y="64"/>
                    <a:pt x="289" y="64"/>
                  </a:cubicBezTo>
                  <a:cubicBezTo>
                    <a:pt x="291" y="64"/>
                    <a:pt x="294" y="63"/>
                    <a:pt x="296" y="63"/>
                  </a:cubicBezTo>
                  <a:cubicBezTo>
                    <a:pt x="296" y="63"/>
                    <a:pt x="296" y="63"/>
                    <a:pt x="297" y="63"/>
                  </a:cubicBezTo>
                  <a:cubicBezTo>
                    <a:pt x="299" y="62"/>
                    <a:pt x="301" y="62"/>
                    <a:pt x="303" y="62"/>
                  </a:cubicBezTo>
                  <a:cubicBezTo>
                    <a:pt x="303" y="61"/>
                    <a:pt x="301" y="59"/>
                    <a:pt x="302" y="57"/>
                  </a:cubicBezTo>
                  <a:cubicBezTo>
                    <a:pt x="304" y="42"/>
                    <a:pt x="347" y="49"/>
                    <a:pt x="355" y="53"/>
                  </a:cubicBezTo>
                  <a:cubicBezTo>
                    <a:pt x="359" y="55"/>
                    <a:pt x="361" y="57"/>
                    <a:pt x="363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69" y="60"/>
                    <a:pt x="375" y="61"/>
                    <a:pt x="380" y="62"/>
                  </a:cubicBezTo>
                  <a:cubicBezTo>
                    <a:pt x="380" y="62"/>
                    <a:pt x="380" y="62"/>
                    <a:pt x="380" y="62"/>
                  </a:cubicBezTo>
                  <a:cubicBezTo>
                    <a:pt x="386" y="63"/>
                    <a:pt x="410" y="68"/>
                    <a:pt x="422" y="74"/>
                  </a:cubicBezTo>
                  <a:cubicBezTo>
                    <a:pt x="394" y="61"/>
                    <a:pt x="346" y="41"/>
                    <a:pt x="319" y="30"/>
                  </a:cubicBezTo>
                  <a:close/>
                </a:path>
              </a:pathLst>
            </a:custGeom>
            <a:solidFill>
              <a:srgbClr val="D3E8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3" name="Freeform 28">
              <a:extLst>
                <a:ext uri="{FF2B5EF4-FFF2-40B4-BE49-F238E27FC236}">
                  <a16:creationId xmlns:a16="http://schemas.microsoft.com/office/drawing/2014/main" id="{96911952-637D-4334-A102-71EF09C32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635"/>
              <a:ext cx="113" cy="132"/>
            </a:xfrm>
            <a:custGeom>
              <a:avLst/>
              <a:gdLst>
                <a:gd name="T0" fmla="*/ 28 w 49"/>
                <a:gd name="T1" fmla="*/ 364 h 54"/>
                <a:gd name="T2" fmla="*/ 74 w 49"/>
                <a:gd name="T3" fmla="*/ 526 h 54"/>
                <a:gd name="T4" fmla="*/ 281 w 49"/>
                <a:gd name="T5" fmla="*/ 567 h 54"/>
                <a:gd name="T6" fmla="*/ 404 w 49"/>
                <a:gd name="T7" fmla="*/ 670 h 54"/>
                <a:gd name="T8" fmla="*/ 505 w 49"/>
                <a:gd name="T9" fmla="*/ 777 h 54"/>
                <a:gd name="T10" fmla="*/ 574 w 49"/>
                <a:gd name="T11" fmla="*/ 435 h 54"/>
                <a:gd name="T12" fmla="*/ 404 w 49"/>
                <a:gd name="T13" fmla="*/ 232 h 54"/>
                <a:gd name="T14" fmla="*/ 346 w 49"/>
                <a:gd name="T15" fmla="*/ 0 h 54"/>
                <a:gd name="T16" fmla="*/ 28 w 49"/>
                <a:gd name="T17" fmla="*/ 364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4">
                  <a:moveTo>
                    <a:pt x="2" y="25"/>
                  </a:moveTo>
                  <a:cubicBezTo>
                    <a:pt x="0" y="29"/>
                    <a:pt x="1" y="33"/>
                    <a:pt x="6" y="36"/>
                  </a:cubicBezTo>
                  <a:cubicBezTo>
                    <a:pt x="10" y="38"/>
                    <a:pt x="18" y="37"/>
                    <a:pt x="23" y="39"/>
                  </a:cubicBezTo>
                  <a:cubicBezTo>
                    <a:pt x="27" y="41"/>
                    <a:pt x="30" y="42"/>
                    <a:pt x="33" y="46"/>
                  </a:cubicBezTo>
                  <a:cubicBezTo>
                    <a:pt x="36" y="49"/>
                    <a:pt x="35" y="54"/>
                    <a:pt x="41" y="53"/>
                  </a:cubicBezTo>
                  <a:cubicBezTo>
                    <a:pt x="49" y="52"/>
                    <a:pt x="49" y="36"/>
                    <a:pt x="47" y="30"/>
                  </a:cubicBezTo>
                  <a:cubicBezTo>
                    <a:pt x="44" y="25"/>
                    <a:pt x="36" y="22"/>
                    <a:pt x="33" y="16"/>
                  </a:cubicBezTo>
                  <a:cubicBezTo>
                    <a:pt x="30" y="11"/>
                    <a:pt x="29" y="5"/>
                    <a:pt x="28" y="0"/>
                  </a:cubicBezTo>
                  <a:cubicBezTo>
                    <a:pt x="18" y="8"/>
                    <a:pt x="9" y="16"/>
                    <a:pt x="2" y="25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4" name="Freeform 29">
              <a:extLst>
                <a:ext uri="{FF2B5EF4-FFF2-40B4-BE49-F238E27FC236}">
                  <a16:creationId xmlns:a16="http://schemas.microsoft.com/office/drawing/2014/main" id="{30AE8E49-EE3E-4772-A5A2-F8C2CD91D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635"/>
              <a:ext cx="113" cy="120"/>
            </a:xfrm>
            <a:custGeom>
              <a:avLst/>
              <a:gdLst>
                <a:gd name="T0" fmla="*/ 517 w 49"/>
                <a:gd name="T1" fmla="*/ 588 h 49"/>
                <a:gd name="T2" fmla="*/ 574 w 49"/>
                <a:gd name="T3" fmla="*/ 720 h 49"/>
                <a:gd name="T4" fmla="*/ 574 w 49"/>
                <a:gd name="T5" fmla="*/ 438 h 49"/>
                <a:gd name="T6" fmla="*/ 404 w 49"/>
                <a:gd name="T7" fmla="*/ 235 h 49"/>
                <a:gd name="T8" fmla="*/ 346 w 49"/>
                <a:gd name="T9" fmla="*/ 0 h 49"/>
                <a:gd name="T10" fmla="*/ 28 w 49"/>
                <a:gd name="T11" fmla="*/ 365 h 49"/>
                <a:gd name="T12" fmla="*/ 65 w 49"/>
                <a:gd name="T13" fmla="*/ 517 h 49"/>
                <a:gd name="T14" fmla="*/ 97 w 49"/>
                <a:gd name="T15" fmla="*/ 517 h 49"/>
                <a:gd name="T16" fmla="*/ 346 w 49"/>
                <a:gd name="T17" fmla="*/ 456 h 49"/>
                <a:gd name="T18" fmla="*/ 517 w 49"/>
                <a:gd name="T19" fmla="*/ 588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49">
                  <a:moveTo>
                    <a:pt x="42" y="40"/>
                  </a:moveTo>
                  <a:cubicBezTo>
                    <a:pt x="45" y="42"/>
                    <a:pt x="45" y="46"/>
                    <a:pt x="47" y="49"/>
                  </a:cubicBezTo>
                  <a:cubicBezTo>
                    <a:pt x="49" y="43"/>
                    <a:pt x="49" y="34"/>
                    <a:pt x="47" y="30"/>
                  </a:cubicBezTo>
                  <a:cubicBezTo>
                    <a:pt x="44" y="25"/>
                    <a:pt x="36" y="22"/>
                    <a:pt x="33" y="16"/>
                  </a:cubicBezTo>
                  <a:cubicBezTo>
                    <a:pt x="30" y="11"/>
                    <a:pt x="29" y="5"/>
                    <a:pt x="28" y="0"/>
                  </a:cubicBezTo>
                  <a:cubicBezTo>
                    <a:pt x="18" y="8"/>
                    <a:pt x="9" y="16"/>
                    <a:pt x="2" y="25"/>
                  </a:cubicBezTo>
                  <a:cubicBezTo>
                    <a:pt x="0" y="29"/>
                    <a:pt x="1" y="32"/>
                    <a:pt x="5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2" y="23"/>
                    <a:pt x="20" y="25"/>
                    <a:pt x="28" y="31"/>
                  </a:cubicBezTo>
                  <a:cubicBezTo>
                    <a:pt x="33" y="34"/>
                    <a:pt x="38" y="35"/>
                    <a:pt x="42" y="40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5" name="Freeform 30">
              <a:extLst>
                <a:ext uri="{FF2B5EF4-FFF2-40B4-BE49-F238E27FC236}">
                  <a16:creationId xmlns:a16="http://schemas.microsoft.com/office/drawing/2014/main" id="{C4D498BA-D662-4A05-88C7-6C26ABAA1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993"/>
              <a:ext cx="161" cy="213"/>
            </a:xfrm>
            <a:custGeom>
              <a:avLst/>
              <a:gdLst>
                <a:gd name="T0" fmla="*/ 757 w 70"/>
                <a:gd name="T1" fmla="*/ 1276 h 87"/>
                <a:gd name="T2" fmla="*/ 842 w 70"/>
                <a:gd name="T3" fmla="*/ 1085 h 87"/>
                <a:gd name="T4" fmla="*/ 704 w 70"/>
                <a:gd name="T5" fmla="*/ 558 h 87"/>
                <a:gd name="T6" fmla="*/ 793 w 70"/>
                <a:gd name="T7" fmla="*/ 306 h 87"/>
                <a:gd name="T8" fmla="*/ 646 w 70"/>
                <a:gd name="T9" fmla="*/ 191 h 87"/>
                <a:gd name="T10" fmla="*/ 412 w 70"/>
                <a:gd name="T11" fmla="*/ 282 h 87"/>
                <a:gd name="T12" fmla="*/ 253 w 70"/>
                <a:gd name="T13" fmla="*/ 191 h 87"/>
                <a:gd name="T14" fmla="*/ 64 w 70"/>
                <a:gd name="T15" fmla="*/ 29 h 87"/>
                <a:gd name="T16" fmla="*/ 48 w 70"/>
                <a:gd name="T17" fmla="*/ 144 h 87"/>
                <a:gd name="T18" fmla="*/ 147 w 70"/>
                <a:gd name="T19" fmla="*/ 306 h 87"/>
                <a:gd name="T20" fmla="*/ 253 w 70"/>
                <a:gd name="T21" fmla="*/ 546 h 87"/>
                <a:gd name="T22" fmla="*/ 290 w 70"/>
                <a:gd name="T23" fmla="*/ 732 h 87"/>
                <a:gd name="T24" fmla="*/ 412 w 70"/>
                <a:gd name="T25" fmla="*/ 894 h 87"/>
                <a:gd name="T26" fmla="*/ 534 w 70"/>
                <a:gd name="T27" fmla="*/ 1134 h 87"/>
                <a:gd name="T28" fmla="*/ 757 w 70"/>
                <a:gd name="T29" fmla="*/ 1276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0" h="87">
                  <a:moveTo>
                    <a:pt x="62" y="87"/>
                  </a:moveTo>
                  <a:cubicBezTo>
                    <a:pt x="69" y="87"/>
                    <a:pt x="70" y="79"/>
                    <a:pt x="69" y="74"/>
                  </a:cubicBezTo>
                  <a:cubicBezTo>
                    <a:pt x="67" y="62"/>
                    <a:pt x="55" y="50"/>
                    <a:pt x="58" y="38"/>
                  </a:cubicBezTo>
                  <a:cubicBezTo>
                    <a:pt x="60" y="32"/>
                    <a:pt x="65" y="27"/>
                    <a:pt x="65" y="21"/>
                  </a:cubicBezTo>
                  <a:cubicBezTo>
                    <a:pt x="64" y="14"/>
                    <a:pt x="59" y="11"/>
                    <a:pt x="53" y="13"/>
                  </a:cubicBezTo>
                  <a:cubicBezTo>
                    <a:pt x="47" y="16"/>
                    <a:pt x="42" y="20"/>
                    <a:pt x="34" y="19"/>
                  </a:cubicBezTo>
                  <a:cubicBezTo>
                    <a:pt x="29" y="19"/>
                    <a:pt x="25" y="15"/>
                    <a:pt x="21" y="13"/>
                  </a:cubicBezTo>
                  <a:cubicBezTo>
                    <a:pt x="16" y="10"/>
                    <a:pt x="10" y="3"/>
                    <a:pt x="5" y="2"/>
                  </a:cubicBezTo>
                  <a:cubicBezTo>
                    <a:pt x="0" y="0"/>
                    <a:pt x="3" y="6"/>
                    <a:pt x="4" y="10"/>
                  </a:cubicBezTo>
                  <a:cubicBezTo>
                    <a:pt x="6" y="15"/>
                    <a:pt x="8" y="17"/>
                    <a:pt x="12" y="21"/>
                  </a:cubicBezTo>
                  <a:cubicBezTo>
                    <a:pt x="16" y="25"/>
                    <a:pt x="19" y="31"/>
                    <a:pt x="21" y="37"/>
                  </a:cubicBezTo>
                  <a:cubicBezTo>
                    <a:pt x="22" y="41"/>
                    <a:pt x="22" y="45"/>
                    <a:pt x="24" y="50"/>
                  </a:cubicBezTo>
                  <a:cubicBezTo>
                    <a:pt x="27" y="54"/>
                    <a:pt x="30" y="58"/>
                    <a:pt x="34" y="61"/>
                  </a:cubicBezTo>
                  <a:cubicBezTo>
                    <a:pt x="37" y="64"/>
                    <a:pt x="42" y="73"/>
                    <a:pt x="44" y="77"/>
                  </a:cubicBezTo>
                  <a:cubicBezTo>
                    <a:pt x="46" y="79"/>
                    <a:pt x="55" y="87"/>
                    <a:pt x="62" y="87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6" name="Freeform 31">
              <a:extLst>
                <a:ext uri="{FF2B5EF4-FFF2-40B4-BE49-F238E27FC236}">
                  <a16:creationId xmlns:a16="http://schemas.microsoft.com/office/drawing/2014/main" id="{88F02257-2808-4903-87E8-823AA3492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588"/>
              <a:ext cx="223" cy="128"/>
            </a:xfrm>
            <a:custGeom>
              <a:avLst/>
              <a:gdLst>
                <a:gd name="T0" fmla="*/ 280 w 97"/>
                <a:gd name="T1" fmla="*/ 734 h 52"/>
                <a:gd name="T2" fmla="*/ 582 w 97"/>
                <a:gd name="T3" fmla="*/ 613 h 52"/>
                <a:gd name="T4" fmla="*/ 756 w 97"/>
                <a:gd name="T5" fmla="*/ 569 h 52"/>
                <a:gd name="T6" fmla="*/ 862 w 97"/>
                <a:gd name="T7" fmla="*/ 734 h 52"/>
                <a:gd name="T8" fmla="*/ 1000 w 97"/>
                <a:gd name="T9" fmla="*/ 418 h 52"/>
                <a:gd name="T10" fmla="*/ 1046 w 97"/>
                <a:gd name="T11" fmla="*/ 121 h 52"/>
                <a:gd name="T12" fmla="*/ 720 w 97"/>
                <a:gd name="T13" fmla="*/ 194 h 52"/>
                <a:gd name="T14" fmla="*/ 366 w 97"/>
                <a:gd name="T15" fmla="*/ 315 h 52"/>
                <a:gd name="T16" fmla="*/ 74 w 97"/>
                <a:gd name="T17" fmla="*/ 539 h 52"/>
                <a:gd name="T18" fmla="*/ 280 w 97"/>
                <a:gd name="T19" fmla="*/ 734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52">
                  <a:moveTo>
                    <a:pt x="23" y="49"/>
                  </a:moveTo>
                  <a:cubicBezTo>
                    <a:pt x="34" y="51"/>
                    <a:pt x="40" y="44"/>
                    <a:pt x="48" y="41"/>
                  </a:cubicBezTo>
                  <a:cubicBezTo>
                    <a:pt x="52" y="40"/>
                    <a:pt x="58" y="37"/>
                    <a:pt x="62" y="38"/>
                  </a:cubicBezTo>
                  <a:cubicBezTo>
                    <a:pt x="66" y="40"/>
                    <a:pt x="66" y="49"/>
                    <a:pt x="71" y="49"/>
                  </a:cubicBezTo>
                  <a:cubicBezTo>
                    <a:pt x="84" y="52"/>
                    <a:pt x="79" y="33"/>
                    <a:pt x="82" y="28"/>
                  </a:cubicBezTo>
                  <a:cubicBezTo>
                    <a:pt x="86" y="20"/>
                    <a:pt x="97" y="19"/>
                    <a:pt x="86" y="8"/>
                  </a:cubicBezTo>
                  <a:cubicBezTo>
                    <a:pt x="76" y="0"/>
                    <a:pt x="68" y="9"/>
                    <a:pt x="59" y="13"/>
                  </a:cubicBezTo>
                  <a:cubicBezTo>
                    <a:pt x="49" y="19"/>
                    <a:pt x="40" y="20"/>
                    <a:pt x="30" y="21"/>
                  </a:cubicBezTo>
                  <a:cubicBezTo>
                    <a:pt x="20" y="23"/>
                    <a:pt x="10" y="25"/>
                    <a:pt x="6" y="36"/>
                  </a:cubicBezTo>
                  <a:cubicBezTo>
                    <a:pt x="0" y="48"/>
                    <a:pt x="10" y="48"/>
                    <a:pt x="23" y="49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7" name="Freeform 32">
              <a:extLst>
                <a:ext uri="{FF2B5EF4-FFF2-40B4-BE49-F238E27FC236}">
                  <a16:creationId xmlns:a16="http://schemas.microsoft.com/office/drawing/2014/main" id="{746AA232-6C88-427B-B3EB-CBD336A5C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723"/>
              <a:ext cx="157" cy="228"/>
            </a:xfrm>
            <a:custGeom>
              <a:avLst/>
              <a:gdLst>
                <a:gd name="T0" fmla="*/ 725 w 68"/>
                <a:gd name="T1" fmla="*/ 162 h 93"/>
                <a:gd name="T2" fmla="*/ 762 w 68"/>
                <a:gd name="T3" fmla="*/ 576 h 93"/>
                <a:gd name="T4" fmla="*/ 489 w 68"/>
                <a:gd name="T5" fmla="*/ 762 h 93"/>
                <a:gd name="T6" fmla="*/ 367 w 68"/>
                <a:gd name="T7" fmla="*/ 1064 h 93"/>
                <a:gd name="T8" fmla="*/ 208 w 68"/>
                <a:gd name="T9" fmla="*/ 1250 h 93"/>
                <a:gd name="T10" fmla="*/ 358 w 68"/>
                <a:gd name="T11" fmla="*/ 559 h 93"/>
                <a:gd name="T12" fmla="*/ 453 w 68"/>
                <a:gd name="T13" fmla="*/ 91 h 93"/>
                <a:gd name="T14" fmla="*/ 725 w 68"/>
                <a:gd name="T15" fmla="*/ 162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3">
                  <a:moveTo>
                    <a:pt x="59" y="11"/>
                  </a:moveTo>
                  <a:cubicBezTo>
                    <a:pt x="59" y="21"/>
                    <a:pt x="68" y="31"/>
                    <a:pt x="62" y="39"/>
                  </a:cubicBezTo>
                  <a:cubicBezTo>
                    <a:pt x="56" y="46"/>
                    <a:pt x="46" y="46"/>
                    <a:pt x="40" y="52"/>
                  </a:cubicBezTo>
                  <a:cubicBezTo>
                    <a:pt x="34" y="58"/>
                    <a:pt x="31" y="65"/>
                    <a:pt x="30" y="72"/>
                  </a:cubicBezTo>
                  <a:cubicBezTo>
                    <a:pt x="28" y="80"/>
                    <a:pt x="29" y="93"/>
                    <a:pt x="17" y="85"/>
                  </a:cubicBezTo>
                  <a:cubicBezTo>
                    <a:pt x="0" y="72"/>
                    <a:pt x="26" y="51"/>
                    <a:pt x="29" y="38"/>
                  </a:cubicBezTo>
                  <a:cubicBezTo>
                    <a:pt x="31" y="27"/>
                    <a:pt x="26" y="14"/>
                    <a:pt x="37" y="6"/>
                  </a:cubicBezTo>
                  <a:cubicBezTo>
                    <a:pt x="43" y="2"/>
                    <a:pt x="59" y="0"/>
                    <a:pt x="59" y="11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8" name="Freeform 33">
              <a:extLst>
                <a:ext uri="{FF2B5EF4-FFF2-40B4-BE49-F238E27FC236}">
                  <a16:creationId xmlns:a16="http://schemas.microsoft.com/office/drawing/2014/main" id="{AD2E93F4-21A8-45B1-BE92-2E23494C7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554"/>
              <a:ext cx="260" cy="157"/>
            </a:xfrm>
            <a:custGeom>
              <a:avLst/>
              <a:gdLst>
                <a:gd name="T0" fmla="*/ 186 w 113"/>
                <a:gd name="T1" fmla="*/ 692 h 64"/>
                <a:gd name="T2" fmla="*/ 476 w 113"/>
                <a:gd name="T3" fmla="*/ 841 h 64"/>
                <a:gd name="T4" fmla="*/ 757 w 113"/>
                <a:gd name="T5" fmla="*/ 770 h 64"/>
                <a:gd name="T6" fmla="*/ 1022 w 113"/>
                <a:gd name="T7" fmla="*/ 368 h 64"/>
                <a:gd name="T8" fmla="*/ 1245 w 113"/>
                <a:gd name="T9" fmla="*/ 120 h 64"/>
                <a:gd name="T10" fmla="*/ 948 w 113"/>
                <a:gd name="T11" fmla="*/ 91 h 64"/>
                <a:gd name="T12" fmla="*/ 619 w 113"/>
                <a:gd name="T13" fmla="*/ 132 h 64"/>
                <a:gd name="T14" fmla="*/ 186 w 113"/>
                <a:gd name="T15" fmla="*/ 68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64">
                  <a:moveTo>
                    <a:pt x="15" y="47"/>
                  </a:moveTo>
                  <a:cubicBezTo>
                    <a:pt x="17" y="61"/>
                    <a:pt x="30" y="56"/>
                    <a:pt x="39" y="57"/>
                  </a:cubicBezTo>
                  <a:cubicBezTo>
                    <a:pt x="50" y="58"/>
                    <a:pt x="53" y="64"/>
                    <a:pt x="62" y="52"/>
                  </a:cubicBezTo>
                  <a:cubicBezTo>
                    <a:pt x="69" y="42"/>
                    <a:pt x="70" y="30"/>
                    <a:pt x="84" y="25"/>
                  </a:cubicBezTo>
                  <a:cubicBezTo>
                    <a:pt x="90" y="23"/>
                    <a:pt x="113" y="21"/>
                    <a:pt x="102" y="8"/>
                  </a:cubicBezTo>
                  <a:cubicBezTo>
                    <a:pt x="97" y="0"/>
                    <a:pt x="85" y="5"/>
                    <a:pt x="78" y="6"/>
                  </a:cubicBezTo>
                  <a:cubicBezTo>
                    <a:pt x="68" y="9"/>
                    <a:pt x="61" y="9"/>
                    <a:pt x="51" y="9"/>
                  </a:cubicBezTo>
                  <a:cubicBezTo>
                    <a:pt x="34" y="10"/>
                    <a:pt x="0" y="25"/>
                    <a:pt x="15" y="46"/>
                  </a:cubicBezTo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9" name="Freeform 34">
              <a:extLst>
                <a:ext uri="{FF2B5EF4-FFF2-40B4-BE49-F238E27FC236}">
                  <a16:creationId xmlns:a16="http://schemas.microsoft.com/office/drawing/2014/main" id="{196EDF90-D448-4A83-AA99-337BF37DF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868"/>
              <a:ext cx="136" cy="117"/>
            </a:xfrm>
            <a:custGeom>
              <a:avLst/>
              <a:gdLst>
                <a:gd name="T0" fmla="*/ 207 w 59"/>
                <a:gd name="T1" fmla="*/ 12 h 48"/>
                <a:gd name="T2" fmla="*/ 0 w 59"/>
                <a:gd name="T3" fmla="*/ 244 h 48"/>
                <a:gd name="T4" fmla="*/ 37 w 59"/>
                <a:gd name="T5" fmla="*/ 505 h 48"/>
                <a:gd name="T6" fmla="*/ 196 w 59"/>
                <a:gd name="T7" fmla="*/ 683 h 48"/>
                <a:gd name="T8" fmla="*/ 318 w 59"/>
                <a:gd name="T9" fmla="*/ 665 h 48"/>
                <a:gd name="T10" fmla="*/ 516 w 59"/>
                <a:gd name="T11" fmla="*/ 665 h 48"/>
                <a:gd name="T12" fmla="*/ 712 w 59"/>
                <a:gd name="T13" fmla="*/ 607 h 48"/>
                <a:gd name="T14" fmla="*/ 553 w 59"/>
                <a:gd name="T15" fmla="*/ 405 h 48"/>
                <a:gd name="T16" fmla="*/ 415 w 59"/>
                <a:gd name="T17" fmla="*/ 173 h 48"/>
                <a:gd name="T18" fmla="*/ 207 w 59"/>
                <a:gd name="T19" fmla="*/ 12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48">
                  <a:moveTo>
                    <a:pt x="17" y="1"/>
                  </a:moveTo>
                  <a:cubicBezTo>
                    <a:pt x="9" y="3"/>
                    <a:pt x="0" y="8"/>
                    <a:pt x="0" y="17"/>
                  </a:cubicBezTo>
                  <a:cubicBezTo>
                    <a:pt x="0" y="22"/>
                    <a:pt x="1" y="31"/>
                    <a:pt x="3" y="35"/>
                  </a:cubicBezTo>
                  <a:cubicBezTo>
                    <a:pt x="5" y="38"/>
                    <a:pt x="13" y="46"/>
                    <a:pt x="16" y="47"/>
                  </a:cubicBezTo>
                  <a:cubicBezTo>
                    <a:pt x="19" y="48"/>
                    <a:pt x="23" y="47"/>
                    <a:pt x="26" y="46"/>
                  </a:cubicBezTo>
                  <a:cubicBezTo>
                    <a:pt x="31" y="46"/>
                    <a:pt x="37" y="45"/>
                    <a:pt x="42" y="46"/>
                  </a:cubicBezTo>
                  <a:cubicBezTo>
                    <a:pt x="46" y="46"/>
                    <a:pt x="57" y="48"/>
                    <a:pt x="58" y="42"/>
                  </a:cubicBezTo>
                  <a:cubicBezTo>
                    <a:pt x="59" y="37"/>
                    <a:pt x="48" y="30"/>
                    <a:pt x="45" y="28"/>
                  </a:cubicBezTo>
                  <a:cubicBezTo>
                    <a:pt x="38" y="24"/>
                    <a:pt x="38" y="18"/>
                    <a:pt x="34" y="12"/>
                  </a:cubicBezTo>
                  <a:cubicBezTo>
                    <a:pt x="30" y="6"/>
                    <a:pt x="28" y="0"/>
                    <a:pt x="17" y="1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0" name="Freeform 35">
              <a:extLst>
                <a:ext uri="{FF2B5EF4-FFF2-40B4-BE49-F238E27FC236}">
                  <a16:creationId xmlns:a16="http://schemas.microsoft.com/office/drawing/2014/main" id="{93282CD1-75B7-4AF4-A769-3E04D2FDA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561"/>
              <a:ext cx="212" cy="76"/>
            </a:xfrm>
            <a:custGeom>
              <a:avLst/>
              <a:gdLst>
                <a:gd name="T0" fmla="*/ 843 w 92"/>
                <a:gd name="T1" fmla="*/ 306 h 31"/>
                <a:gd name="T2" fmla="*/ 855 w 92"/>
                <a:gd name="T3" fmla="*/ 324 h 31"/>
                <a:gd name="T4" fmla="*/ 134 w 92"/>
                <a:gd name="T5" fmla="*/ 42 h 31"/>
                <a:gd name="T6" fmla="*/ 134 w 92"/>
                <a:gd name="T7" fmla="*/ 29 h 31"/>
                <a:gd name="T8" fmla="*/ 12 w 92"/>
                <a:gd name="T9" fmla="*/ 0 h 31"/>
                <a:gd name="T10" fmla="*/ 12 w 92"/>
                <a:gd name="T11" fmla="*/ 132 h 31"/>
                <a:gd name="T12" fmla="*/ 207 w 92"/>
                <a:gd name="T13" fmla="*/ 253 h 31"/>
                <a:gd name="T14" fmla="*/ 318 w 92"/>
                <a:gd name="T15" fmla="*/ 306 h 31"/>
                <a:gd name="T16" fmla="*/ 366 w 92"/>
                <a:gd name="T17" fmla="*/ 397 h 31"/>
                <a:gd name="T18" fmla="*/ 574 w 92"/>
                <a:gd name="T19" fmla="*/ 397 h 31"/>
                <a:gd name="T20" fmla="*/ 1127 w 92"/>
                <a:gd name="T21" fmla="*/ 456 h 31"/>
                <a:gd name="T22" fmla="*/ 843 w 92"/>
                <a:gd name="T23" fmla="*/ 30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31">
                  <a:moveTo>
                    <a:pt x="69" y="21"/>
                  </a:moveTo>
                  <a:cubicBezTo>
                    <a:pt x="69" y="22"/>
                    <a:pt x="70" y="22"/>
                    <a:pt x="70" y="22"/>
                  </a:cubicBezTo>
                  <a:cubicBezTo>
                    <a:pt x="49" y="14"/>
                    <a:pt x="31" y="9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2"/>
                    <a:pt x="6" y="1"/>
                    <a:pt x="1" y="0"/>
                  </a:cubicBezTo>
                  <a:cubicBezTo>
                    <a:pt x="1" y="3"/>
                    <a:pt x="0" y="6"/>
                    <a:pt x="1" y="9"/>
                  </a:cubicBezTo>
                  <a:cubicBezTo>
                    <a:pt x="3" y="16"/>
                    <a:pt x="11" y="16"/>
                    <a:pt x="17" y="17"/>
                  </a:cubicBezTo>
                  <a:cubicBezTo>
                    <a:pt x="20" y="18"/>
                    <a:pt x="23" y="19"/>
                    <a:pt x="26" y="21"/>
                  </a:cubicBezTo>
                  <a:cubicBezTo>
                    <a:pt x="28" y="22"/>
                    <a:pt x="28" y="25"/>
                    <a:pt x="30" y="27"/>
                  </a:cubicBezTo>
                  <a:cubicBezTo>
                    <a:pt x="35" y="30"/>
                    <a:pt x="42" y="27"/>
                    <a:pt x="47" y="27"/>
                  </a:cubicBezTo>
                  <a:cubicBezTo>
                    <a:pt x="62" y="27"/>
                    <a:pt x="77" y="31"/>
                    <a:pt x="92" y="31"/>
                  </a:cubicBezTo>
                  <a:cubicBezTo>
                    <a:pt x="83" y="27"/>
                    <a:pt x="76" y="24"/>
                    <a:pt x="69" y="21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1" name="Freeform 36">
              <a:extLst>
                <a:ext uri="{FF2B5EF4-FFF2-40B4-BE49-F238E27FC236}">
                  <a16:creationId xmlns:a16="http://schemas.microsoft.com/office/drawing/2014/main" id="{DF1DB915-8EAE-4266-9F59-BCA23CD12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542"/>
              <a:ext cx="97" cy="31"/>
            </a:xfrm>
            <a:custGeom>
              <a:avLst/>
              <a:gdLst>
                <a:gd name="T0" fmla="*/ 245 w 42"/>
                <a:gd name="T1" fmla="*/ 165 h 13"/>
                <a:gd name="T2" fmla="*/ 517 w 42"/>
                <a:gd name="T3" fmla="*/ 41 h 13"/>
                <a:gd name="T4" fmla="*/ 0 w 42"/>
                <a:gd name="T5" fmla="*/ 0 h 13"/>
                <a:gd name="T6" fmla="*/ 0 w 42"/>
                <a:gd name="T7" fmla="*/ 0 h 13"/>
                <a:gd name="T8" fmla="*/ 245 w 42"/>
                <a:gd name="T9" fmla="*/ 1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">
                  <a:moveTo>
                    <a:pt x="20" y="12"/>
                  </a:moveTo>
                  <a:cubicBezTo>
                    <a:pt x="27" y="11"/>
                    <a:pt x="42" y="13"/>
                    <a:pt x="42" y="3"/>
                  </a:cubicBezTo>
                  <a:cubicBezTo>
                    <a:pt x="31" y="2"/>
                    <a:pt x="17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10"/>
                    <a:pt x="7" y="13"/>
                    <a:pt x="20" y="12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2" name="Freeform 37">
              <a:extLst>
                <a:ext uri="{FF2B5EF4-FFF2-40B4-BE49-F238E27FC236}">
                  <a16:creationId xmlns:a16="http://schemas.microsoft.com/office/drawing/2014/main" id="{088CC7A3-B22C-4839-B9BC-F5923AE35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782"/>
              <a:ext cx="163" cy="98"/>
            </a:xfrm>
            <a:custGeom>
              <a:avLst/>
              <a:gdLst>
                <a:gd name="T0" fmla="*/ 505 w 71"/>
                <a:gd name="T1" fmla="*/ 336 h 40"/>
                <a:gd name="T2" fmla="*/ 748 w 71"/>
                <a:gd name="T3" fmla="*/ 456 h 40"/>
                <a:gd name="T4" fmla="*/ 764 w 71"/>
                <a:gd name="T5" fmla="*/ 61 h 40"/>
                <a:gd name="T6" fmla="*/ 542 w 71"/>
                <a:gd name="T7" fmla="*/ 42 h 40"/>
                <a:gd name="T8" fmla="*/ 301 w 71"/>
                <a:gd name="T9" fmla="*/ 12 h 40"/>
                <a:gd name="T10" fmla="*/ 48 w 71"/>
                <a:gd name="T11" fmla="*/ 103 h 40"/>
                <a:gd name="T12" fmla="*/ 0 w 71"/>
                <a:gd name="T13" fmla="*/ 282 h 40"/>
                <a:gd name="T14" fmla="*/ 207 w 71"/>
                <a:gd name="T15" fmla="*/ 174 h 40"/>
                <a:gd name="T16" fmla="*/ 505 w 71"/>
                <a:gd name="T17" fmla="*/ 336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40">
                  <a:moveTo>
                    <a:pt x="42" y="23"/>
                  </a:moveTo>
                  <a:cubicBezTo>
                    <a:pt x="48" y="30"/>
                    <a:pt x="52" y="40"/>
                    <a:pt x="62" y="31"/>
                  </a:cubicBezTo>
                  <a:cubicBezTo>
                    <a:pt x="69" y="25"/>
                    <a:pt x="71" y="10"/>
                    <a:pt x="63" y="4"/>
                  </a:cubicBezTo>
                  <a:cubicBezTo>
                    <a:pt x="57" y="0"/>
                    <a:pt x="52" y="2"/>
                    <a:pt x="45" y="3"/>
                  </a:cubicBezTo>
                  <a:cubicBezTo>
                    <a:pt x="37" y="4"/>
                    <a:pt x="32" y="1"/>
                    <a:pt x="25" y="1"/>
                  </a:cubicBezTo>
                  <a:cubicBezTo>
                    <a:pt x="18" y="1"/>
                    <a:pt x="11" y="3"/>
                    <a:pt x="4" y="7"/>
                  </a:cubicBezTo>
                  <a:cubicBezTo>
                    <a:pt x="3" y="11"/>
                    <a:pt x="1" y="15"/>
                    <a:pt x="0" y="19"/>
                  </a:cubicBezTo>
                  <a:cubicBezTo>
                    <a:pt x="5" y="16"/>
                    <a:pt x="10" y="13"/>
                    <a:pt x="17" y="12"/>
                  </a:cubicBezTo>
                  <a:cubicBezTo>
                    <a:pt x="27" y="12"/>
                    <a:pt x="36" y="16"/>
                    <a:pt x="42" y="23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3" name="Freeform 38">
              <a:extLst>
                <a:ext uri="{FF2B5EF4-FFF2-40B4-BE49-F238E27FC236}">
                  <a16:creationId xmlns:a16="http://schemas.microsoft.com/office/drawing/2014/main" id="{59CEAFA4-368E-401C-A82D-DC8CD4FE3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990"/>
              <a:ext cx="75" cy="147"/>
            </a:xfrm>
            <a:custGeom>
              <a:avLst/>
              <a:gdLst>
                <a:gd name="T0" fmla="*/ 284 w 33"/>
                <a:gd name="T1" fmla="*/ 174 h 60"/>
                <a:gd name="T2" fmla="*/ 0 w 33"/>
                <a:gd name="T3" fmla="*/ 649 h 60"/>
                <a:gd name="T4" fmla="*/ 36 w 33"/>
                <a:gd name="T5" fmla="*/ 882 h 60"/>
                <a:gd name="T6" fmla="*/ 36 w 33"/>
                <a:gd name="T7" fmla="*/ 782 h 60"/>
                <a:gd name="T8" fmla="*/ 305 w 33"/>
                <a:gd name="T9" fmla="*/ 265 h 60"/>
                <a:gd name="T10" fmla="*/ 361 w 33"/>
                <a:gd name="T11" fmla="*/ 294 h 60"/>
                <a:gd name="T12" fmla="*/ 386 w 33"/>
                <a:gd name="T13" fmla="*/ 294 h 60"/>
                <a:gd name="T14" fmla="*/ 284 w 33"/>
                <a:gd name="T15" fmla="*/ 174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0">
                  <a:moveTo>
                    <a:pt x="24" y="12"/>
                  </a:moveTo>
                  <a:cubicBezTo>
                    <a:pt x="7" y="0"/>
                    <a:pt x="1" y="31"/>
                    <a:pt x="0" y="44"/>
                  </a:cubicBezTo>
                  <a:cubicBezTo>
                    <a:pt x="0" y="51"/>
                    <a:pt x="1" y="56"/>
                    <a:pt x="3" y="60"/>
                  </a:cubicBezTo>
                  <a:cubicBezTo>
                    <a:pt x="3" y="58"/>
                    <a:pt x="3" y="56"/>
                    <a:pt x="3" y="53"/>
                  </a:cubicBezTo>
                  <a:cubicBezTo>
                    <a:pt x="4" y="40"/>
                    <a:pt x="10" y="11"/>
                    <a:pt x="26" y="18"/>
                  </a:cubicBezTo>
                  <a:cubicBezTo>
                    <a:pt x="28" y="19"/>
                    <a:pt x="30" y="20"/>
                    <a:pt x="31" y="20"/>
                  </a:cubicBezTo>
                  <a:cubicBezTo>
                    <a:pt x="31" y="20"/>
                    <a:pt x="32" y="20"/>
                    <a:pt x="33" y="20"/>
                  </a:cubicBezTo>
                  <a:cubicBezTo>
                    <a:pt x="30" y="17"/>
                    <a:pt x="27" y="14"/>
                    <a:pt x="24" y="12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4" name="Freeform 39">
              <a:extLst>
                <a:ext uri="{FF2B5EF4-FFF2-40B4-BE49-F238E27FC236}">
                  <a16:creationId xmlns:a16="http://schemas.microsoft.com/office/drawing/2014/main" id="{36D66ED5-65DA-4C2B-9AF0-A9311392D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716"/>
              <a:ext cx="145" cy="88"/>
            </a:xfrm>
            <a:custGeom>
              <a:avLst/>
              <a:gdLst>
                <a:gd name="T0" fmla="*/ 741 w 63"/>
                <a:gd name="T1" fmla="*/ 174 h 36"/>
                <a:gd name="T2" fmla="*/ 281 w 63"/>
                <a:gd name="T3" fmla="*/ 144 h 36"/>
                <a:gd name="T4" fmla="*/ 28 w 63"/>
                <a:gd name="T5" fmla="*/ 323 h 36"/>
                <a:gd name="T6" fmla="*/ 64 w 63"/>
                <a:gd name="T7" fmla="*/ 526 h 36"/>
                <a:gd name="T8" fmla="*/ 64 w 63"/>
                <a:gd name="T9" fmla="*/ 467 h 36"/>
                <a:gd name="T10" fmla="*/ 318 w 63"/>
                <a:gd name="T11" fmla="*/ 293 h 36"/>
                <a:gd name="T12" fmla="*/ 769 w 63"/>
                <a:gd name="T13" fmla="*/ 306 h 36"/>
                <a:gd name="T14" fmla="*/ 769 w 63"/>
                <a:gd name="T15" fmla="*/ 323 h 36"/>
                <a:gd name="T16" fmla="*/ 741 w 63"/>
                <a:gd name="T17" fmla="*/ 174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36">
                  <a:moveTo>
                    <a:pt x="61" y="12"/>
                  </a:moveTo>
                  <a:cubicBezTo>
                    <a:pt x="56" y="0"/>
                    <a:pt x="37" y="6"/>
                    <a:pt x="23" y="10"/>
                  </a:cubicBezTo>
                  <a:cubicBezTo>
                    <a:pt x="11" y="14"/>
                    <a:pt x="0" y="10"/>
                    <a:pt x="2" y="22"/>
                  </a:cubicBezTo>
                  <a:cubicBezTo>
                    <a:pt x="3" y="28"/>
                    <a:pt x="4" y="32"/>
                    <a:pt x="5" y="36"/>
                  </a:cubicBezTo>
                  <a:cubicBezTo>
                    <a:pt x="5" y="35"/>
                    <a:pt x="5" y="33"/>
                    <a:pt x="5" y="32"/>
                  </a:cubicBezTo>
                  <a:cubicBezTo>
                    <a:pt x="3" y="19"/>
                    <a:pt x="14" y="24"/>
                    <a:pt x="26" y="20"/>
                  </a:cubicBezTo>
                  <a:cubicBezTo>
                    <a:pt x="39" y="16"/>
                    <a:pt x="58" y="9"/>
                    <a:pt x="63" y="21"/>
                  </a:cubicBezTo>
                  <a:cubicBezTo>
                    <a:pt x="63" y="21"/>
                    <a:pt x="63" y="21"/>
                    <a:pt x="63" y="22"/>
                  </a:cubicBezTo>
                  <a:cubicBezTo>
                    <a:pt x="63" y="19"/>
                    <a:pt x="62" y="16"/>
                    <a:pt x="61" y="12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5" name="Freeform 40">
              <a:extLst>
                <a:ext uri="{FF2B5EF4-FFF2-40B4-BE49-F238E27FC236}">
                  <a16:creationId xmlns:a16="http://schemas.microsoft.com/office/drawing/2014/main" id="{B1E78C8A-449D-4683-BB9B-DC39330C4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1875"/>
              <a:ext cx="103" cy="61"/>
            </a:xfrm>
            <a:custGeom>
              <a:avLst/>
              <a:gdLst>
                <a:gd name="T0" fmla="*/ 410 w 45"/>
                <a:gd name="T1" fmla="*/ 190 h 25"/>
                <a:gd name="T2" fmla="*/ 325 w 45"/>
                <a:gd name="T3" fmla="*/ 132 h 25"/>
                <a:gd name="T4" fmla="*/ 25 w 45"/>
                <a:gd name="T5" fmla="*/ 203 h 25"/>
                <a:gd name="T6" fmla="*/ 48 w 45"/>
                <a:gd name="T7" fmla="*/ 364 h 25"/>
                <a:gd name="T8" fmla="*/ 57 w 45"/>
                <a:gd name="T9" fmla="*/ 334 h 25"/>
                <a:gd name="T10" fmla="*/ 346 w 45"/>
                <a:gd name="T11" fmla="*/ 244 h 25"/>
                <a:gd name="T12" fmla="*/ 540 w 45"/>
                <a:gd name="T13" fmla="*/ 351 h 25"/>
                <a:gd name="T14" fmla="*/ 540 w 45"/>
                <a:gd name="T15" fmla="*/ 334 h 25"/>
                <a:gd name="T16" fmla="*/ 410 w 45"/>
                <a:gd name="T17" fmla="*/ 19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5">
                  <a:moveTo>
                    <a:pt x="34" y="13"/>
                  </a:moveTo>
                  <a:cubicBezTo>
                    <a:pt x="31" y="11"/>
                    <a:pt x="28" y="10"/>
                    <a:pt x="27" y="9"/>
                  </a:cubicBezTo>
                  <a:cubicBezTo>
                    <a:pt x="20" y="8"/>
                    <a:pt x="9" y="0"/>
                    <a:pt x="2" y="14"/>
                  </a:cubicBezTo>
                  <a:cubicBezTo>
                    <a:pt x="0" y="18"/>
                    <a:pt x="2" y="21"/>
                    <a:pt x="4" y="25"/>
                  </a:cubicBezTo>
                  <a:cubicBezTo>
                    <a:pt x="5" y="25"/>
                    <a:pt x="5" y="24"/>
                    <a:pt x="5" y="23"/>
                  </a:cubicBezTo>
                  <a:cubicBezTo>
                    <a:pt x="12" y="9"/>
                    <a:pt x="23" y="15"/>
                    <a:pt x="29" y="17"/>
                  </a:cubicBezTo>
                  <a:cubicBezTo>
                    <a:pt x="31" y="17"/>
                    <a:pt x="42" y="23"/>
                    <a:pt x="45" y="24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3" y="23"/>
                    <a:pt x="37" y="19"/>
                    <a:pt x="34" y="13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6" name="Freeform 41">
              <a:extLst>
                <a:ext uri="{FF2B5EF4-FFF2-40B4-BE49-F238E27FC236}">
                  <a16:creationId xmlns:a16="http://schemas.microsoft.com/office/drawing/2014/main" id="{848D7128-F17B-4E86-AC3B-222C6DB6F2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6" y="1647"/>
              <a:ext cx="271" cy="91"/>
            </a:xfrm>
            <a:custGeom>
              <a:avLst/>
              <a:gdLst>
                <a:gd name="T0" fmla="*/ 496 w 118"/>
                <a:gd name="T1" fmla="*/ 298 h 37"/>
                <a:gd name="T2" fmla="*/ 505 w 118"/>
                <a:gd name="T3" fmla="*/ 298 h 37"/>
                <a:gd name="T4" fmla="*/ 496 w 118"/>
                <a:gd name="T5" fmla="*/ 298 h 37"/>
                <a:gd name="T6" fmla="*/ 496 w 118"/>
                <a:gd name="T7" fmla="*/ 298 h 37"/>
                <a:gd name="T8" fmla="*/ 195 w 118"/>
                <a:gd name="T9" fmla="*/ 61 h 37"/>
                <a:gd name="T10" fmla="*/ 57 w 118"/>
                <a:gd name="T11" fmla="*/ 357 h 37"/>
                <a:gd name="T12" fmla="*/ 232 w 118"/>
                <a:gd name="T13" fmla="*/ 194 h 37"/>
                <a:gd name="T14" fmla="*/ 505 w 118"/>
                <a:gd name="T15" fmla="*/ 551 h 37"/>
                <a:gd name="T16" fmla="*/ 505 w 118"/>
                <a:gd name="T17" fmla="*/ 551 h 37"/>
                <a:gd name="T18" fmla="*/ 496 w 118"/>
                <a:gd name="T19" fmla="*/ 551 h 37"/>
                <a:gd name="T20" fmla="*/ 496 w 118"/>
                <a:gd name="T21" fmla="*/ 298 h 37"/>
                <a:gd name="T22" fmla="*/ 1383 w 118"/>
                <a:gd name="T23" fmla="*/ 224 h 37"/>
                <a:gd name="T24" fmla="*/ 1403 w 118"/>
                <a:gd name="T25" fmla="*/ 236 h 37"/>
                <a:gd name="T26" fmla="*/ 1392 w 118"/>
                <a:gd name="T27" fmla="*/ 236 h 37"/>
                <a:gd name="T28" fmla="*/ 1392 w 118"/>
                <a:gd name="T29" fmla="*/ 236 h 37"/>
                <a:gd name="T30" fmla="*/ 1298 w 118"/>
                <a:gd name="T31" fmla="*/ 133 h 37"/>
                <a:gd name="T32" fmla="*/ 1249 w 118"/>
                <a:gd name="T33" fmla="*/ 121 h 37"/>
                <a:gd name="T34" fmla="*/ 655 w 118"/>
                <a:gd name="T35" fmla="*/ 194 h 37"/>
                <a:gd name="T36" fmla="*/ 664 w 118"/>
                <a:gd name="T37" fmla="*/ 266 h 37"/>
                <a:gd name="T38" fmla="*/ 655 w 118"/>
                <a:gd name="T39" fmla="*/ 266 h 37"/>
                <a:gd name="T40" fmla="*/ 680 w 118"/>
                <a:gd name="T41" fmla="*/ 327 h 37"/>
                <a:gd name="T42" fmla="*/ 1298 w 118"/>
                <a:gd name="T43" fmla="*/ 266 h 37"/>
                <a:gd name="T44" fmla="*/ 1428 w 118"/>
                <a:gd name="T45" fmla="*/ 460 h 37"/>
                <a:gd name="T46" fmla="*/ 1428 w 118"/>
                <a:gd name="T47" fmla="*/ 448 h 37"/>
                <a:gd name="T48" fmla="*/ 1383 w 118"/>
                <a:gd name="T49" fmla="*/ 224 h 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8" h="37">
                  <a:moveTo>
                    <a:pt x="41" y="20"/>
                  </a:moveTo>
                  <a:cubicBezTo>
                    <a:pt x="41" y="20"/>
                    <a:pt x="41" y="20"/>
                    <a:pt x="42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6" y="10"/>
                    <a:pt x="34" y="5"/>
                    <a:pt x="16" y="4"/>
                  </a:cubicBezTo>
                  <a:cubicBezTo>
                    <a:pt x="0" y="2"/>
                    <a:pt x="1" y="12"/>
                    <a:pt x="5" y="24"/>
                  </a:cubicBezTo>
                  <a:cubicBezTo>
                    <a:pt x="4" y="17"/>
                    <a:pt x="7" y="12"/>
                    <a:pt x="19" y="13"/>
                  </a:cubicBezTo>
                  <a:cubicBezTo>
                    <a:pt x="37" y="15"/>
                    <a:pt x="37" y="27"/>
                    <a:pt x="42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37"/>
                    <a:pt x="42" y="37"/>
                    <a:pt x="41" y="37"/>
                  </a:cubicBezTo>
                  <a:cubicBezTo>
                    <a:pt x="40" y="33"/>
                    <a:pt x="40" y="27"/>
                    <a:pt x="41" y="20"/>
                  </a:cubicBezTo>
                  <a:close/>
                  <a:moveTo>
                    <a:pt x="114" y="15"/>
                  </a:moveTo>
                  <a:cubicBezTo>
                    <a:pt x="115" y="16"/>
                    <a:pt x="115" y="16"/>
                    <a:pt x="116" y="16"/>
                  </a:cubicBezTo>
                  <a:cubicBezTo>
                    <a:pt x="116" y="16"/>
                    <a:pt x="115" y="16"/>
                    <a:pt x="115" y="16"/>
                  </a:cubicBezTo>
                  <a:cubicBezTo>
                    <a:pt x="115" y="16"/>
                    <a:pt x="115" y="16"/>
                    <a:pt x="115" y="16"/>
                  </a:cubicBezTo>
                  <a:cubicBezTo>
                    <a:pt x="113" y="13"/>
                    <a:pt x="111" y="11"/>
                    <a:pt x="107" y="9"/>
                  </a:cubicBezTo>
                  <a:cubicBezTo>
                    <a:pt x="106" y="9"/>
                    <a:pt x="104" y="8"/>
                    <a:pt x="103" y="8"/>
                  </a:cubicBezTo>
                  <a:cubicBezTo>
                    <a:pt x="90" y="3"/>
                    <a:pt x="55" y="0"/>
                    <a:pt x="54" y="13"/>
                  </a:cubicBezTo>
                  <a:cubicBezTo>
                    <a:pt x="53" y="15"/>
                    <a:pt x="55" y="17"/>
                    <a:pt x="55" y="18"/>
                  </a:cubicBezTo>
                  <a:cubicBezTo>
                    <a:pt x="53" y="18"/>
                    <a:pt x="52" y="18"/>
                    <a:pt x="54" y="18"/>
                  </a:cubicBezTo>
                  <a:cubicBezTo>
                    <a:pt x="55" y="19"/>
                    <a:pt x="56" y="20"/>
                    <a:pt x="56" y="22"/>
                  </a:cubicBezTo>
                  <a:cubicBezTo>
                    <a:pt x="59" y="7"/>
                    <a:pt x="99" y="14"/>
                    <a:pt x="107" y="18"/>
                  </a:cubicBezTo>
                  <a:cubicBezTo>
                    <a:pt x="113" y="20"/>
                    <a:pt x="116" y="29"/>
                    <a:pt x="118" y="31"/>
                  </a:cubicBezTo>
                  <a:cubicBezTo>
                    <a:pt x="118" y="31"/>
                    <a:pt x="118" y="31"/>
                    <a:pt x="118" y="30"/>
                  </a:cubicBezTo>
                  <a:cubicBezTo>
                    <a:pt x="115" y="27"/>
                    <a:pt x="115" y="20"/>
                    <a:pt x="114" y="15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7" name="Freeform 42">
              <a:extLst>
                <a:ext uri="{FF2B5EF4-FFF2-40B4-BE49-F238E27FC236}">
                  <a16:creationId xmlns:a16="http://schemas.microsoft.com/office/drawing/2014/main" id="{2E29D61C-A050-4754-B82E-3C6460C0D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240"/>
              <a:ext cx="43" cy="42"/>
            </a:xfrm>
            <a:custGeom>
              <a:avLst/>
              <a:gdLst>
                <a:gd name="T0" fmla="*/ 36 w 19"/>
                <a:gd name="T1" fmla="*/ 62 h 17"/>
                <a:gd name="T2" fmla="*/ 45 w 19"/>
                <a:gd name="T3" fmla="*/ 257 h 17"/>
                <a:gd name="T4" fmla="*/ 57 w 19"/>
                <a:gd name="T5" fmla="*/ 212 h 17"/>
                <a:gd name="T6" fmla="*/ 220 w 19"/>
                <a:gd name="T7" fmla="*/ 257 h 17"/>
                <a:gd name="T8" fmla="*/ 36 w 19"/>
                <a:gd name="T9" fmla="*/ 6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3" y="4"/>
                  </a:moveTo>
                  <a:cubicBezTo>
                    <a:pt x="0" y="6"/>
                    <a:pt x="1" y="11"/>
                    <a:pt x="4" y="17"/>
                  </a:cubicBezTo>
                  <a:cubicBezTo>
                    <a:pt x="4" y="15"/>
                    <a:pt x="4" y="14"/>
                    <a:pt x="5" y="14"/>
                  </a:cubicBezTo>
                  <a:cubicBezTo>
                    <a:pt x="11" y="10"/>
                    <a:pt x="15" y="13"/>
                    <a:pt x="19" y="17"/>
                  </a:cubicBezTo>
                  <a:cubicBezTo>
                    <a:pt x="14" y="10"/>
                    <a:pt x="9" y="0"/>
                    <a:pt x="3" y="4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8" name="Freeform 43">
              <a:extLst>
                <a:ext uri="{FF2B5EF4-FFF2-40B4-BE49-F238E27FC236}">
                  <a16:creationId xmlns:a16="http://schemas.microsoft.com/office/drawing/2014/main" id="{E087B58B-85E1-4DEB-AB21-7AA0CFF30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635"/>
              <a:ext cx="65" cy="105"/>
            </a:xfrm>
            <a:custGeom>
              <a:avLst/>
              <a:gdLst>
                <a:gd name="T0" fmla="*/ 151 w 28"/>
                <a:gd name="T1" fmla="*/ 232 h 43"/>
                <a:gd name="T2" fmla="*/ 86 w 28"/>
                <a:gd name="T3" fmla="*/ 0 h 43"/>
                <a:gd name="T4" fmla="*/ 0 w 28"/>
                <a:gd name="T5" fmla="*/ 71 h 43"/>
                <a:gd name="T6" fmla="*/ 200 w 28"/>
                <a:gd name="T7" fmla="*/ 393 h 43"/>
                <a:gd name="T8" fmla="*/ 339 w 28"/>
                <a:gd name="T9" fmla="*/ 625 h 43"/>
                <a:gd name="T10" fmla="*/ 323 w 28"/>
                <a:gd name="T11" fmla="*/ 435 h 43"/>
                <a:gd name="T12" fmla="*/ 151 w 28"/>
                <a:gd name="T13" fmla="*/ 23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3">
                  <a:moveTo>
                    <a:pt x="12" y="16"/>
                  </a:moveTo>
                  <a:cubicBezTo>
                    <a:pt x="9" y="11"/>
                    <a:pt x="8" y="5"/>
                    <a:pt x="7" y="0"/>
                  </a:cubicBezTo>
                  <a:cubicBezTo>
                    <a:pt x="4" y="2"/>
                    <a:pt x="2" y="4"/>
                    <a:pt x="0" y="5"/>
                  </a:cubicBezTo>
                  <a:cubicBezTo>
                    <a:pt x="3" y="16"/>
                    <a:pt x="8" y="23"/>
                    <a:pt x="16" y="27"/>
                  </a:cubicBezTo>
                  <a:cubicBezTo>
                    <a:pt x="23" y="30"/>
                    <a:pt x="26" y="37"/>
                    <a:pt x="27" y="43"/>
                  </a:cubicBezTo>
                  <a:cubicBezTo>
                    <a:pt x="28" y="38"/>
                    <a:pt x="27" y="33"/>
                    <a:pt x="26" y="30"/>
                  </a:cubicBezTo>
                  <a:cubicBezTo>
                    <a:pt x="23" y="25"/>
                    <a:pt x="15" y="22"/>
                    <a:pt x="12" y="16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9" name="Freeform 44">
              <a:extLst>
                <a:ext uri="{FF2B5EF4-FFF2-40B4-BE49-F238E27FC236}">
                  <a16:creationId xmlns:a16="http://schemas.microsoft.com/office/drawing/2014/main" id="{6566987B-7599-41D6-8642-7BE39F005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0"/>
              <a:ext cx="188" cy="106"/>
            </a:xfrm>
            <a:custGeom>
              <a:avLst/>
              <a:gdLst>
                <a:gd name="T0" fmla="*/ 894 w 82"/>
                <a:gd name="T1" fmla="*/ 286 h 43"/>
                <a:gd name="T2" fmla="*/ 988 w 82"/>
                <a:gd name="T3" fmla="*/ 153 h 43"/>
                <a:gd name="T4" fmla="*/ 963 w 82"/>
                <a:gd name="T5" fmla="*/ 133 h 43"/>
                <a:gd name="T6" fmla="*/ 642 w 82"/>
                <a:gd name="T7" fmla="*/ 212 h 43"/>
                <a:gd name="T8" fmla="*/ 289 w 82"/>
                <a:gd name="T9" fmla="*/ 328 h 43"/>
                <a:gd name="T10" fmla="*/ 0 w 82"/>
                <a:gd name="T11" fmla="*/ 540 h 43"/>
                <a:gd name="T12" fmla="*/ 0 w 82"/>
                <a:gd name="T13" fmla="*/ 572 h 43"/>
                <a:gd name="T14" fmla="*/ 179 w 82"/>
                <a:gd name="T15" fmla="*/ 601 h 43"/>
                <a:gd name="T16" fmla="*/ 484 w 82"/>
                <a:gd name="T17" fmla="*/ 481 h 43"/>
                <a:gd name="T18" fmla="*/ 651 w 82"/>
                <a:gd name="T19" fmla="*/ 431 h 43"/>
                <a:gd name="T20" fmla="*/ 757 w 82"/>
                <a:gd name="T21" fmla="*/ 601 h 43"/>
                <a:gd name="T22" fmla="*/ 894 w 82"/>
                <a:gd name="T23" fmla="*/ 286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43">
                  <a:moveTo>
                    <a:pt x="74" y="19"/>
                  </a:moveTo>
                  <a:cubicBezTo>
                    <a:pt x="76" y="15"/>
                    <a:pt x="80" y="12"/>
                    <a:pt x="82" y="10"/>
                  </a:cubicBezTo>
                  <a:cubicBezTo>
                    <a:pt x="81" y="10"/>
                    <a:pt x="81" y="9"/>
                    <a:pt x="80" y="9"/>
                  </a:cubicBezTo>
                  <a:cubicBezTo>
                    <a:pt x="70" y="0"/>
                    <a:pt x="62" y="9"/>
                    <a:pt x="53" y="14"/>
                  </a:cubicBezTo>
                  <a:cubicBezTo>
                    <a:pt x="44" y="19"/>
                    <a:pt x="35" y="20"/>
                    <a:pt x="24" y="22"/>
                  </a:cubicBezTo>
                  <a:cubicBezTo>
                    <a:pt x="15" y="23"/>
                    <a:pt x="4" y="26"/>
                    <a:pt x="0" y="36"/>
                  </a:cubicBezTo>
                  <a:cubicBezTo>
                    <a:pt x="0" y="37"/>
                    <a:pt x="0" y="37"/>
                    <a:pt x="0" y="38"/>
                  </a:cubicBezTo>
                  <a:cubicBezTo>
                    <a:pt x="3" y="40"/>
                    <a:pt x="8" y="40"/>
                    <a:pt x="15" y="40"/>
                  </a:cubicBezTo>
                  <a:cubicBezTo>
                    <a:pt x="26" y="42"/>
                    <a:pt x="32" y="35"/>
                    <a:pt x="40" y="32"/>
                  </a:cubicBezTo>
                  <a:cubicBezTo>
                    <a:pt x="44" y="31"/>
                    <a:pt x="50" y="28"/>
                    <a:pt x="54" y="29"/>
                  </a:cubicBezTo>
                  <a:cubicBezTo>
                    <a:pt x="58" y="31"/>
                    <a:pt x="58" y="40"/>
                    <a:pt x="63" y="40"/>
                  </a:cubicBezTo>
                  <a:cubicBezTo>
                    <a:pt x="76" y="43"/>
                    <a:pt x="71" y="24"/>
                    <a:pt x="74" y="19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0" name="Freeform 45">
              <a:extLst>
                <a:ext uri="{FF2B5EF4-FFF2-40B4-BE49-F238E27FC236}">
                  <a16:creationId xmlns:a16="http://schemas.microsoft.com/office/drawing/2014/main" id="{9E0A9D77-CFDE-4DEB-8518-FEE10BC19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747"/>
              <a:ext cx="115" cy="204"/>
            </a:xfrm>
            <a:custGeom>
              <a:avLst/>
              <a:gdLst>
                <a:gd name="T0" fmla="*/ 545 w 50"/>
                <a:gd name="T1" fmla="*/ 71 h 83"/>
                <a:gd name="T2" fmla="*/ 301 w 50"/>
                <a:gd name="T3" fmla="*/ 91 h 83"/>
                <a:gd name="T4" fmla="*/ 207 w 50"/>
                <a:gd name="T5" fmla="*/ 551 h 83"/>
                <a:gd name="T6" fmla="*/ 0 w 50"/>
                <a:gd name="T7" fmla="*/ 1069 h 83"/>
                <a:gd name="T8" fmla="*/ 37 w 50"/>
                <a:gd name="T9" fmla="*/ 1111 h 83"/>
                <a:gd name="T10" fmla="*/ 195 w 50"/>
                <a:gd name="T11" fmla="*/ 919 h 83"/>
                <a:gd name="T12" fmla="*/ 317 w 50"/>
                <a:gd name="T13" fmla="*/ 622 h 83"/>
                <a:gd name="T14" fmla="*/ 582 w 50"/>
                <a:gd name="T15" fmla="*/ 430 h 83"/>
                <a:gd name="T16" fmla="*/ 610 w 50"/>
                <a:gd name="T17" fmla="*/ 315 h 83"/>
                <a:gd name="T18" fmla="*/ 582 w 50"/>
                <a:gd name="T19" fmla="*/ 206 h 83"/>
                <a:gd name="T20" fmla="*/ 545 w 50"/>
                <a:gd name="T21" fmla="*/ 71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83">
                  <a:moveTo>
                    <a:pt x="45" y="5"/>
                  </a:moveTo>
                  <a:cubicBezTo>
                    <a:pt x="41" y="0"/>
                    <a:pt x="30" y="2"/>
                    <a:pt x="25" y="6"/>
                  </a:cubicBezTo>
                  <a:cubicBezTo>
                    <a:pt x="15" y="14"/>
                    <a:pt x="19" y="27"/>
                    <a:pt x="17" y="37"/>
                  </a:cubicBezTo>
                  <a:cubicBezTo>
                    <a:pt x="16" y="46"/>
                    <a:pt x="2" y="60"/>
                    <a:pt x="0" y="72"/>
                  </a:cubicBezTo>
                  <a:cubicBezTo>
                    <a:pt x="1" y="73"/>
                    <a:pt x="2" y="74"/>
                    <a:pt x="3" y="75"/>
                  </a:cubicBezTo>
                  <a:cubicBezTo>
                    <a:pt x="15" y="83"/>
                    <a:pt x="14" y="70"/>
                    <a:pt x="16" y="62"/>
                  </a:cubicBezTo>
                  <a:cubicBezTo>
                    <a:pt x="17" y="55"/>
                    <a:pt x="20" y="48"/>
                    <a:pt x="26" y="42"/>
                  </a:cubicBezTo>
                  <a:cubicBezTo>
                    <a:pt x="32" y="36"/>
                    <a:pt x="42" y="36"/>
                    <a:pt x="48" y="29"/>
                  </a:cubicBezTo>
                  <a:cubicBezTo>
                    <a:pt x="50" y="27"/>
                    <a:pt x="50" y="24"/>
                    <a:pt x="50" y="21"/>
                  </a:cubicBezTo>
                  <a:cubicBezTo>
                    <a:pt x="49" y="18"/>
                    <a:pt x="48" y="16"/>
                    <a:pt x="48" y="14"/>
                  </a:cubicBezTo>
                  <a:cubicBezTo>
                    <a:pt x="47" y="11"/>
                    <a:pt x="46" y="8"/>
                    <a:pt x="45" y="5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1" name="Freeform 46">
              <a:extLst>
                <a:ext uri="{FF2B5EF4-FFF2-40B4-BE49-F238E27FC236}">
                  <a16:creationId xmlns:a16="http://schemas.microsoft.com/office/drawing/2014/main" id="{5476A6EA-21C5-4229-B819-15641E277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578"/>
              <a:ext cx="209" cy="133"/>
            </a:xfrm>
            <a:custGeom>
              <a:avLst/>
              <a:gdLst>
                <a:gd name="T0" fmla="*/ 581 w 91"/>
                <a:gd name="T1" fmla="*/ 626 h 54"/>
                <a:gd name="T2" fmla="*/ 850 w 91"/>
                <a:gd name="T3" fmla="*/ 224 h 54"/>
                <a:gd name="T4" fmla="*/ 1102 w 91"/>
                <a:gd name="T5" fmla="*/ 91 h 54"/>
                <a:gd name="T6" fmla="*/ 802 w 91"/>
                <a:gd name="T7" fmla="*/ 91 h 54"/>
                <a:gd name="T8" fmla="*/ 485 w 91"/>
                <a:gd name="T9" fmla="*/ 133 h 54"/>
                <a:gd name="T10" fmla="*/ 0 w 91"/>
                <a:gd name="T11" fmla="*/ 522 h 54"/>
                <a:gd name="T12" fmla="*/ 11 w 91"/>
                <a:gd name="T13" fmla="*/ 539 h 54"/>
                <a:gd name="T14" fmla="*/ 11 w 91"/>
                <a:gd name="T15" fmla="*/ 552 h 54"/>
                <a:gd name="T16" fmla="*/ 301 w 91"/>
                <a:gd name="T17" fmla="*/ 704 h 54"/>
                <a:gd name="T18" fmla="*/ 581 w 91"/>
                <a:gd name="T19" fmla="*/ 626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54">
                  <a:moveTo>
                    <a:pt x="48" y="42"/>
                  </a:moveTo>
                  <a:cubicBezTo>
                    <a:pt x="55" y="32"/>
                    <a:pt x="56" y="20"/>
                    <a:pt x="70" y="15"/>
                  </a:cubicBezTo>
                  <a:cubicBezTo>
                    <a:pt x="75" y="13"/>
                    <a:pt x="88" y="12"/>
                    <a:pt x="91" y="6"/>
                  </a:cubicBezTo>
                  <a:cubicBezTo>
                    <a:pt x="85" y="0"/>
                    <a:pt x="73" y="4"/>
                    <a:pt x="66" y="6"/>
                  </a:cubicBezTo>
                  <a:cubicBezTo>
                    <a:pt x="57" y="8"/>
                    <a:pt x="50" y="8"/>
                    <a:pt x="40" y="9"/>
                  </a:cubicBezTo>
                  <a:cubicBezTo>
                    <a:pt x="26" y="9"/>
                    <a:pt x="0" y="19"/>
                    <a:pt x="0" y="35"/>
                  </a:cubicBezTo>
                  <a:cubicBezTo>
                    <a:pt x="0" y="35"/>
                    <a:pt x="0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3" y="51"/>
                    <a:pt x="16" y="46"/>
                    <a:pt x="25" y="47"/>
                  </a:cubicBezTo>
                  <a:cubicBezTo>
                    <a:pt x="36" y="48"/>
                    <a:pt x="39" y="54"/>
                    <a:pt x="48" y="42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2" name="Freeform 47">
              <a:extLst>
                <a:ext uri="{FF2B5EF4-FFF2-40B4-BE49-F238E27FC236}">
                  <a16:creationId xmlns:a16="http://schemas.microsoft.com/office/drawing/2014/main" id="{06393BC0-39EC-49E3-B495-47AE69E30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890"/>
              <a:ext cx="124" cy="95"/>
            </a:xfrm>
            <a:custGeom>
              <a:avLst/>
              <a:gdLst>
                <a:gd name="T0" fmla="*/ 475 w 54"/>
                <a:gd name="T1" fmla="*/ 533 h 39"/>
                <a:gd name="T2" fmla="*/ 654 w 54"/>
                <a:gd name="T3" fmla="*/ 504 h 39"/>
                <a:gd name="T4" fmla="*/ 533 w 54"/>
                <a:gd name="T5" fmla="*/ 421 h 39"/>
                <a:gd name="T6" fmla="*/ 402 w 54"/>
                <a:gd name="T7" fmla="*/ 173 h 39"/>
                <a:gd name="T8" fmla="*/ 207 w 54"/>
                <a:gd name="T9" fmla="*/ 29 h 39"/>
                <a:gd name="T10" fmla="*/ 0 w 54"/>
                <a:gd name="T11" fmla="*/ 244 h 39"/>
                <a:gd name="T12" fmla="*/ 11 w 54"/>
                <a:gd name="T13" fmla="*/ 392 h 39"/>
                <a:gd name="T14" fmla="*/ 158 w 54"/>
                <a:gd name="T15" fmla="*/ 553 h 39"/>
                <a:gd name="T16" fmla="*/ 280 w 54"/>
                <a:gd name="T17" fmla="*/ 533 h 39"/>
                <a:gd name="T18" fmla="*/ 475 w 54"/>
                <a:gd name="T19" fmla="*/ 533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39">
                  <a:moveTo>
                    <a:pt x="39" y="37"/>
                  </a:moveTo>
                  <a:cubicBezTo>
                    <a:pt x="43" y="37"/>
                    <a:pt x="51" y="39"/>
                    <a:pt x="54" y="35"/>
                  </a:cubicBezTo>
                  <a:cubicBezTo>
                    <a:pt x="51" y="32"/>
                    <a:pt x="46" y="30"/>
                    <a:pt x="44" y="29"/>
                  </a:cubicBezTo>
                  <a:cubicBezTo>
                    <a:pt x="37" y="24"/>
                    <a:pt x="37" y="19"/>
                    <a:pt x="33" y="12"/>
                  </a:cubicBezTo>
                  <a:cubicBezTo>
                    <a:pt x="30" y="7"/>
                    <a:pt x="27" y="0"/>
                    <a:pt x="17" y="2"/>
                  </a:cubicBezTo>
                  <a:cubicBezTo>
                    <a:pt x="9" y="3"/>
                    <a:pt x="0" y="9"/>
                    <a:pt x="0" y="17"/>
                  </a:cubicBezTo>
                  <a:cubicBezTo>
                    <a:pt x="0" y="20"/>
                    <a:pt x="0" y="23"/>
                    <a:pt x="1" y="27"/>
                  </a:cubicBezTo>
                  <a:cubicBezTo>
                    <a:pt x="2" y="30"/>
                    <a:pt x="10" y="37"/>
                    <a:pt x="13" y="38"/>
                  </a:cubicBezTo>
                  <a:cubicBezTo>
                    <a:pt x="16" y="39"/>
                    <a:pt x="20" y="38"/>
                    <a:pt x="23" y="37"/>
                  </a:cubicBezTo>
                  <a:cubicBezTo>
                    <a:pt x="28" y="37"/>
                    <a:pt x="34" y="36"/>
                    <a:pt x="39" y="37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3" name="Freeform 48">
              <a:extLst>
                <a:ext uri="{FF2B5EF4-FFF2-40B4-BE49-F238E27FC236}">
                  <a16:creationId xmlns:a16="http://schemas.microsoft.com/office/drawing/2014/main" id="{480A71E0-A8CD-46BE-8F15-6FB04081A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586"/>
              <a:ext cx="137" cy="49"/>
            </a:xfrm>
            <a:custGeom>
              <a:avLst/>
              <a:gdLst>
                <a:gd name="T0" fmla="*/ 511 w 60"/>
                <a:gd name="T1" fmla="*/ 252 h 20"/>
                <a:gd name="T2" fmla="*/ 715 w 60"/>
                <a:gd name="T3" fmla="*/ 265 h 20"/>
                <a:gd name="T4" fmla="*/ 130 w 60"/>
                <a:gd name="T5" fmla="*/ 29 h 20"/>
                <a:gd name="T6" fmla="*/ 0 w 60"/>
                <a:gd name="T7" fmla="*/ 42 h 20"/>
                <a:gd name="T8" fmla="*/ 158 w 60"/>
                <a:gd name="T9" fmla="*/ 103 h 20"/>
                <a:gd name="T10" fmla="*/ 260 w 60"/>
                <a:gd name="T11" fmla="*/ 162 h 20"/>
                <a:gd name="T12" fmla="*/ 308 w 60"/>
                <a:gd name="T13" fmla="*/ 252 h 20"/>
                <a:gd name="T14" fmla="*/ 511 w 60"/>
                <a:gd name="T15" fmla="*/ 252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20">
                  <a:moveTo>
                    <a:pt x="43" y="17"/>
                  </a:moveTo>
                  <a:cubicBezTo>
                    <a:pt x="49" y="17"/>
                    <a:pt x="54" y="18"/>
                    <a:pt x="60" y="18"/>
                  </a:cubicBezTo>
                  <a:cubicBezTo>
                    <a:pt x="52" y="12"/>
                    <a:pt x="18" y="4"/>
                    <a:pt x="11" y="2"/>
                  </a:cubicBezTo>
                  <a:cubicBezTo>
                    <a:pt x="4" y="0"/>
                    <a:pt x="0" y="2"/>
                    <a:pt x="0" y="3"/>
                  </a:cubicBezTo>
                  <a:cubicBezTo>
                    <a:pt x="3" y="6"/>
                    <a:pt x="9" y="6"/>
                    <a:pt x="13" y="7"/>
                  </a:cubicBezTo>
                  <a:cubicBezTo>
                    <a:pt x="16" y="8"/>
                    <a:pt x="19" y="9"/>
                    <a:pt x="22" y="11"/>
                  </a:cubicBezTo>
                  <a:cubicBezTo>
                    <a:pt x="24" y="12"/>
                    <a:pt x="24" y="15"/>
                    <a:pt x="26" y="17"/>
                  </a:cubicBezTo>
                  <a:cubicBezTo>
                    <a:pt x="31" y="20"/>
                    <a:pt x="38" y="17"/>
                    <a:pt x="43" y="17"/>
                  </a:cubicBezTo>
                  <a:close/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4" name="Freeform 49">
              <a:extLst>
                <a:ext uri="{FF2B5EF4-FFF2-40B4-BE49-F238E27FC236}">
                  <a16:creationId xmlns:a16="http://schemas.microsoft.com/office/drawing/2014/main" id="{B952A1A6-8509-4D80-88F8-F842E4018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566"/>
              <a:ext cx="58" cy="5"/>
            </a:xfrm>
            <a:custGeom>
              <a:avLst/>
              <a:gdLst>
                <a:gd name="T0" fmla="*/ 162 w 25"/>
                <a:gd name="T1" fmla="*/ 33 h 2"/>
                <a:gd name="T2" fmla="*/ 313 w 25"/>
                <a:gd name="T3" fmla="*/ 20 h 2"/>
                <a:gd name="T4" fmla="*/ 0 w 25"/>
                <a:gd name="T5" fmla="*/ 0 h 2"/>
                <a:gd name="T6" fmla="*/ 162 w 25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">
                  <a:moveTo>
                    <a:pt x="13" y="2"/>
                  </a:moveTo>
                  <a:cubicBezTo>
                    <a:pt x="16" y="1"/>
                    <a:pt x="21" y="2"/>
                    <a:pt x="25" y="1"/>
                  </a:cubicBezTo>
                  <a:cubicBezTo>
                    <a:pt x="18" y="0"/>
                    <a:pt x="9" y="0"/>
                    <a:pt x="0" y="0"/>
                  </a:cubicBezTo>
                  <a:cubicBezTo>
                    <a:pt x="3" y="2"/>
                    <a:pt x="6" y="2"/>
                    <a:pt x="13" y="2"/>
                  </a:cubicBezTo>
                  <a:close/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5" name="Freeform 50">
              <a:extLst>
                <a:ext uri="{FF2B5EF4-FFF2-40B4-BE49-F238E27FC236}">
                  <a16:creationId xmlns:a16="http://schemas.microsoft.com/office/drawing/2014/main" id="{73708DA1-0BFE-407A-AC30-DEB313AA9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806"/>
              <a:ext cx="119" cy="74"/>
            </a:xfrm>
            <a:custGeom>
              <a:avLst/>
              <a:gdLst>
                <a:gd name="T0" fmla="*/ 597 w 52"/>
                <a:gd name="T1" fmla="*/ 62 h 30"/>
                <a:gd name="T2" fmla="*/ 382 w 52"/>
                <a:gd name="T3" fmla="*/ 30 h 30"/>
                <a:gd name="T4" fmla="*/ 130 w 52"/>
                <a:gd name="T5" fmla="*/ 0 h 30"/>
                <a:gd name="T6" fmla="*/ 0 w 52"/>
                <a:gd name="T7" fmla="*/ 30 h 30"/>
                <a:gd name="T8" fmla="*/ 11 w 52"/>
                <a:gd name="T9" fmla="*/ 30 h 30"/>
                <a:gd name="T10" fmla="*/ 314 w 52"/>
                <a:gd name="T11" fmla="*/ 195 h 30"/>
                <a:gd name="T12" fmla="*/ 549 w 52"/>
                <a:gd name="T13" fmla="*/ 316 h 30"/>
                <a:gd name="T14" fmla="*/ 622 w 52"/>
                <a:gd name="T15" fmla="*/ 91 h 30"/>
                <a:gd name="T16" fmla="*/ 597 w 52"/>
                <a:gd name="T17" fmla="*/ 62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30">
                  <a:moveTo>
                    <a:pt x="50" y="4"/>
                  </a:moveTo>
                  <a:cubicBezTo>
                    <a:pt x="44" y="0"/>
                    <a:pt x="38" y="1"/>
                    <a:pt x="32" y="2"/>
                  </a:cubicBezTo>
                  <a:cubicBezTo>
                    <a:pt x="24" y="3"/>
                    <a:pt x="18" y="0"/>
                    <a:pt x="11" y="0"/>
                  </a:cubicBezTo>
                  <a:cubicBezTo>
                    <a:pt x="7" y="0"/>
                    <a:pt x="4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1" y="2"/>
                    <a:pt x="20" y="6"/>
                    <a:pt x="26" y="13"/>
                  </a:cubicBezTo>
                  <a:cubicBezTo>
                    <a:pt x="32" y="20"/>
                    <a:pt x="36" y="30"/>
                    <a:pt x="46" y="21"/>
                  </a:cubicBezTo>
                  <a:cubicBezTo>
                    <a:pt x="50" y="18"/>
                    <a:pt x="52" y="12"/>
                    <a:pt x="52" y="6"/>
                  </a:cubicBezTo>
                  <a:cubicBezTo>
                    <a:pt x="52" y="5"/>
                    <a:pt x="51" y="4"/>
                    <a:pt x="50" y="4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6" name="Freeform 51">
              <a:extLst>
                <a:ext uri="{FF2B5EF4-FFF2-40B4-BE49-F238E27FC236}">
                  <a16:creationId xmlns:a16="http://schemas.microsoft.com/office/drawing/2014/main" id="{FDD746EC-EEC8-4EDA-BA60-4B92022AB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806"/>
              <a:ext cx="110" cy="35"/>
            </a:xfrm>
            <a:custGeom>
              <a:avLst/>
              <a:gdLst>
                <a:gd name="T0" fmla="*/ 552 w 48"/>
                <a:gd name="T1" fmla="*/ 188 h 14"/>
                <a:gd name="T2" fmla="*/ 493 w 48"/>
                <a:gd name="T3" fmla="*/ 20 h 14"/>
                <a:gd name="T4" fmla="*/ 346 w 48"/>
                <a:gd name="T5" fmla="*/ 33 h 14"/>
                <a:gd name="T6" fmla="*/ 94 w 48"/>
                <a:gd name="T7" fmla="*/ 0 h 14"/>
                <a:gd name="T8" fmla="*/ 0 w 48"/>
                <a:gd name="T9" fmla="*/ 20 h 14"/>
                <a:gd name="T10" fmla="*/ 25 w 48"/>
                <a:gd name="T11" fmla="*/ 33 h 14"/>
                <a:gd name="T12" fmla="*/ 277 w 48"/>
                <a:gd name="T13" fmla="*/ 208 h 14"/>
                <a:gd name="T14" fmla="*/ 289 w 48"/>
                <a:gd name="T15" fmla="*/ 220 h 14"/>
                <a:gd name="T16" fmla="*/ 552 w 48"/>
                <a:gd name="T17" fmla="*/ 18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4">
                  <a:moveTo>
                    <a:pt x="46" y="12"/>
                  </a:moveTo>
                  <a:cubicBezTo>
                    <a:pt x="48" y="7"/>
                    <a:pt x="46" y="4"/>
                    <a:pt x="41" y="1"/>
                  </a:cubicBezTo>
                  <a:cubicBezTo>
                    <a:pt x="37" y="0"/>
                    <a:pt x="33" y="1"/>
                    <a:pt x="29" y="2"/>
                  </a:cubicBezTo>
                  <a:cubicBezTo>
                    <a:pt x="21" y="3"/>
                    <a:pt x="15" y="0"/>
                    <a:pt x="8" y="0"/>
                  </a:cubicBezTo>
                  <a:cubicBezTo>
                    <a:pt x="6" y="0"/>
                    <a:pt x="3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0" y="3"/>
                    <a:pt x="18" y="7"/>
                    <a:pt x="23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8" y="7"/>
                    <a:pt x="41" y="7"/>
                    <a:pt x="46" y="12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7" name="Freeform 52">
              <a:extLst>
                <a:ext uri="{FF2B5EF4-FFF2-40B4-BE49-F238E27FC236}">
                  <a16:creationId xmlns:a16="http://schemas.microsoft.com/office/drawing/2014/main" id="{00A39875-479B-41AA-8985-103041117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720"/>
              <a:ext cx="104" cy="86"/>
            </a:xfrm>
            <a:custGeom>
              <a:avLst/>
              <a:gdLst>
                <a:gd name="T0" fmla="*/ 122 w 45"/>
                <a:gd name="T1" fmla="*/ 506 h 35"/>
                <a:gd name="T2" fmla="*/ 545 w 45"/>
                <a:gd name="T3" fmla="*/ 265 h 35"/>
                <a:gd name="T4" fmla="*/ 529 w 45"/>
                <a:gd name="T5" fmla="*/ 12 h 35"/>
                <a:gd name="T6" fmla="*/ 0 w 45"/>
                <a:gd name="T7" fmla="*/ 327 h 35"/>
                <a:gd name="T8" fmla="*/ 0 w 45"/>
                <a:gd name="T9" fmla="*/ 327 h 35"/>
                <a:gd name="T10" fmla="*/ 122 w 45"/>
                <a:gd name="T11" fmla="*/ 50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5">
                  <a:moveTo>
                    <a:pt x="10" y="34"/>
                  </a:moveTo>
                  <a:cubicBezTo>
                    <a:pt x="22" y="27"/>
                    <a:pt x="33" y="22"/>
                    <a:pt x="44" y="18"/>
                  </a:cubicBezTo>
                  <a:cubicBezTo>
                    <a:pt x="45" y="17"/>
                    <a:pt x="43" y="0"/>
                    <a:pt x="43" y="1"/>
                  </a:cubicBezTo>
                  <a:cubicBezTo>
                    <a:pt x="29" y="6"/>
                    <a:pt x="15" y="13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9"/>
                    <a:pt x="9" y="35"/>
                    <a:pt x="10" y="34"/>
                  </a:cubicBezTo>
                  <a:close/>
                </a:path>
              </a:pathLst>
            </a:custGeom>
            <a:solidFill>
              <a:srgbClr val="E9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8" name="Freeform 53">
              <a:extLst>
                <a:ext uri="{FF2B5EF4-FFF2-40B4-BE49-F238E27FC236}">
                  <a16:creationId xmlns:a16="http://schemas.microsoft.com/office/drawing/2014/main" id="{ED7ADDF5-CDB1-4E21-8728-F9920CB9A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963"/>
              <a:ext cx="64" cy="96"/>
            </a:xfrm>
            <a:custGeom>
              <a:avLst/>
              <a:gdLst>
                <a:gd name="T0" fmla="*/ 203 w 28"/>
                <a:gd name="T1" fmla="*/ 0 h 39"/>
                <a:gd name="T2" fmla="*/ 0 w 28"/>
                <a:gd name="T3" fmla="*/ 490 h 39"/>
                <a:gd name="T4" fmla="*/ 178 w 28"/>
                <a:gd name="T5" fmla="*/ 569 h 39"/>
                <a:gd name="T6" fmla="*/ 325 w 28"/>
                <a:gd name="T7" fmla="*/ 207 h 39"/>
                <a:gd name="T8" fmla="*/ 203 w 28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9">
                  <a:moveTo>
                    <a:pt x="17" y="0"/>
                  </a:moveTo>
                  <a:cubicBezTo>
                    <a:pt x="10" y="10"/>
                    <a:pt x="4" y="21"/>
                    <a:pt x="0" y="33"/>
                  </a:cubicBezTo>
                  <a:cubicBezTo>
                    <a:pt x="0" y="33"/>
                    <a:pt x="14" y="39"/>
                    <a:pt x="15" y="38"/>
                  </a:cubicBezTo>
                  <a:cubicBezTo>
                    <a:pt x="18" y="29"/>
                    <a:pt x="22" y="22"/>
                    <a:pt x="27" y="14"/>
                  </a:cubicBezTo>
                  <a:cubicBezTo>
                    <a:pt x="28" y="12"/>
                    <a:pt x="23" y="6"/>
                    <a:pt x="17" y="0"/>
                  </a:cubicBezTo>
                  <a:close/>
                </a:path>
              </a:pathLst>
            </a:custGeom>
            <a:solidFill>
              <a:srgbClr val="E9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9" name="Freeform 54">
              <a:extLst>
                <a:ext uri="{FF2B5EF4-FFF2-40B4-BE49-F238E27FC236}">
                  <a16:creationId xmlns:a16="http://schemas.microsoft.com/office/drawing/2014/main" id="{BA22AE62-190F-4086-B40D-1E0AE6237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346"/>
              <a:ext cx="74" cy="149"/>
            </a:xfrm>
            <a:custGeom>
              <a:avLst/>
              <a:gdLst>
                <a:gd name="T0" fmla="*/ 199 w 32"/>
                <a:gd name="T1" fmla="*/ 191 h 61"/>
                <a:gd name="T2" fmla="*/ 0 w 32"/>
                <a:gd name="T3" fmla="*/ 0 h 61"/>
                <a:gd name="T4" fmla="*/ 12 w 32"/>
                <a:gd name="T5" fmla="*/ 29 h 61"/>
                <a:gd name="T6" fmla="*/ 12 w 32"/>
                <a:gd name="T7" fmla="*/ 29 h 61"/>
                <a:gd name="T8" fmla="*/ 273 w 32"/>
                <a:gd name="T9" fmla="*/ 716 h 61"/>
                <a:gd name="T10" fmla="*/ 395 w 32"/>
                <a:gd name="T11" fmla="*/ 889 h 61"/>
                <a:gd name="T12" fmla="*/ 199 w 32"/>
                <a:gd name="T13" fmla="*/ 191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61">
                  <a:moveTo>
                    <a:pt x="16" y="13"/>
                  </a:moveTo>
                  <a:cubicBezTo>
                    <a:pt x="15" y="2"/>
                    <a:pt x="5" y="4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5" y="19"/>
                    <a:pt x="13" y="35"/>
                    <a:pt x="22" y="49"/>
                  </a:cubicBezTo>
                  <a:cubicBezTo>
                    <a:pt x="26" y="54"/>
                    <a:pt x="29" y="58"/>
                    <a:pt x="32" y="61"/>
                  </a:cubicBezTo>
                  <a:cubicBezTo>
                    <a:pt x="24" y="36"/>
                    <a:pt x="18" y="17"/>
                    <a:pt x="16" y="13"/>
                  </a:cubicBezTo>
                  <a:close/>
                </a:path>
              </a:pathLst>
            </a:custGeom>
            <a:solidFill>
              <a:srgbClr val="E9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0" name="Freeform 55">
              <a:extLst>
                <a:ext uri="{FF2B5EF4-FFF2-40B4-BE49-F238E27FC236}">
                  <a16:creationId xmlns:a16="http://schemas.microsoft.com/office/drawing/2014/main" id="{1E20731B-5EAA-4633-9C11-CE4069A85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863"/>
              <a:ext cx="58" cy="71"/>
            </a:xfrm>
            <a:custGeom>
              <a:avLst/>
              <a:gdLst>
                <a:gd name="T0" fmla="*/ 200 w 25"/>
                <a:gd name="T1" fmla="*/ 0 h 29"/>
                <a:gd name="T2" fmla="*/ 200 w 25"/>
                <a:gd name="T3" fmla="*/ 0 h 29"/>
                <a:gd name="T4" fmla="*/ 0 w 25"/>
                <a:gd name="T5" fmla="*/ 264 h 29"/>
                <a:gd name="T6" fmla="*/ 0 w 25"/>
                <a:gd name="T7" fmla="*/ 264 h 29"/>
                <a:gd name="T8" fmla="*/ 139 w 25"/>
                <a:gd name="T9" fmla="*/ 414 h 29"/>
                <a:gd name="T10" fmla="*/ 313 w 25"/>
                <a:gd name="T11" fmla="*/ 203 h 29"/>
                <a:gd name="T12" fmla="*/ 200 w 25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9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" y="6"/>
                    <a:pt x="5" y="12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25"/>
                    <a:pt x="11" y="29"/>
                    <a:pt x="11" y="28"/>
                  </a:cubicBezTo>
                  <a:cubicBezTo>
                    <a:pt x="16" y="24"/>
                    <a:pt x="20" y="19"/>
                    <a:pt x="25" y="14"/>
                  </a:cubicBezTo>
                  <a:cubicBezTo>
                    <a:pt x="24" y="11"/>
                    <a:pt x="21" y="4"/>
                    <a:pt x="16" y="0"/>
                  </a:cubicBezTo>
                  <a:close/>
                </a:path>
              </a:pathLst>
            </a:custGeom>
            <a:solidFill>
              <a:srgbClr val="E9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1" name="Freeform 56">
              <a:extLst>
                <a:ext uri="{FF2B5EF4-FFF2-40B4-BE49-F238E27FC236}">
                  <a16:creationId xmlns:a16="http://schemas.microsoft.com/office/drawing/2014/main" id="{C3548C21-45DD-475E-BCEF-BEAD5813E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91"/>
              <a:ext cx="43" cy="47"/>
            </a:xfrm>
            <a:custGeom>
              <a:avLst/>
              <a:gdLst>
                <a:gd name="T0" fmla="*/ 163 w 19"/>
                <a:gd name="T1" fmla="*/ 0 h 19"/>
                <a:gd name="T2" fmla="*/ 11 w 19"/>
                <a:gd name="T3" fmla="*/ 30 h 19"/>
                <a:gd name="T4" fmla="*/ 11 w 19"/>
                <a:gd name="T5" fmla="*/ 287 h 19"/>
                <a:gd name="T6" fmla="*/ 220 w 19"/>
                <a:gd name="T7" fmla="*/ 228 h 19"/>
                <a:gd name="T8" fmla="*/ 163 w 19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4" y="0"/>
                  </a:moveTo>
                  <a:cubicBezTo>
                    <a:pt x="10" y="0"/>
                    <a:pt x="5" y="1"/>
                    <a:pt x="1" y="2"/>
                  </a:cubicBezTo>
                  <a:cubicBezTo>
                    <a:pt x="0" y="9"/>
                    <a:pt x="0" y="15"/>
                    <a:pt x="1" y="19"/>
                  </a:cubicBezTo>
                  <a:cubicBezTo>
                    <a:pt x="7" y="17"/>
                    <a:pt x="13" y="16"/>
                    <a:pt x="19" y="15"/>
                  </a:cubicBezTo>
                  <a:cubicBezTo>
                    <a:pt x="19" y="15"/>
                    <a:pt x="16" y="3"/>
                    <a:pt x="14" y="0"/>
                  </a:cubicBezTo>
                  <a:close/>
                </a:path>
              </a:pathLst>
            </a:custGeom>
            <a:solidFill>
              <a:srgbClr val="E9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2" name="Freeform 57">
              <a:extLst>
                <a:ext uri="{FF2B5EF4-FFF2-40B4-BE49-F238E27FC236}">
                  <a16:creationId xmlns:a16="http://schemas.microsoft.com/office/drawing/2014/main" id="{2E9C2C3B-C935-4E9C-916B-B8B0863DBB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08" y="1684"/>
              <a:ext cx="276" cy="142"/>
            </a:xfrm>
            <a:custGeom>
              <a:avLst/>
              <a:gdLst>
                <a:gd name="T0" fmla="*/ 428 w 120"/>
                <a:gd name="T1" fmla="*/ 91 h 58"/>
                <a:gd name="T2" fmla="*/ 0 w 120"/>
                <a:gd name="T3" fmla="*/ 0 h 58"/>
                <a:gd name="T4" fmla="*/ 94 w 120"/>
                <a:gd name="T5" fmla="*/ 264 h 58"/>
                <a:gd name="T6" fmla="*/ 692 w 120"/>
                <a:gd name="T7" fmla="*/ 438 h 58"/>
                <a:gd name="T8" fmla="*/ 720 w 120"/>
                <a:gd name="T9" fmla="*/ 203 h 58"/>
                <a:gd name="T10" fmla="*/ 428 w 120"/>
                <a:gd name="T11" fmla="*/ 91 h 58"/>
                <a:gd name="T12" fmla="*/ 915 w 120"/>
                <a:gd name="T13" fmla="*/ 323 h 58"/>
                <a:gd name="T14" fmla="*/ 888 w 120"/>
                <a:gd name="T15" fmla="*/ 526 h 58"/>
                <a:gd name="T16" fmla="*/ 1375 w 120"/>
                <a:gd name="T17" fmla="*/ 810 h 58"/>
                <a:gd name="T18" fmla="*/ 1461 w 120"/>
                <a:gd name="T19" fmla="*/ 852 h 58"/>
                <a:gd name="T20" fmla="*/ 915 w 120"/>
                <a:gd name="T21" fmla="*/ 323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0" h="58">
                  <a:moveTo>
                    <a:pt x="35" y="6"/>
                  </a:moveTo>
                  <a:cubicBezTo>
                    <a:pt x="24" y="4"/>
                    <a:pt x="12" y="2"/>
                    <a:pt x="0" y="0"/>
                  </a:cubicBezTo>
                  <a:cubicBezTo>
                    <a:pt x="1" y="6"/>
                    <a:pt x="1" y="17"/>
                    <a:pt x="8" y="18"/>
                  </a:cubicBezTo>
                  <a:cubicBezTo>
                    <a:pt x="26" y="20"/>
                    <a:pt x="42" y="24"/>
                    <a:pt x="57" y="30"/>
                  </a:cubicBezTo>
                  <a:cubicBezTo>
                    <a:pt x="59" y="25"/>
                    <a:pt x="62" y="20"/>
                    <a:pt x="59" y="14"/>
                  </a:cubicBezTo>
                  <a:cubicBezTo>
                    <a:pt x="51" y="11"/>
                    <a:pt x="43" y="8"/>
                    <a:pt x="35" y="6"/>
                  </a:cubicBezTo>
                  <a:close/>
                  <a:moveTo>
                    <a:pt x="75" y="22"/>
                  </a:moveTo>
                  <a:cubicBezTo>
                    <a:pt x="73" y="27"/>
                    <a:pt x="73" y="33"/>
                    <a:pt x="73" y="36"/>
                  </a:cubicBezTo>
                  <a:cubicBezTo>
                    <a:pt x="90" y="43"/>
                    <a:pt x="103" y="50"/>
                    <a:pt x="113" y="55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16" y="50"/>
                    <a:pt x="97" y="34"/>
                    <a:pt x="75" y="22"/>
                  </a:cubicBezTo>
                  <a:close/>
                </a:path>
              </a:pathLst>
            </a:custGeom>
            <a:solidFill>
              <a:srgbClr val="E9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3" name="Freeform 58">
              <a:extLst>
                <a:ext uri="{FF2B5EF4-FFF2-40B4-BE49-F238E27FC236}">
                  <a16:creationId xmlns:a16="http://schemas.microsoft.com/office/drawing/2014/main" id="{2268324D-8A1A-4F48-BEB6-134F347C3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164"/>
              <a:ext cx="41" cy="140"/>
            </a:xfrm>
            <a:custGeom>
              <a:avLst/>
              <a:gdLst>
                <a:gd name="T0" fmla="*/ 25 w 18"/>
                <a:gd name="T1" fmla="*/ 12 h 57"/>
                <a:gd name="T2" fmla="*/ 48 w 18"/>
                <a:gd name="T3" fmla="*/ 803 h 57"/>
                <a:gd name="T4" fmla="*/ 212 w 18"/>
                <a:gd name="T5" fmla="*/ 784 h 57"/>
                <a:gd name="T6" fmla="*/ 203 w 18"/>
                <a:gd name="T7" fmla="*/ 150 h 57"/>
                <a:gd name="T8" fmla="*/ 25 w 18"/>
                <a:gd name="T9" fmla="*/ 1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7">
                  <a:moveTo>
                    <a:pt x="2" y="1"/>
                  </a:moveTo>
                  <a:cubicBezTo>
                    <a:pt x="0" y="18"/>
                    <a:pt x="1" y="36"/>
                    <a:pt x="4" y="54"/>
                  </a:cubicBezTo>
                  <a:cubicBezTo>
                    <a:pt x="7" y="57"/>
                    <a:pt x="18" y="54"/>
                    <a:pt x="18" y="53"/>
                  </a:cubicBezTo>
                  <a:cubicBezTo>
                    <a:pt x="16" y="39"/>
                    <a:pt x="16" y="24"/>
                    <a:pt x="17" y="10"/>
                  </a:cubicBezTo>
                  <a:cubicBezTo>
                    <a:pt x="18" y="8"/>
                    <a:pt x="9" y="0"/>
                    <a:pt x="2" y="1"/>
                  </a:cubicBezTo>
                  <a:close/>
                </a:path>
              </a:pathLst>
            </a:custGeom>
            <a:solidFill>
              <a:srgbClr val="E9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4" name="Freeform 59">
              <a:extLst>
                <a:ext uri="{FF2B5EF4-FFF2-40B4-BE49-F238E27FC236}">
                  <a16:creationId xmlns:a16="http://schemas.microsoft.com/office/drawing/2014/main" id="{561FAF04-BC60-4FAA-82A2-B8F77AFC7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020"/>
              <a:ext cx="150" cy="186"/>
            </a:xfrm>
            <a:custGeom>
              <a:avLst/>
              <a:gdLst>
                <a:gd name="T0" fmla="*/ 789 w 65"/>
                <a:gd name="T1" fmla="*/ 952 h 76"/>
                <a:gd name="T2" fmla="*/ 688 w 65"/>
                <a:gd name="T3" fmla="*/ 629 h 76"/>
                <a:gd name="T4" fmla="*/ 651 w 65"/>
                <a:gd name="T5" fmla="*/ 396 h 76"/>
                <a:gd name="T6" fmla="*/ 725 w 65"/>
                <a:gd name="T7" fmla="*/ 174 h 76"/>
                <a:gd name="T8" fmla="*/ 628 w 65"/>
                <a:gd name="T9" fmla="*/ 174 h 76"/>
                <a:gd name="T10" fmla="*/ 395 w 65"/>
                <a:gd name="T11" fmla="*/ 264 h 76"/>
                <a:gd name="T12" fmla="*/ 224 w 65"/>
                <a:gd name="T13" fmla="*/ 162 h 76"/>
                <a:gd name="T14" fmla="*/ 37 w 65"/>
                <a:gd name="T15" fmla="*/ 0 h 76"/>
                <a:gd name="T16" fmla="*/ 0 w 65"/>
                <a:gd name="T17" fmla="*/ 0 h 76"/>
                <a:gd name="T18" fmla="*/ 85 w 65"/>
                <a:gd name="T19" fmla="*/ 144 h 76"/>
                <a:gd name="T20" fmla="*/ 196 w 65"/>
                <a:gd name="T21" fmla="*/ 384 h 76"/>
                <a:gd name="T22" fmla="*/ 208 w 65"/>
                <a:gd name="T23" fmla="*/ 455 h 76"/>
                <a:gd name="T24" fmla="*/ 235 w 65"/>
                <a:gd name="T25" fmla="*/ 514 h 76"/>
                <a:gd name="T26" fmla="*/ 245 w 65"/>
                <a:gd name="T27" fmla="*/ 568 h 76"/>
                <a:gd name="T28" fmla="*/ 358 w 65"/>
                <a:gd name="T29" fmla="*/ 732 h 76"/>
                <a:gd name="T30" fmla="*/ 480 w 65"/>
                <a:gd name="T31" fmla="*/ 969 h 76"/>
                <a:gd name="T32" fmla="*/ 704 w 65"/>
                <a:gd name="T33" fmla="*/ 1114 h 76"/>
                <a:gd name="T34" fmla="*/ 789 w 65"/>
                <a:gd name="T35" fmla="*/ 952 h 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" h="76">
                  <a:moveTo>
                    <a:pt x="64" y="65"/>
                  </a:moveTo>
                  <a:cubicBezTo>
                    <a:pt x="63" y="57"/>
                    <a:pt x="60" y="49"/>
                    <a:pt x="56" y="43"/>
                  </a:cubicBezTo>
                  <a:cubicBezTo>
                    <a:pt x="53" y="38"/>
                    <a:pt x="52" y="32"/>
                    <a:pt x="53" y="27"/>
                  </a:cubicBezTo>
                  <a:cubicBezTo>
                    <a:pt x="55" y="22"/>
                    <a:pt x="59" y="18"/>
                    <a:pt x="59" y="12"/>
                  </a:cubicBezTo>
                  <a:cubicBezTo>
                    <a:pt x="57" y="11"/>
                    <a:pt x="54" y="10"/>
                    <a:pt x="51" y="12"/>
                  </a:cubicBezTo>
                  <a:cubicBezTo>
                    <a:pt x="45" y="14"/>
                    <a:pt x="39" y="19"/>
                    <a:pt x="32" y="18"/>
                  </a:cubicBezTo>
                  <a:cubicBezTo>
                    <a:pt x="27" y="17"/>
                    <a:pt x="23" y="14"/>
                    <a:pt x="18" y="11"/>
                  </a:cubicBezTo>
                  <a:cubicBezTo>
                    <a:pt x="14" y="8"/>
                    <a:pt x="8" y="1"/>
                    <a:pt x="3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2" y="4"/>
                    <a:pt x="4" y="6"/>
                    <a:pt x="7" y="10"/>
                  </a:cubicBezTo>
                  <a:cubicBezTo>
                    <a:pt x="11" y="14"/>
                    <a:pt x="14" y="20"/>
                    <a:pt x="16" y="26"/>
                  </a:cubicBezTo>
                  <a:cubicBezTo>
                    <a:pt x="17" y="27"/>
                    <a:pt x="17" y="29"/>
                    <a:pt x="17" y="31"/>
                  </a:cubicBezTo>
                  <a:cubicBezTo>
                    <a:pt x="18" y="32"/>
                    <a:pt x="18" y="34"/>
                    <a:pt x="19" y="35"/>
                  </a:cubicBezTo>
                  <a:cubicBezTo>
                    <a:pt x="19" y="36"/>
                    <a:pt x="19" y="38"/>
                    <a:pt x="20" y="39"/>
                  </a:cubicBezTo>
                  <a:cubicBezTo>
                    <a:pt x="22" y="43"/>
                    <a:pt x="25" y="47"/>
                    <a:pt x="29" y="50"/>
                  </a:cubicBezTo>
                  <a:cubicBezTo>
                    <a:pt x="32" y="53"/>
                    <a:pt x="37" y="62"/>
                    <a:pt x="39" y="66"/>
                  </a:cubicBezTo>
                  <a:cubicBezTo>
                    <a:pt x="41" y="68"/>
                    <a:pt x="50" y="76"/>
                    <a:pt x="57" y="76"/>
                  </a:cubicBezTo>
                  <a:cubicBezTo>
                    <a:pt x="63" y="76"/>
                    <a:pt x="65" y="70"/>
                    <a:pt x="64" y="65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5" name="Freeform 60">
              <a:extLst>
                <a:ext uri="{FF2B5EF4-FFF2-40B4-BE49-F238E27FC236}">
                  <a16:creationId xmlns:a16="http://schemas.microsoft.com/office/drawing/2014/main" id="{A1BBEEA8-D7E4-4E9A-88C1-E8B24EE32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720"/>
              <a:ext cx="1134" cy="1530"/>
            </a:xfrm>
            <a:custGeom>
              <a:avLst/>
              <a:gdLst>
                <a:gd name="T0" fmla="*/ 3641 w 493"/>
                <a:gd name="T1" fmla="*/ 0 h 624"/>
                <a:gd name="T2" fmla="*/ 2763 w 493"/>
                <a:gd name="T3" fmla="*/ 547 h 624"/>
                <a:gd name="T4" fmla="*/ 879 w 493"/>
                <a:gd name="T5" fmla="*/ 4315 h 624"/>
                <a:gd name="T6" fmla="*/ 3529 w 493"/>
                <a:gd name="T7" fmla="*/ 9197 h 624"/>
                <a:gd name="T8" fmla="*/ 3540 w 493"/>
                <a:gd name="T9" fmla="*/ 9187 h 624"/>
                <a:gd name="T10" fmla="*/ 2983 w 493"/>
                <a:gd name="T11" fmla="*/ 7370 h 624"/>
                <a:gd name="T12" fmla="*/ 5486 w 493"/>
                <a:gd name="T13" fmla="*/ 4629 h 624"/>
                <a:gd name="T14" fmla="*/ 5999 w 493"/>
                <a:gd name="T15" fmla="*/ 4691 h 624"/>
                <a:gd name="T16" fmla="*/ 5999 w 493"/>
                <a:gd name="T17" fmla="*/ 4671 h 624"/>
                <a:gd name="T18" fmla="*/ 2528 w 493"/>
                <a:gd name="T19" fmla="*/ 3565 h 624"/>
                <a:gd name="T20" fmla="*/ 2763 w 493"/>
                <a:gd name="T21" fmla="*/ 986 h 624"/>
                <a:gd name="T22" fmla="*/ 3809 w 493"/>
                <a:gd name="T23" fmla="*/ 0 h 6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3" h="624">
                  <a:moveTo>
                    <a:pt x="299" y="0"/>
                  </a:moveTo>
                  <a:cubicBezTo>
                    <a:pt x="293" y="22"/>
                    <a:pt x="277" y="33"/>
                    <a:pt x="227" y="37"/>
                  </a:cubicBezTo>
                  <a:cubicBezTo>
                    <a:pt x="28" y="48"/>
                    <a:pt x="0" y="159"/>
                    <a:pt x="72" y="293"/>
                  </a:cubicBezTo>
                  <a:cubicBezTo>
                    <a:pt x="116" y="376"/>
                    <a:pt x="182" y="497"/>
                    <a:pt x="290" y="624"/>
                  </a:cubicBezTo>
                  <a:cubicBezTo>
                    <a:pt x="291" y="623"/>
                    <a:pt x="291" y="623"/>
                    <a:pt x="291" y="623"/>
                  </a:cubicBezTo>
                  <a:cubicBezTo>
                    <a:pt x="259" y="590"/>
                    <a:pt x="245" y="547"/>
                    <a:pt x="245" y="500"/>
                  </a:cubicBezTo>
                  <a:cubicBezTo>
                    <a:pt x="245" y="397"/>
                    <a:pt x="337" y="314"/>
                    <a:pt x="451" y="314"/>
                  </a:cubicBezTo>
                  <a:cubicBezTo>
                    <a:pt x="465" y="314"/>
                    <a:pt x="479" y="315"/>
                    <a:pt x="493" y="318"/>
                  </a:cubicBezTo>
                  <a:cubicBezTo>
                    <a:pt x="493" y="317"/>
                    <a:pt x="493" y="317"/>
                    <a:pt x="493" y="317"/>
                  </a:cubicBezTo>
                  <a:cubicBezTo>
                    <a:pt x="389" y="300"/>
                    <a:pt x="276" y="275"/>
                    <a:pt x="208" y="242"/>
                  </a:cubicBezTo>
                  <a:cubicBezTo>
                    <a:pt x="57" y="158"/>
                    <a:pt x="118" y="77"/>
                    <a:pt x="227" y="67"/>
                  </a:cubicBezTo>
                  <a:cubicBezTo>
                    <a:pt x="315" y="59"/>
                    <a:pt x="314" y="20"/>
                    <a:pt x="313" y="0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6" name="Freeform 61">
              <a:extLst>
                <a:ext uri="{FF2B5EF4-FFF2-40B4-BE49-F238E27FC236}">
                  <a16:creationId xmlns:a16="http://schemas.microsoft.com/office/drawing/2014/main" id="{E290553E-36FC-4AB8-A0F4-5E03F98C6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1179"/>
              <a:ext cx="476" cy="919"/>
            </a:xfrm>
            <a:custGeom>
              <a:avLst/>
              <a:gdLst>
                <a:gd name="T0" fmla="*/ 2518 w 207"/>
                <a:gd name="T1" fmla="*/ 5428 h 375"/>
                <a:gd name="T2" fmla="*/ 2506 w 207"/>
                <a:gd name="T3" fmla="*/ 5507 h 375"/>
                <a:gd name="T4" fmla="*/ 412 w 207"/>
                <a:gd name="T5" fmla="*/ 1490 h 375"/>
                <a:gd name="T6" fmla="*/ 0 w 207"/>
                <a:gd name="T7" fmla="*/ 0 h 375"/>
                <a:gd name="T8" fmla="*/ 862 w 207"/>
                <a:gd name="T9" fmla="*/ 2252 h 375"/>
                <a:gd name="T10" fmla="*/ 2237 w 207"/>
                <a:gd name="T11" fmla="*/ 4757 h 375"/>
                <a:gd name="T12" fmla="*/ 2385 w 207"/>
                <a:gd name="T13" fmla="*/ 4517 h 375"/>
                <a:gd name="T14" fmla="*/ 2421 w 207"/>
                <a:gd name="T15" fmla="*/ 4517 h 375"/>
                <a:gd name="T16" fmla="*/ 2518 w 207"/>
                <a:gd name="T17" fmla="*/ 5428 h 3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375">
                  <a:moveTo>
                    <a:pt x="207" y="369"/>
                  </a:moveTo>
                  <a:cubicBezTo>
                    <a:pt x="207" y="373"/>
                    <a:pt x="207" y="375"/>
                    <a:pt x="206" y="374"/>
                  </a:cubicBezTo>
                  <a:cubicBezTo>
                    <a:pt x="125" y="268"/>
                    <a:pt x="72" y="171"/>
                    <a:pt x="34" y="101"/>
                  </a:cubicBezTo>
                  <a:cubicBezTo>
                    <a:pt x="15" y="65"/>
                    <a:pt x="3" y="31"/>
                    <a:pt x="0" y="0"/>
                  </a:cubicBezTo>
                  <a:cubicBezTo>
                    <a:pt x="7" y="35"/>
                    <a:pt x="27" y="78"/>
                    <a:pt x="71" y="153"/>
                  </a:cubicBezTo>
                  <a:cubicBezTo>
                    <a:pt x="108" y="216"/>
                    <a:pt x="173" y="319"/>
                    <a:pt x="184" y="323"/>
                  </a:cubicBezTo>
                  <a:cubicBezTo>
                    <a:pt x="190" y="326"/>
                    <a:pt x="193" y="316"/>
                    <a:pt x="196" y="307"/>
                  </a:cubicBezTo>
                  <a:cubicBezTo>
                    <a:pt x="199" y="302"/>
                    <a:pt x="199" y="304"/>
                    <a:pt x="199" y="307"/>
                  </a:cubicBezTo>
                  <a:cubicBezTo>
                    <a:pt x="198" y="328"/>
                    <a:pt x="198" y="343"/>
                    <a:pt x="207" y="369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7" name="Freeform 62">
              <a:extLst>
                <a:ext uri="{FF2B5EF4-FFF2-40B4-BE49-F238E27FC236}">
                  <a16:creationId xmlns:a16="http://schemas.microsoft.com/office/drawing/2014/main" id="{040312A6-4519-4909-B0DC-7695EA97F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880"/>
              <a:ext cx="807" cy="740"/>
            </a:xfrm>
            <a:custGeom>
              <a:avLst/>
              <a:gdLst>
                <a:gd name="T0" fmla="*/ 2750 w 351"/>
                <a:gd name="T1" fmla="*/ 4293 h 302"/>
                <a:gd name="T2" fmla="*/ 2892 w 351"/>
                <a:gd name="T3" fmla="*/ 4401 h 302"/>
                <a:gd name="T4" fmla="*/ 4219 w 351"/>
                <a:gd name="T5" fmla="*/ 3622 h 302"/>
                <a:gd name="T6" fmla="*/ 4171 w 351"/>
                <a:gd name="T7" fmla="*/ 3531 h 302"/>
                <a:gd name="T8" fmla="*/ 1835 w 351"/>
                <a:gd name="T9" fmla="*/ 2690 h 302"/>
                <a:gd name="T10" fmla="*/ 1966 w 351"/>
                <a:gd name="T11" fmla="*/ 0 h 302"/>
                <a:gd name="T12" fmla="*/ 545 w 351"/>
                <a:gd name="T13" fmla="*/ 1308 h 302"/>
                <a:gd name="T14" fmla="*/ 2141 w 351"/>
                <a:gd name="T15" fmla="*/ 3519 h 302"/>
                <a:gd name="T16" fmla="*/ 2750 w 351"/>
                <a:gd name="T17" fmla="*/ 4293 h 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1" h="302">
                  <a:moveTo>
                    <a:pt x="226" y="292"/>
                  </a:moveTo>
                  <a:cubicBezTo>
                    <a:pt x="228" y="296"/>
                    <a:pt x="234" y="302"/>
                    <a:pt x="238" y="299"/>
                  </a:cubicBezTo>
                  <a:cubicBezTo>
                    <a:pt x="263" y="273"/>
                    <a:pt x="317" y="247"/>
                    <a:pt x="347" y="246"/>
                  </a:cubicBezTo>
                  <a:cubicBezTo>
                    <a:pt x="351" y="246"/>
                    <a:pt x="350" y="241"/>
                    <a:pt x="343" y="240"/>
                  </a:cubicBezTo>
                  <a:cubicBezTo>
                    <a:pt x="266" y="224"/>
                    <a:pt x="201" y="208"/>
                    <a:pt x="151" y="183"/>
                  </a:cubicBezTo>
                  <a:cubicBezTo>
                    <a:pt x="0" y="99"/>
                    <a:pt x="52" y="10"/>
                    <a:pt x="162" y="0"/>
                  </a:cubicBezTo>
                  <a:cubicBezTo>
                    <a:pt x="100" y="5"/>
                    <a:pt x="44" y="21"/>
                    <a:pt x="45" y="89"/>
                  </a:cubicBezTo>
                  <a:cubicBezTo>
                    <a:pt x="47" y="157"/>
                    <a:pt x="144" y="217"/>
                    <a:pt x="176" y="239"/>
                  </a:cubicBezTo>
                  <a:cubicBezTo>
                    <a:pt x="200" y="255"/>
                    <a:pt x="218" y="273"/>
                    <a:pt x="226" y="292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8" name="Freeform 63">
              <a:extLst>
                <a:ext uri="{FF2B5EF4-FFF2-40B4-BE49-F238E27FC236}">
                  <a16:creationId xmlns:a16="http://schemas.microsoft.com/office/drawing/2014/main" id="{DA057342-18EE-4759-83A0-56EF0C7B1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490"/>
              <a:ext cx="791" cy="890"/>
            </a:xfrm>
            <a:custGeom>
              <a:avLst/>
              <a:gdLst>
                <a:gd name="T0" fmla="*/ 3463 w 344"/>
                <a:gd name="T1" fmla="*/ 468 h 363"/>
                <a:gd name="T2" fmla="*/ 4183 w 344"/>
                <a:gd name="T3" fmla="*/ 750 h 363"/>
                <a:gd name="T4" fmla="*/ 4012 w 344"/>
                <a:gd name="T5" fmla="*/ 559 h 363"/>
                <a:gd name="T6" fmla="*/ 2506 w 344"/>
                <a:gd name="T7" fmla="*/ 0 h 363"/>
                <a:gd name="T8" fmla="*/ 0 w 344"/>
                <a:gd name="T9" fmla="*/ 2741 h 363"/>
                <a:gd name="T10" fmla="*/ 1460 w 344"/>
                <a:gd name="T11" fmla="*/ 5350 h 363"/>
                <a:gd name="T12" fmla="*/ 729 w 344"/>
                <a:gd name="T13" fmla="*/ 4202 h 363"/>
                <a:gd name="T14" fmla="*/ 290 w 344"/>
                <a:gd name="T15" fmla="*/ 2741 h 363"/>
                <a:gd name="T16" fmla="*/ 2506 w 344"/>
                <a:gd name="T17" fmla="*/ 306 h 363"/>
                <a:gd name="T18" fmla="*/ 3463 w 344"/>
                <a:gd name="T19" fmla="*/ 456 h 363"/>
                <a:gd name="T20" fmla="*/ 3463 w 344"/>
                <a:gd name="T21" fmla="*/ 468 h 3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4" h="363">
                  <a:moveTo>
                    <a:pt x="285" y="32"/>
                  </a:moveTo>
                  <a:cubicBezTo>
                    <a:pt x="305" y="38"/>
                    <a:pt x="323" y="43"/>
                    <a:pt x="344" y="51"/>
                  </a:cubicBezTo>
                  <a:cubicBezTo>
                    <a:pt x="339" y="46"/>
                    <a:pt x="335" y="43"/>
                    <a:pt x="330" y="38"/>
                  </a:cubicBezTo>
                  <a:cubicBezTo>
                    <a:pt x="298" y="11"/>
                    <a:pt x="254" y="0"/>
                    <a:pt x="206" y="0"/>
                  </a:cubicBezTo>
                  <a:cubicBezTo>
                    <a:pt x="92" y="0"/>
                    <a:pt x="0" y="83"/>
                    <a:pt x="0" y="186"/>
                  </a:cubicBezTo>
                  <a:cubicBezTo>
                    <a:pt x="0" y="264"/>
                    <a:pt x="46" y="335"/>
                    <a:pt x="120" y="363"/>
                  </a:cubicBezTo>
                  <a:cubicBezTo>
                    <a:pt x="108" y="350"/>
                    <a:pt x="63" y="289"/>
                    <a:pt x="60" y="285"/>
                  </a:cubicBezTo>
                  <a:cubicBezTo>
                    <a:pt x="37" y="257"/>
                    <a:pt x="24" y="223"/>
                    <a:pt x="24" y="186"/>
                  </a:cubicBezTo>
                  <a:cubicBezTo>
                    <a:pt x="24" y="95"/>
                    <a:pt x="105" y="21"/>
                    <a:pt x="206" y="21"/>
                  </a:cubicBezTo>
                  <a:cubicBezTo>
                    <a:pt x="250" y="20"/>
                    <a:pt x="276" y="29"/>
                    <a:pt x="285" y="31"/>
                  </a:cubicBezTo>
                  <a:lnTo>
                    <a:pt x="285" y="32"/>
                  </a:lnTo>
                  <a:close/>
                </a:path>
              </a:pathLst>
            </a:custGeom>
            <a:solidFill>
              <a:srgbClr val="F9C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9" name="Freeform 64">
              <a:extLst>
                <a:ext uri="{FF2B5EF4-FFF2-40B4-BE49-F238E27FC236}">
                  <a16:creationId xmlns:a16="http://schemas.microsoft.com/office/drawing/2014/main" id="{B68EF9FE-7886-4DCD-9C8C-3362A5869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863"/>
              <a:ext cx="1404" cy="1341"/>
            </a:xfrm>
            <a:custGeom>
              <a:avLst/>
              <a:gdLst>
                <a:gd name="T0" fmla="*/ 2339 w 611"/>
                <a:gd name="T1" fmla="*/ 7266 h 547"/>
                <a:gd name="T2" fmla="*/ 2038 w 611"/>
                <a:gd name="T3" fmla="*/ 6467 h 547"/>
                <a:gd name="T4" fmla="*/ 1928 w 611"/>
                <a:gd name="T5" fmla="*/ 6099 h 547"/>
                <a:gd name="T6" fmla="*/ 1468 w 611"/>
                <a:gd name="T7" fmla="*/ 4393 h 547"/>
                <a:gd name="T8" fmla="*/ 1553 w 611"/>
                <a:gd name="T9" fmla="*/ 3979 h 547"/>
                <a:gd name="T10" fmla="*/ 1599 w 611"/>
                <a:gd name="T11" fmla="*/ 3611 h 547"/>
                <a:gd name="T12" fmla="*/ 1652 w 611"/>
                <a:gd name="T13" fmla="*/ 3359 h 547"/>
                <a:gd name="T14" fmla="*/ 1880 w 611"/>
                <a:gd name="T15" fmla="*/ 2783 h 547"/>
                <a:gd name="T16" fmla="*/ 2112 w 611"/>
                <a:gd name="T17" fmla="*/ 2385 h 547"/>
                <a:gd name="T18" fmla="*/ 2208 w 611"/>
                <a:gd name="T19" fmla="*/ 2273 h 547"/>
                <a:gd name="T20" fmla="*/ 2376 w 611"/>
                <a:gd name="T21" fmla="*/ 2079 h 547"/>
                <a:gd name="T22" fmla="*/ 3095 w 611"/>
                <a:gd name="T23" fmla="*/ 1544 h 547"/>
                <a:gd name="T24" fmla="*/ 3373 w 611"/>
                <a:gd name="T25" fmla="*/ 1461 h 547"/>
                <a:gd name="T26" fmla="*/ 3507 w 611"/>
                <a:gd name="T27" fmla="*/ 1429 h 547"/>
                <a:gd name="T28" fmla="*/ 4003 w 611"/>
                <a:gd name="T29" fmla="*/ 1370 h 547"/>
                <a:gd name="T30" fmla="*/ 4320 w 611"/>
                <a:gd name="T31" fmla="*/ 1370 h 547"/>
                <a:gd name="T32" fmla="*/ 4862 w 611"/>
                <a:gd name="T33" fmla="*/ 1544 h 547"/>
                <a:gd name="T34" fmla="*/ 5159 w 611"/>
                <a:gd name="T35" fmla="*/ 1677 h 547"/>
                <a:gd name="T36" fmla="*/ 5460 w 611"/>
                <a:gd name="T37" fmla="*/ 1868 h 547"/>
                <a:gd name="T38" fmla="*/ 5729 w 611"/>
                <a:gd name="T39" fmla="*/ 2091 h 547"/>
                <a:gd name="T40" fmla="*/ 6057 w 611"/>
                <a:gd name="T41" fmla="*/ 2447 h 547"/>
                <a:gd name="T42" fmla="*/ 6489 w 611"/>
                <a:gd name="T43" fmla="*/ 2932 h 547"/>
                <a:gd name="T44" fmla="*/ 6636 w 611"/>
                <a:gd name="T45" fmla="*/ 3096 h 547"/>
                <a:gd name="T46" fmla="*/ 6648 w 611"/>
                <a:gd name="T47" fmla="*/ 3126 h 547"/>
                <a:gd name="T48" fmla="*/ 6721 w 611"/>
                <a:gd name="T49" fmla="*/ 3197 h 547"/>
                <a:gd name="T50" fmla="*/ 6795 w 611"/>
                <a:gd name="T51" fmla="*/ 3288 h 547"/>
                <a:gd name="T52" fmla="*/ 6871 w 611"/>
                <a:gd name="T53" fmla="*/ 3359 h 547"/>
                <a:gd name="T54" fmla="*/ 6928 w 611"/>
                <a:gd name="T55" fmla="*/ 3449 h 547"/>
                <a:gd name="T56" fmla="*/ 7002 w 611"/>
                <a:gd name="T57" fmla="*/ 3523 h 547"/>
                <a:gd name="T58" fmla="*/ 7144 w 611"/>
                <a:gd name="T59" fmla="*/ 3697 h 547"/>
                <a:gd name="T60" fmla="*/ 7144 w 611"/>
                <a:gd name="T61" fmla="*/ 3714 h 547"/>
                <a:gd name="T62" fmla="*/ 7404 w 611"/>
                <a:gd name="T63" fmla="*/ 3817 h 547"/>
                <a:gd name="T64" fmla="*/ 3674 w 611"/>
                <a:gd name="T65" fmla="*/ 71 h 547"/>
                <a:gd name="T66" fmla="*/ 935 w 611"/>
                <a:gd name="T67" fmla="*/ 2049 h 547"/>
                <a:gd name="T68" fmla="*/ 2523 w 611"/>
                <a:gd name="T69" fmla="*/ 8061 h 54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11" h="547">
                  <a:moveTo>
                    <a:pt x="200" y="513"/>
                  </a:moveTo>
                  <a:cubicBezTo>
                    <a:pt x="198" y="506"/>
                    <a:pt x="195" y="500"/>
                    <a:pt x="193" y="493"/>
                  </a:cubicBezTo>
                  <a:cubicBezTo>
                    <a:pt x="193" y="493"/>
                    <a:pt x="193" y="493"/>
                    <a:pt x="193" y="493"/>
                  </a:cubicBezTo>
                  <a:cubicBezTo>
                    <a:pt x="184" y="473"/>
                    <a:pt x="176" y="456"/>
                    <a:pt x="168" y="439"/>
                  </a:cubicBezTo>
                  <a:cubicBezTo>
                    <a:pt x="163" y="434"/>
                    <a:pt x="163" y="434"/>
                    <a:pt x="163" y="434"/>
                  </a:cubicBezTo>
                  <a:cubicBezTo>
                    <a:pt x="161" y="428"/>
                    <a:pt x="160" y="421"/>
                    <a:pt x="159" y="414"/>
                  </a:cubicBezTo>
                  <a:cubicBezTo>
                    <a:pt x="154" y="401"/>
                    <a:pt x="138" y="359"/>
                    <a:pt x="134" y="347"/>
                  </a:cubicBezTo>
                  <a:cubicBezTo>
                    <a:pt x="126" y="341"/>
                    <a:pt x="121" y="312"/>
                    <a:pt x="121" y="298"/>
                  </a:cubicBezTo>
                  <a:cubicBezTo>
                    <a:pt x="121" y="285"/>
                    <a:pt x="124" y="264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8" y="262"/>
                    <a:pt x="130" y="253"/>
                    <a:pt x="132" y="245"/>
                  </a:cubicBezTo>
                  <a:cubicBezTo>
                    <a:pt x="132" y="245"/>
                    <a:pt x="132" y="245"/>
                    <a:pt x="132" y="245"/>
                  </a:cubicBezTo>
                  <a:cubicBezTo>
                    <a:pt x="129" y="237"/>
                    <a:pt x="133" y="223"/>
                    <a:pt x="136" y="227"/>
                  </a:cubicBezTo>
                  <a:cubicBezTo>
                    <a:pt x="136" y="227"/>
                    <a:pt x="136" y="228"/>
                    <a:pt x="136" y="228"/>
                  </a:cubicBezTo>
                  <a:cubicBezTo>
                    <a:pt x="140" y="218"/>
                    <a:pt x="144" y="208"/>
                    <a:pt x="149" y="198"/>
                  </a:cubicBezTo>
                  <a:cubicBezTo>
                    <a:pt x="149" y="191"/>
                    <a:pt x="152" y="184"/>
                    <a:pt x="155" y="189"/>
                  </a:cubicBezTo>
                  <a:cubicBezTo>
                    <a:pt x="155" y="188"/>
                    <a:pt x="155" y="188"/>
                    <a:pt x="155" y="187"/>
                  </a:cubicBezTo>
                  <a:cubicBezTo>
                    <a:pt x="161" y="178"/>
                    <a:pt x="167" y="170"/>
                    <a:pt x="174" y="162"/>
                  </a:cubicBezTo>
                  <a:cubicBezTo>
                    <a:pt x="174" y="162"/>
                    <a:pt x="174" y="162"/>
                    <a:pt x="174" y="162"/>
                  </a:cubicBezTo>
                  <a:cubicBezTo>
                    <a:pt x="173" y="153"/>
                    <a:pt x="181" y="149"/>
                    <a:pt x="182" y="154"/>
                  </a:cubicBezTo>
                  <a:cubicBezTo>
                    <a:pt x="184" y="152"/>
                    <a:pt x="186" y="150"/>
                    <a:pt x="188" y="148"/>
                  </a:cubicBezTo>
                  <a:cubicBezTo>
                    <a:pt x="187" y="143"/>
                    <a:pt x="192" y="139"/>
                    <a:pt x="196" y="141"/>
                  </a:cubicBezTo>
                  <a:cubicBezTo>
                    <a:pt x="203" y="134"/>
                    <a:pt x="211" y="128"/>
                    <a:pt x="220" y="123"/>
                  </a:cubicBezTo>
                  <a:cubicBezTo>
                    <a:pt x="219" y="114"/>
                    <a:pt x="246" y="96"/>
                    <a:pt x="255" y="105"/>
                  </a:cubicBezTo>
                  <a:cubicBezTo>
                    <a:pt x="255" y="105"/>
                    <a:pt x="255" y="106"/>
                    <a:pt x="256" y="106"/>
                  </a:cubicBezTo>
                  <a:cubicBezTo>
                    <a:pt x="263" y="103"/>
                    <a:pt x="270" y="101"/>
                    <a:pt x="278" y="99"/>
                  </a:cubicBezTo>
                  <a:cubicBezTo>
                    <a:pt x="276" y="92"/>
                    <a:pt x="286" y="90"/>
                    <a:pt x="289" y="97"/>
                  </a:cubicBezTo>
                  <a:cubicBezTo>
                    <a:pt x="289" y="97"/>
                    <a:pt x="289" y="97"/>
                    <a:pt x="289" y="97"/>
                  </a:cubicBezTo>
                  <a:cubicBezTo>
                    <a:pt x="298" y="95"/>
                    <a:pt x="307" y="94"/>
                    <a:pt x="316" y="93"/>
                  </a:cubicBezTo>
                  <a:cubicBezTo>
                    <a:pt x="315" y="86"/>
                    <a:pt x="328" y="86"/>
                    <a:pt x="330" y="93"/>
                  </a:cubicBezTo>
                  <a:cubicBezTo>
                    <a:pt x="337" y="93"/>
                    <a:pt x="349" y="94"/>
                    <a:pt x="356" y="94"/>
                  </a:cubicBezTo>
                  <a:cubicBezTo>
                    <a:pt x="356" y="94"/>
                    <a:pt x="356" y="93"/>
                    <a:pt x="356" y="93"/>
                  </a:cubicBezTo>
                  <a:cubicBezTo>
                    <a:pt x="359" y="86"/>
                    <a:pt x="367" y="87"/>
                    <a:pt x="369" y="96"/>
                  </a:cubicBezTo>
                  <a:cubicBezTo>
                    <a:pt x="379" y="98"/>
                    <a:pt x="392" y="101"/>
                    <a:pt x="401" y="105"/>
                  </a:cubicBezTo>
                  <a:cubicBezTo>
                    <a:pt x="402" y="98"/>
                    <a:pt x="407" y="100"/>
                    <a:pt x="409" y="107"/>
                  </a:cubicBezTo>
                  <a:cubicBezTo>
                    <a:pt x="415" y="109"/>
                    <a:pt x="420" y="112"/>
                    <a:pt x="425" y="114"/>
                  </a:cubicBezTo>
                  <a:cubicBezTo>
                    <a:pt x="427" y="113"/>
                    <a:pt x="433" y="114"/>
                    <a:pt x="435" y="119"/>
                  </a:cubicBezTo>
                  <a:cubicBezTo>
                    <a:pt x="440" y="122"/>
                    <a:pt x="445" y="124"/>
                    <a:pt x="450" y="127"/>
                  </a:cubicBezTo>
                  <a:cubicBezTo>
                    <a:pt x="454" y="130"/>
                    <a:pt x="457" y="132"/>
                    <a:pt x="461" y="135"/>
                  </a:cubicBezTo>
                  <a:cubicBezTo>
                    <a:pt x="462" y="131"/>
                    <a:pt x="470" y="134"/>
                    <a:pt x="472" y="142"/>
                  </a:cubicBezTo>
                  <a:cubicBezTo>
                    <a:pt x="476" y="146"/>
                    <a:pt x="481" y="150"/>
                    <a:pt x="485" y="154"/>
                  </a:cubicBezTo>
                  <a:cubicBezTo>
                    <a:pt x="486" y="155"/>
                    <a:pt x="493" y="161"/>
                    <a:pt x="499" y="166"/>
                  </a:cubicBezTo>
                  <a:cubicBezTo>
                    <a:pt x="501" y="167"/>
                    <a:pt x="502" y="168"/>
                    <a:pt x="503" y="169"/>
                  </a:cubicBezTo>
                  <a:cubicBezTo>
                    <a:pt x="512" y="173"/>
                    <a:pt x="525" y="186"/>
                    <a:pt x="535" y="199"/>
                  </a:cubicBezTo>
                  <a:cubicBezTo>
                    <a:pt x="539" y="202"/>
                    <a:pt x="542" y="205"/>
                    <a:pt x="546" y="210"/>
                  </a:cubicBezTo>
                  <a:cubicBezTo>
                    <a:pt x="546" y="210"/>
                    <a:pt x="546" y="210"/>
                    <a:pt x="547" y="210"/>
                  </a:cubicBezTo>
                  <a:cubicBezTo>
                    <a:pt x="547" y="210"/>
                    <a:pt x="547" y="211"/>
                    <a:pt x="548" y="211"/>
                  </a:cubicBezTo>
                  <a:cubicBezTo>
                    <a:pt x="548" y="211"/>
                    <a:pt x="548" y="211"/>
                    <a:pt x="548" y="212"/>
                  </a:cubicBezTo>
                  <a:cubicBezTo>
                    <a:pt x="549" y="213"/>
                    <a:pt x="550" y="214"/>
                    <a:pt x="552" y="215"/>
                  </a:cubicBezTo>
                  <a:cubicBezTo>
                    <a:pt x="552" y="215"/>
                    <a:pt x="553" y="216"/>
                    <a:pt x="554" y="217"/>
                  </a:cubicBezTo>
                  <a:cubicBezTo>
                    <a:pt x="555" y="218"/>
                    <a:pt x="555" y="219"/>
                    <a:pt x="556" y="219"/>
                  </a:cubicBezTo>
                  <a:cubicBezTo>
                    <a:pt x="558" y="221"/>
                    <a:pt x="559" y="222"/>
                    <a:pt x="560" y="223"/>
                  </a:cubicBezTo>
                  <a:cubicBezTo>
                    <a:pt x="561" y="224"/>
                    <a:pt x="561" y="224"/>
                    <a:pt x="561" y="224"/>
                  </a:cubicBezTo>
                  <a:cubicBezTo>
                    <a:pt x="563" y="226"/>
                    <a:pt x="564" y="227"/>
                    <a:pt x="566" y="228"/>
                  </a:cubicBezTo>
                  <a:cubicBezTo>
                    <a:pt x="566" y="229"/>
                    <a:pt x="566" y="229"/>
                    <a:pt x="567" y="229"/>
                  </a:cubicBezTo>
                  <a:cubicBezTo>
                    <a:pt x="568" y="231"/>
                    <a:pt x="569" y="232"/>
                    <a:pt x="571" y="234"/>
                  </a:cubicBezTo>
                  <a:cubicBezTo>
                    <a:pt x="571" y="234"/>
                    <a:pt x="572" y="234"/>
                    <a:pt x="572" y="235"/>
                  </a:cubicBezTo>
                  <a:cubicBezTo>
                    <a:pt x="574" y="236"/>
                    <a:pt x="575" y="238"/>
                    <a:pt x="577" y="239"/>
                  </a:cubicBezTo>
                  <a:cubicBezTo>
                    <a:pt x="577" y="240"/>
                    <a:pt x="577" y="240"/>
                    <a:pt x="577" y="240"/>
                  </a:cubicBezTo>
                  <a:cubicBezTo>
                    <a:pt x="581" y="244"/>
                    <a:pt x="585" y="247"/>
                    <a:pt x="589" y="251"/>
                  </a:cubicBezTo>
                  <a:cubicBezTo>
                    <a:pt x="589" y="251"/>
                    <a:pt x="589" y="251"/>
                    <a:pt x="589" y="252"/>
                  </a:cubicBezTo>
                  <a:cubicBezTo>
                    <a:pt x="589" y="252"/>
                    <a:pt x="589" y="252"/>
                    <a:pt x="589" y="252"/>
                  </a:cubicBezTo>
                  <a:cubicBezTo>
                    <a:pt x="594" y="256"/>
                    <a:pt x="601" y="263"/>
                    <a:pt x="609" y="271"/>
                  </a:cubicBezTo>
                  <a:cubicBezTo>
                    <a:pt x="610" y="268"/>
                    <a:pt x="610" y="264"/>
                    <a:pt x="610" y="259"/>
                  </a:cubicBezTo>
                  <a:cubicBezTo>
                    <a:pt x="611" y="204"/>
                    <a:pt x="577" y="102"/>
                    <a:pt x="496" y="52"/>
                  </a:cubicBezTo>
                  <a:cubicBezTo>
                    <a:pt x="437" y="16"/>
                    <a:pt x="370" y="0"/>
                    <a:pt x="303" y="5"/>
                  </a:cubicBezTo>
                  <a:cubicBezTo>
                    <a:pt x="280" y="6"/>
                    <a:pt x="257" y="11"/>
                    <a:pt x="235" y="18"/>
                  </a:cubicBezTo>
                  <a:cubicBezTo>
                    <a:pt x="169" y="38"/>
                    <a:pt x="113" y="82"/>
                    <a:pt x="77" y="139"/>
                  </a:cubicBezTo>
                  <a:cubicBezTo>
                    <a:pt x="0" y="264"/>
                    <a:pt x="39" y="426"/>
                    <a:pt x="166" y="523"/>
                  </a:cubicBezTo>
                  <a:cubicBezTo>
                    <a:pt x="180" y="533"/>
                    <a:pt x="194" y="541"/>
                    <a:pt x="208" y="547"/>
                  </a:cubicBezTo>
                  <a:cubicBezTo>
                    <a:pt x="206" y="535"/>
                    <a:pt x="203" y="524"/>
                    <a:pt x="200" y="513"/>
                  </a:cubicBezTo>
                  <a:close/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0" name="Freeform 65">
              <a:extLst>
                <a:ext uri="{FF2B5EF4-FFF2-40B4-BE49-F238E27FC236}">
                  <a16:creationId xmlns:a16="http://schemas.microsoft.com/office/drawing/2014/main" id="{DBC83638-8D03-4494-BE24-33F0A4C1F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3150"/>
              <a:ext cx="195" cy="346"/>
            </a:xfrm>
            <a:custGeom>
              <a:avLst/>
              <a:gdLst>
                <a:gd name="T0" fmla="*/ 0 w 85"/>
                <a:gd name="T1" fmla="*/ 0 h 141"/>
                <a:gd name="T2" fmla="*/ 952 w 85"/>
                <a:gd name="T3" fmla="*/ 663 h 141"/>
                <a:gd name="T4" fmla="*/ 968 w 85"/>
                <a:gd name="T5" fmla="*/ 1301 h 141"/>
                <a:gd name="T6" fmla="*/ 968 w 85"/>
                <a:gd name="T7" fmla="*/ 1759 h 141"/>
                <a:gd name="T8" fmla="*/ 821 w 85"/>
                <a:gd name="T9" fmla="*/ 2083 h 141"/>
                <a:gd name="T10" fmla="*/ 505 w 85"/>
                <a:gd name="T11" fmla="*/ 1259 h 141"/>
                <a:gd name="T12" fmla="*/ 232 w 85"/>
                <a:gd name="T13" fmla="*/ 427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41">
                  <a:moveTo>
                    <a:pt x="0" y="0"/>
                  </a:moveTo>
                  <a:cubicBezTo>
                    <a:pt x="24" y="9"/>
                    <a:pt x="69" y="19"/>
                    <a:pt x="79" y="45"/>
                  </a:cubicBezTo>
                  <a:cubicBezTo>
                    <a:pt x="85" y="60"/>
                    <a:pt x="82" y="72"/>
                    <a:pt x="80" y="88"/>
                  </a:cubicBezTo>
                  <a:cubicBezTo>
                    <a:pt x="80" y="92"/>
                    <a:pt x="80" y="116"/>
                    <a:pt x="80" y="119"/>
                  </a:cubicBezTo>
                  <a:cubicBezTo>
                    <a:pt x="80" y="127"/>
                    <a:pt x="75" y="137"/>
                    <a:pt x="68" y="141"/>
                  </a:cubicBezTo>
                  <a:cubicBezTo>
                    <a:pt x="54" y="129"/>
                    <a:pt x="47" y="101"/>
                    <a:pt x="42" y="85"/>
                  </a:cubicBezTo>
                  <a:cubicBezTo>
                    <a:pt x="36" y="70"/>
                    <a:pt x="34" y="36"/>
                    <a:pt x="19" y="29"/>
                  </a:cubicBezTo>
                </a:path>
              </a:pathLst>
            </a:custGeom>
            <a:solidFill>
              <a:srgbClr val="BC7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1" name="Freeform 66">
              <a:extLst>
                <a:ext uri="{FF2B5EF4-FFF2-40B4-BE49-F238E27FC236}">
                  <a16:creationId xmlns:a16="http://schemas.microsoft.com/office/drawing/2014/main" id="{DBB44E7D-D259-43B8-8494-87CB437B2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3508"/>
              <a:ext cx="352" cy="392"/>
            </a:xfrm>
            <a:custGeom>
              <a:avLst/>
              <a:gdLst>
                <a:gd name="T0" fmla="*/ 28 w 153"/>
                <a:gd name="T1" fmla="*/ 1884 h 160"/>
                <a:gd name="T2" fmla="*/ 525 w 153"/>
                <a:gd name="T3" fmla="*/ 1806 h 160"/>
                <a:gd name="T4" fmla="*/ 1229 w 153"/>
                <a:gd name="T5" fmla="*/ 1561 h 160"/>
                <a:gd name="T6" fmla="*/ 1620 w 153"/>
                <a:gd name="T7" fmla="*/ 1441 h 160"/>
                <a:gd name="T8" fmla="*/ 1327 w 153"/>
                <a:gd name="T9" fmla="*/ 708 h 160"/>
                <a:gd name="T10" fmla="*/ 391 w 153"/>
                <a:gd name="T11" fmla="*/ 174 h 160"/>
                <a:gd name="T12" fmla="*/ 133 w 153"/>
                <a:gd name="T13" fmla="*/ 29 h 160"/>
                <a:gd name="T14" fmla="*/ 0 w 153"/>
                <a:gd name="T15" fmla="*/ 426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160">
                  <a:moveTo>
                    <a:pt x="2" y="128"/>
                  </a:moveTo>
                  <a:cubicBezTo>
                    <a:pt x="13" y="160"/>
                    <a:pt x="28" y="138"/>
                    <a:pt x="43" y="123"/>
                  </a:cubicBezTo>
                  <a:cubicBezTo>
                    <a:pt x="60" y="106"/>
                    <a:pt x="79" y="109"/>
                    <a:pt x="101" y="106"/>
                  </a:cubicBezTo>
                  <a:cubicBezTo>
                    <a:pt x="109" y="105"/>
                    <a:pt x="127" y="103"/>
                    <a:pt x="133" y="98"/>
                  </a:cubicBezTo>
                  <a:cubicBezTo>
                    <a:pt x="153" y="79"/>
                    <a:pt x="121" y="58"/>
                    <a:pt x="109" y="48"/>
                  </a:cubicBezTo>
                  <a:cubicBezTo>
                    <a:pt x="86" y="30"/>
                    <a:pt x="59" y="23"/>
                    <a:pt x="32" y="12"/>
                  </a:cubicBezTo>
                  <a:cubicBezTo>
                    <a:pt x="27" y="10"/>
                    <a:pt x="17" y="0"/>
                    <a:pt x="11" y="2"/>
                  </a:cubicBezTo>
                  <a:cubicBezTo>
                    <a:pt x="1" y="4"/>
                    <a:pt x="0" y="22"/>
                    <a:pt x="0" y="29"/>
                  </a:cubicBezTo>
                </a:path>
              </a:pathLst>
            </a:custGeom>
            <a:solidFill>
              <a:srgbClr val="BC7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2" name="Freeform 67">
              <a:extLst>
                <a:ext uri="{FF2B5EF4-FFF2-40B4-BE49-F238E27FC236}">
                  <a16:creationId xmlns:a16="http://schemas.microsoft.com/office/drawing/2014/main" id="{E7A78F02-70D2-402C-8385-C15C28B28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718"/>
              <a:ext cx="44" cy="54"/>
            </a:xfrm>
            <a:custGeom>
              <a:avLst/>
              <a:gdLst>
                <a:gd name="T0" fmla="*/ 0 w 19"/>
                <a:gd name="T1" fmla="*/ 236 h 22"/>
                <a:gd name="T2" fmla="*/ 199 w 19"/>
                <a:gd name="T3" fmla="*/ 326 h 22"/>
                <a:gd name="T4" fmla="*/ 225 w 19"/>
                <a:gd name="T5" fmla="*/ 120 h 22"/>
                <a:gd name="T6" fmla="*/ 208 w 19"/>
                <a:gd name="T7" fmla="*/ 120 h 22"/>
                <a:gd name="T8" fmla="*/ 37 w 19"/>
                <a:gd name="T9" fmla="*/ 29 h 22"/>
                <a:gd name="T10" fmla="*/ 28 w 19"/>
                <a:gd name="T11" fmla="*/ 29 h 22"/>
                <a:gd name="T12" fmla="*/ 0 w 19"/>
                <a:gd name="T13" fmla="*/ 23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2">
                  <a:moveTo>
                    <a:pt x="0" y="16"/>
                  </a:moveTo>
                  <a:cubicBezTo>
                    <a:pt x="5" y="17"/>
                    <a:pt x="11" y="20"/>
                    <a:pt x="16" y="22"/>
                  </a:cubicBezTo>
                  <a:cubicBezTo>
                    <a:pt x="16" y="19"/>
                    <a:pt x="16" y="13"/>
                    <a:pt x="18" y="8"/>
                  </a:cubicBezTo>
                  <a:cubicBezTo>
                    <a:pt x="19" y="9"/>
                    <a:pt x="17" y="8"/>
                    <a:pt x="17" y="8"/>
                  </a:cubicBezTo>
                  <a:cubicBezTo>
                    <a:pt x="8" y="11"/>
                    <a:pt x="3" y="0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7"/>
                    <a:pt x="2" y="12"/>
                    <a:pt x="0" y="16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3" name="Freeform 68">
              <a:extLst>
                <a:ext uri="{FF2B5EF4-FFF2-40B4-BE49-F238E27FC236}">
                  <a16:creationId xmlns:a16="http://schemas.microsoft.com/office/drawing/2014/main" id="{7EAC6D91-3B38-411A-9559-646566BA4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987"/>
              <a:ext cx="708" cy="542"/>
            </a:xfrm>
            <a:custGeom>
              <a:avLst/>
              <a:gdLst>
                <a:gd name="T0" fmla="*/ 3002 w 308"/>
                <a:gd name="T1" fmla="*/ 3247 h 221"/>
                <a:gd name="T2" fmla="*/ 3694 w 308"/>
                <a:gd name="T3" fmla="*/ 2977 h 221"/>
                <a:gd name="T4" fmla="*/ 3646 w 308"/>
                <a:gd name="T5" fmla="*/ 2894 h 221"/>
                <a:gd name="T6" fmla="*/ 1310 w 308"/>
                <a:gd name="T7" fmla="*/ 2050 h 221"/>
                <a:gd name="T8" fmla="*/ 290 w 308"/>
                <a:gd name="T9" fmla="*/ 0 h 221"/>
                <a:gd name="T10" fmla="*/ 375 w 308"/>
                <a:gd name="T11" fmla="*/ 1268 h 221"/>
                <a:gd name="T12" fmla="*/ 1880 w 308"/>
                <a:gd name="T13" fmla="*/ 2467 h 221"/>
                <a:gd name="T14" fmla="*/ 3096 w 308"/>
                <a:gd name="T15" fmla="*/ 3026 h 221"/>
                <a:gd name="T16" fmla="*/ 3002 w 308"/>
                <a:gd name="T17" fmla="*/ 3247 h 2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8" h="221">
                  <a:moveTo>
                    <a:pt x="247" y="220"/>
                  </a:moveTo>
                  <a:cubicBezTo>
                    <a:pt x="268" y="210"/>
                    <a:pt x="289" y="203"/>
                    <a:pt x="304" y="202"/>
                  </a:cubicBezTo>
                  <a:cubicBezTo>
                    <a:pt x="308" y="202"/>
                    <a:pt x="307" y="197"/>
                    <a:pt x="300" y="196"/>
                  </a:cubicBezTo>
                  <a:cubicBezTo>
                    <a:pt x="223" y="180"/>
                    <a:pt x="158" y="164"/>
                    <a:pt x="108" y="139"/>
                  </a:cubicBezTo>
                  <a:cubicBezTo>
                    <a:pt x="17" y="88"/>
                    <a:pt x="0" y="36"/>
                    <a:pt x="24" y="0"/>
                  </a:cubicBezTo>
                  <a:cubicBezTo>
                    <a:pt x="9" y="19"/>
                    <a:pt x="2" y="56"/>
                    <a:pt x="31" y="86"/>
                  </a:cubicBezTo>
                  <a:cubicBezTo>
                    <a:pt x="60" y="116"/>
                    <a:pt x="100" y="148"/>
                    <a:pt x="155" y="167"/>
                  </a:cubicBezTo>
                  <a:cubicBezTo>
                    <a:pt x="210" y="186"/>
                    <a:pt x="264" y="194"/>
                    <a:pt x="255" y="205"/>
                  </a:cubicBezTo>
                  <a:cubicBezTo>
                    <a:pt x="246" y="216"/>
                    <a:pt x="245" y="221"/>
                    <a:pt x="247" y="220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4" name="Freeform 69">
              <a:extLst>
                <a:ext uri="{FF2B5EF4-FFF2-40B4-BE49-F238E27FC236}">
                  <a16:creationId xmlns:a16="http://schemas.microsoft.com/office/drawing/2014/main" id="{4C580106-CC9A-4623-BD9C-6EC5BB34C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902"/>
              <a:ext cx="635" cy="1022"/>
            </a:xfrm>
            <a:custGeom>
              <a:avLst/>
              <a:gdLst>
                <a:gd name="T0" fmla="*/ 1254 w 276"/>
                <a:gd name="T1" fmla="*/ 0 h 417"/>
                <a:gd name="T2" fmla="*/ 672 w 276"/>
                <a:gd name="T3" fmla="*/ 1988 h 417"/>
                <a:gd name="T4" fmla="*/ 2096 w 276"/>
                <a:gd name="T5" fmla="*/ 4943 h 417"/>
                <a:gd name="T6" fmla="*/ 2864 w 276"/>
                <a:gd name="T7" fmla="*/ 5858 h 417"/>
                <a:gd name="T8" fmla="*/ 3297 w 276"/>
                <a:gd name="T9" fmla="*/ 4578 h 417"/>
                <a:gd name="T10" fmla="*/ 2848 w 276"/>
                <a:gd name="T11" fmla="*/ 3784 h 417"/>
                <a:gd name="T12" fmla="*/ 2133 w 276"/>
                <a:gd name="T13" fmla="*/ 3166 h 417"/>
                <a:gd name="T14" fmla="*/ 1254 w 276"/>
                <a:gd name="T15" fmla="*/ 0 h 4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417">
                  <a:moveTo>
                    <a:pt x="103" y="0"/>
                  </a:moveTo>
                  <a:cubicBezTo>
                    <a:pt x="67" y="16"/>
                    <a:pt x="32" y="59"/>
                    <a:pt x="55" y="135"/>
                  </a:cubicBezTo>
                  <a:cubicBezTo>
                    <a:pt x="78" y="211"/>
                    <a:pt x="144" y="292"/>
                    <a:pt x="172" y="336"/>
                  </a:cubicBezTo>
                  <a:cubicBezTo>
                    <a:pt x="200" y="380"/>
                    <a:pt x="234" y="417"/>
                    <a:pt x="235" y="398"/>
                  </a:cubicBezTo>
                  <a:cubicBezTo>
                    <a:pt x="236" y="361"/>
                    <a:pt x="262" y="319"/>
                    <a:pt x="271" y="311"/>
                  </a:cubicBezTo>
                  <a:cubicBezTo>
                    <a:pt x="276" y="307"/>
                    <a:pt x="259" y="278"/>
                    <a:pt x="234" y="257"/>
                  </a:cubicBezTo>
                  <a:cubicBezTo>
                    <a:pt x="218" y="245"/>
                    <a:pt x="191" y="228"/>
                    <a:pt x="175" y="215"/>
                  </a:cubicBezTo>
                  <a:cubicBezTo>
                    <a:pt x="132" y="183"/>
                    <a:pt x="0" y="69"/>
                    <a:pt x="103" y="0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5" name="Freeform 70">
              <a:extLst>
                <a:ext uri="{FF2B5EF4-FFF2-40B4-BE49-F238E27FC236}">
                  <a16:creationId xmlns:a16="http://schemas.microsoft.com/office/drawing/2014/main" id="{9046C3CE-497D-499E-ADF6-8195B4540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154"/>
              <a:ext cx="432" cy="677"/>
            </a:xfrm>
            <a:custGeom>
              <a:avLst/>
              <a:gdLst>
                <a:gd name="T0" fmla="*/ 0 w 188"/>
                <a:gd name="T1" fmla="*/ 0 h 276"/>
                <a:gd name="T2" fmla="*/ 1411 w 188"/>
                <a:gd name="T3" fmla="*/ 3118 h 276"/>
                <a:gd name="T4" fmla="*/ 2027 w 188"/>
                <a:gd name="T5" fmla="*/ 3942 h 276"/>
                <a:gd name="T6" fmla="*/ 2282 w 188"/>
                <a:gd name="T7" fmla="*/ 3069 h 276"/>
                <a:gd name="T8" fmla="*/ 1457 w 188"/>
                <a:gd name="T9" fmla="*/ 2171 h 276"/>
                <a:gd name="T10" fmla="*/ 0 w 188"/>
                <a:gd name="T11" fmla="*/ 0 h 2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276">
                  <a:moveTo>
                    <a:pt x="0" y="0"/>
                  </a:moveTo>
                  <a:cubicBezTo>
                    <a:pt x="3" y="42"/>
                    <a:pt x="42" y="110"/>
                    <a:pt x="116" y="211"/>
                  </a:cubicBezTo>
                  <a:cubicBezTo>
                    <a:pt x="147" y="252"/>
                    <a:pt x="164" y="276"/>
                    <a:pt x="167" y="267"/>
                  </a:cubicBezTo>
                  <a:cubicBezTo>
                    <a:pt x="171" y="250"/>
                    <a:pt x="171" y="221"/>
                    <a:pt x="188" y="208"/>
                  </a:cubicBezTo>
                  <a:cubicBezTo>
                    <a:pt x="177" y="187"/>
                    <a:pt x="159" y="176"/>
                    <a:pt x="120" y="147"/>
                  </a:cubicBezTo>
                  <a:cubicBezTo>
                    <a:pt x="81" y="118"/>
                    <a:pt x="15" y="67"/>
                    <a:pt x="0" y="0"/>
                  </a:cubicBezTo>
                  <a:close/>
                </a:path>
              </a:pathLst>
            </a:custGeom>
            <a:solidFill>
              <a:srgbClr val="FDE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6" name="Freeform 71">
              <a:extLst>
                <a:ext uri="{FF2B5EF4-FFF2-40B4-BE49-F238E27FC236}">
                  <a16:creationId xmlns:a16="http://schemas.microsoft.com/office/drawing/2014/main" id="{ABDB089D-36CA-4396-90C2-419ADCA99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515"/>
              <a:ext cx="152" cy="169"/>
            </a:xfrm>
            <a:custGeom>
              <a:avLst/>
              <a:gdLst>
                <a:gd name="T0" fmla="*/ 0 w 66"/>
                <a:gd name="T1" fmla="*/ 0 h 69"/>
                <a:gd name="T2" fmla="*/ 806 w 66"/>
                <a:gd name="T3" fmla="*/ 1014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69">
                  <a:moveTo>
                    <a:pt x="0" y="0"/>
                  </a:moveTo>
                  <a:cubicBezTo>
                    <a:pt x="47" y="36"/>
                    <a:pt x="60" y="42"/>
                    <a:pt x="66" y="6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7" name="Freeform 72">
              <a:extLst>
                <a:ext uri="{FF2B5EF4-FFF2-40B4-BE49-F238E27FC236}">
                  <a16:creationId xmlns:a16="http://schemas.microsoft.com/office/drawing/2014/main" id="{58AB5D88-9140-466A-B13C-1971377D9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483"/>
              <a:ext cx="46" cy="34"/>
            </a:xfrm>
            <a:custGeom>
              <a:avLst/>
              <a:gdLst>
                <a:gd name="T0" fmla="*/ 147 w 20"/>
                <a:gd name="T1" fmla="*/ 202 h 14"/>
                <a:gd name="T2" fmla="*/ 0 w 20"/>
                <a:gd name="T3" fmla="*/ 0 h 14"/>
                <a:gd name="T4" fmla="*/ 64 w 20"/>
                <a:gd name="T5" fmla="*/ 1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12" y="14"/>
                  </a:moveTo>
                  <a:cubicBezTo>
                    <a:pt x="20" y="7"/>
                    <a:pt x="6" y="2"/>
                    <a:pt x="0" y="0"/>
                  </a:cubicBezTo>
                  <a:cubicBezTo>
                    <a:pt x="1" y="3"/>
                    <a:pt x="3" y="7"/>
                    <a:pt x="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8" name="Freeform 73">
              <a:extLst>
                <a:ext uri="{FF2B5EF4-FFF2-40B4-BE49-F238E27FC236}">
                  <a16:creationId xmlns:a16="http://schemas.microsoft.com/office/drawing/2014/main" id="{3B8D82F3-B740-4260-A5DF-93C71B873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701"/>
              <a:ext cx="18" cy="19"/>
            </a:xfrm>
            <a:custGeom>
              <a:avLst/>
              <a:gdLst>
                <a:gd name="T0" fmla="*/ 36 w 8"/>
                <a:gd name="T1" fmla="*/ 0 h 8"/>
                <a:gd name="T2" fmla="*/ 0 w 8"/>
                <a:gd name="T3" fmla="*/ 95 h 8"/>
                <a:gd name="T4" fmla="*/ 81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2"/>
                    <a:pt x="1" y="4"/>
                    <a:pt x="0" y="7"/>
                  </a:cubicBezTo>
                  <a:cubicBezTo>
                    <a:pt x="5" y="8"/>
                    <a:pt x="8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9" name="Freeform 74">
              <a:extLst>
                <a:ext uri="{FF2B5EF4-FFF2-40B4-BE49-F238E27FC236}">
                  <a16:creationId xmlns:a16="http://schemas.microsoft.com/office/drawing/2014/main" id="{48511600-1C72-4AA0-82B4-CA0E6A841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694"/>
              <a:ext cx="260" cy="154"/>
            </a:xfrm>
            <a:custGeom>
              <a:avLst/>
              <a:gdLst>
                <a:gd name="T0" fmla="*/ 216 w 113"/>
                <a:gd name="T1" fmla="*/ 394 h 63"/>
                <a:gd name="T2" fmla="*/ 110 w 113"/>
                <a:gd name="T3" fmla="*/ 699 h 63"/>
                <a:gd name="T4" fmla="*/ 133 w 113"/>
                <a:gd name="T5" fmla="*/ 848 h 63"/>
                <a:gd name="T6" fmla="*/ 513 w 113"/>
                <a:gd name="T7" fmla="*/ 484 h 63"/>
                <a:gd name="T8" fmla="*/ 805 w 113"/>
                <a:gd name="T9" fmla="*/ 394 h 63"/>
                <a:gd name="T10" fmla="*/ 1010 w 113"/>
                <a:gd name="T11" fmla="*/ 220 h 63"/>
                <a:gd name="T12" fmla="*/ 1217 w 113"/>
                <a:gd name="T13" fmla="*/ 103 h 63"/>
                <a:gd name="T14" fmla="*/ 1330 w 113"/>
                <a:gd name="T15" fmla="*/ 12 h 63"/>
                <a:gd name="T16" fmla="*/ 1132 w 113"/>
                <a:gd name="T17" fmla="*/ 12 h 63"/>
                <a:gd name="T18" fmla="*/ 794 w 113"/>
                <a:gd name="T19" fmla="*/ 42 h 63"/>
                <a:gd name="T20" fmla="*/ 497 w 113"/>
                <a:gd name="T21" fmla="*/ 120 h 63"/>
                <a:gd name="T22" fmla="*/ 375 w 113"/>
                <a:gd name="T23" fmla="*/ 174 h 63"/>
                <a:gd name="T24" fmla="*/ 216 w 113"/>
                <a:gd name="T25" fmla="*/ 364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3" h="63">
                  <a:moveTo>
                    <a:pt x="18" y="27"/>
                  </a:moveTo>
                  <a:cubicBezTo>
                    <a:pt x="16" y="35"/>
                    <a:pt x="12" y="41"/>
                    <a:pt x="9" y="48"/>
                  </a:cubicBezTo>
                  <a:cubicBezTo>
                    <a:pt x="7" y="54"/>
                    <a:pt x="0" y="63"/>
                    <a:pt x="11" y="58"/>
                  </a:cubicBezTo>
                  <a:cubicBezTo>
                    <a:pt x="24" y="53"/>
                    <a:pt x="30" y="37"/>
                    <a:pt x="42" y="33"/>
                  </a:cubicBezTo>
                  <a:cubicBezTo>
                    <a:pt x="50" y="30"/>
                    <a:pt x="59" y="31"/>
                    <a:pt x="66" y="27"/>
                  </a:cubicBezTo>
                  <a:cubicBezTo>
                    <a:pt x="72" y="24"/>
                    <a:pt x="77" y="19"/>
                    <a:pt x="83" y="15"/>
                  </a:cubicBezTo>
                  <a:cubicBezTo>
                    <a:pt x="92" y="10"/>
                    <a:pt x="90" y="9"/>
                    <a:pt x="100" y="7"/>
                  </a:cubicBezTo>
                  <a:cubicBezTo>
                    <a:pt x="105" y="7"/>
                    <a:pt x="113" y="0"/>
                    <a:pt x="109" y="1"/>
                  </a:cubicBezTo>
                  <a:cubicBezTo>
                    <a:pt x="103" y="1"/>
                    <a:pt x="98" y="1"/>
                    <a:pt x="93" y="1"/>
                  </a:cubicBezTo>
                  <a:cubicBezTo>
                    <a:pt x="84" y="2"/>
                    <a:pt x="74" y="2"/>
                    <a:pt x="65" y="3"/>
                  </a:cubicBezTo>
                  <a:cubicBezTo>
                    <a:pt x="57" y="4"/>
                    <a:pt x="48" y="5"/>
                    <a:pt x="41" y="8"/>
                  </a:cubicBezTo>
                  <a:cubicBezTo>
                    <a:pt x="38" y="9"/>
                    <a:pt x="34" y="10"/>
                    <a:pt x="31" y="12"/>
                  </a:cubicBezTo>
                  <a:cubicBezTo>
                    <a:pt x="25" y="15"/>
                    <a:pt x="23" y="21"/>
                    <a:pt x="18" y="25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0" name="Freeform 75">
              <a:extLst>
                <a:ext uri="{FF2B5EF4-FFF2-40B4-BE49-F238E27FC236}">
                  <a16:creationId xmlns:a16="http://schemas.microsoft.com/office/drawing/2014/main" id="{26C18771-1FE0-4A5F-B3E9-97123FFDA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922"/>
              <a:ext cx="154" cy="360"/>
            </a:xfrm>
            <a:custGeom>
              <a:avLst/>
              <a:gdLst>
                <a:gd name="T0" fmla="*/ 786 w 67"/>
                <a:gd name="T1" fmla="*/ 0 h 147"/>
                <a:gd name="T2" fmla="*/ 375 w 67"/>
                <a:gd name="T3" fmla="*/ 438 h 147"/>
                <a:gd name="T4" fmla="*/ 131 w 67"/>
                <a:gd name="T5" fmla="*/ 923 h 147"/>
                <a:gd name="T6" fmla="*/ 37 w 67"/>
                <a:gd name="T7" fmla="*/ 1560 h 147"/>
                <a:gd name="T8" fmla="*/ 85 w 67"/>
                <a:gd name="T9" fmla="*/ 1822 h 147"/>
                <a:gd name="T10" fmla="*/ 159 w 67"/>
                <a:gd name="T11" fmla="*/ 2160 h 147"/>
                <a:gd name="T12" fmla="*/ 207 w 67"/>
                <a:gd name="T13" fmla="*/ 1205 h 147"/>
                <a:gd name="T14" fmla="*/ 280 w 67"/>
                <a:gd name="T15" fmla="*/ 1043 h 147"/>
                <a:gd name="T16" fmla="*/ 375 w 67"/>
                <a:gd name="T17" fmla="*/ 940 h 147"/>
                <a:gd name="T18" fmla="*/ 545 w 67"/>
                <a:gd name="T19" fmla="*/ 497 h 147"/>
                <a:gd name="T20" fmla="*/ 814 w 67"/>
                <a:gd name="T21" fmla="*/ 59 h 1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47">
                  <a:moveTo>
                    <a:pt x="65" y="0"/>
                  </a:moveTo>
                  <a:cubicBezTo>
                    <a:pt x="57" y="13"/>
                    <a:pt x="42" y="20"/>
                    <a:pt x="31" y="30"/>
                  </a:cubicBezTo>
                  <a:cubicBezTo>
                    <a:pt x="21" y="40"/>
                    <a:pt x="18" y="51"/>
                    <a:pt x="11" y="63"/>
                  </a:cubicBezTo>
                  <a:cubicBezTo>
                    <a:pt x="4" y="76"/>
                    <a:pt x="0" y="91"/>
                    <a:pt x="3" y="106"/>
                  </a:cubicBezTo>
                  <a:cubicBezTo>
                    <a:pt x="3" y="112"/>
                    <a:pt x="4" y="118"/>
                    <a:pt x="7" y="124"/>
                  </a:cubicBezTo>
                  <a:cubicBezTo>
                    <a:pt x="9" y="130"/>
                    <a:pt x="12" y="140"/>
                    <a:pt x="13" y="147"/>
                  </a:cubicBezTo>
                  <a:cubicBezTo>
                    <a:pt x="9" y="125"/>
                    <a:pt x="9" y="102"/>
                    <a:pt x="17" y="82"/>
                  </a:cubicBezTo>
                  <a:cubicBezTo>
                    <a:pt x="18" y="77"/>
                    <a:pt x="20" y="74"/>
                    <a:pt x="23" y="71"/>
                  </a:cubicBezTo>
                  <a:cubicBezTo>
                    <a:pt x="27" y="68"/>
                    <a:pt x="28" y="68"/>
                    <a:pt x="31" y="64"/>
                  </a:cubicBezTo>
                  <a:cubicBezTo>
                    <a:pt x="36" y="53"/>
                    <a:pt x="39" y="44"/>
                    <a:pt x="45" y="34"/>
                  </a:cubicBezTo>
                  <a:cubicBezTo>
                    <a:pt x="51" y="24"/>
                    <a:pt x="60" y="15"/>
                    <a:pt x="67" y="4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1" name="Freeform 76">
              <a:extLst>
                <a:ext uri="{FF2B5EF4-FFF2-40B4-BE49-F238E27FC236}">
                  <a16:creationId xmlns:a16="http://schemas.microsoft.com/office/drawing/2014/main" id="{7F400E78-A841-4953-8C32-07627251F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3407"/>
              <a:ext cx="71" cy="231"/>
            </a:xfrm>
            <a:custGeom>
              <a:avLst/>
              <a:gdLst>
                <a:gd name="T0" fmla="*/ 0 w 31"/>
                <a:gd name="T1" fmla="*/ 0 h 94"/>
                <a:gd name="T2" fmla="*/ 37 w 31"/>
                <a:gd name="T3" fmla="*/ 784 h 94"/>
                <a:gd name="T4" fmla="*/ 110 w 31"/>
                <a:gd name="T5" fmla="*/ 1189 h 94"/>
                <a:gd name="T6" fmla="*/ 325 w 31"/>
                <a:gd name="T7" fmla="*/ 1396 h 94"/>
                <a:gd name="T8" fmla="*/ 277 w 31"/>
                <a:gd name="T9" fmla="*/ 907 h 94"/>
                <a:gd name="T10" fmla="*/ 346 w 31"/>
                <a:gd name="T11" fmla="*/ 833 h 94"/>
                <a:gd name="T12" fmla="*/ 277 w 31"/>
                <a:gd name="T13" fmla="*/ 639 h 94"/>
                <a:gd name="T14" fmla="*/ 121 w 31"/>
                <a:gd name="T15" fmla="*/ 295 h 94"/>
                <a:gd name="T16" fmla="*/ 48 w 31"/>
                <a:gd name="T17" fmla="*/ 12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94">
                  <a:moveTo>
                    <a:pt x="0" y="0"/>
                  </a:moveTo>
                  <a:cubicBezTo>
                    <a:pt x="4" y="17"/>
                    <a:pt x="3" y="36"/>
                    <a:pt x="3" y="53"/>
                  </a:cubicBezTo>
                  <a:cubicBezTo>
                    <a:pt x="3" y="61"/>
                    <a:pt x="6" y="73"/>
                    <a:pt x="9" y="80"/>
                  </a:cubicBezTo>
                  <a:cubicBezTo>
                    <a:pt x="12" y="91"/>
                    <a:pt x="17" y="92"/>
                    <a:pt x="27" y="94"/>
                  </a:cubicBezTo>
                  <a:cubicBezTo>
                    <a:pt x="22" y="86"/>
                    <a:pt x="15" y="68"/>
                    <a:pt x="23" y="61"/>
                  </a:cubicBezTo>
                  <a:cubicBezTo>
                    <a:pt x="25" y="58"/>
                    <a:pt x="28" y="60"/>
                    <a:pt x="29" y="56"/>
                  </a:cubicBezTo>
                  <a:cubicBezTo>
                    <a:pt x="31" y="51"/>
                    <a:pt x="25" y="47"/>
                    <a:pt x="23" y="43"/>
                  </a:cubicBezTo>
                  <a:cubicBezTo>
                    <a:pt x="18" y="36"/>
                    <a:pt x="14" y="28"/>
                    <a:pt x="10" y="20"/>
                  </a:cubicBezTo>
                  <a:cubicBezTo>
                    <a:pt x="8" y="16"/>
                    <a:pt x="2" y="6"/>
                    <a:pt x="4" y="1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2" name="Freeform 77">
              <a:extLst>
                <a:ext uri="{FF2B5EF4-FFF2-40B4-BE49-F238E27FC236}">
                  <a16:creationId xmlns:a16="http://schemas.microsoft.com/office/drawing/2014/main" id="{FAE839A7-5161-44E8-9DF7-92903B5CC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3795"/>
              <a:ext cx="429" cy="201"/>
            </a:xfrm>
            <a:custGeom>
              <a:avLst/>
              <a:gdLst>
                <a:gd name="T0" fmla="*/ 0 w 187"/>
                <a:gd name="T1" fmla="*/ 0 h 82"/>
                <a:gd name="T2" fmla="*/ 541 w 187"/>
                <a:gd name="T3" fmla="*/ 191 h 82"/>
                <a:gd name="T4" fmla="*/ 1037 w 187"/>
                <a:gd name="T5" fmla="*/ 368 h 82"/>
                <a:gd name="T6" fmla="*/ 1354 w 187"/>
                <a:gd name="T7" fmla="*/ 456 h 82"/>
                <a:gd name="T8" fmla="*/ 1606 w 187"/>
                <a:gd name="T9" fmla="*/ 708 h 82"/>
                <a:gd name="T10" fmla="*/ 2257 w 187"/>
                <a:gd name="T11" fmla="*/ 1047 h 82"/>
                <a:gd name="T12" fmla="*/ 1615 w 187"/>
                <a:gd name="T13" fmla="*/ 914 h 82"/>
                <a:gd name="T14" fmla="*/ 1354 w 187"/>
                <a:gd name="T15" fmla="*/ 824 h 82"/>
                <a:gd name="T16" fmla="*/ 931 w 187"/>
                <a:gd name="T17" fmla="*/ 650 h 82"/>
                <a:gd name="T18" fmla="*/ 794 w 187"/>
                <a:gd name="T19" fmla="*/ 750 h 82"/>
                <a:gd name="T20" fmla="*/ 484 w 187"/>
                <a:gd name="T21" fmla="*/ 468 h 82"/>
                <a:gd name="T22" fmla="*/ 216 w 187"/>
                <a:gd name="T23" fmla="*/ 252 h 82"/>
                <a:gd name="T24" fmla="*/ 48 w 187"/>
                <a:gd name="T25" fmla="*/ 61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7" h="82">
                  <a:moveTo>
                    <a:pt x="0" y="0"/>
                  </a:moveTo>
                  <a:cubicBezTo>
                    <a:pt x="12" y="8"/>
                    <a:pt x="31" y="8"/>
                    <a:pt x="45" y="13"/>
                  </a:cubicBezTo>
                  <a:cubicBezTo>
                    <a:pt x="59" y="17"/>
                    <a:pt x="72" y="22"/>
                    <a:pt x="86" y="25"/>
                  </a:cubicBezTo>
                  <a:cubicBezTo>
                    <a:pt x="95" y="26"/>
                    <a:pt x="104" y="28"/>
                    <a:pt x="112" y="31"/>
                  </a:cubicBezTo>
                  <a:cubicBezTo>
                    <a:pt x="120" y="35"/>
                    <a:pt x="126" y="42"/>
                    <a:pt x="133" y="48"/>
                  </a:cubicBezTo>
                  <a:cubicBezTo>
                    <a:pt x="151" y="62"/>
                    <a:pt x="167" y="63"/>
                    <a:pt x="187" y="71"/>
                  </a:cubicBezTo>
                  <a:cubicBezTo>
                    <a:pt x="170" y="82"/>
                    <a:pt x="151" y="67"/>
                    <a:pt x="134" y="62"/>
                  </a:cubicBezTo>
                  <a:cubicBezTo>
                    <a:pt x="126" y="59"/>
                    <a:pt x="120" y="60"/>
                    <a:pt x="112" y="56"/>
                  </a:cubicBezTo>
                  <a:cubicBezTo>
                    <a:pt x="105" y="52"/>
                    <a:pt x="86" y="39"/>
                    <a:pt x="77" y="44"/>
                  </a:cubicBezTo>
                  <a:cubicBezTo>
                    <a:pt x="70" y="49"/>
                    <a:pt x="77" y="55"/>
                    <a:pt x="66" y="51"/>
                  </a:cubicBezTo>
                  <a:cubicBezTo>
                    <a:pt x="56" y="47"/>
                    <a:pt x="49" y="39"/>
                    <a:pt x="40" y="32"/>
                  </a:cubicBezTo>
                  <a:cubicBezTo>
                    <a:pt x="32" y="27"/>
                    <a:pt x="25" y="24"/>
                    <a:pt x="18" y="17"/>
                  </a:cubicBezTo>
                  <a:cubicBezTo>
                    <a:pt x="13" y="13"/>
                    <a:pt x="8" y="6"/>
                    <a:pt x="4" y="4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3" name="Freeform 78">
              <a:extLst>
                <a:ext uri="{FF2B5EF4-FFF2-40B4-BE49-F238E27FC236}">
                  <a16:creationId xmlns:a16="http://schemas.microsoft.com/office/drawing/2014/main" id="{799C072B-2804-4125-9DCE-935EDD2F7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802"/>
              <a:ext cx="283" cy="164"/>
            </a:xfrm>
            <a:custGeom>
              <a:avLst/>
              <a:gdLst>
                <a:gd name="T0" fmla="*/ 0 w 123"/>
                <a:gd name="T1" fmla="*/ 982 h 67"/>
                <a:gd name="T2" fmla="*/ 428 w 123"/>
                <a:gd name="T3" fmla="*/ 688 h 67"/>
                <a:gd name="T4" fmla="*/ 693 w 123"/>
                <a:gd name="T5" fmla="*/ 335 h 67"/>
                <a:gd name="T6" fmla="*/ 1498 w 123"/>
                <a:gd name="T7" fmla="*/ 0 h 67"/>
                <a:gd name="T8" fmla="*/ 1314 w 123"/>
                <a:gd name="T9" fmla="*/ 223 h 67"/>
                <a:gd name="T10" fmla="*/ 1086 w 123"/>
                <a:gd name="T11" fmla="*/ 335 h 67"/>
                <a:gd name="T12" fmla="*/ 879 w 123"/>
                <a:gd name="T13" fmla="*/ 570 h 67"/>
                <a:gd name="T14" fmla="*/ 732 w 123"/>
                <a:gd name="T15" fmla="*/ 720 h 67"/>
                <a:gd name="T16" fmla="*/ 683 w 123"/>
                <a:gd name="T17" fmla="*/ 791 h 67"/>
                <a:gd name="T18" fmla="*/ 582 w 123"/>
                <a:gd name="T19" fmla="*/ 791 h 67"/>
                <a:gd name="T20" fmla="*/ 460 w 123"/>
                <a:gd name="T21" fmla="*/ 862 h 67"/>
                <a:gd name="T22" fmla="*/ 216 w 123"/>
                <a:gd name="T23" fmla="*/ 952 h 67"/>
                <a:gd name="T24" fmla="*/ 85 w 123"/>
                <a:gd name="T25" fmla="*/ 982 h 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3" h="67">
                  <a:moveTo>
                    <a:pt x="0" y="67"/>
                  </a:moveTo>
                  <a:cubicBezTo>
                    <a:pt x="11" y="60"/>
                    <a:pt x="25" y="55"/>
                    <a:pt x="35" y="47"/>
                  </a:cubicBezTo>
                  <a:cubicBezTo>
                    <a:pt x="44" y="41"/>
                    <a:pt x="50" y="31"/>
                    <a:pt x="57" y="23"/>
                  </a:cubicBezTo>
                  <a:cubicBezTo>
                    <a:pt x="72" y="6"/>
                    <a:pt x="102" y="6"/>
                    <a:pt x="123" y="0"/>
                  </a:cubicBezTo>
                  <a:cubicBezTo>
                    <a:pt x="117" y="4"/>
                    <a:pt x="114" y="11"/>
                    <a:pt x="108" y="15"/>
                  </a:cubicBezTo>
                  <a:cubicBezTo>
                    <a:pt x="102" y="18"/>
                    <a:pt x="94" y="18"/>
                    <a:pt x="89" y="23"/>
                  </a:cubicBezTo>
                  <a:cubicBezTo>
                    <a:pt x="83" y="28"/>
                    <a:pt x="79" y="34"/>
                    <a:pt x="72" y="39"/>
                  </a:cubicBezTo>
                  <a:cubicBezTo>
                    <a:pt x="68" y="42"/>
                    <a:pt x="63" y="45"/>
                    <a:pt x="60" y="49"/>
                  </a:cubicBezTo>
                  <a:cubicBezTo>
                    <a:pt x="57" y="53"/>
                    <a:pt x="60" y="53"/>
                    <a:pt x="56" y="54"/>
                  </a:cubicBezTo>
                  <a:cubicBezTo>
                    <a:pt x="55" y="55"/>
                    <a:pt x="50" y="53"/>
                    <a:pt x="48" y="54"/>
                  </a:cubicBezTo>
                  <a:cubicBezTo>
                    <a:pt x="44" y="55"/>
                    <a:pt x="41" y="58"/>
                    <a:pt x="38" y="59"/>
                  </a:cubicBezTo>
                  <a:cubicBezTo>
                    <a:pt x="32" y="63"/>
                    <a:pt x="25" y="65"/>
                    <a:pt x="18" y="65"/>
                  </a:cubicBezTo>
                  <a:cubicBezTo>
                    <a:pt x="14" y="66"/>
                    <a:pt x="10" y="65"/>
                    <a:pt x="7" y="67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4" name="Freeform 79">
              <a:extLst>
                <a:ext uri="{FF2B5EF4-FFF2-40B4-BE49-F238E27FC236}">
                  <a16:creationId xmlns:a16="http://schemas.microsoft.com/office/drawing/2014/main" id="{8C5C6197-4696-4BCB-AA88-052E80860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731"/>
              <a:ext cx="108" cy="63"/>
            </a:xfrm>
            <a:custGeom>
              <a:avLst/>
              <a:gdLst>
                <a:gd name="T0" fmla="*/ 0 w 47"/>
                <a:gd name="T1" fmla="*/ 269 h 26"/>
                <a:gd name="T2" fmla="*/ 460 w 47"/>
                <a:gd name="T3" fmla="*/ 230 h 26"/>
                <a:gd name="T4" fmla="*/ 391 w 4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6">
                  <a:moveTo>
                    <a:pt x="0" y="19"/>
                  </a:moveTo>
                  <a:cubicBezTo>
                    <a:pt x="11" y="26"/>
                    <a:pt x="28" y="24"/>
                    <a:pt x="38" y="16"/>
                  </a:cubicBezTo>
                  <a:cubicBezTo>
                    <a:pt x="47" y="8"/>
                    <a:pt x="42" y="0"/>
                    <a:pt x="32" y="0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5" name="Freeform 80">
              <a:extLst>
                <a:ext uri="{FF2B5EF4-FFF2-40B4-BE49-F238E27FC236}">
                  <a16:creationId xmlns:a16="http://schemas.microsoft.com/office/drawing/2014/main" id="{471F5D23-E6A5-48D7-ABA1-6668D9C96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711"/>
              <a:ext cx="140" cy="42"/>
            </a:xfrm>
            <a:custGeom>
              <a:avLst/>
              <a:gdLst>
                <a:gd name="T0" fmla="*/ 37 w 61"/>
                <a:gd name="T1" fmla="*/ 0 h 17"/>
                <a:gd name="T2" fmla="*/ 422 w 61"/>
                <a:gd name="T3" fmla="*/ 245 h 17"/>
                <a:gd name="T4" fmla="*/ 691 w 6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7">
                  <a:moveTo>
                    <a:pt x="3" y="0"/>
                  </a:moveTo>
                  <a:cubicBezTo>
                    <a:pt x="0" y="11"/>
                    <a:pt x="28" y="16"/>
                    <a:pt x="35" y="16"/>
                  </a:cubicBezTo>
                  <a:cubicBezTo>
                    <a:pt x="43" y="17"/>
                    <a:pt x="61" y="12"/>
                    <a:pt x="57" y="0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6" name="Freeform 81">
              <a:extLst>
                <a:ext uri="{FF2B5EF4-FFF2-40B4-BE49-F238E27FC236}">
                  <a16:creationId xmlns:a16="http://schemas.microsoft.com/office/drawing/2014/main" id="{1F78FB38-8E2B-47F6-8730-0504B9E40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091"/>
              <a:ext cx="41" cy="135"/>
            </a:xfrm>
            <a:custGeom>
              <a:avLst/>
              <a:gdLst>
                <a:gd name="T0" fmla="*/ 73 w 18"/>
                <a:gd name="T1" fmla="*/ 0 h 55"/>
                <a:gd name="T2" fmla="*/ 141 w 18"/>
                <a:gd name="T3" fmla="*/ 459 h 55"/>
                <a:gd name="T4" fmla="*/ 0 w 18"/>
                <a:gd name="T5" fmla="*/ 663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5">
                  <a:moveTo>
                    <a:pt x="6" y="0"/>
                  </a:moveTo>
                  <a:cubicBezTo>
                    <a:pt x="18" y="2"/>
                    <a:pt x="13" y="23"/>
                    <a:pt x="12" y="31"/>
                  </a:cubicBezTo>
                  <a:cubicBezTo>
                    <a:pt x="12" y="37"/>
                    <a:pt x="10" y="55"/>
                    <a:pt x="0" y="45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7" name="Freeform 82">
              <a:extLst>
                <a:ext uri="{FF2B5EF4-FFF2-40B4-BE49-F238E27FC236}">
                  <a16:creationId xmlns:a16="http://schemas.microsoft.com/office/drawing/2014/main" id="{89D2823F-6224-4BA6-A07C-7275CA5C8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3577"/>
              <a:ext cx="73" cy="117"/>
            </a:xfrm>
            <a:custGeom>
              <a:avLst/>
              <a:gdLst>
                <a:gd name="T0" fmla="*/ 0 w 32"/>
                <a:gd name="T1" fmla="*/ 0 h 48"/>
                <a:gd name="T2" fmla="*/ 297 w 32"/>
                <a:gd name="T3" fmla="*/ 334 h 48"/>
                <a:gd name="T4" fmla="*/ 344 w 32"/>
                <a:gd name="T5" fmla="*/ 566 h 48"/>
                <a:gd name="T6" fmla="*/ 130 w 32"/>
                <a:gd name="T7" fmla="*/ 53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8">
                  <a:moveTo>
                    <a:pt x="0" y="0"/>
                  </a:moveTo>
                  <a:cubicBezTo>
                    <a:pt x="12" y="2"/>
                    <a:pt x="18" y="13"/>
                    <a:pt x="25" y="23"/>
                  </a:cubicBezTo>
                  <a:cubicBezTo>
                    <a:pt x="28" y="27"/>
                    <a:pt x="32" y="34"/>
                    <a:pt x="29" y="39"/>
                  </a:cubicBezTo>
                  <a:cubicBezTo>
                    <a:pt x="23" y="48"/>
                    <a:pt x="17" y="37"/>
                    <a:pt x="11" y="37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8" name="Freeform 83">
              <a:extLst>
                <a:ext uri="{FF2B5EF4-FFF2-40B4-BE49-F238E27FC236}">
                  <a16:creationId xmlns:a16="http://schemas.microsoft.com/office/drawing/2014/main" id="{B7B3FA0D-4467-492D-9E65-37B8A4E3C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925"/>
              <a:ext cx="129" cy="59"/>
            </a:xfrm>
            <a:custGeom>
              <a:avLst/>
              <a:gdLst>
                <a:gd name="T0" fmla="*/ 0 w 56"/>
                <a:gd name="T1" fmla="*/ 0 h 24"/>
                <a:gd name="T2" fmla="*/ 477 w 56"/>
                <a:gd name="T3" fmla="*/ 315 h 24"/>
                <a:gd name="T4" fmla="*/ 675 w 56"/>
                <a:gd name="T5" fmla="*/ 253 h 24"/>
                <a:gd name="T6" fmla="*/ 610 w 56"/>
                <a:gd name="T7" fmla="*/ 10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4">
                  <a:moveTo>
                    <a:pt x="0" y="0"/>
                  </a:moveTo>
                  <a:cubicBezTo>
                    <a:pt x="0" y="13"/>
                    <a:pt x="30" y="20"/>
                    <a:pt x="39" y="21"/>
                  </a:cubicBezTo>
                  <a:cubicBezTo>
                    <a:pt x="45" y="22"/>
                    <a:pt x="53" y="24"/>
                    <a:pt x="55" y="17"/>
                  </a:cubicBezTo>
                  <a:cubicBezTo>
                    <a:pt x="56" y="13"/>
                    <a:pt x="54" y="9"/>
                    <a:pt x="50" y="7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9" name="Freeform 84">
              <a:extLst>
                <a:ext uri="{FF2B5EF4-FFF2-40B4-BE49-F238E27FC236}">
                  <a16:creationId xmlns:a16="http://schemas.microsoft.com/office/drawing/2014/main" id="{F00C3D10-F440-454E-847A-44CEA5683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3841"/>
              <a:ext cx="140" cy="120"/>
            </a:xfrm>
            <a:custGeom>
              <a:avLst/>
              <a:gdLst>
                <a:gd name="T0" fmla="*/ 0 w 61"/>
                <a:gd name="T1" fmla="*/ 517 h 49"/>
                <a:gd name="T2" fmla="*/ 496 w 61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9">
                  <a:moveTo>
                    <a:pt x="0" y="35"/>
                  </a:moveTo>
                  <a:cubicBezTo>
                    <a:pt x="15" y="49"/>
                    <a:pt x="61" y="13"/>
                    <a:pt x="41" y="0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0" name="Freeform 85">
              <a:extLst>
                <a:ext uri="{FF2B5EF4-FFF2-40B4-BE49-F238E27FC236}">
                  <a16:creationId xmlns:a16="http://schemas.microsoft.com/office/drawing/2014/main" id="{00995EAE-5BDC-4038-A9F5-978EDE2B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" y="3373"/>
              <a:ext cx="74" cy="110"/>
            </a:xfrm>
            <a:custGeom>
              <a:avLst/>
              <a:gdLst>
                <a:gd name="T0" fmla="*/ 49 w 32"/>
                <a:gd name="T1" fmla="*/ 455 h 45"/>
                <a:gd name="T2" fmla="*/ 86 w 32"/>
                <a:gd name="T3" fmla="*/ 645 h 45"/>
                <a:gd name="T4" fmla="*/ 301 w 32"/>
                <a:gd name="T5" fmla="*/ 467 h 45"/>
                <a:gd name="T6" fmla="*/ 347 w 32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5">
                  <a:moveTo>
                    <a:pt x="4" y="31"/>
                  </a:moveTo>
                  <a:cubicBezTo>
                    <a:pt x="1" y="35"/>
                    <a:pt x="0" y="42"/>
                    <a:pt x="7" y="44"/>
                  </a:cubicBezTo>
                  <a:cubicBezTo>
                    <a:pt x="13" y="45"/>
                    <a:pt x="20" y="36"/>
                    <a:pt x="24" y="32"/>
                  </a:cubicBezTo>
                  <a:cubicBezTo>
                    <a:pt x="32" y="21"/>
                    <a:pt x="28" y="12"/>
                    <a:pt x="28" y="0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1" name="Freeform 86">
              <a:extLst>
                <a:ext uri="{FF2B5EF4-FFF2-40B4-BE49-F238E27FC236}">
                  <a16:creationId xmlns:a16="http://schemas.microsoft.com/office/drawing/2014/main" id="{324C3F23-32A7-43C1-B03A-271ABC99B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956"/>
              <a:ext cx="74" cy="93"/>
            </a:xfrm>
            <a:custGeom>
              <a:avLst/>
              <a:gdLst>
                <a:gd name="T0" fmla="*/ 49 w 32"/>
                <a:gd name="T1" fmla="*/ 144 h 38"/>
                <a:gd name="T2" fmla="*/ 236 w 32"/>
                <a:gd name="T3" fmla="*/ 497 h 38"/>
                <a:gd name="T4" fmla="*/ 261 w 3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8">
                  <a:moveTo>
                    <a:pt x="4" y="10"/>
                  </a:moveTo>
                  <a:cubicBezTo>
                    <a:pt x="0" y="19"/>
                    <a:pt x="9" y="38"/>
                    <a:pt x="19" y="34"/>
                  </a:cubicBezTo>
                  <a:cubicBezTo>
                    <a:pt x="29" y="31"/>
                    <a:pt x="32" y="3"/>
                    <a:pt x="21" y="0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2" name="Freeform 87">
              <a:extLst>
                <a:ext uri="{FF2B5EF4-FFF2-40B4-BE49-F238E27FC236}">
                  <a16:creationId xmlns:a16="http://schemas.microsoft.com/office/drawing/2014/main" id="{50E7FD7E-B5EA-4DB3-A461-791A672B2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0" y="3371"/>
              <a:ext cx="66" cy="164"/>
            </a:xfrm>
            <a:custGeom>
              <a:avLst/>
              <a:gdLst>
                <a:gd name="T0" fmla="*/ 25 w 29"/>
                <a:gd name="T1" fmla="*/ 570 h 67"/>
                <a:gd name="T2" fmla="*/ 0 w 29"/>
                <a:gd name="T3" fmla="*/ 982 h 67"/>
                <a:gd name="T4" fmla="*/ 223 w 29"/>
                <a:gd name="T5" fmla="*/ 455 h 67"/>
                <a:gd name="T6" fmla="*/ 316 w 29"/>
                <a:gd name="T7" fmla="*/ 0 h 67"/>
                <a:gd name="T8" fmla="*/ 187 w 29"/>
                <a:gd name="T9" fmla="*/ 42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7">
                  <a:moveTo>
                    <a:pt x="2" y="39"/>
                  </a:moveTo>
                  <a:cubicBezTo>
                    <a:pt x="11" y="43"/>
                    <a:pt x="0" y="61"/>
                    <a:pt x="0" y="67"/>
                  </a:cubicBezTo>
                  <a:cubicBezTo>
                    <a:pt x="8" y="57"/>
                    <a:pt x="14" y="43"/>
                    <a:pt x="19" y="31"/>
                  </a:cubicBezTo>
                  <a:cubicBezTo>
                    <a:pt x="23" y="22"/>
                    <a:pt x="29" y="10"/>
                    <a:pt x="27" y="0"/>
                  </a:cubicBezTo>
                  <a:cubicBezTo>
                    <a:pt x="21" y="8"/>
                    <a:pt x="23" y="21"/>
                    <a:pt x="16" y="29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3" name="Freeform 88">
              <a:extLst>
                <a:ext uri="{FF2B5EF4-FFF2-40B4-BE49-F238E27FC236}">
                  <a16:creationId xmlns:a16="http://schemas.microsoft.com/office/drawing/2014/main" id="{43447A04-4F35-4869-A39E-98BF5BA29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3861"/>
              <a:ext cx="103" cy="81"/>
            </a:xfrm>
            <a:custGeom>
              <a:avLst/>
              <a:gdLst>
                <a:gd name="T0" fmla="*/ 382 w 45"/>
                <a:gd name="T1" fmla="*/ 103 h 33"/>
                <a:gd name="T2" fmla="*/ 540 w 45"/>
                <a:gd name="T3" fmla="*/ 0 h 33"/>
                <a:gd name="T4" fmla="*/ 325 w 45"/>
                <a:gd name="T5" fmla="*/ 314 h 33"/>
                <a:gd name="T6" fmla="*/ 0 w 45"/>
                <a:gd name="T7" fmla="*/ 48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3">
                  <a:moveTo>
                    <a:pt x="32" y="7"/>
                  </a:moveTo>
                  <a:cubicBezTo>
                    <a:pt x="37" y="6"/>
                    <a:pt x="41" y="3"/>
                    <a:pt x="45" y="0"/>
                  </a:cubicBezTo>
                  <a:cubicBezTo>
                    <a:pt x="45" y="7"/>
                    <a:pt x="32" y="16"/>
                    <a:pt x="27" y="21"/>
                  </a:cubicBezTo>
                  <a:cubicBezTo>
                    <a:pt x="19" y="28"/>
                    <a:pt x="9" y="27"/>
                    <a:pt x="0" y="33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4" name="Freeform 89">
              <a:extLst>
                <a:ext uri="{FF2B5EF4-FFF2-40B4-BE49-F238E27FC236}">
                  <a16:creationId xmlns:a16="http://schemas.microsoft.com/office/drawing/2014/main" id="{39683343-8C1B-4C87-BD1D-EDDD65552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942"/>
              <a:ext cx="210" cy="51"/>
            </a:xfrm>
            <a:custGeom>
              <a:avLst/>
              <a:gdLst>
                <a:gd name="T0" fmla="*/ 0 w 91"/>
                <a:gd name="T1" fmla="*/ 0 h 21"/>
                <a:gd name="T2" fmla="*/ 346 w 91"/>
                <a:gd name="T3" fmla="*/ 243 h 21"/>
                <a:gd name="T4" fmla="*/ 1119 w 91"/>
                <a:gd name="T5" fmla="*/ 260 h 21"/>
                <a:gd name="T6" fmla="*/ 602 w 91"/>
                <a:gd name="T7" fmla="*/ 243 h 21"/>
                <a:gd name="T8" fmla="*/ 432 w 91"/>
                <a:gd name="T9" fmla="*/ 189 h 21"/>
                <a:gd name="T10" fmla="*/ 272 w 91"/>
                <a:gd name="T11" fmla="*/ 8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21">
                  <a:moveTo>
                    <a:pt x="0" y="0"/>
                  </a:moveTo>
                  <a:cubicBezTo>
                    <a:pt x="11" y="6"/>
                    <a:pt x="15" y="13"/>
                    <a:pt x="28" y="17"/>
                  </a:cubicBezTo>
                  <a:cubicBezTo>
                    <a:pt x="42" y="21"/>
                    <a:pt x="77" y="21"/>
                    <a:pt x="91" y="18"/>
                  </a:cubicBezTo>
                  <a:cubicBezTo>
                    <a:pt x="80" y="16"/>
                    <a:pt x="61" y="18"/>
                    <a:pt x="49" y="17"/>
                  </a:cubicBezTo>
                  <a:cubicBezTo>
                    <a:pt x="43" y="17"/>
                    <a:pt x="39" y="17"/>
                    <a:pt x="35" y="13"/>
                  </a:cubicBezTo>
                  <a:cubicBezTo>
                    <a:pt x="30" y="9"/>
                    <a:pt x="29" y="5"/>
                    <a:pt x="22" y="6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5" name="Freeform 90">
              <a:extLst>
                <a:ext uri="{FF2B5EF4-FFF2-40B4-BE49-F238E27FC236}">
                  <a16:creationId xmlns:a16="http://schemas.microsoft.com/office/drawing/2014/main" id="{411DC643-C9C2-4A34-BAB8-F187BAA2D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3152"/>
              <a:ext cx="44" cy="226"/>
            </a:xfrm>
            <a:custGeom>
              <a:avLst/>
              <a:gdLst>
                <a:gd name="T0" fmla="*/ 28 w 19"/>
                <a:gd name="T1" fmla="*/ 1231 h 92"/>
                <a:gd name="T2" fmla="*/ 12 w 19"/>
                <a:gd name="T3" fmla="*/ 1363 h 92"/>
                <a:gd name="T4" fmla="*/ 199 w 19"/>
                <a:gd name="T5" fmla="*/ 622 h 92"/>
                <a:gd name="T6" fmla="*/ 236 w 19"/>
                <a:gd name="T7" fmla="*/ 295 h 92"/>
                <a:gd name="T8" fmla="*/ 199 w 19"/>
                <a:gd name="T9" fmla="*/ 0 h 92"/>
                <a:gd name="T10" fmla="*/ 113 w 19"/>
                <a:gd name="T11" fmla="*/ 356 h 92"/>
                <a:gd name="T12" fmla="*/ 151 w 19"/>
                <a:gd name="T13" fmla="*/ 477 h 92"/>
                <a:gd name="T14" fmla="*/ 123 w 19"/>
                <a:gd name="T15" fmla="*/ 671 h 92"/>
                <a:gd name="T16" fmla="*/ 12 w 19"/>
                <a:gd name="T17" fmla="*/ 1292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92">
                  <a:moveTo>
                    <a:pt x="2" y="83"/>
                  </a:moveTo>
                  <a:cubicBezTo>
                    <a:pt x="1" y="86"/>
                    <a:pt x="0" y="89"/>
                    <a:pt x="1" y="92"/>
                  </a:cubicBezTo>
                  <a:cubicBezTo>
                    <a:pt x="10" y="91"/>
                    <a:pt x="14" y="51"/>
                    <a:pt x="16" y="42"/>
                  </a:cubicBezTo>
                  <a:cubicBezTo>
                    <a:pt x="17" y="35"/>
                    <a:pt x="19" y="28"/>
                    <a:pt x="19" y="20"/>
                  </a:cubicBezTo>
                  <a:cubicBezTo>
                    <a:pt x="18" y="13"/>
                    <a:pt x="16" y="7"/>
                    <a:pt x="16" y="0"/>
                  </a:cubicBezTo>
                  <a:cubicBezTo>
                    <a:pt x="13" y="3"/>
                    <a:pt x="9" y="20"/>
                    <a:pt x="9" y="24"/>
                  </a:cubicBezTo>
                  <a:cubicBezTo>
                    <a:pt x="9" y="27"/>
                    <a:pt x="12" y="29"/>
                    <a:pt x="12" y="32"/>
                  </a:cubicBezTo>
                  <a:cubicBezTo>
                    <a:pt x="12" y="37"/>
                    <a:pt x="11" y="41"/>
                    <a:pt x="10" y="45"/>
                  </a:cubicBezTo>
                  <a:cubicBezTo>
                    <a:pt x="8" y="59"/>
                    <a:pt x="6" y="74"/>
                    <a:pt x="1" y="87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6" name="Freeform 91">
              <a:extLst>
                <a:ext uri="{FF2B5EF4-FFF2-40B4-BE49-F238E27FC236}">
                  <a16:creationId xmlns:a16="http://schemas.microsoft.com/office/drawing/2014/main" id="{25C1C66B-9EA6-40EF-BBB6-4F142C454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743"/>
              <a:ext cx="75" cy="44"/>
            </a:xfrm>
            <a:custGeom>
              <a:avLst/>
              <a:gdLst>
                <a:gd name="T0" fmla="*/ 102 w 33"/>
                <a:gd name="T1" fmla="*/ 103 h 18"/>
                <a:gd name="T2" fmla="*/ 386 w 33"/>
                <a:gd name="T3" fmla="*/ 232 h 18"/>
                <a:gd name="T4" fmla="*/ 259 w 33"/>
                <a:gd name="T5" fmla="*/ 120 h 18"/>
                <a:gd name="T6" fmla="*/ 186 w 33"/>
                <a:gd name="T7" fmla="*/ 0 h 18"/>
                <a:gd name="T8" fmla="*/ 0 w 33"/>
                <a:gd name="T9" fmla="*/ 9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8">
                  <a:moveTo>
                    <a:pt x="9" y="7"/>
                  </a:moveTo>
                  <a:cubicBezTo>
                    <a:pt x="16" y="8"/>
                    <a:pt x="26" y="18"/>
                    <a:pt x="33" y="16"/>
                  </a:cubicBezTo>
                  <a:cubicBezTo>
                    <a:pt x="30" y="12"/>
                    <a:pt x="25" y="11"/>
                    <a:pt x="22" y="8"/>
                  </a:cubicBezTo>
                  <a:cubicBezTo>
                    <a:pt x="19" y="5"/>
                    <a:pt x="19" y="1"/>
                    <a:pt x="16" y="0"/>
                  </a:cubicBezTo>
                  <a:cubicBezTo>
                    <a:pt x="20" y="11"/>
                    <a:pt x="5" y="4"/>
                    <a:pt x="0" y="6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7" name="Freeform 92">
              <a:extLst>
                <a:ext uri="{FF2B5EF4-FFF2-40B4-BE49-F238E27FC236}">
                  <a16:creationId xmlns:a16="http://schemas.microsoft.com/office/drawing/2014/main" id="{D9E3DD08-F6C2-4677-91E6-0D74306A5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814"/>
              <a:ext cx="127" cy="59"/>
            </a:xfrm>
            <a:custGeom>
              <a:avLst/>
              <a:gdLst>
                <a:gd name="T0" fmla="*/ 256 w 55"/>
                <a:gd name="T1" fmla="*/ 0 h 24"/>
                <a:gd name="T2" fmla="*/ 208 w 55"/>
                <a:gd name="T3" fmla="*/ 253 h 24"/>
                <a:gd name="T4" fmla="*/ 0 w 55"/>
                <a:gd name="T5" fmla="*/ 327 h 24"/>
                <a:gd name="T6" fmla="*/ 134 w 55"/>
                <a:gd name="T7" fmla="*/ 344 h 24"/>
                <a:gd name="T8" fmla="*/ 330 w 55"/>
                <a:gd name="T9" fmla="*/ 295 h 24"/>
                <a:gd name="T10" fmla="*/ 506 w 55"/>
                <a:gd name="T11" fmla="*/ 344 h 24"/>
                <a:gd name="T12" fmla="*/ 677 w 55"/>
                <a:gd name="T13" fmla="*/ 20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4">
                  <a:moveTo>
                    <a:pt x="21" y="0"/>
                  </a:moveTo>
                  <a:cubicBezTo>
                    <a:pt x="23" y="8"/>
                    <a:pt x="24" y="13"/>
                    <a:pt x="17" y="17"/>
                  </a:cubicBezTo>
                  <a:cubicBezTo>
                    <a:pt x="12" y="19"/>
                    <a:pt x="4" y="18"/>
                    <a:pt x="0" y="22"/>
                  </a:cubicBezTo>
                  <a:cubicBezTo>
                    <a:pt x="4" y="21"/>
                    <a:pt x="8" y="23"/>
                    <a:pt x="11" y="23"/>
                  </a:cubicBezTo>
                  <a:cubicBezTo>
                    <a:pt x="16" y="23"/>
                    <a:pt x="21" y="20"/>
                    <a:pt x="27" y="20"/>
                  </a:cubicBezTo>
                  <a:cubicBezTo>
                    <a:pt x="32" y="20"/>
                    <a:pt x="36" y="22"/>
                    <a:pt x="41" y="23"/>
                  </a:cubicBezTo>
                  <a:cubicBezTo>
                    <a:pt x="50" y="24"/>
                    <a:pt x="50" y="21"/>
                    <a:pt x="55" y="14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8" name="Freeform 93">
              <a:extLst>
                <a:ext uri="{FF2B5EF4-FFF2-40B4-BE49-F238E27FC236}">
                  <a16:creationId xmlns:a16="http://schemas.microsoft.com/office/drawing/2014/main" id="{5A65A59F-AC56-4B19-BBE2-1B9F7BF35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735"/>
              <a:ext cx="210" cy="54"/>
            </a:xfrm>
            <a:custGeom>
              <a:avLst/>
              <a:gdLst>
                <a:gd name="T0" fmla="*/ 798 w 91"/>
                <a:gd name="T1" fmla="*/ 0 h 22"/>
                <a:gd name="T2" fmla="*/ 480 w 91"/>
                <a:gd name="T3" fmla="*/ 162 h 22"/>
                <a:gd name="T4" fmla="*/ 235 w 91"/>
                <a:gd name="T5" fmla="*/ 236 h 22"/>
                <a:gd name="T6" fmla="*/ 0 w 91"/>
                <a:gd name="T7" fmla="*/ 326 h 22"/>
                <a:gd name="T8" fmla="*/ 272 w 91"/>
                <a:gd name="T9" fmla="*/ 314 h 22"/>
                <a:gd name="T10" fmla="*/ 526 w 91"/>
                <a:gd name="T11" fmla="*/ 223 h 22"/>
                <a:gd name="T12" fmla="*/ 773 w 91"/>
                <a:gd name="T13" fmla="*/ 223 h 22"/>
                <a:gd name="T14" fmla="*/ 1119 w 91"/>
                <a:gd name="T15" fmla="*/ 174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22">
                  <a:moveTo>
                    <a:pt x="65" y="0"/>
                  </a:moveTo>
                  <a:cubicBezTo>
                    <a:pt x="75" y="12"/>
                    <a:pt x="44" y="11"/>
                    <a:pt x="39" y="11"/>
                  </a:cubicBezTo>
                  <a:cubicBezTo>
                    <a:pt x="31" y="11"/>
                    <a:pt x="26" y="12"/>
                    <a:pt x="19" y="16"/>
                  </a:cubicBezTo>
                  <a:cubicBezTo>
                    <a:pt x="13" y="18"/>
                    <a:pt x="5" y="18"/>
                    <a:pt x="0" y="22"/>
                  </a:cubicBezTo>
                  <a:cubicBezTo>
                    <a:pt x="7" y="19"/>
                    <a:pt x="15" y="22"/>
                    <a:pt x="22" y="21"/>
                  </a:cubicBezTo>
                  <a:cubicBezTo>
                    <a:pt x="29" y="20"/>
                    <a:pt x="36" y="17"/>
                    <a:pt x="43" y="15"/>
                  </a:cubicBezTo>
                  <a:cubicBezTo>
                    <a:pt x="50" y="14"/>
                    <a:pt x="56" y="15"/>
                    <a:pt x="63" y="15"/>
                  </a:cubicBezTo>
                  <a:cubicBezTo>
                    <a:pt x="72" y="15"/>
                    <a:pt x="82" y="12"/>
                    <a:pt x="91" y="12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9" name="Freeform 94">
              <a:extLst>
                <a:ext uri="{FF2B5EF4-FFF2-40B4-BE49-F238E27FC236}">
                  <a16:creationId xmlns:a16="http://schemas.microsoft.com/office/drawing/2014/main" id="{DB945E59-614E-4F15-B0A7-EA8B1C611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689"/>
              <a:ext cx="46" cy="24"/>
            </a:xfrm>
            <a:custGeom>
              <a:avLst/>
              <a:gdLst>
                <a:gd name="T0" fmla="*/ 64 w 20"/>
                <a:gd name="T1" fmla="*/ 0 h 10"/>
                <a:gd name="T2" fmla="*/ 0 w 20"/>
                <a:gd name="T3" fmla="*/ 127 h 10"/>
                <a:gd name="T4" fmla="*/ 244 w 20"/>
                <a:gd name="T5" fmla="*/ 1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">
                  <a:moveTo>
                    <a:pt x="5" y="0"/>
                  </a:moveTo>
                  <a:cubicBezTo>
                    <a:pt x="5" y="4"/>
                    <a:pt x="2" y="7"/>
                    <a:pt x="0" y="9"/>
                  </a:cubicBezTo>
                  <a:cubicBezTo>
                    <a:pt x="6" y="7"/>
                    <a:pt x="13" y="10"/>
                    <a:pt x="20" y="9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0" name="Freeform 95">
              <a:extLst>
                <a:ext uri="{FF2B5EF4-FFF2-40B4-BE49-F238E27FC236}">
                  <a16:creationId xmlns:a16="http://schemas.microsoft.com/office/drawing/2014/main" id="{D7F403AE-B1FF-448D-8B9A-0DE27F14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843"/>
              <a:ext cx="113" cy="42"/>
            </a:xfrm>
            <a:custGeom>
              <a:avLst/>
              <a:gdLst>
                <a:gd name="T0" fmla="*/ 12 w 49"/>
                <a:gd name="T1" fmla="*/ 257 h 17"/>
                <a:gd name="T2" fmla="*/ 357 w 49"/>
                <a:gd name="T3" fmla="*/ 133 h 17"/>
                <a:gd name="T4" fmla="*/ 602 w 49"/>
                <a:gd name="T5" fmla="*/ 62 h 17"/>
                <a:gd name="T6" fmla="*/ 394 w 49"/>
                <a:gd name="T7" fmla="*/ 62 h 17"/>
                <a:gd name="T8" fmla="*/ 0 w 49"/>
                <a:gd name="T9" fmla="*/ 2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7">
                  <a:moveTo>
                    <a:pt x="1" y="17"/>
                  </a:moveTo>
                  <a:cubicBezTo>
                    <a:pt x="9" y="13"/>
                    <a:pt x="21" y="11"/>
                    <a:pt x="29" y="9"/>
                  </a:cubicBezTo>
                  <a:cubicBezTo>
                    <a:pt x="34" y="8"/>
                    <a:pt x="43" y="6"/>
                    <a:pt x="49" y="4"/>
                  </a:cubicBezTo>
                  <a:cubicBezTo>
                    <a:pt x="44" y="0"/>
                    <a:pt x="38" y="2"/>
                    <a:pt x="32" y="4"/>
                  </a:cubicBezTo>
                  <a:cubicBezTo>
                    <a:pt x="24" y="6"/>
                    <a:pt x="5" y="10"/>
                    <a:pt x="0" y="17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1" name="Freeform 96">
              <a:extLst>
                <a:ext uri="{FF2B5EF4-FFF2-40B4-BE49-F238E27FC236}">
                  <a16:creationId xmlns:a16="http://schemas.microsoft.com/office/drawing/2014/main" id="{4436F5F6-7A1D-4458-9153-B47F55AAD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020"/>
              <a:ext cx="141" cy="186"/>
            </a:xfrm>
            <a:custGeom>
              <a:avLst/>
              <a:gdLst>
                <a:gd name="T0" fmla="*/ 754 w 61"/>
                <a:gd name="T1" fmla="*/ 1101 h 76"/>
                <a:gd name="T2" fmla="*/ 529 w 61"/>
                <a:gd name="T3" fmla="*/ 940 h 76"/>
                <a:gd name="T4" fmla="*/ 384 w 61"/>
                <a:gd name="T5" fmla="*/ 414 h 76"/>
                <a:gd name="T6" fmla="*/ 717 w 61"/>
                <a:gd name="T7" fmla="*/ 252 h 76"/>
                <a:gd name="T8" fmla="*/ 726 w 61"/>
                <a:gd name="T9" fmla="*/ 191 h 76"/>
                <a:gd name="T10" fmla="*/ 717 w 61"/>
                <a:gd name="T11" fmla="*/ 162 h 76"/>
                <a:gd name="T12" fmla="*/ 631 w 61"/>
                <a:gd name="T13" fmla="*/ 174 h 76"/>
                <a:gd name="T14" fmla="*/ 395 w 61"/>
                <a:gd name="T15" fmla="*/ 264 h 76"/>
                <a:gd name="T16" fmla="*/ 224 w 61"/>
                <a:gd name="T17" fmla="*/ 162 h 76"/>
                <a:gd name="T18" fmla="*/ 37 w 61"/>
                <a:gd name="T19" fmla="*/ 0 h 76"/>
                <a:gd name="T20" fmla="*/ 0 w 61"/>
                <a:gd name="T21" fmla="*/ 0 h 76"/>
                <a:gd name="T22" fmla="*/ 86 w 61"/>
                <a:gd name="T23" fmla="*/ 144 h 76"/>
                <a:gd name="T24" fmla="*/ 199 w 61"/>
                <a:gd name="T25" fmla="*/ 384 h 76"/>
                <a:gd name="T26" fmla="*/ 208 w 61"/>
                <a:gd name="T27" fmla="*/ 455 h 76"/>
                <a:gd name="T28" fmla="*/ 236 w 61"/>
                <a:gd name="T29" fmla="*/ 514 h 76"/>
                <a:gd name="T30" fmla="*/ 245 w 61"/>
                <a:gd name="T31" fmla="*/ 568 h 76"/>
                <a:gd name="T32" fmla="*/ 358 w 61"/>
                <a:gd name="T33" fmla="*/ 732 h 76"/>
                <a:gd name="T34" fmla="*/ 481 w 61"/>
                <a:gd name="T35" fmla="*/ 969 h 76"/>
                <a:gd name="T36" fmla="*/ 705 w 61"/>
                <a:gd name="T37" fmla="*/ 1114 h 76"/>
                <a:gd name="T38" fmla="*/ 754 w 61"/>
                <a:gd name="T39" fmla="*/ 1101 h 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1" h="76">
                  <a:moveTo>
                    <a:pt x="61" y="75"/>
                  </a:moveTo>
                  <a:cubicBezTo>
                    <a:pt x="53" y="70"/>
                    <a:pt x="46" y="67"/>
                    <a:pt x="43" y="64"/>
                  </a:cubicBezTo>
                  <a:cubicBezTo>
                    <a:pt x="36" y="54"/>
                    <a:pt x="18" y="26"/>
                    <a:pt x="31" y="28"/>
                  </a:cubicBezTo>
                  <a:cubicBezTo>
                    <a:pt x="36" y="28"/>
                    <a:pt x="49" y="20"/>
                    <a:pt x="58" y="17"/>
                  </a:cubicBezTo>
                  <a:cubicBezTo>
                    <a:pt x="59" y="16"/>
                    <a:pt x="59" y="14"/>
                    <a:pt x="59" y="13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6" y="11"/>
                    <a:pt x="54" y="11"/>
                    <a:pt x="51" y="12"/>
                  </a:cubicBezTo>
                  <a:cubicBezTo>
                    <a:pt x="45" y="14"/>
                    <a:pt x="39" y="19"/>
                    <a:pt x="32" y="18"/>
                  </a:cubicBezTo>
                  <a:cubicBezTo>
                    <a:pt x="27" y="17"/>
                    <a:pt x="23" y="14"/>
                    <a:pt x="18" y="11"/>
                  </a:cubicBezTo>
                  <a:cubicBezTo>
                    <a:pt x="14" y="8"/>
                    <a:pt x="8" y="1"/>
                    <a:pt x="3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2" y="4"/>
                    <a:pt x="4" y="6"/>
                    <a:pt x="7" y="10"/>
                  </a:cubicBezTo>
                  <a:cubicBezTo>
                    <a:pt x="11" y="14"/>
                    <a:pt x="14" y="20"/>
                    <a:pt x="16" y="26"/>
                  </a:cubicBezTo>
                  <a:cubicBezTo>
                    <a:pt x="17" y="27"/>
                    <a:pt x="17" y="29"/>
                    <a:pt x="17" y="31"/>
                  </a:cubicBezTo>
                  <a:cubicBezTo>
                    <a:pt x="18" y="32"/>
                    <a:pt x="18" y="34"/>
                    <a:pt x="19" y="35"/>
                  </a:cubicBezTo>
                  <a:cubicBezTo>
                    <a:pt x="19" y="36"/>
                    <a:pt x="19" y="38"/>
                    <a:pt x="20" y="39"/>
                  </a:cubicBezTo>
                  <a:cubicBezTo>
                    <a:pt x="22" y="43"/>
                    <a:pt x="25" y="47"/>
                    <a:pt x="29" y="50"/>
                  </a:cubicBezTo>
                  <a:cubicBezTo>
                    <a:pt x="32" y="53"/>
                    <a:pt x="37" y="62"/>
                    <a:pt x="39" y="66"/>
                  </a:cubicBezTo>
                  <a:cubicBezTo>
                    <a:pt x="41" y="68"/>
                    <a:pt x="50" y="76"/>
                    <a:pt x="57" y="76"/>
                  </a:cubicBezTo>
                  <a:cubicBezTo>
                    <a:pt x="59" y="76"/>
                    <a:pt x="60" y="75"/>
                    <a:pt x="61" y="75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2" name="Freeform 97">
              <a:extLst>
                <a:ext uri="{FF2B5EF4-FFF2-40B4-BE49-F238E27FC236}">
                  <a16:creationId xmlns:a16="http://schemas.microsoft.com/office/drawing/2014/main" id="{B404604F-4289-417B-9FE8-C562C5F4F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895"/>
              <a:ext cx="89" cy="73"/>
            </a:xfrm>
            <a:custGeom>
              <a:avLst/>
              <a:gdLst>
                <a:gd name="T0" fmla="*/ 130 w 39"/>
                <a:gd name="T1" fmla="*/ 433 h 30"/>
                <a:gd name="T2" fmla="*/ 251 w 39"/>
                <a:gd name="T3" fmla="*/ 131 h 30"/>
                <a:gd name="T4" fmla="*/ 463 w 39"/>
                <a:gd name="T5" fmla="*/ 219 h 30"/>
                <a:gd name="T6" fmla="*/ 203 w 39"/>
                <a:gd name="T7" fmla="*/ 29 h 30"/>
                <a:gd name="T8" fmla="*/ 110 w 39"/>
                <a:gd name="T9" fmla="*/ 100 h 30"/>
                <a:gd name="T10" fmla="*/ 37 w 39"/>
                <a:gd name="T11" fmla="*/ 33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0">
                  <a:moveTo>
                    <a:pt x="11" y="30"/>
                  </a:moveTo>
                  <a:cubicBezTo>
                    <a:pt x="8" y="23"/>
                    <a:pt x="13" y="11"/>
                    <a:pt x="21" y="9"/>
                  </a:cubicBezTo>
                  <a:cubicBezTo>
                    <a:pt x="27" y="8"/>
                    <a:pt x="34" y="12"/>
                    <a:pt x="39" y="15"/>
                  </a:cubicBezTo>
                  <a:cubicBezTo>
                    <a:pt x="33" y="6"/>
                    <a:pt x="30" y="0"/>
                    <a:pt x="17" y="2"/>
                  </a:cubicBezTo>
                  <a:cubicBezTo>
                    <a:pt x="14" y="3"/>
                    <a:pt x="10" y="5"/>
                    <a:pt x="9" y="7"/>
                  </a:cubicBezTo>
                  <a:cubicBezTo>
                    <a:pt x="6" y="10"/>
                    <a:pt x="0" y="20"/>
                    <a:pt x="3" y="23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3" name="Freeform 98">
              <a:extLst>
                <a:ext uri="{FF2B5EF4-FFF2-40B4-BE49-F238E27FC236}">
                  <a16:creationId xmlns:a16="http://schemas.microsoft.com/office/drawing/2014/main" id="{08207FB5-E392-47B4-8B1F-0EF632D64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578"/>
              <a:ext cx="209" cy="93"/>
            </a:xfrm>
            <a:custGeom>
              <a:avLst/>
              <a:gdLst>
                <a:gd name="T0" fmla="*/ 802 w 91"/>
                <a:gd name="T1" fmla="*/ 91 h 38"/>
                <a:gd name="T2" fmla="*/ 485 w 91"/>
                <a:gd name="T3" fmla="*/ 132 h 38"/>
                <a:gd name="T4" fmla="*/ 0 w 91"/>
                <a:gd name="T5" fmla="*/ 514 h 38"/>
                <a:gd name="T6" fmla="*/ 11 w 91"/>
                <a:gd name="T7" fmla="*/ 526 h 38"/>
                <a:gd name="T8" fmla="*/ 11 w 91"/>
                <a:gd name="T9" fmla="*/ 546 h 38"/>
                <a:gd name="T10" fmla="*/ 11 w 91"/>
                <a:gd name="T11" fmla="*/ 558 h 38"/>
                <a:gd name="T12" fmla="*/ 11 w 91"/>
                <a:gd name="T13" fmla="*/ 558 h 38"/>
                <a:gd name="T14" fmla="*/ 740 w 91"/>
                <a:gd name="T15" fmla="*/ 203 h 38"/>
                <a:gd name="T16" fmla="*/ 850 w 91"/>
                <a:gd name="T17" fmla="*/ 203 h 38"/>
                <a:gd name="T18" fmla="*/ 859 w 91"/>
                <a:gd name="T19" fmla="*/ 223 h 38"/>
                <a:gd name="T20" fmla="*/ 1102 w 91"/>
                <a:gd name="T21" fmla="*/ 91 h 38"/>
                <a:gd name="T22" fmla="*/ 802 w 91"/>
                <a:gd name="T23" fmla="*/ 91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38">
                  <a:moveTo>
                    <a:pt x="66" y="6"/>
                  </a:moveTo>
                  <a:cubicBezTo>
                    <a:pt x="57" y="8"/>
                    <a:pt x="50" y="8"/>
                    <a:pt x="40" y="9"/>
                  </a:cubicBezTo>
                  <a:cubicBezTo>
                    <a:pt x="26" y="9"/>
                    <a:pt x="0" y="19"/>
                    <a:pt x="0" y="35"/>
                  </a:cubicBezTo>
                  <a:cubicBezTo>
                    <a:pt x="0" y="35"/>
                    <a:pt x="0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3" y="17"/>
                    <a:pt x="39" y="13"/>
                    <a:pt x="61" y="14"/>
                  </a:cubicBezTo>
                  <a:cubicBezTo>
                    <a:pt x="64" y="14"/>
                    <a:pt x="68" y="14"/>
                    <a:pt x="70" y="14"/>
                  </a:cubicBezTo>
                  <a:cubicBezTo>
                    <a:pt x="71" y="14"/>
                    <a:pt x="71" y="15"/>
                    <a:pt x="71" y="15"/>
                  </a:cubicBezTo>
                  <a:cubicBezTo>
                    <a:pt x="77" y="13"/>
                    <a:pt x="88" y="12"/>
                    <a:pt x="91" y="6"/>
                  </a:cubicBezTo>
                  <a:cubicBezTo>
                    <a:pt x="85" y="0"/>
                    <a:pt x="73" y="4"/>
                    <a:pt x="66" y="6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4" name="Freeform 99">
              <a:extLst>
                <a:ext uri="{FF2B5EF4-FFF2-40B4-BE49-F238E27FC236}">
                  <a16:creationId xmlns:a16="http://schemas.microsoft.com/office/drawing/2014/main" id="{5CA62B17-7528-41CC-81FC-D4B9F473B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0"/>
              <a:ext cx="188" cy="96"/>
            </a:xfrm>
            <a:custGeom>
              <a:avLst/>
              <a:gdLst>
                <a:gd name="T0" fmla="*/ 642 w 82"/>
                <a:gd name="T1" fmla="*/ 207 h 39"/>
                <a:gd name="T2" fmla="*/ 289 w 82"/>
                <a:gd name="T3" fmla="*/ 327 h 39"/>
                <a:gd name="T4" fmla="*/ 0 w 82"/>
                <a:gd name="T5" fmla="*/ 539 h 39"/>
                <a:gd name="T6" fmla="*/ 0 w 82"/>
                <a:gd name="T7" fmla="*/ 569 h 39"/>
                <a:gd name="T8" fmla="*/ 37 w 82"/>
                <a:gd name="T9" fmla="*/ 581 h 39"/>
                <a:gd name="T10" fmla="*/ 48 w 82"/>
                <a:gd name="T11" fmla="*/ 581 h 39"/>
                <a:gd name="T12" fmla="*/ 399 w 82"/>
                <a:gd name="T13" fmla="*/ 418 h 39"/>
                <a:gd name="T14" fmla="*/ 784 w 82"/>
                <a:gd name="T15" fmla="*/ 266 h 39"/>
                <a:gd name="T16" fmla="*/ 894 w 82"/>
                <a:gd name="T17" fmla="*/ 254 h 39"/>
                <a:gd name="T18" fmla="*/ 894 w 82"/>
                <a:gd name="T19" fmla="*/ 266 h 39"/>
                <a:gd name="T20" fmla="*/ 988 w 82"/>
                <a:gd name="T21" fmla="*/ 153 h 39"/>
                <a:gd name="T22" fmla="*/ 963 w 82"/>
                <a:gd name="T23" fmla="*/ 133 h 39"/>
                <a:gd name="T24" fmla="*/ 642 w 82"/>
                <a:gd name="T25" fmla="*/ 207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39">
                  <a:moveTo>
                    <a:pt x="53" y="14"/>
                  </a:moveTo>
                  <a:cubicBezTo>
                    <a:pt x="44" y="19"/>
                    <a:pt x="35" y="20"/>
                    <a:pt x="24" y="22"/>
                  </a:cubicBezTo>
                  <a:cubicBezTo>
                    <a:pt x="15" y="23"/>
                    <a:pt x="4" y="26"/>
                    <a:pt x="0" y="36"/>
                  </a:cubicBezTo>
                  <a:cubicBezTo>
                    <a:pt x="0" y="37"/>
                    <a:pt x="0" y="37"/>
                    <a:pt x="0" y="38"/>
                  </a:cubicBezTo>
                  <a:cubicBezTo>
                    <a:pt x="1" y="38"/>
                    <a:pt x="2" y="39"/>
                    <a:pt x="3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9" y="28"/>
                    <a:pt x="23" y="29"/>
                    <a:pt x="33" y="28"/>
                  </a:cubicBezTo>
                  <a:cubicBezTo>
                    <a:pt x="45" y="26"/>
                    <a:pt x="54" y="20"/>
                    <a:pt x="65" y="18"/>
                  </a:cubicBezTo>
                  <a:cubicBezTo>
                    <a:pt x="68" y="17"/>
                    <a:pt x="71" y="16"/>
                    <a:pt x="74" y="17"/>
                  </a:cubicBezTo>
                  <a:cubicBezTo>
                    <a:pt x="74" y="17"/>
                    <a:pt x="74" y="17"/>
                    <a:pt x="74" y="18"/>
                  </a:cubicBezTo>
                  <a:cubicBezTo>
                    <a:pt x="77" y="14"/>
                    <a:pt x="80" y="12"/>
                    <a:pt x="82" y="10"/>
                  </a:cubicBezTo>
                  <a:cubicBezTo>
                    <a:pt x="81" y="10"/>
                    <a:pt x="81" y="9"/>
                    <a:pt x="80" y="9"/>
                  </a:cubicBezTo>
                  <a:cubicBezTo>
                    <a:pt x="70" y="0"/>
                    <a:pt x="62" y="9"/>
                    <a:pt x="53" y="14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5" name="Freeform 100">
              <a:extLst>
                <a:ext uri="{FF2B5EF4-FFF2-40B4-BE49-F238E27FC236}">
                  <a16:creationId xmlns:a16="http://schemas.microsoft.com/office/drawing/2014/main" id="{0FE57411-99BC-4C11-8FD5-2AF81892D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747"/>
              <a:ext cx="105" cy="192"/>
            </a:xfrm>
            <a:custGeom>
              <a:avLst/>
              <a:gdLst>
                <a:gd name="T0" fmla="*/ 536 w 46"/>
                <a:gd name="T1" fmla="*/ 74 h 78"/>
                <a:gd name="T2" fmla="*/ 297 w 46"/>
                <a:gd name="T3" fmla="*/ 91 h 78"/>
                <a:gd name="T4" fmla="*/ 203 w 46"/>
                <a:gd name="T5" fmla="*/ 551 h 78"/>
                <a:gd name="T6" fmla="*/ 0 w 46"/>
                <a:gd name="T7" fmla="*/ 1073 h 78"/>
                <a:gd name="T8" fmla="*/ 37 w 46"/>
                <a:gd name="T9" fmla="*/ 1120 h 78"/>
                <a:gd name="T10" fmla="*/ 142 w 46"/>
                <a:gd name="T11" fmla="*/ 1132 h 78"/>
                <a:gd name="T12" fmla="*/ 192 w 46"/>
                <a:gd name="T13" fmla="*/ 746 h 78"/>
                <a:gd name="T14" fmla="*/ 297 w 46"/>
                <a:gd name="T15" fmla="*/ 298 h 78"/>
                <a:gd name="T16" fmla="*/ 548 w 46"/>
                <a:gd name="T17" fmla="*/ 121 h 78"/>
                <a:gd name="T18" fmla="*/ 536 w 46"/>
                <a:gd name="T19" fmla="*/ 74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78">
                  <a:moveTo>
                    <a:pt x="45" y="5"/>
                  </a:moveTo>
                  <a:cubicBezTo>
                    <a:pt x="41" y="0"/>
                    <a:pt x="30" y="2"/>
                    <a:pt x="25" y="6"/>
                  </a:cubicBezTo>
                  <a:cubicBezTo>
                    <a:pt x="15" y="14"/>
                    <a:pt x="19" y="27"/>
                    <a:pt x="17" y="37"/>
                  </a:cubicBezTo>
                  <a:cubicBezTo>
                    <a:pt x="16" y="46"/>
                    <a:pt x="2" y="60"/>
                    <a:pt x="0" y="72"/>
                  </a:cubicBezTo>
                  <a:cubicBezTo>
                    <a:pt x="1" y="73"/>
                    <a:pt x="2" y="74"/>
                    <a:pt x="3" y="75"/>
                  </a:cubicBezTo>
                  <a:cubicBezTo>
                    <a:pt x="8" y="78"/>
                    <a:pt x="11" y="78"/>
                    <a:pt x="12" y="76"/>
                  </a:cubicBezTo>
                  <a:cubicBezTo>
                    <a:pt x="11" y="67"/>
                    <a:pt x="10" y="60"/>
                    <a:pt x="16" y="50"/>
                  </a:cubicBezTo>
                  <a:cubicBezTo>
                    <a:pt x="22" y="40"/>
                    <a:pt x="25" y="32"/>
                    <a:pt x="25" y="20"/>
                  </a:cubicBezTo>
                  <a:cubicBezTo>
                    <a:pt x="25" y="9"/>
                    <a:pt x="39" y="2"/>
                    <a:pt x="46" y="8"/>
                  </a:cubicBezTo>
                  <a:cubicBezTo>
                    <a:pt x="46" y="7"/>
                    <a:pt x="46" y="6"/>
                    <a:pt x="45" y="5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6" name="Freeform 101">
              <a:extLst>
                <a:ext uri="{FF2B5EF4-FFF2-40B4-BE49-F238E27FC236}">
                  <a16:creationId xmlns:a16="http://schemas.microsoft.com/office/drawing/2014/main" id="{C82A3BC8-DA32-4807-9CF5-B0C237130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995"/>
              <a:ext cx="37" cy="66"/>
            </a:xfrm>
            <a:custGeom>
              <a:avLst/>
              <a:gdLst>
                <a:gd name="T0" fmla="*/ 0 w 16"/>
                <a:gd name="T1" fmla="*/ 352 h 27"/>
                <a:gd name="T2" fmla="*/ 160 w 16"/>
                <a:gd name="T3" fmla="*/ 0 h 27"/>
                <a:gd name="T4" fmla="*/ 0 w 16"/>
                <a:gd name="T5" fmla="*/ 38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0" y="24"/>
                  </a:moveTo>
                  <a:cubicBezTo>
                    <a:pt x="7" y="27"/>
                    <a:pt x="16" y="6"/>
                    <a:pt x="13" y="0"/>
                  </a:cubicBezTo>
                  <a:cubicBezTo>
                    <a:pt x="6" y="3"/>
                    <a:pt x="0" y="18"/>
                    <a:pt x="0" y="26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7" name="Freeform 102">
              <a:extLst>
                <a:ext uri="{FF2B5EF4-FFF2-40B4-BE49-F238E27FC236}">
                  <a16:creationId xmlns:a16="http://schemas.microsoft.com/office/drawing/2014/main" id="{FA492A52-75DE-4445-9C2B-A96D2F309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902"/>
              <a:ext cx="41" cy="44"/>
            </a:xfrm>
            <a:custGeom>
              <a:avLst/>
              <a:gdLst>
                <a:gd name="T0" fmla="*/ 0 w 18"/>
                <a:gd name="T1" fmla="*/ 203 h 18"/>
                <a:gd name="T2" fmla="*/ 175 w 18"/>
                <a:gd name="T3" fmla="*/ 0 h 18"/>
                <a:gd name="T4" fmla="*/ 57 w 18"/>
                <a:gd name="T5" fmla="*/ 14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0" y="14"/>
                  </a:moveTo>
                  <a:cubicBezTo>
                    <a:pt x="3" y="18"/>
                    <a:pt x="18" y="5"/>
                    <a:pt x="15" y="0"/>
                  </a:cubicBezTo>
                  <a:cubicBezTo>
                    <a:pt x="10" y="1"/>
                    <a:pt x="7" y="6"/>
                    <a:pt x="5" y="10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8" name="Freeform 103">
              <a:extLst>
                <a:ext uri="{FF2B5EF4-FFF2-40B4-BE49-F238E27FC236}">
                  <a16:creationId xmlns:a16="http://schemas.microsoft.com/office/drawing/2014/main" id="{D03EDB74-1B79-42D4-989C-DDD988E0D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765"/>
              <a:ext cx="145" cy="83"/>
            </a:xfrm>
            <a:custGeom>
              <a:avLst/>
              <a:gdLst>
                <a:gd name="T0" fmla="*/ 244 w 63"/>
                <a:gd name="T1" fmla="*/ 261 h 34"/>
                <a:gd name="T2" fmla="*/ 684 w 63"/>
                <a:gd name="T3" fmla="*/ 0 h 34"/>
                <a:gd name="T4" fmla="*/ 428 w 63"/>
                <a:gd name="T5" fmla="*/ 220 h 34"/>
                <a:gd name="T6" fmla="*/ 37 w 63"/>
                <a:gd name="T7" fmla="*/ 496 h 34"/>
                <a:gd name="T8" fmla="*/ 207 w 63"/>
                <a:gd name="T9" fmla="*/ 251 h 34"/>
                <a:gd name="T10" fmla="*/ 207 w 63"/>
                <a:gd name="T11" fmla="*/ 19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34">
                  <a:moveTo>
                    <a:pt x="20" y="18"/>
                  </a:moveTo>
                  <a:cubicBezTo>
                    <a:pt x="31" y="8"/>
                    <a:pt x="46" y="8"/>
                    <a:pt x="56" y="0"/>
                  </a:cubicBezTo>
                  <a:cubicBezTo>
                    <a:pt x="63" y="14"/>
                    <a:pt x="43" y="14"/>
                    <a:pt x="35" y="15"/>
                  </a:cubicBezTo>
                  <a:cubicBezTo>
                    <a:pt x="20" y="17"/>
                    <a:pt x="13" y="23"/>
                    <a:pt x="3" y="34"/>
                  </a:cubicBezTo>
                  <a:cubicBezTo>
                    <a:pt x="0" y="27"/>
                    <a:pt x="13" y="21"/>
                    <a:pt x="17" y="17"/>
                  </a:cubicBezTo>
                  <a:cubicBezTo>
                    <a:pt x="15" y="15"/>
                    <a:pt x="17" y="15"/>
                    <a:pt x="17" y="13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9" name="Freeform 104">
              <a:extLst>
                <a:ext uri="{FF2B5EF4-FFF2-40B4-BE49-F238E27FC236}">
                  <a16:creationId xmlns:a16="http://schemas.microsoft.com/office/drawing/2014/main" id="{FBBA4CFB-0DCF-40F7-877E-AA732F02A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723"/>
              <a:ext cx="51" cy="39"/>
            </a:xfrm>
            <a:custGeom>
              <a:avLst/>
              <a:gdLst>
                <a:gd name="T0" fmla="*/ 12 w 22"/>
                <a:gd name="T1" fmla="*/ 119 h 16"/>
                <a:gd name="T2" fmla="*/ 274 w 22"/>
                <a:gd name="T3" fmla="*/ 100 h 16"/>
                <a:gd name="T4" fmla="*/ 65 w 22"/>
                <a:gd name="T5" fmla="*/ 9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1" y="8"/>
                  </a:moveTo>
                  <a:cubicBezTo>
                    <a:pt x="0" y="16"/>
                    <a:pt x="18" y="10"/>
                    <a:pt x="22" y="7"/>
                  </a:cubicBezTo>
                  <a:cubicBezTo>
                    <a:pt x="22" y="0"/>
                    <a:pt x="9" y="4"/>
                    <a:pt x="5" y="6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0" name="Freeform 105">
              <a:extLst>
                <a:ext uri="{FF2B5EF4-FFF2-40B4-BE49-F238E27FC236}">
                  <a16:creationId xmlns:a16="http://schemas.microsoft.com/office/drawing/2014/main" id="{A74A51E0-A214-4F59-916E-0862C2D7B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1676"/>
              <a:ext cx="32" cy="69"/>
            </a:xfrm>
            <a:custGeom>
              <a:avLst/>
              <a:gdLst>
                <a:gd name="T0" fmla="*/ 73 w 14"/>
                <a:gd name="T1" fmla="*/ 377 h 28"/>
                <a:gd name="T2" fmla="*/ 167 w 14"/>
                <a:gd name="T3" fmla="*/ 104 h 28"/>
                <a:gd name="T4" fmla="*/ 57 w 14"/>
                <a:gd name="T5" fmla="*/ 41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6" y="25"/>
                  </a:moveTo>
                  <a:cubicBezTo>
                    <a:pt x="8" y="19"/>
                    <a:pt x="11" y="12"/>
                    <a:pt x="14" y="7"/>
                  </a:cubicBezTo>
                  <a:cubicBezTo>
                    <a:pt x="0" y="0"/>
                    <a:pt x="5" y="22"/>
                    <a:pt x="5" y="28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1" name="Freeform 106">
              <a:extLst>
                <a:ext uri="{FF2B5EF4-FFF2-40B4-BE49-F238E27FC236}">
                  <a16:creationId xmlns:a16="http://schemas.microsoft.com/office/drawing/2014/main" id="{70BE5995-457F-47C5-BE10-A0FFEED9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196"/>
              <a:ext cx="23" cy="115"/>
            </a:xfrm>
            <a:custGeom>
              <a:avLst/>
              <a:gdLst>
                <a:gd name="T0" fmla="*/ 37 w 10"/>
                <a:gd name="T1" fmla="*/ 0 h 47"/>
                <a:gd name="T2" fmla="*/ 12 w 10"/>
                <a:gd name="T3" fmla="*/ 384 h 47"/>
                <a:gd name="T4" fmla="*/ 0 w 10"/>
                <a:gd name="T5" fmla="*/ 675 h 47"/>
                <a:gd name="T6" fmla="*/ 37 w 10"/>
                <a:gd name="T7" fmla="*/ 688 h 47"/>
                <a:gd name="T8" fmla="*/ 28 w 10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7">
                  <a:moveTo>
                    <a:pt x="3" y="0"/>
                  </a:moveTo>
                  <a:cubicBezTo>
                    <a:pt x="2" y="9"/>
                    <a:pt x="1" y="18"/>
                    <a:pt x="1" y="26"/>
                  </a:cubicBezTo>
                  <a:cubicBezTo>
                    <a:pt x="1" y="33"/>
                    <a:pt x="2" y="40"/>
                    <a:pt x="0" y="46"/>
                  </a:cubicBezTo>
                  <a:cubicBezTo>
                    <a:pt x="0" y="47"/>
                    <a:pt x="3" y="47"/>
                    <a:pt x="3" y="47"/>
                  </a:cubicBezTo>
                  <a:cubicBezTo>
                    <a:pt x="7" y="40"/>
                    <a:pt x="10" y="2"/>
                    <a:pt x="2" y="0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2" name="Freeform 107">
              <a:extLst>
                <a:ext uri="{FF2B5EF4-FFF2-40B4-BE49-F238E27FC236}">
                  <a16:creationId xmlns:a16="http://schemas.microsoft.com/office/drawing/2014/main" id="{1193413D-D3ED-45AB-8E12-04A7C4943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218"/>
              <a:ext cx="32" cy="118"/>
            </a:xfrm>
            <a:custGeom>
              <a:avLst/>
              <a:gdLst>
                <a:gd name="T0" fmla="*/ 158 w 14"/>
                <a:gd name="T1" fmla="*/ 0 h 48"/>
                <a:gd name="T2" fmla="*/ 142 w 14"/>
                <a:gd name="T3" fmla="*/ 356 h 48"/>
                <a:gd name="T4" fmla="*/ 94 w 14"/>
                <a:gd name="T5" fmla="*/ 713 h 48"/>
                <a:gd name="T6" fmla="*/ 11 w 14"/>
                <a:gd name="T7" fmla="*/ 551 h 48"/>
                <a:gd name="T8" fmla="*/ 37 w 14"/>
                <a:gd name="T9" fmla="*/ 460 h 48"/>
                <a:gd name="T10" fmla="*/ 167 w 14"/>
                <a:gd name="T11" fmla="*/ 74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8">
                  <a:moveTo>
                    <a:pt x="13" y="0"/>
                  </a:moveTo>
                  <a:cubicBezTo>
                    <a:pt x="13" y="8"/>
                    <a:pt x="12" y="16"/>
                    <a:pt x="12" y="24"/>
                  </a:cubicBezTo>
                  <a:cubicBezTo>
                    <a:pt x="12" y="32"/>
                    <a:pt x="8" y="40"/>
                    <a:pt x="8" y="48"/>
                  </a:cubicBezTo>
                  <a:cubicBezTo>
                    <a:pt x="7" y="45"/>
                    <a:pt x="2" y="40"/>
                    <a:pt x="1" y="37"/>
                  </a:cubicBezTo>
                  <a:cubicBezTo>
                    <a:pt x="0" y="33"/>
                    <a:pt x="1" y="36"/>
                    <a:pt x="3" y="31"/>
                  </a:cubicBezTo>
                  <a:cubicBezTo>
                    <a:pt x="7" y="24"/>
                    <a:pt x="9" y="11"/>
                    <a:pt x="14" y="5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3" name="Freeform 108">
              <a:extLst>
                <a:ext uri="{FF2B5EF4-FFF2-40B4-BE49-F238E27FC236}">
                  <a16:creationId xmlns:a16="http://schemas.microsoft.com/office/drawing/2014/main" id="{6DF6A5B7-9BB6-4415-9976-1E352F8E1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223"/>
              <a:ext cx="43" cy="150"/>
            </a:xfrm>
            <a:custGeom>
              <a:avLst/>
              <a:gdLst>
                <a:gd name="T0" fmla="*/ 183 w 19"/>
                <a:gd name="T1" fmla="*/ 74 h 61"/>
                <a:gd name="T2" fmla="*/ 174 w 19"/>
                <a:gd name="T3" fmla="*/ 386 h 61"/>
                <a:gd name="T4" fmla="*/ 81 w 19"/>
                <a:gd name="T5" fmla="*/ 551 h 61"/>
                <a:gd name="T6" fmla="*/ 11 w 19"/>
                <a:gd name="T7" fmla="*/ 907 h 61"/>
                <a:gd name="T8" fmla="*/ 220 w 1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1">
                  <a:moveTo>
                    <a:pt x="16" y="5"/>
                  </a:moveTo>
                  <a:cubicBezTo>
                    <a:pt x="15" y="11"/>
                    <a:pt x="13" y="21"/>
                    <a:pt x="15" y="26"/>
                  </a:cubicBezTo>
                  <a:cubicBezTo>
                    <a:pt x="12" y="30"/>
                    <a:pt x="9" y="33"/>
                    <a:pt x="7" y="37"/>
                  </a:cubicBezTo>
                  <a:cubicBezTo>
                    <a:pt x="3" y="45"/>
                    <a:pt x="4" y="53"/>
                    <a:pt x="1" y="61"/>
                  </a:cubicBezTo>
                  <a:cubicBezTo>
                    <a:pt x="0" y="41"/>
                    <a:pt x="6" y="16"/>
                    <a:pt x="19" y="0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4" name="Freeform 109">
              <a:extLst>
                <a:ext uri="{FF2B5EF4-FFF2-40B4-BE49-F238E27FC236}">
                  <a16:creationId xmlns:a16="http://schemas.microsoft.com/office/drawing/2014/main" id="{1533E65C-3503-45A9-9BBE-FC1515070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902"/>
              <a:ext cx="26" cy="39"/>
            </a:xfrm>
            <a:custGeom>
              <a:avLst/>
              <a:gdLst>
                <a:gd name="T0" fmla="*/ 0 w 11"/>
                <a:gd name="T1" fmla="*/ 100 h 16"/>
                <a:gd name="T2" fmla="*/ 66 w 11"/>
                <a:gd name="T3" fmla="*/ 232 h 16"/>
                <a:gd name="T4" fmla="*/ 144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0" y="7"/>
                  </a:moveTo>
                  <a:cubicBezTo>
                    <a:pt x="4" y="9"/>
                    <a:pt x="3" y="13"/>
                    <a:pt x="5" y="16"/>
                  </a:cubicBezTo>
                  <a:cubicBezTo>
                    <a:pt x="9" y="11"/>
                    <a:pt x="5" y="4"/>
                    <a:pt x="11" y="0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5" name="Freeform 110">
              <a:extLst>
                <a:ext uri="{FF2B5EF4-FFF2-40B4-BE49-F238E27FC236}">
                  <a16:creationId xmlns:a16="http://schemas.microsoft.com/office/drawing/2014/main" id="{B7630216-6233-4A41-A7A9-1B8403175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078"/>
              <a:ext cx="16" cy="37"/>
            </a:xfrm>
            <a:custGeom>
              <a:avLst/>
              <a:gdLst>
                <a:gd name="T0" fmla="*/ 11 w 7"/>
                <a:gd name="T1" fmla="*/ 30 h 15"/>
                <a:gd name="T2" fmla="*/ 57 w 7"/>
                <a:gd name="T3" fmla="*/ 224 h 15"/>
                <a:gd name="T4" fmla="*/ 85 w 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1" y="2"/>
                  </a:moveTo>
                  <a:cubicBezTo>
                    <a:pt x="0" y="6"/>
                    <a:pt x="3" y="11"/>
                    <a:pt x="5" y="15"/>
                  </a:cubicBezTo>
                  <a:cubicBezTo>
                    <a:pt x="5" y="11"/>
                    <a:pt x="4" y="3"/>
                    <a:pt x="7" y="0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6" name="Freeform 111">
              <a:extLst>
                <a:ext uri="{FF2B5EF4-FFF2-40B4-BE49-F238E27FC236}">
                  <a16:creationId xmlns:a16="http://schemas.microsoft.com/office/drawing/2014/main" id="{E8806D0C-CE92-4DAA-B290-D12306B6B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1603"/>
              <a:ext cx="64" cy="34"/>
            </a:xfrm>
            <a:custGeom>
              <a:avLst/>
              <a:gdLst>
                <a:gd name="T0" fmla="*/ 121 w 28"/>
                <a:gd name="T1" fmla="*/ 0 h 14"/>
                <a:gd name="T2" fmla="*/ 0 w 28"/>
                <a:gd name="T3" fmla="*/ 202 h 14"/>
                <a:gd name="T4" fmla="*/ 203 w 28"/>
                <a:gd name="T5" fmla="*/ 112 h 14"/>
                <a:gd name="T6" fmla="*/ 334 w 28"/>
                <a:gd name="T7" fmla="*/ 2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4">
                  <a:moveTo>
                    <a:pt x="10" y="0"/>
                  </a:moveTo>
                  <a:cubicBezTo>
                    <a:pt x="12" y="7"/>
                    <a:pt x="3" y="9"/>
                    <a:pt x="0" y="14"/>
                  </a:cubicBezTo>
                  <a:cubicBezTo>
                    <a:pt x="5" y="10"/>
                    <a:pt x="12" y="11"/>
                    <a:pt x="17" y="8"/>
                  </a:cubicBezTo>
                  <a:cubicBezTo>
                    <a:pt x="21" y="6"/>
                    <a:pt x="22" y="3"/>
                    <a:pt x="28" y="2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7" name="Freeform 112">
              <a:extLst>
                <a:ext uri="{FF2B5EF4-FFF2-40B4-BE49-F238E27FC236}">
                  <a16:creationId xmlns:a16="http://schemas.microsoft.com/office/drawing/2014/main" id="{169C67CD-63E1-4D32-94C9-1E7BA885C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1691"/>
              <a:ext cx="29" cy="34"/>
            </a:xfrm>
            <a:custGeom>
              <a:avLst/>
              <a:gdLst>
                <a:gd name="T0" fmla="*/ 9 w 13"/>
                <a:gd name="T1" fmla="*/ 0 h 14"/>
                <a:gd name="T2" fmla="*/ 0 w 13"/>
                <a:gd name="T3" fmla="*/ 202 h 14"/>
                <a:gd name="T4" fmla="*/ 145 w 13"/>
                <a:gd name="T5" fmla="*/ 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" y="0"/>
                  </a:moveTo>
                  <a:cubicBezTo>
                    <a:pt x="2" y="5"/>
                    <a:pt x="0" y="9"/>
                    <a:pt x="0" y="14"/>
                  </a:cubicBezTo>
                  <a:cubicBezTo>
                    <a:pt x="3" y="8"/>
                    <a:pt x="6" y="3"/>
                    <a:pt x="13" y="1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8" name="Freeform 113">
              <a:extLst>
                <a:ext uri="{FF2B5EF4-FFF2-40B4-BE49-F238E27FC236}">
                  <a16:creationId xmlns:a16="http://schemas.microsoft.com/office/drawing/2014/main" id="{3B047E48-ADEC-4906-868A-0AE5F056A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819"/>
              <a:ext cx="37" cy="24"/>
            </a:xfrm>
            <a:custGeom>
              <a:avLst/>
              <a:gdLst>
                <a:gd name="T0" fmla="*/ 0 w 16"/>
                <a:gd name="T1" fmla="*/ 0 h 10"/>
                <a:gd name="T2" fmla="*/ 199 w 16"/>
                <a:gd name="T3" fmla="*/ 70 h 10"/>
                <a:gd name="T4" fmla="*/ 0 w 16"/>
                <a:gd name="T5" fmla="*/ 13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3" y="4"/>
                    <a:pt x="12" y="2"/>
                    <a:pt x="16" y="5"/>
                  </a:cubicBezTo>
                  <a:cubicBezTo>
                    <a:pt x="10" y="5"/>
                    <a:pt x="5" y="6"/>
                    <a:pt x="0" y="10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9" name="Freeform 114">
              <a:extLst>
                <a:ext uri="{FF2B5EF4-FFF2-40B4-BE49-F238E27FC236}">
                  <a16:creationId xmlns:a16="http://schemas.microsoft.com/office/drawing/2014/main" id="{3A8E76EC-4AC8-440F-8437-87ACB2154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074"/>
              <a:ext cx="41" cy="107"/>
            </a:xfrm>
            <a:custGeom>
              <a:avLst/>
              <a:gdLst>
                <a:gd name="T0" fmla="*/ 0 w 18"/>
                <a:gd name="T1" fmla="*/ 632 h 44"/>
                <a:gd name="T2" fmla="*/ 118 w 18"/>
                <a:gd name="T3" fmla="*/ 302 h 44"/>
                <a:gd name="T4" fmla="*/ 212 w 18"/>
                <a:gd name="T5" fmla="*/ 0 h 44"/>
                <a:gd name="T6" fmla="*/ 73 w 18"/>
                <a:gd name="T7" fmla="*/ 289 h 44"/>
                <a:gd name="T8" fmla="*/ 36 w 18"/>
                <a:gd name="T9" fmla="*/ 462 h 44"/>
                <a:gd name="T10" fmla="*/ 11 w 18"/>
                <a:gd name="T11" fmla="*/ 632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4">
                  <a:moveTo>
                    <a:pt x="0" y="44"/>
                  </a:moveTo>
                  <a:cubicBezTo>
                    <a:pt x="2" y="36"/>
                    <a:pt x="7" y="29"/>
                    <a:pt x="10" y="21"/>
                  </a:cubicBezTo>
                  <a:cubicBezTo>
                    <a:pt x="12" y="14"/>
                    <a:pt x="14" y="6"/>
                    <a:pt x="18" y="0"/>
                  </a:cubicBezTo>
                  <a:cubicBezTo>
                    <a:pt x="12" y="5"/>
                    <a:pt x="8" y="12"/>
                    <a:pt x="6" y="20"/>
                  </a:cubicBezTo>
                  <a:cubicBezTo>
                    <a:pt x="5" y="23"/>
                    <a:pt x="4" y="28"/>
                    <a:pt x="3" y="32"/>
                  </a:cubicBezTo>
                  <a:cubicBezTo>
                    <a:pt x="2" y="36"/>
                    <a:pt x="3" y="41"/>
                    <a:pt x="1" y="44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0" name="Freeform 115">
              <a:extLst>
                <a:ext uri="{FF2B5EF4-FFF2-40B4-BE49-F238E27FC236}">
                  <a16:creationId xmlns:a16="http://schemas.microsoft.com/office/drawing/2014/main" id="{C03A6C88-3F79-41CC-A25A-28D974BF4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103"/>
              <a:ext cx="34" cy="64"/>
            </a:xfrm>
            <a:custGeom>
              <a:avLst/>
              <a:gdLst>
                <a:gd name="T0" fmla="*/ 0 w 15"/>
                <a:gd name="T1" fmla="*/ 345 h 26"/>
                <a:gd name="T2" fmla="*/ 175 w 15"/>
                <a:gd name="T3" fmla="*/ 0 h 26"/>
                <a:gd name="T4" fmla="*/ 93 w 15"/>
                <a:gd name="T5" fmla="*/ 38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0" y="23"/>
                  </a:moveTo>
                  <a:cubicBezTo>
                    <a:pt x="9" y="18"/>
                    <a:pt x="10" y="8"/>
                    <a:pt x="15" y="0"/>
                  </a:cubicBezTo>
                  <a:cubicBezTo>
                    <a:pt x="15" y="11"/>
                    <a:pt x="13" y="17"/>
                    <a:pt x="8" y="26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1" name="Freeform 116">
              <a:extLst>
                <a:ext uri="{FF2B5EF4-FFF2-40B4-BE49-F238E27FC236}">
                  <a16:creationId xmlns:a16="http://schemas.microsoft.com/office/drawing/2014/main" id="{D8FAF22C-C516-4747-ACB7-BEAF5237E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944"/>
              <a:ext cx="66" cy="56"/>
            </a:xfrm>
            <a:custGeom>
              <a:avLst/>
              <a:gdLst>
                <a:gd name="T0" fmla="*/ 11 w 29"/>
                <a:gd name="T1" fmla="*/ 290 h 23"/>
                <a:gd name="T2" fmla="*/ 203 w 29"/>
                <a:gd name="T3" fmla="*/ 190 h 23"/>
                <a:gd name="T4" fmla="*/ 341 w 29"/>
                <a:gd name="T5" fmla="*/ 0 h 23"/>
                <a:gd name="T6" fmla="*/ 0 w 29"/>
                <a:gd name="T7" fmla="*/ 33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3">
                  <a:moveTo>
                    <a:pt x="1" y="20"/>
                  </a:moveTo>
                  <a:cubicBezTo>
                    <a:pt x="7" y="18"/>
                    <a:pt x="13" y="17"/>
                    <a:pt x="17" y="13"/>
                  </a:cubicBezTo>
                  <a:cubicBezTo>
                    <a:pt x="21" y="9"/>
                    <a:pt x="24" y="4"/>
                    <a:pt x="29" y="0"/>
                  </a:cubicBezTo>
                  <a:cubicBezTo>
                    <a:pt x="18" y="5"/>
                    <a:pt x="7" y="12"/>
                    <a:pt x="0" y="23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2" name="Freeform 117">
              <a:extLst>
                <a:ext uri="{FF2B5EF4-FFF2-40B4-BE49-F238E27FC236}">
                  <a16:creationId xmlns:a16="http://schemas.microsoft.com/office/drawing/2014/main" id="{80CC0665-CE92-4DE8-AF0E-C8BFA7E95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025"/>
              <a:ext cx="39" cy="44"/>
            </a:xfrm>
            <a:custGeom>
              <a:avLst/>
              <a:gdLst>
                <a:gd name="T0" fmla="*/ 0 w 17"/>
                <a:gd name="T1" fmla="*/ 264 h 18"/>
                <a:gd name="T2" fmla="*/ 204 w 17"/>
                <a:gd name="T3" fmla="*/ 0 h 18"/>
                <a:gd name="T4" fmla="*/ 0 w 17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18"/>
                  </a:moveTo>
                  <a:cubicBezTo>
                    <a:pt x="7" y="14"/>
                    <a:pt x="14" y="7"/>
                    <a:pt x="17" y="0"/>
                  </a:cubicBezTo>
                  <a:cubicBezTo>
                    <a:pt x="10" y="2"/>
                    <a:pt x="5" y="12"/>
                    <a:pt x="0" y="18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3" name="Freeform 118">
              <a:extLst>
                <a:ext uri="{FF2B5EF4-FFF2-40B4-BE49-F238E27FC236}">
                  <a16:creationId xmlns:a16="http://schemas.microsoft.com/office/drawing/2014/main" id="{195A63C0-DB64-4941-A971-04EB7C8DB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919"/>
              <a:ext cx="48" cy="42"/>
            </a:xfrm>
            <a:custGeom>
              <a:avLst/>
              <a:gdLst>
                <a:gd name="T0" fmla="*/ 0 w 21"/>
                <a:gd name="T1" fmla="*/ 257 h 17"/>
                <a:gd name="T2" fmla="*/ 167 w 21"/>
                <a:gd name="T3" fmla="*/ 121 h 17"/>
                <a:gd name="T4" fmla="*/ 251 w 21"/>
                <a:gd name="T5" fmla="*/ 0 h 17"/>
                <a:gd name="T6" fmla="*/ 48 w 21"/>
                <a:gd name="T7" fmla="*/ 18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7">
                  <a:moveTo>
                    <a:pt x="0" y="17"/>
                  </a:moveTo>
                  <a:cubicBezTo>
                    <a:pt x="2" y="12"/>
                    <a:pt x="9" y="12"/>
                    <a:pt x="14" y="8"/>
                  </a:cubicBezTo>
                  <a:cubicBezTo>
                    <a:pt x="16" y="6"/>
                    <a:pt x="18" y="2"/>
                    <a:pt x="21" y="0"/>
                  </a:cubicBezTo>
                  <a:cubicBezTo>
                    <a:pt x="12" y="0"/>
                    <a:pt x="11" y="8"/>
                    <a:pt x="4" y="12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4" name="Freeform 119">
              <a:extLst>
                <a:ext uri="{FF2B5EF4-FFF2-40B4-BE49-F238E27FC236}">
                  <a16:creationId xmlns:a16="http://schemas.microsoft.com/office/drawing/2014/main" id="{14F2CE4E-C8EE-4869-A0DD-2CEE32749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676"/>
              <a:ext cx="382" cy="147"/>
            </a:xfrm>
            <a:custGeom>
              <a:avLst/>
              <a:gdLst>
                <a:gd name="T0" fmla="*/ 37 w 166"/>
                <a:gd name="T1" fmla="*/ 203 h 60"/>
                <a:gd name="T2" fmla="*/ 244 w 166"/>
                <a:gd name="T3" fmla="*/ 103 h 60"/>
                <a:gd name="T4" fmla="*/ 513 w 166"/>
                <a:gd name="T5" fmla="*/ 149 h 60"/>
                <a:gd name="T6" fmla="*/ 672 w 166"/>
                <a:gd name="T7" fmla="*/ 252 h 60"/>
                <a:gd name="T8" fmla="*/ 794 w 166"/>
                <a:gd name="T9" fmla="*/ 365 h 60"/>
                <a:gd name="T10" fmla="*/ 1217 w 166"/>
                <a:gd name="T11" fmla="*/ 517 h 60"/>
                <a:gd name="T12" fmla="*/ 1441 w 166"/>
                <a:gd name="T13" fmla="*/ 600 h 60"/>
                <a:gd name="T14" fmla="*/ 2023 w 166"/>
                <a:gd name="T15" fmla="*/ 882 h 60"/>
                <a:gd name="T16" fmla="*/ 1441 w 166"/>
                <a:gd name="T17" fmla="*/ 546 h 60"/>
                <a:gd name="T18" fmla="*/ 1208 w 166"/>
                <a:gd name="T19" fmla="*/ 456 h 60"/>
                <a:gd name="T20" fmla="*/ 1013 w 166"/>
                <a:gd name="T21" fmla="*/ 355 h 60"/>
                <a:gd name="T22" fmla="*/ 805 w 166"/>
                <a:gd name="T23" fmla="*/ 282 h 60"/>
                <a:gd name="T24" fmla="*/ 704 w 166"/>
                <a:gd name="T25" fmla="*/ 162 h 60"/>
                <a:gd name="T26" fmla="*/ 306 w 166"/>
                <a:gd name="T27" fmla="*/ 12 h 60"/>
                <a:gd name="T28" fmla="*/ 133 w 166"/>
                <a:gd name="T29" fmla="*/ 29 h 60"/>
                <a:gd name="T30" fmla="*/ 28 w 166"/>
                <a:gd name="T31" fmla="*/ 149 h 60"/>
                <a:gd name="T32" fmla="*/ 37 w 166"/>
                <a:gd name="T33" fmla="*/ 162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6" h="60">
                  <a:moveTo>
                    <a:pt x="3" y="14"/>
                  </a:moveTo>
                  <a:cubicBezTo>
                    <a:pt x="3" y="8"/>
                    <a:pt x="15" y="7"/>
                    <a:pt x="20" y="7"/>
                  </a:cubicBezTo>
                  <a:cubicBezTo>
                    <a:pt x="27" y="6"/>
                    <a:pt x="35" y="8"/>
                    <a:pt x="42" y="10"/>
                  </a:cubicBezTo>
                  <a:cubicBezTo>
                    <a:pt x="47" y="11"/>
                    <a:pt x="52" y="13"/>
                    <a:pt x="55" y="17"/>
                  </a:cubicBezTo>
                  <a:cubicBezTo>
                    <a:pt x="59" y="21"/>
                    <a:pt x="59" y="24"/>
                    <a:pt x="65" y="25"/>
                  </a:cubicBezTo>
                  <a:cubicBezTo>
                    <a:pt x="78" y="27"/>
                    <a:pt x="88" y="32"/>
                    <a:pt x="100" y="35"/>
                  </a:cubicBezTo>
                  <a:cubicBezTo>
                    <a:pt x="105" y="37"/>
                    <a:pt x="113" y="40"/>
                    <a:pt x="118" y="41"/>
                  </a:cubicBezTo>
                  <a:cubicBezTo>
                    <a:pt x="124" y="43"/>
                    <a:pt x="162" y="58"/>
                    <a:pt x="166" y="60"/>
                  </a:cubicBezTo>
                  <a:cubicBezTo>
                    <a:pt x="162" y="56"/>
                    <a:pt x="123" y="40"/>
                    <a:pt x="118" y="37"/>
                  </a:cubicBezTo>
                  <a:cubicBezTo>
                    <a:pt x="113" y="35"/>
                    <a:pt x="104" y="34"/>
                    <a:pt x="99" y="31"/>
                  </a:cubicBezTo>
                  <a:cubicBezTo>
                    <a:pt x="94" y="28"/>
                    <a:pt x="89" y="25"/>
                    <a:pt x="83" y="24"/>
                  </a:cubicBezTo>
                  <a:cubicBezTo>
                    <a:pt x="78" y="22"/>
                    <a:pt x="71" y="22"/>
                    <a:pt x="66" y="19"/>
                  </a:cubicBezTo>
                  <a:cubicBezTo>
                    <a:pt x="62" y="18"/>
                    <a:pt x="60" y="14"/>
                    <a:pt x="58" y="11"/>
                  </a:cubicBezTo>
                  <a:cubicBezTo>
                    <a:pt x="51" y="1"/>
                    <a:pt x="36" y="2"/>
                    <a:pt x="25" y="1"/>
                  </a:cubicBezTo>
                  <a:cubicBezTo>
                    <a:pt x="20" y="1"/>
                    <a:pt x="16" y="0"/>
                    <a:pt x="11" y="2"/>
                  </a:cubicBezTo>
                  <a:cubicBezTo>
                    <a:pt x="8" y="3"/>
                    <a:pt x="0" y="5"/>
                    <a:pt x="2" y="10"/>
                  </a:cubicBezTo>
                  <a:cubicBezTo>
                    <a:pt x="2" y="10"/>
                    <a:pt x="3" y="11"/>
                    <a:pt x="3" y="11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5" name="Freeform 120">
              <a:extLst>
                <a:ext uri="{FF2B5EF4-FFF2-40B4-BE49-F238E27FC236}">
                  <a16:creationId xmlns:a16="http://schemas.microsoft.com/office/drawing/2014/main" id="{2BBD337A-A6E1-42D8-9B12-1C8AE2490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265"/>
              <a:ext cx="30" cy="41"/>
            </a:xfrm>
            <a:custGeom>
              <a:avLst/>
              <a:gdLst>
                <a:gd name="T0" fmla="*/ 65 w 13"/>
                <a:gd name="T1" fmla="*/ 239 h 17"/>
                <a:gd name="T2" fmla="*/ 159 w 13"/>
                <a:gd name="T3" fmla="*/ 140 h 17"/>
                <a:gd name="T4" fmla="*/ 0 w 13"/>
                <a:gd name="T5" fmla="*/ 9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5" y="17"/>
                  </a:moveTo>
                  <a:cubicBezTo>
                    <a:pt x="2" y="11"/>
                    <a:pt x="8" y="9"/>
                    <a:pt x="13" y="10"/>
                  </a:cubicBezTo>
                  <a:cubicBezTo>
                    <a:pt x="13" y="3"/>
                    <a:pt x="1" y="0"/>
                    <a:pt x="0" y="7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6" name="Freeform 121">
              <a:extLst>
                <a:ext uri="{FF2B5EF4-FFF2-40B4-BE49-F238E27FC236}">
                  <a16:creationId xmlns:a16="http://schemas.microsoft.com/office/drawing/2014/main" id="{E1473518-DA7E-4271-A318-12E0DDF30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216"/>
              <a:ext cx="37" cy="93"/>
            </a:xfrm>
            <a:custGeom>
              <a:avLst/>
              <a:gdLst>
                <a:gd name="T0" fmla="*/ 0 w 16"/>
                <a:gd name="T1" fmla="*/ 514 h 38"/>
                <a:gd name="T2" fmla="*/ 187 w 16"/>
                <a:gd name="T3" fmla="*/ 514 h 38"/>
                <a:gd name="T4" fmla="*/ 171 w 16"/>
                <a:gd name="T5" fmla="*/ 223 h 38"/>
                <a:gd name="T6" fmla="*/ 134 w 16"/>
                <a:gd name="T7" fmla="*/ 0 h 38"/>
                <a:gd name="T8" fmla="*/ 113 w 16"/>
                <a:gd name="T9" fmla="*/ 335 h 38"/>
                <a:gd name="T10" fmla="*/ 102 w 16"/>
                <a:gd name="T11" fmla="*/ 497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8">
                  <a:moveTo>
                    <a:pt x="0" y="35"/>
                  </a:moveTo>
                  <a:cubicBezTo>
                    <a:pt x="4" y="37"/>
                    <a:pt x="11" y="38"/>
                    <a:pt x="15" y="35"/>
                  </a:cubicBezTo>
                  <a:cubicBezTo>
                    <a:pt x="14" y="29"/>
                    <a:pt x="16" y="22"/>
                    <a:pt x="14" y="15"/>
                  </a:cubicBezTo>
                  <a:cubicBezTo>
                    <a:pt x="13" y="10"/>
                    <a:pt x="12" y="5"/>
                    <a:pt x="11" y="0"/>
                  </a:cubicBezTo>
                  <a:cubicBezTo>
                    <a:pt x="11" y="8"/>
                    <a:pt x="9" y="15"/>
                    <a:pt x="9" y="23"/>
                  </a:cubicBezTo>
                  <a:cubicBezTo>
                    <a:pt x="10" y="27"/>
                    <a:pt x="13" y="33"/>
                    <a:pt x="8" y="34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7" name="Freeform 122">
              <a:extLst>
                <a:ext uri="{FF2B5EF4-FFF2-40B4-BE49-F238E27FC236}">
                  <a16:creationId xmlns:a16="http://schemas.microsoft.com/office/drawing/2014/main" id="{565742AF-CD28-49DC-BACC-C3885AC64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010"/>
              <a:ext cx="74" cy="78"/>
            </a:xfrm>
            <a:custGeom>
              <a:avLst/>
              <a:gdLst>
                <a:gd name="T0" fmla="*/ 208 w 32"/>
                <a:gd name="T1" fmla="*/ 463 h 32"/>
                <a:gd name="T2" fmla="*/ 199 w 32"/>
                <a:gd name="T3" fmla="*/ 273 h 32"/>
                <a:gd name="T4" fmla="*/ 395 w 32"/>
                <a:gd name="T5" fmla="*/ 322 h 32"/>
                <a:gd name="T6" fmla="*/ 0 w 32"/>
                <a:gd name="T7" fmla="*/ 5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2">
                  <a:moveTo>
                    <a:pt x="17" y="32"/>
                  </a:moveTo>
                  <a:cubicBezTo>
                    <a:pt x="16" y="28"/>
                    <a:pt x="16" y="24"/>
                    <a:pt x="16" y="19"/>
                  </a:cubicBezTo>
                  <a:cubicBezTo>
                    <a:pt x="22" y="20"/>
                    <a:pt x="26" y="25"/>
                    <a:pt x="32" y="22"/>
                  </a:cubicBezTo>
                  <a:cubicBezTo>
                    <a:pt x="24" y="20"/>
                    <a:pt x="6" y="0"/>
                    <a:pt x="0" y="4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8" name="Freeform 123">
              <a:extLst>
                <a:ext uri="{FF2B5EF4-FFF2-40B4-BE49-F238E27FC236}">
                  <a16:creationId xmlns:a16="http://schemas.microsoft.com/office/drawing/2014/main" id="{BD6A5459-1C60-47D9-80C6-0D9F5312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652"/>
              <a:ext cx="51" cy="49"/>
            </a:xfrm>
            <a:custGeom>
              <a:avLst/>
              <a:gdLst>
                <a:gd name="T0" fmla="*/ 0 w 22"/>
                <a:gd name="T1" fmla="*/ 294 h 20"/>
                <a:gd name="T2" fmla="*/ 274 w 22"/>
                <a:gd name="T3" fmla="*/ 91 h 20"/>
                <a:gd name="T4" fmla="*/ 236 w 2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0">
                  <a:moveTo>
                    <a:pt x="0" y="20"/>
                  </a:moveTo>
                  <a:cubicBezTo>
                    <a:pt x="6" y="14"/>
                    <a:pt x="14" y="10"/>
                    <a:pt x="22" y="6"/>
                  </a:cubicBezTo>
                  <a:cubicBezTo>
                    <a:pt x="21" y="4"/>
                    <a:pt x="20" y="2"/>
                    <a:pt x="19" y="0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9" name="Freeform 124">
              <a:extLst>
                <a:ext uri="{FF2B5EF4-FFF2-40B4-BE49-F238E27FC236}">
                  <a16:creationId xmlns:a16="http://schemas.microsoft.com/office/drawing/2014/main" id="{A35715A7-2613-415F-8EE2-5FE802F8A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929"/>
              <a:ext cx="113" cy="64"/>
            </a:xfrm>
            <a:custGeom>
              <a:avLst/>
              <a:gdLst>
                <a:gd name="T0" fmla="*/ 0 w 49"/>
                <a:gd name="T1" fmla="*/ 327 h 26"/>
                <a:gd name="T2" fmla="*/ 272 w 49"/>
                <a:gd name="T3" fmla="*/ 103 h 26"/>
                <a:gd name="T4" fmla="*/ 367 w 49"/>
                <a:gd name="T5" fmla="*/ 74 h 26"/>
                <a:gd name="T6" fmla="*/ 480 w 49"/>
                <a:gd name="T7" fmla="*/ 30 h 26"/>
                <a:gd name="T8" fmla="*/ 553 w 49"/>
                <a:gd name="T9" fmla="*/ 266 h 26"/>
                <a:gd name="T10" fmla="*/ 505 w 49"/>
                <a:gd name="T11" fmla="*/ 357 h 26"/>
                <a:gd name="T12" fmla="*/ 357 w 49"/>
                <a:gd name="T13" fmla="*/ 286 h 26"/>
                <a:gd name="T14" fmla="*/ 196 w 49"/>
                <a:gd name="T15" fmla="*/ 266 h 26"/>
                <a:gd name="T16" fmla="*/ 74 w 49"/>
                <a:gd name="T17" fmla="*/ 315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6">
                  <a:moveTo>
                    <a:pt x="0" y="22"/>
                  </a:moveTo>
                  <a:cubicBezTo>
                    <a:pt x="5" y="15"/>
                    <a:pt x="13" y="10"/>
                    <a:pt x="22" y="7"/>
                  </a:cubicBezTo>
                  <a:cubicBezTo>
                    <a:pt x="25" y="7"/>
                    <a:pt x="28" y="7"/>
                    <a:pt x="30" y="5"/>
                  </a:cubicBezTo>
                  <a:cubicBezTo>
                    <a:pt x="34" y="3"/>
                    <a:pt x="35" y="0"/>
                    <a:pt x="39" y="2"/>
                  </a:cubicBezTo>
                  <a:cubicBezTo>
                    <a:pt x="34" y="10"/>
                    <a:pt x="39" y="12"/>
                    <a:pt x="45" y="18"/>
                  </a:cubicBezTo>
                  <a:cubicBezTo>
                    <a:pt x="49" y="22"/>
                    <a:pt x="45" y="26"/>
                    <a:pt x="41" y="24"/>
                  </a:cubicBezTo>
                  <a:cubicBezTo>
                    <a:pt x="37" y="22"/>
                    <a:pt x="33" y="22"/>
                    <a:pt x="29" y="19"/>
                  </a:cubicBezTo>
                  <a:cubicBezTo>
                    <a:pt x="24" y="17"/>
                    <a:pt x="23" y="16"/>
                    <a:pt x="16" y="18"/>
                  </a:cubicBezTo>
                  <a:cubicBezTo>
                    <a:pt x="13" y="19"/>
                    <a:pt x="8" y="19"/>
                    <a:pt x="6" y="21"/>
                  </a:cubicBezTo>
                </a:path>
              </a:pathLst>
            </a:custGeom>
            <a:solidFill>
              <a:srgbClr val="FF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0" name="Freeform 125">
              <a:extLst>
                <a:ext uri="{FF2B5EF4-FFF2-40B4-BE49-F238E27FC236}">
                  <a16:creationId xmlns:a16="http://schemas.microsoft.com/office/drawing/2014/main" id="{0AC7F57B-6D18-4CDB-AE56-7F5E0739E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914"/>
              <a:ext cx="58" cy="44"/>
            </a:xfrm>
            <a:custGeom>
              <a:avLst/>
              <a:gdLst>
                <a:gd name="T0" fmla="*/ 0 w 25"/>
                <a:gd name="T1" fmla="*/ 264 h 18"/>
                <a:gd name="T2" fmla="*/ 162 w 25"/>
                <a:gd name="T3" fmla="*/ 132 h 18"/>
                <a:gd name="T4" fmla="*/ 313 w 25"/>
                <a:gd name="T5" fmla="*/ 0 h 18"/>
                <a:gd name="T6" fmla="*/ 49 w 25"/>
                <a:gd name="T7" fmla="*/ 19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0" y="18"/>
                  </a:moveTo>
                  <a:cubicBezTo>
                    <a:pt x="4" y="14"/>
                    <a:pt x="9" y="12"/>
                    <a:pt x="13" y="9"/>
                  </a:cubicBezTo>
                  <a:cubicBezTo>
                    <a:pt x="17" y="6"/>
                    <a:pt x="20" y="1"/>
                    <a:pt x="25" y="0"/>
                  </a:cubicBezTo>
                  <a:cubicBezTo>
                    <a:pt x="14" y="2"/>
                    <a:pt x="11" y="6"/>
                    <a:pt x="4" y="13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1" name="Freeform 126">
              <a:extLst>
                <a:ext uri="{FF2B5EF4-FFF2-40B4-BE49-F238E27FC236}">
                  <a16:creationId xmlns:a16="http://schemas.microsoft.com/office/drawing/2014/main" id="{E27AE08C-9300-492E-A6E3-7DE1AB6CA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022"/>
              <a:ext cx="106" cy="118"/>
            </a:xfrm>
            <a:custGeom>
              <a:avLst/>
              <a:gdLst>
                <a:gd name="T0" fmla="*/ 0 w 46"/>
                <a:gd name="T1" fmla="*/ 683 h 48"/>
                <a:gd name="T2" fmla="*/ 0 w 46"/>
                <a:gd name="T3" fmla="*/ 713 h 48"/>
                <a:gd name="T4" fmla="*/ 94 w 46"/>
                <a:gd name="T5" fmla="*/ 610 h 48"/>
                <a:gd name="T6" fmla="*/ 196 w 46"/>
                <a:gd name="T7" fmla="*/ 563 h 48"/>
                <a:gd name="T8" fmla="*/ 293 w 46"/>
                <a:gd name="T9" fmla="*/ 356 h 48"/>
                <a:gd name="T10" fmla="*/ 431 w 46"/>
                <a:gd name="T11" fmla="*/ 224 h 48"/>
                <a:gd name="T12" fmla="*/ 562 w 46"/>
                <a:gd name="T13" fmla="*/ 0 h 48"/>
                <a:gd name="T14" fmla="*/ 346 w 46"/>
                <a:gd name="T15" fmla="*/ 207 h 48"/>
                <a:gd name="T16" fmla="*/ 272 w 46"/>
                <a:gd name="T17" fmla="*/ 236 h 48"/>
                <a:gd name="T18" fmla="*/ 196 w 46"/>
                <a:gd name="T19" fmla="*/ 369 h 48"/>
                <a:gd name="T20" fmla="*/ 85 w 46"/>
                <a:gd name="T21" fmla="*/ 592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48">
                  <a:moveTo>
                    <a:pt x="0" y="46"/>
                  </a:moveTo>
                  <a:cubicBezTo>
                    <a:pt x="0" y="47"/>
                    <a:pt x="0" y="48"/>
                    <a:pt x="0" y="48"/>
                  </a:cubicBezTo>
                  <a:cubicBezTo>
                    <a:pt x="2" y="46"/>
                    <a:pt x="5" y="43"/>
                    <a:pt x="8" y="41"/>
                  </a:cubicBezTo>
                  <a:cubicBezTo>
                    <a:pt x="10" y="40"/>
                    <a:pt x="14" y="40"/>
                    <a:pt x="16" y="38"/>
                  </a:cubicBezTo>
                  <a:cubicBezTo>
                    <a:pt x="19" y="35"/>
                    <a:pt x="21" y="28"/>
                    <a:pt x="24" y="24"/>
                  </a:cubicBezTo>
                  <a:cubicBezTo>
                    <a:pt x="27" y="20"/>
                    <a:pt x="32" y="18"/>
                    <a:pt x="35" y="15"/>
                  </a:cubicBezTo>
                  <a:cubicBezTo>
                    <a:pt x="39" y="11"/>
                    <a:pt x="43" y="5"/>
                    <a:pt x="46" y="0"/>
                  </a:cubicBezTo>
                  <a:cubicBezTo>
                    <a:pt x="39" y="2"/>
                    <a:pt x="34" y="10"/>
                    <a:pt x="28" y="14"/>
                  </a:cubicBezTo>
                  <a:cubicBezTo>
                    <a:pt x="26" y="16"/>
                    <a:pt x="24" y="15"/>
                    <a:pt x="22" y="16"/>
                  </a:cubicBezTo>
                  <a:cubicBezTo>
                    <a:pt x="19" y="18"/>
                    <a:pt x="17" y="23"/>
                    <a:pt x="16" y="25"/>
                  </a:cubicBezTo>
                  <a:cubicBezTo>
                    <a:pt x="13" y="31"/>
                    <a:pt x="11" y="35"/>
                    <a:pt x="7" y="40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2" name="Freeform 127">
              <a:extLst>
                <a:ext uri="{FF2B5EF4-FFF2-40B4-BE49-F238E27FC236}">
                  <a16:creationId xmlns:a16="http://schemas.microsoft.com/office/drawing/2014/main" id="{945DDD6C-AE3D-495E-A206-E41E68736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066"/>
              <a:ext cx="28" cy="37"/>
            </a:xfrm>
            <a:custGeom>
              <a:avLst/>
              <a:gdLst>
                <a:gd name="T0" fmla="*/ 0 w 12"/>
                <a:gd name="T1" fmla="*/ 224 h 15"/>
                <a:gd name="T2" fmla="*/ 152 w 12"/>
                <a:gd name="T3" fmla="*/ 0 h 15"/>
                <a:gd name="T4" fmla="*/ 65 w 12"/>
                <a:gd name="T5" fmla="*/ 13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15"/>
                  </a:moveTo>
                  <a:cubicBezTo>
                    <a:pt x="1" y="11"/>
                    <a:pt x="8" y="0"/>
                    <a:pt x="12" y="0"/>
                  </a:cubicBezTo>
                  <a:cubicBezTo>
                    <a:pt x="9" y="3"/>
                    <a:pt x="7" y="6"/>
                    <a:pt x="5" y="9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3" name="Freeform 128">
              <a:extLst>
                <a:ext uri="{FF2B5EF4-FFF2-40B4-BE49-F238E27FC236}">
                  <a16:creationId xmlns:a16="http://schemas.microsoft.com/office/drawing/2014/main" id="{B72B8A66-0C6A-4C93-A977-A0DF6650C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922"/>
              <a:ext cx="67" cy="80"/>
            </a:xfrm>
            <a:custGeom>
              <a:avLst/>
              <a:gdLst>
                <a:gd name="T0" fmla="*/ 0 w 29"/>
                <a:gd name="T1" fmla="*/ 470 h 33"/>
                <a:gd name="T2" fmla="*/ 224 w 29"/>
                <a:gd name="T3" fmla="*/ 230 h 33"/>
                <a:gd name="T4" fmla="*/ 261 w 29"/>
                <a:gd name="T5" fmla="*/ 141 h 33"/>
                <a:gd name="T6" fmla="*/ 358 w 29"/>
                <a:gd name="T7" fmla="*/ 0 h 33"/>
                <a:gd name="T8" fmla="*/ 65 w 29"/>
                <a:gd name="T9" fmla="*/ 40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0" y="33"/>
                  </a:moveTo>
                  <a:cubicBezTo>
                    <a:pt x="6" y="28"/>
                    <a:pt x="14" y="22"/>
                    <a:pt x="18" y="16"/>
                  </a:cubicBezTo>
                  <a:cubicBezTo>
                    <a:pt x="20" y="14"/>
                    <a:pt x="20" y="12"/>
                    <a:pt x="21" y="10"/>
                  </a:cubicBezTo>
                  <a:cubicBezTo>
                    <a:pt x="23" y="6"/>
                    <a:pt x="27" y="4"/>
                    <a:pt x="29" y="0"/>
                  </a:cubicBezTo>
                  <a:cubicBezTo>
                    <a:pt x="18" y="6"/>
                    <a:pt x="10" y="18"/>
                    <a:pt x="5" y="28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4" name="Freeform 129">
              <a:extLst>
                <a:ext uri="{FF2B5EF4-FFF2-40B4-BE49-F238E27FC236}">
                  <a16:creationId xmlns:a16="http://schemas.microsoft.com/office/drawing/2014/main" id="{4C245D40-1E7D-46A7-BEBC-9FF9B623D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811"/>
              <a:ext cx="42" cy="8"/>
            </a:xfrm>
            <a:custGeom>
              <a:avLst/>
              <a:gdLst>
                <a:gd name="T0" fmla="*/ 0 w 18"/>
                <a:gd name="T1" fmla="*/ 21 h 3"/>
                <a:gd name="T2" fmla="*/ 229 w 18"/>
                <a:gd name="T3" fmla="*/ 21 h 3"/>
                <a:gd name="T4" fmla="*/ 28 w 1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1"/>
                  </a:moveTo>
                  <a:cubicBezTo>
                    <a:pt x="7" y="3"/>
                    <a:pt x="11" y="3"/>
                    <a:pt x="18" y="1"/>
                  </a:cubicBezTo>
                  <a:cubicBezTo>
                    <a:pt x="13" y="0"/>
                    <a:pt x="7" y="2"/>
                    <a:pt x="2" y="0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5" name="Freeform 130">
              <a:extLst>
                <a:ext uri="{FF2B5EF4-FFF2-40B4-BE49-F238E27FC236}">
                  <a16:creationId xmlns:a16="http://schemas.microsoft.com/office/drawing/2014/main" id="{B766F4F8-D675-4300-AA7E-7A078A7DD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858"/>
              <a:ext cx="97" cy="66"/>
            </a:xfrm>
            <a:custGeom>
              <a:avLst/>
              <a:gdLst>
                <a:gd name="T0" fmla="*/ 224 w 42"/>
                <a:gd name="T1" fmla="*/ 203 h 27"/>
                <a:gd name="T2" fmla="*/ 517 w 42"/>
                <a:gd name="T3" fmla="*/ 0 h 27"/>
                <a:gd name="T4" fmla="*/ 273 w 42"/>
                <a:gd name="T5" fmla="*/ 264 h 27"/>
                <a:gd name="T6" fmla="*/ 0 w 42"/>
                <a:gd name="T7" fmla="*/ 232 h 27"/>
                <a:gd name="T8" fmla="*/ 208 w 42"/>
                <a:gd name="T9" fmla="*/ 19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18" y="14"/>
                  </a:moveTo>
                  <a:cubicBezTo>
                    <a:pt x="25" y="7"/>
                    <a:pt x="32" y="3"/>
                    <a:pt x="42" y="0"/>
                  </a:cubicBezTo>
                  <a:cubicBezTo>
                    <a:pt x="38" y="5"/>
                    <a:pt x="27" y="13"/>
                    <a:pt x="22" y="18"/>
                  </a:cubicBezTo>
                  <a:cubicBezTo>
                    <a:pt x="12" y="27"/>
                    <a:pt x="12" y="16"/>
                    <a:pt x="0" y="16"/>
                  </a:cubicBezTo>
                  <a:cubicBezTo>
                    <a:pt x="7" y="12"/>
                    <a:pt x="9" y="13"/>
                    <a:pt x="17" y="13"/>
                  </a:cubicBezTo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6" name="Freeform 131">
              <a:extLst>
                <a:ext uri="{FF2B5EF4-FFF2-40B4-BE49-F238E27FC236}">
                  <a16:creationId xmlns:a16="http://schemas.microsoft.com/office/drawing/2014/main" id="{A081DE82-E0D0-45A2-A43F-6E562D74E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865"/>
              <a:ext cx="39" cy="22"/>
            </a:xfrm>
            <a:custGeom>
              <a:avLst/>
              <a:gdLst>
                <a:gd name="T0" fmla="*/ 0 w 17"/>
                <a:gd name="T1" fmla="*/ 120 h 9"/>
                <a:gd name="T2" fmla="*/ 204 w 17"/>
                <a:gd name="T3" fmla="*/ 120 h 9"/>
                <a:gd name="T4" fmla="*/ 57 w 17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8"/>
                  </a:moveTo>
                  <a:cubicBezTo>
                    <a:pt x="5" y="6"/>
                    <a:pt x="15" y="0"/>
                    <a:pt x="17" y="8"/>
                  </a:cubicBezTo>
                  <a:cubicBezTo>
                    <a:pt x="13" y="8"/>
                    <a:pt x="9" y="6"/>
                    <a:pt x="5" y="9"/>
                  </a:cubicBezTo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7" name="Freeform 132">
              <a:extLst>
                <a:ext uri="{FF2B5EF4-FFF2-40B4-BE49-F238E27FC236}">
                  <a16:creationId xmlns:a16="http://schemas.microsoft.com/office/drawing/2014/main" id="{AB4ED524-F5FB-42F3-B682-E605B8CD9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101"/>
              <a:ext cx="55" cy="98"/>
            </a:xfrm>
            <a:custGeom>
              <a:avLst/>
              <a:gdLst>
                <a:gd name="T0" fmla="*/ 179 w 24"/>
                <a:gd name="T1" fmla="*/ 0 h 40"/>
                <a:gd name="T2" fmla="*/ 121 w 24"/>
                <a:gd name="T3" fmla="*/ 265 h 40"/>
                <a:gd name="T4" fmla="*/ 25 w 24"/>
                <a:gd name="T5" fmla="*/ 588 h 40"/>
                <a:gd name="T6" fmla="*/ 147 w 24"/>
                <a:gd name="T7" fmla="*/ 306 h 40"/>
                <a:gd name="T8" fmla="*/ 289 w 24"/>
                <a:gd name="T9" fmla="*/ 22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0">
                  <a:moveTo>
                    <a:pt x="15" y="0"/>
                  </a:moveTo>
                  <a:cubicBezTo>
                    <a:pt x="11" y="5"/>
                    <a:pt x="11" y="12"/>
                    <a:pt x="10" y="18"/>
                  </a:cubicBezTo>
                  <a:cubicBezTo>
                    <a:pt x="8" y="25"/>
                    <a:pt x="0" y="34"/>
                    <a:pt x="2" y="40"/>
                  </a:cubicBezTo>
                  <a:cubicBezTo>
                    <a:pt x="7" y="36"/>
                    <a:pt x="6" y="27"/>
                    <a:pt x="12" y="21"/>
                  </a:cubicBezTo>
                  <a:cubicBezTo>
                    <a:pt x="15" y="18"/>
                    <a:pt x="20" y="16"/>
                    <a:pt x="24" y="15"/>
                  </a:cubicBezTo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8" name="Freeform 133">
              <a:extLst>
                <a:ext uri="{FF2B5EF4-FFF2-40B4-BE49-F238E27FC236}">
                  <a16:creationId xmlns:a16="http://schemas.microsoft.com/office/drawing/2014/main" id="{E7A36C23-E815-41C8-8C4A-E67E4F915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164"/>
              <a:ext cx="55" cy="93"/>
            </a:xfrm>
            <a:custGeom>
              <a:avLst/>
              <a:gdLst>
                <a:gd name="T0" fmla="*/ 94 w 24"/>
                <a:gd name="T1" fmla="*/ 0 h 38"/>
                <a:gd name="T2" fmla="*/ 37 w 24"/>
                <a:gd name="T3" fmla="*/ 203 h 38"/>
                <a:gd name="T4" fmla="*/ 0 w 24"/>
                <a:gd name="T5" fmla="*/ 558 h 38"/>
                <a:gd name="T6" fmla="*/ 121 w 24"/>
                <a:gd name="T7" fmla="*/ 203 h 38"/>
                <a:gd name="T8" fmla="*/ 289 w 24"/>
                <a:gd name="T9" fmla="*/ 5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8">
                  <a:moveTo>
                    <a:pt x="8" y="0"/>
                  </a:moveTo>
                  <a:cubicBezTo>
                    <a:pt x="10" y="7"/>
                    <a:pt x="5" y="9"/>
                    <a:pt x="3" y="14"/>
                  </a:cubicBezTo>
                  <a:cubicBezTo>
                    <a:pt x="0" y="22"/>
                    <a:pt x="0" y="30"/>
                    <a:pt x="0" y="38"/>
                  </a:cubicBezTo>
                  <a:cubicBezTo>
                    <a:pt x="5" y="31"/>
                    <a:pt x="5" y="21"/>
                    <a:pt x="10" y="14"/>
                  </a:cubicBezTo>
                  <a:cubicBezTo>
                    <a:pt x="14" y="10"/>
                    <a:pt x="20" y="8"/>
                    <a:pt x="24" y="4"/>
                  </a:cubicBezTo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9" name="Freeform 134">
              <a:extLst>
                <a:ext uri="{FF2B5EF4-FFF2-40B4-BE49-F238E27FC236}">
                  <a16:creationId xmlns:a16="http://schemas.microsoft.com/office/drawing/2014/main" id="{AF479CF6-27C3-4664-A334-8F1DEEAF8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801"/>
              <a:ext cx="60" cy="25"/>
            </a:xfrm>
            <a:custGeom>
              <a:avLst/>
              <a:gdLst>
                <a:gd name="T0" fmla="*/ 0 w 26"/>
                <a:gd name="T1" fmla="*/ 158 h 10"/>
                <a:gd name="T2" fmla="*/ 318 w 26"/>
                <a:gd name="T3" fmla="*/ 3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10"/>
                  </a:moveTo>
                  <a:cubicBezTo>
                    <a:pt x="5" y="1"/>
                    <a:pt x="17" y="0"/>
                    <a:pt x="26" y="2"/>
                  </a:cubicBezTo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0" name="Freeform 135">
              <a:extLst>
                <a:ext uri="{FF2B5EF4-FFF2-40B4-BE49-F238E27FC236}">
                  <a16:creationId xmlns:a16="http://schemas.microsoft.com/office/drawing/2014/main" id="{1A1D566D-FECA-47A4-B29A-D22616E08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784"/>
              <a:ext cx="134" cy="30"/>
            </a:xfrm>
            <a:custGeom>
              <a:avLst/>
              <a:gdLst>
                <a:gd name="T0" fmla="*/ 321 w 58"/>
                <a:gd name="T1" fmla="*/ 95 h 12"/>
                <a:gd name="T2" fmla="*/ 619 w 58"/>
                <a:gd name="T3" fmla="*/ 2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2">
                  <a:moveTo>
                    <a:pt x="26" y="6"/>
                  </a:moveTo>
                  <a:cubicBezTo>
                    <a:pt x="0" y="12"/>
                    <a:pt x="58" y="0"/>
                    <a:pt x="50" y="1"/>
                  </a:cubicBezTo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1" name="Freeform 136">
              <a:extLst>
                <a:ext uri="{FF2B5EF4-FFF2-40B4-BE49-F238E27FC236}">
                  <a16:creationId xmlns:a16="http://schemas.microsoft.com/office/drawing/2014/main" id="{C3BC696D-2525-4BB2-92B0-D4FAFCC18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169"/>
              <a:ext cx="30" cy="71"/>
            </a:xfrm>
            <a:custGeom>
              <a:avLst/>
              <a:gdLst>
                <a:gd name="T0" fmla="*/ 37 w 13"/>
                <a:gd name="T1" fmla="*/ 426 h 29"/>
                <a:gd name="T2" fmla="*/ 159 w 13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3" y="29"/>
                  </a:moveTo>
                  <a:cubicBezTo>
                    <a:pt x="0" y="21"/>
                    <a:pt x="6" y="4"/>
                    <a:pt x="13" y="0"/>
                  </a:cubicBezTo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2" name="Freeform 137">
              <a:extLst>
                <a:ext uri="{FF2B5EF4-FFF2-40B4-BE49-F238E27FC236}">
                  <a16:creationId xmlns:a16="http://schemas.microsoft.com/office/drawing/2014/main" id="{E8D15E77-A2F4-4814-94D1-67CD858B9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605"/>
              <a:ext cx="42" cy="89"/>
            </a:xfrm>
            <a:custGeom>
              <a:avLst/>
              <a:gdLst>
                <a:gd name="T0" fmla="*/ 126 w 18"/>
                <a:gd name="T1" fmla="*/ 0 h 36"/>
                <a:gd name="T2" fmla="*/ 103 w 18"/>
                <a:gd name="T3" fmla="*/ 274 h 36"/>
                <a:gd name="T4" fmla="*/ 37 w 18"/>
                <a:gd name="T5" fmla="*/ 544 h 36"/>
                <a:gd name="T6" fmla="*/ 180 w 18"/>
                <a:gd name="T7" fmla="*/ 245 h 36"/>
                <a:gd name="T8" fmla="*/ 201 w 18"/>
                <a:gd name="T9" fmla="*/ 74 h 36"/>
                <a:gd name="T10" fmla="*/ 142 w 18"/>
                <a:gd name="T11" fmla="*/ 1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6">
                  <a:moveTo>
                    <a:pt x="10" y="0"/>
                  </a:moveTo>
                  <a:cubicBezTo>
                    <a:pt x="16" y="6"/>
                    <a:pt x="14" y="12"/>
                    <a:pt x="8" y="18"/>
                  </a:cubicBezTo>
                  <a:cubicBezTo>
                    <a:pt x="2" y="23"/>
                    <a:pt x="3" y="29"/>
                    <a:pt x="3" y="36"/>
                  </a:cubicBezTo>
                  <a:cubicBezTo>
                    <a:pt x="0" y="28"/>
                    <a:pt x="10" y="22"/>
                    <a:pt x="14" y="16"/>
                  </a:cubicBezTo>
                  <a:cubicBezTo>
                    <a:pt x="15" y="13"/>
                    <a:pt x="18" y="9"/>
                    <a:pt x="16" y="5"/>
                  </a:cubicBezTo>
                  <a:cubicBezTo>
                    <a:pt x="15" y="3"/>
                    <a:pt x="12" y="3"/>
                    <a:pt x="11" y="1"/>
                  </a:cubicBezTo>
                </a:path>
              </a:pathLst>
            </a:custGeom>
            <a:solidFill>
              <a:srgbClr val="F4F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3" name="Freeform 138">
              <a:extLst>
                <a:ext uri="{FF2B5EF4-FFF2-40B4-BE49-F238E27FC236}">
                  <a16:creationId xmlns:a16="http://schemas.microsoft.com/office/drawing/2014/main" id="{511D3350-6A22-4312-B442-B3F9F6507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05"/>
              <a:ext cx="122" cy="113"/>
            </a:xfrm>
            <a:custGeom>
              <a:avLst/>
              <a:gdLst>
                <a:gd name="T0" fmla="*/ 0 w 53"/>
                <a:gd name="T1" fmla="*/ 609 h 46"/>
                <a:gd name="T2" fmla="*/ 196 w 53"/>
                <a:gd name="T3" fmla="*/ 447 h 46"/>
                <a:gd name="T4" fmla="*/ 391 w 53"/>
                <a:gd name="T5" fmla="*/ 120 h 46"/>
                <a:gd name="T6" fmla="*/ 647 w 53"/>
                <a:gd name="T7" fmla="*/ 0 h 46"/>
                <a:gd name="T8" fmla="*/ 440 w 53"/>
                <a:gd name="T9" fmla="*/ 133 h 46"/>
                <a:gd name="T10" fmla="*/ 253 w 53"/>
                <a:gd name="T11" fmla="*/ 418 h 46"/>
                <a:gd name="T12" fmla="*/ 0 w 53"/>
                <a:gd name="T13" fmla="*/ 609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6">
                  <a:moveTo>
                    <a:pt x="0" y="41"/>
                  </a:moveTo>
                  <a:cubicBezTo>
                    <a:pt x="8" y="42"/>
                    <a:pt x="12" y="38"/>
                    <a:pt x="16" y="30"/>
                  </a:cubicBezTo>
                  <a:cubicBezTo>
                    <a:pt x="20" y="22"/>
                    <a:pt x="25" y="11"/>
                    <a:pt x="32" y="8"/>
                  </a:cubicBezTo>
                  <a:cubicBezTo>
                    <a:pt x="40" y="4"/>
                    <a:pt x="50" y="2"/>
                    <a:pt x="53" y="0"/>
                  </a:cubicBezTo>
                  <a:cubicBezTo>
                    <a:pt x="49" y="6"/>
                    <a:pt x="41" y="6"/>
                    <a:pt x="36" y="9"/>
                  </a:cubicBezTo>
                  <a:cubicBezTo>
                    <a:pt x="31" y="11"/>
                    <a:pt x="26" y="18"/>
                    <a:pt x="21" y="28"/>
                  </a:cubicBezTo>
                  <a:cubicBezTo>
                    <a:pt x="16" y="38"/>
                    <a:pt x="6" y="46"/>
                    <a:pt x="0" y="41"/>
                  </a:cubicBezTo>
                  <a:close/>
                </a:path>
              </a:pathLst>
            </a:custGeom>
            <a:solidFill>
              <a:srgbClr val="F4F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4" name="Freeform 139">
              <a:extLst>
                <a:ext uri="{FF2B5EF4-FFF2-40B4-BE49-F238E27FC236}">
                  <a16:creationId xmlns:a16="http://schemas.microsoft.com/office/drawing/2014/main" id="{7C5BD828-0302-45B2-820A-E04A2934C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774"/>
              <a:ext cx="92" cy="130"/>
            </a:xfrm>
            <a:custGeom>
              <a:avLst/>
              <a:gdLst>
                <a:gd name="T0" fmla="*/ 391 w 40"/>
                <a:gd name="T1" fmla="*/ 0 h 53"/>
                <a:gd name="T2" fmla="*/ 402 w 40"/>
                <a:gd name="T3" fmla="*/ 282 h 53"/>
                <a:gd name="T4" fmla="*/ 170 w 40"/>
                <a:gd name="T5" fmla="*/ 446 h 53"/>
                <a:gd name="T6" fmla="*/ 0 w 40"/>
                <a:gd name="T7" fmla="*/ 782 h 53"/>
                <a:gd name="T8" fmla="*/ 207 w 40"/>
                <a:gd name="T9" fmla="*/ 488 h 53"/>
                <a:gd name="T10" fmla="*/ 460 w 40"/>
                <a:gd name="T11" fmla="*/ 282 h 53"/>
                <a:gd name="T12" fmla="*/ 391 w 40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3">
                  <a:moveTo>
                    <a:pt x="32" y="0"/>
                  </a:moveTo>
                  <a:cubicBezTo>
                    <a:pt x="37" y="9"/>
                    <a:pt x="36" y="13"/>
                    <a:pt x="33" y="19"/>
                  </a:cubicBezTo>
                  <a:cubicBezTo>
                    <a:pt x="29" y="25"/>
                    <a:pt x="20" y="27"/>
                    <a:pt x="14" y="30"/>
                  </a:cubicBezTo>
                  <a:cubicBezTo>
                    <a:pt x="9" y="33"/>
                    <a:pt x="3" y="42"/>
                    <a:pt x="0" y="53"/>
                  </a:cubicBezTo>
                  <a:cubicBezTo>
                    <a:pt x="4" y="43"/>
                    <a:pt x="7" y="37"/>
                    <a:pt x="17" y="33"/>
                  </a:cubicBezTo>
                  <a:cubicBezTo>
                    <a:pt x="26" y="29"/>
                    <a:pt x="36" y="27"/>
                    <a:pt x="38" y="19"/>
                  </a:cubicBezTo>
                  <a:cubicBezTo>
                    <a:pt x="40" y="10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4F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5" name="Freeform 140">
              <a:extLst>
                <a:ext uri="{FF2B5EF4-FFF2-40B4-BE49-F238E27FC236}">
                  <a16:creationId xmlns:a16="http://schemas.microsoft.com/office/drawing/2014/main" id="{421A2FF0-ED02-497B-A6D0-5EE289D52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728"/>
              <a:ext cx="25" cy="51"/>
            </a:xfrm>
            <a:custGeom>
              <a:avLst/>
              <a:gdLst>
                <a:gd name="T0" fmla="*/ 0 w 11"/>
                <a:gd name="T1" fmla="*/ 260 h 21"/>
                <a:gd name="T2" fmla="*/ 102 w 11"/>
                <a:gd name="T3" fmla="*/ 0 h 21"/>
                <a:gd name="T4" fmla="*/ 0 w 11"/>
                <a:gd name="T5" fmla="*/ 26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0" y="18"/>
                  </a:moveTo>
                  <a:cubicBezTo>
                    <a:pt x="6" y="17"/>
                    <a:pt x="9" y="10"/>
                    <a:pt x="9" y="0"/>
                  </a:cubicBezTo>
                  <a:cubicBezTo>
                    <a:pt x="11" y="12"/>
                    <a:pt x="7" y="21"/>
                    <a:pt x="0" y="18"/>
                  </a:cubicBezTo>
                  <a:close/>
                </a:path>
              </a:pathLst>
            </a:custGeom>
            <a:solidFill>
              <a:srgbClr val="F4F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6" name="Freeform 141">
              <a:extLst>
                <a:ext uri="{FF2B5EF4-FFF2-40B4-BE49-F238E27FC236}">
                  <a16:creationId xmlns:a16="http://schemas.microsoft.com/office/drawing/2014/main" id="{45FC6735-6633-4665-B564-21CBBEA8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826"/>
              <a:ext cx="55" cy="78"/>
            </a:xfrm>
            <a:custGeom>
              <a:avLst/>
              <a:gdLst>
                <a:gd name="T0" fmla="*/ 0 w 24"/>
                <a:gd name="T1" fmla="*/ 232 h 32"/>
                <a:gd name="T2" fmla="*/ 289 w 24"/>
                <a:gd name="T3" fmla="*/ 0 h 32"/>
                <a:gd name="T4" fmla="*/ 0 w 24"/>
                <a:gd name="T5" fmla="*/ 23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2">
                  <a:moveTo>
                    <a:pt x="0" y="16"/>
                  </a:moveTo>
                  <a:cubicBezTo>
                    <a:pt x="4" y="21"/>
                    <a:pt x="19" y="23"/>
                    <a:pt x="24" y="0"/>
                  </a:cubicBezTo>
                  <a:cubicBezTo>
                    <a:pt x="24" y="16"/>
                    <a:pt x="10" y="32"/>
                    <a:pt x="0" y="16"/>
                  </a:cubicBezTo>
                  <a:close/>
                </a:path>
              </a:pathLst>
            </a:custGeom>
            <a:solidFill>
              <a:srgbClr val="F4F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7" name="Freeform 142">
              <a:extLst>
                <a:ext uri="{FF2B5EF4-FFF2-40B4-BE49-F238E27FC236}">
                  <a16:creationId xmlns:a16="http://schemas.microsoft.com/office/drawing/2014/main" id="{0FEECA33-CFC2-497F-AA6A-50C569AA4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949"/>
              <a:ext cx="78" cy="53"/>
            </a:xfrm>
            <a:custGeom>
              <a:avLst/>
              <a:gdLst>
                <a:gd name="T0" fmla="*/ 0 w 34"/>
                <a:gd name="T1" fmla="*/ 210 h 22"/>
                <a:gd name="T2" fmla="*/ 252 w 34"/>
                <a:gd name="T3" fmla="*/ 226 h 22"/>
                <a:gd name="T4" fmla="*/ 289 w 34"/>
                <a:gd name="T5" fmla="*/ 0 h 22"/>
                <a:gd name="T6" fmla="*/ 337 w 34"/>
                <a:gd name="T7" fmla="*/ 239 h 22"/>
                <a:gd name="T8" fmla="*/ 122 w 34"/>
                <a:gd name="T9" fmla="*/ 251 h 22"/>
                <a:gd name="T10" fmla="*/ 0 w 34"/>
                <a:gd name="T11" fmla="*/ 21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2">
                  <a:moveTo>
                    <a:pt x="0" y="15"/>
                  </a:moveTo>
                  <a:cubicBezTo>
                    <a:pt x="12" y="15"/>
                    <a:pt x="13" y="18"/>
                    <a:pt x="21" y="16"/>
                  </a:cubicBezTo>
                  <a:cubicBezTo>
                    <a:pt x="30" y="13"/>
                    <a:pt x="31" y="6"/>
                    <a:pt x="24" y="0"/>
                  </a:cubicBezTo>
                  <a:cubicBezTo>
                    <a:pt x="34" y="6"/>
                    <a:pt x="34" y="12"/>
                    <a:pt x="28" y="17"/>
                  </a:cubicBezTo>
                  <a:cubicBezTo>
                    <a:pt x="22" y="22"/>
                    <a:pt x="17" y="20"/>
                    <a:pt x="10" y="18"/>
                  </a:cubicBezTo>
                  <a:cubicBezTo>
                    <a:pt x="4" y="16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F4F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8" name="Freeform 143">
              <a:extLst>
                <a:ext uri="{FF2B5EF4-FFF2-40B4-BE49-F238E27FC236}">
                  <a16:creationId xmlns:a16="http://schemas.microsoft.com/office/drawing/2014/main" id="{B540DB7A-E348-4022-AB8D-D2F38E395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593"/>
              <a:ext cx="64" cy="59"/>
            </a:xfrm>
            <a:custGeom>
              <a:avLst/>
              <a:gdLst>
                <a:gd name="T0" fmla="*/ 11 w 28"/>
                <a:gd name="T1" fmla="*/ 253 h 24"/>
                <a:gd name="T2" fmla="*/ 25 w 28"/>
                <a:gd name="T3" fmla="*/ 356 h 24"/>
                <a:gd name="T4" fmla="*/ 334 w 28"/>
                <a:gd name="T5" fmla="*/ 0 h 24"/>
                <a:gd name="T6" fmla="*/ 25 w 28"/>
                <a:gd name="T7" fmla="*/ 23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4">
                  <a:moveTo>
                    <a:pt x="1" y="17"/>
                  </a:moveTo>
                  <a:cubicBezTo>
                    <a:pt x="0" y="19"/>
                    <a:pt x="1" y="22"/>
                    <a:pt x="2" y="24"/>
                  </a:cubicBezTo>
                  <a:cubicBezTo>
                    <a:pt x="8" y="17"/>
                    <a:pt x="22" y="7"/>
                    <a:pt x="28" y="0"/>
                  </a:cubicBezTo>
                  <a:cubicBezTo>
                    <a:pt x="21" y="4"/>
                    <a:pt x="8" y="12"/>
                    <a:pt x="2" y="16"/>
                  </a:cubicBezTo>
                </a:path>
              </a:pathLst>
            </a:custGeom>
            <a:solidFill>
              <a:srgbClr val="A6D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9" name="Freeform 144">
              <a:extLst>
                <a:ext uri="{FF2B5EF4-FFF2-40B4-BE49-F238E27FC236}">
                  <a16:creationId xmlns:a16="http://schemas.microsoft.com/office/drawing/2014/main" id="{B9B6DC71-1D4C-4DB4-8D22-AA901E3D0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544"/>
              <a:ext cx="150" cy="27"/>
            </a:xfrm>
            <a:custGeom>
              <a:avLst/>
              <a:gdLst>
                <a:gd name="T0" fmla="*/ 0 w 65"/>
                <a:gd name="T1" fmla="*/ 162 h 11"/>
                <a:gd name="T2" fmla="*/ 798 w 65"/>
                <a:gd name="T3" fmla="*/ 2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1">
                  <a:moveTo>
                    <a:pt x="0" y="11"/>
                  </a:moveTo>
                  <a:cubicBezTo>
                    <a:pt x="17" y="5"/>
                    <a:pt x="48" y="0"/>
                    <a:pt x="65" y="2"/>
                  </a:cubicBezTo>
                </a:path>
              </a:pathLst>
            </a:custGeom>
            <a:solidFill>
              <a:srgbClr val="A6D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0" name="Freeform 145">
              <a:extLst>
                <a:ext uri="{FF2B5EF4-FFF2-40B4-BE49-F238E27FC236}">
                  <a16:creationId xmlns:a16="http://schemas.microsoft.com/office/drawing/2014/main" id="{AAA3D2DF-3E1E-41E0-86FE-16D8FEEAE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708"/>
              <a:ext cx="53" cy="79"/>
            </a:xfrm>
            <a:custGeom>
              <a:avLst/>
              <a:gdLst>
                <a:gd name="T0" fmla="*/ 244 w 23"/>
                <a:gd name="T1" fmla="*/ 0 h 32"/>
                <a:gd name="T2" fmla="*/ 0 w 23"/>
                <a:gd name="T3" fmla="*/ 481 h 32"/>
                <a:gd name="T4" fmla="*/ 94 w 23"/>
                <a:gd name="T5" fmla="*/ 439 h 32"/>
                <a:gd name="T6" fmla="*/ 281 w 23"/>
                <a:gd name="T7" fmla="*/ 91 h 32"/>
                <a:gd name="T8" fmla="*/ 244 w 23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20" y="0"/>
                  </a:moveTo>
                  <a:cubicBezTo>
                    <a:pt x="14" y="7"/>
                    <a:pt x="1" y="27"/>
                    <a:pt x="0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21" y="7"/>
                    <a:pt x="23" y="6"/>
                  </a:cubicBezTo>
                  <a:cubicBezTo>
                    <a:pt x="21" y="5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A6D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1" name="Freeform 146">
              <a:extLst>
                <a:ext uri="{FF2B5EF4-FFF2-40B4-BE49-F238E27FC236}">
                  <a16:creationId xmlns:a16="http://schemas.microsoft.com/office/drawing/2014/main" id="{58767949-9122-453D-9C31-12A3BBCC5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821"/>
              <a:ext cx="42" cy="287"/>
            </a:xfrm>
            <a:custGeom>
              <a:avLst/>
              <a:gdLst>
                <a:gd name="T0" fmla="*/ 77 w 18"/>
                <a:gd name="T1" fmla="*/ 974 h 117"/>
                <a:gd name="T2" fmla="*/ 217 w 18"/>
                <a:gd name="T3" fmla="*/ 0 h 117"/>
                <a:gd name="T4" fmla="*/ 126 w 18"/>
                <a:gd name="T5" fmla="*/ 71 h 117"/>
                <a:gd name="T6" fmla="*/ 49 w 18"/>
                <a:gd name="T7" fmla="*/ 1047 h 117"/>
                <a:gd name="T8" fmla="*/ 229 w 18"/>
                <a:gd name="T9" fmla="*/ 1727 h 117"/>
                <a:gd name="T10" fmla="*/ 77 w 18"/>
                <a:gd name="T11" fmla="*/ 974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17">
                  <a:moveTo>
                    <a:pt x="6" y="66"/>
                  </a:moveTo>
                  <a:cubicBezTo>
                    <a:pt x="3" y="31"/>
                    <a:pt x="13" y="8"/>
                    <a:pt x="17" y="0"/>
                  </a:cubicBezTo>
                  <a:cubicBezTo>
                    <a:pt x="14" y="2"/>
                    <a:pt x="10" y="5"/>
                    <a:pt x="10" y="5"/>
                  </a:cubicBezTo>
                  <a:cubicBezTo>
                    <a:pt x="8" y="12"/>
                    <a:pt x="0" y="33"/>
                    <a:pt x="4" y="71"/>
                  </a:cubicBezTo>
                  <a:cubicBezTo>
                    <a:pt x="6" y="86"/>
                    <a:pt x="13" y="104"/>
                    <a:pt x="18" y="117"/>
                  </a:cubicBezTo>
                  <a:cubicBezTo>
                    <a:pt x="13" y="102"/>
                    <a:pt x="7" y="86"/>
                    <a:pt x="6" y="66"/>
                  </a:cubicBezTo>
                  <a:close/>
                </a:path>
              </a:pathLst>
            </a:custGeom>
            <a:solidFill>
              <a:srgbClr val="A6D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2" name="Freeform 147">
              <a:extLst>
                <a:ext uri="{FF2B5EF4-FFF2-40B4-BE49-F238E27FC236}">
                  <a16:creationId xmlns:a16="http://schemas.microsoft.com/office/drawing/2014/main" id="{D28AD4E7-D79B-4D5C-B4C5-12D5B80C5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792"/>
              <a:ext cx="25" cy="27"/>
            </a:xfrm>
            <a:custGeom>
              <a:avLst/>
              <a:gdLst>
                <a:gd name="T0" fmla="*/ 36 w 11"/>
                <a:gd name="T1" fmla="*/ 42 h 11"/>
                <a:gd name="T2" fmla="*/ 0 w 11"/>
                <a:gd name="T3" fmla="*/ 162 h 11"/>
                <a:gd name="T4" fmla="*/ 93 w 11"/>
                <a:gd name="T5" fmla="*/ 103 h 11"/>
                <a:gd name="T6" fmla="*/ 130 w 11"/>
                <a:gd name="T7" fmla="*/ 0 h 11"/>
                <a:gd name="T8" fmla="*/ 45 w 11"/>
                <a:gd name="T9" fmla="*/ 4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3" y="3"/>
                  </a:moveTo>
                  <a:cubicBezTo>
                    <a:pt x="2" y="5"/>
                    <a:pt x="1" y="8"/>
                    <a:pt x="0" y="11"/>
                  </a:cubicBezTo>
                  <a:cubicBezTo>
                    <a:pt x="2" y="9"/>
                    <a:pt x="5" y="8"/>
                    <a:pt x="8" y="7"/>
                  </a:cubicBezTo>
                  <a:cubicBezTo>
                    <a:pt x="9" y="5"/>
                    <a:pt x="10" y="2"/>
                    <a:pt x="11" y="0"/>
                  </a:cubicBezTo>
                  <a:cubicBezTo>
                    <a:pt x="9" y="0"/>
                    <a:pt x="5" y="1"/>
                    <a:pt x="4" y="3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3" name="Freeform 148">
              <a:extLst>
                <a:ext uri="{FF2B5EF4-FFF2-40B4-BE49-F238E27FC236}">
                  <a16:creationId xmlns:a16="http://schemas.microsoft.com/office/drawing/2014/main" id="{54314752-8245-4FDA-AD64-CD5448CB5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642"/>
              <a:ext cx="14" cy="25"/>
            </a:xfrm>
            <a:custGeom>
              <a:avLst/>
              <a:gdLst>
                <a:gd name="T0" fmla="*/ 0 w 6"/>
                <a:gd name="T1" fmla="*/ 50 h 10"/>
                <a:gd name="T2" fmla="*/ 28 w 6"/>
                <a:gd name="T3" fmla="*/ 158 h 10"/>
                <a:gd name="T4" fmla="*/ 65 w 6"/>
                <a:gd name="T5" fmla="*/ 83 h 10"/>
                <a:gd name="T6" fmla="*/ 49 w 6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0" y="5"/>
                    <a:pt x="1" y="9"/>
                    <a:pt x="2" y="10"/>
                  </a:cubicBezTo>
                  <a:cubicBezTo>
                    <a:pt x="3" y="8"/>
                    <a:pt x="5" y="7"/>
                    <a:pt x="5" y="5"/>
                  </a:cubicBezTo>
                  <a:cubicBezTo>
                    <a:pt x="6" y="4"/>
                    <a:pt x="4" y="2"/>
                    <a:pt x="4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4" name="Freeform 149">
              <a:extLst>
                <a:ext uri="{FF2B5EF4-FFF2-40B4-BE49-F238E27FC236}">
                  <a16:creationId xmlns:a16="http://schemas.microsoft.com/office/drawing/2014/main" id="{F3AEFDDC-6520-41BD-8145-0005BC1E9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593"/>
              <a:ext cx="41" cy="59"/>
            </a:xfrm>
            <a:custGeom>
              <a:avLst/>
              <a:gdLst>
                <a:gd name="T0" fmla="*/ 212 w 18"/>
                <a:gd name="T1" fmla="*/ 0 h 24"/>
                <a:gd name="T2" fmla="*/ 175 w 18"/>
                <a:gd name="T3" fmla="*/ 74 h 24"/>
                <a:gd name="T4" fmla="*/ 155 w 18"/>
                <a:gd name="T5" fmla="*/ 162 h 24"/>
                <a:gd name="T6" fmla="*/ 118 w 18"/>
                <a:gd name="T7" fmla="*/ 182 h 24"/>
                <a:gd name="T8" fmla="*/ 73 w 18"/>
                <a:gd name="T9" fmla="*/ 236 h 24"/>
                <a:gd name="T10" fmla="*/ 25 w 18"/>
                <a:gd name="T11" fmla="*/ 344 h 24"/>
                <a:gd name="T12" fmla="*/ 0 w 18"/>
                <a:gd name="T13" fmla="*/ 356 h 24"/>
                <a:gd name="T14" fmla="*/ 36 w 18"/>
                <a:gd name="T15" fmla="*/ 150 h 24"/>
                <a:gd name="T16" fmla="*/ 155 w 18"/>
                <a:gd name="T17" fmla="*/ 42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4">
                  <a:moveTo>
                    <a:pt x="18" y="0"/>
                  </a:moveTo>
                  <a:cubicBezTo>
                    <a:pt x="16" y="1"/>
                    <a:pt x="16" y="3"/>
                    <a:pt x="15" y="5"/>
                  </a:cubicBezTo>
                  <a:cubicBezTo>
                    <a:pt x="15" y="6"/>
                    <a:pt x="14" y="9"/>
                    <a:pt x="13" y="11"/>
                  </a:cubicBezTo>
                  <a:cubicBezTo>
                    <a:pt x="13" y="11"/>
                    <a:pt x="11" y="12"/>
                    <a:pt x="10" y="12"/>
                  </a:cubicBezTo>
                  <a:cubicBezTo>
                    <a:pt x="9" y="13"/>
                    <a:pt x="7" y="14"/>
                    <a:pt x="6" y="16"/>
                  </a:cubicBezTo>
                  <a:cubicBezTo>
                    <a:pt x="5" y="18"/>
                    <a:pt x="4" y="21"/>
                    <a:pt x="2" y="23"/>
                  </a:cubicBezTo>
                  <a:cubicBezTo>
                    <a:pt x="2" y="24"/>
                    <a:pt x="1" y="24"/>
                    <a:pt x="0" y="24"/>
                  </a:cubicBezTo>
                  <a:cubicBezTo>
                    <a:pt x="0" y="20"/>
                    <a:pt x="1" y="15"/>
                    <a:pt x="3" y="10"/>
                  </a:cubicBezTo>
                  <a:cubicBezTo>
                    <a:pt x="5" y="8"/>
                    <a:pt x="10" y="4"/>
                    <a:pt x="13" y="3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5" name="Freeform 150">
              <a:extLst>
                <a:ext uri="{FF2B5EF4-FFF2-40B4-BE49-F238E27FC236}">
                  <a16:creationId xmlns:a16="http://schemas.microsoft.com/office/drawing/2014/main" id="{43B34DBE-146B-4E1D-83B2-C82C22BB0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542"/>
              <a:ext cx="37" cy="24"/>
            </a:xfrm>
            <a:custGeom>
              <a:avLst/>
              <a:gdLst>
                <a:gd name="T0" fmla="*/ 0 w 16"/>
                <a:gd name="T1" fmla="*/ 29 h 10"/>
                <a:gd name="T2" fmla="*/ 74 w 16"/>
                <a:gd name="T3" fmla="*/ 139 h 10"/>
                <a:gd name="T4" fmla="*/ 199 w 16"/>
                <a:gd name="T5" fmla="*/ 29 h 10"/>
                <a:gd name="T6" fmla="*/ 37 w 16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2" y="4"/>
                    <a:pt x="3" y="8"/>
                    <a:pt x="6" y="10"/>
                  </a:cubicBezTo>
                  <a:cubicBezTo>
                    <a:pt x="6" y="4"/>
                    <a:pt x="13" y="5"/>
                    <a:pt x="16" y="2"/>
                  </a:cubicBezTo>
                  <a:cubicBezTo>
                    <a:pt x="13" y="1"/>
                    <a:pt x="5" y="0"/>
                    <a:pt x="3" y="1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6" name="Freeform 151">
              <a:extLst>
                <a:ext uri="{FF2B5EF4-FFF2-40B4-BE49-F238E27FC236}">
                  <a16:creationId xmlns:a16="http://schemas.microsoft.com/office/drawing/2014/main" id="{FC037E65-C69A-447A-80AB-DFD1EC040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49"/>
              <a:ext cx="39" cy="45"/>
            </a:xfrm>
            <a:custGeom>
              <a:avLst/>
              <a:gdLst>
                <a:gd name="T0" fmla="*/ 25 w 17"/>
                <a:gd name="T1" fmla="*/ 270 h 18"/>
                <a:gd name="T2" fmla="*/ 110 w 17"/>
                <a:gd name="T3" fmla="*/ 50 h 18"/>
                <a:gd name="T4" fmla="*/ 204 w 17"/>
                <a:gd name="T5" fmla="*/ 0 h 18"/>
                <a:gd name="T6" fmla="*/ 195 w 17"/>
                <a:gd name="T7" fmla="*/ 113 h 18"/>
                <a:gd name="T8" fmla="*/ 37 w 17"/>
                <a:gd name="T9" fmla="*/ 28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2" y="17"/>
                  </a:moveTo>
                  <a:cubicBezTo>
                    <a:pt x="0" y="13"/>
                    <a:pt x="6" y="5"/>
                    <a:pt x="9" y="3"/>
                  </a:cubicBezTo>
                  <a:cubicBezTo>
                    <a:pt x="11" y="2"/>
                    <a:pt x="14" y="1"/>
                    <a:pt x="17" y="0"/>
                  </a:cubicBezTo>
                  <a:cubicBezTo>
                    <a:pt x="16" y="2"/>
                    <a:pt x="15" y="5"/>
                    <a:pt x="16" y="7"/>
                  </a:cubicBezTo>
                  <a:cubicBezTo>
                    <a:pt x="10" y="5"/>
                    <a:pt x="4" y="13"/>
                    <a:pt x="3" y="18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7" name="Freeform 152">
              <a:extLst>
                <a:ext uri="{FF2B5EF4-FFF2-40B4-BE49-F238E27FC236}">
                  <a16:creationId xmlns:a16="http://schemas.microsoft.com/office/drawing/2014/main" id="{21A73E4F-4A7D-4832-962A-B7FA20FBD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860"/>
              <a:ext cx="26" cy="54"/>
            </a:xfrm>
            <a:custGeom>
              <a:avLst/>
              <a:gdLst>
                <a:gd name="T0" fmla="*/ 106 w 11"/>
                <a:gd name="T1" fmla="*/ 0 h 22"/>
                <a:gd name="T2" fmla="*/ 0 w 11"/>
                <a:gd name="T3" fmla="*/ 326 h 22"/>
                <a:gd name="T4" fmla="*/ 66 w 11"/>
                <a:gd name="T5" fmla="*/ 150 h 22"/>
                <a:gd name="T6" fmla="*/ 135 w 11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8" y="0"/>
                  </a:moveTo>
                  <a:cubicBezTo>
                    <a:pt x="4" y="7"/>
                    <a:pt x="0" y="14"/>
                    <a:pt x="0" y="22"/>
                  </a:cubicBezTo>
                  <a:cubicBezTo>
                    <a:pt x="2" y="19"/>
                    <a:pt x="3" y="14"/>
                    <a:pt x="5" y="10"/>
                  </a:cubicBezTo>
                  <a:cubicBezTo>
                    <a:pt x="6" y="8"/>
                    <a:pt x="11" y="1"/>
                    <a:pt x="10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8" name="Freeform 153">
              <a:extLst>
                <a:ext uri="{FF2B5EF4-FFF2-40B4-BE49-F238E27FC236}">
                  <a16:creationId xmlns:a16="http://schemas.microsoft.com/office/drawing/2014/main" id="{5F1C2CC9-AE69-4F9A-876F-3F5CC6B39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738"/>
              <a:ext cx="23" cy="49"/>
            </a:xfrm>
            <a:custGeom>
              <a:avLst/>
              <a:gdLst>
                <a:gd name="T0" fmla="*/ 85 w 10"/>
                <a:gd name="T1" fmla="*/ 12 h 20"/>
                <a:gd name="T2" fmla="*/ 0 w 10"/>
                <a:gd name="T3" fmla="*/ 294 h 20"/>
                <a:gd name="T4" fmla="*/ 122 w 10"/>
                <a:gd name="T5" fmla="*/ 71 h 20"/>
                <a:gd name="T6" fmla="*/ 110 w 10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7" y="1"/>
                  </a:moveTo>
                  <a:cubicBezTo>
                    <a:pt x="0" y="5"/>
                    <a:pt x="0" y="12"/>
                    <a:pt x="0" y="20"/>
                  </a:cubicBezTo>
                  <a:cubicBezTo>
                    <a:pt x="1" y="13"/>
                    <a:pt x="5" y="8"/>
                    <a:pt x="10" y="5"/>
                  </a:cubicBezTo>
                  <a:cubicBezTo>
                    <a:pt x="7" y="5"/>
                    <a:pt x="8" y="1"/>
                    <a:pt x="9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9" name="Freeform 154">
              <a:extLst>
                <a:ext uri="{FF2B5EF4-FFF2-40B4-BE49-F238E27FC236}">
                  <a16:creationId xmlns:a16="http://schemas.microsoft.com/office/drawing/2014/main" id="{7AFD904C-7427-41F3-AA70-D8195E559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880"/>
              <a:ext cx="30" cy="42"/>
            </a:xfrm>
            <a:custGeom>
              <a:avLst/>
              <a:gdLst>
                <a:gd name="T0" fmla="*/ 74 w 13"/>
                <a:gd name="T1" fmla="*/ 30 h 17"/>
                <a:gd name="T2" fmla="*/ 12 w 13"/>
                <a:gd name="T3" fmla="*/ 121 h 17"/>
                <a:gd name="T4" fmla="*/ 12 w 13"/>
                <a:gd name="T5" fmla="*/ 183 h 17"/>
                <a:gd name="T6" fmla="*/ 28 w 13"/>
                <a:gd name="T7" fmla="*/ 257 h 17"/>
                <a:gd name="T8" fmla="*/ 65 w 13"/>
                <a:gd name="T9" fmla="*/ 153 h 17"/>
                <a:gd name="T10" fmla="*/ 159 w 13"/>
                <a:gd name="T11" fmla="*/ 74 h 17"/>
                <a:gd name="T12" fmla="*/ 150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6" y="2"/>
                  </a:moveTo>
                  <a:cubicBezTo>
                    <a:pt x="5" y="4"/>
                    <a:pt x="2" y="6"/>
                    <a:pt x="1" y="8"/>
                  </a:cubicBezTo>
                  <a:cubicBezTo>
                    <a:pt x="0" y="10"/>
                    <a:pt x="1" y="10"/>
                    <a:pt x="1" y="12"/>
                  </a:cubicBezTo>
                  <a:cubicBezTo>
                    <a:pt x="1" y="14"/>
                    <a:pt x="1" y="16"/>
                    <a:pt x="2" y="17"/>
                  </a:cubicBezTo>
                  <a:cubicBezTo>
                    <a:pt x="2" y="15"/>
                    <a:pt x="3" y="12"/>
                    <a:pt x="5" y="10"/>
                  </a:cubicBezTo>
                  <a:cubicBezTo>
                    <a:pt x="7" y="7"/>
                    <a:pt x="10" y="6"/>
                    <a:pt x="13" y="5"/>
                  </a:cubicBezTo>
                  <a:cubicBezTo>
                    <a:pt x="9" y="6"/>
                    <a:pt x="9" y="1"/>
                    <a:pt x="12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0" name="Freeform 155">
              <a:extLst>
                <a:ext uri="{FF2B5EF4-FFF2-40B4-BE49-F238E27FC236}">
                  <a16:creationId xmlns:a16="http://schemas.microsoft.com/office/drawing/2014/main" id="{53899E13-2715-4253-B300-EA33AA134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000"/>
              <a:ext cx="37" cy="39"/>
            </a:xfrm>
            <a:custGeom>
              <a:avLst/>
              <a:gdLst>
                <a:gd name="T0" fmla="*/ 12 w 16"/>
                <a:gd name="T1" fmla="*/ 0 h 16"/>
                <a:gd name="T2" fmla="*/ 28 w 16"/>
                <a:gd name="T3" fmla="*/ 90 h 16"/>
                <a:gd name="T4" fmla="*/ 86 w 16"/>
                <a:gd name="T5" fmla="*/ 119 h 16"/>
                <a:gd name="T6" fmla="*/ 199 w 16"/>
                <a:gd name="T7" fmla="*/ 232 h 16"/>
                <a:gd name="T8" fmla="*/ 187 w 16"/>
                <a:gd name="T9" fmla="*/ 132 h 16"/>
                <a:gd name="T10" fmla="*/ 102 w 16"/>
                <a:gd name="T11" fmla="*/ 59 h 16"/>
                <a:gd name="T12" fmla="*/ 49 w 16"/>
                <a:gd name="T13" fmla="*/ 29 h 16"/>
                <a:gd name="T14" fmla="*/ 28 w 16"/>
                <a:gd name="T15" fmla="*/ 12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6">
                  <a:moveTo>
                    <a:pt x="1" y="0"/>
                  </a:moveTo>
                  <a:cubicBezTo>
                    <a:pt x="0" y="2"/>
                    <a:pt x="0" y="5"/>
                    <a:pt x="2" y="6"/>
                  </a:cubicBezTo>
                  <a:cubicBezTo>
                    <a:pt x="3" y="7"/>
                    <a:pt x="6" y="7"/>
                    <a:pt x="7" y="8"/>
                  </a:cubicBezTo>
                  <a:cubicBezTo>
                    <a:pt x="11" y="10"/>
                    <a:pt x="14" y="12"/>
                    <a:pt x="16" y="16"/>
                  </a:cubicBezTo>
                  <a:cubicBezTo>
                    <a:pt x="16" y="14"/>
                    <a:pt x="14" y="11"/>
                    <a:pt x="15" y="9"/>
                  </a:cubicBezTo>
                  <a:cubicBezTo>
                    <a:pt x="12" y="9"/>
                    <a:pt x="10" y="6"/>
                    <a:pt x="8" y="4"/>
                  </a:cubicBezTo>
                  <a:cubicBezTo>
                    <a:pt x="6" y="3"/>
                    <a:pt x="6" y="2"/>
                    <a:pt x="4" y="2"/>
                  </a:cubicBezTo>
                  <a:cubicBezTo>
                    <a:pt x="3" y="1"/>
                    <a:pt x="3" y="2"/>
                    <a:pt x="2" y="1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1" name="Freeform 156">
              <a:extLst>
                <a:ext uri="{FF2B5EF4-FFF2-40B4-BE49-F238E27FC236}">
                  <a16:creationId xmlns:a16="http://schemas.microsoft.com/office/drawing/2014/main" id="{B78C7CBF-567A-41C8-B193-F4C6713EC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054"/>
              <a:ext cx="18" cy="69"/>
            </a:xfrm>
            <a:custGeom>
              <a:avLst/>
              <a:gdLst>
                <a:gd name="T0" fmla="*/ 45 w 8"/>
                <a:gd name="T1" fmla="*/ 12 h 28"/>
                <a:gd name="T2" fmla="*/ 0 w 8"/>
                <a:gd name="T3" fmla="*/ 286 h 28"/>
                <a:gd name="T4" fmla="*/ 0 w 8"/>
                <a:gd name="T5" fmla="*/ 419 h 28"/>
                <a:gd name="T6" fmla="*/ 36 w 8"/>
                <a:gd name="T7" fmla="*/ 182 h 28"/>
                <a:gd name="T8" fmla="*/ 72 w 8"/>
                <a:gd name="T9" fmla="*/ 42 h 28"/>
                <a:gd name="T10" fmla="*/ 92 w 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8">
                  <a:moveTo>
                    <a:pt x="4" y="1"/>
                  </a:moveTo>
                  <a:cubicBezTo>
                    <a:pt x="1" y="6"/>
                    <a:pt x="0" y="14"/>
                    <a:pt x="0" y="19"/>
                  </a:cubicBezTo>
                  <a:cubicBezTo>
                    <a:pt x="0" y="22"/>
                    <a:pt x="0" y="26"/>
                    <a:pt x="0" y="28"/>
                  </a:cubicBezTo>
                  <a:cubicBezTo>
                    <a:pt x="2" y="24"/>
                    <a:pt x="2" y="17"/>
                    <a:pt x="3" y="12"/>
                  </a:cubicBezTo>
                  <a:cubicBezTo>
                    <a:pt x="4" y="9"/>
                    <a:pt x="5" y="6"/>
                    <a:pt x="6" y="3"/>
                  </a:cubicBezTo>
                  <a:cubicBezTo>
                    <a:pt x="7" y="2"/>
                    <a:pt x="8" y="1"/>
                    <a:pt x="8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2" name="Freeform 157">
              <a:extLst>
                <a:ext uri="{FF2B5EF4-FFF2-40B4-BE49-F238E27FC236}">
                  <a16:creationId xmlns:a16="http://schemas.microsoft.com/office/drawing/2014/main" id="{CB7BEC47-A3B4-4FF5-A1F6-3DA1F5B3D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899"/>
              <a:ext cx="18" cy="27"/>
            </a:xfrm>
            <a:custGeom>
              <a:avLst/>
              <a:gdLst>
                <a:gd name="T0" fmla="*/ 56 w 8"/>
                <a:gd name="T1" fmla="*/ 12 h 11"/>
                <a:gd name="T2" fmla="*/ 25 w 8"/>
                <a:gd name="T3" fmla="*/ 162 h 11"/>
                <a:gd name="T4" fmla="*/ 92 w 8"/>
                <a:gd name="T5" fmla="*/ 91 h 11"/>
                <a:gd name="T6" fmla="*/ 72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5" y="1"/>
                  </a:moveTo>
                  <a:cubicBezTo>
                    <a:pt x="2" y="3"/>
                    <a:pt x="0" y="7"/>
                    <a:pt x="2" y="11"/>
                  </a:cubicBezTo>
                  <a:cubicBezTo>
                    <a:pt x="4" y="9"/>
                    <a:pt x="5" y="7"/>
                    <a:pt x="8" y="6"/>
                  </a:cubicBezTo>
                  <a:cubicBezTo>
                    <a:pt x="5" y="6"/>
                    <a:pt x="4" y="2"/>
                    <a:pt x="6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3" name="Freeform 158">
              <a:extLst>
                <a:ext uri="{FF2B5EF4-FFF2-40B4-BE49-F238E27FC236}">
                  <a16:creationId xmlns:a16="http://schemas.microsoft.com/office/drawing/2014/main" id="{61FB5CC9-99E7-4F06-B48C-63EBFA62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253"/>
              <a:ext cx="21" cy="22"/>
            </a:xfrm>
            <a:custGeom>
              <a:avLst/>
              <a:gdLst>
                <a:gd name="T0" fmla="*/ 37 w 9"/>
                <a:gd name="T1" fmla="*/ 0 h 9"/>
                <a:gd name="T2" fmla="*/ 49 w 9"/>
                <a:gd name="T3" fmla="*/ 132 h 9"/>
                <a:gd name="T4" fmla="*/ 114 w 9"/>
                <a:gd name="T5" fmla="*/ 71 h 9"/>
                <a:gd name="T6" fmla="*/ 49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3" y="0"/>
                  </a:moveTo>
                  <a:cubicBezTo>
                    <a:pt x="1" y="2"/>
                    <a:pt x="0" y="9"/>
                    <a:pt x="4" y="9"/>
                  </a:cubicBezTo>
                  <a:cubicBezTo>
                    <a:pt x="4" y="5"/>
                    <a:pt x="6" y="5"/>
                    <a:pt x="9" y="5"/>
                  </a:cubicBezTo>
                  <a:cubicBezTo>
                    <a:pt x="7" y="4"/>
                    <a:pt x="4" y="2"/>
                    <a:pt x="4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4" name="Freeform 159">
              <a:extLst>
                <a:ext uri="{FF2B5EF4-FFF2-40B4-BE49-F238E27FC236}">
                  <a16:creationId xmlns:a16="http://schemas.microsoft.com/office/drawing/2014/main" id="{C9F409EA-3D9C-4F7A-9837-6523E811E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750"/>
              <a:ext cx="34" cy="32"/>
            </a:xfrm>
            <a:custGeom>
              <a:avLst/>
              <a:gdLst>
                <a:gd name="T0" fmla="*/ 25 w 15"/>
                <a:gd name="T1" fmla="*/ 30 h 13"/>
                <a:gd name="T2" fmla="*/ 25 w 15"/>
                <a:gd name="T3" fmla="*/ 194 h 13"/>
                <a:gd name="T4" fmla="*/ 36 w 15"/>
                <a:gd name="T5" fmla="*/ 133 h 13"/>
                <a:gd name="T6" fmla="*/ 73 w 15"/>
                <a:gd name="T7" fmla="*/ 91 h 13"/>
                <a:gd name="T8" fmla="*/ 175 w 15"/>
                <a:gd name="T9" fmla="*/ 62 h 13"/>
                <a:gd name="T10" fmla="*/ 138 w 15"/>
                <a:gd name="T11" fmla="*/ 0 h 13"/>
                <a:gd name="T12" fmla="*/ 82 w 15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2" y="2"/>
                  </a:moveTo>
                  <a:cubicBezTo>
                    <a:pt x="1" y="4"/>
                    <a:pt x="0" y="10"/>
                    <a:pt x="2" y="13"/>
                  </a:cubicBezTo>
                  <a:cubicBezTo>
                    <a:pt x="3" y="12"/>
                    <a:pt x="2" y="10"/>
                    <a:pt x="3" y="9"/>
                  </a:cubicBezTo>
                  <a:cubicBezTo>
                    <a:pt x="4" y="7"/>
                    <a:pt x="4" y="7"/>
                    <a:pt x="6" y="6"/>
                  </a:cubicBezTo>
                  <a:cubicBezTo>
                    <a:pt x="9" y="5"/>
                    <a:pt x="12" y="4"/>
                    <a:pt x="15" y="4"/>
                  </a:cubicBezTo>
                  <a:cubicBezTo>
                    <a:pt x="13" y="3"/>
                    <a:pt x="11" y="3"/>
                    <a:pt x="12" y="0"/>
                  </a:cubicBezTo>
                  <a:cubicBezTo>
                    <a:pt x="10" y="0"/>
                    <a:pt x="8" y="0"/>
                    <a:pt x="7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5" name="Freeform 160">
              <a:extLst>
                <a:ext uri="{FF2B5EF4-FFF2-40B4-BE49-F238E27FC236}">
                  <a16:creationId xmlns:a16="http://schemas.microsoft.com/office/drawing/2014/main" id="{976770E6-D240-43E5-B9BE-3BC485C84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659"/>
              <a:ext cx="28" cy="35"/>
            </a:xfrm>
            <a:custGeom>
              <a:avLst/>
              <a:gdLst>
                <a:gd name="T0" fmla="*/ 103 w 12"/>
                <a:gd name="T1" fmla="*/ 20 h 14"/>
                <a:gd name="T2" fmla="*/ 37 w 12"/>
                <a:gd name="T3" fmla="*/ 220 h 14"/>
                <a:gd name="T4" fmla="*/ 77 w 12"/>
                <a:gd name="T5" fmla="*/ 125 h 14"/>
                <a:gd name="T6" fmla="*/ 152 w 12"/>
                <a:gd name="T7" fmla="*/ 83 h 14"/>
                <a:gd name="T8" fmla="*/ 142 w 1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8" y="1"/>
                  </a:moveTo>
                  <a:cubicBezTo>
                    <a:pt x="4" y="2"/>
                    <a:pt x="0" y="10"/>
                    <a:pt x="3" y="14"/>
                  </a:cubicBezTo>
                  <a:cubicBezTo>
                    <a:pt x="5" y="12"/>
                    <a:pt x="5" y="10"/>
                    <a:pt x="6" y="8"/>
                  </a:cubicBezTo>
                  <a:cubicBezTo>
                    <a:pt x="8" y="6"/>
                    <a:pt x="10" y="6"/>
                    <a:pt x="12" y="5"/>
                  </a:cubicBezTo>
                  <a:cubicBezTo>
                    <a:pt x="11" y="4"/>
                    <a:pt x="10" y="2"/>
                    <a:pt x="11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6" name="Freeform 161">
              <a:extLst>
                <a:ext uri="{FF2B5EF4-FFF2-40B4-BE49-F238E27FC236}">
                  <a16:creationId xmlns:a16="http://schemas.microsoft.com/office/drawing/2014/main" id="{27E762EE-BDCB-4B0B-A266-974FD24D4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659"/>
              <a:ext cx="44" cy="42"/>
            </a:xfrm>
            <a:custGeom>
              <a:avLst/>
              <a:gdLst>
                <a:gd name="T0" fmla="*/ 151 w 19"/>
                <a:gd name="T1" fmla="*/ 12 h 17"/>
                <a:gd name="T2" fmla="*/ 37 w 19"/>
                <a:gd name="T3" fmla="*/ 91 h 17"/>
                <a:gd name="T4" fmla="*/ 65 w 19"/>
                <a:gd name="T5" fmla="*/ 257 h 17"/>
                <a:gd name="T6" fmla="*/ 225 w 19"/>
                <a:gd name="T7" fmla="*/ 91 h 17"/>
                <a:gd name="T8" fmla="*/ 236 w 19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2" y="1"/>
                  </a:moveTo>
                  <a:cubicBezTo>
                    <a:pt x="9" y="2"/>
                    <a:pt x="6" y="4"/>
                    <a:pt x="3" y="6"/>
                  </a:cubicBezTo>
                  <a:cubicBezTo>
                    <a:pt x="0" y="11"/>
                    <a:pt x="3" y="14"/>
                    <a:pt x="5" y="17"/>
                  </a:cubicBezTo>
                  <a:cubicBezTo>
                    <a:pt x="5" y="11"/>
                    <a:pt x="13" y="7"/>
                    <a:pt x="18" y="6"/>
                  </a:cubicBezTo>
                  <a:cubicBezTo>
                    <a:pt x="16" y="4"/>
                    <a:pt x="18" y="2"/>
                    <a:pt x="19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7" name="Freeform 162">
              <a:extLst>
                <a:ext uri="{FF2B5EF4-FFF2-40B4-BE49-F238E27FC236}">
                  <a16:creationId xmlns:a16="http://schemas.microsoft.com/office/drawing/2014/main" id="{445BBE8E-FB31-4CF3-8934-B511B15E5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1733"/>
              <a:ext cx="21" cy="24"/>
            </a:xfrm>
            <a:custGeom>
              <a:avLst/>
              <a:gdLst>
                <a:gd name="T0" fmla="*/ 37 w 9"/>
                <a:gd name="T1" fmla="*/ 0 h 10"/>
                <a:gd name="T2" fmla="*/ 28 w 9"/>
                <a:gd name="T3" fmla="*/ 70 h 10"/>
                <a:gd name="T4" fmla="*/ 0 w 9"/>
                <a:gd name="T5" fmla="*/ 127 h 10"/>
                <a:gd name="T6" fmla="*/ 77 w 9"/>
                <a:gd name="T7" fmla="*/ 139 h 10"/>
                <a:gd name="T8" fmla="*/ 114 w 9"/>
                <a:gd name="T9" fmla="*/ 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cubicBezTo>
                    <a:pt x="2" y="1"/>
                    <a:pt x="2" y="3"/>
                    <a:pt x="2" y="5"/>
                  </a:cubicBezTo>
                  <a:cubicBezTo>
                    <a:pt x="1" y="6"/>
                    <a:pt x="0" y="7"/>
                    <a:pt x="0" y="9"/>
                  </a:cubicBezTo>
                  <a:cubicBezTo>
                    <a:pt x="2" y="9"/>
                    <a:pt x="4" y="9"/>
                    <a:pt x="6" y="10"/>
                  </a:cubicBezTo>
                  <a:cubicBezTo>
                    <a:pt x="5" y="7"/>
                    <a:pt x="6" y="4"/>
                    <a:pt x="9" y="2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8" name="Freeform 163">
              <a:extLst>
                <a:ext uri="{FF2B5EF4-FFF2-40B4-BE49-F238E27FC236}">
                  <a16:creationId xmlns:a16="http://schemas.microsoft.com/office/drawing/2014/main" id="{96BB0E98-6EE6-4CF0-A255-A2F480E9E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568"/>
              <a:ext cx="41" cy="23"/>
            </a:xfrm>
            <a:custGeom>
              <a:avLst/>
              <a:gdLst>
                <a:gd name="T0" fmla="*/ 25 w 18"/>
                <a:gd name="T1" fmla="*/ 0 h 9"/>
                <a:gd name="T2" fmla="*/ 25 w 18"/>
                <a:gd name="T3" fmla="*/ 151 h 9"/>
                <a:gd name="T4" fmla="*/ 82 w 18"/>
                <a:gd name="T5" fmla="*/ 84 h 9"/>
                <a:gd name="T6" fmla="*/ 212 w 18"/>
                <a:gd name="T7" fmla="*/ 97 h 9"/>
                <a:gd name="T8" fmla="*/ 57 w 18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">
                  <a:moveTo>
                    <a:pt x="2" y="0"/>
                  </a:moveTo>
                  <a:cubicBezTo>
                    <a:pt x="2" y="2"/>
                    <a:pt x="0" y="7"/>
                    <a:pt x="2" y="9"/>
                  </a:cubicBezTo>
                  <a:cubicBezTo>
                    <a:pt x="4" y="7"/>
                    <a:pt x="4" y="6"/>
                    <a:pt x="7" y="5"/>
                  </a:cubicBezTo>
                  <a:cubicBezTo>
                    <a:pt x="10" y="5"/>
                    <a:pt x="15" y="5"/>
                    <a:pt x="18" y="6"/>
                  </a:cubicBezTo>
                  <a:cubicBezTo>
                    <a:pt x="14" y="4"/>
                    <a:pt x="10" y="1"/>
                    <a:pt x="5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9" name="Freeform 164">
              <a:extLst>
                <a:ext uri="{FF2B5EF4-FFF2-40B4-BE49-F238E27FC236}">
                  <a16:creationId xmlns:a16="http://schemas.microsoft.com/office/drawing/2014/main" id="{1B2F7C2F-B1DC-4D20-9519-8BE460E68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566"/>
              <a:ext cx="23" cy="20"/>
            </a:xfrm>
            <a:custGeom>
              <a:avLst/>
              <a:gdLst>
                <a:gd name="T0" fmla="*/ 0 w 10"/>
                <a:gd name="T1" fmla="*/ 20 h 8"/>
                <a:gd name="T2" fmla="*/ 28 w 10"/>
                <a:gd name="T3" fmla="*/ 83 h 8"/>
                <a:gd name="T4" fmla="*/ 122 w 10"/>
                <a:gd name="T5" fmla="*/ 125 h 8"/>
                <a:gd name="T6" fmla="*/ 37 w 1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1"/>
                  </a:moveTo>
                  <a:cubicBezTo>
                    <a:pt x="2" y="1"/>
                    <a:pt x="4" y="4"/>
                    <a:pt x="2" y="5"/>
                  </a:cubicBezTo>
                  <a:cubicBezTo>
                    <a:pt x="5" y="5"/>
                    <a:pt x="8" y="6"/>
                    <a:pt x="10" y="8"/>
                  </a:cubicBezTo>
                  <a:cubicBezTo>
                    <a:pt x="9" y="5"/>
                    <a:pt x="7" y="1"/>
                    <a:pt x="3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0" name="Freeform 165">
              <a:extLst>
                <a:ext uri="{FF2B5EF4-FFF2-40B4-BE49-F238E27FC236}">
                  <a16:creationId xmlns:a16="http://schemas.microsoft.com/office/drawing/2014/main" id="{785EF5E9-1AB2-4BDC-BEC6-357414062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608"/>
              <a:ext cx="16" cy="22"/>
            </a:xfrm>
            <a:custGeom>
              <a:avLst/>
              <a:gdLst>
                <a:gd name="T0" fmla="*/ 0 w 7"/>
                <a:gd name="T1" fmla="*/ 0 h 9"/>
                <a:gd name="T2" fmla="*/ 11 w 7"/>
                <a:gd name="T3" fmla="*/ 71 h 9"/>
                <a:gd name="T4" fmla="*/ 85 w 7"/>
                <a:gd name="T5" fmla="*/ 132 h 9"/>
                <a:gd name="T6" fmla="*/ 25 w 7"/>
                <a:gd name="T7" fmla="*/ 2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6" y="7"/>
                    <a:pt x="7" y="9"/>
                  </a:cubicBezTo>
                  <a:cubicBezTo>
                    <a:pt x="7" y="6"/>
                    <a:pt x="5" y="3"/>
                    <a:pt x="2" y="2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1" name="Freeform 166">
              <a:extLst>
                <a:ext uri="{FF2B5EF4-FFF2-40B4-BE49-F238E27FC236}">
                  <a16:creationId xmlns:a16="http://schemas.microsoft.com/office/drawing/2014/main" id="{676ECF80-B845-4144-BEF9-7E4551D3B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794"/>
              <a:ext cx="12" cy="17"/>
            </a:xfrm>
            <a:custGeom>
              <a:avLst/>
              <a:gdLst>
                <a:gd name="T0" fmla="*/ 0 w 5"/>
                <a:gd name="T1" fmla="*/ 0 h 7"/>
                <a:gd name="T2" fmla="*/ 0 w 5"/>
                <a:gd name="T3" fmla="*/ 70 h 7"/>
                <a:gd name="T4" fmla="*/ 70 w 5"/>
                <a:gd name="T5" fmla="*/ 100 h 7"/>
                <a:gd name="T6" fmla="*/ 29 w 5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2" y="4"/>
                    <a:pt x="3" y="6"/>
                    <a:pt x="5" y="7"/>
                  </a:cubicBezTo>
                  <a:cubicBezTo>
                    <a:pt x="5" y="5"/>
                    <a:pt x="2" y="2"/>
                    <a:pt x="2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2" name="Freeform 167">
              <a:extLst>
                <a:ext uri="{FF2B5EF4-FFF2-40B4-BE49-F238E27FC236}">
                  <a16:creationId xmlns:a16="http://schemas.microsoft.com/office/drawing/2014/main" id="{AC48E7BE-47DF-4065-BA2D-2125084DC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949"/>
              <a:ext cx="23" cy="22"/>
            </a:xfrm>
            <a:custGeom>
              <a:avLst/>
              <a:gdLst>
                <a:gd name="T0" fmla="*/ 28 w 10"/>
                <a:gd name="T1" fmla="*/ 59 h 9"/>
                <a:gd name="T2" fmla="*/ 122 w 10"/>
                <a:gd name="T3" fmla="*/ 132 h 9"/>
                <a:gd name="T4" fmla="*/ 85 w 10"/>
                <a:gd name="T5" fmla="*/ 29 h 9"/>
                <a:gd name="T6" fmla="*/ 0 w 1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2" y="4"/>
                  </a:moveTo>
                  <a:cubicBezTo>
                    <a:pt x="5" y="5"/>
                    <a:pt x="7" y="7"/>
                    <a:pt x="10" y="9"/>
                  </a:cubicBezTo>
                  <a:cubicBezTo>
                    <a:pt x="9" y="7"/>
                    <a:pt x="8" y="3"/>
                    <a:pt x="7" y="2"/>
                  </a:cubicBez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3" name="Freeform 168">
              <a:extLst>
                <a:ext uri="{FF2B5EF4-FFF2-40B4-BE49-F238E27FC236}">
                  <a16:creationId xmlns:a16="http://schemas.microsoft.com/office/drawing/2014/main" id="{5CB17A38-DA77-4DC9-A1A6-E44F2C12E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027"/>
              <a:ext cx="16" cy="20"/>
            </a:xfrm>
            <a:custGeom>
              <a:avLst/>
              <a:gdLst>
                <a:gd name="T0" fmla="*/ 0 w 7"/>
                <a:gd name="T1" fmla="*/ 20 h 8"/>
                <a:gd name="T2" fmla="*/ 11 w 7"/>
                <a:gd name="T3" fmla="*/ 125 h 8"/>
                <a:gd name="T4" fmla="*/ 85 w 7"/>
                <a:gd name="T5" fmla="*/ 113 h 8"/>
                <a:gd name="T6" fmla="*/ 48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2" y="2"/>
                    <a:pt x="2" y="6"/>
                    <a:pt x="1" y="8"/>
                  </a:cubicBezTo>
                  <a:cubicBezTo>
                    <a:pt x="2" y="6"/>
                    <a:pt x="5" y="6"/>
                    <a:pt x="7" y="7"/>
                  </a:cubicBezTo>
                  <a:cubicBezTo>
                    <a:pt x="7" y="4"/>
                    <a:pt x="6" y="1"/>
                    <a:pt x="4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4" name="Freeform 169">
              <a:extLst>
                <a:ext uri="{FF2B5EF4-FFF2-40B4-BE49-F238E27FC236}">
                  <a16:creationId xmlns:a16="http://schemas.microsoft.com/office/drawing/2014/main" id="{1E2893FE-3E81-4F0A-916C-2DD6047E6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132"/>
              <a:ext cx="565" cy="540"/>
            </a:xfrm>
            <a:custGeom>
              <a:avLst/>
              <a:gdLst>
                <a:gd name="T0" fmla="*/ 955 w 246"/>
                <a:gd name="T1" fmla="*/ 2349 h 220"/>
                <a:gd name="T2" fmla="*/ 1610 w 246"/>
                <a:gd name="T3" fmla="*/ 2469 h 220"/>
                <a:gd name="T4" fmla="*/ 1952 w 246"/>
                <a:gd name="T5" fmla="*/ 2572 h 220"/>
                <a:gd name="T6" fmla="*/ 2157 w 246"/>
                <a:gd name="T7" fmla="*/ 2602 h 220"/>
                <a:gd name="T8" fmla="*/ 2216 w 246"/>
                <a:gd name="T9" fmla="*/ 1983 h 220"/>
                <a:gd name="T10" fmla="*/ 2147 w 246"/>
                <a:gd name="T11" fmla="*/ 1453 h 220"/>
                <a:gd name="T12" fmla="*/ 2216 w 246"/>
                <a:gd name="T13" fmla="*/ 1375 h 220"/>
                <a:gd name="T14" fmla="*/ 2299 w 246"/>
                <a:gd name="T15" fmla="*/ 1595 h 220"/>
                <a:gd name="T16" fmla="*/ 2485 w 246"/>
                <a:gd name="T17" fmla="*/ 2216 h 220"/>
                <a:gd name="T18" fmla="*/ 2664 w 246"/>
                <a:gd name="T19" fmla="*/ 2602 h 220"/>
                <a:gd name="T20" fmla="*/ 2908 w 246"/>
                <a:gd name="T21" fmla="*/ 3103 h 220"/>
                <a:gd name="T22" fmla="*/ 2933 w 246"/>
                <a:gd name="T23" fmla="*/ 3252 h 220"/>
                <a:gd name="T24" fmla="*/ 2653 w 246"/>
                <a:gd name="T25" fmla="*/ 2837 h 220"/>
                <a:gd name="T26" fmla="*/ 2384 w 246"/>
                <a:gd name="T27" fmla="*/ 2987 h 220"/>
                <a:gd name="T28" fmla="*/ 1647 w 246"/>
                <a:gd name="T29" fmla="*/ 2646 h 220"/>
                <a:gd name="T30" fmla="*/ 785 w 246"/>
                <a:gd name="T31" fmla="*/ 2187 h 220"/>
                <a:gd name="T32" fmla="*/ 544 w 246"/>
                <a:gd name="T33" fmla="*/ 1819 h 220"/>
                <a:gd name="T34" fmla="*/ 411 w 246"/>
                <a:gd name="T35" fmla="*/ 1313 h 220"/>
                <a:gd name="T36" fmla="*/ 289 w 246"/>
                <a:gd name="T37" fmla="*/ 989 h 220"/>
                <a:gd name="T38" fmla="*/ 131 w 246"/>
                <a:gd name="T39" fmla="*/ 476 h 220"/>
                <a:gd name="T40" fmla="*/ 25 w 246"/>
                <a:gd name="T41" fmla="*/ 120 h 220"/>
                <a:gd name="T42" fmla="*/ 243 w 246"/>
                <a:gd name="T43" fmla="*/ 61 h 220"/>
                <a:gd name="T44" fmla="*/ 207 w 246"/>
                <a:gd name="T45" fmla="*/ 398 h 220"/>
                <a:gd name="T46" fmla="*/ 363 w 246"/>
                <a:gd name="T47" fmla="*/ 1006 h 220"/>
                <a:gd name="T48" fmla="*/ 923 w 246"/>
                <a:gd name="T49" fmla="*/ 2116 h 2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46" h="220">
                  <a:moveTo>
                    <a:pt x="79" y="159"/>
                  </a:moveTo>
                  <a:cubicBezTo>
                    <a:pt x="96" y="171"/>
                    <a:pt x="114" y="161"/>
                    <a:pt x="133" y="167"/>
                  </a:cubicBezTo>
                  <a:cubicBezTo>
                    <a:pt x="142" y="170"/>
                    <a:pt x="151" y="172"/>
                    <a:pt x="161" y="174"/>
                  </a:cubicBezTo>
                  <a:cubicBezTo>
                    <a:pt x="166" y="176"/>
                    <a:pt x="173" y="179"/>
                    <a:pt x="178" y="176"/>
                  </a:cubicBezTo>
                  <a:cubicBezTo>
                    <a:pt x="190" y="169"/>
                    <a:pt x="185" y="144"/>
                    <a:pt x="183" y="134"/>
                  </a:cubicBezTo>
                  <a:cubicBezTo>
                    <a:pt x="181" y="123"/>
                    <a:pt x="176" y="109"/>
                    <a:pt x="177" y="98"/>
                  </a:cubicBezTo>
                  <a:cubicBezTo>
                    <a:pt x="178" y="94"/>
                    <a:pt x="178" y="90"/>
                    <a:pt x="183" y="93"/>
                  </a:cubicBezTo>
                  <a:cubicBezTo>
                    <a:pt x="187" y="95"/>
                    <a:pt x="188" y="105"/>
                    <a:pt x="190" y="108"/>
                  </a:cubicBezTo>
                  <a:cubicBezTo>
                    <a:pt x="195" y="124"/>
                    <a:pt x="203" y="133"/>
                    <a:pt x="205" y="150"/>
                  </a:cubicBezTo>
                  <a:cubicBezTo>
                    <a:pt x="206" y="161"/>
                    <a:pt x="213" y="166"/>
                    <a:pt x="220" y="176"/>
                  </a:cubicBezTo>
                  <a:cubicBezTo>
                    <a:pt x="226" y="185"/>
                    <a:pt x="231" y="203"/>
                    <a:pt x="240" y="210"/>
                  </a:cubicBezTo>
                  <a:cubicBezTo>
                    <a:pt x="245" y="215"/>
                    <a:pt x="246" y="214"/>
                    <a:pt x="242" y="220"/>
                  </a:cubicBezTo>
                  <a:cubicBezTo>
                    <a:pt x="237" y="216"/>
                    <a:pt x="224" y="194"/>
                    <a:pt x="219" y="192"/>
                  </a:cubicBezTo>
                  <a:cubicBezTo>
                    <a:pt x="210" y="189"/>
                    <a:pt x="207" y="206"/>
                    <a:pt x="197" y="202"/>
                  </a:cubicBezTo>
                  <a:cubicBezTo>
                    <a:pt x="177" y="193"/>
                    <a:pt x="157" y="185"/>
                    <a:pt x="136" y="179"/>
                  </a:cubicBezTo>
                  <a:cubicBezTo>
                    <a:pt x="111" y="171"/>
                    <a:pt x="83" y="167"/>
                    <a:pt x="65" y="148"/>
                  </a:cubicBezTo>
                  <a:cubicBezTo>
                    <a:pt x="58" y="140"/>
                    <a:pt x="50" y="132"/>
                    <a:pt x="45" y="123"/>
                  </a:cubicBezTo>
                  <a:cubicBezTo>
                    <a:pt x="39" y="113"/>
                    <a:pt x="38" y="100"/>
                    <a:pt x="34" y="89"/>
                  </a:cubicBezTo>
                  <a:cubicBezTo>
                    <a:pt x="31" y="81"/>
                    <a:pt x="27" y="75"/>
                    <a:pt x="24" y="67"/>
                  </a:cubicBezTo>
                  <a:cubicBezTo>
                    <a:pt x="19" y="56"/>
                    <a:pt x="15" y="43"/>
                    <a:pt x="11" y="32"/>
                  </a:cubicBezTo>
                  <a:cubicBezTo>
                    <a:pt x="9" y="25"/>
                    <a:pt x="0" y="15"/>
                    <a:pt x="2" y="8"/>
                  </a:cubicBezTo>
                  <a:cubicBezTo>
                    <a:pt x="3" y="0"/>
                    <a:pt x="14" y="0"/>
                    <a:pt x="20" y="4"/>
                  </a:cubicBezTo>
                  <a:cubicBezTo>
                    <a:pt x="12" y="12"/>
                    <a:pt x="13" y="17"/>
                    <a:pt x="17" y="27"/>
                  </a:cubicBezTo>
                  <a:cubicBezTo>
                    <a:pt x="22" y="41"/>
                    <a:pt x="28" y="54"/>
                    <a:pt x="30" y="68"/>
                  </a:cubicBezTo>
                  <a:cubicBezTo>
                    <a:pt x="36" y="97"/>
                    <a:pt x="48" y="130"/>
                    <a:pt x="76" y="143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5" name="Freeform 170">
              <a:extLst>
                <a:ext uri="{FF2B5EF4-FFF2-40B4-BE49-F238E27FC236}">
                  <a16:creationId xmlns:a16="http://schemas.microsoft.com/office/drawing/2014/main" id="{A8E26EEC-D7AC-4A43-AEBE-5F7197CFF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226"/>
              <a:ext cx="124" cy="269"/>
            </a:xfrm>
            <a:custGeom>
              <a:avLst/>
              <a:gdLst>
                <a:gd name="T0" fmla="*/ 521 w 54"/>
                <a:gd name="T1" fmla="*/ 1506 h 110"/>
                <a:gd name="T2" fmla="*/ 595 w 54"/>
                <a:gd name="T3" fmla="*/ 1406 h 110"/>
                <a:gd name="T4" fmla="*/ 643 w 54"/>
                <a:gd name="T5" fmla="*/ 1245 h 110"/>
                <a:gd name="T6" fmla="*/ 521 w 54"/>
                <a:gd name="T7" fmla="*/ 861 h 110"/>
                <a:gd name="T8" fmla="*/ 423 w 54"/>
                <a:gd name="T9" fmla="*/ 526 h 110"/>
                <a:gd name="T10" fmla="*/ 439 w 54"/>
                <a:gd name="T11" fmla="*/ 293 h 110"/>
                <a:gd name="T12" fmla="*/ 558 w 54"/>
                <a:gd name="T13" fmla="*/ 306 h 110"/>
                <a:gd name="T14" fmla="*/ 253 w 54"/>
                <a:gd name="T15" fmla="*/ 59 h 110"/>
                <a:gd name="T16" fmla="*/ 317 w 54"/>
                <a:gd name="T17" fmla="*/ 831 h 110"/>
                <a:gd name="T18" fmla="*/ 73 w 54"/>
                <a:gd name="T19" fmla="*/ 406 h 110"/>
                <a:gd name="T20" fmla="*/ 158 w 54"/>
                <a:gd name="T21" fmla="*/ 778 h 110"/>
                <a:gd name="T22" fmla="*/ 289 w 54"/>
                <a:gd name="T23" fmla="*/ 1171 h 110"/>
                <a:gd name="T24" fmla="*/ 411 w 54"/>
                <a:gd name="T25" fmla="*/ 1345 h 110"/>
                <a:gd name="T26" fmla="*/ 544 w 54"/>
                <a:gd name="T27" fmla="*/ 1580 h 1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" h="110">
                  <a:moveTo>
                    <a:pt x="43" y="103"/>
                  </a:moveTo>
                  <a:cubicBezTo>
                    <a:pt x="42" y="98"/>
                    <a:pt x="46" y="99"/>
                    <a:pt x="49" y="96"/>
                  </a:cubicBezTo>
                  <a:cubicBezTo>
                    <a:pt x="52" y="93"/>
                    <a:pt x="53" y="89"/>
                    <a:pt x="53" y="85"/>
                  </a:cubicBezTo>
                  <a:cubicBezTo>
                    <a:pt x="54" y="75"/>
                    <a:pt x="48" y="67"/>
                    <a:pt x="43" y="59"/>
                  </a:cubicBezTo>
                  <a:cubicBezTo>
                    <a:pt x="39" y="52"/>
                    <a:pt x="37" y="44"/>
                    <a:pt x="35" y="36"/>
                  </a:cubicBezTo>
                  <a:cubicBezTo>
                    <a:pt x="34" y="32"/>
                    <a:pt x="28" y="19"/>
                    <a:pt x="36" y="20"/>
                  </a:cubicBezTo>
                  <a:cubicBezTo>
                    <a:pt x="38" y="21"/>
                    <a:pt x="50" y="37"/>
                    <a:pt x="46" y="21"/>
                  </a:cubicBezTo>
                  <a:cubicBezTo>
                    <a:pt x="44" y="11"/>
                    <a:pt x="32" y="0"/>
                    <a:pt x="21" y="4"/>
                  </a:cubicBezTo>
                  <a:cubicBezTo>
                    <a:pt x="0" y="11"/>
                    <a:pt x="20" y="45"/>
                    <a:pt x="26" y="57"/>
                  </a:cubicBezTo>
                  <a:cubicBezTo>
                    <a:pt x="18" y="63"/>
                    <a:pt x="15" y="20"/>
                    <a:pt x="6" y="28"/>
                  </a:cubicBezTo>
                  <a:cubicBezTo>
                    <a:pt x="2" y="32"/>
                    <a:pt x="10" y="49"/>
                    <a:pt x="13" y="53"/>
                  </a:cubicBezTo>
                  <a:cubicBezTo>
                    <a:pt x="18" y="61"/>
                    <a:pt x="19" y="72"/>
                    <a:pt x="24" y="80"/>
                  </a:cubicBezTo>
                  <a:cubicBezTo>
                    <a:pt x="27" y="84"/>
                    <a:pt x="31" y="87"/>
                    <a:pt x="34" y="92"/>
                  </a:cubicBezTo>
                  <a:cubicBezTo>
                    <a:pt x="36" y="96"/>
                    <a:pt x="37" y="110"/>
                    <a:pt x="45" y="108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6" name="Freeform 171">
              <a:extLst>
                <a:ext uri="{FF2B5EF4-FFF2-40B4-BE49-F238E27FC236}">
                  <a16:creationId xmlns:a16="http://schemas.microsoft.com/office/drawing/2014/main" id="{27096222-CD8B-4187-BBD8-CEB3D6059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289"/>
              <a:ext cx="129" cy="150"/>
            </a:xfrm>
            <a:custGeom>
              <a:avLst/>
              <a:gdLst>
                <a:gd name="T0" fmla="*/ 0 w 56"/>
                <a:gd name="T1" fmla="*/ 551 h 61"/>
                <a:gd name="T2" fmla="*/ 244 w 56"/>
                <a:gd name="T3" fmla="*/ 866 h 61"/>
                <a:gd name="T4" fmla="*/ 309 w 56"/>
                <a:gd name="T5" fmla="*/ 519 h 61"/>
                <a:gd name="T6" fmla="*/ 468 w 56"/>
                <a:gd name="T7" fmla="*/ 713 h 61"/>
                <a:gd name="T8" fmla="*/ 622 w 56"/>
                <a:gd name="T9" fmla="*/ 430 h 61"/>
                <a:gd name="T10" fmla="*/ 366 w 56"/>
                <a:gd name="T11" fmla="*/ 103 h 61"/>
                <a:gd name="T12" fmla="*/ 233 w 56"/>
                <a:gd name="T13" fmla="*/ 12 h 61"/>
                <a:gd name="T14" fmla="*/ 159 w 56"/>
                <a:gd name="T15" fmla="*/ 327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1">
                  <a:moveTo>
                    <a:pt x="0" y="37"/>
                  </a:moveTo>
                  <a:cubicBezTo>
                    <a:pt x="3" y="44"/>
                    <a:pt x="10" y="61"/>
                    <a:pt x="20" y="58"/>
                  </a:cubicBezTo>
                  <a:cubicBezTo>
                    <a:pt x="29" y="55"/>
                    <a:pt x="25" y="41"/>
                    <a:pt x="25" y="35"/>
                  </a:cubicBezTo>
                  <a:cubicBezTo>
                    <a:pt x="25" y="19"/>
                    <a:pt x="34" y="45"/>
                    <a:pt x="38" y="48"/>
                  </a:cubicBezTo>
                  <a:cubicBezTo>
                    <a:pt x="49" y="54"/>
                    <a:pt x="56" y="36"/>
                    <a:pt x="51" y="29"/>
                  </a:cubicBezTo>
                  <a:cubicBezTo>
                    <a:pt x="47" y="21"/>
                    <a:pt x="37" y="13"/>
                    <a:pt x="30" y="7"/>
                  </a:cubicBezTo>
                  <a:cubicBezTo>
                    <a:pt x="28" y="5"/>
                    <a:pt x="22" y="0"/>
                    <a:pt x="19" y="1"/>
                  </a:cubicBezTo>
                  <a:cubicBezTo>
                    <a:pt x="14" y="2"/>
                    <a:pt x="11" y="18"/>
                    <a:pt x="13" y="22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7" name="Freeform 172">
              <a:extLst>
                <a:ext uri="{FF2B5EF4-FFF2-40B4-BE49-F238E27FC236}">
                  <a16:creationId xmlns:a16="http://schemas.microsoft.com/office/drawing/2014/main" id="{7F22B896-AF9E-4C44-9AE4-71D5D8D02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218"/>
              <a:ext cx="133" cy="138"/>
            </a:xfrm>
            <a:custGeom>
              <a:avLst/>
              <a:gdLst>
                <a:gd name="T0" fmla="*/ 216 w 58"/>
                <a:gd name="T1" fmla="*/ 522 h 56"/>
                <a:gd name="T2" fmla="*/ 195 w 58"/>
                <a:gd name="T3" fmla="*/ 540 h 56"/>
                <a:gd name="T4" fmla="*/ 289 w 58"/>
                <a:gd name="T5" fmla="*/ 315 h 56"/>
                <a:gd name="T6" fmla="*/ 459 w 58"/>
                <a:gd name="T7" fmla="*/ 584 h 56"/>
                <a:gd name="T8" fmla="*/ 521 w 58"/>
                <a:gd name="T9" fmla="*/ 838 h 56"/>
                <a:gd name="T10" fmla="*/ 264 w 58"/>
                <a:gd name="T11" fmla="*/ 62 h 56"/>
                <a:gd name="T12" fmla="*/ 73 w 58"/>
                <a:gd name="T13" fmla="*/ 30 h 56"/>
                <a:gd name="T14" fmla="*/ 25 w 58"/>
                <a:gd name="T15" fmla="*/ 377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56">
                  <a:moveTo>
                    <a:pt x="18" y="35"/>
                  </a:moveTo>
                  <a:cubicBezTo>
                    <a:pt x="17" y="36"/>
                    <a:pt x="16" y="36"/>
                    <a:pt x="16" y="36"/>
                  </a:cubicBezTo>
                  <a:cubicBezTo>
                    <a:pt x="10" y="27"/>
                    <a:pt x="11" y="14"/>
                    <a:pt x="24" y="21"/>
                  </a:cubicBezTo>
                  <a:cubicBezTo>
                    <a:pt x="30" y="24"/>
                    <a:pt x="35" y="32"/>
                    <a:pt x="38" y="39"/>
                  </a:cubicBezTo>
                  <a:cubicBezTo>
                    <a:pt x="40" y="44"/>
                    <a:pt x="40" y="51"/>
                    <a:pt x="43" y="56"/>
                  </a:cubicBezTo>
                  <a:cubicBezTo>
                    <a:pt x="58" y="44"/>
                    <a:pt x="36" y="9"/>
                    <a:pt x="22" y="4"/>
                  </a:cubicBezTo>
                  <a:cubicBezTo>
                    <a:pt x="18" y="2"/>
                    <a:pt x="9" y="0"/>
                    <a:pt x="6" y="2"/>
                  </a:cubicBezTo>
                  <a:cubicBezTo>
                    <a:pt x="1" y="5"/>
                    <a:pt x="0" y="20"/>
                    <a:pt x="2" y="25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8" name="Freeform 173">
              <a:extLst>
                <a:ext uri="{FF2B5EF4-FFF2-40B4-BE49-F238E27FC236}">
                  <a16:creationId xmlns:a16="http://schemas.microsoft.com/office/drawing/2014/main" id="{CF875FEB-9C4E-48ED-8167-21D8E8C16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125"/>
              <a:ext cx="131" cy="86"/>
            </a:xfrm>
            <a:custGeom>
              <a:avLst/>
              <a:gdLst>
                <a:gd name="T0" fmla="*/ 179 w 57"/>
                <a:gd name="T1" fmla="*/ 518 h 35"/>
                <a:gd name="T2" fmla="*/ 269 w 57"/>
                <a:gd name="T3" fmla="*/ 224 h 35"/>
                <a:gd name="T4" fmla="*/ 448 w 57"/>
                <a:gd name="T5" fmla="*/ 162 h 35"/>
                <a:gd name="T6" fmla="*/ 598 w 57"/>
                <a:gd name="T7" fmla="*/ 150 h 35"/>
                <a:gd name="T8" fmla="*/ 232 w 57"/>
                <a:gd name="T9" fmla="*/ 0 h 35"/>
                <a:gd name="T10" fmla="*/ 207 w 57"/>
                <a:gd name="T11" fmla="*/ 459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35">
                  <a:moveTo>
                    <a:pt x="15" y="35"/>
                  </a:moveTo>
                  <a:cubicBezTo>
                    <a:pt x="14" y="25"/>
                    <a:pt x="11" y="19"/>
                    <a:pt x="22" y="15"/>
                  </a:cubicBezTo>
                  <a:cubicBezTo>
                    <a:pt x="27" y="13"/>
                    <a:pt x="32" y="12"/>
                    <a:pt x="37" y="11"/>
                  </a:cubicBezTo>
                  <a:cubicBezTo>
                    <a:pt x="40" y="11"/>
                    <a:pt x="47" y="13"/>
                    <a:pt x="49" y="10"/>
                  </a:cubicBezTo>
                  <a:cubicBezTo>
                    <a:pt x="57" y="2"/>
                    <a:pt x="24" y="0"/>
                    <a:pt x="19" y="0"/>
                  </a:cubicBezTo>
                  <a:cubicBezTo>
                    <a:pt x="2" y="1"/>
                    <a:pt x="0" y="29"/>
                    <a:pt x="17" y="3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9" name="Freeform 174">
              <a:extLst>
                <a:ext uri="{FF2B5EF4-FFF2-40B4-BE49-F238E27FC236}">
                  <a16:creationId xmlns:a16="http://schemas.microsoft.com/office/drawing/2014/main" id="{476A32D1-0038-46EA-A3BA-CF1B46DCE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123"/>
              <a:ext cx="115" cy="127"/>
            </a:xfrm>
            <a:custGeom>
              <a:avLst/>
              <a:gdLst>
                <a:gd name="T0" fmla="*/ 253 w 50"/>
                <a:gd name="T1" fmla="*/ 716 h 52"/>
                <a:gd name="T2" fmla="*/ 524 w 50"/>
                <a:gd name="T3" fmla="*/ 274 h 52"/>
                <a:gd name="T4" fmla="*/ 195 w 50"/>
                <a:gd name="T5" fmla="*/ 757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2">
                  <a:moveTo>
                    <a:pt x="21" y="49"/>
                  </a:moveTo>
                  <a:cubicBezTo>
                    <a:pt x="10" y="30"/>
                    <a:pt x="50" y="31"/>
                    <a:pt x="43" y="19"/>
                  </a:cubicBezTo>
                  <a:cubicBezTo>
                    <a:pt x="34" y="0"/>
                    <a:pt x="0" y="36"/>
                    <a:pt x="16" y="52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0" name="Freeform 175">
              <a:extLst>
                <a:ext uri="{FF2B5EF4-FFF2-40B4-BE49-F238E27FC236}">
                  <a16:creationId xmlns:a16="http://schemas.microsoft.com/office/drawing/2014/main" id="{F4B9E4F2-D658-48D4-9200-F9732E931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292"/>
              <a:ext cx="101" cy="103"/>
            </a:xfrm>
            <a:custGeom>
              <a:avLst/>
              <a:gdLst>
                <a:gd name="T0" fmla="*/ 57 w 44"/>
                <a:gd name="T1" fmla="*/ 444 h 42"/>
                <a:gd name="T2" fmla="*/ 269 w 44"/>
                <a:gd name="T3" fmla="*/ 427 h 42"/>
                <a:gd name="T4" fmla="*/ 337 w 44"/>
                <a:gd name="T5" fmla="*/ 294 h 42"/>
                <a:gd name="T6" fmla="*/ 438 w 44"/>
                <a:gd name="T7" fmla="*/ 444 h 42"/>
                <a:gd name="T8" fmla="*/ 505 w 44"/>
                <a:gd name="T9" fmla="*/ 282 h 42"/>
                <a:gd name="T10" fmla="*/ 253 w 44"/>
                <a:gd name="T11" fmla="*/ 12 h 42"/>
                <a:gd name="T12" fmla="*/ 147 w 44"/>
                <a:gd name="T13" fmla="*/ 253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2">
                  <a:moveTo>
                    <a:pt x="5" y="30"/>
                  </a:moveTo>
                  <a:cubicBezTo>
                    <a:pt x="0" y="42"/>
                    <a:pt x="20" y="41"/>
                    <a:pt x="22" y="29"/>
                  </a:cubicBezTo>
                  <a:cubicBezTo>
                    <a:pt x="23" y="24"/>
                    <a:pt x="18" y="10"/>
                    <a:pt x="28" y="20"/>
                  </a:cubicBezTo>
                  <a:cubicBezTo>
                    <a:pt x="30" y="22"/>
                    <a:pt x="33" y="29"/>
                    <a:pt x="36" y="30"/>
                  </a:cubicBezTo>
                  <a:cubicBezTo>
                    <a:pt x="44" y="32"/>
                    <a:pt x="44" y="24"/>
                    <a:pt x="42" y="19"/>
                  </a:cubicBezTo>
                  <a:cubicBezTo>
                    <a:pt x="39" y="12"/>
                    <a:pt x="29" y="2"/>
                    <a:pt x="21" y="1"/>
                  </a:cubicBezTo>
                  <a:cubicBezTo>
                    <a:pt x="12" y="0"/>
                    <a:pt x="7" y="9"/>
                    <a:pt x="12" y="17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1" name="Freeform 176">
              <a:extLst>
                <a:ext uri="{FF2B5EF4-FFF2-40B4-BE49-F238E27FC236}">
                  <a16:creationId xmlns:a16="http://schemas.microsoft.com/office/drawing/2014/main" id="{D6C20654-3D95-4509-811B-245FAFF9C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245"/>
              <a:ext cx="359" cy="287"/>
            </a:xfrm>
            <a:custGeom>
              <a:avLst/>
              <a:gdLst>
                <a:gd name="T0" fmla="*/ 253 w 156"/>
                <a:gd name="T1" fmla="*/ 709 h 117"/>
                <a:gd name="T2" fmla="*/ 1208 w 156"/>
                <a:gd name="T3" fmla="*/ 1226 h 117"/>
                <a:gd name="T4" fmla="*/ 1620 w 156"/>
                <a:gd name="T5" fmla="*/ 1536 h 117"/>
                <a:gd name="T6" fmla="*/ 1892 w 156"/>
                <a:gd name="T7" fmla="*/ 1727 h 117"/>
                <a:gd name="T8" fmla="*/ 1790 w 156"/>
                <a:gd name="T9" fmla="*/ 1342 h 117"/>
                <a:gd name="T10" fmla="*/ 1705 w 156"/>
                <a:gd name="T11" fmla="*/ 932 h 117"/>
                <a:gd name="T12" fmla="*/ 1367 w 156"/>
                <a:gd name="T13" fmla="*/ 324 h 117"/>
                <a:gd name="T14" fmla="*/ 973 w 156"/>
                <a:gd name="T15" fmla="*/ 12 h 117"/>
                <a:gd name="T16" fmla="*/ 769 w 156"/>
                <a:gd name="T17" fmla="*/ 174 h 117"/>
                <a:gd name="T18" fmla="*/ 1144 w 156"/>
                <a:gd name="T19" fmla="*/ 336 h 117"/>
                <a:gd name="T20" fmla="*/ 1452 w 156"/>
                <a:gd name="T21" fmla="*/ 741 h 117"/>
                <a:gd name="T22" fmla="*/ 1461 w 156"/>
                <a:gd name="T23" fmla="*/ 1150 h 117"/>
                <a:gd name="T24" fmla="*/ 1217 w 156"/>
                <a:gd name="T25" fmla="*/ 1065 h 117"/>
                <a:gd name="T26" fmla="*/ 598 w 156"/>
                <a:gd name="T27" fmla="*/ 753 h 117"/>
                <a:gd name="T28" fmla="*/ 216 w 156"/>
                <a:gd name="T29" fmla="*/ 559 h 117"/>
                <a:gd name="T30" fmla="*/ 0 w 156"/>
                <a:gd name="T31" fmla="*/ 324 h 1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6" h="117">
                  <a:moveTo>
                    <a:pt x="21" y="48"/>
                  </a:moveTo>
                  <a:cubicBezTo>
                    <a:pt x="48" y="55"/>
                    <a:pt x="75" y="69"/>
                    <a:pt x="99" y="83"/>
                  </a:cubicBezTo>
                  <a:cubicBezTo>
                    <a:pt x="110" y="89"/>
                    <a:pt x="122" y="96"/>
                    <a:pt x="133" y="104"/>
                  </a:cubicBezTo>
                  <a:cubicBezTo>
                    <a:pt x="139" y="108"/>
                    <a:pt x="148" y="116"/>
                    <a:pt x="155" y="117"/>
                  </a:cubicBezTo>
                  <a:cubicBezTo>
                    <a:pt x="156" y="109"/>
                    <a:pt x="150" y="98"/>
                    <a:pt x="147" y="91"/>
                  </a:cubicBezTo>
                  <a:cubicBezTo>
                    <a:pt x="144" y="82"/>
                    <a:pt x="143" y="73"/>
                    <a:pt x="140" y="63"/>
                  </a:cubicBezTo>
                  <a:cubicBezTo>
                    <a:pt x="136" y="48"/>
                    <a:pt x="122" y="33"/>
                    <a:pt x="112" y="22"/>
                  </a:cubicBezTo>
                  <a:cubicBezTo>
                    <a:pt x="104" y="14"/>
                    <a:pt x="91" y="3"/>
                    <a:pt x="80" y="1"/>
                  </a:cubicBezTo>
                  <a:cubicBezTo>
                    <a:pt x="73" y="0"/>
                    <a:pt x="62" y="4"/>
                    <a:pt x="63" y="12"/>
                  </a:cubicBezTo>
                  <a:cubicBezTo>
                    <a:pt x="74" y="10"/>
                    <a:pt x="85" y="18"/>
                    <a:pt x="94" y="23"/>
                  </a:cubicBezTo>
                  <a:cubicBezTo>
                    <a:pt x="107" y="30"/>
                    <a:pt x="114" y="37"/>
                    <a:pt x="119" y="50"/>
                  </a:cubicBezTo>
                  <a:cubicBezTo>
                    <a:pt x="121" y="56"/>
                    <a:pt x="127" y="73"/>
                    <a:pt x="120" y="78"/>
                  </a:cubicBezTo>
                  <a:cubicBezTo>
                    <a:pt x="116" y="82"/>
                    <a:pt x="105" y="74"/>
                    <a:pt x="100" y="72"/>
                  </a:cubicBezTo>
                  <a:cubicBezTo>
                    <a:pt x="83" y="64"/>
                    <a:pt x="67" y="56"/>
                    <a:pt x="49" y="51"/>
                  </a:cubicBezTo>
                  <a:cubicBezTo>
                    <a:pt x="39" y="48"/>
                    <a:pt x="27" y="44"/>
                    <a:pt x="18" y="38"/>
                  </a:cubicBezTo>
                  <a:cubicBezTo>
                    <a:pt x="12" y="34"/>
                    <a:pt x="7" y="25"/>
                    <a:pt x="0" y="22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2" name="Freeform 177">
              <a:extLst>
                <a:ext uri="{FF2B5EF4-FFF2-40B4-BE49-F238E27FC236}">
                  <a16:creationId xmlns:a16="http://schemas.microsoft.com/office/drawing/2014/main" id="{84CBE3B6-F45D-455E-957A-0CB0FE520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181"/>
              <a:ext cx="94" cy="167"/>
            </a:xfrm>
            <a:custGeom>
              <a:avLst/>
              <a:gdLst>
                <a:gd name="T0" fmla="*/ 495 w 41"/>
                <a:gd name="T1" fmla="*/ 1007 h 68"/>
                <a:gd name="T2" fmla="*/ 326 w 41"/>
                <a:gd name="T3" fmla="*/ 592 h 68"/>
                <a:gd name="T4" fmla="*/ 362 w 41"/>
                <a:gd name="T5" fmla="*/ 386 h 68"/>
                <a:gd name="T6" fmla="*/ 85 w 41"/>
                <a:gd name="T7" fmla="*/ 120 h 68"/>
                <a:gd name="T8" fmla="*/ 122 w 41"/>
                <a:gd name="T9" fmla="*/ 386 h 68"/>
                <a:gd name="T10" fmla="*/ 204 w 41"/>
                <a:gd name="T11" fmla="*/ 77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8">
                  <a:moveTo>
                    <a:pt x="41" y="68"/>
                  </a:moveTo>
                  <a:cubicBezTo>
                    <a:pt x="35" y="60"/>
                    <a:pt x="33" y="49"/>
                    <a:pt x="27" y="40"/>
                  </a:cubicBezTo>
                  <a:cubicBezTo>
                    <a:pt x="23" y="34"/>
                    <a:pt x="17" y="20"/>
                    <a:pt x="30" y="26"/>
                  </a:cubicBezTo>
                  <a:cubicBezTo>
                    <a:pt x="34" y="16"/>
                    <a:pt x="16" y="0"/>
                    <a:pt x="7" y="8"/>
                  </a:cubicBezTo>
                  <a:cubicBezTo>
                    <a:pt x="0" y="15"/>
                    <a:pt x="7" y="20"/>
                    <a:pt x="10" y="26"/>
                  </a:cubicBezTo>
                  <a:cubicBezTo>
                    <a:pt x="14" y="34"/>
                    <a:pt x="12" y="45"/>
                    <a:pt x="17" y="52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3" name="Freeform 178">
              <a:extLst>
                <a:ext uri="{FF2B5EF4-FFF2-40B4-BE49-F238E27FC236}">
                  <a16:creationId xmlns:a16="http://schemas.microsoft.com/office/drawing/2014/main" id="{98313068-0A21-4350-89BD-81D48D54F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184"/>
              <a:ext cx="99" cy="96"/>
            </a:xfrm>
            <a:custGeom>
              <a:avLst/>
              <a:gdLst>
                <a:gd name="T0" fmla="*/ 292 w 43"/>
                <a:gd name="T1" fmla="*/ 581 h 39"/>
                <a:gd name="T2" fmla="*/ 233 w 43"/>
                <a:gd name="T3" fmla="*/ 266 h 39"/>
                <a:gd name="T4" fmla="*/ 525 w 43"/>
                <a:gd name="T5" fmla="*/ 286 h 39"/>
                <a:gd name="T6" fmla="*/ 269 w 43"/>
                <a:gd name="T7" fmla="*/ 42 h 39"/>
                <a:gd name="T8" fmla="*/ 94 w 43"/>
                <a:gd name="T9" fmla="*/ 30 h 39"/>
                <a:gd name="T10" fmla="*/ 207 w 43"/>
                <a:gd name="T11" fmla="*/ 377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39">
                  <a:moveTo>
                    <a:pt x="24" y="39"/>
                  </a:moveTo>
                  <a:cubicBezTo>
                    <a:pt x="21" y="35"/>
                    <a:pt x="15" y="23"/>
                    <a:pt x="19" y="18"/>
                  </a:cubicBezTo>
                  <a:cubicBezTo>
                    <a:pt x="25" y="11"/>
                    <a:pt x="36" y="20"/>
                    <a:pt x="43" y="19"/>
                  </a:cubicBezTo>
                  <a:cubicBezTo>
                    <a:pt x="41" y="8"/>
                    <a:pt x="32" y="6"/>
                    <a:pt x="22" y="3"/>
                  </a:cubicBezTo>
                  <a:cubicBezTo>
                    <a:pt x="19" y="2"/>
                    <a:pt x="11" y="0"/>
                    <a:pt x="8" y="2"/>
                  </a:cubicBezTo>
                  <a:cubicBezTo>
                    <a:pt x="0" y="9"/>
                    <a:pt x="14" y="20"/>
                    <a:pt x="17" y="25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4" name="Freeform 179">
              <a:extLst>
                <a:ext uri="{FF2B5EF4-FFF2-40B4-BE49-F238E27FC236}">
                  <a16:creationId xmlns:a16="http://schemas.microsoft.com/office/drawing/2014/main" id="{12B7EDAC-411C-4A00-80A7-4907340D7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260"/>
              <a:ext cx="73" cy="123"/>
            </a:xfrm>
            <a:custGeom>
              <a:avLst/>
              <a:gdLst>
                <a:gd name="T0" fmla="*/ 155 w 32"/>
                <a:gd name="T1" fmla="*/ 745 h 50"/>
                <a:gd name="T2" fmla="*/ 192 w 32"/>
                <a:gd name="T3" fmla="*/ 448 h 50"/>
                <a:gd name="T4" fmla="*/ 192 w 32"/>
                <a:gd name="T5" fmla="*/ 285 h 50"/>
                <a:gd name="T6" fmla="*/ 354 w 32"/>
                <a:gd name="T7" fmla="*/ 448 h 50"/>
                <a:gd name="T8" fmla="*/ 94 w 32"/>
                <a:gd name="T9" fmla="*/ 74 h 50"/>
                <a:gd name="T10" fmla="*/ 0 w 32"/>
                <a:gd name="T11" fmla="*/ 194 h 50"/>
                <a:gd name="T12" fmla="*/ 73 w 32"/>
                <a:gd name="T13" fmla="*/ 539 h 50"/>
                <a:gd name="T14" fmla="*/ 84 w 32"/>
                <a:gd name="T15" fmla="*/ 713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50">
                  <a:moveTo>
                    <a:pt x="13" y="50"/>
                  </a:moveTo>
                  <a:cubicBezTo>
                    <a:pt x="23" y="49"/>
                    <a:pt x="18" y="36"/>
                    <a:pt x="16" y="30"/>
                  </a:cubicBezTo>
                  <a:cubicBezTo>
                    <a:pt x="16" y="28"/>
                    <a:pt x="13" y="21"/>
                    <a:pt x="16" y="19"/>
                  </a:cubicBezTo>
                  <a:cubicBezTo>
                    <a:pt x="21" y="17"/>
                    <a:pt x="27" y="28"/>
                    <a:pt x="30" y="30"/>
                  </a:cubicBezTo>
                  <a:cubicBezTo>
                    <a:pt x="32" y="16"/>
                    <a:pt x="24" y="0"/>
                    <a:pt x="8" y="5"/>
                  </a:cubicBezTo>
                  <a:cubicBezTo>
                    <a:pt x="4" y="6"/>
                    <a:pt x="1" y="7"/>
                    <a:pt x="0" y="13"/>
                  </a:cubicBezTo>
                  <a:cubicBezTo>
                    <a:pt x="0" y="20"/>
                    <a:pt x="6" y="28"/>
                    <a:pt x="6" y="36"/>
                  </a:cubicBezTo>
                  <a:cubicBezTo>
                    <a:pt x="6" y="40"/>
                    <a:pt x="5" y="45"/>
                    <a:pt x="7" y="48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5" name="Freeform 180">
              <a:extLst>
                <a:ext uri="{FF2B5EF4-FFF2-40B4-BE49-F238E27FC236}">
                  <a16:creationId xmlns:a16="http://schemas.microsoft.com/office/drawing/2014/main" id="{3D2563BF-F9E9-4F70-A290-CF79D98CD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250"/>
              <a:ext cx="95" cy="157"/>
            </a:xfrm>
            <a:custGeom>
              <a:avLst/>
              <a:gdLst>
                <a:gd name="T0" fmla="*/ 188 w 41"/>
                <a:gd name="T1" fmla="*/ 721 h 64"/>
                <a:gd name="T2" fmla="*/ 396 w 41"/>
                <a:gd name="T3" fmla="*/ 559 h 64"/>
                <a:gd name="T4" fmla="*/ 248 w 41"/>
                <a:gd name="T5" fmla="*/ 324 h 64"/>
                <a:gd name="T6" fmla="*/ 225 w 41"/>
                <a:gd name="T7" fmla="*/ 132 h 64"/>
                <a:gd name="T8" fmla="*/ 37 w 41"/>
                <a:gd name="T9" fmla="*/ 103 h 64"/>
                <a:gd name="T10" fmla="*/ 102 w 41"/>
                <a:gd name="T11" fmla="*/ 415 h 64"/>
                <a:gd name="T12" fmla="*/ 151 w 41"/>
                <a:gd name="T13" fmla="*/ 589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4">
                  <a:moveTo>
                    <a:pt x="15" y="49"/>
                  </a:moveTo>
                  <a:cubicBezTo>
                    <a:pt x="25" y="64"/>
                    <a:pt x="41" y="51"/>
                    <a:pt x="32" y="38"/>
                  </a:cubicBezTo>
                  <a:cubicBezTo>
                    <a:pt x="27" y="32"/>
                    <a:pt x="23" y="30"/>
                    <a:pt x="20" y="22"/>
                  </a:cubicBezTo>
                  <a:cubicBezTo>
                    <a:pt x="18" y="18"/>
                    <a:pt x="17" y="13"/>
                    <a:pt x="18" y="9"/>
                  </a:cubicBezTo>
                  <a:cubicBezTo>
                    <a:pt x="14" y="7"/>
                    <a:pt x="7" y="0"/>
                    <a:pt x="3" y="7"/>
                  </a:cubicBezTo>
                  <a:cubicBezTo>
                    <a:pt x="0" y="13"/>
                    <a:pt x="7" y="22"/>
                    <a:pt x="8" y="28"/>
                  </a:cubicBezTo>
                  <a:cubicBezTo>
                    <a:pt x="10" y="32"/>
                    <a:pt x="8" y="37"/>
                    <a:pt x="12" y="4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6" name="Freeform 181">
              <a:extLst>
                <a:ext uri="{FF2B5EF4-FFF2-40B4-BE49-F238E27FC236}">
                  <a16:creationId xmlns:a16="http://schemas.microsoft.com/office/drawing/2014/main" id="{F3B31766-D25A-4925-AABD-75B5BCA51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373"/>
              <a:ext cx="50" cy="98"/>
            </a:xfrm>
            <a:custGeom>
              <a:avLst/>
              <a:gdLst>
                <a:gd name="T0" fmla="*/ 36 w 22"/>
                <a:gd name="T1" fmla="*/ 559 h 40"/>
                <a:gd name="T2" fmla="*/ 202 w 22"/>
                <a:gd name="T3" fmla="*/ 468 h 40"/>
                <a:gd name="T4" fmla="*/ 259 w 22"/>
                <a:gd name="T5" fmla="*/ 282 h 40"/>
                <a:gd name="T6" fmla="*/ 73 w 22"/>
                <a:gd name="T7" fmla="*/ 0 h 40"/>
                <a:gd name="T8" fmla="*/ 0 w 22"/>
                <a:gd name="T9" fmla="*/ 58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0">
                  <a:moveTo>
                    <a:pt x="3" y="38"/>
                  </a:moveTo>
                  <a:cubicBezTo>
                    <a:pt x="4" y="28"/>
                    <a:pt x="11" y="34"/>
                    <a:pt x="17" y="32"/>
                  </a:cubicBezTo>
                  <a:cubicBezTo>
                    <a:pt x="22" y="30"/>
                    <a:pt x="22" y="24"/>
                    <a:pt x="22" y="19"/>
                  </a:cubicBezTo>
                  <a:cubicBezTo>
                    <a:pt x="21" y="10"/>
                    <a:pt x="14" y="4"/>
                    <a:pt x="6" y="0"/>
                  </a:cubicBezTo>
                  <a:cubicBezTo>
                    <a:pt x="1" y="11"/>
                    <a:pt x="1" y="27"/>
                    <a:pt x="0" y="4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7" name="Freeform 182">
              <a:extLst>
                <a:ext uri="{FF2B5EF4-FFF2-40B4-BE49-F238E27FC236}">
                  <a16:creationId xmlns:a16="http://schemas.microsoft.com/office/drawing/2014/main" id="{003691D2-56E2-416F-B00A-C96D448D4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105"/>
              <a:ext cx="175" cy="111"/>
            </a:xfrm>
            <a:custGeom>
              <a:avLst/>
              <a:gdLst>
                <a:gd name="T0" fmla="*/ 147 w 76"/>
                <a:gd name="T1" fmla="*/ 195 h 45"/>
                <a:gd name="T2" fmla="*/ 355 w 76"/>
                <a:gd name="T3" fmla="*/ 377 h 45"/>
                <a:gd name="T4" fmla="*/ 513 w 76"/>
                <a:gd name="T5" fmla="*/ 461 h 45"/>
                <a:gd name="T6" fmla="*/ 900 w 76"/>
                <a:gd name="T7" fmla="*/ 676 h 45"/>
                <a:gd name="T8" fmla="*/ 880 w 76"/>
                <a:gd name="T9" fmla="*/ 407 h 45"/>
                <a:gd name="T10" fmla="*/ 684 w 76"/>
                <a:gd name="T11" fmla="*/ 377 h 45"/>
                <a:gd name="T12" fmla="*/ 537 w 76"/>
                <a:gd name="T13" fmla="*/ 212 h 45"/>
                <a:gd name="T14" fmla="*/ 292 w 76"/>
                <a:gd name="T15" fmla="*/ 104 h 45"/>
                <a:gd name="T16" fmla="*/ 0 w 76"/>
                <a:gd name="T17" fmla="*/ 62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45">
                  <a:moveTo>
                    <a:pt x="12" y="13"/>
                  </a:moveTo>
                  <a:cubicBezTo>
                    <a:pt x="18" y="16"/>
                    <a:pt x="23" y="21"/>
                    <a:pt x="29" y="25"/>
                  </a:cubicBezTo>
                  <a:cubicBezTo>
                    <a:pt x="33" y="27"/>
                    <a:pt x="38" y="29"/>
                    <a:pt x="42" y="31"/>
                  </a:cubicBezTo>
                  <a:cubicBezTo>
                    <a:pt x="53" y="35"/>
                    <a:pt x="65" y="38"/>
                    <a:pt x="74" y="45"/>
                  </a:cubicBezTo>
                  <a:cubicBezTo>
                    <a:pt x="76" y="41"/>
                    <a:pt x="74" y="30"/>
                    <a:pt x="72" y="27"/>
                  </a:cubicBezTo>
                  <a:cubicBezTo>
                    <a:pt x="67" y="21"/>
                    <a:pt x="62" y="26"/>
                    <a:pt x="56" y="25"/>
                  </a:cubicBezTo>
                  <a:cubicBezTo>
                    <a:pt x="49" y="24"/>
                    <a:pt x="48" y="19"/>
                    <a:pt x="44" y="14"/>
                  </a:cubicBezTo>
                  <a:cubicBezTo>
                    <a:pt x="39" y="16"/>
                    <a:pt x="29" y="9"/>
                    <a:pt x="24" y="7"/>
                  </a:cubicBezTo>
                  <a:cubicBezTo>
                    <a:pt x="17" y="4"/>
                    <a:pt x="7" y="0"/>
                    <a:pt x="0" y="4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8" name="Freeform 183">
              <a:extLst>
                <a:ext uri="{FF2B5EF4-FFF2-40B4-BE49-F238E27FC236}">
                  <a16:creationId xmlns:a16="http://schemas.microsoft.com/office/drawing/2014/main" id="{26F77CD1-984B-4B21-9723-957FFAA58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196"/>
              <a:ext cx="78" cy="106"/>
            </a:xfrm>
            <a:custGeom>
              <a:avLst/>
              <a:gdLst>
                <a:gd name="T0" fmla="*/ 11 w 34"/>
                <a:gd name="T1" fmla="*/ 62 h 43"/>
                <a:gd name="T2" fmla="*/ 131 w 34"/>
                <a:gd name="T3" fmla="*/ 224 h 43"/>
                <a:gd name="T4" fmla="*/ 301 w 34"/>
                <a:gd name="T5" fmla="*/ 328 h 43"/>
                <a:gd name="T6" fmla="*/ 411 w 34"/>
                <a:gd name="T7" fmla="*/ 449 h 43"/>
                <a:gd name="T8" fmla="*/ 216 w 34"/>
                <a:gd name="T9" fmla="*/ 643 h 43"/>
                <a:gd name="T10" fmla="*/ 94 w 34"/>
                <a:gd name="T11" fmla="*/ 419 h 43"/>
                <a:gd name="T12" fmla="*/ 25 w 34"/>
                <a:gd name="T13" fmla="*/ 16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3">
                  <a:moveTo>
                    <a:pt x="1" y="4"/>
                  </a:moveTo>
                  <a:cubicBezTo>
                    <a:pt x="7" y="0"/>
                    <a:pt x="7" y="12"/>
                    <a:pt x="11" y="15"/>
                  </a:cubicBezTo>
                  <a:cubicBezTo>
                    <a:pt x="16" y="19"/>
                    <a:pt x="22" y="15"/>
                    <a:pt x="25" y="22"/>
                  </a:cubicBezTo>
                  <a:cubicBezTo>
                    <a:pt x="31" y="16"/>
                    <a:pt x="34" y="23"/>
                    <a:pt x="34" y="30"/>
                  </a:cubicBezTo>
                  <a:cubicBezTo>
                    <a:pt x="20" y="25"/>
                    <a:pt x="25" y="36"/>
                    <a:pt x="18" y="43"/>
                  </a:cubicBezTo>
                  <a:cubicBezTo>
                    <a:pt x="11" y="40"/>
                    <a:pt x="10" y="34"/>
                    <a:pt x="8" y="28"/>
                  </a:cubicBezTo>
                  <a:cubicBezTo>
                    <a:pt x="6" y="23"/>
                    <a:pt x="0" y="16"/>
                    <a:pt x="2" y="1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9" name="Freeform 184">
              <a:extLst>
                <a:ext uri="{FF2B5EF4-FFF2-40B4-BE49-F238E27FC236}">
                  <a16:creationId xmlns:a16="http://schemas.microsoft.com/office/drawing/2014/main" id="{9290199B-9EEE-4BBF-B5AF-9D8AAF4D3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309"/>
              <a:ext cx="44" cy="86"/>
            </a:xfrm>
            <a:custGeom>
              <a:avLst/>
              <a:gdLst>
                <a:gd name="T0" fmla="*/ 199 w 19"/>
                <a:gd name="T1" fmla="*/ 194 h 35"/>
                <a:gd name="T2" fmla="*/ 74 w 19"/>
                <a:gd name="T3" fmla="*/ 315 h 35"/>
                <a:gd name="T4" fmla="*/ 236 w 19"/>
                <a:gd name="T5" fmla="*/ 518 h 35"/>
                <a:gd name="T6" fmla="*/ 37 w 19"/>
                <a:gd name="T7" fmla="*/ 369 h 35"/>
                <a:gd name="T8" fmla="*/ 28 w 19"/>
                <a:gd name="T9" fmla="*/ 194 h 35"/>
                <a:gd name="T10" fmla="*/ 123 w 19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5">
                  <a:moveTo>
                    <a:pt x="16" y="13"/>
                  </a:moveTo>
                  <a:cubicBezTo>
                    <a:pt x="11" y="5"/>
                    <a:pt x="6" y="17"/>
                    <a:pt x="6" y="21"/>
                  </a:cubicBezTo>
                  <a:cubicBezTo>
                    <a:pt x="10" y="23"/>
                    <a:pt x="19" y="31"/>
                    <a:pt x="19" y="35"/>
                  </a:cubicBezTo>
                  <a:cubicBezTo>
                    <a:pt x="14" y="35"/>
                    <a:pt x="6" y="29"/>
                    <a:pt x="3" y="25"/>
                  </a:cubicBezTo>
                  <a:cubicBezTo>
                    <a:pt x="0" y="21"/>
                    <a:pt x="0" y="20"/>
                    <a:pt x="2" y="13"/>
                  </a:cubicBezTo>
                  <a:cubicBezTo>
                    <a:pt x="3" y="8"/>
                    <a:pt x="4" y="0"/>
                    <a:pt x="10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0" name="Freeform 185">
              <a:extLst>
                <a:ext uri="{FF2B5EF4-FFF2-40B4-BE49-F238E27FC236}">
                  <a16:creationId xmlns:a16="http://schemas.microsoft.com/office/drawing/2014/main" id="{B8754A58-AE4A-4C4A-96FF-87330EAEC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358"/>
              <a:ext cx="25" cy="56"/>
            </a:xfrm>
            <a:custGeom>
              <a:avLst/>
              <a:gdLst>
                <a:gd name="T0" fmla="*/ 57 w 11"/>
                <a:gd name="T1" fmla="*/ 71 h 23"/>
                <a:gd name="T2" fmla="*/ 45 w 11"/>
                <a:gd name="T3" fmla="*/ 331 h 23"/>
                <a:gd name="T4" fmla="*/ 130 w 11"/>
                <a:gd name="T5" fmla="*/ 243 h 23"/>
                <a:gd name="T6" fmla="*/ 118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5" y="5"/>
                  </a:moveTo>
                  <a:cubicBezTo>
                    <a:pt x="1" y="8"/>
                    <a:pt x="0" y="20"/>
                    <a:pt x="4" y="23"/>
                  </a:cubicBezTo>
                  <a:cubicBezTo>
                    <a:pt x="7" y="22"/>
                    <a:pt x="9" y="20"/>
                    <a:pt x="11" y="17"/>
                  </a:cubicBezTo>
                  <a:cubicBezTo>
                    <a:pt x="6" y="14"/>
                    <a:pt x="5" y="4"/>
                    <a:pt x="10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1" name="Freeform 186">
              <a:extLst>
                <a:ext uri="{FF2B5EF4-FFF2-40B4-BE49-F238E27FC236}">
                  <a16:creationId xmlns:a16="http://schemas.microsoft.com/office/drawing/2014/main" id="{7672FAC7-30CE-408D-962F-66077608C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05"/>
              <a:ext cx="88" cy="164"/>
            </a:xfrm>
            <a:custGeom>
              <a:avLst/>
              <a:gdLst>
                <a:gd name="T0" fmla="*/ 236 w 38"/>
                <a:gd name="T1" fmla="*/ 132 h 67"/>
                <a:gd name="T2" fmla="*/ 225 w 38"/>
                <a:gd name="T3" fmla="*/ 103 h 67"/>
                <a:gd name="T4" fmla="*/ 262 w 38"/>
                <a:gd name="T5" fmla="*/ 940 h 67"/>
                <a:gd name="T6" fmla="*/ 123 w 38"/>
                <a:gd name="T7" fmla="*/ 862 h 67"/>
                <a:gd name="T8" fmla="*/ 151 w 38"/>
                <a:gd name="T9" fmla="*/ 688 h 67"/>
                <a:gd name="T10" fmla="*/ 113 w 38"/>
                <a:gd name="T11" fmla="*/ 414 h 67"/>
                <a:gd name="T12" fmla="*/ 208 w 38"/>
                <a:gd name="T13" fmla="*/ 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67">
                  <a:moveTo>
                    <a:pt x="19" y="9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0" y="9"/>
                    <a:pt x="38" y="55"/>
                    <a:pt x="21" y="64"/>
                  </a:cubicBezTo>
                  <a:cubicBezTo>
                    <a:pt x="16" y="67"/>
                    <a:pt x="11" y="64"/>
                    <a:pt x="10" y="59"/>
                  </a:cubicBezTo>
                  <a:cubicBezTo>
                    <a:pt x="9" y="55"/>
                    <a:pt x="12" y="51"/>
                    <a:pt x="12" y="47"/>
                  </a:cubicBezTo>
                  <a:cubicBezTo>
                    <a:pt x="12" y="41"/>
                    <a:pt x="10" y="34"/>
                    <a:pt x="9" y="28"/>
                  </a:cubicBezTo>
                  <a:cubicBezTo>
                    <a:pt x="6" y="15"/>
                    <a:pt x="1" y="3"/>
                    <a:pt x="17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2" name="Freeform 187">
              <a:extLst>
                <a:ext uri="{FF2B5EF4-FFF2-40B4-BE49-F238E27FC236}">
                  <a16:creationId xmlns:a16="http://schemas.microsoft.com/office/drawing/2014/main" id="{271E730D-C318-4851-B953-20D051A5D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299"/>
              <a:ext cx="80" cy="226"/>
            </a:xfrm>
            <a:custGeom>
              <a:avLst/>
              <a:gdLst>
                <a:gd name="T0" fmla="*/ 224 w 35"/>
                <a:gd name="T1" fmla="*/ 1214 h 92"/>
                <a:gd name="T2" fmla="*/ 407 w 35"/>
                <a:gd name="T3" fmla="*/ 1189 h 92"/>
                <a:gd name="T4" fmla="*/ 334 w 35"/>
                <a:gd name="T5" fmla="*/ 916 h 92"/>
                <a:gd name="T6" fmla="*/ 178 w 35"/>
                <a:gd name="T7" fmla="*/ 368 h 92"/>
                <a:gd name="T8" fmla="*/ 142 w 35"/>
                <a:gd name="T9" fmla="*/ 0 h 92"/>
                <a:gd name="T10" fmla="*/ 48 w 35"/>
                <a:gd name="T11" fmla="*/ 418 h 92"/>
                <a:gd name="T12" fmla="*/ 215 w 35"/>
                <a:gd name="T13" fmla="*/ 948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92">
                  <a:moveTo>
                    <a:pt x="19" y="82"/>
                  </a:moveTo>
                  <a:cubicBezTo>
                    <a:pt x="22" y="92"/>
                    <a:pt x="33" y="88"/>
                    <a:pt x="34" y="80"/>
                  </a:cubicBezTo>
                  <a:cubicBezTo>
                    <a:pt x="35" y="73"/>
                    <a:pt x="31" y="67"/>
                    <a:pt x="28" y="62"/>
                  </a:cubicBezTo>
                  <a:cubicBezTo>
                    <a:pt x="23" y="50"/>
                    <a:pt x="17" y="38"/>
                    <a:pt x="15" y="25"/>
                  </a:cubicBezTo>
                  <a:cubicBezTo>
                    <a:pt x="14" y="18"/>
                    <a:pt x="26" y="0"/>
                    <a:pt x="12" y="0"/>
                  </a:cubicBezTo>
                  <a:cubicBezTo>
                    <a:pt x="0" y="1"/>
                    <a:pt x="1" y="20"/>
                    <a:pt x="4" y="28"/>
                  </a:cubicBezTo>
                  <a:cubicBezTo>
                    <a:pt x="9" y="40"/>
                    <a:pt x="16" y="51"/>
                    <a:pt x="18" y="64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3" name="Freeform 188">
              <a:extLst>
                <a:ext uri="{FF2B5EF4-FFF2-40B4-BE49-F238E27FC236}">
                  <a16:creationId xmlns:a16="http://schemas.microsoft.com/office/drawing/2014/main" id="{F5F2651D-272A-4CF6-838C-DB79F526A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478"/>
              <a:ext cx="69" cy="159"/>
            </a:xfrm>
            <a:custGeom>
              <a:avLst/>
              <a:gdLst>
                <a:gd name="T0" fmla="*/ 269 w 30"/>
                <a:gd name="T1" fmla="*/ 203 h 65"/>
                <a:gd name="T2" fmla="*/ 186 w 30"/>
                <a:gd name="T3" fmla="*/ 161 h 65"/>
                <a:gd name="T4" fmla="*/ 244 w 30"/>
                <a:gd name="T5" fmla="*/ 394 h 65"/>
                <a:gd name="T6" fmla="*/ 354 w 30"/>
                <a:gd name="T7" fmla="*/ 807 h 65"/>
                <a:gd name="T8" fmla="*/ 329 w 30"/>
                <a:gd name="T9" fmla="*/ 890 h 65"/>
                <a:gd name="T10" fmla="*/ 186 w 30"/>
                <a:gd name="T11" fmla="*/ 729 h 65"/>
                <a:gd name="T12" fmla="*/ 94 w 30"/>
                <a:gd name="T13" fmla="*/ 0 h 65"/>
                <a:gd name="T14" fmla="*/ 122 w 30"/>
                <a:gd name="T15" fmla="*/ 12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65">
                  <a:moveTo>
                    <a:pt x="22" y="14"/>
                  </a:moveTo>
                  <a:cubicBezTo>
                    <a:pt x="21" y="12"/>
                    <a:pt x="17" y="9"/>
                    <a:pt x="15" y="11"/>
                  </a:cubicBezTo>
                  <a:cubicBezTo>
                    <a:pt x="13" y="13"/>
                    <a:pt x="19" y="25"/>
                    <a:pt x="20" y="27"/>
                  </a:cubicBezTo>
                  <a:cubicBezTo>
                    <a:pt x="23" y="36"/>
                    <a:pt x="30" y="45"/>
                    <a:pt x="29" y="55"/>
                  </a:cubicBezTo>
                  <a:cubicBezTo>
                    <a:pt x="29" y="58"/>
                    <a:pt x="29" y="60"/>
                    <a:pt x="27" y="61"/>
                  </a:cubicBezTo>
                  <a:cubicBezTo>
                    <a:pt x="20" y="65"/>
                    <a:pt x="16" y="54"/>
                    <a:pt x="15" y="50"/>
                  </a:cubicBezTo>
                  <a:cubicBezTo>
                    <a:pt x="11" y="39"/>
                    <a:pt x="0" y="11"/>
                    <a:pt x="8" y="0"/>
                  </a:cubicBezTo>
                  <a:cubicBezTo>
                    <a:pt x="9" y="0"/>
                    <a:pt x="10" y="1"/>
                    <a:pt x="10" y="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4" name="Freeform 189">
              <a:extLst>
                <a:ext uri="{FF2B5EF4-FFF2-40B4-BE49-F238E27FC236}">
                  <a16:creationId xmlns:a16="http://schemas.microsoft.com/office/drawing/2014/main" id="{E2FC3443-C98B-4A47-BB8D-6B80030C5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500"/>
              <a:ext cx="92" cy="277"/>
            </a:xfrm>
            <a:custGeom>
              <a:avLst/>
              <a:gdLst>
                <a:gd name="T0" fmla="*/ 439 w 40"/>
                <a:gd name="T1" fmla="*/ 355 h 113"/>
                <a:gd name="T2" fmla="*/ 122 w 40"/>
                <a:gd name="T3" fmla="*/ 588 h 113"/>
                <a:gd name="T4" fmla="*/ 301 w 40"/>
                <a:gd name="T5" fmla="*/ 1047 h 113"/>
                <a:gd name="T6" fmla="*/ 460 w 40"/>
                <a:gd name="T7" fmla="*/ 1383 h 113"/>
                <a:gd name="T8" fmla="*/ 338 w 40"/>
                <a:gd name="T9" fmla="*/ 1544 h 113"/>
                <a:gd name="T10" fmla="*/ 170 w 40"/>
                <a:gd name="T11" fmla="*/ 1177 h 113"/>
                <a:gd name="T12" fmla="*/ 48 w 40"/>
                <a:gd name="T13" fmla="*/ 794 h 113"/>
                <a:gd name="T14" fmla="*/ 110 w 40"/>
                <a:gd name="T15" fmla="*/ 324 h 113"/>
                <a:gd name="T16" fmla="*/ 448 w 40"/>
                <a:gd name="T17" fmla="*/ 191 h 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13">
                  <a:moveTo>
                    <a:pt x="36" y="24"/>
                  </a:moveTo>
                  <a:cubicBezTo>
                    <a:pt x="25" y="9"/>
                    <a:pt x="8" y="27"/>
                    <a:pt x="10" y="40"/>
                  </a:cubicBezTo>
                  <a:cubicBezTo>
                    <a:pt x="11" y="50"/>
                    <a:pt x="20" y="63"/>
                    <a:pt x="25" y="71"/>
                  </a:cubicBezTo>
                  <a:cubicBezTo>
                    <a:pt x="29" y="78"/>
                    <a:pt x="35" y="85"/>
                    <a:pt x="38" y="94"/>
                  </a:cubicBezTo>
                  <a:cubicBezTo>
                    <a:pt x="40" y="102"/>
                    <a:pt x="37" y="113"/>
                    <a:pt x="28" y="105"/>
                  </a:cubicBezTo>
                  <a:cubicBezTo>
                    <a:pt x="21" y="99"/>
                    <a:pt x="17" y="88"/>
                    <a:pt x="14" y="80"/>
                  </a:cubicBezTo>
                  <a:cubicBezTo>
                    <a:pt x="10" y="72"/>
                    <a:pt x="6" y="63"/>
                    <a:pt x="4" y="54"/>
                  </a:cubicBezTo>
                  <a:cubicBezTo>
                    <a:pt x="1" y="41"/>
                    <a:pt x="0" y="33"/>
                    <a:pt x="9" y="22"/>
                  </a:cubicBezTo>
                  <a:cubicBezTo>
                    <a:pt x="15" y="15"/>
                    <a:pt x="30" y="0"/>
                    <a:pt x="37" y="13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5" name="Freeform 190">
              <a:extLst>
                <a:ext uri="{FF2B5EF4-FFF2-40B4-BE49-F238E27FC236}">
                  <a16:creationId xmlns:a16="http://schemas.microsoft.com/office/drawing/2014/main" id="{616521CD-783B-47EE-A712-5E14426E8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682"/>
              <a:ext cx="122" cy="213"/>
            </a:xfrm>
            <a:custGeom>
              <a:avLst/>
              <a:gdLst>
                <a:gd name="T0" fmla="*/ 476 w 53"/>
                <a:gd name="T1" fmla="*/ 497 h 87"/>
                <a:gd name="T2" fmla="*/ 292 w 53"/>
                <a:gd name="T3" fmla="*/ 323 h 87"/>
                <a:gd name="T4" fmla="*/ 196 w 53"/>
                <a:gd name="T5" fmla="*/ 353 h 87"/>
                <a:gd name="T6" fmla="*/ 318 w 53"/>
                <a:gd name="T7" fmla="*/ 588 h 87"/>
                <a:gd name="T8" fmla="*/ 497 w 53"/>
                <a:gd name="T9" fmla="*/ 864 h 87"/>
                <a:gd name="T10" fmla="*/ 525 w 53"/>
                <a:gd name="T11" fmla="*/ 1217 h 87"/>
                <a:gd name="T12" fmla="*/ 196 w 53"/>
                <a:gd name="T13" fmla="*/ 779 h 87"/>
                <a:gd name="T14" fmla="*/ 244 w 53"/>
                <a:gd name="T15" fmla="*/ 0 h 87"/>
                <a:gd name="T16" fmla="*/ 308 w 53"/>
                <a:gd name="T17" fmla="*/ 91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87">
                  <a:moveTo>
                    <a:pt x="39" y="34"/>
                  </a:moveTo>
                  <a:cubicBezTo>
                    <a:pt x="29" y="36"/>
                    <a:pt x="30" y="26"/>
                    <a:pt x="24" y="22"/>
                  </a:cubicBezTo>
                  <a:cubicBezTo>
                    <a:pt x="20" y="19"/>
                    <a:pt x="17" y="19"/>
                    <a:pt x="16" y="24"/>
                  </a:cubicBezTo>
                  <a:cubicBezTo>
                    <a:pt x="16" y="28"/>
                    <a:pt x="24" y="37"/>
                    <a:pt x="26" y="40"/>
                  </a:cubicBezTo>
                  <a:cubicBezTo>
                    <a:pt x="32" y="47"/>
                    <a:pt x="36" y="52"/>
                    <a:pt x="41" y="59"/>
                  </a:cubicBezTo>
                  <a:cubicBezTo>
                    <a:pt x="44" y="64"/>
                    <a:pt x="53" y="79"/>
                    <a:pt x="43" y="83"/>
                  </a:cubicBezTo>
                  <a:cubicBezTo>
                    <a:pt x="33" y="87"/>
                    <a:pt x="21" y="60"/>
                    <a:pt x="16" y="53"/>
                  </a:cubicBezTo>
                  <a:cubicBezTo>
                    <a:pt x="5" y="34"/>
                    <a:pt x="0" y="14"/>
                    <a:pt x="20" y="0"/>
                  </a:cubicBezTo>
                  <a:cubicBezTo>
                    <a:pt x="23" y="2"/>
                    <a:pt x="24" y="4"/>
                    <a:pt x="25" y="6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6" name="Freeform 191">
              <a:extLst>
                <a:ext uri="{FF2B5EF4-FFF2-40B4-BE49-F238E27FC236}">
                  <a16:creationId xmlns:a16="http://schemas.microsoft.com/office/drawing/2014/main" id="{0DE1E023-6B9B-4961-892C-C74F7DBE4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843"/>
              <a:ext cx="108" cy="231"/>
            </a:xfrm>
            <a:custGeom>
              <a:avLst/>
              <a:gdLst>
                <a:gd name="T0" fmla="*/ 354 w 47"/>
                <a:gd name="T1" fmla="*/ 224 h 94"/>
                <a:gd name="T2" fmla="*/ 253 w 47"/>
                <a:gd name="T3" fmla="*/ 194 h 94"/>
                <a:gd name="T4" fmla="*/ 354 w 47"/>
                <a:gd name="T5" fmla="*/ 754 h 94"/>
                <a:gd name="T6" fmla="*/ 496 w 47"/>
                <a:gd name="T7" fmla="*/ 907 h 94"/>
                <a:gd name="T8" fmla="*/ 545 w 47"/>
                <a:gd name="T9" fmla="*/ 1219 h 94"/>
                <a:gd name="T10" fmla="*/ 411 w 47"/>
                <a:gd name="T11" fmla="*/ 1305 h 94"/>
                <a:gd name="T12" fmla="*/ 195 w 47"/>
                <a:gd name="T13" fmla="*/ 863 h 94"/>
                <a:gd name="T14" fmla="*/ 207 w 47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94">
                  <a:moveTo>
                    <a:pt x="29" y="15"/>
                  </a:moveTo>
                  <a:cubicBezTo>
                    <a:pt x="26" y="14"/>
                    <a:pt x="23" y="15"/>
                    <a:pt x="21" y="13"/>
                  </a:cubicBezTo>
                  <a:cubicBezTo>
                    <a:pt x="14" y="20"/>
                    <a:pt x="25" y="44"/>
                    <a:pt x="29" y="51"/>
                  </a:cubicBezTo>
                  <a:cubicBezTo>
                    <a:pt x="32" y="56"/>
                    <a:pt x="37" y="56"/>
                    <a:pt x="41" y="61"/>
                  </a:cubicBezTo>
                  <a:cubicBezTo>
                    <a:pt x="45" y="66"/>
                    <a:pt x="47" y="77"/>
                    <a:pt x="45" y="82"/>
                  </a:cubicBezTo>
                  <a:cubicBezTo>
                    <a:pt x="44" y="89"/>
                    <a:pt x="40" y="94"/>
                    <a:pt x="34" y="88"/>
                  </a:cubicBezTo>
                  <a:cubicBezTo>
                    <a:pt x="27" y="81"/>
                    <a:pt x="20" y="67"/>
                    <a:pt x="16" y="58"/>
                  </a:cubicBezTo>
                  <a:cubicBezTo>
                    <a:pt x="10" y="40"/>
                    <a:pt x="0" y="13"/>
                    <a:pt x="17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7" name="Freeform 192">
              <a:extLst>
                <a:ext uri="{FF2B5EF4-FFF2-40B4-BE49-F238E27FC236}">
                  <a16:creationId xmlns:a16="http://schemas.microsoft.com/office/drawing/2014/main" id="{BFB0C991-2C57-459A-A7A2-4FE99BE98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557"/>
              <a:ext cx="60" cy="157"/>
            </a:xfrm>
            <a:custGeom>
              <a:avLst/>
              <a:gdLst>
                <a:gd name="T0" fmla="*/ 318 w 26"/>
                <a:gd name="T1" fmla="*/ 427 h 64"/>
                <a:gd name="T2" fmla="*/ 150 w 26"/>
                <a:gd name="T3" fmla="*/ 476 h 64"/>
                <a:gd name="T4" fmla="*/ 235 w 26"/>
                <a:gd name="T5" fmla="*/ 944 h 64"/>
                <a:gd name="T6" fmla="*/ 37 w 26"/>
                <a:gd name="T7" fmla="*/ 356 h 64"/>
                <a:gd name="T8" fmla="*/ 48 w 26"/>
                <a:gd name="T9" fmla="*/ 61 h 64"/>
                <a:gd name="T10" fmla="*/ 150 w 26"/>
                <a:gd name="T11" fmla="*/ 91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4">
                  <a:moveTo>
                    <a:pt x="26" y="29"/>
                  </a:moveTo>
                  <a:cubicBezTo>
                    <a:pt x="19" y="28"/>
                    <a:pt x="10" y="14"/>
                    <a:pt x="12" y="32"/>
                  </a:cubicBezTo>
                  <a:cubicBezTo>
                    <a:pt x="14" y="42"/>
                    <a:pt x="20" y="53"/>
                    <a:pt x="19" y="64"/>
                  </a:cubicBezTo>
                  <a:cubicBezTo>
                    <a:pt x="7" y="60"/>
                    <a:pt x="4" y="35"/>
                    <a:pt x="3" y="24"/>
                  </a:cubicBezTo>
                  <a:cubicBezTo>
                    <a:pt x="2" y="20"/>
                    <a:pt x="0" y="7"/>
                    <a:pt x="4" y="4"/>
                  </a:cubicBezTo>
                  <a:cubicBezTo>
                    <a:pt x="8" y="0"/>
                    <a:pt x="10" y="6"/>
                    <a:pt x="12" y="6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8" name="Freeform 193">
              <a:extLst>
                <a:ext uri="{FF2B5EF4-FFF2-40B4-BE49-F238E27FC236}">
                  <a16:creationId xmlns:a16="http://schemas.microsoft.com/office/drawing/2014/main" id="{46027511-6A4F-4A3A-9D39-4B4AF7D6D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441"/>
              <a:ext cx="58" cy="130"/>
            </a:xfrm>
            <a:custGeom>
              <a:avLst/>
              <a:gdLst>
                <a:gd name="T0" fmla="*/ 313 w 25"/>
                <a:gd name="T1" fmla="*/ 314 h 53"/>
                <a:gd name="T2" fmla="*/ 188 w 25"/>
                <a:gd name="T3" fmla="*/ 356 h 53"/>
                <a:gd name="T4" fmla="*/ 162 w 25"/>
                <a:gd name="T5" fmla="*/ 782 h 53"/>
                <a:gd name="T6" fmla="*/ 200 w 25"/>
                <a:gd name="T7" fmla="*/ 0 h 53"/>
                <a:gd name="T8" fmla="*/ 285 w 25"/>
                <a:gd name="T9" fmla="*/ 15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3">
                  <a:moveTo>
                    <a:pt x="25" y="21"/>
                  </a:moveTo>
                  <a:cubicBezTo>
                    <a:pt x="19" y="13"/>
                    <a:pt x="16" y="13"/>
                    <a:pt x="15" y="24"/>
                  </a:cubicBezTo>
                  <a:cubicBezTo>
                    <a:pt x="15" y="33"/>
                    <a:pt x="19" y="46"/>
                    <a:pt x="13" y="53"/>
                  </a:cubicBezTo>
                  <a:cubicBezTo>
                    <a:pt x="0" y="45"/>
                    <a:pt x="6" y="9"/>
                    <a:pt x="16" y="0"/>
                  </a:cubicBezTo>
                  <a:cubicBezTo>
                    <a:pt x="19" y="3"/>
                    <a:pt x="20" y="7"/>
                    <a:pt x="23" y="1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9" name="Freeform 194">
              <a:extLst>
                <a:ext uri="{FF2B5EF4-FFF2-40B4-BE49-F238E27FC236}">
                  <a16:creationId xmlns:a16="http://schemas.microsoft.com/office/drawing/2014/main" id="{5BB3D930-94E0-475D-9CD2-DC2DBCE48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329"/>
              <a:ext cx="120" cy="196"/>
            </a:xfrm>
            <a:custGeom>
              <a:avLst/>
              <a:gdLst>
                <a:gd name="T0" fmla="*/ 0 w 52"/>
                <a:gd name="T1" fmla="*/ 0 h 80"/>
                <a:gd name="T2" fmla="*/ 224 w 52"/>
                <a:gd name="T3" fmla="*/ 468 h 80"/>
                <a:gd name="T4" fmla="*/ 415 w 52"/>
                <a:gd name="T5" fmla="*/ 853 h 80"/>
                <a:gd name="T6" fmla="*/ 554 w 52"/>
                <a:gd name="T7" fmla="*/ 823 h 80"/>
                <a:gd name="T8" fmla="*/ 480 w 52"/>
                <a:gd name="T9" fmla="*/ 1105 h 80"/>
                <a:gd name="T10" fmla="*/ 256 w 52"/>
                <a:gd name="T11" fmla="*/ 924 h 80"/>
                <a:gd name="T12" fmla="*/ 159 w 52"/>
                <a:gd name="T13" fmla="*/ 662 h 80"/>
                <a:gd name="T14" fmla="*/ 48 w 52"/>
                <a:gd name="T15" fmla="*/ 235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80">
                  <a:moveTo>
                    <a:pt x="0" y="0"/>
                  </a:moveTo>
                  <a:cubicBezTo>
                    <a:pt x="7" y="11"/>
                    <a:pt x="12" y="21"/>
                    <a:pt x="18" y="32"/>
                  </a:cubicBezTo>
                  <a:cubicBezTo>
                    <a:pt x="21" y="39"/>
                    <a:pt x="26" y="57"/>
                    <a:pt x="34" y="58"/>
                  </a:cubicBezTo>
                  <a:cubicBezTo>
                    <a:pt x="37" y="58"/>
                    <a:pt x="42" y="54"/>
                    <a:pt x="45" y="56"/>
                  </a:cubicBezTo>
                  <a:cubicBezTo>
                    <a:pt x="52" y="60"/>
                    <a:pt x="44" y="73"/>
                    <a:pt x="39" y="75"/>
                  </a:cubicBezTo>
                  <a:cubicBezTo>
                    <a:pt x="28" y="80"/>
                    <a:pt x="24" y="72"/>
                    <a:pt x="21" y="63"/>
                  </a:cubicBezTo>
                  <a:cubicBezTo>
                    <a:pt x="18" y="57"/>
                    <a:pt x="15" y="51"/>
                    <a:pt x="13" y="45"/>
                  </a:cubicBezTo>
                  <a:cubicBezTo>
                    <a:pt x="10" y="36"/>
                    <a:pt x="4" y="25"/>
                    <a:pt x="4" y="16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0" name="Freeform 195">
              <a:extLst>
                <a:ext uri="{FF2B5EF4-FFF2-40B4-BE49-F238E27FC236}">
                  <a16:creationId xmlns:a16="http://schemas.microsoft.com/office/drawing/2014/main" id="{321FFEC3-41C0-41E8-8232-30FF1C22F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422"/>
              <a:ext cx="42" cy="98"/>
            </a:xfrm>
            <a:custGeom>
              <a:avLst/>
              <a:gdLst>
                <a:gd name="T0" fmla="*/ 0 w 18"/>
                <a:gd name="T1" fmla="*/ 0 h 40"/>
                <a:gd name="T2" fmla="*/ 86 w 18"/>
                <a:gd name="T3" fmla="*/ 174 h 40"/>
                <a:gd name="T4" fmla="*/ 180 w 18"/>
                <a:gd name="T5" fmla="*/ 203 h 40"/>
                <a:gd name="T6" fmla="*/ 163 w 18"/>
                <a:gd name="T7" fmla="*/ 588 h 40"/>
                <a:gd name="T8" fmla="*/ 77 w 18"/>
                <a:gd name="T9" fmla="*/ 38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0">
                  <a:moveTo>
                    <a:pt x="0" y="0"/>
                  </a:moveTo>
                  <a:cubicBezTo>
                    <a:pt x="2" y="4"/>
                    <a:pt x="4" y="9"/>
                    <a:pt x="7" y="12"/>
                  </a:cubicBezTo>
                  <a:cubicBezTo>
                    <a:pt x="9" y="13"/>
                    <a:pt x="13" y="13"/>
                    <a:pt x="14" y="14"/>
                  </a:cubicBezTo>
                  <a:cubicBezTo>
                    <a:pt x="18" y="18"/>
                    <a:pt x="18" y="36"/>
                    <a:pt x="13" y="40"/>
                  </a:cubicBezTo>
                  <a:cubicBezTo>
                    <a:pt x="9" y="36"/>
                    <a:pt x="8" y="30"/>
                    <a:pt x="6" y="26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1" name="Freeform 196">
              <a:extLst>
                <a:ext uri="{FF2B5EF4-FFF2-40B4-BE49-F238E27FC236}">
                  <a16:creationId xmlns:a16="http://schemas.microsoft.com/office/drawing/2014/main" id="{8116C483-9A68-4504-AAFA-CE165FC11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235"/>
              <a:ext cx="55" cy="143"/>
            </a:xfrm>
            <a:custGeom>
              <a:avLst/>
              <a:gdLst>
                <a:gd name="T0" fmla="*/ 0 w 24"/>
                <a:gd name="T1" fmla="*/ 30 h 58"/>
                <a:gd name="T2" fmla="*/ 167 w 24"/>
                <a:gd name="T3" fmla="*/ 481 h 58"/>
                <a:gd name="T4" fmla="*/ 252 w 24"/>
                <a:gd name="T5" fmla="*/ 676 h 58"/>
                <a:gd name="T6" fmla="*/ 94 w 24"/>
                <a:gd name="T7" fmla="*/ 523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8">
                  <a:moveTo>
                    <a:pt x="0" y="2"/>
                  </a:moveTo>
                  <a:cubicBezTo>
                    <a:pt x="6" y="0"/>
                    <a:pt x="10" y="28"/>
                    <a:pt x="14" y="32"/>
                  </a:cubicBezTo>
                  <a:cubicBezTo>
                    <a:pt x="18" y="36"/>
                    <a:pt x="24" y="38"/>
                    <a:pt x="21" y="45"/>
                  </a:cubicBezTo>
                  <a:cubicBezTo>
                    <a:pt x="15" y="58"/>
                    <a:pt x="4" y="45"/>
                    <a:pt x="8" y="35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2" name="Freeform 197">
              <a:extLst>
                <a:ext uri="{FF2B5EF4-FFF2-40B4-BE49-F238E27FC236}">
                  <a16:creationId xmlns:a16="http://schemas.microsoft.com/office/drawing/2014/main" id="{AF0F1FF7-6D26-4155-BAAC-CD069752F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329"/>
              <a:ext cx="67" cy="139"/>
            </a:xfrm>
            <a:custGeom>
              <a:avLst/>
              <a:gdLst>
                <a:gd name="T0" fmla="*/ 330 w 29"/>
                <a:gd name="T1" fmla="*/ 351 h 57"/>
                <a:gd name="T2" fmla="*/ 150 w 29"/>
                <a:gd name="T3" fmla="*/ 273 h 57"/>
                <a:gd name="T4" fmla="*/ 208 w 29"/>
                <a:gd name="T5" fmla="*/ 827 h 57"/>
                <a:gd name="T6" fmla="*/ 0 w 29"/>
                <a:gd name="T7" fmla="*/ 290 h 57"/>
                <a:gd name="T8" fmla="*/ 273 w 29"/>
                <a:gd name="T9" fmla="*/ 0 h 57"/>
                <a:gd name="T10" fmla="*/ 358 w 29"/>
                <a:gd name="T11" fmla="*/ 202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57">
                  <a:moveTo>
                    <a:pt x="27" y="24"/>
                  </a:moveTo>
                  <a:cubicBezTo>
                    <a:pt x="26" y="16"/>
                    <a:pt x="18" y="12"/>
                    <a:pt x="12" y="19"/>
                  </a:cubicBezTo>
                  <a:cubicBezTo>
                    <a:pt x="4" y="30"/>
                    <a:pt x="21" y="47"/>
                    <a:pt x="17" y="57"/>
                  </a:cubicBezTo>
                  <a:cubicBezTo>
                    <a:pt x="6" y="51"/>
                    <a:pt x="0" y="32"/>
                    <a:pt x="0" y="20"/>
                  </a:cubicBezTo>
                  <a:cubicBezTo>
                    <a:pt x="0" y="5"/>
                    <a:pt x="13" y="9"/>
                    <a:pt x="22" y="0"/>
                  </a:cubicBezTo>
                  <a:cubicBezTo>
                    <a:pt x="25" y="2"/>
                    <a:pt x="29" y="9"/>
                    <a:pt x="29" y="14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3" name="Freeform 198">
              <a:extLst>
                <a:ext uri="{FF2B5EF4-FFF2-40B4-BE49-F238E27FC236}">
                  <a16:creationId xmlns:a16="http://schemas.microsoft.com/office/drawing/2014/main" id="{4DE32079-4CBC-4E79-B648-265B4CD2F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135"/>
              <a:ext cx="88" cy="164"/>
            </a:xfrm>
            <a:custGeom>
              <a:avLst/>
              <a:gdLst>
                <a:gd name="T0" fmla="*/ 472 w 38"/>
                <a:gd name="T1" fmla="*/ 397 h 67"/>
                <a:gd name="T2" fmla="*/ 199 w 38"/>
                <a:gd name="T3" fmla="*/ 233 h 67"/>
                <a:gd name="T4" fmla="*/ 123 w 38"/>
                <a:gd name="T5" fmla="*/ 426 h 67"/>
                <a:gd name="T6" fmla="*/ 160 w 38"/>
                <a:gd name="T7" fmla="*/ 982 h 67"/>
                <a:gd name="T8" fmla="*/ 12 w 38"/>
                <a:gd name="T9" fmla="*/ 570 h 67"/>
                <a:gd name="T10" fmla="*/ 65 w 38"/>
                <a:gd name="T11" fmla="*/ 162 h 67"/>
                <a:gd name="T12" fmla="*/ 208 w 38"/>
                <a:gd name="T13" fmla="*/ 12 h 67"/>
                <a:gd name="T14" fmla="*/ 322 w 38"/>
                <a:gd name="T15" fmla="*/ 162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67">
                  <a:moveTo>
                    <a:pt x="38" y="27"/>
                  </a:moveTo>
                  <a:cubicBezTo>
                    <a:pt x="33" y="23"/>
                    <a:pt x="23" y="15"/>
                    <a:pt x="16" y="16"/>
                  </a:cubicBezTo>
                  <a:cubicBezTo>
                    <a:pt x="9" y="17"/>
                    <a:pt x="10" y="24"/>
                    <a:pt x="10" y="29"/>
                  </a:cubicBezTo>
                  <a:cubicBezTo>
                    <a:pt x="11" y="42"/>
                    <a:pt x="13" y="54"/>
                    <a:pt x="13" y="67"/>
                  </a:cubicBezTo>
                  <a:cubicBezTo>
                    <a:pt x="3" y="58"/>
                    <a:pt x="0" y="52"/>
                    <a:pt x="1" y="39"/>
                  </a:cubicBezTo>
                  <a:cubicBezTo>
                    <a:pt x="1" y="29"/>
                    <a:pt x="2" y="20"/>
                    <a:pt x="5" y="11"/>
                  </a:cubicBezTo>
                  <a:cubicBezTo>
                    <a:pt x="6" y="6"/>
                    <a:pt x="10" y="0"/>
                    <a:pt x="17" y="1"/>
                  </a:cubicBezTo>
                  <a:cubicBezTo>
                    <a:pt x="20" y="2"/>
                    <a:pt x="23" y="8"/>
                    <a:pt x="26" y="1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4" name="Freeform 199">
              <a:extLst>
                <a:ext uri="{FF2B5EF4-FFF2-40B4-BE49-F238E27FC236}">
                  <a16:creationId xmlns:a16="http://schemas.microsoft.com/office/drawing/2014/main" id="{D052C145-B340-4A1B-861D-E1F2398B1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103"/>
              <a:ext cx="96" cy="86"/>
            </a:xfrm>
            <a:custGeom>
              <a:avLst/>
              <a:gdLst>
                <a:gd name="T0" fmla="*/ 25 w 42"/>
                <a:gd name="T1" fmla="*/ 0 h 35"/>
                <a:gd name="T2" fmla="*/ 391 w 42"/>
                <a:gd name="T3" fmla="*/ 344 h 35"/>
                <a:gd name="T4" fmla="*/ 464 w 42"/>
                <a:gd name="T5" fmla="*/ 398 h 35"/>
                <a:gd name="T6" fmla="*/ 361 w 42"/>
                <a:gd name="T7" fmla="*/ 518 h 35"/>
                <a:gd name="T8" fmla="*/ 158 w 42"/>
                <a:gd name="T9" fmla="*/ 356 h 35"/>
                <a:gd name="T10" fmla="*/ 48 w 42"/>
                <a:gd name="T11" fmla="*/ 13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5">
                  <a:moveTo>
                    <a:pt x="2" y="0"/>
                  </a:moveTo>
                  <a:cubicBezTo>
                    <a:pt x="10" y="11"/>
                    <a:pt x="20" y="18"/>
                    <a:pt x="33" y="23"/>
                  </a:cubicBezTo>
                  <a:cubicBezTo>
                    <a:pt x="36" y="24"/>
                    <a:pt x="38" y="24"/>
                    <a:pt x="39" y="27"/>
                  </a:cubicBezTo>
                  <a:cubicBezTo>
                    <a:pt x="42" y="33"/>
                    <a:pt x="35" y="35"/>
                    <a:pt x="30" y="35"/>
                  </a:cubicBezTo>
                  <a:cubicBezTo>
                    <a:pt x="22" y="35"/>
                    <a:pt x="18" y="30"/>
                    <a:pt x="13" y="24"/>
                  </a:cubicBezTo>
                  <a:cubicBezTo>
                    <a:pt x="9" y="20"/>
                    <a:pt x="0" y="17"/>
                    <a:pt x="4" y="9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5" name="Freeform 200">
              <a:extLst>
                <a:ext uri="{FF2B5EF4-FFF2-40B4-BE49-F238E27FC236}">
                  <a16:creationId xmlns:a16="http://schemas.microsoft.com/office/drawing/2014/main" id="{FD4B5673-69B2-4F64-B6B1-F501EB19C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137"/>
              <a:ext cx="53" cy="69"/>
            </a:xfrm>
            <a:custGeom>
              <a:avLst/>
              <a:gdLst>
                <a:gd name="T0" fmla="*/ 65 w 23"/>
                <a:gd name="T1" fmla="*/ 0 h 28"/>
                <a:gd name="T2" fmla="*/ 281 w 23"/>
                <a:gd name="T3" fmla="*/ 266 h 28"/>
                <a:gd name="T4" fmla="*/ 0 w 23"/>
                <a:gd name="T5" fmla="*/ 256 h 28"/>
                <a:gd name="T6" fmla="*/ 28 w 23"/>
                <a:gd name="T7" fmla="*/ 22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8">
                  <a:moveTo>
                    <a:pt x="5" y="0"/>
                  </a:moveTo>
                  <a:cubicBezTo>
                    <a:pt x="8" y="9"/>
                    <a:pt x="14" y="15"/>
                    <a:pt x="23" y="18"/>
                  </a:cubicBezTo>
                  <a:cubicBezTo>
                    <a:pt x="23" y="28"/>
                    <a:pt x="4" y="20"/>
                    <a:pt x="0" y="17"/>
                  </a:cubicBezTo>
                  <a:cubicBezTo>
                    <a:pt x="0" y="16"/>
                    <a:pt x="1" y="16"/>
                    <a:pt x="2" y="15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6" name="Freeform 201">
              <a:extLst>
                <a:ext uri="{FF2B5EF4-FFF2-40B4-BE49-F238E27FC236}">
                  <a16:creationId xmlns:a16="http://schemas.microsoft.com/office/drawing/2014/main" id="{3DBD6E74-53D3-45CB-9531-1A8C92610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64"/>
              <a:ext cx="74" cy="91"/>
            </a:xfrm>
            <a:custGeom>
              <a:avLst/>
              <a:gdLst>
                <a:gd name="T0" fmla="*/ 49 w 32"/>
                <a:gd name="T1" fmla="*/ 0 h 37"/>
                <a:gd name="T2" fmla="*/ 187 w 32"/>
                <a:gd name="T3" fmla="*/ 224 h 37"/>
                <a:gd name="T4" fmla="*/ 321 w 32"/>
                <a:gd name="T5" fmla="*/ 266 h 37"/>
                <a:gd name="T6" fmla="*/ 310 w 32"/>
                <a:gd name="T7" fmla="*/ 477 h 37"/>
                <a:gd name="T8" fmla="*/ 0 w 32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7">
                  <a:moveTo>
                    <a:pt x="4" y="0"/>
                  </a:moveTo>
                  <a:cubicBezTo>
                    <a:pt x="9" y="4"/>
                    <a:pt x="10" y="10"/>
                    <a:pt x="15" y="15"/>
                  </a:cubicBezTo>
                  <a:cubicBezTo>
                    <a:pt x="19" y="20"/>
                    <a:pt x="21" y="16"/>
                    <a:pt x="26" y="18"/>
                  </a:cubicBezTo>
                  <a:cubicBezTo>
                    <a:pt x="32" y="21"/>
                    <a:pt x="31" y="30"/>
                    <a:pt x="25" y="32"/>
                  </a:cubicBezTo>
                  <a:cubicBezTo>
                    <a:pt x="8" y="37"/>
                    <a:pt x="10" y="5"/>
                    <a:pt x="0" y="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7" name="Freeform 202">
              <a:extLst>
                <a:ext uri="{FF2B5EF4-FFF2-40B4-BE49-F238E27FC236}">
                  <a16:creationId xmlns:a16="http://schemas.microsoft.com/office/drawing/2014/main" id="{BAC497C0-BE1E-43CC-AE7E-9646D1CEA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2098"/>
              <a:ext cx="75" cy="74"/>
            </a:xfrm>
            <a:custGeom>
              <a:avLst/>
              <a:gdLst>
                <a:gd name="T0" fmla="*/ 25 w 33"/>
                <a:gd name="T1" fmla="*/ 0 h 30"/>
                <a:gd name="T2" fmla="*/ 139 w 33"/>
                <a:gd name="T3" fmla="*/ 165 h 30"/>
                <a:gd name="T4" fmla="*/ 330 w 33"/>
                <a:gd name="T5" fmla="*/ 237 h 30"/>
                <a:gd name="T6" fmla="*/ 341 w 33"/>
                <a:gd name="T7" fmla="*/ 407 h 30"/>
                <a:gd name="T8" fmla="*/ 166 w 33"/>
                <a:gd name="T9" fmla="*/ 419 h 30"/>
                <a:gd name="T10" fmla="*/ 0 w 33"/>
                <a:gd name="T11" fmla="*/ 212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0">
                  <a:moveTo>
                    <a:pt x="2" y="0"/>
                  </a:moveTo>
                  <a:cubicBezTo>
                    <a:pt x="8" y="0"/>
                    <a:pt x="8" y="8"/>
                    <a:pt x="12" y="11"/>
                  </a:cubicBezTo>
                  <a:cubicBezTo>
                    <a:pt x="17" y="15"/>
                    <a:pt x="22" y="14"/>
                    <a:pt x="28" y="16"/>
                  </a:cubicBezTo>
                  <a:cubicBezTo>
                    <a:pt x="31" y="17"/>
                    <a:pt x="33" y="22"/>
                    <a:pt x="29" y="27"/>
                  </a:cubicBezTo>
                  <a:cubicBezTo>
                    <a:pt x="26" y="30"/>
                    <a:pt x="18" y="29"/>
                    <a:pt x="14" y="28"/>
                  </a:cubicBezTo>
                  <a:cubicBezTo>
                    <a:pt x="6" y="25"/>
                    <a:pt x="6" y="16"/>
                    <a:pt x="0" y="14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8" name="Freeform 203">
              <a:extLst>
                <a:ext uri="{FF2B5EF4-FFF2-40B4-BE49-F238E27FC236}">
                  <a16:creationId xmlns:a16="http://schemas.microsoft.com/office/drawing/2014/main" id="{F8E44432-3B43-4FDA-A88B-9E98D7485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088"/>
              <a:ext cx="94" cy="57"/>
            </a:xfrm>
            <a:custGeom>
              <a:avLst/>
              <a:gdLst>
                <a:gd name="T0" fmla="*/ 264 w 41"/>
                <a:gd name="T1" fmla="*/ 0 h 23"/>
                <a:gd name="T2" fmla="*/ 326 w 41"/>
                <a:gd name="T3" fmla="*/ 124 h 23"/>
                <a:gd name="T4" fmla="*/ 420 w 41"/>
                <a:gd name="T5" fmla="*/ 183 h 23"/>
                <a:gd name="T6" fmla="*/ 0 w 41"/>
                <a:gd name="T7" fmla="*/ 25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3">
                  <a:moveTo>
                    <a:pt x="22" y="0"/>
                  </a:moveTo>
                  <a:cubicBezTo>
                    <a:pt x="23" y="3"/>
                    <a:pt x="24" y="6"/>
                    <a:pt x="27" y="8"/>
                  </a:cubicBezTo>
                  <a:cubicBezTo>
                    <a:pt x="29" y="10"/>
                    <a:pt x="34" y="9"/>
                    <a:pt x="35" y="12"/>
                  </a:cubicBezTo>
                  <a:cubicBezTo>
                    <a:pt x="41" y="23"/>
                    <a:pt x="3" y="17"/>
                    <a:pt x="0" y="17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9" name="Freeform 204">
              <a:extLst>
                <a:ext uri="{FF2B5EF4-FFF2-40B4-BE49-F238E27FC236}">
                  <a16:creationId xmlns:a16="http://schemas.microsoft.com/office/drawing/2014/main" id="{18C212CC-5A7B-4F66-915E-92A89CC0D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407"/>
              <a:ext cx="464" cy="463"/>
            </a:xfrm>
            <a:custGeom>
              <a:avLst/>
              <a:gdLst>
                <a:gd name="T0" fmla="*/ 122 w 202"/>
                <a:gd name="T1" fmla="*/ 0 h 189"/>
                <a:gd name="T2" fmla="*/ 2449 w 202"/>
                <a:gd name="T3" fmla="*/ 2778 h 189"/>
                <a:gd name="T4" fmla="*/ 1941 w 202"/>
                <a:gd name="T5" fmla="*/ 2413 h 189"/>
                <a:gd name="T6" fmla="*/ 1403 w 202"/>
                <a:gd name="T7" fmla="*/ 2046 h 189"/>
                <a:gd name="T8" fmla="*/ 1114 w 202"/>
                <a:gd name="T9" fmla="*/ 1896 h 189"/>
                <a:gd name="T10" fmla="*/ 923 w 202"/>
                <a:gd name="T11" fmla="*/ 1117 h 189"/>
                <a:gd name="T12" fmla="*/ 253 w 202"/>
                <a:gd name="T13" fmla="*/ 235 h 189"/>
                <a:gd name="T14" fmla="*/ 0 w 202"/>
                <a:gd name="T15" fmla="*/ 282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2" h="189">
                  <a:moveTo>
                    <a:pt x="10" y="0"/>
                  </a:moveTo>
                  <a:cubicBezTo>
                    <a:pt x="25" y="13"/>
                    <a:pt x="202" y="189"/>
                    <a:pt x="202" y="189"/>
                  </a:cubicBezTo>
                  <a:cubicBezTo>
                    <a:pt x="188" y="182"/>
                    <a:pt x="177" y="175"/>
                    <a:pt x="160" y="164"/>
                  </a:cubicBezTo>
                  <a:cubicBezTo>
                    <a:pt x="143" y="153"/>
                    <a:pt x="136" y="150"/>
                    <a:pt x="116" y="139"/>
                  </a:cubicBezTo>
                  <a:cubicBezTo>
                    <a:pt x="97" y="129"/>
                    <a:pt x="97" y="125"/>
                    <a:pt x="92" y="129"/>
                  </a:cubicBezTo>
                  <a:cubicBezTo>
                    <a:pt x="87" y="133"/>
                    <a:pt x="110" y="124"/>
                    <a:pt x="76" y="76"/>
                  </a:cubicBezTo>
                  <a:cubicBezTo>
                    <a:pt x="60" y="55"/>
                    <a:pt x="30" y="22"/>
                    <a:pt x="21" y="16"/>
                  </a:cubicBezTo>
                  <a:cubicBezTo>
                    <a:pt x="10" y="10"/>
                    <a:pt x="0" y="19"/>
                    <a:pt x="0" y="19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0" name="Freeform 205">
              <a:extLst>
                <a:ext uri="{FF2B5EF4-FFF2-40B4-BE49-F238E27FC236}">
                  <a16:creationId xmlns:a16="http://schemas.microsoft.com/office/drawing/2014/main" id="{7EB2D216-B2D0-49B0-B1A7-EA79C7C1E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441"/>
              <a:ext cx="37" cy="71"/>
            </a:xfrm>
            <a:custGeom>
              <a:avLst/>
              <a:gdLst>
                <a:gd name="T0" fmla="*/ 199 w 16"/>
                <a:gd name="T1" fmla="*/ 0 h 29"/>
                <a:gd name="T2" fmla="*/ 134 w 16"/>
                <a:gd name="T3" fmla="*/ 426 h 29"/>
                <a:gd name="T4" fmla="*/ 28 w 16"/>
                <a:gd name="T5" fmla="*/ 132 h 29"/>
                <a:gd name="T6" fmla="*/ 0 w 16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cubicBezTo>
                    <a:pt x="6" y="7"/>
                    <a:pt x="8" y="19"/>
                    <a:pt x="11" y="29"/>
                  </a:cubicBezTo>
                  <a:cubicBezTo>
                    <a:pt x="8" y="22"/>
                    <a:pt x="4" y="16"/>
                    <a:pt x="2" y="9"/>
                  </a:cubicBezTo>
                  <a:cubicBezTo>
                    <a:pt x="1" y="6"/>
                    <a:pt x="0" y="3"/>
                    <a:pt x="0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1" name="Freeform 206">
              <a:extLst>
                <a:ext uri="{FF2B5EF4-FFF2-40B4-BE49-F238E27FC236}">
                  <a16:creationId xmlns:a16="http://schemas.microsoft.com/office/drawing/2014/main" id="{A5CE8764-37E9-496A-AB65-5890A2470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476"/>
              <a:ext cx="16" cy="14"/>
            </a:xfrm>
            <a:custGeom>
              <a:avLst/>
              <a:gdLst>
                <a:gd name="T0" fmla="*/ 57 w 7"/>
                <a:gd name="T1" fmla="*/ 0 h 6"/>
                <a:gd name="T2" fmla="*/ 85 w 7"/>
                <a:gd name="T3" fmla="*/ 4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0" y="2"/>
                    <a:pt x="4" y="6"/>
                    <a:pt x="7" y="4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2" name="Freeform 207">
              <a:extLst>
                <a:ext uri="{FF2B5EF4-FFF2-40B4-BE49-F238E27FC236}">
                  <a16:creationId xmlns:a16="http://schemas.microsoft.com/office/drawing/2014/main" id="{595DCC0D-7DB7-4662-81AB-55BB53BFC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456"/>
              <a:ext cx="62" cy="351"/>
            </a:xfrm>
            <a:custGeom>
              <a:avLst/>
              <a:gdLst>
                <a:gd name="T0" fmla="*/ 85 w 27"/>
                <a:gd name="T1" fmla="*/ 223 h 143"/>
                <a:gd name="T2" fmla="*/ 122 w 27"/>
                <a:gd name="T3" fmla="*/ 265 h 143"/>
                <a:gd name="T4" fmla="*/ 179 w 27"/>
                <a:gd name="T5" fmla="*/ 398 h 143"/>
                <a:gd name="T6" fmla="*/ 232 w 27"/>
                <a:gd name="T7" fmla="*/ 724 h 143"/>
                <a:gd name="T8" fmla="*/ 216 w 27"/>
                <a:gd name="T9" fmla="*/ 1343 h 143"/>
                <a:gd name="T10" fmla="*/ 232 w 27"/>
                <a:gd name="T11" fmla="*/ 1627 h 143"/>
                <a:gd name="T12" fmla="*/ 216 w 27"/>
                <a:gd name="T13" fmla="*/ 1892 h 143"/>
                <a:gd name="T14" fmla="*/ 73 w 27"/>
                <a:gd name="T15" fmla="*/ 2013 h 143"/>
                <a:gd name="T16" fmla="*/ 269 w 27"/>
                <a:gd name="T17" fmla="*/ 2025 h 143"/>
                <a:gd name="T18" fmla="*/ 301 w 27"/>
                <a:gd name="T19" fmla="*/ 1657 h 143"/>
                <a:gd name="T20" fmla="*/ 317 w 27"/>
                <a:gd name="T21" fmla="*/ 1006 h 143"/>
                <a:gd name="T22" fmla="*/ 243 w 27"/>
                <a:gd name="T23" fmla="*/ 415 h 143"/>
                <a:gd name="T24" fmla="*/ 216 w 27"/>
                <a:gd name="T25" fmla="*/ 223 h 143"/>
                <a:gd name="T26" fmla="*/ 122 w 27"/>
                <a:gd name="T27" fmla="*/ 120 h 143"/>
                <a:gd name="T28" fmla="*/ 0 w 27"/>
                <a:gd name="T29" fmla="*/ 0 h 1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143">
                  <a:moveTo>
                    <a:pt x="7" y="15"/>
                  </a:moveTo>
                  <a:cubicBezTo>
                    <a:pt x="7" y="16"/>
                    <a:pt x="9" y="17"/>
                    <a:pt x="10" y="18"/>
                  </a:cubicBezTo>
                  <a:cubicBezTo>
                    <a:pt x="12" y="20"/>
                    <a:pt x="13" y="24"/>
                    <a:pt x="15" y="27"/>
                  </a:cubicBezTo>
                  <a:cubicBezTo>
                    <a:pt x="17" y="34"/>
                    <a:pt x="18" y="41"/>
                    <a:pt x="19" y="49"/>
                  </a:cubicBezTo>
                  <a:cubicBezTo>
                    <a:pt x="19" y="63"/>
                    <a:pt x="17" y="77"/>
                    <a:pt x="18" y="91"/>
                  </a:cubicBezTo>
                  <a:cubicBezTo>
                    <a:pt x="19" y="98"/>
                    <a:pt x="18" y="104"/>
                    <a:pt x="19" y="110"/>
                  </a:cubicBezTo>
                  <a:cubicBezTo>
                    <a:pt x="19" y="116"/>
                    <a:pt x="19" y="122"/>
                    <a:pt x="18" y="128"/>
                  </a:cubicBezTo>
                  <a:cubicBezTo>
                    <a:pt x="16" y="136"/>
                    <a:pt x="12" y="134"/>
                    <a:pt x="6" y="136"/>
                  </a:cubicBezTo>
                  <a:cubicBezTo>
                    <a:pt x="12" y="138"/>
                    <a:pt x="18" y="143"/>
                    <a:pt x="22" y="137"/>
                  </a:cubicBezTo>
                  <a:cubicBezTo>
                    <a:pt x="26" y="130"/>
                    <a:pt x="24" y="120"/>
                    <a:pt x="25" y="112"/>
                  </a:cubicBezTo>
                  <a:cubicBezTo>
                    <a:pt x="26" y="98"/>
                    <a:pt x="27" y="83"/>
                    <a:pt x="26" y="68"/>
                  </a:cubicBezTo>
                  <a:cubicBezTo>
                    <a:pt x="25" y="55"/>
                    <a:pt x="24" y="41"/>
                    <a:pt x="20" y="28"/>
                  </a:cubicBezTo>
                  <a:cubicBezTo>
                    <a:pt x="19" y="24"/>
                    <a:pt x="20" y="19"/>
                    <a:pt x="18" y="15"/>
                  </a:cubicBezTo>
                  <a:cubicBezTo>
                    <a:pt x="16" y="12"/>
                    <a:pt x="12" y="10"/>
                    <a:pt x="10" y="8"/>
                  </a:cubicBezTo>
                  <a:cubicBezTo>
                    <a:pt x="7" y="4"/>
                    <a:pt x="4" y="2"/>
                    <a:pt x="0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3" name="Freeform 208">
              <a:extLst>
                <a:ext uri="{FF2B5EF4-FFF2-40B4-BE49-F238E27FC236}">
                  <a16:creationId xmlns:a16="http://schemas.microsoft.com/office/drawing/2014/main" id="{B36E3AA5-DCE8-41DD-A08C-5642E2EED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792"/>
              <a:ext cx="16" cy="15"/>
            </a:xfrm>
            <a:custGeom>
              <a:avLst/>
              <a:gdLst>
                <a:gd name="T0" fmla="*/ 48 w 7"/>
                <a:gd name="T1" fmla="*/ 0 h 6"/>
                <a:gd name="T2" fmla="*/ 85 w 7"/>
                <a:gd name="T3" fmla="*/ 5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0" y="0"/>
                    <a:pt x="2" y="6"/>
                    <a:pt x="7" y="3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4" name="Freeform 209">
              <a:extLst>
                <a:ext uri="{FF2B5EF4-FFF2-40B4-BE49-F238E27FC236}">
                  <a16:creationId xmlns:a16="http://schemas.microsoft.com/office/drawing/2014/main" id="{DCBE8CF9-E961-4CB5-BFE5-A94BD8076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539"/>
              <a:ext cx="223" cy="251"/>
            </a:xfrm>
            <a:custGeom>
              <a:avLst/>
              <a:gdLst>
                <a:gd name="T0" fmla="*/ 269 w 97"/>
                <a:gd name="T1" fmla="*/ 12 h 102"/>
                <a:gd name="T2" fmla="*/ 232 w 97"/>
                <a:gd name="T3" fmla="*/ 315 h 102"/>
                <a:gd name="T4" fmla="*/ 354 w 97"/>
                <a:gd name="T5" fmla="*/ 539 h 102"/>
                <a:gd name="T6" fmla="*/ 487 w 97"/>
                <a:gd name="T7" fmla="*/ 746 h 102"/>
                <a:gd name="T8" fmla="*/ 729 w 97"/>
                <a:gd name="T9" fmla="*/ 1090 h 102"/>
                <a:gd name="T10" fmla="*/ 899 w 97"/>
                <a:gd name="T11" fmla="*/ 1285 h 102"/>
                <a:gd name="T12" fmla="*/ 1030 w 97"/>
                <a:gd name="T13" fmla="*/ 1417 h 102"/>
                <a:gd name="T14" fmla="*/ 1179 w 97"/>
                <a:gd name="T15" fmla="*/ 1521 h 102"/>
                <a:gd name="T16" fmla="*/ 802 w 97"/>
                <a:gd name="T17" fmla="*/ 1265 h 102"/>
                <a:gd name="T18" fmla="*/ 412 w 97"/>
                <a:gd name="T19" fmla="*/ 866 h 102"/>
                <a:gd name="T20" fmla="*/ 195 w 97"/>
                <a:gd name="T21" fmla="*/ 490 h 102"/>
                <a:gd name="T22" fmla="*/ 85 w 97"/>
                <a:gd name="T23" fmla="*/ 327 h 102"/>
                <a:gd name="T24" fmla="*/ 48 w 97"/>
                <a:gd name="T25" fmla="*/ 236 h 102"/>
                <a:gd name="T26" fmla="*/ 0 w 97"/>
                <a:gd name="T27" fmla="*/ 103 h 1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7" h="102">
                  <a:moveTo>
                    <a:pt x="22" y="1"/>
                  </a:moveTo>
                  <a:cubicBezTo>
                    <a:pt x="11" y="0"/>
                    <a:pt x="15" y="15"/>
                    <a:pt x="19" y="21"/>
                  </a:cubicBezTo>
                  <a:cubicBezTo>
                    <a:pt x="22" y="26"/>
                    <a:pt x="25" y="31"/>
                    <a:pt x="29" y="36"/>
                  </a:cubicBezTo>
                  <a:cubicBezTo>
                    <a:pt x="33" y="40"/>
                    <a:pt x="36" y="46"/>
                    <a:pt x="40" y="50"/>
                  </a:cubicBezTo>
                  <a:cubicBezTo>
                    <a:pt x="46" y="58"/>
                    <a:pt x="53" y="65"/>
                    <a:pt x="60" y="73"/>
                  </a:cubicBezTo>
                  <a:cubicBezTo>
                    <a:pt x="64" y="77"/>
                    <a:pt x="69" y="82"/>
                    <a:pt x="74" y="86"/>
                  </a:cubicBezTo>
                  <a:cubicBezTo>
                    <a:pt x="78" y="89"/>
                    <a:pt x="81" y="92"/>
                    <a:pt x="85" y="95"/>
                  </a:cubicBezTo>
                  <a:cubicBezTo>
                    <a:pt x="89" y="97"/>
                    <a:pt x="94" y="99"/>
                    <a:pt x="97" y="102"/>
                  </a:cubicBezTo>
                  <a:cubicBezTo>
                    <a:pt x="86" y="97"/>
                    <a:pt x="76" y="91"/>
                    <a:pt x="66" y="85"/>
                  </a:cubicBezTo>
                  <a:cubicBezTo>
                    <a:pt x="55" y="77"/>
                    <a:pt x="45" y="67"/>
                    <a:pt x="34" y="58"/>
                  </a:cubicBezTo>
                  <a:cubicBezTo>
                    <a:pt x="26" y="51"/>
                    <a:pt x="23" y="41"/>
                    <a:pt x="16" y="33"/>
                  </a:cubicBezTo>
                  <a:cubicBezTo>
                    <a:pt x="13" y="29"/>
                    <a:pt x="10" y="26"/>
                    <a:pt x="7" y="22"/>
                  </a:cubicBezTo>
                  <a:cubicBezTo>
                    <a:pt x="6" y="20"/>
                    <a:pt x="5" y="18"/>
                    <a:pt x="4" y="16"/>
                  </a:cubicBezTo>
                  <a:cubicBezTo>
                    <a:pt x="3" y="13"/>
                    <a:pt x="4" y="9"/>
                    <a:pt x="0" y="7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5" name="Freeform 210">
              <a:extLst>
                <a:ext uri="{FF2B5EF4-FFF2-40B4-BE49-F238E27FC236}">
                  <a16:creationId xmlns:a16="http://schemas.microsoft.com/office/drawing/2014/main" id="{2B16BFED-3B11-4264-BF4A-06D465BC0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714"/>
              <a:ext cx="23" cy="26"/>
            </a:xfrm>
            <a:custGeom>
              <a:avLst/>
              <a:gdLst>
                <a:gd name="T0" fmla="*/ 0 w 10"/>
                <a:gd name="T1" fmla="*/ 0 h 11"/>
                <a:gd name="T2" fmla="*/ 28 w 10"/>
                <a:gd name="T3" fmla="*/ 144 h 11"/>
                <a:gd name="T4" fmla="*/ 122 w 10"/>
                <a:gd name="T5" fmla="*/ 7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1" y="4"/>
                    <a:pt x="1" y="8"/>
                    <a:pt x="2" y="11"/>
                  </a:cubicBezTo>
                  <a:cubicBezTo>
                    <a:pt x="5" y="10"/>
                    <a:pt x="7" y="6"/>
                    <a:pt x="10" y="6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6" name="Freeform 211">
              <a:extLst>
                <a:ext uri="{FF2B5EF4-FFF2-40B4-BE49-F238E27FC236}">
                  <a16:creationId xmlns:a16="http://schemas.microsoft.com/office/drawing/2014/main" id="{6110E4B6-5F45-44C7-8870-74FFFE0AA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2733"/>
              <a:ext cx="154" cy="245"/>
            </a:xfrm>
            <a:custGeom>
              <a:avLst/>
              <a:gdLst>
                <a:gd name="T0" fmla="*/ 655 w 67"/>
                <a:gd name="T1" fmla="*/ 426 h 100"/>
                <a:gd name="T2" fmla="*/ 802 w 67"/>
                <a:gd name="T3" fmla="*/ 485 h 100"/>
                <a:gd name="T4" fmla="*/ 786 w 67"/>
                <a:gd name="T5" fmla="*/ 600 h 100"/>
                <a:gd name="T6" fmla="*/ 777 w 67"/>
                <a:gd name="T7" fmla="*/ 791 h 100"/>
                <a:gd name="T8" fmla="*/ 802 w 67"/>
                <a:gd name="T9" fmla="*/ 973 h 100"/>
                <a:gd name="T10" fmla="*/ 607 w 67"/>
                <a:gd name="T11" fmla="*/ 1134 h 100"/>
                <a:gd name="T12" fmla="*/ 476 w 67"/>
                <a:gd name="T13" fmla="*/ 1325 h 100"/>
                <a:gd name="T14" fmla="*/ 375 w 67"/>
                <a:gd name="T15" fmla="*/ 1411 h 100"/>
                <a:gd name="T16" fmla="*/ 280 w 67"/>
                <a:gd name="T17" fmla="*/ 1470 h 100"/>
                <a:gd name="T18" fmla="*/ 375 w 67"/>
                <a:gd name="T19" fmla="*/ 1370 h 100"/>
                <a:gd name="T20" fmla="*/ 524 w 67"/>
                <a:gd name="T21" fmla="*/ 1117 h 100"/>
                <a:gd name="T22" fmla="*/ 496 w 67"/>
                <a:gd name="T23" fmla="*/ 649 h 100"/>
                <a:gd name="T24" fmla="*/ 122 w 67"/>
                <a:gd name="T25" fmla="*/ 203 h 100"/>
                <a:gd name="T26" fmla="*/ 0 w 67"/>
                <a:gd name="T27" fmla="*/ 0 h 100"/>
                <a:gd name="T28" fmla="*/ 94 w 67"/>
                <a:gd name="T29" fmla="*/ 71 h 100"/>
                <a:gd name="T30" fmla="*/ 290 w 67"/>
                <a:gd name="T31" fmla="*/ 203 h 100"/>
                <a:gd name="T32" fmla="*/ 513 w 67"/>
                <a:gd name="T33" fmla="*/ 336 h 100"/>
                <a:gd name="T34" fmla="*/ 655 w 67"/>
                <a:gd name="T35" fmla="*/ 426 h 100"/>
                <a:gd name="T36" fmla="*/ 765 w 67"/>
                <a:gd name="T37" fmla="*/ 485 h 1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" h="100">
                  <a:moveTo>
                    <a:pt x="54" y="29"/>
                  </a:moveTo>
                  <a:cubicBezTo>
                    <a:pt x="57" y="30"/>
                    <a:pt x="64" y="31"/>
                    <a:pt x="66" y="33"/>
                  </a:cubicBezTo>
                  <a:cubicBezTo>
                    <a:pt x="67" y="35"/>
                    <a:pt x="65" y="39"/>
                    <a:pt x="65" y="41"/>
                  </a:cubicBezTo>
                  <a:cubicBezTo>
                    <a:pt x="64" y="46"/>
                    <a:pt x="64" y="50"/>
                    <a:pt x="64" y="54"/>
                  </a:cubicBezTo>
                  <a:cubicBezTo>
                    <a:pt x="64" y="58"/>
                    <a:pt x="66" y="62"/>
                    <a:pt x="66" y="66"/>
                  </a:cubicBezTo>
                  <a:cubicBezTo>
                    <a:pt x="66" y="72"/>
                    <a:pt x="55" y="73"/>
                    <a:pt x="50" y="77"/>
                  </a:cubicBezTo>
                  <a:cubicBezTo>
                    <a:pt x="46" y="81"/>
                    <a:pt x="42" y="86"/>
                    <a:pt x="39" y="90"/>
                  </a:cubicBezTo>
                  <a:cubicBezTo>
                    <a:pt x="36" y="92"/>
                    <a:pt x="34" y="95"/>
                    <a:pt x="31" y="96"/>
                  </a:cubicBezTo>
                  <a:cubicBezTo>
                    <a:pt x="28" y="98"/>
                    <a:pt x="25" y="98"/>
                    <a:pt x="23" y="100"/>
                  </a:cubicBezTo>
                  <a:cubicBezTo>
                    <a:pt x="25" y="98"/>
                    <a:pt x="29" y="96"/>
                    <a:pt x="31" y="93"/>
                  </a:cubicBezTo>
                  <a:cubicBezTo>
                    <a:pt x="36" y="88"/>
                    <a:pt x="40" y="82"/>
                    <a:pt x="43" y="76"/>
                  </a:cubicBezTo>
                  <a:cubicBezTo>
                    <a:pt x="50" y="64"/>
                    <a:pt x="50" y="54"/>
                    <a:pt x="41" y="44"/>
                  </a:cubicBezTo>
                  <a:cubicBezTo>
                    <a:pt x="31" y="33"/>
                    <a:pt x="20" y="24"/>
                    <a:pt x="10" y="14"/>
                  </a:cubicBezTo>
                  <a:cubicBezTo>
                    <a:pt x="6" y="10"/>
                    <a:pt x="1" y="5"/>
                    <a:pt x="0" y="0"/>
                  </a:cubicBezTo>
                  <a:cubicBezTo>
                    <a:pt x="1" y="3"/>
                    <a:pt x="5" y="3"/>
                    <a:pt x="8" y="5"/>
                  </a:cubicBezTo>
                  <a:cubicBezTo>
                    <a:pt x="13" y="8"/>
                    <a:pt x="19" y="10"/>
                    <a:pt x="24" y="14"/>
                  </a:cubicBezTo>
                  <a:cubicBezTo>
                    <a:pt x="30" y="18"/>
                    <a:pt x="36" y="20"/>
                    <a:pt x="42" y="23"/>
                  </a:cubicBezTo>
                  <a:cubicBezTo>
                    <a:pt x="46" y="26"/>
                    <a:pt x="50" y="27"/>
                    <a:pt x="54" y="29"/>
                  </a:cubicBezTo>
                  <a:cubicBezTo>
                    <a:pt x="57" y="30"/>
                    <a:pt x="60" y="31"/>
                    <a:pt x="63" y="33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7" name="Freeform 212">
              <a:extLst>
                <a:ext uri="{FF2B5EF4-FFF2-40B4-BE49-F238E27FC236}">
                  <a16:creationId xmlns:a16="http://schemas.microsoft.com/office/drawing/2014/main" id="{CAE09B82-4F4C-45F4-81A8-D082A018A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3145"/>
              <a:ext cx="37" cy="228"/>
            </a:xfrm>
            <a:custGeom>
              <a:avLst/>
              <a:gdLst>
                <a:gd name="T0" fmla="*/ 0 w 16"/>
                <a:gd name="T1" fmla="*/ 355 h 93"/>
                <a:gd name="T2" fmla="*/ 37 w 16"/>
                <a:gd name="T3" fmla="*/ 841 h 93"/>
                <a:gd name="T4" fmla="*/ 86 w 16"/>
                <a:gd name="T5" fmla="*/ 1370 h 93"/>
                <a:gd name="T6" fmla="*/ 123 w 16"/>
                <a:gd name="T7" fmla="*/ 1135 h 93"/>
                <a:gd name="T8" fmla="*/ 171 w 16"/>
                <a:gd name="T9" fmla="*/ 1047 h 93"/>
                <a:gd name="T10" fmla="*/ 171 w 16"/>
                <a:gd name="T11" fmla="*/ 956 h 93"/>
                <a:gd name="T12" fmla="*/ 123 w 16"/>
                <a:gd name="T13" fmla="*/ 782 h 93"/>
                <a:gd name="T14" fmla="*/ 74 w 16"/>
                <a:gd name="T15" fmla="*/ 547 h 93"/>
                <a:gd name="T16" fmla="*/ 37 w 16"/>
                <a:gd name="T17" fmla="*/ 385 h 93"/>
                <a:gd name="T18" fmla="*/ 28 w 16"/>
                <a:gd name="T19" fmla="*/ 174 h 93"/>
                <a:gd name="T20" fmla="*/ 37 w 16"/>
                <a:gd name="T21" fmla="*/ 0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93">
                  <a:moveTo>
                    <a:pt x="0" y="24"/>
                  </a:moveTo>
                  <a:cubicBezTo>
                    <a:pt x="0" y="36"/>
                    <a:pt x="3" y="46"/>
                    <a:pt x="3" y="57"/>
                  </a:cubicBezTo>
                  <a:cubicBezTo>
                    <a:pt x="3" y="70"/>
                    <a:pt x="4" y="81"/>
                    <a:pt x="7" y="93"/>
                  </a:cubicBezTo>
                  <a:cubicBezTo>
                    <a:pt x="6" y="87"/>
                    <a:pt x="8" y="82"/>
                    <a:pt x="10" y="77"/>
                  </a:cubicBezTo>
                  <a:cubicBezTo>
                    <a:pt x="11" y="74"/>
                    <a:pt x="12" y="74"/>
                    <a:pt x="14" y="71"/>
                  </a:cubicBezTo>
                  <a:cubicBezTo>
                    <a:pt x="16" y="69"/>
                    <a:pt x="15" y="69"/>
                    <a:pt x="14" y="65"/>
                  </a:cubicBezTo>
                  <a:cubicBezTo>
                    <a:pt x="12" y="61"/>
                    <a:pt x="12" y="57"/>
                    <a:pt x="10" y="53"/>
                  </a:cubicBezTo>
                  <a:cubicBezTo>
                    <a:pt x="9" y="48"/>
                    <a:pt x="8" y="42"/>
                    <a:pt x="6" y="37"/>
                  </a:cubicBezTo>
                  <a:cubicBezTo>
                    <a:pt x="5" y="33"/>
                    <a:pt x="4" y="30"/>
                    <a:pt x="3" y="26"/>
                  </a:cubicBezTo>
                  <a:cubicBezTo>
                    <a:pt x="2" y="22"/>
                    <a:pt x="1" y="17"/>
                    <a:pt x="2" y="12"/>
                  </a:cubicBezTo>
                  <a:cubicBezTo>
                    <a:pt x="2" y="8"/>
                    <a:pt x="4" y="4"/>
                    <a:pt x="3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8" name="Freeform 213">
              <a:extLst>
                <a:ext uri="{FF2B5EF4-FFF2-40B4-BE49-F238E27FC236}">
                  <a16:creationId xmlns:a16="http://schemas.microsoft.com/office/drawing/2014/main" id="{D1EF6AED-E706-415E-A912-FC374E038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3027"/>
              <a:ext cx="44" cy="113"/>
            </a:xfrm>
            <a:custGeom>
              <a:avLst/>
              <a:gdLst>
                <a:gd name="T0" fmla="*/ 0 w 19"/>
                <a:gd name="T1" fmla="*/ 236 h 46"/>
                <a:gd name="T2" fmla="*/ 65 w 19"/>
                <a:gd name="T3" fmla="*/ 174 h 46"/>
                <a:gd name="T4" fmla="*/ 151 w 19"/>
                <a:gd name="T5" fmla="*/ 327 h 46"/>
                <a:gd name="T6" fmla="*/ 225 w 19"/>
                <a:gd name="T7" fmla="*/ 683 h 46"/>
                <a:gd name="T8" fmla="*/ 225 w 19"/>
                <a:gd name="T9" fmla="*/ 427 h 46"/>
                <a:gd name="T10" fmla="*/ 151 w 19"/>
                <a:gd name="T11" fmla="*/ 236 h 46"/>
                <a:gd name="T12" fmla="*/ 28 w 19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6">
                  <a:moveTo>
                    <a:pt x="0" y="16"/>
                  </a:moveTo>
                  <a:cubicBezTo>
                    <a:pt x="1" y="14"/>
                    <a:pt x="2" y="11"/>
                    <a:pt x="5" y="12"/>
                  </a:cubicBezTo>
                  <a:cubicBezTo>
                    <a:pt x="8" y="12"/>
                    <a:pt x="11" y="20"/>
                    <a:pt x="12" y="22"/>
                  </a:cubicBezTo>
                  <a:cubicBezTo>
                    <a:pt x="16" y="29"/>
                    <a:pt x="17" y="38"/>
                    <a:pt x="18" y="46"/>
                  </a:cubicBezTo>
                  <a:cubicBezTo>
                    <a:pt x="18" y="40"/>
                    <a:pt x="19" y="34"/>
                    <a:pt x="18" y="29"/>
                  </a:cubicBezTo>
                  <a:cubicBezTo>
                    <a:pt x="17" y="23"/>
                    <a:pt x="15" y="20"/>
                    <a:pt x="12" y="16"/>
                  </a:cubicBezTo>
                  <a:cubicBezTo>
                    <a:pt x="9" y="10"/>
                    <a:pt x="7" y="4"/>
                    <a:pt x="2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9" name="Freeform 214">
              <a:extLst>
                <a:ext uri="{FF2B5EF4-FFF2-40B4-BE49-F238E27FC236}">
                  <a16:creationId xmlns:a16="http://schemas.microsoft.com/office/drawing/2014/main" id="{62C3353C-C150-44B1-9E99-9B2AC97A2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574"/>
              <a:ext cx="253" cy="132"/>
            </a:xfrm>
            <a:custGeom>
              <a:avLst/>
              <a:gdLst>
                <a:gd name="T0" fmla="*/ 0 w 110"/>
                <a:gd name="T1" fmla="*/ 790 h 54"/>
                <a:gd name="T2" fmla="*/ 667 w 110"/>
                <a:gd name="T3" fmla="*/ 645 h 54"/>
                <a:gd name="T4" fmla="*/ 1254 w 110"/>
                <a:gd name="T5" fmla="*/ 555 h 54"/>
                <a:gd name="T6" fmla="*/ 1339 w 110"/>
                <a:gd name="T7" fmla="*/ 513 h 54"/>
                <a:gd name="T8" fmla="*/ 1244 w 110"/>
                <a:gd name="T9" fmla="*/ 435 h 54"/>
                <a:gd name="T10" fmla="*/ 936 w 110"/>
                <a:gd name="T11" fmla="*/ 323 h 54"/>
                <a:gd name="T12" fmla="*/ 635 w 110"/>
                <a:gd name="T13" fmla="*/ 174 h 54"/>
                <a:gd name="T14" fmla="*/ 412 w 110"/>
                <a:gd name="T15" fmla="*/ 42 h 54"/>
                <a:gd name="T16" fmla="*/ 244 w 110"/>
                <a:gd name="T17" fmla="*/ 0 h 54"/>
                <a:gd name="T18" fmla="*/ 598 w 110"/>
                <a:gd name="T19" fmla="*/ 191 h 54"/>
                <a:gd name="T20" fmla="*/ 814 w 110"/>
                <a:gd name="T21" fmla="*/ 306 h 54"/>
                <a:gd name="T22" fmla="*/ 793 w 110"/>
                <a:gd name="T23" fmla="*/ 496 h 54"/>
                <a:gd name="T24" fmla="*/ 281 w 110"/>
                <a:gd name="T25" fmla="*/ 596 h 54"/>
                <a:gd name="T26" fmla="*/ 74 w 110"/>
                <a:gd name="T27" fmla="*/ 716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0" h="54">
                  <a:moveTo>
                    <a:pt x="0" y="54"/>
                  </a:moveTo>
                  <a:cubicBezTo>
                    <a:pt x="16" y="44"/>
                    <a:pt x="37" y="46"/>
                    <a:pt x="55" y="44"/>
                  </a:cubicBezTo>
                  <a:cubicBezTo>
                    <a:pt x="72" y="41"/>
                    <a:pt x="87" y="40"/>
                    <a:pt x="103" y="38"/>
                  </a:cubicBezTo>
                  <a:cubicBezTo>
                    <a:pt x="105" y="37"/>
                    <a:pt x="110" y="37"/>
                    <a:pt x="110" y="35"/>
                  </a:cubicBezTo>
                  <a:cubicBezTo>
                    <a:pt x="109" y="34"/>
                    <a:pt x="103" y="31"/>
                    <a:pt x="102" y="30"/>
                  </a:cubicBezTo>
                  <a:cubicBezTo>
                    <a:pt x="94" y="27"/>
                    <a:pt x="85" y="25"/>
                    <a:pt x="77" y="22"/>
                  </a:cubicBezTo>
                  <a:cubicBezTo>
                    <a:pt x="68" y="18"/>
                    <a:pt x="60" y="16"/>
                    <a:pt x="52" y="12"/>
                  </a:cubicBezTo>
                  <a:cubicBezTo>
                    <a:pt x="46" y="9"/>
                    <a:pt x="40" y="6"/>
                    <a:pt x="34" y="3"/>
                  </a:cubicBezTo>
                  <a:cubicBezTo>
                    <a:pt x="30" y="2"/>
                    <a:pt x="24" y="2"/>
                    <a:pt x="20" y="0"/>
                  </a:cubicBezTo>
                  <a:cubicBezTo>
                    <a:pt x="30" y="2"/>
                    <a:pt x="39" y="10"/>
                    <a:pt x="49" y="13"/>
                  </a:cubicBezTo>
                  <a:cubicBezTo>
                    <a:pt x="55" y="15"/>
                    <a:pt x="62" y="16"/>
                    <a:pt x="67" y="21"/>
                  </a:cubicBezTo>
                  <a:cubicBezTo>
                    <a:pt x="71" y="26"/>
                    <a:pt x="70" y="31"/>
                    <a:pt x="65" y="34"/>
                  </a:cubicBezTo>
                  <a:cubicBezTo>
                    <a:pt x="52" y="41"/>
                    <a:pt x="36" y="36"/>
                    <a:pt x="23" y="41"/>
                  </a:cubicBezTo>
                  <a:cubicBezTo>
                    <a:pt x="17" y="43"/>
                    <a:pt x="12" y="47"/>
                    <a:pt x="6" y="49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0" name="Freeform 215">
              <a:extLst>
                <a:ext uri="{FF2B5EF4-FFF2-40B4-BE49-F238E27FC236}">
                  <a16:creationId xmlns:a16="http://schemas.microsoft.com/office/drawing/2014/main" id="{5717900A-3615-4218-9166-816B18472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451"/>
              <a:ext cx="196" cy="289"/>
            </a:xfrm>
            <a:custGeom>
              <a:avLst/>
              <a:gdLst>
                <a:gd name="T0" fmla="*/ 28 w 85"/>
                <a:gd name="T1" fmla="*/ 145 h 118"/>
                <a:gd name="T2" fmla="*/ 111 w 85"/>
                <a:gd name="T3" fmla="*/ 468 h 118"/>
                <a:gd name="T4" fmla="*/ 233 w 85"/>
                <a:gd name="T5" fmla="*/ 617 h 118"/>
                <a:gd name="T6" fmla="*/ 378 w 85"/>
                <a:gd name="T7" fmla="*/ 823 h 118"/>
                <a:gd name="T8" fmla="*/ 664 w 85"/>
                <a:gd name="T9" fmla="*/ 1073 h 118"/>
                <a:gd name="T10" fmla="*/ 761 w 85"/>
                <a:gd name="T11" fmla="*/ 1349 h 118"/>
                <a:gd name="T12" fmla="*/ 1042 w 85"/>
                <a:gd name="T13" fmla="*/ 1734 h 118"/>
                <a:gd name="T14" fmla="*/ 1015 w 85"/>
                <a:gd name="T15" fmla="*/ 1643 h 118"/>
                <a:gd name="T16" fmla="*/ 932 w 85"/>
                <a:gd name="T17" fmla="*/ 1469 h 118"/>
                <a:gd name="T18" fmla="*/ 574 w 85"/>
                <a:gd name="T19" fmla="*/ 923 h 118"/>
                <a:gd name="T20" fmla="*/ 134 w 85"/>
                <a:gd name="T21" fmla="*/ 294 h 118"/>
                <a:gd name="T22" fmla="*/ 65 w 85"/>
                <a:gd name="T23" fmla="*/ 0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118">
                  <a:moveTo>
                    <a:pt x="2" y="10"/>
                  </a:moveTo>
                  <a:cubicBezTo>
                    <a:pt x="0" y="15"/>
                    <a:pt x="7" y="28"/>
                    <a:pt x="9" y="32"/>
                  </a:cubicBezTo>
                  <a:cubicBezTo>
                    <a:pt x="11" y="36"/>
                    <a:pt x="16" y="38"/>
                    <a:pt x="19" y="42"/>
                  </a:cubicBezTo>
                  <a:cubicBezTo>
                    <a:pt x="22" y="47"/>
                    <a:pt x="27" y="51"/>
                    <a:pt x="31" y="56"/>
                  </a:cubicBezTo>
                  <a:cubicBezTo>
                    <a:pt x="35" y="60"/>
                    <a:pt x="51" y="69"/>
                    <a:pt x="54" y="73"/>
                  </a:cubicBezTo>
                  <a:cubicBezTo>
                    <a:pt x="61" y="81"/>
                    <a:pt x="55" y="84"/>
                    <a:pt x="62" y="92"/>
                  </a:cubicBezTo>
                  <a:cubicBezTo>
                    <a:pt x="70" y="100"/>
                    <a:pt x="79" y="108"/>
                    <a:pt x="85" y="118"/>
                  </a:cubicBezTo>
                  <a:cubicBezTo>
                    <a:pt x="84" y="116"/>
                    <a:pt x="84" y="114"/>
                    <a:pt x="83" y="112"/>
                  </a:cubicBezTo>
                  <a:cubicBezTo>
                    <a:pt x="81" y="107"/>
                    <a:pt x="79" y="104"/>
                    <a:pt x="76" y="100"/>
                  </a:cubicBezTo>
                  <a:cubicBezTo>
                    <a:pt x="66" y="88"/>
                    <a:pt x="58" y="74"/>
                    <a:pt x="47" y="63"/>
                  </a:cubicBezTo>
                  <a:cubicBezTo>
                    <a:pt x="34" y="50"/>
                    <a:pt x="19" y="37"/>
                    <a:pt x="11" y="20"/>
                  </a:cubicBezTo>
                  <a:cubicBezTo>
                    <a:pt x="10" y="16"/>
                    <a:pt x="3" y="5"/>
                    <a:pt x="5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1" name="Freeform 216">
              <a:extLst>
                <a:ext uri="{FF2B5EF4-FFF2-40B4-BE49-F238E27FC236}">
                  <a16:creationId xmlns:a16="http://schemas.microsoft.com/office/drawing/2014/main" id="{11BDCBD1-CEF0-4BD5-818C-DF36DB62E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723"/>
              <a:ext cx="62" cy="155"/>
            </a:xfrm>
            <a:custGeom>
              <a:avLst/>
              <a:gdLst>
                <a:gd name="T0" fmla="*/ 25 w 27"/>
                <a:gd name="T1" fmla="*/ 42 h 63"/>
                <a:gd name="T2" fmla="*/ 73 w 27"/>
                <a:gd name="T3" fmla="*/ 266 h 63"/>
                <a:gd name="T4" fmla="*/ 122 w 27"/>
                <a:gd name="T5" fmla="*/ 509 h 63"/>
                <a:gd name="T6" fmla="*/ 195 w 27"/>
                <a:gd name="T7" fmla="*/ 758 h 63"/>
                <a:gd name="T8" fmla="*/ 269 w 27"/>
                <a:gd name="T9" fmla="*/ 937 h 63"/>
                <a:gd name="T10" fmla="*/ 280 w 27"/>
                <a:gd name="T11" fmla="*/ 805 h 63"/>
                <a:gd name="T12" fmla="*/ 301 w 27"/>
                <a:gd name="T13" fmla="*/ 654 h 63"/>
                <a:gd name="T14" fmla="*/ 269 w 27"/>
                <a:gd name="T15" fmla="*/ 399 h 63"/>
                <a:gd name="T16" fmla="*/ 168 w 27"/>
                <a:gd name="T17" fmla="*/ 133 h 63"/>
                <a:gd name="T18" fmla="*/ 0 w 27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63">
                  <a:moveTo>
                    <a:pt x="2" y="3"/>
                  </a:moveTo>
                  <a:cubicBezTo>
                    <a:pt x="1" y="8"/>
                    <a:pt x="4" y="13"/>
                    <a:pt x="6" y="18"/>
                  </a:cubicBezTo>
                  <a:cubicBezTo>
                    <a:pt x="8" y="23"/>
                    <a:pt x="9" y="29"/>
                    <a:pt x="10" y="34"/>
                  </a:cubicBezTo>
                  <a:cubicBezTo>
                    <a:pt x="12" y="40"/>
                    <a:pt x="14" y="46"/>
                    <a:pt x="16" y="51"/>
                  </a:cubicBezTo>
                  <a:cubicBezTo>
                    <a:pt x="16" y="55"/>
                    <a:pt x="20" y="60"/>
                    <a:pt x="22" y="63"/>
                  </a:cubicBezTo>
                  <a:cubicBezTo>
                    <a:pt x="23" y="61"/>
                    <a:pt x="22" y="56"/>
                    <a:pt x="23" y="54"/>
                  </a:cubicBezTo>
                  <a:cubicBezTo>
                    <a:pt x="23" y="51"/>
                    <a:pt x="24" y="47"/>
                    <a:pt x="25" y="44"/>
                  </a:cubicBezTo>
                  <a:cubicBezTo>
                    <a:pt x="27" y="38"/>
                    <a:pt x="24" y="33"/>
                    <a:pt x="22" y="27"/>
                  </a:cubicBezTo>
                  <a:cubicBezTo>
                    <a:pt x="20" y="21"/>
                    <a:pt x="18" y="14"/>
                    <a:pt x="14" y="9"/>
                  </a:cubicBezTo>
                  <a:cubicBezTo>
                    <a:pt x="11" y="4"/>
                    <a:pt x="4" y="4"/>
                    <a:pt x="0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2" name="Freeform 217">
              <a:extLst>
                <a:ext uri="{FF2B5EF4-FFF2-40B4-BE49-F238E27FC236}">
                  <a16:creationId xmlns:a16="http://schemas.microsoft.com/office/drawing/2014/main" id="{64926B84-C10A-4EFB-93DF-F5C155BFF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468"/>
              <a:ext cx="39" cy="113"/>
            </a:xfrm>
            <a:custGeom>
              <a:avLst/>
              <a:gdLst>
                <a:gd name="T0" fmla="*/ 57 w 17"/>
                <a:gd name="T1" fmla="*/ 42 h 46"/>
                <a:gd name="T2" fmla="*/ 11 w 17"/>
                <a:gd name="T3" fmla="*/ 327 h 46"/>
                <a:gd name="T4" fmla="*/ 94 w 17"/>
                <a:gd name="T5" fmla="*/ 580 h 46"/>
                <a:gd name="T6" fmla="*/ 158 w 17"/>
                <a:gd name="T7" fmla="*/ 683 h 46"/>
                <a:gd name="T8" fmla="*/ 158 w 17"/>
                <a:gd name="T9" fmla="*/ 518 h 46"/>
                <a:gd name="T10" fmla="*/ 179 w 17"/>
                <a:gd name="T11" fmla="*/ 398 h 46"/>
                <a:gd name="T12" fmla="*/ 204 w 17"/>
                <a:gd name="T13" fmla="*/ 314 h 46"/>
                <a:gd name="T14" fmla="*/ 147 w 17"/>
                <a:gd name="T15" fmla="*/ 174 h 46"/>
                <a:gd name="T16" fmla="*/ 73 w 17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6">
                  <a:moveTo>
                    <a:pt x="5" y="3"/>
                  </a:moveTo>
                  <a:cubicBezTo>
                    <a:pt x="5" y="9"/>
                    <a:pt x="0" y="16"/>
                    <a:pt x="1" y="22"/>
                  </a:cubicBezTo>
                  <a:cubicBezTo>
                    <a:pt x="2" y="27"/>
                    <a:pt x="6" y="34"/>
                    <a:pt x="8" y="39"/>
                  </a:cubicBezTo>
                  <a:cubicBezTo>
                    <a:pt x="10" y="41"/>
                    <a:pt x="11" y="44"/>
                    <a:pt x="13" y="46"/>
                  </a:cubicBezTo>
                  <a:cubicBezTo>
                    <a:pt x="13" y="42"/>
                    <a:pt x="13" y="39"/>
                    <a:pt x="13" y="35"/>
                  </a:cubicBezTo>
                  <a:cubicBezTo>
                    <a:pt x="14" y="32"/>
                    <a:pt x="14" y="29"/>
                    <a:pt x="15" y="27"/>
                  </a:cubicBezTo>
                  <a:cubicBezTo>
                    <a:pt x="15" y="25"/>
                    <a:pt x="17" y="23"/>
                    <a:pt x="17" y="21"/>
                  </a:cubicBezTo>
                  <a:cubicBezTo>
                    <a:pt x="17" y="19"/>
                    <a:pt x="13" y="14"/>
                    <a:pt x="12" y="12"/>
                  </a:cubicBezTo>
                  <a:cubicBezTo>
                    <a:pt x="10" y="8"/>
                    <a:pt x="7" y="5"/>
                    <a:pt x="6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3" name="Freeform 218">
              <a:extLst>
                <a:ext uri="{FF2B5EF4-FFF2-40B4-BE49-F238E27FC236}">
                  <a16:creationId xmlns:a16="http://schemas.microsoft.com/office/drawing/2014/main" id="{C5EA2372-6943-4079-83AD-0F65A5A21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351"/>
              <a:ext cx="44" cy="110"/>
            </a:xfrm>
            <a:custGeom>
              <a:avLst/>
              <a:gdLst>
                <a:gd name="T0" fmla="*/ 0 w 19"/>
                <a:gd name="T1" fmla="*/ 425 h 45"/>
                <a:gd name="T2" fmla="*/ 86 w 19"/>
                <a:gd name="T3" fmla="*/ 161 h 45"/>
                <a:gd name="T4" fmla="*/ 160 w 19"/>
                <a:gd name="T5" fmla="*/ 0 h 45"/>
                <a:gd name="T6" fmla="*/ 188 w 19"/>
                <a:gd name="T7" fmla="*/ 144 h 45"/>
                <a:gd name="T8" fmla="*/ 225 w 19"/>
                <a:gd name="T9" fmla="*/ 306 h 45"/>
                <a:gd name="T10" fmla="*/ 208 w 19"/>
                <a:gd name="T11" fmla="*/ 335 h 45"/>
                <a:gd name="T12" fmla="*/ 151 w 19"/>
                <a:gd name="T13" fmla="*/ 435 h 45"/>
                <a:gd name="T14" fmla="*/ 102 w 19"/>
                <a:gd name="T15" fmla="*/ 658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45">
                  <a:moveTo>
                    <a:pt x="0" y="29"/>
                  </a:moveTo>
                  <a:cubicBezTo>
                    <a:pt x="4" y="24"/>
                    <a:pt x="5" y="17"/>
                    <a:pt x="7" y="11"/>
                  </a:cubicBezTo>
                  <a:cubicBezTo>
                    <a:pt x="8" y="8"/>
                    <a:pt x="10" y="3"/>
                    <a:pt x="13" y="0"/>
                  </a:cubicBezTo>
                  <a:cubicBezTo>
                    <a:pt x="13" y="4"/>
                    <a:pt x="14" y="7"/>
                    <a:pt x="15" y="10"/>
                  </a:cubicBezTo>
                  <a:cubicBezTo>
                    <a:pt x="16" y="13"/>
                    <a:pt x="19" y="18"/>
                    <a:pt x="18" y="21"/>
                  </a:cubicBezTo>
                  <a:cubicBezTo>
                    <a:pt x="18" y="22"/>
                    <a:pt x="17" y="22"/>
                    <a:pt x="17" y="23"/>
                  </a:cubicBezTo>
                  <a:cubicBezTo>
                    <a:pt x="15" y="25"/>
                    <a:pt x="13" y="26"/>
                    <a:pt x="12" y="30"/>
                  </a:cubicBezTo>
                  <a:cubicBezTo>
                    <a:pt x="10" y="34"/>
                    <a:pt x="9" y="41"/>
                    <a:pt x="8" y="45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4" name="Freeform 219">
              <a:extLst>
                <a:ext uri="{FF2B5EF4-FFF2-40B4-BE49-F238E27FC236}">
                  <a16:creationId xmlns:a16="http://schemas.microsoft.com/office/drawing/2014/main" id="{648F5C14-EA21-4214-803C-7BE75D9F0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267"/>
              <a:ext cx="51" cy="96"/>
            </a:xfrm>
            <a:custGeom>
              <a:avLst/>
              <a:gdLst>
                <a:gd name="T0" fmla="*/ 0 w 22"/>
                <a:gd name="T1" fmla="*/ 357 h 39"/>
                <a:gd name="T2" fmla="*/ 209 w 22"/>
                <a:gd name="T3" fmla="*/ 0 h 39"/>
                <a:gd name="T4" fmla="*/ 236 w 22"/>
                <a:gd name="T5" fmla="*/ 162 h 39"/>
                <a:gd name="T6" fmla="*/ 274 w 22"/>
                <a:gd name="T7" fmla="*/ 298 h 39"/>
                <a:gd name="T8" fmla="*/ 74 w 22"/>
                <a:gd name="T9" fmla="*/ 58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9">
                  <a:moveTo>
                    <a:pt x="0" y="24"/>
                  </a:moveTo>
                  <a:cubicBezTo>
                    <a:pt x="3" y="15"/>
                    <a:pt x="12" y="7"/>
                    <a:pt x="17" y="0"/>
                  </a:cubicBezTo>
                  <a:cubicBezTo>
                    <a:pt x="18" y="3"/>
                    <a:pt x="18" y="8"/>
                    <a:pt x="19" y="11"/>
                  </a:cubicBezTo>
                  <a:cubicBezTo>
                    <a:pt x="20" y="16"/>
                    <a:pt x="22" y="15"/>
                    <a:pt x="22" y="20"/>
                  </a:cubicBezTo>
                  <a:cubicBezTo>
                    <a:pt x="13" y="22"/>
                    <a:pt x="11" y="35"/>
                    <a:pt x="6" y="39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5" name="Freeform 220">
              <a:extLst>
                <a:ext uri="{FF2B5EF4-FFF2-40B4-BE49-F238E27FC236}">
                  <a16:creationId xmlns:a16="http://schemas.microsoft.com/office/drawing/2014/main" id="{F13CE55B-DA98-4EA2-A6B4-7DF4B702B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228"/>
              <a:ext cx="30" cy="56"/>
            </a:xfrm>
            <a:custGeom>
              <a:avLst/>
              <a:gdLst>
                <a:gd name="T0" fmla="*/ 28 w 13"/>
                <a:gd name="T1" fmla="*/ 58 h 23"/>
                <a:gd name="T2" fmla="*/ 37 w 13"/>
                <a:gd name="T3" fmla="*/ 219 h 23"/>
                <a:gd name="T4" fmla="*/ 65 w 13"/>
                <a:gd name="T5" fmla="*/ 331 h 23"/>
                <a:gd name="T6" fmla="*/ 159 w 13"/>
                <a:gd name="T7" fmla="*/ 141 h 23"/>
                <a:gd name="T8" fmla="*/ 74 w 13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2" y="4"/>
                  </a:moveTo>
                  <a:cubicBezTo>
                    <a:pt x="0" y="7"/>
                    <a:pt x="3" y="12"/>
                    <a:pt x="3" y="15"/>
                  </a:cubicBezTo>
                  <a:cubicBezTo>
                    <a:pt x="4" y="18"/>
                    <a:pt x="5" y="20"/>
                    <a:pt x="5" y="23"/>
                  </a:cubicBezTo>
                  <a:cubicBezTo>
                    <a:pt x="8" y="19"/>
                    <a:pt x="9" y="13"/>
                    <a:pt x="13" y="10"/>
                  </a:cubicBezTo>
                  <a:cubicBezTo>
                    <a:pt x="12" y="7"/>
                    <a:pt x="9" y="1"/>
                    <a:pt x="6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6" name="Freeform 221">
              <a:extLst>
                <a:ext uri="{FF2B5EF4-FFF2-40B4-BE49-F238E27FC236}">
                  <a16:creationId xmlns:a16="http://schemas.microsoft.com/office/drawing/2014/main" id="{DC914A48-A904-4AE5-816C-89C68A312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164"/>
              <a:ext cx="65" cy="69"/>
            </a:xfrm>
            <a:custGeom>
              <a:avLst/>
              <a:gdLst>
                <a:gd name="T0" fmla="*/ 0 w 28"/>
                <a:gd name="T1" fmla="*/ 266 h 28"/>
                <a:gd name="T2" fmla="*/ 151 w 28"/>
                <a:gd name="T3" fmla="*/ 121 h 28"/>
                <a:gd name="T4" fmla="*/ 313 w 28"/>
                <a:gd name="T5" fmla="*/ 0 h 28"/>
                <a:gd name="T6" fmla="*/ 323 w 28"/>
                <a:gd name="T7" fmla="*/ 165 h 28"/>
                <a:gd name="T8" fmla="*/ 163 w 28"/>
                <a:gd name="T9" fmla="*/ 315 h 28"/>
                <a:gd name="T10" fmla="*/ 77 w 28"/>
                <a:gd name="T11" fmla="*/ 41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0" y="18"/>
                  </a:moveTo>
                  <a:cubicBezTo>
                    <a:pt x="5" y="16"/>
                    <a:pt x="9" y="10"/>
                    <a:pt x="12" y="8"/>
                  </a:cubicBezTo>
                  <a:cubicBezTo>
                    <a:pt x="16" y="5"/>
                    <a:pt x="21" y="3"/>
                    <a:pt x="25" y="0"/>
                  </a:cubicBezTo>
                  <a:cubicBezTo>
                    <a:pt x="27" y="3"/>
                    <a:pt x="28" y="9"/>
                    <a:pt x="26" y="11"/>
                  </a:cubicBezTo>
                  <a:cubicBezTo>
                    <a:pt x="24" y="16"/>
                    <a:pt x="16" y="18"/>
                    <a:pt x="13" y="21"/>
                  </a:cubicBezTo>
                  <a:cubicBezTo>
                    <a:pt x="10" y="23"/>
                    <a:pt x="8" y="26"/>
                    <a:pt x="6" y="28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7" name="Freeform 222">
              <a:extLst>
                <a:ext uri="{FF2B5EF4-FFF2-40B4-BE49-F238E27FC236}">
                  <a16:creationId xmlns:a16="http://schemas.microsoft.com/office/drawing/2014/main" id="{1FA21FF4-42D4-42CF-B416-C8C5C6692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105"/>
              <a:ext cx="44" cy="30"/>
            </a:xfrm>
            <a:custGeom>
              <a:avLst/>
              <a:gdLst>
                <a:gd name="T0" fmla="*/ 0 w 19"/>
                <a:gd name="T1" fmla="*/ 95 h 12"/>
                <a:gd name="T2" fmla="*/ 171 w 19"/>
                <a:gd name="T3" fmla="*/ 20 h 12"/>
                <a:gd name="T4" fmla="*/ 236 w 19"/>
                <a:gd name="T5" fmla="*/ 145 h 12"/>
                <a:gd name="T6" fmla="*/ 49 w 19"/>
                <a:gd name="T7" fmla="*/ 18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0" y="6"/>
                  </a:moveTo>
                  <a:cubicBezTo>
                    <a:pt x="4" y="4"/>
                    <a:pt x="10" y="0"/>
                    <a:pt x="14" y="1"/>
                  </a:cubicBezTo>
                  <a:cubicBezTo>
                    <a:pt x="17" y="2"/>
                    <a:pt x="19" y="7"/>
                    <a:pt x="19" y="9"/>
                  </a:cubicBezTo>
                  <a:cubicBezTo>
                    <a:pt x="14" y="11"/>
                    <a:pt x="9" y="7"/>
                    <a:pt x="4" y="12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8" name="Freeform 223">
              <a:extLst>
                <a:ext uri="{FF2B5EF4-FFF2-40B4-BE49-F238E27FC236}">
                  <a16:creationId xmlns:a16="http://schemas.microsoft.com/office/drawing/2014/main" id="{A2EFD25D-6C03-43DD-9A5C-E013349A1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091"/>
              <a:ext cx="64" cy="39"/>
            </a:xfrm>
            <a:custGeom>
              <a:avLst/>
              <a:gdLst>
                <a:gd name="T0" fmla="*/ 0 w 28"/>
                <a:gd name="T1" fmla="*/ 71 h 16"/>
                <a:gd name="T2" fmla="*/ 73 w 28"/>
                <a:gd name="T3" fmla="*/ 232 h 16"/>
                <a:gd name="T4" fmla="*/ 203 w 28"/>
                <a:gd name="T5" fmla="*/ 173 h 16"/>
                <a:gd name="T6" fmla="*/ 334 w 28"/>
                <a:gd name="T7" fmla="*/ 161 h 16"/>
                <a:gd name="T8" fmla="*/ 309 w 28"/>
                <a:gd name="T9" fmla="*/ 29 h 16"/>
                <a:gd name="T10" fmla="*/ 48 w 28"/>
                <a:gd name="T11" fmla="*/ 2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6">
                  <a:moveTo>
                    <a:pt x="0" y="5"/>
                  </a:moveTo>
                  <a:cubicBezTo>
                    <a:pt x="2" y="8"/>
                    <a:pt x="4" y="13"/>
                    <a:pt x="6" y="16"/>
                  </a:cubicBezTo>
                  <a:cubicBezTo>
                    <a:pt x="10" y="15"/>
                    <a:pt x="13" y="13"/>
                    <a:pt x="17" y="12"/>
                  </a:cubicBezTo>
                  <a:cubicBezTo>
                    <a:pt x="21" y="12"/>
                    <a:pt x="25" y="12"/>
                    <a:pt x="28" y="11"/>
                  </a:cubicBezTo>
                  <a:cubicBezTo>
                    <a:pt x="28" y="8"/>
                    <a:pt x="26" y="5"/>
                    <a:pt x="26" y="2"/>
                  </a:cubicBezTo>
                  <a:cubicBezTo>
                    <a:pt x="18" y="1"/>
                    <a:pt x="12" y="0"/>
                    <a:pt x="4" y="2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9" name="Freeform 224">
              <a:extLst>
                <a:ext uri="{FF2B5EF4-FFF2-40B4-BE49-F238E27FC236}">
                  <a16:creationId xmlns:a16="http://schemas.microsoft.com/office/drawing/2014/main" id="{7BC9A043-AA37-4A2F-8626-1C62117A7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091"/>
              <a:ext cx="69" cy="29"/>
            </a:xfrm>
            <a:custGeom>
              <a:avLst/>
              <a:gdLst>
                <a:gd name="T0" fmla="*/ 48 w 30"/>
                <a:gd name="T1" fmla="*/ 29 h 12"/>
                <a:gd name="T2" fmla="*/ 131 w 30"/>
                <a:gd name="T3" fmla="*/ 169 h 12"/>
                <a:gd name="T4" fmla="*/ 317 w 30"/>
                <a:gd name="T5" fmla="*/ 99 h 12"/>
                <a:gd name="T6" fmla="*/ 269 w 30"/>
                <a:gd name="T7" fmla="*/ 29 h 12"/>
                <a:gd name="T8" fmla="*/ 0 w 30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2">
                  <a:moveTo>
                    <a:pt x="4" y="2"/>
                  </a:moveTo>
                  <a:cubicBezTo>
                    <a:pt x="5" y="7"/>
                    <a:pt x="6" y="11"/>
                    <a:pt x="11" y="12"/>
                  </a:cubicBezTo>
                  <a:cubicBezTo>
                    <a:pt x="14" y="12"/>
                    <a:pt x="24" y="9"/>
                    <a:pt x="26" y="7"/>
                  </a:cubicBezTo>
                  <a:cubicBezTo>
                    <a:pt x="30" y="3"/>
                    <a:pt x="25" y="3"/>
                    <a:pt x="22" y="2"/>
                  </a:cubicBezTo>
                  <a:cubicBezTo>
                    <a:pt x="14" y="0"/>
                    <a:pt x="8" y="1"/>
                    <a:pt x="0" y="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0" name="Freeform 225">
              <a:extLst>
                <a:ext uri="{FF2B5EF4-FFF2-40B4-BE49-F238E27FC236}">
                  <a16:creationId xmlns:a16="http://schemas.microsoft.com/office/drawing/2014/main" id="{DCFD1EC7-7705-4D88-81CD-78A3C33AC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098"/>
              <a:ext cx="83" cy="37"/>
            </a:xfrm>
            <a:custGeom>
              <a:avLst/>
              <a:gdLst>
                <a:gd name="T0" fmla="*/ 0 w 36"/>
                <a:gd name="T1" fmla="*/ 42 h 15"/>
                <a:gd name="T2" fmla="*/ 85 w 36"/>
                <a:gd name="T3" fmla="*/ 195 h 15"/>
                <a:gd name="T4" fmla="*/ 272 w 36"/>
                <a:gd name="T5" fmla="*/ 165 h 15"/>
                <a:gd name="T6" fmla="*/ 403 w 36"/>
                <a:gd name="T7" fmla="*/ 195 h 15"/>
                <a:gd name="T8" fmla="*/ 330 w 36"/>
                <a:gd name="T9" fmla="*/ 104 h 15"/>
                <a:gd name="T10" fmla="*/ 171 w 36"/>
                <a:gd name="T11" fmla="*/ 62 h 15"/>
                <a:gd name="T12" fmla="*/ 28 w 36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5">
                  <a:moveTo>
                    <a:pt x="0" y="3"/>
                  </a:moveTo>
                  <a:cubicBezTo>
                    <a:pt x="1" y="5"/>
                    <a:pt x="5" y="12"/>
                    <a:pt x="7" y="13"/>
                  </a:cubicBezTo>
                  <a:cubicBezTo>
                    <a:pt x="10" y="8"/>
                    <a:pt x="17" y="10"/>
                    <a:pt x="22" y="11"/>
                  </a:cubicBezTo>
                  <a:cubicBezTo>
                    <a:pt x="24" y="11"/>
                    <a:pt x="32" y="15"/>
                    <a:pt x="33" y="13"/>
                  </a:cubicBezTo>
                  <a:cubicBezTo>
                    <a:pt x="36" y="9"/>
                    <a:pt x="28" y="8"/>
                    <a:pt x="27" y="7"/>
                  </a:cubicBezTo>
                  <a:cubicBezTo>
                    <a:pt x="22" y="6"/>
                    <a:pt x="18" y="5"/>
                    <a:pt x="14" y="4"/>
                  </a:cubicBezTo>
                  <a:cubicBezTo>
                    <a:pt x="10" y="3"/>
                    <a:pt x="5" y="2"/>
                    <a:pt x="2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1" name="Freeform 226">
              <a:extLst>
                <a:ext uri="{FF2B5EF4-FFF2-40B4-BE49-F238E27FC236}">
                  <a16:creationId xmlns:a16="http://schemas.microsoft.com/office/drawing/2014/main" id="{ED8DDEB5-1744-4E0E-80BF-342129A28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130"/>
              <a:ext cx="37" cy="20"/>
            </a:xfrm>
            <a:custGeom>
              <a:avLst/>
              <a:gdLst>
                <a:gd name="T0" fmla="*/ 0 w 16"/>
                <a:gd name="T1" fmla="*/ 0 h 8"/>
                <a:gd name="T2" fmla="*/ 37 w 16"/>
                <a:gd name="T3" fmla="*/ 125 h 8"/>
                <a:gd name="T4" fmla="*/ 199 w 16"/>
                <a:gd name="T5" fmla="*/ 125 h 8"/>
                <a:gd name="T6" fmla="*/ 0 w 16"/>
                <a:gd name="T7" fmla="*/ 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0" y="3"/>
                    <a:pt x="2" y="6"/>
                    <a:pt x="3" y="8"/>
                  </a:cubicBezTo>
                  <a:cubicBezTo>
                    <a:pt x="7" y="6"/>
                    <a:pt x="12" y="7"/>
                    <a:pt x="16" y="8"/>
                  </a:cubicBezTo>
                  <a:cubicBezTo>
                    <a:pt x="12" y="4"/>
                    <a:pt x="4" y="5"/>
                    <a:pt x="0" y="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2" name="Freeform 227">
              <a:extLst>
                <a:ext uri="{FF2B5EF4-FFF2-40B4-BE49-F238E27FC236}">
                  <a16:creationId xmlns:a16="http://schemas.microsoft.com/office/drawing/2014/main" id="{F80DA944-A8C0-44AA-AF05-30DEE6CF0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159"/>
              <a:ext cx="50" cy="35"/>
            </a:xfrm>
            <a:custGeom>
              <a:avLst/>
              <a:gdLst>
                <a:gd name="T0" fmla="*/ 11 w 22"/>
                <a:gd name="T1" fmla="*/ 20 h 14"/>
                <a:gd name="T2" fmla="*/ 36 w 22"/>
                <a:gd name="T3" fmla="*/ 113 h 14"/>
                <a:gd name="T4" fmla="*/ 82 w 22"/>
                <a:gd name="T5" fmla="*/ 145 h 14"/>
                <a:gd name="T6" fmla="*/ 259 w 22"/>
                <a:gd name="T7" fmla="*/ 220 h 14"/>
                <a:gd name="T8" fmla="*/ 0 w 2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1" y="1"/>
                  </a:moveTo>
                  <a:cubicBezTo>
                    <a:pt x="1" y="3"/>
                    <a:pt x="2" y="6"/>
                    <a:pt x="3" y="7"/>
                  </a:cubicBezTo>
                  <a:cubicBezTo>
                    <a:pt x="4" y="10"/>
                    <a:pt x="5" y="9"/>
                    <a:pt x="7" y="9"/>
                  </a:cubicBezTo>
                  <a:cubicBezTo>
                    <a:pt x="13" y="10"/>
                    <a:pt x="17" y="13"/>
                    <a:pt x="22" y="14"/>
                  </a:cubicBezTo>
                  <a:cubicBezTo>
                    <a:pt x="16" y="9"/>
                    <a:pt x="5" y="7"/>
                    <a:pt x="0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3" name="Freeform 228">
              <a:extLst>
                <a:ext uri="{FF2B5EF4-FFF2-40B4-BE49-F238E27FC236}">
                  <a16:creationId xmlns:a16="http://schemas.microsoft.com/office/drawing/2014/main" id="{6631CC09-5BC7-46D4-869C-8CD597DF8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635"/>
              <a:ext cx="134" cy="76"/>
            </a:xfrm>
            <a:custGeom>
              <a:avLst/>
              <a:gdLst>
                <a:gd name="T0" fmla="*/ 0 w 58"/>
                <a:gd name="T1" fmla="*/ 12 h 31"/>
                <a:gd name="T2" fmla="*/ 395 w 58"/>
                <a:gd name="T3" fmla="*/ 223 h 31"/>
                <a:gd name="T4" fmla="*/ 716 w 58"/>
                <a:gd name="T5" fmla="*/ 456 h 31"/>
                <a:gd name="T6" fmla="*/ 506 w 58"/>
                <a:gd name="T7" fmla="*/ 174 h 31"/>
                <a:gd name="T8" fmla="*/ 367 w 58"/>
                <a:gd name="T9" fmla="*/ 0 h 31"/>
                <a:gd name="T10" fmla="*/ 384 w 58"/>
                <a:gd name="T11" fmla="*/ 91 h 31"/>
                <a:gd name="T12" fmla="*/ 261 w 58"/>
                <a:gd name="T13" fmla="*/ 61 h 31"/>
                <a:gd name="T14" fmla="*/ 65 w 58"/>
                <a:gd name="T15" fmla="*/ 12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31">
                  <a:moveTo>
                    <a:pt x="0" y="1"/>
                  </a:moveTo>
                  <a:cubicBezTo>
                    <a:pt x="11" y="2"/>
                    <a:pt x="24" y="9"/>
                    <a:pt x="32" y="15"/>
                  </a:cubicBezTo>
                  <a:cubicBezTo>
                    <a:pt x="38" y="18"/>
                    <a:pt x="52" y="31"/>
                    <a:pt x="58" y="31"/>
                  </a:cubicBezTo>
                  <a:cubicBezTo>
                    <a:pt x="55" y="27"/>
                    <a:pt x="45" y="16"/>
                    <a:pt x="41" y="12"/>
                  </a:cubicBezTo>
                  <a:cubicBezTo>
                    <a:pt x="38" y="7"/>
                    <a:pt x="34" y="4"/>
                    <a:pt x="30" y="0"/>
                  </a:cubicBezTo>
                  <a:cubicBezTo>
                    <a:pt x="33" y="3"/>
                    <a:pt x="36" y="4"/>
                    <a:pt x="31" y="6"/>
                  </a:cubicBezTo>
                  <a:cubicBezTo>
                    <a:pt x="28" y="8"/>
                    <a:pt x="24" y="5"/>
                    <a:pt x="21" y="4"/>
                  </a:cubicBezTo>
                  <a:cubicBezTo>
                    <a:pt x="18" y="4"/>
                    <a:pt x="8" y="2"/>
                    <a:pt x="5" y="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4" name="Freeform 229">
              <a:extLst>
                <a:ext uri="{FF2B5EF4-FFF2-40B4-BE49-F238E27FC236}">
                  <a16:creationId xmlns:a16="http://schemas.microsoft.com/office/drawing/2014/main" id="{ED9ECA2D-5BC5-422C-8B57-53325D157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696"/>
              <a:ext cx="140" cy="155"/>
            </a:xfrm>
            <a:custGeom>
              <a:avLst/>
              <a:gdLst>
                <a:gd name="T0" fmla="*/ 25 w 61"/>
                <a:gd name="T1" fmla="*/ 431 h 63"/>
                <a:gd name="T2" fmla="*/ 737 w 61"/>
                <a:gd name="T3" fmla="*/ 937 h 63"/>
                <a:gd name="T4" fmla="*/ 475 w 61"/>
                <a:gd name="T5" fmla="*/ 563 h 63"/>
                <a:gd name="T6" fmla="*/ 326 w 61"/>
                <a:gd name="T7" fmla="*/ 376 h 63"/>
                <a:gd name="T8" fmla="*/ 0 w 61"/>
                <a:gd name="T9" fmla="*/ 0 h 63"/>
                <a:gd name="T10" fmla="*/ 301 w 61"/>
                <a:gd name="T11" fmla="*/ 539 h 63"/>
                <a:gd name="T12" fmla="*/ 243 w 61"/>
                <a:gd name="T13" fmla="*/ 522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63">
                  <a:moveTo>
                    <a:pt x="2" y="29"/>
                  </a:moveTo>
                  <a:cubicBezTo>
                    <a:pt x="20" y="42"/>
                    <a:pt x="41" y="54"/>
                    <a:pt x="61" y="63"/>
                  </a:cubicBezTo>
                  <a:cubicBezTo>
                    <a:pt x="58" y="54"/>
                    <a:pt x="47" y="45"/>
                    <a:pt x="39" y="38"/>
                  </a:cubicBezTo>
                  <a:cubicBezTo>
                    <a:pt x="35" y="34"/>
                    <a:pt x="31" y="30"/>
                    <a:pt x="27" y="25"/>
                  </a:cubicBezTo>
                  <a:cubicBezTo>
                    <a:pt x="20" y="19"/>
                    <a:pt x="6" y="7"/>
                    <a:pt x="0" y="0"/>
                  </a:cubicBezTo>
                  <a:cubicBezTo>
                    <a:pt x="7" y="4"/>
                    <a:pt x="29" y="27"/>
                    <a:pt x="25" y="36"/>
                  </a:cubicBezTo>
                  <a:cubicBezTo>
                    <a:pt x="23" y="36"/>
                    <a:pt x="22" y="36"/>
                    <a:pt x="20" y="35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5" name="Freeform 230">
              <a:extLst>
                <a:ext uri="{FF2B5EF4-FFF2-40B4-BE49-F238E27FC236}">
                  <a16:creationId xmlns:a16="http://schemas.microsoft.com/office/drawing/2014/main" id="{B72ADEAD-4D88-4086-9BDF-6DDC47E42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424"/>
              <a:ext cx="147" cy="93"/>
            </a:xfrm>
            <a:custGeom>
              <a:avLst/>
              <a:gdLst>
                <a:gd name="T0" fmla="*/ 496 w 64"/>
                <a:gd name="T1" fmla="*/ 365 h 38"/>
                <a:gd name="T2" fmla="*/ 664 w 64"/>
                <a:gd name="T3" fmla="*/ 485 h 38"/>
                <a:gd name="T4" fmla="*/ 765 w 64"/>
                <a:gd name="T5" fmla="*/ 558 h 38"/>
                <a:gd name="T6" fmla="*/ 691 w 64"/>
                <a:gd name="T7" fmla="*/ 323 h 38"/>
                <a:gd name="T8" fmla="*/ 606 w 64"/>
                <a:gd name="T9" fmla="*/ 0 h 38"/>
                <a:gd name="T10" fmla="*/ 691 w 64"/>
                <a:gd name="T11" fmla="*/ 396 h 38"/>
                <a:gd name="T12" fmla="*/ 544 w 64"/>
                <a:gd name="T13" fmla="*/ 335 h 38"/>
                <a:gd name="T14" fmla="*/ 280 w 64"/>
                <a:gd name="T15" fmla="*/ 162 h 38"/>
                <a:gd name="T16" fmla="*/ 0 w 64"/>
                <a:gd name="T17" fmla="*/ 12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38">
                  <a:moveTo>
                    <a:pt x="41" y="25"/>
                  </a:moveTo>
                  <a:cubicBezTo>
                    <a:pt x="45" y="28"/>
                    <a:pt x="50" y="31"/>
                    <a:pt x="55" y="33"/>
                  </a:cubicBezTo>
                  <a:cubicBezTo>
                    <a:pt x="57" y="35"/>
                    <a:pt x="60" y="37"/>
                    <a:pt x="63" y="38"/>
                  </a:cubicBezTo>
                  <a:cubicBezTo>
                    <a:pt x="64" y="32"/>
                    <a:pt x="59" y="27"/>
                    <a:pt x="57" y="22"/>
                  </a:cubicBezTo>
                  <a:cubicBezTo>
                    <a:pt x="54" y="15"/>
                    <a:pt x="54" y="7"/>
                    <a:pt x="50" y="0"/>
                  </a:cubicBezTo>
                  <a:cubicBezTo>
                    <a:pt x="51" y="9"/>
                    <a:pt x="58" y="18"/>
                    <a:pt x="57" y="27"/>
                  </a:cubicBezTo>
                  <a:cubicBezTo>
                    <a:pt x="56" y="36"/>
                    <a:pt x="50" y="25"/>
                    <a:pt x="45" y="23"/>
                  </a:cubicBezTo>
                  <a:cubicBezTo>
                    <a:pt x="38" y="19"/>
                    <a:pt x="31" y="14"/>
                    <a:pt x="23" y="11"/>
                  </a:cubicBezTo>
                  <a:cubicBezTo>
                    <a:pt x="16" y="8"/>
                    <a:pt x="8" y="5"/>
                    <a:pt x="0" y="1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6" name="Freeform 231">
              <a:extLst>
                <a:ext uri="{FF2B5EF4-FFF2-40B4-BE49-F238E27FC236}">
                  <a16:creationId xmlns:a16="http://schemas.microsoft.com/office/drawing/2014/main" id="{DCE7D65F-E21A-4078-9D4F-0E85B232D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527"/>
              <a:ext cx="7" cy="15"/>
            </a:xfrm>
            <a:custGeom>
              <a:avLst/>
              <a:gdLst>
                <a:gd name="T0" fmla="*/ 0 w 3"/>
                <a:gd name="T1" fmla="*/ 33 h 6"/>
                <a:gd name="T2" fmla="*/ 37 w 3"/>
                <a:gd name="T3" fmla="*/ 95 h 6"/>
                <a:gd name="T4" fmla="*/ 0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2"/>
                  </a:moveTo>
                  <a:cubicBezTo>
                    <a:pt x="1" y="4"/>
                    <a:pt x="2" y="5"/>
                    <a:pt x="3" y="6"/>
                  </a:cubicBez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7" name="Freeform 232">
              <a:extLst>
                <a:ext uri="{FF2B5EF4-FFF2-40B4-BE49-F238E27FC236}">
                  <a16:creationId xmlns:a16="http://schemas.microsoft.com/office/drawing/2014/main" id="{B63174B6-3C58-4311-813C-61D569394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395"/>
              <a:ext cx="46" cy="59"/>
            </a:xfrm>
            <a:custGeom>
              <a:avLst/>
              <a:gdLst>
                <a:gd name="T0" fmla="*/ 28 w 20"/>
                <a:gd name="T1" fmla="*/ 224 h 24"/>
                <a:gd name="T2" fmla="*/ 216 w 20"/>
                <a:gd name="T3" fmla="*/ 224 h 24"/>
                <a:gd name="T4" fmla="*/ 159 w 20"/>
                <a:gd name="T5" fmla="*/ 0 h 24"/>
                <a:gd name="T6" fmla="*/ 131 w 20"/>
                <a:gd name="T7" fmla="*/ 253 h 24"/>
                <a:gd name="T8" fmla="*/ 0 w 20"/>
                <a:gd name="T9" fmla="*/ 16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2" y="15"/>
                  </a:moveTo>
                  <a:cubicBezTo>
                    <a:pt x="3" y="24"/>
                    <a:pt x="16" y="22"/>
                    <a:pt x="18" y="15"/>
                  </a:cubicBezTo>
                  <a:cubicBezTo>
                    <a:pt x="20" y="11"/>
                    <a:pt x="17" y="3"/>
                    <a:pt x="13" y="0"/>
                  </a:cubicBezTo>
                  <a:cubicBezTo>
                    <a:pt x="14" y="4"/>
                    <a:pt x="17" y="15"/>
                    <a:pt x="11" y="17"/>
                  </a:cubicBezTo>
                  <a:cubicBezTo>
                    <a:pt x="7" y="19"/>
                    <a:pt x="3" y="12"/>
                    <a:pt x="0" y="11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8" name="Freeform 233">
              <a:extLst>
                <a:ext uri="{FF2B5EF4-FFF2-40B4-BE49-F238E27FC236}">
                  <a16:creationId xmlns:a16="http://schemas.microsoft.com/office/drawing/2014/main" id="{8394E4E9-4217-4F92-977B-005D33D2C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515"/>
              <a:ext cx="64" cy="100"/>
            </a:xfrm>
            <a:custGeom>
              <a:avLst/>
              <a:gdLst>
                <a:gd name="T0" fmla="*/ 0 w 28"/>
                <a:gd name="T1" fmla="*/ 451 h 41"/>
                <a:gd name="T2" fmla="*/ 297 w 28"/>
                <a:gd name="T3" fmla="*/ 554 h 41"/>
                <a:gd name="T4" fmla="*/ 325 w 28"/>
                <a:gd name="T5" fmla="*/ 363 h 41"/>
                <a:gd name="T6" fmla="*/ 309 w 28"/>
                <a:gd name="T7" fmla="*/ 0 h 41"/>
                <a:gd name="T8" fmla="*/ 297 w 28"/>
                <a:gd name="T9" fmla="*/ 393 h 41"/>
                <a:gd name="T10" fmla="*/ 110 w 28"/>
                <a:gd name="T11" fmla="*/ 493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1">
                  <a:moveTo>
                    <a:pt x="0" y="31"/>
                  </a:moveTo>
                  <a:cubicBezTo>
                    <a:pt x="5" y="34"/>
                    <a:pt x="20" y="41"/>
                    <a:pt x="25" y="38"/>
                  </a:cubicBezTo>
                  <a:cubicBezTo>
                    <a:pt x="28" y="35"/>
                    <a:pt x="27" y="29"/>
                    <a:pt x="27" y="25"/>
                  </a:cubicBezTo>
                  <a:cubicBezTo>
                    <a:pt x="26" y="17"/>
                    <a:pt x="27" y="8"/>
                    <a:pt x="26" y="0"/>
                  </a:cubicBezTo>
                  <a:cubicBezTo>
                    <a:pt x="24" y="9"/>
                    <a:pt x="27" y="18"/>
                    <a:pt x="25" y="27"/>
                  </a:cubicBezTo>
                  <a:cubicBezTo>
                    <a:pt x="24" y="33"/>
                    <a:pt x="15" y="40"/>
                    <a:pt x="9" y="34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9" name="Freeform 234">
              <a:extLst>
                <a:ext uri="{FF2B5EF4-FFF2-40B4-BE49-F238E27FC236}">
                  <a16:creationId xmlns:a16="http://schemas.microsoft.com/office/drawing/2014/main" id="{ED3014A2-E82C-450A-818A-7BB76987A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606"/>
              <a:ext cx="11" cy="14"/>
            </a:xfrm>
            <a:custGeom>
              <a:avLst/>
              <a:gdLst>
                <a:gd name="T0" fmla="*/ 0 w 5"/>
                <a:gd name="T1" fmla="*/ 49 h 6"/>
                <a:gd name="T2" fmla="*/ 44 w 5"/>
                <a:gd name="T3" fmla="*/ 77 h 6"/>
                <a:gd name="T4" fmla="*/ 3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4"/>
                  </a:moveTo>
                  <a:cubicBezTo>
                    <a:pt x="1" y="6"/>
                    <a:pt x="3" y="6"/>
                    <a:pt x="4" y="6"/>
                  </a:cubicBezTo>
                  <a:cubicBezTo>
                    <a:pt x="5" y="5"/>
                    <a:pt x="5" y="2"/>
                    <a:pt x="3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0" name="Freeform 235">
              <a:extLst>
                <a:ext uri="{FF2B5EF4-FFF2-40B4-BE49-F238E27FC236}">
                  <a16:creationId xmlns:a16="http://schemas.microsoft.com/office/drawing/2014/main" id="{FAF1D0F3-014E-4FF7-9C50-A7D45D517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787"/>
              <a:ext cx="14" cy="25"/>
            </a:xfrm>
            <a:custGeom>
              <a:avLst/>
              <a:gdLst>
                <a:gd name="T0" fmla="*/ 0 w 6"/>
                <a:gd name="T1" fmla="*/ 83 h 10"/>
                <a:gd name="T2" fmla="*/ 37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5"/>
                  </a:moveTo>
                  <a:cubicBezTo>
                    <a:pt x="6" y="10"/>
                    <a:pt x="3" y="2"/>
                    <a:pt x="3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1" name="Freeform 236">
              <a:extLst>
                <a:ext uri="{FF2B5EF4-FFF2-40B4-BE49-F238E27FC236}">
                  <a16:creationId xmlns:a16="http://schemas.microsoft.com/office/drawing/2014/main" id="{0D4FDDEE-38EB-4089-8487-0F2A2BE71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505"/>
              <a:ext cx="25" cy="209"/>
            </a:xfrm>
            <a:custGeom>
              <a:avLst/>
              <a:gdLst>
                <a:gd name="T0" fmla="*/ 11 w 11"/>
                <a:gd name="T1" fmla="*/ 30 h 85"/>
                <a:gd name="T2" fmla="*/ 45 w 11"/>
                <a:gd name="T3" fmla="*/ 1264 h 85"/>
                <a:gd name="T4" fmla="*/ 36 w 11"/>
                <a:gd name="T5" fmla="*/ 477 h 85"/>
                <a:gd name="T6" fmla="*/ 0 w 11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5">
                  <a:moveTo>
                    <a:pt x="1" y="2"/>
                  </a:moveTo>
                  <a:cubicBezTo>
                    <a:pt x="8" y="29"/>
                    <a:pt x="11" y="59"/>
                    <a:pt x="4" y="85"/>
                  </a:cubicBezTo>
                  <a:cubicBezTo>
                    <a:pt x="4" y="68"/>
                    <a:pt x="4" y="50"/>
                    <a:pt x="3" y="32"/>
                  </a:cubicBezTo>
                  <a:cubicBezTo>
                    <a:pt x="2" y="20"/>
                    <a:pt x="2" y="12"/>
                    <a:pt x="0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2" name="Freeform 237">
              <a:extLst>
                <a:ext uri="{FF2B5EF4-FFF2-40B4-BE49-F238E27FC236}">
                  <a16:creationId xmlns:a16="http://schemas.microsoft.com/office/drawing/2014/main" id="{2D0387F4-DD86-4AE9-BAD2-51BCF03A5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2456"/>
              <a:ext cx="23" cy="59"/>
            </a:xfrm>
            <a:custGeom>
              <a:avLst/>
              <a:gdLst>
                <a:gd name="T0" fmla="*/ 12 w 10"/>
                <a:gd name="T1" fmla="*/ 285 h 24"/>
                <a:gd name="T2" fmla="*/ 94 w 10"/>
                <a:gd name="T3" fmla="*/ 103 h 24"/>
                <a:gd name="T4" fmla="*/ 0 w 10"/>
                <a:gd name="T5" fmla="*/ 0 h 24"/>
                <a:gd name="T6" fmla="*/ 64 w 10"/>
                <a:gd name="T7" fmla="*/ 22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1" y="19"/>
                  </a:moveTo>
                  <a:cubicBezTo>
                    <a:pt x="7" y="24"/>
                    <a:pt x="10" y="11"/>
                    <a:pt x="8" y="7"/>
                  </a:cubicBezTo>
                  <a:cubicBezTo>
                    <a:pt x="7" y="4"/>
                    <a:pt x="3" y="0"/>
                    <a:pt x="0" y="0"/>
                  </a:cubicBezTo>
                  <a:cubicBezTo>
                    <a:pt x="3" y="4"/>
                    <a:pt x="9" y="10"/>
                    <a:pt x="5" y="15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3" name="Freeform 238">
              <a:extLst>
                <a:ext uri="{FF2B5EF4-FFF2-40B4-BE49-F238E27FC236}">
                  <a16:creationId xmlns:a16="http://schemas.microsoft.com/office/drawing/2014/main" id="{AB2C0E89-ECFA-4212-B1F8-38A4CF78C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299"/>
              <a:ext cx="46" cy="74"/>
            </a:xfrm>
            <a:custGeom>
              <a:avLst/>
              <a:gdLst>
                <a:gd name="T0" fmla="*/ 170 w 20"/>
                <a:gd name="T1" fmla="*/ 183 h 30"/>
                <a:gd name="T2" fmla="*/ 85 w 20"/>
                <a:gd name="T3" fmla="*/ 451 h 30"/>
                <a:gd name="T4" fmla="*/ 122 w 20"/>
                <a:gd name="T5" fmla="*/ 30 h 30"/>
                <a:gd name="T6" fmla="*/ 244 w 20"/>
                <a:gd name="T7" fmla="*/ 165 h 30"/>
                <a:gd name="T8" fmla="*/ 170 w 20"/>
                <a:gd name="T9" fmla="*/ 1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0">
                  <a:moveTo>
                    <a:pt x="14" y="12"/>
                  </a:moveTo>
                  <a:cubicBezTo>
                    <a:pt x="9" y="8"/>
                    <a:pt x="7" y="27"/>
                    <a:pt x="7" y="30"/>
                  </a:cubicBezTo>
                  <a:cubicBezTo>
                    <a:pt x="5" y="23"/>
                    <a:pt x="0" y="6"/>
                    <a:pt x="10" y="2"/>
                  </a:cubicBezTo>
                  <a:cubicBezTo>
                    <a:pt x="17" y="0"/>
                    <a:pt x="19" y="6"/>
                    <a:pt x="20" y="11"/>
                  </a:cubicBezTo>
                  <a:cubicBezTo>
                    <a:pt x="18" y="10"/>
                    <a:pt x="16" y="9"/>
                    <a:pt x="14" y="9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4" name="Freeform 239">
              <a:extLst>
                <a:ext uri="{FF2B5EF4-FFF2-40B4-BE49-F238E27FC236}">
                  <a16:creationId xmlns:a16="http://schemas.microsoft.com/office/drawing/2014/main" id="{B87EBA43-7229-4748-B81F-88C351CE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142"/>
              <a:ext cx="35" cy="32"/>
            </a:xfrm>
            <a:custGeom>
              <a:avLst/>
              <a:gdLst>
                <a:gd name="T0" fmla="*/ 0 w 15"/>
                <a:gd name="T1" fmla="*/ 103 h 13"/>
                <a:gd name="T2" fmla="*/ 49 w 15"/>
                <a:gd name="T3" fmla="*/ 194 h 13"/>
                <a:gd name="T4" fmla="*/ 191 w 15"/>
                <a:gd name="T5" fmla="*/ 103 h 13"/>
                <a:gd name="T6" fmla="*/ 0 w 15"/>
                <a:gd name="T7" fmla="*/ 7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0" y="7"/>
                  </a:moveTo>
                  <a:cubicBezTo>
                    <a:pt x="2" y="8"/>
                    <a:pt x="3" y="11"/>
                    <a:pt x="4" y="13"/>
                  </a:cubicBezTo>
                  <a:cubicBezTo>
                    <a:pt x="6" y="9"/>
                    <a:pt x="10" y="5"/>
                    <a:pt x="15" y="7"/>
                  </a:cubicBezTo>
                  <a:cubicBezTo>
                    <a:pt x="12" y="3"/>
                    <a:pt x="2" y="0"/>
                    <a:pt x="0" y="5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5" name="Freeform 240">
              <a:extLst>
                <a:ext uri="{FF2B5EF4-FFF2-40B4-BE49-F238E27FC236}">
                  <a16:creationId xmlns:a16="http://schemas.microsoft.com/office/drawing/2014/main" id="{2C0230C5-022D-4442-AB98-AB5914FB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248"/>
              <a:ext cx="46" cy="51"/>
            </a:xfrm>
            <a:custGeom>
              <a:avLst/>
              <a:gdLst>
                <a:gd name="T0" fmla="*/ 94 w 20"/>
                <a:gd name="T1" fmla="*/ 301 h 21"/>
                <a:gd name="T2" fmla="*/ 159 w 20"/>
                <a:gd name="T3" fmla="*/ 112 h 21"/>
                <a:gd name="T4" fmla="*/ 244 w 20"/>
                <a:gd name="T5" fmla="*/ 0 h 21"/>
                <a:gd name="T6" fmla="*/ 48 w 20"/>
                <a:gd name="T7" fmla="*/ 18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8" y="21"/>
                  </a:moveTo>
                  <a:cubicBezTo>
                    <a:pt x="10" y="17"/>
                    <a:pt x="10" y="13"/>
                    <a:pt x="13" y="8"/>
                  </a:cubicBezTo>
                  <a:cubicBezTo>
                    <a:pt x="15" y="4"/>
                    <a:pt x="16" y="0"/>
                    <a:pt x="20" y="0"/>
                  </a:cubicBezTo>
                  <a:cubicBezTo>
                    <a:pt x="13" y="0"/>
                    <a:pt x="0" y="3"/>
                    <a:pt x="4" y="13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6" name="Freeform 241">
              <a:extLst>
                <a:ext uri="{FF2B5EF4-FFF2-40B4-BE49-F238E27FC236}">
                  <a16:creationId xmlns:a16="http://schemas.microsoft.com/office/drawing/2014/main" id="{D7C30609-390E-428D-AA31-01720E2AE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223"/>
              <a:ext cx="42" cy="47"/>
            </a:xfrm>
            <a:custGeom>
              <a:avLst/>
              <a:gdLst>
                <a:gd name="T0" fmla="*/ 77 w 18"/>
                <a:gd name="T1" fmla="*/ 287 h 19"/>
                <a:gd name="T2" fmla="*/ 65 w 18"/>
                <a:gd name="T3" fmla="*/ 153 h 19"/>
                <a:gd name="T4" fmla="*/ 229 w 18"/>
                <a:gd name="T5" fmla="*/ 121 h 19"/>
                <a:gd name="T6" fmla="*/ 0 w 18"/>
                <a:gd name="T7" fmla="*/ 18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6" y="19"/>
                  </a:moveTo>
                  <a:cubicBezTo>
                    <a:pt x="3" y="17"/>
                    <a:pt x="3" y="13"/>
                    <a:pt x="5" y="10"/>
                  </a:cubicBezTo>
                  <a:cubicBezTo>
                    <a:pt x="8" y="6"/>
                    <a:pt x="14" y="7"/>
                    <a:pt x="18" y="8"/>
                  </a:cubicBezTo>
                  <a:cubicBezTo>
                    <a:pt x="12" y="7"/>
                    <a:pt x="0" y="0"/>
                    <a:pt x="0" y="12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7" name="Freeform 242">
              <a:extLst>
                <a:ext uri="{FF2B5EF4-FFF2-40B4-BE49-F238E27FC236}">
                  <a16:creationId xmlns:a16="http://schemas.microsoft.com/office/drawing/2014/main" id="{A95A4CB1-DDFE-4ECB-925C-D39A3C299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208"/>
              <a:ext cx="23" cy="37"/>
            </a:xfrm>
            <a:custGeom>
              <a:avLst/>
              <a:gdLst>
                <a:gd name="T0" fmla="*/ 48 w 10"/>
                <a:gd name="T1" fmla="*/ 224 h 15"/>
                <a:gd name="T2" fmla="*/ 122 w 10"/>
                <a:gd name="T3" fmla="*/ 62 h 15"/>
                <a:gd name="T4" fmla="*/ 0 w 10"/>
                <a:gd name="T5" fmla="*/ 4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4" y="15"/>
                  </a:moveTo>
                  <a:cubicBezTo>
                    <a:pt x="1" y="10"/>
                    <a:pt x="3" y="3"/>
                    <a:pt x="10" y="4"/>
                  </a:cubicBezTo>
                  <a:cubicBezTo>
                    <a:pt x="7" y="2"/>
                    <a:pt x="3" y="0"/>
                    <a:pt x="0" y="3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8" name="Freeform 243">
              <a:extLst>
                <a:ext uri="{FF2B5EF4-FFF2-40B4-BE49-F238E27FC236}">
                  <a16:creationId xmlns:a16="http://schemas.microsoft.com/office/drawing/2014/main" id="{5D565CDD-6DCE-482B-93E9-AB3AC01DA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204"/>
              <a:ext cx="23" cy="26"/>
            </a:xfrm>
            <a:custGeom>
              <a:avLst/>
              <a:gdLst>
                <a:gd name="T0" fmla="*/ 48 w 10"/>
                <a:gd name="T1" fmla="*/ 144 h 11"/>
                <a:gd name="T2" fmla="*/ 122 w 10"/>
                <a:gd name="T3" fmla="*/ 12 h 11"/>
                <a:gd name="T4" fmla="*/ 0 w 10"/>
                <a:gd name="T5" fmla="*/ 2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4" y="11"/>
                  </a:moveTo>
                  <a:cubicBezTo>
                    <a:pt x="1" y="6"/>
                    <a:pt x="6" y="2"/>
                    <a:pt x="10" y="1"/>
                  </a:cubicBezTo>
                  <a:cubicBezTo>
                    <a:pt x="7" y="0"/>
                    <a:pt x="2" y="0"/>
                    <a:pt x="0" y="2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9" name="Freeform 244">
              <a:extLst>
                <a:ext uri="{FF2B5EF4-FFF2-40B4-BE49-F238E27FC236}">
                  <a16:creationId xmlns:a16="http://schemas.microsoft.com/office/drawing/2014/main" id="{CB9BED73-024D-4F57-A007-1B8172536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265"/>
              <a:ext cx="53" cy="37"/>
            </a:xfrm>
            <a:custGeom>
              <a:avLst/>
              <a:gdLst>
                <a:gd name="T0" fmla="*/ 122 w 23"/>
                <a:gd name="T1" fmla="*/ 224 h 15"/>
                <a:gd name="T2" fmla="*/ 122 w 23"/>
                <a:gd name="T3" fmla="*/ 74 h 15"/>
                <a:gd name="T4" fmla="*/ 281 w 23"/>
                <a:gd name="T5" fmla="*/ 62 h 15"/>
                <a:gd name="T6" fmla="*/ 65 w 23"/>
                <a:gd name="T7" fmla="*/ 10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10" y="15"/>
                  </a:moveTo>
                  <a:cubicBezTo>
                    <a:pt x="8" y="14"/>
                    <a:pt x="8" y="8"/>
                    <a:pt x="10" y="5"/>
                  </a:cubicBezTo>
                  <a:cubicBezTo>
                    <a:pt x="12" y="3"/>
                    <a:pt x="20" y="3"/>
                    <a:pt x="23" y="4"/>
                  </a:cubicBezTo>
                  <a:cubicBezTo>
                    <a:pt x="20" y="2"/>
                    <a:pt x="0" y="0"/>
                    <a:pt x="5" y="7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0" name="Freeform 245">
              <a:extLst>
                <a:ext uri="{FF2B5EF4-FFF2-40B4-BE49-F238E27FC236}">
                  <a16:creationId xmlns:a16="http://schemas.microsoft.com/office/drawing/2014/main" id="{7C82596F-C11D-477B-9D12-6AF4E7468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270"/>
              <a:ext cx="37" cy="44"/>
            </a:xfrm>
            <a:custGeom>
              <a:avLst/>
              <a:gdLst>
                <a:gd name="T0" fmla="*/ 65 w 16"/>
                <a:gd name="T1" fmla="*/ 264 h 18"/>
                <a:gd name="T2" fmla="*/ 199 w 16"/>
                <a:gd name="T3" fmla="*/ 144 h 18"/>
                <a:gd name="T4" fmla="*/ 0 w 16"/>
                <a:gd name="T5" fmla="*/ 10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5" y="18"/>
                  </a:moveTo>
                  <a:cubicBezTo>
                    <a:pt x="4" y="11"/>
                    <a:pt x="9" y="7"/>
                    <a:pt x="16" y="10"/>
                  </a:cubicBezTo>
                  <a:cubicBezTo>
                    <a:pt x="10" y="6"/>
                    <a:pt x="6" y="0"/>
                    <a:pt x="0" y="7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1" name="Freeform 246">
              <a:extLst>
                <a:ext uri="{FF2B5EF4-FFF2-40B4-BE49-F238E27FC236}">
                  <a16:creationId xmlns:a16="http://schemas.microsoft.com/office/drawing/2014/main" id="{C9317120-DC5A-4272-91F9-FCB094120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299"/>
              <a:ext cx="32" cy="39"/>
            </a:xfrm>
            <a:custGeom>
              <a:avLst/>
              <a:gdLst>
                <a:gd name="T0" fmla="*/ 37 w 14"/>
                <a:gd name="T1" fmla="*/ 232 h 16"/>
                <a:gd name="T2" fmla="*/ 167 w 14"/>
                <a:gd name="T3" fmla="*/ 119 h 16"/>
                <a:gd name="T4" fmla="*/ 0 w 14"/>
                <a:gd name="T5" fmla="*/ 10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3" y="16"/>
                  </a:moveTo>
                  <a:cubicBezTo>
                    <a:pt x="2" y="8"/>
                    <a:pt x="7" y="7"/>
                    <a:pt x="14" y="8"/>
                  </a:cubicBezTo>
                  <a:cubicBezTo>
                    <a:pt x="11" y="6"/>
                    <a:pt x="1" y="0"/>
                    <a:pt x="0" y="7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2" name="Freeform 247">
              <a:extLst>
                <a:ext uri="{FF2B5EF4-FFF2-40B4-BE49-F238E27FC236}">
                  <a16:creationId xmlns:a16="http://schemas.microsoft.com/office/drawing/2014/main" id="{DE487214-8F77-4FE9-A65E-5DFD4ADE2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309"/>
              <a:ext cx="23" cy="47"/>
            </a:xfrm>
            <a:custGeom>
              <a:avLst/>
              <a:gdLst>
                <a:gd name="T0" fmla="*/ 37 w 10"/>
                <a:gd name="T1" fmla="*/ 287 h 19"/>
                <a:gd name="T2" fmla="*/ 122 w 10"/>
                <a:gd name="T3" fmla="*/ 121 h 19"/>
                <a:gd name="T4" fmla="*/ 48 w 10"/>
                <a:gd name="T5" fmla="*/ 0 h 19"/>
                <a:gd name="T6" fmla="*/ 0 w 10"/>
                <a:gd name="T7" fmla="*/ 15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3" y="19"/>
                  </a:moveTo>
                  <a:cubicBezTo>
                    <a:pt x="1" y="13"/>
                    <a:pt x="3" y="8"/>
                    <a:pt x="10" y="8"/>
                  </a:cubicBezTo>
                  <a:cubicBezTo>
                    <a:pt x="9" y="6"/>
                    <a:pt x="7" y="0"/>
                    <a:pt x="4" y="0"/>
                  </a:cubicBezTo>
                  <a:cubicBezTo>
                    <a:pt x="0" y="0"/>
                    <a:pt x="0" y="7"/>
                    <a:pt x="0" y="1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3" name="Freeform 248">
              <a:extLst>
                <a:ext uri="{FF2B5EF4-FFF2-40B4-BE49-F238E27FC236}">
                  <a16:creationId xmlns:a16="http://schemas.microsoft.com/office/drawing/2014/main" id="{A3C8937F-D43D-4D31-B985-EC3D7CDB8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363"/>
              <a:ext cx="34" cy="56"/>
            </a:xfrm>
            <a:custGeom>
              <a:avLst/>
              <a:gdLst>
                <a:gd name="T0" fmla="*/ 0 w 15"/>
                <a:gd name="T1" fmla="*/ 331 h 23"/>
                <a:gd name="T2" fmla="*/ 45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0" y="23"/>
                  </a:moveTo>
                  <a:cubicBezTo>
                    <a:pt x="15" y="23"/>
                    <a:pt x="11" y="8"/>
                    <a:pt x="4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4" name="Freeform 249">
              <a:extLst>
                <a:ext uri="{FF2B5EF4-FFF2-40B4-BE49-F238E27FC236}">
                  <a16:creationId xmlns:a16="http://schemas.microsoft.com/office/drawing/2014/main" id="{CB2DF210-FF2E-47E6-944E-3B77D1D81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400"/>
              <a:ext cx="23" cy="61"/>
            </a:xfrm>
            <a:custGeom>
              <a:avLst/>
              <a:gdLst>
                <a:gd name="T0" fmla="*/ 37 w 10"/>
                <a:gd name="T1" fmla="*/ 364 h 25"/>
                <a:gd name="T2" fmla="*/ 122 w 10"/>
                <a:gd name="T3" fmla="*/ 90 h 25"/>
                <a:gd name="T4" fmla="*/ 0 w 10"/>
                <a:gd name="T5" fmla="*/ 24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3" y="25"/>
                  </a:moveTo>
                  <a:cubicBezTo>
                    <a:pt x="2" y="17"/>
                    <a:pt x="6" y="13"/>
                    <a:pt x="10" y="6"/>
                  </a:cubicBezTo>
                  <a:cubicBezTo>
                    <a:pt x="5" y="0"/>
                    <a:pt x="0" y="14"/>
                    <a:pt x="0" y="17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5" name="Freeform 250">
              <a:extLst>
                <a:ext uri="{FF2B5EF4-FFF2-40B4-BE49-F238E27FC236}">
                  <a16:creationId xmlns:a16="http://schemas.microsoft.com/office/drawing/2014/main" id="{791D302E-3BE6-47CF-B3E8-B32C3A967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478"/>
              <a:ext cx="16" cy="49"/>
            </a:xfrm>
            <a:custGeom>
              <a:avLst/>
              <a:gdLst>
                <a:gd name="T0" fmla="*/ 57 w 7"/>
                <a:gd name="T1" fmla="*/ 294 h 20"/>
                <a:gd name="T2" fmla="*/ 85 w 7"/>
                <a:gd name="T3" fmla="*/ 149 h 20"/>
                <a:gd name="T4" fmla="*/ 11 w 7"/>
                <a:gd name="T5" fmla="*/ 0 h 20"/>
                <a:gd name="T6" fmla="*/ 0 w 7"/>
                <a:gd name="T7" fmla="*/ 4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0">
                  <a:moveTo>
                    <a:pt x="5" y="20"/>
                  </a:moveTo>
                  <a:cubicBezTo>
                    <a:pt x="2" y="16"/>
                    <a:pt x="7" y="14"/>
                    <a:pt x="7" y="10"/>
                  </a:cubicBezTo>
                  <a:cubicBezTo>
                    <a:pt x="7" y="7"/>
                    <a:pt x="2" y="4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6" name="Freeform 251">
              <a:extLst>
                <a:ext uri="{FF2B5EF4-FFF2-40B4-BE49-F238E27FC236}">
                  <a16:creationId xmlns:a16="http://schemas.microsoft.com/office/drawing/2014/main" id="{53E8302E-ED9E-4755-BD99-CEBFD271A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684"/>
              <a:ext cx="53" cy="83"/>
            </a:xfrm>
            <a:custGeom>
              <a:avLst/>
              <a:gdLst>
                <a:gd name="T0" fmla="*/ 150 w 23"/>
                <a:gd name="T1" fmla="*/ 454 h 34"/>
                <a:gd name="T2" fmla="*/ 281 w 23"/>
                <a:gd name="T3" fmla="*/ 132 h 34"/>
                <a:gd name="T4" fmla="*/ 150 w 23"/>
                <a:gd name="T5" fmla="*/ 42 h 34"/>
                <a:gd name="T6" fmla="*/ 111 w 23"/>
                <a:gd name="T7" fmla="*/ 49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4">
                  <a:moveTo>
                    <a:pt x="12" y="31"/>
                  </a:moveTo>
                  <a:cubicBezTo>
                    <a:pt x="8" y="25"/>
                    <a:pt x="13" y="0"/>
                    <a:pt x="23" y="9"/>
                  </a:cubicBezTo>
                  <a:cubicBezTo>
                    <a:pt x="20" y="5"/>
                    <a:pt x="17" y="0"/>
                    <a:pt x="12" y="3"/>
                  </a:cubicBezTo>
                  <a:cubicBezTo>
                    <a:pt x="0" y="9"/>
                    <a:pt x="9" y="26"/>
                    <a:pt x="9" y="34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7" name="Freeform 252">
              <a:extLst>
                <a:ext uri="{FF2B5EF4-FFF2-40B4-BE49-F238E27FC236}">
                  <a16:creationId xmlns:a16="http://schemas.microsoft.com/office/drawing/2014/main" id="{956D9ECE-1793-4FC4-8E88-17088D942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51"/>
              <a:ext cx="35" cy="73"/>
            </a:xfrm>
            <a:custGeom>
              <a:avLst/>
              <a:gdLst>
                <a:gd name="T0" fmla="*/ 86 w 15"/>
                <a:gd name="T1" fmla="*/ 433 h 30"/>
                <a:gd name="T2" fmla="*/ 191 w 15"/>
                <a:gd name="T3" fmla="*/ 112 h 30"/>
                <a:gd name="T4" fmla="*/ 86 w 15"/>
                <a:gd name="T5" fmla="*/ 12 h 30"/>
                <a:gd name="T6" fmla="*/ 28 w 15"/>
                <a:gd name="T7" fmla="*/ 31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0">
                  <a:moveTo>
                    <a:pt x="7" y="30"/>
                  </a:moveTo>
                  <a:cubicBezTo>
                    <a:pt x="7" y="25"/>
                    <a:pt x="4" y="4"/>
                    <a:pt x="15" y="8"/>
                  </a:cubicBezTo>
                  <a:cubicBezTo>
                    <a:pt x="13" y="7"/>
                    <a:pt x="10" y="1"/>
                    <a:pt x="7" y="1"/>
                  </a:cubicBezTo>
                  <a:cubicBezTo>
                    <a:pt x="0" y="0"/>
                    <a:pt x="0" y="18"/>
                    <a:pt x="2" y="22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8" name="Freeform 253">
              <a:extLst>
                <a:ext uri="{FF2B5EF4-FFF2-40B4-BE49-F238E27FC236}">
                  <a16:creationId xmlns:a16="http://schemas.microsoft.com/office/drawing/2014/main" id="{03446EEB-4C3C-4E95-BA63-B4B67271F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439"/>
              <a:ext cx="30" cy="59"/>
            </a:xfrm>
            <a:custGeom>
              <a:avLst/>
              <a:gdLst>
                <a:gd name="T0" fmla="*/ 12 w 13"/>
                <a:gd name="T1" fmla="*/ 327 h 24"/>
                <a:gd name="T2" fmla="*/ 0 w 13"/>
                <a:gd name="T3" fmla="*/ 356 h 24"/>
                <a:gd name="T4" fmla="*/ 159 w 13"/>
                <a:gd name="T5" fmla="*/ 194 h 24"/>
                <a:gd name="T6" fmla="*/ 37 w 13"/>
                <a:gd name="T7" fmla="*/ 9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1" y="22"/>
                  </a:moveTo>
                  <a:cubicBezTo>
                    <a:pt x="1" y="23"/>
                    <a:pt x="0" y="24"/>
                    <a:pt x="0" y="24"/>
                  </a:cubicBezTo>
                  <a:cubicBezTo>
                    <a:pt x="3" y="19"/>
                    <a:pt x="6" y="11"/>
                    <a:pt x="13" y="13"/>
                  </a:cubicBezTo>
                  <a:cubicBezTo>
                    <a:pt x="11" y="10"/>
                    <a:pt x="5" y="0"/>
                    <a:pt x="3" y="6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9" name="Freeform 254">
              <a:extLst>
                <a:ext uri="{FF2B5EF4-FFF2-40B4-BE49-F238E27FC236}">
                  <a16:creationId xmlns:a16="http://schemas.microsoft.com/office/drawing/2014/main" id="{ABCD1433-E5CA-451B-85E1-507BC584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584"/>
              <a:ext cx="28" cy="56"/>
            </a:xfrm>
            <a:custGeom>
              <a:avLst/>
              <a:gdLst>
                <a:gd name="T0" fmla="*/ 37 w 12"/>
                <a:gd name="T1" fmla="*/ 331 h 23"/>
                <a:gd name="T2" fmla="*/ 77 w 12"/>
                <a:gd name="T3" fmla="*/ 100 h 23"/>
                <a:gd name="T4" fmla="*/ 152 w 12"/>
                <a:gd name="T5" fmla="*/ 29 h 23"/>
                <a:gd name="T6" fmla="*/ 0 w 12"/>
                <a:gd name="T7" fmla="*/ 9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3">
                  <a:moveTo>
                    <a:pt x="3" y="23"/>
                  </a:moveTo>
                  <a:cubicBezTo>
                    <a:pt x="3" y="18"/>
                    <a:pt x="3" y="11"/>
                    <a:pt x="6" y="7"/>
                  </a:cubicBezTo>
                  <a:cubicBezTo>
                    <a:pt x="8" y="3"/>
                    <a:pt x="10" y="5"/>
                    <a:pt x="12" y="2"/>
                  </a:cubicBezTo>
                  <a:cubicBezTo>
                    <a:pt x="8" y="2"/>
                    <a:pt x="1" y="0"/>
                    <a:pt x="0" y="6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0" name="Freeform 255">
              <a:extLst>
                <a:ext uri="{FF2B5EF4-FFF2-40B4-BE49-F238E27FC236}">
                  <a16:creationId xmlns:a16="http://schemas.microsoft.com/office/drawing/2014/main" id="{47B905F8-C2CA-4195-924D-55215A383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333"/>
              <a:ext cx="58" cy="67"/>
            </a:xfrm>
            <a:custGeom>
              <a:avLst/>
              <a:gdLst>
                <a:gd name="T0" fmla="*/ 65 w 25"/>
                <a:gd name="T1" fmla="*/ 412 h 27"/>
                <a:gd name="T2" fmla="*/ 313 w 25"/>
                <a:gd name="T3" fmla="*/ 30 h 27"/>
                <a:gd name="T4" fmla="*/ 172 w 25"/>
                <a:gd name="T5" fmla="*/ 12 h 27"/>
                <a:gd name="T6" fmla="*/ 0 w 25"/>
                <a:gd name="T7" fmla="*/ 40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7">
                  <a:moveTo>
                    <a:pt x="5" y="27"/>
                  </a:moveTo>
                  <a:cubicBezTo>
                    <a:pt x="4" y="14"/>
                    <a:pt x="15" y="8"/>
                    <a:pt x="25" y="2"/>
                  </a:cubicBezTo>
                  <a:cubicBezTo>
                    <a:pt x="21" y="0"/>
                    <a:pt x="18" y="0"/>
                    <a:pt x="14" y="1"/>
                  </a:cubicBezTo>
                  <a:cubicBezTo>
                    <a:pt x="2" y="5"/>
                    <a:pt x="0" y="15"/>
                    <a:pt x="0" y="26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1" name="Freeform 256">
              <a:extLst>
                <a:ext uri="{FF2B5EF4-FFF2-40B4-BE49-F238E27FC236}">
                  <a16:creationId xmlns:a16="http://schemas.microsoft.com/office/drawing/2014/main" id="{3953C5E7-3F1A-4F24-8AA5-EBE2C7FEB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637"/>
              <a:ext cx="50" cy="37"/>
            </a:xfrm>
            <a:custGeom>
              <a:avLst/>
              <a:gdLst>
                <a:gd name="T0" fmla="*/ 73 w 22"/>
                <a:gd name="T1" fmla="*/ 0 h 15"/>
                <a:gd name="T2" fmla="*/ 259 w 22"/>
                <a:gd name="T3" fmla="*/ 133 h 15"/>
                <a:gd name="T4" fmla="*/ 0 w 22"/>
                <a:gd name="T5" fmla="*/ 183 h 15"/>
                <a:gd name="T6" fmla="*/ 139 w 22"/>
                <a:gd name="T7" fmla="*/ 165 h 15"/>
                <a:gd name="T8" fmla="*/ 102 w 22"/>
                <a:gd name="T9" fmla="*/ 3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5">
                  <a:moveTo>
                    <a:pt x="6" y="0"/>
                  </a:moveTo>
                  <a:cubicBezTo>
                    <a:pt x="9" y="2"/>
                    <a:pt x="22" y="6"/>
                    <a:pt x="22" y="9"/>
                  </a:cubicBezTo>
                  <a:cubicBezTo>
                    <a:pt x="21" y="15"/>
                    <a:pt x="3" y="11"/>
                    <a:pt x="0" y="12"/>
                  </a:cubicBezTo>
                  <a:cubicBezTo>
                    <a:pt x="3" y="12"/>
                    <a:pt x="9" y="13"/>
                    <a:pt x="12" y="11"/>
                  </a:cubicBezTo>
                  <a:cubicBezTo>
                    <a:pt x="17" y="8"/>
                    <a:pt x="11" y="5"/>
                    <a:pt x="9" y="2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2" name="Freeform 257">
              <a:extLst>
                <a:ext uri="{FF2B5EF4-FFF2-40B4-BE49-F238E27FC236}">
                  <a16:creationId xmlns:a16="http://schemas.microsoft.com/office/drawing/2014/main" id="{7318B28E-2C6C-4E1D-BCF7-BB5AF3C13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826"/>
              <a:ext cx="51" cy="106"/>
            </a:xfrm>
            <a:custGeom>
              <a:avLst/>
              <a:gdLst>
                <a:gd name="T0" fmla="*/ 236 w 22"/>
                <a:gd name="T1" fmla="*/ 42 h 43"/>
                <a:gd name="T2" fmla="*/ 225 w 22"/>
                <a:gd name="T3" fmla="*/ 266 h 43"/>
                <a:gd name="T4" fmla="*/ 248 w 22"/>
                <a:gd name="T5" fmla="*/ 461 h 43"/>
                <a:gd name="T6" fmla="*/ 139 w 22"/>
                <a:gd name="T7" fmla="*/ 540 h 43"/>
                <a:gd name="T8" fmla="*/ 0 w 22"/>
                <a:gd name="T9" fmla="*/ 643 h 43"/>
                <a:gd name="T10" fmla="*/ 114 w 22"/>
                <a:gd name="T11" fmla="*/ 510 h 43"/>
                <a:gd name="T12" fmla="*/ 199 w 22"/>
                <a:gd name="T13" fmla="*/ 389 h 43"/>
                <a:gd name="T14" fmla="*/ 248 w 22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43">
                  <a:moveTo>
                    <a:pt x="19" y="3"/>
                  </a:moveTo>
                  <a:cubicBezTo>
                    <a:pt x="18" y="8"/>
                    <a:pt x="18" y="13"/>
                    <a:pt x="18" y="18"/>
                  </a:cubicBezTo>
                  <a:cubicBezTo>
                    <a:pt x="19" y="22"/>
                    <a:pt x="22" y="28"/>
                    <a:pt x="20" y="31"/>
                  </a:cubicBezTo>
                  <a:cubicBezTo>
                    <a:pt x="18" y="34"/>
                    <a:pt x="13" y="34"/>
                    <a:pt x="11" y="36"/>
                  </a:cubicBezTo>
                  <a:cubicBezTo>
                    <a:pt x="7" y="37"/>
                    <a:pt x="3" y="40"/>
                    <a:pt x="0" y="43"/>
                  </a:cubicBezTo>
                  <a:cubicBezTo>
                    <a:pt x="3" y="41"/>
                    <a:pt x="6" y="37"/>
                    <a:pt x="9" y="34"/>
                  </a:cubicBezTo>
                  <a:cubicBezTo>
                    <a:pt x="11" y="32"/>
                    <a:pt x="15" y="30"/>
                    <a:pt x="16" y="26"/>
                  </a:cubicBezTo>
                  <a:cubicBezTo>
                    <a:pt x="18" y="18"/>
                    <a:pt x="13" y="8"/>
                    <a:pt x="20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3" name="Freeform 258">
              <a:extLst>
                <a:ext uri="{FF2B5EF4-FFF2-40B4-BE49-F238E27FC236}">
                  <a16:creationId xmlns:a16="http://schemas.microsoft.com/office/drawing/2014/main" id="{2F92A820-FE69-48EB-A00C-0CAF29F5F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721"/>
              <a:ext cx="14" cy="19"/>
            </a:xfrm>
            <a:custGeom>
              <a:avLst/>
              <a:gdLst>
                <a:gd name="T0" fmla="*/ 0 w 6"/>
                <a:gd name="T1" fmla="*/ 0 h 8"/>
                <a:gd name="T2" fmla="*/ 28 w 6"/>
                <a:gd name="T3" fmla="*/ 107 h 8"/>
                <a:gd name="T4" fmla="*/ 77 w 6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2"/>
                    <a:pt x="0" y="7"/>
                    <a:pt x="2" y="8"/>
                  </a:cubicBezTo>
                  <a:cubicBezTo>
                    <a:pt x="4" y="7"/>
                    <a:pt x="5" y="3"/>
                    <a:pt x="6" y="3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4" name="Freeform 259">
              <a:extLst>
                <a:ext uri="{FF2B5EF4-FFF2-40B4-BE49-F238E27FC236}">
                  <a16:creationId xmlns:a16="http://schemas.microsoft.com/office/drawing/2014/main" id="{2B467A1B-30BC-4760-9258-5A313AE11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971"/>
              <a:ext cx="13" cy="91"/>
            </a:xfrm>
            <a:custGeom>
              <a:avLst/>
              <a:gdLst>
                <a:gd name="T0" fmla="*/ 0 w 6"/>
                <a:gd name="T1" fmla="*/ 460 h 37"/>
                <a:gd name="T2" fmla="*/ 43 w 6"/>
                <a:gd name="T3" fmla="*/ 551 h 37"/>
                <a:gd name="T4" fmla="*/ 61 w 6"/>
                <a:gd name="T5" fmla="*/ 315 h 37"/>
                <a:gd name="T6" fmla="*/ 61 w 6"/>
                <a:gd name="T7" fmla="*/ 0 h 37"/>
                <a:gd name="T8" fmla="*/ 52 w 6"/>
                <a:gd name="T9" fmla="*/ 266 h 37"/>
                <a:gd name="T10" fmla="*/ 20 w 6"/>
                <a:gd name="T11" fmla="*/ 448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7">
                  <a:moveTo>
                    <a:pt x="0" y="31"/>
                  </a:moveTo>
                  <a:cubicBezTo>
                    <a:pt x="1" y="33"/>
                    <a:pt x="2" y="36"/>
                    <a:pt x="4" y="37"/>
                  </a:cubicBezTo>
                  <a:cubicBezTo>
                    <a:pt x="5" y="32"/>
                    <a:pt x="5" y="26"/>
                    <a:pt x="6" y="21"/>
                  </a:cubicBezTo>
                  <a:cubicBezTo>
                    <a:pt x="6" y="14"/>
                    <a:pt x="5" y="6"/>
                    <a:pt x="6" y="0"/>
                  </a:cubicBezTo>
                  <a:cubicBezTo>
                    <a:pt x="4" y="6"/>
                    <a:pt x="6" y="12"/>
                    <a:pt x="5" y="18"/>
                  </a:cubicBezTo>
                  <a:cubicBezTo>
                    <a:pt x="4" y="22"/>
                    <a:pt x="2" y="26"/>
                    <a:pt x="2" y="3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5" name="Freeform 260">
              <a:extLst>
                <a:ext uri="{FF2B5EF4-FFF2-40B4-BE49-F238E27FC236}">
                  <a16:creationId xmlns:a16="http://schemas.microsoft.com/office/drawing/2014/main" id="{A4DB9A2D-0BFC-4045-A960-55D88EC61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532"/>
              <a:ext cx="129" cy="260"/>
            </a:xfrm>
            <a:custGeom>
              <a:avLst/>
              <a:gdLst>
                <a:gd name="T0" fmla="*/ 0 w 56"/>
                <a:gd name="T1" fmla="*/ 91 h 106"/>
                <a:gd name="T2" fmla="*/ 74 w 56"/>
                <a:gd name="T3" fmla="*/ 873 h 106"/>
                <a:gd name="T4" fmla="*/ 65 w 56"/>
                <a:gd name="T5" fmla="*/ 1226 h 106"/>
                <a:gd name="T6" fmla="*/ 65 w 56"/>
                <a:gd name="T7" fmla="*/ 1565 h 106"/>
                <a:gd name="T8" fmla="*/ 270 w 56"/>
                <a:gd name="T9" fmla="*/ 1077 h 106"/>
                <a:gd name="T10" fmla="*/ 514 w 56"/>
                <a:gd name="T11" fmla="*/ 854 h 106"/>
                <a:gd name="T12" fmla="*/ 622 w 56"/>
                <a:gd name="T13" fmla="*/ 753 h 106"/>
                <a:gd name="T14" fmla="*/ 403 w 56"/>
                <a:gd name="T15" fmla="*/ 692 h 106"/>
                <a:gd name="T16" fmla="*/ 256 w 56"/>
                <a:gd name="T17" fmla="*/ 427 h 106"/>
                <a:gd name="T18" fmla="*/ 150 w 56"/>
                <a:gd name="T19" fmla="*/ 174 h 106"/>
                <a:gd name="T20" fmla="*/ 0 w 56"/>
                <a:gd name="T21" fmla="*/ 0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106">
                  <a:moveTo>
                    <a:pt x="0" y="6"/>
                  </a:moveTo>
                  <a:cubicBezTo>
                    <a:pt x="8" y="20"/>
                    <a:pt x="5" y="43"/>
                    <a:pt x="6" y="59"/>
                  </a:cubicBezTo>
                  <a:cubicBezTo>
                    <a:pt x="6" y="67"/>
                    <a:pt x="7" y="75"/>
                    <a:pt x="5" y="83"/>
                  </a:cubicBezTo>
                  <a:cubicBezTo>
                    <a:pt x="4" y="90"/>
                    <a:pt x="1" y="99"/>
                    <a:pt x="5" y="106"/>
                  </a:cubicBezTo>
                  <a:cubicBezTo>
                    <a:pt x="13" y="99"/>
                    <a:pt x="14" y="83"/>
                    <a:pt x="22" y="73"/>
                  </a:cubicBezTo>
                  <a:cubicBezTo>
                    <a:pt x="28" y="65"/>
                    <a:pt x="33" y="62"/>
                    <a:pt x="42" y="58"/>
                  </a:cubicBezTo>
                  <a:cubicBezTo>
                    <a:pt x="46" y="57"/>
                    <a:pt x="56" y="56"/>
                    <a:pt x="51" y="51"/>
                  </a:cubicBezTo>
                  <a:cubicBezTo>
                    <a:pt x="49" y="48"/>
                    <a:pt x="37" y="49"/>
                    <a:pt x="33" y="47"/>
                  </a:cubicBezTo>
                  <a:cubicBezTo>
                    <a:pt x="26" y="43"/>
                    <a:pt x="24" y="36"/>
                    <a:pt x="21" y="29"/>
                  </a:cubicBezTo>
                  <a:cubicBezTo>
                    <a:pt x="18" y="23"/>
                    <a:pt x="15" y="18"/>
                    <a:pt x="12" y="12"/>
                  </a:cubicBezTo>
                  <a:cubicBezTo>
                    <a:pt x="8" y="6"/>
                    <a:pt x="5" y="5"/>
                    <a:pt x="0" y="0"/>
                  </a:cubicBezTo>
                </a:path>
              </a:pathLst>
            </a:custGeom>
            <a:solidFill>
              <a:srgbClr val="F4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6" name="Freeform 261">
              <a:extLst>
                <a:ext uri="{FF2B5EF4-FFF2-40B4-BE49-F238E27FC236}">
                  <a16:creationId xmlns:a16="http://schemas.microsoft.com/office/drawing/2014/main" id="{CB4036E3-2D84-498D-96EC-244E10CED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405"/>
              <a:ext cx="225" cy="218"/>
            </a:xfrm>
            <a:custGeom>
              <a:avLst/>
              <a:gdLst>
                <a:gd name="T0" fmla="*/ 0 w 98"/>
                <a:gd name="T1" fmla="*/ 0 h 89"/>
                <a:gd name="T2" fmla="*/ 131 w 98"/>
                <a:gd name="T3" fmla="*/ 588 h 89"/>
                <a:gd name="T4" fmla="*/ 301 w 98"/>
                <a:gd name="T5" fmla="*/ 1085 h 89"/>
                <a:gd name="T6" fmla="*/ 484 w 98"/>
                <a:gd name="T7" fmla="*/ 1188 h 89"/>
                <a:gd name="T8" fmla="*/ 643 w 98"/>
                <a:gd name="T9" fmla="*/ 1296 h 89"/>
                <a:gd name="T10" fmla="*/ 833 w 98"/>
                <a:gd name="T11" fmla="*/ 1237 h 89"/>
                <a:gd name="T12" fmla="*/ 1187 w 98"/>
                <a:gd name="T13" fmla="*/ 1217 h 89"/>
                <a:gd name="T14" fmla="*/ 801 w 98"/>
                <a:gd name="T15" fmla="*/ 1056 h 89"/>
                <a:gd name="T16" fmla="*/ 484 w 98"/>
                <a:gd name="T17" fmla="*/ 691 h 89"/>
                <a:gd name="T18" fmla="*/ 37 w 98"/>
                <a:gd name="T19" fmla="*/ 29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89">
                  <a:moveTo>
                    <a:pt x="0" y="0"/>
                  </a:moveTo>
                  <a:cubicBezTo>
                    <a:pt x="10" y="12"/>
                    <a:pt x="9" y="25"/>
                    <a:pt x="11" y="40"/>
                  </a:cubicBezTo>
                  <a:cubicBezTo>
                    <a:pt x="14" y="53"/>
                    <a:pt x="12" y="69"/>
                    <a:pt x="25" y="74"/>
                  </a:cubicBezTo>
                  <a:cubicBezTo>
                    <a:pt x="30" y="76"/>
                    <a:pt x="35" y="78"/>
                    <a:pt x="40" y="81"/>
                  </a:cubicBezTo>
                  <a:cubicBezTo>
                    <a:pt x="43" y="83"/>
                    <a:pt x="50" y="88"/>
                    <a:pt x="53" y="88"/>
                  </a:cubicBezTo>
                  <a:cubicBezTo>
                    <a:pt x="59" y="89"/>
                    <a:pt x="64" y="85"/>
                    <a:pt x="69" y="84"/>
                  </a:cubicBezTo>
                  <a:cubicBezTo>
                    <a:pt x="78" y="82"/>
                    <a:pt x="89" y="81"/>
                    <a:pt x="98" y="83"/>
                  </a:cubicBezTo>
                  <a:cubicBezTo>
                    <a:pt x="88" y="77"/>
                    <a:pt x="77" y="76"/>
                    <a:pt x="66" y="72"/>
                  </a:cubicBezTo>
                  <a:cubicBezTo>
                    <a:pt x="56" y="67"/>
                    <a:pt x="47" y="56"/>
                    <a:pt x="40" y="47"/>
                  </a:cubicBezTo>
                  <a:cubicBezTo>
                    <a:pt x="29" y="32"/>
                    <a:pt x="11" y="19"/>
                    <a:pt x="3" y="2"/>
                  </a:cubicBezTo>
                </a:path>
              </a:pathLst>
            </a:custGeom>
            <a:solidFill>
              <a:srgbClr val="F4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7" name="Freeform 262">
              <a:extLst>
                <a:ext uri="{FF2B5EF4-FFF2-40B4-BE49-F238E27FC236}">
                  <a16:creationId xmlns:a16="http://schemas.microsoft.com/office/drawing/2014/main" id="{F5755E7A-FC82-4D56-9832-570D7D7F2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468"/>
              <a:ext cx="95" cy="152"/>
            </a:xfrm>
            <a:custGeom>
              <a:avLst/>
              <a:gdLst>
                <a:gd name="T0" fmla="*/ 0 w 41"/>
                <a:gd name="T1" fmla="*/ 29 h 62"/>
                <a:gd name="T2" fmla="*/ 510 w 41"/>
                <a:gd name="T3" fmla="*/ 914 h 62"/>
                <a:gd name="T4" fmla="*/ 171 w 41"/>
                <a:gd name="T5" fmla="*/ 324 h 62"/>
                <a:gd name="T6" fmla="*/ 0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0" y="2"/>
                  </a:moveTo>
                  <a:cubicBezTo>
                    <a:pt x="3" y="29"/>
                    <a:pt x="26" y="41"/>
                    <a:pt x="41" y="62"/>
                  </a:cubicBezTo>
                  <a:cubicBezTo>
                    <a:pt x="30" y="51"/>
                    <a:pt x="21" y="35"/>
                    <a:pt x="14" y="22"/>
                  </a:cubicBezTo>
                  <a:cubicBezTo>
                    <a:pt x="10" y="14"/>
                    <a:pt x="7" y="5"/>
                    <a:pt x="0" y="0"/>
                  </a:cubicBezTo>
                </a:path>
              </a:pathLst>
            </a:custGeom>
            <a:solidFill>
              <a:srgbClr val="F4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8" name="Freeform 263">
              <a:extLst>
                <a:ext uri="{FF2B5EF4-FFF2-40B4-BE49-F238E27FC236}">
                  <a16:creationId xmlns:a16="http://schemas.microsoft.com/office/drawing/2014/main" id="{17B17C4B-B845-4110-9C63-A55FC828F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441"/>
              <a:ext cx="197" cy="101"/>
            </a:xfrm>
            <a:custGeom>
              <a:avLst/>
              <a:gdLst>
                <a:gd name="T0" fmla="*/ 0 w 86"/>
                <a:gd name="T1" fmla="*/ 121 h 41"/>
                <a:gd name="T2" fmla="*/ 651 w 86"/>
                <a:gd name="T3" fmla="*/ 539 h 41"/>
                <a:gd name="T4" fmla="*/ 854 w 86"/>
                <a:gd name="T5" fmla="*/ 601 h 41"/>
                <a:gd name="T6" fmla="*/ 960 w 86"/>
                <a:gd name="T7" fmla="*/ 357 h 41"/>
                <a:gd name="T8" fmla="*/ 467 w 86"/>
                <a:gd name="T9" fmla="*/ 121 h 41"/>
                <a:gd name="T10" fmla="*/ 289 w 86"/>
                <a:gd name="T11" fmla="*/ 30 h 41"/>
                <a:gd name="T12" fmla="*/ 0 w 86"/>
                <a:gd name="T13" fmla="*/ 103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41">
                  <a:moveTo>
                    <a:pt x="0" y="8"/>
                  </a:moveTo>
                  <a:cubicBezTo>
                    <a:pt x="18" y="12"/>
                    <a:pt x="38" y="29"/>
                    <a:pt x="54" y="36"/>
                  </a:cubicBezTo>
                  <a:cubicBezTo>
                    <a:pt x="59" y="38"/>
                    <a:pt x="66" y="41"/>
                    <a:pt x="71" y="40"/>
                  </a:cubicBezTo>
                  <a:cubicBezTo>
                    <a:pt x="79" y="40"/>
                    <a:pt x="86" y="32"/>
                    <a:pt x="80" y="24"/>
                  </a:cubicBezTo>
                  <a:cubicBezTo>
                    <a:pt x="66" y="38"/>
                    <a:pt x="48" y="19"/>
                    <a:pt x="39" y="8"/>
                  </a:cubicBezTo>
                  <a:cubicBezTo>
                    <a:pt x="33" y="2"/>
                    <a:pt x="33" y="0"/>
                    <a:pt x="24" y="2"/>
                  </a:cubicBezTo>
                  <a:cubicBezTo>
                    <a:pt x="16" y="3"/>
                    <a:pt x="7" y="5"/>
                    <a:pt x="0" y="7"/>
                  </a:cubicBezTo>
                </a:path>
              </a:pathLst>
            </a:custGeom>
            <a:solidFill>
              <a:srgbClr val="F4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9" name="Freeform 264">
              <a:extLst>
                <a:ext uri="{FF2B5EF4-FFF2-40B4-BE49-F238E27FC236}">
                  <a16:creationId xmlns:a16="http://schemas.microsoft.com/office/drawing/2014/main" id="{C299474C-5A06-45B3-BCEB-B040A8A78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584"/>
              <a:ext cx="115" cy="181"/>
            </a:xfrm>
            <a:custGeom>
              <a:avLst/>
              <a:gdLst>
                <a:gd name="T0" fmla="*/ 0 w 50"/>
                <a:gd name="T1" fmla="*/ 545 h 74"/>
                <a:gd name="T2" fmla="*/ 402 w 50"/>
                <a:gd name="T3" fmla="*/ 939 h 74"/>
                <a:gd name="T4" fmla="*/ 570 w 50"/>
                <a:gd name="T5" fmla="*/ 1022 h 74"/>
                <a:gd name="T6" fmla="*/ 354 w 50"/>
                <a:gd name="T7" fmla="*/ 675 h 74"/>
                <a:gd name="T8" fmla="*/ 301 w 50"/>
                <a:gd name="T9" fmla="*/ 203 h 74"/>
                <a:gd name="T10" fmla="*/ 186 w 50"/>
                <a:gd name="T11" fmla="*/ 71 h 74"/>
                <a:gd name="T12" fmla="*/ 110 w 50"/>
                <a:gd name="T13" fmla="*/ 276 h 74"/>
                <a:gd name="T14" fmla="*/ 12 w 50"/>
                <a:gd name="T15" fmla="*/ 484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74">
                  <a:moveTo>
                    <a:pt x="0" y="37"/>
                  </a:moveTo>
                  <a:cubicBezTo>
                    <a:pt x="12" y="46"/>
                    <a:pt x="21" y="56"/>
                    <a:pt x="33" y="64"/>
                  </a:cubicBezTo>
                  <a:cubicBezTo>
                    <a:pt x="36" y="66"/>
                    <a:pt x="44" y="74"/>
                    <a:pt x="47" y="70"/>
                  </a:cubicBezTo>
                  <a:cubicBezTo>
                    <a:pt x="50" y="65"/>
                    <a:pt x="32" y="49"/>
                    <a:pt x="29" y="46"/>
                  </a:cubicBezTo>
                  <a:cubicBezTo>
                    <a:pt x="22" y="35"/>
                    <a:pt x="24" y="26"/>
                    <a:pt x="25" y="14"/>
                  </a:cubicBezTo>
                  <a:cubicBezTo>
                    <a:pt x="26" y="6"/>
                    <a:pt x="25" y="0"/>
                    <a:pt x="15" y="5"/>
                  </a:cubicBezTo>
                  <a:cubicBezTo>
                    <a:pt x="9" y="9"/>
                    <a:pt x="11" y="13"/>
                    <a:pt x="9" y="19"/>
                  </a:cubicBezTo>
                  <a:cubicBezTo>
                    <a:pt x="7" y="26"/>
                    <a:pt x="4" y="27"/>
                    <a:pt x="1" y="33"/>
                  </a:cubicBezTo>
                </a:path>
              </a:pathLst>
            </a:custGeom>
            <a:solidFill>
              <a:srgbClr val="F4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0" name="Freeform 265">
              <a:extLst>
                <a:ext uri="{FF2B5EF4-FFF2-40B4-BE49-F238E27FC236}">
                  <a16:creationId xmlns:a16="http://schemas.microsoft.com/office/drawing/2014/main" id="{4B7FE601-6733-46E5-992A-D5E1B524A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2809"/>
              <a:ext cx="64" cy="189"/>
            </a:xfrm>
            <a:custGeom>
              <a:avLst/>
              <a:gdLst>
                <a:gd name="T0" fmla="*/ 110 w 28"/>
                <a:gd name="T1" fmla="*/ 0 h 77"/>
                <a:gd name="T2" fmla="*/ 57 w 28"/>
                <a:gd name="T3" fmla="*/ 579 h 77"/>
                <a:gd name="T4" fmla="*/ 73 w 28"/>
                <a:gd name="T5" fmla="*/ 1139 h 77"/>
                <a:gd name="T6" fmla="*/ 158 w 28"/>
                <a:gd name="T7" fmla="*/ 783 h 77"/>
                <a:gd name="T8" fmla="*/ 309 w 28"/>
                <a:gd name="T9" fmla="*/ 621 h 77"/>
                <a:gd name="T10" fmla="*/ 194 w 28"/>
                <a:gd name="T11" fmla="*/ 368 h 77"/>
                <a:gd name="T12" fmla="*/ 110 w 28"/>
                <a:gd name="T13" fmla="*/ 91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7">
                  <a:moveTo>
                    <a:pt x="9" y="0"/>
                  </a:moveTo>
                  <a:cubicBezTo>
                    <a:pt x="8" y="13"/>
                    <a:pt x="5" y="26"/>
                    <a:pt x="5" y="39"/>
                  </a:cubicBezTo>
                  <a:cubicBezTo>
                    <a:pt x="5" y="47"/>
                    <a:pt x="0" y="72"/>
                    <a:pt x="6" y="77"/>
                  </a:cubicBezTo>
                  <a:cubicBezTo>
                    <a:pt x="12" y="70"/>
                    <a:pt x="9" y="61"/>
                    <a:pt x="13" y="53"/>
                  </a:cubicBezTo>
                  <a:cubicBezTo>
                    <a:pt x="15" y="49"/>
                    <a:pt x="25" y="45"/>
                    <a:pt x="26" y="42"/>
                  </a:cubicBezTo>
                  <a:cubicBezTo>
                    <a:pt x="28" y="37"/>
                    <a:pt x="19" y="30"/>
                    <a:pt x="16" y="25"/>
                  </a:cubicBezTo>
                  <a:cubicBezTo>
                    <a:pt x="13" y="19"/>
                    <a:pt x="14" y="11"/>
                    <a:pt x="9" y="6"/>
                  </a:cubicBezTo>
                </a:path>
              </a:pathLst>
            </a:custGeom>
            <a:solidFill>
              <a:srgbClr val="F4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1" name="Freeform 266">
              <a:extLst>
                <a:ext uri="{FF2B5EF4-FFF2-40B4-BE49-F238E27FC236}">
                  <a16:creationId xmlns:a16="http://schemas.microsoft.com/office/drawing/2014/main" id="{7E43757B-F196-4547-8506-F4315FD58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905"/>
              <a:ext cx="44" cy="66"/>
            </a:xfrm>
            <a:custGeom>
              <a:avLst/>
              <a:gdLst>
                <a:gd name="T0" fmla="*/ 0 w 19"/>
                <a:gd name="T1" fmla="*/ 42 h 27"/>
                <a:gd name="T2" fmla="*/ 236 w 19"/>
                <a:gd name="T3" fmla="*/ 394 h 27"/>
                <a:gd name="T4" fmla="*/ 49 w 19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7">
                  <a:moveTo>
                    <a:pt x="0" y="3"/>
                  </a:moveTo>
                  <a:cubicBezTo>
                    <a:pt x="2" y="13"/>
                    <a:pt x="10" y="26"/>
                    <a:pt x="19" y="27"/>
                  </a:cubicBezTo>
                  <a:cubicBezTo>
                    <a:pt x="18" y="21"/>
                    <a:pt x="2" y="3"/>
                    <a:pt x="4" y="0"/>
                  </a:cubicBezTo>
                </a:path>
              </a:pathLst>
            </a:custGeom>
            <a:solidFill>
              <a:srgbClr val="F4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2" name="Freeform 267">
              <a:extLst>
                <a:ext uri="{FF2B5EF4-FFF2-40B4-BE49-F238E27FC236}">
                  <a16:creationId xmlns:a16="http://schemas.microsoft.com/office/drawing/2014/main" id="{54709DCA-9BDF-45A0-BCAB-E3C3E5D0D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490"/>
              <a:ext cx="46" cy="89"/>
            </a:xfrm>
            <a:custGeom>
              <a:avLst/>
              <a:gdLst>
                <a:gd name="T0" fmla="*/ 0 w 20"/>
                <a:gd name="T1" fmla="*/ 0 h 36"/>
                <a:gd name="T2" fmla="*/ 244 w 20"/>
                <a:gd name="T3" fmla="*/ 544 h 36"/>
                <a:gd name="T4" fmla="*/ 37 w 20"/>
                <a:gd name="T5" fmla="*/ 12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6">
                  <a:moveTo>
                    <a:pt x="0" y="0"/>
                  </a:moveTo>
                  <a:cubicBezTo>
                    <a:pt x="1" y="17"/>
                    <a:pt x="5" y="29"/>
                    <a:pt x="20" y="36"/>
                  </a:cubicBezTo>
                  <a:cubicBezTo>
                    <a:pt x="9" y="26"/>
                    <a:pt x="6" y="15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3" name="Freeform 268">
              <a:extLst>
                <a:ext uri="{FF2B5EF4-FFF2-40B4-BE49-F238E27FC236}">
                  <a16:creationId xmlns:a16="http://schemas.microsoft.com/office/drawing/2014/main" id="{D91D79EB-0883-4B26-80C5-C67ACA14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598"/>
              <a:ext cx="39" cy="125"/>
            </a:xfrm>
            <a:custGeom>
              <a:avLst/>
              <a:gdLst>
                <a:gd name="T0" fmla="*/ 57 w 17"/>
                <a:gd name="T1" fmla="*/ 0 h 51"/>
                <a:gd name="T2" fmla="*/ 57 w 17"/>
                <a:gd name="T3" fmla="*/ 750 h 51"/>
                <a:gd name="T4" fmla="*/ 94 w 17"/>
                <a:gd name="T5" fmla="*/ 1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1">
                  <a:moveTo>
                    <a:pt x="5" y="0"/>
                  </a:moveTo>
                  <a:cubicBezTo>
                    <a:pt x="5" y="16"/>
                    <a:pt x="0" y="37"/>
                    <a:pt x="5" y="51"/>
                  </a:cubicBezTo>
                  <a:cubicBezTo>
                    <a:pt x="17" y="37"/>
                    <a:pt x="2" y="15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4" name="Freeform 269">
              <a:extLst>
                <a:ext uri="{FF2B5EF4-FFF2-40B4-BE49-F238E27FC236}">
                  <a16:creationId xmlns:a16="http://schemas.microsoft.com/office/drawing/2014/main" id="{1581F997-D363-45F2-90F9-429ECFC25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866"/>
              <a:ext cx="16" cy="78"/>
            </a:xfrm>
            <a:custGeom>
              <a:avLst/>
              <a:gdLst>
                <a:gd name="T0" fmla="*/ 57 w 7"/>
                <a:gd name="T1" fmla="*/ 0 h 32"/>
                <a:gd name="T2" fmla="*/ 37 w 7"/>
                <a:gd name="T3" fmla="*/ 463 h 32"/>
                <a:gd name="T4" fmla="*/ 85 w 7"/>
                <a:gd name="T5" fmla="*/ 16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5" y="0"/>
                  </a:moveTo>
                  <a:cubicBezTo>
                    <a:pt x="2" y="9"/>
                    <a:pt x="0" y="23"/>
                    <a:pt x="3" y="32"/>
                  </a:cubicBezTo>
                  <a:cubicBezTo>
                    <a:pt x="2" y="25"/>
                    <a:pt x="3" y="17"/>
                    <a:pt x="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5" name="Freeform 270">
              <a:extLst>
                <a:ext uri="{FF2B5EF4-FFF2-40B4-BE49-F238E27FC236}">
                  <a16:creationId xmlns:a16="http://schemas.microsoft.com/office/drawing/2014/main" id="{059FDD27-B208-4264-9D76-0829FD499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630"/>
              <a:ext cx="34" cy="66"/>
            </a:xfrm>
            <a:custGeom>
              <a:avLst/>
              <a:gdLst>
                <a:gd name="T0" fmla="*/ 82 w 15"/>
                <a:gd name="T1" fmla="*/ 0 h 27"/>
                <a:gd name="T2" fmla="*/ 11 w 15"/>
                <a:gd name="T3" fmla="*/ 220 h 27"/>
                <a:gd name="T4" fmla="*/ 175 w 15"/>
                <a:gd name="T5" fmla="*/ 394 h 27"/>
                <a:gd name="T6" fmla="*/ 93 w 15"/>
                <a:gd name="T7" fmla="*/ 7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7">
                  <a:moveTo>
                    <a:pt x="7" y="0"/>
                  </a:moveTo>
                  <a:cubicBezTo>
                    <a:pt x="6" y="3"/>
                    <a:pt x="0" y="11"/>
                    <a:pt x="1" y="15"/>
                  </a:cubicBezTo>
                  <a:cubicBezTo>
                    <a:pt x="2" y="21"/>
                    <a:pt x="10" y="23"/>
                    <a:pt x="15" y="27"/>
                  </a:cubicBezTo>
                  <a:cubicBezTo>
                    <a:pt x="6" y="25"/>
                    <a:pt x="4" y="12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6" name="Freeform 271">
              <a:extLst>
                <a:ext uri="{FF2B5EF4-FFF2-40B4-BE49-F238E27FC236}">
                  <a16:creationId xmlns:a16="http://schemas.microsoft.com/office/drawing/2014/main" id="{212EC969-C01C-4556-8F63-8420036B4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466"/>
              <a:ext cx="60" cy="34"/>
            </a:xfrm>
            <a:custGeom>
              <a:avLst/>
              <a:gdLst>
                <a:gd name="T0" fmla="*/ 0 w 26"/>
                <a:gd name="T1" fmla="*/ 0 h 14"/>
                <a:gd name="T2" fmla="*/ 318 w 26"/>
                <a:gd name="T3" fmla="*/ 20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4">
                  <a:moveTo>
                    <a:pt x="0" y="0"/>
                  </a:moveTo>
                  <a:cubicBezTo>
                    <a:pt x="14" y="1"/>
                    <a:pt x="17" y="5"/>
                    <a:pt x="2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7" name="Freeform 272">
              <a:extLst>
                <a:ext uri="{FF2B5EF4-FFF2-40B4-BE49-F238E27FC236}">
                  <a16:creationId xmlns:a16="http://schemas.microsoft.com/office/drawing/2014/main" id="{7BE4FD5A-FAE3-42CF-AEFD-439DE3882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2508"/>
              <a:ext cx="18" cy="41"/>
            </a:xfrm>
            <a:custGeom>
              <a:avLst/>
              <a:gdLst>
                <a:gd name="T0" fmla="*/ 0 w 8"/>
                <a:gd name="T1" fmla="*/ 0 h 17"/>
                <a:gd name="T2" fmla="*/ 92 w 8"/>
                <a:gd name="T3" fmla="*/ 23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0" y="0"/>
                  </a:moveTo>
                  <a:cubicBezTo>
                    <a:pt x="0" y="7"/>
                    <a:pt x="7" y="11"/>
                    <a:pt x="8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8" name="Freeform 273">
              <a:extLst>
                <a:ext uri="{FF2B5EF4-FFF2-40B4-BE49-F238E27FC236}">
                  <a16:creationId xmlns:a16="http://schemas.microsoft.com/office/drawing/2014/main" id="{F8A3FFAE-21BF-42F1-8CA8-F00B5FA23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2191"/>
              <a:ext cx="51" cy="39"/>
            </a:xfrm>
            <a:custGeom>
              <a:avLst/>
              <a:gdLst>
                <a:gd name="T0" fmla="*/ 0 w 22"/>
                <a:gd name="T1" fmla="*/ 144 h 16"/>
                <a:gd name="T2" fmla="*/ 274 w 22"/>
                <a:gd name="T3" fmla="*/ 232 h 16"/>
                <a:gd name="T4" fmla="*/ 37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10"/>
                  </a:moveTo>
                  <a:cubicBezTo>
                    <a:pt x="7" y="10"/>
                    <a:pt x="15" y="12"/>
                    <a:pt x="22" y="16"/>
                  </a:cubicBezTo>
                  <a:cubicBezTo>
                    <a:pt x="20" y="6"/>
                    <a:pt x="10" y="5"/>
                    <a:pt x="3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9" name="Freeform 274">
              <a:extLst>
                <a:ext uri="{FF2B5EF4-FFF2-40B4-BE49-F238E27FC236}">
                  <a16:creationId xmlns:a16="http://schemas.microsoft.com/office/drawing/2014/main" id="{700B1DD3-952F-4E4E-8239-3EE9292DF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154"/>
              <a:ext cx="56" cy="32"/>
            </a:xfrm>
            <a:custGeom>
              <a:avLst/>
              <a:gdLst>
                <a:gd name="T0" fmla="*/ 65 w 24"/>
                <a:gd name="T1" fmla="*/ 30 h 13"/>
                <a:gd name="T2" fmla="*/ 306 w 24"/>
                <a:gd name="T3" fmla="*/ 182 h 13"/>
                <a:gd name="T4" fmla="*/ 0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5" y="2"/>
                  </a:moveTo>
                  <a:cubicBezTo>
                    <a:pt x="9" y="7"/>
                    <a:pt x="17" y="13"/>
                    <a:pt x="24" y="12"/>
                  </a:cubicBezTo>
                  <a:cubicBezTo>
                    <a:pt x="17" y="7"/>
                    <a:pt x="9" y="1"/>
                    <a:pt x="0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0" name="Freeform 275">
              <a:extLst>
                <a:ext uri="{FF2B5EF4-FFF2-40B4-BE49-F238E27FC236}">
                  <a16:creationId xmlns:a16="http://schemas.microsoft.com/office/drawing/2014/main" id="{A5117DCA-FB9F-444A-812D-7A2160378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115"/>
              <a:ext cx="46" cy="30"/>
            </a:xfrm>
            <a:custGeom>
              <a:avLst/>
              <a:gdLst>
                <a:gd name="T0" fmla="*/ 0 w 20"/>
                <a:gd name="T1" fmla="*/ 63 h 12"/>
                <a:gd name="T2" fmla="*/ 244 w 20"/>
                <a:gd name="T3" fmla="*/ 50 h 12"/>
                <a:gd name="T4" fmla="*/ 12 w 20"/>
                <a:gd name="T5" fmla="*/ 8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0" y="4"/>
                  </a:moveTo>
                  <a:cubicBezTo>
                    <a:pt x="3" y="12"/>
                    <a:pt x="14" y="5"/>
                    <a:pt x="20" y="3"/>
                  </a:cubicBezTo>
                  <a:cubicBezTo>
                    <a:pt x="13" y="0"/>
                    <a:pt x="8" y="1"/>
                    <a:pt x="1" y="5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1" name="Freeform 276">
              <a:extLst>
                <a:ext uri="{FF2B5EF4-FFF2-40B4-BE49-F238E27FC236}">
                  <a16:creationId xmlns:a16="http://schemas.microsoft.com/office/drawing/2014/main" id="{D9676F18-0E5F-49D9-8DB7-49425C2E8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277"/>
              <a:ext cx="34" cy="56"/>
            </a:xfrm>
            <a:custGeom>
              <a:avLst/>
              <a:gdLst>
                <a:gd name="T0" fmla="*/ 0 w 15"/>
                <a:gd name="T1" fmla="*/ 243 h 23"/>
                <a:gd name="T2" fmla="*/ 25 w 15"/>
                <a:gd name="T3" fmla="*/ 331 h 23"/>
                <a:gd name="T4" fmla="*/ 36 w 15"/>
                <a:gd name="T5" fmla="*/ 261 h 23"/>
                <a:gd name="T6" fmla="*/ 102 w 15"/>
                <a:gd name="T7" fmla="*/ 161 h 23"/>
                <a:gd name="T8" fmla="*/ 165 w 15"/>
                <a:gd name="T9" fmla="*/ 0 h 23"/>
                <a:gd name="T10" fmla="*/ 36 w 15"/>
                <a:gd name="T11" fmla="*/ 19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3">
                  <a:moveTo>
                    <a:pt x="0" y="17"/>
                  </a:moveTo>
                  <a:cubicBezTo>
                    <a:pt x="1" y="20"/>
                    <a:pt x="1" y="22"/>
                    <a:pt x="2" y="23"/>
                  </a:cubicBezTo>
                  <a:cubicBezTo>
                    <a:pt x="3" y="21"/>
                    <a:pt x="3" y="20"/>
                    <a:pt x="3" y="18"/>
                  </a:cubicBezTo>
                  <a:cubicBezTo>
                    <a:pt x="5" y="15"/>
                    <a:pt x="7" y="13"/>
                    <a:pt x="9" y="11"/>
                  </a:cubicBezTo>
                  <a:cubicBezTo>
                    <a:pt x="11" y="8"/>
                    <a:pt x="15" y="4"/>
                    <a:pt x="14" y="0"/>
                  </a:cubicBezTo>
                  <a:cubicBezTo>
                    <a:pt x="9" y="2"/>
                    <a:pt x="4" y="9"/>
                    <a:pt x="3" y="13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2" name="Freeform 277">
              <a:extLst>
                <a:ext uri="{FF2B5EF4-FFF2-40B4-BE49-F238E27FC236}">
                  <a16:creationId xmlns:a16="http://schemas.microsoft.com/office/drawing/2014/main" id="{C70D0FA5-C0C1-4AF5-B047-338D53C41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174"/>
              <a:ext cx="42" cy="42"/>
            </a:xfrm>
            <a:custGeom>
              <a:avLst/>
              <a:gdLst>
                <a:gd name="T0" fmla="*/ 0 w 18"/>
                <a:gd name="T1" fmla="*/ 195 h 17"/>
                <a:gd name="T2" fmla="*/ 37 w 18"/>
                <a:gd name="T3" fmla="*/ 257 h 17"/>
                <a:gd name="T4" fmla="*/ 229 w 18"/>
                <a:gd name="T5" fmla="*/ 12 h 17"/>
                <a:gd name="T6" fmla="*/ 152 w 18"/>
                <a:gd name="T7" fmla="*/ 4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0" y="13"/>
                  </a:moveTo>
                  <a:cubicBezTo>
                    <a:pt x="1" y="14"/>
                    <a:pt x="2" y="16"/>
                    <a:pt x="3" y="17"/>
                  </a:cubicBezTo>
                  <a:cubicBezTo>
                    <a:pt x="4" y="9"/>
                    <a:pt x="18" y="7"/>
                    <a:pt x="18" y="1"/>
                  </a:cubicBezTo>
                  <a:cubicBezTo>
                    <a:pt x="16" y="0"/>
                    <a:pt x="13" y="1"/>
                    <a:pt x="12" y="3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3" name="Freeform 278">
              <a:extLst>
                <a:ext uri="{FF2B5EF4-FFF2-40B4-BE49-F238E27FC236}">
                  <a16:creationId xmlns:a16="http://schemas.microsoft.com/office/drawing/2014/main" id="{C2308F64-A62E-47CE-BD37-0C0799065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235"/>
              <a:ext cx="11" cy="25"/>
            </a:xfrm>
            <a:custGeom>
              <a:avLst/>
              <a:gdLst>
                <a:gd name="T0" fmla="*/ 0 w 5"/>
                <a:gd name="T1" fmla="*/ 158 h 10"/>
                <a:gd name="T2" fmla="*/ 53 w 5"/>
                <a:gd name="T3" fmla="*/ 63 h 10"/>
                <a:gd name="T4" fmla="*/ 0 w 5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0" y="10"/>
                  </a:moveTo>
                  <a:cubicBezTo>
                    <a:pt x="1" y="7"/>
                    <a:pt x="5" y="6"/>
                    <a:pt x="5" y="4"/>
                  </a:cubicBezTo>
                  <a:cubicBezTo>
                    <a:pt x="5" y="2"/>
                    <a:pt x="1" y="0"/>
                    <a:pt x="0" y="1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4" name="Freeform 279">
              <a:extLst>
                <a:ext uri="{FF2B5EF4-FFF2-40B4-BE49-F238E27FC236}">
                  <a16:creationId xmlns:a16="http://schemas.microsoft.com/office/drawing/2014/main" id="{62C986CD-DFDD-49C8-AAB5-236866608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373"/>
              <a:ext cx="23" cy="51"/>
            </a:xfrm>
            <a:custGeom>
              <a:avLst/>
              <a:gdLst>
                <a:gd name="T0" fmla="*/ 110 w 10"/>
                <a:gd name="T1" fmla="*/ 0 h 21"/>
                <a:gd name="T2" fmla="*/ 0 w 10"/>
                <a:gd name="T3" fmla="*/ 301 h 21"/>
                <a:gd name="T4" fmla="*/ 12 w 10"/>
                <a:gd name="T5" fmla="*/ 301 h 21"/>
                <a:gd name="T6" fmla="*/ 64 w 10"/>
                <a:gd name="T7" fmla="*/ 202 h 21"/>
                <a:gd name="T8" fmla="*/ 122 w 10"/>
                <a:gd name="T9" fmla="*/ 1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1">
                  <a:moveTo>
                    <a:pt x="9" y="0"/>
                  </a:moveTo>
                  <a:cubicBezTo>
                    <a:pt x="3" y="3"/>
                    <a:pt x="0" y="15"/>
                    <a:pt x="0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2" y="19"/>
                    <a:pt x="4" y="17"/>
                    <a:pt x="5" y="14"/>
                  </a:cubicBezTo>
                  <a:cubicBezTo>
                    <a:pt x="7" y="10"/>
                    <a:pt x="7" y="5"/>
                    <a:pt x="10" y="1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5" name="Freeform 280">
              <a:extLst>
                <a:ext uri="{FF2B5EF4-FFF2-40B4-BE49-F238E27FC236}">
                  <a16:creationId xmlns:a16="http://schemas.microsoft.com/office/drawing/2014/main" id="{50A3AF71-9139-496E-82FE-B6E58E0EE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483"/>
              <a:ext cx="16" cy="49"/>
            </a:xfrm>
            <a:custGeom>
              <a:avLst/>
              <a:gdLst>
                <a:gd name="T0" fmla="*/ 57 w 7"/>
                <a:gd name="T1" fmla="*/ 12 h 20"/>
                <a:gd name="T2" fmla="*/ 85 w 7"/>
                <a:gd name="T3" fmla="*/ 294 h 20"/>
                <a:gd name="T4" fmla="*/ 85 w 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5" y="1"/>
                  </a:moveTo>
                  <a:cubicBezTo>
                    <a:pt x="3" y="7"/>
                    <a:pt x="0" y="18"/>
                    <a:pt x="7" y="20"/>
                  </a:cubicBezTo>
                  <a:cubicBezTo>
                    <a:pt x="6" y="15"/>
                    <a:pt x="5" y="5"/>
                    <a:pt x="7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6" name="Freeform 281">
              <a:extLst>
                <a:ext uri="{FF2B5EF4-FFF2-40B4-BE49-F238E27FC236}">
                  <a16:creationId xmlns:a16="http://schemas.microsoft.com/office/drawing/2014/main" id="{D62E6168-9284-4953-B28C-B15B9E12E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093"/>
              <a:ext cx="49" cy="20"/>
            </a:xfrm>
            <a:custGeom>
              <a:avLst/>
              <a:gdLst>
                <a:gd name="T0" fmla="*/ 0 w 21"/>
                <a:gd name="T1" fmla="*/ 63 h 8"/>
                <a:gd name="T2" fmla="*/ 49 w 21"/>
                <a:gd name="T3" fmla="*/ 125 h 8"/>
                <a:gd name="T4" fmla="*/ 266 w 21"/>
                <a:gd name="T5" fmla="*/ 33 h 8"/>
                <a:gd name="T6" fmla="*/ 49 w 21"/>
                <a:gd name="T7" fmla="*/ 5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8">
                  <a:moveTo>
                    <a:pt x="0" y="4"/>
                  </a:moveTo>
                  <a:cubicBezTo>
                    <a:pt x="2" y="6"/>
                    <a:pt x="3" y="7"/>
                    <a:pt x="4" y="8"/>
                  </a:cubicBezTo>
                  <a:cubicBezTo>
                    <a:pt x="8" y="3"/>
                    <a:pt x="16" y="3"/>
                    <a:pt x="21" y="2"/>
                  </a:cubicBezTo>
                  <a:cubicBezTo>
                    <a:pt x="16" y="0"/>
                    <a:pt x="8" y="0"/>
                    <a:pt x="4" y="3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7" name="Freeform 282">
              <a:extLst>
                <a:ext uri="{FF2B5EF4-FFF2-40B4-BE49-F238E27FC236}">
                  <a16:creationId xmlns:a16="http://schemas.microsoft.com/office/drawing/2014/main" id="{A52EA918-1DCB-4125-87D9-5629CFCEA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093"/>
              <a:ext cx="44" cy="15"/>
            </a:xfrm>
            <a:custGeom>
              <a:avLst/>
              <a:gdLst>
                <a:gd name="T0" fmla="*/ 0 w 19"/>
                <a:gd name="T1" fmla="*/ 20 h 6"/>
                <a:gd name="T2" fmla="*/ 28 w 19"/>
                <a:gd name="T3" fmla="*/ 95 h 6"/>
                <a:gd name="T4" fmla="*/ 236 w 19"/>
                <a:gd name="T5" fmla="*/ 63 h 6"/>
                <a:gd name="T6" fmla="*/ 12 w 19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">
                  <a:moveTo>
                    <a:pt x="0" y="1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5" y="2"/>
                    <a:pt x="13" y="4"/>
                    <a:pt x="19" y="4"/>
                  </a:cubicBezTo>
                  <a:cubicBezTo>
                    <a:pt x="14" y="2"/>
                    <a:pt x="6" y="0"/>
                    <a:pt x="1" y="1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8" name="Freeform 283">
              <a:extLst>
                <a:ext uri="{FF2B5EF4-FFF2-40B4-BE49-F238E27FC236}">
                  <a16:creationId xmlns:a16="http://schemas.microsoft.com/office/drawing/2014/main" id="{6BD7D87D-E6E5-40D1-97A2-3927177B2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103"/>
              <a:ext cx="32" cy="20"/>
            </a:xfrm>
            <a:custGeom>
              <a:avLst/>
              <a:gdLst>
                <a:gd name="T0" fmla="*/ 11 w 14"/>
                <a:gd name="T1" fmla="*/ 20 h 8"/>
                <a:gd name="T2" fmla="*/ 48 w 14"/>
                <a:gd name="T3" fmla="*/ 125 h 8"/>
                <a:gd name="T4" fmla="*/ 167 w 14"/>
                <a:gd name="T5" fmla="*/ 83 h 8"/>
                <a:gd name="T6" fmla="*/ 0 w 1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1" y="1"/>
                  </a:moveTo>
                  <a:cubicBezTo>
                    <a:pt x="1" y="4"/>
                    <a:pt x="1" y="7"/>
                    <a:pt x="4" y="8"/>
                  </a:cubicBezTo>
                  <a:cubicBezTo>
                    <a:pt x="4" y="2"/>
                    <a:pt x="10" y="5"/>
                    <a:pt x="14" y="5"/>
                  </a:cubicBezTo>
                  <a:cubicBezTo>
                    <a:pt x="10" y="2"/>
                    <a:pt x="5" y="1"/>
                    <a:pt x="0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9" name="Freeform 284">
              <a:extLst>
                <a:ext uri="{FF2B5EF4-FFF2-40B4-BE49-F238E27FC236}">
                  <a16:creationId xmlns:a16="http://schemas.microsoft.com/office/drawing/2014/main" id="{F0E0C84C-FE18-4D7D-81D3-5ACB626B2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035"/>
              <a:ext cx="198" cy="610"/>
            </a:xfrm>
            <a:custGeom>
              <a:avLst/>
              <a:gdLst>
                <a:gd name="T0" fmla="*/ 0 w 86"/>
                <a:gd name="T1" fmla="*/ 414 h 249"/>
                <a:gd name="T2" fmla="*/ 573 w 86"/>
                <a:gd name="T3" fmla="*/ 985 h 249"/>
                <a:gd name="T4" fmla="*/ 843 w 86"/>
                <a:gd name="T5" fmla="*/ 2028 h 249"/>
                <a:gd name="T6" fmla="*/ 928 w 86"/>
                <a:gd name="T7" fmla="*/ 3204 h 249"/>
                <a:gd name="T8" fmla="*/ 965 w 86"/>
                <a:gd name="T9" fmla="*/ 3427 h 249"/>
                <a:gd name="T10" fmla="*/ 1022 w 86"/>
                <a:gd name="T11" fmla="*/ 3660 h 249"/>
                <a:gd name="T12" fmla="*/ 1013 w 86"/>
                <a:gd name="T13" fmla="*/ 3175 h 249"/>
                <a:gd name="T14" fmla="*/ 976 w 86"/>
                <a:gd name="T15" fmla="*/ 2472 h 249"/>
                <a:gd name="T16" fmla="*/ 939 w 86"/>
                <a:gd name="T17" fmla="*/ 1752 h 249"/>
                <a:gd name="T18" fmla="*/ 757 w 86"/>
                <a:gd name="T19" fmla="*/ 924 h 249"/>
                <a:gd name="T20" fmla="*/ 37 w 86"/>
                <a:gd name="T21" fmla="*/ 29 h 2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249">
                  <a:moveTo>
                    <a:pt x="0" y="28"/>
                  </a:moveTo>
                  <a:cubicBezTo>
                    <a:pt x="21" y="32"/>
                    <a:pt x="38" y="47"/>
                    <a:pt x="47" y="67"/>
                  </a:cubicBezTo>
                  <a:cubicBezTo>
                    <a:pt x="56" y="89"/>
                    <a:pt x="64" y="115"/>
                    <a:pt x="69" y="138"/>
                  </a:cubicBezTo>
                  <a:cubicBezTo>
                    <a:pt x="74" y="165"/>
                    <a:pt x="71" y="192"/>
                    <a:pt x="76" y="218"/>
                  </a:cubicBezTo>
                  <a:cubicBezTo>
                    <a:pt x="77" y="223"/>
                    <a:pt x="78" y="228"/>
                    <a:pt x="79" y="233"/>
                  </a:cubicBezTo>
                  <a:cubicBezTo>
                    <a:pt x="79" y="239"/>
                    <a:pt x="83" y="244"/>
                    <a:pt x="84" y="249"/>
                  </a:cubicBezTo>
                  <a:cubicBezTo>
                    <a:pt x="86" y="238"/>
                    <a:pt x="85" y="227"/>
                    <a:pt x="83" y="216"/>
                  </a:cubicBezTo>
                  <a:cubicBezTo>
                    <a:pt x="80" y="200"/>
                    <a:pt x="79" y="183"/>
                    <a:pt x="80" y="168"/>
                  </a:cubicBezTo>
                  <a:cubicBezTo>
                    <a:pt x="81" y="152"/>
                    <a:pt x="81" y="135"/>
                    <a:pt x="77" y="119"/>
                  </a:cubicBezTo>
                  <a:cubicBezTo>
                    <a:pt x="72" y="101"/>
                    <a:pt x="69" y="81"/>
                    <a:pt x="62" y="63"/>
                  </a:cubicBezTo>
                  <a:cubicBezTo>
                    <a:pt x="54" y="39"/>
                    <a:pt x="33" y="0"/>
                    <a:pt x="3" y="2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0" name="Freeform 285">
              <a:extLst>
                <a:ext uri="{FF2B5EF4-FFF2-40B4-BE49-F238E27FC236}">
                  <a16:creationId xmlns:a16="http://schemas.microsoft.com/office/drawing/2014/main" id="{DA5C07B2-93C4-4BFC-9ABA-EA4B113FA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3312"/>
              <a:ext cx="278" cy="247"/>
            </a:xfrm>
            <a:custGeom>
              <a:avLst/>
              <a:gdLst>
                <a:gd name="T0" fmla="*/ 207 w 121"/>
                <a:gd name="T1" fmla="*/ 717 h 101"/>
                <a:gd name="T2" fmla="*/ 680 w 121"/>
                <a:gd name="T3" fmla="*/ 1052 h 101"/>
                <a:gd name="T4" fmla="*/ 1066 w 121"/>
                <a:gd name="T5" fmla="*/ 1286 h 101"/>
                <a:gd name="T6" fmla="*/ 1395 w 121"/>
                <a:gd name="T7" fmla="*/ 1387 h 101"/>
                <a:gd name="T8" fmla="*/ 1468 w 121"/>
                <a:gd name="T9" fmla="*/ 910 h 101"/>
                <a:gd name="T10" fmla="*/ 1273 w 121"/>
                <a:gd name="T11" fmla="*/ 0 h 101"/>
                <a:gd name="T12" fmla="*/ 1346 w 121"/>
                <a:gd name="T13" fmla="*/ 819 h 101"/>
                <a:gd name="T14" fmla="*/ 1310 w 121"/>
                <a:gd name="T15" fmla="*/ 1213 h 101"/>
                <a:gd name="T16" fmla="*/ 1078 w 121"/>
                <a:gd name="T17" fmla="*/ 1142 h 101"/>
                <a:gd name="T18" fmla="*/ 0 w 121"/>
                <a:gd name="T19" fmla="*/ 484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101">
                  <a:moveTo>
                    <a:pt x="17" y="49"/>
                  </a:moveTo>
                  <a:cubicBezTo>
                    <a:pt x="27" y="49"/>
                    <a:pt x="48" y="67"/>
                    <a:pt x="56" y="72"/>
                  </a:cubicBezTo>
                  <a:cubicBezTo>
                    <a:pt x="67" y="78"/>
                    <a:pt x="77" y="83"/>
                    <a:pt x="88" y="88"/>
                  </a:cubicBezTo>
                  <a:cubicBezTo>
                    <a:pt x="95" y="91"/>
                    <a:pt x="109" y="101"/>
                    <a:pt x="115" y="95"/>
                  </a:cubicBezTo>
                  <a:cubicBezTo>
                    <a:pt x="121" y="88"/>
                    <a:pt x="121" y="72"/>
                    <a:pt x="121" y="62"/>
                  </a:cubicBezTo>
                  <a:cubicBezTo>
                    <a:pt x="120" y="41"/>
                    <a:pt x="113" y="20"/>
                    <a:pt x="105" y="0"/>
                  </a:cubicBezTo>
                  <a:cubicBezTo>
                    <a:pt x="108" y="20"/>
                    <a:pt x="112" y="37"/>
                    <a:pt x="111" y="56"/>
                  </a:cubicBezTo>
                  <a:cubicBezTo>
                    <a:pt x="111" y="61"/>
                    <a:pt x="114" y="79"/>
                    <a:pt x="108" y="83"/>
                  </a:cubicBezTo>
                  <a:cubicBezTo>
                    <a:pt x="103" y="87"/>
                    <a:pt x="94" y="81"/>
                    <a:pt x="89" y="78"/>
                  </a:cubicBezTo>
                  <a:cubicBezTo>
                    <a:pt x="61" y="61"/>
                    <a:pt x="25" y="59"/>
                    <a:pt x="0" y="33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1" name="Freeform 286">
              <a:extLst>
                <a:ext uri="{FF2B5EF4-FFF2-40B4-BE49-F238E27FC236}">
                  <a16:creationId xmlns:a16="http://schemas.microsoft.com/office/drawing/2014/main" id="{981EB397-C430-4089-A81D-A43979BF4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932"/>
              <a:ext cx="195" cy="179"/>
            </a:xfrm>
            <a:custGeom>
              <a:avLst/>
              <a:gdLst>
                <a:gd name="T0" fmla="*/ 289 w 85"/>
                <a:gd name="T1" fmla="*/ 0 h 73"/>
                <a:gd name="T2" fmla="*/ 496 w 85"/>
                <a:gd name="T3" fmla="*/ 620 h 73"/>
                <a:gd name="T4" fmla="*/ 858 w 85"/>
                <a:gd name="T5" fmla="*/ 883 h 73"/>
                <a:gd name="T6" fmla="*/ 1025 w 85"/>
                <a:gd name="T7" fmla="*/ 1076 h 73"/>
                <a:gd name="T8" fmla="*/ 468 w 85"/>
                <a:gd name="T9" fmla="*/ 691 h 73"/>
                <a:gd name="T10" fmla="*/ 0 w 85"/>
                <a:gd name="T11" fmla="*/ 132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3">
                  <a:moveTo>
                    <a:pt x="24" y="0"/>
                  </a:moveTo>
                  <a:cubicBezTo>
                    <a:pt x="10" y="15"/>
                    <a:pt x="27" y="35"/>
                    <a:pt x="41" y="42"/>
                  </a:cubicBezTo>
                  <a:cubicBezTo>
                    <a:pt x="51" y="48"/>
                    <a:pt x="63" y="52"/>
                    <a:pt x="71" y="60"/>
                  </a:cubicBezTo>
                  <a:cubicBezTo>
                    <a:pt x="76" y="65"/>
                    <a:pt x="78" y="70"/>
                    <a:pt x="85" y="73"/>
                  </a:cubicBezTo>
                  <a:cubicBezTo>
                    <a:pt x="70" y="63"/>
                    <a:pt x="53" y="57"/>
                    <a:pt x="39" y="47"/>
                  </a:cubicBezTo>
                  <a:cubicBezTo>
                    <a:pt x="28" y="39"/>
                    <a:pt x="5" y="22"/>
                    <a:pt x="0" y="9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2" name="Freeform 287">
              <a:extLst>
                <a:ext uri="{FF2B5EF4-FFF2-40B4-BE49-F238E27FC236}">
                  <a16:creationId xmlns:a16="http://schemas.microsoft.com/office/drawing/2014/main" id="{E4225003-1EEF-4E00-B1B2-31154D9D5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3157"/>
              <a:ext cx="163" cy="321"/>
            </a:xfrm>
            <a:custGeom>
              <a:avLst/>
              <a:gdLst>
                <a:gd name="T0" fmla="*/ 0 w 71"/>
                <a:gd name="T1" fmla="*/ 0 h 131"/>
                <a:gd name="T2" fmla="*/ 399 w 71"/>
                <a:gd name="T3" fmla="*/ 365 h 131"/>
                <a:gd name="T4" fmla="*/ 654 w 71"/>
                <a:gd name="T5" fmla="*/ 791 h 131"/>
                <a:gd name="T6" fmla="*/ 618 w 71"/>
                <a:gd name="T7" fmla="*/ 1208 h 131"/>
                <a:gd name="T8" fmla="*/ 581 w 71"/>
                <a:gd name="T9" fmla="*/ 1777 h 131"/>
                <a:gd name="T10" fmla="*/ 606 w 71"/>
                <a:gd name="T11" fmla="*/ 1928 h 131"/>
                <a:gd name="T12" fmla="*/ 643 w 71"/>
                <a:gd name="T13" fmla="*/ 1573 h 131"/>
                <a:gd name="T14" fmla="*/ 712 w 71"/>
                <a:gd name="T15" fmla="*/ 1176 h 131"/>
                <a:gd name="T16" fmla="*/ 849 w 71"/>
                <a:gd name="T17" fmla="*/ 517 h 131"/>
                <a:gd name="T18" fmla="*/ 521 w 71"/>
                <a:gd name="T19" fmla="*/ 323 h 131"/>
                <a:gd name="T20" fmla="*/ 25 w 71"/>
                <a:gd name="T21" fmla="*/ 12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1" h="131">
                  <a:moveTo>
                    <a:pt x="0" y="0"/>
                  </a:moveTo>
                  <a:cubicBezTo>
                    <a:pt x="11" y="4"/>
                    <a:pt x="25" y="16"/>
                    <a:pt x="33" y="25"/>
                  </a:cubicBezTo>
                  <a:cubicBezTo>
                    <a:pt x="42" y="32"/>
                    <a:pt x="52" y="42"/>
                    <a:pt x="54" y="54"/>
                  </a:cubicBezTo>
                  <a:cubicBezTo>
                    <a:pt x="56" y="63"/>
                    <a:pt x="52" y="73"/>
                    <a:pt x="51" y="82"/>
                  </a:cubicBezTo>
                  <a:cubicBezTo>
                    <a:pt x="49" y="94"/>
                    <a:pt x="52" y="110"/>
                    <a:pt x="48" y="121"/>
                  </a:cubicBezTo>
                  <a:cubicBezTo>
                    <a:pt x="51" y="123"/>
                    <a:pt x="50" y="127"/>
                    <a:pt x="50" y="131"/>
                  </a:cubicBezTo>
                  <a:cubicBezTo>
                    <a:pt x="49" y="125"/>
                    <a:pt x="53" y="114"/>
                    <a:pt x="53" y="107"/>
                  </a:cubicBezTo>
                  <a:cubicBezTo>
                    <a:pt x="54" y="98"/>
                    <a:pt x="56" y="89"/>
                    <a:pt x="59" y="80"/>
                  </a:cubicBezTo>
                  <a:cubicBezTo>
                    <a:pt x="62" y="67"/>
                    <a:pt x="71" y="49"/>
                    <a:pt x="70" y="35"/>
                  </a:cubicBezTo>
                  <a:cubicBezTo>
                    <a:pt x="62" y="35"/>
                    <a:pt x="50" y="25"/>
                    <a:pt x="43" y="22"/>
                  </a:cubicBezTo>
                  <a:cubicBezTo>
                    <a:pt x="30" y="15"/>
                    <a:pt x="16" y="4"/>
                    <a:pt x="2" y="1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3" name="Freeform 288">
              <a:extLst>
                <a:ext uri="{FF2B5EF4-FFF2-40B4-BE49-F238E27FC236}">
                  <a16:creationId xmlns:a16="http://schemas.microsoft.com/office/drawing/2014/main" id="{1B80AA27-0B1B-4759-B482-4E1EB67FC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782"/>
              <a:ext cx="181" cy="267"/>
            </a:xfrm>
            <a:custGeom>
              <a:avLst/>
              <a:gdLst>
                <a:gd name="T0" fmla="*/ 94 w 79"/>
                <a:gd name="T1" fmla="*/ 235 h 109"/>
                <a:gd name="T2" fmla="*/ 110 w 79"/>
                <a:gd name="T3" fmla="*/ 708 h 109"/>
                <a:gd name="T4" fmla="*/ 241 w 79"/>
                <a:gd name="T5" fmla="*/ 1014 h 109"/>
                <a:gd name="T6" fmla="*/ 951 w 79"/>
                <a:gd name="T7" fmla="*/ 1602 h 109"/>
                <a:gd name="T8" fmla="*/ 603 w 79"/>
                <a:gd name="T9" fmla="*/ 1205 h 109"/>
                <a:gd name="T10" fmla="*/ 289 w 79"/>
                <a:gd name="T11" fmla="*/ 882 h 109"/>
                <a:gd name="T12" fmla="*/ 231 w 79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09">
                  <a:moveTo>
                    <a:pt x="8" y="16"/>
                  </a:moveTo>
                  <a:cubicBezTo>
                    <a:pt x="8" y="27"/>
                    <a:pt x="6" y="36"/>
                    <a:pt x="9" y="48"/>
                  </a:cubicBezTo>
                  <a:cubicBezTo>
                    <a:pt x="11" y="55"/>
                    <a:pt x="16" y="64"/>
                    <a:pt x="20" y="69"/>
                  </a:cubicBezTo>
                  <a:cubicBezTo>
                    <a:pt x="35" y="86"/>
                    <a:pt x="59" y="98"/>
                    <a:pt x="79" y="109"/>
                  </a:cubicBezTo>
                  <a:cubicBezTo>
                    <a:pt x="69" y="100"/>
                    <a:pt x="61" y="89"/>
                    <a:pt x="50" y="82"/>
                  </a:cubicBezTo>
                  <a:cubicBezTo>
                    <a:pt x="41" y="76"/>
                    <a:pt x="30" y="71"/>
                    <a:pt x="24" y="60"/>
                  </a:cubicBezTo>
                  <a:cubicBezTo>
                    <a:pt x="17" y="50"/>
                    <a:pt x="0" y="5"/>
                    <a:pt x="19" y="0"/>
                  </a:cubicBezTo>
                </a:path>
              </a:pathLst>
            </a:custGeom>
            <a:solidFill>
              <a:srgbClr val="8F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4" name="Freeform 289">
              <a:extLst>
                <a:ext uri="{FF2B5EF4-FFF2-40B4-BE49-F238E27FC236}">
                  <a16:creationId xmlns:a16="http://schemas.microsoft.com/office/drawing/2014/main" id="{0BB98FB8-15B8-4106-A825-AF25DBC94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814"/>
              <a:ext cx="129" cy="167"/>
            </a:xfrm>
            <a:custGeom>
              <a:avLst/>
              <a:gdLst>
                <a:gd name="T0" fmla="*/ 0 w 56"/>
                <a:gd name="T1" fmla="*/ 0 h 68"/>
                <a:gd name="T2" fmla="*/ 217 w 56"/>
                <a:gd name="T3" fmla="*/ 282 h 68"/>
                <a:gd name="T4" fmla="*/ 346 w 56"/>
                <a:gd name="T5" fmla="*/ 609 h 68"/>
                <a:gd name="T6" fmla="*/ 684 w 56"/>
                <a:gd name="T7" fmla="*/ 1007 h 68"/>
                <a:gd name="T8" fmla="*/ 309 w 56"/>
                <a:gd name="T9" fmla="*/ 25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8">
                  <a:moveTo>
                    <a:pt x="0" y="0"/>
                  </a:moveTo>
                  <a:cubicBezTo>
                    <a:pt x="4" y="8"/>
                    <a:pt x="13" y="12"/>
                    <a:pt x="18" y="19"/>
                  </a:cubicBezTo>
                  <a:cubicBezTo>
                    <a:pt x="22" y="26"/>
                    <a:pt x="24" y="34"/>
                    <a:pt x="28" y="41"/>
                  </a:cubicBezTo>
                  <a:cubicBezTo>
                    <a:pt x="34" y="52"/>
                    <a:pt x="45" y="63"/>
                    <a:pt x="56" y="68"/>
                  </a:cubicBezTo>
                  <a:cubicBezTo>
                    <a:pt x="35" y="60"/>
                    <a:pt x="40" y="31"/>
                    <a:pt x="25" y="17"/>
                  </a:cubicBezTo>
                </a:path>
              </a:pathLst>
            </a:custGeom>
            <a:solidFill>
              <a:srgbClr val="8F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5" name="Freeform 290">
              <a:extLst>
                <a:ext uri="{FF2B5EF4-FFF2-40B4-BE49-F238E27FC236}">
                  <a16:creationId xmlns:a16="http://schemas.microsoft.com/office/drawing/2014/main" id="{BBE08E85-6A57-4485-B461-827FFE7AF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076"/>
              <a:ext cx="154" cy="255"/>
            </a:xfrm>
            <a:custGeom>
              <a:avLst/>
              <a:gdLst>
                <a:gd name="T0" fmla="*/ 94 w 67"/>
                <a:gd name="T1" fmla="*/ 191 h 104"/>
                <a:gd name="T2" fmla="*/ 195 w 67"/>
                <a:gd name="T3" fmla="*/ 782 h 104"/>
                <a:gd name="T4" fmla="*/ 667 w 67"/>
                <a:gd name="T5" fmla="*/ 1383 h 104"/>
                <a:gd name="T6" fmla="*/ 786 w 67"/>
                <a:gd name="T7" fmla="*/ 1412 h 104"/>
                <a:gd name="T8" fmla="*/ 582 w 67"/>
                <a:gd name="T9" fmla="*/ 902 h 104"/>
                <a:gd name="T10" fmla="*/ 159 w 67"/>
                <a:gd name="T11" fmla="*/ 15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04">
                  <a:moveTo>
                    <a:pt x="8" y="13"/>
                  </a:moveTo>
                  <a:cubicBezTo>
                    <a:pt x="0" y="29"/>
                    <a:pt x="3" y="40"/>
                    <a:pt x="16" y="53"/>
                  </a:cubicBezTo>
                  <a:cubicBezTo>
                    <a:pt x="29" y="67"/>
                    <a:pt x="41" y="81"/>
                    <a:pt x="55" y="94"/>
                  </a:cubicBezTo>
                  <a:cubicBezTo>
                    <a:pt x="59" y="99"/>
                    <a:pt x="62" y="104"/>
                    <a:pt x="65" y="96"/>
                  </a:cubicBezTo>
                  <a:cubicBezTo>
                    <a:pt x="67" y="89"/>
                    <a:pt x="51" y="68"/>
                    <a:pt x="48" y="61"/>
                  </a:cubicBezTo>
                  <a:cubicBezTo>
                    <a:pt x="43" y="49"/>
                    <a:pt x="35" y="0"/>
                    <a:pt x="13" y="10"/>
                  </a:cubicBezTo>
                </a:path>
              </a:pathLst>
            </a:custGeom>
            <a:solidFill>
              <a:srgbClr val="AF6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6" name="Freeform 291">
              <a:extLst>
                <a:ext uri="{FF2B5EF4-FFF2-40B4-BE49-F238E27FC236}">
                  <a16:creationId xmlns:a16="http://schemas.microsoft.com/office/drawing/2014/main" id="{8572271D-269D-416E-93B8-B13E18865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3145"/>
              <a:ext cx="196" cy="495"/>
            </a:xfrm>
            <a:custGeom>
              <a:avLst/>
              <a:gdLst>
                <a:gd name="T0" fmla="*/ 12 w 85"/>
                <a:gd name="T1" fmla="*/ 12 h 202"/>
                <a:gd name="T2" fmla="*/ 415 w 85"/>
                <a:gd name="T3" fmla="*/ 1808 h 202"/>
                <a:gd name="T4" fmla="*/ 415 w 85"/>
                <a:gd name="T5" fmla="*/ 2487 h 202"/>
                <a:gd name="T6" fmla="*/ 563 w 85"/>
                <a:gd name="T7" fmla="*/ 2737 h 202"/>
                <a:gd name="T8" fmla="*/ 786 w 85"/>
                <a:gd name="T9" fmla="*/ 2972 h 202"/>
                <a:gd name="T10" fmla="*/ 846 w 85"/>
                <a:gd name="T11" fmla="*/ 2649 h 202"/>
                <a:gd name="T12" fmla="*/ 945 w 85"/>
                <a:gd name="T13" fmla="*/ 2223 h 202"/>
                <a:gd name="T14" fmla="*/ 968 w 85"/>
                <a:gd name="T15" fmla="*/ 1897 h 202"/>
                <a:gd name="T16" fmla="*/ 749 w 85"/>
                <a:gd name="T17" fmla="*/ 1644 h 202"/>
                <a:gd name="T18" fmla="*/ 627 w 85"/>
                <a:gd name="T19" fmla="*/ 1105 h 202"/>
                <a:gd name="T20" fmla="*/ 309 w 85"/>
                <a:gd name="T21" fmla="*/ 444 h 202"/>
                <a:gd name="T22" fmla="*/ 122 w 85"/>
                <a:gd name="T23" fmla="*/ 174 h 202"/>
                <a:gd name="T24" fmla="*/ 0 w 85"/>
                <a:gd name="T25" fmla="*/ 0 h 2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202">
                  <a:moveTo>
                    <a:pt x="1" y="1"/>
                  </a:moveTo>
                  <a:cubicBezTo>
                    <a:pt x="21" y="40"/>
                    <a:pt x="39" y="79"/>
                    <a:pt x="34" y="123"/>
                  </a:cubicBezTo>
                  <a:cubicBezTo>
                    <a:pt x="33" y="138"/>
                    <a:pt x="30" y="154"/>
                    <a:pt x="34" y="169"/>
                  </a:cubicBezTo>
                  <a:cubicBezTo>
                    <a:pt x="37" y="177"/>
                    <a:pt x="40" y="181"/>
                    <a:pt x="46" y="186"/>
                  </a:cubicBezTo>
                  <a:cubicBezTo>
                    <a:pt x="50" y="189"/>
                    <a:pt x="60" y="202"/>
                    <a:pt x="64" y="202"/>
                  </a:cubicBezTo>
                  <a:cubicBezTo>
                    <a:pt x="72" y="202"/>
                    <a:pt x="68" y="185"/>
                    <a:pt x="69" y="180"/>
                  </a:cubicBezTo>
                  <a:cubicBezTo>
                    <a:pt x="71" y="170"/>
                    <a:pt x="74" y="161"/>
                    <a:pt x="77" y="151"/>
                  </a:cubicBezTo>
                  <a:cubicBezTo>
                    <a:pt x="80" y="145"/>
                    <a:pt x="85" y="136"/>
                    <a:pt x="79" y="129"/>
                  </a:cubicBezTo>
                  <a:cubicBezTo>
                    <a:pt x="74" y="123"/>
                    <a:pt x="66" y="120"/>
                    <a:pt x="61" y="112"/>
                  </a:cubicBezTo>
                  <a:cubicBezTo>
                    <a:pt x="53" y="100"/>
                    <a:pt x="56" y="88"/>
                    <a:pt x="51" y="75"/>
                  </a:cubicBezTo>
                  <a:cubicBezTo>
                    <a:pt x="46" y="58"/>
                    <a:pt x="35" y="44"/>
                    <a:pt x="25" y="30"/>
                  </a:cubicBezTo>
                  <a:cubicBezTo>
                    <a:pt x="21" y="23"/>
                    <a:pt x="15" y="18"/>
                    <a:pt x="10" y="12"/>
                  </a:cubicBezTo>
                  <a:cubicBezTo>
                    <a:pt x="7" y="8"/>
                    <a:pt x="4" y="3"/>
                    <a:pt x="0" y="0"/>
                  </a:cubicBezTo>
                </a:path>
              </a:pathLst>
            </a:custGeom>
            <a:solidFill>
              <a:srgbClr val="C695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7" name="Freeform 292">
              <a:extLst>
                <a:ext uri="{FF2B5EF4-FFF2-40B4-BE49-F238E27FC236}">
                  <a16:creationId xmlns:a16="http://schemas.microsoft.com/office/drawing/2014/main" id="{D0BEB6B0-9A7B-4C34-BD7F-CB719CC30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3005"/>
              <a:ext cx="173" cy="123"/>
            </a:xfrm>
            <a:custGeom>
              <a:avLst/>
              <a:gdLst>
                <a:gd name="T0" fmla="*/ 0 w 75"/>
                <a:gd name="T1" fmla="*/ 62 h 50"/>
                <a:gd name="T2" fmla="*/ 480 w 75"/>
                <a:gd name="T3" fmla="*/ 448 h 50"/>
                <a:gd name="T4" fmla="*/ 697 w 75"/>
                <a:gd name="T5" fmla="*/ 581 h 50"/>
                <a:gd name="T6" fmla="*/ 920 w 75"/>
                <a:gd name="T7" fmla="*/ 745 h 50"/>
                <a:gd name="T8" fmla="*/ 835 w 75"/>
                <a:gd name="T9" fmla="*/ 509 h 50"/>
                <a:gd name="T10" fmla="*/ 664 w 75"/>
                <a:gd name="T11" fmla="*/ 253 h 50"/>
                <a:gd name="T12" fmla="*/ 505 w 75"/>
                <a:gd name="T13" fmla="*/ 121 h 50"/>
                <a:gd name="T14" fmla="*/ 28 w 75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50">
                  <a:moveTo>
                    <a:pt x="0" y="4"/>
                  </a:moveTo>
                  <a:cubicBezTo>
                    <a:pt x="14" y="9"/>
                    <a:pt x="28" y="20"/>
                    <a:pt x="39" y="30"/>
                  </a:cubicBezTo>
                  <a:cubicBezTo>
                    <a:pt x="45" y="35"/>
                    <a:pt x="50" y="36"/>
                    <a:pt x="57" y="39"/>
                  </a:cubicBezTo>
                  <a:cubicBezTo>
                    <a:pt x="64" y="42"/>
                    <a:pt x="69" y="46"/>
                    <a:pt x="75" y="50"/>
                  </a:cubicBezTo>
                  <a:cubicBezTo>
                    <a:pt x="75" y="44"/>
                    <a:pt x="73" y="38"/>
                    <a:pt x="68" y="34"/>
                  </a:cubicBezTo>
                  <a:cubicBezTo>
                    <a:pt x="60" y="27"/>
                    <a:pt x="57" y="28"/>
                    <a:pt x="54" y="17"/>
                  </a:cubicBezTo>
                  <a:cubicBezTo>
                    <a:pt x="51" y="10"/>
                    <a:pt x="48" y="9"/>
                    <a:pt x="41" y="8"/>
                  </a:cubicBezTo>
                  <a:cubicBezTo>
                    <a:pt x="28" y="5"/>
                    <a:pt x="14" y="0"/>
                    <a:pt x="2" y="0"/>
                  </a:cubicBezTo>
                </a:path>
              </a:pathLst>
            </a:custGeom>
            <a:solidFill>
              <a:srgbClr val="C18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8" name="Freeform 293">
              <a:extLst>
                <a:ext uri="{FF2B5EF4-FFF2-40B4-BE49-F238E27FC236}">
                  <a16:creationId xmlns:a16="http://schemas.microsoft.com/office/drawing/2014/main" id="{9DF56300-C72C-4F59-95DC-CE5D46A7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3135"/>
              <a:ext cx="356" cy="339"/>
            </a:xfrm>
            <a:custGeom>
              <a:avLst/>
              <a:gdLst>
                <a:gd name="T0" fmla="*/ 147 w 155"/>
                <a:gd name="T1" fmla="*/ 314 h 138"/>
                <a:gd name="T2" fmla="*/ 374 w 155"/>
                <a:gd name="T3" fmla="*/ 1081 h 138"/>
                <a:gd name="T4" fmla="*/ 1045 w 155"/>
                <a:gd name="T5" fmla="*/ 1587 h 138"/>
                <a:gd name="T6" fmla="*/ 1309 w 155"/>
                <a:gd name="T7" fmla="*/ 1732 h 138"/>
                <a:gd name="T8" fmla="*/ 1587 w 155"/>
                <a:gd name="T9" fmla="*/ 1914 h 138"/>
                <a:gd name="T10" fmla="*/ 1867 w 155"/>
                <a:gd name="T11" fmla="*/ 1516 h 138"/>
                <a:gd name="T12" fmla="*/ 1224 w 155"/>
                <a:gd name="T13" fmla="*/ 531 h 138"/>
                <a:gd name="T14" fmla="*/ 402 w 155"/>
                <a:gd name="T15" fmla="*/ 224 h 138"/>
                <a:gd name="T16" fmla="*/ 122 w 155"/>
                <a:gd name="T17" fmla="*/ 253 h 1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" h="138">
                  <a:moveTo>
                    <a:pt x="12" y="21"/>
                  </a:moveTo>
                  <a:cubicBezTo>
                    <a:pt x="18" y="38"/>
                    <a:pt x="20" y="59"/>
                    <a:pt x="31" y="73"/>
                  </a:cubicBezTo>
                  <a:cubicBezTo>
                    <a:pt x="44" y="89"/>
                    <a:pt x="68" y="99"/>
                    <a:pt x="86" y="107"/>
                  </a:cubicBezTo>
                  <a:cubicBezTo>
                    <a:pt x="93" y="111"/>
                    <a:pt x="101" y="115"/>
                    <a:pt x="108" y="117"/>
                  </a:cubicBezTo>
                  <a:cubicBezTo>
                    <a:pt x="116" y="121"/>
                    <a:pt x="123" y="126"/>
                    <a:pt x="131" y="129"/>
                  </a:cubicBezTo>
                  <a:cubicBezTo>
                    <a:pt x="150" y="138"/>
                    <a:pt x="153" y="115"/>
                    <a:pt x="154" y="102"/>
                  </a:cubicBezTo>
                  <a:cubicBezTo>
                    <a:pt x="155" y="67"/>
                    <a:pt x="132" y="45"/>
                    <a:pt x="101" y="36"/>
                  </a:cubicBezTo>
                  <a:cubicBezTo>
                    <a:pt x="79" y="29"/>
                    <a:pt x="55" y="23"/>
                    <a:pt x="33" y="15"/>
                  </a:cubicBezTo>
                  <a:cubicBezTo>
                    <a:pt x="30" y="14"/>
                    <a:pt x="0" y="0"/>
                    <a:pt x="10" y="17"/>
                  </a:cubicBezTo>
                </a:path>
              </a:pathLst>
            </a:custGeom>
            <a:solidFill>
              <a:srgbClr val="C18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9" name="Freeform 294">
              <a:extLst>
                <a:ext uri="{FF2B5EF4-FFF2-40B4-BE49-F238E27FC236}">
                  <a16:creationId xmlns:a16="http://schemas.microsoft.com/office/drawing/2014/main" id="{724D598A-A447-464C-843F-4D4BBB740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064"/>
              <a:ext cx="195" cy="103"/>
            </a:xfrm>
            <a:custGeom>
              <a:avLst/>
              <a:gdLst>
                <a:gd name="T0" fmla="*/ 0 w 85"/>
                <a:gd name="T1" fmla="*/ 162 h 42"/>
                <a:gd name="T2" fmla="*/ 652 w 85"/>
                <a:gd name="T3" fmla="*/ 444 h 42"/>
                <a:gd name="T4" fmla="*/ 1025 w 85"/>
                <a:gd name="T5" fmla="*/ 517 h 42"/>
                <a:gd name="T6" fmla="*/ 652 w 85"/>
                <a:gd name="T7" fmla="*/ 0 h 42"/>
                <a:gd name="T8" fmla="*/ 0 w 85"/>
                <a:gd name="T9" fmla="*/ 15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42">
                  <a:moveTo>
                    <a:pt x="0" y="11"/>
                  </a:moveTo>
                  <a:cubicBezTo>
                    <a:pt x="18" y="15"/>
                    <a:pt x="36" y="24"/>
                    <a:pt x="54" y="30"/>
                  </a:cubicBezTo>
                  <a:cubicBezTo>
                    <a:pt x="63" y="33"/>
                    <a:pt x="76" y="42"/>
                    <a:pt x="85" y="35"/>
                  </a:cubicBezTo>
                  <a:cubicBezTo>
                    <a:pt x="82" y="22"/>
                    <a:pt x="64" y="7"/>
                    <a:pt x="54" y="0"/>
                  </a:cubicBezTo>
                  <a:cubicBezTo>
                    <a:pt x="41" y="16"/>
                    <a:pt x="19" y="5"/>
                    <a:pt x="0" y="10"/>
                  </a:cubicBezTo>
                </a:path>
              </a:pathLst>
            </a:custGeom>
            <a:solidFill>
              <a:srgbClr val="C18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0" name="Freeform 295">
              <a:extLst>
                <a:ext uri="{FF2B5EF4-FFF2-40B4-BE49-F238E27FC236}">
                  <a16:creationId xmlns:a16="http://schemas.microsoft.com/office/drawing/2014/main" id="{16912776-BF18-4A4E-A866-83E7D7B1D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3253"/>
              <a:ext cx="239" cy="377"/>
            </a:xfrm>
            <a:custGeom>
              <a:avLst/>
              <a:gdLst>
                <a:gd name="T0" fmla="*/ 11 w 104"/>
                <a:gd name="T1" fmla="*/ 353 h 154"/>
                <a:gd name="T2" fmla="*/ 216 w 104"/>
                <a:gd name="T3" fmla="*/ 1013 h 154"/>
                <a:gd name="T4" fmla="*/ 512 w 104"/>
                <a:gd name="T5" fmla="*/ 1439 h 154"/>
                <a:gd name="T6" fmla="*/ 839 w 104"/>
                <a:gd name="T7" fmla="*/ 1834 h 154"/>
                <a:gd name="T8" fmla="*/ 1115 w 104"/>
                <a:gd name="T9" fmla="*/ 2169 h 154"/>
                <a:gd name="T10" fmla="*/ 1262 w 104"/>
                <a:gd name="T11" fmla="*/ 1821 h 154"/>
                <a:gd name="T12" fmla="*/ 1252 w 104"/>
                <a:gd name="T13" fmla="*/ 952 h 154"/>
                <a:gd name="T14" fmla="*/ 935 w 104"/>
                <a:gd name="T15" fmla="*/ 455 h 154"/>
                <a:gd name="T16" fmla="*/ 643 w 104"/>
                <a:gd name="T17" fmla="*/ 365 h 154"/>
                <a:gd name="T18" fmla="*/ 290 w 104"/>
                <a:gd name="T19" fmla="*/ 29 h 154"/>
                <a:gd name="T20" fmla="*/ 11 w 104"/>
                <a:gd name="T21" fmla="*/ 144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154">
                  <a:moveTo>
                    <a:pt x="1" y="24"/>
                  </a:moveTo>
                  <a:cubicBezTo>
                    <a:pt x="0" y="40"/>
                    <a:pt x="11" y="55"/>
                    <a:pt x="18" y="69"/>
                  </a:cubicBezTo>
                  <a:cubicBezTo>
                    <a:pt x="24" y="81"/>
                    <a:pt x="32" y="89"/>
                    <a:pt x="42" y="98"/>
                  </a:cubicBezTo>
                  <a:cubicBezTo>
                    <a:pt x="52" y="108"/>
                    <a:pt x="60" y="114"/>
                    <a:pt x="69" y="125"/>
                  </a:cubicBezTo>
                  <a:cubicBezTo>
                    <a:pt x="76" y="133"/>
                    <a:pt x="85" y="140"/>
                    <a:pt x="92" y="148"/>
                  </a:cubicBezTo>
                  <a:cubicBezTo>
                    <a:pt x="97" y="154"/>
                    <a:pt x="104" y="135"/>
                    <a:pt x="104" y="124"/>
                  </a:cubicBezTo>
                  <a:cubicBezTo>
                    <a:pt x="104" y="105"/>
                    <a:pt x="104" y="85"/>
                    <a:pt x="103" y="65"/>
                  </a:cubicBezTo>
                  <a:cubicBezTo>
                    <a:pt x="103" y="50"/>
                    <a:pt x="98" y="25"/>
                    <a:pt x="77" y="31"/>
                  </a:cubicBezTo>
                  <a:cubicBezTo>
                    <a:pt x="67" y="34"/>
                    <a:pt x="60" y="32"/>
                    <a:pt x="53" y="25"/>
                  </a:cubicBezTo>
                  <a:cubicBezTo>
                    <a:pt x="45" y="15"/>
                    <a:pt x="37" y="5"/>
                    <a:pt x="24" y="2"/>
                  </a:cubicBezTo>
                  <a:cubicBezTo>
                    <a:pt x="17" y="0"/>
                    <a:pt x="2" y="0"/>
                    <a:pt x="1" y="10"/>
                  </a:cubicBezTo>
                </a:path>
              </a:pathLst>
            </a:custGeom>
            <a:solidFill>
              <a:srgbClr val="C18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1" name="Freeform 296">
              <a:extLst>
                <a:ext uri="{FF2B5EF4-FFF2-40B4-BE49-F238E27FC236}">
                  <a16:creationId xmlns:a16="http://schemas.microsoft.com/office/drawing/2014/main" id="{4BBE2296-56CB-47A2-9613-1459F0E94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3405"/>
              <a:ext cx="543" cy="500"/>
            </a:xfrm>
            <a:custGeom>
              <a:avLst/>
              <a:gdLst>
                <a:gd name="T0" fmla="*/ 216 w 236"/>
                <a:gd name="T1" fmla="*/ 973 h 204"/>
                <a:gd name="T2" fmla="*/ 366 w 236"/>
                <a:gd name="T3" fmla="*/ 1441 h 204"/>
                <a:gd name="T4" fmla="*/ 598 w 236"/>
                <a:gd name="T5" fmla="*/ 1900 h 204"/>
                <a:gd name="T6" fmla="*/ 1440 w 236"/>
                <a:gd name="T7" fmla="*/ 2426 h 204"/>
                <a:gd name="T8" fmla="*/ 1852 w 236"/>
                <a:gd name="T9" fmla="*/ 2782 h 204"/>
                <a:gd name="T10" fmla="*/ 2446 w 236"/>
                <a:gd name="T11" fmla="*/ 2993 h 204"/>
                <a:gd name="T12" fmla="*/ 2848 w 236"/>
                <a:gd name="T13" fmla="*/ 2752 h 204"/>
                <a:gd name="T14" fmla="*/ 2584 w 236"/>
                <a:gd name="T15" fmla="*/ 2194 h 204"/>
                <a:gd name="T16" fmla="*/ 2144 w 236"/>
                <a:gd name="T17" fmla="*/ 1676 h 204"/>
                <a:gd name="T18" fmla="*/ 1657 w 236"/>
                <a:gd name="T19" fmla="*/ 1135 h 204"/>
                <a:gd name="T20" fmla="*/ 1815 w 236"/>
                <a:gd name="T21" fmla="*/ 1946 h 204"/>
                <a:gd name="T22" fmla="*/ 1525 w 236"/>
                <a:gd name="T23" fmla="*/ 1809 h 204"/>
                <a:gd name="T24" fmla="*/ 1245 w 236"/>
                <a:gd name="T25" fmla="*/ 1370 h 204"/>
                <a:gd name="T26" fmla="*/ 805 w 236"/>
                <a:gd name="T27" fmla="*/ 1147 h 204"/>
                <a:gd name="T28" fmla="*/ 306 w 236"/>
                <a:gd name="T29" fmla="*/ 600 h 204"/>
                <a:gd name="T30" fmla="*/ 0 w 236"/>
                <a:gd name="T31" fmla="*/ 0 h 2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6" h="204">
                  <a:moveTo>
                    <a:pt x="18" y="66"/>
                  </a:moveTo>
                  <a:cubicBezTo>
                    <a:pt x="19" y="78"/>
                    <a:pt x="25" y="88"/>
                    <a:pt x="30" y="98"/>
                  </a:cubicBezTo>
                  <a:cubicBezTo>
                    <a:pt x="35" y="109"/>
                    <a:pt x="41" y="120"/>
                    <a:pt x="49" y="129"/>
                  </a:cubicBezTo>
                  <a:cubicBezTo>
                    <a:pt x="68" y="152"/>
                    <a:pt x="93" y="153"/>
                    <a:pt x="118" y="165"/>
                  </a:cubicBezTo>
                  <a:cubicBezTo>
                    <a:pt x="131" y="171"/>
                    <a:pt x="140" y="182"/>
                    <a:pt x="152" y="189"/>
                  </a:cubicBezTo>
                  <a:cubicBezTo>
                    <a:pt x="166" y="196"/>
                    <a:pt x="186" y="202"/>
                    <a:pt x="201" y="203"/>
                  </a:cubicBezTo>
                  <a:cubicBezTo>
                    <a:pt x="213" y="204"/>
                    <a:pt x="231" y="202"/>
                    <a:pt x="234" y="187"/>
                  </a:cubicBezTo>
                  <a:cubicBezTo>
                    <a:pt x="236" y="175"/>
                    <a:pt x="220" y="158"/>
                    <a:pt x="212" y="149"/>
                  </a:cubicBezTo>
                  <a:cubicBezTo>
                    <a:pt x="200" y="137"/>
                    <a:pt x="188" y="125"/>
                    <a:pt x="176" y="114"/>
                  </a:cubicBezTo>
                  <a:cubicBezTo>
                    <a:pt x="169" y="108"/>
                    <a:pt x="146" y="72"/>
                    <a:pt x="136" y="77"/>
                  </a:cubicBezTo>
                  <a:cubicBezTo>
                    <a:pt x="139" y="91"/>
                    <a:pt x="167" y="118"/>
                    <a:pt x="149" y="132"/>
                  </a:cubicBezTo>
                  <a:cubicBezTo>
                    <a:pt x="141" y="139"/>
                    <a:pt x="131" y="127"/>
                    <a:pt x="125" y="123"/>
                  </a:cubicBezTo>
                  <a:cubicBezTo>
                    <a:pt x="114" y="114"/>
                    <a:pt x="110" y="104"/>
                    <a:pt x="102" y="93"/>
                  </a:cubicBezTo>
                  <a:cubicBezTo>
                    <a:pt x="93" y="82"/>
                    <a:pt x="78" y="83"/>
                    <a:pt x="66" y="78"/>
                  </a:cubicBezTo>
                  <a:cubicBezTo>
                    <a:pt x="48" y="71"/>
                    <a:pt x="36" y="55"/>
                    <a:pt x="25" y="41"/>
                  </a:cubicBezTo>
                  <a:cubicBezTo>
                    <a:pt x="13" y="26"/>
                    <a:pt x="10" y="16"/>
                    <a:pt x="0" y="0"/>
                  </a:cubicBezTo>
                </a:path>
              </a:pathLst>
            </a:custGeom>
            <a:solidFill>
              <a:srgbClr val="C695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2" name="Freeform 297">
              <a:extLst>
                <a:ext uri="{FF2B5EF4-FFF2-40B4-BE49-F238E27FC236}">
                  <a16:creationId xmlns:a16="http://schemas.microsoft.com/office/drawing/2014/main" id="{22C13C8B-8ABB-4F4A-B36D-4EB43162C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3425"/>
              <a:ext cx="393" cy="456"/>
            </a:xfrm>
            <a:custGeom>
              <a:avLst/>
              <a:gdLst>
                <a:gd name="T0" fmla="*/ 1908 w 171"/>
                <a:gd name="T1" fmla="*/ 1461 h 186"/>
                <a:gd name="T2" fmla="*/ 1289 w 171"/>
                <a:gd name="T3" fmla="*/ 1035 h 186"/>
                <a:gd name="T4" fmla="*/ 655 w 171"/>
                <a:gd name="T5" fmla="*/ 576 h 186"/>
                <a:gd name="T6" fmla="*/ 216 w 171"/>
                <a:gd name="T7" fmla="*/ 162 h 186"/>
                <a:gd name="T8" fmla="*/ 85 w 171"/>
                <a:gd name="T9" fmla="*/ 29 h 186"/>
                <a:gd name="T10" fmla="*/ 74 w 171"/>
                <a:gd name="T11" fmla="*/ 235 h 186"/>
                <a:gd name="T12" fmla="*/ 74 w 171"/>
                <a:gd name="T13" fmla="*/ 235 h 186"/>
                <a:gd name="T14" fmla="*/ 74 w 171"/>
                <a:gd name="T15" fmla="*/ 324 h 186"/>
                <a:gd name="T16" fmla="*/ 74 w 171"/>
                <a:gd name="T17" fmla="*/ 336 h 186"/>
                <a:gd name="T18" fmla="*/ 74 w 171"/>
                <a:gd name="T19" fmla="*/ 824 h 186"/>
                <a:gd name="T20" fmla="*/ 159 w 171"/>
                <a:gd name="T21" fmla="*/ 1574 h 186"/>
                <a:gd name="T22" fmla="*/ 244 w 171"/>
                <a:gd name="T23" fmla="*/ 1947 h 186"/>
                <a:gd name="T24" fmla="*/ 354 w 171"/>
                <a:gd name="T25" fmla="*/ 2344 h 186"/>
                <a:gd name="T26" fmla="*/ 524 w 171"/>
                <a:gd name="T27" fmla="*/ 2670 h 186"/>
                <a:gd name="T28" fmla="*/ 729 w 171"/>
                <a:gd name="T29" fmla="*/ 2518 h 186"/>
                <a:gd name="T30" fmla="*/ 1009 w 171"/>
                <a:gd name="T31" fmla="*/ 2211 h 186"/>
                <a:gd name="T32" fmla="*/ 1204 w 171"/>
                <a:gd name="T33" fmla="*/ 2001 h 186"/>
                <a:gd name="T34" fmla="*/ 839 w 171"/>
                <a:gd name="T35" fmla="*/ 1738 h 186"/>
                <a:gd name="T36" fmla="*/ 496 w 171"/>
                <a:gd name="T37" fmla="*/ 1267 h 186"/>
                <a:gd name="T38" fmla="*/ 496 w 171"/>
                <a:gd name="T39" fmla="*/ 1250 h 186"/>
                <a:gd name="T40" fmla="*/ 533 w 171"/>
                <a:gd name="T41" fmla="*/ 986 h 186"/>
                <a:gd name="T42" fmla="*/ 825 w 171"/>
                <a:gd name="T43" fmla="*/ 914 h 186"/>
                <a:gd name="T44" fmla="*/ 1179 w 171"/>
                <a:gd name="T45" fmla="*/ 1147 h 186"/>
                <a:gd name="T46" fmla="*/ 1579 w 171"/>
                <a:gd name="T47" fmla="*/ 1400 h 186"/>
                <a:gd name="T48" fmla="*/ 1795 w 171"/>
                <a:gd name="T49" fmla="*/ 1635 h 186"/>
                <a:gd name="T50" fmla="*/ 1823 w 171"/>
                <a:gd name="T51" fmla="*/ 1959 h 186"/>
                <a:gd name="T52" fmla="*/ 2002 w 171"/>
                <a:gd name="T53" fmla="*/ 1826 h 186"/>
                <a:gd name="T54" fmla="*/ 1908 w 171"/>
                <a:gd name="T55" fmla="*/ 1461 h 18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71" h="186">
                  <a:moveTo>
                    <a:pt x="157" y="99"/>
                  </a:moveTo>
                  <a:cubicBezTo>
                    <a:pt x="142" y="84"/>
                    <a:pt x="124" y="79"/>
                    <a:pt x="106" y="70"/>
                  </a:cubicBezTo>
                  <a:cubicBezTo>
                    <a:pt x="88" y="61"/>
                    <a:pt x="70" y="51"/>
                    <a:pt x="54" y="39"/>
                  </a:cubicBezTo>
                  <a:cubicBezTo>
                    <a:pt x="42" y="29"/>
                    <a:pt x="30" y="21"/>
                    <a:pt x="18" y="11"/>
                  </a:cubicBezTo>
                  <a:cubicBezTo>
                    <a:pt x="15" y="8"/>
                    <a:pt x="10" y="2"/>
                    <a:pt x="7" y="2"/>
                  </a:cubicBezTo>
                  <a:cubicBezTo>
                    <a:pt x="0" y="0"/>
                    <a:pt x="5" y="8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8"/>
                    <a:pt x="6" y="20"/>
                    <a:pt x="6" y="22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34"/>
                    <a:pt x="7" y="45"/>
                    <a:pt x="6" y="56"/>
                  </a:cubicBezTo>
                  <a:cubicBezTo>
                    <a:pt x="6" y="73"/>
                    <a:pt x="8" y="91"/>
                    <a:pt x="13" y="107"/>
                  </a:cubicBezTo>
                  <a:cubicBezTo>
                    <a:pt x="15" y="115"/>
                    <a:pt x="17" y="124"/>
                    <a:pt x="20" y="132"/>
                  </a:cubicBezTo>
                  <a:cubicBezTo>
                    <a:pt x="23" y="141"/>
                    <a:pt x="25" y="150"/>
                    <a:pt x="29" y="159"/>
                  </a:cubicBezTo>
                  <a:cubicBezTo>
                    <a:pt x="32" y="165"/>
                    <a:pt x="37" y="178"/>
                    <a:pt x="43" y="181"/>
                  </a:cubicBezTo>
                  <a:cubicBezTo>
                    <a:pt x="52" y="186"/>
                    <a:pt x="57" y="177"/>
                    <a:pt x="60" y="171"/>
                  </a:cubicBezTo>
                  <a:cubicBezTo>
                    <a:pt x="66" y="161"/>
                    <a:pt x="73" y="153"/>
                    <a:pt x="83" y="150"/>
                  </a:cubicBezTo>
                  <a:cubicBezTo>
                    <a:pt x="90" y="148"/>
                    <a:pt x="110" y="147"/>
                    <a:pt x="99" y="136"/>
                  </a:cubicBezTo>
                  <a:cubicBezTo>
                    <a:pt x="91" y="128"/>
                    <a:pt x="78" y="125"/>
                    <a:pt x="69" y="118"/>
                  </a:cubicBezTo>
                  <a:cubicBezTo>
                    <a:pt x="58" y="109"/>
                    <a:pt x="48" y="98"/>
                    <a:pt x="41" y="86"/>
                  </a:cubicBezTo>
                  <a:cubicBezTo>
                    <a:pt x="41" y="86"/>
                    <a:pt x="41" y="85"/>
                    <a:pt x="41" y="85"/>
                  </a:cubicBezTo>
                  <a:cubicBezTo>
                    <a:pt x="40" y="79"/>
                    <a:pt x="40" y="72"/>
                    <a:pt x="44" y="67"/>
                  </a:cubicBezTo>
                  <a:cubicBezTo>
                    <a:pt x="51" y="58"/>
                    <a:pt x="59" y="58"/>
                    <a:pt x="68" y="62"/>
                  </a:cubicBezTo>
                  <a:cubicBezTo>
                    <a:pt x="78" y="66"/>
                    <a:pt x="87" y="74"/>
                    <a:pt x="97" y="78"/>
                  </a:cubicBezTo>
                  <a:cubicBezTo>
                    <a:pt x="108" y="84"/>
                    <a:pt x="119" y="89"/>
                    <a:pt x="130" y="95"/>
                  </a:cubicBezTo>
                  <a:cubicBezTo>
                    <a:pt x="137" y="99"/>
                    <a:pt x="143" y="103"/>
                    <a:pt x="148" y="111"/>
                  </a:cubicBezTo>
                  <a:cubicBezTo>
                    <a:pt x="152" y="118"/>
                    <a:pt x="147" y="127"/>
                    <a:pt x="150" y="133"/>
                  </a:cubicBezTo>
                  <a:cubicBezTo>
                    <a:pt x="154" y="139"/>
                    <a:pt x="162" y="129"/>
                    <a:pt x="165" y="124"/>
                  </a:cubicBezTo>
                  <a:cubicBezTo>
                    <a:pt x="171" y="113"/>
                    <a:pt x="165" y="107"/>
                    <a:pt x="157" y="99"/>
                  </a:cubicBezTo>
                  <a:close/>
                </a:path>
              </a:pathLst>
            </a:custGeom>
            <a:solidFill>
              <a:srgbClr val="C695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3" name="Freeform 298">
              <a:extLst>
                <a:ext uri="{FF2B5EF4-FFF2-40B4-BE49-F238E27FC236}">
                  <a16:creationId xmlns:a16="http://schemas.microsoft.com/office/drawing/2014/main" id="{417F9887-2908-49F8-9B80-1DA9BCBEB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476"/>
              <a:ext cx="149" cy="356"/>
            </a:xfrm>
            <a:custGeom>
              <a:avLst/>
              <a:gdLst>
                <a:gd name="T0" fmla="*/ 48 w 65"/>
                <a:gd name="T1" fmla="*/ 0 h 145"/>
                <a:gd name="T2" fmla="*/ 131 w 65"/>
                <a:gd name="T3" fmla="*/ 1289 h 145"/>
                <a:gd name="T4" fmla="*/ 346 w 65"/>
                <a:gd name="T5" fmla="*/ 1881 h 145"/>
                <a:gd name="T6" fmla="*/ 456 w 65"/>
                <a:gd name="T7" fmla="*/ 2116 h 145"/>
                <a:gd name="T8" fmla="*/ 614 w 65"/>
                <a:gd name="T9" fmla="*/ 1984 h 145"/>
                <a:gd name="T10" fmla="*/ 699 w 65"/>
                <a:gd name="T11" fmla="*/ 1731 h 145"/>
                <a:gd name="T12" fmla="*/ 552 w 65"/>
                <a:gd name="T13" fmla="*/ 1628 h 145"/>
                <a:gd name="T14" fmla="*/ 383 w 65"/>
                <a:gd name="T15" fmla="*/ 1434 h 145"/>
                <a:gd name="T16" fmla="*/ 195 w 65"/>
                <a:gd name="T17" fmla="*/ 845 h 145"/>
                <a:gd name="T18" fmla="*/ 110 w 65"/>
                <a:gd name="T19" fmla="*/ 592 h 145"/>
                <a:gd name="T20" fmla="*/ 73 w 65"/>
                <a:gd name="T21" fmla="*/ 133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145">
                  <a:moveTo>
                    <a:pt x="4" y="0"/>
                  </a:moveTo>
                  <a:cubicBezTo>
                    <a:pt x="4" y="30"/>
                    <a:pt x="0" y="59"/>
                    <a:pt x="11" y="87"/>
                  </a:cubicBezTo>
                  <a:cubicBezTo>
                    <a:pt x="17" y="101"/>
                    <a:pt x="22" y="114"/>
                    <a:pt x="29" y="127"/>
                  </a:cubicBezTo>
                  <a:cubicBezTo>
                    <a:pt x="31" y="131"/>
                    <a:pt x="33" y="141"/>
                    <a:pt x="38" y="143"/>
                  </a:cubicBezTo>
                  <a:cubicBezTo>
                    <a:pt x="44" y="145"/>
                    <a:pt x="48" y="138"/>
                    <a:pt x="51" y="134"/>
                  </a:cubicBezTo>
                  <a:cubicBezTo>
                    <a:pt x="56" y="129"/>
                    <a:pt x="65" y="124"/>
                    <a:pt x="58" y="117"/>
                  </a:cubicBezTo>
                  <a:cubicBezTo>
                    <a:pt x="55" y="114"/>
                    <a:pt x="50" y="113"/>
                    <a:pt x="46" y="110"/>
                  </a:cubicBezTo>
                  <a:cubicBezTo>
                    <a:pt x="40" y="107"/>
                    <a:pt x="36" y="102"/>
                    <a:pt x="32" y="97"/>
                  </a:cubicBezTo>
                  <a:cubicBezTo>
                    <a:pt x="22" y="85"/>
                    <a:pt x="19" y="71"/>
                    <a:pt x="16" y="57"/>
                  </a:cubicBezTo>
                  <a:cubicBezTo>
                    <a:pt x="15" y="50"/>
                    <a:pt x="10" y="48"/>
                    <a:pt x="9" y="40"/>
                  </a:cubicBezTo>
                  <a:cubicBezTo>
                    <a:pt x="8" y="35"/>
                    <a:pt x="5" y="15"/>
                    <a:pt x="6" y="9"/>
                  </a:cubicBezTo>
                </a:path>
              </a:pathLst>
            </a:custGeom>
            <a:solidFill>
              <a:srgbClr val="D6B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4" name="Freeform 299">
              <a:extLst>
                <a:ext uri="{FF2B5EF4-FFF2-40B4-BE49-F238E27FC236}">
                  <a16:creationId xmlns:a16="http://schemas.microsoft.com/office/drawing/2014/main" id="{AB2C855A-EAC6-4FE7-80E7-CC35BEDE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633"/>
              <a:ext cx="87" cy="100"/>
            </a:xfrm>
            <a:custGeom>
              <a:avLst/>
              <a:gdLst>
                <a:gd name="T0" fmla="*/ 0 w 38"/>
                <a:gd name="T1" fmla="*/ 41 h 41"/>
                <a:gd name="T2" fmla="*/ 252 w 38"/>
                <a:gd name="T3" fmla="*/ 293 h 41"/>
                <a:gd name="T4" fmla="*/ 325 w 38"/>
                <a:gd name="T5" fmla="*/ 595 h 41"/>
                <a:gd name="T6" fmla="*/ 277 w 38"/>
                <a:gd name="T7" fmla="*/ 232 h 41"/>
                <a:gd name="T8" fmla="*/ 142 w 38"/>
                <a:gd name="T9" fmla="*/ 90 h 41"/>
                <a:gd name="T10" fmla="*/ 25 w 38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1">
                  <a:moveTo>
                    <a:pt x="0" y="3"/>
                  </a:moveTo>
                  <a:cubicBezTo>
                    <a:pt x="8" y="8"/>
                    <a:pt x="16" y="12"/>
                    <a:pt x="21" y="20"/>
                  </a:cubicBezTo>
                  <a:cubicBezTo>
                    <a:pt x="26" y="27"/>
                    <a:pt x="24" y="34"/>
                    <a:pt x="27" y="41"/>
                  </a:cubicBezTo>
                  <a:cubicBezTo>
                    <a:pt x="38" y="38"/>
                    <a:pt x="27" y="21"/>
                    <a:pt x="23" y="16"/>
                  </a:cubicBezTo>
                  <a:cubicBezTo>
                    <a:pt x="20" y="12"/>
                    <a:pt x="16" y="8"/>
                    <a:pt x="12" y="6"/>
                  </a:cubicBezTo>
                  <a:cubicBezTo>
                    <a:pt x="8" y="4"/>
                    <a:pt x="5" y="5"/>
                    <a:pt x="2" y="0"/>
                  </a:cubicBezTo>
                </a:path>
              </a:pathLst>
            </a:custGeom>
            <a:solidFill>
              <a:srgbClr val="D6B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5" name="Freeform 300">
              <a:extLst>
                <a:ext uri="{FF2B5EF4-FFF2-40B4-BE49-F238E27FC236}">
                  <a16:creationId xmlns:a16="http://schemas.microsoft.com/office/drawing/2014/main" id="{1D83B6BE-CF87-4E2B-A603-028F35E2F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" y="3349"/>
              <a:ext cx="73" cy="252"/>
            </a:xfrm>
            <a:custGeom>
              <a:avLst/>
              <a:gdLst>
                <a:gd name="T0" fmla="*/ 73 w 32"/>
                <a:gd name="T1" fmla="*/ 0 h 103"/>
                <a:gd name="T2" fmla="*/ 84 w 32"/>
                <a:gd name="T3" fmla="*/ 761 h 103"/>
                <a:gd name="T4" fmla="*/ 94 w 32"/>
                <a:gd name="T5" fmla="*/ 1304 h 103"/>
                <a:gd name="T6" fmla="*/ 285 w 32"/>
                <a:gd name="T7" fmla="*/ 1478 h 103"/>
                <a:gd name="T8" fmla="*/ 224 w 32"/>
                <a:gd name="T9" fmla="*/ 1304 h 103"/>
                <a:gd name="T10" fmla="*/ 167 w 32"/>
                <a:gd name="T11" fmla="*/ 910 h 103"/>
                <a:gd name="T12" fmla="*/ 203 w 32"/>
                <a:gd name="T13" fmla="*/ 617 h 103"/>
                <a:gd name="T14" fmla="*/ 73 w 32"/>
                <a:gd name="T15" fmla="*/ 0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03">
                  <a:moveTo>
                    <a:pt x="6" y="0"/>
                  </a:moveTo>
                  <a:cubicBezTo>
                    <a:pt x="5" y="17"/>
                    <a:pt x="10" y="34"/>
                    <a:pt x="7" y="52"/>
                  </a:cubicBezTo>
                  <a:cubicBezTo>
                    <a:pt x="5" y="64"/>
                    <a:pt x="0" y="79"/>
                    <a:pt x="8" y="89"/>
                  </a:cubicBezTo>
                  <a:cubicBezTo>
                    <a:pt x="12" y="93"/>
                    <a:pt x="18" y="103"/>
                    <a:pt x="24" y="101"/>
                  </a:cubicBezTo>
                  <a:cubicBezTo>
                    <a:pt x="32" y="99"/>
                    <a:pt x="21" y="93"/>
                    <a:pt x="19" y="89"/>
                  </a:cubicBezTo>
                  <a:cubicBezTo>
                    <a:pt x="15" y="82"/>
                    <a:pt x="13" y="70"/>
                    <a:pt x="14" y="62"/>
                  </a:cubicBezTo>
                  <a:cubicBezTo>
                    <a:pt x="15" y="55"/>
                    <a:pt x="17" y="49"/>
                    <a:pt x="17" y="42"/>
                  </a:cubicBezTo>
                  <a:cubicBezTo>
                    <a:pt x="16" y="32"/>
                    <a:pt x="7" y="10"/>
                    <a:pt x="6" y="0"/>
                  </a:cubicBezTo>
                </a:path>
              </a:pathLst>
            </a:custGeom>
            <a:solidFill>
              <a:srgbClr val="D6B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6" name="Freeform 301">
              <a:extLst>
                <a:ext uri="{FF2B5EF4-FFF2-40B4-BE49-F238E27FC236}">
                  <a16:creationId xmlns:a16="http://schemas.microsoft.com/office/drawing/2014/main" id="{C56FBA6C-5A6F-4C18-83E9-672820DA2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3395"/>
              <a:ext cx="80" cy="120"/>
            </a:xfrm>
            <a:custGeom>
              <a:avLst/>
              <a:gdLst>
                <a:gd name="T0" fmla="*/ 25 w 35"/>
                <a:gd name="T1" fmla="*/ 720 h 49"/>
                <a:gd name="T2" fmla="*/ 142 w 35"/>
                <a:gd name="T3" fmla="*/ 517 h 49"/>
                <a:gd name="T4" fmla="*/ 334 w 35"/>
                <a:gd name="T5" fmla="*/ 485 h 49"/>
                <a:gd name="T6" fmla="*/ 215 w 35"/>
                <a:gd name="T7" fmla="*/ 414 h 49"/>
                <a:gd name="T8" fmla="*/ 121 w 35"/>
                <a:gd name="T9" fmla="*/ 353 h 49"/>
                <a:gd name="T10" fmla="*/ 0 w 35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9">
                  <a:moveTo>
                    <a:pt x="2" y="49"/>
                  </a:moveTo>
                  <a:cubicBezTo>
                    <a:pt x="1" y="42"/>
                    <a:pt x="5" y="37"/>
                    <a:pt x="12" y="35"/>
                  </a:cubicBezTo>
                  <a:cubicBezTo>
                    <a:pt x="15" y="34"/>
                    <a:pt x="35" y="39"/>
                    <a:pt x="28" y="33"/>
                  </a:cubicBezTo>
                  <a:cubicBezTo>
                    <a:pt x="26" y="32"/>
                    <a:pt x="20" y="28"/>
                    <a:pt x="18" y="28"/>
                  </a:cubicBezTo>
                  <a:cubicBezTo>
                    <a:pt x="15" y="28"/>
                    <a:pt x="12" y="26"/>
                    <a:pt x="10" y="24"/>
                  </a:cubicBezTo>
                  <a:cubicBezTo>
                    <a:pt x="7" y="22"/>
                    <a:pt x="1" y="3"/>
                    <a:pt x="0" y="0"/>
                  </a:cubicBezTo>
                </a:path>
              </a:pathLst>
            </a:custGeom>
            <a:solidFill>
              <a:srgbClr val="D6B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7" name="Freeform 302">
              <a:extLst>
                <a:ext uri="{FF2B5EF4-FFF2-40B4-BE49-F238E27FC236}">
                  <a16:creationId xmlns:a16="http://schemas.microsoft.com/office/drawing/2014/main" id="{3C8768E4-2FC4-43BA-9DA7-FF3B86822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277"/>
              <a:ext cx="274" cy="157"/>
            </a:xfrm>
            <a:custGeom>
              <a:avLst/>
              <a:gdLst>
                <a:gd name="T0" fmla="*/ 64 w 119"/>
                <a:gd name="T1" fmla="*/ 282 h 64"/>
                <a:gd name="T2" fmla="*/ 831 w 119"/>
                <a:gd name="T3" fmla="*/ 770 h 64"/>
                <a:gd name="T4" fmla="*/ 1160 w 119"/>
                <a:gd name="T5" fmla="*/ 915 h 64"/>
                <a:gd name="T6" fmla="*/ 1114 w 119"/>
                <a:gd name="T7" fmla="*/ 0 h 64"/>
                <a:gd name="T8" fmla="*/ 1197 w 119"/>
                <a:gd name="T9" fmla="*/ 488 h 64"/>
                <a:gd name="T10" fmla="*/ 1098 w 119"/>
                <a:gd name="T11" fmla="*/ 709 h 64"/>
                <a:gd name="T12" fmla="*/ 900 w 119"/>
                <a:gd name="T13" fmla="*/ 650 h 64"/>
                <a:gd name="T14" fmla="*/ 684 w 119"/>
                <a:gd name="T15" fmla="*/ 589 h 64"/>
                <a:gd name="T16" fmla="*/ 431 w 119"/>
                <a:gd name="T17" fmla="*/ 476 h 64"/>
                <a:gd name="T18" fmla="*/ 0 w 119"/>
                <a:gd name="T19" fmla="*/ 223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9" h="64">
                  <a:moveTo>
                    <a:pt x="5" y="19"/>
                  </a:moveTo>
                  <a:cubicBezTo>
                    <a:pt x="18" y="31"/>
                    <a:pt x="55" y="46"/>
                    <a:pt x="68" y="52"/>
                  </a:cubicBezTo>
                  <a:cubicBezTo>
                    <a:pt x="74" y="56"/>
                    <a:pt x="87" y="64"/>
                    <a:pt x="95" y="62"/>
                  </a:cubicBezTo>
                  <a:cubicBezTo>
                    <a:pt x="119" y="57"/>
                    <a:pt x="100" y="10"/>
                    <a:pt x="91" y="0"/>
                  </a:cubicBezTo>
                  <a:cubicBezTo>
                    <a:pt x="95" y="11"/>
                    <a:pt x="100" y="21"/>
                    <a:pt x="98" y="33"/>
                  </a:cubicBezTo>
                  <a:cubicBezTo>
                    <a:pt x="97" y="39"/>
                    <a:pt x="95" y="45"/>
                    <a:pt x="90" y="48"/>
                  </a:cubicBezTo>
                  <a:cubicBezTo>
                    <a:pt x="83" y="52"/>
                    <a:pt x="80" y="47"/>
                    <a:pt x="74" y="44"/>
                  </a:cubicBezTo>
                  <a:cubicBezTo>
                    <a:pt x="69" y="42"/>
                    <a:pt x="62" y="42"/>
                    <a:pt x="56" y="40"/>
                  </a:cubicBezTo>
                  <a:cubicBezTo>
                    <a:pt x="49" y="38"/>
                    <a:pt x="42" y="34"/>
                    <a:pt x="35" y="32"/>
                  </a:cubicBezTo>
                  <a:cubicBezTo>
                    <a:pt x="25" y="27"/>
                    <a:pt x="16" y="23"/>
                    <a:pt x="0" y="15"/>
                  </a:cubicBezTo>
                </a:path>
              </a:pathLst>
            </a:custGeom>
            <a:solidFill>
              <a:srgbClr val="CEA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8" name="Freeform 303">
              <a:extLst>
                <a:ext uri="{FF2B5EF4-FFF2-40B4-BE49-F238E27FC236}">
                  <a16:creationId xmlns:a16="http://schemas.microsoft.com/office/drawing/2014/main" id="{45A81493-80BA-4702-BDF8-0CADDC079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094"/>
              <a:ext cx="110" cy="53"/>
            </a:xfrm>
            <a:custGeom>
              <a:avLst/>
              <a:gdLst>
                <a:gd name="T0" fmla="*/ 0 w 48"/>
                <a:gd name="T1" fmla="*/ 157 h 22"/>
                <a:gd name="T2" fmla="*/ 383 w 48"/>
                <a:gd name="T3" fmla="*/ 296 h 22"/>
                <a:gd name="T4" fmla="*/ 277 w 48"/>
                <a:gd name="T5" fmla="*/ 0 h 22"/>
                <a:gd name="T6" fmla="*/ 289 w 48"/>
                <a:gd name="T7" fmla="*/ 25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2">
                  <a:moveTo>
                    <a:pt x="0" y="11"/>
                  </a:moveTo>
                  <a:cubicBezTo>
                    <a:pt x="10" y="15"/>
                    <a:pt x="21" y="22"/>
                    <a:pt x="32" y="21"/>
                  </a:cubicBezTo>
                  <a:cubicBezTo>
                    <a:pt x="48" y="20"/>
                    <a:pt x="29" y="4"/>
                    <a:pt x="23" y="0"/>
                  </a:cubicBezTo>
                  <a:cubicBezTo>
                    <a:pt x="25" y="4"/>
                    <a:pt x="34" y="17"/>
                    <a:pt x="24" y="18"/>
                  </a:cubicBezTo>
                </a:path>
              </a:pathLst>
            </a:custGeom>
            <a:solidFill>
              <a:srgbClr val="CEA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9" name="Freeform 304">
              <a:extLst>
                <a:ext uri="{FF2B5EF4-FFF2-40B4-BE49-F238E27FC236}">
                  <a16:creationId xmlns:a16="http://schemas.microsoft.com/office/drawing/2014/main" id="{6991A571-B23D-49FF-ADA2-251181A01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3047"/>
              <a:ext cx="94" cy="51"/>
            </a:xfrm>
            <a:custGeom>
              <a:avLst/>
              <a:gdLst>
                <a:gd name="T0" fmla="*/ 0 w 41"/>
                <a:gd name="T1" fmla="*/ 0 h 21"/>
                <a:gd name="T2" fmla="*/ 232 w 41"/>
                <a:gd name="T3" fmla="*/ 260 h 21"/>
                <a:gd name="T4" fmla="*/ 495 w 41"/>
                <a:gd name="T5" fmla="*/ 301 h 21"/>
                <a:gd name="T6" fmla="*/ 383 w 41"/>
                <a:gd name="T7" fmla="*/ 243 h 21"/>
                <a:gd name="T8" fmla="*/ 280 w 41"/>
                <a:gd name="T9" fmla="*/ 231 h 21"/>
                <a:gd name="T10" fmla="*/ 25 w 41"/>
                <a:gd name="T11" fmla="*/ 2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1">
                  <a:moveTo>
                    <a:pt x="0" y="0"/>
                  </a:moveTo>
                  <a:cubicBezTo>
                    <a:pt x="7" y="5"/>
                    <a:pt x="12" y="14"/>
                    <a:pt x="19" y="18"/>
                  </a:cubicBezTo>
                  <a:cubicBezTo>
                    <a:pt x="25" y="21"/>
                    <a:pt x="34" y="20"/>
                    <a:pt x="41" y="21"/>
                  </a:cubicBezTo>
                  <a:cubicBezTo>
                    <a:pt x="38" y="20"/>
                    <a:pt x="35" y="18"/>
                    <a:pt x="32" y="17"/>
                  </a:cubicBezTo>
                  <a:cubicBezTo>
                    <a:pt x="29" y="16"/>
                    <a:pt x="26" y="17"/>
                    <a:pt x="23" y="16"/>
                  </a:cubicBezTo>
                  <a:cubicBezTo>
                    <a:pt x="15" y="12"/>
                    <a:pt x="12" y="3"/>
                    <a:pt x="2" y="2"/>
                  </a:cubicBezTo>
                </a:path>
              </a:pathLst>
            </a:custGeom>
            <a:solidFill>
              <a:srgbClr val="CEA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0" name="Freeform 305">
              <a:extLst>
                <a:ext uri="{FF2B5EF4-FFF2-40B4-BE49-F238E27FC236}">
                  <a16:creationId xmlns:a16="http://schemas.microsoft.com/office/drawing/2014/main" id="{535BCDF5-EF49-4866-9976-B73149A6C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378"/>
              <a:ext cx="175" cy="226"/>
            </a:xfrm>
            <a:custGeom>
              <a:avLst/>
              <a:gdLst>
                <a:gd name="T0" fmla="*/ 0 w 76"/>
                <a:gd name="T1" fmla="*/ 356 h 92"/>
                <a:gd name="T2" fmla="*/ 207 w 76"/>
                <a:gd name="T3" fmla="*/ 592 h 92"/>
                <a:gd name="T4" fmla="*/ 488 w 76"/>
                <a:gd name="T5" fmla="*/ 857 h 92"/>
                <a:gd name="T6" fmla="*/ 636 w 76"/>
                <a:gd name="T7" fmla="*/ 1081 h 92"/>
                <a:gd name="T8" fmla="*/ 794 w 76"/>
                <a:gd name="T9" fmla="*/ 1334 h 92"/>
                <a:gd name="T10" fmla="*/ 854 w 76"/>
                <a:gd name="T11" fmla="*/ 887 h 92"/>
                <a:gd name="T12" fmla="*/ 843 w 76"/>
                <a:gd name="T13" fmla="*/ 0 h 92"/>
                <a:gd name="T14" fmla="*/ 758 w 76"/>
                <a:gd name="T15" fmla="*/ 550 h 92"/>
                <a:gd name="T16" fmla="*/ 695 w 76"/>
                <a:gd name="T17" fmla="*/ 712 h 92"/>
                <a:gd name="T18" fmla="*/ 684 w 76"/>
                <a:gd name="T19" fmla="*/ 916 h 92"/>
                <a:gd name="T20" fmla="*/ 355 w 76"/>
                <a:gd name="T21" fmla="*/ 477 h 92"/>
                <a:gd name="T22" fmla="*/ 170 w 76"/>
                <a:gd name="T23" fmla="*/ 447 h 92"/>
                <a:gd name="T24" fmla="*/ 28 w 76"/>
                <a:gd name="T25" fmla="*/ 327 h 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92">
                  <a:moveTo>
                    <a:pt x="0" y="24"/>
                  </a:moveTo>
                  <a:cubicBezTo>
                    <a:pt x="3" y="31"/>
                    <a:pt x="11" y="36"/>
                    <a:pt x="17" y="40"/>
                  </a:cubicBezTo>
                  <a:cubicBezTo>
                    <a:pt x="25" y="46"/>
                    <a:pt x="33" y="51"/>
                    <a:pt x="40" y="58"/>
                  </a:cubicBezTo>
                  <a:cubicBezTo>
                    <a:pt x="45" y="63"/>
                    <a:pt x="48" y="68"/>
                    <a:pt x="52" y="73"/>
                  </a:cubicBezTo>
                  <a:cubicBezTo>
                    <a:pt x="55" y="77"/>
                    <a:pt x="60" y="89"/>
                    <a:pt x="65" y="90"/>
                  </a:cubicBezTo>
                  <a:cubicBezTo>
                    <a:pt x="76" y="92"/>
                    <a:pt x="70" y="67"/>
                    <a:pt x="70" y="60"/>
                  </a:cubicBezTo>
                  <a:cubicBezTo>
                    <a:pt x="71" y="40"/>
                    <a:pt x="76" y="20"/>
                    <a:pt x="69" y="0"/>
                  </a:cubicBezTo>
                  <a:cubicBezTo>
                    <a:pt x="64" y="11"/>
                    <a:pt x="66" y="25"/>
                    <a:pt x="62" y="37"/>
                  </a:cubicBezTo>
                  <a:cubicBezTo>
                    <a:pt x="61" y="41"/>
                    <a:pt x="58" y="44"/>
                    <a:pt x="57" y="48"/>
                  </a:cubicBezTo>
                  <a:cubicBezTo>
                    <a:pt x="56" y="53"/>
                    <a:pt x="58" y="57"/>
                    <a:pt x="56" y="62"/>
                  </a:cubicBezTo>
                  <a:cubicBezTo>
                    <a:pt x="44" y="57"/>
                    <a:pt x="40" y="40"/>
                    <a:pt x="29" y="32"/>
                  </a:cubicBezTo>
                  <a:cubicBezTo>
                    <a:pt x="22" y="28"/>
                    <a:pt x="20" y="31"/>
                    <a:pt x="14" y="30"/>
                  </a:cubicBezTo>
                  <a:cubicBezTo>
                    <a:pt x="10" y="30"/>
                    <a:pt x="4" y="25"/>
                    <a:pt x="2" y="22"/>
                  </a:cubicBezTo>
                </a:path>
              </a:pathLst>
            </a:custGeom>
            <a:solidFill>
              <a:srgbClr val="CEA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1" name="Freeform 306">
              <a:extLst>
                <a:ext uri="{FF2B5EF4-FFF2-40B4-BE49-F238E27FC236}">
                  <a16:creationId xmlns:a16="http://schemas.microsoft.com/office/drawing/2014/main" id="{244700A5-B43E-43E5-B4AD-919090874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3608"/>
              <a:ext cx="154" cy="170"/>
            </a:xfrm>
            <a:custGeom>
              <a:avLst/>
              <a:gdLst>
                <a:gd name="T0" fmla="*/ 0 w 67"/>
                <a:gd name="T1" fmla="*/ 448 h 69"/>
                <a:gd name="T2" fmla="*/ 170 w 67"/>
                <a:gd name="T3" fmla="*/ 734 h 69"/>
                <a:gd name="T4" fmla="*/ 802 w 67"/>
                <a:gd name="T5" fmla="*/ 1032 h 69"/>
                <a:gd name="T6" fmla="*/ 692 w 67"/>
                <a:gd name="T7" fmla="*/ 747 h 69"/>
                <a:gd name="T8" fmla="*/ 618 w 67"/>
                <a:gd name="T9" fmla="*/ 237 h 69"/>
                <a:gd name="T10" fmla="*/ 365 w 67"/>
                <a:gd name="T11" fmla="*/ 182 h 69"/>
                <a:gd name="T12" fmla="*/ 74 w 67"/>
                <a:gd name="T13" fmla="*/ 42 h 69"/>
                <a:gd name="T14" fmla="*/ 37 w 67"/>
                <a:gd name="T15" fmla="*/ 407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69">
                  <a:moveTo>
                    <a:pt x="0" y="30"/>
                  </a:moveTo>
                  <a:cubicBezTo>
                    <a:pt x="4" y="37"/>
                    <a:pt x="8" y="44"/>
                    <a:pt x="14" y="49"/>
                  </a:cubicBezTo>
                  <a:cubicBezTo>
                    <a:pt x="28" y="60"/>
                    <a:pt x="50" y="63"/>
                    <a:pt x="66" y="69"/>
                  </a:cubicBezTo>
                  <a:cubicBezTo>
                    <a:pt x="67" y="63"/>
                    <a:pt x="60" y="56"/>
                    <a:pt x="57" y="50"/>
                  </a:cubicBezTo>
                  <a:cubicBezTo>
                    <a:pt x="53" y="40"/>
                    <a:pt x="57" y="26"/>
                    <a:pt x="51" y="16"/>
                  </a:cubicBezTo>
                  <a:cubicBezTo>
                    <a:pt x="46" y="9"/>
                    <a:pt x="37" y="13"/>
                    <a:pt x="30" y="12"/>
                  </a:cubicBezTo>
                  <a:cubicBezTo>
                    <a:pt x="23" y="10"/>
                    <a:pt x="12" y="0"/>
                    <a:pt x="6" y="3"/>
                  </a:cubicBezTo>
                  <a:cubicBezTo>
                    <a:pt x="6" y="13"/>
                    <a:pt x="10" y="19"/>
                    <a:pt x="3" y="27"/>
                  </a:cubicBezTo>
                </a:path>
              </a:pathLst>
            </a:custGeom>
            <a:solidFill>
              <a:srgbClr val="CEA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2" name="Freeform 307">
              <a:extLst>
                <a:ext uri="{FF2B5EF4-FFF2-40B4-BE49-F238E27FC236}">
                  <a16:creationId xmlns:a16="http://schemas.microsoft.com/office/drawing/2014/main" id="{356A068B-9FC8-4B1E-BD6B-1B811DE74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3746"/>
              <a:ext cx="136" cy="157"/>
            </a:xfrm>
            <a:custGeom>
              <a:avLst/>
              <a:gdLst>
                <a:gd name="T0" fmla="*/ 219 w 59"/>
                <a:gd name="T1" fmla="*/ 0 h 64"/>
                <a:gd name="T2" fmla="*/ 627 w 59"/>
                <a:gd name="T3" fmla="*/ 692 h 64"/>
                <a:gd name="T4" fmla="*/ 0 w 59"/>
                <a:gd name="T5" fmla="*/ 783 h 64"/>
                <a:gd name="T6" fmla="*/ 468 w 59"/>
                <a:gd name="T7" fmla="*/ 488 h 64"/>
                <a:gd name="T8" fmla="*/ 281 w 59"/>
                <a:gd name="T9" fmla="*/ 6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4">
                  <a:moveTo>
                    <a:pt x="18" y="0"/>
                  </a:moveTo>
                  <a:cubicBezTo>
                    <a:pt x="32" y="7"/>
                    <a:pt x="59" y="30"/>
                    <a:pt x="51" y="47"/>
                  </a:cubicBezTo>
                  <a:cubicBezTo>
                    <a:pt x="44" y="64"/>
                    <a:pt x="13" y="56"/>
                    <a:pt x="0" y="53"/>
                  </a:cubicBezTo>
                  <a:cubicBezTo>
                    <a:pt x="15" y="51"/>
                    <a:pt x="37" y="54"/>
                    <a:pt x="38" y="33"/>
                  </a:cubicBezTo>
                  <a:cubicBezTo>
                    <a:pt x="38" y="24"/>
                    <a:pt x="29" y="10"/>
                    <a:pt x="23" y="4"/>
                  </a:cubicBezTo>
                </a:path>
              </a:pathLst>
            </a:custGeom>
            <a:solidFill>
              <a:srgbClr val="D6B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3" name="Freeform 308">
              <a:extLst>
                <a:ext uri="{FF2B5EF4-FFF2-40B4-BE49-F238E27FC236}">
                  <a16:creationId xmlns:a16="http://schemas.microsoft.com/office/drawing/2014/main" id="{F8FE124B-2E47-47C5-B82B-D9CDB274B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3809"/>
              <a:ext cx="33" cy="67"/>
            </a:xfrm>
            <a:custGeom>
              <a:avLst/>
              <a:gdLst>
                <a:gd name="T0" fmla="*/ 118 w 14"/>
                <a:gd name="T1" fmla="*/ 0 h 27"/>
                <a:gd name="T2" fmla="*/ 0 w 14"/>
                <a:gd name="T3" fmla="*/ 382 h 27"/>
                <a:gd name="T4" fmla="*/ 134 w 14"/>
                <a:gd name="T5" fmla="*/ 3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7">
                  <a:moveTo>
                    <a:pt x="9" y="0"/>
                  </a:moveTo>
                  <a:cubicBezTo>
                    <a:pt x="14" y="9"/>
                    <a:pt x="14" y="27"/>
                    <a:pt x="0" y="25"/>
                  </a:cubicBezTo>
                  <a:cubicBezTo>
                    <a:pt x="8" y="20"/>
                    <a:pt x="4" y="3"/>
                    <a:pt x="10" y="2"/>
                  </a:cubicBezTo>
                </a:path>
              </a:pathLst>
            </a:custGeom>
            <a:solidFill>
              <a:srgbClr val="F0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4" name="Freeform 309">
              <a:extLst>
                <a:ext uri="{FF2B5EF4-FFF2-40B4-BE49-F238E27FC236}">
                  <a16:creationId xmlns:a16="http://schemas.microsoft.com/office/drawing/2014/main" id="{BA8F9A4B-8D18-4DF3-A579-BF195BB26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3802"/>
              <a:ext cx="10" cy="7"/>
            </a:xfrm>
            <a:custGeom>
              <a:avLst/>
              <a:gdLst>
                <a:gd name="T0" fmla="*/ 0 w 4"/>
                <a:gd name="T1" fmla="*/ 28 h 3"/>
                <a:gd name="T2" fmla="*/ 63 w 4"/>
                <a:gd name="T3" fmla="*/ 37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3"/>
                    <a:pt x="3" y="3"/>
                    <a:pt x="4" y="3"/>
                  </a:cubicBezTo>
                  <a:cubicBezTo>
                    <a:pt x="3" y="0"/>
                    <a:pt x="2" y="1"/>
                    <a:pt x="0" y="0"/>
                  </a:cubicBezTo>
                </a:path>
              </a:pathLst>
            </a:custGeom>
            <a:solidFill>
              <a:srgbClr val="F0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5" name="Freeform 310">
              <a:extLst>
                <a:ext uri="{FF2B5EF4-FFF2-40B4-BE49-F238E27FC236}">
                  <a16:creationId xmlns:a16="http://schemas.microsoft.com/office/drawing/2014/main" id="{1942ED6A-44DE-413F-8DD2-E422AF575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3760"/>
              <a:ext cx="52" cy="49"/>
            </a:xfrm>
            <a:custGeom>
              <a:avLst/>
              <a:gdLst>
                <a:gd name="T0" fmla="*/ 0 w 23"/>
                <a:gd name="T1" fmla="*/ 0 h 20"/>
                <a:gd name="T2" fmla="*/ 163 w 23"/>
                <a:gd name="T3" fmla="*/ 282 h 20"/>
                <a:gd name="T4" fmla="*/ 267 w 23"/>
                <a:gd name="T5" fmla="*/ 120 h 20"/>
                <a:gd name="T6" fmla="*/ 163 w 23"/>
                <a:gd name="T7" fmla="*/ 174 h 20"/>
                <a:gd name="T8" fmla="*/ 0 w 23"/>
                <a:gd name="T9" fmla="*/ 1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0" y="0"/>
                  </a:moveTo>
                  <a:cubicBezTo>
                    <a:pt x="4" y="5"/>
                    <a:pt x="7" y="20"/>
                    <a:pt x="14" y="19"/>
                  </a:cubicBezTo>
                  <a:cubicBezTo>
                    <a:pt x="20" y="18"/>
                    <a:pt x="19" y="10"/>
                    <a:pt x="23" y="8"/>
                  </a:cubicBezTo>
                  <a:cubicBezTo>
                    <a:pt x="19" y="7"/>
                    <a:pt x="15" y="8"/>
                    <a:pt x="14" y="12"/>
                  </a:cubicBezTo>
                  <a:cubicBezTo>
                    <a:pt x="9" y="10"/>
                    <a:pt x="6" y="3"/>
                    <a:pt x="0" y="1"/>
                  </a:cubicBezTo>
                </a:path>
              </a:pathLst>
            </a:custGeom>
            <a:solidFill>
              <a:srgbClr val="F0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6" name="Freeform 311">
              <a:extLst>
                <a:ext uri="{FF2B5EF4-FFF2-40B4-BE49-F238E27FC236}">
                  <a16:creationId xmlns:a16="http://schemas.microsoft.com/office/drawing/2014/main" id="{705F1BA3-2EC7-471D-8F73-36CEFA814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3746"/>
              <a:ext cx="14" cy="12"/>
            </a:xfrm>
            <a:custGeom>
              <a:avLst/>
              <a:gdLst>
                <a:gd name="T0" fmla="*/ 28 w 6"/>
                <a:gd name="T1" fmla="*/ 0 h 5"/>
                <a:gd name="T2" fmla="*/ 49 w 6"/>
                <a:gd name="T3" fmla="*/ 70 h 5"/>
                <a:gd name="T4" fmla="*/ 28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2" y="3"/>
                    <a:pt x="0" y="5"/>
                    <a:pt x="4" y="5"/>
                  </a:cubicBezTo>
                  <a:cubicBezTo>
                    <a:pt x="6" y="2"/>
                    <a:pt x="3" y="2"/>
                    <a:pt x="2" y="0"/>
                  </a:cubicBezTo>
                </a:path>
              </a:pathLst>
            </a:custGeom>
            <a:solidFill>
              <a:srgbClr val="F0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7" name="Freeform 312">
              <a:extLst>
                <a:ext uri="{FF2B5EF4-FFF2-40B4-BE49-F238E27FC236}">
                  <a16:creationId xmlns:a16="http://schemas.microsoft.com/office/drawing/2014/main" id="{95C06808-939B-4E24-AB99-04FB406BD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3692"/>
              <a:ext cx="21" cy="39"/>
            </a:xfrm>
            <a:custGeom>
              <a:avLst/>
              <a:gdLst>
                <a:gd name="T0" fmla="*/ 0 w 9"/>
                <a:gd name="T1" fmla="*/ 0 h 16"/>
                <a:gd name="T2" fmla="*/ 28 w 9"/>
                <a:gd name="T3" fmla="*/ 23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1" y="6"/>
                    <a:pt x="9" y="10"/>
                    <a:pt x="2" y="16"/>
                  </a:cubicBezTo>
                </a:path>
              </a:pathLst>
            </a:custGeom>
            <a:solidFill>
              <a:srgbClr val="F0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8" name="Freeform 313">
              <a:extLst>
                <a:ext uri="{FF2B5EF4-FFF2-40B4-BE49-F238E27FC236}">
                  <a16:creationId xmlns:a16="http://schemas.microsoft.com/office/drawing/2014/main" id="{092EA8D4-F27D-4C78-9269-AA9D8AC7E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3513"/>
              <a:ext cx="23" cy="68"/>
            </a:xfrm>
            <a:custGeom>
              <a:avLst/>
              <a:gdLst>
                <a:gd name="T0" fmla="*/ 37 w 10"/>
                <a:gd name="T1" fmla="*/ 0 h 28"/>
                <a:gd name="T2" fmla="*/ 122 w 10"/>
                <a:gd name="T3" fmla="*/ 401 h 28"/>
                <a:gd name="T4" fmla="*/ 64 w 10"/>
                <a:gd name="T5" fmla="*/ 5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3" y="0"/>
                  </a:moveTo>
                  <a:cubicBezTo>
                    <a:pt x="0" y="13"/>
                    <a:pt x="4" y="19"/>
                    <a:pt x="10" y="28"/>
                  </a:cubicBezTo>
                  <a:cubicBezTo>
                    <a:pt x="7" y="26"/>
                    <a:pt x="2" y="9"/>
                    <a:pt x="5" y="4"/>
                  </a:cubicBezTo>
                </a:path>
              </a:pathLst>
            </a:custGeom>
            <a:solidFill>
              <a:srgbClr val="F0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9" name="Freeform 314">
              <a:extLst>
                <a:ext uri="{FF2B5EF4-FFF2-40B4-BE49-F238E27FC236}">
                  <a16:creationId xmlns:a16="http://schemas.microsoft.com/office/drawing/2014/main" id="{1D2D8296-2C55-4546-A42A-5FAC2186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3429"/>
              <a:ext cx="41" cy="40"/>
            </a:xfrm>
            <a:custGeom>
              <a:avLst/>
              <a:gdLst>
                <a:gd name="T0" fmla="*/ 11 w 18"/>
                <a:gd name="T1" fmla="*/ 0 h 16"/>
                <a:gd name="T2" fmla="*/ 212 w 18"/>
                <a:gd name="T3" fmla="*/ 250 h 16"/>
                <a:gd name="T4" fmla="*/ 11 w 18"/>
                <a:gd name="T5" fmla="*/ 6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" y="0"/>
                  </a:moveTo>
                  <a:cubicBezTo>
                    <a:pt x="0" y="16"/>
                    <a:pt x="6" y="16"/>
                    <a:pt x="18" y="16"/>
                  </a:cubicBezTo>
                  <a:cubicBezTo>
                    <a:pt x="10" y="16"/>
                    <a:pt x="7" y="9"/>
                    <a:pt x="1" y="4"/>
                  </a:cubicBezTo>
                </a:path>
              </a:pathLst>
            </a:custGeom>
            <a:solidFill>
              <a:srgbClr val="F0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0" name="Freeform 315">
              <a:extLst>
                <a:ext uri="{FF2B5EF4-FFF2-40B4-BE49-F238E27FC236}">
                  <a16:creationId xmlns:a16="http://schemas.microsoft.com/office/drawing/2014/main" id="{38687B8D-F963-489A-AB6B-0763C8634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3653"/>
              <a:ext cx="50" cy="93"/>
            </a:xfrm>
            <a:custGeom>
              <a:avLst/>
              <a:gdLst>
                <a:gd name="T0" fmla="*/ 0 w 22"/>
                <a:gd name="T1" fmla="*/ 396 h 38"/>
                <a:gd name="T2" fmla="*/ 248 w 22"/>
                <a:gd name="T3" fmla="*/ 294 h 38"/>
                <a:gd name="T4" fmla="*/ 166 w 22"/>
                <a:gd name="T5" fmla="*/ 0 h 38"/>
                <a:gd name="T6" fmla="*/ 57 w 22"/>
                <a:gd name="T7" fmla="*/ 36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8">
                  <a:moveTo>
                    <a:pt x="0" y="27"/>
                  </a:moveTo>
                  <a:cubicBezTo>
                    <a:pt x="11" y="31"/>
                    <a:pt x="19" y="38"/>
                    <a:pt x="21" y="20"/>
                  </a:cubicBezTo>
                  <a:cubicBezTo>
                    <a:pt x="21" y="13"/>
                    <a:pt x="22" y="0"/>
                    <a:pt x="14" y="0"/>
                  </a:cubicBezTo>
                  <a:cubicBezTo>
                    <a:pt x="17" y="11"/>
                    <a:pt x="13" y="19"/>
                    <a:pt x="5" y="25"/>
                  </a:cubicBezTo>
                </a:path>
              </a:pathLst>
            </a:custGeom>
            <a:solidFill>
              <a:srgbClr val="DAB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1" name="Freeform 316">
              <a:extLst>
                <a:ext uri="{FF2B5EF4-FFF2-40B4-BE49-F238E27FC236}">
                  <a16:creationId xmlns:a16="http://schemas.microsoft.com/office/drawing/2014/main" id="{232D4748-B78A-4C49-8C2D-C626CD0D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486"/>
              <a:ext cx="23" cy="78"/>
            </a:xfrm>
            <a:custGeom>
              <a:avLst/>
              <a:gdLst>
                <a:gd name="T0" fmla="*/ 0 w 10"/>
                <a:gd name="T1" fmla="*/ 322 h 32"/>
                <a:gd name="T2" fmla="*/ 74 w 10"/>
                <a:gd name="T3" fmla="*/ 463 h 32"/>
                <a:gd name="T4" fmla="*/ 122 w 10"/>
                <a:gd name="T5" fmla="*/ 0 h 32"/>
                <a:gd name="T6" fmla="*/ 37 w 10"/>
                <a:gd name="T7" fmla="*/ 30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2">
                  <a:moveTo>
                    <a:pt x="0" y="22"/>
                  </a:moveTo>
                  <a:cubicBezTo>
                    <a:pt x="2" y="26"/>
                    <a:pt x="4" y="29"/>
                    <a:pt x="6" y="32"/>
                  </a:cubicBezTo>
                  <a:cubicBezTo>
                    <a:pt x="10" y="26"/>
                    <a:pt x="9" y="7"/>
                    <a:pt x="10" y="0"/>
                  </a:cubicBezTo>
                  <a:cubicBezTo>
                    <a:pt x="5" y="3"/>
                    <a:pt x="4" y="16"/>
                    <a:pt x="3" y="21"/>
                  </a:cubicBezTo>
                </a:path>
              </a:pathLst>
            </a:custGeom>
            <a:solidFill>
              <a:srgbClr val="DAB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2" name="Freeform 317">
              <a:extLst>
                <a:ext uri="{FF2B5EF4-FFF2-40B4-BE49-F238E27FC236}">
                  <a16:creationId xmlns:a16="http://schemas.microsoft.com/office/drawing/2014/main" id="{FDAF69D5-3CBB-4C3E-A798-155F77C74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3356"/>
              <a:ext cx="44" cy="73"/>
            </a:xfrm>
            <a:custGeom>
              <a:avLst/>
              <a:gdLst>
                <a:gd name="T0" fmla="*/ 0 w 19"/>
                <a:gd name="T1" fmla="*/ 343 h 30"/>
                <a:gd name="T2" fmla="*/ 225 w 19"/>
                <a:gd name="T3" fmla="*/ 0 h 30"/>
                <a:gd name="T4" fmla="*/ 160 w 19"/>
                <a:gd name="T5" fmla="*/ 219 h 30"/>
                <a:gd name="T6" fmla="*/ 65 w 19"/>
                <a:gd name="T7" fmla="*/ 29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0">
                  <a:moveTo>
                    <a:pt x="0" y="24"/>
                  </a:moveTo>
                  <a:cubicBezTo>
                    <a:pt x="16" y="30"/>
                    <a:pt x="19" y="11"/>
                    <a:pt x="18" y="0"/>
                  </a:cubicBezTo>
                  <a:cubicBezTo>
                    <a:pt x="17" y="5"/>
                    <a:pt x="17" y="11"/>
                    <a:pt x="13" y="15"/>
                  </a:cubicBezTo>
                  <a:cubicBezTo>
                    <a:pt x="10" y="19"/>
                    <a:pt x="5" y="17"/>
                    <a:pt x="5" y="20"/>
                  </a:cubicBezTo>
                </a:path>
              </a:pathLst>
            </a:custGeom>
            <a:solidFill>
              <a:srgbClr val="DAB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3" name="Freeform 318">
              <a:extLst>
                <a:ext uri="{FF2B5EF4-FFF2-40B4-BE49-F238E27FC236}">
                  <a16:creationId xmlns:a16="http://schemas.microsoft.com/office/drawing/2014/main" id="{1C6776CE-DE33-499A-A57B-F969A315A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255"/>
              <a:ext cx="200" cy="201"/>
            </a:xfrm>
            <a:custGeom>
              <a:avLst/>
              <a:gdLst>
                <a:gd name="T0" fmla="*/ 0 w 87"/>
                <a:gd name="T1" fmla="*/ 12 h 82"/>
                <a:gd name="T2" fmla="*/ 402 w 87"/>
                <a:gd name="T3" fmla="*/ 265 h 82"/>
                <a:gd name="T4" fmla="*/ 607 w 87"/>
                <a:gd name="T5" fmla="*/ 882 h 82"/>
                <a:gd name="T6" fmla="*/ 814 w 87"/>
                <a:gd name="T7" fmla="*/ 691 h 82"/>
                <a:gd name="T8" fmla="*/ 1057 w 87"/>
                <a:gd name="T9" fmla="*/ 368 h 82"/>
                <a:gd name="T10" fmla="*/ 720 w 87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82">
                  <a:moveTo>
                    <a:pt x="0" y="1"/>
                  </a:moveTo>
                  <a:cubicBezTo>
                    <a:pt x="13" y="2"/>
                    <a:pt x="25" y="5"/>
                    <a:pt x="33" y="18"/>
                  </a:cubicBezTo>
                  <a:cubicBezTo>
                    <a:pt x="41" y="31"/>
                    <a:pt x="43" y="46"/>
                    <a:pt x="50" y="60"/>
                  </a:cubicBezTo>
                  <a:cubicBezTo>
                    <a:pt x="62" y="82"/>
                    <a:pt x="61" y="61"/>
                    <a:pt x="67" y="47"/>
                  </a:cubicBezTo>
                  <a:cubicBezTo>
                    <a:pt x="72" y="37"/>
                    <a:pt x="81" y="35"/>
                    <a:pt x="87" y="25"/>
                  </a:cubicBezTo>
                  <a:cubicBezTo>
                    <a:pt x="81" y="14"/>
                    <a:pt x="69" y="7"/>
                    <a:pt x="59" y="0"/>
                  </a:cubicBezTo>
                </a:path>
              </a:pathLst>
            </a:custGeom>
            <a:solidFill>
              <a:srgbClr val="AF6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4" name="Freeform 319">
              <a:extLst>
                <a:ext uri="{FF2B5EF4-FFF2-40B4-BE49-F238E27FC236}">
                  <a16:creationId xmlns:a16="http://schemas.microsoft.com/office/drawing/2014/main" id="{6D15ADC4-C700-4F45-9923-3A2D2A057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116"/>
              <a:ext cx="320" cy="183"/>
            </a:xfrm>
            <a:custGeom>
              <a:avLst/>
              <a:gdLst>
                <a:gd name="T0" fmla="*/ 355 w 139"/>
                <a:gd name="T1" fmla="*/ 1059 h 75"/>
                <a:gd name="T2" fmla="*/ 900 w 139"/>
                <a:gd name="T3" fmla="*/ 827 h 75"/>
                <a:gd name="T4" fmla="*/ 1319 w 139"/>
                <a:gd name="T5" fmla="*/ 1000 h 75"/>
                <a:gd name="T6" fmla="*/ 1697 w 139"/>
                <a:gd name="T7" fmla="*/ 827 h 75"/>
                <a:gd name="T8" fmla="*/ 1144 w 139"/>
                <a:gd name="T9" fmla="*/ 495 h 75"/>
                <a:gd name="T10" fmla="*/ 635 w 139"/>
                <a:gd name="T11" fmla="*/ 261 h 75"/>
                <a:gd name="T12" fmla="*/ 170 w 139"/>
                <a:gd name="T13" fmla="*/ 3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75">
                  <a:moveTo>
                    <a:pt x="29" y="73"/>
                  </a:moveTo>
                  <a:cubicBezTo>
                    <a:pt x="24" y="44"/>
                    <a:pt x="56" y="48"/>
                    <a:pt x="74" y="57"/>
                  </a:cubicBezTo>
                  <a:cubicBezTo>
                    <a:pt x="85" y="62"/>
                    <a:pt x="94" y="75"/>
                    <a:pt x="108" y="69"/>
                  </a:cubicBezTo>
                  <a:cubicBezTo>
                    <a:pt x="116" y="66"/>
                    <a:pt x="118" y="51"/>
                    <a:pt x="139" y="57"/>
                  </a:cubicBezTo>
                  <a:cubicBezTo>
                    <a:pt x="130" y="49"/>
                    <a:pt x="105" y="38"/>
                    <a:pt x="94" y="34"/>
                  </a:cubicBezTo>
                  <a:cubicBezTo>
                    <a:pt x="79" y="29"/>
                    <a:pt x="66" y="24"/>
                    <a:pt x="52" y="18"/>
                  </a:cubicBezTo>
                  <a:cubicBezTo>
                    <a:pt x="42" y="14"/>
                    <a:pt x="0" y="0"/>
                    <a:pt x="14" y="24"/>
                  </a:cubicBezTo>
                </a:path>
              </a:pathLst>
            </a:custGeom>
            <a:solidFill>
              <a:srgbClr val="AF6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5" name="Freeform 320">
              <a:extLst>
                <a:ext uri="{FF2B5EF4-FFF2-40B4-BE49-F238E27FC236}">
                  <a16:creationId xmlns:a16="http://schemas.microsoft.com/office/drawing/2014/main" id="{021D84CF-242E-4BDD-9438-87076D334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208"/>
              <a:ext cx="50" cy="133"/>
            </a:xfrm>
            <a:custGeom>
              <a:avLst/>
              <a:gdLst>
                <a:gd name="T0" fmla="*/ 0 w 22"/>
                <a:gd name="T1" fmla="*/ 808 h 54"/>
                <a:gd name="T2" fmla="*/ 118 w 22"/>
                <a:gd name="T3" fmla="*/ 581 h 54"/>
                <a:gd name="T4" fmla="*/ 175 w 22"/>
                <a:gd name="T5" fmla="*/ 431 h 54"/>
                <a:gd name="T6" fmla="*/ 211 w 22"/>
                <a:gd name="T7" fmla="*/ 207 h 54"/>
                <a:gd name="T8" fmla="*/ 259 w 2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4">
                  <a:moveTo>
                    <a:pt x="0" y="54"/>
                  </a:moveTo>
                  <a:cubicBezTo>
                    <a:pt x="4" y="50"/>
                    <a:pt x="6" y="44"/>
                    <a:pt x="10" y="39"/>
                  </a:cubicBezTo>
                  <a:cubicBezTo>
                    <a:pt x="12" y="36"/>
                    <a:pt x="14" y="32"/>
                    <a:pt x="15" y="29"/>
                  </a:cubicBezTo>
                  <a:cubicBezTo>
                    <a:pt x="17" y="24"/>
                    <a:pt x="17" y="19"/>
                    <a:pt x="18" y="14"/>
                  </a:cubicBezTo>
                  <a:cubicBezTo>
                    <a:pt x="19" y="10"/>
                    <a:pt x="20" y="3"/>
                    <a:pt x="22" y="0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6" name="Freeform 321">
              <a:extLst>
                <a:ext uri="{FF2B5EF4-FFF2-40B4-BE49-F238E27FC236}">
                  <a16:creationId xmlns:a16="http://schemas.microsoft.com/office/drawing/2014/main" id="{6ABB47DE-F9B3-4507-A5F7-8DD57D231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368"/>
              <a:ext cx="30" cy="135"/>
            </a:xfrm>
            <a:custGeom>
              <a:avLst/>
              <a:gdLst>
                <a:gd name="T0" fmla="*/ 159 w 13"/>
                <a:gd name="T1" fmla="*/ 0 h 55"/>
                <a:gd name="T2" fmla="*/ 111 w 13"/>
                <a:gd name="T3" fmla="*/ 488 h 55"/>
                <a:gd name="T4" fmla="*/ 37 w 13"/>
                <a:gd name="T5" fmla="*/ 812 h 55"/>
                <a:gd name="T6" fmla="*/ 97 w 13"/>
                <a:gd name="T7" fmla="*/ 204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5">
                  <a:moveTo>
                    <a:pt x="13" y="0"/>
                  </a:moveTo>
                  <a:cubicBezTo>
                    <a:pt x="13" y="11"/>
                    <a:pt x="10" y="22"/>
                    <a:pt x="9" y="33"/>
                  </a:cubicBezTo>
                  <a:cubicBezTo>
                    <a:pt x="9" y="41"/>
                    <a:pt x="5" y="47"/>
                    <a:pt x="3" y="55"/>
                  </a:cubicBezTo>
                  <a:cubicBezTo>
                    <a:pt x="0" y="44"/>
                    <a:pt x="3" y="24"/>
                    <a:pt x="8" y="14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7" name="Freeform 322">
              <a:extLst>
                <a:ext uri="{FF2B5EF4-FFF2-40B4-BE49-F238E27FC236}">
                  <a16:creationId xmlns:a16="http://schemas.microsoft.com/office/drawing/2014/main" id="{7EF29E2D-4D51-48C0-A716-A3C3899D0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530"/>
              <a:ext cx="25" cy="130"/>
            </a:xfrm>
            <a:custGeom>
              <a:avLst/>
              <a:gdLst>
                <a:gd name="T0" fmla="*/ 45 w 11"/>
                <a:gd name="T1" fmla="*/ 0 h 53"/>
                <a:gd name="T2" fmla="*/ 118 w 11"/>
                <a:gd name="T3" fmla="*/ 446 h 53"/>
                <a:gd name="T4" fmla="*/ 82 w 11"/>
                <a:gd name="T5" fmla="*/ 782 h 53"/>
                <a:gd name="T6" fmla="*/ 25 w 11"/>
                <a:gd name="T7" fmla="*/ 6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3">
                  <a:moveTo>
                    <a:pt x="4" y="0"/>
                  </a:moveTo>
                  <a:cubicBezTo>
                    <a:pt x="4" y="11"/>
                    <a:pt x="10" y="20"/>
                    <a:pt x="10" y="30"/>
                  </a:cubicBezTo>
                  <a:cubicBezTo>
                    <a:pt x="11" y="37"/>
                    <a:pt x="8" y="46"/>
                    <a:pt x="7" y="53"/>
                  </a:cubicBezTo>
                  <a:cubicBezTo>
                    <a:pt x="2" y="38"/>
                    <a:pt x="0" y="21"/>
                    <a:pt x="2" y="4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8" name="Freeform 323">
              <a:extLst>
                <a:ext uri="{FF2B5EF4-FFF2-40B4-BE49-F238E27FC236}">
                  <a16:creationId xmlns:a16="http://schemas.microsoft.com/office/drawing/2014/main" id="{06694766-0D89-4A5B-BA6B-D1CD7FFA0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103"/>
              <a:ext cx="37" cy="56"/>
            </a:xfrm>
            <a:custGeom>
              <a:avLst/>
              <a:gdLst>
                <a:gd name="T0" fmla="*/ 0 w 16"/>
                <a:gd name="T1" fmla="*/ 331 h 23"/>
                <a:gd name="T2" fmla="*/ 134 w 16"/>
                <a:gd name="T3" fmla="*/ 243 h 23"/>
                <a:gd name="T4" fmla="*/ 199 w 1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0" y="23"/>
                  </a:moveTo>
                  <a:cubicBezTo>
                    <a:pt x="3" y="23"/>
                    <a:pt x="10" y="20"/>
                    <a:pt x="11" y="17"/>
                  </a:cubicBezTo>
                  <a:cubicBezTo>
                    <a:pt x="15" y="12"/>
                    <a:pt x="11" y="6"/>
                    <a:pt x="16" y="0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9" name="Freeform 324">
              <a:extLst>
                <a:ext uri="{FF2B5EF4-FFF2-40B4-BE49-F238E27FC236}">
                  <a16:creationId xmlns:a16="http://schemas.microsoft.com/office/drawing/2014/main" id="{21D7B5E1-7684-4089-B5D2-14250B78E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032"/>
              <a:ext cx="48" cy="42"/>
            </a:xfrm>
            <a:custGeom>
              <a:avLst/>
              <a:gdLst>
                <a:gd name="T0" fmla="*/ 0 w 21"/>
                <a:gd name="T1" fmla="*/ 257 h 17"/>
                <a:gd name="T2" fmla="*/ 167 w 21"/>
                <a:gd name="T3" fmla="*/ 183 h 17"/>
                <a:gd name="T4" fmla="*/ 251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17"/>
                  </a:moveTo>
                  <a:cubicBezTo>
                    <a:pt x="4" y="13"/>
                    <a:pt x="10" y="15"/>
                    <a:pt x="14" y="12"/>
                  </a:cubicBezTo>
                  <a:cubicBezTo>
                    <a:pt x="17" y="10"/>
                    <a:pt x="19" y="3"/>
                    <a:pt x="21" y="0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0" name="Freeform 325">
              <a:extLst>
                <a:ext uri="{FF2B5EF4-FFF2-40B4-BE49-F238E27FC236}">
                  <a16:creationId xmlns:a16="http://schemas.microsoft.com/office/drawing/2014/main" id="{A9EEEC5E-395F-438C-A393-EAEF7EF19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966"/>
              <a:ext cx="62" cy="41"/>
            </a:xfrm>
            <a:custGeom>
              <a:avLst/>
              <a:gdLst>
                <a:gd name="T0" fmla="*/ 0 w 27"/>
                <a:gd name="T1" fmla="*/ 239 h 17"/>
                <a:gd name="T2" fmla="*/ 94 w 27"/>
                <a:gd name="T3" fmla="*/ 198 h 17"/>
                <a:gd name="T4" fmla="*/ 216 w 27"/>
                <a:gd name="T5" fmla="*/ 169 h 17"/>
                <a:gd name="T6" fmla="*/ 326 w 2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7">
                  <a:moveTo>
                    <a:pt x="0" y="17"/>
                  </a:moveTo>
                  <a:cubicBezTo>
                    <a:pt x="3" y="16"/>
                    <a:pt x="6" y="15"/>
                    <a:pt x="8" y="14"/>
                  </a:cubicBezTo>
                  <a:cubicBezTo>
                    <a:pt x="11" y="13"/>
                    <a:pt x="16" y="13"/>
                    <a:pt x="18" y="12"/>
                  </a:cubicBezTo>
                  <a:cubicBezTo>
                    <a:pt x="22" y="10"/>
                    <a:pt x="24" y="2"/>
                    <a:pt x="27" y="0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1" name="Freeform 326">
              <a:extLst>
                <a:ext uri="{FF2B5EF4-FFF2-40B4-BE49-F238E27FC236}">
                  <a16:creationId xmlns:a16="http://schemas.microsoft.com/office/drawing/2014/main" id="{C092B8EF-6AE0-4514-BA83-37922F19F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907"/>
              <a:ext cx="58" cy="39"/>
            </a:xfrm>
            <a:custGeom>
              <a:avLst/>
              <a:gdLst>
                <a:gd name="T0" fmla="*/ 0 w 25"/>
                <a:gd name="T1" fmla="*/ 219 h 16"/>
                <a:gd name="T2" fmla="*/ 188 w 25"/>
                <a:gd name="T3" fmla="*/ 202 h 16"/>
                <a:gd name="T4" fmla="*/ 237 w 25"/>
                <a:gd name="T5" fmla="*/ 100 h 16"/>
                <a:gd name="T6" fmla="*/ 313 w 2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6">
                  <a:moveTo>
                    <a:pt x="0" y="15"/>
                  </a:moveTo>
                  <a:cubicBezTo>
                    <a:pt x="3" y="16"/>
                    <a:pt x="13" y="16"/>
                    <a:pt x="15" y="14"/>
                  </a:cubicBezTo>
                  <a:cubicBezTo>
                    <a:pt x="16" y="13"/>
                    <a:pt x="17" y="8"/>
                    <a:pt x="19" y="7"/>
                  </a:cubicBezTo>
                  <a:cubicBezTo>
                    <a:pt x="21" y="4"/>
                    <a:pt x="23" y="2"/>
                    <a:pt x="25" y="0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2" name="Freeform 327">
              <a:extLst>
                <a:ext uri="{FF2B5EF4-FFF2-40B4-BE49-F238E27FC236}">
                  <a16:creationId xmlns:a16="http://schemas.microsoft.com/office/drawing/2014/main" id="{FA341562-8554-4FAB-B147-812FA7446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887"/>
              <a:ext cx="58" cy="22"/>
            </a:xfrm>
            <a:custGeom>
              <a:avLst/>
              <a:gdLst>
                <a:gd name="T0" fmla="*/ 0 w 25"/>
                <a:gd name="T1" fmla="*/ 71 h 9"/>
                <a:gd name="T2" fmla="*/ 188 w 25"/>
                <a:gd name="T3" fmla="*/ 103 h 9"/>
                <a:gd name="T4" fmla="*/ 313 w 2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9">
                  <a:moveTo>
                    <a:pt x="0" y="5"/>
                  </a:moveTo>
                  <a:cubicBezTo>
                    <a:pt x="4" y="7"/>
                    <a:pt x="11" y="9"/>
                    <a:pt x="15" y="7"/>
                  </a:cubicBezTo>
                  <a:cubicBezTo>
                    <a:pt x="19" y="6"/>
                    <a:pt x="20" y="1"/>
                    <a:pt x="25" y="0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3" name="Freeform 328">
              <a:extLst>
                <a:ext uri="{FF2B5EF4-FFF2-40B4-BE49-F238E27FC236}">
                  <a16:creationId xmlns:a16="http://schemas.microsoft.com/office/drawing/2014/main" id="{61800D4D-B076-4347-810E-14947EC98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868"/>
              <a:ext cx="65" cy="17"/>
            </a:xfrm>
            <a:custGeom>
              <a:avLst/>
              <a:gdLst>
                <a:gd name="T0" fmla="*/ 0 w 28"/>
                <a:gd name="T1" fmla="*/ 58 h 7"/>
                <a:gd name="T2" fmla="*/ 102 w 28"/>
                <a:gd name="T3" fmla="*/ 58 h 7"/>
                <a:gd name="T4" fmla="*/ 211 w 28"/>
                <a:gd name="T5" fmla="*/ 87 h 7"/>
                <a:gd name="T6" fmla="*/ 351 w 2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7">
                  <a:moveTo>
                    <a:pt x="0" y="4"/>
                  </a:moveTo>
                  <a:cubicBezTo>
                    <a:pt x="3" y="5"/>
                    <a:pt x="5" y="4"/>
                    <a:pt x="8" y="4"/>
                  </a:cubicBezTo>
                  <a:cubicBezTo>
                    <a:pt x="11" y="4"/>
                    <a:pt x="14" y="7"/>
                    <a:pt x="17" y="6"/>
                  </a:cubicBezTo>
                  <a:cubicBezTo>
                    <a:pt x="21" y="6"/>
                    <a:pt x="24" y="0"/>
                    <a:pt x="28" y="0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4" name="Freeform 329">
              <a:extLst>
                <a:ext uri="{FF2B5EF4-FFF2-40B4-BE49-F238E27FC236}">
                  <a16:creationId xmlns:a16="http://schemas.microsoft.com/office/drawing/2014/main" id="{7F360F81-5155-4B58-AFE0-7FE4853C3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873"/>
              <a:ext cx="126" cy="26"/>
            </a:xfrm>
            <a:custGeom>
              <a:avLst/>
              <a:gdLst>
                <a:gd name="T0" fmla="*/ 0 w 55"/>
                <a:gd name="T1" fmla="*/ 0 h 11"/>
                <a:gd name="T2" fmla="*/ 73 w 55"/>
                <a:gd name="T3" fmla="*/ 66 h 11"/>
                <a:gd name="T4" fmla="*/ 131 w 55"/>
                <a:gd name="T5" fmla="*/ 50 h 11"/>
                <a:gd name="T6" fmla="*/ 346 w 55"/>
                <a:gd name="T7" fmla="*/ 78 h 11"/>
                <a:gd name="T8" fmla="*/ 520 w 55"/>
                <a:gd name="T9" fmla="*/ 135 h 11"/>
                <a:gd name="T10" fmla="*/ 662 w 55"/>
                <a:gd name="T11" fmla="*/ 106 h 11"/>
                <a:gd name="T12" fmla="*/ 520 w 55"/>
                <a:gd name="T13" fmla="*/ 78 h 11"/>
                <a:gd name="T14" fmla="*/ 346 w 55"/>
                <a:gd name="T15" fmla="*/ 28 h 11"/>
                <a:gd name="T16" fmla="*/ 195 w 55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1">
                  <a:moveTo>
                    <a:pt x="0" y="0"/>
                  </a:moveTo>
                  <a:cubicBezTo>
                    <a:pt x="2" y="1"/>
                    <a:pt x="4" y="5"/>
                    <a:pt x="6" y="5"/>
                  </a:cubicBezTo>
                  <a:cubicBezTo>
                    <a:pt x="9" y="6"/>
                    <a:pt x="9" y="4"/>
                    <a:pt x="11" y="4"/>
                  </a:cubicBezTo>
                  <a:cubicBezTo>
                    <a:pt x="17" y="3"/>
                    <a:pt x="23" y="5"/>
                    <a:pt x="29" y="6"/>
                  </a:cubicBezTo>
                  <a:cubicBezTo>
                    <a:pt x="34" y="7"/>
                    <a:pt x="38" y="8"/>
                    <a:pt x="43" y="10"/>
                  </a:cubicBezTo>
                  <a:cubicBezTo>
                    <a:pt x="49" y="11"/>
                    <a:pt x="49" y="11"/>
                    <a:pt x="55" y="8"/>
                  </a:cubicBezTo>
                  <a:cubicBezTo>
                    <a:pt x="52" y="6"/>
                    <a:pt x="47" y="6"/>
                    <a:pt x="43" y="6"/>
                  </a:cubicBezTo>
                  <a:cubicBezTo>
                    <a:pt x="38" y="5"/>
                    <a:pt x="34" y="3"/>
                    <a:pt x="29" y="2"/>
                  </a:cubicBezTo>
                  <a:cubicBezTo>
                    <a:pt x="24" y="2"/>
                    <a:pt x="20" y="1"/>
                    <a:pt x="16" y="0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5" name="Freeform 330">
              <a:extLst>
                <a:ext uri="{FF2B5EF4-FFF2-40B4-BE49-F238E27FC236}">
                  <a16:creationId xmlns:a16="http://schemas.microsoft.com/office/drawing/2014/main" id="{6B684506-C177-4A4E-9009-369F95F5B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29"/>
              <a:ext cx="21" cy="12"/>
            </a:xfrm>
            <a:custGeom>
              <a:avLst/>
              <a:gdLst>
                <a:gd name="T0" fmla="*/ 0 w 9"/>
                <a:gd name="T1" fmla="*/ 0 h 5"/>
                <a:gd name="T2" fmla="*/ 65 w 9"/>
                <a:gd name="T3" fmla="*/ 70 h 5"/>
                <a:gd name="T4" fmla="*/ 114 w 9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3"/>
                    <a:pt x="3" y="4"/>
                    <a:pt x="5" y="5"/>
                  </a:cubicBezTo>
                  <a:cubicBezTo>
                    <a:pt x="7" y="3"/>
                    <a:pt x="7" y="4"/>
                    <a:pt x="9" y="4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6" name="Freeform 331">
              <a:extLst>
                <a:ext uri="{FF2B5EF4-FFF2-40B4-BE49-F238E27FC236}">
                  <a16:creationId xmlns:a16="http://schemas.microsoft.com/office/drawing/2014/main" id="{8E3C506E-B382-4F20-B728-C840750A5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3280"/>
              <a:ext cx="87" cy="262"/>
            </a:xfrm>
            <a:custGeom>
              <a:avLst/>
              <a:gdLst>
                <a:gd name="T0" fmla="*/ 37 w 38"/>
                <a:gd name="T1" fmla="*/ 1572 h 107"/>
                <a:gd name="T2" fmla="*/ 131 w 38"/>
                <a:gd name="T3" fmla="*/ 732 h 107"/>
                <a:gd name="T4" fmla="*/ 215 w 38"/>
                <a:gd name="T5" fmla="*/ 353 h 107"/>
                <a:gd name="T6" fmla="*/ 300 w 38"/>
                <a:gd name="T7" fmla="*/ 132 h 107"/>
                <a:gd name="T8" fmla="*/ 314 w 38"/>
                <a:gd name="T9" fmla="*/ 0 h 107"/>
                <a:gd name="T10" fmla="*/ 430 w 38"/>
                <a:gd name="T11" fmla="*/ 264 h 107"/>
                <a:gd name="T12" fmla="*/ 419 w 38"/>
                <a:gd name="T13" fmla="*/ 397 h 107"/>
                <a:gd name="T14" fmla="*/ 346 w 38"/>
                <a:gd name="T15" fmla="*/ 558 h 107"/>
                <a:gd name="T16" fmla="*/ 277 w 38"/>
                <a:gd name="T17" fmla="*/ 923 h 107"/>
                <a:gd name="T18" fmla="*/ 110 w 38"/>
                <a:gd name="T19" fmla="*/ 1234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07">
                  <a:moveTo>
                    <a:pt x="3" y="107"/>
                  </a:moveTo>
                  <a:cubicBezTo>
                    <a:pt x="0" y="86"/>
                    <a:pt x="2" y="69"/>
                    <a:pt x="11" y="50"/>
                  </a:cubicBezTo>
                  <a:cubicBezTo>
                    <a:pt x="14" y="42"/>
                    <a:pt x="15" y="33"/>
                    <a:pt x="18" y="24"/>
                  </a:cubicBezTo>
                  <a:cubicBezTo>
                    <a:pt x="20" y="19"/>
                    <a:pt x="24" y="15"/>
                    <a:pt x="25" y="9"/>
                  </a:cubicBezTo>
                  <a:cubicBezTo>
                    <a:pt x="26" y="6"/>
                    <a:pt x="25" y="3"/>
                    <a:pt x="26" y="0"/>
                  </a:cubicBezTo>
                  <a:cubicBezTo>
                    <a:pt x="28" y="6"/>
                    <a:pt x="34" y="11"/>
                    <a:pt x="36" y="18"/>
                  </a:cubicBezTo>
                  <a:cubicBezTo>
                    <a:pt x="37" y="24"/>
                    <a:pt x="38" y="22"/>
                    <a:pt x="35" y="27"/>
                  </a:cubicBezTo>
                  <a:cubicBezTo>
                    <a:pt x="34" y="31"/>
                    <a:pt x="31" y="34"/>
                    <a:pt x="29" y="38"/>
                  </a:cubicBezTo>
                  <a:cubicBezTo>
                    <a:pt x="26" y="48"/>
                    <a:pt x="31" y="55"/>
                    <a:pt x="23" y="63"/>
                  </a:cubicBezTo>
                  <a:cubicBezTo>
                    <a:pt x="17" y="70"/>
                    <a:pt x="13" y="76"/>
                    <a:pt x="9" y="84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7" name="Freeform 332">
              <a:extLst>
                <a:ext uri="{FF2B5EF4-FFF2-40B4-BE49-F238E27FC236}">
                  <a16:creationId xmlns:a16="http://schemas.microsoft.com/office/drawing/2014/main" id="{956D45FB-DD1E-40B0-8E47-4C4D0CDF7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802"/>
              <a:ext cx="191" cy="164"/>
            </a:xfrm>
            <a:custGeom>
              <a:avLst/>
              <a:gdLst>
                <a:gd name="T0" fmla="*/ 0 w 83"/>
                <a:gd name="T1" fmla="*/ 29 h 67"/>
                <a:gd name="T2" fmla="*/ 216 w 83"/>
                <a:gd name="T3" fmla="*/ 306 h 67"/>
                <a:gd name="T4" fmla="*/ 391 w 83"/>
                <a:gd name="T5" fmla="*/ 497 h 67"/>
                <a:gd name="T6" fmla="*/ 879 w 83"/>
                <a:gd name="T7" fmla="*/ 982 h 67"/>
                <a:gd name="T8" fmla="*/ 851 w 83"/>
                <a:gd name="T9" fmla="*/ 688 h 67"/>
                <a:gd name="T10" fmla="*/ 1013 w 83"/>
                <a:gd name="T11" fmla="*/ 720 h 67"/>
                <a:gd name="T12" fmla="*/ 851 w 83"/>
                <a:gd name="T13" fmla="*/ 516 h 67"/>
                <a:gd name="T14" fmla="*/ 513 w 83"/>
                <a:gd name="T15" fmla="*/ 323 h 67"/>
                <a:gd name="T16" fmla="*/ 37 w 83"/>
                <a:gd name="T17" fmla="*/ 0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67">
                  <a:moveTo>
                    <a:pt x="0" y="2"/>
                  </a:moveTo>
                  <a:cubicBezTo>
                    <a:pt x="7" y="8"/>
                    <a:pt x="12" y="14"/>
                    <a:pt x="18" y="21"/>
                  </a:cubicBezTo>
                  <a:cubicBezTo>
                    <a:pt x="22" y="27"/>
                    <a:pt x="26" y="29"/>
                    <a:pt x="32" y="34"/>
                  </a:cubicBezTo>
                  <a:cubicBezTo>
                    <a:pt x="46" y="44"/>
                    <a:pt x="59" y="56"/>
                    <a:pt x="72" y="67"/>
                  </a:cubicBezTo>
                  <a:cubicBezTo>
                    <a:pt x="70" y="63"/>
                    <a:pt x="64" y="51"/>
                    <a:pt x="70" y="47"/>
                  </a:cubicBezTo>
                  <a:cubicBezTo>
                    <a:pt x="74" y="45"/>
                    <a:pt x="78" y="50"/>
                    <a:pt x="83" y="49"/>
                  </a:cubicBezTo>
                  <a:cubicBezTo>
                    <a:pt x="82" y="44"/>
                    <a:pt x="74" y="38"/>
                    <a:pt x="70" y="35"/>
                  </a:cubicBezTo>
                  <a:cubicBezTo>
                    <a:pt x="61" y="29"/>
                    <a:pt x="51" y="26"/>
                    <a:pt x="42" y="22"/>
                  </a:cubicBezTo>
                  <a:cubicBezTo>
                    <a:pt x="29" y="15"/>
                    <a:pt x="17" y="4"/>
                    <a:pt x="3" y="0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8" name="Freeform 333">
              <a:extLst>
                <a:ext uri="{FF2B5EF4-FFF2-40B4-BE49-F238E27FC236}">
                  <a16:creationId xmlns:a16="http://schemas.microsoft.com/office/drawing/2014/main" id="{3E134A84-7CD1-402C-B14E-262329D68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640"/>
              <a:ext cx="271" cy="110"/>
            </a:xfrm>
            <a:custGeom>
              <a:avLst/>
              <a:gdLst>
                <a:gd name="T0" fmla="*/ 57 w 118"/>
                <a:gd name="T1" fmla="*/ 274 h 45"/>
                <a:gd name="T2" fmla="*/ 243 w 118"/>
                <a:gd name="T3" fmla="*/ 352 h 45"/>
                <a:gd name="T4" fmla="*/ 374 w 118"/>
                <a:gd name="T5" fmla="*/ 555 h 45"/>
                <a:gd name="T6" fmla="*/ 643 w 118"/>
                <a:gd name="T7" fmla="*/ 435 h 45"/>
                <a:gd name="T8" fmla="*/ 1008 w 118"/>
                <a:gd name="T9" fmla="*/ 455 h 45"/>
                <a:gd name="T10" fmla="*/ 1224 w 118"/>
                <a:gd name="T11" fmla="*/ 513 h 45"/>
                <a:gd name="T12" fmla="*/ 1403 w 118"/>
                <a:gd name="T13" fmla="*/ 596 h 45"/>
                <a:gd name="T14" fmla="*/ 1187 w 118"/>
                <a:gd name="T15" fmla="*/ 352 h 45"/>
                <a:gd name="T16" fmla="*/ 859 w 118"/>
                <a:gd name="T17" fmla="*/ 132 h 45"/>
                <a:gd name="T18" fmla="*/ 0 w 118"/>
                <a:gd name="T19" fmla="*/ 274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45">
                  <a:moveTo>
                    <a:pt x="5" y="19"/>
                  </a:moveTo>
                  <a:cubicBezTo>
                    <a:pt x="10" y="20"/>
                    <a:pt x="16" y="20"/>
                    <a:pt x="20" y="24"/>
                  </a:cubicBezTo>
                  <a:cubicBezTo>
                    <a:pt x="25" y="28"/>
                    <a:pt x="26" y="34"/>
                    <a:pt x="31" y="38"/>
                  </a:cubicBezTo>
                  <a:cubicBezTo>
                    <a:pt x="43" y="45"/>
                    <a:pt x="43" y="34"/>
                    <a:pt x="53" y="30"/>
                  </a:cubicBezTo>
                  <a:cubicBezTo>
                    <a:pt x="63" y="26"/>
                    <a:pt x="73" y="30"/>
                    <a:pt x="83" y="31"/>
                  </a:cubicBezTo>
                  <a:cubicBezTo>
                    <a:pt x="89" y="33"/>
                    <a:pt x="95" y="33"/>
                    <a:pt x="101" y="35"/>
                  </a:cubicBezTo>
                  <a:cubicBezTo>
                    <a:pt x="105" y="36"/>
                    <a:pt x="112" y="42"/>
                    <a:pt x="116" y="41"/>
                  </a:cubicBezTo>
                  <a:cubicBezTo>
                    <a:pt x="118" y="31"/>
                    <a:pt x="105" y="27"/>
                    <a:pt x="98" y="24"/>
                  </a:cubicBezTo>
                  <a:cubicBezTo>
                    <a:pt x="89" y="20"/>
                    <a:pt x="80" y="13"/>
                    <a:pt x="71" y="9"/>
                  </a:cubicBezTo>
                  <a:cubicBezTo>
                    <a:pt x="46" y="0"/>
                    <a:pt x="25" y="19"/>
                    <a:pt x="0" y="19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9" name="Freeform 334">
              <a:extLst>
                <a:ext uri="{FF2B5EF4-FFF2-40B4-BE49-F238E27FC236}">
                  <a16:creationId xmlns:a16="http://schemas.microsoft.com/office/drawing/2014/main" id="{52359FF2-E77E-465D-8533-E5B862130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2790"/>
              <a:ext cx="85" cy="53"/>
            </a:xfrm>
            <a:custGeom>
              <a:avLst/>
              <a:gdLst>
                <a:gd name="T0" fmla="*/ 0 w 37"/>
                <a:gd name="T1" fmla="*/ 0 h 22"/>
                <a:gd name="T2" fmla="*/ 448 w 37"/>
                <a:gd name="T3" fmla="*/ 308 h 22"/>
                <a:gd name="T4" fmla="*/ 216 w 37"/>
                <a:gd name="T5" fmla="*/ 4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cubicBezTo>
                    <a:pt x="10" y="10"/>
                    <a:pt x="25" y="16"/>
                    <a:pt x="37" y="22"/>
                  </a:cubicBezTo>
                  <a:cubicBezTo>
                    <a:pt x="30" y="19"/>
                    <a:pt x="24" y="9"/>
                    <a:pt x="18" y="3"/>
                  </a:cubicBezTo>
                </a:path>
              </a:pathLst>
            </a:custGeom>
            <a:solidFill>
              <a:srgbClr val="6E2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0" name="Freeform 335">
              <a:extLst>
                <a:ext uri="{FF2B5EF4-FFF2-40B4-BE49-F238E27FC236}">
                  <a16:creationId xmlns:a16="http://schemas.microsoft.com/office/drawing/2014/main" id="{375C18A7-191A-4275-AE60-9793A5418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429"/>
              <a:ext cx="147" cy="125"/>
            </a:xfrm>
            <a:custGeom>
              <a:avLst/>
              <a:gdLst>
                <a:gd name="T0" fmla="*/ 48 w 64"/>
                <a:gd name="T1" fmla="*/ 191 h 51"/>
                <a:gd name="T2" fmla="*/ 243 w 64"/>
                <a:gd name="T3" fmla="*/ 336 h 51"/>
                <a:gd name="T4" fmla="*/ 423 w 64"/>
                <a:gd name="T5" fmla="*/ 456 h 51"/>
                <a:gd name="T6" fmla="*/ 776 w 64"/>
                <a:gd name="T7" fmla="*/ 750 h 51"/>
                <a:gd name="T8" fmla="*/ 558 w 64"/>
                <a:gd name="T9" fmla="*/ 336 h 51"/>
                <a:gd name="T10" fmla="*/ 475 w 64"/>
                <a:gd name="T11" fmla="*/ 0 h 51"/>
                <a:gd name="T12" fmla="*/ 317 w 64"/>
                <a:gd name="T13" fmla="*/ 252 h 51"/>
                <a:gd name="T14" fmla="*/ 0 w 64"/>
                <a:gd name="T15" fmla="*/ 174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51">
                  <a:moveTo>
                    <a:pt x="4" y="13"/>
                  </a:moveTo>
                  <a:cubicBezTo>
                    <a:pt x="6" y="17"/>
                    <a:pt x="16" y="21"/>
                    <a:pt x="20" y="23"/>
                  </a:cubicBezTo>
                  <a:cubicBezTo>
                    <a:pt x="25" y="26"/>
                    <a:pt x="30" y="28"/>
                    <a:pt x="35" y="31"/>
                  </a:cubicBezTo>
                  <a:cubicBezTo>
                    <a:pt x="43" y="36"/>
                    <a:pt x="57" y="45"/>
                    <a:pt x="64" y="51"/>
                  </a:cubicBezTo>
                  <a:cubicBezTo>
                    <a:pt x="59" y="44"/>
                    <a:pt x="50" y="31"/>
                    <a:pt x="46" y="23"/>
                  </a:cubicBezTo>
                  <a:cubicBezTo>
                    <a:pt x="44" y="16"/>
                    <a:pt x="40" y="7"/>
                    <a:pt x="39" y="0"/>
                  </a:cubicBezTo>
                  <a:cubicBezTo>
                    <a:pt x="36" y="8"/>
                    <a:pt x="38" y="17"/>
                    <a:pt x="26" y="17"/>
                  </a:cubicBezTo>
                  <a:cubicBezTo>
                    <a:pt x="17" y="18"/>
                    <a:pt x="9" y="13"/>
                    <a:pt x="0" y="12"/>
                  </a:cubicBezTo>
                </a:path>
              </a:pathLst>
            </a:custGeom>
            <a:solidFill>
              <a:srgbClr val="6E2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1" name="Freeform 336">
              <a:extLst>
                <a:ext uri="{FF2B5EF4-FFF2-40B4-BE49-F238E27FC236}">
                  <a16:creationId xmlns:a16="http://schemas.microsoft.com/office/drawing/2014/main" id="{A3A6FCBB-EB3E-4E59-B12B-5FED16A06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113"/>
              <a:ext cx="187" cy="103"/>
            </a:xfrm>
            <a:custGeom>
              <a:avLst/>
              <a:gdLst>
                <a:gd name="T0" fmla="*/ 309 w 81"/>
                <a:gd name="T1" fmla="*/ 0 h 42"/>
                <a:gd name="T2" fmla="*/ 159 w 81"/>
                <a:gd name="T3" fmla="*/ 61 h 42"/>
                <a:gd name="T4" fmla="*/ 150 w 81"/>
                <a:gd name="T5" fmla="*/ 42 h 42"/>
                <a:gd name="T6" fmla="*/ 0 w 81"/>
                <a:gd name="T7" fmla="*/ 12 h 42"/>
                <a:gd name="T8" fmla="*/ 997 w 81"/>
                <a:gd name="T9" fmla="*/ 620 h 42"/>
                <a:gd name="T10" fmla="*/ 309 w 81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42">
                  <a:moveTo>
                    <a:pt x="25" y="0"/>
                  </a:moveTo>
                  <a:cubicBezTo>
                    <a:pt x="21" y="1"/>
                    <a:pt x="17" y="2"/>
                    <a:pt x="13" y="4"/>
                  </a:cubicBezTo>
                  <a:cubicBezTo>
                    <a:pt x="12" y="4"/>
                    <a:pt x="12" y="3"/>
                    <a:pt x="12" y="3"/>
                  </a:cubicBezTo>
                  <a:cubicBezTo>
                    <a:pt x="9" y="0"/>
                    <a:pt x="5" y="0"/>
                    <a:pt x="0" y="1"/>
                  </a:cubicBezTo>
                  <a:cubicBezTo>
                    <a:pt x="20" y="16"/>
                    <a:pt x="67" y="36"/>
                    <a:pt x="81" y="42"/>
                  </a:cubicBezTo>
                  <a:cubicBezTo>
                    <a:pt x="81" y="42"/>
                    <a:pt x="42" y="21"/>
                    <a:pt x="25" y="0"/>
                  </a:cubicBezTo>
                  <a:close/>
                </a:path>
              </a:pathLst>
            </a:custGeom>
            <a:solidFill>
              <a:srgbClr val="6E2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2" name="Freeform 337">
              <a:extLst>
                <a:ext uri="{FF2B5EF4-FFF2-40B4-BE49-F238E27FC236}">
                  <a16:creationId xmlns:a16="http://schemas.microsoft.com/office/drawing/2014/main" id="{E565F258-8128-4495-9341-6F12487B2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103"/>
              <a:ext cx="36" cy="69"/>
            </a:xfrm>
            <a:custGeom>
              <a:avLst/>
              <a:gdLst>
                <a:gd name="T0" fmla="*/ 0 w 16"/>
                <a:gd name="T1" fmla="*/ 0 h 28"/>
                <a:gd name="T2" fmla="*/ 182 w 16"/>
                <a:gd name="T3" fmla="*/ 419 h 28"/>
                <a:gd name="T4" fmla="*/ 146 w 16"/>
                <a:gd name="T5" fmla="*/ 42 h 28"/>
                <a:gd name="T6" fmla="*/ 0 w 1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8">
                  <a:moveTo>
                    <a:pt x="0" y="0"/>
                  </a:moveTo>
                  <a:cubicBezTo>
                    <a:pt x="7" y="12"/>
                    <a:pt x="16" y="28"/>
                    <a:pt x="16" y="28"/>
                  </a:cubicBezTo>
                  <a:cubicBezTo>
                    <a:pt x="16" y="28"/>
                    <a:pt x="16" y="16"/>
                    <a:pt x="13" y="3"/>
                  </a:cubicBezTo>
                  <a:cubicBezTo>
                    <a:pt x="9" y="2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6E2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3" name="Freeform 338">
              <a:extLst>
                <a:ext uri="{FF2B5EF4-FFF2-40B4-BE49-F238E27FC236}">
                  <a16:creationId xmlns:a16="http://schemas.microsoft.com/office/drawing/2014/main" id="{8DCDA7A6-D263-466B-B838-74B49D5B0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745"/>
              <a:ext cx="121" cy="145"/>
            </a:xfrm>
            <a:custGeom>
              <a:avLst/>
              <a:gdLst>
                <a:gd name="T0" fmla="*/ 0 w 53"/>
                <a:gd name="T1" fmla="*/ 0 h 59"/>
                <a:gd name="T2" fmla="*/ 288 w 53"/>
                <a:gd name="T3" fmla="*/ 428 h 59"/>
                <a:gd name="T4" fmla="*/ 594 w 53"/>
                <a:gd name="T5" fmla="*/ 863 h 59"/>
                <a:gd name="T6" fmla="*/ 594 w 53"/>
                <a:gd name="T7" fmla="*/ 713 h 59"/>
                <a:gd name="T8" fmla="*/ 594 w 53"/>
                <a:gd name="T9" fmla="*/ 265 h 59"/>
                <a:gd name="T10" fmla="*/ 406 w 53"/>
                <a:gd name="T11" fmla="*/ 285 h 59"/>
                <a:gd name="T12" fmla="*/ 37 w 53"/>
                <a:gd name="T13" fmla="*/ 29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59">
                  <a:moveTo>
                    <a:pt x="0" y="0"/>
                  </a:moveTo>
                  <a:cubicBezTo>
                    <a:pt x="6" y="8"/>
                    <a:pt x="13" y="17"/>
                    <a:pt x="24" y="29"/>
                  </a:cubicBezTo>
                  <a:cubicBezTo>
                    <a:pt x="33" y="38"/>
                    <a:pt x="46" y="56"/>
                    <a:pt x="50" y="58"/>
                  </a:cubicBezTo>
                  <a:cubicBezTo>
                    <a:pt x="51" y="59"/>
                    <a:pt x="50" y="49"/>
                    <a:pt x="50" y="48"/>
                  </a:cubicBezTo>
                  <a:cubicBezTo>
                    <a:pt x="53" y="43"/>
                    <a:pt x="50" y="18"/>
                    <a:pt x="50" y="18"/>
                  </a:cubicBezTo>
                  <a:cubicBezTo>
                    <a:pt x="50" y="18"/>
                    <a:pt x="45" y="24"/>
                    <a:pt x="34" y="19"/>
                  </a:cubicBezTo>
                  <a:cubicBezTo>
                    <a:pt x="24" y="15"/>
                    <a:pt x="3" y="2"/>
                    <a:pt x="3" y="2"/>
                  </a:cubicBezTo>
                </a:path>
              </a:pathLst>
            </a:custGeom>
            <a:solidFill>
              <a:srgbClr val="6E2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4" name="Freeform 339">
              <a:extLst>
                <a:ext uri="{FF2B5EF4-FFF2-40B4-BE49-F238E27FC236}">
                  <a16:creationId xmlns:a16="http://schemas.microsoft.com/office/drawing/2014/main" id="{CD8D14D1-13C5-4CF7-AF4E-57A77B7C2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094"/>
              <a:ext cx="120" cy="279"/>
            </a:xfrm>
            <a:custGeom>
              <a:avLst/>
              <a:gdLst>
                <a:gd name="T0" fmla="*/ 639 w 52"/>
                <a:gd name="T1" fmla="*/ 0 h 114"/>
                <a:gd name="T2" fmla="*/ 395 w 52"/>
                <a:gd name="T3" fmla="*/ 778 h 114"/>
                <a:gd name="T4" fmla="*/ 602 w 52"/>
                <a:gd name="T5" fmla="*/ 1672 h 114"/>
                <a:gd name="T6" fmla="*/ 346 w 52"/>
                <a:gd name="T7" fmla="*/ 1013 h 114"/>
                <a:gd name="T8" fmla="*/ 0 w 52"/>
                <a:gd name="T9" fmla="*/ 42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14">
                  <a:moveTo>
                    <a:pt x="52" y="0"/>
                  </a:moveTo>
                  <a:cubicBezTo>
                    <a:pt x="34" y="0"/>
                    <a:pt x="24" y="23"/>
                    <a:pt x="32" y="53"/>
                  </a:cubicBezTo>
                  <a:cubicBezTo>
                    <a:pt x="40" y="82"/>
                    <a:pt x="49" y="114"/>
                    <a:pt x="49" y="114"/>
                  </a:cubicBezTo>
                  <a:cubicBezTo>
                    <a:pt x="49" y="114"/>
                    <a:pt x="37" y="81"/>
                    <a:pt x="28" y="69"/>
                  </a:cubicBezTo>
                  <a:cubicBezTo>
                    <a:pt x="20" y="56"/>
                    <a:pt x="4" y="21"/>
                    <a:pt x="0" y="3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5" name="Freeform 340">
              <a:extLst>
                <a:ext uri="{FF2B5EF4-FFF2-40B4-BE49-F238E27FC236}">
                  <a16:creationId xmlns:a16="http://schemas.microsoft.com/office/drawing/2014/main" id="{9B011729-322C-40B6-B0FE-519DA1A5ED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06" y="2684"/>
              <a:ext cx="1002" cy="826"/>
            </a:xfrm>
            <a:custGeom>
              <a:avLst/>
              <a:gdLst>
                <a:gd name="T0" fmla="*/ 1675 w 436"/>
                <a:gd name="T1" fmla="*/ 691 h 337"/>
                <a:gd name="T2" fmla="*/ 1627 w 436"/>
                <a:gd name="T3" fmla="*/ 721 h 337"/>
                <a:gd name="T4" fmla="*/ 1358 w 436"/>
                <a:gd name="T5" fmla="*/ 853 h 337"/>
                <a:gd name="T6" fmla="*/ 972 w 436"/>
                <a:gd name="T7" fmla="*/ 1118 h 337"/>
                <a:gd name="T8" fmla="*/ 777 w 436"/>
                <a:gd name="T9" fmla="*/ 1309 h 337"/>
                <a:gd name="T10" fmla="*/ 729 w 436"/>
                <a:gd name="T11" fmla="*/ 1544 h 337"/>
                <a:gd name="T12" fmla="*/ 448 w 436"/>
                <a:gd name="T13" fmla="*/ 2049 h 337"/>
                <a:gd name="T14" fmla="*/ 365 w 436"/>
                <a:gd name="T15" fmla="*/ 2902 h 337"/>
                <a:gd name="T16" fmla="*/ 354 w 436"/>
                <a:gd name="T17" fmla="*/ 2993 h 337"/>
                <a:gd name="T18" fmla="*/ 11 w 436"/>
                <a:gd name="T19" fmla="*/ 4007 h 337"/>
                <a:gd name="T20" fmla="*/ 365 w 436"/>
                <a:gd name="T21" fmla="*/ 4963 h 337"/>
                <a:gd name="T22" fmla="*/ 253 w 436"/>
                <a:gd name="T23" fmla="*/ 4020 h 337"/>
                <a:gd name="T24" fmla="*/ 244 w 436"/>
                <a:gd name="T25" fmla="*/ 3929 h 337"/>
                <a:gd name="T26" fmla="*/ 607 w 436"/>
                <a:gd name="T27" fmla="*/ 2061 h 337"/>
                <a:gd name="T28" fmla="*/ 643 w 436"/>
                <a:gd name="T29" fmla="*/ 2061 h 337"/>
                <a:gd name="T30" fmla="*/ 1030 w 436"/>
                <a:gd name="T31" fmla="*/ 1400 h 337"/>
                <a:gd name="T32" fmla="*/ 1554 w 436"/>
                <a:gd name="T33" fmla="*/ 1412 h 337"/>
                <a:gd name="T34" fmla="*/ 1374 w 436"/>
                <a:gd name="T35" fmla="*/ 870 h 337"/>
                <a:gd name="T36" fmla="*/ 5001 w 436"/>
                <a:gd name="T37" fmla="*/ 468 h 337"/>
                <a:gd name="T38" fmla="*/ 4890 w 436"/>
                <a:gd name="T39" fmla="*/ 444 h 337"/>
                <a:gd name="T40" fmla="*/ 4068 w 436"/>
                <a:gd name="T41" fmla="*/ 468 h 337"/>
                <a:gd name="T42" fmla="*/ 3629 w 436"/>
                <a:gd name="T43" fmla="*/ 529 h 337"/>
                <a:gd name="T44" fmla="*/ 3348 w 436"/>
                <a:gd name="T45" fmla="*/ 397 h 337"/>
                <a:gd name="T46" fmla="*/ 2767 w 436"/>
                <a:gd name="T47" fmla="*/ 71 h 337"/>
                <a:gd name="T48" fmla="*/ 2673 w 436"/>
                <a:gd name="T49" fmla="*/ 294 h 337"/>
                <a:gd name="T50" fmla="*/ 2657 w 436"/>
                <a:gd name="T51" fmla="*/ 294 h 337"/>
                <a:gd name="T52" fmla="*/ 2636 w 436"/>
                <a:gd name="T53" fmla="*/ 488 h 337"/>
                <a:gd name="T54" fmla="*/ 2657 w 436"/>
                <a:gd name="T55" fmla="*/ 397 h 337"/>
                <a:gd name="T56" fmla="*/ 2916 w 436"/>
                <a:gd name="T57" fmla="*/ 547 h 337"/>
                <a:gd name="T58" fmla="*/ 3581 w 436"/>
                <a:gd name="T59" fmla="*/ 618 h 337"/>
                <a:gd name="T60" fmla="*/ 3739 w 436"/>
                <a:gd name="T61" fmla="*/ 517 h 337"/>
                <a:gd name="T62" fmla="*/ 4114 w 436"/>
                <a:gd name="T63" fmla="*/ 468 h 337"/>
                <a:gd name="T64" fmla="*/ 4284 w 436"/>
                <a:gd name="T65" fmla="*/ 618 h 337"/>
                <a:gd name="T66" fmla="*/ 5001 w 436"/>
                <a:gd name="T67" fmla="*/ 721 h 337"/>
                <a:gd name="T68" fmla="*/ 5293 w 436"/>
                <a:gd name="T69" fmla="*/ 811 h 337"/>
                <a:gd name="T70" fmla="*/ 1712 w 436"/>
                <a:gd name="T71" fmla="*/ 708 h 337"/>
                <a:gd name="T72" fmla="*/ 1685 w 436"/>
                <a:gd name="T73" fmla="*/ 691 h 337"/>
                <a:gd name="T74" fmla="*/ 2376 w 436"/>
                <a:gd name="T75" fmla="*/ 132 h 337"/>
                <a:gd name="T76" fmla="*/ 1965 w 436"/>
                <a:gd name="T77" fmla="*/ 468 h 337"/>
                <a:gd name="T78" fmla="*/ 1758 w 436"/>
                <a:gd name="T79" fmla="*/ 691 h 337"/>
                <a:gd name="T80" fmla="*/ 1907 w 436"/>
                <a:gd name="T81" fmla="*/ 841 h 337"/>
                <a:gd name="T82" fmla="*/ 2535 w 436"/>
                <a:gd name="T83" fmla="*/ 444 h 337"/>
                <a:gd name="T84" fmla="*/ 2535 w 436"/>
                <a:gd name="T85" fmla="*/ 282 h 337"/>
                <a:gd name="T86" fmla="*/ 2562 w 436"/>
                <a:gd name="T87" fmla="*/ 12 h 33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36" h="337">
                  <a:moveTo>
                    <a:pt x="134" y="49"/>
                  </a:moveTo>
                  <a:cubicBezTo>
                    <a:pt x="135" y="49"/>
                    <a:pt x="137" y="48"/>
                    <a:pt x="138" y="47"/>
                  </a:cubicBezTo>
                  <a:cubicBezTo>
                    <a:pt x="136" y="48"/>
                    <a:pt x="135" y="49"/>
                    <a:pt x="133" y="50"/>
                  </a:cubicBezTo>
                  <a:cubicBezTo>
                    <a:pt x="133" y="50"/>
                    <a:pt x="134" y="50"/>
                    <a:pt x="134" y="49"/>
                  </a:cubicBezTo>
                  <a:close/>
                  <a:moveTo>
                    <a:pt x="113" y="59"/>
                  </a:moveTo>
                  <a:cubicBezTo>
                    <a:pt x="112" y="59"/>
                    <a:pt x="112" y="58"/>
                    <a:pt x="112" y="58"/>
                  </a:cubicBezTo>
                  <a:cubicBezTo>
                    <a:pt x="95" y="62"/>
                    <a:pt x="88" y="68"/>
                    <a:pt x="81" y="73"/>
                  </a:cubicBezTo>
                  <a:cubicBezTo>
                    <a:pt x="81" y="74"/>
                    <a:pt x="80" y="75"/>
                    <a:pt x="80" y="76"/>
                  </a:cubicBezTo>
                  <a:cubicBezTo>
                    <a:pt x="76" y="78"/>
                    <a:pt x="71" y="81"/>
                    <a:pt x="68" y="83"/>
                  </a:cubicBezTo>
                  <a:cubicBezTo>
                    <a:pt x="65" y="85"/>
                    <a:pt x="65" y="86"/>
                    <a:pt x="64" y="89"/>
                  </a:cubicBezTo>
                  <a:cubicBezTo>
                    <a:pt x="63" y="92"/>
                    <a:pt x="61" y="95"/>
                    <a:pt x="60" y="98"/>
                  </a:cubicBezTo>
                  <a:cubicBezTo>
                    <a:pt x="59" y="101"/>
                    <a:pt x="60" y="103"/>
                    <a:pt x="60" y="105"/>
                  </a:cubicBezTo>
                  <a:cubicBezTo>
                    <a:pt x="56" y="110"/>
                    <a:pt x="52" y="115"/>
                    <a:pt x="48" y="120"/>
                  </a:cubicBezTo>
                  <a:cubicBezTo>
                    <a:pt x="43" y="126"/>
                    <a:pt x="39" y="132"/>
                    <a:pt x="37" y="139"/>
                  </a:cubicBezTo>
                  <a:cubicBezTo>
                    <a:pt x="30" y="150"/>
                    <a:pt x="30" y="163"/>
                    <a:pt x="31" y="176"/>
                  </a:cubicBezTo>
                  <a:cubicBezTo>
                    <a:pt x="30" y="183"/>
                    <a:pt x="30" y="189"/>
                    <a:pt x="30" y="197"/>
                  </a:cubicBezTo>
                  <a:cubicBezTo>
                    <a:pt x="30" y="197"/>
                    <a:pt x="30" y="198"/>
                    <a:pt x="30" y="199"/>
                  </a:cubicBezTo>
                  <a:cubicBezTo>
                    <a:pt x="30" y="200"/>
                    <a:pt x="29" y="202"/>
                    <a:pt x="29" y="203"/>
                  </a:cubicBezTo>
                  <a:cubicBezTo>
                    <a:pt x="25" y="219"/>
                    <a:pt x="18" y="234"/>
                    <a:pt x="11" y="249"/>
                  </a:cubicBezTo>
                  <a:cubicBezTo>
                    <a:pt x="7" y="258"/>
                    <a:pt x="1" y="262"/>
                    <a:pt x="1" y="272"/>
                  </a:cubicBezTo>
                  <a:cubicBezTo>
                    <a:pt x="0" y="279"/>
                    <a:pt x="5" y="290"/>
                    <a:pt x="5" y="290"/>
                  </a:cubicBezTo>
                  <a:cubicBezTo>
                    <a:pt x="5" y="302"/>
                    <a:pt x="18" y="334"/>
                    <a:pt x="30" y="337"/>
                  </a:cubicBezTo>
                  <a:cubicBezTo>
                    <a:pt x="29" y="327"/>
                    <a:pt x="26" y="318"/>
                    <a:pt x="24" y="307"/>
                  </a:cubicBezTo>
                  <a:cubicBezTo>
                    <a:pt x="21" y="296"/>
                    <a:pt x="23" y="285"/>
                    <a:pt x="21" y="273"/>
                  </a:cubicBezTo>
                  <a:cubicBezTo>
                    <a:pt x="19" y="276"/>
                    <a:pt x="19" y="276"/>
                    <a:pt x="19" y="276"/>
                  </a:cubicBezTo>
                  <a:cubicBezTo>
                    <a:pt x="20" y="273"/>
                    <a:pt x="20" y="269"/>
                    <a:pt x="20" y="267"/>
                  </a:cubicBezTo>
                  <a:cubicBezTo>
                    <a:pt x="23" y="246"/>
                    <a:pt x="36" y="227"/>
                    <a:pt x="39" y="206"/>
                  </a:cubicBezTo>
                  <a:cubicBezTo>
                    <a:pt x="42" y="185"/>
                    <a:pt x="39" y="158"/>
                    <a:pt x="50" y="140"/>
                  </a:cubicBezTo>
                  <a:cubicBezTo>
                    <a:pt x="51" y="138"/>
                    <a:pt x="51" y="137"/>
                    <a:pt x="52" y="135"/>
                  </a:cubicBezTo>
                  <a:cubicBezTo>
                    <a:pt x="52" y="137"/>
                    <a:pt x="53" y="138"/>
                    <a:pt x="53" y="140"/>
                  </a:cubicBezTo>
                  <a:cubicBezTo>
                    <a:pt x="54" y="148"/>
                    <a:pt x="52" y="156"/>
                    <a:pt x="54" y="164"/>
                  </a:cubicBezTo>
                  <a:cubicBezTo>
                    <a:pt x="58" y="136"/>
                    <a:pt x="65" y="113"/>
                    <a:pt x="85" y="95"/>
                  </a:cubicBezTo>
                  <a:cubicBezTo>
                    <a:pt x="93" y="88"/>
                    <a:pt x="96" y="74"/>
                    <a:pt x="108" y="74"/>
                  </a:cubicBezTo>
                  <a:cubicBezTo>
                    <a:pt x="121" y="74"/>
                    <a:pt x="120" y="91"/>
                    <a:pt x="128" y="96"/>
                  </a:cubicBezTo>
                  <a:cubicBezTo>
                    <a:pt x="125" y="92"/>
                    <a:pt x="123" y="85"/>
                    <a:pt x="123" y="79"/>
                  </a:cubicBezTo>
                  <a:cubicBezTo>
                    <a:pt x="118" y="64"/>
                    <a:pt x="113" y="59"/>
                    <a:pt x="113" y="59"/>
                  </a:cubicBezTo>
                  <a:close/>
                  <a:moveTo>
                    <a:pt x="419" y="37"/>
                  </a:moveTo>
                  <a:cubicBezTo>
                    <a:pt x="416" y="34"/>
                    <a:pt x="414" y="33"/>
                    <a:pt x="412" y="32"/>
                  </a:cubicBezTo>
                  <a:cubicBezTo>
                    <a:pt x="410" y="32"/>
                    <a:pt x="408" y="31"/>
                    <a:pt x="406" y="31"/>
                  </a:cubicBezTo>
                  <a:cubicBezTo>
                    <a:pt x="405" y="31"/>
                    <a:pt x="404" y="31"/>
                    <a:pt x="403" y="30"/>
                  </a:cubicBezTo>
                  <a:cubicBezTo>
                    <a:pt x="397" y="41"/>
                    <a:pt x="374" y="30"/>
                    <a:pt x="364" y="29"/>
                  </a:cubicBezTo>
                  <a:cubicBezTo>
                    <a:pt x="355" y="29"/>
                    <a:pt x="344" y="29"/>
                    <a:pt x="335" y="32"/>
                  </a:cubicBezTo>
                  <a:cubicBezTo>
                    <a:pt x="325" y="34"/>
                    <a:pt x="313" y="33"/>
                    <a:pt x="303" y="36"/>
                  </a:cubicBezTo>
                  <a:cubicBezTo>
                    <a:pt x="302" y="36"/>
                    <a:pt x="300" y="36"/>
                    <a:pt x="299" y="36"/>
                  </a:cubicBezTo>
                  <a:cubicBezTo>
                    <a:pt x="295" y="34"/>
                    <a:pt x="291" y="34"/>
                    <a:pt x="287" y="33"/>
                  </a:cubicBezTo>
                  <a:cubicBezTo>
                    <a:pt x="283" y="31"/>
                    <a:pt x="280" y="30"/>
                    <a:pt x="276" y="27"/>
                  </a:cubicBezTo>
                  <a:cubicBezTo>
                    <a:pt x="268" y="23"/>
                    <a:pt x="261" y="13"/>
                    <a:pt x="253" y="10"/>
                  </a:cubicBezTo>
                  <a:cubicBezTo>
                    <a:pt x="245" y="7"/>
                    <a:pt x="235" y="9"/>
                    <a:pt x="228" y="5"/>
                  </a:cubicBezTo>
                  <a:cubicBezTo>
                    <a:pt x="225" y="4"/>
                    <a:pt x="225" y="0"/>
                    <a:pt x="222" y="4"/>
                  </a:cubicBezTo>
                  <a:cubicBezTo>
                    <a:pt x="219" y="8"/>
                    <a:pt x="221" y="15"/>
                    <a:pt x="220" y="20"/>
                  </a:cubicBezTo>
                  <a:cubicBezTo>
                    <a:pt x="220" y="20"/>
                    <a:pt x="219" y="20"/>
                    <a:pt x="219" y="20"/>
                  </a:cubicBezTo>
                  <a:cubicBezTo>
                    <a:pt x="219" y="20"/>
                    <a:pt x="219" y="20"/>
                    <a:pt x="219" y="20"/>
                  </a:cubicBezTo>
                  <a:cubicBezTo>
                    <a:pt x="218" y="23"/>
                    <a:pt x="218" y="27"/>
                    <a:pt x="217" y="31"/>
                  </a:cubicBezTo>
                  <a:cubicBezTo>
                    <a:pt x="217" y="31"/>
                    <a:pt x="217" y="32"/>
                    <a:pt x="217" y="33"/>
                  </a:cubicBezTo>
                  <a:cubicBezTo>
                    <a:pt x="218" y="32"/>
                    <a:pt x="218" y="31"/>
                    <a:pt x="218" y="30"/>
                  </a:cubicBezTo>
                  <a:cubicBezTo>
                    <a:pt x="219" y="29"/>
                    <a:pt x="219" y="28"/>
                    <a:pt x="219" y="27"/>
                  </a:cubicBezTo>
                  <a:cubicBezTo>
                    <a:pt x="222" y="28"/>
                    <a:pt x="223" y="31"/>
                    <a:pt x="225" y="32"/>
                  </a:cubicBezTo>
                  <a:cubicBezTo>
                    <a:pt x="230" y="34"/>
                    <a:pt x="234" y="36"/>
                    <a:pt x="240" y="37"/>
                  </a:cubicBezTo>
                  <a:cubicBezTo>
                    <a:pt x="250" y="38"/>
                    <a:pt x="257" y="44"/>
                    <a:pt x="266" y="45"/>
                  </a:cubicBezTo>
                  <a:cubicBezTo>
                    <a:pt x="274" y="47"/>
                    <a:pt x="285" y="45"/>
                    <a:pt x="295" y="42"/>
                  </a:cubicBezTo>
                  <a:cubicBezTo>
                    <a:pt x="305" y="44"/>
                    <a:pt x="314" y="45"/>
                    <a:pt x="324" y="44"/>
                  </a:cubicBezTo>
                  <a:cubicBezTo>
                    <a:pt x="319" y="41"/>
                    <a:pt x="314" y="38"/>
                    <a:pt x="308" y="35"/>
                  </a:cubicBezTo>
                  <a:cubicBezTo>
                    <a:pt x="309" y="35"/>
                    <a:pt x="310" y="35"/>
                    <a:pt x="310" y="35"/>
                  </a:cubicBezTo>
                  <a:cubicBezTo>
                    <a:pt x="323" y="34"/>
                    <a:pt x="332" y="33"/>
                    <a:pt x="339" y="32"/>
                  </a:cubicBezTo>
                  <a:cubicBezTo>
                    <a:pt x="352" y="30"/>
                    <a:pt x="352" y="30"/>
                    <a:pt x="352" y="30"/>
                  </a:cubicBezTo>
                  <a:cubicBezTo>
                    <a:pt x="352" y="33"/>
                    <a:pt x="353" y="37"/>
                    <a:pt x="353" y="42"/>
                  </a:cubicBezTo>
                  <a:cubicBezTo>
                    <a:pt x="365" y="42"/>
                    <a:pt x="376" y="45"/>
                    <a:pt x="389" y="47"/>
                  </a:cubicBezTo>
                  <a:cubicBezTo>
                    <a:pt x="397" y="48"/>
                    <a:pt x="405" y="46"/>
                    <a:pt x="412" y="49"/>
                  </a:cubicBezTo>
                  <a:cubicBezTo>
                    <a:pt x="417" y="51"/>
                    <a:pt x="420" y="50"/>
                    <a:pt x="424" y="50"/>
                  </a:cubicBezTo>
                  <a:cubicBezTo>
                    <a:pt x="428" y="51"/>
                    <a:pt x="432" y="53"/>
                    <a:pt x="436" y="55"/>
                  </a:cubicBezTo>
                  <a:cubicBezTo>
                    <a:pt x="433" y="48"/>
                    <a:pt x="424" y="42"/>
                    <a:pt x="419" y="37"/>
                  </a:cubicBezTo>
                  <a:close/>
                  <a:moveTo>
                    <a:pt x="141" y="48"/>
                  </a:moveTo>
                  <a:cubicBezTo>
                    <a:pt x="141" y="48"/>
                    <a:pt x="141" y="48"/>
                    <a:pt x="141" y="48"/>
                  </a:cubicBezTo>
                  <a:cubicBezTo>
                    <a:pt x="140" y="48"/>
                    <a:pt x="139" y="47"/>
                    <a:pt x="139" y="47"/>
                  </a:cubicBezTo>
                  <a:cubicBezTo>
                    <a:pt x="139" y="47"/>
                    <a:pt x="140" y="48"/>
                    <a:pt x="141" y="48"/>
                  </a:cubicBezTo>
                  <a:close/>
                  <a:moveTo>
                    <a:pt x="196" y="9"/>
                  </a:moveTo>
                  <a:cubicBezTo>
                    <a:pt x="191" y="12"/>
                    <a:pt x="186" y="14"/>
                    <a:pt x="181" y="17"/>
                  </a:cubicBezTo>
                  <a:cubicBezTo>
                    <a:pt x="174" y="21"/>
                    <a:pt x="168" y="27"/>
                    <a:pt x="162" y="32"/>
                  </a:cubicBezTo>
                  <a:cubicBezTo>
                    <a:pt x="156" y="37"/>
                    <a:pt x="148" y="40"/>
                    <a:pt x="143" y="46"/>
                  </a:cubicBezTo>
                  <a:cubicBezTo>
                    <a:pt x="143" y="46"/>
                    <a:pt x="144" y="46"/>
                    <a:pt x="145" y="47"/>
                  </a:cubicBezTo>
                  <a:cubicBezTo>
                    <a:pt x="144" y="47"/>
                    <a:pt x="142" y="48"/>
                    <a:pt x="141" y="48"/>
                  </a:cubicBezTo>
                  <a:cubicBezTo>
                    <a:pt x="146" y="50"/>
                    <a:pt x="151" y="53"/>
                    <a:pt x="157" y="57"/>
                  </a:cubicBezTo>
                  <a:cubicBezTo>
                    <a:pt x="162" y="50"/>
                    <a:pt x="177" y="40"/>
                    <a:pt x="181" y="37"/>
                  </a:cubicBezTo>
                  <a:cubicBezTo>
                    <a:pt x="188" y="31"/>
                    <a:pt x="200" y="26"/>
                    <a:pt x="209" y="30"/>
                  </a:cubicBezTo>
                  <a:cubicBezTo>
                    <a:pt x="208" y="26"/>
                    <a:pt x="208" y="22"/>
                    <a:pt x="209" y="19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8" y="19"/>
                    <a:pt x="209" y="19"/>
                    <a:pt x="209" y="18"/>
                  </a:cubicBezTo>
                  <a:cubicBezTo>
                    <a:pt x="209" y="13"/>
                    <a:pt x="209" y="7"/>
                    <a:pt x="211" y="1"/>
                  </a:cubicBezTo>
                  <a:cubicBezTo>
                    <a:pt x="206" y="2"/>
                    <a:pt x="201" y="5"/>
                    <a:pt x="196" y="9"/>
                  </a:cubicBezTo>
                  <a:close/>
                </a:path>
              </a:pathLst>
            </a:custGeom>
            <a:solidFill>
              <a:srgbClr val="6E2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6" name="Freeform 341">
              <a:extLst>
                <a:ext uri="{FF2B5EF4-FFF2-40B4-BE49-F238E27FC236}">
                  <a16:creationId xmlns:a16="http://schemas.microsoft.com/office/drawing/2014/main" id="{DA8089AA-0EA4-4A19-A8DF-CC84F3BD6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358"/>
              <a:ext cx="136" cy="365"/>
            </a:xfrm>
            <a:custGeom>
              <a:avLst/>
              <a:gdLst>
                <a:gd name="T0" fmla="*/ 599 w 59"/>
                <a:gd name="T1" fmla="*/ 1573 h 149"/>
                <a:gd name="T2" fmla="*/ 233 w 59"/>
                <a:gd name="T3" fmla="*/ 852 h 149"/>
                <a:gd name="T4" fmla="*/ 150 w 59"/>
                <a:gd name="T5" fmla="*/ 385 h 149"/>
                <a:gd name="T6" fmla="*/ 65 w 59"/>
                <a:gd name="T7" fmla="*/ 42 h 149"/>
                <a:gd name="T8" fmla="*/ 28 w 59"/>
                <a:gd name="T9" fmla="*/ 0 h 149"/>
                <a:gd name="T10" fmla="*/ 85 w 59"/>
                <a:gd name="T11" fmla="*/ 294 h 149"/>
                <a:gd name="T12" fmla="*/ 111 w 59"/>
                <a:gd name="T13" fmla="*/ 485 h 149"/>
                <a:gd name="T14" fmla="*/ 171 w 59"/>
                <a:gd name="T15" fmla="*/ 894 h 149"/>
                <a:gd name="T16" fmla="*/ 219 w 59"/>
                <a:gd name="T17" fmla="*/ 1369 h 149"/>
                <a:gd name="T18" fmla="*/ 150 w 59"/>
                <a:gd name="T19" fmla="*/ 1602 h 149"/>
                <a:gd name="T20" fmla="*/ 330 w 59"/>
                <a:gd name="T21" fmla="*/ 1764 h 149"/>
                <a:gd name="T22" fmla="*/ 440 w 59"/>
                <a:gd name="T23" fmla="*/ 1957 h 149"/>
                <a:gd name="T24" fmla="*/ 431 w 59"/>
                <a:gd name="T25" fmla="*/ 2131 h 149"/>
                <a:gd name="T26" fmla="*/ 477 w 59"/>
                <a:gd name="T27" fmla="*/ 1987 h 149"/>
                <a:gd name="T28" fmla="*/ 505 w 59"/>
                <a:gd name="T29" fmla="*/ 1987 h 149"/>
                <a:gd name="T30" fmla="*/ 553 w 59"/>
                <a:gd name="T31" fmla="*/ 1560 h 149"/>
                <a:gd name="T32" fmla="*/ 639 w 59"/>
                <a:gd name="T33" fmla="*/ 1825 h 149"/>
                <a:gd name="T34" fmla="*/ 599 w 59"/>
                <a:gd name="T35" fmla="*/ 2028 h 149"/>
                <a:gd name="T36" fmla="*/ 675 w 59"/>
                <a:gd name="T37" fmla="*/ 2045 h 149"/>
                <a:gd name="T38" fmla="*/ 599 w 59"/>
                <a:gd name="T39" fmla="*/ 1573 h 14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9" h="149">
                  <a:moveTo>
                    <a:pt x="49" y="107"/>
                  </a:moveTo>
                  <a:cubicBezTo>
                    <a:pt x="38" y="90"/>
                    <a:pt x="28" y="76"/>
                    <a:pt x="19" y="58"/>
                  </a:cubicBezTo>
                  <a:cubicBezTo>
                    <a:pt x="15" y="48"/>
                    <a:pt x="15" y="37"/>
                    <a:pt x="12" y="26"/>
                  </a:cubicBezTo>
                  <a:cubicBezTo>
                    <a:pt x="11" y="22"/>
                    <a:pt x="9" y="3"/>
                    <a:pt x="5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6"/>
                    <a:pt x="5" y="15"/>
                    <a:pt x="7" y="20"/>
                  </a:cubicBezTo>
                  <a:cubicBezTo>
                    <a:pt x="8" y="24"/>
                    <a:pt x="8" y="29"/>
                    <a:pt x="9" y="33"/>
                  </a:cubicBezTo>
                  <a:cubicBezTo>
                    <a:pt x="10" y="42"/>
                    <a:pt x="13" y="52"/>
                    <a:pt x="14" y="61"/>
                  </a:cubicBezTo>
                  <a:cubicBezTo>
                    <a:pt x="16" y="70"/>
                    <a:pt x="19" y="84"/>
                    <a:pt x="18" y="93"/>
                  </a:cubicBezTo>
                  <a:cubicBezTo>
                    <a:pt x="18" y="99"/>
                    <a:pt x="18" y="105"/>
                    <a:pt x="12" y="109"/>
                  </a:cubicBezTo>
                  <a:cubicBezTo>
                    <a:pt x="18" y="113"/>
                    <a:pt x="22" y="115"/>
                    <a:pt x="27" y="120"/>
                  </a:cubicBezTo>
                  <a:cubicBezTo>
                    <a:pt x="29" y="123"/>
                    <a:pt x="35" y="130"/>
                    <a:pt x="36" y="133"/>
                  </a:cubicBezTo>
                  <a:cubicBezTo>
                    <a:pt x="37" y="137"/>
                    <a:pt x="32" y="141"/>
                    <a:pt x="35" y="145"/>
                  </a:cubicBezTo>
                  <a:cubicBezTo>
                    <a:pt x="39" y="149"/>
                    <a:pt x="36" y="137"/>
                    <a:pt x="39" y="135"/>
                  </a:cubicBezTo>
                  <a:cubicBezTo>
                    <a:pt x="40" y="134"/>
                    <a:pt x="40" y="134"/>
                    <a:pt x="41" y="135"/>
                  </a:cubicBezTo>
                  <a:cubicBezTo>
                    <a:pt x="44" y="125"/>
                    <a:pt x="45" y="115"/>
                    <a:pt x="45" y="106"/>
                  </a:cubicBezTo>
                  <a:cubicBezTo>
                    <a:pt x="48" y="111"/>
                    <a:pt x="53" y="116"/>
                    <a:pt x="52" y="124"/>
                  </a:cubicBezTo>
                  <a:cubicBezTo>
                    <a:pt x="52" y="126"/>
                    <a:pt x="51" y="132"/>
                    <a:pt x="49" y="138"/>
                  </a:cubicBezTo>
                  <a:cubicBezTo>
                    <a:pt x="52" y="139"/>
                    <a:pt x="55" y="140"/>
                    <a:pt x="55" y="139"/>
                  </a:cubicBezTo>
                  <a:cubicBezTo>
                    <a:pt x="59" y="130"/>
                    <a:pt x="54" y="116"/>
                    <a:pt x="49" y="107"/>
                  </a:cubicBezTo>
                  <a:close/>
                </a:path>
              </a:pathLst>
            </a:custGeom>
            <a:solidFill>
              <a:srgbClr val="6E2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7" name="Freeform 342">
              <a:extLst>
                <a:ext uri="{FF2B5EF4-FFF2-40B4-BE49-F238E27FC236}">
                  <a16:creationId xmlns:a16="http://schemas.microsoft.com/office/drawing/2014/main" id="{18112BF7-F4B5-4C77-A2F2-3B9B193007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1" y="2637"/>
              <a:ext cx="174" cy="756"/>
            </a:xfrm>
            <a:custGeom>
              <a:avLst/>
              <a:gdLst>
                <a:gd name="T0" fmla="*/ 650 w 76"/>
                <a:gd name="T1" fmla="*/ 712 h 308"/>
                <a:gd name="T2" fmla="*/ 735 w 76"/>
                <a:gd name="T3" fmla="*/ 579 h 308"/>
                <a:gd name="T4" fmla="*/ 252 w 76"/>
                <a:gd name="T5" fmla="*/ 0 h 308"/>
                <a:gd name="T6" fmla="*/ 513 w 76"/>
                <a:gd name="T7" fmla="*/ 663 h 308"/>
                <a:gd name="T8" fmla="*/ 650 w 76"/>
                <a:gd name="T9" fmla="*/ 712 h 308"/>
                <a:gd name="T10" fmla="*/ 817 w 76"/>
                <a:gd name="T11" fmla="*/ 4067 h 308"/>
                <a:gd name="T12" fmla="*/ 687 w 76"/>
                <a:gd name="T13" fmla="*/ 3728 h 308"/>
                <a:gd name="T14" fmla="*/ 577 w 76"/>
                <a:gd name="T15" fmla="*/ 2808 h 308"/>
                <a:gd name="T16" fmla="*/ 634 w 76"/>
                <a:gd name="T17" fmla="*/ 1048 h 308"/>
                <a:gd name="T18" fmla="*/ 634 w 76"/>
                <a:gd name="T19" fmla="*/ 1065 h 308"/>
                <a:gd name="T20" fmla="*/ 614 w 76"/>
                <a:gd name="T21" fmla="*/ 1392 h 308"/>
                <a:gd name="T22" fmla="*/ 529 w 76"/>
                <a:gd name="T23" fmla="*/ 1139 h 308"/>
                <a:gd name="T24" fmla="*/ 529 w 76"/>
                <a:gd name="T25" fmla="*/ 1728 h 308"/>
                <a:gd name="T26" fmla="*/ 467 w 76"/>
                <a:gd name="T27" fmla="*/ 2290 h 308"/>
                <a:gd name="T28" fmla="*/ 37 w 76"/>
                <a:gd name="T29" fmla="*/ 1880 h 308"/>
                <a:gd name="T30" fmla="*/ 456 w 76"/>
                <a:gd name="T31" fmla="*/ 2999 h 308"/>
                <a:gd name="T32" fmla="*/ 598 w 76"/>
                <a:gd name="T33" fmla="*/ 3861 h 308"/>
                <a:gd name="T34" fmla="*/ 781 w 76"/>
                <a:gd name="T35" fmla="*/ 4423 h 308"/>
                <a:gd name="T36" fmla="*/ 817 w 76"/>
                <a:gd name="T37" fmla="*/ 4067 h 308"/>
                <a:gd name="T38" fmla="*/ 37 w 76"/>
                <a:gd name="T39" fmla="*/ 1880 h 308"/>
                <a:gd name="T40" fmla="*/ 0 w 76"/>
                <a:gd name="T41" fmla="*/ 1789 h 308"/>
                <a:gd name="T42" fmla="*/ 37 w 76"/>
                <a:gd name="T43" fmla="*/ 1880 h 3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6" h="308">
                  <a:moveTo>
                    <a:pt x="54" y="48"/>
                  </a:moveTo>
                  <a:cubicBezTo>
                    <a:pt x="55" y="41"/>
                    <a:pt x="56" y="39"/>
                    <a:pt x="61" y="39"/>
                  </a:cubicBezTo>
                  <a:cubicBezTo>
                    <a:pt x="54" y="34"/>
                    <a:pt x="32" y="10"/>
                    <a:pt x="21" y="0"/>
                  </a:cubicBezTo>
                  <a:cubicBezTo>
                    <a:pt x="30" y="16"/>
                    <a:pt x="40" y="30"/>
                    <a:pt x="43" y="45"/>
                  </a:cubicBezTo>
                  <a:cubicBezTo>
                    <a:pt x="46" y="47"/>
                    <a:pt x="49" y="52"/>
                    <a:pt x="54" y="48"/>
                  </a:cubicBezTo>
                  <a:close/>
                  <a:moveTo>
                    <a:pt x="68" y="275"/>
                  </a:moveTo>
                  <a:cubicBezTo>
                    <a:pt x="64" y="275"/>
                    <a:pt x="64" y="269"/>
                    <a:pt x="57" y="252"/>
                  </a:cubicBezTo>
                  <a:cubicBezTo>
                    <a:pt x="51" y="235"/>
                    <a:pt x="49" y="227"/>
                    <a:pt x="48" y="190"/>
                  </a:cubicBezTo>
                  <a:cubicBezTo>
                    <a:pt x="46" y="155"/>
                    <a:pt x="52" y="100"/>
                    <a:pt x="53" y="71"/>
                  </a:cubicBezTo>
                  <a:cubicBezTo>
                    <a:pt x="53" y="71"/>
                    <a:pt x="53" y="71"/>
                    <a:pt x="53" y="72"/>
                  </a:cubicBezTo>
                  <a:cubicBezTo>
                    <a:pt x="52" y="80"/>
                    <a:pt x="51" y="86"/>
                    <a:pt x="51" y="94"/>
                  </a:cubicBezTo>
                  <a:cubicBezTo>
                    <a:pt x="48" y="89"/>
                    <a:pt x="48" y="82"/>
                    <a:pt x="44" y="77"/>
                  </a:cubicBezTo>
                  <a:cubicBezTo>
                    <a:pt x="44" y="97"/>
                    <a:pt x="44" y="117"/>
                    <a:pt x="44" y="117"/>
                  </a:cubicBezTo>
                  <a:cubicBezTo>
                    <a:pt x="44" y="117"/>
                    <a:pt x="45" y="151"/>
                    <a:pt x="39" y="155"/>
                  </a:cubicBezTo>
                  <a:cubicBezTo>
                    <a:pt x="33" y="160"/>
                    <a:pt x="15" y="146"/>
                    <a:pt x="3" y="127"/>
                  </a:cubicBezTo>
                  <a:cubicBezTo>
                    <a:pt x="15" y="148"/>
                    <a:pt x="34" y="187"/>
                    <a:pt x="38" y="203"/>
                  </a:cubicBezTo>
                  <a:cubicBezTo>
                    <a:pt x="43" y="221"/>
                    <a:pt x="48" y="245"/>
                    <a:pt x="50" y="261"/>
                  </a:cubicBezTo>
                  <a:cubicBezTo>
                    <a:pt x="51" y="278"/>
                    <a:pt x="54" y="290"/>
                    <a:pt x="65" y="299"/>
                  </a:cubicBezTo>
                  <a:cubicBezTo>
                    <a:pt x="76" y="308"/>
                    <a:pt x="68" y="275"/>
                    <a:pt x="68" y="275"/>
                  </a:cubicBezTo>
                  <a:close/>
                  <a:moveTo>
                    <a:pt x="3" y="127"/>
                  </a:moveTo>
                  <a:cubicBezTo>
                    <a:pt x="2" y="125"/>
                    <a:pt x="1" y="123"/>
                    <a:pt x="0" y="121"/>
                  </a:cubicBezTo>
                  <a:cubicBezTo>
                    <a:pt x="1" y="123"/>
                    <a:pt x="2" y="125"/>
                    <a:pt x="3" y="127"/>
                  </a:cubicBezTo>
                  <a:close/>
                </a:path>
              </a:pathLst>
            </a:custGeom>
            <a:solidFill>
              <a:srgbClr val="6E2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8" name="Freeform 343">
              <a:extLst>
                <a:ext uri="{FF2B5EF4-FFF2-40B4-BE49-F238E27FC236}">
                  <a16:creationId xmlns:a16="http://schemas.microsoft.com/office/drawing/2014/main" id="{BAE131A3-340C-4E02-BAE1-E4E4F50A0E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9" y="2309"/>
              <a:ext cx="457" cy="461"/>
            </a:xfrm>
            <a:custGeom>
              <a:avLst/>
              <a:gdLst>
                <a:gd name="T0" fmla="*/ 1525 w 199"/>
                <a:gd name="T1" fmla="*/ 1167 h 188"/>
                <a:gd name="T2" fmla="*/ 606 w 199"/>
                <a:gd name="T3" fmla="*/ 0 h 188"/>
                <a:gd name="T4" fmla="*/ 834 w 199"/>
                <a:gd name="T5" fmla="*/ 770 h 188"/>
                <a:gd name="T6" fmla="*/ 932 w 199"/>
                <a:gd name="T7" fmla="*/ 1015 h 188"/>
                <a:gd name="T8" fmla="*/ 597 w 199"/>
                <a:gd name="T9" fmla="*/ 691 h 188"/>
                <a:gd name="T10" fmla="*/ 317 w 199"/>
                <a:gd name="T11" fmla="*/ 444 h 188"/>
                <a:gd name="T12" fmla="*/ 0 w 199"/>
                <a:gd name="T13" fmla="*/ 174 h 188"/>
                <a:gd name="T14" fmla="*/ 850 w 199"/>
                <a:gd name="T15" fmla="*/ 1400 h 188"/>
                <a:gd name="T16" fmla="*/ 1038 w 199"/>
                <a:gd name="T17" fmla="*/ 2771 h 188"/>
                <a:gd name="T18" fmla="*/ 1066 w 199"/>
                <a:gd name="T19" fmla="*/ 1707 h 188"/>
                <a:gd name="T20" fmla="*/ 1066 w 199"/>
                <a:gd name="T21" fmla="*/ 1238 h 188"/>
                <a:gd name="T22" fmla="*/ 1440 w 199"/>
                <a:gd name="T23" fmla="*/ 1400 h 188"/>
                <a:gd name="T24" fmla="*/ 2409 w 199"/>
                <a:gd name="T25" fmla="*/ 1785 h 188"/>
                <a:gd name="T26" fmla="*/ 1525 w 199"/>
                <a:gd name="T27" fmla="*/ 1167 h 188"/>
                <a:gd name="T28" fmla="*/ 1334 w 199"/>
                <a:gd name="T29" fmla="*/ 1312 h 188"/>
                <a:gd name="T30" fmla="*/ 1213 w 199"/>
                <a:gd name="T31" fmla="*/ 1251 h 188"/>
                <a:gd name="T32" fmla="*/ 1176 w 199"/>
                <a:gd name="T33" fmla="*/ 902 h 188"/>
                <a:gd name="T34" fmla="*/ 1298 w 199"/>
                <a:gd name="T35" fmla="*/ 1047 h 188"/>
                <a:gd name="T36" fmla="*/ 1392 w 199"/>
                <a:gd name="T37" fmla="*/ 1358 h 188"/>
                <a:gd name="T38" fmla="*/ 1334 w 199"/>
                <a:gd name="T39" fmla="*/ 1312 h 18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9" h="188">
                  <a:moveTo>
                    <a:pt x="126" y="79"/>
                  </a:moveTo>
                  <a:cubicBezTo>
                    <a:pt x="104" y="67"/>
                    <a:pt x="68" y="36"/>
                    <a:pt x="50" y="0"/>
                  </a:cubicBezTo>
                  <a:cubicBezTo>
                    <a:pt x="51" y="13"/>
                    <a:pt x="69" y="52"/>
                    <a:pt x="69" y="52"/>
                  </a:cubicBezTo>
                  <a:cubicBezTo>
                    <a:pt x="69" y="52"/>
                    <a:pt x="81" y="71"/>
                    <a:pt x="77" y="69"/>
                  </a:cubicBezTo>
                  <a:cubicBezTo>
                    <a:pt x="72" y="68"/>
                    <a:pt x="61" y="57"/>
                    <a:pt x="49" y="47"/>
                  </a:cubicBezTo>
                  <a:cubicBezTo>
                    <a:pt x="41" y="41"/>
                    <a:pt x="31" y="35"/>
                    <a:pt x="26" y="3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3" y="24"/>
                    <a:pt x="62" y="74"/>
                    <a:pt x="70" y="95"/>
                  </a:cubicBezTo>
                  <a:cubicBezTo>
                    <a:pt x="78" y="116"/>
                    <a:pt x="86" y="188"/>
                    <a:pt x="86" y="188"/>
                  </a:cubicBezTo>
                  <a:cubicBezTo>
                    <a:pt x="86" y="188"/>
                    <a:pt x="90" y="138"/>
                    <a:pt x="88" y="116"/>
                  </a:cubicBezTo>
                  <a:cubicBezTo>
                    <a:pt x="86" y="95"/>
                    <a:pt x="82" y="87"/>
                    <a:pt x="88" y="84"/>
                  </a:cubicBezTo>
                  <a:cubicBezTo>
                    <a:pt x="94" y="80"/>
                    <a:pt x="102" y="88"/>
                    <a:pt x="119" y="95"/>
                  </a:cubicBezTo>
                  <a:cubicBezTo>
                    <a:pt x="136" y="101"/>
                    <a:pt x="199" y="121"/>
                    <a:pt x="199" y="121"/>
                  </a:cubicBezTo>
                  <a:cubicBezTo>
                    <a:pt x="199" y="121"/>
                    <a:pt x="149" y="92"/>
                    <a:pt x="126" y="79"/>
                  </a:cubicBezTo>
                  <a:close/>
                  <a:moveTo>
                    <a:pt x="110" y="89"/>
                  </a:moveTo>
                  <a:cubicBezTo>
                    <a:pt x="107" y="89"/>
                    <a:pt x="103" y="86"/>
                    <a:pt x="100" y="85"/>
                  </a:cubicBezTo>
                  <a:cubicBezTo>
                    <a:pt x="99" y="77"/>
                    <a:pt x="98" y="69"/>
                    <a:pt x="97" y="61"/>
                  </a:cubicBezTo>
                  <a:cubicBezTo>
                    <a:pt x="101" y="63"/>
                    <a:pt x="105" y="67"/>
                    <a:pt x="107" y="71"/>
                  </a:cubicBezTo>
                  <a:cubicBezTo>
                    <a:pt x="110" y="77"/>
                    <a:pt x="108" y="88"/>
                    <a:pt x="115" y="92"/>
                  </a:cubicBezTo>
                  <a:lnTo>
                    <a:pt x="110" y="89"/>
                  </a:lnTo>
                  <a:close/>
                </a:path>
              </a:pathLst>
            </a:custGeom>
            <a:solidFill>
              <a:srgbClr val="6E2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9" name="Freeform 344">
              <a:extLst>
                <a:ext uri="{FF2B5EF4-FFF2-40B4-BE49-F238E27FC236}">
                  <a16:creationId xmlns:a16="http://schemas.microsoft.com/office/drawing/2014/main" id="{E7CF13EF-8311-494C-8580-D97C6EE68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635"/>
              <a:ext cx="124" cy="159"/>
            </a:xfrm>
            <a:custGeom>
              <a:avLst/>
              <a:gdLst>
                <a:gd name="T0" fmla="*/ 301 w 54"/>
                <a:gd name="T1" fmla="*/ 252 h 65"/>
                <a:gd name="T2" fmla="*/ 25 w 54"/>
                <a:gd name="T3" fmla="*/ 0 h 65"/>
                <a:gd name="T4" fmla="*/ 25 w 54"/>
                <a:gd name="T5" fmla="*/ 0 h 65"/>
                <a:gd name="T6" fmla="*/ 0 w 54"/>
                <a:gd name="T7" fmla="*/ 59 h 65"/>
                <a:gd name="T8" fmla="*/ 147 w 54"/>
                <a:gd name="T9" fmla="*/ 264 h 65"/>
                <a:gd name="T10" fmla="*/ 496 w 54"/>
                <a:gd name="T11" fmla="*/ 761 h 65"/>
                <a:gd name="T12" fmla="*/ 654 w 54"/>
                <a:gd name="T13" fmla="*/ 849 h 65"/>
                <a:gd name="T14" fmla="*/ 301 w 54"/>
                <a:gd name="T15" fmla="*/ 252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65">
                  <a:moveTo>
                    <a:pt x="25" y="17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4" y="8"/>
                    <a:pt x="8" y="13"/>
                    <a:pt x="12" y="18"/>
                  </a:cubicBezTo>
                  <a:cubicBezTo>
                    <a:pt x="25" y="32"/>
                    <a:pt x="38" y="45"/>
                    <a:pt x="41" y="52"/>
                  </a:cubicBezTo>
                  <a:cubicBezTo>
                    <a:pt x="46" y="65"/>
                    <a:pt x="54" y="58"/>
                    <a:pt x="54" y="58"/>
                  </a:cubicBezTo>
                  <a:cubicBezTo>
                    <a:pt x="54" y="58"/>
                    <a:pt x="48" y="34"/>
                    <a:pt x="25" y="17"/>
                  </a:cubicBezTo>
                  <a:close/>
                </a:path>
              </a:pathLst>
            </a:custGeom>
            <a:solidFill>
              <a:srgbClr val="6E2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0" name="Freeform 345">
              <a:extLst>
                <a:ext uri="{FF2B5EF4-FFF2-40B4-BE49-F238E27FC236}">
                  <a16:creationId xmlns:a16="http://schemas.microsoft.com/office/drawing/2014/main" id="{9C3DBDC8-1BD6-450A-A291-88AC6332C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574"/>
              <a:ext cx="117" cy="95"/>
            </a:xfrm>
            <a:custGeom>
              <a:avLst/>
              <a:gdLst>
                <a:gd name="T0" fmla="*/ 0 w 51"/>
                <a:gd name="T1" fmla="*/ 0 h 39"/>
                <a:gd name="T2" fmla="*/ 195 w 51"/>
                <a:gd name="T3" fmla="*/ 322 h 39"/>
                <a:gd name="T4" fmla="*/ 615 w 51"/>
                <a:gd name="T5" fmla="*/ 434 h 39"/>
                <a:gd name="T6" fmla="*/ 317 w 51"/>
                <a:gd name="T7" fmla="*/ 521 h 39"/>
                <a:gd name="T8" fmla="*/ 232 w 51"/>
                <a:gd name="T9" fmla="*/ 53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9">
                  <a:moveTo>
                    <a:pt x="0" y="0"/>
                  </a:moveTo>
                  <a:cubicBezTo>
                    <a:pt x="9" y="5"/>
                    <a:pt x="8" y="17"/>
                    <a:pt x="16" y="22"/>
                  </a:cubicBezTo>
                  <a:cubicBezTo>
                    <a:pt x="27" y="28"/>
                    <a:pt x="40" y="25"/>
                    <a:pt x="51" y="30"/>
                  </a:cubicBezTo>
                  <a:cubicBezTo>
                    <a:pt x="42" y="32"/>
                    <a:pt x="35" y="34"/>
                    <a:pt x="26" y="36"/>
                  </a:cubicBezTo>
                  <a:cubicBezTo>
                    <a:pt x="24" y="37"/>
                    <a:pt x="18" y="39"/>
                    <a:pt x="19" y="37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1" name="Freeform 346">
              <a:extLst>
                <a:ext uri="{FF2B5EF4-FFF2-40B4-BE49-F238E27FC236}">
                  <a16:creationId xmlns:a16="http://schemas.microsoft.com/office/drawing/2014/main" id="{9F53C899-11B7-455F-9DF7-9B75B5F5F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473"/>
              <a:ext cx="69" cy="339"/>
            </a:xfrm>
            <a:custGeom>
              <a:avLst/>
              <a:gdLst>
                <a:gd name="T0" fmla="*/ 0 w 30"/>
                <a:gd name="T1" fmla="*/ 0 h 138"/>
                <a:gd name="T2" fmla="*/ 147 w 30"/>
                <a:gd name="T3" fmla="*/ 550 h 138"/>
                <a:gd name="T4" fmla="*/ 281 w 30"/>
                <a:gd name="T5" fmla="*/ 965 h 138"/>
                <a:gd name="T6" fmla="*/ 290 w 30"/>
                <a:gd name="T7" fmla="*/ 1528 h 138"/>
                <a:gd name="T8" fmla="*/ 232 w 30"/>
                <a:gd name="T9" fmla="*/ 1852 h 138"/>
                <a:gd name="T10" fmla="*/ 366 w 30"/>
                <a:gd name="T11" fmla="*/ 1648 h 138"/>
                <a:gd name="T12" fmla="*/ 301 w 30"/>
                <a:gd name="T13" fmla="*/ 1039 h 138"/>
                <a:gd name="T14" fmla="*/ 28 w 30"/>
                <a:gd name="T15" fmla="*/ 61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38">
                  <a:moveTo>
                    <a:pt x="0" y="0"/>
                  </a:moveTo>
                  <a:cubicBezTo>
                    <a:pt x="3" y="13"/>
                    <a:pt x="8" y="24"/>
                    <a:pt x="12" y="37"/>
                  </a:cubicBezTo>
                  <a:cubicBezTo>
                    <a:pt x="16" y="46"/>
                    <a:pt x="21" y="55"/>
                    <a:pt x="23" y="65"/>
                  </a:cubicBezTo>
                  <a:cubicBezTo>
                    <a:pt x="25" y="78"/>
                    <a:pt x="25" y="91"/>
                    <a:pt x="24" y="103"/>
                  </a:cubicBezTo>
                  <a:cubicBezTo>
                    <a:pt x="24" y="110"/>
                    <a:pt x="24" y="120"/>
                    <a:pt x="19" y="125"/>
                  </a:cubicBezTo>
                  <a:cubicBezTo>
                    <a:pt x="29" y="138"/>
                    <a:pt x="30" y="117"/>
                    <a:pt x="30" y="111"/>
                  </a:cubicBezTo>
                  <a:cubicBezTo>
                    <a:pt x="28" y="97"/>
                    <a:pt x="26" y="84"/>
                    <a:pt x="25" y="70"/>
                  </a:cubicBezTo>
                  <a:cubicBezTo>
                    <a:pt x="22" y="47"/>
                    <a:pt x="20" y="21"/>
                    <a:pt x="2" y="4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2" name="Freeform 347">
              <a:extLst>
                <a:ext uri="{FF2B5EF4-FFF2-40B4-BE49-F238E27FC236}">
                  <a16:creationId xmlns:a16="http://schemas.microsoft.com/office/drawing/2014/main" id="{BE423CD8-F1A2-432C-AA30-6F853EAEF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498"/>
              <a:ext cx="359" cy="392"/>
            </a:xfrm>
            <a:custGeom>
              <a:avLst/>
              <a:gdLst>
                <a:gd name="T0" fmla="*/ 74 w 156"/>
                <a:gd name="T1" fmla="*/ 2352 h 160"/>
                <a:gd name="T2" fmla="*/ 74 w 156"/>
                <a:gd name="T3" fmla="*/ 1237 h 160"/>
                <a:gd name="T4" fmla="*/ 37 w 156"/>
                <a:gd name="T5" fmla="*/ 265 h 160"/>
                <a:gd name="T6" fmla="*/ 232 w 156"/>
                <a:gd name="T7" fmla="*/ 132 h 160"/>
                <a:gd name="T8" fmla="*/ 1452 w 156"/>
                <a:gd name="T9" fmla="*/ 649 h 160"/>
                <a:gd name="T10" fmla="*/ 1901 w 156"/>
                <a:gd name="T11" fmla="*/ 1134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160">
                  <a:moveTo>
                    <a:pt x="6" y="160"/>
                  </a:moveTo>
                  <a:cubicBezTo>
                    <a:pt x="4" y="154"/>
                    <a:pt x="5" y="118"/>
                    <a:pt x="6" y="84"/>
                  </a:cubicBezTo>
                  <a:cubicBezTo>
                    <a:pt x="6" y="56"/>
                    <a:pt x="7" y="42"/>
                    <a:pt x="3" y="18"/>
                  </a:cubicBezTo>
                  <a:cubicBezTo>
                    <a:pt x="0" y="0"/>
                    <a:pt x="15" y="7"/>
                    <a:pt x="19" y="9"/>
                  </a:cubicBezTo>
                  <a:cubicBezTo>
                    <a:pt x="42" y="21"/>
                    <a:pt x="93" y="34"/>
                    <a:pt x="119" y="44"/>
                  </a:cubicBezTo>
                  <a:cubicBezTo>
                    <a:pt x="148" y="56"/>
                    <a:pt x="156" y="77"/>
                    <a:pt x="156" y="77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3" name="Freeform 348">
              <a:extLst>
                <a:ext uri="{FF2B5EF4-FFF2-40B4-BE49-F238E27FC236}">
                  <a16:creationId xmlns:a16="http://schemas.microsoft.com/office/drawing/2014/main" id="{D66047A2-01C3-440E-B428-A16BF4AB6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46"/>
              <a:ext cx="531" cy="402"/>
            </a:xfrm>
            <a:custGeom>
              <a:avLst/>
              <a:gdLst>
                <a:gd name="T0" fmla="*/ 2807 w 231"/>
                <a:gd name="T1" fmla="*/ 2414 h 164"/>
                <a:gd name="T2" fmla="*/ 1956 w 231"/>
                <a:gd name="T3" fmla="*/ 1309 h 164"/>
                <a:gd name="T4" fmla="*/ 94 w 231"/>
                <a:gd name="T5" fmla="*/ 103 h 164"/>
                <a:gd name="T6" fmla="*/ 122 w 231"/>
                <a:gd name="T7" fmla="*/ 427 h 164"/>
                <a:gd name="T8" fmla="*/ 253 w 231"/>
                <a:gd name="T9" fmla="*/ 1532 h 164"/>
                <a:gd name="T10" fmla="*/ 131 w 231"/>
                <a:gd name="T11" fmla="*/ 1635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164">
                  <a:moveTo>
                    <a:pt x="231" y="164"/>
                  </a:moveTo>
                  <a:cubicBezTo>
                    <a:pt x="231" y="164"/>
                    <a:pt x="193" y="119"/>
                    <a:pt x="161" y="89"/>
                  </a:cubicBezTo>
                  <a:cubicBezTo>
                    <a:pt x="129" y="59"/>
                    <a:pt x="44" y="20"/>
                    <a:pt x="8" y="7"/>
                  </a:cubicBezTo>
                  <a:cubicBezTo>
                    <a:pt x="0" y="0"/>
                    <a:pt x="6" y="13"/>
                    <a:pt x="10" y="29"/>
                  </a:cubicBezTo>
                  <a:cubicBezTo>
                    <a:pt x="14" y="46"/>
                    <a:pt x="21" y="73"/>
                    <a:pt x="21" y="104"/>
                  </a:cubicBezTo>
                  <a:cubicBezTo>
                    <a:pt x="21" y="110"/>
                    <a:pt x="18" y="115"/>
                    <a:pt x="11" y="111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4" name="Freeform 349">
              <a:extLst>
                <a:ext uri="{FF2B5EF4-FFF2-40B4-BE49-F238E27FC236}">
                  <a16:creationId xmlns:a16="http://schemas.microsoft.com/office/drawing/2014/main" id="{2AF45646-9D40-4477-BA91-FE672767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336"/>
              <a:ext cx="81" cy="216"/>
            </a:xfrm>
            <a:custGeom>
              <a:avLst/>
              <a:gdLst>
                <a:gd name="T0" fmla="*/ 433 w 35"/>
                <a:gd name="T1" fmla="*/ 1301 h 88"/>
                <a:gd name="T2" fmla="*/ 0 w 35"/>
                <a:gd name="T3" fmla="*/ 0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88">
                  <a:moveTo>
                    <a:pt x="35" y="88"/>
                  </a:moveTo>
                  <a:cubicBezTo>
                    <a:pt x="15" y="6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5" name="Freeform 350">
              <a:extLst>
                <a:ext uri="{FF2B5EF4-FFF2-40B4-BE49-F238E27FC236}">
                  <a16:creationId xmlns:a16="http://schemas.microsoft.com/office/drawing/2014/main" id="{DBE83B8D-90EA-4C9C-B115-9EDF0E2D8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123"/>
              <a:ext cx="379" cy="235"/>
            </a:xfrm>
            <a:custGeom>
              <a:avLst/>
              <a:gdLst>
                <a:gd name="T0" fmla="*/ 0 w 165"/>
                <a:gd name="T1" fmla="*/ 0 h 96"/>
                <a:gd name="T2" fmla="*/ 2001 w 165"/>
                <a:gd name="T3" fmla="*/ 1408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96">
                  <a:moveTo>
                    <a:pt x="0" y="0"/>
                  </a:moveTo>
                  <a:cubicBezTo>
                    <a:pt x="30" y="20"/>
                    <a:pt x="145" y="61"/>
                    <a:pt x="165" y="96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6" name="Freeform 351">
              <a:extLst>
                <a:ext uri="{FF2B5EF4-FFF2-40B4-BE49-F238E27FC236}">
                  <a16:creationId xmlns:a16="http://schemas.microsoft.com/office/drawing/2014/main" id="{D829763B-9030-4AFF-A95B-DD7F3AF5D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716"/>
              <a:ext cx="177" cy="476"/>
            </a:xfrm>
            <a:custGeom>
              <a:avLst/>
              <a:gdLst>
                <a:gd name="T0" fmla="*/ 936 w 77"/>
                <a:gd name="T1" fmla="*/ 1035 h 194"/>
                <a:gd name="T2" fmla="*/ 290 w 77"/>
                <a:gd name="T3" fmla="*/ 162 h 194"/>
                <a:gd name="T4" fmla="*/ 122 w 77"/>
                <a:gd name="T5" fmla="*/ 488 h 194"/>
                <a:gd name="T6" fmla="*/ 85 w 77"/>
                <a:gd name="T7" fmla="*/ 2866 h 1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94">
                  <a:moveTo>
                    <a:pt x="77" y="70"/>
                  </a:moveTo>
                  <a:cubicBezTo>
                    <a:pt x="77" y="70"/>
                    <a:pt x="44" y="29"/>
                    <a:pt x="24" y="11"/>
                  </a:cubicBezTo>
                  <a:cubicBezTo>
                    <a:pt x="11" y="0"/>
                    <a:pt x="11" y="11"/>
                    <a:pt x="10" y="33"/>
                  </a:cubicBezTo>
                  <a:cubicBezTo>
                    <a:pt x="11" y="74"/>
                    <a:pt x="0" y="140"/>
                    <a:pt x="7" y="194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7" name="Freeform 352">
              <a:extLst>
                <a:ext uri="{FF2B5EF4-FFF2-40B4-BE49-F238E27FC236}">
                  <a16:creationId xmlns:a16="http://schemas.microsoft.com/office/drawing/2014/main" id="{C0488C32-89C0-4252-966B-799BD07AE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321"/>
              <a:ext cx="193" cy="422"/>
            </a:xfrm>
            <a:custGeom>
              <a:avLst/>
              <a:gdLst>
                <a:gd name="T0" fmla="*/ 1018 w 84"/>
                <a:gd name="T1" fmla="*/ 2539 h 172"/>
                <a:gd name="T2" fmla="*/ 131 w 84"/>
                <a:gd name="T3" fmla="*/ 1097 h 172"/>
                <a:gd name="T4" fmla="*/ 0 w 84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72">
                  <a:moveTo>
                    <a:pt x="84" y="172"/>
                  </a:moveTo>
                  <a:cubicBezTo>
                    <a:pt x="56" y="149"/>
                    <a:pt x="22" y="117"/>
                    <a:pt x="11" y="74"/>
                  </a:cubicBezTo>
                  <a:cubicBezTo>
                    <a:pt x="0" y="3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8" name="Freeform 353">
              <a:extLst>
                <a:ext uri="{FF2B5EF4-FFF2-40B4-BE49-F238E27FC236}">
                  <a16:creationId xmlns:a16="http://schemas.microsoft.com/office/drawing/2014/main" id="{FD2DCAE6-C0B5-4186-A72B-41DC2ACBE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159"/>
              <a:ext cx="269" cy="324"/>
            </a:xfrm>
            <a:custGeom>
              <a:avLst/>
              <a:gdLst>
                <a:gd name="T0" fmla="*/ 0 w 117"/>
                <a:gd name="T1" fmla="*/ 638 h 132"/>
                <a:gd name="T2" fmla="*/ 1327 w 117"/>
                <a:gd name="T3" fmla="*/ 1892 h 132"/>
                <a:gd name="T4" fmla="*/ 1347 w 117"/>
                <a:gd name="T5" fmla="*/ 1789 h 132"/>
                <a:gd name="T6" fmla="*/ 766 w 117"/>
                <a:gd name="T7" fmla="*/ 0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32">
                  <a:moveTo>
                    <a:pt x="0" y="43"/>
                  </a:moveTo>
                  <a:cubicBezTo>
                    <a:pt x="6" y="54"/>
                    <a:pt x="80" y="98"/>
                    <a:pt x="109" y="128"/>
                  </a:cubicBezTo>
                  <a:cubicBezTo>
                    <a:pt x="114" y="132"/>
                    <a:pt x="117" y="130"/>
                    <a:pt x="111" y="121"/>
                  </a:cubicBezTo>
                  <a:cubicBezTo>
                    <a:pt x="93" y="89"/>
                    <a:pt x="78" y="26"/>
                    <a:pt x="63" y="0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9" name="Freeform 354">
              <a:extLst>
                <a:ext uri="{FF2B5EF4-FFF2-40B4-BE49-F238E27FC236}">
                  <a16:creationId xmlns:a16="http://schemas.microsoft.com/office/drawing/2014/main" id="{33C87A3B-5AE2-4011-BB94-3C4949B9B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915"/>
              <a:ext cx="152" cy="448"/>
            </a:xfrm>
            <a:custGeom>
              <a:avLst/>
              <a:gdLst>
                <a:gd name="T0" fmla="*/ 0 w 66"/>
                <a:gd name="T1" fmla="*/ 0 h 183"/>
                <a:gd name="T2" fmla="*/ 553 w 66"/>
                <a:gd name="T3" fmla="*/ 1395 h 183"/>
                <a:gd name="T4" fmla="*/ 712 w 66"/>
                <a:gd name="T5" fmla="*/ 2380 h 183"/>
                <a:gd name="T6" fmla="*/ 806 w 66"/>
                <a:gd name="T7" fmla="*/ 2686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83">
                  <a:moveTo>
                    <a:pt x="0" y="0"/>
                  </a:moveTo>
                  <a:cubicBezTo>
                    <a:pt x="9" y="15"/>
                    <a:pt x="29" y="49"/>
                    <a:pt x="45" y="95"/>
                  </a:cubicBezTo>
                  <a:cubicBezTo>
                    <a:pt x="51" y="115"/>
                    <a:pt x="54" y="143"/>
                    <a:pt x="58" y="162"/>
                  </a:cubicBezTo>
                  <a:cubicBezTo>
                    <a:pt x="60" y="173"/>
                    <a:pt x="65" y="180"/>
                    <a:pt x="66" y="183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0" name="Freeform 355">
              <a:extLst>
                <a:ext uri="{FF2B5EF4-FFF2-40B4-BE49-F238E27FC236}">
                  <a16:creationId xmlns:a16="http://schemas.microsoft.com/office/drawing/2014/main" id="{49BBEF59-5E38-4C49-883A-9500E9732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331"/>
              <a:ext cx="207" cy="471"/>
            </a:xfrm>
            <a:custGeom>
              <a:avLst/>
              <a:gdLst>
                <a:gd name="T0" fmla="*/ 0 w 90"/>
                <a:gd name="T1" fmla="*/ 0 h 192"/>
                <a:gd name="T2" fmla="*/ 915 w 90"/>
                <a:gd name="T3" fmla="*/ 1371 h 192"/>
                <a:gd name="T4" fmla="*/ 1095 w 90"/>
                <a:gd name="T5" fmla="*/ 2671 h 192"/>
                <a:gd name="T6" fmla="*/ 936 w 90"/>
                <a:gd name="T7" fmla="*/ 2804 h 192"/>
                <a:gd name="T8" fmla="*/ 301 w 90"/>
                <a:gd name="T9" fmla="*/ 2348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92">
                  <a:moveTo>
                    <a:pt x="0" y="0"/>
                  </a:moveTo>
                  <a:cubicBezTo>
                    <a:pt x="17" y="14"/>
                    <a:pt x="68" y="66"/>
                    <a:pt x="75" y="93"/>
                  </a:cubicBezTo>
                  <a:cubicBezTo>
                    <a:pt x="81" y="119"/>
                    <a:pt x="90" y="181"/>
                    <a:pt x="90" y="181"/>
                  </a:cubicBezTo>
                  <a:cubicBezTo>
                    <a:pt x="90" y="188"/>
                    <a:pt x="86" y="192"/>
                    <a:pt x="77" y="190"/>
                  </a:cubicBezTo>
                  <a:cubicBezTo>
                    <a:pt x="58" y="182"/>
                    <a:pt x="39" y="171"/>
                    <a:pt x="25" y="159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1" name="Freeform 356">
              <a:extLst>
                <a:ext uri="{FF2B5EF4-FFF2-40B4-BE49-F238E27FC236}">
                  <a16:creationId xmlns:a16="http://schemas.microsoft.com/office/drawing/2014/main" id="{BCC11C29-3355-4413-8385-11750B5C9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564"/>
              <a:ext cx="196" cy="199"/>
            </a:xfrm>
            <a:custGeom>
              <a:avLst/>
              <a:gdLst>
                <a:gd name="T0" fmla="*/ 0 w 85"/>
                <a:gd name="T1" fmla="*/ 0 h 81"/>
                <a:gd name="T2" fmla="*/ 1042 w 85"/>
                <a:gd name="T3" fmla="*/ 1201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81">
                  <a:moveTo>
                    <a:pt x="0" y="0"/>
                  </a:moveTo>
                  <a:cubicBezTo>
                    <a:pt x="13" y="14"/>
                    <a:pt x="68" y="46"/>
                    <a:pt x="85" y="81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2" name="Freeform 357">
              <a:extLst>
                <a:ext uri="{FF2B5EF4-FFF2-40B4-BE49-F238E27FC236}">
                  <a16:creationId xmlns:a16="http://schemas.microsoft.com/office/drawing/2014/main" id="{66C36CB0-03DF-44D3-A2C5-50163A819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368"/>
              <a:ext cx="120" cy="323"/>
            </a:xfrm>
            <a:custGeom>
              <a:avLst/>
              <a:gdLst>
                <a:gd name="T0" fmla="*/ 74 w 52"/>
                <a:gd name="T1" fmla="*/ 0 h 132"/>
                <a:gd name="T2" fmla="*/ 134 w 52"/>
                <a:gd name="T3" fmla="*/ 646 h 132"/>
                <a:gd name="T4" fmla="*/ 628 w 52"/>
                <a:gd name="T5" fmla="*/ 1933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32">
                  <a:moveTo>
                    <a:pt x="6" y="0"/>
                  </a:moveTo>
                  <a:cubicBezTo>
                    <a:pt x="0" y="0"/>
                    <a:pt x="6" y="14"/>
                    <a:pt x="11" y="44"/>
                  </a:cubicBezTo>
                  <a:cubicBezTo>
                    <a:pt x="16" y="74"/>
                    <a:pt x="52" y="96"/>
                    <a:pt x="51" y="132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3" name="Freeform 358">
              <a:extLst>
                <a:ext uri="{FF2B5EF4-FFF2-40B4-BE49-F238E27FC236}">
                  <a16:creationId xmlns:a16="http://schemas.microsoft.com/office/drawing/2014/main" id="{49794476-3303-44E2-91B2-4A356FB0E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304"/>
              <a:ext cx="377" cy="314"/>
            </a:xfrm>
            <a:custGeom>
              <a:avLst/>
              <a:gdLst>
                <a:gd name="T0" fmla="*/ 0 w 164"/>
                <a:gd name="T1" fmla="*/ 0 h 128"/>
                <a:gd name="T2" fmla="*/ 961 w 164"/>
                <a:gd name="T3" fmla="*/ 1209 h 128"/>
                <a:gd name="T4" fmla="*/ 1993 w 164"/>
                <a:gd name="T5" fmla="*/ 1889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128">
                  <a:moveTo>
                    <a:pt x="0" y="0"/>
                  </a:moveTo>
                  <a:cubicBezTo>
                    <a:pt x="9" y="22"/>
                    <a:pt x="36" y="60"/>
                    <a:pt x="79" y="82"/>
                  </a:cubicBezTo>
                  <a:cubicBezTo>
                    <a:pt x="122" y="105"/>
                    <a:pt x="145" y="122"/>
                    <a:pt x="164" y="128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4" name="Freeform 359">
              <a:extLst>
                <a:ext uri="{FF2B5EF4-FFF2-40B4-BE49-F238E27FC236}">
                  <a16:creationId xmlns:a16="http://schemas.microsoft.com/office/drawing/2014/main" id="{80BA5B8D-E76F-457F-8380-0636E2891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400"/>
              <a:ext cx="209" cy="81"/>
            </a:xfrm>
            <a:custGeom>
              <a:avLst/>
              <a:gdLst>
                <a:gd name="T0" fmla="*/ 0 w 91"/>
                <a:gd name="T1" fmla="*/ 0 h 33"/>
                <a:gd name="T2" fmla="*/ 972 w 91"/>
                <a:gd name="T3" fmla="*/ 427 h 33"/>
                <a:gd name="T4" fmla="*/ 1054 w 91"/>
                <a:gd name="T5" fmla="*/ 13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33">
                  <a:moveTo>
                    <a:pt x="0" y="0"/>
                  </a:moveTo>
                  <a:cubicBezTo>
                    <a:pt x="16" y="8"/>
                    <a:pt x="68" y="33"/>
                    <a:pt x="80" y="29"/>
                  </a:cubicBezTo>
                  <a:cubicBezTo>
                    <a:pt x="91" y="25"/>
                    <a:pt x="87" y="9"/>
                    <a:pt x="87" y="9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5" name="Freeform 360">
              <a:extLst>
                <a:ext uri="{FF2B5EF4-FFF2-40B4-BE49-F238E27FC236}">
                  <a16:creationId xmlns:a16="http://schemas.microsoft.com/office/drawing/2014/main" id="{55B38C42-7BCD-4D8C-A2CB-DD91D762C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113"/>
              <a:ext cx="119" cy="95"/>
            </a:xfrm>
            <a:custGeom>
              <a:avLst/>
              <a:gdLst>
                <a:gd name="T0" fmla="*/ 0 w 52"/>
                <a:gd name="T1" fmla="*/ 0 h 39"/>
                <a:gd name="T2" fmla="*/ 622 w 52"/>
                <a:gd name="T3" fmla="*/ 56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9">
                  <a:moveTo>
                    <a:pt x="0" y="0"/>
                  </a:moveTo>
                  <a:cubicBezTo>
                    <a:pt x="1" y="9"/>
                    <a:pt x="52" y="39"/>
                    <a:pt x="52" y="39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6" name="Freeform 361">
              <a:extLst>
                <a:ext uri="{FF2B5EF4-FFF2-40B4-BE49-F238E27FC236}">
                  <a16:creationId xmlns:a16="http://schemas.microsoft.com/office/drawing/2014/main" id="{409C3BC4-46DC-40B6-A652-F2CBD60D0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103"/>
              <a:ext cx="41" cy="69"/>
            </a:xfrm>
            <a:custGeom>
              <a:avLst/>
              <a:gdLst>
                <a:gd name="T0" fmla="*/ 0 w 18"/>
                <a:gd name="T1" fmla="*/ 0 h 28"/>
                <a:gd name="T2" fmla="*/ 187 w 18"/>
                <a:gd name="T3" fmla="*/ 419 h 28"/>
                <a:gd name="T4" fmla="*/ 141 w 18"/>
                <a:gd name="T5" fmla="*/ 4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8" y="14"/>
                    <a:pt x="16" y="28"/>
                    <a:pt x="16" y="28"/>
                  </a:cubicBezTo>
                  <a:cubicBezTo>
                    <a:pt x="16" y="28"/>
                    <a:pt x="18" y="20"/>
                    <a:pt x="12" y="3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7" name="Freeform 362">
              <a:extLst>
                <a:ext uri="{FF2B5EF4-FFF2-40B4-BE49-F238E27FC236}">
                  <a16:creationId xmlns:a16="http://schemas.microsoft.com/office/drawing/2014/main" id="{7BC590D8-4F4D-4DF8-A79F-73A4259E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615"/>
              <a:ext cx="98" cy="430"/>
            </a:xfrm>
            <a:custGeom>
              <a:avLst/>
              <a:gdLst>
                <a:gd name="T0" fmla="*/ 155 w 43"/>
                <a:gd name="T1" fmla="*/ 0 h 175"/>
                <a:gd name="T2" fmla="*/ 499 w 43"/>
                <a:gd name="T3" fmla="*/ 978 h 175"/>
                <a:gd name="T4" fmla="*/ 463 w 43"/>
                <a:gd name="T5" fmla="*/ 2374 h 175"/>
                <a:gd name="T6" fmla="*/ 203 w 43"/>
                <a:gd name="T7" fmla="*/ 2300 h 175"/>
                <a:gd name="T8" fmla="*/ 0 w 43"/>
                <a:gd name="T9" fmla="*/ 1985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75">
                  <a:moveTo>
                    <a:pt x="13" y="0"/>
                  </a:moveTo>
                  <a:cubicBezTo>
                    <a:pt x="21" y="17"/>
                    <a:pt x="41" y="41"/>
                    <a:pt x="42" y="66"/>
                  </a:cubicBezTo>
                  <a:cubicBezTo>
                    <a:pt x="43" y="91"/>
                    <a:pt x="43" y="145"/>
                    <a:pt x="39" y="160"/>
                  </a:cubicBezTo>
                  <a:cubicBezTo>
                    <a:pt x="35" y="175"/>
                    <a:pt x="17" y="155"/>
                    <a:pt x="17" y="155"/>
                  </a:cubicBezTo>
                  <a:cubicBezTo>
                    <a:pt x="8" y="146"/>
                    <a:pt x="0" y="134"/>
                    <a:pt x="0" y="134"/>
                  </a:cubicBezTo>
                </a:path>
              </a:pathLst>
            </a:custGeom>
            <a:noFill/>
            <a:ln w="7938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8" name="Freeform 363">
              <a:extLst>
                <a:ext uri="{FF2B5EF4-FFF2-40B4-BE49-F238E27FC236}">
                  <a16:creationId xmlns:a16="http://schemas.microsoft.com/office/drawing/2014/main" id="{AE036586-1DCF-400F-91DB-02161D0E2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057"/>
              <a:ext cx="312" cy="130"/>
            </a:xfrm>
            <a:custGeom>
              <a:avLst/>
              <a:gdLst>
                <a:gd name="T0" fmla="*/ 0 w 136"/>
                <a:gd name="T1" fmla="*/ 0 h 53"/>
                <a:gd name="T2" fmla="*/ 1643 w 136"/>
                <a:gd name="T3" fmla="*/ 782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6" h="53">
                  <a:moveTo>
                    <a:pt x="0" y="0"/>
                  </a:moveTo>
                  <a:cubicBezTo>
                    <a:pt x="53" y="31"/>
                    <a:pt x="103" y="50"/>
                    <a:pt x="136" y="53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9" name="Freeform 364">
              <a:extLst>
                <a:ext uri="{FF2B5EF4-FFF2-40B4-BE49-F238E27FC236}">
                  <a16:creationId xmlns:a16="http://schemas.microsoft.com/office/drawing/2014/main" id="{045874AA-8E75-4CFF-96D1-113459913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3018"/>
              <a:ext cx="60" cy="39"/>
            </a:xfrm>
            <a:custGeom>
              <a:avLst/>
              <a:gdLst>
                <a:gd name="T0" fmla="*/ 0 w 26"/>
                <a:gd name="T1" fmla="*/ 0 h 16"/>
                <a:gd name="T2" fmla="*/ 318 w 26"/>
                <a:gd name="T3" fmla="*/ 23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6">
                  <a:moveTo>
                    <a:pt x="0" y="0"/>
                  </a:moveTo>
                  <a:cubicBezTo>
                    <a:pt x="9" y="6"/>
                    <a:pt x="18" y="11"/>
                    <a:pt x="26" y="16"/>
                  </a:cubicBezTo>
                </a:path>
              </a:pathLst>
            </a:custGeom>
            <a:noFill/>
            <a:ln w="11113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0" name="Freeform 365">
              <a:extLst>
                <a:ext uri="{FF2B5EF4-FFF2-40B4-BE49-F238E27FC236}">
                  <a16:creationId xmlns:a16="http://schemas.microsoft.com/office/drawing/2014/main" id="{6CB80227-4CDF-43FF-93C3-D1B717DC8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910"/>
              <a:ext cx="92" cy="108"/>
            </a:xfrm>
            <a:custGeom>
              <a:avLst/>
              <a:gdLst>
                <a:gd name="T0" fmla="*/ 0 w 40"/>
                <a:gd name="T1" fmla="*/ 0 h 44"/>
                <a:gd name="T2" fmla="*/ 488 w 40"/>
                <a:gd name="T3" fmla="*/ 65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4">
                  <a:moveTo>
                    <a:pt x="0" y="0"/>
                  </a:moveTo>
                  <a:cubicBezTo>
                    <a:pt x="9" y="16"/>
                    <a:pt x="19" y="32"/>
                    <a:pt x="40" y="44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1" name="Freeform 366">
              <a:extLst>
                <a:ext uri="{FF2B5EF4-FFF2-40B4-BE49-F238E27FC236}">
                  <a16:creationId xmlns:a16="http://schemas.microsoft.com/office/drawing/2014/main" id="{04B8E6D1-4045-4776-8F08-CD52F573C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846"/>
              <a:ext cx="30" cy="64"/>
            </a:xfrm>
            <a:custGeom>
              <a:avLst/>
              <a:gdLst>
                <a:gd name="T0" fmla="*/ 0 w 13"/>
                <a:gd name="T1" fmla="*/ 0 h 26"/>
                <a:gd name="T2" fmla="*/ 159 w 13"/>
                <a:gd name="T3" fmla="*/ 38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5" y="8"/>
                    <a:pt x="9" y="17"/>
                    <a:pt x="13" y="26"/>
                  </a:cubicBezTo>
                </a:path>
              </a:pathLst>
            </a:custGeom>
            <a:noFill/>
            <a:ln w="11113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2" name="Freeform 367">
              <a:extLst>
                <a:ext uri="{FF2B5EF4-FFF2-40B4-BE49-F238E27FC236}">
                  <a16:creationId xmlns:a16="http://schemas.microsoft.com/office/drawing/2014/main" id="{31570A4F-8444-427B-892C-A594FC5C5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797"/>
              <a:ext cx="37" cy="49"/>
            </a:xfrm>
            <a:custGeom>
              <a:avLst/>
              <a:gdLst>
                <a:gd name="T0" fmla="*/ 0 w 16"/>
                <a:gd name="T1" fmla="*/ 0 h 20"/>
                <a:gd name="T2" fmla="*/ 199 w 16"/>
                <a:gd name="T3" fmla="*/ 2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0" y="0"/>
                  </a:moveTo>
                  <a:cubicBezTo>
                    <a:pt x="7" y="6"/>
                    <a:pt x="12" y="13"/>
                    <a:pt x="16" y="20"/>
                  </a:cubicBezTo>
                </a:path>
              </a:pathLst>
            </a:custGeom>
            <a:noFill/>
            <a:ln w="11113" cap="flat">
              <a:solidFill>
                <a:srgbClr val="AE708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3" name="Freeform 368">
              <a:extLst>
                <a:ext uri="{FF2B5EF4-FFF2-40B4-BE49-F238E27FC236}">
                  <a16:creationId xmlns:a16="http://schemas.microsoft.com/office/drawing/2014/main" id="{AFEF07FF-77FC-41F3-A5A0-7C2C08C7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770"/>
              <a:ext cx="41" cy="27"/>
            </a:xfrm>
            <a:custGeom>
              <a:avLst/>
              <a:gdLst>
                <a:gd name="T0" fmla="*/ 0 w 18"/>
                <a:gd name="T1" fmla="*/ 0 h 11"/>
                <a:gd name="T2" fmla="*/ 212 w 18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0"/>
                  </a:moveTo>
                  <a:cubicBezTo>
                    <a:pt x="7" y="3"/>
                    <a:pt x="13" y="7"/>
                    <a:pt x="18" y="11"/>
                  </a:cubicBezTo>
                </a:path>
              </a:pathLst>
            </a:custGeom>
            <a:noFill/>
            <a:ln w="11113" cap="flat">
              <a:solidFill>
                <a:srgbClr val="9D65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4" name="Freeform 369">
              <a:extLst>
                <a:ext uri="{FF2B5EF4-FFF2-40B4-BE49-F238E27FC236}">
                  <a16:creationId xmlns:a16="http://schemas.microsoft.com/office/drawing/2014/main" id="{097621D7-B121-49CE-8FFE-765C54661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3067"/>
              <a:ext cx="262" cy="640"/>
            </a:xfrm>
            <a:custGeom>
              <a:avLst/>
              <a:gdLst>
                <a:gd name="T0" fmla="*/ 0 w 114"/>
                <a:gd name="T1" fmla="*/ 0 h 261"/>
                <a:gd name="T2" fmla="*/ 1009 w 114"/>
                <a:gd name="T3" fmla="*/ 3379 h 261"/>
                <a:gd name="T4" fmla="*/ 1384 w 114"/>
                <a:gd name="T5" fmla="*/ 3847 h 2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61">
                  <a:moveTo>
                    <a:pt x="0" y="0"/>
                  </a:moveTo>
                  <a:cubicBezTo>
                    <a:pt x="88" y="89"/>
                    <a:pt x="53" y="202"/>
                    <a:pt x="83" y="229"/>
                  </a:cubicBezTo>
                  <a:cubicBezTo>
                    <a:pt x="92" y="237"/>
                    <a:pt x="110" y="249"/>
                    <a:pt x="114" y="261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5" name="Freeform 370">
              <a:extLst>
                <a:ext uri="{FF2B5EF4-FFF2-40B4-BE49-F238E27FC236}">
                  <a16:creationId xmlns:a16="http://schemas.microsoft.com/office/drawing/2014/main" id="{B584F2CC-6809-41BE-ADAC-3DF68D896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2993"/>
              <a:ext cx="78" cy="71"/>
            </a:xfrm>
            <a:custGeom>
              <a:avLst/>
              <a:gdLst>
                <a:gd name="T0" fmla="*/ 0 w 34"/>
                <a:gd name="T1" fmla="*/ 0 h 29"/>
                <a:gd name="T2" fmla="*/ 411 w 34"/>
                <a:gd name="T3" fmla="*/ 42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9">
                  <a:moveTo>
                    <a:pt x="0" y="0"/>
                  </a:moveTo>
                  <a:cubicBezTo>
                    <a:pt x="13" y="10"/>
                    <a:pt x="24" y="19"/>
                    <a:pt x="34" y="29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6" name="Freeform 371">
              <a:extLst>
                <a:ext uri="{FF2B5EF4-FFF2-40B4-BE49-F238E27FC236}">
                  <a16:creationId xmlns:a16="http://schemas.microsoft.com/office/drawing/2014/main" id="{1180DEBC-49D3-48B1-A101-08B88F508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076"/>
              <a:ext cx="2" cy="157"/>
            </a:xfrm>
            <a:custGeom>
              <a:avLst/>
              <a:gdLst>
                <a:gd name="T0" fmla="*/ 8 w 1"/>
                <a:gd name="T1" fmla="*/ 0 h 64"/>
                <a:gd name="T2" fmla="*/ 8 w 1"/>
                <a:gd name="T3" fmla="*/ 944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4">
                  <a:moveTo>
                    <a:pt x="1" y="0"/>
                  </a:moveTo>
                  <a:cubicBezTo>
                    <a:pt x="0" y="19"/>
                    <a:pt x="0" y="41"/>
                    <a:pt x="1" y="64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7" name="Freeform 372">
              <a:extLst>
                <a:ext uri="{FF2B5EF4-FFF2-40B4-BE49-F238E27FC236}">
                  <a16:creationId xmlns:a16="http://schemas.microsoft.com/office/drawing/2014/main" id="{440F1D15-971B-43B8-85A6-69B8CDF02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978"/>
              <a:ext cx="10" cy="98"/>
            </a:xfrm>
            <a:custGeom>
              <a:avLst/>
              <a:gdLst>
                <a:gd name="T0" fmla="*/ 63 w 4"/>
                <a:gd name="T1" fmla="*/ 0 h 40"/>
                <a:gd name="T2" fmla="*/ 0 w 4"/>
                <a:gd name="T3" fmla="*/ 58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2" y="12"/>
                    <a:pt x="1" y="26"/>
                    <a:pt x="0" y="40"/>
                  </a:cubicBezTo>
                </a:path>
              </a:pathLst>
            </a:custGeom>
            <a:noFill/>
            <a:ln w="11113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8" name="Freeform 373">
              <a:extLst>
                <a:ext uri="{FF2B5EF4-FFF2-40B4-BE49-F238E27FC236}">
                  <a16:creationId xmlns:a16="http://schemas.microsoft.com/office/drawing/2014/main" id="{35B1C827-6075-468E-98F5-50994BC86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915"/>
              <a:ext cx="18" cy="63"/>
            </a:xfrm>
            <a:custGeom>
              <a:avLst/>
              <a:gdLst>
                <a:gd name="T0" fmla="*/ 92 w 8"/>
                <a:gd name="T1" fmla="*/ 0 h 26"/>
                <a:gd name="T2" fmla="*/ 0 w 8"/>
                <a:gd name="T3" fmla="*/ 37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8" y="0"/>
                  </a:moveTo>
                  <a:cubicBezTo>
                    <a:pt x="6" y="2"/>
                    <a:pt x="3" y="12"/>
                    <a:pt x="0" y="26"/>
                  </a:cubicBezTo>
                </a:path>
              </a:pathLst>
            </a:custGeom>
            <a:noFill/>
            <a:ln w="11113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9" name="Freeform 374">
              <a:extLst>
                <a:ext uri="{FF2B5EF4-FFF2-40B4-BE49-F238E27FC236}">
                  <a16:creationId xmlns:a16="http://schemas.microsoft.com/office/drawing/2014/main" id="{D4797089-4B3B-4C3E-ABDF-1245067A8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3216"/>
              <a:ext cx="657" cy="750"/>
            </a:xfrm>
            <a:custGeom>
              <a:avLst/>
              <a:gdLst>
                <a:gd name="T0" fmla="*/ 3308 w 286"/>
                <a:gd name="T1" fmla="*/ 4505 h 306"/>
                <a:gd name="T2" fmla="*/ 2290 w 286"/>
                <a:gd name="T3" fmla="*/ 1971 h 306"/>
                <a:gd name="T4" fmla="*/ 1213 w 286"/>
                <a:gd name="T5" fmla="*/ 1088 h 306"/>
                <a:gd name="T6" fmla="*/ 159 w 286"/>
                <a:gd name="T7" fmla="*/ 120 h 306"/>
                <a:gd name="T8" fmla="*/ 57 w 286"/>
                <a:gd name="T9" fmla="*/ 1056 h 306"/>
                <a:gd name="T10" fmla="*/ 411 w 286"/>
                <a:gd name="T11" fmla="*/ 2973 h 306"/>
                <a:gd name="T12" fmla="*/ 326 w 286"/>
                <a:gd name="T13" fmla="*/ 3267 h 3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6" h="306">
                  <a:moveTo>
                    <a:pt x="273" y="306"/>
                  </a:moveTo>
                  <a:cubicBezTo>
                    <a:pt x="286" y="251"/>
                    <a:pt x="243" y="183"/>
                    <a:pt x="189" y="134"/>
                  </a:cubicBezTo>
                  <a:cubicBezTo>
                    <a:pt x="147" y="100"/>
                    <a:pt x="114" y="88"/>
                    <a:pt x="100" y="74"/>
                  </a:cubicBezTo>
                  <a:cubicBezTo>
                    <a:pt x="85" y="60"/>
                    <a:pt x="26" y="0"/>
                    <a:pt x="13" y="8"/>
                  </a:cubicBezTo>
                  <a:cubicBezTo>
                    <a:pt x="0" y="16"/>
                    <a:pt x="2" y="48"/>
                    <a:pt x="5" y="72"/>
                  </a:cubicBezTo>
                  <a:cubicBezTo>
                    <a:pt x="8" y="97"/>
                    <a:pt x="39" y="185"/>
                    <a:pt x="34" y="202"/>
                  </a:cubicBezTo>
                  <a:cubicBezTo>
                    <a:pt x="29" y="219"/>
                    <a:pt x="27" y="222"/>
                    <a:pt x="27" y="222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0" name="Freeform 375">
              <a:extLst>
                <a:ext uri="{FF2B5EF4-FFF2-40B4-BE49-F238E27FC236}">
                  <a16:creationId xmlns:a16="http://schemas.microsoft.com/office/drawing/2014/main" id="{35990EA8-615F-42CB-B336-66DADDB22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3059"/>
              <a:ext cx="274" cy="380"/>
            </a:xfrm>
            <a:custGeom>
              <a:avLst/>
              <a:gdLst>
                <a:gd name="T0" fmla="*/ 0 w 119"/>
                <a:gd name="T1" fmla="*/ 853 h 155"/>
                <a:gd name="T2" fmla="*/ 1220 w 119"/>
                <a:gd name="T3" fmla="*/ 2194 h 155"/>
                <a:gd name="T4" fmla="*/ 1356 w 119"/>
                <a:gd name="T5" fmla="*/ 2032 h 155"/>
                <a:gd name="T6" fmla="*/ 758 w 119"/>
                <a:gd name="T7" fmla="*/ 0 h 1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155">
                  <a:moveTo>
                    <a:pt x="0" y="58"/>
                  </a:moveTo>
                  <a:cubicBezTo>
                    <a:pt x="23" y="85"/>
                    <a:pt x="57" y="113"/>
                    <a:pt x="100" y="149"/>
                  </a:cubicBezTo>
                  <a:cubicBezTo>
                    <a:pt x="110" y="155"/>
                    <a:pt x="119" y="155"/>
                    <a:pt x="111" y="138"/>
                  </a:cubicBezTo>
                  <a:cubicBezTo>
                    <a:pt x="90" y="97"/>
                    <a:pt x="73" y="45"/>
                    <a:pt x="62" y="0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1" name="Freeform 376">
              <a:extLst>
                <a:ext uri="{FF2B5EF4-FFF2-40B4-BE49-F238E27FC236}">
                  <a16:creationId xmlns:a16="http://schemas.microsoft.com/office/drawing/2014/main" id="{A048ED91-9F84-4E0F-ADEE-D5AD501A0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3076"/>
              <a:ext cx="62" cy="125"/>
            </a:xfrm>
            <a:custGeom>
              <a:avLst/>
              <a:gdLst>
                <a:gd name="T0" fmla="*/ 0 w 27"/>
                <a:gd name="T1" fmla="*/ 0 h 51"/>
                <a:gd name="T2" fmla="*/ 326 w 27"/>
                <a:gd name="T3" fmla="*/ 75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1">
                  <a:moveTo>
                    <a:pt x="0" y="0"/>
                  </a:moveTo>
                  <a:cubicBezTo>
                    <a:pt x="3" y="17"/>
                    <a:pt x="13" y="34"/>
                    <a:pt x="27" y="51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2" name="Freeform 377">
              <a:extLst>
                <a:ext uri="{FF2B5EF4-FFF2-40B4-BE49-F238E27FC236}">
                  <a16:creationId xmlns:a16="http://schemas.microsoft.com/office/drawing/2014/main" id="{69B63412-50A1-4B52-B15E-846299E0F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3157"/>
              <a:ext cx="168" cy="44"/>
            </a:xfrm>
            <a:custGeom>
              <a:avLst/>
              <a:gdLst>
                <a:gd name="T0" fmla="*/ 0 w 73"/>
                <a:gd name="T1" fmla="*/ 0 h 18"/>
                <a:gd name="T2" fmla="*/ 513 w 73"/>
                <a:gd name="T3" fmla="*/ 144 h 18"/>
                <a:gd name="T4" fmla="*/ 891 w 73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8">
                  <a:moveTo>
                    <a:pt x="0" y="0"/>
                  </a:moveTo>
                  <a:cubicBezTo>
                    <a:pt x="13" y="4"/>
                    <a:pt x="27" y="7"/>
                    <a:pt x="42" y="10"/>
                  </a:cubicBezTo>
                  <a:cubicBezTo>
                    <a:pt x="53" y="12"/>
                    <a:pt x="69" y="15"/>
                    <a:pt x="73" y="18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3" name="Freeform 378">
              <a:extLst>
                <a:ext uri="{FF2B5EF4-FFF2-40B4-BE49-F238E27FC236}">
                  <a16:creationId xmlns:a16="http://schemas.microsoft.com/office/drawing/2014/main" id="{B424EF43-1EE7-44EB-B824-FAD6AE83B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951"/>
              <a:ext cx="204" cy="145"/>
            </a:xfrm>
            <a:custGeom>
              <a:avLst/>
              <a:gdLst>
                <a:gd name="T0" fmla="*/ 0 w 89"/>
                <a:gd name="T1" fmla="*/ 0 h 59"/>
                <a:gd name="T2" fmla="*/ 1073 w 89"/>
                <a:gd name="T3" fmla="*/ 875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59">
                  <a:moveTo>
                    <a:pt x="0" y="0"/>
                  </a:moveTo>
                  <a:cubicBezTo>
                    <a:pt x="22" y="18"/>
                    <a:pt x="51" y="40"/>
                    <a:pt x="89" y="59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4" name="Freeform 379">
              <a:extLst>
                <a:ext uri="{FF2B5EF4-FFF2-40B4-BE49-F238E27FC236}">
                  <a16:creationId xmlns:a16="http://schemas.microsoft.com/office/drawing/2014/main" id="{4BDC8D14-C117-45DE-ABB6-3275B7561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880"/>
              <a:ext cx="83" cy="71"/>
            </a:xfrm>
            <a:custGeom>
              <a:avLst/>
              <a:gdLst>
                <a:gd name="T0" fmla="*/ 0 w 36"/>
                <a:gd name="T1" fmla="*/ 0 h 29"/>
                <a:gd name="T2" fmla="*/ 97 w 36"/>
                <a:gd name="T3" fmla="*/ 91 h 29"/>
                <a:gd name="T4" fmla="*/ 440 w 36"/>
                <a:gd name="T5" fmla="*/ 42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9">
                  <a:moveTo>
                    <a:pt x="0" y="0"/>
                  </a:moveTo>
                  <a:cubicBezTo>
                    <a:pt x="3" y="2"/>
                    <a:pt x="5" y="4"/>
                    <a:pt x="8" y="6"/>
                  </a:cubicBezTo>
                  <a:cubicBezTo>
                    <a:pt x="15" y="12"/>
                    <a:pt x="25" y="20"/>
                    <a:pt x="36" y="29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5" name="Freeform 380">
              <a:extLst>
                <a:ext uri="{FF2B5EF4-FFF2-40B4-BE49-F238E27FC236}">
                  <a16:creationId xmlns:a16="http://schemas.microsoft.com/office/drawing/2014/main" id="{A28E431B-3602-4517-97A6-530B31CE2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170"/>
              <a:ext cx="16" cy="22"/>
            </a:xfrm>
            <a:custGeom>
              <a:avLst/>
              <a:gdLst>
                <a:gd name="T0" fmla="*/ 57 w 7"/>
                <a:gd name="T1" fmla="*/ 0 h 9"/>
                <a:gd name="T2" fmla="*/ 0 w 7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7" y="5"/>
                    <a:pt x="6" y="9"/>
                    <a:pt x="0" y="9"/>
                  </a:cubicBezTo>
                </a:path>
              </a:pathLst>
            </a:custGeom>
            <a:noFill/>
            <a:ln w="11113" cap="flat">
              <a:solidFill>
                <a:srgbClr val="CB9DA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6" name="Freeform 381">
              <a:extLst>
                <a:ext uri="{FF2B5EF4-FFF2-40B4-BE49-F238E27FC236}">
                  <a16:creationId xmlns:a16="http://schemas.microsoft.com/office/drawing/2014/main" id="{DEF6A9A0-14AF-45B9-9FA6-6A135DD6D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834"/>
              <a:ext cx="32" cy="120"/>
            </a:xfrm>
            <a:custGeom>
              <a:avLst/>
              <a:gdLst>
                <a:gd name="T0" fmla="*/ 0 w 14"/>
                <a:gd name="T1" fmla="*/ 0 h 49"/>
                <a:gd name="T2" fmla="*/ 167 w 14"/>
                <a:gd name="T3" fmla="*/ 72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9">
                  <a:moveTo>
                    <a:pt x="0" y="0"/>
                  </a:moveTo>
                  <a:cubicBezTo>
                    <a:pt x="2" y="19"/>
                    <a:pt x="6" y="37"/>
                    <a:pt x="14" y="49"/>
                  </a:cubicBezTo>
                </a:path>
              </a:pathLst>
            </a:custGeom>
            <a:noFill/>
            <a:ln w="11113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7" name="Freeform 382">
              <a:extLst>
                <a:ext uri="{FF2B5EF4-FFF2-40B4-BE49-F238E27FC236}">
                  <a16:creationId xmlns:a16="http://schemas.microsoft.com/office/drawing/2014/main" id="{4AF66358-FA6E-4C79-85F7-4445C86CD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662"/>
              <a:ext cx="11" cy="98"/>
            </a:xfrm>
            <a:custGeom>
              <a:avLst/>
              <a:gdLst>
                <a:gd name="T0" fmla="*/ 0 w 5"/>
                <a:gd name="T1" fmla="*/ 588 h 40"/>
                <a:gd name="T2" fmla="*/ 9 w 5"/>
                <a:gd name="T3" fmla="*/ 426 h 40"/>
                <a:gd name="T4" fmla="*/ 44 w 5"/>
                <a:gd name="T5" fmla="*/ 174 h 40"/>
                <a:gd name="T6" fmla="*/ 53 w 5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0">
                  <a:moveTo>
                    <a:pt x="0" y="40"/>
                  </a:moveTo>
                  <a:cubicBezTo>
                    <a:pt x="0" y="36"/>
                    <a:pt x="0" y="32"/>
                    <a:pt x="1" y="29"/>
                  </a:cubicBezTo>
                  <a:cubicBezTo>
                    <a:pt x="2" y="18"/>
                    <a:pt x="4" y="12"/>
                    <a:pt x="4" y="12"/>
                  </a:cubicBezTo>
                  <a:cubicBezTo>
                    <a:pt x="5" y="6"/>
                    <a:pt x="5" y="0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8" name="Freeform 383">
              <a:extLst>
                <a:ext uri="{FF2B5EF4-FFF2-40B4-BE49-F238E27FC236}">
                  <a16:creationId xmlns:a16="http://schemas.microsoft.com/office/drawing/2014/main" id="{C7098C7E-90D7-474C-A497-53BB89765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760"/>
              <a:ext cx="2" cy="74"/>
            </a:xfrm>
            <a:custGeom>
              <a:avLst/>
              <a:gdLst>
                <a:gd name="T0" fmla="*/ 8 w 1"/>
                <a:gd name="T1" fmla="*/ 451 h 30"/>
                <a:gd name="T2" fmla="*/ 8 w 1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0">
                  <a:moveTo>
                    <a:pt x="1" y="30"/>
                  </a:moveTo>
                  <a:cubicBezTo>
                    <a:pt x="0" y="20"/>
                    <a:pt x="0" y="9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9" name="Freeform 384">
              <a:extLst>
                <a:ext uri="{FF2B5EF4-FFF2-40B4-BE49-F238E27FC236}">
                  <a16:creationId xmlns:a16="http://schemas.microsoft.com/office/drawing/2014/main" id="{026B45D3-327F-41BA-A68B-A80CC57A4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3005"/>
              <a:ext cx="75" cy="152"/>
            </a:xfrm>
            <a:custGeom>
              <a:avLst/>
              <a:gdLst>
                <a:gd name="T0" fmla="*/ 386 w 33"/>
                <a:gd name="T1" fmla="*/ 914 h 62"/>
                <a:gd name="T2" fmla="*/ 0 w 33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2">
                  <a:moveTo>
                    <a:pt x="33" y="62"/>
                  </a:moveTo>
                  <a:cubicBezTo>
                    <a:pt x="26" y="42"/>
                    <a:pt x="16" y="2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20" name="Freeform 385">
              <a:extLst>
                <a:ext uri="{FF2B5EF4-FFF2-40B4-BE49-F238E27FC236}">
                  <a16:creationId xmlns:a16="http://schemas.microsoft.com/office/drawing/2014/main" id="{E274E342-6121-4CD5-8183-2FCB4109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157"/>
              <a:ext cx="51" cy="172"/>
            </a:xfrm>
            <a:custGeom>
              <a:avLst/>
              <a:gdLst>
                <a:gd name="T0" fmla="*/ 274 w 22"/>
                <a:gd name="T1" fmla="*/ 1039 h 70"/>
                <a:gd name="T2" fmla="*/ 0 w 22"/>
                <a:gd name="T3" fmla="*/ 0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0">
                  <a:moveTo>
                    <a:pt x="22" y="70"/>
                  </a:moveTo>
                  <a:cubicBezTo>
                    <a:pt x="16" y="62"/>
                    <a:pt x="13" y="34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C99A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21" name="Freeform 386">
              <a:extLst>
                <a:ext uri="{FF2B5EF4-FFF2-40B4-BE49-F238E27FC236}">
                  <a16:creationId xmlns:a16="http://schemas.microsoft.com/office/drawing/2014/main" id="{23F65AF1-14E9-4980-A2E0-5B64BC088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829"/>
              <a:ext cx="64" cy="230"/>
            </a:xfrm>
            <a:custGeom>
              <a:avLst/>
              <a:gdLst>
                <a:gd name="T0" fmla="*/ 334 w 28"/>
                <a:gd name="T1" fmla="*/ 1378 h 94"/>
                <a:gd name="T2" fmla="*/ 178 w 28"/>
                <a:gd name="T3" fmla="*/ 526 h 94"/>
                <a:gd name="T4" fmla="*/ 0 w 28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4">
                  <a:moveTo>
                    <a:pt x="28" y="94"/>
                  </a:moveTo>
                  <a:cubicBezTo>
                    <a:pt x="22" y="73"/>
                    <a:pt x="18" y="52"/>
                    <a:pt x="15" y="36"/>
                  </a:cubicBezTo>
                  <a:cubicBezTo>
                    <a:pt x="8" y="7"/>
                    <a:pt x="0" y="0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22" name="Freeform 387">
              <a:extLst>
                <a:ext uri="{FF2B5EF4-FFF2-40B4-BE49-F238E27FC236}">
                  <a16:creationId xmlns:a16="http://schemas.microsoft.com/office/drawing/2014/main" id="{DB186F45-58CE-4DD1-91F5-B908A3AF5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339"/>
              <a:ext cx="21" cy="19"/>
            </a:xfrm>
            <a:custGeom>
              <a:avLst/>
              <a:gdLst>
                <a:gd name="T0" fmla="*/ 28 w 9"/>
                <a:gd name="T1" fmla="*/ 107 h 8"/>
                <a:gd name="T2" fmla="*/ 114 w 9"/>
                <a:gd name="T3" fmla="*/ 5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2" y="8"/>
                  </a:moveTo>
                  <a:cubicBezTo>
                    <a:pt x="0" y="2"/>
                    <a:pt x="4" y="0"/>
                    <a:pt x="9" y="4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23" name="Freeform 388">
              <a:extLst>
                <a:ext uri="{FF2B5EF4-FFF2-40B4-BE49-F238E27FC236}">
                  <a16:creationId xmlns:a16="http://schemas.microsoft.com/office/drawing/2014/main" id="{2DBA0FC8-13A4-4794-A308-8B216151B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476"/>
              <a:ext cx="37" cy="203"/>
            </a:xfrm>
            <a:custGeom>
              <a:avLst/>
              <a:gdLst>
                <a:gd name="T0" fmla="*/ 0 w 16"/>
                <a:gd name="T1" fmla="*/ 0 h 83"/>
                <a:gd name="T2" fmla="*/ 187 w 16"/>
                <a:gd name="T3" fmla="*/ 729 h 83"/>
                <a:gd name="T4" fmla="*/ 37 w 16"/>
                <a:gd name="T5" fmla="*/ 1213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3">
                  <a:moveTo>
                    <a:pt x="0" y="0"/>
                  </a:moveTo>
                  <a:cubicBezTo>
                    <a:pt x="11" y="12"/>
                    <a:pt x="16" y="34"/>
                    <a:pt x="15" y="50"/>
                  </a:cubicBezTo>
                  <a:cubicBezTo>
                    <a:pt x="14" y="63"/>
                    <a:pt x="6" y="71"/>
                    <a:pt x="3" y="8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24" name="Freeform 389">
              <a:extLst>
                <a:ext uri="{FF2B5EF4-FFF2-40B4-BE49-F238E27FC236}">
                  <a16:creationId xmlns:a16="http://schemas.microsoft.com/office/drawing/2014/main" id="{84CA91AE-9808-4476-A0B3-F9F893D85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314"/>
              <a:ext cx="66" cy="191"/>
            </a:xfrm>
            <a:custGeom>
              <a:avLst/>
              <a:gdLst>
                <a:gd name="T0" fmla="*/ 0 w 29"/>
                <a:gd name="T1" fmla="*/ 1014 h 78"/>
                <a:gd name="T2" fmla="*/ 284 w 29"/>
                <a:gd name="T3" fmla="*/ 0 h 78"/>
                <a:gd name="T4" fmla="*/ 57 w 29"/>
                <a:gd name="T5" fmla="*/ 1146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8">
                  <a:moveTo>
                    <a:pt x="0" y="69"/>
                  </a:moveTo>
                  <a:cubicBezTo>
                    <a:pt x="0" y="45"/>
                    <a:pt x="7" y="18"/>
                    <a:pt x="24" y="0"/>
                  </a:cubicBezTo>
                  <a:cubicBezTo>
                    <a:pt x="29" y="20"/>
                    <a:pt x="25" y="67"/>
                    <a:pt x="5" y="7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25" name="Freeform 390">
              <a:extLst>
                <a:ext uri="{FF2B5EF4-FFF2-40B4-BE49-F238E27FC236}">
                  <a16:creationId xmlns:a16="http://schemas.microsoft.com/office/drawing/2014/main" id="{DDAD1F7F-E77B-4B51-9BE8-E47FD6D21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169"/>
              <a:ext cx="92" cy="164"/>
            </a:xfrm>
            <a:custGeom>
              <a:avLst/>
              <a:gdLst>
                <a:gd name="T0" fmla="*/ 74 w 40"/>
                <a:gd name="T1" fmla="*/ 862 h 67"/>
                <a:gd name="T2" fmla="*/ 412 w 40"/>
                <a:gd name="T3" fmla="*/ 384 h 67"/>
                <a:gd name="T4" fmla="*/ 488 w 40"/>
                <a:gd name="T5" fmla="*/ 0 h 67"/>
                <a:gd name="T6" fmla="*/ 0 w 40"/>
                <a:gd name="T7" fmla="*/ 982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7">
                  <a:moveTo>
                    <a:pt x="6" y="59"/>
                  </a:moveTo>
                  <a:cubicBezTo>
                    <a:pt x="19" y="54"/>
                    <a:pt x="31" y="39"/>
                    <a:pt x="34" y="26"/>
                  </a:cubicBezTo>
                  <a:cubicBezTo>
                    <a:pt x="35" y="22"/>
                    <a:pt x="40" y="3"/>
                    <a:pt x="40" y="0"/>
                  </a:cubicBezTo>
                  <a:cubicBezTo>
                    <a:pt x="19" y="4"/>
                    <a:pt x="2" y="49"/>
                    <a:pt x="0" y="6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26" name="Freeform 391">
              <a:extLst>
                <a:ext uri="{FF2B5EF4-FFF2-40B4-BE49-F238E27FC236}">
                  <a16:creationId xmlns:a16="http://schemas.microsoft.com/office/drawing/2014/main" id="{E4C40C0E-85B6-4A6B-AB3B-BE45317D4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299"/>
              <a:ext cx="16" cy="49"/>
            </a:xfrm>
            <a:custGeom>
              <a:avLst/>
              <a:gdLst>
                <a:gd name="T0" fmla="*/ 0 w 7"/>
                <a:gd name="T1" fmla="*/ 294 h 20"/>
                <a:gd name="T2" fmla="*/ 85 w 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0" y="20"/>
                  </a:moveTo>
                  <a:cubicBezTo>
                    <a:pt x="2" y="13"/>
                    <a:pt x="0" y="6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27" name="Freeform 392">
              <a:extLst>
                <a:ext uri="{FF2B5EF4-FFF2-40B4-BE49-F238E27FC236}">
                  <a16:creationId xmlns:a16="http://schemas.microsoft.com/office/drawing/2014/main" id="{CAE9C5A9-8473-458C-BE35-DBB2ECFEC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233"/>
              <a:ext cx="60" cy="164"/>
            </a:xfrm>
            <a:custGeom>
              <a:avLst/>
              <a:gdLst>
                <a:gd name="T0" fmla="*/ 318 w 26"/>
                <a:gd name="T1" fmla="*/ 0 h 67"/>
                <a:gd name="T2" fmla="*/ 150 w 26"/>
                <a:gd name="T3" fmla="*/ 749 h 67"/>
                <a:gd name="T4" fmla="*/ 0 w 26"/>
                <a:gd name="T5" fmla="*/ 982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7">
                  <a:moveTo>
                    <a:pt x="26" y="0"/>
                  </a:moveTo>
                  <a:cubicBezTo>
                    <a:pt x="25" y="19"/>
                    <a:pt x="23" y="35"/>
                    <a:pt x="12" y="51"/>
                  </a:cubicBezTo>
                  <a:cubicBezTo>
                    <a:pt x="8" y="57"/>
                    <a:pt x="4" y="63"/>
                    <a:pt x="0" y="6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28" name="Freeform 393">
              <a:extLst>
                <a:ext uri="{FF2B5EF4-FFF2-40B4-BE49-F238E27FC236}">
                  <a16:creationId xmlns:a16="http://schemas.microsoft.com/office/drawing/2014/main" id="{5E6E199F-2B41-464C-A5B6-A0DBD6B32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490"/>
              <a:ext cx="10" cy="45"/>
            </a:xfrm>
            <a:custGeom>
              <a:avLst/>
              <a:gdLst>
                <a:gd name="T0" fmla="*/ 63 w 4"/>
                <a:gd name="T1" fmla="*/ 0 h 18"/>
                <a:gd name="T2" fmla="*/ 0 w 4"/>
                <a:gd name="T3" fmla="*/ 28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1" y="6"/>
                    <a:pt x="0" y="12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29" name="Freeform 394">
              <a:extLst>
                <a:ext uri="{FF2B5EF4-FFF2-40B4-BE49-F238E27FC236}">
                  <a16:creationId xmlns:a16="http://schemas.microsoft.com/office/drawing/2014/main" id="{BAAC794F-9C8E-46AD-869E-5E08B19D2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407"/>
              <a:ext cx="36" cy="191"/>
            </a:xfrm>
            <a:custGeom>
              <a:avLst/>
              <a:gdLst>
                <a:gd name="T0" fmla="*/ 146 w 16"/>
                <a:gd name="T1" fmla="*/ 0 h 78"/>
                <a:gd name="T2" fmla="*/ 137 w 16"/>
                <a:gd name="T3" fmla="*/ 749 h 78"/>
                <a:gd name="T4" fmla="*/ 56 w 16"/>
                <a:gd name="T5" fmla="*/ 1026 h 78"/>
                <a:gd name="T6" fmla="*/ 11 w 16"/>
                <a:gd name="T7" fmla="*/ 1104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8">
                  <a:moveTo>
                    <a:pt x="13" y="0"/>
                  </a:moveTo>
                  <a:cubicBezTo>
                    <a:pt x="15" y="19"/>
                    <a:pt x="16" y="33"/>
                    <a:pt x="12" y="51"/>
                  </a:cubicBezTo>
                  <a:cubicBezTo>
                    <a:pt x="10" y="57"/>
                    <a:pt x="8" y="65"/>
                    <a:pt x="5" y="70"/>
                  </a:cubicBezTo>
                  <a:cubicBezTo>
                    <a:pt x="4" y="72"/>
                    <a:pt x="0" y="78"/>
                    <a:pt x="1" y="7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30" name="Freeform 395">
              <a:extLst>
                <a:ext uri="{FF2B5EF4-FFF2-40B4-BE49-F238E27FC236}">
                  <a16:creationId xmlns:a16="http://schemas.microsoft.com/office/drawing/2014/main" id="{CB1DD99C-61E2-4D79-BCFA-86E76A43E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588"/>
              <a:ext cx="44" cy="211"/>
            </a:xfrm>
            <a:custGeom>
              <a:avLst/>
              <a:gdLst>
                <a:gd name="T0" fmla="*/ 0 w 19"/>
                <a:gd name="T1" fmla="*/ 427 h 86"/>
                <a:gd name="T2" fmla="*/ 74 w 19"/>
                <a:gd name="T3" fmla="*/ 957 h 86"/>
                <a:gd name="T4" fmla="*/ 171 w 19"/>
                <a:gd name="T5" fmla="*/ 1271 h 86"/>
                <a:gd name="T6" fmla="*/ 225 w 19"/>
                <a:gd name="T7" fmla="*/ 854 h 86"/>
                <a:gd name="T8" fmla="*/ 208 w 19"/>
                <a:gd name="T9" fmla="*/ 314 h 86"/>
                <a:gd name="T10" fmla="*/ 102 w 19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6">
                  <a:moveTo>
                    <a:pt x="0" y="29"/>
                  </a:moveTo>
                  <a:cubicBezTo>
                    <a:pt x="0" y="42"/>
                    <a:pt x="2" y="53"/>
                    <a:pt x="6" y="65"/>
                  </a:cubicBezTo>
                  <a:cubicBezTo>
                    <a:pt x="8" y="70"/>
                    <a:pt x="10" y="82"/>
                    <a:pt x="14" y="86"/>
                  </a:cubicBezTo>
                  <a:cubicBezTo>
                    <a:pt x="18" y="79"/>
                    <a:pt x="16" y="66"/>
                    <a:pt x="18" y="58"/>
                  </a:cubicBezTo>
                  <a:cubicBezTo>
                    <a:pt x="19" y="46"/>
                    <a:pt x="19" y="33"/>
                    <a:pt x="17" y="21"/>
                  </a:cubicBezTo>
                  <a:cubicBezTo>
                    <a:pt x="16" y="15"/>
                    <a:pt x="13" y="4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31" name="Freeform 396">
              <a:extLst>
                <a:ext uri="{FF2B5EF4-FFF2-40B4-BE49-F238E27FC236}">
                  <a16:creationId xmlns:a16="http://schemas.microsoft.com/office/drawing/2014/main" id="{0D44E264-81FE-46D8-911B-12CEBFAD3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721"/>
              <a:ext cx="65" cy="189"/>
            </a:xfrm>
            <a:custGeom>
              <a:avLst/>
              <a:gdLst>
                <a:gd name="T0" fmla="*/ 0 w 28"/>
                <a:gd name="T1" fmla="*/ 427 h 77"/>
                <a:gd name="T2" fmla="*/ 351 w 28"/>
                <a:gd name="T3" fmla="*/ 1139 h 77"/>
                <a:gd name="T4" fmla="*/ 323 w 28"/>
                <a:gd name="T5" fmla="*/ 724 h 77"/>
                <a:gd name="T6" fmla="*/ 211 w 28"/>
                <a:gd name="T7" fmla="*/ 282 h 77"/>
                <a:gd name="T8" fmla="*/ 37 w 28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77">
                  <a:moveTo>
                    <a:pt x="0" y="29"/>
                  </a:moveTo>
                  <a:cubicBezTo>
                    <a:pt x="9" y="45"/>
                    <a:pt x="13" y="66"/>
                    <a:pt x="28" y="77"/>
                  </a:cubicBezTo>
                  <a:cubicBezTo>
                    <a:pt x="26" y="68"/>
                    <a:pt x="28" y="58"/>
                    <a:pt x="26" y="49"/>
                  </a:cubicBezTo>
                  <a:cubicBezTo>
                    <a:pt x="24" y="39"/>
                    <a:pt x="22" y="28"/>
                    <a:pt x="17" y="19"/>
                  </a:cubicBezTo>
                  <a:cubicBezTo>
                    <a:pt x="14" y="11"/>
                    <a:pt x="9" y="6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32" name="Freeform 397">
              <a:extLst>
                <a:ext uri="{FF2B5EF4-FFF2-40B4-BE49-F238E27FC236}">
                  <a16:creationId xmlns:a16="http://schemas.microsoft.com/office/drawing/2014/main" id="{CE741562-DD24-4EEA-8354-D4C4C9926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856"/>
              <a:ext cx="83" cy="162"/>
            </a:xfrm>
            <a:custGeom>
              <a:avLst/>
              <a:gdLst>
                <a:gd name="T0" fmla="*/ 37 w 36"/>
                <a:gd name="T1" fmla="*/ 326 h 66"/>
                <a:gd name="T2" fmla="*/ 171 w 36"/>
                <a:gd name="T3" fmla="*/ 638 h 66"/>
                <a:gd name="T4" fmla="*/ 440 w 36"/>
                <a:gd name="T5" fmla="*/ 977 h 66"/>
                <a:gd name="T6" fmla="*/ 281 w 36"/>
                <a:gd name="T7" fmla="*/ 236 h 66"/>
                <a:gd name="T8" fmla="*/ 0 w 36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6">
                  <a:moveTo>
                    <a:pt x="3" y="22"/>
                  </a:moveTo>
                  <a:cubicBezTo>
                    <a:pt x="2" y="28"/>
                    <a:pt x="11" y="38"/>
                    <a:pt x="14" y="43"/>
                  </a:cubicBezTo>
                  <a:cubicBezTo>
                    <a:pt x="18" y="50"/>
                    <a:pt x="28" y="62"/>
                    <a:pt x="36" y="66"/>
                  </a:cubicBezTo>
                  <a:cubicBezTo>
                    <a:pt x="35" y="49"/>
                    <a:pt x="33" y="30"/>
                    <a:pt x="23" y="16"/>
                  </a:cubicBezTo>
                  <a:cubicBezTo>
                    <a:pt x="17" y="8"/>
                    <a:pt x="8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33" name="Freeform 398">
              <a:extLst>
                <a:ext uri="{FF2B5EF4-FFF2-40B4-BE49-F238E27FC236}">
                  <a16:creationId xmlns:a16="http://schemas.microsoft.com/office/drawing/2014/main" id="{E29A04AD-968D-49C8-8C40-F31B7A488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951"/>
              <a:ext cx="108" cy="160"/>
            </a:xfrm>
            <a:custGeom>
              <a:avLst/>
              <a:gdLst>
                <a:gd name="T0" fmla="*/ 0 w 47"/>
                <a:gd name="T1" fmla="*/ 389 h 65"/>
                <a:gd name="T2" fmla="*/ 280 w 47"/>
                <a:gd name="T3" fmla="*/ 734 h 65"/>
                <a:gd name="T4" fmla="*/ 570 w 47"/>
                <a:gd name="T5" fmla="*/ 970 h 65"/>
                <a:gd name="T6" fmla="*/ 402 w 47"/>
                <a:gd name="T7" fmla="*/ 460 h 65"/>
                <a:gd name="T8" fmla="*/ 244 w 47"/>
                <a:gd name="T9" fmla="*/ 133 h 65"/>
                <a:gd name="T10" fmla="*/ 0 w 47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5">
                  <a:moveTo>
                    <a:pt x="0" y="26"/>
                  </a:moveTo>
                  <a:cubicBezTo>
                    <a:pt x="6" y="34"/>
                    <a:pt x="16" y="41"/>
                    <a:pt x="23" y="49"/>
                  </a:cubicBezTo>
                  <a:cubicBezTo>
                    <a:pt x="29" y="55"/>
                    <a:pt x="39" y="65"/>
                    <a:pt x="47" y="65"/>
                  </a:cubicBezTo>
                  <a:cubicBezTo>
                    <a:pt x="46" y="53"/>
                    <a:pt x="39" y="42"/>
                    <a:pt x="33" y="31"/>
                  </a:cubicBezTo>
                  <a:cubicBezTo>
                    <a:pt x="29" y="24"/>
                    <a:pt x="26" y="15"/>
                    <a:pt x="20" y="9"/>
                  </a:cubicBezTo>
                  <a:cubicBezTo>
                    <a:pt x="15" y="4"/>
                    <a:pt x="5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34" name="Freeform 399">
              <a:extLst>
                <a:ext uri="{FF2B5EF4-FFF2-40B4-BE49-F238E27FC236}">
                  <a16:creationId xmlns:a16="http://schemas.microsoft.com/office/drawing/2014/main" id="{0478FFC7-BB22-4EA7-8DD8-8E6F4A950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569"/>
              <a:ext cx="3" cy="59"/>
            </a:xfrm>
            <a:custGeom>
              <a:avLst/>
              <a:gdLst>
                <a:gd name="T0" fmla="*/ 27 w 1"/>
                <a:gd name="T1" fmla="*/ 0 h 24"/>
                <a:gd name="T2" fmla="*/ 27 w 1"/>
                <a:gd name="T3" fmla="*/ 3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">
                  <a:moveTo>
                    <a:pt x="1" y="0"/>
                  </a:moveTo>
                  <a:cubicBezTo>
                    <a:pt x="0" y="8"/>
                    <a:pt x="0" y="16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35" name="Freeform 400">
              <a:extLst>
                <a:ext uri="{FF2B5EF4-FFF2-40B4-BE49-F238E27FC236}">
                  <a16:creationId xmlns:a16="http://schemas.microsoft.com/office/drawing/2014/main" id="{41B5C977-105C-4D82-8A9E-B76833300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485"/>
              <a:ext cx="34" cy="179"/>
            </a:xfrm>
            <a:custGeom>
              <a:avLst/>
              <a:gdLst>
                <a:gd name="T0" fmla="*/ 57 w 15"/>
                <a:gd name="T1" fmla="*/ 0 h 73"/>
                <a:gd name="T2" fmla="*/ 138 w 15"/>
                <a:gd name="T3" fmla="*/ 235 h 73"/>
                <a:gd name="T4" fmla="*/ 129 w 15"/>
                <a:gd name="T5" fmla="*/ 650 h 73"/>
                <a:gd name="T6" fmla="*/ 0 w 15"/>
                <a:gd name="T7" fmla="*/ 1076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3">
                  <a:moveTo>
                    <a:pt x="5" y="0"/>
                  </a:moveTo>
                  <a:cubicBezTo>
                    <a:pt x="6" y="6"/>
                    <a:pt x="11" y="10"/>
                    <a:pt x="12" y="16"/>
                  </a:cubicBezTo>
                  <a:cubicBezTo>
                    <a:pt x="15" y="25"/>
                    <a:pt x="13" y="36"/>
                    <a:pt x="11" y="44"/>
                  </a:cubicBezTo>
                  <a:cubicBezTo>
                    <a:pt x="8" y="54"/>
                    <a:pt x="6" y="65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36" name="Freeform 401">
              <a:extLst>
                <a:ext uri="{FF2B5EF4-FFF2-40B4-BE49-F238E27FC236}">
                  <a16:creationId xmlns:a16="http://schemas.microsoft.com/office/drawing/2014/main" id="{DCA07004-E2E3-474C-935A-A9C20E938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566"/>
              <a:ext cx="23" cy="184"/>
            </a:xfrm>
            <a:custGeom>
              <a:avLst/>
              <a:gdLst>
                <a:gd name="T0" fmla="*/ 28 w 10"/>
                <a:gd name="T1" fmla="*/ 0 h 75"/>
                <a:gd name="T2" fmla="*/ 94 w 10"/>
                <a:gd name="T3" fmla="*/ 294 h 75"/>
                <a:gd name="T4" fmla="*/ 64 w 10"/>
                <a:gd name="T5" fmla="*/ 753 h 75"/>
                <a:gd name="T6" fmla="*/ 12 w 10"/>
                <a:gd name="T7" fmla="*/ 1018 h 75"/>
                <a:gd name="T8" fmla="*/ 0 w 10"/>
                <a:gd name="T9" fmla="*/ 10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2" y="0"/>
                  </a:moveTo>
                  <a:cubicBezTo>
                    <a:pt x="3" y="7"/>
                    <a:pt x="7" y="13"/>
                    <a:pt x="8" y="20"/>
                  </a:cubicBezTo>
                  <a:cubicBezTo>
                    <a:pt x="10" y="31"/>
                    <a:pt x="7" y="41"/>
                    <a:pt x="5" y="51"/>
                  </a:cubicBezTo>
                  <a:cubicBezTo>
                    <a:pt x="4" y="57"/>
                    <a:pt x="2" y="63"/>
                    <a:pt x="1" y="69"/>
                  </a:cubicBezTo>
                  <a:cubicBezTo>
                    <a:pt x="0" y="71"/>
                    <a:pt x="0" y="75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37" name="Freeform 402">
              <a:extLst>
                <a:ext uri="{FF2B5EF4-FFF2-40B4-BE49-F238E27FC236}">
                  <a16:creationId xmlns:a16="http://schemas.microsoft.com/office/drawing/2014/main" id="{FCEC21F3-49D0-41D4-B48A-D767E327A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689"/>
              <a:ext cx="23" cy="66"/>
            </a:xfrm>
            <a:custGeom>
              <a:avLst/>
              <a:gdLst>
                <a:gd name="T0" fmla="*/ 0 w 10"/>
                <a:gd name="T1" fmla="*/ 0 h 27"/>
                <a:gd name="T2" fmla="*/ 122 w 10"/>
                <a:gd name="T3" fmla="*/ 3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0"/>
                  </a:moveTo>
                  <a:cubicBezTo>
                    <a:pt x="1" y="7"/>
                    <a:pt x="4" y="23"/>
                    <a:pt x="10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38" name="Freeform 403">
              <a:extLst>
                <a:ext uri="{FF2B5EF4-FFF2-40B4-BE49-F238E27FC236}">
                  <a16:creationId xmlns:a16="http://schemas.microsoft.com/office/drawing/2014/main" id="{0C86C433-F56D-4C43-B3EB-070DE5B71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802"/>
              <a:ext cx="46" cy="154"/>
            </a:xfrm>
            <a:custGeom>
              <a:avLst/>
              <a:gdLst>
                <a:gd name="T0" fmla="*/ 186 w 20"/>
                <a:gd name="T1" fmla="*/ 919 h 63"/>
                <a:gd name="T2" fmla="*/ 48 w 20"/>
                <a:gd name="T3" fmla="*/ 455 h 63"/>
                <a:gd name="T4" fmla="*/ 48 w 20"/>
                <a:gd name="T5" fmla="*/ 0 h 63"/>
                <a:gd name="T6" fmla="*/ 244 w 20"/>
                <a:gd name="T7" fmla="*/ 628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3">
                  <a:moveTo>
                    <a:pt x="15" y="63"/>
                  </a:moveTo>
                  <a:cubicBezTo>
                    <a:pt x="8" y="52"/>
                    <a:pt x="5" y="44"/>
                    <a:pt x="4" y="31"/>
                  </a:cubicBezTo>
                  <a:cubicBezTo>
                    <a:pt x="3" y="23"/>
                    <a:pt x="0" y="7"/>
                    <a:pt x="4" y="0"/>
                  </a:cubicBezTo>
                  <a:cubicBezTo>
                    <a:pt x="10" y="11"/>
                    <a:pt x="17" y="31"/>
                    <a:pt x="2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39" name="Freeform 404">
              <a:extLst>
                <a:ext uri="{FF2B5EF4-FFF2-40B4-BE49-F238E27FC236}">
                  <a16:creationId xmlns:a16="http://schemas.microsoft.com/office/drawing/2014/main" id="{7742DA7C-37D5-4C9A-9C5A-7BE5AD362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2684"/>
              <a:ext cx="55" cy="194"/>
            </a:xfrm>
            <a:custGeom>
              <a:avLst/>
              <a:gdLst>
                <a:gd name="T0" fmla="*/ 73 w 24"/>
                <a:gd name="T1" fmla="*/ 0 h 79"/>
                <a:gd name="T2" fmla="*/ 179 w 24"/>
                <a:gd name="T3" fmla="*/ 1007 h 79"/>
                <a:gd name="T4" fmla="*/ 289 w 24"/>
                <a:gd name="T5" fmla="*/ 1169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9">
                  <a:moveTo>
                    <a:pt x="6" y="0"/>
                  </a:moveTo>
                  <a:cubicBezTo>
                    <a:pt x="0" y="24"/>
                    <a:pt x="2" y="48"/>
                    <a:pt x="15" y="68"/>
                  </a:cubicBezTo>
                  <a:cubicBezTo>
                    <a:pt x="18" y="72"/>
                    <a:pt x="22" y="77"/>
                    <a:pt x="24" y="7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40" name="Freeform 405">
              <a:extLst>
                <a:ext uri="{FF2B5EF4-FFF2-40B4-BE49-F238E27FC236}">
                  <a16:creationId xmlns:a16="http://schemas.microsoft.com/office/drawing/2014/main" id="{60C54F12-19E9-4B25-BC72-A106846DF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770"/>
              <a:ext cx="5" cy="61"/>
            </a:xfrm>
            <a:custGeom>
              <a:avLst/>
              <a:gdLst>
                <a:gd name="T0" fmla="*/ 0 w 2"/>
                <a:gd name="T1" fmla="*/ 0 h 25"/>
                <a:gd name="T2" fmla="*/ 20 w 2"/>
                <a:gd name="T3" fmla="*/ 36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5">
                  <a:moveTo>
                    <a:pt x="0" y="0"/>
                  </a:moveTo>
                  <a:cubicBezTo>
                    <a:pt x="1" y="8"/>
                    <a:pt x="2" y="18"/>
                    <a:pt x="1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41" name="Freeform 406">
              <a:extLst>
                <a:ext uri="{FF2B5EF4-FFF2-40B4-BE49-F238E27FC236}">
                  <a16:creationId xmlns:a16="http://schemas.microsoft.com/office/drawing/2014/main" id="{085FA9E2-95B3-4DFB-ACF0-A3C61650F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932"/>
              <a:ext cx="21" cy="22"/>
            </a:xfrm>
            <a:custGeom>
              <a:avLst/>
              <a:gdLst>
                <a:gd name="T0" fmla="*/ 0 w 9"/>
                <a:gd name="T1" fmla="*/ 0 h 9"/>
                <a:gd name="T2" fmla="*/ 114 w 9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2" y="3"/>
                    <a:pt x="6" y="8"/>
                    <a:pt x="9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42" name="Freeform 407">
              <a:extLst>
                <a:ext uri="{FF2B5EF4-FFF2-40B4-BE49-F238E27FC236}">
                  <a16:creationId xmlns:a16="http://schemas.microsoft.com/office/drawing/2014/main" id="{7FCBDCEC-64BA-4F16-8848-9EA04D9A5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770"/>
              <a:ext cx="28" cy="91"/>
            </a:xfrm>
            <a:custGeom>
              <a:avLst/>
              <a:gdLst>
                <a:gd name="T0" fmla="*/ 103 w 12"/>
                <a:gd name="T1" fmla="*/ 551 h 37"/>
                <a:gd name="T2" fmla="*/ 152 w 12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7">
                  <a:moveTo>
                    <a:pt x="8" y="37"/>
                  </a:moveTo>
                  <a:cubicBezTo>
                    <a:pt x="0" y="22"/>
                    <a:pt x="4" y="14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43" name="Freeform 408">
              <a:extLst>
                <a:ext uri="{FF2B5EF4-FFF2-40B4-BE49-F238E27FC236}">
                  <a16:creationId xmlns:a16="http://schemas.microsoft.com/office/drawing/2014/main" id="{A5EAAF15-E12A-48E7-A739-47A64DF99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790"/>
              <a:ext cx="21" cy="19"/>
            </a:xfrm>
            <a:custGeom>
              <a:avLst/>
              <a:gdLst>
                <a:gd name="T0" fmla="*/ 0 w 9"/>
                <a:gd name="T1" fmla="*/ 107 h 8"/>
                <a:gd name="T2" fmla="*/ 114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3" y="6"/>
                    <a:pt x="6" y="1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44" name="Freeform 409">
              <a:extLst>
                <a:ext uri="{FF2B5EF4-FFF2-40B4-BE49-F238E27FC236}">
                  <a16:creationId xmlns:a16="http://schemas.microsoft.com/office/drawing/2014/main" id="{51307958-428B-434B-AC17-726353A77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633"/>
              <a:ext cx="25" cy="93"/>
            </a:xfrm>
            <a:custGeom>
              <a:avLst/>
              <a:gdLst>
                <a:gd name="T0" fmla="*/ 0 w 11"/>
                <a:gd name="T1" fmla="*/ 0 h 38"/>
                <a:gd name="T2" fmla="*/ 118 w 11"/>
                <a:gd name="T3" fmla="*/ 558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8">
                  <a:moveTo>
                    <a:pt x="0" y="0"/>
                  </a:moveTo>
                  <a:cubicBezTo>
                    <a:pt x="5" y="13"/>
                    <a:pt x="11" y="25"/>
                    <a:pt x="10" y="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45" name="Freeform 410">
              <a:extLst>
                <a:ext uri="{FF2B5EF4-FFF2-40B4-BE49-F238E27FC236}">
                  <a16:creationId xmlns:a16="http://schemas.microsoft.com/office/drawing/2014/main" id="{345E1C7D-E559-4862-A46B-D70B855B4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716"/>
              <a:ext cx="7" cy="59"/>
            </a:xfrm>
            <a:custGeom>
              <a:avLst/>
              <a:gdLst>
                <a:gd name="T0" fmla="*/ 28 w 3"/>
                <a:gd name="T1" fmla="*/ 0 h 24"/>
                <a:gd name="T2" fmla="*/ 37 w 3"/>
                <a:gd name="T3" fmla="*/ 3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2" y="0"/>
                  </a:moveTo>
                  <a:cubicBezTo>
                    <a:pt x="2" y="5"/>
                    <a:pt x="0" y="23"/>
                    <a:pt x="3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46" name="Freeform 411">
              <a:extLst>
                <a:ext uri="{FF2B5EF4-FFF2-40B4-BE49-F238E27FC236}">
                  <a16:creationId xmlns:a16="http://schemas.microsoft.com/office/drawing/2014/main" id="{AE79A337-55BF-4592-BB1C-321ED6791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485"/>
              <a:ext cx="44" cy="150"/>
            </a:xfrm>
            <a:custGeom>
              <a:avLst/>
              <a:gdLst>
                <a:gd name="T0" fmla="*/ 49 w 19"/>
                <a:gd name="T1" fmla="*/ 907 h 61"/>
                <a:gd name="T2" fmla="*/ 12 w 19"/>
                <a:gd name="T3" fmla="*/ 654 h 61"/>
                <a:gd name="T4" fmla="*/ 65 w 19"/>
                <a:gd name="T5" fmla="*/ 253 h 61"/>
                <a:gd name="T6" fmla="*/ 236 w 19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1">
                  <a:moveTo>
                    <a:pt x="4" y="61"/>
                  </a:moveTo>
                  <a:cubicBezTo>
                    <a:pt x="4" y="55"/>
                    <a:pt x="1" y="49"/>
                    <a:pt x="1" y="44"/>
                  </a:cubicBezTo>
                  <a:cubicBezTo>
                    <a:pt x="0" y="35"/>
                    <a:pt x="2" y="24"/>
                    <a:pt x="5" y="17"/>
                  </a:cubicBezTo>
                  <a:cubicBezTo>
                    <a:pt x="8" y="9"/>
                    <a:pt x="14" y="5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47" name="Freeform 412">
              <a:extLst>
                <a:ext uri="{FF2B5EF4-FFF2-40B4-BE49-F238E27FC236}">
                  <a16:creationId xmlns:a16="http://schemas.microsoft.com/office/drawing/2014/main" id="{EAC58877-A3C7-4F34-B0B1-2A6C591E0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319"/>
              <a:ext cx="55" cy="174"/>
            </a:xfrm>
            <a:custGeom>
              <a:avLst/>
              <a:gdLst>
                <a:gd name="T0" fmla="*/ 204 w 24"/>
                <a:gd name="T1" fmla="*/ 0 h 71"/>
                <a:gd name="T2" fmla="*/ 147 w 24"/>
                <a:gd name="T3" fmla="*/ 762 h 71"/>
                <a:gd name="T4" fmla="*/ 0 w 24"/>
                <a:gd name="T5" fmla="*/ 1044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1">
                  <a:moveTo>
                    <a:pt x="17" y="0"/>
                  </a:moveTo>
                  <a:cubicBezTo>
                    <a:pt x="24" y="16"/>
                    <a:pt x="19" y="37"/>
                    <a:pt x="12" y="52"/>
                  </a:cubicBezTo>
                  <a:cubicBezTo>
                    <a:pt x="9" y="57"/>
                    <a:pt x="4" y="70"/>
                    <a:pt x="0" y="7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48" name="Freeform 413">
              <a:extLst>
                <a:ext uri="{FF2B5EF4-FFF2-40B4-BE49-F238E27FC236}">
                  <a16:creationId xmlns:a16="http://schemas.microsoft.com/office/drawing/2014/main" id="{CE1E8664-6419-4AB9-950A-C775F3A29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378"/>
              <a:ext cx="16" cy="54"/>
            </a:xfrm>
            <a:custGeom>
              <a:avLst/>
              <a:gdLst>
                <a:gd name="T0" fmla="*/ 85 w 7"/>
                <a:gd name="T1" fmla="*/ 0 h 22"/>
                <a:gd name="T2" fmla="*/ 11 w 7"/>
                <a:gd name="T3" fmla="*/ 32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5" y="6"/>
                    <a:pt x="0" y="18"/>
                    <a:pt x="1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49" name="Freeform 414">
              <a:extLst>
                <a:ext uri="{FF2B5EF4-FFF2-40B4-BE49-F238E27FC236}">
                  <a16:creationId xmlns:a16="http://schemas.microsoft.com/office/drawing/2014/main" id="{387EB403-952D-4F76-AD7A-189FDB96C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378"/>
              <a:ext cx="29" cy="107"/>
            </a:xfrm>
            <a:custGeom>
              <a:avLst/>
              <a:gdLst>
                <a:gd name="T0" fmla="*/ 65 w 13"/>
                <a:gd name="T1" fmla="*/ 632 h 44"/>
                <a:gd name="T2" fmla="*/ 0 w 13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4">
                  <a:moveTo>
                    <a:pt x="6" y="44"/>
                  </a:moveTo>
                  <a:cubicBezTo>
                    <a:pt x="11" y="28"/>
                    <a:pt x="13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50" name="Freeform 415">
              <a:extLst>
                <a:ext uri="{FF2B5EF4-FFF2-40B4-BE49-F238E27FC236}">
                  <a16:creationId xmlns:a16="http://schemas.microsoft.com/office/drawing/2014/main" id="{1098D8CA-C298-4D39-9E94-5A1CB337D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468"/>
              <a:ext cx="9" cy="69"/>
            </a:xfrm>
            <a:custGeom>
              <a:avLst/>
              <a:gdLst>
                <a:gd name="T0" fmla="*/ 45 w 4"/>
                <a:gd name="T1" fmla="*/ 0 h 28"/>
                <a:gd name="T2" fmla="*/ 36 w 4"/>
                <a:gd name="T3" fmla="*/ 41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8">
                  <a:moveTo>
                    <a:pt x="4" y="0"/>
                  </a:moveTo>
                  <a:cubicBezTo>
                    <a:pt x="3" y="8"/>
                    <a:pt x="0" y="20"/>
                    <a:pt x="3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51" name="Freeform 416">
              <a:extLst>
                <a:ext uri="{FF2B5EF4-FFF2-40B4-BE49-F238E27FC236}">
                  <a16:creationId xmlns:a16="http://schemas.microsoft.com/office/drawing/2014/main" id="{BAE929D5-7729-421F-9589-3BD09B508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277"/>
              <a:ext cx="92" cy="132"/>
            </a:xfrm>
            <a:custGeom>
              <a:avLst/>
              <a:gdLst>
                <a:gd name="T0" fmla="*/ 122 w 40"/>
                <a:gd name="T1" fmla="*/ 790 h 54"/>
                <a:gd name="T2" fmla="*/ 488 w 40"/>
                <a:gd name="T3" fmla="*/ 0 h 54"/>
                <a:gd name="T4" fmla="*/ 147 w 40"/>
                <a:gd name="T5" fmla="*/ 323 h 54"/>
                <a:gd name="T6" fmla="*/ 37 w 40"/>
                <a:gd name="T7" fmla="*/ 645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4">
                  <a:moveTo>
                    <a:pt x="10" y="54"/>
                  </a:moveTo>
                  <a:cubicBezTo>
                    <a:pt x="26" y="43"/>
                    <a:pt x="33" y="17"/>
                    <a:pt x="40" y="0"/>
                  </a:cubicBezTo>
                  <a:cubicBezTo>
                    <a:pt x="28" y="1"/>
                    <a:pt x="19" y="12"/>
                    <a:pt x="12" y="22"/>
                  </a:cubicBezTo>
                  <a:cubicBezTo>
                    <a:pt x="9" y="26"/>
                    <a:pt x="0" y="41"/>
                    <a:pt x="3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52" name="Freeform 417">
              <a:extLst>
                <a:ext uri="{FF2B5EF4-FFF2-40B4-BE49-F238E27FC236}">
                  <a16:creationId xmlns:a16="http://schemas.microsoft.com/office/drawing/2014/main" id="{67E36364-6C9B-41C2-A85E-998A404F2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157"/>
              <a:ext cx="115" cy="120"/>
            </a:xfrm>
            <a:custGeom>
              <a:avLst/>
              <a:gdLst>
                <a:gd name="T0" fmla="*/ 64 w 50"/>
                <a:gd name="T1" fmla="*/ 708 h 49"/>
                <a:gd name="T2" fmla="*/ 610 w 50"/>
                <a:gd name="T3" fmla="*/ 0 h 49"/>
                <a:gd name="T4" fmla="*/ 131 w 50"/>
                <a:gd name="T5" fmla="*/ 323 h 49"/>
                <a:gd name="T6" fmla="*/ 37 w 50"/>
                <a:gd name="T7" fmla="*/ 588 h 49"/>
                <a:gd name="T8" fmla="*/ 0 w 50"/>
                <a:gd name="T9" fmla="*/ 72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9">
                  <a:moveTo>
                    <a:pt x="5" y="48"/>
                  </a:moveTo>
                  <a:cubicBezTo>
                    <a:pt x="22" y="43"/>
                    <a:pt x="43" y="17"/>
                    <a:pt x="50" y="0"/>
                  </a:cubicBezTo>
                  <a:cubicBezTo>
                    <a:pt x="35" y="2"/>
                    <a:pt x="20" y="9"/>
                    <a:pt x="11" y="22"/>
                  </a:cubicBezTo>
                  <a:cubicBezTo>
                    <a:pt x="7" y="27"/>
                    <a:pt x="4" y="33"/>
                    <a:pt x="3" y="40"/>
                  </a:cubicBezTo>
                  <a:cubicBezTo>
                    <a:pt x="2" y="43"/>
                    <a:pt x="2" y="47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53" name="Freeform 418">
              <a:extLst>
                <a:ext uri="{FF2B5EF4-FFF2-40B4-BE49-F238E27FC236}">
                  <a16:creationId xmlns:a16="http://schemas.microsoft.com/office/drawing/2014/main" id="{354FD419-D250-4779-ACB7-3699D78E0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223"/>
              <a:ext cx="103" cy="98"/>
            </a:xfrm>
            <a:custGeom>
              <a:avLst/>
              <a:gdLst>
                <a:gd name="T0" fmla="*/ 0 w 45"/>
                <a:gd name="T1" fmla="*/ 588 h 40"/>
                <a:gd name="T2" fmla="*/ 540 w 4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40">
                  <a:moveTo>
                    <a:pt x="0" y="40"/>
                  </a:moveTo>
                  <a:cubicBezTo>
                    <a:pt x="3" y="20"/>
                    <a:pt x="23" y="0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54" name="Freeform 419">
              <a:extLst>
                <a:ext uri="{FF2B5EF4-FFF2-40B4-BE49-F238E27FC236}">
                  <a16:creationId xmlns:a16="http://schemas.microsoft.com/office/drawing/2014/main" id="{55A3F58C-CF31-470E-9657-7E995B6CA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223"/>
              <a:ext cx="41" cy="66"/>
            </a:xfrm>
            <a:custGeom>
              <a:avLst/>
              <a:gdLst>
                <a:gd name="T0" fmla="*/ 0 w 18"/>
                <a:gd name="T1" fmla="*/ 394 h 27"/>
                <a:gd name="T2" fmla="*/ 212 w 18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0" y="27"/>
                  </a:moveTo>
                  <a:cubicBezTo>
                    <a:pt x="6" y="21"/>
                    <a:pt x="15" y="9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55" name="Freeform 420">
              <a:extLst>
                <a:ext uri="{FF2B5EF4-FFF2-40B4-BE49-F238E27FC236}">
                  <a16:creationId xmlns:a16="http://schemas.microsoft.com/office/drawing/2014/main" id="{EB4A396E-1ABE-4137-B0B4-37599D7D3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348"/>
              <a:ext cx="18" cy="15"/>
            </a:xfrm>
            <a:custGeom>
              <a:avLst/>
              <a:gdLst>
                <a:gd name="T0" fmla="*/ 0 w 8"/>
                <a:gd name="T1" fmla="*/ 95 h 6"/>
                <a:gd name="T2" fmla="*/ 92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4"/>
                    <a:pt x="5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56" name="Freeform 421">
              <a:extLst>
                <a:ext uri="{FF2B5EF4-FFF2-40B4-BE49-F238E27FC236}">
                  <a16:creationId xmlns:a16="http://schemas.microsoft.com/office/drawing/2014/main" id="{8007F800-BDB6-4DDB-AAD7-AFCC7D4BE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076"/>
              <a:ext cx="136" cy="103"/>
            </a:xfrm>
            <a:custGeom>
              <a:avLst/>
              <a:gdLst>
                <a:gd name="T0" fmla="*/ 0 w 59"/>
                <a:gd name="T1" fmla="*/ 620 h 42"/>
                <a:gd name="T2" fmla="*/ 318 w 59"/>
                <a:gd name="T3" fmla="*/ 500 h 42"/>
                <a:gd name="T4" fmla="*/ 721 w 59"/>
                <a:gd name="T5" fmla="*/ 120 h 42"/>
                <a:gd name="T6" fmla="*/ 28 w 59"/>
                <a:gd name="T7" fmla="*/ 51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2">
                  <a:moveTo>
                    <a:pt x="0" y="42"/>
                  </a:moveTo>
                  <a:cubicBezTo>
                    <a:pt x="9" y="42"/>
                    <a:pt x="19" y="38"/>
                    <a:pt x="26" y="34"/>
                  </a:cubicBezTo>
                  <a:cubicBezTo>
                    <a:pt x="36" y="28"/>
                    <a:pt x="53" y="18"/>
                    <a:pt x="59" y="8"/>
                  </a:cubicBezTo>
                  <a:cubicBezTo>
                    <a:pt x="40" y="0"/>
                    <a:pt x="12" y="20"/>
                    <a:pt x="2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57" name="Freeform 422">
              <a:extLst>
                <a:ext uri="{FF2B5EF4-FFF2-40B4-BE49-F238E27FC236}">
                  <a16:creationId xmlns:a16="http://schemas.microsoft.com/office/drawing/2014/main" id="{636585F3-BC91-4619-B65C-F3787CD9F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054"/>
              <a:ext cx="156" cy="66"/>
            </a:xfrm>
            <a:custGeom>
              <a:avLst/>
              <a:gdLst>
                <a:gd name="T0" fmla="*/ 0 w 68"/>
                <a:gd name="T1" fmla="*/ 381 h 27"/>
                <a:gd name="T2" fmla="*/ 317 w 68"/>
                <a:gd name="T3" fmla="*/ 293 h 27"/>
                <a:gd name="T4" fmla="*/ 821 w 68"/>
                <a:gd name="T5" fmla="*/ 59 h 27"/>
                <a:gd name="T6" fmla="*/ 606 w 68"/>
                <a:gd name="T7" fmla="*/ 12 h 27"/>
                <a:gd name="T8" fmla="*/ 280 w 68"/>
                <a:gd name="T9" fmla="*/ 71 h 27"/>
                <a:gd name="T10" fmla="*/ 73 w 68"/>
                <a:gd name="T11" fmla="*/ 25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7">
                  <a:moveTo>
                    <a:pt x="0" y="26"/>
                  </a:moveTo>
                  <a:cubicBezTo>
                    <a:pt x="8" y="27"/>
                    <a:pt x="17" y="23"/>
                    <a:pt x="26" y="20"/>
                  </a:cubicBezTo>
                  <a:cubicBezTo>
                    <a:pt x="38" y="17"/>
                    <a:pt x="59" y="15"/>
                    <a:pt x="68" y="4"/>
                  </a:cubicBezTo>
                  <a:cubicBezTo>
                    <a:pt x="64" y="1"/>
                    <a:pt x="54" y="1"/>
                    <a:pt x="50" y="1"/>
                  </a:cubicBezTo>
                  <a:cubicBezTo>
                    <a:pt x="40" y="0"/>
                    <a:pt x="31" y="2"/>
                    <a:pt x="23" y="5"/>
                  </a:cubicBezTo>
                  <a:cubicBezTo>
                    <a:pt x="16" y="8"/>
                    <a:pt x="10" y="13"/>
                    <a:pt x="6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58" name="Freeform 423">
              <a:extLst>
                <a:ext uri="{FF2B5EF4-FFF2-40B4-BE49-F238E27FC236}">
                  <a16:creationId xmlns:a16="http://schemas.microsoft.com/office/drawing/2014/main" id="{5B374FFE-072E-49E4-8423-56A667E0A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981"/>
              <a:ext cx="32" cy="68"/>
            </a:xfrm>
            <a:custGeom>
              <a:avLst/>
              <a:gdLst>
                <a:gd name="T0" fmla="*/ 0 w 14"/>
                <a:gd name="T1" fmla="*/ 0 h 28"/>
                <a:gd name="T2" fmla="*/ 167 w 14"/>
                <a:gd name="T3" fmla="*/ 4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0" y="0"/>
                  </a:moveTo>
                  <a:cubicBezTo>
                    <a:pt x="5" y="8"/>
                    <a:pt x="6" y="24"/>
                    <a:pt x="14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59" name="Freeform 424">
              <a:extLst>
                <a:ext uri="{FF2B5EF4-FFF2-40B4-BE49-F238E27FC236}">
                  <a16:creationId xmlns:a16="http://schemas.microsoft.com/office/drawing/2014/main" id="{41F235A3-285C-45AA-9507-DF5D44D3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968"/>
              <a:ext cx="289" cy="228"/>
            </a:xfrm>
            <a:custGeom>
              <a:avLst/>
              <a:gdLst>
                <a:gd name="T0" fmla="*/ 878 w 126"/>
                <a:gd name="T1" fmla="*/ 547 h 93"/>
                <a:gd name="T2" fmla="*/ 280 w 126"/>
                <a:gd name="T3" fmla="*/ 397 h 93"/>
                <a:gd name="T4" fmla="*/ 0 w 126"/>
                <a:gd name="T5" fmla="*/ 0 h 93"/>
                <a:gd name="T6" fmla="*/ 532 w 126"/>
                <a:gd name="T7" fmla="*/ 265 h 93"/>
                <a:gd name="T8" fmla="*/ 931 w 126"/>
                <a:gd name="T9" fmla="*/ 559 h 93"/>
                <a:gd name="T10" fmla="*/ 1521 w 126"/>
                <a:gd name="T11" fmla="*/ 1370 h 93"/>
                <a:gd name="T12" fmla="*/ 810 w 126"/>
                <a:gd name="T13" fmla="*/ 559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93">
                  <a:moveTo>
                    <a:pt x="73" y="37"/>
                  </a:moveTo>
                  <a:cubicBezTo>
                    <a:pt x="58" y="42"/>
                    <a:pt x="36" y="35"/>
                    <a:pt x="23" y="27"/>
                  </a:cubicBezTo>
                  <a:cubicBezTo>
                    <a:pt x="12" y="19"/>
                    <a:pt x="9" y="8"/>
                    <a:pt x="0" y="0"/>
                  </a:cubicBezTo>
                  <a:cubicBezTo>
                    <a:pt x="8" y="4"/>
                    <a:pt x="23" y="9"/>
                    <a:pt x="44" y="18"/>
                  </a:cubicBezTo>
                  <a:cubicBezTo>
                    <a:pt x="65" y="26"/>
                    <a:pt x="77" y="38"/>
                    <a:pt x="77" y="38"/>
                  </a:cubicBezTo>
                  <a:cubicBezTo>
                    <a:pt x="99" y="50"/>
                    <a:pt x="119" y="68"/>
                    <a:pt x="126" y="93"/>
                  </a:cubicBezTo>
                  <a:cubicBezTo>
                    <a:pt x="107" y="88"/>
                    <a:pt x="67" y="60"/>
                    <a:pt x="67" y="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60" name="Freeform 425">
              <a:extLst>
                <a:ext uri="{FF2B5EF4-FFF2-40B4-BE49-F238E27FC236}">
                  <a16:creationId xmlns:a16="http://schemas.microsoft.com/office/drawing/2014/main" id="{4ABEC23D-579B-42CA-8874-0499C12B9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056"/>
              <a:ext cx="55" cy="32"/>
            </a:xfrm>
            <a:custGeom>
              <a:avLst/>
              <a:gdLst>
                <a:gd name="T0" fmla="*/ 289 w 24"/>
                <a:gd name="T1" fmla="*/ 194 h 13"/>
                <a:gd name="T2" fmla="*/ 0 w 2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24" y="13"/>
                  </a:moveTo>
                  <a:cubicBezTo>
                    <a:pt x="20" y="8"/>
                    <a:pt x="6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61" name="Freeform 426">
              <a:extLst>
                <a:ext uri="{FF2B5EF4-FFF2-40B4-BE49-F238E27FC236}">
                  <a16:creationId xmlns:a16="http://schemas.microsoft.com/office/drawing/2014/main" id="{3339D2A0-0D21-494E-A3DF-2045EF82F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037"/>
              <a:ext cx="177" cy="127"/>
            </a:xfrm>
            <a:custGeom>
              <a:avLst/>
              <a:gdLst>
                <a:gd name="T0" fmla="*/ 25 w 77"/>
                <a:gd name="T1" fmla="*/ 29 h 52"/>
                <a:gd name="T2" fmla="*/ 57 w 77"/>
                <a:gd name="T3" fmla="*/ 120 h 52"/>
                <a:gd name="T4" fmla="*/ 216 w 77"/>
                <a:gd name="T5" fmla="*/ 335 h 52"/>
                <a:gd name="T6" fmla="*/ 756 w 77"/>
                <a:gd name="T7" fmla="*/ 699 h 52"/>
                <a:gd name="T8" fmla="*/ 936 w 77"/>
                <a:gd name="T9" fmla="*/ 757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2">
                  <a:moveTo>
                    <a:pt x="2" y="2"/>
                  </a:moveTo>
                  <a:cubicBezTo>
                    <a:pt x="0" y="0"/>
                    <a:pt x="4" y="6"/>
                    <a:pt x="5" y="8"/>
                  </a:cubicBezTo>
                  <a:cubicBezTo>
                    <a:pt x="8" y="13"/>
                    <a:pt x="13" y="18"/>
                    <a:pt x="18" y="23"/>
                  </a:cubicBezTo>
                  <a:cubicBezTo>
                    <a:pt x="32" y="36"/>
                    <a:pt x="45" y="41"/>
                    <a:pt x="62" y="48"/>
                  </a:cubicBezTo>
                  <a:cubicBezTo>
                    <a:pt x="72" y="51"/>
                    <a:pt x="77" y="52"/>
                    <a:pt x="77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62" name="Freeform 427">
              <a:extLst>
                <a:ext uri="{FF2B5EF4-FFF2-40B4-BE49-F238E27FC236}">
                  <a16:creationId xmlns:a16="http://schemas.microsoft.com/office/drawing/2014/main" id="{943A1C56-1C72-49B1-96EE-88CE1EE3E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944"/>
              <a:ext cx="180" cy="100"/>
            </a:xfrm>
            <a:custGeom>
              <a:avLst/>
              <a:gdLst>
                <a:gd name="T0" fmla="*/ 704 w 78"/>
                <a:gd name="T1" fmla="*/ 244 h 41"/>
                <a:gd name="T2" fmla="*/ 256 w 78"/>
                <a:gd name="T3" fmla="*/ 71 h 41"/>
                <a:gd name="T4" fmla="*/ 0 w 78"/>
                <a:gd name="T5" fmla="*/ 29 h 41"/>
                <a:gd name="T6" fmla="*/ 272 w 78"/>
                <a:gd name="T7" fmla="*/ 273 h 41"/>
                <a:gd name="T8" fmla="*/ 676 w 78"/>
                <a:gd name="T9" fmla="*/ 524 h 41"/>
                <a:gd name="T10" fmla="*/ 958 w 78"/>
                <a:gd name="T11" fmla="*/ 554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41">
                  <a:moveTo>
                    <a:pt x="57" y="17"/>
                  </a:moveTo>
                  <a:cubicBezTo>
                    <a:pt x="46" y="11"/>
                    <a:pt x="34" y="8"/>
                    <a:pt x="21" y="5"/>
                  </a:cubicBezTo>
                  <a:cubicBezTo>
                    <a:pt x="17" y="4"/>
                    <a:pt x="4" y="0"/>
                    <a:pt x="0" y="2"/>
                  </a:cubicBezTo>
                  <a:cubicBezTo>
                    <a:pt x="4" y="9"/>
                    <a:pt x="16" y="14"/>
                    <a:pt x="22" y="19"/>
                  </a:cubicBezTo>
                  <a:cubicBezTo>
                    <a:pt x="32" y="26"/>
                    <a:pt x="43" y="32"/>
                    <a:pt x="55" y="36"/>
                  </a:cubicBezTo>
                  <a:cubicBezTo>
                    <a:pt x="61" y="38"/>
                    <a:pt x="71" y="41"/>
                    <a:pt x="78" y="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63" name="Freeform 428">
              <a:extLst>
                <a:ext uri="{FF2B5EF4-FFF2-40B4-BE49-F238E27FC236}">
                  <a16:creationId xmlns:a16="http://schemas.microsoft.com/office/drawing/2014/main" id="{EE5F2294-ADF4-44F5-B2F4-A69D686F4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1934"/>
              <a:ext cx="196" cy="71"/>
            </a:xfrm>
            <a:custGeom>
              <a:avLst/>
              <a:gdLst>
                <a:gd name="T0" fmla="*/ 749 w 85"/>
                <a:gd name="T1" fmla="*/ 120 h 29"/>
                <a:gd name="T2" fmla="*/ 0 w 85"/>
                <a:gd name="T3" fmla="*/ 120 h 29"/>
                <a:gd name="T4" fmla="*/ 378 w 85"/>
                <a:gd name="T5" fmla="*/ 306 h 29"/>
                <a:gd name="T6" fmla="*/ 749 w 85"/>
                <a:gd name="T7" fmla="*/ 414 h 29"/>
                <a:gd name="T8" fmla="*/ 1042 w 85"/>
                <a:gd name="T9" fmla="*/ 36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9">
                  <a:moveTo>
                    <a:pt x="61" y="8"/>
                  </a:moveTo>
                  <a:cubicBezTo>
                    <a:pt x="50" y="2"/>
                    <a:pt x="17" y="0"/>
                    <a:pt x="0" y="8"/>
                  </a:cubicBezTo>
                  <a:cubicBezTo>
                    <a:pt x="9" y="10"/>
                    <a:pt x="22" y="18"/>
                    <a:pt x="31" y="21"/>
                  </a:cubicBezTo>
                  <a:cubicBezTo>
                    <a:pt x="41" y="24"/>
                    <a:pt x="51" y="27"/>
                    <a:pt x="61" y="28"/>
                  </a:cubicBezTo>
                  <a:cubicBezTo>
                    <a:pt x="70" y="29"/>
                    <a:pt x="77" y="27"/>
                    <a:pt x="85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64" name="Freeform 429">
              <a:extLst>
                <a:ext uri="{FF2B5EF4-FFF2-40B4-BE49-F238E27FC236}">
                  <a16:creationId xmlns:a16="http://schemas.microsoft.com/office/drawing/2014/main" id="{D1C49684-5AA0-4E01-8E7F-A7C1B517E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949"/>
              <a:ext cx="172" cy="63"/>
            </a:xfrm>
            <a:custGeom>
              <a:avLst/>
              <a:gdLst>
                <a:gd name="T0" fmla="*/ 651 w 75"/>
                <a:gd name="T1" fmla="*/ 58 h 26"/>
                <a:gd name="T2" fmla="*/ 383 w 75"/>
                <a:gd name="T3" fmla="*/ 12 h 26"/>
                <a:gd name="T4" fmla="*/ 0 w 75"/>
                <a:gd name="T5" fmla="*/ 170 h 26"/>
                <a:gd name="T6" fmla="*/ 605 w 75"/>
                <a:gd name="T7" fmla="*/ 342 h 26"/>
                <a:gd name="T8" fmla="*/ 904 w 75"/>
                <a:gd name="T9" fmla="*/ 17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6">
                  <a:moveTo>
                    <a:pt x="54" y="4"/>
                  </a:moveTo>
                  <a:cubicBezTo>
                    <a:pt x="50" y="0"/>
                    <a:pt x="38" y="1"/>
                    <a:pt x="32" y="1"/>
                  </a:cubicBezTo>
                  <a:cubicBezTo>
                    <a:pt x="24" y="1"/>
                    <a:pt x="7" y="6"/>
                    <a:pt x="0" y="12"/>
                  </a:cubicBezTo>
                  <a:cubicBezTo>
                    <a:pt x="15" y="19"/>
                    <a:pt x="32" y="26"/>
                    <a:pt x="50" y="24"/>
                  </a:cubicBezTo>
                  <a:cubicBezTo>
                    <a:pt x="60" y="23"/>
                    <a:pt x="67" y="17"/>
                    <a:pt x="75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65" name="Freeform 430">
              <a:extLst>
                <a:ext uri="{FF2B5EF4-FFF2-40B4-BE49-F238E27FC236}">
                  <a16:creationId xmlns:a16="http://schemas.microsoft.com/office/drawing/2014/main" id="{125ED8F1-3BEE-4BD0-90B5-BB759F9C3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975"/>
              <a:ext cx="184" cy="69"/>
            </a:xfrm>
            <a:custGeom>
              <a:avLst/>
              <a:gdLst>
                <a:gd name="T0" fmla="*/ 692 w 80"/>
                <a:gd name="T1" fmla="*/ 0 h 28"/>
                <a:gd name="T2" fmla="*/ 338 w 80"/>
                <a:gd name="T3" fmla="*/ 91 h 28"/>
                <a:gd name="T4" fmla="*/ 0 w 80"/>
                <a:gd name="T5" fmla="*/ 345 h 28"/>
                <a:gd name="T6" fmla="*/ 448 w 80"/>
                <a:gd name="T7" fmla="*/ 389 h 28"/>
                <a:gd name="T8" fmla="*/ 757 w 80"/>
                <a:gd name="T9" fmla="*/ 389 h 28"/>
                <a:gd name="T10" fmla="*/ 973 w 80"/>
                <a:gd name="T11" fmla="*/ 18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28">
                  <a:moveTo>
                    <a:pt x="57" y="0"/>
                  </a:moveTo>
                  <a:cubicBezTo>
                    <a:pt x="47" y="2"/>
                    <a:pt x="39" y="3"/>
                    <a:pt x="28" y="6"/>
                  </a:cubicBezTo>
                  <a:cubicBezTo>
                    <a:pt x="21" y="8"/>
                    <a:pt x="5" y="15"/>
                    <a:pt x="0" y="23"/>
                  </a:cubicBezTo>
                  <a:cubicBezTo>
                    <a:pt x="12" y="27"/>
                    <a:pt x="24" y="26"/>
                    <a:pt x="37" y="26"/>
                  </a:cubicBezTo>
                  <a:cubicBezTo>
                    <a:pt x="45" y="26"/>
                    <a:pt x="54" y="28"/>
                    <a:pt x="62" y="26"/>
                  </a:cubicBezTo>
                  <a:cubicBezTo>
                    <a:pt x="69" y="24"/>
                    <a:pt x="75" y="15"/>
                    <a:pt x="80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66" name="Freeform 431">
              <a:extLst>
                <a:ext uri="{FF2B5EF4-FFF2-40B4-BE49-F238E27FC236}">
                  <a16:creationId xmlns:a16="http://schemas.microsoft.com/office/drawing/2014/main" id="{C6E691E2-2CC6-45CB-A525-236623AF7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034"/>
              <a:ext cx="46" cy="30"/>
            </a:xfrm>
            <a:custGeom>
              <a:avLst/>
              <a:gdLst>
                <a:gd name="T0" fmla="*/ 244 w 20"/>
                <a:gd name="T1" fmla="*/ 188 h 12"/>
                <a:gd name="T2" fmla="*/ 0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cubicBezTo>
                    <a:pt x="13" y="8"/>
                    <a:pt x="7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67" name="Freeform 432">
              <a:extLst>
                <a:ext uri="{FF2B5EF4-FFF2-40B4-BE49-F238E27FC236}">
                  <a16:creationId xmlns:a16="http://schemas.microsoft.com/office/drawing/2014/main" id="{275BEBD9-B41B-4699-B6B9-1EEEE2B39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025"/>
              <a:ext cx="140" cy="98"/>
            </a:xfrm>
            <a:custGeom>
              <a:avLst/>
              <a:gdLst>
                <a:gd name="T0" fmla="*/ 737 w 61"/>
                <a:gd name="T1" fmla="*/ 588 h 40"/>
                <a:gd name="T2" fmla="*/ 532 w 61"/>
                <a:gd name="T3" fmla="*/ 576 h 40"/>
                <a:gd name="T4" fmla="*/ 243 w 61"/>
                <a:gd name="T5" fmla="*/ 336 h 40"/>
                <a:gd name="T6" fmla="*/ 0 w 61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0">
                  <a:moveTo>
                    <a:pt x="61" y="40"/>
                  </a:moveTo>
                  <a:cubicBezTo>
                    <a:pt x="55" y="38"/>
                    <a:pt x="49" y="40"/>
                    <a:pt x="44" y="39"/>
                  </a:cubicBezTo>
                  <a:cubicBezTo>
                    <a:pt x="35" y="37"/>
                    <a:pt x="26" y="30"/>
                    <a:pt x="20" y="23"/>
                  </a:cubicBezTo>
                  <a:cubicBezTo>
                    <a:pt x="13" y="16"/>
                    <a:pt x="4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68" name="Freeform 433">
              <a:extLst>
                <a:ext uri="{FF2B5EF4-FFF2-40B4-BE49-F238E27FC236}">
                  <a16:creationId xmlns:a16="http://schemas.microsoft.com/office/drawing/2014/main" id="{FE210953-546E-4115-9977-4229995A3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007"/>
              <a:ext cx="147" cy="94"/>
            </a:xfrm>
            <a:custGeom>
              <a:avLst/>
              <a:gdLst>
                <a:gd name="T0" fmla="*/ 776 w 64"/>
                <a:gd name="T1" fmla="*/ 576 h 38"/>
                <a:gd name="T2" fmla="*/ 533 w 64"/>
                <a:gd name="T3" fmla="*/ 502 h 38"/>
                <a:gd name="T4" fmla="*/ 216 w 64"/>
                <a:gd name="T5" fmla="*/ 228 h 38"/>
                <a:gd name="T6" fmla="*/ 57 w 64"/>
                <a:gd name="T7" fmla="*/ 42 h 38"/>
                <a:gd name="T8" fmla="*/ 25 w 64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8">
                  <a:moveTo>
                    <a:pt x="64" y="38"/>
                  </a:moveTo>
                  <a:cubicBezTo>
                    <a:pt x="58" y="36"/>
                    <a:pt x="51" y="36"/>
                    <a:pt x="44" y="33"/>
                  </a:cubicBezTo>
                  <a:cubicBezTo>
                    <a:pt x="34" y="30"/>
                    <a:pt x="26" y="22"/>
                    <a:pt x="18" y="15"/>
                  </a:cubicBezTo>
                  <a:cubicBezTo>
                    <a:pt x="14" y="11"/>
                    <a:pt x="9" y="7"/>
                    <a:pt x="5" y="3"/>
                  </a:cubicBezTo>
                  <a:cubicBezTo>
                    <a:pt x="4" y="2"/>
                    <a:pt x="0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69" name="Freeform 434">
              <a:extLst>
                <a:ext uri="{FF2B5EF4-FFF2-40B4-BE49-F238E27FC236}">
                  <a16:creationId xmlns:a16="http://schemas.microsoft.com/office/drawing/2014/main" id="{A7851EE7-6373-4472-95C9-B8DCCA648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995"/>
              <a:ext cx="67" cy="20"/>
            </a:xfrm>
            <a:custGeom>
              <a:avLst/>
              <a:gdLst>
                <a:gd name="T0" fmla="*/ 358 w 29"/>
                <a:gd name="T1" fmla="*/ 125 h 8"/>
                <a:gd name="T2" fmla="*/ 0 w 29"/>
                <a:gd name="T3" fmla="*/ 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">
                  <a:moveTo>
                    <a:pt x="29" y="8"/>
                  </a:moveTo>
                  <a:cubicBezTo>
                    <a:pt x="22" y="5"/>
                    <a:pt x="6" y="0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70" name="Freeform 435">
              <a:extLst>
                <a:ext uri="{FF2B5EF4-FFF2-40B4-BE49-F238E27FC236}">
                  <a16:creationId xmlns:a16="http://schemas.microsoft.com/office/drawing/2014/main" id="{DA0C21EE-6A55-4624-89A3-4BFD93FC9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2007"/>
              <a:ext cx="28" cy="10"/>
            </a:xfrm>
            <a:custGeom>
              <a:avLst/>
              <a:gdLst>
                <a:gd name="T0" fmla="*/ 152 w 12"/>
                <a:gd name="T1" fmla="*/ 0 h 4"/>
                <a:gd name="T2" fmla="*/ 0 w 1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0"/>
                  </a:moveTo>
                  <a:cubicBezTo>
                    <a:pt x="8" y="1"/>
                    <a:pt x="2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71" name="Freeform 436">
              <a:extLst>
                <a:ext uri="{FF2B5EF4-FFF2-40B4-BE49-F238E27FC236}">
                  <a16:creationId xmlns:a16="http://schemas.microsoft.com/office/drawing/2014/main" id="{EFA17B67-28C7-4C8D-B098-48F191123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985"/>
              <a:ext cx="69" cy="54"/>
            </a:xfrm>
            <a:custGeom>
              <a:avLst/>
              <a:gdLst>
                <a:gd name="T0" fmla="*/ 0 w 30"/>
                <a:gd name="T1" fmla="*/ 0 h 22"/>
                <a:gd name="T2" fmla="*/ 366 w 30"/>
                <a:gd name="T3" fmla="*/ 32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2">
                  <a:moveTo>
                    <a:pt x="0" y="0"/>
                  </a:moveTo>
                  <a:cubicBezTo>
                    <a:pt x="17" y="1"/>
                    <a:pt x="22" y="8"/>
                    <a:pt x="30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72" name="Freeform 437">
              <a:extLst>
                <a:ext uri="{FF2B5EF4-FFF2-40B4-BE49-F238E27FC236}">
                  <a16:creationId xmlns:a16="http://schemas.microsoft.com/office/drawing/2014/main" id="{2D196504-1168-41FC-9A9B-70839A0F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995"/>
              <a:ext cx="7" cy="30"/>
            </a:xfrm>
            <a:custGeom>
              <a:avLst/>
              <a:gdLst>
                <a:gd name="T0" fmla="*/ 0 w 3"/>
                <a:gd name="T1" fmla="*/ 0 h 12"/>
                <a:gd name="T2" fmla="*/ 37 w 3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1" y="3"/>
                    <a:pt x="3" y="9"/>
                    <a:pt x="3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73" name="Freeform 438">
              <a:extLst>
                <a:ext uri="{FF2B5EF4-FFF2-40B4-BE49-F238E27FC236}">
                  <a16:creationId xmlns:a16="http://schemas.microsoft.com/office/drawing/2014/main" id="{E58E4659-C8D9-4168-B089-AD2AC4F76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059"/>
              <a:ext cx="87" cy="24"/>
            </a:xfrm>
            <a:custGeom>
              <a:avLst/>
              <a:gdLst>
                <a:gd name="T0" fmla="*/ 456 w 38"/>
                <a:gd name="T1" fmla="*/ 139 h 10"/>
                <a:gd name="T2" fmla="*/ 0 w 3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38" y="10"/>
                  </a:moveTo>
                  <a:cubicBezTo>
                    <a:pt x="25" y="9"/>
                    <a:pt x="10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74" name="Freeform 439">
              <a:extLst>
                <a:ext uri="{FF2B5EF4-FFF2-40B4-BE49-F238E27FC236}">
                  <a16:creationId xmlns:a16="http://schemas.microsoft.com/office/drawing/2014/main" id="{3D29C501-CF9F-4B76-9A17-269DAA369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998"/>
              <a:ext cx="48" cy="31"/>
            </a:xfrm>
            <a:custGeom>
              <a:avLst/>
              <a:gdLst>
                <a:gd name="T0" fmla="*/ 251 w 21"/>
                <a:gd name="T1" fmla="*/ 176 h 13"/>
                <a:gd name="T2" fmla="*/ 0 w 21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21" y="13"/>
                  </a:moveTo>
                  <a:cubicBezTo>
                    <a:pt x="17" y="10"/>
                    <a:pt x="2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75" name="Freeform 440">
              <a:extLst>
                <a:ext uri="{FF2B5EF4-FFF2-40B4-BE49-F238E27FC236}">
                  <a16:creationId xmlns:a16="http://schemas.microsoft.com/office/drawing/2014/main" id="{DE4BBEC3-7DBC-4942-A943-6E0C55A4A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081"/>
              <a:ext cx="101" cy="83"/>
            </a:xfrm>
            <a:custGeom>
              <a:avLst/>
              <a:gdLst>
                <a:gd name="T0" fmla="*/ 0 w 44"/>
                <a:gd name="T1" fmla="*/ 0 h 34"/>
                <a:gd name="T2" fmla="*/ 195 w 44"/>
                <a:gd name="T3" fmla="*/ 90 h 34"/>
                <a:gd name="T4" fmla="*/ 459 w 44"/>
                <a:gd name="T5" fmla="*/ 334 h 34"/>
                <a:gd name="T6" fmla="*/ 533 w 44"/>
                <a:gd name="T7" fmla="*/ 49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4">
                  <a:moveTo>
                    <a:pt x="0" y="0"/>
                  </a:moveTo>
                  <a:cubicBezTo>
                    <a:pt x="5" y="3"/>
                    <a:pt x="11" y="3"/>
                    <a:pt x="16" y="6"/>
                  </a:cubicBezTo>
                  <a:cubicBezTo>
                    <a:pt x="24" y="9"/>
                    <a:pt x="33" y="16"/>
                    <a:pt x="38" y="23"/>
                  </a:cubicBezTo>
                  <a:cubicBezTo>
                    <a:pt x="43" y="29"/>
                    <a:pt x="41" y="27"/>
                    <a:pt x="44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76" name="Freeform 441">
              <a:extLst>
                <a:ext uri="{FF2B5EF4-FFF2-40B4-BE49-F238E27FC236}">
                  <a16:creationId xmlns:a16="http://schemas.microsoft.com/office/drawing/2014/main" id="{23157B94-614F-45C4-9B43-72A4F7F45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120"/>
              <a:ext cx="140" cy="120"/>
            </a:xfrm>
            <a:custGeom>
              <a:avLst/>
              <a:gdLst>
                <a:gd name="T0" fmla="*/ 737 w 61"/>
                <a:gd name="T1" fmla="*/ 720 h 49"/>
                <a:gd name="T2" fmla="*/ 147 w 61"/>
                <a:gd name="T3" fmla="*/ 294 h 49"/>
                <a:gd name="T4" fmla="*/ 11 w 61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9">
                  <a:moveTo>
                    <a:pt x="61" y="49"/>
                  </a:moveTo>
                  <a:cubicBezTo>
                    <a:pt x="44" y="47"/>
                    <a:pt x="21" y="33"/>
                    <a:pt x="12" y="20"/>
                  </a:cubicBezTo>
                  <a:cubicBezTo>
                    <a:pt x="8" y="15"/>
                    <a:pt x="0" y="5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77" name="Freeform 442">
              <a:extLst>
                <a:ext uri="{FF2B5EF4-FFF2-40B4-BE49-F238E27FC236}">
                  <a16:creationId xmlns:a16="http://schemas.microsoft.com/office/drawing/2014/main" id="{1A0A52A9-D61B-4901-A069-3AE10503D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15"/>
              <a:ext cx="55" cy="35"/>
            </a:xfrm>
            <a:custGeom>
              <a:avLst/>
              <a:gdLst>
                <a:gd name="T0" fmla="*/ 289 w 24"/>
                <a:gd name="T1" fmla="*/ 220 h 14"/>
                <a:gd name="T2" fmla="*/ 0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24" y="14"/>
                  </a:moveTo>
                  <a:cubicBezTo>
                    <a:pt x="17" y="9"/>
                    <a:pt x="8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78" name="Freeform 443">
              <a:extLst>
                <a:ext uri="{FF2B5EF4-FFF2-40B4-BE49-F238E27FC236}">
                  <a16:creationId xmlns:a16="http://schemas.microsoft.com/office/drawing/2014/main" id="{323378E0-5034-44CE-AD98-6E635057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973"/>
              <a:ext cx="74" cy="20"/>
            </a:xfrm>
            <a:custGeom>
              <a:avLst/>
              <a:gdLst>
                <a:gd name="T0" fmla="*/ 395 w 32"/>
                <a:gd name="T1" fmla="*/ 113 h 8"/>
                <a:gd name="T2" fmla="*/ 0 w 32"/>
                <a:gd name="T3" fmla="*/ 8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">
                  <a:moveTo>
                    <a:pt x="32" y="7"/>
                  </a:moveTo>
                  <a:cubicBezTo>
                    <a:pt x="23" y="8"/>
                    <a:pt x="8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79" name="Freeform 444">
              <a:extLst>
                <a:ext uri="{FF2B5EF4-FFF2-40B4-BE49-F238E27FC236}">
                  <a16:creationId xmlns:a16="http://schemas.microsoft.com/office/drawing/2014/main" id="{9DA73538-C1E9-4FFB-BD49-0ACB5882E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022"/>
              <a:ext cx="203" cy="79"/>
            </a:xfrm>
            <a:custGeom>
              <a:avLst/>
              <a:gdLst>
                <a:gd name="T0" fmla="*/ 367 w 88"/>
                <a:gd name="T1" fmla="*/ 257 h 32"/>
                <a:gd name="T2" fmla="*/ 1080 w 88"/>
                <a:gd name="T3" fmla="*/ 407 h 32"/>
                <a:gd name="T4" fmla="*/ 293 w 88"/>
                <a:gd name="T5" fmla="*/ 30 h 32"/>
                <a:gd name="T6" fmla="*/ 0 w 88"/>
                <a:gd name="T7" fmla="*/ 19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32">
                  <a:moveTo>
                    <a:pt x="30" y="17"/>
                  </a:moveTo>
                  <a:cubicBezTo>
                    <a:pt x="58" y="30"/>
                    <a:pt x="70" y="32"/>
                    <a:pt x="88" y="27"/>
                  </a:cubicBezTo>
                  <a:cubicBezTo>
                    <a:pt x="71" y="10"/>
                    <a:pt x="49" y="0"/>
                    <a:pt x="24" y="2"/>
                  </a:cubicBezTo>
                  <a:cubicBezTo>
                    <a:pt x="20" y="2"/>
                    <a:pt x="3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80" name="Freeform 445">
              <a:extLst>
                <a:ext uri="{FF2B5EF4-FFF2-40B4-BE49-F238E27FC236}">
                  <a16:creationId xmlns:a16="http://schemas.microsoft.com/office/drawing/2014/main" id="{AB45368B-2F86-47BE-99C0-6217A2192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074"/>
              <a:ext cx="151" cy="83"/>
            </a:xfrm>
            <a:custGeom>
              <a:avLst/>
              <a:gdLst>
                <a:gd name="T0" fmla="*/ 0 w 66"/>
                <a:gd name="T1" fmla="*/ 0 h 34"/>
                <a:gd name="T2" fmla="*/ 398 w 66"/>
                <a:gd name="T3" fmla="*/ 305 h 34"/>
                <a:gd name="T4" fmla="*/ 789 w 66"/>
                <a:gd name="T5" fmla="*/ 49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34">
                  <a:moveTo>
                    <a:pt x="0" y="0"/>
                  </a:moveTo>
                  <a:cubicBezTo>
                    <a:pt x="2" y="9"/>
                    <a:pt x="18" y="15"/>
                    <a:pt x="33" y="21"/>
                  </a:cubicBezTo>
                  <a:cubicBezTo>
                    <a:pt x="47" y="28"/>
                    <a:pt x="59" y="34"/>
                    <a:pt x="66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81" name="Freeform 446">
              <a:extLst>
                <a:ext uri="{FF2B5EF4-FFF2-40B4-BE49-F238E27FC236}">
                  <a16:creationId xmlns:a16="http://schemas.microsoft.com/office/drawing/2014/main" id="{75318825-5340-4415-9D2B-716D9CD4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012"/>
              <a:ext cx="88" cy="25"/>
            </a:xfrm>
            <a:custGeom>
              <a:avLst/>
              <a:gdLst>
                <a:gd name="T0" fmla="*/ 0 w 38"/>
                <a:gd name="T1" fmla="*/ 0 h 10"/>
                <a:gd name="T2" fmla="*/ 472 w 38"/>
                <a:gd name="T3" fmla="*/ 9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0" y="0"/>
                  </a:moveTo>
                  <a:cubicBezTo>
                    <a:pt x="12" y="10"/>
                    <a:pt x="38" y="6"/>
                    <a:pt x="38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82" name="Freeform 447">
              <a:extLst>
                <a:ext uri="{FF2B5EF4-FFF2-40B4-BE49-F238E27FC236}">
                  <a16:creationId xmlns:a16="http://schemas.microsoft.com/office/drawing/2014/main" id="{861FBB32-4B24-43AA-9021-210F8D5A1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020"/>
              <a:ext cx="10" cy="14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83" name="Freeform 448">
              <a:extLst>
                <a:ext uri="{FF2B5EF4-FFF2-40B4-BE49-F238E27FC236}">
                  <a16:creationId xmlns:a16="http://schemas.microsoft.com/office/drawing/2014/main" id="{F444916A-9E42-46E4-93EA-2ADE953E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034"/>
              <a:ext cx="44" cy="64"/>
            </a:xfrm>
            <a:custGeom>
              <a:avLst/>
              <a:gdLst>
                <a:gd name="T0" fmla="*/ 236 w 19"/>
                <a:gd name="T1" fmla="*/ 0 h 26"/>
                <a:gd name="T2" fmla="*/ 0 w 19"/>
                <a:gd name="T3" fmla="*/ 38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11" y="7"/>
                    <a:pt x="3" y="15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84" name="Freeform 449">
              <a:extLst>
                <a:ext uri="{FF2B5EF4-FFF2-40B4-BE49-F238E27FC236}">
                  <a16:creationId xmlns:a16="http://schemas.microsoft.com/office/drawing/2014/main" id="{366512DC-F4CC-41A5-8183-D15F8907D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027"/>
              <a:ext cx="4" cy="15"/>
            </a:xfrm>
            <a:custGeom>
              <a:avLst/>
              <a:gdLst>
                <a:gd name="T0" fmla="*/ 0 w 2"/>
                <a:gd name="T1" fmla="*/ 0 h 6"/>
                <a:gd name="T2" fmla="*/ 8 w 2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2"/>
                    <a:pt x="2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85" name="Freeform 450">
              <a:extLst>
                <a:ext uri="{FF2B5EF4-FFF2-40B4-BE49-F238E27FC236}">
                  <a16:creationId xmlns:a16="http://schemas.microsoft.com/office/drawing/2014/main" id="{4809A525-C427-4BD1-BEC8-353865BBB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132"/>
              <a:ext cx="140" cy="116"/>
            </a:xfrm>
            <a:custGeom>
              <a:avLst/>
              <a:gdLst>
                <a:gd name="T0" fmla="*/ 0 w 61"/>
                <a:gd name="T1" fmla="*/ 706 h 47"/>
                <a:gd name="T2" fmla="*/ 737 w 61"/>
                <a:gd name="T3" fmla="*/ 18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7">
                  <a:moveTo>
                    <a:pt x="0" y="47"/>
                  </a:moveTo>
                  <a:cubicBezTo>
                    <a:pt x="7" y="25"/>
                    <a:pt x="37" y="0"/>
                    <a:pt x="61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86" name="Freeform 451">
              <a:extLst>
                <a:ext uri="{FF2B5EF4-FFF2-40B4-BE49-F238E27FC236}">
                  <a16:creationId xmlns:a16="http://schemas.microsoft.com/office/drawing/2014/main" id="{2210D71B-E8AF-4C2A-83FB-2C93B4BC9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042"/>
              <a:ext cx="129" cy="112"/>
            </a:xfrm>
            <a:custGeom>
              <a:avLst/>
              <a:gdLst>
                <a:gd name="T0" fmla="*/ 0 w 56"/>
                <a:gd name="T1" fmla="*/ 665 h 46"/>
                <a:gd name="T2" fmla="*/ 684 w 5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46">
                  <a:moveTo>
                    <a:pt x="0" y="46"/>
                  </a:moveTo>
                  <a:cubicBezTo>
                    <a:pt x="7" y="24"/>
                    <a:pt x="32" y="1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87" name="Freeform 452">
              <a:extLst>
                <a:ext uri="{FF2B5EF4-FFF2-40B4-BE49-F238E27FC236}">
                  <a16:creationId xmlns:a16="http://schemas.microsoft.com/office/drawing/2014/main" id="{E964439B-89DD-4790-84CF-525451B7F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042"/>
              <a:ext cx="12" cy="12"/>
            </a:xfrm>
            <a:custGeom>
              <a:avLst/>
              <a:gdLst>
                <a:gd name="T0" fmla="*/ 0 w 5"/>
                <a:gd name="T1" fmla="*/ 12 h 5"/>
                <a:gd name="T2" fmla="*/ 58 w 5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3" y="0"/>
                    <a:pt x="5" y="2"/>
                    <a:pt x="4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88" name="Freeform 453">
              <a:extLst>
                <a:ext uri="{FF2B5EF4-FFF2-40B4-BE49-F238E27FC236}">
                  <a16:creationId xmlns:a16="http://schemas.microsoft.com/office/drawing/2014/main" id="{73D00C24-DABE-489B-A402-D19101DA0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120"/>
              <a:ext cx="90" cy="115"/>
            </a:xfrm>
            <a:custGeom>
              <a:avLst/>
              <a:gdLst>
                <a:gd name="T0" fmla="*/ 0 w 39"/>
                <a:gd name="T1" fmla="*/ 688 h 47"/>
                <a:gd name="T2" fmla="*/ 480 w 39"/>
                <a:gd name="T3" fmla="*/ 0 h 47"/>
                <a:gd name="T4" fmla="*/ 309 w 39"/>
                <a:gd name="T5" fmla="*/ 43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7">
                  <a:moveTo>
                    <a:pt x="0" y="47"/>
                  </a:moveTo>
                  <a:cubicBezTo>
                    <a:pt x="1" y="25"/>
                    <a:pt x="19" y="6"/>
                    <a:pt x="39" y="0"/>
                  </a:cubicBezTo>
                  <a:cubicBezTo>
                    <a:pt x="38" y="9"/>
                    <a:pt x="32" y="23"/>
                    <a:pt x="25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89" name="Freeform 454">
              <a:extLst>
                <a:ext uri="{FF2B5EF4-FFF2-40B4-BE49-F238E27FC236}">
                  <a16:creationId xmlns:a16="http://schemas.microsoft.com/office/drawing/2014/main" id="{94060F68-A387-4820-8F8C-641404656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250"/>
              <a:ext cx="21" cy="12"/>
            </a:xfrm>
            <a:custGeom>
              <a:avLst/>
              <a:gdLst>
                <a:gd name="T0" fmla="*/ 0 w 9"/>
                <a:gd name="T1" fmla="*/ 0 h 5"/>
                <a:gd name="T2" fmla="*/ 114 w 9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2" y="5"/>
                    <a:pt x="5" y="5"/>
                    <a:pt x="9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90" name="Freeform 455">
              <a:extLst>
                <a:ext uri="{FF2B5EF4-FFF2-40B4-BE49-F238E27FC236}">
                  <a16:creationId xmlns:a16="http://schemas.microsoft.com/office/drawing/2014/main" id="{CCA92585-7FFD-4C34-BC02-4448DA533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164"/>
              <a:ext cx="23" cy="8"/>
            </a:xfrm>
            <a:custGeom>
              <a:avLst/>
              <a:gdLst>
                <a:gd name="T0" fmla="*/ 0 w 10"/>
                <a:gd name="T1" fmla="*/ 21 h 3"/>
                <a:gd name="T2" fmla="*/ 122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1"/>
                  </a:moveTo>
                  <a:cubicBezTo>
                    <a:pt x="4" y="3"/>
                    <a:pt x="6" y="1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91" name="Freeform 456">
              <a:extLst>
                <a:ext uri="{FF2B5EF4-FFF2-40B4-BE49-F238E27FC236}">
                  <a16:creationId xmlns:a16="http://schemas.microsoft.com/office/drawing/2014/main" id="{4453373B-927C-40A4-A3BA-F490E01B0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064"/>
              <a:ext cx="118" cy="103"/>
            </a:xfrm>
            <a:custGeom>
              <a:avLst/>
              <a:gdLst>
                <a:gd name="T0" fmla="*/ 0 w 51"/>
                <a:gd name="T1" fmla="*/ 620 h 42"/>
                <a:gd name="T2" fmla="*/ 632 w 51"/>
                <a:gd name="T3" fmla="*/ 29 h 42"/>
                <a:gd name="T4" fmla="*/ 518 w 51"/>
                <a:gd name="T5" fmla="*/ 265 h 42"/>
                <a:gd name="T6" fmla="*/ 433 w 51"/>
                <a:gd name="T7" fmla="*/ 32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2">
                  <a:moveTo>
                    <a:pt x="0" y="42"/>
                  </a:moveTo>
                  <a:cubicBezTo>
                    <a:pt x="7" y="27"/>
                    <a:pt x="33" y="0"/>
                    <a:pt x="51" y="2"/>
                  </a:cubicBezTo>
                  <a:cubicBezTo>
                    <a:pt x="46" y="6"/>
                    <a:pt x="45" y="13"/>
                    <a:pt x="42" y="18"/>
                  </a:cubicBezTo>
                  <a:cubicBezTo>
                    <a:pt x="40" y="20"/>
                    <a:pt x="35" y="23"/>
                    <a:pt x="35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92" name="Freeform 457">
              <a:extLst>
                <a:ext uri="{FF2B5EF4-FFF2-40B4-BE49-F238E27FC236}">
                  <a16:creationId xmlns:a16="http://schemas.microsoft.com/office/drawing/2014/main" id="{6555DB15-B03C-4202-A509-0FF9E3661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061"/>
              <a:ext cx="115" cy="22"/>
            </a:xfrm>
            <a:custGeom>
              <a:avLst/>
              <a:gdLst>
                <a:gd name="T0" fmla="*/ 0 w 50"/>
                <a:gd name="T1" fmla="*/ 42 h 9"/>
                <a:gd name="T2" fmla="*/ 610 w 5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9">
                  <a:moveTo>
                    <a:pt x="0" y="3"/>
                  </a:moveTo>
                  <a:cubicBezTo>
                    <a:pt x="12" y="3"/>
                    <a:pt x="39" y="9"/>
                    <a:pt x="5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93" name="Freeform 458">
              <a:extLst>
                <a:ext uri="{FF2B5EF4-FFF2-40B4-BE49-F238E27FC236}">
                  <a16:creationId xmlns:a16="http://schemas.microsoft.com/office/drawing/2014/main" id="{B2F48BD6-05FD-4D98-B61E-8F32A5CBA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039"/>
              <a:ext cx="7" cy="15"/>
            </a:xfrm>
            <a:custGeom>
              <a:avLst/>
              <a:gdLst>
                <a:gd name="T0" fmla="*/ 0 w 3"/>
                <a:gd name="T1" fmla="*/ 9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94" name="Freeform 459">
              <a:extLst>
                <a:ext uri="{FF2B5EF4-FFF2-40B4-BE49-F238E27FC236}">
                  <a16:creationId xmlns:a16="http://schemas.microsoft.com/office/drawing/2014/main" id="{E12B607A-87FD-454C-87DC-838BBEA47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037"/>
              <a:ext cx="80" cy="32"/>
            </a:xfrm>
            <a:custGeom>
              <a:avLst/>
              <a:gdLst>
                <a:gd name="T0" fmla="*/ 0 w 35"/>
                <a:gd name="T1" fmla="*/ 194 h 13"/>
                <a:gd name="T2" fmla="*/ 418 w 3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3">
                  <a:moveTo>
                    <a:pt x="0" y="13"/>
                  </a:moveTo>
                  <a:cubicBezTo>
                    <a:pt x="5" y="3"/>
                    <a:pt x="24" y="0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95" name="Freeform 460">
              <a:extLst>
                <a:ext uri="{FF2B5EF4-FFF2-40B4-BE49-F238E27FC236}">
                  <a16:creationId xmlns:a16="http://schemas.microsoft.com/office/drawing/2014/main" id="{C6DB7341-78C7-4D59-8C4E-F9F73C4AF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145"/>
              <a:ext cx="16" cy="22"/>
            </a:xfrm>
            <a:custGeom>
              <a:avLst/>
              <a:gdLst>
                <a:gd name="T0" fmla="*/ 11 w 7"/>
                <a:gd name="T1" fmla="*/ 0 h 9"/>
                <a:gd name="T2" fmla="*/ 85 w 7"/>
                <a:gd name="T3" fmla="*/ 10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0"/>
                  </a:moveTo>
                  <a:cubicBezTo>
                    <a:pt x="0" y="5"/>
                    <a:pt x="3" y="9"/>
                    <a:pt x="7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96" name="Freeform 461">
              <a:extLst>
                <a:ext uri="{FF2B5EF4-FFF2-40B4-BE49-F238E27FC236}">
                  <a16:creationId xmlns:a16="http://schemas.microsoft.com/office/drawing/2014/main" id="{F520B6DF-CD85-425A-B2BB-933DF0B6F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118"/>
              <a:ext cx="62" cy="36"/>
            </a:xfrm>
            <a:custGeom>
              <a:avLst/>
              <a:gdLst>
                <a:gd name="T0" fmla="*/ 0 w 27"/>
                <a:gd name="T1" fmla="*/ 206 h 15"/>
                <a:gd name="T2" fmla="*/ 326 w 2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0" y="15"/>
                  </a:moveTo>
                  <a:cubicBezTo>
                    <a:pt x="9" y="11"/>
                    <a:pt x="21" y="8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97" name="Freeform 462">
              <a:extLst>
                <a:ext uri="{FF2B5EF4-FFF2-40B4-BE49-F238E27FC236}">
                  <a16:creationId xmlns:a16="http://schemas.microsoft.com/office/drawing/2014/main" id="{9B7C7814-F1D6-4556-A8BC-A9CCA458F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074"/>
              <a:ext cx="83" cy="36"/>
            </a:xfrm>
            <a:custGeom>
              <a:avLst/>
              <a:gdLst>
                <a:gd name="T0" fmla="*/ 0 w 36"/>
                <a:gd name="T1" fmla="*/ 206 h 15"/>
                <a:gd name="T2" fmla="*/ 233 w 36"/>
                <a:gd name="T3" fmla="*/ 41 h 15"/>
                <a:gd name="T4" fmla="*/ 440 w 3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5">
                  <a:moveTo>
                    <a:pt x="0" y="15"/>
                  </a:moveTo>
                  <a:cubicBezTo>
                    <a:pt x="7" y="11"/>
                    <a:pt x="10" y="5"/>
                    <a:pt x="19" y="3"/>
                  </a:cubicBezTo>
                  <a:cubicBezTo>
                    <a:pt x="24" y="2"/>
                    <a:pt x="32" y="0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98" name="Freeform 463">
              <a:extLst>
                <a:ext uri="{FF2B5EF4-FFF2-40B4-BE49-F238E27FC236}">
                  <a16:creationId xmlns:a16="http://schemas.microsoft.com/office/drawing/2014/main" id="{EEFB6A11-9A30-46FB-9883-C1924A452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076"/>
              <a:ext cx="4" cy="12"/>
            </a:xfrm>
            <a:custGeom>
              <a:avLst/>
              <a:gdLst>
                <a:gd name="T0" fmla="*/ 0 w 2"/>
                <a:gd name="T1" fmla="*/ 0 h 5"/>
                <a:gd name="T2" fmla="*/ 8 w 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2" y="2"/>
                    <a:pt x="2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99" name="Freeform 464">
              <a:extLst>
                <a:ext uri="{FF2B5EF4-FFF2-40B4-BE49-F238E27FC236}">
                  <a16:creationId xmlns:a16="http://schemas.microsoft.com/office/drawing/2014/main" id="{EABFDDBA-08F6-4EF8-9F2C-027F521F4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115"/>
              <a:ext cx="14" cy="10"/>
            </a:xfrm>
            <a:custGeom>
              <a:avLst/>
              <a:gdLst>
                <a:gd name="T0" fmla="*/ 0 w 6"/>
                <a:gd name="T1" fmla="*/ 63 h 4"/>
                <a:gd name="T2" fmla="*/ 77 w 6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1"/>
                    <a:pt x="3" y="0"/>
                    <a:pt x="6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00" name="Freeform 465">
              <a:extLst>
                <a:ext uri="{FF2B5EF4-FFF2-40B4-BE49-F238E27FC236}">
                  <a16:creationId xmlns:a16="http://schemas.microsoft.com/office/drawing/2014/main" id="{118E5C57-4BCD-4BA5-807D-26BF5CE9F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162"/>
              <a:ext cx="104" cy="54"/>
            </a:xfrm>
            <a:custGeom>
              <a:avLst/>
              <a:gdLst>
                <a:gd name="T0" fmla="*/ 0 w 45"/>
                <a:gd name="T1" fmla="*/ 0 h 22"/>
                <a:gd name="T2" fmla="*/ 236 w 45"/>
                <a:gd name="T3" fmla="*/ 223 h 22"/>
                <a:gd name="T4" fmla="*/ 555 w 45"/>
                <a:gd name="T5" fmla="*/ 32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2">
                  <a:moveTo>
                    <a:pt x="0" y="0"/>
                  </a:moveTo>
                  <a:cubicBezTo>
                    <a:pt x="3" y="6"/>
                    <a:pt x="14" y="12"/>
                    <a:pt x="19" y="15"/>
                  </a:cubicBezTo>
                  <a:cubicBezTo>
                    <a:pt x="24" y="18"/>
                    <a:pt x="39" y="22"/>
                    <a:pt x="45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01" name="Freeform 466">
              <a:extLst>
                <a:ext uri="{FF2B5EF4-FFF2-40B4-BE49-F238E27FC236}">
                  <a16:creationId xmlns:a16="http://schemas.microsoft.com/office/drawing/2014/main" id="{62A73124-F6AD-4940-9DDB-D151D385D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194"/>
              <a:ext cx="72" cy="95"/>
            </a:xfrm>
            <a:custGeom>
              <a:avLst/>
              <a:gdLst>
                <a:gd name="T0" fmla="*/ 0 w 31"/>
                <a:gd name="T1" fmla="*/ 0 h 39"/>
                <a:gd name="T2" fmla="*/ 228 w 31"/>
                <a:gd name="T3" fmla="*/ 475 h 39"/>
                <a:gd name="T4" fmla="*/ 388 w 31"/>
                <a:gd name="T5" fmla="*/ 56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cubicBezTo>
                    <a:pt x="2" y="9"/>
                    <a:pt x="11" y="28"/>
                    <a:pt x="18" y="33"/>
                  </a:cubicBezTo>
                  <a:cubicBezTo>
                    <a:pt x="21" y="35"/>
                    <a:pt x="26" y="38"/>
                    <a:pt x="31" y="3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02" name="Freeform 467">
              <a:extLst>
                <a:ext uri="{FF2B5EF4-FFF2-40B4-BE49-F238E27FC236}">
                  <a16:creationId xmlns:a16="http://schemas.microsoft.com/office/drawing/2014/main" id="{BDDB6272-D9AB-407D-ADEA-593440090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167"/>
              <a:ext cx="113" cy="120"/>
            </a:xfrm>
            <a:custGeom>
              <a:avLst/>
              <a:gdLst>
                <a:gd name="T0" fmla="*/ 0 w 49"/>
                <a:gd name="T1" fmla="*/ 0 h 49"/>
                <a:gd name="T2" fmla="*/ 330 w 49"/>
                <a:gd name="T3" fmla="*/ 600 h 49"/>
                <a:gd name="T4" fmla="*/ 602 w 49"/>
                <a:gd name="T5" fmla="*/ 708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0" y="0"/>
                  </a:moveTo>
                  <a:cubicBezTo>
                    <a:pt x="6" y="16"/>
                    <a:pt x="11" y="32"/>
                    <a:pt x="27" y="41"/>
                  </a:cubicBezTo>
                  <a:cubicBezTo>
                    <a:pt x="31" y="43"/>
                    <a:pt x="46" y="49"/>
                    <a:pt x="49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03" name="Freeform 468">
              <a:extLst>
                <a:ext uri="{FF2B5EF4-FFF2-40B4-BE49-F238E27FC236}">
                  <a16:creationId xmlns:a16="http://schemas.microsoft.com/office/drawing/2014/main" id="{D0F261D6-1534-4653-B7A5-2D5F5A968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159"/>
              <a:ext cx="34" cy="27"/>
            </a:xfrm>
            <a:custGeom>
              <a:avLst/>
              <a:gdLst>
                <a:gd name="T0" fmla="*/ 0 w 15"/>
                <a:gd name="T1" fmla="*/ 0 h 11"/>
                <a:gd name="T2" fmla="*/ 175 w 15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0"/>
                  </a:moveTo>
                  <a:cubicBezTo>
                    <a:pt x="6" y="2"/>
                    <a:pt x="12" y="7"/>
                    <a:pt x="15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04" name="Freeform 469">
              <a:extLst>
                <a:ext uri="{FF2B5EF4-FFF2-40B4-BE49-F238E27FC236}">
                  <a16:creationId xmlns:a16="http://schemas.microsoft.com/office/drawing/2014/main" id="{DBEAC95F-E9F6-483B-97FA-983E3753F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159"/>
              <a:ext cx="14" cy="5"/>
            </a:xfrm>
            <a:custGeom>
              <a:avLst/>
              <a:gdLst>
                <a:gd name="T0" fmla="*/ 0 w 6"/>
                <a:gd name="T1" fmla="*/ 20 h 2"/>
                <a:gd name="T2" fmla="*/ 77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3" y="1"/>
                    <a:pt x="5" y="0"/>
                    <a:pt x="6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05" name="Freeform 470">
              <a:extLst>
                <a:ext uri="{FF2B5EF4-FFF2-40B4-BE49-F238E27FC236}">
                  <a16:creationId xmlns:a16="http://schemas.microsoft.com/office/drawing/2014/main" id="{A8D79B5D-AE9D-4C1A-AA0D-A248648EE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208"/>
              <a:ext cx="136" cy="94"/>
            </a:xfrm>
            <a:custGeom>
              <a:avLst/>
              <a:gdLst>
                <a:gd name="T0" fmla="*/ 0 w 59"/>
                <a:gd name="T1" fmla="*/ 0 h 38"/>
                <a:gd name="T2" fmla="*/ 721 w 59"/>
                <a:gd name="T3" fmla="*/ 41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38">
                  <a:moveTo>
                    <a:pt x="0" y="0"/>
                  </a:moveTo>
                  <a:cubicBezTo>
                    <a:pt x="11" y="19"/>
                    <a:pt x="36" y="38"/>
                    <a:pt x="59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06" name="Freeform 471">
              <a:extLst>
                <a:ext uri="{FF2B5EF4-FFF2-40B4-BE49-F238E27FC236}">
                  <a16:creationId xmlns:a16="http://schemas.microsoft.com/office/drawing/2014/main" id="{D67A00DD-4443-4422-9E30-6FB7C28A5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213"/>
              <a:ext cx="46" cy="13"/>
            </a:xfrm>
            <a:custGeom>
              <a:avLst/>
              <a:gdLst>
                <a:gd name="T0" fmla="*/ 0 w 20"/>
                <a:gd name="T1" fmla="*/ 21 h 5"/>
                <a:gd name="T2" fmla="*/ 244 w 20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1"/>
                  </a:moveTo>
                  <a:cubicBezTo>
                    <a:pt x="6" y="0"/>
                    <a:pt x="15" y="2"/>
                    <a:pt x="2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07" name="Freeform 472">
              <a:extLst>
                <a:ext uri="{FF2B5EF4-FFF2-40B4-BE49-F238E27FC236}">
                  <a16:creationId xmlns:a16="http://schemas.microsoft.com/office/drawing/2014/main" id="{4F59F2B3-E4B4-4848-A6E2-799DEA145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240"/>
              <a:ext cx="49" cy="35"/>
            </a:xfrm>
            <a:custGeom>
              <a:avLst/>
              <a:gdLst>
                <a:gd name="T0" fmla="*/ 0 w 21"/>
                <a:gd name="T1" fmla="*/ 0 h 14"/>
                <a:gd name="T2" fmla="*/ 266 w 21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0" y="0"/>
                  </a:moveTo>
                  <a:cubicBezTo>
                    <a:pt x="9" y="4"/>
                    <a:pt x="14" y="9"/>
                    <a:pt x="21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08" name="Freeform 473">
              <a:extLst>
                <a:ext uri="{FF2B5EF4-FFF2-40B4-BE49-F238E27FC236}">
                  <a16:creationId xmlns:a16="http://schemas.microsoft.com/office/drawing/2014/main" id="{A699E4B0-2820-47E2-A60E-33B55E6B5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2275"/>
              <a:ext cx="106" cy="112"/>
            </a:xfrm>
            <a:custGeom>
              <a:avLst/>
              <a:gdLst>
                <a:gd name="T0" fmla="*/ 0 w 46"/>
                <a:gd name="T1" fmla="*/ 58 h 46"/>
                <a:gd name="T2" fmla="*/ 85 w 46"/>
                <a:gd name="T3" fmla="*/ 243 h 46"/>
                <a:gd name="T4" fmla="*/ 244 w 46"/>
                <a:gd name="T5" fmla="*/ 463 h 46"/>
                <a:gd name="T6" fmla="*/ 516 w 46"/>
                <a:gd name="T7" fmla="*/ 665 h 46"/>
                <a:gd name="T8" fmla="*/ 378 w 46"/>
                <a:gd name="T9" fmla="*/ 190 h 46"/>
                <a:gd name="T10" fmla="*/ 217 w 46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6">
                  <a:moveTo>
                    <a:pt x="0" y="4"/>
                  </a:moveTo>
                  <a:cubicBezTo>
                    <a:pt x="3" y="8"/>
                    <a:pt x="4" y="13"/>
                    <a:pt x="7" y="17"/>
                  </a:cubicBezTo>
                  <a:cubicBezTo>
                    <a:pt x="10" y="22"/>
                    <a:pt x="16" y="28"/>
                    <a:pt x="20" y="32"/>
                  </a:cubicBezTo>
                  <a:cubicBezTo>
                    <a:pt x="26" y="38"/>
                    <a:pt x="35" y="41"/>
                    <a:pt x="42" y="46"/>
                  </a:cubicBezTo>
                  <a:cubicBezTo>
                    <a:pt x="46" y="38"/>
                    <a:pt x="36" y="19"/>
                    <a:pt x="31" y="13"/>
                  </a:cubicBezTo>
                  <a:cubicBezTo>
                    <a:pt x="27" y="8"/>
                    <a:pt x="22" y="5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09" name="Freeform 474">
              <a:extLst>
                <a:ext uri="{FF2B5EF4-FFF2-40B4-BE49-F238E27FC236}">
                  <a16:creationId xmlns:a16="http://schemas.microsoft.com/office/drawing/2014/main" id="{098BFF19-79E6-42BA-B2A8-FD0E93A9D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287"/>
              <a:ext cx="23" cy="91"/>
            </a:xfrm>
            <a:custGeom>
              <a:avLst/>
              <a:gdLst>
                <a:gd name="T0" fmla="*/ 0 w 10"/>
                <a:gd name="T1" fmla="*/ 0 h 37"/>
                <a:gd name="T2" fmla="*/ 110 w 10"/>
                <a:gd name="T3" fmla="*/ 327 h 37"/>
                <a:gd name="T4" fmla="*/ 48 w 10"/>
                <a:gd name="T5" fmla="*/ 55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7">
                  <a:moveTo>
                    <a:pt x="0" y="0"/>
                  </a:moveTo>
                  <a:cubicBezTo>
                    <a:pt x="8" y="1"/>
                    <a:pt x="10" y="17"/>
                    <a:pt x="9" y="22"/>
                  </a:cubicBezTo>
                  <a:cubicBezTo>
                    <a:pt x="8" y="26"/>
                    <a:pt x="2" y="35"/>
                    <a:pt x="4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10" name="Freeform 475">
              <a:extLst>
                <a:ext uri="{FF2B5EF4-FFF2-40B4-BE49-F238E27FC236}">
                  <a16:creationId xmlns:a16="http://schemas.microsoft.com/office/drawing/2014/main" id="{77118B05-3F93-4DF6-8922-3683DE5C8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329"/>
              <a:ext cx="51" cy="132"/>
            </a:xfrm>
            <a:custGeom>
              <a:avLst/>
              <a:gdLst>
                <a:gd name="T0" fmla="*/ 28 w 22"/>
                <a:gd name="T1" fmla="*/ 0 h 54"/>
                <a:gd name="T2" fmla="*/ 12 w 22"/>
                <a:gd name="T3" fmla="*/ 264 h 54"/>
                <a:gd name="T4" fmla="*/ 123 w 22"/>
                <a:gd name="T5" fmla="*/ 538 h 54"/>
                <a:gd name="T6" fmla="*/ 274 w 22"/>
                <a:gd name="T7" fmla="*/ 79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4">
                  <a:moveTo>
                    <a:pt x="2" y="0"/>
                  </a:moveTo>
                  <a:cubicBezTo>
                    <a:pt x="2" y="6"/>
                    <a:pt x="0" y="12"/>
                    <a:pt x="1" y="18"/>
                  </a:cubicBezTo>
                  <a:cubicBezTo>
                    <a:pt x="2" y="25"/>
                    <a:pt x="6" y="31"/>
                    <a:pt x="10" y="37"/>
                  </a:cubicBezTo>
                  <a:cubicBezTo>
                    <a:pt x="12" y="42"/>
                    <a:pt x="22" y="51"/>
                    <a:pt x="22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11" name="Freeform 476">
              <a:extLst>
                <a:ext uri="{FF2B5EF4-FFF2-40B4-BE49-F238E27FC236}">
                  <a16:creationId xmlns:a16="http://schemas.microsoft.com/office/drawing/2014/main" id="{CBADEC87-4A09-4341-B201-12C1CDBCD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387"/>
              <a:ext cx="4" cy="18"/>
            </a:xfrm>
            <a:custGeom>
              <a:avLst/>
              <a:gdLst>
                <a:gd name="T0" fmla="*/ 0 w 2"/>
                <a:gd name="T1" fmla="*/ 0 h 7"/>
                <a:gd name="T2" fmla="*/ 8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2" y="7"/>
                    <a:pt x="1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12" name="Freeform 477">
              <a:extLst>
                <a:ext uri="{FF2B5EF4-FFF2-40B4-BE49-F238E27FC236}">
                  <a16:creationId xmlns:a16="http://schemas.microsoft.com/office/drawing/2014/main" id="{34FC9E42-C589-40BB-BAAB-5DFC43538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370"/>
              <a:ext cx="14" cy="8"/>
            </a:xfrm>
            <a:custGeom>
              <a:avLst/>
              <a:gdLst>
                <a:gd name="T0" fmla="*/ 0 w 6"/>
                <a:gd name="T1" fmla="*/ 56 h 3"/>
                <a:gd name="T2" fmla="*/ 28 w 6"/>
                <a:gd name="T3" fmla="*/ 0 h 3"/>
                <a:gd name="T4" fmla="*/ 77 w 6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5" y="2"/>
                    <a:pt x="6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13" name="Freeform 478">
              <a:extLst>
                <a:ext uri="{FF2B5EF4-FFF2-40B4-BE49-F238E27FC236}">
                  <a16:creationId xmlns:a16="http://schemas.microsoft.com/office/drawing/2014/main" id="{6C40398E-BFD6-40A1-A9E9-21273745F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284"/>
              <a:ext cx="39" cy="15"/>
            </a:xfrm>
            <a:custGeom>
              <a:avLst/>
              <a:gdLst>
                <a:gd name="T0" fmla="*/ 0 w 17"/>
                <a:gd name="T1" fmla="*/ 0 h 6"/>
                <a:gd name="T2" fmla="*/ 204 w 17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5" y="1"/>
                    <a:pt x="13" y="2"/>
                    <a:pt x="17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14" name="Freeform 479">
              <a:extLst>
                <a:ext uri="{FF2B5EF4-FFF2-40B4-BE49-F238E27FC236}">
                  <a16:creationId xmlns:a16="http://schemas.microsoft.com/office/drawing/2014/main" id="{6EC64DFC-8B54-4B7E-ADF9-99E60AED6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189"/>
              <a:ext cx="23" cy="32"/>
            </a:xfrm>
            <a:custGeom>
              <a:avLst/>
              <a:gdLst>
                <a:gd name="T0" fmla="*/ 0 w 10"/>
                <a:gd name="T1" fmla="*/ 0 h 13"/>
                <a:gd name="T2" fmla="*/ 122 w 10"/>
                <a:gd name="T3" fmla="*/ 19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cubicBezTo>
                    <a:pt x="4" y="4"/>
                    <a:pt x="6" y="9"/>
                    <a:pt x="10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15" name="Freeform 480">
              <a:extLst>
                <a:ext uri="{FF2B5EF4-FFF2-40B4-BE49-F238E27FC236}">
                  <a16:creationId xmlns:a16="http://schemas.microsoft.com/office/drawing/2014/main" id="{EB3DEEF0-6719-49A4-B36B-5A2BA19FF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975"/>
              <a:ext cx="110" cy="72"/>
            </a:xfrm>
            <a:custGeom>
              <a:avLst/>
              <a:gdLst>
                <a:gd name="T0" fmla="*/ 0 w 48"/>
                <a:gd name="T1" fmla="*/ 444 h 29"/>
                <a:gd name="T2" fmla="*/ 252 w 48"/>
                <a:gd name="T3" fmla="*/ 104 h 29"/>
                <a:gd name="T4" fmla="*/ 578 w 4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9">
                  <a:moveTo>
                    <a:pt x="0" y="29"/>
                  </a:moveTo>
                  <a:cubicBezTo>
                    <a:pt x="5" y="19"/>
                    <a:pt x="10" y="12"/>
                    <a:pt x="21" y="7"/>
                  </a:cubicBezTo>
                  <a:cubicBezTo>
                    <a:pt x="30" y="2"/>
                    <a:pt x="40" y="3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ECCD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16" name="Freeform 481">
              <a:extLst>
                <a:ext uri="{FF2B5EF4-FFF2-40B4-BE49-F238E27FC236}">
                  <a16:creationId xmlns:a16="http://schemas.microsoft.com/office/drawing/2014/main" id="{5388B203-1036-46F3-8A21-1D970564C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929"/>
              <a:ext cx="83" cy="54"/>
            </a:xfrm>
            <a:custGeom>
              <a:avLst/>
              <a:gdLst>
                <a:gd name="T0" fmla="*/ 0 w 36"/>
                <a:gd name="T1" fmla="*/ 326 h 22"/>
                <a:gd name="T2" fmla="*/ 440 w 36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2">
                  <a:moveTo>
                    <a:pt x="0" y="22"/>
                  </a:moveTo>
                  <a:cubicBezTo>
                    <a:pt x="11" y="12"/>
                    <a:pt x="21" y="4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ECCD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17" name="Freeform 482">
              <a:extLst>
                <a:ext uri="{FF2B5EF4-FFF2-40B4-BE49-F238E27FC236}">
                  <a16:creationId xmlns:a16="http://schemas.microsoft.com/office/drawing/2014/main" id="{692A1161-A788-48AD-9B99-891017A91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199"/>
              <a:ext cx="21" cy="90"/>
            </a:xfrm>
            <a:custGeom>
              <a:avLst/>
              <a:gdLst>
                <a:gd name="T0" fmla="*/ 114 w 9"/>
                <a:gd name="T1" fmla="*/ 0 h 37"/>
                <a:gd name="T2" fmla="*/ 0 w 9"/>
                <a:gd name="T3" fmla="*/ 533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7">
                  <a:moveTo>
                    <a:pt x="9" y="0"/>
                  </a:moveTo>
                  <a:cubicBezTo>
                    <a:pt x="0" y="10"/>
                    <a:pt x="2" y="25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18" name="Freeform 483">
              <a:extLst>
                <a:ext uri="{FF2B5EF4-FFF2-40B4-BE49-F238E27FC236}">
                  <a16:creationId xmlns:a16="http://schemas.microsoft.com/office/drawing/2014/main" id="{AD563024-624A-4DDF-A45D-97D41D206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275"/>
              <a:ext cx="37" cy="81"/>
            </a:xfrm>
            <a:custGeom>
              <a:avLst/>
              <a:gdLst>
                <a:gd name="T0" fmla="*/ 199 w 16"/>
                <a:gd name="T1" fmla="*/ 0 h 33"/>
                <a:gd name="T2" fmla="*/ 12 w 16"/>
                <a:gd name="T3" fmla="*/ 48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3">
                  <a:moveTo>
                    <a:pt x="16" y="0"/>
                  </a:moveTo>
                  <a:cubicBezTo>
                    <a:pt x="7" y="6"/>
                    <a:pt x="0" y="22"/>
                    <a:pt x="1" y="33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19" name="Freeform 484">
              <a:extLst>
                <a:ext uri="{FF2B5EF4-FFF2-40B4-BE49-F238E27FC236}">
                  <a16:creationId xmlns:a16="http://schemas.microsoft.com/office/drawing/2014/main" id="{1F08F3D6-698A-43EB-8F24-57599E55D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056"/>
              <a:ext cx="42" cy="52"/>
            </a:xfrm>
            <a:custGeom>
              <a:avLst/>
              <a:gdLst>
                <a:gd name="T0" fmla="*/ 0 w 18"/>
                <a:gd name="T1" fmla="*/ 319 h 21"/>
                <a:gd name="T2" fmla="*/ 229 w 18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1">
                  <a:moveTo>
                    <a:pt x="0" y="21"/>
                  </a:moveTo>
                  <a:cubicBezTo>
                    <a:pt x="3" y="12"/>
                    <a:pt x="10" y="4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ECCD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20" name="Freeform 485">
              <a:extLst>
                <a:ext uri="{FF2B5EF4-FFF2-40B4-BE49-F238E27FC236}">
                  <a16:creationId xmlns:a16="http://schemas.microsoft.com/office/drawing/2014/main" id="{A6A412A9-8E25-4B63-8CD1-D2D5704F4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015"/>
              <a:ext cx="46" cy="56"/>
            </a:xfrm>
            <a:custGeom>
              <a:avLst/>
              <a:gdLst>
                <a:gd name="T0" fmla="*/ 0 w 20"/>
                <a:gd name="T1" fmla="*/ 331 h 23"/>
                <a:gd name="T2" fmla="*/ 244 w 2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3">
                  <a:moveTo>
                    <a:pt x="0" y="23"/>
                  </a:moveTo>
                  <a:cubicBezTo>
                    <a:pt x="2" y="15"/>
                    <a:pt x="11" y="2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ECCD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21" name="Freeform 486">
              <a:extLst>
                <a:ext uri="{FF2B5EF4-FFF2-40B4-BE49-F238E27FC236}">
                  <a16:creationId xmlns:a16="http://schemas.microsoft.com/office/drawing/2014/main" id="{15210AB9-C45A-4536-B134-A0A9D7C1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108"/>
              <a:ext cx="33" cy="15"/>
            </a:xfrm>
            <a:custGeom>
              <a:avLst/>
              <a:gdLst>
                <a:gd name="T0" fmla="*/ 0 w 14"/>
                <a:gd name="T1" fmla="*/ 95 h 6"/>
                <a:gd name="T2" fmla="*/ 184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5" y="4"/>
                    <a:pt x="9" y="1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ECCD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22" name="Freeform 487">
              <a:extLst>
                <a:ext uri="{FF2B5EF4-FFF2-40B4-BE49-F238E27FC236}">
                  <a16:creationId xmlns:a16="http://schemas.microsoft.com/office/drawing/2014/main" id="{E1FEDE45-D639-4CE0-881B-925AB7F65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865"/>
              <a:ext cx="65" cy="20"/>
            </a:xfrm>
            <a:custGeom>
              <a:avLst/>
              <a:gdLst>
                <a:gd name="T0" fmla="*/ 0 w 28"/>
                <a:gd name="T1" fmla="*/ 125 h 8"/>
                <a:gd name="T2" fmla="*/ 351 w 28"/>
                <a:gd name="T3" fmla="*/ 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7" y="4"/>
                    <a:pt x="21" y="0"/>
                    <a:pt x="28" y="4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23" name="Freeform 488">
              <a:extLst>
                <a:ext uri="{FF2B5EF4-FFF2-40B4-BE49-F238E27FC236}">
                  <a16:creationId xmlns:a16="http://schemas.microsoft.com/office/drawing/2014/main" id="{900D2AE0-3259-49D6-9236-23319B0A0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858"/>
              <a:ext cx="56" cy="27"/>
            </a:xfrm>
            <a:custGeom>
              <a:avLst/>
              <a:gdLst>
                <a:gd name="T0" fmla="*/ 0 w 24"/>
                <a:gd name="T1" fmla="*/ 162 h 11"/>
                <a:gd name="T2" fmla="*/ 306 w 24"/>
                <a:gd name="T3" fmla="*/ 2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7" y="5"/>
                    <a:pt x="14" y="0"/>
                    <a:pt x="24" y="2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24" name="Freeform 489">
              <a:extLst>
                <a:ext uri="{FF2B5EF4-FFF2-40B4-BE49-F238E27FC236}">
                  <a16:creationId xmlns:a16="http://schemas.microsoft.com/office/drawing/2014/main" id="{E7493521-7A56-4496-A748-B4CB1CED5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868"/>
              <a:ext cx="78" cy="29"/>
            </a:xfrm>
            <a:custGeom>
              <a:avLst/>
              <a:gdLst>
                <a:gd name="T0" fmla="*/ 0 w 34"/>
                <a:gd name="T1" fmla="*/ 169 h 12"/>
                <a:gd name="T2" fmla="*/ 411 w 34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2">
                  <a:moveTo>
                    <a:pt x="0" y="12"/>
                  </a:moveTo>
                  <a:cubicBezTo>
                    <a:pt x="9" y="5"/>
                    <a:pt x="21" y="0"/>
                    <a:pt x="34" y="1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25" name="Freeform 490">
              <a:extLst>
                <a:ext uri="{FF2B5EF4-FFF2-40B4-BE49-F238E27FC236}">
                  <a16:creationId xmlns:a16="http://schemas.microsoft.com/office/drawing/2014/main" id="{04C48F84-FA45-42C0-B0B0-786BF47D2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850"/>
              <a:ext cx="67" cy="30"/>
            </a:xfrm>
            <a:custGeom>
              <a:avLst/>
              <a:gdLst>
                <a:gd name="T0" fmla="*/ 0 w 29"/>
                <a:gd name="T1" fmla="*/ 188 h 12"/>
                <a:gd name="T2" fmla="*/ 358 w 2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0" y="12"/>
                  </a:moveTo>
                  <a:cubicBezTo>
                    <a:pt x="10" y="5"/>
                    <a:pt x="17" y="1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26" name="Freeform 491">
              <a:extLst>
                <a:ext uri="{FF2B5EF4-FFF2-40B4-BE49-F238E27FC236}">
                  <a16:creationId xmlns:a16="http://schemas.microsoft.com/office/drawing/2014/main" id="{6F081B6B-FC7C-4695-B05F-BC1087E95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06"/>
              <a:ext cx="59" cy="13"/>
            </a:xfrm>
            <a:custGeom>
              <a:avLst/>
              <a:gdLst>
                <a:gd name="T0" fmla="*/ 0 w 26"/>
                <a:gd name="T1" fmla="*/ 34 h 5"/>
                <a:gd name="T2" fmla="*/ 304 w 2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2"/>
                  </a:moveTo>
                  <a:cubicBezTo>
                    <a:pt x="9" y="0"/>
                    <a:pt x="18" y="2"/>
                    <a:pt x="26" y="5"/>
                  </a:cubicBezTo>
                </a:path>
              </a:pathLst>
            </a:custGeom>
            <a:noFill/>
            <a:ln w="7938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27" name="Freeform 492">
              <a:extLst>
                <a:ext uri="{FF2B5EF4-FFF2-40B4-BE49-F238E27FC236}">
                  <a16:creationId xmlns:a16="http://schemas.microsoft.com/office/drawing/2014/main" id="{7F01ADC5-2364-47BE-BEE5-9805D8FF4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811"/>
              <a:ext cx="58" cy="15"/>
            </a:xfrm>
            <a:custGeom>
              <a:avLst/>
              <a:gdLst>
                <a:gd name="T0" fmla="*/ 0 w 25"/>
                <a:gd name="T1" fmla="*/ 95 h 6"/>
                <a:gd name="T2" fmla="*/ 313 w 25"/>
                <a:gd name="T3" fmla="*/ 6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7" y="3"/>
                    <a:pt x="18" y="0"/>
                    <a:pt x="25" y="4"/>
                  </a:cubicBezTo>
                </a:path>
              </a:pathLst>
            </a:custGeom>
            <a:noFill/>
            <a:ln w="7938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28" name="Freeform 493">
              <a:extLst>
                <a:ext uri="{FF2B5EF4-FFF2-40B4-BE49-F238E27FC236}">
                  <a16:creationId xmlns:a16="http://schemas.microsoft.com/office/drawing/2014/main" id="{FC58F225-8499-466E-B0C8-8468A37CE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904"/>
              <a:ext cx="60" cy="37"/>
            </a:xfrm>
            <a:custGeom>
              <a:avLst/>
              <a:gdLst>
                <a:gd name="T0" fmla="*/ 0 w 26"/>
                <a:gd name="T1" fmla="*/ 224 h 15"/>
                <a:gd name="T2" fmla="*/ 318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5"/>
                  </a:moveTo>
                  <a:cubicBezTo>
                    <a:pt x="6" y="6"/>
                    <a:pt x="16" y="1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ECCD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29" name="Freeform 494">
              <a:extLst>
                <a:ext uri="{FF2B5EF4-FFF2-40B4-BE49-F238E27FC236}">
                  <a16:creationId xmlns:a16="http://schemas.microsoft.com/office/drawing/2014/main" id="{F7653F9E-638D-45C9-93BB-2CACD8904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931"/>
              <a:ext cx="81" cy="67"/>
            </a:xfrm>
            <a:custGeom>
              <a:avLst/>
              <a:gdLst>
                <a:gd name="T0" fmla="*/ 0 w 35"/>
                <a:gd name="T1" fmla="*/ 412 h 27"/>
                <a:gd name="T2" fmla="*/ 433 w 3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7">
                  <a:moveTo>
                    <a:pt x="0" y="27"/>
                  </a:moveTo>
                  <a:cubicBezTo>
                    <a:pt x="3" y="13"/>
                    <a:pt x="23" y="3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ECCD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30" name="Freeform 495">
              <a:extLst>
                <a:ext uri="{FF2B5EF4-FFF2-40B4-BE49-F238E27FC236}">
                  <a16:creationId xmlns:a16="http://schemas.microsoft.com/office/drawing/2014/main" id="{0977E184-924B-44BC-8CCE-63013F7BA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066"/>
              <a:ext cx="55" cy="142"/>
            </a:xfrm>
            <a:custGeom>
              <a:avLst/>
              <a:gdLst>
                <a:gd name="T0" fmla="*/ 289 w 24"/>
                <a:gd name="T1" fmla="*/ 0 h 58"/>
                <a:gd name="T2" fmla="*/ 94 w 24"/>
                <a:gd name="T3" fmla="*/ 497 h 58"/>
                <a:gd name="T4" fmla="*/ 11 w 24"/>
                <a:gd name="T5" fmla="*/ 85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8">
                  <a:moveTo>
                    <a:pt x="24" y="0"/>
                  </a:moveTo>
                  <a:cubicBezTo>
                    <a:pt x="14" y="10"/>
                    <a:pt x="13" y="23"/>
                    <a:pt x="8" y="34"/>
                  </a:cubicBezTo>
                  <a:cubicBezTo>
                    <a:pt x="5" y="42"/>
                    <a:pt x="0" y="49"/>
                    <a:pt x="1" y="58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31" name="Freeform 496">
              <a:extLst>
                <a:ext uri="{FF2B5EF4-FFF2-40B4-BE49-F238E27FC236}">
                  <a16:creationId xmlns:a16="http://schemas.microsoft.com/office/drawing/2014/main" id="{FED4A14B-68C8-40F5-AEBB-76661C231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338"/>
              <a:ext cx="7" cy="81"/>
            </a:xfrm>
            <a:custGeom>
              <a:avLst/>
              <a:gdLst>
                <a:gd name="T0" fmla="*/ 37 w 3"/>
                <a:gd name="T1" fmla="*/ 0 h 33"/>
                <a:gd name="T2" fmla="*/ 37 w 3"/>
                <a:gd name="T3" fmla="*/ 48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3" y="0"/>
                  </a:moveTo>
                  <a:cubicBezTo>
                    <a:pt x="0" y="11"/>
                    <a:pt x="1" y="22"/>
                    <a:pt x="3" y="33"/>
                  </a:cubicBezTo>
                </a:path>
              </a:pathLst>
            </a:custGeom>
            <a:noFill/>
            <a:ln w="7938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32" name="Freeform 497">
              <a:extLst>
                <a:ext uri="{FF2B5EF4-FFF2-40B4-BE49-F238E27FC236}">
                  <a16:creationId xmlns:a16="http://schemas.microsoft.com/office/drawing/2014/main" id="{5AD6FA21-15F2-4BF8-A44E-9AF3F27CE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405"/>
              <a:ext cx="9" cy="56"/>
            </a:xfrm>
            <a:custGeom>
              <a:avLst/>
              <a:gdLst>
                <a:gd name="T0" fmla="*/ 45 w 4"/>
                <a:gd name="T1" fmla="*/ 0 h 23"/>
                <a:gd name="T2" fmla="*/ 0 w 4"/>
                <a:gd name="T3" fmla="*/ 33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4" y="0"/>
                  </a:moveTo>
                  <a:cubicBezTo>
                    <a:pt x="0" y="7"/>
                    <a:pt x="0" y="16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33" name="Freeform 498">
              <a:extLst>
                <a:ext uri="{FF2B5EF4-FFF2-40B4-BE49-F238E27FC236}">
                  <a16:creationId xmlns:a16="http://schemas.microsoft.com/office/drawing/2014/main" id="{24B41B35-991D-4573-B4EA-865E46D76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961"/>
              <a:ext cx="53" cy="68"/>
            </a:xfrm>
            <a:custGeom>
              <a:avLst/>
              <a:gdLst>
                <a:gd name="T0" fmla="*/ 0 w 23"/>
                <a:gd name="T1" fmla="*/ 401 h 28"/>
                <a:gd name="T2" fmla="*/ 281 w 2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0" y="28"/>
                  </a:moveTo>
                  <a:cubicBezTo>
                    <a:pt x="3" y="15"/>
                    <a:pt x="14" y="8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34" name="Freeform 499">
              <a:extLst>
                <a:ext uri="{FF2B5EF4-FFF2-40B4-BE49-F238E27FC236}">
                  <a16:creationId xmlns:a16="http://schemas.microsoft.com/office/drawing/2014/main" id="{1D89F46B-A683-4C11-84EB-FEFB76953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909"/>
              <a:ext cx="59" cy="66"/>
            </a:xfrm>
            <a:custGeom>
              <a:avLst/>
              <a:gdLst>
                <a:gd name="T0" fmla="*/ 0 w 26"/>
                <a:gd name="T1" fmla="*/ 394 h 27"/>
                <a:gd name="T2" fmla="*/ 304 w 2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7">
                  <a:moveTo>
                    <a:pt x="0" y="27"/>
                  </a:moveTo>
                  <a:cubicBezTo>
                    <a:pt x="1" y="17"/>
                    <a:pt x="16" y="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35" name="Freeform 500">
              <a:extLst>
                <a:ext uri="{FF2B5EF4-FFF2-40B4-BE49-F238E27FC236}">
                  <a16:creationId xmlns:a16="http://schemas.microsoft.com/office/drawing/2014/main" id="{326B9B01-4F16-4802-B2A6-86A14CA32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784"/>
              <a:ext cx="97" cy="35"/>
            </a:xfrm>
            <a:custGeom>
              <a:avLst/>
              <a:gdLst>
                <a:gd name="T0" fmla="*/ 0 w 42"/>
                <a:gd name="T1" fmla="*/ 220 h 14"/>
                <a:gd name="T2" fmla="*/ 517 w 42"/>
                <a:gd name="T3" fmla="*/ 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14"/>
                  </a:moveTo>
                  <a:cubicBezTo>
                    <a:pt x="7" y="4"/>
                    <a:pt x="31" y="0"/>
                    <a:pt x="42" y="1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36" name="Freeform 501">
              <a:extLst>
                <a:ext uri="{FF2B5EF4-FFF2-40B4-BE49-F238E27FC236}">
                  <a16:creationId xmlns:a16="http://schemas.microsoft.com/office/drawing/2014/main" id="{9B329A17-788B-46C9-8AEB-B3E00B6D8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770"/>
              <a:ext cx="113" cy="27"/>
            </a:xfrm>
            <a:custGeom>
              <a:avLst/>
              <a:gdLst>
                <a:gd name="T0" fmla="*/ 0 w 49"/>
                <a:gd name="T1" fmla="*/ 162 h 11"/>
                <a:gd name="T2" fmla="*/ 602 w 4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1">
                  <a:moveTo>
                    <a:pt x="0" y="11"/>
                  </a:moveTo>
                  <a:cubicBezTo>
                    <a:pt x="14" y="1"/>
                    <a:pt x="31" y="0"/>
                    <a:pt x="49" y="0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37" name="Freeform 502">
              <a:extLst>
                <a:ext uri="{FF2B5EF4-FFF2-40B4-BE49-F238E27FC236}">
                  <a16:creationId xmlns:a16="http://schemas.microsoft.com/office/drawing/2014/main" id="{C23EF340-210B-40FE-84A7-CCD2302ED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765"/>
              <a:ext cx="48" cy="12"/>
            </a:xfrm>
            <a:custGeom>
              <a:avLst/>
              <a:gdLst>
                <a:gd name="T0" fmla="*/ 0 w 21"/>
                <a:gd name="T1" fmla="*/ 70 h 5"/>
                <a:gd name="T2" fmla="*/ 251 w 2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6" y="1"/>
                    <a:pt x="14" y="0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38" name="Freeform 503">
              <a:extLst>
                <a:ext uri="{FF2B5EF4-FFF2-40B4-BE49-F238E27FC236}">
                  <a16:creationId xmlns:a16="http://schemas.microsoft.com/office/drawing/2014/main" id="{9CFB8B96-59F3-4306-93AD-2BEFE88FC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1706"/>
              <a:ext cx="74" cy="7"/>
            </a:xfrm>
            <a:custGeom>
              <a:avLst/>
              <a:gdLst>
                <a:gd name="T0" fmla="*/ 0 w 32"/>
                <a:gd name="T1" fmla="*/ 37 h 3"/>
                <a:gd name="T2" fmla="*/ 395 w 3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">
                  <a:moveTo>
                    <a:pt x="0" y="3"/>
                  </a:moveTo>
                  <a:cubicBezTo>
                    <a:pt x="10" y="0"/>
                    <a:pt x="22" y="0"/>
                    <a:pt x="32" y="3"/>
                  </a:cubicBezTo>
                </a:path>
              </a:pathLst>
            </a:custGeom>
            <a:noFill/>
            <a:ln w="7938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39" name="Freeform 504">
              <a:extLst>
                <a:ext uri="{FF2B5EF4-FFF2-40B4-BE49-F238E27FC236}">
                  <a16:creationId xmlns:a16="http://schemas.microsoft.com/office/drawing/2014/main" id="{19EAFA1D-0A34-46F5-94CC-E04B24CD7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708"/>
              <a:ext cx="62" cy="12"/>
            </a:xfrm>
            <a:custGeom>
              <a:avLst/>
              <a:gdLst>
                <a:gd name="T0" fmla="*/ 0 w 27"/>
                <a:gd name="T1" fmla="*/ 41 h 5"/>
                <a:gd name="T2" fmla="*/ 326 w 27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3"/>
                  </a:moveTo>
                  <a:cubicBezTo>
                    <a:pt x="9" y="0"/>
                    <a:pt x="21" y="2"/>
                    <a:pt x="27" y="5"/>
                  </a:cubicBezTo>
                </a:path>
              </a:pathLst>
            </a:custGeom>
            <a:noFill/>
            <a:ln w="7938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40" name="Freeform 505">
              <a:extLst>
                <a:ext uri="{FF2B5EF4-FFF2-40B4-BE49-F238E27FC236}">
                  <a16:creationId xmlns:a16="http://schemas.microsoft.com/office/drawing/2014/main" id="{EEA1FEE3-7D6C-44C8-BD22-84C7D00F7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804"/>
              <a:ext cx="76" cy="44"/>
            </a:xfrm>
            <a:custGeom>
              <a:avLst/>
              <a:gdLst>
                <a:gd name="T0" fmla="*/ 0 w 33"/>
                <a:gd name="T1" fmla="*/ 264 h 18"/>
                <a:gd name="T2" fmla="*/ 403 w 3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8">
                  <a:moveTo>
                    <a:pt x="0" y="18"/>
                  </a:moveTo>
                  <a:cubicBezTo>
                    <a:pt x="9" y="10"/>
                    <a:pt x="23" y="0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41" name="Freeform 506">
              <a:extLst>
                <a:ext uri="{FF2B5EF4-FFF2-40B4-BE49-F238E27FC236}">
                  <a16:creationId xmlns:a16="http://schemas.microsoft.com/office/drawing/2014/main" id="{05FBDC60-2B6A-4737-8C8F-00A58B72D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846"/>
              <a:ext cx="55" cy="22"/>
            </a:xfrm>
            <a:custGeom>
              <a:avLst/>
              <a:gdLst>
                <a:gd name="T0" fmla="*/ 0 w 24"/>
                <a:gd name="T1" fmla="*/ 132 h 9"/>
                <a:gd name="T2" fmla="*/ 289 w 24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9"/>
                  </a:moveTo>
                  <a:cubicBezTo>
                    <a:pt x="7" y="4"/>
                    <a:pt x="15" y="0"/>
                    <a:pt x="24" y="1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42" name="Freeform 507">
              <a:extLst>
                <a:ext uri="{FF2B5EF4-FFF2-40B4-BE49-F238E27FC236}">
                  <a16:creationId xmlns:a16="http://schemas.microsoft.com/office/drawing/2014/main" id="{F19829A5-59D8-4E46-9E48-2B1D39424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755"/>
              <a:ext cx="41" cy="19"/>
            </a:xfrm>
            <a:custGeom>
              <a:avLst/>
              <a:gdLst>
                <a:gd name="T0" fmla="*/ 0 w 18"/>
                <a:gd name="T1" fmla="*/ 107 h 8"/>
                <a:gd name="T2" fmla="*/ 212 w 1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8"/>
                  </a:moveTo>
                  <a:cubicBezTo>
                    <a:pt x="5" y="3"/>
                    <a:pt x="12" y="2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43" name="Freeform 508">
              <a:extLst>
                <a:ext uri="{FF2B5EF4-FFF2-40B4-BE49-F238E27FC236}">
                  <a16:creationId xmlns:a16="http://schemas.microsoft.com/office/drawing/2014/main" id="{F6F67FCF-C521-4DC6-90F5-D113D22B7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32"/>
              <a:ext cx="55" cy="25"/>
            </a:xfrm>
            <a:custGeom>
              <a:avLst/>
              <a:gdLst>
                <a:gd name="T0" fmla="*/ 0 w 24"/>
                <a:gd name="T1" fmla="*/ 158 h 10"/>
                <a:gd name="T2" fmla="*/ 289 w 24"/>
                <a:gd name="T3" fmla="*/ 2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10"/>
                  </a:moveTo>
                  <a:cubicBezTo>
                    <a:pt x="5" y="5"/>
                    <a:pt x="14" y="0"/>
                    <a:pt x="24" y="1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44" name="Freeform 509">
              <a:extLst>
                <a:ext uri="{FF2B5EF4-FFF2-40B4-BE49-F238E27FC236}">
                  <a16:creationId xmlns:a16="http://schemas.microsoft.com/office/drawing/2014/main" id="{4B81F50F-4D4C-4CCA-BFAF-AA793D1B2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652"/>
              <a:ext cx="60" cy="27"/>
            </a:xfrm>
            <a:custGeom>
              <a:avLst/>
              <a:gdLst>
                <a:gd name="T0" fmla="*/ 0 w 26"/>
                <a:gd name="T1" fmla="*/ 162 h 11"/>
                <a:gd name="T2" fmla="*/ 318 w 26"/>
                <a:gd name="T3" fmla="*/ 4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7" y="5"/>
                    <a:pt x="18" y="0"/>
                    <a:pt x="26" y="3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45" name="Freeform 510">
              <a:extLst>
                <a:ext uri="{FF2B5EF4-FFF2-40B4-BE49-F238E27FC236}">
                  <a16:creationId xmlns:a16="http://schemas.microsoft.com/office/drawing/2014/main" id="{52D0E673-259D-4128-90ED-10B6B3697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620"/>
              <a:ext cx="67" cy="47"/>
            </a:xfrm>
            <a:custGeom>
              <a:avLst/>
              <a:gdLst>
                <a:gd name="T0" fmla="*/ 0 w 29"/>
                <a:gd name="T1" fmla="*/ 287 h 19"/>
                <a:gd name="T2" fmla="*/ 358 w 2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9">
                  <a:moveTo>
                    <a:pt x="0" y="19"/>
                  </a:moveTo>
                  <a:cubicBezTo>
                    <a:pt x="5" y="8"/>
                    <a:pt x="18" y="4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46" name="Freeform 511">
              <a:extLst>
                <a:ext uri="{FF2B5EF4-FFF2-40B4-BE49-F238E27FC236}">
                  <a16:creationId xmlns:a16="http://schemas.microsoft.com/office/drawing/2014/main" id="{7490F33B-AE79-4255-8637-F56742B9A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595"/>
              <a:ext cx="39" cy="42"/>
            </a:xfrm>
            <a:custGeom>
              <a:avLst/>
              <a:gdLst>
                <a:gd name="T0" fmla="*/ 0 w 17"/>
                <a:gd name="T1" fmla="*/ 257 h 17"/>
                <a:gd name="T2" fmla="*/ 204 w 1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3" y="8"/>
                    <a:pt x="8" y="3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47" name="Freeform 512">
              <a:extLst>
                <a:ext uri="{FF2B5EF4-FFF2-40B4-BE49-F238E27FC236}">
                  <a16:creationId xmlns:a16="http://schemas.microsoft.com/office/drawing/2014/main" id="{60020E55-0DF8-4CC3-BA4C-DF57DB9D6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774"/>
              <a:ext cx="37" cy="47"/>
            </a:xfrm>
            <a:custGeom>
              <a:avLst/>
              <a:gdLst>
                <a:gd name="T0" fmla="*/ 0 w 16"/>
                <a:gd name="T1" fmla="*/ 287 h 19"/>
                <a:gd name="T2" fmla="*/ 199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cubicBezTo>
                    <a:pt x="3" y="11"/>
                    <a:pt x="9" y="4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48" name="Freeform 513">
              <a:extLst>
                <a:ext uri="{FF2B5EF4-FFF2-40B4-BE49-F238E27FC236}">
                  <a16:creationId xmlns:a16="http://schemas.microsoft.com/office/drawing/2014/main" id="{4B7290DD-7FC0-4384-A360-43CDF3E19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917"/>
              <a:ext cx="30" cy="36"/>
            </a:xfrm>
            <a:custGeom>
              <a:avLst/>
              <a:gdLst>
                <a:gd name="T0" fmla="*/ 0 w 13"/>
                <a:gd name="T1" fmla="*/ 206 h 15"/>
                <a:gd name="T2" fmla="*/ 159 w 1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15"/>
                  </a:moveTo>
                  <a:cubicBezTo>
                    <a:pt x="2" y="8"/>
                    <a:pt x="7" y="4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49" name="Freeform 514">
              <a:extLst>
                <a:ext uri="{FF2B5EF4-FFF2-40B4-BE49-F238E27FC236}">
                  <a16:creationId xmlns:a16="http://schemas.microsoft.com/office/drawing/2014/main" id="{803EBB5C-F178-4A88-9995-71F3013C8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826"/>
              <a:ext cx="50" cy="24"/>
            </a:xfrm>
            <a:custGeom>
              <a:avLst/>
              <a:gdLst>
                <a:gd name="T0" fmla="*/ 0 w 22"/>
                <a:gd name="T1" fmla="*/ 139 h 10"/>
                <a:gd name="T2" fmla="*/ 259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cubicBezTo>
                    <a:pt x="5" y="4"/>
                    <a:pt x="14" y="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50" name="Freeform 515">
              <a:extLst>
                <a:ext uri="{FF2B5EF4-FFF2-40B4-BE49-F238E27FC236}">
                  <a16:creationId xmlns:a16="http://schemas.microsoft.com/office/drawing/2014/main" id="{3230A0D9-3CF0-4661-A877-E194A294E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081"/>
              <a:ext cx="23" cy="88"/>
            </a:xfrm>
            <a:custGeom>
              <a:avLst/>
              <a:gdLst>
                <a:gd name="T0" fmla="*/ 122 w 10"/>
                <a:gd name="T1" fmla="*/ 0 h 36"/>
                <a:gd name="T2" fmla="*/ 48 w 10"/>
                <a:gd name="T3" fmla="*/ 352 h 36"/>
                <a:gd name="T4" fmla="*/ 0 w 10"/>
                <a:gd name="T5" fmla="*/ 52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6">
                  <a:moveTo>
                    <a:pt x="10" y="0"/>
                  </a:moveTo>
                  <a:cubicBezTo>
                    <a:pt x="4" y="7"/>
                    <a:pt x="6" y="16"/>
                    <a:pt x="4" y="24"/>
                  </a:cubicBezTo>
                  <a:cubicBezTo>
                    <a:pt x="3" y="28"/>
                    <a:pt x="0" y="31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51" name="Freeform 516">
              <a:extLst>
                <a:ext uri="{FF2B5EF4-FFF2-40B4-BE49-F238E27FC236}">
                  <a16:creationId xmlns:a16="http://schemas.microsoft.com/office/drawing/2014/main" id="{7EEB8691-96AA-4DEB-A067-256986EA0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169"/>
              <a:ext cx="21" cy="108"/>
            </a:xfrm>
            <a:custGeom>
              <a:avLst/>
              <a:gdLst>
                <a:gd name="T0" fmla="*/ 114 w 9"/>
                <a:gd name="T1" fmla="*/ 0 h 44"/>
                <a:gd name="T2" fmla="*/ 0 w 9"/>
                <a:gd name="T3" fmla="*/ 65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4">
                  <a:moveTo>
                    <a:pt x="9" y="0"/>
                  </a:moveTo>
                  <a:cubicBezTo>
                    <a:pt x="1" y="12"/>
                    <a:pt x="0" y="30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52" name="Freeform 517">
              <a:extLst>
                <a:ext uri="{FF2B5EF4-FFF2-40B4-BE49-F238E27FC236}">
                  <a16:creationId xmlns:a16="http://schemas.microsoft.com/office/drawing/2014/main" id="{C36A89A3-D7B6-4DC2-BD1E-6DFEC6699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272"/>
              <a:ext cx="14" cy="66"/>
            </a:xfrm>
            <a:custGeom>
              <a:avLst/>
              <a:gdLst>
                <a:gd name="T0" fmla="*/ 77 w 6"/>
                <a:gd name="T1" fmla="*/ 0 h 27"/>
                <a:gd name="T2" fmla="*/ 0 w 6"/>
                <a:gd name="T3" fmla="*/ 3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6" y="0"/>
                  </a:moveTo>
                  <a:cubicBezTo>
                    <a:pt x="1" y="8"/>
                    <a:pt x="0" y="18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53" name="Freeform 518">
              <a:extLst>
                <a:ext uri="{FF2B5EF4-FFF2-40B4-BE49-F238E27FC236}">
                  <a16:creationId xmlns:a16="http://schemas.microsoft.com/office/drawing/2014/main" id="{2E949AB8-B259-4F95-A8A5-CBD8EF0F1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061"/>
              <a:ext cx="9" cy="71"/>
            </a:xfrm>
            <a:custGeom>
              <a:avLst/>
              <a:gdLst>
                <a:gd name="T0" fmla="*/ 45 w 4"/>
                <a:gd name="T1" fmla="*/ 0 h 29"/>
                <a:gd name="T2" fmla="*/ 25 w 4"/>
                <a:gd name="T3" fmla="*/ 42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4" y="0"/>
                  </a:moveTo>
                  <a:cubicBezTo>
                    <a:pt x="1" y="7"/>
                    <a:pt x="0" y="21"/>
                    <a:pt x="2" y="29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54" name="Freeform 519">
              <a:extLst>
                <a:ext uri="{FF2B5EF4-FFF2-40B4-BE49-F238E27FC236}">
                  <a16:creationId xmlns:a16="http://schemas.microsoft.com/office/drawing/2014/main" id="{5C245F42-5E19-4DB5-A6BA-B1802DADF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113"/>
              <a:ext cx="18" cy="56"/>
            </a:xfrm>
            <a:custGeom>
              <a:avLst/>
              <a:gdLst>
                <a:gd name="T0" fmla="*/ 92 w 8"/>
                <a:gd name="T1" fmla="*/ 0 h 23"/>
                <a:gd name="T2" fmla="*/ 45 w 8"/>
                <a:gd name="T3" fmla="*/ 33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8" y="0"/>
                  </a:moveTo>
                  <a:cubicBezTo>
                    <a:pt x="5" y="7"/>
                    <a:pt x="0" y="16"/>
                    <a:pt x="4" y="23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55" name="Freeform 520">
              <a:extLst>
                <a:ext uri="{FF2B5EF4-FFF2-40B4-BE49-F238E27FC236}">
                  <a16:creationId xmlns:a16="http://schemas.microsoft.com/office/drawing/2014/main" id="{0454575E-43BE-445B-B921-1F03ED5A0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895"/>
              <a:ext cx="16" cy="61"/>
            </a:xfrm>
            <a:custGeom>
              <a:avLst/>
              <a:gdLst>
                <a:gd name="T0" fmla="*/ 85 w 7"/>
                <a:gd name="T1" fmla="*/ 0 h 25"/>
                <a:gd name="T2" fmla="*/ 11 w 7"/>
                <a:gd name="T3" fmla="*/ 36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7" y="0"/>
                  </a:moveTo>
                  <a:cubicBezTo>
                    <a:pt x="2" y="7"/>
                    <a:pt x="0" y="17"/>
                    <a:pt x="1" y="25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56" name="Freeform 521">
              <a:extLst>
                <a:ext uri="{FF2B5EF4-FFF2-40B4-BE49-F238E27FC236}">
                  <a16:creationId xmlns:a16="http://schemas.microsoft.com/office/drawing/2014/main" id="{ECBEA1DC-91CF-495E-AD55-3393C6270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689"/>
              <a:ext cx="30" cy="36"/>
            </a:xfrm>
            <a:custGeom>
              <a:avLst/>
              <a:gdLst>
                <a:gd name="T0" fmla="*/ 0 w 13"/>
                <a:gd name="T1" fmla="*/ 206 h 15"/>
                <a:gd name="T2" fmla="*/ 159 w 1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15"/>
                  </a:moveTo>
                  <a:cubicBezTo>
                    <a:pt x="2" y="9"/>
                    <a:pt x="9" y="5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57" name="Freeform 522">
              <a:extLst>
                <a:ext uri="{FF2B5EF4-FFF2-40B4-BE49-F238E27FC236}">
                  <a16:creationId xmlns:a16="http://schemas.microsoft.com/office/drawing/2014/main" id="{07B53609-139C-42BC-815B-C1DCB42D2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828"/>
              <a:ext cx="14" cy="15"/>
            </a:xfrm>
            <a:custGeom>
              <a:avLst/>
              <a:gdLst>
                <a:gd name="T0" fmla="*/ 0 w 6"/>
                <a:gd name="T1" fmla="*/ 95 h 6"/>
                <a:gd name="T2" fmla="*/ 77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4"/>
                    <a:pt x="3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58" name="Freeform 523">
              <a:extLst>
                <a:ext uri="{FF2B5EF4-FFF2-40B4-BE49-F238E27FC236}">
                  <a16:creationId xmlns:a16="http://schemas.microsoft.com/office/drawing/2014/main" id="{BAB100DA-E06A-4583-B0CF-00E82227E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809"/>
              <a:ext cx="14" cy="29"/>
            </a:xfrm>
            <a:custGeom>
              <a:avLst/>
              <a:gdLst>
                <a:gd name="T0" fmla="*/ 0 w 6"/>
                <a:gd name="T1" fmla="*/ 169 h 12"/>
                <a:gd name="T2" fmla="*/ 77 w 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0" y="12"/>
                  </a:moveTo>
                  <a:cubicBezTo>
                    <a:pt x="0" y="7"/>
                    <a:pt x="2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59" name="Freeform 524">
              <a:extLst>
                <a:ext uri="{FF2B5EF4-FFF2-40B4-BE49-F238E27FC236}">
                  <a16:creationId xmlns:a16="http://schemas.microsoft.com/office/drawing/2014/main" id="{3303FC05-BB8A-46CC-A2F7-D291785EC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309"/>
              <a:ext cx="2" cy="20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2"/>
                    <a:pt x="0" y="5"/>
                    <a:pt x="1" y="8"/>
                  </a:cubicBezTo>
                </a:path>
              </a:pathLst>
            </a:custGeom>
            <a:noFill/>
            <a:ln w="7938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60" name="Freeform 525">
              <a:extLst>
                <a:ext uri="{FF2B5EF4-FFF2-40B4-BE49-F238E27FC236}">
                  <a16:creationId xmlns:a16="http://schemas.microsoft.com/office/drawing/2014/main" id="{9B33576F-C416-428C-BA52-3F6D66204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199"/>
              <a:ext cx="17" cy="2"/>
            </a:xfrm>
            <a:custGeom>
              <a:avLst/>
              <a:gdLst>
                <a:gd name="T0" fmla="*/ 0 w 7"/>
                <a:gd name="T1" fmla="*/ 8 h 1"/>
                <a:gd name="T2" fmla="*/ 100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3" y="1"/>
                    <a:pt x="6" y="0"/>
                    <a:pt x="7" y="1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61" name="Freeform 526">
              <a:extLst>
                <a:ext uri="{FF2B5EF4-FFF2-40B4-BE49-F238E27FC236}">
                  <a16:creationId xmlns:a16="http://schemas.microsoft.com/office/drawing/2014/main" id="{5F84CD35-283F-48EC-AEFC-260B68DFB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167"/>
              <a:ext cx="7" cy="12"/>
            </a:xfrm>
            <a:custGeom>
              <a:avLst/>
              <a:gdLst>
                <a:gd name="T0" fmla="*/ 37 w 3"/>
                <a:gd name="T1" fmla="*/ 70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62" name="Freeform 527">
              <a:extLst>
                <a:ext uri="{FF2B5EF4-FFF2-40B4-BE49-F238E27FC236}">
                  <a16:creationId xmlns:a16="http://schemas.microsoft.com/office/drawing/2014/main" id="{55C5CFC9-828D-4C1E-A296-2E79A5B17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086"/>
              <a:ext cx="23" cy="7"/>
            </a:xfrm>
            <a:custGeom>
              <a:avLst/>
              <a:gdLst>
                <a:gd name="T0" fmla="*/ 0 w 10"/>
                <a:gd name="T1" fmla="*/ 0 h 3"/>
                <a:gd name="T2" fmla="*/ 122 w 10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3" y="1"/>
                    <a:pt x="7" y="2"/>
                    <a:pt x="10" y="3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63" name="Freeform 528">
              <a:extLst>
                <a:ext uri="{FF2B5EF4-FFF2-40B4-BE49-F238E27FC236}">
                  <a16:creationId xmlns:a16="http://schemas.microsoft.com/office/drawing/2014/main" id="{5E584843-F5DC-4495-9266-95BD8E746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017"/>
              <a:ext cx="14" cy="5"/>
            </a:xfrm>
            <a:custGeom>
              <a:avLst/>
              <a:gdLst>
                <a:gd name="T0" fmla="*/ 77 w 6"/>
                <a:gd name="T1" fmla="*/ 33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2"/>
                    <a:pt x="0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64" name="Freeform 529">
              <a:extLst>
                <a:ext uri="{FF2B5EF4-FFF2-40B4-BE49-F238E27FC236}">
                  <a16:creationId xmlns:a16="http://schemas.microsoft.com/office/drawing/2014/main" id="{D851B0A1-D4FA-4EC6-8952-0E25F44AD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113"/>
              <a:ext cx="11" cy="17"/>
            </a:xfrm>
            <a:custGeom>
              <a:avLst/>
              <a:gdLst>
                <a:gd name="T0" fmla="*/ 0 w 5"/>
                <a:gd name="T1" fmla="*/ 0 h 7"/>
                <a:gd name="T2" fmla="*/ 53 w 5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3"/>
                    <a:pt x="3" y="6"/>
                    <a:pt x="5" y="7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65" name="Freeform 530">
              <a:extLst>
                <a:ext uri="{FF2B5EF4-FFF2-40B4-BE49-F238E27FC236}">
                  <a16:creationId xmlns:a16="http://schemas.microsoft.com/office/drawing/2014/main" id="{4FEA26E5-27E1-44D7-807D-D2D49DB96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41"/>
              <a:ext cx="25" cy="10"/>
            </a:xfrm>
            <a:custGeom>
              <a:avLst/>
              <a:gdLst>
                <a:gd name="T0" fmla="*/ 0 w 11"/>
                <a:gd name="T1" fmla="*/ 63 h 4"/>
                <a:gd name="T2" fmla="*/ 130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3"/>
                    <a:pt x="7" y="0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66" name="Freeform 531">
              <a:extLst>
                <a:ext uri="{FF2B5EF4-FFF2-40B4-BE49-F238E27FC236}">
                  <a16:creationId xmlns:a16="http://schemas.microsoft.com/office/drawing/2014/main" id="{5020DE3C-F97F-4456-A3F3-DB9BFFC6A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774"/>
              <a:ext cx="9" cy="15"/>
            </a:xfrm>
            <a:custGeom>
              <a:avLst/>
              <a:gdLst>
                <a:gd name="T0" fmla="*/ 0 w 4"/>
                <a:gd name="T1" fmla="*/ 0 h 6"/>
                <a:gd name="T2" fmla="*/ 45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2"/>
                    <a:pt x="2" y="5"/>
                    <a:pt x="4" y="6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67" name="Freeform 532">
              <a:extLst>
                <a:ext uri="{FF2B5EF4-FFF2-40B4-BE49-F238E27FC236}">
                  <a16:creationId xmlns:a16="http://schemas.microsoft.com/office/drawing/2014/main" id="{39880DFE-A972-4FFE-992D-FBDA26189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649"/>
              <a:ext cx="23" cy="18"/>
            </a:xfrm>
            <a:custGeom>
              <a:avLst/>
              <a:gdLst>
                <a:gd name="T0" fmla="*/ 0 w 10"/>
                <a:gd name="T1" fmla="*/ 0 h 7"/>
                <a:gd name="T2" fmla="*/ 122 w 10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3" y="3"/>
                    <a:pt x="7" y="4"/>
                    <a:pt x="10" y="7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68" name="Freeform 533">
              <a:extLst>
                <a:ext uri="{FF2B5EF4-FFF2-40B4-BE49-F238E27FC236}">
                  <a16:creationId xmlns:a16="http://schemas.microsoft.com/office/drawing/2014/main" id="{E8F87F81-0F83-4FA8-9240-38F83B2F7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819"/>
              <a:ext cx="11" cy="22"/>
            </a:xfrm>
            <a:custGeom>
              <a:avLst/>
              <a:gdLst>
                <a:gd name="T0" fmla="*/ 0 w 5"/>
                <a:gd name="T1" fmla="*/ 0 h 9"/>
                <a:gd name="T2" fmla="*/ 53 w 5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1" y="3"/>
                    <a:pt x="2" y="7"/>
                    <a:pt x="5" y="9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69" name="Freeform 534">
              <a:extLst>
                <a:ext uri="{FF2B5EF4-FFF2-40B4-BE49-F238E27FC236}">
                  <a16:creationId xmlns:a16="http://schemas.microsoft.com/office/drawing/2014/main" id="{6A5F3081-C344-4114-BE27-9EBF681F5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858"/>
              <a:ext cx="14" cy="15"/>
            </a:xfrm>
            <a:custGeom>
              <a:avLst/>
              <a:gdLst>
                <a:gd name="T0" fmla="*/ 0 w 6"/>
                <a:gd name="T1" fmla="*/ 0 h 6"/>
                <a:gd name="T2" fmla="*/ 77 w 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2"/>
                    <a:pt x="3" y="5"/>
                    <a:pt x="6" y="6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70" name="Freeform 535">
              <a:extLst>
                <a:ext uri="{FF2B5EF4-FFF2-40B4-BE49-F238E27FC236}">
                  <a16:creationId xmlns:a16="http://schemas.microsoft.com/office/drawing/2014/main" id="{8222907E-A277-4E6A-853F-4E2814926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804"/>
              <a:ext cx="14" cy="22"/>
            </a:xfrm>
            <a:custGeom>
              <a:avLst/>
              <a:gdLst>
                <a:gd name="T0" fmla="*/ 0 w 6"/>
                <a:gd name="T1" fmla="*/ 0 h 9"/>
                <a:gd name="T2" fmla="*/ 77 w 6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2" y="3"/>
                    <a:pt x="4" y="6"/>
                    <a:pt x="6" y="9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71" name="Freeform 536">
              <a:extLst>
                <a:ext uri="{FF2B5EF4-FFF2-40B4-BE49-F238E27FC236}">
                  <a16:creationId xmlns:a16="http://schemas.microsoft.com/office/drawing/2014/main" id="{F5B6CD5C-DB54-4D27-B951-B2D4948BC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841"/>
              <a:ext cx="2" cy="17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1" y="5"/>
                    <a:pt x="1" y="7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72" name="Freeform 537">
              <a:extLst>
                <a:ext uri="{FF2B5EF4-FFF2-40B4-BE49-F238E27FC236}">
                  <a16:creationId xmlns:a16="http://schemas.microsoft.com/office/drawing/2014/main" id="{67237044-8A9D-46A9-9CE5-549AFEF48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870"/>
              <a:ext cx="7" cy="15"/>
            </a:xfrm>
            <a:custGeom>
              <a:avLst/>
              <a:gdLst>
                <a:gd name="T0" fmla="*/ 37 w 3"/>
                <a:gd name="T1" fmla="*/ 95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73" name="Freeform 538">
              <a:extLst>
                <a:ext uri="{FF2B5EF4-FFF2-40B4-BE49-F238E27FC236}">
                  <a16:creationId xmlns:a16="http://schemas.microsoft.com/office/drawing/2014/main" id="{86B6C9A8-433D-47EC-A02A-CA475BDF2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029"/>
              <a:ext cx="13" cy="15"/>
            </a:xfrm>
            <a:custGeom>
              <a:avLst/>
              <a:gdLst>
                <a:gd name="T0" fmla="*/ 0 w 6"/>
                <a:gd name="T1" fmla="*/ 0 h 6"/>
                <a:gd name="T2" fmla="*/ 61 w 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</a:path>
              </a:pathLst>
            </a:custGeom>
            <a:noFill/>
            <a:ln w="14288" cap="flat">
              <a:solidFill>
                <a:srgbClr val="FDF0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74" name="Freeform 539">
              <a:extLst>
                <a:ext uri="{FF2B5EF4-FFF2-40B4-BE49-F238E27FC236}">
                  <a16:creationId xmlns:a16="http://schemas.microsoft.com/office/drawing/2014/main" id="{F8A238A8-F1A4-49E1-AD98-30B2B2831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007"/>
              <a:ext cx="14" cy="22"/>
            </a:xfrm>
            <a:custGeom>
              <a:avLst/>
              <a:gdLst>
                <a:gd name="T0" fmla="*/ 0 w 6"/>
                <a:gd name="T1" fmla="*/ 0 h 9"/>
                <a:gd name="T2" fmla="*/ 77 w 6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0" y="4"/>
                    <a:pt x="2" y="7"/>
                    <a:pt x="6" y="9"/>
                  </a:cubicBezTo>
                </a:path>
              </a:pathLst>
            </a:custGeom>
            <a:noFill/>
            <a:ln w="14288" cap="flat">
              <a:solidFill>
                <a:srgbClr val="FDF0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75" name="Freeform 540">
              <a:extLst>
                <a:ext uri="{FF2B5EF4-FFF2-40B4-BE49-F238E27FC236}">
                  <a16:creationId xmlns:a16="http://schemas.microsoft.com/office/drawing/2014/main" id="{0C60D256-884D-4C59-BDE3-30ADEAEFF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897"/>
              <a:ext cx="7" cy="22"/>
            </a:xfrm>
            <a:custGeom>
              <a:avLst/>
              <a:gdLst>
                <a:gd name="T0" fmla="*/ 37 w 3"/>
                <a:gd name="T1" fmla="*/ 132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1" y="6"/>
                    <a:pt x="0" y="3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F0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76" name="Freeform 541">
              <a:extLst>
                <a:ext uri="{FF2B5EF4-FFF2-40B4-BE49-F238E27FC236}">
                  <a16:creationId xmlns:a16="http://schemas.microsoft.com/office/drawing/2014/main" id="{F999E2B0-4A3F-4BB8-BE70-7253D8090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980"/>
              <a:ext cx="21" cy="8"/>
            </a:xfrm>
            <a:custGeom>
              <a:avLst/>
              <a:gdLst>
                <a:gd name="T0" fmla="*/ 0 w 9"/>
                <a:gd name="T1" fmla="*/ 0 h 3"/>
                <a:gd name="T2" fmla="*/ 114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1"/>
                    <a:pt x="7" y="2"/>
                    <a:pt x="9" y="3"/>
                  </a:cubicBezTo>
                </a:path>
              </a:pathLst>
            </a:custGeom>
            <a:noFill/>
            <a:ln w="14288" cap="flat">
              <a:solidFill>
                <a:srgbClr val="FDF0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77" name="Freeform 542">
              <a:extLst>
                <a:ext uri="{FF2B5EF4-FFF2-40B4-BE49-F238E27FC236}">
                  <a16:creationId xmlns:a16="http://schemas.microsoft.com/office/drawing/2014/main" id="{E8B8C282-D09C-4B2E-B2D7-8ED3B02C9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1919"/>
              <a:ext cx="6" cy="22"/>
            </a:xfrm>
            <a:custGeom>
              <a:avLst/>
              <a:gdLst>
                <a:gd name="T0" fmla="*/ 24 w 3"/>
                <a:gd name="T1" fmla="*/ 132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78" name="Freeform 543">
              <a:extLst>
                <a:ext uri="{FF2B5EF4-FFF2-40B4-BE49-F238E27FC236}">
                  <a16:creationId xmlns:a16="http://schemas.microsoft.com/office/drawing/2014/main" id="{EF11F770-43B1-4577-9A18-F19841E54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971"/>
              <a:ext cx="9" cy="24"/>
            </a:xfrm>
            <a:custGeom>
              <a:avLst/>
              <a:gdLst>
                <a:gd name="T0" fmla="*/ 45 w 4"/>
                <a:gd name="T1" fmla="*/ 0 h 10"/>
                <a:gd name="T2" fmla="*/ 11 w 4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0" y="2"/>
                    <a:pt x="1" y="7"/>
                    <a:pt x="1" y="10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79" name="Freeform 544">
              <a:extLst>
                <a:ext uri="{FF2B5EF4-FFF2-40B4-BE49-F238E27FC236}">
                  <a16:creationId xmlns:a16="http://schemas.microsoft.com/office/drawing/2014/main" id="{20058014-8251-451A-8AEB-AA4626496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797"/>
              <a:ext cx="5" cy="22"/>
            </a:xfrm>
            <a:custGeom>
              <a:avLst/>
              <a:gdLst>
                <a:gd name="T0" fmla="*/ 20 w 2"/>
                <a:gd name="T1" fmla="*/ 132 h 9"/>
                <a:gd name="T2" fmla="*/ 20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9"/>
                  </a:moveTo>
                  <a:cubicBezTo>
                    <a:pt x="2" y="6"/>
                    <a:pt x="0" y="4"/>
                    <a:pt x="1" y="0"/>
                  </a:cubicBezTo>
                </a:path>
              </a:pathLst>
            </a:custGeom>
            <a:noFill/>
            <a:ln w="14288" cap="flat">
              <a:solidFill>
                <a:srgbClr val="FAD5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80" name="Freeform 545">
              <a:extLst>
                <a:ext uri="{FF2B5EF4-FFF2-40B4-BE49-F238E27FC236}">
                  <a16:creationId xmlns:a16="http://schemas.microsoft.com/office/drawing/2014/main" id="{B3924EAF-CBEF-4F0F-9392-33792E56F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351"/>
              <a:ext cx="23" cy="9"/>
            </a:xfrm>
            <a:custGeom>
              <a:avLst/>
              <a:gdLst>
                <a:gd name="T0" fmla="*/ 0 w 10"/>
                <a:gd name="T1" fmla="*/ 25 h 4"/>
                <a:gd name="T2" fmla="*/ 122 w 10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3" y="0"/>
                    <a:pt x="8" y="1"/>
                    <a:pt x="10" y="4"/>
                  </a:cubicBezTo>
                </a:path>
              </a:pathLst>
            </a:custGeom>
            <a:noFill/>
            <a:ln w="14288" cap="flat">
              <a:solidFill>
                <a:srgbClr val="FAD5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81" name="Freeform 546">
              <a:extLst>
                <a:ext uri="{FF2B5EF4-FFF2-40B4-BE49-F238E27FC236}">
                  <a16:creationId xmlns:a16="http://schemas.microsoft.com/office/drawing/2014/main" id="{CA991E3D-9A6A-43EC-85AB-8982A5F95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326"/>
              <a:ext cx="14" cy="10"/>
            </a:xfrm>
            <a:custGeom>
              <a:avLst/>
              <a:gdLst>
                <a:gd name="T0" fmla="*/ 0 w 6"/>
                <a:gd name="T1" fmla="*/ 33 h 4"/>
                <a:gd name="T2" fmla="*/ 77 w 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3" y="0"/>
                    <a:pt x="5" y="2"/>
                    <a:pt x="6" y="4"/>
                  </a:cubicBezTo>
                </a:path>
              </a:pathLst>
            </a:custGeom>
            <a:noFill/>
            <a:ln w="14288" cap="flat">
              <a:solidFill>
                <a:srgbClr val="FAD5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82" name="Freeform 547">
              <a:extLst>
                <a:ext uri="{FF2B5EF4-FFF2-40B4-BE49-F238E27FC236}">
                  <a16:creationId xmlns:a16="http://schemas.microsoft.com/office/drawing/2014/main" id="{9764B4BC-CD71-4F8D-9478-E6D6F6ED7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314"/>
              <a:ext cx="23" cy="7"/>
            </a:xfrm>
            <a:custGeom>
              <a:avLst/>
              <a:gdLst>
                <a:gd name="T0" fmla="*/ 0 w 10"/>
                <a:gd name="T1" fmla="*/ 0 h 3"/>
                <a:gd name="T2" fmla="*/ 122 w 10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2" y="3"/>
                    <a:pt x="6" y="3"/>
                    <a:pt x="10" y="3"/>
                  </a:cubicBezTo>
                </a:path>
              </a:pathLst>
            </a:custGeom>
            <a:noFill/>
            <a:ln w="14288" cap="flat">
              <a:solidFill>
                <a:srgbClr val="FAD5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83" name="Freeform 548">
              <a:extLst>
                <a:ext uri="{FF2B5EF4-FFF2-40B4-BE49-F238E27FC236}">
                  <a16:creationId xmlns:a16="http://schemas.microsoft.com/office/drawing/2014/main" id="{AA39D0D3-59CD-4FFC-9C3D-2E105F380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071"/>
              <a:ext cx="19" cy="20"/>
            </a:xfrm>
            <a:custGeom>
              <a:avLst/>
              <a:gdLst>
                <a:gd name="T0" fmla="*/ 0 w 8"/>
                <a:gd name="T1" fmla="*/ 0 h 8"/>
                <a:gd name="T2" fmla="*/ 107 w 8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3"/>
                    <a:pt x="8" y="5"/>
                    <a:pt x="8" y="8"/>
                  </a:cubicBezTo>
                </a:path>
              </a:pathLst>
            </a:custGeom>
            <a:noFill/>
            <a:ln w="14288" cap="flat">
              <a:solidFill>
                <a:srgbClr val="FDF0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84" name="Freeform 549">
              <a:extLst>
                <a:ext uri="{FF2B5EF4-FFF2-40B4-BE49-F238E27FC236}">
                  <a16:creationId xmlns:a16="http://schemas.microsoft.com/office/drawing/2014/main" id="{3B7899C7-C727-4AD6-8A6F-F0D7EDC10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899"/>
              <a:ext cx="5" cy="20"/>
            </a:xfrm>
            <a:custGeom>
              <a:avLst/>
              <a:gdLst>
                <a:gd name="T0" fmla="*/ 33 w 2"/>
                <a:gd name="T1" fmla="*/ 125 h 8"/>
                <a:gd name="T2" fmla="*/ 0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5"/>
                    <a:pt x="0" y="3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85" name="Freeform 550">
              <a:extLst>
                <a:ext uri="{FF2B5EF4-FFF2-40B4-BE49-F238E27FC236}">
                  <a16:creationId xmlns:a16="http://schemas.microsoft.com/office/drawing/2014/main" id="{6AA0B077-EBB8-4481-9146-882F82372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882"/>
              <a:ext cx="25" cy="20"/>
            </a:xfrm>
            <a:custGeom>
              <a:avLst/>
              <a:gdLst>
                <a:gd name="T0" fmla="*/ 0 w 11"/>
                <a:gd name="T1" fmla="*/ 0 h 8"/>
                <a:gd name="T2" fmla="*/ 130 w 11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5" y="2"/>
                    <a:pt x="8" y="5"/>
                    <a:pt x="11" y="8"/>
                  </a:cubicBezTo>
                </a:path>
              </a:pathLst>
            </a:custGeom>
            <a:noFill/>
            <a:ln w="14288" cap="flat">
              <a:solidFill>
                <a:srgbClr val="FDF0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86" name="Freeform 551">
              <a:extLst>
                <a:ext uri="{FF2B5EF4-FFF2-40B4-BE49-F238E27FC236}">
                  <a16:creationId xmlns:a16="http://schemas.microsoft.com/office/drawing/2014/main" id="{1092F3C9-FD55-4634-8ACF-9FD402C90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09"/>
              <a:ext cx="4" cy="22"/>
            </a:xfrm>
            <a:custGeom>
              <a:avLst/>
              <a:gdLst>
                <a:gd name="T0" fmla="*/ 16 w 2"/>
                <a:gd name="T1" fmla="*/ 0 h 9"/>
                <a:gd name="T2" fmla="*/ 0 w 2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1" y="2"/>
                    <a:pt x="1" y="6"/>
                    <a:pt x="0" y="9"/>
                  </a:cubicBezTo>
                </a:path>
              </a:pathLst>
            </a:custGeom>
            <a:noFill/>
            <a:ln w="14288" cap="flat">
              <a:solidFill>
                <a:srgbClr val="FAD5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87" name="Freeform 552">
              <a:extLst>
                <a:ext uri="{FF2B5EF4-FFF2-40B4-BE49-F238E27FC236}">
                  <a16:creationId xmlns:a16="http://schemas.microsoft.com/office/drawing/2014/main" id="{55B861DB-C2B1-4B03-8C86-C8ECDB227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125"/>
              <a:ext cx="106" cy="27"/>
            </a:xfrm>
            <a:custGeom>
              <a:avLst/>
              <a:gdLst>
                <a:gd name="T0" fmla="*/ 0 w 46"/>
                <a:gd name="T1" fmla="*/ 0 h 11"/>
                <a:gd name="T2" fmla="*/ 134 w 46"/>
                <a:gd name="T3" fmla="*/ 12 h 11"/>
                <a:gd name="T4" fmla="*/ 403 w 46"/>
                <a:gd name="T5" fmla="*/ 91 h 11"/>
                <a:gd name="T6" fmla="*/ 553 w 46"/>
                <a:gd name="T7" fmla="*/ 16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1">
                  <a:moveTo>
                    <a:pt x="0" y="0"/>
                  </a:moveTo>
                  <a:cubicBezTo>
                    <a:pt x="3" y="2"/>
                    <a:pt x="7" y="0"/>
                    <a:pt x="11" y="1"/>
                  </a:cubicBezTo>
                  <a:cubicBezTo>
                    <a:pt x="18" y="2"/>
                    <a:pt x="26" y="4"/>
                    <a:pt x="33" y="6"/>
                  </a:cubicBezTo>
                  <a:cubicBezTo>
                    <a:pt x="36" y="7"/>
                    <a:pt x="46" y="10"/>
                    <a:pt x="45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88" name="Freeform 553">
              <a:extLst>
                <a:ext uri="{FF2B5EF4-FFF2-40B4-BE49-F238E27FC236}">
                  <a16:creationId xmlns:a16="http://schemas.microsoft.com/office/drawing/2014/main" id="{47D04152-7755-4C27-9E2C-2B5FA6472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013"/>
              <a:ext cx="56" cy="115"/>
            </a:xfrm>
            <a:custGeom>
              <a:avLst/>
              <a:gdLst>
                <a:gd name="T0" fmla="*/ 0 w 24"/>
                <a:gd name="T1" fmla="*/ 0 h 47"/>
                <a:gd name="T2" fmla="*/ 49 w 24"/>
                <a:gd name="T3" fmla="*/ 223 h 47"/>
                <a:gd name="T4" fmla="*/ 180 w 24"/>
                <a:gd name="T5" fmla="*/ 514 h 47"/>
                <a:gd name="T6" fmla="*/ 306 w 24"/>
                <a:gd name="T7" fmla="*/ 68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7">
                  <a:moveTo>
                    <a:pt x="0" y="0"/>
                  </a:moveTo>
                  <a:cubicBezTo>
                    <a:pt x="3" y="4"/>
                    <a:pt x="2" y="11"/>
                    <a:pt x="4" y="15"/>
                  </a:cubicBezTo>
                  <a:cubicBezTo>
                    <a:pt x="6" y="22"/>
                    <a:pt x="10" y="29"/>
                    <a:pt x="14" y="35"/>
                  </a:cubicBezTo>
                  <a:cubicBezTo>
                    <a:pt x="16" y="38"/>
                    <a:pt x="22" y="46"/>
                    <a:pt x="24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89" name="Freeform 554">
              <a:extLst>
                <a:ext uri="{FF2B5EF4-FFF2-40B4-BE49-F238E27FC236}">
                  <a16:creationId xmlns:a16="http://schemas.microsoft.com/office/drawing/2014/main" id="{262E959C-C9B0-40CF-88CB-C38A6344C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902"/>
              <a:ext cx="101" cy="167"/>
            </a:xfrm>
            <a:custGeom>
              <a:avLst/>
              <a:gdLst>
                <a:gd name="T0" fmla="*/ 37 w 44"/>
                <a:gd name="T1" fmla="*/ 0 h 68"/>
                <a:gd name="T2" fmla="*/ 533 w 44"/>
                <a:gd name="T3" fmla="*/ 1007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68">
                  <a:moveTo>
                    <a:pt x="3" y="0"/>
                  </a:moveTo>
                  <a:cubicBezTo>
                    <a:pt x="0" y="31"/>
                    <a:pt x="20" y="52"/>
                    <a:pt x="44" y="6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90" name="Freeform 555">
              <a:extLst>
                <a:ext uri="{FF2B5EF4-FFF2-40B4-BE49-F238E27FC236}">
                  <a16:creationId xmlns:a16="http://schemas.microsoft.com/office/drawing/2014/main" id="{24103059-C2EF-4B27-A7D4-5B5C1045B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027"/>
              <a:ext cx="60" cy="18"/>
            </a:xfrm>
            <a:custGeom>
              <a:avLst/>
              <a:gdLst>
                <a:gd name="T0" fmla="*/ 0 w 26"/>
                <a:gd name="T1" fmla="*/ 0 h 7"/>
                <a:gd name="T2" fmla="*/ 318 w 26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0" y="0"/>
                  </a:moveTo>
                  <a:cubicBezTo>
                    <a:pt x="9" y="0"/>
                    <a:pt x="19" y="2"/>
                    <a:pt x="26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91" name="Freeform 556">
              <a:extLst>
                <a:ext uri="{FF2B5EF4-FFF2-40B4-BE49-F238E27FC236}">
                  <a16:creationId xmlns:a16="http://schemas.microsoft.com/office/drawing/2014/main" id="{AC8A40F4-BC14-47E2-BB33-2118D56BB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794"/>
              <a:ext cx="73" cy="162"/>
            </a:xfrm>
            <a:custGeom>
              <a:avLst/>
              <a:gdLst>
                <a:gd name="T0" fmla="*/ 94 w 32"/>
                <a:gd name="T1" fmla="*/ 0 h 66"/>
                <a:gd name="T2" fmla="*/ 192 w 32"/>
                <a:gd name="T3" fmla="*/ 712 h 66"/>
                <a:gd name="T4" fmla="*/ 381 w 32"/>
                <a:gd name="T5" fmla="*/ 9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6">
                  <a:moveTo>
                    <a:pt x="8" y="0"/>
                  </a:moveTo>
                  <a:cubicBezTo>
                    <a:pt x="0" y="15"/>
                    <a:pt x="6" y="37"/>
                    <a:pt x="16" y="48"/>
                  </a:cubicBezTo>
                  <a:cubicBezTo>
                    <a:pt x="20" y="52"/>
                    <a:pt x="30" y="60"/>
                    <a:pt x="32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92" name="Freeform 557">
              <a:extLst>
                <a:ext uri="{FF2B5EF4-FFF2-40B4-BE49-F238E27FC236}">
                  <a16:creationId xmlns:a16="http://schemas.microsoft.com/office/drawing/2014/main" id="{84951947-EB12-4357-B1DD-9E5FF9391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895"/>
              <a:ext cx="52" cy="130"/>
            </a:xfrm>
            <a:custGeom>
              <a:avLst/>
              <a:gdLst>
                <a:gd name="T0" fmla="*/ 0 w 23"/>
                <a:gd name="T1" fmla="*/ 0 h 53"/>
                <a:gd name="T2" fmla="*/ 36 w 23"/>
                <a:gd name="T3" fmla="*/ 253 h 53"/>
                <a:gd name="T4" fmla="*/ 129 w 23"/>
                <a:gd name="T5" fmla="*/ 530 h 53"/>
                <a:gd name="T6" fmla="*/ 267 w 23"/>
                <a:gd name="T7" fmla="*/ 782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53">
                  <a:moveTo>
                    <a:pt x="0" y="0"/>
                  </a:moveTo>
                  <a:cubicBezTo>
                    <a:pt x="1" y="6"/>
                    <a:pt x="1" y="12"/>
                    <a:pt x="3" y="17"/>
                  </a:cubicBezTo>
                  <a:cubicBezTo>
                    <a:pt x="5" y="23"/>
                    <a:pt x="8" y="30"/>
                    <a:pt x="11" y="36"/>
                  </a:cubicBezTo>
                  <a:cubicBezTo>
                    <a:pt x="14" y="43"/>
                    <a:pt x="19" y="48"/>
                    <a:pt x="23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93" name="Freeform 558">
              <a:extLst>
                <a:ext uri="{FF2B5EF4-FFF2-40B4-BE49-F238E27FC236}">
                  <a16:creationId xmlns:a16="http://schemas.microsoft.com/office/drawing/2014/main" id="{B174D88D-ADDC-4BA8-9CD3-4BDD8283C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015"/>
              <a:ext cx="9" cy="17"/>
            </a:xfrm>
            <a:custGeom>
              <a:avLst/>
              <a:gdLst>
                <a:gd name="T0" fmla="*/ 0 w 4"/>
                <a:gd name="T1" fmla="*/ 87 h 7"/>
                <a:gd name="T2" fmla="*/ 36 w 4"/>
                <a:gd name="T3" fmla="*/ 29 h 7"/>
                <a:gd name="T4" fmla="*/ 36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6"/>
                  </a:moveTo>
                  <a:cubicBezTo>
                    <a:pt x="4" y="7"/>
                    <a:pt x="4" y="4"/>
                    <a:pt x="3" y="2"/>
                  </a:cubicBezTo>
                  <a:cubicBezTo>
                    <a:pt x="4" y="1"/>
                    <a:pt x="3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94" name="Freeform 559">
              <a:extLst>
                <a:ext uri="{FF2B5EF4-FFF2-40B4-BE49-F238E27FC236}">
                  <a16:creationId xmlns:a16="http://schemas.microsoft.com/office/drawing/2014/main" id="{21706918-A032-4365-98CB-03B60D0B0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047"/>
              <a:ext cx="14" cy="12"/>
            </a:xfrm>
            <a:custGeom>
              <a:avLst/>
              <a:gdLst>
                <a:gd name="T0" fmla="*/ 0 w 6"/>
                <a:gd name="T1" fmla="*/ 29 h 5"/>
                <a:gd name="T2" fmla="*/ 77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2" y="5"/>
                    <a:pt x="6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95" name="Freeform 560">
              <a:extLst>
                <a:ext uri="{FF2B5EF4-FFF2-40B4-BE49-F238E27FC236}">
                  <a16:creationId xmlns:a16="http://schemas.microsoft.com/office/drawing/2014/main" id="{014A681D-07FD-47C7-87F3-81A80A16E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106"/>
              <a:ext cx="32" cy="41"/>
            </a:xfrm>
            <a:custGeom>
              <a:avLst/>
              <a:gdLst>
                <a:gd name="T0" fmla="*/ 0 w 14"/>
                <a:gd name="T1" fmla="*/ 0 h 17"/>
                <a:gd name="T2" fmla="*/ 167 w 14"/>
                <a:gd name="T3" fmla="*/ 227 h 17"/>
                <a:gd name="T4" fmla="*/ 158 w 14"/>
                <a:gd name="T5" fmla="*/ 22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6" y="3"/>
                    <a:pt x="9" y="11"/>
                    <a:pt x="14" y="16"/>
                  </a:cubicBezTo>
                  <a:cubicBezTo>
                    <a:pt x="14" y="17"/>
                    <a:pt x="13" y="16"/>
                    <a:pt x="13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96" name="Freeform 561">
              <a:extLst>
                <a:ext uri="{FF2B5EF4-FFF2-40B4-BE49-F238E27FC236}">
                  <a16:creationId xmlns:a16="http://schemas.microsoft.com/office/drawing/2014/main" id="{BDC22988-2C35-467A-A37E-F5F2302EE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476"/>
              <a:ext cx="20" cy="203"/>
            </a:xfrm>
            <a:custGeom>
              <a:avLst/>
              <a:gdLst>
                <a:gd name="T0" fmla="*/ 53 w 9"/>
                <a:gd name="T1" fmla="*/ 0 h 83"/>
                <a:gd name="T2" fmla="*/ 44 w 9"/>
                <a:gd name="T3" fmla="*/ 880 h 83"/>
                <a:gd name="T4" fmla="*/ 98 w 9"/>
                <a:gd name="T5" fmla="*/ 1213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3">
                  <a:moveTo>
                    <a:pt x="5" y="0"/>
                  </a:moveTo>
                  <a:cubicBezTo>
                    <a:pt x="0" y="20"/>
                    <a:pt x="0" y="40"/>
                    <a:pt x="4" y="60"/>
                  </a:cubicBezTo>
                  <a:cubicBezTo>
                    <a:pt x="5" y="67"/>
                    <a:pt x="8" y="77"/>
                    <a:pt x="9" y="8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97" name="Freeform 562">
              <a:extLst>
                <a:ext uri="{FF2B5EF4-FFF2-40B4-BE49-F238E27FC236}">
                  <a16:creationId xmlns:a16="http://schemas.microsoft.com/office/drawing/2014/main" id="{CF94B934-12C2-4895-8EA9-04565074D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682"/>
              <a:ext cx="52" cy="176"/>
            </a:xfrm>
            <a:custGeom>
              <a:avLst/>
              <a:gdLst>
                <a:gd name="T0" fmla="*/ 72 w 23"/>
                <a:gd name="T1" fmla="*/ 0 h 72"/>
                <a:gd name="T2" fmla="*/ 93 w 23"/>
                <a:gd name="T3" fmla="*/ 748 h 72"/>
                <a:gd name="T4" fmla="*/ 267 w 23"/>
                <a:gd name="T5" fmla="*/ 105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2">
                  <a:moveTo>
                    <a:pt x="6" y="0"/>
                  </a:moveTo>
                  <a:cubicBezTo>
                    <a:pt x="0" y="14"/>
                    <a:pt x="3" y="37"/>
                    <a:pt x="8" y="51"/>
                  </a:cubicBezTo>
                  <a:cubicBezTo>
                    <a:pt x="11" y="57"/>
                    <a:pt x="21" y="65"/>
                    <a:pt x="23" y="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98" name="Freeform 563">
              <a:extLst>
                <a:ext uri="{FF2B5EF4-FFF2-40B4-BE49-F238E27FC236}">
                  <a16:creationId xmlns:a16="http://schemas.microsoft.com/office/drawing/2014/main" id="{256AC411-D763-426F-98BF-6B8FA062E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785"/>
              <a:ext cx="2" cy="34"/>
            </a:xfrm>
            <a:custGeom>
              <a:avLst/>
              <a:gdLst>
                <a:gd name="T0" fmla="*/ 0 w 1"/>
                <a:gd name="T1" fmla="*/ 0 h 14"/>
                <a:gd name="T2" fmla="*/ 8 w 1"/>
                <a:gd name="T3" fmla="*/ 20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0" y="5"/>
                    <a:pt x="1" y="10"/>
                    <a:pt x="1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99" name="Freeform 564">
              <a:extLst>
                <a:ext uri="{FF2B5EF4-FFF2-40B4-BE49-F238E27FC236}">
                  <a16:creationId xmlns:a16="http://schemas.microsoft.com/office/drawing/2014/main" id="{543801D5-5B09-4ED7-9749-262375044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816"/>
              <a:ext cx="67" cy="160"/>
            </a:xfrm>
            <a:custGeom>
              <a:avLst/>
              <a:gdLst>
                <a:gd name="T0" fmla="*/ 0 w 29"/>
                <a:gd name="T1" fmla="*/ 0 h 65"/>
                <a:gd name="T2" fmla="*/ 358 w 29"/>
                <a:gd name="T3" fmla="*/ 97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65">
                  <a:moveTo>
                    <a:pt x="0" y="0"/>
                  </a:moveTo>
                  <a:cubicBezTo>
                    <a:pt x="0" y="25"/>
                    <a:pt x="9" y="52"/>
                    <a:pt x="29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00" name="Freeform 565">
              <a:extLst>
                <a:ext uri="{FF2B5EF4-FFF2-40B4-BE49-F238E27FC236}">
                  <a16:creationId xmlns:a16="http://schemas.microsoft.com/office/drawing/2014/main" id="{86D85534-2E78-455A-9C63-C6BAB40D7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289"/>
              <a:ext cx="69" cy="192"/>
            </a:xfrm>
            <a:custGeom>
              <a:avLst/>
              <a:gdLst>
                <a:gd name="T0" fmla="*/ 366 w 30"/>
                <a:gd name="T1" fmla="*/ 0 h 78"/>
                <a:gd name="T2" fmla="*/ 37 w 30"/>
                <a:gd name="T3" fmla="*/ 551 h 78"/>
                <a:gd name="T4" fmla="*/ 64 w 30"/>
                <a:gd name="T5" fmla="*/ 1164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8">
                  <a:moveTo>
                    <a:pt x="30" y="0"/>
                  </a:moveTo>
                  <a:cubicBezTo>
                    <a:pt x="18" y="11"/>
                    <a:pt x="7" y="19"/>
                    <a:pt x="3" y="37"/>
                  </a:cubicBezTo>
                  <a:cubicBezTo>
                    <a:pt x="1" y="49"/>
                    <a:pt x="0" y="67"/>
                    <a:pt x="5" y="7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01" name="Freeform 566">
              <a:extLst>
                <a:ext uri="{FF2B5EF4-FFF2-40B4-BE49-F238E27FC236}">
                  <a16:creationId xmlns:a16="http://schemas.microsoft.com/office/drawing/2014/main" id="{9C086306-C4F6-4548-A03C-CA0D986E8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446"/>
              <a:ext cx="14" cy="32"/>
            </a:xfrm>
            <a:custGeom>
              <a:avLst/>
              <a:gdLst>
                <a:gd name="T0" fmla="*/ 0 w 6"/>
                <a:gd name="T1" fmla="*/ 194 h 13"/>
                <a:gd name="T2" fmla="*/ 77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4" y="11"/>
                    <a:pt x="5" y="4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02" name="Freeform 567">
              <a:extLst>
                <a:ext uri="{FF2B5EF4-FFF2-40B4-BE49-F238E27FC236}">
                  <a16:creationId xmlns:a16="http://schemas.microsoft.com/office/drawing/2014/main" id="{91D48055-EAB3-4157-B12B-196E44B15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2547"/>
              <a:ext cx="32" cy="211"/>
            </a:xfrm>
            <a:custGeom>
              <a:avLst/>
              <a:gdLst>
                <a:gd name="T0" fmla="*/ 110 w 14"/>
                <a:gd name="T1" fmla="*/ 0 h 86"/>
                <a:gd name="T2" fmla="*/ 25 w 14"/>
                <a:gd name="T3" fmla="*/ 356 h 86"/>
                <a:gd name="T4" fmla="*/ 48 w 14"/>
                <a:gd name="T5" fmla="*/ 873 h 86"/>
                <a:gd name="T6" fmla="*/ 167 w 14"/>
                <a:gd name="T7" fmla="*/ 1271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6">
                  <a:moveTo>
                    <a:pt x="9" y="0"/>
                  </a:moveTo>
                  <a:cubicBezTo>
                    <a:pt x="4" y="5"/>
                    <a:pt x="3" y="17"/>
                    <a:pt x="2" y="24"/>
                  </a:cubicBezTo>
                  <a:cubicBezTo>
                    <a:pt x="0" y="36"/>
                    <a:pt x="1" y="48"/>
                    <a:pt x="4" y="59"/>
                  </a:cubicBezTo>
                  <a:cubicBezTo>
                    <a:pt x="6" y="69"/>
                    <a:pt x="10" y="79"/>
                    <a:pt x="14" y="8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03" name="Freeform 568">
              <a:extLst>
                <a:ext uri="{FF2B5EF4-FFF2-40B4-BE49-F238E27FC236}">
                  <a16:creationId xmlns:a16="http://schemas.microsoft.com/office/drawing/2014/main" id="{663B856D-4E5C-4C67-807A-CC3BF4FBA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642"/>
              <a:ext cx="5" cy="69"/>
            </a:xfrm>
            <a:custGeom>
              <a:avLst/>
              <a:gdLst>
                <a:gd name="T0" fmla="*/ 0 w 2"/>
                <a:gd name="T1" fmla="*/ 0 h 28"/>
                <a:gd name="T2" fmla="*/ 20 w 2"/>
                <a:gd name="T3" fmla="*/ 41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8">
                  <a:moveTo>
                    <a:pt x="0" y="0"/>
                  </a:moveTo>
                  <a:cubicBezTo>
                    <a:pt x="2" y="10"/>
                    <a:pt x="1" y="19"/>
                    <a:pt x="1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04" name="Freeform 569">
              <a:extLst>
                <a:ext uri="{FF2B5EF4-FFF2-40B4-BE49-F238E27FC236}">
                  <a16:creationId xmlns:a16="http://schemas.microsoft.com/office/drawing/2014/main" id="{10522E69-00F6-48ED-9FD5-DE2A2F37B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701"/>
              <a:ext cx="48" cy="169"/>
            </a:xfrm>
            <a:custGeom>
              <a:avLst/>
              <a:gdLst>
                <a:gd name="T0" fmla="*/ 37 w 21"/>
                <a:gd name="T1" fmla="*/ 0 h 69"/>
                <a:gd name="T2" fmla="*/ 11 w 21"/>
                <a:gd name="T3" fmla="*/ 323 h 69"/>
                <a:gd name="T4" fmla="*/ 85 w 21"/>
                <a:gd name="T5" fmla="*/ 691 h 69"/>
                <a:gd name="T6" fmla="*/ 251 w 21"/>
                <a:gd name="T7" fmla="*/ 1014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69">
                  <a:moveTo>
                    <a:pt x="3" y="0"/>
                  </a:moveTo>
                  <a:cubicBezTo>
                    <a:pt x="3" y="8"/>
                    <a:pt x="0" y="15"/>
                    <a:pt x="1" y="22"/>
                  </a:cubicBezTo>
                  <a:cubicBezTo>
                    <a:pt x="2" y="31"/>
                    <a:pt x="3" y="40"/>
                    <a:pt x="7" y="47"/>
                  </a:cubicBezTo>
                  <a:cubicBezTo>
                    <a:pt x="11" y="56"/>
                    <a:pt x="16" y="62"/>
                    <a:pt x="21" y="6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05" name="Freeform 570">
              <a:extLst>
                <a:ext uri="{FF2B5EF4-FFF2-40B4-BE49-F238E27FC236}">
                  <a16:creationId xmlns:a16="http://schemas.microsoft.com/office/drawing/2014/main" id="{047E5056-028D-47CE-80A2-A8AEB1172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831"/>
              <a:ext cx="11" cy="12"/>
            </a:xfrm>
            <a:custGeom>
              <a:avLst/>
              <a:gdLst>
                <a:gd name="T0" fmla="*/ 0 w 5"/>
                <a:gd name="T1" fmla="*/ 70 h 5"/>
                <a:gd name="T2" fmla="*/ 53 w 5"/>
                <a:gd name="T3" fmla="*/ 1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2" y="0"/>
                    <a:pt x="5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06" name="Freeform 571">
              <a:extLst>
                <a:ext uri="{FF2B5EF4-FFF2-40B4-BE49-F238E27FC236}">
                  <a16:creationId xmlns:a16="http://schemas.microsoft.com/office/drawing/2014/main" id="{14C0558E-EC0D-4AA6-9348-9505D7A2F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390"/>
              <a:ext cx="25" cy="196"/>
            </a:xfrm>
            <a:custGeom>
              <a:avLst/>
              <a:gdLst>
                <a:gd name="T0" fmla="*/ 130 w 11"/>
                <a:gd name="T1" fmla="*/ 0 h 80"/>
                <a:gd name="T2" fmla="*/ 0 w 11"/>
                <a:gd name="T3" fmla="*/ 823 h 80"/>
                <a:gd name="T4" fmla="*/ 36 w 11"/>
                <a:gd name="T5" fmla="*/ 1164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0">
                  <a:moveTo>
                    <a:pt x="11" y="0"/>
                  </a:moveTo>
                  <a:cubicBezTo>
                    <a:pt x="0" y="14"/>
                    <a:pt x="0" y="38"/>
                    <a:pt x="0" y="56"/>
                  </a:cubicBezTo>
                  <a:cubicBezTo>
                    <a:pt x="0" y="59"/>
                    <a:pt x="3" y="80"/>
                    <a:pt x="3" y="7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07" name="Freeform 572">
              <a:extLst>
                <a:ext uri="{FF2B5EF4-FFF2-40B4-BE49-F238E27FC236}">
                  <a16:creationId xmlns:a16="http://schemas.microsoft.com/office/drawing/2014/main" id="{C7ABDC6A-D5FD-4897-AC68-F4B047C40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407"/>
              <a:ext cx="9" cy="7"/>
            </a:xfrm>
            <a:custGeom>
              <a:avLst/>
              <a:gdLst>
                <a:gd name="T0" fmla="*/ 0 w 4"/>
                <a:gd name="T1" fmla="*/ 28 h 3"/>
                <a:gd name="T2" fmla="*/ 45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2" y="0"/>
                    <a:pt x="4" y="1"/>
                    <a:pt x="4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08" name="Freeform 573">
              <a:extLst>
                <a:ext uri="{FF2B5EF4-FFF2-40B4-BE49-F238E27FC236}">
                  <a16:creationId xmlns:a16="http://schemas.microsoft.com/office/drawing/2014/main" id="{08115F0E-91EE-454E-A768-468DEFB6D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576"/>
              <a:ext cx="32" cy="184"/>
            </a:xfrm>
            <a:custGeom>
              <a:avLst/>
              <a:gdLst>
                <a:gd name="T0" fmla="*/ 130 w 14"/>
                <a:gd name="T1" fmla="*/ 0 h 75"/>
                <a:gd name="T2" fmla="*/ 48 w 14"/>
                <a:gd name="T3" fmla="*/ 721 h 75"/>
                <a:gd name="T4" fmla="*/ 167 w 14"/>
                <a:gd name="T5" fmla="*/ 110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5">
                  <a:moveTo>
                    <a:pt x="11" y="0"/>
                  </a:moveTo>
                  <a:cubicBezTo>
                    <a:pt x="0" y="14"/>
                    <a:pt x="1" y="33"/>
                    <a:pt x="4" y="49"/>
                  </a:cubicBezTo>
                  <a:cubicBezTo>
                    <a:pt x="6" y="59"/>
                    <a:pt x="11" y="66"/>
                    <a:pt x="14" y="7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09" name="Freeform 574">
              <a:extLst>
                <a:ext uri="{FF2B5EF4-FFF2-40B4-BE49-F238E27FC236}">
                  <a16:creationId xmlns:a16="http://schemas.microsoft.com/office/drawing/2014/main" id="{1E7E51C6-0CC4-4DA1-85BD-46A5560BD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422"/>
              <a:ext cx="37" cy="191"/>
            </a:xfrm>
            <a:custGeom>
              <a:avLst/>
              <a:gdLst>
                <a:gd name="T0" fmla="*/ 199 w 16"/>
                <a:gd name="T1" fmla="*/ 0 h 78"/>
                <a:gd name="T2" fmla="*/ 37 w 16"/>
                <a:gd name="T3" fmla="*/ 353 h 78"/>
                <a:gd name="T4" fmla="*/ 0 w 16"/>
                <a:gd name="T5" fmla="*/ 659 h 78"/>
                <a:gd name="T6" fmla="*/ 37 w 16"/>
                <a:gd name="T7" fmla="*/ 1002 h 78"/>
                <a:gd name="T8" fmla="*/ 65 w 16"/>
                <a:gd name="T9" fmla="*/ 113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8">
                  <a:moveTo>
                    <a:pt x="16" y="0"/>
                  </a:moveTo>
                  <a:cubicBezTo>
                    <a:pt x="14" y="6"/>
                    <a:pt x="5" y="18"/>
                    <a:pt x="3" y="24"/>
                  </a:cubicBezTo>
                  <a:cubicBezTo>
                    <a:pt x="0" y="31"/>
                    <a:pt x="0" y="38"/>
                    <a:pt x="0" y="45"/>
                  </a:cubicBezTo>
                  <a:cubicBezTo>
                    <a:pt x="0" y="53"/>
                    <a:pt x="1" y="61"/>
                    <a:pt x="3" y="68"/>
                  </a:cubicBezTo>
                  <a:cubicBezTo>
                    <a:pt x="4" y="70"/>
                    <a:pt x="5" y="78"/>
                    <a:pt x="5" y="7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10" name="Freeform 575">
              <a:extLst>
                <a:ext uri="{FF2B5EF4-FFF2-40B4-BE49-F238E27FC236}">
                  <a16:creationId xmlns:a16="http://schemas.microsoft.com/office/drawing/2014/main" id="{9C64EB74-D9CA-4780-9661-CEF80520B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539"/>
              <a:ext cx="7" cy="57"/>
            </a:xfrm>
            <a:custGeom>
              <a:avLst/>
              <a:gdLst>
                <a:gd name="T0" fmla="*/ 37 w 3"/>
                <a:gd name="T1" fmla="*/ 0 h 23"/>
                <a:gd name="T2" fmla="*/ 0 w 3"/>
                <a:gd name="T3" fmla="*/ 34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3">
                  <a:moveTo>
                    <a:pt x="3" y="0"/>
                  </a:moveTo>
                  <a:cubicBezTo>
                    <a:pt x="2" y="8"/>
                    <a:pt x="3" y="16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11" name="Freeform 576">
              <a:extLst>
                <a:ext uri="{FF2B5EF4-FFF2-40B4-BE49-F238E27FC236}">
                  <a16:creationId xmlns:a16="http://schemas.microsoft.com/office/drawing/2014/main" id="{A16ECC50-D3E9-4997-8763-87546A33F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189"/>
              <a:ext cx="101" cy="152"/>
            </a:xfrm>
            <a:custGeom>
              <a:avLst/>
              <a:gdLst>
                <a:gd name="T0" fmla="*/ 0 w 44"/>
                <a:gd name="T1" fmla="*/ 914 h 62"/>
                <a:gd name="T2" fmla="*/ 48 w 44"/>
                <a:gd name="T3" fmla="*/ 576 h 62"/>
                <a:gd name="T4" fmla="*/ 232 w 44"/>
                <a:gd name="T5" fmla="*/ 191 h 62"/>
                <a:gd name="T6" fmla="*/ 533 w 44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62">
                  <a:moveTo>
                    <a:pt x="0" y="62"/>
                  </a:moveTo>
                  <a:cubicBezTo>
                    <a:pt x="1" y="55"/>
                    <a:pt x="2" y="47"/>
                    <a:pt x="4" y="39"/>
                  </a:cubicBezTo>
                  <a:cubicBezTo>
                    <a:pt x="7" y="30"/>
                    <a:pt x="12" y="20"/>
                    <a:pt x="19" y="13"/>
                  </a:cubicBezTo>
                  <a:cubicBezTo>
                    <a:pt x="25" y="8"/>
                    <a:pt x="37" y="0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12" name="Freeform 577">
              <a:extLst>
                <a:ext uri="{FF2B5EF4-FFF2-40B4-BE49-F238E27FC236}">
                  <a16:creationId xmlns:a16="http://schemas.microsoft.com/office/drawing/2014/main" id="{A4A02F39-A52E-42DD-A1AC-D49AB50C7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240"/>
              <a:ext cx="41" cy="66"/>
            </a:xfrm>
            <a:custGeom>
              <a:avLst/>
              <a:gdLst>
                <a:gd name="T0" fmla="*/ 0 w 18"/>
                <a:gd name="T1" fmla="*/ 394 h 27"/>
                <a:gd name="T2" fmla="*/ 130 w 18"/>
                <a:gd name="T3" fmla="*/ 120 h 27"/>
                <a:gd name="T4" fmla="*/ 212 w 1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0" y="27"/>
                  </a:moveTo>
                  <a:cubicBezTo>
                    <a:pt x="4" y="21"/>
                    <a:pt x="7" y="14"/>
                    <a:pt x="11" y="8"/>
                  </a:cubicBezTo>
                  <a:cubicBezTo>
                    <a:pt x="13" y="5"/>
                    <a:pt x="16" y="3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13" name="Freeform 578">
              <a:extLst>
                <a:ext uri="{FF2B5EF4-FFF2-40B4-BE49-F238E27FC236}">
                  <a16:creationId xmlns:a16="http://schemas.microsoft.com/office/drawing/2014/main" id="{6EE88962-F68D-4441-A03A-72C5C81B6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267"/>
              <a:ext cx="69" cy="206"/>
            </a:xfrm>
            <a:custGeom>
              <a:avLst/>
              <a:gdLst>
                <a:gd name="T0" fmla="*/ 366 w 30"/>
                <a:gd name="T1" fmla="*/ 0 h 84"/>
                <a:gd name="T2" fmla="*/ 186 w 30"/>
                <a:gd name="T3" fmla="*/ 282 h 84"/>
                <a:gd name="T4" fmla="*/ 74 w 30"/>
                <a:gd name="T5" fmla="*/ 608 h 84"/>
                <a:gd name="T6" fmla="*/ 0 w 30"/>
                <a:gd name="T7" fmla="*/ 1238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4">
                  <a:moveTo>
                    <a:pt x="30" y="0"/>
                  </a:moveTo>
                  <a:cubicBezTo>
                    <a:pt x="24" y="4"/>
                    <a:pt x="18" y="13"/>
                    <a:pt x="15" y="19"/>
                  </a:cubicBezTo>
                  <a:cubicBezTo>
                    <a:pt x="11" y="26"/>
                    <a:pt x="8" y="34"/>
                    <a:pt x="6" y="41"/>
                  </a:cubicBezTo>
                  <a:cubicBezTo>
                    <a:pt x="2" y="55"/>
                    <a:pt x="3" y="70"/>
                    <a:pt x="0" y="8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14" name="Freeform 579">
              <a:extLst>
                <a:ext uri="{FF2B5EF4-FFF2-40B4-BE49-F238E27FC236}">
                  <a16:creationId xmlns:a16="http://schemas.microsoft.com/office/drawing/2014/main" id="{BC8D9B6F-A8EE-4C9D-8D57-0D483F14C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103"/>
              <a:ext cx="131" cy="113"/>
            </a:xfrm>
            <a:custGeom>
              <a:avLst/>
              <a:gdLst>
                <a:gd name="T0" fmla="*/ 0 w 57"/>
                <a:gd name="T1" fmla="*/ 683 h 46"/>
                <a:gd name="T2" fmla="*/ 448 w 57"/>
                <a:gd name="T3" fmla="*/ 91 h 46"/>
                <a:gd name="T4" fmla="*/ 692 w 57"/>
                <a:gd name="T5" fmla="*/ 12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6">
                  <a:moveTo>
                    <a:pt x="0" y="46"/>
                  </a:moveTo>
                  <a:cubicBezTo>
                    <a:pt x="9" y="29"/>
                    <a:pt x="18" y="14"/>
                    <a:pt x="37" y="6"/>
                  </a:cubicBezTo>
                  <a:cubicBezTo>
                    <a:pt x="41" y="4"/>
                    <a:pt x="55" y="0"/>
                    <a:pt x="57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15" name="Freeform 580">
              <a:extLst>
                <a:ext uri="{FF2B5EF4-FFF2-40B4-BE49-F238E27FC236}">
                  <a16:creationId xmlns:a16="http://schemas.microsoft.com/office/drawing/2014/main" id="{01D4618E-5285-434C-BDC7-9D60B2EC8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2034"/>
              <a:ext cx="149" cy="86"/>
            </a:xfrm>
            <a:custGeom>
              <a:avLst/>
              <a:gdLst>
                <a:gd name="T0" fmla="*/ 0 w 65"/>
                <a:gd name="T1" fmla="*/ 518 h 35"/>
                <a:gd name="T2" fmla="*/ 484 w 65"/>
                <a:gd name="T3" fmla="*/ 61 h 35"/>
                <a:gd name="T4" fmla="*/ 784 w 65"/>
                <a:gd name="T5" fmla="*/ 4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35">
                  <a:moveTo>
                    <a:pt x="0" y="35"/>
                  </a:moveTo>
                  <a:cubicBezTo>
                    <a:pt x="4" y="18"/>
                    <a:pt x="23" y="7"/>
                    <a:pt x="40" y="4"/>
                  </a:cubicBezTo>
                  <a:cubicBezTo>
                    <a:pt x="47" y="3"/>
                    <a:pt x="58" y="0"/>
                    <a:pt x="65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16" name="Freeform 581">
              <a:extLst>
                <a:ext uri="{FF2B5EF4-FFF2-40B4-BE49-F238E27FC236}">
                  <a16:creationId xmlns:a16="http://schemas.microsoft.com/office/drawing/2014/main" id="{2799449A-D6B4-43B6-8CD5-DF4DC40EF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039"/>
              <a:ext cx="9" cy="13"/>
            </a:xfrm>
            <a:custGeom>
              <a:avLst/>
              <a:gdLst>
                <a:gd name="T0" fmla="*/ 0 w 4"/>
                <a:gd name="T1" fmla="*/ 0 h 5"/>
                <a:gd name="T2" fmla="*/ 36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1"/>
                    <a:pt x="4" y="3"/>
                    <a:pt x="3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17" name="Freeform 582">
              <a:extLst>
                <a:ext uri="{FF2B5EF4-FFF2-40B4-BE49-F238E27FC236}">
                  <a16:creationId xmlns:a16="http://schemas.microsoft.com/office/drawing/2014/main" id="{87FE3302-7F9E-492A-804D-09A0AFD47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130"/>
              <a:ext cx="115" cy="152"/>
            </a:xfrm>
            <a:custGeom>
              <a:avLst/>
              <a:gdLst>
                <a:gd name="T0" fmla="*/ 0 w 50"/>
                <a:gd name="T1" fmla="*/ 914 h 62"/>
                <a:gd name="T2" fmla="*/ 610 w 50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1" y="34"/>
                    <a:pt x="22" y="5"/>
                    <a:pt x="5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18" name="Freeform 583">
              <a:extLst>
                <a:ext uri="{FF2B5EF4-FFF2-40B4-BE49-F238E27FC236}">
                  <a16:creationId xmlns:a16="http://schemas.microsoft.com/office/drawing/2014/main" id="{7D6B8FBB-55D6-43D1-8805-0318DFB83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277"/>
              <a:ext cx="7" cy="12"/>
            </a:xfrm>
            <a:custGeom>
              <a:avLst/>
              <a:gdLst>
                <a:gd name="T0" fmla="*/ 0 w 3"/>
                <a:gd name="T1" fmla="*/ 0 h 5"/>
                <a:gd name="T2" fmla="*/ 28 w 3"/>
                <a:gd name="T3" fmla="*/ 12 h 5"/>
                <a:gd name="T4" fmla="*/ 37 w 3"/>
                <a:gd name="T5" fmla="*/ 7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2"/>
                    <a:pt x="3" y="4"/>
                    <a:pt x="3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19" name="Freeform 584">
              <a:extLst>
                <a:ext uri="{FF2B5EF4-FFF2-40B4-BE49-F238E27FC236}">
                  <a16:creationId xmlns:a16="http://schemas.microsoft.com/office/drawing/2014/main" id="{04652384-A2BF-4696-B14D-5BBACA4FC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971"/>
              <a:ext cx="187" cy="73"/>
            </a:xfrm>
            <a:custGeom>
              <a:avLst/>
              <a:gdLst>
                <a:gd name="T0" fmla="*/ 0 w 81"/>
                <a:gd name="T1" fmla="*/ 433 h 30"/>
                <a:gd name="T2" fmla="*/ 85 w 81"/>
                <a:gd name="T3" fmla="*/ 319 h 30"/>
                <a:gd name="T4" fmla="*/ 272 w 81"/>
                <a:gd name="T5" fmla="*/ 161 h 30"/>
                <a:gd name="T6" fmla="*/ 713 w 81"/>
                <a:gd name="T7" fmla="*/ 0 h 30"/>
                <a:gd name="T8" fmla="*/ 997 w 81"/>
                <a:gd name="T9" fmla="*/ 4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30">
                  <a:moveTo>
                    <a:pt x="0" y="30"/>
                  </a:moveTo>
                  <a:cubicBezTo>
                    <a:pt x="3" y="28"/>
                    <a:pt x="4" y="25"/>
                    <a:pt x="7" y="22"/>
                  </a:cubicBezTo>
                  <a:cubicBezTo>
                    <a:pt x="11" y="18"/>
                    <a:pt x="17" y="14"/>
                    <a:pt x="22" y="11"/>
                  </a:cubicBezTo>
                  <a:cubicBezTo>
                    <a:pt x="33" y="5"/>
                    <a:pt x="46" y="1"/>
                    <a:pt x="58" y="0"/>
                  </a:cubicBezTo>
                  <a:cubicBezTo>
                    <a:pt x="66" y="0"/>
                    <a:pt x="74" y="1"/>
                    <a:pt x="81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0" name="Freeform 585">
              <a:extLst>
                <a:ext uri="{FF2B5EF4-FFF2-40B4-BE49-F238E27FC236}">
                  <a16:creationId xmlns:a16="http://schemas.microsoft.com/office/drawing/2014/main" id="{DC9F0EC9-B732-4206-81B9-F7E88A6D0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022"/>
              <a:ext cx="41" cy="15"/>
            </a:xfrm>
            <a:custGeom>
              <a:avLst/>
              <a:gdLst>
                <a:gd name="T0" fmla="*/ 0 w 18"/>
                <a:gd name="T1" fmla="*/ 95 h 6"/>
                <a:gd name="T2" fmla="*/ 212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6" y="5"/>
                    <a:pt x="12" y="2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1" name="Freeform 586">
              <a:extLst>
                <a:ext uri="{FF2B5EF4-FFF2-40B4-BE49-F238E27FC236}">
                  <a16:creationId xmlns:a16="http://schemas.microsoft.com/office/drawing/2014/main" id="{35B4CEF7-AC85-47CC-A103-DDFBF6165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1934"/>
              <a:ext cx="179" cy="37"/>
            </a:xfrm>
            <a:custGeom>
              <a:avLst/>
              <a:gdLst>
                <a:gd name="T0" fmla="*/ 0 w 78"/>
                <a:gd name="T1" fmla="*/ 224 h 15"/>
                <a:gd name="T2" fmla="*/ 280 w 78"/>
                <a:gd name="T3" fmla="*/ 91 h 15"/>
                <a:gd name="T4" fmla="*/ 654 w 78"/>
                <a:gd name="T5" fmla="*/ 12 h 15"/>
                <a:gd name="T6" fmla="*/ 943 w 78"/>
                <a:gd name="T7" fmla="*/ 9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5">
                  <a:moveTo>
                    <a:pt x="0" y="15"/>
                  </a:moveTo>
                  <a:cubicBezTo>
                    <a:pt x="9" y="15"/>
                    <a:pt x="16" y="8"/>
                    <a:pt x="23" y="6"/>
                  </a:cubicBezTo>
                  <a:cubicBezTo>
                    <a:pt x="34" y="2"/>
                    <a:pt x="43" y="0"/>
                    <a:pt x="54" y="1"/>
                  </a:cubicBezTo>
                  <a:cubicBezTo>
                    <a:pt x="63" y="1"/>
                    <a:pt x="70" y="3"/>
                    <a:pt x="78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2" name="Freeform 587">
              <a:extLst>
                <a:ext uri="{FF2B5EF4-FFF2-40B4-BE49-F238E27FC236}">
                  <a16:creationId xmlns:a16="http://schemas.microsoft.com/office/drawing/2014/main" id="{DA74D630-974D-4A01-B055-519BC0959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049"/>
              <a:ext cx="115" cy="98"/>
            </a:xfrm>
            <a:custGeom>
              <a:avLst/>
              <a:gdLst>
                <a:gd name="T0" fmla="*/ 0 w 50"/>
                <a:gd name="T1" fmla="*/ 588 h 40"/>
                <a:gd name="T2" fmla="*/ 610 w 50"/>
                <a:gd name="T3" fmla="*/ 2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0">
                  <a:moveTo>
                    <a:pt x="0" y="40"/>
                  </a:moveTo>
                  <a:cubicBezTo>
                    <a:pt x="3" y="20"/>
                    <a:pt x="31" y="0"/>
                    <a:pt x="50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3" name="Freeform 588">
              <a:extLst>
                <a:ext uri="{FF2B5EF4-FFF2-40B4-BE49-F238E27FC236}">
                  <a16:creationId xmlns:a16="http://schemas.microsoft.com/office/drawing/2014/main" id="{0A4F9632-2A98-475B-908C-D56D17CF8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985"/>
              <a:ext cx="113" cy="74"/>
            </a:xfrm>
            <a:custGeom>
              <a:avLst/>
              <a:gdLst>
                <a:gd name="T0" fmla="*/ 0 w 49"/>
                <a:gd name="T1" fmla="*/ 451 h 30"/>
                <a:gd name="T2" fmla="*/ 281 w 49"/>
                <a:gd name="T3" fmla="*/ 133 h 30"/>
                <a:gd name="T4" fmla="*/ 602 w 49"/>
                <a:gd name="T5" fmla="*/ 4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30"/>
                  </a:moveTo>
                  <a:cubicBezTo>
                    <a:pt x="4" y="19"/>
                    <a:pt x="12" y="13"/>
                    <a:pt x="23" y="9"/>
                  </a:cubicBezTo>
                  <a:cubicBezTo>
                    <a:pt x="30" y="6"/>
                    <a:pt x="42" y="0"/>
                    <a:pt x="49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4" name="Freeform 589">
              <a:extLst>
                <a:ext uri="{FF2B5EF4-FFF2-40B4-BE49-F238E27FC236}">
                  <a16:creationId xmlns:a16="http://schemas.microsoft.com/office/drawing/2014/main" id="{7A04937B-48EC-4AFB-BCEF-BA4E264C9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934"/>
              <a:ext cx="141" cy="59"/>
            </a:xfrm>
            <a:custGeom>
              <a:avLst/>
              <a:gdLst>
                <a:gd name="T0" fmla="*/ 0 w 61"/>
                <a:gd name="T1" fmla="*/ 356 h 24"/>
                <a:gd name="T2" fmla="*/ 754 w 61"/>
                <a:gd name="T3" fmla="*/ 7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24">
                  <a:moveTo>
                    <a:pt x="0" y="24"/>
                  </a:moveTo>
                  <a:cubicBezTo>
                    <a:pt x="11" y="7"/>
                    <a:pt x="43" y="0"/>
                    <a:pt x="61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5" name="Freeform 590">
              <a:extLst>
                <a:ext uri="{FF2B5EF4-FFF2-40B4-BE49-F238E27FC236}">
                  <a16:creationId xmlns:a16="http://schemas.microsoft.com/office/drawing/2014/main" id="{B785B852-CFA7-41F3-9AF3-D3B823C7E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958"/>
              <a:ext cx="4" cy="13"/>
            </a:xfrm>
            <a:custGeom>
              <a:avLst/>
              <a:gdLst>
                <a:gd name="T0" fmla="*/ 16 w 2"/>
                <a:gd name="T1" fmla="*/ 0 h 5"/>
                <a:gd name="T2" fmla="*/ 8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6" name="Freeform 591">
              <a:extLst>
                <a:ext uri="{FF2B5EF4-FFF2-40B4-BE49-F238E27FC236}">
                  <a16:creationId xmlns:a16="http://schemas.microsoft.com/office/drawing/2014/main" id="{8E49FEF4-59AC-453F-AE75-DE22E1E89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904"/>
              <a:ext cx="144" cy="37"/>
            </a:xfrm>
            <a:custGeom>
              <a:avLst/>
              <a:gdLst>
                <a:gd name="T0" fmla="*/ 0 w 63"/>
                <a:gd name="T1" fmla="*/ 224 h 15"/>
                <a:gd name="T2" fmla="*/ 464 w 63"/>
                <a:gd name="T3" fmla="*/ 12 h 15"/>
                <a:gd name="T4" fmla="*/ 752 w 63"/>
                <a:gd name="T5" fmla="*/ 19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5">
                  <a:moveTo>
                    <a:pt x="0" y="15"/>
                  </a:moveTo>
                  <a:cubicBezTo>
                    <a:pt x="5" y="2"/>
                    <a:pt x="28" y="0"/>
                    <a:pt x="39" y="1"/>
                  </a:cubicBezTo>
                  <a:cubicBezTo>
                    <a:pt x="47" y="2"/>
                    <a:pt x="58" y="6"/>
                    <a:pt x="63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7" name="Freeform 592">
              <a:extLst>
                <a:ext uri="{FF2B5EF4-FFF2-40B4-BE49-F238E27FC236}">
                  <a16:creationId xmlns:a16="http://schemas.microsoft.com/office/drawing/2014/main" id="{E86290CB-BD9B-44AE-823B-C84D74E1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907"/>
              <a:ext cx="143" cy="34"/>
            </a:xfrm>
            <a:custGeom>
              <a:avLst/>
              <a:gdLst>
                <a:gd name="T0" fmla="*/ 0 w 62"/>
                <a:gd name="T1" fmla="*/ 58 h 14"/>
                <a:gd name="T2" fmla="*/ 480 w 62"/>
                <a:gd name="T3" fmla="*/ 58 h 14"/>
                <a:gd name="T4" fmla="*/ 761 w 62"/>
                <a:gd name="T5" fmla="*/ 20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4">
                  <a:moveTo>
                    <a:pt x="0" y="4"/>
                  </a:moveTo>
                  <a:cubicBezTo>
                    <a:pt x="13" y="3"/>
                    <a:pt x="25" y="0"/>
                    <a:pt x="39" y="4"/>
                  </a:cubicBezTo>
                  <a:cubicBezTo>
                    <a:pt x="47" y="6"/>
                    <a:pt x="54" y="11"/>
                    <a:pt x="62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8" name="Freeform 593">
              <a:extLst>
                <a:ext uri="{FF2B5EF4-FFF2-40B4-BE49-F238E27FC236}">
                  <a16:creationId xmlns:a16="http://schemas.microsoft.com/office/drawing/2014/main" id="{8CB5A9D6-D7C2-479B-9210-060AD8CF8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897"/>
              <a:ext cx="158" cy="54"/>
            </a:xfrm>
            <a:custGeom>
              <a:avLst/>
              <a:gdLst>
                <a:gd name="T0" fmla="*/ 0 w 69"/>
                <a:gd name="T1" fmla="*/ 103 h 22"/>
                <a:gd name="T2" fmla="*/ 698 w 69"/>
                <a:gd name="T3" fmla="*/ 204 h 22"/>
                <a:gd name="T4" fmla="*/ 829 w 69"/>
                <a:gd name="T5" fmla="*/ 32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2">
                  <a:moveTo>
                    <a:pt x="0" y="7"/>
                  </a:moveTo>
                  <a:cubicBezTo>
                    <a:pt x="18" y="0"/>
                    <a:pt x="42" y="3"/>
                    <a:pt x="58" y="14"/>
                  </a:cubicBezTo>
                  <a:cubicBezTo>
                    <a:pt x="62" y="16"/>
                    <a:pt x="66" y="20"/>
                    <a:pt x="69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9" name="Freeform 594">
              <a:extLst>
                <a:ext uri="{FF2B5EF4-FFF2-40B4-BE49-F238E27FC236}">
                  <a16:creationId xmlns:a16="http://schemas.microsoft.com/office/drawing/2014/main" id="{07F20079-4162-4DC7-9B0C-3417C6795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907"/>
              <a:ext cx="154" cy="64"/>
            </a:xfrm>
            <a:custGeom>
              <a:avLst/>
              <a:gdLst>
                <a:gd name="T0" fmla="*/ 814 w 67"/>
                <a:gd name="T1" fmla="*/ 389 h 26"/>
                <a:gd name="T2" fmla="*/ 667 w 67"/>
                <a:gd name="T3" fmla="*/ 236 h 26"/>
                <a:gd name="T4" fmla="*/ 391 w 67"/>
                <a:gd name="T5" fmla="*/ 42 h 26"/>
                <a:gd name="T6" fmla="*/ 0 w 67"/>
                <a:gd name="T7" fmla="*/ 1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6">
                  <a:moveTo>
                    <a:pt x="67" y="26"/>
                  </a:moveTo>
                  <a:cubicBezTo>
                    <a:pt x="62" y="24"/>
                    <a:pt x="58" y="19"/>
                    <a:pt x="55" y="16"/>
                  </a:cubicBezTo>
                  <a:cubicBezTo>
                    <a:pt x="48" y="11"/>
                    <a:pt x="40" y="6"/>
                    <a:pt x="32" y="3"/>
                  </a:cubicBezTo>
                  <a:cubicBezTo>
                    <a:pt x="21" y="0"/>
                    <a:pt x="12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0" name="Freeform 595">
              <a:extLst>
                <a:ext uri="{FF2B5EF4-FFF2-40B4-BE49-F238E27FC236}">
                  <a16:creationId xmlns:a16="http://schemas.microsoft.com/office/drawing/2014/main" id="{3683BABC-54F0-4505-BFA3-E2379393D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877"/>
              <a:ext cx="165" cy="32"/>
            </a:xfrm>
            <a:custGeom>
              <a:avLst/>
              <a:gdLst>
                <a:gd name="T0" fmla="*/ 0 w 72"/>
                <a:gd name="T1" fmla="*/ 194 h 13"/>
                <a:gd name="T2" fmla="*/ 589 w 72"/>
                <a:gd name="T3" fmla="*/ 30 h 13"/>
                <a:gd name="T4" fmla="*/ 866 w 72"/>
                <a:gd name="T5" fmla="*/ 1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3">
                  <a:moveTo>
                    <a:pt x="0" y="13"/>
                  </a:moveTo>
                  <a:cubicBezTo>
                    <a:pt x="12" y="0"/>
                    <a:pt x="34" y="0"/>
                    <a:pt x="49" y="2"/>
                  </a:cubicBezTo>
                  <a:cubicBezTo>
                    <a:pt x="58" y="3"/>
                    <a:pt x="65" y="6"/>
                    <a:pt x="72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1" name="Freeform 596">
              <a:extLst>
                <a:ext uri="{FF2B5EF4-FFF2-40B4-BE49-F238E27FC236}">
                  <a16:creationId xmlns:a16="http://schemas.microsoft.com/office/drawing/2014/main" id="{892698B2-1A81-46D0-AB41-00DF4F57D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855"/>
              <a:ext cx="168" cy="59"/>
            </a:xfrm>
            <a:custGeom>
              <a:avLst/>
              <a:gdLst>
                <a:gd name="T0" fmla="*/ 0 w 73"/>
                <a:gd name="T1" fmla="*/ 162 h 24"/>
                <a:gd name="T2" fmla="*/ 891 w 73"/>
                <a:gd name="T3" fmla="*/ 3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24">
                  <a:moveTo>
                    <a:pt x="0" y="11"/>
                  </a:moveTo>
                  <a:cubicBezTo>
                    <a:pt x="22" y="0"/>
                    <a:pt x="56" y="6"/>
                    <a:pt x="73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2" name="Freeform 597">
              <a:extLst>
                <a:ext uri="{FF2B5EF4-FFF2-40B4-BE49-F238E27FC236}">
                  <a16:creationId xmlns:a16="http://schemas.microsoft.com/office/drawing/2014/main" id="{49C07D8F-A431-462D-903E-A450F4420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929"/>
              <a:ext cx="156" cy="91"/>
            </a:xfrm>
            <a:custGeom>
              <a:avLst/>
              <a:gdLst>
                <a:gd name="T0" fmla="*/ 0 w 68"/>
                <a:gd name="T1" fmla="*/ 0 h 37"/>
                <a:gd name="T2" fmla="*/ 691 w 68"/>
                <a:gd name="T3" fmla="*/ 298 h 37"/>
                <a:gd name="T4" fmla="*/ 821 w 68"/>
                <a:gd name="T5" fmla="*/ 55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7">
                  <a:moveTo>
                    <a:pt x="0" y="0"/>
                  </a:moveTo>
                  <a:cubicBezTo>
                    <a:pt x="22" y="0"/>
                    <a:pt x="42" y="4"/>
                    <a:pt x="57" y="20"/>
                  </a:cubicBezTo>
                  <a:cubicBezTo>
                    <a:pt x="62" y="25"/>
                    <a:pt x="66" y="31"/>
                    <a:pt x="68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3" name="Freeform 598">
              <a:extLst>
                <a:ext uri="{FF2B5EF4-FFF2-40B4-BE49-F238E27FC236}">
                  <a16:creationId xmlns:a16="http://schemas.microsoft.com/office/drawing/2014/main" id="{97B5D14A-3446-4828-A7A8-02BBD35A0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966"/>
              <a:ext cx="140" cy="117"/>
            </a:xfrm>
            <a:custGeom>
              <a:avLst/>
              <a:gdLst>
                <a:gd name="T0" fmla="*/ 0 w 61"/>
                <a:gd name="T1" fmla="*/ 0 h 48"/>
                <a:gd name="T2" fmla="*/ 353 w 61"/>
                <a:gd name="T3" fmla="*/ 144 h 48"/>
                <a:gd name="T4" fmla="*/ 569 w 61"/>
                <a:gd name="T5" fmla="*/ 351 h 48"/>
                <a:gd name="T6" fmla="*/ 737 w 61"/>
                <a:gd name="T7" fmla="*/ 695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8">
                  <a:moveTo>
                    <a:pt x="0" y="0"/>
                  </a:moveTo>
                  <a:cubicBezTo>
                    <a:pt x="7" y="4"/>
                    <a:pt x="21" y="6"/>
                    <a:pt x="29" y="10"/>
                  </a:cubicBezTo>
                  <a:cubicBezTo>
                    <a:pt x="36" y="13"/>
                    <a:pt x="42" y="18"/>
                    <a:pt x="47" y="24"/>
                  </a:cubicBezTo>
                  <a:cubicBezTo>
                    <a:pt x="54" y="31"/>
                    <a:pt x="57" y="39"/>
                    <a:pt x="61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4" name="Freeform 599">
              <a:extLst>
                <a:ext uri="{FF2B5EF4-FFF2-40B4-BE49-F238E27FC236}">
                  <a16:creationId xmlns:a16="http://schemas.microsoft.com/office/drawing/2014/main" id="{D7BB6663-4614-4140-8E66-9AB1F01ED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882"/>
              <a:ext cx="128" cy="52"/>
            </a:xfrm>
            <a:custGeom>
              <a:avLst/>
              <a:gdLst>
                <a:gd name="T0" fmla="*/ 0 w 56"/>
                <a:gd name="T1" fmla="*/ 0 h 21"/>
                <a:gd name="T2" fmla="*/ 501 w 56"/>
                <a:gd name="T3" fmla="*/ 134 h 21"/>
                <a:gd name="T4" fmla="*/ 670 w 56"/>
                <a:gd name="T5" fmla="*/ 31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1">
                  <a:moveTo>
                    <a:pt x="0" y="0"/>
                  </a:moveTo>
                  <a:cubicBezTo>
                    <a:pt x="14" y="0"/>
                    <a:pt x="29" y="2"/>
                    <a:pt x="42" y="9"/>
                  </a:cubicBezTo>
                  <a:cubicBezTo>
                    <a:pt x="47" y="13"/>
                    <a:pt x="51" y="17"/>
                    <a:pt x="56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5" name="Freeform 600">
              <a:extLst>
                <a:ext uri="{FF2B5EF4-FFF2-40B4-BE49-F238E27FC236}">
                  <a16:creationId xmlns:a16="http://schemas.microsoft.com/office/drawing/2014/main" id="{9B74409E-17E9-4033-80B1-F85D51DEF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892"/>
              <a:ext cx="156" cy="91"/>
            </a:xfrm>
            <a:custGeom>
              <a:avLst/>
              <a:gdLst>
                <a:gd name="T0" fmla="*/ 0 w 68"/>
                <a:gd name="T1" fmla="*/ 42 h 37"/>
                <a:gd name="T2" fmla="*/ 821 w 68"/>
                <a:gd name="T3" fmla="*/ 55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7">
                  <a:moveTo>
                    <a:pt x="0" y="3"/>
                  </a:moveTo>
                  <a:cubicBezTo>
                    <a:pt x="25" y="0"/>
                    <a:pt x="57" y="15"/>
                    <a:pt x="68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6" name="Freeform 601">
              <a:extLst>
                <a:ext uri="{FF2B5EF4-FFF2-40B4-BE49-F238E27FC236}">
                  <a16:creationId xmlns:a16="http://schemas.microsoft.com/office/drawing/2014/main" id="{E1E5EAAB-B18D-41C0-B00F-D29823E85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017"/>
              <a:ext cx="87" cy="118"/>
            </a:xfrm>
            <a:custGeom>
              <a:avLst/>
              <a:gdLst>
                <a:gd name="T0" fmla="*/ 0 w 38"/>
                <a:gd name="T1" fmla="*/ 0 h 48"/>
                <a:gd name="T2" fmla="*/ 410 w 38"/>
                <a:gd name="T3" fmla="*/ 430 h 48"/>
                <a:gd name="T4" fmla="*/ 430 w 38"/>
                <a:gd name="T5" fmla="*/ 71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8">
                  <a:moveTo>
                    <a:pt x="0" y="0"/>
                  </a:moveTo>
                  <a:cubicBezTo>
                    <a:pt x="14" y="4"/>
                    <a:pt x="27" y="16"/>
                    <a:pt x="34" y="29"/>
                  </a:cubicBezTo>
                  <a:cubicBezTo>
                    <a:pt x="36" y="33"/>
                    <a:pt x="38" y="43"/>
                    <a:pt x="36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7" name="Freeform 602">
              <a:extLst>
                <a:ext uri="{FF2B5EF4-FFF2-40B4-BE49-F238E27FC236}">
                  <a16:creationId xmlns:a16="http://schemas.microsoft.com/office/drawing/2014/main" id="{2D534776-2589-4377-B287-4198EFC00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150"/>
              <a:ext cx="99" cy="161"/>
            </a:xfrm>
            <a:custGeom>
              <a:avLst/>
              <a:gdLst>
                <a:gd name="T0" fmla="*/ 0 w 43"/>
                <a:gd name="T1" fmla="*/ 0 h 66"/>
                <a:gd name="T2" fmla="*/ 186 w 43"/>
                <a:gd name="T3" fmla="*/ 161 h 66"/>
                <a:gd name="T4" fmla="*/ 403 w 43"/>
                <a:gd name="T5" fmla="*/ 524 h 66"/>
                <a:gd name="T6" fmla="*/ 477 w 43"/>
                <a:gd name="T7" fmla="*/ 959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6">
                  <a:moveTo>
                    <a:pt x="0" y="0"/>
                  </a:moveTo>
                  <a:cubicBezTo>
                    <a:pt x="4" y="0"/>
                    <a:pt x="12" y="8"/>
                    <a:pt x="15" y="11"/>
                  </a:cubicBezTo>
                  <a:cubicBezTo>
                    <a:pt x="22" y="18"/>
                    <a:pt x="28" y="27"/>
                    <a:pt x="33" y="36"/>
                  </a:cubicBezTo>
                  <a:cubicBezTo>
                    <a:pt x="38" y="45"/>
                    <a:pt x="43" y="57"/>
                    <a:pt x="39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8" name="Freeform 603">
              <a:extLst>
                <a:ext uri="{FF2B5EF4-FFF2-40B4-BE49-F238E27FC236}">
                  <a16:creationId xmlns:a16="http://schemas.microsoft.com/office/drawing/2014/main" id="{C36D3311-8D66-48B4-9167-DD23210DF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297"/>
              <a:ext cx="48" cy="174"/>
            </a:xfrm>
            <a:custGeom>
              <a:avLst/>
              <a:gdLst>
                <a:gd name="T0" fmla="*/ 0 w 21"/>
                <a:gd name="T1" fmla="*/ 0 h 71"/>
                <a:gd name="T2" fmla="*/ 0 w 21"/>
                <a:gd name="T3" fmla="*/ 29 h 71"/>
                <a:gd name="T4" fmla="*/ 158 w 21"/>
                <a:gd name="T5" fmla="*/ 282 h 71"/>
                <a:gd name="T6" fmla="*/ 240 w 21"/>
                <a:gd name="T7" fmla="*/ 738 h 71"/>
                <a:gd name="T8" fmla="*/ 224 w 21"/>
                <a:gd name="T9" fmla="*/ 10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1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6" y="3"/>
                    <a:pt x="11" y="14"/>
                    <a:pt x="13" y="19"/>
                  </a:cubicBezTo>
                  <a:cubicBezTo>
                    <a:pt x="19" y="29"/>
                    <a:pt x="20" y="40"/>
                    <a:pt x="20" y="50"/>
                  </a:cubicBezTo>
                  <a:cubicBezTo>
                    <a:pt x="20" y="57"/>
                    <a:pt x="21" y="65"/>
                    <a:pt x="19" y="7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9" name="Freeform 604">
              <a:extLst>
                <a:ext uri="{FF2B5EF4-FFF2-40B4-BE49-F238E27FC236}">
                  <a16:creationId xmlns:a16="http://schemas.microsoft.com/office/drawing/2014/main" id="{EE9DE758-2EE2-4179-A804-03526336F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059"/>
              <a:ext cx="92" cy="152"/>
            </a:xfrm>
            <a:custGeom>
              <a:avLst/>
              <a:gdLst>
                <a:gd name="T0" fmla="*/ 0 w 40"/>
                <a:gd name="T1" fmla="*/ 0 h 62"/>
                <a:gd name="T2" fmla="*/ 375 w 40"/>
                <a:gd name="T3" fmla="*/ 444 h 62"/>
                <a:gd name="T4" fmla="*/ 476 w 40"/>
                <a:gd name="T5" fmla="*/ 9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2">
                  <a:moveTo>
                    <a:pt x="0" y="0"/>
                  </a:moveTo>
                  <a:cubicBezTo>
                    <a:pt x="12" y="6"/>
                    <a:pt x="25" y="17"/>
                    <a:pt x="31" y="30"/>
                  </a:cubicBezTo>
                  <a:cubicBezTo>
                    <a:pt x="35" y="39"/>
                    <a:pt x="40" y="53"/>
                    <a:pt x="39" y="6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0" name="Freeform 605">
              <a:extLst>
                <a:ext uri="{FF2B5EF4-FFF2-40B4-BE49-F238E27FC236}">
                  <a16:creationId xmlns:a16="http://schemas.microsoft.com/office/drawing/2014/main" id="{E0846698-ECE6-416F-98C5-A6E86A4FE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120"/>
              <a:ext cx="28" cy="37"/>
            </a:xfrm>
            <a:custGeom>
              <a:avLst/>
              <a:gdLst>
                <a:gd name="T0" fmla="*/ 0 w 12"/>
                <a:gd name="T1" fmla="*/ 0 h 15"/>
                <a:gd name="T2" fmla="*/ 152 w 12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3" y="6"/>
                    <a:pt x="6" y="11"/>
                    <a:pt x="12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1" name="Freeform 606">
              <a:extLst>
                <a:ext uri="{FF2B5EF4-FFF2-40B4-BE49-F238E27FC236}">
                  <a16:creationId xmlns:a16="http://schemas.microsoft.com/office/drawing/2014/main" id="{D52A6D61-2EC1-4AAC-88A4-B7B9DE387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172"/>
              <a:ext cx="60" cy="142"/>
            </a:xfrm>
            <a:custGeom>
              <a:avLst/>
              <a:gdLst>
                <a:gd name="T0" fmla="*/ 0 w 26"/>
                <a:gd name="T1" fmla="*/ 0 h 58"/>
                <a:gd name="T2" fmla="*/ 208 w 26"/>
                <a:gd name="T3" fmla="*/ 203 h 58"/>
                <a:gd name="T4" fmla="*/ 293 w 26"/>
                <a:gd name="T5" fmla="*/ 526 h 58"/>
                <a:gd name="T6" fmla="*/ 293 w 26"/>
                <a:gd name="T7" fmla="*/ 852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8">
                  <a:moveTo>
                    <a:pt x="0" y="0"/>
                  </a:moveTo>
                  <a:cubicBezTo>
                    <a:pt x="6" y="5"/>
                    <a:pt x="12" y="8"/>
                    <a:pt x="17" y="14"/>
                  </a:cubicBezTo>
                  <a:cubicBezTo>
                    <a:pt x="22" y="20"/>
                    <a:pt x="22" y="28"/>
                    <a:pt x="24" y="36"/>
                  </a:cubicBezTo>
                  <a:cubicBezTo>
                    <a:pt x="25" y="43"/>
                    <a:pt x="26" y="53"/>
                    <a:pt x="24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2" name="Freeform 607">
              <a:extLst>
                <a:ext uri="{FF2B5EF4-FFF2-40B4-BE49-F238E27FC236}">
                  <a16:creationId xmlns:a16="http://schemas.microsoft.com/office/drawing/2014/main" id="{001CDA84-0A59-4B25-A748-1A55ECF08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287"/>
              <a:ext cx="23" cy="24"/>
            </a:xfrm>
            <a:custGeom>
              <a:avLst/>
              <a:gdLst>
                <a:gd name="T0" fmla="*/ 0 w 10"/>
                <a:gd name="T1" fmla="*/ 0 h 10"/>
                <a:gd name="T2" fmla="*/ 122 w 10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3" y="3"/>
                    <a:pt x="7" y="6"/>
                    <a:pt x="1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3" name="Freeform 608">
              <a:extLst>
                <a:ext uri="{FF2B5EF4-FFF2-40B4-BE49-F238E27FC236}">
                  <a16:creationId xmlns:a16="http://schemas.microsoft.com/office/drawing/2014/main" id="{1094F30E-5157-49D5-98CD-CA4AC4FCE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213"/>
              <a:ext cx="46" cy="177"/>
            </a:xfrm>
            <a:custGeom>
              <a:avLst/>
              <a:gdLst>
                <a:gd name="T0" fmla="*/ 0 w 20"/>
                <a:gd name="T1" fmla="*/ 0 h 72"/>
                <a:gd name="T2" fmla="*/ 131 w 20"/>
                <a:gd name="T3" fmla="*/ 194 h 72"/>
                <a:gd name="T4" fmla="*/ 244 w 20"/>
                <a:gd name="T5" fmla="*/ 671 h 72"/>
                <a:gd name="T6" fmla="*/ 207 w 20"/>
                <a:gd name="T7" fmla="*/ 1057 h 72"/>
                <a:gd name="T8" fmla="*/ 207 w 20"/>
                <a:gd name="T9" fmla="*/ 104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2">
                  <a:moveTo>
                    <a:pt x="0" y="0"/>
                  </a:moveTo>
                  <a:cubicBezTo>
                    <a:pt x="6" y="1"/>
                    <a:pt x="9" y="8"/>
                    <a:pt x="11" y="13"/>
                  </a:cubicBezTo>
                  <a:cubicBezTo>
                    <a:pt x="18" y="23"/>
                    <a:pt x="20" y="32"/>
                    <a:pt x="20" y="45"/>
                  </a:cubicBezTo>
                  <a:cubicBezTo>
                    <a:pt x="20" y="54"/>
                    <a:pt x="19" y="62"/>
                    <a:pt x="17" y="71"/>
                  </a:cubicBezTo>
                  <a:cubicBezTo>
                    <a:pt x="16" y="72"/>
                    <a:pt x="17" y="71"/>
                    <a:pt x="17" y="7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4" name="Freeform 609">
              <a:extLst>
                <a:ext uri="{FF2B5EF4-FFF2-40B4-BE49-F238E27FC236}">
                  <a16:creationId xmlns:a16="http://schemas.microsoft.com/office/drawing/2014/main" id="{22D0EAE5-5E94-4568-AF72-7B867D125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093"/>
              <a:ext cx="85" cy="115"/>
            </a:xfrm>
            <a:custGeom>
              <a:avLst/>
              <a:gdLst>
                <a:gd name="T0" fmla="*/ 0 w 37"/>
                <a:gd name="T1" fmla="*/ 0 h 47"/>
                <a:gd name="T2" fmla="*/ 448 w 37"/>
                <a:gd name="T3" fmla="*/ 688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7">
                  <a:moveTo>
                    <a:pt x="0" y="0"/>
                  </a:moveTo>
                  <a:cubicBezTo>
                    <a:pt x="22" y="5"/>
                    <a:pt x="31" y="30"/>
                    <a:pt x="37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5" name="Freeform 610">
              <a:extLst>
                <a:ext uri="{FF2B5EF4-FFF2-40B4-BE49-F238E27FC236}">
                  <a16:creationId xmlns:a16="http://schemas.microsoft.com/office/drawing/2014/main" id="{DCC7AF58-3DDD-47DA-BE31-0659E57E6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939"/>
              <a:ext cx="122" cy="98"/>
            </a:xfrm>
            <a:custGeom>
              <a:avLst/>
              <a:gdLst>
                <a:gd name="T0" fmla="*/ 0 w 53"/>
                <a:gd name="T1" fmla="*/ 0 h 40"/>
                <a:gd name="T2" fmla="*/ 366 w 53"/>
                <a:gd name="T3" fmla="*/ 174 h 40"/>
                <a:gd name="T4" fmla="*/ 635 w 53"/>
                <a:gd name="T5" fmla="*/ 58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40">
                  <a:moveTo>
                    <a:pt x="0" y="0"/>
                  </a:moveTo>
                  <a:cubicBezTo>
                    <a:pt x="11" y="3"/>
                    <a:pt x="21" y="6"/>
                    <a:pt x="30" y="12"/>
                  </a:cubicBezTo>
                  <a:cubicBezTo>
                    <a:pt x="37" y="17"/>
                    <a:pt x="53" y="31"/>
                    <a:pt x="52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6" name="Freeform 611">
              <a:extLst>
                <a:ext uri="{FF2B5EF4-FFF2-40B4-BE49-F238E27FC236}">
                  <a16:creationId xmlns:a16="http://schemas.microsoft.com/office/drawing/2014/main" id="{8591D567-51FD-4C49-B676-FE5F11521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002"/>
              <a:ext cx="96" cy="96"/>
            </a:xfrm>
            <a:custGeom>
              <a:avLst/>
              <a:gdLst>
                <a:gd name="T0" fmla="*/ 0 w 42"/>
                <a:gd name="T1" fmla="*/ 0 h 39"/>
                <a:gd name="T2" fmla="*/ 334 w 42"/>
                <a:gd name="T3" fmla="*/ 266 h 39"/>
                <a:gd name="T4" fmla="*/ 501 w 42"/>
                <a:gd name="T5" fmla="*/ 581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9">
                  <a:moveTo>
                    <a:pt x="0" y="0"/>
                  </a:moveTo>
                  <a:cubicBezTo>
                    <a:pt x="10" y="4"/>
                    <a:pt x="20" y="10"/>
                    <a:pt x="28" y="18"/>
                  </a:cubicBezTo>
                  <a:cubicBezTo>
                    <a:pt x="33" y="24"/>
                    <a:pt x="38" y="33"/>
                    <a:pt x="42" y="3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7" name="Freeform 612">
              <a:extLst>
                <a:ext uri="{FF2B5EF4-FFF2-40B4-BE49-F238E27FC236}">
                  <a16:creationId xmlns:a16="http://schemas.microsoft.com/office/drawing/2014/main" id="{E017B21D-E4E7-4F92-AD08-3CB7338E3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071"/>
              <a:ext cx="20" cy="7"/>
            </a:xfrm>
            <a:custGeom>
              <a:avLst/>
              <a:gdLst>
                <a:gd name="T0" fmla="*/ 0 w 9"/>
                <a:gd name="T1" fmla="*/ 28 h 3"/>
                <a:gd name="T2" fmla="*/ 98 w 9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2" y="0"/>
                    <a:pt x="6" y="2"/>
                    <a:pt x="9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8" name="Freeform 613">
              <a:extLst>
                <a:ext uri="{FF2B5EF4-FFF2-40B4-BE49-F238E27FC236}">
                  <a16:creationId xmlns:a16="http://schemas.microsoft.com/office/drawing/2014/main" id="{97E9F15F-D5E9-4675-9E15-2C91F8A86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147"/>
              <a:ext cx="23" cy="39"/>
            </a:xfrm>
            <a:custGeom>
              <a:avLst/>
              <a:gdLst>
                <a:gd name="T0" fmla="*/ 0 w 10"/>
                <a:gd name="T1" fmla="*/ 0 h 16"/>
                <a:gd name="T2" fmla="*/ 122 w 10"/>
                <a:gd name="T3" fmla="*/ 23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0" y="6"/>
                    <a:pt x="7" y="12"/>
                    <a:pt x="1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9" name="Freeform 614">
              <a:extLst>
                <a:ext uri="{FF2B5EF4-FFF2-40B4-BE49-F238E27FC236}">
                  <a16:creationId xmlns:a16="http://schemas.microsoft.com/office/drawing/2014/main" id="{F5887062-86FD-43BC-92ED-E1CA726AB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306"/>
              <a:ext cx="5" cy="30"/>
            </a:xfrm>
            <a:custGeom>
              <a:avLst/>
              <a:gdLst>
                <a:gd name="T0" fmla="*/ 0 w 2"/>
                <a:gd name="T1" fmla="*/ 0 h 12"/>
                <a:gd name="T2" fmla="*/ 33 w 2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1" y="4"/>
                    <a:pt x="1" y="8"/>
                    <a:pt x="2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0" name="Freeform 615">
              <a:extLst>
                <a:ext uri="{FF2B5EF4-FFF2-40B4-BE49-F238E27FC236}">
                  <a16:creationId xmlns:a16="http://schemas.microsoft.com/office/drawing/2014/main" id="{7E53B499-41E0-41A2-9BA5-899E644A4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975"/>
              <a:ext cx="11" cy="10"/>
            </a:xfrm>
            <a:custGeom>
              <a:avLst/>
              <a:gdLst>
                <a:gd name="T0" fmla="*/ 0 w 5"/>
                <a:gd name="T1" fmla="*/ 63 h 4"/>
                <a:gd name="T2" fmla="*/ 53 w 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2"/>
                    <a:pt x="3" y="0"/>
                    <a:pt x="5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1" name="Freeform 616">
              <a:extLst>
                <a:ext uri="{FF2B5EF4-FFF2-40B4-BE49-F238E27FC236}">
                  <a16:creationId xmlns:a16="http://schemas.microsoft.com/office/drawing/2014/main" id="{24ED44F1-D456-4092-85F7-53B282D07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929"/>
              <a:ext cx="12" cy="15"/>
            </a:xfrm>
            <a:custGeom>
              <a:avLst/>
              <a:gdLst>
                <a:gd name="T0" fmla="*/ 70 w 5"/>
                <a:gd name="T1" fmla="*/ 0 h 6"/>
                <a:gd name="T2" fmla="*/ 29 w 5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1"/>
                    <a:pt x="0" y="3"/>
                    <a:pt x="2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2" name="Freeform 617">
              <a:extLst>
                <a:ext uri="{FF2B5EF4-FFF2-40B4-BE49-F238E27FC236}">
                  <a16:creationId xmlns:a16="http://schemas.microsoft.com/office/drawing/2014/main" id="{3D7DEE4A-A621-4BAF-823B-F94C79CCF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909"/>
              <a:ext cx="3" cy="15"/>
            </a:xfrm>
            <a:custGeom>
              <a:avLst/>
              <a:gdLst>
                <a:gd name="T0" fmla="*/ 27 w 1"/>
                <a:gd name="T1" fmla="*/ 0 h 6"/>
                <a:gd name="T2" fmla="*/ 27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3" name="Freeform 618">
              <a:extLst>
                <a:ext uri="{FF2B5EF4-FFF2-40B4-BE49-F238E27FC236}">
                  <a16:creationId xmlns:a16="http://schemas.microsoft.com/office/drawing/2014/main" id="{C7FBF927-B253-421A-B022-299D2F13B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1917"/>
              <a:ext cx="9" cy="12"/>
            </a:xfrm>
            <a:custGeom>
              <a:avLst/>
              <a:gdLst>
                <a:gd name="T0" fmla="*/ 45 w 4"/>
                <a:gd name="T1" fmla="*/ 0 h 5"/>
                <a:gd name="T2" fmla="*/ 25 w 4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1" y="1"/>
                    <a:pt x="0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4" name="Freeform 619">
              <a:extLst>
                <a:ext uri="{FF2B5EF4-FFF2-40B4-BE49-F238E27FC236}">
                  <a16:creationId xmlns:a16="http://schemas.microsoft.com/office/drawing/2014/main" id="{8966BB1F-A836-4C95-9F88-3AD33883B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971"/>
              <a:ext cx="2" cy="4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5" name="Freeform 620">
              <a:extLst>
                <a:ext uri="{FF2B5EF4-FFF2-40B4-BE49-F238E27FC236}">
                  <a16:creationId xmlns:a16="http://schemas.microsoft.com/office/drawing/2014/main" id="{49378042-9F0B-400E-B223-077BF1498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390"/>
              <a:ext cx="21" cy="103"/>
            </a:xfrm>
            <a:custGeom>
              <a:avLst/>
              <a:gdLst>
                <a:gd name="T0" fmla="*/ 0 w 9"/>
                <a:gd name="T1" fmla="*/ 0 h 42"/>
                <a:gd name="T2" fmla="*/ 65 w 9"/>
                <a:gd name="T3" fmla="*/ 174 h 42"/>
                <a:gd name="T4" fmla="*/ 114 w 9"/>
                <a:gd name="T5" fmla="*/ 456 h 42"/>
                <a:gd name="T6" fmla="*/ 86 w 9"/>
                <a:gd name="T7" fmla="*/ 62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2">
                  <a:moveTo>
                    <a:pt x="0" y="0"/>
                  </a:moveTo>
                  <a:cubicBezTo>
                    <a:pt x="3" y="3"/>
                    <a:pt x="4" y="8"/>
                    <a:pt x="5" y="12"/>
                  </a:cubicBezTo>
                  <a:cubicBezTo>
                    <a:pt x="6" y="18"/>
                    <a:pt x="9" y="25"/>
                    <a:pt x="9" y="31"/>
                  </a:cubicBezTo>
                  <a:cubicBezTo>
                    <a:pt x="8" y="34"/>
                    <a:pt x="8" y="39"/>
                    <a:pt x="7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6" name="Freeform 621">
              <a:extLst>
                <a:ext uri="{FF2B5EF4-FFF2-40B4-BE49-F238E27FC236}">
                  <a16:creationId xmlns:a16="http://schemas.microsoft.com/office/drawing/2014/main" id="{B16D3801-DD85-46F6-B926-445D17ED1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329"/>
              <a:ext cx="27" cy="139"/>
            </a:xfrm>
            <a:custGeom>
              <a:avLst/>
              <a:gdLst>
                <a:gd name="T0" fmla="*/ 0 w 12"/>
                <a:gd name="T1" fmla="*/ 0 h 57"/>
                <a:gd name="T2" fmla="*/ 126 w 12"/>
                <a:gd name="T3" fmla="*/ 476 h 57"/>
                <a:gd name="T4" fmla="*/ 72 w 12"/>
                <a:gd name="T5" fmla="*/ 736 h 57"/>
                <a:gd name="T6" fmla="*/ 45 w 12"/>
                <a:gd name="T7" fmla="*/ 827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7">
                  <a:moveTo>
                    <a:pt x="0" y="0"/>
                  </a:moveTo>
                  <a:cubicBezTo>
                    <a:pt x="9" y="9"/>
                    <a:pt x="12" y="21"/>
                    <a:pt x="11" y="33"/>
                  </a:cubicBezTo>
                  <a:cubicBezTo>
                    <a:pt x="10" y="40"/>
                    <a:pt x="9" y="46"/>
                    <a:pt x="6" y="51"/>
                  </a:cubicBezTo>
                  <a:cubicBezTo>
                    <a:pt x="6" y="53"/>
                    <a:pt x="4" y="55"/>
                    <a:pt x="4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7" name="Freeform 622">
              <a:extLst>
                <a:ext uri="{FF2B5EF4-FFF2-40B4-BE49-F238E27FC236}">
                  <a16:creationId xmlns:a16="http://schemas.microsoft.com/office/drawing/2014/main" id="{CFA932DF-8AD6-413A-8FF5-2FF63C629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449"/>
              <a:ext cx="16" cy="73"/>
            </a:xfrm>
            <a:custGeom>
              <a:avLst/>
              <a:gdLst>
                <a:gd name="T0" fmla="*/ 0 w 7"/>
                <a:gd name="T1" fmla="*/ 0 h 30"/>
                <a:gd name="T2" fmla="*/ 85 w 7"/>
                <a:gd name="T3" fmla="*/ 43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0">
                  <a:moveTo>
                    <a:pt x="0" y="0"/>
                  </a:moveTo>
                  <a:cubicBezTo>
                    <a:pt x="4" y="9"/>
                    <a:pt x="5" y="21"/>
                    <a:pt x="7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8" name="Freeform 623">
              <a:extLst>
                <a:ext uri="{FF2B5EF4-FFF2-40B4-BE49-F238E27FC236}">
                  <a16:creationId xmlns:a16="http://schemas.microsoft.com/office/drawing/2014/main" id="{3D04BD0F-4227-4FE0-A39F-57E933777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3383"/>
              <a:ext cx="437" cy="591"/>
            </a:xfrm>
            <a:custGeom>
              <a:avLst/>
              <a:gdLst>
                <a:gd name="T0" fmla="*/ 2312 w 190"/>
                <a:gd name="T1" fmla="*/ 2153 h 241"/>
                <a:gd name="T2" fmla="*/ 1851 w 190"/>
                <a:gd name="T3" fmla="*/ 1268 h 241"/>
                <a:gd name="T4" fmla="*/ 720 w 190"/>
                <a:gd name="T5" fmla="*/ 650 h 241"/>
                <a:gd name="T6" fmla="*/ 64 w 190"/>
                <a:gd name="T7" fmla="*/ 61 h 241"/>
                <a:gd name="T8" fmla="*/ 12 w 190"/>
                <a:gd name="T9" fmla="*/ 620 h 241"/>
                <a:gd name="T10" fmla="*/ 64 w 190"/>
                <a:gd name="T11" fmla="*/ 1685 h 241"/>
                <a:gd name="T12" fmla="*/ 317 w 190"/>
                <a:gd name="T13" fmla="*/ 3271 h 241"/>
                <a:gd name="T14" fmla="*/ 281 w 190"/>
                <a:gd name="T15" fmla="*/ 3553 h 2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0" h="241">
                  <a:moveTo>
                    <a:pt x="190" y="146"/>
                  </a:moveTo>
                  <a:cubicBezTo>
                    <a:pt x="190" y="134"/>
                    <a:pt x="177" y="97"/>
                    <a:pt x="152" y="86"/>
                  </a:cubicBezTo>
                  <a:cubicBezTo>
                    <a:pt x="126" y="74"/>
                    <a:pt x="87" y="66"/>
                    <a:pt x="59" y="44"/>
                  </a:cubicBezTo>
                  <a:cubicBezTo>
                    <a:pt x="30" y="23"/>
                    <a:pt x="11" y="0"/>
                    <a:pt x="5" y="4"/>
                  </a:cubicBezTo>
                  <a:cubicBezTo>
                    <a:pt x="0" y="6"/>
                    <a:pt x="1" y="20"/>
                    <a:pt x="1" y="42"/>
                  </a:cubicBezTo>
                  <a:cubicBezTo>
                    <a:pt x="2" y="63"/>
                    <a:pt x="2" y="90"/>
                    <a:pt x="5" y="114"/>
                  </a:cubicBezTo>
                  <a:cubicBezTo>
                    <a:pt x="8" y="138"/>
                    <a:pt x="27" y="203"/>
                    <a:pt x="26" y="222"/>
                  </a:cubicBezTo>
                  <a:cubicBezTo>
                    <a:pt x="25" y="240"/>
                    <a:pt x="23" y="241"/>
                    <a:pt x="23" y="241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9" name="Freeform 624">
              <a:extLst>
                <a:ext uri="{FF2B5EF4-FFF2-40B4-BE49-F238E27FC236}">
                  <a16:creationId xmlns:a16="http://schemas.microsoft.com/office/drawing/2014/main" id="{14A83BB1-B612-4517-8F93-7565050C9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758"/>
              <a:ext cx="173" cy="306"/>
            </a:xfrm>
            <a:custGeom>
              <a:avLst/>
              <a:gdLst>
                <a:gd name="T0" fmla="*/ 0 w 75"/>
                <a:gd name="T1" fmla="*/ 0 h 125"/>
                <a:gd name="T2" fmla="*/ 920 w 75"/>
                <a:gd name="T3" fmla="*/ 1834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25">
                  <a:moveTo>
                    <a:pt x="0" y="0"/>
                  </a:moveTo>
                  <a:cubicBezTo>
                    <a:pt x="0" y="23"/>
                    <a:pt x="16" y="98"/>
                    <a:pt x="75" y="125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0" name="Freeform 625">
              <a:extLst>
                <a:ext uri="{FF2B5EF4-FFF2-40B4-BE49-F238E27FC236}">
                  <a16:creationId xmlns:a16="http://schemas.microsoft.com/office/drawing/2014/main" id="{9385456A-5CF6-4C8D-87F3-12110E6E0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618"/>
              <a:ext cx="198" cy="287"/>
            </a:xfrm>
            <a:custGeom>
              <a:avLst/>
              <a:gdLst>
                <a:gd name="T0" fmla="*/ 0 w 86"/>
                <a:gd name="T1" fmla="*/ 1094 h 117"/>
                <a:gd name="T2" fmla="*/ 939 w 86"/>
                <a:gd name="T3" fmla="*/ 1715 h 117"/>
                <a:gd name="T4" fmla="*/ 891 w 86"/>
                <a:gd name="T5" fmla="*/ 446 h 117"/>
                <a:gd name="T6" fmla="*/ 939 w 86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117">
                  <a:moveTo>
                    <a:pt x="0" y="74"/>
                  </a:moveTo>
                  <a:cubicBezTo>
                    <a:pt x="22" y="83"/>
                    <a:pt x="68" y="117"/>
                    <a:pt x="77" y="116"/>
                  </a:cubicBezTo>
                  <a:cubicBezTo>
                    <a:pt x="86" y="115"/>
                    <a:pt x="60" y="57"/>
                    <a:pt x="73" y="30"/>
                  </a:cubicBezTo>
                  <a:cubicBezTo>
                    <a:pt x="75" y="22"/>
                    <a:pt x="77" y="0"/>
                    <a:pt x="77" y="0"/>
                  </a:cubicBezTo>
                </a:path>
              </a:pathLst>
            </a:custGeom>
            <a:noFill/>
            <a:ln w="11113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1" name="Freeform 626">
              <a:extLst>
                <a:ext uri="{FF2B5EF4-FFF2-40B4-BE49-F238E27FC236}">
                  <a16:creationId xmlns:a16="http://schemas.microsoft.com/office/drawing/2014/main" id="{B3E4999D-9326-4ABF-B7BA-68EED78E3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824"/>
              <a:ext cx="800" cy="912"/>
            </a:xfrm>
            <a:custGeom>
              <a:avLst/>
              <a:gdLst>
                <a:gd name="T0" fmla="*/ 2087 w 348"/>
                <a:gd name="T1" fmla="*/ 2506 h 372"/>
                <a:gd name="T2" fmla="*/ 1993 w 348"/>
                <a:gd name="T3" fmla="*/ 1694 h 372"/>
                <a:gd name="T4" fmla="*/ 3244 w 348"/>
                <a:gd name="T5" fmla="*/ 2121 h 372"/>
                <a:gd name="T6" fmla="*/ 4133 w 348"/>
                <a:gd name="T7" fmla="*/ 3155 h 372"/>
                <a:gd name="T8" fmla="*/ 4143 w 348"/>
                <a:gd name="T9" fmla="*/ 4447 h 372"/>
                <a:gd name="T10" fmla="*/ 3768 w 348"/>
                <a:gd name="T11" fmla="*/ 4364 h 372"/>
                <a:gd name="T12" fmla="*/ 2225 w 348"/>
                <a:gd name="T13" fmla="*/ 3035 h 372"/>
                <a:gd name="T14" fmla="*/ 2368 w 348"/>
                <a:gd name="T15" fmla="*/ 5332 h 372"/>
                <a:gd name="T16" fmla="*/ 1602 w 348"/>
                <a:gd name="T17" fmla="*/ 4538 h 372"/>
                <a:gd name="T18" fmla="*/ 692 w 348"/>
                <a:gd name="T19" fmla="*/ 3270 h 372"/>
                <a:gd name="T20" fmla="*/ 411 w 348"/>
                <a:gd name="T21" fmla="*/ 2506 h 372"/>
                <a:gd name="T22" fmla="*/ 25 w 348"/>
                <a:gd name="T23" fmla="*/ 517 h 372"/>
                <a:gd name="T24" fmla="*/ 170 w 348"/>
                <a:gd name="T25" fmla="*/ 42 h 372"/>
                <a:gd name="T26" fmla="*/ 195 w 348"/>
                <a:gd name="T27" fmla="*/ 61 h 372"/>
                <a:gd name="T28" fmla="*/ 766 w 348"/>
                <a:gd name="T29" fmla="*/ 336 h 3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8" h="372">
                  <a:moveTo>
                    <a:pt x="172" y="170"/>
                  </a:moveTo>
                  <a:cubicBezTo>
                    <a:pt x="170" y="150"/>
                    <a:pt x="158" y="118"/>
                    <a:pt x="164" y="115"/>
                  </a:cubicBezTo>
                  <a:cubicBezTo>
                    <a:pt x="168" y="107"/>
                    <a:pt x="236" y="136"/>
                    <a:pt x="267" y="144"/>
                  </a:cubicBezTo>
                  <a:cubicBezTo>
                    <a:pt x="297" y="151"/>
                    <a:pt x="332" y="181"/>
                    <a:pt x="340" y="214"/>
                  </a:cubicBezTo>
                  <a:cubicBezTo>
                    <a:pt x="348" y="250"/>
                    <a:pt x="348" y="295"/>
                    <a:pt x="341" y="302"/>
                  </a:cubicBezTo>
                  <a:cubicBezTo>
                    <a:pt x="335" y="307"/>
                    <a:pt x="317" y="299"/>
                    <a:pt x="310" y="296"/>
                  </a:cubicBezTo>
                  <a:cubicBezTo>
                    <a:pt x="258" y="271"/>
                    <a:pt x="213" y="236"/>
                    <a:pt x="183" y="206"/>
                  </a:cubicBezTo>
                  <a:cubicBezTo>
                    <a:pt x="193" y="250"/>
                    <a:pt x="180" y="295"/>
                    <a:pt x="195" y="362"/>
                  </a:cubicBezTo>
                  <a:cubicBezTo>
                    <a:pt x="195" y="372"/>
                    <a:pt x="167" y="342"/>
                    <a:pt x="132" y="308"/>
                  </a:cubicBezTo>
                  <a:cubicBezTo>
                    <a:pt x="98" y="274"/>
                    <a:pt x="71" y="253"/>
                    <a:pt x="57" y="222"/>
                  </a:cubicBezTo>
                  <a:cubicBezTo>
                    <a:pt x="50" y="208"/>
                    <a:pt x="41" y="189"/>
                    <a:pt x="34" y="170"/>
                  </a:cubicBezTo>
                  <a:cubicBezTo>
                    <a:pt x="29" y="154"/>
                    <a:pt x="3" y="70"/>
                    <a:pt x="2" y="35"/>
                  </a:cubicBezTo>
                  <a:cubicBezTo>
                    <a:pt x="0" y="0"/>
                    <a:pt x="9" y="4"/>
                    <a:pt x="14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31" y="8"/>
                    <a:pt x="48" y="13"/>
                    <a:pt x="63" y="23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2" name="Freeform 627">
              <a:extLst>
                <a:ext uri="{FF2B5EF4-FFF2-40B4-BE49-F238E27FC236}">
                  <a16:creationId xmlns:a16="http://schemas.microsoft.com/office/drawing/2014/main" id="{7693C3CB-A09D-45C9-A2E3-55BB85AEA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233"/>
              <a:ext cx="81" cy="515"/>
            </a:xfrm>
            <a:custGeom>
              <a:avLst/>
              <a:gdLst>
                <a:gd name="T0" fmla="*/ 0 w 35"/>
                <a:gd name="T1" fmla="*/ 0 h 210"/>
                <a:gd name="T2" fmla="*/ 134 w 35"/>
                <a:gd name="T3" fmla="*/ 1400 h 210"/>
                <a:gd name="T4" fmla="*/ 322 w 35"/>
                <a:gd name="T5" fmla="*/ 3097 h 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10">
                  <a:moveTo>
                    <a:pt x="0" y="0"/>
                  </a:moveTo>
                  <a:cubicBezTo>
                    <a:pt x="1" y="22"/>
                    <a:pt x="4" y="65"/>
                    <a:pt x="11" y="95"/>
                  </a:cubicBezTo>
                  <a:cubicBezTo>
                    <a:pt x="18" y="126"/>
                    <a:pt x="35" y="196"/>
                    <a:pt x="26" y="210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3" name="Freeform 628">
              <a:extLst>
                <a:ext uri="{FF2B5EF4-FFF2-40B4-BE49-F238E27FC236}">
                  <a16:creationId xmlns:a16="http://schemas.microsoft.com/office/drawing/2014/main" id="{2404A89A-4558-4025-8041-4ABD6615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108"/>
              <a:ext cx="196" cy="76"/>
            </a:xfrm>
            <a:custGeom>
              <a:avLst/>
              <a:gdLst>
                <a:gd name="T0" fmla="*/ 97 w 85"/>
                <a:gd name="T1" fmla="*/ 456 h 31"/>
                <a:gd name="T2" fmla="*/ 48 w 85"/>
                <a:gd name="T3" fmla="*/ 61 h 31"/>
                <a:gd name="T4" fmla="*/ 1042 w 85"/>
                <a:gd name="T5" fmla="*/ 39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31">
                  <a:moveTo>
                    <a:pt x="8" y="31"/>
                  </a:moveTo>
                  <a:cubicBezTo>
                    <a:pt x="4" y="13"/>
                    <a:pt x="0" y="7"/>
                    <a:pt x="4" y="4"/>
                  </a:cubicBezTo>
                  <a:cubicBezTo>
                    <a:pt x="7" y="0"/>
                    <a:pt x="47" y="21"/>
                    <a:pt x="85" y="27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4" name="Freeform 629">
              <a:extLst>
                <a:ext uri="{FF2B5EF4-FFF2-40B4-BE49-F238E27FC236}">
                  <a16:creationId xmlns:a16="http://schemas.microsoft.com/office/drawing/2014/main" id="{8A40A593-4247-408A-8A43-FF0F77530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3096"/>
              <a:ext cx="143" cy="61"/>
            </a:xfrm>
            <a:custGeom>
              <a:avLst/>
              <a:gdLst>
                <a:gd name="T0" fmla="*/ 0 w 62"/>
                <a:gd name="T1" fmla="*/ 0 h 25"/>
                <a:gd name="T2" fmla="*/ 761 w 62"/>
                <a:gd name="T3" fmla="*/ 36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25">
                  <a:moveTo>
                    <a:pt x="0" y="0"/>
                  </a:moveTo>
                  <a:cubicBezTo>
                    <a:pt x="18" y="10"/>
                    <a:pt x="39" y="18"/>
                    <a:pt x="62" y="25"/>
                  </a:cubicBezTo>
                </a:path>
              </a:pathLst>
            </a:custGeom>
            <a:noFill/>
            <a:ln w="11113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5" name="Freeform 630">
              <a:extLst>
                <a:ext uri="{FF2B5EF4-FFF2-40B4-BE49-F238E27FC236}">
                  <a16:creationId xmlns:a16="http://schemas.microsoft.com/office/drawing/2014/main" id="{243A1CC5-9353-4453-AE10-5A60651F7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750"/>
              <a:ext cx="16" cy="8"/>
            </a:xfrm>
            <a:custGeom>
              <a:avLst/>
              <a:gdLst>
                <a:gd name="T0" fmla="*/ 0 w 7"/>
                <a:gd name="T1" fmla="*/ 0 h 3"/>
                <a:gd name="T2" fmla="*/ 85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4" y="2"/>
                    <a:pt x="7" y="3"/>
                  </a:cubicBezTo>
                </a:path>
              </a:pathLst>
            </a:custGeom>
            <a:noFill/>
            <a:ln w="11113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6" name="Freeform 631">
              <a:extLst>
                <a:ext uri="{FF2B5EF4-FFF2-40B4-BE49-F238E27FC236}">
                  <a16:creationId xmlns:a16="http://schemas.microsoft.com/office/drawing/2014/main" id="{A3F95A1E-4E32-4DD9-A7DD-CCECAC20D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839"/>
              <a:ext cx="12" cy="29"/>
            </a:xfrm>
            <a:custGeom>
              <a:avLst/>
              <a:gdLst>
                <a:gd name="T0" fmla="*/ 0 w 5"/>
                <a:gd name="T1" fmla="*/ 0 h 12"/>
                <a:gd name="T2" fmla="*/ 70 w 5"/>
                <a:gd name="T3" fmla="*/ 16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0" y="4"/>
                    <a:pt x="2" y="10"/>
                    <a:pt x="5" y="12"/>
                  </a:cubicBezTo>
                </a:path>
              </a:pathLst>
            </a:custGeom>
            <a:noFill/>
            <a:ln w="11113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7" name="Freeform 632">
              <a:extLst>
                <a:ext uri="{FF2B5EF4-FFF2-40B4-BE49-F238E27FC236}">
                  <a16:creationId xmlns:a16="http://schemas.microsoft.com/office/drawing/2014/main" id="{A1389DB1-9D4D-44F5-9FCD-F277961A9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461"/>
              <a:ext cx="5" cy="59"/>
            </a:xfrm>
            <a:custGeom>
              <a:avLst/>
              <a:gdLst>
                <a:gd name="T0" fmla="*/ 20 w 2"/>
                <a:gd name="T1" fmla="*/ 0 h 24"/>
                <a:gd name="T2" fmla="*/ 33 w 2"/>
                <a:gd name="T3" fmla="*/ 3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4">
                  <a:moveTo>
                    <a:pt x="1" y="0"/>
                  </a:moveTo>
                  <a:cubicBezTo>
                    <a:pt x="0" y="8"/>
                    <a:pt x="0" y="17"/>
                    <a:pt x="2" y="24"/>
                  </a:cubicBezTo>
                </a:path>
              </a:pathLst>
            </a:custGeom>
            <a:noFill/>
            <a:ln w="11113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8" name="Freeform 633">
              <a:extLst>
                <a:ext uri="{FF2B5EF4-FFF2-40B4-BE49-F238E27FC236}">
                  <a16:creationId xmlns:a16="http://schemas.microsoft.com/office/drawing/2014/main" id="{21353FA4-BC30-4F82-983B-9F42D17E6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483"/>
              <a:ext cx="4" cy="37"/>
            </a:xfrm>
            <a:custGeom>
              <a:avLst/>
              <a:gdLst>
                <a:gd name="T0" fmla="*/ 8 w 2"/>
                <a:gd name="T1" fmla="*/ 0 h 15"/>
                <a:gd name="T2" fmla="*/ 16 w 2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1" y="0"/>
                  </a:moveTo>
                  <a:cubicBezTo>
                    <a:pt x="0" y="4"/>
                    <a:pt x="0" y="12"/>
                    <a:pt x="2" y="15"/>
                  </a:cubicBezTo>
                </a:path>
              </a:pathLst>
            </a:custGeom>
            <a:noFill/>
            <a:ln w="11113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9" name="Freeform 634">
              <a:extLst>
                <a:ext uri="{FF2B5EF4-FFF2-40B4-BE49-F238E27FC236}">
                  <a16:creationId xmlns:a16="http://schemas.microsoft.com/office/drawing/2014/main" id="{39A887A0-FEC9-48C9-A601-E5AA2E2F1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630"/>
              <a:ext cx="7" cy="15"/>
            </a:xfrm>
            <a:custGeom>
              <a:avLst/>
              <a:gdLst>
                <a:gd name="T0" fmla="*/ 37 w 3"/>
                <a:gd name="T1" fmla="*/ 0 h 6"/>
                <a:gd name="T2" fmla="*/ 12 w 3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0" y="3"/>
                    <a:pt x="1" y="6"/>
                    <a:pt x="1" y="6"/>
                  </a:cubicBezTo>
                </a:path>
              </a:pathLst>
            </a:custGeom>
            <a:noFill/>
            <a:ln w="11113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0" name="Freeform 635">
              <a:extLst>
                <a:ext uri="{FF2B5EF4-FFF2-40B4-BE49-F238E27FC236}">
                  <a16:creationId xmlns:a16="http://schemas.microsoft.com/office/drawing/2014/main" id="{12C3C70F-97F1-4D9F-B7E9-AB12425E6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135"/>
              <a:ext cx="37" cy="49"/>
            </a:xfrm>
            <a:custGeom>
              <a:avLst/>
              <a:gdLst>
                <a:gd name="T0" fmla="*/ 102 w 16"/>
                <a:gd name="T1" fmla="*/ 294 h 20"/>
                <a:gd name="T2" fmla="*/ 199 w 16"/>
                <a:gd name="T3" fmla="*/ 162 h 20"/>
                <a:gd name="T4" fmla="*/ 102 w 16"/>
                <a:gd name="T5" fmla="*/ 12 h 20"/>
                <a:gd name="T6" fmla="*/ 0 w 16"/>
                <a:gd name="T7" fmla="*/ 4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8" y="20"/>
                  </a:moveTo>
                  <a:cubicBezTo>
                    <a:pt x="11" y="19"/>
                    <a:pt x="14" y="14"/>
                    <a:pt x="16" y="11"/>
                  </a:cubicBezTo>
                  <a:cubicBezTo>
                    <a:pt x="13" y="9"/>
                    <a:pt x="10" y="2"/>
                    <a:pt x="8" y="1"/>
                  </a:cubicBezTo>
                  <a:cubicBezTo>
                    <a:pt x="5" y="0"/>
                    <a:pt x="0" y="5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1" name="Freeform 636">
              <a:extLst>
                <a:ext uri="{FF2B5EF4-FFF2-40B4-BE49-F238E27FC236}">
                  <a16:creationId xmlns:a16="http://schemas.microsoft.com/office/drawing/2014/main" id="{A317B074-9E5E-4504-B1CF-FDBEAD880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105"/>
              <a:ext cx="35" cy="37"/>
            </a:xfrm>
            <a:custGeom>
              <a:avLst/>
              <a:gdLst>
                <a:gd name="T0" fmla="*/ 0 w 15"/>
                <a:gd name="T1" fmla="*/ 42 h 15"/>
                <a:gd name="T2" fmla="*/ 180 w 15"/>
                <a:gd name="T3" fmla="*/ 195 h 15"/>
                <a:gd name="T4" fmla="*/ 191 w 15"/>
                <a:gd name="T5" fmla="*/ 2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3"/>
                  </a:moveTo>
                  <a:cubicBezTo>
                    <a:pt x="9" y="0"/>
                    <a:pt x="10" y="8"/>
                    <a:pt x="14" y="13"/>
                  </a:cubicBezTo>
                  <a:cubicBezTo>
                    <a:pt x="14" y="13"/>
                    <a:pt x="15" y="15"/>
                    <a:pt x="15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2" name="Freeform 637">
              <a:extLst>
                <a:ext uri="{FF2B5EF4-FFF2-40B4-BE49-F238E27FC236}">
                  <a16:creationId xmlns:a16="http://schemas.microsoft.com/office/drawing/2014/main" id="{AC21B85B-5807-461B-A59E-250072ED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069"/>
              <a:ext cx="27" cy="44"/>
            </a:xfrm>
            <a:custGeom>
              <a:avLst/>
              <a:gdLst>
                <a:gd name="T0" fmla="*/ 101 w 12"/>
                <a:gd name="T1" fmla="*/ 264 h 18"/>
                <a:gd name="T2" fmla="*/ 126 w 12"/>
                <a:gd name="T3" fmla="*/ 191 h 18"/>
                <a:gd name="T4" fmla="*/ 92 w 12"/>
                <a:gd name="T5" fmla="*/ 42 h 18"/>
                <a:gd name="T6" fmla="*/ 0 w 12"/>
                <a:gd name="T7" fmla="*/ 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9" y="18"/>
                  </a:moveTo>
                  <a:cubicBezTo>
                    <a:pt x="12" y="17"/>
                    <a:pt x="11" y="16"/>
                    <a:pt x="11" y="13"/>
                  </a:cubicBezTo>
                  <a:cubicBezTo>
                    <a:pt x="11" y="12"/>
                    <a:pt x="9" y="4"/>
                    <a:pt x="8" y="3"/>
                  </a:cubicBezTo>
                  <a:cubicBezTo>
                    <a:pt x="7" y="1"/>
                    <a:pt x="2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3" name="Freeform 638">
              <a:extLst>
                <a:ext uri="{FF2B5EF4-FFF2-40B4-BE49-F238E27FC236}">
                  <a16:creationId xmlns:a16="http://schemas.microsoft.com/office/drawing/2014/main" id="{D37CE969-984A-4612-93A5-CBAC2F319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071"/>
              <a:ext cx="30" cy="47"/>
            </a:xfrm>
            <a:custGeom>
              <a:avLst/>
              <a:gdLst>
                <a:gd name="T0" fmla="*/ 0 w 13"/>
                <a:gd name="T1" fmla="*/ 30 h 19"/>
                <a:gd name="T2" fmla="*/ 150 w 13"/>
                <a:gd name="T3" fmla="*/ 183 h 19"/>
                <a:gd name="T4" fmla="*/ 74 w 13"/>
                <a:gd name="T5" fmla="*/ 28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2"/>
                  </a:moveTo>
                  <a:cubicBezTo>
                    <a:pt x="6" y="0"/>
                    <a:pt x="11" y="5"/>
                    <a:pt x="12" y="12"/>
                  </a:cubicBezTo>
                  <a:cubicBezTo>
                    <a:pt x="13" y="16"/>
                    <a:pt x="10" y="17"/>
                    <a:pt x="6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4" name="Freeform 639">
              <a:extLst>
                <a:ext uri="{FF2B5EF4-FFF2-40B4-BE49-F238E27FC236}">
                  <a16:creationId xmlns:a16="http://schemas.microsoft.com/office/drawing/2014/main" id="{BD70D1DC-9ADE-45A0-9366-548DAB1F8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108"/>
              <a:ext cx="25" cy="42"/>
            </a:xfrm>
            <a:custGeom>
              <a:avLst/>
              <a:gdLst>
                <a:gd name="T0" fmla="*/ 0 w 11"/>
                <a:gd name="T1" fmla="*/ 0 h 17"/>
                <a:gd name="T2" fmla="*/ 25 w 11"/>
                <a:gd name="T3" fmla="*/ 25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4" y="7"/>
                    <a:pt x="11" y="12"/>
                    <a:pt x="2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5" name="Freeform 640">
              <a:extLst>
                <a:ext uri="{FF2B5EF4-FFF2-40B4-BE49-F238E27FC236}">
                  <a16:creationId xmlns:a16="http://schemas.microsoft.com/office/drawing/2014/main" id="{73B10789-FC49-4239-AFEC-527D3E5F4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081"/>
              <a:ext cx="14" cy="10"/>
            </a:xfrm>
            <a:custGeom>
              <a:avLst/>
              <a:gdLst>
                <a:gd name="T0" fmla="*/ 0 w 6"/>
                <a:gd name="T1" fmla="*/ 63 h 4"/>
                <a:gd name="T2" fmla="*/ 77 w 6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4" y="0"/>
                    <a:pt x="6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6" name="Freeform 641">
              <a:extLst>
                <a:ext uri="{FF2B5EF4-FFF2-40B4-BE49-F238E27FC236}">
                  <a16:creationId xmlns:a16="http://schemas.microsoft.com/office/drawing/2014/main" id="{941D0CC8-431F-41E0-B9A3-1EA86E992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123"/>
              <a:ext cx="18" cy="9"/>
            </a:xfrm>
            <a:custGeom>
              <a:avLst/>
              <a:gdLst>
                <a:gd name="T0" fmla="*/ 0 w 8"/>
                <a:gd name="T1" fmla="*/ 45 h 4"/>
                <a:gd name="T2" fmla="*/ 92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4"/>
                    <a:pt x="5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7" name="Freeform 642">
              <a:extLst>
                <a:ext uri="{FF2B5EF4-FFF2-40B4-BE49-F238E27FC236}">
                  <a16:creationId xmlns:a16="http://schemas.microsoft.com/office/drawing/2014/main" id="{2FED1520-7DAA-4B2C-B37B-0F21E07F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167"/>
              <a:ext cx="18" cy="41"/>
            </a:xfrm>
            <a:custGeom>
              <a:avLst/>
              <a:gdLst>
                <a:gd name="T0" fmla="*/ 25 w 8"/>
                <a:gd name="T1" fmla="*/ 0 h 17"/>
                <a:gd name="T2" fmla="*/ 81 w 8"/>
                <a:gd name="T3" fmla="*/ 169 h 17"/>
                <a:gd name="T4" fmla="*/ 0 w 8"/>
                <a:gd name="T5" fmla="*/ 23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2" y="0"/>
                  </a:moveTo>
                  <a:cubicBezTo>
                    <a:pt x="5" y="3"/>
                    <a:pt x="8" y="9"/>
                    <a:pt x="7" y="12"/>
                  </a:cubicBezTo>
                  <a:cubicBezTo>
                    <a:pt x="6" y="15"/>
                    <a:pt x="2" y="16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8" name="Freeform 643">
              <a:extLst>
                <a:ext uri="{FF2B5EF4-FFF2-40B4-BE49-F238E27FC236}">
                  <a16:creationId xmlns:a16="http://schemas.microsoft.com/office/drawing/2014/main" id="{6DE92288-16F8-4919-81A2-555B9762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199"/>
              <a:ext cx="23" cy="44"/>
            </a:xfrm>
            <a:custGeom>
              <a:avLst/>
              <a:gdLst>
                <a:gd name="T0" fmla="*/ 0 w 10"/>
                <a:gd name="T1" fmla="*/ 0 h 18"/>
                <a:gd name="T2" fmla="*/ 37 w 10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9" y="6"/>
                    <a:pt x="10" y="12"/>
                    <a:pt x="3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9" name="Freeform 644">
              <a:extLst>
                <a:ext uri="{FF2B5EF4-FFF2-40B4-BE49-F238E27FC236}">
                  <a16:creationId xmlns:a16="http://schemas.microsoft.com/office/drawing/2014/main" id="{C966D865-E9D1-4901-ACA6-C9C542860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226"/>
              <a:ext cx="27" cy="44"/>
            </a:xfrm>
            <a:custGeom>
              <a:avLst/>
              <a:gdLst>
                <a:gd name="T0" fmla="*/ 0 w 12"/>
                <a:gd name="T1" fmla="*/ 0 h 18"/>
                <a:gd name="T2" fmla="*/ 72 w 12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6" y="8"/>
                    <a:pt x="12" y="10"/>
                    <a:pt x="6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0" name="Freeform 645">
              <a:extLst>
                <a:ext uri="{FF2B5EF4-FFF2-40B4-BE49-F238E27FC236}">
                  <a16:creationId xmlns:a16="http://schemas.microsoft.com/office/drawing/2014/main" id="{8DD656EA-5D87-42C7-8DC8-766C33C13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255"/>
              <a:ext cx="35" cy="51"/>
            </a:xfrm>
            <a:custGeom>
              <a:avLst/>
              <a:gdLst>
                <a:gd name="T0" fmla="*/ 0 w 15"/>
                <a:gd name="T1" fmla="*/ 0 h 21"/>
                <a:gd name="T2" fmla="*/ 180 w 15"/>
                <a:gd name="T3" fmla="*/ 141 h 21"/>
                <a:gd name="T4" fmla="*/ 152 w 15"/>
                <a:gd name="T5" fmla="*/ 30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4" y="2"/>
                    <a:pt x="12" y="5"/>
                    <a:pt x="14" y="10"/>
                  </a:cubicBezTo>
                  <a:cubicBezTo>
                    <a:pt x="15" y="14"/>
                    <a:pt x="12" y="17"/>
                    <a:pt x="12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1" name="Freeform 646">
              <a:extLst>
                <a:ext uri="{FF2B5EF4-FFF2-40B4-BE49-F238E27FC236}">
                  <a16:creationId xmlns:a16="http://schemas.microsoft.com/office/drawing/2014/main" id="{1B139C8C-7E45-44CB-934E-A8A145E5A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287"/>
              <a:ext cx="28" cy="39"/>
            </a:xfrm>
            <a:custGeom>
              <a:avLst/>
              <a:gdLst>
                <a:gd name="T0" fmla="*/ 0 w 12"/>
                <a:gd name="T1" fmla="*/ 0 h 16"/>
                <a:gd name="T2" fmla="*/ 142 w 12"/>
                <a:gd name="T3" fmla="*/ 132 h 16"/>
                <a:gd name="T4" fmla="*/ 114 w 12"/>
                <a:gd name="T5" fmla="*/ 2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4" y="2"/>
                    <a:pt x="11" y="3"/>
                    <a:pt x="11" y="9"/>
                  </a:cubicBezTo>
                  <a:cubicBezTo>
                    <a:pt x="12" y="11"/>
                    <a:pt x="9" y="16"/>
                    <a:pt x="9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2" name="Freeform 647">
              <a:extLst>
                <a:ext uri="{FF2B5EF4-FFF2-40B4-BE49-F238E27FC236}">
                  <a16:creationId xmlns:a16="http://schemas.microsoft.com/office/drawing/2014/main" id="{57EA9CEF-D8B5-4FFC-99DC-2ABCF4180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306"/>
              <a:ext cx="27" cy="37"/>
            </a:xfrm>
            <a:custGeom>
              <a:avLst/>
              <a:gdLst>
                <a:gd name="T0" fmla="*/ 0 w 12"/>
                <a:gd name="T1" fmla="*/ 0 h 15"/>
                <a:gd name="T2" fmla="*/ 126 w 12"/>
                <a:gd name="T3" fmla="*/ 91 h 15"/>
                <a:gd name="T4" fmla="*/ 92 w 12"/>
                <a:gd name="T5" fmla="*/ 2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3" y="1"/>
                    <a:pt x="10" y="3"/>
                    <a:pt x="11" y="6"/>
                  </a:cubicBezTo>
                  <a:cubicBezTo>
                    <a:pt x="12" y="9"/>
                    <a:pt x="8" y="15"/>
                    <a:pt x="8" y="1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3" name="Freeform 648">
              <a:extLst>
                <a:ext uri="{FF2B5EF4-FFF2-40B4-BE49-F238E27FC236}">
                  <a16:creationId xmlns:a16="http://schemas.microsoft.com/office/drawing/2014/main" id="{826DD33E-FC9A-4001-B4B5-1518CA9AC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321"/>
              <a:ext cx="30" cy="37"/>
            </a:xfrm>
            <a:custGeom>
              <a:avLst/>
              <a:gdLst>
                <a:gd name="T0" fmla="*/ 0 w 13"/>
                <a:gd name="T1" fmla="*/ 0 h 15"/>
                <a:gd name="T2" fmla="*/ 159 w 13"/>
                <a:gd name="T3" fmla="*/ 74 h 15"/>
                <a:gd name="T4" fmla="*/ 134 w 13"/>
                <a:gd name="T5" fmla="*/ 2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5" y="2"/>
                    <a:pt x="8" y="4"/>
                    <a:pt x="13" y="5"/>
                  </a:cubicBezTo>
                  <a:cubicBezTo>
                    <a:pt x="13" y="8"/>
                    <a:pt x="12" y="13"/>
                    <a:pt x="11" y="1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4" name="Freeform 649">
              <a:extLst>
                <a:ext uri="{FF2B5EF4-FFF2-40B4-BE49-F238E27FC236}">
                  <a16:creationId xmlns:a16="http://schemas.microsoft.com/office/drawing/2014/main" id="{023A4D2C-80A8-4D2B-9714-50B216BC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140"/>
              <a:ext cx="19" cy="41"/>
            </a:xfrm>
            <a:custGeom>
              <a:avLst/>
              <a:gdLst>
                <a:gd name="T0" fmla="*/ 0 w 8"/>
                <a:gd name="T1" fmla="*/ 0 h 17"/>
                <a:gd name="T2" fmla="*/ 95 w 8"/>
                <a:gd name="T3" fmla="*/ 140 h 17"/>
                <a:gd name="T4" fmla="*/ 40 w 8"/>
                <a:gd name="T5" fmla="*/ 239 h 17"/>
                <a:gd name="T6" fmla="*/ 40 w 8"/>
                <a:gd name="T7" fmla="*/ 22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7">
                  <a:moveTo>
                    <a:pt x="0" y="0"/>
                  </a:moveTo>
                  <a:cubicBezTo>
                    <a:pt x="2" y="3"/>
                    <a:pt x="7" y="6"/>
                    <a:pt x="7" y="10"/>
                  </a:cubicBezTo>
                  <a:cubicBezTo>
                    <a:pt x="8" y="15"/>
                    <a:pt x="5" y="13"/>
                    <a:pt x="3" y="17"/>
                  </a:cubicBezTo>
                  <a:cubicBezTo>
                    <a:pt x="2" y="17"/>
                    <a:pt x="3" y="17"/>
                    <a:pt x="3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5" name="Freeform 650">
              <a:extLst>
                <a:ext uri="{FF2B5EF4-FFF2-40B4-BE49-F238E27FC236}">
                  <a16:creationId xmlns:a16="http://schemas.microsoft.com/office/drawing/2014/main" id="{DF442E93-D7FE-4D0E-A6CA-A86EC75D3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174"/>
              <a:ext cx="19" cy="34"/>
            </a:xfrm>
            <a:custGeom>
              <a:avLst/>
              <a:gdLst>
                <a:gd name="T0" fmla="*/ 0 w 8"/>
                <a:gd name="T1" fmla="*/ 0 h 14"/>
                <a:gd name="T2" fmla="*/ 107 w 8"/>
                <a:gd name="T3" fmla="*/ 100 h 14"/>
                <a:gd name="T4" fmla="*/ 40 w 8"/>
                <a:gd name="T5" fmla="*/ 20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2" y="2"/>
                    <a:pt x="8" y="4"/>
                    <a:pt x="8" y="7"/>
                  </a:cubicBezTo>
                  <a:cubicBezTo>
                    <a:pt x="8" y="9"/>
                    <a:pt x="3" y="14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6" name="Freeform 651">
              <a:extLst>
                <a:ext uri="{FF2B5EF4-FFF2-40B4-BE49-F238E27FC236}">
                  <a16:creationId xmlns:a16="http://schemas.microsoft.com/office/drawing/2014/main" id="{032D9002-0072-410E-AD36-A5ED346AB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152"/>
              <a:ext cx="13" cy="10"/>
            </a:xfrm>
            <a:custGeom>
              <a:avLst/>
              <a:gdLst>
                <a:gd name="T0" fmla="*/ 0 w 6"/>
                <a:gd name="T1" fmla="*/ 63 h 4"/>
                <a:gd name="T2" fmla="*/ 61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7" name="Freeform 652">
              <a:extLst>
                <a:ext uri="{FF2B5EF4-FFF2-40B4-BE49-F238E27FC236}">
                  <a16:creationId xmlns:a16="http://schemas.microsoft.com/office/drawing/2014/main" id="{65CCCC4C-2161-44EC-A87A-99FB1DD20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191"/>
              <a:ext cx="18" cy="47"/>
            </a:xfrm>
            <a:custGeom>
              <a:avLst/>
              <a:gdLst>
                <a:gd name="T0" fmla="*/ 0 w 8"/>
                <a:gd name="T1" fmla="*/ 0 h 19"/>
                <a:gd name="T2" fmla="*/ 11 w 8"/>
                <a:gd name="T3" fmla="*/ 28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3" y="6"/>
                    <a:pt x="8" y="14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8" name="Freeform 653">
              <a:extLst>
                <a:ext uri="{FF2B5EF4-FFF2-40B4-BE49-F238E27FC236}">
                  <a16:creationId xmlns:a16="http://schemas.microsoft.com/office/drawing/2014/main" id="{40CCE778-09D9-42F0-A378-B4F36CAF2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221"/>
              <a:ext cx="23" cy="49"/>
            </a:xfrm>
            <a:custGeom>
              <a:avLst/>
              <a:gdLst>
                <a:gd name="T0" fmla="*/ 0 w 10"/>
                <a:gd name="T1" fmla="*/ 0 h 20"/>
                <a:gd name="T2" fmla="*/ 122 w 10"/>
                <a:gd name="T3" fmla="*/ 162 h 20"/>
                <a:gd name="T4" fmla="*/ 85 w 10"/>
                <a:gd name="T5" fmla="*/ 26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3" y="3"/>
                    <a:pt x="10" y="6"/>
                    <a:pt x="10" y="11"/>
                  </a:cubicBezTo>
                  <a:cubicBezTo>
                    <a:pt x="10" y="13"/>
                    <a:pt x="6" y="20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9" name="Freeform 654">
              <a:extLst>
                <a:ext uri="{FF2B5EF4-FFF2-40B4-BE49-F238E27FC236}">
                  <a16:creationId xmlns:a16="http://schemas.microsoft.com/office/drawing/2014/main" id="{6A23C5C5-E96A-4557-AD92-F89A7B378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248"/>
              <a:ext cx="28" cy="46"/>
            </a:xfrm>
            <a:custGeom>
              <a:avLst/>
              <a:gdLst>
                <a:gd name="T0" fmla="*/ 0 w 12"/>
                <a:gd name="T1" fmla="*/ 0 h 19"/>
                <a:gd name="T2" fmla="*/ 126 w 12"/>
                <a:gd name="T3" fmla="*/ 182 h 19"/>
                <a:gd name="T4" fmla="*/ 103 w 12"/>
                <a:gd name="T5" fmla="*/ 26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0" y="0"/>
                  </a:moveTo>
                  <a:cubicBezTo>
                    <a:pt x="8" y="5"/>
                    <a:pt x="12" y="4"/>
                    <a:pt x="10" y="13"/>
                  </a:cubicBezTo>
                  <a:cubicBezTo>
                    <a:pt x="10" y="15"/>
                    <a:pt x="10" y="19"/>
                    <a:pt x="8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0" name="Freeform 655">
              <a:extLst>
                <a:ext uri="{FF2B5EF4-FFF2-40B4-BE49-F238E27FC236}">
                  <a16:creationId xmlns:a16="http://schemas.microsoft.com/office/drawing/2014/main" id="{646DD96A-31DC-4D32-BF17-47F36FC40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250"/>
              <a:ext cx="7" cy="12"/>
            </a:xfrm>
            <a:custGeom>
              <a:avLst/>
              <a:gdLst>
                <a:gd name="T0" fmla="*/ 0 w 3"/>
                <a:gd name="T1" fmla="*/ 70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4"/>
                    <a:pt x="3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1" name="Freeform 656">
              <a:extLst>
                <a:ext uri="{FF2B5EF4-FFF2-40B4-BE49-F238E27FC236}">
                  <a16:creationId xmlns:a16="http://schemas.microsoft.com/office/drawing/2014/main" id="{0D1E0679-1FD7-4F56-BA76-0D1266797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186"/>
              <a:ext cx="12" cy="13"/>
            </a:xfrm>
            <a:custGeom>
              <a:avLst/>
              <a:gdLst>
                <a:gd name="T0" fmla="*/ 0 w 5"/>
                <a:gd name="T1" fmla="*/ 88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4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2" name="Freeform 657">
              <a:extLst>
                <a:ext uri="{FF2B5EF4-FFF2-40B4-BE49-F238E27FC236}">
                  <a16:creationId xmlns:a16="http://schemas.microsoft.com/office/drawing/2014/main" id="{EBC16618-3A3F-40DA-B439-7074C608F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221"/>
              <a:ext cx="12" cy="9"/>
            </a:xfrm>
            <a:custGeom>
              <a:avLst/>
              <a:gdLst>
                <a:gd name="T0" fmla="*/ 0 w 5"/>
                <a:gd name="T1" fmla="*/ 45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2"/>
                    <a:pt x="3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3" name="Freeform 658">
              <a:extLst>
                <a:ext uri="{FF2B5EF4-FFF2-40B4-BE49-F238E27FC236}">
                  <a16:creationId xmlns:a16="http://schemas.microsoft.com/office/drawing/2014/main" id="{68F5A3C0-A339-4ECE-BD3E-F548FB147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275"/>
              <a:ext cx="22" cy="41"/>
            </a:xfrm>
            <a:custGeom>
              <a:avLst/>
              <a:gdLst>
                <a:gd name="T0" fmla="*/ 0 w 10"/>
                <a:gd name="T1" fmla="*/ 0 h 17"/>
                <a:gd name="T2" fmla="*/ 106 w 10"/>
                <a:gd name="T3" fmla="*/ 82 h 17"/>
                <a:gd name="T4" fmla="*/ 106 w 10"/>
                <a:gd name="T5" fmla="*/ 157 h 17"/>
                <a:gd name="T6" fmla="*/ 97 w 10"/>
                <a:gd name="T7" fmla="*/ 21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2" y="1"/>
                    <a:pt x="8" y="3"/>
                    <a:pt x="10" y="6"/>
                  </a:cubicBezTo>
                  <a:cubicBezTo>
                    <a:pt x="10" y="8"/>
                    <a:pt x="10" y="9"/>
                    <a:pt x="10" y="11"/>
                  </a:cubicBezTo>
                  <a:cubicBezTo>
                    <a:pt x="10" y="11"/>
                    <a:pt x="9" y="17"/>
                    <a:pt x="9" y="1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4" name="Freeform 659">
              <a:extLst>
                <a:ext uri="{FF2B5EF4-FFF2-40B4-BE49-F238E27FC236}">
                  <a16:creationId xmlns:a16="http://schemas.microsoft.com/office/drawing/2014/main" id="{A0B71DCE-E3FA-463A-A80C-006042FE2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287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5" name="Freeform 660">
              <a:extLst>
                <a:ext uri="{FF2B5EF4-FFF2-40B4-BE49-F238E27FC236}">
                  <a16:creationId xmlns:a16="http://schemas.microsoft.com/office/drawing/2014/main" id="{202B3ECF-27C5-45FF-A4F7-1F8C0A530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230"/>
              <a:ext cx="11" cy="3"/>
            </a:xfrm>
            <a:custGeom>
              <a:avLst/>
              <a:gdLst>
                <a:gd name="T0" fmla="*/ 0 w 5"/>
                <a:gd name="T1" fmla="*/ 27 h 1"/>
                <a:gd name="T2" fmla="*/ 53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6" name="Freeform 661">
              <a:extLst>
                <a:ext uri="{FF2B5EF4-FFF2-40B4-BE49-F238E27FC236}">
                  <a16:creationId xmlns:a16="http://schemas.microsoft.com/office/drawing/2014/main" id="{A4D9A54E-D2DC-4755-B356-9E0F9BA73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262"/>
              <a:ext cx="20" cy="8"/>
            </a:xfrm>
            <a:custGeom>
              <a:avLst/>
              <a:gdLst>
                <a:gd name="T0" fmla="*/ 0 w 9"/>
                <a:gd name="T1" fmla="*/ 56 h 3"/>
                <a:gd name="T2" fmla="*/ 98 w 9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6" y="0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7" name="Freeform 662">
              <a:extLst>
                <a:ext uri="{FF2B5EF4-FFF2-40B4-BE49-F238E27FC236}">
                  <a16:creationId xmlns:a16="http://schemas.microsoft.com/office/drawing/2014/main" id="{B5ECC701-9CAE-4E71-9D2E-CF9938C47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201"/>
              <a:ext cx="9" cy="5"/>
            </a:xfrm>
            <a:custGeom>
              <a:avLst/>
              <a:gdLst>
                <a:gd name="T0" fmla="*/ 0 w 4"/>
                <a:gd name="T1" fmla="*/ 20 h 2"/>
                <a:gd name="T2" fmla="*/ 45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1"/>
                    <a:pt x="3" y="0"/>
                    <a:pt x="4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8" name="Freeform 663">
              <a:extLst>
                <a:ext uri="{FF2B5EF4-FFF2-40B4-BE49-F238E27FC236}">
                  <a16:creationId xmlns:a16="http://schemas.microsoft.com/office/drawing/2014/main" id="{725C150B-0EDA-4EBF-8CBB-09AC66953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113"/>
              <a:ext cx="16" cy="5"/>
            </a:xfrm>
            <a:custGeom>
              <a:avLst/>
              <a:gdLst>
                <a:gd name="T0" fmla="*/ 0 w 7"/>
                <a:gd name="T1" fmla="*/ 20 h 2"/>
                <a:gd name="T2" fmla="*/ 85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2" y="0"/>
                    <a:pt x="4" y="2"/>
                    <a:pt x="7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9" name="Freeform 664">
              <a:extLst>
                <a:ext uri="{FF2B5EF4-FFF2-40B4-BE49-F238E27FC236}">
                  <a16:creationId xmlns:a16="http://schemas.microsoft.com/office/drawing/2014/main" id="{D712C149-80A0-4C33-9325-DA5A02CCD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206"/>
              <a:ext cx="3" cy="15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0" name="Freeform 665">
              <a:extLst>
                <a:ext uri="{FF2B5EF4-FFF2-40B4-BE49-F238E27FC236}">
                  <a16:creationId xmlns:a16="http://schemas.microsoft.com/office/drawing/2014/main" id="{E635510F-F19E-41E1-B80E-54F2E6FD1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025"/>
              <a:ext cx="23" cy="46"/>
            </a:xfrm>
            <a:custGeom>
              <a:avLst/>
              <a:gdLst>
                <a:gd name="T0" fmla="*/ 0 w 10"/>
                <a:gd name="T1" fmla="*/ 29 h 19"/>
                <a:gd name="T2" fmla="*/ 94 w 10"/>
                <a:gd name="T3" fmla="*/ 99 h 19"/>
                <a:gd name="T4" fmla="*/ 122 w 10"/>
                <a:gd name="T5" fmla="*/ 26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0" y="2"/>
                  </a:moveTo>
                  <a:cubicBezTo>
                    <a:pt x="5" y="1"/>
                    <a:pt x="7" y="0"/>
                    <a:pt x="8" y="7"/>
                  </a:cubicBezTo>
                  <a:cubicBezTo>
                    <a:pt x="8" y="10"/>
                    <a:pt x="10" y="16"/>
                    <a:pt x="10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1" name="Freeform 666">
              <a:extLst>
                <a:ext uri="{FF2B5EF4-FFF2-40B4-BE49-F238E27FC236}">
                  <a16:creationId xmlns:a16="http://schemas.microsoft.com/office/drawing/2014/main" id="{65353352-B960-40AA-A61D-0C73F8625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993"/>
              <a:ext cx="21" cy="36"/>
            </a:xfrm>
            <a:custGeom>
              <a:avLst/>
              <a:gdLst>
                <a:gd name="T0" fmla="*/ 103 w 9"/>
                <a:gd name="T1" fmla="*/ 206 h 15"/>
                <a:gd name="T2" fmla="*/ 86 w 9"/>
                <a:gd name="T3" fmla="*/ 41 h 15"/>
                <a:gd name="T4" fmla="*/ 0 w 9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8" y="15"/>
                  </a:moveTo>
                  <a:cubicBezTo>
                    <a:pt x="8" y="11"/>
                    <a:pt x="9" y="6"/>
                    <a:pt x="7" y="3"/>
                  </a:cubicBezTo>
                  <a:cubicBezTo>
                    <a:pt x="6" y="1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2" name="Freeform 667">
              <a:extLst>
                <a:ext uri="{FF2B5EF4-FFF2-40B4-BE49-F238E27FC236}">
                  <a16:creationId xmlns:a16="http://schemas.microsoft.com/office/drawing/2014/main" id="{A3E64FDC-707A-40FD-A6C3-6BEBA7D13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956"/>
              <a:ext cx="19" cy="37"/>
            </a:xfrm>
            <a:custGeom>
              <a:avLst/>
              <a:gdLst>
                <a:gd name="T0" fmla="*/ 0 w 8"/>
                <a:gd name="T1" fmla="*/ 0 h 15"/>
                <a:gd name="T2" fmla="*/ 107 w 8"/>
                <a:gd name="T3" fmla="*/ 74 h 15"/>
                <a:gd name="T4" fmla="*/ 95 w 8"/>
                <a:gd name="T5" fmla="*/ 2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5" y="1"/>
                    <a:pt x="8" y="0"/>
                    <a:pt x="8" y="5"/>
                  </a:cubicBezTo>
                  <a:cubicBezTo>
                    <a:pt x="8" y="8"/>
                    <a:pt x="7" y="13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3" name="Freeform 668">
              <a:extLst>
                <a:ext uri="{FF2B5EF4-FFF2-40B4-BE49-F238E27FC236}">
                  <a16:creationId xmlns:a16="http://schemas.microsoft.com/office/drawing/2014/main" id="{76F2F2C5-B2E4-423D-914E-2479B5033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922"/>
              <a:ext cx="18" cy="36"/>
            </a:xfrm>
            <a:custGeom>
              <a:avLst/>
              <a:gdLst>
                <a:gd name="T0" fmla="*/ 72 w 8"/>
                <a:gd name="T1" fmla="*/ 206 h 15"/>
                <a:gd name="T2" fmla="*/ 72 w 8"/>
                <a:gd name="T3" fmla="*/ 41 h 15"/>
                <a:gd name="T4" fmla="*/ 0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6" y="15"/>
                  </a:moveTo>
                  <a:cubicBezTo>
                    <a:pt x="6" y="13"/>
                    <a:pt x="8" y="6"/>
                    <a:pt x="6" y="3"/>
                  </a:cubicBezTo>
                  <a:cubicBezTo>
                    <a:pt x="5" y="0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4" name="Freeform 669">
              <a:extLst>
                <a:ext uri="{FF2B5EF4-FFF2-40B4-BE49-F238E27FC236}">
                  <a16:creationId xmlns:a16="http://schemas.microsoft.com/office/drawing/2014/main" id="{E9874F26-5620-4C35-ACD2-2276C6976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931"/>
              <a:ext cx="16" cy="32"/>
            </a:xfrm>
            <a:custGeom>
              <a:avLst/>
              <a:gdLst>
                <a:gd name="T0" fmla="*/ 73 w 7"/>
                <a:gd name="T1" fmla="*/ 0 h 13"/>
                <a:gd name="T2" fmla="*/ 11 w 7"/>
                <a:gd name="T3" fmla="*/ 12 h 13"/>
                <a:gd name="T4" fmla="*/ 0 w 7"/>
                <a:gd name="T5" fmla="*/ 133 h 13"/>
                <a:gd name="T6" fmla="*/ 85 w 7"/>
                <a:gd name="T7" fmla="*/ 18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6" y="0"/>
                  </a:moveTo>
                  <a:cubicBezTo>
                    <a:pt x="5" y="0"/>
                    <a:pt x="2" y="0"/>
                    <a:pt x="1" y="1"/>
                  </a:cubicBezTo>
                  <a:cubicBezTo>
                    <a:pt x="0" y="2"/>
                    <a:pt x="0" y="8"/>
                    <a:pt x="0" y="9"/>
                  </a:cubicBezTo>
                  <a:cubicBezTo>
                    <a:pt x="1" y="12"/>
                    <a:pt x="4" y="13"/>
                    <a:pt x="7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5" name="Freeform 670">
              <a:extLst>
                <a:ext uri="{FF2B5EF4-FFF2-40B4-BE49-F238E27FC236}">
                  <a16:creationId xmlns:a16="http://schemas.microsoft.com/office/drawing/2014/main" id="{454AE78C-C998-4E11-A9B7-DDD863C87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56"/>
              <a:ext cx="26" cy="42"/>
            </a:xfrm>
            <a:custGeom>
              <a:avLst/>
              <a:gdLst>
                <a:gd name="T0" fmla="*/ 66 w 11"/>
                <a:gd name="T1" fmla="*/ 0 h 17"/>
                <a:gd name="T2" fmla="*/ 28 w 11"/>
                <a:gd name="T3" fmla="*/ 30 h 17"/>
                <a:gd name="T4" fmla="*/ 28 w 11"/>
                <a:gd name="T5" fmla="*/ 225 h 17"/>
                <a:gd name="T6" fmla="*/ 144 w 11"/>
                <a:gd name="T7" fmla="*/ 24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5" y="0"/>
                  </a:moveTo>
                  <a:cubicBezTo>
                    <a:pt x="4" y="1"/>
                    <a:pt x="3" y="2"/>
                    <a:pt x="2" y="2"/>
                  </a:cubicBezTo>
                  <a:cubicBezTo>
                    <a:pt x="2" y="4"/>
                    <a:pt x="0" y="12"/>
                    <a:pt x="2" y="15"/>
                  </a:cubicBezTo>
                  <a:cubicBezTo>
                    <a:pt x="4" y="17"/>
                    <a:pt x="8" y="15"/>
                    <a:pt x="11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6" name="Freeform 671">
              <a:extLst>
                <a:ext uri="{FF2B5EF4-FFF2-40B4-BE49-F238E27FC236}">
                  <a16:creationId xmlns:a16="http://schemas.microsoft.com/office/drawing/2014/main" id="{B2DBEA3F-6AB2-4CB2-8BAD-377686188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995"/>
              <a:ext cx="18" cy="32"/>
            </a:xfrm>
            <a:custGeom>
              <a:avLst/>
              <a:gdLst>
                <a:gd name="T0" fmla="*/ 0 w 8"/>
                <a:gd name="T1" fmla="*/ 0 h 13"/>
                <a:gd name="T2" fmla="*/ 36 w 8"/>
                <a:gd name="T3" fmla="*/ 182 h 13"/>
                <a:gd name="T4" fmla="*/ 92 w 8"/>
                <a:gd name="T5" fmla="*/ 18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0" y="3"/>
                    <a:pt x="1" y="11"/>
                    <a:pt x="3" y="12"/>
                  </a:cubicBezTo>
                  <a:cubicBezTo>
                    <a:pt x="4" y="13"/>
                    <a:pt x="7" y="12"/>
                    <a:pt x="8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7" name="Freeform 672">
              <a:extLst>
                <a:ext uri="{FF2B5EF4-FFF2-40B4-BE49-F238E27FC236}">
                  <a16:creationId xmlns:a16="http://schemas.microsoft.com/office/drawing/2014/main" id="{139CD54F-90B5-4A7D-909F-A548263F0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025"/>
              <a:ext cx="25" cy="31"/>
            </a:xfrm>
            <a:custGeom>
              <a:avLst/>
              <a:gdLst>
                <a:gd name="T0" fmla="*/ 45 w 11"/>
                <a:gd name="T1" fmla="*/ 0 h 13"/>
                <a:gd name="T2" fmla="*/ 45 w 11"/>
                <a:gd name="T3" fmla="*/ 136 h 13"/>
                <a:gd name="T4" fmla="*/ 130 w 11"/>
                <a:gd name="T5" fmla="*/ 1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0"/>
                  </a:moveTo>
                  <a:cubicBezTo>
                    <a:pt x="0" y="1"/>
                    <a:pt x="2" y="8"/>
                    <a:pt x="4" y="10"/>
                  </a:cubicBezTo>
                  <a:cubicBezTo>
                    <a:pt x="6" y="13"/>
                    <a:pt x="9" y="10"/>
                    <a:pt x="11" y="1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8" name="Freeform 673">
              <a:extLst>
                <a:ext uri="{FF2B5EF4-FFF2-40B4-BE49-F238E27FC236}">
                  <a16:creationId xmlns:a16="http://schemas.microsoft.com/office/drawing/2014/main" id="{D1783CD6-D802-41C2-A2A7-B88B1782B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054"/>
              <a:ext cx="3" cy="24"/>
            </a:xfrm>
            <a:custGeom>
              <a:avLst/>
              <a:gdLst>
                <a:gd name="T0" fmla="*/ 27 w 1"/>
                <a:gd name="T1" fmla="*/ 0 h 10"/>
                <a:gd name="T2" fmla="*/ 27 w 1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2"/>
                    <a:pt x="0" y="9"/>
                    <a:pt x="1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9" name="Freeform 674">
              <a:extLst>
                <a:ext uri="{FF2B5EF4-FFF2-40B4-BE49-F238E27FC236}">
                  <a16:creationId xmlns:a16="http://schemas.microsoft.com/office/drawing/2014/main" id="{BCF751ED-667B-49E2-A51C-68E582827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042"/>
              <a:ext cx="16" cy="5"/>
            </a:xfrm>
            <a:custGeom>
              <a:avLst/>
              <a:gdLst>
                <a:gd name="T0" fmla="*/ 0 w 7"/>
                <a:gd name="T1" fmla="*/ 33 h 2"/>
                <a:gd name="T2" fmla="*/ 85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0" name="Freeform 675">
              <a:extLst>
                <a:ext uri="{FF2B5EF4-FFF2-40B4-BE49-F238E27FC236}">
                  <a16:creationId xmlns:a16="http://schemas.microsoft.com/office/drawing/2014/main" id="{18D2C93D-B232-403F-9D4E-6FF404D92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002"/>
              <a:ext cx="16" cy="5"/>
            </a:xfrm>
            <a:custGeom>
              <a:avLst/>
              <a:gdLst>
                <a:gd name="T0" fmla="*/ 0 w 7"/>
                <a:gd name="T1" fmla="*/ 33 h 2"/>
                <a:gd name="T2" fmla="*/ 85 w 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1" name="Freeform 676">
              <a:extLst>
                <a:ext uri="{FF2B5EF4-FFF2-40B4-BE49-F238E27FC236}">
                  <a16:creationId xmlns:a16="http://schemas.microsoft.com/office/drawing/2014/main" id="{13A875BC-EE3A-482A-9E91-F910C9A4E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966"/>
              <a:ext cx="14" cy="1"/>
            </a:xfrm>
            <a:custGeom>
              <a:avLst/>
              <a:gdLst>
                <a:gd name="T0" fmla="*/ 0 w 6"/>
                <a:gd name="T1" fmla="*/ 0 h 1"/>
                <a:gd name="T2" fmla="*/ 7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2" name="Freeform 677">
              <a:extLst>
                <a:ext uri="{FF2B5EF4-FFF2-40B4-BE49-F238E27FC236}">
                  <a16:creationId xmlns:a16="http://schemas.microsoft.com/office/drawing/2014/main" id="{5A2DA029-EAA0-4E27-BB3A-EB4A50FFC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993"/>
              <a:ext cx="7" cy="9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1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3" name="Freeform 678">
              <a:extLst>
                <a:ext uri="{FF2B5EF4-FFF2-40B4-BE49-F238E27FC236}">
                  <a16:creationId xmlns:a16="http://schemas.microsoft.com/office/drawing/2014/main" id="{0D3914B8-90F6-42EF-BAD0-38EC296E1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929"/>
              <a:ext cx="19" cy="5"/>
            </a:xfrm>
            <a:custGeom>
              <a:avLst/>
              <a:gdLst>
                <a:gd name="T0" fmla="*/ 0 w 8"/>
                <a:gd name="T1" fmla="*/ 0 h 2"/>
                <a:gd name="T2" fmla="*/ 107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1"/>
                    <a:pt x="6" y="1"/>
                    <a:pt x="8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4" name="Freeform 679">
              <a:extLst>
                <a:ext uri="{FF2B5EF4-FFF2-40B4-BE49-F238E27FC236}">
                  <a16:creationId xmlns:a16="http://schemas.microsoft.com/office/drawing/2014/main" id="{E763C921-6FBF-4C3C-9815-F0DE1C38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078"/>
              <a:ext cx="11" cy="8"/>
            </a:xfrm>
            <a:custGeom>
              <a:avLst/>
              <a:gdLst>
                <a:gd name="T0" fmla="*/ 0 w 5"/>
                <a:gd name="T1" fmla="*/ 56 h 3"/>
                <a:gd name="T2" fmla="*/ 53 w 5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4" y="0"/>
                    <a:pt x="5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5" name="Freeform 680">
              <a:extLst>
                <a:ext uri="{FF2B5EF4-FFF2-40B4-BE49-F238E27FC236}">
                  <a16:creationId xmlns:a16="http://schemas.microsoft.com/office/drawing/2014/main" id="{60B02785-EA1F-4B29-A92E-AF879F4C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618"/>
              <a:ext cx="37" cy="39"/>
            </a:xfrm>
            <a:custGeom>
              <a:avLst/>
              <a:gdLst>
                <a:gd name="T0" fmla="*/ 0 w 16"/>
                <a:gd name="T1" fmla="*/ 173 h 16"/>
                <a:gd name="T2" fmla="*/ 123 w 16"/>
                <a:gd name="T3" fmla="*/ 232 h 16"/>
                <a:gd name="T4" fmla="*/ 199 w 16"/>
                <a:gd name="T5" fmla="*/ 90 h 16"/>
                <a:gd name="T6" fmla="*/ 15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12"/>
                  </a:moveTo>
                  <a:cubicBezTo>
                    <a:pt x="2" y="15"/>
                    <a:pt x="6" y="16"/>
                    <a:pt x="10" y="16"/>
                  </a:cubicBezTo>
                  <a:cubicBezTo>
                    <a:pt x="11" y="13"/>
                    <a:pt x="16" y="9"/>
                    <a:pt x="16" y="6"/>
                  </a:cubicBezTo>
                  <a:cubicBezTo>
                    <a:pt x="16" y="3"/>
                    <a:pt x="11" y="1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6" name="Freeform 681">
              <a:extLst>
                <a:ext uri="{FF2B5EF4-FFF2-40B4-BE49-F238E27FC236}">
                  <a16:creationId xmlns:a16="http://schemas.microsoft.com/office/drawing/2014/main" id="{E71B5F70-4A76-47F5-93E8-FDD1CFDE3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598"/>
              <a:ext cx="29" cy="39"/>
            </a:xfrm>
            <a:custGeom>
              <a:avLst/>
              <a:gdLst>
                <a:gd name="T0" fmla="*/ 80 w 13"/>
                <a:gd name="T1" fmla="*/ 0 h 16"/>
                <a:gd name="T2" fmla="*/ 9 w 13"/>
                <a:gd name="T3" fmla="*/ 219 h 16"/>
                <a:gd name="T4" fmla="*/ 9 w 13"/>
                <a:gd name="T5" fmla="*/ 2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7" y="0"/>
                  </a:moveTo>
                  <a:cubicBezTo>
                    <a:pt x="13" y="8"/>
                    <a:pt x="5" y="9"/>
                    <a:pt x="1" y="15"/>
                  </a:cubicBezTo>
                  <a:cubicBezTo>
                    <a:pt x="1" y="14"/>
                    <a:pt x="0" y="16"/>
                    <a:pt x="1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7" name="Freeform 682">
              <a:extLst>
                <a:ext uri="{FF2B5EF4-FFF2-40B4-BE49-F238E27FC236}">
                  <a16:creationId xmlns:a16="http://schemas.microsoft.com/office/drawing/2014/main" id="{C7C6F15C-BEA6-4B20-B57B-8C9B46B42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576"/>
              <a:ext cx="34" cy="34"/>
            </a:xfrm>
            <a:custGeom>
              <a:avLst/>
              <a:gdLst>
                <a:gd name="T0" fmla="*/ 0 w 15"/>
                <a:gd name="T1" fmla="*/ 160 h 14"/>
                <a:gd name="T2" fmla="*/ 57 w 15"/>
                <a:gd name="T3" fmla="*/ 170 h 14"/>
                <a:gd name="T4" fmla="*/ 165 w 15"/>
                <a:gd name="T5" fmla="*/ 87 h 14"/>
                <a:gd name="T6" fmla="*/ 150 w 1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0" y="11"/>
                  </a:moveTo>
                  <a:cubicBezTo>
                    <a:pt x="2" y="14"/>
                    <a:pt x="3" y="13"/>
                    <a:pt x="5" y="12"/>
                  </a:cubicBezTo>
                  <a:cubicBezTo>
                    <a:pt x="6" y="12"/>
                    <a:pt x="13" y="6"/>
                    <a:pt x="14" y="6"/>
                  </a:cubicBezTo>
                  <a:cubicBezTo>
                    <a:pt x="15" y="4"/>
                    <a:pt x="15" y="1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8" name="Freeform 683">
              <a:extLst>
                <a:ext uri="{FF2B5EF4-FFF2-40B4-BE49-F238E27FC236}">
                  <a16:creationId xmlns:a16="http://schemas.microsoft.com/office/drawing/2014/main" id="{441206E7-0506-4859-B3EF-3316A369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591"/>
              <a:ext cx="39" cy="39"/>
            </a:xfrm>
            <a:custGeom>
              <a:avLst/>
              <a:gdLst>
                <a:gd name="T0" fmla="*/ 167 w 17"/>
                <a:gd name="T1" fmla="*/ 0 h 16"/>
                <a:gd name="T2" fmla="*/ 94 w 17"/>
                <a:gd name="T3" fmla="*/ 202 h 16"/>
                <a:gd name="T4" fmla="*/ 0 w 17"/>
                <a:gd name="T5" fmla="*/ 16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4" y="0"/>
                  </a:moveTo>
                  <a:cubicBezTo>
                    <a:pt x="17" y="5"/>
                    <a:pt x="14" y="11"/>
                    <a:pt x="8" y="14"/>
                  </a:cubicBezTo>
                  <a:cubicBezTo>
                    <a:pt x="4" y="16"/>
                    <a:pt x="2" y="14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9" name="Freeform 684">
              <a:extLst>
                <a:ext uri="{FF2B5EF4-FFF2-40B4-BE49-F238E27FC236}">
                  <a16:creationId xmlns:a16="http://schemas.microsoft.com/office/drawing/2014/main" id="{2B7253BF-0A81-4284-9866-846DF42B5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1630"/>
              <a:ext cx="34" cy="34"/>
            </a:xfrm>
            <a:custGeom>
              <a:avLst/>
              <a:gdLst>
                <a:gd name="T0" fmla="*/ 175 w 15"/>
                <a:gd name="T1" fmla="*/ 0 h 14"/>
                <a:gd name="T2" fmla="*/ 0 w 15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1" y="6"/>
                    <a:pt x="7" y="14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0" name="Freeform 685">
              <a:extLst>
                <a:ext uri="{FF2B5EF4-FFF2-40B4-BE49-F238E27FC236}">
                  <a16:creationId xmlns:a16="http://schemas.microsoft.com/office/drawing/2014/main" id="{A665A096-9AFB-43B5-98CB-3D319976E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622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1"/>
                    <a:pt x="5" y="2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1" name="Freeform 686">
              <a:extLst>
                <a:ext uri="{FF2B5EF4-FFF2-40B4-BE49-F238E27FC236}">
                  <a16:creationId xmlns:a16="http://schemas.microsoft.com/office/drawing/2014/main" id="{6F5A29FB-573F-4EC3-84ED-DC46C654A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654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2"/>
                    <a:pt x="1" y="2"/>
                    <a:pt x="3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2" name="Freeform 687">
              <a:extLst>
                <a:ext uri="{FF2B5EF4-FFF2-40B4-BE49-F238E27FC236}">
                  <a16:creationId xmlns:a16="http://schemas.microsoft.com/office/drawing/2014/main" id="{E005854C-A447-421F-9F19-5B1D7C94F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662"/>
              <a:ext cx="37" cy="19"/>
            </a:xfrm>
            <a:custGeom>
              <a:avLst/>
              <a:gdLst>
                <a:gd name="T0" fmla="*/ 199 w 16"/>
                <a:gd name="T1" fmla="*/ 0 h 8"/>
                <a:gd name="T2" fmla="*/ 74 w 16"/>
                <a:gd name="T3" fmla="*/ 95 h 8"/>
                <a:gd name="T4" fmla="*/ 0 w 16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16" y="0"/>
                  </a:moveTo>
                  <a:cubicBezTo>
                    <a:pt x="14" y="2"/>
                    <a:pt x="10" y="8"/>
                    <a:pt x="6" y="7"/>
                  </a:cubicBezTo>
                  <a:cubicBezTo>
                    <a:pt x="3" y="7"/>
                    <a:pt x="2" y="5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3" name="Freeform 688">
              <a:extLst>
                <a:ext uri="{FF2B5EF4-FFF2-40B4-BE49-F238E27FC236}">
                  <a16:creationId xmlns:a16="http://schemas.microsoft.com/office/drawing/2014/main" id="{52B62A2B-B6B6-4E58-80F7-57A34D040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684"/>
              <a:ext cx="37" cy="29"/>
            </a:xfrm>
            <a:custGeom>
              <a:avLst/>
              <a:gdLst>
                <a:gd name="T0" fmla="*/ 199 w 16"/>
                <a:gd name="T1" fmla="*/ 0 h 12"/>
                <a:gd name="T2" fmla="*/ 0 w 16"/>
                <a:gd name="T3" fmla="*/ 9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6" y="0"/>
                  </a:moveTo>
                  <a:cubicBezTo>
                    <a:pt x="13" y="10"/>
                    <a:pt x="8" y="12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4" name="Freeform 689">
              <a:extLst>
                <a:ext uri="{FF2B5EF4-FFF2-40B4-BE49-F238E27FC236}">
                  <a16:creationId xmlns:a16="http://schemas.microsoft.com/office/drawing/2014/main" id="{BA7317EE-8255-4DBA-BE8C-E328A8481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708"/>
              <a:ext cx="36" cy="37"/>
            </a:xfrm>
            <a:custGeom>
              <a:avLst/>
              <a:gdLst>
                <a:gd name="T0" fmla="*/ 182 w 16"/>
                <a:gd name="T1" fmla="*/ 0 h 15"/>
                <a:gd name="T2" fmla="*/ 0 w 16"/>
                <a:gd name="T3" fmla="*/ 16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16" y="0"/>
                  </a:moveTo>
                  <a:cubicBezTo>
                    <a:pt x="10" y="9"/>
                    <a:pt x="10" y="15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5" name="Freeform 690">
              <a:extLst>
                <a:ext uri="{FF2B5EF4-FFF2-40B4-BE49-F238E27FC236}">
                  <a16:creationId xmlns:a16="http://schemas.microsoft.com/office/drawing/2014/main" id="{D7B6CB7D-594A-4E07-ABCD-1476C4348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735"/>
              <a:ext cx="32" cy="47"/>
            </a:xfrm>
            <a:custGeom>
              <a:avLst/>
              <a:gdLst>
                <a:gd name="T0" fmla="*/ 167 w 14"/>
                <a:gd name="T1" fmla="*/ 0 h 19"/>
                <a:gd name="T2" fmla="*/ 110 w 14"/>
                <a:gd name="T3" fmla="*/ 245 h 19"/>
                <a:gd name="T4" fmla="*/ 0 w 14"/>
                <a:gd name="T5" fmla="*/ 24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14" y="0"/>
                  </a:moveTo>
                  <a:cubicBezTo>
                    <a:pt x="14" y="5"/>
                    <a:pt x="14" y="14"/>
                    <a:pt x="9" y="16"/>
                  </a:cubicBezTo>
                  <a:cubicBezTo>
                    <a:pt x="6" y="19"/>
                    <a:pt x="3" y="16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6" name="Freeform 691">
              <a:extLst>
                <a:ext uri="{FF2B5EF4-FFF2-40B4-BE49-F238E27FC236}">
                  <a16:creationId xmlns:a16="http://schemas.microsoft.com/office/drawing/2014/main" id="{5D421BEA-5F79-4F79-BAE0-C9C77AD06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777"/>
              <a:ext cx="32" cy="34"/>
            </a:xfrm>
            <a:custGeom>
              <a:avLst/>
              <a:gdLst>
                <a:gd name="T0" fmla="*/ 158 w 14"/>
                <a:gd name="T1" fmla="*/ 0 h 14"/>
                <a:gd name="T2" fmla="*/ 94 w 14"/>
                <a:gd name="T3" fmla="*/ 189 h 14"/>
                <a:gd name="T4" fmla="*/ 0 w 14"/>
                <a:gd name="T5" fmla="*/ 20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3" y="0"/>
                  </a:moveTo>
                  <a:cubicBezTo>
                    <a:pt x="12" y="5"/>
                    <a:pt x="14" y="11"/>
                    <a:pt x="8" y="13"/>
                  </a:cubicBezTo>
                  <a:cubicBezTo>
                    <a:pt x="6" y="14"/>
                    <a:pt x="0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7" name="Freeform 692">
              <a:extLst>
                <a:ext uri="{FF2B5EF4-FFF2-40B4-BE49-F238E27FC236}">
                  <a16:creationId xmlns:a16="http://schemas.microsoft.com/office/drawing/2014/main" id="{C80E5606-E4CC-469D-9C61-3099B7394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809"/>
              <a:ext cx="28" cy="34"/>
            </a:xfrm>
            <a:custGeom>
              <a:avLst/>
              <a:gdLst>
                <a:gd name="T0" fmla="*/ 152 w 12"/>
                <a:gd name="T1" fmla="*/ 0 h 14"/>
                <a:gd name="T2" fmla="*/ 103 w 12"/>
                <a:gd name="T3" fmla="*/ 170 h 14"/>
                <a:gd name="T4" fmla="*/ 0 w 12"/>
                <a:gd name="T5" fmla="*/ 1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2" y="3"/>
                    <a:pt x="12" y="10"/>
                    <a:pt x="8" y="12"/>
                  </a:cubicBezTo>
                  <a:cubicBezTo>
                    <a:pt x="6" y="14"/>
                    <a:pt x="0" y="12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8" name="Freeform 693">
              <a:extLst>
                <a:ext uri="{FF2B5EF4-FFF2-40B4-BE49-F238E27FC236}">
                  <a16:creationId xmlns:a16="http://schemas.microsoft.com/office/drawing/2014/main" id="{B47065AA-71DD-4C5B-9DF6-F9BB42343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838"/>
              <a:ext cx="26" cy="35"/>
            </a:xfrm>
            <a:custGeom>
              <a:avLst/>
              <a:gdLst>
                <a:gd name="T0" fmla="*/ 144 w 11"/>
                <a:gd name="T1" fmla="*/ 0 h 14"/>
                <a:gd name="T2" fmla="*/ 135 w 11"/>
                <a:gd name="T3" fmla="*/ 208 h 14"/>
                <a:gd name="T4" fmla="*/ 0 w 11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11" y="5"/>
                    <a:pt x="10" y="8"/>
                    <a:pt x="10" y="13"/>
                  </a:cubicBezTo>
                  <a:cubicBezTo>
                    <a:pt x="7" y="14"/>
                    <a:pt x="2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9" name="Freeform 694">
              <a:extLst>
                <a:ext uri="{FF2B5EF4-FFF2-40B4-BE49-F238E27FC236}">
                  <a16:creationId xmlns:a16="http://schemas.microsoft.com/office/drawing/2014/main" id="{111F1B16-15CC-4E96-82C1-25AC9DA2B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657"/>
              <a:ext cx="36" cy="27"/>
            </a:xfrm>
            <a:custGeom>
              <a:avLst/>
              <a:gdLst>
                <a:gd name="T0" fmla="*/ 182 w 16"/>
                <a:gd name="T1" fmla="*/ 0 h 11"/>
                <a:gd name="T2" fmla="*/ 101 w 16"/>
                <a:gd name="T3" fmla="*/ 133 h 11"/>
                <a:gd name="T4" fmla="*/ 11 w 16"/>
                <a:gd name="T5" fmla="*/ 103 h 11"/>
                <a:gd name="T6" fmla="*/ 25 w 16"/>
                <a:gd name="T7" fmla="*/ 10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14" y="3"/>
                    <a:pt x="12" y="8"/>
                    <a:pt x="9" y="9"/>
                  </a:cubicBezTo>
                  <a:cubicBezTo>
                    <a:pt x="4" y="11"/>
                    <a:pt x="5" y="9"/>
                    <a:pt x="1" y="7"/>
                  </a:cubicBezTo>
                  <a:cubicBezTo>
                    <a:pt x="0" y="7"/>
                    <a:pt x="1" y="7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0" name="Freeform 695">
              <a:extLst>
                <a:ext uri="{FF2B5EF4-FFF2-40B4-BE49-F238E27FC236}">
                  <a16:creationId xmlns:a16="http://schemas.microsoft.com/office/drawing/2014/main" id="{1403058F-D823-4C3D-863A-430BD98C2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684"/>
              <a:ext cx="30" cy="24"/>
            </a:xfrm>
            <a:custGeom>
              <a:avLst/>
              <a:gdLst>
                <a:gd name="T0" fmla="*/ 159 w 13"/>
                <a:gd name="T1" fmla="*/ 0 h 10"/>
                <a:gd name="T2" fmla="*/ 97 w 13"/>
                <a:gd name="T3" fmla="*/ 127 h 10"/>
                <a:gd name="T4" fmla="*/ 0 w 13"/>
                <a:gd name="T5" fmla="*/ 9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12" y="2"/>
                    <a:pt x="11" y="8"/>
                    <a:pt x="8" y="9"/>
                  </a:cubicBezTo>
                  <a:cubicBezTo>
                    <a:pt x="6" y="10"/>
                    <a:pt x="0" y="6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1" name="Freeform 696">
              <a:extLst>
                <a:ext uri="{FF2B5EF4-FFF2-40B4-BE49-F238E27FC236}">
                  <a16:creationId xmlns:a16="http://schemas.microsoft.com/office/drawing/2014/main" id="{62350D12-0825-44F9-B3C7-66BACF242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681"/>
              <a:ext cx="4" cy="5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2"/>
                    <a:pt x="0" y="1"/>
                    <a:pt x="2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2" name="Freeform 697">
              <a:extLst>
                <a:ext uri="{FF2B5EF4-FFF2-40B4-BE49-F238E27FC236}">
                  <a16:creationId xmlns:a16="http://schemas.microsoft.com/office/drawing/2014/main" id="{51EE1580-3292-4EE4-9217-8CA0FEB59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706"/>
              <a:ext cx="39" cy="29"/>
            </a:xfrm>
            <a:custGeom>
              <a:avLst/>
              <a:gdLst>
                <a:gd name="T0" fmla="*/ 204 w 17"/>
                <a:gd name="T1" fmla="*/ 0 h 12"/>
                <a:gd name="T2" fmla="*/ 0 w 17"/>
                <a:gd name="T3" fmla="*/ 9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17" y="0"/>
                  </a:moveTo>
                  <a:cubicBezTo>
                    <a:pt x="12" y="5"/>
                    <a:pt x="6" y="12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3" name="Freeform 698">
              <a:extLst>
                <a:ext uri="{FF2B5EF4-FFF2-40B4-BE49-F238E27FC236}">
                  <a16:creationId xmlns:a16="http://schemas.microsoft.com/office/drawing/2014/main" id="{BC04B85E-BECC-449F-8DCC-26694F693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725"/>
              <a:ext cx="42" cy="35"/>
            </a:xfrm>
            <a:custGeom>
              <a:avLst/>
              <a:gdLst>
                <a:gd name="T0" fmla="*/ 229 w 18"/>
                <a:gd name="T1" fmla="*/ 0 h 14"/>
                <a:gd name="T2" fmla="*/ 126 w 18"/>
                <a:gd name="T3" fmla="*/ 208 h 14"/>
                <a:gd name="T4" fmla="*/ 37 w 18"/>
                <a:gd name="T5" fmla="*/ 20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8" y="0"/>
                  </a:moveTo>
                  <a:cubicBezTo>
                    <a:pt x="17" y="4"/>
                    <a:pt x="15" y="12"/>
                    <a:pt x="10" y="13"/>
                  </a:cubicBezTo>
                  <a:cubicBezTo>
                    <a:pt x="9" y="14"/>
                    <a:pt x="0" y="11"/>
                    <a:pt x="3" y="1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4" name="Freeform 699">
              <a:extLst>
                <a:ext uri="{FF2B5EF4-FFF2-40B4-BE49-F238E27FC236}">
                  <a16:creationId xmlns:a16="http://schemas.microsoft.com/office/drawing/2014/main" id="{85B3ACFC-8BF5-4A9E-91FA-CD8E043AA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755"/>
              <a:ext cx="35" cy="39"/>
            </a:xfrm>
            <a:custGeom>
              <a:avLst/>
              <a:gdLst>
                <a:gd name="T0" fmla="*/ 191 w 15"/>
                <a:gd name="T1" fmla="*/ 0 h 16"/>
                <a:gd name="T2" fmla="*/ 65 w 15"/>
                <a:gd name="T3" fmla="*/ 190 h 16"/>
                <a:gd name="T4" fmla="*/ 0 w 15"/>
                <a:gd name="T5" fmla="*/ 20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2" y="9"/>
                    <a:pt x="14" y="12"/>
                    <a:pt x="5" y="13"/>
                  </a:cubicBezTo>
                  <a:cubicBezTo>
                    <a:pt x="2" y="14"/>
                    <a:pt x="0" y="16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5" name="Freeform 700">
              <a:extLst>
                <a:ext uri="{FF2B5EF4-FFF2-40B4-BE49-F238E27FC236}">
                  <a16:creationId xmlns:a16="http://schemas.microsoft.com/office/drawing/2014/main" id="{E9C68DDE-FFE2-4F07-A045-4E0183934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782"/>
              <a:ext cx="12" cy="5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6" name="Freeform 701">
              <a:extLst>
                <a:ext uri="{FF2B5EF4-FFF2-40B4-BE49-F238E27FC236}">
                  <a16:creationId xmlns:a16="http://schemas.microsoft.com/office/drawing/2014/main" id="{BD1948AE-D507-482B-ACA2-F0062E4A4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713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2" y="2"/>
                    <a:pt x="3" y="2"/>
                    <a:pt x="3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7" name="Freeform 702">
              <a:extLst>
                <a:ext uri="{FF2B5EF4-FFF2-40B4-BE49-F238E27FC236}">
                  <a16:creationId xmlns:a16="http://schemas.microsoft.com/office/drawing/2014/main" id="{18920062-2A8B-4039-8438-BAC8FC147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747"/>
              <a:ext cx="9" cy="3"/>
            </a:xfrm>
            <a:custGeom>
              <a:avLst/>
              <a:gdLst>
                <a:gd name="T0" fmla="*/ 0 w 4"/>
                <a:gd name="T1" fmla="*/ 0 h 1"/>
                <a:gd name="T2" fmla="*/ 45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3" y="0"/>
                    <a:pt x="3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8" name="Freeform 703">
              <a:extLst>
                <a:ext uri="{FF2B5EF4-FFF2-40B4-BE49-F238E27FC236}">
                  <a16:creationId xmlns:a16="http://schemas.microsoft.com/office/drawing/2014/main" id="{C0E08B3E-8FC0-4A6A-A154-AAAEC4E62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789"/>
              <a:ext cx="27" cy="37"/>
            </a:xfrm>
            <a:custGeom>
              <a:avLst/>
              <a:gdLst>
                <a:gd name="T0" fmla="*/ 137 w 12"/>
                <a:gd name="T1" fmla="*/ 0 h 15"/>
                <a:gd name="T2" fmla="*/ 101 w 12"/>
                <a:gd name="T3" fmla="*/ 165 h 15"/>
                <a:gd name="T4" fmla="*/ 45 w 12"/>
                <a:gd name="T5" fmla="*/ 212 h 15"/>
                <a:gd name="T6" fmla="*/ 25 w 12"/>
                <a:gd name="T7" fmla="*/ 2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12" y="0"/>
                  </a:moveTo>
                  <a:cubicBezTo>
                    <a:pt x="12" y="3"/>
                    <a:pt x="11" y="9"/>
                    <a:pt x="9" y="11"/>
                  </a:cubicBezTo>
                  <a:cubicBezTo>
                    <a:pt x="8" y="13"/>
                    <a:pt x="6" y="13"/>
                    <a:pt x="4" y="14"/>
                  </a:cubicBezTo>
                  <a:cubicBezTo>
                    <a:pt x="4" y="14"/>
                    <a:pt x="0" y="15"/>
                    <a:pt x="2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9" name="Freeform 704">
              <a:extLst>
                <a:ext uri="{FF2B5EF4-FFF2-40B4-BE49-F238E27FC236}">
                  <a16:creationId xmlns:a16="http://schemas.microsoft.com/office/drawing/2014/main" id="{18E00692-C546-4B70-BD18-C11456955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819"/>
              <a:ext cx="12" cy="9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0"/>
                    <a:pt x="4" y="3"/>
                    <a:pt x="5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0" name="Freeform 705">
              <a:extLst>
                <a:ext uri="{FF2B5EF4-FFF2-40B4-BE49-F238E27FC236}">
                  <a16:creationId xmlns:a16="http://schemas.microsoft.com/office/drawing/2014/main" id="{3B5899CF-3042-4007-B6CD-43CC59E9F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725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3"/>
                    <a:pt x="2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1" name="Freeform 706">
              <a:extLst>
                <a:ext uri="{FF2B5EF4-FFF2-40B4-BE49-F238E27FC236}">
                  <a16:creationId xmlns:a16="http://schemas.microsoft.com/office/drawing/2014/main" id="{15CEB3E8-F8CC-46F7-A312-9F18BCDD6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735"/>
              <a:ext cx="11" cy="20"/>
            </a:xfrm>
            <a:custGeom>
              <a:avLst/>
              <a:gdLst>
                <a:gd name="T0" fmla="*/ 0 w 5"/>
                <a:gd name="T1" fmla="*/ 0 h 8"/>
                <a:gd name="T2" fmla="*/ 53 w 5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3" y="1"/>
                    <a:pt x="5" y="5"/>
                    <a:pt x="5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2" name="Freeform 707">
              <a:extLst>
                <a:ext uri="{FF2B5EF4-FFF2-40B4-BE49-F238E27FC236}">
                  <a16:creationId xmlns:a16="http://schemas.microsoft.com/office/drawing/2014/main" id="{1F599F4C-6CE7-410B-9C6A-04FBD7A53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703"/>
              <a:ext cx="2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3" name="Freeform 708">
              <a:extLst>
                <a:ext uri="{FF2B5EF4-FFF2-40B4-BE49-F238E27FC236}">
                  <a16:creationId xmlns:a16="http://schemas.microsoft.com/office/drawing/2014/main" id="{F74BF5B1-1523-410B-B5A6-2E15848A6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622"/>
              <a:ext cx="5" cy="18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2"/>
                    <a:pt x="1" y="5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4" name="Freeform 709">
              <a:extLst>
                <a:ext uri="{FF2B5EF4-FFF2-40B4-BE49-F238E27FC236}">
                  <a16:creationId xmlns:a16="http://schemas.microsoft.com/office/drawing/2014/main" id="{F895B50B-099E-4333-A255-83EF1D2F8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676"/>
              <a:ext cx="14" cy="3"/>
            </a:xfrm>
            <a:custGeom>
              <a:avLst/>
              <a:gdLst>
                <a:gd name="T0" fmla="*/ 77 w 6"/>
                <a:gd name="T1" fmla="*/ 0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5" name="Freeform 710">
              <a:extLst>
                <a:ext uri="{FF2B5EF4-FFF2-40B4-BE49-F238E27FC236}">
                  <a16:creationId xmlns:a16="http://schemas.microsoft.com/office/drawing/2014/main" id="{5908374E-6DB5-440E-8891-771953B1F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551"/>
              <a:ext cx="37" cy="32"/>
            </a:xfrm>
            <a:custGeom>
              <a:avLst/>
              <a:gdLst>
                <a:gd name="T0" fmla="*/ 160 w 16"/>
                <a:gd name="T1" fmla="*/ 0 h 13"/>
                <a:gd name="T2" fmla="*/ 134 w 16"/>
                <a:gd name="T3" fmla="*/ 103 h 13"/>
                <a:gd name="T4" fmla="*/ 0 w 16"/>
                <a:gd name="T5" fmla="*/ 1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13" y="0"/>
                  </a:moveTo>
                  <a:cubicBezTo>
                    <a:pt x="16" y="6"/>
                    <a:pt x="16" y="4"/>
                    <a:pt x="11" y="7"/>
                  </a:cubicBezTo>
                  <a:cubicBezTo>
                    <a:pt x="8" y="9"/>
                    <a:pt x="3" y="12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6" name="Freeform 711">
              <a:extLst>
                <a:ext uri="{FF2B5EF4-FFF2-40B4-BE49-F238E27FC236}">
                  <a16:creationId xmlns:a16="http://schemas.microsoft.com/office/drawing/2014/main" id="{65C8613A-0729-417D-8CEF-26703D9F4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537"/>
              <a:ext cx="30" cy="24"/>
            </a:xfrm>
            <a:custGeom>
              <a:avLst/>
              <a:gdLst>
                <a:gd name="T0" fmla="*/ 0 w 13"/>
                <a:gd name="T1" fmla="*/ 139 h 10"/>
                <a:gd name="T2" fmla="*/ 134 w 13"/>
                <a:gd name="T3" fmla="*/ 70 h 10"/>
                <a:gd name="T4" fmla="*/ 134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3" y="9"/>
                    <a:pt x="9" y="8"/>
                    <a:pt x="11" y="5"/>
                  </a:cubicBezTo>
                  <a:cubicBezTo>
                    <a:pt x="12" y="3"/>
                    <a:pt x="13" y="1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7" name="Freeform 712">
              <a:extLst>
                <a:ext uri="{FF2B5EF4-FFF2-40B4-BE49-F238E27FC236}">
                  <a16:creationId xmlns:a16="http://schemas.microsoft.com/office/drawing/2014/main" id="{E1EEFAC1-E35B-41AC-8871-9BBC82DA3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1522"/>
              <a:ext cx="35" cy="20"/>
            </a:xfrm>
            <a:custGeom>
              <a:avLst/>
              <a:gdLst>
                <a:gd name="T0" fmla="*/ 163 w 15"/>
                <a:gd name="T1" fmla="*/ 0 h 8"/>
                <a:gd name="T2" fmla="*/ 126 w 15"/>
                <a:gd name="T3" fmla="*/ 95 h 8"/>
                <a:gd name="T4" fmla="*/ 0 w 15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3" y="0"/>
                  </a:moveTo>
                  <a:cubicBezTo>
                    <a:pt x="14" y="5"/>
                    <a:pt x="15" y="4"/>
                    <a:pt x="10" y="6"/>
                  </a:cubicBezTo>
                  <a:cubicBezTo>
                    <a:pt x="7" y="7"/>
                    <a:pt x="2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8" name="Freeform 713">
              <a:extLst>
                <a:ext uri="{FF2B5EF4-FFF2-40B4-BE49-F238E27FC236}">
                  <a16:creationId xmlns:a16="http://schemas.microsoft.com/office/drawing/2014/main" id="{44891F65-EC5C-4963-86FE-775E9AEF0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512"/>
              <a:ext cx="30" cy="22"/>
            </a:xfrm>
            <a:custGeom>
              <a:avLst/>
              <a:gdLst>
                <a:gd name="T0" fmla="*/ 0 w 13"/>
                <a:gd name="T1" fmla="*/ 103 h 9"/>
                <a:gd name="T2" fmla="*/ 134 w 13"/>
                <a:gd name="T3" fmla="*/ 103 h 9"/>
                <a:gd name="T4" fmla="*/ 150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3" y="7"/>
                    <a:pt x="9" y="9"/>
                    <a:pt x="11" y="7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9" name="Freeform 714">
              <a:extLst>
                <a:ext uri="{FF2B5EF4-FFF2-40B4-BE49-F238E27FC236}">
                  <a16:creationId xmlns:a16="http://schemas.microsoft.com/office/drawing/2014/main" id="{6FF2A628-5C85-4122-A34D-DD941AC15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546"/>
              <a:ext cx="32" cy="25"/>
            </a:xfrm>
            <a:custGeom>
              <a:avLst/>
              <a:gdLst>
                <a:gd name="T0" fmla="*/ 167 w 14"/>
                <a:gd name="T1" fmla="*/ 83 h 10"/>
                <a:gd name="T2" fmla="*/ 142 w 14"/>
                <a:gd name="T3" fmla="*/ 20 h 10"/>
                <a:gd name="T4" fmla="*/ 37 w 14"/>
                <a:gd name="T5" fmla="*/ 33 h 10"/>
                <a:gd name="T6" fmla="*/ 37 w 14"/>
                <a:gd name="T7" fmla="*/ 15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4" y="5"/>
                  </a:moveTo>
                  <a:cubicBezTo>
                    <a:pt x="13" y="4"/>
                    <a:pt x="13" y="2"/>
                    <a:pt x="12" y="1"/>
                  </a:cubicBezTo>
                  <a:cubicBezTo>
                    <a:pt x="10" y="0"/>
                    <a:pt x="4" y="2"/>
                    <a:pt x="3" y="2"/>
                  </a:cubicBezTo>
                  <a:cubicBezTo>
                    <a:pt x="0" y="4"/>
                    <a:pt x="1" y="8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0" name="Freeform 715">
              <a:extLst>
                <a:ext uri="{FF2B5EF4-FFF2-40B4-BE49-F238E27FC236}">
                  <a16:creationId xmlns:a16="http://schemas.microsoft.com/office/drawing/2014/main" id="{8667B86E-4177-413E-B9CD-72DB56FD8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549"/>
              <a:ext cx="37" cy="34"/>
            </a:xfrm>
            <a:custGeom>
              <a:avLst/>
              <a:gdLst>
                <a:gd name="T0" fmla="*/ 199 w 16"/>
                <a:gd name="T1" fmla="*/ 29 h 14"/>
                <a:gd name="T2" fmla="*/ 171 w 16"/>
                <a:gd name="T3" fmla="*/ 0 h 14"/>
                <a:gd name="T4" fmla="*/ 28 w 16"/>
                <a:gd name="T5" fmla="*/ 58 h 14"/>
                <a:gd name="T6" fmla="*/ 37 w 16"/>
                <a:gd name="T7" fmla="*/ 20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16" y="2"/>
                  </a:moveTo>
                  <a:cubicBezTo>
                    <a:pt x="15" y="2"/>
                    <a:pt x="14" y="1"/>
                    <a:pt x="14" y="0"/>
                  </a:cubicBezTo>
                  <a:cubicBezTo>
                    <a:pt x="11" y="1"/>
                    <a:pt x="3" y="2"/>
                    <a:pt x="2" y="4"/>
                  </a:cubicBezTo>
                  <a:cubicBezTo>
                    <a:pt x="0" y="7"/>
                    <a:pt x="3" y="11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1" name="Freeform 716">
              <a:extLst>
                <a:ext uri="{FF2B5EF4-FFF2-40B4-BE49-F238E27FC236}">
                  <a16:creationId xmlns:a16="http://schemas.microsoft.com/office/drawing/2014/main" id="{E8E4AC8B-55FB-42DF-929C-EE0426A7A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568"/>
              <a:ext cx="23" cy="27"/>
            </a:xfrm>
            <a:custGeom>
              <a:avLst/>
              <a:gdLst>
                <a:gd name="T0" fmla="*/ 122 w 10"/>
                <a:gd name="T1" fmla="*/ 0 h 11"/>
                <a:gd name="T2" fmla="*/ 0 w 10"/>
                <a:gd name="T3" fmla="*/ 103 h 11"/>
                <a:gd name="T4" fmla="*/ 28 w 10"/>
                <a:gd name="T5" fmla="*/ 16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8" y="1"/>
                    <a:pt x="0" y="4"/>
                    <a:pt x="0" y="7"/>
                  </a:cubicBezTo>
                  <a:cubicBezTo>
                    <a:pt x="0" y="8"/>
                    <a:pt x="2" y="10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2" name="Freeform 717">
              <a:extLst>
                <a:ext uri="{FF2B5EF4-FFF2-40B4-BE49-F238E27FC236}">
                  <a16:creationId xmlns:a16="http://schemas.microsoft.com/office/drawing/2014/main" id="{77481300-A2C1-4455-AA03-E29C0806E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578"/>
              <a:ext cx="25" cy="35"/>
            </a:xfrm>
            <a:custGeom>
              <a:avLst/>
              <a:gdLst>
                <a:gd name="T0" fmla="*/ 130 w 11"/>
                <a:gd name="T1" fmla="*/ 50 h 14"/>
                <a:gd name="T2" fmla="*/ 25 w 11"/>
                <a:gd name="T3" fmla="*/ 113 h 14"/>
                <a:gd name="T4" fmla="*/ 45 w 11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1" y="3"/>
                  </a:moveTo>
                  <a:cubicBezTo>
                    <a:pt x="9" y="0"/>
                    <a:pt x="3" y="5"/>
                    <a:pt x="2" y="7"/>
                  </a:cubicBezTo>
                  <a:cubicBezTo>
                    <a:pt x="0" y="10"/>
                    <a:pt x="4" y="12"/>
                    <a:pt x="4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3" name="Freeform 718">
              <a:extLst>
                <a:ext uri="{FF2B5EF4-FFF2-40B4-BE49-F238E27FC236}">
                  <a16:creationId xmlns:a16="http://schemas.microsoft.com/office/drawing/2014/main" id="{44EFEB60-A853-46AF-A9B5-80390FE93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600"/>
              <a:ext cx="23" cy="8"/>
            </a:xfrm>
            <a:custGeom>
              <a:avLst/>
              <a:gdLst>
                <a:gd name="T0" fmla="*/ 122 w 10"/>
                <a:gd name="T1" fmla="*/ 0 h 3"/>
                <a:gd name="T2" fmla="*/ 0 w 10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7" y="0"/>
                    <a:pt x="1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4" name="Freeform 719">
              <a:extLst>
                <a:ext uri="{FF2B5EF4-FFF2-40B4-BE49-F238E27FC236}">
                  <a16:creationId xmlns:a16="http://schemas.microsoft.com/office/drawing/2014/main" id="{81D545AE-38B7-4E7F-8E74-9ED879423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573"/>
              <a:ext cx="9" cy="15"/>
            </a:xfrm>
            <a:custGeom>
              <a:avLst/>
              <a:gdLst>
                <a:gd name="T0" fmla="*/ 0 w 4"/>
                <a:gd name="T1" fmla="*/ 0 h 6"/>
                <a:gd name="T2" fmla="*/ 45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2"/>
                    <a:pt x="3" y="4"/>
                    <a:pt x="4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5" name="Freeform 720">
              <a:extLst>
                <a:ext uri="{FF2B5EF4-FFF2-40B4-BE49-F238E27FC236}">
                  <a16:creationId xmlns:a16="http://schemas.microsoft.com/office/drawing/2014/main" id="{BB5D299E-75DE-4B49-9C92-D4D15CE13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556"/>
              <a:ext cx="9" cy="15"/>
            </a:xfrm>
            <a:custGeom>
              <a:avLst/>
              <a:gdLst>
                <a:gd name="T0" fmla="*/ 0 w 4"/>
                <a:gd name="T1" fmla="*/ 0 h 6"/>
                <a:gd name="T2" fmla="*/ 45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2"/>
                    <a:pt x="4" y="4"/>
                    <a:pt x="4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6" name="Freeform 721">
              <a:extLst>
                <a:ext uri="{FF2B5EF4-FFF2-40B4-BE49-F238E27FC236}">
                  <a16:creationId xmlns:a16="http://schemas.microsoft.com/office/drawing/2014/main" id="{6A983455-8ED1-4AD9-8532-8260F0F93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537"/>
              <a:ext cx="2" cy="12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1" y="4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7" name="Freeform 722">
              <a:extLst>
                <a:ext uri="{FF2B5EF4-FFF2-40B4-BE49-F238E27FC236}">
                  <a16:creationId xmlns:a16="http://schemas.microsoft.com/office/drawing/2014/main" id="{5ED8C05D-713A-4217-92CE-1B6D94C36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554"/>
              <a:ext cx="11" cy="5"/>
            </a:xfrm>
            <a:custGeom>
              <a:avLst/>
              <a:gdLst>
                <a:gd name="T0" fmla="*/ 53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2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8" name="Freeform 723">
              <a:extLst>
                <a:ext uri="{FF2B5EF4-FFF2-40B4-BE49-F238E27FC236}">
                  <a16:creationId xmlns:a16="http://schemas.microsoft.com/office/drawing/2014/main" id="{000F8771-279D-4C5C-A531-27435F294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532"/>
              <a:ext cx="5" cy="14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3"/>
                    <a:pt x="2" y="3"/>
                    <a:pt x="2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9" name="Freeform 724">
              <a:extLst>
                <a:ext uri="{FF2B5EF4-FFF2-40B4-BE49-F238E27FC236}">
                  <a16:creationId xmlns:a16="http://schemas.microsoft.com/office/drawing/2014/main" id="{14F72648-CEBD-4AC3-8706-5436A4A29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595"/>
              <a:ext cx="9" cy="13"/>
            </a:xfrm>
            <a:custGeom>
              <a:avLst/>
              <a:gdLst>
                <a:gd name="T0" fmla="*/ 0 w 4"/>
                <a:gd name="T1" fmla="*/ 0 h 5"/>
                <a:gd name="T2" fmla="*/ 36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4" y="4"/>
                    <a:pt x="3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0" name="Freeform 725">
              <a:extLst>
                <a:ext uri="{FF2B5EF4-FFF2-40B4-BE49-F238E27FC236}">
                  <a16:creationId xmlns:a16="http://schemas.microsoft.com/office/drawing/2014/main" id="{2B2ACBD6-ABF4-4C9D-ABB9-576D1BE94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870"/>
              <a:ext cx="23" cy="34"/>
            </a:xfrm>
            <a:custGeom>
              <a:avLst/>
              <a:gdLst>
                <a:gd name="T0" fmla="*/ 122 w 10"/>
                <a:gd name="T1" fmla="*/ 0 h 14"/>
                <a:gd name="T2" fmla="*/ 85 w 10"/>
                <a:gd name="T3" fmla="*/ 170 h 14"/>
                <a:gd name="T4" fmla="*/ 0 w 10"/>
                <a:gd name="T5" fmla="*/ 1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10" y="3"/>
                    <a:pt x="9" y="10"/>
                    <a:pt x="7" y="12"/>
                  </a:cubicBezTo>
                  <a:cubicBezTo>
                    <a:pt x="6" y="14"/>
                    <a:pt x="1" y="13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1" name="Freeform 726">
              <a:extLst>
                <a:ext uri="{FF2B5EF4-FFF2-40B4-BE49-F238E27FC236}">
                  <a16:creationId xmlns:a16="http://schemas.microsoft.com/office/drawing/2014/main" id="{B11557EE-FFA8-4AE5-8FF7-670CBA9F5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899"/>
              <a:ext cx="6" cy="27"/>
            </a:xfrm>
            <a:custGeom>
              <a:avLst/>
              <a:gdLst>
                <a:gd name="T0" fmla="*/ 24 w 3"/>
                <a:gd name="T1" fmla="*/ 0 h 11"/>
                <a:gd name="T2" fmla="*/ 8 w 3"/>
                <a:gd name="T3" fmla="*/ 103 h 11"/>
                <a:gd name="T4" fmla="*/ 8 w 3"/>
                <a:gd name="T5" fmla="*/ 15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3" y="2"/>
                    <a:pt x="2" y="4"/>
                    <a:pt x="1" y="7"/>
                  </a:cubicBezTo>
                  <a:cubicBezTo>
                    <a:pt x="1" y="7"/>
                    <a:pt x="0" y="11"/>
                    <a:pt x="1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2" name="Freeform 727">
              <a:extLst>
                <a:ext uri="{FF2B5EF4-FFF2-40B4-BE49-F238E27FC236}">
                  <a16:creationId xmlns:a16="http://schemas.microsoft.com/office/drawing/2014/main" id="{52D0A291-711C-475C-8D2D-046CBC088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823"/>
              <a:ext cx="10" cy="40"/>
            </a:xfrm>
            <a:custGeom>
              <a:avLst/>
              <a:gdLst>
                <a:gd name="T0" fmla="*/ 63 w 4"/>
                <a:gd name="T1" fmla="*/ 0 h 16"/>
                <a:gd name="T2" fmla="*/ 0 w 4"/>
                <a:gd name="T3" fmla="*/ 220 h 16"/>
                <a:gd name="T4" fmla="*/ 63 w 4"/>
                <a:gd name="T5" fmla="*/ 2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3" y="5"/>
                    <a:pt x="0" y="9"/>
                    <a:pt x="0" y="14"/>
                  </a:cubicBezTo>
                  <a:cubicBezTo>
                    <a:pt x="1" y="14"/>
                    <a:pt x="3" y="15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3" name="Freeform 728">
              <a:extLst>
                <a:ext uri="{FF2B5EF4-FFF2-40B4-BE49-F238E27FC236}">
                  <a16:creationId xmlns:a16="http://schemas.microsoft.com/office/drawing/2014/main" id="{9978095B-D72B-45E1-9372-42A13F76E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855"/>
              <a:ext cx="18" cy="32"/>
            </a:xfrm>
            <a:custGeom>
              <a:avLst/>
              <a:gdLst>
                <a:gd name="T0" fmla="*/ 45 w 8"/>
                <a:gd name="T1" fmla="*/ 0 h 13"/>
                <a:gd name="T2" fmla="*/ 36 w 8"/>
                <a:gd name="T3" fmla="*/ 182 h 13"/>
                <a:gd name="T4" fmla="*/ 92 w 8"/>
                <a:gd name="T5" fmla="*/ 1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4" y="0"/>
                  </a:moveTo>
                  <a:cubicBezTo>
                    <a:pt x="4" y="3"/>
                    <a:pt x="0" y="10"/>
                    <a:pt x="3" y="12"/>
                  </a:cubicBezTo>
                  <a:cubicBezTo>
                    <a:pt x="4" y="13"/>
                    <a:pt x="8" y="13"/>
                    <a:pt x="8" y="1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4" name="Freeform 729">
              <a:extLst>
                <a:ext uri="{FF2B5EF4-FFF2-40B4-BE49-F238E27FC236}">
                  <a16:creationId xmlns:a16="http://schemas.microsoft.com/office/drawing/2014/main" id="{AE539D17-69E1-472C-8AB5-8176E405D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882"/>
              <a:ext cx="12" cy="54"/>
            </a:xfrm>
            <a:custGeom>
              <a:avLst/>
              <a:gdLst>
                <a:gd name="T0" fmla="*/ 70 w 5"/>
                <a:gd name="T1" fmla="*/ 0 h 22"/>
                <a:gd name="T2" fmla="*/ 29 w 5"/>
                <a:gd name="T3" fmla="*/ 32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5" y="0"/>
                  </a:moveTo>
                  <a:cubicBezTo>
                    <a:pt x="0" y="3"/>
                    <a:pt x="1" y="17"/>
                    <a:pt x="2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5" name="Freeform 730">
              <a:extLst>
                <a:ext uri="{FF2B5EF4-FFF2-40B4-BE49-F238E27FC236}">
                  <a16:creationId xmlns:a16="http://schemas.microsoft.com/office/drawing/2014/main" id="{0FC24C5E-11DB-4A97-8E44-95A1E2D9C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899"/>
              <a:ext cx="17" cy="3"/>
            </a:xfrm>
            <a:custGeom>
              <a:avLst/>
              <a:gdLst>
                <a:gd name="T0" fmla="*/ 0 w 7"/>
                <a:gd name="T1" fmla="*/ 0 h 1"/>
                <a:gd name="T2" fmla="*/ 10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6" name="Freeform 731">
              <a:extLst>
                <a:ext uri="{FF2B5EF4-FFF2-40B4-BE49-F238E27FC236}">
                  <a16:creationId xmlns:a16="http://schemas.microsoft.com/office/drawing/2014/main" id="{6936FB22-2A5D-4521-B609-B3339F97C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858"/>
              <a:ext cx="13" cy="2"/>
            </a:xfrm>
            <a:custGeom>
              <a:avLst/>
              <a:gdLst>
                <a:gd name="T0" fmla="*/ 0 w 6"/>
                <a:gd name="T1" fmla="*/ 0 h 1"/>
                <a:gd name="T2" fmla="*/ 61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1"/>
                    <a:pt x="5" y="1"/>
                    <a:pt x="6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7" name="Freeform 732">
              <a:extLst>
                <a:ext uri="{FF2B5EF4-FFF2-40B4-BE49-F238E27FC236}">
                  <a16:creationId xmlns:a16="http://schemas.microsoft.com/office/drawing/2014/main" id="{834859AD-7F65-4DE0-85B6-2E686171D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823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8" name="Freeform 733">
              <a:extLst>
                <a:ext uri="{FF2B5EF4-FFF2-40B4-BE49-F238E27FC236}">
                  <a16:creationId xmlns:a16="http://schemas.microsoft.com/office/drawing/2014/main" id="{0C29F8D6-988D-4F41-86EC-6D710CB78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537"/>
              <a:ext cx="25" cy="14"/>
            </a:xfrm>
            <a:custGeom>
              <a:avLst/>
              <a:gdLst>
                <a:gd name="T0" fmla="*/ 0 w 11"/>
                <a:gd name="T1" fmla="*/ 28 h 6"/>
                <a:gd name="T2" fmla="*/ 130 w 11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7" y="2"/>
                    <a:pt x="8" y="0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9" name="Freeform 734">
              <a:extLst>
                <a:ext uri="{FF2B5EF4-FFF2-40B4-BE49-F238E27FC236}">
                  <a16:creationId xmlns:a16="http://schemas.microsoft.com/office/drawing/2014/main" id="{02422E26-07B9-489C-957C-8CAEAB837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532"/>
              <a:ext cx="37" cy="17"/>
            </a:xfrm>
            <a:custGeom>
              <a:avLst/>
              <a:gdLst>
                <a:gd name="T0" fmla="*/ 0 w 16"/>
                <a:gd name="T1" fmla="*/ 58 h 7"/>
                <a:gd name="T2" fmla="*/ 171 w 16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4"/>
                  </a:moveTo>
                  <a:cubicBezTo>
                    <a:pt x="5" y="3"/>
                    <a:pt x="16" y="0"/>
                    <a:pt x="14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0" name="Freeform 735">
              <a:extLst>
                <a:ext uri="{FF2B5EF4-FFF2-40B4-BE49-F238E27FC236}">
                  <a16:creationId xmlns:a16="http://schemas.microsoft.com/office/drawing/2014/main" id="{DD44DB33-14E1-4BAF-9280-11B0D8357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529"/>
              <a:ext cx="41" cy="15"/>
            </a:xfrm>
            <a:custGeom>
              <a:avLst/>
              <a:gdLst>
                <a:gd name="T0" fmla="*/ 0 w 18"/>
                <a:gd name="T1" fmla="*/ 63 h 6"/>
                <a:gd name="T2" fmla="*/ 187 w 18"/>
                <a:gd name="T3" fmla="*/ 33 h 6"/>
                <a:gd name="T4" fmla="*/ 212 w 18"/>
                <a:gd name="T5" fmla="*/ 9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">
                  <a:moveTo>
                    <a:pt x="0" y="4"/>
                  </a:moveTo>
                  <a:cubicBezTo>
                    <a:pt x="4" y="2"/>
                    <a:pt x="13" y="0"/>
                    <a:pt x="16" y="2"/>
                  </a:cubicBezTo>
                  <a:cubicBezTo>
                    <a:pt x="18" y="2"/>
                    <a:pt x="18" y="4"/>
                    <a:pt x="18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1" name="Freeform 736">
              <a:extLst>
                <a:ext uri="{FF2B5EF4-FFF2-40B4-BE49-F238E27FC236}">
                  <a16:creationId xmlns:a16="http://schemas.microsoft.com/office/drawing/2014/main" id="{500FDF78-7D8E-460C-B5DF-A4CDA93A9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524"/>
              <a:ext cx="37" cy="18"/>
            </a:xfrm>
            <a:custGeom>
              <a:avLst/>
              <a:gdLst>
                <a:gd name="T0" fmla="*/ 0 w 16"/>
                <a:gd name="T1" fmla="*/ 54 h 7"/>
                <a:gd name="T2" fmla="*/ 160 w 16"/>
                <a:gd name="T3" fmla="*/ 21 h 7"/>
                <a:gd name="T4" fmla="*/ 171 w 16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3"/>
                  </a:moveTo>
                  <a:cubicBezTo>
                    <a:pt x="2" y="1"/>
                    <a:pt x="10" y="0"/>
                    <a:pt x="13" y="1"/>
                  </a:cubicBezTo>
                  <a:cubicBezTo>
                    <a:pt x="16" y="2"/>
                    <a:pt x="14" y="3"/>
                    <a:pt x="14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2" name="Freeform 737">
              <a:extLst>
                <a:ext uri="{FF2B5EF4-FFF2-40B4-BE49-F238E27FC236}">
                  <a16:creationId xmlns:a16="http://schemas.microsoft.com/office/drawing/2014/main" id="{F0AB9FDD-7B71-49DD-BBD5-A7FC50773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522"/>
              <a:ext cx="32" cy="17"/>
            </a:xfrm>
            <a:custGeom>
              <a:avLst/>
              <a:gdLst>
                <a:gd name="T0" fmla="*/ 0 w 14"/>
                <a:gd name="T1" fmla="*/ 29 h 7"/>
                <a:gd name="T2" fmla="*/ 158 w 14"/>
                <a:gd name="T3" fmla="*/ 29 h 7"/>
                <a:gd name="T4" fmla="*/ 167 w 14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0" y="2"/>
                  </a:moveTo>
                  <a:cubicBezTo>
                    <a:pt x="3" y="2"/>
                    <a:pt x="10" y="0"/>
                    <a:pt x="13" y="2"/>
                  </a:cubicBezTo>
                  <a:cubicBezTo>
                    <a:pt x="14" y="3"/>
                    <a:pt x="13" y="7"/>
                    <a:pt x="14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3" name="Freeform 738">
              <a:extLst>
                <a:ext uri="{FF2B5EF4-FFF2-40B4-BE49-F238E27FC236}">
                  <a16:creationId xmlns:a16="http://schemas.microsoft.com/office/drawing/2014/main" id="{9F56676C-7259-4FAD-98D7-8D935C16B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517"/>
              <a:ext cx="37" cy="25"/>
            </a:xfrm>
            <a:custGeom>
              <a:avLst/>
              <a:gdLst>
                <a:gd name="T0" fmla="*/ 0 w 16"/>
                <a:gd name="T1" fmla="*/ 63 h 10"/>
                <a:gd name="T2" fmla="*/ 187 w 16"/>
                <a:gd name="T3" fmla="*/ 50 h 10"/>
                <a:gd name="T4" fmla="*/ 199 w 16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4"/>
                  </a:moveTo>
                  <a:cubicBezTo>
                    <a:pt x="3" y="3"/>
                    <a:pt x="13" y="0"/>
                    <a:pt x="15" y="3"/>
                  </a:cubicBezTo>
                  <a:cubicBezTo>
                    <a:pt x="16" y="4"/>
                    <a:pt x="16" y="9"/>
                    <a:pt x="16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4" name="Freeform 739">
              <a:extLst>
                <a:ext uri="{FF2B5EF4-FFF2-40B4-BE49-F238E27FC236}">
                  <a16:creationId xmlns:a16="http://schemas.microsoft.com/office/drawing/2014/main" id="{0804FF30-BDFC-4B88-AE07-006782E4A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522"/>
              <a:ext cx="40" cy="22"/>
            </a:xfrm>
            <a:custGeom>
              <a:avLst/>
              <a:gdLst>
                <a:gd name="T0" fmla="*/ 0 w 17"/>
                <a:gd name="T1" fmla="*/ 29 h 9"/>
                <a:gd name="T2" fmla="*/ 184 w 17"/>
                <a:gd name="T3" fmla="*/ 42 h 9"/>
                <a:gd name="T4" fmla="*/ 221 w 17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2"/>
                  </a:moveTo>
                  <a:cubicBezTo>
                    <a:pt x="4" y="2"/>
                    <a:pt x="10" y="0"/>
                    <a:pt x="14" y="3"/>
                  </a:cubicBezTo>
                  <a:cubicBezTo>
                    <a:pt x="17" y="4"/>
                    <a:pt x="16" y="6"/>
                    <a:pt x="17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5" name="Freeform 740">
              <a:extLst>
                <a:ext uri="{FF2B5EF4-FFF2-40B4-BE49-F238E27FC236}">
                  <a16:creationId xmlns:a16="http://schemas.microsoft.com/office/drawing/2014/main" id="{3FB460F2-D253-44E4-90A4-8208A0CE0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527"/>
              <a:ext cx="34" cy="19"/>
            </a:xfrm>
            <a:custGeom>
              <a:avLst/>
              <a:gdLst>
                <a:gd name="T0" fmla="*/ 0 w 15"/>
                <a:gd name="T1" fmla="*/ 12 h 8"/>
                <a:gd name="T2" fmla="*/ 165 w 15"/>
                <a:gd name="T3" fmla="*/ 40 h 8"/>
                <a:gd name="T4" fmla="*/ 175 w 15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1"/>
                  </a:moveTo>
                  <a:cubicBezTo>
                    <a:pt x="3" y="2"/>
                    <a:pt x="11" y="0"/>
                    <a:pt x="14" y="3"/>
                  </a:cubicBezTo>
                  <a:cubicBezTo>
                    <a:pt x="15" y="4"/>
                    <a:pt x="15" y="8"/>
                    <a:pt x="15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6" name="Freeform 741">
              <a:extLst>
                <a:ext uri="{FF2B5EF4-FFF2-40B4-BE49-F238E27FC236}">
                  <a16:creationId xmlns:a16="http://schemas.microsoft.com/office/drawing/2014/main" id="{045CD9BF-0EF2-443C-B97F-56BA5CD8D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529"/>
              <a:ext cx="25" cy="22"/>
            </a:xfrm>
            <a:custGeom>
              <a:avLst/>
              <a:gdLst>
                <a:gd name="T0" fmla="*/ 0 w 11"/>
                <a:gd name="T1" fmla="*/ 29 h 9"/>
                <a:gd name="T2" fmla="*/ 118 w 11"/>
                <a:gd name="T3" fmla="*/ 42 h 9"/>
                <a:gd name="T4" fmla="*/ 130 w 11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2"/>
                  </a:moveTo>
                  <a:cubicBezTo>
                    <a:pt x="2" y="0"/>
                    <a:pt x="8" y="1"/>
                    <a:pt x="10" y="3"/>
                  </a:cubicBezTo>
                  <a:cubicBezTo>
                    <a:pt x="11" y="5"/>
                    <a:pt x="11" y="8"/>
                    <a:pt x="11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7" name="Freeform 742">
              <a:extLst>
                <a:ext uri="{FF2B5EF4-FFF2-40B4-BE49-F238E27FC236}">
                  <a16:creationId xmlns:a16="http://schemas.microsoft.com/office/drawing/2014/main" id="{4384ACC9-A06B-4DC0-83B5-837AEBA19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510"/>
              <a:ext cx="28" cy="19"/>
            </a:xfrm>
            <a:custGeom>
              <a:avLst/>
              <a:gdLst>
                <a:gd name="T0" fmla="*/ 0 w 12"/>
                <a:gd name="T1" fmla="*/ 95 h 8"/>
                <a:gd name="T2" fmla="*/ 126 w 12"/>
                <a:gd name="T3" fmla="*/ 78 h 8"/>
                <a:gd name="T4" fmla="*/ 126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7"/>
                  </a:moveTo>
                  <a:cubicBezTo>
                    <a:pt x="2" y="7"/>
                    <a:pt x="9" y="8"/>
                    <a:pt x="10" y="6"/>
                  </a:cubicBezTo>
                  <a:cubicBezTo>
                    <a:pt x="12" y="4"/>
                    <a:pt x="10" y="1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8" name="Freeform 743">
              <a:extLst>
                <a:ext uri="{FF2B5EF4-FFF2-40B4-BE49-F238E27FC236}">
                  <a16:creationId xmlns:a16="http://schemas.microsoft.com/office/drawing/2014/main" id="{D99A2CF7-5979-478C-A227-10395AA61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524"/>
              <a:ext cx="6" cy="15"/>
            </a:xfrm>
            <a:custGeom>
              <a:avLst/>
              <a:gdLst>
                <a:gd name="T0" fmla="*/ 0 w 3"/>
                <a:gd name="T1" fmla="*/ 0 h 6"/>
                <a:gd name="T2" fmla="*/ 16 w 3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1"/>
                    <a:pt x="3" y="3"/>
                    <a:pt x="2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9" name="Freeform 744">
              <a:extLst>
                <a:ext uri="{FF2B5EF4-FFF2-40B4-BE49-F238E27FC236}">
                  <a16:creationId xmlns:a16="http://schemas.microsoft.com/office/drawing/2014/main" id="{C2B62424-BEFD-46CB-B56D-F64617417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517"/>
              <a:ext cx="34" cy="15"/>
            </a:xfrm>
            <a:custGeom>
              <a:avLst/>
              <a:gdLst>
                <a:gd name="T0" fmla="*/ 0 w 15"/>
                <a:gd name="T1" fmla="*/ 20 h 6"/>
                <a:gd name="T2" fmla="*/ 129 w 15"/>
                <a:gd name="T3" fmla="*/ 20 h 6"/>
                <a:gd name="T4" fmla="*/ 175 w 15"/>
                <a:gd name="T5" fmla="*/ 8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1"/>
                  </a:moveTo>
                  <a:cubicBezTo>
                    <a:pt x="2" y="1"/>
                    <a:pt x="8" y="0"/>
                    <a:pt x="11" y="1"/>
                  </a:cubicBezTo>
                  <a:cubicBezTo>
                    <a:pt x="13" y="2"/>
                    <a:pt x="15" y="6"/>
                    <a:pt x="15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0" name="Freeform 745">
              <a:extLst>
                <a:ext uri="{FF2B5EF4-FFF2-40B4-BE49-F238E27FC236}">
                  <a16:creationId xmlns:a16="http://schemas.microsoft.com/office/drawing/2014/main" id="{006E3DAC-1B78-421A-91B2-D4A1B71A2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510"/>
              <a:ext cx="39" cy="19"/>
            </a:xfrm>
            <a:custGeom>
              <a:avLst/>
              <a:gdLst>
                <a:gd name="T0" fmla="*/ 0 w 17"/>
                <a:gd name="T1" fmla="*/ 69 h 8"/>
                <a:gd name="T2" fmla="*/ 204 w 1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5"/>
                  </a:moveTo>
                  <a:cubicBezTo>
                    <a:pt x="5" y="1"/>
                    <a:pt x="17" y="0"/>
                    <a:pt x="17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1" name="Freeform 746">
              <a:extLst>
                <a:ext uri="{FF2B5EF4-FFF2-40B4-BE49-F238E27FC236}">
                  <a16:creationId xmlns:a16="http://schemas.microsoft.com/office/drawing/2014/main" id="{0DE48760-145C-4EE8-AA42-FE136D4EC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522"/>
              <a:ext cx="4" cy="17"/>
            </a:xfrm>
            <a:custGeom>
              <a:avLst/>
              <a:gdLst>
                <a:gd name="T0" fmla="*/ 16 w 2"/>
                <a:gd name="T1" fmla="*/ 0 h 7"/>
                <a:gd name="T2" fmla="*/ 0 w 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2"/>
                    <a:pt x="1" y="6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2" name="Freeform 747">
              <a:extLst>
                <a:ext uri="{FF2B5EF4-FFF2-40B4-BE49-F238E27FC236}">
                  <a16:creationId xmlns:a16="http://schemas.microsoft.com/office/drawing/2014/main" id="{8E469048-CAD9-4AF1-BACC-797A940AA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497"/>
              <a:ext cx="3" cy="20"/>
            </a:xfrm>
            <a:custGeom>
              <a:avLst/>
              <a:gdLst>
                <a:gd name="T0" fmla="*/ 0 w 1"/>
                <a:gd name="T1" fmla="*/ 125 h 8"/>
                <a:gd name="T2" fmla="*/ 0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6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3" name="Freeform 748">
              <a:extLst>
                <a:ext uri="{FF2B5EF4-FFF2-40B4-BE49-F238E27FC236}">
                  <a16:creationId xmlns:a16="http://schemas.microsoft.com/office/drawing/2014/main" id="{35D536A1-67C9-4545-BE9E-63EDAEDC4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495"/>
              <a:ext cx="16" cy="22"/>
            </a:xfrm>
            <a:custGeom>
              <a:avLst/>
              <a:gdLst>
                <a:gd name="T0" fmla="*/ 0 w 7"/>
                <a:gd name="T1" fmla="*/ 120 h 9"/>
                <a:gd name="T2" fmla="*/ 57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8"/>
                  </a:moveTo>
                  <a:cubicBezTo>
                    <a:pt x="7" y="9"/>
                    <a:pt x="6" y="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4" name="Freeform 749">
              <a:extLst>
                <a:ext uri="{FF2B5EF4-FFF2-40B4-BE49-F238E27FC236}">
                  <a16:creationId xmlns:a16="http://schemas.microsoft.com/office/drawing/2014/main" id="{2784A43A-0A59-4E2E-8FEE-C12566B76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507"/>
              <a:ext cx="25" cy="20"/>
            </a:xfrm>
            <a:custGeom>
              <a:avLst/>
              <a:gdLst>
                <a:gd name="T0" fmla="*/ 0 w 11"/>
                <a:gd name="T1" fmla="*/ 20 h 8"/>
                <a:gd name="T2" fmla="*/ 130 w 11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1"/>
                  </a:moveTo>
                  <a:cubicBezTo>
                    <a:pt x="6" y="0"/>
                    <a:pt x="10" y="1"/>
                    <a:pt x="11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5" name="Freeform 750">
              <a:extLst>
                <a:ext uri="{FF2B5EF4-FFF2-40B4-BE49-F238E27FC236}">
                  <a16:creationId xmlns:a16="http://schemas.microsoft.com/office/drawing/2014/main" id="{E7BCACE7-B079-40EC-AA16-793968DEB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510"/>
              <a:ext cx="23" cy="14"/>
            </a:xfrm>
            <a:custGeom>
              <a:avLst/>
              <a:gdLst>
                <a:gd name="T0" fmla="*/ 0 w 10"/>
                <a:gd name="T1" fmla="*/ 12 h 6"/>
                <a:gd name="T2" fmla="*/ 122 w 10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1"/>
                  </a:moveTo>
                  <a:cubicBezTo>
                    <a:pt x="7" y="1"/>
                    <a:pt x="9" y="0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6" name="Freeform 751">
              <a:extLst>
                <a:ext uri="{FF2B5EF4-FFF2-40B4-BE49-F238E27FC236}">
                  <a16:creationId xmlns:a16="http://schemas.microsoft.com/office/drawing/2014/main" id="{9F5448F9-BE4A-4A3F-9F9E-5F2F7AD53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492"/>
              <a:ext cx="5" cy="20"/>
            </a:xfrm>
            <a:custGeom>
              <a:avLst/>
              <a:gdLst>
                <a:gd name="T0" fmla="*/ 0 w 2"/>
                <a:gd name="T1" fmla="*/ 125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5"/>
                    <a:pt x="2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7" name="Freeform 752">
              <a:extLst>
                <a:ext uri="{FF2B5EF4-FFF2-40B4-BE49-F238E27FC236}">
                  <a16:creationId xmlns:a16="http://schemas.microsoft.com/office/drawing/2014/main" id="{34F0D3CD-A20C-43CB-91A6-68137C992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502"/>
              <a:ext cx="35" cy="20"/>
            </a:xfrm>
            <a:custGeom>
              <a:avLst/>
              <a:gdLst>
                <a:gd name="T0" fmla="*/ 0 w 15"/>
                <a:gd name="T1" fmla="*/ 0 h 8"/>
                <a:gd name="T2" fmla="*/ 180 w 15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8" y="1"/>
                    <a:pt x="15" y="0"/>
                    <a:pt x="14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8" name="Freeform 753">
              <a:extLst>
                <a:ext uri="{FF2B5EF4-FFF2-40B4-BE49-F238E27FC236}">
                  <a16:creationId xmlns:a16="http://schemas.microsoft.com/office/drawing/2014/main" id="{420BC4BF-4F1B-4A3E-87D1-607248662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490"/>
              <a:ext cx="7" cy="20"/>
            </a:xfrm>
            <a:custGeom>
              <a:avLst/>
              <a:gdLst>
                <a:gd name="T0" fmla="*/ 0 w 3"/>
                <a:gd name="T1" fmla="*/ 125 h 8"/>
                <a:gd name="T2" fmla="*/ 37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2" y="6"/>
                    <a:pt x="3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9" name="Freeform 754">
              <a:extLst>
                <a:ext uri="{FF2B5EF4-FFF2-40B4-BE49-F238E27FC236}">
                  <a16:creationId xmlns:a16="http://schemas.microsoft.com/office/drawing/2014/main" id="{A2EEBD57-2F50-44D8-A65D-0F6F69B7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505"/>
              <a:ext cx="7" cy="7"/>
            </a:xfrm>
            <a:custGeom>
              <a:avLst/>
              <a:gdLst>
                <a:gd name="T0" fmla="*/ 0 w 3"/>
                <a:gd name="T1" fmla="*/ 37 h 3"/>
                <a:gd name="T2" fmla="*/ 28 w 3"/>
                <a:gd name="T3" fmla="*/ 0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0" name="Freeform 755">
              <a:extLst>
                <a:ext uri="{FF2B5EF4-FFF2-40B4-BE49-F238E27FC236}">
                  <a16:creationId xmlns:a16="http://schemas.microsoft.com/office/drawing/2014/main" id="{E41E50A8-B8F8-46A7-B502-C53C6CBBE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537"/>
              <a:ext cx="30" cy="24"/>
            </a:xfrm>
            <a:custGeom>
              <a:avLst/>
              <a:gdLst>
                <a:gd name="T0" fmla="*/ 0 w 13"/>
                <a:gd name="T1" fmla="*/ 0 h 10"/>
                <a:gd name="T2" fmla="*/ 150 w 13"/>
                <a:gd name="T3" fmla="*/ 58 h 10"/>
                <a:gd name="T4" fmla="*/ 159 w 13"/>
                <a:gd name="T5" fmla="*/ 13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3" y="2"/>
                    <a:pt x="10" y="1"/>
                    <a:pt x="12" y="4"/>
                  </a:cubicBezTo>
                  <a:cubicBezTo>
                    <a:pt x="13" y="6"/>
                    <a:pt x="12" y="8"/>
                    <a:pt x="13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1" name="Freeform 756">
              <a:extLst>
                <a:ext uri="{FF2B5EF4-FFF2-40B4-BE49-F238E27FC236}">
                  <a16:creationId xmlns:a16="http://schemas.microsoft.com/office/drawing/2014/main" id="{386E7568-9742-4880-8D4D-F0EB2CF11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492"/>
              <a:ext cx="33" cy="20"/>
            </a:xfrm>
            <a:custGeom>
              <a:avLst/>
              <a:gdLst>
                <a:gd name="T0" fmla="*/ 0 w 14"/>
                <a:gd name="T1" fmla="*/ 83 h 8"/>
                <a:gd name="T2" fmla="*/ 172 w 14"/>
                <a:gd name="T3" fmla="*/ 113 h 8"/>
                <a:gd name="T4" fmla="*/ 184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5"/>
                  </a:moveTo>
                  <a:cubicBezTo>
                    <a:pt x="4" y="6"/>
                    <a:pt x="9" y="8"/>
                    <a:pt x="13" y="7"/>
                  </a:cubicBezTo>
                  <a:cubicBezTo>
                    <a:pt x="13" y="4"/>
                    <a:pt x="13" y="2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2" name="Freeform 757">
              <a:extLst>
                <a:ext uri="{FF2B5EF4-FFF2-40B4-BE49-F238E27FC236}">
                  <a16:creationId xmlns:a16="http://schemas.microsoft.com/office/drawing/2014/main" id="{719BABFA-B015-418D-91F6-5D8B660D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495"/>
              <a:ext cx="26" cy="17"/>
            </a:xfrm>
            <a:custGeom>
              <a:avLst/>
              <a:gdLst>
                <a:gd name="T0" fmla="*/ 0 w 11"/>
                <a:gd name="T1" fmla="*/ 70 h 7"/>
                <a:gd name="T2" fmla="*/ 144 w 11"/>
                <a:gd name="T3" fmla="*/ 100 h 7"/>
                <a:gd name="T4" fmla="*/ 144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5"/>
                  </a:moveTo>
                  <a:cubicBezTo>
                    <a:pt x="2" y="6"/>
                    <a:pt x="8" y="7"/>
                    <a:pt x="11" y="7"/>
                  </a:cubicBezTo>
                  <a:cubicBezTo>
                    <a:pt x="11" y="5"/>
                    <a:pt x="11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3" name="Freeform 758">
              <a:extLst>
                <a:ext uri="{FF2B5EF4-FFF2-40B4-BE49-F238E27FC236}">
                  <a16:creationId xmlns:a16="http://schemas.microsoft.com/office/drawing/2014/main" id="{801EE929-E673-4C13-94AD-A523CE5C7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500"/>
              <a:ext cx="30" cy="17"/>
            </a:xfrm>
            <a:custGeom>
              <a:avLst/>
              <a:gdLst>
                <a:gd name="T0" fmla="*/ 0 w 13"/>
                <a:gd name="T1" fmla="*/ 58 h 7"/>
                <a:gd name="T2" fmla="*/ 150 w 13"/>
                <a:gd name="T3" fmla="*/ 70 h 7"/>
                <a:gd name="T4" fmla="*/ 159 w 13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4"/>
                  </a:moveTo>
                  <a:cubicBezTo>
                    <a:pt x="2" y="5"/>
                    <a:pt x="9" y="7"/>
                    <a:pt x="12" y="5"/>
                  </a:cubicBezTo>
                  <a:cubicBezTo>
                    <a:pt x="13" y="5"/>
                    <a:pt x="12" y="1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4" name="Freeform 759">
              <a:extLst>
                <a:ext uri="{FF2B5EF4-FFF2-40B4-BE49-F238E27FC236}">
                  <a16:creationId xmlns:a16="http://schemas.microsoft.com/office/drawing/2014/main" id="{7A235082-C17E-45D1-932D-F6CB77F68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507"/>
              <a:ext cx="30" cy="17"/>
            </a:xfrm>
            <a:custGeom>
              <a:avLst/>
              <a:gdLst>
                <a:gd name="T0" fmla="*/ 0 w 13"/>
                <a:gd name="T1" fmla="*/ 41 h 7"/>
                <a:gd name="T2" fmla="*/ 150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3"/>
                  </a:moveTo>
                  <a:cubicBezTo>
                    <a:pt x="4" y="5"/>
                    <a:pt x="13" y="7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5" name="Freeform 760">
              <a:extLst>
                <a:ext uri="{FF2B5EF4-FFF2-40B4-BE49-F238E27FC236}">
                  <a16:creationId xmlns:a16="http://schemas.microsoft.com/office/drawing/2014/main" id="{B75F4B54-EA11-4A12-B9DB-6A0BA5900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1512"/>
              <a:ext cx="25" cy="17"/>
            </a:xfrm>
            <a:custGeom>
              <a:avLst/>
              <a:gdLst>
                <a:gd name="T0" fmla="*/ 0 w 11"/>
                <a:gd name="T1" fmla="*/ 41 h 7"/>
                <a:gd name="T2" fmla="*/ 13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3"/>
                  </a:moveTo>
                  <a:cubicBezTo>
                    <a:pt x="7" y="5"/>
                    <a:pt x="9" y="7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6" name="Freeform 761">
              <a:extLst>
                <a:ext uri="{FF2B5EF4-FFF2-40B4-BE49-F238E27FC236}">
                  <a16:creationId xmlns:a16="http://schemas.microsoft.com/office/drawing/2014/main" id="{BA2AA8DE-723C-482F-BAD1-CFE454402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522"/>
              <a:ext cx="30" cy="17"/>
            </a:xfrm>
            <a:custGeom>
              <a:avLst/>
              <a:gdLst>
                <a:gd name="T0" fmla="*/ 0 w 13"/>
                <a:gd name="T1" fmla="*/ 29 h 7"/>
                <a:gd name="T2" fmla="*/ 150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2"/>
                  </a:moveTo>
                  <a:cubicBezTo>
                    <a:pt x="3" y="2"/>
                    <a:pt x="13" y="7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7" name="Freeform 762">
              <a:extLst>
                <a:ext uri="{FF2B5EF4-FFF2-40B4-BE49-F238E27FC236}">
                  <a16:creationId xmlns:a16="http://schemas.microsoft.com/office/drawing/2014/main" id="{10B912D8-BDFE-40C8-943F-9E19BF32D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512"/>
              <a:ext cx="2" cy="10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1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8" name="Freeform 763">
              <a:extLst>
                <a:ext uri="{FF2B5EF4-FFF2-40B4-BE49-F238E27FC236}">
                  <a16:creationId xmlns:a16="http://schemas.microsoft.com/office/drawing/2014/main" id="{223D4EE3-2B2A-4D94-A1E9-874A121E6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515"/>
              <a:ext cx="3" cy="9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9" name="Freeform 764">
              <a:extLst>
                <a:ext uri="{FF2B5EF4-FFF2-40B4-BE49-F238E27FC236}">
                  <a16:creationId xmlns:a16="http://schemas.microsoft.com/office/drawing/2014/main" id="{BAB1B66A-8976-4983-92C0-663344327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519"/>
              <a:ext cx="1" cy="1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0" name="Freeform 765">
              <a:extLst>
                <a:ext uri="{FF2B5EF4-FFF2-40B4-BE49-F238E27FC236}">
                  <a16:creationId xmlns:a16="http://schemas.microsoft.com/office/drawing/2014/main" id="{1C700070-33A9-4A6D-A5E0-76E7429C3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524"/>
              <a:ext cx="2" cy="15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1" name="Freeform 766">
              <a:extLst>
                <a:ext uri="{FF2B5EF4-FFF2-40B4-BE49-F238E27FC236}">
                  <a16:creationId xmlns:a16="http://schemas.microsoft.com/office/drawing/2014/main" id="{BDD1AFCC-8B68-47B5-96E9-75BF153A3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519"/>
              <a:ext cx="10" cy="15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2"/>
                    <a:pt x="3" y="6"/>
                    <a:pt x="4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2" name="Freeform 767">
              <a:extLst>
                <a:ext uri="{FF2B5EF4-FFF2-40B4-BE49-F238E27FC236}">
                  <a16:creationId xmlns:a16="http://schemas.microsoft.com/office/drawing/2014/main" id="{9D144197-9A92-4EFC-AE99-8572D812D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534"/>
              <a:ext cx="9" cy="10"/>
            </a:xfrm>
            <a:custGeom>
              <a:avLst/>
              <a:gdLst>
                <a:gd name="T0" fmla="*/ 0 w 4"/>
                <a:gd name="T1" fmla="*/ 63 h 4"/>
                <a:gd name="T2" fmla="*/ 45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3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3" name="Freeform 768">
              <a:extLst>
                <a:ext uri="{FF2B5EF4-FFF2-40B4-BE49-F238E27FC236}">
                  <a16:creationId xmlns:a16="http://schemas.microsoft.com/office/drawing/2014/main" id="{67AE2CD2-1EBC-4605-A61D-3800A185C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532"/>
              <a:ext cx="32" cy="14"/>
            </a:xfrm>
            <a:custGeom>
              <a:avLst/>
              <a:gdLst>
                <a:gd name="T0" fmla="*/ 0 w 14"/>
                <a:gd name="T1" fmla="*/ 0 h 6"/>
                <a:gd name="T2" fmla="*/ 121 w 14"/>
                <a:gd name="T3" fmla="*/ 77 h 6"/>
                <a:gd name="T4" fmla="*/ 167 w 1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1" y="2"/>
                    <a:pt x="8" y="6"/>
                    <a:pt x="10" y="6"/>
                  </a:cubicBezTo>
                  <a:cubicBezTo>
                    <a:pt x="11" y="5"/>
                    <a:pt x="12" y="2"/>
                    <a:pt x="14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4" name="Freeform 769">
              <a:extLst>
                <a:ext uri="{FF2B5EF4-FFF2-40B4-BE49-F238E27FC236}">
                  <a16:creationId xmlns:a16="http://schemas.microsoft.com/office/drawing/2014/main" id="{F7494510-3EEC-4C44-BB53-4021F44B2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544"/>
              <a:ext cx="30" cy="12"/>
            </a:xfrm>
            <a:custGeom>
              <a:avLst/>
              <a:gdLst>
                <a:gd name="T0" fmla="*/ 0 w 13"/>
                <a:gd name="T1" fmla="*/ 0 h 5"/>
                <a:gd name="T2" fmla="*/ 134 w 13"/>
                <a:gd name="T3" fmla="*/ 70 h 5"/>
                <a:gd name="T4" fmla="*/ 159 w 13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3" y="3"/>
                    <a:pt x="8" y="5"/>
                    <a:pt x="11" y="5"/>
                  </a:cubicBezTo>
                  <a:cubicBezTo>
                    <a:pt x="12" y="4"/>
                    <a:pt x="12" y="2"/>
                    <a:pt x="13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5" name="Freeform 770">
              <a:extLst>
                <a:ext uri="{FF2B5EF4-FFF2-40B4-BE49-F238E27FC236}">
                  <a16:creationId xmlns:a16="http://schemas.microsoft.com/office/drawing/2014/main" id="{1DF5EA80-92E2-4478-9CFD-092797B79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559"/>
              <a:ext cx="28" cy="9"/>
            </a:xfrm>
            <a:custGeom>
              <a:avLst/>
              <a:gdLst>
                <a:gd name="T0" fmla="*/ 0 w 12"/>
                <a:gd name="T1" fmla="*/ 0 h 4"/>
                <a:gd name="T2" fmla="*/ 152 w 12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4" y="4"/>
                    <a:pt x="8" y="4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6" name="Freeform 771">
              <a:extLst>
                <a:ext uri="{FF2B5EF4-FFF2-40B4-BE49-F238E27FC236}">
                  <a16:creationId xmlns:a16="http://schemas.microsoft.com/office/drawing/2014/main" id="{571507F7-36B4-4F79-A66D-47C0E4624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568"/>
              <a:ext cx="30" cy="15"/>
            </a:xfrm>
            <a:custGeom>
              <a:avLst/>
              <a:gdLst>
                <a:gd name="T0" fmla="*/ 0 w 13"/>
                <a:gd name="T1" fmla="*/ 0 h 6"/>
                <a:gd name="T2" fmla="*/ 74 w 13"/>
                <a:gd name="T3" fmla="*/ 95 h 6"/>
                <a:gd name="T4" fmla="*/ 150 w 13"/>
                <a:gd name="T5" fmla="*/ 5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1" y="3"/>
                    <a:pt x="3" y="6"/>
                    <a:pt x="6" y="6"/>
                  </a:cubicBezTo>
                  <a:cubicBezTo>
                    <a:pt x="8" y="6"/>
                    <a:pt x="13" y="4"/>
                    <a:pt x="12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7" name="Freeform 772">
              <a:extLst>
                <a:ext uri="{FF2B5EF4-FFF2-40B4-BE49-F238E27FC236}">
                  <a16:creationId xmlns:a16="http://schemas.microsoft.com/office/drawing/2014/main" id="{37DD9EFB-E728-497E-8500-C12A01127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581"/>
              <a:ext cx="10" cy="14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2" y="5"/>
                    <a:pt x="4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8" name="Freeform 773">
              <a:extLst>
                <a:ext uri="{FF2B5EF4-FFF2-40B4-BE49-F238E27FC236}">
                  <a16:creationId xmlns:a16="http://schemas.microsoft.com/office/drawing/2014/main" id="{218DCAB6-B816-49F7-BFA3-31A52A68F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544"/>
              <a:ext cx="28" cy="17"/>
            </a:xfrm>
            <a:custGeom>
              <a:avLst/>
              <a:gdLst>
                <a:gd name="T0" fmla="*/ 0 w 12"/>
                <a:gd name="T1" fmla="*/ 41 h 7"/>
                <a:gd name="T2" fmla="*/ 103 w 12"/>
                <a:gd name="T3" fmla="*/ 87 h 7"/>
                <a:gd name="T4" fmla="*/ 152 w 1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2" y="4"/>
                    <a:pt x="6" y="7"/>
                    <a:pt x="8" y="6"/>
                  </a:cubicBezTo>
                  <a:cubicBezTo>
                    <a:pt x="10" y="5"/>
                    <a:pt x="11" y="2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9" name="Freeform 774">
              <a:extLst>
                <a:ext uri="{FF2B5EF4-FFF2-40B4-BE49-F238E27FC236}">
                  <a16:creationId xmlns:a16="http://schemas.microsoft.com/office/drawing/2014/main" id="{2AA92942-1240-463F-9F96-CF2C68F7A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556"/>
              <a:ext cx="30" cy="10"/>
            </a:xfrm>
            <a:custGeom>
              <a:avLst/>
              <a:gdLst>
                <a:gd name="T0" fmla="*/ 0 w 13"/>
                <a:gd name="T1" fmla="*/ 0 h 4"/>
                <a:gd name="T2" fmla="*/ 122 w 13"/>
                <a:gd name="T3" fmla="*/ 50 h 4"/>
                <a:gd name="T4" fmla="*/ 159 w 1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2" y="1"/>
                    <a:pt x="8" y="4"/>
                    <a:pt x="10" y="3"/>
                  </a:cubicBezTo>
                  <a:cubicBezTo>
                    <a:pt x="11" y="3"/>
                    <a:pt x="13" y="0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0" name="Freeform 775">
              <a:extLst>
                <a:ext uri="{FF2B5EF4-FFF2-40B4-BE49-F238E27FC236}">
                  <a16:creationId xmlns:a16="http://schemas.microsoft.com/office/drawing/2014/main" id="{7F6AA403-EFC7-403F-8568-2A266B097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564"/>
              <a:ext cx="1" cy="9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1" name="Freeform 776">
              <a:extLst>
                <a:ext uri="{FF2B5EF4-FFF2-40B4-BE49-F238E27FC236}">
                  <a16:creationId xmlns:a16="http://schemas.microsoft.com/office/drawing/2014/main" id="{173988BA-4F0D-4EFD-863B-4112F93AF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568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2" name="Freeform 777">
              <a:extLst>
                <a:ext uri="{FF2B5EF4-FFF2-40B4-BE49-F238E27FC236}">
                  <a16:creationId xmlns:a16="http://schemas.microsoft.com/office/drawing/2014/main" id="{A301BC24-EDAC-4206-9718-46A17BA10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552"/>
              <a:ext cx="104" cy="128"/>
            </a:xfrm>
            <a:custGeom>
              <a:avLst/>
              <a:gdLst>
                <a:gd name="T0" fmla="*/ 97 w 45"/>
                <a:gd name="T1" fmla="*/ 91 h 52"/>
                <a:gd name="T2" fmla="*/ 150 w 45"/>
                <a:gd name="T3" fmla="*/ 490 h 52"/>
                <a:gd name="T4" fmla="*/ 423 w 45"/>
                <a:gd name="T5" fmla="*/ 734 h 52"/>
                <a:gd name="T6" fmla="*/ 395 w 45"/>
                <a:gd name="T7" fmla="*/ 418 h 52"/>
                <a:gd name="T8" fmla="*/ 97 w 45"/>
                <a:gd name="T9" fmla="*/ 9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2">
                  <a:moveTo>
                    <a:pt x="8" y="6"/>
                  </a:moveTo>
                  <a:cubicBezTo>
                    <a:pt x="0" y="12"/>
                    <a:pt x="7" y="24"/>
                    <a:pt x="12" y="33"/>
                  </a:cubicBezTo>
                  <a:cubicBezTo>
                    <a:pt x="18" y="43"/>
                    <a:pt x="23" y="52"/>
                    <a:pt x="34" y="49"/>
                  </a:cubicBezTo>
                  <a:cubicBezTo>
                    <a:pt x="45" y="46"/>
                    <a:pt x="41" y="37"/>
                    <a:pt x="32" y="28"/>
                  </a:cubicBezTo>
                  <a:cubicBezTo>
                    <a:pt x="23" y="19"/>
                    <a:pt x="16" y="0"/>
                    <a:pt x="8" y="6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3" name="Freeform 778">
              <a:extLst>
                <a:ext uri="{FF2B5EF4-FFF2-40B4-BE49-F238E27FC236}">
                  <a16:creationId xmlns:a16="http://schemas.microsoft.com/office/drawing/2014/main" id="{6E3B46BB-2476-4DA2-9F13-E678D6205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3846"/>
              <a:ext cx="142" cy="125"/>
            </a:xfrm>
            <a:custGeom>
              <a:avLst/>
              <a:gdLst>
                <a:gd name="T0" fmla="*/ 37 w 62"/>
                <a:gd name="T1" fmla="*/ 203 h 51"/>
                <a:gd name="T2" fmla="*/ 252 w 62"/>
                <a:gd name="T3" fmla="*/ 588 h 51"/>
                <a:gd name="T4" fmla="*/ 687 w 62"/>
                <a:gd name="T5" fmla="*/ 650 h 51"/>
                <a:gd name="T6" fmla="*/ 589 w 62"/>
                <a:gd name="T7" fmla="*/ 355 h 51"/>
                <a:gd name="T8" fmla="*/ 37 w 62"/>
                <a:gd name="T9" fmla="*/ 20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51">
                  <a:moveTo>
                    <a:pt x="3" y="14"/>
                  </a:moveTo>
                  <a:cubicBezTo>
                    <a:pt x="0" y="26"/>
                    <a:pt x="7" y="36"/>
                    <a:pt x="21" y="40"/>
                  </a:cubicBezTo>
                  <a:cubicBezTo>
                    <a:pt x="35" y="45"/>
                    <a:pt x="52" y="51"/>
                    <a:pt x="57" y="44"/>
                  </a:cubicBezTo>
                  <a:cubicBezTo>
                    <a:pt x="62" y="38"/>
                    <a:pt x="59" y="32"/>
                    <a:pt x="49" y="24"/>
                  </a:cubicBezTo>
                  <a:cubicBezTo>
                    <a:pt x="38" y="17"/>
                    <a:pt x="8" y="0"/>
                    <a:pt x="3" y="14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4" name="Freeform 779">
              <a:extLst>
                <a:ext uri="{FF2B5EF4-FFF2-40B4-BE49-F238E27FC236}">
                  <a16:creationId xmlns:a16="http://schemas.microsoft.com/office/drawing/2014/main" id="{5052C77E-4F71-442B-BF13-9B8308BE7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3832"/>
              <a:ext cx="129" cy="115"/>
            </a:xfrm>
            <a:custGeom>
              <a:avLst/>
              <a:gdLst>
                <a:gd name="T0" fmla="*/ 329 w 56"/>
                <a:gd name="T1" fmla="*/ 132 h 47"/>
                <a:gd name="T2" fmla="*/ 647 w 56"/>
                <a:gd name="T3" fmla="*/ 91 h 47"/>
                <a:gd name="T4" fmla="*/ 403 w 56"/>
                <a:gd name="T5" fmla="*/ 455 h 47"/>
                <a:gd name="T6" fmla="*/ 37 w 56"/>
                <a:gd name="T7" fmla="*/ 526 h 47"/>
                <a:gd name="T8" fmla="*/ 329 w 56"/>
                <a:gd name="T9" fmla="*/ 13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7">
                  <a:moveTo>
                    <a:pt x="27" y="9"/>
                  </a:moveTo>
                  <a:cubicBezTo>
                    <a:pt x="36" y="5"/>
                    <a:pt x="50" y="0"/>
                    <a:pt x="53" y="6"/>
                  </a:cubicBezTo>
                  <a:cubicBezTo>
                    <a:pt x="56" y="13"/>
                    <a:pt x="42" y="26"/>
                    <a:pt x="33" y="31"/>
                  </a:cubicBezTo>
                  <a:cubicBezTo>
                    <a:pt x="24" y="35"/>
                    <a:pt x="10" y="47"/>
                    <a:pt x="3" y="36"/>
                  </a:cubicBezTo>
                  <a:cubicBezTo>
                    <a:pt x="0" y="31"/>
                    <a:pt x="12" y="16"/>
                    <a:pt x="27" y="9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5" name="Freeform 780">
              <a:extLst>
                <a:ext uri="{FF2B5EF4-FFF2-40B4-BE49-F238E27FC236}">
                  <a16:creationId xmlns:a16="http://schemas.microsoft.com/office/drawing/2014/main" id="{268EAFA0-EF1A-4F0F-86EE-EBBED26EC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7" y="3334"/>
              <a:ext cx="71" cy="132"/>
            </a:xfrm>
            <a:custGeom>
              <a:avLst/>
              <a:gdLst>
                <a:gd name="T0" fmla="*/ 337 w 31"/>
                <a:gd name="T1" fmla="*/ 425 h 54"/>
                <a:gd name="T2" fmla="*/ 94 w 31"/>
                <a:gd name="T3" fmla="*/ 790 h 54"/>
                <a:gd name="T4" fmla="*/ 110 w 31"/>
                <a:gd name="T5" fmla="*/ 394 h 54"/>
                <a:gd name="T6" fmla="*/ 277 w 31"/>
                <a:gd name="T7" fmla="*/ 29 h 54"/>
                <a:gd name="T8" fmla="*/ 337 w 31"/>
                <a:gd name="T9" fmla="*/ 42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28" y="29"/>
                  </a:moveTo>
                  <a:cubicBezTo>
                    <a:pt x="25" y="41"/>
                    <a:pt x="16" y="54"/>
                    <a:pt x="8" y="54"/>
                  </a:cubicBezTo>
                  <a:cubicBezTo>
                    <a:pt x="0" y="54"/>
                    <a:pt x="6" y="39"/>
                    <a:pt x="9" y="27"/>
                  </a:cubicBezTo>
                  <a:cubicBezTo>
                    <a:pt x="11" y="14"/>
                    <a:pt x="13" y="0"/>
                    <a:pt x="23" y="2"/>
                  </a:cubicBezTo>
                  <a:cubicBezTo>
                    <a:pt x="31" y="3"/>
                    <a:pt x="31" y="22"/>
                    <a:pt x="28" y="29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6" name="Freeform 781">
              <a:extLst>
                <a:ext uri="{FF2B5EF4-FFF2-40B4-BE49-F238E27FC236}">
                  <a16:creationId xmlns:a16="http://schemas.microsoft.com/office/drawing/2014/main" id="{EB657BB6-DADC-4FF9-8CA1-C8046C2C0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9" y="2890"/>
              <a:ext cx="92" cy="140"/>
            </a:xfrm>
            <a:custGeom>
              <a:avLst/>
              <a:gdLst>
                <a:gd name="T0" fmla="*/ 74 w 40"/>
                <a:gd name="T1" fmla="*/ 91 h 57"/>
                <a:gd name="T2" fmla="*/ 207 w 40"/>
                <a:gd name="T3" fmla="*/ 489 h 57"/>
                <a:gd name="T4" fmla="*/ 375 w 40"/>
                <a:gd name="T5" fmla="*/ 784 h 57"/>
                <a:gd name="T6" fmla="*/ 412 w 40"/>
                <a:gd name="T7" fmla="*/ 368 h 57"/>
                <a:gd name="T8" fmla="*/ 74 w 40"/>
                <a:gd name="T9" fmla="*/ 9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7">
                  <a:moveTo>
                    <a:pt x="6" y="6"/>
                  </a:moveTo>
                  <a:cubicBezTo>
                    <a:pt x="0" y="10"/>
                    <a:pt x="10" y="20"/>
                    <a:pt x="17" y="33"/>
                  </a:cubicBezTo>
                  <a:cubicBezTo>
                    <a:pt x="24" y="47"/>
                    <a:pt x="24" y="57"/>
                    <a:pt x="31" y="53"/>
                  </a:cubicBezTo>
                  <a:cubicBezTo>
                    <a:pt x="38" y="49"/>
                    <a:pt x="40" y="33"/>
                    <a:pt x="34" y="25"/>
                  </a:cubicBezTo>
                  <a:cubicBezTo>
                    <a:pt x="28" y="16"/>
                    <a:pt x="11" y="0"/>
                    <a:pt x="6" y="6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7" name="Freeform 782">
              <a:extLst>
                <a:ext uri="{FF2B5EF4-FFF2-40B4-BE49-F238E27FC236}">
                  <a16:creationId xmlns:a16="http://schemas.microsoft.com/office/drawing/2014/main" id="{A48F0D75-D298-4EC4-8777-606A3ACDA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672"/>
              <a:ext cx="135" cy="64"/>
            </a:xfrm>
            <a:custGeom>
              <a:avLst/>
              <a:gdLst>
                <a:gd name="T0" fmla="*/ 0 w 59"/>
                <a:gd name="T1" fmla="*/ 194 h 26"/>
                <a:gd name="T2" fmla="*/ 362 w 59"/>
                <a:gd name="T3" fmla="*/ 389 h 26"/>
                <a:gd name="T4" fmla="*/ 707 w 59"/>
                <a:gd name="T5" fmla="*/ 224 h 26"/>
                <a:gd name="T6" fmla="*/ 382 w 59"/>
                <a:gd name="T7" fmla="*/ 42 h 26"/>
                <a:gd name="T8" fmla="*/ 0 w 59"/>
                <a:gd name="T9" fmla="*/ 19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6">
                  <a:moveTo>
                    <a:pt x="0" y="13"/>
                  </a:moveTo>
                  <a:cubicBezTo>
                    <a:pt x="2" y="24"/>
                    <a:pt x="20" y="25"/>
                    <a:pt x="30" y="26"/>
                  </a:cubicBezTo>
                  <a:cubicBezTo>
                    <a:pt x="41" y="26"/>
                    <a:pt x="58" y="23"/>
                    <a:pt x="59" y="15"/>
                  </a:cubicBezTo>
                  <a:cubicBezTo>
                    <a:pt x="59" y="6"/>
                    <a:pt x="48" y="6"/>
                    <a:pt x="32" y="3"/>
                  </a:cubicBezTo>
                  <a:cubicBezTo>
                    <a:pt x="15" y="0"/>
                    <a:pt x="0" y="3"/>
                    <a:pt x="0" y="13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8" name="Freeform 783">
              <a:extLst>
                <a:ext uri="{FF2B5EF4-FFF2-40B4-BE49-F238E27FC236}">
                  <a16:creationId xmlns:a16="http://schemas.microsoft.com/office/drawing/2014/main" id="{87EEFACB-54DE-401B-A950-1CEF09B2C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714"/>
              <a:ext cx="131" cy="73"/>
            </a:xfrm>
            <a:custGeom>
              <a:avLst/>
              <a:gdLst>
                <a:gd name="T0" fmla="*/ 122 w 57"/>
                <a:gd name="T1" fmla="*/ 331 h 30"/>
                <a:gd name="T2" fmla="*/ 513 w 57"/>
                <a:gd name="T3" fmla="*/ 302 h 30"/>
                <a:gd name="T4" fmla="*/ 607 w 57"/>
                <a:gd name="T5" fmla="*/ 41 h 30"/>
                <a:gd name="T6" fmla="*/ 122 w 57"/>
                <a:gd name="T7" fmla="*/ 33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0">
                  <a:moveTo>
                    <a:pt x="10" y="23"/>
                  </a:moveTo>
                  <a:cubicBezTo>
                    <a:pt x="16" y="30"/>
                    <a:pt x="27" y="29"/>
                    <a:pt x="42" y="21"/>
                  </a:cubicBezTo>
                  <a:cubicBezTo>
                    <a:pt x="57" y="12"/>
                    <a:pt x="56" y="6"/>
                    <a:pt x="50" y="3"/>
                  </a:cubicBezTo>
                  <a:cubicBezTo>
                    <a:pt x="44" y="0"/>
                    <a:pt x="0" y="12"/>
                    <a:pt x="10" y="23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9" name="Freeform 784">
              <a:extLst>
                <a:ext uri="{FF2B5EF4-FFF2-40B4-BE49-F238E27FC236}">
                  <a16:creationId xmlns:a16="http://schemas.microsoft.com/office/drawing/2014/main" id="{C4141559-BDA1-486A-B63E-FBB54A781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3081"/>
              <a:ext cx="60" cy="135"/>
            </a:xfrm>
            <a:custGeom>
              <a:avLst/>
              <a:gdLst>
                <a:gd name="T0" fmla="*/ 224 w 26"/>
                <a:gd name="T1" fmla="*/ 12 h 55"/>
                <a:gd name="T2" fmla="*/ 37 w 26"/>
                <a:gd name="T3" fmla="*/ 488 h 55"/>
                <a:gd name="T4" fmla="*/ 208 w 26"/>
                <a:gd name="T5" fmla="*/ 800 h 55"/>
                <a:gd name="T6" fmla="*/ 293 w 26"/>
                <a:gd name="T7" fmla="*/ 398 h 55"/>
                <a:gd name="T8" fmla="*/ 224 w 26"/>
                <a:gd name="T9" fmla="*/ 1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5">
                  <a:moveTo>
                    <a:pt x="18" y="1"/>
                  </a:moveTo>
                  <a:cubicBezTo>
                    <a:pt x="10" y="0"/>
                    <a:pt x="0" y="19"/>
                    <a:pt x="3" y="33"/>
                  </a:cubicBezTo>
                  <a:cubicBezTo>
                    <a:pt x="5" y="47"/>
                    <a:pt x="11" y="55"/>
                    <a:pt x="17" y="54"/>
                  </a:cubicBezTo>
                  <a:cubicBezTo>
                    <a:pt x="23" y="54"/>
                    <a:pt x="24" y="39"/>
                    <a:pt x="24" y="27"/>
                  </a:cubicBezTo>
                  <a:cubicBezTo>
                    <a:pt x="24" y="14"/>
                    <a:pt x="26" y="2"/>
                    <a:pt x="18" y="1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0" name="Freeform 785">
              <a:extLst>
                <a:ext uri="{FF2B5EF4-FFF2-40B4-BE49-F238E27FC236}">
                  <a16:creationId xmlns:a16="http://schemas.microsoft.com/office/drawing/2014/main" id="{20D86474-EF87-44AD-A7CC-FBCB0D11E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444"/>
              <a:ext cx="34" cy="41"/>
            </a:xfrm>
            <a:custGeom>
              <a:avLst/>
              <a:gdLst>
                <a:gd name="T0" fmla="*/ 82 w 15"/>
                <a:gd name="T1" fmla="*/ 0 h 17"/>
                <a:gd name="T2" fmla="*/ 82 w 15"/>
                <a:gd name="T3" fmla="*/ 210 h 17"/>
                <a:gd name="T4" fmla="*/ 118 w 15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7" y="0"/>
                  </a:moveTo>
                  <a:cubicBezTo>
                    <a:pt x="3" y="3"/>
                    <a:pt x="0" y="17"/>
                    <a:pt x="7" y="15"/>
                  </a:cubicBezTo>
                  <a:cubicBezTo>
                    <a:pt x="13" y="14"/>
                    <a:pt x="15" y="3"/>
                    <a:pt x="1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1" name="Freeform 786">
              <a:extLst>
                <a:ext uri="{FF2B5EF4-FFF2-40B4-BE49-F238E27FC236}">
                  <a16:creationId xmlns:a16="http://schemas.microsoft.com/office/drawing/2014/main" id="{5E52BF3F-5C35-47C0-9A3B-A59E266CA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90"/>
              <a:ext cx="34" cy="29"/>
            </a:xfrm>
            <a:custGeom>
              <a:avLst/>
              <a:gdLst>
                <a:gd name="T0" fmla="*/ 93 w 15"/>
                <a:gd name="T1" fmla="*/ 0 h 12"/>
                <a:gd name="T2" fmla="*/ 93 w 15"/>
                <a:gd name="T3" fmla="*/ 157 h 12"/>
                <a:gd name="T4" fmla="*/ 102 w 15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5" y="3"/>
                    <a:pt x="0" y="12"/>
                    <a:pt x="8" y="11"/>
                  </a:cubicBezTo>
                  <a:cubicBezTo>
                    <a:pt x="12" y="10"/>
                    <a:pt x="15" y="2"/>
                    <a:pt x="9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2" name="Freeform 787">
              <a:extLst>
                <a:ext uri="{FF2B5EF4-FFF2-40B4-BE49-F238E27FC236}">
                  <a16:creationId xmlns:a16="http://schemas.microsoft.com/office/drawing/2014/main" id="{CE670C49-5C4A-4980-8FCB-6381EDAF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397"/>
              <a:ext cx="32" cy="44"/>
            </a:xfrm>
            <a:custGeom>
              <a:avLst/>
              <a:gdLst>
                <a:gd name="T0" fmla="*/ 57 w 14"/>
                <a:gd name="T1" fmla="*/ 42 h 18"/>
                <a:gd name="T2" fmla="*/ 94 w 14"/>
                <a:gd name="T3" fmla="*/ 191 h 18"/>
                <a:gd name="T4" fmla="*/ 94 w 14"/>
                <a:gd name="T5" fmla="*/ 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5" y="3"/>
                  </a:moveTo>
                  <a:cubicBezTo>
                    <a:pt x="0" y="7"/>
                    <a:pt x="1" y="18"/>
                    <a:pt x="8" y="13"/>
                  </a:cubicBezTo>
                  <a:cubicBezTo>
                    <a:pt x="11" y="11"/>
                    <a:pt x="14" y="0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3" name="Freeform 788">
              <a:extLst>
                <a:ext uri="{FF2B5EF4-FFF2-40B4-BE49-F238E27FC236}">
                  <a16:creationId xmlns:a16="http://schemas.microsoft.com/office/drawing/2014/main" id="{01FD0CA4-8EBF-4EA0-9D4E-2A7E550FB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503"/>
              <a:ext cx="19" cy="22"/>
            </a:xfrm>
            <a:custGeom>
              <a:avLst/>
              <a:gdLst>
                <a:gd name="T0" fmla="*/ 12 w 8"/>
                <a:gd name="T1" fmla="*/ 29 h 9"/>
                <a:gd name="T2" fmla="*/ 29 w 8"/>
                <a:gd name="T3" fmla="*/ 132 h 9"/>
                <a:gd name="T4" fmla="*/ 78 w 8"/>
                <a:gd name="T5" fmla="*/ 0 h 9"/>
                <a:gd name="T6" fmla="*/ 40 w 8"/>
                <a:gd name="T7" fmla="*/ 2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1" y="2"/>
                  </a:moveTo>
                  <a:cubicBezTo>
                    <a:pt x="1" y="5"/>
                    <a:pt x="0" y="7"/>
                    <a:pt x="2" y="9"/>
                  </a:cubicBezTo>
                  <a:cubicBezTo>
                    <a:pt x="6" y="8"/>
                    <a:pt x="8" y="3"/>
                    <a:pt x="6" y="0"/>
                  </a:cubicBezTo>
                  <a:cubicBezTo>
                    <a:pt x="4" y="0"/>
                    <a:pt x="4" y="1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4" name="Freeform 789">
              <a:extLst>
                <a:ext uri="{FF2B5EF4-FFF2-40B4-BE49-F238E27FC236}">
                  <a16:creationId xmlns:a16="http://schemas.microsoft.com/office/drawing/2014/main" id="{8F350D15-E17D-44E3-8790-DFBDDD492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569"/>
              <a:ext cx="23" cy="27"/>
            </a:xfrm>
            <a:custGeom>
              <a:avLst/>
              <a:gdLst>
                <a:gd name="T0" fmla="*/ 64 w 10"/>
                <a:gd name="T1" fmla="*/ 0 h 11"/>
                <a:gd name="T2" fmla="*/ 64 w 10"/>
                <a:gd name="T3" fmla="*/ 150 h 11"/>
                <a:gd name="T4" fmla="*/ 94 w 10"/>
                <a:gd name="T5" fmla="*/ 0 h 11"/>
                <a:gd name="T6" fmla="*/ 74 w 10"/>
                <a:gd name="T7" fmla="*/ 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5" y="0"/>
                  </a:moveTo>
                  <a:cubicBezTo>
                    <a:pt x="3" y="3"/>
                    <a:pt x="0" y="11"/>
                    <a:pt x="5" y="10"/>
                  </a:cubicBezTo>
                  <a:cubicBezTo>
                    <a:pt x="10" y="10"/>
                    <a:pt x="10" y="2"/>
                    <a:pt x="8" y="0"/>
                  </a:cubicBezTo>
                  <a:cubicBezTo>
                    <a:pt x="7" y="0"/>
                    <a:pt x="6" y="0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5" name="Freeform 790">
              <a:extLst>
                <a:ext uri="{FF2B5EF4-FFF2-40B4-BE49-F238E27FC236}">
                  <a16:creationId xmlns:a16="http://schemas.microsoft.com/office/drawing/2014/main" id="{01E4393C-4DCB-412A-BE15-28CF786F0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640"/>
              <a:ext cx="28" cy="47"/>
            </a:xfrm>
            <a:custGeom>
              <a:avLst/>
              <a:gdLst>
                <a:gd name="T0" fmla="*/ 28 w 12"/>
                <a:gd name="T1" fmla="*/ 121 h 19"/>
                <a:gd name="T2" fmla="*/ 86 w 12"/>
                <a:gd name="T3" fmla="*/ 215 h 19"/>
                <a:gd name="T4" fmla="*/ 49 w 12"/>
                <a:gd name="T5" fmla="*/ 10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2" y="8"/>
                  </a:moveTo>
                  <a:cubicBezTo>
                    <a:pt x="0" y="13"/>
                    <a:pt x="1" y="19"/>
                    <a:pt x="7" y="14"/>
                  </a:cubicBezTo>
                  <a:cubicBezTo>
                    <a:pt x="12" y="10"/>
                    <a:pt x="8" y="0"/>
                    <a:pt x="4" y="7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6" name="Freeform 791">
              <a:extLst>
                <a:ext uri="{FF2B5EF4-FFF2-40B4-BE49-F238E27FC236}">
                  <a16:creationId xmlns:a16="http://schemas.microsoft.com/office/drawing/2014/main" id="{67F0D95D-AB70-4315-8240-41F2E881E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706"/>
              <a:ext cx="21" cy="37"/>
            </a:xfrm>
            <a:custGeom>
              <a:avLst/>
              <a:gdLst>
                <a:gd name="T0" fmla="*/ 28 w 9"/>
                <a:gd name="T1" fmla="*/ 62 h 15"/>
                <a:gd name="T2" fmla="*/ 65 w 9"/>
                <a:gd name="T3" fmla="*/ 183 h 15"/>
                <a:gd name="T4" fmla="*/ 49 w 9"/>
                <a:gd name="T5" fmla="*/ 0 h 15"/>
                <a:gd name="T6" fmla="*/ 28 w 9"/>
                <a:gd name="T7" fmla="*/ 4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4"/>
                  </a:moveTo>
                  <a:cubicBezTo>
                    <a:pt x="1" y="7"/>
                    <a:pt x="0" y="15"/>
                    <a:pt x="5" y="12"/>
                  </a:cubicBezTo>
                  <a:cubicBezTo>
                    <a:pt x="9" y="11"/>
                    <a:pt x="6" y="2"/>
                    <a:pt x="4" y="0"/>
                  </a:cubicBezTo>
                  <a:cubicBezTo>
                    <a:pt x="3" y="1"/>
                    <a:pt x="2" y="2"/>
                    <a:pt x="2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7" name="Freeform 792">
              <a:extLst>
                <a:ext uri="{FF2B5EF4-FFF2-40B4-BE49-F238E27FC236}">
                  <a16:creationId xmlns:a16="http://schemas.microsoft.com/office/drawing/2014/main" id="{DF8F75FF-46D5-44ED-89BB-05EAEF3E5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750"/>
              <a:ext cx="23" cy="35"/>
            </a:xfrm>
            <a:custGeom>
              <a:avLst/>
              <a:gdLst>
                <a:gd name="T0" fmla="*/ 12 w 10"/>
                <a:gd name="T1" fmla="*/ 50 h 14"/>
                <a:gd name="T2" fmla="*/ 28 w 10"/>
                <a:gd name="T3" fmla="*/ 208 h 14"/>
                <a:gd name="T4" fmla="*/ 28 w 10"/>
                <a:gd name="T5" fmla="*/ 5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" y="3"/>
                  </a:moveTo>
                  <a:cubicBezTo>
                    <a:pt x="1" y="7"/>
                    <a:pt x="0" y="10"/>
                    <a:pt x="2" y="13"/>
                  </a:cubicBezTo>
                  <a:cubicBezTo>
                    <a:pt x="10" y="14"/>
                    <a:pt x="8" y="0"/>
                    <a:pt x="2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8" name="Freeform 793">
              <a:extLst>
                <a:ext uri="{FF2B5EF4-FFF2-40B4-BE49-F238E27FC236}">
                  <a16:creationId xmlns:a16="http://schemas.microsoft.com/office/drawing/2014/main" id="{6E962D94-DCBA-4A1F-A370-5FF0785C2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902"/>
              <a:ext cx="25" cy="57"/>
            </a:xfrm>
            <a:custGeom>
              <a:avLst/>
              <a:gdLst>
                <a:gd name="T0" fmla="*/ 11 w 11"/>
                <a:gd name="T1" fmla="*/ 124 h 23"/>
                <a:gd name="T2" fmla="*/ 118 w 11"/>
                <a:gd name="T3" fmla="*/ 196 h 23"/>
                <a:gd name="T4" fmla="*/ 11 w 11"/>
                <a:gd name="T5" fmla="*/ 12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1" y="8"/>
                  </a:moveTo>
                  <a:cubicBezTo>
                    <a:pt x="2" y="13"/>
                    <a:pt x="8" y="23"/>
                    <a:pt x="10" y="13"/>
                  </a:cubicBezTo>
                  <a:cubicBezTo>
                    <a:pt x="11" y="7"/>
                    <a:pt x="0" y="0"/>
                    <a:pt x="1" y="8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9" name="Freeform 794">
              <a:extLst>
                <a:ext uri="{FF2B5EF4-FFF2-40B4-BE49-F238E27FC236}">
                  <a16:creationId xmlns:a16="http://schemas.microsoft.com/office/drawing/2014/main" id="{40C460B1-DECB-4B58-B428-6E0FD0CD2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794"/>
              <a:ext cx="21" cy="30"/>
            </a:xfrm>
            <a:custGeom>
              <a:avLst/>
              <a:gdLst>
                <a:gd name="T0" fmla="*/ 12 w 9"/>
                <a:gd name="T1" fmla="*/ 50 h 12"/>
                <a:gd name="T2" fmla="*/ 49 w 9"/>
                <a:gd name="T3" fmla="*/ 188 h 12"/>
                <a:gd name="T4" fmla="*/ 37 w 9"/>
                <a:gd name="T5" fmla="*/ 0 h 12"/>
                <a:gd name="T6" fmla="*/ 12 w 9"/>
                <a:gd name="T7" fmla="*/ 8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1" y="3"/>
                  </a:moveTo>
                  <a:cubicBezTo>
                    <a:pt x="1" y="6"/>
                    <a:pt x="1" y="11"/>
                    <a:pt x="4" y="12"/>
                  </a:cubicBezTo>
                  <a:cubicBezTo>
                    <a:pt x="9" y="9"/>
                    <a:pt x="7" y="2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0" name="Freeform 795">
              <a:extLst>
                <a:ext uri="{FF2B5EF4-FFF2-40B4-BE49-F238E27FC236}">
                  <a16:creationId xmlns:a16="http://schemas.microsoft.com/office/drawing/2014/main" id="{AD5CC0D7-702D-404E-A612-D3A350C5F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667"/>
              <a:ext cx="19" cy="49"/>
            </a:xfrm>
            <a:custGeom>
              <a:avLst/>
              <a:gdLst>
                <a:gd name="T0" fmla="*/ 29 w 8"/>
                <a:gd name="T1" fmla="*/ 42 h 20"/>
                <a:gd name="T2" fmla="*/ 78 w 8"/>
                <a:gd name="T3" fmla="*/ 174 h 20"/>
                <a:gd name="T4" fmla="*/ 29 w 8"/>
                <a:gd name="T5" fmla="*/ 1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0">
                  <a:moveTo>
                    <a:pt x="2" y="3"/>
                  </a:moveTo>
                  <a:cubicBezTo>
                    <a:pt x="1" y="7"/>
                    <a:pt x="0" y="20"/>
                    <a:pt x="6" y="12"/>
                  </a:cubicBezTo>
                  <a:cubicBezTo>
                    <a:pt x="8" y="8"/>
                    <a:pt x="8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1" name="Freeform 796">
              <a:extLst>
                <a:ext uri="{FF2B5EF4-FFF2-40B4-BE49-F238E27FC236}">
                  <a16:creationId xmlns:a16="http://schemas.microsoft.com/office/drawing/2014/main" id="{8CA7F4B4-62AB-4D81-B3FE-CD1B583C5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557"/>
              <a:ext cx="20" cy="29"/>
            </a:xfrm>
            <a:custGeom>
              <a:avLst/>
              <a:gdLst>
                <a:gd name="T0" fmla="*/ 9 w 9"/>
                <a:gd name="T1" fmla="*/ 29 h 12"/>
                <a:gd name="T2" fmla="*/ 20 w 9"/>
                <a:gd name="T3" fmla="*/ 169 h 12"/>
                <a:gd name="T4" fmla="*/ 36 w 9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1" y="2"/>
                  </a:moveTo>
                  <a:cubicBezTo>
                    <a:pt x="0" y="5"/>
                    <a:pt x="0" y="10"/>
                    <a:pt x="2" y="12"/>
                  </a:cubicBezTo>
                  <a:cubicBezTo>
                    <a:pt x="7" y="11"/>
                    <a:pt x="9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2" name="Freeform 797">
              <a:extLst>
                <a:ext uri="{FF2B5EF4-FFF2-40B4-BE49-F238E27FC236}">
                  <a16:creationId xmlns:a16="http://schemas.microsoft.com/office/drawing/2014/main" id="{1398AE80-3530-4090-9B9C-C59BD0502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226"/>
              <a:ext cx="34" cy="34"/>
            </a:xfrm>
            <a:custGeom>
              <a:avLst/>
              <a:gdLst>
                <a:gd name="T0" fmla="*/ 73 w 15"/>
                <a:gd name="T1" fmla="*/ 58 h 14"/>
                <a:gd name="T2" fmla="*/ 36 w 15"/>
                <a:gd name="T3" fmla="*/ 202 h 14"/>
                <a:gd name="T4" fmla="*/ 93 w 15"/>
                <a:gd name="T5" fmla="*/ 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4"/>
                  </a:moveTo>
                  <a:cubicBezTo>
                    <a:pt x="3" y="6"/>
                    <a:pt x="0" y="11"/>
                    <a:pt x="3" y="14"/>
                  </a:cubicBezTo>
                  <a:cubicBezTo>
                    <a:pt x="10" y="13"/>
                    <a:pt x="15" y="0"/>
                    <a:pt x="8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3" name="Freeform 798">
              <a:extLst>
                <a:ext uri="{FF2B5EF4-FFF2-40B4-BE49-F238E27FC236}">
                  <a16:creationId xmlns:a16="http://schemas.microsoft.com/office/drawing/2014/main" id="{425FEB53-7581-46EB-B8CA-728B5A4C0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164"/>
              <a:ext cx="30" cy="30"/>
            </a:xfrm>
            <a:custGeom>
              <a:avLst/>
              <a:gdLst>
                <a:gd name="T0" fmla="*/ 74 w 13"/>
                <a:gd name="T1" fmla="*/ 33 h 12"/>
                <a:gd name="T2" fmla="*/ 12 w 13"/>
                <a:gd name="T3" fmla="*/ 145 h 12"/>
                <a:gd name="T4" fmla="*/ 97 w 13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6" y="2"/>
                  </a:moveTo>
                  <a:cubicBezTo>
                    <a:pt x="4" y="3"/>
                    <a:pt x="0" y="6"/>
                    <a:pt x="1" y="9"/>
                  </a:cubicBezTo>
                  <a:cubicBezTo>
                    <a:pt x="9" y="12"/>
                    <a:pt x="13" y="0"/>
                    <a:pt x="8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4" name="Freeform 799">
              <a:extLst>
                <a:ext uri="{FF2B5EF4-FFF2-40B4-BE49-F238E27FC236}">
                  <a16:creationId xmlns:a16="http://schemas.microsoft.com/office/drawing/2014/main" id="{2B88DDCE-8F96-4021-9A54-A2F0DF9B5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184"/>
              <a:ext cx="30" cy="24"/>
            </a:xfrm>
            <a:custGeom>
              <a:avLst/>
              <a:gdLst>
                <a:gd name="T0" fmla="*/ 97 w 13"/>
                <a:gd name="T1" fmla="*/ 0 h 10"/>
                <a:gd name="T2" fmla="*/ 12 w 13"/>
                <a:gd name="T3" fmla="*/ 110 h 10"/>
                <a:gd name="T4" fmla="*/ 134 w 13"/>
                <a:gd name="T5" fmla="*/ 0 h 10"/>
                <a:gd name="T6" fmla="*/ 111 w 13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8" y="0"/>
                  </a:moveTo>
                  <a:cubicBezTo>
                    <a:pt x="4" y="1"/>
                    <a:pt x="0" y="4"/>
                    <a:pt x="1" y="8"/>
                  </a:cubicBezTo>
                  <a:cubicBezTo>
                    <a:pt x="5" y="10"/>
                    <a:pt x="13" y="5"/>
                    <a:pt x="11" y="0"/>
                  </a:cubicBezTo>
                  <a:cubicBezTo>
                    <a:pt x="10" y="0"/>
                    <a:pt x="10" y="1"/>
                    <a:pt x="9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5" name="Freeform 800">
              <a:extLst>
                <a:ext uri="{FF2B5EF4-FFF2-40B4-BE49-F238E27FC236}">
                  <a16:creationId xmlns:a16="http://schemas.microsoft.com/office/drawing/2014/main" id="{390A2BCC-8060-4EA8-B188-F5111D2E0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196"/>
              <a:ext cx="34" cy="25"/>
            </a:xfrm>
            <a:custGeom>
              <a:avLst/>
              <a:gdLst>
                <a:gd name="T0" fmla="*/ 102 w 15"/>
                <a:gd name="T1" fmla="*/ 33 h 10"/>
                <a:gd name="T2" fmla="*/ 93 w 15"/>
                <a:gd name="T3" fmla="*/ 158 h 10"/>
                <a:gd name="T4" fmla="*/ 102 w 15"/>
                <a:gd name="T5" fmla="*/ 5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9" y="2"/>
                  </a:moveTo>
                  <a:cubicBezTo>
                    <a:pt x="4" y="3"/>
                    <a:pt x="0" y="10"/>
                    <a:pt x="8" y="10"/>
                  </a:cubicBezTo>
                  <a:cubicBezTo>
                    <a:pt x="15" y="9"/>
                    <a:pt x="15" y="0"/>
                    <a:pt x="9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6" name="Freeform 801">
              <a:extLst>
                <a:ext uri="{FF2B5EF4-FFF2-40B4-BE49-F238E27FC236}">
                  <a16:creationId xmlns:a16="http://schemas.microsoft.com/office/drawing/2014/main" id="{84008C78-1CCC-4BC3-99F5-3F3F7CD50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272"/>
              <a:ext cx="32" cy="30"/>
            </a:xfrm>
            <a:custGeom>
              <a:avLst/>
              <a:gdLst>
                <a:gd name="T0" fmla="*/ 130 w 14"/>
                <a:gd name="T1" fmla="*/ 20 h 12"/>
                <a:gd name="T2" fmla="*/ 57 w 14"/>
                <a:gd name="T3" fmla="*/ 158 h 12"/>
                <a:gd name="T4" fmla="*/ 158 w 14"/>
                <a:gd name="T5" fmla="*/ 0 h 12"/>
                <a:gd name="T6" fmla="*/ 121 w 14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11" y="1"/>
                  </a:moveTo>
                  <a:cubicBezTo>
                    <a:pt x="8" y="1"/>
                    <a:pt x="0" y="6"/>
                    <a:pt x="5" y="10"/>
                  </a:cubicBezTo>
                  <a:cubicBezTo>
                    <a:pt x="9" y="12"/>
                    <a:pt x="14" y="4"/>
                    <a:pt x="13" y="0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7" name="Freeform 802">
              <a:extLst>
                <a:ext uri="{FF2B5EF4-FFF2-40B4-BE49-F238E27FC236}">
                  <a16:creationId xmlns:a16="http://schemas.microsoft.com/office/drawing/2014/main" id="{DCF6AED0-9505-4949-BD65-A6D10CD1A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326"/>
              <a:ext cx="28" cy="34"/>
            </a:xfrm>
            <a:custGeom>
              <a:avLst/>
              <a:gdLst>
                <a:gd name="T0" fmla="*/ 28 w 12"/>
                <a:gd name="T1" fmla="*/ 70 h 14"/>
                <a:gd name="T2" fmla="*/ 0 w 12"/>
                <a:gd name="T3" fmla="*/ 189 h 14"/>
                <a:gd name="T4" fmla="*/ 65 w 12"/>
                <a:gd name="T5" fmla="*/ 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2" y="5"/>
                  </a:moveTo>
                  <a:cubicBezTo>
                    <a:pt x="0" y="7"/>
                    <a:pt x="0" y="10"/>
                    <a:pt x="0" y="13"/>
                  </a:cubicBezTo>
                  <a:cubicBezTo>
                    <a:pt x="7" y="14"/>
                    <a:pt x="12" y="0"/>
                    <a:pt x="5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8" name="Freeform 803">
              <a:extLst>
                <a:ext uri="{FF2B5EF4-FFF2-40B4-BE49-F238E27FC236}">
                  <a16:creationId xmlns:a16="http://schemas.microsoft.com/office/drawing/2014/main" id="{7465F1E5-94F5-4B35-8E97-BDDE8C5ED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306"/>
              <a:ext cx="20" cy="18"/>
            </a:xfrm>
            <a:custGeom>
              <a:avLst/>
              <a:gdLst>
                <a:gd name="T0" fmla="*/ 44 w 9"/>
                <a:gd name="T1" fmla="*/ 21 h 7"/>
                <a:gd name="T2" fmla="*/ 9 w 9"/>
                <a:gd name="T3" fmla="*/ 118 h 7"/>
                <a:gd name="T4" fmla="*/ 53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4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4" y="7"/>
                    <a:pt x="9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9" name="Freeform 804">
              <a:extLst>
                <a:ext uri="{FF2B5EF4-FFF2-40B4-BE49-F238E27FC236}">
                  <a16:creationId xmlns:a16="http://schemas.microsoft.com/office/drawing/2014/main" id="{BF8042D1-98DD-49C3-9654-689E7BCCE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103"/>
              <a:ext cx="44" cy="29"/>
            </a:xfrm>
            <a:custGeom>
              <a:avLst/>
              <a:gdLst>
                <a:gd name="T0" fmla="*/ 113 w 19"/>
                <a:gd name="T1" fmla="*/ 12 h 12"/>
                <a:gd name="T2" fmla="*/ 49 w 19"/>
                <a:gd name="T3" fmla="*/ 128 h 12"/>
                <a:gd name="T4" fmla="*/ 160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9" y="1"/>
                  </a:moveTo>
                  <a:cubicBezTo>
                    <a:pt x="5" y="0"/>
                    <a:pt x="0" y="6"/>
                    <a:pt x="4" y="9"/>
                  </a:cubicBezTo>
                  <a:cubicBezTo>
                    <a:pt x="8" y="12"/>
                    <a:pt x="19" y="5"/>
                    <a:pt x="1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0" name="Freeform 805">
              <a:extLst>
                <a:ext uri="{FF2B5EF4-FFF2-40B4-BE49-F238E27FC236}">
                  <a16:creationId xmlns:a16="http://schemas.microsoft.com/office/drawing/2014/main" id="{0519A805-51EE-4A6B-8AE1-684F3D84C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074"/>
              <a:ext cx="37" cy="19"/>
            </a:xfrm>
            <a:custGeom>
              <a:avLst/>
              <a:gdLst>
                <a:gd name="T0" fmla="*/ 113 w 16"/>
                <a:gd name="T1" fmla="*/ 0 h 8"/>
                <a:gd name="T2" fmla="*/ 12 w 16"/>
                <a:gd name="T3" fmla="*/ 95 h 8"/>
                <a:gd name="T4" fmla="*/ 123 w 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9" y="0"/>
                  </a:moveTo>
                  <a:cubicBezTo>
                    <a:pt x="6" y="1"/>
                    <a:pt x="0" y="3"/>
                    <a:pt x="1" y="7"/>
                  </a:cubicBezTo>
                  <a:cubicBezTo>
                    <a:pt x="5" y="8"/>
                    <a:pt x="16" y="4"/>
                    <a:pt x="1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1" name="Freeform 806">
              <a:extLst>
                <a:ext uri="{FF2B5EF4-FFF2-40B4-BE49-F238E27FC236}">
                  <a16:creationId xmlns:a16="http://schemas.microsoft.com/office/drawing/2014/main" id="{C9974634-C18F-4568-AB3F-F5B62686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037"/>
              <a:ext cx="35" cy="29"/>
            </a:xfrm>
            <a:custGeom>
              <a:avLst/>
              <a:gdLst>
                <a:gd name="T0" fmla="*/ 142 w 15"/>
                <a:gd name="T1" fmla="*/ 12 h 12"/>
                <a:gd name="T2" fmla="*/ 0 w 15"/>
                <a:gd name="T3" fmla="*/ 128 h 12"/>
                <a:gd name="T4" fmla="*/ 191 w 15"/>
                <a:gd name="T5" fmla="*/ 29 h 12"/>
                <a:gd name="T6" fmla="*/ 163 w 15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11" y="1"/>
                  </a:moveTo>
                  <a:cubicBezTo>
                    <a:pt x="6" y="1"/>
                    <a:pt x="2" y="3"/>
                    <a:pt x="0" y="9"/>
                  </a:cubicBezTo>
                  <a:cubicBezTo>
                    <a:pt x="4" y="12"/>
                    <a:pt x="13" y="6"/>
                    <a:pt x="15" y="2"/>
                  </a:cubicBezTo>
                  <a:cubicBezTo>
                    <a:pt x="14" y="1"/>
                    <a:pt x="14" y="0"/>
                    <a:pt x="1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2" name="Freeform 807">
              <a:extLst>
                <a:ext uri="{FF2B5EF4-FFF2-40B4-BE49-F238E27FC236}">
                  <a16:creationId xmlns:a16="http://schemas.microsoft.com/office/drawing/2014/main" id="{BE5F4F6C-4A3B-42CC-AC72-9C4696EBF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961"/>
              <a:ext cx="48" cy="37"/>
            </a:xfrm>
            <a:custGeom>
              <a:avLst/>
              <a:gdLst>
                <a:gd name="T0" fmla="*/ 121 w 21"/>
                <a:gd name="T1" fmla="*/ 42 h 15"/>
                <a:gd name="T2" fmla="*/ 85 w 21"/>
                <a:gd name="T3" fmla="*/ 153 h 15"/>
                <a:gd name="T4" fmla="*/ 121 w 21"/>
                <a:gd name="T5" fmla="*/ 4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10" y="3"/>
                  </a:moveTo>
                  <a:cubicBezTo>
                    <a:pt x="5" y="0"/>
                    <a:pt x="0" y="7"/>
                    <a:pt x="7" y="10"/>
                  </a:cubicBezTo>
                  <a:cubicBezTo>
                    <a:pt x="16" y="15"/>
                    <a:pt x="21" y="6"/>
                    <a:pt x="10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3" name="Freeform 808">
              <a:extLst>
                <a:ext uri="{FF2B5EF4-FFF2-40B4-BE49-F238E27FC236}">
                  <a16:creationId xmlns:a16="http://schemas.microsoft.com/office/drawing/2014/main" id="{D4B267BE-CCC2-498D-ABC4-596F20F45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1988"/>
              <a:ext cx="32" cy="37"/>
            </a:xfrm>
            <a:custGeom>
              <a:avLst/>
              <a:gdLst>
                <a:gd name="T0" fmla="*/ 121 w 14"/>
                <a:gd name="T1" fmla="*/ 74 h 15"/>
                <a:gd name="T2" fmla="*/ 167 w 14"/>
                <a:gd name="T3" fmla="*/ 133 h 15"/>
                <a:gd name="T4" fmla="*/ 158 w 14"/>
                <a:gd name="T5" fmla="*/ 9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10" y="5"/>
                  </a:moveTo>
                  <a:cubicBezTo>
                    <a:pt x="0" y="0"/>
                    <a:pt x="5" y="15"/>
                    <a:pt x="14" y="9"/>
                  </a:cubicBezTo>
                  <a:cubicBezTo>
                    <a:pt x="14" y="8"/>
                    <a:pt x="14" y="7"/>
                    <a:pt x="13" y="6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4" name="Freeform 809">
              <a:extLst>
                <a:ext uri="{FF2B5EF4-FFF2-40B4-BE49-F238E27FC236}">
                  <a16:creationId xmlns:a16="http://schemas.microsoft.com/office/drawing/2014/main" id="{E759F0C2-7563-457A-AC63-D05F4C983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958"/>
              <a:ext cx="30" cy="25"/>
            </a:xfrm>
            <a:custGeom>
              <a:avLst/>
              <a:gdLst>
                <a:gd name="T0" fmla="*/ 85 w 13"/>
                <a:gd name="T1" fmla="*/ 50 h 10"/>
                <a:gd name="T2" fmla="*/ 0 w 13"/>
                <a:gd name="T3" fmla="*/ 83 h 10"/>
                <a:gd name="T4" fmla="*/ 159 w 13"/>
                <a:gd name="T5" fmla="*/ 145 h 10"/>
                <a:gd name="T6" fmla="*/ 122 w 13"/>
                <a:gd name="T7" fmla="*/ 6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7" y="3"/>
                  </a:moveTo>
                  <a:cubicBezTo>
                    <a:pt x="5" y="2"/>
                    <a:pt x="0" y="0"/>
                    <a:pt x="0" y="5"/>
                  </a:cubicBezTo>
                  <a:cubicBezTo>
                    <a:pt x="1" y="8"/>
                    <a:pt x="10" y="10"/>
                    <a:pt x="13" y="9"/>
                  </a:cubicBezTo>
                  <a:cubicBezTo>
                    <a:pt x="13" y="7"/>
                    <a:pt x="12" y="5"/>
                    <a:pt x="10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5" name="Freeform 810">
              <a:extLst>
                <a:ext uri="{FF2B5EF4-FFF2-40B4-BE49-F238E27FC236}">
                  <a16:creationId xmlns:a16="http://schemas.microsoft.com/office/drawing/2014/main" id="{59E173F7-F65B-4863-8179-735639E82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044"/>
              <a:ext cx="32" cy="27"/>
            </a:xfrm>
            <a:custGeom>
              <a:avLst/>
              <a:gdLst>
                <a:gd name="T0" fmla="*/ 94 w 14"/>
                <a:gd name="T1" fmla="*/ 42 h 11"/>
                <a:gd name="T2" fmla="*/ 0 w 14"/>
                <a:gd name="T3" fmla="*/ 71 h 11"/>
                <a:gd name="T4" fmla="*/ 158 w 14"/>
                <a:gd name="T5" fmla="*/ 150 h 11"/>
                <a:gd name="T6" fmla="*/ 121 w 14"/>
                <a:gd name="T7" fmla="*/ 6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8" y="3"/>
                  </a:moveTo>
                  <a:cubicBezTo>
                    <a:pt x="6" y="2"/>
                    <a:pt x="1" y="0"/>
                    <a:pt x="0" y="5"/>
                  </a:cubicBezTo>
                  <a:cubicBezTo>
                    <a:pt x="0" y="10"/>
                    <a:pt x="10" y="11"/>
                    <a:pt x="13" y="10"/>
                  </a:cubicBezTo>
                  <a:cubicBezTo>
                    <a:pt x="14" y="7"/>
                    <a:pt x="13" y="5"/>
                    <a:pt x="10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6" name="Freeform 811">
              <a:extLst>
                <a:ext uri="{FF2B5EF4-FFF2-40B4-BE49-F238E27FC236}">
                  <a16:creationId xmlns:a16="http://schemas.microsoft.com/office/drawing/2014/main" id="{5F10A04A-1B43-4EEE-A01E-9C9191BC2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027"/>
              <a:ext cx="35" cy="27"/>
            </a:xfrm>
            <a:custGeom>
              <a:avLst/>
              <a:gdLst>
                <a:gd name="T0" fmla="*/ 49 w 15"/>
                <a:gd name="T1" fmla="*/ 12 h 11"/>
                <a:gd name="T2" fmla="*/ 0 w 15"/>
                <a:gd name="T3" fmla="*/ 12 h 11"/>
                <a:gd name="T4" fmla="*/ 86 w 15"/>
                <a:gd name="T5" fmla="*/ 1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4" y="1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0" y="7"/>
                    <a:pt x="15" y="11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7" name="Freeform 812">
              <a:extLst>
                <a:ext uri="{FF2B5EF4-FFF2-40B4-BE49-F238E27FC236}">
                  <a16:creationId xmlns:a16="http://schemas.microsoft.com/office/drawing/2014/main" id="{AB812CAF-A1D3-4327-8968-29053D80E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064"/>
              <a:ext cx="44" cy="27"/>
            </a:xfrm>
            <a:custGeom>
              <a:avLst/>
              <a:gdLst>
                <a:gd name="T0" fmla="*/ 134 w 19"/>
                <a:gd name="T1" fmla="*/ 29 h 11"/>
                <a:gd name="T2" fmla="*/ 65 w 19"/>
                <a:gd name="T3" fmla="*/ 103 h 11"/>
                <a:gd name="T4" fmla="*/ 160 w 19"/>
                <a:gd name="T5" fmla="*/ 1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11" y="2"/>
                  </a:moveTo>
                  <a:cubicBezTo>
                    <a:pt x="8" y="0"/>
                    <a:pt x="0" y="4"/>
                    <a:pt x="5" y="7"/>
                  </a:cubicBezTo>
                  <a:cubicBezTo>
                    <a:pt x="9" y="11"/>
                    <a:pt x="19" y="3"/>
                    <a:pt x="1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8" name="Freeform 813">
              <a:extLst>
                <a:ext uri="{FF2B5EF4-FFF2-40B4-BE49-F238E27FC236}">
                  <a16:creationId xmlns:a16="http://schemas.microsoft.com/office/drawing/2014/main" id="{B897F9C0-3278-4896-969B-57788427A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998"/>
              <a:ext cx="46" cy="24"/>
            </a:xfrm>
            <a:custGeom>
              <a:avLst/>
              <a:gdLst>
                <a:gd name="T0" fmla="*/ 122 w 20"/>
                <a:gd name="T1" fmla="*/ 0 h 10"/>
                <a:gd name="T2" fmla="*/ 94 w 20"/>
                <a:gd name="T3" fmla="*/ 98 h 10"/>
                <a:gd name="T4" fmla="*/ 147 w 20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">
                  <a:moveTo>
                    <a:pt x="10" y="0"/>
                  </a:moveTo>
                  <a:cubicBezTo>
                    <a:pt x="4" y="0"/>
                    <a:pt x="0" y="3"/>
                    <a:pt x="8" y="7"/>
                  </a:cubicBezTo>
                  <a:cubicBezTo>
                    <a:pt x="14" y="10"/>
                    <a:pt x="20" y="4"/>
                    <a:pt x="1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9" name="Freeform 814">
              <a:extLst>
                <a:ext uri="{FF2B5EF4-FFF2-40B4-BE49-F238E27FC236}">
                  <a16:creationId xmlns:a16="http://schemas.microsoft.com/office/drawing/2014/main" id="{553226A0-2112-4E11-A1FE-553825384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049"/>
              <a:ext cx="34" cy="27"/>
            </a:xfrm>
            <a:custGeom>
              <a:avLst/>
              <a:gdLst>
                <a:gd name="T0" fmla="*/ 102 w 15"/>
                <a:gd name="T1" fmla="*/ 12 h 11"/>
                <a:gd name="T2" fmla="*/ 0 w 15"/>
                <a:gd name="T3" fmla="*/ 12 h 11"/>
                <a:gd name="T4" fmla="*/ 93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9" y="1"/>
                  </a:moveTo>
                  <a:cubicBezTo>
                    <a:pt x="5" y="0"/>
                    <a:pt x="3" y="0"/>
                    <a:pt x="0" y="1"/>
                  </a:cubicBezTo>
                  <a:cubicBezTo>
                    <a:pt x="5" y="11"/>
                    <a:pt x="15" y="1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0" name="Freeform 815">
              <a:extLst>
                <a:ext uri="{FF2B5EF4-FFF2-40B4-BE49-F238E27FC236}">
                  <a16:creationId xmlns:a16="http://schemas.microsoft.com/office/drawing/2014/main" id="{7C0E9289-50F4-4A31-A0E7-4E0298B9F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110"/>
              <a:ext cx="23" cy="25"/>
            </a:xfrm>
            <a:custGeom>
              <a:avLst/>
              <a:gdLst>
                <a:gd name="T0" fmla="*/ 28 w 10"/>
                <a:gd name="T1" fmla="*/ 158 h 10"/>
                <a:gd name="T2" fmla="*/ 122 w 10"/>
                <a:gd name="T3" fmla="*/ 63 h 10"/>
                <a:gd name="T4" fmla="*/ 37 w 10"/>
                <a:gd name="T5" fmla="*/ 14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2" y="10"/>
                  </a:moveTo>
                  <a:cubicBezTo>
                    <a:pt x="0" y="6"/>
                    <a:pt x="7" y="0"/>
                    <a:pt x="10" y="4"/>
                  </a:cubicBezTo>
                  <a:cubicBezTo>
                    <a:pt x="8" y="5"/>
                    <a:pt x="5" y="7"/>
                    <a:pt x="3" y="9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1" name="Freeform 816">
              <a:extLst>
                <a:ext uri="{FF2B5EF4-FFF2-40B4-BE49-F238E27FC236}">
                  <a16:creationId xmlns:a16="http://schemas.microsoft.com/office/drawing/2014/main" id="{7C5D11B9-3456-4AE6-BFC1-7E1D4E37D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096"/>
              <a:ext cx="25" cy="19"/>
            </a:xfrm>
            <a:custGeom>
              <a:avLst/>
              <a:gdLst>
                <a:gd name="T0" fmla="*/ 57 w 11"/>
                <a:gd name="T1" fmla="*/ 29 h 8"/>
                <a:gd name="T2" fmla="*/ 11 w 11"/>
                <a:gd name="T3" fmla="*/ 95 h 8"/>
                <a:gd name="T4" fmla="*/ 118 w 11"/>
                <a:gd name="T5" fmla="*/ 57 h 8"/>
                <a:gd name="T6" fmla="*/ 73 w 11"/>
                <a:gd name="T7" fmla="*/ 1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5" y="2"/>
                  </a:moveTo>
                  <a:cubicBezTo>
                    <a:pt x="2" y="3"/>
                    <a:pt x="0" y="5"/>
                    <a:pt x="1" y="7"/>
                  </a:cubicBezTo>
                  <a:cubicBezTo>
                    <a:pt x="3" y="8"/>
                    <a:pt x="10" y="7"/>
                    <a:pt x="10" y="4"/>
                  </a:cubicBezTo>
                  <a:cubicBezTo>
                    <a:pt x="11" y="1"/>
                    <a:pt x="9" y="0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2" name="Freeform 817">
              <a:extLst>
                <a:ext uri="{FF2B5EF4-FFF2-40B4-BE49-F238E27FC236}">
                  <a16:creationId xmlns:a16="http://schemas.microsoft.com/office/drawing/2014/main" id="{A019DFDA-5226-41D5-8D99-A0056B732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554"/>
              <a:ext cx="16" cy="30"/>
            </a:xfrm>
            <a:custGeom>
              <a:avLst/>
              <a:gdLst>
                <a:gd name="T0" fmla="*/ 73 w 7"/>
                <a:gd name="T1" fmla="*/ 0 h 12"/>
                <a:gd name="T2" fmla="*/ 57 w 7"/>
                <a:gd name="T3" fmla="*/ 188 h 12"/>
                <a:gd name="T4" fmla="*/ 85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0" y="1"/>
                    <a:pt x="1" y="9"/>
                    <a:pt x="5" y="12"/>
                  </a:cubicBezTo>
                  <a:cubicBezTo>
                    <a:pt x="6" y="8"/>
                    <a:pt x="5" y="4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3" name="Freeform 818">
              <a:extLst>
                <a:ext uri="{FF2B5EF4-FFF2-40B4-BE49-F238E27FC236}">
                  <a16:creationId xmlns:a16="http://schemas.microsoft.com/office/drawing/2014/main" id="{3991EBC9-49C2-4DF4-9134-079DB5AA4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015"/>
              <a:ext cx="25" cy="39"/>
            </a:xfrm>
            <a:custGeom>
              <a:avLst/>
              <a:gdLst>
                <a:gd name="T0" fmla="*/ 93 w 11"/>
                <a:gd name="T1" fmla="*/ 100 h 16"/>
                <a:gd name="T2" fmla="*/ 130 w 11"/>
                <a:gd name="T3" fmla="*/ 190 h 16"/>
                <a:gd name="T4" fmla="*/ 102 w 11"/>
                <a:gd name="T5" fmla="*/ 10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8" y="7"/>
                  </a:moveTo>
                  <a:cubicBezTo>
                    <a:pt x="0" y="0"/>
                    <a:pt x="1" y="16"/>
                    <a:pt x="11" y="13"/>
                  </a:cubicBezTo>
                  <a:cubicBezTo>
                    <a:pt x="11" y="11"/>
                    <a:pt x="10" y="9"/>
                    <a:pt x="9" y="7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4" name="Freeform 819">
              <a:extLst>
                <a:ext uri="{FF2B5EF4-FFF2-40B4-BE49-F238E27FC236}">
                  <a16:creationId xmlns:a16="http://schemas.microsoft.com/office/drawing/2014/main" id="{9382DAA1-7DDF-4985-B5A3-51A2743F1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054"/>
              <a:ext cx="25" cy="29"/>
            </a:xfrm>
            <a:custGeom>
              <a:avLst/>
              <a:gdLst>
                <a:gd name="T0" fmla="*/ 73 w 11"/>
                <a:gd name="T1" fmla="*/ 29 h 12"/>
                <a:gd name="T2" fmla="*/ 118 w 11"/>
                <a:gd name="T3" fmla="*/ 140 h 12"/>
                <a:gd name="T4" fmla="*/ 82 w 11"/>
                <a:gd name="T5" fmla="*/ 2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6" y="2"/>
                  </a:moveTo>
                  <a:cubicBezTo>
                    <a:pt x="0" y="0"/>
                    <a:pt x="4" y="12"/>
                    <a:pt x="10" y="10"/>
                  </a:cubicBezTo>
                  <a:cubicBezTo>
                    <a:pt x="11" y="7"/>
                    <a:pt x="9" y="4"/>
                    <a:pt x="7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5" name="Freeform 820">
              <a:extLst>
                <a:ext uri="{FF2B5EF4-FFF2-40B4-BE49-F238E27FC236}">
                  <a16:creationId xmlns:a16="http://schemas.microsoft.com/office/drawing/2014/main" id="{D88C9035-1A5A-4AB5-9964-E5B580C88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078"/>
              <a:ext cx="44" cy="35"/>
            </a:xfrm>
            <a:custGeom>
              <a:avLst/>
              <a:gdLst>
                <a:gd name="T0" fmla="*/ 151 w 19"/>
                <a:gd name="T1" fmla="*/ 63 h 14"/>
                <a:gd name="T2" fmla="*/ 65 w 19"/>
                <a:gd name="T3" fmla="*/ 125 h 14"/>
                <a:gd name="T4" fmla="*/ 160 w 19"/>
                <a:gd name="T5" fmla="*/ 8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2" y="4"/>
                  </a:moveTo>
                  <a:cubicBezTo>
                    <a:pt x="8" y="0"/>
                    <a:pt x="0" y="2"/>
                    <a:pt x="5" y="8"/>
                  </a:cubicBezTo>
                  <a:cubicBezTo>
                    <a:pt x="9" y="14"/>
                    <a:pt x="19" y="11"/>
                    <a:pt x="13" y="5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6" name="Freeform 821">
              <a:extLst>
                <a:ext uri="{FF2B5EF4-FFF2-40B4-BE49-F238E27FC236}">
                  <a16:creationId xmlns:a16="http://schemas.microsoft.com/office/drawing/2014/main" id="{5ED7C54A-D2C2-42A1-B001-94183D077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096"/>
              <a:ext cx="20" cy="44"/>
            </a:xfrm>
            <a:custGeom>
              <a:avLst/>
              <a:gdLst>
                <a:gd name="T0" fmla="*/ 80 w 9"/>
                <a:gd name="T1" fmla="*/ 103 h 18"/>
                <a:gd name="T2" fmla="*/ 89 w 9"/>
                <a:gd name="T3" fmla="*/ 191 h 18"/>
                <a:gd name="T4" fmla="*/ 80 w 9"/>
                <a:gd name="T5" fmla="*/ 1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7" y="7"/>
                  </a:moveTo>
                  <a:cubicBezTo>
                    <a:pt x="0" y="0"/>
                    <a:pt x="0" y="18"/>
                    <a:pt x="8" y="13"/>
                  </a:cubicBezTo>
                  <a:cubicBezTo>
                    <a:pt x="9" y="11"/>
                    <a:pt x="8" y="9"/>
                    <a:pt x="7" y="8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7" name="Freeform 822">
              <a:extLst>
                <a:ext uri="{FF2B5EF4-FFF2-40B4-BE49-F238E27FC236}">
                  <a16:creationId xmlns:a16="http://schemas.microsoft.com/office/drawing/2014/main" id="{870937CB-DF87-4F8A-ADDF-DA431225A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221"/>
              <a:ext cx="23" cy="22"/>
            </a:xfrm>
            <a:custGeom>
              <a:avLst/>
              <a:gdLst>
                <a:gd name="T0" fmla="*/ 64 w 10"/>
                <a:gd name="T1" fmla="*/ 12 h 9"/>
                <a:gd name="T2" fmla="*/ 37 w 10"/>
                <a:gd name="T3" fmla="*/ 0 h 9"/>
                <a:gd name="T4" fmla="*/ 74 w 10"/>
                <a:gd name="T5" fmla="*/ 120 h 9"/>
                <a:gd name="T6" fmla="*/ 64 w 10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5" y="1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0" y="3"/>
                    <a:pt x="1" y="9"/>
                    <a:pt x="6" y="8"/>
                  </a:cubicBezTo>
                  <a:cubicBezTo>
                    <a:pt x="10" y="7"/>
                    <a:pt x="9" y="2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8" name="Freeform 823">
              <a:extLst>
                <a:ext uri="{FF2B5EF4-FFF2-40B4-BE49-F238E27FC236}">
                  <a16:creationId xmlns:a16="http://schemas.microsoft.com/office/drawing/2014/main" id="{85BA9432-FD51-4806-B99C-FF7161F99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172"/>
              <a:ext cx="29" cy="22"/>
            </a:xfrm>
            <a:custGeom>
              <a:avLst/>
              <a:gdLst>
                <a:gd name="T0" fmla="*/ 65 w 13"/>
                <a:gd name="T1" fmla="*/ 29 h 9"/>
                <a:gd name="T2" fmla="*/ 9 w 13"/>
                <a:gd name="T3" fmla="*/ 12 h 9"/>
                <a:gd name="T4" fmla="*/ 80 w 13"/>
                <a:gd name="T5" fmla="*/ 120 h 9"/>
                <a:gd name="T6" fmla="*/ 89 w 13"/>
                <a:gd name="T7" fmla="*/ 2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6" y="2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4"/>
                    <a:pt x="4" y="8"/>
                    <a:pt x="7" y="8"/>
                  </a:cubicBezTo>
                  <a:cubicBezTo>
                    <a:pt x="13" y="9"/>
                    <a:pt x="13" y="4"/>
                    <a:pt x="8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9" name="Freeform 824">
              <a:extLst>
                <a:ext uri="{FF2B5EF4-FFF2-40B4-BE49-F238E27FC236}">
                  <a16:creationId xmlns:a16="http://schemas.microsoft.com/office/drawing/2014/main" id="{9EF9F99E-C16C-40C2-85B0-C04077D1B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302"/>
              <a:ext cx="28" cy="39"/>
            </a:xfrm>
            <a:custGeom>
              <a:avLst/>
              <a:gdLst>
                <a:gd name="T0" fmla="*/ 86 w 12"/>
                <a:gd name="T1" fmla="*/ 71 h 16"/>
                <a:gd name="T2" fmla="*/ 65 w 12"/>
                <a:gd name="T3" fmla="*/ 161 h 16"/>
                <a:gd name="T4" fmla="*/ 114 w 12"/>
                <a:gd name="T5" fmla="*/ 7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7" y="5"/>
                  </a:moveTo>
                  <a:cubicBezTo>
                    <a:pt x="1" y="0"/>
                    <a:pt x="0" y="8"/>
                    <a:pt x="5" y="11"/>
                  </a:cubicBezTo>
                  <a:cubicBezTo>
                    <a:pt x="11" y="16"/>
                    <a:pt x="12" y="10"/>
                    <a:pt x="9" y="5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0" name="Freeform 825">
              <a:extLst>
                <a:ext uri="{FF2B5EF4-FFF2-40B4-BE49-F238E27FC236}">
                  <a16:creationId xmlns:a16="http://schemas.microsoft.com/office/drawing/2014/main" id="{5EDA45D2-DDA9-421E-84D8-259DFFC27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299"/>
              <a:ext cx="13" cy="20"/>
            </a:xfrm>
            <a:custGeom>
              <a:avLst/>
              <a:gdLst>
                <a:gd name="T0" fmla="*/ 9 w 6"/>
                <a:gd name="T1" fmla="*/ 33 h 8"/>
                <a:gd name="T2" fmla="*/ 61 w 6"/>
                <a:gd name="T3" fmla="*/ 113 h 8"/>
                <a:gd name="T4" fmla="*/ 2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2"/>
                  </a:moveTo>
                  <a:cubicBezTo>
                    <a:pt x="0" y="5"/>
                    <a:pt x="3" y="8"/>
                    <a:pt x="6" y="7"/>
                  </a:cubicBezTo>
                  <a:cubicBezTo>
                    <a:pt x="6" y="4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1" name="Freeform 826">
              <a:extLst>
                <a:ext uri="{FF2B5EF4-FFF2-40B4-BE49-F238E27FC236}">
                  <a16:creationId xmlns:a16="http://schemas.microsoft.com/office/drawing/2014/main" id="{6196E37F-64B0-46F3-A850-00B9A7112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240"/>
              <a:ext cx="39" cy="27"/>
            </a:xfrm>
            <a:custGeom>
              <a:avLst/>
              <a:gdLst>
                <a:gd name="T0" fmla="*/ 122 w 17"/>
                <a:gd name="T1" fmla="*/ 42 h 11"/>
                <a:gd name="T2" fmla="*/ 73 w 17"/>
                <a:gd name="T3" fmla="*/ 103 h 11"/>
                <a:gd name="T4" fmla="*/ 147 w 17"/>
                <a:gd name="T5" fmla="*/ 6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0" y="3"/>
                  </a:moveTo>
                  <a:cubicBezTo>
                    <a:pt x="6" y="0"/>
                    <a:pt x="0" y="3"/>
                    <a:pt x="6" y="7"/>
                  </a:cubicBezTo>
                  <a:cubicBezTo>
                    <a:pt x="11" y="11"/>
                    <a:pt x="17" y="6"/>
                    <a:pt x="12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2" name="Freeform 827">
              <a:extLst>
                <a:ext uri="{FF2B5EF4-FFF2-40B4-BE49-F238E27FC236}">
                  <a16:creationId xmlns:a16="http://schemas.microsoft.com/office/drawing/2014/main" id="{7D39A778-DD6A-483D-99C8-BAE851A67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2150"/>
              <a:ext cx="55" cy="22"/>
            </a:xfrm>
            <a:custGeom>
              <a:avLst/>
              <a:gdLst>
                <a:gd name="T0" fmla="*/ 110 w 24"/>
                <a:gd name="T1" fmla="*/ 0 h 9"/>
                <a:gd name="T2" fmla="*/ 131 w 24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9" y="0"/>
                  </a:moveTo>
                  <a:cubicBezTo>
                    <a:pt x="0" y="8"/>
                    <a:pt x="24" y="9"/>
                    <a:pt x="1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3" name="Freeform 828">
              <a:extLst>
                <a:ext uri="{FF2B5EF4-FFF2-40B4-BE49-F238E27FC236}">
                  <a16:creationId xmlns:a16="http://schemas.microsoft.com/office/drawing/2014/main" id="{EF83600E-4F02-419E-A4C1-6BB933E46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093"/>
              <a:ext cx="27" cy="32"/>
            </a:xfrm>
            <a:custGeom>
              <a:avLst/>
              <a:gdLst>
                <a:gd name="T0" fmla="*/ 81 w 12"/>
                <a:gd name="T1" fmla="*/ 74 h 13"/>
                <a:gd name="T2" fmla="*/ 126 w 12"/>
                <a:gd name="T3" fmla="*/ 153 h 13"/>
                <a:gd name="T4" fmla="*/ 117 w 12"/>
                <a:gd name="T5" fmla="*/ 9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7" y="5"/>
                  </a:moveTo>
                  <a:cubicBezTo>
                    <a:pt x="0" y="0"/>
                    <a:pt x="3" y="13"/>
                    <a:pt x="11" y="10"/>
                  </a:cubicBezTo>
                  <a:cubicBezTo>
                    <a:pt x="12" y="8"/>
                    <a:pt x="11" y="7"/>
                    <a:pt x="10" y="6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4" name="Freeform 829">
              <a:extLst>
                <a:ext uri="{FF2B5EF4-FFF2-40B4-BE49-F238E27FC236}">
                  <a16:creationId xmlns:a16="http://schemas.microsoft.com/office/drawing/2014/main" id="{2A76DC7E-DEB9-4766-AB70-DF1A98E7D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010"/>
              <a:ext cx="39" cy="29"/>
            </a:xfrm>
            <a:custGeom>
              <a:avLst/>
              <a:gdLst>
                <a:gd name="T0" fmla="*/ 94 w 17"/>
                <a:gd name="T1" fmla="*/ 41 h 12"/>
                <a:gd name="T2" fmla="*/ 48 w 17"/>
                <a:gd name="T3" fmla="*/ 87 h 12"/>
                <a:gd name="T4" fmla="*/ 122 w 17"/>
                <a:gd name="T5" fmla="*/ 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8" y="3"/>
                  </a:moveTo>
                  <a:cubicBezTo>
                    <a:pt x="4" y="0"/>
                    <a:pt x="0" y="2"/>
                    <a:pt x="4" y="6"/>
                  </a:cubicBezTo>
                  <a:cubicBezTo>
                    <a:pt x="9" y="12"/>
                    <a:pt x="17" y="7"/>
                    <a:pt x="10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5" name="Freeform 830">
              <a:extLst>
                <a:ext uri="{FF2B5EF4-FFF2-40B4-BE49-F238E27FC236}">
                  <a16:creationId xmlns:a16="http://schemas.microsoft.com/office/drawing/2014/main" id="{36BD71E0-6980-4790-B210-5E2616FA5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980"/>
              <a:ext cx="23" cy="20"/>
            </a:xfrm>
            <a:custGeom>
              <a:avLst/>
              <a:gdLst>
                <a:gd name="T0" fmla="*/ 94 w 10"/>
                <a:gd name="T1" fmla="*/ 50 h 8"/>
                <a:gd name="T2" fmla="*/ 0 w 10"/>
                <a:gd name="T3" fmla="*/ 20 h 8"/>
                <a:gd name="T4" fmla="*/ 122 w 10"/>
                <a:gd name="T5" fmla="*/ 113 h 8"/>
                <a:gd name="T6" fmla="*/ 94 w 10"/>
                <a:gd name="T7" fmla="*/ 6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8" y="3"/>
                  </a:moveTo>
                  <a:cubicBezTo>
                    <a:pt x="6" y="2"/>
                    <a:pt x="3" y="0"/>
                    <a:pt x="0" y="1"/>
                  </a:cubicBezTo>
                  <a:cubicBezTo>
                    <a:pt x="0" y="5"/>
                    <a:pt x="6" y="8"/>
                    <a:pt x="10" y="7"/>
                  </a:cubicBezTo>
                  <a:cubicBezTo>
                    <a:pt x="9" y="6"/>
                    <a:pt x="9" y="5"/>
                    <a:pt x="8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6" name="Freeform 831">
              <a:extLst>
                <a:ext uri="{FF2B5EF4-FFF2-40B4-BE49-F238E27FC236}">
                  <a16:creationId xmlns:a16="http://schemas.microsoft.com/office/drawing/2014/main" id="{74CDB57E-DD05-4A0C-AF20-F6F81E82B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370"/>
              <a:ext cx="18" cy="22"/>
            </a:xfrm>
            <a:custGeom>
              <a:avLst/>
              <a:gdLst>
                <a:gd name="T0" fmla="*/ 25 w 8"/>
                <a:gd name="T1" fmla="*/ 0 h 9"/>
                <a:gd name="T2" fmla="*/ 45 w 8"/>
                <a:gd name="T3" fmla="*/ 120 h 9"/>
                <a:gd name="T4" fmla="*/ 36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2" y="0"/>
                  </a:moveTo>
                  <a:cubicBezTo>
                    <a:pt x="1" y="3"/>
                    <a:pt x="0" y="9"/>
                    <a:pt x="4" y="8"/>
                  </a:cubicBezTo>
                  <a:cubicBezTo>
                    <a:pt x="8" y="8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7" name="Freeform 832">
              <a:extLst>
                <a:ext uri="{FF2B5EF4-FFF2-40B4-BE49-F238E27FC236}">
                  <a16:creationId xmlns:a16="http://schemas.microsoft.com/office/drawing/2014/main" id="{CEF26CE6-A74A-46C3-B1A3-0CDD996F2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230"/>
              <a:ext cx="13" cy="18"/>
            </a:xfrm>
            <a:custGeom>
              <a:avLst/>
              <a:gdLst>
                <a:gd name="T0" fmla="*/ 9 w 6"/>
                <a:gd name="T1" fmla="*/ 0 h 7"/>
                <a:gd name="T2" fmla="*/ 52 w 6"/>
                <a:gd name="T3" fmla="*/ 100 h 7"/>
                <a:gd name="T4" fmla="*/ 2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0"/>
                  </a:moveTo>
                  <a:cubicBezTo>
                    <a:pt x="0" y="4"/>
                    <a:pt x="2" y="7"/>
                    <a:pt x="5" y="6"/>
                  </a:cubicBezTo>
                  <a:cubicBezTo>
                    <a:pt x="6" y="4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8" name="Freeform 833">
              <a:extLst>
                <a:ext uri="{FF2B5EF4-FFF2-40B4-BE49-F238E27FC236}">
                  <a16:creationId xmlns:a16="http://schemas.microsoft.com/office/drawing/2014/main" id="{AEBBF2B6-EEE0-4310-89D8-84E9B90A5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008"/>
              <a:ext cx="19" cy="41"/>
            </a:xfrm>
            <a:custGeom>
              <a:avLst/>
              <a:gdLst>
                <a:gd name="T0" fmla="*/ 0 w 8"/>
                <a:gd name="T1" fmla="*/ 70 h 17"/>
                <a:gd name="T2" fmla="*/ 95 w 8"/>
                <a:gd name="T3" fmla="*/ 128 h 17"/>
                <a:gd name="T4" fmla="*/ 0 w 8"/>
                <a:gd name="T5" fmla="*/ 5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0" y="5"/>
                  </a:moveTo>
                  <a:cubicBezTo>
                    <a:pt x="1" y="8"/>
                    <a:pt x="6" y="17"/>
                    <a:pt x="7" y="9"/>
                  </a:cubicBezTo>
                  <a:cubicBezTo>
                    <a:pt x="8" y="6"/>
                    <a:pt x="2" y="0"/>
                    <a:pt x="0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9" name="Freeform 834">
              <a:extLst>
                <a:ext uri="{FF2B5EF4-FFF2-40B4-BE49-F238E27FC236}">
                  <a16:creationId xmlns:a16="http://schemas.microsoft.com/office/drawing/2014/main" id="{A0780C1B-782D-46CA-BC9D-D4ECF61FB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883"/>
              <a:ext cx="16" cy="29"/>
            </a:xfrm>
            <a:custGeom>
              <a:avLst/>
              <a:gdLst>
                <a:gd name="T0" fmla="*/ 0 w 7"/>
                <a:gd name="T1" fmla="*/ 58 h 12"/>
                <a:gd name="T2" fmla="*/ 37 w 7"/>
                <a:gd name="T3" fmla="*/ 169 h 12"/>
                <a:gd name="T4" fmla="*/ 11 w 7"/>
                <a:gd name="T5" fmla="*/ 0 h 12"/>
                <a:gd name="T6" fmla="*/ 0 w 7"/>
                <a:gd name="T7" fmla="*/ 2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0" y="4"/>
                  </a:moveTo>
                  <a:cubicBezTo>
                    <a:pt x="1" y="7"/>
                    <a:pt x="1" y="10"/>
                    <a:pt x="3" y="12"/>
                  </a:cubicBezTo>
                  <a:cubicBezTo>
                    <a:pt x="7" y="9"/>
                    <a:pt x="5" y="2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0" name="Freeform 835">
              <a:extLst>
                <a:ext uri="{FF2B5EF4-FFF2-40B4-BE49-F238E27FC236}">
                  <a16:creationId xmlns:a16="http://schemas.microsoft.com/office/drawing/2014/main" id="{4E7D9F6A-127C-426A-BFE0-CEB74F1EC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834"/>
              <a:ext cx="11" cy="19"/>
            </a:xfrm>
            <a:custGeom>
              <a:avLst/>
              <a:gdLst>
                <a:gd name="T0" fmla="*/ 0 w 5"/>
                <a:gd name="T1" fmla="*/ 40 h 8"/>
                <a:gd name="T2" fmla="*/ 33 w 5"/>
                <a:gd name="T3" fmla="*/ 107 h 8"/>
                <a:gd name="T4" fmla="*/ 20 w 5"/>
                <a:gd name="T5" fmla="*/ 0 h 8"/>
                <a:gd name="T6" fmla="*/ 9 w 5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3"/>
                  </a:moveTo>
                  <a:cubicBezTo>
                    <a:pt x="0" y="6"/>
                    <a:pt x="1" y="7"/>
                    <a:pt x="3" y="8"/>
                  </a:cubicBezTo>
                  <a:cubicBezTo>
                    <a:pt x="5" y="6"/>
                    <a:pt x="5" y="2"/>
                    <a:pt x="2" y="0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1" name="Freeform 836">
              <a:extLst>
                <a:ext uri="{FF2B5EF4-FFF2-40B4-BE49-F238E27FC236}">
                  <a16:creationId xmlns:a16="http://schemas.microsoft.com/office/drawing/2014/main" id="{AD40DE90-0EE0-4926-9265-3A8453CE8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687"/>
              <a:ext cx="62" cy="44"/>
            </a:xfrm>
            <a:custGeom>
              <a:avLst/>
              <a:gdLst>
                <a:gd name="T0" fmla="*/ 122 w 27"/>
                <a:gd name="T1" fmla="*/ 42 h 18"/>
                <a:gd name="T2" fmla="*/ 232 w 27"/>
                <a:gd name="T3" fmla="*/ 191 h 18"/>
                <a:gd name="T4" fmla="*/ 326 w 27"/>
                <a:gd name="T5" fmla="*/ 59 h 18"/>
                <a:gd name="T6" fmla="*/ 168 w 27"/>
                <a:gd name="T7" fmla="*/ 4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8">
                  <a:moveTo>
                    <a:pt x="10" y="3"/>
                  </a:moveTo>
                  <a:cubicBezTo>
                    <a:pt x="0" y="9"/>
                    <a:pt x="11" y="18"/>
                    <a:pt x="19" y="13"/>
                  </a:cubicBezTo>
                  <a:cubicBezTo>
                    <a:pt x="22" y="11"/>
                    <a:pt x="19" y="4"/>
                    <a:pt x="27" y="4"/>
                  </a:cubicBezTo>
                  <a:cubicBezTo>
                    <a:pt x="24" y="0"/>
                    <a:pt x="17" y="1"/>
                    <a:pt x="14" y="3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2" name="Freeform 837">
              <a:extLst>
                <a:ext uri="{FF2B5EF4-FFF2-40B4-BE49-F238E27FC236}">
                  <a16:creationId xmlns:a16="http://schemas.microsoft.com/office/drawing/2014/main" id="{700A985F-205E-4A9B-9C12-647A1FC99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736"/>
              <a:ext cx="50" cy="36"/>
            </a:xfrm>
            <a:custGeom>
              <a:avLst/>
              <a:gdLst>
                <a:gd name="T0" fmla="*/ 223 w 22"/>
                <a:gd name="T1" fmla="*/ 0 h 15"/>
                <a:gd name="T2" fmla="*/ 102 w 22"/>
                <a:gd name="T3" fmla="*/ 149 h 15"/>
                <a:gd name="T4" fmla="*/ 211 w 22"/>
                <a:gd name="T5" fmla="*/ 41 h 15"/>
                <a:gd name="T6" fmla="*/ 259 w 22"/>
                <a:gd name="T7" fmla="*/ 2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5">
                  <a:moveTo>
                    <a:pt x="19" y="0"/>
                  </a:moveTo>
                  <a:cubicBezTo>
                    <a:pt x="13" y="0"/>
                    <a:pt x="0" y="6"/>
                    <a:pt x="9" y="11"/>
                  </a:cubicBezTo>
                  <a:cubicBezTo>
                    <a:pt x="16" y="15"/>
                    <a:pt x="19" y="8"/>
                    <a:pt x="18" y="3"/>
                  </a:cubicBezTo>
                  <a:cubicBezTo>
                    <a:pt x="19" y="2"/>
                    <a:pt x="20" y="2"/>
                    <a:pt x="22" y="2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3" name="Freeform 838">
              <a:extLst>
                <a:ext uri="{FF2B5EF4-FFF2-40B4-BE49-F238E27FC236}">
                  <a16:creationId xmlns:a16="http://schemas.microsoft.com/office/drawing/2014/main" id="{571C5E34-F97D-4349-A41D-F11187E2F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3096"/>
              <a:ext cx="34" cy="71"/>
            </a:xfrm>
            <a:custGeom>
              <a:avLst/>
              <a:gdLst>
                <a:gd name="T0" fmla="*/ 150 w 15"/>
                <a:gd name="T1" fmla="*/ 42 h 29"/>
                <a:gd name="T2" fmla="*/ 93 w 15"/>
                <a:gd name="T3" fmla="*/ 323 h 29"/>
                <a:gd name="T4" fmla="*/ 129 w 15"/>
                <a:gd name="T5" fmla="*/ 132 h 29"/>
                <a:gd name="T6" fmla="*/ 175 w 15"/>
                <a:gd name="T7" fmla="*/ 5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9">
                  <a:moveTo>
                    <a:pt x="13" y="3"/>
                  </a:moveTo>
                  <a:cubicBezTo>
                    <a:pt x="0" y="0"/>
                    <a:pt x="2" y="29"/>
                    <a:pt x="8" y="22"/>
                  </a:cubicBezTo>
                  <a:cubicBezTo>
                    <a:pt x="10" y="19"/>
                    <a:pt x="9" y="12"/>
                    <a:pt x="11" y="9"/>
                  </a:cubicBezTo>
                  <a:cubicBezTo>
                    <a:pt x="12" y="6"/>
                    <a:pt x="15" y="8"/>
                    <a:pt x="15" y="4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4" name="Freeform 839">
              <a:extLst>
                <a:ext uri="{FF2B5EF4-FFF2-40B4-BE49-F238E27FC236}">
                  <a16:creationId xmlns:a16="http://schemas.microsoft.com/office/drawing/2014/main" id="{312AF861-900B-4525-B685-02370B012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3577"/>
              <a:ext cx="27" cy="44"/>
            </a:xfrm>
            <a:custGeom>
              <a:avLst/>
              <a:gdLst>
                <a:gd name="T0" fmla="*/ 72 w 12"/>
                <a:gd name="T1" fmla="*/ 0 h 18"/>
                <a:gd name="T2" fmla="*/ 101 w 12"/>
                <a:gd name="T3" fmla="*/ 264 h 18"/>
                <a:gd name="T4" fmla="*/ 137 w 12"/>
                <a:gd name="T5" fmla="*/ 120 h 18"/>
                <a:gd name="T6" fmla="*/ 72 w 12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6" y="0"/>
                  </a:moveTo>
                  <a:cubicBezTo>
                    <a:pt x="0" y="4"/>
                    <a:pt x="2" y="16"/>
                    <a:pt x="9" y="18"/>
                  </a:cubicBezTo>
                  <a:cubicBezTo>
                    <a:pt x="7" y="14"/>
                    <a:pt x="7" y="9"/>
                    <a:pt x="12" y="8"/>
                  </a:cubicBezTo>
                  <a:cubicBezTo>
                    <a:pt x="11" y="4"/>
                    <a:pt x="9" y="2"/>
                    <a:pt x="6" y="0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5" name="Freeform 840">
              <a:extLst>
                <a:ext uri="{FF2B5EF4-FFF2-40B4-BE49-F238E27FC236}">
                  <a16:creationId xmlns:a16="http://schemas.microsoft.com/office/drawing/2014/main" id="{511E34F7-7E2D-4ADC-9BB2-1DF1913E6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873"/>
              <a:ext cx="48" cy="30"/>
            </a:xfrm>
            <a:custGeom>
              <a:avLst/>
              <a:gdLst>
                <a:gd name="T0" fmla="*/ 110 w 21"/>
                <a:gd name="T1" fmla="*/ 20 h 12"/>
                <a:gd name="T2" fmla="*/ 94 w 21"/>
                <a:gd name="T3" fmla="*/ 188 h 12"/>
                <a:gd name="T4" fmla="*/ 251 w 21"/>
                <a:gd name="T5" fmla="*/ 113 h 12"/>
                <a:gd name="T6" fmla="*/ 158 w 2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9" y="1"/>
                  </a:moveTo>
                  <a:cubicBezTo>
                    <a:pt x="0" y="2"/>
                    <a:pt x="1" y="11"/>
                    <a:pt x="8" y="12"/>
                  </a:cubicBezTo>
                  <a:cubicBezTo>
                    <a:pt x="10" y="12"/>
                    <a:pt x="16" y="7"/>
                    <a:pt x="21" y="7"/>
                  </a:cubicBezTo>
                  <a:cubicBezTo>
                    <a:pt x="21" y="3"/>
                    <a:pt x="17" y="0"/>
                    <a:pt x="13" y="2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6" name="Freeform 841">
              <a:extLst>
                <a:ext uri="{FF2B5EF4-FFF2-40B4-BE49-F238E27FC236}">
                  <a16:creationId xmlns:a16="http://schemas.microsoft.com/office/drawing/2014/main" id="{8DB27BAE-7667-43A9-99F3-FCF8928D9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3868"/>
              <a:ext cx="39" cy="47"/>
            </a:xfrm>
            <a:custGeom>
              <a:avLst/>
              <a:gdLst>
                <a:gd name="T0" fmla="*/ 158 w 17"/>
                <a:gd name="T1" fmla="*/ 0 h 19"/>
                <a:gd name="T2" fmla="*/ 48 w 17"/>
                <a:gd name="T3" fmla="*/ 275 h 19"/>
                <a:gd name="T4" fmla="*/ 204 w 17"/>
                <a:gd name="T5" fmla="*/ 1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3" y="0"/>
                  </a:moveTo>
                  <a:cubicBezTo>
                    <a:pt x="7" y="4"/>
                    <a:pt x="0" y="11"/>
                    <a:pt x="4" y="18"/>
                  </a:cubicBezTo>
                  <a:cubicBezTo>
                    <a:pt x="14" y="19"/>
                    <a:pt x="11" y="4"/>
                    <a:pt x="17" y="1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7" name="Freeform 842">
              <a:extLst>
                <a:ext uri="{FF2B5EF4-FFF2-40B4-BE49-F238E27FC236}">
                  <a16:creationId xmlns:a16="http://schemas.microsoft.com/office/drawing/2014/main" id="{ACCA95D8-021B-423F-A82B-097681603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329"/>
              <a:ext cx="30" cy="64"/>
            </a:xfrm>
            <a:custGeom>
              <a:avLst/>
              <a:gdLst>
                <a:gd name="T0" fmla="*/ 122 w 13"/>
                <a:gd name="T1" fmla="*/ 182 h 26"/>
                <a:gd name="T2" fmla="*/ 0 w 13"/>
                <a:gd name="T3" fmla="*/ 389 h 26"/>
                <a:gd name="T4" fmla="*/ 150 w 13"/>
                <a:gd name="T5" fmla="*/ 236 h 26"/>
                <a:gd name="T6" fmla="*/ 159 w 13"/>
                <a:gd name="T7" fmla="*/ 13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10" y="12"/>
                  </a:moveTo>
                  <a:cubicBezTo>
                    <a:pt x="2" y="0"/>
                    <a:pt x="1" y="23"/>
                    <a:pt x="0" y="26"/>
                  </a:cubicBezTo>
                  <a:cubicBezTo>
                    <a:pt x="3" y="21"/>
                    <a:pt x="4" y="13"/>
                    <a:pt x="12" y="16"/>
                  </a:cubicBezTo>
                  <a:cubicBezTo>
                    <a:pt x="12" y="14"/>
                    <a:pt x="13" y="11"/>
                    <a:pt x="13" y="9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8" name="Freeform 843">
              <a:extLst>
                <a:ext uri="{FF2B5EF4-FFF2-40B4-BE49-F238E27FC236}">
                  <a16:creationId xmlns:a16="http://schemas.microsoft.com/office/drawing/2014/main" id="{1A359C1F-3F96-4345-90D1-2412FA0DF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2907"/>
              <a:ext cx="35" cy="42"/>
            </a:xfrm>
            <a:custGeom>
              <a:avLst/>
              <a:gdLst>
                <a:gd name="T0" fmla="*/ 77 w 15"/>
                <a:gd name="T1" fmla="*/ 62 h 17"/>
                <a:gd name="T2" fmla="*/ 0 w 15"/>
                <a:gd name="T3" fmla="*/ 74 h 17"/>
                <a:gd name="T4" fmla="*/ 114 w 15"/>
                <a:gd name="T5" fmla="*/ 257 h 17"/>
                <a:gd name="T6" fmla="*/ 103 w 15"/>
                <a:gd name="T7" fmla="*/ 153 h 17"/>
                <a:gd name="T8" fmla="*/ 191 w 15"/>
                <a:gd name="T9" fmla="*/ 153 h 17"/>
                <a:gd name="T10" fmla="*/ 86 w 15"/>
                <a:gd name="T11" fmla="*/ 3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7">
                  <a:moveTo>
                    <a:pt x="6" y="4"/>
                  </a:moveTo>
                  <a:cubicBezTo>
                    <a:pt x="4" y="1"/>
                    <a:pt x="0" y="0"/>
                    <a:pt x="0" y="5"/>
                  </a:cubicBezTo>
                  <a:cubicBezTo>
                    <a:pt x="0" y="8"/>
                    <a:pt x="7" y="16"/>
                    <a:pt x="9" y="17"/>
                  </a:cubicBezTo>
                  <a:cubicBezTo>
                    <a:pt x="8" y="16"/>
                    <a:pt x="8" y="12"/>
                    <a:pt x="8" y="10"/>
                  </a:cubicBezTo>
                  <a:cubicBezTo>
                    <a:pt x="10" y="10"/>
                    <a:pt x="12" y="9"/>
                    <a:pt x="15" y="10"/>
                  </a:cubicBezTo>
                  <a:cubicBezTo>
                    <a:pt x="14" y="6"/>
                    <a:pt x="11" y="4"/>
                    <a:pt x="7" y="2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9" name="Freeform 844">
              <a:extLst>
                <a:ext uri="{FF2B5EF4-FFF2-40B4-BE49-F238E27FC236}">
                  <a16:creationId xmlns:a16="http://schemas.microsoft.com/office/drawing/2014/main" id="{D74263CD-CCFB-4BC2-B3FB-F4D147F9E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664"/>
              <a:ext cx="36" cy="54"/>
            </a:xfrm>
            <a:custGeom>
              <a:avLst/>
              <a:gdLst>
                <a:gd name="T0" fmla="*/ 45 w 16"/>
                <a:gd name="T1" fmla="*/ 71 h 22"/>
                <a:gd name="T2" fmla="*/ 0 w 16"/>
                <a:gd name="T3" fmla="*/ 133 h 22"/>
                <a:gd name="T4" fmla="*/ 56 w 16"/>
                <a:gd name="T5" fmla="*/ 6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4" y="5"/>
                  </a:moveTo>
                  <a:cubicBezTo>
                    <a:pt x="2" y="6"/>
                    <a:pt x="1" y="7"/>
                    <a:pt x="0" y="9"/>
                  </a:cubicBezTo>
                  <a:cubicBezTo>
                    <a:pt x="10" y="22"/>
                    <a:pt x="16" y="0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0" name="Freeform 845">
              <a:extLst>
                <a:ext uri="{FF2B5EF4-FFF2-40B4-BE49-F238E27FC236}">
                  <a16:creationId xmlns:a16="http://schemas.microsoft.com/office/drawing/2014/main" id="{AEFC065F-310B-45AD-AAD1-B50F2BD6C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667"/>
              <a:ext cx="9" cy="15"/>
            </a:xfrm>
            <a:custGeom>
              <a:avLst/>
              <a:gdLst>
                <a:gd name="T0" fmla="*/ 11 w 4"/>
                <a:gd name="T1" fmla="*/ 0 h 6"/>
                <a:gd name="T2" fmla="*/ 0 w 4"/>
                <a:gd name="T3" fmla="*/ 83 h 6"/>
                <a:gd name="T4" fmla="*/ 45 w 4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6"/>
                    <a:pt x="3" y="4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1" name="Freeform 846">
              <a:extLst>
                <a:ext uri="{FF2B5EF4-FFF2-40B4-BE49-F238E27FC236}">
                  <a16:creationId xmlns:a16="http://schemas.microsoft.com/office/drawing/2014/main" id="{E0DA3F40-DFFE-435C-9D87-329AC2B7F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2910"/>
              <a:ext cx="14" cy="17"/>
            </a:xfrm>
            <a:custGeom>
              <a:avLst/>
              <a:gdLst>
                <a:gd name="T0" fmla="*/ 37 w 6"/>
                <a:gd name="T1" fmla="*/ 0 h 7"/>
                <a:gd name="T2" fmla="*/ 0 w 6"/>
                <a:gd name="T3" fmla="*/ 29 h 7"/>
                <a:gd name="T4" fmla="*/ 77 w 6"/>
                <a:gd name="T5" fmla="*/ 87 h 7"/>
                <a:gd name="T6" fmla="*/ 49 w 6"/>
                <a:gd name="T7" fmla="*/ 5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0" y="5"/>
                    <a:pt x="2" y="7"/>
                    <a:pt x="6" y="6"/>
                  </a:cubicBezTo>
                  <a:cubicBezTo>
                    <a:pt x="6" y="4"/>
                    <a:pt x="4" y="5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2" name="Freeform 847">
              <a:extLst>
                <a:ext uri="{FF2B5EF4-FFF2-40B4-BE49-F238E27FC236}">
                  <a16:creationId xmlns:a16="http://schemas.microsoft.com/office/drawing/2014/main" id="{C0F6E521-E72E-49DD-B5A4-E1FB745D3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3358"/>
              <a:ext cx="18" cy="20"/>
            </a:xfrm>
            <a:custGeom>
              <a:avLst/>
              <a:gdLst>
                <a:gd name="T0" fmla="*/ 25 w 8"/>
                <a:gd name="T1" fmla="*/ 0 h 8"/>
                <a:gd name="T2" fmla="*/ 11 w 8"/>
                <a:gd name="T3" fmla="*/ 113 h 8"/>
                <a:gd name="T4" fmla="*/ 72 w 8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6" y="8"/>
                    <a:pt x="8" y="6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3" name="Freeform 848">
              <a:extLst>
                <a:ext uri="{FF2B5EF4-FFF2-40B4-BE49-F238E27FC236}">
                  <a16:creationId xmlns:a16="http://schemas.microsoft.com/office/drawing/2014/main" id="{15C85EED-A893-4039-BAEE-EB9C6C18D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3883"/>
              <a:ext cx="23" cy="20"/>
            </a:xfrm>
            <a:custGeom>
              <a:avLst/>
              <a:gdLst>
                <a:gd name="T0" fmla="*/ 37 w 10"/>
                <a:gd name="T1" fmla="*/ 33 h 8"/>
                <a:gd name="T2" fmla="*/ 12 w 10"/>
                <a:gd name="T3" fmla="*/ 113 h 8"/>
                <a:gd name="T4" fmla="*/ 74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6" y="8"/>
                    <a:pt x="10" y="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4" name="Freeform 849">
              <a:extLst>
                <a:ext uri="{FF2B5EF4-FFF2-40B4-BE49-F238E27FC236}">
                  <a16:creationId xmlns:a16="http://schemas.microsoft.com/office/drawing/2014/main" id="{F84CD7BE-8435-4258-B86A-7F0606B28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743"/>
              <a:ext cx="23" cy="24"/>
            </a:xfrm>
            <a:custGeom>
              <a:avLst/>
              <a:gdLst>
                <a:gd name="T0" fmla="*/ 37 w 10"/>
                <a:gd name="T1" fmla="*/ 58 h 10"/>
                <a:gd name="T2" fmla="*/ 12 w 10"/>
                <a:gd name="T3" fmla="*/ 127 h 10"/>
                <a:gd name="T4" fmla="*/ 94 w 10"/>
                <a:gd name="T5" fmla="*/ 110 h 10"/>
                <a:gd name="T6" fmla="*/ 64 w 10"/>
                <a:gd name="T7" fmla="*/ 41 h 10"/>
                <a:gd name="T8" fmla="*/ 122 w 10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3" y="4"/>
                  </a:moveTo>
                  <a:cubicBezTo>
                    <a:pt x="2" y="6"/>
                    <a:pt x="0" y="6"/>
                    <a:pt x="1" y="9"/>
                  </a:cubicBezTo>
                  <a:cubicBezTo>
                    <a:pt x="3" y="9"/>
                    <a:pt x="5" y="10"/>
                    <a:pt x="8" y="8"/>
                  </a:cubicBezTo>
                  <a:cubicBezTo>
                    <a:pt x="7" y="7"/>
                    <a:pt x="6" y="5"/>
                    <a:pt x="5" y="3"/>
                  </a:cubicBezTo>
                  <a:cubicBezTo>
                    <a:pt x="6" y="1"/>
                    <a:pt x="7" y="1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5" name="Freeform 850">
              <a:extLst>
                <a:ext uri="{FF2B5EF4-FFF2-40B4-BE49-F238E27FC236}">
                  <a16:creationId xmlns:a16="http://schemas.microsoft.com/office/drawing/2014/main" id="{30DE9059-20AC-4141-98DD-18C23D804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091"/>
              <a:ext cx="23" cy="34"/>
            </a:xfrm>
            <a:custGeom>
              <a:avLst/>
              <a:gdLst>
                <a:gd name="T0" fmla="*/ 64 w 10"/>
                <a:gd name="T1" fmla="*/ 12 h 14"/>
                <a:gd name="T2" fmla="*/ 0 w 10"/>
                <a:gd name="T3" fmla="*/ 112 h 14"/>
                <a:gd name="T4" fmla="*/ 4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5" y="1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10" y="14"/>
                    <a:pt x="8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6" name="Freeform 851">
              <a:extLst>
                <a:ext uri="{FF2B5EF4-FFF2-40B4-BE49-F238E27FC236}">
                  <a16:creationId xmlns:a16="http://schemas.microsoft.com/office/drawing/2014/main" id="{5F1A84C1-FD8A-44C9-A4D9-5280C87D0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076"/>
              <a:ext cx="16" cy="13"/>
            </a:xfrm>
            <a:custGeom>
              <a:avLst/>
              <a:gdLst>
                <a:gd name="T0" fmla="*/ 25 w 7"/>
                <a:gd name="T1" fmla="*/ 0 h 5"/>
                <a:gd name="T2" fmla="*/ 11 w 7"/>
                <a:gd name="T3" fmla="*/ 88 h 5"/>
                <a:gd name="T4" fmla="*/ 85 w 7"/>
                <a:gd name="T5" fmla="*/ 0 h 5"/>
                <a:gd name="T6" fmla="*/ 25 w 7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4" y="5"/>
                    <a:pt x="5" y="4"/>
                    <a:pt x="7" y="0"/>
                  </a:cubicBezTo>
                  <a:cubicBezTo>
                    <a:pt x="4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7" name="Freeform 852">
              <a:extLst>
                <a:ext uri="{FF2B5EF4-FFF2-40B4-BE49-F238E27FC236}">
                  <a16:creationId xmlns:a16="http://schemas.microsoft.com/office/drawing/2014/main" id="{5280187F-704B-48B8-A628-CA9DDF078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3562"/>
              <a:ext cx="57" cy="22"/>
            </a:xfrm>
            <a:custGeom>
              <a:avLst/>
              <a:gdLst>
                <a:gd name="T0" fmla="*/ 178 w 25"/>
                <a:gd name="T1" fmla="*/ 0 h 9"/>
                <a:gd name="T2" fmla="*/ 187 w 25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15" y="0"/>
                  </a:moveTo>
                  <a:cubicBezTo>
                    <a:pt x="0" y="9"/>
                    <a:pt x="25" y="6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8" name="Freeform 853">
              <a:extLst>
                <a:ext uri="{FF2B5EF4-FFF2-40B4-BE49-F238E27FC236}">
                  <a16:creationId xmlns:a16="http://schemas.microsoft.com/office/drawing/2014/main" id="{6B7AD103-1A39-4FA5-B258-72FD730E8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3885"/>
              <a:ext cx="34" cy="15"/>
            </a:xfrm>
            <a:custGeom>
              <a:avLst/>
              <a:gdLst>
                <a:gd name="T0" fmla="*/ 73 w 15"/>
                <a:gd name="T1" fmla="*/ 0 h 6"/>
                <a:gd name="T2" fmla="*/ 0 w 15"/>
                <a:gd name="T3" fmla="*/ 50 h 6"/>
                <a:gd name="T4" fmla="*/ 175 w 15"/>
                <a:gd name="T5" fmla="*/ 50 h 6"/>
                <a:gd name="T6" fmla="*/ 138 w 15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">
                  <a:moveTo>
                    <a:pt x="6" y="0"/>
                  </a:moveTo>
                  <a:cubicBezTo>
                    <a:pt x="3" y="1"/>
                    <a:pt x="1" y="0"/>
                    <a:pt x="0" y="3"/>
                  </a:cubicBezTo>
                  <a:cubicBezTo>
                    <a:pt x="5" y="6"/>
                    <a:pt x="10" y="3"/>
                    <a:pt x="15" y="3"/>
                  </a:cubicBezTo>
                  <a:cubicBezTo>
                    <a:pt x="14" y="2"/>
                    <a:pt x="13" y="2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9" name="Freeform 854">
              <a:extLst>
                <a:ext uri="{FF2B5EF4-FFF2-40B4-BE49-F238E27FC236}">
                  <a16:creationId xmlns:a16="http://schemas.microsoft.com/office/drawing/2014/main" id="{6804EFC5-90E6-465B-B710-B6656BC3F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696"/>
              <a:ext cx="92" cy="40"/>
            </a:xfrm>
            <a:custGeom>
              <a:avLst/>
              <a:gdLst>
                <a:gd name="T0" fmla="*/ 0 w 40"/>
                <a:gd name="T1" fmla="*/ 175 h 16"/>
                <a:gd name="T2" fmla="*/ 195 w 40"/>
                <a:gd name="T3" fmla="*/ 0 h 16"/>
                <a:gd name="T4" fmla="*/ 159 w 40"/>
                <a:gd name="T5" fmla="*/ 12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11"/>
                  </a:moveTo>
                  <a:cubicBezTo>
                    <a:pt x="12" y="16"/>
                    <a:pt x="40" y="4"/>
                    <a:pt x="16" y="0"/>
                  </a:cubicBezTo>
                  <a:cubicBezTo>
                    <a:pt x="16" y="3"/>
                    <a:pt x="14" y="6"/>
                    <a:pt x="13" y="8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0" name="Freeform 855">
              <a:extLst>
                <a:ext uri="{FF2B5EF4-FFF2-40B4-BE49-F238E27FC236}">
                  <a16:creationId xmlns:a16="http://schemas.microsoft.com/office/drawing/2014/main" id="{CC265A3D-BE3A-4108-B0B5-FC46930AD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2961"/>
              <a:ext cx="34" cy="49"/>
            </a:xfrm>
            <a:custGeom>
              <a:avLst/>
              <a:gdLst>
                <a:gd name="T0" fmla="*/ 0 w 15"/>
                <a:gd name="T1" fmla="*/ 71 h 20"/>
                <a:gd name="T2" fmla="*/ 57 w 15"/>
                <a:gd name="T3" fmla="*/ 282 h 20"/>
                <a:gd name="T4" fmla="*/ 118 w 15"/>
                <a:gd name="T5" fmla="*/ 0 h 20"/>
                <a:gd name="T6" fmla="*/ 93 w 15"/>
                <a:gd name="T7" fmla="*/ 14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0" y="5"/>
                  </a:moveTo>
                  <a:cubicBezTo>
                    <a:pt x="2" y="10"/>
                    <a:pt x="5" y="14"/>
                    <a:pt x="5" y="19"/>
                  </a:cubicBezTo>
                  <a:cubicBezTo>
                    <a:pt x="15" y="20"/>
                    <a:pt x="14" y="6"/>
                    <a:pt x="10" y="0"/>
                  </a:cubicBezTo>
                  <a:cubicBezTo>
                    <a:pt x="7" y="3"/>
                    <a:pt x="7" y="7"/>
                    <a:pt x="8" y="10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1" name="Freeform 856">
              <a:extLst>
                <a:ext uri="{FF2B5EF4-FFF2-40B4-BE49-F238E27FC236}">
                  <a16:creationId xmlns:a16="http://schemas.microsoft.com/office/drawing/2014/main" id="{34CD07D0-032D-479F-B2D3-886A0B170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3" y="3405"/>
              <a:ext cx="46" cy="49"/>
            </a:xfrm>
            <a:custGeom>
              <a:avLst/>
              <a:gdLst>
                <a:gd name="T0" fmla="*/ 37 w 20"/>
                <a:gd name="T1" fmla="*/ 61 h 20"/>
                <a:gd name="T2" fmla="*/ 0 w 20"/>
                <a:gd name="T3" fmla="*/ 265 h 20"/>
                <a:gd name="T4" fmla="*/ 244 w 20"/>
                <a:gd name="T5" fmla="*/ 0 h 20"/>
                <a:gd name="T6" fmla="*/ 147 w 20"/>
                <a:gd name="T7" fmla="*/ 9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0">
                  <a:moveTo>
                    <a:pt x="3" y="4"/>
                  </a:moveTo>
                  <a:cubicBezTo>
                    <a:pt x="2" y="9"/>
                    <a:pt x="0" y="14"/>
                    <a:pt x="0" y="18"/>
                  </a:cubicBezTo>
                  <a:cubicBezTo>
                    <a:pt x="10" y="20"/>
                    <a:pt x="17" y="8"/>
                    <a:pt x="20" y="0"/>
                  </a:cubicBezTo>
                  <a:cubicBezTo>
                    <a:pt x="18" y="3"/>
                    <a:pt x="16" y="6"/>
                    <a:pt x="12" y="6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2" name="Freeform 857">
              <a:extLst>
                <a:ext uri="{FF2B5EF4-FFF2-40B4-BE49-F238E27FC236}">
                  <a16:creationId xmlns:a16="http://schemas.microsoft.com/office/drawing/2014/main" id="{EA597994-02D0-4D3A-A8B3-D18C804A4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3827"/>
              <a:ext cx="62" cy="68"/>
            </a:xfrm>
            <a:custGeom>
              <a:avLst/>
              <a:gdLst>
                <a:gd name="T0" fmla="*/ 0 w 27"/>
                <a:gd name="T1" fmla="*/ 401 h 28"/>
                <a:gd name="T2" fmla="*/ 48 w 27"/>
                <a:gd name="T3" fmla="*/ 129 h 28"/>
                <a:gd name="T4" fmla="*/ 48 w 27"/>
                <a:gd name="T5" fmla="*/ 28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0" y="28"/>
                  </a:moveTo>
                  <a:cubicBezTo>
                    <a:pt x="7" y="22"/>
                    <a:pt x="27" y="0"/>
                    <a:pt x="4" y="9"/>
                  </a:cubicBezTo>
                  <a:cubicBezTo>
                    <a:pt x="11" y="12"/>
                    <a:pt x="8" y="17"/>
                    <a:pt x="4" y="20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3" name="Freeform 858">
              <a:extLst>
                <a:ext uri="{FF2B5EF4-FFF2-40B4-BE49-F238E27FC236}">
                  <a16:creationId xmlns:a16="http://schemas.microsoft.com/office/drawing/2014/main" id="{DDB3F7F8-F2D5-4ADB-B70C-A59E7685B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912"/>
              <a:ext cx="81" cy="49"/>
            </a:xfrm>
            <a:custGeom>
              <a:avLst/>
              <a:gdLst>
                <a:gd name="T0" fmla="*/ 0 w 35"/>
                <a:gd name="T1" fmla="*/ 132 h 20"/>
                <a:gd name="T2" fmla="*/ 310 w 35"/>
                <a:gd name="T3" fmla="*/ 223 h 20"/>
                <a:gd name="T4" fmla="*/ 424 w 35"/>
                <a:gd name="T5" fmla="*/ 203 h 20"/>
                <a:gd name="T6" fmla="*/ 273 w 35"/>
                <a:gd name="T7" fmla="*/ 0 h 20"/>
                <a:gd name="T8" fmla="*/ 224 w 35"/>
                <a:gd name="T9" fmla="*/ 13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0">
                  <a:moveTo>
                    <a:pt x="0" y="9"/>
                  </a:moveTo>
                  <a:cubicBezTo>
                    <a:pt x="8" y="8"/>
                    <a:pt x="17" y="15"/>
                    <a:pt x="25" y="15"/>
                  </a:cubicBezTo>
                  <a:cubicBezTo>
                    <a:pt x="29" y="16"/>
                    <a:pt x="32" y="20"/>
                    <a:pt x="34" y="14"/>
                  </a:cubicBezTo>
                  <a:cubicBezTo>
                    <a:pt x="35" y="10"/>
                    <a:pt x="25" y="2"/>
                    <a:pt x="22" y="0"/>
                  </a:cubicBezTo>
                  <a:cubicBezTo>
                    <a:pt x="24" y="5"/>
                    <a:pt x="27" y="14"/>
                    <a:pt x="18" y="9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4" name="Freeform 859">
              <a:extLst>
                <a:ext uri="{FF2B5EF4-FFF2-40B4-BE49-F238E27FC236}">
                  <a16:creationId xmlns:a16="http://schemas.microsoft.com/office/drawing/2014/main" id="{17F7E10E-525F-48DF-AC70-FF4B68F3B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3630"/>
              <a:ext cx="51" cy="45"/>
            </a:xfrm>
            <a:custGeom>
              <a:avLst/>
              <a:gdLst>
                <a:gd name="T0" fmla="*/ 0 w 22"/>
                <a:gd name="T1" fmla="*/ 95 h 18"/>
                <a:gd name="T2" fmla="*/ 102 w 22"/>
                <a:gd name="T3" fmla="*/ 0 h 18"/>
                <a:gd name="T4" fmla="*/ 28 w 22"/>
                <a:gd name="T5" fmla="*/ 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0" y="6"/>
                  </a:moveTo>
                  <a:cubicBezTo>
                    <a:pt x="7" y="18"/>
                    <a:pt x="22" y="8"/>
                    <a:pt x="8" y="0"/>
                  </a:cubicBezTo>
                  <a:cubicBezTo>
                    <a:pt x="7" y="5"/>
                    <a:pt x="5" y="4"/>
                    <a:pt x="2" y="5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5" name="Freeform 860">
              <a:extLst>
                <a:ext uri="{FF2B5EF4-FFF2-40B4-BE49-F238E27FC236}">
                  <a16:creationId xmlns:a16="http://schemas.microsoft.com/office/drawing/2014/main" id="{78F8420A-54A1-466D-923C-1BD534451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3155"/>
              <a:ext cx="32" cy="68"/>
            </a:xfrm>
            <a:custGeom>
              <a:avLst/>
              <a:gdLst>
                <a:gd name="T0" fmla="*/ 0 w 14"/>
                <a:gd name="T1" fmla="*/ 170 h 28"/>
                <a:gd name="T2" fmla="*/ 121 w 14"/>
                <a:gd name="T3" fmla="*/ 0 h 28"/>
                <a:gd name="T4" fmla="*/ 85 w 14"/>
                <a:gd name="T5" fmla="*/ 141 h 28"/>
                <a:gd name="T6" fmla="*/ 57 w 14"/>
                <a:gd name="T7" fmla="*/ 11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8">
                  <a:moveTo>
                    <a:pt x="0" y="12"/>
                  </a:moveTo>
                  <a:cubicBezTo>
                    <a:pt x="4" y="28"/>
                    <a:pt x="14" y="8"/>
                    <a:pt x="10" y="0"/>
                  </a:cubicBezTo>
                  <a:cubicBezTo>
                    <a:pt x="9" y="3"/>
                    <a:pt x="8" y="7"/>
                    <a:pt x="7" y="10"/>
                  </a:cubicBezTo>
                  <a:cubicBezTo>
                    <a:pt x="5" y="10"/>
                    <a:pt x="6" y="9"/>
                    <a:pt x="5" y="8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6" name="Freeform 861">
              <a:extLst>
                <a:ext uri="{FF2B5EF4-FFF2-40B4-BE49-F238E27FC236}">
                  <a16:creationId xmlns:a16="http://schemas.microsoft.com/office/drawing/2014/main" id="{A29ED426-C073-49C0-B762-8D3682B0A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723"/>
              <a:ext cx="49" cy="40"/>
            </a:xfrm>
            <a:custGeom>
              <a:avLst/>
              <a:gdLst>
                <a:gd name="T0" fmla="*/ 0 w 21"/>
                <a:gd name="T1" fmla="*/ 250 h 16"/>
                <a:gd name="T2" fmla="*/ 37 w 21"/>
                <a:gd name="T3" fmla="*/ 20 h 16"/>
                <a:gd name="T4" fmla="*/ 86 w 21"/>
                <a:gd name="T5" fmla="*/ 15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0" y="16"/>
                  </a:moveTo>
                  <a:cubicBezTo>
                    <a:pt x="11" y="12"/>
                    <a:pt x="21" y="0"/>
                    <a:pt x="3" y="1"/>
                  </a:cubicBezTo>
                  <a:cubicBezTo>
                    <a:pt x="5" y="4"/>
                    <a:pt x="6" y="8"/>
                    <a:pt x="7" y="10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7" name="Freeform 862">
              <a:extLst>
                <a:ext uri="{FF2B5EF4-FFF2-40B4-BE49-F238E27FC236}">
                  <a16:creationId xmlns:a16="http://schemas.microsoft.com/office/drawing/2014/main" id="{D8048040-673B-4C9B-B1BC-8446F05D9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152"/>
              <a:ext cx="12" cy="15"/>
            </a:xfrm>
            <a:custGeom>
              <a:avLst/>
              <a:gdLst>
                <a:gd name="T0" fmla="*/ 29 w 5"/>
                <a:gd name="T1" fmla="*/ 63 h 6"/>
                <a:gd name="T2" fmla="*/ 29 w 5"/>
                <a:gd name="T3" fmla="*/ 95 h 6"/>
                <a:gd name="T4" fmla="*/ 58 w 5"/>
                <a:gd name="T5" fmla="*/ 20 h 6"/>
                <a:gd name="T6" fmla="*/ 12 w 5"/>
                <a:gd name="T7" fmla="*/ 6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4"/>
                  </a:moveTo>
                  <a:cubicBezTo>
                    <a:pt x="2" y="5"/>
                    <a:pt x="2" y="5"/>
                    <a:pt x="2" y="6"/>
                  </a:cubicBezTo>
                  <a:cubicBezTo>
                    <a:pt x="4" y="5"/>
                    <a:pt x="5" y="3"/>
                    <a:pt x="4" y="1"/>
                  </a:cubicBezTo>
                  <a:cubicBezTo>
                    <a:pt x="1" y="0"/>
                    <a:pt x="0" y="1"/>
                    <a:pt x="1" y="4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8" name="Freeform 863">
              <a:extLst>
                <a:ext uri="{FF2B5EF4-FFF2-40B4-BE49-F238E27FC236}">
                  <a16:creationId xmlns:a16="http://schemas.microsoft.com/office/drawing/2014/main" id="{D744A4AD-39E0-468A-8D82-9C9FBCBB0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179"/>
              <a:ext cx="23" cy="22"/>
            </a:xfrm>
            <a:custGeom>
              <a:avLst/>
              <a:gdLst>
                <a:gd name="T0" fmla="*/ 28 w 10"/>
                <a:gd name="T1" fmla="*/ 0 h 9"/>
                <a:gd name="T2" fmla="*/ 37 w 10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2" y="0"/>
                  </a:moveTo>
                  <a:cubicBezTo>
                    <a:pt x="0" y="9"/>
                    <a:pt x="10" y="0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9" name="Freeform 864">
              <a:extLst>
                <a:ext uri="{FF2B5EF4-FFF2-40B4-BE49-F238E27FC236}">
                  <a16:creationId xmlns:a16="http://schemas.microsoft.com/office/drawing/2014/main" id="{AA827B21-4E58-4F36-B360-A210D2A7F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189"/>
              <a:ext cx="10" cy="7"/>
            </a:xfrm>
            <a:custGeom>
              <a:avLst/>
              <a:gdLst>
                <a:gd name="T0" fmla="*/ 0 w 4"/>
                <a:gd name="T1" fmla="*/ 12 h 3"/>
                <a:gd name="T2" fmla="*/ 20 w 4"/>
                <a:gd name="T3" fmla="*/ 37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4" y="1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0" name="Freeform 865">
              <a:extLst>
                <a:ext uri="{FF2B5EF4-FFF2-40B4-BE49-F238E27FC236}">
                  <a16:creationId xmlns:a16="http://schemas.microsoft.com/office/drawing/2014/main" id="{51199CB5-822C-4768-8478-10A47A640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172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33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1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1" name="Freeform 866">
              <a:extLst>
                <a:ext uri="{FF2B5EF4-FFF2-40B4-BE49-F238E27FC236}">
                  <a16:creationId xmlns:a16="http://schemas.microsoft.com/office/drawing/2014/main" id="{FF234225-30E4-40F6-BAF1-4FFD36EB7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201"/>
              <a:ext cx="9" cy="7"/>
            </a:xfrm>
            <a:custGeom>
              <a:avLst/>
              <a:gdLst>
                <a:gd name="T0" fmla="*/ 0 w 4"/>
                <a:gd name="T1" fmla="*/ 12 h 3"/>
                <a:gd name="T2" fmla="*/ 11 w 4"/>
                <a:gd name="T3" fmla="*/ 37 h 3"/>
                <a:gd name="T4" fmla="*/ 45 w 4"/>
                <a:gd name="T5" fmla="*/ 28 h 3"/>
                <a:gd name="T6" fmla="*/ 11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3" y="0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2" name="Freeform 867">
              <a:extLst>
                <a:ext uri="{FF2B5EF4-FFF2-40B4-BE49-F238E27FC236}">
                  <a16:creationId xmlns:a16="http://schemas.microsoft.com/office/drawing/2014/main" id="{E668BE36-72F2-4C6E-910D-F1B608DF9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240"/>
              <a:ext cx="9" cy="10"/>
            </a:xfrm>
            <a:custGeom>
              <a:avLst/>
              <a:gdLst>
                <a:gd name="T0" fmla="*/ 0 w 4"/>
                <a:gd name="T1" fmla="*/ 33 h 4"/>
                <a:gd name="T2" fmla="*/ 11 w 4"/>
                <a:gd name="T3" fmla="*/ 63 h 4"/>
                <a:gd name="T4" fmla="*/ 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4" y="2"/>
                    <a:pt x="3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3" name="Freeform 868">
              <a:extLst>
                <a:ext uri="{FF2B5EF4-FFF2-40B4-BE49-F238E27FC236}">
                  <a16:creationId xmlns:a16="http://schemas.microsoft.com/office/drawing/2014/main" id="{90AADB65-AE51-4EC1-9B7D-9B67B5123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235"/>
              <a:ext cx="7" cy="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56 h 3"/>
                <a:gd name="T4" fmla="*/ 37 w 3"/>
                <a:gd name="T5" fmla="*/ 21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4" name="Freeform 869">
              <a:extLst>
                <a:ext uri="{FF2B5EF4-FFF2-40B4-BE49-F238E27FC236}">
                  <a16:creationId xmlns:a16="http://schemas.microsoft.com/office/drawing/2014/main" id="{5509E8A3-1337-4E43-BB58-3FF442709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262"/>
              <a:ext cx="7" cy="8"/>
            </a:xfrm>
            <a:custGeom>
              <a:avLst/>
              <a:gdLst>
                <a:gd name="T0" fmla="*/ 0 w 3"/>
                <a:gd name="T1" fmla="*/ 35 h 3"/>
                <a:gd name="T2" fmla="*/ 28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3" y="2"/>
                    <a:pt x="2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5" name="Freeform 870">
              <a:extLst>
                <a:ext uri="{FF2B5EF4-FFF2-40B4-BE49-F238E27FC236}">
                  <a16:creationId xmlns:a16="http://schemas.microsoft.com/office/drawing/2014/main" id="{79355008-0AC9-4B19-81BF-74A7D8F08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82"/>
              <a:ext cx="7" cy="7"/>
            </a:xfrm>
            <a:custGeom>
              <a:avLst/>
              <a:gdLst>
                <a:gd name="T0" fmla="*/ 0 w 3"/>
                <a:gd name="T1" fmla="*/ 12 h 3"/>
                <a:gd name="T2" fmla="*/ 0 w 3"/>
                <a:gd name="T3" fmla="*/ 37 h 3"/>
                <a:gd name="T4" fmla="*/ 37 w 3"/>
                <a:gd name="T5" fmla="*/ 28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6" name="Freeform 871">
              <a:extLst>
                <a:ext uri="{FF2B5EF4-FFF2-40B4-BE49-F238E27FC236}">
                  <a16:creationId xmlns:a16="http://schemas.microsoft.com/office/drawing/2014/main" id="{B9C38ADA-EE60-4EF2-A194-36146CFD2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265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7" name="Freeform 872">
              <a:extLst>
                <a:ext uri="{FF2B5EF4-FFF2-40B4-BE49-F238E27FC236}">
                  <a16:creationId xmlns:a16="http://schemas.microsoft.com/office/drawing/2014/main" id="{647A0CF3-DE1B-434B-A694-77FC1DD7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309"/>
              <a:ext cx="7" cy="5"/>
            </a:xfrm>
            <a:custGeom>
              <a:avLst/>
              <a:gdLst>
                <a:gd name="T0" fmla="*/ 0 w 3"/>
                <a:gd name="T1" fmla="*/ 0 h 2"/>
                <a:gd name="T2" fmla="*/ 12 w 3"/>
                <a:gd name="T3" fmla="*/ 33 h 2"/>
                <a:gd name="T4" fmla="*/ 28 w 3"/>
                <a:gd name="T5" fmla="*/ 0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3" y="1"/>
                    <a:pt x="2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8" name="Freeform 873">
              <a:extLst>
                <a:ext uri="{FF2B5EF4-FFF2-40B4-BE49-F238E27FC236}">
                  <a16:creationId xmlns:a16="http://schemas.microsoft.com/office/drawing/2014/main" id="{1E117551-8073-4D5F-A2DD-784730E50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338"/>
              <a:ext cx="7" cy="5"/>
            </a:xfrm>
            <a:custGeom>
              <a:avLst/>
              <a:gdLst>
                <a:gd name="T0" fmla="*/ 0 w 3"/>
                <a:gd name="T1" fmla="*/ 0 h 2"/>
                <a:gd name="T2" fmla="*/ 12 w 3"/>
                <a:gd name="T3" fmla="*/ 33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3" y="1"/>
                    <a:pt x="3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9" name="Freeform 874">
              <a:extLst>
                <a:ext uri="{FF2B5EF4-FFF2-40B4-BE49-F238E27FC236}">
                  <a16:creationId xmlns:a16="http://schemas.microsoft.com/office/drawing/2014/main" id="{F760CA6E-3606-430B-982B-06E862B0D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321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56 h 3"/>
                <a:gd name="T4" fmla="*/ 37 w 3"/>
                <a:gd name="T5" fmla="*/ 21 h 3"/>
                <a:gd name="T6" fmla="*/ 12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2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0" name="Freeform 875">
              <a:extLst>
                <a:ext uri="{FF2B5EF4-FFF2-40B4-BE49-F238E27FC236}">
                  <a16:creationId xmlns:a16="http://schemas.microsoft.com/office/drawing/2014/main" id="{AD4081A8-525D-40DA-84F0-FE81CA892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302"/>
              <a:ext cx="7" cy="9"/>
            </a:xfrm>
            <a:custGeom>
              <a:avLst/>
              <a:gdLst>
                <a:gd name="T0" fmla="*/ 0 w 3"/>
                <a:gd name="T1" fmla="*/ 25 h 4"/>
                <a:gd name="T2" fmla="*/ 12 w 3"/>
                <a:gd name="T3" fmla="*/ 45 h 4"/>
                <a:gd name="T4" fmla="*/ 37 w 3"/>
                <a:gd name="T5" fmla="*/ 36 h 4"/>
                <a:gd name="T6" fmla="*/ 0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1" name="Freeform 876">
              <a:extLst>
                <a:ext uri="{FF2B5EF4-FFF2-40B4-BE49-F238E27FC236}">
                  <a16:creationId xmlns:a16="http://schemas.microsoft.com/office/drawing/2014/main" id="{43452E28-F7AB-4096-8280-BDC3186F3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275"/>
              <a:ext cx="10" cy="12"/>
            </a:xfrm>
            <a:custGeom>
              <a:avLst/>
              <a:gdLst>
                <a:gd name="T0" fmla="*/ 20 w 4"/>
                <a:gd name="T1" fmla="*/ 29 h 5"/>
                <a:gd name="T2" fmla="*/ 20 w 4"/>
                <a:gd name="T3" fmla="*/ 70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4"/>
                    <a:pt x="0" y="4"/>
                    <a:pt x="1" y="5"/>
                  </a:cubicBezTo>
                  <a:cubicBezTo>
                    <a:pt x="4" y="4"/>
                    <a:pt x="4" y="2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2" name="Freeform 877">
              <a:extLst>
                <a:ext uri="{FF2B5EF4-FFF2-40B4-BE49-F238E27FC236}">
                  <a16:creationId xmlns:a16="http://schemas.microsoft.com/office/drawing/2014/main" id="{4B8249FA-6359-47A4-8C1D-1D18CEA44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245"/>
              <a:ext cx="9" cy="8"/>
            </a:xfrm>
            <a:custGeom>
              <a:avLst/>
              <a:gdLst>
                <a:gd name="T0" fmla="*/ 11 w 4"/>
                <a:gd name="T1" fmla="*/ 56 h 3"/>
                <a:gd name="T2" fmla="*/ 36 w 4"/>
                <a:gd name="T3" fmla="*/ 56 h 3"/>
                <a:gd name="T4" fmla="*/ 0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2" y="3"/>
                    <a:pt x="2" y="3"/>
                    <a:pt x="3" y="3"/>
                  </a:cubicBez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3" name="Freeform 878">
              <a:extLst>
                <a:ext uri="{FF2B5EF4-FFF2-40B4-BE49-F238E27FC236}">
                  <a16:creationId xmlns:a16="http://schemas.microsoft.com/office/drawing/2014/main" id="{596EDBCE-107F-45D9-B582-2A7B3FFAD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213"/>
              <a:ext cx="7" cy="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4" name="Freeform 879">
              <a:extLst>
                <a:ext uri="{FF2B5EF4-FFF2-40B4-BE49-F238E27FC236}">
                  <a16:creationId xmlns:a16="http://schemas.microsoft.com/office/drawing/2014/main" id="{29DB15CB-F609-413A-82B0-B138E5A87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211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37 h 3"/>
                <a:gd name="T4" fmla="*/ 16 w 2"/>
                <a:gd name="T5" fmla="*/ 28 h 3"/>
                <a:gd name="T6" fmla="*/ 16 w 2"/>
                <a:gd name="T7" fmla="*/ 12 h 3"/>
                <a:gd name="T8" fmla="*/ 0 w 2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1" y="2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5" name="Freeform 880">
              <a:extLst>
                <a:ext uri="{FF2B5EF4-FFF2-40B4-BE49-F238E27FC236}">
                  <a16:creationId xmlns:a16="http://schemas.microsoft.com/office/drawing/2014/main" id="{1D4597EB-9064-44AB-AC2C-4FCA4A035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125"/>
              <a:ext cx="5" cy="7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7 h 3"/>
                <a:gd name="T4" fmla="*/ 20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1" y="2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6" name="Freeform 881">
              <a:extLst>
                <a:ext uri="{FF2B5EF4-FFF2-40B4-BE49-F238E27FC236}">
                  <a16:creationId xmlns:a16="http://schemas.microsoft.com/office/drawing/2014/main" id="{46A9D202-8B91-4158-ADDE-21A90EB1E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103"/>
              <a:ext cx="5" cy="7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37 h 3"/>
                <a:gd name="T4" fmla="*/ 20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2"/>
                    <a:pt x="0" y="3"/>
                    <a:pt x="2" y="3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7" name="Freeform 882">
              <a:extLst>
                <a:ext uri="{FF2B5EF4-FFF2-40B4-BE49-F238E27FC236}">
                  <a16:creationId xmlns:a16="http://schemas.microsoft.com/office/drawing/2014/main" id="{41E5D62F-7CDA-40DA-9C3B-C1899012B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132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33 h 2"/>
                <a:gd name="T4" fmla="*/ 28 w 3"/>
                <a:gd name="T5" fmla="*/ 33 h 2"/>
                <a:gd name="T6" fmla="*/ 12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8" name="Freeform 883">
              <a:extLst>
                <a:ext uri="{FF2B5EF4-FFF2-40B4-BE49-F238E27FC236}">
                  <a16:creationId xmlns:a16="http://schemas.microsoft.com/office/drawing/2014/main" id="{7B158387-332C-4351-8BE0-C115CF67B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157"/>
              <a:ext cx="7" cy="7"/>
            </a:xfrm>
            <a:custGeom>
              <a:avLst/>
              <a:gdLst>
                <a:gd name="T0" fmla="*/ 0 w 3"/>
                <a:gd name="T1" fmla="*/ 12 h 3"/>
                <a:gd name="T2" fmla="*/ 0 w 3"/>
                <a:gd name="T3" fmla="*/ 37 h 3"/>
                <a:gd name="T4" fmla="*/ 37 w 3"/>
                <a:gd name="T5" fmla="*/ 28 h 3"/>
                <a:gd name="T6" fmla="*/ 28 w 3"/>
                <a:gd name="T7" fmla="*/ 0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9" name="Freeform 884">
              <a:extLst>
                <a:ext uri="{FF2B5EF4-FFF2-40B4-BE49-F238E27FC236}">
                  <a16:creationId xmlns:a16="http://schemas.microsoft.com/office/drawing/2014/main" id="{48F1052C-34AC-4BBA-9B4C-A3417DC7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941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56 h 3"/>
                <a:gd name="T4" fmla="*/ 28 w 3"/>
                <a:gd name="T5" fmla="*/ 0 h 3"/>
                <a:gd name="T6" fmla="*/ 12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3" y="2"/>
                    <a:pt x="3" y="3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0" name="Freeform 885">
              <a:extLst>
                <a:ext uri="{FF2B5EF4-FFF2-40B4-BE49-F238E27FC236}">
                  <a16:creationId xmlns:a16="http://schemas.microsoft.com/office/drawing/2014/main" id="{2D4B7B88-2CC2-46C5-ADD7-768CC1A9F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968"/>
              <a:ext cx="7" cy="7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28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2"/>
                    <a:pt x="1" y="3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1" name="Freeform 886">
              <a:extLst>
                <a:ext uri="{FF2B5EF4-FFF2-40B4-BE49-F238E27FC236}">
                  <a16:creationId xmlns:a16="http://schemas.microsoft.com/office/drawing/2014/main" id="{9A6A2193-3963-44E3-BC9D-1F86C7036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985"/>
              <a:ext cx="5" cy="8"/>
            </a:xfrm>
            <a:custGeom>
              <a:avLst/>
              <a:gdLst>
                <a:gd name="T0" fmla="*/ 0 w 2"/>
                <a:gd name="T1" fmla="*/ 35 h 3"/>
                <a:gd name="T2" fmla="*/ 33 w 2"/>
                <a:gd name="T3" fmla="*/ 35 h 3"/>
                <a:gd name="T4" fmla="*/ 33 w 2"/>
                <a:gd name="T5" fmla="*/ 0 h 3"/>
                <a:gd name="T6" fmla="*/ 0 w 2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2" y="2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2" name="Freeform 887">
              <a:extLst>
                <a:ext uri="{FF2B5EF4-FFF2-40B4-BE49-F238E27FC236}">
                  <a16:creationId xmlns:a16="http://schemas.microsoft.com/office/drawing/2014/main" id="{AA3D4F2B-21AB-40EA-AB56-21D63445B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007"/>
              <a:ext cx="7" cy="5"/>
            </a:xfrm>
            <a:custGeom>
              <a:avLst/>
              <a:gdLst>
                <a:gd name="T0" fmla="*/ 0 w 3"/>
                <a:gd name="T1" fmla="*/ 0 h 2"/>
                <a:gd name="T2" fmla="*/ 12 w 3"/>
                <a:gd name="T3" fmla="*/ 33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3" y="1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3" name="Freeform 888">
              <a:extLst>
                <a:ext uri="{FF2B5EF4-FFF2-40B4-BE49-F238E27FC236}">
                  <a16:creationId xmlns:a16="http://schemas.microsoft.com/office/drawing/2014/main" id="{BA1F7F14-CE5C-4760-94E1-19B6C17FF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034"/>
              <a:ext cx="4" cy="5"/>
            </a:xfrm>
            <a:custGeom>
              <a:avLst/>
              <a:gdLst>
                <a:gd name="T0" fmla="*/ 8 w 2"/>
                <a:gd name="T1" fmla="*/ 20 h 2"/>
                <a:gd name="T2" fmla="*/ 0 w 2"/>
                <a:gd name="T3" fmla="*/ 33 h 2"/>
                <a:gd name="T4" fmla="*/ 16 w 2"/>
                <a:gd name="T5" fmla="*/ 2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4" name="Freeform 889">
              <a:extLst>
                <a:ext uri="{FF2B5EF4-FFF2-40B4-BE49-F238E27FC236}">
                  <a16:creationId xmlns:a16="http://schemas.microsoft.com/office/drawing/2014/main" id="{8475F33A-800F-493B-88F9-498F983C6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020"/>
              <a:ext cx="7" cy="7"/>
            </a:xfrm>
            <a:custGeom>
              <a:avLst/>
              <a:gdLst>
                <a:gd name="T0" fmla="*/ 0 w 3"/>
                <a:gd name="T1" fmla="*/ 28 h 3"/>
                <a:gd name="T2" fmla="*/ 12 w 3"/>
                <a:gd name="T3" fmla="*/ 37 h 3"/>
                <a:gd name="T4" fmla="*/ 37 w 3"/>
                <a:gd name="T5" fmla="*/ 0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2" y="2"/>
                    <a:pt x="3" y="2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5" name="Freeform 890">
              <a:extLst>
                <a:ext uri="{FF2B5EF4-FFF2-40B4-BE49-F238E27FC236}">
                  <a16:creationId xmlns:a16="http://schemas.microsoft.com/office/drawing/2014/main" id="{67B4888A-EA31-4109-AEC7-382B5199F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052"/>
              <a:ext cx="7" cy="7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37 h 3"/>
                <a:gd name="T4" fmla="*/ 37 w 3"/>
                <a:gd name="T5" fmla="*/ 28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6" name="Freeform 891">
              <a:extLst>
                <a:ext uri="{FF2B5EF4-FFF2-40B4-BE49-F238E27FC236}">
                  <a16:creationId xmlns:a16="http://schemas.microsoft.com/office/drawing/2014/main" id="{2D37B3F7-4848-469B-88B9-FA6A070C8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064"/>
              <a:ext cx="9" cy="7"/>
            </a:xfrm>
            <a:custGeom>
              <a:avLst/>
              <a:gdLst>
                <a:gd name="T0" fmla="*/ 11 w 4"/>
                <a:gd name="T1" fmla="*/ 12 h 3"/>
                <a:gd name="T2" fmla="*/ 11 w 4"/>
                <a:gd name="T3" fmla="*/ 37 h 3"/>
                <a:gd name="T4" fmla="*/ 2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7" name="Freeform 892">
              <a:extLst>
                <a:ext uri="{FF2B5EF4-FFF2-40B4-BE49-F238E27FC236}">
                  <a16:creationId xmlns:a16="http://schemas.microsoft.com/office/drawing/2014/main" id="{8609CDB9-B8EB-4B01-91BA-DE8539E87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091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12 w 3"/>
                <a:gd name="T3" fmla="*/ 37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8" name="Freeform 893">
              <a:extLst>
                <a:ext uri="{FF2B5EF4-FFF2-40B4-BE49-F238E27FC236}">
                  <a16:creationId xmlns:a16="http://schemas.microsoft.com/office/drawing/2014/main" id="{5340EB72-30EF-438A-A36F-4DE6F3C6F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083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9" name="Freeform 894">
              <a:extLst>
                <a:ext uri="{FF2B5EF4-FFF2-40B4-BE49-F238E27FC236}">
                  <a16:creationId xmlns:a16="http://schemas.microsoft.com/office/drawing/2014/main" id="{F911E454-F222-4112-882E-D73AEA4E4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047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37 h 3"/>
                <a:gd name="T4" fmla="*/ 16 w 2"/>
                <a:gd name="T5" fmla="*/ 12 h 3"/>
                <a:gd name="T6" fmla="*/ 8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0" name="Freeform 895">
              <a:extLst>
                <a:ext uri="{FF2B5EF4-FFF2-40B4-BE49-F238E27FC236}">
                  <a16:creationId xmlns:a16="http://schemas.microsoft.com/office/drawing/2014/main" id="{7A335CBE-5F0D-476F-A159-7EDE8ED2E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007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56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1"/>
                    <a:pt x="0" y="1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1" name="Freeform 896">
              <a:extLst>
                <a:ext uri="{FF2B5EF4-FFF2-40B4-BE49-F238E27FC236}">
                  <a16:creationId xmlns:a16="http://schemas.microsoft.com/office/drawing/2014/main" id="{65D0DD0E-67B1-4C5F-A316-2F2FC3BE5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968"/>
              <a:ext cx="7" cy="7"/>
            </a:xfrm>
            <a:custGeom>
              <a:avLst/>
              <a:gdLst>
                <a:gd name="T0" fmla="*/ 0 w 3"/>
                <a:gd name="T1" fmla="*/ 12 h 3"/>
                <a:gd name="T2" fmla="*/ 12 w 3"/>
                <a:gd name="T3" fmla="*/ 37 h 3"/>
                <a:gd name="T4" fmla="*/ 37 w 3"/>
                <a:gd name="T5" fmla="*/ 12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0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2" name="Freeform 897">
              <a:extLst>
                <a:ext uri="{FF2B5EF4-FFF2-40B4-BE49-F238E27FC236}">
                  <a16:creationId xmlns:a16="http://schemas.microsoft.com/office/drawing/2014/main" id="{F1E5CE99-20B2-4D1D-A8DD-C3834D372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936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3" y="3"/>
                    <a:pt x="2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3" name="Freeform 898">
              <a:extLst>
                <a:ext uri="{FF2B5EF4-FFF2-40B4-BE49-F238E27FC236}">
                  <a16:creationId xmlns:a16="http://schemas.microsoft.com/office/drawing/2014/main" id="{43DF7503-C2D7-4549-B8DE-0E42684AC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912"/>
              <a:ext cx="5" cy="7"/>
            </a:xfrm>
            <a:custGeom>
              <a:avLst/>
              <a:gdLst>
                <a:gd name="T0" fmla="*/ 0 w 2"/>
                <a:gd name="T1" fmla="*/ 12 h 3"/>
                <a:gd name="T2" fmla="*/ 20 w 2"/>
                <a:gd name="T3" fmla="*/ 28 h 3"/>
                <a:gd name="T4" fmla="*/ 33 w 2"/>
                <a:gd name="T5" fmla="*/ 12 h 3"/>
                <a:gd name="T6" fmla="*/ 2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1" y="3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4" name="Freeform 899">
              <a:extLst>
                <a:ext uri="{FF2B5EF4-FFF2-40B4-BE49-F238E27FC236}">
                  <a16:creationId xmlns:a16="http://schemas.microsoft.com/office/drawing/2014/main" id="{31F08AD3-86EC-4ADA-A514-2C0934802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885"/>
              <a:ext cx="5" cy="7"/>
            </a:xfrm>
            <a:custGeom>
              <a:avLst/>
              <a:gdLst>
                <a:gd name="T0" fmla="*/ 0 w 2"/>
                <a:gd name="T1" fmla="*/ 28 h 3"/>
                <a:gd name="T2" fmla="*/ 20 w 2"/>
                <a:gd name="T3" fmla="*/ 37 h 3"/>
                <a:gd name="T4" fmla="*/ 33 w 2"/>
                <a:gd name="T5" fmla="*/ 12 h 3"/>
                <a:gd name="T6" fmla="*/ 2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2" y="2"/>
                    <a:pt x="2" y="3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5" name="Freeform 900">
              <a:extLst>
                <a:ext uri="{FF2B5EF4-FFF2-40B4-BE49-F238E27FC236}">
                  <a16:creationId xmlns:a16="http://schemas.microsoft.com/office/drawing/2014/main" id="{8B6FEBC6-A3B6-420D-B950-8F1E749D5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877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8 w 1"/>
                <a:gd name="T5" fmla="*/ 20 h 2"/>
                <a:gd name="T6" fmla="*/ 0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6" name="Freeform 901">
              <a:extLst>
                <a:ext uri="{FF2B5EF4-FFF2-40B4-BE49-F238E27FC236}">
                  <a16:creationId xmlns:a16="http://schemas.microsoft.com/office/drawing/2014/main" id="{61A8A8D4-E0A3-42AC-A861-5E1E45095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897"/>
              <a:ext cx="5" cy="7"/>
            </a:xfrm>
            <a:custGeom>
              <a:avLst/>
              <a:gdLst>
                <a:gd name="T0" fmla="*/ 20 w 2"/>
                <a:gd name="T1" fmla="*/ 12 h 3"/>
                <a:gd name="T2" fmla="*/ 0 w 2"/>
                <a:gd name="T3" fmla="*/ 37 h 3"/>
                <a:gd name="T4" fmla="*/ 33 w 2"/>
                <a:gd name="T5" fmla="*/ 28 h 3"/>
                <a:gd name="T6" fmla="*/ 2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0"/>
                    <a:pt x="2" y="2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7" name="Freeform 902">
              <a:extLst>
                <a:ext uri="{FF2B5EF4-FFF2-40B4-BE49-F238E27FC236}">
                  <a16:creationId xmlns:a16="http://schemas.microsoft.com/office/drawing/2014/main" id="{D0FA290C-D680-468F-BA66-6213DB55F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912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33 w 2"/>
                <a:gd name="T5" fmla="*/ 2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0"/>
                    <a:pt x="1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8" name="Freeform 903">
              <a:extLst>
                <a:ext uri="{FF2B5EF4-FFF2-40B4-BE49-F238E27FC236}">
                  <a16:creationId xmlns:a16="http://schemas.microsoft.com/office/drawing/2014/main" id="{5277F1F5-A61D-443E-8046-E459A5A81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118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33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9" name="Freeform 904">
              <a:extLst>
                <a:ext uri="{FF2B5EF4-FFF2-40B4-BE49-F238E27FC236}">
                  <a16:creationId xmlns:a16="http://schemas.microsoft.com/office/drawing/2014/main" id="{59BC6DC9-8BDD-4460-AF84-AB7B126B1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850"/>
              <a:ext cx="4" cy="5"/>
            </a:xfrm>
            <a:custGeom>
              <a:avLst/>
              <a:gdLst>
                <a:gd name="T0" fmla="*/ 8 w 2"/>
                <a:gd name="T1" fmla="*/ 20 h 2"/>
                <a:gd name="T2" fmla="*/ 8 w 2"/>
                <a:gd name="T3" fmla="*/ 33 h 2"/>
                <a:gd name="T4" fmla="*/ 8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0" name="Freeform 905">
              <a:extLst>
                <a:ext uri="{FF2B5EF4-FFF2-40B4-BE49-F238E27FC236}">
                  <a16:creationId xmlns:a16="http://schemas.microsoft.com/office/drawing/2014/main" id="{8C495001-4A72-4610-AFE1-4FED0AB20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826"/>
              <a:ext cx="4" cy="7"/>
            </a:xfrm>
            <a:custGeom>
              <a:avLst/>
              <a:gdLst>
                <a:gd name="T0" fmla="*/ 8 w 2"/>
                <a:gd name="T1" fmla="*/ 12 h 3"/>
                <a:gd name="T2" fmla="*/ 0 w 2"/>
                <a:gd name="T3" fmla="*/ 37 h 3"/>
                <a:gd name="T4" fmla="*/ 16 w 2"/>
                <a:gd name="T5" fmla="*/ 0 h 3"/>
                <a:gd name="T6" fmla="*/ 8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1" y="2"/>
                    <a:pt x="2" y="2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1" name="Freeform 906">
              <a:extLst>
                <a:ext uri="{FF2B5EF4-FFF2-40B4-BE49-F238E27FC236}">
                  <a16:creationId xmlns:a16="http://schemas.microsoft.com/office/drawing/2014/main" id="{EA09E5DF-42AA-41A1-ACBC-03EE0A779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792"/>
              <a:ext cx="7" cy="7"/>
            </a:xfrm>
            <a:custGeom>
              <a:avLst/>
              <a:gdLst>
                <a:gd name="T0" fmla="*/ 12 w 3"/>
                <a:gd name="T1" fmla="*/ 28 h 3"/>
                <a:gd name="T2" fmla="*/ 0 w 3"/>
                <a:gd name="T3" fmla="*/ 37 h 3"/>
                <a:gd name="T4" fmla="*/ 0 w 3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3" y="2"/>
                    <a:pt x="1" y="0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2" name="Freeform 907">
              <a:extLst>
                <a:ext uri="{FF2B5EF4-FFF2-40B4-BE49-F238E27FC236}">
                  <a16:creationId xmlns:a16="http://schemas.microsoft.com/office/drawing/2014/main" id="{58D95D0A-7C0F-4D2B-AE38-B4A7B0853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755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33 h 2"/>
                <a:gd name="T4" fmla="*/ 33 w 2"/>
                <a:gd name="T5" fmla="*/ 2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3" name="Freeform 908">
              <a:extLst>
                <a:ext uri="{FF2B5EF4-FFF2-40B4-BE49-F238E27FC236}">
                  <a16:creationId xmlns:a16="http://schemas.microsoft.com/office/drawing/2014/main" id="{1718A631-0B51-4087-B2BC-533907962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745"/>
              <a:ext cx="3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27 w 1"/>
                <a:gd name="T5" fmla="*/ 20 h 2"/>
                <a:gd name="T6" fmla="*/ 0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4" name="Freeform 909">
              <a:extLst>
                <a:ext uri="{FF2B5EF4-FFF2-40B4-BE49-F238E27FC236}">
                  <a16:creationId xmlns:a16="http://schemas.microsoft.com/office/drawing/2014/main" id="{E1F5CA1E-290A-4405-B0BA-951E606E6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770"/>
              <a:ext cx="7" cy="9"/>
            </a:xfrm>
            <a:custGeom>
              <a:avLst/>
              <a:gdLst>
                <a:gd name="T0" fmla="*/ 12 w 3"/>
                <a:gd name="T1" fmla="*/ 11 h 4"/>
                <a:gd name="T2" fmla="*/ 12 w 3"/>
                <a:gd name="T3" fmla="*/ 45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3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5" name="Freeform 910">
              <a:extLst>
                <a:ext uri="{FF2B5EF4-FFF2-40B4-BE49-F238E27FC236}">
                  <a16:creationId xmlns:a16="http://schemas.microsoft.com/office/drawing/2014/main" id="{86C2B38E-26EB-49F5-8CE3-D65CE7416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760"/>
              <a:ext cx="4" cy="5"/>
            </a:xfrm>
            <a:custGeom>
              <a:avLst/>
              <a:gdLst>
                <a:gd name="T0" fmla="*/ 8 w 2"/>
                <a:gd name="T1" fmla="*/ 20 h 2"/>
                <a:gd name="T2" fmla="*/ 8 w 2"/>
                <a:gd name="T3" fmla="*/ 33 h 2"/>
                <a:gd name="T4" fmla="*/ 16 w 2"/>
                <a:gd name="T5" fmla="*/ 0 h 2"/>
                <a:gd name="T6" fmla="*/ 16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6" name="Freeform 911">
              <a:extLst>
                <a:ext uri="{FF2B5EF4-FFF2-40B4-BE49-F238E27FC236}">
                  <a16:creationId xmlns:a16="http://schemas.microsoft.com/office/drawing/2014/main" id="{E67D9120-8669-4CB9-A9FA-76914E156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716"/>
              <a:ext cx="7" cy="4"/>
            </a:xfrm>
            <a:custGeom>
              <a:avLst/>
              <a:gdLst>
                <a:gd name="T0" fmla="*/ 28 w 3"/>
                <a:gd name="T1" fmla="*/ 0 h 2"/>
                <a:gd name="T2" fmla="*/ 12 w 3"/>
                <a:gd name="T3" fmla="*/ 0 h 2"/>
                <a:gd name="T4" fmla="*/ 12 w 3"/>
                <a:gd name="T5" fmla="*/ 16 h 2"/>
                <a:gd name="T6" fmla="*/ 37 w 3"/>
                <a:gd name="T7" fmla="*/ 8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7" name="Freeform 912">
              <a:extLst>
                <a:ext uri="{FF2B5EF4-FFF2-40B4-BE49-F238E27FC236}">
                  <a16:creationId xmlns:a16="http://schemas.microsoft.com/office/drawing/2014/main" id="{FE956723-EE0D-4887-8A9B-60410A13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716"/>
              <a:ext cx="7" cy="9"/>
            </a:xfrm>
            <a:custGeom>
              <a:avLst/>
              <a:gdLst>
                <a:gd name="T0" fmla="*/ 12 w 3"/>
                <a:gd name="T1" fmla="*/ 25 h 4"/>
                <a:gd name="T2" fmla="*/ 0 w 3"/>
                <a:gd name="T3" fmla="*/ 36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8" name="Freeform 913">
              <a:extLst>
                <a:ext uri="{FF2B5EF4-FFF2-40B4-BE49-F238E27FC236}">
                  <a16:creationId xmlns:a16="http://schemas.microsoft.com/office/drawing/2014/main" id="{6E4BA02B-9A8C-4240-B7FD-3D5EF2238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689"/>
              <a:ext cx="7" cy="7"/>
            </a:xfrm>
            <a:custGeom>
              <a:avLst/>
              <a:gdLst>
                <a:gd name="T0" fmla="*/ 0 w 3"/>
                <a:gd name="T1" fmla="*/ 12 h 3"/>
                <a:gd name="T2" fmla="*/ 0 w 3"/>
                <a:gd name="T3" fmla="*/ 37 h 3"/>
                <a:gd name="T4" fmla="*/ 37 w 3"/>
                <a:gd name="T5" fmla="*/ 12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9" name="Freeform 914">
              <a:extLst>
                <a:ext uri="{FF2B5EF4-FFF2-40B4-BE49-F238E27FC236}">
                  <a16:creationId xmlns:a16="http://schemas.microsoft.com/office/drawing/2014/main" id="{116D73AE-824B-43D7-BBF1-5C1532548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662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20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50" name="Freeform 915">
              <a:extLst>
                <a:ext uri="{FF2B5EF4-FFF2-40B4-BE49-F238E27FC236}">
                  <a16:creationId xmlns:a16="http://schemas.microsoft.com/office/drawing/2014/main" id="{35891054-B863-426B-89B5-77E6D568A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37"/>
              <a:ext cx="6" cy="5"/>
            </a:xfrm>
            <a:custGeom>
              <a:avLst/>
              <a:gdLst>
                <a:gd name="T0" fmla="*/ 8 w 3"/>
                <a:gd name="T1" fmla="*/ 0 h 2"/>
                <a:gd name="T2" fmla="*/ 0 w 3"/>
                <a:gd name="T3" fmla="*/ 33 h 2"/>
                <a:gd name="T4" fmla="*/ 24 w 3"/>
                <a:gd name="T5" fmla="*/ 20 h 2"/>
                <a:gd name="T6" fmla="*/ 16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51" name="Freeform 916">
              <a:extLst>
                <a:ext uri="{FF2B5EF4-FFF2-40B4-BE49-F238E27FC236}">
                  <a16:creationId xmlns:a16="http://schemas.microsoft.com/office/drawing/2014/main" id="{B34B5649-AD15-42D3-AA89-D6684FF3C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659"/>
              <a:ext cx="7" cy="8"/>
            </a:xfrm>
            <a:custGeom>
              <a:avLst/>
              <a:gdLst>
                <a:gd name="T0" fmla="*/ 28 w 3"/>
                <a:gd name="T1" fmla="*/ 21 h 3"/>
                <a:gd name="T2" fmla="*/ 12 w 3"/>
                <a:gd name="T3" fmla="*/ 56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52" name="Freeform 917">
              <a:extLst>
                <a:ext uri="{FF2B5EF4-FFF2-40B4-BE49-F238E27FC236}">
                  <a16:creationId xmlns:a16="http://schemas.microsoft.com/office/drawing/2014/main" id="{25535AF0-DE39-49D6-B1BA-A2B644A28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642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0 w 3"/>
                <a:gd name="T3" fmla="*/ 33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53" name="Freeform 918">
              <a:extLst>
                <a:ext uri="{FF2B5EF4-FFF2-40B4-BE49-F238E27FC236}">
                  <a16:creationId xmlns:a16="http://schemas.microsoft.com/office/drawing/2014/main" id="{7E7EC53B-C7E4-42E8-AFC5-841F1CDF5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610"/>
              <a:ext cx="9" cy="10"/>
            </a:xfrm>
            <a:custGeom>
              <a:avLst/>
              <a:gdLst>
                <a:gd name="T0" fmla="*/ 25 w 4"/>
                <a:gd name="T1" fmla="*/ 20 h 4"/>
                <a:gd name="T2" fmla="*/ 0 w 4"/>
                <a:gd name="T3" fmla="*/ 33 h 4"/>
                <a:gd name="T4" fmla="*/ 1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2" y="4"/>
                    <a:pt x="4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54" name="Freeform 919">
              <a:extLst>
                <a:ext uri="{FF2B5EF4-FFF2-40B4-BE49-F238E27FC236}">
                  <a16:creationId xmlns:a16="http://schemas.microsoft.com/office/drawing/2014/main" id="{64C1C57D-2C41-4FEC-AFDA-28FCCD307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593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0 w 3"/>
                <a:gd name="T3" fmla="*/ 28 h 3"/>
                <a:gd name="T4" fmla="*/ 37 w 3"/>
                <a:gd name="T5" fmla="*/ 28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2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55" name="Freeform 920">
              <a:extLst>
                <a:ext uri="{FF2B5EF4-FFF2-40B4-BE49-F238E27FC236}">
                  <a16:creationId xmlns:a16="http://schemas.microsoft.com/office/drawing/2014/main" id="{8A7D3697-3191-40A4-B5A5-BD6583C7A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605"/>
              <a:ext cx="7" cy="8"/>
            </a:xfrm>
            <a:custGeom>
              <a:avLst/>
              <a:gdLst>
                <a:gd name="T0" fmla="*/ 28 w 3"/>
                <a:gd name="T1" fmla="*/ 21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56" name="Freeform 921">
              <a:extLst>
                <a:ext uri="{FF2B5EF4-FFF2-40B4-BE49-F238E27FC236}">
                  <a16:creationId xmlns:a16="http://schemas.microsoft.com/office/drawing/2014/main" id="{D6BA0FD0-03A3-49D2-9EC5-4F96D024A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588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0 w 3"/>
                <a:gd name="T3" fmla="*/ 28 h 3"/>
                <a:gd name="T4" fmla="*/ 37 w 3"/>
                <a:gd name="T5" fmla="*/ 28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57" name="Freeform 922">
              <a:extLst>
                <a:ext uri="{FF2B5EF4-FFF2-40B4-BE49-F238E27FC236}">
                  <a16:creationId xmlns:a16="http://schemas.microsoft.com/office/drawing/2014/main" id="{63BE00D3-21A1-4BF2-AA8A-9DBABB3AB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608"/>
              <a:ext cx="9" cy="7"/>
            </a:xfrm>
            <a:custGeom>
              <a:avLst/>
              <a:gdLst>
                <a:gd name="T0" fmla="*/ 25 w 4"/>
                <a:gd name="T1" fmla="*/ 0 h 3"/>
                <a:gd name="T2" fmla="*/ 45 w 4"/>
                <a:gd name="T3" fmla="*/ 28 h 3"/>
                <a:gd name="T4" fmla="*/ 3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2"/>
                    <a:pt x="2" y="3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58" name="Freeform 923">
              <a:extLst>
                <a:ext uri="{FF2B5EF4-FFF2-40B4-BE49-F238E27FC236}">
                  <a16:creationId xmlns:a16="http://schemas.microsoft.com/office/drawing/2014/main" id="{720E2EC9-5D40-4E30-8753-E678A2B75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630"/>
              <a:ext cx="7" cy="5"/>
            </a:xfrm>
            <a:custGeom>
              <a:avLst/>
              <a:gdLst>
                <a:gd name="T0" fmla="*/ 28 w 3"/>
                <a:gd name="T1" fmla="*/ 0 h 2"/>
                <a:gd name="T2" fmla="*/ 12 w 3"/>
                <a:gd name="T3" fmla="*/ 33 h 2"/>
                <a:gd name="T4" fmla="*/ 37 w 3"/>
                <a:gd name="T5" fmla="*/ 20 h 2"/>
                <a:gd name="T6" fmla="*/ 2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59" name="Freeform 924">
              <a:extLst>
                <a:ext uri="{FF2B5EF4-FFF2-40B4-BE49-F238E27FC236}">
                  <a16:creationId xmlns:a16="http://schemas.microsoft.com/office/drawing/2014/main" id="{168772C5-B015-4491-AEC0-889F55CFE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664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27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60" name="Freeform 925">
              <a:extLst>
                <a:ext uri="{FF2B5EF4-FFF2-40B4-BE49-F238E27FC236}">
                  <a16:creationId xmlns:a16="http://schemas.microsoft.com/office/drawing/2014/main" id="{0C4253AC-7E4D-449E-BAB1-92AFC0897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686"/>
              <a:ext cx="4" cy="8"/>
            </a:xfrm>
            <a:custGeom>
              <a:avLst/>
              <a:gdLst>
                <a:gd name="T0" fmla="*/ 8 w 2"/>
                <a:gd name="T1" fmla="*/ 0 h 3"/>
                <a:gd name="T2" fmla="*/ 8 w 2"/>
                <a:gd name="T3" fmla="*/ 56 h 3"/>
                <a:gd name="T4" fmla="*/ 16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61" name="Freeform 926">
              <a:extLst>
                <a:ext uri="{FF2B5EF4-FFF2-40B4-BE49-F238E27FC236}">
                  <a16:creationId xmlns:a16="http://schemas.microsoft.com/office/drawing/2014/main" id="{8547597C-6045-4E84-AB23-110C94483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728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33 h 2"/>
                <a:gd name="T4" fmla="*/ 33 w 2"/>
                <a:gd name="T5" fmla="*/ 20 h 2"/>
                <a:gd name="T6" fmla="*/ 33 w 2"/>
                <a:gd name="T7" fmla="*/ 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62" name="Freeform 927">
              <a:extLst>
                <a:ext uri="{FF2B5EF4-FFF2-40B4-BE49-F238E27FC236}">
                  <a16:creationId xmlns:a16="http://schemas.microsoft.com/office/drawing/2014/main" id="{7E3E66A8-2E5C-4A99-B05F-147A3E977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794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0 w 3"/>
                <a:gd name="T3" fmla="*/ 28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3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63" name="Freeform 928">
              <a:extLst>
                <a:ext uri="{FF2B5EF4-FFF2-40B4-BE49-F238E27FC236}">
                  <a16:creationId xmlns:a16="http://schemas.microsoft.com/office/drawing/2014/main" id="{6CEC8FC2-E00A-433B-8E0B-BDC4761CE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799"/>
              <a:ext cx="4" cy="7"/>
            </a:xfrm>
            <a:custGeom>
              <a:avLst/>
              <a:gdLst>
                <a:gd name="T0" fmla="*/ 0 w 2"/>
                <a:gd name="T1" fmla="*/ 12 h 3"/>
                <a:gd name="T2" fmla="*/ 0 w 2"/>
                <a:gd name="T3" fmla="*/ 37 h 3"/>
                <a:gd name="T4" fmla="*/ 8 w 2"/>
                <a:gd name="T5" fmla="*/ 0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1" y="2"/>
                    <a:pt x="2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64" name="Freeform 929">
              <a:extLst>
                <a:ext uri="{FF2B5EF4-FFF2-40B4-BE49-F238E27FC236}">
                  <a16:creationId xmlns:a16="http://schemas.microsoft.com/office/drawing/2014/main" id="{67AC46C2-6C2D-474B-B760-A79F5F847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836"/>
              <a:ext cx="9" cy="10"/>
            </a:xfrm>
            <a:custGeom>
              <a:avLst/>
              <a:gdLst>
                <a:gd name="T0" fmla="*/ 11 w 4"/>
                <a:gd name="T1" fmla="*/ 20 h 4"/>
                <a:gd name="T2" fmla="*/ 11 w 4"/>
                <a:gd name="T3" fmla="*/ 63 h 4"/>
                <a:gd name="T4" fmla="*/ 25 w 4"/>
                <a:gd name="T5" fmla="*/ 0 h 4"/>
                <a:gd name="T6" fmla="*/ 25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4" y="1"/>
                    <a:pt x="2" y="0"/>
                  </a:cubicBezTo>
                  <a:cubicBezTo>
                    <a:pt x="2" y="1"/>
                    <a:pt x="1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65" name="Freeform 930">
              <a:extLst>
                <a:ext uri="{FF2B5EF4-FFF2-40B4-BE49-F238E27FC236}">
                  <a16:creationId xmlns:a16="http://schemas.microsoft.com/office/drawing/2014/main" id="{836A68D9-88DE-4DAA-BC9A-194B2BE97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841"/>
              <a:ext cx="2" cy="7"/>
            </a:xfrm>
            <a:custGeom>
              <a:avLst/>
              <a:gdLst>
                <a:gd name="T0" fmla="*/ 8 w 1"/>
                <a:gd name="T1" fmla="*/ 12 h 3"/>
                <a:gd name="T2" fmla="*/ 0 w 1"/>
                <a:gd name="T3" fmla="*/ 37 h 3"/>
                <a:gd name="T4" fmla="*/ 8 w 1"/>
                <a:gd name="T5" fmla="*/ 0 h 3"/>
                <a:gd name="T6" fmla="*/ 0 w 1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1" y="1"/>
                    <a:pt x="1" y="1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66" name="Freeform 931">
              <a:extLst>
                <a:ext uri="{FF2B5EF4-FFF2-40B4-BE49-F238E27FC236}">
                  <a16:creationId xmlns:a16="http://schemas.microsoft.com/office/drawing/2014/main" id="{2712A292-FCE4-487C-B1B9-839A13C02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865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35 h 3"/>
                <a:gd name="T4" fmla="*/ 33 w 2"/>
                <a:gd name="T5" fmla="*/ 21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67" name="Freeform 932">
              <a:extLst>
                <a:ext uri="{FF2B5EF4-FFF2-40B4-BE49-F238E27FC236}">
                  <a16:creationId xmlns:a16="http://schemas.microsoft.com/office/drawing/2014/main" id="{B00F2134-7644-4678-8023-DF34DD6D7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941"/>
              <a:ext cx="7" cy="10"/>
            </a:xfrm>
            <a:custGeom>
              <a:avLst/>
              <a:gdLst>
                <a:gd name="T0" fmla="*/ 12 w 3"/>
                <a:gd name="T1" fmla="*/ 20 h 4"/>
                <a:gd name="T2" fmla="*/ 12 w 3"/>
                <a:gd name="T3" fmla="*/ 6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68" name="Freeform 933">
              <a:extLst>
                <a:ext uri="{FF2B5EF4-FFF2-40B4-BE49-F238E27FC236}">
                  <a16:creationId xmlns:a16="http://schemas.microsoft.com/office/drawing/2014/main" id="{13BD7856-F32B-4E9E-B688-A8F14B534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568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69" name="Freeform 934">
              <a:extLst>
                <a:ext uri="{FF2B5EF4-FFF2-40B4-BE49-F238E27FC236}">
                  <a16:creationId xmlns:a16="http://schemas.microsoft.com/office/drawing/2014/main" id="{947F737C-DFF7-4617-A91E-8876B1F99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549"/>
              <a:ext cx="4" cy="5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33 h 2"/>
                <a:gd name="T4" fmla="*/ 16 w 2"/>
                <a:gd name="T5" fmla="*/ 20 h 2"/>
                <a:gd name="T6" fmla="*/ 8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70" name="Freeform 935">
              <a:extLst>
                <a:ext uri="{FF2B5EF4-FFF2-40B4-BE49-F238E27FC236}">
                  <a16:creationId xmlns:a16="http://schemas.microsoft.com/office/drawing/2014/main" id="{D9AEC2E1-3A73-42C0-BBD5-C6BDB316B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544"/>
              <a:ext cx="3" cy="2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8 h 1"/>
                <a:gd name="T4" fmla="*/ 27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71" name="Freeform 936">
              <a:extLst>
                <a:ext uri="{FF2B5EF4-FFF2-40B4-BE49-F238E27FC236}">
                  <a16:creationId xmlns:a16="http://schemas.microsoft.com/office/drawing/2014/main" id="{36A2E25D-24EC-48BE-8508-293D19331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539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12 w 3"/>
                <a:gd name="T3" fmla="*/ 28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72" name="Freeform 937">
              <a:extLst>
                <a:ext uri="{FF2B5EF4-FFF2-40B4-BE49-F238E27FC236}">
                  <a16:creationId xmlns:a16="http://schemas.microsoft.com/office/drawing/2014/main" id="{3B6AF8CB-B05E-4AA9-A3AD-AC17E06EF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519"/>
              <a:ext cx="4" cy="8"/>
            </a:xfrm>
            <a:custGeom>
              <a:avLst/>
              <a:gdLst>
                <a:gd name="T0" fmla="*/ 8 w 2"/>
                <a:gd name="T1" fmla="*/ 21 h 3"/>
                <a:gd name="T2" fmla="*/ 0 w 2"/>
                <a:gd name="T3" fmla="*/ 21 h 3"/>
                <a:gd name="T4" fmla="*/ 8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73" name="Freeform 938">
              <a:extLst>
                <a:ext uri="{FF2B5EF4-FFF2-40B4-BE49-F238E27FC236}">
                  <a16:creationId xmlns:a16="http://schemas.microsoft.com/office/drawing/2014/main" id="{F8865B7A-F34E-499A-9AFF-C5168F29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1517"/>
              <a:ext cx="5" cy="7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12 h 3"/>
                <a:gd name="T4" fmla="*/ 33 w 2"/>
                <a:gd name="T5" fmla="*/ 28 h 3"/>
                <a:gd name="T6" fmla="*/ 33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74" name="Freeform 939">
              <a:extLst>
                <a:ext uri="{FF2B5EF4-FFF2-40B4-BE49-F238E27FC236}">
                  <a16:creationId xmlns:a16="http://schemas.microsoft.com/office/drawing/2014/main" id="{EB8BB51A-EA73-4371-AC92-2514B872A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529"/>
              <a:ext cx="7" cy="5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20 h 2"/>
                <a:gd name="T4" fmla="*/ 37 w 3"/>
                <a:gd name="T5" fmla="*/ 33 h 2"/>
                <a:gd name="T6" fmla="*/ 2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2"/>
                    <a:pt x="1" y="2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75" name="Freeform 940">
              <a:extLst>
                <a:ext uri="{FF2B5EF4-FFF2-40B4-BE49-F238E27FC236}">
                  <a16:creationId xmlns:a16="http://schemas.microsoft.com/office/drawing/2014/main" id="{4F370407-D85B-4A1E-AC46-A6E93CFE4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524"/>
              <a:ext cx="14" cy="13"/>
            </a:xfrm>
            <a:custGeom>
              <a:avLst/>
              <a:gdLst>
                <a:gd name="T0" fmla="*/ 28 w 6"/>
                <a:gd name="T1" fmla="*/ 21 h 5"/>
                <a:gd name="T2" fmla="*/ 0 w 6"/>
                <a:gd name="T3" fmla="*/ 34 h 5"/>
                <a:gd name="T4" fmla="*/ 37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5"/>
                    <a:pt x="6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76" name="Freeform 941">
              <a:extLst>
                <a:ext uri="{FF2B5EF4-FFF2-40B4-BE49-F238E27FC236}">
                  <a16:creationId xmlns:a16="http://schemas.microsoft.com/office/drawing/2014/main" id="{E83E4AAF-DCE6-471C-8192-40BFB397B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507"/>
              <a:ext cx="9" cy="5"/>
            </a:xfrm>
            <a:custGeom>
              <a:avLst/>
              <a:gdLst>
                <a:gd name="T0" fmla="*/ 25 w 4"/>
                <a:gd name="T1" fmla="*/ 0 h 2"/>
                <a:gd name="T2" fmla="*/ 0 w 4"/>
                <a:gd name="T3" fmla="*/ 20 h 2"/>
                <a:gd name="T4" fmla="*/ 36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2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77" name="Freeform 942">
              <a:extLst>
                <a:ext uri="{FF2B5EF4-FFF2-40B4-BE49-F238E27FC236}">
                  <a16:creationId xmlns:a16="http://schemas.microsoft.com/office/drawing/2014/main" id="{F3C64D27-48CE-4713-BCBF-996E5F6DC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519"/>
              <a:ext cx="6" cy="5"/>
            </a:xfrm>
            <a:custGeom>
              <a:avLst/>
              <a:gdLst>
                <a:gd name="T0" fmla="*/ 16 w 3"/>
                <a:gd name="T1" fmla="*/ 0 h 2"/>
                <a:gd name="T2" fmla="*/ 0 w 3"/>
                <a:gd name="T3" fmla="*/ 20 h 2"/>
                <a:gd name="T4" fmla="*/ 24 w 3"/>
                <a:gd name="T5" fmla="*/ 20 h 2"/>
                <a:gd name="T6" fmla="*/ 24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78" name="Freeform 943">
              <a:extLst>
                <a:ext uri="{FF2B5EF4-FFF2-40B4-BE49-F238E27FC236}">
                  <a16:creationId xmlns:a16="http://schemas.microsoft.com/office/drawing/2014/main" id="{E272AC0F-91FB-4A67-BE77-4F5D61332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502"/>
              <a:ext cx="9" cy="8"/>
            </a:xfrm>
            <a:custGeom>
              <a:avLst/>
              <a:gdLst>
                <a:gd name="T0" fmla="*/ 25 w 4"/>
                <a:gd name="T1" fmla="*/ 21 h 3"/>
                <a:gd name="T2" fmla="*/ 11 w 4"/>
                <a:gd name="T3" fmla="*/ 56 h 3"/>
                <a:gd name="T4" fmla="*/ 36 w 4"/>
                <a:gd name="T5" fmla="*/ 0 h 3"/>
                <a:gd name="T6" fmla="*/ 25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4" y="2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79" name="Freeform 944">
              <a:extLst>
                <a:ext uri="{FF2B5EF4-FFF2-40B4-BE49-F238E27FC236}">
                  <a16:creationId xmlns:a16="http://schemas.microsoft.com/office/drawing/2014/main" id="{23C5BE8E-717B-4D42-BC02-5138A7DA7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515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0 w 3"/>
                <a:gd name="T3" fmla="*/ 28 h 3"/>
                <a:gd name="T4" fmla="*/ 28 w 3"/>
                <a:gd name="T5" fmla="*/ 28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80" name="Freeform 945">
              <a:extLst>
                <a:ext uri="{FF2B5EF4-FFF2-40B4-BE49-F238E27FC236}">
                  <a16:creationId xmlns:a16="http://schemas.microsoft.com/office/drawing/2014/main" id="{36560BBA-2B01-4AD1-A523-455E499F8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497"/>
              <a:ext cx="9" cy="8"/>
            </a:xfrm>
            <a:custGeom>
              <a:avLst/>
              <a:gdLst>
                <a:gd name="T0" fmla="*/ 25 w 4"/>
                <a:gd name="T1" fmla="*/ 0 h 3"/>
                <a:gd name="T2" fmla="*/ 25 w 4"/>
                <a:gd name="T3" fmla="*/ 56 h 3"/>
                <a:gd name="T4" fmla="*/ 2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3" y="2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81" name="Freeform 946">
              <a:extLst>
                <a:ext uri="{FF2B5EF4-FFF2-40B4-BE49-F238E27FC236}">
                  <a16:creationId xmlns:a16="http://schemas.microsoft.com/office/drawing/2014/main" id="{5B681BF9-ADD9-41CB-B159-BBCBB62CA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517"/>
              <a:ext cx="5" cy="2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8 h 1"/>
                <a:gd name="T4" fmla="*/ 3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1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82" name="Freeform 947">
              <a:extLst>
                <a:ext uri="{FF2B5EF4-FFF2-40B4-BE49-F238E27FC236}">
                  <a16:creationId xmlns:a16="http://schemas.microsoft.com/office/drawing/2014/main" id="{DC240C8E-FE32-42CC-9DF1-C3D00F6C3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512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0 w 3"/>
                <a:gd name="T3" fmla="*/ 20 h 2"/>
                <a:gd name="T4" fmla="*/ 28 w 3"/>
                <a:gd name="T5" fmla="*/ 33 h 2"/>
                <a:gd name="T6" fmla="*/ 28 w 3"/>
                <a:gd name="T7" fmla="*/ 0 h 2"/>
                <a:gd name="T8" fmla="*/ 1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83" name="Freeform 948">
              <a:extLst>
                <a:ext uri="{FF2B5EF4-FFF2-40B4-BE49-F238E27FC236}">
                  <a16:creationId xmlns:a16="http://schemas.microsoft.com/office/drawing/2014/main" id="{F670F689-61AC-4FF4-8988-8D9221B6F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527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84" name="Freeform 949">
              <a:extLst>
                <a:ext uri="{FF2B5EF4-FFF2-40B4-BE49-F238E27FC236}">
                  <a16:creationId xmlns:a16="http://schemas.microsoft.com/office/drawing/2014/main" id="{8D1F7A9F-BAB0-411E-9C77-EF402B4C9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532"/>
              <a:ext cx="7" cy="5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20 h 2"/>
                <a:gd name="T4" fmla="*/ 28 w 3"/>
                <a:gd name="T5" fmla="*/ 0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2"/>
                    <a:pt x="3" y="2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85" name="Freeform 950">
              <a:extLst>
                <a:ext uri="{FF2B5EF4-FFF2-40B4-BE49-F238E27FC236}">
                  <a16:creationId xmlns:a16="http://schemas.microsoft.com/office/drawing/2014/main" id="{43727CEB-3977-43FD-A9EB-71203B86E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537"/>
              <a:ext cx="9" cy="7"/>
            </a:xfrm>
            <a:custGeom>
              <a:avLst/>
              <a:gdLst>
                <a:gd name="T0" fmla="*/ 25 w 4"/>
                <a:gd name="T1" fmla="*/ 12 h 3"/>
                <a:gd name="T2" fmla="*/ 0 w 4"/>
                <a:gd name="T3" fmla="*/ 28 h 3"/>
                <a:gd name="T4" fmla="*/ 2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2" y="3"/>
                    <a:pt x="4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86" name="Freeform 951">
              <a:extLst>
                <a:ext uri="{FF2B5EF4-FFF2-40B4-BE49-F238E27FC236}">
                  <a16:creationId xmlns:a16="http://schemas.microsoft.com/office/drawing/2014/main" id="{C34F5901-352D-4C1A-ABA1-792C4DE9A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544"/>
              <a:ext cx="4" cy="2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8 h 1"/>
                <a:gd name="T4" fmla="*/ 16 w 2"/>
                <a:gd name="T5" fmla="*/ 0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87" name="Freeform 952">
              <a:extLst>
                <a:ext uri="{FF2B5EF4-FFF2-40B4-BE49-F238E27FC236}">
                  <a16:creationId xmlns:a16="http://schemas.microsoft.com/office/drawing/2014/main" id="{F5846BF5-0BC6-40D1-AD25-73CC3BFDD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546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35 h 3"/>
                <a:gd name="T4" fmla="*/ 33 w 2"/>
                <a:gd name="T5" fmla="*/ 21 h 3"/>
                <a:gd name="T6" fmla="*/ 2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2" y="3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88" name="Freeform 953">
              <a:extLst>
                <a:ext uri="{FF2B5EF4-FFF2-40B4-BE49-F238E27FC236}">
                  <a16:creationId xmlns:a16="http://schemas.microsoft.com/office/drawing/2014/main" id="{26D2479B-6832-43C6-A37F-990E15B5D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554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33 h 2"/>
                <a:gd name="T4" fmla="*/ 20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2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89" name="Freeform 954">
              <a:extLst>
                <a:ext uri="{FF2B5EF4-FFF2-40B4-BE49-F238E27FC236}">
                  <a16:creationId xmlns:a16="http://schemas.microsoft.com/office/drawing/2014/main" id="{F722F3B9-6BFF-452C-8B79-AA1857893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564"/>
              <a:ext cx="16" cy="7"/>
            </a:xfrm>
            <a:custGeom>
              <a:avLst/>
              <a:gdLst>
                <a:gd name="T0" fmla="*/ 37 w 7"/>
                <a:gd name="T1" fmla="*/ 0 h 3"/>
                <a:gd name="T2" fmla="*/ 37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3" y="0"/>
                  </a:moveTo>
                  <a:cubicBezTo>
                    <a:pt x="0" y="3"/>
                    <a:pt x="7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0" name="Freeform 955">
              <a:extLst>
                <a:ext uri="{FF2B5EF4-FFF2-40B4-BE49-F238E27FC236}">
                  <a16:creationId xmlns:a16="http://schemas.microsoft.com/office/drawing/2014/main" id="{0F94E168-3DA2-421A-98F0-400D2EF13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576"/>
              <a:ext cx="7" cy="7"/>
            </a:xfrm>
            <a:custGeom>
              <a:avLst/>
              <a:gdLst>
                <a:gd name="T0" fmla="*/ 28 w 3"/>
                <a:gd name="T1" fmla="*/ 12 h 3"/>
                <a:gd name="T2" fmla="*/ 12 w 3"/>
                <a:gd name="T3" fmla="*/ 37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1" name="Freeform 956">
              <a:extLst>
                <a:ext uri="{FF2B5EF4-FFF2-40B4-BE49-F238E27FC236}">
                  <a16:creationId xmlns:a16="http://schemas.microsoft.com/office/drawing/2014/main" id="{85598FAF-5F5B-46E9-8F86-4B7C34356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591"/>
              <a:ext cx="9" cy="9"/>
            </a:xfrm>
            <a:custGeom>
              <a:avLst/>
              <a:gdLst>
                <a:gd name="T0" fmla="*/ 25 w 4"/>
                <a:gd name="T1" fmla="*/ 11 h 4"/>
                <a:gd name="T2" fmla="*/ 25 w 4"/>
                <a:gd name="T3" fmla="*/ 45 h 4"/>
                <a:gd name="T4" fmla="*/ 25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4" y="3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2" name="Freeform 957">
              <a:extLst>
                <a:ext uri="{FF2B5EF4-FFF2-40B4-BE49-F238E27FC236}">
                  <a16:creationId xmlns:a16="http://schemas.microsoft.com/office/drawing/2014/main" id="{71D6EB61-4975-4D81-A006-E6B124C2E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497"/>
              <a:ext cx="9" cy="5"/>
            </a:xfrm>
            <a:custGeom>
              <a:avLst/>
              <a:gdLst>
                <a:gd name="T0" fmla="*/ 25 w 4"/>
                <a:gd name="T1" fmla="*/ 0 h 2"/>
                <a:gd name="T2" fmla="*/ 0 w 4"/>
                <a:gd name="T3" fmla="*/ 20 h 2"/>
                <a:gd name="T4" fmla="*/ 36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2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3" name="Freeform 958">
              <a:extLst>
                <a:ext uri="{FF2B5EF4-FFF2-40B4-BE49-F238E27FC236}">
                  <a16:creationId xmlns:a16="http://schemas.microsoft.com/office/drawing/2014/main" id="{3B421A2D-AA0D-4B54-ADC8-64D5186A6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502"/>
              <a:ext cx="6" cy="3"/>
            </a:xfrm>
            <a:custGeom>
              <a:avLst/>
              <a:gdLst>
                <a:gd name="T0" fmla="*/ 24 w 3"/>
                <a:gd name="T1" fmla="*/ 0 h 1"/>
                <a:gd name="T2" fmla="*/ 0 w 3"/>
                <a:gd name="T3" fmla="*/ 27 h 1"/>
                <a:gd name="T4" fmla="*/ 16 w 3"/>
                <a:gd name="T5" fmla="*/ 27 h 1"/>
                <a:gd name="T6" fmla="*/ 16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4" name="Freeform 959">
              <a:extLst>
                <a:ext uri="{FF2B5EF4-FFF2-40B4-BE49-F238E27FC236}">
                  <a16:creationId xmlns:a16="http://schemas.microsoft.com/office/drawing/2014/main" id="{BE280B94-483D-4715-B359-50FAD0CEE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1502"/>
              <a:ext cx="11" cy="8"/>
            </a:xfrm>
            <a:custGeom>
              <a:avLst/>
              <a:gdLst>
                <a:gd name="T0" fmla="*/ 20 w 5"/>
                <a:gd name="T1" fmla="*/ 21 h 3"/>
                <a:gd name="T2" fmla="*/ 9 w 5"/>
                <a:gd name="T3" fmla="*/ 0 h 3"/>
                <a:gd name="T4" fmla="*/ 33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3"/>
                    <a:pt x="5" y="3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5" name="Freeform 960">
              <a:extLst>
                <a:ext uri="{FF2B5EF4-FFF2-40B4-BE49-F238E27FC236}">
                  <a16:creationId xmlns:a16="http://schemas.microsoft.com/office/drawing/2014/main" id="{D0DF55A8-B446-4312-999F-59845412F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507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20 h 2"/>
                <a:gd name="T4" fmla="*/ 37 w 3"/>
                <a:gd name="T5" fmla="*/ 20 h 2"/>
                <a:gd name="T6" fmla="*/ 37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6" name="Freeform 961">
              <a:extLst>
                <a:ext uri="{FF2B5EF4-FFF2-40B4-BE49-F238E27FC236}">
                  <a16:creationId xmlns:a16="http://schemas.microsoft.com/office/drawing/2014/main" id="{64451503-47FE-44F2-85D6-73EC49C65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22"/>
              <a:ext cx="5" cy="2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8 h 1"/>
                <a:gd name="T4" fmla="*/ 20 w 2"/>
                <a:gd name="T5" fmla="*/ 8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0" y="1"/>
                    <a:pt x="1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7" name="Freeform 962">
              <a:extLst>
                <a:ext uri="{FF2B5EF4-FFF2-40B4-BE49-F238E27FC236}">
                  <a16:creationId xmlns:a16="http://schemas.microsoft.com/office/drawing/2014/main" id="{C573BAF9-F069-4772-90D5-929C13EF7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529"/>
              <a:ext cx="7" cy="8"/>
            </a:xfrm>
            <a:custGeom>
              <a:avLst/>
              <a:gdLst>
                <a:gd name="T0" fmla="*/ 28 w 3"/>
                <a:gd name="T1" fmla="*/ 21 h 3"/>
                <a:gd name="T2" fmla="*/ 0 w 3"/>
                <a:gd name="T3" fmla="*/ 21 h 3"/>
                <a:gd name="T4" fmla="*/ 28 w 3"/>
                <a:gd name="T5" fmla="*/ 56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8" name="Freeform 963">
              <a:extLst>
                <a:ext uri="{FF2B5EF4-FFF2-40B4-BE49-F238E27FC236}">
                  <a16:creationId xmlns:a16="http://schemas.microsoft.com/office/drawing/2014/main" id="{B73F4A9E-14BE-452E-937F-F72E2A0A6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522"/>
              <a:ext cx="7" cy="5"/>
            </a:xfrm>
            <a:custGeom>
              <a:avLst/>
              <a:gdLst>
                <a:gd name="T0" fmla="*/ 28 w 3"/>
                <a:gd name="T1" fmla="*/ 20 h 2"/>
                <a:gd name="T2" fmla="*/ 0 w 3"/>
                <a:gd name="T3" fmla="*/ 33 h 2"/>
                <a:gd name="T4" fmla="*/ 37 w 3"/>
                <a:gd name="T5" fmla="*/ 20 h 2"/>
                <a:gd name="T6" fmla="*/ 2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2" y="2"/>
                    <a:pt x="1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9" name="Freeform 964">
              <a:extLst>
                <a:ext uri="{FF2B5EF4-FFF2-40B4-BE49-F238E27FC236}">
                  <a16:creationId xmlns:a16="http://schemas.microsoft.com/office/drawing/2014/main" id="{0EDEBC79-E8B3-4481-A2E5-82F86BA44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542"/>
              <a:ext cx="7" cy="4"/>
            </a:xfrm>
            <a:custGeom>
              <a:avLst/>
              <a:gdLst>
                <a:gd name="T0" fmla="*/ 37 w 3"/>
                <a:gd name="T1" fmla="*/ 0 h 2"/>
                <a:gd name="T2" fmla="*/ 37 w 3"/>
                <a:gd name="T3" fmla="*/ 16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0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0" name="Freeform 965">
              <a:extLst>
                <a:ext uri="{FF2B5EF4-FFF2-40B4-BE49-F238E27FC236}">
                  <a16:creationId xmlns:a16="http://schemas.microsoft.com/office/drawing/2014/main" id="{60B2743F-F4FD-4165-A1B4-1C5B34EE7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532"/>
              <a:ext cx="5" cy="5"/>
            </a:xfrm>
            <a:custGeom>
              <a:avLst/>
              <a:gdLst>
                <a:gd name="T0" fmla="*/ 33 w 2"/>
                <a:gd name="T1" fmla="*/ 20 h 2"/>
                <a:gd name="T2" fmla="*/ 0 w 2"/>
                <a:gd name="T3" fmla="*/ 20 h 2"/>
                <a:gd name="T4" fmla="*/ 20 w 2"/>
                <a:gd name="T5" fmla="*/ 33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0" y="2"/>
                    <a:pt x="1" y="1"/>
                    <a:pt x="1" y="2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1" name="Freeform 966">
              <a:extLst>
                <a:ext uri="{FF2B5EF4-FFF2-40B4-BE49-F238E27FC236}">
                  <a16:creationId xmlns:a16="http://schemas.microsoft.com/office/drawing/2014/main" id="{1A6219DF-5D0C-4E39-B89A-69332125F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549"/>
              <a:ext cx="11" cy="12"/>
            </a:xfrm>
            <a:custGeom>
              <a:avLst/>
              <a:gdLst>
                <a:gd name="T0" fmla="*/ 33 w 5"/>
                <a:gd name="T1" fmla="*/ 12 h 5"/>
                <a:gd name="T2" fmla="*/ 0 w 5"/>
                <a:gd name="T3" fmla="*/ 12 h 5"/>
                <a:gd name="T4" fmla="*/ 4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1" y="5"/>
                    <a:pt x="5" y="4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2" name="Freeform 967">
              <a:extLst>
                <a:ext uri="{FF2B5EF4-FFF2-40B4-BE49-F238E27FC236}">
                  <a16:creationId xmlns:a16="http://schemas.microsoft.com/office/drawing/2014/main" id="{1E27FB64-5EB2-4263-B89A-F3B2AB8BB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544"/>
              <a:ext cx="7" cy="5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20 h 2"/>
                <a:gd name="T4" fmla="*/ 37 w 3"/>
                <a:gd name="T5" fmla="*/ 0 h 2"/>
                <a:gd name="T6" fmla="*/ 37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2"/>
                    <a:pt x="3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3" name="Freeform 968">
              <a:extLst>
                <a:ext uri="{FF2B5EF4-FFF2-40B4-BE49-F238E27FC236}">
                  <a16:creationId xmlns:a16="http://schemas.microsoft.com/office/drawing/2014/main" id="{64BAD680-4C1E-48D4-B962-8EA2C8EF4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561"/>
              <a:ext cx="6" cy="7"/>
            </a:xfrm>
            <a:custGeom>
              <a:avLst/>
              <a:gdLst>
                <a:gd name="T0" fmla="*/ 16 w 3"/>
                <a:gd name="T1" fmla="*/ 12 h 3"/>
                <a:gd name="T2" fmla="*/ 0 w 3"/>
                <a:gd name="T3" fmla="*/ 12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3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4" name="Freeform 969">
              <a:extLst>
                <a:ext uri="{FF2B5EF4-FFF2-40B4-BE49-F238E27FC236}">
                  <a16:creationId xmlns:a16="http://schemas.microsoft.com/office/drawing/2014/main" id="{8D8202FD-462B-406C-9195-39380EA00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556"/>
              <a:ext cx="9" cy="8"/>
            </a:xfrm>
            <a:custGeom>
              <a:avLst/>
              <a:gdLst>
                <a:gd name="T0" fmla="*/ 25 w 4"/>
                <a:gd name="T1" fmla="*/ 0 h 3"/>
                <a:gd name="T2" fmla="*/ 0 w 4"/>
                <a:gd name="T3" fmla="*/ 21 h 3"/>
                <a:gd name="T4" fmla="*/ 3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3"/>
                    <a:pt x="4" y="3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5" name="Freeform 970">
              <a:extLst>
                <a:ext uri="{FF2B5EF4-FFF2-40B4-BE49-F238E27FC236}">
                  <a16:creationId xmlns:a16="http://schemas.microsoft.com/office/drawing/2014/main" id="{44052D9B-AB2D-418B-927D-B6BD84903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568"/>
              <a:ext cx="4" cy="5"/>
            </a:xfrm>
            <a:custGeom>
              <a:avLst/>
              <a:gdLst>
                <a:gd name="T0" fmla="*/ 8 w 2"/>
                <a:gd name="T1" fmla="*/ 20 h 2"/>
                <a:gd name="T2" fmla="*/ 16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2"/>
                    <a:pt x="0" y="2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6" name="Freeform 971">
              <a:extLst>
                <a:ext uri="{FF2B5EF4-FFF2-40B4-BE49-F238E27FC236}">
                  <a16:creationId xmlns:a16="http://schemas.microsoft.com/office/drawing/2014/main" id="{64D8ADDE-D21B-4BB4-860B-D49EC1FDE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586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0 h 2"/>
                <a:gd name="T4" fmla="*/ 37 w 3"/>
                <a:gd name="T5" fmla="*/ 33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2"/>
                    <a:pt x="1" y="2"/>
                    <a:pt x="3" y="2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7" name="Freeform 972">
              <a:extLst>
                <a:ext uri="{FF2B5EF4-FFF2-40B4-BE49-F238E27FC236}">
                  <a16:creationId xmlns:a16="http://schemas.microsoft.com/office/drawing/2014/main" id="{5953FC17-3D01-442A-BFD7-70FE86768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573"/>
              <a:ext cx="4" cy="5"/>
            </a:xfrm>
            <a:custGeom>
              <a:avLst/>
              <a:gdLst>
                <a:gd name="T0" fmla="*/ 8 w 2"/>
                <a:gd name="T1" fmla="*/ 20 h 2"/>
                <a:gd name="T2" fmla="*/ 8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8" name="Freeform 973">
              <a:extLst>
                <a:ext uri="{FF2B5EF4-FFF2-40B4-BE49-F238E27FC236}">
                  <a16:creationId xmlns:a16="http://schemas.microsoft.com/office/drawing/2014/main" id="{E5BC6D58-6935-4823-A884-318EBCEC8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539"/>
              <a:ext cx="5" cy="5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0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9" name="Freeform 974">
              <a:extLst>
                <a:ext uri="{FF2B5EF4-FFF2-40B4-BE49-F238E27FC236}">
                  <a16:creationId xmlns:a16="http://schemas.microsoft.com/office/drawing/2014/main" id="{E921943D-A4F5-4F00-8B3F-5BBE4C4E5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544"/>
              <a:ext cx="7" cy="7"/>
            </a:xfrm>
            <a:custGeom>
              <a:avLst/>
              <a:gdLst>
                <a:gd name="T0" fmla="*/ 28 w 3"/>
                <a:gd name="T1" fmla="*/ 12 h 3"/>
                <a:gd name="T2" fmla="*/ 0 w 3"/>
                <a:gd name="T3" fmla="*/ 28 h 3"/>
                <a:gd name="T4" fmla="*/ 37 w 3"/>
                <a:gd name="T5" fmla="*/ 28 h 3"/>
                <a:gd name="T6" fmla="*/ 37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0" name="Freeform 975">
              <a:extLst>
                <a:ext uri="{FF2B5EF4-FFF2-40B4-BE49-F238E27FC236}">
                  <a16:creationId xmlns:a16="http://schemas.microsoft.com/office/drawing/2014/main" id="{88504E8C-6D33-4AE8-B707-4535311FE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532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0 w 3"/>
                <a:gd name="T3" fmla="*/ 28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1" name="Freeform 976">
              <a:extLst>
                <a:ext uri="{FF2B5EF4-FFF2-40B4-BE49-F238E27FC236}">
                  <a16:creationId xmlns:a16="http://schemas.microsoft.com/office/drawing/2014/main" id="{5CA4038B-4E57-44A9-80E1-53ADB0587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517"/>
              <a:ext cx="7" cy="7"/>
            </a:xfrm>
            <a:custGeom>
              <a:avLst/>
              <a:gdLst>
                <a:gd name="T0" fmla="*/ 28 w 3"/>
                <a:gd name="T1" fmla="*/ 12 h 3"/>
                <a:gd name="T2" fmla="*/ 0 w 3"/>
                <a:gd name="T3" fmla="*/ 28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2" name="Freeform 977">
              <a:extLst>
                <a:ext uri="{FF2B5EF4-FFF2-40B4-BE49-F238E27FC236}">
                  <a16:creationId xmlns:a16="http://schemas.microsoft.com/office/drawing/2014/main" id="{63CA5DF6-5E6E-4C69-85FC-B9C02DC20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51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33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3" name="Freeform 978">
              <a:extLst>
                <a:ext uri="{FF2B5EF4-FFF2-40B4-BE49-F238E27FC236}">
                  <a16:creationId xmlns:a16="http://schemas.microsoft.com/office/drawing/2014/main" id="{BFF8573C-B4E0-46D2-AC9A-241E268F2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529"/>
              <a:ext cx="9" cy="8"/>
            </a:xfrm>
            <a:custGeom>
              <a:avLst/>
              <a:gdLst>
                <a:gd name="T0" fmla="*/ 25 w 4"/>
                <a:gd name="T1" fmla="*/ 21 h 3"/>
                <a:gd name="T2" fmla="*/ 0 w 4"/>
                <a:gd name="T3" fmla="*/ 35 h 3"/>
                <a:gd name="T4" fmla="*/ 11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4" name="Freeform 979">
              <a:extLst>
                <a:ext uri="{FF2B5EF4-FFF2-40B4-BE49-F238E27FC236}">
                  <a16:creationId xmlns:a16="http://schemas.microsoft.com/office/drawing/2014/main" id="{1893242E-F7AE-4484-B7DB-F89390C11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512"/>
              <a:ext cx="5" cy="3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27 h 1"/>
                <a:gd name="T4" fmla="*/ 33 w 2"/>
                <a:gd name="T5" fmla="*/ 0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5" name="Freeform 980">
              <a:extLst>
                <a:ext uri="{FF2B5EF4-FFF2-40B4-BE49-F238E27FC236}">
                  <a16:creationId xmlns:a16="http://schemas.microsoft.com/office/drawing/2014/main" id="{18F3A795-AC7B-442E-A34E-1EE8EE63A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527"/>
              <a:ext cx="7" cy="7"/>
            </a:xfrm>
            <a:custGeom>
              <a:avLst/>
              <a:gdLst>
                <a:gd name="T0" fmla="*/ 37 w 3"/>
                <a:gd name="T1" fmla="*/ 12 h 3"/>
                <a:gd name="T2" fmla="*/ 0 w 3"/>
                <a:gd name="T3" fmla="*/ 28 h 3"/>
                <a:gd name="T4" fmla="*/ 37 w 3"/>
                <a:gd name="T5" fmla="*/ 12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1" y="3"/>
                    <a:pt x="3" y="2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6" name="Freeform 981">
              <a:extLst>
                <a:ext uri="{FF2B5EF4-FFF2-40B4-BE49-F238E27FC236}">
                  <a16:creationId xmlns:a16="http://schemas.microsoft.com/office/drawing/2014/main" id="{AAEADBA6-FE73-49F5-9EF3-14A59AF3A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495"/>
              <a:ext cx="5" cy="2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8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7" name="Freeform 982">
              <a:extLst>
                <a:ext uri="{FF2B5EF4-FFF2-40B4-BE49-F238E27FC236}">
                  <a16:creationId xmlns:a16="http://schemas.microsoft.com/office/drawing/2014/main" id="{BF9A12CF-4920-4EE7-880A-164430E01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2598"/>
              <a:ext cx="108" cy="37"/>
            </a:xfrm>
            <a:custGeom>
              <a:avLst/>
              <a:gdLst>
                <a:gd name="T0" fmla="*/ 0 w 47"/>
                <a:gd name="T1" fmla="*/ 224 h 15"/>
                <a:gd name="T2" fmla="*/ 244 w 47"/>
                <a:gd name="T3" fmla="*/ 165 h 15"/>
                <a:gd name="T4" fmla="*/ 570 w 47"/>
                <a:gd name="T5" fmla="*/ 224 h 15"/>
                <a:gd name="T6" fmla="*/ 375 w 47"/>
                <a:gd name="T7" fmla="*/ 74 h 15"/>
                <a:gd name="T8" fmla="*/ 216 w 47"/>
                <a:gd name="T9" fmla="*/ 12 h 15"/>
                <a:gd name="T10" fmla="*/ 0 w 47"/>
                <a:gd name="T11" fmla="*/ 22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5">
                  <a:moveTo>
                    <a:pt x="0" y="15"/>
                  </a:moveTo>
                  <a:cubicBezTo>
                    <a:pt x="6" y="14"/>
                    <a:pt x="13" y="11"/>
                    <a:pt x="20" y="11"/>
                  </a:cubicBezTo>
                  <a:cubicBezTo>
                    <a:pt x="30" y="10"/>
                    <a:pt x="37" y="13"/>
                    <a:pt x="47" y="15"/>
                  </a:cubicBezTo>
                  <a:cubicBezTo>
                    <a:pt x="42" y="13"/>
                    <a:pt x="37" y="7"/>
                    <a:pt x="31" y="5"/>
                  </a:cubicBezTo>
                  <a:cubicBezTo>
                    <a:pt x="27" y="3"/>
                    <a:pt x="23" y="0"/>
                    <a:pt x="18" y="1"/>
                  </a:cubicBezTo>
                  <a:cubicBezTo>
                    <a:pt x="9" y="2"/>
                    <a:pt x="3" y="7"/>
                    <a:pt x="0" y="15"/>
                  </a:cubicBezTo>
                </a:path>
              </a:pathLst>
            </a:custGeom>
            <a:solidFill>
              <a:srgbClr val="F5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8" name="Freeform 983">
              <a:extLst>
                <a:ext uri="{FF2B5EF4-FFF2-40B4-BE49-F238E27FC236}">
                  <a16:creationId xmlns:a16="http://schemas.microsoft.com/office/drawing/2014/main" id="{F1F1BDC9-526F-4DC1-A281-E775F9D75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669"/>
              <a:ext cx="78" cy="42"/>
            </a:xfrm>
            <a:custGeom>
              <a:avLst/>
              <a:gdLst>
                <a:gd name="T0" fmla="*/ 0 w 34"/>
                <a:gd name="T1" fmla="*/ 257 h 17"/>
                <a:gd name="T2" fmla="*/ 411 w 34"/>
                <a:gd name="T3" fmla="*/ 104 h 17"/>
                <a:gd name="T4" fmla="*/ 11 w 34"/>
                <a:gd name="T5" fmla="*/ 19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7">
                  <a:moveTo>
                    <a:pt x="0" y="17"/>
                  </a:moveTo>
                  <a:cubicBezTo>
                    <a:pt x="10" y="9"/>
                    <a:pt x="23" y="11"/>
                    <a:pt x="34" y="7"/>
                  </a:cubicBezTo>
                  <a:cubicBezTo>
                    <a:pt x="21" y="0"/>
                    <a:pt x="12" y="3"/>
                    <a:pt x="1" y="13"/>
                  </a:cubicBezTo>
                </a:path>
              </a:pathLst>
            </a:custGeom>
            <a:solidFill>
              <a:srgbClr val="F5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9" name="Freeform 984">
              <a:extLst>
                <a:ext uri="{FF2B5EF4-FFF2-40B4-BE49-F238E27FC236}">
                  <a16:creationId xmlns:a16="http://schemas.microsoft.com/office/drawing/2014/main" id="{26B3C5D3-4F07-4862-A8DA-B8688EA2F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346"/>
              <a:ext cx="12" cy="27"/>
            </a:xfrm>
            <a:custGeom>
              <a:avLst/>
              <a:gdLst>
                <a:gd name="T0" fmla="*/ 0 w 5"/>
                <a:gd name="T1" fmla="*/ 103 h 11"/>
                <a:gd name="T2" fmla="*/ 0 w 5"/>
                <a:gd name="T3" fmla="*/ 150 h 11"/>
                <a:gd name="T4" fmla="*/ 41 w 5"/>
                <a:gd name="T5" fmla="*/ 0 h 11"/>
                <a:gd name="T6" fmla="*/ 29 w 5"/>
                <a:gd name="T7" fmla="*/ 2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1">
                  <a:moveTo>
                    <a:pt x="0" y="7"/>
                  </a:moveTo>
                  <a:cubicBezTo>
                    <a:pt x="0" y="8"/>
                    <a:pt x="0" y="9"/>
                    <a:pt x="0" y="10"/>
                  </a:cubicBezTo>
                  <a:cubicBezTo>
                    <a:pt x="5" y="11"/>
                    <a:pt x="5" y="3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0" name="Freeform 985">
              <a:extLst>
                <a:ext uri="{FF2B5EF4-FFF2-40B4-BE49-F238E27FC236}">
                  <a16:creationId xmlns:a16="http://schemas.microsoft.com/office/drawing/2014/main" id="{F9D6223A-E9CC-467D-A9CC-712343BDA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51"/>
              <a:ext cx="28" cy="32"/>
            </a:xfrm>
            <a:custGeom>
              <a:avLst/>
              <a:gdLst>
                <a:gd name="T0" fmla="*/ 65 w 12"/>
                <a:gd name="T1" fmla="*/ 74 h 13"/>
                <a:gd name="T2" fmla="*/ 65 w 12"/>
                <a:gd name="T3" fmla="*/ 194 h 13"/>
                <a:gd name="T4" fmla="*/ 65 w 12"/>
                <a:gd name="T5" fmla="*/ 7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5" y="5"/>
                  </a:moveTo>
                  <a:cubicBezTo>
                    <a:pt x="2" y="7"/>
                    <a:pt x="0" y="12"/>
                    <a:pt x="5" y="13"/>
                  </a:cubicBezTo>
                  <a:cubicBezTo>
                    <a:pt x="10" y="13"/>
                    <a:pt x="12" y="0"/>
                    <a:pt x="5" y="5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1" name="Freeform 986">
              <a:extLst>
                <a:ext uri="{FF2B5EF4-FFF2-40B4-BE49-F238E27FC236}">
                  <a16:creationId xmlns:a16="http://schemas.microsoft.com/office/drawing/2014/main" id="{C25C4E23-DCAF-455A-A8EB-DF139CC75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2248"/>
              <a:ext cx="20" cy="22"/>
            </a:xfrm>
            <a:custGeom>
              <a:avLst/>
              <a:gdLst>
                <a:gd name="T0" fmla="*/ 44 w 9"/>
                <a:gd name="T1" fmla="*/ 42 h 9"/>
                <a:gd name="T2" fmla="*/ 9 w 9"/>
                <a:gd name="T3" fmla="*/ 132 h 9"/>
                <a:gd name="T4" fmla="*/ 98 w 9"/>
                <a:gd name="T5" fmla="*/ 59 h 9"/>
                <a:gd name="T6" fmla="*/ 36 w 9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4" y="3"/>
                  </a:moveTo>
                  <a:cubicBezTo>
                    <a:pt x="2" y="4"/>
                    <a:pt x="0" y="6"/>
                    <a:pt x="1" y="9"/>
                  </a:cubicBezTo>
                  <a:cubicBezTo>
                    <a:pt x="4" y="9"/>
                    <a:pt x="9" y="7"/>
                    <a:pt x="9" y="4"/>
                  </a:cubicBezTo>
                  <a:cubicBezTo>
                    <a:pt x="9" y="0"/>
                    <a:pt x="5" y="0"/>
                    <a:pt x="3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2" name="Freeform 987">
              <a:extLst>
                <a:ext uri="{FF2B5EF4-FFF2-40B4-BE49-F238E27FC236}">
                  <a16:creationId xmlns:a16="http://schemas.microsoft.com/office/drawing/2014/main" id="{E80AE5A7-62E1-452D-9AD7-10F2069A1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196"/>
              <a:ext cx="26" cy="20"/>
            </a:xfrm>
            <a:custGeom>
              <a:avLst/>
              <a:gdLst>
                <a:gd name="T0" fmla="*/ 78 w 11"/>
                <a:gd name="T1" fmla="*/ 33 h 8"/>
                <a:gd name="T2" fmla="*/ 66 w 11"/>
                <a:gd name="T3" fmla="*/ 113 h 8"/>
                <a:gd name="T4" fmla="*/ 78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6" y="2"/>
                  </a:moveTo>
                  <a:cubicBezTo>
                    <a:pt x="2" y="3"/>
                    <a:pt x="0" y="8"/>
                    <a:pt x="5" y="7"/>
                  </a:cubicBezTo>
                  <a:cubicBezTo>
                    <a:pt x="9" y="6"/>
                    <a:pt x="11" y="0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3" name="Freeform 988">
              <a:extLst>
                <a:ext uri="{FF2B5EF4-FFF2-40B4-BE49-F238E27FC236}">
                  <a16:creationId xmlns:a16="http://schemas.microsoft.com/office/drawing/2014/main" id="{21037DE3-A794-48B4-BCBC-1DDD7FBC8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142"/>
              <a:ext cx="39" cy="30"/>
            </a:xfrm>
            <a:custGeom>
              <a:avLst/>
              <a:gdLst>
                <a:gd name="T0" fmla="*/ 131 w 17"/>
                <a:gd name="T1" fmla="*/ 20 h 12"/>
                <a:gd name="T2" fmla="*/ 73 w 17"/>
                <a:gd name="T3" fmla="*/ 158 h 12"/>
                <a:gd name="T4" fmla="*/ 147 w 1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11" y="1"/>
                  </a:moveTo>
                  <a:cubicBezTo>
                    <a:pt x="8" y="2"/>
                    <a:pt x="0" y="6"/>
                    <a:pt x="6" y="10"/>
                  </a:cubicBezTo>
                  <a:cubicBezTo>
                    <a:pt x="10" y="12"/>
                    <a:pt x="17" y="3"/>
                    <a:pt x="1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4" name="Freeform 989">
              <a:extLst>
                <a:ext uri="{FF2B5EF4-FFF2-40B4-BE49-F238E27FC236}">
                  <a16:creationId xmlns:a16="http://schemas.microsoft.com/office/drawing/2014/main" id="{F2751B7C-A22E-4E7E-AB21-F3EED34B3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483"/>
              <a:ext cx="14" cy="25"/>
            </a:xfrm>
            <a:custGeom>
              <a:avLst/>
              <a:gdLst>
                <a:gd name="T0" fmla="*/ 28 w 6"/>
                <a:gd name="T1" fmla="*/ 33 h 10"/>
                <a:gd name="T2" fmla="*/ 37 w 6"/>
                <a:gd name="T3" fmla="*/ 158 h 10"/>
                <a:gd name="T4" fmla="*/ 37 w 6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2" y="2"/>
                  </a:moveTo>
                  <a:cubicBezTo>
                    <a:pt x="1" y="4"/>
                    <a:pt x="0" y="8"/>
                    <a:pt x="3" y="10"/>
                  </a:cubicBezTo>
                  <a:cubicBezTo>
                    <a:pt x="6" y="8"/>
                    <a:pt x="6" y="0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5" name="Freeform 990">
              <a:extLst>
                <a:ext uri="{FF2B5EF4-FFF2-40B4-BE49-F238E27FC236}">
                  <a16:creationId xmlns:a16="http://schemas.microsoft.com/office/drawing/2014/main" id="{27A8E003-E56B-43DC-816C-0A88CBF0E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640"/>
              <a:ext cx="11" cy="22"/>
            </a:xfrm>
            <a:custGeom>
              <a:avLst/>
              <a:gdLst>
                <a:gd name="T0" fmla="*/ 9 w 5"/>
                <a:gd name="T1" fmla="*/ 0 h 9"/>
                <a:gd name="T2" fmla="*/ 33 w 5"/>
                <a:gd name="T3" fmla="*/ 132 h 9"/>
                <a:gd name="T4" fmla="*/ 9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3"/>
                    <a:pt x="0" y="7"/>
                    <a:pt x="3" y="9"/>
                  </a:cubicBezTo>
                  <a:cubicBezTo>
                    <a:pt x="5" y="7"/>
                    <a:pt x="5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6" name="Freeform 991">
              <a:extLst>
                <a:ext uri="{FF2B5EF4-FFF2-40B4-BE49-F238E27FC236}">
                  <a16:creationId xmlns:a16="http://schemas.microsoft.com/office/drawing/2014/main" id="{7B219FB9-B03B-4D12-9069-1E4DAE071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777"/>
              <a:ext cx="14" cy="22"/>
            </a:xfrm>
            <a:custGeom>
              <a:avLst/>
              <a:gdLst>
                <a:gd name="T0" fmla="*/ 12 w 6"/>
                <a:gd name="T1" fmla="*/ 12 h 9"/>
                <a:gd name="T2" fmla="*/ 37 w 6"/>
                <a:gd name="T3" fmla="*/ 132 h 9"/>
                <a:gd name="T4" fmla="*/ 37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1"/>
                  </a:moveTo>
                  <a:cubicBezTo>
                    <a:pt x="1" y="4"/>
                    <a:pt x="0" y="8"/>
                    <a:pt x="3" y="9"/>
                  </a:cubicBezTo>
                  <a:cubicBezTo>
                    <a:pt x="6" y="7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7" name="Freeform 992">
              <a:extLst>
                <a:ext uri="{FF2B5EF4-FFF2-40B4-BE49-F238E27FC236}">
                  <a16:creationId xmlns:a16="http://schemas.microsoft.com/office/drawing/2014/main" id="{7F1B4BE0-D5AB-4EAE-91E6-C7965412E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755"/>
              <a:ext cx="21" cy="32"/>
            </a:xfrm>
            <a:custGeom>
              <a:avLst/>
              <a:gdLst>
                <a:gd name="T0" fmla="*/ 28 w 9"/>
                <a:gd name="T1" fmla="*/ 0 h 13"/>
                <a:gd name="T2" fmla="*/ 37 w 9"/>
                <a:gd name="T3" fmla="*/ 182 h 13"/>
                <a:gd name="T4" fmla="*/ 49 w 9"/>
                <a:gd name="T5" fmla="*/ 0 h 13"/>
                <a:gd name="T6" fmla="*/ 28 w 9"/>
                <a:gd name="T7" fmla="*/ 3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1" y="2"/>
                    <a:pt x="0" y="12"/>
                    <a:pt x="3" y="12"/>
                  </a:cubicBezTo>
                  <a:cubicBezTo>
                    <a:pt x="9" y="13"/>
                    <a:pt x="6" y="2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8" name="Freeform 993">
              <a:extLst>
                <a:ext uri="{FF2B5EF4-FFF2-40B4-BE49-F238E27FC236}">
                  <a16:creationId xmlns:a16="http://schemas.microsoft.com/office/drawing/2014/main" id="{480D4E74-49E0-4CDE-9FB2-AF71A9546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875"/>
              <a:ext cx="21" cy="27"/>
            </a:xfrm>
            <a:custGeom>
              <a:avLst/>
              <a:gdLst>
                <a:gd name="T0" fmla="*/ 12 w 9"/>
                <a:gd name="T1" fmla="*/ 29 h 11"/>
                <a:gd name="T2" fmla="*/ 49 w 9"/>
                <a:gd name="T3" fmla="*/ 162 h 11"/>
                <a:gd name="T4" fmla="*/ 37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2"/>
                  </a:moveTo>
                  <a:cubicBezTo>
                    <a:pt x="0" y="4"/>
                    <a:pt x="0" y="11"/>
                    <a:pt x="4" y="11"/>
                  </a:cubicBezTo>
                  <a:cubicBezTo>
                    <a:pt x="9" y="10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9" name="Freeform 994">
              <a:extLst>
                <a:ext uri="{FF2B5EF4-FFF2-40B4-BE49-F238E27FC236}">
                  <a16:creationId xmlns:a16="http://schemas.microsoft.com/office/drawing/2014/main" id="{FEA96A6F-AB2B-46FD-9A59-FFE84A0FA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863"/>
              <a:ext cx="11" cy="20"/>
            </a:xfrm>
            <a:custGeom>
              <a:avLst/>
              <a:gdLst>
                <a:gd name="T0" fmla="*/ 0 w 5"/>
                <a:gd name="T1" fmla="*/ 50 h 8"/>
                <a:gd name="T2" fmla="*/ 33 w 5"/>
                <a:gd name="T3" fmla="*/ 125 h 8"/>
                <a:gd name="T4" fmla="*/ 20 w 5"/>
                <a:gd name="T5" fmla="*/ 0 h 8"/>
                <a:gd name="T6" fmla="*/ 9 w 5"/>
                <a:gd name="T7" fmla="*/ 3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5" y="5"/>
                    <a:pt x="4" y="1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0" name="Freeform 995">
              <a:extLst>
                <a:ext uri="{FF2B5EF4-FFF2-40B4-BE49-F238E27FC236}">
                  <a16:creationId xmlns:a16="http://schemas.microsoft.com/office/drawing/2014/main" id="{1840E963-579B-44A7-9AE4-AB91A5273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976"/>
              <a:ext cx="28" cy="37"/>
            </a:xfrm>
            <a:custGeom>
              <a:avLst/>
              <a:gdLst>
                <a:gd name="T0" fmla="*/ 0 w 12"/>
                <a:gd name="T1" fmla="*/ 0 h 15"/>
                <a:gd name="T2" fmla="*/ 28 w 1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5" y="15"/>
                    <a:pt x="12" y="3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1" name="Freeform 996">
              <a:extLst>
                <a:ext uri="{FF2B5EF4-FFF2-40B4-BE49-F238E27FC236}">
                  <a16:creationId xmlns:a16="http://schemas.microsoft.com/office/drawing/2014/main" id="{E0D819CC-3DD4-4185-A550-837847738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3076"/>
              <a:ext cx="23" cy="25"/>
            </a:xfrm>
            <a:custGeom>
              <a:avLst/>
              <a:gdLst>
                <a:gd name="T0" fmla="*/ 0 w 10"/>
                <a:gd name="T1" fmla="*/ 33 h 10"/>
                <a:gd name="T2" fmla="*/ 85 w 10"/>
                <a:gd name="T3" fmla="*/ 145 h 10"/>
                <a:gd name="T4" fmla="*/ 12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1" y="5"/>
                    <a:pt x="3" y="10"/>
                    <a:pt x="7" y="9"/>
                  </a:cubicBezTo>
                  <a:cubicBezTo>
                    <a:pt x="10" y="5"/>
                    <a:pt x="5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2" name="Freeform 997">
              <a:extLst>
                <a:ext uri="{FF2B5EF4-FFF2-40B4-BE49-F238E27FC236}">
                  <a16:creationId xmlns:a16="http://schemas.microsoft.com/office/drawing/2014/main" id="{76CCAC68-6D1E-4FF0-8677-A6BC09867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3071"/>
              <a:ext cx="25" cy="37"/>
            </a:xfrm>
            <a:custGeom>
              <a:avLst/>
              <a:gdLst>
                <a:gd name="T0" fmla="*/ 0 w 11"/>
                <a:gd name="T1" fmla="*/ 30 h 15"/>
                <a:gd name="T2" fmla="*/ 11 w 11"/>
                <a:gd name="T3" fmla="*/ 1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2"/>
                  </a:moveTo>
                  <a:cubicBezTo>
                    <a:pt x="4" y="15"/>
                    <a:pt x="11" y="0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3" name="Freeform 998">
              <a:extLst>
                <a:ext uri="{FF2B5EF4-FFF2-40B4-BE49-F238E27FC236}">
                  <a16:creationId xmlns:a16="http://schemas.microsoft.com/office/drawing/2014/main" id="{7743E281-A662-4891-A230-54B59332F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157"/>
              <a:ext cx="30" cy="20"/>
            </a:xfrm>
            <a:custGeom>
              <a:avLst/>
              <a:gdLst>
                <a:gd name="T0" fmla="*/ 48 w 13"/>
                <a:gd name="T1" fmla="*/ 33 h 8"/>
                <a:gd name="T2" fmla="*/ 12 w 13"/>
                <a:gd name="T3" fmla="*/ 83 h 8"/>
                <a:gd name="T4" fmla="*/ 159 w 13"/>
                <a:gd name="T5" fmla="*/ 125 h 8"/>
                <a:gd name="T6" fmla="*/ 74 w 13"/>
                <a:gd name="T7" fmla="*/ 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4" y="2"/>
                  </a:moveTo>
                  <a:cubicBezTo>
                    <a:pt x="1" y="0"/>
                    <a:pt x="0" y="2"/>
                    <a:pt x="1" y="5"/>
                  </a:cubicBezTo>
                  <a:cubicBezTo>
                    <a:pt x="2" y="7"/>
                    <a:pt x="10" y="8"/>
                    <a:pt x="13" y="8"/>
                  </a:cubicBezTo>
                  <a:cubicBezTo>
                    <a:pt x="11" y="5"/>
                    <a:pt x="8" y="3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4" name="Freeform 999">
              <a:extLst>
                <a:ext uri="{FF2B5EF4-FFF2-40B4-BE49-F238E27FC236}">
                  <a16:creationId xmlns:a16="http://schemas.microsoft.com/office/drawing/2014/main" id="{109CE22B-5DFE-4B8C-AF2F-DA9620D6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966"/>
              <a:ext cx="16" cy="27"/>
            </a:xfrm>
            <a:custGeom>
              <a:avLst/>
              <a:gdLst>
                <a:gd name="T0" fmla="*/ 0 w 7"/>
                <a:gd name="T1" fmla="*/ 12 h 11"/>
                <a:gd name="T2" fmla="*/ 57 w 7"/>
                <a:gd name="T3" fmla="*/ 162 h 11"/>
                <a:gd name="T4" fmla="*/ 11 w 7"/>
                <a:gd name="T5" fmla="*/ 0 h 11"/>
                <a:gd name="T6" fmla="*/ 0 w 7"/>
                <a:gd name="T7" fmla="*/ 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0" y="1"/>
                  </a:moveTo>
                  <a:cubicBezTo>
                    <a:pt x="0" y="5"/>
                    <a:pt x="1" y="10"/>
                    <a:pt x="5" y="11"/>
                  </a:cubicBezTo>
                  <a:cubicBezTo>
                    <a:pt x="7" y="8"/>
                    <a:pt x="4" y="1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5" name="Freeform 1000">
              <a:extLst>
                <a:ext uri="{FF2B5EF4-FFF2-40B4-BE49-F238E27FC236}">
                  <a16:creationId xmlns:a16="http://schemas.microsoft.com/office/drawing/2014/main" id="{B1DA4AC9-3181-4936-A01D-D29D069F8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652"/>
              <a:ext cx="14" cy="27"/>
            </a:xfrm>
            <a:custGeom>
              <a:avLst/>
              <a:gdLst>
                <a:gd name="T0" fmla="*/ 12 w 6"/>
                <a:gd name="T1" fmla="*/ 42 h 11"/>
                <a:gd name="T2" fmla="*/ 28 w 6"/>
                <a:gd name="T3" fmla="*/ 162 h 11"/>
                <a:gd name="T4" fmla="*/ 12 w 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1" y="3"/>
                  </a:moveTo>
                  <a:cubicBezTo>
                    <a:pt x="0" y="6"/>
                    <a:pt x="0" y="9"/>
                    <a:pt x="2" y="11"/>
                  </a:cubicBezTo>
                  <a:cubicBezTo>
                    <a:pt x="6" y="10"/>
                    <a:pt x="6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6" name="Freeform 1001">
              <a:extLst>
                <a:ext uri="{FF2B5EF4-FFF2-40B4-BE49-F238E27FC236}">
                  <a16:creationId xmlns:a16="http://schemas.microsoft.com/office/drawing/2014/main" id="{8F667A5F-11B1-4B41-85D8-B489E9352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515"/>
              <a:ext cx="20" cy="27"/>
            </a:xfrm>
            <a:custGeom>
              <a:avLst/>
              <a:gdLst>
                <a:gd name="T0" fmla="*/ 44 w 9"/>
                <a:gd name="T1" fmla="*/ 12 h 11"/>
                <a:gd name="T2" fmla="*/ 64 w 9"/>
                <a:gd name="T3" fmla="*/ 133 h 11"/>
                <a:gd name="T4" fmla="*/ 44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1"/>
                  </a:moveTo>
                  <a:cubicBezTo>
                    <a:pt x="2" y="3"/>
                    <a:pt x="0" y="11"/>
                    <a:pt x="6" y="9"/>
                  </a:cubicBezTo>
                  <a:cubicBezTo>
                    <a:pt x="9" y="8"/>
                    <a:pt x="7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7" name="Freeform 1002">
              <a:extLst>
                <a:ext uri="{FF2B5EF4-FFF2-40B4-BE49-F238E27FC236}">
                  <a16:creationId xmlns:a16="http://schemas.microsoft.com/office/drawing/2014/main" id="{EF906095-93FA-426D-B88C-40A13B1A6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091"/>
              <a:ext cx="34" cy="24"/>
            </a:xfrm>
            <a:custGeom>
              <a:avLst/>
              <a:gdLst>
                <a:gd name="T0" fmla="*/ 93 w 15"/>
                <a:gd name="T1" fmla="*/ 58 h 10"/>
                <a:gd name="T2" fmla="*/ 57 w 15"/>
                <a:gd name="T3" fmla="*/ 139 h 10"/>
                <a:gd name="T4" fmla="*/ 93 w 15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8" y="4"/>
                  </a:moveTo>
                  <a:cubicBezTo>
                    <a:pt x="5" y="5"/>
                    <a:pt x="0" y="9"/>
                    <a:pt x="5" y="10"/>
                  </a:cubicBezTo>
                  <a:cubicBezTo>
                    <a:pt x="10" y="10"/>
                    <a:pt x="15" y="0"/>
                    <a:pt x="8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8" name="Freeform 1003">
              <a:extLst>
                <a:ext uri="{FF2B5EF4-FFF2-40B4-BE49-F238E27FC236}">
                  <a16:creationId xmlns:a16="http://schemas.microsoft.com/office/drawing/2014/main" id="{C4C3E6E3-010D-416E-974F-74565A527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2066"/>
              <a:ext cx="32" cy="20"/>
            </a:xfrm>
            <a:custGeom>
              <a:avLst/>
              <a:gdLst>
                <a:gd name="T0" fmla="*/ 85 w 14"/>
                <a:gd name="T1" fmla="*/ 20 h 8"/>
                <a:gd name="T2" fmla="*/ 0 w 14"/>
                <a:gd name="T3" fmla="*/ 113 h 8"/>
                <a:gd name="T4" fmla="*/ 110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7" y="1"/>
                  </a:moveTo>
                  <a:cubicBezTo>
                    <a:pt x="4" y="2"/>
                    <a:pt x="0" y="3"/>
                    <a:pt x="0" y="7"/>
                  </a:cubicBezTo>
                  <a:cubicBezTo>
                    <a:pt x="4" y="8"/>
                    <a:pt x="14" y="4"/>
                    <a:pt x="9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9" name="Freeform 1004">
              <a:extLst>
                <a:ext uri="{FF2B5EF4-FFF2-40B4-BE49-F238E27FC236}">
                  <a16:creationId xmlns:a16="http://schemas.microsoft.com/office/drawing/2014/main" id="{07E1F52C-755C-4EA3-BDE1-0CA046F0E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020"/>
              <a:ext cx="26" cy="17"/>
            </a:xfrm>
            <a:custGeom>
              <a:avLst/>
              <a:gdLst>
                <a:gd name="T0" fmla="*/ 40 w 11"/>
                <a:gd name="T1" fmla="*/ 29 h 7"/>
                <a:gd name="T2" fmla="*/ 0 w 11"/>
                <a:gd name="T3" fmla="*/ 58 h 7"/>
                <a:gd name="T4" fmla="*/ 106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3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7"/>
                    <a:pt x="11" y="4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0" name="Freeform 1005">
              <a:extLst>
                <a:ext uri="{FF2B5EF4-FFF2-40B4-BE49-F238E27FC236}">
                  <a16:creationId xmlns:a16="http://schemas.microsoft.com/office/drawing/2014/main" id="{C8FCA683-0077-47D1-868C-8182FC3D0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958"/>
              <a:ext cx="21" cy="15"/>
            </a:xfrm>
            <a:custGeom>
              <a:avLst/>
              <a:gdLst>
                <a:gd name="T0" fmla="*/ 65 w 9"/>
                <a:gd name="T1" fmla="*/ 20 h 6"/>
                <a:gd name="T2" fmla="*/ 0 w 9"/>
                <a:gd name="T3" fmla="*/ 50 h 6"/>
                <a:gd name="T4" fmla="*/ 114 w 9"/>
                <a:gd name="T5" fmla="*/ 50 h 6"/>
                <a:gd name="T6" fmla="*/ 77 w 9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5" y="1"/>
                  </a:moveTo>
                  <a:cubicBezTo>
                    <a:pt x="3" y="1"/>
                    <a:pt x="2" y="2"/>
                    <a:pt x="0" y="3"/>
                  </a:cubicBezTo>
                  <a:cubicBezTo>
                    <a:pt x="1" y="6"/>
                    <a:pt x="7" y="4"/>
                    <a:pt x="9" y="3"/>
                  </a:cubicBezTo>
                  <a:cubicBezTo>
                    <a:pt x="9" y="0"/>
                    <a:pt x="8" y="1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1" name="Freeform 1006">
              <a:extLst>
                <a:ext uri="{FF2B5EF4-FFF2-40B4-BE49-F238E27FC236}">
                  <a16:creationId xmlns:a16="http://schemas.microsoft.com/office/drawing/2014/main" id="{7B53EB34-29E8-42FF-9A8F-FEEB43C4E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988"/>
              <a:ext cx="42" cy="22"/>
            </a:xfrm>
            <a:custGeom>
              <a:avLst/>
              <a:gdLst>
                <a:gd name="T0" fmla="*/ 163 w 18"/>
                <a:gd name="T1" fmla="*/ 0 h 9"/>
                <a:gd name="T2" fmla="*/ 65 w 18"/>
                <a:gd name="T3" fmla="*/ 90 h 9"/>
                <a:gd name="T4" fmla="*/ 152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13" y="0"/>
                  </a:moveTo>
                  <a:cubicBezTo>
                    <a:pt x="11" y="0"/>
                    <a:pt x="0" y="2"/>
                    <a:pt x="5" y="6"/>
                  </a:cubicBezTo>
                  <a:cubicBezTo>
                    <a:pt x="8" y="9"/>
                    <a:pt x="18" y="2"/>
                    <a:pt x="1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2" name="Freeform 1007">
              <a:extLst>
                <a:ext uri="{FF2B5EF4-FFF2-40B4-BE49-F238E27FC236}">
                  <a16:creationId xmlns:a16="http://schemas.microsoft.com/office/drawing/2014/main" id="{F1DCBE44-9F08-469D-943A-F77A3A7E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946"/>
              <a:ext cx="62" cy="20"/>
            </a:xfrm>
            <a:custGeom>
              <a:avLst/>
              <a:gdLst>
                <a:gd name="T0" fmla="*/ 195 w 27"/>
                <a:gd name="T1" fmla="*/ 20 h 8"/>
                <a:gd name="T2" fmla="*/ 207 w 2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16" y="1"/>
                  </a:moveTo>
                  <a:cubicBezTo>
                    <a:pt x="0" y="3"/>
                    <a:pt x="27" y="8"/>
                    <a:pt x="1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3" name="Freeform 1008">
              <a:extLst>
                <a:ext uri="{FF2B5EF4-FFF2-40B4-BE49-F238E27FC236}">
                  <a16:creationId xmlns:a16="http://schemas.microsoft.com/office/drawing/2014/main" id="{7DC9DD74-BB73-4336-96BC-691DC21F9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887"/>
              <a:ext cx="25" cy="17"/>
            </a:xfrm>
            <a:custGeom>
              <a:avLst/>
              <a:gdLst>
                <a:gd name="T0" fmla="*/ 82 w 11"/>
                <a:gd name="T1" fmla="*/ 0 h 7"/>
                <a:gd name="T2" fmla="*/ 0 w 11"/>
                <a:gd name="T3" fmla="*/ 41 h 7"/>
                <a:gd name="T4" fmla="*/ 130 w 11"/>
                <a:gd name="T5" fmla="*/ 41 h 7"/>
                <a:gd name="T6" fmla="*/ 93 w 11"/>
                <a:gd name="T7" fmla="*/ 1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7" y="0"/>
                  </a:moveTo>
                  <a:cubicBezTo>
                    <a:pt x="4" y="0"/>
                    <a:pt x="1" y="0"/>
                    <a:pt x="0" y="3"/>
                  </a:cubicBezTo>
                  <a:cubicBezTo>
                    <a:pt x="2" y="6"/>
                    <a:pt x="10" y="7"/>
                    <a:pt x="11" y="3"/>
                  </a:cubicBezTo>
                  <a:cubicBezTo>
                    <a:pt x="10" y="2"/>
                    <a:pt x="9" y="1"/>
                    <a:pt x="8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4" name="Freeform 1009">
              <a:extLst>
                <a:ext uri="{FF2B5EF4-FFF2-40B4-BE49-F238E27FC236}">
                  <a16:creationId xmlns:a16="http://schemas.microsoft.com/office/drawing/2014/main" id="{107FD44A-EF56-4276-90CC-EED2E6B23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917"/>
              <a:ext cx="25" cy="22"/>
            </a:xfrm>
            <a:custGeom>
              <a:avLst/>
              <a:gdLst>
                <a:gd name="T0" fmla="*/ 102 w 11"/>
                <a:gd name="T1" fmla="*/ 71 h 9"/>
                <a:gd name="T2" fmla="*/ 11 w 11"/>
                <a:gd name="T3" fmla="*/ 71 h 9"/>
                <a:gd name="T4" fmla="*/ 130 w 11"/>
                <a:gd name="T5" fmla="*/ 90 h 9"/>
                <a:gd name="T6" fmla="*/ 118 w 11"/>
                <a:gd name="T7" fmla="*/ 5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9" y="5"/>
                  </a:moveTo>
                  <a:cubicBezTo>
                    <a:pt x="7" y="2"/>
                    <a:pt x="1" y="0"/>
                    <a:pt x="1" y="5"/>
                  </a:cubicBezTo>
                  <a:cubicBezTo>
                    <a:pt x="0" y="9"/>
                    <a:pt x="9" y="8"/>
                    <a:pt x="11" y="6"/>
                  </a:cubicBezTo>
                  <a:cubicBezTo>
                    <a:pt x="11" y="5"/>
                    <a:pt x="11" y="4"/>
                    <a:pt x="10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5" name="Freeform 1010">
              <a:extLst>
                <a:ext uri="{FF2B5EF4-FFF2-40B4-BE49-F238E27FC236}">
                  <a16:creationId xmlns:a16="http://schemas.microsoft.com/office/drawing/2014/main" id="{2CFB44A4-D057-44ED-9787-52B9F0706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904"/>
              <a:ext cx="30" cy="40"/>
            </a:xfrm>
            <a:custGeom>
              <a:avLst/>
              <a:gdLst>
                <a:gd name="T0" fmla="*/ 122 w 13"/>
                <a:gd name="T1" fmla="*/ 95 h 16"/>
                <a:gd name="T2" fmla="*/ 159 w 13"/>
                <a:gd name="T3" fmla="*/ 125 h 16"/>
                <a:gd name="T4" fmla="*/ 134 w 13"/>
                <a:gd name="T5" fmla="*/ 9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10" y="6"/>
                  </a:moveTo>
                  <a:cubicBezTo>
                    <a:pt x="0" y="0"/>
                    <a:pt x="6" y="16"/>
                    <a:pt x="13" y="8"/>
                  </a:cubicBezTo>
                  <a:cubicBezTo>
                    <a:pt x="13" y="7"/>
                    <a:pt x="12" y="7"/>
                    <a:pt x="11" y="6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6" name="Freeform 1011">
              <a:extLst>
                <a:ext uri="{FF2B5EF4-FFF2-40B4-BE49-F238E27FC236}">
                  <a16:creationId xmlns:a16="http://schemas.microsoft.com/office/drawing/2014/main" id="{74FF4FCB-0CB7-4375-83F2-8DA32E22C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877"/>
              <a:ext cx="23" cy="20"/>
            </a:xfrm>
            <a:custGeom>
              <a:avLst/>
              <a:gdLst>
                <a:gd name="T0" fmla="*/ 94 w 10"/>
                <a:gd name="T1" fmla="*/ 33 h 8"/>
                <a:gd name="T2" fmla="*/ 0 w 10"/>
                <a:gd name="T3" fmla="*/ 63 h 8"/>
                <a:gd name="T4" fmla="*/ 122 w 10"/>
                <a:gd name="T5" fmla="*/ 83 h 8"/>
                <a:gd name="T6" fmla="*/ 85 w 10"/>
                <a:gd name="T7" fmla="*/ 5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8" y="2"/>
                  </a:moveTo>
                  <a:cubicBezTo>
                    <a:pt x="6" y="2"/>
                    <a:pt x="0" y="0"/>
                    <a:pt x="0" y="4"/>
                  </a:cubicBezTo>
                  <a:cubicBezTo>
                    <a:pt x="1" y="8"/>
                    <a:pt x="9" y="8"/>
                    <a:pt x="10" y="5"/>
                  </a:cubicBezTo>
                  <a:cubicBezTo>
                    <a:pt x="10" y="4"/>
                    <a:pt x="9" y="3"/>
                    <a:pt x="7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7" name="Freeform 1012">
              <a:extLst>
                <a:ext uri="{FF2B5EF4-FFF2-40B4-BE49-F238E27FC236}">
                  <a16:creationId xmlns:a16="http://schemas.microsoft.com/office/drawing/2014/main" id="{2EB957BD-159B-4731-9B49-9E9A21206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926"/>
              <a:ext cx="21" cy="18"/>
            </a:xfrm>
            <a:custGeom>
              <a:avLst/>
              <a:gdLst>
                <a:gd name="T0" fmla="*/ 65 w 9"/>
                <a:gd name="T1" fmla="*/ 21 h 7"/>
                <a:gd name="T2" fmla="*/ 12 w 9"/>
                <a:gd name="T3" fmla="*/ 21 h 7"/>
                <a:gd name="T4" fmla="*/ 114 w 9"/>
                <a:gd name="T5" fmla="*/ 67 h 7"/>
                <a:gd name="T6" fmla="*/ 65 w 9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5" y="1"/>
                  </a:moveTo>
                  <a:cubicBezTo>
                    <a:pt x="4" y="0"/>
                    <a:pt x="2" y="1"/>
                    <a:pt x="1" y="1"/>
                  </a:cubicBezTo>
                  <a:cubicBezTo>
                    <a:pt x="0" y="5"/>
                    <a:pt x="6" y="7"/>
                    <a:pt x="9" y="4"/>
                  </a:cubicBezTo>
                  <a:cubicBezTo>
                    <a:pt x="9" y="2"/>
                    <a:pt x="7" y="1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8" name="Freeform 1013">
              <a:extLst>
                <a:ext uri="{FF2B5EF4-FFF2-40B4-BE49-F238E27FC236}">
                  <a16:creationId xmlns:a16="http://schemas.microsoft.com/office/drawing/2014/main" id="{A1E5E59F-FFA4-4A57-8A51-E69382A70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907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85 w 7"/>
                <a:gd name="T3" fmla="*/ 41 h 5"/>
                <a:gd name="T4" fmla="*/ 37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3"/>
                    <a:pt x="5" y="5"/>
                    <a:pt x="7" y="3"/>
                  </a:cubicBezTo>
                  <a:cubicBezTo>
                    <a:pt x="6" y="1"/>
                    <a:pt x="5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9" name="Freeform 1014">
              <a:extLst>
                <a:ext uri="{FF2B5EF4-FFF2-40B4-BE49-F238E27FC236}">
                  <a16:creationId xmlns:a16="http://schemas.microsoft.com/office/drawing/2014/main" id="{4C06A3A3-E5EB-445F-8B76-7437D65A0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924"/>
              <a:ext cx="23" cy="15"/>
            </a:xfrm>
            <a:custGeom>
              <a:avLst/>
              <a:gdLst>
                <a:gd name="T0" fmla="*/ 64 w 10"/>
                <a:gd name="T1" fmla="*/ 33 h 6"/>
                <a:gd name="T2" fmla="*/ 0 w 10"/>
                <a:gd name="T3" fmla="*/ 20 h 6"/>
                <a:gd name="T4" fmla="*/ 122 w 10"/>
                <a:gd name="T5" fmla="*/ 83 h 6"/>
                <a:gd name="T6" fmla="*/ 85 w 10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5" y="2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0" y="5"/>
                    <a:pt x="7" y="6"/>
                    <a:pt x="10" y="5"/>
                  </a:cubicBezTo>
                  <a:cubicBezTo>
                    <a:pt x="10" y="3"/>
                    <a:pt x="8" y="2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0" name="Freeform 1015">
              <a:extLst>
                <a:ext uri="{FF2B5EF4-FFF2-40B4-BE49-F238E27FC236}">
                  <a16:creationId xmlns:a16="http://schemas.microsoft.com/office/drawing/2014/main" id="{7983DC6F-061E-4AB4-B9F5-A99BC6617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968"/>
              <a:ext cx="25" cy="22"/>
            </a:xfrm>
            <a:custGeom>
              <a:avLst/>
              <a:gdLst>
                <a:gd name="T0" fmla="*/ 73 w 11"/>
                <a:gd name="T1" fmla="*/ 29 h 9"/>
                <a:gd name="T2" fmla="*/ 0 w 11"/>
                <a:gd name="T3" fmla="*/ 12 h 9"/>
                <a:gd name="T4" fmla="*/ 130 w 11"/>
                <a:gd name="T5" fmla="*/ 103 h 9"/>
                <a:gd name="T6" fmla="*/ 93 w 11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6" y="2"/>
                  </a:moveTo>
                  <a:cubicBezTo>
                    <a:pt x="5" y="1"/>
                    <a:pt x="2" y="0"/>
                    <a:pt x="0" y="1"/>
                  </a:cubicBezTo>
                  <a:cubicBezTo>
                    <a:pt x="0" y="5"/>
                    <a:pt x="7" y="9"/>
                    <a:pt x="11" y="7"/>
                  </a:cubicBezTo>
                  <a:cubicBezTo>
                    <a:pt x="11" y="5"/>
                    <a:pt x="10" y="4"/>
                    <a:pt x="8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1" name="Freeform 1016">
              <a:extLst>
                <a:ext uri="{FF2B5EF4-FFF2-40B4-BE49-F238E27FC236}">
                  <a16:creationId xmlns:a16="http://schemas.microsoft.com/office/drawing/2014/main" id="{B82DE81C-071C-43BD-A2BE-F45FD17F3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988"/>
              <a:ext cx="23" cy="51"/>
            </a:xfrm>
            <a:custGeom>
              <a:avLst/>
              <a:gdLst>
                <a:gd name="T0" fmla="*/ 110 w 10"/>
                <a:gd name="T1" fmla="*/ 160 h 21"/>
                <a:gd name="T2" fmla="*/ 122 w 10"/>
                <a:gd name="T3" fmla="*/ 211 h 21"/>
                <a:gd name="T4" fmla="*/ 94 w 10"/>
                <a:gd name="T5" fmla="*/ 16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9" y="11"/>
                  </a:moveTo>
                  <a:cubicBezTo>
                    <a:pt x="1" y="0"/>
                    <a:pt x="0" y="21"/>
                    <a:pt x="10" y="15"/>
                  </a:cubicBezTo>
                  <a:cubicBezTo>
                    <a:pt x="10" y="13"/>
                    <a:pt x="9" y="12"/>
                    <a:pt x="8" y="1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2" name="Freeform 1017">
              <a:extLst>
                <a:ext uri="{FF2B5EF4-FFF2-40B4-BE49-F238E27FC236}">
                  <a16:creationId xmlns:a16="http://schemas.microsoft.com/office/drawing/2014/main" id="{25F9E382-E80E-43ED-A3A3-5CFB9644B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059"/>
              <a:ext cx="14" cy="17"/>
            </a:xfrm>
            <a:custGeom>
              <a:avLst/>
              <a:gdLst>
                <a:gd name="T0" fmla="*/ 28 w 6"/>
                <a:gd name="T1" fmla="*/ 29 h 7"/>
                <a:gd name="T2" fmla="*/ 0 w 6"/>
                <a:gd name="T3" fmla="*/ 41 h 7"/>
                <a:gd name="T4" fmla="*/ 65 w 6"/>
                <a:gd name="T5" fmla="*/ 100 h 7"/>
                <a:gd name="T6" fmla="*/ 28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0" y="5"/>
                    <a:pt x="3" y="7"/>
                    <a:pt x="5" y="7"/>
                  </a:cubicBezTo>
                  <a:cubicBezTo>
                    <a:pt x="6" y="4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3" name="Freeform 1018">
              <a:extLst>
                <a:ext uri="{FF2B5EF4-FFF2-40B4-BE49-F238E27FC236}">
                  <a16:creationId xmlns:a16="http://schemas.microsoft.com/office/drawing/2014/main" id="{8B5ECC07-4052-4314-B415-E30EACAAC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027"/>
              <a:ext cx="18" cy="17"/>
            </a:xfrm>
            <a:custGeom>
              <a:avLst/>
              <a:gdLst>
                <a:gd name="T0" fmla="*/ 25 w 8"/>
                <a:gd name="T1" fmla="*/ 29 h 7"/>
                <a:gd name="T2" fmla="*/ 92 w 8"/>
                <a:gd name="T3" fmla="*/ 100 h 7"/>
                <a:gd name="T4" fmla="*/ 25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2"/>
                  </a:moveTo>
                  <a:cubicBezTo>
                    <a:pt x="0" y="6"/>
                    <a:pt x="4" y="7"/>
                    <a:pt x="8" y="7"/>
                  </a:cubicBezTo>
                  <a:cubicBezTo>
                    <a:pt x="8" y="4"/>
                    <a:pt x="5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4" name="Freeform 1019">
              <a:extLst>
                <a:ext uri="{FF2B5EF4-FFF2-40B4-BE49-F238E27FC236}">
                  <a16:creationId xmlns:a16="http://schemas.microsoft.com/office/drawing/2014/main" id="{65370C24-E7D7-4D08-9A03-CF2FA56A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113"/>
              <a:ext cx="25" cy="24"/>
            </a:xfrm>
            <a:custGeom>
              <a:avLst/>
              <a:gdLst>
                <a:gd name="T0" fmla="*/ 57 w 11"/>
                <a:gd name="T1" fmla="*/ 0 h 10"/>
                <a:gd name="T2" fmla="*/ 57 w 11"/>
                <a:gd name="T3" fmla="*/ 110 h 10"/>
                <a:gd name="T4" fmla="*/ 57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5" y="0"/>
                  </a:moveTo>
                  <a:cubicBezTo>
                    <a:pt x="0" y="0"/>
                    <a:pt x="1" y="7"/>
                    <a:pt x="5" y="8"/>
                  </a:cubicBezTo>
                  <a:cubicBezTo>
                    <a:pt x="11" y="10"/>
                    <a:pt x="8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5" name="Freeform 1020">
              <a:extLst>
                <a:ext uri="{FF2B5EF4-FFF2-40B4-BE49-F238E27FC236}">
                  <a16:creationId xmlns:a16="http://schemas.microsoft.com/office/drawing/2014/main" id="{C22E1903-A7A6-4691-B645-49647B93B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218"/>
              <a:ext cx="16" cy="22"/>
            </a:xfrm>
            <a:custGeom>
              <a:avLst/>
              <a:gdLst>
                <a:gd name="T0" fmla="*/ 48 w 7"/>
                <a:gd name="T1" fmla="*/ 12 h 9"/>
                <a:gd name="T2" fmla="*/ 25 w 7"/>
                <a:gd name="T3" fmla="*/ 12 h 9"/>
                <a:gd name="T4" fmla="*/ 73 w 7"/>
                <a:gd name="T5" fmla="*/ 120 h 9"/>
                <a:gd name="T6" fmla="*/ 48 w 7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4" y="1"/>
                  </a:moveTo>
                  <a:cubicBezTo>
                    <a:pt x="3" y="1"/>
                    <a:pt x="2" y="0"/>
                    <a:pt x="2" y="1"/>
                  </a:cubicBezTo>
                  <a:cubicBezTo>
                    <a:pt x="0" y="4"/>
                    <a:pt x="2" y="9"/>
                    <a:pt x="6" y="8"/>
                  </a:cubicBezTo>
                  <a:cubicBezTo>
                    <a:pt x="7" y="5"/>
                    <a:pt x="6" y="3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6" name="Freeform 1021">
              <a:extLst>
                <a:ext uri="{FF2B5EF4-FFF2-40B4-BE49-F238E27FC236}">
                  <a16:creationId xmlns:a16="http://schemas.microsoft.com/office/drawing/2014/main" id="{2D38B227-76DC-40EC-AA93-AC325CA74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265"/>
              <a:ext cx="25" cy="64"/>
            </a:xfrm>
            <a:custGeom>
              <a:avLst/>
              <a:gdLst>
                <a:gd name="T0" fmla="*/ 102 w 11"/>
                <a:gd name="T1" fmla="*/ 62 h 26"/>
                <a:gd name="T2" fmla="*/ 118 w 11"/>
                <a:gd name="T3" fmla="*/ 9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9" y="4"/>
                  </a:moveTo>
                  <a:cubicBezTo>
                    <a:pt x="0" y="0"/>
                    <a:pt x="11" y="26"/>
                    <a:pt x="10" y="6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7" name="Freeform 1022">
              <a:extLst>
                <a:ext uri="{FF2B5EF4-FFF2-40B4-BE49-F238E27FC236}">
                  <a16:creationId xmlns:a16="http://schemas.microsoft.com/office/drawing/2014/main" id="{C3D45FA6-E0CB-4E81-B467-050BCDF1E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370"/>
              <a:ext cx="21" cy="27"/>
            </a:xfrm>
            <a:custGeom>
              <a:avLst/>
              <a:gdLst>
                <a:gd name="T0" fmla="*/ 65 w 9"/>
                <a:gd name="T1" fmla="*/ 0 h 11"/>
                <a:gd name="T2" fmla="*/ 65 w 9"/>
                <a:gd name="T3" fmla="*/ 150 h 11"/>
                <a:gd name="T4" fmla="*/ 77 w 9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3" y="2"/>
                    <a:pt x="0" y="10"/>
                    <a:pt x="5" y="10"/>
                  </a:cubicBezTo>
                  <a:cubicBezTo>
                    <a:pt x="9" y="11"/>
                    <a:pt x="8" y="4"/>
                    <a:pt x="6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8" name="Freeform 1023">
              <a:extLst>
                <a:ext uri="{FF2B5EF4-FFF2-40B4-BE49-F238E27FC236}">
                  <a16:creationId xmlns:a16="http://schemas.microsoft.com/office/drawing/2014/main" id="{9D201585-6E02-463B-B81D-DCBF363D8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142"/>
              <a:ext cx="14" cy="17"/>
            </a:xfrm>
            <a:custGeom>
              <a:avLst/>
              <a:gdLst>
                <a:gd name="T0" fmla="*/ 28 w 6"/>
                <a:gd name="T1" fmla="*/ 0 h 7"/>
                <a:gd name="T2" fmla="*/ 77 w 6"/>
                <a:gd name="T3" fmla="*/ 70 h 7"/>
                <a:gd name="T4" fmla="*/ 12 w 6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0" y="3"/>
                    <a:pt x="3" y="7"/>
                    <a:pt x="6" y="5"/>
                  </a:cubicBezTo>
                  <a:cubicBezTo>
                    <a:pt x="5" y="3"/>
                    <a:pt x="3" y="2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9" name="Freeform 1024">
              <a:extLst>
                <a:ext uri="{FF2B5EF4-FFF2-40B4-BE49-F238E27FC236}">
                  <a16:creationId xmlns:a16="http://schemas.microsoft.com/office/drawing/2014/main" id="{383EFD13-7B86-4574-B45A-E98576FF2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951"/>
              <a:ext cx="30" cy="22"/>
            </a:xfrm>
            <a:custGeom>
              <a:avLst/>
              <a:gdLst>
                <a:gd name="T0" fmla="*/ 111 w 13"/>
                <a:gd name="T1" fmla="*/ 90 h 9"/>
                <a:gd name="T2" fmla="*/ 0 w 13"/>
                <a:gd name="T3" fmla="*/ 29 h 9"/>
                <a:gd name="T4" fmla="*/ 159 w 13"/>
                <a:gd name="T5" fmla="*/ 120 h 9"/>
                <a:gd name="T6" fmla="*/ 111 w 13"/>
                <a:gd name="T7" fmla="*/ 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9" y="6"/>
                  </a:moveTo>
                  <a:cubicBezTo>
                    <a:pt x="8" y="2"/>
                    <a:pt x="3" y="0"/>
                    <a:pt x="0" y="2"/>
                  </a:cubicBezTo>
                  <a:cubicBezTo>
                    <a:pt x="0" y="7"/>
                    <a:pt x="9" y="9"/>
                    <a:pt x="13" y="8"/>
                  </a:cubicBezTo>
                  <a:cubicBezTo>
                    <a:pt x="12" y="6"/>
                    <a:pt x="10" y="5"/>
                    <a:pt x="9" y="5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0" name="Freeform 1025">
              <a:extLst>
                <a:ext uri="{FF2B5EF4-FFF2-40B4-BE49-F238E27FC236}">
                  <a16:creationId xmlns:a16="http://schemas.microsoft.com/office/drawing/2014/main" id="{0372E3C2-5B4A-48AF-AD84-573D2FF7C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917"/>
              <a:ext cx="30" cy="14"/>
            </a:xfrm>
            <a:custGeom>
              <a:avLst/>
              <a:gdLst>
                <a:gd name="T0" fmla="*/ 111 w 13"/>
                <a:gd name="T1" fmla="*/ 12 h 6"/>
                <a:gd name="T2" fmla="*/ 0 w 13"/>
                <a:gd name="T3" fmla="*/ 37 h 6"/>
                <a:gd name="T4" fmla="*/ 159 w 13"/>
                <a:gd name="T5" fmla="*/ 28 h 6"/>
                <a:gd name="T6" fmla="*/ 134 w 13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9" y="1"/>
                  </a:moveTo>
                  <a:cubicBezTo>
                    <a:pt x="6" y="0"/>
                    <a:pt x="2" y="0"/>
                    <a:pt x="0" y="3"/>
                  </a:cubicBezTo>
                  <a:cubicBezTo>
                    <a:pt x="2" y="6"/>
                    <a:pt x="11" y="5"/>
                    <a:pt x="13" y="2"/>
                  </a:cubicBezTo>
                  <a:cubicBezTo>
                    <a:pt x="12" y="1"/>
                    <a:pt x="12" y="1"/>
                    <a:pt x="1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1" name="Freeform 1026">
              <a:extLst>
                <a:ext uri="{FF2B5EF4-FFF2-40B4-BE49-F238E27FC236}">
                  <a16:creationId xmlns:a16="http://schemas.microsoft.com/office/drawing/2014/main" id="{F2099478-58AC-45EF-9F41-B8C2D14BD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2074"/>
              <a:ext cx="1485" cy="838"/>
            </a:xfrm>
            <a:custGeom>
              <a:avLst/>
              <a:gdLst>
                <a:gd name="T0" fmla="*/ 7820 w 646"/>
                <a:gd name="T1" fmla="*/ 5030 h 342"/>
                <a:gd name="T2" fmla="*/ 7848 w 646"/>
                <a:gd name="T3" fmla="*/ 5018 h 342"/>
                <a:gd name="T4" fmla="*/ 5685 w 646"/>
                <a:gd name="T5" fmla="*/ 2443 h 342"/>
                <a:gd name="T6" fmla="*/ 5685 w 646"/>
                <a:gd name="T7" fmla="*/ 2443 h 342"/>
                <a:gd name="T8" fmla="*/ 5685 w 646"/>
                <a:gd name="T9" fmla="*/ 2426 h 342"/>
                <a:gd name="T10" fmla="*/ 5538 w 646"/>
                <a:gd name="T11" fmla="*/ 2264 h 342"/>
                <a:gd name="T12" fmla="*/ 5538 w 646"/>
                <a:gd name="T13" fmla="*/ 2252 h 342"/>
                <a:gd name="T14" fmla="*/ 5480 w 646"/>
                <a:gd name="T15" fmla="*/ 2191 h 342"/>
                <a:gd name="T16" fmla="*/ 5464 w 646"/>
                <a:gd name="T17" fmla="*/ 2178 h 342"/>
                <a:gd name="T18" fmla="*/ 5416 w 646"/>
                <a:gd name="T19" fmla="*/ 2102 h 342"/>
                <a:gd name="T20" fmla="*/ 5407 w 646"/>
                <a:gd name="T21" fmla="*/ 2090 h 342"/>
                <a:gd name="T22" fmla="*/ 5342 w 646"/>
                <a:gd name="T23" fmla="*/ 2029 h 342"/>
                <a:gd name="T24" fmla="*/ 5331 w 646"/>
                <a:gd name="T25" fmla="*/ 2017 h 342"/>
                <a:gd name="T26" fmla="*/ 5285 w 646"/>
                <a:gd name="T27" fmla="*/ 1958 h 342"/>
                <a:gd name="T28" fmla="*/ 5257 w 646"/>
                <a:gd name="T29" fmla="*/ 1928 h 342"/>
                <a:gd name="T30" fmla="*/ 5237 w 646"/>
                <a:gd name="T31" fmla="*/ 1897 h 342"/>
                <a:gd name="T32" fmla="*/ 5188 w 646"/>
                <a:gd name="T33" fmla="*/ 1855 h 342"/>
                <a:gd name="T34" fmla="*/ 5188 w 646"/>
                <a:gd name="T35" fmla="*/ 1838 h 342"/>
                <a:gd name="T36" fmla="*/ 5172 w 646"/>
                <a:gd name="T37" fmla="*/ 1825 h 342"/>
                <a:gd name="T38" fmla="*/ 5163 w 646"/>
                <a:gd name="T39" fmla="*/ 1825 h 342"/>
                <a:gd name="T40" fmla="*/ 5030 w 646"/>
                <a:gd name="T41" fmla="*/ 1664 h 342"/>
                <a:gd name="T42" fmla="*/ 4639 w 646"/>
                <a:gd name="T43" fmla="*/ 1218 h 342"/>
                <a:gd name="T44" fmla="*/ 4593 w 646"/>
                <a:gd name="T45" fmla="*/ 1176 h 342"/>
                <a:gd name="T46" fmla="*/ 4423 w 646"/>
                <a:gd name="T47" fmla="*/ 1002 h 342"/>
                <a:gd name="T48" fmla="*/ 4264 w 646"/>
                <a:gd name="T49" fmla="*/ 823 h 342"/>
                <a:gd name="T50" fmla="*/ 4133 w 646"/>
                <a:gd name="T51" fmla="*/ 720 h 342"/>
                <a:gd name="T52" fmla="*/ 3995 w 646"/>
                <a:gd name="T53" fmla="*/ 600 h 342"/>
                <a:gd name="T54" fmla="*/ 3816 w 646"/>
                <a:gd name="T55" fmla="*/ 485 h 342"/>
                <a:gd name="T56" fmla="*/ 3694 w 646"/>
                <a:gd name="T57" fmla="*/ 414 h 342"/>
                <a:gd name="T58" fmla="*/ 3499 w 646"/>
                <a:gd name="T59" fmla="*/ 306 h 342"/>
                <a:gd name="T60" fmla="*/ 3402 w 646"/>
                <a:gd name="T61" fmla="*/ 282 h 342"/>
                <a:gd name="T62" fmla="*/ 3011 w 646"/>
                <a:gd name="T63" fmla="*/ 149 h 342"/>
                <a:gd name="T64" fmla="*/ 2853 w 646"/>
                <a:gd name="T65" fmla="*/ 103 h 342"/>
                <a:gd name="T66" fmla="*/ 2853 w 646"/>
                <a:gd name="T67" fmla="*/ 120 h 342"/>
                <a:gd name="T68" fmla="*/ 2536 w 646"/>
                <a:gd name="T69" fmla="*/ 103 h 342"/>
                <a:gd name="T70" fmla="*/ 2368 w 646"/>
                <a:gd name="T71" fmla="*/ 103 h 342"/>
                <a:gd name="T72" fmla="*/ 2039 w 646"/>
                <a:gd name="T73" fmla="*/ 162 h 342"/>
                <a:gd name="T74" fmla="*/ 2039 w 646"/>
                <a:gd name="T75" fmla="*/ 162 h 342"/>
                <a:gd name="T76" fmla="*/ 1908 w 646"/>
                <a:gd name="T77" fmla="*/ 191 h 342"/>
                <a:gd name="T78" fmla="*/ 1639 w 646"/>
                <a:gd name="T79" fmla="*/ 294 h 342"/>
                <a:gd name="T80" fmla="*/ 1628 w 646"/>
                <a:gd name="T81" fmla="*/ 282 h 342"/>
                <a:gd name="T82" fmla="*/ 1205 w 646"/>
                <a:gd name="T83" fmla="*/ 546 h 342"/>
                <a:gd name="T84" fmla="*/ 908 w 646"/>
                <a:gd name="T85" fmla="*/ 811 h 342"/>
                <a:gd name="T86" fmla="*/ 814 w 646"/>
                <a:gd name="T87" fmla="*/ 912 h 342"/>
                <a:gd name="T88" fmla="*/ 740 w 646"/>
                <a:gd name="T89" fmla="*/ 1002 h 342"/>
                <a:gd name="T90" fmla="*/ 644 w 646"/>
                <a:gd name="T91" fmla="*/ 1117 h 342"/>
                <a:gd name="T92" fmla="*/ 644 w 646"/>
                <a:gd name="T93" fmla="*/ 1117 h 342"/>
                <a:gd name="T94" fmla="*/ 411 w 646"/>
                <a:gd name="T95" fmla="*/ 1482 h 342"/>
                <a:gd name="T96" fmla="*/ 411 w 646"/>
                <a:gd name="T97" fmla="*/ 1512 h 342"/>
                <a:gd name="T98" fmla="*/ 338 w 646"/>
                <a:gd name="T99" fmla="*/ 1644 h 342"/>
                <a:gd name="T100" fmla="*/ 179 w 646"/>
                <a:gd name="T101" fmla="*/ 2090 h 342"/>
                <a:gd name="T102" fmla="*/ 179 w 646"/>
                <a:gd name="T103" fmla="*/ 2070 h 342"/>
                <a:gd name="T104" fmla="*/ 131 w 646"/>
                <a:gd name="T105" fmla="*/ 2342 h 342"/>
                <a:gd name="T106" fmla="*/ 131 w 646"/>
                <a:gd name="T107" fmla="*/ 2342 h 342"/>
                <a:gd name="T108" fmla="*/ 85 w 646"/>
                <a:gd name="T109" fmla="*/ 2708 h 342"/>
                <a:gd name="T110" fmla="*/ 85 w 646"/>
                <a:gd name="T111" fmla="*/ 2708 h 342"/>
                <a:gd name="T112" fmla="*/ 0 w 646"/>
                <a:gd name="T113" fmla="*/ 3117 h 342"/>
                <a:gd name="T114" fmla="*/ 159 w 646"/>
                <a:gd name="T115" fmla="*/ 3842 h 342"/>
                <a:gd name="T116" fmla="*/ 460 w 646"/>
                <a:gd name="T117" fmla="*/ 4827 h 34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46" h="342">
                  <a:moveTo>
                    <a:pt x="644" y="342"/>
                  </a:move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501" y="197"/>
                    <a:pt x="468" y="166"/>
                  </a:cubicBezTo>
                  <a:cubicBezTo>
                    <a:pt x="468" y="166"/>
                    <a:pt x="468" y="166"/>
                    <a:pt x="468" y="166"/>
                  </a:cubicBezTo>
                  <a:cubicBezTo>
                    <a:pt x="468" y="165"/>
                    <a:pt x="468" y="165"/>
                    <a:pt x="468" y="165"/>
                  </a:cubicBezTo>
                  <a:cubicBezTo>
                    <a:pt x="464" y="161"/>
                    <a:pt x="460" y="158"/>
                    <a:pt x="456" y="154"/>
                  </a:cubicBezTo>
                  <a:cubicBezTo>
                    <a:pt x="456" y="154"/>
                    <a:pt x="456" y="154"/>
                    <a:pt x="456" y="153"/>
                  </a:cubicBezTo>
                  <a:cubicBezTo>
                    <a:pt x="454" y="152"/>
                    <a:pt x="453" y="150"/>
                    <a:pt x="451" y="149"/>
                  </a:cubicBezTo>
                  <a:cubicBezTo>
                    <a:pt x="451" y="148"/>
                    <a:pt x="450" y="148"/>
                    <a:pt x="450" y="148"/>
                  </a:cubicBezTo>
                  <a:cubicBezTo>
                    <a:pt x="448" y="146"/>
                    <a:pt x="447" y="145"/>
                    <a:pt x="446" y="143"/>
                  </a:cubicBezTo>
                  <a:cubicBezTo>
                    <a:pt x="445" y="143"/>
                    <a:pt x="445" y="143"/>
                    <a:pt x="445" y="142"/>
                  </a:cubicBezTo>
                  <a:cubicBezTo>
                    <a:pt x="443" y="141"/>
                    <a:pt x="442" y="140"/>
                    <a:pt x="440" y="138"/>
                  </a:cubicBezTo>
                  <a:cubicBezTo>
                    <a:pt x="440" y="138"/>
                    <a:pt x="440" y="138"/>
                    <a:pt x="439" y="137"/>
                  </a:cubicBezTo>
                  <a:cubicBezTo>
                    <a:pt x="438" y="136"/>
                    <a:pt x="437" y="135"/>
                    <a:pt x="435" y="133"/>
                  </a:cubicBezTo>
                  <a:cubicBezTo>
                    <a:pt x="434" y="133"/>
                    <a:pt x="434" y="132"/>
                    <a:pt x="433" y="131"/>
                  </a:cubicBezTo>
                  <a:cubicBezTo>
                    <a:pt x="432" y="130"/>
                    <a:pt x="431" y="129"/>
                    <a:pt x="431" y="129"/>
                  </a:cubicBezTo>
                  <a:cubicBezTo>
                    <a:pt x="429" y="128"/>
                    <a:pt x="428" y="127"/>
                    <a:pt x="427" y="126"/>
                  </a:cubicBezTo>
                  <a:cubicBezTo>
                    <a:pt x="427" y="125"/>
                    <a:pt x="427" y="125"/>
                    <a:pt x="427" y="125"/>
                  </a:cubicBezTo>
                  <a:cubicBezTo>
                    <a:pt x="426" y="125"/>
                    <a:pt x="426" y="124"/>
                    <a:pt x="426" y="124"/>
                  </a:cubicBezTo>
                  <a:cubicBezTo>
                    <a:pt x="425" y="124"/>
                    <a:pt x="425" y="124"/>
                    <a:pt x="425" y="124"/>
                  </a:cubicBezTo>
                  <a:cubicBezTo>
                    <a:pt x="421" y="119"/>
                    <a:pt x="418" y="116"/>
                    <a:pt x="414" y="113"/>
                  </a:cubicBezTo>
                  <a:cubicBezTo>
                    <a:pt x="404" y="100"/>
                    <a:pt x="391" y="87"/>
                    <a:pt x="382" y="83"/>
                  </a:cubicBezTo>
                  <a:cubicBezTo>
                    <a:pt x="381" y="82"/>
                    <a:pt x="380" y="81"/>
                    <a:pt x="378" y="80"/>
                  </a:cubicBezTo>
                  <a:cubicBezTo>
                    <a:pt x="372" y="75"/>
                    <a:pt x="365" y="69"/>
                    <a:pt x="364" y="68"/>
                  </a:cubicBezTo>
                  <a:cubicBezTo>
                    <a:pt x="360" y="64"/>
                    <a:pt x="355" y="60"/>
                    <a:pt x="351" y="56"/>
                  </a:cubicBezTo>
                  <a:cubicBezTo>
                    <a:pt x="349" y="48"/>
                    <a:pt x="341" y="45"/>
                    <a:pt x="340" y="49"/>
                  </a:cubicBezTo>
                  <a:cubicBezTo>
                    <a:pt x="336" y="46"/>
                    <a:pt x="333" y="44"/>
                    <a:pt x="329" y="41"/>
                  </a:cubicBezTo>
                  <a:cubicBezTo>
                    <a:pt x="324" y="38"/>
                    <a:pt x="319" y="36"/>
                    <a:pt x="314" y="33"/>
                  </a:cubicBezTo>
                  <a:cubicBezTo>
                    <a:pt x="312" y="28"/>
                    <a:pt x="306" y="27"/>
                    <a:pt x="304" y="28"/>
                  </a:cubicBezTo>
                  <a:cubicBezTo>
                    <a:pt x="299" y="26"/>
                    <a:pt x="294" y="23"/>
                    <a:pt x="288" y="21"/>
                  </a:cubicBezTo>
                  <a:cubicBezTo>
                    <a:pt x="286" y="14"/>
                    <a:pt x="281" y="12"/>
                    <a:pt x="280" y="19"/>
                  </a:cubicBezTo>
                  <a:cubicBezTo>
                    <a:pt x="271" y="15"/>
                    <a:pt x="258" y="12"/>
                    <a:pt x="248" y="10"/>
                  </a:cubicBezTo>
                  <a:cubicBezTo>
                    <a:pt x="246" y="1"/>
                    <a:pt x="238" y="0"/>
                    <a:pt x="235" y="7"/>
                  </a:cubicBezTo>
                  <a:cubicBezTo>
                    <a:pt x="235" y="7"/>
                    <a:pt x="235" y="8"/>
                    <a:pt x="235" y="8"/>
                  </a:cubicBezTo>
                  <a:cubicBezTo>
                    <a:pt x="228" y="8"/>
                    <a:pt x="216" y="7"/>
                    <a:pt x="209" y="7"/>
                  </a:cubicBezTo>
                  <a:cubicBezTo>
                    <a:pt x="207" y="0"/>
                    <a:pt x="194" y="0"/>
                    <a:pt x="195" y="7"/>
                  </a:cubicBezTo>
                  <a:cubicBezTo>
                    <a:pt x="186" y="8"/>
                    <a:pt x="177" y="9"/>
                    <a:pt x="168" y="11"/>
                  </a:cubicBezTo>
                  <a:cubicBezTo>
                    <a:pt x="168" y="11"/>
                    <a:pt x="168" y="11"/>
                    <a:pt x="168" y="11"/>
                  </a:cubicBezTo>
                  <a:cubicBezTo>
                    <a:pt x="165" y="4"/>
                    <a:pt x="155" y="6"/>
                    <a:pt x="157" y="13"/>
                  </a:cubicBezTo>
                  <a:cubicBezTo>
                    <a:pt x="149" y="15"/>
                    <a:pt x="142" y="17"/>
                    <a:pt x="135" y="20"/>
                  </a:cubicBezTo>
                  <a:cubicBezTo>
                    <a:pt x="134" y="20"/>
                    <a:pt x="134" y="19"/>
                    <a:pt x="134" y="19"/>
                  </a:cubicBezTo>
                  <a:cubicBezTo>
                    <a:pt x="125" y="10"/>
                    <a:pt x="98" y="28"/>
                    <a:pt x="99" y="37"/>
                  </a:cubicBezTo>
                  <a:cubicBezTo>
                    <a:pt x="90" y="42"/>
                    <a:pt x="82" y="48"/>
                    <a:pt x="75" y="55"/>
                  </a:cubicBezTo>
                  <a:cubicBezTo>
                    <a:pt x="71" y="53"/>
                    <a:pt x="66" y="57"/>
                    <a:pt x="67" y="62"/>
                  </a:cubicBezTo>
                  <a:cubicBezTo>
                    <a:pt x="65" y="64"/>
                    <a:pt x="63" y="66"/>
                    <a:pt x="61" y="68"/>
                  </a:cubicBezTo>
                  <a:cubicBezTo>
                    <a:pt x="60" y="63"/>
                    <a:pt x="52" y="67"/>
                    <a:pt x="53" y="76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6" y="84"/>
                    <a:pt x="40" y="92"/>
                    <a:pt x="34" y="101"/>
                  </a:cubicBezTo>
                  <a:cubicBezTo>
                    <a:pt x="34" y="102"/>
                    <a:pt x="34" y="102"/>
                    <a:pt x="34" y="103"/>
                  </a:cubicBezTo>
                  <a:cubicBezTo>
                    <a:pt x="31" y="98"/>
                    <a:pt x="28" y="105"/>
                    <a:pt x="28" y="112"/>
                  </a:cubicBezTo>
                  <a:cubicBezTo>
                    <a:pt x="23" y="122"/>
                    <a:pt x="19" y="132"/>
                    <a:pt x="15" y="142"/>
                  </a:cubicBezTo>
                  <a:cubicBezTo>
                    <a:pt x="15" y="142"/>
                    <a:pt x="15" y="141"/>
                    <a:pt x="15" y="141"/>
                  </a:cubicBezTo>
                  <a:cubicBezTo>
                    <a:pt x="12" y="137"/>
                    <a:pt x="8" y="151"/>
                    <a:pt x="11" y="159"/>
                  </a:cubicBezTo>
                  <a:cubicBezTo>
                    <a:pt x="11" y="159"/>
                    <a:pt x="11" y="159"/>
                    <a:pt x="11" y="159"/>
                  </a:cubicBezTo>
                  <a:cubicBezTo>
                    <a:pt x="9" y="167"/>
                    <a:pt x="7" y="176"/>
                    <a:pt x="7" y="184"/>
                  </a:cubicBezTo>
                  <a:cubicBezTo>
                    <a:pt x="7" y="184"/>
                    <a:pt x="7" y="184"/>
                    <a:pt x="7" y="184"/>
                  </a:cubicBezTo>
                  <a:cubicBezTo>
                    <a:pt x="3" y="178"/>
                    <a:pt x="0" y="199"/>
                    <a:pt x="0" y="212"/>
                  </a:cubicBezTo>
                  <a:cubicBezTo>
                    <a:pt x="0" y="226"/>
                    <a:pt x="5" y="255"/>
                    <a:pt x="13" y="261"/>
                  </a:cubicBezTo>
                  <a:cubicBezTo>
                    <a:pt x="17" y="273"/>
                    <a:pt x="33" y="315"/>
                    <a:pt x="38" y="3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2" name="Freeform 1027">
              <a:extLst>
                <a:ext uri="{FF2B5EF4-FFF2-40B4-BE49-F238E27FC236}">
                  <a16:creationId xmlns:a16="http://schemas.microsoft.com/office/drawing/2014/main" id="{78B6710A-BCF3-4B4B-902F-990D67262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3071"/>
              <a:ext cx="95" cy="486"/>
            </a:xfrm>
            <a:custGeom>
              <a:avLst/>
              <a:gdLst>
                <a:gd name="T0" fmla="*/ 0 w 41"/>
                <a:gd name="T1" fmla="*/ 0 h 198"/>
                <a:gd name="T2" fmla="*/ 0 w 41"/>
                <a:gd name="T3" fmla="*/ 0 h 198"/>
                <a:gd name="T4" fmla="*/ 86 w 41"/>
                <a:gd name="T5" fmla="*/ 295 h 198"/>
                <a:gd name="T6" fmla="*/ 510 w 41"/>
                <a:gd name="T7" fmla="*/ 2928 h 1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9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5" y="13"/>
                    <a:pt x="7" y="20"/>
                  </a:cubicBezTo>
                  <a:cubicBezTo>
                    <a:pt x="20" y="62"/>
                    <a:pt x="23" y="116"/>
                    <a:pt x="41" y="19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3" name="Freeform 1028">
              <a:extLst>
                <a:ext uri="{FF2B5EF4-FFF2-40B4-BE49-F238E27FC236}">
                  <a16:creationId xmlns:a16="http://schemas.microsoft.com/office/drawing/2014/main" id="{88BB4D30-D4F6-400F-B224-059E5B658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990"/>
              <a:ext cx="75" cy="147"/>
            </a:xfrm>
            <a:custGeom>
              <a:avLst/>
              <a:gdLst>
                <a:gd name="T0" fmla="*/ 284 w 33"/>
                <a:gd name="T1" fmla="*/ 174 h 60"/>
                <a:gd name="T2" fmla="*/ 0 w 33"/>
                <a:gd name="T3" fmla="*/ 649 h 60"/>
                <a:gd name="T4" fmla="*/ 36 w 33"/>
                <a:gd name="T5" fmla="*/ 882 h 60"/>
                <a:gd name="T6" fmla="*/ 36 w 33"/>
                <a:gd name="T7" fmla="*/ 782 h 60"/>
                <a:gd name="T8" fmla="*/ 305 w 33"/>
                <a:gd name="T9" fmla="*/ 265 h 60"/>
                <a:gd name="T10" fmla="*/ 361 w 33"/>
                <a:gd name="T11" fmla="*/ 294 h 60"/>
                <a:gd name="T12" fmla="*/ 386 w 33"/>
                <a:gd name="T13" fmla="*/ 294 h 60"/>
                <a:gd name="T14" fmla="*/ 284 w 33"/>
                <a:gd name="T15" fmla="*/ 174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0">
                  <a:moveTo>
                    <a:pt x="24" y="12"/>
                  </a:moveTo>
                  <a:cubicBezTo>
                    <a:pt x="7" y="0"/>
                    <a:pt x="1" y="31"/>
                    <a:pt x="0" y="44"/>
                  </a:cubicBezTo>
                  <a:cubicBezTo>
                    <a:pt x="0" y="51"/>
                    <a:pt x="1" y="56"/>
                    <a:pt x="3" y="60"/>
                  </a:cubicBezTo>
                  <a:cubicBezTo>
                    <a:pt x="3" y="58"/>
                    <a:pt x="3" y="56"/>
                    <a:pt x="3" y="53"/>
                  </a:cubicBezTo>
                  <a:cubicBezTo>
                    <a:pt x="4" y="40"/>
                    <a:pt x="10" y="11"/>
                    <a:pt x="26" y="18"/>
                  </a:cubicBezTo>
                  <a:cubicBezTo>
                    <a:pt x="28" y="19"/>
                    <a:pt x="30" y="20"/>
                    <a:pt x="31" y="20"/>
                  </a:cubicBezTo>
                  <a:cubicBezTo>
                    <a:pt x="31" y="20"/>
                    <a:pt x="32" y="20"/>
                    <a:pt x="33" y="20"/>
                  </a:cubicBezTo>
                  <a:cubicBezTo>
                    <a:pt x="30" y="17"/>
                    <a:pt x="27" y="14"/>
                    <a:pt x="24" y="1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4" name="Freeform 1029">
              <a:extLst>
                <a:ext uri="{FF2B5EF4-FFF2-40B4-BE49-F238E27FC236}">
                  <a16:creationId xmlns:a16="http://schemas.microsoft.com/office/drawing/2014/main" id="{595E400B-7FD7-403C-801D-B28D48837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716"/>
              <a:ext cx="145" cy="88"/>
            </a:xfrm>
            <a:custGeom>
              <a:avLst/>
              <a:gdLst>
                <a:gd name="T0" fmla="*/ 741 w 63"/>
                <a:gd name="T1" fmla="*/ 174 h 36"/>
                <a:gd name="T2" fmla="*/ 281 w 63"/>
                <a:gd name="T3" fmla="*/ 144 h 36"/>
                <a:gd name="T4" fmla="*/ 28 w 63"/>
                <a:gd name="T5" fmla="*/ 323 h 36"/>
                <a:gd name="T6" fmla="*/ 64 w 63"/>
                <a:gd name="T7" fmla="*/ 526 h 36"/>
                <a:gd name="T8" fmla="*/ 64 w 63"/>
                <a:gd name="T9" fmla="*/ 467 h 36"/>
                <a:gd name="T10" fmla="*/ 318 w 63"/>
                <a:gd name="T11" fmla="*/ 293 h 36"/>
                <a:gd name="T12" fmla="*/ 769 w 63"/>
                <a:gd name="T13" fmla="*/ 306 h 36"/>
                <a:gd name="T14" fmla="*/ 769 w 63"/>
                <a:gd name="T15" fmla="*/ 323 h 36"/>
                <a:gd name="T16" fmla="*/ 741 w 63"/>
                <a:gd name="T17" fmla="*/ 174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36">
                  <a:moveTo>
                    <a:pt x="61" y="12"/>
                  </a:moveTo>
                  <a:cubicBezTo>
                    <a:pt x="56" y="0"/>
                    <a:pt x="37" y="6"/>
                    <a:pt x="23" y="10"/>
                  </a:cubicBezTo>
                  <a:cubicBezTo>
                    <a:pt x="11" y="14"/>
                    <a:pt x="0" y="10"/>
                    <a:pt x="2" y="22"/>
                  </a:cubicBezTo>
                  <a:cubicBezTo>
                    <a:pt x="3" y="28"/>
                    <a:pt x="4" y="32"/>
                    <a:pt x="5" y="36"/>
                  </a:cubicBezTo>
                  <a:cubicBezTo>
                    <a:pt x="5" y="35"/>
                    <a:pt x="5" y="33"/>
                    <a:pt x="5" y="32"/>
                  </a:cubicBezTo>
                  <a:cubicBezTo>
                    <a:pt x="3" y="19"/>
                    <a:pt x="14" y="24"/>
                    <a:pt x="26" y="20"/>
                  </a:cubicBezTo>
                  <a:cubicBezTo>
                    <a:pt x="39" y="16"/>
                    <a:pt x="58" y="9"/>
                    <a:pt x="63" y="21"/>
                  </a:cubicBezTo>
                  <a:cubicBezTo>
                    <a:pt x="63" y="21"/>
                    <a:pt x="63" y="21"/>
                    <a:pt x="63" y="22"/>
                  </a:cubicBezTo>
                  <a:cubicBezTo>
                    <a:pt x="63" y="19"/>
                    <a:pt x="62" y="16"/>
                    <a:pt x="61" y="1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5" name="Freeform 1030">
              <a:extLst>
                <a:ext uri="{FF2B5EF4-FFF2-40B4-BE49-F238E27FC236}">
                  <a16:creationId xmlns:a16="http://schemas.microsoft.com/office/drawing/2014/main" id="{A491B392-19B3-476B-B715-9116A5AE2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1875"/>
              <a:ext cx="103" cy="61"/>
            </a:xfrm>
            <a:custGeom>
              <a:avLst/>
              <a:gdLst>
                <a:gd name="T0" fmla="*/ 410 w 45"/>
                <a:gd name="T1" fmla="*/ 190 h 25"/>
                <a:gd name="T2" fmla="*/ 325 w 45"/>
                <a:gd name="T3" fmla="*/ 132 h 25"/>
                <a:gd name="T4" fmla="*/ 25 w 45"/>
                <a:gd name="T5" fmla="*/ 203 h 25"/>
                <a:gd name="T6" fmla="*/ 48 w 45"/>
                <a:gd name="T7" fmla="*/ 364 h 25"/>
                <a:gd name="T8" fmla="*/ 57 w 45"/>
                <a:gd name="T9" fmla="*/ 334 h 25"/>
                <a:gd name="T10" fmla="*/ 346 w 45"/>
                <a:gd name="T11" fmla="*/ 244 h 25"/>
                <a:gd name="T12" fmla="*/ 540 w 45"/>
                <a:gd name="T13" fmla="*/ 351 h 25"/>
                <a:gd name="T14" fmla="*/ 540 w 45"/>
                <a:gd name="T15" fmla="*/ 334 h 25"/>
                <a:gd name="T16" fmla="*/ 410 w 45"/>
                <a:gd name="T17" fmla="*/ 19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5">
                  <a:moveTo>
                    <a:pt x="34" y="13"/>
                  </a:moveTo>
                  <a:cubicBezTo>
                    <a:pt x="31" y="11"/>
                    <a:pt x="28" y="10"/>
                    <a:pt x="27" y="9"/>
                  </a:cubicBezTo>
                  <a:cubicBezTo>
                    <a:pt x="20" y="8"/>
                    <a:pt x="9" y="0"/>
                    <a:pt x="2" y="14"/>
                  </a:cubicBezTo>
                  <a:cubicBezTo>
                    <a:pt x="0" y="18"/>
                    <a:pt x="2" y="21"/>
                    <a:pt x="4" y="25"/>
                  </a:cubicBezTo>
                  <a:cubicBezTo>
                    <a:pt x="5" y="25"/>
                    <a:pt x="5" y="24"/>
                    <a:pt x="5" y="23"/>
                  </a:cubicBezTo>
                  <a:cubicBezTo>
                    <a:pt x="12" y="9"/>
                    <a:pt x="23" y="15"/>
                    <a:pt x="29" y="17"/>
                  </a:cubicBezTo>
                  <a:cubicBezTo>
                    <a:pt x="31" y="17"/>
                    <a:pt x="42" y="23"/>
                    <a:pt x="45" y="24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3" y="23"/>
                    <a:pt x="37" y="19"/>
                    <a:pt x="34" y="1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6" name="Freeform 1031">
              <a:extLst>
                <a:ext uri="{FF2B5EF4-FFF2-40B4-BE49-F238E27FC236}">
                  <a16:creationId xmlns:a16="http://schemas.microsoft.com/office/drawing/2014/main" id="{195D993C-556E-45AC-BDEC-40D2FDFD85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6" y="1647"/>
              <a:ext cx="271" cy="91"/>
            </a:xfrm>
            <a:custGeom>
              <a:avLst/>
              <a:gdLst>
                <a:gd name="T0" fmla="*/ 496 w 118"/>
                <a:gd name="T1" fmla="*/ 298 h 37"/>
                <a:gd name="T2" fmla="*/ 505 w 118"/>
                <a:gd name="T3" fmla="*/ 298 h 37"/>
                <a:gd name="T4" fmla="*/ 496 w 118"/>
                <a:gd name="T5" fmla="*/ 298 h 37"/>
                <a:gd name="T6" fmla="*/ 496 w 118"/>
                <a:gd name="T7" fmla="*/ 298 h 37"/>
                <a:gd name="T8" fmla="*/ 195 w 118"/>
                <a:gd name="T9" fmla="*/ 61 h 37"/>
                <a:gd name="T10" fmla="*/ 57 w 118"/>
                <a:gd name="T11" fmla="*/ 357 h 37"/>
                <a:gd name="T12" fmla="*/ 232 w 118"/>
                <a:gd name="T13" fmla="*/ 194 h 37"/>
                <a:gd name="T14" fmla="*/ 505 w 118"/>
                <a:gd name="T15" fmla="*/ 551 h 37"/>
                <a:gd name="T16" fmla="*/ 505 w 118"/>
                <a:gd name="T17" fmla="*/ 551 h 37"/>
                <a:gd name="T18" fmla="*/ 496 w 118"/>
                <a:gd name="T19" fmla="*/ 551 h 37"/>
                <a:gd name="T20" fmla="*/ 496 w 118"/>
                <a:gd name="T21" fmla="*/ 298 h 37"/>
                <a:gd name="T22" fmla="*/ 1383 w 118"/>
                <a:gd name="T23" fmla="*/ 224 h 37"/>
                <a:gd name="T24" fmla="*/ 1403 w 118"/>
                <a:gd name="T25" fmla="*/ 236 h 37"/>
                <a:gd name="T26" fmla="*/ 1392 w 118"/>
                <a:gd name="T27" fmla="*/ 236 h 37"/>
                <a:gd name="T28" fmla="*/ 1392 w 118"/>
                <a:gd name="T29" fmla="*/ 236 h 37"/>
                <a:gd name="T30" fmla="*/ 1298 w 118"/>
                <a:gd name="T31" fmla="*/ 133 h 37"/>
                <a:gd name="T32" fmla="*/ 1249 w 118"/>
                <a:gd name="T33" fmla="*/ 121 h 37"/>
                <a:gd name="T34" fmla="*/ 655 w 118"/>
                <a:gd name="T35" fmla="*/ 194 h 37"/>
                <a:gd name="T36" fmla="*/ 664 w 118"/>
                <a:gd name="T37" fmla="*/ 266 h 37"/>
                <a:gd name="T38" fmla="*/ 655 w 118"/>
                <a:gd name="T39" fmla="*/ 266 h 37"/>
                <a:gd name="T40" fmla="*/ 680 w 118"/>
                <a:gd name="T41" fmla="*/ 327 h 37"/>
                <a:gd name="T42" fmla="*/ 1298 w 118"/>
                <a:gd name="T43" fmla="*/ 266 h 37"/>
                <a:gd name="T44" fmla="*/ 1428 w 118"/>
                <a:gd name="T45" fmla="*/ 460 h 37"/>
                <a:gd name="T46" fmla="*/ 1428 w 118"/>
                <a:gd name="T47" fmla="*/ 448 h 37"/>
                <a:gd name="T48" fmla="*/ 1383 w 118"/>
                <a:gd name="T49" fmla="*/ 224 h 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8" h="37">
                  <a:moveTo>
                    <a:pt x="41" y="20"/>
                  </a:moveTo>
                  <a:cubicBezTo>
                    <a:pt x="41" y="20"/>
                    <a:pt x="41" y="20"/>
                    <a:pt x="42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6" y="10"/>
                    <a:pt x="34" y="5"/>
                    <a:pt x="16" y="4"/>
                  </a:cubicBezTo>
                  <a:cubicBezTo>
                    <a:pt x="0" y="2"/>
                    <a:pt x="1" y="12"/>
                    <a:pt x="5" y="24"/>
                  </a:cubicBezTo>
                  <a:cubicBezTo>
                    <a:pt x="4" y="17"/>
                    <a:pt x="7" y="12"/>
                    <a:pt x="19" y="13"/>
                  </a:cubicBezTo>
                  <a:cubicBezTo>
                    <a:pt x="37" y="15"/>
                    <a:pt x="37" y="27"/>
                    <a:pt x="42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37"/>
                    <a:pt x="42" y="37"/>
                    <a:pt x="41" y="37"/>
                  </a:cubicBezTo>
                  <a:cubicBezTo>
                    <a:pt x="40" y="33"/>
                    <a:pt x="40" y="27"/>
                    <a:pt x="41" y="20"/>
                  </a:cubicBezTo>
                  <a:close/>
                  <a:moveTo>
                    <a:pt x="114" y="15"/>
                  </a:moveTo>
                  <a:cubicBezTo>
                    <a:pt x="115" y="16"/>
                    <a:pt x="115" y="16"/>
                    <a:pt x="116" y="16"/>
                  </a:cubicBezTo>
                  <a:cubicBezTo>
                    <a:pt x="116" y="16"/>
                    <a:pt x="115" y="16"/>
                    <a:pt x="115" y="16"/>
                  </a:cubicBezTo>
                  <a:cubicBezTo>
                    <a:pt x="115" y="16"/>
                    <a:pt x="115" y="16"/>
                    <a:pt x="115" y="16"/>
                  </a:cubicBezTo>
                  <a:cubicBezTo>
                    <a:pt x="113" y="13"/>
                    <a:pt x="111" y="11"/>
                    <a:pt x="107" y="9"/>
                  </a:cubicBezTo>
                  <a:cubicBezTo>
                    <a:pt x="106" y="9"/>
                    <a:pt x="104" y="8"/>
                    <a:pt x="103" y="8"/>
                  </a:cubicBezTo>
                  <a:cubicBezTo>
                    <a:pt x="90" y="3"/>
                    <a:pt x="55" y="0"/>
                    <a:pt x="54" y="13"/>
                  </a:cubicBezTo>
                  <a:cubicBezTo>
                    <a:pt x="53" y="15"/>
                    <a:pt x="55" y="17"/>
                    <a:pt x="55" y="18"/>
                  </a:cubicBezTo>
                  <a:cubicBezTo>
                    <a:pt x="53" y="18"/>
                    <a:pt x="52" y="18"/>
                    <a:pt x="54" y="18"/>
                  </a:cubicBezTo>
                  <a:cubicBezTo>
                    <a:pt x="55" y="19"/>
                    <a:pt x="56" y="20"/>
                    <a:pt x="56" y="22"/>
                  </a:cubicBezTo>
                  <a:cubicBezTo>
                    <a:pt x="59" y="7"/>
                    <a:pt x="99" y="14"/>
                    <a:pt x="107" y="18"/>
                  </a:cubicBezTo>
                  <a:cubicBezTo>
                    <a:pt x="113" y="20"/>
                    <a:pt x="116" y="29"/>
                    <a:pt x="118" y="31"/>
                  </a:cubicBezTo>
                  <a:cubicBezTo>
                    <a:pt x="118" y="31"/>
                    <a:pt x="118" y="31"/>
                    <a:pt x="118" y="30"/>
                  </a:cubicBezTo>
                  <a:cubicBezTo>
                    <a:pt x="115" y="27"/>
                    <a:pt x="115" y="20"/>
                    <a:pt x="114" y="1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7" name="Freeform 1032">
              <a:extLst>
                <a:ext uri="{FF2B5EF4-FFF2-40B4-BE49-F238E27FC236}">
                  <a16:creationId xmlns:a16="http://schemas.microsoft.com/office/drawing/2014/main" id="{801C3C9C-AF9C-4E22-B963-CD78DFACC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240"/>
              <a:ext cx="43" cy="42"/>
            </a:xfrm>
            <a:custGeom>
              <a:avLst/>
              <a:gdLst>
                <a:gd name="T0" fmla="*/ 36 w 19"/>
                <a:gd name="T1" fmla="*/ 62 h 17"/>
                <a:gd name="T2" fmla="*/ 45 w 19"/>
                <a:gd name="T3" fmla="*/ 257 h 17"/>
                <a:gd name="T4" fmla="*/ 57 w 19"/>
                <a:gd name="T5" fmla="*/ 212 h 17"/>
                <a:gd name="T6" fmla="*/ 220 w 19"/>
                <a:gd name="T7" fmla="*/ 257 h 17"/>
                <a:gd name="T8" fmla="*/ 36 w 19"/>
                <a:gd name="T9" fmla="*/ 6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3" y="4"/>
                  </a:moveTo>
                  <a:cubicBezTo>
                    <a:pt x="0" y="6"/>
                    <a:pt x="1" y="11"/>
                    <a:pt x="4" y="17"/>
                  </a:cubicBezTo>
                  <a:cubicBezTo>
                    <a:pt x="4" y="15"/>
                    <a:pt x="4" y="14"/>
                    <a:pt x="5" y="14"/>
                  </a:cubicBezTo>
                  <a:cubicBezTo>
                    <a:pt x="11" y="10"/>
                    <a:pt x="15" y="13"/>
                    <a:pt x="19" y="17"/>
                  </a:cubicBezTo>
                  <a:cubicBezTo>
                    <a:pt x="14" y="10"/>
                    <a:pt x="9" y="0"/>
                    <a:pt x="3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8" name="Freeform 1033">
              <a:extLst>
                <a:ext uri="{FF2B5EF4-FFF2-40B4-BE49-F238E27FC236}">
                  <a16:creationId xmlns:a16="http://schemas.microsoft.com/office/drawing/2014/main" id="{5517047A-0ABC-41BE-8957-E09565010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020"/>
              <a:ext cx="150" cy="186"/>
            </a:xfrm>
            <a:custGeom>
              <a:avLst/>
              <a:gdLst>
                <a:gd name="T0" fmla="*/ 789 w 65"/>
                <a:gd name="T1" fmla="*/ 952 h 76"/>
                <a:gd name="T2" fmla="*/ 688 w 65"/>
                <a:gd name="T3" fmla="*/ 629 h 76"/>
                <a:gd name="T4" fmla="*/ 651 w 65"/>
                <a:gd name="T5" fmla="*/ 396 h 76"/>
                <a:gd name="T6" fmla="*/ 725 w 65"/>
                <a:gd name="T7" fmla="*/ 174 h 76"/>
                <a:gd name="T8" fmla="*/ 628 w 65"/>
                <a:gd name="T9" fmla="*/ 174 h 76"/>
                <a:gd name="T10" fmla="*/ 395 w 65"/>
                <a:gd name="T11" fmla="*/ 264 h 76"/>
                <a:gd name="T12" fmla="*/ 224 w 65"/>
                <a:gd name="T13" fmla="*/ 162 h 76"/>
                <a:gd name="T14" fmla="*/ 37 w 65"/>
                <a:gd name="T15" fmla="*/ 0 h 76"/>
                <a:gd name="T16" fmla="*/ 0 w 65"/>
                <a:gd name="T17" fmla="*/ 0 h 76"/>
                <a:gd name="T18" fmla="*/ 85 w 65"/>
                <a:gd name="T19" fmla="*/ 144 h 76"/>
                <a:gd name="T20" fmla="*/ 196 w 65"/>
                <a:gd name="T21" fmla="*/ 384 h 76"/>
                <a:gd name="T22" fmla="*/ 208 w 65"/>
                <a:gd name="T23" fmla="*/ 455 h 76"/>
                <a:gd name="T24" fmla="*/ 235 w 65"/>
                <a:gd name="T25" fmla="*/ 514 h 76"/>
                <a:gd name="T26" fmla="*/ 245 w 65"/>
                <a:gd name="T27" fmla="*/ 568 h 76"/>
                <a:gd name="T28" fmla="*/ 358 w 65"/>
                <a:gd name="T29" fmla="*/ 732 h 76"/>
                <a:gd name="T30" fmla="*/ 480 w 65"/>
                <a:gd name="T31" fmla="*/ 969 h 76"/>
                <a:gd name="T32" fmla="*/ 704 w 65"/>
                <a:gd name="T33" fmla="*/ 1114 h 76"/>
                <a:gd name="T34" fmla="*/ 789 w 65"/>
                <a:gd name="T35" fmla="*/ 952 h 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" h="76">
                  <a:moveTo>
                    <a:pt x="64" y="65"/>
                  </a:moveTo>
                  <a:cubicBezTo>
                    <a:pt x="63" y="57"/>
                    <a:pt x="60" y="49"/>
                    <a:pt x="56" y="43"/>
                  </a:cubicBezTo>
                  <a:cubicBezTo>
                    <a:pt x="53" y="38"/>
                    <a:pt x="52" y="32"/>
                    <a:pt x="53" y="27"/>
                  </a:cubicBezTo>
                  <a:cubicBezTo>
                    <a:pt x="55" y="22"/>
                    <a:pt x="59" y="18"/>
                    <a:pt x="59" y="12"/>
                  </a:cubicBezTo>
                  <a:cubicBezTo>
                    <a:pt x="57" y="11"/>
                    <a:pt x="54" y="10"/>
                    <a:pt x="51" y="12"/>
                  </a:cubicBezTo>
                  <a:cubicBezTo>
                    <a:pt x="45" y="14"/>
                    <a:pt x="39" y="19"/>
                    <a:pt x="32" y="18"/>
                  </a:cubicBezTo>
                  <a:cubicBezTo>
                    <a:pt x="27" y="17"/>
                    <a:pt x="23" y="14"/>
                    <a:pt x="18" y="11"/>
                  </a:cubicBezTo>
                  <a:cubicBezTo>
                    <a:pt x="14" y="8"/>
                    <a:pt x="8" y="1"/>
                    <a:pt x="3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2" y="4"/>
                    <a:pt x="4" y="6"/>
                    <a:pt x="7" y="10"/>
                  </a:cubicBezTo>
                  <a:cubicBezTo>
                    <a:pt x="11" y="14"/>
                    <a:pt x="14" y="20"/>
                    <a:pt x="16" y="26"/>
                  </a:cubicBezTo>
                  <a:cubicBezTo>
                    <a:pt x="17" y="27"/>
                    <a:pt x="17" y="29"/>
                    <a:pt x="17" y="31"/>
                  </a:cubicBezTo>
                  <a:cubicBezTo>
                    <a:pt x="18" y="32"/>
                    <a:pt x="18" y="34"/>
                    <a:pt x="19" y="35"/>
                  </a:cubicBezTo>
                  <a:cubicBezTo>
                    <a:pt x="19" y="36"/>
                    <a:pt x="19" y="38"/>
                    <a:pt x="20" y="39"/>
                  </a:cubicBezTo>
                  <a:cubicBezTo>
                    <a:pt x="22" y="43"/>
                    <a:pt x="25" y="47"/>
                    <a:pt x="29" y="50"/>
                  </a:cubicBezTo>
                  <a:cubicBezTo>
                    <a:pt x="32" y="53"/>
                    <a:pt x="37" y="62"/>
                    <a:pt x="39" y="66"/>
                  </a:cubicBezTo>
                  <a:cubicBezTo>
                    <a:pt x="41" y="68"/>
                    <a:pt x="50" y="76"/>
                    <a:pt x="57" y="76"/>
                  </a:cubicBezTo>
                  <a:cubicBezTo>
                    <a:pt x="63" y="76"/>
                    <a:pt x="65" y="70"/>
                    <a:pt x="64" y="6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9" name="Freeform 1034">
              <a:extLst>
                <a:ext uri="{FF2B5EF4-FFF2-40B4-BE49-F238E27FC236}">
                  <a16:creationId xmlns:a16="http://schemas.microsoft.com/office/drawing/2014/main" id="{1027ADDD-CACF-46BA-8DD8-2A23AE774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890"/>
              <a:ext cx="124" cy="95"/>
            </a:xfrm>
            <a:custGeom>
              <a:avLst/>
              <a:gdLst>
                <a:gd name="T0" fmla="*/ 475 w 54"/>
                <a:gd name="T1" fmla="*/ 533 h 39"/>
                <a:gd name="T2" fmla="*/ 654 w 54"/>
                <a:gd name="T3" fmla="*/ 504 h 39"/>
                <a:gd name="T4" fmla="*/ 533 w 54"/>
                <a:gd name="T5" fmla="*/ 421 h 39"/>
                <a:gd name="T6" fmla="*/ 402 w 54"/>
                <a:gd name="T7" fmla="*/ 173 h 39"/>
                <a:gd name="T8" fmla="*/ 207 w 54"/>
                <a:gd name="T9" fmla="*/ 29 h 39"/>
                <a:gd name="T10" fmla="*/ 0 w 54"/>
                <a:gd name="T11" fmla="*/ 244 h 39"/>
                <a:gd name="T12" fmla="*/ 11 w 54"/>
                <a:gd name="T13" fmla="*/ 392 h 39"/>
                <a:gd name="T14" fmla="*/ 158 w 54"/>
                <a:gd name="T15" fmla="*/ 553 h 39"/>
                <a:gd name="T16" fmla="*/ 280 w 54"/>
                <a:gd name="T17" fmla="*/ 533 h 39"/>
                <a:gd name="T18" fmla="*/ 475 w 54"/>
                <a:gd name="T19" fmla="*/ 533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39">
                  <a:moveTo>
                    <a:pt x="39" y="37"/>
                  </a:moveTo>
                  <a:cubicBezTo>
                    <a:pt x="43" y="37"/>
                    <a:pt x="51" y="39"/>
                    <a:pt x="54" y="35"/>
                  </a:cubicBezTo>
                  <a:cubicBezTo>
                    <a:pt x="51" y="32"/>
                    <a:pt x="46" y="30"/>
                    <a:pt x="44" y="29"/>
                  </a:cubicBezTo>
                  <a:cubicBezTo>
                    <a:pt x="37" y="24"/>
                    <a:pt x="37" y="19"/>
                    <a:pt x="33" y="12"/>
                  </a:cubicBezTo>
                  <a:cubicBezTo>
                    <a:pt x="30" y="7"/>
                    <a:pt x="27" y="0"/>
                    <a:pt x="17" y="2"/>
                  </a:cubicBezTo>
                  <a:cubicBezTo>
                    <a:pt x="9" y="3"/>
                    <a:pt x="0" y="9"/>
                    <a:pt x="0" y="17"/>
                  </a:cubicBezTo>
                  <a:cubicBezTo>
                    <a:pt x="0" y="20"/>
                    <a:pt x="0" y="23"/>
                    <a:pt x="1" y="27"/>
                  </a:cubicBezTo>
                  <a:cubicBezTo>
                    <a:pt x="2" y="30"/>
                    <a:pt x="10" y="37"/>
                    <a:pt x="13" y="38"/>
                  </a:cubicBezTo>
                  <a:cubicBezTo>
                    <a:pt x="16" y="39"/>
                    <a:pt x="20" y="38"/>
                    <a:pt x="23" y="37"/>
                  </a:cubicBezTo>
                  <a:cubicBezTo>
                    <a:pt x="28" y="37"/>
                    <a:pt x="34" y="36"/>
                    <a:pt x="39" y="3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0" name="Freeform 1035">
              <a:extLst>
                <a:ext uri="{FF2B5EF4-FFF2-40B4-BE49-F238E27FC236}">
                  <a16:creationId xmlns:a16="http://schemas.microsoft.com/office/drawing/2014/main" id="{014D035B-5722-4FD1-A7E2-493392E67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586"/>
              <a:ext cx="137" cy="49"/>
            </a:xfrm>
            <a:custGeom>
              <a:avLst/>
              <a:gdLst>
                <a:gd name="T0" fmla="*/ 511 w 60"/>
                <a:gd name="T1" fmla="*/ 252 h 20"/>
                <a:gd name="T2" fmla="*/ 715 w 60"/>
                <a:gd name="T3" fmla="*/ 265 h 20"/>
                <a:gd name="T4" fmla="*/ 130 w 60"/>
                <a:gd name="T5" fmla="*/ 29 h 20"/>
                <a:gd name="T6" fmla="*/ 0 w 60"/>
                <a:gd name="T7" fmla="*/ 42 h 20"/>
                <a:gd name="T8" fmla="*/ 158 w 60"/>
                <a:gd name="T9" fmla="*/ 103 h 20"/>
                <a:gd name="T10" fmla="*/ 260 w 60"/>
                <a:gd name="T11" fmla="*/ 162 h 20"/>
                <a:gd name="T12" fmla="*/ 308 w 60"/>
                <a:gd name="T13" fmla="*/ 252 h 20"/>
                <a:gd name="T14" fmla="*/ 511 w 60"/>
                <a:gd name="T15" fmla="*/ 252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20">
                  <a:moveTo>
                    <a:pt x="43" y="17"/>
                  </a:moveTo>
                  <a:cubicBezTo>
                    <a:pt x="49" y="17"/>
                    <a:pt x="54" y="18"/>
                    <a:pt x="60" y="18"/>
                  </a:cubicBezTo>
                  <a:cubicBezTo>
                    <a:pt x="52" y="12"/>
                    <a:pt x="18" y="4"/>
                    <a:pt x="11" y="2"/>
                  </a:cubicBezTo>
                  <a:cubicBezTo>
                    <a:pt x="4" y="0"/>
                    <a:pt x="0" y="2"/>
                    <a:pt x="0" y="3"/>
                  </a:cubicBezTo>
                  <a:cubicBezTo>
                    <a:pt x="3" y="6"/>
                    <a:pt x="9" y="6"/>
                    <a:pt x="13" y="7"/>
                  </a:cubicBezTo>
                  <a:cubicBezTo>
                    <a:pt x="16" y="8"/>
                    <a:pt x="19" y="9"/>
                    <a:pt x="22" y="11"/>
                  </a:cubicBezTo>
                  <a:cubicBezTo>
                    <a:pt x="24" y="12"/>
                    <a:pt x="24" y="15"/>
                    <a:pt x="26" y="17"/>
                  </a:cubicBezTo>
                  <a:cubicBezTo>
                    <a:pt x="31" y="20"/>
                    <a:pt x="38" y="17"/>
                    <a:pt x="43" y="1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1" name="Freeform 1036">
              <a:extLst>
                <a:ext uri="{FF2B5EF4-FFF2-40B4-BE49-F238E27FC236}">
                  <a16:creationId xmlns:a16="http://schemas.microsoft.com/office/drawing/2014/main" id="{0CC7FEF7-9AA6-4C04-90CF-0CEBE2603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566"/>
              <a:ext cx="58" cy="5"/>
            </a:xfrm>
            <a:custGeom>
              <a:avLst/>
              <a:gdLst>
                <a:gd name="T0" fmla="*/ 162 w 25"/>
                <a:gd name="T1" fmla="*/ 33 h 2"/>
                <a:gd name="T2" fmla="*/ 313 w 25"/>
                <a:gd name="T3" fmla="*/ 20 h 2"/>
                <a:gd name="T4" fmla="*/ 0 w 25"/>
                <a:gd name="T5" fmla="*/ 0 h 2"/>
                <a:gd name="T6" fmla="*/ 162 w 25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">
                  <a:moveTo>
                    <a:pt x="13" y="2"/>
                  </a:moveTo>
                  <a:cubicBezTo>
                    <a:pt x="16" y="1"/>
                    <a:pt x="21" y="2"/>
                    <a:pt x="25" y="1"/>
                  </a:cubicBezTo>
                  <a:cubicBezTo>
                    <a:pt x="18" y="0"/>
                    <a:pt x="9" y="0"/>
                    <a:pt x="0" y="0"/>
                  </a:cubicBezTo>
                  <a:cubicBezTo>
                    <a:pt x="3" y="2"/>
                    <a:pt x="6" y="2"/>
                    <a:pt x="13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2" name="Freeform 1037">
              <a:extLst>
                <a:ext uri="{FF2B5EF4-FFF2-40B4-BE49-F238E27FC236}">
                  <a16:creationId xmlns:a16="http://schemas.microsoft.com/office/drawing/2014/main" id="{CCC706FA-F7CC-44FF-9B22-481A9F8CD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806"/>
              <a:ext cx="119" cy="74"/>
            </a:xfrm>
            <a:custGeom>
              <a:avLst/>
              <a:gdLst>
                <a:gd name="T0" fmla="*/ 597 w 52"/>
                <a:gd name="T1" fmla="*/ 62 h 30"/>
                <a:gd name="T2" fmla="*/ 382 w 52"/>
                <a:gd name="T3" fmla="*/ 30 h 30"/>
                <a:gd name="T4" fmla="*/ 130 w 52"/>
                <a:gd name="T5" fmla="*/ 0 h 30"/>
                <a:gd name="T6" fmla="*/ 0 w 52"/>
                <a:gd name="T7" fmla="*/ 30 h 30"/>
                <a:gd name="T8" fmla="*/ 11 w 52"/>
                <a:gd name="T9" fmla="*/ 30 h 30"/>
                <a:gd name="T10" fmla="*/ 314 w 52"/>
                <a:gd name="T11" fmla="*/ 195 h 30"/>
                <a:gd name="T12" fmla="*/ 549 w 52"/>
                <a:gd name="T13" fmla="*/ 316 h 30"/>
                <a:gd name="T14" fmla="*/ 622 w 52"/>
                <a:gd name="T15" fmla="*/ 91 h 30"/>
                <a:gd name="T16" fmla="*/ 597 w 52"/>
                <a:gd name="T17" fmla="*/ 62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30">
                  <a:moveTo>
                    <a:pt x="50" y="4"/>
                  </a:moveTo>
                  <a:cubicBezTo>
                    <a:pt x="44" y="0"/>
                    <a:pt x="38" y="1"/>
                    <a:pt x="32" y="2"/>
                  </a:cubicBezTo>
                  <a:cubicBezTo>
                    <a:pt x="24" y="3"/>
                    <a:pt x="18" y="0"/>
                    <a:pt x="11" y="0"/>
                  </a:cubicBezTo>
                  <a:cubicBezTo>
                    <a:pt x="7" y="0"/>
                    <a:pt x="4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1" y="2"/>
                    <a:pt x="20" y="6"/>
                    <a:pt x="26" y="13"/>
                  </a:cubicBezTo>
                  <a:cubicBezTo>
                    <a:pt x="32" y="20"/>
                    <a:pt x="36" y="30"/>
                    <a:pt x="46" y="21"/>
                  </a:cubicBezTo>
                  <a:cubicBezTo>
                    <a:pt x="50" y="18"/>
                    <a:pt x="52" y="12"/>
                    <a:pt x="52" y="6"/>
                  </a:cubicBezTo>
                  <a:cubicBezTo>
                    <a:pt x="52" y="5"/>
                    <a:pt x="51" y="4"/>
                    <a:pt x="50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3" name="Freeform 1038">
              <a:extLst>
                <a:ext uri="{FF2B5EF4-FFF2-40B4-BE49-F238E27FC236}">
                  <a16:creationId xmlns:a16="http://schemas.microsoft.com/office/drawing/2014/main" id="{A957605F-ABBE-4F74-8CBA-5280A0A5A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635"/>
              <a:ext cx="65" cy="105"/>
            </a:xfrm>
            <a:custGeom>
              <a:avLst/>
              <a:gdLst>
                <a:gd name="T0" fmla="*/ 151 w 28"/>
                <a:gd name="T1" fmla="*/ 232 h 43"/>
                <a:gd name="T2" fmla="*/ 86 w 28"/>
                <a:gd name="T3" fmla="*/ 0 h 43"/>
                <a:gd name="T4" fmla="*/ 0 w 28"/>
                <a:gd name="T5" fmla="*/ 71 h 43"/>
                <a:gd name="T6" fmla="*/ 200 w 28"/>
                <a:gd name="T7" fmla="*/ 393 h 43"/>
                <a:gd name="T8" fmla="*/ 339 w 28"/>
                <a:gd name="T9" fmla="*/ 625 h 43"/>
                <a:gd name="T10" fmla="*/ 323 w 28"/>
                <a:gd name="T11" fmla="*/ 435 h 43"/>
                <a:gd name="T12" fmla="*/ 151 w 28"/>
                <a:gd name="T13" fmla="*/ 23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3">
                  <a:moveTo>
                    <a:pt x="12" y="16"/>
                  </a:moveTo>
                  <a:cubicBezTo>
                    <a:pt x="9" y="11"/>
                    <a:pt x="8" y="5"/>
                    <a:pt x="7" y="0"/>
                  </a:cubicBezTo>
                  <a:cubicBezTo>
                    <a:pt x="4" y="2"/>
                    <a:pt x="2" y="4"/>
                    <a:pt x="0" y="5"/>
                  </a:cubicBezTo>
                  <a:cubicBezTo>
                    <a:pt x="3" y="16"/>
                    <a:pt x="8" y="23"/>
                    <a:pt x="16" y="27"/>
                  </a:cubicBezTo>
                  <a:cubicBezTo>
                    <a:pt x="23" y="30"/>
                    <a:pt x="26" y="37"/>
                    <a:pt x="27" y="43"/>
                  </a:cubicBezTo>
                  <a:cubicBezTo>
                    <a:pt x="28" y="38"/>
                    <a:pt x="27" y="33"/>
                    <a:pt x="26" y="30"/>
                  </a:cubicBezTo>
                  <a:cubicBezTo>
                    <a:pt x="23" y="25"/>
                    <a:pt x="15" y="22"/>
                    <a:pt x="12" y="1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4" name="Freeform 1039">
              <a:extLst>
                <a:ext uri="{FF2B5EF4-FFF2-40B4-BE49-F238E27FC236}">
                  <a16:creationId xmlns:a16="http://schemas.microsoft.com/office/drawing/2014/main" id="{2938F918-DD49-462B-8AF8-ADA87EAE3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0"/>
              <a:ext cx="188" cy="106"/>
            </a:xfrm>
            <a:custGeom>
              <a:avLst/>
              <a:gdLst>
                <a:gd name="T0" fmla="*/ 894 w 82"/>
                <a:gd name="T1" fmla="*/ 286 h 43"/>
                <a:gd name="T2" fmla="*/ 988 w 82"/>
                <a:gd name="T3" fmla="*/ 153 h 43"/>
                <a:gd name="T4" fmla="*/ 963 w 82"/>
                <a:gd name="T5" fmla="*/ 133 h 43"/>
                <a:gd name="T6" fmla="*/ 642 w 82"/>
                <a:gd name="T7" fmla="*/ 212 h 43"/>
                <a:gd name="T8" fmla="*/ 289 w 82"/>
                <a:gd name="T9" fmla="*/ 328 h 43"/>
                <a:gd name="T10" fmla="*/ 0 w 82"/>
                <a:gd name="T11" fmla="*/ 540 h 43"/>
                <a:gd name="T12" fmla="*/ 0 w 82"/>
                <a:gd name="T13" fmla="*/ 572 h 43"/>
                <a:gd name="T14" fmla="*/ 179 w 82"/>
                <a:gd name="T15" fmla="*/ 601 h 43"/>
                <a:gd name="T16" fmla="*/ 484 w 82"/>
                <a:gd name="T17" fmla="*/ 481 h 43"/>
                <a:gd name="T18" fmla="*/ 651 w 82"/>
                <a:gd name="T19" fmla="*/ 431 h 43"/>
                <a:gd name="T20" fmla="*/ 757 w 82"/>
                <a:gd name="T21" fmla="*/ 601 h 43"/>
                <a:gd name="T22" fmla="*/ 894 w 82"/>
                <a:gd name="T23" fmla="*/ 286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43">
                  <a:moveTo>
                    <a:pt x="74" y="19"/>
                  </a:moveTo>
                  <a:cubicBezTo>
                    <a:pt x="76" y="15"/>
                    <a:pt x="80" y="12"/>
                    <a:pt x="82" y="10"/>
                  </a:cubicBezTo>
                  <a:cubicBezTo>
                    <a:pt x="81" y="10"/>
                    <a:pt x="81" y="9"/>
                    <a:pt x="80" y="9"/>
                  </a:cubicBezTo>
                  <a:cubicBezTo>
                    <a:pt x="70" y="0"/>
                    <a:pt x="62" y="9"/>
                    <a:pt x="53" y="14"/>
                  </a:cubicBezTo>
                  <a:cubicBezTo>
                    <a:pt x="44" y="19"/>
                    <a:pt x="35" y="20"/>
                    <a:pt x="24" y="22"/>
                  </a:cubicBezTo>
                  <a:cubicBezTo>
                    <a:pt x="15" y="23"/>
                    <a:pt x="4" y="26"/>
                    <a:pt x="0" y="36"/>
                  </a:cubicBezTo>
                  <a:cubicBezTo>
                    <a:pt x="0" y="37"/>
                    <a:pt x="0" y="37"/>
                    <a:pt x="0" y="38"/>
                  </a:cubicBezTo>
                  <a:cubicBezTo>
                    <a:pt x="3" y="40"/>
                    <a:pt x="8" y="40"/>
                    <a:pt x="15" y="40"/>
                  </a:cubicBezTo>
                  <a:cubicBezTo>
                    <a:pt x="26" y="42"/>
                    <a:pt x="32" y="35"/>
                    <a:pt x="40" y="32"/>
                  </a:cubicBezTo>
                  <a:cubicBezTo>
                    <a:pt x="44" y="31"/>
                    <a:pt x="50" y="28"/>
                    <a:pt x="54" y="29"/>
                  </a:cubicBezTo>
                  <a:cubicBezTo>
                    <a:pt x="58" y="31"/>
                    <a:pt x="58" y="40"/>
                    <a:pt x="63" y="40"/>
                  </a:cubicBezTo>
                  <a:cubicBezTo>
                    <a:pt x="76" y="43"/>
                    <a:pt x="71" y="24"/>
                    <a:pt x="74" y="1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5" name="Freeform 1040">
              <a:extLst>
                <a:ext uri="{FF2B5EF4-FFF2-40B4-BE49-F238E27FC236}">
                  <a16:creationId xmlns:a16="http://schemas.microsoft.com/office/drawing/2014/main" id="{A03C8A3B-0510-42F5-9B0D-DA3D123A6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747"/>
              <a:ext cx="115" cy="204"/>
            </a:xfrm>
            <a:custGeom>
              <a:avLst/>
              <a:gdLst>
                <a:gd name="T0" fmla="*/ 545 w 50"/>
                <a:gd name="T1" fmla="*/ 71 h 83"/>
                <a:gd name="T2" fmla="*/ 301 w 50"/>
                <a:gd name="T3" fmla="*/ 91 h 83"/>
                <a:gd name="T4" fmla="*/ 207 w 50"/>
                <a:gd name="T5" fmla="*/ 551 h 83"/>
                <a:gd name="T6" fmla="*/ 0 w 50"/>
                <a:gd name="T7" fmla="*/ 1069 h 83"/>
                <a:gd name="T8" fmla="*/ 37 w 50"/>
                <a:gd name="T9" fmla="*/ 1111 h 83"/>
                <a:gd name="T10" fmla="*/ 195 w 50"/>
                <a:gd name="T11" fmla="*/ 919 h 83"/>
                <a:gd name="T12" fmla="*/ 317 w 50"/>
                <a:gd name="T13" fmla="*/ 622 h 83"/>
                <a:gd name="T14" fmla="*/ 582 w 50"/>
                <a:gd name="T15" fmla="*/ 430 h 83"/>
                <a:gd name="T16" fmla="*/ 610 w 50"/>
                <a:gd name="T17" fmla="*/ 315 h 83"/>
                <a:gd name="T18" fmla="*/ 582 w 50"/>
                <a:gd name="T19" fmla="*/ 206 h 83"/>
                <a:gd name="T20" fmla="*/ 545 w 50"/>
                <a:gd name="T21" fmla="*/ 71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83">
                  <a:moveTo>
                    <a:pt x="45" y="5"/>
                  </a:moveTo>
                  <a:cubicBezTo>
                    <a:pt x="41" y="0"/>
                    <a:pt x="30" y="2"/>
                    <a:pt x="25" y="6"/>
                  </a:cubicBezTo>
                  <a:cubicBezTo>
                    <a:pt x="15" y="14"/>
                    <a:pt x="19" y="27"/>
                    <a:pt x="17" y="37"/>
                  </a:cubicBezTo>
                  <a:cubicBezTo>
                    <a:pt x="16" y="46"/>
                    <a:pt x="2" y="60"/>
                    <a:pt x="0" y="72"/>
                  </a:cubicBezTo>
                  <a:cubicBezTo>
                    <a:pt x="1" y="73"/>
                    <a:pt x="2" y="74"/>
                    <a:pt x="3" y="75"/>
                  </a:cubicBezTo>
                  <a:cubicBezTo>
                    <a:pt x="15" y="83"/>
                    <a:pt x="14" y="70"/>
                    <a:pt x="16" y="62"/>
                  </a:cubicBezTo>
                  <a:cubicBezTo>
                    <a:pt x="17" y="55"/>
                    <a:pt x="20" y="48"/>
                    <a:pt x="26" y="42"/>
                  </a:cubicBezTo>
                  <a:cubicBezTo>
                    <a:pt x="32" y="36"/>
                    <a:pt x="42" y="36"/>
                    <a:pt x="48" y="29"/>
                  </a:cubicBezTo>
                  <a:cubicBezTo>
                    <a:pt x="50" y="27"/>
                    <a:pt x="50" y="24"/>
                    <a:pt x="50" y="21"/>
                  </a:cubicBezTo>
                  <a:cubicBezTo>
                    <a:pt x="49" y="18"/>
                    <a:pt x="48" y="16"/>
                    <a:pt x="48" y="14"/>
                  </a:cubicBezTo>
                  <a:cubicBezTo>
                    <a:pt x="47" y="11"/>
                    <a:pt x="46" y="8"/>
                    <a:pt x="45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6" name="Freeform 1041">
              <a:extLst>
                <a:ext uri="{FF2B5EF4-FFF2-40B4-BE49-F238E27FC236}">
                  <a16:creationId xmlns:a16="http://schemas.microsoft.com/office/drawing/2014/main" id="{D0704055-2248-4FED-AAF4-1CD783926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578"/>
              <a:ext cx="209" cy="133"/>
            </a:xfrm>
            <a:custGeom>
              <a:avLst/>
              <a:gdLst>
                <a:gd name="T0" fmla="*/ 581 w 91"/>
                <a:gd name="T1" fmla="*/ 626 h 54"/>
                <a:gd name="T2" fmla="*/ 850 w 91"/>
                <a:gd name="T3" fmla="*/ 224 h 54"/>
                <a:gd name="T4" fmla="*/ 1102 w 91"/>
                <a:gd name="T5" fmla="*/ 91 h 54"/>
                <a:gd name="T6" fmla="*/ 802 w 91"/>
                <a:gd name="T7" fmla="*/ 91 h 54"/>
                <a:gd name="T8" fmla="*/ 485 w 91"/>
                <a:gd name="T9" fmla="*/ 133 h 54"/>
                <a:gd name="T10" fmla="*/ 0 w 91"/>
                <a:gd name="T11" fmla="*/ 522 h 54"/>
                <a:gd name="T12" fmla="*/ 11 w 91"/>
                <a:gd name="T13" fmla="*/ 539 h 54"/>
                <a:gd name="T14" fmla="*/ 11 w 91"/>
                <a:gd name="T15" fmla="*/ 552 h 54"/>
                <a:gd name="T16" fmla="*/ 301 w 91"/>
                <a:gd name="T17" fmla="*/ 704 h 54"/>
                <a:gd name="T18" fmla="*/ 581 w 91"/>
                <a:gd name="T19" fmla="*/ 626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54">
                  <a:moveTo>
                    <a:pt x="48" y="42"/>
                  </a:moveTo>
                  <a:cubicBezTo>
                    <a:pt x="55" y="32"/>
                    <a:pt x="56" y="20"/>
                    <a:pt x="70" y="15"/>
                  </a:cubicBezTo>
                  <a:cubicBezTo>
                    <a:pt x="75" y="13"/>
                    <a:pt x="88" y="12"/>
                    <a:pt x="91" y="6"/>
                  </a:cubicBezTo>
                  <a:cubicBezTo>
                    <a:pt x="85" y="0"/>
                    <a:pt x="73" y="4"/>
                    <a:pt x="66" y="6"/>
                  </a:cubicBezTo>
                  <a:cubicBezTo>
                    <a:pt x="57" y="8"/>
                    <a:pt x="50" y="8"/>
                    <a:pt x="40" y="9"/>
                  </a:cubicBezTo>
                  <a:cubicBezTo>
                    <a:pt x="26" y="9"/>
                    <a:pt x="0" y="19"/>
                    <a:pt x="0" y="35"/>
                  </a:cubicBezTo>
                  <a:cubicBezTo>
                    <a:pt x="0" y="35"/>
                    <a:pt x="0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3" y="51"/>
                    <a:pt x="16" y="46"/>
                    <a:pt x="25" y="47"/>
                  </a:cubicBezTo>
                  <a:cubicBezTo>
                    <a:pt x="36" y="48"/>
                    <a:pt x="39" y="54"/>
                    <a:pt x="48" y="4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7" name="Freeform 1042">
              <a:extLst>
                <a:ext uri="{FF2B5EF4-FFF2-40B4-BE49-F238E27FC236}">
                  <a16:creationId xmlns:a16="http://schemas.microsoft.com/office/drawing/2014/main" id="{459AF660-063B-417B-9079-19E3B0C9B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409"/>
              <a:ext cx="39" cy="47"/>
            </a:xfrm>
            <a:custGeom>
              <a:avLst/>
              <a:gdLst>
                <a:gd name="T0" fmla="*/ 11 w 17"/>
                <a:gd name="T1" fmla="*/ 166 h 19"/>
                <a:gd name="T2" fmla="*/ 94 w 17"/>
                <a:gd name="T3" fmla="*/ 257 h 19"/>
                <a:gd name="T4" fmla="*/ 158 w 17"/>
                <a:gd name="T5" fmla="*/ 92 h 19"/>
                <a:gd name="T6" fmla="*/ 11 w 17"/>
                <a:gd name="T7" fmla="*/ 16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1" y="11"/>
                  </a:moveTo>
                  <a:cubicBezTo>
                    <a:pt x="2" y="13"/>
                    <a:pt x="3" y="19"/>
                    <a:pt x="8" y="17"/>
                  </a:cubicBezTo>
                  <a:cubicBezTo>
                    <a:pt x="12" y="15"/>
                    <a:pt x="17" y="12"/>
                    <a:pt x="13" y="6"/>
                  </a:cubicBezTo>
                  <a:cubicBezTo>
                    <a:pt x="8" y="0"/>
                    <a:pt x="0" y="4"/>
                    <a:pt x="1" y="11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8" name="Freeform 1043">
              <a:extLst>
                <a:ext uri="{FF2B5EF4-FFF2-40B4-BE49-F238E27FC236}">
                  <a16:creationId xmlns:a16="http://schemas.microsoft.com/office/drawing/2014/main" id="{A2A74C02-52C0-4C22-813F-0A2A5C202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348"/>
              <a:ext cx="43" cy="35"/>
            </a:xfrm>
            <a:custGeom>
              <a:avLst/>
              <a:gdLst>
                <a:gd name="T0" fmla="*/ 118 w 19"/>
                <a:gd name="T1" fmla="*/ 20 h 14"/>
                <a:gd name="T2" fmla="*/ 0 w 19"/>
                <a:gd name="T3" fmla="*/ 95 h 14"/>
                <a:gd name="T4" fmla="*/ 149 w 19"/>
                <a:gd name="T5" fmla="*/ 188 h 14"/>
                <a:gd name="T6" fmla="*/ 118 w 19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0" y="1"/>
                  </a:moveTo>
                  <a:cubicBezTo>
                    <a:pt x="4" y="0"/>
                    <a:pt x="0" y="2"/>
                    <a:pt x="0" y="6"/>
                  </a:cubicBezTo>
                  <a:cubicBezTo>
                    <a:pt x="0" y="11"/>
                    <a:pt x="9" y="14"/>
                    <a:pt x="13" y="12"/>
                  </a:cubicBezTo>
                  <a:cubicBezTo>
                    <a:pt x="18" y="10"/>
                    <a:pt x="19" y="2"/>
                    <a:pt x="10" y="1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9" name="Freeform 1044">
              <a:extLst>
                <a:ext uri="{FF2B5EF4-FFF2-40B4-BE49-F238E27FC236}">
                  <a16:creationId xmlns:a16="http://schemas.microsoft.com/office/drawing/2014/main" id="{5D690D17-3B78-4CC1-A3AE-FC454B815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395"/>
              <a:ext cx="46" cy="46"/>
            </a:xfrm>
            <a:custGeom>
              <a:avLst/>
              <a:gdLst>
                <a:gd name="T0" fmla="*/ 28 w 20"/>
                <a:gd name="T1" fmla="*/ 70 h 19"/>
                <a:gd name="T2" fmla="*/ 195 w 20"/>
                <a:gd name="T3" fmla="*/ 199 h 19"/>
                <a:gd name="T4" fmla="*/ 147 w 20"/>
                <a:gd name="T5" fmla="*/ 41 h 19"/>
                <a:gd name="T6" fmla="*/ 28 w 20"/>
                <a:gd name="T7" fmla="*/ 7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9">
                  <a:moveTo>
                    <a:pt x="2" y="5"/>
                  </a:moveTo>
                  <a:cubicBezTo>
                    <a:pt x="0" y="9"/>
                    <a:pt x="13" y="19"/>
                    <a:pt x="16" y="14"/>
                  </a:cubicBezTo>
                  <a:cubicBezTo>
                    <a:pt x="20" y="8"/>
                    <a:pt x="17" y="5"/>
                    <a:pt x="12" y="3"/>
                  </a:cubicBezTo>
                  <a:cubicBezTo>
                    <a:pt x="7" y="0"/>
                    <a:pt x="4" y="2"/>
                    <a:pt x="2" y="5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0" name="Freeform 1045">
              <a:extLst>
                <a:ext uri="{FF2B5EF4-FFF2-40B4-BE49-F238E27FC236}">
                  <a16:creationId xmlns:a16="http://schemas.microsoft.com/office/drawing/2014/main" id="{0127830D-AD0F-41BD-8185-12002015D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338"/>
              <a:ext cx="39" cy="32"/>
            </a:xfrm>
            <a:custGeom>
              <a:avLst/>
              <a:gdLst>
                <a:gd name="T0" fmla="*/ 25 w 17"/>
                <a:gd name="T1" fmla="*/ 91 h 13"/>
                <a:gd name="T2" fmla="*/ 110 w 17"/>
                <a:gd name="T3" fmla="*/ 194 h 13"/>
                <a:gd name="T4" fmla="*/ 204 w 17"/>
                <a:gd name="T5" fmla="*/ 91 h 13"/>
                <a:gd name="T6" fmla="*/ 122 w 17"/>
                <a:gd name="T7" fmla="*/ 0 h 13"/>
                <a:gd name="T8" fmla="*/ 25 w 17"/>
                <a:gd name="T9" fmla="*/ 9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2" y="6"/>
                  </a:moveTo>
                  <a:cubicBezTo>
                    <a:pt x="0" y="10"/>
                    <a:pt x="3" y="13"/>
                    <a:pt x="9" y="13"/>
                  </a:cubicBezTo>
                  <a:cubicBezTo>
                    <a:pt x="15" y="13"/>
                    <a:pt x="17" y="9"/>
                    <a:pt x="17" y="6"/>
                  </a:cubicBezTo>
                  <a:cubicBezTo>
                    <a:pt x="17" y="4"/>
                    <a:pt x="16" y="0"/>
                    <a:pt x="10" y="0"/>
                  </a:cubicBezTo>
                  <a:cubicBezTo>
                    <a:pt x="4" y="1"/>
                    <a:pt x="4" y="2"/>
                    <a:pt x="2" y="6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1" name="Freeform 1046">
              <a:extLst>
                <a:ext uri="{FF2B5EF4-FFF2-40B4-BE49-F238E27FC236}">
                  <a16:creationId xmlns:a16="http://schemas.microsoft.com/office/drawing/2014/main" id="{AB3CF5E3-823B-4CD1-9962-EF37FF065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331"/>
              <a:ext cx="46" cy="37"/>
            </a:xfrm>
            <a:custGeom>
              <a:avLst/>
              <a:gdLst>
                <a:gd name="T0" fmla="*/ 28 w 20"/>
                <a:gd name="T1" fmla="*/ 104 h 15"/>
                <a:gd name="T2" fmla="*/ 131 w 20"/>
                <a:gd name="T3" fmla="*/ 224 h 15"/>
                <a:gd name="T4" fmla="*/ 216 w 20"/>
                <a:gd name="T5" fmla="*/ 91 h 15"/>
                <a:gd name="T6" fmla="*/ 28 w 20"/>
                <a:gd name="T7" fmla="*/ 10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2" y="7"/>
                  </a:moveTo>
                  <a:cubicBezTo>
                    <a:pt x="0" y="10"/>
                    <a:pt x="2" y="15"/>
                    <a:pt x="11" y="15"/>
                  </a:cubicBezTo>
                  <a:cubicBezTo>
                    <a:pt x="20" y="14"/>
                    <a:pt x="20" y="10"/>
                    <a:pt x="18" y="6"/>
                  </a:cubicBezTo>
                  <a:cubicBezTo>
                    <a:pt x="15" y="1"/>
                    <a:pt x="6" y="0"/>
                    <a:pt x="2" y="7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2" name="Freeform 1047">
              <a:extLst>
                <a:ext uri="{FF2B5EF4-FFF2-40B4-BE49-F238E27FC236}">
                  <a16:creationId xmlns:a16="http://schemas.microsoft.com/office/drawing/2014/main" id="{495FDF59-8B8F-438F-8B5D-CC8D0D56B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346"/>
              <a:ext cx="44" cy="34"/>
            </a:xfrm>
            <a:custGeom>
              <a:avLst/>
              <a:gdLst>
                <a:gd name="T0" fmla="*/ 160 w 19"/>
                <a:gd name="T1" fmla="*/ 0 h 14"/>
                <a:gd name="T2" fmla="*/ 86 w 19"/>
                <a:gd name="T3" fmla="*/ 202 h 14"/>
                <a:gd name="T4" fmla="*/ 225 w 19"/>
                <a:gd name="T5" fmla="*/ 100 h 14"/>
                <a:gd name="T6" fmla="*/ 160 w 19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3" y="0"/>
                  </a:moveTo>
                  <a:cubicBezTo>
                    <a:pt x="8" y="0"/>
                    <a:pt x="0" y="14"/>
                    <a:pt x="7" y="14"/>
                  </a:cubicBezTo>
                  <a:cubicBezTo>
                    <a:pt x="14" y="14"/>
                    <a:pt x="17" y="10"/>
                    <a:pt x="18" y="7"/>
                  </a:cubicBezTo>
                  <a:cubicBezTo>
                    <a:pt x="19" y="3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3" name="Freeform 1048">
              <a:extLst>
                <a:ext uri="{FF2B5EF4-FFF2-40B4-BE49-F238E27FC236}">
                  <a16:creationId xmlns:a16="http://schemas.microsoft.com/office/drawing/2014/main" id="{7F985106-128D-41F5-AACF-88414323A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353"/>
              <a:ext cx="37" cy="39"/>
            </a:xfrm>
            <a:custGeom>
              <a:avLst/>
              <a:gdLst>
                <a:gd name="T0" fmla="*/ 74 w 16"/>
                <a:gd name="T1" fmla="*/ 219 h 16"/>
                <a:gd name="T2" fmla="*/ 134 w 16"/>
                <a:gd name="T3" fmla="*/ 29 h 16"/>
                <a:gd name="T4" fmla="*/ 187 w 16"/>
                <a:gd name="T5" fmla="*/ 119 h 16"/>
                <a:gd name="T6" fmla="*/ 74 w 16"/>
                <a:gd name="T7" fmla="*/ 2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6" y="15"/>
                  </a:moveTo>
                  <a:cubicBezTo>
                    <a:pt x="0" y="16"/>
                    <a:pt x="6" y="2"/>
                    <a:pt x="11" y="2"/>
                  </a:cubicBezTo>
                  <a:cubicBezTo>
                    <a:pt x="15" y="0"/>
                    <a:pt x="16" y="4"/>
                    <a:pt x="15" y="8"/>
                  </a:cubicBezTo>
                  <a:cubicBezTo>
                    <a:pt x="13" y="11"/>
                    <a:pt x="11" y="15"/>
                    <a:pt x="6" y="15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4" name="Freeform 1049">
              <a:extLst>
                <a:ext uri="{FF2B5EF4-FFF2-40B4-BE49-F238E27FC236}">
                  <a16:creationId xmlns:a16="http://schemas.microsoft.com/office/drawing/2014/main" id="{7985DADE-BEBE-42EC-A420-14CF7865E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375"/>
              <a:ext cx="39" cy="44"/>
            </a:xfrm>
            <a:custGeom>
              <a:avLst/>
              <a:gdLst>
                <a:gd name="T0" fmla="*/ 204 w 17"/>
                <a:gd name="T1" fmla="*/ 42 h 18"/>
                <a:gd name="T2" fmla="*/ 85 w 17"/>
                <a:gd name="T3" fmla="*/ 42 h 18"/>
                <a:gd name="T4" fmla="*/ 25 w 17"/>
                <a:gd name="T5" fmla="*/ 144 h 18"/>
                <a:gd name="T6" fmla="*/ 147 w 17"/>
                <a:gd name="T7" fmla="*/ 232 h 18"/>
                <a:gd name="T8" fmla="*/ 204 w 17"/>
                <a:gd name="T9" fmla="*/ 4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7" y="3"/>
                  </a:moveTo>
                  <a:cubicBezTo>
                    <a:pt x="16" y="0"/>
                    <a:pt x="15" y="0"/>
                    <a:pt x="7" y="3"/>
                  </a:cubicBezTo>
                  <a:cubicBezTo>
                    <a:pt x="0" y="6"/>
                    <a:pt x="1" y="7"/>
                    <a:pt x="2" y="10"/>
                  </a:cubicBezTo>
                  <a:cubicBezTo>
                    <a:pt x="2" y="10"/>
                    <a:pt x="7" y="18"/>
                    <a:pt x="12" y="16"/>
                  </a:cubicBezTo>
                  <a:cubicBezTo>
                    <a:pt x="17" y="14"/>
                    <a:pt x="16" y="9"/>
                    <a:pt x="17" y="3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5" name="Freeform 1050">
              <a:extLst>
                <a:ext uri="{FF2B5EF4-FFF2-40B4-BE49-F238E27FC236}">
                  <a16:creationId xmlns:a16="http://schemas.microsoft.com/office/drawing/2014/main" id="{93D1B88D-B1DB-4DF6-A53A-A33F062F2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451"/>
              <a:ext cx="46" cy="59"/>
            </a:xfrm>
            <a:custGeom>
              <a:avLst/>
              <a:gdLst>
                <a:gd name="T0" fmla="*/ 216 w 20"/>
                <a:gd name="T1" fmla="*/ 133 h 24"/>
                <a:gd name="T2" fmla="*/ 207 w 20"/>
                <a:gd name="T3" fmla="*/ 120 h 24"/>
                <a:gd name="T4" fmla="*/ 64 w 20"/>
                <a:gd name="T5" fmla="*/ 266 h 24"/>
                <a:gd name="T6" fmla="*/ 186 w 20"/>
                <a:gd name="T7" fmla="*/ 327 h 24"/>
                <a:gd name="T8" fmla="*/ 216 w 20"/>
                <a:gd name="T9" fmla="*/ 13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18" y="9"/>
                  </a:moveTo>
                  <a:cubicBezTo>
                    <a:pt x="17" y="8"/>
                    <a:pt x="17" y="8"/>
                    <a:pt x="17" y="8"/>
                  </a:cubicBezTo>
                  <a:cubicBezTo>
                    <a:pt x="12" y="0"/>
                    <a:pt x="0" y="10"/>
                    <a:pt x="5" y="18"/>
                  </a:cubicBezTo>
                  <a:cubicBezTo>
                    <a:pt x="5" y="18"/>
                    <a:pt x="10" y="24"/>
                    <a:pt x="15" y="22"/>
                  </a:cubicBezTo>
                  <a:cubicBezTo>
                    <a:pt x="20" y="20"/>
                    <a:pt x="20" y="15"/>
                    <a:pt x="18" y="9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6" name="Freeform 1051">
              <a:extLst>
                <a:ext uri="{FF2B5EF4-FFF2-40B4-BE49-F238E27FC236}">
                  <a16:creationId xmlns:a16="http://schemas.microsoft.com/office/drawing/2014/main" id="{1C9824F3-7DD2-49E1-9CE1-50CCFB49F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500"/>
              <a:ext cx="55" cy="66"/>
            </a:xfrm>
            <a:custGeom>
              <a:avLst/>
              <a:gdLst>
                <a:gd name="T0" fmla="*/ 241 w 24"/>
                <a:gd name="T1" fmla="*/ 120 h 27"/>
                <a:gd name="T2" fmla="*/ 94 w 24"/>
                <a:gd name="T3" fmla="*/ 335 h 27"/>
                <a:gd name="T4" fmla="*/ 241 w 24"/>
                <a:gd name="T5" fmla="*/ 335 h 27"/>
                <a:gd name="T6" fmla="*/ 241 w 24"/>
                <a:gd name="T7" fmla="*/ 1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7">
                  <a:moveTo>
                    <a:pt x="20" y="8"/>
                  </a:moveTo>
                  <a:cubicBezTo>
                    <a:pt x="15" y="0"/>
                    <a:pt x="0" y="18"/>
                    <a:pt x="8" y="23"/>
                  </a:cubicBezTo>
                  <a:cubicBezTo>
                    <a:pt x="11" y="26"/>
                    <a:pt x="16" y="27"/>
                    <a:pt x="20" y="23"/>
                  </a:cubicBezTo>
                  <a:cubicBezTo>
                    <a:pt x="24" y="19"/>
                    <a:pt x="24" y="14"/>
                    <a:pt x="20" y="8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7" name="Freeform 1052">
              <a:extLst>
                <a:ext uri="{FF2B5EF4-FFF2-40B4-BE49-F238E27FC236}">
                  <a16:creationId xmlns:a16="http://schemas.microsoft.com/office/drawing/2014/main" id="{32B91EBD-0D60-4291-9CB8-AE7A4D0E39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86" y="2593"/>
              <a:ext cx="106" cy="189"/>
            </a:xfrm>
            <a:custGeom>
              <a:avLst/>
              <a:gdLst>
                <a:gd name="T0" fmla="*/ 516 w 46"/>
                <a:gd name="T1" fmla="*/ 204 h 77"/>
                <a:gd name="T2" fmla="*/ 468 w 46"/>
                <a:gd name="T3" fmla="*/ 29 h 77"/>
                <a:gd name="T4" fmla="*/ 468 w 46"/>
                <a:gd name="T5" fmla="*/ 29 h 77"/>
                <a:gd name="T6" fmla="*/ 366 w 46"/>
                <a:gd name="T7" fmla="*/ 91 h 77"/>
                <a:gd name="T8" fmla="*/ 366 w 46"/>
                <a:gd name="T9" fmla="*/ 204 h 77"/>
                <a:gd name="T10" fmla="*/ 516 w 46"/>
                <a:gd name="T11" fmla="*/ 204 h 77"/>
                <a:gd name="T12" fmla="*/ 207 w 46"/>
                <a:gd name="T13" fmla="*/ 1065 h 77"/>
                <a:gd name="T14" fmla="*/ 150 w 46"/>
                <a:gd name="T15" fmla="*/ 812 h 77"/>
                <a:gd name="T16" fmla="*/ 85 w 46"/>
                <a:gd name="T17" fmla="*/ 1065 h 77"/>
                <a:gd name="T18" fmla="*/ 207 w 46"/>
                <a:gd name="T19" fmla="*/ 1065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77">
                  <a:moveTo>
                    <a:pt x="42" y="14"/>
                  </a:moveTo>
                  <a:cubicBezTo>
                    <a:pt x="46" y="8"/>
                    <a:pt x="43" y="7"/>
                    <a:pt x="38" y="2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5" y="0"/>
                    <a:pt x="31" y="3"/>
                    <a:pt x="30" y="6"/>
                  </a:cubicBezTo>
                  <a:cubicBezTo>
                    <a:pt x="29" y="7"/>
                    <a:pt x="28" y="12"/>
                    <a:pt x="30" y="14"/>
                  </a:cubicBezTo>
                  <a:cubicBezTo>
                    <a:pt x="31" y="15"/>
                    <a:pt x="36" y="23"/>
                    <a:pt x="42" y="14"/>
                  </a:cubicBezTo>
                  <a:close/>
                  <a:moveTo>
                    <a:pt x="17" y="72"/>
                  </a:moveTo>
                  <a:cubicBezTo>
                    <a:pt x="21" y="63"/>
                    <a:pt x="18" y="59"/>
                    <a:pt x="12" y="55"/>
                  </a:cubicBezTo>
                  <a:cubicBezTo>
                    <a:pt x="6" y="53"/>
                    <a:pt x="0" y="66"/>
                    <a:pt x="7" y="72"/>
                  </a:cubicBezTo>
                  <a:cubicBezTo>
                    <a:pt x="7" y="72"/>
                    <a:pt x="15" y="77"/>
                    <a:pt x="17" y="72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8" name="Freeform 1053">
              <a:extLst>
                <a:ext uri="{FF2B5EF4-FFF2-40B4-BE49-F238E27FC236}">
                  <a16:creationId xmlns:a16="http://schemas.microsoft.com/office/drawing/2014/main" id="{657978A6-53D9-41E6-932A-D0262FC32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995"/>
              <a:ext cx="37" cy="79"/>
            </a:xfrm>
            <a:custGeom>
              <a:avLst/>
              <a:gdLst>
                <a:gd name="T0" fmla="*/ 199 w 16"/>
                <a:gd name="T1" fmla="*/ 286 h 32"/>
                <a:gd name="T2" fmla="*/ 74 w 16"/>
                <a:gd name="T3" fmla="*/ 0 h 32"/>
                <a:gd name="T4" fmla="*/ 28 w 16"/>
                <a:gd name="T5" fmla="*/ 195 h 32"/>
                <a:gd name="T6" fmla="*/ 134 w 16"/>
                <a:gd name="T7" fmla="*/ 439 h 32"/>
                <a:gd name="T8" fmla="*/ 199 w 16"/>
                <a:gd name="T9" fmla="*/ 28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2">
                  <a:moveTo>
                    <a:pt x="16" y="19"/>
                  </a:moveTo>
                  <a:cubicBezTo>
                    <a:pt x="15" y="12"/>
                    <a:pt x="12" y="0"/>
                    <a:pt x="6" y="0"/>
                  </a:cubicBezTo>
                  <a:cubicBezTo>
                    <a:pt x="0" y="0"/>
                    <a:pt x="1" y="5"/>
                    <a:pt x="2" y="13"/>
                  </a:cubicBezTo>
                  <a:cubicBezTo>
                    <a:pt x="2" y="21"/>
                    <a:pt x="8" y="32"/>
                    <a:pt x="11" y="29"/>
                  </a:cubicBezTo>
                  <a:cubicBezTo>
                    <a:pt x="15" y="27"/>
                    <a:pt x="16" y="24"/>
                    <a:pt x="16" y="19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9" name="Freeform 1054">
              <a:extLst>
                <a:ext uri="{FF2B5EF4-FFF2-40B4-BE49-F238E27FC236}">
                  <a16:creationId xmlns:a16="http://schemas.microsoft.com/office/drawing/2014/main" id="{49F5405A-8347-4B12-B5D0-1C2462F23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821"/>
              <a:ext cx="42" cy="69"/>
            </a:xfrm>
            <a:custGeom>
              <a:avLst/>
              <a:gdLst>
                <a:gd name="T0" fmla="*/ 86 w 18"/>
                <a:gd name="T1" fmla="*/ 74 h 28"/>
                <a:gd name="T2" fmla="*/ 65 w 18"/>
                <a:gd name="T3" fmla="*/ 357 h 28"/>
                <a:gd name="T4" fmla="*/ 201 w 18"/>
                <a:gd name="T5" fmla="*/ 315 h 28"/>
                <a:gd name="T6" fmla="*/ 86 w 18"/>
                <a:gd name="T7" fmla="*/ 7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8">
                  <a:moveTo>
                    <a:pt x="7" y="5"/>
                  </a:moveTo>
                  <a:cubicBezTo>
                    <a:pt x="0" y="0"/>
                    <a:pt x="0" y="20"/>
                    <a:pt x="5" y="24"/>
                  </a:cubicBezTo>
                  <a:cubicBezTo>
                    <a:pt x="9" y="28"/>
                    <a:pt x="15" y="27"/>
                    <a:pt x="16" y="21"/>
                  </a:cubicBezTo>
                  <a:cubicBezTo>
                    <a:pt x="18" y="16"/>
                    <a:pt x="15" y="8"/>
                    <a:pt x="7" y="5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0" name="Freeform 1055">
              <a:extLst>
                <a:ext uri="{FF2B5EF4-FFF2-40B4-BE49-F238E27FC236}">
                  <a16:creationId xmlns:a16="http://schemas.microsoft.com/office/drawing/2014/main" id="{20B1938D-8DE5-4F73-8481-971BDAFFB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2071"/>
              <a:ext cx="988" cy="993"/>
            </a:xfrm>
            <a:custGeom>
              <a:avLst/>
              <a:gdLst>
                <a:gd name="T0" fmla="*/ 4122 w 430"/>
                <a:gd name="T1" fmla="*/ 740 h 405"/>
                <a:gd name="T2" fmla="*/ 3685 w 430"/>
                <a:gd name="T3" fmla="*/ 456 h 405"/>
                <a:gd name="T4" fmla="*/ 3495 w 430"/>
                <a:gd name="T5" fmla="*/ 336 h 405"/>
                <a:gd name="T6" fmla="*/ 3299 w 430"/>
                <a:gd name="T7" fmla="*/ 588 h 405"/>
                <a:gd name="T8" fmla="*/ 2693 w 430"/>
                <a:gd name="T9" fmla="*/ 294 h 405"/>
                <a:gd name="T10" fmla="*/ 2376 w 430"/>
                <a:gd name="T11" fmla="*/ 414 h 405"/>
                <a:gd name="T12" fmla="*/ 1916 w 430"/>
                <a:gd name="T13" fmla="*/ 235 h 405"/>
                <a:gd name="T14" fmla="*/ 1627 w 430"/>
                <a:gd name="T15" fmla="*/ 294 h 405"/>
                <a:gd name="T16" fmla="*/ 1045 w 430"/>
                <a:gd name="T17" fmla="*/ 1106 h 405"/>
                <a:gd name="T18" fmla="*/ 1018 w 430"/>
                <a:gd name="T19" fmla="*/ 1400 h 405"/>
                <a:gd name="T20" fmla="*/ 643 w 430"/>
                <a:gd name="T21" fmla="*/ 1135 h 405"/>
                <a:gd name="T22" fmla="*/ 411 w 430"/>
                <a:gd name="T23" fmla="*/ 1532 h 405"/>
                <a:gd name="T24" fmla="*/ 375 w 430"/>
                <a:gd name="T25" fmla="*/ 2518 h 405"/>
                <a:gd name="T26" fmla="*/ 365 w 430"/>
                <a:gd name="T27" fmla="*/ 2844 h 405"/>
                <a:gd name="T28" fmla="*/ 0 w 430"/>
                <a:gd name="T29" fmla="*/ 3138 h 405"/>
                <a:gd name="T30" fmla="*/ 533 w 430"/>
                <a:gd name="T31" fmla="*/ 4538 h 405"/>
                <a:gd name="T32" fmla="*/ 802 w 430"/>
                <a:gd name="T33" fmla="*/ 5747 h 405"/>
                <a:gd name="T34" fmla="*/ 607 w 430"/>
                <a:gd name="T35" fmla="*/ 4803 h 405"/>
                <a:gd name="T36" fmla="*/ 786 w 430"/>
                <a:gd name="T37" fmla="*/ 4587 h 405"/>
                <a:gd name="T38" fmla="*/ 581 w 430"/>
                <a:gd name="T39" fmla="*/ 3727 h 405"/>
                <a:gd name="T40" fmla="*/ 862 w 430"/>
                <a:gd name="T41" fmla="*/ 4183 h 405"/>
                <a:gd name="T42" fmla="*/ 618 w 430"/>
                <a:gd name="T43" fmla="*/ 3317 h 405"/>
                <a:gd name="T44" fmla="*/ 1130 w 430"/>
                <a:gd name="T45" fmla="*/ 3317 h 405"/>
                <a:gd name="T46" fmla="*/ 1236 w 430"/>
                <a:gd name="T47" fmla="*/ 3168 h 405"/>
                <a:gd name="T48" fmla="*/ 1383 w 430"/>
                <a:gd name="T49" fmla="*/ 2915 h 405"/>
                <a:gd name="T50" fmla="*/ 1395 w 430"/>
                <a:gd name="T51" fmla="*/ 2915 h 405"/>
                <a:gd name="T52" fmla="*/ 1395 w 430"/>
                <a:gd name="T53" fmla="*/ 2182 h 405"/>
                <a:gd name="T54" fmla="*/ 1673 w 430"/>
                <a:gd name="T55" fmla="*/ 2518 h 405"/>
                <a:gd name="T56" fmla="*/ 1562 w 430"/>
                <a:gd name="T57" fmla="*/ 1635 h 405"/>
                <a:gd name="T58" fmla="*/ 2075 w 430"/>
                <a:gd name="T59" fmla="*/ 2194 h 405"/>
                <a:gd name="T60" fmla="*/ 1843 w 430"/>
                <a:gd name="T61" fmla="*/ 1179 h 405"/>
                <a:gd name="T62" fmla="*/ 2429 w 430"/>
                <a:gd name="T63" fmla="*/ 1979 h 405"/>
                <a:gd name="T64" fmla="*/ 2596 w 430"/>
                <a:gd name="T65" fmla="*/ 1859 h 405"/>
                <a:gd name="T66" fmla="*/ 2824 w 430"/>
                <a:gd name="T67" fmla="*/ 1871 h 405"/>
                <a:gd name="T68" fmla="*/ 2925 w 430"/>
                <a:gd name="T69" fmla="*/ 1706 h 405"/>
                <a:gd name="T70" fmla="*/ 2946 w 430"/>
                <a:gd name="T71" fmla="*/ 1726 h 405"/>
                <a:gd name="T72" fmla="*/ 2550 w 430"/>
                <a:gd name="T73" fmla="*/ 1064 h 405"/>
                <a:gd name="T74" fmla="*/ 3067 w 430"/>
                <a:gd name="T75" fmla="*/ 1694 h 405"/>
                <a:gd name="T76" fmla="*/ 3178 w 430"/>
                <a:gd name="T77" fmla="*/ 1432 h 405"/>
                <a:gd name="T78" fmla="*/ 3447 w 430"/>
                <a:gd name="T79" fmla="*/ 1653 h 405"/>
                <a:gd name="T80" fmla="*/ 3637 w 430"/>
                <a:gd name="T81" fmla="*/ 1653 h 405"/>
                <a:gd name="T82" fmla="*/ 3807 w 430"/>
                <a:gd name="T83" fmla="*/ 1653 h 405"/>
                <a:gd name="T84" fmla="*/ 3897 w 430"/>
                <a:gd name="T85" fmla="*/ 1606 h 405"/>
                <a:gd name="T86" fmla="*/ 4198 w 430"/>
                <a:gd name="T87" fmla="*/ 1665 h 405"/>
                <a:gd name="T88" fmla="*/ 4329 w 430"/>
                <a:gd name="T89" fmla="*/ 1684 h 405"/>
                <a:gd name="T90" fmla="*/ 4414 w 430"/>
                <a:gd name="T91" fmla="*/ 1726 h 405"/>
                <a:gd name="T92" fmla="*/ 5037 w 430"/>
                <a:gd name="T93" fmla="*/ 1979 h 405"/>
                <a:gd name="T94" fmla="*/ 5048 w 430"/>
                <a:gd name="T95" fmla="*/ 1991 h 405"/>
                <a:gd name="T96" fmla="*/ 4634 w 430"/>
                <a:gd name="T97" fmla="*/ 1238 h 40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30" h="405">
                  <a:moveTo>
                    <a:pt x="382" y="84"/>
                  </a:moveTo>
                  <a:cubicBezTo>
                    <a:pt x="374" y="79"/>
                    <a:pt x="351" y="67"/>
                    <a:pt x="351" y="60"/>
                  </a:cubicBezTo>
                  <a:cubicBezTo>
                    <a:pt x="350" y="49"/>
                    <a:pt x="340" y="45"/>
                    <a:pt x="340" y="50"/>
                  </a:cubicBezTo>
                  <a:cubicBezTo>
                    <a:pt x="341" y="59"/>
                    <a:pt x="343" y="66"/>
                    <a:pt x="337" y="67"/>
                  </a:cubicBezTo>
                  <a:cubicBezTo>
                    <a:pt x="330" y="67"/>
                    <a:pt x="323" y="48"/>
                    <a:pt x="315" y="35"/>
                  </a:cubicBezTo>
                  <a:cubicBezTo>
                    <a:pt x="312" y="28"/>
                    <a:pt x="302" y="27"/>
                    <a:pt x="304" y="31"/>
                  </a:cubicBezTo>
                  <a:cubicBezTo>
                    <a:pt x="310" y="41"/>
                    <a:pt x="312" y="43"/>
                    <a:pt x="311" y="46"/>
                  </a:cubicBezTo>
                  <a:cubicBezTo>
                    <a:pt x="310" y="49"/>
                    <a:pt x="306" y="49"/>
                    <a:pt x="299" y="46"/>
                  </a:cubicBezTo>
                  <a:cubicBezTo>
                    <a:pt x="292" y="43"/>
                    <a:pt x="288" y="23"/>
                    <a:pt x="288" y="23"/>
                  </a:cubicBezTo>
                  <a:cubicBezTo>
                    <a:pt x="286" y="15"/>
                    <a:pt x="280" y="12"/>
                    <a:pt x="280" y="20"/>
                  </a:cubicBezTo>
                  <a:cubicBezTo>
                    <a:pt x="280" y="20"/>
                    <a:pt x="281" y="28"/>
                    <a:pt x="282" y="34"/>
                  </a:cubicBezTo>
                  <a:cubicBezTo>
                    <a:pt x="284" y="40"/>
                    <a:pt x="279" y="41"/>
                    <a:pt x="272" y="40"/>
                  </a:cubicBezTo>
                  <a:cubicBezTo>
                    <a:pt x="264" y="40"/>
                    <a:pt x="250" y="25"/>
                    <a:pt x="248" y="11"/>
                  </a:cubicBezTo>
                  <a:cubicBezTo>
                    <a:pt x="246" y="2"/>
                    <a:pt x="239" y="1"/>
                    <a:pt x="235" y="8"/>
                  </a:cubicBezTo>
                  <a:cubicBezTo>
                    <a:pt x="235" y="8"/>
                    <a:pt x="228" y="18"/>
                    <a:pt x="222" y="20"/>
                  </a:cubicBezTo>
                  <a:cubicBezTo>
                    <a:pt x="216" y="21"/>
                    <a:pt x="209" y="22"/>
                    <a:pt x="209" y="10"/>
                  </a:cubicBezTo>
                  <a:cubicBezTo>
                    <a:pt x="210" y="1"/>
                    <a:pt x="194" y="0"/>
                    <a:pt x="196" y="9"/>
                  </a:cubicBezTo>
                  <a:cubicBezTo>
                    <a:pt x="196" y="9"/>
                    <a:pt x="200" y="23"/>
                    <a:pt x="196" y="28"/>
                  </a:cubicBezTo>
                  <a:cubicBezTo>
                    <a:pt x="192" y="34"/>
                    <a:pt x="187" y="36"/>
                    <a:pt x="183" y="34"/>
                  </a:cubicBezTo>
                  <a:cubicBezTo>
                    <a:pt x="178" y="32"/>
                    <a:pt x="173" y="22"/>
                    <a:pt x="168" y="12"/>
                  </a:cubicBezTo>
                  <a:cubicBezTo>
                    <a:pt x="165" y="4"/>
                    <a:pt x="153" y="8"/>
                    <a:pt x="158" y="16"/>
                  </a:cubicBezTo>
                  <a:cubicBezTo>
                    <a:pt x="158" y="16"/>
                    <a:pt x="170" y="38"/>
                    <a:pt x="169" y="44"/>
                  </a:cubicBezTo>
                  <a:cubicBezTo>
                    <a:pt x="169" y="48"/>
                    <a:pt x="165" y="52"/>
                    <a:pt x="158" y="50"/>
                  </a:cubicBezTo>
                  <a:cubicBezTo>
                    <a:pt x="150" y="48"/>
                    <a:pt x="141" y="36"/>
                    <a:pt x="134" y="20"/>
                  </a:cubicBezTo>
                  <a:cubicBezTo>
                    <a:pt x="125" y="10"/>
                    <a:pt x="94" y="31"/>
                    <a:pt x="99" y="40"/>
                  </a:cubicBezTo>
                  <a:cubicBezTo>
                    <a:pt x="99" y="40"/>
                    <a:pt x="104" y="48"/>
                    <a:pt x="101" y="55"/>
                  </a:cubicBezTo>
                  <a:cubicBezTo>
                    <a:pt x="98" y="63"/>
                    <a:pt x="93" y="74"/>
                    <a:pt x="86" y="75"/>
                  </a:cubicBezTo>
                  <a:cubicBezTo>
                    <a:pt x="80" y="75"/>
                    <a:pt x="81" y="66"/>
                    <a:pt x="76" y="57"/>
                  </a:cubicBezTo>
                  <a:cubicBezTo>
                    <a:pt x="74" y="52"/>
                    <a:pt x="66" y="57"/>
                    <a:pt x="67" y="63"/>
                  </a:cubicBezTo>
                  <a:cubicBezTo>
                    <a:pt x="67" y="63"/>
                    <a:pt x="84" y="87"/>
                    <a:pt x="84" y="95"/>
                  </a:cubicBezTo>
                  <a:cubicBezTo>
                    <a:pt x="83" y="104"/>
                    <a:pt x="74" y="113"/>
                    <a:pt x="71" y="111"/>
                  </a:cubicBezTo>
                  <a:cubicBezTo>
                    <a:pt x="69" y="108"/>
                    <a:pt x="64" y="87"/>
                    <a:pt x="61" y="69"/>
                  </a:cubicBezTo>
                  <a:cubicBezTo>
                    <a:pt x="60" y="64"/>
                    <a:pt x="52" y="68"/>
                    <a:pt x="53" y="77"/>
                  </a:cubicBezTo>
                  <a:cubicBezTo>
                    <a:pt x="55" y="102"/>
                    <a:pt x="74" y="147"/>
                    <a:pt x="80" y="156"/>
                  </a:cubicBezTo>
                  <a:cubicBezTo>
                    <a:pt x="85" y="165"/>
                    <a:pt x="71" y="178"/>
                    <a:pt x="62" y="171"/>
                  </a:cubicBezTo>
                  <a:cubicBezTo>
                    <a:pt x="54" y="164"/>
                    <a:pt x="34" y="104"/>
                    <a:pt x="34" y="104"/>
                  </a:cubicBezTo>
                  <a:cubicBezTo>
                    <a:pt x="31" y="98"/>
                    <a:pt x="27" y="109"/>
                    <a:pt x="29" y="116"/>
                  </a:cubicBezTo>
                  <a:cubicBezTo>
                    <a:pt x="33" y="131"/>
                    <a:pt x="35" y="137"/>
                    <a:pt x="36" y="144"/>
                  </a:cubicBezTo>
                  <a:cubicBezTo>
                    <a:pt x="36" y="152"/>
                    <a:pt x="31" y="159"/>
                    <a:pt x="31" y="171"/>
                  </a:cubicBezTo>
                  <a:cubicBezTo>
                    <a:pt x="31" y="182"/>
                    <a:pt x="15" y="142"/>
                    <a:pt x="15" y="142"/>
                  </a:cubicBezTo>
                  <a:cubicBezTo>
                    <a:pt x="12" y="138"/>
                    <a:pt x="8" y="152"/>
                    <a:pt x="11" y="160"/>
                  </a:cubicBezTo>
                  <a:cubicBezTo>
                    <a:pt x="17" y="175"/>
                    <a:pt x="24" y="184"/>
                    <a:pt x="30" y="193"/>
                  </a:cubicBezTo>
                  <a:cubicBezTo>
                    <a:pt x="35" y="203"/>
                    <a:pt x="43" y="221"/>
                    <a:pt x="39" y="227"/>
                  </a:cubicBezTo>
                  <a:cubicBezTo>
                    <a:pt x="35" y="232"/>
                    <a:pt x="7" y="192"/>
                    <a:pt x="7" y="185"/>
                  </a:cubicBezTo>
                  <a:cubicBezTo>
                    <a:pt x="3" y="179"/>
                    <a:pt x="0" y="200"/>
                    <a:pt x="0" y="213"/>
                  </a:cubicBezTo>
                  <a:cubicBezTo>
                    <a:pt x="0" y="227"/>
                    <a:pt x="5" y="258"/>
                    <a:pt x="14" y="262"/>
                  </a:cubicBezTo>
                  <a:cubicBezTo>
                    <a:pt x="14" y="262"/>
                    <a:pt x="26" y="267"/>
                    <a:pt x="31" y="274"/>
                  </a:cubicBezTo>
                  <a:cubicBezTo>
                    <a:pt x="35" y="285"/>
                    <a:pt x="46" y="301"/>
                    <a:pt x="44" y="308"/>
                  </a:cubicBezTo>
                  <a:cubicBezTo>
                    <a:pt x="36" y="323"/>
                    <a:pt x="41" y="351"/>
                    <a:pt x="46" y="361"/>
                  </a:cubicBezTo>
                  <a:cubicBezTo>
                    <a:pt x="50" y="371"/>
                    <a:pt x="63" y="398"/>
                    <a:pt x="72" y="405"/>
                  </a:cubicBezTo>
                  <a:cubicBezTo>
                    <a:pt x="69" y="402"/>
                    <a:pt x="66" y="395"/>
                    <a:pt x="66" y="390"/>
                  </a:cubicBezTo>
                  <a:cubicBezTo>
                    <a:pt x="65" y="384"/>
                    <a:pt x="64" y="380"/>
                    <a:pt x="66" y="378"/>
                  </a:cubicBezTo>
                  <a:cubicBezTo>
                    <a:pt x="66" y="377"/>
                    <a:pt x="62" y="373"/>
                    <a:pt x="62" y="372"/>
                  </a:cubicBezTo>
                  <a:cubicBezTo>
                    <a:pt x="48" y="344"/>
                    <a:pt x="50" y="335"/>
                    <a:pt x="50" y="326"/>
                  </a:cubicBezTo>
                  <a:cubicBezTo>
                    <a:pt x="50" y="322"/>
                    <a:pt x="53" y="316"/>
                    <a:pt x="57" y="321"/>
                  </a:cubicBezTo>
                  <a:cubicBezTo>
                    <a:pt x="58" y="323"/>
                    <a:pt x="59" y="325"/>
                    <a:pt x="61" y="327"/>
                  </a:cubicBezTo>
                  <a:cubicBezTo>
                    <a:pt x="58" y="321"/>
                    <a:pt x="59" y="308"/>
                    <a:pt x="65" y="311"/>
                  </a:cubicBezTo>
                  <a:cubicBezTo>
                    <a:pt x="65" y="311"/>
                    <a:pt x="65" y="311"/>
                    <a:pt x="65" y="311"/>
                  </a:cubicBezTo>
                  <a:cubicBezTo>
                    <a:pt x="59" y="303"/>
                    <a:pt x="38" y="278"/>
                    <a:pt x="40" y="265"/>
                  </a:cubicBezTo>
                  <a:cubicBezTo>
                    <a:pt x="42" y="259"/>
                    <a:pt x="45" y="255"/>
                    <a:pt x="48" y="253"/>
                  </a:cubicBezTo>
                  <a:cubicBezTo>
                    <a:pt x="50" y="251"/>
                    <a:pt x="55" y="257"/>
                    <a:pt x="57" y="262"/>
                  </a:cubicBezTo>
                  <a:cubicBezTo>
                    <a:pt x="60" y="269"/>
                    <a:pt x="65" y="278"/>
                    <a:pt x="69" y="282"/>
                  </a:cubicBezTo>
                  <a:cubicBezTo>
                    <a:pt x="71" y="284"/>
                    <a:pt x="71" y="284"/>
                    <a:pt x="71" y="284"/>
                  </a:cubicBezTo>
                  <a:cubicBezTo>
                    <a:pt x="65" y="279"/>
                    <a:pt x="70" y="267"/>
                    <a:pt x="76" y="269"/>
                  </a:cubicBezTo>
                  <a:cubicBezTo>
                    <a:pt x="76" y="269"/>
                    <a:pt x="76" y="269"/>
                    <a:pt x="76" y="269"/>
                  </a:cubicBezTo>
                  <a:cubicBezTo>
                    <a:pt x="76" y="269"/>
                    <a:pt x="58" y="244"/>
                    <a:pt x="51" y="225"/>
                  </a:cubicBezTo>
                  <a:cubicBezTo>
                    <a:pt x="47" y="212"/>
                    <a:pt x="51" y="206"/>
                    <a:pt x="54" y="202"/>
                  </a:cubicBezTo>
                  <a:cubicBezTo>
                    <a:pt x="59" y="195"/>
                    <a:pt x="66" y="184"/>
                    <a:pt x="73" y="187"/>
                  </a:cubicBezTo>
                  <a:cubicBezTo>
                    <a:pt x="83" y="190"/>
                    <a:pt x="83" y="209"/>
                    <a:pt x="93" y="225"/>
                  </a:cubicBezTo>
                  <a:cubicBezTo>
                    <a:pt x="93" y="225"/>
                    <a:pt x="93" y="225"/>
                    <a:pt x="93" y="225"/>
                  </a:cubicBezTo>
                  <a:cubicBezTo>
                    <a:pt x="93" y="223"/>
                    <a:pt x="93" y="220"/>
                    <a:pt x="94" y="219"/>
                  </a:cubicBezTo>
                  <a:cubicBezTo>
                    <a:pt x="95" y="216"/>
                    <a:pt x="99" y="214"/>
                    <a:pt x="102" y="215"/>
                  </a:cubicBezTo>
                  <a:cubicBezTo>
                    <a:pt x="100" y="211"/>
                    <a:pt x="89" y="183"/>
                    <a:pt x="87" y="173"/>
                  </a:cubicBezTo>
                  <a:cubicBezTo>
                    <a:pt x="86" y="168"/>
                    <a:pt x="90" y="166"/>
                    <a:pt x="92" y="171"/>
                  </a:cubicBezTo>
                  <a:cubicBezTo>
                    <a:pt x="97" y="179"/>
                    <a:pt x="109" y="193"/>
                    <a:pt x="114" y="198"/>
                  </a:cubicBezTo>
                  <a:cubicBezTo>
                    <a:pt x="114" y="198"/>
                    <a:pt x="114" y="198"/>
                    <a:pt x="114" y="198"/>
                  </a:cubicBezTo>
                  <a:cubicBezTo>
                    <a:pt x="114" y="198"/>
                    <a:pt x="114" y="198"/>
                    <a:pt x="115" y="198"/>
                  </a:cubicBezTo>
                  <a:cubicBezTo>
                    <a:pt x="115" y="198"/>
                    <a:pt x="114" y="198"/>
                    <a:pt x="115" y="198"/>
                  </a:cubicBezTo>
                  <a:cubicBezTo>
                    <a:pt x="107" y="193"/>
                    <a:pt x="122" y="176"/>
                    <a:pt x="127" y="183"/>
                  </a:cubicBezTo>
                  <a:cubicBezTo>
                    <a:pt x="127" y="183"/>
                    <a:pt x="127" y="183"/>
                    <a:pt x="127" y="183"/>
                  </a:cubicBezTo>
                  <a:cubicBezTo>
                    <a:pt x="124" y="178"/>
                    <a:pt x="114" y="153"/>
                    <a:pt x="115" y="148"/>
                  </a:cubicBezTo>
                  <a:cubicBezTo>
                    <a:pt x="115" y="142"/>
                    <a:pt x="122" y="135"/>
                    <a:pt x="124" y="139"/>
                  </a:cubicBezTo>
                  <a:cubicBezTo>
                    <a:pt x="126" y="145"/>
                    <a:pt x="132" y="158"/>
                    <a:pt x="137" y="169"/>
                  </a:cubicBezTo>
                  <a:cubicBezTo>
                    <a:pt x="138" y="171"/>
                    <a:pt x="138" y="171"/>
                    <a:pt x="138" y="171"/>
                  </a:cubicBezTo>
                  <a:cubicBezTo>
                    <a:pt x="135" y="164"/>
                    <a:pt x="144" y="156"/>
                    <a:pt x="149" y="163"/>
                  </a:cubicBezTo>
                  <a:cubicBezTo>
                    <a:pt x="149" y="161"/>
                    <a:pt x="149" y="161"/>
                    <a:pt x="149" y="161"/>
                  </a:cubicBezTo>
                  <a:cubicBezTo>
                    <a:pt x="142" y="152"/>
                    <a:pt x="130" y="126"/>
                    <a:pt x="129" y="111"/>
                  </a:cubicBezTo>
                  <a:cubicBezTo>
                    <a:pt x="128" y="100"/>
                    <a:pt x="142" y="87"/>
                    <a:pt x="145" y="99"/>
                  </a:cubicBezTo>
                  <a:cubicBezTo>
                    <a:pt x="148" y="111"/>
                    <a:pt x="165" y="140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0" y="142"/>
                    <a:pt x="178" y="138"/>
                    <a:pt x="183" y="144"/>
                  </a:cubicBezTo>
                  <a:cubicBezTo>
                    <a:pt x="177" y="137"/>
                    <a:pt x="150" y="89"/>
                    <a:pt x="152" y="80"/>
                  </a:cubicBezTo>
                  <a:cubicBezTo>
                    <a:pt x="155" y="71"/>
                    <a:pt x="165" y="68"/>
                    <a:pt x="170" y="76"/>
                  </a:cubicBezTo>
                  <a:cubicBezTo>
                    <a:pt x="176" y="85"/>
                    <a:pt x="189" y="119"/>
                    <a:pt x="199" y="133"/>
                  </a:cubicBezTo>
                  <a:cubicBezTo>
                    <a:pt x="200" y="134"/>
                    <a:pt x="200" y="134"/>
                    <a:pt x="200" y="134"/>
                  </a:cubicBezTo>
                  <a:cubicBezTo>
                    <a:pt x="199" y="131"/>
                    <a:pt x="198" y="130"/>
                    <a:pt x="205" y="127"/>
                  </a:cubicBezTo>
                  <a:cubicBezTo>
                    <a:pt x="212" y="124"/>
                    <a:pt x="214" y="124"/>
                    <a:pt x="214" y="126"/>
                  </a:cubicBezTo>
                  <a:cubicBezTo>
                    <a:pt x="215" y="126"/>
                    <a:pt x="214" y="126"/>
                    <a:pt x="214" y="126"/>
                  </a:cubicBezTo>
                  <a:cubicBezTo>
                    <a:pt x="214" y="125"/>
                    <a:pt x="213" y="123"/>
                    <a:pt x="212" y="116"/>
                  </a:cubicBezTo>
                  <a:cubicBezTo>
                    <a:pt x="210" y="106"/>
                    <a:pt x="210" y="98"/>
                    <a:pt x="214" y="97"/>
                  </a:cubicBezTo>
                  <a:cubicBezTo>
                    <a:pt x="220" y="95"/>
                    <a:pt x="230" y="121"/>
                    <a:pt x="233" y="127"/>
                  </a:cubicBezTo>
                  <a:cubicBezTo>
                    <a:pt x="233" y="125"/>
                    <a:pt x="234" y="123"/>
                    <a:pt x="235" y="121"/>
                  </a:cubicBezTo>
                  <a:cubicBezTo>
                    <a:pt x="236" y="119"/>
                    <a:pt x="238" y="117"/>
                    <a:pt x="240" y="117"/>
                  </a:cubicBezTo>
                  <a:cubicBezTo>
                    <a:pt x="240" y="116"/>
                    <a:pt x="241" y="116"/>
                    <a:pt x="241" y="116"/>
                  </a:cubicBezTo>
                  <a:cubicBezTo>
                    <a:pt x="241" y="116"/>
                    <a:pt x="241" y="116"/>
                    <a:pt x="242" y="116"/>
                  </a:cubicBezTo>
                  <a:cubicBezTo>
                    <a:pt x="242" y="116"/>
                    <a:pt x="242" y="116"/>
                    <a:pt x="242" y="116"/>
                  </a:cubicBezTo>
                  <a:cubicBezTo>
                    <a:pt x="242" y="116"/>
                    <a:pt x="242" y="116"/>
                    <a:pt x="243" y="117"/>
                  </a:cubicBezTo>
                  <a:cubicBezTo>
                    <a:pt x="243" y="117"/>
                    <a:pt x="243" y="117"/>
                    <a:pt x="243" y="117"/>
                  </a:cubicBezTo>
                  <a:cubicBezTo>
                    <a:pt x="243" y="117"/>
                    <a:pt x="243" y="117"/>
                    <a:pt x="243" y="117"/>
                  </a:cubicBezTo>
                  <a:cubicBezTo>
                    <a:pt x="236" y="102"/>
                    <a:pt x="207" y="81"/>
                    <a:pt x="210" y="72"/>
                  </a:cubicBezTo>
                  <a:cubicBezTo>
                    <a:pt x="214" y="62"/>
                    <a:pt x="224" y="66"/>
                    <a:pt x="231" y="71"/>
                  </a:cubicBezTo>
                  <a:cubicBezTo>
                    <a:pt x="237" y="77"/>
                    <a:pt x="250" y="104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ubicBezTo>
                    <a:pt x="255" y="113"/>
                    <a:pt x="256" y="112"/>
                    <a:pt x="258" y="112"/>
                  </a:cubicBezTo>
                  <a:cubicBezTo>
                    <a:pt x="259" y="112"/>
                    <a:pt x="261" y="113"/>
                    <a:pt x="262" y="114"/>
                  </a:cubicBezTo>
                  <a:cubicBezTo>
                    <a:pt x="258" y="104"/>
                    <a:pt x="257" y="98"/>
                    <a:pt x="262" y="97"/>
                  </a:cubicBezTo>
                  <a:cubicBezTo>
                    <a:pt x="266" y="95"/>
                    <a:pt x="273" y="96"/>
                    <a:pt x="284" y="112"/>
                  </a:cubicBezTo>
                  <a:cubicBezTo>
                    <a:pt x="284" y="112"/>
                    <a:pt x="284" y="112"/>
                    <a:pt x="284" y="112"/>
                  </a:cubicBezTo>
                  <a:cubicBezTo>
                    <a:pt x="284" y="112"/>
                    <a:pt x="284" y="112"/>
                    <a:pt x="284" y="112"/>
                  </a:cubicBezTo>
                  <a:cubicBezTo>
                    <a:pt x="288" y="106"/>
                    <a:pt x="297" y="108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295" y="105"/>
                    <a:pt x="260" y="59"/>
                    <a:pt x="271" y="57"/>
                  </a:cubicBezTo>
                  <a:cubicBezTo>
                    <a:pt x="284" y="54"/>
                    <a:pt x="309" y="99"/>
                    <a:pt x="314" y="112"/>
                  </a:cubicBezTo>
                  <a:cubicBezTo>
                    <a:pt x="314" y="112"/>
                    <a:pt x="314" y="112"/>
                    <a:pt x="314" y="112"/>
                  </a:cubicBezTo>
                  <a:cubicBezTo>
                    <a:pt x="314" y="112"/>
                    <a:pt x="314" y="112"/>
                    <a:pt x="314" y="112"/>
                  </a:cubicBezTo>
                  <a:cubicBezTo>
                    <a:pt x="315" y="110"/>
                    <a:pt x="317" y="110"/>
                    <a:pt x="321" y="109"/>
                  </a:cubicBezTo>
                  <a:cubicBezTo>
                    <a:pt x="323" y="109"/>
                    <a:pt x="324" y="110"/>
                    <a:pt x="325" y="110"/>
                  </a:cubicBezTo>
                  <a:cubicBezTo>
                    <a:pt x="316" y="95"/>
                    <a:pt x="314" y="85"/>
                    <a:pt x="323" y="84"/>
                  </a:cubicBezTo>
                  <a:cubicBezTo>
                    <a:pt x="332" y="84"/>
                    <a:pt x="338" y="101"/>
                    <a:pt x="346" y="113"/>
                  </a:cubicBezTo>
                  <a:cubicBezTo>
                    <a:pt x="347" y="115"/>
                    <a:pt x="347" y="115"/>
                    <a:pt x="347" y="115"/>
                  </a:cubicBezTo>
                  <a:cubicBezTo>
                    <a:pt x="348" y="115"/>
                    <a:pt x="349" y="115"/>
                    <a:pt x="349" y="115"/>
                  </a:cubicBezTo>
                  <a:cubicBezTo>
                    <a:pt x="351" y="114"/>
                    <a:pt x="354" y="113"/>
                    <a:pt x="357" y="114"/>
                  </a:cubicBezTo>
                  <a:cubicBezTo>
                    <a:pt x="361" y="114"/>
                    <a:pt x="363" y="116"/>
                    <a:pt x="363" y="118"/>
                  </a:cubicBezTo>
                  <a:cubicBezTo>
                    <a:pt x="363" y="118"/>
                    <a:pt x="363" y="118"/>
                    <a:pt x="363" y="118"/>
                  </a:cubicBezTo>
                  <a:cubicBezTo>
                    <a:pt x="364" y="117"/>
                    <a:pt x="364" y="117"/>
                    <a:pt x="364" y="117"/>
                  </a:cubicBezTo>
                  <a:cubicBezTo>
                    <a:pt x="364" y="117"/>
                    <a:pt x="346" y="97"/>
                    <a:pt x="343" y="87"/>
                  </a:cubicBezTo>
                  <a:cubicBezTo>
                    <a:pt x="340" y="77"/>
                    <a:pt x="358" y="78"/>
                    <a:pt x="371" y="85"/>
                  </a:cubicBezTo>
                  <a:cubicBezTo>
                    <a:pt x="395" y="100"/>
                    <a:pt x="400" y="112"/>
                    <a:pt x="415" y="134"/>
                  </a:cubicBezTo>
                  <a:cubicBezTo>
                    <a:pt x="415" y="134"/>
                    <a:pt x="415" y="134"/>
                    <a:pt x="415" y="134"/>
                  </a:cubicBezTo>
                  <a:cubicBezTo>
                    <a:pt x="415" y="134"/>
                    <a:pt x="415" y="134"/>
                    <a:pt x="415" y="134"/>
                  </a:cubicBezTo>
                  <a:cubicBezTo>
                    <a:pt x="415" y="134"/>
                    <a:pt x="416" y="135"/>
                    <a:pt x="416" y="135"/>
                  </a:cubicBezTo>
                  <a:cubicBezTo>
                    <a:pt x="418" y="133"/>
                    <a:pt x="421" y="133"/>
                    <a:pt x="425" y="135"/>
                  </a:cubicBezTo>
                  <a:cubicBezTo>
                    <a:pt x="427" y="136"/>
                    <a:pt x="429" y="137"/>
                    <a:pt x="430" y="139"/>
                  </a:cubicBezTo>
                  <a:cubicBezTo>
                    <a:pt x="428" y="128"/>
                    <a:pt x="398" y="92"/>
                    <a:pt x="382" y="84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1" name="Freeform 1056">
              <a:extLst>
                <a:ext uri="{FF2B5EF4-FFF2-40B4-BE49-F238E27FC236}">
                  <a16:creationId xmlns:a16="http://schemas.microsoft.com/office/drawing/2014/main" id="{8E84D43E-2D25-4D0C-A9E2-1C4B7CC22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569"/>
              <a:ext cx="92" cy="142"/>
            </a:xfrm>
            <a:custGeom>
              <a:avLst/>
              <a:gdLst>
                <a:gd name="T0" fmla="*/ 402 w 40"/>
                <a:gd name="T1" fmla="*/ 761 h 58"/>
                <a:gd name="T2" fmla="*/ 159 w 40"/>
                <a:gd name="T3" fmla="*/ 732 h 58"/>
                <a:gd name="T4" fmla="*/ 48 w 40"/>
                <a:gd name="T5" fmla="*/ 132 h 58"/>
                <a:gd name="T6" fmla="*/ 354 w 40"/>
                <a:gd name="T7" fmla="*/ 455 h 58"/>
                <a:gd name="T8" fmla="*/ 402 w 40"/>
                <a:gd name="T9" fmla="*/ 76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8">
                  <a:moveTo>
                    <a:pt x="33" y="52"/>
                  </a:moveTo>
                  <a:cubicBezTo>
                    <a:pt x="27" y="58"/>
                    <a:pt x="16" y="56"/>
                    <a:pt x="13" y="50"/>
                  </a:cubicBezTo>
                  <a:cubicBezTo>
                    <a:pt x="9" y="45"/>
                    <a:pt x="0" y="18"/>
                    <a:pt x="4" y="9"/>
                  </a:cubicBezTo>
                  <a:cubicBezTo>
                    <a:pt x="8" y="0"/>
                    <a:pt x="21" y="26"/>
                    <a:pt x="29" y="31"/>
                  </a:cubicBezTo>
                  <a:cubicBezTo>
                    <a:pt x="40" y="38"/>
                    <a:pt x="38" y="47"/>
                    <a:pt x="33" y="52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2" name="Freeform 1057">
              <a:extLst>
                <a:ext uri="{FF2B5EF4-FFF2-40B4-BE49-F238E27FC236}">
                  <a16:creationId xmlns:a16="http://schemas.microsoft.com/office/drawing/2014/main" id="{FE77A6DF-33BA-4DFD-8E5C-AC25425E8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439"/>
              <a:ext cx="57" cy="149"/>
            </a:xfrm>
            <a:custGeom>
              <a:avLst/>
              <a:gdLst>
                <a:gd name="T0" fmla="*/ 260 w 25"/>
                <a:gd name="T1" fmla="*/ 508 h 61"/>
                <a:gd name="T2" fmla="*/ 93 w 25"/>
                <a:gd name="T3" fmla="*/ 757 h 61"/>
                <a:gd name="T4" fmla="*/ 36 w 25"/>
                <a:gd name="T5" fmla="*/ 252 h 61"/>
                <a:gd name="T6" fmla="*/ 141 w 25"/>
                <a:gd name="T7" fmla="*/ 191 h 61"/>
                <a:gd name="T8" fmla="*/ 260 w 25"/>
                <a:gd name="T9" fmla="*/ 508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1">
                  <a:moveTo>
                    <a:pt x="22" y="35"/>
                  </a:moveTo>
                  <a:cubicBezTo>
                    <a:pt x="19" y="41"/>
                    <a:pt x="13" y="44"/>
                    <a:pt x="8" y="52"/>
                  </a:cubicBezTo>
                  <a:cubicBezTo>
                    <a:pt x="4" y="61"/>
                    <a:pt x="0" y="29"/>
                    <a:pt x="3" y="17"/>
                  </a:cubicBezTo>
                  <a:cubicBezTo>
                    <a:pt x="5" y="6"/>
                    <a:pt x="8" y="0"/>
                    <a:pt x="12" y="13"/>
                  </a:cubicBezTo>
                  <a:cubicBezTo>
                    <a:pt x="17" y="27"/>
                    <a:pt x="25" y="29"/>
                    <a:pt x="22" y="35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3" name="Freeform 1058">
              <a:extLst>
                <a:ext uri="{FF2B5EF4-FFF2-40B4-BE49-F238E27FC236}">
                  <a16:creationId xmlns:a16="http://schemas.microsoft.com/office/drawing/2014/main" id="{FB32890F-38D3-47B9-9EC9-4EF3040A6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233"/>
              <a:ext cx="49" cy="93"/>
            </a:xfrm>
            <a:custGeom>
              <a:avLst/>
              <a:gdLst>
                <a:gd name="T0" fmla="*/ 163 w 21"/>
                <a:gd name="T1" fmla="*/ 71 h 38"/>
                <a:gd name="T2" fmla="*/ 217 w 21"/>
                <a:gd name="T3" fmla="*/ 467 h 38"/>
                <a:gd name="T4" fmla="*/ 0 w 21"/>
                <a:gd name="T5" fmla="*/ 306 h 38"/>
                <a:gd name="T6" fmla="*/ 163 w 21"/>
                <a:gd name="T7" fmla="*/ 7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8">
                  <a:moveTo>
                    <a:pt x="13" y="5"/>
                  </a:moveTo>
                  <a:cubicBezTo>
                    <a:pt x="21" y="0"/>
                    <a:pt x="17" y="26"/>
                    <a:pt x="17" y="32"/>
                  </a:cubicBezTo>
                  <a:cubicBezTo>
                    <a:pt x="17" y="38"/>
                    <a:pt x="1" y="29"/>
                    <a:pt x="0" y="21"/>
                  </a:cubicBezTo>
                  <a:cubicBezTo>
                    <a:pt x="0" y="13"/>
                    <a:pt x="9" y="8"/>
                    <a:pt x="13" y="5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4" name="Freeform 1059">
              <a:extLst>
                <a:ext uri="{FF2B5EF4-FFF2-40B4-BE49-F238E27FC236}">
                  <a16:creationId xmlns:a16="http://schemas.microsoft.com/office/drawing/2014/main" id="{FEA324FC-F22D-48C8-B66E-4AFAF311C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336"/>
              <a:ext cx="85" cy="169"/>
            </a:xfrm>
            <a:custGeom>
              <a:avLst/>
              <a:gdLst>
                <a:gd name="T0" fmla="*/ 338 w 37"/>
                <a:gd name="T1" fmla="*/ 985 h 69"/>
                <a:gd name="T2" fmla="*/ 85 w 37"/>
                <a:gd name="T3" fmla="*/ 529 h 69"/>
                <a:gd name="T4" fmla="*/ 11 w 37"/>
                <a:gd name="T5" fmla="*/ 174 h 69"/>
                <a:gd name="T6" fmla="*/ 179 w 37"/>
                <a:gd name="T7" fmla="*/ 12 h 69"/>
                <a:gd name="T8" fmla="*/ 280 w 37"/>
                <a:gd name="T9" fmla="*/ 414 h 69"/>
                <a:gd name="T10" fmla="*/ 439 w 37"/>
                <a:gd name="T11" fmla="*/ 869 h 69"/>
                <a:gd name="T12" fmla="*/ 338 w 37"/>
                <a:gd name="T13" fmla="*/ 985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69">
                  <a:moveTo>
                    <a:pt x="28" y="67"/>
                  </a:moveTo>
                  <a:cubicBezTo>
                    <a:pt x="22" y="65"/>
                    <a:pt x="14" y="47"/>
                    <a:pt x="7" y="36"/>
                  </a:cubicBezTo>
                  <a:cubicBezTo>
                    <a:pt x="0" y="26"/>
                    <a:pt x="0" y="18"/>
                    <a:pt x="1" y="12"/>
                  </a:cubicBezTo>
                  <a:cubicBezTo>
                    <a:pt x="2" y="6"/>
                    <a:pt x="11" y="0"/>
                    <a:pt x="15" y="1"/>
                  </a:cubicBezTo>
                  <a:cubicBezTo>
                    <a:pt x="19" y="1"/>
                    <a:pt x="21" y="19"/>
                    <a:pt x="23" y="28"/>
                  </a:cubicBezTo>
                  <a:cubicBezTo>
                    <a:pt x="25" y="38"/>
                    <a:pt x="35" y="55"/>
                    <a:pt x="36" y="59"/>
                  </a:cubicBezTo>
                  <a:cubicBezTo>
                    <a:pt x="37" y="63"/>
                    <a:pt x="35" y="69"/>
                    <a:pt x="28" y="67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5" name="Freeform 1060">
              <a:extLst>
                <a:ext uri="{FF2B5EF4-FFF2-40B4-BE49-F238E27FC236}">
                  <a16:creationId xmlns:a16="http://schemas.microsoft.com/office/drawing/2014/main" id="{7E91C0E4-06FF-42C2-BB9E-A83834783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306"/>
              <a:ext cx="55" cy="103"/>
            </a:xfrm>
            <a:custGeom>
              <a:avLst/>
              <a:gdLst>
                <a:gd name="T0" fmla="*/ 204 w 24"/>
                <a:gd name="T1" fmla="*/ 488 h 42"/>
                <a:gd name="T2" fmla="*/ 48 w 24"/>
                <a:gd name="T3" fmla="*/ 620 h 42"/>
                <a:gd name="T4" fmla="*/ 48 w 24"/>
                <a:gd name="T5" fmla="*/ 235 h 42"/>
                <a:gd name="T6" fmla="*/ 179 w 24"/>
                <a:gd name="T7" fmla="*/ 120 h 42"/>
                <a:gd name="T8" fmla="*/ 204 w 24"/>
                <a:gd name="T9" fmla="*/ 48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17" y="33"/>
                  </a:moveTo>
                  <a:cubicBezTo>
                    <a:pt x="11" y="35"/>
                    <a:pt x="8" y="42"/>
                    <a:pt x="4" y="42"/>
                  </a:cubicBezTo>
                  <a:cubicBezTo>
                    <a:pt x="0" y="41"/>
                    <a:pt x="1" y="25"/>
                    <a:pt x="4" y="16"/>
                  </a:cubicBezTo>
                  <a:cubicBezTo>
                    <a:pt x="7" y="7"/>
                    <a:pt x="14" y="0"/>
                    <a:pt x="15" y="8"/>
                  </a:cubicBezTo>
                  <a:cubicBezTo>
                    <a:pt x="16" y="17"/>
                    <a:pt x="24" y="31"/>
                    <a:pt x="17" y="33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6" name="Freeform 1061">
              <a:extLst>
                <a:ext uri="{FF2B5EF4-FFF2-40B4-BE49-F238E27FC236}">
                  <a16:creationId xmlns:a16="http://schemas.microsoft.com/office/drawing/2014/main" id="{193E7DB7-4946-4ED3-A1E3-0C7338EA8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142"/>
              <a:ext cx="101" cy="150"/>
            </a:xfrm>
            <a:custGeom>
              <a:avLst/>
              <a:gdLst>
                <a:gd name="T0" fmla="*/ 505 w 44"/>
                <a:gd name="T1" fmla="*/ 539 h 61"/>
                <a:gd name="T2" fmla="*/ 179 w 44"/>
                <a:gd name="T3" fmla="*/ 907 h 61"/>
                <a:gd name="T4" fmla="*/ 37 w 44"/>
                <a:gd name="T5" fmla="*/ 133 h 61"/>
                <a:gd name="T6" fmla="*/ 207 w 44"/>
                <a:gd name="T7" fmla="*/ 61 h 61"/>
                <a:gd name="T8" fmla="*/ 505 w 44"/>
                <a:gd name="T9" fmla="*/ 53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1">
                  <a:moveTo>
                    <a:pt x="42" y="36"/>
                  </a:moveTo>
                  <a:cubicBezTo>
                    <a:pt x="40" y="42"/>
                    <a:pt x="26" y="61"/>
                    <a:pt x="15" y="61"/>
                  </a:cubicBezTo>
                  <a:cubicBezTo>
                    <a:pt x="3" y="61"/>
                    <a:pt x="0" y="18"/>
                    <a:pt x="3" y="9"/>
                  </a:cubicBezTo>
                  <a:cubicBezTo>
                    <a:pt x="5" y="2"/>
                    <a:pt x="13" y="0"/>
                    <a:pt x="17" y="4"/>
                  </a:cubicBezTo>
                  <a:cubicBezTo>
                    <a:pt x="21" y="8"/>
                    <a:pt x="44" y="30"/>
                    <a:pt x="42" y="36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7" name="Freeform 1062">
              <a:extLst>
                <a:ext uri="{FF2B5EF4-FFF2-40B4-BE49-F238E27FC236}">
                  <a16:creationId xmlns:a16="http://schemas.microsoft.com/office/drawing/2014/main" id="{EDFCDB39-9EA7-477F-8070-AACE9ABBA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2174"/>
              <a:ext cx="65" cy="186"/>
            </a:xfrm>
            <a:custGeom>
              <a:avLst/>
              <a:gdLst>
                <a:gd name="T0" fmla="*/ 274 w 28"/>
                <a:gd name="T1" fmla="*/ 1055 h 76"/>
                <a:gd name="T2" fmla="*/ 86 w 28"/>
                <a:gd name="T3" fmla="*/ 497 h 76"/>
                <a:gd name="T4" fmla="*/ 28 w 28"/>
                <a:gd name="T5" fmla="*/ 191 h 76"/>
                <a:gd name="T6" fmla="*/ 237 w 28"/>
                <a:gd name="T7" fmla="*/ 12 h 76"/>
                <a:gd name="T8" fmla="*/ 339 w 28"/>
                <a:gd name="T9" fmla="*/ 749 h 76"/>
                <a:gd name="T10" fmla="*/ 274 w 28"/>
                <a:gd name="T11" fmla="*/ 1055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6">
                  <a:moveTo>
                    <a:pt x="22" y="72"/>
                  </a:moveTo>
                  <a:cubicBezTo>
                    <a:pt x="19" y="66"/>
                    <a:pt x="11" y="41"/>
                    <a:pt x="7" y="34"/>
                  </a:cubicBezTo>
                  <a:cubicBezTo>
                    <a:pt x="0" y="24"/>
                    <a:pt x="1" y="18"/>
                    <a:pt x="2" y="13"/>
                  </a:cubicBezTo>
                  <a:cubicBezTo>
                    <a:pt x="2" y="8"/>
                    <a:pt x="13" y="2"/>
                    <a:pt x="19" y="1"/>
                  </a:cubicBezTo>
                  <a:cubicBezTo>
                    <a:pt x="24" y="0"/>
                    <a:pt x="25" y="36"/>
                    <a:pt x="27" y="51"/>
                  </a:cubicBezTo>
                  <a:cubicBezTo>
                    <a:pt x="28" y="56"/>
                    <a:pt x="24" y="76"/>
                    <a:pt x="22" y="72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8" name="Freeform 1063">
              <a:extLst>
                <a:ext uri="{FF2B5EF4-FFF2-40B4-BE49-F238E27FC236}">
                  <a16:creationId xmlns:a16="http://schemas.microsoft.com/office/drawing/2014/main" id="{3D012327-826F-4826-A4C7-5774F8B6A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137"/>
              <a:ext cx="90" cy="81"/>
            </a:xfrm>
            <a:custGeom>
              <a:avLst/>
              <a:gdLst>
                <a:gd name="T0" fmla="*/ 235 w 39"/>
                <a:gd name="T1" fmla="*/ 415 h 33"/>
                <a:gd name="T2" fmla="*/ 48 w 39"/>
                <a:gd name="T3" fmla="*/ 326 h 33"/>
                <a:gd name="T4" fmla="*/ 85 w 39"/>
                <a:gd name="T5" fmla="*/ 42 h 33"/>
                <a:gd name="T6" fmla="*/ 480 w 39"/>
                <a:gd name="T7" fmla="*/ 29 h 33"/>
                <a:gd name="T8" fmla="*/ 235 w 39"/>
                <a:gd name="T9" fmla="*/ 41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3">
                  <a:moveTo>
                    <a:pt x="19" y="28"/>
                  </a:moveTo>
                  <a:cubicBezTo>
                    <a:pt x="16" y="33"/>
                    <a:pt x="6" y="26"/>
                    <a:pt x="4" y="22"/>
                  </a:cubicBezTo>
                  <a:cubicBezTo>
                    <a:pt x="2" y="17"/>
                    <a:pt x="0" y="6"/>
                    <a:pt x="7" y="3"/>
                  </a:cubicBezTo>
                  <a:cubicBezTo>
                    <a:pt x="14" y="0"/>
                    <a:pt x="39" y="0"/>
                    <a:pt x="39" y="2"/>
                  </a:cubicBezTo>
                  <a:cubicBezTo>
                    <a:pt x="39" y="9"/>
                    <a:pt x="22" y="23"/>
                    <a:pt x="19" y="28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9" name="Freeform 1064">
              <a:extLst>
                <a:ext uri="{FF2B5EF4-FFF2-40B4-BE49-F238E27FC236}">
                  <a16:creationId xmlns:a16="http://schemas.microsoft.com/office/drawing/2014/main" id="{9C74EA25-85C1-4C2A-800B-67C2B960E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2162"/>
              <a:ext cx="94" cy="127"/>
            </a:xfrm>
            <a:custGeom>
              <a:avLst/>
              <a:gdLst>
                <a:gd name="T0" fmla="*/ 420 w 41"/>
                <a:gd name="T1" fmla="*/ 728 h 52"/>
                <a:gd name="T2" fmla="*/ 11 w 41"/>
                <a:gd name="T3" fmla="*/ 274 h 52"/>
                <a:gd name="T4" fmla="*/ 241 w 41"/>
                <a:gd name="T5" fmla="*/ 12 h 52"/>
                <a:gd name="T6" fmla="*/ 374 w 41"/>
                <a:gd name="T7" fmla="*/ 393 h 52"/>
                <a:gd name="T8" fmla="*/ 420 w 41"/>
                <a:gd name="T9" fmla="*/ 72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2">
                  <a:moveTo>
                    <a:pt x="35" y="50"/>
                  </a:moveTo>
                  <a:cubicBezTo>
                    <a:pt x="29" y="52"/>
                    <a:pt x="0" y="27"/>
                    <a:pt x="1" y="19"/>
                  </a:cubicBezTo>
                  <a:cubicBezTo>
                    <a:pt x="2" y="11"/>
                    <a:pt x="16" y="0"/>
                    <a:pt x="20" y="1"/>
                  </a:cubicBezTo>
                  <a:cubicBezTo>
                    <a:pt x="25" y="2"/>
                    <a:pt x="30" y="21"/>
                    <a:pt x="31" y="27"/>
                  </a:cubicBezTo>
                  <a:cubicBezTo>
                    <a:pt x="32" y="32"/>
                    <a:pt x="41" y="49"/>
                    <a:pt x="35" y="5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0" name="Freeform 1065">
              <a:extLst>
                <a:ext uri="{FF2B5EF4-FFF2-40B4-BE49-F238E27FC236}">
                  <a16:creationId xmlns:a16="http://schemas.microsoft.com/office/drawing/2014/main" id="{C25378A9-C01E-47BB-B033-B778630E9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194"/>
              <a:ext cx="87" cy="78"/>
            </a:xfrm>
            <a:custGeom>
              <a:avLst/>
              <a:gdLst>
                <a:gd name="T0" fmla="*/ 430 w 38"/>
                <a:gd name="T1" fmla="*/ 322 h 32"/>
                <a:gd name="T2" fmla="*/ 204 w 38"/>
                <a:gd name="T3" fmla="*/ 463 h 32"/>
                <a:gd name="T4" fmla="*/ 25 w 38"/>
                <a:gd name="T5" fmla="*/ 119 h 32"/>
                <a:gd name="T6" fmla="*/ 277 w 38"/>
                <a:gd name="T7" fmla="*/ 90 h 32"/>
                <a:gd name="T8" fmla="*/ 430 w 38"/>
                <a:gd name="T9" fmla="*/ 32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36" y="22"/>
                  </a:moveTo>
                  <a:cubicBezTo>
                    <a:pt x="34" y="28"/>
                    <a:pt x="22" y="32"/>
                    <a:pt x="17" y="32"/>
                  </a:cubicBezTo>
                  <a:cubicBezTo>
                    <a:pt x="13" y="32"/>
                    <a:pt x="7" y="20"/>
                    <a:pt x="2" y="8"/>
                  </a:cubicBezTo>
                  <a:cubicBezTo>
                    <a:pt x="0" y="0"/>
                    <a:pt x="18" y="5"/>
                    <a:pt x="23" y="6"/>
                  </a:cubicBezTo>
                  <a:cubicBezTo>
                    <a:pt x="27" y="7"/>
                    <a:pt x="38" y="16"/>
                    <a:pt x="36" y="22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1" name="Freeform 1066">
              <a:extLst>
                <a:ext uri="{FF2B5EF4-FFF2-40B4-BE49-F238E27FC236}">
                  <a16:creationId xmlns:a16="http://schemas.microsoft.com/office/drawing/2014/main" id="{BBD1111E-EC82-4701-852C-07BFAAC06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380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E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2" name="Freeform 1067">
              <a:extLst>
                <a:ext uri="{FF2B5EF4-FFF2-40B4-BE49-F238E27FC236}">
                  <a16:creationId xmlns:a16="http://schemas.microsoft.com/office/drawing/2014/main" id="{01198C50-85E3-4867-A172-CEDD4EA88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378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DE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3" name="Freeform 1068">
              <a:extLst>
                <a:ext uri="{FF2B5EF4-FFF2-40B4-BE49-F238E27FC236}">
                  <a16:creationId xmlns:a16="http://schemas.microsoft.com/office/drawing/2014/main" id="{1D997C1D-4010-437A-B786-E15EFE7DAC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39" y="2071"/>
              <a:ext cx="988" cy="993"/>
            </a:xfrm>
            <a:custGeom>
              <a:avLst/>
              <a:gdLst>
                <a:gd name="T0" fmla="*/ 4085 w 430"/>
                <a:gd name="T1" fmla="*/ 986 h 405"/>
                <a:gd name="T2" fmla="*/ 3628 w 430"/>
                <a:gd name="T3" fmla="*/ 679 h 405"/>
                <a:gd name="T4" fmla="*/ 3299 w 430"/>
                <a:gd name="T5" fmla="*/ 588 h 405"/>
                <a:gd name="T6" fmla="*/ 2534 w 430"/>
                <a:gd name="T7" fmla="*/ 150 h 405"/>
                <a:gd name="T8" fmla="*/ 2038 w 430"/>
                <a:gd name="T9" fmla="*/ 174 h 405"/>
                <a:gd name="T10" fmla="*/ 1627 w 430"/>
                <a:gd name="T11" fmla="*/ 294 h 405"/>
                <a:gd name="T12" fmla="*/ 924 w 430"/>
                <a:gd name="T13" fmla="*/ 841 h 405"/>
                <a:gd name="T14" fmla="*/ 740 w 430"/>
                <a:gd name="T15" fmla="*/ 1015 h 405"/>
                <a:gd name="T16" fmla="*/ 411 w 430"/>
                <a:gd name="T17" fmla="*/ 1532 h 405"/>
                <a:gd name="T18" fmla="*/ 179 w 430"/>
                <a:gd name="T19" fmla="*/ 2091 h 405"/>
                <a:gd name="T20" fmla="*/ 85 w 430"/>
                <a:gd name="T21" fmla="*/ 2729 h 405"/>
                <a:gd name="T22" fmla="*/ 533 w 430"/>
                <a:gd name="T23" fmla="*/ 4538 h 405"/>
                <a:gd name="T24" fmla="*/ 802 w 430"/>
                <a:gd name="T25" fmla="*/ 5573 h 405"/>
                <a:gd name="T26" fmla="*/ 740 w 430"/>
                <a:gd name="T27" fmla="*/ 4820 h 405"/>
                <a:gd name="T28" fmla="*/ 581 w 430"/>
                <a:gd name="T29" fmla="*/ 3727 h 405"/>
                <a:gd name="T30" fmla="*/ 924 w 430"/>
                <a:gd name="T31" fmla="*/ 3967 h 405"/>
                <a:gd name="T32" fmla="*/ 887 w 430"/>
                <a:gd name="T33" fmla="*/ 2753 h 405"/>
                <a:gd name="T34" fmla="*/ 1236 w 430"/>
                <a:gd name="T35" fmla="*/ 3168 h 405"/>
                <a:gd name="T36" fmla="*/ 1383 w 430"/>
                <a:gd name="T37" fmla="*/ 2915 h 405"/>
                <a:gd name="T38" fmla="*/ 1542 w 430"/>
                <a:gd name="T39" fmla="*/ 2699 h 405"/>
                <a:gd name="T40" fmla="*/ 1673 w 430"/>
                <a:gd name="T41" fmla="*/ 2518 h 405"/>
                <a:gd name="T42" fmla="*/ 1758 w 430"/>
                <a:gd name="T43" fmla="*/ 1461 h 405"/>
                <a:gd name="T44" fmla="*/ 2217 w 430"/>
                <a:gd name="T45" fmla="*/ 2123 h 405"/>
                <a:gd name="T46" fmla="*/ 2429 w 430"/>
                <a:gd name="T47" fmla="*/ 1979 h 405"/>
                <a:gd name="T48" fmla="*/ 2596 w 430"/>
                <a:gd name="T49" fmla="*/ 1432 h 405"/>
                <a:gd name="T50" fmla="*/ 2925 w 430"/>
                <a:gd name="T51" fmla="*/ 1706 h 405"/>
                <a:gd name="T52" fmla="*/ 2946 w 430"/>
                <a:gd name="T53" fmla="*/ 1726 h 405"/>
                <a:gd name="T54" fmla="*/ 3067 w 430"/>
                <a:gd name="T55" fmla="*/ 1694 h 405"/>
                <a:gd name="T56" fmla="*/ 3178 w 430"/>
                <a:gd name="T57" fmla="*/ 1432 h 405"/>
                <a:gd name="T58" fmla="*/ 3637 w 430"/>
                <a:gd name="T59" fmla="*/ 1653 h 405"/>
                <a:gd name="T60" fmla="*/ 3288 w 430"/>
                <a:gd name="T61" fmla="*/ 841 h 405"/>
                <a:gd name="T62" fmla="*/ 3897 w 430"/>
                <a:gd name="T63" fmla="*/ 1606 h 405"/>
                <a:gd name="T64" fmla="*/ 4207 w 430"/>
                <a:gd name="T65" fmla="*/ 1694 h 405"/>
                <a:gd name="T66" fmla="*/ 4402 w 430"/>
                <a:gd name="T67" fmla="*/ 1738 h 405"/>
                <a:gd name="T68" fmla="*/ 5037 w 430"/>
                <a:gd name="T69" fmla="*/ 1979 h 405"/>
                <a:gd name="T70" fmla="*/ 5158 w 430"/>
                <a:gd name="T71" fmla="*/ 1991 h 405"/>
                <a:gd name="T72" fmla="*/ 207 w 430"/>
                <a:gd name="T73" fmla="*/ 3727 h 405"/>
                <a:gd name="T74" fmla="*/ 703 w 430"/>
                <a:gd name="T75" fmla="*/ 2729 h 405"/>
                <a:gd name="T76" fmla="*/ 703 w 430"/>
                <a:gd name="T77" fmla="*/ 2729 h 405"/>
                <a:gd name="T78" fmla="*/ 1236 w 430"/>
                <a:gd name="T79" fmla="*/ 1047 h 405"/>
                <a:gd name="T80" fmla="*/ 1103 w 430"/>
                <a:gd name="T81" fmla="*/ 1606 h 405"/>
                <a:gd name="T82" fmla="*/ 1457 w 430"/>
                <a:gd name="T83" fmla="*/ 1900 h 405"/>
                <a:gd name="T84" fmla="*/ 1457 w 430"/>
                <a:gd name="T85" fmla="*/ 1900 h 405"/>
                <a:gd name="T86" fmla="*/ 1514 w 430"/>
                <a:gd name="T87" fmla="*/ 488 h 405"/>
                <a:gd name="T88" fmla="*/ 2160 w 430"/>
                <a:gd name="T89" fmla="*/ 812 h 405"/>
                <a:gd name="T90" fmla="*/ 2665 w 430"/>
                <a:gd name="T91" fmla="*/ 812 h 405"/>
                <a:gd name="T92" fmla="*/ 2665 w 430"/>
                <a:gd name="T93" fmla="*/ 812 h 405"/>
                <a:gd name="T94" fmla="*/ 3178 w 430"/>
                <a:gd name="T95" fmla="*/ 944 h 405"/>
                <a:gd name="T96" fmla="*/ 3568 w 430"/>
                <a:gd name="T97" fmla="*/ 853 h 40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30" h="405">
                  <a:moveTo>
                    <a:pt x="382" y="84"/>
                  </a:moveTo>
                  <a:cubicBezTo>
                    <a:pt x="374" y="79"/>
                    <a:pt x="351" y="67"/>
                    <a:pt x="351" y="60"/>
                  </a:cubicBezTo>
                  <a:cubicBezTo>
                    <a:pt x="350" y="49"/>
                    <a:pt x="340" y="45"/>
                    <a:pt x="340" y="50"/>
                  </a:cubicBezTo>
                  <a:cubicBezTo>
                    <a:pt x="341" y="59"/>
                    <a:pt x="343" y="66"/>
                    <a:pt x="337" y="67"/>
                  </a:cubicBezTo>
                  <a:cubicBezTo>
                    <a:pt x="330" y="67"/>
                    <a:pt x="323" y="48"/>
                    <a:pt x="315" y="35"/>
                  </a:cubicBezTo>
                  <a:cubicBezTo>
                    <a:pt x="312" y="28"/>
                    <a:pt x="302" y="27"/>
                    <a:pt x="304" y="31"/>
                  </a:cubicBezTo>
                  <a:cubicBezTo>
                    <a:pt x="310" y="41"/>
                    <a:pt x="312" y="43"/>
                    <a:pt x="311" y="46"/>
                  </a:cubicBezTo>
                  <a:cubicBezTo>
                    <a:pt x="310" y="49"/>
                    <a:pt x="306" y="49"/>
                    <a:pt x="299" y="46"/>
                  </a:cubicBezTo>
                  <a:cubicBezTo>
                    <a:pt x="292" y="43"/>
                    <a:pt x="288" y="23"/>
                    <a:pt x="288" y="23"/>
                  </a:cubicBezTo>
                  <a:cubicBezTo>
                    <a:pt x="286" y="15"/>
                    <a:pt x="280" y="12"/>
                    <a:pt x="280" y="20"/>
                  </a:cubicBezTo>
                  <a:cubicBezTo>
                    <a:pt x="280" y="20"/>
                    <a:pt x="281" y="28"/>
                    <a:pt x="282" y="34"/>
                  </a:cubicBezTo>
                  <a:cubicBezTo>
                    <a:pt x="284" y="40"/>
                    <a:pt x="279" y="41"/>
                    <a:pt x="272" y="40"/>
                  </a:cubicBezTo>
                  <a:cubicBezTo>
                    <a:pt x="264" y="40"/>
                    <a:pt x="250" y="25"/>
                    <a:pt x="248" y="11"/>
                  </a:cubicBezTo>
                  <a:cubicBezTo>
                    <a:pt x="246" y="2"/>
                    <a:pt x="239" y="1"/>
                    <a:pt x="235" y="8"/>
                  </a:cubicBezTo>
                  <a:cubicBezTo>
                    <a:pt x="235" y="8"/>
                    <a:pt x="228" y="18"/>
                    <a:pt x="222" y="20"/>
                  </a:cubicBezTo>
                  <a:cubicBezTo>
                    <a:pt x="216" y="21"/>
                    <a:pt x="209" y="22"/>
                    <a:pt x="209" y="10"/>
                  </a:cubicBezTo>
                  <a:cubicBezTo>
                    <a:pt x="210" y="1"/>
                    <a:pt x="194" y="0"/>
                    <a:pt x="196" y="9"/>
                  </a:cubicBezTo>
                  <a:cubicBezTo>
                    <a:pt x="196" y="9"/>
                    <a:pt x="200" y="23"/>
                    <a:pt x="196" y="28"/>
                  </a:cubicBezTo>
                  <a:cubicBezTo>
                    <a:pt x="192" y="34"/>
                    <a:pt x="187" y="36"/>
                    <a:pt x="183" y="34"/>
                  </a:cubicBezTo>
                  <a:cubicBezTo>
                    <a:pt x="178" y="32"/>
                    <a:pt x="173" y="22"/>
                    <a:pt x="168" y="12"/>
                  </a:cubicBezTo>
                  <a:cubicBezTo>
                    <a:pt x="165" y="4"/>
                    <a:pt x="153" y="8"/>
                    <a:pt x="158" y="16"/>
                  </a:cubicBezTo>
                  <a:cubicBezTo>
                    <a:pt x="158" y="16"/>
                    <a:pt x="170" y="38"/>
                    <a:pt x="169" y="44"/>
                  </a:cubicBezTo>
                  <a:cubicBezTo>
                    <a:pt x="169" y="48"/>
                    <a:pt x="165" y="52"/>
                    <a:pt x="158" y="50"/>
                  </a:cubicBezTo>
                  <a:cubicBezTo>
                    <a:pt x="150" y="48"/>
                    <a:pt x="141" y="36"/>
                    <a:pt x="134" y="20"/>
                  </a:cubicBezTo>
                  <a:cubicBezTo>
                    <a:pt x="125" y="10"/>
                    <a:pt x="94" y="31"/>
                    <a:pt x="99" y="40"/>
                  </a:cubicBezTo>
                  <a:cubicBezTo>
                    <a:pt x="99" y="40"/>
                    <a:pt x="104" y="48"/>
                    <a:pt x="101" y="55"/>
                  </a:cubicBezTo>
                  <a:cubicBezTo>
                    <a:pt x="98" y="63"/>
                    <a:pt x="93" y="74"/>
                    <a:pt x="86" y="75"/>
                  </a:cubicBezTo>
                  <a:cubicBezTo>
                    <a:pt x="80" y="75"/>
                    <a:pt x="81" y="66"/>
                    <a:pt x="76" y="57"/>
                  </a:cubicBezTo>
                  <a:cubicBezTo>
                    <a:pt x="74" y="52"/>
                    <a:pt x="66" y="57"/>
                    <a:pt x="67" y="63"/>
                  </a:cubicBezTo>
                  <a:cubicBezTo>
                    <a:pt x="67" y="63"/>
                    <a:pt x="84" y="87"/>
                    <a:pt x="84" y="95"/>
                  </a:cubicBezTo>
                  <a:cubicBezTo>
                    <a:pt x="83" y="104"/>
                    <a:pt x="74" y="113"/>
                    <a:pt x="71" y="111"/>
                  </a:cubicBezTo>
                  <a:cubicBezTo>
                    <a:pt x="69" y="108"/>
                    <a:pt x="64" y="87"/>
                    <a:pt x="61" y="69"/>
                  </a:cubicBezTo>
                  <a:cubicBezTo>
                    <a:pt x="60" y="64"/>
                    <a:pt x="52" y="68"/>
                    <a:pt x="53" y="77"/>
                  </a:cubicBezTo>
                  <a:cubicBezTo>
                    <a:pt x="55" y="102"/>
                    <a:pt x="74" y="147"/>
                    <a:pt x="80" y="156"/>
                  </a:cubicBezTo>
                  <a:cubicBezTo>
                    <a:pt x="85" y="165"/>
                    <a:pt x="71" y="178"/>
                    <a:pt x="62" y="171"/>
                  </a:cubicBezTo>
                  <a:cubicBezTo>
                    <a:pt x="54" y="164"/>
                    <a:pt x="34" y="104"/>
                    <a:pt x="34" y="104"/>
                  </a:cubicBezTo>
                  <a:cubicBezTo>
                    <a:pt x="31" y="98"/>
                    <a:pt x="27" y="109"/>
                    <a:pt x="29" y="116"/>
                  </a:cubicBezTo>
                  <a:cubicBezTo>
                    <a:pt x="33" y="131"/>
                    <a:pt x="35" y="137"/>
                    <a:pt x="36" y="144"/>
                  </a:cubicBezTo>
                  <a:cubicBezTo>
                    <a:pt x="36" y="152"/>
                    <a:pt x="31" y="159"/>
                    <a:pt x="31" y="171"/>
                  </a:cubicBezTo>
                  <a:cubicBezTo>
                    <a:pt x="31" y="182"/>
                    <a:pt x="15" y="142"/>
                    <a:pt x="15" y="142"/>
                  </a:cubicBezTo>
                  <a:cubicBezTo>
                    <a:pt x="12" y="138"/>
                    <a:pt x="8" y="152"/>
                    <a:pt x="11" y="160"/>
                  </a:cubicBezTo>
                  <a:cubicBezTo>
                    <a:pt x="17" y="175"/>
                    <a:pt x="24" y="184"/>
                    <a:pt x="30" y="193"/>
                  </a:cubicBezTo>
                  <a:cubicBezTo>
                    <a:pt x="35" y="203"/>
                    <a:pt x="43" y="221"/>
                    <a:pt x="39" y="227"/>
                  </a:cubicBezTo>
                  <a:cubicBezTo>
                    <a:pt x="35" y="232"/>
                    <a:pt x="7" y="192"/>
                    <a:pt x="7" y="185"/>
                  </a:cubicBezTo>
                  <a:cubicBezTo>
                    <a:pt x="3" y="179"/>
                    <a:pt x="0" y="200"/>
                    <a:pt x="0" y="213"/>
                  </a:cubicBezTo>
                  <a:cubicBezTo>
                    <a:pt x="0" y="227"/>
                    <a:pt x="5" y="258"/>
                    <a:pt x="14" y="262"/>
                  </a:cubicBezTo>
                  <a:cubicBezTo>
                    <a:pt x="14" y="262"/>
                    <a:pt x="26" y="267"/>
                    <a:pt x="31" y="274"/>
                  </a:cubicBezTo>
                  <a:cubicBezTo>
                    <a:pt x="35" y="285"/>
                    <a:pt x="46" y="301"/>
                    <a:pt x="44" y="308"/>
                  </a:cubicBezTo>
                  <a:cubicBezTo>
                    <a:pt x="36" y="323"/>
                    <a:pt x="41" y="351"/>
                    <a:pt x="46" y="361"/>
                  </a:cubicBezTo>
                  <a:cubicBezTo>
                    <a:pt x="50" y="371"/>
                    <a:pt x="63" y="398"/>
                    <a:pt x="72" y="405"/>
                  </a:cubicBezTo>
                  <a:cubicBezTo>
                    <a:pt x="69" y="402"/>
                    <a:pt x="66" y="395"/>
                    <a:pt x="66" y="390"/>
                  </a:cubicBezTo>
                  <a:cubicBezTo>
                    <a:pt x="65" y="384"/>
                    <a:pt x="64" y="380"/>
                    <a:pt x="66" y="378"/>
                  </a:cubicBezTo>
                  <a:cubicBezTo>
                    <a:pt x="66" y="377"/>
                    <a:pt x="62" y="373"/>
                    <a:pt x="62" y="372"/>
                  </a:cubicBezTo>
                  <a:cubicBezTo>
                    <a:pt x="48" y="344"/>
                    <a:pt x="50" y="335"/>
                    <a:pt x="50" y="326"/>
                  </a:cubicBezTo>
                  <a:cubicBezTo>
                    <a:pt x="50" y="322"/>
                    <a:pt x="53" y="316"/>
                    <a:pt x="57" y="321"/>
                  </a:cubicBezTo>
                  <a:cubicBezTo>
                    <a:pt x="58" y="323"/>
                    <a:pt x="59" y="325"/>
                    <a:pt x="61" y="327"/>
                  </a:cubicBezTo>
                  <a:cubicBezTo>
                    <a:pt x="58" y="321"/>
                    <a:pt x="59" y="308"/>
                    <a:pt x="65" y="311"/>
                  </a:cubicBezTo>
                  <a:cubicBezTo>
                    <a:pt x="65" y="311"/>
                    <a:pt x="65" y="311"/>
                    <a:pt x="65" y="311"/>
                  </a:cubicBezTo>
                  <a:cubicBezTo>
                    <a:pt x="59" y="303"/>
                    <a:pt x="38" y="278"/>
                    <a:pt x="40" y="265"/>
                  </a:cubicBezTo>
                  <a:cubicBezTo>
                    <a:pt x="42" y="259"/>
                    <a:pt x="45" y="255"/>
                    <a:pt x="48" y="253"/>
                  </a:cubicBezTo>
                  <a:cubicBezTo>
                    <a:pt x="50" y="251"/>
                    <a:pt x="55" y="257"/>
                    <a:pt x="57" y="262"/>
                  </a:cubicBezTo>
                  <a:cubicBezTo>
                    <a:pt x="60" y="269"/>
                    <a:pt x="65" y="278"/>
                    <a:pt x="69" y="282"/>
                  </a:cubicBezTo>
                  <a:cubicBezTo>
                    <a:pt x="71" y="284"/>
                    <a:pt x="71" y="284"/>
                    <a:pt x="71" y="284"/>
                  </a:cubicBezTo>
                  <a:cubicBezTo>
                    <a:pt x="65" y="279"/>
                    <a:pt x="70" y="267"/>
                    <a:pt x="76" y="269"/>
                  </a:cubicBezTo>
                  <a:cubicBezTo>
                    <a:pt x="76" y="269"/>
                    <a:pt x="76" y="269"/>
                    <a:pt x="76" y="269"/>
                  </a:cubicBezTo>
                  <a:cubicBezTo>
                    <a:pt x="76" y="269"/>
                    <a:pt x="58" y="244"/>
                    <a:pt x="51" y="225"/>
                  </a:cubicBezTo>
                  <a:cubicBezTo>
                    <a:pt x="47" y="212"/>
                    <a:pt x="51" y="206"/>
                    <a:pt x="54" y="202"/>
                  </a:cubicBezTo>
                  <a:cubicBezTo>
                    <a:pt x="59" y="195"/>
                    <a:pt x="66" y="184"/>
                    <a:pt x="73" y="187"/>
                  </a:cubicBezTo>
                  <a:cubicBezTo>
                    <a:pt x="83" y="190"/>
                    <a:pt x="83" y="209"/>
                    <a:pt x="93" y="225"/>
                  </a:cubicBezTo>
                  <a:cubicBezTo>
                    <a:pt x="93" y="225"/>
                    <a:pt x="93" y="225"/>
                    <a:pt x="93" y="225"/>
                  </a:cubicBezTo>
                  <a:cubicBezTo>
                    <a:pt x="93" y="223"/>
                    <a:pt x="93" y="220"/>
                    <a:pt x="94" y="219"/>
                  </a:cubicBezTo>
                  <a:cubicBezTo>
                    <a:pt x="95" y="216"/>
                    <a:pt x="99" y="214"/>
                    <a:pt x="102" y="215"/>
                  </a:cubicBezTo>
                  <a:cubicBezTo>
                    <a:pt x="100" y="211"/>
                    <a:pt x="89" y="183"/>
                    <a:pt x="87" y="173"/>
                  </a:cubicBezTo>
                  <a:cubicBezTo>
                    <a:pt x="86" y="168"/>
                    <a:pt x="90" y="166"/>
                    <a:pt x="92" y="171"/>
                  </a:cubicBezTo>
                  <a:cubicBezTo>
                    <a:pt x="97" y="179"/>
                    <a:pt x="109" y="193"/>
                    <a:pt x="114" y="198"/>
                  </a:cubicBezTo>
                  <a:cubicBezTo>
                    <a:pt x="114" y="198"/>
                    <a:pt x="114" y="198"/>
                    <a:pt x="114" y="198"/>
                  </a:cubicBezTo>
                  <a:cubicBezTo>
                    <a:pt x="114" y="198"/>
                    <a:pt x="114" y="198"/>
                    <a:pt x="115" y="198"/>
                  </a:cubicBezTo>
                  <a:cubicBezTo>
                    <a:pt x="115" y="198"/>
                    <a:pt x="114" y="198"/>
                    <a:pt x="115" y="198"/>
                  </a:cubicBezTo>
                  <a:cubicBezTo>
                    <a:pt x="107" y="193"/>
                    <a:pt x="122" y="176"/>
                    <a:pt x="127" y="183"/>
                  </a:cubicBezTo>
                  <a:cubicBezTo>
                    <a:pt x="127" y="183"/>
                    <a:pt x="127" y="183"/>
                    <a:pt x="127" y="183"/>
                  </a:cubicBezTo>
                  <a:cubicBezTo>
                    <a:pt x="124" y="178"/>
                    <a:pt x="114" y="153"/>
                    <a:pt x="115" y="148"/>
                  </a:cubicBezTo>
                  <a:cubicBezTo>
                    <a:pt x="115" y="142"/>
                    <a:pt x="122" y="135"/>
                    <a:pt x="124" y="139"/>
                  </a:cubicBezTo>
                  <a:cubicBezTo>
                    <a:pt x="126" y="145"/>
                    <a:pt x="132" y="158"/>
                    <a:pt x="137" y="169"/>
                  </a:cubicBezTo>
                  <a:cubicBezTo>
                    <a:pt x="138" y="171"/>
                    <a:pt x="138" y="171"/>
                    <a:pt x="138" y="171"/>
                  </a:cubicBezTo>
                  <a:cubicBezTo>
                    <a:pt x="135" y="164"/>
                    <a:pt x="144" y="156"/>
                    <a:pt x="149" y="163"/>
                  </a:cubicBezTo>
                  <a:cubicBezTo>
                    <a:pt x="149" y="161"/>
                    <a:pt x="149" y="161"/>
                    <a:pt x="149" y="161"/>
                  </a:cubicBezTo>
                  <a:cubicBezTo>
                    <a:pt x="142" y="152"/>
                    <a:pt x="130" y="126"/>
                    <a:pt x="129" y="111"/>
                  </a:cubicBezTo>
                  <a:cubicBezTo>
                    <a:pt x="128" y="100"/>
                    <a:pt x="142" y="87"/>
                    <a:pt x="145" y="99"/>
                  </a:cubicBezTo>
                  <a:cubicBezTo>
                    <a:pt x="148" y="111"/>
                    <a:pt x="165" y="140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0" y="142"/>
                    <a:pt x="178" y="138"/>
                    <a:pt x="183" y="144"/>
                  </a:cubicBezTo>
                  <a:cubicBezTo>
                    <a:pt x="177" y="137"/>
                    <a:pt x="150" y="89"/>
                    <a:pt x="152" y="80"/>
                  </a:cubicBezTo>
                  <a:cubicBezTo>
                    <a:pt x="155" y="71"/>
                    <a:pt x="165" y="68"/>
                    <a:pt x="170" y="76"/>
                  </a:cubicBezTo>
                  <a:cubicBezTo>
                    <a:pt x="176" y="85"/>
                    <a:pt x="189" y="119"/>
                    <a:pt x="199" y="133"/>
                  </a:cubicBezTo>
                  <a:cubicBezTo>
                    <a:pt x="200" y="134"/>
                    <a:pt x="200" y="134"/>
                    <a:pt x="200" y="134"/>
                  </a:cubicBezTo>
                  <a:cubicBezTo>
                    <a:pt x="199" y="131"/>
                    <a:pt x="198" y="130"/>
                    <a:pt x="205" y="127"/>
                  </a:cubicBezTo>
                  <a:cubicBezTo>
                    <a:pt x="211" y="125"/>
                    <a:pt x="213" y="124"/>
                    <a:pt x="214" y="125"/>
                  </a:cubicBezTo>
                  <a:cubicBezTo>
                    <a:pt x="213" y="124"/>
                    <a:pt x="213" y="121"/>
                    <a:pt x="212" y="116"/>
                  </a:cubicBezTo>
                  <a:cubicBezTo>
                    <a:pt x="210" y="106"/>
                    <a:pt x="210" y="98"/>
                    <a:pt x="214" y="97"/>
                  </a:cubicBezTo>
                  <a:cubicBezTo>
                    <a:pt x="220" y="95"/>
                    <a:pt x="230" y="121"/>
                    <a:pt x="233" y="127"/>
                  </a:cubicBezTo>
                  <a:cubicBezTo>
                    <a:pt x="233" y="125"/>
                    <a:pt x="234" y="123"/>
                    <a:pt x="235" y="121"/>
                  </a:cubicBezTo>
                  <a:cubicBezTo>
                    <a:pt x="236" y="119"/>
                    <a:pt x="238" y="117"/>
                    <a:pt x="240" y="117"/>
                  </a:cubicBezTo>
                  <a:cubicBezTo>
                    <a:pt x="240" y="116"/>
                    <a:pt x="241" y="116"/>
                    <a:pt x="241" y="116"/>
                  </a:cubicBezTo>
                  <a:cubicBezTo>
                    <a:pt x="241" y="116"/>
                    <a:pt x="241" y="116"/>
                    <a:pt x="242" y="116"/>
                  </a:cubicBezTo>
                  <a:cubicBezTo>
                    <a:pt x="242" y="116"/>
                    <a:pt x="242" y="116"/>
                    <a:pt x="242" y="116"/>
                  </a:cubicBezTo>
                  <a:cubicBezTo>
                    <a:pt x="242" y="116"/>
                    <a:pt x="242" y="116"/>
                    <a:pt x="243" y="117"/>
                  </a:cubicBezTo>
                  <a:cubicBezTo>
                    <a:pt x="243" y="117"/>
                    <a:pt x="243" y="117"/>
                    <a:pt x="243" y="117"/>
                  </a:cubicBezTo>
                  <a:cubicBezTo>
                    <a:pt x="243" y="117"/>
                    <a:pt x="243" y="117"/>
                    <a:pt x="243" y="117"/>
                  </a:cubicBezTo>
                  <a:cubicBezTo>
                    <a:pt x="236" y="102"/>
                    <a:pt x="207" y="81"/>
                    <a:pt x="210" y="72"/>
                  </a:cubicBezTo>
                  <a:cubicBezTo>
                    <a:pt x="214" y="62"/>
                    <a:pt x="224" y="66"/>
                    <a:pt x="231" y="71"/>
                  </a:cubicBezTo>
                  <a:cubicBezTo>
                    <a:pt x="237" y="77"/>
                    <a:pt x="250" y="104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ubicBezTo>
                    <a:pt x="255" y="113"/>
                    <a:pt x="256" y="112"/>
                    <a:pt x="258" y="112"/>
                  </a:cubicBezTo>
                  <a:cubicBezTo>
                    <a:pt x="259" y="112"/>
                    <a:pt x="261" y="113"/>
                    <a:pt x="262" y="114"/>
                  </a:cubicBezTo>
                  <a:cubicBezTo>
                    <a:pt x="258" y="104"/>
                    <a:pt x="257" y="98"/>
                    <a:pt x="262" y="97"/>
                  </a:cubicBezTo>
                  <a:cubicBezTo>
                    <a:pt x="266" y="95"/>
                    <a:pt x="273" y="96"/>
                    <a:pt x="284" y="112"/>
                  </a:cubicBezTo>
                  <a:cubicBezTo>
                    <a:pt x="284" y="112"/>
                    <a:pt x="284" y="112"/>
                    <a:pt x="284" y="112"/>
                  </a:cubicBezTo>
                  <a:cubicBezTo>
                    <a:pt x="284" y="112"/>
                    <a:pt x="284" y="112"/>
                    <a:pt x="284" y="112"/>
                  </a:cubicBezTo>
                  <a:cubicBezTo>
                    <a:pt x="288" y="106"/>
                    <a:pt x="297" y="108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295" y="105"/>
                    <a:pt x="260" y="59"/>
                    <a:pt x="271" y="57"/>
                  </a:cubicBezTo>
                  <a:cubicBezTo>
                    <a:pt x="284" y="54"/>
                    <a:pt x="309" y="99"/>
                    <a:pt x="314" y="112"/>
                  </a:cubicBezTo>
                  <a:cubicBezTo>
                    <a:pt x="314" y="112"/>
                    <a:pt x="314" y="112"/>
                    <a:pt x="314" y="112"/>
                  </a:cubicBezTo>
                  <a:cubicBezTo>
                    <a:pt x="314" y="112"/>
                    <a:pt x="314" y="112"/>
                    <a:pt x="314" y="112"/>
                  </a:cubicBezTo>
                  <a:cubicBezTo>
                    <a:pt x="315" y="110"/>
                    <a:pt x="317" y="110"/>
                    <a:pt x="321" y="109"/>
                  </a:cubicBezTo>
                  <a:cubicBezTo>
                    <a:pt x="323" y="109"/>
                    <a:pt x="324" y="110"/>
                    <a:pt x="325" y="110"/>
                  </a:cubicBezTo>
                  <a:cubicBezTo>
                    <a:pt x="316" y="95"/>
                    <a:pt x="314" y="85"/>
                    <a:pt x="323" y="84"/>
                  </a:cubicBezTo>
                  <a:cubicBezTo>
                    <a:pt x="332" y="84"/>
                    <a:pt x="338" y="101"/>
                    <a:pt x="346" y="113"/>
                  </a:cubicBezTo>
                  <a:cubicBezTo>
                    <a:pt x="347" y="115"/>
                    <a:pt x="347" y="115"/>
                    <a:pt x="347" y="115"/>
                  </a:cubicBezTo>
                  <a:cubicBezTo>
                    <a:pt x="348" y="115"/>
                    <a:pt x="349" y="115"/>
                    <a:pt x="349" y="115"/>
                  </a:cubicBezTo>
                  <a:cubicBezTo>
                    <a:pt x="351" y="114"/>
                    <a:pt x="354" y="113"/>
                    <a:pt x="357" y="114"/>
                  </a:cubicBezTo>
                  <a:cubicBezTo>
                    <a:pt x="361" y="114"/>
                    <a:pt x="363" y="116"/>
                    <a:pt x="363" y="118"/>
                  </a:cubicBezTo>
                  <a:cubicBezTo>
                    <a:pt x="363" y="118"/>
                    <a:pt x="363" y="118"/>
                    <a:pt x="363" y="118"/>
                  </a:cubicBezTo>
                  <a:cubicBezTo>
                    <a:pt x="364" y="117"/>
                    <a:pt x="364" y="117"/>
                    <a:pt x="364" y="117"/>
                  </a:cubicBezTo>
                  <a:cubicBezTo>
                    <a:pt x="364" y="117"/>
                    <a:pt x="346" y="97"/>
                    <a:pt x="343" y="87"/>
                  </a:cubicBezTo>
                  <a:cubicBezTo>
                    <a:pt x="340" y="77"/>
                    <a:pt x="358" y="78"/>
                    <a:pt x="371" y="85"/>
                  </a:cubicBezTo>
                  <a:cubicBezTo>
                    <a:pt x="395" y="100"/>
                    <a:pt x="400" y="112"/>
                    <a:pt x="415" y="134"/>
                  </a:cubicBezTo>
                  <a:cubicBezTo>
                    <a:pt x="415" y="134"/>
                    <a:pt x="415" y="134"/>
                    <a:pt x="415" y="134"/>
                  </a:cubicBezTo>
                  <a:cubicBezTo>
                    <a:pt x="415" y="134"/>
                    <a:pt x="415" y="134"/>
                    <a:pt x="415" y="134"/>
                  </a:cubicBezTo>
                  <a:cubicBezTo>
                    <a:pt x="415" y="134"/>
                    <a:pt x="416" y="135"/>
                    <a:pt x="416" y="135"/>
                  </a:cubicBezTo>
                  <a:cubicBezTo>
                    <a:pt x="418" y="133"/>
                    <a:pt x="421" y="133"/>
                    <a:pt x="425" y="135"/>
                  </a:cubicBezTo>
                  <a:cubicBezTo>
                    <a:pt x="427" y="136"/>
                    <a:pt x="429" y="137"/>
                    <a:pt x="430" y="139"/>
                  </a:cubicBezTo>
                  <a:cubicBezTo>
                    <a:pt x="428" y="128"/>
                    <a:pt x="398" y="92"/>
                    <a:pt x="382" y="84"/>
                  </a:cubicBezTo>
                  <a:close/>
                  <a:moveTo>
                    <a:pt x="37" y="255"/>
                  </a:moveTo>
                  <a:cubicBezTo>
                    <a:pt x="31" y="261"/>
                    <a:pt x="20" y="259"/>
                    <a:pt x="17" y="253"/>
                  </a:cubicBezTo>
                  <a:cubicBezTo>
                    <a:pt x="13" y="248"/>
                    <a:pt x="4" y="221"/>
                    <a:pt x="8" y="212"/>
                  </a:cubicBezTo>
                  <a:cubicBezTo>
                    <a:pt x="12" y="203"/>
                    <a:pt x="29" y="232"/>
                    <a:pt x="33" y="234"/>
                  </a:cubicBezTo>
                  <a:cubicBezTo>
                    <a:pt x="44" y="239"/>
                    <a:pt x="42" y="250"/>
                    <a:pt x="37" y="255"/>
                  </a:cubicBezTo>
                  <a:close/>
                  <a:moveTo>
                    <a:pt x="58" y="185"/>
                  </a:moveTo>
                  <a:cubicBezTo>
                    <a:pt x="55" y="191"/>
                    <a:pt x="49" y="194"/>
                    <a:pt x="44" y="202"/>
                  </a:cubicBezTo>
                  <a:cubicBezTo>
                    <a:pt x="40" y="211"/>
                    <a:pt x="36" y="179"/>
                    <a:pt x="39" y="167"/>
                  </a:cubicBezTo>
                  <a:cubicBezTo>
                    <a:pt x="41" y="156"/>
                    <a:pt x="44" y="150"/>
                    <a:pt x="48" y="163"/>
                  </a:cubicBezTo>
                  <a:cubicBezTo>
                    <a:pt x="53" y="177"/>
                    <a:pt x="61" y="179"/>
                    <a:pt x="58" y="185"/>
                  </a:cubicBezTo>
                  <a:close/>
                  <a:moveTo>
                    <a:pt x="102" y="71"/>
                  </a:moveTo>
                  <a:cubicBezTo>
                    <a:pt x="110" y="66"/>
                    <a:pt x="106" y="92"/>
                    <a:pt x="106" y="98"/>
                  </a:cubicBezTo>
                  <a:cubicBezTo>
                    <a:pt x="106" y="104"/>
                    <a:pt x="90" y="95"/>
                    <a:pt x="89" y="87"/>
                  </a:cubicBezTo>
                  <a:cubicBezTo>
                    <a:pt x="89" y="79"/>
                    <a:pt x="98" y="74"/>
                    <a:pt x="102" y="71"/>
                  </a:cubicBezTo>
                  <a:close/>
                  <a:moveTo>
                    <a:pt x="104" y="175"/>
                  </a:moveTo>
                  <a:cubicBezTo>
                    <a:pt x="98" y="173"/>
                    <a:pt x="90" y="155"/>
                    <a:pt x="83" y="144"/>
                  </a:cubicBezTo>
                  <a:cubicBezTo>
                    <a:pt x="76" y="134"/>
                    <a:pt x="76" y="126"/>
                    <a:pt x="77" y="120"/>
                  </a:cubicBezTo>
                  <a:cubicBezTo>
                    <a:pt x="78" y="114"/>
                    <a:pt x="87" y="108"/>
                    <a:pt x="91" y="109"/>
                  </a:cubicBezTo>
                  <a:cubicBezTo>
                    <a:pt x="95" y="109"/>
                    <a:pt x="97" y="127"/>
                    <a:pt x="99" y="136"/>
                  </a:cubicBezTo>
                  <a:cubicBezTo>
                    <a:pt x="101" y="146"/>
                    <a:pt x="111" y="163"/>
                    <a:pt x="112" y="167"/>
                  </a:cubicBezTo>
                  <a:cubicBezTo>
                    <a:pt x="113" y="171"/>
                    <a:pt x="111" y="177"/>
                    <a:pt x="104" y="175"/>
                  </a:cubicBezTo>
                  <a:close/>
                  <a:moveTo>
                    <a:pt x="120" y="129"/>
                  </a:moveTo>
                  <a:cubicBezTo>
                    <a:pt x="114" y="131"/>
                    <a:pt x="111" y="138"/>
                    <a:pt x="107" y="138"/>
                  </a:cubicBezTo>
                  <a:cubicBezTo>
                    <a:pt x="103" y="137"/>
                    <a:pt x="104" y="121"/>
                    <a:pt x="107" y="112"/>
                  </a:cubicBezTo>
                  <a:cubicBezTo>
                    <a:pt x="110" y="103"/>
                    <a:pt x="117" y="96"/>
                    <a:pt x="118" y="104"/>
                  </a:cubicBezTo>
                  <a:cubicBezTo>
                    <a:pt x="119" y="113"/>
                    <a:pt x="127" y="127"/>
                    <a:pt x="120" y="129"/>
                  </a:cubicBezTo>
                  <a:close/>
                  <a:moveTo>
                    <a:pt x="150" y="65"/>
                  </a:moveTo>
                  <a:cubicBezTo>
                    <a:pt x="148" y="71"/>
                    <a:pt x="134" y="90"/>
                    <a:pt x="123" y="90"/>
                  </a:cubicBezTo>
                  <a:cubicBezTo>
                    <a:pt x="111" y="90"/>
                    <a:pt x="108" y="47"/>
                    <a:pt x="111" y="38"/>
                  </a:cubicBezTo>
                  <a:cubicBezTo>
                    <a:pt x="113" y="31"/>
                    <a:pt x="121" y="29"/>
                    <a:pt x="125" y="33"/>
                  </a:cubicBezTo>
                  <a:cubicBezTo>
                    <a:pt x="129" y="37"/>
                    <a:pt x="152" y="59"/>
                    <a:pt x="150" y="65"/>
                  </a:cubicBezTo>
                  <a:close/>
                  <a:moveTo>
                    <a:pt x="198" y="114"/>
                  </a:moveTo>
                  <a:cubicBezTo>
                    <a:pt x="195" y="108"/>
                    <a:pt x="187" y="83"/>
                    <a:pt x="183" y="76"/>
                  </a:cubicBezTo>
                  <a:cubicBezTo>
                    <a:pt x="176" y="66"/>
                    <a:pt x="177" y="60"/>
                    <a:pt x="178" y="55"/>
                  </a:cubicBezTo>
                  <a:cubicBezTo>
                    <a:pt x="178" y="50"/>
                    <a:pt x="189" y="44"/>
                    <a:pt x="195" y="43"/>
                  </a:cubicBezTo>
                  <a:cubicBezTo>
                    <a:pt x="200" y="42"/>
                    <a:pt x="201" y="78"/>
                    <a:pt x="203" y="93"/>
                  </a:cubicBezTo>
                  <a:cubicBezTo>
                    <a:pt x="204" y="98"/>
                    <a:pt x="200" y="118"/>
                    <a:pt x="198" y="114"/>
                  </a:cubicBezTo>
                  <a:close/>
                  <a:moveTo>
                    <a:pt x="220" y="55"/>
                  </a:moveTo>
                  <a:cubicBezTo>
                    <a:pt x="217" y="60"/>
                    <a:pt x="207" y="53"/>
                    <a:pt x="205" y="49"/>
                  </a:cubicBezTo>
                  <a:cubicBezTo>
                    <a:pt x="203" y="44"/>
                    <a:pt x="201" y="33"/>
                    <a:pt x="208" y="30"/>
                  </a:cubicBezTo>
                  <a:cubicBezTo>
                    <a:pt x="215" y="27"/>
                    <a:pt x="240" y="27"/>
                    <a:pt x="240" y="29"/>
                  </a:cubicBezTo>
                  <a:cubicBezTo>
                    <a:pt x="240" y="36"/>
                    <a:pt x="223" y="50"/>
                    <a:pt x="220" y="55"/>
                  </a:cubicBezTo>
                  <a:close/>
                  <a:moveTo>
                    <a:pt x="266" y="87"/>
                  </a:moveTo>
                  <a:cubicBezTo>
                    <a:pt x="260" y="89"/>
                    <a:pt x="231" y="64"/>
                    <a:pt x="232" y="56"/>
                  </a:cubicBezTo>
                  <a:cubicBezTo>
                    <a:pt x="233" y="48"/>
                    <a:pt x="247" y="37"/>
                    <a:pt x="251" y="38"/>
                  </a:cubicBezTo>
                  <a:cubicBezTo>
                    <a:pt x="256" y="39"/>
                    <a:pt x="261" y="58"/>
                    <a:pt x="262" y="64"/>
                  </a:cubicBezTo>
                  <a:cubicBezTo>
                    <a:pt x="263" y="69"/>
                    <a:pt x="272" y="86"/>
                    <a:pt x="266" y="87"/>
                  </a:cubicBezTo>
                  <a:close/>
                  <a:moveTo>
                    <a:pt x="328" y="72"/>
                  </a:moveTo>
                  <a:cubicBezTo>
                    <a:pt x="326" y="78"/>
                    <a:pt x="314" y="82"/>
                    <a:pt x="309" y="82"/>
                  </a:cubicBezTo>
                  <a:cubicBezTo>
                    <a:pt x="305" y="82"/>
                    <a:pt x="299" y="70"/>
                    <a:pt x="294" y="58"/>
                  </a:cubicBezTo>
                  <a:cubicBezTo>
                    <a:pt x="292" y="50"/>
                    <a:pt x="310" y="55"/>
                    <a:pt x="315" y="56"/>
                  </a:cubicBezTo>
                  <a:cubicBezTo>
                    <a:pt x="319" y="57"/>
                    <a:pt x="330" y="66"/>
                    <a:pt x="328" y="72"/>
                  </a:cubicBezTo>
                  <a:close/>
                </a:path>
              </a:pathLst>
            </a:custGeom>
            <a:solidFill>
              <a:srgbClr val="005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4" name="Freeform 1069">
              <a:extLst>
                <a:ext uri="{FF2B5EF4-FFF2-40B4-BE49-F238E27FC236}">
                  <a16:creationId xmlns:a16="http://schemas.microsoft.com/office/drawing/2014/main" id="{515A6675-5D95-4E54-AE61-01D660031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3726"/>
              <a:ext cx="396" cy="275"/>
            </a:xfrm>
            <a:custGeom>
              <a:avLst/>
              <a:gdLst>
                <a:gd name="T0" fmla="*/ 0 w 172"/>
                <a:gd name="T1" fmla="*/ 1525 h 112"/>
                <a:gd name="T2" fmla="*/ 879 w 172"/>
                <a:gd name="T3" fmla="*/ 1466 h 112"/>
                <a:gd name="T4" fmla="*/ 1844 w 172"/>
                <a:gd name="T5" fmla="*/ 530 h 112"/>
                <a:gd name="T6" fmla="*/ 2003 w 172"/>
                <a:gd name="T7" fmla="*/ 236 h 112"/>
                <a:gd name="T8" fmla="*/ 1791 w 172"/>
                <a:gd name="T9" fmla="*/ 265 h 112"/>
                <a:gd name="T10" fmla="*/ 1098 w 172"/>
                <a:gd name="T11" fmla="*/ 530 h 112"/>
                <a:gd name="T12" fmla="*/ 428 w 172"/>
                <a:gd name="T13" fmla="*/ 1213 h 112"/>
                <a:gd name="T14" fmla="*/ 0 w 172"/>
                <a:gd name="T15" fmla="*/ 1525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12">
                  <a:moveTo>
                    <a:pt x="0" y="103"/>
                  </a:moveTo>
                  <a:cubicBezTo>
                    <a:pt x="4" y="112"/>
                    <a:pt x="28" y="107"/>
                    <a:pt x="72" y="99"/>
                  </a:cubicBezTo>
                  <a:cubicBezTo>
                    <a:pt x="115" y="90"/>
                    <a:pt x="136" y="54"/>
                    <a:pt x="151" y="36"/>
                  </a:cubicBezTo>
                  <a:cubicBezTo>
                    <a:pt x="156" y="30"/>
                    <a:pt x="160" y="23"/>
                    <a:pt x="164" y="16"/>
                  </a:cubicBezTo>
                  <a:cubicBezTo>
                    <a:pt x="172" y="0"/>
                    <a:pt x="163" y="1"/>
                    <a:pt x="147" y="18"/>
                  </a:cubicBezTo>
                  <a:cubicBezTo>
                    <a:pt x="130" y="36"/>
                    <a:pt x="122" y="23"/>
                    <a:pt x="90" y="36"/>
                  </a:cubicBezTo>
                  <a:cubicBezTo>
                    <a:pt x="57" y="49"/>
                    <a:pt x="54" y="73"/>
                    <a:pt x="35" y="82"/>
                  </a:cubicBezTo>
                  <a:cubicBezTo>
                    <a:pt x="24" y="87"/>
                    <a:pt x="2" y="96"/>
                    <a:pt x="0" y="103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5" name="Freeform 1070">
              <a:extLst>
                <a:ext uri="{FF2B5EF4-FFF2-40B4-BE49-F238E27FC236}">
                  <a16:creationId xmlns:a16="http://schemas.microsoft.com/office/drawing/2014/main" id="{B17E8F60-40C8-4AB3-8446-713985C30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738"/>
              <a:ext cx="600" cy="277"/>
            </a:xfrm>
            <a:custGeom>
              <a:avLst/>
              <a:gdLst>
                <a:gd name="T0" fmla="*/ 2917 w 261"/>
                <a:gd name="T1" fmla="*/ 1329 h 113"/>
                <a:gd name="T2" fmla="*/ 1860 w 261"/>
                <a:gd name="T3" fmla="*/ 882 h 113"/>
                <a:gd name="T4" fmla="*/ 972 w 261"/>
                <a:gd name="T5" fmla="*/ 498 h 113"/>
                <a:gd name="T6" fmla="*/ 159 w 261"/>
                <a:gd name="T7" fmla="*/ 150 h 113"/>
                <a:gd name="T8" fmla="*/ 354 w 261"/>
                <a:gd name="T9" fmla="*/ 576 h 113"/>
                <a:gd name="T10" fmla="*/ 1237 w 261"/>
                <a:gd name="T11" fmla="*/ 1400 h 113"/>
                <a:gd name="T12" fmla="*/ 2393 w 261"/>
                <a:gd name="T13" fmla="*/ 1544 h 113"/>
                <a:gd name="T14" fmla="*/ 2938 w 261"/>
                <a:gd name="T15" fmla="*/ 1490 h 113"/>
                <a:gd name="T16" fmla="*/ 2917 w 261"/>
                <a:gd name="T17" fmla="*/ 1329 h 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1" h="113">
                  <a:moveTo>
                    <a:pt x="240" y="90"/>
                  </a:moveTo>
                  <a:cubicBezTo>
                    <a:pt x="219" y="94"/>
                    <a:pt x="176" y="78"/>
                    <a:pt x="153" y="60"/>
                  </a:cubicBezTo>
                  <a:cubicBezTo>
                    <a:pt x="130" y="43"/>
                    <a:pt x="108" y="43"/>
                    <a:pt x="80" y="34"/>
                  </a:cubicBezTo>
                  <a:cubicBezTo>
                    <a:pt x="52" y="25"/>
                    <a:pt x="26" y="19"/>
                    <a:pt x="13" y="10"/>
                  </a:cubicBezTo>
                  <a:cubicBezTo>
                    <a:pt x="0" y="0"/>
                    <a:pt x="24" y="34"/>
                    <a:pt x="29" y="39"/>
                  </a:cubicBezTo>
                  <a:cubicBezTo>
                    <a:pt x="47" y="55"/>
                    <a:pt x="72" y="81"/>
                    <a:pt x="102" y="95"/>
                  </a:cubicBezTo>
                  <a:cubicBezTo>
                    <a:pt x="141" y="113"/>
                    <a:pt x="168" y="107"/>
                    <a:pt x="197" y="105"/>
                  </a:cubicBezTo>
                  <a:cubicBezTo>
                    <a:pt x="212" y="104"/>
                    <a:pt x="228" y="103"/>
                    <a:pt x="242" y="101"/>
                  </a:cubicBezTo>
                  <a:cubicBezTo>
                    <a:pt x="255" y="99"/>
                    <a:pt x="261" y="87"/>
                    <a:pt x="240" y="9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6" name="Freeform 1071">
              <a:extLst>
                <a:ext uri="{FF2B5EF4-FFF2-40B4-BE49-F238E27FC236}">
                  <a16:creationId xmlns:a16="http://schemas.microsoft.com/office/drawing/2014/main" id="{16DDB4F1-2029-4633-8BA3-8A554899F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51"/>
              <a:ext cx="206" cy="397"/>
            </a:xfrm>
            <a:custGeom>
              <a:avLst/>
              <a:gdLst>
                <a:gd name="T0" fmla="*/ 1041 w 90"/>
                <a:gd name="T1" fmla="*/ 2323 h 162"/>
                <a:gd name="T2" fmla="*/ 886 w 90"/>
                <a:gd name="T3" fmla="*/ 1916 h 162"/>
                <a:gd name="T4" fmla="*/ 659 w 90"/>
                <a:gd name="T5" fmla="*/ 1250 h 162"/>
                <a:gd name="T6" fmla="*/ 130 w 90"/>
                <a:gd name="T7" fmla="*/ 191 h 162"/>
                <a:gd name="T8" fmla="*/ 37 w 90"/>
                <a:gd name="T9" fmla="*/ 336 h 162"/>
                <a:gd name="T10" fmla="*/ 142 w 90"/>
                <a:gd name="T11" fmla="*/ 1544 h 162"/>
                <a:gd name="T12" fmla="*/ 902 w 90"/>
                <a:gd name="T13" fmla="*/ 2311 h 162"/>
                <a:gd name="T14" fmla="*/ 1041 w 90"/>
                <a:gd name="T15" fmla="*/ 2323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62">
                  <a:moveTo>
                    <a:pt x="87" y="158"/>
                  </a:moveTo>
                  <a:cubicBezTo>
                    <a:pt x="83" y="152"/>
                    <a:pt x="77" y="141"/>
                    <a:pt x="74" y="130"/>
                  </a:cubicBezTo>
                  <a:cubicBezTo>
                    <a:pt x="68" y="113"/>
                    <a:pt x="69" y="96"/>
                    <a:pt x="55" y="85"/>
                  </a:cubicBezTo>
                  <a:cubicBezTo>
                    <a:pt x="29" y="62"/>
                    <a:pt x="16" y="30"/>
                    <a:pt x="11" y="13"/>
                  </a:cubicBezTo>
                  <a:cubicBezTo>
                    <a:pt x="7" y="0"/>
                    <a:pt x="0" y="3"/>
                    <a:pt x="3" y="23"/>
                  </a:cubicBezTo>
                  <a:cubicBezTo>
                    <a:pt x="6" y="43"/>
                    <a:pt x="2" y="71"/>
                    <a:pt x="12" y="105"/>
                  </a:cubicBezTo>
                  <a:cubicBezTo>
                    <a:pt x="19" y="132"/>
                    <a:pt x="50" y="147"/>
                    <a:pt x="75" y="157"/>
                  </a:cubicBezTo>
                  <a:cubicBezTo>
                    <a:pt x="81" y="160"/>
                    <a:pt x="90" y="162"/>
                    <a:pt x="87" y="158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7" name="Freeform 1072">
              <a:extLst>
                <a:ext uri="{FF2B5EF4-FFF2-40B4-BE49-F238E27FC236}">
                  <a16:creationId xmlns:a16="http://schemas.microsoft.com/office/drawing/2014/main" id="{7BDAF055-9A85-47A8-B055-BD9306740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490"/>
              <a:ext cx="791" cy="890"/>
            </a:xfrm>
            <a:custGeom>
              <a:avLst/>
              <a:gdLst>
                <a:gd name="T0" fmla="*/ 3463 w 344"/>
                <a:gd name="T1" fmla="*/ 468 h 363"/>
                <a:gd name="T2" fmla="*/ 4183 w 344"/>
                <a:gd name="T3" fmla="*/ 750 h 363"/>
                <a:gd name="T4" fmla="*/ 4012 w 344"/>
                <a:gd name="T5" fmla="*/ 559 h 363"/>
                <a:gd name="T6" fmla="*/ 2506 w 344"/>
                <a:gd name="T7" fmla="*/ 0 h 363"/>
                <a:gd name="T8" fmla="*/ 0 w 344"/>
                <a:gd name="T9" fmla="*/ 2741 h 363"/>
                <a:gd name="T10" fmla="*/ 1460 w 344"/>
                <a:gd name="T11" fmla="*/ 5350 h 363"/>
                <a:gd name="T12" fmla="*/ 729 w 344"/>
                <a:gd name="T13" fmla="*/ 4202 h 363"/>
                <a:gd name="T14" fmla="*/ 290 w 344"/>
                <a:gd name="T15" fmla="*/ 2741 h 363"/>
                <a:gd name="T16" fmla="*/ 2506 w 344"/>
                <a:gd name="T17" fmla="*/ 306 h 363"/>
                <a:gd name="T18" fmla="*/ 3463 w 344"/>
                <a:gd name="T19" fmla="*/ 456 h 363"/>
                <a:gd name="T20" fmla="*/ 3463 w 344"/>
                <a:gd name="T21" fmla="*/ 468 h 3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4" h="363">
                  <a:moveTo>
                    <a:pt x="285" y="32"/>
                  </a:moveTo>
                  <a:cubicBezTo>
                    <a:pt x="305" y="38"/>
                    <a:pt x="323" y="43"/>
                    <a:pt x="344" y="51"/>
                  </a:cubicBezTo>
                  <a:cubicBezTo>
                    <a:pt x="339" y="46"/>
                    <a:pt x="335" y="43"/>
                    <a:pt x="330" y="38"/>
                  </a:cubicBezTo>
                  <a:cubicBezTo>
                    <a:pt x="298" y="11"/>
                    <a:pt x="254" y="0"/>
                    <a:pt x="206" y="0"/>
                  </a:cubicBezTo>
                  <a:cubicBezTo>
                    <a:pt x="92" y="0"/>
                    <a:pt x="0" y="83"/>
                    <a:pt x="0" y="186"/>
                  </a:cubicBezTo>
                  <a:cubicBezTo>
                    <a:pt x="0" y="264"/>
                    <a:pt x="46" y="335"/>
                    <a:pt x="120" y="363"/>
                  </a:cubicBezTo>
                  <a:cubicBezTo>
                    <a:pt x="108" y="350"/>
                    <a:pt x="63" y="289"/>
                    <a:pt x="60" y="285"/>
                  </a:cubicBezTo>
                  <a:cubicBezTo>
                    <a:pt x="37" y="257"/>
                    <a:pt x="24" y="223"/>
                    <a:pt x="24" y="186"/>
                  </a:cubicBezTo>
                  <a:cubicBezTo>
                    <a:pt x="24" y="95"/>
                    <a:pt x="105" y="21"/>
                    <a:pt x="206" y="21"/>
                  </a:cubicBezTo>
                  <a:cubicBezTo>
                    <a:pt x="250" y="20"/>
                    <a:pt x="276" y="29"/>
                    <a:pt x="285" y="31"/>
                  </a:cubicBezTo>
                  <a:lnTo>
                    <a:pt x="285" y="3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8" name="Freeform 1073">
              <a:extLst>
                <a:ext uri="{FF2B5EF4-FFF2-40B4-BE49-F238E27FC236}">
                  <a16:creationId xmlns:a16="http://schemas.microsoft.com/office/drawing/2014/main" id="{CBA67339-BE94-42A5-8DF5-2D37254CC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720"/>
              <a:ext cx="1115" cy="1506"/>
            </a:xfrm>
            <a:custGeom>
              <a:avLst/>
              <a:gdLst>
                <a:gd name="T0" fmla="*/ 3630 w 485"/>
                <a:gd name="T1" fmla="*/ 0 h 614"/>
                <a:gd name="T2" fmla="*/ 2759 w 485"/>
                <a:gd name="T3" fmla="*/ 547 h 614"/>
                <a:gd name="T4" fmla="*/ 878 w 485"/>
                <a:gd name="T5" fmla="*/ 4327 h 614"/>
                <a:gd name="T6" fmla="*/ 3425 w 485"/>
                <a:gd name="T7" fmla="*/ 9061 h 614"/>
                <a:gd name="T8" fmla="*/ 3340 w 485"/>
                <a:gd name="T9" fmla="*/ 8911 h 614"/>
                <a:gd name="T10" fmla="*/ 2975 w 485"/>
                <a:gd name="T11" fmla="*/ 7496 h 614"/>
                <a:gd name="T12" fmla="*/ 2975 w 485"/>
                <a:gd name="T13" fmla="*/ 7375 h 614"/>
                <a:gd name="T14" fmla="*/ 5481 w 485"/>
                <a:gd name="T15" fmla="*/ 4633 h 614"/>
                <a:gd name="T16" fmla="*/ 5892 w 485"/>
                <a:gd name="T17" fmla="*/ 4663 h 614"/>
                <a:gd name="T18" fmla="*/ 2527 w 485"/>
                <a:gd name="T19" fmla="*/ 3574 h 614"/>
                <a:gd name="T20" fmla="*/ 2759 w 485"/>
                <a:gd name="T21" fmla="*/ 986 h 614"/>
                <a:gd name="T22" fmla="*/ 3805 w 485"/>
                <a:gd name="T23" fmla="*/ 0 h 6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5" h="614">
                  <a:moveTo>
                    <a:pt x="299" y="0"/>
                  </a:moveTo>
                  <a:cubicBezTo>
                    <a:pt x="293" y="22"/>
                    <a:pt x="277" y="33"/>
                    <a:pt x="227" y="37"/>
                  </a:cubicBezTo>
                  <a:cubicBezTo>
                    <a:pt x="28" y="48"/>
                    <a:pt x="0" y="159"/>
                    <a:pt x="72" y="293"/>
                  </a:cubicBezTo>
                  <a:cubicBezTo>
                    <a:pt x="115" y="374"/>
                    <a:pt x="178" y="490"/>
                    <a:pt x="282" y="614"/>
                  </a:cubicBezTo>
                  <a:cubicBezTo>
                    <a:pt x="279" y="611"/>
                    <a:pt x="277" y="607"/>
                    <a:pt x="275" y="604"/>
                  </a:cubicBezTo>
                  <a:cubicBezTo>
                    <a:pt x="256" y="576"/>
                    <a:pt x="246" y="543"/>
                    <a:pt x="245" y="508"/>
                  </a:cubicBezTo>
                  <a:cubicBezTo>
                    <a:pt x="245" y="505"/>
                    <a:pt x="245" y="503"/>
                    <a:pt x="245" y="500"/>
                  </a:cubicBezTo>
                  <a:cubicBezTo>
                    <a:pt x="245" y="397"/>
                    <a:pt x="337" y="314"/>
                    <a:pt x="451" y="314"/>
                  </a:cubicBezTo>
                  <a:cubicBezTo>
                    <a:pt x="463" y="314"/>
                    <a:pt x="474" y="314"/>
                    <a:pt x="485" y="316"/>
                  </a:cubicBezTo>
                  <a:cubicBezTo>
                    <a:pt x="383" y="299"/>
                    <a:pt x="274" y="275"/>
                    <a:pt x="208" y="242"/>
                  </a:cubicBezTo>
                  <a:cubicBezTo>
                    <a:pt x="57" y="158"/>
                    <a:pt x="118" y="77"/>
                    <a:pt x="227" y="67"/>
                  </a:cubicBezTo>
                  <a:cubicBezTo>
                    <a:pt x="315" y="59"/>
                    <a:pt x="312" y="20"/>
                    <a:pt x="31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9" name="Freeform 1074">
              <a:extLst>
                <a:ext uri="{FF2B5EF4-FFF2-40B4-BE49-F238E27FC236}">
                  <a16:creationId xmlns:a16="http://schemas.microsoft.com/office/drawing/2014/main" id="{2C80483A-03D5-4B84-8526-C35716D8E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588"/>
              <a:ext cx="223" cy="128"/>
            </a:xfrm>
            <a:custGeom>
              <a:avLst/>
              <a:gdLst>
                <a:gd name="T0" fmla="*/ 280 w 97"/>
                <a:gd name="T1" fmla="*/ 734 h 52"/>
                <a:gd name="T2" fmla="*/ 582 w 97"/>
                <a:gd name="T3" fmla="*/ 613 h 52"/>
                <a:gd name="T4" fmla="*/ 756 w 97"/>
                <a:gd name="T5" fmla="*/ 569 h 52"/>
                <a:gd name="T6" fmla="*/ 862 w 97"/>
                <a:gd name="T7" fmla="*/ 734 h 52"/>
                <a:gd name="T8" fmla="*/ 1000 w 97"/>
                <a:gd name="T9" fmla="*/ 418 h 52"/>
                <a:gd name="T10" fmla="*/ 1046 w 97"/>
                <a:gd name="T11" fmla="*/ 121 h 52"/>
                <a:gd name="T12" fmla="*/ 720 w 97"/>
                <a:gd name="T13" fmla="*/ 194 h 52"/>
                <a:gd name="T14" fmla="*/ 366 w 97"/>
                <a:gd name="T15" fmla="*/ 315 h 52"/>
                <a:gd name="T16" fmla="*/ 74 w 97"/>
                <a:gd name="T17" fmla="*/ 539 h 52"/>
                <a:gd name="T18" fmla="*/ 280 w 97"/>
                <a:gd name="T19" fmla="*/ 734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52">
                  <a:moveTo>
                    <a:pt x="23" y="49"/>
                  </a:moveTo>
                  <a:cubicBezTo>
                    <a:pt x="34" y="51"/>
                    <a:pt x="40" y="44"/>
                    <a:pt x="48" y="41"/>
                  </a:cubicBezTo>
                  <a:cubicBezTo>
                    <a:pt x="52" y="40"/>
                    <a:pt x="58" y="37"/>
                    <a:pt x="62" y="38"/>
                  </a:cubicBezTo>
                  <a:cubicBezTo>
                    <a:pt x="66" y="40"/>
                    <a:pt x="66" y="49"/>
                    <a:pt x="71" y="49"/>
                  </a:cubicBezTo>
                  <a:cubicBezTo>
                    <a:pt x="84" y="52"/>
                    <a:pt x="79" y="33"/>
                    <a:pt x="82" y="28"/>
                  </a:cubicBezTo>
                  <a:cubicBezTo>
                    <a:pt x="86" y="20"/>
                    <a:pt x="97" y="19"/>
                    <a:pt x="86" y="8"/>
                  </a:cubicBezTo>
                  <a:cubicBezTo>
                    <a:pt x="76" y="0"/>
                    <a:pt x="68" y="9"/>
                    <a:pt x="59" y="13"/>
                  </a:cubicBezTo>
                  <a:cubicBezTo>
                    <a:pt x="49" y="19"/>
                    <a:pt x="40" y="20"/>
                    <a:pt x="30" y="21"/>
                  </a:cubicBezTo>
                  <a:cubicBezTo>
                    <a:pt x="20" y="23"/>
                    <a:pt x="10" y="25"/>
                    <a:pt x="6" y="36"/>
                  </a:cubicBezTo>
                  <a:cubicBezTo>
                    <a:pt x="0" y="48"/>
                    <a:pt x="10" y="48"/>
                    <a:pt x="23" y="4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0" name="Freeform 1075">
              <a:extLst>
                <a:ext uri="{FF2B5EF4-FFF2-40B4-BE49-F238E27FC236}">
                  <a16:creationId xmlns:a16="http://schemas.microsoft.com/office/drawing/2014/main" id="{80F5854D-FA12-48E5-B2DA-AFF23E0D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723"/>
              <a:ext cx="157" cy="228"/>
            </a:xfrm>
            <a:custGeom>
              <a:avLst/>
              <a:gdLst>
                <a:gd name="T0" fmla="*/ 725 w 68"/>
                <a:gd name="T1" fmla="*/ 162 h 93"/>
                <a:gd name="T2" fmla="*/ 762 w 68"/>
                <a:gd name="T3" fmla="*/ 576 h 93"/>
                <a:gd name="T4" fmla="*/ 489 w 68"/>
                <a:gd name="T5" fmla="*/ 762 h 93"/>
                <a:gd name="T6" fmla="*/ 367 w 68"/>
                <a:gd name="T7" fmla="*/ 1064 h 93"/>
                <a:gd name="T8" fmla="*/ 208 w 68"/>
                <a:gd name="T9" fmla="*/ 1250 h 93"/>
                <a:gd name="T10" fmla="*/ 358 w 68"/>
                <a:gd name="T11" fmla="*/ 559 h 93"/>
                <a:gd name="T12" fmla="*/ 453 w 68"/>
                <a:gd name="T13" fmla="*/ 91 h 93"/>
                <a:gd name="T14" fmla="*/ 725 w 68"/>
                <a:gd name="T15" fmla="*/ 162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3">
                  <a:moveTo>
                    <a:pt x="59" y="11"/>
                  </a:moveTo>
                  <a:cubicBezTo>
                    <a:pt x="59" y="21"/>
                    <a:pt x="68" y="31"/>
                    <a:pt x="62" y="39"/>
                  </a:cubicBezTo>
                  <a:cubicBezTo>
                    <a:pt x="56" y="46"/>
                    <a:pt x="46" y="46"/>
                    <a:pt x="40" y="52"/>
                  </a:cubicBezTo>
                  <a:cubicBezTo>
                    <a:pt x="34" y="58"/>
                    <a:pt x="31" y="65"/>
                    <a:pt x="30" y="72"/>
                  </a:cubicBezTo>
                  <a:cubicBezTo>
                    <a:pt x="28" y="80"/>
                    <a:pt x="29" y="93"/>
                    <a:pt x="17" y="85"/>
                  </a:cubicBezTo>
                  <a:cubicBezTo>
                    <a:pt x="0" y="72"/>
                    <a:pt x="26" y="51"/>
                    <a:pt x="29" y="38"/>
                  </a:cubicBezTo>
                  <a:cubicBezTo>
                    <a:pt x="31" y="27"/>
                    <a:pt x="26" y="14"/>
                    <a:pt x="37" y="6"/>
                  </a:cubicBezTo>
                  <a:cubicBezTo>
                    <a:pt x="43" y="2"/>
                    <a:pt x="59" y="0"/>
                    <a:pt x="59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1" name="Freeform 1076">
              <a:extLst>
                <a:ext uri="{FF2B5EF4-FFF2-40B4-BE49-F238E27FC236}">
                  <a16:creationId xmlns:a16="http://schemas.microsoft.com/office/drawing/2014/main" id="{FB7C0B9D-85AD-4116-BCB6-DCFF5A9F6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554"/>
              <a:ext cx="260" cy="157"/>
            </a:xfrm>
            <a:custGeom>
              <a:avLst/>
              <a:gdLst>
                <a:gd name="T0" fmla="*/ 186 w 113"/>
                <a:gd name="T1" fmla="*/ 692 h 64"/>
                <a:gd name="T2" fmla="*/ 476 w 113"/>
                <a:gd name="T3" fmla="*/ 841 h 64"/>
                <a:gd name="T4" fmla="*/ 757 w 113"/>
                <a:gd name="T5" fmla="*/ 770 h 64"/>
                <a:gd name="T6" fmla="*/ 1022 w 113"/>
                <a:gd name="T7" fmla="*/ 368 h 64"/>
                <a:gd name="T8" fmla="*/ 1245 w 113"/>
                <a:gd name="T9" fmla="*/ 120 h 64"/>
                <a:gd name="T10" fmla="*/ 948 w 113"/>
                <a:gd name="T11" fmla="*/ 91 h 64"/>
                <a:gd name="T12" fmla="*/ 619 w 113"/>
                <a:gd name="T13" fmla="*/ 132 h 64"/>
                <a:gd name="T14" fmla="*/ 186 w 113"/>
                <a:gd name="T15" fmla="*/ 68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64">
                  <a:moveTo>
                    <a:pt x="15" y="47"/>
                  </a:moveTo>
                  <a:cubicBezTo>
                    <a:pt x="17" y="61"/>
                    <a:pt x="30" y="56"/>
                    <a:pt x="39" y="57"/>
                  </a:cubicBezTo>
                  <a:cubicBezTo>
                    <a:pt x="50" y="58"/>
                    <a:pt x="53" y="64"/>
                    <a:pt x="62" y="52"/>
                  </a:cubicBezTo>
                  <a:cubicBezTo>
                    <a:pt x="69" y="42"/>
                    <a:pt x="70" y="30"/>
                    <a:pt x="84" y="25"/>
                  </a:cubicBezTo>
                  <a:cubicBezTo>
                    <a:pt x="90" y="23"/>
                    <a:pt x="113" y="21"/>
                    <a:pt x="102" y="8"/>
                  </a:cubicBezTo>
                  <a:cubicBezTo>
                    <a:pt x="97" y="0"/>
                    <a:pt x="85" y="5"/>
                    <a:pt x="78" y="6"/>
                  </a:cubicBezTo>
                  <a:cubicBezTo>
                    <a:pt x="68" y="9"/>
                    <a:pt x="61" y="9"/>
                    <a:pt x="51" y="9"/>
                  </a:cubicBezTo>
                  <a:cubicBezTo>
                    <a:pt x="34" y="10"/>
                    <a:pt x="0" y="25"/>
                    <a:pt x="15" y="4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2" name="Freeform 1077">
              <a:extLst>
                <a:ext uri="{FF2B5EF4-FFF2-40B4-BE49-F238E27FC236}">
                  <a16:creationId xmlns:a16="http://schemas.microsoft.com/office/drawing/2014/main" id="{97F322BB-2FA0-4B19-931A-1EC571E61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539"/>
              <a:ext cx="970" cy="942"/>
            </a:xfrm>
            <a:custGeom>
              <a:avLst/>
              <a:gdLst>
                <a:gd name="T0" fmla="*/ 3873 w 422"/>
                <a:gd name="T1" fmla="*/ 446 h 384"/>
                <a:gd name="T2" fmla="*/ 3889 w 422"/>
                <a:gd name="T3" fmla="*/ 456 h 384"/>
                <a:gd name="T4" fmla="*/ 3170 w 422"/>
                <a:gd name="T5" fmla="*/ 174 h 384"/>
                <a:gd name="T6" fmla="*/ 3170 w 422"/>
                <a:gd name="T7" fmla="*/ 162 h 384"/>
                <a:gd name="T8" fmla="*/ 2209 w 422"/>
                <a:gd name="T9" fmla="*/ 12 h 384"/>
                <a:gd name="T10" fmla="*/ 0 w 422"/>
                <a:gd name="T11" fmla="*/ 2448 h 384"/>
                <a:gd name="T12" fmla="*/ 439 w 422"/>
                <a:gd name="T13" fmla="*/ 3913 h 384"/>
                <a:gd name="T14" fmla="*/ 1168 w 422"/>
                <a:gd name="T15" fmla="*/ 5061 h 384"/>
                <a:gd name="T16" fmla="*/ 1600 w 422"/>
                <a:gd name="T17" fmla="*/ 5669 h 384"/>
                <a:gd name="T18" fmla="*/ 1554 w 422"/>
                <a:gd name="T19" fmla="*/ 5578 h 384"/>
                <a:gd name="T20" fmla="*/ 1411 w 422"/>
                <a:gd name="T21" fmla="*/ 5255 h 384"/>
                <a:gd name="T22" fmla="*/ 1411 w 422"/>
                <a:gd name="T23" fmla="*/ 5255 h 384"/>
                <a:gd name="T24" fmla="*/ 1411 w 422"/>
                <a:gd name="T25" fmla="*/ 5255 h 384"/>
                <a:gd name="T26" fmla="*/ 1347 w 422"/>
                <a:gd name="T27" fmla="*/ 5078 h 384"/>
                <a:gd name="T28" fmla="*/ 1338 w 422"/>
                <a:gd name="T29" fmla="*/ 5061 h 384"/>
                <a:gd name="T30" fmla="*/ 1299 w 422"/>
                <a:gd name="T31" fmla="*/ 4887 h 384"/>
                <a:gd name="T32" fmla="*/ 1299 w 422"/>
                <a:gd name="T33" fmla="*/ 4887 h 384"/>
                <a:gd name="T34" fmla="*/ 1103 w 422"/>
                <a:gd name="T35" fmla="*/ 4683 h 384"/>
                <a:gd name="T36" fmla="*/ 972 w 422"/>
                <a:gd name="T37" fmla="*/ 4278 h 384"/>
                <a:gd name="T38" fmla="*/ 1237 w 422"/>
                <a:gd name="T39" fmla="*/ 4560 h 384"/>
                <a:gd name="T40" fmla="*/ 1237 w 422"/>
                <a:gd name="T41" fmla="*/ 4560 h 384"/>
                <a:gd name="T42" fmla="*/ 1216 w 422"/>
                <a:gd name="T43" fmla="*/ 4386 h 384"/>
                <a:gd name="T44" fmla="*/ 1216 w 422"/>
                <a:gd name="T45" fmla="*/ 4357 h 384"/>
                <a:gd name="T46" fmla="*/ 1216 w 422"/>
                <a:gd name="T47" fmla="*/ 4278 h 384"/>
                <a:gd name="T48" fmla="*/ 1204 w 422"/>
                <a:gd name="T49" fmla="*/ 4237 h 384"/>
                <a:gd name="T50" fmla="*/ 1204 w 422"/>
                <a:gd name="T51" fmla="*/ 4175 h 384"/>
                <a:gd name="T52" fmla="*/ 1204 w 422"/>
                <a:gd name="T53" fmla="*/ 4062 h 384"/>
                <a:gd name="T54" fmla="*/ 1204 w 422"/>
                <a:gd name="T55" fmla="*/ 4013 h 384"/>
                <a:gd name="T56" fmla="*/ 1204 w 422"/>
                <a:gd name="T57" fmla="*/ 3942 h 384"/>
                <a:gd name="T58" fmla="*/ 1216 w 422"/>
                <a:gd name="T59" fmla="*/ 3900 h 384"/>
                <a:gd name="T60" fmla="*/ 1216 w 422"/>
                <a:gd name="T61" fmla="*/ 3790 h 384"/>
                <a:gd name="T62" fmla="*/ 1216 w 422"/>
                <a:gd name="T63" fmla="*/ 3780 h 384"/>
                <a:gd name="T64" fmla="*/ 972 w 422"/>
                <a:gd name="T65" fmla="*/ 3363 h 384"/>
                <a:gd name="T66" fmla="*/ 1262 w 422"/>
                <a:gd name="T67" fmla="*/ 2895 h 384"/>
                <a:gd name="T68" fmla="*/ 1384 w 422"/>
                <a:gd name="T69" fmla="*/ 3039 h 384"/>
                <a:gd name="T70" fmla="*/ 1384 w 422"/>
                <a:gd name="T71" fmla="*/ 3039 h 384"/>
                <a:gd name="T72" fmla="*/ 1591 w 422"/>
                <a:gd name="T73" fmla="*/ 2551 h 384"/>
                <a:gd name="T74" fmla="*/ 1421 w 422"/>
                <a:gd name="T75" fmla="*/ 2227 h 384"/>
                <a:gd name="T76" fmla="*/ 1722 w 422"/>
                <a:gd name="T77" fmla="*/ 2154 h 384"/>
                <a:gd name="T78" fmla="*/ 1807 w 422"/>
                <a:gd name="T79" fmla="*/ 2215 h 384"/>
                <a:gd name="T80" fmla="*/ 2002 w 422"/>
                <a:gd name="T81" fmla="*/ 1950 h 384"/>
                <a:gd name="T82" fmla="*/ 1834 w 422"/>
                <a:gd name="T83" fmla="*/ 1391 h 384"/>
                <a:gd name="T84" fmla="*/ 2087 w 422"/>
                <a:gd name="T85" fmla="*/ 1209 h 384"/>
                <a:gd name="T86" fmla="*/ 2551 w 422"/>
                <a:gd name="T87" fmla="*/ 1239 h 384"/>
                <a:gd name="T88" fmla="*/ 2588 w 422"/>
                <a:gd name="T89" fmla="*/ 1420 h 384"/>
                <a:gd name="T90" fmla="*/ 3108 w 422"/>
                <a:gd name="T91" fmla="*/ 1106 h 384"/>
                <a:gd name="T92" fmla="*/ 3096 w 422"/>
                <a:gd name="T93" fmla="*/ 1065 h 384"/>
                <a:gd name="T94" fmla="*/ 3207 w 422"/>
                <a:gd name="T95" fmla="*/ 709 h 384"/>
                <a:gd name="T96" fmla="*/ 3508 w 422"/>
                <a:gd name="T97" fmla="*/ 944 h 384"/>
                <a:gd name="T98" fmla="*/ 3508 w 422"/>
                <a:gd name="T99" fmla="*/ 944 h 384"/>
                <a:gd name="T100" fmla="*/ 3593 w 422"/>
                <a:gd name="T101" fmla="*/ 932 h 384"/>
                <a:gd name="T102" fmla="*/ 3609 w 422"/>
                <a:gd name="T103" fmla="*/ 932 h 384"/>
                <a:gd name="T104" fmla="*/ 3678 w 422"/>
                <a:gd name="T105" fmla="*/ 915 h 384"/>
                <a:gd name="T106" fmla="*/ 3666 w 422"/>
                <a:gd name="T107" fmla="*/ 841 h 384"/>
                <a:gd name="T108" fmla="*/ 4312 w 422"/>
                <a:gd name="T109" fmla="*/ 783 h 384"/>
                <a:gd name="T110" fmla="*/ 4406 w 422"/>
                <a:gd name="T111" fmla="*/ 886 h 384"/>
                <a:gd name="T112" fmla="*/ 4406 w 422"/>
                <a:gd name="T113" fmla="*/ 886 h 384"/>
                <a:gd name="T114" fmla="*/ 4613 w 422"/>
                <a:gd name="T115" fmla="*/ 915 h 384"/>
                <a:gd name="T116" fmla="*/ 4613 w 422"/>
                <a:gd name="T117" fmla="*/ 915 h 384"/>
                <a:gd name="T118" fmla="*/ 5126 w 422"/>
                <a:gd name="T119" fmla="*/ 1094 h 384"/>
                <a:gd name="T120" fmla="*/ 3873 w 422"/>
                <a:gd name="T121" fmla="*/ 446 h 3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2" h="384">
                  <a:moveTo>
                    <a:pt x="319" y="30"/>
                  </a:moveTo>
                  <a:cubicBezTo>
                    <a:pt x="319" y="31"/>
                    <a:pt x="320" y="31"/>
                    <a:pt x="320" y="31"/>
                  </a:cubicBezTo>
                  <a:cubicBezTo>
                    <a:pt x="299" y="23"/>
                    <a:pt x="281" y="18"/>
                    <a:pt x="261" y="12"/>
                  </a:cubicBezTo>
                  <a:cubicBezTo>
                    <a:pt x="261" y="11"/>
                    <a:pt x="261" y="11"/>
                    <a:pt x="261" y="11"/>
                  </a:cubicBezTo>
                  <a:cubicBezTo>
                    <a:pt x="252" y="9"/>
                    <a:pt x="226" y="0"/>
                    <a:pt x="182" y="1"/>
                  </a:cubicBezTo>
                  <a:cubicBezTo>
                    <a:pt x="81" y="1"/>
                    <a:pt x="0" y="75"/>
                    <a:pt x="0" y="166"/>
                  </a:cubicBezTo>
                  <a:cubicBezTo>
                    <a:pt x="0" y="203"/>
                    <a:pt x="13" y="237"/>
                    <a:pt x="36" y="265"/>
                  </a:cubicBezTo>
                  <a:cubicBezTo>
                    <a:pt x="39" y="269"/>
                    <a:pt x="84" y="330"/>
                    <a:pt x="96" y="343"/>
                  </a:cubicBezTo>
                  <a:cubicBezTo>
                    <a:pt x="96" y="343"/>
                    <a:pt x="131" y="383"/>
                    <a:pt x="132" y="384"/>
                  </a:cubicBezTo>
                  <a:cubicBezTo>
                    <a:pt x="131" y="382"/>
                    <a:pt x="129" y="380"/>
                    <a:pt x="128" y="378"/>
                  </a:cubicBezTo>
                  <a:cubicBezTo>
                    <a:pt x="123" y="371"/>
                    <a:pt x="119" y="364"/>
                    <a:pt x="116" y="356"/>
                  </a:cubicBezTo>
                  <a:cubicBezTo>
                    <a:pt x="116" y="356"/>
                    <a:pt x="116" y="356"/>
                    <a:pt x="116" y="356"/>
                  </a:cubicBezTo>
                  <a:cubicBezTo>
                    <a:pt x="116" y="356"/>
                    <a:pt x="116" y="356"/>
                    <a:pt x="116" y="356"/>
                  </a:cubicBezTo>
                  <a:cubicBezTo>
                    <a:pt x="114" y="352"/>
                    <a:pt x="112" y="348"/>
                    <a:pt x="111" y="344"/>
                  </a:cubicBezTo>
                  <a:cubicBezTo>
                    <a:pt x="111" y="344"/>
                    <a:pt x="111" y="343"/>
                    <a:pt x="110" y="343"/>
                  </a:cubicBezTo>
                  <a:cubicBezTo>
                    <a:pt x="109" y="339"/>
                    <a:pt x="108" y="335"/>
                    <a:pt x="107" y="331"/>
                  </a:cubicBezTo>
                  <a:cubicBezTo>
                    <a:pt x="107" y="331"/>
                    <a:pt x="107" y="331"/>
                    <a:pt x="107" y="331"/>
                  </a:cubicBezTo>
                  <a:cubicBezTo>
                    <a:pt x="101" y="326"/>
                    <a:pt x="94" y="321"/>
                    <a:pt x="91" y="317"/>
                  </a:cubicBezTo>
                  <a:cubicBezTo>
                    <a:pt x="87" y="313"/>
                    <a:pt x="73" y="295"/>
                    <a:pt x="80" y="290"/>
                  </a:cubicBezTo>
                  <a:cubicBezTo>
                    <a:pt x="88" y="284"/>
                    <a:pt x="95" y="305"/>
                    <a:pt x="102" y="309"/>
                  </a:cubicBezTo>
                  <a:cubicBezTo>
                    <a:pt x="102" y="309"/>
                    <a:pt x="102" y="309"/>
                    <a:pt x="102" y="309"/>
                  </a:cubicBezTo>
                  <a:cubicBezTo>
                    <a:pt x="101" y="305"/>
                    <a:pt x="101" y="301"/>
                    <a:pt x="100" y="297"/>
                  </a:cubicBezTo>
                  <a:cubicBezTo>
                    <a:pt x="100" y="297"/>
                    <a:pt x="100" y="296"/>
                    <a:pt x="100" y="295"/>
                  </a:cubicBezTo>
                  <a:cubicBezTo>
                    <a:pt x="100" y="294"/>
                    <a:pt x="100" y="292"/>
                    <a:pt x="100" y="290"/>
                  </a:cubicBezTo>
                  <a:cubicBezTo>
                    <a:pt x="99" y="289"/>
                    <a:pt x="99" y="288"/>
                    <a:pt x="99" y="287"/>
                  </a:cubicBezTo>
                  <a:cubicBezTo>
                    <a:pt x="99" y="285"/>
                    <a:pt x="99" y="284"/>
                    <a:pt x="99" y="283"/>
                  </a:cubicBezTo>
                  <a:cubicBezTo>
                    <a:pt x="99" y="280"/>
                    <a:pt x="99" y="278"/>
                    <a:pt x="99" y="275"/>
                  </a:cubicBezTo>
                  <a:cubicBezTo>
                    <a:pt x="99" y="274"/>
                    <a:pt x="99" y="273"/>
                    <a:pt x="99" y="272"/>
                  </a:cubicBezTo>
                  <a:cubicBezTo>
                    <a:pt x="99" y="270"/>
                    <a:pt x="99" y="269"/>
                    <a:pt x="99" y="267"/>
                  </a:cubicBezTo>
                  <a:cubicBezTo>
                    <a:pt x="99" y="266"/>
                    <a:pt x="100" y="265"/>
                    <a:pt x="100" y="264"/>
                  </a:cubicBezTo>
                  <a:cubicBezTo>
                    <a:pt x="100" y="261"/>
                    <a:pt x="100" y="259"/>
                    <a:pt x="100" y="257"/>
                  </a:cubicBezTo>
                  <a:cubicBezTo>
                    <a:pt x="100" y="256"/>
                    <a:pt x="100" y="256"/>
                    <a:pt x="100" y="256"/>
                  </a:cubicBezTo>
                  <a:cubicBezTo>
                    <a:pt x="86" y="251"/>
                    <a:pt x="79" y="246"/>
                    <a:pt x="80" y="228"/>
                  </a:cubicBezTo>
                  <a:cubicBezTo>
                    <a:pt x="81" y="215"/>
                    <a:pt x="87" y="184"/>
                    <a:pt x="104" y="196"/>
                  </a:cubicBezTo>
                  <a:cubicBezTo>
                    <a:pt x="108" y="198"/>
                    <a:pt x="111" y="202"/>
                    <a:pt x="114" y="206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8" y="194"/>
                    <a:pt x="124" y="183"/>
                    <a:pt x="131" y="173"/>
                  </a:cubicBezTo>
                  <a:cubicBezTo>
                    <a:pt x="122" y="166"/>
                    <a:pt x="114" y="158"/>
                    <a:pt x="117" y="151"/>
                  </a:cubicBezTo>
                  <a:cubicBezTo>
                    <a:pt x="124" y="137"/>
                    <a:pt x="135" y="145"/>
                    <a:pt x="142" y="146"/>
                  </a:cubicBezTo>
                  <a:cubicBezTo>
                    <a:pt x="143" y="147"/>
                    <a:pt x="146" y="148"/>
                    <a:pt x="149" y="150"/>
                  </a:cubicBezTo>
                  <a:cubicBezTo>
                    <a:pt x="154" y="144"/>
                    <a:pt x="159" y="138"/>
                    <a:pt x="165" y="132"/>
                  </a:cubicBezTo>
                  <a:cubicBezTo>
                    <a:pt x="162" y="123"/>
                    <a:pt x="154" y="112"/>
                    <a:pt x="151" y="94"/>
                  </a:cubicBezTo>
                  <a:cubicBezTo>
                    <a:pt x="149" y="82"/>
                    <a:pt x="160" y="86"/>
                    <a:pt x="172" y="82"/>
                  </a:cubicBezTo>
                  <a:cubicBezTo>
                    <a:pt x="186" y="78"/>
                    <a:pt x="205" y="72"/>
                    <a:pt x="210" y="84"/>
                  </a:cubicBezTo>
                  <a:cubicBezTo>
                    <a:pt x="212" y="89"/>
                    <a:pt x="212" y="93"/>
                    <a:pt x="213" y="96"/>
                  </a:cubicBezTo>
                  <a:cubicBezTo>
                    <a:pt x="228" y="87"/>
                    <a:pt x="242" y="80"/>
                    <a:pt x="256" y="75"/>
                  </a:cubicBezTo>
                  <a:cubicBezTo>
                    <a:pt x="255" y="74"/>
                    <a:pt x="255" y="73"/>
                    <a:pt x="255" y="72"/>
                  </a:cubicBezTo>
                  <a:cubicBezTo>
                    <a:pt x="249" y="58"/>
                    <a:pt x="246" y="46"/>
                    <a:pt x="264" y="48"/>
                  </a:cubicBezTo>
                  <a:cubicBezTo>
                    <a:pt x="282" y="49"/>
                    <a:pt x="284" y="54"/>
                    <a:pt x="289" y="64"/>
                  </a:cubicBezTo>
                  <a:cubicBezTo>
                    <a:pt x="289" y="64"/>
                    <a:pt x="289" y="64"/>
                    <a:pt x="289" y="64"/>
                  </a:cubicBezTo>
                  <a:cubicBezTo>
                    <a:pt x="291" y="64"/>
                    <a:pt x="294" y="63"/>
                    <a:pt x="296" y="63"/>
                  </a:cubicBezTo>
                  <a:cubicBezTo>
                    <a:pt x="296" y="63"/>
                    <a:pt x="296" y="63"/>
                    <a:pt x="297" y="63"/>
                  </a:cubicBezTo>
                  <a:cubicBezTo>
                    <a:pt x="299" y="62"/>
                    <a:pt x="301" y="62"/>
                    <a:pt x="303" y="62"/>
                  </a:cubicBezTo>
                  <a:cubicBezTo>
                    <a:pt x="303" y="61"/>
                    <a:pt x="301" y="59"/>
                    <a:pt x="302" y="57"/>
                  </a:cubicBezTo>
                  <a:cubicBezTo>
                    <a:pt x="304" y="42"/>
                    <a:pt x="347" y="49"/>
                    <a:pt x="355" y="53"/>
                  </a:cubicBezTo>
                  <a:cubicBezTo>
                    <a:pt x="359" y="55"/>
                    <a:pt x="361" y="57"/>
                    <a:pt x="363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69" y="60"/>
                    <a:pt x="375" y="61"/>
                    <a:pt x="380" y="62"/>
                  </a:cubicBezTo>
                  <a:cubicBezTo>
                    <a:pt x="380" y="62"/>
                    <a:pt x="380" y="62"/>
                    <a:pt x="380" y="62"/>
                  </a:cubicBezTo>
                  <a:cubicBezTo>
                    <a:pt x="386" y="63"/>
                    <a:pt x="410" y="68"/>
                    <a:pt x="422" y="74"/>
                  </a:cubicBezTo>
                  <a:cubicBezTo>
                    <a:pt x="394" y="61"/>
                    <a:pt x="346" y="41"/>
                    <a:pt x="319" y="3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3" name="Freeform 1078">
              <a:extLst>
                <a:ext uri="{FF2B5EF4-FFF2-40B4-BE49-F238E27FC236}">
                  <a16:creationId xmlns:a16="http://schemas.microsoft.com/office/drawing/2014/main" id="{09EB1BBC-611B-405F-8AB2-4B1DCC128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720"/>
              <a:ext cx="104" cy="86"/>
            </a:xfrm>
            <a:custGeom>
              <a:avLst/>
              <a:gdLst>
                <a:gd name="T0" fmla="*/ 122 w 45"/>
                <a:gd name="T1" fmla="*/ 506 h 35"/>
                <a:gd name="T2" fmla="*/ 545 w 45"/>
                <a:gd name="T3" fmla="*/ 265 h 35"/>
                <a:gd name="T4" fmla="*/ 529 w 45"/>
                <a:gd name="T5" fmla="*/ 12 h 35"/>
                <a:gd name="T6" fmla="*/ 0 w 45"/>
                <a:gd name="T7" fmla="*/ 327 h 35"/>
                <a:gd name="T8" fmla="*/ 0 w 45"/>
                <a:gd name="T9" fmla="*/ 327 h 35"/>
                <a:gd name="T10" fmla="*/ 122 w 45"/>
                <a:gd name="T11" fmla="*/ 50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5">
                  <a:moveTo>
                    <a:pt x="10" y="34"/>
                  </a:moveTo>
                  <a:cubicBezTo>
                    <a:pt x="22" y="27"/>
                    <a:pt x="33" y="22"/>
                    <a:pt x="44" y="18"/>
                  </a:cubicBezTo>
                  <a:cubicBezTo>
                    <a:pt x="45" y="17"/>
                    <a:pt x="43" y="0"/>
                    <a:pt x="43" y="1"/>
                  </a:cubicBezTo>
                  <a:cubicBezTo>
                    <a:pt x="29" y="6"/>
                    <a:pt x="15" y="13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9"/>
                    <a:pt x="9" y="35"/>
                    <a:pt x="10" y="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4" name="Freeform 1079">
              <a:extLst>
                <a:ext uri="{FF2B5EF4-FFF2-40B4-BE49-F238E27FC236}">
                  <a16:creationId xmlns:a16="http://schemas.microsoft.com/office/drawing/2014/main" id="{18C7EFC9-29D2-4161-B21E-91F7B9380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963"/>
              <a:ext cx="64" cy="96"/>
            </a:xfrm>
            <a:custGeom>
              <a:avLst/>
              <a:gdLst>
                <a:gd name="T0" fmla="*/ 203 w 28"/>
                <a:gd name="T1" fmla="*/ 0 h 39"/>
                <a:gd name="T2" fmla="*/ 0 w 28"/>
                <a:gd name="T3" fmla="*/ 490 h 39"/>
                <a:gd name="T4" fmla="*/ 178 w 28"/>
                <a:gd name="T5" fmla="*/ 569 h 39"/>
                <a:gd name="T6" fmla="*/ 325 w 28"/>
                <a:gd name="T7" fmla="*/ 207 h 39"/>
                <a:gd name="T8" fmla="*/ 203 w 28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9">
                  <a:moveTo>
                    <a:pt x="17" y="0"/>
                  </a:moveTo>
                  <a:cubicBezTo>
                    <a:pt x="10" y="10"/>
                    <a:pt x="4" y="21"/>
                    <a:pt x="0" y="33"/>
                  </a:cubicBezTo>
                  <a:cubicBezTo>
                    <a:pt x="0" y="33"/>
                    <a:pt x="14" y="39"/>
                    <a:pt x="15" y="38"/>
                  </a:cubicBezTo>
                  <a:cubicBezTo>
                    <a:pt x="18" y="29"/>
                    <a:pt x="22" y="22"/>
                    <a:pt x="27" y="14"/>
                  </a:cubicBezTo>
                  <a:cubicBezTo>
                    <a:pt x="28" y="12"/>
                    <a:pt x="23" y="6"/>
                    <a:pt x="1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5" name="Freeform 1080">
              <a:extLst>
                <a:ext uri="{FF2B5EF4-FFF2-40B4-BE49-F238E27FC236}">
                  <a16:creationId xmlns:a16="http://schemas.microsoft.com/office/drawing/2014/main" id="{EDF118DA-9757-43F3-9AFF-567DC285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868"/>
              <a:ext cx="136" cy="117"/>
            </a:xfrm>
            <a:custGeom>
              <a:avLst/>
              <a:gdLst>
                <a:gd name="T0" fmla="*/ 207 w 59"/>
                <a:gd name="T1" fmla="*/ 12 h 48"/>
                <a:gd name="T2" fmla="*/ 0 w 59"/>
                <a:gd name="T3" fmla="*/ 244 h 48"/>
                <a:gd name="T4" fmla="*/ 37 w 59"/>
                <a:gd name="T5" fmla="*/ 505 h 48"/>
                <a:gd name="T6" fmla="*/ 196 w 59"/>
                <a:gd name="T7" fmla="*/ 683 h 48"/>
                <a:gd name="T8" fmla="*/ 318 w 59"/>
                <a:gd name="T9" fmla="*/ 665 h 48"/>
                <a:gd name="T10" fmla="*/ 516 w 59"/>
                <a:gd name="T11" fmla="*/ 665 h 48"/>
                <a:gd name="T12" fmla="*/ 712 w 59"/>
                <a:gd name="T13" fmla="*/ 607 h 48"/>
                <a:gd name="T14" fmla="*/ 553 w 59"/>
                <a:gd name="T15" fmla="*/ 405 h 48"/>
                <a:gd name="T16" fmla="*/ 415 w 59"/>
                <a:gd name="T17" fmla="*/ 173 h 48"/>
                <a:gd name="T18" fmla="*/ 207 w 59"/>
                <a:gd name="T19" fmla="*/ 12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48">
                  <a:moveTo>
                    <a:pt x="17" y="1"/>
                  </a:moveTo>
                  <a:cubicBezTo>
                    <a:pt x="9" y="3"/>
                    <a:pt x="0" y="8"/>
                    <a:pt x="0" y="17"/>
                  </a:cubicBezTo>
                  <a:cubicBezTo>
                    <a:pt x="0" y="22"/>
                    <a:pt x="1" y="31"/>
                    <a:pt x="3" y="35"/>
                  </a:cubicBezTo>
                  <a:cubicBezTo>
                    <a:pt x="5" y="38"/>
                    <a:pt x="13" y="46"/>
                    <a:pt x="16" y="47"/>
                  </a:cubicBezTo>
                  <a:cubicBezTo>
                    <a:pt x="19" y="48"/>
                    <a:pt x="23" y="47"/>
                    <a:pt x="26" y="46"/>
                  </a:cubicBezTo>
                  <a:cubicBezTo>
                    <a:pt x="31" y="46"/>
                    <a:pt x="37" y="45"/>
                    <a:pt x="42" y="46"/>
                  </a:cubicBezTo>
                  <a:cubicBezTo>
                    <a:pt x="46" y="46"/>
                    <a:pt x="57" y="48"/>
                    <a:pt x="58" y="42"/>
                  </a:cubicBezTo>
                  <a:cubicBezTo>
                    <a:pt x="59" y="37"/>
                    <a:pt x="48" y="30"/>
                    <a:pt x="45" y="28"/>
                  </a:cubicBezTo>
                  <a:cubicBezTo>
                    <a:pt x="38" y="24"/>
                    <a:pt x="38" y="18"/>
                    <a:pt x="34" y="12"/>
                  </a:cubicBezTo>
                  <a:cubicBezTo>
                    <a:pt x="30" y="6"/>
                    <a:pt x="28" y="0"/>
                    <a:pt x="17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6" name="Freeform 1081">
              <a:extLst>
                <a:ext uri="{FF2B5EF4-FFF2-40B4-BE49-F238E27FC236}">
                  <a16:creationId xmlns:a16="http://schemas.microsoft.com/office/drawing/2014/main" id="{E0132590-6C5D-435E-A747-E89EDBF4C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561"/>
              <a:ext cx="212" cy="76"/>
            </a:xfrm>
            <a:custGeom>
              <a:avLst/>
              <a:gdLst>
                <a:gd name="T0" fmla="*/ 843 w 92"/>
                <a:gd name="T1" fmla="*/ 306 h 31"/>
                <a:gd name="T2" fmla="*/ 855 w 92"/>
                <a:gd name="T3" fmla="*/ 324 h 31"/>
                <a:gd name="T4" fmla="*/ 134 w 92"/>
                <a:gd name="T5" fmla="*/ 42 h 31"/>
                <a:gd name="T6" fmla="*/ 134 w 92"/>
                <a:gd name="T7" fmla="*/ 29 h 31"/>
                <a:gd name="T8" fmla="*/ 12 w 92"/>
                <a:gd name="T9" fmla="*/ 0 h 31"/>
                <a:gd name="T10" fmla="*/ 12 w 92"/>
                <a:gd name="T11" fmla="*/ 132 h 31"/>
                <a:gd name="T12" fmla="*/ 207 w 92"/>
                <a:gd name="T13" fmla="*/ 253 h 31"/>
                <a:gd name="T14" fmla="*/ 318 w 92"/>
                <a:gd name="T15" fmla="*/ 306 h 31"/>
                <a:gd name="T16" fmla="*/ 366 w 92"/>
                <a:gd name="T17" fmla="*/ 397 h 31"/>
                <a:gd name="T18" fmla="*/ 574 w 92"/>
                <a:gd name="T19" fmla="*/ 397 h 31"/>
                <a:gd name="T20" fmla="*/ 1127 w 92"/>
                <a:gd name="T21" fmla="*/ 456 h 31"/>
                <a:gd name="T22" fmla="*/ 843 w 92"/>
                <a:gd name="T23" fmla="*/ 30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31">
                  <a:moveTo>
                    <a:pt x="69" y="21"/>
                  </a:moveTo>
                  <a:cubicBezTo>
                    <a:pt x="69" y="22"/>
                    <a:pt x="70" y="22"/>
                    <a:pt x="70" y="22"/>
                  </a:cubicBezTo>
                  <a:cubicBezTo>
                    <a:pt x="49" y="14"/>
                    <a:pt x="31" y="9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2"/>
                    <a:pt x="6" y="1"/>
                    <a:pt x="1" y="0"/>
                  </a:cubicBezTo>
                  <a:cubicBezTo>
                    <a:pt x="1" y="3"/>
                    <a:pt x="0" y="6"/>
                    <a:pt x="1" y="9"/>
                  </a:cubicBezTo>
                  <a:cubicBezTo>
                    <a:pt x="3" y="16"/>
                    <a:pt x="11" y="16"/>
                    <a:pt x="17" y="17"/>
                  </a:cubicBezTo>
                  <a:cubicBezTo>
                    <a:pt x="20" y="18"/>
                    <a:pt x="23" y="19"/>
                    <a:pt x="26" y="21"/>
                  </a:cubicBezTo>
                  <a:cubicBezTo>
                    <a:pt x="28" y="22"/>
                    <a:pt x="28" y="25"/>
                    <a:pt x="30" y="27"/>
                  </a:cubicBezTo>
                  <a:cubicBezTo>
                    <a:pt x="35" y="30"/>
                    <a:pt x="42" y="27"/>
                    <a:pt x="47" y="27"/>
                  </a:cubicBezTo>
                  <a:cubicBezTo>
                    <a:pt x="62" y="27"/>
                    <a:pt x="77" y="31"/>
                    <a:pt x="92" y="31"/>
                  </a:cubicBezTo>
                  <a:cubicBezTo>
                    <a:pt x="83" y="27"/>
                    <a:pt x="76" y="24"/>
                    <a:pt x="69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7" name="Freeform 1082">
              <a:extLst>
                <a:ext uri="{FF2B5EF4-FFF2-40B4-BE49-F238E27FC236}">
                  <a16:creationId xmlns:a16="http://schemas.microsoft.com/office/drawing/2014/main" id="{749BC1B0-BEBF-4B65-A7A3-D4B6DB818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542"/>
              <a:ext cx="97" cy="31"/>
            </a:xfrm>
            <a:custGeom>
              <a:avLst/>
              <a:gdLst>
                <a:gd name="T0" fmla="*/ 245 w 42"/>
                <a:gd name="T1" fmla="*/ 165 h 13"/>
                <a:gd name="T2" fmla="*/ 517 w 42"/>
                <a:gd name="T3" fmla="*/ 41 h 13"/>
                <a:gd name="T4" fmla="*/ 0 w 42"/>
                <a:gd name="T5" fmla="*/ 0 h 13"/>
                <a:gd name="T6" fmla="*/ 0 w 42"/>
                <a:gd name="T7" fmla="*/ 0 h 13"/>
                <a:gd name="T8" fmla="*/ 245 w 42"/>
                <a:gd name="T9" fmla="*/ 1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">
                  <a:moveTo>
                    <a:pt x="20" y="12"/>
                  </a:moveTo>
                  <a:cubicBezTo>
                    <a:pt x="27" y="11"/>
                    <a:pt x="42" y="13"/>
                    <a:pt x="42" y="3"/>
                  </a:cubicBezTo>
                  <a:cubicBezTo>
                    <a:pt x="31" y="2"/>
                    <a:pt x="17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10"/>
                    <a:pt x="7" y="13"/>
                    <a:pt x="20" y="1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8" name="Freeform 1083">
              <a:extLst>
                <a:ext uri="{FF2B5EF4-FFF2-40B4-BE49-F238E27FC236}">
                  <a16:creationId xmlns:a16="http://schemas.microsoft.com/office/drawing/2014/main" id="{F8F86986-1A0A-44A4-B03F-DC6143D64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782"/>
              <a:ext cx="163" cy="98"/>
            </a:xfrm>
            <a:custGeom>
              <a:avLst/>
              <a:gdLst>
                <a:gd name="T0" fmla="*/ 505 w 71"/>
                <a:gd name="T1" fmla="*/ 336 h 40"/>
                <a:gd name="T2" fmla="*/ 748 w 71"/>
                <a:gd name="T3" fmla="*/ 456 h 40"/>
                <a:gd name="T4" fmla="*/ 764 w 71"/>
                <a:gd name="T5" fmla="*/ 61 h 40"/>
                <a:gd name="T6" fmla="*/ 542 w 71"/>
                <a:gd name="T7" fmla="*/ 42 h 40"/>
                <a:gd name="T8" fmla="*/ 301 w 71"/>
                <a:gd name="T9" fmla="*/ 12 h 40"/>
                <a:gd name="T10" fmla="*/ 48 w 71"/>
                <a:gd name="T11" fmla="*/ 103 h 40"/>
                <a:gd name="T12" fmla="*/ 0 w 71"/>
                <a:gd name="T13" fmla="*/ 282 h 40"/>
                <a:gd name="T14" fmla="*/ 207 w 71"/>
                <a:gd name="T15" fmla="*/ 174 h 40"/>
                <a:gd name="T16" fmla="*/ 505 w 71"/>
                <a:gd name="T17" fmla="*/ 336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40">
                  <a:moveTo>
                    <a:pt x="42" y="23"/>
                  </a:moveTo>
                  <a:cubicBezTo>
                    <a:pt x="48" y="30"/>
                    <a:pt x="52" y="40"/>
                    <a:pt x="62" y="31"/>
                  </a:cubicBezTo>
                  <a:cubicBezTo>
                    <a:pt x="69" y="25"/>
                    <a:pt x="71" y="10"/>
                    <a:pt x="63" y="4"/>
                  </a:cubicBezTo>
                  <a:cubicBezTo>
                    <a:pt x="57" y="0"/>
                    <a:pt x="52" y="2"/>
                    <a:pt x="45" y="3"/>
                  </a:cubicBezTo>
                  <a:cubicBezTo>
                    <a:pt x="37" y="4"/>
                    <a:pt x="32" y="1"/>
                    <a:pt x="25" y="1"/>
                  </a:cubicBezTo>
                  <a:cubicBezTo>
                    <a:pt x="18" y="1"/>
                    <a:pt x="11" y="3"/>
                    <a:pt x="4" y="7"/>
                  </a:cubicBezTo>
                  <a:cubicBezTo>
                    <a:pt x="3" y="11"/>
                    <a:pt x="1" y="15"/>
                    <a:pt x="0" y="19"/>
                  </a:cubicBezTo>
                  <a:cubicBezTo>
                    <a:pt x="5" y="16"/>
                    <a:pt x="10" y="13"/>
                    <a:pt x="17" y="12"/>
                  </a:cubicBezTo>
                  <a:cubicBezTo>
                    <a:pt x="27" y="12"/>
                    <a:pt x="36" y="16"/>
                    <a:pt x="42" y="2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9" name="Freeform 1084">
              <a:extLst>
                <a:ext uri="{FF2B5EF4-FFF2-40B4-BE49-F238E27FC236}">
                  <a16:creationId xmlns:a16="http://schemas.microsoft.com/office/drawing/2014/main" id="{A9284F3D-C4A7-4509-B8F4-A143DE266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635"/>
              <a:ext cx="113" cy="132"/>
            </a:xfrm>
            <a:custGeom>
              <a:avLst/>
              <a:gdLst>
                <a:gd name="T0" fmla="*/ 28 w 49"/>
                <a:gd name="T1" fmla="*/ 364 h 54"/>
                <a:gd name="T2" fmla="*/ 74 w 49"/>
                <a:gd name="T3" fmla="*/ 526 h 54"/>
                <a:gd name="T4" fmla="*/ 281 w 49"/>
                <a:gd name="T5" fmla="*/ 567 h 54"/>
                <a:gd name="T6" fmla="*/ 404 w 49"/>
                <a:gd name="T7" fmla="*/ 670 h 54"/>
                <a:gd name="T8" fmla="*/ 505 w 49"/>
                <a:gd name="T9" fmla="*/ 777 h 54"/>
                <a:gd name="T10" fmla="*/ 574 w 49"/>
                <a:gd name="T11" fmla="*/ 435 h 54"/>
                <a:gd name="T12" fmla="*/ 404 w 49"/>
                <a:gd name="T13" fmla="*/ 232 h 54"/>
                <a:gd name="T14" fmla="*/ 346 w 49"/>
                <a:gd name="T15" fmla="*/ 0 h 54"/>
                <a:gd name="T16" fmla="*/ 28 w 49"/>
                <a:gd name="T17" fmla="*/ 364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4">
                  <a:moveTo>
                    <a:pt x="2" y="25"/>
                  </a:moveTo>
                  <a:cubicBezTo>
                    <a:pt x="0" y="29"/>
                    <a:pt x="1" y="33"/>
                    <a:pt x="6" y="36"/>
                  </a:cubicBezTo>
                  <a:cubicBezTo>
                    <a:pt x="10" y="38"/>
                    <a:pt x="18" y="37"/>
                    <a:pt x="23" y="39"/>
                  </a:cubicBezTo>
                  <a:cubicBezTo>
                    <a:pt x="27" y="41"/>
                    <a:pt x="30" y="42"/>
                    <a:pt x="33" y="46"/>
                  </a:cubicBezTo>
                  <a:cubicBezTo>
                    <a:pt x="36" y="49"/>
                    <a:pt x="35" y="54"/>
                    <a:pt x="41" y="53"/>
                  </a:cubicBezTo>
                  <a:cubicBezTo>
                    <a:pt x="49" y="52"/>
                    <a:pt x="49" y="36"/>
                    <a:pt x="47" y="30"/>
                  </a:cubicBezTo>
                  <a:cubicBezTo>
                    <a:pt x="44" y="25"/>
                    <a:pt x="36" y="22"/>
                    <a:pt x="33" y="16"/>
                  </a:cubicBezTo>
                  <a:cubicBezTo>
                    <a:pt x="30" y="11"/>
                    <a:pt x="29" y="5"/>
                    <a:pt x="28" y="0"/>
                  </a:cubicBezTo>
                  <a:cubicBezTo>
                    <a:pt x="18" y="8"/>
                    <a:pt x="9" y="16"/>
                    <a:pt x="2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0" name="Freeform 1085">
              <a:extLst>
                <a:ext uri="{FF2B5EF4-FFF2-40B4-BE49-F238E27FC236}">
                  <a16:creationId xmlns:a16="http://schemas.microsoft.com/office/drawing/2014/main" id="{2BEF0A55-89C5-4492-B041-A9E0C8EA7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993"/>
              <a:ext cx="161" cy="213"/>
            </a:xfrm>
            <a:custGeom>
              <a:avLst/>
              <a:gdLst>
                <a:gd name="T0" fmla="*/ 757 w 70"/>
                <a:gd name="T1" fmla="*/ 1276 h 87"/>
                <a:gd name="T2" fmla="*/ 842 w 70"/>
                <a:gd name="T3" fmla="*/ 1085 h 87"/>
                <a:gd name="T4" fmla="*/ 704 w 70"/>
                <a:gd name="T5" fmla="*/ 558 h 87"/>
                <a:gd name="T6" fmla="*/ 793 w 70"/>
                <a:gd name="T7" fmla="*/ 306 h 87"/>
                <a:gd name="T8" fmla="*/ 646 w 70"/>
                <a:gd name="T9" fmla="*/ 191 h 87"/>
                <a:gd name="T10" fmla="*/ 412 w 70"/>
                <a:gd name="T11" fmla="*/ 282 h 87"/>
                <a:gd name="T12" fmla="*/ 253 w 70"/>
                <a:gd name="T13" fmla="*/ 191 h 87"/>
                <a:gd name="T14" fmla="*/ 64 w 70"/>
                <a:gd name="T15" fmla="*/ 29 h 87"/>
                <a:gd name="T16" fmla="*/ 48 w 70"/>
                <a:gd name="T17" fmla="*/ 144 h 87"/>
                <a:gd name="T18" fmla="*/ 147 w 70"/>
                <a:gd name="T19" fmla="*/ 306 h 87"/>
                <a:gd name="T20" fmla="*/ 253 w 70"/>
                <a:gd name="T21" fmla="*/ 546 h 87"/>
                <a:gd name="T22" fmla="*/ 290 w 70"/>
                <a:gd name="T23" fmla="*/ 732 h 87"/>
                <a:gd name="T24" fmla="*/ 412 w 70"/>
                <a:gd name="T25" fmla="*/ 894 h 87"/>
                <a:gd name="T26" fmla="*/ 534 w 70"/>
                <a:gd name="T27" fmla="*/ 1134 h 87"/>
                <a:gd name="T28" fmla="*/ 757 w 70"/>
                <a:gd name="T29" fmla="*/ 1276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0" h="87">
                  <a:moveTo>
                    <a:pt x="62" y="87"/>
                  </a:moveTo>
                  <a:cubicBezTo>
                    <a:pt x="69" y="87"/>
                    <a:pt x="70" y="79"/>
                    <a:pt x="69" y="74"/>
                  </a:cubicBezTo>
                  <a:cubicBezTo>
                    <a:pt x="67" y="62"/>
                    <a:pt x="55" y="50"/>
                    <a:pt x="58" y="38"/>
                  </a:cubicBezTo>
                  <a:cubicBezTo>
                    <a:pt x="60" y="32"/>
                    <a:pt x="65" y="27"/>
                    <a:pt x="65" y="21"/>
                  </a:cubicBezTo>
                  <a:cubicBezTo>
                    <a:pt x="64" y="14"/>
                    <a:pt x="59" y="11"/>
                    <a:pt x="53" y="13"/>
                  </a:cubicBezTo>
                  <a:cubicBezTo>
                    <a:pt x="47" y="16"/>
                    <a:pt x="42" y="20"/>
                    <a:pt x="34" y="19"/>
                  </a:cubicBezTo>
                  <a:cubicBezTo>
                    <a:pt x="29" y="19"/>
                    <a:pt x="25" y="15"/>
                    <a:pt x="21" y="13"/>
                  </a:cubicBezTo>
                  <a:cubicBezTo>
                    <a:pt x="16" y="10"/>
                    <a:pt x="10" y="3"/>
                    <a:pt x="5" y="2"/>
                  </a:cubicBezTo>
                  <a:cubicBezTo>
                    <a:pt x="0" y="0"/>
                    <a:pt x="3" y="6"/>
                    <a:pt x="4" y="10"/>
                  </a:cubicBezTo>
                  <a:cubicBezTo>
                    <a:pt x="6" y="15"/>
                    <a:pt x="8" y="17"/>
                    <a:pt x="12" y="21"/>
                  </a:cubicBezTo>
                  <a:cubicBezTo>
                    <a:pt x="16" y="25"/>
                    <a:pt x="19" y="31"/>
                    <a:pt x="21" y="37"/>
                  </a:cubicBezTo>
                  <a:cubicBezTo>
                    <a:pt x="22" y="41"/>
                    <a:pt x="22" y="45"/>
                    <a:pt x="24" y="50"/>
                  </a:cubicBezTo>
                  <a:cubicBezTo>
                    <a:pt x="27" y="54"/>
                    <a:pt x="30" y="58"/>
                    <a:pt x="34" y="61"/>
                  </a:cubicBezTo>
                  <a:cubicBezTo>
                    <a:pt x="37" y="64"/>
                    <a:pt x="42" y="73"/>
                    <a:pt x="44" y="77"/>
                  </a:cubicBezTo>
                  <a:cubicBezTo>
                    <a:pt x="46" y="79"/>
                    <a:pt x="55" y="87"/>
                    <a:pt x="62" y="8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1" name="Freeform 1086">
              <a:extLst>
                <a:ext uri="{FF2B5EF4-FFF2-40B4-BE49-F238E27FC236}">
                  <a16:creationId xmlns:a16="http://schemas.microsoft.com/office/drawing/2014/main" id="{0E4C2F2F-A4BD-409E-B1D0-61B7AC5CF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863"/>
              <a:ext cx="58" cy="71"/>
            </a:xfrm>
            <a:custGeom>
              <a:avLst/>
              <a:gdLst>
                <a:gd name="T0" fmla="*/ 200 w 25"/>
                <a:gd name="T1" fmla="*/ 0 h 29"/>
                <a:gd name="T2" fmla="*/ 200 w 25"/>
                <a:gd name="T3" fmla="*/ 0 h 29"/>
                <a:gd name="T4" fmla="*/ 0 w 25"/>
                <a:gd name="T5" fmla="*/ 264 h 29"/>
                <a:gd name="T6" fmla="*/ 0 w 25"/>
                <a:gd name="T7" fmla="*/ 264 h 29"/>
                <a:gd name="T8" fmla="*/ 139 w 25"/>
                <a:gd name="T9" fmla="*/ 414 h 29"/>
                <a:gd name="T10" fmla="*/ 313 w 25"/>
                <a:gd name="T11" fmla="*/ 203 h 29"/>
                <a:gd name="T12" fmla="*/ 200 w 25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9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" y="6"/>
                    <a:pt x="5" y="12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25"/>
                    <a:pt x="11" y="29"/>
                    <a:pt x="11" y="28"/>
                  </a:cubicBezTo>
                  <a:cubicBezTo>
                    <a:pt x="16" y="24"/>
                    <a:pt x="20" y="19"/>
                    <a:pt x="25" y="14"/>
                  </a:cubicBezTo>
                  <a:cubicBezTo>
                    <a:pt x="24" y="11"/>
                    <a:pt x="21" y="4"/>
                    <a:pt x="16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2" name="Freeform 1087">
              <a:extLst>
                <a:ext uri="{FF2B5EF4-FFF2-40B4-BE49-F238E27FC236}">
                  <a16:creationId xmlns:a16="http://schemas.microsoft.com/office/drawing/2014/main" id="{C6E2FADE-2111-4C08-BE49-042BFF572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91"/>
              <a:ext cx="43" cy="47"/>
            </a:xfrm>
            <a:custGeom>
              <a:avLst/>
              <a:gdLst>
                <a:gd name="T0" fmla="*/ 163 w 19"/>
                <a:gd name="T1" fmla="*/ 0 h 19"/>
                <a:gd name="T2" fmla="*/ 11 w 19"/>
                <a:gd name="T3" fmla="*/ 30 h 19"/>
                <a:gd name="T4" fmla="*/ 11 w 19"/>
                <a:gd name="T5" fmla="*/ 287 h 19"/>
                <a:gd name="T6" fmla="*/ 220 w 19"/>
                <a:gd name="T7" fmla="*/ 228 h 19"/>
                <a:gd name="T8" fmla="*/ 163 w 19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4" y="0"/>
                  </a:moveTo>
                  <a:cubicBezTo>
                    <a:pt x="10" y="0"/>
                    <a:pt x="5" y="1"/>
                    <a:pt x="1" y="2"/>
                  </a:cubicBezTo>
                  <a:cubicBezTo>
                    <a:pt x="0" y="9"/>
                    <a:pt x="0" y="15"/>
                    <a:pt x="1" y="19"/>
                  </a:cubicBezTo>
                  <a:cubicBezTo>
                    <a:pt x="7" y="17"/>
                    <a:pt x="13" y="16"/>
                    <a:pt x="19" y="15"/>
                  </a:cubicBezTo>
                  <a:cubicBezTo>
                    <a:pt x="19" y="15"/>
                    <a:pt x="16" y="3"/>
                    <a:pt x="1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3" name="Freeform 1088">
              <a:extLst>
                <a:ext uri="{FF2B5EF4-FFF2-40B4-BE49-F238E27FC236}">
                  <a16:creationId xmlns:a16="http://schemas.microsoft.com/office/drawing/2014/main" id="{CE6B3E5E-D35D-4771-8203-99DE2B43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164"/>
              <a:ext cx="41" cy="140"/>
            </a:xfrm>
            <a:custGeom>
              <a:avLst/>
              <a:gdLst>
                <a:gd name="T0" fmla="*/ 25 w 18"/>
                <a:gd name="T1" fmla="*/ 12 h 57"/>
                <a:gd name="T2" fmla="*/ 48 w 18"/>
                <a:gd name="T3" fmla="*/ 803 h 57"/>
                <a:gd name="T4" fmla="*/ 212 w 18"/>
                <a:gd name="T5" fmla="*/ 784 h 57"/>
                <a:gd name="T6" fmla="*/ 203 w 18"/>
                <a:gd name="T7" fmla="*/ 150 h 57"/>
                <a:gd name="T8" fmla="*/ 25 w 18"/>
                <a:gd name="T9" fmla="*/ 1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7">
                  <a:moveTo>
                    <a:pt x="2" y="1"/>
                  </a:moveTo>
                  <a:cubicBezTo>
                    <a:pt x="0" y="18"/>
                    <a:pt x="1" y="36"/>
                    <a:pt x="4" y="54"/>
                  </a:cubicBezTo>
                  <a:cubicBezTo>
                    <a:pt x="7" y="57"/>
                    <a:pt x="18" y="54"/>
                    <a:pt x="18" y="53"/>
                  </a:cubicBezTo>
                  <a:cubicBezTo>
                    <a:pt x="16" y="39"/>
                    <a:pt x="16" y="24"/>
                    <a:pt x="17" y="10"/>
                  </a:cubicBezTo>
                  <a:cubicBezTo>
                    <a:pt x="18" y="8"/>
                    <a:pt x="9" y="0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4" name="Freeform 1089">
              <a:extLst>
                <a:ext uri="{FF2B5EF4-FFF2-40B4-BE49-F238E27FC236}">
                  <a16:creationId xmlns:a16="http://schemas.microsoft.com/office/drawing/2014/main" id="{884EF6C1-9312-4430-8502-D318E645A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738"/>
              <a:ext cx="103" cy="83"/>
            </a:xfrm>
            <a:custGeom>
              <a:avLst/>
              <a:gdLst>
                <a:gd name="T0" fmla="*/ 373 w 45"/>
                <a:gd name="T1" fmla="*/ 405 h 34"/>
                <a:gd name="T2" fmla="*/ 540 w 45"/>
                <a:gd name="T3" fmla="*/ 496 h 34"/>
                <a:gd name="T4" fmla="*/ 25 w 45"/>
                <a:gd name="T5" fmla="*/ 0 h 34"/>
                <a:gd name="T6" fmla="*/ 0 w 45"/>
                <a:gd name="T7" fmla="*/ 203 h 34"/>
                <a:gd name="T8" fmla="*/ 373 w 45"/>
                <a:gd name="T9" fmla="*/ 40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4">
                  <a:moveTo>
                    <a:pt x="31" y="28"/>
                  </a:moveTo>
                  <a:cubicBezTo>
                    <a:pt x="32" y="29"/>
                    <a:pt x="37" y="31"/>
                    <a:pt x="45" y="34"/>
                  </a:cubicBezTo>
                  <a:cubicBezTo>
                    <a:pt x="40" y="25"/>
                    <a:pt x="23" y="11"/>
                    <a:pt x="2" y="0"/>
                  </a:cubicBezTo>
                  <a:cubicBezTo>
                    <a:pt x="0" y="5"/>
                    <a:pt x="0" y="11"/>
                    <a:pt x="0" y="14"/>
                  </a:cubicBezTo>
                  <a:cubicBezTo>
                    <a:pt x="12" y="19"/>
                    <a:pt x="22" y="24"/>
                    <a:pt x="31" y="2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5" name="Freeform 1090">
              <a:extLst>
                <a:ext uri="{FF2B5EF4-FFF2-40B4-BE49-F238E27FC236}">
                  <a16:creationId xmlns:a16="http://schemas.microsoft.com/office/drawing/2014/main" id="{DEC0B5E9-40A4-4C96-9258-D0BF25E23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1684"/>
              <a:ext cx="142" cy="73"/>
            </a:xfrm>
            <a:custGeom>
              <a:avLst/>
              <a:gdLst>
                <a:gd name="T0" fmla="*/ 48 w 62"/>
                <a:gd name="T1" fmla="*/ 12 h 30"/>
                <a:gd name="T2" fmla="*/ 0 w 62"/>
                <a:gd name="T3" fmla="*/ 0 h 30"/>
                <a:gd name="T4" fmla="*/ 94 w 62"/>
                <a:gd name="T5" fmla="*/ 260 h 30"/>
                <a:gd name="T6" fmla="*/ 240 w 62"/>
                <a:gd name="T7" fmla="*/ 290 h 30"/>
                <a:gd name="T8" fmla="*/ 263 w 62"/>
                <a:gd name="T9" fmla="*/ 290 h 30"/>
                <a:gd name="T10" fmla="*/ 382 w 62"/>
                <a:gd name="T11" fmla="*/ 319 h 30"/>
                <a:gd name="T12" fmla="*/ 410 w 62"/>
                <a:gd name="T13" fmla="*/ 331 h 30"/>
                <a:gd name="T14" fmla="*/ 541 w 62"/>
                <a:gd name="T15" fmla="*/ 372 h 30"/>
                <a:gd name="T16" fmla="*/ 550 w 62"/>
                <a:gd name="T17" fmla="*/ 372 h 30"/>
                <a:gd name="T18" fmla="*/ 671 w 62"/>
                <a:gd name="T19" fmla="*/ 421 h 30"/>
                <a:gd name="T20" fmla="*/ 687 w 62"/>
                <a:gd name="T21" fmla="*/ 433 h 30"/>
                <a:gd name="T22" fmla="*/ 708 w 62"/>
                <a:gd name="T23" fmla="*/ 202 h 30"/>
                <a:gd name="T24" fmla="*/ 419 w 62"/>
                <a:gd name="T25" fmla="*/ 90 h 30"/>
                <a:gd name="T26" fmla="*/ 37 w 62"/>
                <a:gd name="T27" fmla="*/ 12 h 30"/>
                <a:gd name="T28" fmla="*/ 48 w 62"/>
                <a:gd name="T29" fmla="*/ 12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" h="30">
                  <a:moveTo>
                    <a:pt x="4" y="1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6"/>
                    <a:pt x="1" y="17"/>
                    <a:pt x="8" y="18"/>
                  </a:cubicBezTo>
                  <a:cubicBezTo>
                    <a:pt x="12" y="18"/>
                    <a:pt x="16" y="19"/>
                    <a:pt x="20" y="20"/>
                  </a:cubicBezTo>
                  <a:cubicBezTo>
                    <a:pt x="20" y="20"/>
                    <a:pt x="21" y="20"/>
                    <a:pt x="22" y="20"/>
                  </a:cubicBezTo>
                  <a:cubicBezTo>
                    <a:pt x="25" y="21"/>
                    <a:pt x="29" y="22"/>
                    <a:pt x="32" y="22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8" y="24"/>
                    <a:pt x="42" y="25"/>
                    <a:pt x="45" y="26"/>
                  </a:cubicBezTo>
                  <a:cubicBezTo>
                    <a:pt x="45" y="26"/>
                    <a:pt x="46" y="26"/>
                    <a:pt x="46" y="26"/>
                  </a:cubicBezTo>
                  <a:cubicBezTo>
                    <a:pt x="50" y="27"/>
                    <a:pt x="53" y="28"/>
                    <a:pt x="56" y="29"/>
                  </a:cubicBezTo>
                  <a:cubicBezTo>
                    <a:pt x="56" y="29"/>
                    <a:pt x="56" y="29"/>
                    <a:pt x="57" y="30"/>
                  </a:cubicBezTo>
                  <a:cubicBezTo>
                    <a:pt x="59" y="25"/>
                    <a:pt x="62" y="20"/>
                    <a:pt x="59" y="14"/>
                  </a:cubicBezTo>
                  <a:cubicBezTo>
                    <a:pt x="51" y="11"/>
                    <a:pt x="43" y="8"/>
                    <a:pt x="35" y="6"/>
                  </a:cubicBezTo>
                  <a:cubicBezTo>
                    <a:pt x="25" y="4"/>
                    <a:pt x="14" y="2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6" name="Freeform 1091">
              <a:extLst>
                <a:ext uri="{FF2B5EF4-FFF2-40B4-BE49-F238E27FC236}">
                  <a16:creationId xmlns:a16="http://schemas.microsoft.com/office/drawing/2014/main" id="{45EC25CD-333B-4648-9F45-F97D47C8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718"/>
              <a:ext cx="44" cy="54"/>
            </a:xfrm>
            <a:custGeom>
              <a:avLst/>
              <a:gdLst>
                <a:gd name="T0" fmla="*/ 0 w 19"/>
                <a:gd name="T1" fmla="*/ 236 h 22"/>
                <a:gd name="T2" fmla="*/ 199 w 19"/>
                <a:gd name="T3" fmla="*/ 326 h 22"/>
                <a:gd name="T4" fmla="*/ 225 w 19"/>
                <a:gd name="T5" fmla="*/ 120 h 22"/>
                <a:gd name="T6" fmla="*/ 208 w 19"/>
                <a:gd name="T7" fmla="*/ 120 h 22"/>
                <a:gd name="T8" fmla="*/ 37 w 19"/>
                <a:gd name="T9" fmla="*/ 29 h 22"/>
                <a:gd name="T10" fmla="*/ 28 w 19"/>
                <a:gd name="T11" fmla="*/ 29 h 22"/>
                <a:gd name="T12" fmla="*/ 0 w 19"/>
                <a:gd name="T13" fmla="*/ 23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2">
                  <a:moveTo>
                    <a:pt x="0" y="16"/>
                  </a:moveTo>
                  <a:cubicBezTo>
                    <a:pt x="5" y="17"/>
                    <a:pt x="11" y="20"/>
                    <a:pt x="16" y="22"/>
                  </a:cubicBezTo>
                  <a:cubicBezTo>
                    <a:pt x="16" y="19"/>
                    <a:pt x="16" y="13"/>
                    <a:pt x="18" y="8"/>
                  </a:cubicBezTo>
                  <a:cubicBezTo>
                    <a:pt x="19" y="9"/>
                    <a:pt x="17" y="8"/>
                    <a:pt x="17" y="8"/>
                  </a:cubicBezTo>
                  <a:cubicBezTo>
                    <a:pt x="8" y="11"/>
                    <a:pt x="3" y="0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7"/>
                    <a:pt x="2" y="12"/>
                    <a:pt x="0" y="1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7" name="Freeform 1092">
              <a:extLst>
                <a:ext uri="{FF2B5EF4-FFF2-40B4-BE49-F238E27FC236}">
                  <a16:creationId xmlns:a16="http://schemas.microsoft.com/office/drawing/2014/main" id="{6BF5DAA0-8534-4307-9C29-FD54AD260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216"/>
              <a:ext cx="27" cy="44"/>
            </a:xfrm>
            <a:custGeom>
              <a:avLst/>
              <a:gdLst>
                <a:gd name="T0" fmla="*/ 0 w 12"/>
                <a:gd name="T1" fmla="*/ 132 h 18"/>
                <a:gd name="T2" fmla="*/ 101 w 12"/>
                <a:gd name="T3" fmla="*/ 0 h 18"/>
                <a:gd name="T4" fmla="*/ 0 w 12"/>
                <a:gd name="T5" fmla="*/ 13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9"/>
                  </a:moveTo>
                  <a:cubicBezTo>
                    <a:pt x="3" y="11"/>
                    <a:pt x="10" y="11"/>
                    <a:pt x="9" y="0"/>
                  </a:cubicBezTo>
                  <a:cubicBezTo>
                    <a:pt x="12" y="7"/>
                    <a:pt x="8" y="18"/>
                    <a:pt x="0" y="9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8" name="Freeform 1093">
              <a:extLst>
                <a:ext uri="{FF2B5EF4-FFF2-40B4-BE49-F238E27FC236}">
                  <a16:creationId xmlns:a16="http://schemas.microsoft.com/office/drawing/2014/main" id="{473A3CF3-F111-4C9E-B074-6A5E4073B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145"/>
              <a:ext cx="57" cy="41"/>
            </a:xfrm>
            <a:custGeom>
              <a:avLst/>
              <a:gdLst>
                <a:gd name="T0" fmla="*/ 239 w 25"/>
                <a:gd name="T1" fmla="*/ 0 h 17"/>
                <a:gd name="T2" fmla="*/ 178 w 25"/>
                <a:gd name="T3" fmla="*/ 169 h 17"/>
                <a:gd name="T4" fmla="*/ 0 w 25"/>
                <a:gd name="T5" fmla="*/ 128 h 17"/>
                <a:gd name="T6" fmla="*/ 203 w 25"/>
                <a:gd name="T7" fmla="*/ 198 h 17"/>
                <a:gd name="T8" fmla="*/ 239 w 2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20" y="0"/>
                  </a:moveTo>
                  <a:cubicBezTo>
                    <a:pt x="22" y="8"/>
                    <a:pt x="21" y="11"/>
                    <a:pt x="15" y="12"/>
                  </a:cubicBezTo>
                  <a:cubicBezTo>
                    <a:pt x="8" y="13"/>
                    <a:pt x="3" y="13"/>
                    <a:pt x="0" y="9"/>
                  </a:cubicBezTo>
                  <a:cubicBezTo>
                    <a:pt x="4" y="15"/>
                    <a:pt x="8" y="17"/>
                    <a:pt x="17" y="14"/>
                  </a:cubicBezTo>
                  <a:cubicBezTo>
                    <a:pt x="25" y="12"/>
                    <a:pt x="22" y="6"/>
                    <a:pt x="20" y="0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9" name="Freeform 1094">
              <a:extLst>
                <a:ext uri="{FF2B5EF4-FFF2-40B4-BE49-F238E27FC236}">
                  <a16:creationId xmlns:a16="http://schemas.microsoft.com/office/drawing/2014/main" id="{51969A3E-70CC-4D05-9034-C5E8A73F0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260"/>
              <a:ext cx="36" cy="39"/>
            </a:xfrm>
            <a:custGeom>
              <a:avLst/>
              <a:gdLst>
                <a:gd name="T0" fmla="*/ 0 w 16"/>
                <a:gd name="T1" fmla="*/ 132 h 16"/>
                <a:gd name="T2" fmla="*/ 126 w 16"/>
                <a:gd name="T3" fmla="*/ 161 h 16"/>
                <a:gd name="T4" fmla="*/ 137 w 16"/>
                <a:gd name="T5" fmla="*/ 0 h 16"/>
                <a:gd name="T6" fmla="*/ 137 w 16"/>
                <a:gd name="T7" fmla="*/ 202 h 16"/>
                <a:gd name="T8" fmla="*/ 0 w 16"/>
                <a:gd name="T9" fmla="*/ 13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9"/>
                  </a:moveTo>
                  <a:cubicBezTo>
                    <a:pt x="6" y="12"/>
                    <a:pt x="8" y="14"/>
                    <a:pt x="11" y="11"/>
                  </a:cubicBezTo>
                  <a:cubicBezTo>
                    <a:pt x="15" y="9"/>
                    <a:pt x="12" y="0"/>
                    <a:pt x="12" y="0"/>
                  </a:cubicBezTo>
                  <a:cubicBezTo>
                    <a:pt x="16" y="9"/>
                    <a:pt x="15" y="12"/>
                    <a:pt x="12" y="14"/>
                  </a:cubicBezTo>
                  <a:cubicBezTo>
                    <a:pt x="9" y="16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0" name="Freeform 1095">
              <a:extLst>
                <a:ext uri="{FF2B5EF4-FFF2-40B4-BE49-F238E27FC236}">
                  <a16:creationId xmlns:a16="http://schemas.microsoft.com/office/drawing/2014/main" id="{EDE53B2E-D09D-4BC6-98A7-88D2B9084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179"/>
              <a:ext cx="56" cy="47"/>
            </a:xfrm>
            <a:custGeom>
              <a:avLst/>
              <a:gdLst>
                <a:gd name="T0" fmla="*/ 0 w 24"/>
                <a:gd name="T1" fmla="*/ 183 h 19"/>
                <a:gd name="T2" fmla="*/ 152 w 24"/>
                <a:gd name="T3" fmla="*/ 215 h 19"/>
                <a:gd name="T4" fmla="*/ 306 w 24"/>
                <a:gd name="T5" fmla="*/ 0 h 19"/>
                <a:gd name="T6" fmla="*/ 201 w 24"/>
                <a:gd name="T7" fmla="*/ 195 h 19"/>
                <a:gd name="T8" fmla="*/ 77 w 24"/>
                <a:gd name="T9" fmla="*/ 257 h 19"/>
                <a:gd name="T10" fmla="*/ 0 w 24"/>
                <a:gd name="T11" fmla="*/ 18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9">
                  <a:moveTo>
                    <a:pt x="0" y="12"/>
                  </a:moveTo>
                  <a:cubicBezTo>
                    <a:pt x="5" y="16"/>
                    <a:pt x="9" y="17"/>
                    <a:pt x="12" y="14"/>
                  </a:cubicBezTo>
                  <a:cubicBezTo>
                    <a:pt x="15" y="12"/>
                    <a:pt x="16" y="7"/>
                    <a:pt x="24" y="0"/>
                  </a:cubicBezTo>
                  <a:cubicBezTo>
                    <a:pt x="21" y="5"/>
                    <a:pt x="17" y="8"/>
                    <a:pt x="16" y="13"/>
                  </a:cubicBezTo>
                  <a:cubicBezTo>
                    <a:pt x="14" y="17"/>
                    <a:pt x="10" y="19"/>
                    <a:pt x="6" y="17"/>
                  </a:cubicBezTo>
                  <a:cubicBezTo>
                    <a:pt x="2" y="15"/>
                    <a:pt x="0" y="12"/>
                    <a:pt x="0" y="12"/>
                  </a:cubicBezTo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1" name="Freeform 1096">
              <a:extLst>
                <a:ext uri="{FF2B5EF4-FFF2-40B4-BE49-F238E27FC236}">
                  <a16:creationId xmlns:a16="http://schemas.microsoft.com/office/drawing/2014/main" id="{589D148D-82FF-4C2F-AF2C-AEC19E661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083"/>
              <a:ext cx="55" cy="49"/>
            </a:xfrm>
            <a:custGeom>
              <a:avLst/>
              <a:gdLst>
                <a:gd name="T0" fmla="*/ 0 w 24"/>
                <a:gd name="T1" fmla="*/ 252 h 20"/>
                <a:gd name="T2" fmla="*/ 204 w 24"/>
                <a:gd name="T3" fmla="*/ 103 h 20"/>
                <a:gd name="T4" fmla="*/ 289 w 24"/>
                <a:gd name="T5" fmla="*/ 12 h 20"/>
                <a:gd name="T6" fmla="*/ 215 w 24"/>
                <a:gd name="T7" fmla="*/ 149 h 20"/>
                <a:gd name="T8" fmla="*/ 0 w 24"/>
                <a:gd name="T9" fmla="*/ 2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0" y="17"/>
                  </a:moveTo>
                  <a:cubicBezTo>
                    <a:pt x="6" y="18"/>
                    <a:pt x="14" y="11"/>
                    <a:pt x="17" y="7"/>
                  </a:cubicBezTo>
                  <a:cubicBezTo>
                    <a:pt x="20" y="2"/>
                    <a:pt x="21" y="0"/>
                    <a:pt x="24" y="1"/>
                  </a:cubicBezTo>
                  <a:cubicBezTo>
                    <a:pt x="20" y="3"/>
                    <a:pt x="21" y="5"/>
                    <a:pt x="18" y="10"/>
                  </a:cubicBezTo>
                  <a:cubicBezTo>
                    <a:pt x="14" y="15"/>
                    <a:pt x="5" y="20"/>
                    <a:pt x="0" y="17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2" name="Freeform 1097">
              <a:extLst>
                <a:ext uri="{FF2B5EF4-FFF2-40B4-BE49-F238E27FC236}">
                  <a16:creationId xmlns:a16="http://schemas.microsoft.com/office/drawing/2014/main" id="{2DB9DA61-BD51-4A83-9A64-747FA94FC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142"/>
              <a:ext cx="53" cy="27"/>
            </a:xfrm>
            <a:custGeom>
              <a:avLst/>
              <a:gdLst>
                <a:gd name="T0" fmla="*/ 0 w 23"/>
                <a:gd name="T1" fmla="*/ 0 h 11"/>
                <a:gd name="T2" fmla="*/ 150 w 23"/>
                <a:gd name="T3" fmla="*/ 120 h 11"/>
                <a:gd name="T4" fmla="*/ 281 w 23"/>
                <a:gd name="T5" fmla="*/ 0 h 11"/>
                <a:gd name="T6" fmla="*/ 111 w 23"/>
                <a:gd name="T7" fmla="*/ 150 h 11"/>
                <a:gd name="T8" fmla="*/ 0 w 2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0" y="0"/>
                  </a:moveTo>
                  <a:cubicBezTo>
                    <a:pt x="4" y="6"/>
                    <a:pt x="7" y="9"/>
                    <a:pt x="12" y="8"/>
                  </a:cubicBezTo>
                  <a:cubicBezTo>
                    <a:pt x="17" y="7"/>
                    <a:pt x="20" y="4"/>
                    <a:pt x="23" y="0"/>
                  </a:cubicBezTo>
                  <a:cubicBezTo>
                    <a:pt x="20" y="7"/>
                    <a:pt x="15" y="11"/>
                    <a:pt x="9" y="10"/>
                  </a:cubicBezTo>
                  <a:cubicBezTo>
                    <a:pt x="3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3" name="Freeform 1098">
              <a:extLst>
                <a:ext uri="{FF2B5EF4-FFF2-40B4-BE49-F238E27FC236}">
                  <a16:creationId xmlns:a16="http://schemas.microsoft.com/office/drawing/2014/main" id="{A2761363-8884-49FF-BBEF-886985381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177"/>
              <a:ext cx="35" cy="36"/>
            </a:xfrm>
            <a:custGeom>
              <a:avLst/>
              <a:gdLst>
                <a:gd name="T0" fmla="*/ 0 w 15"/>
                <a:gd name="T1" fmla="*/ 127 h 15"/>
                <a:gd name="T2" fmla="*/ 152 w 15"/>
                <a:gd name="T3" fmla="*/ 0 h 15"/>
                <a:gd name="T4" fmla="*/ 0 w 15"/>
                <a:gd name="T5" fmla="*/ 1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9"/>
                  </a:moveTo>
                  <a:cubicBezTo>
                    <a:pt x="5" y="10"/>
                    <a:pt x="14" y="9"/>
                    <a:pt x="12" y="0"/>
                  </a:cubicBezTo>
                  <a:cubicBezTo>
                    <a:pt x="15" y="6"/>
                    <a:pt x="10" y="15"/>
                    <a:pt x="0" y="9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4" name="Freeform 1099">
              <a:extLst>
                <a:ext uri="{FF2B5EF4-FFF2-40B4-BE49-F238E27FC236}">
                  <a16:creationId xmlns:a16="http://schemas.microsoft.com/office/drawing/2014/main" id="{70219312-F839-48F9-AACC-791C29483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257"/>
              <a:ext cx="64" cy="49"/>
            </a:xfrm>
            <a:custGeom>
              <a:avLst/>
              <a:gdLst>
                <a:gd name="T0" fmla="*/ 0 w 28"/>
                <a:gd name="T1" fmla="*/ 203 h 20"/>
                <a:gd name="T2" fmla="*/ 178 w 28"/>
                <a:gd name="T3" fmla="*/ 191 h 20"/>
                <a:gd name="T4" fmla="*/ 334 w 28"/>
                <a:gd name="T5" fmla="*/ 0 h 20"/>
                <a:gd name="T6" fmla="*/ 121 w 28"/>
                <a:gd name="T7" fmla="*/ 265 h 20"/>
                <a:gd name="T8" fmla="*/ 0 w 28"/>
                <a:gd name="T9" fmla="*/ 20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0">
                  <a:moveTo>
                    <a:pt x="0" y="14"/>
                  </a:moveTo>
                  <a:cubicBezTo>
                    <a:pt x="4" y="18"/>
                    <a:pt x="8" y="18"/>
                    <a:pt x="15" y="13"/>
                  </a:cubicBezTo>
                  <a:cubicBezTo>
                    <a:pt x="22" y="8"/>
                    <a:pt x="25" y="3"/>
                    <a:pt x="28" y="0"/>
                  </a:cubicBezTo>
                  <a:cubicBezTo>
                    <a:pt x="24" y="8"/>
                    <a:pt x="15" y="16"/>
                    <a:pt x="10" y="18"/>
                  </a:cubicBezTo>
                  <a:cubicBezTo>
                    <a:pt x="4" y="20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5" name="Freeform 1100">
              <a:extLst>
                <a:ext uri="{FF2B5EF4-FFF2-40B4-BE49-F238E27FC236}">
                  <a16:creationId xmlns:a16="http://schemas.microsoft.com/office/drawing/2014/main" id="{FC882EA2-E37E-43E5-B187-34DA4D512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360"/>
              <a:ext cx="23" cy="35"/>
            </a:xfrm>
            <a:custGeom>
              <a:avLst/>
              <a:gdLst>
                <a:gd name="T0" fmla="*/ 0 w 10"/>
                <a:gd name="T1" fmla="*/ 220 h 14"/>
                <a:gd name="T2" fmla="*/ 85 w 10"/>
                <a:gd name="T3" fmla="*/ 145 h 14"/>
                <a:gd name="T4" fmla="*/ 74 w 10"/>
                <a:gd name="T5" fmla="*/ 0 h 14"/>
                <a:gd name="T6" fmla="*/ 85 w 10"/>
                <a:gd name="T7" fmla="*/ 188 h 14"/>
                <a:gd name="T8" fmla="*/ 0 w 10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4" y="12"/>
                    <a:pt x="6" y="13"/>
                    <a:pt x="7" y="9"/>
                  </a:cubicBezTo>
                  <a:cubicBezTo>
                    <a:pt x="8" y="5"/>
                    <a:pt x="6" y="0"/>
                    <a:pt x="6" y="0"/>
                  </a:cubicBezTo>
                  <a:cubicBezTo>
                    <a:pt x="9" y="9"/>
                    <a:pt x="10" y="10"/>
                    <a:pt x="7" y="12"/>
                  </a:cubicBezTo>
                  <a:cubicBezTo>
                    <a:pt x="5" y="14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6" name="Freeform 1101">
              <a:extLst>
                <a:ext uri="{FF2B5EF4-FFF2-40B4-BE49-F238E27FC236}">
                  <a16:creationId xmlns:a16="http://schemas.microsoft.com/office/drawing/2014/main" id="{3AE82A40-2419-426D-BDE4-C7F6E585D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468"/>
              <a:ext cx="46" cy="44"/>
            </a:xfrm>
            <a:custGeom>
              <a:avLst/>
              <a:gdLst>
                <a:gd name="T0" fmla="*/ 0 w 20"/>
                <a:gd name="T1" fmla="*/ 161 h 18"/>
                <a:gd name="T2" fmla="*/ 170 w 20"/>
                <a:gd name="T3" fmla="*/ 132 h 18"/>
                <a:gd name="T4" fmla="*/ 232 w 20"/>
                <a:gd name="T5" fmla="*/ 0 h 18"/>
                <a:gd name="T6" fmla="*/ 122 w 20"/>
                <a:gd name="T7" fmla="*/ 232 h 18"/>
                <a:gd name="T8" fmla="*/ 0 w 20"/>
                <a:gd name="T9" fmla="*/ 16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0" y="11"/>
                  </a:moveTo>
                  <a:cubicBezTo>
                    <a:pt x="4" y="14"/>
                    <a:pt x="9" y="14"/>
                    <a:pt x="14" y="9"/>
                  </a:cubicBezTo>
                  <a:cubicBezTo>
                    <a:pt x="20" y="5"/>
                    <a:pt x="19" y="0"/>
                    <a:pt x="19" y="0"/>
                  </a:cubicBezTo>
                  <a:cubicBezTo>
                    <a:pt x="20" y="9"/>
                    <a:pt x="15" y="13"/>
                    <a:pt x="10" y="16"/>
                  </a:cubicBezTo>
                  <a:cubicBezTo>
                    <a:pt x="4" y="18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7" name="Freeform 1102">
              <a:extLst>
                <a:ext uri="{FF2B5EF4-FFF2-40B4-BE49-F238E27FC236}">
                  <a16:creationId xmlns:a16="http://schemas.microsoft.com/office/drawing/2014/main" id="{308CAB9F-03BD-4A7A-8F14-51C216B5B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289"/>
              <a:ext cx="30" cy="42"/>
            </a:xfrm>
            <a:custGeom>
              <a:avLst/>
              <a:gdLst>
                <a:gd name="T0" fmla="*/ 0 w 13"/>
                <a:gd name="T1" fmla="*/ 166 h 17"/>
                <a:gd name="T2" fmla="*/ 122 w 13"/>
                <a:gd name="T3" fmla="*/ 166 h 17"/>
                <a:gd name="T4" fmla="*/ 150 w 13"/>
                <a:gd name="T5" fmla="*/ 0 h 17"/>
                <a:gd name="T6" fmla="*/ 134 w 13"/>
                <a:gd name="T7" fmla="*/ 212 h 17"/>
                <a:gd name="T8" fmla="*/ 0 w 13"/>
                <a:gd name="T9" fmla="*/ 16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0" y="11"/>
                  </a:moveTo>
                  <a:cubicBezTo>
                    <a:pt x="6" y="14"/>
                    <a:pt x="8" y="13"/>
                    <a:pt x="10" y="11"/>
                  </a:cubicBezTo>
                  <a:cubicBezTo>
                    <a:pt x="11" y="9"/>
                    <a:pt x="11" y="1"/>
                    <a:pt x="12" y="0"/>
                  </a:cubicBezTo>
                  <a:cubicBezTo>
                    <a:pt x="13" y="8"/>
                    <a:pt x="13" y="11"/>
                    <a:pt x="11" y="14"/>
                  </a:cubicBezTo>
                  <a:cubicBezTo>
                    <a:pt x="8" y="17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8" name="Freeform 1103">
              <a:extLst>
                <a:ext uri="{FF2B5EF4-FFF2-40B4-BE49-F238E27FC236}">
                  <a16:creationId xmlns:a16="http://schemas.microsoft.com/office/drawing/2014/main" id="{A3310BC8-B826-4F2D-98E0-FF01E94ED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292"/>
              <a:ext cx="16" cy="56"/>
            </a:xfrm>
            <a:custGeom>
              <a:avLst/>
              <a:gdLst>
                <a:gd name="T0" fmla="*/ 0 w 7"/>
                <a:gd name="T1" fmla="*/ 331 h 23"/>
                <a:gd name="T2" fmla="*/ 37 w 7"/>
                <a:gd name="T3" fmla="*/ 0 h 23"/>
                <a:gd name="T4" fmla="*/ 0 w 7"/>
                <a:gd name="T5" fmla="*/ 33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3">
                  <a:moveTo>
                    <a:pt x="0" y="23"/>
                  </a:moveTo>
                  <a:cubicBezTo>
                    <a:pt x="3" y="18"/>
                    <a:pt x="4" y="9"/>
                    <a:pt x="3" y="0"/>
                  </a:cubicBezTo>
                  <a:cubicBezTo>
                    <a:pt x="6" y="5"/>
                    <a:pt x="7" y="16"/>
                    <a:pt x="0" y="23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9" name="Freeform 1104">
              <a:extLst>
                <a:ext uri="{FF2B5EF4-FFF2-40B4-BE49-F238E27FC236}">
                  <a16:creationId xmlns:a16="http://schemas.microsoft.com/office/drawing/2014/main" id="{F124DE77-9253-4A4D-934B-951D0ABF7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265"/>
              <a:ext cx="46" cy="19"/>
            </a:xfrm>
            <a:custGeom>
              <a:avLst/>
              <a:gdLst>
                <a:gd name="T0" fmla="*/ 0 w 20"/>
                <a:gd name="T1" fmla="*/ 0 h 8"/>
                <a:gd name="T2" fmla="*/ 85 w 20"/>
                <a:gd name="T3" fmla="*/ 57 h 8"/>
                <a:gd name="T4" fmla="*/ 244 w 20"/>
                <a:gd name="T5" fmla="*/ 12 h 8"/>
                <a:gd name="T6" fmla="*/ 37 w 20"/>
                <a:gd name="T7" fmla="*/ 78 h 8"/>
                <a:gd name="T8" fmla="*/ 0 w 2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3" y="4"/>
                    <a:pt x="3" y="5"/>
                    <a:pt x="7" y="4"/>
                  </a:cubicBezTo>
                  <a:cubicBezTo>
                    <a:pt x="11" y="4"/>
                    <a:pt x="20" y="1"/>
                    <a:pt x="20" y="1"/>
                  </a:cubicBezTo>
                  <a:cubicBezTo>
                    <a:pt x="9" y="8"/>
                    <a:pt x="6" y="7"/>
                    <a:pt x="3" y="6"/>
                  </a:cubicBezTo>
                  <a:cubicBezTo>
                    <a:pt x="0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0" name="Freeform 1105">
              <a:extLst>
                <a:ext uri="{FF2B5EF4-FFF2-40B4-BE49-F238E27FC236}">
                  <a16:creationId xmlns:a16="http://schemas.microsoft.com/office/drawing/2014/main" id="{685E8A13-A11C-4BEA-AFBD-236D03460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584"/>
              <a:ext cx="23" cy="51"/>
            </a:xfrm>
            <a:custGeom>
              <a:avLst/>
              <a:gdLst>
                <a:gd name="T0" fmla="*/ 0 w 10"/>
                <a:gd name="T1" fmla="*/ 301 h 21"/>
                <a:gd name="T2" fmla="*/ 64 w 10"/>
                <a:gd name="T3" fmla="*/ 211 h 21"/>
                <a:gd name="T4" fmla="*/ 28 w 10"/>
                <a:gd name="T5" fmla="*/ 0 h 21"/>
                <a:gd name="T6" fmla="*/ 0 w 10"/>
                <a:gd name="T7" fmla="*/ 30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2" y="21"/>
                    <a:pt x="4" y="19"/>
                    <a:pt x="5" y="15"/>
                  </a:cubicBezTo>
                  <a:cubicBezTo>
                    <a:pt x="5" y="12"/>
                    <a:pt x="4" y="6"/>
                    <a:pt x="2" y="0"/>
                  </a:cubicBezTo>
                  <a:cubicBezTo>
                    <a:pt x="10" y="15"/>
                    <a:pt x="10" y="21"/>
                    <a:pt x="0" y="21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1" name="Freeform 1106">
              <a:extLst>
                <a:ext uri="{FF2B5EF4-FFF2-40B4-BE49-F238E27FC236}">
                  <a16:creationId xmlns:a16="http://schemas.microsoft.com/office/drawing/2014/main" id="{5DD90648-EFD9-42AF-A020-609DA83F4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691"/>
              <a:ext cx="34" cy="32"/>
            </a:xfrm>
            <a:custGeom>
              <a:avLst/>
              <a:gdLst>
                <a:gd name="T0" fmla="*/ 0 w 15"/>
                <a:gd name="T1" fmla="*/ 103 h 13"/>
                <a:gd name="T2" fmla="*/ 175 w 15"/>
                <a:gd name="T3" fmla="*/ 0 h 13"/>
                <a:gd name="T4" fmla="*/ 0 w 15"/>
                <a:gd name="T5" fmla="*/ 10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0" y="7"/>
                  </a:moveTo>
                  <a:cubicBezTo>
                    <a:pt x="7" y="8"/>
                    <a:pt x="12" y="7"/>
                    <a:pt x="15" y="0"/>
                  </a:cubicBezTo>
                  <a:cubicBezTo>
                    <a:pt x="12" y="12"/>
                    <a:pt x="7" y="13"/>
                    <a:pt x="0" y="7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2" name="Freeform 1107">
              <a:extLst>
                <a:ext uri="{FF2B5EF4-FFF2-40B4-BE49-F238E27FC236}">
                  <a16:creationId xmlns:a16="http://schemas.microsoft.com/office/drawing/2014/main" id="{9AEB8CFF-7B59-43AF-B67F-CFC8B1B89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807"/>
              <a:ext cx="21" cy="93"/>
            </a:xfrm>
            <a:custGeom>
              <a:avLst/>
              <a:gdLst>
                <a:gd name="T0" fmla="*/ 49 w 9"/>
                <a:gd name="T1" fmla="*/ 0 h 38"/>
                <a:gd name="T2" fmla="*/ 28 w 9"/>
                <a:gd name="T3" fmla="*/ 232 h 38"/>
                <a:gd name="T4" fmla="*/ 12 w 9"/>
                <a:gd name="T5" fmla="*/ 558 h 38"/>
                <a:gd name="T6" fmla="*/ 86 w 9"/>
                <a:gd name="T7" fmla="*/ 174 h 38"/>
                <a:gd name="T8" fmla="*/ 49 w 9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8">
                  <a:moveTo>
                    <a:pt x="4" y="0"/>
                  </a:moveTo>
                  <a:cubicBezTo>
                    <a:pt x="7" y="6"/>
                    <a:pt x="3" y="9"/>
                    <a:pt x="2" y="16"/>
                  </a:cubicBezTo>
                  <a:cubicBezTo>
                    <a:pt x="0" y="23"/>
                    <a:pt x="0" y="31"/>
                    <a:pt x="1" y="38"/>
                  </a:cubicBezTo>
                  <a:cubicBezTo>
                    <a:pt x="2" y="23"/>
                    <a:pt x="4" y="20"/>
                    <a:pt x="7" y="12"/>
                  </a:cubicBezTo>
                  <a:cubicBezTo>
                    <a:pt x="9" y="4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3" name="Freeform 1108">
              <a:extLst>
                <a:ext uri="{FF2B5EF4-FFF2-40B4-BE49-F238E27FC236}">
                  <a16:creationId xmlns:a16="http://schemas.microsoft.com/office/drawing/2014/main" id="{D17D40F9-E752-476D-9CEE-1BB5C646B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473"/>
              <a:ext cx="21" cy="37"/>
            </a:xfrm>
            <a:custGeom>
              <a:avLst/>
              <a:gdLst>
                <a:gd name="T0" fmla="*/ 0 w 9"/>
                <a:gd name="T1" fmla="*/ 195 h 15"/>
                <a:gd name="T2" fmla="*/ 65 w 9"/>
                <a:gd name="T3" fmla="*/ 0 h 15"/>
                <a:gd name="T4" fmla="*/ 0 w 9"/>
                <a:gd name="T5" fmla="*/ 19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13"/>
                  </a:moveTo>
                  <a:cubicBezTo>
                    <a:pt x="7" y="10"/>
                    <a:pt x="7" y="5"/>
                    <a:pt x="5" y="0"/>
                  </a:cubicBezTo>
                  <a:cubicBezTo>
                    <a:pt x="9" y="6"/>
                    <a:pt x="9" y="15"/>
                    <a:pt x="0" y="13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4" name="Freeform 1109">
              <a:extLst>
                <a:ext uri="{FF2B5EF4-FFF2-40B4-BE49-F238E27FC236}">
                  <a16:creationId xmlns:a16="http://schemas.microsoft.com/office/drawing/2014/main" id="{E06E732A-5BFC-4A8B-AED8-FF8535F7A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392"/>
              <a:ext cx="16" cy="59"/>
            </a:xfrm>
            <a:custGeom>
              <a:avLst/>
              <a:gdLst>
                <a:gd name="T0" fmla="*/ 11 w 7"/>
                <a:gd name="T1" fmla="*/ 356 h 24"/>
                <a:gd name="T2" fmla="*/ 0 w 7"/>
                <a:gd name="T3" fmla="*/ 0 h 24"/>
                <a:gd name="T4" fmla="*/ 11 w 7"/>
                <a:gd name="T5" fmla="*/ 3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4">
                  <a:moveTo>
                    <a:pt x="1" y="24"/>
                  </a:moveTo>
                  <a:cubicBezTo>
                    <a:pt x="4" y="15"/>
                    <a:pt x="5" y="13"/>
                    <a:pt x="0" y="0"/>
                  </a:cubicBezTo>
                  <a:cubicBezTo>
                    <a:pt x="7" y="9"/>
                    <a:pt x="7" y="16"/>
                    <a:pt x="1" y="24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5" name="Freeform 1110">
              <a:extLst>
                <a:ext uri="{FF2B5EF4-FFF2-40B4-BE49-F238E27FC236}">
                  <a16:creationId xmlns:a16="http://schemas.microsoft.com/office/drawing/2014/main" id="{4FACEE60-94AE-4603-83DB-87CB2974C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142"/>
              <a:ext cx="16" cy="79"/>
            </a:xfrm>
            <a:custGeom>
              <a:avLst/>
              <a:gdLst>
                <a:gd name="T0" fmla="*/ 73 w 7"/>
                <a:gd name="T1" fmla="*/ 0 h 32"/>
                <a:gd name="T2" fmla="*/ 25 w 7"/>
                <a:gd name="T3" fmla="*/ 153 h 32"/>
                <a:gd name="T4" fmla="*/ 0 w 7"/>
                <a:gd name="T5" fmla="*/ 481 h 32"/>
                <a:gd name="T6" fmla="*/ 57 w 7"/>
                <a:gd name="T7" fmla="*/ 183 h 32"/>
                <a:gd name="T8" fmla="*/ 73 w 7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2">
                  <a:moveTo>
                    <a:pt x="6" y="0"/>
                  </a:moveTo>
                  <a:cubicBezTo>
                    <a:pt x="1" y="4"/>
                    <a:pt x="0" y="5"/>
                    <a:pt x="2" y="10"/>
                  </a:cubicBezTo>
                  <a:cubicBezTo>
                    <a:pt x="3" y="15"/>
                    <a:pt x="7" y="23"/>
                    <a:pt x="0" y="32"/>
                  </a:cubicBezTo>
                  <a:cubicBezTo>
                    <a:pt x="7" y="26"/>
                    <a:pt x="6" y="18"/>
                    <a:pt x="5" y="12"/>
                  </a:cubicBezTo>
                  <a:cubicBezTo>
                    <a:pt x="4" y="6"/>
                    <a:pt x="3" y="2"/>
                    <a:pt x="6" y="0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6" name="Freeform 1111">
              <a:extLst>
                <a:ext uri="{FF2B5EF4-FFF2-40B4-BE49-F238E27FC236}">
                  <a16:creationId xmlns:a16="http://schemas.microsoft.com/office/drawing/2014/main" id="{0E039A07-D491-4D66-9B47-038FA4758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321"/>
              <a:ext cx="32" cy="57"/>
            </a:xfrm>
            <a:custGeom>
              <a:avLst/>
              <a:gdLst>
                <a:gd name="T0" fmla="*/ 0 w 14"/>
                <a:gd name="T1" fmla="*/ 0 h 23"/>
                <a:gd name="T2" fmla="*/ 73 w 14"/>
                <a:gd name="T3" fmla="*/ 166 h 23"/>
                <a:gd name="T4" fmla="*/ 167 w 14"/>
                <a:gd name="T5" fmla="*/ 74 h 23"/>
                <a:gd name="T6" fmla="*/ 0 w 14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1" y="9"/>
                    <a:pt x="3" y="12"/>
                    <a:pt x="6" y="11"/>
                  </a:cubicBezTo>
                  <a:cubicBezTo>
                    <a:pt x="10" y="9"/>
                    <a:pt x="14" y="5"/>
                    <a:pt x="14" y="5"/>
                  </a:cubicBezTo>
                  <a:cubicBezTo>
                    <a:pt x="7" y="14"/>
                    <a:pt x="0" y="23"/>
                    <a:pt x="0" y="0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7" name="Freeform 1112">
              <a:extLst>
                <a:ext uri="{FF2B5EF4-FFF2-40B4-BE49-F238E27FC236}">
                  <a16:creationId xmlns:a16="http://schemas.microsoft.com/office/drawing/2014/main" id="{C5E30E42-6A09-4C3A-B039-B4D660DE1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527"/>
              <a:ext cx="21" cy="93"/>
            </a:xfrm>
            <a:custGeom>
              <a:avLst/>
              <a:gdLst>
                <a:gd name="T0" fmla="*/ 114 w 9"/>
                <a:gd name="T1" fmla="*/ 191 h 38"/>
                <a:gd name="T2" fmla="*/ 37 w 9"/>
                <a:gd name="T3" fmla="*/ 29 h 38"/>
                <a:gd name="T4" fmla="*/ 0 w 9"/>
                <a:gd name="T5" fmla="*/ 558 h 38"/>
                <a:gd name="T6" fmla="*/ 65 w 9"/>
                <a:gd name="T7" fmla="*/ 162 h 38"/>
                <a:gd name="T8" fmla="*/ 114 w 9"/>
                <a:gd name="T9" fmla="*/ 19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8">
                  <a:moveTo>
                    <a:pt x="9" y="13"/>
                  </a:moveTo>
                  <a:cubicBezTo>
                    <a:pt x="5" y="8"/>
                    <a:pt x="4" y="0"/>
                    <a:pt x="3" y="2"/>
                  </a:cubicBezTo>
                  <a:cubicBezTo>
                    <a:pt x="3" y="5"/>
                    <a:pt x="0" y="20"/>
                    <a:pt x="0" y="38"/>
                  </a:cubicBezTo>
                  <a:cubicBezTo>
                    <a:pt x="1" y="21"/>
                    <a:pt x="3" y="9"/>
                    <a:pt x="5" y="11"/>
                  </a:cubicBezTo>
                  <a:cubicBezTo>
                    <a:pt x="7" y="12"/>
                    <a:pt x="9" y="13"/>
                    <a:pt x="9" y="13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8" name="Freeform 1113">
              <a:extLst>
                <a:ext uri="{FF2B5EF4-FFF2-40B4-BE49-F238E27FC236}">
                  <a16:creationId xmlns:a16="http://schemas.microsoft.com/office/drawing/2014/main" id="{56B56FDE-1BCB-4B7C-A043-6F4C799C5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419"/>
              <a:ext cx="12" cy="27"/>
            </a:xfrm>
            <a:custGeom>
              <a:avLst/>
              <a:gdLst>
                <a:gd name="T0" fmla="*/ 70 w 5"/>
                <a:gd name="T1" fmla="*/ 103 h 11"/>
                <a:gd name="T2" fmla="*/ 0 w 5"/>
                <a:gd name="T3" fmla="*/ 162 h 11"/>
                <a:gd name="T4" fmla="*/ 70 w 5"/>
                <a:gd name="T5" fmla="*/ 10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7"/>
                  </a:moveTo>
                  <a:cubicBezTo>
                    <a:pt x="3" y="2"/>
                    <a:pt x="2" y="0"/>
                    <a:pt x="0" y="11"/>
                  </a:cubicBezTo>
                  <a:cubicBezTo>
                    <a:pt x="3" y="5"/>
                    <a:pt x="5" y="7"/>
                    <a:pt x="5" y="7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9" name="Freeform 1114">
              <a:extLst>
                <a:ext uri="{FF2B5EF4-FFF2-40B4-BE49-F238E27FC236}">
                  <a16:creationId xmlns:a16="http://schemas.microsoft.com/office/drawing/2014/main" id="{B8B56F4C-FB0D-429B-AC06-42CA3EF6F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329"/>
              <a:ext cx="6" cy="19"/>
            </a:xfrm>
            <a:custGeom>
              <a:avLst/>
              <a:gdLst>
                <a:gd name="T0" fmla="*/ 24 w 3"/>
                <a:gd name="T1" fmla="*/ 0 h 8"/>
                <a:gd name="T2" fmla="*/ 0 w 3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2"/>
                    <a:pt x="0" y="6"/>
                    <a:pt x="0" y="8"/>
                  </a:cubicBezTo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0" name="Freeform 1115">
              <a:extLst>
                <a:ext uri="{FF2B5EF4-FFF2-40B4-BE49-F238E27FC236}">
                  <a16:creationId xmlns:a16="http://schemas.microsoft.com/office/drawing/2014/main" id="{D3664531-4F41-4F35-AED3-752915AE5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081"/>
              <a:ext cx="21" cy="12"/>
            </a:xfrm>
            <a:custGeom>
              <a:avLst/>
              <a:gdLst>
                <a:gd name="T0" fmla="*/ 0 w 9"/>
                <a:gd name="T1" fmla="*/ 58 h 5"/>
                <a:gd name="T2" fmla="*/ 114 w 9"/>
                <a:gd name="T3" fmla="*/ 70 h 5"/>
                <a:gd name="T4" fmla="*/ 0 w 9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0" y="1"/>
                    <a:pt x="7" y="0"/>
                    <a:pt x="9" y="5"/>
                  </a:cubicBezTo>
                  <a:cubicBezTo>
                    <a:pt x="7" y="3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1" name="Freeform 1116">
              <a:extLst>
                <a:ext uri="{FF2B5EF4-FFF2-40B4-BE49-F238E27FC236}">
                  <a16:creationId xmlns:a16="http://schemas.microsoft.com/office/drawing/2014/main" id="{914EB804-3304-4476-A655-FCA498365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093"/>
              <a:ext cx="14" cy="10"/>
            </a:xfrm>
            <a:custGeom>
              <a:avLst/>
              <a:gdLst>
                <a:gd name="T0" fmla="*/ 77 w 6"/>
                <a:gd name="T1" fmla="*/ 20 h 4"/>
                <a:gd name="T2" fmla="*/ 12 w 6"/>
                <a:gd name="T3" fmla="*/ 63 h 4"/>
                <a:gd name="T4" fmla="*/ 77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6" y="1"/>
                  </a:moveTo>
                  <a:cubicBezTo>
                    <a:pt x="3" y="0"/>
                    <a:pt x="0" y="2"/>
                    <a:pt x="1" y="4"/>
                  </a:cubicBezTo>
                  <a:cubicBezTo>
                    <a:pt x="5" y="1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2" name="Freeform 1117">
              <a:extLst>
                <a:ext uri="{FF2B5EF4-FFF2-40B4-BE49-F238E27FC236}">
                  <a16:creationId xmlns:a16="http://schemas.microsoft.com/office/drawing/2014/main" id="{3439963D-B6D4-4D31-9857-0A48023C8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216"/>
              <a:ext cx="11" cy="7"/>
            </a:xfrm>
            <a:custGeom>
              <a:avLst/>
              <a:gdLst>
                <a:gd name="T0" fmla="*/ 0 w 5"/>
                <a:gd name="T1" fmla="*/ 28 h 3"/>
                <a:gd name="T2" fmla="*/ 53 w 5"/>
                <a:gd name="T3" fmla="*/ 0 h 3"/>
                <a:gd name="T4" fmla="*/ 9 w 5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4" y="2"/>
                    <a:pt x="5" y="0"/>
                  </a:cubicBezTo>
                  <a:cubicBezTo>
                    <a:pt x="3" y="0"/>
                    <a:pt x="2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3" name="Freeform 1118">
              <a:extLst>
                <a:ext uri="{FF2B5EF4-FFF2-40B4-BE49-F238E27FC236}">
                  <a16:creationId xmlns:a16="http://schemas.microsoft.com/office/drawing/2014/main" id="{CBFD3589-799C-49AF-B6AE-217DA1939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208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35 h 3"/>
                <a:gd name="T4" fmla="*/ 12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2"/>
                    <a:pt x="1" y="2"/>
                  </a:cubicBezTo>
                  <a:cubicBezTo>
                    <a:pt x="3" y="3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4" name="Freeform 1119">
              <a:extLst>
                <a:ext uri="{FF2B5EF4-FFF2-40B4-BE49-F238E27FC236}">
                  <a16:creationId xmlns:a16="http://schemas.microsoft.com/office/drawing/2014/main" id="{C70366A9-7C4C-49A8-B890-2A1FE16E7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162"/>
              <a:ext cx="16" cy="7"/>
            </a:xfrm>
            <a:custGeom>
              <a:avLst/>
              <a:gdLst>
                <a:gd name="T0" fmla="*/ 0 w 7"/>
                <a:gd name="T1" fmla="*/ 12 h 3"/>
                <a:gd name="T2" fmla="*/ 85 w 7"/>
                <a:gd name="T3" fmla="*/ 0 h 3"/>
                <a:gd name="T4" fmla="*/ 25 w 7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3" y="3"/>
                    <a:pt x="6" y="2"/>
                    <a:pt x="7" y="0"/>
                  </a:cubicBezTo>
                  <a:cubicBezTo>
                    <a:pt x="6" y="1"/>
                    <a:pt x="3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5" name="Freeform 1120">
              <a:extLst>
                <a:ext uri="{FF2B5EF4-FFF2-40B4-BE49-F238E27FC236}">
                  <a16:creationId xmlns:a16="http://schemas.microsoft.com/office/drawing/2014/main" id="{8F85BF69-5E52-4CDE-BF50-DA5066918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157"/>
              <a:ext cx="7" cy="7"/>
            </a:xfrm>
            <a:custGeom>
              <a:avLst/>
              <a:gdLst>
                <a:gd name="T0" fmla="*/ 0 w 3"/>
                <a:gd name="T1" fmla="*/ 28 h 3"/>
                <a:gd name="T2" fmla="*/ 12 w 3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2" y="3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6" name="Freeform 1121">
              <a:extLst>
                <a:ext uri="{FF2B5EF4-FFF2-40B4-BE49-F238E27FC236}">
                  <a16:creationId xmlns:a16="http://schemas.microsoft.com/office/drawing/2014/main" id="{810F769B-3390-4FF8-A13F-4EF236DD7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103"/>
              <a:ext cx="13" cy="12"/>
            </a:xfrm>
            <a:custGeom>
              <a:avLst/>
              <a:gdLst>
                <a:gd name="T0" fmla="*/ 0 w 6"/>
                <a:gd name="T1" fmla="*/ 70 h 5"/>
                <a:gd name="T2" fmla="*/ 61 w 6"/>
                <a:gd name="T3" fmla="*/ 12 h 5"/>
                <a:gd name="T4" fmla="*/ 9 w 6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4"/>
                    <a:pt x="5" y="3"/>
                    <a:pt x="6" y="1"/>
                  </a:cubicBezTo>
                  <a:cubicBezTo>
                    <a:pt x="4" y="0"/>
                    <a:pt x="2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7" name="Freeform 1122">
              <a:extLst>
                <a:ext uri="{FF2B5EF4-FFF2-40B4-BE49-F238E27FC236}">
                  <a16:creationId xmlns:a16="http://schemas.microsoft.com/office/drawing/2014/main" id="{A69B5CF6-10F3-4A07-B1D5-35EF75B8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098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37 w 3"/>
                <a:gd name="T3" fmla="*/ 0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2" y="2"/>
                    <a:pt x="3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8" name="Freeform 1123">
              <a:extLst>
                <a:ext uri="{FF2B5EF4-FFF2-40B4-BE49-F238E27FC236}">
                  <a16:creationId xmlns:a16="http://schemas.microsoft.com/office/drawing/2014/main" id="{AD9D3AFB-E5B3-4CBD-A6ED-9ACBDBC1C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196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50 w 4"/>
                <a:gd name="T3" fmla="*/ 0 h 3"/>
                <a:gd name="T4" fmla="*/ 0 w 4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3"/>
                    <a:pt x="4" y="2"/>
                    <a:pt x="3" y="0"/>
                  </a:cubicBezTo>
                  <a:cubicBezTo>
                    <a:pt x="2" y="1"/>
                    <a:pt x="0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9" name="Freeform 1124">
              <a:extLst>
                <a:ext uri="{FF2B5EF4-FFF2-40B4-BE49-F238E27FC236}">
                  <a16:creationId xmlns:a16="http://schemas.microsoft.com/office/drawing/2014/main" id="{A05A382F-A79C-4812-8D68-566F6A0D9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277"/>
              <a:ext cx="20" cy="20"/>
            </a:xfrm>
            <a:custGeom>
              <a:avLst/>
              <a:gdLst>
                <a:gd name="T0" fmla="*/ 0 w 9"/>
                <a:gd name="T1" fmla="*/ 125 h 8"/>
                <a:gd name="T2" fmla="*/ 98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3" y="5"/>
                    <a:pt x="7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0" name="Freeform 1125">
              <a:extLst>
                <a:ext uri="{FF2B5EF4-FFF2-40B4-BE49-F238E27FC236}">
                  <a16:creationId xmlns:a16="http://schemas.microsoft.com/office/drawing/2014/main" id="{3F5CD44A-4EB5-470F-8B4B-982F746D4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314"/>
              <a:ext cx="9" cy="12"/>
            </a:xfrm>
            <a:custGeom>
              <a:avLst/>
              <a:gdLst>
                <a:gd name="T0" fmla="*/ 0 w 4"/>
                <a:gd name="T1" fmla="*/ 58 h 5"/>
                <a:gd name="T2" fmla="*/ 45 w 4"/>
                <a:gd name="T3" fmla="*/ 0 h 5"/>
                <a:gd name="T4" fmla="*/ 11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2" y="5"/>
                    <a:pt x="4" y="2"/>
                    <a:pt x="4" y="0"/>
                  </a:cubicBezTo>
                  <a:cubicBezTo>
                    <a:pt x="3" y="2"/>
                    <a:pt x="2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1" name="Freeform 1126">
              <a:extLst>
                <a:ext uri="{FF2B5EF4-FFF2-40B4-BE49-F238E27FC236}">
                  <a16:creationId xmlns:a16="http://schemas.microsoft.com/office/drawing/2014/main" id="{F532E984-EDB2-42B6-97A1-45C0533D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309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20 h 2"/>
                <a:gd name="T4" fmla="*/ 0 w 1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2" name="Freeform 1127">
              <a:extLst>
                <a:ext uri="{FF2B5EF4-FFF2-40B4-BE49-F238E27FC236}">
                  <a16:creationId xmlns:a16="http://schemas.microsoft.com/office/drawing/2014/main" id="{01790958-8F7D-4EDE-81D0-6A9F7AA93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152"/>
              <a:ext cx="9" cy="20"/>
            </a:xfrm>
            <a:custGeom>
              <a:avLst/>
              <a:gdLst>
                <a:gd name="T0" fmla="*/ 36 w 4"/>
                <a:gd name="T1" fmla="*/ 20 h 8"/>
                <a:gd name="T2" fmla="*/ 36 w 4"/>
                <a:gd name="T3" fmla="*/ 125 h 8"/>
                <a:gd name="T4" fmla="*/ 36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3" y="1"/>
                  </a:moveTo>
                  <a:cubicBezTo>
                    <a:pt x="0" y="1"/>
                    <a:pt x="3" y="6"/>
                    <a:pt x="3" y="8"/>
                  </a:cubicBezTo>
                  <a:cubicBezTo>
                    <a:pt x="4" y="6"/>
                    <a:pt x="1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3" name="Freeform 1128">
              <a:extLst>
                <a:ext uri="{FF2B5EF4-FFF2-40B4-BE49-F238E27FC236}">
                  <a16:creationId xmlns:a16="http://schemas.microsoft.com/office/drawing/2014/main" id="{8980B34D-3768-4788-BF94-A42623E6D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348"/>
              <a:ext cx="12" cy="10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0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3"/>
                    <a:pt x="5" y="4"/>
                    <a:pt x="5" y="0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4" name="Freeform 1129">
              <a:extLst>
                <a:ext uri="{FF2B5EF4-FFF2-40B4-BE49-F238E27FC236}">
                  <a16:creationId xmlns:a16="http://schemas.microsoft.com/office/drawing/2014/main" id="{495A3953-17C9-4791-8B72-30D2A7ABC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412"/>
              <a:ext cx="4" cy="24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2" y="4"/>
                    <a:pt x="0" y="6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5" name="Freeform 1130">
              <a:extLst>
                <a:ext uri="{FF2B5EF4-FFF2-40B4-BE49-F238E27FC236}">
                  <a16:creationId xmlns:a16="http://schemas.microsoft.com/office/drawing/2014/main" id="{3CABF15E-F358-4DDD-B1AC-E17062CB4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432"/>
              <a:ext cx="5" cy="7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37 h 3"/>
                <a:gd name="T4" fmla="*/ 33 w 2"/>
                <a:gd name="T5" fmla="*/ 0 h 3"/>
                <a:gd name="T6" fmla="*/ 33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0"/>
                    <a:pt x="0" y="2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6" name="Freeform 1131">
              <a:extLst>
                <a:ext uri="{FF2B5EF4-FFF2-40B4-BE49-F238E27FC236}">
                  <a16:creationId xmlns:a16="http://schemas.microsoft.com/office/drawing/2014/main" id="{F188F858-63BD-47A9-B0D3-7F48CBCAF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542"/>
              <a:ext cx="7" cy="12"/>
            </a:xfrm>
            <a:custGeom>
              <a:avLst/>
              <a:gdLst>
                <a:gd name="T0" fmla="*/ 28 w 3"/>
                <a:gd name="T1" fmla="*/ 0 h 5"/>
                <a:gd name="T2" fmla="*/ 0 w 3"/>
                <a:gd name="T3" fmla="*/ 70 h 5"/>
                <a:gd name="T4" fmla="*/ 37 w 3"/>
                <a:gd name="T5" fmla="*/ 29 h 5"/>
                <a:gd name="T6" fmla="*/ 37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1"/>
                    <a:pt x="1" y="3"/>
                    <a:pt x="0" y="5"/>
                  </a:cubicBezTo>
                  <a:cubicBezTo>
                    <a:pt x="1" y="4"/>
                    <a:pt x="1" y="2"/>
                    <a:pt x="3" y="2"/>
                  </a:cubicBezTo>
                  <a:cubicBezTo>
                    <a:pt x="3" y="1"/>
                    <a:pt x="2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7" name="Freeform 1132">
              <a:extLst>
                <a:ext uri="{FF2B5EF4-FFF2-40B4-BE49-F238E27FC236}">
                  <a16:creationId xmlns:a16="http://schemas.microsoft.com/office/drawing/2014/main" id="{840C5CDD-8963-4E42-9853-2ABD5D240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611"/>
              <a:ext cx="5" cy="17"/>
            </a:xfrm>
            <a:custGeom>
              <a:avLst/>
              <a:gdLst>
                <a:gd name="T0" fmla="*/ 20 w 2"/>
                <a:gd name="T1" fmla="*/ 0 h 7"/>
                <a:gd name="T2" fmla="*/ 0 w 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1" y="2"/>
                    <a:pt x="2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8" name="Freeform 1133">
              <a:extLst>
                <a:ext uri="{FF2B5EF4-FFF2-40B4-BE49-F238E27FC236}">
                  <a16:creationId xmlns:a16="http://schemas.microsoft.com/office/drawing/2014/main" id="{26D8E9C9-DA62-470D-93A6-02763E1B7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606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9" name="Freeform 1134">
              <a:extLst>
                <a:ext uri="{FF2B5EF4-FFF2-40B4-BE49-F238E27FC236}">
                  <a16:creationId xmlns:a16="http://schemas.microsoft.com/office/drawing/2014/main" id="{6B63FC15-40EA-4E57-BD78-12838E73C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493"/>
              <a:ext cx="14" cy="10"/>
            </a:xfrm>
            <a:custGeom>
              <a:avLst/>
              <a:gdLst>
                <a:gd name="T0" fmla="*/ 0 w 6"/>
                <a:gd name="T1" fmla="*/ 63 h 4"/>
                <a:gd name="T2" fmla="*/ 7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5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0" name="Freeform 1135">
              <a:extLst>
                <a:ext uri="{FF2B5EF4-FFF2-40B4-BE49-F238E27FC236}">
                  <a16:creationId xmlns:a16="http://schemas.microsoft.com/office/drawing/2014/main" id="{D0290053-21D3-4E26-A33F-A95E40F50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485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1" name="Freeform 1136">
              <a:extLst>
                <a:ext uri="{FF2B5EF4-FFF2-40B4-BE49-F238E27FC236}">
                  <a16:creationId xmlns:a16="http://schemas.microsoft.com/office/drawing/2014/main" id="{4DDE31FE-DE59-4ADA-B518-5AEF2D8E1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709"/>
              <a:ext cx="12" cy="7"/>
            </a:xfrm>
            <a:custGeom>
              <a:avLst/>
              <a:gdLst>
                <a:gd name="T0" fmla="*/ 0 w 5"/>
                <a:gd name="T1" fmla="*/ 28 h 3"/>
                <a:gd name="T2" fmla="*/ 70 w 5"/>
                <a:gd name="T3" fmla="*/ 0 h 3"/>
                <a:gd name="T4" fmla="*/ 0 w 5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4" y="2"/>
                    <a:pt x="5" y="0"/>
                  </a:cubicBezTo>
                  <a:cubicBezTo>
                    <a:pt x="4" y="0"/>
                    <a:pt x="1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2" name="Freeform 1137">
              <a:extLst>
                <a:ext uri="{FF2B5EF4-FFF2-40B4-BE49-F238E27FC236}">
                  <a16:creationId xmlns:a16="http://schemas.microsoft.com/office/drawing/2014/main" id="{35C6CB7E-E0A8-4CDE-A25B-15FC2CBAA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701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20 h 2"/>
                <a:gd name="T4" fmla="*/ 2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1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3" name="Freeform 1138">
              <a:extLst>
                <a:ext uri="{FF2B5EF4-FFF2-40B4-BE49-F238E27FC236}">
                  <a16:creationId xmlns:a16="http://schemas.microsoft.com/office/drawing/2014/main" id="{07F18A58-A7F5-4AAB-8471-8F49A7B78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831"/>
              <a:ext cx="7" cy="30"/>
            </a:xfrm>
            <a:custGeom>
              <a:avLst/>
              <a:gdLst>
                <a:gd name="T0" fmla="*/ 37 w 3"/>
                <a:gd name="T1" fmla="*/ 0 h 12"/>
                <a:gd name="T2" fmla="*/ 0 w 3"/>
                <a:gd name="T3" fmla="*/ 95 h 12"/>
                <a:gd name="T4" fmla="*/ 0 w 3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2" y="2"/>
                    <a:pt x="1" y="4"/>
                    <a:pt x="0" y="6"/>
                  </a:cubicBezTo>
                  <a:cubicBezTo>
                    <a:pt x="0" y="8"/>
                    <a:pt x="0" y="10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4" name="Freeform 1139">
              <a:extLst>
                <a:ext uri="{FF2B5EF4-FFF2-40B4-BE49-F238E27FC236}">
                  <a16:creationId xmlns:a16="http://schemas.microsoft.com/office/drawing/2014/main" id="{2787ACD7-CF9F-4EFC-80E0-89A2C6785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824"/>
              <a:ext cx="2" cy="7"/>
            </a:xfrm>
            <a:custGeom>
              <a:avLst/>
              <a:gdLst>
                <a:gd name="T0" fmla="*/ 0 w 1"/>
                <a:gd name="T1" fmla="*/ 28 h 3"/>
                <a:gd name="T2" fmla="*/ 0 w 1"/>
                <a:gd name="T3" fmla="*/ 37 h 3"/>
                <a:gd name="T4" fmla="*/ 0 w 1"/>
                <a:gd name="T5" fmla="*/ 0 h 3"/>
                <a:gd name="T6" fmla="*/ 0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5" name="Freeform 1140">
              <a:extLst>
                <a:ext uri="{FF2B5EF4-FFF2-40B4-BE49-F238E27FC236}">
                  <a16:creationId xmlns:a16="http://schemas.microsoft.com/office/drawing/2014/main" id="{E533CFCF-1F02-43A5-8CA4-7D347E8E1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493"/>
              <a:ext cx="5" cy="7"/>
            </a:xfrm>
            <a:custGeom>
              <a:avLst/>
              <a:gdLst>
                <a:gd name="T0" fmla="*/ 0 w 2"/>
                <a:gd name="T1" fmla="*/ 37 h 3"/>
                <a:gd name="T2" fmla="*/ 20 w 2"/>
                <a:gd name="T3" fmla="*/ 0 h 3"/>
                <a:gd name="T4" fmla="*/ 0 w 2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3"/>
                    <a:pt x="2" y="1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6" name="Freeform 1141">
              <a:extLst>
                <a:ext uri="{FF2B5EF4-FFF2-40B4-BE49-F238E27FC236}">
                  <a16:creationId xmlns:a16="http://schemas.microsoft.com/office/drawing/2014/main" id="{A4148E14-DC63-4E1B-968A-3FD77168D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311"/>
              <a:ext cx="7" cy="20"/>
            </a:xfrm>
            <a:custGeom>
              <a:avLst/>
              <a:gdLst>
                <a:gd name="T0" fmla="*/ 28 w 3"/>
                <a:gd name="T1" fmla="*/ 0 h 8"/>
                <a:gd name="T2" fmla="*/ 0 w 3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0"/>
                  </a:moveTo>
                  <a:cubicBezTo>
                    <a:pt x="3" y="3"/>
                    <a:pt x="2" y="6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7" name="Freeform 1142">
              <a:extLst>
                <a:ext uri="{FF2B5EF4-FFF2-40B4-BE49-F238E27FC236}">
                  <a16:creationId xmlns:a16="http://schemas.microsoft.com/office/drawing/2014/main" id="{686104F8-41C3-436D-AFF3-51CE0853D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284"/>
              <a:ext cx="7" cy="10"/>
            </a:xfrm>
            <a:custGeom>
              <a:avLst/>
              <a:gdLst>
                <a:gd name="T0" fmla="*/ 0 w 3"/>
                <a:gd name="T1" fmla="*/ 63 h 4"/>
                <a:gd name="T2" fmla="*/ 37 w 3"/>
                <a:gd name="T3" fmla="*/ 20 h 4"/>
                <a:gd name="T4" fmla="*/ 0 w 3"/>
                <a:gd name="T5" fmla="*/ 33 h 4"/>
                <a:gd name="T6" fmla="*/ 12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4"/>
                    <a:pt x="3" y="2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8" name="Freeform 1143">
              <a:extLst>
                <a:ext uri="{FF2B5EF4-FFF2-40B4-BE49-F238E27FC236}">
                  <a16:creationId xmlns:a16="http://schemas.microsoft.com/office/drawing/2014/main" id="{6C68C769-7CD3-4BED-B56F-993F84AEA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2280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9" name="Freeform 1144">
              <a:extLst>
                <a:ext uri="{FF2B5EF4-FFF2-40B4-BE49-F238E27FC236}">
                  <a16:creationId xmlns:a16="http://schemas.microsoft.com/office/drawing/2014/main" id="{288CE965-2BDF-4E1E-A6DD-CAF7E5BCD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277"/>
              <a:ext cx="18" cy="5"/>
            </a:xfrm>
            <a:custGeom>
              <a:avLst/>
              <a:gdLst>
                <a:gd name="T0" fmla="*/ 0 w 8"/>
                <a:gd name="T1" fmla="*/ 0 h 2"/>
                <a:gd name="T2" fmla="*/ 92 w 8"/>
                <a:gd name="T3" fmla="*/ 0 h 2"/>
                <a:gd name="T4" fmla="*/ 45 w 8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2"/>
                    <a:pt x="6" y="2"/>
                    <a:pt x="8" y="0"/>
                  </a:cubicBezTo>
                  <a:cubicBezTo>
                    <a:pt x="7" y="0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0" name="Freeform 1145">
              <a:extLst>
                <a:ext uri="{FF2B5EF4-FFF2-40B4-BE49-F238E27FC236}">
                  <a16:creationId xmlns:a16="http://schemas.microsoft.com/office/drawing/2014/main" id="{054478BC-C540-42C5-9730-05D7873AA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272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1" name="Freeform 1146">
              <a:extLst>
                <a:ext uri="{FF2B5EF4-FFF2-40B4-BE49-F238E27FC236}">
                  <a16:creationId xmlns:a16="http://schemas.microsoft.com/office/drawing/2014/main" id="{CF5AA3D1-23C9-413B-81A2-32AE19107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238"/>
              <a:ext cx="9" cy="7"/>
            </a:xfrm>
            <a:custGeom>
              <a:avLst/>
              <a:gdLst>
                <a:gd name="T0" fmla="*/ 0 w 4"/>
                <a:gd name="T1" fmla="*/ 37 h 3"/>
                <a:gd name="T2" fmla="*/ 45 w 4"/>
                <a:gd name="T3" fmla="*/ 0 h 3"/>
                <a:gd name="T4" fmla="*/ 25 w 4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4" y="3"/>
                    <a:pt x="4" y="0"/>
                  </a:cubicBezTo>
                  <a:cubicBezTo>
                    <a:pt x="4" y="1"/>
                    <a:pt x="3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2" name="Freeform 1147">
              <a:extLst>
                <a:ext uri="{FF2B5EF4-FFF2-40B4-BE49-F238E27FC236}">
                  <a16:creationId xmlns:a16="http://schemas.microsoft.com/office/drawing/2014/main" id="{4CD47EDF-758C-464D-B6D0-06CD13819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233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3" name="Freeform 1148">
              <a:extLst>
                <a:ext uri="{FF2B5EF4-FFF2-40B4-BE49-F238E27FC236}">
                  <a16:creationId xmlns:a16="http://schemas.microsoft.com/office/drawing/2014/main" id="{36B3FAFE-E486-4832-B020-2E00E7C5E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174"/>
              <a:ext cx="20" cy="5"/>
            </a:xfrm>
            <a:custGeom>
              <a:avLst/>
              <a:gdLst>
                <a:gd name="T0" fmla="*/ 0 w 9"/>
                <a:gd name="T1" fmla="*/ 33 h 2"/>
                <a:gd name="T2" fmla="*/ 98 w 9"/>
                <a:gd name="T3" fmla="*/ 0 h 2"/>
                <a:gd name="T4" fmla="*/ 53 w 9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2" y="2"/>
                    <a:pt x="8" y="2"/>
                    <a:pt x="9" y="0"/>
                  </a:cubicBezTo>
                  <a:cubicBezTo>
                    <a:pt x="8" y="0"/>
                    <a:pt x="5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4" name="Freeform 1149">
              <a:extLst>
                <a:ext uri="{FF2B5EF4-FFF2-40B4-BE49-F238E27FC236}">
                  <a16:creationId xmlns:a16="http://schemas.microsoft.com/office/drawing/2014/main" id="{0ACE50DE-68F3-4277-81F6-E7C2EBBC3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169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20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1" y="2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5" name="Freeform 1150">
              <a:extLst>
                <a:ext uri="{FF2B5EF4-FFF2-40B4-BE49-F238E27FC236}">
                  <a16:creationId xmlns:a16="http://schemas.microsoft.com/office/drawing/2014/main" id="{CCD46957-3CFE-43C7-853E-8844C74A0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42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6" name="Freeform 1151">
              <a:extLst>
                <a:ext uri="{FF2B5EF4-FFF2-40B4-BE49-F238E27FC236}">
                  <a16:creationId xmlns:a16="http://schemas.microsoft.com/office/drawing/2014/main" id="{1B665A1F-538F-4E0A-A311-035890EF4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424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7" name="Freeform 1152">
              <a:extLst>
                <a:ext uri="{FF2B5EF4-FFF2-40B4-BE49-F238E27FC236}">
                  <a16:creationId xmlns:a16="http://schemas.microsoft.com/office/drawing/2014/main" id="{677611A1-9965-42CA-9C45-5C48BFE26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409"/>
              <a:ext cx="39" cy="47"/>
            </a:xfrm>
            <a:custGeom>
              <a:avLst/>
              <a:gdLst>
                <a:gd name="T0" fmla="*/ 11 w 17"/>
                <a:gd name="T1" fmla="*/ 166 h 19"/>
                <a:gd name="T2" fmla="*/ 94 w 17"/>
                <a:gd name="T3" fmla="*/ 257 h 19"/>
                <a:gd name="T4" fmla="*/ 158 w 17"/>
                <a:gd name="T5" fmla="*/ 92 h 19"/>
                <a:gd name="T6" fmla="*/ 11 w 17"/>
                <a:gd name="T7" fmla="*/ 16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1" y="11"/>
                  </a:moveTo>
                  <a:cubicBezTo>
                    <a:pt x="2" y="13"/>
                    <a:pt x="3" y="19"/>
                    <a:pt x="8" y="17"/>
                  </a:cubicBezTo>
                  <a:cubicBezTo>
                    <a:pt x="12" y="15"/>
                    <a:pt x="17" y="12"/>
                    <a:pt x="13" y="6"/>
                  </a:cubicBezTo>
                  <a:cubicBezTo>
                    <a:pt x="8" y="0"/>
                    <a:pt x="0" y="4"/>
                    <a:pt x="1" y="11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8" name="Freeform 1153">
              <a:extLst>
                <a:ext uri="{FF2B5EF4-FFF2-40B4-BE49-F238E27FC236}">
                  <a16:creationId xmlns:a16="http://schemas.microsoft.com/office/drawing/2014/main" id="{71AB25D0-CF9A-4B8F-A8A0-1A624AED0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348"/>
              <a:ext cx="43" cy="35"/>
            </a:xfrm>
            <a:custGeom>
              <a:avLst/>
              <a:gdLst>
                <a:gd name="T0" fmla="*/ 118 w 19"/>
                <a:gd name="T1" fmla="*/ 20 h 14"/>
                <a:gd name="T2" fmla="*/ 0 w 19"/>
                <a:gd name="T3" fmla="*/ 95 h 14"/>
                <a:gd name="T4" fmla="*/ 149 w 19"/>
                <a:gd name="T5" fmla="*/ 188 h 14"/>
                <a:gd name="T6" fmla="*/ 118 w 19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0" y="1"/>
                  </a:moveTo>
                  <a:cubicBezTo>
                    <a:pt x="4" y="0"/>
                    <a:pt x="0" y="2"/>
                    <a:pt x="0" y="6"/>
                  </a:cubicBezTo>
                  <a:cubicBezTo>
                    <a:pt x="0" y="11"/>
                    <a:pt x="9" y="14"/>
                    <a:pt x="13" y="12"/>
                  </a:cubicBezTo>
                  <a:cubicBezTo>
                    <a:pt x="18" y="10"/>
                    <a:pt x="19" y="2"/>
                    <a:pt x="10" y="1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9" name="Freeform 1154">
              <a:extLst>
                <a:ext uri="{FF2B5EF4-FFF2-40B4-BE49-F238E27FC236}">
                  <a16:creationId xmlns:a16="http://schemas.microsoft.com/office/drawing/2014/main" id="{DCBC50A8-E99B-4331-8821-9C0CD8C4C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395"/>
              <a:ext cx="46" cy="46"/>
            </a:xfrm>
            <a:custGeom>
              <a:avLst/>
              <a:gdLst>
                <a:gd name="T0" fmla="*/ 28 w 20"/>
                <a:gd name="T1" fmla="*/ 70 h 19"/>
                <a:gd name="T2" fmla="*/ 195 w 20"/>
                <a:gd name="T3" fmla="*/ 199 h 19"/>
                <a:gd name="T4" fmla="*/ 147 w 20"/>
                <a:gd name="T5" fmla="*/ 41 h 19"/>
                <a:gd name="T6" fmla="*/ 28 w 20"/>
                <a:gd name="T7" fmla="*/ 7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9">
                  <a:moveTo>
                    <a:pt x="2" y="5"/>
                  </a:moveTo>
                  <a:cubicBezTo>
                    <a:pt x="0" y="9"/>
                    <a:pt x="13" y="19"/>
                    <a:pt x="16" y="14"/>
                  </a:cubicBezTo>
                  <a:cubicBezTo>
                    <a:pt x="20" y="8"/>
                    <a:pt x="17" y="5"/>
                    <a:pt x="12" y="3"/>
                  </a:cubicBezTo>
                  <a:cubicBezTo>
                    <a:pt x="7" y="0"/>
                    <a:pt x="4" y="2"/>
                    <a:pt x="2" y="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0" name="Freeform 1155">
              <a:extLst>
                <a:ext uri="{FF2B5EF4-FFF2-40B4-BE49-F238E27FC236}">
                  <a16:creationId xmlns:a16="http://schemas.microsoft.com/office/drawing/2014/main" id="{38E4521E-91CA-4648-9F95-C9F783133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338"/>
              <a:ext cx="39" cy="32"/>
            </a:xfrm>
            <a:custGeom>
              <a:avLst/>
              <a:gdLst>
                <a:gd name="T0" fmla="*/ 25 w 17"/>
                <a:gd name="T1" fmla="*/ 91 h 13"/>
                <a:gd name="T2" fmla="*/ 110 w 17"/>
                <a:gd name="T3" fmla="*/ 194 h 13"/>
                <a:gd name="T4" fmla="*/ 204 w 17"/>
                <a:gd name="T5" fmla="*/ 91 h 13"/>
                <a:gd name="T6" fmla="*/ 122 w 17"/>
                <a:gd name="T7" fmla="*/ 0 h 13"/>
                <a:gd name="T8" fmla="*/ 25 w 17"/>
                <a:gd name="T9" fmla="*/ 9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2" y="6"/>
                  </a:moveTo>
                  <a:cubicBezTo>
                    <a:pt x="0" y="10"/>
                    <a:pt x="3" y="13"/>
                    <a:pt x="9" y="13"/>
                  </a:cubicBezTo>
                  <a:cubicBezTo>
                    <a:pt x="15" y="13"/>
                    <a:pt x="17" y="9"/>
                    <a:pt x="17" y="6"/>
                  </a:cubicBezTo>
                  <a:cubicBezTo>
                    <a:pt x="17" y="4"/>
                    <a:pt x="16" y="0"/>
                    <a:pt x="10" y="0"/>
                  </a:cubicBezTo>
                  <a:cubicBezTo>
                    <a:pt x="4" y="1"/>
                    <a:pt x="4" y="2"/>
                    <a:pt x="2" y="6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1" name="Freeform 1156">
              <a:extLst>
                <a:ext uri="{FF2B5EF4-FFF2-40B4-BE49-F238E27FC236}">
                  <a16:creationId xmlns:a16="http://schemas.microsoft.com/office/drawing/2014/main" id="{6874A0A5-8B91-419A-9698-A6298A998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331"/>
              <a:ext cx="46" cy="37"/>
            </a:xfrm>
            <a:custGeom>
              <a:avLst/>
              <a:gdLst>
                <a:gd name="T0" fmla="*/ 28 w 20"/>
                <a:gd name="T1" fmla="*/ 104 h 15"/>
                <a:gd name="T2" fmla="*/ 131 w 20"/>
                <a:gd name="T3" fmla="*/ 224 h 15"/>
                <a:gd name="T4" fmla="*/ 216 w 20"/>
                <a:gd name="T5" fmla="*/ 91 h 15"/>
                <a:gd name="T6" fmla="*/ 28 w 20"/>
                <a:gd name="T7" fmla="*/ 10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2" y="7"/>
                  </a:moveTo>
                  <a:cubicBezTo>
                    <a:pt x="0" y="10"/>
                    <a:pt x="2" y="15"/>
                    <a:pt x="11" y="15"/>
                  </a:cubicBezTo>
                  <a:cubicBezTo>
                    <a:pt x="20" y="14"/>
                    <a:pt x="20" y="10"/>
                    <a:pt x="18" y="6"/>
                  </a:cubicBezTo>
                  <a:cubicBezTo>
                    <a:pt x="15" y="1"/>
                    <a:pt x="6" y="0"/>
                    <a:pt x="2" y="7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2" name="Freeform 1157">
              <a:extLst>
                <a:ext uri="{FF2B5EF4-FFF2-40B4-BE49-F238E27FC236}">
                  <a16:creationId xmlns:a16="http://schemas.microsoft.com/office/drawing/2014/main" id="{D340727C-8D85-4455-AD57-54B091BEF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346"/>
              <a:ext cx="44" cy="34"/>
            </a:xfrm>
            <a:custGeom>
              <a:avLst/>
              <a:gdLst>
                <a:gd name="T0" fmla="*/ 160 w 19"/>
                <a:gd name="T1" fmla="*/ 0 h 14"/>
                <a:gd name="T2" fmla="*/ 86 w 19"/>
                <a:gd name="T3" fmla="*/ 202 h 14"/>
                <a:gd name="T4" fmla="*/ 225 w 19"/>
                <a:gd name="T5" fmla="*/ 100 h 14"/>
                <a:gd name="T6" fmla="*/ 160 w 19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3" y="0"/>
                  </a:moveTo>
                  <a:cubicBezTo>
                    <a:pt x="8" y="0"/>
                    <a:pt x="0" y="14"/>
                    <a:pt x="7" y="14"/>
                  </a:cubicBezTo>
                  <a:cubicBezTo>
                    <a:pt x="14" y="14"/>
                    <a:pt x="17" y="10"/>
                    <a:pt x="18" y="7"/>
                  </a:cubicBezTo>
                  <a:cubicBezTo>
                    <a:pt x="19" y="3"/>
                    <a:pt x="16" y="0"/>
                    <a:pt x="13" y="0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3" name="Freeform 1158">
              <a:extLst>
                <a:ext uri="{FF2B5EF4-FFF2-40B4-BE49-F238E27FC236}">
                  <a16:creationId xmlns:a16="http://schemas.microsoft.com/office/drawing/2014/main" id="{52D654A0-AFE0-40F5-802E-61CD0EDC3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2353"/>
              <a:ext cx="32" cy="39"/>
            </a:xfrm>
            <a:custGeom>
              <a:avLst/>
              <a:gdLst>
                <a:gd name="T0" fmla="*/ 48 w 14"/>
                <a:gd name="T1" fmla="*/ 219 h 16"/>
                <a:gd name="T2" fmla="*/ 48 w 14"/>
                <a:gd name="T3" fmla="*/ 90 h 16"/>
                <a:gd name="T4" fmla="*/ 110 w 14"/>
                <a:gd name="T5" fmla="*/ 29 h 16"/>
                <a:gd name="T6" fmla="*/ 158 w 14"/>
                <a:gd name="T7" fmla="*/ 119 h 16"/>
                <a:gd name="T8" fmla="*/ 48 w 14"/>
                <a:gd name="T9" fmla="*/ 21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4" y="15"/>
                  </a:moveTo>
                  <a:cubicBezTo>
                    <a:pt x="0" y="16"/>
                    <a:pt x="1" y="10"/>
                    <a:pt x="4" y="6"/>
                  </a:cubicBezTo>
                  <a:cubicBezTo>
                    <a:pt x="5" y="4"/>
                    <a:pt x="7" y="2"/>
                    <a:pt x="9" y="2"/>
                  </a:cubicBezTo>
                  <a:cubicBezTo>
                    <a:pt x="13" y="0"/>
                    <a:pt x="14" y="4"/>
                    <a:pt x="13" y="8"/>
                  </a:cubicBezTo>
                  <a:cubicBezTo>
                    <a:pt x="11" y="11"/>
                    <a:pt x="9" y="15"/>
                    <a:pt x="4" y="1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4" name="Freeform 1159">
              <a:extLst>
                <a:ext uri="{FF2B5EF4-FFF2-40B4-BE49-F238E27FC236}">
                  <a16:creationId xmlns:a16="http://schemas.microsoft.com/office/drawing/2014/main" id="{C1837047-FEDD-4A74-9762-FFF75807A3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60" y="2424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0 w 1"/>
                <a:gd name="T13" fmla="*/ 27 h 1"/>
                <a:gd name="T14" fmla="*/ 0 w 1"/>
                <a:gd name="T15" fmla="*/ 0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AEB7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5" name="Freeform 1160">
              <a:extLst>
                <a:ext uri="{FF2B5EF4-FFF2-40B4-BE49-F238E27FC236}">
                  <a16:creationId xmlns:a16="http://schemas.microsoft.com/office/drawing/2014/main" id="{ACC8AC09-5E5B-45CA-B6B5-91A2E8BC4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375"/>
              <a:ext cx="39" cy="44"/>
            </a:xfrm>
            <a:custGeom>
              <a:avLst/>
              <a:gdLst>
                <a:gd name="T0" fmla="*/ 204 w 17"/>
                <a:gd name="T1" fmla="*/ 42 h 18"/>
                <a:gd name="T2" fmla="*/ 85 w 17"/>
                <a:gd name="T3" fmla="*/ 42 h 18"/>
                <a:gd name="T4" fmla="*/ 25 w 17"/>
                <a:gd name="T5" fmla="*/ 144 h 18"/>
                <a:gd name="T6" fmla="*/ 147 w 17"/>
                <a:gd name="T7" fmla="*/ 232 h 18"/>
                <a:gd name="T8" fmla="*/ 204 w 17"/>
                <a:gd name="T9" fmla="*/ 4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7" y="3"/>
                  </a:moveTo>
                  <a:cubicBezTo>
                    <a:pt x="16" y="0"/>
                    <a:pt x="15" y="0"/>
                    <a:pt x="7" y="3"/>
                  </a:cubicBezTo>
                  <a:cubicBezTo>
                    <a:pt x="0" y="6"/>
                    <a:pt x="1" y="7"/>
                    <a:pt x="2" y="10"/>
                  </a:cubicBezTo>
                  <a:cubicBezTo>
                    <a:pt x="2" y="10"/>
                    <a:pt x="7" y="18"/>
                    <a:pt x="12" y="16"/>
                  </a:cubicBezTo>
                  <a:cubicBezTo>
                    <a:pt x="17" y="14"/>
                    <a:pt x="16" y="9"/>
                    <a:pt x="17" y="3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6" name="Freeform 1161">
              <a:extLst>
                <a:ext uri="{FF2B5EF4-FFF2-40B4-BE49-F238E27FC236}">
                  <a16:creationId xmlns:a16="http://schemas.microsoft.com/office/drawing/2014/main" id="{506AB21C-D86D-40CB-AD59-A2406774E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451"/>
              <a:ext cx="46" cy="59"/>
            </a:xfrm>
            <a:custGeom>
              <a:avLst/>
              <a:gdLst>
                <a:gd name="T0" fmla="*/ 216 w 20"/>
                <a:gd name="T1" fmla="*/ 133 h 24"/>
                <a:gd name="T2" fmla="*/ 207 w 20"/>
                <a:gd name="T3" fmla="*/ 120 h 24"/>
                <a:gd name="T4" fmla="*/ 64 w 20"/>
                <a:gd name="T5" fmla="*/ 266 h 24"/>
                <a:gd name="T6" fmla="*/ 186 w 20"/>
                <a:gd name="T7" fmla="*/ 327 h 24"/>
                <a:gd name="T8" fmla="*/ 216 w 20"/>
                <a:gd name="T9" fmla="*/ 13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18" y="9"/>
                  </a:moveTo>
                  <a:cubicBezTo>
                    <a:pt x="17" y="8"/>
                    <a:pt x="17" y="8"/>
                    <a:pt x="17" y="8"/>
                  </a:cubicBezTo>
                  <a:cubicBezTo>
                    <a:pt x="12" y="0"/>
                    <a:pt x="0" y="10"/>
                    <a:pt x="5" y="18"/>
                  </a:cubicBezTo>
                  <a:cubicBezTo>
                    <a:pt x="5" y="18"/>
                    <a:pt x="10" y="24"/>
                    <a:pt x="15" y="22"/>
                  </a:cubicBezTo>
                  <a:cubicBezTo>
                    <a:pt x="20" y="20"/>
                    <a:pt x="20" y="15"/>
                    <a:pt x="18" y="9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7" name="Freeform 1162">
              <a:extLst>
                <a:ext uri="{FF2B5EF4-FFF2-40B4-BE49-F238E27FC236}">
                  <a16:creationId xmlns:a16="http://schemas.microsoft.com/office/drawing/2014/main" id="{72C27BD1-8F66-47C6-93CE-7F4E279C6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500"/>
              <a:ext cx="55" cy="66"/>
            </a:xfrm>
            <a:custGeom>
              <a:avLst/>
              <a:gdLst>
                <a:gd name="T0" fmla="*/ 241 w 24"/>
                <a:gd name="T1" fmla="*/ 120 h 27"/>
                <a:gd name="T2" fmla="*/ 94 w 24"/>
                <a:gd name="T3" fmla="*/ 335 h 27"/>
                <a:gd name="T4" fmla="*/ 241 w 24"/>
                <a:gd name="T5" fmla="*/ 335 h 27"/>
                <a:gd name="T6" fmla="*/ 241 w 24"/>
                <a:gd name="T7" fmla="*/ 1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7">
                  <a:moveTo>
                    <a:pt x="20" y="8"/>
                  </a:moveTo>
                  <a:cubicBezTo>
                    <a:pt x="15" y="0"/>
                    <a:pt x="0" y="18"/>
                    <a:pt x="8" y="23"/>
                  </a:cubicBezTo>
                  <a:cubicBezTo>
                    <a:pt x="11" y="26"/>
                    <a:pt x="16" y="27"/>
                    <a:pt x="20" y="23"/>
                  </a:cubicBezTo>
                  <a:cubicBezTo>
                    <a:pt x="24" y="19"/>
                    <a:pt x="24" y="14"/>
                    <a:pt x="20" y="8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8" name="Freeform 1163">
              <a:extLst>
                <a:ext uri="{FF2B5EF4-FFF2-40B4-BE49-F238E27FC236}">
                  <a16:creationId xmlns:a16="http://schemas.microsoft.com/office/drawing/2014/main" id="{84080138-0E52-44E3-BE63-CC579801BF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88" y="2593"/>
              <a:ext cx="104" cy="187"/>
            </a:xfrm>
            <a:custGeom>
              <a:avLst/>
              <a:gdLst>
                <a:gd name="T0" fmla="*/ 508 w 45"/>
                <a:gd name="T1" fmla="*/ 207 h 76"/>
                <a:gd name="T2" fmla="*/ 460 w 45"/>
                <a:gd name="T3" fmla="*/ 30 h 76"/>
                <a:gd name="T4" fmla="*/ 460 w 45"/>
                <a:gd name="T5" fmla="*/ 30 h 76"/>
                <a:gd name="T6" fmla="*/ 358 w 45"/>
                <a:gd name="T7" fmla="*/ 91 h 76"/>
                <a:gd name="T8" fmla="*/ 358 w 45"/>
                <a:gd name="T9" fmla="*/ 207 h 76"/>
                <a:gd name="T10" fmla="*/ 508 w 45"/>
                <a:gd name="T11" fmla="*/ 207 h 76"/>
                <a:gd name="T12" fmla="*/ 187 w 45"/>
                <a:gd name="T13" fmla="*/ 1060 h 76"/>
                <a:gd name="T14" fmla="*/ 134 w 45"/>
                <a:gd name="T15" fmla="*/ 837 h 76"/>
                <a:gd name="T16" fmla="*/ 74 w 45"/>
                <a:gd name="T17" fmla="*/ 1060 h 76"/>
                <a:gd name="T18" fmla="*/ 187 w 45"/>
                <a:gd name="T19" fmla="*/ 1060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76">
                  <a:moveTo>
                    <a:pt x="41" y="14"/>
                  </a:moveTo>
                  <a:cubicBezTo>
                    <a:pt x="45" y="8"/>
                    <a:pt x="42" y="7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4" y="0"/>
                    <a:pt x="30" y="3"/>
                    <a:pt x="29" y="6"/>
                  </a:cubicBezTo>
                  <a:cubicBezTo>
                    <a:pt x="28" y="7"/>
                    <a:pt x="27" y="12"/>
                    <a:pt x="29" y="14"/>
                  </a:cubicBezTo>
                  <a:cubicBezTo>
                    <a:pt x="30" y="15"/>
                    <a:pt x="35" y="23"/>
                    <a:pt x="41" y="14"/>
                  </a:cubicBezTo>
                  <a:close/>
                  <a:moveTo>
                    <a:pt x="15" y="71"/>
                  </a:moveTo>
                  <a:cubicBezTo>
                    <a:pt x="19" y="63"/>
                    <a:pt x="16" y="59"/>
                    <a:pt x="11" y="56"/>
                  </a:cubicBezTo>
                  <a:cubicBezTo>
                    <a:pt x="5" y="54"/>
                    <a:pt x="0" y="66"/>
                    <a:pt x="6" y="71"/>
                  </a:cubicBezTo>
                  <a:cubicBezTo>
                    <a:pt x="6" y="71"/>
                    <a:pt x="13" y="76"/>
                    <a:pt x="15" y="71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9" name="Freeform 1164">
              <a:extLst>
                <a:ext uri="{FF2B5EF4-FFF2-40B4-BE49-F238E27FC236}">
                  <a16:creationId xmlns:a16="http://schemas.microsoft.com/office/drawing/2014/main" id="{9E9EB982-CF43-44F5-80EA-82FEF36A8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995"/>
              <a:ext cx="37" cy="79"/>
            </a:xfrm>
            <a:custGeom>
              <a:avLst/>
              <a:gdLst>
                <a:gd name="T0" fmla="*/ 199 w 16"/>
                <a:gd name="T1" fmla="*/ 286 h 32"/>
                <a:gd name="T2" fmla="*/ 74 w 16"/>
                <a:gd name="T3" fmla="*/ 0 h 32"/>
                <a:gd name="T4" fmla="*/ 28 w 16"/>
                <a:gd name="T5" fmla="*/ 195 h 32"/>
                <a:gd name="T6" fmla="*/ 134 w 16"/>
                <a:gd name="T7" fmla="*/ 439 h 32"/>
                <a:gd name="T8" fmla="*/ 199 w 16"/>
                <a:gd name="T9" fmla="*/ 28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2">
                  <a:moveTo>
                    <a:pt x="16" y="19"/>
                  </a:moveTo>
                  <a:cubicBezTo>
                    <a:pt x="15" y="12"/>
                    <a:pt x="12" y="0"/>
                    <a:pt x="6" y="0"/>
                  </a:cubicBezTo>
                  <a:cubicBezTo>
                    <a:pt x="0" y="0"/>
                    <a:pt x="1" y="5"/>
                    <a:pt x="2" y="13"/>
                  </a:cubicBezTo>
                  <a:cubicBezTo>
                    <a:pt x="2" y="21"/>
                    <a:pt x="8" y="32"/>
                    <a:pt x="11" y="29"/>
                  </a:cubicBezTo>
                  <a:cubicBezTo>
                    <a:pt x="15" y="27"/>
                    <a:pt x="16" y="24"/>
                    <a:pt x="16" y="19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0" name="Freeform 1165">
              <a:extLst>
                <a:ext uri="{FF2B5EF4-FFF2-40B4-BE49-F238E27FC236}">
                  <a16:creationId xmlns:a16="http://schemas.microsoft.com/office/drawing/2014/main" id="{B4BB99C2-D3AA-4D19-AF76-EF2425B8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821"/>
              <a:ext cx="42" cy="69"/>
            </a:xfrm>
            <a:custGeom>
              <a:avLst/>
              <a:gdLst>
                <a:gd name="T0" fmla="*/ 86 w 18"/>
                <a:gd name="T1" fmla="*/ 74 h 28"/>
                <a:gd name="T2" fmla="*/ 65 w 18"/>
                <a:gd name="T3" fmla="*/ 357 h 28"/>
                <a:gd name="T4" fmla="*/ 201 w 18"/>
                <a:gd name="T5" fmla="*/ 315 h 28"/>
                <a:gd name="T6" fmla="*/ 86 w 18"/>
                <a:gd name="T7" fmla="*/ 7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8">
                  <a:moveTo>
                    <a:pt x="7" y="5"/>
                  </a:moveTo>
                  <a:cubicBezTo>
                    <a:pt x="0" y="0"/>
                    <a:pt x="0" y="20"/>
                    <a:pt x="5" y="24"/>
                  </a:cubicBezTo>
                  <a:cubicBezTo>
                    <a:pt x="9" y="28"/>
                    <a:pt x="15" y="27"/>
                    <a:pt x="16" y="21"/>
                  </a:cubicBezTo>
                  <a:cubicBezTo>
                    <a:pt x="18" y="16"/>
                    <a:pt x="15" y="8"/>
                    <a:pt x="7" y="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1" name="Freeform 1166">
              <a:extLst>
                <a:ext uri="{FF2B5EF4-FFF2-40B4-BE49-F238E27FC236}">
                  <a16:creationId xmlns:a16="http://schemas.microsoft.com/office/drawing/2014/main" id="{7C7D5DA5-6B87-402C-BAC8-B6695C7A9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42"/>
              <a:ext cx="1522" cy="1562"/>
            </a:xfrm>
            <a:custGeom>
              <a:avLst/>
              <a:gdLst>
                <a:gd name="T0" fmla="*/ 2649 w 662"/>
                <a:gd name="T1" fmla="*/ 7918 h 637"/>
                <a:gd name="T2" fmla="*/ 2246 w 662"/>
                <a:gd name="T3" fmla="*/ 6447 h 637"/>
                <a:gd name="T4" fmla="*/ 2177 w 662"/>
                <a:gd name="T5" fmla="*/ 5309 h 637"/>
                <a:gd name="T6" fmla="*/ 2226 w 662"/>
                <a:gd name="T7" fmla="*/ 4936 h 637"/>
                <a:gd name="T8" fmla="*/ 2274 w 662"/>
                <a:gd name="T9" fmla="*/ 4671 h 637"/>
                <a:gd name="T10" fmla="*/ 2432 w 662"/>
                <a:gd name="T11" fmla="*/ 4245 h 637"/>
                <a:gd name="T12" fmla="*/ 2506 w 662"/>
                <a:gd name="T13" fmla="*/ 4083 h 637"/>
                <a:gd name="T14" fmla="*/ 2734 w 662"/>
                <a:gd name="T15" fmla="*/ 3715 h 637"/>
                <a:gd name="T16" fmla="*/ 2901 w 662"/>
                <a:gd name="T17" fmla="*/ 3511 h 637"/>
                <a:gd name="T18" fmla="*/ 3292 w 662"/>
                <a:gd name="T19" fmla="*/ 3139 h 637"/>
                <a:gd name="T20" fmla="*/ 3731 w 662"/>
                <a:gd name="T21" fmla="*/ 2891 h 637"/>
                <a:gd name="T22" fmla="*/ 4134 w 662"/>
                <a:gd name="T23" fmla="*/ 2761 h 637"/>
                <a:gd name="T24" fmla="*/ 4460 w 662"/>
                <a:gd name="T25" fmla="*/ 2700 h 637"/>
                <a:gd name="T26" fmla="*/ 4948 w 662"/>
                <a:gd name="T27" fmla="*/ 2712 h 637"/>
                <a:gd name="T28" fmla="*/ 5106 w 662"/>
                <a:gd name="T29" fmla="*/ 2741 h 637"/>
                <a:gd name="T30" fmla="*/ 5591 w 662"/>
                <a:gd name="T31" fmla="*/ 2903 h 637"/>
                <a:gd name="T32" fmla="*/ 5904 w 662"/>
                <a:gd name="T33" fmla="*/ 3077 h 637"/>
                <a:gd name="T34" fmla="*/ 6221 w 662"/>
                <a:gd name="T35" fmla="*/ 3320 h 637"/>
                <a:gd name="T36" fmla="*/ 6511 w 662"/>
                <a:gd name="T37" fmla="*/ 3595 h 637"/>
                <a:gd name="T38" fmla="*/ 6734 w 662"/>
                <a:gd name="T39" fmla="*/ 3818 h 637"/>
                <a:gd name="T40" fmla="*/ 7258 w 662"/>
                <a:gd name="T41" fmla="*/ 4426 h 637"/>
                <a:gd name="T42" fmla="*/ 7279 w 662"/>
                <a:gd name="T43" fmla="*/ 4438 h 637"/>
                <a:gd name="T44" fmla="*/ 7327 w 662"/>
                <a:gd name="T45" fmla="*/ 4497 h 637"/>
                <a:gd name="T46" fmla="*/ 7380 w 662"/>
                <a:gd name="T47" fmla="*/ 4558 h 637"/>
                <a:gd name="T48" fmla="*/ 7438 w 662"/>
                <a:gd name="T49" fmla="*/ 4630 h 637"/>
                <a:gd name="T50" fmla="*/ 7511 w 662"/>
                <a:gd name="T51" fmla="*/ 4703 h 637"/>
                <a:gd name="T52" fmla="*/ 7569 w 662"/>
                <a:gd name="T53" fmla="*/ 4791 h 637"/>
                <a:gd name="T54" fmla="*/ 7633 w 662"/>
                <a:gd name="T55" fmla="*/ 4865 h 637"/>
                <a:gd name="T56" fmla="*/ 7776 w 662"/>
                <a:gd name="T57" fmla="*/ 5044 h 637"/>
                <a:gd name="T58" fmla="*/ 8019 w 662"/>
                <a:gd name="T59" fmla="*/ 5321 h 637"/>
                <a:gd name="T60" fmla="*/ 6649 w 662"/>
                <a:gd name="T61" fmla="*/ 2092 h 637"/>
                <a:gd name="T62" fmla="*/ 4778 w 662"/>
                <a:gd name="T63" fmla="*/ 986 h 637"/>
                <a:gd name="T64" fmla="*/ 3511 w 662"/>
                <a:gd name="T65" fmla="*/ 253 h 637"/>
                <a:gd name="T66" fmla="*/ 3525 w 662"/>
                <a:gd name="T67" fmla="*/ 265 h 637"/>
                <a:gd name="T68" fmla="*/ 3426 w 662"/>
                <a:gd name="T69" fmla="*/ 162 h 637"/>
                <a:gd name="T70" fmla="*/ 2796 w 662"/>
                <a:gd name="T71" fmla="*/ 294 h 637"/>
                <a:gd name="T72" fmla="*/ 2711 w 662"/>
                <a:gd name="T73" fmla="*/ 307 h 637"/>
                <a:gd name="T74" fmla="*/ 2780 w 662"/>
                <a:gd name="T75" fmla="*/ 294 h 637"/>
                <a:gd name="T76" fmla="*/ 2628 w 662"/>
                <a:gd name="T77" fmla="*/ 576 h 637"/>
                <a:gd name="T78" fmla="*/ 2637 w 662"/>
                <a:gd name="T79" fmla="*/ 324 h 637"/>
                <a:gd name="T80" fmla="*/ 2628 w 662"/>
                <a:gd name="T81" fmla="*/ 324 h 637"/>
                <a:gd name="T82" fmla="*/ 2209 w 662"/>
                <a:gd name="T83" fmla="*/ 444 h 637"/>
                <a:gd name="T84" fmla="*/ 1701 w 662"/>
                <a:gd name="T85" fmla="*/ 794 h 637"/>
                <a:gd name="T86" fmla="*/ 1205 w 662"/>
                <a:gd name="T87" fmla="*/ 589 h 637"/>
                <a:gd name="T88" fmla="*/ 1120 w 662"/>
                <a:gd name="T89" fmla="*/ 1329 h 637"/>
                <a:gd name="T90" fmla="*/ 1058 w 662"/>
                <a:gd name="T91" fmla="*/ 1739 h 637"/>
                <a:gd name="T92" fmla="*/ 841 w 662"/>
                <a:gd name="T93" fmla="*/ 1533 h 637"/>
                <a:gd name="T94" fmla="*/ 704 w 662"/>
                <a:gd name="T95" fmla="*/ 1930 h 637"/>
                <a:gd name="T96" fmla="*/ 825 w 662"/>
                <a:gd name="T97" fmla="*/ 2141 h 637"/>
                <a:gd name="T98" fmla="*/ 497 w 662"/>
                <a:gd name="T99" fmla="*/ 2418 h 637"/>
                <a:gd name="T100" fmla="*/ 85 w 662"/>
                <a:gd name="T101" fmla="*/ 2741 h 637"/>
                <a:gd name="T102" fmla="*/ 329 w 662"/>
                <a:gd name="T103" fmla="*/ 3168 h 637"/>
                <a:gd name="T104" fmla="*/ 329 w 662"/>
                <a:gd name="T105" fmla="*/ 3156 h 637"/>
                <a:gd name="T106" fmla="*/ 524 w 662"/>
                <a:gd name="T107" fmla="*/ 3921 h 637"/>
                <a:gd name="T108" fmla="*/ 354 w 662"/>
                <a:gd name="T109" fmla="*/ 3938 h 637"/>
                <a:gd name="T110" fmla="*/ 354 w 662"/>
                <a:gd name="T111" fmla="*/ 3938 h 637"/>
                <a:gd name="T112" fmla="*/ 216 w 662"/>
                <a:gd name="T113" fmla="*/ 4053 h 637"/>
                <a:gd name="T114" fmla="*/ 402 w 662"/>
                <a:gd name="T115" fmla="*/ 4232 h 637"/>
                <a:gd name="T116" fmla="*/ 618 w 662"/>
                <a:gd name="T117" fmla="*/ 4509 h 637"/>
                <a:gd name="T118" fmla="*/ 1205 w 662"/>
                <a:gd name="T119" fmla="*/ 6547 h 637"/>
                <a:gd name="T120" fmla="*/ 3145 w 662"/>
                <a:gd name="T121" fmla="*/ 9392 h 637"/>
                <a:gd name="T122" fmla="*/ 2966 w 662"/>
                <a:gd name="T123" fmla="*/ 8600 h 637"/>
                <a:gd name="T124" fmla="*/ 2938 w 662"/>
                <a:gd name="T125" fmla="*/ 8568 h 63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62" h="637">
                  <a:moveTo>
                    <a:pt x="242" y="580"/>
                  </a:moveTo>
                  <a:cubicBezTo>
                    <a:pt x="234" y="571"/>
                    <a:pt x="224" y="551"/>
                    <a:pt x="218" y="537"/>
                  </a:cubicBezTo>
                  <a:cubicBezTo>
                    <a:pt x="212" y="524"/>
                    <a:pt x="212" y="512"/>
                    <a:pt x="210" y="504"/>
                  </a:cubicBezTo>
                  <a:cubicBezTo>
                    <a:pt x="205" y="491"/>
                    <a:pt x="189" y="449"/>
                    <a:pt x="185" y="437"/>
                  </a:cubicBezTo>
                  <a:cubicBezTo>
                    <a:pt x="177" y="431"/>
                    <a:pt x="172" y="402"/>
                    <a:pt x="172" y="388"/>
                  </a:cubicBezTo>
                  <a:cubicBezTo>
                    <a:pt x="172" y="375"/>
                    <a:pt x="175" y="354"/>
                    <a:pt x="179" y="360"/>
                  </a:cubicBezTo>
                  <a:cubicBezTo>
                    <a:pt x="179" y="360"/>
                    <a:pt x="179" y="360"/>
                    <a:pt x="179" y="360"/>
                  </a:cubicBezTo>
                  <a:cubicBezTo>
                    <a:pt x="179" y="352"/>
                    <a:pt x="181" y="343"/>
                    <a:pt x="183" y="335"/>
                  </a:cubicBezTo>
                  <a:cubicBezTo>
                    <a:pt x="183" y="335"/>
                    <a:pt x="183" y="335"/>
                    <a:pt x="183" y="335"/>
                  </a:cubicBezTo>
                  <a:cubicBezTo>
                    <a:pt x="180" y="327"/>
                    <a:pt x="184" y="313"/>
                    <a:pt x="187" y="317"/>
                  </a:cubicBezTo>
                  <a:cubicBezTo>
                    <a:pt x="187" y="317"/>
                    <a:pt x="187" y="318"/>
                    <a:pt x="187" y="318"/>
                  </a:cubicBezTo>
                  <a:cubicBezTo>
                    <a:pt x="191" y="308"/>
                    <a:pt x="195" y="298"/>
                    <a:pt x="200" y="288"/>
                  </a:cubicBezTo>
                  <a:cubicBezTo>
                    <a:pt x="200" y="281"/>
                    <a:pt x="203" y="274"/>
                    <a:pt x="206" y="279"/>
                  </a:cubicBezTo>
                  <a:cubicBezTo>
                    <a:pt x="206" y="278"/>
                    <a:pt x="206" y="278"/>
                    <a:pt x="206" y="277"/>
                  </a:cubicBezTo>
                  <a:cubicBezTo>
                    <a:pt x="212" y="268"/>
                    <a:pt x="218" y="260"/>
                    <a:pt x="225" y="252"/>
                  </a:cubicBezTo>
                  <a:cubicBezTo>
                    <a:pt x="225" y="252"/>
                    <a:pt x="225" y="252"/>
                    <a:pt x="225" y="252"/>
                  </a:cubicBezTo>
                  <a:cubicBezTo>
                    <a:pt x="224" y="243"/>
                    <a:pt x="232" y="239"/>
                    <a:pt x="233" y="244"/>
                  </a:cubicBezTo>
                  <a:cubicBezTo>
                    <a:pt x="235" y="242"/>
                    <a:pt x="237" y="240"/>
                    <a:pt x="239" y="238"/>
                  </a:cubicBezTo>
                  <a:cubicBezTo>
                    <a:pt x="238" y="233"/>
                    <a:pt x="243" y="229"/>
                    <a:pt x="247" y="231"/>
                  </a:cubicBezTo>
                  <a:cubicBezTo>
                    <a:pt x="254" y="224"/>
                    <a:pt x="262" y="218"/>
                    <a:pt x="271" y="213"/>
                  </a:cubicBezTo>
                  <a:cubicBezTo>
                    <a:pt x="270" y="204"/>
                    <a:pt x="297" y="186"/>
                    <a:pt x="306" y="195"/>
                  </a:cubicBezTo>
                  <a:cubicBezTo>
                    <a:pt x="306" y="195"/>
                    <a:pt x="306" y="196"/>
                    <a:pt x="307" y="196"/>
                  </a:cubicBezTo>
                  <a:cubicBezTo>
                    <a:pt x="314" y="193"/>
                    <a:pt x="321" y="191"/>
                    <a:pt x="329" y="189"/>
                  </a:cubicBezTo>
                  <a:cubicBezTo>
                    <a:pt x="327" y="182"/>
                    <a:pt x="337" y="180"/>
                    <a:pt x="340" y="187"/>
                  </a:cubicBezTo>
                  <a:cubicBezTo>
                    <a:pt x="340" y="187"/>
                    <a:pt x="340" y="187"/>
                    <a:pt x="340" y="187"/>
                  </a:cubicBezTo>
                  <a:cubicBezTo>
                    <a:pt x="349" y="185"/>
                    <a:pt x="358" y="184"/>
                    <a:pt x="367" y="183"/>
                  </a:cubicBezTo>
                  <a:cubicBezTo>
                    <a:pt x="366" y="176"/>
                    <a:pt x="379" y="176"/>
                    <a:pt x="381" y="183"/>
                  </a:cubicBezTo>
                  <a:cubicBezTo>
                    <a:pt x="388" y="183"/>
                    <a:pt x="400" y="184"/>
                    <a:pt x="407" y="184"/>
                  </a:cubicBezTo>
                  <a:cubicBezTo>
                    <a:pt x="407" y="184"/>
                    <a:pt x="407" y="183"/>
                    <a:pt x="407" y="183"/>
                  </a:cubicBezTo>
                  <a:cubicBezTo>
                    <a:pt x="410" y="176"/>
                    <a:pt x="418" y="177"/>
                    <a:pt x="420" y="186"/>
                  </a:cubicBezTo>
                  <a:cubicBezTo>
                    <a:pt x="430" y="188"/>
                    <a:pt x="443" y="191"/>
                    <a:pt x="452" y="195"/>
                  </a:cubicBezTo>
                  <a:cubicBezTo>
                    <a:pt x="453" y="188"/>
                    <a:pt x="458" y="190"/>
                    <a:pt x="460" y="197"/>
                  </a:cubicBezTo>
                  <a:cubicBezTo>
                    <a:pt x="466" y="199"/>
                    <a:pt x="471" y="202"/>
                    <a:pt x="476" y="204"/>
                  </a:cubicBezTo>
                  <a:cubicBezTo>
                    <a:pt x="478" y="203"/>
                    <a:pt x="484" y="204"/>
                    <a:pt x="486" y="209"/>
                  </a:cubicBezTo>
                  <a:cubicBezTo>
                    <a:pt x="491" y="212"/>
                    <a:pt x="496" y="214"/>
                    <a:pt x="501" y="217"/>
                  </a:cubicBezTo>
                  <a:cubicBezTo>
                    <a:pt x="505" y="220"/>
                    <a:pt x="508" y="222"/>
                    <a:pt x="512" y="225"/>
                  </a:cubicBezTo>
                  <a:cubicBezTo>
                    <a:pt x="513" y="221"/>
                    <a:pt x="521" y="224"/>
                    <a:pt x="523" y="232"/>
                  </a:cubicBezTo>
                  <a:cubicBezTo>
                    <a:pt x="527" y="236"/>
                    <a:pt x="532" y="240"/>
                    <a:pt x="536" y="244"/>
                  </a:cubicBezTo>
                  <a:cubicBezTo>
                    <a:pt x="537" y="245"/>
                    <a:pt x="544" y="251"/>
                    <a:pt x="550" y="256"/>
                  </a:cubicBezTo>
                  <a:cubicBezTo>
                    <a:pt x="552" y="257"/>
                    <a:pt x="553" y="258"/>
                    <a:pt x="554" y="259"/>
                  </a:cubicBezTo>
                  <a:cubicBezTo>
                    <a:pt x="563" y="263"/>
                    <a:pt x="576" y="276"/>
                    <a:pt x="586" y="289"/>
                  </a:cubicBezTo>
                  <a:cubicBezTo>
                    <a:pt x="590" y="292"/>
                    <a:pt x="593" y="295"/>
                    <a:pt x="597" y="300"/>
                  </a:cubicBezTo>
                  <a:cubicBezTo>
                    <a:pt x="597" y="300"/>
                    <a:pt x="597" y="300"/>
                    <a:pt x="598" y="300"/>
                  </a:cubicBezTo>
                  <a:cubicBezTo>
                    <a:pt x="598" y="300"/>
                    <a:pt x="598" y="301"/>
                    <a:pt x="599" y="301"/>
                  </a:cubicBezTo>
                  <a:cubicBezTo>
                    <a:pt x="599" y="301"/>
                    <a:pt x="599" y="301"/>
                    <a:pt x="599" y="302"/>
                  </a:cubicBezTo>
                  <a:cubicBezTo>
                    <a:pt x="600" y="303"/>
                    <a:pt x="601" y="304"/>
                    <a:pt x="603" y="305"/>
                  </a:cubicBezTo>
                  <a:cubicBezTo>
                    <a:pt x="603" y="305"/>
                    <a:pt x="604" y="306"/>
                    <a:pt x="605" y="307"/>
                  </a:cubicBezTo>
                  <a:cubicBezTo>
                    <a:pt x="606" y="308"/>
                    <a:pt x="606" y="309"/>
                    <a:pt x="607" y="309"/>
                  </a:cubicBezTo>
                  <a:cubicBezTo>
                    <a:pt x="609" y="311"/>
                    <a:pt x="610" y="312"/>
                    <a:pt x="611" y="313"/>
                  </a:cubicBezTo>
                  <a:cubicBezTo>
                    <a:pt x="612" y="314"/>
                    <a:pt x="612" y="314"/>
                    <a:pt x="612" y="314"/>
                  </a:cubicBezTo>
                  <a:cubicBezTo>
                    <a:pt x="614" y="316"/>
                    <a:pt x="615" y="317"/>
                    <a:pt x="617" y="318"/>
                  </a:cubicBezTo>
                  <a:cubicBezTo>
                    <a:pt x="617" y="319"/>
                    <a:pt x="617" y="319"/>
                    <a:pt x="618" y="319"/>
                  </a:cubicBezTo>
                  <a:cubicBezTo>
                    <a:pt x="619" y="321"/>
                    <a:pt x="620" y="322"/>
                    <a:pt x="622" y="324"/>
                  </a:cubicBezTo>
                  <a:cubicBezTo>
                    <a:pt x="622" y="324"/>
                    <a:pt x="623" y="324"/>
                    <a:pt x="623" y="325"/>
                  </a:cubicBezTo>
                  <a:cubicBezTo>
                    <a:pt x="625" y="326"/>
                    <a:pt x="626" y="328"/>
                    <a:pt x="628" y="329"/>
                  </a:cubicBezTo>
                  <a:cubicBezTo>
                    <a:pt x="628" y="330"/>
                    <a:pt x="628" y="330"/>
                    <a:pt x="628" y="330"/>
                  </a:cubicBezTo>
                  <a:cubicBezTo>
                    <a:pt x="632" y="334"/>
                    <a:pt x="636" y="337"/>
                    <a:pt x="640" y="341"/>
                  </a:cubicBezTo>
                  <a:cubicBezTo>
                    <a:pt x="640" y="341"/>
                    <a:pt x="640" y="341"/>
                    <a:pt x="640" y="342"/>
                  </a:cubicBezTo>
                  <a:cubicBezTo>
                    <a:pt x="640" y="342"/>
                    <a:pt x="640" y="342"/>
                    <a:pt x="640" y="342"/>
                  </a:cubicBezTo>
                  <a:cubicBezTo>
                    <a:pt x="645" y="346"/>
                    <a:pt x="652" y="353"/>
                    <a:pt x="660" y="361"/>
                  </a:cubicBezTo>
                  <a:cubicBezTo>
                    <a:pt x="661" y="358"/>
                    <a:pt x="661" y="354"/>
                    <a:pt x="661" y="349"/>
                  </a:cubicBezTo>
                  <a:cubicBezTo>
                    <a:pt x="662" y="294"/>
                    <a:pt x="628" y="192"/>
                    <a:pt x="547" y="142"/>
                  </a:cubicBezTo>
                  <a:cubicBezTo>
                    <a:pt x="548" y="143"/>
                    <a:pt x="550" y="144"/>
                    <a:pt x="552" y="145"/>
                  </a:cubicBezTo>
                  <a:cubicBezTo>
                    <a:pt x="498" y="107"/>
                    <a:pt x="396" y="69"/>
                    <a:pt x="393" y="67"/>
                  </a:cubicBezTo>
                  <a:cubicBezTo>
                    <a:pt x="372" y="56"/>
                    <a:pt x="338" y="40"/>
                    <a:pt x="297" y="35"/>
                  </a:cubicBezTo>
                  <a:cubicBezTo>
                    <a:pt x="290" y="34"/>
                    <a:pt x="290" y="23"/>
                    <a:pt x="289" y="17"/>
                  </a:cubicBezTo>
                  <a:cubicBezTo>
                    <a:pt x="290" y="18"/>
                    <a:pt x="291" y="18"/>
                    <a:pt x="293" y="18"/>
                  </a:cubicBezTo>
                  <a:cubicBezTo>
                    <a:pt x="292" y="18"/>
                    <a:pt x="291" y="18"/>
                    <a:pt x="290" y="18"/>
                  </a:cubicBezTo>
                  <a:cubicBezTo>
                    <a:pt x="290" y="18"/>
                    <a:pt x="290" y="18"/>
                    <a:pt x="290" y="18"/>
                  </a:cubicBezTo>
                  <a:cubicBezTo>
                    <a:pt x="288" y="15"/>
                    <a:pt x="286" y="13"/>
                    <a:pt x="282" y="11"/>
                  </a:cubicBezTo>
                  <a:cubicBezTo>
                    <a:pt x="274" y="7"/>
                    <a:pt x="231" y="0"/>
                    <a:pt x="229" y="15"/>
                  </a:cubicBezTo>
                  <a:cubicBezTo>
                    <a:pt x="228" y="17"/>
                    <a:pt x="230" y="19"/>
                    <a:pt x="230" y="20"/>
                  </a:cubicBezTo>
                  <a:cubicBezTo>
                    <a:pt x="228" y="20"/>
                    <a:pt x="226" y="20"/>
                    <a:pt x="224" y="21"/>
                  </a:cubicBezTo>
                  <a:cubicBezTo>
                    <a:pt x="223" y="21"/>
                    <a:pt x="223" y="21"/>
                    <a:pt x="223" y="21"/>
                  </a:cubicBezTo>
                  <a:cubicBezTo>
                    <a:pt x="223" y="21"/>
                    <a:pt x="223" y="21"/>
                    <a:pt x="223" y="21"/>
                  </a:cubicBezTo>
                  <a:cubicBezTo>
                    <a:pt x="225" y="20"/>
                    <a:pt x="227" y="20"/>
                    <a:pt x="229" y="20"/>
                  </a:cubicBezTo>
                  <a:cubicBezTo>
                    <a:pt x="231" y="23"/>
                    <a:pt x="234" y="35"/>
                    <a:pt x="234" y="35"/>
                  </a:cubicBezTo>
                  <a:cubicBezTo>
                    <a:pt x="228" y="36"/>
                    <a:pt x="222" y="37"/>
                    <a:pt x="216" y="39"/>
                  </a:cubicBezTo>
                  <a:cubicBezTo>
                    <a:pt x="215" y="35"/>
                    <a:pt x="215" y="29"/>
                    <a:pt x="216" y="22"/>
                  </a:cubicBezTo>
                  <a:cubicBezTo>
                    <a:pt x="216" y="22"/>
                    <a:pt x="216" y="22"/>
                    <a:pt x="217" y="22"/>
                  </a:cubicBezTo>
                  <a:cubicBezTo>
                    <a:pt x="216" y="22"/>
                    <a:pt x="216" y="22"/>
                    <a:pt x="216" y="22"/>
                  </a:cubicBezTo>
                  <a:cubicBezTo>
                    <a:pt x="216" y="22"/>
                    <a:pt x="216" y="22"/>
                    <a:pt x="216" y="22"/>
                  </a:cubicBezTo>
                  <a:cubicBezTo>
                    <a:pt x="211" y="12"/>
                    <a:pt x="209" y="7"/>
                    <a:pt x="191" y="6"/>
                  </a:cubicBezTo>
                  <a:cubicBezTo>
                    <a:pt x="173" y="4"/>
                    <a:pt x="176" y="16"/>
                    <a:pt x="182" y="30"/>
                  </a:cubicBezTo>
                  <a:cubicBezTo>
                    <a:pt x="182" y="31"/>
                    <a:pt x="182" y="32"/>
                    <a:pt x="183" y="33"/>
                  </a:cubicBezTo>
                  <a:cubicBezTo>
                    <a:pt x="169" y="38"/>
                    <a:pt x="155" y="45"/>
                    <a:pt x="140" y="54"/>
                  </a:cubicBezTo>
                  <a:cubicBezTo>
                    <a:pt x="139" y="51"/>
                    <a:pt x="139" y="47"/>
                    <a:pt x="137" y="42"/>
                  </a:cubicBezTo>
                  <a:cubicBezTo>
                    <a:pt x="132" y="30"/>
                    <a:pt x="113" y="36"/>
                    <a:pt x="99" y="40"/>
                  </a:cubicBezTo>
                  <a:cubicBezTo>
                    <a:pt x="87" y="44"/>
                    <a:pt x="76" y="40"/>
                    <a:pt x="78" y="52"/>
                  </a:cubicBezTo>
                  <a:cubicBezTo>
                    <a:pt x="81" y="70"/>
                    <a:pt x="89" y="81"/>
                    <a:pt x="92" y="90"/>
                  </a:cubicBezTo>
                  <a:cubicBezTo>
                    <a:pt x="97" y="94"/>
                    <a:pt x="100" y="101"/>
                    <a:pt x="101" y="104"/>
                  </a:cubicBezTo>
                  <a:cubicBezTo>
                    <a:pt x="96" y="109"/>
                    <a:pt x="92" y="114"/>
                    <a:pt x="87" y="118"/>
                  </a:cubicBezTo>
                  <a:cubicBezTo>
                    <a:pt x="87" y="119"/>
                    <a:pt x="80" y="115"/>
                    <a:pt x="76" y="108"/>
                  </a:cubicBezTo>
                  <a:cubicBezTo>
                    <a:pt x="73" y="106"/>
                    <a:pt x="70" y="105"/>
                    <a:pt x="69" y="104"/>
                  </a:cubicBezTo>
                  <a:cubicBezTo>
                    <a:pt x="62" y="103"/>
                    <a:pt x="51" y="95"/>
                    <a:pt x="44" y="109"/>
                  </a:cubicBezTo>
                  <a:cubicBezTo>
                    <a:pt x="41" y="116"/>
                    <a:pt x="49" y="124"/>
                    <a:pt x="58" y="131"/>
                  </a:cubicBezTo>
                  <a:cubicBezTo>
                    <a:pt x="58" y="131"/>
                    <a:pt x="58" y="131"/>
                    <a:pt x="58" y="131"/>
                  </a:cubicBezTo>
                  <a:cubicBezTo>
                    <a:pt x="64" y="137"/>
                    <a:pt x="69" y="143"/>
                    <a:pt x="68" y="145"/>
                  </a:cubicBezTo>
                  <a:cubicBezTo>
                    <a:pt x="63" y="153"/>
                    <a:pt x="59" y="160"/>
                    <a:pt x="56" y="169"/>
                  </a:cubicBezTo>
                  <a:cubicBezTo>
                    <a:pt x="55" y="170"/>
                    <a:pt x="41" y="164"/>
                    <a:pt x="41" y="164"/>
                  </a:cubicBezTo>
                  <a:cubicBezTo>
                    <a:pt x="38" y="160"/>
                    <a:pt x="35" y="156"/>
                    <a:pt x="31" y="154"/>
                  </a:cubicBezTo>
                  <a:cubicBezTo>
                    <a:pt x="14" y="142"/>
                    <a:pt x="8" y="173"/>
                    <a:pt x="7" y="186"/>
                  </a:cubicBezTo>
                  <a:cubicBezTo>
                    <a:pt x="6" y="204"/>
                    <a:pt x="13" y="209"/>
                    <a:pt x="27" y="214"/>
                  </a:cubicBezTo>
                  <a:cubicBezTo>
                    <a:pt x="27" y="214"/>
                    <a:pt x="27" y="214"/>
                    <a:pt x="27" y="215"/>
                  </a:cubicBezTo>
                  <a:cubicBezTo>
                    <a:pt x="27" y="215"/>
                    <a:pt x="27" y="215"/>
                    <a:pt x="27" y="215"/>
                  </a:cubicBezTo>
                  <a:cubicBezTo>
                    <a:pt x="27" y="215"/>
                    <a:pt x="27" y="214"/>
                    <a:pt x="27" y="214"/>
                  </a:cubicBezTo>
                  <a:cubicBezTo>
                    <a:pt x="34" y="213"/>
                    <a:pt x="43" y="221"/>
                    <a:pt x="42" y="223"/>
                  </a:cubicBezTo>
                  <a:cubicBezTo>
                    <a:pt x="41" y="237"/>
                    <a:pt x="41" y="252"/>
                    <a:pt x="43" y="266"/>
                  </a:cubicBezTo>
                  <a:cubicBezTo>
                    <a:pt x="43" y="267"/>
                    <a:pt x="32" y="270"/>
                    <a:pt x="29" y="267"/>
                  </a:cubicBezTo>
                  <a:cubicBezTo>
                    <a:pt x="29" y="267"/>
                    <a:pt x="29" y="267"/>
                    <a:pt x="29" y="267"/>
                  </a:cubicBezTo>
                  <a:cubicBezTo>
                    <a:pt x="29" y="267"/>
                    <a:pt x="29" y="267"/>
                    <a:pt x="29" y="267"/>
                  </a:cubicBezTo>
                  <a:cubicBezTo>
                    <a:pt x="29" y="267"/>
                    <a:pt x="29" y="267"/>
                    <a:pt x="29" y="267"/>
                  </a:cubicBezTo>
                  <a:cubicBezTo>
                    <a:pt x="22" y="263"/>
                    <a:pt x="15" y="242"/>
                    <a:pt x="7" y="248"/>
                  </a:cubicBezTo>
                  <a:cubicBezTo>
                    <a:pt x="0" y="253"/>
                    <a:pt x="14" y="271"/>
                    <a:pt x="18" y="275"/>
                  </a:cubicBezTo>
                  <a:cubicBezTo>
                    <a:pt x="21" y="279"/>
                    <a:pt x="28" y="284"/>
                    <a:pt x="34" y="289"/>
                  </a:cubicBezTo>
                  <a:cubicBezTo>
                    <a:pt x="33" y="288"/>
                    <a:pt x="33" y="288"/>
                    <a:pt x="33" y="287"/>
                  </a:cubicBezTo>
                  <a:cubicBezTo>
                    <a:pt x="36" y="289"/>
                    <a:pt x="42" y="290"/>
                    <a:pt x="46" y="294"/>
                  </a:cubicBezTo>
                  <a:cubicBezTo>
                    <a:pt x="50" y="298"/>
                    <a:pt x="51" y="304"/>
                    <a:pt x="51" y="306"/>
                  </a:cubicBezTo>
                  <a:cubicBezTo>
                    <a:pt x="58" y="327"/>
                    <a:pt x="80" y="394"/>
                    <a:pt x="99" y="444"/>
                  </a:cubicBezTo>
                  <a:cubicBezTo>
                    <a:pt x="99" y="444"/>
                    <a:pt x="99" y="444"/>
                    <a:pt x="99" y="444"/>
                  </a:cubicBezTo>
                  <a:cubicBezTo>
                    <a:pt x="117" y="507"/>
                    <a:pt x="158" y="567"/>
                    <a:pt x="217" y="613"/>
                  </a:cubicBezTo>
                  <a:cubicBezTo>
                    <a:pt x="231" y="623"/>
                    <a:pt x="245" y="631"/>
                    <a:pt x="259" y="637"/>
                  </a:cubicBezTo>
                  <a:cubicBezTo>
                    <a:pt x="257" y="625"/>
                    <a:pt x="254" y="614"/>
                    <a:pt x="251" y="603"/>
                  </a:cubicBezTo>
                  <a:cubicBezTo>
                    <a:pt x="249" y="596"/>
                    <a:pt x="244" y="583"/>
                    <a:pt x="244" y="583"/>
                  </a:cubicBezTo>
                  <a:cubicBezTo>
                    <a:pt x="244" y="583"/>
                    <a:pt x="244" y="583"/>
                    <a:pt x="244" y="583"/>
                  </a:cubicBezTo>
                  <a:cubicBezTo>
                    <a:pt x="242" y="580"/>
                    <a:pt x="242" y="581"/>
                    <a:pt x="242" y="58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2" name="Freeform 1167">
              <a:extLst>
                <a:ext uri="{FF2B5EF4-FFF2-40B4-BE49-F238E27FC236}">
                  <a16:creationId xmlns:a16="http://schemas.microsoft.com/office/drawing/2014/main" id="{559C2355-84CB-4C4C-A4A3-300BEF515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346"/>
              <a:ext cx="74" cy="149"/>
            </a:xfrm>
            <a:custGeom>
              <a:avLst/>
              <a:gdLst>
                <a:gd name="T0" fmla="*/ 236 w 32"/>
                <a:gd name="T1" fmla="*/ 305 h 61"/>
                <a:gd name="T2" fmla="*/ 160 w 32"/>
                <a:gd name="T3" fmla="*/ 103 h 61"/>
                <a:gd name="T4" fmla="*/ 0 w 32"/>
                <a:gd name="T5" fmla="*/ 0 h 61"/>
                <a:gd name="T6" fmla="*/ 12 w 32"/>
                <a:gd name="T7" fmla="*/ 29 h 61"/>
                <a:gd name="T8" fmla="*/ 12 w 32"/>
                <a:gd name="T9" fmla="*/ 29 h 61"/>
                <a:gd name="T10" fmla="*/ 273 w 32"/>
                <a:gd name="T11" fmla="*/ 716 h 61"/>
                <a:gd name="T12" fmla="*/ 395 w 32"/>
                <a:gd name="T13" fmla="*/ 889 h 61"/>
                <a:gd name="T14" fmla="*/ 236 w 32"/>
                <a:gd name="T15" fmla="*/ 30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1">
                  <a:moveTo>
                    <a:pt x="19" y="21"/>
                  </a:moveTo>
                  <a:cubicBezTo>
                    <a:pt x="19" y="19"/>
                    <a:pt x="17" y="12"/>
                    <a:pt x="13" y="7"/>
                  </a:cubicBezTo>
                  <a:cubicBezTo>
                    <a:pt x="9" y="3"/>
                    <a:pt x="3" y="2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5" y="19"/>
                    <a:pt x="13" y="35"/>
                    <a:pt x="22" y="49"/>
                  </a:cubicBezTo>
                  <a:cubicBezTo>
                    <a:pt x="26" y="54"/>
                    <a:pt x="29" y="58"/>
                    <a:pt x="32" y="61"/>
                  </a:cubicBezTo>
                  <a:cubicBezTo>
                    <a:pt x="27" y="44"/>
                    <a:pt x="22" y="30"/>
                    <a:pt x="19" y="2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3" name="Freeform 1168">
              <a:extLst>
                <a:ext uri="{FF2B5EF4-FFF2-40B4-BE49-F238E27FC236}">
                  <a16:creationId xmlns:a16="http://schemas.microsoft.com/office/drawing/2014/main" id="{4D004B7D-53B7-4D57-BEF3-9739AA605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179"/>
              <a:ext cx="175" cy="532"/>
            </a:xfrm>
            <a:custGeom>
              <a:avLst/>
              <a:gdLst>
                <a:gd name="T0" fmla="*/ 37 w 76"/>
                <a:gd name="T1" fmla="*/ 3077 h 217"/>
                <a:gd name="T2" fmla="*/ 85 w 76"/>
                <a:gd name="T3" fmla="*/ 3126 h 217"/>
                <a:gd name="T4" fmla="*/ 318 w 76"/>
                <a:gd name="T5" fmla="*/ 2579 h 217"/>
                <a:gd name="T6" fmla="*/ 758 w 76"/>
                <a:gd name="T7" fmla="*/ 853 h 217"/>
                <a:gd name="T8" fmla="*/ 599 w 76"/>
                <a:gd name="T9" fmla="*/ 488 h 217"/>
                <a:gd name="T10" fmla="*/ 403 w 76"/>
                <a:gd name="T11" fmla="*/ 12 h 217"/>
                <a:gd name="T12" fmla="*/ 431 w 76"/>
                <a:gd name="T13" fmla="*/ 782 h 217"/>
                <a:gd name="T14" fmla="*/ 216 w 76"/>
                <a:gd name="T15" fmla="*/ 1738 h 217"/>
                <a:gd name="T16" fmla="*/ 94 w 76"/>
                <a:gd name="T17" fmla="*/ 2699 h 217"/>
                <a:gd name="T18" fmla="*/ 37 w 76"/>
                <a:gd name="T19" fmla="*/ 3077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217">
                  <a:moveTo>
                    <a:pt x="3" y="209"/>
                  </a:moveTo>
                  <a:cubicBezTo>
                    <a:pt x="0" y="217"/>
                    <a:pt x="3" y="217"/>
                    <a:pt x="7" y="212"/>
                  </a:cubicBezTo>
                  <a:cubicBezTo>
                    <a:pt x="14" y="203"/>
                    <a:pt x="19" y="190"/>
                    <a:pt x="26" y="175"/>
                  </a:cubicBezTo>
                  <a:cubicBezTo>
                    <a:pt x="37" y="151"/>
                    <a:pt x="76" y="99"/>
                    <a:pt x="62" y="58"/>
                  </a:cubicBezTo>
                  <a:cubicBezTo>
                    <a:pt x="60" y="54"/>
                    <a:pt x="53" y="45"/>
                    <a:pt x="49" y="33"/>
                  </a:cubicBezTo>
                  <a:cubicBezTo>
                    <a:pt x="45" y="22"/>
                    <a:pt x="38" y="2"/>
                    <a:pt x="33" y="1"/>
                  </a:cubicBezTo>
                  <a:cubicBezTo>
                    <a:pt x="28" y="0"/>
                    <a:pt x="42" y="24"/>
                    <a:pt x="35" y="53"/>
                  </a:cubicBezTo>
                  <a:cubicBezTo>
                    <a:pt x="28" y="82"/>
                    <a:pt x="19" y="91"/>
                    <a:pt x="18" y="118"/>
                  </a:cubicBezTo>
                  <a:cubicBezTo>
                    <a:pt x="17" y="144"/>
                    <a:pt x="14" y="167"/>
                    <a:pt x="8" y="183"/>
                  </a:cubicBezTo>
                  <a:cubicBezTo>
                    <a:pt x="5" y="191"/>
                    <a:pt x="6" y="202"/>
                    <a:pt x="3" y="209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4" name="Freeform 1169">
              <a:extLst>
                <a:ext uri="{FF2B5EF4-FFF2-40B4-BE49-F238E27FC236}">
                  <a16:creationId xmlns:a16="http://schemas.microsoft.com/office/drawing/2014/main" id="{00644415-1FAE-4729-8E0E-EB0EB9ADD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748"/>
              <a:ext cx="312" cy="463"/>
            </a:xfrm>
            <a:custGeom>
              <a:avLst/>
              <a:gdLst>
                <a:gd name="T0" fmla="*/ 1521 w 136"/>
                <a:gd name="T1" fmla="*/ 2131 h 189"/>
                <a:gd name="T2" fmla="*/ 1521 w 136"/>
                <a:gd name="T3" fmla="*/ 2058 h 189"/>
                <a:gd name="T4" fmla="*/ 1510 w 136"/>
                <a:gd name="T5" fmla="*/ 2058 h 189"/>
                <a:gd name="T6" fmla="*/ 1496 w 136"/>
                <a:gd name="T7" fmla="*/ 1296 h 189"/>
                <a:gd name="T8" fmla="*/ 830 w 136"/>
                <a:gd name="T9" fmla="*/ 576 h 189"/>
                <a:gd name="T10" fmla="*/ 48 w 136"/>
                <a:gd name="T11" fmla="*/ 29 h 189"/>
                <a:gd name="T12" fmla="*/ 73 w 136"/>
                <a:gd name="T13" fmla="*/ 174 h 189"/>
                <a:gd name="T14" fmla="*/ 615 w 136"/>
                <a:gd name="T15" fmla="*/ 870 h 189"/>
                <a:gd name="T16" fmla="*/ 1159 w 136"/>
                <a:gd name="T17" fmla="*/ 1734 h 189"/>
                <a:gd name="T18" fmla="*/ 1399 w 136"/>
                <a:gd name="T19" fmla="*/ 2293 h 189"/>
                <a:gd name="T20" fmla="*/ 1510 w 136"/>
                <a:gd name="T21" fmla="*/ 2513 h 189"/>
                <a:gd name="T22" fmla="*/ 1521 w 136"/>
                <a:gd name="T23" fmla="*/ 2131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6" h="189">
                  <a:moveTo>
                    <a:pt x="126" y="145"/>
                  </a:moveTo>
                  <a:cubicBezTo>
                    <a:pt x="126" y="143"/>
                    <a:pt x="126" y="142"/>
                    <a:pt x="126" y="140"/>
                  </a:cubicBezTo>
                  <a:cubicBezTo>
                    <a:pt x="125" y="140"/>
                    <a:pt x="125" y="140"/>
                    <a:pt x="125" y="140"/>
                  </a:cubicBezTo>
                  <a:cubicBezTo>
                    <a:pt x="121" y="117"/>
                    <a:pt x="131" y="116"/>
                    <a:pt x="124" y="88"/>
                  </a:cubicBezTo>
                  <a:cubicBezTo>
                    <a:pt x="116" y="60"/>
                    <a:pt x="99" y="55"/>
                    <a:pt x="69" y="39"/>
                  </a:cubicBezTo>
                  <a:cubicBezTo>
                    <a:pt x="44" y="25"/>
                    <a:pt x="19" y="11"/>
                    <a:pt x="4" y="2"/>
                  </a:cubicBezTo>
                  <a:cubicBezTo>
                    <a:pt x="0" y="0"/>
                    <a:pt x="1" y="9"/>
                    <a:pt x="6" y="12"/>
                  </a:cubicBezTo>
                  <a:cubicBezTo>
                    <a:pt x="18" y="22"/>
                    <a:pt x="31" y="41"/>
                    <a:pt x="51" y="59"/>
                  </a:cubicBezTo>
                  <a:cubicBezTo>
                    <a:pt x="79" y="83"/>
                    <a:pt x="89" y="102"/>
                    <a:pt x="96" y="118"/>
                  </a:cubicBezTo>
                  <a:cubicBezTo>
                    <a:pt x="98" y="125"/>
                    <a:pt x="107" y="140"/>
                    <a:pt x="116" y="156"/>
                  </a:cubicBezTo>
                  <a:cubicBezTo>
                    <a:pt x="119" y="161"/>
                    <a:pt x="122" y="167"/>
                    <a:pt x="125" y="171"/>
                  </a:cubicBezTo>
                  <a:cubicBezTo>
                    <a:pt x="136" y="189"/>
                    <a:pt x="128" y="154"/>
                    <a:pt x="126" y="145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5" name="Freeform 1170">
              <a:extLst>
                <a:ext uri="{FF2B5EF4-FFF2-40B4-BE49-F238E27FC236}">
                  <a16:creationId xmlns:a16="http://schemas.microsoft.com/office/drawing/2014/main" id="{94A60B29-DB43-4C9E-B4E1-357CF2AAF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630"/>
              <a:ext cx="414" cy="150"/>
            </a:xfrm>
            <a:custGeom>
              <a:avLst/>
              <a:gdLst>
                <a:gd name="T0" fmla="*/ 2164 w 180"/>
                <a:gd name="T1" fmla="*/ 743 h 61"/>
                <a:gd name="T2" fmla="*/ 1403 w 180"/>
                <a:gd name="T3" fmla="*/ 150 h 61"/>
                <a:gd name="T4" fmla="*/ 545 w 180"/>
                <a:gd name="T5" fmla="*/ 133 h 61"/>
                <a:gd name="T6" fmla="*/ 170 w 180"/>
                <a:gd name="T7" fmla="*/ 295 h 61"/>
                <a:gd name="T8" fmla="*/ 269 w 180"/>
                <a:gd name="T9" fmla="*/ 430 h 61"/>
                <a:gd name="T10" fmla="*/ 1070 w 180"/>
                <a:gd name="T11" fmla="*/ 846 h 61"/>
                <a:gd name="T12" fmla="*/ 1900 w 180"/>
                <a:gd name="T13" fmla="*/ 804 h 61"/>
                <a:gd name="T14" fmla="*/ 2164 w 180"/>
                <a:gd name="T15" fmla="*/ 74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61">
                  <a:moveTo>
                    <a:pt x="178" y="50"/>
                  </a:moveTo>
                  <a:cubicBezTo>
                    <a:pt x="165" y="36"/>
                    <a:pt x="137" y="20"/>
                    <a:pt x="115" y="10"/>
                  </a:cubicBezTo>
                  <a:cubicBezTo>
                    <a:pt x="94" y="0"/>
                    <a:pt x="72" y="1"/>
                    <a:pt x="45" y="9"/>
                  </a:cubicBezTo>
                  <a:cubicBezTo>
                    <a:pt x="32" y="13"/>
                    <a:pt x="22" y="16"/>
                    <a:pt x="14" y="20"/>
                  </a:cubicBezTo>
                  <a:cubicBezTo>
                    <a:pt x="5" y="23"/>
                    <a:pt x="0" y="28"/>
                    <a:pt x="22" y="29"/>
                  </a:cubicBezTo>
                  <a:cubicBezTo>
                    <a:pt x="44" y="30"/>
                    <a:pt x="46" y="60"/>
                    <a:pt x="88" y="57"/>
                  </a:cubicBezTo>
                  <a:cubicBezTo>
                    <a:pt x="130" y="54"/>
                    <a:pt x="131" y="48"/>
                    <a:pt x="156" y="54"/>
                  </a:cubicBezTo>
                  <a:cubicBezTo>
                    <a:pt x="180" y="61"/>
                    <a:pt x="179" y="52"/>
                    <a:pt x="178" y="5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6" name="Freeform 1171">
              <a:extLst>
                <a:ext uri="{FF2B5EF4-FFF2-40B4-BE49-F238E27FC236}">
                  <a16:creationId xmlns:a16="http://schemas.microsoft.com/office/drawing/2014/main" id="{7ABCFB44-1CD9-4958-9E06-CECEA5B01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677"/>
              <a:ext cx="379" cy="233"/>
            </a:xfrm>
            <a:custGeom>
              <a:avLst/>
              <a:gdLst>
                <a:gd name="T0" fmla="*/ 1757 w 165"/>
                <a:gd name="T1" fmla="*/ 132 h 95"/>
                <a:gd name="T2" fmla="*/ 1805 w 165"/>
                <a:gd name="T3" fmla="*/ 12 h 95"/>
                <a:gd name="T4" fmla="*/ 749 w 165"/>
                <a:gd name="T5" fmla="*/ 191 h 95"/>
                <a:gd name="T6" fmla="*/ 179 w 165"/>
                <a:gd name="T7" fmla="*/ 1077 h 95"/>
                <a:gd name="T8" fmla="*/ 216 w 165"/>
                <a:gd name="T9" fmla="*/ 1251 h 95"/>
                <a:gd name="T10" fmla="*/ 786 w 165"/>
                <a:gd name="T11" fmla="*/ 873 h 95"/>
                <a:gd name="T12" fmla="*/ 1757 w 165"/>
                <a:gd name="T13" fmla="*/ 13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5" h="95">
                  <a:moveTo>
                    <a:pt x="145" y="9"/>
                  </a:moveTo>
                  <a:cubicBezTo>
                    <a:pt x="153" y="8"/>
                    <a:pt x="165" y="0"/>
                    <a:pt x="149" y="1"/>
                  </a:cubicBezTo>
                  <a:cubicBezTo>
                    <a:pt x="133" y="1"/>
                    <a:pt x="93" y="6"/>
                    <a:pt x="62" y="13"/>
                  </a:cubicBezTo>
                  <a:cubicBezTo>
                    <a:pt x="32" y="19"/>
                    <a:pt x="29" y="56"/>
                    <a:pt x="15" y="73"/>
                  </a:cubicBezTo>
                  <a:cubicBezTo>
                    <a:pt x="0" y="90"/>
                    <a:pt x="4" y="95"/>
                    <a:pt x="18" y="85"/>
                  </a:cubicBezTo>
                  <a:cubicBezTo>
                    <a:pt x="33" y="74"/>
                    <a:pt x="36" y="66"/>
                    <a:pt x="65" y="59"/>
                  </a:cubicBezTo>
                  <a:cubicBezTo>
                    <a:pt x="95" y="52"/>
                    <a:pt x="136" y="11"/>
                    <a:pt x="145" y="9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7" name="Freeform 1172">
              <a:extLst>
                <a:ext uri="{FF2B5EF4-FFF2-40B4-BE49-F238E27FC236}">
                  <a16:creationId xmlns:a16="http://schemas.microsoft.com/office/drawing/2014/main" id="{59B350D1-2E8F-427A-8B78-FF6086A0E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895"/>
              <a:ext cx="195" cy="427"/>
            </a:xfrm>
            <a:custGeom>
              <a:avLst/>
              <a:gdLst>
                <a:gd name="T0" fmla="*/ 411 w 85"/>
                <a:gd name="T1" fmla="*/ 2366 h 174"/>
                <a:gd name="T2" fmla="*/ 606 w 85"/>
                <a:gd name="T3" fmla="*/ 1627 h 174"/>
                <a:gd name="T4" fmla="*/ 821 w 85"/>
                <a:gd name="T5" fmla="*/ 501 h 174"/>
                <a:gd name="T6" fmla="*/ 968 w 85"/>
                <a:gd name="T7" fmla="*/ 150 h 174"/>
                <a:gd name="T8" fmla="*/ 980 w 85"/>
                <a:gd name="T9" fmla="*/ 12 h 174"/>
                <a:gd name="T10" fmla="*/ 691 w 85"/>
                <a:gd name="T11" fmla="*/ 314 h 174"/>
                <a:gd name="T12" fmla="*/ 94 w 85"/>
                <a:gd name="T13" fmla="*/ 1301 h 174"/>
                <a:gd name="T14" fmla="*/ 243 w 85"/>
                <a:gd name="T15" fmla="*/ 2452 h 174"/>
                <a:gd name="T16" fmla="*/ 411 w 85"/>
                <a:gd name="T17" fmla="*/ 2366 h 1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174">
                  <a:moveTo>
                    <a:pt x="34" y="160"/>
                  </a:moveTo>
                  <a:cubicBezTo>
                    <a:pt x="38" y="142"/>
                    <a:pt x="49" y="134"/>
                    <a:pt x="50" y="110"/>
                  </a:cubicBezTo>
                  <a:cubicBezTo>
                    <a:pt x="51" y="76"/>
                    <a:pt x="51" y="52"/>
                    <a:pt x="68" y="34"/>
                  </a:cubicBezTo>
                  <a:cubicBezTo>
                    <a:pt x="76" y="24"/>
                    <a:pt x="74" y="19"/>
                    <a:pt x="80" y="10"/>
                  </a:cubicBezTo>
                  <a:cubicBezTo>
                    <a:pt x="85" y="3"/>
                    <a:pt x="83" y="0"/>
                    <a:pt x="81" y="1"/>
                  </a:cubicBezTo>
                  <a:cubicBezTo>
                    <a:pt x="76" y="4"/>
                    <a:pt x="67" y="11"/>
                    <a:pt x="57" y="21"/>
                  </a:cubicBezTo>
                  <a:cubicBezTo>
                    <a:pt x="40" y="37"/>
                    <a:pt x="20" y="47"/>
                    <a:pt x="8" y="88"/>
                  </a:cubicBezTo>
                  <a:cubicBezTo>
                    <a:pt x="0" y="117"/>
                    <a:pt x="13" y="145"/>
                    <a:pt x="20" y="166"/>
                  </a:cubicBezTo>
                  <a:cubicBezTo>
                    <a:pt x="22" y="174"/>
                    <a:pt x="32" y="168"/>
                    <a:pt x="34" y="16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8" name="Freeform 1173">
              <a:extLst>
                <a:ext uri="{FF2B5EF4-FFF2-40B4-BE49-F238E27FC236}">
                  <a16:creationId xmlns:a16="http://schemas.microsoft.com/office/drawing/2014/main" id="{A762E01A-9AD5-4463-BD9E-9E822BDD8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760"/>
              <a:ext cx="561" cy="255"/>
            </a:xfrm>
            <a:custGeom>
              <a:avLst/>
              <a:gdLst>
                <a:gd name="T0" fmla="*/ 0 w 244"/>
                <a:gd name="T1" fmla="*/ 0 h 104"/>
                <a:gd name="T2" fmla="*/ 244 w 244"/>
                <a:gd name="T3" fmla="*/ 444 h 104"/>
                <a:gd name="T4" fmla="*/ 1131 w 244"/>
                <a:gd name="T5" fmla="*/ 1268 h 104"/>
                <a:gd name="T6" fmla="*/ 2283 w 244"/>
                <a:gd name="T7" fmla="*/ 1412 h 104"/>
                <a:gd name="T8" fmla="*/ 2833 w 244"/>
                <a:gd name="T9" fmla="*/ 1358 h 104"/>
                <a:gd name="T10" fmla="*/ 2966 w 244"/>
                <a:gd name="T11" fmla="*/ 128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4" h="104">
                  <a:moveTo>
                    <a:pt x="0" y="0"/>
                  </a:moveTo>
                  <a:cubicBezTo>
                    <a:pt x="2" y="6"/>
                    <a:pt x="16" y="26"/>
                    <a:pt x="20" y="30"/>
                  </a:cubicBezTo>
                  <a:cubicBezTo>
                    <a:pt x="38" y="46"/>
                    <a:pt x="63" y="72"/>
                    <a:pt x="93" y="86"/>
                  </a:cubicBezTo>
                  <a:cubicBezTo>
                    <a:pt x="132" y="104"/>
                    <a:pt x="159" y="98"/>
                    <a:pt x="188" y="96"/>
                  </a:cubicBezTo>
                  <a:cubicBezTo>
                    <a:pt x="203" y="95"/>
                    <a:pt x="219" y="94"/>
                    <a:pt x="233" y="92"/>
                  </a:cubicBezTo>
                  <a:cubicBezTo>
                    <a:pt x="238" y="91"/>
                    <a:pt x="242" y="89"/>
                    <a:pt x="244" y="87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9" name="Freeform 1174">
              <a:extLst>
                <a:ext uri="{FF2B5EF4-FFF2-40B4-BE49-F238E27FC236}">
                  <a16:creationId xmlns:a16="http://schemas.microsoft.com/office/drawing/2014/main" id="{F91A8FE1-9F5E-4EF3-9A7A-CE59CA28B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366"/>
              <a:ext cx="198" cy="380"/>
            </a:xfrm>
            <a:custGeom>
              <a:avLst/>
              <a:gdLst>
                <a:gd name="T0" fmla="*/ 48 w 86"/>
                <a:gd name="T1" fmla="*/ 0 h 155"/>
                <a:gd name="T2" fmla="*/ 28 w 86"/>
                <a:gd name="T3" fmla="*/ 253 h 155"/>
                <a:gd name="T4" fmla="*/ 134 w 86"/>
                <a:gd name="T5" fmla="*/ 1461 h 155"/>
                <a:gd name="T6" fmla="*/ 900 w 86"/>
                <a:gd name="T7" fmla="*/ 2224 h 155"/>
                <a:gd name="T8" fmla="*/ 1050 w 86"/>
                <a:gd name="T9" fmla="*/ 2273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55">
                  <a:moveTo>
                    <a:pt x="4" y="0"/>
                  </a:moveTo>
                  <a:cubicBezTo>
                    <a:pt x="2" y="0"/>
                    <a:pt x="0" y="6"/>
                    <a:pt x="2" y="17"/>
                  </a:cubicBezTo>
                  <a:cubicBezTo>
                    <a:pt x="5" y="37"/>
                    <a:pt x="1" y="65"/>
                    <a:pt x="11" y="99"/>
                  </a:cubicBezTo>
                  <a:cubicBezTo>
                    <a:pt x="18" y="126"/>
                    <a:pt x="49" y="141"/>
                    <a:pt x="74" y="151"/>
                  </a:cubicBezTo>
                  <a:cubicBezTo>
                    <a:pt x="78" y="153"/>
                    <a:pt x="84" y="155"/>
                    <a:pt x="86" y="15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10" name="Freeform 1175">
              <a:extLst>
                <a:ext uri="{FF2B5EF4-FFF2-40B4-BE49-F238E27FC236}">
                  <a16:creationId xmlns:a16="http://schemas.microsoft.com/office/drawing/2014/main" id="{2953E6A8-CF92-4A07-8FC9-9D1300C1F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679"/>
              <a:ext cx="526" cy="630"/>
            </a:xfrm>
            <a:custGeom>
              <a:avLst/>
              <a:gdLst>
                <a:gd name="T0" fmla="*/ 2775 w 229"/>
                <a:gd name="T1" fmla="*/ 29 h 257"/>
                <a:gd name="T2" fmla="*/ 2681 w 229"/>
                <a:gd name="T3" fmla="*/ 0 h 257"/>
                <a:gd name="T4" fmla="*/ 1624 w 229"/>
                <a:gd name="T5" fmla="*/ 174 h 257"/>
                <a:gd name="T6" fmla="*/ 1054 w 229"/>
                <a:gd name="T7" fmla="*/ 1057 h 257"/>
                <a:gd name="T8" fmla="*/ 981 w 229"/>
                <a:gd name="T9" fmla="*/ 1309 h 257"/>
                <a:gd name="T10" fmla="*/ 1008 w 229"/>
                <a:gd name="T11" fmla="*/ 1309 h 257"/>
                <a:gd name="T12" fmla="*/ 981 w 229"/>
                <a:gd name="T13" fmla="*/ 1309 h 257"/>
                <a:gd name="T14" fmla="*/ 691 w 229"/>
                <a:gd name="T15" fmla="*/ 1606 h 257"/>
                <a:gd name="T16" fmla="*/ 94 w 229"/>
                <a:gd name="T17" fmla="*/ 2591 h 257"/>
                <a:gd name="T18" fmla="*/ 243 w 229"/>
                <a:gd name="T19" fmla="*/ 3743 h 257"/>
                <a:gd name="T20" fmla="*/ 280 w 229"/>
                <a:gd name="T21" fmla="*/ 3785 h 2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9" h="257">
                  <a:moveTo>
                    <a:pt x="229" y="2"/>
                  </a:moveTo>
                  <a:cubicBezTo>
                    <a:pt x="229" y="1"/>
                    <a:pt x="227" y="0"/>
                    <a:pt x="221" y="0"/>
                  </a:cubicBezTo>
                  <a:cubicBezTo>
                    <a:pt x="205" y="0"/>
                    <a:pt x="165" y="5"/>
                    <a:pt x="134" y="12"/>
                  </a:cubicBezTo>
                  <a:cubicBezTo>
                    <a:pt x="104" y="18"/>
                    <a:pt x="101" y="55"/>
                    <a:pt x="87" y="72"/>
                  </a:cubicBezTo>
                  <a:cubicBezTo>
                    <a:pt x="76" y="84"/>
                    <a:pt x="75" y="90"/>
                    <a:pt x="81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2" y="89"/>
                    <a:pt x="82" y="88"/>
                    <a:pt x="81" y="89"/>
                  </a:cubicBezTo>
                  <a:cubicBezTo>
                    <a:pt x="76" y="92"/>
                    <a:pt x="67" y="99"/>
                    <a:pt x="57" y="109"/>
                  </a:cubicBezTo>
                  <a:cubicBezTo>
                    <a:pt x="40" y="125"/>
                    <a:pt x="20" y="135"/>
                    <a:pt x="8" y="176"/>
                  </a:cubicBezTo>
                  <a:cubicBezTo>
                    <a:pt x="0" y="205"/>
                    <a:pt x="13" y="233"/>
                    <a:pt x="20" y="254"/>
                  </a:cubicBezTo>
                  <a:cubicBezTo>
                    <a:pt x="20" y="256"/>
                    <a:pt x="21" y="257"/>
                    <a:pt x="23" y="257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11" name="Freeform 1176">
              <a:extLst>
                <a:ext uri="{FF2B5EF4-FFF2-40B4-BE49-F238E27FC236}">
                  <a16:creationId xmlns:a16="http://schemas.microsoft.com/office/drawing/2014/main" id="{B9C4AABA-7B02-48FE-8BCC-183F68D20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630"/>
              <a:ext cx="393" cy="120"/>
            </a:xfrm>
            <a:custGeom>
              <a:avLst/>
              <a:gdLst>
                <a:gd name="T0" fmla="*/ 2075 w 171"/>
                <a:gd name="T1" fmla="*/ 720 h 49"/>
                <a:gd name="T2" fmla="*/ 1326 w 171"/>
                <a:gd name="T3" fmla="*/ 144 h 49"/>
                <a:gd name="T4" fmla="*/ 476 w 171"/>
                <a:gd name="T5" fmla="*/ 132 h 49"/>
                <a:gd name="T6" fmla="*/ 94 w 171"/>
                <a:gd name="T7" fmla="*/ 294 h 49"/>
                <a:gd name="T8" fmla="*/ 0 w 171"/>
                <a:gd name="T9" fmla="*/ 36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49">
                  <a:moveTo>
                    <a:pt x="171" y="49"/>
                  </a:moveTo>
                  <a:cubicBezTo>
                    <a:pt x="158" y="35"/>
                    <a:pt x="130" y="20"/>
                    <a:pt x="109" y="10"/>
                  </a:cubicBezTo>
                  <a:cubicBezTo>
                    <a:pt x="88" y="0"/>
                    <a:pt x="66" y="1"/>
                    <a:pt x="39" y="9"/>
                  </a:cubicBezTo>
                  <a:cubicBezTo>
                    <a:pt x="26" y="13"/>
                    <a:pt x="16" y="16"/>
                    <a:pt x="8" y="20"/>
                  </a:cubicBezTo>
                  <a:cubicBezTo>
                    <a:pt x="4" y="21"/>
                    <a:pt x="1" y="23"/>
                    <a:pt x="0" y="2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12" name="Freeform 1177">
              <a:extLst>
                <a:ext uri="{FF2B5EF4-FFF2-40B4-BE49-F238E27FC236}">
                  <a16:creationId xmlns:a16="http://schemas.microsoft.com/office/drawing/2014/main" id="{8B5202B0-4B2D-4570-AFBC-A0A1D2F95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748"/>
              <a:ext cx="430" cy="961"/>
            </a:xfrm>
            <a:custGeom>
              <a:avLst/>
              <a:gdLst>
                <a:gd name="T0" fmla="*/ 1384 w 187"/>
                <a:gd name="T1" fmla="*/ 5764 h 392"/>
                <a:gd name="T2" fmla="*/ 1433 w 187"/>
                <a:gd name="T3" fmla="*/ 5715 h 392"/>
                <a:gd name="T4" fmla="*/ 1665 w 187"/>
                <a:gd name="T5" fmla="*/ 5168 h 392"/>
                <a:gd name="T6" fmla="*/ 2104 w 187"/>
                <a:gd name="T7" fmla="*/ 3449 h 392"/>
                <a:gd name="T8" fmla="*/ 1945 w 187"/>
                <a:gd name="T9" fmla="*/ 3077 h 392"/>
                <a:gd name="T10" fmla="*/ 1750 w 187"/>
                <a:gd name="T11" fmla="*/ 2621 h 392"/>
                <a:gd name="T12" fmla="*/ 1571 w 187"/>
                <a:gd name="T13" fmla="*/ 2547 h 392"/>
                <a:gd name="T14" fmla="*/ 1518 w 187"/>
                <a:gd name="T15" fmla="*/ 2133 h 392"/>
                <a:gd name="T16" fmla="*/ 1518 w 187"/>
                <a:gd name="T17" fmla="*/ 2062 h 392"/>
                <a:gd name="T18" fmla="*/ 1506 w 187"/>
                <a:gd name="T19" fmla="*/ 2062 h 392"/>
                <a:gd name="T20" fmla="*/ 1497 w 187"/>
                <a:gd name="T21" fmla="*/ 1299 h 392"/>
                <a:gd name="T22" fmla="*/ 826 w 187"/>
                <a:gd name="T23" fmla="*/ 576 h 392"/>
                <a:gd name="T24" fmla="*/ 37 w 187"/>
                <a:gd name="T25" fmla="*/ 29 h 392"/>
                <a:gd name="T26" fmla="*/ 11 w 187"/>
                <a:gd name="T27" fmla="*/ 103 h 3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7" h="392">
                  <a:moveTo>
                    <a:pt x="114" y="391"/>
                  </a:moveTo>
                  <a:cubicBezTo>
                    <a:pt x="114" y="392"/>
                    <a:pt x="116" y="390"/>
                    <a:pt x="118" y="388"/>
                  </a:cubicBezTo>
                  <a:cubicBezTo>
                    <a:pt x="125" y="379"/>
                    <a:pt x="130" y="366"/>
                    <a:pt x="137" y="351"/>
                  </a:cubicBezTo>
                  <a:cubicBezTo>
                    <a:pt x="148" y="327"/>
                    <a:pt x="187" y="275"/>
                    <a:pt x="173" y="234"/>
                  </a:cubicBezTo>
                  <a:cubicBezTo>
                    <a:pt x="171" y="230"/>
                    <a:pt x="164" y="221"/>
                    <a:pt x="160" y="209"/>
                  </a:cubicBezTo>
                  <a:cubicBezTo>
                    <a:pt x="156" y="198"/>
                    <a:pt x="149" y="180"/>
                    <a:pt x="144" y="178"/>
                  </a:cubicBezTo>
                  <a:cubicBezTo>
                    <a:pt x="141" y="173"/>
                    <a:pt x="132" y="179"/>
                    <a:pt x="129" y="173"/>
                  </a:cubicBezTo>
                  <a:cubicBezTo>
                    <a:pt x="129" y="166"/>
                    <a:pt x="126" y="151"/>
                    <a:pt x="125" y="145"/>
                  </a:cubicBezTo>
                  <a:cubicBezTo>
                    <a:pt x="125" y="143"/>
                    <a:pt x="125" y="142"/>
                    <a:pt x="125" y="140"/>
                  </a:cubicBezTo>
                  <a:cubicBezTo>
                    <a:pt x="124" y="140"/>
                    <a:pt x="124" y="140"/>
                    <a:pt x="124" y="140"/>
                  </a:cubicBezTo>
                  <a:cubicBezTo>
                    <a:pt x="120" y="117"/>
                    <a:pt x="130" y="116"/>
                    <a:pt x="123" y="88"/>
                  </a:cubicBezTo>
                  <a:cubicBezTo>
                    <a:pt x="115" y="60"/>
                    <a:pt x="98" y="55"/>
                    <a:pt x="68" y="39"/>
                  </a:cubicBezTo>
                  <a:cubicBezTo>
                    <a:pt x="43" y="25"/>
                    <a:pt x="18" y="11"/>
                    <a:pt x="3" y="2"/>
                  </a:cubicBezTo>
                  <a:cubicBezTo>
                    <a:pt x="1" y="0"/>
                    <a:pt x="0" y="3"/>
                    <a:pt x="1" y="7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13" name="Freeform 1178">
              <a:extLst>
                <a:ext uri="{FF2B5EF4-FFF2-40B4-BE49-F238E27FC236}">
                  <a16:creationId xmlns:a16="http://schemas.microsoft.com/office/drawing/2014/main" id="{0F1A419C-AAB1-4155-A11B-07EA5DD95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3746"/>
              <a:ext cx="381" cy="252"/>
            </a:xfrm>
            <a:custGeom>
              <a:avLst/>
              <a:gdLst>
                <a:gd name="T0" fmla="*/ 0 w 166"/>
                <a:gd name="T1" fmla="*/ 1407 h 103"/>
                <a:gd name="T2" fmla="*/ 858 w 166"/>
                <a:gd name="T3" fmla="*/ 1336 h 103"/>
                <a:gd name="T4" fmla="*/ 1813 w 166"/>
                <a:gd name="T5" fmla="*/ 413 h 103"/>
                <a:gd name="T6" fmla="*/ 1969 w 166"/>
                <a:gd name="T7" fmla="*/ 120 h 103"/>
                <a:gd name="T8" fmla="*/ 2006 w 166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103">
                  <a:moveTo>
                    <a:pt x="0" y="96"/>
                  </a:moveTo>
                  <a:cubicBezTo>
                    <a:pt x="6" y="103"/>
                    <a:pt x="29" y="99"/>
                    <a:pt x="71" y="91"/>
                  </a:cubicBezTo>
                  <a:cubicBezTo>
                    <a:pt x="114" y="82"/>
                    <a:pt x="135" y="46"/>
                    <a:pt x="150" y="28"/>
                  </a:cubicBezTo>
                  <a:cubicBezTo>
                    <a:pt x="155" y="22"/>
                    <a:pt x="159" y="15"/>
                    <a:pt x="163" y="8"/>
                  </a:cubicBezTo>
                  <a:cubicBezTo>
                    <a:pt x="164" y="5"/>
                    <a:pt x="165" y="2"/>
                    <a:pt x="166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5" name="Cross-section-of-arterial-tunics">
            <a:extLst>
              <a:ext uri="{FF2B5EF4-FFF2-40B4-BE49-F238E27FC236}">
                <a16:creationId xmlns:a16="http://schemas.microsoft.com/office/drawing/2014/main" id="{27D3B2E7-B78C-48E5-B7E8-500A85A7B41A}"/>
              </a:ext>
            </a:extLst>
          </p:cNvPr>
          <p:cNvGrpSpPr>
            <a:grpSpLocks/>
          </p:cNvGrpSpPr>
          <p:nvPr/>
        </p:nvGrpSpPr>
        <p:grpSpPr bwMode="auto">
          <a:xfrm>
            <a:off x="2006600" y="1171575"/>
            <a:ext cx="4518025" cy="5230813"/>
            <a:chOff x="304" y="738"/>
            <a:chExt cx="2846" cy="3295"/>
          </a:xfrm>
        </p:grpSpPr>
        <p:sp>
          <p:nvSpPr>
            <p:cNvPr id="23557" name="Freeform 1180">
              <a:extLst>
                <a:ext uri="{FF2B5EF4-FFF2-40B4-BE49-F238E27FC236}">
                  <a16:creationId xmlns:a16="http://schemas.microsoft.com/office/drawing/2014/main" id="{FDBB66BC-7E3D-41F1-8620-F84627FA8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092"/>
              <a:ext cx="1485" cy="1483"/>
            </a:xfrm>
            <a:custGeom>
              <a:avLst/>
              <a:gdLst>
                <a:gd name="T0" fmla="*/ 1432 w 646"/>
                <a:gd name="T1" fmla="*/ 7511 h 605"/>
                <a:gd name="T2" fmla="*/ 1448 w 646"/>
                <a:gd name="T3" fmla="*/ 7692 h 605"/>
                <a:gd name="T4" fmla="*/ 1860 w 646"/>
                <a:gd name="T5" fmla="*/ 5246 h 605"/>
                <a:gd name="T6" fmla="*/ 2152 w 646"/>
                <a:gd name="T7" fmla="*/ 4952 h 605"/>
                <a:gd name="T8" fmla="*/ 2795 w 646"/>
                <a:gd name="T9" fmla="*/ 3817 h 605"/>
                <a:gd name="T10" fmla="*/ 4264 w 646"/>
                <a:gd name="T11" fmla="*/ 3611 h 605"/>
                <a:gd name="T12" fmla="*/ 4650 w 646"/>
                <a:gd name="T13" fmla="*/ 3473 h 605"/>
                <a:gd name="T14" fmla="*/ 6266 w 646"/>
                <a:gd name="T15" fmla="*/ 4079 h 605"/>
                <a:gd name="T16" fmla="*/ 6388 w 646"/>
                <a:gd name="T17" fmla="*/ 3991 h 605"/>
                <a:gd name="T18" fmla="*/ 7836 w 646"/>
                <a:gd name="T19" fmla="*/ 5035 h 605"/>
                <a:gd name="T20" fmla="*/ 5685 w 646"/>
                <a:gd name="T21" fmla="*/ 2446 h 605"/>
                <a:gd name="T22" fmla="*/ 5685 w 646"/>
                <a:gd name="T23" fmla="*/ 2427 h 605"/>
                <a:gd name="T24" fmla="*/ 5538 w 646"/>
                <a:gd name="T25" fmla="*/ 2253 h 605"/>
                <a:gd name="T26" fmla="*/ 5464 w 646"/>
                <a:gd name="T27" fmla="*/ 2182 h 605"/>
                <a:gd name="T28" fmla="*/ 5407 w 646"/>
                <a:gd name="T29" fmla="*/ 2091 h 605"/>
                <a:gd name="T30" fmla="*/ 5342 w 646"/>
                <a:gd name="T31" fmla="*/ 2020 h 605"/>
                <a:gd name="T32" fmla="*/ 5257 w 646"/>
                <a:gd name="T33" fmla="*/ 1929 h 605"/>
                <a:gd name="T34" fmla="*/ 5200 w 646"/>
                <a:gd name="T35" fmla="*/ 1856 h 605"/>
                <a:gd name="T36" fmla="*/ 5172 w 646"/>
                <a:gd name="T37" fmla="*/ 1826 h 605"/>
                <a:gd name="T38" fmla="*/ 5030 w 646"/>
                <a:gd name="T39" fmla="*/ 1664 h 605"/>
                <a:gd name="T40" fmla="*/ 4593 w 646"/>
                <a:gd name="T41" fmla="*/ 1177 h 605"/>
                <a:gd name="T42" fmla="*/ 4264 w 646"/>
                <a:gd name="T43" fmla="*/ 824 h 605"/>
                <a:gd name="T44" fmla="*/ 3995 w 646"/>
                <a:gd name="T45" fmla="*/ 608 h 605"/>
                <a:gd name="T46" fmla="*/ 3703 w 646"/>
                <a:gd name="T47" fmla="*/ 414 h 605"/>
                <a:gd name="T48" fmla="*/ 3402 w 646"/>
                <a:gd name="T49" fmla="*/ 282 h 605"/>
                <a:gd name="T50" fmla="*/ 2853 w 646"/>
                <a:gd name="T51" fmla="*/ 103 h 605"/>
                <a:gd name="T52" fmla="*/ 2536 w 646"/>
                <a:gd name="T53" fmla="*/ 103 h 605"/>
                <a:gd name="T54" fmla="*/ 2039 w 646"/>
                <a:gd name="T55" fmla="*/ 162 h 605"/>
                <a:gd name="T56" fmla="*/ 1908 w 646"/>
                <a:gd name="T57" fmla="*/ 191 h 605"/>
                <a:gd name="T58" fmla="*/ 1628 w 646"/>
                <a:gd name="T59" fmla="*/ 282 h 605"/>
                <a:gd name="T60" fmla="*/ 908 w 646"/>
                <a:gd name="T61" fmla="*/ 811 h 605"/>
                <a:gd name="T62" fmla="*/ 740 w 646"/>
                <a:gd name="T63" fmla="*/ 1003 h 605"/>
                <a:gd name="T64" fmla="*/ 644 w 646"/>
                <a:gd name="T65" fmla="*/ 1118 h 605"/>
                <a:gd name="T66" fmla="*/ 411 w 646"/>
                <a:gd name="T67" fmla="*/ 1515 h 605"/>
                <a:gd name="T68" fmla="*/ 195 w 646"/>
                <a:gd name="T69" fmla="*/ 2091 h 605"/>
                <a:gd name="T70" fmla="*/ 131 w 646"/>
                <a:gd name="T71" fmla="*/ 2343 h 605"/>
                <a:gd name="T72" fmla="*/ 85 w 646"/>
                <a:gd name="T73" fmla="*/ 2711 h 605"/>
                <a:gd name="T74" fmla="*/ 0 w 646"/>
                <a:gd name="T75" fmla="*/ 3125 h 605"/>
                <a:gd name="T76" fmla="*/ 460 w 646"/>
                <a:gd name="T77" fmla="*/ 4831 h 605"/>
                <a:gd name="T78" fmla="*/ 570 w 646"/>
                <a:gd name="T79" fmla="*/ 5197 h 605"/>
                <a:gd name="T80" fmla="*/ 878 w 646"/>
                <a:gd name="T81" fmla="*/ 5996 h 605"/>
                <a:gd name="T82" fmla="*/ 1375 w 646"/>
                <a:gd name="T83" fmla="*/ 8910 h 60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46" h="605">
                  <a:moveTo>
                    <a:pt x="109" y="544"/>
                  </a:moveTo>
                  <a:cubicBezTo>
                    <a:pt x="106" y="524"/>
                    <a:pt x="112" y="507"/>
                    <a:pt x="118" y="510"/>
                  </a:cubicBezTo>
                  <a:cubicBezTo>
                    <a:pt x="119" y="517"/>
                    <a:pt x="119" y="517"/>
                    <a:pt x="119" y="517"/>
                  </a:cubicBezTo>
                  <a:cubicBezTo>
                    <a:pt x="120" y="518"/>
                    <a:pt x="120" y="520"/>
                    <a:pt x="119" y="522"/>
                  </a:cubicBezTo>
                  <a:cubicBezTo>
                    <a:pt x="123" y="503"/>
                    <a:pt x="93" y="463"/>
                    <a:pt x="104" y="423"/>
                  </a:cubicBezTo>
                  <a:cubicBezTo>
                    <a:pt x="116" y="382"/>
                    <a:pt x="136" y="372"/>
                    <a:pt x="153" y="356"/>
                  </a:cubicBezTo>
                  <a:cubicBezTo>
                    <a:pt x="164" y="346"/>
                    <a:pt x="172" y="339"/>
                    <a:pt x="177" y="336"/>
                  </a:cubicBezTo>
                  <a:cubicBezTo>
                    <a:pt x="177" y="336"/>
                    <a:pt x="177" y="336"/>
                    <a:pt x="177" y="336"/>
                  </a:cubicBezTo>
                  <a:cubicBezTo>
                    <a:pt x="171" y="337"/>
                    <a:pt x="172" y="331"/>
                    <a:pt x="183" y="319"/>
                  </a:cubicBezTo>
                  <a:cubicBezTo>
                    <a:pt x="198" y="302"/>
                    <a:pt x="200" y="265"/>
                    <a:pt x="230" y="259"/>
                  </a:cubicBezTo>
                  <a:cubicBezTo>
                    <a:pt x="261" y="252"/>
                    <a:pt x="301" y="247"/>
                    <a:pt x="317" y="247"/>
                  </a:cubicBezTo>
                  <a:cubicBezTo>
                    <a:pt x="333" y="246"/>
                    <a:pt x="348" y="235"/>
                    <a:pt x="351" y="245"/>
                  </a:cubicBezTo>
                  <a:cubicBezTo>
                    <a:pt x="352" y="247"/>
                    <a:pt x="352" y="247"/>
                    <a:pt x="352" y="247"/>
                  </a:cubicBezTo>
                  <a:cubicBezTo>
                    <a:pt x="360" y="243"/>
                    <a:pt x="370" y="240"/>
                    <a:pt x="383" y="236"/>
                  </a:cubicBezTo>
                  <a:cubicBezTo>
                    <a:pt x="410" y="228"/>
                    <a:pt x="432" y="227"/>
                    <a:pt x="454" y="237"/>
                  </a:cubicBezTo>
                  <a:cubicBezTo>
                    <a:pt x="475" y="247"/>
                    <a:pt x="504" y="263"/>
                    <a:pt x="516" y="277"/>
                  </a:cubicBezTo>
                  <a:cubicBezTo>
                    <a:pt x="516" y="277"/>
                    <a:pt x="516" y="277"/>
                    <a:pt x="516" y="277"/>
                  </a:cubicBezTo>
                  <a:cubicBezTo>
                    <a:pt x="513" y="271"/>
                    <a:pt x="516" y="265"/>
                    <a:pt x="526" y="271"/>
                  </a:cubicBezTo>
                  <a:cubicBezTo>
                    <a:pt x="539" y="280"/>
                    <a:pt x="570" y="297"/>
                    <a:pt x="600" y="314"/>
                  </a:cubicBezTo>
                  <a:cubicBezTo>
                    <a:pt x="620" y="324"/>
                    <a:pt x="635" y="330"/>
                    <a:pt x="645" y="342"/>
                  </a:cubicBezTo>
                  <a:cubicBezTo>
                    <a:pt x="646" y="341"/>
                    <a:pt x="646" y="341"/>
                    <a:pt x="646" y="341"/>
                  </a:cubicBezTo>
                  <a:cubicBezTo>
                    <a:pt x="646" y="341"/>
                    <a:pt x="501" y="197"/>
                    <a:pt x="468" y="166"/>
                  </a:cubicBezTo>
                  <a:cubicBezTo>
                    <a:pt x="468" y="166"/>
                    <a:pt x="468" y="166"/>
                    <a:pt x="468" y="166"/>
                  </a:cubicBezTo>
                  <a:cubicBezTo>
                    <a:pt x="468" y="165"/>
                    <a:pt x="468" y="165"/>
                    <a:pt x="468" y="165"/>
                  </a:cubicBezTo>
                  <a:cubicBezTo>
                    <a:pt x="464" y="161"/>
                    <a:pt x="460" y="158"/>
                    <a:pt x="456" y="154"/>
                  </a:cubicBezTo>
                  <a:cubicBezTo>
                    <a:pt x="456" y="154"/>
                    <a:pt x="456" y="154"/>
                    <a:pt x="456" y="153"/>
                  </a:cubicBezTo>
                  <a:cubicBezTo>
                    <a:pt x="454" y="152"/>
                    <a:pt x="453" y="150"/>
                    <a:pt x="451" y="149"/>
                  </a:cubicBezTo>
                  <a:cubicBezTo>
                    <a:pt x="451" y="148"/>
                    <a:pt x="450" y="148"/>
                    <a:pt x="450" y="148"/>
                  </a:cubicBezTo>
                  <a:cubicBezTo>
                    <a:pt x="449" y="146"/>
                    <a:pt x="447" y="145"/>
                    <a:pt x="446" y="143"/>
                  </a:cubicBezTo>
                  <a:cubicBezTo>
                    <a:pt x="445" y="143"/>
                    <a:pt x="445" y="143"/>
                    <a:pt x="445" y="142"/>
                  </a:cubicBezTo>
                  <a:cubicBezTo>
                    <a:pt x="443" y="141"/>
                    <a:pt x="442" y="140"/>
                    <a:pt x="440" y="138"/>
                  </a:cubicBezTo>
                  <a:cubicBezTo>
                    <a:pt x="440" y="138"/>
                    <a:pt x="440" y="138"/>
                    <a:pt x="440" y="137"/>
                  </a:cubicBezTo>
                  <a:cubicBezTo>
                    <a:pt x="438" y="136"/>
                    <a:pt x="437" y="135"/>
                    <a:pt x="435" y="133"/>
                  </a:cubicBezTo>
                  <a:cubicBezTo>
                    <a:pt x="435" y="133"/>
                    <a:pt x="434" y="132"/>
                    <a:pt x="433" y="131"/>
                  </a:cubicBezTo>
                  <a:cubicBezTo>
                    <a:pt x="432" y="130"/>
                    <a:pt x="431" y="129"/>
                    <a:pt x="431" y="129"/>
                  </a:cubicBezTo>
                  <a:cubicBezTo>
                    <a:pt x="430" y="128"/>
                    <a:pt x="429" y="127"/>
                    <a:pt x="428" y="126"/>
                  </a:cubicBezTo>
                  <a:cubicBezTo>
                    <a:pt x="427" y="125"/>
                    <a:pt x="427" y="125"/>
                    <a:pt x="427" y="125"/>
                  </a:cubicBezTo>
                  <a:cubicBezTo>
                    <a:pt x="427" y="125"/>
                    <a:pt x="426" y="124"/>
                    <a:pt x="426" y="124"/>
                  </a:cubicBezTo>
                  <a:cubicBezTo>
                    <a:pt x="426" y="124"/>
                    <a:pt x="426" y="124"/>
                    <a:pt x="426" y="124"/>
                  </a:cubicBezTo>
                  <a:cubicBezTo>
                    <a:pt x="421" y="119"/>
                    <a:pt x="418" y="116"/>
                    <a:pt x="414" y="113"/>
                  </a:cubicBezTo>
                  <a:cubicBezTo>
                    <a:pt x="404" y="100"/>
                    <a:pt x="391" y="87"/>
                    <a:pt x="383" y="83"/>
                  </a:cubicBezTo>
                  <a:cubicBezTo>
                    <a:pt x="381" y="82"/>
                    <a:pt x="380" y="81"/>
                    <a:pt x="378" y="80"/>
                  </a:cubicBezTo>
                  <a:cubicBezTo>
                    <a:pt x="372" y="75"/>
                    <a:pt x="365" y="69"/>
                    <a:pt x="364" y="68"/>
                  </a:cubicBezTo>
                  <a:cubicBezTo>
                    <a:pt x="360" y="64"/>
                    <a:pt x="355" y="60"/>
                    <a:pt x="351" y="56"/>
                  </a:cubicBezTo>
                  <a:cubicBezTo>
                    <a:pt x="349" y="48"/>
                    <a:pt x="341" y="45"/>
                    <a:pt x="340" y="49"/>
                  </a:cubicBezTo>
                  <a:cubicBezTo>
                    <a:pt x="336" y="46"/>
                    <a:pt x="333" y="44"/>
                    <a:pt x="329" y="41"/>
                  </a:cubicBezTo>
                  <a:cubicBezTo>
                    <a:pt x="324" y="38"/>
                    <a:pt x="319" y="36"/>
                    <a:pt x="314" y="33"/>
                  </a:cubicBezTo>
                  <a:cubicBezTo>
                    <a:pt x="312" y="28"/>
                    <a:pt x="306" y="27"/>
                    <a:pt x="305" y="28"/>
                  </a:cubicBezTo>
                  <a:cubicBezTo>
                    <a:pt x="299" y="26"/>
                    <a:pt x="294" y="23"/>
                    <a:pt x="288" y="21"/>
                  </a:cubicBezTo>
                  <a:cubicBezTo>
                    <a:pt x="286" y="14"/>
                    <a:pt x="281" y="12"/>
                    <a:pt x="280" y="19"/>
                  </a:cubicBezTo>
                  <a:cubicBezTo>
                    <a:pt x="271" y="15"/>
                    <a:pt x="258" y="12"/>
                    <a:pt x="248" y="10"/>
                  </a:cubicBezTo>
                  <a:cubicBezTo>
                    <a:pt x="246" y="1"/>
                    <a:pt x="239" y="0"/>
                    <a:pt x="235" y="7"/>
                  </a:cubicBezTo>
                  <a:cubicBezTo>
                    <a:pt x="235" y="7"/>
                    <a:pt x="235" y="8"/>
                    <a:pt x="235" y="8"/>
                  </a:cubicBezTo>
                  <a:cubicBezTo>
                    <a:pt x="228" y="8"/>
                    <a:pt x="216" y="7"/>
                    <a:pt x="209" y="7"/>
                  </a:cubicBezTo>
                  <a:cubicBezTo>
                    <a:pt x="207" y="0"/>
                    <a:pt x="194" y="0"/>
                    <a:pt x="196" y="7"/>
                  </a:cubicBezTo>
                  <a:cubicBezTo>
                    <a:pt x="186" y="8"/>
                    <a:pt x="177" y="9"/>
                    <a:pt x="168" y="11"/>
                  </a:cubicBezTo>
                  <a:cubicBezTo>
                    <a:pt x="168" y="11"/>
                    <a:pt x="168" y="11"/>
                    <a:pt x="168" y="11"/>
                  </a:cubicBezTo>
                  <a:cubicBezTo>
                    <a:pt x="165" y="4"/>
                    <a:pt x="155" y="6"/>
                    <a:pt x="157" y="13"/>
                  </a:cubicBezTo>
                  <a:cubicBezTo>
                    <a:pt x="149" y="15"/>
                    <a:pt x="142" y="17"/>
                    <a:pt x="135" y="20"/>
                  </a:cubicBezTo>
                  <a:cubicBezTo>
                    <a:pt x="135" y="20"/>
                    <a:pt x="134" y="19"/>
                    <a:pt x="134" y="19"/>
                  </a:cubicBezTo>
                  <a:cubicBezTo>
                    <a:pt x="125" y="10"/>
                    <a:pt x="98" y="28"/>
                    <a:pt x="99" y="37"/>
                  </a:cubicBezTo>
                  <a:cubicBezTo>
                    <a:pt x="91" y="42"/>
                    <a:pt x="82" y="48"/>
                    <a:pt x="75" y="55"/>
                  </a:cubicBezTo>
                  <a:cubicBezTo>
                    <a:pt x="71" y="53"/>
                    <a:pt x="67" y="57"/>
                    <a:pt x="67" y="62"/>
                  </a:cubicBezTo>
                  <a:cubicBezTo>
                    <a:pt x="65" y="64"/>
                    <a:pt x="63" y="66"/>
                    <a:pt x="61" y="68"/>
                  </a:cubicBezTo>
                  <a:cubicBezTo>
                    <a:pt x="60" y="63"/>
                    <a:pt x="52" y="67"/>
                    <a:pt x="53" y="76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6" y="84"/>
                    <a:pt x="40" y="92"/>
                    <a:pt x="34" y="101"/>
                  </a:cubicBezTo>
                  <a:cubicBezTo>
                    <a:pt x="34" y="102"/>
                    <a:pt x="34" y="102"/>
                    <a:pt x="34" y="103"/>
                  </a:cubicBezTo>
                  <a:cubicBezTo>
                    <a:pt x="31" y="98"/>
                    <a:pt x="28" y="105"/>
                    <a:pt x="28" y="112"/>
                  </a:cubicBezTo>
                  <a:cubicBezTo>
                    <a:pt x="23" y="122"/>
                    <a:pt x="19" y="132"/>
                    <a:pt x="16" y="142"/>
                  </a:cubicBezTo>
                  <a:cubicBezTo>
                    <a:pt x="15" y="142"/>
                    <a:pt x="15" y="141"/>
                    <a:pt x="15" y="141"/>
                  </a:cubicBezTo>
                  <a:cubicBezTo>
                    <a:pt x="12" y="137"/>
                    <a:pt x="8" y="151"/>
                    <a:pt x="11" y="159"/>
                  </a:cubicBezTo>
                  <a:cubicBezTo>
                    <a:pt x="11" y="159"/>
                    <a:pt x="11" y="159"/>
                    <a:pt x="11" y="159"/>
                  </a:cubicBezTo>
                  <a:cubicBezTo>
                    <a:pt x="9" y="167"/>
                    <a:pt x="7" y="176"/>
                    <a:pt x="7" y="184"/>
                  </a:cubicBezTo>
                  <a:cubicBezTo>
                    <a:pt x="7" y="184"/>
                    <a:pt x="7" y="184"/>
                    <a:pt x="7" y="184"/>
                  </a:cubicBezTo>
                  <a:cubicBezTo>
                    <a:pt x="3" y="178"/>
                    <a:pt x="1" y="199"/>
                    <a:pt x="0" y="212"/>
                  </a:cubicBezTo>
                  <a:cubicBezTo>
                    <a:pt x="0" y="226"/>
                    <a:pt x="5" y="255"/>
                    <a:pt x="14" y="261"/>
                  </a:cubicBezTo>
                  <a:cubicBezTo>
                    <a:pt x="17" y="273"/>
                    <a:pt x="33" y="315"/>
                    <a:pt x="38" y="328"/>
                  </a:cubicBezTo>
                  <a:cubicBezTo>
                    <a:pt x="39" y="335"/>
                    <a:pt x="41" y="342"/>
                    <a:pt x="42" y="348"/>
                  </a:cubicBezTo>
                  <a:cubicBezTo>
                    <a:pt x="47" y="353"/>
                    <a:pt x="47" y="353"/>
                    <a:pt x="47" y="353"/>
                  </a:cubicBezTo>
                  <a:cubicBezTo>
                    <a:pt x="55" y="370"/>
                    <a:pt x="63" y="387"/>
                    <a:pt x="72" y="407"/>
                  </a:cubicBezTo>
                  <a:cubicBezTo>
                    <a:pt x="72" y="407"/>
                    <a:pt x="72" y="407"/>
                    <a:pt x="72" y="407"/>
                  </a:cubicBezTo>
                  <a:cubicBezTo>
                    <a:pt x="74" y="414"/>
                    <a:pt x="77" y="420"/>
                    <a:pt x="79" y="427"/>
                  </a:cubicBezTo>
                  <a:cubicBezTo>
                    <a:pt x="92" y="469"/>
                    <a:pt x="95" y="523"/>
                    <a:pt x="113" y="605"/>
                  </a:cubicBezTo>
                  <a:cubicBezTo>
                    <a:pt x="110" y="580"/>
                    <a:pt x="112" y="560"/>
                    <a:pt x="109" y="544"/>
                  </a:cubicBezTo>
                  <a:close/>
                </a:path>
              </a:pathLst>
            </a:custGeom>
            <a:solidFill>
              <a:srgbClr val="E9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8" name="Freeform 1181">
              <a:extLst>
                <a:ext uri="{FF2B5EF4-FFF2-40B4-BE49-F238E27FC236}">
                  <a16:creationId xmlns:a16="http://schemas.microsoft.com/office/drawing/2014/main" id="{D506F888-5371-4531-806F-91269C0FA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660"/>
              <a:ext cx="1308" cy="1106"/>
            </a:xfrm>
            <a:custGeom>
              <a:avLst/>
              <a:gdLst>
                <a:gd name="T0" fmla="*/ 4871 w 569"/>
                <a:gd name="T1" fmla="*/ 1064 h 451"/>
                <a:gd name="T2" fmla="*/ 3499 w 569"/>
                <a:gd name="T3" fmla="*/ 253 h 451"/>
                <a:gd name="T4" fmla="*/ 3508 w 569"/>
                <a:gd name="T5" fmla="*/ 265 h 451"/>
                <a:gd name="T6" fmla="*/ 3414 w 569"/>
                <a:gd name="T7" fmla="*/ 162 h 451"/>
                <a:gd name="T8" fmla="*/ 2779 w 569"/>
                <a:gd name="T9" fmla="*/ 294 h 451"/>
                <a:gd name="T10" fmla="*/ 2694 w 569"/>
                <a:gd name="T11" fmla="*/ 307 h 451"/>
                <a:gd name="T12" fmla="*/ 2770 w 569"/>
                <a:gd name="T13" fmla="*/ 294 h 451"/>
                <a:gd name="T14" fmla="*/ 2611 w 569"/>
                <a:gd name="T15" fmla="*/ 576 h 451"/>
                <a:gd name="T16" fmla="*/ 2625 w 569"/>
                <a:gd name="T17" fmla="*/ 324 h 451"/>
                <a:gd name="T18" fmla="*/ 2611 w 569"/>
                <a:gd name="T19" fmla="*/ 324 h 451"/>
                <a:gd name="T20" fmla="*/ 2198 w 569"/>
                <a:gd name="T21" fmla="*/ 444 h 451"/>
                <a:gd name="T22" fmla="*/ 1692 w 569"/>
                <a:gd name="T23" fmla="*/ 795 h 451"/>
                <a:gd name="T24" fmla="*/ 1188 w 569"/>
                <a:gd name="T25" fmla="*/ 589 h 451"/>
                <a:gd name="T26" fmla="*/ 1103 w 569"/>
                <a:gd name="T27" fmla="*/ 1329 h 451"/>
                <a:gd name="T28" fmla="*/ 1057 w 569"/>
                <a:gd name="T29" fmla="*/ 1739 h 451"/>
                <a:gd name="T30" fmla="*/ 825 w 569"/>
                <a:gd name="T31" fmla="*/ 1533 h 451"/>
                <a:gd name="T32" fmla="*/ 692 w 569"/>
                <a:gd name="T33" fmla="*/ 1930 h 451"/>
                <a:gd name="T34" fmla="*/ 692 w 569"/>
                <a:gd name="T35" fmla="*/ 1930 h 451"/>
                <a:gd name="T36" fmla="*/ 667 w 569"/>
                <a:gd name="T37" fmla="*/ 2489 h 451"/>
                <a:gd name="T38" fmla="*/ 366 w 569"/>
                <a:gd name="T39" fmla="*/ 2273 h 451"/>
                <a:gd name="T40" fmla="*/ 317 w 569"/>
                <a:gd name="T41" fmla="*/ 3156 h 451"/>
                <a:gd name="T42" fmla="*/ 317 w 569"/>
                <a:gd name="T43" fmla="*/ 3168 h 451"/>
                <a:gd name="T44" fmla="*/ 497 w 569"/>
                <a:gd name="T45" fmla="*/ 3289 h 451"/>
                <a:gd name="T46" fmla="*/ 338 w 569"/>
                <a:gd name="T47" fmla="*/ 3938 h 451"/>
                <a:gd name="T48" fmla="*/ 338 w 569"/>
                <a:gd name="T49" fmla="*/ 3938 h 451"/>
                <a:gd name="T50" fmla="*/ 74 w 569"/>
                <a:gd name="T51" fmla="*/ 3656 h 451"/>
                <a:gd name="T52" fmla="*/ 402 w 569"/>
                <a:gd name="T53" fmla="*/ 4265 h 451"/>
                <a:gd name="T54" fmla="*/ 598 w 569"/>
                <a:gd name="T55" fmla="*/ 4426 h 451"/>
                <a:gd name="T56" fmla="*/ 924 w 569"/>
                <a:gd name="T57" fmla="*/ 5160 h 451"/>
                <a:gd name="T58" fmla="*/ 1834 w 569"/>
                <a:gd name="T59" fmla="*/ 3595 h 451"/>
                <a:gd name="T60" fmla="*/ 6912 w 569"/>
                <a:gd name="T61" fmla="*/ 2894 h 451"/>
                <a:gd name="T62" fmla="*/ 4883 w 569"/>
                <a:gd name="T63" fmla="*/ 1064 h 4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69" h="451">
                  <a:moveTo>
                    <a:pt x="402" y="72"/>
                  </a:moveTo>
                  <a:cubicBezTo>
                    <a:pt x="401" y="72"/>
                    <a:pt x="401" y="72"/>
                    <a:pt x="401" y="72"/>
                  </a:cubicBezTo>
                  <a:cubicBezTo>
                    <a:pt x="381" y="61"/>
                    <a:pt x="343" y="41"/>
                    <a:pt x="296" y="35"/>
                  </a:cubicBezTo>
                  <a:cubicBezTo>
                    <a:pt x="289" y="34"/>
                    <a:pt x="289" y="23"/>
                    <a:pt x="288" y="17"/>
                  </a:cubicBezTo>
                  <a:cubicBezTo>
                    <a:pt x="289" y="18"/>
                    <a:pt x="290" y="18"/>
                    <a:pt x="292" y="18"/>
                  </a:cubicBezTo>
                  <a:cubicBezTo>
                    <a:pt x="291" y="18"/>
                    <a:pt x="290" y="18"/>
                    <a:pt x="289" y="18"/>
                  </a:cubicBezTo>
                  <a:cubicBezTo>
                    <a:pt x="289" y="18"/>
                    <a:pt x="289" y="18"/>
                    <a:pt x="289" y="18"/>
                  </a:cubicBezTo>
                  <a:cubicBezTo>
                    <a:pt x="287" y="15"/>
                    <a:pt x="285" y="13"/>
                    <a:pt x="281" y="11"/>
                  </a:cubicBezTo>
                  <a:cubicBezTo>
                    <a:pt x="273" y="7"/>
                    <a:pt x="230" y="0"/>
                    <a:pt x="228" y="15"/>
                  </a:cubicBezTo>
                  <a:cubicBezTo>
                    <a:pt x="227" y="17"/>
                    <a:pt x="229" y="19"/>
                    <a:pt x="229" y="20"/>
                  </a:cubicBezTo>
                  <a:cubicBezTo>
                    <a:pt x="227" y="20"/>
                    <a:pt x="225" y="20"/>
                    <a:pt x="223" y="21"/>
                  </a:cubicBezTo>
                  <a:cubicBezTo>
                    <a:pt x="223" y="21"/>
                    <a:pt x="222" y="21"/>
                    <a:pt x="222" y="21"/>
                  </a:cubicBezTo>
                  <a:cubicBezTo>
                    <a:pt x="222" y="21"/>
                    <a:pt x="222" y="21"/>
                    <a:pt x="222" y="21"/>
                  </a:cubicBezTo>
                  <a:cubicBezTo>
                    <a:pt x="224" y="20"/>
                    <a:pt x="226" y="20"/>
                    <a:pt x="228" y="20"/>
                  </a:cubicBezTo>
                  <a:cubicBezTo>
                    <a:pt x="231" y="23"/>
                    <a:pt x="233" y="35"/>
                    <a:pt x="233" y="35"/>
                  </a:cubicBezTo>
                  <a:cubicBezTo>
                    <a:pt x="227" y="36"/>
                    <a:pt x="221" y="37"/>
                    <a:pt x="215" y="39"/>
                  </a:cubicBezTo>
                  <a:cubicBezTo>
                    <a:pt x="214" y="35"/>
                    <a:pt x="214" y="29"/>
                    <a:pt x="215" y="22"/>
                  </a:cubicBezTo>
                  <a:cubicBezTo>
                    <a:pt x="215" y="22"/>
                    <a:pt x="215" y="22"/>
                    <a:pt x="216" y="22"/>
                  </a:cubicBezTo>
                  <a:cubicBezTo>
                    <a:pt x="215" y="22"/>
                    <a:pt x="215" y="22"/>
                    <a:pt x="215" y="22"/>
                  </a:cubicBezTo>
                  <a:cubicBezTo>
                    <a:pt x="215" y="22"/>
                    <a:pt x="215" y="22"/>
                    <a:pt x="215" y="22"/>
                  </a:cubicBezTo>
                  <a:cubicBezTo>
                    <a:pt x="210" y="12"/>
                    <a:pt x="208" y="7"/>
                    <a:pt x="190" y="6"/>
                  </a:cubicBezTo>
                  <a:cubicBezTo>
                    <a:pt x="172" y="4"/>
                    <a:pt x="175" y="16"/>
                    <a:pt x="181" y="30"/>
                  </a:cubicBezTo>
                  <a:cubicBezTo>
                    <a:pt x="181" y="31"/>
                    <a:pt x="182" y="32"/>
                    <a:pt x="182" y="33"/>
                  </a:cubicBezTo>
                  <a:cubicBezTo>
                    <a:pt x="168" y="38"/>
                    <a:pt x="154" y="45"/>
                    <a:pt x="139" y="54"/>
                  </a:cubicBezTo>
                  <a:cubicBezTo>
                    <a:pt x="138" y="51"/>
                    <a:pt x="138" y="47"/>
                    <a:pt x="136" y="42"/>
                  </a:cubicBezTo>
                  <a:cubicBezTo>
                    <a:pt x="131" y="30"/>
                    <a:pt x="112" y="36"/>
                    <a:pt x="98" y="40"/>
                  </a:cubicBezTo>
                  <a:cubicBezTo>
                    <a:pt x="86" y="44"/>
                    <a:pt x="75" y="40"/>
                    <a:pt x="77" y="52"/>
                  </a:cubicBezTo>
                  <a:cubicBezTo>
                    <a:pt x="80" y="70"/>
                    <a:pt x="88" y="81"/>
                    <a:pt x="91" y="90"/>
                  </a:cubicBezTo>
                  <a:cubicBezTo>
                    <a:pt x="96" y="94"/>
                    <a:pt x="99" y="101"/>
                    <a:pt x="100" y="104"/>
                  </a:cubicBezTo>
                  <a:cubicBezTo>
                    <a:pt x="95" y="109"/>
                    <a:pt x="91" y="114"/>
                    <a:pt x="87" y="118"/>
                  </a:cubicBezTo>
                  <a:cubicBezTo>
                    <a:pt x="86" y="119"/>
                    <a:pt x="79" y="115"/>
                    <a:pt x="75" y="108"/>
                  </a:cubicBezTo>
                  <a:cubicBezTo>
                    <a:pt x="72" y="106"/>
                    <a:pt x="69" y="105"/>
                    <a:pt x="68" y="104"/>
                  </a:cubicBezTo>
                  <a:cubicBezTo>
                    <a:pt x="61" y="103"/>
                    <a:pt x="50" y="95"/>
                    <a:pt x="43" y="109"/>
                  </a:cubicBezTo>
                  <a:cubicBezTo>
                    <a:pt x="40" y="116"/>
                    <a:pt x="48" y="124"/>
                    <a:pt x="57" y="131"/>
                  </a:cubicBezTo>
                  <a:cubicBezTo>
                    <a:pt x="57" y="131"/>
                    <a:pt x="57" y="131"/>
                    <a:pt x="57" y="131"/>
                  </a:cubicBezTo>
                  <a:cubicBezTo>
                    <a:pt x="57" y="131"/>
                    <a:pt x="57" y="131"/>
                    <a:pt x="57" y="131"/>
                  </a:cubicBezTo>
                  <a:cubicBezTo>
                    <a:pt x="63" y="137"/>
                    <a:pt x="68" y="143"/>
                    <a:pt x="67" y="145"/>
                  </a:cubicBezTo>
                  <a:cubicBezTo>
                    <a:pt x="62" y="153"/>
                    <a:pt x="58" y="160"/>
                    <a:pt x="55" y="169"/>
                  </a:cubicBezTo>
                  <a:cubicBezTo>
                    <a:pt x="54" y="170"/>
                    <a:pt x="40" y="164"/>
                    <a:pt x="40" y="164"/>
                  </a:cubicBezTo>
                  <a:cubicBezTo>
                    <a:pt x="37" y="160"/>
                    <a:pt x="34" y="156"/>
                    <a:pt x="30" y="154"/>
                  </a:cubicBezTo>
                  <a:cubicBezTo>
                    <a:pt x="13" y="142"/>
                    <a:pt x="7" y="173"/>
                    <a:pt x="6" y="186"/>
                  </a:cubicBezTo>
                  <a:cubicBezTo>
                    <a:pt x="5" y="204"/>
                    <a:pt x="12" y="209"/>
                    <a:pt x="26" y="214"/>
                  </a:cubicBezTo>
                  <a:cubicBezTo>
                    <a:pt x="26" y="214"/>
                    <a:pt x="26" y="214"/>
                    <a:pt x="26" y="215"/>
                  </a:cubicBezTo>
                  <a:cubicBezTo>
                    <a:pt x="26" y="215"/>
                    <a:pt x="26" y="215"/>
                    <a:pt x="26" y="215"/>
                  </a:cubicBezTo>
                  <a:cubicBezTo>
                    <a:pt x="26" y="215"/>
                    <a:pt x="26" y="214"/>
                    <a:pt x="26" y="214"/>
                  </a:cubicBezTo>
                  <a:cubicBezTo>
                    <a:pt x="33" y="213"/>
                    <a:pt x="42" y="221"/>
                    <a:pt x="41" y="223"/>
                  </a:cubicBezTo>
                  <a:cubicBezTo>
                    <a:pt x="40" y="237"/>
                    <a:pt x="40" y="252"/>
                    <a:pt x="42" y="266"/>
                  </a:cubicBezTo>
                  <a:cubicBezTo>
                    <a:pt x="42" y="267"/>
                    <a:pt x="31" y="270"/>
                    <a:pt x="28" y="267"/>
                  </a:cubicBezTo>
                  <a:cubicBezTo>
                    <a:pt x="28" y="267"/>
                    <a:pt x="28" y="267"/>
                    <a:pt x="28" y="267"/>
                  </a:cubicBezTo>
                  <a:cubicBezTo>
                    <a:pt x="28" y="267"/>
                    <a:pt x="28" y="267"/>
                    <a:pt x="28" y="267"/>
                  </a:cubicBezTo>
                  <a:cubicBezTo>
                    <a:pt x="28" y="267"/>
                    <a:pt x="28" y="267"/>
                    <a:pt x="28" y="267"/>
                  </a:cubicBezTo>
                  <a:cubicBezTo>
                    <a:pt x="21" y="263"/>
                    <a:pt x="14" y="242"/>
                    <a:pt x="6" y="248"/>
                  </a:cubicBezTo>
                  <a:cubicBezTo>
                    <a:pt x="0" y="253"/>
                    <a:pt x="13" y="271"/>
                    <a:pt x="17" y="275"/>
                  </a:cubicBezTo>
                  <a:cubicBezTo>
                    <a:pt x="20" y="279"/>
                    <a:pt x="27" y="284"/>
                    <a:pt x="33" y="289"/>
                  </a:cubicBezTo>
                  <a:cubicBezTo>
                    <a:pt x="32" y="288"/>
                    <a:pt x="32" y="288"/>
                    <a:pt x="32" y="287"/>
                  </a:cubicBezTo>
                  <a:cubicBezTo>
                    <a:pt x="37" y="291"/>
                    <a:pt x="47" y="289"/>
                    <a:pt x="49" y="300"/>
                  </a:cubicBezTo>
                  <a:cubicBezTo>
                    <a:pt x="52" y="311"/>
                    <a:pt x="57" y="323"/>
                    <a:pt x="64" y="332"/>
                  </a:cubicBezTo>
                  <a:cubicBezTo>
                    <a:pt x="76" y="350"/>
                    <a:pt x="76" y="350"/>
                    <a:pt x="76" y="350"/>
                  </a:cubicBezTo>
                  <a:cubicBezTo>
                    <a:pt x="93" y="372"/>
                    <a:pt x="108" y="400"/>
                    <a:pt x="130" y="451"/>
                  </a:cubicBezTo>
                  <a:cubicBezTo>
                    <a:pt x="107" y="383"/>
                    <a:pt x="111" y="309"/>
                    <a:pt x="151" y="244"/>
                  </a:cubicBezTo>
                  <a:cubicBezTo>
                    <a:pt x="228" y="119"/>
                    <a:pt x="398" y="84"/>
                    <a:pt x="531" y="166"/>
                  </a:cubicBezTo>
                  <a:cubicBezTo>
                    <a:pt x="546" y="175"/>
                    <a:pt x="558" y="185"/>
                    <a:pt x="569" y="196"/>
                  </a:cubicBezTo>
                  <a:cubicBezTo>
                    <a:pt x="569" y="196"/>
                    <a:pt x="569" y="196"/>
                    <a:pt x="569" y="196"/>
                  </a:cubicBezTo>
                  <a:cubicBezTo>
                    <a:pt x="522" y="148"/>
                    <a:pt x="464" y="109"/>
                    <a:pt x="402" y="72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9" name="Freeform 1182">
              <a:extLst>
                <a:ext uri="{FF2B5EF4-FFF2-40B4-BE49-F238E27FC236}">
                  <a16:creationId xmlns:a16="http://schemas.microsoft.com/office/drawing/2014/main" id="{97A106E8-E78E-4E8B-9BBA-817DCCD5D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986"/>
              <a:ext cx="115" cy="184"/>
            </a:xfrm>
            <a:custGeom>
              <a:avLst/>
              <a:gdLst>
                <a:gd name="T0" fmla="*/ 244 w 50"/>
                <a:gd name="T1" fmla="*/ 1106 h 75"/>
                <a:gd name="T2" fmla="*/ 354 w 50"/>
                <a:gd name="T3" fmla="*/ 633 h 75"/>
                <a:gd name="T4" fmla="*/ 610 w 50"/>
                <a:gd name="T5" fmla="*/ 447 h 75"/>
                <a:gd name="T6" fmla="*/ 122 w 50"/>
                <a:gd name="T7" fmla="*/ 1065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75">
                  <a:moveTo>
                    <a:pt x="20" y="75"/>
                  </a:moveTo>
                  <a:cubicBezTo>
                    <a:pt x="17" y="66"/>
                    <a:pt x="25" y="51"/>
                    <a:pt x="29" y="43"/>
                  </a:cubicBezTo>
                  <a:cubicBezTo>
                    <a:pt x="34" y="32"/>
                    <a:pt x="40" y="33"/>
                    <a:pt x="50" y="30"/>
                  </a:cubicBezTo>
                  <a:cubicBezTo>
                    <a:pt x="28" y="0"/>
                    <a:pt x="0" y="51"/>
                    <a:pt x="10" y="72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0" name="Freeform 1183">
              <a:extLst>
                <a:ext uri="{FF2B5EF4-FFF2-40B4-BE49-F238E27FC236}">
                  <a16:creationId xmlns:a16="http://schemas.microsoft.com/office/drawing/2014/main" id="{9F79C02E-508B-4125-950E-9A4469942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890"/>
              <a:ext cx="106" cy="101"/>
            </a:xfrm>
            <a:custGeom>
              <a:avLst/>
              <a:gdLst>
                <a:gd name="T0" fmla="*/ 233 w 46"/>
                <a:gd name="T1" fmla="*/ 510 h 41"/>
                <a:gd name="T2" fmla="*/ 562 w 46"/>
                <a:gd name="T3" fmla="*/ 266 h 41"/>
                <a:gd name="T4" fmla="*/ 134 w 46"/>
                <a:gd name="T5" fmla="*/ 61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1">
                  <a:moveTo>
                    <a:pt x="19" y="34"/>
                  </a:moveTo>
                  <a:cubicBezTo>
                    <a:pt x="26" y="21"/>
                    <a:pt x="30" y="15"/>
                    <a:pt x="46" y="18"/>
                  </a:cubicBezTo>
                  <a:cubicBezTo>
                    <a:pt x="27" y="0"/>
                    <a:pt x="0" y="15"/>
                    <a:pt x="11" y="41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1184">
              <a:extLst>
                <a:ext uri="{FF2B5EF4-FFF2-40B4-BE49-F238E27FC236}">
                  <a16:creationId xmlns:a16="http://schemas.microsoft.com/office/drawing/2014/main" id="{2B21D710-7432-481B-B7B3-169059CBD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751"/>
              <a:ext cx="175" cy="154"/>
            </a:xfrm>
            <a:custGeom>
              <a:avLst/>
              <a:gdLst>
                <a:gd name="T0" fmla="*/ 375 w 76"/>
                <a:gd name="T1" fmla="*/ 919 h 63"/>
                <a:gd name="T2" fmla="*/ 375 w 76"/>
                <a:gd name="T3" fmla="*/ 274 h 63"/>
                <a:gd name="T4" fmla="*/ 636 w 76"/>
                <a:gd name="T5" fmla="*/ 232 h 63"/>
                <a:gd name="T6" fmla="*/ 928 w 76"/>
                <a:gd name="T7" fmla="*/ 264 h 63"/>
                <a:gd name="T8" fmla="*/ 741 w 76"/>
                <a:gd name="T9" fmla="*/ 12 h 63"/>
                <a:gd name="T10" fmla="*/ 467 w 76"/>
                <a:gd name="T11" fmla="*/ 42 h 63"/>
                <a:gd name="T12" fmla="*/ 244 w 76"/>
                <a:gd name="T13" fmla="*/ 59 h 63"/>
                <a:gd name="T14" fmla="*/ 187 w 76"/>
                <a:gd name="T15" fmla="*/ 728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63">
                  <a:moveTo>
                    <a:pt x="31" y="63"/>
                  </a:moveTo>
                  <a:cubicBezTo>
                    <a:pt x="27" y="53"/>
                    <a:pt x="15" y="24"/>
                    <a:pt x="31" y="19"/>
                  </a:cubicBezTo>
                  <a:cubicBezTo>
                    <a:pt x="38" y="17"/>
                    <a:pt x="45" y="18"/>
                    <a:pt x="52" y="16"/>
                  </a:cubicBezTo>
                  <a:cubicBezTo>
                    <a:pt x="59" y="13"/>
                    <a:pt x="70" y="9"/>
                    <a:pt x="76" y="18"/>
                  </a:cubicBezTo>
                  <a:cubicBezTo>
                    <a:pt x="72" y="9"/>
                    <a:pt x="71" y="2"/>
                    <a:pt x="61" y="1"/>
                  </a:cubicBezTo>
                  <a:cubicBezTo>
                    <a:pt x="53" y="0"/>
                    <a:pt x="45" y="2"/>
                    <a:pt x="38" y="3"/>
                  </a:cubicBezTo>
                  <a:cubicBezTo>
                    <a:pt x="32" y="4"/>
                    <a:pt x="26" y="3"/>
                    <a:pt x="20" y="4"/>
                  </a:cubicBezTo>
                  <a:cubicBezTo>
                    <a:pt x="0" y="7"/>
                    <a:pt x="4" y="39"/>
                    <a:pt x="15" y="50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1185">
              <a:extLst>
                <a:ext uri="{FF2B5EF4-FFF2-40B4-BE49-F238E27FC236}">
                  <a16:creationId xmlns:a16="http://schemas.microsoft.com/office/drawing/2014/main" id="{FF2C069E-B3CB-4F71-8C15-E71CDF4BB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670"/>
              <a:ext cx="115" cy="98"/>
            </a:xfrm>
            <a:custGeom>
              <a:avLst/>
              <a:gdLst>
                <a:gd name="T0" fmla="*/ 147 w 50"/>
                <a:gd name="T1" fmla="*/ 588 h 40"/>
                <a:gd name="T2" fmla="*/ 534 w 50"/>
                <a:gd name="T3" fmla="*/ 443 h 40"/>
                <a:gd name="T4" fmla="*/ 269 w 50"/>
                <a:gd name="T5" fmla="*/ 42 h 40"/>
                <a:gd name="T6" fmla="*/ 64 w 50"/>
                <a:gd name="T7" fmla="*/ 103 h 40"/>
                <a:gd name="T8" fmla="*/ 48 w 50"/>
                <a:gd name="T9" fmla="*/ 529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0">
                  <a:moveTo>
                    <a:pt x="12" y="40"/>
                  </a:moveTo>
                  <a:cubicBezTo>
                    <a:pt x="10" y="18"/>
                    <a:pt x="31" y="12"/>
                    <a:pt x="44" y="30"/>
                  </a:cubicBezTo>
                  <a:cubicBezTo>
                    <a:pt x="50" y="16"/>
                    <a:pt x="33" y="5"/>
                    <a:pt x="22" y="3"/>
                  </a:cubicBezTo>
                  <a:cubicBezTo>
                    <a:pt x="15" y="2"/>
                    <a:pt x="9" y="0"/>
                    <a:pt x="5" y="7"/>
                  </a:cubicBezTo>
                  <a:cubicBezTo>
                    <a:pt x="0" y="14"/>
                    <a:pt x="1" y="28"/>
                    <a:pt x="4" y="36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1186">
              <a:extLst>
                <a:ext uri="{FF2B5EF4-FFF2-40B4-BE49-F238E27FC236}">
                  <a16:creationId xmlns:a16="http://schemas.microsoft.com/office/drawing/2014/main" id="{23C839C1-69C6-4E83-B30B-26A927E54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268"/>
              <a:ext cx="276" cy="370"/>
            </a:xfrm>
            <a:custGeom>
              <a:avLst/>
              <a:gdLst>
                <a:gd name="T0" fmla="*/ 1254 w 120"/>
                <a:gd name="T1" fmla="*/ 2102 h 151"/>
                <a:gd name="T2" fmla="*/ 1302 w 120"/>
                <a:gd name="T3" fmla="*/ 1897 h 151"/>
                <a:gd name="T4" fmla="*/ 1449 w 120"/>
                <a:gd name="T5" fmla="*/ 630 h 151"/>
                <a:gd name="T6" fmla="*/ 1387 w 120"/>
                <a:gd name="T7" fmla="*/ 588 h 151"/>
                <a:gd name="T8" fmla="*/ 720 w 120"/>
                <a:gd name="T9" fmla="*/ 517 h 151"/>
                <a:gd name="T10" fmla="*/ 428 w 120"/>
                <a:gd name="T11" fmla="*/ 282 h 151"/>
                <a:gd name="T12" fmla="*/ 290 w 120"/>
                <a:gd name="T13" fmla="*/ 282 h 151"/>
                <a:gd name="T14" fmla="*/ 290 w 120"/>
                <a:gd name="T15" fmla="*/ 282 h 151"/>
                <a:gd name="T16" fmla="*/ 290 w 120"/>
                <a:gd name="T17" fmla="*/ 282 h 151"/>
                <a:gd name="T18" fmla="*/ 290 w 120"/>
                <a:gd name="T19" fmla="*/ 282 h 151"/>
                <a:gd name="T20" fmla="*/ 85 w 120"/>
                <a:gd name="T21" fmla="*/ 0 h 151"/>
                <a:gd name="T22" fmla="*/ 0 w 120"/>
                <a:gd name="T23" fmla="*/ 71 h 151"/>
                <a:gd name="T24" fmla="*/ 159 w 120"/>
                <a:gd name="T25" fmla="*/ 397 h 151"/>
                <a:gd name="T26" fmla="*/ 354 w 120"/>
                <a:gd name="T27" fmla="*/ 600 h 151"/>
                <a:gd name="T28" fmla="*/ 338 w 120"/>
                <a:gd name="T29" fmla="*/ 576 h 151"/>
                <a:gd name="T30" fmla="*/ 545 w 120"/>
                <a:gd name="T31" fmla="*/ 762 h 151"/>
                <a:gd name="T32" fmla="*/ 610 w 120"/>
                <a:gd name="T33" fmla="*/ 985 h 151"/>
                <a:gd name="T34" fmla="*/ 1254 w 120"/>
                <a:gd name="T35" fmla="*/ 2102 h 1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0" h="151">
                  <a:moveTo>
                    <a:pt x="103" y="143"/>
                  </a:moveTo>
                  <a:cubicBezTo>
                    <a:pt x="106" y="148"/>
                    <a:pt x="108" y="151"/>
                    <a:pt x="107" y="129"/>
                  </a:cubicBezTo>
                  <a:cubicBezTo>
                    <a:pt x="106" y="109"/>
                    <a:pt x="105" y="74"/>
                    <a:pt x="119" y="43"/>
                  </a:cubicBezTo>
                  <a:cubicBezTo>
                    <a:pt x="120" y="40"/>
                    <a:pt x="118" y="39"/>
                    <a:pt x="114" y="40"/>
                  </a:cubicBezTo>
                  <a:cubicBezTo>
                    <a:pt x="100" y="45"/>
                    <a:pt x="79" y="44"/>
                    <a:pt x="59" y="35"/>
                  </a:cubicBezTo>
                  <a:cubicBezTo>
                    <a:pt x="51" y="32"/>
                    <a:pt x="35" y="19"/>
                    <a:pt x="35" y="19"/>
                  </a:cubicBezTo>
                  <a:cubicBezTo>
                    <a:pt x="35" y="21"/>
                    <a:pt x="27" y="22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18" y="16"/>
                    <a:pt x="13" y="2"/>
                    <a:pt x="7" y="0"/>
                  </a:cubicBezTo>
                  <a:cubicBezTo>
                    <a:pt x="5" y="1"/>
                    <a:pt x="2" y="3"/>
                    <a:pt x="0" y="5"/>
                  </a:cubicBezTo>
                  <a:cubicBezTo>
                    <a:pt x="1" y="12"/>
                    <a:pt x="10" y="23"/>
                    <a:pt x="13" y="27"/>
                  </a:cubicBezTo>
                  <a:cubicBezTo>
                    <a:pt x="16" y="31"/>
                    <a:pt x="23" y="36"/>
                    <a:pt x="29" y="41"/>
                  </a:cubicBezTo>
                  <a:cubicBezTo>
                    <a:pt x="28" y="40"/>
                    <a:pt x="28" y="40"/>
                    <a:pt x="28" y="39"/>
                  </a:cubicBezTo>
                  <a:cubicBezTo>
                    <a:pt x="33" y="43"/>
                    <a:pt x="43" y="41"/>
                    <a:pt x="45" y="52"/>
                  </a:cubicBezTo>
                  <a:cubicBezTo>
                    <a:pt x="46" y="57"/>
                    <a:pt x="48" y="62"/>
                    <a:pt x="50" y="67"/>
                  </a:cubicBezTo>
                  <a:cubicBezTo>
                    <a:pt x="65" y="82"/>
                    <a:pt x="92" y="120"/>
                    <a:pt x="103" y="143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1187">
              <a:extLst>
                <a:ext uri="{FF2B5EF4-FFF2-40B4-BE49-F238E27FC236}">
                  <a16:creationId xmlns:a16="http://schemas.microsoft.com/office/drawing/2014/main" id="{D5A6C240-AD4E-4F30-93B5-0E1DC89CB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393"/>
              <a:ext cx="138" cy="238"/>
            </a:xfrm>
            <a:custGeom>
              <a:avLst/>
              <a:gdLst>
                <a:gd name="T0" fmla="*/ 48 w 60"/>
                <a:gd name="T1" fmla="*/ 236 h 97"/>
                <a:gd name="T2" fmla="*/ 692 w 60"/>
                <a:gd name="T3" fmla="*/ 1362 h 97"/>
                <a:gd name="T4" fmla="*/ 729 w 60"/>
                <a:gd name="T5" fmla="*/ 1006 h 97"/>
                <a:gd name="T6" fmla="*/ 513 w 60"/>
                <a:gd name="T7" fmla="*/ 854 h 97"/>
                <a:gd name="T8" fmla="*/ 94 w 60"/>
                <a:gd name="T9" fmla="*/ 236 h 97"/>
                <a:gd name="T10" fmla="*/ 0 w 60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97">
                  <a:moveTo>
                    <a:pt x="4" y="16"/>
                  </a:moveTo>
                  <a:cubicBezTo>
                    <a:pt x="19" y="31"/>
                    <a:pt x="46" y="69"/>
                    <a:pt x="57" y="92"/>
                  </a:cubicBezTo>
                  <a:cubicBezTo>
                    <a:pt x="60" y="97"/>
                    <a:pt x="60" y="90"/>
                    <a:pt x="60" y="68"/>
                  </a:cubicBezTo>
                  <a:cubicBezTo>
                    <a:pt x="55" y="85"/>
                    <a:pt x="50" y="69"/>
                    <a:pt x="42" y="58"/>
                  </a:cubicBezTo>
                  <a:cubicBezTo>
                    <a:pt x="34" y="47"/>
                    <a:pt x="13" y="22"/>
                    <a:pt x="8" y="16"/>
                  </a:cubicBezTo>
                  <a:cubicBezTo>
                    <a:pt x="4" y="10"/>
                    <a:pt x="0" y="0"/>
                    <a:pt x="0" y="0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1188">
              <a:extLst>
                <a:ext uri="{FF2B5EF4-FFF2-40B4-BE49-F238E27FC236}">
                  <a16:creationId xmlns:a16="http://schemas.microsoft.com/office/drawing/2014/main" id="{30C949F2-958E-4217-87D7-F04B83047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660"/>
              <a:ext cx="626" cy="351"/>
            </a:xfrm>
            <a:custGeom>
              <a:avLst/>
              <a:gdLst>
                <a:gd name="T0" fmla="*/ 831 w 272"/>
                <a:gd name="T1" fmla="*/ 518 h 143"/>
                <a:gd name="T2" fmla="*/ 732 w 272"/>
                <a:gd name="T3" fmla="*/ 253 h 143"/>
                <a:gd name="T4" fmla="*/ 778 w 272"/>
                <a:gd name="T5" fmla="*/ 265 h 143"/>
                <a:gd name="T6" fmla="*/ 741 w 272"/>
                <a:gd name="T7" fmla="*/ 265 h 143"/>
                <a:gd name="T8" fmla="*/ 741 w 272"/>
                <a:gd name="T9" fmla="*/ 265 h 143"/>
                <a:gd name="T10" fmla="*/ 647 w 272"/>
                <a:gd name="T11" fmla="*/ 162 h 143"/>
                <a:gd name="T12" fmla="*/ 0 w 272"/>
                <a:gd name="T13" fmla="*/ 223 h 143"/>
                <a:gd name="T14" fmla="*/ 0 w 272"/>
                <a:gd name="T15" fmla="*/ 253 h 143"/>
                <a:gd name="T16" fmla="*/ 1096 w 272"/>
                <a:gd name="T17" fmla="*/ 1151 h 143"/>
                <a:gd name="T18" fmla="*/ 985 w 272"/>
                <a:gd name="T19" fmla="*/ 1802 h 143"/>
                <a:gd name="T20" fmla="*/ 1013 w 272"/>
                <a:gd name="T21" fmla="*/ 1851 h 143"/>
                <a:gd name="T22" fmla="*/ 3252 w 272"/>
                <a:gd name="T23" fmla="*/ 2084 h 143"/>
                <a:gd name="T24" fmla="*/ 3280 w 272"/>
                <a:gd name="T25" fmla="*/ 2072 h 143"/>
                <a:gd name="T26" fmla="*/ 985 w 272"/>
                <a:gd name="T27" fmla="*/ 547 h 143"/>
                <a:gd name="T28" fmla="*/ 831 w 272"/>
                <a:gd name="T29" fmla="*/ 518 h 1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2" h="143">
                  <a:moveTo>
                    <a:pt x="68" y="35"/>
                  </a:moveTo>
                  <a:cubicBezTo>
                    <a:pt x="61" y="34"/>
                    <a:pt x="61" y="23"/>
                    <a:pt x="60" y="17"/>
                  </a:cubicBezTo>
                  <a:cubicBezTo>
                    <a:pt x="61" y="18"/>
                    <a:pt x="62" y="18"/>
                    <a:pt x="64" y="18"/>
                  </a:cubicBezTo>
                  <a:cubicBezTo>
                    <a:pt x="63" y="18"/>
                    <a:pt x="62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59" y="15"/>
                    <a:pt x="57" y="13"/>
                    <a:pt x="53" y="11"/>
                  </a:cubicBezTo>
                  <a:cubicBezTo>
                    <a:pt x="45" y="7"/>
                    <a:pt x="2" y="0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31" y="32"/>
                    <a:pt x="68" y="55"/>
                    <a:pt x="90" y="78"/>
                  </a:cubicBezTo>
                  <a:cubicBezTo>
                    <a:pt x="110" y="99"/>
                    <a:pt x="96" y="113"/>
                    <a:pt x="81" y="122"/>
                  </a:cubicBezTo>
                  <a:cubicBezTo>
                    <a:pt x="77" y="125"/>
                    <a:pt x="78" y="126"/>
                    <a:pt x="83" y="125"/>
                  </a:cubicBezTo>
                  <a:cubicBezTo>
                    <a:pt x="166" y="104"/>
                    <a:pt x="230" y="126"/>
                    <a:pt x="267" y="141"/>
                  </a:cubicBezTo>
                  <a:cubicBezTo>
                    <a:pt x="271" y="143"/>
                    <a:pt x="272" y="142"/>
                    <a:pt x="269" y="140"/>
                  </a:cubicBezTo>
                  <a:cubicBezTo>
                    <a:pt x="200" y="90"/>
                    <a:pt x="119" y="49"/>
                    <a:pt x="81" y="37"/>
                  </a:cubicBezTo>
                  <a:cubicBezTo>
                    <a:pt x="77" y="36"/>
                    <a:pt x="72" y="35"/>
                    <a:pt x="68" y="35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1189">
              <a:extLst>
                <a:ext uri="{FF2B5EF4-FFF2-40B4-BE49-F238E27FC236}">
                  <a16:creationId xmlns:a16="http://schemas.microsoft.com/office/drawing/2014/main" id="{C7BC46CF-C2D9-4CC1-8326-9578DC681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557"/>
              <a:ext cx="970" cy="942"/>
            </a:xfrm>
            <a:custGeom>
              <a:avLst/>
              <a:gdLst>
                <a:gd name="T0" fmla="*/ 3873 w 422"/>
                <a:gd name="T1" fmla="*/ 446 h 384"/>
                <a:gd name="T2" fmla="*/ 3889 w 422"/>
                <a:gd name="T3" fmla="*/ 456 h 384"/>
                <a:gd name="T4" fmla="*/ 3170 w 422"/>
                <a:gd name="T5" fmla="*/ 174 h 384"/>
                <a:gd name="T6" fmla="*/ 3170 w 422"/>
                <a:gd name="T7" fmla="*/ 162 h 384"/>
                <a:gd name="T8" fmla="*/ 2209 w 422"/>
                <a:gd name="T9" fmla="*/ 12 h 384"/>
                <a:gd name="T10" fmla="*/ 0 w 422"/>
                <a:gd name="T11" fmla="*/ 2448 h 384"/>
                <a:gd name="T12" fmla="*/ 439 w 422"/>
                <a:gd name="T13" fmla="*/ 3913 h 384"/>
                <a:gd name="T14" fmla="*/ 1168 w 422"/>
                <a:gd name="T15" fmla="*/ 5061 h 384"/>
                <a:gd name="T16" fmla="*/ 1600 w 422"/>
                <a:gd name="T17" fmla="*/ 5669 h 384"/>
                <a:gd name="T18" fmla="*/ 1554 w 422"/>
                <a:gd name="T19" fmla="*/ 5578 h 384"/>
                <a:gd name="T20" fmla="*/ 1411 w 422"/>
                <a:gd name="T21" fmla="*/ 5255 h 384"/>
                <a:gd name="T22" fmla="*/ 1411 w 422"/>
                <a:gd name="T23" fmla="*/ 5255 h 384"/>
                <a:gd name="T24" fmla="*/ 1411 w 422"/>
                <a:gd name="T25" fmla="*/ 5255 h 384"/>
                <a:gd name="T26" fmla="*/ 1347 w 422"/>
                <a:gd name="T27" fmla="*/ 5078 h 384"/>
                <a:gd name="T28" fmla="*/ 1347 w 422"/>
                <a:gd name="T29" fmla="*/ 5061 h 384"/>
                <a:gd name="T30" fmla="*/ 1299 w 422"/>
                <a:gd name="T31" fmla="*/ 4887 h 384"/>
                <a:gd name="T32" fmla="*/ 1299 w 422"/>
                <a:gd name="T33" fmla="*/ 4887 h 384"/>
                <a:gd name="T34" fmla="*/ 1103 w 422"/>
                <a:gd name="T35" fmla="*/ 4683 h 384"/>
                <a:gd name="T36" fmla="*/ 972 w 422"/>
                <a:gd name="T37" fmla="*/ 4278 h 384"/>
                <a:gd name="T38" fmla="*/ 1237 w 422"/>
                <a:gd name="T39" fmla="*/ 4560 h 384"/>
                <a:gd name="T40" fmla="*/ 1237 w 422"/>
                <a:gd name="T41" fmla="*/ 4560 h 384"/>
                <a:gd name="T42" fmla="*/ 1216 w 422"/>
                <a:gd name="T43" fmla="*/ 4386 h 384"/>
                <a:gd name="T44" fmla="*/ 1216 w 422"/>
                <a:gd name="T45" fmla="*/ 4357 h 384"/>
                <a:gd name="T46" fmla="*/ 1216 w 422"/>
                <a:gd name="T47" fmla="*/ 4278 h 384"/>
                <a:gd name="T48" fmla="*/ 1204 w 422"/>
                <a:gd name="T49" fmla="*/ 4237 h 384"/>
                <a:gd name="T50" fmla="*/ 1204 w 422"/>
                <a:gd name="T51" fmla="*/ 4175 h 384"/>
                <a:gd name="T52" fmla="*/ 1204 w 422"/>
                <a:gd name="T53" fmla="*/ 4062 h 384"/>
                <a:gd name="T54" fmla="*/ 1204 w 422"/>
                <a:gd name="T55" fmla="*/ 4013 h 384"/>
                <a:gd name="T56" fmla="*/ 1204 w 422"/>
                <a:gd name="T57" fmla="*/ 3942 h 384"/>
                <a:gd name="T58" fmla="*/ 1216 w 422"/>
                <a:gd name="T59" fmla="*/ 3900 h 384"/>
                <a:gd name="T60" fmla="*/ 1216 w 422"/>
                <a:gd name="T61" fmla="*/ 3790 h 384"/>
                <a:gd name="T62" fmla="*/ 1216 w 422"/>
                <a:gd name="T63" fmla="*/ 3780 h 384"/>
                <a:gd name="T64" fmla="*/ 972 w 422"/>
                <a:gd name="T65" fmla="*/ 3363 h 384"/>
                <a:gd name="T66" fmla="*/ 1262 w 422"/>
                <a:gd name="T67" fmla="*/ 2895 h 384"/>
                <a:gd name="T68" fmla="*/ 1384 w 422"/>
                <a:gd name="T69" fmla="*/ 3039 h 384"/>
                <a:gd name="T70" fmla="*/ 1384 w 422"/>
                <a:gd name="T71" fmla="*/ 3039 h 384"/>
                <a:gd name="T72" fmla="*/ 1591 w 422"/>
                <a:gd name="T73" fmla="*/ 2551 h 384"/>
                <a:gd name="T74" fmla="*/ 1421 w 422"/>
                <a:gd name="T75" fmla="*/ 2227 h 384"/>
                <a:gd name="T76" fmla="*/ 1722 w 422"/>
                <a:gd name="T77" fmla="*/ 2154 h 384"/>
                <a:gd name="T78" fmla="*/ 1807 w 422"/>
                <a:gd name="T79" fmla="*/ 2215 h 384"/>
                <a:gd name="T80" fmla="*/ 2002 w 422"/>
                <a:gd name="T81" fmla="*/ 1950 h 384"/>
                <a:gd name="T82" fmla="*/ 1834 w 422"/>
                <a:gd name="T83" fmla="*/ 1391 h 384"/>
                <a:gd name="T84" fmla="*/ 2087 w 422"/>
                <a:gd name="T85" fmla="*/ 1209 h 384"/>
                <a:gd name="T86" fmla="*/ 2551 w 422"/>
                <a:gd name="T87" fmla="*/ 1239 h 384"/>
                <a:gd name="T88" fmla="*/ 2588 w 422"/>
                <a:gd name="T89" fmla="*/ 1420 h 384"/>
                <a:gd name="T90" fmla="*/ 3108 w 422"/>
                <a:gd name="T91" fmla="*/ 1106 h 384"/>
                <a:gd name="T92" fmla="*/ 3096 w 422"/>
                <a:gd name="T93" fmla="*/ 1065 h 384"/>
                <a:gd name="T94" fmla="*/ 3207 w 422"/>
                <a:gd name="T95" fmla="*/ 709 h 384"/>
                <a:gd name="T96" fmla="*/ 3508 w 422"/>
                <a:gd name="T97" fmla="*/ 944 h 384"/>
                <a:gd name="T98" fmla="*/ 3508 w 422"/>
                <a:gd name="T99" fmla="*/ 944 h 384"/>
                <a:gd name="T100" fmla="*/ 3593 w 422"/>
                <a:gd name="T101" fmla="*/ 932 h 384"/>
                <a:gd name="T102" fmla="*/ 3609 w 422"/>
                <a:gd name="T103" fmla="*/ 932 h 384"/>
                <a:gd name="T104" fmla="*/ 3678 w 422"/>
                <a:gd name="T105" fmla="*/ 915 h 384"/>
                <a:gd name="T106" fmla="*/ 3666 w 422"/>
                <a:gd name="T107" fmla="*/ 841 h 384"/>
                <a:gd name="T108" fmla="*/ 4312 w 422"/>
                <a:gd name="T109" fmla="*/ 783 h 384"/>
                <a:gd name="T110" fmla="*/ 4406 w 422"/>
                <a:gd name="T111" fmla="*/ 886 h 384"/>
                <a:gd name="T112" fmla="*/ 4406 w 422"/>
                <a:gd name="T113" fmla="*/ 886 h 384"/>
                <a:gd name="T114" fmla="*/ 4613 w 422"/>
                <a:gd name="T115" fmla="*/ 915 h 384"/>
                <a:gd name="T116" fmla="*/ 4613 w 422"/>
                <a:gd name="T117" fmla="*/ 915 h 384"/>
                <a:gd name="T118" fmla="*/ 5126 w 422"/>
                <a:gd name="T119" fmla="*/ 1094 h 384"/>
                <a:gd name="T120" fmla="*/ 3873 w 422"/>
                <a:gd name="T121" fmla="*/ 446 h 3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2" h="384">
                  <a:moveTo>
                    <a:pt x="319" y="30"/>
                  </a:moveTo>
                  <a:cubicBezTo>
                    <a:pt x="319" y="31"/>
                    <a:pt x="320" y="31"/>
                    <a:pt x="320" y="31"/>
                  </a:cubicBezTo>
                  <a:cubicBezTo>
                    <a:pt x="300" y="23"/>
                    <a:pt x="281" y="18"/>
                    <a:pt x="261" y="12"/>
                  </a:cubicBezTo>
                  <a:cubicBezTo>
                    <a:pt x="261" y="11"/>
                    <a:pt x="261" y="11"/>
                    <a:pt x="261" y="11"/>
                  </a:cubicBezTo>
                  <a:cubicBezTo>
                    <a:pt x="252" y="9"/>
                    <a:pt x="226" y="0"/>
                    <a:pt x="182" y="1"/>
                  </a:cubicBezTo>
                  <a:cubicBezTo>
                    <a:pt x="82" y="1"/>
                    <a:pt x="0" y="75"/>
                    <a:pt x="0" y="166"/>
                  </a:cubicBezTo>
                  <a:cubicBezTo>
                    <a:pt x="0" y="203"/>
                    <a:pt x="13" y="237"/>
                    <a:pt x="36" y="265"/>
                  </a:cubicBezTo>
                  <a:cubicBezTo>
                    <a:pt x="39" y="269"/>
                    <a:pt x="84" y="330"/>
                    <a:pt x="96" y="343"/>
                  </a:cubicBezTo>
                  <a:cubicBezTo>
                    <a:pt x="96" y="343"/>
                    <a:pt x="131" y="383"/>
                    <a:pt x="132" y="384"/>
                  </a:cubicBezTo>
                  <a:cubicBezTo>
                    <a:pt x="131" y="382"/>
                    <a:pt x="129" y="380"/>
                    <a:pt x="128" y="378"/>
                  </a:cubicBezTo>
                  <a:cubicBezTo>
                    <a:pt x="123" y="371"/>
                    <a:pt x="119" y="364"/>
                    <a:pt x="116" y="356"/>
                  </a:cubicBezTo>
                  <a:cubicBezTo>
                    <a:pt x="116" y="356"/>
                    <a:pt x="116" y="356"/>
                    <a:pt x="116" y="356"/>
                  </a:cubicBezTo>
                  <a:cubicBezTo>
                    <a:pt x="116" y="356"/>
                    <a:pt x="116" y="356"/>
                    <a:pt x="116" y="356"/>
                  </a:cubicBezTo>
                  <a:cubicBezTo>
                    <a:pt x="114" y="352"/>
                    <a:pt x="112" y="348"/>
                    <a:pt x="111" y="344"/>
                  </a:cubicBezTo>
                  <a:cubicBezTo>
                    <a:pt x="111" y="344"/>
                    <a:pt x="111" y="343"/>
                    <a:pt x="111" y="343"/>
                  </a:cubicBezTo>
                  <a:cubicBezTo>
                    <a:pt x="109" y="339"/>
                    <a:pt x="108" y="335"/>
                    <a:pt x="107" y="331"/>
                  </a:cubicBezTo>
                  <a:cubicBezTo>
                    <a:pt x="107" y="331"/>
                    <a:pt x="107" y="331"/>
                    <a:pt x="107" y="331"/>
                  </a:cubicBezTo>
                  <a:cubicBezTo>
                    <a:pt x="101" y="326"/>
                    <a:pt x="94" y="321"/>
                    <a:pt x="91" y="317"/>
                  </a:cubicBezTo>
                  <a:cubicBezTo>
                    <a:pt x="87" y="313"/>
                    <a:pt x="74" y="295"/>
                    <a:pt x="80" y="290"/>
                  </a:cubicBezTo>
                  <a:cubicBezTo>
                    <a:pt x="88" y="284"/>
                    <a:pt x="95" y="305"/>
                    <a:pt x="102" y="309"/>
                  </a:cubicBezTo>
                  <a:cubicBezTo>
                    <a:pt x="102" y="309"/>
                    <a:pt x="102" y="309"/>
                    <a:pt x="102" y="309"/>
                  </a:cubicBezTo>
                  <a:cubicBezTo>
                    <a:pt x="101" y="305"/>
                    <a:pt x="101" y="301"/>
                    <a:pt x="100" y="297"/>
                  </a:cubicBezTo>
                  <a:cubicBezTo>
                    <a:pt x="100" y="297"/>
                    <a:pt x="100" y="296"/>
                    <a:pt x="100" y="295"/>
                  </a:cubicBezTo>
                  <a:cubicBezTo>
                    <a:pt x="100" y="294"/>
                    <a:pt x="100" y="292"/>
                    <a:pt x="100" y="290"/>
                  </a:cubicBezTo>
                  <a:cubicBezTo>
                    <a:pt x="100" y="289"/>
                    <a:pt x="99" y="288"/>
                    <a:pt x="99" y="287"/>
                  </a:cubicBezTo>
                  <a:cubicBezTo>
                    <a:pt x="99" y="285"/>
                    <a:pt x="99" y="284"/>
                    <a:pt x="99" y="283"/>
                  </a:cubicBezTo>
                  <a:cubicBezTo>
                    <a:pt x="99" y="280"/>
                    <a:pt x="99" y="278"/>
                    <a:pt x="99" y="275"/>
                  </a:cubicBezTo>
                  <a:cubicBezTo>
                    <a:pt x="99" y="274"/>
                    <a:pt x="99" y="273"/>
                    <a:pt x="99" y="272"/>
                  </a:cubicBezTo>
                  <a:cubicBezTo>
                    <a:pt x="99" y="270"/>
                    <a:pt x="99" y="269"/>
                    <a:pt x="99" y="267"/>
                  </a:cubicBezTo>
                  <a:cubicBezTo>
                    <a:pt x="100" y="266"/>
                    <a:pt x="100" y="265"/>
                    <a:pt x="100" y="264"/>
                  </a:cubicBezTo>
                  <a:cubicBezTo>
                    <a:pt x="100" y="261"/>
                    <a:pt x="100" y="259"/>
                    <a:pt x="100" y="257"/>
                  </a:cubicBezTo>
                  <a:cubicBezTo>
                    <a:pt x="100" y="256"/>
                    <a:pt x="100" y="256"/>
                    <a:pt x="100" y="256"/>
                  </a:cubicBezTo>
                  <a:cubicBezTo>
                    <a:pt x="86" y="251"/>
                    <a:pt x="79" y="246"/>
                    <a:pt x="80" y="228"/>
                  </a:cubicBezTo>
                  <a:cubicBezTo>
                    <a:pt x="81" y="215"/>
                    <a:pt x="87" y="184"/>
                    <a:pt x="104" y="196"/>
                  </a:cubicBezTo>
                  <a:cubicBezTo>
                    <a:pt x="108" y="198"/>
                    <a:pt x="111" y="202"/>
                    <a:pt x="114" y="206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8" y="194"/>
                    <a:pt x="124" y="183"/>
                    <a:pt x="131" y="173"/>
                  </a:cubicBezTo>
                  <a:cubicBezTo>
                    <a:pt x="122" y="166"/>
                    <a:pt x="114" y="158"/>
                    <a:pt x="117" y="151"/>
                  </a:cubicBezTo>
                  <a:cubicBezTo>
                    <a:pt x="124" y="137"/>
                    <a:pt x="135" y="145"/>
                    <a:pt x="142" y="146"/>
                  </a:cubicBezTo>
                  <a:cubicBezTo>
                    <a:pt x="143" y="147"/>
                    <a:pt x="146" y="148"/>
                    <a:pt x="149" y="150"/>
                  </a:cubicBezTo>
                  <a:cubicBezTo>
                    <a:pt x="154" y="144"/>
                    <a:pt x="159" y="138"/>
                    <a:pt x="165" y="132"/>
                  </a:cubicBezTo>
                  <a:cubicBezTo>
                    <a:pt x="162" y="123"/>
                    <a:pt x="154" y="112"/>
                    <a:pt x="151" y="94"/>
                  </a:cubicBezTo>
                  <a:cubicBezTo>
                    <a:pt x="149" y="82"/>
                    <a:pt x="160" y="86"/>
                    <a:pt x="172" y="82"/>
                  </a:cubicBezTo>
                  <a:cubicBezTo>
                    <a:pt x="186" y="78"/>
                    <a:pt x="205" y="72"/>
                    <a:pt x="210" y="84"/>
                  </a:cubicBezTo>
                  <a:cubicBezTo>
                    <a:pt x="212" y="89"/>
                    <a:pt x="212" y="93"/>
                    <a:pt x="213" y="96"/>
                  </a:cubicBezTo>
                  <a:cubicBezTo>
                    <a:pt x="228" y="87"/>
                    <a:pt x="242" y="80"/>
                    <a:pt x="256" y="75"/>
                  </a:cubicBezTo>
                  <a:cubicBezTo>
                    <a:pt x="256" y="74"/>
                    <a:pt x="255" y="73"/>
                    <a:pt x="255" y="72"/>
                  </a:cubicBezTo>
                  <a:cubicBezTo>
                    <a:pt x="249" y="58"/>
                    <a:pt x="246" y="46"/>
                    <a:pt x="264" y="48"/>
                  </a:cubicBezTo>
                  <a:cubicBezTo>
                    <a:pt x="282" y="49"/>
                    <a:pt x="284" y="54"/>
                    <a:pt x="289" y="64"/>
                  </a:cubicBezTo>
                  <a:cubicBezTo>
                    <a:pt x="289" y="64"/>
                    <a:pt x="289" y="64"/>
                    <a:pt x="289" y="64"/>
                  </a:cubicBezTo>
                  <a:cubicBezTo>
                    <a:pt x="291" y="64"/>
                    <a:pt x="294" y="63"/>
                    <a:pt x="296" y="63"/>
                  </a:cubicBezTo>
                  <a:cubicBezTo>
                    <a:pt x="296" y="63"/>
                    <a:pt x="297" y="63"/>
                    <a:pt x="297" y="63"/>
                  </a:cubicBezTo>
                  <a:cubicBezTo>
                    <a:pt x="299" y="62"/>
                    <a:pt x="301" y="62"/>
                    <a:pt x="303" y="62"/>
                  </a:cubicBezTo>
                  <a:cubicBezTo>
                    <a:pt x="303" y="61"/>
                    <a:pt x="301" y="59"/>
                    <a:pt x="302" y="57"/>
                  </a:cubicBezTo>
                  <a:cubicBezTo>
                    <a:pt x="304" y="42"/>
                    <a:pt x="347" y="49"/>
                    <a:pt x="355" y="53"/>
                  </a:cubicBezTo>
                  <a:cubicBezTo>
                    <a:pt x="359" y="55"/>
                    <a:pt x="361" y="57"/>
                    <a:pt x="363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69" y="60"/>
                    <a:pt x="375" y="61"/>
                    <a:pt x="380" y="62"/>
                  </a:cubicBezTo>
                  <a:cubicBezTo>
                    <a:pt x="380" y="62"/>
                    <a:pt x="380" y="62"/>
                    <a:pt x="380" y="62"/>
                  </a:cubicBezTo>
                  <a:cubicBezTo>
                    <a:pt x="386" y="63"/>
                    <a:pt x="410" y="68"/>
                    <a:pt x="422" y="74"/>
                  </a:cubicBezTo>
                  <a:cubicBezTo>
                    <a:pt x="395" y="61"/>
                    <a:pt x="346" y="41"/>
                    <a:pt x="319" y="30"/>
                  </a:cubicBezTo>
                  <a:close/>
                </a:path>
              </a:pathLst>
            </a:custGeom>
            <a:solidFill>
              <a:srgbClr val="D3E8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1190">
              <a:extLst>
                <a:ext uri="{FF2B5EF4-FFF2-40B4-BE49-F238E27FC236}">
                  <a16:creationId xmlns:a16="http://schemas.microsoft.com/office/drawing/2014/main" id="{C288DEC7-5A71-4ACB-9521-B8EC0D678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653"/>
              <a:ext cx="113" cy="132"/>
            </a:xfrm>
            <a:custGeom>
              <a:avLst/>
              <a:gdLst>
                <a:gd name="T0" fmla="*/ 28 w 49"/>
                <a:gd name="T1" fmla="*/ 364 h 54"/>
                <a:gd name="T2" fmla="*/ 74 w 49"/>
                <a:gd name="T3" fmla="*/ 526 h 54"/>
                <a:gd name="T4" fmla="*/ 281 w 49"/>
                <a:gd name="T5" fmla="*/ 567 h 54"/>
                <a:gd name="T6" fmla="*/ 404 w 49"/>
                <a:gd name="T7" fmla="*/ 670 h 54"/>
                <a:gd name="T8" fmla="*/ 505 w 49"/>
                <a:gd name="T9" fmla="*/ 777 h 54"/>
                <a:gd name="T10" fmla="*/ 574 w 49"/>
                <a:gd name="T11" fmla="*/ 435 h 54"/>
                <a:gd name="T12" fmla="*/ 404 w 49"/>
                <a:gd name="T13" fmla="*/ 232 h 54"/>
                <a:gd name="T14" fmla="*/ 346 w 49"/>
                <a:gd name="T15" fmla="*/ 0 h 54"/>
                <a:gd name="T16" fmla="*/ 28 w 49"/>
                <a:gd name="T17" fmla="*/ 364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4">
                  <a:moveTo>
                    <a:pt x="2" y="25"/>
                  </a:moveTo>
                  <a:cubicBezTo>
                    <a:pt x="0" y="29"/>
                    <a:pt x="1" y="33"/>
                    <a:pt x="6" y="36"/>
                  </a:cubicBezTo>
                  <a:cubicBezTo>
                    <a:pt x="10" y="38"/>
                    <a:pt x="18" y="37"/>
                    <a:pt x="23" y="39"/>
                  </a:cubicBezTo>
                  <a:cubicBezTo>
                    <a:pt x="27" y="41"/>
                    <a:pt x="30" y="42"/>
                    <a:pt x="33" y="46"/>
                  </a:cubicBezTo>
                  <a:cubicBezTo>
                    <a:pt x="36" y="49"/>
                    <a:pt x="35" y="54"/>
                    <a:pt x="41" y="53"/>
                  </a:cubicBezTo>
                  <a:cubicBezTo>
                    <a:pt x="49" y="52"/>
                    <a:pt x="49" y="36"/>
                    <a:pt x="47" y="30"/>
                  </a:cubicBezTo>
                  <a:cubicBezTo>
                    <a:pt x="44" y="25"/>
                    <a:pt x="36" y="22"/>
                    <a:pt x="33" y="16"/>
                  </a:cubicBezTo>
                  <a:cubicBezTo>
                    <a:pt x="30" y="11"/>
                    <a:pt x="29" y="5"/>
                    <a:pt x="28" y="0"/>
                  </a:cubicBezTo>
                  <a:cubicBezTo>
                    <a:pt x="18" y="8"/>
                    <a:pt x="9" y="16"/>
                    <a:pt x="2" y="25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1191">
              <a:extLst>
                <a:ext uri="{FF2B5EF4-FFF2-40B4-BE49-F238E27FC236}">
                  <a16:creationId xmlns:a16="http://schemas.microsoft.com/office/drawing/2014/main" id="{75A5033A-810E-4B7C-B9E6-4A6C369BA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653"/>
              <a:ext cx="110" cy="120"/>
            </a:xfrm>
            <a:custGeom>
              <a:avLst/>
              <a:gdLst>
                <a:gd name="T0" fmla="*/ 493 w 48"/>
                <a:gd name="T1" fmla="*/ 588 h 49"/>
                <a:gd name="T2" fmla="*/ 552 w 48"/>
                <a:gd name="T3" fmla="*/ 720 h 49"/>
                <a:gd name="T4" fmla="*/ 552 w 48"/>
                <a:gd name="T5" fmla="*/ 438 h 49"/>
                <a:gd name="T6" fmla="*/ 383 w 48"/>
                <a:gd name="T7" fmla="*/ 235 h 49"/>
                <a:gd name="T8" fmla="*/ 325 w 48"/>
                <a:gd name="T9" fmla="*/ 0 h 49"/>
                <a:gd name="T10" fmla="*/ 11 w 48"/>
                <a:gd name="T11" fmla="*/ 365 h 49"/>
                <a:gd name="T12" fmla="*/ 48 w 48"/>
                <a:gd name="T13" fmla="*/ 517 h 49"/>
                <a:gd name="T14" fmla="*/ 85 w 48"/>
                <a:gd name="T15" fmla="*/ 517 h 49"/>
                <a:gd name="T16" fmla="*/ 325 w 48"/>
                <a:gd name="T17" fmla="*/ 456 h 49"/>
                <a:gd name="T18" fmla="*/ 493 w 48"/>
                <a:gd name="T19" fmla="*/ 588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49">
                  <a:moveTo>
                    <a:pt x="41" y="40"/>
                  </a:moveTo>
                  <a:cubicBezTo>
                    <a:pt x="44" y="42"/>
                    <a:pt x="44" y="46"/>
                    <a:pt x="46" y="49"/>
                  </a:cubicBezTo>
                  <a:cubicBezTo>
                    <a:pt x="48" y="43"/>
                    <a:pt x="48" y="34"/>
                    <a:pt x="46" y="30"/>
                  </a:cubicBezTo>
                  <a:cubicBezTo>
                    <a:pt x="43" y="25"/>
                    <a:pt x="35" y="22"/>
                    <a:pt x="32" y="16"/>
                  </a:cubicBezTo>
                  <a:cubicBezTo>
                    <a:pt x="29" y="11"/>
                    <a:pt x="28" y="5"/>
                    <a:pt x="27" y="0"/>
                  </a:cubicBezTo>
                  <a:cubicBezTo>
                    <a:pt x="17" y="8"/>
                    <a:pt x="8" y="16"/>
                    <a:pt x="1" y="25"/>
                  </a:cubicBezTo>
                  <a:cubicBezTo>
                    <a:pt x="0" y="29"/>
                    <a:pt x="0" y="32"/>
                    <a:pt x="4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11" y="23"/>
                    <a:pt x="19" y="25"/>
                    <a:pt x="27" y="31"/>
                  </a:cubicBezTo>
                  <a:cubicBezTo>
                    <a:pt x="32" y="34"/>
                    <a:pt x="37" y="35"/>
                    <a:pt x="41" y="40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1192">
              <a:extLst>
                <a:ext uri="{FF2B5EF4-FFF2-40B4-BE49-F238E27FC236}">
                  <a16:creationId xmlns:a16="http://schemas.microsoft.com/office/drawing/2014/main" id="{399161DF-E0AB-4A90-A648-771AC46DB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011"/>
              <a:ext cx="161" cy="213"/>
            </a:xfrm>
            <a:custGeom>
              <a:avLst/>
              <a:gdLst>
                <a:gd name="T0" fmla="*/ 757 w 70"/>
                <a:gd name="T1" fmla="*/ 1276 h 87"/>
                <a:gd name="T2" fmla="*/ 842 w 70"/>
                <a:gd name="T3" fmla="*/ 1085 h 87"/>
                <a:gd name="T4" fmla="*/ 720 w 70"/>
                <a:gd name="T5" fmla="*/ 558 h 87"/>
                <a:gd name="T6" fmla="*/ 793 w 70"/>
                <a:gd name="T7" fmla="*/ 306 h 87"/>
                <a:gd name="T8" fmla="*/ 646 w 70"/>
                <a:gd name="T9" fmla="*/ 191 h 87"/>
                <a:gd name="T10" fmla="*/ 428 w 70"/>
                <a:gd name="T11" fmla="*/ 282 h 87"/>
                <a:gd name="T12" fmla="*/ 253 w 70"/>
                <a:gd name="T13" fmla="*/ 191 h 87"/>
                <a:gd name="T14" fmla="*/ 64 w 70"/>
                <a:gd name="T15" fmla="*/ 29 h 87"/>
                <a:gd name="T16" fmla="*/ 48 w 70"/>
                <a:gd name="T17" fmla="*/ 144 h 87"/>
                <a:gd name="T18" fmla="*/ 147 w 70"/>
                <a:gd name="T19" fmla="*/ 306 h 87"/>
                <a:gd name="T20" fmla="*/ 253 w 70"/>
                <a:gd name="T21" fmla="*/ 546 h 87"/>
                <a:gd name="T22" fmla="*/ 290 w 70"/>
                <a:gd name="T23" fmla="*/ 732 h 87"/>
                <a:gd name="T24" fmla="*/ 412 w 70"/>
                <a:gd name="T25" fmla="*/ 894 h 87"/>
                <a:gd name="T26" fmla="*/ 534 w 70"/>
                <a:gd name="T27" fmla="*/ 1134 h 87"/>
                <a:gd name="T28" fmla="*/ 757 w 70"/>
                <a:gd name="T29" fmla="*/ 1276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0" h="87">
                  <a:moveTo>
                    <a:pt x="62" y="87"/>
                  </a:moveTo>
                  <a:cubicBezTo>
                    <a:pt x="69" y="87"/>
                    <a:pt x="70" y="79"/>
                    <a:pt x="69" y="74"/>
                  </a:cubicBezTo>
                  <a:cubicBezTo>
                    <a:pt x="67" y="62"/>
                    <a:pt x="55" y="50"/>
                    <a:pt x="59" y="38"/>
                  </a:cubicBezTo>
                  <a:cubicBezTo>
                    <a:pt x="60" y="32"/>
                    <a:pt x="65" y="27"/>
                    <a:pt x="65" y="21"/>
                  </a:cubicBezTo>
                  <a:cubicBezTo>
                    <a:pt x="64" y="14"/>
                    <a:pt x="60" y="11"/>
                    <a:pt x="53" y="13"/>
                  </a:cubicBezTo>
                  <a:cubicBezTo>
                    <a:pt x="47" y="16"/>
                    <a:pt x="42" y="20"/>
                    <a:pt x="35" y="19"/>
                  </a:cubicBezTo>
                  <a:cubicBezTo>
                    <a:pt x="29" y="19"/>
                    <a:pt x="25" y="15"/>
                    <a:pt x="21" y="13"/>
                  </a:cubicBezTo>
                  <a:cubicBezTo>
                    <a:pt x="16" y="10"/>
                    <a:pt x="10" y="3"/>
                    <a:pt x="5" y="2"/>
                  </a:cubicBezTo>
                  <a:cubicBezTo>
                    <a:pt x="0" y="0"/>
                    <a:pt x="3" y="6"/>
                    <a:pt x="4" y="10"/>
                  </a:cubicBezTo>
                  <a:cubicBezTo>
                    <a:pt x="6" y="15"/>
                    <a:pt x="8" y="17"/>
                    <a:pt x="12" y="21"/>
                  </a:cubicBezTo>
                  <a:cubicBezTo>
                    <a:pt x="16" y="25"/>
                    <a:pt x="19" y="31"/>
                    <a:pt x="21" y="37"/>
                  </a:cubicBezTo>
                  <a:cubicBezTo>
                    <a:pt x="22" y="41"/>
                    <a:pt x="22" y="45"/>
                    <a:pt x="24" y="50"/>
                  </a:cubicBezTo>
                  <a:cubicBezTo>
                    <a:pt x="27" y="54"/>
                    <a:pt x="30" y="58"/>
                    <a:pt x="34" y="61"/>
                  </a:cubicBezTo>
                  <a:cubicBezTo>
                    <a:pt x="37" y="64"/>
                    <a:pt x="42" y="73"/>
                    <a:pt x="44" y="77"/>
                  </a:cubicBezTo>
                  <a:cubicBezTo>
                    <a:pt x="46" y="79"/>
                    <a:pt x="55" y="87"/>
                    <a:pt x="62" y="87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1193">
              <a:extLst>
                <a:ext uri="{FF2B5EF4-FFF2-40B4-BE49-F238E27FC236}">
                  <a16:creationId xmlns:a16="http://schemas.microsoft.com/office/drawing/2014/main" id="{F9CC5C5C-F7D2-4D7B-84C8-19FF3ADE2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606"/>
              <a:ext cx="221" cy="128"/>
            </a:xfrm>
            <a:custGeom>
              <a:avLst/>
              <a:gdLst>
                <a:gd name="T0" fmla="*/ 269 w 96"/>
                <a:gd name="T1" fmla="*/ 734 h 52"/>
                <a:gd name="T2" fmla="*/ 573 w 96"/>
                <a:gd name="T3" fmla="*/ 613 h 52"/>
                <a:gd name="T4" fmla="*/ 741 w 96"/>
                <a:gd name="T5" fmla="*/ 569 h 52"/>
                <a:gd name="T6" fmla="*/ 854 w 96"/>
                <a:gd name="T7" fmla="*/ 734 h 52"/>
                <a:gd name="T8" fmla="*/ 985 w 96"/>
                <a:gd name="T9" fmla="*/ 418 h 52"/>
                <a:gd name="T10" fmla="*/ 1038 w 96"/>
                <a:gd name="T11" fmla="*/ 121 h 52"/>
                <a:gd name="T12" fmla="*/ 709 w 96"/>
                <a:gd name="T13" fmla="*/ 194 h 52"/>
                <a:gd name="T14" fmla="*/ 355 w 96"/>
                <a:gd name="T15" fmla="*/ 315 h 52"/>
                <a:gd name="T16" fmla="*/ 64 w 96"/>
                <a:gd name="T17" fmla="*/ 539 h 52"/>
                <a:gd name="T18" fmla="*/ 269 w 96"/>
                <a:gd name="T19" fmla="*/ 734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52">
                  <a:moveTo>
                    <a:pt x="22" y="49"/>
                  </a:moveTo>
                  <a:cubicBezTo>
                    <a:pt x="33" y="51"/>
                    <a:pt x="39" y="44"/>
                    <a:pt x="47" y="41"/>
                  </a:cubicBezTo>
                  <a:cubicBezTo>
                    <a:pt x="51" y="40"/>
                    <a:pt x="57" y="37"/>
                    <a:pt x="61" y="38"/>
                  </a:cubicBezTo>
                  <a:cubicBezTo>
                    <a:pt x="65" y="40"/>
                    <a:pt x="65" y="49"/>
                    <a:pt x="70" y="49"/>
                  </a:cubicBezTo>
                  <a:cubicBezTo>
                    <a:pt x="83" y="52"/>
                    <a:pt x="78" y="33"/>
                    <a:pt x="81" y="28"/>
                  </a:cubicBezTo>
                  <a:cubicBezTo>
                    <a:pt x="85" y="20"/>
                    <a:pt x="96" y="19"/>
                    <a:pt x="85" y="8"/>
                  </a:cubicBezTo>
                  <a:cubicBezTo>
                    <a:pt x="75" y="0"/>
                    <a:pt x="67" y="9"/>
                    <a:pt x="58" y="13"/>
                  </a:cubicBezTo>
                  <a:cubicBezTo>
                    <a:pt x="48" y="19"/>
                    <a:pt x="39" y="20"/>
                    <a:pt x="29" y="21"/>
                  </a:cubicBezTo>
                  <a:cubicBezTo>
                    <a:pt x="19" y="23"/>
                    <a:pt x="9" y="25"/>
                    <a:pt x="5" y="36"/>
                  </a:cubicBezTo>
                  <a:cubicBezTo>
                    <a:pt x="0" y="48"/>
                    <a:pt x="9" y="48"/>
                    <a:pt x="22" y="49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1194">
              <a:extLst>
                <a:ext uri="{FF2B5EF4-FFF2-40B4-BE49-F238E27FC236}">
                  <a16:creationId xmlns:a16="http://schemas.microsoft.com/office/drawing/2014/main" id="{1CF3505C-74D1-47AA-8C26-1CE6674E0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741"/>
              <a:ext cx="156" cy="228"/>
            </a:xfrm>
            <a:custGeom>
              <a:avLst/>
              <a:gdLst>
                <a:gd name="T0" fmla="*/ 711 w 68"/>
                <a:gd name="T1" fmla="*/ 162 h 93"/>
                <a:gd name="T2" fmla="*/ 748 w 68"/>
                <a:gd name="T3" fmla="*/ 576 h 93"/>
                <a:gd name="T4" fmla="*/ 484 w 68"/>
                <a:gd name="T5" fmla="*/ 762 h 93"/>
                <a:gd name="T6" fmla="*/ 362 w 68"/>
                <a:gd name="T7" fmla="*/ 1064 h 93"/>
                <a:gd name="T8" fmla="*/ 216 w 68"/>
                <a:gd name="T9" fmla="*/ 1250 h 93"/>
                <a:gd name="T10" fmla="*/ 353 w 68"/>
                <a:gd name="T11" fmla="*/ 559 h 93"/>
                <a:gd name="T12" fmla="*/ 447 w 68"/>
                <a:gd name="T13" fmla="*/ 91 h 93"/>
                <a:gd name="T14" fmla="*/ 711 w 68"/>
                <a:gd name="T15" fmla="*/ 162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3">
                  <a:moveTo>
                    <a:pt x="59" y="11"/>
                  </a:moveTo>
                  <a:cubicBezTo>
                    <a:pt x="59" y="21"/>
                    <a:pt x="68" y="31"/>
                    <a:pt x="62" y="39"/>
                  </a:cubicBezTo>
                  <a:cubicBezTo>
                    <a:pt x="56" y="46"/>
                    <a:pt x="46" y="46"/>
                    <a:pt x="40" y="52"/>
                  </a:cubicBezTo>
                  <a:cubicBezTo>
                    <a:pt x="34" y="58"/>
                    <a:pt x="31" y="65"/>
                    <a:pt x="30" y="72"/>
                  </a:cubicBezTo>
                  <a:cubicBezTo>
                    <a:pt x="28" y="80"/>
                    <a:pt x="29" y="93"/>
                    <a:pt x="18" y="85"/>
                  </a:cubicBezTo>
                  <a:cubicBezTo>
                    <a:pt x="0" y="72"/>
                    <a:pt x="26" y="51"/>
                    <a:pt x="29" y="38"/>
                  </a:cubicBezTo>
                  <a:cubicBezTo>
                    <a:pt x="31" y="27"/>
                    <a:pt x="26" y="14"/>
                    <a:pt x="37" y="6"/>
                  </a:cubicBezTo>
                  <a:cubicBezTo>
                    <a:pt x="43" y="2"/>
                    <a:pt x="59" y="0"/>
                    <a:pt x="59" y="11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1195">
              <a:extLst>
                <a:ext uri="{FF2B5EF4-FFF2-40B4-BE49-F238E27FC236}">
                  <a16:creationId xmlns:a16="http://schemas.microsoft.com/office/drawing/2014/main" id="{6F6C1DEF-E223-49E3-8143-0633E0105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572"/>
              <a:ext cx="260" cy="157"/>
            </a:xfrm>
            <a:custGeom>
              <a:avLst/>
              <a:gdLst>
                <a:gd name="T0" fmla="*/ 186 w 113"/>
                <a:gd name="T1" fmla="*/ 692 h 64"/>
                <a:gd name="T2" fmla="*/ 476 w 113"/>
                <a:gd name="T3" fmla="*/ 841 h 64"/>
                <a:gd name="T4" fmla="*/ 757 w 113"/>
                <a:gd name="T5" fmla="*/ 770 h 64"/>
                <a:gd name="T6" fmla="*/ 1022 w 113"/>
                <a:gd name="T7" fmla="*/ 368 h 64"/>
                <a:gd name="T8" fmla="*/ 1254 w 113"/>
                <a:gd name="T9" fmla="*/ 120 h 64"/>
                <a:gd name="T10" fmla="*/ 948 w 113"/>
                <a:gd name="T11" fmla="*/ 91 h 64"/>
                <a:gd name="T12" fmla="*/ 619 w 113"/>
                <a:gd name="T13" fmla="*/ 132 h 64"/>
                <a:gd name="T14" fmla="*/ 186 w 113"/>
                <a:gd name="T15" fmla="*/ 68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64">
                  <a:moveTo>
                    <a:pt x="15" y="47"/>
                  </a:moveTo>
                  <a:cubicBezTo>
                    <a:pt x="17" y="61"/>
                    <a:pt x="30" y="56"/>
                    <a:pt x="39" y="57"/>
                  </a:cubicBezTo>
                  <a:cubicBezTo>
                    <a:pt x="50" y="58"/>
                    <a:pt x="54" y="64"/>
                    <a:pt x="62" y="52"/>
                  </a:cubicBezTo>
                  <a:cubicBezTo>
                    <a:pt x="69" y="42"/>
                    <a:pt x="70" y="30"/>
                    <a:pt x="84" y="25"/>
                  </a:cubicBezTo>
                  <a:cubicBezTo>
                    <a:pt x="90" y="23"/>
                    <a:pt x="113" y="21"/>
                    <a:pt x="103" y="8"/>
                  </a:cubicBezTo>
                  <a:cubicBezTo>
                    <a:pt x="97" y="0"/>
                    <a:pt x="85" y="5"/>
                    <a:pt x="78" y="6"/>
                  </a:cubicBezTo>
                  <a:cubicBezTo>
                    <a:pt x="68" y="9"/>
                    <a:pt x="61" y="9"/>
                    <a:pt x="51" y="9"/>
                  </a:cubicBezTo>
                  <a:cubicBezTo>
                    <a:pt x="34" y="10"/>
                    <a:pt x="0" y="25"/>
                    <a:pt x="15" y="46"/>
                  </a:cubicBezTo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1196">
              <a:extLst>
                <a:ext uri="{FF2B5EF4-FFF2-40B4-BE49-F238E27FC236}">
                  <a16:creationId xmlns:a16="http://schemas.microsoft.com/office/drawing/2014/main" id="{6B018C81-992A-4D91-852E-52DB58B69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886"/>
              <a:ext cx="136" cy="117"/>
            </a:xfrm>
            <a:custGeom>
              <a:avLst/>
              <a:gdLst>
                <a:gd name="T0" fmla="*/ 207 w 59"/>
                <a:gd name="T1" fmla="*/ 12 h 48"/>
                <a:gd name="T2" fmla="*/ 0 w 59"/>
                <a:gd name="T3" fmla="*/ 244 h 48"/>
                <a:gd name="T4" fmla="*/ 48 w 59"/>
                <a:gd name="T5" fmla="*/ 505 h 48"/>
                <a:gd name="T6" fmla="*/ 196 w 59"/>
                <a:gd name="T7" fmla="*/ 683 h 48"/>
                <a:gd name="T8" fmla="*/ 318 w 59"/>
                <a:gd name="T9" fmla="*/ 665 h 48"/>
                <a:gd name="T10" fmla="*/ 516 w 59"/>
                <a:gd name="T11" fmla="*/ 665 h 48"/>
                <a:gd name="T12" fmla="*/ 712 w 59"/>
                <a:gd name="T13" fmla="*/ 607 h 48"/>
                <a:gd name="T14" fmla="*/ 553 w 59"/>
                <a:gd name="T15" fmla="*/ 405 h 48"/>
                <a:gd name="T16" fmla="*/ 415 w 59"/>
                <a:gd name="T17" fmla="*/ 173 h 48"/>
                <a:gd name="T18" fmla="*/ 207 w 59"/>
                <a:gd name="T19" fmla="*/ 12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48">
                  <a:moveTo>
                    <a:pt x="17" y="1"/>
                  </a:moveTo>
                  <a:cubicBezTo>
                    <a:pt x="9" y="3"/>
                    <a:pt x="0" y="8"/>
                    <a:pt x="0" y="17"/>
                  </a:cubicBezTo>
                  <a:cubicBezTo>
                    <a:pt x="0" y="22"/>
                    <a:pt x="1" y="31"/>
                    <a:pt x="4" y="35"/>
                  </a:cubicBezTo>
                  <a:cubicBezTo>
                    <a:pt x="5" y="38"/>
                    <a:pt x="13" y="46"/>
                    <a:pt x="16" y="47"/>
                  </a:cubicBezTo>
                  <a:cubicBezTo>
                    <a:pt x="19" y="48"/>
                    <a:pt x="23" y="47"/>
                    <a:pt x="26" y="46"/>
                  </a:cubicBezTo>
                  <a:cubicBezTo>
                    <a:pt x="31" y="46"/>
                    <a:pt x="37" y="45"/>
                    <a:pt x="42" y="46"/>
                  </a:cubicBezTo>
                  <a:cubicBezTo>
                    <a:pt x="46" y="46"/>
                    <a:pt x="57" y="48"/>
                    <a:pt x="58" y="42"/>
                  </a:cubicBezTo>
                  <a:cubicBezTo>
                    <a:pt x="59" y="37"/>
                    <a:pt x="48" y="30"/>
                    <a:pt x="45" y="28"/>
                  </a:cubicBezTo>
                  <a:cubicBezTo>
                    <a:pt x="38" y="24"/>
                    <a:pt x="38" y="18"/>
                    <a:pt x="34" y="12"/>
                  </a:cubicBezTo>
                  <a:cubicBezTo>
                    <a:pt x="30" y="6"/>
                    <a:pt x="28" y="0"/>
                    <a:pt x="17" y="1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1197">
              <a:extLst>
                <a:ext uri="{FF2B5EF4-FFF2-40B4-BE49-F238E27FC236}">
                  <a16:creationId xmlns:a16="http://schemas.microsoft.com/office/drawing/2014/main" id="{1139A792-E78E-4659-A7E6-61F8E1E1F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579"/>
              <a:ext cx="211" cy="76"/>
            </a:xfrm>
            <a:custGeom>
              <a:avLst/>
              <a:gdLst>
                <a:gd name="T0" fmla="*/ 830 w 92"/>
                <a:gd name="T1" fmla="*/ 306 h 31"/>
                <a:gd name="T2" fmla="*/ 846 w 92"/>
                <a:gd name="T3" fmla="*/ 324 h 31"/>
                <a:gd name="T4" fmla="*/ 131 w 92"/>
                <a:gd name="T5" fmla="*/ 42 h 31"/>
                <a:gd name="T6" fmla="*/ 131 w 92"/>
                <a:gd name="T7" fmla="*/ 29 h 31"/>
                <a:gd name="T8" fmla="*/ 11 w 92"/>
                <a:gd name="T9" fmla="*/ 0 h 31"/>
                <a:gd name="T10" fmla="*/ 11 w 92"/>
                <a:gd name="T11" fmla="*/ 132 h 31"/>
                <a:gd name="T12" fmla="*/ 204 w 92"/>
                <a:gd name="T13" fmla="*/ 253 h 31"/>
                <a:gd name="T14" fmla="*/ 317 w 92"/>
                <a:gd name="T15" fmla="*/ 306 h 31"/>
                <a:gd name="T16" fmla="*/ 374 w 92"/>
                <a:gd name="T17" fmla="*/ 397 h 31"/>
                <a:gd name="T18" fmla="*/ 569 w 92"/>
                <a:gd name="T19" fmla="*/ 397 h 31"/>
                <a:gd name="T20" fmla="*/ 1110 w 92"/>
                <a:gd name="T21" fmla="*/ 456 h 31"/>
                <a:gd name="T22" fmla="*/ 830 w 92"/>
                <a:gd name="T23" fmla="*/ 30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31">
                  <a:moveTo>
                    <a:pt x="69" y="21"/>
                  </a:moveTo>
                  <a:cubicBezTo>
                    <a:pt x="69" y="22"/>
                    <a:pt x="70" y="22"/>
                    <a:pt x="70" y="22"/>
                  </a:cubicBezTo>
                  <a:cubicBezTo>
                    <a:pt x="50" y="14"/>
                    <a:pt x="31" y="9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2"/>
                    <a:pt x="6" y="1"/>
                    <a:pt x="1" y="0"/>
                  </a:cubicBezTo>
                  <a:cubicBezTo>
                    <a:pt x="1" y="3"/>
                    <a:pt x="0" y="6"/>
                    <a:pt x="1" y="9"/>
                  </a:cubicBezTo>
                  <a:cubicBezTo>
                    <a:pt x="3" y="16"/>
                    <a:pt x="11" y="16"/>
                    <a:pt x="17" y="17"/>
                  </a:cubicBezTo>
                  <a:cubicBezTo>
                    <a:pt x="20" y="18"/>
                    <a:pt x="23" y="19"/>
                    <a:pt x="26" y="21"/>
                  </a:cubicBezTo>
                  <a:cubicBezTo>
                    <a:pt x="28" y="22"/>
                    <a:pt x="28" y="25"/>
                    <a:pt x="31" y="27"/>
                  </a:cubicBezTo>
                  <a:cubicBezTo>
                    <a:pt x="35" y="30"/>
                    <a:pt x="42" y="27"/>
                    <a:pt x="47" y="27"/>
                  </a:cubicBezTo>
                  <a:cubicBezTo>
                    <a:pt x="62" y="27"/>
                    <a:pt x="77" y="31"/>
                    <a:pt x="92" y="31"/>
                  </a:cubicBezTo>
                  <a:cubicBezTo>
                    <a:pt x="83" y="27"/>
                    <a:pt x="76" y="24"/>
                    <a:pt x="69" y="21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1198">
              <a:extLst>
                <a:ext uri="{FF2B5EF4-FFF2-40B4-BE49-F238E27FC236}">
                  <a16:creationId xmlns:a16="http://schemas.microsoft.com/office/drawing/2014/main" id="{CAA7F7D2-61BE-4854-BF45-994F27AF6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559"/>
              <a:ext cx="98" cy="32"/>
            </a:xfrm>
            <a:custGeom>
              <a:avLst/>
              <a:gdLst>
                <a:gd name="T0" fmla="*/ 239 w 43"/>
                <a:gd name="T1" fmla="*/ 182 h 13"/>
                <a:gd name="T2" fmla="*/ 499 w 43"/>
                <a:gd name="T3" fmla="*/ 42 h 13"/>
                <a:gd name="T4" fmla="*/ 0 w 43"/>
                <a:gd name="T5" fmla="*/ 0 h 13"/>
                <a:gd name="T6" fmla="*/ 0 w 43"/>
                <a:gd name="T7" fmla="*/ 0 h 13"/>
                <a:gd name="T8" fmla="*/ 239 w 43"/>
                <a:gd name="T9" fmla="*/ 18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3">
                  <a:moveTo>
                    <a:pt x="20" y="12"/>
                  </a:moveTo>
                  <a:cubicBezTo>
                    <a:pt x="27" y="11"/>
                    <a:pt x="43" y="13"/>
                    <a:pt x="42" y="3"/>
                  </a:cubicBezTo>
                  <a:cubicBezTo>
                    <a:pt x="31" y="2"/>
                    <a:pt x="17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10"/>
                    <a:pt x="8" y="13"/>
                    <a:pt x="20" y="12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1199">
              <a:extLst>
                <a:ext uri="{FF2B5EF4-FFF2-40B4-BE49-F238E27FC236}">
                  <a16:creationId xmlns:a16="http://schemas.microsoft.com/office/drawing/2014/main" id="{C0C005B0-EFC1-4545-ACFA-4168440F3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800"/>
              <a:ext cx="164" cy="98"/>
            </a:xfrm>
            <a:custGeom>
              <a:avLst/>
              <a:gdLst>
                <a:gd name="T0" fmla="*/ 517 w 71"/>
                <a:gd name="T1" fmla="*/ 336 h 40"/>
                <a:gd name="T2" fmla="*/ 762 w 71"/>
                <a:gd name="T3" fmla="*/ 456 h 40"/>
                <a:gd name="T4" fmla="*/ 778 w 71"/>
                <a:gd name="T5" fmla="*/ 61 h 40"/>
                <a:gd name="T6" fmla="*/ 554 w 71"/>
                <a:gd name="T7" fmla="*/ 42 h 40"/>
                <a:gd name="T8" fmla="*/ 310 w 71"/>
                <a:gd name="T9" fmla="*/ 12 h 40"/>
                <a:gd name="T10" fmla="*/ 65 w 71"/>
                <a:gd name="T11" fmla="*/ 103 h 40"/>
                <a:gd name="T12" fmla="*/ 0 w 71"/>
                <a:gd name="T13" fmla="*/ 282 h 40"/>
                <a:gd name="T14" fmla="*/ 208 w 71"/>
                <a:gd name="T15" fmla="*/ 174 h 40"/>
                <a:gd name="T16" fmla="*/ 517 w 71"/>
                <a:gd name="T17" fmla="*/ 336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40">
                  <a:moveTo>
                    <a:pt x="42" y="23"/>
                  </a:moveTo>
                  <a:cubicBezTo>
                    <a:pt x="48" y="30"/>
                    <a:pt x="52" y="40"/>
                    <a:pt x="62" y="31"/>
                  </a:cubicBezTo>
                  <a:cubicBezTo>
                    <a:pt x="69" y="25"/>
                    <a:pt x="71" y="10"/>
                    <a:pt x="63" y="4"/>
                  </a:cubicBezTo>
                  <a:cubicBezTo>
                    <a:pt x="57" y="0"/>
                    <a:pt x="52" y="2"/>
                    <a:pt x="45" y="3"/>
                  </a:cubicBezTo>
                  <a:cubicBezTo>
                    <a:pt x="37" y="4"/>
                    <a:pt x="32" y="1"/>
                    <a:pt x="25" y="1"/>
                  </a:cubicBezTo>
                  <a:cubicBezTo>
                    <a:pt x="18" y="1"/>
                    <a:pt x="11" y="3"/>
                    <a:pt x="5" y="7"/>
                  </a:cubicBezTo>
                  <a:cubicBezTo>
                    <a:pt x="3" y="11"/>
                    <a:pt x="1" y="15"/>
                    <a:pt x="0" y="19"/>
                  </a:cubicBezTo>
                  <a:cubicBezTo>
                    <a:pt x="5" y="16"/>
                    <a:pt x="10" y="13"/>
                    <a:pt x="17" y="12"/>
                  </a:cubicBezTo>
                  <a:cubicBezTo>
                    <a:pt x="27" y="12"/>
                    <a:pt x="36" y="16"/>
                    <a:pt x="42" y="23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1200">
              <a:extLst>
                <a:ext uri="{FF2B5EF4-FFF2-40B4-BE49-F238E27FC236}">
                  <a16:creationId xmlns:a16="http://schemas.microsoft.com/office/drawing/2014/main" id="{C018534A-E605-4944-ACE3-D0F088837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008"/>
              <a:ext cx="76" cy="147"/>
            </a:xfrm>
            <a:custGeom>
              <a:avLst/>
              <a:gdLst>
                <a:gd name="T0" fmla="*/ 292 w 33"/>
                <a:gd name="T1" fmla="*/ 174 h 60"/>
                <a:gd name="T2" fmla="*/ 0 w 33"/>
                <a:gd name="T3" fmla="*/ 649 h 60"/>
                <a:gd name="T4" fmla="*/ 37 w 33"/>
                <a:gd name="T5" fmla="*/ 882 h 60"/>
                <a:gd name="T6" fmla="*/ 37 w 33"/>
                <a:gd name="T7" fmla="*/ 782 h 60"/>
                <a:gd name="T8" fmla="*/ 318 w 33"/>
                <a:gd name="T9" fmla="*/ 265 h 60"/>
                <a:gd name="T10" fmla="*/ 378 w 33"/>
                <a:gd name="T11" fmla="*/ 294 h 60"/>
                <a:gd name="T12" fmla="*/ 403 w 33"/>
                <a:gd name="T13" fmla="*/ 294 h 60"/>
                <a:gd name="T14" fmla="*/ 292 w 33"/>
                <a:gd name="T15" fmla="*/ 174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0">
                  <a:moveTo>
                    <a:pt x="24" y="12"/>
                  </a:moveTo>
                  <a:cubicBezTo>
                    <a:pt x="7" y="0"/>
                    <a:pt x="1" y="31"/>
                    <a:pt x="0" y="44"/>
                  </a:cubicBezTo>
                  <a:cubicBezTo>
                    <a:pt x="0" y="51"/>
                    <a:pt x="1" y="56"/>
                    <a:pt x="3" y="60"/>
                  </a:cubicBezTo>
                  <a:cubicBezTo>
                    <a:pt x="3" y="58"/>
                    <a:pt x="3" y="56"/>
                    <a:pt x="3" y="53"/>
                  </a:cubicBezTo>
                  <a:cubicBezTo>
                    <a:pt x="4" y="40"/>
                    <a:pt x="10" y="11"/>
                    <a:pt x="26" y="18"/>
                  </a:cubicBezTo>
                  <a:cubicBezTo>
                    <a:pt x="28" y="19"/>
                    <a:pt x="30" y="20"/>
                    <a:pt x="31" y="20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0" y="17"/>
                    <a:pt x="27" y="14"/>
                    <a:pt x="24" y="12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1201">
              <a:extLst>
                <a:ext uri="{FF2B5EF4-FFF2-40B4-BE49-F238E27FC236}">
                  <a16:creationId xmlns:a16="http://schemas.microsoft.com/office/drawing/2014/main" id="{70F7D495-63C6-47B2-8C30-4AC43EBC7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734"/>
              <a:ext cx="144" cy="88"/>
            </a:xfrm>
            <a:custGeom>
              <a:avLst/>
              <a:gdLst>
                <a:gd name="T0" fmla="*/ 727 w 63"/>
                <a:gd name="T1" fmla="*/ 174 h 36"/>
                <a:gd name="T2" fmla="*/ 277 w 63"/>
                <a:gd name="T3" fmla="*/ 144 h 36"/>
                <a:gd name="T4" fmla="*/ 25 w 63"/>
                <a:gd name="T5" fmla="*/ 323 h 36"/>
                <a:gd name="T6" fmla="*/ 73 w 63"/>
                <a:gd name="T7" fmla="*/ 526 h 36"/>
                <a:gd name="T8" fmla="*/ 57 w 63"/>
                <a:gd name="T9" fmla="*/ 467 h 36"/>
                <a:gd name="T10" fmla="*/ 309 w 63"/>
                <a:gd name="T11" fmla="*/ 293 h 36"/>
                <a:gd name="T12" fmla="*/ 752 w 63"/>
                <a:gd name="T13" fmla="*/ 306 h 36"/>
                <a:gd name="T14" fmla="*/ 752 w 63"/>
                <a:gd name="T15" fmla="*/ 323 h 36"/>
                <a:gd name="T16" fmla="*/ 727 w 63"/>
                <a:gd name="T17" fmla="*/ 174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36">
                  <a:moveTo>
                    <a:pt x="61" y="12"/>
                  </a:moveTo>
                  <a:cubicBezTo>
                    <a:pt x="56" y="0"/>
                    <a:pt x="37" y="6"/>
                    <a:pt x="23" y="10"/>
                  </a:cubicBezTo>
                  <a:cubicBezTo>
                    <a:pt x="11" y="14"/>
                    <a:pt x="0" y="10"/>
                    <a:pt x="2" y="22"/>
                  </a:cubicBezTo>
                  <a:cubicBezTo>
                    <a:pt x="3" y="28"/>
                    <a:pt x="4" y="32"/>
                    <a:pt x="6" y="36"/>
                  </a:cubicBezTo>
                  <a:cubicBezTo>
                    <a:pt x="5" y="35"/>
                    <a:pt x="5" y="33"/>
                    <a:pt x="5" y="32"/>
                  </a:cubicBezTo>
                  <a:cubicBezTo>
                    <a:pt x="3" y="19"/>
                    <a:pt x="14" y="24"/>
                    <a:pt x="26" y="20"/>
                  </a:cubicBezTo>
                  <a:cubicBezTo>
                    <a:pt x="39" y="16"/>
                    <a:pt x="59" y="9"/>
                    <a:pt x="63" y="21"/>
                  </a:cubicBezTo>
                  <a:cubicBezTo>
                    <a:pt x="63" y="21"/>
                    <a:pt x="63" y="21"/>
                    <a:pt x="63" y="22"/>
                  </a:cubicBezTo>
                  <a:cubicBezTo>
                    <a:pt x="63" y="19"/>
                    <a:pt x="62" y="16"/>
                    <a:pt x="61" y="12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1202">
              <a:extLst>
                <a:ext uri="{FF2B5EF4-FFF2-40B4-BE49-F238E27FC236}">
                  <a16:creationId xmlns:a16="http://schemas.microsoft.com/office/drawing/2014/main" id="{68596736-0D66-42D1-BBC7-0DB6705EE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893"/>
              <a:ext cx="101" cy="61"/>
            </a:xfrm>
            <a:custGeom>
              <a:avLst/>
              <a:gdLst>
                <a:gd name="T0" fmla="*/ 399 w 44"/>
                <a:gd name="T1" fmla="*/ 190 h 25"/>
                <a:gd name="T2" fmla="*/ 317 w 44"/>
                <a:gd name="T3" fmla="*/ 132 h 25"/>
                <a:gd name="T4" fmla="*/ 11 w 44"/>
                <a:gd name="T5" fmla="*/ 203 h 25"/>
                <a:gd name="T6" fmla="*/ 37 w 44"/>
                <a:gd name="T7" fmla="*/ 364 h 25"/>
                <a:gd name="T8" fmla="*/ 48 w 44"/>
                <a:gd name="T9" fmla="*/ 334 h 25"/>
                <a:gd name="T10" fmla="*/ 337 w 44"/>
                <a:gd name="T11" fmla="*/ 244 h 25"/>
                <a:gd name="T12" fmla="*/ 533 w 44"/>
                <a:gd name="T13" fmla="*/ 351 h 25"/>
                <a:gd name="T14" fmla="*/ 533 w 44"/>
                <a:gd name="T15" fmla="*/ 334 h 25"/>
                <a:gd name="T16" fmla="*/ 399 w 44"/>
                <a:gd name="T17" fmla="*/ 19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25">
                  <a:moveTo>
                    <a:pt x="33" y="13"/>
                  </a:moveTo>
                  <a:cubicBezTo>
                    <a:pt x="30" y="11"/>
                    <a:pt x="27" y="10"/>
                    <a:pt x="26" y="9"/>
                  </a:cubicBezTo>
                  <a:cubicBezTo>
                    <a:pt x="19" y="8"/>
                    <a:pt x="8" y="0"/>
                    <a:pt x="1" y="14"/>
                  </a:cubicBezTo>
                  <a:cubicBezTo>
                    <a:pt x="0" y="18"/>
                    <a:pt x="1" y="21"/>
                    <a:pt x="3" y="25"/>
                  </a:cubicBezTo>
                  <a:cubicBezTo>
                    <a:pt x="4" y="25"/>
                    <a:pt x="4" y="24"/>
                    <a:pt x="4" y="23"/>
                  </a:cubicBezTo>
                  <a:cubicBezTo>
                    <a:pt x="11" y="9"/>
                    <a:pt x="22" y="15"/>
                    <a:pt x="28" y="17"/>
                  </a:cubicBezTo>
                  <a:cubicBezTo>
                    <a:pt x="30" y="17"/>
                    <a:pt x="41" y="23"/>
                    <a:pt x="44" y="24"/>
                  </a:cubicBezTo>
                  <a:cubicBezTo>
                    <a:pt x="44" y="24"/>
                    <a:pt x="44" y="24"/>
                    <a:pt x="44" y="23"/>
                  </a:cubicBezTo>
                  <a:cubicBezTo>
                    <a:pt x="42" y="23"/>
                    <a:pt x="36" y="19"/>
                    <a:pt x="33" y="13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1203">
              <a:extLst>
                <a:ext uri="{FF2B5EF4-FFF2-40B4-BE49-F238E27FC236}">
                  <a16:creationId xmlns:a16="http://schemas.microsoft.com/office/drawing/2014/main" id="{14487E55-3C5C-40CE-A789-1E5808239B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2" y="1665"/>
              <a:ext cx="271" cy="91"/>
            </a:xfrm>
            <a:custGeom>
              <a:avLst/>
              <a:gdLst>
                <a:gd name="T0" fmla="*/ 496 w 118"/>
                <a:gd name="T1" fmla="*/ 298 h 37"/>
                <a:gd name="T2" fmla="*/ 505 w 118"/>
                <a:gd name="T3" fmla="*/ 298 h 37"/>
                <a:gd name="T4" fmla="*/ 496 w 118"/>
                <a:gd name="T5" fmla="*/ 298 h 37"/>
                <a:gd name="T6" fmla="*/ 496 w 118"/>
                <a:gd name="T7" fmla="*/ 298 h 37"/>
                <a:gd name="T8" fmla="*/ 195 w 118"/>
                <a:gd name="T9" fmla="*/ 61 h 37"/>
                <a:gd name="T10" fmla="*/ 57 w 118"/>
                <a:gd name="T11" fmla="*/ 357 h 37"/>
                <a:gd name="T12" fmla="*/ 232 w 118"/>
                <a:gd name="T13" fmla="*/ 194 h 37"/>
                <a:gd name="T14" fmla="*/ 505 w 118"/>
                <a:gd name="T15" fmla="*/ 551 h 37"/>
                <a:gd name="T16" fmla="*/ 505 w 118"/>
                <a:gd name="T17" fmla="*/ 551 h 37"/>
                <a:gd name="T18" fmla="*/ 496 w 118"/>
                <a:gd name="T19" fmla="*/ 551 h 37"/>
                <a:gd name="T20" fmla="*/ 496 w 118"/>
                <a:gd name="T21" fmla="*/ 298 h 37"/>
                <a:gd name="T22" fmla="*/ 1383 w 118"/>
                <a:gd name="T23" fmla="*/ 224 h 37"/>
                <a:gd name="T24" fmla="*/ 1403 w 118"/>
                <a:gd name="T25" fmla="*/ 236 h 37"/>
                <a:gd name="T26" fmla="*/ 1392 w 118"/>
                <a:gd name="T27" fmla="*/ 236 h 37"/>
                <a:gd name="T28" fmla="*/ 1392 w 118"/>
                <a:gd name="T29" fmla="*/ 236 h 37"/>
                <a:gd name="T30" fmla="*/ 1298 w 118"/>
                <a:gd name="T31" fmla="*/ 133 h 37"/>
                <a:gd name="T32" fmla="*/ 1249 w 118"/>
                <a:gd name="T33" fmla="*/ 121 h 37"/>
                <a:gd name="T34" fmla="*/ 655 w 118"/>
                <a:gd name="T35" fmla="*/ 194 h 37"/>
                <a:gd name="T36" fmla="*/ 664 w 118"/>
                <a:gd name="T37" fmla="*/ 266 h 37"/>
                <a:gd name="T38" fmla="*/ 655 w 118"/>
                <a:gd name="T39" fmla="*/ 266 h 37"/>
                <a:gd name="T40" fmla="*/ 680 w 118"/>
                <a:gd name="T41" fmla="*/ 327 h 37"/>
                <a:gd name="T42" fmla="*/ 1298 w 118"/>
                <a:gd name="T43" fmla="*/ 266 h 37"/>
                <a:gd name="T44" fmla="*/ 1428 w 118"/>
                <a:gd name="T45" fmla="*/ 460 h 37"/>
                <a:gd name="T46" fmla="*/ 1428 w 118"/>
                <a:gd name="T47" fmla="*/ 448 h 37"/>
                <a:gd name="T48" fmla="*/ 1383 w 118"/>
                <a:gd name="T49" fmla="*/ 224 h 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8" h="37">
                  <a:moveTo>
                    <a:pt x="41" y="20"/>
                  </a:moveTo>
                  <a:cubicBezTo>
                    <a:pt x="41" y="20"/>
                    <a:pt x="41" y="20"/>
                    <a:pt x="42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6" y="10"/>
                    <a:pt x="34" y="5"/>
                    <a:pt x="16" y="4"/>
                  </a:cubicBezTo>
                  <a:cubicBezTo>
                    <a:pt x="0" y="2"/>
                    <a:pt x="1" y="12"/>
                    <a:pt x="5" y="24"/>
                  </a:cubicBezTo>
                  <a:cubicBezTo>
                    <a:pt x="4" y="17"/>
                    <a:pt x="7" y="12"/>
                    <a:pt x="19" y="13"/>
                  </a:cubicBezTo>
                  <a:cubicBezTo>
                    <a:pt x="37" y="15"/>
                    <a:pt x="37" y="27"/>
                    <a:pt x="42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37"/>
                    <a:pt x="42" y="37"/>
                    <a:pt x="41" y="37"/>
                  </a:cubicBezTo>
                  <a:cubicBezTo>
                    <a:pt x="40" y="33"/>
                    <a:pt x="40" y="27"/>
                    <a:pt x="41" y="20"/>
                  </a:cubicBezTo>
                  <a:close/>
                  <a:moveTo>
                    <a:pt x="114" y="15"/>
                  </a:moveTo>
                  <a:cubicBezTo>
                    <a:pt x="115" y="16"/>
                    <a:pt x="115" y="16"/>
                    <a:pt x="116" y="16"/>
                  </a:cubicBezTo>
                  <a:cubicBezTo>
                    <a:pt x="116" y="16"/>
                    <a:pt x="115" y="16"/>
                    <a:pt x="115" y="16"/>
                  </a:cubicBezTo>
                  <a:cubicBezTo>
                    <a:pt x="115" y="16"/>
                    <a:pt x="115" y="16"/>
                    <a:pt x="115" y="16"/>
                  </a:cubicBezTo>
                  <a:cubicBezTo>
                    <a:pt x="113" y="13"/>
                    <a:pt x="111" y="11"/>
                    <a:pt x="107" y="9"/>
                  </a:cubicBezTo>
                  <a:cubicBezTo>
                    <a:pt x="106" y="9"/>
                    <a:pt x="105" y="8"/>
                    <a:pt x="103" y="8"/>
                  </a:cubicBezTo>
                  <a:cubicBezTo>
                    <a:pt x="90" y="3"/>
                    <a:pt x="56" y="0"/>
                    <a:pt x="54" y="13"/>
                  </a:cubicBezTo>
                  <a:cubicBezTo>
                    <a:pt x="53" y="15"/>
                    <a:pt x="55" y="17"/>
                    <a:pt x="55" y="18"/>
                  </a:cubicBezTo>
                  <a:cubicBezTo>
                    <a:pt x="53" y="18"/>
                    <a:pt x="52" y="18"/>
                    <a:pt x="54" y="18"/>
                  </a:cubicBezTo>
                  <a:cubicBezTo>
                    <a:pt x="55" y="19"/>
                    <a:pt x="56" y="20"/>
                    <a:pt x="56" y="22"/>
                  </a:cubicBezTo>
                  <a:cubicBezTo>
                    <a:pt x="59" y="7"/>
                    <a:pt x="99" y="14"/>
                    <a:pt x="107" y="18"/>
                  </a:cubicBezTo>
                  <a:cubicBezTo>
                    <a:pt x="113" y="20"/>
                    <a:pt x="116" y="29"/>
                    <a:pt x="118" y="31"/>
                  </a:cubicBezTo>
                  <a:cubicBezTo>
                    <a:pt x="118" y="31"/>
                    <a:pt x="118" y="31"/>
                    <a:pt x="118" y="30"/>
                  </a:cubicBezTo>
                  <a:cubicBezTo>
                    <a:pt x="115" y="27"/>
                    <a:pt x="115" y="20"/>
                    <a:pt x="114" y="15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1204">
              <a:extLst>
                <a:ext uri="{FF2B5EF4-FFF2-40B4-BE49-F238E27FC236}">
                  <a16:creationId xmlns:a16="http://schemas.microsoft.com/office/drawing/2014/main" id="{EBA976DC-792A-4AC3-A365-DAF55D539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258"/>
              <a:ext cx="44" cy="42"/>
            </a:xfrm>
            <a:custGeom>
              <a:avLst/>
              <a:gdLst>
                <a:gd name="T0" fmla="*/ 37 w 19"/>
                <a:gd name="T1" fmla="*/ 62 h 17"/>
                <a:gd name="T2" fmla="*/ 49 w 19"/>
                <a:gd name="T3" fmla="*/ 257 h 17"/>
                <a:gd name="T4" fmla="*/ 65 w 19"/>
                <a:gd name="T5" fmla="*/ 212 h 17"/>
                <a:gd name="T6" fmla="*/ 236 w 19"/>
                <a:gd name="T7" fmla="*/ 257 h 17"/>
                <a:gd name="T8" fmla="*/ 37 w 19"/>
                <a:gd name="T9" fmla="*/ 6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3" y="4"/>
                  </a:moveTo>
                  <a:cubicBezTo>
                    <a:pt x="0" y="6"/>
                    <a:pt x="1" y="11"/>
                    <a:pt x="4" y="17"/>
                  </a:cubicBezTo>
                  <a:cubicBezTo>
                    <a:pt x="4" y="15"/>
                    <a:pt x="4" y="14"/>
                    <a:pt x="5" y="14"/>
                  </a:cubicBezTo>
                  <a:cubicBezTo>
                    <a:pt x="11" y="10"/>
                    <a:pt x="15" y="13"/>
                    <a:pt x="19" y="17"/>
                  </a:cubicBezTo>
                  <a:cubicBezTo>
                    <a:pt x="14" y="10"/>
                    <a:pt x="9" y="0"/>
                    <a:pt x="3" y="4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1205">
              <a:extLst>
                <a:ext uri="{FF2B5EF4-FFF2-40B4-BE49-F238E27FC236}">
                  <a16:creationId xmlns:a16="http://schemas.microsoft.com/office/drawing/2014/main" id="{DE64F7D2-0ECC-4D61-B97A-8FDB9CCA6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653"/>
              <a:ext cx="64" cy="105"/>
            </a:xfrm>
            <a:custGeom>
              <a:avLst/>
              <a:gdLst>
                <a:gd name="T0" fmla="*/ 142 w 28"/>
                <a:gd name="T1" fmla="*/ 232 h 43"/>
                <a:gd name="T2" fmla="*/ 85 w 28"/>
                <a:gd name="T3" fmla="*/ 0 h 43"/>
                <a:gd name="T4" fmla="*/ 0 w 28"/>
                <a:gd name="T5" fmla="*/ 71 h 43"/>
                <a:gd name="T6" fmla="*/ 194 w 28"/>
                <a:gd name="T7" fmla="*/ 393 h 43"/>
                <a:gd name="T8" fmla="*/ 325 w 28"/>
                <a:gd name="T9" fmla="*/ 625 h 43"/>
                <a:gd name="T10" fmla="*/ 309 w 28"/>
                <a:gd name="T11" fmla="*/ 435 h 43"/>
                <a:gd name="T12" fmla="*/ 142 w 28"/>
                <a:gd name="T13" fmla="*/ 23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3">
                  <a:moveTo>
                    <a:pt x="12" y="16"/>
                  </a:moveTo>
                  <a:cubicBezTo>
                    <a:pt x="9" y="11"/>
                    <a:pt x="8" y="5"/>
                    <a:pt x="7" y="0"/>
                  </a:cubicBezTo>
                  <a:cubicBezTo>
                    <a:pt x="5" y="2"/>
                    <a:pt x="2" y="4"/>
                    <a:pt x="0" y="5"/>
                  </a:cubicBezTo>
                  <a:cubicBezTo>
                    <a:pt x="3" y="16"/>
                    <a:pt x="8" y="23"/>
                    <a:pt x="16" y="27"/>
                  </a:cubicBezTo>
                  <a:cubicBezTo>
                    <a:pt x="23" y="30"/>
                    <a:pt x="26" y="37"/>
                    <a:pt x="27" y="43"/>
                  </a:cubicBezTo>
                  <a:cubicBezTo>
                    <a:pt x="28" y="38"/>
                    <a:pt x="27" y="33"/>
                    <a:pt x="26" y="30"/>
                  </a:cubicBezTo>
                  <a:cubicBezTo>
                    <a:pt x="23" y="25"/>
                    <a:pt x="15" y="22"/>
                    <a:pt x="12" y="16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1206">
              <a:extLst>
                <a:ext uri="{FF2B5EF4-FFF2-40B4-BE49-F238E27FC236}">
                  <a16:creationId xmlns:a16="http://schemas.microsoft.com/office/drawing/2014/main" id="{0550445F-2317-47EC-870C-706FCBA7F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628"/>
              <a:ext cx="188" cy="106"/>
            </a:xfrm>
            <a:custGeom>
              <a:avLst/>
              <a:gdLst>
                <a:gd name="T0" fmla="*/ 894 w 82"/>
                <a:gd name="T1" fmla="*/ 286 h 43"/>
                <a:gd name="T2" fmla="*/ 988 w 82"/>
                <a:gd name="T3" fmla="*/ 153 h 43"/>
                <a:gd name="T4" fmla="*/ 963 w 82"/>
                <a:gd name="T5" fmla="*/ 133 h 43"/>
                <a:gd name="T6" fmla="*/ 642 w 82"/>
                <a:gd name="T7" fmla="*/ 212 h 43"/>
                <a:gd name="T8" fmla="*/ 289 w 82"/>
                <a:gd name="T9" fmla="*/ 328 h 43"/>
                <a:gd name="T10" fmla="*/ 0 w 82"/>
                <a:gd name="T11" fmla="*/ 540 h 43"/>
                <a:gd name="T12" fmla="*/ 0 w 82"/>
                <a:gd name="T13" fmla="*/ 572 h 43"/>
                <a:gd name="T14" fmla="*/ 179 w 82"/>
                <a:gd name="T15" fmla="*/ 601 h 43"/>
                <a:gd name="T16" fmla="*/ 484 w 82"/>
                <a:gd name="T17" fmla="*/ 481 h 43"/>
                <a:gd name="T18" fmla="*/ 651 w 82"/>
                <a:gd name="T19" fmla="*/ 431 h 43"/>
                <a:gd name="T20" fmla="*/ 757 w 82"/>
                <a:gd name="T21" fmla="*/ 601 h 43"/>
                <a:gd name="T22" fmla="*/ 894 w 82"/>
                <a:gd name="T23" fmla="*/ 286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43">
                  <a:moveTo>
                    <a:pt x="74" y="19"/>
                  </a:moveTo>
                  <a:cubicBezTo>
                    <a:pt x="76" y="15"/>
                    <a:pt x="80" y="12"/>
                    <a:pt x="82" y="10"/>
                  </a:cubicBezTo>
                  <a:cubicBezTo>
                    <a:pt x="81" y="10"/>
                    <a:pt x="81" y="9"/>
                    <a:pt x="80" y="9"/>
                  </a:cubicBezTo>
                  <a:cubicBezTo>
                    <a:pt x="71" y="0"/>
                    <a:pt x="62" y="9"/>
                    <a:pt x="53" y="14"/>
                  </a:cubicBezTo>
                  <a:cubicBezTo>
                    <a:pt x="44" y="19"/>
                    <a:pt x="35" y="20"/>
                    <a:pt x="24" y="22"/>
                  </a:cubicBezTo>
                  <a:cubicBezTo>
                    <a:pt x="15" y="23"/>
                    <a:pt x="4" y="26"/>
                    <a:pt x="0" y="36"/>
                  </a:cubicBezTo>
                  <a:cubicBezTo>
                    <a:pt x="0" y="37"/>
                    <a:pt x="0" y="37"/>
                    <a:pt x="0" y="38"/>
                  </a:cubicBezTo>
                  <a:cubicBezTo>
                    <a:pt x="3" y="40"/>
                    <a:pt x="8" y="40"/>
                    <a:pt x="15" y="40"/>
                  </a:cubicBezTo>
                  <a:cubicBezTo>
                    <a:pt x="26" y="42"/>
                    <a:pt x="32" y="35"/>
                    <a:pt x="40" y="32"/>
                  </a:cubicBezTo>
                  <a:cubicBezTo>
                    <a:pt x="44" y="31"/>
                    <a:pt x="50" y="28"/>
                    <a:pt x="54" y="29"/>
                  </a:cubicBezTo>
                  <a:cubicBezTo>
                    <a:pt x="58" y="31"/>
                    <a:pt x="58" y="40"/>
                    <a:pt x="63" y="40"/>
                  </a:cubicBezTo>
                  <a:cubicBezTo>
                    <a:pt x="76" y="43"/>
                    <a:pt x="71" y="24"/>
                    <a:pt x="74" y="19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1207">
              <a:extLst>
                <a:ext uri="{FF2B5EF4-FFF2-40B4-BE49-F238E27FC236}">
                  <a16:creationId xmlns:a16="http://schemas.microsoft.com/office/drawing/2014/main" id="{5DD65AAB-6F7A-4183-96CE-ADA9DAAEF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765"/>
              <a:ext cx="115" cy="204"/>
            </a:xfrm>
            <a:custGeom>
              <a:avLst/>
              <a:gdLst>
                <a:gd name="T0" fmla="*/ 545 w 50"/>
                <a:gd name="T1" fmla="*/ 71 h 83"/>
                <a:gd name="T2" fmla="*/ 301 w 50"/>
                <a:gd name="T3" fmla="*/ 91 h 83"/>
                <a:gd name="T4" fmla="*/ 207 w 50"/>
                <a:gd name="T5" fmla="*/ 551 h 83"/>
                <a:gd name="T6" fmla="*/ 0 w 50"/>
                <a:gd name="T7" fmla="*/ 1069 h 83"/>
                <a:gd name="T8" fmla="*/ 48 w 50"/>
                <a:gd name="T9" fmla="*/ 1111 h 83"/>
                <a:gd name="T10" fmla="*/ 195 w 50"/>
                <a:gd name="T11" fmla="*/ 919 h 83"/>
                <a:gd name="T12" fmla="*/ 317 w 50"/>
                <a:gd name="T13" fmla="*/ 622 h 83"/>
                <a:gd name="T14" fmla="*/ 582 w 50"/>
                <a:gd name="T15" fmla="*/ 430 h 83"/>
                <a:gd name="T16" fmla="*/ 610 w 50"/>
                <a:gd name="T17" fmla="*/ 315 h 83"/>
                <a:gd name="T18" fmla="*/ 582 w 50"/>
                <a:gd name="T19" fmla="*/ 206 h 83"/>
                <a:gd name="T20" fmla="*/ 545 w 50"/>
                <a:gd name="T21" fmla="*/ 71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83">
                  <a:moveTo>
                    <a:pt x="45" y="5"/>
                  </a:moveTo>
                  <a:cubicBezTo>
                    <a:pt x="41" y="0"/>
                    <a:pt x="30" y="2"/>
                    <a:pt x="25" y="6"/>
                  </a:cubicBezTo>
                  <a:cubicBezTo>
                    <a:pt x="15" y="14"/>
                    <a:pt x="19" y="27"/>
                    <a:pt x="17" y="37"/>
                  </a:cubicBezTo>
                  <a:cubicBezTo>
                    <a:pt x="16" y="46"/>
                    <a:pt x="2" y="60"/>
                    <a:pt x="0" y="72"/>
                  </a:cubicBezTo>
                  <a:cubicBezTo>
                    <a:pt x="1" y="73"/>
                    <a:pt x="2" y="74"/>
                    <a:pt x="4" y="75"/>
                  </a:cubicBezTo>
                  <a:cubicBezTo>
                    <a:pt x="15" y="83"/>
                    <a:pt x="14" y="70"/>
                    <a:pt x="16" y="62"/>
                  </a:cubicBezTo>
                  <a:cubicBezTo>
                    <a:pt x="17" y="55"/>
                    <a:pt x="20" y="48"/>
                    <a:pt x="26" y="42"/>
                  </a:cubicBezTo>
                  <a:cubicBezTo>
                    <a:pt x="32" y="36"/>
                    <a:pt x="42" y="36"/>
                    <a:pt x="48" y="29"/>
                  </a:cubicBezTo>
                  <a:cubicBezTo>
                    <a:pt x="50" y="27"/>
                    <a:pt x="50" y="24"/>
                    <a:pt x="50" y="21"/>
                  </a:cubicBezTo>
                  <a:cubicBezTo>
                    <a:pt x="49" y="18"/>
                    <a:pt x="48" y="16"/>
                    <a:pt x="48" y="14"/>
                  </a:cubicBezTo>
                  <a:cubicBezTo>
                    <a:pt x="47" y="11"/>
                    <a:pt x="46" y="8"/>
                    <a:pt x="45" y="5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1208">
              <a:extLst>
                <a:ext uri="{FF2B5EF4-FFF2-40B4-BE49-F238E27FC236}">
                  <a16:creationId xmlns:a16="http://schemas.microsoft.com/office/drawing/2014/main" id="{65D51E91-8CB8-455A-9F6B-8F5FC66D4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596"/>
              <a:ext cx="209" cy="133"/>
            </a:xfrm>
            <a:custGeom>
              <a:avLst/>
              <a:gdLst>
                <a:gd name="T0" fmla="*/ 581 w 91"/>
                <a:gd name="T1" fmla="*/ 626 h 54"/>
                <a:gd name="T2" fmla="*/ 850 w 91"/>
                <a:gd name="T3" fmla="*/ 224 h 54"/>
                <a:gd name="T4" fmla="*/ 1102 w 91"/>
                <a:gd name="T5" fmla="*/ 91 h 54"/>
                <a:gd name="T6" fmla="*/ 813 w 91"/>
                <a:gd name="T7" fmla="*/ 91 h 54"/>
                <a:gd name="T8" fmla="*/ 485 w 91"/>
                <a:gd name="T9" fmla="*/ 133 h 54"/>
                <a:gd name="T10" fmla="*/ 0 w 91"/>
                <a:gd name="T11" fmla="*/ 522 h 54"/>
                <a:gd name="T12" fmla="*/ 11 w 91"/>
                <a:gd name="T13" fmla="*/ 539 h 54"/>
                <a:gd name="T14" fmla="*/ 11 w 91"/>
                <a:gd name="T15" fmla="*/ 552 h 54"/>
                <a:gd name="T16" fmla="*/ 301 w 91"/>
                <a:gd name="T17" fmla="*/ 704 h 54"/>
                <a:gd name="T18" fmla="*/ 581 w 91"/>
                <a:gd name="T19" fmla="*/ 626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54">
                  <a:moveTo>
                    <a:pt x="48" y="42"/>
                  </a:moveTo>
                  <a:cubicBezTo>
                    <a:pt x="55" y="32"/>
                    <a:pt x="56" y="20"/>
                    <a:pt x="70" y="15"/>
                  </a:cubicBezTo>
                  <a:cubicBezTo>
                    <a:pt x="75" y="13"/>
                    <a:pt x="88" y="12"/>
                    <a:pt x="91" y="6"/>
                  </a:cubicBezTo>
                  <a:cubicBezTo>
                    <a:pt x="85" y="0"/>
                    <a:pt x="73" y="4"/>
                    <a:pt x="67" y="6"/>
                  </a:cubicBezTo>
                  <a:cubicBezTo>
                    <a:pt x="57" y="8"/>
                    <a:pt x="50" y="8"/>
                    <a:pt x="40" y="9"/>
                  </a:cubicBezTo>
                  <a:cubicBezTo>
                    <a:pt x="26" y="9"/>
                    <a:pt x="0" y="19"/>
                    <a:pt x="0" y="35"/>
                  </a:cubicBezTo>
                  <a:cubicBezTo>
                    <a:pt x="0" y="35"/>
                    <a:pt x="0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3" y="51"/>
                    <a:pt x="16" y="46"/>
                    <a:pt x="25" y="47"/>
                  </a:cubicBezTo>
                  <a:cubicBezTo>
                    <a:pt x="36" y="48"/>
                    <a:pt x="40" y="54"/>
                    <a:pt x="48" y="42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1209">
              <a:extLst>
                <a:ext uri="{FF2B5EF4-FFF2-40B4-BE49-F238E27FC236}">
                  <a16:creationId xmlns:a16="http://schemas.microsoft.com/office/drawing/2014/main" id="{05CD6ADE-FABD-4478-85D1-497FD84B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908"/>
              <a:ext cx="124" cy="95"/>
            </a:xfrm>
            <a:custGeom>
              <a:avLst/>
              <a:gdLst>
                <a:gd name="T0" fmla="*/ 475 w 54"/>
                <a:gd name="T1" fmla="*/ 533 h 39"/>
                <a:gd name="T2" fmla="*/ 654 w 54"/>
                <a:gd name="T3" fmla="*/ 504 h 39"/>
                <a:gd name="T4" fmla="*/ 533 w 54"/>
                <a:gd name="T5" fmla="*/ 421 h 39"/>
                <a:gd name="T6" fmla="*/ 402 w 54"/>
                <a:gd name="T7" fmla="*/ 173 h 39"/>
                <a:gd name="T8" fmla="*/ 207 w 54"/>
                <a:gd name="T9" fmla="*/ 29 h 39"/>
                <a:gd name="T10" fmla="*/ 0 w 54"/>
                <a:gd name="T11" fmla="*/ 244 h 39"/>
                <a:gd name="T12" fmla="*/ 11 w 54"/>
                <a:gd name="T13" fmla="*/ 392 h 39"/>
                <a:gd name="T14" fmla="*/ 158 w 54"/>
                <a:gd name="T15" fmla="*/ 553 h 39"/>
                <a:gd name="T16" fmla="*/ 280 w 54"/>
                <a:gd name="T17" fmla="*/ 533 h 39"/>
                <a:gd name="T18" fmla="*/ 475 w 54"/>
                <a:gd name="T19" fmla="*/ 533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39">
                  <a:moveTo>
                    <a:pt x="39" y="37"/>
                  </a:moveTo>
                  <a:cubicBezTo>
                    <a:pt x="43" y="37"/>
                    <a:pt x="51" y="39"/>
                    <a:pt x="54" y="35"/>
                  </a:cubicBezTo>
                  <a:cubicBezTo>
                    <a:pt x="51" y="32"/>
                    <a:pt x="46" y="30"/>
                    <a:pt x="44" y="29"/>
                  </a:cubicBezTo>
                  <a:cubicBezTo>
                    <a:pt x="37" y="24"/>
                    <a:pt x="37" y="19"/>
                    <a:pt x="33" y="12"/>
                  </a:cubicBezTo>
                  <a:cubicBezTo>
                    <a:pt x="30" y="7"/>
                    <a:pt x="27" y="0"/>
                    <a:pt x="17" y="2"/>
                  </a:cubicBezTo>
                  <a:cubicBezTo>
                    <a:pt x="9" y="3"/>
                    <a:pt x="0" y="9"/>
                    <a:pt x="0" y="17"/>
                  </a:cubicBezTo>
                  <a:cubicBezTo>
                    <a:pt x="0" y="20"/>
                    <a:pt x="0" y="23"/>
                    <a:pt x="1" y="27"/>
                  </a:cubicBezTo>
                  <a:cubicBezTo>
                    <a:pt x="3" y="30"/>
                    <a:pt x="10" y="37"/>
                    <a:pt x="13" y="38"/>
                  </a:cubicBezTo>
                  <a:cubicBezTo>
                    <a:pt x="16" y="39"/>
                    <a:pt x="20" y="38"/>
                    <a:pt x="23" y="37"/>
                  </a:cubicBezTo>
                  <a:cubicBezTo>
                    <a:pt x="28" y="37"/>
                    <a:pt x="34" y="36"/>
                    <a:pt x="39" y="37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1210">
              <a:extLst>
                <a:ext uri="{FF2B5EF4-FFF2-40B4-BE49-F238E27FC236}">
                  <a16:creationId xmlns:a16="http://schemas.microsoft.com/office/drawing/2014/main" id="{C25C4AC0-420C-4777-81DA-BD81706DF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604"/>
              <a:ext cx="138" cy="49"/>
            </a:xfrm>
            <a:custGeom>
              <a:avLst/>
              <a:gdLst>
                <a:gd name="T0" fmla="*/ 524 w 60"/>
                <a:gd name="T1" fmla="*/ 252 h 20"/>
                <a:gd name="T2" fmla="*/ 729 w 60"/>
                <a:gd name="T3" fmla="*/ 265 h 20"/>
                <a:gd name="T4" fmla="*/ 131 w 60"/>
                <a:gd name="T5" fmla="*/ 29 h 20"/>
                <a:gd name="T6" fmla="*/ 0 w 60"/>
                <a:gd name="T7" fmla="*/ 42 h 20"/>
                <a:gd name="T8" fmla="*/ 159 w 60"/>
                <a:gd name="T9" fmla="*/ 103 h 20"/>
                <a:gd name="T10" fmla="*/ 269 w 60"/>
                <a:gd name="T11" fmla="*/ 162 h 20"/>
                <a:gd name="T12" fmla="*/ 329 w 60"/>
                <a:gd name="T13" fmla="*/ 252 h 20"/>
                <a:gd name="T14" fmla="*/ 524 w 60"/>
                <a:gd name="T15" fmla="*/ 252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20">
                  <a:moveTo>
                    <a:pt x="43" y="17"/>
                  </a:moveTo>
                  <a:cubicBezTo>
                    <a:pt x="49" y="17"/>
                    <a:pt x="54" y="18"/>
                    <a:pt x="60" y="18"/>
                  </a:cubicBezTo>
                  <a:cubicBezTo>
                    <a:pt x="52" y="12"/>
                    <a:pt x="18" y="4"/>
                    <a:pt x="11" y="2"/>
                  </a:cubicBezTo>
                  <a:cubicBezTo>
                    <a:pt x="4" y="0"/>
                    <a:pt x="0" y="2"/>
                    <a:pt x="0" y="3"/>
                  </a:cubicBezTo>
                  <a:cubicBezTo>
                    <a:pt x="3" y="6"/>
                    <a:pt x="9" y="6"/>
                    <a:pt x="13" y="7"/>
                  </a:cubicBezTo>
                  <a:cubicBezTo>
                    <a:pt x="16" y="8"/>
                    <a:pt x="19" y="9"/>
                    <a:pt x="22" y="11"/>
                  </a:cubicBezTo>
                  <a:cubicBezTo>
                    <a:pt x="24" y="12"/>
                    <a:pt x="24" y="15"/>
                    <a:pt x="27" y="17"/>
                  </a:cubicBezTo>
                  <a:cubicBezTo>
                    <a:pt x="31" y="20"/>
                    <a:pt x="38" y="17"/>
                    <a:pt x="43" y="17"/>
                  </a:cubicBezTo>
                  <a:close/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1211">
              <a:extLst>
                <a:ext uri="{FF2B5EF4-FFF2-40B4-BE49-F238E27FC236}">
                  <a16:creationId xmlns:a16="http://schemas.microsoft.com/office/drawing/2014/main" id="{7D149CF8-5323-4165-9630-D9F7649BA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584"/>
              <a:ext cx="57" cy="5"/>
            </a:xfrm>
            <a:custGeom>
              <a:avLst/>
              <a:gdLst>
                <a:gd name="T0" fmla="*/ 155 w 25"/>
                <a:gd name="T1" fmla="*/ 33 h 2"/>
                <a:gd name="T2" fmla="*/ 296 w 25"/>
                <a:gd name="T3" fmla="*/ 20 h 2"/>
                <a:gd name="T4" fmla="*/ 0 w 25"/>
                <a:gd name="T5" fmla="*/ 0 h 2"/>
                <a:gd name="T6" fmla="*/ 155 w 25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">
                  <a:moveTo>
                    <a:pt x="13" y="2"/>
                  </a:moveTo>
                  <a:cubicBezTo>
                    <a:pt x="16" y="1"/>
                    <a:pt x="21" y="2"/>
                    <a:pt x="25" y="1"/>
                  </a:cubicBezTo>
                  <a:cubicBezTo>
                    <a:pt x="18" y="0"/>
                    <a:pt x="9" y="0"/>
                    <a:pt x="0" y="0"/>
                  </a:cubicBezTo>
                  <a:cubicBezTo>
                    <a:pt x="3" y="2"/>
                    <a:pt x="6" y="2"/>
                    <a:pt x="13" y="2"/>
                  </a:cubicBezTo>
                  <a:close/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1212">
              <a:extLst>
                <a:ext uri="{FF2B5EF4-FFF2-40B4-BE49-F238E27FC236}">
                  <a16:creationId xmlns:a16="http://schemas.microsoft.com/office/drawing/2014/main" id="{83175BB9-50E7-4270-BA49-5EE05D074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824"/>
              <a:ext cx="120" cy="74"/>
            </a:xfrm>
            <a:custGeom>
              <a:avLst/>
              <a:gdLst>
                <a:gd name="T0" fmla="*/ 612 w 52"/>
                <a:gd name="T1" fmla="*/ 62 h 30"/>
                <a:gd name="T2" fmla="*/ 395 w 52"/>
                <a:gd name="T3" fmla="*/ 30 h 30"/>
                <a:gd name="T4" fmla="*/ 134 w 52"/>
                <a:gd name="T5" fmla="*/ 0 h 30"/>
                <a:gd name="T6" fmla="*/ 0 w 52"/>
                <a:gd name="T7" fmla="*/ 30 h 30"/>
                <a:gd name="T8" fmla="*/ 12 w 52"/>
                <a:gd name="T9" fmla="*/ 30 h 30"/>
                <a:gd name="T10" fmla="*/ 318 w 52"/>
                <a:gd name="T11" fmla="*/ 195 h 30"/>
                <a:gd name="T12" fmla="*/ 565 w 52"/>
                <a:gd name="T13" fmla="*/ 316 h 30"/>
                <a:gd name="T14" fmla="*/ 639 w 52"/>
                <a:gd name="T15" fmla="*/ 91 h 30"/>
                <a:gd name="T16" fmla="*/ 612 w 52"/>
                <a:gd name="T17" fmla="*/ 62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30">
                  <a:moveTo>
                    <a:pt x="50" y="4"/>
                  </a:moveTo>
                  <a:cubicBezTo>
                    <a:pt x="44" y="0"/>
                    <a:pt x="38" y="1"/>
                    <a:pt x="32" y="2"/>
                  </a:cubicBezTo>
                  <a:cubicBezTo>
                    <a:pt x="24" y="3"/>
                    <a:pt x="19" y="0"/>
                    <a:pt x="11" y="0"/>
                  </a:cubicBezTo>
                  <a:cubicBezTo>
                    <a:pt x="7" y="0"/>
                    <a:pt x="4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1" y="2"/>
                    <a:pt x="20" y="6"/>
                    <a:pt x="26" y="13"/>
                  </a:cubicBezTo>
                  <a:cubicBezTo>
                    <a:pt x="32" y="20"/>
                    <a:pt x="36" y="30"/>
                    <a:pt x="46" y="21"/>
                  </a:cubicBezTo>
                  <a:cubicBezTo>
                    <a:pt x="50" y="18"/>
                    <a:pt x="52" y="12"/>
                    <a:pt x="52" y="6"/>
                  </a:cubicBezTo>
                  <a:cubicBezTo>
                    <a:pt x="52" y="5"/>
                    <a:pt x="51" y="4"/>
                    <a:pt x="50" y="4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1213">
              <a:extLst>
                <a:ext uri="{FF2B5EF4-FFF2-40B4-BE49-F238E27FC236}">
                  <a16:creationId xmlns:a16="http://schemas.microsoft.com/office/drawing/2014/main" id="{026859F1-CDE2-411F-8D76-768A41A11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824"/>
              <a:ext cx="110" cy="35"/>
            </a:xfrm>
            <a:custGeom>
              <a:avLst/>
              <a:gdLst>
                <a:gd name="T0" fmla="*/ 552 w 48"/>
                <a:gd name="T1" fmla="*/ 188 h 14"/>
                <a:gd name="T2" fmla="*/ 493 w 48"/>
                <a:gd name="T3" fmla="*/ 20 h 14"/>
                <a:gd name="T4" fmla="*/ 346 w 48"/>
                <a:gd name="T5" fmla="*/ 33 h 14"/>
                <a:gd name="T6" fmla="*/ 94 w 48"/>
                <a:gd name="T7" fmla="*/ 0 h 14"/>
                <a:gd name="T8" fmla="*/ 0 w 48"/>
                <a:gd name="T9" fmla="*/ 20 h 14"/>
                <a:gd name="T10" fmla="*/ 25 w 48"/>
                <a:gd name="T11" fmla="*/ 33 h 14"/>
                <a:gd name="T12" fmla="*/ 277 w 48"/>
                <a:gd name="T13" fmla="*/ 208 h 14"/>
                <a:gd name="T14" fmla="*/ 289 w 48"/>
                <a:gd name="T15" fmla="*/ 220 h 14"/>
                <a:gd name="T16" fmla="*/ 552 w 48"/>
                <a:gd name="T17" fmla="*/ 18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4">
                  <a:moveTo>
                    <a:pt x="46" y="12"/>
                  </a:moveTo>
                  <a:cubicBezTo>
                    <a:pt x="48" y="7"/>
                    <a:pt x="46" y="4"/>
                    <a:pt x="41" y="1"/>
                  </a:cubicBezTo>
                  <a:cubicBezTo>
                    <a:pt x="37" y="0"/>
                    <a:pt x="33" y="1"/>
                    <a:pt x="29" y="2"/>
                  </a:cubicBezTo>
                  <a:cubicBezTo>
                    <a:pt x="21" y="3"/>
                    <a:pt x="16" y="0"/>
                    <a:pt x="8" y="0"/>
                  </a:cubicBezTo>
                  <a:cubicBezTo>
                    <a:pt x="6" y="0"/>
                    <a:pt x="3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1" y="3"/>
                    <a:pt x="18" y="7"/>
                    <a:pt x="23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8" y="7"/>
                    <a:pt x="41" y="7"/>
                    <a:pt x="46" y="12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1214">
              <a:extLst>
                <a:ext uri="{FF2B5EF4-FFF2-40B4-BE49-F238E27FC236}">
                  <a16:creationId xmlns:a16="http://schemas.microsoft.com/office/drawing/2014/main" id="{9577BCE9-ADFB-4397-A5F4-24FEA650F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738"/>
              <a:ext cx="103" cy="86"/>
            </a:xfrm>
            <a:custGeom>
              <a:avLst/>
              <a:gdLst>
                <a:gd name="T0" fmla="*/ 130 w 45"/>
                <a:gd name="T1" fmla="*/ 506 h 35"/>
                <a:gd name="T2" fmla="*/ 529 w 45"/>
                <a:gd name="T3" fmla="*/ 265 h 35"/>
                <a:gd name="T4" fmla="*/ 513 w 45"/>
                <a:gd name="T5" fmla="*/ 12 h 35"/>
                <a:gd name="T6" fmla="*/ 0 w 45"/>
                <a:gd name="T7" fmla="*/ 327 h 35"/>
                <a:gd name="T8" fmla="*/ 0 w 45"/>
                <a:gd name="T9" fmla="*/ 327 h 35"/>
                <a:gd name="T10" fmla="*/ 130 w 45"/>
                <a:gd name="T11" fmla="*/ 50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5">
                  <a:moveTo>
                    <a:pt x="11" y="34"/>
                  </a:moveTo>
                  <a:cubicBezTo>
                    <a:pt x="22" y="27"/>
                    <a:pt x="33" y="22"/>
                    <a:pt x="44" y="18"/>
                  </a:cubicBezTo>
                  <a:cubicBezTo>
                    <a:pt x="45" y="17"/>
                    <a:pt x="43" y="0"/>
                    <a:pt x="43" y="1"/>
                  </a:cubicBezTo>
                  <a:cubicBezTo>
                    <a:pt x="29" y="6"/>
                    <a:pt x="15" y="13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9"/>
                    <a:pt x="9" y="35"/>
                    <a:pt x="11" y="34"/>
                  </a:cubicBezTo>
                  <a:close/>
                </a:path>
              </a:pathLst>
            </a:custGeom>
            <a:solidFill>
              <a:srgbClr val="E9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1215">
              <a:extLst>
                <a:ext uri="{FF2B5EF4-FFF2-40B4-BE49-F238E27FC236}">
                  <a16:creationId xmlns:a16="http://schemas.microsoft.com/office/drawing/2014/main" id="{DD07B276-C829-4814-9082-C0AD99E79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981"/>
              <a:ext cx="64" cy="96"/>
            </a:xfrm>
            <a:custGeom>
              <a:avLst/>
              <a:gdLst>
                <a:gd name="T0" fmla="*/ 203 w 28"/>
                <a:gd name="T1" fmla="*/ 0 h 39"/>
                <a:gd name="T2" fmla="*/ 0 w 28"/>
                <a:gd name="T3" fmla="*/ 490 h 39"/>
                <a:gd name="T4" fmla="*/ 178 w 28"/>
                <a:gd name="T5" fmla="*/ 569 h 39"/>
                <a:gd name="T6" fmla="*/ 325 w 28"/>
                <a:gd name="T7" fmla="*/ 207 h 39"/>
                <a:gd name="T8" fmla="*/ 203 w 28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9">
                  <a:moveTo>
                    <a:pt x="17" y="0"/>
                  </a:moveTo>
                  <a:cubicBezTo>
                    <a:pt x="10" y="10"/>
                    <a:pt x="4" y="21"/>
                    <a:pt x="0" y="33"/>
                  </a:cubicBezTo>
                  <a:cubicBezTo>
                    <a:pt x="0" y="33"/>
                    <a:pt x="14" y="39"/>
                    <a:pt x="15" y="38"/>
                  </a:cubicBezTo>
                  <a:cubicBezTo>
                    <a:pt x="18" y="29"/>
                    <a:pt x="22" y="22"/>
                    <a:pt x="27" y="14"/>
                  </a:cubicBezTo>
                  <a:cubicBezTo>
                    <a:pt x="28" y="12"/>
                    <a:pt x="23" y="6"/>
                    <a:pt x="17" y="0"/>
                  </a:cubicBezTo>
                  <a:close/>
                </a:path>
              </a:pathLst>
            </a:custGeom>
            <a:solidFill>
              <a:srgbClr val="E9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1216">
              <a:extLst>
                <a:ext uri="{FF2B5EF4-FFF2-40B4-BE49-F238E27FC236}">
                  <a16:creationId xmlns:a16="http://schemas.microsoft.com/office/drawing/2014/main" id="{CA1F8266-7FAA-40D9-ABB0-31C447D75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2364"/>
              <a:ext cx="110" cy="166"/>
            </a:xfrm>
            <a:custGeom>
              <a:avLst/>
              <a:gdLst>
                <a:gd name="T0" fmla="*/ 383 w 48"/>
                <a:gd name="T1" fmla="*/ 657 h 68"/>
                <a:gd name="T2" fmla="*/ 204 w 48"/>
                <a:gd name="T3" fmla="*/ 190 h 68"/>
                <a:gd name="T4" fmla="*/ 0 w 48"/>
                <a:gd name="T5" fmla="*/ 0 h 68"/>
                <a:gd name="T6" fmla="*/ 264 w 48"/>
                <a:gd name="T7" fmla="*/ 715 h 68"/>
                <a:gd name="T8" fmla="*/ 578 w 48"/>
                <a:gd name="T9" fmla="*/ 989 h 68"/>
                <a:gd name="T10" fmla="*/ 383 w 48"/>
                <a:gd name="T11" fmla="*/ 657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8">
                  <a:moveTo>
                    <a:pt x="32" y="45"/>
                  </a:moveTo>
                  <a:cubicBezTo>
                    <a:pt x="25" y="36"/>
                    <a:pt x="20" y="24"/>
                    <a:pt x="17" y="13"/>
                  </a:cubicBezTo>
                  <a:cubicBezTo>
                    <a:pt x="15" y="2"/>
                    <a:pt x="5" y="4"/>
                    <a:pt x="0" y="0"/>
                  </a:cubicBezTo>
                  <a:cubicBezTo>
                    <a:pt x="5" y="18"/>
                    <a:pt x="12" y="34"/>
                    <a:pt x="22" y="49"/>
                  </a:cubicBezTo>
                  <a:cubicBezTo>
                    <a:pt x="36" y="68"/>
                    <a:pt x="48" y="68"/>
                    <a:pt x="48" y="68"/>
                  </a:cubicBezTo>
                  <a:lnTo>
                    <a:pt x="32" y="45"/>
                  </a:lnTo>
                  <a:close/>
                </a:path>
              </a:pathLst>
            </a:custGeom>
            <a:solidFill>
              <a:srgbClr val="E9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1217">
              <a:extLst>
                <a:ext uri="{FF2B5EF4-FFF2-40B4-BE49-F238E27FC236}">
                  <a16:creationId xmlns:a16="http://schemas.microsoft.com/office/drawing/2014/main" id="{67F10288-13D6-45AE-99A9-2D691C006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881"/>
              <a:ext cx="57" cy="71"/>
            </a:xfrm>
            <a:custGeom>
              <a:avLst/>
              <a:gdLst>
                <a:gd name="T0" fmla="*/ 187 w 25"/>
                <a:gd name="T1" fmla="*/ 0 h 29"/>
                <a:gd name="T2" fmla="*/ 187 w 25"/>
                <a:gd name="T3" fmla="*/ 0 h 29"/>
                <a:gd name="T4" fmla="*/ 0 w 25"/>
                <a:gd name="T5" fmla="*/ 264 h 29"/>
                <a:gd name="T6" fmla="*/ 0 w 25"/>
                <a:gd name="T7" fmla="*/ 264 h 29"/>
                <a:gd name="T8" fmla="*/ 141 w 25"/>
                <a:gd name="T9" fmla="*/ 414 h 29"/>
                <a:gd name="T10" fmla="*/ 296 w 25"/>
                <a:gd name="T11" fmla="*/ 203 h 29"/>
                <a:gd name="T12" fmla="*/ 187 w 25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9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" y="6"/>
                    <a:pt x="5" y="12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25"/>
                    <a:pt x="11" y="29"/>
                    <a:pt x="12" y="28"/>
                  </a:cubicBezTo>
                  <a:cubicBezTo>
                    <a:pt x="16" y="24"/>
                    <a:pt x="20" y="19"/>
                    <a:pt x="25" y="14"/>
                  </a:cubicBezTo>
                  <a:cubicBezTo>
                    <a:pt x="24" y="11"/>
                    <a:pt x="21" y="4"/>
                    <a:pt x="16" y="0"/>
                  </a:cubicBezTo>
                  <a:close/>
                </a:path>
              </a:pathLst>
            </a:custGeom>
            <a:solidFill>
              <a:srgbClr val="E9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1218">
              <a:extLst>
                <a:ext uri="{FF2B5EF4-FFF2-40B4-BE49-F238E27FC236}">
                  <a16:creationId xmlns:a16="http://schemas.microsoft.com/office/drawing/2014/main" id="{7E86620D-8E1A-406B-8605-CEF9BF7A3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709"/>
              <a:ext cx="44" cy="47"/>
            </a:xfrm>
            <a:custGeom>
              <a:avLst/>
              <a:gdLst>
                <a:gd name="T0" fmla="*/ 171 w 19"/>
                <a:gd name="T1" fmla="*/ 0 h 19"/>
                <a:gd name="T2" fmla="*/ 12 w 19"/>
                <a:gd name="T3" fmla="*/ 30 h 19"/>
                <a:gd name="T4" fmla="*/ 12 w 19"/>
                <a:gd name="T5" fmla="*/ 287 h 19"/>
                <a:gd name="T6" fmla="*/ 236 w 19"/>
                <a:gd name="T7" fmla="*/ 228 h 19"/>
                <a:gd name="T8" fmla="*/ 171 w 19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4" y="0"/>
                  </a:moveTo>
                  <a:cubicBezTo>
                    <a:pt x="10" y="0"/>
                    <a:pt x="5" y="1"/>
                    <a:pt x="1" y="2"/>
                  </a:cubicBezTo>
                  <a:cubicBezTo>
                    <a:pt x="0" y="9"/>
                    <a:pt x="0" y="15"/>
                    <a:pt x="1" y="19"/>
                  </a:cubicBezTo>
                  <a:cubicBezTo>
                    <a:pt x="7" y="17"/>
                    <a:pt x="13" y="16"/>
                    <a:pt x="19" y="15"/>
                  </a:cubicBezTo>
                  <a:cubicBezTo>
                    <a:pt x="19" y="15"/>
                    <a:pt x="17" y="3"/>
                    <a:pt x="14" y="0"/>
                  </a:cubicBezTo>
                  <a:close/>
                </a:path>
              </a:pathLst>
            </a:custGeom>
            <a:solidFill>
              <a:srgbClr val="E9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1219">
              <a:extLst>
                <a:ext uri="{FF2B5EF4-FFF2-40B4-BE49-F238E27FC236}">
                  <a16:creationId xmlns:a16="http://schemas.microsoft.com/office/drawing/2014/main" id="{7B37CF03-56F0-4D0D-BB2E-12A9F2B36F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4" y="1702"/>
              <a:ext cx="276" cy="142"/>
            </a:xfrm>
            <a:custGeom>
              <a:avLst/>
              <a:gdLst>
                <a:gd name="T0" fmla="*/ 428 w 120"/>
                <a:gd name="T1" fmla="*/ 91 h 58"/>
                <a:gd name="T2" fmla="*/ 0 w 120"/>
                <a:gd name="T3" fmla="*/ 0 h 58"/>
                <a:gd name="T4" fmla="*/ 94 w 120"/>
                <a:gd name="T5" fmla="*/ 264 h 58"/>
                <a:gd name="T6" fmla="*/ 692 w 120"/>
                <a:gd name="T7" fmla="*/ 438 h 58"/>
                <a:gd name="T8" fmla="*/ 720 w 120"/>
                <a:gd name="T9" fmla="*/ 203 h 58"/>
                <a:gd name="T10" fmla="*/ 428 w 120"/>
                <a:gd name="T11" fmla="*/ 91 h 58"/>
                <a:gd name="T12" fmla="*/ 915 w 120"/>
                <a:gd name="T13" fmla="*/ 323 h 58"/>
                <a:gd name="T14" fmla="*/ 888 w 120"/>
                <a:gd name="T15" fmla="*/ 526 h 58"/>
                <a:gd name="T16" fmla="*/ 1375 w 120"/>
                <a:gd name="T17" fmla="*/ 810 h 58"/>
                <a:gd name="T18" fmla="*/ 1461 w 120"/>
                <a:gd name="T19" fmla="*/ 852 h 58"/>
                <a:gd name="T20" fmla="*/ 915 w 120"/>
                <a:gd name="T21" fmla="*/ 323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0" h="58">
                  <a:moveTo>
                    <a:pt x="35" y="6"/>
                  </a:moveTo>
                  <a:cubicBezTo>
                    <a:pt x="24" y="4"/>
                    <a:pt x="12" y="2"/>
                    <a:pt x="0" y="0"/>
                  </a:cubicBezTo>
                  <a:cubicBezTo>
                    <a:pt x="1" y="6"/>
                    <a:pt x="1" y="17"/>
                    <a:pt x="8" y="18"/>
                  </a:cubicBezTo>
                  <a:cubicBezTo>
                    <a:pt x="26" y="20"/>
                    <a:pt x="42" y="24"/>
                    <a:pt x="57" y="30"/>
                  </a:cubicBezTo>
                  <a:cubicBezTo>
                    <a:pt x="59" y="25"/>
                    <a:pt x="62" y="20"/>
                    <a:pt x="59" y="14"/>
                  </a:cubicBezTo>
                  <a:cubicBezTo>
                    <a:pt x="51" y="11"/>
                    <a:pt x="43" y="8"/>
                    <a:pt x="35" y="6"/>
                  </a:cubicBezTo>
                  <a:close/>
                  <a:moveTo>
                    <a:pt x="75" y="22"/>
                  </a:moveTo>
                  <a:cubicBezTo>
                    <a:pt x="73" y="27"/>
                    <a:pt x="73" y="33"/>
                    <a:pt x="73" y="36"/>
                  </a:cubicBezTo>
                  <a:cubicBezTo>
                    <a:pt x="90" y="43"/>
                    <a:pt x="103" y="50"/>
                    <a:pt x="113" y="55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16" y="50"/>
                    <a:pt x="97" y="34"/>
                    <a:pt x="75" y="22"/>
                  </a:cubicBezTo>
                  <a:close/>
                </a:path>
              </a:pathLst>
            </a:custGeom>
            <a:solidFill>
              <a:srgbClr val="E9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1220">
              <a:extLst>
                <a:ext uri="{FF2B5EF4-FFF2-40B4-BE49-F238E27FC236}">
                  <a16:creationId xmlns:a16="http://schemas.microsoft.com/office/drawing/2014/main" id="{ADB9B71D-CCAE-483F-A064-71BB9EEB5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182"/>
              <a:ext cx="42" cy="140"/>
            </a:xfrm>
            <a:custGeom>
              <a:avLst/>
              <a:gdLst>
                <a:gd name="T0" fmla="*/ 28 w 18"/>
                <a:gd name="T1" fmla="*/ 12 h 57"/>
                <a:gd name="T2" fmla="*/ 49 w 18"/>
                <a:gd name="T3" fmla="*/ 803 h 57"/>
                <a:gd name="T4" fmla="*/ 229 w 18"/>
                <a:gd name="T5" fmla="*/ 784 h 57"/>
                <a:gd name="T6" fmla="*/ 217 w 18"/>
                <a:gd name="T7" fmla="*/ 150 h 57"/>
                <a:gd name="T8" fmla="*/ 28 w 18"/>
                <a:gd name="T9" fmla="*/ 1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7">
                  <a:moveTo>
                    <a:pt x="2" y="1"/>
                  </a:moveTo>
                  <a:cubicBezTo>
                    <a:pt x="0" y="18"/>
                    <a:pt x="1" y="36"/>
                    <a:pt x="4" y="54"/>
                  </a:cubicBezTo>
                  <a:cubicBezTo>
                    <a:pt x="7" y="57"/>
                    <a:pt x="18" y="54"/>
                    <a:pt x="18" y="53"/>
                  </a:cubicBezTo>
                  <a:cubicBezTo>
                    <a:pt x="16" y="39"/>
                    <a:pt x="16" y="24"/>
                    <a:pt x="17" y="10"/>
                  </a:cubicBezTo>
                  <a:cubicBezTo>
                    <a:pt x="18" y="8"/>
                    <a:pt x="9" y="0"/>
                    <a:pt x="2" y="1"/>
                  </a:cubicBezTo>
                  <a:close/>
                </a:path>
              </a:pathLst>
            </a:custGeom>
            <a:solidFill>
              <a:srgbClr val="E9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1221">
              <a:extLst>
                <a:ext uri="{FF2B5EF4-FFF2-40B4-BE49-F238E27FC236}">
                  <a16:creationId xmlns:a16="http://schemas.microsoft.com/office/drawing/2014/main" id="{E0B6DDD6-79CB-4B89-B909-908A3FB57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038"/>
              <a:ext cx="149" cy="186"/>
            </a:xfrm>
            <a:custGeom>
              <a:avLst/>
              <a:gdLst>
                <a:gd name="T0" fmla="*/ 784 w 65"/>
                <a:gd name="T1" fmla="*/ 952 h 76"/>
                <a:gd name="T2" fmla="*/ 672 w 65"/>
                <a:gd name="T3" fmla="*/ 629 h 76"/>
                <a:gd name="T4" fmla="*/ 651 w 65"/>
                <a:gd name="T5" fmla="*/ 396 h 76"/>
                <a:gd name="T6" fmla="*/ 724 w 65"/>
                <a:gd name="T7" fmla="*/ 174 h 76"/>
                <a:gd name="T8" fmla="*/ 614 w 65"/>
                <a:gd name="T9" fmla="*/ 174 h 76"/>
                <a:gd name="T10" fmla="*/ 383 w 65"/>
                <a:gd name="T11" fmla="*/ 264 h 76"/>
                <a:gd name="T12" fmla="*/ 215 w 65"/>
                <a:gd name="T13" fmla="*/ 162 h 76"/>
                <a:gd name="T14" fmla="*/ 37 w 65"/>
                <a:gd name="T15" fmla="*/ 0 h 76"/>
                <a:gd name="T16" fmla="*/ 0 w 65"/>
                <a:gd name="T17" fmla="*/ 0 h 76"/>
                <a:gd name="T18" fmla="*/ 85 w 65"/>
                <a:gd name="T19" fmla="*/ 144 h 76"/>
                <a:gd name="T20" fmla="*/ 195 w 65"/>
                <a:gd name="T21" fmla="*/ 384 h 76"/>
                <a:gd name="T22" fmla="*/ 204 w 65"/>
                <a:gd name="T23" fmla="*/ 455 h 76"/>
                <a:gd name="T24" fmla="*/ 232 w 65"/>
                <a:gd name="T25" fmla="*/ 514 h 76"/>
                <a:gd name="T26" fmla="*/ 241 w 65"/>
                <a:gd name="T27" fmla="*/ 568 h 76"/>
                <a:gd name="T28" fmla="*/ 346 w 65"/>
                <a:gd name="T29" fmla="*/ 732 h 76"/>
                <a:gd name="T30" fmla="*/ 468 w 65"/>
                <a:gd name="T31" fmla="*/ 969 h 76"/>
                <a:gd name="T32" fmla="*/ 688 w 65"/>
                <a:gd name="T33" fmla="*/ 1114 h 76"/>
                <a:gd name="T34" fmla="*/ 784 w 65"/>
                <a:gd name="T35" fmla="*/ 952 h 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" h="76">
                  <a:moveTo>
                    <a:pt x="65" y="65"/>
                  </a:moveTo>
                  <a:cubicBezTo>
                    <a:pt x="63" y="57"/>
                    <a:pt x="60" y="49"/>
                    <a:pt x="56" y="43"/>
                  </a:cubicBezTo>
                  <a:cubicBezTo>
                    <a:pt x="53" y="38"/>
                    <a:pt x="52" y="32"/>
                    <a:pt x="54" y="27"/>
                  </a:cubicBezTo>
                  <a:cubicBezTo>
                    <a:pt x="55" y="22"/>
                    <a:pt x="59" y="18"/>
                    <a:pt x="60" y="12"/>
                  </a:cubicBezTo>
                  <a:cubicBezTo>
                    <a:pt x="58" y="11"/>
                    <a:pt x="55" y="10"/>
                    <a:pt x="51" y="12"/>
                  </a:cubicBezTo>
                  <a:cubicBezTo>
                    <a:pt x="45" y="14"/>
                    <a:pt x="39" y="19"/>
                    <a:pt x="32" y="18"/>
                  </a:cubicBezTo>
                  <a:cubicBezTo>
                    <a:pt x="27" y="17"/>
                    <a:pt x="23" y="14"/>
                    <a:pt x="18" y="11"/>
                  </a:cubicBezTo>
                  <a:cubicBezTo>
                    <a:pt x="14" y="8"/>
                    <a:pt x="8" y="1"/>
                    <a:pt x="3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4"/>
                    <a:pt x="4" y="6"/>
                    <a:pt x="7" y="10"/>
                  </a:cubicBezTo>
                  <a:cubicBezTo>
                    <a:pt x="11" y="14"/>
                    <a:pt x="14" y="20"/>
                    <a:pt x="16" y="26"/>
                  </a:cubicBezTo>
                  <a:cubicBezTo>
                    <a:pt x="17" y="27"/>
                    <a:pt x="17" y="29"/>
                    <a:pt x="17" y="31"/>
                  </a:cubicBezTo>
                  <a:cubicBezTo>
                    <a:pt x="18" y="32"/>
                    <a:pt x="18" y="34"/>
                    <a:pt x="19" y="35"/>
                  </a:cubicBezTo>
                  <a:cubicBezTo>
                    <a:pt x="19" y="36"/>
                    <a:pt x="19" y="38"/>
                    <a:pt x="20" y="39"/>
                  </a:cubicBezTo>
                  <a:cubicBezTo>
                    <a:pt x="22" y="43"/>
                    <a:pt x="25" y="47"/>
                    <a:pt x="29" y="50"/>
                  </a:cubicBezTo>
                  <a:cubicBezTo>
                    <a:pt x="32" y="53"/>
                    <a:pt x="37" y="62"/>
                    <a:pt x="39" y="66"/>
                  </a:cubicBezTo>
                  <a:cubicBezTo>
                    <a:pt x="41" y="68"/>
                    <a:pt x="50" y="76"/>
                    <a:pt x="57" y="76"/>
                  </a:cubicBezTo>
                  <a:cubicBezTo>
                    <a:pt x="63" y="76"/>
                    <a:pt x="65" y="70"/>
                    <a:pt x="65" y="65"/>
                  </a:cubicBezTo>
                  <a:close/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1222">
              <a:extLst>
                <a:ext uri="{FF2B5EF4-FFF2-40B4-BE49-F238E27FC236}">
                  <a16:creationId xmlns:a16="http://schemas.microsoft.com/office/drawing/2014/main" id="{8D996915-6025-4A86-9360-68E3263B1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738"/>
              <a:ext cx="1133" cy="1530"/>
            </a:xfrm>
            <a:custGeom>
              <a:avLst/>
              <a:gdLst>
                <a:gd name="T0" fmla="*/ 3629 w 493"/>
                <a:gd name="T1" fmla="*/ 0 h 624"/>
                <a:gd name="T2" fmla="*/ 2767 w 493"/>
                <a:gd name="T3" fmla="*/ 547 h 624"/>
                <a:gd name="T4" fmla="*/ 871 w 493"/>
                <a:gd name="T5" fmla="*/ 4315 h 624"/>
                <a:gd name="T6" fmla="*/ 3519 w 493"/>
                <a:gd name="T7" fmla="*/ 9197 h 624"/>
                <a:gd name="T8" fmla="*/ 3532 w 493"/>
                <a:gd name="T9" fmla="*/ 9187 h 624"/>
                <a:gd name="T10" fmla="*/ 2974 w 493"/>
                <a:gd name="T11" fmla="*/ 7370 h 624"/>
                <a:gd name="T12" fmla="*/ 5472 w 493"/>
                <a:gd name="T13" fmla="*/ 4629 h 624"/>
                <a:gd name="T14" fmla="*/ 5984 w 493"/>
                <a:gd name="T15" fmla="*/ 4691 h 624"/>
                <a:gd name="T16" fmla="*/ 5984 w 493"/>
                <a:gd name="T17" fmla="*/ 4671 h 624"/>
                <a:gd name="T18" fmla="*/ 2526 w 493"/>
                <a:gd name="T19" fmla="*/ 3565 h 624"/>
                <a:gd name="T20" fmla="*/ 2758 w 493"/>
                <a:gd name="T21" fmla="*/ 986 h 624"/>
                <a:gd name="T22" fmla="*/ 3797 w 493"/>
                <a:gd name="T23" fmla="*/ 0 h 6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3" h="624">
                  <a:moveTo>
                    <a:pt x="299" y="0"/>
                  </a:moveTo>
                  <a:cubicBezTo>
                    <a:pt x="293" y="22"/>
                    <a:pt x="277" y="33"/>
                    <a:pt x="228" y="37"/>
                  </a:cubicBezTo>
                  <a:cubicBezTo>
                    <a:pt x="28" y="48"/>
                    <a:pt x="0" y="159"/>
                    <a:pt x="72" y="293"/>
                  </a:cubicBezTo>
                  <a:cubicBezTo>
                    <a:pt x="116" y="376"/>
                    <a:pt x="182" y="497"/>
                    <a:pt x="290" y="624"/>
                  </a:cubicBezTo>
                  <a:cubicBezTo>
                    <a:pt x="291" y="623"/>
                    <a:pt x="291" y="623"/>
                    <a:pt x="291" y="623"/>
                  </a:cubicBezTo>
                  <a:cubicBezTo>
                    <a:pt x="259" y="590"/>
                    <a:pt x="245" y="547"/>
                    <a:pt x="245" y="500"/>
                  </a:cubicBezTo>
                  <a:cubicBezTo>
                    <a:pt x="245" y="397"/>
                    <a:pt x="337" y="314"/>
                    <a:pt x="451" y="314"/>
                  </a:cubicBezTo>
                  <a:cubicBezTo>
                    <a:pt x="465" y="314"/>
                    <a:pt x="479" y="315"/>
                    <a:pt x="493" y="318"/>
                  </a:cubicBezTo>
                  <a:cubicBezTo>
                    <a:pt x="493" y="317"/>
                    <a:pt x="493" y="317"/>
                    <a:pt x="493" y="317"/>
                  </a:cubicBezTo>
                  <a:cubicBezTo>
                    <a:pt x="389" y="300"/>
                    <a:pt x="276" y="275"/>
                    <a:pt x="208" y="242"/>
                  </a:cubicBezTo>
                  <a:cubicBezTo>
                    <a:pt x="57" y="158"/>
                    <a:pt x="118" y="77"/>
                    <a:pt x="227" y="67"/>
                  </a:cubicBezTo>
                  <a:cubicBezTo>
                    <a:pt x="315" y="59"/>
                    <a:pt x="314" y="20"/>
                    <a:pt x="313" y="0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1223">
              <a:extLst>
                <a:ext uri="{FF2B5EF4-FFF2-40B4-BE49-F238E27FC236}">
                  <a16:creationId xmlns:a16="http://schemas.microsoft.com/office/drawing/2014/main" id="{55E6F934-6C46-499E-B606-14B600757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1197"/>
              <a:ext cx="475" cy="919"/>
            </a:xfrm>
            <a:custGeom>
              <a:avLst/>
              <a:gdLst>
                <a:gd name="T0" fmla="*/ 2501 w 207"/>
                <a:gd name="T1" fmla="*/ 5428 h 375"/>
                <a:gd name="T2" fmla="*/ 2490 w 207"/>
                <a:gd name="T3" fmla="*/ 5507 h 375"/>
                <a:gd name="T4" fmla="*/ 411 w 207"/>
                <a:gd name="T5" fmla="*/ 1490 h 375"/>
                <a:gd name="T6" fmla="*/ 0 w 207"/>
                <a:gd name="T7" fmla="*/ 0 h 375"/>
                <a:gd name="T8" fmla="*/ 858 w 207"/>
                <a:gd name="T9" fmla="*/ 2252 h 375"/>
                <a:gd name="T10" fmla="*/ 2221 w 207"/>
                <a:gd name="T11" fmla="*/ 4757 h 375"/>
                <a:gd name="T12" fmla="*/ 2370 w 207"/>
                <a:gd name="T13" fmla="*/ 4517 h 375"/>
                <a:gd name="T14" fmla="*/ 2407 w 207"/>
                <a:gd name="T15" fmla="*/ 4517 h 375"/>
                <a:gd name="T16" fmla="*/ 2501 w 207"/>
                <a:gd name="T17" fmla="*/ 5428 h 3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375">
                  <a:moveTo>
                    <a:pt x="207" y="369"/>
                  </a:moveTo>
                  <a:cubicBezTo>
                    <a:pt x="207" y="373"/>
                    <a:pt x="207" y="375"/>
                    <a:pt x="206" y="374"/>
                  </a:cubicBezTo>
                  <a:cubicBezTo>
                    <a:pt x="125" y="268"/>
                    <a:pt x="72" y="171"/>
                    <a:pt x="34" y="101"/>
                  </a:cubicBezTo>
                  <a:cubicBezTo>
                    <a:pt x="15" y="65"/>
                    <a:pt x="3" y="31"/>
                    <a:pt x="0" y="0"/>
                  </a:cubicBezTo>
                  <a:cubicBezTo>
                    <a:pt x="7" y="35"/>
                    <a:pt x="27" y="78"/>
                    <a:pt x="71" y="153"/>
                  </a:cubicBezTo>
                  <a:cubicBezTo>
                    <a:pt x="108" y="216"/>
                    <a:pt x="173" y="319"/>
                    <a:pt x="184" y="323"/>
                  </a:cubicBezTo>
                  <a:cubicBezTo>
                    <a:pt x="190" y="326"/>
                    <a:pt x="193" y="316"/>
                    <a:pt x="196" y="307"/>
                  </a:cubicBezTo>
                  <a:cubicBezTo>
                    <a:pt x="199" y="302"/>
                    <a:pt x="199" y="304"/>
                    <a:pt x="199" y="307"/>
                  </a:cubicBezTo>
                  <a:cubicBezTo>
                    <a:pt x="198" y="328"/>
                    <a:pt x="198" y="343"/>
                    <a:pt x="207" y="369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1224">
              <a:extLst>
                <a:ext uri="{FF2B5EF4-FFF2-40B4-BE49-F238E27FC236}">
                  <a16:creationId xmlns:a16="http://schemas.microsoft.com/office/drawing/2014/main" id="{D3F117B4-A192-4D2B-B084-109FF4CE6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897"/>
              <a:ext cx="807" cy="741"/>
            </a:xfrm>
            <a:custGeom>
              <a:avLst/>
              <a:gdLst>
                <a:gd name="T0" fmla="*/ 2750 w 351"/>
                <a:gd name="T1" fmla="*/ 4311 h 302"/>
                <a:gd name="T2" fmla="*/ 2892 w 351"/>
                <a:gd name="T3" fmla="*/ 4419 h 302"/>
                <a:gd name="T4" fmla="*/ 4228 w 351"/>
                <a:gd name="T5" fmla="*/ 3636 h 302"/>
                <a:gd name="T6" fmla="*/ 4182 w 351"/>
                <a:gd name="T7" fmla="*/ 3546 h 302"/>
                <a:gd name="T8" fmla="*/ 1835 w 351"/>
                <a:gd name="T9" fmla="*/ 2704 h 302"/>
                <a:gd name="T10" fmla="*/ 1966 w 351"/>
                <a:gd name="T11" fmla="*/ 0 h 302"/>
                <a:gd name="T12" fmla="*/ 545 w 351"/>
                <a:gd name="T13" fmla="*/ 1313 h 302"/>
                <a:gd name="T14" fmla="*/ 2141 w 351"/>
                <a:gd name="T15" fmla="*/ 3528 h 302"/>
                <a:gd name="T16" fmla="*/ 2750 w 351"/>
                <a:gd name="T17" fmla="*/ 4311 h 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1" h="302">
                  <a:moveTo>
                    <a:pt x="226" y="292"/>
                  </a:moveTo>
                  <a:cubicBezTo>
                    <a:pt x="228" y="296"/>
                    <a:pt x="234" y="302"/>
                    <a:pt x="238" y="299"/>
                  </a:cubicBezTo>
                  <a:cubicBezTo>
                    <a:pt x="263" y="273"/>
                    <a:pt x="317" y="247"/>
                    <a:pt x="348" y="246"/>
                  </a:cubicBezTo>
                  <a:cubicBezTo>
                    <a:pt x="351" y="246"/>
                    <a:pt x="350" y="241"/>
                    <a:pt x="344" y="240"/>
                  </a:cubicBezTo>
                  <a:cubicBezTo>
                    <a:pt x="266" y="224"/>
                    <a:pt x="201" y="208"/>
                    <a:pt x="151" y="183"/>
                  </a:cubicBezTo>
                  <a:cubicBezTo>
                    <a:pt x="0" y="99"/>
                    <a:pt x="52" y="10"/>
                    <a:pt x="162" y="0"/>
                  </a:cubicBezTo>
                  <a:cubicBezTo>
                    <a:pt x="100" y="5"/>
                    <a:pt x="44" y="21"/>
                    <a:pt x="45" y="89"/>
                  </a:cubicBezTo>
                  <a:cubicBezTo>
                    <a:pt x="47" y="157"/>
                    <a:pt x="144" y="217"/>
                    <a:pt x="176" y="239"/>
                  </a:cubicBezTo>
                  <a:cubicBezTo>
                    <a:pt x="200" y="255"/>
                    <a:pt x="218" y="273"/>
                    <a:pt x="226" y="292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1225">
              <a:extLst>
                <a:ext uri="{FF2B5EF4-FFF2-40B4-BE49-F238E27FC236}">
                  <a16:creationId xmlns:a16="http://schemas.microsoft.com/office/drawing/2014/main" id="{57DBE98B-1BA7-4DFD-A036-62F6A3238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508"/>
              <a:ext cx="791" cy="890"/>
            </a:xfrm>
            <a:custGeom>
              <a:avLst/>
              <a:gdLst>
                <a:gd name="T0" fmla="*/ 3463 w 344"/>
                <a:gd name="T1" fmla="*/ 468 h 363"/>
                <a:gd name="T2" fmla="*/ 4183 w 344"/>
                <a:gd name="T3" fmla="*/ 750 h 363"/>
                <a:gd name="T4" fmla="*/ 4012 w 344"/>
                <a:gd name="T5" fmla="*/ 559 h 363"/>
                <a:gd name="T6" fmla="*/ 2506 w 344"/>
                <a:gd name="T7" fmla="*/ 0 h 363"/>
                <a:gd name="T8" fmla="*/ 0 w 344"/>
                <a:gd name="T9" fmla="*/ 2741 h 363"/>
                <a:gd name="T10" fmla="*/ 1460 w 344"/>
                <a:gd name="T11" fmla="*/ 5350 h 363"/>
                <a:gd name="T12" fmla="*/ 729 w 344"/>
                <a:gd name="T13" fmla="*/ 4202 h 363"/>
                <a:gd name="T14" fmla="*/ 290 w 344"/>
                <a:gd name="T15" fmla="*/ 2741 h 363"/>
                <a:gd name="T16" fmla="*/ 2506 w 344"/>
                <a:gd name="T17" fmla="*/ 306 h 363"/>
                <a:gd name="T18" fmla="*/ 3463 w 344"/>
                <a:gd name="T19" fmla="*/ 456 h 363"/>
                <a:gd name="T20" fmla="*/ 3463 w 344"/>
                <a:gd name="T21" fmla="*/ 468 h 3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4" h="363">
                  <a:moveTo>
                    <a:pt x="285" y="32"/>
                  </a:moveTo>
                  <a:cubicBezTo>
                    <a:pt x="305" y="38"/>
                    <a:pt x="324" y="43"/>
                    <a:pt x="344" y="51"/>
                  </a:cubicBezTo>
                  <a:cubicBezTo>
                    <a:pt x="339" y="46"/>
                    <a:pt x="335" y="43"/>
                    <a:pt x="330" y="38"/>
                  </a:cubicBezTo>
                  <a:cubicBezTo>
                    <a:pt x="298" y="11"/>
                    <a:pt x="254" y="0"/>
                    <a:pt x="206" y="0"/>
                  </a:cubicBezTo>
                  <a:cubicBezTo>
                    <a:pt x="92" y="0"/>
                    <a:pt x="0" y="83"/>
                    <a:pt x="0" y="186"/>
                  </a:cubicBezTo>
                  <a:cubicBezTo>
                    <a:pt x="0" y="264"/>
                    <a:pt x="46" y="335"/>
                    <a:pt x="120" y="363"/>
                  </a:cubicBezTo>
                  <a:cubicBezTo>
                    <a:pt x="108" y="350"/>
                    <a:pt x="63" y="289"/>
                    <a:pt x="60" y="285"/>
                  </a:cubicBezTo>
                  <a:cubicBezTo>
                    <a:pt x="37" y="257"/>
                    <a:pt x="24" y="223"/>
                    <a:pt x="24" y="186"/>
                  </a:cubicBezTo>
                  <a:cubicBezTo>
                    <a:pt x="24" y="95"/>
                    <a:pt x="106" y="21"/>
                    <a:pt x="206" y="21"/>
                  </a:cubicBezTo>
                  <a:cubicBezTo>
                    <a:pt x="250" y="20"/>
                    <a:pt x="276" y="29"/>
                    <a:pt x="285" y="31"/>
                  </a:cubicBezTo>
                  <a:lnTo>
                    <a:pt x="285" y="32"/>
                  </a:lnTo>
                  <a:close/>
                </a:path>
              </a:pathLst>
            </a:custGeom>
            <a:solidFill>
              <a:srgbClr val="F9C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1226">
              <a:extLst>
                <a:ext uri="{FF2B5EF4-FFF2-40B4-BE49-F238E27FC236}">
                  <a16:creationId xmlns:a16="http://schemas.microsoft.com/office/drawing/2014/main" id="{E00EFC53-DC2A-481D-AA75-D4CAD77C9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949"/>
              <a:ext cx="1294" cy="1189"/>
            </a:xfrm>
            <a:custGeom>
              <a:avLst/>
              <a:gdLst>
                <a:gd name="T0" fmla="*/ 2029 w 563"/>
                <a:gd name="T1" fmla="*/ 6852 h 485"/>
                <a:gd name="T2" fmla="*/ 1944 w 563"/>
                <a:gd name="T3" fmla="*/ 6690 h 485"/>
                <a:gd name="T4" fmla="*/ 1712 w 563"/>
                <a:gd name="T5" fmla="*/ 6161 h 485"/>
                <a:gd name="T6" fmla="*/ 1616 w 563"/>
                <a:gd name="T7" fmla="*/ 5685 h 485"/>
                <a:gd name="T8" fmla="*/ 1326 w 563"/>
                <a:gd name="T9" fmla="*/ 4700 h 485"/>
                <a:gd name="T10" fmla="*/ 1151 w 563"/>
                <a:gd name="T11" fmla="*/ 3979 h 485"/>
                <a:gd name="T12" fmla="*/ 1237 w 563"/>
                <a:gd name="T13" fmla="*/ 3565 h 485"/>
                <a:gd name="T14" fmla="*/ 1237 w 563"/>
                <a:gd name="T15" fmla="*/ 3565 h 485"/>
                <a:gd name="T16" fmla="*/ 1289 w 563"/>
                <a:gd name="T17" fmla="*/ 3197 h 485"/>
                <a:gd name="T18" fmla="*/ 1289 w 563"/>
                <a:gd name="T19" fmla="*/ 3197 h 485"/>
                <a:gd name="T20" fmla="*/ 1335 w 563"/>
                <a:gd name="T21" fmla="*/ 2932 h 485"/>
                <a:gd name="T22" fmla="*/ 1347 w 563"/>
                <a:gd name="T23" fmla="*/ 2944 h 485"/>
                <a:gd name="T24" fmla="*/ 1494 w 563"/>
                <a:gd name="T25" fmla="*/ 2505 h 485"/>
                <a:gd name="T26" fmla="*/ 1563 w 563"/>
                <a:gd name="T27" fmla="*/ 2373 h 485"/>
                <a:gd name="T28" fmla="*/ 1563 w 563"/>
                <a:gd name="T29" fmla="*/ 2344 h 485"/>
                <a:gd name="T30" fmla="*/ 1795 w 563"/>
                <a:gd name="T31" fmla="*/ 1978 h 485"/>
                <a:gd name="T32" fmla="*/ 1795 w 563"/>
                <a:gd name="T33" fmla="*/ 1978 h 485"/>
                <a:gd name="T34" fmla="*/ 1896 w 563"/>
                <a:gd name="T35" fmla="*/ 1858 h 485"/>
                <a:gd name="T36" fmla="*/ 1965 w 563"/>
                <a:gd name="T37" fmla="*/ 1768 h 485"/>
                <a:gd name="T38" fmla="*/ 2066 w 563"/>
                <a:gd name="T39" fmla="*/ 1665 h 485"/>
                <a:gd name="T40" fmla="*/ 2356 w 563"/>
                <a:gd name="T41" fmla="*/ 1400 h 485"/>
                <a:gd name="T42" fmla="*/ 2779 w 563"/>
                <a:gd name="T43" fmla="*/ 1135 h 485"/>
                <a:gd name="T44" fmla="*/ 2795 w 563"/>
                <a:gd name="T45" fmla="*/ 1147 h 485"/>
                <a:gd name="T46" fmla="*/ 3059 w 563"/>
                <a:gd name="T47" fmla="*/ 1047 h 485"/>
                <a:gd name="T48" fmla="*/ 3190 w 563"/>
                <a:gd name="T49" fmla="*/ 1015 h 485"/>
                <a:gd name="T50" fmla="*/ 3190 w 563"/>
                <a:gd name="T51" fmla="*/ 1015 h 485"/>
                <a:gd name="T52" fmla="*/ 3535 w 563"/>
                <a:gd name="T53" fmla="*/ 956 h 485"/>
                <a:gd name="T54" fmla="*/ 3694 w 563"/>
                <a:gd name="T55" fmla="*/ 956 h 485"/>
                <a:gd name="T56" fmla="*/ 4004 w 563"/>
                <a:gd name="T57" fmla="*/ 973 h 485"/>
                <a:gd name="T58" fmla="*/ 4004 w 563"/>
                <a:gd name="T59" fmla="*/ 956 h 485"/>
                <a:gd name="T60" fmla="*/ 4162 w 563"/>
                <a:gd name="T61" fmla="*/ 1003 h 485"/>
                <a:gd name="T62" fmla="*/ 4553 w 563"/>
                <a:gd name="T63" fmla="*/ 1135 h 485"/>
                <a:gd name="T64" fmla="*/ 4650 w 563"/>
                <a:gd name="T65" fmla="*/ 1167 h 485"/>
                <a:gd name="T66" fmla="*/ 4854 w 563"/>
                <a:gd name="T67" fmla="*/ 1267 h 485"/>
                <a:gd name="T68" fmla="*/ 4965 w 563"/>
                <a:gd name="T69" fmla="*/ 1341 h 485"/>
                <a:gd name="T70" fmla="*/ 5151 w 563"/>
                <a:gd name="T71" fmla="*/ 1461 h 485"/>
                <a:gd name="T72" fmla="*/ 5282 w 563"/>
                <a:gd name="T73" fmla="*/ 1574 h 485"/>
                <a:gd name="T74" fmla="*/ 5415 w 563"/>
                <a:gd name="T75" fmla="*/ 1677 h 485"/>
                <a:gd name="T76" fmla="*/ 5574 w 563"/>
                <a:gd name="T77" fmla="*/ 1858 h 485"/>
                <a:gd name="T78" fmla="*/ 5741 w 563"/>
                <a:gd name="T79" fmla="*/ 2032 h 485"/>
                <a:gd name="T80" fmla="*/ 5806 w 563"/>
                <a:gd name="T81" fmla="*/ 2079 h 485"/>
                <a:gd name="T82" fmla="*/ 6180 w 563"/>
                <a:gd name="T83" fmla="*/ 2518 h 485"/>
                <a:gd name="T84" fmla="*/ 6323 w 563"/>
                <a:gd name="T85" fmla="*/ 2680 h 485"/>
                <a:gd name="T86" fmla="*/ 6835 w 563"/>
                <a:gd name="T87" fmla="*/ 3300 h 485"/>
                <a:gd name="T88" fmla="*/ 5525 w 563"/>
                <a:gd name="T89" fmla="*/ 708 h 485"/>
                <a:gd name="T90" fmla="*/ 3386 w 563"/>
                <a:gd name="T91" fmla="*/ 71 h 485"/>
                <a:gd name="T92" fmla="*/ 2636 w 563"/>
                <a:gd name="T93" fmla="*/ 235 h 485"/>
                <a:gd name="T94" fmla="*/ 908 w 563"/>
                <a:gd name="T95" fmla="*/ 1858 h 485"/>
                <a:gd name="T96" fmla="*/ 2112 w 563"/>
                <a:gd name="T97" fmla="*/ 7146 h 485"/>
                <a:gd name="T98" fmla="*/ 2029 w 563"/>
                <a:gd name="T99" fmla="*/ 6852 h 48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63" h="485">
                  <a:moveTo>
                    <a:pt x="167" y="465"/>
                  </a:moveTo>
                  <a:cubicBezTo>
                    <a:pt x="164" y="462"/>
                    <a:pt x="162" y="458"/>
                    <a:pt x="160" y="454"/>
                  </a:cubicBezTo>
                  <a:cubicBezTo>
                    <a:pt x="152" y="443"/>
                    <a:pt x="144" y="425"/>
                    <a:pt x="141" y="418"/>
                  </a:cubicBezTo>
                  <a:cubicBezTo>
                    <a:pt x="138" y="413"/>
                    <a:pt x="135" y="399"/>
                    <a:pt x="133" y="386"/>
                  </a:cubicBezTo>
                  <a:cubicBezTo>
                    <a:pt x="128" y="373"/>
                    <a:pt x="112" y="331"/>
                    <a:pt x="109" y="319"/>
                  </a:cubicBezTo>
                  <a:cubicBezTo>
                    <a:pt x="100" y="313"/>
                    <a:pt x="95" y="284"/>
                    <a:pt x="95" y="270"/>
                  </a:cubicBezTo>
                  <a:cubicBezTo>
                    <a:pt x="96" y="257"/>
                    <a:pt x="98" y="236"/>
                    <a:pt x="102" y="242"/>
                  </a:cubicBezTo>
                  <a:cubicBezTo>
                    <a:pt x="102" y="242"/>
                    <a:pt x="102" y="242"/>
                    <a:pt x="102" y="242"/>
                  </a:cubicBezTo>
                  <a:cubicBezTo>
                    <a:pt x="102" y="234"/>
                    <a:pt x="104" y="225"/>
                    <a:pt x="106" y="217"/>
                  </a:cubicBezTo>
                  <a:cubicBezTo>
                    <a:pt x="106" y="217"/>
                    <a:pt x="106" y="217"/>
                    <a:pt x="106" y="217"/>
                  </a:cubicBezTo>
                  <a:cubicBezTo>
                    <a:pt x="103" y="209"/>
                    <a:pt x="107" y="195"/>
                    <a:pt x="110" y="199"/>
                  </a:cubicBezTo>
                  <a:cubicBezTo>
                    <a:pt x="110" y="199"/>
                    <a:pt x="110" y="200"/>
                    <a:pt x="111" y="200"/>
                  </a:cubicBezTo>
                  <a:cubicBezTo>
                    <a:pt x="114" y="190"/>
                    <a:pt x="118" y="180"/>
                    <a:pt x="123" y="170"/>
                  </a:cubicBezTo>
                  <a:cubicBezTo>
                    <a:pt x="123" y="163"/>
                    <a:pt x="126" y="156"/>
                    <a:pt x="129" y="161"/>
                  </a:cubicBezTo>
                  <a:cubicBezTo>
                    <a:pt x="129" y="160"/>
                    <a:pt x="129" y="160"/>
                    <a:pt x="129" y="159"/>
                  </a:cubicBezTo>
                  <a:cubicBezTo>
                    <a:pt x="135" y="150"/>
                    <a:pt x="141" y="142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7" y="125"/>
                    <a:pt x="155" y="121"/>
                    <a:pt x="156" y="126"/>
                  </a:cubicBezTo>
                  <a:cubicBezTo>
                    <a:pt x="158" y="124"/>
                    <a:pt x="160" y="122"/>
                    <a:pt x="162" y="120"/>
                  </a:cubicBezTo>
                  <a:cubicBezTo>
                    <a:pt x="162" y="115"/>
                    <a:pt x="166" y="111"/>
                    <a:pt x="170" y="113"/>
                  </a:cubicBezTo>
                  <a:cubicBezTo>
                    <a:pt x="177" y="106"/>
                    <a:pt x="186" y="100"/>
                    <a:pt x="194" y="95"/>
                  </a:cubicBezTo>
                  <a:cubicBezTo>
                    <a:pt x="193" y="86"/>
                    <a:pt x="220" y="68"/>
                    <a:pt x="229" y="77"/>
                  </a:cubicBezTo>
                  <a:cubicBezTo>
                    <a:pt x="229" y="77"/>
                    <a:pt x="230" y="78"/>
                    <a:pt x="230" y="78"/>
                  </a:cubicBezTo>
                  <a:cubicBezTo>
                    <a:pt x="237" y="75"/>
                    <a:pt x="244" y="73"/>
                    <a:pt x="252" y="71"/>
                  </a:cubicBezTo>
                  <a:cubicBezTo>
                    <a:pt x="250" y="64"/>
                    <a:pt x="260" y="62"/>
                    <a:pt x="263" y="69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72" y="67"/>
                    <a:pt x="281" y="66"/>
                    <a:pt x="291" y="65"/>
                  </a:cubicBezTo>
                  <a:cubicBezTo>
                    <a:pt x="289" y="58"/>
                    <a:pt x="302" y="58"/>
                    <a:pt x="304" y="65"/>
                  </a:cubicBezTo>
                  <a:cubicBezTo>
                    <a:pt x="311" y="65"/>
                    <a:pt x="323" y="66"/>
                    <a:pt x="330" y="66"/>
                  </a:cubicBezTo>
                  <a:cubicBezTo>
                    <a:pt x="330" y="66"/>
                    <a:pt x="330" y="65"/>
                    <a:pt x="330" y="65"/>
                  </a:cubicBezTo>
                  <a:cubicBezTo>
                    <a:pt x="334" y="58"/>
                    <a:pt x="341" y="59"/>
                    <a:pt x="343" y="68"/>
                  </a:cubicBezTo>
                  <a:cubicBezTo>
                    <a:pt x="353" y="70"/>
                    <a:pt x="366" y="73"/>
                    <a:pt x="375" y="77"/>
                  </a:cubicBezTo>
                  <a:cubicBezTo>
                    <a:pt x="376" y="70"/>
                    <a:pt x="381" y="72"/>
                    <a:pt x="383" y="79"/>
                  </a:cubicBezTo>
                  <a:cubicBezTo>
                    <a:pt x="389" y="81"/>
                    <a:pt x="394" y="84"/>
                    <a:pt x="400" y="86"/>
                  </a:cubicBezTo>
                  <a:cubicBezTo>
                    <a:pt x="401" y="85"/>
                    <a:pt x="407" y="86"/>
                    <a:pt x="409" y="91"/>
                  </a:cubicBezTo>
                  <a:cubicBezTo>
                    <a:pt x="414" y="94"/>
                    <a:pt x="419" y="96"/>
                    <a:pt x="424" y="99"/>
                  </a:cubicBezTo>
                  <a:cubicBezTo>
                    <a:pt x="428" y="102"/>
                    <a:pt x="431" y="104"/>
                    <a:pt x="435" y="107"/>
                  </a:cubicBezTo>
                  <a:cubicBezTo>
                    <a:pt x="436" y="103"/>
                    <a:pt x="444" y="106"/>
                    <a:pt x="446" y="114"/>
                  </a:cubicBezTo>
                  <a:cubicBezTo>
                    <a:pt x="450" y="118"/>
                    <a:pt x="455" y="122"/>
                    <a:pt x="459" y="126"/>
                  </a:cubicBezTo>
                  <a:cubicBezTo>
                    <a:pt x="460" y="127"/>
                    <a:pt x="467" y="133"/>
                    <a:pt x="473" y="138"/>
                  </a:cubicBezTo>
                  <a:cubicBezTo>
                    <a:pt x="475" y="139"/>
                    <a:pt x="476" y="140"/>
                    <a:pt x="478" y="141"/>
                  </a:cubicBezTo>
                  <a:cubicBezTo>
                    <a:pt x="486" y="145"/>
                    <a:pt x="499" y="158"/>
                    <a:pt x="509" y="171"/>
                  </a:cubicBezTo>
                  <a:cubicBezTo>
                    <a:pt x="514" y="174"/>
                    <a:pt x="517" y="178"/>
                    <a:pt x="521" y="182"/>
                  </a:cubicBezTo>
                  <a:cubicBezTo>
                    <a:pt x="532" y="193"/>
                    <a:pt x="547" y="208"/>
                    <a:pt x="563" y="224"/>
                  </a:cubicBezTo>
                  <a:cubicBezTo>
                    <a:pt x="549" y="154"/>
                    <a:pt x="523" y="90"/>
                    <a:pt x="455" y="48"/>
                  </a:cubicBezTo>
                  <a:cubicBezTo>
                    <a:pt x="400" y="14"/>
                    <a:pt x="338" y="0"/>
                    <a:pt x="279" y="5"/>
                  </a:cubicBezTo>
                  <a:cubicBezTo>
                    <a:pt x="258" y="6"/>
                    <a:pt x="237" y="10"/>
                    <a:pt x="217" y="16"/>
                  </a:cubicBezTo>
                  <a:cubicBezTo>
                    <a:pt x="159" y="34"/>
                    <a:pt x="108" y="72"/>
                    <a:pt x="75" y="126"/>
                  </a:cubicBezTo>
                  <a:cubicBezTo>
                    <a:pt x="0" y="247"/>
                    <a:pt x="50" y="401"/>
                    <a:pt x="174" y="485"/>
                  </a:cubicBezTo>
                  <a:cubicBezTo>
                    <a:pt x="172" y="478"/>
                    <a:pt x="169" y="472"/>
                    <a:pt x="167" y="465"/>
                  </a:cubicBezTo>
                  <a:close/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1227">
              <a:extLst>
                <a:ext uri="{FF2B5EF4-FFF2-40B4-BE49-F238E27FC236}">
                  <a16:creationId xmlns:a16="http://schemas.microsoft.com/office/drawing/2014/main" id="{84CE2786-6CDF-46AA-BF77-2A7BAADB6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3278"/>
              <a:ext cx="69" cy="98"/>
            </a:xfrm>
            <a:custGeom>
              <a:avLst/>
              <a:gdLst>
                <a:gd name="T0" fmla="*/ 110 w 30"/>
                <a:gd name="T1" fmla="*/ 42 h 40"/>
                <a:gd name="T2" fmla="*/ 366 w 30"/>
                <a:gd name="T3" fmla="*/ 588 h 40"/>
                <a:gd name="T4" fmla="*/ 48 w 30"/>
                <a:gd name="T5" fmla="*/ 103 h 40"/>
                <a:gd name="T6" fmla="*/ 122 w 30"/>
                <a:gd name="T7" fmla="*/ 4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0">
                  <a:moveTo>
                    <a:pt x="9" y="3"/>
                  </a:moveTo>
                  <a:cubicBezTo>
                    <a:pt x="16" y="15"/>
                    <a:pt x="23" y="27"/>
                    <a:pt x="30" y="40"/>
                  </a:cubicBezTo>
                  <a:cubicBezTo>
                    <a:pt x="20" y="30"/>
                    <a:pt x="11" y="19"/>
                    <a:pt x="4" y="7"/>
                  </a:cubicBezTo>
                  <a:cubicBezTo>
                    <a:pt x="0" y="3"/>
                    <a:pt x="7" y="0"/>
                    <a:pt x="10" y="3"/>
                  </a:cubicBezTo>
                </a:path>
              </a:pathLst>
            </a:custGeom>
            <a:solidFill>
              <a:srgbClr val="F4C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1228">
              <a:extLst>
                <a:ext uri="{FF2B5EF4-FFF2-40B4-BE49-F238E27FC236}">
                  <a16:creationId xmlns:a16="http://schemas.microsoft.com/office/drawing/2014/main" id="{684D4145-7ACF-4F30-B786-7EE427103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739"/>
              <a:ext cx="1276" cy="1236"/>
            </a:xfrm>
            <a:custGeom>
              <a:avLst/>
              <a:gdLst>
                <a:gd name="T0" fmla="*/ 6391 w 555"/>
                <a:gd name="T1" fmla="*/ 5454 h 504"/>
                <a:gd name="T2" fmla="*/ 6511 w 555"/>
                <a:gd name="T3" fmla="*/ 4498 h 504"/>
                <a:gd name="T4" fmla="*/ 6709 w 555"/>
                <a:gd name="T5" fmla="*/ 3301 h 504"/>
                <a:gd name="T6" fmla="*/ 6709 w 555"/>
                <a:gd name="T7" fmla="*/ 2862 h 504"/>
                <a:gd name="T8" fmla="*/ 6709 w 555"/>
                <a:gd name="T9" fmla="*/ 2862 h 504"/>
                <a:gd name="T10" fmla="*/ 6734 w 555"/>
                <a:gd name="T11" fmla="*/ 3127 h 504"/>
                <a:gd name="T12" fmla="*/ 6550 w 555"/>
                <a:gd name="T13" fmla="*/ 2894 h 504"/>
                <a:gd name="T14" fmla="*/ 6100 w 555"/>
                <a:gd name="T15" fmla="*/ 1901 h 504"/>
                <a:gd name="T16" fmla="*/ 5555 w 555"/>
                <a:gd name="T17" fmla="*/ 1035 h 504"/>
                <a:gd name="T18" fmla="*/ 4847 w 555"/>
                <a:gd name="T19" fmla="*/ 314 h 504"/>
                <a:gd name="T20" fmla="*/ 4948 w 555"/>
                <a:gd name="T21" fmla="*/ 444 h 504"/>
                <a:gd name="T22" fmla="*/ 4483 w 555"/>
                <a:gd name="T23" fmla="*/ 265 h 504"/>
                <a:gd name="T24" fmla="*/ 3658 w 555"/>
                <a:gd name="T25" fmla="*/ 294 h 504"/>
                <a:gd name="T26" fmla="*/ 2490 w 555"/>
                <a:gd name="T27" fmla="*/ 61 h 504"/>
                <a:gd name="T28" fmla="*/ 2320 w 555"/>
                <a:gd name="T29" fmla="*/ 0 h 504"/>
                <a:gd name="T30" fmla="*/ 1327 w 555"/>
                <a:gd name="T31" fmla="*/ 608 h 504"/>
                <a:gd name="T32" fmla="*/ 878 w 555"/>
                <a:gd name="T33" fmla="*/ 853 h 504"/>
                <a:gd name="T34" fmla="*/ 476 w 555"/>
                <a:gd name="T35" fmla="*/ 1552 h 504"/>
                <a:gd name="T36" fmla="*/ 253 w 555"/>
                <a:gd name="T37" fmla="*/ 2683 h 504"/>
                <a:gd name="T38" fmla="*/ 74 w 555"/>
                <a:gd name="T39" fmla="*/ 3951 h 504"/>
                <a:gd name="T40" fmla="*/ 0 w 555"/>
                <a:gd name="T41" fmla="*/ 4113 h 504"/>
                <a:gd name="T42" fmla="*/ 439 w 555"/>
                <a:gd name="T43" fmla="*/ 5047 h 504"/>
                <a:gd name="T44" fmla="*/ 961 w 555"/>
                <a:gd name="T45" fmla="*/ 5991 h 504"/>
                <a:gd name="T46" fmla="*/ 1359 w 555"/>
                <a:gd name="T47" fmla="*/ 6460 h 504"/>
                <a:gd name="T48" fmla="*/ 1359 w 555"/>
                <a:gd name="T49" fmla="*/ 6460 h 504"/>
                <a:gd name="T50" fmla="*/ 1242 w 555"/>
                <a:gd name="T51" fmla="*/ 6418 h 504"/>
                <a:gd name="T52" fmla="*/ 1775 w 555"/>
                <a:gd name="T53" fmla="*/ 6621 h 504"/>
                <a:gd name="T54" fmla="*/ 2665 w 555"/>
                <a:gd name="T55" fmla="*/ 7019 h 504"/>
                <a:gd name="T56" fmla="*/ 3805 w 555"/>
                <a:gd name="T57" fmla="*/ 7374 h 504"/>
                <a:gd name="T58" fmla="*/ 4313 w 555"/>
                <a:gd name="T59" fmla="*/ 7374 h 504"/>
                <a:gd name="T60" fmla="*/ 4292 w 555"/>
                <a:gd name="T61" fmla="*/ 7391 h 504"/>
                <a:gd name="T62" fmla="*/ 4545 w 555"/>
                <a:gd name="T63" fmla="*/ 7259 h 504"/>
                <a:gd name="T64" fmla="*/ 5201 w 555"/>
                <a:gd name="T65" fmla="*/ 6592 h 504"/>
                <a:gd name="T66" fmla="*/ 5893 w 555"/>
                <a:gd name="T67" fmla="*/ 6327 h 504"/>
                <a:gd name="T68" fmla="*/ 6233 w 555"/>
                <a:gd name="T69" fmla="*/ 5780 h 504"/>
                <a:gd name="T70" fmla="*/ 6201 w 555"/>
                <a:gd name="T71" fmla="*/ 6021 h 504"/>
                <a:gd name="T72" fmla="*/ 6233 w 555"/>
                <a:gd name="T73" fmla="*/ 5972 h 504"/>
                <a:gd name="T74" fmla="*/ 6391 w 555"/>
                <a:gd name="T75" fmla="*/ 5454 h 50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555" h="504">
                  <a:moveTo>
                    <a:pt x="526" y="370"/>
                  </a:moveTo>
                  <a:cubicBezTo>
                    <a:pt x="532" y="354"/>
                    <a:pt x="535" y="332"/>
                    <a:pt x="536" y="305"/>
                  </a:cubicBezTo>
                  <a:cubicBezTo>
                    <a:pt x="537" y="278"/>
                    <a:pt x="546" y="253"/>
                    <a:pt x="552" y="224"/>
                  </a:cubicBezTo>
                  <a:cubicBezTo>
                    <a:pt x="555" y="213"/>
                    <a:pt x="554" y="203"/>
                    <a:pt x="552" y="194"/>
                  </a:cubicBezTo>
                  <a:cubicBezTo>
                    <a:pt x="552" y="194"/>
                    <a:pt x="552" y="194"/>
                    <a:pt x="552" y="194"/>
                  </a:cubicBezTo>
                  <a:cubicBezTo>
                    <a:pt x="553" y="199"/>
                    <a:pt x="554" y="205"/>
                    <a:pt x="554" y="212"/>
                  </a:cubicBezTo>
                  <a:cubicBezTo>
                    <a:pt x="549" y="216"/>
                    <a:pt x="547" y="212"/>
                    <a:pt x="539" y="196"/>
                  </a:cubicBezTo>
                  <a:cubicBezTo>
                    <a:pt x="530" y="178"/>
                    <a:pt x="508" y="146"/>
                    <a:pt x="502" y="129"/>
                  </a:cubicBezTo>
                  <a:cubicBezTo>
                    <a:pt x="495" y="113"/>
                    <a:pt x="485" y="94"/>
                    <a:pt x="457" y="70"/>
                  </a:cubicBezTo>
                  <a:cubicBezTo>
                    <a:pt x="431" y="47"/>
                    <a:pt x="410" y="29"/>
                    <a:pt x="399" y="21"/>
                  </a:cubicBezTo>
                  <a:cubicBezTo>
                    <a:pt x="407" y="30"/>
                    <a:pt x="407" y="30"/>
                    <a:pt x="407" y="30"/>
                  </a:cubicBezTo>
                  <a:cubicBezTo>
                    <a:pt x="404" y="37"/>
                    <a:pt x="393" y="24"/>
                    <a:pt x="369" y="18"/>
                  </a:cubicBezTo>
                  <a:cubicBezTo>
                    <a:pt x="344" y="11"/>
                    <a:pt x="343" y="17"/>
                    <a:pt x="301" y="20"/>
                  </a:cubicBezTo>
                  <a:cubicBezTo>
                    <a:pt x="260" y="24"/>
                    <a:pt x="228" y="5"/>
                    <a:pt x="205" y="4"/>
                  </a:cubicBezTo>
                  <a:cubicBezTo>
                    <a:pt x="196" y="4"/>
                    <a:pt x="192" y="2"/>
                    <a:pt x="191" y="0"/>
                  </a:cubicBezTo>
                  <a:cubicBezTo>
                    <a:pt x="172" y="14"/>
                    <a:pt x="138" y="34"/>
                    <a:pt x="109" y="41"/>
                  </a:cubicBezTo>
                  <a:cubicBezTo>
                    <a:pt x="88" y="46"/>
                    <a:pt x="80" y="52"/>
                    <a:pt x="72" y="58"/>
                  </a:cubicBezTo>
                  <a:cubicBezTo>
                    <a:pt x="65" y="72"/>
                    <a:pt x="54" y="87"/>
                    <a:pt x="39" y="105"/>
                  </a:cubicBezTo>
                  <a:cubicBezTo>
                    <a:pt x="22" y="124"/>
                    <a:pt x="22" y="148"/>
                    <a:pt x="21" y="182"/>
                  </a:cubicBezTo>
                  <a:cubicBezTo>
                    <a:pt x="20" y="216"/>
                    <a:pt x="11" y="247"/>
                    <a:pt x="6" y="268"/>
                  </a:cubicBezTo>
                  <a:cubicBezTo>
                    <a:pt x="5" y="276"/>
                    <a:pt x="2" y="279"/>
                    <a:pt x="0" y="279"/>
                  </a:cubicBezTo>
                  <a:cubicBezTo>
                    <a:pt x="5" y="295"/>
                    <a:pt x="11" y="319"/>
                    <a:pt x="36" y="342"/>
                  </a:cubicBezTo>
                  <a:cubicBezTo>
                    <a:pt x="63" y="365"/>
                    <a:pt x="63" y="392"/>
                    <a:pt x="79" y="406"/>
                  </a:cubicBezTo>
                  <a:cubicBezTo>
                    <a:pt x="95" y="420"/>
                    <a:pt x="118" y="430"/>
                    <a:pt x="112" y="438"/>
                  </a:cubicBezTo>
                  <a:cubicBezTo>
                    <a:pt x="112" y="438"/>
                    <a:pt x="112" y="438"/>
                    <a:pt x="112" y="438"/>
                  </a:cubicBezTo>
                  <a:cubicBezTo>
                    <a:pt x="108" y="437"/>
                    <a:pt x="105" y="436"/>
                    <a:pt x="102" y="435"/>
                  </a:cubicBezTo>
                  <a:cubicBezTo>
                    <a:pt x="115" y="440"/>
                    <a:pt x="130" y="444"/>
                    <a:pt x="146" y="449"/>
                  </a:cubicBezTo>
                  <a:cubicBezTo>
                    <a:pt x="174" y="459"/>
                    <a:pt x="196" y="458"/>
                    <a:pt x="219" y="476"/>
                  </a:cubicBezTo>
                  <a:cubicBezTo>
                    <a:pt x="242" y="494"/>
                    <a:pt x="292" y="504"/>
                    <a:pt x="313" y="500"/>
                  </a:cubicBezTo>
                  <a:cubicBezTo>
                    <a:pt x="334" y="496"/>
                    <a:pt x="360" y="488"/>
                    <a:pt x="355" y="500"/>
                  </a:cubicBezTo>
                  <a:cubicBezTo>
                    <a:pt x="353" y="501"/>
                    <a:pt x="353" y="501"/>
                    <a:pt x="353" y="501"/>
                  </a:cubicBezTo>
                  <a:cubicBezTo>
                    <a:pt x="360" y="498"/>
                    <a:pt x="368" y="494"/>
                    <a:pt x="374" y="492"/>
                  </a:cubicBezTo>
                  <a:cubicBezTo>
                    <a:pt x="392" y="483"/>
                    <a:pt x="395" y="460"/>
                    <a:pt x="428" y="447"/>
                  </a:cubicBezTo>
                  <a:cubicBezTo>
                    <a:pt x="460" y="433"/>
                    <a:pt x="468" y="446"/>
                    <a:pt x="485" y="429"/>
                  </a:cubicBezTo>
                  <a:cubicBezTo>
                    <a:pt x="502" y="411"/>
                    <a:pt x="510" y="388"/>
                    <a:pt x="513" y="392"/>
                  </a:cubicBezTo>
                  <a:cubicBezTo>
                    <a:pt x="514" y="394"/>
                    <a:pt x="513" y="400"/>
                    <a:pt x="510" y="408"/>
                  </a:cubicBezTo>
                  <a:cubicBezTo>
                    <a:pt x="513" y="405"/>
                    <a:pt x="513" y="405"/>
                    <a:pt x="513" y="405"/>
                  </a:cubicBezTo>
                  <a:cubicBezTo>
                    <a:pt x="515" y="396"/>
                    <a:pt x="521" y="382"/>
                    <a:pt x="526" y="370"/>
                  </a:cubicBezTo>
                  <a:close/>
                </a:path>
              </a:pathLst>
            </a:custGeom>
            <a:solidFill>
              <a:srgbClr val="AF6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1229">
              <a:extLst>
                <a:ext uri="{FF2B5EF4-FFF2-40B4-BE49-F238E27FC236}">
                  <a16:creationId xmlns:a16="http://schemas.microsoft.com/office/drawing/2014/main" id="{B4B3AEA2-5FB7-49E0-BFD2-75856ACCB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168"/>
              <a:ext cx="195" cy="346"/>
            </a:xfrm>
            <a:custGeom>
              <a:avLst/>
              <a:gdLst>
                <a:gd name="T0" fmla="*/ 0 w 85"/>
                <a:gd name="T1" fmla="*/ 0 h 141"/>
                <a:gd name="T2" fmla="*/ 952 w 85"/>
                <a:gd name="T3" fmla="*/ 663 h 141"/>
                <a:gd name="T4" fmla="*/ 968 w 85"/>
                <a:gd name="T5" fmla="*/ 1301 h 141"/>
                <a:gd name="T6" fmla="*/ 968 w 85"/>
                <a:gd name="T7" fmla="*/ 1759 h 141"/>
                <a:gd name="T8" fmla="*/ 821 w 85"/>
                <a:gd name="T9" fmla="*/ 2083 h 141"/>
                <a:gd name="T10" fmla="*/ 505 w 85"/>
                <a:gd name="T11" fmla="*/ 1259 h 141"/>
                <a:gd name="T12" fmla="*/ 232 w 85"/>
                <a:gd name="T13" fmla="*/ 427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41">
                  <a:moveTo>
                    <a:pt x="0" y="0"/>
                  </a:moveTo>
                  <a:cubicBezTo>
                    <a:pt x="24" y="9"/>
                    <a:pt x="69" y="19"/>
                    <a:pt x="79" y="45"/>
                  </a:cubicBezTo>
                  <a:cubicBezTo>
                    <a:pt x="85" y="60"/>
                    <a:pt x="82" y="72"/>
                    <a:pt x="80" y="88"/>
                  </a:cubicBezTo>
                  <a:cubicBezTo>
                    <a:pt x="80" y="92"/>
                    <a:pt x="80" y="116"/>
                    <a:pt x="80" y="119"/>
                  </a:cubicBezTo>
                  <a:cubicBezTo>
                    <a:pt x="80" y="127"/>
                    <a:pt x="75" y="137"/>
                    <a:pt x="68" y="141"/>
                  </a:cubicBezTo>
                  <a:cubicBezTo>
                    <a:pt x="54" y="129"/>
                    <a:pt x="48" y="101"/>
                    <a:pt x="42" y="85"/>
                  </a:cubicBezTo>
                  <a:cubicBezTo>
                    <a:pt x="37" y="70"/>
                    <a:pt x="34" y="36"/>
                    <a:pt x="19" y="29"/>
                  </a:cubicBezTo>
                </a:path>
              </a:pathLst>
            </a:custGeom>
            <a:solidFill>
              <a:srgbClr val="BC7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1230">
              <a:extLst>
                <a:ext uri="{FF2B5EF4-FFF2-40B4-BE49-F238E27FC236}">
                  <a16:creationId xmlns:a16="http://schemas.microsoft.com/office/drawing/2014/main" id="{B9B5A663-F0C8-4D5F-9A9A-18C5340A9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3526"/>
              <a:ext cx="351" cy="392"/>
            </a:xfrm>
            <a:custGeom>
              <a:avLst/>
              <a:gdLst>
                <a:gd name="T0" fmla="*/ 25 w 153"/>
                <a:gd name="T1" fmla="*/ 1884 h 160"/>
                <a:gd name="T2" fmla="*/ 521 w 153"/>
                <a:gd name="T3" fmla="*/ 1806 h 160"/>
                <a:gd name="T4" fmla="*/ 1220 w 153"/>
                <a:gd name="T5" fmla="*/ 1561 h 160"/>
                <a:gd name="T6" fmla="*/ 1606 w 153"/>
                <a:gd name="T7" fmla="*/ 1441 h 160"/>
                <a:gd name="T8" fmla="*/ 1317 w 153"/>
                <a:gd name="T9" fmla="*/ 708 h 160"/>
                <a:gd name="T10" fmla="*/ 383 w 153"/>
                <a:gd name="T11" fmla="*/ 174 h 160"/>
                <a:gd name="T12" fmla="*/ 131 w 153"/>
                <a:gd name="T13" fmla="*/ 29 h 160"/>
                <a:gd name="T14" fmla="*/ 0 w 153"/>
                <a:gd name="T15" fmla="*/ 426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160">
                  <a:moveTo>
                    <a:pt x="2" y="128"/>
                  </a:moveTo>
                  <a:cubicBezTo>
                    <a:pt x="13" y="160"/>
                    <a:pt x="28" y="138"/>
                    <a:pt x="43" y="123"/>
                  </a:cubicBezTo>
                  <a:cubicBezTo>
                    <a:pt x="60" y="106"/>
                    <a:pt x="79" y="109"/>
                    <a:pt x="101" y="106"/>
                  </a:cubicBezTo>
                  <a:cubicBezTo>
                    <a:pt x="109" y="105"/>
                    <a:pt x="128" y="103"/>
                    <a:pt x="133" y="98"/>
                  </a:cubicBezTo>
                  <a:cubicBezTo>
                    <a:pt x="153" y="79"/>
                    <a:pt x="121" y="58"/>
                    <a:pt x="109" y="48"/>
                  </a:cubicBezTo>
                  <a:cubicBezTo>
                    <a:pt x="86" y="30"/>
                    <a:pt x="59" y="23"/>
                    <a:pt x="32" y="12"/>
                  </a:cubicBezTo>
                  <a:cubicBezTo>
                    <a:pt x="27" y="10"/>
                    <a:pt x="17" y="0"/>
                    <a:pt x="11" y="2"/>
                  </a:cubicBezTo>
                  <a:cubicBezTo>
                    <a:pt x="1" y="4"/>
                    <a:pt x="0" y="22"/>
                    <a:pt x="0" y="29"/>
                  </a:cubicBezTo>
                </a:path>
              </a:pathLst>
            </a:custGeom>
            <a:solidFill>
              <a:srgbClr val="BC7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1231">
              <a:extLst>
                <a:ext uri="{FF2B5EF4-FFF2-40B4-BE49-F238E27FC236}">
                  <a16:creationId xmlns:a16="http://schemas.microsoft.com/office/drawing/2014/main" id="{E7E606AB-A32F-408E-A319-FE8DF1B5B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1736"/>
              <a:ext cx="44" cy="54"/>
            </a:xfrm>
            <a:custGeom>
              <a:avLst/>
              <a:gdLst>
                <a:gd name="T0" fmla="*/ 0 w 19"/>
                <a:gd name="T1" fmla="*/ 236 h 22"/>
                <a:gd name="T2" fmla="*/ 199 w 19"/>
                <a:gd name="T3" fmla="*/ 326 h 22"/>
                <a:gd name="T4" fmla="*/ 225 w 19"/>
                <a:gd name="T5" fmla="*/ 120 h 22"/>
                <a:gd name="T6" fmla="*/ 208 w 19"/>
                <a:gd name="T7" fmla="*/ 120 h 22"/>
                <a:gd name="T8" fmla="*/ 37 w 19"/>
                <a:gd name="T9" fmla="*/ 29 h 22"/>
                <a:gd name="T10" fmla="*/ 28 w 19"/>
                <a:gd name="T11" fmla="*/ 29 h 22"/>
                <a:gd name="T12" fmla="*/ 0 w 19"/>
                <a:gd name="T13" fmla="*/ 23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2">
                  <a:moveTo>
                    <a:pt x="0" y="16"/>
                  </a:moveTo>
                  <a:cubicBezTo>
                    <a:pt x="5" y="17"/>
                    <a:pt x="11" y="20"/>
                    <a:pt x="16" y="22"/>
                  </a:cubicBezTo>
                  <a:cubicBezTo>
                    <a:pt x="16" y="19"/>
                    <a:pt x="16" y="13"/>
                    <a:pt x="18" y="8"/>
                  </a:cubicBezTo>
                  <a:cubicBezTo>
                    <a:pt x="19" y="9"/>
                    <a:pt x="17" y="8"/>
                    <a:pt x="17" y="8"/>
                  </a:cubicBezTo>
                  <a:cubicBezTo>
                    <a:pt x="8" y="11"/>
                    <a:pt x="3" y="0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7"/>
                    <a:pt x="2" y="12"/>
                    <a:pt x="0" y="16"/>
                  </a:cubicBezTo>
                  <a:close/>
                </a:path>
              </a:pathLst>
            </a:custGeom>
            <a:solidFill>
              <a:srgbClr val="7CA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1232">
              <a:extLst>
                <a:ext uri="{FF2B5EF4-FFF2-40B4-BE49-F238E27FC236}">
                  <a16:creationId xmlns:a16="http://schemas.microsoft.com/office/drawing/2014/main" id="{271DE05E-A0F2-41C5-ABB8-BA6624748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005"/>
              <a:ext cx="708" cy="542"/>
            </a:xfrm>
            <a:custGeom>
              <a:avLst/>
              <a:gdLst>
                <a:gd name="T0" fmla="*/ 3002 w 308"/>
                <a:gd name="T1" fmla="*/ 3247 h 221"/>
                <a:gd name="T2" fmla="*/ 3703 w 308"/>
                <a:gd name="T3" fmla="*/ 2977 h 221"/>
                <a:gd name="T4" fmla="*/ 3657 w 308"/>
                <a:gd name="T5" fmla="*/ 2894 h 221"/>
                <a:gd name="T6" fmla="*/ 1310 w 308"/>
                <a:gd name="T7" fmla="*/ 2050 h 221"/>
                <a:gd name="T8" fmla="*/ 290 w 308"/>
                <a:gd name="T9" fmla="*/ 0 h 221"/>
                <a:gd name="T10" fmla="*/ 375 w 308"/>
                <a:gd name="T11" fmla="*/ 1268 h 221"/>
                <a:gd name="T12" fmla="*/ 1880 w 308"/>
                <a:gd name="T13" fmla="*/ 2467 h 221"/>
                <a:gd name="T14" fmla="*/ 3096 w 308"/>
                <a:gd name="T15" fmla="*/ 3026 h 221"/>
                <a:gd name="T16" fmla="*/ 3002 w 308"/>
                <a:gd name="T17" fmla="*/ 3247 h 2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8" h="221">
                  <a:moveTo>
                    <a:pt x="247" y="220"/>
                  </a:moveTo>
                  <a:cubicBezTo>
                    <a:pt x="268" y="210"/>
                    <a:pt x="289" y="203"/>
                    <a:pt x="305" y="202"/>
                  </a:cubicBezTo>
                  <a:cubicBezTo>
                    <a:pt x="308" y="202"/>
                    <a:pt x="307" y="197"/>
                    <a:pt x="301" y="196"/>
                  </a:cubicBezTo>
                  <a:cubicBezTo>
                    <a:pt x="223" y="180"/>
                    <a:pt x="158" y="164"/>
                    <a:pt x="108" y="139"/>
                  </a:cubicBezTo>
                  <a:cubicBezTo>
                    <a:pt x="17" y="88"/>
                    <a:pt x="0" y="36"/>
                    <a:pt x="24" y="0"/>
                  </a:cubicBezTo>
                  <a:cubicBezTo>
                    <a:pt x="9" y="19"/>
                    <a:pt x="2" y="56"/>
                    <a:pt x="31" y="86"/>
                  </a:cubicBezTo>
                  <a:cubicBezTo>
                    <a:pt x="60" y="116"/>
                    <a:pt x="100" y="148"/>
                    <a:pt x="155" y="167"/>
                  </a:cubicBezTo>
                  <a:cubicBezTo>
                    <a:pt x="210" y="186"/>
                    <a:pt x="264" y="194"/>
                    <a:pt x="255" y="205"/>
                  </a:cubicBezTo>
                  <a:cubicBezTo>
                    <a:pt x="246" y="216"/>
                    <a:pt x="245" y="221"/>
                    <a:pt x="247" y="220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1233">
              <a:extLst>
                <a:ext uri="{FF2B5EF4-FFF2-40B4-BE49-F238E27FC236}">
                  <a16:creationId xmlns:a16="http://schemas.microsoft.com/office/drawing/2014/main" id="{E9C2EB05-C00B-4CBC-AF04-97D6CF12A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920"/>
              <a:ext cx="634" cy="1022"/>
            </a:xfrm>
            <a:custGeom>
              <a:avLst/>
              <a:gdLst>
                <a:gd name="T0" fmla="*/ 1250 w 276"/>
                <a:gd name="T1" fmla="*/ 0 h 417"/>
                <a:gd name="T2" fmla="*/ 664 w 276"/>
                <a:gd name="T3" fmla="*/ 1988 h 417"/>
                <a:gd name="T4" fmla="*/ 2083 w 276"/>
                <a:gd name="T5" fmla="*/ 4943 h 417"/>
                <a:gd name="T6" fmla="*/ 2848 w 276"/>
                <a:gd name="T7" fmla="*/ 5858 h 417"/>
                <a:gd name="T8" fmla="*/ 3287 w 276"/>
                <a:gd name="T9" fmla="*/ 4578 h 417"/>
                <a:gd name="T10" fmla="*/ 2839 w 276"/>
                <a:gd name="T11" fmla="*/ 3784 h 417"/>
                <a:gd name="T12" fmla="*/ 2120 w 276"/>
                <a:gd name="T13" fmla="*/ 3166 h 417"/>
                <a:gd name="T14" fmla="*/ 1250 w 276"/>
                <a:gd name="T15" fmla="*/ 0 h 4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417">
                  <a:moveTo>
                    <a:pt x="103" y="0"/>
                  </a:moveTo>
                  <a:cubicBezTo>
                    <a:pt x="67" y="16"/>
                    <a:pt x="32" y="59"/>
                    <a:pt x="55" y="135"/>
                  </a:cubicBezTo>
                  <a:cubicBezTo>
                    <a:pt x="78" y="211"/>
                    <a:pt x="144" y="292"/>
                    <a:pt x="172" y="336"/>
                  </a:cubicBezTo>
                  <a:cubicBezTo>
                    <a:pt x="200" y="380"/>
                    <a:pt x="234" y="417"/>
                    <a:pt x="235" y="398"/>
                  </a:cubicBezTo>
                  <a:cubicBezTo>
                    <a:pt x="236" y="361"/>
                    <a:pt x="262" y="319"/>
                    <a:pt x="271" y="311"/>
                  </a:cubicBezTo>
                  <a:cubicBezTo>
                    <a:pt x="276" y="307"/>
                    <a:pt x="259" y="278"/>
                    <a:pt x="234" y="257"/>
                  </a:cubicBezTo>
                  <a:cubicBezTo>
                    <a:pt x="218" y="245"/>
                    <a:pt x="191" y="228"/>
                    <a:pt x="175" y="215"/>
                  </a:cubicBezTo>
                  <a:cubicBezTo>
                    <a:pt x="132" y="183"/>
                    <a:pt x="0" y="69"/>
                    <a:pt x="103" y="0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1234">
              <a:extLst>
                <a:ext uri="{FF2B5EF4-FFF2-40B4-BE49-F238E27FC236}">
                  <a16:creationId xmlns:a16="http://schemas.microsoft.com/office/drawing/2014/main" id="{5357C01F-53F0-41EA-B9B9-0EE218BF5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1172"/>
              <a:ext cx="430" cy="677"/>
            </a:xfrm>
            <a:custGeom>
              <a:avLst/>
              <a:gdLst>
                <a:gd name="T0" fmla="*/ 0 w 187"/>
                <a:gd name="T1" fmla="*/ 0 h 276"/>
                <a:gd name="T2" fmla="*/ 1396 w 187"/>
                <a:gd name="T3" fmla="*/ 3118 h 276"/>
                <a:gd name="T4" fmla="*/ 2019 w 187"/>
                <a:gd name="T5" fmla="*/ 3942 h 276"/>
                <a:gd name="T6" fmla="*/ 2274 w 187"/>
                <a:gd name="T7" fmla="*/ 3069 h 276"/>
                <a:gd name="T8" fmla="*/ 1449 w 187"/>
                <a:gd name="T9" fmla="*/ 2171 h 276"/>
                <a:gd name="T10" fmla="*/ 0 w 187"/>
                <a:gd name="T11" fmla="*/ 0 h 2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276">
                  <a:moveTo>
                    <a:pt x="0" y="0"/>
                  </a:moveTo>
                  <a:cubicBezTo>
                    <a:pt x="2" y="42"/>
                    <a:pt x="41" y="110"/>
                    <a:pt x="115" y="211"/>
                  </a:cubicBezTo>
                  <a:cubicBezTo>
                    <a:pt x="146" y="252"/>
                    <a:pt x="163" y="276"/>
                    <a:pt x="166" y="267"/>
                  </a:cubicBezTo>
                  <a:cubicBezTo>
                    <a:pt x="170" y="250"/>
                    <a:pt x="170" y="221"/>
                    <a:pt x="187" y="208"/>
                  </a:cubicBezTo>
                  <a:cubicBezTo>
                    <a:pt x="176" y="187"/>
                    <a:pt x="158" y="176"/>
                    <a:pt x="119" y="147"/>
                  </a:cubicBezTo>
                  <a:cubicBezTo>
                    <a:pt x="80" y="118"/>
                    <a:pt x="14" y="67"/>
                    <a:pt x="0" y="0"/>
                  </a:cubicBezTo>
                  <a:close/>
                </a:path>
              </a:pathLst>
            </a:custGeom>
            <a:solidFill>
              <a:srgbClr val="FDE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1235">
              <a:extLst>
                <a:ext uri="{FF2B5EF4-FFF2-40B4-BE49-F238E27FC236}">
                  <a16:creationId xmlns:a16="http://schemas.microsoft.com/office/drawing/2014/main" id="{3E45797B-81E4-4321-A17E-3B9EFFB45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533"/>
              <a:ext cx="154" cy="169"/>
            </a:xfrm>
            <a:custGeom>
              <a:avLst/>
              <a:gdLst>
                <a:gd name="T0" fmla="*/ 0 w 67"/>
                <a:gd name="T1" fmla="*/ 0 h 69"/>
                <a:gd name="T2" fmla="*/ 814 w 67"/>
                <a:gd name="T3" fmla="*/ 1014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69">
                  <a:moveTo>
                    <a:pt x="0" y="0"/>
                  </a:moveTo>
                  <a:cubicBezTo>
                    <a:pt x="47" y="36"/>
                    <a:pt x="60" y="42"/>
                    <a:pt x="67" y="6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1236">
              <a:extLst>
                <a:ext uri="{FF2B5EF4-FFF2-40B4-BE49-F238E27FC236}">
                  <a16:creationId xmlns:a16="http://schemas.microsoft.com/office/drawing/2014/main" id="{3A2FB50E-3E07-4528-9F34-7D6423FF7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501"/>
              <a:ext cx="46" cy="34"/>
            </a:xfrm>
            <a:custGeom>
              <a:avLst/>
              <a:gdLst>
                <a:gd name="T0" fmla="*/ 147 w 20"/>
                <a:gd name="T1" fmla="*/ 202 h 14"/>
                <a:gd name="T2" fmla="*/ 0 w 20"/>
                <a:gd name="T3" fmla="*/ 0 h 14"/>
                <a:gd name="T4" fmla="*/ 64 w 20"/>
                <a:gd name="T5" fmla="*/ 1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12" y="14"/>
                  </a:moveTo>
                  <a:cubicBezTo>
                    <a:pt x="20" y="7"/>
                    <a:pt x="6" y="2"/>
                    <a:pt x="0" y="0"/>
                  </a:cubicBezTo>
                  <a:cubicBezTo>
                    <a:pt x="1" y="3"/>
                    <a:pt x="3" y="7"/>
                    <a:pt x="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1237">
              <a:extLst>
                <a:ext uri="{FF2B5EF4-FFF2-40B4-BE49-F238E27FC236}">
                  <a16:creationId xmlns:a16="http://schemas.microsoft.com/office/drawing/2014/main" id="{B40147B2-1BFF-4BCE-96B7-92EFF7308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719"/>
              <a:ext cx="21" cy="19"/>
            </a:xfrm>
            <a:custGeom>
              <a:avLst/>
              <a:gdLst>
                <a:gd name="T0" fmla="*/ 37 w 9"/>
                <a:gd name="T1" fmla="*/ 0 h 8"/>
                <a:gd name="T2" fmla="*/ 0 w 9"/>
                <a:gd name="T3" fmla="*/ 95 h 8"/>
                <a:gd name="T4" fmla="*/ 86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2" y="2"/>
                    <a:pt x="1" y="4"/>
                    <a:pt x="0" y="7"/>
                  </a:cubicBezTo>
                  <a:cubicBezTo>
                    <a:pt x="5" y="8"/>
                    <a:pt x="9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1238">
              <a:extLst>
                <a:ext uri="{FF2B5EF4-FFF2-40B4-BE49-F238E27FC236}">
                  <a16:creationId xmlns:a16="http://schemas.microsoft.com/office/drawing/2014/main" id="{EF5DB1B5-813F-4E7E-963C-2E064E274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3690"/>
              <a:ext cx="409" cy="329"/>
            </a:xfrm>
            <a:custGeom>
              <a:avLst/>
              <a:gdLst>
                <a:gd name="T0" fmla="*/ 0 w 178"/>
                <a:gd name="T1" fmla="*/ 1851 h 134"/>
                <a:gd name="T2" fmla="*/ 871 w 178"/>
                <a:gd name="T3" fmla="*/ 1790 h 134"/>
                <a:gd name="T4" fmla="*/ 1831 w 178"/>
                <a:gd name="T5" fmla="*/ 857 h 134"/>
                <a:gd name="T6" fmla="*/ 2123 w 178"/>
                <a:gd name="T7" fmla="*/ 61 h 134"/>
                <a:gd name="T8" fmla="*/ 1785 w 178"/>
                <a:gd name="T9" fmla="*/ 592 h 134"/>
                <a:gd name="T10" fmla="*/ 1094 w 178"/>
                <a:gd name="T11" fmla="*/ 857 h 134"/>
                <a:gd name="T12" fmla="*/ 439 w 178"/>
                <a:gd name="T13" fmla="*/ 1537 h 134"/>
                <a:gd name="T14" fmla="*/ 0 w 178"/>
                <a:gd name="T15" fmla="*/ 1851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8" h="134">
                  <a:moveTo>
                    <a:pt x="0" y="125"/>
                  </a:moveTo>
                  <a:cubicBezTo>
                    <a:pt x="4" y="134"/>
                    <a:pt x="28" y="129"/>
                    <a:pt x="72" y="121"/>
                  </a:cubicBezTo>
                  <a:cubicBezTo>
                    <a:pt x="116" y="112"/>
                    <a:pt x="136" y="76"/>
                    <a:pt x="151" y="58"/>
                  </a:cubicBezTo>
                  <a:cubicBezTo>
                    <a:pt x="166" y="40"/>
                    <a:pt x="178" y="8"/>
                    <a:pt x="175" y="4"/>
                  </a:cubicBezTo>
                  <a:cubicBezTo>
                    <a:pt x="172" y="0"/>
                    <a:pt x="164" y="23"/>
                    <a:pt x="147" y="40"/>
                  </a:cubicBezTo>
                  <a:cubicBezTo>
                    <a:pt x="130" y="58"/>
                    <a:pt x="122" y="45"/>
                    <a:pt x="90" y="58"/>
                  </a:cubicBezTo>
                  <a:cubicBezTo>
                    <a:pt x="57" y="71"/>
                    <a:pt x="54" y="95"/>
                    <a:pt x="36" y="104"/>
                  </a:cubicBezTo>
                  <a:cubicBezTo>
                    <a:pt x="24" y="109"/>
                    <a:pt x="2" y="118"/>
                    <a:pt x="0" y="125"/>
                  </a:cubicBezTo>
                  <a:close/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1239">
              <a:extLst>
                <a:ext uri="{FF2B5EF4-FFF2-40B4-BE49-F238E27FC236}">
                  <a16:creationId xmlns:a16="http://schemas.microsoft.com/office/drawing/2014/main" id="{D1C796F9-EA88-42F8-90F6-BF2A6E738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3077"/>
              <a:ext cx="203" cy="670"/>
            </a:xfrm>
            <a:custGeom>
              <a:avLst/>
              <a:gdLst>
                <a:gd name="T0" fmla="*/ 0 w 88"/>
                <a:gd name="T1" fmla="*/ 4035 h 273"/>
                <a:gd name="T2" fmla="*/ 404 w 88"/>
                <a:gd name="T3" fmla="*/ 3313 h 273"/>
                <a:gd name="T4" fmla="*/ 909 w 88"/>
                <a:gd name="T5" fmla="*/ 1404 h 273"/>
                <a:gd name="T6" fmla="*/ 542 w 88"/>
                <a:gd name="T7" fmla="*/ 368 h 273"/>
                <a:gd name="T8" fmla="*/ 383 w 88"/>
                <a:gd name="T9" fmla="*/ 368 h 273"/>
                <a:gd name="T10" fmla="*/ 505 w 88"/>
                <a:gd name="T11" fmla="*/ 1271 h 273"/>
                <a:gd name="T12" fmla="*/ 309 w 88"/>
                <a:gd name="T13" fmla="*/ 2469 h 273"/>
                <a:gd name="T14" fmla="*/ 187 w 88"/>
                <a:gd name="T15" fmla="*/ 3426 h 273"/>
                <a:gd name="T16" fmla="*/ 0 w 88"/>
                <a:gd name="T17" fmla="*/ 4035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273">
                  <a:moveTo>
                    <a:pt x="0" y="273"/>
                  </a:moveTo>
                  <a:cubicBezTo>
                    <a:pt x="15" y="265"/>
                    <a:pt x="22" y="248"/>
                    <a:pt x="33" y="224"/>
                  </a:cubicBezTo>
                  <a:cubicBezTo>
                    <a:pt x="44" y="200"/>
                    <a:pt x="88" y="135"/>
                    <a:pt x="74" y="95"/>
                  </a:cubicBezTo>
                  <a:cubicBezTo>
                    <a:pt x="59" y="55"/>
                    <a:pt x="58" y="50"/>
                    <a:pt x="44" y="25"/>
                  </a:cubicBezTo>
                  <a:cubicBezTo>
                    <a:pt x="29" y="0"/>
                    <a:pt x="29" y="13"/>
                    <a:pt x="31" y="25"/>
                  </a:cubicBezTo>
                  <a:cubicBezTo>
                    <a:pt x="33" y="36"/>
                    <a:pt x="48" y="57"/>
                    <a:pt x="41" y="86"/>
                  </a:cubicBezTo>
                  <a:cubicBezTo>
                    <a:pt x="35" y="115"/>
                    <a:pt x="26" y="140"/>
                    <a:pt x="25" y="167"/>
                  </a:cubicBezTo>
                  <a:cubicBezTo>
                    <a:pt x="24" y="193"/>
                    <a:pt x="21" y="216"/>
                    <a:pt x="15" y="232"/>
                  </a:cubicBezTo>
                  <a:cubicBezTo>
                    <a:pt x="9" y="248"/>
                    <a:pt x="0" y="265"/>
                    <a:pt x="0" y="273"/>
                  </a:cubicBezTo>
                  <a:close/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1240">
              <a:extLst>
                <a:ext uri="{FF2B5EF4-FFF2-40B4-BE49-F238E27FC236}">
                  <a16:creationId xmlns:a16="http://schemas.microsoft.com/office/drawing/2014/main" id="{E670DEB7-6787-4C40-A036-E33CC78B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736"/>
              <a:ext cx="387" cy="532"/>
            </a:xfrm>
            <a:custGeom>
              <a:avLst/>
              <a:gdLst>
                <a:gd name="T0" fmla="*/ 1894 w 168"/>
                <a:gd name="T1" fmla="*/ 2417 h 217"/>
                <a:gd name="T2" fmla="*/ 1894 w 168"/>
                <a:gd name="T3" fmla="*/ 2344 h 217"/>
                <a:gd name="T4" fmla="*/ 1894 w 168"/>
                <a:gd name="T5" fmla="*/ 2344 h 217"/>
                <a:gd name="T6" fmla="*/ 1746 w 168"/>
                <a:gd name="T7" fmla="*/ 1473 h 217"/>
                <a:gd name="T8" fmla="*/ 1078 w 168"/>
                <a:gd name="T9" fmla="*/ 750 h 217"/>
                <a:gd name="T10" fmla="*/ 170 w 168"/>
                <a:gd name="T11" fmla="*/ 120 h 217"/>
                <a:gd name="T12" fmla="*/ 122 w 168"/>
                <a:gd name="T13" fmla="*/ 294 h 217"/>
                <a:gd name="T14" fmla="*/ 855 w 168"/>
                <a:gd name="T15" fmla="*/ 1047 h 217"/>
                <a:gd name="T16" fmla="*/ 1405 w 168"/>
                <a:gd name="T17" fmla="*/ 1917 h 217"/>
                <a:gd name="T18" fmla="*/ 1857 w 168"/>
                <a:gd name="T19" fmla="*/ 2903 h 217"/>
                <a:gd name="T20" fmla="*/ 2043 w 168"/>
                <a:gd name="T21" fmla="*/ 3138 h 217"/>
                <a:gd name="T22" fmla="*/ 1894 w 168"/>
                <a:gd name="T23" fmla="*/ 2417 h 2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8" h="217">
                  <a:moveTo>
                    <a:pt x="155" y="164"/>
                  </a:moveTo>
                  <a:cubicBezTo>
                    <a:pt x="155" y="162"/>
                    <a:pt x="155" y="161"/>
                    <a:pt x="155" y="159"/>
                  </a:cubicBezTo>
                  <a:cubicBezTo>
                    <a:pt x="155" y="159"/>
                    <a:pt x="155" y="159"/>
                    <a:pt x="155" y="159"/>
                  </a:cubicBezTo>
                  <a:cubicBezTo>
                    <a:pt x="150" y="136"/>
                    <a:pt x="150" y="128"/>
                    <a:pt x="143" y="100"/>
                  </a:cubicBezTo>
                  <a:cubicBezTo>
                    <a:pt x="136" y="72"/>
                    <a:pt x="118" y="67"/>
                    <a:pt x="88" y="51"/>
                  </a:cubicBezTo>
                  <a:cubicBezTo>
                    <a:pt x="58" y="34"/>
                    <a:pt x="27" y="17"/>
                    <a:pt x="14" y="8"/>
                  </a:cubicBezTo>
                  <a:cubicBezTo>
                    <a:pt x="1" y="0"/>
                    <a:pt x="0" y="14"/>
                    <a:pt x="10" y="20"/>
                  </a:cubicBezTo>
                  <a:cubicBezTo>
                    <a:pt x="19" y="27"/>
                    <a:pt x="42" y="46"/>
                    <a:pt x="70" y="71"/>
                  </a:cubicBezTo>
                  <a:cubicBezTo>
                    <a:pt x="98" y="95"/>
                    <a:pt x="108" y="114"/>
                    <a:pt x="115" y="130"/>
                  </a:cubicBezTo>
                  <a:cubicBezTo>
                    <a:pt x="121" y="146"/>
                    <a:pt x="143" y="178"/>
                    <a:pt x="152" y="197"/>
                  </a:cubicBezTo>
                  <a:cubicBezTo>
                    <a:pt x="160" y="213"/>
                    <a:pt x="162" y="217"/>
                    <a:pt x="167" y="213"/>
                  </a:cubicBezTo>
                  <a:cubicBezTo>
                    <a:pt x="168" y="190"/>
                    <a:pt x="157" y="173"/>
                    <a:pt x="155" y="164"/>
                  </a:cubicBezTo>
                  <a:close/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1241">
              <a:extLst>
                <a:ext uri="{FF2B5EF4-FFF2-40B4-BE49-F238E27FC236}">
                  <a16:creationId xmlns:a16="http://schemas.microsoft.com/office/drawing/2014/main" id="{D317D5F3-F7B5-4E03-8DD6-B9648B3FD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648"/>
              <a:ext cx="515" cy="182"/>
            </a:xfrm>
            <a:custGeom>
              <a:avLst/>
              <a:gdLst>
                <a:gd name="T0" fmla="*/ 2600 w 224"/>
                <a:gd name="T1" fmla="*/ 834 h 74"/>
                <a:gd name="T2" fmla="*/ 2527 w 224"/>
                <a:gd name="T3" fmla="*/ 745 h 74"/>
                <a:gd name="T4" fmla="*/ 1777 w 224"/>
                <a:gd name="T5" fmla="*/ 150 h 74"/>
                <a:gd name="T6" fmla="*/ 908 w 224"/>
                <a:gd name="T7" fmla="*/ 133 h 74"/>
                <a:gd name="T8" fmla="*/ 244 w 224"/>
                <a:gd name="T9" fmla="*/ 418 h 74"/>
                <a:gd name="T10" fmla="*/ 269 w 224"/>
                <a:gd name="T11" fmla="*/ 610 h 74"/>
                <a:gd name="T12" fmla="*/ 1432 w 224"/>
                <a:gd name="T13" fmla="*/ 846 h 74"/>
                <a:gd name="T14" fmla="*/ 2262 w 224"/>
                <a:gd name="T15" fmla="*/ 804 h 74"/>
                <a:gd name="T16" fmla="*/ 2722 w 224"/>
                <a:gd name="T17" fmla="*/ 979 h 74"/>
                <a:gd name="T18" fmla="*/ 2628 w 224"/>
                <a:gd name="T19" fmla="*/ 866 h 74"/>
                <a:gd name="T20" fmla="*/ 2600 w 224"/>
                <a:gd name="T21" fmla="*/ 834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74">
                  <a:moveTo>
                    <a:pt x="214" y="56"/>
                  </a:moveTo>
                  <a:cubicBezTo>
                    <a:pt x="211" y="54"/>
                    <a:pt x="209" y="52"/>
                    <a:pt x="208" y="50"/>
                  </a:cubicBezTo>
                  <a:cubicBezTo>
                    <a:pt x="196" y="36"/>
                    <a:pt x="167" y="20"/>
                    <a:pt x="146" y="10"/>
                  </a:cubicBezTo>
                  <a:cubicBezTo>
                    <a:pt x="124" y="0"/>
                    <a:pt x="102" y="1"/>
                    <a:pt x="75" y="9"/>
                  </a:cubicBezTo>
                  <a:cubicBezTo>
                    <a:pt x="48" y="16"/>
                    <a:pt x="35" y="25"/>
                    <a:pt x="20" y="28"/>
                  </a:cubicBezTo>
                  <a:cubicBezTo>
                    <a:pt x="5" y="31"/>
                    <a:pt x="0" y="40"/>
                    <a:pt x="22" y="41"/>
                  </a:cubicBezTo>
                  <a:cubicBezTo>
                    <a:pt x="45" y="42"/>
                    <a:pt x="77" y="60"/>
                    <a:pt x="118" y="57"/>
                  </a:cubicBezTo>
                  <a:cubicBezTo>
                    <a:pt x="160" y="54"/>
                    <a:pt x="161" y="48"/>
                    <a:pt x="186" y="54"/>
                  </a:cubicBezTo>
                  <a:cubicBezTo>
                    <a:pt x="210" y="61"/>
                    <a:pt x="221" y="74"/>
                    <a:pt x="224" y="66"/>
                  </a:cubicBezTo>
                  <a:cubicBezTo>
                    <a:pt x="216" y="58"/>
                    <a:pt x="216" y="58"/>
                    <a:pt x="216" y="58"/>
                  </a:cubicBezTo>
                  <a:cubicBezTo>
                    <a:pt x="215" y="57"/>
                    <a:pt x="214" y="57"/>
                    <a:pt x="214" y="56"/>
                  </a:cubicBezTo>
                  <a:close/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Freeform 1242">
              <a:extLst>
                <a:ext uri="{FF2B5EF4-FFF2-40B4-BE49-F238E27FC236}">
                  <a16:creationId xmlns:a16="http://schemas.microsoft.com/office/drawing/2014/main" id="{732FBAF0-3025-492B-B11C-9ECC0AF12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3756"/>
              <a:ext cx="676" cy="277"/>
            </a:xfrm>
            <a:custGeom>
              <a:avLst/>
              <a:gdLst>
                <a:gd name="T0" fmla="*/ 3516 w 294"/>
                <a:gd name="T1" fmla="*/ 1250 h 113"/>
                <a:gd name="T2" fmla="*/ 3003 w 294"/>
                <a:gd name="T3" fmla="*/ 1250 h 113"/>
                <a:gd name="T4" fmla="*/ 1860 w 294"/>
                <a:gd name="T5" fmla="*/ 882 h 113"/>
                <a:gd name="T6" fmla="*/ 973 w 294"/>
                <a:gd name="T7" fmla="*/ 498 h 113"/>
                <a:gd name="T8" fmla="*/ 159 w 294"/>
                <a:gd name="T9" fmla="*/ 150 h 113"/>
                <a:gd name="T10" fmla="*/ 179 w 294"/>
                <a:gd name="T11" fmla="*/ 397 h 113"/>
                <a:gd name="T12" fmla="*/ 1242 w 294"/>
                <a:gd name="T13" fmla="*/ 1400 h 113"/>
                <a:gd name="T14" fmla="*/ 2396 w 294"/>
                <a:gd name="T15" fmla="*/ 1544 h 113"/>
                <a:gd name="T16" fmla="*/ 3332 w 294"/>
                <a:gd name="T17" fmla="*/ 1383 h 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4" h="113">
                  <a:moveTo>
                    <a:pt x="289" y="85"/>
                  </a:moveTo>
                  <a:cubicBezTo>
                    <a:pt x="294" y="73"/>
                    <a:pt x="268" y="81"/>
                    <a:pt x="247" y="85"/>
                  </a:cubicBezTo>
                  <a:cubicBezTo>
                    <a:pt x="226" y="89"/>
                    <a:pt x="176" y="78"/>
                    <a:pt x="153" y="60"/>
                  </a:cubicBezTo>
                  <a:cubicBezTo>
                    <a:pt x="130" y="43"/>
                    <a:pt x="108" y="43"/>
                    <a:pt x="80" y="34"/>
                  </a:cubicBezTo>
                  <a:cubicBezTo>
                    <a:pt x="52" y="25"/>
                    <a:pt x="26" y="19"/>
                    <a:pt x="13" y="10"/>
                  </a:cubicBezTo>
                  <a:cubicBezTo>
                    <a:pt x="0" y="0"/>
                    <a:pt x="0" y="16"/>
                    <a:pt x="15" y="27"/>
                  </a:cubicBezTo>
                  <a:cubicBezTo>
                    <a:pt x="31" y="37"/>
                    <a:pt x="62" y="77"/>
                    <a:pt x="102" y="95"/>
                  </a:cubicBezTo>
                  <a:cubicBezTo>
                    <a:pt x="141" y="113"/>
                    <a:pt x="168" y="107"/>
                    <a:pt x="197" y="105"/>
                  </a:cubicBezTo>
                  <a:cubicBezTo>
                    <a:pt x="227" y="103"/>
                    <a:pt x="261" y="101"/>
                    <a:pt x="274" y="94"/>
                  </a:cubicBezTo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Freeform 1243">
              <a:extLst>
                <a:ext uri="{FF2B5EF4-FFF2-40B4-BE49-F238E27FC236}">
                  <a16:creationId xmlns:a16="http://schemas.microsoft.com/office/drawing/2014/main" id="{D875C83E-A755-4BE9-9119-6D05C3A9C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668"/>
              <a:ext cx="423" cy="260"/>
            </a:xfrm>
            <a:custGeom>
              <a:avLst/>
              <a:gdLst>
                <a:gd name="T0" fmla="*/ 1945 w 184"/>
                <a:gd name="T1" fmla="*/ 294 h 106"/>
                <a:gd name="T2" fmla="*/ 2235 w 184"/>
                <a:gd name="T3" fmla="*/ 174 h 106"/>
                <a:gd name="T4" fmla="*/ 2225 w 184"/>
                <a:gd name="T5" fmla="*/ 150 h 106"/>
                <a:gd name="T6" fmla="*/ 1814 w 184"/>
                <a:gd name="T7" fmla="*/ 174 h 106"/>
                <a:gd name="T8" fmla="*/ 756 w 184"/>
                <a:gd name="T9" fmla="*/ 356 h 106"/>
                <a:gd name="T10" fmla="*/ 179 w 184"/>
                <a:gd name="T11" fmla="*/ 1239 h 106"/>
                <a:gd name="T12" fmla="*/ 216 w 184"/>
                <a:gd name="T13" fmla="*/ 1413 h 106"/>
                <a:gd name="T14" fmla="*/ 802 w 184"/>
                <a:gd name="T15" fmla="*/ 1035 h 106"/>
                <a:gd name="T16" fmla="*/ 1798 w 184"/>
                <a:gd name="T17" fmla="*/ 427 h 106"/>
                <a:gd name="T18" fmla="*/ 1945 w 184"/>
                <a:gd name="T19" fmla="*/ 294 h 1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4" h="106">
                  <a:moveTo>
                    <a:pt x="160" y="20"/>
                  </a:moveTo>
                  <a:cubicBezTo>
                    <a:pt x="168" y="18"/>
                    <a:pt x="175" y="15"/>
                    <a:pt x="184" y="12"/>
                  </a:cubicBezTo>
                  <a:cubicBezTo>
                    <a:pt x="183" y="10"/>
                    <a:pt x="183" y="10"/>
                    <a:pt x="183" y="10"/>
                  </a:cubicBezTo>
                  <a:cubicBezTo>
                    <a:pt x="180" y="0"/>
                    <a:pt x="165" y="11"/>
                    <a:pt x="149" y="12"/>
                  </a:cubicBezTo>
                  <a:cubicBezTo>
                    <a:pt x="133" y="12"/>
                    <a:pt x="93" y="17"/>
                    <a:pt x="62" y="24"/>
                  </a:cubicBezTo>
                  <a:cubicBezTo>
                    <a:pt x="32" y="30"/>
                    <a:pt x="30" y="67"/>
                    <a:pt x="15" y="84"/>
                  </a:cubicBezTo>
                  <a:cubicBezTo>
                    <a:pt x="0" y="101"/>
                    <a:pt x="4" y="106"/>
                    <a:pt x="18" y="96"/>
                  </a:cubicBezTo>
                  <a:cubicBezTo>
                    <a:pt x="33" y="85"/>
                    <a:pt x="36" y="77"/>
                    <a:pt x="66" y="70"/>
                  </a:cubicBezTo>
                  <a:cubicBezTo>
                    <a:pt x="95" y="63"/>
                    <a:pt x="129" y="43"/>
                    <a:pt x="148" y="29"/>
                  </a:cubicBezTo>
                  <a:cubicBezTo>
                    <a:pt x="146" y="26"/>
                    <a:pt x="151" y="22"/>
                    <a:pt x="160" y="20"/>
                  </a:cubicBezTo>
                  <a:close/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Freeform 1244">
              <a:extLst>
                <a:ext uri="{FF2B5EF4-FFF2-40B4-BE49-F238E27FC236}">
                  <a16:creationId xmlns:a16="http://schemas.microsoft.com/office/drawing/2014/main" id="{C99C5A6F-FB0B-473A-B9F6-ED7045316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881"/>
              <a:ext cx="239" cy="566"/>
            </a:xfrm>
            <a:custGeom>
              <a:avLst/>
              <a:gdLst>
                <a:gd name="T0" fmla="*/ 643 w 104"/>
                <a:gd name="T1" fmla="*/ 1808 h 231"/>
                <a:gd name="T2" fmla="*/ 862 w 104"/>
                <a:gd name="T3" fmla="*/ 691 h 231"/>
                <a:gd name="T4" fmla="*/ 1262 w 104"/>
                <a:gd name="T5" fmla="*/ 0 h 231"/>
                <a:gd name="T6" fmla="*/ 1131 w 104"/>
                <a:gd name="T7" fmla="*/ 132 h 231"/>
                <a:gd name="T8" fmla="*/ 1020 w 104"/>
                <a:gd name="T9" fmla="*/ 203 h 231"/>
                <a:gd name="T10" fmla="*/ 728 w 104"/>
                <a:gd name="T11" fmla="*/ 497 h 231"/>
                <a:gd name="T12" fmla="*/ 131 w 104"/>
                <a:gd name="T13" fmla="*/ 1482 h 231"/>
                <a:gd name="T14" fmla="*/ 317 w 104"/>
                <a:gd name="T15" fmla="*/ 2943 h 231"/>
                <a:gd name="T16" fmla="*/ 460 w 104"/>
                <a:gd name="T17" fmla="*/ 3075 h 231"/>
                <a:gd name="T18" fmla="*/ 643 w 104"/>
                <a:gd name="T19" fmla="*/ 1808 h 2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231">
                  <a:moveTo>
                    <a:pt x="53" y="123"/>
                  </a:moveTo>
                  <a:cubicBezTo>
                    <a:pt x="54" y="89"/>
                    <a:pt x="54" y="65"/>
                    <a:pt x="71" y="47"/>
                  </a:cubicBezTo>
                  <a:cubicBezTo>
                    <a:pt x="86" y="29"/>
                    <a:pt x="97" y="14"/>
                    <a:pt x="104" y="0"/>
                  </a:cubicBezTo>
                  <a:cubicBezTo>
                    <a:pt x="101" y="3"/>
                    <a:pt x="98" y="6"/>
                    <a:pt x="93" y="9"/>
                  </a:cubicBezTo>
                  <a:cubicBezTo>
                    <a:pt x="90" y="11"/>
                    <a:pt x="87" y="13"/>
                    <a:pt x="84" y="14"/>
                  </a:cubicBezTo>
                  <a:cubicBezTo>
                    <a:pt x="79" y="17"/>
                    <a:pt x="71" y="24"/>
                    <a:pt x="60" y="34"/>
                  </a:cubicBezTo>
                  <a:cubicBezTo>
                    <a:pt x="43" y="50"/>
                    <a:pt x="23" y="60"/>
                    <a:pt x="11" y="101"/>
                  </a:cubicBezTo>
                  <a:cubicBezTo>
                    <a:pt x="0" y="141"/>
                    <a:pt x="30" y="181"/>
                    <a:pt x="26" y="200"/>
                  </a:cubicBezTo>
                  <a:cubicBezTo>
                    <a:pt x="23" y="218"/>
                    <a:pt x="34" y="231"/>
                    <a:pt x="38" y="209"/>
                  </a:cubicBezTo>
                  <a:cubicBezTo>
                    <a:pt x="43" y="188"/>
                    <a:pt x="52" y="158"/>
                    <a:pt x="53" y="123"/>
                  </a:cubicBezTo>
                  <a:close/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Freeform 1245">
              <a:extLst>
                <a:ext uri="{FF2B5EF4-FFF2-40B4-BE49-F238E27FC236}">
                  <a16:creationId xmlns:a16="http://schemas.microsoft.com/office/drawing/2014/main" id="{9D386B1E-FCAE-4B21-8D1F-EFCD7BFCD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335"/>
              <a:ext cx="315" cy="478"/>
            </a:xfrm>
            <a:custGeom>
              <a:avLst/>
              <a:gdLst>
                <a:gd name="T0" fmla="*/ 1189 w 137"/>
                <a:gd name="T1" fmla="*/ 2679 h 195"/>
                <a:gd name="T2" fmla="*/ 1591 w 137"/>
                <a:gd name="T3" fmla="*/ 2873 h 195"/>
                <a:gd name="T4" fmla="*/ 1591 w 137"/>
                <a:gd name="T5" fmla="*/ 2861 h 195"/>
                <a:gd name="T6" fmla="*/ 1189 w 137"/>
                <a:gd name="T7" fmla="*/ 2405 h 195"/>
                <a:gd name="T8" fmla="*/ 667 w 137"/>
                <a:gd name="T9" fmla="*/ 1461 h 195"/>
                <a:gd name="T10" fmla="*/ 232 w 137"/>
                <a:gd name="T11" fmla="*/ 517 h 195"/>
                <a:gd name="T12" fmla="*/ 159 w 137"/>
                <a:gd name="T13" fmla="*/ 223 h 195"/>
                <a:gd name="T14" fmla="*/ 159 w 137"/>
                <a:gd name="T15" fmla="*/ 150 h 195"/>
                <a:gd name="T16" fmla="*/ 147 w 137"/>
                <a:gd name="T17" fmla="*/ 42 h 195"/>
                <a:gd name="T18" fmla="*/ 37 w 137"/>
                <a:gd name="T19" fmla="*/ 547 h 195"/>
                <a:gd name="T20" fmla="*/ 147 w 137"/>
                <a:gd name="T21" fmla="*/ 1755 h 195"/>
                <a:gd name="T22" fmla="*/ 1106 w 137"/>
                <a:gd name="T23" fmla="*/ 2638 h 195"/>
                <a:gd name="T24" fmla="*/ 1189 w 137"/>
                <a:gd name="T25" fmla="*/ 2679 h 1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195">
                  <a:moveTo>
                    <a:pt x="98" y="182"/>
                  </a:moveTo>
                  <a:cubicBezTo>
                    <a:pt x="105" y="187"/>
                    <a:pt x="117" y="191"/>
                    <a:pt x="131" y="195"/>
                  </a:cubicBezTo>
                  <a:cubicBezTo>
                    <a:pt x="131" y="194"/>
                    <a:pt x="131" y="194"/>
                    <a:pt x="131" y="194"/>
                  </a:cubicBezTo>
                  <a:cubicBezTo>
                    <a:pt x="137" y="187"/>
                    <a:pt x="114" y="177"/>
                    <a:pt x="98" y="163"/>
                  </a:cubicBezTo>
                  <a:cubicBezTo>
                    <a:pt x="82" y="149"/>
                    <a:pt x="82" y="122"/>
                    <a:pt x="55" y="99"/>
                  </a:cubicBezTo>
                  <a:cubicBezTo>
                    <a:pt x="30" y="76"/>
                    <a:pt x="24" y="52"/>
                    <a:pt x="19" y="35"/>
                  </a:cubicBezTo>
                  <a:cubicBezTo>
                    <a:pt x="15" y="35"/>
                    <a:pt x="11" y="26"/>
                    <a:pt x="13" y="15"/>
                  </a:cubicBezTo>
                  <a:cubicBezTo>
                    <a:pt x="14" y="13"/>
                    <a:pt x="14" y="11"/>
                    <a:pt x="13" y="10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6" y="0"/>
                    <a:pt x="0" y="17"/>
                    <a:pt x="3" y="37"/>
                  </a:cubicBezTo>
                  <a:cubicBezTo>
                    <a:pt x="6" y="57"/>
                    <a:pt x="2" y="85"/>
                    <a:pt x="12" y="119"/>
                  </a:cubicBezTo>
                  <a:cubicBezTo>
                    <a:pt x="21" y="153"/>
                    <a:pt x="67" y="167"/>
                    <a:pt x="91" y="179"/>
                  </a:cubicBezTo>
                  <a:cubicBezTo>
                    <a:pt x="93" y="179"/>
                    <a:pt x="95" y="179"/>
                    <a:pt x="98" y="182"/>
                  </a:cubicBezTo>
                  <a:close/>
                </a:path>
              </a:pathLst>
            </a:custGeom>
            <a:solidFill>
              <a:srgbClr val="C48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1246">
              <a:extLst>
                <a:ext uri="{FF2B5EF4-FFF2-40B4-BE49-F238E27FC236}">
                  <a16:creationId xmlns:a16="http://schemas.microsoft.com/office/drawing/2014/main" id="{C29EB3EC-F14A-4C41-86B3-63649119E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665"/>
              <a:ext cx="352" cy="96"/>
            </a:xfrm>
            <a:custGeom>
              <a:avLst/>
              <a:gdLst>
                <a:gd name="T0" fmla="*/ 0 w 153"/>
                <a:gd name="T1" fmla="*/ 357 h 39"/>
                <a:gd name="T2" fmla="*/ 927 w 153"/>
                <a:gd name="T3" fmla="*/ 12 h 39"/>
                <a:gd name="T4" fmla="*/ 1461 w 153"/>
                <a:gd name="T5" fmla="*/ 162 h 39"/>
                <a:gd name="T6" fmla="*/ 1864 w 153"/>
                <a:gd name="T7" fmla="*/ 490 h 39"/>
                <a:gd name="T8" fmla="*/ 1668 w 153"/>
                <a:gd name="T9" fmla="*/ 490 h 39"/>
                <a:gd name="T10" fmla="*/ 1472 w 153"/>
                <a:gd name="T11" fmla="*/ 569 h 39"/>
                <a:gd name="T12" fmla="*/ 1498 w 153"/>
                <a:gd name="T13" fmla="*/ 399 h 39"/>
                <a:gd name="T14" fmla="*/ 1123 w 153"/>
                <a:gd name="T15" fmla="*/ 399 h 39"/>
                <a:gd name="T16" fmla="*/ 778 w 153"/>
                <a:gd name="T17" fmla="*/ 389 h 39"/>
                <a:gd name="T18" fmla="*/ 692 w 153"/>
                <a:gd name="T19" fmla="*/ 551 h 39"/>
                <a:gd name="T20" fmla="*/ 451 w 153"/>
                <a:gd name="T21" fmla="*/ 490 h 39"/>
                <a:gd name="T22" fmla="*/ 74 w 153"/>
                <a:gd name="T23" fmla="*/ 389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3" h="39">
                  <a:moveTo>
                    <a:pt x="0" y="24"/>
                  </a:moveTo>
                  <a:cubicBezTo>
                    <a:pt x="26" y="24"/>
                    <a:pt x="50" y="4"/>
                    <a:pt x="76" y="1"/>
                  </a:cubicBezTo>
                  <a:cubicBezTo>
                    <a:pt x="91" y="0"/>
                    <a:pt x="106" y="4"/>
                    <a:pt x="120" y="11"/>
                  </a:cubicBezTo>
                  <a:cubicBezTo>
                    <a:pt x="127" y="15"/>
                    <a:pt x="150" y="25"/>
                    <a:pt x="153" y="33"/>
                  </a:cubicBezTo>
                  <a:cubicBezTo>
                    <a:pt x="147" y="34"/>
                    <a:pt x="142" y="32"/>
                    <a:pt x="137" y="33"/>
                  </a:cubicBezTo>
                  <a:cubicBezTo>
                    <a:pt x="131" y="34"/>
                    <a:pt x="127" y="38"/>
                    <a:pt x="121" y="38"/>
                  </a:cubicBezTo>
                  <a:cubicBezTo>
                    <a:pt x="122" y="34"/>
                    <a:pt x="123" y="31"/>
                    <a:pt x="123" y="27"/>
                  </a:cubicBezTo>
                  <a:cubicBezTo>
                    <a:pt x="113" y="24"/>
                    <a:pt x="102" y="26"/>
                    <a:pt x="92" y="27"/>
                  </a:cubicBezTo>
                  <a:cubicBezTo>
                    <a:pt x="85" y="28"/>
                    <a:pt x="70" y="24"/>
                    <a:pt x="64" y="26"/>
                  </a:cubicBezTo>
                  <a:cubicBezTo>
                    <a:pt x="59" y="28"/>
                    <a:pt x="60" y="34"/>
                    <a:pt x="57" y="37"/>
                  </a:cubicBezTo>
                  <a:cubicBezTo>
                    <a:pt x="52" y="39"/>
                    <a:pt x="42" y="34"/>
                    <a:pt x="37" y="33"/>
                  </a:cubicBezTo>
                  <a:cubicBezTo>
                    <a:pt x="26" y="32"/>
                    <a:pt x="17" y="25"/>
                    <a:pt x="6" y="26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1247">
              <a:extLst>
                <a:ext uri="{FF2B5EF4-FFF2-40B4-BE49-F238E27FC236}">
                  <a16:creationId xmlns:a16="http://schemas.microsoft.com/office/drawing/2014/main" id="{C420ADCE-B4E9-4B39-B56B-232202BAE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707"/>
              <a:ext cx="285" cy="159"/>
            </a:xfrm>
            <a:custGeom>
              <a:avLst/>
              <a:gdLst>
                <a:gd name="T0" fmla="*/ 216 w 124"/>
                <a:gd name="T1" fmla="*/ 426 h 65"/>
                <a:gd name="T2" fmla="*/ 110 w 124"/>
                <a:gd name="T3" fmla="*/ 729 h 65"/>
                <a:gd name="T4" fmla="*/ 131 w 124"/>
                <a:gd name="T5" fmla="*/ 881 h 65"/>
                <a:gd name="T6" fmla="*/ 513 w 124"/>
                <a:gd name="T7" fmla="*/ 514 h 65"/>
                <a:gd name="T8" fmla="*/ 802 w 124"/>
                <a:gd name="T9" fmla="*/ 426 h 65"/>
                <a:gd name="T10" fmla="*/ 1009 w 124"/>
                <a:gd name="T11" fmla="*/ 252 h 65"/>
                <a:gd name="T12" fmla="*/ 1326 w 124"/>
                <a:gd name="T13" fmla="*/ 161 h 65"/>
                <a:gd name="T14" fmla="*/ 1505 w 124"/>
                <a:gd name="T15" fmla="*/ 29 h 65"/>
                <a:gd name="T16" fmla="*/ 1326 w 124"/>
                <a:gd name="T17" fmla="*/ 42 h 65"/>
                <a:gd name="T18" fmla="*/ 1131 w 124"/>
                <a:gd name="T19" fmla="*/ 42 h 65"/>
                <a:gd name="T20" fmla="*/ 786 w 124"/>
                <a:gd name="T21" fmla="*/ 71 h 65"/>
                <a:gd name="T22" fmla="*/ 496 w 124"/>
                <a:gd name="T23" fmla="*/ 144 h 65"/>
                <a:gd name="T24" fmla="*/ 375 w 124"/>
                <a:gd name="T25" fmla="*/ 203 h 65"/>
                <a:gd name="T26" fmla="*/ 216 w 124"/>
                <a:gd name="T27" fmla="*/ 394 h 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65">
                  <a:moveTo>
                    <a:pt x="18" y="29"/>
                  </a:moveTo>
                  <a:cubicBezTo>
                    <a:pt x="16" y="37"/>
                    <a:pt x="12" y="43"/>
                    <a:pt x="9" y="50"/>
                  </a:cubicBezTo>
                  <a:cubicBezTo>
                    <a:pt x="7" y="56"/>
                    <a:pt x="0" y="65"/>
                    <a:pt x="11" y="60"/>
                  </a:cubicBezTo>
                  <a:cubicBezTo>
                    <a:pt x="24" y="55"/>
                    <a:pt x="30" y="39"/>
                    <a:pt x="42" y="35"/>
                  </a:cubicBezTo>
                  <a:cubicBezTo>
                    <a:pt x="50" y="32"/>
                    <a:pt x="59" y="33"/>
                    <a:pt x="66" y="29"/>
                  </a:cubicBezTo>
                  <a:cubicBezTo>
                    <a:pt x="72" y="26"/>
                    <a:pt x="77" y="21"/>
                    <a:pt x="83" y="17"/>
                  </a:cubicBezTo>
                  <a:cubicBezTo>
                    <a:pt x="92" y="12"/>
                    <a:pt x="100" y="13"/>
                    <a:pt x="109" y="11"/>
                  </a:cubicBezTo>
                  <a:cubicBezTo>
                    <a:pt x="115" y="11"/>
                    <a:pt x="124" y="8"/>
                    <a:pt x="124" y="2"/>
                  </a:cubicBezTo>
                  <a:cubicBezTo>
                    <a:pt x="120" y="0"/>
                    <a:pt x="114" y="2"/>
                    <a:pt x="109" y="3"/>
                  </a:cubicBezTo>
                  <a:cubicBezTo>
                    <a:pt x="103" y="3"/>
                    <a:pt x="98" y="3"/>
                    <a:pt x="93" y="3"/>
                  </a:cubicBezTo>
                  <a:cubicBezTo>
                    <a:pt x="84" y="4"/>
                    <a:pt x="74" y="4"/>
                    <a:pt x="65" y="5"/>
                  </a:cubicBezTo>
                  <a:cubicBezTo>
                    <a:pt x="58" y="6"/>
                    <a:pt x="49" y="7"/>
                    <a:pt x="41" y="10"/>
                  </a:cubicBezTo>
                  <a:cubicBezTo>
                    <a:pt x="38" y="11"/>
                    <a:pt x="34" y="12"/>
                    <a:pt x="31" y="14"/>
                  </a:cubicBezTo>
                  <a:cubicBezTo>
                    <a:pt x="25" y="17"/>
                    <a:pt x="24" y="23"/>
                    <a:pt x="18" y="27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1248">
              <a:extLst>
                <a:ext uri="{FF2B5EF4-FFF2-40B4-BE49-F238E27FC236}">
                  <a16:creationId xmlns:a16="http://schemas.microsoft.com/office/drawing/2014/main" id="{5986AE55-1986-4373-8DE7-C1F5209E1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940"/>
              <a:ext cx="154" cy="360"/>
            </a:xfrm>
            <a:custGeom>
              <a:avLst/>
              <a:gdLst>
                <a:gd name="T0" fmla="*/ 786 w 67"/>
                <a:gd name="T1" fmla="*/ 0 h 147"/>
                <a:gd name="T2" fmla="*/ 375 w 67"/>
                <a:gd name="T3" fmla="*/ 438 h 147"/>
                <a:gd name="T4" fmla="*/ 131 w 67"/>
                <a:gd name="T5" fmla="*/ 923 h 147"/>
                <a:gd name="T6" fmla="*/ 37 w 67"/>
                <a:gd name="T7" fmla="*/ 1560 h 147"/>
                <a:gd name="T8" fmla="*/ 85 w 67"/>
                <a:gd name="T9" fmla="*/ 1822 h 147"/>
                <a:gd name="T10" fmla="*/ 159 w 67"/>
                <a:gd name="T11" fmla="*/ 2160 h 147"/>
                <a:gd name="T12" fmla="*/ 207 w 67"/>
                <a:gd name="T13" fmla="*/ 1205 h 147"/>
                <a:gd name="T14" fmla="*/ 280 w 67"/>
                <a:gd name="T15" fmla="*/ 1043 h 147"/>
                <a:gd name="T16" fmla="*/ 375 w 67"/>
                <a:gd name="T17" fmla="*/ 940 h 147"/>
                <a:gd name="T18" fmla="*/ 545 w 67"/>
                <a:gd name="T19" fmla="*/ 497 h 147"/>
                <a:gd name="T20" fmla="*/ 814 w 67"/>
                <a:gd name="T21" fmla="*/ 59 h 1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47">
                  <a:moveTo>
                    <a:pt x="65" y="0"/>
                  </a:moveTo>
                  <a:cubicBezTo>
                    <a:pt x="57" y="13"/>
                    <a:pt x="42" y="20"/>
                    <a:pt x="31" y="30"/>
                  </a:cubicBezTo>
                  <a:cubicBezTo>
                    <a:pt x="21" y="40"/>
                    <a:pt x="18" y="51"/>
                    <a:pt x="11" y="63"/>
                  </a:cubicBezTo>
                  <a:cubicBezTo>
                    <a:pt x="4" y="76"/>
                    <a:pt x="0" y="91"/>
                    <a:pt x="3" y="106"/>
                  </a:cubicBezTo>
                  <a:cubicBezTo>
                    <a:pt x="3" y="112"/>
                    <a:pt x="4" y="118"/>
                    <a:pt x="7" y="124"/>
                  </a:cubicBezTo>
                  <a:cubicBezTo>
                    <a:pt x="9" y="130"/>
                    <a:pt x="12" y="140"/>
                    <a:pt x="13" y="147"/>
                  </a:cubicBezTo>
                  <a:cubicBezTo>
                    <a:pt x="9" y="125"/>
                    <a:pt x="9" y="102"/>
                    <a:pt x="17" y="82"/>
                  </a:cubicBezTo>
                  <a:cubicBezTo>
                    <a:pt x="19" y="77"/>
                    <a:pt x="20" y="74"/>
                    <a:pt x="23" y="71"/>
                  </a:cubicBezTo>
                  <a:cubicBezTo>
                    <a:pt x="27" y="68"/>
                    <a:pt x="29" y="68"/>
                    <a:pt x="31" y="64"/>
                  </a:cubicBezTo>
                  <a:cubicBezTo>
                    <a:pt x="36" y="53"/>
                    <a:pt x="39" y="44"/>
                    <a:pt x="45" y="34"/>
                  </a:cubicBezTo>
                  <a:cubicBezTo>
                    <a:pt x="51" y="24"/>
                    <a:pt x="60" y="15"/>
                    <a:pt x="67" y="4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1249">
              <a:extLst>
                <a:ext uri="{FF2B5EF4-FFF2-40B4-BE49-F238E27FC236}">
                  <a16:creationId xmlns:a16="http://schemas.microsoft.com/office/drawing/2014/main" id="{044BD0DC-FFD3-439F-94FA-A3D834289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3425"/>
              <a:ext cx="72" cy="231"/>
            </a:xfrm>
            <a:custGeom>
              <a:avLst/>
              <a:gdLst>
                <a:gd name="T0" fmla="*/ 0 w 31"/>
                <a:gd name="T1" fmla="*/ 0 h 94"/>
                <a:gd name="T2" fmla="*/ 37 w 31"/>
                <a:gd name="T3" fmla="*/ 784 h 94"/>
                <a:gd name="T4" fmla="*/ 114 w 31"/>
                <a:gd name="T5" fmla="*/ 1189 h 94"/>
                <a:gd name="T6" fmla="*/ 339 w 31"/>
                <a:gd name="T7" fmla="*/ 1396 h 94"/>
                <a:gd name="T8" fmla="*/ 286 w 31"/>
                <a:gd name="T9" fmla="*/ 907 h 94"/>
                <a:gd name="T10" fmla="*/ 362 w 31"/>
                <a:gd name="T11" fmla="*/ 833 h 94"/>
                <a:gd name="T12" fmla="*/ 286 w 31"/>
                <a:gd name="T13" fmla="*/ 639 h 94"/>
                <a:gd name="T14" fmla="*/ 123 w 31"/>
                <a:gd name="T15" fmla="*/ 295 h 94"/>
                <a:gd name="T16" fmla="*/ 49 w 31"/>
                <a:gd name="T17" fmla="*/ 12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94">
                  <a:moveTo>
                    <a:pt x="0" y="0"/>
                  </a:moveTo>
                  <a:cubicBezTo>
                    <a:pt x="4" y="17"/>
                    <a:pt x="3" y="36"/>
                    <a:pt x="3" y="53"/>
                  </a:cubicBezTo>
                  <a:cubicBezTo>
                    <a:pt x="3" y="61"/>
                    <a:pt x="6" y="73"/>
                    <a:pt x="9" y="80"/>
                  </a:cubicBezTo>
                  <a:cubicBezTo>
                    <a:pt x="12" y="91"/>
                    <a:pt x="17" y="92"/>
                    <a:pt x="27" y="94"/>
                  </a:cubicBezTo>
                  <a:cubicBezTo>
                    <a:pt x="22" y="86"/>
                    <a:pt x="15" y="68"/>
                    <a:pt x="23" y="61"/>
                  </a:cubicBezTo>
                  <a:cubicBezTo>
                    <a:pt x="25" y="58"/>
                    <a:pt x="28" y="60"/>
                    <a:pt x="29" y="56"/>
                  </a:cubicBezTo>
                  <a:cubicBezTo>
                    <a:pt x="31" y="51"/>
                    <a:pt x="25" y="47"/>
                    <a:pt x="23" y="43"/>
                  </a:cubicBezTo>
                  <a:cubicBezTo>
                    <a:pt x="18" y="36"/>
                    <a:pt x="14" y="28"/>
                    <a:pt x="10" y="20"/>
                  </a:cubicBezTo>
                  <a:cubicBezTo>
                    <a:pt x="8" y="16"/>
                    <a:pt x="2" y="6"/>
                    <a:pt x="4" y="1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Freeform 1250">
              <a:extLst>
                <a:ext uri="{FF2B5EF4-FFF2-40B4-BE49-F238E27FC236}">
                  <a16:creationId xmlns:a16="http://schemas.microsoft.com/office/drawing/2014/main" id="{7B4199AC-03C9-41A9-BA3A-DD3D1002C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3813"/>
              <a:ext cx="448" cy="193"/>
            </a:xfrm>
            <a:custGeom>
              <a:avLst/>
              <a:gdLst>
                <a:gd name="T0" fmla="*/ 0 w 195"/>
                <a:gd name="T1" fmla="*/ 0 h 79"/>
                <a:gd name="T2" fmla="*/ 544 w 195"/>
                <a:gd name="T3" fmla="*/ 191 h 79"/>
                <a:gd name="T4" fmla="*/ 1055 w 195"/>
                <a:gd name="T5" fmla="*/ 364 h 79"/>
                <a:gd name="T6" fmla="*/ 1355 w 195"/>
                <a:gd name="T7" fmla="*/ 454 h 79"/>
                <a:gd name="T8" fmla="*/ 1615 w 195"/>
                <a:gd name="T9" fmla="*/ 699 h 79"/>
                <a:gd name="T10" fmla="*/ 2364 w 195"/>
                <a:gd name="T11" fmla="*/ 992 h 79"/>
                <a:gd name="T12" fmla="*/ 1627 w 195"/>
                <a:gd name="T13" fmla="*/ 901 h 79"/>
                <a:gd name="T14" fmla="*/ 1355 w 195"/>
                <a:gd name="T15" fmla="*/ 818 h 79"/>
                <a:gd name="T16" fmla="*/ 935 w 195"/>
                <a:gd name="T17" fmla="*/ 638 h 79"/>
                <a:gd name="T18" fmla="*/ 802 w 195"/>
                <a:gd name="T19" fmla="*/ 745 h 79"/>
                <a:gd name="T20" fmla="*/ 485 w 195"/>
                <a:gd name="T21" fmla="*/ 467 h 79"/>
                <a:gd name="T22" fmla="*/ 216 w 195"/>
                <a:gd name="T23" fmla="*/ 252 h 79"/>
                <a:gd name="T24" fmla="*/ 48 w 195"/>
                <a:gd name="T25" fmla="*/ 59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5" h="79">
                  <a:moveTo>
                    <a:pt x="0" y="0"/>
                  </a:moveTo>
                  <a:cubicBezTo>
                    <a:pt x="12" y="8"/>
                    <a:pt x="31" y="8"/>
                    <a:pt x="45" y="13"/>
                  </a:cubicBezTo>
                  <a:cubicBezTo>
                    <a:pt x="59" y="17"/>
                    <a:pt x="72" y="22"/>
                    <a:pt x="87" y="25"/>
                  </a:cubicBezTo>
                  <a:cubicBezTo>
                    <a:pt x="95" y="26"/>
                    <a:pt x="104" y="28"/>
                    <a:pt x="112" y="31"/>
                  </a:cubicBezTo>
                  <a:cubicBezTo>
                    <a:pt x="120" y="35"/>
                    <a:pt x="126" y="42"/>
                    <a:pt x="133" y="48"/>
                  </a:cubicBezTo>
                  <a:cubicBezTo>
                    <a:pt x="151" y="62"/>
                    <a:pt x="175" y="60"/>
                    <a:pt x="195" y="68"/>
                  </a:cubicBezTo>
                  <a:cubicBezTo>
                    <a:pt x="178" y="79"/>
                    <a:pt x="151" y="67"/>
                    <a:pt x="134" y="62"/>
                  </a:cubicBezTo>
                  <a:cubicBezTo>
                    <a:pt x="126" y="59"/>
                    <a:pt x="120" y="60"/>
                    <a:pt x="112" y="56"/>
                  </a:cubicBezTo>
                  <a:cubicBezTo>
                    <a:pt x="105" y="52"/>
                    <a:pt x="86" y="39"/>
                    <a:pt x="77" y="44"/>
                  </a:cubicBezTo>
                  <a:cubicBezTo>
                    <a:pt x="70" y="49"/>
                    <a:pt x="77" y="55"/>
                    <a:pt x="66" y="51"/>
                  </a:cubicBezTo>
                  <a:cubicBezTo>
                    <a:pt x="56" y="47"/>
                    <a:pt x="49" y="39"/>
                    <a:pt x="40" y="32"/>
                  </a:cubicBezTo>
                  <a:cubicBezTo>
                    <a:pt x="32" y="27"/>
                    <a:pt x="25" y="24"/>
                    <a:pt x="18" y="17"/>
                  </a:cubicBezTo>
                  <a:cubicBezTo>
                    <a:pt x="13" y="13"/>
                    <a:pt x="8" y="6"/>
                    <a:pt x="4" y="4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Freeform 1251">
              <a:extLst>
                <a:ext uri="{FF2B5EF4-FFF2-40B4-BE49-F238E27FC236}">
                  <a16:creationId xmlns:a16="http://schemas.microsoft.com/office/drawing/2014/main" id="{2D6D7BC3-D5C3-4F9A-971B-3EE5BD549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3820"/>
              <a:ext cx="283" cy="164"/>
            </a:xfrm>
            <a:custGeom>
              <a:avLst/>
              <a:gdLst>
                <a:gd name="T0" fmla="*/ 0 w 123"/>
                <a:gd name="T1" fmla="*/ 982 h 67"/>
                <a:gd name="T2" fmla="*/ 428 w 123"/>
                <a:gd name="T3" fmla="*/ 688 h 67"/>
                <a:gd name="T4" fmla="*/ 693 w 123"/>
                <a:gd name="T5" fmla="*/ 335 h 67"/>
                <a:gd name="T6" fmla="*/ 1498 w 123"/>
                <a:gd name="T7" fmla="*/ 0 h 67"/>
                <a:gd name="T8" fmla="*/ 1314 w 123"/>
                <a:gd name="T9" fmla="*/ 223 h 67"/>
                <a:gd name="T10" fmla="*/ 1086 w 123"/>
                <a:gd name="T11" fmla="*/ 335 h 67"/>
                <a:gd name="T12" fmla="*/ 890 w 123"/>
                <a:gd name="T13" fmla="*/ 570 h 67"/>
                <a:gd name="T14" fmla="*/ 732 w 123"/>
                <a:gd name="T15" fmla="*/ 720 h 67"/>
                <a:gd name="T16" fmla="*/ 683 w 123"/>
                <a:gd name="T17" fmla="*/ 791 h 67"/>
                <a:gd name="T18" fmla="*/ 582 w 123"/>
                <a:gd name="T19" fmla="*/ 791 h 67"/>
                <a:gd name="T20" fmla="*/ 460 w 123"/>
                <a:gd name="T21" fmla="*/ 862 h 67"/>
                <a:gd name="T22" fmla="*/ 216 w 123"/>
                <a:gd name="T23" fmla="*/ 952 h 67"/>
                <a:gd name="T24" fmla="*/ 85 w 123"/>
                <a:gd name="T25" fmla="*/ 982 h 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3" h="67">
                  <a:moveTo>
                    <a:pt x="0" y="67"/>
                  </a:moveTo>
                  <a:cubicBezTo>
                    <a:pt x="11" y="60"/>
                    <a:pt x="25" y="55"/>
                    <a:pt x="35" y="47"/>
                  </a:cubicBezTo>
                  <a:cubicBezTo>
                    <a:pt x="44" y="41"/>
                    <a:pt x="50" y="31"/>
                    <a:pt x="57" y="23"/>
                  </a:cubicBezTo>
                  <a:cubicBezTo>
                    <a:pt x="72" y="6"/>
                    <a:pt x="102" y="6"/>
                    <a:pt x="123" y="0"/>
                  </a:cubicBezTo>
                  <a:cubicBezTo>
                    <a:pt x="117" y="4"/>
                    <a:pt x="114" y="11"/>
                    <a:pt x="108" y="15"/>
                  </a:cubicBezTo>
                  <a:cubicBezTo>
                    <a:pt x="102" y="18"/>
                    <a:pt x="94" y="18"/>
                    <a:pt x="89" y="23"/>
                  </a:cubicBezTo>
                  <a:cubicBezTo>
                    <a:pt x="83" y="28"/>
                    <a:pt x="79" y="34"/>
                    <a:pt x="73" y="39"/>
                  </a:cubicBezTo>
                  <a:cubicBezTo>
                    <a:pt x="68" y="42"/>
                    <a:pt x="63" y="45"/>
                    <a:pt x="60" y="49"/>
                  </a:cubicBezTo>
                  <a:cubicBezTo>
                    <a:pt x="57" y="53"/>
                    <a:pt x="60" y="53"/>
                    <a:pt x="56" y="54"/>
                  </a:cubicBezTo>
                  <a:cubicBezTo>
                    <a:pt x="55" y="55"/>
                    <a:pt x="50" y="53"/>
                    <a:pt x="48" y="54"/>
                  </a:cubicBezTo>
                  <a:cubicBezTo>
                    <a:pt x="44" y="55"/>
                    <a:pt x="41" y="58"/>
                    <a:pt x="38" y="59"/>
                  </a:cubicBezTo>
                  <a:cubicBezTo>
                    <a:pt x="32" y="63"/>
                    <a:pt x="25" y="65"/>
                    <a:pt x="18" y="65"/>
                  </a:cubicBezTo>
                  <a:cubicBezTo>
                    <a:pt x="14" y="66"/>
                    <a:pt x="10" y="65"/>
                    <a:pt x="7" y="67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9" name="Freeform 1252">
              <a:extLst>
                <a:ext uri="{FF2B5EF4-FFF2-40B4-BE49-F238E27FC236}">
                  <a16:creationId xmlns:a16="http://schemas.microsoft.com/office/drawing/2014/main" id="{CE26A560-F47E-48F7-B818-EE9E79FFB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156"/>
              <a:ext cx="101" cy="468"/>
            </a:xfrm>
            <a:custGeom>
              <a:avLst/>
              <a:gdLst>
                <a:gd name="T0" fmla="*/ 207 w 44"/>
                <a:gd name="T1" fmla="*/ 0 h 191"/>
                <a:gd name="T2" fmla="*/ 326 w 44"/>
                <a:gd name="T3" fmla="*/ 559 h 191"/>
                <a:gd name="T4" fmla="*/ 216 w 44"/>
                <a:gd name="T5" fmla="*/ 1147 h 191"/>
                <a:gd name="T6" fmla="*/ 122 w 44"/>
                <a:gd name="T7" fmla="*/ 1723 h 191"/>
                <a:gd name="T8" fmla="*/ 73 w 44"/>
                <a:gd name="T9" fmla="*/ 2119 h 191"/>
                <a:gd name="T10" fmla="*/ 0 w 44"/>
                <a:gd name="T11" fmla="*/ 2810 h 191"/>
                <a:gd name="T12" fmla="*/ 131 w 44"/>
                <a:gd name="T13" fmla="*/ 2149 h 191"/>
                <a:gd name="T14" fmla="*/ 253 w 44"/>
                <a:gd name="T15" fmla="*/ 1723 h 191"/>
                <a:gd name="T16" fmla="*/ 475 w 44"/>
                <a:gd name="T17" fmla="*/ 1350 h 191"/>
                <a:gd name="T18" fmla="*/ 448 w 44"/>
                <a:gd name="T19" fmla="*/ 649 h 191"/>
                <a:gd name="T20" fmla="*/ 354 w 44"/>
                <a:gd name="T21" fmla="*/ 365 h 191"/>
                <a:gd name="T22" fmla="*/ 269 w 44"/>
                <a:gd name="T23" fmla="*/ 71 h 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" h="191">
                  <a:moveTo>
                    <a:pt x="17" y="0"/>
                  </a:moveTo>
                  <a:cubicBezTo>
                    <a:pt x="16" y="13"/>
                    <a:pt x="26" y="24"/>
                    <a:pt x="27" y="38"/>
                  </a:cubicBezTo>
                  <a:cubicBezTo>
                    <a:pt x="27" y="52"/>
                    <a:pt x="22" y="64"/>
                    <a:pt x="18" y="78"/>
                  </a:cubicBezTo>
                  <a:cubicBezTo>
                    <a:pt x="13" y="90"/>
                    <a:pt x="11" y="104"/>
                    <a:pt x="10" y="117"/>
                  </a:cubicBezTo>
                  <a:cubicBezTo>
                    <a:pt x="8" y="125"/>
                    <a:pt x="7" y="135"/>
                    <a:pt x="6" y="144"/>
                  </a:cubicBezTo>
                  <a:cubicBezTo>
                    <a:pt x="5" y="156"/>
                    <a:pt x="3" y="178"/>
                    <a:pt x="0" y="191"/>
                  </a:cubicBezTo>
                  <a:cubicBezTo>
                    <a:pt x="9" y="184"/>
                    <a:pt x="9" y="156"/>
                    <a:pt x="11" y="146"/>
                  </a:cubicBezTo>
                  <a:cubicBezTo>
                    <a:pt x="13" y="135"/>
                    <a:pt x="17" y="127"/>
                    <a:pt x="21" y="117"/>
                  </a:cubicBezTo>
                  <a:cubicBezTo>
                    <a:pt x="23" y="113"/>
                    <a:pt x="32" y="86"/>
                    <a:pt x="39" y="92"/>
                  </a:cubicBezTo>
                  <a:cubicBezTo>
                    <a:pt x="44" y="78"/>
                    <a:pt x="43" y="59"/>
                    <a:pt x="37" y="44"/>
                  </a:cubicBezTo>
                  <a:cubicBezTo>
                    <a:pt x="35" y="38"/>
                    <a:pt x="31" y="32"/>
                    <a:pt x="29" y="25"/>
                  </a:cubicBezTo>
                  <a:cubicBezTo>
                    <a:pt x="27" y="19"/>
                    <a:pt x="27" y="9"/>
                    <a:pt x="22" y="5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0" name="Freeform 1253">
              <a:extLst>
                <a:ext uri="{FF2B5EF4-FFF2-40B4-BE49-F238E27FC236}">
                  <a16:creationId xmlns:a16="http://schemas.microsoft.com/office/drawing/2014/main" id="{0A9C1B5A-F994-4FBB-AAE8-0DC0FDBC7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776"/>
              <a:ext cx="286" cy="242"/>
            </a:xfrm>
            <a:custGeom>
              <a:avLst/>
              <a:gdLst>
                <a:gd name="T0" fmla="*/ 171 w 124"/>
                <a:gd name="T1" fmla="*/ 103 h 99"/>
                <a:gd name="T2" fmla="*/ 358 w 124"/>
                <a:gd name="T3" fmla="*/ 252 h 99"/>
                <a:gd name="T4" fmla="*/ 554 w 124"/>
                <a:gd name="T5" fmla="*/ 364 h 99"/>
                <a:gd name="T6" fmla="*/ 826 w 124"/>
                <a:gd name="T7" fmla="*/ 596 h 99"/>
                <a:gd name="T8" fmla="*/ 1192 w 124"/>
                <a:gd name="T9" fmla="*/ 802 h 99"/>
                <a:gd name="T10" fmla="*/ 1474 w 124"/>
                <a:gd name="T11" fmla="*/ 1212 h 99"/>
                <a:gd name="T12" fmla="*/ 1266 w 124"/>
                <a:gd name="T13" fmla="*/ 1093 h 99"/>
                <a:gd name="T14" fmla="*/ 1229 w 124"/>
                <a:gd name="T15" fmla="*/ 1386 h 99"/>
                <a:gd name="T16" fmla="*/ 1070 w 124"/>
                <a:gd name="T17" fmla="*/ 1124 h 99"/>
                <a:gd name="T18" fmla="*/ 826 w 124"/>
                <a:gd name="T19" fmla="*/ 802 h 99"/>
                <a:gd name="T20" fmla="*/ 574 w 124"/>
                <a:gd name="T21" fmla="*/ 596 h 99"/>
                <a:gd name="T22" fmla="*/ 358 w 124"/>
                <a:gd name="T23" fmla="*/ 364 h 99"/>
                <a:gd name="T24" fmla="*/ 12 w 124"/>
                <a:gd name="T25" fmla="*/ 0 h 99"/>
                <a:gd name="T26" fmla="*/ 111 w 124"/>
                <a:gd name="T27" fmla="*/ 42 h 9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99">
                  <a:moveTo>
                    <a:pt x="14" y="7"/>
                  </a:moveTo>
                  <a:cubicBezTo>
                    <a:pt x="20" y="10"/>
                    <a:pt x="24" y="14"/>
                    <a:pt x="29" y="17"/>
                  </a:cubicBezTo>
                  <a:cubicBezTo>
                    <a:pt x="35" y="19"/>
                    <a:pt x="40" y="22"/>
                    <a:pt x="45" y="25"/>
                  </a:cubicBezTo>
                  <a:cubicBezTo>
                    <a:pt x="53" y="30"/>
                    <a:pt x="59" y="37"/>
                    <a:pt x="67" y="41"/>
                  </a:cubicBezTo>
                  <a:cubicBezTo>
                    <a:pt x="77" y="45"/>
                    <a:pt x="87" y="50"/>
                    <a:pt x="97" y="55"/>
                  </a:cubicBezTo>
                  <a:cubicBezTo>
                    <a:pt x="107" y="60"/>
                    <a:pt x="124" y="67"/>
                    <a:pt x="120" y="83"/>
                  </a:cubicBezTo>
                  <a:cubicBezTo>
                    <a:pt x="115" y="81"/>
                    <a:pt x="106" y="67"/>
                    <a:pt x="103" y="75"/>
                  </a:cubicBezTo>
                  <a:cubicBezTo>
                    <a:pt x="101" y="79"/>
                    <a:pt x="112" y="99"/>
                    <a:pt x="100" y="95"/>
                  </a:cubicBezTo>
                  <a:cubicBezTo>
                    <a:pt x="95" y="93"/>
                    <a:pt x="90" y="82"/>
                    <a:pt x="87" y="77"/>
                  </a:cubicBezTo>
                  <a:cubicBezTo>
                    <a:pt x="83" y="71"/>
                    <a:pt x="73" y="60"/>
                    <a:pt x="67" y="55"/>
                  </a:cubicBezTo>
                  <a:cubicBezTo>
                    <a:pt x="59" y="50"/>
                    <a:pt x="55" y="46"/>
                    <a:pt x="47" y="41"/>
                  </a:cubicBezTo>
                  <a:cubicBezTo>
                    <a:pt x="40" y="37"/>
                    <a:pt x="35" y="31"/>
                    <a:pt x="29" y="25"/>
                  </a:cubicBezTo>
                  <a:cubicBezTo>
                    <a:pt x="24" y="21"/>
                    <a:pt x="0" y="8"/>
                    <a:pt x="1" y="0"/>
                  </a:cubicBezTo>
                  <a:cubicBezTo>
                    <a:pt x="4" y="1"/>
                    <a:pt x="7" y="3"/>
                    <a:pt x="9" y="3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1" name="Freeform 1254">
              <a:extLst>
                <a:ext uri="{FF2B5EF4-FFF2-40B4-BE49-F238E27FC236}">
                  <a16:creationId xmlns:a16="http://schemas.microsoft.com/office/drawing/2014/main" id="{7959FAC7-E808-455A-B0F1-F4F3376C1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749"/>
              <a:ext cx="108" cy="63"/>
            </a:xfrm>
            <a:custGeom>
              <a:avLst/>
              <a:gdLst>
                <a:gd name="T0" fmla="*/ 0 w 47"/>
                <a:gd name="T1" fmla="*/ 269 h 26"/>
                <a:gd name="T2" fmla="*/ 460 w 47"/>
                <a:gd name="T3" fmla="*/ 230 h 26"/>
                <a:gd name="T4" fmla="*/ 391 w 4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6">
                  <a:moveTo>
                    <a:pt x="0" y="19"/>
                  </a:moveTo>
                  <a:cubicBezTo>
                    <a:pt x="11" y="26"/>
                    <a:pt x="28" y="24"/>
                    <a:pt x="38" y="16"/>
                  </a:cubicBezTo>
                  <a:cubicBezTo>
                    <a:pt x="47" y="8"/>
                    <a:pt x="42" y="0"/>
                    <a:pt x="32" y="0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2" name="Freeform 1255">
              <a:extLst>
                <a:ext uri="{FF2B5EF4-FFF2-40B4-BE49-F238E27FC236}">
                  <a16:creationId xmlns:a16="http://schemas.microsoft.com/office/drawing/2014/main" id="{08F4ECB5-F944-41B5-BDF5-7A5EF63B7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729"/>
              <a:ext cx="140" cy="42"/>
            </a:xfrm>
            <a:custGeom>
              <a:avLst/>
              <a:gdLst>
                <a:gd name="T0" fmla="*/ 37 w 61"/>
                <a:gd name="T1" fmla="*/ 0 h 17"/>
                <a:gd name="T2" fmla="*/ 422 w 61"/>
                <a:gd name="T3" fmla="*/ 245 h 17"/>
                <a:gd name="T4" fmla="*/ 691 w 6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7">
                  <a:moveTo>
                    <a:pt x="3" y="0"/>
                  </a:moveTo>
                  <a:cubicBezTo>
                    <a:pt x="0" y="11"/>
                    <a:pt x="28" y="16"/>
                    <a:pt x="35" y="16"/>
                  </a:cubicBezTo>
                  <a:cubicBezTo>
                    <a:pt x="43" y="17"/>
                    <a:pt x="61" y="12"/>
                    <a:pt x="57" y="0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3" name="Freeform 1256">
              <a:extLst>
                <a:ext uri="{FF2B5EF4-FFF2-40B4-BE49-F238E27FC236}">
                  <a16:creationId xmlns:a16="http://schemas.microsoft.com/office/drawing/2014/main" id="{61D58560-E8C8-48DF-9158-A7CACC10B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3109"/>
              <a:ext cx="42" cy="135"/>
            </a:xfrm>
            <a:custGeom>
              <a:avLst/>
              <a:gdLst>
                <a:gd name="T0" fmla="*/ 77 w 18"/>
                <a:gd name="T1" fmla="*/ 0 h 55"/>
                <a:gd name="T2" fmla="*/ 152 w 18"/>
                <a:gd name="T3" fmla="*/ 459 h 55"/>
                <a:gd name="T4" fmla="*/ 0 w 18"/>
                <a:gd name="T5" fmla="*/ 663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5">
                  <a:moveTo>
                    <a:pt x="6" y="0"/>
                  </a:moveTo>
                  <a:cubicBezTo>
                    <a:pt x="18" y="2"/>
                    <a:pt x="13" y="23"/>
                    <a:pt x="12" y="31"/>
                  </a:cubicBezTo>
                  <a:cubicBezTo>
                    <a:pt x="12" y="37"/>
                    <a:pt x="10" y="55"/>
                    <a:pt x="0" y="45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4" name="Freeform 1257">
              <a:extLst>
                <a:ext uri="{FF2B5EF4-FFF2-40B4-BE49-F238E27FC236}">
                  <a16:creationId xmlns:a16="http://schemas.microsoft.com/office/drawing/2014/main" id="{FDC163DE-C3AF-4ACF-AC3C-E7DA9BAD6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3595"/>
              <a:ext cx="74" cy="117"/>
            </a:xfrm>
            <a:custGeom>
              <a:avLst/>
              <a:gdLst>
                <a:gd name="T0" fmla="*/ 0 w 32"/>
                <a:gd name="T1" fmla="*/ 0 h 48"/>
                <a:gd name="T2" fmla="*/ 310 w 32"/>
                <a:gd name="T3" fmla="*/ 334 h 48"/>
                <a:gd name="T4" fmla="*/ 358 w 32"/>
                <a:gd name="T5" fmla="*/ 566 h 48"/>
                <a:gd name="T6" fmla="*/ 134 w 32"/>
                <a:gd name="T7" fmla="*/ 53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8">
                  <a:moveTo>
                    <a:pt x="0" y="0"/>
                  </a:moveTo>
                  <a:cubicBezTo>
                    <a:pt x="12" y="2"/>
                    <a:pt x="18" y="13"/>
                    <a:pt x="25" y="23"/>
                  </a:cubicBezTo>
                  <a:cubicBezTo>
                    <a:pt x="28" y="27"/>
                    <a:pt x="32" y="34"/>
                    <a:pt x="29" y="39"/>
                  </a:cubicBezTo>
                  <a:cubicBezTo>
                    <a:pt x="23" y="48"/>
                    <a:pt x="17" y="37"/>
                    <a:pt x="11" y="37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5" name="Freeform 1258">
              <a:extLst>
                <a:ext uri="{FF2B5EF4-FFF2-40B4-BE49-F238E27FC236}">
                  <a16:creationId xmlns:a16="http://schemas.microsoft.com/office/drawing/2014/main" id="{43015E7B-A1FF-4EF4-826D-5FFF0DA05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3943"/>
              <a:ext cx="129" cy="59"/>
            </a:xfrm>
            <a:custGeom>
              <a:avLst/>
              <a:gdLst>
                <a:gd name="T0" fmla="*/ 0 w 56"/>
                <a:gd name="T1" fmla="*/ 0 h 24"/>
                <a:gd name="T2" fmla="*/ 477 w 56"/>
                <a:gd name="T3" fmla="*/ 315 h 24"/>
                <a:gd name="T4" fmla="*/ 675 w 56"/>
                <a:gd name="T5" fmla="*/ 253 h 24"/>
                <a:gd name="T6" fmla="*/ 610 w 56"/>
                <a:gd name="T7" fmla="*/ 10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4">
                  <a:moveTo>
                    <a:pt x="0" y="0"/>
                  </a:moveTo>
                  <a:cubicBezTo>
                    <a:pt x="0" y="13"/>
                    <a:pt x="30" y="20"/>
                    <a:pt x="39" y="21"/>
                  </a:cubicBezTo>
                  <a:cubicBezTo>
                    <a:pt x="45" y="22"/>
                    <a:pt x="53" y="24"/>
                    <a:pt x="55" y="17"/>
                  </a:cubicBezTo>
                  <a:cubicBezTo>
                    <a:pt x="56" y="13"/>
                    <a:pt x="54" y="9"/>
                    <a:pt x="50" y="7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6" name="Freeform 1259">
              <a:extLst>
                <a:ext uri="{FF2B5EF4-FFF2-40B4-BE49-F238E27FC236}">
                  <a16:creationId xmlns:a16="http://schemas.microsoft.com/office/drawing/2014/main" id="{72F532F3-AF25-4BEA-B4B2-5796366D9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859"/>
              <a:ext cx="141" cy="120"/>
            </a:xfrm>
            <a:custGeom>
              <a:avLst/>
              <a:gdLst>
                <a:gd name="T0" fmla="*/ 0 w 61"/>
                <a:gd name="T1" fmla="*/ 517 h 49"/>
                <a:gd name="T2" fmla="*/ 509 w 61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9">
                  <a:moveTo>
                    <a:pt x="0" y="35"/>
                  </a:moveTo>
                  <a:cubicBezTo>
                    <a:pt x="15" y="49"/>
                    <a:pt x="61" y="13"/>
                    <a:pt x="41" y="0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7" name="Freeform 1260">
              <a:extLst>
                <a:ext uri="{FF2B5EF4-FFF2-40B4-BE49-F238E27FC236}">
                  <a16:creationId xmlns:a16="http://schemas.microsoft.com/office/drawing/2014/main" id="{3CD67683-F5ED-4CA2-A636-75BD0ACB0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391"/>
              <a:ext cx="73" cy="110"/>
            </a:xfrm>
            <a:custGeom>
              <a:avLst/>
              <a:gdLst>
                <a:gd name="T0" fmla="*/ 48 w 32"/>
                <a:gd name="T1" fmla="*/ 455 h 45"/>
                <a:gd name="T2" fmla="*/ 84 w 32"/>
                <a:gd name="T3" fmla="*/ 645 h 45"/>
                <a:gd name="T4" fmla="*/ 285 w 32"/>
                <a:gd name="T5" fmla="*/ 467 h 45"/>
                <a:gd name="T6" fmla="*/ 333 w 32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5">
                  <a:moveTo>
                    <a:pt x="4" y="31"/>
                  </a:moveTo>
                  <a:cubicBezTo>
                    <a:pt x="1" y="35"/>
                    <a:pt x="0" y="42"/>
                    <a:pt x="7" y="44"/>
                  </a:cubicBezTo>
                  <a:cubicBezTo>
                    <a:pt x="13" y="45"/>
                    <a:pt x="20" y="36"/>
                    <a:pt x="24" y="32"/>
                  </a:cubicBezTo>
                  <a:cubicBezTo>
                    <a:pt x="32" y="21"/>
                    <a:pt x="28" y="12"/>
                    <a:pt x="28" y="0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8" name="Freeform 1261">
              <a:extLst>
                <a:ext uri="{FF2B5EF4-FFF2-40B4-BE49-F238E27FC236}">
                  <a16:creationId xmlns:a16="http://schemas.microsoft.com/office/drawing/2014/main" id="{180B1C94-2A1C-4037-8E6C-5163ADF4A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974"/>
              <a:ext cx="73" cy="93"/>
            </a:xfrm>
            <a:custGeom>
              <a:avLst/>
              <a:gdLst>
                <a:gd name="T0" fmla="*/ 48 w 32"/>
                <a:gd name="T1" fmla="*/ 144 h 38"/>
                <a:gd name="T2" fmla="*/ 224 w 32"/>
                <a:gd name="T3" fmla="*/ 497 h 38"/>
                <a:gd name="T4" fmla="*/ 251 w 3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8">
                  <a:moveTo>
                    <a:pt x="4" y="10"/>
                  </a:moveTo>
                  <a:cubicBezTo>
                    <a:pt x="0" y="19"/>
                    <a:pt x="9" y="38"/>
                    <a:pt x="19" y="34"/>
                  </a:cubicBezTo>
                  <a:cubicBezTo>
                    <a:pt x="29" y="31"/>
                    <a:pt x="32" y="3"/>
                    <a:pt x="21" y="0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9" name="Freeform 1262">
              <a:extLst>
                <a:ext uri="{FF2B5EF4-FFF2-40B4-BE49-F238E27FC236}">
                  <a16:creationId xmlns:a16="http://schemas.microsoft.com/office/drawing/2014/main" id="{60AB9C99-93CD-4D2F-9B96-354354B01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3389"/>
              <a:ext cx="67" cy="164"/>
            </a:xfrm>
            <a:custGeom>
              <a:avLst/>
              <a:gdLst>
                <a:gd name="T0" fmla="*/ 28 w 29"/>
                <a:gd name="T1" fmla="*/ 570 h 67"/>
                <a:gd name="T2" fmla="*/ 0 w 29"/>
                <a:gd name="T3" fmla="*/ 982 h 67"/>
                <a:gd name="T4" fmla="*/ 236 w 29"/>
                <a:gd name="T5" fmla="*/ 455 h 67"/>
                <a:gd name="T6" fmla="*/ 330 w 29"/>
                <a:gd name="T7" fmla="*/ 0 h 67"/>
                <a:gd name="T8" fmla="*/ 196 w 29"/>
                <a:gd name="T9" fmla="*/ 42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7">
                  <a:moveTo>
                    <a:pt x="2" y="39"/>
                  </a:moveTo>
                  <a:cubicBezTo>
                    <a:pt x="11" y="43"/>
                    <a:pt x="0" y="61"/>
                    <a:pt x="0" y="67"/>
                  </a:cubicBezTo>
                  <a:cubicBezTo>
                    <a:pt x="8" y="57"/>
                    <a:pt x="14" y="43"/>
                    <a:pt x="19" y="31"/>
                  </a:cubicBezTo>
                  <a:cubicBezTo>
                    <a:pt x="23" y="22"/>
                    <a:pt x="29" y="10"/>
                    <a:pt x="27" y="0"/>
                  </a:cubicBezTo>
                  <a:cubicBezTo>
                    <a:pt x="22" y="8"/>
                    <a:pt x="23" y="21"/>
                    <a:pt x="16" y="29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0" name="Freeform 1263">
              <a:extLst>
                <a:ext uri="{FF2B5EF4-FFF2-40B4-BE49-F238E27FC236}">
                  <a16:creationId xmlns:a16="http://schemas.microsoft.com/office/drawing/2014/main" id="{B904A006-070B-4992-8324-285D57BF4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3879"/>
              <a:ext cx="103" cy="81"/>
            </a:xfrm>
            <a:custGeom>
              <a:avLst/>
              <a:gdLst>
                <a:gd name="T0" fmla="*/ 382 w 45"/>
                <a:gd name="T1" fmla="*/ 103 h 33"/>
                <a:gd name="T2" fmla="*/ 540 w 45"/>
                <a:gd name="T3" fmla="*/ 0 h 33"/>
                <a:gd name="T4" fmla="*/ 325 w 45"/>
                <a:gd name="T5" fmla="*/ 314 h 33"/>
                <a:gd name="T6" fmla="*/ 0 w 45"/>
                <a:gd name="T7" fmla="*/ 48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3">
                  <a:moveTo>
                    <a:pt x="32" y="7"/>
                  </a:moveTo>
                  <a:cubicBezTo>
                    <a:pt x="37" y="6"/>
                    <a:pt x="41" y="3"/>
                    <a:pt x="45" y="0"/>
                  </a:cubicBezTo>
                  <a:cubicBezTo>
                    <a:pt x="45" y="7"/>
                    <a:pt x="32" y="16"/>
                    <a:pt x="27" y="21"/>
                  </a:cubicBezTo>
                  <a:cubicBezTo>
                    <a:pt x="19" y="28"/>
                    <a:pt x="9" y="27"/>
                    <a:pt x="0" y="33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1" name="Freeform 1264">
              <a:extLst>
                <a:ext uri="{FF2B5EF4-FFF2-40B4-BE49-F238E27FC236}">
                  <a16:creationId xmlns:a16="http://schemas.microsoft.com/office/drawing/2014/main" id="{151386A6-FF95-429F-AC03-5196A3A00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960"/>
              <a:ext cx="209" cy="51"/>
            </a:xfrm>
            <a:custGeom>
              <a:avLst/>
              <a:gdLst>
                <a:gd name="T0" fmla="*/ 0 w 91"/>
                <a:gd name="T1" fmla="*/ 0 h 21"/>
                <a:gd name="T2" fmla="*/ 338 w 91"/>
                <a:gd name="T3" fmla="*/ 243 h 21"/>
                <a:gd name="T4" fmla="*/ 1102 w 91"/>
                <a:gd name="T5" fmla="*/ 260 h 21"/>
                <a:gd name="T6" fmla="*/ 597 w 91"/>
                <a:gd name="T7" fmla="*/ 243 h 21"/>
                <a:gd name="T8" fmla="*/ 423 w 91"/>
                <a:gd name="T9" fmla="*/ 189 h 21"/>
                <a:gd name="T10" fmla="*/ 269 w 91"/>
                <a:gd name="T11" fmla="*/ 8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21">
                  <a:moveTo>
                    <a:pt x="0" y="0"/>
                  </a:moveTo>
                  <a:cubicBezTo>
                    <a:pt x="11" y="6"/>
                    <a:pt x="15" y="13"/>
                    <a:pt x="28" y="17"/>
                  </a:cubicBezTo>
                  <a:cubicBezTo>
                    <a:pt x="42" y="21"/>
                    <a:pt x="77" y="21"/>
                    <a:pt x="91" y="18"/>
                  </a:cubicBezTo>
                  <a:cubicBezTo>
                    <a:pt x="80" y="16"/>
                    <a:pt x="61" y="18"/>
                    <a:pt x="49" y="17"/>
                  </a:cubicBezTo>
                  <a:cubicBezTo>
                    <a:pt x="43" y="17"/>
                    <a:pt x="39" y="17"/>
                    <a:pt x="35" y="13"/>
                  </a:cubicBezTo>
                  <a:cubicBezTo>
                    <a:pt x="31" y="9"/>
                    <a:pt x="29" y="5"/>
                    <a:pt x="22" y="6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2" name="Freeform 1265">
              <a:extLst>
                <a:ext uri="{FF2B5EF4-FFF2-40B4-BE49-F238E27FC236}">
                  <a16:creationId xmlns:a16="http://schemas.microsoft.com/office/drawing/2014/main" id="{BA733FDD-7F3D-479E-8ACF-BEDBB3C9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727"/>
              <a:ext cx="152" cy="78"/>
            </a:xfrm>
            <a:custGeom>
              <a:avLst/>
              <a:gdLst>
                <a:gd name="T0" fmla="*/ 0 w 66"/>
                <a:gd name="T1" fmla="*/ 0 h 32"/>
                <a:gd name="T2" fmla="*/ 309 w 66"/>
                <a:gd name="T3" fmla="*/ 161 h 32"/>
                <a:gd name="T4" fmla="*/ 573 w 66"/>
                <a:gd name="T5" fmla="*/ 322 h 32"/>
                <a:gd name="T6" fmla="*/ 696 w 66"/>
                <a:gd name="T7" fmla="*/ 322 h 32"/>
                <a:gd name="T8" fmla="*/ 590 w 66"/>
                <a:gd name="T9" fmla="*/ 232 h 32"/>
                <a:gd name="T10" fmla="*/ 440 w 66"/>
                <a:gd name="T11" fmla="*/ 100 h 32"/>
                <a:gd name="T12" fmla="*/ 488 w 66"/>
                <a:gd name="T13" fmla="*/ 219 h 32"/>
                <a:gd name="T14" fmla="*/ 339 w 66"/>
                <a:gd name="T15" fmla="*/ 119 h 32"/>
                <a:gd name="T16" fmla="*/ 74 w 66"/>
                <a:gd name="T17" fmla="*/ 7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32">
                  <a:moveTo>
                    <a:pt x="0" y="0"/>
                  </a:moveTo>
                  <a:cubicBezTo>
                    <a:pt x="6" y="6"/>
                    <a:pt x="18" y="7"/>
                    <a:pt x="25" y="11"/>
                  </a:cubicBezTo>
                  <a:cubicBezTo>
                    <a:pt x="33" y="14"/>
                    <a:pt x="40" y="18"/>
                    <a:pt x="47" y="22"/>
                  </a:cubicBezTo>
                  <a:cubicBezTo>
                    <a:pt x="50" y="24"/>
                    <a:pt x="66" y="32"/>
                    <a:pt x="57" y="22"/>
                  </a:cubicBezTo>
                  <a:cubicBezTo>
                    <a:pt x="56" y="20"/>
                    <a:pt x="51" y="18"/>
                    <a:pt x="48" y="16"/>
                  </a:cubicBezTo>
                  <a:cubicBezTo>
                    <a:pt x="44" y="13"/>
                    <a:pt x="40" y="10"/>
                    <a:pt x="36" y="7"/>
                  </a:cubicBezTo>
                  <a:cubicBezTo>
                    <a:pt x="39" y="8"/>
                    <a:pt x="42" y="11"/>
                    <a:pt x="40" y="15"/>
                  </a:cubicBezTo>
                  <a:cubicBezTo>
                    <a:pt x="36" y="13"/>
                    <a:pt x="32" y="10"/>
                    <a:pt x="28" y="8"/>
                  </a:cubicBezTo>
                  <a:cubicBezTo>
                    <a:pt x="21" y="5"/>
                    <a:pt x="14" y="5"/>
                    <a:pt x="6" y="5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3" name="Freeform 1266">
              <a:extLst>
                <a:ext uri="{FF2B5EF4-FFF2-40B4-BE49-F238E27FC236}">
                  <a16:creationId xmlns:a16="http://schemas.microsoft.com/office/drawing/2014/main" id="{997E0F6A-A486-438F-BB3D-A17E3CB82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3170"/>
              <a:ext cx="41" cy="226"/>
            </a:xfrm>
            <a:custGeom>
              <a:avLst/>
              <a:gdLst>
                <a:gd name="T0" fmla="*/ 11 w 18"/>
                <a:gd name="T1" fmla="*/ 1231 h 92"/>
                <a:gd name="T2" fmla="*/ 0 w 18"/>
                <a:gd name="T3" fmla="*/ 1363 h 92"/>
                <a:gd name="T4" fmla="*/ 175 w 18"/>
                <a:gd name="T5" fmla="*/ 622 h 92"/>
                <a:gd name="T6" fmla="*/ 212 w 18"/>
                <a:gd name="T7" fmla="*/ 295 h 92"/>
                <a:gd name="T8" fmla="*/ 175 w 18"/>
                <a:gd name="T9" fmla="*/ 0 h 92"/>
                <a:gd name="T10" fmla="*/ 93 w 18"/>
                <a:gd name="T11" fmla="*/ 356 h 92"/>
                <a:gd name="T12" fmla="*/ 130 w 18"/>
                <a:gd name="T13" fmla="*/ 477 h 92"/>
                <a:gd name="T14" fmla="*/ 109 w 18"/>
                <a:gd name="T15" fmla="*/ 671 h 92"/>
                <a:gd name="T16" fmla="*/ 0 w 18"/>
                <a:gd name="T17" fmla="*/ 1292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92">
                  <a:moveTo>
                    <a:pt x="1" y="83"/>
                  </a:moveTo>
                  <a:cubicBezTo>
                    <a:pt x="0" y="86"/>
                    <a:pt x="0" y="89"/>
                    <a:pt x="0" y="92"/>
                  </a:cubicBezTo>
                  <a:cubicBezTo>
                    <a:pt x="9" y="91"/>
                    <a:pt x="13" y="51"/>
                    <a:pt x="15" y="42"/>
                  </a:cubicBezTo>
                  <a:cubicBezTo>
                    <a:pt x="16" y="35"/>
                    <a:pt x="18" y="28"/>
                    <a:pt x="18" y="20"/>
                  </a:cubicBezTo>
                  <a:cubicBezTo>
                    <a:pt x="18" y="13"/>
                    <a:pt x="15" y="7"/>
                    <a:pt x="15" y="0"/>
                  </a:cubicBezTo>
                  <a:cubicBezTo>
                    <a:pt x="12" y="3"/>
                    <a:pt x="8" y="20"/>
                    <a:pt x="8" y="24"/>
                  </a:cubicBezTo>
                  <a:cubicBezTo>
                    <a:pt x="9" y="27"/>
                    <a:pt x="11" y="29"/>
                    <a:pt x="11" y="32"/>
                  </a:cubicBezTo>
                  <a:cubicBezTo>
                    <a:pt x="11" y="37"/>
                    <a:pt x="10" y="41"/>
                    <a:pt x="9" y="45"/>
                  </a:cubicBezTo>
                  <a:cubicBezTo>
                    <a:pt x="7" y="59"/>
                    <a:pt x="5" y="74"/>
                    <a:pt x="0" y="87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4" name="Freeform 1267">
              <a:extLst>
                <a:ext uri="{FF2B5EF4-FFF2-40B4-BE49-F238E27FC236}">
                  <a16:creationId xmlns:a16="http://schemas.microsoft.com/office/drawing/2014/main" id="{35BA7C12-92E5-410B-83DC-33A546B99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741"/>
              <a:ext cx="145" cy="81"/>
            </a:xfrm>
            <a:custGeom>
              <a:avLst/>
              <a:gdLst>
                <a:gd name="T0" fmla="*/ 0 w 63"/>
                <a:gd name="T1" fmla="*/ 488 h 33"/>
                <a:gd name="T2" fmla="*/ 414 w 63"/>
                <a:gd name="T3" fmla="*/ 253 h 33"/>
                <a:gd name="T4" fmla="*/ 769 w 63"/>
                <a:gd name="T5" fmla="*/ 0 h 33"/>
                <a:gd name="T6" fmla="*/ 525 w 63"/>
                <a:gd name="T7" fmla="*/ 133 h 33"/>
                <a:gd name="T8" fmla="*/ 329 w 63"/>
                <a:gd name="T9" fmla="*/ 150 h 33"/>
                <a:gd name="T10" fmla="*/ 110 w 63"/>
                <a:gd name="T11" fmla="*/ 295 h 33"/>
                <a:gd name="T12" fmla="*/ 133 w 63"/>
                <a:gd name="T13" fmla="*/ 368 h 33"/>
                <a:gd name="T14" fmla="*/ 64 w 63"/>
                <a:gd name="T15" fmla="*/ 476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3">
                  <a:moveTo>
                    <a:pt x="0" y="33"/>
                  </a:moveTo>
                  <a:cubicBezTo>
                    <a:pt x="12" y="31"/>
                    <a:pt x="24" y="24"/>
                    <a:pt x="34" y="17"/>
                  </a:cubicBezTo>
                  <a:cubicBezTo>
                    <a:pt x="44" y="12"/>
                    <a:pt x="54" y="7"/>
                    <a:pt x="63" y="0"/>
                  </a:cubicBezTo>
                  <a:cubicBezTo>
                    <a:pt x="55" y="0"/>
                    <a:pt x="50" y="7"/>
                    <a:pt x="43" y="9"/>
                  </a:cubicBezTo>
                  <a:cubicBezTo>
                    <a:pt x="38" y="11"/>
                    <a:pt x="32" y="9"/>
                    <a:pt x="27" y="10"/>
                  </a:cubicBezTo>
                  <a:cubicBezTo>
                    <a:pt x="27" y="21"/>
                    <a:pt x="11" y="14"/>
                    <a:pt x="9" y="20"/>
                  </a:cubicBezTo>
                  <a:cubicBezTo>
                    <a:pt x="7" y="23"/>
                    <a:pt x="11" y="24"/>
                    <a:pt x="11" y="25"/>
                  </a:cubicBezTo>
                  <a:cubicBezTo>
                    <a:pt x="10" y="28"/>
                    <a:pt x="7" y="31"/>
                    <a:pt x="5" y="32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5" name="Freeform 1268">
              <a:extLst>
                <a:ext uri="{FF2B5EF4-FFF2-40B4-BE49-F238E27FC236}">
                  <a16:creationId xmlns:a16="http://schemas.microsoft.com/office/drawing/2014/main" id="{2F4B519F-778E-4337-9683-553517AB6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761"/>
              <a:ext cx="76" cy="44"/>
            </a:xfrm>
            <a:custGeom>
              <a:avLst/>
              <a:gdLst>
                <a:gd name="T0" fmla="*/ 111 w 33"/>
                <a:gd name="T1" fmla="*/ 103 h 18"/>
                <a:gd name="T2" fmla="*/ 403 w 33"/>
                <a:gd name="T3" fmla="*/ 232 h 18"/>
                <a:gd name="T4" fmla="*/ 269 w 33"/>
                <a:gd name="T5" fmla="*/ 120 h 18"/>
                <a:gd name="T6" fmla="*/ 196 w 33"/>
                <a:gd name="T7" fmla="*/ 0 h 18"/>
                <a:gd name="T8" fmla="*/ 0 w 33"/>
                <a:gd name="T9" fmla="*/ 9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8">
                  <a:moveTo>
                    <a:pt x="9" y="7"/>
                  </a:moveTo>
                  <a:cubicBezTo>
                    <a:pt x="16" y="8"/>
                    <a:pt x="26" y="18"/>
                    <a:pt x="33" y="16"/>
                  </a:cubicBezTo>
                  <a:cubicBezTo>
                    <a:pt x="30" y="12"/>
                    <a:pt x="25" y="11"/>
                    <a:pt x="22" y="8"/>
                  </a:cubicBezTo>
                  <a:cubicBezTo>
                    <a:pt x="19" y="5"/>
                    <a:pt x="19" y="1"/>
                    <a:pt x="16" y="0"/>
                  </a:cubicBezTo>
                  <a:cubicBezTo>
                    <a:pt x="20" y="11"/>
                    <a:pt x="5" y="4"/>
                    <a:pt x="0" y="6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6" name="Freeform 1269">
              <a:extLst>
                <a:ext uri="{FF2B5EF4-FFF2-40B4-BE49-F238E27FC236}">
                  <a16:creationId xmlns:a16="http://schemas.microsoft.com/office/drawing/2014/main" id="{2E709EAE-AB74-4CCF-A592-506E2D5D0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3099"/>
              <a:ext cx="89" cy="142"/>
            </a:xfrm>
            <a:custGeom>
              <a:avLst/>
              <a:gdLst>
                <a:gd name="T0" fmla="*/ 141 w 39"/>
                <a:gd name="T1" fmla="*/ 306 h 58"/>
                <a:gd name="T2" fmla="*/ 390 w 39"/>
                <a:gd name="T3" fmla="*/ 852 h 58"/>
                <a:gd name="T4" fmla="*/ 333 w 39"/>
                <a:gd name="T5" fmla="*/ 426 h 58"/>
                <a:gd name="T6" fmla="*/ 322 w 39"/>
                <a:gd name="T7" fmla="*/ 546 h 58"/>
                <a:gd name="T8" fmla="*/ 224 w 39"/>
                <a:gd name="T9" fmla="*/ 397 h 58"/>
                <a:gd name="T10" fmla="*/ 130 w 39"/>
                <a:gd name="T11" fmla="*/ 264 h 58"/>
                <a:gd name="T12" fmla="*/ 0 w 39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58">
                  <a:moveTo>
                    <a:pt x="12" y="21"/>
                  </a:moveTo>
                  <a:cubicBezTo>
                    <a:pt x="21" y="31"/>
                    <a:pt x="24" y="48"/>
                    <a:pt x="33" y="58"/>
                  </a:cubicBezTo>
                  <a:cubicBezTo>
                    <a:pt x="39" y="51"/>
                    <a:pt x="31" y="36"/>
                    <a:pt x="28" y="29"/>
                  </a:cubicBezTo>
                  <a:cubicBezTo>
                    <a:pt x="28" y="32"/>
                    <a:pt x="28" y="35"/>
                    <a:pt x="27" y="37"/>
                  </a:cubicBezTo>
                  <a:cubicBezTo>
                    <a:pt x="24" y="36"/>
                    <a:pt x="21" y="31"/>
                    <a:pt x="19" y="27"/>
                  </a:cubicBezTo>
                  <a:cubicBezTo>
                    <a:pt x="16" y="23"/>
                    <a:pt x="14" y="22"/>
                    <a:pt x="11" y="18"/>
                  </a:cubicBezTo>
                  <a:cubicBezTo>
                    <a:pt x="5" y="13"/>
                    <a:pt x="4" y="6"/>
                    <a:pt x="0" y="0"/>
                  </a:cubicBezTo>
                </a:path>
              </a:pathLst>
            </a:custGeom>
            <a:solidFill>
              <a:srgbClr val="B36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7" name="Freeform 1270">
              <a:extLst>
                <a:ext uri="{FF2B5EF4-FFF2-40B4-BE49-F238E27FC236}">
                  <a16:creationId xmlns:a16="http://schemas.microsoft.com/office/drawing/2014/main" id="{862F6040-987E-45E0-BB29-3BF47D313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832"/>
              <a:ext cx="126" cy="58"/>
            </a:xfrm>
            <a:custGeom>
              <a:avLst/>
              <a:gdLst>
                <a:gd name="T0" fmla="*/ 252 w 55"/>
                <a:gd name="T1" fmla="*/ 0 h 24"/>
                <a:gd name="T2" fmla="*/ 204 w 55"/>
                <a:gd name="T3" fmla="*/ 239 h 24"/>
                <a:gd name="T4" fmla="*/ 0 w 55"/>
                <a:gd name="T5" fmla="*/ 309 h 24"/>
                <a:gd name="T6" fmla="*/ 131 w 55"/>
                <a:gd name="T7" fmla="*/ 326 h 24"/>
                <a:gd name="T8" fmla="*/ 325 w 55"/>
                <a:gd name="T9" fmla="*/ 280 h 24"/>
                <a:gd name="T10" fmla="*/ 493 w 55"/>
                <a:gd name="T11" fmla="*/ 326 h 24"/>
                <a:gd name="T12" fmla="*/ 662 w 55"/>
                <a:gd name="T13" fmla="*/ 198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4">
                  <a:moveTo>
                    <a:pt x="21" y="0"/>
                  </a:moveTo>
                  <a:cubicBezTo>
                    <a:pt x="23" y="8"/>
                    <a:pt x="24" y="13"/>
                    <a:pt x="17" y="17"/>
                  </a:cubicBezTo>
                  <a:cubicBezTo>
                    <a:pt x="12" y="19"/>
                    <a:pt x="4" y="18"/>
                    <a:pt x="0" y="22"/>
                  </a:cubicBezTo>
                  <a:cubicBezTo>
                    <a:pt x="4" y="21"/>
                    <a:pt x="8" y="23"/>
                    <a:pt x="11" y="23"/>
                  </a:cubicBezTo>
                  <a:cubicBezTo>
                    <a:pt x="16" y="23"/>
                    <a:pt x="21" y="20"/>
                    <a:pt x="27" y="20"/>
                  </a:cubicBezTo>
                  <a:cubicBezTo>
                    <a:pt x="32" y="20"/>
                    <a:pt x="36" y="22"/>
                    <a:pt x="41" y="23"/>
                  </a:cubicBezTo>
                  <a:cubicBezTo>
                    <a:pt x="51" y="24"/>
                    <a:pt x="50" y="21"/>
                    <a:pt x="55" y="14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8" name="Freeform 1271">
              <a:extLst>
                <a:ext uri="{FF2B5EF4-FFF2-40B4-BE49-F238E27FC236}">
                  <a16:creationId xmlns:a16="http://schemas.microsoft.com/office/drawing/2014/main" id="{C8715754-DFA6-4AC6-A4E2-F4CAD3026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753"/>
              <a:ext cx="209" cy="54"/>
            </a:xfrm>
            <a:custGeom>
              <a:avLst/>
              <a:gdLst>
                <a:gd name="T0" fmla="*/ 785 w 91"/>
                <a:gd name="T1" fmla="*/ 0 h 22"/>
                <a:gd name="T2" fmla="*/ 475 w 91"/>
                <a:gd name="T3" fmla="*/ 162 h 22"/>
                <a:gd name="T4" fmla="*/ 232 w 91"/>
                <a:gd name="T5" fmla="*/ 236 h 22"/>
                <a:gd name="T6" fmla="*/ 0 w 91"/>
                <a:gd name="T7" fmla="*/ 326 h 22"/>
                <a:gd name="T8" fmla="*/ 269 w 91"/>
                <a:gd name="T9" fmla="*/ 314 h 22"/>
                <a:gd name="T10" fmla="*/ 521 w 91"/>
                <a:gd name="T11" fmla="*/ 223 h 22"/>
                <a:gd name="T12" fmla="*/ 765 w 91"/>
                <a:gd name="T13" fmla="*/ 223 h 22"/>
                <a:gd name="T14" fmla="*/ 1102 w 91"/>
                <a:gd name="T15" fmla="*/ 174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22">
                  <a:moveTo>
                    <a:pt x="65" y="0"/>
                  </a:moveTo>
                  <a:cubicBezTo>
                    <a:pt x="75" y="12"/>
                    <a:pt x="44" y="11"/>
                    <a:pt x="39" y="11"/>
                  </a:cubicBezTo>
                  <a:cubicBezTo>
                    <a:pt x="31" y="11"/>
                    <a:pt x="26" y="12"/>
                    <a:pt x="19" y="16"/>
                  </a:cubicBezTo>
                  <a:cubicBezTo>
                    <a:pt x="13" y="18"/>
                    <a:pt x="5" y="18"/>
                    <a:pt x="0" y="22"/>
                  </a:cubicBezTo>
                  <a:cubicBezTo>
                    <a:pt x="7" y="19"/>
                    <a:pt x="15" y="22"/>
                    <a:pt x="22" y="21"/>
                  </a:cubicBezTo>
                  <a:cubicBezTo>
                    <a:pt x="29" y="20"/>
                    <a:pt x="36" y="17"/>
                    <a:pt x="43" y="15"/>
                  </a:cubicBezTo>
                  <a:cubicBezTo>
                    <a:pt x="50" y="14"/>
                    <a:pt x="56" y="15"/>
                    <a:pt x="63" y="15"/>
                  </a:cubicBezTo>
                  <a:cubicBezTo>
                    <a:pt x="72" y="15"/>
                    <a:pt x="82" y="12"/>
                    <a:pt x="91" y="12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9" name="Freeform 1272">
              <a:extLst>
                <a:ext uri="{FF2B5EF4-FFF2-40B4-BE49-F238E27FC236}">
                  <a16:creationId xmlns:a16="http://schemas.microsoft.com/office/drawing/2014/main" id="{DDB2595A-5E5E-4C2D-AA00-E774CA2FB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707"/>
              <a:ext cx="46" cy="24"/>
            </a:xfrm>
            <a:custGeom>
              <a:avLst/>
              <a:gdLst>
                <a:gd name="T0" fmla="*/ 64 w 20"/>
                <a:gd name="T1" fmla="*/ 0 h 10"/>
                <a:gd name="T2" fmla="*/ 0 w 20"/>
                <a:gd name="T3" fmla="*/ 127 h 10"/>
                <a:gd name="T4" fmla="*/ 244 w 20"/>
                <a:gd name="T5" fmla="*/ 1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">
                  <a:moveTo>
                    <a:pt x="5" y="0"/>
                  </a:moveTo>
                  <a:cubicBezTo>
                    <a:pt x="5" y="4"/>
                    <a:pt x="2" y="7"/>
                    <a:pt x="0" y="9"/>
                  </a:cubicBezTo>
                  <a:cubicBezTo>
                    <a:pt x="6" y="7"/>
                    <a:pt x="13" y="10"/>
                    <a:pt x="20" y="9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0" name="Freeform 1273">
              <a:extLst>
                <a:ext uri="{FF2B5EF4-FFF2-40B4-BE49-F238E27FC236}">
                  <a16:creationId xmlns:a16="http://schemas.microsoft.com/office/drawing/2014/main" id="{FDB95567-DA6A-460A-8D51-0B7CFA3BA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888"/>
              <a:ext cx="151" cy="69"/>
            </a:xfrm>
            <a:custGeom>
              <a:avLst/>
              <a:gdLst>
                <a:gd name="T0" fmla="*/ 634 w 66"/>
                <a:gd name="T1" fmla="*/ 0 h 28"/>
                <a:gd name="T2" fmla="*/ 309 w 66"/>
                <a:gd name="T3" fmla="*/ 286 h 28"/>
                <a:gd name="T4" fmla="*/ 0 w 66"/>
                <a:gd name="T5" fmla="*/ 389 h 28"/>
                <a:gd name="T6" fmla="*/ 261 w 66"/>
                <a:gd name="T7" fmla="*/ 419 h 28"/>
                <a:gd name="T8" fmla="*/ 480 w 66"/>
                <a:gd name="T9" fmla="*/ 266 h 28"/>
                <a:gd name="T10" fmla="*/ 622 w 66"/>
                <a:gd name="T11" fmla="*/ 256 h 28"/>
                <a:gd name="T12" fmla="*/ 789 w 66"/>
                <a:gd name="T13" fmla="*/ 3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8">
                  <a:moveTo>
                    <a:pt x="53" y="0"/>
                  </a:moveTo>
                  <a:cubicBezTo>
                    <a:pt x="56" y="11"/>
                    <a:pt x="33" y="16"/>
                    <a:pt x="26" y="19"/>
                  </a:cubicBezTo>
                  <a:cubicBezTo>
                    <a:pt x="18" y="23"/>
                    <a:pt x="7" y="22"/>
                    <a:pt x="0" y="26"/>
                  </a:cubicBezTo>
                  <a:cubicBezTo>
                    <a:pt x="7" y="26"/>
                    <a:pt x="14" y="26"/>
                    <a:pt x="22" y="28"/>
                  </a:cubicBezTo>
                  <a:cubicBezTo>
                    <a:pt x="24" y="22"/>
                    <a:pt x="35" y="19"/>
                    <a:pt x="40" y="18"/>
                  </a:cubicBezTo>
                  <a:cubicBezTo>
                    <a:pt x="45" y="18"/>
                    <a:pt x="48" y="19"/>
                    <a:pt x="52" y="17"/>
                  </a:cubicBezTo>
                  <a:cubicBezTo>
                    <a:pt x="58" y="14"/>
                    <a:pt x="61" y="6"/>
                    <a:pt x="66" y="2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1" name="Freeform 1274">
              <a:extLst>
                <a:ext uri="{FF2B5EF4-FFF2-40B4-BE49-F238E27FC236}">
                  <a16:creationId xmlns:a16="http://schemas.microsoft.com/office/drawing/2014/main" id="{DBF75078-84D1-4FC1-8729-1FB6445C5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861"/>
              <a:ext cx="110" cy="42"/>
            </a:xfrm>
            <a:custGeom>
              <a:avLst/>
              <a:gdLst>
                <a:gd name="T0" fmla="*/ 0 w 48"/>
                <a:gd name="T1" fmla="*/ 257 h 17"/>
                <a:gd name="T2" fmla="*/ 337 w 48"/>
                <a:gd name="T3" fmla="*/ 133 h 17"/>
                <a:gd name="T4" fmla="*/ 578 w 48"/>
                <a:gd name="T5" fmla="*/ 62 h 17"/>
                <a:gd name="T6" fmla="*/ 374 w 48"/>
                <a:gd name="T7" fmla="*/ 62 h 17"/>
                <a:gd name="T8" fmla="*/ 0 w 48"/>
                <a:gd name="T9" fmla="*/ 2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7">
                  <a:moveTo>
                    <a:pt x="0" y="17"/>
                  </a:moveTo>
                  <a:cubicBezTo>
                    <a:pt x="8" y="13"/>
                    <a:pt x="20" y="11"/>
                    <a:pt x="28" y="9"/>
                  </a:cubicBezTo>
                  <a:cubicBezTo>
                    <a:pt x="34" y="8"/>
                    <a:pt x="42" y="6"/>
                    <a:pt x="48" y="4"/>
                  </a:cubicBezTo>
                  <a:cubicBezTo>
                    <a:pt x="44" y="0"/>
                    <a:pt x="37" y="2"/>
                    <a:pt x="31" y="4"/>
                  </a:cubicBezTo>
                  <a:cubicBezTo>
                    <a:pt x="23" y="6"/>
                    <a:pt x="4" y="10"/>
                    <a:pt x="0" y="17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2" name="Freeform 1275">
              <a:extLst>
                <a:ext uri="{FF2B5EF4-FFF2-40B4-BE49-F238E27FC236}">
                  <a16:creationId xmlns:a16="http://schemas.microsoft.com/office/drawing/2014/main" id="{6DFB4086-9B6D-4874-8BB0-E88FD69DD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038"/>
              <a:ext cx="140" cy="186"/>
            </a:xfrm>
            <a:custGeom>
              <a:avLst/>
              <a:gdLst>
                <a:gd name="T0" fmla="*/ 737 w 61"/>
                <a:gd name="T1" fmla="*/ 1101 h 76"/>
                <a:gd name="T2" fmla="*/ 521 w 61"/>
                <a:gd name="T3" fmla="*/ 940 h 76"/>
                <a:gd name="T4" fmla="*/ 374 w 61"/>
                <a:gd name="T5" fmla="*/ 414 h 76"/>
                <a:gd name="T6" fmla="*/ 700 w 61"/>
                <a:gd name="T7" fmla="*/ 252 h 76"/>
                <a:gd name="T8" fmla="*/ 728 w 61"/>
                <a:gd name="T9" fmla="*/ 191 h 76"/>
                <a:gd name="T10" fmla="*/ 700 w 61"/>
                <a:gd name="T11" fmla="*/ 162 h 76"/>
                <a:gd name="T12" fmla="*/ 617 w 61"/>
                <a:gd name="T13" fmla="*/ 174 h 76"/>
                <a:gd name="T14" fmla="*/ 386 w 61"/>
                <a:gd name="T15" fmla="*/ 264 h 76"/>
                <a:gd name="T16" fmla="*/ 216 w 61"/>
                <a:gd name="T17" fmla="*/ 162 h 76"/>
                <a:gd name="T18" fmla="*/ 37 w 61"/>
                <a:gd name="T19" fmla="*/ 0 h 76"/>
                <a:gd name="T20" fmla="*/ 0 w 61"/>
                <a:gd name="T21" fmla="*/ 0 h 76"/>
                <a:gd name="T22" fmla="*/ 85 w 61"/>
                <a:gd name="T23" fmla="*/ 144 h 76"/>
                <a:gd name="T24" fmla="*/ 195 w 61"/>
                <a:gd name="T25" fmla="*/ 384 h 76"/>
                <a:gd name="T26" fmla="*/ 207 w 61"/>
                <a:gd name="T27" fmla="*/ 455 h 76"/>
                <a:gd name="T28" fmla="*/ 232 w 61"/>
                <a:gd name="T29" fmla="*/ 514 h 76"/>
                <a:gd name="T30" fmla="*/ 243 w 61"/>
                <a:gd name="T31" fmla="*/ 568 h 76"/>
                <a:gd name="T32" fmla="*/ 353 w 61"/>
                <a:gd name="T33" fmla="*/ 732 h 76"/>
                <a:gd name="T34" fmla="*/ 475 w 61"/>
                <a:gd name="T35" fmla="*/ 969 h 76"/>
                <a:gd name="T36" fmla="*/ 691 w 61"/>
                <a:gd name="T37" fmla="*/ 1114 h 76"/>
                <a:gd name="T38" fmla="*/ 737 w 61"/>
                <a:gd name="T39" fmla="*/ 1101 h 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1" h="76">
                  <a:moveTo>
                    <a:pt x="61" y="75"/>
                  </a:moveTo>
                  <a:cubicBezTo>
                    <a:pt x="53" y="70"/>
                    <a:pt x="46" y="67"/>
                    <a:pt x="43" y="64"/>
                  </a:cubicBezTo>
                  <a:cubicBezTo>
                    <a:pt x="36" y="54"/>
                    <a:pt x="18" y="26"/>
                    <a:pt x="31" y="28"/>
                  </a:cubicBezTo>
                  <a:cubicBezTo>
                    <a:pt x="36" y="28"/>
                    <a:pt x="49" y="20"/>
                    <a:pt x="58" y="17"/>
                  </a:cubicBezTo>
                  <a:cubicBezTo>
                    <a:pt x="59" y="16"/>
                    <a:pt x="59" y="14"/>
                    <a:pt x="60" y="13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6" y="11"/>
                    <a:pt x="54" y="11"/>
                    <a:pt x="51" y="12"/>
                  </a:cubicBezTo>
                  <a:cubicBezTo>
                    <a:pt x="45" y="14"/>
                    <a:pt x="39" y="19"/>
                    <a:pt x="32" y="18"/>
                  </a:cubicBezTo>
                  <a:cubicBezTo>
                    <a:pt x="27" y="17"/>
                    <a:pt x="23" y="14"/>
                    <a:pt x="18" y="11"/>
                  </a:cubicBezTo>
                  <a:cubicBezTo>
                    <a:pt x="14" y="8"/>
                    <a:pt x="8" y="1"/>
                    <a:pt x="3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4"/>
                    <a:pt x="4" y="6"/>
                    <a:pt x="7" y="10"/>
                  </a:cubicBezTo>
                  <a:cubicBezTo>
                    <a:pt x="11" y="14"/>
                    <a:pt x="14" y="20"/>
                    <a:pt x="16" y="26"/>
                  </a:cubicBezTo>
                  <a:cubicBezTo>
                    <a:pt x="17" y="27"/>
                    <a:pt x="17" y="29"/>
                    <a:pt x="17" y="31"/>
                  </a:cubicBezTo>
                  <a:cubicBezTo>
                    <a:pt x="18" y="32"/>
                    <a:pt x="18" y="34"/>
                    <a:pt x="19" y="35"/>
                  </a:cubicBezTo>
                  <a:cubicBezTo>
                    <a:pt x="19" y="36"/>
                    <a:pt x="19" y="38"/>
                    <a:pt x="20" y="39"/>
                  </a:cubicBezTo>
                  <a:cubicBezTo>
                    <a:pt x="22" y="43"/>
                    <a:pt x="25" y="47"/>
                    <a:pt x="29" y="50"/>
                  </a:cubicBezTo>
                  <a:cubicBezTo>
                    <a:pt x="32" y="53"/>
                    <a:pt x="37" y="62"/>
                    <a:pt x="39" y="66"/>
                  </a:cubicBezTo>
                  <a:cubicBezTo>
                    <a:pt x="41" y="68"/>
                    <a:pt x="50" y="76"/>
                    <a:pt x="57" y="76"/>
                  </a:cubicBezTo>
                  <a:cubicBezTo>
                    <a:pt x="59" y="76"/>
                    <a:pt x="60" y="75"/>
                    <a:pt x="61" y="75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3" name="Freeform 1276">
              <a:extLst>
                <a:ext uri="{FF2B5EF4-FFF2-40B4-BE49-F238E27FC236}">
                  <a16:creationId xmlns:a16="http://schemas.microsoft.com/office/drawing/2014/main" id="{6203712B-B52C-4DBD-825B-098E7B74B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913"/>
              <a:ext cx="90" cy="73"/>
            </a:xfrm>
            <a:custGeom>
              <a:avLst/>
              <a:gdLst>
                <a:gd name="T0" fmla="*/ 134 w 39"/>
                <a:gd name="T1" fmla="*/ 433 h 30"/>
                <a:gd name="T2" fmla="*/ 256 w 39"/>
                <a:gd name="T3" fmla="*/ 131 h 30"/>
                <a:gd name="T4" fmla="*/ 480 w 39"/>
                <a:gd name="T5" fmla="*/ 219 h 30"/>
                <a:gd name="T6" fmla="*/ 208 w 39"/>
                <a:gd name="T7" fmla="*/ 29 h 30"/>
                <a:gd name="T8" fmla="*/ 111 w 39"/>
                <a:gd name="T9" fmla="*/ 100 h 30"/>
                <a:gd name="T10" fmla="*/ 37 w 39"/>
                <a:gd name="T11" fmla="*/ 33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0">
                  <a:moveTo>
                    <a:pt x="11" y="30"/>
                  </a:moveTo>
                  <a:cubicBezTo>
                    <a:pt x="8" y="23"/>
                    <a:pt x="14" y="11"/>
                    <a:pt x="21" y="9"/>
                  </a:cubicBezTo>
                  <a:cubicBezTo>
                    <a:pt x="27" y="8"/>
                    <a:pt x="34" y="12"/>
                    <a:pt x="39" y="15"/>
                  </a:cubicBezTo>
                  <a:cubicBezTo>
                    <a:pt x="33" y="6"/>
                    <a:pt x="31" y="0"/>
                    <a:pt x="17" y="2"/>
                  </a:cubicBezTo>
                  <a:cubicBezTo>
                    <a:pt x="14" y="3"/>
                    <a:pt x="10" y="5"/>
                    <a:pt x="9" y="7"/>
                  </a:cubicBezTo>
                  <a:cubicBezTo>
                    <a:pt x="6" y="10"/>
                    <a:pt x="0" y="20"/>
                    <a:pt x="3" y="23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4" name="Freeform 1277">
              <a:extLst>
                <a:ext uri="{FF2B5EF4-FFF2-40B4-BE49-F238E27FC236}">
                  <a16:creationId xmlns:a16="http://schemas.microsoft.com/office/drawing/2014/main" id="{486A1768-9D5A-4784-88CB-7DCC40648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596"/>
              <a:ext cx="209" cy="93"/>
            </a:xfrm>
            <a:custGeom>
              <a:avLst/>
              <a:gdLst>
                <a:gd name="T0" fmla="*/ 813 w 91"/>
                <a:gd name="T1" fmla="*/ 91 h 38"/>
                <a:gd name="T2" fmla="*/ 485 w 91"/>
                <a:gd name="T3" fmla="*/ 132 h 38"/>
                <a:gd name="T4" fmla="*/ 0 w 91"/>
                <a:gd name="T5" fmla="*/ 514 h 38"/>
                <a:gd name="T6" fmla="*/ 11 w 91"/>
                <a:gd name="T7" fmla="*/ 526 h 38"/>
                <a:gd name="T8" fmla="*/ 11 w 91"/>
                <a:gd name="T9" fmla="*/ 546 h 38"/>
                <a:gd name="T10" fmla="*/ 11 w 91"/>
                <a:gd name="T11" fmla="*/ 558 h 38"/>
                <a:gd name="T12" fmla="*/ 11 w 91"/>
                <a:gd name="T13" fmla="*/ 558 h 38"/>
                <a:gd name="T14" fmla="*/ 740 w 91"/>
                <a:gd name="T15" fmla="*/ 203 h 38"/>
                <a:gd name="T16" fmla="*/ 859 w 91"/>
                <a:gd name="T17" fmla="*/ 203 h 38"/>
                <a:gd name="T18" fmla="*/ 859 w 91"/>
                <a:gd name="T19" fmla="*/ 223 h 38"/>
                <a:gd name="T20" fmla="*/ 1102 w 91"/>
                <a:gd name="T21" fmla="*/ 91 h 38"/>
                <a:gd name="T22" fmla="*/ 813 w 91"/>
                <a:gd name="T23" fmla="*/ 91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38">
                  <a:moveTo>
                    <a:pt x="67" y="6"/>
                  </a:moveTo>
                  <a:cubicBezTo>
                    <a:pt x="57" y="8"/>
                    <a:pt x="50" y="8"/>
                    <a:pt x="40" y="9"/>
                  </a:cubicBezTo>
                  <a:cubicBezTo>
                    <a:pt x="26" y="9"/>
                    <a:pt x="0" y="19"/>
                    <a:pt x="0" y="35"/>
                  </a:cubicBezTo>
                  <a:cubicBezTo>
                    <a:pt x="0" y="35"/>
                    <a:pt x="0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3" y="17"/>
                    <a:pt x="40" y="13"/>
                    <a:pt x="61" y="14"/>
                  </a:cubicBezTo>
                  <a:cubicBezTo>
                    <a:pt x="64" y="14"/>
                    <a:pt x="68" y="14"/>
                    <a:pt x="71" y="14"/>
                  </a:cubicBezTo>
                  <a:cubicBezTo>
                    <a:pt x="71" y="14"/>
                    <a:pt x="71" y="15"/>
                    <a:pt x="71" y="15"/>
                  </a:cubicBezTo>
                  <a:cubicBezTo>
                    <a:pt x="77" y="13"/>
                    <a:pt x="88" y="12"/>
                    <a:pt x="91" y="6"/>
                  </a:cubicBezTo>
                  <a:cubicBezTo>
                    <a:pt x="85" y="0"/>
                    <a:pt x="73" y="4"/>
                    <a:pt x="67" y="6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5" name="Freeform 1278">
              <a:extLst>
                <a:ext uri="{FF2B5EF4-FFF2-40B4-BE49-F238E27FC236}">
                  <a16:creationId xmlns:a16="http://schemas.microsoft.com/office/drawing/2014/main" id="{1889A037-CAD1-4457-B6FD-6DB903024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628"/>
              <a:ext cx="188" cy="96"/>
            </a:xfrm>
            <a:custGeom>
              <a:avLst/>
              <a:gdLst>
                <a:gd name="T0" fmla="*/ 642 w 82"/>
                <a:gd name="T1" fmla="*/ 207 h 39"/>
                <a:gd name="T2" fmla="*/ 289 w 82"/>
                <a:gd name="T3" fmla="*/ 327 h 39"/>
                <a:gd name="T4" fmla="*/ 0 w 82"/>
                <a:gd name="T5" fmla="*/ 539 h 39"/>
                <a:gd name="T6" fmla="*/ 0 w 82"/>
                <a:gd name="T7" fmla="*/ 569 h 39"/>
                <a:gd name="T8" fmla="*/ 48 w 82"/>
                <a:gd name="T9" fmla="*/ 581 h 39"/>
                <a:gd name="T10" fmla="*/ 48 w 82"/>
                <a:gd name="T11" fmla="*/ 581 h 39"/>
                <a:gd name="T12" fmla="*/ 399 w 82"/>
                <a:gd name="T13" fmla="*/ 418 h 39"/>
                <a:gd name="T14" fmla="*/ 784 w 82"/>
                <a:gd name="T15" fmla="*/ 266 h 39"/>
                <a:gd name="T16" fmla="*/ 894 w 82"/>
                <a:gd name="T17" fmla="*/ 254 h 39"/>
                <a:gd name="T18" fmla="*/ 903 w 82"/>
                <a:gd name="T19" fmla="*/ 266 h 39"/>
                <a:gd name="T20" fmla="*/ 988 w 82"/>
                <a:gd name="T21" fmla="*/ 153 h 39"/>
                <a:gd name="T22" fmla="*/ 963 w 82"/>
                <a:gd name="T23" fmla="*/ 133 h 39"/>
                <a:gd name="T24" fmla="*/ 642 w 82"/>
                <a:gd name="T25" fmla="*/ 207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39">
                  <a:moveTo>
                    <a:pt x="53" y="14"/>
                  </a:moveTo>
                  <a:cubicBezTo>
                    <a:pt x="44" y="19"/>
                    <a:pt x="35" y="20"/>
                    <a:pt x="24" y="22"/>
                  </a:cubicBezTo>
                  <a:cubicBezTo>
                    <a:pt x="15" y="23"/>
                    <a:pt x="4" y="26"/>
                    <a:pt x="0" y="36"/>
                  </a:cubicBezTo>
                  <a:cubicBezTo>
                    <a:pt x="0" y="37"/>
                    <a:pt x="0" y="37"/>
                    <a:pt x="0" y="38"/>
                  </a:cubicBezTo>
                  <a:cubicBezTo>
                    <a:pt x="1" y="38"/>
                    <a:pt x="2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9" y="28"/>
                    <a:pt x="23" y="29"/>
                    <a:pt x="33" y="28"/>
                  </a:cubicBezTo>
                  <a:cubicBezTo>
                    <a:pt x="45" y="26"/>
                    <a:pt x="54" y="20"/>
                    <a:pt x="65" y="18"/>
                  </a:cubicBezTo>
                  <a:cubicBezTo>
                    <a:pt x="68" y="17"/>
                    <a:pt x="71" y="16"/>
                    <a:pt x="74" y="17"/>
                  </a:cubicBezTo>
                  <a:cubicBezTo>
                    <a:pt x="74" y="17"/>
                    <a:pt x="74" y="17"/>
                    <a:pt x="75" y="18"/>
                  </a:cubicBezTo>
                  <a:cubicBezTo>
                    <a:pt x="77" y="14"/>
                    <a:pt x="80" y="12"/>
                    <a:pt x="82" y="10"/>
                  </a:cubicBezTo>
                  <a:cubicBezTo>
                    <a:pt x="81" y="10"/>
                    <a:pt x="81" y="9"/>
                    <a:pt x="80" y="9"/>
                  </a:cubicBezTo>
                  <a:cubicBezTo>
                    <a:pt x="71" y="0"/>
                    <a:pt x="62" y="9"/>
                    <a:pt x="53" y="14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6" name="Freeform 1279">
              <a:extLst>
                <a:ext uri="{FF2B5EF4-FFF2-40B4-BE49-F238E27FC236}">
                  <a16:creationId xmlns:a16="http://schemas.microsoft.com/office/drawing/2014/main" id="{CE379F9A-DCE8-4B2E-BF5C-E1691C464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765"/>
              <a:ext cx="106" cy="192"/>
            </a:xfrm>
            <a:custGeom>
              <a:avLst/>
              <a:gdLst>
                <a:gd name="T0" fmla="*/ 553 w 46"/>
                <a:gd name="T1" fmla="*/ 74 h 78"/>
                <a:gd name="T2" fmla="*/ 309 w 46"/>
                <a:gd name="T3" fmla="*/ 91 h 78"/>
                <a:gd name="T4" fmla="*/ 207 w 46"/>
                <a:gd name="T5" fmla="*/ 551 h 78"/>
                <a:gd name="T6" fmla="*/ 0 w 46"/>
                <a:gd name="T7" fmla="*/ 1073 h 78"/>
                <a:gd name="T8" fmla="*/ 48 w 46"/>
                <a:gd name="T9" fmla="*/ 1120 h 78"/>
                <a:gd name="T10" fmla="*/ 150 w 46"/>
                <a:gd name="T11" fmla="*/ 1132 h 78"/>
                <a:gd name="T12" fmla="*/ 196 w 46"/>
                <a:gd name="T13" fmla="*/ 746 h 78"/>
                <a:gd name="T14" fmla="*/ 309 w 46"/>
                <a:gd name="T15" fmla="*/ 298 h 78"/>
                <a:gd name="T16" fmla="*/ 562 w 46"/>
                <a:gd name="T17" fmla="*/ 121 h 78"/>
                <a:gd name="T18" fmla="*/ 553 w 46"/>
                <a:gd name="T19" fmla="*/ 74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78">
                  <a:moveTo>
                    <a:pt x="45" y="5"/>
                  </a:moveTo>
                  <a:cubicBezTo>
                    <a:pt x="41" y="0"/>
                    <a:pt x="30" y="2"/>
                    <a:pt x="25" y="6"/>
                  </a:cubicBezTo>
                  <a:cubicBezTo>
                    <a:pt x="15" y="14"/>
                    <a:pt x="19" y="27"/>
                    <a:pt x="17" y="37"/>
                  </a:cubicBezTo>
                  <a:cubicBezTo>
                    <a:pt x="16" y="46"/>
                    <a:pt x="2" y="60"/>
                    <a:pt x="0" y="72"/>
                  </a:cubicBezTo>
                  <a:cubicBezTo>
                    <a:pt x="1" y="73"/>
                    <a:pt x="2" y="74"/>
                    <a:pt x="4" y="75"/>
                  </a:cubicBezTo>
                  <a:cubicBezTo>
                    <a:pt x="8" y="78"/>
                    <a:pt x="11" y="78"/>
                    <a:pt x="12" y="76"/>
                  </a:cubicBezTo>
                  <a:cubicBezTo>
                    <a:pt x="11" y="67"/>
                    <a:pt x="10" y="60"/>
                    <a:pt x="16" y="50"/>
                  </a:cubicBezTo>
                  <a:cubicBezTo>
                    <a:pt x="22" y="40"/>
                    <a:pt x="25" y="32"/>
                    <a:pt x="25" y="20"/>
                  </a:cubicBezTo>
                  <a:cubicBezTo>
                    <a:pt x="25" y="9"/>
                    <a:pt x="39" y="2"/>
                    <a:pt x="46" y="8"/>
                  </a:cubicBezTo>
                  <a:cubicBezTo>
                    <a:pt x="46" y="7"/>
                    <a:pt x="46" y="6"/>
                    <a:pt x="45" y="5"/>
                  </a:cubicBezTo>
                  <a:close/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7" name="Freeform 1280">
              <a:extLst>
                <a:ext uri="{FF2B5EF4-FFF2-40B4-BE49-F238E27FC236}">
                  <a16:creationId xmlns:a16="http://schemas.microsoft.com/office/drawing/2014/main" id="{E9E5E033-5653-4474-8900-C060BE7AE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2013"/>
              <a:ext cx="37" cy="66"/>
            </a:xfrm>
            <a:custGeom>
              <a:avLst/>
              <a:gdLst>
                <a:gd name="T0" fmla="*/ 0 w 16"/>
                <a:gd name="T1" fmla="*/ 352 h 27"/>
                <a:gd name="T2" fmla="*/ 160 w 16"/>
                <a:gd name="T3" fmla="*/ 0 h 27"/>
                <a:gd name="T4" fmla="*/ 0 w 16"/>
                <a:gd name="T5" fmla="*/ 38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0" y="24"/>
                  </a:moveTo>
                  <a:cubicBezTo>
                    <a:pt x="7" y="27"/>
                    <a:pt x="16" y="6"/>
                    <a:pt x="13" y="0"/>
                  </a:cubicBezTo>
                  <a:cubicBezTo>
                    <a:pt x="6" y="3"/>
                    <a:pt x="0" y="18"/>
                    <a:pt x="0" y="26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8" name="Freeform 1281">
              <a:extLst>
                <a:ext uri="{FF2B5EF4-FFF2-40B4-BE49-F238E27FC236}">
                  <a16:creationId xmlns:a16="http://schemas.microsoft.com/office/drawing/2014/main" id="{E55965CB-C0F2-455E-A513-1CDCEC880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920"/>
              <a:ext cx="42" cy="44"/>
            </a:xfrm>
            <a:custGeom>
              <a:avLst/>
              <a:gdLst>
                <a:gd name="T0" fmla="*/ 0 w 18"/>
                <a:gd name="T1" fmla="*/ 203 h 18"/>
                <a:gd name="T2" fmla="*/ 191 w 18"/>
                <a:gd name="T3" fmla="*/ 0 h 18"/>
                <a:gd name="T4" fmla="*/ 65 w 18"/>
                <a:gd name="T5" fmla="*/ 14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0" y="14"/>
                  </a:moveTo>
                  <a:cubicBezTo>
                    <a:pt x="3" y="18"/>
                    <a:pt x="18" y="5"/>
                    <a:pt x="15" y="0"/>
                  </a:cubicBezTo>
                  <a:cubicBezTo>
                    <a:pt x="10" y="1"/>
                    <a:pt x="8" y="6"/>
                    <a:pt x="5" y="10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9" name="Freeform 1282">
              <a:extLst>
                <a:ext uri="{FF2B5EF4-FFF2-40B4-BE49-F238E27FC236}">
                  <a16:creationId xmlns:a16="http://schemas.microsoft.com/office/drawing/2014/main" id="{DB760A0E-26E1-4DAE-84D9-E116E0A49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783"/>
              <a:ext cx="145" cy="83"/>
            </a:xfrm>
            <a:custGeom>
              <a:avLst/>
              <a:gdLst>
                <a:gd name="T0" fmla="*/ 244 w 63"/>
                <a:gd name="T1" fmla="*/ 261 h 34"/>
                <a:gd name="T2" fmla="*/ 684 w 63"/>
                <a:gd name="T3" fmla="*/ 0 h 34"/>
                <a:gd name="T4" fmla="*/ 428 w 63"/>
                <a:gd name="T5" fmla="*/ 220 h 34"/>
                <a:gd name="T6" fmla="*/ 37 w 63"/>
                <a:gd name="T7" fmla="*/ 496 h 34"/>
                <a:gd name="T8" fmla="*/ 207 w 63"/>
                <a:gd name="T9" fmla="*/ 251 h 34"/>
                <a:gd name="T10" fmla="*/ 207 w 63"/>
                <a:gd name="T11" fmla="*/ 19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34">
                  <a:moveTo>
                    <a:pt x="20" y="18"/>
                  </a:moveTo>
                  <a:cubicBezTo>
                    <a:pt x="31" y="8"/>
                    <a:pt x="46" y="8"/>
                    <a:pt x="56" y="0"/>
                  </a:cubicBezTo>
                  <a:cubicBezTo>
                    <a:pt x="63" y="14"/>
                    <a:pt x="43" y="14"/>
                    <a:pt x="35" y="15"/>
                  </a:cubicBezTo>
                  <a:cubicBezTo>
                    <a:pt x="20" y="17"/>
                    <a:pt x="13" y="23"/>
                    <a:pt x="3" y="34"/>
                  </a:cubicBezTo>
                  <a:cubicBezTo>
                    <a:pt x="0" y="27"/>
                    <a:pt x="13" y="21"/>
                    <a:pt x="17" y="17"/>
                  </a:cubicBezTo>
                  <a:cubicBezTo>
                    <a:pt x="15" y="15"/>
                    <a:pt x="17" y="15"/>
                    <a:pt x="17" y="13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0" name="Freeform 1283">
              <a:extLst>
                <a:ext uri="{FF2B5EF4-FFF2-40B4-BE49-F238E27FC236}">
                  <a16:creationId xmlns:a16="http://schemas.microsoft.com/office/drawing/2014/main" id="{A5CDBA5E-5EB1-44D0-9A03-7267FB06C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741"/>
              <a:ext cx="51" cy="39"/>
            </a:xfrm>
            <a:custGeom>
              <a:avLst/>
              <a:gdLst>
                <a:gd name="T0" fmla="*/ 12 w 22"/>
                <a:gd name="T1" fmla="*/ 119 h 16"/>
                <a:gd name="T2" fmla="*/ 274 w 22"/>
                <a:gd name="T3" fmla="*/ 100 h 16"/>
                <a:gd name="T4" fmla="*/ 65 w 22"/>
                <a:gd name="T5" fmla="*/ 9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1" y="8"/>
                  </a:moveTo>
                  <a:cubicBezTo>
                    <a:pt x="0" y="16"/>
                    <a:pt x="18" y="10"/>
                    <a:pt x="22" y="7"/>
                  </a:cubicBezTo>
                  <a:cubicBezTo>
                    <a:pt x="22" y="0"/>
                    <a:pt x="9" y="4"/>
                    <a:pt x="5" y="6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1" name="Freeform 1284">
              <a:extLst>
                <a:ext uri="{FF2B5EF4-FFF2-40B4-BE49-F238E27FC236}">
                  <a16:creationId xmlns:a16="http://schemas.microsoft.com/office/drawing/2014/main" id="{DA9276C5-9F4B-4765-9842-74FABA4AD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694"/>
              <a:ext cx="32" cy="69"/>
            </a:xfrm>
            <a:custGeom>
              <a:avLst/>
              <a:gdLst>
                <a:gd name="T0" fmla="*/ 73 w 14"/>
                <a:gd name="T1" fmla="*/ 377 h 28"/>
                <a:gd name="T2" fmla="*/ 167 w 14"/>
                <a:gd name="T3" fmla="*/ 104 h 28"/>
                <a:gd name="T4" fmla="*/ 57 w 14"/>
                <a:gd name="T5" fmla="*/ 41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6" y="25"/>
                  </a:moveTo>
                  <a:cubicBezTo>
                    <a:pt x="8" y="19"/>
                    <a:pt x="11" y="12"/>
                    <a:pt x="14" y="7"/>
                  </a:cubicBezTo>
                  <a:cubicBezTo>
                    <a:pt x="0" y="0"/>
                    <a:pt x="5" y="22"/>
                    <a:pt x="5" y="28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2" name="Freeform 1285">
              <a:extLst>
                <a:ext uri="{FF2B5EF4-FFF2-40B4-BE49-F238E27FC236}">
                  <a16:creationId xmlns:a16="http://schemas.microsoft.com/office/drawing/2014/main" id="{EA6DDF60-A66C-4BF1-BD41-F0464CFE1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214"/>
              <a:ext cx="23" cy="115"/>
            </a:xfrm>
            <a:custGeom>
              <a:avLst/>
              <a:gdLst>
                <a:gd name="T0" fmla="*/ 37 w 10"/>
                <a:gd name="T1" fmla="*/ 0 h 47"/>
                <a:gd name="T2" fmla="*/ 12 w 10"/>
                <a:gd name="T3" fmla="*/ 384 h 47"/>
                <a:gd name="T4" fmla="*/ 0 w 10"/>
                <a:gd name="T5" fmla="*/ 675 h 47"/>
                <a:gd name="T6" fmla="*/ 37 w 10"/>
                <a:gd name="T7" fmla="*/ 688 h 47"/>
                <a:gd name="T8" fmla="*/ 28 w 10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7">
                  <a:moveTo>
                    <a:pt x="3" y="0"/>
                  </a:moveTo>
                  <a:cubicBezTo>
                    <a:pt x="2" y="9"/>
                    <a:pt x="1" y="18"/>
                    <a:pt x="1" y="26"/>
                  </a:cubicBezTo>
                  <a:cubicBezTo>
                    <a:pt x="1" y="33"/>
                    <a:pt x="2" y="40"/>
                    <a:pt x="0" y="46"/>
                  </a:cubicBezTo>
                  <a:cubicBezTo>
                    <a:pt x="0" y="47"/>
                    <a:pt x="3" y="47"/>
                    <a:pt x="3" y="47"/>
                  </a:cubicBezTo>
                  <a:cubicBezTo>
                    <a:pt x="7" y="40"/>
                    <a:pt x="10" y="2"/>
                    <a:pt x="2" y="0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3" name="Freeform 1286">
              <a:extLst>
                <a:ext uri="{FF2B5EF4-FFF2-40B4-BE49-F238E27FC236}">
                  <a16:creationId xmlns:a16="http://schemas.microsoft.com/office/drawing/2014/main" id="{FA06BF7C-EB8A-4947-96F8-982FFCED7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236"/>
              <a:ext cx="33" cy="118"/>
            </a:xfrm>
            <a:custGeom>
              <a:avLst/>
              <a:gdLst>
                <a:gd name="T0" fmla="*/ 172 w 14"/>
                <a:gd name="T1" fmla="*/ 0 h 48"/>
                <a:gd name="T2" fmla="*/ 156 w 14"/>
                <a:gd name="T3" fmla="*/ 356 h 48"/>
                <a:gd name="T4" fmla="*/ 106 w 14"/>
                <a:gd name="T5" fmla="*/ 713 h 48"/>
                <a:gd name="T6" fmla="*/ 12 w 14"/>
                <a:gd name="T7" fmla="*/ 551 h 48"/>
                <a:gd name="T8" fmla="*/ 40 w 14"/>
                <a:gd name="T9" fmla="*/ 460 h 48"/>
                <a:gd name="T10" fmla="*/ 184 w 14"/>
                <a:gd name="T11" fmla="*/ 74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8">
                  <a:moveTo>
                    <a:pt x="13" y="0"/>
                  </a:moveTo>
                  <a:cubicBezTo>
                    <a:pt x="13" y="8"/>
                    <a:pt x="12" y="16"/>
                    <a:pt x="12" y="24"/>
                  </a:cubicBezTo>
                  <a:cubicBezTo>
                    <a:pt x="12" y="32"/>
                    <a:pt x="8" y="40"/>
                    <a:pt x="8" y="48"/>
                  </a:cubicBezTo>
                  <a:cubicBezTo>
                    <a:pt x="7" y="45"/>
                    <a:pt x="2" y="40"/>
                    <a:pt x="1" y="37"/>
                  </a:cubicBezTo>
                  <a:cubicBezTo>
                    <a:pt x="0" y="33"/>
                    <a:pt x="1" y="36"/>
                    <a:pt x="3" y="31"/>
                  </a:cubicBezTo>
                  <a:cubicBezTo>
                    <a:pt x="7" y="24"/>
                    <a:pt x="9" y="11"/>
                    <a:pt x="14" y="5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4" name="Freeform 1287">
              <a:extLst>
                <a:ext uri="{FF2B5EF4-FFF2-40B4-BE49-F238E27FC236}">
                  <a16:creationId xmlns:a16="http://schemas.microsoft.com/office/drawing/2014/main" id="{E908B4A8-7799-49F7-86EA-055883EA2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241"/>
              <a:ext cx="44" cy="150"/>
            </a:xfrm>
            <a:custGeom>
              <a:avLst/>
              <a:gdLst>
                <a:gd name="T0" fmla="*/ 199 w 19"/>
                <a:gd name="T1" fmla="*/ 74 h 61"/>
                <a:gd name="T2" fmla="*/ 188 w 19"/>
                <a:gd name="T3" fmla="*/ 386 h 61"/>
                <a:gd name="T4" fmla="*/ 86 w 19"/>
                <a:gd name="T5" fmla="*/ 551 h 61"/>
                <a:gd name="T6" fmla="*/ 28 w 19"/>
                <a:gd name="T7" fmla="*/ 907 h 61"/>
                <a:gd name="T8" fmla="*/ 236 w 1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1">
                  <a:moveTo>
                    <a:pt x="16" y="5"/>
                  </a:moveTo>
                  <a:cubicBezTo>
                    <a:pt x="15" y="11"/>
                    <a:pt x="13" y="21"/>
                    <a:pt x="15" y="26"/>
                  </a:cubicBezTo>
                  <a:cubicBezTo>
                    <a:pt x="12" y="30"/>
                    <a:pt x="9" y="33"/>
                    <a:pt x="7" y="37"/>
                  </a:cubicBezTo>
                  <a:cubicBezTo>
                    <a:pt x="3" y="45"/>
                    <a:pt x="4" y="53"/>
                    <a:pt x="2" y="61"/>
                  </a:cubicBezTo>
                  <a:cubicBezTo>
                    <a:pt x="0" y="41"/>
                    <a:pt x="6" y="16"/>
                    <a:pt x="19" y="0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5" name="Freeform 1288">
              <a:extLst>
                <a:ext uri="{FF2B5EF4-FFF2-40B4-BE49-F238E27FC236}">
                  <a16:creationId xmlns:a16="http://schemas.microsoft.com/office/drawing/2014/main" id="{FB04C050-6360-4435-AF98-32797939A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342"/>
              <a:ext cx="23" cy="54"/>
            </a:xfrm>
            <a:custGeom>
              <a:avLst/>
              <a:gdLst>
                <a:gd name="T0" fmla="*/ 122 w 10"/>
                <a:gd name="T1" fmla="*/ 0 h 22"/>
                <a:gd name="T2" fmla="*/ 0 w 10"/>
                <a:gd name="T3" fmla="*/ 326 h 22"/>
                <a:gd name="T4" fmla="*/ 94 w 10"/>
                <a:gd name="T5" fmla="*/ 253 h 22"/>
                <a:gd name="T6" fmla="*/ 110 w 10"/>
                <a:gd name="T7" fmla="*/ 20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cubicBezTo>
                    <a:pt x="4" y="7"/>
                    <a:pt x="2" y="13"/>
                    <a:pt x="0" y="22"/>
                  </a:cubicBezTo>
                  <a:cubicBezTo>
                    <a:pt x="3" y="20"/>
                    <a:pt x="5" y="18"/>
                    <a:pt x="8" y="17"/>
                  </a:cubicBezTo>
                  <a:cubicBezTo>
                    <a:pt x="8" y="16"/>
                    <a:pt x="8" y="15"/>
                    <a:pt x="9" y="14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6" name="Freeform 1289">
              <a:extLst>
                <a:ext uri="{FF2B5EF4-FFF2-40B4-BE49-F238E27FC236}">
                  <a16:creationId xmlns:a16="http://schemas.microsoft.com/office/drawing/2014/main" id="{CC4D36F7-1747-44DF-BD6F-0C4BB4C7B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20"/>
              <a:ext cx="25" cy="39"/>
            </a:xfrm>
            <a:custGeom>
              <a:avLst/>
              <a:gdLst>
                <a:gd name="T0" fmla="*/ 0 w 11"/>
                <a:gd name="T1" fmla="*/ 100 h 16"/>
                <a:gd name="T2" fmla="*/ 73 w 11"/>
                <a:gd name="T3" fmla="*/ 232 h 16"/>
                <a:gd name="T4" fmla="*/ 13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0" y="7"/>
                  </a:moveTo>
                  <a:cubicBezTo>
                    <a:pt x="4" y="9"/>
                    <a:pt x="3" y="13"/>
                    <a:pt x="6" y="16"/>
                  </a:cubicBezTo>
                  <a:cubicBezTo>
                    <a:pt x="9" y="11"/>
                    <a:pt x="5" y="4"/>
                    <a:pt x="11" y="0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7" name="Freeform 1290">
              <a:extLst>
                <a:ext uri="{FF2B5EF4-FFF2-40B4-BE49-F238E27FC236}">
                  <a16:creationId xmlns:a16="http://schemas.microsoft.com/office/drawing/2014/main" id="{AA36B6B4-C456-464E-A1B9-C11439AF2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096"/>
              <a:ext cx="16" cy="37"/>
            </a:xfrm>
            <a:custGeom>
              <a:avLst/>
              <a:gdLst>
                <a:gd name="T0" fmla="*/ 11 w 7"/>
                <a:gd name="T1" fmla="*/ 30 h 15"/>
                <a:gd name="T2" fmla="*/ 57 w 7"/>
                <a:gd name="T3" fmla="*/ 224 h 15"/>
                <a:gd name="T4" fmla="*/ 85 w 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1" y="2"/>
                  </a:moveTo>
                  <a:cubicBezTo>
                    <a:pt x="0" y="6"/>
                    <a:pt x="3" y="11"/>
                    <a:pt x="5" y="15"/>
                  </a:cubicBezTo>
                  <a:cubicBezTo>
                    <a:pt x="5" y="11"/>
                    <a:pt x="4" y="3"/>
                    <a:pt x="7" y="0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8" name="Freeform 1291">
              <a:extLst>
                <a:ext uri="{FF2B5EF4-FFF2-40B4-BE49-F238E27FC236}">
                  <a16:creationId xmlns:a16="http://schemas.microsoft.com/office/drawing/2014/main" id="{95F74F3A-7CB1-46E8-A41B-7F2746595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621"/>
              <a:ext cx="65" cy="34"/>
            </a:xfrm>
            <a:custGeom>
              <a:avLst/>
              <a:gdLst>
                <a:gd name="T0" fmla="*/ 123 w 28"/>
                <a:gd name="T1" fmla="*/ 0 h 14"/>
                <a:gd name="T2" fmla="*/ 0 w 28"/>
                <a:gd name="T3" fmla="*/ 202 h 14"/>
                <a:gd name="T4" fmla="*/ 211 w 28"/>
                <a:gd name="T5" fmla="*/ 112 h 14"/>
                <a:gd name="T6" fmla="*/ 351 w 28"/>
                <a:gd name="T7" fmla="*/ 2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4">
                  <a:moveTo>
                    <a:pt x="10" y="0"/>
                  </a:moveTo>
                  <a:cubicBezTo>
                    <a:pt x="12" y="7"/>
                    <a:pt x="3" y="9"/>
                    <a:pt x="0" y="14"/>
                  </a:cubicBezTo>
                  <a:cubicBezTo>
                    <a:pt x="5" y="10"/>
                    <a:pt x="12" y="11"/>
                    <a:pt x="17" y="8"/>
                  </a:cubicBezTo>
                  <a:cubicBezTo>
                    <a:pt x="21" y="6"/>
                    <a:pt x="22" y="3"/>
                    <a:pt x="28" y="2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9" name="Freeform 1292">
              <a:extLst>
                <a:ext uri="{FF2B5EF4-FFF2-40B4-BE49-F238E27FC236}">
                  <a16:creationId xmlns:a16="http://schemas.microsoft.com/office/drawing/2014/main" id="{DBD183EE-C3D5-4755-AD61-B0BD92854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709"/>
              <a:ext cx="30" cy="34"/>
            </a:xfrm>
            <a:custGeom>
              <a:avLst/>
              <a:gdLst>
                <a:gd name="T0" fmla="*/ 12 w 13"/>
                <a:gd name="T1" fmla="*/ 0 h 14"/>
                <a:gd name="T2" fmla="*/ 0 w 13"/>
                <a:gd name="T3" fmla="*/ 202 h 14"/>
                <a:gd name="T4" fmla="*/ 159 w 13"/>
                <a:gd name="T5" fmla="*/ 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" y="0"/>
                  </a:moveTo>
                  <a:cubicBezTo>
                    <a:pt x="2" y="5"/>
                    <a:pt x="0" y="9"/>
                    <a:pt x="0" y="14"/>
                  </a:cubicBezTo>
                  <a:cubicBezTo>
                    <a:pt x="3" y="8"/>
                    <a:pt x="6" y="3"/>
                    <a:pt x="13" y="1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0" name="Freeform 1293">
              <a:extLst>
                <a:ext uri="{FF2B5EF4-FFF2-40B4-BE49-F238E27FC236}">
                  <a16:creationId xmlns:a16="http://schemas.microsoft.com/office/drawing/2014/main" id="{5EEAE8A1-34C4-4FD1-8C5F-147A1C019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837"/>
              <a:ext cx="37" cy="24"/>
            </a:xfrm>
            <a:custGeom>
              <a:avLst/>
              <a:gdLst>
                <a:gd name="T0" fmla="*/ 0 w 16"/>
                <a:gd name="T1" fmla="*/ 0 h 10"/>
                <a:gd name="T2" fmla="*/ 199 w 16"/>
                <a:gd name="T3" fmla="*/ 70 h 10"/>
                <a:gd name="T4" fmla="*/ 0 w 16"/>
                <a:gd name="T5" fmla="*/ 13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3" y="4"/>
                    <a:pt x="12" y="2"/>
                    <a:pt x="16" y="5"/>
                  </a:cubicBezTo>
                  <a:cubicBezTo>
                    <a:pt x="10" y="5"/>
                    <a:pt x="5" y="6"/>
                    <a:pt x="0" y="10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1" name="Freeform 1294">
              <a:extLst>
                <a:ext uri="{FF2B5EF4-FFF2-40B4-BE49-F238E27FC236}">
                  <a16:creationId xmlns:a16="http://schemas.microsoft.com/office/drawing/2014/main" id="{349AF576-C812-4241-94E7-24795FEE4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092"/>
              <a:ext cx="41" cy="107"/>
            </a:xfrm>
            <a:custGeom>
              <a:avLst/>
              <a:gdLst>
                <a:gd name="T0" fmla="*/ 0 w 18"/>
                <a:gd name="T1" fmla="*/ 632 h 44"/>
                <a:gd name="T2" fmla="*/ 118 w 18"/>
                <a:gd name="T3" fmla="*/ 302 h 44"/>
                <a:gd name="T4" fmla="*/ 212 w 18"/>
                <a:gd name="T5" fmla="*/ 0 h 44"/>
                <a:gd name="T6" fmla="*/ 73 w 18"/>
                <a:gd name="T7" fmla="*/ 289 h 44"/>
                <a:gd name="T8" fmla="*/ 36 w 18"/>
                <a:gd name="T9" fmla="*/ 462 h 44"/>
                <a:gd name="T10" fmla="*/ 11 w 18"/>
                <a:gd name="T11" fmla="*/ 632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4">
                  <a:moveTo>
                    <a:pt x="0" y="44"/>
                  </a:moveTo>
                  <a:cubicBezTo>
                    <a:pt x="2" y="36"/>
                    <a:pt x="7" y="29"/>
                    <a:pt x="10" y="21"/>
                  </a:cubicBezTo>
                  <a:cubicBezTo>
                    <a:pt x="12" y="14"/>
                    <a:pt x="14" y="6"/>
                    <a:pt x="18" y="0"/>
                  </a:cubicBezTo>
                  <a:cubicBezTo>
                    <a:pt x="12" y="5"/>
                    <a:pt x="8" y="12"/>
                    <a:pt x="6" y="20"/>
                  </a:cubicBezTo>
                  <a:cubicBezTo>
                    <a:pt x="5" y="23"/>
                    <a:pt x="4" y="28"/>
                    <a:pt x="3" y="32"/>
                  </a:cubicBezTo>
                  <a:cubicBezTo>
                    <a:pt x="2" y="36"/>
                    <a:pt x="3" y="41"/>
                    <a:pt x="1" y="44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2" name="Freeform 1295">
              <a:extLst>
                <a:ext uri="{FF2B5EF4-FFF2-40B4-BE49-F238E27FC236}">
                  <a16:creationId xmlns:a16="http://schemas.microsoft.com/office/drawing/2014/main" id="{9487208F-A87A-4627-8F95-856A58482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121"/>
              <a:ext cx="35" cy="64"/>
            </a:xfrm>
            <a:custGeom>
              <a:avLst/>
              <a:gdLst>
                <a:gd name="T0" fmla="*/ 0 w 15"/>
                <a:gd name="T1" fmla="*/ 345 h 26"/>
                <a:gd name="T2" fmla="*/ 191 w 15"/>
                <a:gd name="T3" fmla="*/ 0 h 26"/>
                <a:gd name="T4" fmla="*/ 103 w 15"/>
                <a:gd name="T5" fmla="*/ 38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0" y="23"/>
                  </a:moveTo>
                  <a:cubicBezTo>
                    <a:pt x="9" y="18"/>
                    <a:pt x="10" y="8"/>
                    <a:pt x="15" y="0"/>
                  </a:cubicBezTo>
                  <a:cubicBezTo>
                    <a:pt x="15" y="11"/>
                    <a:pt x="13" y="17"/>
                    <a:pt x="8" y="26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3" name="Freeform 1296">
              <a:extLst>
                <a:ext uri="{FF2B5EF4-FFF2-40B4-BE49-F238E27FC236}">
                  <a16:creationId xmlns:a16="http://schemas.microsoft.com/office/drawing/2014/main" id="{E3491F25-AC91-4BA7-A1CC-B1EB062C7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991"/>
              <a:ext cx="67" cy="54"/>
            </a:xfrm>
            <a:custGeom>
              <a:avLst/>
              <a:gdLst>
                <a:gd name="T0" fmla="*/ 28 w 29"/>
                <a:gd name="T1" fmla="*/ 282 h 22"/>
                <a:gd name="T2" fmla="*/ 208 w 29"/>
                <a:gd name="T3" fmla="*/ 194 h 22"/>
                <a:gd name="T4" fmla="*/ 358 w 29"/>
                <a:gd name="T5" fmla="*/ 0 h 22"/>
                <a:gd name="T6" fmla="*/ 0 w 29"/>
                <a:gd name="T7" fmla="*/ 32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2">
                  <a:moveTo>
                    <a:pt x="2" y="19"/>
                  </a:moveTo>
                  <a:cubicBezTo>
                    <a:pt x="7" y="17"/>
                    <a:pt x="13" y="16"/>
                    <a:pt x="17" y="13"/>
                  </a:cubicBezTo>
                  <a:cubicBezTo>
                    <a:pt x="21" y="9"/>
                    <a:pt x="24" y="3"/>
                    <a:pt x="29" y="0"/>
                  </a:cubicBezTo>
                  <a:cubicBezTo>
                    <a:pt x="18" y="5"/>
                    <a:pt x="7" y="11"/>
                    <a:pt x="0" y="22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4" name="Freeform 1297">
              <a:extLst>
                <a:ext uri="{FF2B5EF4-FFF2-40B4-BE49-F238E27FC236}">
                  <a16:creationId xmlns:a16="http://schemas.microsoft.com/office/drawing/2014/main" id="{637CB7A8-9FDD-4AAF-BFB2-FAF5E6E14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043"/>
              <a:ext cx="39" cy="44"/>
            </a:xfrm>
            <a:custGeom>
              <a:avLst/>
              <a:gdLst>
                <a:gd name="T0" fmla="*/ 0 w 17"/>
                <a:gd name="T1" fmla="*/ 264 h 18"/>
                <a:gd name="T2" fmla="*/ 204 w 17"/>
                <a:gd name="T3" fmla="*/ 0 h 18"/>
                <a:gd name="T4" fmla="*/ 0 w 17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18"/>
                  </a:moveTo>
                  <a:cubicBezTo>
                    <a:pt x="7" y="14"/>
                    <a:pt x="14" y="7"/>
                    <a:pt x="17" y="0"/>
                  </a:cubicBezTo>
                  <a:cubicBezTo>
                    <a:pt x="10" y="2"/>
                    <a:pt x="5" y="12"/>
                    <a:pt x="0" y="18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5" name="Freeform 1298">
              <a:extLst>
                <a:ext uri="{FF2B5EF4-FFF2-40B4-BE49-F238E27FC236}">
                  <a16:creationId xmlns:a16="http://schemas.microsoft.com/office/drawing/2014/main" id="{987435AA-9FFF-4495-BA79-E538CD84B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937"/>
              <a:ext cx="51" cy="42"/>
            </a:xfrm>
            <a:custGeom>
              <a:avLst/>
              <a:gdLst>
                <a:gd name="T0" fmla="*/ 0 w 22"/>
                <a:gd name="T1" fmla="*/ 257 h 17"/>
                <a:gd name="T2" fmla="*/ 172 w 22"/>
                <a:gd name="T3" fmla="*/ 121 h 17"/>
                <a:gd name="T4" fmla="*/ 274 w 22"/>
                <a:gd name="T5" fmla="*/ 0 h 17"/>
                <a:gd name="T6" fmla="*/ 49 w 22"/>
                <a:gd name="T7" fmla="*/ 18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7">
                  <a:moveTo>
                    <a:pt x="0" y="17"/>
                  </a:moveTo>
                  <a:cubicBezTo>
                    <a:pt x="2" y="12"/>
                    <a:pt x="9" y="12"/>
                    <a:pt x="14" y="8"/>
                  </a:cubicBezTo>
                  <a:cubicBezTo>
                    <a:pt x="16" y="6"/>
                    <a:pt x="18" y="2"/>
                    <a:pt x="22" y="0"/>
                  </a:cubicBezTo>
                  <a:cubicBezTo>
                    <a:pt x="12" y="0"/>
                    <a:pt x="11" y="8"/>
                    <a:pt x="4" y="12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6" name="Freeform 1299">
              <a:extLst>
                <a:ext uri="{FF2B5EF4-FFF2-40B4-BE49-F238E27FC236}">
                  <a16:creationId xmlns:a16="http://schemas.microsoft.com/office/drawing/2014/main" id="{E137C1C7-1FC3-42F7-98B7-F6FC583A3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751"/>
              <a:ext cx="440" cy="260"/>
            </a:xfrm>
            <a:custGeom>
              <a:avLst/>
              <a:gdLst>
                <a:gd name="T0" fmla="*/ 0 w 191"/>
                <a:gd name="T1" fmla="*/ 0 h 106"/>
                <a:gd name="T2" fmla="*/ 2297 w 191"/>
                <a:gd name="T3" fmla="*/ 1523 h 106"/>
                <a:gd name="T4" fmla="*/ 2271 w 191"/>
                <a:gd name="T5" fmla="*/ 1533 h 106"/>
                <a:gd name="T6" fmla="*/ 758 w 191"/>
                <a:gd name="T7" fmla="*/ 1168 h 106"/>
                <a:gd name="T8" fmla="*/ 1518 w 191"/>
                <a:gd name="T9" fmla="*/ 1138 h 106"/>
                <a:gd name="T10" fmla="*/ 431 w 191"/>
                <a:gd name="T11" fmla="*/ 265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106">
                  <a:moveTo>
                    <a:pt x="0" y="0"/>
                  </a:moveTo>
                  <a:cubicBezTo>
                    <a:pt x="38" y="12"/>
                    <a:pt x="119" y="53"/>
                    <a:pt x="188" y="103"/>
                  </a:cubicBezTo>
                  <a:cubicBezTo>
                    <a:pt x="191" y="105"/>
                    <a:pt x="190" y="106"/>
                    <a:pt x="186" y="104"/>
                  </a:cubicBezTo>
                  <a:cubicBezTo>
                    <a:pt x="158" y="93"/>
                    <a:pt x="116" y="78"/>
                    <a:pt x="62" y="79"/>
                  </a:cubicBezTo>
                  <a:cubicBezTo>
                    <a:pt x="74" y="76"/>
                    <a:pt x="120" y="84"/>
                    <a:pt x="124" y="77"/>
                  </a:cubicBezTo>
                  <a:cubicBezTo>
                    <a:pt x="128" y="69"/>
                    <a:pt x="73" y="33"/>
                    <a:pt x="35" y="18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7" name="Freeform 1300">
              <a:extLst>
                <a:ext uri="{FF2B5EF4-FFF2-40B4-BE49-F238E27FC236}">
                  <a16:creationId xmlns:a16="http://schemas.microsoft.com/office/drawing/2014/main" id="{FF427551-1422-4770-BF5A-F37C2A859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694"/>
              <a:ext cx="372" cy="157"/>
            </a:xfrm>
            <a:custGeom>
              <a:avLst/>
              <a:gdLst>
                <a:gd name="T0" fmla="*/ 37 w 162"/>
                <a:gd name="T1" fmla="*/ 204 h 64"/>
                <a:gd name="T2" fmla="*/ 243 w 162"/>
                <a:gd name="T3" fmla="*/ 103 h 64"/>
                <a:gd name="T4" fmla="*/ 521 w 162"/>
                <a:gd name="T5" fmla="*/ 150 h 64"/>
                <a:gd name="T6" fmla="*/ 680 w 162"/>
                <a:gd name="T7" fmla="*/ 253 h 64"/>
                <a:gd name="T8" fmla="*/ 801 w 162"/>
                <a:gd name="T9" fmla="*/ 368 h 64"/>
                <a:gd name="T10" fmla="*/ 1212 w 162"/>
                <a:gd name="T11" fmla="*/ 518 h 64"/>
                <a:gd name="T12" fmla="*/ 1403 w 162"/>
                <a:gd name="T13" fmla="*/ 621 h 64"/>
                <a:gd name="T14" fmla="*/ 1961 w 162"/>
                <a:gd name="T15" fmla="*/ 944 h 64"/>
                <a:gd name="T16" fmla="*/ 1392 w 162"/>
                <a:gd name="T17" fmla="*/ 579 h 64"/>
                <a:gd name="T18" fmla="*/ 1196 w 162"/>
                <a:gd name="T19" fmla="*/ 456 h 64"/>
                <a:gd name="T20" fmla="*/ 1008 w 162"/>
                <a:gd name="T21" fmla="*/ 356 h 64"/>
                <a:gd name="T22" fmla="*/ 801 w 162"/>
                <a:gd name="T23" fmla="*/ 282 h 64"/>
                <a:gd name="T24" fmla="*/ 700 w 162"/>
                <a:gd name="T25" fmla="*/ 162 h 64"/>
                <a:gd name="T26" fmla="*/ 301 w 162"/>
                <a:gd name="T27" fmla="*/ 12 h 64"/>
                <a:gd name="T28" fmla="*/ 131 w 162"/>
                <a:gd name="T29" fmla="*/ 29 h 64"/>
                <a:gd name="T30" fmla="*/ 25 w 162"/>
                <a:gd name="T31" fmla="*/ 150 h 64"/>
                <a:gd name="T32" fmla="*/ 37 w 162"/>
                <a:gd name="T33" fmla="*/ 162 h 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2" h="64">
                  <a:moveTo>
                    <a:pt x="3" y="14"/>
                  </a:moveTo>
                  <a:cubicBezTo>
                    <a:pt x="3" y="8"/>
                    <a:pt x="15" y="7"/>
                    <a:pt x="20" y="7"/>
                  </a:cubicBezTo>
                  <a:cubicBezTo>
                    <a:pt x="27" y="6"/>
                    <a:pt x="36" y="8"/>
                    <a:pt x="43" y="10"/>
                  </a:cubicBezTo>
                  <a:cubicBezTo>
                    <a:pt x="47" y="11"/>
                    <a:pt x="52" y="13"/>
                    <a:pt x="56" y="17"/>
                  </a:cubicBezTo>
                  <a:cubicBezTo>
                    <a:pt x="59" y="21"/>
                    <a:pt x="59" y="24"/>
                    <a:pt x="66" y="25"/>
                  </a:cubicBezTo>
                  <a:cubicBezTo>
                    <a:pt x="78" y="27"/>
                    <a:pt x="88" y="32"/>
                    <a:pt x="100" y="35"/>
                  </a:cubicBezTo>
                  <a:cubicBezTo>
                    <a:pt x="105" y="37"/>
                    <a:pt x="110" y="40"/>
                    <a:pt x="116" y="42"/>
                  </a:cubicBezTo>
                  <a:cubicBezTo>
                    <a:pt x="121" y="44"/>
                    <a:pt x="157" y="61"/>
                    <a:pt x="162" y="64"/>
                  </a:cubicBezTo>
                  <a:cubicBezTo>
                    <a:pt x="158" y="59"/>
                    <a:pt x="120" y="42"/>
                    <a:pt x="115" y="39"/>
                  </a:cubicBezTo>
                  <a:cubicBezTo>
                    <a:pt x="110" y="37"/>
                    <a:pt x="104" y="34"/>
                    <a:pt x="99" y="31"/>
                  </a:cubicBezTo>
                  <a:cubicBezTo>
                    <a:pt x="94" y="28"/>
                    <a:pt x="89" y="25"/>
                    <a:pt x="83" y="24"/>
                  </a:cubicBezTo>
                  <a:cubicBezTo>
                    <a:pt x="78" y="22"/>
                    <a:pt x="71" y="22"/>
                    <a:pt x="66" y="19"/>
                  </a:cubicBezTo>
                  <a:cubicBezTo>
                    <a:pt x="62" y="18"/>
                    <a:pt x="60" y="14"/>
                    <a:pt x="58" y="11"/>
                  </a:cubicBezTo>
                  <a:cubicBezTo>
                    <a:pt x="51" y="1"/>
                    <a:pt x="36" y="2"/>
                    <a:pt x="25" y="1"/>
                  </a:cubicBezTo>
                  <a:cubicBezTo>
                    <a:pt x="20" y="1"/>
                    <a:pt x="16" y="0"/>
                    <a:pt x="11" y="2"/>
                  </a:cubicBezTo>
                  <a:cubicBezTo>
                    <a:pt x="8" y="3"/>
                    <a:pt x="0" y="5"/>
                    <a:pt x="2" y="10"/>
                  </a:cubicBezTo>
                  <a:cubicBezTo>
                    <a:pt x="2" y="10"/>
                    <a:pt x="3" y="11"/>
                    <a:pt x="3" y="11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8" name="Freeform 1301">
              <a:extLst>
                <a:ext uri="{FF2B5EF4-FFF2-40B4-BE49-F238E27FC236}">
                  <a16:creationId xmlns:a16="http://schemas.microsoft.com/office/drawing/2014/main" id="{20A9DE20-E763-4578-8E05-1E8E9848C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501"/>
              <a:ext cx="18" cy="66"/>
            </a:xfrm>
            <a:custGeom>
              <a:avLst/>
              <a:gdLst>
                <a:gd name="T0" fmla="*/ 0 w 8"/>
                <a:gd name="T1" fmla="*/ 252 h 27"/>
                <a:gd name="T2" fmla="*/ 92 w 8"/>
                <a:gd name="T3" fmla="*/ 0 h 27"/>
                <a:gd name="T4" fmla="*/ 72 w 8"/>
                <a:gd name="T5" fmla="*/ 39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7">
                  <a:moveTo>
                    <a:pt x="0" y="17"/>
                  </a:moveTo>
                  <a:cubicBezTo>
                    <a:pt x="4" y="12"/>
                    <a:pt x="5" y="5"/>
                    <a:pt x="8" y="0"/>
                  </a:cubicBezTo>
                  <a:cubicBezTo>
                    <a:pt x="5" y="9"/>
                    <a:pt x="6" y="17"/>
                    <a:pt x="6" y="27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9" name="Freeform 1302">
              <a:extLst>
                <a:ext uri="{FF2B5EF4-FFF2-40B4-BE49-F238E27FC236}">
                  <a16:creationId xmlns:a16="http://schemas.microsoft.com/office/drawing/2014/main" id="{60D57369-37B7-4D5D-B8BE-948EA9986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881"/>
              <a:ext cx="44" cy="34"/>
            </a:xfrm>
            <a:custGeom>
              <a:avLst/>
              <a:gdLst>
                <a:gd name="T0" fmla="*/ 74 w 19"/>
                <a:gd name="T1" fmla="*/ 0 h 14"/>
                <a:gd name="T2" fmla="*/ 0 w 19"/>
                <a:gd name="T3" fmla="*/ 129 h 14"/>
                <a:gd name="T4" fmla="*/ 236 w 19"/>
                <a:gd name="T5" fmla="*/ 20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6" y="0"/>
                  </a:moveTo>
                  <a:cubicBezTo>
                    <a:pt x="5" y="4"/>
                    <a:pt x="5" y="8"/>
                    <a:pt x="0" y="9"/>
                  </a:cubicBezTo>
                  <a:cubicBezTo>
                    <a:pt x="7" y="9"/>
                    <a:pt x="14" y="11"/>
                    <a:pt x="19" y="14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0" name="Freeform 1303">
              <a:extLst>
                <a:ext uri="{FF2B5EF4-FFF2-40B4-BE49-F238E27FC236}">
                  <a16:creationId xmlns:a16="http://schemas.microsoft.com/office/drawing/2014/main" id="{764CA317-3232-470C-8B37-A7B9F5151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2283"/>
              <a:ext cx="29" cy="41"/>
            </a:xfrm>
            <a:custGeom>
              <a:avLst/>
              <a:gdLst>
                <a:gd name="T0" fmla="*/ 56 w 13"/>
                <a:gd name="T1" fmla="*/ 239 h 17"/>
                <a:gd name="T2" fmla="*/ 145 w 13"/>
                <a:gd name="T3" fmla="*/ 140 h 17"/>
                <a:gd name="T4" fmla="*/ 0 w 13"/>
                <a:gd name="T5" fmla="*/ 9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5" y="17"/>
                  </a:moveTo>
                  <a:cubicBezTo>
                    <a:pt x="2" y="11"/>
                    <a:pt x="8" y="9"/>
                    <a:pt x="13" y="10"/>
                  </a:cubicBezTo>
                  <a:cubicBezTo>
                    <a:pt x="13" y="3"/>
                    <a:pt x="1" y="0"/>
                    <a:pt x="0" y="7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1" name="Freeform 1304">
              <a:extLst>
                <a:ext uri="{FF2B5EF4-FFF2-40B4-BE49-F238E27FC236}">
                  <a16:creationId xmlns:a16="http://schemas.microsoft.com/office/drawing/2014/main" id="{EF7DF8A9-9086-49FD-934A-47CC4CF12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234"/>
              <a:ext cx="37" cy="93"/>
            </a:xfrm>
            <a:custGeom>
              <a:avLst/>
              <a:gdLst>
                <a:gd name="T0" fmla="*/ 0 w 16"/>
                <a:gd name="T1" fmla="*/ 514 h 38"/>
                <a:gd name="T2" fmla="*/ 199 w 16"/>
                <a:gd name="T3" fmla="*/ 514 h 38"/>
                <a:gd name="T4" fmla="*/ 171 w 16"/>
                <a:gd name="T5" fmla="*/ 223 h 38"/>
                <a:gd name="T6" fmla="*/ 134 w 16"/>
                <a:gd name="T7" fmla="*/ 0 h 38"/>
                <a:gd name="T8" fmla="*/ 123 w 16"/>
                <a:gd name="T9" fmla="*/ 335 h 38"/>
                <a:gd name="T10" fmla="*/ 102 w 16"/>
                <a:gd name="T11" fmla="*/ 497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8">
                  <a:moveTo>
                    <a:pt x="0" y="35"/>
                  </a:moveTo>
                  <a:cubicBezTo>
                    <a:pt x="4" y="37"/>
                    <a:pt x="11" y="38"/>
                    <a:pt x="16" y="35"/>
                  </a:cubicBezTo>
                  <a:cubicBezTo>
                    <a:pt x="14" y="29"/>
                    <a:pt x="16" y="22"/>
                    <a:pt x="14" y="15"/>
                  </a:cubicBezTo>
                  <a:cubicBezTo>
                    <a:pt x="13" y="10"/>
                    <a:pt x="12" y="5"/>
                    <a:pt x="11" y="0"/>
                  </a:cubicBezTo>
                  <a:cubicBezTo>
                    <a:pt x="11" y="8"/>
                    <a:pt x="9" y="15"/>
                    <a:pt x="10" y="23"/>
                  </a:cubicBezTo>
                  <a:cubicBezTo>
                    <a:pt x="10" y="27"/>
                    <a:pt x="14" y="33"/>
                    <a:pt x="8" y="34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2" name="Freeform 1305">
              <a:extLst>
                <a:ext uri="{FF2B5EF4-FFF2-40B4-BE49-F238E27FC236}">
                  <a16:creationId xmlns:a16="http://schemas.microsoft.com/office/drawing/2014/main" id="{3F09F0CA-B891-4258-8526-29E2BF393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028"/>
              <a:ext cx="73" cy="78"/>
            </a:xfrm>
            <a:custGeom>
              <a:avLst/>
              <a:gdLst>
                <a:gd name="T0" fmla="*/ 203 w 32"/>
                <a:gd name="T1" fmla="*/ 463 h 32"/>
                <a:gd name="T2" fmla="*/ 192 w 32"/>
                <a:gd name="T3" fmla="*/ 273 h 32"/>
                <a:gd name="T4" fmla="*/ 381 w 32"/>
                <a:gd name="T5" fmla="*/ 322 h 32"/>
                <a:gd name="T6" fmla="*/ 0 w 32"/>
                <a:gd name="T7" fmla="*/ 5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2">
                  <a:moveTo>
                    <a:pt x="17" y="32"/>
                  </a:moveTo>
                  <a:cubicBezTo>
                    <a:pt x="16" y="28"/>
                    <a:pt x="16" y="24"/>
                    <a:pt x="16" y="19"/>
                  </a:cubicBezTo>
                  <a:cubicBezTo>
                    <a:pt x="22" y="20"/>
                    <a:pt x="26" y="25"/>
                    <a:pt x="32" y="22"/>
                  </a:cubicBezTo>
                  <a:cubicBezTo>
                    <a:pt x="25" y="20"/>
                    <a:pt x="6" y="0"/>
                    <a:pt x="0" y="4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3" name="Freeform 1306">
              <a:extLst>
                <a:ext uri="{FF2B5EF4-FFF2-40B4-BE49-F238E27FC236}">
                  <a16:creationId xmlns:a16="http://schemas.microsoft.com/office/drawing/2014/main" id="{E4F7FACF-719C-437A-9130-5F7DD1EFF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670"/>
              <a:ext cx="50" cy="49"/>
            </a:xfrm>
            <a:custGeom>
              <a:avLst/>
              <a:gdLst>
                <a:gd name="T0" fmla="*/ 0 w 22"/>
                <a:gd name="T1" fmla="*/ 294 h 20"/>
                <a:gd name="T2" fmla="*/ 259 w 22"/>
                <a:gd name="T3" fmla="*/ 91 h 20"/>
                <a:gd name="T4" fmla="*/ 223 w 2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0">
                  <a:moveTo>
                    <a:pt x="0" y="20"/>
                  </a:moveTo>
                  <a:cubicBezTo>
                    <a:pt x="6" y="14"/>
                    <a:pt x="14" y="10"/>
                    <a:pt x="22" y="6"/>
                  </a:cubicBezTo>
                  <a:cubicBezTo>
                    <a:pt x="21" y="4"/>
                    <a:pt x="20" y="2"/>
                    <a:pt x="19" y="0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4" name="Freeform 1307">
              <a:extLst>
                <a:ext uri="{FF2B5EF4-FFF2-40B4-BE49-F238E27FC236}">
                  <a16:creationId xmlns:a16="http://schemas.microsoft.com/office/drawing/2014/main" id="{E1BF3AC9-5522-4C67-8115-4511EA332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12"/>
              <a:ext cx="450" cy="461"/>
            </a:xfrm>
            <a:custGeom>
              <a:avLst/>
              <a:gdLst>
                <a:gd name="T0" fmla="*/ 801 w 196"/>
                <a:gd name="T1" fmla="*/ 2741 h 188"/>
                <a:gd name="T2" fmla="*/ 886 w 196"/>
                <a:gd name="T3" fmla="*/ 2741 h 188"/>
                <a:gd name="T4" fmla="*/ 2278 w 196"/>
                <a:gd name="T5" fmla="*/ 1167 h 188"/>
                <a:gd name="T6" fmla="*/ 2287 w 196"/>
                <a:gd name="T7" fmla="*/ 1005 h 188"/>
                <a:gd name="T8" fmla="*/ 627 w 196"/>
                <a:gd name="T9" fmla="*/ 883 h 188"/>
                <a:gd name="T10" fmla="*/ 801 w 196"/>
                <a:gd name="T11" fmla="*/ 2741 h 1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6" h="188">
                  <a:moveTo>
                    <a:pt x="66" y="186"/>
                  </a:moveTo>
                  <a:cubicBezTo>
                    <a:pt x="68" y="188"/>
                    <a:pt x="71" y="188"/>
                    <a:pt x="73" y="186"/>
                  </a:cubicBezTo>
                  <a:cubicBezTo>
                    <a:pt x="91" y="152"/>
                    <a:pt x="128" y="103"/>
                    <a:pt x="188" y="79"/>
                  </a:cubicBezTo>
                  <a:cubicBezTo>
                    <a:pt x="196" y="76"/>
                    <a:pt x="191" y="70"/>
                    <a:pt x="189" y="68"/>
                  </a:cubicBezTo>
                  <a:cubicBezTo>
                    <a:pt x="159" y="48"/>
                    <a:pt x="104" y="0"/>
                    <a:pt x="52" y="60"/>
                  </a:cubicBezTo>
                  <a:cubicBezTo>
                    <a:pt x="0" y="120"/>
                    <a:pt x="41" y="156"/>
                    <a:pt x="66" y="186"/>
                  </a:cubicBezTo>
                  <a:close/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5" name="Freeform 1308">
              <a:extLst>
                <a:ext uri="{FF2B5EF4-FFF2-40B4-BE49-F238E27FC236}">
                  <a16:creationId xmlns:a16="http://schemas.microsoft.com/office/drawing/2014/main" id="{EA4D5169-5799-4251-987B-8F0962A6E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947"/>
              <a:ext cx="135" cy="88"/>
            </a:xfrm>
            <a:custGeom>
              <a:avLst/>
              <a:gdLst>
                <a:gd name="T0" fmla="*/ 0 w 59"/>
                <a:gd name="T1" fmla="*/ 323 h 36"/>
                <a:gd name="T2" fmla="*/ 261 w 59"/>
                <a:gd name="T3" fmla="*/ 103 h 36"/>
                <a:gd name="T4" fmla="*/ 371 w 59"/>
                <a:gd name="T5" fmla="*/ 71 h 36"/>
                <a:gd name="T6" fmla="*/ 467 w 59"/>
                <a:gd name="T7" fmla="*/ 29 h 36"/>
                <a:gd name="T8" fmla="*/ 540 w 59"/>
                <a:gd name="T9" fmla="*/ 264 h 36"/>
                <a:gd name="T10" fmla="*/ 707 w 59"/>
                <a:gd name="T11" fmla="*/ 435 h 36"/>
                <a:gd name="T12" fmla="*/ 577 w 59"/>
                <a:gd name="T13" fmla="*/ 526 h 36"/>
                <a:gd name="T14" fmla="*/ 346 w 59"/>
                <a:gd name="T15" fmla="*/ 274 h 36"/>
                <a:gd name="T16" fmla="*/ 204 w 59"/>
                <a:gd name="T17" fmla="*/ 264 h 36"/>
                <a:gd name="T18" fmla="*/ 73 w 59"/>
                <a:gd name="T19" fmla="*/ 30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36">
                  <a:moveTo>
                    <a:pt x="0" y="22"/>
                  </a:moveTo>
                  <a:cubicBezTo>
                    <a:pt x="5" y="15"/>
                    <a:pt x="13" y="10"/>
                    <a:pt x="22" y="7"/>
                  </a:cubicBezTo>
                  <a:cubicBezTo>
                    <a:pt x="25" y="7"/>
                    <a:pt x="28" y="7"/>
                    <a:pt x="31" y="5"/>
                  </a:cubicBezTo>
                  <a:cubicBezTo>
                    <a:pt x="34" y="3"/>
                    <a:pt x="35" y="0"/>
                    <a:pt x="39" y="2"/>
                  </a:cubicBezTo>
                  <a:cubicBezTo>
                    <a:pt x="34" y="10"/>
                    <a:pt x="39" y="12"/>
                    <a:pt x="45" y="18"/>
                  </a:cubicBezTo>
                  <a:cubicBezTo>
                    <a:pt x="49" y="22"/>
                    <a:pt x="57" y="25"/>
                    <a:pt x="59" y="30"/>
                  </a:cubicBezTo>
                  <a:cubicBezTo>
                    <a:pt x="55" y="25"/>
                    <a:pt x="51" y="34"/>
                    <a:pt x="48" y="36"/>
                  </a:cubicBezTo>
                  <a:cubicBezTo>
                    <a:pt x="49" y="22"/>
                    <a:pt x="38" y="24"/>
                    <a:pt x="29" y="19"/>
                  </a:cubicBezTo>
                  <a:cubicBezTo>
                    <a:pt x="24" y="17"/>
                    <a:pt x="23" y="16"/>
                    <a:pt x="17" y="18"/>
                  </a:cubicBezTo>
                  <a:cubicBezTo>
                    <a:pt x="13" y="19"/>
                    <a:pt x="8" y="19"/>
                    <a:pt x="6" y="21"/>
                  </a:cubicBezTo>
                </a:path>
              </a:pathLst>
            </a:custGeom>
            <a:solidFill>
              <a:srgbClr val="FF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6" name="Freeform 1309">
              <a:extLst>
                <a:ext uri="{FF2B5EF4-FFF2-40B4-BE49-F238E27FC236}">
                  <a16:creationId xmlns:a16="http://schemas.microsoft.com/office/drawing/2014/main" id="{16CF1860-1F73-4534-8514-B0A803EAB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974"/>
              <a:ext cx="131" cy="81"/>
            </a:xfrm>
            <a:custGeom>
              <a:avLst/>
              <a:gdLst>
                <a:gd name="T0" fmla="*/ 253 w 57"/>
                <a:gd name="T1" fmla="*/ 314 h 33"/>
                <a:gd name="T2" fmla="*/ 365 w 57"/>
                <a:gd name="T3" fmla="*/ 223 h 33"/>
                <a:gd name="T4" fmla="*/ 513 w 57"/>
                <a:gd name="T5" fmla="*/ 103 h 33"/>
                <a:gd name="T6" fmla="*/ 692 w 57"/>
                <a:gd name="T7" fmla="*/ 12 h 33"/>
                <a:gd name="T8" fmla="*/ 317 w 57"/>
                <a:gd name="T9" fmla="*/ 162 h 33"/>
                <a:gd name="T10" fmla="*/ 0 w 57"/>
                <a:gd name="T11" fmla="*/ 48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33">
                  <a:moveTo>
                    <a:pt x="21" y="21"/>
                  </a:moveTo>
                  <a:cubicBezTo>
                    <a:pt x="24" y="21"/>
                    <a:pt x="27" y="16"/>
                    <a:pt x="30" y="15"/>
                  </a:cubicBezTo>
                  <a:cubicBezTo>
                    <a:pt x="34" y="11"/>
                    <a:pt x="37" y="10"/>
                    <a:pt x="42" y="7"/>
                  </a:cubicBezTo>
                  <a:cubicBezTo>
                    <a:pt x="46" y="5"/>
                    <a:pt x="53" y="3"/>
                    <a:pt x="57" y="1"/>
                  </a:cubicBezTo>
                  <a:cubicBezTo>
                    <a:pt x="48" y="0"/>
                    <a:pt x="33" y="5"/>
                    <a:pt x="26" y="11"/>
                  </a:cubicBezTo>
                  <a:cubicBezTo>
                    <a:pt x="16" y="17"/>
                    <a:pt x="5" y="22"/>
                    <a:pt x="0" y="33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7" name="Freeform 1310">
              <a:extLst>
                <a:ext uri="{FF2B5EF4-FFF2-40B4-BE49-F238E27FC236}">
                  <a16:creationId xmlns:a16="http://schemas.microsoft.com/office/drawing/2014/main" id="{69BC97B1-DC9B-4CB3-8C39-FA3FFE95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932"/>
              <a:ext cx="58" cy="44"/>
            </a:xfrm>
            <a:custGeom>
              <a:avLst/>
              <a:gdLst>
                <a:gd name="T0" fmla="*/ 0 w 25"/>
                <a:gd name="T1" fmla="*/ 264 h 18"/>
                <a:gd name="T2" fmla="*/ 162 w 25"/>
                <a:gd name="T3" fmla="*/ 132 h 18"/>
                <a:gd name="T4" fmla="*/ 313 w 25"/>
                <a:gd name="T5" fmla="*/ 0 h 18"/>
                <a:gd name="T6" fmla="*/ 49 w 25"/>
                <a:gd name="T7" fmla="*/ 19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0" y="18"/>
                  </a:moveTo>
                  <a:cubicBezTo>
                    <a:pt x="4" y="14"/>
                    <a:pt x="9" y="12"/>
                    <a:pt x="13" y="9"/>
                  </a:cubicBezTo>
                  <a:cubicBezTo>
                    <a:pt x="17" y="6"/>
                    <a:pt x="20" y="1"/>
                    <a:pt x="25" y="0"/>
                  </a:cubicBezTo>
                  <a:cubicBezTo>
                    <a:pt x="14" y="2"/>
                    <a:pt x="11" y="6"/>
                    <a:pt x="4" y="13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8" name="Freeform 1311">
              <a:extLst>
                <a:ext uri="{FF2B5EF4-FFF2-40B4-BE49-F238E27FC236}">
                  <a16:creationId xmlns:a16="http://schemas.microsoft.com/office/drawing/2014/main" id="{4DF8D7D1-3EF6-43C7-8BE2-98BFCE49B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040"/>
              <a:ext cx="106" cy="118"/>
            </a:xfrm>
            <a:custGeom>
              <a:avLst/>
              <a:gdLst>
                <a:gd name="T0" fmla="*/ 0 w 46"/>
                <a:gd name="T1" fmla="*/ 683 h 48"/>
                <a:gd name="T2" fmla="*/ 0 w 46"/>
                <a:gd name="T3" fmla="*/ 713 h 48"/>
                <a:gd name="T4" fmla="*/ 94 w 46"/>
                <a:gd name="T5" fmla="*/ 610 h 48"/>
                <a:gd name="T6" fmla="*/ 196 w 46"/>
                <a:gd name="T7" fmla="*/ 563 h 48"/>
                <a:gd name="T8" fmla="*/ 293 w 46"/>
                <a:gd name="T9" fmla="*/ 356 h 48"/>
                <a:gd name="T10" fmla="*/ 431 w 46"/>
                <a:gd name="T11" fmla="*/ 224 h 48"/>
                <a:gd name="T12" fmla="*/ 562 w 46"/>
                <a:gd name="T13" fmla="*/ 0 h 48"/>
                <a:gd name="T14" fmla="*/ 346 w 46"/>
                <a:gd name="T15" fmla="*/ 207 h 48"/>
                <a:gd name="T16" fmla="*/ 272 w 46"/>
                <a:gd name="T17" fmla="*/ 236 h 48"/>
                <a:gd name="T18" fmla="*/ 196 w 46"/>
                <a:gd name="T19" fmla="*/ 369 h 48"/>
                <a:gd name="T20" fmla="*/ 85 w 46"/>
                <a:gd name="T21" fmla="*/ 592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48">
                  <a:moveTo>
                    <a:pt x="0" y="46"/>
                  </a:moveTo>
                  <a:cubicBezTo>
                    <a:pt x="0" y="47"/>
                    <a:pt x="0" y="48"/>
                    <a:pt x="0" y="48"/>
                  </a:cubicBezTo>
                  <a:cubicBezTo>
                    <a:pt x="3" y="46"/>
                    <a:pt x="5" y="43"/>
                    <a:pt x="8" y="41"/>
                  </a:cubicBezTo>
                  <a:cubicBezTo>
                    <a:pt x="10" y="40"/>
                    <a:pt x="14" y="40"/>
                    <a:pt x="16" y="38"/>
                  </a:cubicBezTo>
                  <a:cubicBezTo>
                    <a:pt x="20" y="35"/>
                    <a:pt x="21" y="28"/>
                    <a:pt x="24" y="24"/>
                  </a:cubicBezTo>
                  <a:cubicBezTo>
                    <a:pt x="28" y="20"/>
                    <a:pt x="32" y="18"/>
                    <a:pt x="35" y="15"/>
                  </a:cubicBezTo>
                  <a:cubicBezTo>
                    <a:pt x="39" y="11"/>
                    <a:pt x="43" y="5"/>
                    <a:pt x="46" y="0"/>
                  </a:cubicBezTo>
                  <a:cubicBezTo>
                    <a:pt x="39" y="2"/>
                    <a:pt x="34" y="10"/>
                    <a:pt x="28" y="14"/>
                  </a:cubicBezTo>
                  <a:cubicBezTo>
                    <a:pt x="26" y="16"/>
                    <a:pt x="24" y="15"/>
                    <a:pt x="22" y="16"/>
                  </a:cubicBezTo>
                  <a:cubicBezTo>
                    <a:pt x="19" y="18"/>
                    <a:pt x="17" y="23"/>
                    <a:pt x="16" y="25"/>
                  </a:cubicBezTo>
                  <a:cubicBezTo>
                    <a:pt x="13" y="31"/>
                    <a:pt x="11" y="35"/>
                    <a:pt x="7" y="40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9" name="Freeform 1312">
              <a:extLst>
                <a:ext uri="{FF2B5EF4-FFF2-40B4-BE49-F238E27FC236}">
                  <a16:creationId xmlns:a16="http://schemas.microsoft.com/office/drawing/2014/main" id="{037D3EC6-7CD6-4DE1-999B-3F2B1A6FE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2150"/>
              <a:ext cx="108" cy="165"/>
            </a:xfrm>
            <a:custGeom>
              <a:avLst/>
              <a:gdLst>
                <a:gd name="T0" fmla="*/ 147 w 47"/>
                <a:gd name="T1" fmla="*/ 704 h 67"/>
                <a:gd name="T2" fmla="*/ 301 w 47"/>
                <a:gd name="T3" fmla="*/ 286 h 67"/>
                <a:gd name="T4" fmla="*/ 512 w 47"/>
                <a:gd name="T5" fmla="*/ 0 h 67"/>
                <a:gd name="T6" fmla="*/ 170 w 47"/>
                <a:gd name="T7" fmla="*/ 345 h 67"/>
                <a:gd name="T8" fmla="*/ 48 w 47"/>
                <a:gd name="T9" fmla="*/ 100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67">
                  <a:moveTo>
                    <a:pt x="12" y="47"/>
                  </a:moveTo>
                  <a:cubicBezTo>
                    <a:pt x="15" y="37"/>
                    <a:pt x="17" y="26"/>
                    <a:pt x="25" y="19"/>
                  </a:cubicBezTo>
                  <a:cubicBezTo>
                    <a:pt x="28" y="15"/>
                    <a:pt x="47" y="5"/>
                    <a:pt x="42" y="0"/>
                  </a:cubicBezTo>
                  <a:cubicBezTo>
                    <a:pt x="36" y="9"/>
                    <a:pt x="23" y="16"/>
                    <a:pt x="14" y="23"/>
                  </a:cubicBezTo>
                  <a:cubicBezTo>
                    <a:pt x="0" y="33"/>
                    <a:pt x="3" y="51"/>
                    <a:pt x="4" y="67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0" name="Freeform 1313">
              <a:extLst>
                <a:ext uri="{FF2B5EF4-FFF2-40B4-BE49-F238E27FC236}">
                  <a16:creationId xmlns:a16="http://schemas.microsoft.com/office/drawing/2014/main" id="{1467E92F-F31E-4838-8B64-0701D9FEC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084"/>
              <a:ext cx="27" cy="37"/>
            </a:xfrm>
            <a:custGeom>
              <a:avLst/>
              <a:gdLst>
                <a:gd name="T0" fmla="*/ 0 w 12"/>
                <a:gd name="T1" fmla="*/ 224 h 15"/>
                <a:gd name="T2" fmla="*/ 137 w 12"/>
                <a:gd name="T3" fmla="*/ 0 h 15"/>
                <a:gd name="T4" fmla="*/ 56 w 12"/>
                <a:gd name="T5" fmla="*/ 13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15"/>
                  </a:moveTo>
                  <a:cubicBezTo>
                    <a:pt x="1" y="11"/>
                    <a:pt x="8" y="0"/>
                    <a:pt x="12" y="0"/>
                  </a:cubicBezTo>
                  <a:cubicBezTo>
                    <a:pt x="9" y="3"/>
                    <a:pt x="7" y="6"/>
                    <a:pt x="5" y="9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1" name="Freeform 1314">
              <a:extLst>
                <a:ext uri="{FF2B5EF4-FFF2-40B4-BE49-F238E27FC236}">
                  <a16:creationId xmlns:a16="http://schemas.microsoft.com/office/drawing/2014/main" id="{9BFC3A12-0E67-4FCE-BAA2-35E3072EB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940"/>
              <a:ext cx="66" cy="80"/>
            </a:xfrm>
            <a:custGeom>
              <a:avLst/>
              <a:gdLst>
                <a:gd name="T0" fmla="*/ 0 w 29"/>
                <a:gd name="T1" fmla="*/ 470 h 33"/>
                <a:gd name="T2" fmla="*/ 212 w 29"/>
                <a:gd name="T3" fmla="*/ 230 h 33"/>
                <a:gd name="T4" fmla="*/ 248 w 29"/>
                <a:gd name="T5" fmla="*/ 141 h 33"/>
                <a:gd name="T6" fmla="*/ 341 w 29"/>
                <a:gd name="T7" fmla="*/ 0 h 33"/>
                <a:gd name="T8" fmla="*/ 57 w 29"/>
                <a:gd name="T9" fmla="*/ 40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0" y="33"/>
                  </a:moveTo>
                  <a:cubicBezTo>
                    <a:pt x="6" y="28"/>
                    <a:pt x="14" y="22"/>
                    <a:pt x="18" y="16"/>
                  </a:cubicBezTo>
                  <a:cubicBezTo>
                    <a:pt x="20" y="14"/>
                    <a:pt x="20" y="12"/>
                    <a:pt x="21" y="10"/>
                  </a:cubicBezTo>
                  <a:cubicBezTo>
                    <a:pt x="23" y="6"/>
                    <a:pt x="27" y="4"/>
                    <a:pt x="29" y="0"/>
                  </a:cubicBezTo>
                  <a:cubicBezTo>
                    <a:pt x="18" y="6"/>
                    <a:pt x="11" y="18"/>
                    <a:pt x="5" y="28"/>
                  </a:cubicBezTo>
                </a:path>
              </a:pathLst>
            </a:custGeom>
            <a:solidFill>
              <a:srgbClr val="FAD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2" name="Freeform 1315">
              <a:extLst>
                <a:ext uri="{FF2B5EF4-FFF2-40B4-BE49-F238E27FC236}">
                  <a16:creationId xmlns:a16="http://schemas.microsoft.com/office/drawing/2014/main" id="{AD800086-F77A-4FBF-932B-446F5353C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829"/>
              <a:ext cx="41" cy="8"/>
            </a:xfrm>
            <a:custGeom>
              <a:avLst/>
              <a:gdLst>
                <a:gd name="T0" fmla="*/ 0 w 18"/>
                <a:gd name="T1" fmla="*/ 21 h 3"/>
                <a:gd name="T2" fmla="*/ 212 w 18"/>
                <a:gd name="T3" fmla="*/ 21 h 3"/>
                <a:gd name="T4" fmla="*/ 25 w 1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1"/>
                  </a:moveTo>
                  <a:cubicBezTo>
                    <a:pt x="7" y="3"/>
                    <a:pt x="11" y="3"/>
                    <a:pt x="18" y="1"/>
                  </a:cubicBezTo>
                  <a:cubicBezTo>
                    <a:pt x="13" y="0"/>
                    <a:pt x="7" y="2"/>
                    <a:pt x="2" y="0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3" name="Freeform 1316">
              <a:extLst>
                <a:ext uri="{FF2B5EF4-FFF2-40B4-BE49-F238E27FC236}">
                  <a16:creationId xmlns:a16="http://schemas.microsoft.com/office/drawing/2014/main" id="{B0E3B6D3-14A1-4829-95C7-411C5D92B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881"/>
              <a:ext cx="69" cy="32"/>
            </a:xfrm>
            <a:custGeom>
              <a:avLst/>
              <a:gdLst>
                <a:gd name="T0" fmla="*/ 0 w 30"/>
                <a:gd name="T1" fmla="*/ 121 h 13"/>
                <a:gd name="T2" fmla="*/ 186 w 30"/>
                <a:gd name="T3" fmla="*/ 121 h 13"/>
                <a:gd name="T4" fmla="*/ 366 w 30"/>
                <a:gd name="T5" fmla="*/ 182 h 13"/>
                <a:gd name="T6" fmla="*/ 12 w 30"/>
                <a:gd name="T7" fmla="*/ 10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3">
                  <a:moveTo>
                    <a:pt x="0" y="8"/>
                  </a:moveTo>
                  <a:cubicBezTo>
                    <a:pt x="4" y="11"/>
                    <a:pt x="10" y="7"/>
                    <a:pt x="15" y="8"/>
                  </a:cubicBezTo>
                  <a:cubicBezTo>
                    <a:pt x="19" y="8"/>
                    <a:pt x="26" y="13"/>
                    <a:pt x="30" y="12"/>
                  </a:cubicBezTo>
                  <a:cubicBezTo>
                    <a:pt x="27" y="0"/>
                    <a:pt x="8" y="3"/>
                    <a:pt x="1" y="7"/>
                  </a:cubicBezTo>
                </a:path>
              </a:pathLst>
            </a:custGeom>
            <a:solidFill>
              <a:srgbClr val="F6B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4" name="Freeform 1317">
              <a:extLst>
                <a:ext uri="{FF2B5EF4-FFF2-40B4-BE49-F238E27FC236}">
                  <a16:creationId xmlns:a16="http://schemas.microsoft.com/office/drawing/2014/main" id="{E4AA4205-556A-4091-B7C2-F09DFC786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876"/>
              <a:ext cx="96" cy="66"/>
            </a:xfrm>
            <a:custGeom>
              <a:avLst/>
              <a:gdLst>
                <a:gd name="T0" fmla="*/ 215 w 42"/>
                <a:gd name="T1" fmla="*/ 203 h 27"/>
                <a:gd name="T2" fmla="*/ 501 w 42"/>
                <a:gd name="T3" fmla="*/ 0 h 27"/>
                <a:gd name="T4" fmla="*/ 261 w 42"/>
                <a:gd name="T5" fmla="*/ 264 h 27"/>
                <a:gd name="T6" fmla="*/ 0 w 42"/>
                <a:gd name="T7" fmla="*/ 232 h 27"/>
                <a:gd name="T8" fmla="*/ 203 w 42"/>
                <a:gd name="T9" fmla="*/ 19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18" y="14"/>
                  </a:moveTo>
                  <a:cubicBezTo>
                    <a:pt x="25" y="7"/>
                    <a:pt x="32" y="3"/>
                    <a:pt x="42" y="0"/>
                  </a:cubicBezTo>
                  <a:cubicBezTo>
                    <a:pt x="39" y="5"/>
                    <a:pt x="27" y="13"/>
                    <a:pt x="22" y="18"/>
                  </a:cubicBezTo>
                  <a:cubicBezTo>
                    <a:pt x="12" y="27"/>
                    <a:pt x="12" y="16"/>
                    <a:pt x="0" y="16"/>
                  </a:cubicBezTo>
                  <a:cubicBezTo>
                    <a:pt x="7" y="12"/>
                    <a:pt x="9" y="13"/>
                    <a:pt x="17" y="13"/>
                  </a:cubicBezTo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5" name="Freeform 1318">
              <a:extLst>
                <a:ext uri="{FF2B5EF4-FFF2-40B4-BE49-F238E27FC236}">
                  <a16:creationId xmlns:a16="http://schemas.microsoft.com/office/drawing/2014/main" id="{11261CE9-FB62-46EA-9872-8B986068C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893"/>
              <a:ext cx="40" cy="22"/>
            </a:xfrm>
            <a:custGeom>
              <a:avLst/>
              <a:gdLst>
                <a:gd name="T0" fmla="*/ 0 w 17"/>
                <a:gd name="T1" fmla="*/ 120 h 9"/>
                <a:gd name="T2" fmla="*/ 221 w 17"/>
                <a:gd name="T3" fmla="*/ 120 h 9"/>
                <a:gd name="T4" fmla="*/ 78 w 17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8"/>
                  </a:moveTo>
                  <a:cubicBezTo>
                    <a:pt x="5" y="6"/>
                    <a:pt x="16" y="0"/>
                    <a:pt x="17" y="8"/>
                  </a:cubicBezTo>
                  <a:cubicBezTo>
                    <a:pt x="13" y="7"/>
                    <a:pt x="9" y="6"/>
                    <a:pt x="6" y="9"/>
                  </a:cubicBezTo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6" name="Freeform 1319">
              <a:extLst>
                <a:ext uri="{FF2B5EF4-FFF2-40B4-BE49-F238E27FC236}">
                  <a16:creationId xmlns:a16="http://schemas.microsoft.com/office/drawing/2014/main" id="{D16555A5-4221-4891-A242-90CBC6394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957"/>
              <a:ext cx="71" cy="41"/>
            </a:xfrm>
            <a:custGeom>
              <a:avLst/>
              <a:gdLst>
                <a:gd name="T0" fmla="*/ 0 w 31"/>
                <a:gd name="T1" fmla="*/ 210 h 17"/>
                <a:gd name="T2" fmla="*/ 325 w 31"/>
                <a:gd name="T3" fmla="*/ 111 h 17"/>
                <a:gd name="T4" fmla="*/ 11 w 31"/>
                <a:gd name="T5" fmla="*/ 22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7">
                  <a:moveTo>
                    <a:pt x="0" y="15"/>
                  </a:moveTo>
                  <a:cubicBezTo>
                    <a:pt x="2" y="15"/>
                    <a:pt x="31" y="0"/>
                    <a:pt x="27" y="8"/>
                  </a:cubicBezTo>
                  <a:cubicBezTo>
                    <a:pt x="26" y="10"/>
                    <a:pt x="4" y="17"/>
                    <a:pt x="1" y="16"/>
                  </a:cubicBezTo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7" name="Freeform 1320">
              <a:extLst>
                <a:ext uri="{FF2B5EF4-FFF2-40B4-BE49-F238E27FC236}">
                  <a16:creationId xmlns:a16="http://schemas.microsoft.com/office/drawing/2014/main" id="{89843974-C178-48A8-B2FD-8C7D5031C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119"/>
              <a:ext cx="55" cy="98"/>
            </a:xfrm>
            <a:custGeom>
              <a:avLst/>
              <a:gdLst>
                <a:gd name="T0" fmla="*/ 179 w 24"/>
                <a:gd name="T1" fmla="*/ 0 h 40"/>
                <a:gd name="T2" fmla="*/ 121 w 24"/>
                <a:gd name="T3" fmla="*/ 265 h 40"/>
                <a:gd name="T4" fmla="*/ 25 w 24"/>
                <a:gd name="T5" fmla="*/ 588 h 40"/>
                <a:gd name="T6" fmla="*/ 147 w 24"/>
                <a:gd name="T7" fmla="*/ 306 h 40"/>
                <a:gd name="T8" fmla="*/ 289 w 24"/>
                <a:gd name="T9" fmla="*/ 22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0">
                  <a:moveTo>
                    <a:pt x="15" y="0"/>
                  </a:moveTo>
                  <a:cubicBezTo>
                    <a:pt x="11" y="5"/>
                    <a:pt x="11" y="12"/>
                    <a:pt x="10" y="18"/>
                  </a:cubicBezTo>
                  <a:cubicBezTo>
                    <a:pt x="8" y="25"/>
                    <a:pt x="0" y="34"/>
                    <a:pt x="2" y="40"/>
                  </a:cubicBezTo>
                  <a:cubicBezTo>
                    <a:pt x="7" y="36"/>
                    <a:pt x="6" y="27"/>
                    <a:pt x="12" y="21"/>
                  </a:cubicBezTo>
                  <a:cubicBezTo>
                    <a:pt x="16" y="18"/>
                    <a:pt x="20" y="16"/>
                    <a:pt x="24" y="15"/>
                  </a:cubicBezTo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8" name="Freeform 1321">
              <a:extLst>
                <a:ext uri="{FF2B5EF4-FFF2-40B4-BE49-F238E27FC236}">
                  <a16:creationId xmlns:a16="http://schemas.microsoft.com/office/drawing/2014/main" id="{F3CF98B7-C85C-44E3-8887-01D3CA9E0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182"/>
              <a:ext cx="55" cy="93"/>
            </a:xfrm>
            <a:custGeom>
              <a:avLst/>
              <a:gdLst>
                <a:gd name="T0" fmla="*/ 94 w 24"/>
                <a:gd name="T1" fmla="*/ 0 h 38"/>
                <a:gd name="T2" fmla="*/ 37 w 24"/>
                <a:gd name="T3" fmla="*/ 203 h 38"/>
                <a:gd name="T4" fmla="*/ 0 w 24"/>
                <a:gd name="T5" fmla="*/ 558 h 38"/>
                <a:gd name="T6" fmla="*/ 121 w 24"/>
                <a:gd name="T7" fmla="*/ 203 h 38"/>
                <a:gd name="T8" fmla="*/ 289 w 24"/>
                <a:gd name="T9" fmla="*/ 5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8">
                  <a:moveTo>
                    <a:pt x="8" y="0"/>
                  </a:moveTo>
                  <a:cubicBezTo>
                    <a:pt x="10" y="7"/>
                    <a:pt x="5" y="9"/>
                    <a:pt x="3" y="14"/>
                  </a:cubicBezTo>
                  <a:cubicBezTo>
                    <a:pt x="0" y="22"/>
                    <a:pt x="0" y="30"/>
                    <a:pt x="0" y="38"/>
                  </a:cubicBezTo>
                  <a:cubicBezTo>
                    <a:pt x="5" y="31"/>
                    <a:pt x="5" y="21"/>
                    <a:pt x="10" y="14"/>
                  </a:cubicBezTo>
                  <a:cubicBezTo>
                    <a:pt x="14" y="10"/>
                    <a:pt x="20" y="8"/>
                    <a:pt x="24" y="4"/>
                  </a:cubicBezTo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9" name="Freeform 1322">
              <a:extLst>
                <a:ext uri="{FF2B5EF4-FFF2-40B4-BE49-F238E27FC236}">
                  <a16:creationId xmlns:a16="http://schemas.microsoft.com/office/drawing/2014/main" id="{B938E568-71C3-4348-8D11-1ECA86138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819"/>
              <a:ext cx="60" cy="25"/>
            </a:xfrm>
            <a:custGeom>
              <a:avLst/>
              <a:gdLst>
                <a:gd name="T0" fmla="*/ 0 w 26"/>
                <a:gd name="T1" fmla="*/ 158 h 10"/>
                <a:gd name="T2" fmla="*/ 318 w 26"/>
                <a:gd name="T3" fmla="*/ 3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10"/>
                  </a:moveTo>
                  <a:cubicBezTo>
                    <a:pt x="5" y="1"/>
                    <a:pt x="17" y="0"/>
                    <a:pt x="26" y="2"/>
                  </a:cubicBezTo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0" name="Freeform 1323">
              <a:extLst>
                <a:ext uri="{FF2B5EF4-FFF2-40B4-BE49-F238E27FC236}">
                  <a16:creationId xmlns:a16="http://schemas.microsoft.com/office/drawing/2014/main" id="{72E3302D-A49F-44C2-8856-DE89BA7C2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802"/>
              <a:ext cx="133" cy="30"/>
            </a:xfrm>
            <a:custGeom>
              <a:avLst/>
              <a:gdLst>
                <a:gd name="T0" fmla="*/ 316 w 58"/>
                <a:gd name="T1" fmla="*/ 95 h 12"/>
                <a:gd name="T2" fmla="*/ 605 w 58"/>
                <a:gd name="T3" fmla="*/ 2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2">
                  <a:moveTo>
                    <a:pt x="26" y="6"/>
                  </a:moveTo>
                  <a:cubicBezTo>
                    <a:pt x="0" y="12"/>
                    <a:pt x="58" y="0"/>
                    <a:pt x="50" y="1"/>
                  </a:cubicBezTo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1" name="Freeform 1324">
              <a:extLst>
                <a:ext uri="{FF2B5EF4-FFF2-40B4-BE49-F238E27FC236}">
                  <a16:creationId xmlns:a16="http://schemas.microsoft.com/office/drawing/2014/main" id="{C4846036-39A8-4D41-B464-382656C52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2187"/>
              <a:ext cx="30" cy="71"/>
            </a:xfrm>
            <a:custGeom>
              <a:avLst/>
              <a:gdLst>
                <a:gd name="T0" fmla="*/ 37 w 13"/>
                <a:gd name="T1" fmla="*/ 426 h 29"/>
                <a:gd name="T2" fmla="*/ 159 w 13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3" y="29"/>
                  </a:moveTo>
                  <a:cubicBezTo>
                    <a:pt x="0" y="21"/>
                    <a:pt x="6" y="4"/>
                    <a:pt x="13" y="0"/>
                  </a:cubicBezTo>
                </a:path>
              </a:pathLst>
            </a:custGeom>
            <a:solidFill>
              <a:srgbClr val="FDF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2" name="Freeform 1325">
              <a:extLst>
                <a:ext uri="{FF2B5EF4-FFF2-40B4-BE49-F238E27FC236}">
                  <a16:creationId xmlns:a16="http://schemas.microsoft.com/office/drawing/2014/main" id="{6B15193C-6396-47BD-8A1A-D5F26387C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623"/>
              <a:ext cx="41" cy="89"/>
            </a:xfrm>
            <a:custGeom>
              <a:avLst/>
              <a:gdLst>
                <a:gd name="T0" fmla="*/ 118 w 18"/>
                <a:gd name="T1" fmla="*/ 0 h 36"/>
                <a:gd name="T2" fmla="*/ 93 w 18"/>
                <a:gd name="T3" fmla="*/ 274 h 36"/>
                <a:gd name="T4" fmla="*/ 36 w 18"/>
                <a:gd name="T5" fmla="*/ 544 h 36"/>
                <a:gd name="T6" fmla="*/ 166 w 18"/>
                <a:gd name="T7" fmla="*/ 245 h 36"/>
                <a:gd name="T8" fmla="*/ 187 w 18"/>
                <a:gd name="T9" fmla="*/ 74 h 36"/>
                <a:gd name="T10" fmla="*/ 130 w 18"/>
                <a:gd name="T11" fmla="*/ 1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6">
                  <a:moveTo>
                    <a:pt x="10" y="0"/>
                  </a:moveTo>
                  <a:cubicBezTo>
                    <a:pt x="16" y="6"/>
                    <a:pt x="14" y="12"/>
                    <a:pt x="8" y="18"/>
                  </a:cubicBezTo>
                  <a:cubicBezTo>
                    <a:pt x="2" y="23"/>
                    <a:pt x="3" y="29"/>
                    <a:pt x="3" y="36"/>
                  </a:cubicBezTo>
                  <a:cubicBezTo>
                    <a:pt x="0" y="28"/>
                    <a:pt x="10" y="22"/>
                    <a:pt x="14" y="16"/>
                  </a:cubicBezTo>
                  <a:cubicBezTo>
                    <a:pt x="15" y="13"/>
                    <a:pt x="18" y="9"/>
                    <a:pt x="16" y="5"/>
                  </a:cubicBezTo>
                  <a:cubicBezTo>
                    <a:pt x="15" y="3"/>
                    <a:pt x="13" y="3"/>
                    <a:pt x="11" y="1"/>
                  </a:cubicBezTo>
                </a:path>
              </a:pathLst>
            </a:custGeom>
            <a:solidFill>
              <a:srgbClr val="F4F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3" name="Freeform 1326">
              <a:extLst>
                <a:ext uri="{FF2B5EF4-FFF2-40B4-BE49-F238E27FC236}">
                  <a16:creationId xmlns:a16="http://schemas.microsoft.com/office/drawing/2014/main" id="{DFF2F28D-8CED-40FD-9C2E-531ECCB20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623"/>
              <a:ext cx="122" cy="113"/>
            </a:xfrm>
            <a:custGeom>
              <a:avLst/>
              <a:gdLst>
                <a:gd name="T0" fmla="*/ 0 w 53"/>
                <a:gd name="T1" fmla="*/ 609 h 46"/>
                <a:gd name="T2" fmla="*/ 196 w 53"/>
                <a:gd name="T3" fmla="*/ 447 h 46"/>
                <a:gd name="T4" fmla="*/ 391 w 53"/>
                <a:gd name="T5" fmla="*/ 120 h 46"/>
                <a:gd name="T6" fmla="*/ 647 w 53"/>
                <a:gd name="T7" fmla="*/ 0 h 46"/>
                <a:gd name="T8" fmla="*/ 440 w 53"/>
                <a:gd name="T9" fmla="*/ 133 h 46"/>
                <a:gd name="T10" fmla="*/ 253 w 53"/>
                <a:gd name="T11" fmla="*/ 418 h 46"/>
                <a:gd name="T12" fmla="*/ 0 w 53"/>
                <a:gd name="T13" fmla="*/ 609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6">
                  <a:moveTo>
                    <a:pt x="0" y="41"/>
                  </a:moveTo>
                  <a:cubicBezTo>
                    <a:pt x="8" y="42"/>
                    <a:pt x="12" y="38"/>
                    <a:pt x="16" y="30"/>
                  </a:cubicBezTo>
                  <a:cubicBezTo>
                    <a:pt x="20" y="22"/>
                    <a:pt x="25" y="11"/>
                    <a:pt x="32" y="8"/>
                  </a:cubicBezTo>
                  <a:cubicBezTo>
                    <a:pt x="40" y="4"/>
                    <a:pt x="50" y="2"/>
                    <a:pt x="53" y="0"/>
                  </a:cubicBezTo>
                  <a:cubicBezTo>
                    <a:pt x="49" y="6"/>
                    <a:pt x="41" y="6"/>
                    <a:pt x="36" y="9"/>
                  </a:cubicBezTo>
                  <a:cubicBezTo>
                    <a:pt x="31" y="11"/>
                    <a:pt x="26" y="18"/>
                    <a:pt x="21" y="28"/>
                  </a:cubicBezTo>
                  <a:cubicBezTo>
                    <a:pt x="16" y="38"/>
                    <a:pt x="6" y="46"/>
                    <a:pt x="0" y="41"/>
                  </a:cubicBezTo>
                  <a:close/>
                </a:path>
              </a:pathLst>
            </a:custGeom>
            <a:solidFill>
              <a:srgbClr val="F4F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4" name="Freeform 1327">
              <a:extLst>
                <a:ext uri="{FF2B5EF4-FFF2-40B4-BE49-F238E27FC236}">
                  <a16:creationId xmlns:a16="http://schemas.microsoft.com/office/drawing/2014/main" id="{D55DB851-228E-43ED-AC7E-C37C3314B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792"/>
              <a:ext cx="92" cy="130"/>
            </a:xfrm>
            <a:custGeom>
              <a:avLst/>
              <a:gdLst>
                <a:gd name="T0" fmla="*/ 391 w 40"/>
                <a:gd name="T1" fmla="*/ 0 h 53"/>
                <a:gd name="T2" fmla="*/ 402 w 40"/>
                <a:gd name="T3" fmla="*/ 282 h 53"/>
                <a:gd name="T4" fmla="*/ 170 w 40"/>
                <a:gd name="T5" fmla="*/ 446 h 53"/>
                <a:gd name="T6" fmla="*/ 0 w 40"/>
                <a:gd name="T7" fmla="*/ 782 h 53"/>
                <a:gd name="T8" fmla="*/ 207 w 40"/>
                <a:gd name="T9" fmla="*/ 488 h 53"/>
                <a:gd name="T10" fmla="*/ 460 w 40"/>
                <a:gd name="T11" fmla="*/ 282 h 53"/>
                <a:gd name="T12" fmla="*/ 391 w 40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3">
                  <a:moveTo>
                    <a:pt x="32" y="0"/>
                  </a:moveTo>
                  <a:cubicBezTo>
                    <a:pt x="37" y="9"/>
                    <a:pt x="36" y="13"/>
                    <a:pt x="33" y="19"/>
                  </a:cubicBezTo>
                  <a:cubicBezTo>
                    <a:pt x="29" y="25"/>
                    <a:pt x="20" y="27"/>
                    <a:pt x="14" y="30"/>
                  </a:cubicBezTo>
                  <a:cubicBezTo>
                    <a:pt x="9" y="33"/>
                    <a:pt x="3" y="42"/>
                    <a:pt x="0" y="53"/>
                  </a:cubicBezTo>
                  <a:cubicBezTo>
                    <a:pt x="4" y="43"/>
                    <a:pt x="7" y="37"/>
                    <a:pt x="17" y="33"/>
                  </a:cubicBezTo>
                  <a:cubicBezTo>
                    <a:pt x="26" y="29"/>
                    <a:pt x="36" y="27"/>
                    <a:pt x="38" y="19"/>
                  </a:cubicBezTo>
                  <a:cubicBezTo>
                    <a:pt x="40" y="10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4F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5" name="Freeform 1328">
              <a:extLst>
                <a:ext uri="{FF2B5EF4-FFF2-40B4-BE49-F238E27FC236}">
                  <a16:creationId xmlns:a16="http://schemas.microsoft.com/office/drawing/2014/main" id="{A9CA9BEA-D1B0-4325-85C9-6862CE9B1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746"/>
              <a:ext cx="25" cy="51"/>
            </a:xfrm>
            <a:custGeom>
              <a:avLst/>
              <a:gdLst>
                <a:gd name="T0" fmla="*/ 0 w 11"/>
                <a:gd name="T1" fmla="*/ 260 h 21"/>
                <a:gd name="T2" fmla="*/ 102 w 11"/>
                <a:gd name="T3" fmla="*/ 0 h 21"/>
                <a:gd name="T4" fmla="*/ 0 w 11"/>
                <a:gd name="T5" fmla="*/ 26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0" y="18"/>
                  </a:moveTo>
                  <a:cubicBezTo>
                    <a:pt x="6" y="17"/>
                    <a:pt x="9" y="10"/>
                    <a:pt x="9" y="0"/>
                  </a:cubicBezTo>
                  <a:cubicBezTo>
                    <a:pt x="11" y="12"/>
                    <a:pt x="7" y="21"/>
                    <a:pt x="0" y="18"/>
                  </a:cubicBezTo>
                  <a:close/>
                </a:path>
              </a:pathLst>
            </a:custGeom>
            <a:solidFill>
              <a:srgbClr val="F4F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6" name="Freeform 1329">
              <a:extLst>
                <a:ext uri="{FF2B5EF4-FFF2-40B4-BE49-F238E27FC236}">
                  <a16:creationId xmlns:a16="http://schemas.microsoft.com/office/drawing/2014/main" id="{60BA29EE-7F09-4D88-9FD2-6FE4C5832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844"/>
              <a:ext cx="56" cy="78"/>
            </a:xfrm>
            <a:custGeom>
              <a:avLst/>
              <a:gdLst>
                <a:gd name="T0" fmla="*/ 0 w 24"/>
                <a:gd name="T1" fmla="*/ 232 h 32"/>
                <a:gd name="T2" fmla="*/ 306 w 24"/>
                <a:gd name="T3" fmla="*/ 0 h 32"/>
                <a:gd name="T4" fmla="*/ 0 w 24"/>
                <a:gd name="T5" fmla="*/ 23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2">
                  <a:moveTo>
                    <a:pt x="0" y="16"/>
                  </a:moveTo>
                  <a:cubicBezTo>
                    <a:pt x="4" y="21"/>
                    <a:pt x="19" y="23"/>
                    <a:pt x="24" y="0"/>
                  </a:cubicBezTo>
                  <a:cubicBezTo>
                    <a:pt x="24" y="16"/>
                    <a:pt x="10" y="32"/>
                    <a:pt x="0" y="16"/>
                  </a:cubicBezTo>
                  <a:close/>
                </a:path>
              </a:pathLst>
            </a:custGeom>
            <a:solidFill>
              <a:srgbClr val="F4F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7" name="Freeform 1330">
              <a:extLst>
                <a:ext uri="{FF2B5EF4-FFF2-40B4-BE49-F238E27FC236}">
                  <a16:creationId xmlns:a16="http://schemas.microsoft.com/office/drawing/2014/main" id="{F4E700C5-1C94-4BD5-B04C-4FCB9275C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966"/>
              <a:ext cx="78" cy="54"/>
            </a:xfrm>
            <a:custGeom>
              <a:avLst/>
              <a:gdLst>
                <a:gd name="T0" fmla="*/ 0 w 34"/>
                <a:gd name="T1" fmla="*/ 223 h 22"/>
                <a:gd name="T2" fmla="*/ 252 w 34"/>
                <a:gd name="T3" fmla="*/ 236 h 22"/>
                <a:gd name="T4" fmla="*/ 289 w 34"/>
                <a:gd name="T5" fmla="*/ 0 h 22"/>
                <a:gd name="T6" fmla="*/ 337 w 34"/>
                <a:gd name="T7" fmla="*/ 253 h 22"/>
                <a:gd name="T8" fmla="*/ 122 w 34"/>
                <a:gd name="T9" fmla="*/ 265 h 22"/>
                <a:gd name="T10" fmla="*/ 0 w 34"/>
                <a:gd name="T11" fmla="*/ 223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2">
                  <a:moveTo>
                    <a:pt x="0" y="15"/>
                  </a:moveTo>
                  <a:cubicBezTo>
                    <a:pt x="12" y="15"/>
                    <a:pt x="13" y="18"/>
                    <a:pt x="21" y="16"/>
                  </a:cubicBezTo>
                  <a:cubicBezTo>
                    <a:pt x="30" y="13"/>
                    <a:pt x="31" y="6"/>
                    <a:pt x="24" y="0"/>
                  </a:cubicBezTo>
                  <a:cubicBezTo>
                    <a:pt x="34" y="6"/>
                    <a:pt x="34" y="12"/>
                    <a:pt x="28" y="17"/>
                  </a:cubicBezTo>
                  <a:cubicBezTo>
                    <a:pt x="22" y="22"/>
                    <a:pt x="17" y="20"/>
                    <a:pt x="10" y="18"/>
                  </a:cubicBezTo>
                  <a:cubicBezTo>
                    <a:pt x="4" y="16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F4F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8" name="Freeform 1331">
              <a:extLst>
                <a:ext uri="{FF2B5EF4-FFF2-40B4-BE49-F238E27FC236}">
                  <a16:creationId xmlns:a16="http://schemas.microsoft.com/office/drawing/2014/main" id="{FB8B63A1-9E7A-4F71-A997-88E1D532F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611"/>
              <a:ext cx="65" cy="59"/>
            </a:xfrm>
            <a:custGeom>
              <a:avLst/>
              <a:gdLst>
                <a:gd name="T0" fmla="*/ 12 w 28"/>
                <a:gd name="T1" fmla="*/ 253 h 24"/>
                <a:gd name="T2" fmla="*/ 28 w 28"/>
                <a:gd name="T3" fmla="*/ 356 h 24"/>
                <a:gd name="T4" fmla="*/ 351 w 28"/>
                <a:gd name="T5" fmla="*/ 0 h 24"/>
                <a:gd name="T6" fmla="*/ 28 w 28"/>
                <a:gd name="T7" fmla="*/ 23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4">
                  <a:moveTo>
                    <a:pt x="1" y="17"/>
                  </a:moveTo>
                  <a:cubicBezTo>
                    <a:pt x="0" y="19"/>
                    <a:pt x="1" y="22"/>
                    <a:pt x="2" y="24"/>
                  </a:cubicBezTo>
                  <a:cubicBezTo>
                    <a:pt x="8" y="17"/>
                    <a:pt x="22" y="7"/>
                    <a:pt x="28" y="0"/>
                  </a:cubicBezTo>
                  <a:cubicBezTo>
                    <a:pt x="21" y="4"/>
                    <a:pt x="8" y="12"/>
                    <a:pt x="2" y="16"/>
                  </a:cubicBezTo>
                </a:path>
              </a:pathLst>
            </a:custGeom>
            <a:solidFill>
              <a:srgbClr val="A6D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9" name="Freeform 1332">
              <a:extLst>
                <a:ext uri="{FF2B5EF4-FFF2-40B4-BE49-F238E27FC236}">
                  <a16:creationId xmlns:a16="http://schemas.microsoft.com/office/drawing/2014/main" id="{53590FA9-C768-42DE-9730-4F5E9D306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562"/>
              <a:ext cx="149" cy="27"/>
            </a:xfrm>
            <a:custGeom>
              <a:avLst/>
              <a:gdLst>
                <a:gd name="T0" fmla="*/ 0 w 65"/>
                <a:gd name="T1" fmla="*/ 162 h 11"/>
                <a:gd name="T2" fmla="*/ 784 w 65"/>
                <a:gd name="T3" fmla="*/ 2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1">
                  <a:moveTo>
                    <a:pt x="0" y="11"/>
                  </a:moveTo>
                  <a:cubicBezTo>
                    <a:pt x="17" y="5"/>
                    <a:pt x="48" y="0"/>
                    <a:pt x="65" y="2"/>
                  </a:cubicBezTo>
                </a:path>
              </a:pathLst>
            </a:custGeom>
            <a:solidFill>
              <a:srgbClr val="A6D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0" name="Freeform 1333">
              <a:extLst>
                <a:ext uri="{FF2B5EF4-FFF2-40B4-BE49-F238E27FC236}">
                  <a16:creationId xmlns:a16="http://schemas.microsoft.com/office/drawing/2014/main" id="{EDAF9D98-F88B-431E-B887-D0A8DF90A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726"/>
              <a:ext cx="53" cy="79"/>
            </a:xfrm>
            <a:custGeom>
              <a:avLst/>
              <a:gdLst>
                <a:gd name="T0" fmla="*/ 244 w 23"/>
                <a:gd name="T1" fmla="*/ 0 h 32"/>
                <a:gd name="T2" fmla="*/ 0 w 23"/>
                <a:gd name="T3" fmla="*/ 481 h 32"/>
                <a:gd name="T4" fmla="*/ 94 w 23"/>
                <a:gd name="T5" fmla="*/ 439 h 32"/>
                <a:gd name="T6" fmla="*/ 281 w 23"/>
                <a:gd name="T7" fmla="*/ 91 h 32"/>
                <a:gd name="T8" fmla="*/ 244 w 23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20" y="0"/>
                  </a:moveTo>
                  <a:cubicBezTo>
                    <a:pt x="14" y="7"/>
                    <a:pt x="1" y="27"/>
                    <a:pt x="0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21" y="7"/>
                    <a:pt x="23" y="6"/>
                  </a:cubicBezTo>
                  <a:cubicBezTo>
                    <a:pt x="21" y="5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A6D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1" name="Freeform 1334">
              <a:extLst>
                <a:ext uri="{FF2B5EF4-FFF2-40B4-BE49-F238E27FC236}">
                  <a16:creationId xmlns:a16="http://schemas.microsoft.com/office/drawing/2014/main" id="{E2E98351-60F1-48EB-868D-911D7BC72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839"/>
              <a:ext cx="41" cy="287"/>
            </a:xfrm>
            <a:custGeom>
              <a:avLst/>
              <a:gdLst>
                <a:gd name="T0" fmla="*/ 73 w 18"/>
                <a:gd name="T1" fmla="*/ 974 h 117"/>
                <a:gd name="T2" fmla="*/ 203 w 18"/>
                <a:gd name="T3" fmla="*/ 0 h 117"/>
                <a:gd name="T4" fmla="*/ 118 w 18"/>
                <a:gd name="T5" fmla="*/ 71 h 117"/>
                <a:gd name="T6" fmla="*/ 48 w 18"/>
                <a:gd name="T7" fmla="*/ 1047 h 117"/>
                <a:gd name="T8" fmla="*/ 212 w 18"/>
                <a:gd name="T9" fmla="*/ 1727 h 117"/>
                <a:gd name="T10" fmla="*/ 73 w 18"/>
                <a:gd name="T11" fmla="*/ 974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17">
                  <a:moveTo>
                    <a:pt x="6" y="66"/>
                  </a:moveTo>
                  <a:cubicBezTo>
                    <a:pt x="3" y="31"/>
                    <a:pt x="13" y="8"/>
                    <a:pt x="17" y="0"/>
                  </a:cubicBezTo>
                  <a:cubicBezTo>
                    <a:pt x="14" y="2"/>
                    <a:pt x="10" y="5"/>
                    <a:pt x="10" y="5"/>
                  </a:cubicBezTo>
                  <a:cubicBezTo>
                    <a:pt x="8" y="12"/>
                    <a:pt x="0" y="33"/>
                    <a:pt x="4" y="71"/>
                  </a:cubicBezTo>
                  <a:cubicBezTo>
                    <a:pt x="6" y="86"/>
                    <a:pt x="13" y="104"/>
                    <a:pt x="18" y="117"/>
                  </a:cubicBezTo>
                  <a:cubicBezTo>
                    <a:pt x="13" y="102"/>
                    <a:pt x="7" y="86"/>
                    <a:pt x="6" y="66"/>
                  </a:cubicBezTo>
                  <a:close/>
                </a:path>
              </a:pathLst>
            </a:custGeom>
            <a:solidFill>
              <a:srgbClr val="A6D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2" name="Freeform 1335">
              <a:extLst>
                <a:ext uri="{FF2B5EF4-FFF2-40B4-BE49-F238E27FC236}">
                  <a16:creationId xmlns:a16="http://schemas.microsoft.com/office/drawing/2014/main" id="{0313A749-77E7-4573-95BC-29A0A596D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810"/>
              <a:ext cx="26" cy="27"/>
            </a:xfrm>
            <a:custGeom>
              <a:avLst/>
              <a:gdLst>
                <a:gd name="T0" fmla="*/ 40 w 11"/>
                <a:gd name="T1" fmla="*/ 42 h 11"/>
                <a:gd name="T2" fmla="*/ 0 w 11"/>
                <a:gd name="T3" fmla="*/ 162 h 11"/>
                <a:gd name="T4" fmla="*/ 106 w 11"/>
                <a:gd name="T5" fmla="*/ 103 h 11"/>
                <a:gd name="T6" fmla="*/ 144 w 11"/>
                <a:gd name="T7" fmla="*/ 0 h 11"/>
                <a:gd name="T8" fmla="*/ 50 w 11"/>
                <a:gd name="T9" fmla="*/ 4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3" y="3"/>
                  </a:moveTo>
                  <a:cubicBezTo>
                    <a:pt x="2" y="5"/>
                    <a:pt x="1" y="8"/>
                    <a:pt x="0" y="11"/>
                  </a:cubicBezTo>
                  <a:cubicBezTo>
                    <a:pt x="3" y="9"/>
                    <a:pt x="6" y="8"/>
                    <a:pt x="8" y="7"/>
                  </a:cubicBezTo>
                  <a:cubicBezTo>
                    <a:pt x="9" y="5"/>
                    <a:pt x="10" y="2"/>
                    <a:pt x="11" y="0"/>
                  </a:cubicBezTo>
                  <a:cubicBezTo>
                    <a:pt x="9" y="0"/>
                    <a:pt x="5" y="1"/>
                    <a:pt x="4" y="3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3" name="Freeform 1336">
              <a:extLst>
                <a:ext uri="{FF2B5EF4-FFF2-40B4-BE49-F238E27FC236}">
                  <a16:creationId xmlns:a16="http://schemas.microsoft.com/office/drawing/2014/main" id="{12110CFF-A8E2-46C8-AB14-7F3D811FB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660"/>
              <a:ext cx="14" cy="25"/>
            </a:xfrm>
            <a:custGeom>
              <a:avLst/>
              <a:gdLst>
                <a:gd name="T0" fmla="*/ 0 w 6"/>
                <a:gd name="T1" fmla="*/ 50 h 10"/>
                <a:gd name="T2" fmla="*/ 28 w 6"/>
                <a:gd name="T3" fmla="*/ 158 h 10"/>
                <a:gd name="T4" fmla="*/ 65 w 6"/>
                <a:gd name="T5" fmla="*/ 83 h 10"/>
                <a:gd name="T6" fmla="*/ 65 w 6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0" y="5"/>
                    <a:pt x="1" y="9"/>
                    <a:pt x="2" y="10"/>
                  </a:cubicBezTo>
                  <a:cubicBezTo>
                    <a:pt x="3" y="8"/>
                    <a:pt x="5" y="7"/>
                    <a:pt x="5" y="5"/>
                  </a:cubicBezTo>
                  <a:cubicBezTo>
                    <a:pt x="6" y="4"/>
                    <a:pt x="4" y="2"/>
                    <a:pt x="5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4" name="Freeform 1337">
              <a:extLst>
                <a:ext uri="{FF2B5EF4-FFF2-40B4-BE49-F238E27FC236}">
                  <a16:creationId xmlns:a16="http://schemas.microsoft.com/office/drawing/2014/main" id="{4C3DA0FE-0B6D-41DA-A1CD-4653F6CD2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611"/>
              <a:ext cx="42" cy="59"/>
            </a:xfrm>
            <a:custGeom>
              <a:avLst/>
              <a:gdLst>
                <a:gd name="T0" fmla="*/ 229 w 18"/>
                <a:gd name="T1" fmla="*/ 0 h 24"/>
                <a:gd name="T2" fmla="*/ 191 w 18"/>
                <a:gd name="T3" fmla="*/ 74 h 24"/>
                <a:gd name="T4" fmla="*/ 163 w 18"/>
                <a:gd name="T5" fmla="*/ 162 h 24"/>
                <a:gd name="T6" fmla="*/ 126 w 18"/>
                <a:gd name="T7" fmla="*/ 182 h 24"/>
                <a:gd name="T8" fmla="*/ 77 w 18"/>
                <a:gd name="T9" fmla="*/ 236 h 24"/>
                <a:gd name="T10" fmla="*/ 28 w 18"/>
                <a:gd name="T11" fmla="*/ 344 h 24"/>
                <a:gd name="T12" fmla="*/ 0 w 18"/>
                <a:gd name="T13" fmla="*/ 356 h 24"/>
                <a:gd name="T14" fmla="*/ 37 w 18"/>
                <a:gd name="T15" fmla="*/ 150 h 24"/>
                <a:gd name="T16" fmla="*/ 163 w 18"/>
                <a:gd name="T17" fmla="*/ 42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4">
                  <a:moveTo>
                    <a:pt x="18" y="0"/>
                  </a:moveTo>
                  <a:cubicBezTo>
                    <a:pt x="16" y="1"/>
                    <a:pt x="16" y="3"/>
                    <a:pt x="15" y="5"/>
                  </a:cubicBezTo>
                  <a:cubicBezTo>
                    <a:pt x="15" y="6"/>
                    <a:pt x="14" y="9"/>
                    <a:pt x="13" y="11"/>
                  </a:cubicBezTo>
                  <a:cubicBezTo>
                    <a:pt x="13" y="11"/>
                    <a:pt x="11" y="12"/>
                    <a:pt x="10" y="12"/>
                  </a:cubicBezTo>
                  <a:cubicBezTo>
                    <a:pt x="9" y="13"/>
                    <a:pt x="8" y="14"/>
                    <a:pt x="6" y="16"/>
                  </a:cubicBezTo>
                  <a:cubicBezTo>
                    <a:pt x="5" y="18"/>
                    <a:pt x="4" y="21"/>
                    <a:pt x="2" y="23"/>
                  </a:cubicBezTo>
                  <a:cubicBezTo>
                    <a:pt x="2" y="24"/>
                    <a:pt x="1" y="24"/>
                    <a:pt x="0" y="24"/>
                  </a:cubicBezTo>
                  <a:cubicBezTo>
                    <a:pt x="0" y="20"/>
                    <a:pt x="1" y="15"/>
                    <a:pt x="3" y="10"/>
                  </a:cubicBezTo>
                  <a:cubicBezTo>
                    <a:pt x="5" y="8"/>
                    <a:pt x="10" y="4"/>
                    <a:pt x="13" y="3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5" name="Freeform 1338">
              <a:extLst>
                <a:ext uri="{FF2B5EF4-FFF2-40B4-BE49-F238E27FC236}">
                  <a16:creationId xmlns:a16="http://schemas.microsoft.com/office/drawing/2014/main" id="{798C48A7-0D34-4CAC-9866-869BB29CC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559"/>
              <a:ext cx="37" cy="25"/>
            </a:xfrm>
            <a:custGeom>
              <a:avLst/>
              <a:gdLst>
                <a:gd name="T0" fmla="*/ 0 w 16"/>
                <a:gd name="T1" fmla="*/ 33 h 10"/>
                <a:gd name="T2" fmla="*/ 74 w 16"/>
                <a:gd name="T3" fmla="*/ 158 h 10"/>
                <a:gd name="T4" fmla="*/ 199 w 16"/>
                <a:gd name="T5" fmla="*/ 33 h 10"/>
                <a:gd name="T6" fmla="*/ 37 w 16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2" y="4"/>
                    <a:pt x="3" y="8"/>
                    <a:pt x="6" y="10"/>
                  </a:cubicBezTo>
                  <a:cubicBezTo>
                    <a:pt x="6" y="4"/>
                    <a:pt x="13" y="5"/>
                    <a:pt x="16" y="2"/>
                  </a:cubicBezTo>
                  <a:cubicBezTo>
                    <a:pt x="13" y="1"/>
                    <a:pt x="5" y="0"/>
                    <a:pt x="3" y="1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6" name="Freeform 1339">
              <a:extLst>
                <a:ext uri="{FF2B5EF4-FFF2-40B4-BE49-F238E27FC236}">
                  <a16:creationId xmlns:a16="http://schemas.microsoft.com/office/drawing/2014/main" id="{E77EC6C2-A9C0-4560-8503-88F00F30C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1667"/>
              <a:ext cx="39" cy="45"/>
            </a:xfrm>
            <a:custGeom>
              <a:avLst/>
              <a:gdLst>
                <a:gd name="T0" fmla="*/ 25 w 17"/>
                <a:gd name="T1" fmla="*/ 270 h 18"/>
                <a:gd name="T2" fmla="*/ 110 w 17"/>
                <a:gd name="T3" fmla="*/ 50 h 18"/>
                <a:gd name="T4" fmla="*/ 204 w 17"/>
                <a:gd name="T5" fmla="*/ 0 h 18"/>
                <a:gd name="T6" fmla="*/ 195 w 17"/>
                <a:gd name="T7" fmla="*/ 113 h 18"/>
                <a:gd name="T8" fmla="*/ 37 w 17"/>
                <a:gd name="T9" fmla="*/ 28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2" y="17"/>
                  </a:moveTo>
                  <a:cubicBezTo>
                    <a:pt x="0" y="13"/>
                    <a:pt x="6" y="5"/>
                    <a:pt x="9" y="3"/>
                  </a:cubicBezTo>
                  <a:cubicBezTo>
                    <a:pt x="11" y="2"/>
                    <a:pt x="14" y="1"/>
                    <a:pt x="17" y="0"/>
                  </a:cubicBezTo>
                  <a:cubicBezTo>
                    <a:pt x="16" y="2"/>
                    <a:pt x="15" y="5"/>
                    <a:pt x="16" y="7"/>
                  </a:cubicBezTo>
                  <a:cubicBezTo>
                    <a:pt x="10" y="5"/>
                    <a:pt x="4" y="13"/>
                    <a:pt x="3" y="18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7" name="Freeform 1340">
              <a:extLst>
                <a:ext uri="{FF2B5EF4-FFF2-40B4-BE49-F238E27FC236}">
                  <a16:creationId xmlns:a16="http://schemas.microsoft.com/office/drawing/2014/main" id="{A178D01D-D67F-4B79-8550-88136B8AD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878"/>
              <a:ext cx="25" cy="54"/>
            </a:xfrm>
            <a:custGeom>
              <a:avLst/>
              <a:gdLst>
                <a:gd name="T0" fmla="*/ 93 w 11"/>
                <a:gd name="T1" fmla="*/ 0 h 22"/>
                <a:gd name="T2" fmla="*/ 0 w 11"/>
                <a:gd name="T3" fmla="*/ 326 h 22"/>
                <a:gd name="T4" fmla="*/ 57 w 11"/>
                <a:gd name="T5" fmla="*/ 150 h 22"/>
                <a:gd name="T6" fmla="*/ 118 w 11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8" y="0"/>
                  </a:moveTo>
                  <a:cubicBezTo>
                    <a:pt x="4" y="7"/>
                    <a:pt x="0" y="14"/>
                    <a:pt x="0" y="22"/>
                  </a:cubicBezTo>
                  <a:cubicBezTo>
                    <a:pt x="2" y="19"/>
                    <a:pt x="3" y="14"/>
                    <a:pt x="5" y="10"/>
                  </a:cubicBezTo>
                  <a:cubicBezTo>
                    <a:pt x="6" y="8"/>
                    <a:pt x="11" y="1"/>
                    <a:pt x="10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8" name="Freeform 1341">
              <a:extLst>
                <a:ext uri="{FF2B5EF4-FFF2-40B4-BE49-F238E27FC236}">
                  <a16:creationId xmlns:a16="http://schemas.microsoft.com/office/drawing/2014/main" id="{2D03ABC6-7350-4CA6-912F-6D27D3A04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756"/>
              <a:ext cx="23" cy="49"/>
            </a:xfrm>
            <a:custGeom>
              <a:avLst/>
              <a:gdLst>
                <a:gd name="T0" fmla="*/ 85 w 10"/>
                <a:gd name="T1" fmla="*/ 12 h 20"/>
                <a:gd name="T2" fmla="*/ 0 w 10"/>
                <a:gd name="T3" fmla="*/ 294 h 20"/>
                <a:gd name="T4" fmla="*/ 122 w 10"/>
                <a:gd name="T5" fmla="*/ 71 h 20"/>
                <a:gd name="T6" fmla="*/ 110 w 10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7" y="1"/>
                  </a:moveTo>
                  <a:cubicBezTo>
                    <a:pt x="0" y="5"/>
                    <a:pt x="0" y="12"/>
                    <a:pt x="0" y="20"/>
                  </a:cubicBezTo>
                  <a:cubicBezTo>
                    <a:pt x="1" y="13"/>
                    <a:pt x="5" y="8"/>
                    <a:pt x="10" y="5"/>
                  </a:cubicBezTo>
                  <a:cubicBezTo>
                    <a:pt x="7" y="5"/>
                    <a:pt x="8" y="1"/>
                    <a:pt x="9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9" name="Freeform 1342">
              <a:extLst>
                <a:ext uri="{FF2B5EF4-FFF2-40B4-BE49-F238E27FC236}">
                  <a16:creationId xmlns:a16="http://schemas.microsoft.com/office/drawing/2014/main" id="{FB4EC1DB-2A38-4D3C-B88F-BB3619518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898"/>
              <a:ext cx="30" cy="42"/>
            </a:xfrm>
            <a:custGeom>
              <a:avLst/>
              <a:gdLst>
                <a:gd name="T0" fmla="*/ 85 w 13"/>
                <a:gd name="T1" fmla="*/ 30 h 17"/>
                <a:gd name="T2" fmla="*/ 12 w 13"/>
                <a:gd name="T3" fmla="*/ 121 h 17"/>
                <a:gd name="T4" fmla="*/ 12 w 13"/>
                <a:gd name="T5" fmla="*/ 183 h 17"/>
                <a:gd name="T6" fmla="*/ 28 w 13"/>
                <a:gd name="T7" fmla="*/ 257 h 17"/>
                <a:gd name="T8" fmla="*/ 65 w 13"/>
                <a:gd name="T9" fmla="*/ 153 h 17"/>
                <a:gd name="T10" fmla="*/ 159 w 13"/>
                <a:gd name="T11" fmla="*/ 74 h 17"/>
                <a:gd name="T12" fmla="*/ 150 w 1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7" y="2"/>
                  </a:moveTo>
                  <a:cubicBezTo>
                    <a:pt x="5" y="4"/>
                    <a:pt x="2" y="6"/>
                    <a:pt x="1" y="8"/>
                  </a:cubicBezTo>
                  <a:cubicBezTo>
                    <a:pt x="0" y="10"/>
                    <a:pt x="1" y="10"/>
                    <a:pt x="1" y="12"/>
                  </a:cubicBezTo>
                  <a:cubicBezTo>
                    <a:pt x="1" y="14"/>
                    <a:pt x="1" y="16"/>
                    <a:pt x="2" y="17"/>
                  </a:cubicBezTo>
                  <a:cubicBezTo>
                    <a:pt x="2" y="15"/>
                    <a:pt x="3" y="12"/>
                    <a:pt x="5" y="10"/>
                  </a:cubicBezTo>
                  <a:cubicBezTo>
                    <a:pt x="7" y="7"/>
                    <a:pt x="10" y="6"/>
                    <a:pt x="13" y="5"/>
                  </a:cubicBezTo>
                  <a:cubicBezTo>
                    <a:pt x="9" y="6"/>
                    <a:pt x="9" y="1"/>
                    <a:pt x="12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0" name="Freeform 1343">
              <a:extLst>
                <a:ext uri="{FF2B5EF4-FFF2-40B4-BE49-F238E27FC236}">
                  <a16:creationId xmlns:a16="http://schemas.microsoft.com/office/drawing/2014/main" id="{35A2A7DC-D74C-418A-A68A-9FC5BBECD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2018"/>
              <a:ext cx="37" cy="39"/>
            </a:xfrm>
            <a:custGeom>
              <a:avLst/>
              <a:gdLst>
                <a:gd name="T0" fmla="*/ 12 w 16"/>
                <a:gd name="T1" fmla="*/ 0 h 16"/>
                <a:gd name="T2" fmla="*/ 28 w 16"/>
                <a:gd name="T3" fmla="*/ 90 h 16"/>
                <a:gd name="T4" fmla="*/ 86 w 16"/>
                <a:gd name="T5" fmla="*/ 119 h 16"/>
                <a:gd name="T6" fmla="*/ 199 w 16"/>
                <a:gd name="T7" fmla="*/ 232 h 16"/>
                <a:gd name="T8" fmla="*/ 187 w 16"/>
                <a:gd name="T9" fmla="*/ 132 h 16"/>
                <a:gd name="T10" fmla="*/ 102 w 16"/>
                <a:gd name="T11" fmla="*/ 59 h 16"/>
                <a:gd name="T12" fmla="*/ 49 w 16"/>
                <a:gd name="T13" fmla="*/ 29 h 16"/>
                <a:gd name="T14" fmla="*/ 28 w 16"/>
                <a:gd name="T15" fmla="*/ 12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6">
                  <a:moveTo>
                    <a:pt x="1" y="0"/>
                  </a:moveTo>
                  <a:cubicBezTo>
                    <a:pt x="0" y="2"/>
                    <a:pt x="0" y="5"/>
                    <a:pt x="2" y="6"/>
                  </a:cubicBezTo>
                  <a:cubicBezTo>
                    <a:pt x="3" y="7"/>
                    <a:pt x="6" y="7"/>
                    <a:pt x="7" y="8"/>
                  </a:cubicBezTo>
                  <a:cubicBezTo>
                    <a:pt x="11" y="10"/>
                    <a:pt x="15" y="12"/>
                    <a:pt x="16" y="16"/>
                  </a:cubicBezTo>
                  <a:cubicBezTo>
                    <a:pt x="16" y="14"/>
                    <a:pt x="14" y="11"/>
                    <a:pt x="15" y="9"/>
                  </a:cubicBezTo>
                  <a:cubicBezTo>
                    <a:pt x="12" y="9"/>
                    <a:pt x="10" y="6"/>
                    <a:pt x="8" y="4"/>
                  </a:cubicBezTo>
                  <a:cubicBezTo>
                    <a:pt x="6" y="3"/>
                    <a:pt x="6" y="2"/>
                    <a:pt x="4" y="2"/>
                  </a:cubicBezTo>
                  <a:cubicBezTo>
                    <a:pt x="3" y="1"/>
                    <a:pt x="3" y="2"/>
                    <a:pt x="2" y="1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1" name="Freeform 1344">
              <a:extLst>
                <a:ext uri="{FF2B5EF4-FFF2-40B4-BE49-F238E27FC236}">
                  <a16:creationId xmlns:a16="http://schemas.microsoft.com/office/drawing/2014/main" id="{DD90C394-61FF-4B89-933C-1285BA04D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072"/>
              <a:ext cx="19" cy="69"/>
            </a:xfrm>
            <a:custGeom>
              <a:avLst/>
              <a:gdLst>
                <a:gd name="T0" fmla="*/ 57 w 8"/>
                <a:gd name="T1" fmla="*/ 12 h 28"/>
                <a:gd name="T2" fmla="*/ 0 w 8"/>
                <a:gd name="T3" fmla="*/ 286 h 28"/>
                <a:gd name="T4" fmla="*/ 0 w 8"/>
                <a:gd name="T5" fmla="*/ 419 h 28"/>
                <a:gd name="T6" fmla="*/ 40 w 8"/>
                <a:gd name="T7" fmla="*/ 182 h 28"/>
                <a:gd name="T8" fmla="*/ 78 w 8"/>
                <a:gd name="T9" fmla="*/ 42 h 28"/>
                <a:gd name="T10" fmla="*/ 107 w 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8">
                  <a:moveTo>
                    <a:pt x="4" y="1"/>
                  </a:moveTo>
                  <a:cubicBezTo>
                    <a:pt x="1" y="6"/>
                    <a:pt x="1" y="14"/>
                    <a:pt x="0" y="19"/>
                  </a:cubicBezTo>
                  <a:cubicBezTo>
                    <a:pt x="0" y="22"/>
                    <a:pt x="0" y="26"/>
                    <a:pt x="0" y="28"/>
                  </a:cubicBezTo>
                  <a:cubicBezTo>
                    <a:pt x="2" y="24"/>
                    <a:pt x="2" y="17"/>
                    <a:pt x="3" y="12"/>
                  </a:cubicBezTo>
                  <a:cubicBezTo>
                    <a:pt x="4" y="9"/>
                    <a:pt x="5" y="6"/>
                    <a:pt x="6" y="3"/>
                  </a:cubicBezTo>
                  <a:cubicBezTo>
                    <a:pt x="7" y="2"/>
                    <a:pt x="8" y="1"/>
                    <a:pt x="8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2" name="Freeform 1345">
              <a:extLst>
                <a:ext uri="{FF2B5EF4-FFF2-40B4-BE49-F238E27FC236}">
                  <a16:creationId xmlns:a16="http://schemas.microsoft.com/office/drawing/2014/main" id="{7FDE6E82-69C8-4E03-B1B4-8C08C7679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917"/>
              <a:ext cx="18" cy="27"/>
            </a:xfrm>
            <a:custGeom>
              <a:avLst/>
              <a:gdLst>
                <a:gd name="T0" fmla="*/ 56 w 8"/>
                <a:gd name="T1" fmla="*/ 12 h 11"/>
                <a:gd name="T2" fmla="*/ 25 w 8"/>
                <a:gd name="T3" fmla="*/ 162 h 11"/>
                <a:gd name="T4" fmla="*/ 92 w 8"/>
                <a:gd name="T5" fmla="*/ 91 h 11"/>
                <a:gd name="T6" fmla="*/ 72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5" y="1"/>
                  </a:moveTo>
                  <a:cubicBezTo>
                    <a:pt x="2" y="3"/>
                    <a:pt x="0" y="7"/>
                    <a:pt x="2" y="11"/>
                  </a:cubicBezTo>
                  <a:cubicBezTo>
                    <a:pt x="4" y="9"/>
                    <a:pt x="5" y="7"/>
                    <a:pt x="8" y="6"/>
                  </a:cubicBezTo>
                  <a:cubicBezTo>
                    <a:pt x="5" y="6"/>
                    <a:pt x="4" y="2"/>
                    <a:pt x="6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3" name="Freeform 1346">
              <a:extLst>
                <a:ext uri="{FF2B5EF4-FFF2-40B4-BE49-F238E27FC236}">
                  <a16:creationId xmlns:a16="http://schemas.microsoft.com/office/drawing/2014/main" id="{4DCB7CAC-7B0F-44F1-9E93-B65AE9240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271"/>
              <a:ext cx="18" cy="22"/>
            </a:xfrm>
            <a:custGeom>
              <a:avLst/>
              <a:gdLst>
                <a:gd name="T0" fmla="*/ 25 w 8"/>
                <a:gd name="T1" fmla="*/ 0 h 9"/>
                <a:gd name="T2" fmla="*/ 36 w 8"/>
                <a:gd name="T3" fmla="*/ 132 h 9"/>
                <a:gd name="T4" fmla="*/ 92 w 8"/>
                <a:gd name="T5" fmla="*/ 71 h 9"/>
                <a:gd name="T6" fmla="*/ 36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2" y="0"/>
                  </a:moveTo>
                  <a:cubicBezTo>
                    <a:pt x="0" y="2"/>
                    <a:pt x="0" y="9"/>
                    <a:pt x="3" y="9"/>
                  </a:cubicBezTo>
                  <a:cubicBezTo>
                    <a:pt x="3" y="5"/>
                    <a:pt x="5" y="5"/>
                    <a:pt x="8" y="5"/>
                  </a:cubicBezTo>
                  <a:cubicBezTo>
                    <a:pt x="6" y="4"/>
                    <a:pt x="3" y="2"/>
                    <a:pt x="3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4" name="Freeform 1347">
              <a:extLst>
                <a:ext uri="{FF2B5EF4-FFF2-40B4-BE49-F238E27FC236}">
                  <a16:creationId xmlns:a16="http://schemas.microsoft.com/office/drawing/2014/main" id="{22D94759-9EB3-45C6-8029-EF766892E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768"/>
              <a:ext cx="37" cy="32"/>
            </a:xfrm>
            <a:custGeom>
              <a:avLst/>
              <a:gdLst>
                <a:gd name="T0" fmla="*/ 28 w 16"/>
                <a:gd name="T1" fmla="*/ 30 h 13"/>
                <a:gd name="T2" fmla="*/ 28 w 16"/>
                <a:gd name="T3" fmla="*/ 194 h 13"/>
                <a:gd name="T4" fmla="*/ 37 w 16"/>
                <a:gd name="T5" fmla="*/ 133 h 13"/>
                <a:gd name="T6" fmla="*/ 74 w 16"/>
                <a:gd name="T7" fmla="*/ 91 h 13"/>
                <a:gd name="T8" fmla="*/ 199 w 16"/>
                <a:gd name="T9" fmla="*/ 62 h 13"/>
                <a:gd name="T10" fmla="*/ 150 w 16"/>
                <a:gd name="T11" fmla="*/ 0 h 13"/>
                <a:gd name="T12" fmla="*/ 86 w 16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3">
                  <a:moveTo>
                    <a:pt x="2" y="2"/>
                  </a:moveTo>
                  <a:cubicBezTo>
                    <a:pt x="1" y="4"/>
                    <a:pt x="0" y="10"/>
                    <a:pt x="2" y="13"/>
                  </a:cubicBezTo>
                  <a:cubicBezTo>
                    <a:pt x="3" y="12"/>
                    <a:pt x="2" y="10"/>
                    <a:pt x="3" y="9"/>
                  </a:cubicBezTo>
                  <a:cubicBezTo>
                    <a:pt x="4" y="7"/>
                    <a:pt x="4" y="7"/>
                    <a:pt x="6" y="6"/>
                  </a:cubicBezTo>
                  <a:cubicBezTo>
                    <a:pt x="9" y="5"/>
                    <a:pt x="12" y="4"/>
                    <a:pt x="16" y="4"/>
                  </a:cubicBezTo>
                  <a:cubicBezTo>
                    <a:pt x="13" y="3"/>
                    <a:pt x="11" y="3"/>
                    <a:pt x="12" y="0"/>
                  </a:cubicBezTo>
                  <a:cubicBezTo>
                    <a:pt x="10" y="0"/>
                    <a:pt x="8" y="0"/>
                    <a:pt x="7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5" name="Freeform 1348">
              <a:extLst>
                <a:ext uri="{FF2B5EF4-FFF2-40B4-BE49-F238E27FC236}">
                  <a16:creationId xmlns:a16="http://schemas.microsoft.com/office/drawing/2014/main" id="{86E5FD2E-31F9-409A-97C2-243FF5F0D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677"/>
              <a:ext cx="28" cy="35"/>
            </a:xfrm>
            <a:custGeom>
              <a:avLst/>
              <a:gdLst>
                <a:gd name="T0" fmla="*/ 103 w 12"/>
                <a:gd name="T1" fmla="*/ 20 h 14"/>
                <a:gd name="T2" fmla="*/ 49 w 12"/>
                <a:gd name="T3" fmla="*/ 220 h 14"/>
                <a:gd name="T4" fmla="*/ 77 w 12"/>
                <a:gd name="T5" fmla="*/ 125 h 14"/>
                <a:gd name="T6" fmla="*/ 152 w 12"/>
                <a:gd name="T7" fmla="*/ 83 h 14"/>
                <a:gd name="T8" fmla="*/ 142 w 1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8" y="1"/>
                  </a:moveTo>
                  <a:cubicBezTo>
                    <a:pt x="4" y="2"/>
                    <a:pt x="0" y="10"/>
                    <a:pt x="4" y="14"/>
                  </a:cubicBezTo>
                  <a:cubicBezTo>
                    <a:pt x="5" y="12"/>
                    <a:pt x="5" y="10"/>
                    <a:pt x="6" y="8"/>
                  </a:cubicBezTo>
                  <a:cubicBezTo>
                    <a:pt x="8" y="6"/>
                    <a:pt x="10" y="6"/>
                    <a:pt x="12" y="5"/>
                  </a:cubicBezTo>
                  <a:cubicBezTo>
                    <a:pt x="11" y="4"/>
                    <a:pt x="10" y="2"/>
                    <a:pt x="11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6" name="Freeform 1349">
              <a:extLst>
                <a:ext uri="{FF2B5EF4-FFF2-40B4-BE49-F238E27FC236}">
                  <a16:creationId xmlns:a16="http://schemas.microsoft.com/office/drawing/2014/main" id="{FF103B57-2CAD-45F0-88F2-9E129DB44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677"/>
              <a:ext cx="44" cy="42"/>
            </a:xfrm>
            <a:custGeom>
              <a:avLst/>
              <a:gdLst>
                <a:gd name="T0" fmla="*/ 160 w 19"/>
                <a:gd name="T1" fmla="*/ 12 h 17"/>
                <a:gd name="T2" fmla="*/ 37 w 19"/>
                <a:gd name="T3" fmla="*/ 91 h 17"/>
                <a:gd name="T4" fmla="*/ 65 w 19"/>
                <a:gd name="T5" fmla="*/ 257 h 17"/>
                <a:gd name="T6" fmla="*/ 236 w 19"/>
                <a:gd name="T7" fmla="*/ 91 h 17"/>
                <a:gd name="T8" fmla="*/ 236 w 19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3" y="1"/>
                  </a:moveTo>
                  <a:cubicBezTo>
                    <a:pt x="9" y="2"/>
                    <a:pt x="6" y="4"/>
                    <a:pt x="3" y="6"/>
                  </a:cubicBezTo>
                  <a:cubicBezTo>
                    <a:pt x="0" y="11"/>
                    <a:pt x="3" y="14"/>
                    <a:pt x="5" y="17"/>
                  </a:cubicBezTo>
                  <a:cubicBezTo>
                    <a:pt x="5" y="11"/>
                    <a:pt x="13" y="7"/>
                    <a:pt x="19" y="6"/>
                  </a:cubicBezTo>
                  <a:cubicBezTo>
                    <a:pt x="16" y="4"/>
                    <a:pt x="18" y="2"/>
                    <a:pt x="19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7" name="Freeform 1350">
              <a:extLst>
                <a:ext uri="{FF2B5EF4-FFF2-40B4-BE49-F238E27FC236}">
                  <a16:creationId xmlns:a16="http://schemas.microsoft.com/office/drawing/2014/main" id="{D1AAFCD0-A490-4621-B8B1-E8A24F046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751"/>
              <a:ext cx="21" cy="24"/>
            </a:xfrm>
            <a:custGeom>
              <a:avLst/>
              <a:gdLst>
                <a:gd name="T0" fmla="*/ 37 w 9"/>
                <a:gd name="T1" fmla="*/ 0 h 10"/>
                <a:gd name="T2" fmla="*/ 28 w 9"/>
                <a:gd name="T3" fmla="*/ 70 h 10"/>
                <a:gd name="T4" fmla="*/ 0 w 9"/>
                <a:gd name="T5" fmla="*/ 127 h 10"/>
                <a:gd name="T6" fmla="*/ 77 w 9"/>
                <a:gd name="T7" fmla="*/ 139 h 10"/>
                <a:gd name="T8" fmla="*/ 114 w 9"/>
                <a:gd name="T9" fmla="*/ 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cubicBezTo>
                    <a:pt x="2" y="1"/>
                    <a:pt x="2" y="3"/>
                    <a:pt x="2" y="5"/>
                  </a:cubicBezTo>
                  <a:cubicBezTo>
                    <a:pt x="1" y="6"/>
                    <a:pt x="0" y="7"/>
                    <a:pt x="0" y="9"/>
                  </a:cubicBezTo>
                  <a:cubicBezTo>
                    <a:pt x="2" y="9"/>
                    <a:pt x="4" y="9"/>
                    <a:pt x="6" y="10"/>
                  </a:cubicBezTo>
                  <a:cubicBezTo>
                    <a:pt x="5" y="7"/>
                    <a:pt x="6" y="4"/>
                    <a:pt x="9" y="2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8" name="Freeform 1351">
              <a:extLst>
                <a:ext uri="{FF2B5EF4-FFF2-40B4-BE49-F238E27FC236}">
                  <a16:creationId xmlns:a16="http://schemas.microsoft.com/office/drawing/2014/main" id="{E6800297-A73B-4B41-B04D-E799D1804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586"/>
              <a:ext cx="41" cy="23"/>
            </a:xfrm>
            <a:custGeom>
              <a:avLst/>
              <a:gdLst>
                <a:gd name="T0" fmla="*/ 25 w 18"/>
                <a:gd name="T1" fmla="*/ 0 h 9"/>
                <a:gd name="T2" fmla="*/ 25 w 18"/>
                <a:gd name="T3" fmla="*/ 151 h 9"/>
                <a:gd name="T4" fmla="*/ 82 w 18"/>
                <a:gd name="T5" fmla="*/ 84 h 9"/>
                <a:gd name="T6" fmla="*/ 212 w 18"/>
                <a:gd name="T7" fmla="*/ 97 h 9"/>
                <a:gd name="T8" fmla="*/ 57 w 18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">
                  <a:moveTo>
                    <a:pt x="2" y="0"/>
                  </a:moveTo>
                  <a:cubicBezTo>
                    <a:pt x="2" y="2"/>
                    <a:pt x="0" y="7"/>
                    <a:pt x="2" y="9"/>
                  </a:cubicBezTo>
                  <a:cubicBezTo>
                    <a:pt x="4" y="7"/>
                    <a:pt x="4" y="6"/>
                    <a:pt x="7" y="5"/>
                  </a:cubicBezTo>
                  <a:cubicBezTo>
                    <a:pt x="10" y="5"/>
                    <a:pt x="15" y="5"/>
                    <a:pt x="18" y="6"/>
                  </a:cubicBezTo>
                  <a:cubicBezTo>
                    <a:pt x="14" y="4"/>
                    <a:pt x="10" y="1"/>
                    <a:pt x="5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9" name="Freeform 1352">
              <a:extLst>
                <a:ext uri="{FF2B5EF4-FFF2-40B4-BE49-F238E27FC236}">
                  <a16:creationId xmlns:a16="http://schemas.microsoft.com/office/drawing/2014/main" id="{CB6A7F1E-C392-4055-8BB4-4F3BA86BA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1584"/>
              <a:ext cx="23" cy="20"/>
            </a:xfrm>
            <a:custGeom>
              <a:avLst/>
              <a:gdLst>
                <a:gd name="T0" fmla="*/ 0 w 10"/>
                <a:gd name="T1" fmla="*/ 20 h 8"/>
                <a:gd name="T2" fmla="*/ 28 w 10"/>
                <a:gd name="T3" fmla="*/ 83 h 8"/>
                <a:gd name="T4" fmla="*/ 122 w 10"/>
                <a:gd name="T5" fmla="*/ 125 h 8"/>
                <a:gd name="T6" fmla="*/ 37 w 1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1"/>
                  </a:moveTo>
                  <a:cubicBezTo>
                    <a:pt x="2" y="1"/>
                    <a:pt x="4" y="4"/>
                    <a:pt x="2" y="5"/>
                  </a:cubicBezTo>
                  <a:cubicBezTo>
                    <a:pt x="5" y="5"/>
                    <a:pt x="8" y="6"/>
                    <a:pt x="10" y="8"/>
                  </a:cubicBezTo>
                  <a:cubicBezTo>
                    <a:pt x="9" y="5"/>
                    <a:pt x="7" y="1"/>
                    <a:pt x="3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0" name="Freeform 1353">
              <a:extLst>
                <a:ext uri="{FF2B5EF4-FFF2-40B4-BE49-F238E27FC236}">
                  <a16:creationId xmlns:a16="http://schemas.microsoft.com/office/drawing/2014/main" id="{D43B68B9-173C-4B30-8A79-7D9BAF5A5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626"/>
              <a:ext cx="16" cy="22"/>
            </a:xfrm>
            <a:custGeom>
              <a:avLst/>
              <a:gdLst>
                <a:gd name="T0" fmla="*/ 0 w 7"/>
                <a:gd name="T1" fmla="*/ 0 h 9"/>
                <a:gd name="T2" fmla="*/ 11 w 7"/>
                <a:gd name="T3" fmla="*/ 71 h 9"/>
                <a:gd name="T4" fmla="*/ 85 w 7"/>
                <a:gd name="T5" fmla="*/ 132 h 9"/>
                <a:gd name="T6" fmla="*/ 25 w 7"/>
                <a:gd name="T7" fmla="*/ 2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6" y="7"/>
                    <a:pt x="7" y="9"/>
                  </a:cubicBezTo>
                  <a:cubicBezTo>
                    <a:pt x="7" y="6"/>
                    <a:pt x="5" y="3"/>
                    <a:pt x="2" y="2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1" name="Freeform 1354">
              <a:extLst>
                <a:ext uri="{FF2B5EF4-FFF2-40B4-BE49-F238E27FC236}">
                  <a16:creationId xmlns:a16="http://schemas.microsoft.com/office/drawing/2014/main" id="{231704EE-E05D-4FC0-AA9C-85852E6D5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812"/>
              <a:ext cx="11" cy="17"/>
            </a:xfrm>
            <a:custGeom>
              <a:avLst/>
              <a:gdLst>
                <a:gd name="T0" fmla="*/ 0 w 5"/>
                <a:gd name="T1" fmla="*/ 0 h 7"/>
                <a:gd name="T2" fmla="*/ 0 w 5"/>
                <a:gd name="T3" fmla="*/ 70 h 7"/>
                <a:gd name="T4" fmla="*/ 53 w 5"/>
                <a:gd name="T5" fmla="*/ 100 h 7"/>
                <a:gd name="T6" fmla="*/ 20 w 5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2" y="4"/>
                    <a:pt x="3" y="6"/>
                    <a:pt x="5" y="7"/>
                  </a:cubicBezTo>
                  <a:cubicBezTo>
                    <a:pt x="5" y="5"/>
                    <a:pt x="2" y="2"/>
                    <a:pt x="2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2" name="Freeform 1355">
              <a:extLst>
                <a:ext uri="{FF2B5EF4-FFF2-40B4-BE49-F238E27FC236}">
                  <a16:creationId xmlns:a16="http://schemas.microsoft.com/office/drawing/2014/main" id="{22864DFC-51F4-4CDC-B69F-644279D43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966"/>
              <a:ext cx="23" cy="23"/>
            </a:xfrm>
            <a:custGeom>
              <a:avLst/>
              <a:gdLst>
                <a:gd name="T0" fmla="*/ 28 w 10"/>
                <a:gd name="T1" fmla="*/ 66 h 9"/>
                <a:gd name="T2" fmla="*/ 122 w 10"/>
                <a:gd name="T3" fmla="*/ 151 h 9"/>
                <a:gd name="T4" fmla="*/ 85 w 10"/>
                <a:gd name="T5" fmla="*/ 33 h 9"/>
                <a:gd name="T6" fmla="*/ 0 w 1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2" y="4"/>
                  </a:moveTo>
                  <a:cubicBezTo>
                    <a:pt x="5" y="5"/>
                    <a:pt x="7" y="7"/>
                    <a:pt x="10" y="9"/>
                  </a:cubicBezTo>
                  <a:cubicBezTo>
                    <a:pt x="9" y="7"/>
                    <a:pt x="8" y="3"/>
                    <a:pt x="7" y="2"/>
                  </a:cubicBez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3" name="Freeform 1356">
              <a:extLst>
                <a:ext uri="{FF2B5EF4-FFF2-40B4-BE49-F238E27FC236}">
                  <a16:creationId xmlns:a16="http://schemas.microsoft.com/office/drawing/2014/main" id="{79858E05-F7C7-4778-AE35-67B36EDC6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045"/>
              <a:ext cx="16" cy="20"/>
            </a:xfrm>
            <a:custGeom>
              <a:avLst/>
              <a:gdLst>
                <a:gd name="T0" fmla="*/ 0 w 7"/>
                <a:gd name="T1" fmla="*/ 20 h 8"/>
                <a:gd name="T2" fmla="*/ 11 w 7"/>
                <a:gd name="T3" fmla="*/ 125 h 8"/>
                <a:gd name="T4" fmla="*/ 85 w 7"/>
                <a:gd name="T5" fmla="*/ 113 h 8"/>
                <a:gd name="T6" fmla="*/ 48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2" y="2"/>
                    <a:pt x="2" y="6"/>
                    <a:pt x="1" y="8"/>
                  </a:cubicBezTo>
                  <a:cubicBezTo>
                    <a:pt x="2" y="6"/>
                    <a:pt x="5" y="6"/>
                    <a:pt x="7" y="7"/>
                  </a:cubicBezTo>
                  <a:cubicBezTo>
                    <a:pt x="7" y="4"/>
                    <a:pt x="6" y="1"/>
                    <a:pt x="4" y="0"/>
                  </a:cubicBezTo>
                </a:path>
              </a:pathLst>
            </a:custGeom>
            <a:solidFill>
              <a:srgbClr val="6D9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4" name="Freeform 1357">
              <a:extLst>
                <a:ext uri="{FF2B5EF4-FFF2-40B4-BE49-F238E27FC236}">
                  <a16:creationId xmlns:a16="http://schemas.microsoft.com/office/drawing/2014/main" id="{8D20AF97-71CB-48D6-947E-B5CBBDB4E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295"/>
              <a:ext cx="64" cy="208"/>
            </a:xfrm>
            <a:custGeom>
              <a:avLst/>
              <a:gdLst>
                <a:gd name="T0" fmla="*/ 334 w 28"/>
                <a:gd name="T1" fmla="*/ 0 h 85"/>
                <a:gd name="T2" fmla="*/ 297 w 28"/>
                <a:gd name="T3" fmla="*/ 306 h 85"/>
                <a:gd name="T4" fmla="*/ 203 w 28"/>
                <a:gd name="T5" fmla="*/ 558 h 85"/>
                <a:gd name="T6" fmla="*/ 110 w 28"/>
                <a:gd name="T7" fmla="*/ 969 h 85"/>
                <a:gd name="T8" fmla="*/ 73 w 28"/>
                <a:gd name="T9" fmla="*/ 1246 h 85"/>
                <a:gd name="T10" fmla="*/ 25 w 28"/>
                <a:gd name="T11" fmla="*/ 1143 h 85"/>
                <a:gd name="T12" fmla="*/ 48 w 28"/>
                <a:gd name="T13" fmla="*/ 881 h 85"/>
                <a:gd name="T14" fmla="*/ 240 w 28"/>
                <a:gd name="T15" fmla="*/ 174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85">
                  <a:moveTo>
                    <a:pt x="28" y="0"/>
                  </a:moveTo>
                  <a:cubicBezTo>
                    <a:pt x="27" y="7"/>
                    <a:pt x="27" y="15"/>
                    <a:pt x="25" y="21"/>
                  </a:cubicBezTo>
                  <a:cubicBezTo>
                    <a:pt x="23" y="28"/>
                    <a:pt x="20" y="32"/>
                    <a:pt x="17" y="38"/>
                  </a:cubicBezTo>
                  <a:cubicBezTo>
                    <a:pt x="13" y="47"/>
                    <a:pt x="9" y="56"/>
                    <a:pt x="9" y="66"/>
                  </a:cubicBezTo>
                  <a:cubicBezTo>
                    <a:pt x="9" y="73"/>
                    <a:pt x="9" y="79"/>
                    <a:pt x="6" y="85"/>
                  </a:cubicBezTo>
                  <a:cubicBezTo>
                    <a:pt x="5" y="83"/>
                    <a:pt x="3" y="81"/>
                    <a:pt x="2" y="78"/>
                  </a:cubicBezTo>
                  <a:cubicBezTo>
                    <a:pt x="0" y="73"/>
                    <a:pt x="3" y="65"/>
                    <a:pt x="4" y="60"/>
                  </a:cubicBezTo>
                  <a:cubicBezTo>
                    <a:pt x="8" y="43"/>
                    <a:pt x="12" y="27"/>
                    <a:pt x="20" y="12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5" name="Freeform 1358">
              <a:extLst>
                <a:ext uri="{FF2B5EF4-FFF2-40B4-BE49-F238E27FC236}">
                  <a16:creationId xmlns:a16="http://schemas.microsoft.com/office/drawing/2014/main" id="{5452346E-DCE8-42CA-9F92-7D0275E48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158"/>
              <a:ext cx="30" cy="34"/>
            </a:xfrm>
            <a:custGeom>
              <a:avLst/>
              <a:gdLst>
                <a:gd name="T0" fmla="*/ 0 w 13"/>
                <a:gd name="T1" fmla="*/ 202 h 14"/>
                <a:gd name="T2" fmla="*/ 159 w 1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0" y="14"/>
                  </a:moveTo>
                  <a:cubicBezTo>
                    <a:pt x="9" y="11"/>
                    <a:pt x="8" y="7"/>
                    <a:pt x="13" y="0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6" name="Freeform 1359">
              <a:extLst>
                <a:ext uri="{FF2B5EF4-FFF2-40B4-BE49-F238E27FC236}">
                  <a16:creationId xmlns:a16="http://schemas.microsoft.com/office/drawing/2014/main" id="{122B33F9-BF85-43D7-B242-727EE1490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030"/>
              <a:ext cx="37" cy="27"/>
            </a:xfrm>
            <a:custGeom>
              <a:avLst/>
              <a:gdLst>
                <a:gd name="T0" fmla="*/ 0 w 16"/>
                <a:gd name="T1" fmla="*/ 162 h 11"/>
                <a:gd name="T2" fmla="*/ 160 w 16"/>
                <a:gd name="T3" fmla="*/ 120 h 11"/>
                <a:gd name="T4" fmla="*/ 199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4" y="10"/>
                    <a:pt x="8" y="9"/>
                    <a:pt x="13" y="8"/>
                  </a:cubicBezTo>
                  <a:cubicBezTo>
                    <a:pt x="11" y="5"/>
                    <a:pt x="13" y="2"/>
                    <a:pt x="16" y="0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7" name="Freeform 1360">
              <a:extLst>
                <a:ext uri="{FF2B5EF4-FFF2-40B4-BE49-F238E27FC236}">
                  <a16:creationId xmlns:a16="http://schemas.microsoft.com/office/drawing/2014/main" id="{DEAF3D3E-7724-4D6F-AD00-34577EBAD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1974"/>
              <a:ext cx="71" cy="27"/>
            </a:xfrm>
            <a:custGeom>
              <a:avLst/>
              <a:gdLst>
                <a:gd name="T0" fmla="*/ 0 w 31"/>
                <a:gd name="T1" fmla="*/ 150 h 11"/>
                <a:gd name="T2" fmla="*/ 373 w 3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0" y="10"/>
                  </a:moveTo>
                  <a:cubicBezTo>
                    <a:pt x="11" y="11"/>
                    <a:pt x="23" y="7"/>
                    <a:pt x="31" y="0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8" name="Freeform 1361">
              <a:extLst>
                <a:ext uri="{FF2B5EF4-FFF2-40B4-BE49-F238E27FC236}">
                  <a16:creationId xmlns:a16="http://schemas.microsoft.com/office/drawing/2014/main" id="{F4A01EE8-0DAC-4B17-950B-4E5CE249A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957"/>
              <a:ext cx="55" cy="14"/>
            </a:xfrm>
            <a:custGeom>
              <a:avLst/>
              <a:gdLst>
                <a:gd name="T0" fmla="*/ 0 w 24"/>
                <a:gd name="T1" fmla="*/ 37 h 6"/>
                <a:gd name="T2" fmla="*/ 158 w 24"/>
                <a:gd name="T3" fmla="*/ 65 h 6"/>
                <a:gd name="T4" fmla="*/ 264 w 24"/>
                <a:gd name="T5" fmla="*/ 37 h 6"/>
                <a:gd name="T6" fmla="*/ 289 w 2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">
                  <a:moveTo>
                    <a:pt x="0" y="3"/>
                  </a:moveTo>
                  <a:cubicBezTo>
                    <a:pt x="5" y="3"/>
                    <a:pt x="9" y="6"/>
                    <a:pt x="13" y="5"/>
                  </a:cubicBezTo>
                  <a:cubicBezTo>
                    <a:pt x="15" y="5"/>
                    <a:pt x="20" y="4"/>
                    <a:pt x="22" y="3"/>
                  </a:cubicBezTo>
                  <a:cubicBezTo>
                    <a:pt x="24" y="2"/>
                    <a:pt x="23" y="1"/>
                    <a:pt x="24" y="0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9" name="Freeform 1362">
              <a:extLst>
                <a:ext uri="{FF2B5EF4-FFF2-40B4-BE49-F238E27FC236}">
                  <a16:creationId xmlns:a16="http://schemas.microsoft.com/office/drawing/2014/main" id="{EAAE8707-5251-4515-BC2C-B11ECA5CC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962"/>
              <a:ext cx="154" cy="41"/>
            </a:xfrm>
            <a:custGeom>
              <a:avLst/>
              <a:gdLst>
                <a:gd name="T0" fmla="*/ 0 w 67"/>
                <a:gd name="T1" fmla="*/ 0 h 17"/>
                <a:gd name="T2" fmla="*/ 533 w 67"/>
                <a:gd name="T3" fmla="*/ 210 h 17"/>
                <a:gd name="T4" fmla="*/ 814 w 67"/>
                <a:gd name="T5" fmla="*/ 239 h 17"/>
                <a:gd name="T6" fmla="*/ 402 w 67"/>
                <a:gd name="T7" fmla="*/ 5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7">
                  <a:moveTo>
                    <a:pt x="0" y="0"/>
                  </a:moveTo>
                  <a:cubicBezTo>
                    <a:pt x="10" y="6"/>
                    <a:pt x="33" y="11"/>
                    <a:pt x="44" y="15"/>
                  </a:cubicBezTo>
                  <a:cubicBezTo>
                    <a:pt x="46" y="11"/>
                    <a:pt x="63" y="17"/>
                    <a:pt x="67" y="17"/>
                  </a:cubicBezTo>
                  <a:cubicBezTo>
                    <a:pt x="60" y="10"/>
                    <a:pt x="43" y="8"/>
                    <a:pt x="33" y="4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0" name="Freeform 1363">
              <a:extLst>
                <a:ext uri="{FF2B5EF4-FFF2-40B4-BE49-F238E27FC236}">
                  <a16:creationId xmlns:a16="http://schemas.microsoft.com/office/drawing/2014/main" id="{6125E8C9-A79F-43B3-A5AE-FD10D20AA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150"/>
              <a:ext cx="566" cy="540"/>
            </a:xfrm>
            <a:custGeom>
              <a:avLst/>
              <a:gdLst>
                <a:gd name="T0" fmla="*/ 916 w 246"/>
                <a:gd name="T1" fmla="*/ 2104 h 220"/>
                <a:gd name="T2" fmla="*/ 1620 w 246"/>
                <a:gd name="T3" fmla="*/ 2469 h 220"/>
                <a:gd name="T4" fmla="*/ 1958 w 246"/>
                <a:gd name="T5" fmla="*/ 2572 h 220"/>
                <a:gd name="T6" fmla="*/ 2170 w 246"/>
                <a:gd name="T7" fmla="*/ 2602 h 220"/>
                <a:gd name="T8" fmla="*/ 2229 w 246"/>
                <a:gd name="T9" fmla="*/ 1983 h 220"/>
                <a:gd name="T10" fmla="*/ 2154 w 246"/>
                <a:gd name="T11" fmla="*/ 1453 h 220"/>
                <a:gd name="T12" fmla="*/ 2229 w 246"/>
                <a:gd name="T13" fmla="*/ 1375 h 220"/>
                <a:gd name="T14" fmla="*/ 2312 w 246"/>
                <a:gd name="T15" fmla="*/ 1595 h 220"/>
                <a:gd name="T16" fmla="*/ 2434 w 246"/>
                <a:gd name="T17" fmla="*/ 2290 h 220"/>
                <a:gd name="T18" fmla="*/ 2547 w 246"/>
                <a:gd name="T19" fmla="*/ 2855 h 220"/>
                <a:gd name="T20" fmla="*/ 2922 w 246"/>
                <a:gd name="T21" fmla="*/ 3103 h 220"/>
                <a:gd name="T22" fmla="*/ 2950 w 246"/>
                <a:gd name="T23" fmla="*/ 3252 h 220"/>
                <a:gd name="T24" fmla="*/ 2397 w 246"/>
                <a:gd name="T25" fmla="*/ 2987 h 220"/>
                <a:gd name="T26" fmla="*/ 1657 w 246"/>
                <a:gd name="T27" fmla="*/ 2646 h 220"/>
                <a:gd name="T28" fmla="*/ 794 w 246"/>
                <a:gd name="T29" fmla="*/ 2187 h 220"/>
                <a:gd name="T30" fmla="*/ 550 w 246"/>
                <a:gd name="T31" fmla="*/ 1819 h 220"/>
                <a:gd name="T32" fmla="*/ 412 w 246"/>
                <a:gd name="T33" fmla="*/ 1313 h 220"/>
                <a:gd name="T34" fmla="*/ 292 w 246"/>
                <a:gd name="T35" fmla="*/ 989 h 220"/>
                <a:gd name="T36" fmla="*/ 133 w 246"/>
                <a:gd name="T37" fmla="*/ 476 h 220"/>
                <a:gd name="T38" fmla="*/ 28 w 246"/>
                <a:gd name="T39" fmla="*/ 120 h 220"/>
                <a:gd name="T40" fmla="*/ 244 w 246"/>
                <a:gd name="T41" fmla="*/ 61 h 220"/>
                <a:gd name="T42" fmla="*/ 207 w 246"/>
                <a:gd name="T43" fmla="*/ 398 h 220"/>
                <a:gd name="T44" fmla="*/ 366 w 246"/>
                <a:gd name="T45" fmla="*/ 1006 h 220"/>
                <a:gd name="T46" fmla="*/ 927 w 246"/>
                <a:gd name="T47" fmla="*/ 2116 h 22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46" h="220">
                  <a:moveTo>
                    <a:pt x="75" y="142"/>
                  </a:moveTo>
                  <a:cubicBezTo>
                    <a:pt x="91" y="154"/>
                    <a:pt x="114" y="161"/>
                    <a:pt x="133" y="167"/>
                  </a:cubicBezTo>
                  <a:cubicBezTo>
                    <a:pt x="142" y="170"/>
                    <a:pt x="151" y="172"/>
                    <a:pt x="161" y="174"/>
                  </a:cubicBezTo>
                  <a:cubicBezTo>
                    <a:pt x="166" y="176"/>
                    <a:pt x="173" y="179"/>
                    <a:pt x="178" y="176"/>
                  </a:cubicBezTo>
                  <a:cubicBezTo>
                    <a:pt x="190" y="169"/>
                    <a:pt x="185" y="144"/>
                    <a:pt x="183" y="134"/>
                  </a:cubicBezTo>
                  <a:cubicBezTo>
                    <a:pt x="181" y="123"/>
                    <a:pt x="176" y="109"/>
                    <a:pt x="177" y="98"/>
                  </a:cubicBezTo>
                  <a:cubicBezTo>
                    <a:pt x="178" y="94"/>
                    <a:pt x="178" y="90"/>
                    <a:pt x="183" y="93"/>
                  </a:cubicBezTo>
                  <a:cubicBezTo>
                    <a:pt x="188" y="95"/>
                    <a:pt x="188" y="105"/>
                    <a:pt x="190" y="108"/>
                  </a:cubicBezTo>
                  <a:cubicBezTo>
                    <a:pt x="195" y="124"/>
                    <a:pt x="198" y="139"/>
                    <a:pt x="200" y="155"/>
                  </a:cubicBezTo>
                  <a:cubicBezTo>
                    <a:pt x="201" y="166"/>
                    <a:pt x="203" y="183"/>
                    <a:pt x="209" y="193"/>
                  </a:cubicBezTo>
                  <a:cubicBezTo>
                    <a:pt x="215" y="202"/>
                    <a:pt x="231" y="203"/>
                    <a:pt x="240" y="210"/>
                  </a:cubicBezTo>
                  <a:cubicBezTo>
                    <a:pt x="246" y="215"/>
                    <a:pt x="246" y="214"/>
                    <a:pt x="242" y="220"/>
                  </a:cubicBezTo>
                  <a:cubicBezTo>
                    <a:pt x="229" y="208"/>
                    <a:pt x="213" y="209"/>
                    <a:pt x="197" y="202"/>
                  </a:cubicBezTo>
                  <a:cubicBezTo>
                    <a:pt x="177" y="193"/>
                    <a:pt x="157" y="185"/>
                    <a:pt x="136" y="179"/>
                  </a:cubicBezTo>
                  <a:cubicBezTo>
                    <a:pt x="112" y="171"/>
                    <a:pt x="83" y="167"/>
                    <a:pt x="65" y="148"/>
                  </a:cubicBezTo>
                  <a:cubicBezTo>
                    <a:pt x="58" y="140"/>
                    <a:pt x="50" y="132"/>
                    <a:pt x="45" y="123"/>
                  </a:cubicBezTo>
                  <a:cubicBezTo>
                    <a:pt x="40" y="113"/>
                    <a:pt x="38" y="100"/>
                    <a:pt x="34" y="89"/>
                  </a:cubicBezTo>
                  <a:cubicBezTo>
                    <a:pt x="31" y="81"/>
                    <a:pt x="27" y="75"/>
                    <a:pt x="24" y="67"/>
                  </a:cubicBezTo>
                  <a:cubicBezTo>
                    <a:pt x="19" y="56"/>
                    <a:pt x="15" y="43"/>
                    <a:pt x="11" y="32"/>
                  </a:cubicBezTo>
                  <a:cubicBezTo>
                    <a:pt x="9" y="25"/>
                    <a:pt x="0" y="15"/>
                    <a:pt x="2" y="8"/>
                  </a:cubicBezTo>
                  <a:cubicBezTo>
                    <a:pt x="3" y="0"/>
                    <a:pt x="14" y="0"/>
                    <a:pt x="20" y="4"/>
                  </a:cubicBezTo>
                  <a:cubicBezTo>
                    <a:pt x="12" y="12"/>
                    <a:pt x="13" y="17"/>
                    <a:pt x="17" y="27"/>
                  </a:cubicBezTo>
                  <a:cubicBezTo>
                    <a:pt x="22" y="41"/>
                    <a:pt x="28" y="54"/>
                    <a:pt x="30" y="68"/>
                  </a:cubicBezTo>
                  <a:cubicBezTo>
                    <a:pt x="36" y="97"/>
                    <a:pt x="48" y="130"/>
                    <a:pt x="76" y="143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1" name="Freeform 1364">
              <a:extLst>
                <a:ext uri="{FF2B5EF4-FFF2-40B4-BE49-F238E27FC236}">
                  <a16:creationId xmlns:a16="http://schemas.microsoft.com/office/drawing/2014/main" id="{6E5089AE-0A29-4688-8D9A-A7991AEC9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244"/>
              <a:ext cx="124" cy="269"/>
            </a:xfrm>
            <a:custGeom>
              <a:avLst/>
              <a:gdLst>
                <a:gd name="T0" fmla="*/ 521 w 54"/>
                <a:gd name="T1" fmla="*/ 1506 h 110"/>
                <a:gd name="T2" fmla="*/ 595 w 54"/>
                <a:gd name="T3" fmla="*/ 1406 h 110"/>
                <a:gd name="T4" fmla="*/ 643 w 54"/>
                <a:gd name="T5" fmla="*/ 1245 h 110"/>
                <a:gd name="T6" fmla="*/ 521 w 54"/>
                <a:gd name="T7" fmla="*/ 861 h 110"/>
                <a:gd name="T8" fmla="*/ 423 w 54"/>
                <a:gd name="T9" fmla="*/ 526 h 110"/>
                <a:gd name="T10" fmla="*/ 439 w 54"/>
                <a:gd name="T11" fmla="*/ 293 h 110"/>
                <a:gd name="T12" fmla="*/ 558 w 54"/>
                <a:gd name="T13" fmla="*/ 306 h 110"/>
                <a:gd name="T14" fmla="*/ 253 w 54"/>
                <a:gd name="T15" fmla="*/ 59 h 110"/>
                <a:gd name="T16" fmla="*/ 317 w 54"/>
                <a:gd name="T17" fmla="*/ 831 h 110"/>
                <a:gd name="T18" fmla="*/ 73 w 54"/>
                <a:gd name="T19" fmla="*/ 406 h 110"/>
                <a:gd name="T20" fmla="*/ 158 w 54"/>
                <a:gd name="T21" fmla="*/ 778 h 110"/>
                <a:gd name="T22" fmla="*/ 289 w 54"/>
                <a:gd name="T23" fmla="*/ 1171 h 110"/>
                <a:gd name="T24" fmla="*/ 411 w 54"/>
                <a:gd name="T25" fmla="*/ 1345 h 110"/>
                <a:gd name="T26" fmla="*/ 544 w 54"/>
                <a:gd name="T27" fmla="*/ 1580 h 1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" h="110">
                  <a:moveTo>
                    <a:pt x="43" y="103"/>
                  </a:moveTo>
                  <a:cubicBezTo>
                    <a:pt x="42" y="98"/>
                    <a:pt x="46" y="99"/>
                    <a:pt x="49" y="96"/>
                  </a:cubicBezTo>
                  <a:cubicBezTo>
                    <a:pt x="52" y="93"/>
                    <a:pt x="53" y="89"/>
                    <a:pt x="53" y="85"/>
                  </a:cubicBezTo>
                  <a:cubicBezTo>
                    <a:pt x="54" y="75"/>
                    <a:pt x="48" y="67"/>
                    <a:pt x="43" y="59"/>
                  </a:cubicBezTo>
                  <a:cubicBezTo>
                    <a:pt x="39" y="52"/>
                    <a:pt x="37" y="44"/>
                    <a:pt x="35" y="36"/>
                  </a:cubicBezTo>
                  <a:cubicBezTo>
                    <a:pt x="34" y="32"/>
                    <a:pt x="28" y="19"/>
                    <a:pt x="36" y="20"/>
                  </a:cubicBezTo>
                  <a:cubicBezTo>
                    <a:pt x="38" y="21"/>
                    <a:pt x="50" y="37"/>
                    <a:pt x="46" y="21"/>
                  </a:cubicBezTo>
                  <a:cubicBezTo>
                    <a:pt x="44" y="11"/>
                    <a:pt x="32" y="0"/>
                    <a:pt x="21" y="4"/>
                  </a:cubicBezTo>
                  <a:cubicBezTo>
                    <a:pt x="0" y="11"/>
                    <a:pt x="20" y="45"/>
                    <a:pt x="26" y="57"/>
                  </a:cubicBezTo>
                  <a:cubicBezTo>
                    <a:pt x="18" y="63"/>
                    <a:pt x="15" y="20"/>
                    <a:pt x="6" y="28"/>
                  </a:cubicBezTo>
                  <a:cubicBezTo>
                    <a:pt x="2" y="32"/>
                    <a:pt x="10" y="49"/>
                    <a:pt x="13" y="53"/>
                  </a:cubicBezTo>
                  <a:cubicBezTo>
                    <a:pt x="18" y="61"/>
                    <a:pt x="19" y="72"/>
                    <a:pt x="24" y="80"/>
                  </a:cubicBezTo>
                  <a:cubicBezTo>
                    <a:pt x="27" y="84"/>
                    <a:pt x="31" y="87"/>
                    <a:pt x="34" y="92"/>
                  </a:cubicBezTo>
                  <a:cubicBezTo>
                    <a:pt x="36" y="96"/>
                    <a:pt x="37" y="110"/>
                    <a:pt x="45" y="108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2" name="Freeform 1365">
              <a:extLst>
                <a:ext uri="{FF2B5EF4-FFF2-40B4-BE49-F238E27FC236}">
                  <a16:creationId xmlns:a16="http://schemas.microsoft.com/office/drawing/2014/main" id="{A41CCE3A-C48A-4C86-8792-0CEF3C98E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307"/>
              <a:ext cx="129" cy="150"/>
            </a:xfrm>
            <a:custGeom>
              <a:avLst/>
              <a:gdLst>
                <a:gd name="T0" fmla="*/ 0 w 56"/>
                <a:gd name="T1" fmla="*/ 551 h 61"/>
                <a:gd name="T2" fmla="*/ 244 w 56"/>
                <a:gd name="T3" fmla="*/ 866 h 61"/>
                <a:gd name="T4" fmla="*/ 309 w 56"/>
                <a:gd name="T5" fmla="*/ 519 h 61"/>
                <a:gd name="T6" fmla="*/ 468 w 56"/>
                <a:gd name="T7" fmla="*/ 713 h 61"/>
                <a:gd name="T8" fmla="*/ 622 w 56"/>
                <a:gd name="T9" fmla="*/ 430 h 61"/>
                <a:gd name="T10" fmla="*/ 366 w 56"/>
                <a:gd name="T11" fmla="*/ 103 h 61"/>
                <a:gd name="T12" fmla="*/ 233 w 56"/>
                <a:gd name="T13" fmla="*/ 12 h 61"/>
                <a:gd name="T14" fmla="*/ 159 w 56"/>
                <a:gd name="T15" fmla="*/ 327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1">
                  <a:moveTo>
                    <a:pt x="0" y="37"/>
                  </a:moveTo>
                  <a:cubicBezTo>
                    <a:pt x="4" y="44"/>
                    <a:pt x="10" y="61"/>
                    <a:pt x="20" y="58"/>
                  </a:cubicBezTo>
                  <a:cubicBezTo>
                    <a:pt x="29" y="55"/>
                    <a:pt x="25" y="41"/>
                    <a:pt x="25" y="35"/>
                  </a:cubicBezTo>
                  <a:cubicBezTo>
                    <a:pt x="25" y="19"/>
                    <a:pt x="34" y="45"/>
                    <a:pt x="38" y="48"/>
                  </a:cubicBezTo>
                  <a:cubicBezTo>
                    <a:pt x="49" y="54"/>
                    <a:pt x="56" y="36"/>
                    <a:pt x="51" y="29"/>
                  </a:cubicBezTo>
                  <a:cubicBezTo>
                    <a:pt x="47" y="21"/>
                    <a:pt x="37" y="13"/>
                    <a:pt x="30" y="7"/>
                  </a:cubicBezTo>
                  <a:cubicBezTo>
                    <a:pt x="28" y="5"/>
                    <a:pt x="22" y="0"/>
                    <a:pt x="19" y="1"/>
                  </a:cubicBezTo>
                  <a:cubicBezTo>
                    <a:pt x="14" y="2"/>
                    <a:pt x="12" y="18"/>
                    <a:pt x="13" y="22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3" name="Freeform 1366">
              <a:extLst>
                <a:ext uri="{FF2B5EF4-FFF2-40B4-BE49-F238E27FC236}">
                  <a16:creationId xmlns:a16="http://schemas.microsoft.com/office/drawing/2014/main" id="{C55CF29E-E1D7-43D2-8E0D-8D10C6176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236"/>
              <a:ext cx="133" cy="138"/>
            </a:xfrm>
            <a:custGeom>
              <a:avLst/>
              <a:gdLst>
                <a:gd name="T0" fmla="*/ 216 w 58"/>
                <a:gd name="T1" fmla="*/ 522 h 56"/>
                <a:gd name="T2" fmla="*/ 195 w 58"/>
                <a:gd name="T3" fmla="*/ 540 h 56"/>
                <a:gd name="T4" fmla="*/ 289 w 58"/>
                <a:gd name="T5" fmla="*/ 315 h 56"/>
                <a:gd name="T6" fmla="*/ 459 w 58"/>
                <a:gd name="T7" fmla="*/ 584 h 56"/>
                <a:gd name="T8" fmla="*/ 532 w 58"/>
                <a:gd name="T9" fmla="*/ 838 h 56"/>
                <a:gd name="T10" fmla="*/ 264 w 58"/>
                <a:gd name="T11" fmla="*/ 62 h 56"/>
                <a:gd name="T12" fmla="*/ 73 w 58"/>
                <a:gd name="T13" fmla="*/ 30 h 56"/>
                <a:gd name="T14" fmla="*/ 25 w 58"/>
                <a:gd name="T15" fmla="*/ 377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56">
                  <a:moveTo>
                    <a:pt x="18" y="35"/>
                  </a:moveTo>
                  <a:cubicBezTo>
                    <a:pt x="17" y="36"/>
                    <a:pt x="17" y="36"/>
                    <a:pt x="16" y="36"/>
                  </a:cubicBezTo>
                  <a:cubicBezTo>
                    <a:pt x="10" y="27"/>
                    <a:pt x="11" y="14"/>
                    <a:pt x="24" y="21"/>
                  </a:cubicBezTo>
                  <a:cubicBezTo>
                    <a:pt x="30" y="24"/>
                    <a:pt x="35" y="32"/>
                    <a:pt x="38" y="39"/>
                  </a:cubicBezTo>
                  <a:cubicBezTo>
                    <a:pt x="40" y="44"/>
                    <a:pt x="40" y="51"/>
                    <a:pt x="44" y="56"/>
                  </a:cubicBezTo>
                  <a:cubicBezTo>
                    <a:pt x="58" y="44"/>
                    <a:pt x="36" y="9"/>
                    <a:pt x="22" y="4"/>
                  </a:cubicBezTo>
                  <a:cubicBezTo>
                    <a:pt x="18" y="2"/>
                    <a:pt x="9" y="0"/>
                    <a:pt x="6" y="2"/>
                  </a:cubicBezTo>
                  <a:cubicBezTo>
                    <a:pt x="1" y="5"/>
                    <a:pt x="0" y="20"/>
                    <a:pt x="2" y="25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4" name="Freeform 1367">
              <a:extLst>
                <a:ext uri="{FF2B5EF4-FFF2-40B4-BE49-F238E27FC236}">
                  <a16:creationId xmlns:a16="http://schemas.microsoft.com/office/drawing/2014/main" id="{D02BD78E-F5CF-4133-B095-92C26316B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143"/>
              <a:ext cx="131" cy="86"/>
            </a:xfrm>
            <a:custGeom>
              <a:avLst/>
              <a:gdLst>
                <a:gd name="T0" fmla="*/ 179 w 57"/>
                <a:gd name="T1" fmla="*/ 518 h 35"/>
                <a:gd name="T2" fmla="*/ 269 w 57"/>
                <a:gd name="T3" fmla="*/ 224 h 35"/>
                <a:gd name="T4" fmla="*/ 448 w 57"/>
                <a:gd name="T5" fmla="*/ 162 h 35"/>
                <a:gd name="T6" fmla="*/ 598 w 57"/>
                <a:gd name="T7" fmla="*/ 150 h 35"/>
                <a:gd name="T8" fmla="*/ 232 w 57"/>
                <a:gd name="T9" fmla="*/ 0 h 35"/>
                <a:gd name="T10" fmla="*/ 207 w 57"/>
                <a:gd name="T11" fmla="*/ 459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35">
                  <a:moveTo>
                    <a:pt x="15" y="35"/>
                  </a:moveTo>
                  <a:cubicBezTo>
                    <a:pt x="14" y="25"/>
                    <a:pt x="11" y="19"/>
                    <a:pt x="22" y="15"/>
                  </a:cubicBezTo>
                  <a:cubicBezTo>
                    <a:pt x="27" y="13"/>
                    <a:pt x="32" y="12"/>
                    <a:pt x="37" y="11"/>
                  </a:cubicBezTo>
                  <a:cubicBezTo>
                    <a:pt x="40" y="11"/>
                    <a:pt x="47" y="13"/>
                    <a:pt x="49" y="10"/>
                  </a:cubicBezTo>
                  <a:cubicBezTo>
                    <a:pt x="57" y="2"/>
                    <a:pt x="24" y="0"/>
                    <a:pt x="19" y="0"/>
                  </a:cubicBezTo>
                  <a:cubicBezTo>
                    <a:pt x="2" y="1"/>
                    <a:pt x="0" y="29"/>
                    <a:pt x="17" y="3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5" name="Freeform 1368">
              <a:extLst>
                <a:ext uri="{FF2B5EF4-FFF2-40B4-BE49-F238E27FC236}">
                  <a16:creationId xmlns:a16="http://schemas.microsoft.com/office/drawing/2014/main" id="{5DB5A5E1-E3FA-4A71-9C3D-C02FF32AD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141"/>
              <a:ext cx="113" cy="127"/>
            </a:xfrm>
            <a:custGeom>
              <a:avLst/>
              <a:gdLst>
                <a:gd name="T0" fmla="*/ 244 w 49"/>
                <a:gd name="T1" fmla="*/ 716 h 52"/>
                <a:gd name="T2" fmla="*/ 526 w 49"/>
                <a:gd name="T3" fmla="*/ 274 h 52"/>
                <a:gd name="T4" fmla="*/ 187 w 49"/>
                <a:gd name="T5" fmla="*/ 757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2">
                  <a:moveTo>
                    <a:pt x="20" y="49"/>
                  </a:moveTo>
                  <a:cubicBezTo>
                    <a:pt x="9" y="30"/>
                    <a:pt x="49" y="31"/>
                    <a:pt x="43" y="19"/>
                  </a:cubicBezTo>
                  <a:cubicBezTo>
                    <a:pt x="33" y="0"/>
                    <a:pt x="0" y="36"/>
                    <a:pt x="15" y="52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6" name="Freeform 1369">
              <a:extLst>
                <a:ext uri="{FF2B5EF4-FFF2-40B4-BE49-F238E27FC236}">
                  <a16:creationId xmlns:a16="http://schemas.microsoft.com/office/drawing/2014/main" id="{DB2D047A-D103-4916-B4B3-44BA63521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310"/>
              <a:ext cx="104" cy="103"/>
            </a:xfrm>
            <a:custGeom>
              <a:avLst/>
              <a:gdLst>
                <a:gd name="T0" fmla="*/ 65 w 45"/>
                <a:gd name="T1" fmla="*/ 444 h 42"/>
                <a:gd name="T2" fmla="*/ 273 w 45"/>
                <a:gd name="T3" fmla="*/ 427 h 42"/>
                <a:gd name="T4" fmla="*/ 347 w 45"/>
                <a:gd name="T5" fmla="*/ 294 h 42"/>
                <a:gd name="T6" fmla="*/ 460 w 45"/>
                <a:gd name="T7" fmla="*/ 444 h 42"/>
                <a:gd name="T8" fmla="*/ 518 w 45"/>
                <a:gd name="T9" fmla="*/ 282 h 42"/>
                <a:gd name="T10" fmla="*/ 261 w 45"/>
                <a:gd name="T11" fmla="*/ 12 h 42"/>
                <a:gd name="T12" fmla="*/ 150 w 45"/>
                <a:gd name="T13" fmla="*/ 253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5" y="30"/>
                  </a:moveTo>
                  <a:cubicBezTo>
                    <a:pt x="0" y="42"/>
                    <a:pt x="21" y="41"/>
                    <a:pt x="22" y="29"/>
                  </a:cubicBezTo>
                  <a:cubicBezTo>
                    <a:pt x="23" y="24"/>
                    <a:pt x="18" y="10"/>
                    <a:pt x="28" y="20"/>
                  </a:cubicBezTo>
                  <a:cubicBezTo>
                    <a:pt x="30" y="22"/>
                    <a:pt x="33" y="29"/>
                    <a:pt x="37" y="30"/>
                  </a:cubicBezTo>
                  <a:cubicBezTo>
                    <a:pt x="45" y="32"/>
                    <a:pt x="44" y="24"/>
                    <a:pt x="42" y="19"/>
                  </a:cubicBezTo>
                  <a:cubicBezTo>
                    <a:pt x="39" y="12"/>
                    <a:pt x="29" y="2"/>
                    <a:pt x="21" y="1"/>
                  </a:cubicBezTo>
                  <a:cubicBezTo>
                    <a:pt x="12" y="0"/>
                    <a:pt x="7" y="9"/>
                    <a:pt x="12" y="17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7" name="Freeform 1370">
              <a:extLst>
                <a:ext uri="{FF2B5EF4-FFF2-40B4-BE49-F238E27FC236}">
                  <a16:creationId xmlns:a16="http://schemas.microsoft.com/office/drawing/2014/main" id="{2B163A90-CFD0-4739-8F31-377BF2F5D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263"/>
              <a:ext cx="359" cy="287"/>
            </a:xfrm>
            <a:custGeom>
              <a:avLst/>
              <a:gdLst>
                <a:gd name="T0" fmla="*/ 253 w 156"/>
                <a:gd name="T1" fmla="*/ 709 h 117"/>
                <a:gd name="T2" fmla="*/ 1208 w 156"/>
                <a:gd name="T3" fmla="*/ 1226 h 117"/>
                <a:gd name="T4" fmla="*/ 1620 w 156"/>
                <a:gd name="T5" fmla="*/ 1536 h 117"/>
                <a:gd name="T6" fmla="*/ 1892 w 156"/>
                <a:gd name="T7" fmla="*/ 1727 h 117"/>
                <a:gd name="T8" fmla="*/ 1790 w 156"/>
                <a:gd name="T9" fmla="*/ 1342 h 117"/>
                <a:gd name="T10" fmla="*/ 1705 w 156"/>
                <a:gd name="T11" fmla="*/ 932 h 117"/>
                <a:gd name="T12" fmla="*/ 1367 w 156"/>
                <a:gd name="T13" fmla="*/ 324 h 117"/>
                <a:gd name="T14" fmla="*/ 973 w 156"/>
                <a:gd name="T15" fmla="*/ 12 h 117"/>
                <a:gd name="T16" fmla="*/ 769 w 156"/>
                <a:gd name="T17" fmla="*/ 174 h 117"/>
                <a:gd name="T18" fmla="*/ 1144 w 156"/>
                <a:gd name="T19" fmla="*/ 336 h 117"/>
                <a:gd name="T20" fmla="*/ 1452 w 156"/>
                <a:gd name="T21" fmla="*/ 741 h 117"/>
                <a:gd name="T22" fmla="*/ 1461 w 156"/>
                <a:gd name="T23" fmla="*/ 1150 h 117"/>
                <a:gd name="T24" fmla="*/ 1217 w 156"/>
                <a:gd name="T25" fmla="*/ 1065 h 117"/>
                <a:gd name="T26" fmla="*/ 598 w 156"/>
                <a:gd name="T27" fmla="*/ 753 h 117"/>
                <a:gd name="T28" fmla="*/ 216 w 156"/>
                <a:gd name="T29" fmla="*/ 559 h 117"/>
                <a:gd name="T30" fmla="*/ 0 w 156"/>
                <a:gd name="T31" fmla="*/ 324 h 1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6" h="117">
                  <a:moveTo>
                    <a:pt x="21" y="48"/>
                  </a:moveTo>
                  <a:cubicBezTo>
                    <a:pt x="48" y="55"/>
                    <a:pt x="75" y="69"/>
                    <a:pt x="99" y="83"/>
                  </a:cubicBezTo>
                  <a:cubicBezTo>
                    <a:pt x="111" y="89"/>
                    <a:pt x="122" y="96"/>
                    <a:pt x="133" y="104"/>
                  </a:cubicBezTo>
                  <a:cubicBezTo>
                    <a:pt x="139" y="108"/>
                    <a:pt x="148" y="116"/>
                    <a:pt x="155" y="117"/>
                  </a:cubicBezTo>
                  <a:cubicBezTo>
                    <a:pt x="156" y="109"/>
                    <a:pt x="150" y="98"/>
                    <a:pt x="147" y="91"/>
                  </a:cubicBezTo>
                  <a:cubicBezTo>
                    <a:pt x="144" y="82"/>
                    <a:pt x="143" y="73"/>
                    <a:pt x="140" y="63"/>
                  </a:cubicBezTo>
                  <a:cubicBezTo>
                    <a:pt x="136" y="48"/>
                    <a:pt x="123" y="33"/>
                    <a:pt x="112" y="22"/>
                  </a:cubicBezTo>
                  <a:cubicBezTo>
                    <a:pt x="104" y="14"/>
                    <a:pt x="91" y="3"/>
                    <a:pt x="80" y="1"/>
                  </a:cubicBezTo>
                  <a:cubicBezTo>
                    <a:pt x="73" y="0"/>
                    <a:pt x="62" y="4"/>
                    <a:pt x="63" y="12"/>
                  </a:cubicBezTo>
                  <a:cubicBezTo>
                    <a:pt x="74" y="10"/>
                    <a:pt x="85" y="18"/>
                    <a:pt x="94" y="23"/>
                  </a:cubicBezTo>
                  <a:cubicBezTo>
                    <a:pt x="107" y="30"/>
                    <a:pt x="114" y="37"/>
                    <a:pt x="119" y="50"/>
                  </a:cubicBezTo>
                  <a:cubicBezTo>
                    <a:pt x="121" y="56"/>
                    <a:pt x="127" y="73"/>
                    <a:pt x="120" y="78"/>
                  </a:cubicBezTo>
                  <a:cubicBezTo>
                    <a:pt x="116" y="82"/>
                    <a:pt x="105" y="74"/>
                    <a:pt x="100" y="72"/>
                  </a:cubicBezTo>
                  <a:cubicBezTo>
                    <a:pt x="83" y="64"/>
                    <a:pt x="67" y="56"/>
                    <a:pt x="49" y="51"/>
                  </a:cubicBezTo>
                  <a:cubicBezTo>
                    <a:pt x="39" y="48"/>
                    <a:pt x="27" y="44"/>
                    <a:pt x="18" y="38"/>
                  </a:cubicBezTo>
                  <a:cubicBezTo>
                    <a:pt x="12" y="34"/>
                    <a:pt x="7" y="25"/>
                    <a:pt x="0" y="22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8" name="Freeform 1371">
              <a:extLst>
                <a:ext uri="{FF2B5EF4-FFF2-40B4-BE49-F238E27FC236}">
                  <a16:creationId xmlns:a16="http://schemas.microsoft.com/office/drawing/2014/main" id="{BADD5C3E-FE53-46DB-9A97-0C9B13561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199"/>
              <a:ext cx="94" cy="167"/>
            </a:xfrm>
            <a:custGeom>
              <a:avLst/>
              <a:gdLst>
                <a:gd name="T0" fmla="*/ 495 w 41"/>
                <a:gd name="T1" fmla="*/ 1007 h 68"/>
                <a:gd name="T2" fmla="*/ 326 w 41"/>
                <a:gd name="T3" fmla="*/ 592 h 68"/>
                <a:gd name="T4" fmla="*/ 362 w 41"/>
                <a:gd name="T5" fmla="*/ 386 h 68"/>
                <a:gd name="T6" fmla="*/ 85 w 41"/>
                <a:gd name="T7" fmla="*/ 120 h 68"/>
                <a:gd name="T8" fmla="*/ 122 w 41"/>
                <a:gd name="T9" fmla="*/ 386 h 68"/>
                <a:gd name="T10" fmla="*/ 204 w 41"/>
                <a:gd name="T11" fmla="*/ 77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8">
                  <a:moveTo>
                    <a:pt x="41" y="68"/>
                  </a:moveTo>
                  <a:cubicBezTo>
                    <a:pt x="35" y="60"/>
                    <a:pt x="33" y="49"/>
                    <a:pt x="27" y="40"/>
                  </a:cubicBezTo>
                  <a:cubicBezTo>
                    <a:pt x="23" y="34"/>
                    <a:pt x="17" y="20"/>
                    <a:pt x="30" y="26"/>
                  </a:cubicBezTo>
                  <a:cubicBezTo>
                    <a:pt x="34" y="16"/>
                    <a:pt x="16" y="0"/>
                    <a:pt x="7" y="8"/>
                  </a:cubicBezTo>
                  <a:cubicBezTo>
                    <a:pt x="0" y="15"/>
                    <a:pt x="7" y="20"/>
                    <a:pt x="10" y="26"/>
                  </a:cubicBezTo>
                  <a:cubicBezTo>
                    <a:pt x="14" y="34"/>
                    <a:pt x="12" y="45"/>
                    <a:pt x="17" y="52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9" name="Freeform 1372">
              <a:extLst>
                <a:ext uri="{FF2B5EF4-FFF2-40B4-BE49-F238E27FC236}">
                  <a16:creationId xmlns:a16="http://schemas.microsoft.com/office/drawing/2014/main" id="{4E7A1FBB-FE80-4BC1-B8CF-0B7E8F80B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202"/>
              <a:ext cx="99" cy="95"/>
            </a:xfrm>
            <a:custGeom>
              <a:avLst/>
              <a:gdLst>
                <a:gd name="T0" fmla="*/ 292 w 43"/>
                <a:gd name="T1" fmla="*/ 563 h 39"/>
                <a:gd name="T2" fmla="*/ 233 w 43"/>
                <a:gd name="T3" fmla="*/ 261 h 39"/>
                <a:gd name="T4" fmla="*/ 525 w 43"/>
                <a:gd name="T5" fmla="*/ 273 h 39"/>
                <a:gd name="T6" fmla="*/ 269 w 43"/>
                <a:gd name="T7" fmla="*/ 41 h 39"/>
                <a:gd name="T8" fmla="*/ 94 w 43"/>
                <a:gd name="T9" fmla="*/ 29 h 39"/>
                <a:gd name="T10" fmla="*/ 207 w 43"/>
                <a:gd name="T11" fmla="*/ 36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39">
                  <a:moveTo>
                    <a:pt x="24" y="39"/>
                  </a:moveTo>
                  <a:cubicBezTo>
                    <a:pt x="21" y="35"/>
                    <a:pt x="15" y="23"/>
                    <a:pt x="19" y="18"/>
                  </a:cubicBezTo>
                  <a:cubicBezTo>
                    <a:pt x="25" y="11"/>
                    <a:pt x="36" y="20"/>
                    <a:pt x="43" y="19"/>
                  </a:cubicBezTo>
                  <a:cubicBezTo>
                    <a:pt x="41" y="8"/>
                    <a:pt x="32" y="6"/>
                    <a:pt x="22" y="3"/>
                  </a:cubicBezTo>
                  <a:cubicBezTo>
                    <a:pt x="19" y="2"/>
                    <a:pt x="11" y="0"/>
                    <a:pt x="8" y="2"/>
                  </a:cubicBezTo>
                  <a:cubicBezTo>
                    <a:pt x="0" y="9"/>
                    <a:pt x="14" y="20"/>
                    <a:pt x="17" y="25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0" name="Freeform 1373">
              <a:extLst>
                <a:ext uri="{FF2B5EF4-FFF2-40B4-BE49-F238E27FC236}">
                  <a16:creationId xmlns:a16="http://schemas.microsoft.com/office/drawing/2014/main" id="{703CF63B-BF1A-43CD-97F9-FEC497383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278"/>
              <a:ext cx="74" cy="122"/>
            </a:xfrm>
            <a:custGeom>
              <a:avLst/>
              <a:gdLst>
                <a:gd name="T0" fmla="*/ 160 w 32"/>
                <a:gd name="T1" fmla="*/ 727 h 50"/>
                <a:gd name="T2" fmla="*/ 208 w 32"/>
                <a:gd name="T3" fmla="*/ 434 h 50"/>
                <a:gd name="T4" fmla="*/ 208 w 32"/>
                <a:gd name="T5" fmla="*/ 273 h 50"/>
                <a:gd name="T6" fmla="*/ 386 w 32"/>
                <a:gd name="T7" fmla="*/ 434 h 50"/>
                <a:gd name="T8" fmla="*/ 102 w 32"/>
                <a:gd name="T9" fmla="*/ 71 h 50"/>
                <a:gd name="T10" fmla="*/ 0 w 32"/>
                <a:gd name="T11" fmla="*/ 190 h 50"/>
                <a:gd name="T12" fmla="*/ 74 w 32"/>
                <a:gd name="T13" fmla="*/ 525 h 50"/>
                <a:gd name="T14" fmla="*/ 86 w 32"/>
                <a:gd name="T15" fmla="*/ 695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50">
                  <a:moveTo>
                    <a:pt x="13" y="50"/>
                  </a:moveTo>
                  <a:cubicBezTo>
                    <a:pt x="23" y="49"/>
                    <a:pt x="18" y="36"/>
                    <a:pt x="17" y="30"/>
                  </a:cubicBezTo>
                  <a:cubicBezTo>
                    <a:pt x="16" y="28"/>
                    <a:pt x="13" y="21"/>
                    <a:pt x="17" y="19"/>
                  </a:cubicBezTo>
                  <a:cubicBezTo>
                    <a:pt x="21" y="17"/>
                    <a:pt x="27" y="28"/>
                    <a:pt x="31" y="30"/>
                  </a:cubicBezTo>
                  <a:cubicBezTo>
                    <a:pt x="32" y="16"/>
                    <a:pt x="24" y="0"/>
                    <a:pt x="8" y="5"/>
                  </a:cubicBezTo>
                  <a:cubicBezTo>
                    <a:pt x="4" y="6"/>
                    <a:pt x="1" y="7"/>
                    <a:pt x="0" y="13"/>
                  </a:cubicBezTo>
                  <a:cubicBezTo>
                    <a:pt x="0" y="20"/>
                    <a:pt x="6" y="28"/>
                    <a:pt x="6" y="36"/>
                  </a:cubicBezTo>
                  <a:cubicBezTo>
                    <a:pt x="6" y="40"/>
                    <a:pt x="5" y="45"/>
                    <a:pt x="7" y="48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1" name="Freeform 1374">
              <a:extLst>
                <a:ext uri="{FF2B5EF4-FFF2-40B4-BE49-F238E27FC236}">
                  <a16:creationId xmlns:a16="http://schemas.microsoft.com/office/drawing/2014/main" id="{2E3A34D7-4190-4764-A962-FBF5D9634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268"/>
              <a:ext cx="96" cy="157"/>
            </a:xfrm>
            <a:custGeom>
              <a:avLst/>
              <a:gdLst>
                <a:gd name="T0" fmla="*/ 178 w 42"/>
                <a:gd name="T1" fmla="*/ 721 h 64"/>
                <a:gd name="T2" fmla="*/ 382 w 42"/>
                <a:gd name="T3" fmla="*/ 559 h 64"/>
                <a:gd name="T4" fmla="*/ 240 w 42"/>
                <a:gd name="T5" fmla="*/ 324 h 64"/>
                <a:gd name="T6" fmla="*/ 224 w 42"/>
                <a:gd name="T7" fmla="*/ 132 h 64"/>
                <a:gd name="T8" fmla="*/ 37 w 42"/>
                <a:gd name="T9" fmla="*/ 103 h 64"/>
                <a:gd name="T10" fmla="*/ 110 w 42"/>
                <a:gd name="T11" fmla="*/ 415 h 64"/>
                <a:gd name="T12" fmla="*/ 142 w 42"/>
                <a:gd name="T13" fmla="*/ 589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64">
                  <a:moveTo>
                    <a:pt x="15" y="49"/>
                  </a:moveTo>
                  <a:cubicBezTo>
                    <a:pt x="25" y="64"/>
                    <a:pt x="42" y="51"/>
                    <a:pt x="32" y="38"/>
                  </a:cubicBezTo>
                  <a:cubicBezTo>
                    <a:pt x="28" y="32"/>
                    <a:pt x="23" y="30"/>
                    <a:pt x="20" y="22"/>
                  </a:cubicBezTo>
                  <a:cubicBezTo>
                    <a:pt x="18" y="18"/>
                    <a:pt x="17" y="13"/>
                    <a:pt x="19" y="9"/>
                  </a:cubicBezTo>
                  <a:cubicBezTo>
                    <a:pt x="14" y="7"/>
                    <a:pt x="7" y="0"/>
                    <a:pt x="3" y="7"/>
                  </a:cubicBezTo>
                  <a:cubicBezTo>
                    <a:pt x="0" y="13"/>
                    <a:pt x="7" y="22"/>
                    <a:pt x="9" y="28"/>
                  </a:cubicBezTo>
                  <a:cubicBezTo>
                    <a:pt x="10" y="32"/>
                    <a:pt x="8" y="37"/>
                    <a:pt x="12" y="4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2" name="Freeform 1375">
              <a:extLst>
                <a:ext uri="{FF2B5EF4-FFF2-40B4-BE49-F238E27FC236}">
                  <a16:creationId xmlns:a16="http://schemas.microsoft.com/office/drawing/2014/main" id="{E180F7E1-E0D6-48C7-B730-4610238A1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391"/>
              <a:ext cx="53" cy="98"/>
            </a:xfrm>
            <a:custGeom>
              <a:avLst/>
              <a:gdLst>
                <a:gd name="T0" fmla="*/ 37 w 23"/>
                <a:gd name="T1" fmla="*/ 559 h 40"/>
                <a:gd name="T2" fmla="*/ 207 w 23"/>
                <a:gd name="T3" fmla="*/ 468 h 40"/>
                <a:gd name="T4" fmla="*/ 272 w 23"/>
                <a:gd name="T5" fmla="*/ 282 h 40"/>
                <a:gd name="T6" fmla="*/ 74 w 23"/>
                <a:gd name="T7" fmla="*/ 0 h 40"/>
                <a:gd name="T8" fmla="*/ 0 w 23"/>
                <a:gd name="T9" fmla="*/ 58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0">
                  <a:moveTo>
                    <a:pt x="3" y="38"/>
                  </a:moveTo>
                  <a:cubicBezTo>
                    <a:pt x="4" y="28"/>
                    <a:pt x="11" y="34"/>
                    <a:pt x="17" y="32"/>
                  </a:cubicBezTo>
                  <a:cubicBezTo>
                    <a:pt x="23" y="30"/>
                    <a:pt x="22" y="24"/>
                    <a:pt x="22" y="19"/>
                  </a:cubicBezTo>
                  <a:cubicBezTo>
                    <a:pt x="21" y="10"/>
                    <a:pt x="14" y="4"/>
                    <a:pt x="6" y="0"/>
                  </a:cubicBezTo>
                  <a:cubicBezTo>
                    <a:pt x="1" y="11"/>
                    <a:pt x="1" y="27"/>
                    <a:pt x="0" y="4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3" name="Freeform 1376">
              <a:extLst>
                <a:ext uri="{FF2B5EF4-FFF2-40B4-BE49-F238E27FC236}">
                  <a16:creationId xmlns:a16="http://schemas.microsoft.com/office/drawing/2014/main" id="{32C1252B-FB10-4E05-8377-2BE34412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123"/>
              <a:ext cx="175" cy="111"/>
            </a:xfrm>
            <a:custGeom>
              <a:avLst/>
              <a:gdLst>
                <a:gd name="T0" fmla="*/ 147 w 76"/>
                <a:gd name="T1" fmla="*/ 195 h 45"/>
                <a:gd name="T2" fmla="*/ 355 w 76"/>
                <a:gd name="T3" fmla="*/ 377 h 45"/>
                <a:gd name="T4" fmla="*/ 513 w 76"/>
                <a:gd name="T5" fmla="*/ 461 h 45"/>
                <a:gd name="T6" fmla="*/ 900 w 76"/>
                <a:gd name="T7" fmla="*/ 676 h 45"/>
                <a:gd name="T8" fmla="*/ 880 w 76"/>
                <a:gd name="T9" fmla="*/ 407 h 45"/>
                <a:gd name="T10" fmla="*/ 684 w 76"/>
                <a:gd name="T11" fmla="*/ 377 h 45"/>
                <a:gd name="T12" fmla="*/ 537 w 76"/>
                <a:gd name="T13" fmla="*/ 212 h 45"/>
                <a:gd name="T14" fmla="*/ 292 w 76"/>
                <a:gd name="T15" fmla="*/ 104 h 45"/>
                <a:gd name="T16" fmla="*/ 0 w 76"/>
                <a:gd name="T17" fmla="*/ 62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45">
                  <a:moveTo>
                    <a:pt x="12" y="13"/>
                  </a:moveTo>
                  <a:cubicBezTo>
                    <a:pt x="18" y="16"/>
                    <a:pt x="23" y="21"/>
                    <a:pt x="29" y="25"/>
                  </a:cubicBezTo>
                  <a:cubicBezTo>
                    <a:pt x="33" y="27"/>
                    <a:pt x="38" y="29"/>
                    <a:pt x="42" y="31"/>
                  </a:cubicBezTo>
                  <a:cubicBezTo>
                    <a:pt x="53" y="35"/>
                    <a:pt x="65" y="38"/>
                    <a:pt x="74" y="45"/>
                  </a:cubicBezTo>
                  <a:cubicBezTo>
                    <a:pt x="76" y="41"/>
                    <a:pt x="74" y="30"/>
                    <a:pt x="72" y="27"/>
                  </a:cubicBezTo>
                  <a:cubicBezTo>
                    <a:pt x="67" y="21"/>
                    <a:pt x="63" y="26"/>
                    <a:pt x="56" y="25"/>
                  </a:cubicBezTo>
                  <a:cubicBezTo>
                    <a:pt x="49" y="24"/>
                    <a:pt x="48" y="19"/>
                    <a:pt x="44" y="14"/>
                  </a:cubicBezTo>
                  <a:cubicBezTo>
                    <a:pt x="39" y="16"/>
                    <a:pt x="29" y="9"/>
                    <a:pt x="24" y="7"/>
                  </a:cubicBezTo>
                  <a:cubicBezTo>
                    <a:pt x="17" y="4"/>
                    <a:pt x="7" y="0"/>
                    <a:pt x="0" y="4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4" name="Freeform 1377">
              <a:extLst>
                <a:ext uri="{FF2B5EF4-FFF2-40B4-BE49-F238E27FC236}">
                  <a16:creationId xmlns:a16="http://schemas.microsoft.com/office/drawing/2014/main" id="{C487407E-EA26-4316-B90A-19732B0E5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214"/>
              <a:ext cx="81" cy="106"/>
            </a:xfrm>
            <a:custGeom>
              <a:avLst/>
              <a:gdLst>
                <a:gd name="T0" fmla="*/ 12 w 35"/>
                <a:gd name="T1" fmla="*/ 62 h 43"/>
                <a:gd name="T2" fmla="*/ 134 w 35"/>
                <a:gd name="T3" fmla="*/ 224 h 43"/>
                <a:gd name="T4" fmla="*/ 310 w 35"/>
                <a:gd name="T5" fmla="*/ 328 h 43"/>
                <a:gd name="T6" fmla="*/ 424 w 35"/>
                <a:gd name="T7" fmla="*/ 449 h 43"/>
                <a:gd name="T8" fmla="*/ 224 w 35"/>
                <a:gd name="T9" fmla="*/ 643 h 43"/>
                <a:gd name="T10" fmla="*/ 102 w 35"/>
                <a:gd name="T11" fmla="*/ 419 h 43"/>
                <a:gd name="T12" fmla="*/ 28 w 35"/>
                <a:gd name="T13" fmla="*/ 16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3">
                  <a:moveTo>
                    <a:pt x="1" y="4"/>
                  </a:moveTo>
                  <a:cubicBezTo>
                    <a:pt x="8" y="0"/>
                    <a:pt x="8" y="12"/>
                    <a:pt x="11" y="15"/>
                  </a:cubicBezTo>
                  <a:cubicBezTo>
                    <a:pt x="16" y="19"/>
                    <a:pt x="22" y="15"/>
                    <a:pt x="25" y="22"/>
                  </a:cubicBezTo>
                  <a:cubicBezTo>
                    <a:pt x="31" y="16"/>
                    <a:pt x="35" y="23"/>
                    <a:pt x="34" y="30"/>
                  </a:cubicBezTo>
                  <a:cubicBezTo>
                    <a:pt x="20" y="25"/>
                    <a:pt x="25" y="36"/>
                    <a:pt x="18" y="43"/>
                  </a:cubicBezTo>
                  <a:cubicBezTo>
                    <a:pt x="11" y="40"/>
                    <a:pt x="10" y="34"/>
                    <a:pt x="8" y="28"/>
                  </a:cubicBezTo>
                  <a:cubicBezTo>
                    <a:pt x="6" y="23"/>
                    <a:pt x="0" y="16"/>
                    <a:pt x="2" y="1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5" name="Freeform 1378">
              <a:extLst>
                <a:ext uri="{FF2B5EF4-FFF2-40B4-BE49-F238E27FC236}">
                  <a16:creationId xmlns:a16="http://schemas.microsoft.com/office/drawing/2014/main" id="{9FA95CF8-1982-4342-BC89-3DBC89DB7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327"/>
              <a:ext cx="43" cy="86"/>
            </a:xfrm>
            <a:custGeom>
              <a:avLst/>
              <a:gdLst>
                <a:gd name="T0" fmla="*/ 183 w 19"/>
                <a:gd name="T1" fmla="*/ 194 h 35"/>
                <a:gd name="T2" fmla="*/ 72 w 19"/>
                <a:gd name="T3" fmla="*/ 315 h 35"/>
                <a:gd name="T4" fmla="*/ 220 w 19"/>
                <a:gd name="T5" fmla="*/ 518 h 35"/>
                <a:gd name="T6" fmla="*/ 36 w 19"/>
                <a:gd name="T7" fmla="*/ 369 h 35"/>
                <a:gd name="T8" fmla="*/ 25 w 19"/>
                <a:gd name="T9" fmla="*/ 194 h 35"/>
                <a:gd name="T10" fmla="*/ 118 w 19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5">
                  <a:moveTo>
                    <a:pt x="16" y="13"/>
                  </a:moveTo>
                  <a:cubicBezTo>
                    <a:pt x="11" y="5"/>
                    <a:pt x="7" y="17"/>
                    <a:pt x="6" y="21"/>
                  </a:cubicBezTo>
                  <a:cubicBezTo>
                    <a:pt x="10" y="23"/>
                    <a:pt x="19" y="31"/>
                    <a:pt x="19" y="35"/>
                  </a:cubicBezTo>
                  <a:cubicBezTo>
                    <a:pt x="14" y="35"/>
                    <a:pt x="6" y="29"/>
                    <a:pt x="3" y="25"/>
                  </a:cubicBezTo>
                  <a:cubicBezTo>
                    <a:pt x="0" y="21"/>
                    <a:pt x="0" y="20"/>
                    <a:pt x="2" y="13"/>
                  </a:cubicBezTo>
                  <a:cubicBezTo>
                    <a:pt x="3" y="8"/>
                    <a:pt x="4" y="0"/>
                    <a:pt x="10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6" name="Freeform 1379">
              <a:extLst>
                <a:ext uri="{FF2B5EF4-FFF2-40B4-BE49-F238E27FC236}">
                  <a16:creationId xmlns:a16="http://schemas.microsoft.com/office/drawing/2014/main" id="{32874E84-2241-404B-99DC-75DFBFEF9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376"/>
              <a:ext cx="26" cy="56"/>
            </a:xfrm>
            <a:custGeom>
              <a:avLst/>
              <a:gdLst>
                <a:gd name="T0" fmla="*/ 66 w 11"/>
                <a:gd name="T1" fmla="*/ 71 h 23"/>
                <a:gd name="T2" fmla="*/ 50 w 11"/>
                <a:gd name="T3" fmla="*/ 331 h 23"/>
                <a:gd name="T4" fmla="*/ 144 w 11"/>
                <a:gd name="T5" fmla="*/ 243 h 23"/>
                <a:gd name="T6" fmla="*/ 135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5" y="5"/>
                  </a:moveTo>
                  <a:cubicBezTo>
                    <a:pt x="1" y="8"/>
                    <a:pt x="0" y="20"/>
                    <a:pt x="4" y="23"/>
                  </a:cubicBezTo>
                  <a:cubicBezTo>
                    <a:pt x="7" y="22"/>
                    <a:pt x="9" y="20"/>
                    <a:pt x="11" y="17"/>
                  </a:cubicBezTo>
                  <a:cubicBezTo>
                    <a:pt x="6" y="14"/>
                    <a:pt x="6" y="4"/>
                    <a:pt x="10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7" name="Freeform 1380">
              <a:extLst>
                <a:ext uri="{FF2B5EF4-FFF2-40B4-BE49-F238E27FC236}">
                  <a16:creationId xmlns:a16="http://schemas.microsoft.com/office/drawing/2014/main" id="{042C2FF6-879A-4783-9C29-C796DF7E8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423"/>
              <a:ext cx="87" cy="164"/>
            </a:xfrm>
            <a:custGeom>
              <a:avLst/>
              <a:gdLst>
                <a:gd name="T0" fmla="*/ 224 w 38"/>
                <a:gd name="T1" fmla="*/ 132 h 67"/>
                <a:gd name="T2" fmla="*/ 215 w 38"/>
                <a:gd name="T3" fmla="*/ 103 h 67"/>
                <a:gd name="T4" fmla="*/ 252 w 38"/>
                <a:gd name="T5" fmla="*/ 940 h 67"/>
                <a:gd name="T6" fmla="*/ 121 w 38"/>
                <a:gd name="T7" fmla="*/ 862 h 67"/>
                <a:gd name="T8" fmla="*/ 142 w 38"/>
                <a:gd name="T9" fmla="*/ 688 h 67"/>
                <a:gd name="T10" fmla="*/ 110 w 38"/>
                <a:gd name="T11" fmla="*/ 414 h 67"/>
                <a:gd name="T12" fmla="*/ 204 w 38"/>
                <a:gd name="T13" fmla="*/ 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67">
                  <a:moveTo>
                    <a:pt x="19" y="9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0" y="9"/>
                    <a:pt x="38" y="55"/>
                    <a:pt x="21" y="64"/>
                  </a:cubicBezTo>
                  <a:cubicBezTo>
                    <a:pt x="16" y="67"/>
                    <a:pt x="12" y="64"/>
                    <a:pt x="10" y="59"/>
                  </a:cubicBezTo>
                  <a:cubicBezTo>
                    <a:pt x="9" y="55"/>
                    <a:pt x="12" y="51"/>
                    <a:pt x="12" y="47"/>
                  </a:cubicBezTo>
                  <a:cubicBezTo>
                    <a:pt x="12" y="41"/>
                    <a:pt x="10" y="34"/>
                    <a:pt x="9" y="28"/>
                  </a:cubicBezTo>
                  <a:cubicBezTo>
                    <a:pt x="6" y="15"/>
                    <a:pt x="1" y="3"/>
                    <a:pt x="17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8" name="Freeform 1381">
              <a:extLst>
                <a:ext uri="{FF2B5EF4-FFF2-40B4-BE49-F238E27FC236}">
                  <a16:creationId xmlns:a16="http://schemas.microsoft.com/office/drawing/2014/main" id="{6273AAF9-30FC-4412-92D8-AB2EBC759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317"/>
              <a:ext cx="81" cy="226"/>
            </a:xfrm>
            <a:custGeom>
              <a:avLst/>
              <a:gdLst>
                <a:gd name="T0" fmla="*/ 236 w 35"/>
                <a:gd name="T1" fmla="*/ 1214 h 92"/>
                <a:gd name="T2" fmla="*/ 424 w 35"/>
                <a:gd name="T3" fmla="*/ 1189 h 92"/>
                <a:gd name="T4" fmla="*/ 347 w 35"/>
                <a:gd name="T5" fmla="*/ 916 h 92"/>
                <a:gd name="T6" fmla="*/ 187 w 35"/>
                <a:gd name="T7" fmla="*/ 368 h 92"/>
                <a:gd name="T8" fmla="*/ 150 w 35"/>
                <a:gd name="T9" fmla="*/ 0 h 92"/>
                <a:gd name="T10" fmla="*/ 49 w 35"/>
                <a:gd name="T11" fmla="*/ 418 h 92"/>
                <a:gd name="T12" fmla="*/ 224 w 35"/>
                <a:gd name="T13" fmla="*/ 948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92">
                  <a:moveTo>
                    <a:pt x="19" y="82"/>
                  </a:moveTo>
                  <a:cubicBezTo>
                    <a:pt x="22" y="92"/>
                    <a:pt x="33" y="88"/>
                    <a:pt x="34" y="80"/>
                  </a:cubicBezTo>
                  <a:cubicBezTo>
                    <a:pt x="35" y="73"/>
                    <a:pt x="31" y="67"/>
                    <a:pt x="28" y="62"/>
                  </a:cubicBezTo>
                  <a:cubicBezTo>
                    <a:pt x="23" y="50"/>
                    <a:pt x="17" y="38"/>
                    <a:pt x="15" y="25"/>
                  </a:cubicBezTo>
                  <a:cubicBezTo>
                    <a:pt x="14" y="18"/>
                    <a:pt x="26" y="0"/>
                    <a:pt x="12" y="0"/>
                  </a:cubicBezTo>
                  <a:cubicBezTo>
                    <a:pt x="0" y="1"/>
                    <a:pt x="1" y="20"/>
                    <a:pt x="4" y="28"/>
                  </a:cubicBezTo>
                  <a:cubicBezTo>
                    <a:pt x="9" y="40"/>
                    <a:pt x="16" y="51"/>
                    <a:pt x="18" y="64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9" name="Freeform 1382">
              <a:extLst>
                <a:ext uri="{FF2B5EF4-FFF2-40B4-BE49-F238E27FC236}">
                  <a16:creationId xmlns:a16="http://schemas.microsoft.com/office/drawing/2014/main" id="{BD4EC206-CA65-4471-8711-75AEFA492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496"/>
              <a:ext cx="69" cy="159"/>
            </a:xfrm>
            <a:custGeom>
              <a:avLst/>
              <a:gdLst>
                <a:gd name="T0" fmla="*/ 269 w 30"/>
                <a:gd name="T1" fmla="*/ 203 h 65"/>
                <a:gd name="T2" fmla="*/ 186 w 30"/>
                <a:gd name="T3" fmla="*/ 161 h 65"/>
                <a:gd name="T4" fmla="*/ 244 w 30"/>
                <a:gd name="T5" fmla="*/ 394 h 65"/>
                <a:gd name="T6" fmla="*/ 354 w 30"/>
                <a:gd name="T7" fmla="*/ 807 h 65"/>
                <a:gd name="T8" fmla="*/ 329 w 30"/>
                <a:gd name="T9" fmla="*/ 890 h 65"/>
                <a:gd name="T10" fmla="*/ 186 w 30"/>
                <a:gd name="T11" fmla="*/ 729 h 65"/>
                <a:gd name="T12" fmla="*/ 94 w 30"/>
                <a:gd name="T13" fmla="*/ 0 h 65"/>
                <a:gd name="T14" fmla="*/ 122 w 30"/>
                <a:gd name="T15" fmla="*/ 12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65">
                  <a:moveTo>
                    <a:pt x="22" y="14"/>
                  </a:moveTo>
                  <a:cubicBezTo>
                    <a:pt x="21" y="12"/>
                    <a:pt x="17" y="9"/>
                    <a:pt x="15" y="11"/>
                  </a:cubicBezTo>
                  <a:cubicBezTo>
                    <a:pt x="13" y="13"/>
                    <a:pt x="19" y="25"/>
                    <a:pt x="20" y="27"/>
                  </a:cubicBezTo>
                  <a:cubicBezTo>
                    <a:pt x="23" y="36"/>
                    <a:pt x="30" y="45"/>
                    <a:pt x="29" y="55"/>
                  </a:cubicBezTo>
                  <a:cubicBezTo>
                    <a:pt x="29" y="58"/>
                    <a:pt x="29" y="60"/>
                    <a:pt x="27" y="61"/>
                  </a:cubicBezTo>
                  <a:cubicBezTo>
                    <a:pt x="20" y="65"/>
                    <a:pt x="16" y="54"/>
                    <a:pt x="15" y="50"/>
                  </a:cubicBezTo>
                  <a:cubicBezTo>
                    <a:pt x="11" y="39"/>
                    <a:pt x="0" y="11"/>
                    <a:pt x="8" y="0"/>
                  </a:cubicBezTo>
                  <a:cubicBezTo>
                    <a:pt x="9" y="0"/>
                    <a:pt x="10" y="1"/>
                    <a:pt x="10" y="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0" name="Freeform 1383">
              <a:extLst>
                <a:ext uri="{FF2B5EF4-FFF2-40B4-BE49-F238E27FC236}">
                  <a16:creationId xmlns:a16="http://schemas.microsoft.com/office/drawing/2014/main" id="{43F18477-A60F-4DD2-AE82-A30B9B089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518"/>
              <a:ext cx="92" cy="277"/>
            </a:xfrm>
            <a:custGeom>
              <a:avLst/>
              <a:gdLst>
                <a:gd name="T0" fmla="*/ 439 w 40"/>
                <a:gd name="T1" fmla="*/ 355 h 113"/>
                <a:gd name="T2" fmla="*/ 122 w 40"/>
                <a:gd name="T3" fmla="*/ 588 h 113"/>
                <a:gd name="T4" fmla="*/ 301 w 40"/>
                <a:gd name="T5" fmla="*/ 1047 h 113"/>
                <a:gd name="T6" fmla="*/ 460 w 40"/>
                <a:gd name="T7" fmla="*/ 1383 h 113"/>
                <a:gd name="T8" fmla="*/ 338 w 40"/>
                <a:gd name="T9" fmla="*/ 1544 h 113"/>
                <a:gd name="T10" fmla="*/ 170 w 40"/>
                <a:gd name="T11" fmla="*/ 1177 h 113"/>
                <a:gd name="T12" fmla="*/ 48 w 40"/>
                <a:gd name="T13" fmla="*/ 794 h 113"/>
                <a:gd name="T14" fmla="*/ 110 w 40"/>
                <a:gd name="T15" fmla="*/ 324 h 113"/>
                <a:gd name="T16" fmla="*/ 448 w 40"/>
                <a:gd name="T17" fmla="*/ 191 h 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13">
                  <a:moveTo>
                    <a:pt x="36" y="24"/>
                  </a:moveTo>
                  <a:cubicBezTo>
                    <a:pt x="25" y="9"/>
                    <a:pt x="8" y="27"/>
                    <a:pt x="10" y="40"/>
                  </a:cubicBezTo>
                  <a:cubicBezTo>
                    <a:pt x="11" y="50"/>
                    <a:pt x="20" y="63"/>
                    <a:pt x="25" y="71"/>
                  </a:cubicBezTo>
                  <a:cubicBezTo>
                    <a:pt x="30" y="78"/>
                    <a:pt x="35" y="85"/>
                    <a:pt x="38" y="94"/>
                  </a:cubicBezTo>
                  <a:cubicBezTo>
                    <a:pt x="40" y="102"/>
                    <a:pt x="37" y="113"/>
                    <a:pt x="28" y="105"/>
                  </a:cubicBezTo>
                  <a:cubicBezTo>
                    <a:pt x="21" y="99"/>
                    <a:pt x="17" y="88"/>
                    <a:pt x="14" y="80"/>
                  </a:cubicBezTo>
                  <a:cubicBezTo>
                    <a:pt x="10" y="72"/>
                    <a:pt x="6" y="63"/>
                    <a:pt x="4" y="54"/>
                  </a:cubicBezTo>
                  <a:cubicBezTo>
                    <a:pt x="1" y="41"/>
                    <a:pt x="0" y="33"/>
                    <a:pt x="9" y="22"/>
                  </a:cubicBezTo>
                  <a:cubicBezTo>
                    <a:pt x="15" y="15"/>
                    <a:pt x="30" y="0"/>
                    <a:pt x="37" y="13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1" name="Freeform 1384">
              <a:extLst>
                <a:ext uri="{FF2B5EF4-FFF2-40B4-BE49-F238E27FC236}">
                  <a16:creationId xmlns:a16="http://schemas.microsoft.com/office/drawing/2014/main" id="{FD278858-9519-47C4-8CBC-49D9E51EA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700"/>
              <a:ext cx="122" cy="213"/>
            </a:xfrm>
            <a:custGeom>
              <a:avLst/>
              <a:gdLst>
                <a:gd name="T0" fmla="*/ 476 w 53"/>
                <a:gd name="T1" fmla="*/ 497 h 87"/>
                <a:gd name="T2" fmla="*/ 292 w 53"/>
                <a:gd name="T3" fmla="*/ 323 h 87"/>
                <a:gd name="T4" fmla="*/ 196 w 53"/>
                <a:gd name="T5" fmla="*/ 353 h 87"/>
                <a:gd name="T6" fmla="*/ 329 w 53"/>
                <a:gd name="T7" fmla="*/ 588 h 87"/>
                <a:gd name="T8" fmla="*/ 497 w 53"/>
                <a:gd name="T9" fmla="*/ 864 h 87"/>
                <a:gd name="T10" fmla="*/ 525 w 53"/>
                <a:gd name="T11" fmla="*/ 1217 h 87"/>
                <a:gd name="T12" fmla="*/ 207 w 53"/>
                <a:gd name="T13" fmla="*/ 779 h 87"/>
                <a:gd name="T14" fmla="*/ 253 w 53"/>
                <a:gd name="T15" fmla="*/ 0 h 87"/>
                <a:gd name="T16" fmla="*/ 308 w 53"/>
                <a:gd name="T17" fmla="*/ 91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87">
                  <a:moveTo>
                    <a:pt x="39" y="34"/>
                  </a:moveTo>
                  <a:cubicBezTo>
                    <a:pt x="29" y="36"/>
                    <a:pt x="30" y="26"/>
                    <a:pt x="24" y="22"/>
                  </a:cubicBezTo>
                  <a:cubicBezTo>
                    <a:pt x="20" y="19"/>
                    <a:pt x="17" y="19"/>
                    <a:pt x="16" y="24"/>
                  </a:cubicBezTo>
                  <a:cubicBezTo>
                    <a:pt x="16" y="28"/>
                    <a:pt x="24" y="37"/>
                    <a:pt x="27" y="40"/>
                  </a:cubicBezTo>
                  <a:cubicBezTo>
                    <a:pt x="32" y="47"/>
                    <a:pt x="36" y="52"/>
                    <a:pt x="41" y="59"/>
                  </a:cubicBezTo>
                  <a:cubicBezTo>
                    <a:pt x="44" y="64"/>
                    <a:pt x="53" y="79"/>
                    <a:pt x="43" y="83"/>
                  </a:cubicBezTo>
                  <a:cubicBezTo>
                    <a:pt x="33" y="87"/>
                    <a:pt x="21" y="60"/>
                    <a:pt x="17" y="53"/>
                  </a:cubicBezTo>
                  <a:cubicBezTo>
                    <a:pt x="5" y="34"/>
                    <a:pt x="0" y="14"/>
                    <a:pt x="21" y="0"/>
                  </a:cubicBezTo>
                  <a:cubicBezTo>
                    <a:pt x="23" y="2"/>
                    <a:pt x="24" y="4"/>
                    <a:pt x="25" y="6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2" name="Freeform 1385">
              <a:extLst>
                <a:ext uri="{FF2B5EF4-FFF2-40B4-BE49-F238E27FC236}">
                  <a16:creationId xmlns:a16="http://schemas.microsoft.com/office/drawing/2014/main" id="{27C39D84-B0C1-499E-B2F3-969BF7B24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861"/>
              <a:ext cx="106" cy="231"/>
            </a:xfrm>
            <a:custGeom>
              <a:avLst/>
              <a:gdLst>
                <a:gd name="T0" fmla="*/ 346 w 46"/>
                <a:gd name="T1" fmla="*/ 224 h 94"/>
                <a:gd name="T2" fmla="*/ 244 w 46"/>
                <a:gd name="T3" fmla="*/ 194 h 94"/>
                <a:gd name="T4" fmla="*/ 346 w 46"/>
                <a:gd name="T5" fmla="*/ 754 h 94"/>
                <a:gd name="T6" fmla="*/ 489 w 46"/>
                <a:gd name="T7" fmla="*/ 907 h 94"/>
                <a:gd name="T8" fmla="*/ 537 w 46"/>
                <a:gd name="T9" fmla="*/ 1219 h 94"/>
                <a:gd name="T10" fmla="*/ 403 w 46"/>
                <a:gd name="T11" fmla="*/ 1305 h 94"/>
                <a:gd name="T12" fmla="*/ 196 w 46"/>
                <a:gd name="T13" fmla="*/ 863 h 94"/>
                <a:gd name="T14" fmla="*/ 196 w 46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94">
                  <a:moveTo>
                    <a:pt x="28" y="15"/>
                  </a:moveTo>
                  <a:cubicBezTo>
                    <a:pt x="25" y="14"/>
                    <a:pt x="22" y="15"/>
                    <a:pt x="20" y="13"/>
                  </a:cubicBezTo>
                  <a:cubicBezTo>
                    <a:pt x="13" y="20"/>
                    <a:pt x="24" y="44"/>
                    <a:pt x="28" y="51"/>
                  </a:cubicBezTo>
                  <a:cubicBezTo>
                    <a:pt x="31" y="56"/>
                    <a:pt x="37" y="56"/>
                    <a:pt x="40" y="61"/>
                  </a:cubicBezTo>
                  <a:cubicBezTo>
                    <a:pt x="44" y="66"/>
                    <a:pt x="46" y="77"/>
                    <a:pt x="44" y="82"/>
                  </a:cubicBezTo>
                  <a:cubicBezTo>
                    <a:pt x="43" y="89"/>
                    <a:pt x="39" y="94"/>
                    <a:pt x="33" y="88"/>
                  </a:cubicBezTo>
                  <a:cubicBezTo>
                    <a:pt x="26" y="81"/>
                    <a:pt x="19" y="67"/>
                    <a:pt x="16" y="58"/>
                  </a:cubicBezTo>
                  <a:cubicBezTo>
                    <a:pt x="9" y="40"/>
                    <a:pt x="0" y="13"/>
                    <a:pt x="16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3" name="Freeform 1386">
              <a:extLst>
                <a:ext uri="{FF2B5EF4-FFF2-40B4-BE49-F238E27FC236}">
                  <a16:creationId xmlns:a16="http://schemas.microsoft.com/office/drawing/2014/main" id="{066D3BC3-A79F-486C-8BE6-FBF93DDAC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575"/>
              <a:ext cx="60" cy="156"/>
            </a:xfrm>
            <a:custGeom>
              <a:avLst/>
              <a:gdLst>
                <a:gd name="T0" fmla="*/ 318 w 26"/>
                <a:gd name="T1" fmla="*/ 422 h 64"/>
                <a:gd name="T2" fmla="*/ 150 w 26"/>
                <a:gd name="T3" fmla="*/ 463 h 64"/>
                <a:gd name="T4" fmla="*/ 235 w 26"/>
                <a:gd name="T5" fmla="*/ 926 h 64"/>
                <a:gd name="T6" fmla="*/ 37 w 26"/>
                <a:gd name="T7" fmla="*/ 351 h 64"/>
                <a:gd name="T8" fmla="*/ 48 w 26"/>
                <a:gd name="T9" fmla="*/ 59 h 64"/>
                <a:gd name="T10" fmla="*/ 150 w 26"/>
                <a:gd name="T11" fmla="*/ 9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4">
                  <a:moveTo>
                    <a:pt x="26" y="29"/>
                  </a:moveTo>
                  <a:cubicBezTo>
                    <a:pt x="19" y="28"/>
                    <a:pt x="10" y="14"/>
                    <a:pt x="12" y="32"/>
                  </a:cubicBezTo>
                  <a:cubicBezTo>
                    <a:pt x="14" y="42"/>
                    <a:pt x="20" y="53"/>
                    <a:pt x="19" y="64"/>
                  </a:cubicBezTo>
                  <a:cubicBezTo>
                    <a:pt x="7" y="60"/>
                    <a:pt x="5" y="35"/>
                    <a:pt x="3" y="24"/>
                  </a:cubicBezTo>
                  <a:cubicBezTo>
                    <a:pt x="2" y="20"/>
                    <a:pt x="0" y="7"/>
                    <a:pt x="4" y="4"/>
                  </a:cubicBezTo>
                  <a:cubicBezTo>
                    <a:pt x="8" y="0"/>
                    <a:pt x="10" y="6"/>
                    <a:pt x="12" y="6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4" name="Freeform 1387">
              <a:extLst>
                <a:ext uri="{FF2B5EF4-FFF2-40B4-BE49-F238E27FC236}">
                  <a16:creationId xmlns:a16="http://schemas.microsoft.com/office/drawing/2014/main" id="{B126A696-A14E-4FBD-A7A8-9D4AC7F04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459"/>
              <a:ext cx="57" cy="130"/>
            </a:xfrm>
            <a:custGeom>
              <a:avLst/>
              <a:gdLst>
                <a:gd name="T0" fmla="*/ 296 w 25"/>
                <a:gd name="T1" fmla="*/ 314 h 53"/>
                <a:gd name="T2" fmla="*/ 178 w 25"/>
                <a:gd name="T3" fmla="*/ 356 h 53"/>
                <a:gd name="T4" fmla="*/ 155 w 25"/>
                <a:gd name="T5" fmla="*/ 782 h 53"/>
                <a:gd name="T6" fmla="*/ 203 w 25"/>
                <a:gd name="T7" fmla="*/ 0 h 53"/>
                <a:gd name="T8" fmla="*/ 271 w 25"/>
                <a:gd name="T9" fmla="*/ 15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3">
                  <a:moveTo>
                    <a:pt x="25" y="21"/>
                  </a:moveTo>
                  <a:cubicBezTo>
                    <a:pt x="19" y="13"/>
                    <a:pt x="16" y="13"/>
                    <a:pt x="15" y="24"/>
                  </a:cubicBezTo>
                  <a:cubicBezTo>
                    <a:pt x="15" y="33"/>
                    <a:pt x="19" y="46"/>
                    <a:pt x="13" y="53"/>
                  </a:cubicBezTo>
                  <a:cubicBezTo>
                    <a:pt x="0" y="45"/>
                    <a:pt x="6" y="9"/>
                    <a:pt x="17" y="0"/>
                  </a:cubicBezTo>
                  <a:cubicBezTo>
                    <a:pt x="19" y="3"/>
                    <a:pt x="20" y="7"/>
                    <a:pt x="23" y="1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5" name="Freeform 1388">
              <a:extLst>
                <a:ext uri="{FF2B5EF4-FFF2-40B4-BE49-F238E27FC236}">
                  <a16:creationId xmlns:a16="http://schemas.microsoft.com/office/drawing/2014/main" id="{A456132C-40C8-4F3F-8D43-1C619766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347"/>
              <a:ext cx="120" cy="196"/>
            </a:xfrm>
            <a:custGeom>
              <a:avLst/>
              <a:gdLst>
                <a:gd name="T0" fmla="*/ 0 w 52"/>
                <a:gd name="T1" fmla="*/ 0 h 80"/>
                <a:gd name="T2" fmla="*/ 224 w 52"/>
                <a:gd name="T3" fmla="*/ 468 h 80"/>
                <a:gd name="T4" fmla="*/ 415 w 52"/>
                <a:gd name="T5" fmla="*/ 853 h 80"/>
                <a:gd name="T6" fmla="*/ 554 w 52"/>
                <a:gd name="T7" fmla="*/ 823 h 80"/>
                <a:gd name="T8" fmla="*/ 480 w 52"/>
                <a:gd name="T9" fmla="*/ 1105 h 80"/>
                <a:gd name="T10" fmla="*/ 256 w 52"/>
                <a:gd name="T11" fmla="*/ 924 h 80"/>
                <a:gd name="T12" fmla="*/ 159 w 52"/>
                <a:gd name="T13" fmla="*/ 662 h 80"/>
                <a:gd name="T14" fmla="*/ 48 w 52"/>
                <a:gd name="T15" fmla="*/ 235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80">
                  <a:moveTo>
                    <a:pt x="0" y="0"/>
                  </a:moveTo>
                  <a:cubicBezTo>
                    <a:pt x="7" y="11"/>
                    <a:pt x="12" y="21"/>
                    <a:pt x="18" y="32"/>
                  </a:cubicBezTo>
                  <a:cubicBezTo>
                    <a:pt x="21" y="39"/>
                    <a:pt x="26" y="57"/>
                    <a:pt x="34" y="58"/>
                  </a:cubicBezTo>
                  <a:cubicBezTo>
                    <a:pt x="38" y="58"/>
                    <a:pt x="42" y="54"/>
                    <a:pt x="45" y="56"/>
                  </a:cubicBezTo>
                  <a:cubicBezTo>
                    <a:pt x="52" y="60"/>
                    <a:pt x="44" y="73"/>
                    <a:pt x="39" y="75"/>
                  </a:cubicBezTo>
                  <a:cubicBezTo>
                    <a:pt x="28" y="80"/>
                    <a:pt x="24" y="72"/>
                    <a:pt x="21" y="63"/>
                  </a:cubicBezTo>
                  <a:cubicBezTo>
                    <a:pt x="18" y="57"/>
                    <a:pt x="15" y="51"/>
                    <a:pt x="13" y="45"/>
                  </a:cubicBezTo>
                  <a:cubicBezTo>
                    <a:pt x="10" y="36"/>
                    <a:pt x="4" y="25"/>
                    <a:pt x="4" y="16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6" name="Freeform 1389">
              <a:extLst>
                <a:ext uri="{FF2B5EF4-FFF2-40B4-BE49-F238E27FC236}">
                  <a16:creationId xmlns:a16="http://schemas.microsoft.com/office/drawing/2014/main" id="{FA1CA136-8300-4426-9893-086FC0BC4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440"/>
              <a:ext cx="41" cy="98"/>
            </a:xfrm>
            <a:custGeom>
              <a:avLst/>
              <a:gdLst>
                <a:gd name="T0" fmla="*/ 0 w 18"/>
                <a:gd name="T1" fmla="*/ 0 h 40"/>
                <a:gd name="T2" fmla="*/ 82 w 18"/>
                <a:gd name="T3" fmla="*/ 174 h 40"/>
                <a:gd name="T4" fmla="*/ 166 w 18"/>
                <a:gd name="T5" fmla="*/ 203 h 40"/>
                <a:gd name="T6" fmla="*/ 155 w 18"/>
                <a:gd name="T7" fmla="*/ 588 h 40"/>
                <a:gd name="T8" fmla="*/ 73 w 18"/>
                <a:gd name="T9" fmla="*/ 38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0">
                  <a:moveTo>
                    <a:pt x="0" y="0"/>
                  </a:moveTo>
                  <a:cubicBezTo>
                    <a:pt x="2" y="4"/>
                    <a:pt x="4" y="9"/>
                    <a:pt x="7" y="12"/>
                  </a:cubicBezTo>
                  <a:cubicBezTo>
                    <a:pt x="9" y="13"/>
                    <a:pt x="13" y="13"/>
                    <a:pt x="14" y="14"/>
                  </a:cubicBezTo>
                  <a:cubicBezTo>
                    <a:pt x="18" y="18"/>
                    <a:pt x="18" y="36"/>
                    <a:pt x="13" y="40"/>
                  </a:cubicBezTo>
                  <a:cubicBezTo>
                    <a:pt x="9" y="36"/>
                    <a:pt x="8" y="30"/>
                    <a:pt x="6" y="26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7" name="Freeform 1390">
              <a:extLst>
                <a:ext uri="{FF2B5EF4-FFF2-40B4-BE49-F238E27FC236}">
                  <a16:creationId xmlns:a16="http://schemas.microsoft.com/office/drawing/2014/main" id="{E0DE07C8-A7D8-4EB5-8D48-C38B3E880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253"/>
              <a:ext cx="55" cy="143"/>
            </a:xfrm>
            <a:custGeom>
              <a:avLst/>
              <a:gdLst>
                <a:gd name="T0" fmla="*/ 0 w 24"/>
                <a:gd name="T1" fmla="*/ 30 h 58"/>
                <a:gd name="T2" fmla="*/ 167 w 24"/>
                <a:gd name="T3" fmla="*/ 481 h 58"/>
                <a:gd name="T4" fmla="*/ 252 w 24"/>
                <a:gd name="T5" fmla="*/ 676 h 58"/>
                <a:gd name="T6" fmla="*/ 94 w 24"/>
                <a:gd name="T7" fmla="*/ 523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8">
                  <a:moveTo>
                    <a:pt x="0" y="2"/>
                  </a:moveTo>
                  <a:cubicBezTo>
                    <a:pt x="6" y="0"/>
                    <a:pt x="10" y="28"/>
                    <a:pt x="14" y="32"/>
                  </a:cubicBezTo>
                  <a:cubicBezTo>
                    <a:pt x="18" y="36"/>
                    <a:pt x="24" y="38"/>
                    <a:pt x="21" y="45"/>
                  </a:cubicBezTo>
                  <a:cubicBezTo>
                    <a:pt x="15" y="58"/>
                    <a:pt x="4" y="45"/>
                    <a:pt x="8" y="35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8" name="Freeform 1391">
              <a:extLst>
                <a:ext uri="{FF2B5EF4-FFF2-40B4-BE49-F238E27FC236}">
                  <a16:creationId xmlns:a16="http://schemas.microsoft.com/office/drawing/2014/main" id="{54FD75AD-1060-4DFF-89AD-E6AB25CC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47"/>
              <a:ext cx="66" cy="139"/>
            </a:xfrm>
            <a:custGeom>
              <a:avLst/>
              <a:gdLst>
                <a:gd name="T0" fmla="*/ 316 w 29"/>
                <a:gd name="T1" fmla="*/ 351 h 57"/>
                <a:gd name="T2" fmla="*/ 155 w 29"/>
                <a:gd name="T3" fmla="*/ 273 h 57"/>
                <a:gd name="T4" fmla="*/ 203 w 29"/>
                <a:gd name="T5" fmla="*/ 827 h 57"/>
                <a:gd name="T6" fmla="*/ 0 w 29"/>
                <a:gd name="T7" fmla="*/ 290 h 57"/>
                <a:gd name="T8" fmla="*/ 259 w 29"/>
                <a:gd name="T9" fmla="*/ 0 h 57"/>
                <a:gd name="T10" fmla="*/ 341 w 29"/>
                <a:gd name="T11" fmla="*/ 202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57">
                  <a:moveTo>
                    <a:pt x="27" y="24"/>
                  </a:moveTo>
                  <a:cubicBezTo>
                    <a:pt x="26" y="16"/>
                    <a:pt x="18" y="12"/>
                    <a:pt x="13" y="19"/>
                  </a:cubicBezTo>
                  <a:cubicBezTo>
                    <a:pt x="4" y="30"/>
                    <a:pt x="21" y="47"/>
                    <a:pt x="17" y="57"/>
                  </a:cubicBezTo>
                  <a:cubicBezTo>
                    <a:pt x="6" y="51"/>
                    <a:pt x="0" y="32"/>
                    <a:pt x="0" y="20"/>
                  </a:cubicBezTo>
                  <a:cubicBezTo>
                    <a:pt x="0" y="5"/>
                    <a:pt x="13" y="9"/>
                    <a:pt x="22" y="0"/>
                  </a:cubicBezTo>
                  <a:cubicBezTo>
                    <a:pt x="25" y="2"/>
                    <a:pt x="29" y="9"/>
                    <a:pt x="29" y="14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9" name="Freeform 1392">
              <a:extLst>
                <a:ext uri="{FF2B5EF4-FFF2-40B4-BE49-F238E27FC236}">
                  <a16:creationId xmlns:a16="http://schemas.microsoft.com/office/drawing/2014/main" id="{30D90906-519D-4551-A5DF-BF553A77C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153"/>
              <a:ext cx="87" cy="164"/>
            </a:xfrm>
            <a:custGeom>
              <a:avLst/>
              <a:gdLst>
                <a:gd name="T0" fmla="*/ 456 w 38"/>
                <a:gd name="T1" fmla="*/ 397 h 67"/>
                <a:gd name="T2" fmla="*/ 195 w 38"/>
                <a:gd name="T3" fmla="*/ 233 h 67"/>
                <a:gd name="T4" fmla="*/ 121 w 38"/>
                <a:gd name="T5" fmla="*/ 426 h 67"/>
                <a:gd name="T6" fmla="*/ 158 w 38"/>
                <a:gd name="T7" fmla="*/ 982 h 67"/>
                <a:gd name="T8" fmla="*/ 11 w 38"/>
                <a:gd name="T9" fmla="*/ 570 h 67"/>
                <a:gd name="T10" fmla="*/ 57 w 38"/>
                <a:gd name="T11" fmla="*/ 162 h 67"/>
                <a:gd name="T12" fmla="*/ 204 w 38"/>
                <a:gd name="T13" fmla="*/ 12 h 67"/>
                <a:gd name="T14" fmla="*/ 314 w 38"/>
                <a:gd name="T15" fmla="*/ 162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67">
                  <a:moveTo>
                    <a:pt x="38" y="27"/>
                  </a:moveTo>
                  <a:cubicBezTo>
                    <a:pt x="33" y="23"/>
                    <a:pt x="23" y="15"/>
                    <a:pt x="16" y="16"/>
                  </a:cubicBezTo>
                  <a:cubicBezTo>
                    <a:pt x="9" y="17"/>
                    <a:pt x="10" y="24"/>
                    <a:pt x="10" y="29"/>
                  </a:cubicBezTo>
                  <a:cubicBezTo>
                    <a:pt x="11" y="42"/>
                    <a:pt x="13" y="54"/>
                    <a:pt x="13" y="67"/>
                  </a:cubicBezTo>
                  <a:cubicBezTo>
                    <a:pt x="3" y="58"/>
                    <a:pt x="0" y="52"/>
                    <a:pt x="1" y="39"/>
                  </a:cubicBezTo>
                  <a:cubicBezTo>
                    <a:pt x="1" y="29"/>
                    <a:pt x="2" y="20"/>
                    <a:pt x="5" y="11"/>
                  </a:cubicBezTo>
                  <a:cubicBezTo>
                    <a:pt x="7" y="6"/>
                    <a:pt x="10" y="0"/>
                    <a:pt x="17" y="1"/>
                  </a:cubicBezTo>
                  <a:cubicBezTo>
                    <a:pt x="21" y="2"/>
                    <a:pt x="23" y="8"/>
                    <a:pt x="26" y="1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0" name="Freeform 1393">
              <a:extLst>
                <a:ext uri="{FF2B5EF4-FFF2-40B4-BE49-F238E27FC236}">
                  <a16:creationId xmlns:a16="http://schemas.microsoft.com/office/drawing/2014/main" id="{EE16208C-D353-4CA5-9AEA-13DD705E7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121"/>
              <a:ext cx="97" cy="86"/>
            </a:xfrm>
            <a:custGeom>
              <a:avLst/>
              <a:gdLst>
                <a:gd name="T0" fmla="*/ 28 w 42"/>
                <a:gd name="T1" fmla="*/ 0 h 35"/>
                <a:gd name="T2" fmla="*/ 406 w 42"/>
                <a:gd name="T3" fmla="*/ 344 h 35"/>
                <a:gd name="T4" fmla="*/ 480 w 42"/>
                <a:gd name="T5" fmla="*/ 398 h 35"/>
                <a:gd name="T6" fmla="*/ 383 w 42"/>
                <a:gd name="T7" fmla="*/ 518 h 35"/>
                <a:gd name="T8" fmla="*/ 171 w 42"/>
                <a:gd name="T9" fmla="*/ 356 h 35"/>
                <a:gd name="T10" fmla="*/ 48 w 42"/>
                <a:gd name="T11" fmla="*/ 13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5">
                  <a:moveTo>
                    <a:pt x="2" y="0"/>
                  </a:moveTo>
                  <a:cubicBezTo>
                    <a:pt x="10" y="11"/>
                    <a:pt x="20" y="18"/>
                    <a:pt x="33" y="23"/>
                  </a:cubicBezTo>
                  <a:cubicBezTo>
                    <a:pt x="36" y="24"/>
                    <a:pt x="38" y="24"/>
                    <a:pt x="39" y="27"/>
                  </a:cubicBezTo>
                  <a:cubicBezTo>
                    <a:pt x="42" y="33"/>
                    <a:pt x="35" y="35"/>
                    <a:pt x="31" y="35"/>
                  </a:cubicBezTo>
                  <a:cubicBezTo>
                    <a:pt x="22" y="35"/>
                    <a:pt x="19" y="30"/>
                    <a:pt x="14" y="24"/>
                  </a:cubicBezTo>
                  <a:cubicBezTo>
                    <a:pt x="9" y="20"/>
                    <a:pt x="0" y="17"/>
                    <a:pt x="4" y="9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1" name="Freeform 1394">
              <a:extLst>
                <a:ext uri="{FF2B5EF4-FFF2-40B4-BE49-F238E27FC236}">
                  <a16:creationId xmlns:a16="http://schemas.microsoft.com/office/drawing/2014/main" id="{23EBF68A-F225-4EB1-9734-712D39764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155"/>
              <a:ext cx="53" cy="69"/>
            </a:xfrm>
            <a:custGeom>
              <a:avLst/>
              <a:gdLst>
                <a:gd name="T0" fmla="*/ 65 w 23"/>
                <a:gd name="T1" fmla="*/ 0 h 28"/>
                <a:gd name="T2" fmla="*/ 281 w 23"/>
                <a:gd name="T3" fmla="*/ 266 h 28"/>
                <a:gd name="T4" fmla="*/ 0 w 23"/>
                <a:gd name="T5" fmla="*/ 256 h 28"/>
                <a:gd name="T6" fmla="*/ 28 w 23"/>
                <a:gd name="T7" fmla="*/ 22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8">
                  <a:moveTo>
                    <a:pt x="5" y="0"/>
                  </a:moveTo>
                  <a:cubicBezTo>
                    <a:pt x="8" y="9"/>
                    <a:pt x="14" y="15"/>
                    <a:pt x="23" y="18"/>
                  </a:cubicBezTo>
                  <a:cubicBezTo>
                    <a:pt x="23" y="28"/>
                    <a:pt x="4" y="20"/>
                    <a:pt x="0" y="17"/>
                  </a:cubicBezTo>
                  <a:cubicBezTo>
                    <a:pt x="1" y="16"/>
                    <a:pt x="1" y="16"/>
                    <a:pt x="2" y="15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2" name="Freeform 1395">
              <a:extLst>
                <a:ext uri="{FF2B5EF4-FFF2-40B4-BE49-F238E27FC236}">
                  <a16:creationId xmlns:a16="http://schemas.microsoft.com/office/drawing/2014/main" id="{AABDE6AE-E70A-4748-B9A1-6CEF352AE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182"/>
              <a:ext cx="73" cy="91"/>
            </a:xfrm>
            <a:custGeom>
              <a:avLst/>
              <a:gdLst>
                <a:gd name="T0" fmla="*/ 48 w 32"/>
                <a:gd name="T1" fmla="*/ 0 h 37"/>
                <a:gd name="T2" fmla="*/ 178 w 32"/>
                <a:gd name="T3" fmla="*/ 224 h 37"/>
                <a:gd name="T4" fmla="*/ 308 w 32"/>
                <a:gd name="T5" fmla="*/ 266 h 37"/>
                <a:gd name="T6" fmla="*/ 297 w 32"/>
                <a:gd name="T7" fmla="*/ 477 h 37"/>
                <a:gd name="T8" fmla="*/ 0 w 32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7">
                  <a:moveTo>
                    <a:pt x="4" y="0"/>
                  </a:moveTo>
                  <a:cubicBezTo>
                    <a:pt x="9" y="4"/>
                    <a:pt x="10" y="10"/>
                    <a:pt x="15" y="15"/>
                  </a:cubicBezTo>
                  <a:cubicBezTo>
                    <a:pt x="20" y="20"/>
                    <a:pt x="21" y="16"/>
                    <a:pt x="26" y="18"/>
                  </a:cubicBezTo>
                  <a:cubicBezTo>
                    <a:pt x="32" y="21"/>
                    <a:pt x="31" y="30"/>
                    <a:pt x="25" y="32"/>
                  </a:cubicBezTo>
                  <a:cubicBezTo>
                    <a:pt x="8" y="37"/>
                    <a:pt x="10" y="5"/>
                    <a:pt x="0" y="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3" name="Freeform 1396">
              <a:extLst>
                <a:ext uri="{FF2B5EF4-FFF2-40B4-BE49-F238E27FC236}">
                  <a16:creationId xmlns:a16="http://schemas.microsoft.com/office/drawing/2014/main" id="{7EDB8A65-98F4-4F5A-9A99-E0E0FA2C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116"/>
              <a:ext cx="78" cy="74"/>
            </a:xfrm>
            <a:custGeom>
              <a:avLst/>
              <a:gdLst>
                <a:gd name="T0" fmla="*/ 25 w 34"/>
                <a:gd name="T1" fmla="*/ 0 h 30"/>
                <a:gd name="T2" fmla="*/ 147 w 34"/>
                <a:gd name="T3" fmla="*/ 165 h 30"/>
                <a:gd name="T4" fmla="*/ 337 w 34"/>
                <a:gd name="T5" fmla="*/ 237 h 30"/>
                <a:gd name="T6" fmla="*/ 362 w 34"/>
                <a:gd name="T7" fmla="*/ 407 h 30"/>
                <a:gd name="T8" fmla="*/ 167 w 34"/>
                <a:gd name="T9" fmla="*/ 419 h 30"/>
                <a:gd name="T10" fmla="*/ 0 w 34"/>
                <a:gd name="T11" fmla="*/ 212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0">
                  <a:moveTo>
                    <a:pt x="2" y="0"/>
                  </a:moveTo>
                  <a:cubicBezTo>
                    <a:pt x="8" y="0"/>
                    <a:pt x="8" y="8"/>
                    <a:pt x="12" y="11"/>
                  </a:cubicBezTo>
                  <a:cubicBezTo>
                    <a:pt x="17" y="15"/>
                    <a:pt x="22" y="14"/>
                    <a:pt x="28" y="16"/>
                  </a:cubicBezTo>
                  <a:cubicBezTo>
                    <a:pt x="31" y="17"/>
                    <a:pt x="34" y="22"/>
                    <a:pt x="30" y="27"/>
                  </a:cubicBezTo>
                  <a:cubicBezTo>
                    <a:pt x="26" y="30"/>
                    <a:pt x="18" y="29"/>
                    <a:pt x="14" y="28"/>
                  </a:cubicBezTo>
                  <a:cubicBezTo>
                    <a:pt x="6" y="25"/>
                    <a:pt x="6" y="16"/>
                    <a:pt x="0" y="14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4" name="Freeform 1397">
              <a:extLst>
                <a:ext uri="{FF2B5EF4-FFF2-40B4-BE49-F238E27FC236}">
                  <a16:creationId xmlns:a16="http://schemas.microsoft.com/office/drawing/2014/main" id="{31199382-5DD8-4AA6-A93A-D4DE6649C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106"/>
              <a:ext cx="95" cy="57"/>
            </a:xfrm>
            <a:custGeom>
              <a:avLst/>
              <a:gdLst>
                <a:gd name="T0" fmla="*/ 273 w 41"/>
                <a:gd name="T1" fmla="*/ 0 h 23"/>
                <a:gd name="T2" fmla="*/ 338 w 41"/>
                <a:gd name="T3" fmla="*/ 124 h 23"/>
                <a:gd name="T4" fmla="*/ 436 w 41"/>
                <a:gd name="T5" fmla="*/ 183 h 23"/>
                <a:gd name="T6" fmla="*/ 0 w 41"/>
                <a:gd name="T7" fmla="*/ 25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3">
                  <a:moveTo>
                    <a:pt x="22" y="0"/>
                  </a:moveTo>
                  <a:cubicBezTo>
                    <a:pt x="24" y="3"/>
                    <a:pt x="24" y="6"/>
                    <a:pt x="27" y="8"/>
                  </a:cubicBezTo>
                  <a:cubicBezTo>
                    <a:pt x="29" y="10"/>
                    <a:pt x="34" y="9"/>
                    <a:pt x="35" y="12"/>
                  </a:cubicBezTo>
                  <a:cubicBezTo>
                    <a:pt x="41" y="23"/>
                    <a:pt x="3" y="17"/>
                    <a:pt x="0" y="17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5" name="Freeform 1398">
              <a:extLst>
                <a:ext uri="{FF2B5EF4-FFF2-40B4-BE49-F238E27FC236}">
                  <a16:creationId xmlns:a16="http://schemas.microsoft.com/office/drawing/2014/main" id="{8356B468-54D6-4E60-8006-DC0E503BA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425"/>
              <a:ext cx="464" cy="463"/>
            </a:xfrm>
            <a:custGeom>
              <a:avLst/>
              <a:gdLst>
                <a:gd name="T0" fmla="*/ 122 w 202"/>
                <a:gd name="T1" fmla="*/ 0 h 189"/>
                <a:gd name="T2" fmla="*/ 2449 w 202"/>
                <a:gd name="T3" fmla="*/ 2778 h 189"/>
                <a:gd name="T4" fmla="*/ 1941 w 202"/>
                <a:gd name="T5" fmla="*/ 2413 h 189"/>
                <a:gd name="T6" fmla="*/ 1403 w 202"/>
                <a:gd name="T7" fmla="*/ 2046 h 189"/>
                <a:gd name="T8" fmla="*/ 1114 w 202"/>
                <a:gd name="T9" fmla="*/ 1896 h 189"/>
                <a:gd name="T10" fmla="*/ 923 w 202"/>
                <a:gd name="T11" fmla="*/ 1117 h 189"/>
                <a:gd name="T12" fmla="*/ 253 w 202"/>
                <a:gd name="T13" fmla="*/ 235 h 189"/>
                <a:gd name="T14" fmla="*/ 0 w 202"/>
                <a:gd name="T15" fmla="*/ 282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2" h="189">
                  <a:moveTo>
                    <a:pt x="10" y="0"/>
                  </a:moveTo>
                  <a:cubicBezTo>
                    <a:pt x="25" y="13"/>
                    <a:pt x="202" y="189"/>
                    <a:pt x="202" y="189"/>
                  </a:cubicBezTo>
                  <a:cubicBezTo>
                    <a:pt x="188" y="182"/>
                    <a:pt x="177" y="175"/>
                    <a:pt x="160" y="164"/>
                  </a:cubicBezTo>
                  <a:cubicBezTo>
                    <a:pt x="143" y="153"/>
                    <a:pt x="136" y="150"/>
                    <a:pt x="116" y="139"/>
                  </a:cubicBezTo>
                  <a:cubicBezTo>
                    <a:pt x="97" y="129"/>
                    <a:pt x="97" y="125"/>
                    <a:pt x="92" y="129"/>
                  </a:cubicBezTo>
                  <a:cubicBezTo>
                    <a:pt x="87" y="133"/>
                    <a:pt x="110" y="124"/>
                    <a:pt x="76" y="76"/>
                  </a:cubicBezTo>
                  <a:cubicBezTo>
                    <a:pt x="60" y="55"/>
                    <a:pt x="30" y="22"/>
                    <a:pt x="21" y="16"/>
                  </a:cubicBezTo>
                  <a:cubicBezTo>
                    <a:pt x="10" y="10"/>
                    <a:pt x="0" y="19"/>
                    <a:pt x="0" y="19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6" name="Freeform 1399">
              <a:extLst>
                <a:ext uri="{FF2B5EF4-FFF2-40B4-BE49-F238E27FC236}">
                  <a16:creationId xmlns:a16="http://schemas.microsoft.com/office/drawing/2014/main" id="{862896E3-9497-47F9-B4BC-8CC0BEFFC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459"/>
              <a:ext cx="37" cy="71"/>
            </a:xfrm>
            <a:custGeom>
              <a:avLst/>
              <a:gdLst>
                <a:gd name="T0" fmla="*/ 199 w 16"/>
                <a:gd name="T1" fmla="*/ 0 h 29"/>
                <a:gd name="T2" fmla="*/ 134 w 16"/>
                <a:gd name="T3" fmla="*/ 426 h 29"/>
                <a:gd name="T4" fmla="*/ 28 w 16"/>
                <a:gd name="T5" fmla="*/ 132 h 29"/>
                <a:gd name="T6" fmla="*/ 0 w 16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cubicBezTo>
                    <a:pt x="6" y="7"/>
                    <a:pt x="8" y="19"/>
                    <a:pt x="11" y="29"/>
                  </a:cubicBezTo>
                  <a:cubicBezTo>
                    <a:pt x="8" y="22"/>
                    <a:pt x="4" y="16"/>
                    <a:pt x="2" y="9"/>
                  </a:cubicBezTo>
                  <a:cubicBezTo>
                    <a:pt x="1" y="6"/>
                    <a:pt x="0" y="3"/>
                    <a:pt x="0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7" name="Freeform 1400">
              <a:extLst>
                <a:ext uri="{FF2B5EF4-FFF2-40B4-BE49-F238E27FC236}">
                  <a16:creationId xmlns:a16="http://schemas.microsoft.com/office/drawing/2014/main" id="{6E4D86A2-8B41-4D89-97FD-E5C7622DA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494"/>
              <a:ext cx="16" cy="14"/>
            </a:xfrm>
            <a:custGeom>
              <a:avLst/>
              <a:gdLst>
                <a:gd name="T0" fmla="*/ 57 w 7"/>
                <a:gd name="T1" fmla="*/ 0 h 6"/>
                <a:gd name="T2" fmla="*/ 85 w 7"/>
                <a:gd name="T3" fmla="*/ 4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0" y="2"/>
                    <a:pt x="5" y="6"/>
                    <a:pt x="7" y="4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8" name="Freeform 1401">
              <a:extLst>
                <a:ext uri="{FF2B5EF4-FFF2-40B4-BE49-F238E27FC236}">
                  <a16:creationId xmlns:a16="http://schemas.microsoft.com/office/drawing/2014/main" id="{7E4FC989-54EE-42A8-A56D-3CE452251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474"/>
              <a:ext cx="62" cy="351"/>
            </a:xfrm>
            <a:custGeom>
              <a:avLst/>
              <a:gdLst>
                <a:gd name="T0" fmla="*/ 85 w 27"/>
                <a:gd name="T1" fmla="*/ 223 h 143"/>
                <a:gd name="T2" fmla="*/ 122 w 27"/>
                <a:gd name="T3" fmla="*/ 265 h 143"/>
                <a:gd name="T4" fmla="*/ 179 w 27"/>
                <a:gd name="T5" fmla="*/ 398 h 143"/>
                <a:gd name="T6" fmla="*/ 232 w 27"/>
                <a:gd name="T7" fmla="*/ 724 h 143"/>
                <a:gd name="T8" fmla="*/ 216 w 27"/>
                <a:gd name="T9" fmla="*/ 1343 h 143"/>
                <a:gd name="T10" fmla="*/ 232 w 27"/>
                <a:gd name="T11" fmla="*/ 1627 h 143"/>
                <a:gd name="T12" fmla="*/ 216 w 27"/>
                <a:gd name="T13" fmla="*/ 1892 h 143"/>
                <a:gd name="T14" fmla="*/ 73 w 27"/>
                <a:gd name="T15" fmla="*/ 2013 h 143"/>
                <a:gd name="T16" fmla="*/ 269 w 27"/>
                <a:gd name="T17" fmla="*/ 2025 h 143"/>
                <a:gd name="T18" fmla="*/ 301 w 27"/>
                <a:gd name="T19" fmla="*/ 1657 h 143"/>
                <a:gd name="T20" fmla="*/ 317 w 27"/>
                <a:gd name="T21" fmla="*/ 1006 h 143"/>
                <a:gd name="T22" fmla="*/ 243 w 27"/>
                <a:gd name="T23" fmla="*/ 415 h 143"/>
                <a:gd name="T24" fmla="*/ 216 w 27"/>
                <a:gd name="T25" fmla="*/ 223 h 143"/>
                <a:gd name="T26" fmla="*/ 122 w 27"/>
                <a:gd name="T27" fmla="*/ 120 h 143"/>
                <a:gd name="T28" fmla="*/ 0 w 27"/>
                <a:gd name="T29" fmla="*/ 0 h 1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143">
                  <a:moveTo>
                    <a:pt x="7" y="15"/>
                  </a:moveTo>
                  <a:cubicBezTo>
                    <a:pt x="7" y="16"/>
                    <a:pt x="9" y="17"/>
                    <a:pt x="10" y="18"/>
                  </a:cubicBezTo>
                  <a:cubicBezTo>
                    <a:pt x="12" y="20"/>
                    <a:pt x="13" y="24"/>
                    <a:pt x="15" y="27"/>
                  </a:cubicBezTo>
                  <a:cubicBezTo>
                    <a:pt x="18" y="34"/>
                    <a:pt x="18" y="41"/>
                    <a:pt x="19" y="49"/>
                  </a:cubicBezTo>
                  <a:cubicBezTo>
                    <a:pt x="19" y="63"/>
                    <a:pt x="17" y="77"/>
                    <a:pt x="18" y="91"/>
                  </a:cubicBezTo>
                  <a:cubicBezTo>
                    <a:pt x="19" y="98"/>
                    <a:pt x="18" y="104"/>
                    <a:pt x="19" y="110"/>
                  </a:cubicBezTo>
                  <a:cubicBezTo>
                    <a:pt x="19" y="116"/>
                    <a:pt x="20" y="122"/>
                    <a:pt x="18" y="128"/>
                  </a:cubicBezTo>
                  <a:cubicBezTo>
                    <a:pt x="17" y="136"/>
                    <a:pt x="12" y="134"/>
                    <a:pt x="6" y="136"/>
                  </a:cubicBezTo>
                  <a:cubicBezTo>
                    <a:pt x="13" y="138"/>
                    <a:pt x="18" y="143"/>
                    <a:pt x="22" y="137"/>
                  </a:cubicBezTo>
                  <a:cubicBezTo>
                    <a:pt x="26" y="130"/>
                    <a:pt x="24" y="120"/>
                    <a:pt x="25" y="112"/>
                  </a:cubicBezTo>
                  <a:cubicBezTo>
                    <a:pt x="26" y="98"/>
                    <a:pt x="27" y="83"/>
                    <a:pt x="26" y="68"/>
                  </a:cubicBezTo>
                  <a:cubicBezTo>
                    <a:pt x="25" y="55"/>
                    <a:pt x="24" y="41"/>
                    <a:pt x="20" y="28"/>
                  </a:cubicBezTo>
                  <a:cubicBezTo>
                    <a:pt x="19" y="24"/>
                    <a:pt x="20" y="19"/>
                    <a:pt x="18" y="15"/>
                  </a:cubicBezTo>
                  <a:cubicBezTo>
                    <a:pt x="16" y="12"/>
                    <a:pt x="12" y="10"/>
                    <a:pt x="10" y="8"/>
                  </a:cubicBezTo>
                  <a:cubicBezTo>
                    <a:pt x="7" y="4"/>
                    <a:pt x="4" y="2"/>
                    <a:pt x="0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9" name="Freeform 1402">
              <a:extLst>
                <a:ext uri="{FF2B5EF4-FFF2-40B4-BE49-F238E27FC236}">
                  <a16:creationId xmlns:a16="http://schemas.microsoft.com/office/drawing/2014/main" id="{72F4E1F7-8C20-4693-88BE-D23EEF052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810"/>
              <a:ext cx="17" cy="15"/>
            </a:xfrm>
            <a:custGeom>
              <a:avLst/>
              <a:gdLst>
                <a:gd name="T0" fmla="*/ 58 w 7"/>
                <a:gd name="T1" fmla="*/ 0 h 6"/>
                <a:gd name="T2" fmla="*/ 100 w 7"/>
                <a:gd name="T3" fmla="*/ 5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0" y="0"/>
                    <a:pt x="2" y="6"/>
                    <a:pt x="7" y="3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0" name="Freeform 1403">
              <a:extLst>
                <a:ext uri="{FF2B5EF4-FFF2-40B4-BE49-F238E27FC236}">
                  <a16:creationId xmlns:a16="http://schemas.microsoft.com/office/drawing/2014/main" id="{ACA7CB0E-1F71-4CB8-9C9D-5B6C7B3A1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557"/>
              <a:ext cx="223" cy="250"/>
            </a:xfrm>
            <a:custGeom>
              <a:avLst/>
              <a:gdLst>
                <a:gd name="T0" fmla="*/ 269 w 97"/>
                <a:gd name="T1" fmla="*/ 12 h 102"/>
                <a:gd name="T2" fmla="*/ 232 w 97"/>
                <a:gd name="T3" fmla="*/ 306 h 102"/>
                <a:gd name="T4" fmla="*/ 354 w 97"/>
                <a:gd name="T5" fmla="*/ 529 h 102"/>
                <a:gd name="T6" fmla="*/ 487 w 97"/>
                <a:gd name="T7" fmla="*/ 738 h 102"/>
                <a:gd name="T8" fmla="*/ 729 w 97"/>
                <a:gd name="T9" fmla="*/ 1076 h 102"/>
                <a:gd name="T10" fmla="*/ 899 w 97"/>
                <a:gd name="T11" fmla="*/ 1267 h 102"/>
                <a:gd name="T12" fmla="*/ 1030 w 97"/>
                <a:gd name="T13" fmla="*/ 1400 h 102"/>
                <a:gd name="T14" fmla="*/ 1179 w 97"/>
                <a:gd name="T15" fmla="*/ 1502 h 102"/>
                <a:gd name="T16" fmla="*/ 802 w 97"/>
                <a:gd name="T17" fmla="*/ 1250 h 102"/>
                <a:gd name="T18" fmla="*/ 412 w 97"/>
                <a:gd name="T19" fmla="*/ 853 h 102"/>
                <a:gd name="T20" fmla="*/ 195 w 97"/>
                <a:gd name="T21" fmla="*/ 488 h 102"/>
                <a:gd name="T22" fmla="*/ 85 w 97"/>
                <a:gd name="T23" fmla="*/ 324 h 102"/>
                <a:gd name="T24" fmla="*/ 48 w 97"/>
                <a:gd name="T25" fmla="*/ 235 h 102"/>
                <a:gd name="T26" fmla="*/ 0 w 97"/>
                <a:gd name="T27" fmla="*/ 103 h 1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7" h="102">
                  <a:moveTo>
                    <a:pt x="22" y="1"/>
                  </a:moveTo>
                  <a:cubicBezTo>
                    <a:pt x="11" y="0"/>
                    <a:pt x="15" y="15"/>
                    <a:pt x="19" y="21"/>
                  </a:cubicBezTo>
                  <a:cubicBezTo>
                    <a:pt x="22" y="26"/>
                    <a:pt x="25" y="31"/>
                    <a:pt x="29" y="36"/>
                  </a:cubicBezTo>
                  <a:cubicBezTo>
                    <a:pt x="33" y="40"/>
                    <a:pt x="36" y="46"/>
                    <a:pt x="40" y="50"/>
                  </a:cubicBezTo>
                  <a:cubicBezTo>
                    <a:pt x="46" y="58"/>
                    <a:pt x="53" y="65"/>
                    <a:pt x="60" y="73"/>
                  </a:cubicBezTo>
                  <a:cubicBezTo>
                    <a:pt x="64" y="77"/>
                    <a:pt x="69" y="82"/>
                    <a:pt x="74" y="86"/>
                  </a:cubicBezTo>
                  <a:cubicBezTo>
                    <a:pt x="78" y="89"/>
                    <a:pt x="81" y="92"/>
                    <a:pt x="85" y="95"/>
                  </a:cubicBezTo>
                  <a:cubicBezTo>
                    <a:pt x="89" y="97"/>
                    <a:pt x="94" y="99"/>
                    <a:pt x="97" y="102"/>
                  </a:cubicBezTo>
                  <a:cubicBezTo>
                    <a:pt x="87" y="97"/>
                    <a:pt x="76" y="91"/>
                    <a:pt x="66" y="85"/>
                  </a:cubicBezTo>
                  <a:cubicBezTo>
                    <a:pt x="55" y="77"/>
                    <a:pt x="45" y="67"/>
                    <a:pt x="34" y="58"/>
                  </a:cubicBezTo>
                  <a:cubicBezTo>
                    <a:pt x="26" y="51"/>
                    <a:pt x="23" y="41"/>
                    <a:pt x="16" y="33"/>
                  </a:cubicBezTo>
                  <a:cubicBezTo>
                    <a:pt x="13" y="29"/>
                    <a:pt x="10" y="26"/>
                    <a:pt x="7" y="22"/>
                  </a:cubicBezTo>
                  <a:cubicBezTo>
                    <a:pt x="6" y="20"/>
                    <a:pt x="5" y="18"/>
                    <a:pt x="4" y="16"/>
                  </a:cubicBezTo>
                  <a:cubicBezTo>
                    <a:pt x="3" y="13"/>
                    <a:pt x="4" y="9"/>
                    <a:pt x="0" y="7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1" name="Freeform 1404">
              <a:extLst>
                <a:ext uri="{FF2B5EF4-FFF2-40B4-BE49-F238E27FC236}">
                  <a16:creationId xmlns:a16="http://schemas.microsoft.com/office/drawing/2014/main" id="{052A43A4-424D-4FC4-86C0-3AF953936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731"/>
              <a:ext cx="23" cy="27"/>
            </a:xfrm>
            <a:custGeom>
              <a:avLst/>
              <a:gdLst>
                <a:gd name="T0" fmla="*/ 0 w 10"/>
                <a:gd name="T1" fmla="*/ 0 h 11"/>
                <a:gd name="T2" fmla="*/ 28 w 10"/>
                <a:gd name="T3" fmla="*/ 162 h 11"/>
                <a:gd name="T4" fmla="*/ 122 w 10"/>
                <a:gd name="T5" fmla="*/ 9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1" y="4"/>
                    <a:pt x="1" y="8"/>
                    <a:pt x="2" y="11"/>
                  </a:cubicBezTo>
                  <a:cubicBezTo>
                    <a:pt x="5" y="10"/>
                    <a:pt x="7" y="6"/>
                    <a:pt x="10" y="6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2" name="Freeform 1405">
              <a:extLst>
                <a:ext uri="{FF2B5EF4-FFF2-40B4-BE49-F238E27FC236}">
                  <a16:creationId xmlns:a16="http://schemas.microsoft.com/office/drawing/2014/main" id="{AF965A3F-306D-4B55-A0CF-D7684337E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751"/>
              <a:ext cx="154" cy="245"/>
            </a:xfrm>
            <a:custGeom>
              <a:avLst/>
              <a:gdLst>
                <a:gd name="T0" fmla="*/ 655 w 67"/>
                <a:gd name="T1" fmla="*/ 426 h 100"/>
                <a:gd name="T2" fmla="*/ 802 w 67"/>
                <a:gd name="T3" fmla="*/ 485 h 100"/>
                <a:gd name="T4" fmla="*/ 786 w 67"/>
                <a:gd name="T5" fmla="*/ 600 h 100"/>
                <a:gd name="T6" fmla="*/ 777 w 67"/>
                <a:gd name="T7" fmla="*/ 791 h 100"/>
                <a:gd name="T8" fmla="*/ 802 w 67"/>
                <a:gd name="T9" fmla="*/ 973 h 100"/>
                <a:gd name="T10" fmla="*/ 607 w 67"/>
                <a:gd name="T11" fmla="*/ 1134 h 100"/>
                <a:gd name="T12" fmla="*/ 476 w 67"/>
                <a:gd name="T13" fmla="*/ 1325 h 100"/>
                <a:gd name="T14" fmla="*/ 375 w 67"/>
                <a:gd name="T15" fmla="*/ 1411 h 100"/>
                <a:gd name="T16" fmla="*/ 280 w 67"/>
                <a:gd name="T17" fmla="*/ 1470 h 100"/>
                <a:gd name="T18" fmla="*/ 375 w 67"/>
                <a:gd name="T19" fmla="*/ 1370 h 100"/>
                <a:gd name="T20" fmla="*/ 524 w 67"/>
                <a:gd name="T21" fmla="*/ 1117 h 100"/>
                <a:gd name="T22" fmla="*/ 496 w 67"/>
                <a:gd name="T23" fmla="*/ 649 h 100"/>
                <a:gd name="T24" fmla="*/ 122 w 67"/>
                <a:gd name="T25" fmla="*/ 203 h 100"/>
                <a:gd name="T26" fmla="*/ 0 w 67"/>
                <a:gd name="T27" fmla="*/ 0 h 100"/>
                <a:gd name="T28" fmla="*/ 94 w 67"/>
                <a:gd name="T29" fmla="*/ 71 h 100"/>
                <a:gd name="T30" fmla="*/ 290 w 67"/>
                <a:gd name="T31" fmla="*/ 203 h 100"/>
                <a:gd name="T32" fmla="*/ 513 w 67"/>
                <a:gd name="T33" fmla="*/ 336 h 100"/>
                <a:gd name="T34" fmla="*/ 655 w 67"/>
                <a:gd name="T35" fmla="*/ 426 h 100"/>
                <a:gd name="T36" fmla="*/ 765 w 67"/>
                <a:gd name="T37" fmla="*/ 485 h 1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" h="100">
                  <a:moveTo>
                    <a:pt x="54" y="29"/>
                  </a:moveTo>
                  <a:cubicBezTo>
                    <a:pt x="57" y="30"/>
                    <a:pt x="64" y="31"/>
                    <a:pt x="66" y="33"/>
                  </a:cubicBezTo>
                  <a:cubicBezTo>
                    <a:pt x="67" y="35"/>
                    <a:pt x="65" y="39"/>
                    <a:pt x="65" y="41"/>
                  </a:cubicBezTo>
                  <a:cubicBezTo>
                    <a:pt x="64" y="46"/>
                    <a:pt x="64" y="50"/>
                    <a:pt x="64" y="54"/>
                  </a:cubicBezTo>
                  <a:cubicBezTo>
                    <a:pt x="64" y="58"/>
                    <a:pt x="66" y="62"/>
                    <a:pt x="66" y="66"/>
                  </a:cubicBezTo>
                  <a:cubicBezTo>
                    <a:pt x="66" y="72"/>
                    <a:pt x="55" y="73"/>
                    <a:pt x="50" y="77"/>
                  </a:cubicBezTo>
                  <a:cubicBezTo>
                    <a:pt x="46" y="81"/>
                    <a:pt x="43" y="86"/>
                    <a:pt x="39" y="90"/>
                  </a:cubicBezTo>
                  <a:cubicBezTo>
                    <a:pt x="36" y="92"/>
                    <a:pt x="34" y="95"/>
                    <a:pt x="31" y="96"/>
                  </a:cubicBezTo>
                  <a:cubicBezTo>
                    <a:pt x="28" y="98"/>
                    <a:pt x="25" y="98"/>
                    <a:pt x="23" y="100"/>
                  </a:cubicBezTo>
                  <a:cubicBezTo>
                    <a:pt x="25" y="98"/>
                    <a:pt x="29" y="96"/>
                    <a:pt x="31" y="93"/>
                  </a:cubicBezTo>
                  <a:cubicBezTo>
                    <a:pt x="36" y="88"/>
                    <a:pt x="40" y="82"/>
                    <a:pt x="43" y="76"/>
                  </a:cubicBezTo>
                  <a:cubicBezTo>
                    <a:pt x="50" y="64"/>
                    <a:pt x="50" y="54"/>
                    <a:pt x="41" y="44"/>
                  </a:cubicBezTo>
                  <a:cubicBezTo>
                    <a:pt x="31" y="33"/>
                    <a:pt x="20" y="24"/>
                    <a:pt x="10" y="14"/>
                  </a:cubicBezTo>
                  <a:cubicBezTo>
                    <a:pt x="6" y="10"/>
                    <a:pt x="1" y="5"/>
                    <a:pt x="0" y="0"/>
                  </a:cubicBezTo>
                  <a:cubicBezTo>
                    <a:pt x="1" y="3"/>
                    <a:pt x="5" y="3"/>
                    <a:pt x="8" y="5"/>
                  </a:cubicBezTo>
                  <a:cubicBezTo>
                    <a:pt x="13" y="8"/>
                    <a:pt x="19" y="10"/>
                    <a:pt x="24" y="14"/>
                  </a:cubicBezTo>
                  <a:cubicBezTo>
                    <a:pt x="30" y="18"/>
                    <a:pt x="36" y="20"/>
                    <a:pt x="42" y="23"/>
                  </a:cubicBezTo>
                  <a:cubicBezTo>
                    <a:pt x="46" y="26"/>
                    <a:pt x="50" y="27"/>
                    <a:pt x="54" y="29"/>
                  </a:cubicBezTo>
                  <a:cubicBezTo>
                    <a:pt x="57" y="30"/>
                    <a:pt x="60" y="31"/>
                    <a:pt x="63" y="33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3" name="Freeform 1406">
              <a:extLst>
                <a:ext uri="{FF2B5EF4-FFF2-40B4-BE49-F238E27FC236}">
                  <a16:creationId xmlns:a16="http://schemas.microsoft.com/office/drawing/2014/main" id="{7D8C4C0B-FA86-4E0F-86BD-76F6DE620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648"/>
              <a:ext cx="66" cy="444"/>
            </a:xfrm>
            <a:custGeom>
              <a:avLst/>
              <a:gdLst>
                <a:gd name="T0" fmla="*/ 305 w 29"/>
                <a:gd name="T1" fmla="*/ 530 h 181"/>
                <a:gd name="T2" fmla="*/ 341 w 29"/>
                <a:gd name="T3" fmla="*/ 679 h 181"/>
                <a:gd name="T4" fmla="*/ 341 w 29"/>
                <a:gd name="T5" fmla="*/ 795 h 181"/>
                <a:gd name="T6" fmla="*/ 341 w 29"/>
                <a:gd name="T7" fmla="*/ 1047 h 181"/>
                <a:gd name="T8" fmla="*/ 316 w 29"/>
                <a:gd name="T9" fmla="*/ 1739 h 181"/>
                <a:gd name="T10" fmla="*/ 296 w 29"/>
                <a:gd name="T11" fmla="*/ 2274 h 181"/>
                <a:gd name="T12" fmla="*/ 296 w 29"/>
                <a:gd name="T13" fmla="*/ 2522 h 181"/>
                <a:gd name="T14" fmla="*/ 259 w 29"/>
                <a:gd name="T15" fmla="*/ 2671 h 181"/>
                <a:gd name="T16" fmla="*/ 203 w 29"/>
                <a:gd name="T17" fmla="*/ 2551 h 181"/>
                <a:gd name="T18" fmla="*/ 139 w 29"/>
                <a:gd name="T19" fmla="*/ 2406 h 181"/>
                <a:gd name="T20" fmla="*/ 239 w 29"/>
                <a:gd name="T21" fmla="*/ 2009 h 181"/>
                <a:gd name="T22" fmla="*/ 223 w 29"/>
                <a:gd name="T23" fmla="*/ 1656 h 181"/>
                <a:gd name="T24" fmla="*/ 239 w 29"/>
                <a:gd name="T25" fmla="*/ 1258 h 181"/>
                <a:gd name="T26" fmla="*/ 248 w 29"/>
                <a:gd name="T27" fmla="*/ 886 h 181"/>
                <a:gd name="T28" fmla="*/ 155 w 29"/>
                <a:gd name="T29" fmla="*/ 518 h 181"/>
                <a:gd name="T30" fmla="*/ 73 w 29"/>
                <a:gd name="T31" fmla="*/ 204 h 181"/>
                <a:gd name="T32" fmla="*/ 0 w 29"/>
                <a:gd name="T33" fmla="*/ 0 h 181"/>
                <a:gd name="T34" fmla="*/ 73 w 29"/>
                <a:gd name="T35" fmla="*/ 61 h 181"/>
                <a:gd name="T36" fmla="*/ 175 w 29"/>
                <a:gd name="T37" fmla="*/ 223 h 18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" h="181">
                  <a:moveTo>
                    <a:pt x="26" y="36"/>
                  </a:moveTo>
                  <a:cubicBezTo>
                    <a:pt x="26" y="39"/>
                    <a:pt x="28" y="42"/>
                    <a:pt x="29" y="46"/>
                  </a:cubicBezTo>
                  <a:cubicBezTo>
                    <a:pt x="29" y="49"/>
                    <a:pt x="29" y="51"/>
                    <a:pt x="29" y="54"/>
                  </a:cubicBezTo>
                  <a:cubicBezTo>
                    <a:pt x="28" y="60"/>
                    <a:pt x="29" y="65"/>
                    <a:pt x="29" y="71"/>
                  </a:cubicBezTo>
                  <a:cubicBezTo>
                    <a:pt x="28" y="87"/>
                    <a:pt x="28" y="103"/>
                    <a:pt x="27" y="118"/>
                  </a:cubicBezTo>
                  <a:cubicBezTo>
                    <a:pt x="26" y="130"/>
                    <a:pt x="25" y="142"/>
                    <a:pt x="25" y="154"/>
                  </a:cubicBezTo>
                  <a:cubicBezTo>
                    <a:pt x="25" y="160"/>
                    <a:pt x="25" y="165"/>
                    <a:pt x="25" y="171"/>
                  </a:cubicBezTo>
                  <a:cubicBezTo>
                    <a:pt x="25" y="174"/>
                    <a:pt x="24" y="180"/>
                    <a:pt x="22" y="181"/>
                  </a:cubicBezTo>
                  <a:cubicBezTo>
                    <a:pt x="20" y="178"/>
                    <a:pt x="19" y="175"/>
                    <a:pt x="17" y="173"/>
                  </a:cubicBezTo>
                  <a:cubicBezTo>
                    <a:pt x="15" y="170"/>
                    <a:pt x="12" y="167"/>
                    <a:pt x="12" y="163"/>
                  </a:cubicBezTo>
                  <a:cubicBezTo>
                    <a:pt x="20" y="165"/>
                    <a:pt x="20" y="140"/>
                    <a:pt x="20" y="136"/>
                  </a:cubicBezTo>
                  <a:cubicBezTo>
                    <a:pt x="20" y="128"/>
                    <a:pt x="19" y="120"/>
                    <a:pt x="19" y="112"/>
                  </a:cubicBezTo>
                  <a:cubicBezTo>
                    <a:pt x="19" y="103"/>
                    <a:pt x="20" y="94"/>
                    <a:pt x="20" y="85"/>
                  </a:cubicBezTo>
                  <a:cubicBezTo>
                    <a:pt x="21" y="76"/>
                    <a:pt x="22" y="68"/>
                    <a:pt x="21" y="60"/>
                  </a:cubicBezTo>
                  <a:cubicBezTo>
                    <a:pt x="19" y="51"/>
                    <a:pt x="15" y="43"/>
                    <a:pt x="13" y="35"/>
                  </a:cubicBezTo>
                  <a:cubicBezTo>
                    <a:pt x="11" y="28"/>
                    <a:pt x="8" y="21"/>
                    <a:pt x="6" y="14"/>
                  </a:cubicBezTo>
                  <a:cubicBezTo>
                    <a:pt x="4" y="8"/>
                    <a:pt x="2" y="4"/>
                    <a:pt x="0" y="0"/>
                  </a:cubicBezTo>
                  <a:cubicBezTo>
                    <a:pt x="1" y="2"/>
                    <a:pt x="4" y="3"/>
                    <a:pt x="6" y="4"/>
                  </a:cubicBezTo>
                  <a:cubicBezTo>
                    <a:pt x="10" y="8"/>
                    <a:pt x="14" y="9"/>
                    <a:pt x="15" y="15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4" name="Freeform 1407">
              <a:extLst>
                <a:ext uri="{FF2B5EF4-FFF2-40B4-BE49-F238E27FC236}">
                  <a16:creationId xmlns:a16="http://schemas.microsoft.com/office/drawing/2014/main" id="{50E0546B-2C0E-427C-A548-549B899FB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163"/>
              <a:ext cx="36" cy="228"/>
            </a:xfrm>
            <a:custGeom>
              <a:avLst/>
              <a:gdLst>
                <a:gd name="T0" fmla="*/ 0 w 16"/>
                <a:gd name="T1" fmla="*/ 355 h 93"/>
                <a:gd name="T2" fmla="*/ 36 w 16"/>
                <a:gd name="T3" fmla="*/ 841 h 93"/>
                <a:gd name="T4" fmla="*/ 81 w 16"/>
                <a:gd name="T5" fmla="*/ 1370 h 93"/>
                <a:gd name="T6" fmla="*/ 117 w 16"/>
                <a:gd name="T7" fmla="*/ 1135 h 93"/>
                <a:gd name="T8" fmla="*/ 162 w 16"/>
                <a:gd name="T9" fmla="*/ 1047 h 93"/>
                <a:gd name="T10" fmla="*/ 162 w 16"/>
                <a:gd name="T11" fmla="*/ 956 h 93"/>
                <a:gd name="T12" fmla="*/ 117 w 16"/>
                <a:gd name="T13" fmla="*/ 782 h 93"/>
                <a:gd name="T14" fmla="*/ 72 w 16"/>
                <a:gd name="T15" fmla="*/ 547 h 93"/>
                <a:gd name="T16" fmla="*/ 36 w 16"/>
                <a:gd name="T17" fmla="*/ 385 h 93"/>
                <a:gd name="T18" fmla="*/ 25 w 16"/>
                <a:gd name="T19" fmla="*/ 174 h 93"/>
                <a:gd name="T20" fmla="*/ 36 w 16"/>
                <a:gd name="T21" fmla="*/ 0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93">
                  <a:moveTo>
                    <a:pt x="0" y="24"/>
                  </a:moveTo>
                  <a:cubicBezTo>
                    <a:pt x="0" y="36"/>
                    <a:pt x="3" y="46"/>
                    <a:pt x="3" y="57"/>
                  </a:cubicBezTo>
                  <a:cubicBezTo>
                    <a:pt x="3" y="70"/>
                    <a:pt x="4" y="81"/>
                    <a:pt x="7" y="93"/>
                  </a:cubicBezTo>
                  <a:cubicBezTo>
                    <a:pt x="6" y="87"/>
                    <a:pt x="8" y="82"/>
                    <a:pt x="10" y="77"/>
                  </a:cubicBezTo>
                  <a:cubicBezTo>
                    <a:pt x="11" y="74"/>
                    <a:pt x="12" y="74"/>
                    <a:pt x="14" y="71"/>
                  </a:cubicBezTo>
                  <a:cubicBezTo>
                    <a:pt x="16" y="69"/>
                    <a:pt x="15" y="69"/>
                    <a:pt x="14" y="65"/>
                  </a:cubicBezTo>
                  <a:cubicBezTo>
                    <a:pt x="12" y="61"/>
                    <a:pt x="12" y="57"/>
                    <a:pt x="10" y="53"/>
                  </a:cubicBezTo>
                  <a:cubicBezTo>
                    <a:pt x="9" y="48"/>
                    <a:pt x="8" y="42"/>
                    <a:pt x="6" y="37"/>
                  </a:cubicBezTo>
                  <a:cubicBezTo>
                    <a:pt x="5" y="33"/>
                    <a:pt x="4" y="30"/>
                    <a:pt x="3" y="26"/>
                  </a:cubicBezTo>
                  <a:cubicBezTo>
                    <a:pt x="2" y="22"/>
                    <a:pt x="1" y="17"/>
                    <a:pt x="2" y="12"/>
                  </a:cubicBezTo>
                  <a:cubicBezTo>
                    <a:pt x="2" y="8"/>
                    <a:pt x="4" y="4"/>
                    <a:pt x="3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5" name="Freeform 1408">
              <a:extLst>
                <a:ext uri="{FF2B5EF4-FFF2-40B4-BE49-F238E27FC236}">
                  <a16:creationId xmlns:a16="http://schemas.microsoft.com/office/drawing/2014/main" id="{C4426F7D-853C-44D0-A058-C83B06F61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3045"/>
              <a:ext cx="44" cy="113"/>
            </a:xfrm>
            <a:custGeom>
              <a:avLst/>
              <a:gdLst>
                <a:gd name="T0" fmla="*/ 0 w 19"/>
                <a:gd name="T1" fmla="*/ 236 h 46"/>
                <a:gd name="T2" fmla="*/ 65 w 19"/>
                <a:gd name="T3" fmla="*/ 174 h 46"/>
                <a:gd name="T4" fmla="*/ 160 w 19"/>
                <a:gd name="T5" fmla="*/ 327 h 46"/>
                <a:gd name="T6" fmla="*/ 225 w 19"/>
                <a:gd name="T7" fmla="*/ 683 h 46"/>
                <a:gd name="T8" fmla="*/ 225 w 19"/>
                <a:gd name="T9" fmla="*/ 427 h 46"/>
                <a:gd name="T10" fmla="*/ 160 w 19"/>
                <a:gd name="T11" fmla="*/ 236 h 46"/>
                <a:gd name="T12" fmla="*/ 28 w 19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6">
                  <a:moveTo>
                    <a:pt x="0" y="16"/>
                  </a:moveTo>
                  <a:cubicBezTo>
                    <a:pt x="1" y="14"/>
                    <a:pt x="2" y="11"/>
                    <a:pt x="5" y="12"/>
                  </a:cubicBezTo>
                  <a:cubicBezTo>
                    <a:pt x="8" y="12"/>
                    <a:pt x="12" y="20"/>
                    <a:pt x="13" y="22"/>
                  </a:cubicBezTo>
                  <a:cubicBezTo>
                    <a:pt x="16" y="29"/>
                    <a:pt x="17" y="38"/>
                    <a:pt x="18" y="46"/>
                  </a:cubicBezTo>
                  <a:cubicBezTo>
                    <a:pt x="18" y="40"/>
                    <a:pt x="19" y="34"/>
                    <a:pt x="18" y="29"/>
                  </a:cubicBezTo>
                  <a:cubicBezTo>
                    <a:pt x="17" y="23"/>
                    <a:pt x="15" y="20"/>
                    <a:pt x="13" y="16"/>
                  </a:cubicBezTo>
                  <a:cubicBezTo>
                    <a:pt x="9" y="10"/>
                    <a:pt x="7" y="4"/>
                    <a:pt x="2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6" name="Freeform 1409">
              <a:extLst>
                <a:ext uri="{FF2B5EF4-FFF2-40B4-BE49-F238E27FC236}">
                  <a16:creationId xmlns:a16="http://schemas.microsoft.com/office/drawing/2014/main" id="{E946E55B-6AAE-4C9F-A1CA-31E6543C1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592"/>
              <a:ext cx="252" cy="132"/>
            </a:xfrm>
            <a:custGeom>
              <a:avLst/>
              <a:gdLst>
                <a:gd name="T0" fmla="*/ 0 w 110"/>
                <a:gd name="T1" fmla="*/ 790 h 54"/>
                <a:gd name="T2" fmla="*/ 671 w 110"/>
                <a:gd name="T3" fmla="*/ 645 h 54"/>
                <a:gd name="T4" fmla="*/ 1249 w 110"/>
                <a:gd name="T5" fmla="*/ 555 h 54"/>
                <a:gd name="T6" fmla="*/ 1322 w 110"/>
                <a:gd name="T7" fmla="*/ 513 h 54"/>
                <a:gd name="T8" fmla="*/ 1228 w 110"/>
                <a:gd name="T9" fmla="*/ 435 h 54"/>
                <a:gd name="T10" fmla="*/ 923 w 110"/>
                <a:gd name="T11" fmla="*/ 323 h 54"/>
                <a:gd name="T12" fmla="*/ 625 w 110"/>
                <a:gd name="T13" fmla="*/ 174 h 54"/>
                <a:gd name="T14" fmla="*/ 410 w 110"/>
                <a:gd name="T15" fmla="*/ 42 h 54"/>
                <a:gd name="T16" fmla="*/ 241 w 110"/>
                <a:gd name="T17" fmla="*/ 0 h 54"/>
                <a:gd name="T18" fmla="*/ 589 w 110"/>
                <a:gd name="T19" fmla="*/ 191 h 54"/>
                <a:gd name="T20" fmla="*/ 804 w 110"/>
                <a:gd name="T21" fmla="*/ 306 h 54"/>
                <a:gd name="T22" fmla="*/ 781 w 110"/>
                <a:gd name="T23" fmla="*/ 496 h 54"/>
                <a:gd name="T24" fmla="*/ 277 w 110"/>
                <a:gd name="T25" fmla="*/ 596 h 54"/>
                <a:gd name="T26" fmla="*/ 73 w 110"/>
                <a:gd name="T27" fmla="*/ 716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0" h="54">
                  <a:moveTo>
                    <a:pt x="0" y="54"/>
                  </a:moveTo>
                  <a:cubicBezTo>
                    <a:pt x="16" y="44"/>
                    <a:pt x="37" y="46"/>
                    <a:pt x="56" y="44"/>
                  </a:cubicBezTo>
                  <a:cubicBezTo>
                    <a:pt x="72" y="41"/>
                    <a:pt x="88" y="40"/>
                    <a:pt x="104" y="38"/>
                  </a:cubicBezTo>
                  <a:cubicBezTo>
                    <a:pt x="105" y="37"/>
                    <a:pt x="110" y="37"/>
                    <a:pt x="110" y="35"/>
                  </a:cubicBezTo>
                  <a:cubicBezTo>
                    <a:pt x="109" y="34"/>
                    <a:pt x="103" y="31"/>
                    <a:pt x="102" y="30"/>
                  </a:cubicBezTo>
                  <a:cubicBezTo>
                    <a:pt x="94" y="27"/>
                    <a:pt x="85" y="25"/>
                    <a:pt x="77" y="22"/>
                  </a:cubicBezTo>
                  <a:cubicBezTo>
                    <a:pt x="68" y="18"/>
                    <a:pt x="60" y="16"/>
                    <a:pt x="52" y="12"/>
                  </a:cubicBezTo>
                  <a:cubicBezTo>
                    <a:pt x="46" y="9"/>
                    <a:pt x="40" y="6"/>
                    <a:pt x="34" y="3"/>
                  </a:cubicBezTo>
                  <a:cubicBezTo>
                    <a:pt x="30" y="2"/>
                    <a:pt x="24" y="2"/>
                    <a:pt x="20" y="0"/>
                  </a:cubicBezTo>
                  <a:cubicBezTo>
                    <a:pt x="30" y="2"/>
                    <a:pt x="39" y="10"/>
                    <a:pt x="49" y="13"/>
                  </a:cubicBezTo>
                  <a:cubicBezTo>
                    <a:pt x="55" y="15"/>
                    <a:pt x="62" y="16"/>
                    <a:pt x="67" y="21"/>
                  </a:cubicBezTo>
                  <a:cubicBezTo>
                    <a:pt x="71" y="26"/>
                    <a:pt x="70" y="31"/>
                    <a:pt x="65" y="34"/>
                  </a:cubicBezTo>
                  <a:cubicBezTo>
                    <a:pt x="52" y="41"/>
                    <a:pt x="36" y="36"/>
                    <a:pt x="23" y="41"/>
                  </a:cubicBezTo>
                  <a:cubicBezTo>
                    <a:pt x="17" y="43"/>
                    <a:pt x="12" y="47"/>
                    <a:pt x="6" y="49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7" name="Freeform 1410">
              <a:extLst>
                <a:ext uri="{FF2B5EF4-FFF2-40B4-BE49-F238E27FC236}">
                  <a16:creationId xmlns:a16="http://schemas.microsoft.com/office/drawing/2014/main" id="{6295A86F-5FD4-4DE7-80B8-D8E82EB7E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665"/>
              <a:ext cx="55" cy="25"/>
            </a:xfrm>
            <a:custGeom>
              <a:avLst/>
              <a:gdLst>
                <a:gd name="T0" fmla="*/ 0 w 24"/>
                <a:gd name="T1" fmla="*/ 20 h 10"/>
                <a:gd name="T2" fmla="*/ 131 w 24"/>
                <a:gd name="T3" fmla="*/ 33 h 10"/>
                <a:gd name="T4" fmla="*/ 289 w 24"/>
                <a:gd name="T5" fmla="*/ 0 h 10"/>
                <a:gd name="T6" fmla="*/ 131 w 24"/>
                <a:gd name="T7" fmla="*/ 113 h 10"/>
                <a:gd name="T8" fmla="*/ 25 w 24"/>
                <a:gd name="T9" fmla="*/ 14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0">
                  <a:moveTo>
                    <a:pt x="0" y="1"/>
                  </a:moveTo>
                  <a:cubicBezTo>
                    <a:pt x="4" y="1"/>
                    <a:pt x="7" y="2"/>
                    <a:pt x="11" y="2"/>
                  </a:cubicBezTo>
                  <a:cubicBezTo>
                    <a:pt x="16" y="2"/>
                    <a:pt x="20" y="0"/>
                    <a:pt x="24" y="0"/>
                  </a:cubicBezTo>
                  <a:cubicBezTo>
                    <a:pt x="22" y="3"/>
                    <a:pt x="15" y="5"/>
                    <a:pt x="11" y="7"/>
                  </a:cubicBezTo>
                  <a:cubicBezTo>
                    <a:pt x="8" y="8"/>
                    <a:pt x="4" y="10"/>
                    <a:pt x="2" y="9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8" name="Freeform 1411">
              <a:extLst>
                <a:ext uri="{FF2B5EF4-FFF2-40B4-BE49-F238E27FC236}">
                  <a16:creationId xmlns:a16="http://schemas.microsoft.com/office/drawing/2014/main" id="{D11DB0C9-6936-4F69-8326-53D7C72BF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469"/>
              <a:ext cx="195" cy="289"/>
            </a:xfrm>
            <a:custGeom>
              <a:avLst/>
              <a:gdLst>
                <a:gd name="T0" fmla="*/ 25 w 85"/>
                <a:gd name="T1" fmla="*/ 145 h 118"/>
                <a:gd name="T2" fmla="*/ 110 w 85"/>
                <a:gd name="T3" fmla="*/ 468 h 118"/>
                <a:gd name="T4" fmla="*/ 232 w 85"/>
                <a:gd name="T5" fmla="*/ 617 h 118"/>
                <a:gd name="T6" fmla="*/ 383 w 85"/>
                <a:gd name="T7" fmla="*/ 823 h 118"/>
                <a:gd name="T8" fmla="*/ 496 w 85"/>
                <a:gd name="T9" fmla="*/ 1002 h 118"/>
                <a:gd name="T10" fmla="*/ 748 w 85"/>
                <a:gd name="T11" fmla="*/ 1349 h 118"/>
                <a:gd name="T12" fmla="*/ 1025 w 85"/>
                <a:gd name="T13" fmla="*/ 1734 h 118"/>
                <a:gd name="T14" fmla="*/ 1000 w 85"/>
                <a:gd name="T15" fmla="*/ 1643 h 118"/>
                <a:gd name="T16" fmla="*/ 915 w 85"/>
                <a:gd name="T17" fmla="*/ 1469 h 118"/>
                <a:gd name="T18" fmla="*/ 569 w 85"/>
                <a:gd name="T19" fmla="*/ 923 h 118"/>
                <a:gd name="T20" fmla="*/ 147 w 85"/>
                <a:gd name="T21" fmla="*/ 294 h 118"/>
                <a:gd name="T22" fmla="*/ 57 w 85"/>
                <a:gd name="T23" fmla="*/ 0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118">
                  <a:moveTo>
                    <a:pt x="2" y="10"/>
                  </a:moveTo>
                  <a:cubicBezTo>
                    <a:pt x="0" y="15"/>
                    <a:pt x="7" y="28"/>
                    <a:pt x="9" y="32"/>
                  </a:cubicBezTo>
                  <a:cubicBezTo>
                    <a:pt x="11" y="36"/>
                    <a:pt x="16" y="38"/>
                    <a:pt x="19" y="42"/>
                  </a:cubicBezTo>
                  <a:cubicBezTo>
                    <a:pt x="23" y="47"/>
                    <a:pt x="27" y="51"/>
                    <a:pt x="32" y="56"/>
                  </a:cubicBezTo>
                  <a:cubicBezTo>
                    <a:pt x="35" y="60"/>
                    <a:pt x="38" y="64"/>
                    <a:pt x="41" y="68"/>
                  </a:cubicBezTo>
                  <a:cubicBezTo>
                    <a:pt x="48" y="76"/>
                    <a:pt x="55" y="84"/>
                    <a:pt x="62" y="92"/>
                  </a:cubicBezTo>
                  <a:cubicBezTo>
                    <a:pt x="70" y="100"/>
                    <a:pt x="80" y="108"/>
                    <a:pt x="85" y="118"/>
                  </a:cubicBezTo>
                  <a:cubicBezTo>
                    <a:pt x="84" y="116"/>
                    <a:pt x="84" y="114"/>
                    <a:pt x="83" y="112"/>
                  </a:cubicBezTo>
                  <a:cubicBezTo>
                    <a:pt x="81" y="107"/>
                    <a:pt x="79" y="104"/>
                    <a:pt x="76" y="100"/>
                  </a:cubicBezTo>
                  <a:cubicBezTo>
                    <a:pt x="66" y="88"/>
                    <a:pt x="58" y="74"/>
                    <a:pt x="47" y="63"/>
                  </a:cubicBezTo>
                  <a:cubicBezTo>
                    <a:pt x="34" y="50"/>
                    <a:pt x="19" y="37"/>
                    <a:pt x="12" y="20"/>
                  </a:cubicBezTo>
                  <a:cubicBezTo>
                    <a:pt x="10" y="16"/>
                    <a:pt x="3" y="5"/>
                    <a:pt x="5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9" name="Freeform 1412">
              <a:extLst>
                <a:ext uri="{FF2B5EF4-FFF2-40B4-BE49-F238E27FC236}">
                  <a16:creationId xmlns:a16="http://schemas.microsoft.com/office/drawing/2014/main" id="{F6A5E40B-2C72-4094-B26A-FAADF36E0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741"/>
              <a:ext cx="62" cy="155"/>
            </a:xfrm>
            <a:custGeom>
              <a:avLst/>
              <a:gdLst>
                <a:gd name="T0" fmla="*/ 25 w 27"/>
                <a:gd name="T1" fmla="*/ 42 h 63"/>
                <a:gd name="T2" fmla="*/ 73 w 27"/>
                <a:gd name="T3" fmla="*/ 266 h 63"/>
                <a:gd name="T4" fmla="*/ 122 w 27"/>
                <a:gd name="T5" fmla="*/ 509 h 63"/>
                <a:gd name="T6" fmla="*/ 195 w 27"/>
                <a:gd name="T7" fmla="*/ 758 h 63"/>
                <a:gd name="T8" fmla="*/ 269 w 27"/>
                <a:gd name="T9" fmla="*/ 937 h 63"/>
                <a:gd name="T10" fmla="*/ 280 w 27"/>
                <a:gd name="T11" fmla="*/ 805 h 63"/>
                <a:gd name="T12" fmla="*/ 301 w 27"/>
                <a:gd name="T13" fmla="*/ 654 h 63"/>
                <a:gd name="T14" fmla="*/ 269 w 27"/>
                <a:gd name="T15" fmla="*/ 399 h 63"/>
                <a:gd name="T16" fmla="*/ 179 w 27"/>
                <a:gd name="T17" fmla="*/ 133 h 63"/>
                <a:gd name="T18" fmla="*/ 0 w 27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63">
                  <a:moveTo>
                    <a:pt x="2" y="3"/>
                  </a:moveTo>
                  <a:cubicBezTo>
                    <a:pt x="1" y="8"/>
                    <a:pt x="4" y="13"/>
                    <a:pt x="6" y="18"/>
                  </a:cubicBezTo>
                  <a:cubicBezTo>
                    <a:pt x="8" y="23"/>
                    <a:pt x="9" y="29"/>
                    <a:pt x="10" y="34"/>
                  </a:cubicBezTo>
                  <a:cubicBezTo>
                    <a:pt x="12" y="40"/>
                    <a:pt x="14" y="46"/>
                    <a:pt x="16" y="51"/>
                  </a:cubicBezTo>
                  <a:cubicBezTo>
                    <a:pt x="16" y="55"/>
                    <a:pt x="20" y="60"/>
                    <a:pt x="22" y="63"/>
                  </a:cubicBezTo>
                  <a:cubicBezTo>
                    <a:pt x="23" y="61"/>
                    <a:pt x="22" y="56"/>
                    <a:pt x="23" y="54"/>
                  </a:cubicBezTo>
                  <a:cubicBezTo>
                    <a:pt x="23" y="51"/>
                    <a:pt x="24" y="47"/>
                    <a:pt x="25" y="44"/>
                  </a:cubicBezTo>
                  <a:cubicBezTo>
                    <a:pt x="27" y="38"/>
                    <a:pt x="24" y="33"/>
                    <a:pt x="22" y="27"/>
                  </a:cubicBezTo>
                  <a:cubicBezTo>
                    <a:pt x="20" y="21"/>
                    <a:pt x="18" y="14"/>
                    <a:pt x="15" y="9"/>
                  </a:cubicBezTo>
                  <a:cubicBezTo>
                    <a:pt x="11" y="4"/>
                    <a:pt x="5" y="4"/>
                    <a:pt x="0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0" name="Freeform 1413">
              <a:extLst>
                <a:ext uri="{FF2B5EF4-FFF2-40B4-BE49-F238E27FC236}">
                  <a16:creationId xmlns:a16="http://schemas.microsoft.com/office/drawing/2014/main" id="{B4E88824-7FCF-4479-BEB6-A3A131899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486"/>
              <a:ext cx="39" cy="113"/>
            </a:xfrm>
            <a:custGeom>
              <a:avLst/>
              <a:gdLst>
                <a:gd name="T0" fmla="*/ 57 w 17"/>
                <a:gd name="T1" fmla="*/ 42 h 46"/>
                <a:gd name="T2" fmla="*/ 11 w 17"/>
                <a:gd name="T3" fmla="*/ 327 h 46"/>
                <a:gd name="T4" fmla="*/ 110 w 17"/>
                <a:gd name="T5" fmla="*/ 580 h 46"/>
                <a:gd name="T6" fmla="*/ 158 w 17"/>
                <a:gd name="T7" fmla="*/ 683 h 46"/>
                <a:gd name="T8" fmla="*/ 158 w 17"/>
                <a:gd name="T9" fmla="*/ 518 h 46"/>
                <a:gd name="T10" fmla="*/ 179 w 17"/>
                <a:gd name="T11" fmla="*/ 398 h 46"/>
                <a:gd name="T12" fmla="*/ 204 w 17"/>
                <a:gd name="T13" fmla="*/ 314 h 46"/>
                <a:gd name="T14" fmla="*/ 147 w 17"/>
                <a:gd name="T15" fmla="*/ 174 h 46"/>
                <a:gd name="T16" fmla="*/ 73 w 17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6">
                  <a:moveTo>
                    <a:pt x="5" y="3"/>
                  </a:moveTo>
                  <a:cubicBezTo>
                    <a:pt x="5" y="9"/>
                    <a:pt x="0" y="16"/>
                    <a:pt x="1" y="22"/>
                  </a:cubicBezTo>
                  <a:cubicBezTo>
                    <a:pt x="2" y="27"/>
                    <a:pt x="6" y="34"/>
                    <a:pt x="9" y="39"/>
                  </a:cubicBezTo>
                  <a:cubicBezTo>
                    <a:pt x="10" y="41"/>
                    <a:pt x="11" y="44"/>
                    <a:pt x="13" y="46"/>
                  </a:cubicBezTo>
                  <a:cubicBezTo>
                    <a:pt x="13" y="42"/>
                    <a:pt x="13" y="39"/>
                    <a:pt x="13" y="35"/>
                  </a:cubicBezTo>
                  <a:cubicBezTo>
                    <a:pt x="14" y="32"/>
                    <a:pt x="14" y="29"/>
                    <a:pt x="15" y="27"/>
                  </a:cubicBezTo>
                  <a:cubicBezTo>
                    <a:pt x="15" y="25"/>
                    <a:pt x="17" y="23"/>
                    <a:pt x="17" y="21"/>
                  </a:cubicBezTo>
                  <a:cubicBezTo>
                    <a:pt x="17" y="19"/>
                    <a:pt x="13" y="14"/>
                    <a:pt x="12" y="12"/>
                  </a:cubicBezTo>
                  <a:cubicBezTo>
                    <a:pt x="10" y="8"/>
                    <a:pt x="7" y="5"/>
                    <a:pt x="6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1" name="Freeform 1414">
              <a:extLst>
                <a:ext uri="{FF2B5EF4-FFF2-40B4-BE49-F238E27FC236}">
                  <a16:creationId xmlns:a16="http://schemas.microsoft.com/office/drawing/2014/main" id="{B821D0F2-253F-49E4-B7FE-06F9F78A5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369"/>
              <a:ext cx="43" cy="110"/>
            </a:xfrm>
            <a:custGeom>
              <a:avLst/>
              <a:gdLst>
                <a:gd name="T0" fmla="*/ 0 w 19"/>
                <a:gd name="T1" fmla="*/ 425 h 45"/>
                <a:gd name="T2" fmla="*/ 81 w 19"/>
                <a:gd name="T3" fmla="*/ 161 h 45"/>
                <a:gd name="T4" fmla="*/ 149 w 19"/>
                <a:gd name="T5" fmla="*/ 0 h 45"/>
                <a:gd name="T6" fmla="*/ 174 w 19"/>
                <a:gd name="T7" fmla="*/ 144 h 45"/>
                <a:gd name="T8" fmla="*/ 210 w 19"/>
                <a:gd name="T9" fmla="*/ 306 h 45"/>
                <a:gd name="T10" fmla="*/ 195 w 19"/>
                <a:gd name="T11" fmla="*/ 335 h 45"/>
                <a:gd name="T12" fmla="*/ 138 w 19"/>
                <a:gd name="T13" fmla="*/ 435 h 45"/>
                <a:gd name="T14" fmla="*/ 93 w 19"/>
                <a:gd name="T15" fmla="*/ 658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45">
                  <a:moveTo>
                    <a:pt x="0" y="29"/>
                  </a:moveTo>
                  <a:cubicBezTo>
                    <a:pt x="4" y="24"/>
                    <a:pt x="5" y="17"/>
                    <a:pt x="7" y="11"/>
                  </a:cubicBezTo>
                  <a:cubicBezTo>
                    <a:pt x="9" y="8"/>
                    <a:pt x="10" y="3"/>
                    <a:pt x="13" y="0"/>
                  </a:cubicBezTo>
                  <a:cubicBezTo>
                    <a:pt x="13" y="4"/>
                    <a:pt x="14" y="7"/>
                    <a:pt x="15" y="10"/>
                  </a:cubicBezTo>
                  <a:cubicBezTo>
                    <a:pt x="16" y="13"/>
                    <a:pt x="19" y="18"/>
                    <a:pt x="18" y="21"/>
                  </a:cubicBezTo>
                  <a:cubicBezTo>
                    <a:pt x="18" y="22"/>
                    <a:pt x="17" y="22"/>
                    <a:pt x="17" y="23"/>
                  </a:cubicBezTo>
                  <a:cubicBezTo>
                    <a:pt x="15" y="25"/>
                    <a:pt x="13" y="26"/>
                    <a:pt x="12" y="30"/>
                  </a:cubicBezTo>
                  <a:cubicBezTo>
                    <a:pt x="10" y="34"/>
                    <a:pt x="9" y="41"/>
                    <a:pt x="8" y="45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2" name="Freeform 1415">
              <a:extLst>
                <a:ext uri="{FF2B5EF4-FFF2-40B4-BE49-F238E27FC236}">
                  <a16:creationId xmlns:a16="http://schemas.microsoft.com/office/drawing/2014/main" id="{121DEB9F-9F8F-4D0C-985C-C1915A83C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285"/>
              <a:ext cx="50" cy="96"/>
            </a:xfrm>
            <a:custGeom>
              <a:avLst/>
              <a:gdLst>
                <a:gd name="T0" fmla="*/ 0 w 22"/>
                <a:gd name="T1" fmla="*/ 357 h 39"/>
                <a:gd name="T2" fmla="*/ 202 w 22"/>
                <a:gd name="T3" fmla="*/ 0 h 39"/>
                <a:gd name="T4" fmla="*/ 223 w 22"/>
                <a:gd name="T5" fmla="*/ 162 h 39"/>
                <a:gd name="T6" fmla="*/ 259 w 22"/>
                <a:gd name="T7" fmla="*/ 298 h 39"/>
                <a:gd name="T8" fmla="*/ 73 w 22"/>
                <a:gd name="T9" fmla="*/ 58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9">
                  <a:moveTo>
                    <a:pt x="0" y="24"/>
                  </a:moveTo>
                  <a:cubicBezTo>
                    <a:pt x="3" y="15"/>
                    <a:pt x="12" y="7"/>
                    <a:pt x="17" y="0"/>
                  </a:cubicBezTo>
                  <a:cubicBezTo>
                    <a:pt x="18" y="3"/>
                    <a:pt x="18" y="8"/>
                    <a:pt x="19" y="11"/>
                  </a:cubicBezTo>
                  <a:cubicBezTo>
                    <a:pt x="20" y="16"/>
                    <a:pt x="22" y="15"/>
                    <a:pt x="22" y="20"/>
                  </a:cubicBezTo>
                  <a:cubicBezTo>
                    <a:pt x="13" y="22"/>
                    <a:pt x="11" y="35"/>
                    <a:pt x="6" y="39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3" name="Freeform 1416">
              <a:extLst>
                <a:ext uri="{FF2B5EF4-FFF2-40B4-BE49-F238E27FC236}">
                  <a16:creationId xmlns:a16="http://schemas.microsoft.com/office/drawing/2014/main" id="{69140C44-EA78-4512-80E1-BECE8437A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246"/>
              <a:ext cx="30" cy="56"/>
            </a:xfrm>
            <a:custGeom>
              <a:avLst/>
              <a:gdLst>
                <a:gd name="T0" fmla="*/ 28 w 13"/>
                <a:gd name="T1" fmla="*/ 58 h 23"/>
                <a:gd name="T2" fmla="*/ 37 w 13"/>
                <a:gd name="T3" fmla="*/ 219 h 23"/>
                <a:gd name="T4" fmla="*/ 65 w 13"/>
                <a:gd name="T5" fmla="*/ 331 h 23"/>
                <a:gd name="T6" fmla="*/ 159 w 13"/>
                <a:gd name="T7" fmla="*/ 141 h 23"/>
                <a:gd name="T8" fmla="*/ 74 w 13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2" y="4"/>
                  </a:moveTo>
                  <a:cubicBezTo>
                    <a:pt x="0" y="7"/>
                    <a:pt x="3" y="12"/>
                    <a:pt x="3" y="15"/>
                  </a:cubicBezTo>
                  <a:cubicBezTo>
                    <a:pt x="4" y="18"/>
                    <a:pt x="5" y="20"/>
                    <a:pt x="5" y="23"/>
                  </a:cubicBezTo>
                  <a:cubicBezTo>
                    <a:pt x="8" y="19"/>
                    <a:pt x="9" y="13"/>
                    <a:pt x="13" y="10"/>
                  </a:cubicBezTo>
                  <a:cubicBezTo>
                    <a:pt x="12" y="7"/>
                    <a:pt x="9" y="1"/>
                    <a:pt x="6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4" name="Freeform 1417">
              <a:extLst>
                <a:ext uri="{FF2B5EF4-FFF2-40B4-BE49-F238E27FC236}">
                  <a16:creationId xmlns:a16="http://schemas.microsoft.com/office/drawing/2014/main" id="{9C7A7FBD-CE14-4E10-96E9-209D383FA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182"/>
              <a:ext cx="64" cy="69"/>
            </a:xfrm>
            <a:custGeom>
              <a:avLst/>
              <a:gdLst>
                <a:gd name="T0" fmla="*/ 0 w 28"/>
                <a:gd name="T1" fmla="*/ 266 h 28"/>
                <a:gd name="T2" fmla="*/ 142 w 28"/>
                <a:gd name="T3" fmla="*/ 121 h 28"/>
                <a:gd name="T4" fmla="*/ 297 w 28"/>
                <a:gd name="T5" fmla="*/ 0 h 28"/>
                <a:gd name="T6" fmla="*/ 309 w 28"/>
                <a:gd name="T7" fmla="*/ 165 h 28"/>
                <a:gd name="T8" fmla="*/ 158 w 28"/>
                <a:gd name="T9" fmla="*/ 315 h 28"/>
                <a:gd name="T10" fmla="*/ 73 w 28"/>
                <a:gd name="T11" fmla="*/ 41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0" y="18"/>
                  </a:moveTo>
                  <a:cubicBezTo>
                    <a:pt x="5" y="16"/>
                    <a:pt x="9" y="10"/>
                    <a:pt x="12" y="8"/>
                  </a:cubicBezTo>
                  <a:cubicBezTo>
                    <a:pt x="17" y="5"/>
                    <a:pt x="21" y="3"/>
                    <a:pt x="25" y="0"/>
                  </a:cubicBezTo>
                  <a:cubicBezTo>
                    <a:pt x="27" y="3"/>
                    <a:pt x="28" y="9"/>
                    <a:pt x="26" y="11"/>
                  </a:cubicBezTo>
                  <a:cubicBezTo>
                    <a:pt x="24" y="16"/>
                    <a:pt x="16" y="18"/>
                    <a:pt x="13" y="21"/>
                  </a:cubicBezTo>
                  <a:cubicBezTo>
                    <a:pt x="10" y="23"/>
                    <a:pt x="8" y="26"/>
                    <a:pt x="6" y="28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5" name="Freeform 1418">
              <a:extLst>
                <a:ext uri="{FF2B5EF4-FFF2-40B4-BE49-F238E27FC236}">
                  <a16:creationId xmlns:a16="http://schemas.microsoft.com/office/drawing/2014/main" id="{C33B7E28-D334-42CC-BCE3-5CDC414C3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123"/>
              <a:ext cx="44" cy="30"/>
            </a:xfrm>
            <a:custGeom>
              <a:avLst/>
              <a:gdLst>
                <a:gd name="T0" fmla="*/ 0 w 19"/>
                <a:gd name="T1" fmla="*/ 95 h 12"/>
                <a:gd name="T2" fmla="*/ 171 w 19"/>
                <a:gd name="T3" fmla="*/ 20 h 12"/>
                <a:gd name="T4" fmla="*/ 236 w 19"/>
                <a:gd name="T5" fmla="*/ 145 h 12"/>
                <a:gd name="T6" fmla="*/ 49 w 19"/>
                <a:gd name="T7" fmla="*/ 18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0" y="6"/>
                  </a:moveTo>
                  <a:cubicBezTo>
                    <a:pt x="4" y="4"/>
                    <a:pt x="10" y="0"/>
                    <a:pt x="14" y="1"/>
                  </a:cubicBezTo>
                  <a:cubicBezTo>
                    <a:pt x="17" y="2"/>
                    <a:pt x="19" y="7"/>
                    <a:pt x="19" y="9"/>
                  </a:cubicBezTo>
                  <a:cubicBezTo>
                    <a:pt x="14" y="11"/>
                    <a:pt x="9" y="7"/>
                    <a:pt x="4" y="12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6" name="Freeform 1419">
              <a:extLst>
                <a:ext uri="{FF2B5EF4-FFF2-40B4-BE49-F238E27FC236}">
                  <a16:creationId xmlns:a16="http://schemas.microsoft.com/office/drawing/2014/main" id="{8D06D63A-11DD-4B99-A1CA-BC62D6216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109"/>
              <a:ext cx="64" cy="39"/>
            </a:xfrm>
            <a:custGeom>
              <a:avLst/>
              <a:gdLst>
                <a:gd name="T0" fmla="*/ 0 w 28"/>
                <a:gd name="T1" fmla="*/ 71 h 16"/>
                <a:gd name="T2" fmla="*/ 73 w 28"/>
                <a:gd name="T3" fmla="*/ 232 h 16"/>
                <a:gd name="T4" fmla="*/ 203 w 28"/>
                <a:gd name="T5" fmla="*/ 173 h 16"/>
                <a:gd name="T6" fmla="*/ 334 w 28"/>
                <a:gd name="T7" fmla="*/ 161 h 16"/>
                <a:gd name="T8" fmla="*/ 309 w 28"/>
                <a:gd name="T9" fmla="*/ 29 h 16"/>
                <a:gd name="T10" fmla="*/ 48 w 28"/>
                <a:gd name="T11" fmla="*/ 2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6">
                  <a:moveTo>
                    <a:pt x="0" y="5"/>
                  </a:moveTo>
                  <a:cubicBezTo>
                    <a:pt x="3" y="8"/>
                    <a:pt x="4" y="13"/>
                    <a:pt x="6" y="16"/>
                  </a:cubicBezTo>
                  <a:cubicBezTo>
                    <a:pt x="10" y="15"/>
                    <a:pt x="13" y="13"/>
                    <a:pt x="17" y="12"/>
                  </a:cubicBezTo>
                  <a:cubicBezTo>
                    <a:pt x="21" y="12"/>
                    <a:pt x="25" y="12"/>
                    <a:pt x="28" y="11"/>
                  </a:cubicBezTo>
                  <a:cubicBezTo>
                    <a:pt x="28" y="8"/>
                    <a:pt x="26" y="5"/>
                    <a:pt x="26" y="2"/>
                  </a:cubicBezTo>
                  <a:cubicBezTo>
                    <a:pt x="19" y="1"/>
                    <a:pt x="12" y="0"/>
                    <a:pt x="4" y="2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7" name="Freeform 1420">
              <a:extLst>
                <a:ext uri="{FF2B5EF4-FFF2-40B4-BE49-F238E27FC236}">
                  <a16:creationId xmlns:a16="http://schemas.microsoft.com/office/drawing/2014/main" id="{179A0CE1-DF31-4C68-8E2C-B0C689B5E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109"/>
              <a:ext cx="69" cy="29"/>
            </a:xfrm>
            <a:custGeom>
              <a:avLst/>
              <a:gdLst>
                <a:gd name="T0" fmla="*/ 48 w 30"/>
                <a:gd name="T1" fmla="*/ 29 h 12"/>
                <a:gd name="T2" fmla="*/ 131 w 30"/>
                <a:gd name="T3" fmla="*/ 169 h 12"/>
                <a:gd name="T4" fmla="*/ 317 w 30"/>
                <a:gd name="T5" fmla="*/ 99 h 12"/>
                <a:gd name="T6" fmla="*/ 269 w 30"/>
                <a:gd name="T7" fmla="*/ 29 h 12"/>
                <a:gd name="T8" fmla="*/ 0 w 30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2">
                  <a:moveTo>
                    <a:pt x="4" y="2"/>
                  </a:moveTo>
                  <a:cubicBezTo>
                    <a:pt x="5" y="7"/>
                    <a:pt x="6" y="11"/>
                    <a:pt x="11" y="12"/>
                  </a:cubicBezTo>
                  <a:cubicBezTo>
                    <a:pt x="14" y="12"/>
                    <a:pt x="24" y="9"/>
                    <a:pt x="26" y="7"/>
                  </a:cubicBezTo>
                  <a:cubicBezTo>
                    <a:pt x="30" y="3"/>
                    <a:pt x="25" y="3"/>
                    <a:pt x="22" y="2"/>
                  </a:cubicBezTo>
                  <a:cubicBezTo>
                    <a:pt x="15" y="0"/>
                    <a:pt x="8" y="1"/>
                    <a:pt x="0" y="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8" name="Freeform 1421">
              <a:extLst>
                <a:ext uri="{FF2B5EF4-FFF2-40B4-BE49-F238E27FC236}">
                  <a16:creationId xmlns:a16="http://schemas.microsoft.com/office/drawing/2014/main" id="{A34B5C43-4CB6-4DF4-A9B8-E5501D1B5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116"/>
              <a:ext cx="83" cy="37"/>
            </a:xfrm>
            <a:custGeom>
              <a:avLst/>
              <a:gdLst>
                <a:gd name="T0" fmla="*/ 0 w 36"/>
                <a:gd name="T1" fmla="*/ 42 h 15"/>
                <a:gd name="T2" fmla="*/ 85 w 36"/>
                <a:gd name="T3" fmla="*/ 195 h 15"/>
                <a:gd name="T4" fmla="*/ 272 w 36"/>
                <a:gd name="T5" fmla="*/ 165 h 15"/>
                <a:gd name="T6" fmla="*/ 403 w 36"/>
                <a:gd name="T7" fmla="*/ 195 h 15"/>
                <a:gd name="T8" fmla="*/ 330 w 36"/>
                <a:gd name="T9" fmla="*/ 104 h 15"/>
                <a:gd name="T10" fmla="*/ 171 w 36"/>
                <a:gd name="T11" fmla="*/ 62 h 15"/>
                <a:gd name="T12" fmla="*/ 28 w 36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5">
                  <a:moveTo>
                    <a:pt x="0" y="3"/>
                  </a:moveTo>
                  <a:cubicBezTo>
                    <a:pt x="1" y="5"/>
                    <a:pt x="5" y="12"/>
                    <a:pt x="7" y="13"/>
                  </a:cubicBezTo>
                  <a:cubicBezTo>
                    <a:pt x="10" y="8"/>
                    <a:pt x="17" y="10"/>
                    <a:pt x="22" y="11"/>
                  </a:cubicBezTo>
                  <a:cubicBezTo>
                    <a:pt x="24" y="11"/>
                    <a:pt x="32" y="15"/>
                    <a:pt x="33" y="13"/>
                  </a:cubicBezTo>
                  <a:cubicBezTo>
                    <a:pt x="36" y="9"/>
                    <a:pt x="28" y="8"/>
                    <a:pt x="27" y="7"/>
                  </a:cubicBezTo>
                  <a:cubicBezTo>
                    <a:pt x="22" y="6"/>
                    <a:pt x="18" y="5"/>
                    <a:pt x="14" y="4"/>
                  </a:cubicBezTo>
                  <a:cubicBezTo>
                    <a:pt x="10" y="3"/>
                    <a:pt x="5" y="2"/>
                    <a:pt x="2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9" name="Freeform 1422">
              <a:extLst>
                <a:ext uri="{FF2B5EF4-FFF2-40B4-BE49-F238E27FC236}">
                  <a16:creationId xmlns:a16="http://schemas.microsoft.com/office/drawing/2014/main" id="{A4B46BD3-7D47-4BB3-A311-F80441B07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148"/>
              <a:ext cx="36" cy="20"/>
            </a:xfrm>
            <a:custGeom>
              <a:avLst/>
              <a:gdLst>
                <a:gd name="T0" fmla="*/ 0 w 16"/>
                <a:gd name="T1" fmla="*/ 0 h 8"/>
                <a:gd name="T2" fmla="*/ 36 w 16"/>
                <a:gd name="T3" fmla="*/ 125 h 8"/>
                <a:gd name="T4" fmla="*/ 182 w 16"/>
                <a:gd name="T5" fmla="*/ 125 h 8"/>
                <a:gd name="T6" fmla="*/ 0 w 16"/>
                <a:gd name="T7" fmla="*/ 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0" y="3"/>
                    <a:pt x="2" y="6"/>
                    <a:pt x="3" y="8"/>
                  </a:cubicBezTo>
                  <a:cubicBezTo>
                    <a:pt x="7" y="6"/>
                    <a:pt x="12" y="7"/>
                    <a:pt x="16" y="8"/>
                  </a:cubicBezTo>
                  <a:cubicBezTo>
                    <a:pt x="12" y="4"/>
                    <a:pt x="4" y="5"/>
                    <a:pt x="0" y="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0" name="Freeform 1423">
              <a:extLst>
                <a:ext uri="{FF2B5EF4-FFF2-40B4-BE49-F238E27FC236}">
                  <a16:creationId xmlns:a16="http://schemas.microsoft.com/office/drawing/2014/main" id="{23C53423-6BCF-4C5C-A28B-E71430542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177"/>
              <a:ext cx="51" cy="35"/>
            </a:xfrm>
            <a:custGeom>
              <a:avLst/>
              <a:gdLst>
                <a:gd name="T0" fmla="*/ 12 w 22"/>
                <a:gd name="T1" fmla="*/ 20 h 14"/>
                <a:gd name="T2" fmla="*/ 37 w 22"/>
                <a:gd name="T3" fmla="*/ 113 h 14"/>
                <a:gd name="T4" fmla="*/ 86 w 22"/>
                <a:gd name="T5" fmla="*/ 145 h 14"/>
                <a:gd name="T6" fmla="*/ 274 w 22"/>
                <a:gd name="T7" fmla="*/ 220 h 14"/>
                <a:gd name="T8" fmla="*/ 0 w 2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1" y="1"/>
                  </a:moveTo>
                  <a:cubicBezTo>
                    <a:pt x="2" y="3"/>
                    <a:pt x="2" y="6"/>
                    <a:pt x="3" y="7"/>
                  </a:cubicBezTo>
                  <a:cubicBezTo>
                    <a:pt x="4" y="10"/>
                    <a:pt x="5" y="9"/>
                    <a:pt x="7" y="9"/>
                  </a:cubicBezTo>
                  <a:cubicBezTo>
                    <a:pt x="13" y="10"/>
                    <a:pt x="17" y="13"/>
                    <a:pt x="22" y="14"/>
                  </a:cubicBezTo>
                  <a:cubicBezTo>
                    <a:pt x="16" y="9"/>
                    <a:pt x="5" y="7"/>
                    <a:pt x="0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1" name="Freeform 1424">
              <a:extLst>
                <a:ext uri="{FF2B5EF4-FFF2-40B4-BE49-F238E27FC236}">
                  <a16:creationId xmlns:a16="http://schemas.microsoft.com/office/drawing/2014/main" id="{74F4FE2E-F354-4FC7-A7D5-8264BBE78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653"/>
              <a:ext cx="133" cy="76"/>
            </a:xfrm>
            <a:custGeom>
              <a:avLst/>
              <a:gdLst>
                <a:gd name="T0" fmla="*/ 0 w 58"/>
                <a:gd name="T1" fmla="*/ 12 h 31"/>
                <a:gd name="T2" fmla="*/ 383 w 58"/>
                <a:gd name="T3" fmla="*/ 223 h 31"/>
                <a:gd name="T4" fmla="*/ 699 w 58"/>
                <a:gd name="T5" fmla="*/ 456 h 31"/>
                <a:gd name="T6" fmla="*/ 495 w 58"/>
                <a:gd name="T7" fmla="*/ 174 h 31"/>
                <a:gd name="T8" fmla="*/ 362 w 58"/>
                <a:gd name="T9" fmla="*/ 0 h 31"/>
                <a:gd name="T10" fmla="*/ 374 w 58"/>
                <a:gd name="T11" fmla="*/ 91 h 31"/>
                <a:gd name="T12" fmla="*/ 252 w 58"/>
                <a:gd name="T13" fmla="*/ 61 h 31"/>
                <a:gd name="T14" fmla="*/ 57 w 58"/>
                <a:gd name="T15" fmla="*/ 12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31">
                  <a:moveTo>
                    <a:pt x="0" y="1"/>
                  </a:moveTo>
                  <a:cubicBezTo>
                    <a:pt x="11" y="2"/>
                    <a:pt x="24" y="9"/>
                    <a:pt x="32" y="15"/>
                  </a:cubicBezTo>
                  <a:cubicBezTo>
                    <a:pt x="38" y="18"/>
                    <a:pt x="52" y="31"/>
                    <a:pt x="58" y="31"/>
                  </a:cubicBezTo>
                  <a:cubicBezTo>
                    <a:pt x="55" y="27"/>
                    <a:pt x="45" y="16"/>
                    <a:pt x="41" y="12"/>
                  </a:cubicBezTo>
                  <a:cubicBezTo>
                    <a:pt x="38" y="7"/>
                    <a:pt x="34" y="4"/>
                    <a:pt x="30" y="0"/>
                  </a:cubicBezTo>
                  <a:cubicBezTo>
                    <a:pt x="33" y="3"/>
                    <a:pt x="36" y="4"/>
                    <a:pt x="31" y="6"/>
                  </a:cubicBezTo>
                  <a:cubicBezTo>
                    <a:pt x="28" y="8"/>
                    <a:pt x="24" y="5"/>
                    <a:pt x="21" y="4"/>
                  </a:cubicBezTo>
                  <a:cubicBezTo>
                    <a:pt x="18" y="4"/>
                    <a:pt x="8" y="2"/>
                    <a:pt x="5" y="1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2" name="Freeform 1425">
              <a:extLst>
                <a:ext uri="{FF2B5EF4-FFF2-40B4-BE49-F238E27FC236}">
                  <a16:creationId xmlns:a16="http://schemas.microsoft.com/office/drawing/2014/main" id="{0D46E594-1FEB-4B4C-9AD5-D4F283AB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714"/>
              <a:ext cx="140" cy="155"/>
            </a:xfrm>
            <a:custGeom>
              <a:avLst/>
              <a:gdLst>
                <a:gd name="T0" fmla="*/ 25 w 61"/>
                <a:gd name="T1" fmla="*/ 431 h 63"/>
                <a:gd name="T2" fmla="*/ 737 w 61"/>
                <a:gd name="T3" fmla="*/ 937 h 63"/>
                <a:gd name="T4" fmla="*/ 475 w 61"/>
                <a:gd name="T5" fmla="*/ 563 h 63"/>
                <a:gd name="T6" fmla="*/ 326 w 61"/>
                <a:gd name="T7" fmla="*/ 376 h 63"/>
                <a:gd name="T8" fmla="*/ 0 w 61"/>
                <a:gd name="T9" fmla="*/ 0 h 63"/>
                <a:gd name="T10" fmla="*/ 301 w 61"/>
                <a:gd name="T11" fmla="*/ 539 h 63"/>
                <a:gd name="T12" fmla="*/ 243 w 61"/>
                <a:gd name="T13" fmla="*/ 522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63">
                  <a:moveTo>
                    <a:pt x="2" y="29"/>
                  </a:moveTo>
                  <a:cubicBezTo>
                    <a:pt x="20" y="42"/>
                    <a:pt x="41" y="54"/>
                    <a:pt x="61" y="63"/>
                  </a:cubicBezTo>
                  <a:cubicBezTo>
                    <a:pt x="58" y="54"/>
                    <a:pt x="47" y="45"/>
                    <a:pt x="39" y="38"/>
                  </a:cubicBezTo>
                  <a:cubicBezTo>
                    <a:pt x="35" y="34"/>
                    <a:pt x="31" y="30"/>
                    <a:pt x="27" y="25"/>
                  </a:cubicBezTo>
                  <a:cubicBezTo>
                    <a:pt x="20" y="19"/>
                    <a:pt x="7" y="7"/>
                    <a:pt x="0" y="0"/>
                  </a:cubicBezTo>
                  <a:cubicBezTo>
                    <a:pt x="7" y="4"/>
                    <a:pt x="29" y="27"/>
                    <a:pt x="25" y="36"/>
                  </a:cubicBezTo>
                  <a:cubicBezTo>
                    <a:pt x="23" y="36"/>
                    <a:pt x="22" y="36"/>
                    <a:pt x="20" y="35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3" name="Freeform 1426">
              <a:extLst>
                <a:ext uri="{FF2B5EF4-FFF2-40B4-BE49-F238E27FC236}">
                  <a16:creationId xmlns:a16="http://schemas.microsoft.com/office/drawing/2014/main" id="{FCAEE40E-EAAA-4495-880A-FD60BF5FA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442"/>
              <a:ext cx="147" cy="93"/>
            </a:xfrm>
            <a:custGeom>
              <a:avLst/>
              <a:gdLst>
                <a:gd name="T0" fmla="*/ 496 w 64"/>
                <a:gd name="T1" fmla="*/ 365 h 38"/>
                <a:gd name="T2" fmla="*/ 664 w 64"/>
                <a:gd name="T3" fmla="*/ 485 h 38"/>
                <a:gd name="T4" fmla="*/ 765 w 64"/>
                <a:gd name="T5" fmla="*/ 558 h 38"/>
                <a:gd name="T6" fmla="*/ 691 w 64"/>
                <a:gd name="T7" fmla="*/ 323 h 38"/>
                <a:gd name="T8" fmla="*/ 606 w 64"/>
                <a:gd name="T9" fmla="*/ 0 h 38"/>
                <a:gd name="T10" fmla="*/ 691 w 64"/>
                <a:gd name="T11" fmla="*/ 396 h 38"/>
                <a:gd name="T12" fmla="*/ 544 w 64"/>
                <a:gd name="T13" fmla="*/ 335 h 38"/>
                <a:gd name="T14" fmla="*/ 280 w 64"/>
                <a:gd name="T15" fmla="*/ 162 h 38"/>
                <a:gd name="T16" fmla="*/ 0 w 64"/>
                <a:gd name="T17" fmla="*/ 12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38">
                  <a:moveTo>
                    <a:pt x="41" y="25"/>
                  </a:moveTo>
                  <a:cubicBezTo>
                    <a:pt x="46" y="28"/>
                    <a:pt x="50" y="31"/>
                    <a:pt x="55" y="33"/>
                  </a:cubicBezTo>
                  <a:cubicBezTo>
                    <a:pt x="57" y="35"/>
                    <a:pt x="61" y="37"/>
                    <a:pt x="63" y="38"/>
                  </a:cubicBezTo>
                  <a:cubicBezTo>
                    <a:pt x="64" y="32"/>
                    <a:pt x="59" y="27"/>
                    <a:pt x="57" y="22"/>
                  </a:cubicBezTo>
                  <a:cubicBezTo>
                    <a:pt x="55" y="15"/>
                    <a:pt x="54" y="7"/>
                    <a:pt x="50" y="0"/>
                  </a:cubicBezTo>
                  <a:cubicBezTo>
                    <a:pt x="51" y="9"/>
                    <a:pt x="58" y="18"/>
                    <a:pt x="57" y="27"/>
                  </a:cubicBezTo>
                  <a:cubicBezTo>
                    <a:pt x="56" y="36"/>
                    <a:pt x="50" y="25"/>
                    <a:pt x="45" y="23"/>
                  </a:cubicBezTo>
                  <a:cubicBezTo>
                    <a:pt x="38" y="19"/>
                    <a:pt x="31" y="14"/>
                    <a:pt x="23" y="11"/>
                  </a:cubicBezTo>
                  <a:cubicBezTo>
                    <a:pt x="16" y="8"/>
                    <a:pt x="8" y="5"/>
                    <a:pt x="0" y="1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4" name="Freeform 1427">
              <a:extLst>
                <a:ext uri="{FF2B5EF4-FFF2-40B4-BE49-F238E27FC236}">
                  <a16:creationId xmlns:a16="http://schemas.microsoft.com/office/drawing/2014/main" id="{51708E5D-0073-42EF-B1AA-EEBB739F1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545"/>
              <a:ext cx="9" cy="15"/>
            </a:xfrm>
            <a:custGeom>
              <a:avLst/>
              <a:gdLst>
                <a:gd name="T0" fmla="*/ 0 w 4"/>
                <a:gd name="T1" fmla="*/ 33 h 6"/>
                <a:gd name="T2" fmla="*/ 36 w 4"/>
                <a:gd name="T3" fmla="*/ 95 h 6"/>
                <a:gd name="T4" fmla="*/ 0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1" y="4"/>
                    <a:pt x="2" y="5"/>
                    <a:pt x="3" y="6"/>
                  </a:cubicBezTo>
                  <a:cubicBezTo>
                    <a:pt x="4" y="3"/>
                    <a:pt x="1" y="1"/>
                    <a:pt x="0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5" name="Freeform 1428">
              <a:extLst>
                <a:ext uri="{FF2B5EF4-FFF2-40B4-BE49-F238E27FC236}">
                  <a16:creationId xmlns:a16="http://schemas.microsoft.com/office/drawing/2014/main" id="{68E96518-467E-41C8-82BB-C75EA3287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413"/>
              <a:ext cx="46" cy="59"/>
            </a:xfrm>
            <a:custGeom>
              <a:avLst/>
              <a:gdLst>
                <a:gd name="T0" fmla="*/ 28 w 20"/>
                <a:gd name="T1" fmla="*/ 224 h 24"/>
                <a:gd name="T2" fmla="*/ 216 w 20"/>
                <a:gd name="T3" fmla="*/ 224 h 24"/>
                <a:gd name="T4" fmla="*/ 159 w 20"/>
                <a:gd name="T5" fmla="*/ 0 h 24"/>
                <a:gd name="T6" fmla="*/ 131 w 20"/>
                <a:gd name="T7" fmla="*/ 253 h 24"/>
                <a:gd name="T8" fmla="*/ 0 w 20"/>
                <a:gd name="T9" fmla="*/ 16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2" y="15"/>
                  </a:moveTo>
                  <a:cubicBezTo>
                    <a:pt x="3" y="24"/>
                    <a:pt x="16" y="22"/>
                    <a:pt x="18" y="15"/>
                  </a:cubicBezTo>
                  <a:cubicBezTo>
                    <a:pt x="20" y="11"/>
                    <a:pt x="17" y="3"/>
                    <a:pt x="13" y="0"/>
                  </a:cubicBezTo>
                  <a:cubicBezTo>
                    <a:pt x="14" y="4"/>
                    <a:pt x="17" y="15"/>
                    <a:pt x="11" y="17"/>
                  </a:cubicBezTo>
                  <a:cubicBezTo>
                    <a:pt x="7" y="19"/>
                    <a:pt x="4" y="12"/>
                    <a:pt x="0" y="11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6" name="Freeform 1429">
              <a:extLst>
                <a:ext uri="{FF2B5EF4-FFF2-40B4-BE49-F238E27FC236}">
                  <a16:creationId xmlns:a16="http://schemas.microsoft.com/office/drawing/2014/main" id="{A7274805-B415-4C19-B72D-BDC163D25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533"/>
              <a:ext cx="64" cy="100"/>
            </a:xfrm>
            <a:custGeom>
              <a:avLst/>
              <a:gdLst>
                <a:gd name="T0" fmla="*/ 0 w 28"/>
                <a:gd name="T1" fmla="*/ 451 h 41"/>
                <a:gd name="T2" fmla="*/ 297 w 28"/>
                <a:gd name="T3" fmla="*/ 554 h 41"/>
                <a:gd name="T4" fmla="*/ 325 w 28"/>
                <a:gd name="T5" fmla="*/ 363 h 41"/>
                <a:gd name="T6" fmla="*/ 309 w 28"/>
                <a:gd name="T7" fmla="*/ 0 h 41"/>
                <a:gd name="T8" fmla="*/ 297 w 28"/>
                <a:gd name="T9" fmla="*/ 393 h 41"/>
                <a:gd name="T10" fmla="*/ 110 w 28"/>
                <a:gd name="T11" fmla="*/ 493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1">
                  <a:moveTo>
                    <a:pt x="0" y="31"/>
                  </a:moveTo>
                  <a:cubicBezTo>
                    <a:pt x="5" y="34"/>
                    <a:pt x="20" y="41"/>
                    <a:pt x="25" y="38"/>
                  </a:cubicBezTo>
                  <a:cubicBezTo>
                    <a:pt x="28" y="35"/>
                    <a:pt x="27" y="29"/>
                    <a:pt x="27" y="25"/>
                  </a:cubicBezTo>
                  <a:cubicBezTo>
                    <a:pt x="26" y="17"/>
                    <a:pt x="27" y="8"/>
                    <a:pt x="26" y="0"/>
                  </a:cubicBezTo>
                  <a:cubicBezTo>
                    <a:pt x="24" y="9"/>
                    <a:pt x="27" y="18"/>
                    <a:pt x="25" y="27"/>
                  </a:cubicBezTo>
                  <a:cubicBezTo>
                    <a:pt x="24" y="33"/>
                    <a:pt x="15" y="40"/>
                    <a:pt x="9" y="34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7" name="Freeform 1430">
              <a:extLst>
                <a:ext uri="{FF2B5EF4-FFF2-40B4-BE49-F238E27FC236}">
                  <a16:creationId xmlns:a16="http://schemas.microsoft.com/office/drawing/2014/main" id="{9530061E-5529-4266-A46D-9EC7906F6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624"/>
              <a:ext cx="11" cy="14"/>
            </a:xfrm>
            <a:custGeom>
              <a:avLst/>
              <a:gdLst>
                <a:gd name="T0" fmla="*/ 0 w 5"/>
                <a:gd name="T1" fmla="*/ 49 h 6"/>
                <a:gd name="T2" fmla="*/ 44 w 5"/>
                <a:gd name="T3" fmla="*/ 77 h 6"/>
                <a:gd name="T4" fmla="*/ 33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4"/>
                  </a:moveTo>
                  <a:cubicBezTo>
                    <a:pt x="1" y="6"/>
                    <a:pt x="3" y="6"/>
                    <a:pt x="4" y="6"/>
                  </a:cubicBezTo>
                  <a:cubicBezTo>
                    <a:pt x="5" y="5"/>
                    <a:pt x="5" y="2"/>
                    <a:pt x="3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8" name="Freeform 1431">
              <a:extLst>
                <a:ext uri="{FF2B5EF4-FFF2-40B4-BE49-F238E27FC236}">
                  <a16:creationId xmlns:a16="http://schemas.microsoft.com/office/drawing/2014/main" id="{FE19B3B3-B19A-4D72-85AF-DFE40EE54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805"/>
              <a:ext cx="14" cy="25"/>
            </a:xfrm>
            <a:custGeom>
              <a:avLst/>
              <a:gdLst>
                <a:gd name="T0" fmla="*/ 0 w 6"/>
                <a:gd name="T1" fmla="*/ 83 h 10"/>
                <a:gd name="T2" fmla="*/ 37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5"/>
                  </a:moveTo>
                  <a:cubicBezTo>
                    <a:pt x="6" y="10"/>
                    <a:pt x="3" y="2"/>
                    <a:pt x="3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9" name="Freeform 1432">
              <a:extLst>
                <a:ext uri="{FF2B5EF4-FFF2-40B4-BE49-F238E27FC236}">
                  <a16:creationId xmlns:a16="http://schemas.microsoft.com/office/drawing/2014/main" id="{911B40C7-F3FF-40FC-B254-5F8255B4B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523"/>
              <a:ext cx="25" cy="208"/>
            </a:xfrm>
            <a:custGeom>
              <a:avLst/>
              <a:gdLst>
                <a:gd name="T0" fmla="*/ 11 w 11"/>
                <a:gd name="T1" fmla="*/ 29 h 85"/>
                <a:gd name="T2" fmla="*/ 57 w 11"/>
                <a:gd name="T3" fmla="*/ 1246 h 85"/>
                <a:gd name="T4" fmla="*/ 36 w 11"/>
                <a:gd name="T5" fmla="*/ 467 h 85"/>
                <a:gd name="T6" fmla="*/ 0 w 11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5">
                  <a:moveTo>
                    <a:pt x="1" y="2"/>
                  </a:moveTo>
                  <a:cubicBezTo>
                    <a:pt x="8" y="29"/>
                    <a:pt x="11" y="59"/>
                    <a:pt x="5" y="85"/>
                  </a:cubicBezTo>
                  <a:cubicBezTo>
                    <a:pt x="4" y="68"/>
                    <a:pt x="4" y="50"/>
                    <a:pt x="3" y="32"/>
                  </a:cubicBezTo>
                  <a:cubicBezTo>
                    <a:pt x="2" y="20"/>
                    <a:pt x="2" y="12"/>
                    <a:pt x="0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0" name="Freeform 1433">
              <a:extLst>
                <a:ext uri="{FF2B5EF4-FFF2-40B4-BE49-F238E27FC236}">
                  <a16:creationId xmlns:a16="http://schemas.microsoft.com/office/drawing/2014/main" id="{BB027DAA-065D-4468-AF91-35BF6158E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474"/>
              <a:ext cx="23" cy="59"/>
            </a:xfrm>
            <a:custGeom>
              <a:avLst/>
              <a:gdLst>
                <a:gd name="T0" fmla="*/ 12 w 10"/>
                <a:gd name="T1" fmla="*/ 285 h 24"/>
                <a:gd name="T2" fmla="*/ 94 w 10"/>
                <a:gd name="T3" fmla="*/ 103 h 24"/>
                <a:gd name="T4" fmla="*/ 0 w 10"/>
                <a:gd name="T5" fmla="*/ 0 h 24"/>
                <a:gd name="T6" fmla="*/ 64 w 10"/>
                <a:gd name="T7" fmla="*/ 22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1" y="19"/>
                  </a:moveTo>
                  <a:cubicBezTo>
                    <a:pt x="7" y="24"/>
                    <a:pt x="10" y="11"/>
                    <a:pt x="8" y="7"/>
                  </a:cubicBezTo>
                  <a:cubicBezTo>
                    <a:pt x="7" y="4"/>
                    <a:pt x="3" y="0"/>
                    <a:pt x="0" y="0"/>
                  </a:cubicBezTo>
                  <a:cubicBezTo>
                    <a:pt x="3" y="4"/>
                    <a:pt x="9" y="10"/>
                    <a:pt x="5" y="15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1" name="Freeform 1434">
              <a:extLst>
                <a:ext uri="{FF2B5EF4-FFF2-40B4-BE49-F238E27FC236}">
                  <a16:creationId xmlns:a16="http://schemas.microsoft.com/office/drawing/2014/main" id="{3C72064F-47A2-4E22-B2D7-6D9B17E10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317"/>
              <a:ext cx="46" cy="74"/>
            </a:xfrm>
            <a:custGeom>
              <a:avLst/>
              <a:gdLst>
                <a:gd name="T0" fmla="*/ 170 w 20"/>
                <a:gd name="T1" fmla="*/ 183 h 30"/>
                <a:gd name="T2" fmla="*/ 85 w 20"/>
                <a:gd name="T3" fmla="*/ 451 h 30"/>
                <a:gd name="T4" fmla="*/ 131 w 20"/>
                <a:gd name="T5" fmla="*/ 30 h 30"/>
                <a:gd name="T6" fmla="*/ 244 w 20"/>
                <a:gd name="T7" fmla="*/ 165 h 30"/>
                <a:gd name="T8" fmla="*/ 170 w 20"/>
                <a:gd name="T9" fmla="*/ 1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0">
                  <a:moveTo>
                    <a:pt x="14" y="12"/>
                  </a:moveTo>
                  <a:cubicBezTo>
                    <a:pt x="9" y="8"/>
                    <a:pt x="7" y="27"/>
                    <a:pt x="7" y="30"/>
                  </a:cubicBezTo>
                  <a:cubicBezTo>
                    <a:pt x="5" y="23"/>
                    <a:pt x="0" y="6"/>
                    <a:pt x="11" y="2"/>
                  </a:cubicBezTo>
                  <a:cubicBezTo>
                    <a:pt x="17" y="0"/>
                    <a:pt x="19" y="6"/>
                    <a:pt x="20" y="11"/>
                  </a:cubicBezTo>
                  <a:cubicBezTo>
                    <a:pt x="18" y="10"/>
                    <a:pt x="16" y="9"/>
                    <a:pt x="14" y="9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2" name="Freeform 1435">
              <a:extLst>
                <a:ext uri="{FF2B5EF4-FFF2-40B4-BE49-F238E27FC236}">
                  <a16:creationId xmlns:a16="http://schemas.microsoft.com/office/drawing/2014/main" id="{D0713D3F-5C64-4236-BD79-E3F26D5B4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2160"/>
              <a:ext cx="34" cy="32"/>
            </a:xfrm>
            <a:custGeom>
              <a:avLst/>
              <a:gdLst>
                <a:gd name="T0" fmla="*/ 0 w 15"/>
                <a:gd name="T1" fmla="*/ 103 h 13"/>
                <a:gd name="T2" fmla="*/ 45 w 15"/>
                <a:gd name="T3" fmla="*/ 194 h 13"/>
                <a:gd name="T4" fmla="*/ 175 w 15"/>
                <a:gd name="T5" fmla="*/ 103 h 13"/>
                <a:gd name="T6" fmla="*/ 0 w 15"/>
                <a:gd name="T7" fmla="*/ 7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0" y="7"/>
                  </a:moveTo>
                  <a:cubicBezTo>
                    <a:pt x="2" y="8"/>
                    <a:pt x="3" y="11"/>
                    <a:pt x="4" y="13"/>
                  </a:cubicBezTo>
                  <a:cubicBezTo>
                    <a:pt x="6" y="9"/>
                    <a:pt x="10" y="5"/>
                    <a:pt x="15" y="7"/>
                  </a:cubicBezTo>
                  <a:cubicBezTo>
                    <a:pt x="12" y="3"/>
                    <a:pt x="2" y="0"/>
                    <a:pt x="0" y="5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3" name="Freeform 1436">
              <a:extLst>
                <a:ext uri="{FF2B5EF4-FFF2-40B4-BE49-F238E27FC236}">
                  <a16:creationId xmlns:a16="http://schemas.microsoft.com/office/drawing/2014/main" id="{52158E07-C509-4746-8AAF-0B05E2B03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266"/>
              <a:ext cx="46" cy="51"/>
            </a:xfrm>
            <a:custGeom>
              <a:avLst/>
              <a:gdLst>
                <a:gd name="T0" fmla="*/ 94 w 20"/>
                <a:gd name="T1" fmla="*/ 301 h 21"/>
                <a:gd name="T2" fmla="*/ 159 w 20"/>
                <a:gd name="T3" fmla="*/ 112 h 21"/>
                <a:gd name="T4" fmla="*/ 244 w 20"/>
                <a:gd name="T5" fmla="*/ 0 h 21"/>
                <a:gd name="T6" fmla="*/ 48 w 20"/>
                <a:gd name="T7" fmla="*/ 18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8" y="21"/>
                  </a:moveTo>
                  <a:cubicBezTo>
                    <a:pt x="10" y="17"/>
                    <a:pt x="10" y="13"/>
                    <a:pt x="13" y="8"/>
                  </a:cubicBezTo>
                  <a:cubicBezTo>
                    <a:pt x="15" y="4"/>
                    <a:pt x="16" y="0"/>
                    <a:pt x="20" y="0"/>
                  </a:cubicBezTo>
                  <a:cubicBezTo>
                    <a:pt x="13" y="0"/>
                    <a:pt x="0" y="3"/>
                    <a:pt x="4" y="13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4" name="Freeform 1437">
              <a:extLst>
                <a:ext uri="{FF2B5EF4-FFF2-40B4-BE49-F238E27FC236}">
                  <a16:creationId xmlns:a16="http://schemas.microsoft.com/office/drawing/2014/main" id="{00260CDF-7544-4718-AE86-40470218A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241"/>
              <a:ext cx="41" cy="47"/>
            </a:xfrm>
            <a:custGeom>
              <a:avLst/>
              <a:gdLst>
                <a:gd name="T0" fmla="*/ 73 w 18"/>
                <a:gd name="T1" fmla="*/ 287 h 19"/>
                <a:gd name="T2" fmla="*/ 57 w 18"/>
                <a:gd name="T3" fmla="*/ 153 h 19"/>
                <a:gd name="T4" fmla="*/ 212 w 18"/>
                <a:gd name="T5" fmla="*/ 121 h 19"/>
                <a:gd name="T6" fmla="*/ 0 w 18"/>
                <a:gd name="T7" fmla="*/ 18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6" y="19"/>
                  </a:moveTo>
                  <a:cubicBezTo>
                    <a:pt x="3" y="17"/>
                    <a:pt x="3" y="13"/>
                    <a:pt x="5" y="10"/>
                  </a:cubicBezTo>
                  <a:cubicBezTo>
                    <a:pt x="8" y="6"/>
                    <a:pt x="14" y="7"/>
                    <a:pt x="18" y="8"/>
                  </a:cubicBezTo>
                  <a:cubicBezTo>
                    <a:pt x="12" y="7"/>
                    <a:pt x="0" y="0"/>
                    <a:pt x="0" y="12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5" name="Freeform 1438">
              <a:extLst>
                <a:ext uri="{FF2B5EF4-FFF2-40B4-BE49-F238E27FC236}">
                  <a16:creationId xmlns:a16="http://schemas.microsoft.com/office/drawing/2014/main" id="{D3347C98-82E3-4665-B52C-5BAA6B200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226"/>
              <a:ext cx="23" cy="37"/>
            </a:xfrm>
            <a:custGeom>
              <a:avLst/>
              <a:gdLst>
                <a:gd name="T0" fmla="*/ 48 w 10"/>
                <a:gd name="T1" fmla="*/ 224 h 15"/>
                <a:gd name="T2" fmla="*/ 122 w 10"/>
                <a:gd name="T3" fmla="*/ 62 h 15"/>
                <a:gd name="T4" fmla="*/ 0 w 10"/>
                <a:gd name="T5" fmla="*/ 4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4" y="15"/>
                  </a:moveTo>
                  <a:cubicBezTo>
                    <a:pt x="1" y="10"/>
                    <a:pt x="3" y="3"/>
                    <a:pt x="10" y="4"/>
                  </a:cubicBezTo>
                  <a:cubicBezTo>
                    <a:pt x="7" y="2"/>
                    <a:pt x="3" y="0"/>
                    <a:pt x="0" y="3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6" name="Freeform 1439">
              <a:extLst>
                <a:ext uri="{FF2B5EF4-FFF2-40B4-BE49-F238E27FC236}">
                  <a16:creationId xmlns:a16="http://schemas.microsoft.com/office/drawing/2014/main" id="{ABB89AAF-25D5-4B0C-A87C-A89F2B13C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221"/>
              <a:ext cx="23" cy="27"/>
            </a:xfrm>
            <a:custGeom>
              <a:avLst/>
              <a:gdLst>
                <a:gd name="T0" fmla="*/ 48 w 10"/>
                <a:gd name="T1" fmla="*/ 162 h 11"/>
                <a:gd name="T2" fmla="*/ 122 w 10"/>
                <a:gd name="T3" fmla="*/ 12 h 11"/>
                <a:gd name="T4" fmla="*/ 0 w 10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4" y="11"/>
                  </a:moveTo>
                  <a:cubicBezTo>
                    <a:pt x="1" y="6"/>
                    <a:pt x="6" y="2"/>
                    <a:pt x="10" y="1"/>
                  </a:cubicBezTo>
                  <a:cubicBezTo>
                    <a:pt x="7" y="0"/>
                    <a:pt x="2" y="0"/>
                    <a:pt x="0" y="2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7" name="Freeform 1440">
              <a:extLst>
                <a:ext uri="{FF2B5EF4-FFF2-40B4-BE49-F238E27FC236}">
                  <a16:creationId xmlns:a16="http://schemas.microsoft.com/office/drawing/2014/main" id="{9E262141-9336-4120-BD79-4D43FA1CA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283"/>
              <a:ext cx="53" cy="37"/>
            </a:xfrm>
            <a:custGeom>
              <a:avLst/>
              <a:gdLst>
                <a:gd name="T0" fmla="*/ 122 w 23"/>
                <a:gd name="T1" fmla="*/ 224 h 15"/>
                <a:gd name="T2" fmla="*/ 122 w 23"/>
                <a:gd name="T3" fmla="*/ 74 h 15"/>
                <a:gd name="T4" fmla="*/ 281 w 23"/>
                <a:gd name="T5" fmla="*/ 62 h 15"/>
                <a:gd name="T6" fmla="*/ 65 w 23"/>
                <a:gd name="T7" fmla="*/ 10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10" y="15"/>
                  </a:moveTo>
                  <a:cubicBezTo>
                    <a:pt x="8" y="14"/>
                    <a:pt x="8" y="8"/>
                    <a:pt x="10" y="5"/>
                  </a:cubicBezTo>
                  <a:cubicBezTo>
                    <a:pt x="12" y="3"/>
                    <a:pt x="20" y="3"/>
                    <a:pt x="23" y="4"/>
                  </a:cubicBezTo>
                  <a:cubicBezTo>
                    <a:pt x="20" y="2"/>
                    <a:pt x="0" y="0"/>
                    <a:pt x="5" y="7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8" name="Freeform 1441">
              <a:extLst>
                <a:ext uri="{FF2B5EF4-FFF2-40B4-BE49-F238E27FC236}">
                  <a16:creationId xmlns:a16="http://schemas.microsoft.com/office/drawing/2014/main" id="{93A5FB35-2B97-47D0-A845-D6A5C003A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288"/>
              <a:ext cx="36" cy="44"/>
            </a:xfrm>
            <a:custGeom>
              <a:avLst/>
              <a:gdLst>
                <a:gd name="T0" fmla="*/ 56 w 16"/>
                <a:gd name="T1" fmla="*/ 264 h 18"/>
                <a:gd name="T2" fmla="*/ 182 w 16"/>
                <a:gd name="T3" fmla="*/ 144 h 18"/>
                <a:gd name="T4" fmla="*/ 0 w 16"/>
                <a:gd name="T5" fmla="*/ 10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5" y="18"/>
                  </a:moveTo>
                  <a:cubicBezTo>
                    <a:pt x="4" y="11"/>
                    <a:pt x="9" y="7"/>
                    <a:pt x="16" y="10"/>
                  </a:cubicBezTo>
                  <a:cubicBezTo>
                    <a:pt x="10" y="6"/>
                    <a:pt x="6" y="0"/>
                    <a:pt x="0" y="7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9" name="Freeform 1442">
              <a:extLst>
                <a:ext uri="{FF2B5EF4-FFF2-40B4-BE49-F238E27FC236}">
                  <a16:creationId xmlns:a16="http://schemas.microsoft.com/office/drawing/2014/main" id="{8161FF7C-6E9C-4744-9D98-0F6D35FAC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317"/>
              <a:ext cx="33" cy="39"/>
            </a:xfrm>
            <a:custGeom>
              <a:avLst/>
              <a:gdLst>
                <a:gd name="T0" fmla="*/ 40 w 14"/>
                <a:gd name="T1" fmla="*/ 232 h 16"/>
                <a:gd name="T2" fmla="*/ 184 w 14"/>
                <a:gd name="T3" fmla="*/ 119 h 16"/>
                <a:gd name="T4" fmla="*/ 0 w 14"/>
                <a:gd name="T5" fmla="*/ 10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3" y="16"/>
                  </a:moveTo>
                  <a:cubicBezTo>
                    <a:pt x="3" y="8"/>
                    <a:pt x="7" y="7"/>
                    <a:pt x="14" y="8"/>
                  </a:cubicBezTo>
                  <a:cubicBezTo>
                    <a:pt x="11" y="6"/>
                    <a:pt x="1" y="0"/>
                    <a:pt x="0" y="7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0" name="Freeform 1443">
              <a:extLst>
                <a:ext uri="{FF2B5EF4-FFF2-40B4-BE49-F238E27FC236}">
                  <a16:creationId xmlns:a16="http://schemas.microsoft.com/office/drawing/2014/main" id="{260F0D77-A74E-4292-89F3-49463EBAE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327"/>
              <a:ext cx="23" cy="47"/>
            </a:xfrm>
            <a:custGeom>
              <a:avLst/>
              <a:gdLst>
                <a:gd name="T0" fmla="*/ 37 w 10"/>
                <a:gd name="T1" fmla="*/ 287 h 19"/>
                <a:gd name="T2" fmla="*/ 122 w 10"/>
                <a:gd name="T3" fmla="*/ 121 h 19"/>
                <a:gd name="T4" fmla="*/ 48 w 10"/>
                <a:gd name="T5" fmla="*/ 0 h 19"/>
                <a:gd name="T6" fmla="*/ 0 w 10"/>
                <a:gd name="T7" fmla="*/ 15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3" y="19"/>
                  </a:moveTo>
                  <a:cubicBezTo>
                    <a:pt x="1" y="13"/>
                    <a:pt x="3" y="8"/>
                    <a:pt x="10" y="8"/>
                  </a:cubicBezTo>
                  <a:cubicBezTo>
                    <a:pt x="9" y="6"/>
                    <a:pt x="7" y="0"/>
                    <a:pt x="4" y="0"/>
                  </a:cubicBezTo>
                  <a:cubicBezTo>
                    <a:pt x="0" y="0"/>
                    <a:pt x="0" y="7"/>
                    <a:pt x="0" y="1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1" name="Freeform 1444">
              <a:extLst>
                <a:ext uri="{FF2B5EF4-FFF2-40B4-BE49-F238E27FC236}">
                  <a16:creationId xmlns:a16="http://schemas.microsoft.com/office/drawing/2014/main" id="{C715DD8F-C394-4764-9EAD-1048A1DDF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381"/>
              <a:ext cx="35" cy="56"/>
            </a:xfrm>
            <a:custGeom>
              <a:avLst/>
              <a:gdLst>
                <a:gd name="T0" fmla="*/ 0 w 15"/>
                <a:gd name="T1" fmla="*/ 331 h 23"/>
                <a:gd name="T2" fmla="*/ 49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0" y="23"/>
                  </a:moveTo>
                  <a:cubicBezTo>
                    <a:pt x="15" y="23"/>
                    <a:pt x="11" y="8"/>
                    <a:pt x="4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2" name="Freeform 1445">
              <a:extLst>
                <a:ext uri="{FF2B5EF4-FFF2-40B4-BE49-F238E27FC236}">
                  <a16:creationId xmlns:a16="http://schemas.microsoft.com/office/drawing/2014/main" id="{74C19DFD-C374-4578-BE43-CCB60B6A0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418"/>
              <a:ext cx="23" cy="61"/>
            </a:xfrm>
            <a:custGeom>
              <a:avLst/>
              <a:gdLst>
                <a:gd name="T0" fmla="*/ 37 w 10"/>
                <a:gd name="T1" fmla="*/ 364 h 25"/>
                <a:gd name="T2" fmla="*/ 122 w 10"/>
                <a:gd name="T3" fmla="*/ 90 h 25"/>
                <a:gd name="T4" fmla="*/ 0 w 10"/>
                <a:gd name="T5" fmla="*/ 24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3" y="25"/>
                  </a:moveTo>
                  <a:cubicBezTo>
                    <a:pt x="3" y="17"/>
                    <a:pt x="6" y="13"/>
                    <a:pt x="10" y="6"/>
                  </a:cubicBezTo>
                  <a:cubicBezTo>
                    <a:pt x="5" y="0"/>
                    <a:pt x="0" y="14"/>
                    <a:pt x="0" y="17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3" name="Freeform 1446">
              <a:extLst>
                <a:ext uri="{FF2B5EF4-FFF2-40B4-BE49-F238E27FC236}">
                  <a16:creationId xmlns:a16="http://schemas.microsoft.com/office/drawing/2014/main" id="{BFF36D8D-6715-4C19-937D-880F0A92F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496"/>
              <a:ext cx="16" cy="49"/>
            </a:xfrm>
            <a:custGeom>
              <a:avLst/>
              <a:gdLst>
                <a:gd name="T0" fmla="*/ 57 w 7"/>
                <a:gd name="T1" fmla="*/ 294 h 20"/>
                <a:gd name="T2" fmla="*/ 85 w 7"/>
                <a:gd name="T3" fmla="*/ 149 h 20"/>
                <a:gd name="T4" fmla="*/ 11 w 7"/>
                <a:gd name="T5" fmla="*/ 0 h 20"/>
                <a:gd name="T6" fmla="*/ 0 w 7"/>
                <a:gd name="T7" fmla="*/ 4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0">
                  <a:moveTo>
                    <a:pt x="5" y="20"/>
                  </a:moveTo>
                  <a:cubicBezTo>
                    <a:pt x="2" y="16"/>
                    <a:pt x="7" y="14"/>
                    <a:pt x="7" y="10"/>
                  </a:cubicBezTo>
                  <a:cubicBezTo>
                    <a:pt x="7" y="7"/>
                    <a:pt x="3" y="4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4" name="Freeform 1447">
              <a:extLst>
                <a:ext uri="{FF2B5EF4-FFF2-40B4-BE49-F238E27FC236}">
                  <a16:creationId xmlns:a16="http://schemas.microsoft.com/office/drawing/2014/main" id="{BD49104C-5B64-4B98-8501-9B89C117B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702"/>
              <a:ext cx="53" cy="83"/>
            </a:xfrm>
            <a:custGeom>
              <a:avLst/>
              <a:gdLst>
                <a:gd name="T0" fmla="*/ 150 w 23"/>
                <a:gd name="T1" fmla="*/ 454 h 34"/>
                <a:gd name="T2" fmla="*/ 281 w 23"/>
                <a:gd name="T3" fmla="*/ 132 h 34"/>
                <a:gd name="T4" fmla="*/ 150 w 23"/>
                <a:gd name="T5" fmla="*/ 42 h 34"/>
                <a:gd name="T6" fmla="*/ 111 w 23"/>
                <a:gd name="T7" fmla="*/ 49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4">
                  <a:moveTo>
                    <a:pt x="12" y="31"/>
                  </a:moveTo>
                  <a:cubicBezTo>
                    <a:pt x="8" y="25"/>
                    <a:pt x="13" y="0"/>
                    <a:pt x="23" y="9"/>
                  </a:cubicBezTo>
                  <a:cubicBezTo>
                    <a:pt x="20" y="5"/>
                    <a:pt x="17" y="0"/>
                    <a:pt x="12" y="3"/>
                  </a:cubicBezTo>
                  <a:cubicBezTo>
                    <a:pt x="0" y="9"/>
                    <a:pt x="9" y="26"/>
                    <a:pt x="9" y="34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5" name="Freeform 1448">
              <a:extLst>
                <a:ext uri="{FF2B5EF4-FFF2-40B4-BE49-F238E27FC236}">
                  <a16:creationId xmlns:a16="http://schemas.microsoft.com/office/drawing/2014/main" id="{3188AC35-4D5A-4A16-9620-55E9F5FA2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869"/>
              <a:ext cx="34" cy="73"/>
            </a:xfrm>
            <a:custGeom>
              <a:avLst/>
              <a:gdLst>
                <a:gd name="T0" fmla="*/ 82 w 15"/>
                <a:gd name="T1" fmla="*/ 433 h 30"/>
                <a:gd name="T2" fmla="*/ 175 w 15"/>
                <a:gd name="T3" fmla="*/ 112 h 30"/>
                <a:gd name="T4" fmla="*/ 82 w 15"/>
                <a:gd name="T5" fmla="*/ 12 h 30"/>
                <a:gd name="T6" fmla="*/ 25 w 15"/>
                <a:gd name="T7" fmla="*/ 31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0">
                  <a:moveTo>
                    <a:pt x="7" y="30"/>
                  </a:moveTo>
                  <a:cubicBezTo>
                    <a:pt x="7" y="25"/>
                    <a:pt x="4" y="4"/>
                    <a:pt x="15" y="8"/>
                  </a:cubicBezTo>
                  <a:cubicBezTo>
                    <a:pt x="13" y="7"/>
                    <a:pt x="10" y="1"/>
                    <a:pt x="7" y="1"/>
                  </a:cubicBezTo>
                  <a:cubicBezTo>
                    <a:pt x="0" y="0"/>
                    <a:pt x="0" y="18"/>
                    <a:pt x="2" y="22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6" name="Freeform 1449">
              <a:extLst>
                <a:ext uri="{FF2B5EF4-FFF2-40B4-BE49-F238E27FC236}">
                  <a16:creationId xmlns:a16="http://schemas.microsoft.com/office/drawing/2014/main" id="{FA49A175-2B7F-446C-AE6A-6743444F7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457"/>
              <a:ext cx="30" cy="59"/>
            </a:xfrm>
            <a:custGeom>
              <a:avLst/>
              <a:gdLst>
                <a:gd name="T0" fmla="*/ 12 w 13"/>
                <a:gd name="T1" fmla="*/ 327 h 24"/>
                <a:gd name="T2" fmla="*/ 0 w 13"/>
                <a:gd name="T3" fmla="*/ 356 h 24"/>
                <a:gd name="T4" fmla="*/ 159 w 13"/>
                <a:gd name="T5" fmla="*/ 194 h 24"/>
                <a:gd name="T6" fmla="*/ 37 w 13"/>
                <a:gd name="T7" fmla="*/ 9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1" y="22"/>
                  </a:moveTo>
                  <a:cubicBezTo>
                    <a:pt x="1" y="23"/>
                    <a:pt x="0" y="24"/>
                    <a:pt x="0" y="24"/>
                  </a:cubicBezTo>
                  <a:cubicBezTo>
                    <a:pt x="3" y="19"/>
                    <a:pt x="6" y="11"/>
                    <a:pt x="13" y="13"/>
                  </a:cubicBezTo>
                  <a:cubicBezTo>
                    <a:pt x="11" y="10"/>
                    <a:pt x="5" y="0"/>
                    <a:pt x="3" y="6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7" name="Freeform 1450">
              <a:extLst>
                <a:ext uri="{FF2B5EF4-FFF2-40B4-BE49-F238E27FC236}">
                  <a16:creationId xmlns:a16="http://schemas.microsoft.com/office/drawing/2014/main" id="{A137A196-0137-4366-AAC5-0D6EC1CCC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602"/>
              <a:ext cx="27" cy="56"/>
            </a:xfrm>
            <a:custGeom>
              <a:avLst/>
              <a:gdLst>
                <a:gd name="T0" fmla="*/ 36 w 12"/>
                <a:gd name="T1" fmla="*/ 331 h 23"/>
                <a:gd name="T2" fmla="*/ 72 w 12"/>
                <a:gd name="T3" fmla="*/ 100 h 23"/>
                <a:gd name="T4" fmla="*/ 137 w 12"/>
                <a:gd name="T5" fmla="*/ 29 h 23"/>
                <a:gd name="T6" fmla="*/ 0 w 12"/>
                <a:gd name="T7" fmla="*/ 9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3">
                  <a:moveTo>
                    <a:pt x="3" y="23"/>
                  </a:moveTo>
                  <a:cubicBezTo>
                    <a:pt x="3" y="18"/>
                    <a:pt x="3" y="11"/>
                    <a:pt x="6" y="7"/>
                  </a:cubicBezTo>
                  <a:cubicBezTo>
                    <a:pt x="8" y="3"/>
                    <a:pt x="10" y="5"/>
                    <a:pt x="12" y="2"/>
                  </a:cubicBezTo>
                  <a:cubicBezTo>
                    <a:pt x="8" y="2"/>
                    <a:pt x="1" y="0"/>
                    <a:pt x="0" y="6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8" name="Freeform 1451">
              <a:extLst>
                <a:ext uri="{FF2B5EF4-FFF2-40B4-BE49-F238E27FC236}">
                  <a16:creationId xmlns:a16="http://schemas.microsoft.com/office/drawing/2014/main" id="{A0C90E39-AD49-41FB-B7A6-A5176E55F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51"/>
              <a:ext cx="57" cy="67"/>
            </a:xfrm>
            <a:custGeom>
              <a:avLst/>
              <a:gdLst>
                <a:gd name="T0" fmla="*/ 57 w 25"/>
                <a:gd name="T1" fmla="*/ 412 h 27"/>
                <a:gd name="T2" fmla="*/ 296 w 25"/>
                <a:gd name="T3" fmla="*/ 30 h 27"/>
                <a:gd name="T4" fmla="*/ 166 w 25"/>
                <a:gd name="T5" fmla="*/ 12 h 27"/>
                <a:gd name="T6" fmla="*/ 0 w 25"/>
                <a:gd name="T7" fmla="*/ 40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7">
                  <a:moveTo>
                    <a:pt x="5" y="27"/>
                  </a:moveTo>
                  <a:cubicBezTo>
                    <a:pt x="4" y="14"/>
                    <a:pt x="15" y="8"/>
                    <a:pt x="25" y="2"/>
                  </a:cubicBezTo>
                  <a:cubicBezTo>
                    <a:pt x="21" y="0"/>
                    <a:pt x="18" y="0"/>
                    <a:pt x="14" y="1"/>
                  </a:cubicBezTo>
                  <a:cubicBezTo>
                    <a:pt x="2" y="5"/>
                    <a:pt x="0" y="15"/>
                    <a:pt x="0" y="26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9" name="Freeform 1452">
              <a:extLst>
                <a:ext uri="{FF2B5EF4-FFF2-40B4-BE49-F238E27FC236}">
                  <a16:creationId xmlns:a16="http://schemas.microsoft.com/office/drawing/2014/main" id="{254E6CEC-83BB-4587-A063-E02244503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655"/>
              <a:ext cx="51" cy="37"/>
            </a:xfrm>
            <a:custGeom>
              <a:avLst/>
              <a:gdLst>
                <a:gd name="T0" fmla="*/ 74 w 22"/>
                <a:gd name="T1" fmla="*/ 0 h 15"/>
                <a:gd name="T2" fmla="*/ 274 w 22"/>
                <a:gd name="T3" fmla="*/ 133 h 15"/>
                <a:gd name="T4" fmla="*/ 0 w 22"/>
                <a:gd name="T5" fmla="*/ 183 h 15"/>
                <a:gd name="T6" fmla="*/ 151 w 22"/>
                <a:gd name="T7" fmla="*/ 165 h 15"/>
                <a:gd name="T8" fmla="*/ 114 w 22"/>
                <a:gd name="T9" fmla="*/ 3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5">
                  <a:moveTo>
                    <a:pt x="6" y="0"/>
                  </a:moveTo>
                  <a:cubicBezTo>
                    <a:pt x="9" y="2"/>
                    <a:pt x="22" y="6"/>
                    <a:pt x="22" y="9"/>
                  </a:cubicBezTo>
                  <a:cubicBezTo>
                    <a:pt x="21" y="15"/>
                    <a:pt x="3" y="11"/>
                    <a:pt x="0" y="12"/>
                  </a:cubicBezTo>
                  <a:cubicBezTo>
                    <a:pt x="3" y="12"/>
                    <a:pt x="10" y="13"/>
                    <a:pt x="12" y="11"/>
                  </a:cubicBezTo>
                  <a:cubicBezTo>
                    <a:pt x="17" y="8"/>
                    <a:pt x="11" y="5"/>
                    <a:pt x="9" y="2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0" name="Freeform 1453">
              <a:extLst>
                <a:ext uri="{FF2B5EF4-FFF2-40B4-BE49-F238E27FC236}">
                  <a16:creationId xmlns:a16="http://schemas.microsoft.com/office/drawing/2014/main" id="{9D6299F5-F9FA-4A4A-968E-7EB5ADE16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844"/>
              <a:ext cx="51" cy="106"/>
            </a:xfrm>
            <a:custGeom>
              <a:avLst/>
              <a:gdLst>
                <a:gd name="T0" fmla="*/ 236 w 22"/>
                <a:gd name="T1" fmla="*/ 42 h 43"/>
                <a:gd name="T2" fmla="*/ 236 w 22"/>
                <a:gd name="T3" fmla="*/ 266 h 43"/>
                <a:gd name="T4" fmla="*/ 248 w 22"/>
                <a:gd name="T5" fmla="*/ 461 h 43"/>
                <a:gd name="T6" fmla="*/ 139 w 22"/>
                <a:gd name="T7" fmla="*/ 540 h 43"/>
                <a:gd name="T8" fmla="*/ 0 w 22"/>
                <a:gd name="T9" fmla="*/ 643 h 43"/>
                <a:gd name="T10" fmla="*/ 114 w 22"/>
                <a:gd name="T11" fmla="*/ 510 h 43"/>
                <a:gd name="T12" fmla="*/ 199 w 22"/>
                <a:gd name="T13" fmla="*/ 389 h 43"/>
                <a:gd name="T14" fmla="*/ 248 w 22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43">
                  <a:moveTo>
                    <a:pt x="19" y="3"/>
                  </a:moveTo>
                  <a:cubicBezTo>
                    <a:pt x="18" y="8"/>
                    <a:pt x="18" y="13"/>
                    <a:pt x="19" y="18"/>
                  </a:cubicBezTo>
                  <a:cubicBezTo>
                    <a:pt x="19" y="22"/>
                    <a:pt x="22" y="28"/>
                    <a:pt x="20" y="31"/>
                  </a:cubicBezTo>
                  <a:cubicBezTo>
                    <a:pt x="18" y="34"/>
                    <a:pt x="13" y="34"/>
                    <a:pt x="11" y="36"/>
                  </a:cubicBezTo>
                  <a:cubicBezTo>
                    <a:pt x="8" y="37"/>
                    <a:pt x="3" y="40"/>
                    <a:pt x="0" y="43"/>
                  </a:cubicBezTo>
                  <a:cubicBezTo>
                    <a:pt x="3" y="41"/>
                    <a:pt x="6" y="37"/>
                    <a:pt x="9" y="34"/>
                  </a:cubicBezTo>
                  <a:cubicBezTo>
                    <a:pt x="11" y="32"/>
                    <a:pt x="15" y="30"/>
                    <a:pt x="16" y="26"/>
                  </a:cubicBezTo>
                  <a:cubicBezTo>
                    <a:pt x="18" y="18"/>
                    <a:pt x="13" y="8"/>
                    <a:pt x="20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1" name="Freeform 1454">
              <a:extLst>
                <a:ext uri="{FF2B5EF4-FFF2-40B4-BE49-F238E27FC236}">
                  <a16:creationId xmlns:a16="http://schemas.microsoft.com/office/drawing/2014/main" id="{38783175-8F4A-4A72-BBE3-EC19FFED3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717"/>
              <a:ext cx="23" cy="152"/>
            </a:xfrm>
            <a:custGeom>
              <a:avLst/>
              <a:gdLst>
                <a:gd name="T0" fmla="*/ 28 w 10"/>
                <a:gd name="T1" fmla="*/ 0 h 62"/>
                <a:gd name="T2" fmla="*/ 122 w 10"/>
                <a:gd name="T3" fmla="*/ 336 h 62"/>
                <a:gd name="T4" fmla="*/ 94 w 10"/>
                <a:gd name="T5" fmla="*/ 914 h 62"/>
                <a:gd name="T6" fmla="*/ 85 w 10"/>
                <a:gd name="T7" fmla="*/ 620 h 62"/>
                <a:gd name="T8" fmla="*/ 85 w 10"/>
                <a:gd name="T9" fmla="*/ 355 h 62"/>
                <a:gd name="T10" fmla="*/ 0 w 10"/>
                <a:gd name="T11" fmla="*/ 12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2">
                  <a:moveTo>
                    <a:pt x="2" y="0"/>
                  </a:moveTo>
                  <a:cubicBezTo>
                    <a:pt x="8" y="6"/>
                    <a:pt x="10" y="15"/>
                    <a:pt x="10" y="23"/>
                  </a:cubicBezTo>
                  <a:cubicBezTo>
                    <a:pt x="10" y="36"/>
                    <a:pt x="8" y="49"/>
                    <a:pt x="8" y="62"/>
                  </a:cubicBezTo>
                  <a:cubicBezTo>
                    <a:pt x="8" y="55"/>
                    <a:pt x="7" y="49"/>
                    <a:pt x="7" y="42"/>
                  </a:cubicBezTo>
                  <a:cubicBezTo>
                    <a:pt x="7" y="36"/>
                    <a:pt x="7" y="30"/>
                    <a:pt x="7" y="24"/>
                  </a:cubicBezTo>
                  <a:cubicBezTo>
                    <a:pt x="7" y="18"/>
                    <a:pt x="6" y="5"/>
                    <a:pt x="0" y="1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2" name="Freeform 1455">
              <a:extLst>
                <a:ext uri="{FF2B5EF4-FFF2-40B4-BE49-F238E27FC236}">
                  <a16:creationId xmlns:a16="http://schemas.microsoft.com/office/drawing/2014/main" id="{D4E33444-7539-49E7-8022-E419CA864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739"/>
              <a:ext cx="13" cy="19"/>
            </a:xfrm>
            <a:custGeom>
              <a:avLst/>
              <a:gdLst>
                <a:gd name="T0" fmla="*/ 0 w 6"/>
                <a:gd name="T1" fmla="*/ 0 h 8"/>
                <a:gd name="T2" fmla="*/ 20 w 6"/>
                <a:gd name="T3" fmla="*/ 107 h 8"/>
                <a:gd name="T4" fmla="*/ 61 w 6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2"/>
                    <a:pt x="0" y="7"/>
                    <a:pt x="2" y="8"/>
                  </a:cubicBezTo>
                  <a:cubicBezTo>
                    <a:pt x="4" y="7"/>
                    <a:pt x="5" y="3"/>
                    <a:pt x="6" y="3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3" name="Freeform 1456">
              <a:extLst>
                <a:ext uri="{FF2B5EF4-FFF2-40B4-BE49-F238E27FC236}">
                  <a16:creationId xmlns:a16="http://schemas.microsoft.com/office/drawing/2014/main" id="{6F4D84C2-6A23-4BB4-9F8A-5931F9180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989"/>
              <a:ext cx="14" cy="91"/>
            </a:xfrm>
            <a:custGeom>
              <a:avLst/>
              <a:gdLst>
                <a:gd name="T0" fmla="*/ 0 w 6"/>
                <a:gd name="T1" fmla="*/ 460 h 37"/>
                <a:gd name="T2" fmla="*/ 65 w 6"/>
                <a:gd name="T3" fmla="*/ 551 h 37"/>
                <a:gd name="T4" fmla="*/ 77 w 6"/>
                <a:gd name="T5" fmla="*/ 315 h 37"/>
                <a:gd name="T6" fmla="*/ 77 w 6"/>
                <a:gd name="T7" fmla="*/ 0 h 37"/>
                <a:gd name="T8" fmla="*/ 65 w 6"/>
                <a:gd name="T9" fmla="*/ 266 h 37"/>
                <a:gd name="T10" fmla="*/ 28 w 6"/>
                <a:gd name="T11" fmla="*/ 448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7">
                  <a:moveTo>
                    <a:pt x="0" y="31"/>
                  </a:moveTo>
                  <a:cubicBezTo>
                    <a:pt x="2" y="33"/>
                    <a:pt x="2" y="36"/>
                    <a:pt x="5" y="37"/>
                  </a:cubicBezTo>
                  <a:cubicBezTo>
                    <a:pt x="5" y="32"/>
                    <a:pt x="5" y="26"/>
                    <a:pt x="6" y="21"/>
                  </a:cubicBezTo>
                  <a:cubicBezTo>
                    <a:pt x="6" y="14"/>
                    <a:pt x="5" y="6"/>
                    <a:pt x="6" y="0"/>
                  </a:cubicBezTo>
                  <a:cubicBezTo>
                    <a:pt x="5" y="6"/>
                    <a:pt x="6" y="12"/>
                    <a:pt x="5" y="18"/>
                  </a:cubicBezTo>
                  <a:cubicBezTo>
                    <a:pt x="4" y="22"/>
                    <a:pt x="2" y="26"/>
                    <a:pt x="2" y="3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4" name="Freeform 1457">
              <a:extLst>
                <a:ext uri="{FF2B5EF4-FFF2-40B4-BE49-F238E27FC236}">
                  <a16:creationId xmlns:a16="http://schemas.microsoft.com/office/drawing/2014/main" id="{D810DC14-EC96-4C91-B8F3-BC12F961C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550"/>
              <a:ext cx="128" cy="260"/>
            </a:xfrm>
            <a:custGeom>
              <a:avLst/>
              <a:gdLst>
                <a:gd name="T0" fmla="*/ 0 w 56"/>
                <a:gd name="T1" fmla="*/ 91 h 106"/>
                <a:gd name="T2" fmla="*/ 73 w 56"/>
                <a:gd name="T3" fmla="*/ 873 h 106"/>
                <a:gd name="T4" fmla="*/ 73 w 56"/>
                <a:gd name="T5" fmla="*/ 1226 h 106"/>
                <a:gd name="T6" fmla="*/ 57 w 56"/>
                <a:gd name="T7" fmla="*/ 1565 h 106"/>
                <a:gd name="T8" fmla="*/ 261 w 56"/>
                <a:gd name="T9" fmla="*/ 1077 h 106"/>
                <a:gd name="T10" fmla="*/ 501 w 56"/>
                <a:gd name="T11" fmla="*/ 854 h 106"/>
                <a:gd name="T12" fmla="*/ 610 w 56"/>
                <a:gd name="T13" fmla="*/ 753 h 106"/>
                <a:gd name="T14" fmla="*/ 391 w 56"/>
                <a:gd name="T15" fmla="*/ 692 h 106"/>
                <a:gd name="T16" fmla="*/ 251 w 56"/>
                <a:gd name="T17" fmla="*/ 427 h 106"/>
                <a:gd name="T18" fmla="*/ 142 w 56"/>
                <a:gd name="T19" fmla="*/ 174 h 106"/>
                <a:gd name="T20" fmla="*/ 0 w 56"/>
                <a:gd name="T21" fmla="*/ 0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106">
                  <a:moveTo>
                    <a:pt x="0" y="6"/>
                  </a:moveTo>
                  <a:cubicBezTo>
                    <a:pt x="8" y="20"/>
                    <a:pt x="5" y="43"/>
                    <a:pt x="6" y="59"/>
                  </a:cubicBezTo>
                  <a:cubicBezTo>
                    <a:pt x="6" y="67"/>
                    <a:pt x="7" y="75"/>
                    <a:pt x="6" y="83"/>
                  </a:cubicBezTo>
                  <a:cubicBezTo>
                    <a:pt x="4" y="90"/>
                    <a:pt x="1" y="99"/>
                    <a:pt x="5" y="106"/>
                  </a:cubicBezTo>
                  <a:cubicBezTo>
                    <a:pt x="13" y="99"/>
                    <a:pt x="14" y="83"/>
                    <a:pt x="22" y="73"/>
                  </a:cubicBezTo>
                  <a:cubicBezTo>
                    <a:pt x="28" y="65"/>
                    <a:pt x="33" y="62"/>
                    <a:pt x="42" y="58"/>
                  </a:cubicBezTo>
                  <a:cubicBezTo>
                    <a:pt x="46" y="57"/>
                    <a:pt x="56" y="56"/>
                    <a:pt x="51" y="51"/>
                  </a:cubicBezTo>
                  <a:cubicBezTo>
                    <a:pt x="49" y="48"/>
                    <a:pt x="37" y="49"/>
                    <a:pt x="33" y="47"/>
                  </a:cubicBezTo>
                  <a:cubicBezTo>
                    <a:pt x="26" y="43"/>
                    <a:pt x="24" y="36"/>
                    <a:pt x="21" y="29"/>
                  </a:cubicBezTo>
                  <a:cubicBezTo>
                    <a:pt x="18" y="23"/>
                    <a:pt x="15" y="18"/>
                    <a:pt x="12" y="12"/>
                  </a:cubicBezTo>
                  <a:cubicBezTo>
                    <a:pt x="8" y="6"/>
                    <a:pt x="5" y="5"/>
                    <a:pt x="0" y="0"/>
                  </a:cubicBezTo>
                </a:path>
              </a:pathLst>
            </a:custGeom>
            <a:solidFill>
              <a:srgbClr val="F4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5" name="Freeform 1458">
              <a:extLst>
                <a:ext uri="{FF2B5EF4-FFF2-40B4-BE49-F238E27FC236}">
                  <a16:creationId xmlns:a16="http://schemas.microsoft.com/office/drawing/2014/main" id="{33847880-15EA-48C6-A205-B8D9DFE43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425"/>
              <a:ext cx="228" cy="218"/>
            </a:xfrm>
            <a:custGeom>
              <a:avLst/>
              <a:gdLst>
                <a:gd name="T0" fmla="*/ 0 w 99"/>
                <a:gd name="T1" fmla="*/ 0 h 89"/>
                <a:gd name="T2" fmla="*/ 147 w 99"/>
                <a:gd name="T3" fmla="*/ 600 h 89"/>
                <a:gd name="T4" fmla="*/ 309 w 99"/>
                <a:gd name="T5" fmla="*/ 1105 h 89"/>
                <a:gd name="T6" fmla="*/ 497 w 99"/>
                <a:gd name="T7" fmla="*/ 1188 h 89"/>
                <a:gd name="T8" fmla="*/ 659 w 99"/>
                <a:gd name="T9" fmla="*/ 1308 h 89"/>
                <a:gd name="T10" fmla="*/ 843 w 99"/>
                <a:gd name="T11" fmla="*/ 1237 h 89"/>
                <a:gd name="T12" fmla="*/ 1209 w 99"/>
                <a:gd name="T13" fmla="*/ 1217 h 89"/>
                <a:gd name="T14" fmla="*/ 818 w 99"/>
                <a:gd name="T15" fmla="*/ 1056 h 89"/>
                <a:gd name="T16" fmla="*/ 497 w 99"/>
                <a:gd name="T17" fmla="*/ 708 h 89"/>
                <a:gd name="T18" fmla="*/ 48 w 99"/>
                <a:gd name="T19" fmla="*/ 42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9" h="89">
                  <a:moveTo>
                    <a:pt x="0" y="0"/>
                  </a:moveTo>
                  <a:cubicBezTo>
                    <a:pt x="10" y="13"/>
                    <a:pt x="9" y="26"/>
                    <a:pt x="12" y="41"/>
                  </a:cubicBezTo>
                  <a:cubicBezTo>
                    <a:pt x="14" y="54"/>
                    <a:pt x="13" y="69"/>
                    <a:pt x="25" y="75"/>
                  </a:cubicBezTo>
                  <a:cubicBezTo>
                    <a:pt x="31" y="77"/>
                    <a:pt x="35" y="78"/>
                    <a:pt x="41" y="81"/>
                  </a:cubicBezTo>
                  <a:cubicBezTo>
                    <a:pt x="44" y="83"/>
                    <a:pt x="50" y="88"/>
                    <a:pt x="54" y="89"/>
                  </a:cubicBezTo>
                  <a:cubicBezTo>
                    <a:pt x="59" y="89"/>
                    <a:pt x="64" y="86"/>
                    <a:pt x="69" y="84"/>
                  </a:cubicBezTo>
                  <a:cubicBezTo>
                    <a:pt x="79" y="82"/>
                    <a:pt x="89" y="82"/>
                    <a:pt x="99" y="83"/>
                  </a:cubicBezTo>
                  <a:cubicBezTo>
                    <a:pt x="89" y="77"/>
                    <a:pt x="77" y="77"/>
                    <a:pt x="67" y="72"/>
                  </a:cubicBezTo>
                  <a:cubicBezTo>
                    <a:pt x="57" y="67"/>
                    <a:pt x="47" y="56"/>
                    <a:pt x="41" y="48"/>
                  </a:cubicBezTo>
                  <a:cubicBezTo>
                    <a:pt x="30" y="33"/>
                    <a:pt x="12" y="19"/>
                    <a:pt x="4" y="3"/>
                  </a:cubicBezTo>
                </a:path>
              </a:pathLst>
            </a:custGeom>
            <a:solidFill>
              <a:srgbClr val="F4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6" name="Freeform 1459">
              <a:extLst>
                <a:ext uri="{FF2B5EF4-FFF2-40B4-BE49-F238E27FC236}">
                  <a16:creationId xmlns:a16="http://schemas.microsoft.com/office/drawing/2014/main" id="{45FE32B6-22B9-40E0-A0B9-E098CC4DF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486"/>
              <a:ext cx="94" cy="152"/>
            </a:xfrm>
            <a:custGeom>
              <a:avLst/>
              <a:gdLst>
                <a:gd name="T0" fmla="*/ 0 w 41"/>
                <a:gd name="T1" fmla="*/ 29 h 62"/>
                <a:gd name="T2" fmla="*/ 495 w 41"/>
                <a:gd name="T3" fmla="*/ 914 h 62"/>
                <a:gd name="T4" fmla="*/ 167 w 41"/>
                <a:gd name="T5" fmla="*/ 324 h 62"/>
                <a:gd name="T6" fmla="*/ 0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0" y="2"/>
                  </a:moveTo>
                  <a:cubicBezTo>
                    <a:pt x="3" y="29"/>
                    <a:pt x="26" y="41"/>
                    <a:pt x="41" y="62"/>
                  </a:cubicBezTo>
                  <a:cubicBezTo>
                    <a:pt x="30" y="51"/>
                    <a:pt x="21" y="35"/>
                    <a:pt x="14" y="22"/>
                  </a:cubicBezTo>
                  <a:cubicBezTo>
                    <a:pt x="10" y="14"/>
                    <a:pt x="7" y="5"/>
                    <a:pt x="0" y="0"/>
                  </a:cubicBezTo>
                </a:path>
              </a:pathLst>
            </a:custGeom>
            <a:solidFill>
              <a:srgbClr val="F4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7" name="Freeform 1460">
              <a:extLst>
                <a:ext uri="{FF2B5EF4-FFF2-40B4-BE49-F238E27FC236}">
                  <a16:creationId xmlns:a16="http://schemas.microsoft.com/office/drawing/2014/main" id="{1935DB63-C099-4848-BBE4-54AFF0ED8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459"/>
              <a:ext cx="198" cy="101"/>
            </a:xfrm>
            <a:custGeom>
              <a:avLst/>
              <a:gdLst>
                <a:gd name="T0" fmla="*/ 37 w 86"/>
                <a:gd name="T1" fmla="*/ 207 h 41"/>
                <a:gd name="T2" fmla="*/ 656 w 86"/>
                <a:gd name="T3" fmla="*/ 539 h 41"/>
                <a:gd name="T4" fmla="*/ 863 w 86"/>
                <a:gd name="T5" fmla="*/ 601 h 41"/>
                <a:gd name="T6" fmla="*/ 976 w 86"/>
                <a:gd name="T7" fmla="*/ 357 h 41"/>
                <a:gd name="T8" fmla="*/ 477 w 86"/>
                <a:gd name="T9" fmla="*/ 121 h 41"/>
                <a:gd name="T10" fmla="*/ 292 w 86"/>
                <a:gd name="T11" fmla="*/ 30 h 41"/>
                <a:gd name="T12" fmla="*/ 0 w 86"/>
                <a:gd name="T13" fmla="*/ 103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41">
                  <a:moveTo>
                    <a:pt x="3" y="14"/>
                  </a:moveTo>
                  <a:cubicBezTo>
                    <a:pt x="20" y="18"/>
                    <a:pt x="38" y="29"/>
                    <a:pt x="54" y="36"/>
                  </a:cubicBezTo>
                  <a:cubicBezTo>
                    <a:pt x="59" y="38"/>
                    <a:pt x="66" y="41"/>
                    <a:pt x="71" y="40"/>
                  </a:cubicBezTo>
                  <a:cubicBezTo>
                    <a:pt x="79" y="40"/>
                    <a:pt x="86" y="32"/>
                    <a:pt x="80" y="24"/>
                  </a:cubicBezTo>
                  <a:cubicBezTo>
                    <a:pt x="67" y="38"/>
                    <a:pt x="48" y="19"/>
                    <a:pt x="39" y="8"/>
                  </a:cubicBezTo>
                  <a:cubicBezTo>
                    <a:pt x="33" y="2"/>
                    <a:pt x="33" y="0"/>
                    <a:pt x="24" y="2"/>
                  </a:cubicBezTo>
                  <a:cubicBezTo>
                    <a:pt x="16" y="3"/>
                    <a:pt x="7" y="5"/>
                    <a:pt x="0" y="7"/>
                  </a:cubicBezTo>
                </a:path>
              </a:pathLst>
            </a:custGeom>
            <a:solidFill>
              <a:srgbClr val="F4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8" name="Freeform 1461">
              <a:extLst>
                <a:ext uri="{FF2B5EF4-FFF2-40B4-BE49-F238E27FC236}">
                  <a16:creationId xmlns:a16="http://schemas.microsoft.com/office/drawing/2014/main" id="{A3479302-02D9-4409-BD4D-D58895530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02"/>
              <a:ext cx="114" cy="181"/>
            </a:xfrm>
            <a:custGeom>
              <a:avLst/>
              <a:gdLst>
                <a:gd name="T0" fmla="*/ 0 w 50"/>
                <a:gd name="T1" fmla="*/ 545 h 74"/>
                <a:gd name="T2" fmla="*/ 390 w 50"/>
                <a:gd name="T3" fmla="*/ 939 h 74"/>
                <a:gd name="T4" fmla="*/ 556 w 50"/>
                <a:gd name="T5" fmla="*/ 1022 h 74"/>
                <a:gd name="T6" fmla="*/ 342 w 50"/>
                <a:gd name="T7" fmla="*/ 675 h 74"/>
                <a:gd name="T8" fmla="*/ 296 w 50"/>
                <a:gd name="T9" fmla="*/ 203 h 74"/>
                <a:gd name="T10" fmla="*/ 178 w 50"/>
                <a:gd name="T11" fmla="*/ 71 h 74"/>
                <a:gd name="T12" fmla="*/ 109 w 50"/>
                <a:gd name="T13" fmla="*/ 276 h 74"/>
                <a:gd name="T14" fmla="*/ 11 w 50"/>
                <a:gd name="T15" fmla="*/ 484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74">
                  <a:moveTo>
                    <a:pt x="0" y="37"/>
                  </a:moveTo>
                  <a:cubicBezTo>
                    <a:pt x="12" y="46"/>
                    <a:pt x="21" y="56"/>
                    <a:pt x="33" y="64"/>
                  </a:cubicBezTo>
                  <a:cubicBezTo>
                    <a:pt x="36" y="66"/>
                    <a:pt x="44" y="74"/>
                    <a:pt x="47" y="70"/>
                  </a:cubicBezTo>
                  <a:cubicBezTo>
                    <a:pt x="50" y="65"/>
                    <a:pt x="32" y="49"/>
                    <a:pt x="29" y="46"/>
                  </a:cubicBezTo>
                  <a:cubicBezTo>
                    <a:pt x="22" y="35"/>
                    <a:pt x="24" y="26"/>
                    <a:pt x="25" y="14"/>
                  </a:cubicBezTo>
                  <a:cubicBezTo>
                    <a:pt x="26" y="6"/>
                    <a:pt x="25" y="0"/>
                    <a:pt x="15" y="5"/>
                  </a:cubicBezTo>
                  <a:cubicBezTo>
                    <a:pt x="9" y="9"/>
                    <a:pt x="11" y="13"/>
                    <a:pt x="9" y="19"/>
                  </a:cubicBezTo>
                  <a:cubicBezTo>
                    <a:pt x="7" y="26"/>
                    <a:pt x="5" y="27"/>
                    <a:pt x="1" y="33"/>
                  </a:cubicBezTo>
                </a:path>
              </a:pathLst>
            </a:custGeom>
            <a:solidFill>
              <a:srgbClr val="F4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9" name="Freeform 1462">
              <a:extLst>
                <a:ext uri="{FF2B5EF4-FFF2-40B4-BE49-F238E27FC236}">
                  <a16:creationId xmlns:a16="http://schemas.microsoft.com/office/drawing/2014/main" id="{0F88F989-0148-4D24-A044-11C3BD64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827"/>
              <a:ext cx="62" cy="189"/>
            </a:xfrm>
            <a:custGeom>
              <a:avLst/>
              <a:gdLst>
                <a:gd name="T0" fmla="*/ 94 w 27"/>
                <a:gd name="T1" fmla="*/ 0 h 77"/>
                <a:gd name="T2" fmla="*/ 48 w 27"/>
                <a:gd name="T3" fmla="*/ 579 h 77"/>
                <a:gd name="T4" fmla="*/ 57 w 27"/>
                <a:gd name="T5" fmla="*/ 1139 h 77"/>
                <a:gd name="T6" fmla="*/ 147 w 27"/>
                <a:gd name="T7" fmla="*/ 783 h 77"/>
                <a:gd name="T8" fmla="*/ 301 w 27"/>
                <a:gd name="T9" fmla="*/ 621 h 77"/>
                <a:gd name="T10" fmla="*/ 179 w 27"/>
                <a:gd name="T11" fmla="*/ 368 h 77"/>
                <a:gd name="T12" fmla="*/ 94 w 27"/>
                <a:gd name="T13" fmla="*/ 91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7">
                  <a:moveTo>
                    <a:pt x="8" y="0"/>
                  </a:moveTo>
                  <a:cubicBezTo>
                    <a:pt x="7" y="13"/>
                    <a:pt x="4" y="26"/>
                    <a:pt x="4" y="39"/>
                  </a:cubicBezTo>
                  <a:cubicBezTo>
                    <a:pt x="4" y="47"/>
                    <a:pt x="0" y="72"/>
                    <a:pt x="5" y="77"/>
                  </a:cubicBezTo>
                  <a:cubicBezTo>
                    <a:pt x="11" y="70"/>
                    <a:pt x="8" y="61"/>
                    <a:pt x="12" y="53"/>
                  </a:cubicBezTo>
                  <a:cubicBezTo>
                    <a:pt x="14" y="49"/>
                    <a:pt x="24" y="45"/>
                    <a:pt x="25" y="42"/>
                  </a:cubicBezTo>
                  <a:cubicBezTo>
                    <a:pt x="27" y="37"/>
                    <a:pt x="18" y="30"/>
                    <a:pt x="15" y="25"/>
                  </a:cubicBezTo>
                  <a:cubicBezTo>
                    <a:pt x="12" y="19"/>
                    <a:pt x="13" y="11"/>
                    <a:pt x="8" y="6"/>
                  </a:cubicBezTo>
                </a:path>
              </a:pathLst>
            </a:custGeom>
            <a:solidFill>
              <a:srgbClr val="F4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0" name="Freeform 1463">
              <a:extLst>
                <a:ext uri="{FF2B5EF4-FFF2-40B4-BE49-F238E27FC236}">
                  <a16:creationId xmlns:a16="http://schemas.microsoft.com/office/drawing/2014/main" id="{F9C29826-1D8E-4423-A5B0-B2FAE5616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923"/>
              <a:ext cx="44" cy="66"/>
            </a:xfrm>
            <a:custGeom>
              <a:avLst/>
              <a:gdLst>
                <a:gd name="T0" fmla="*/ 0 w 19"/>
                <a:gd name="T1" fmla="*/ 42 h 27"/>
                <a:gd name="T2" fmla="*/ 236 w 19"/>
                <a:gd name="T3" fmla="*/ 394 h 27"/>
                <a:gd name="T4" fmla="*/ 49 w 19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7">
                  <a:moveTo>
                    <a:pt x="0" y="3"/>
                  </a:moveTo>
                  <a:cubicBezTo>
                    <a:pt x="2" y="13"/>
                    <a:pt x="10" y="26"/>
                    <a:pt x="19" y="27"/>
                  </a:cubicBezTo>
                  <a:cubicBezTo>
                    <a:pt x="18" y="21"/>
                    <a:pt x="3" y="3"/>
                    <a:pt x="4" y="0"/>
                  </a:cubicBezTo>
                </a:path>
              </a:pathLst>
            </a:custGeom>
            <a:solidFill>
              <a:srgbClr val="F4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1" name="Freeform 1464">
              <a:extLst>
                <a:ext uri="{FF2B5EF4-FFF2-40B4-BE49-F238E27FC236}">
                  <a16:creationId xmlns:a16="http://schemas.microsoft.com/office/drawing/2014/main" id="{ADEBD518-B567-4227-A6B5-B8BAFEC55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511"/>
              <a:ext cx="48" cy="88"/>
            </a:xfrm>
            <a:custGeom>
              <a:avLst/>
              <a:gdLst>
                <a:gd name="T0" fmla="*/ 0 w 21"/>
                <a:gd name="T1" fmla="*/ 0 h 36"/>
                <a:gd name="T2" fmla="*/ 251 w 21"/>
                <a:gd name="T3" fmla="*/ 526 h 36"/>
                <a:gd name="T4" fmla="*/ 37 w 21"/>
                <a:gd name="T5" fmla="*/ 12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6">
                  <a:moveTo>
                    <a:pt x="0" y="0"/>
                  </a:moveTo>
                  <a:cubicBezTo>
                    <a:pt x="1" y="17"/>
                    <a:pt x="5" y="30"/>
                    <a:pt x="21" y="36"/>
                  </a:cubicBezTo>
                  <a:cubicBezTo>
                    <a:pt x="9" y="27"/>
                    <a:pt x="6" y="15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2" name="Freeform 1465">
              <a:extLst>
                <a:ext uri="{FF2B5EF4-FFF2-40B4-BE49-F238E27FC236}">
                  <a16:creationId xmlns:a16="http://schemas.microsoft.com/office/drawing/2014/main" id="{EB8F10FF-E0D0-44F9-9849-C89A592FC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616"/>
              <a:ext cx="42" cy="125"/>
            </a:xfrm>
            <a:custGeom>
              <a:avLst/>
              <a:gdLst>
                <a:gd name="T0" fmla="*/ 65 w 18"/>
                <a:gd name="T1" fmla="*/ 0 h 51"/>
                <a:gd name="T2" fmla="*/ 65 w 18"/>
                <a:gd name="T3" fmla="*/ 750 h 51"/>
                <a:gd name="T4" fmla="*/ 103 w 18"/>
                <a:gd name="T5" fmla="*/ 1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1">
                  <a:moveTo>
                    <a:pt x="5" y="0"/>
                  </a:moveTo>
                  <a:cubicBezTo>
                    <a:pt x="6" y="16"/>
                    <a:pt x="0" y="37"/>
                    <a:pt x="5" y="51"/>
                  </a:cubicBezTo>
                  <a:cubicBezTo>
                    <a:pt x="18" y="37"/>
                    <a:pt x="2" y="15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3" name="Freeform 1466">
              <a:extLst>
                <a:ext uri="{FF2B5EF4-FFF2-40B4-BE49-F238E27FC236}">
                  <a16:creationId xmlns:a16="http://schemas.microsoft.com/office/drawing/2014/main" id="{6E6488DA-852B-40C2-998E-67DEF2353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883"/>
              <a:ext cx="16" cy="79"/>
            </a:xfrm>
            <a:custGeom>
              <a:avLst/>
              <a:gdLst>
                <a:gd name="T0" fmla="*/ 57 w 7"/>
                <a:gd name="T1" fmla="*/ 0 h 32"/>
                <a:gd name="T2" fmla="*/ 37 w 7"/>
                <a:gd name="T3" fmla="*/ 481 h 32"/>
                <a:gd name="T4" fmla="*/ 85 w 7"/>
                <a:gd name="T5" fmla="*/ 16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5" y="0"/>
                  </a:moveTo>
                  <a:cubicBezTo>
                    <a:pt x="2" y="9"/>
                    <a:pt x="0" y="23"/>
                    <a:pt x="3" y="32"/>
                  </a:cubicBezTo>
                  <a:cubicBezTo>
                    <a:pt x="2" y="25"/>
                    <a:pt x="3" y="17"/>
                    <a:pt x="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4" name="Freeform 1467">
              <a:extLst>
                <a:ext uri="{FF2B5EF4-FFF2-40B4-BE49-F238E27FC236}">
                  <a16:creationId xmlns:a16="http://schemas.microsoft.com/office/drawing/2014/main" id="{2115C6C9-7DF4-43F5-884C-101471F57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48"/>
              <a:ext cx="34" cy="66"/>
            </a:xfrm>
            <a:custGeom>
              <a:avLst/>
              <a:gdLst>
                <a:gd name="T0" fmla="*/ 82 w 15"/>
                <a:gd name="T1" fmla="*/ 0 h 27"/>
                <a:gd name="T2" fmla="*/ 11 w 15"/>
                <a:gd name="T3" fmla="*/ 220 h 27"/>
                <a:gd name="T4" fmla="*/ 175 w 15"/>
                <a:gd name="T5" fmla="*/ 394 h 27"/>
                <a:gd name="T6" fmla="*/ 93 w 15"/>
                <a:gd name="T7" fmla="*/ 7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7">
                  <a:moveTo>
                    <a:pt x="7" y="0"/>
                  </a:moveTo>
                  <a:cubicBezTo>
                    <a:pt x="6" y="3"/>
                    <a:pt x="0" y="11"/>
                    <a:pt x="1" y="15"/>
                  </a:cubicBezTo>
                  <a:cubicBezTo>
                    <a:pt x="2" y="21"/>
                    <a:pt x="10" y="23"/>
                    <a:pt x="15" y="27"/>
                  </a:cubicBezTo>
                  <a:cubicBezTo>
                    <a:pt x="6" y="25"/>
                    <a:pt x="4" y="12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5" name="Freeform 1468">
              <a:extLst>
                <a:ext uri="{FF2B5EF4-FFF2-40B4-BE49-F238E27FC236}">
                  <a16:creationId xmlns:a16="http://schemas.microsoft.com/office/drawing/2014/main" id="{6388306C-A8CF-47E2-91A6-868E119F2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484"/>
              <a:ext cx="60" cy="34"/>
            </a:xfrm>
            <a:custGeom>
              <a:avLst/>
              <a:gdLst>
                <a:gd name="T0" fmla="*/ 0 w 26"/>
                <a:gd name="T1" fmla="*/ 0 h 14"/>
                <a:gd name="T2" fmla="*/ 318 w 26"/>
                <a:gd name="T3" fmla="*/ 20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4">
                  <a:moveTo>
                    <a:pt x="0" y="0"/>
                  </a:moveTo>
                  <a:cubicBezTo>
                    <a:pt x="14" y="1"/>
                    <a:pt x="18" y="5"/>
                    <a:pt x="2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6" name="Freeform 1469">
              <a:extLst>
                <a:ext uri="{FF2B5EF4-FFF2-40B4-BE49-F238E27FC236}">
                  <a16:creationId xmlns:a16="http://schemas.microsoft.com/office/drawing/2014/main" id="{845123C4-4E89-4453-86C8-2B6B3120E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526"/>
              <a:ext cx="19" cy="41"/>
            </a:xfrm>
            <a:custGeom>
              <a:avLst/>
              <a:gdLst>
                <a:gd name="T0" fmla="*/ 0 w 8"/>
                <a:gd name="T1" fmla="*/ 0 h 17"/>
                <a:gd name="T2" fmla="*/ 107 w 8"/>
                <a:gd name="T3" fmla="*/ 23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0" y="0"/>
                  </a:moveTo>
                  <a:cubicBezTo>
                    <a:pt x="0" y="7"/>
                    <a:pt x="7" y="11"/>
                    <a:pt x="8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7" name="Freeform 1470">
              <a:extLst>
                <a:ext uri="{FF2B5EF4-FFF2-40B4-BE49-F238E27FC236}">
                  <a16:creationId xmlns:a16="http://schemas.microsoft.com/office/drawing/2014/main" id="{63ABC76D-D093-49DE-8B90-3B9AAA75C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209"/>
              <a:ext cx="50" cy="39"/>
            </a:xfrm>
            <a:custGeom>
              <a:avLst/>
              <a:gdLst>
                <a:gd name="T0" fmla="*/ 0 w 22"/>
                <a:gd name="T1" fmla="*/ 144 h 16"/>
                <a:gd name="T2" fmla="*/ 259 w 22"/>
                <a:gd name="T3" fmla="*/ 232 h 16"/>
                <a:gd name="T4" fmla="*/ 36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10"/>
                  </a:moveTo>
                  <a:cubicBezTo>
                    <a:pt x="7" y="10"/>
                    <a:pt x="15" y="12"/>
                    <a:pt x="22" y="16"/>
                  </a:cubicBezTo>
                  <a:cubicBezTo>
                    <a:pt x="20" y="6"/>
                    <a:pt x="10" y="5"/>
                    <a:pt x="3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8" name="Freeform 1471">
              <a:extLst>
                <a:ext uri="{FF2B5EF4-FFF2-40B4-BE49-F238E27FC236}">
                  <a16:creationId xmlns:a16="http://schemas.microsoft.com/office/drawing/2014/main" id="{7B8F5B81-5FDE-47B8-B811-6950849EA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172"/>
              <a:ext cx="55" cy="32"/>
            </a:xfrm>
            <a:custGeom>
              <a:avLst/>
              <a:gdLst>
                <a:gd name="T0" fmla="*/ 57 w 24"/>
                <a:gd name="T1" fmla="*/ 30 h 13"/>
                <a:gd name="T2" fmla="*/ 289 w 24"/>
                <a:gd name="T3" fmla="*/ 182 h 13"/>
                <a:gd name="T4" fmla="*/ 0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5" y="2"/>
                  </a:moveTo>
                  <a:cubicBezTo>
                    <a:pt x="9" y="7"/>
                    <a:pt x="17" y="13"/>
                    <a:pt x="24" y="12"/>
                  </a:cubicBezTo>
                  <a:cubicBezTo>
                    <a:pt x="17" y="7"/>
                    <a:pt x="9" y="1"/>
                    <a:pt x="0" y="0"/>
                  </a:cubicBezTo>
                </a:path>
              </a:pathLst>
            </a:custGeom>
            <a:solidFill>
              <a:srgbClr val="DDC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9" name="Freeform 1472">
              <a:extLst>
                <a:ext uri="{FF2B5EF4-FFF2-40B4-BE49-F238E27FC236}">
                  <a16:creationId xmlns:a16="http://schemas.microsoft.com/office/drawing/2014/main" id="{95336EED-0A40-4752-B6FF-2B64CA7C6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133"/>
              <a:ext cx="46" cy="30"/>
            </a:xfrm>
            <a:custGeom>
              <a:avLst/>
              <a:gdLst>
                <a:gd name="T0" fmla="*/ 0 w 20"/>
                <a:gd name="T1" fmla="*/ 63 h 12"/>
                <a:gd name="T2" fmla="*/ 244 w 20"/>
                <a:gd name="T3" fmla="*/ 50 h 12"/>
                <a:gd name="T4" fmla="*/ 12 w 20"/>
                <a:gd name="T5" fmla="*/ 8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0" y="4"/>
                  </a:moveTo>
                  <a:cubicBezTo>
                    <a:pt x="3" y="12"/>
                    <a:pt x="14" y="5"/>
                    <a:pt x="20" y="3"/>
                  </a:cubicBezTo>
                  <a:cubicBezTo>
                    <a:pt x="13" y="0"/>
                    <a:pt x="8" y="1"/>
                    <a:pt x="1" y="5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0" name="Freeform 1473">
              <a:extLst>
                <a:ext uri="{FF2B5EF4-FFF2-40B4-BE49-F238E27FC236}">
                  <a16:creationId xmlns:a16="http://schemas.microsoft.com/office/drawing/2014/main" id="{2E803395-440B-45D2-9A12-2D7EE5ACA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295"/>
              <a:ext cx="35" cy="56"/>
            </a:xfrm>
            <a:custGeom>
              <a:avLst/>
              <a:gdLst>
                <a:gd name="T0" fmla="*/ 0 w 15"/>
                <a:gd name="T1" fmla="*/ 243 h 23"/>
                <a:gd name="T2" fmla="*/ 28 w 15"/>
                <a:gd name="T3" fmla="*/ 331 h 23"/>
                <a:gd name="T4" fmla="*/ 37 w 15"/>
                <a:gd name="T5" fmla="*/ 261 h 23"/>
                <a:gd name="T6" fmla="*/ 114 w 15"/>
                <a:gd name="T7" fmla="*/ 161 h 23"/>
                <a:gd name="T8" fmla="*/ 180 w 15"/>
                <a:gd name="T9" fmla="*/ 0 h 23"/>
                <a:gd name="T10" fmla="*/ 37 w 15"/>
                <a:gd name="T11" fmla="*/ 19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3">
                  <a:moveTo>
                    <a:pt x="0" y="17"/>
                  </a:moveTo>
                  <a:cubicBezTo>
                    <a:pt x="1" y="20"/>
                    <a:pt x="1" y="22"/>
                    <a:pt x="2" y="23"/>
                  </a:cubicBezTo>
                  <a:cubicBezTo>
                    <a:pt x="3" y="21"/>
                    <a:pt x="3" y="20"/>
                    <a:pt x="3" y="18"/>
                  </a:cubicBezTo>
                  <a:cubicBezTo>
                    <a:pt x="5" y="15"/>
                    <a:pt x="7" y="13"/>
                    <a:pt x="9" y="11"/>
                  </a:cubicBezTo>
                  <a:cubicBezTo>
                    <a:pt x="11" y="8"/>
                    <a:pt x="15" y="4"/>
                    <a:pt x="14" y="0"/>
                  </a:cubicBezTo>
                  <a:cubicBezTo>
                    <a:pt x="9" y="2"/>
                    <a:pt x="4" y="9"/>
                    <a:pt x="3" y="13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1" name="Freeform 1474">
              <a:extLst>
                <a:ext uri="{FF2B5EF4-FFF2-40B4-BE49-F238E27FC236}">
                  <a16:creationId xmlns:a16="http://schemas.microsoft.com/office/drawing/2014/main" id="{24651B4A-3092-4C7F-A73B-22198FC16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192"/>
              <a:ext cx="41" cy="42"/>
            </a:xfrm>
            <a:custGeom>
              <a:avLst/>
              <a:gdLst>
                <a:gd name="T0" fmla="*/ 0 w 18"/>
                <a:gd name="T1" fmla="*/ 195 h 17"/>
                <a:gd name="T2" fmla="*/ 36 w 18"/>
                <a:gd name="T3" fmla="*/ 257 h 17"/>
                <a:gd name="T4" fmla="*/ 212 w 18"/>
                <a:gd name="T5" fmla="*/ 12 h 17"/>
                <a:gd name="T6" fmla="*/ 141 w 18"/>
                <a:gd name="T7" fmla="*/ 4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0" y="13"/>
                  </a:moveTo>
                  <a:cubicBezTo>
                    <a:pt x="1" y="14"/>
                    <a:pt x="2" y="16"/>
                    <a:pt x="3" y="17"/>
                  </a:cubicBezTo>
                  <a:cubicBezTo>
                    <a:pt x="4" y="9"/>
                    <a:pt x="18" y="7"/>
                    <a:pt x="18" y="1"/>
                  </a:cubicBezTo>
                  <a:cubicBezTo>
                    <a:pt x="16" y="0"/>
                    <a:pt x="14" y="1"/>
                    <a:pt x="12" y="3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2" name="Freeform 1475">
              <a:extLst>
                <a:ext uri="{FF2B5EF4-FFF2-40B4-BE49-F238E27FC236}">
                  <a16:creationId xmlns:a16="http://schemas.microsoft.com/office/drawing/2014/main" id="{82B42F2D-4DE6-46AB-816C-61CE1164C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2253"/>
              <a:ext cx="12" cy="25"/>
            </a:xfrm>
            <a:custGeom>
              <a:avLst/>
              <a:gdLst>
                <a:gd name="T0" fmla="*/ 0 w 5"/>
                <a:gd name="T1" fmla="*/ 158 h 10"/>
                <a:gd name="T2" fmla="*/ 70 w 5"/>
                <a:gd name="T3" fmla="*/ 63 h 10"/>
                <a:gd name="T4" fmla="*/ 0 w 5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0" y="10"/>
                  </a:moveTo>
                  <a:cubicBezTo>
                    <a:pt x="1" y="7"/>
                    <a:pt x="5" y="6"/>
                    <a:pt x="5" y="4"/>
                  </a:cubicBezTo>
                  <a:cubicBezTo>
                    <a:pt x="5" y="2"/>
                    <a:pt x="1" y="0"/>
                    <a:pt x="0" y="1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3" name="Freeform 1476">
              <a:extLst>
                <a:ext uri="{FF2B5EF4-FFF2-40B4-BE49-F238E27FC236}">
                  <a16:creationId xmlns:a16="http://schemas.microsoft.com/office/drawing/2014/main" id="{2F2CF553-5DD2-418C-82B1-5B1A29100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391"/>
              <a:ext cx="23" cy="51"/>
            </a:xfrm>
            <a:custGeom>
              <a:avLst/>
              <a:gdLst>
                <a:gd name="T0" fmla="*/ 110 w 10"/>
                <a:gd name="T1" fmla="*/ 0 h 21"/>
                <a:gd name="T2" fmla="*/ 0 w 10"/>
                <a:gd name="T3" fmla="*/ 301 h 21"/>
                <a:gd name="T4" fmla="*/ 12 w 10"/>
                <a:gd name="T5" fmla="*/ 301 h 21"/>
                <a:gd name="T6" fmla="*/ 64 w 10"/>
                <a:gd name="T7" fmla="*/ 202 h 21"/>
                <a:gd name="T8" fmla="*/ 122 w 10"/>
                <a:gd name="T9" fmla="*/ 1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1">
                  <a:moveTo>
                    <a:pt x="9" y="0"/>
                  </a:moveTo>
                  <a:cubicBezTo>
                    <a:pt x="3" y="3"/>
                    <a:pt x="0" y="15"/>
                    <a:pt x="0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3" y="19"/>
                    <a:pt x="4" y="17"/>
                    <a:pt x="5" y="14"/>
                  </a:cubicBezTo>
                  <a:cubicBezTo>
                    <a:pt x="7" y="10"/>
                    <a:pt x="7" y="5"/>
                    <a:pt x="10" y="1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4" name="Freeform 1477">
              <a:extLst>
                <a:ext uri="{FF2B5EF4-FFF2-40B4-BE49-F238E27FC236}">
                  <a16:creationId xmlns:a16="http://schemas.microsoft.com/office/drawing/2014/main" id="{623A4F0B-5D5C-49C2-9BDC-7CA25F9FF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501"/>
              <a:ext cx="16" cy="49"/>
            </a:xfrm>
            <a:custGeom>
              <a:avLst/>
              <a:gdLst>
                <a:gd name="T0" fmla="*/ 57 w 7"/>
                <a:gd name="T1" fmla="*/ 12 h 20"/>
                <a:gd name="T2" fmla="*/ 85 w 7"/>
                <a:gd name="T3" fmla="*/ 294 h 20"/>
                <a:gd name="T4" fmla="*/ 85 w 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5" y="1"/>
                  </a:moveTo>
                  <a:cubicBezTo>
                    <a:pt x="4" y="7"/>
                    <a:pt x="0" y="18"/>
                    <a:pt x="7" y="20"/>
                  </a:cubicBezTo>
                  <a:cubicBezTo>
                    <a:pt x="6" y="15"/>
                    <a:pt x="5" y="5"/>
                    <a:pt x="7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5" name="Freeform 1478">
              <a:extLst>
                <a:ext uri="{FF2B5EF4-FFF2-40B4-BE49-F238E27FC236}">
                  <a16:creationId xmlns:a16="http://schemas.microsoft.com/office/drawing/2014/main" id="{A975F3FD-6314-448D-9BA5-8D2A82F66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11"/>
              <a:ext cx="48" cy="20"/>
            </a:xfrm>
            <a:custGeom>
              <a:avLst/>
              <a:gdLst>
                <a:gd name="T0" fmla="*/ 0 w 21"/>
                <a:gd name="T1" fmla="*/ 63 h 8"/>
                <a:gd name="T2" fmla="*/ 48 w 21"/>
                <a:gd name="T3" fmla="*/ 125 h 8"/>
                <a:gd name="T4" fmla="*/ 251 w 21"/>
                <a:gd name="T5" fmla="*/ 33 h 8"/>
                <a:gd name="T6" fmla="*/ 48 w 21"/>
                <a:gd name="T7" fmla="*/ 5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8">
                  <a:moveTo>
                    <a:pt x="0" y="4"/>
                  </a:moveTo>
                  <a:cubicBezTo>
                    <a:pt x="2" y="6"/>
                    <a:pt x="3" y="7"/>
                    <a:pt x="4" y="8"/>
                  </a:cubicBezTo>
                  <a:cubicBezTo>
                    <a:pt x="8" y="3"/>
                    <a:pt x="16" y="3"/>
                    <a:pt x="21" y="2"/>
                  </a:cubicBezTo>
                  <a:cubicBezTo>
                    <a:pt x="16" y="0"/>
                    <a:pt x="8" y="0"/>
                    <a:pt x="4" y="3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6" name="Freeform 1479">
              <a:extLst>
                <a:ext uri="{FF2B5EF4-FFF2-40B4-BE49-F238E27FC236}">
                  <a16:creationId xmlns:a16="http://schemas.microsoft.com/office/drawing/2014/main" id="{2CB599AF-F51F-431C-8B11-1EF94DFDD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111"/>
              <a:ext cx="43" cy="15"/>
            </a:xfrm>
            <a:custGeom>
              <a:avLst/>
              <a:gdLst>
                <a:gd name="T0" fmla="*/ 0 w 19"/>
                <a:gd name="T1" fmla="*/ 20 h 6"/>
                <a:gd name="T2" fmla="*/ 25 w 19"/>
                <a:gd name="T3" fmla="*/ 95 h 6"/>
                <a:gd name="T4" fmla="*/ 220 w 19"/>
                <a:gd name="T5" fmla="*/ 63 h 6"/>
                <a:gd name="T6" fmla="*/ 11 w 19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">
                  <a:moveTo>
                    <a:pt x="0" y="1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5" y="2"/>
                    <a:pt x="13" y="4"/>
                    <a:pt x="19" y="4"/>
                  </a:cubicBezTo>
                  <a:cubicBezTo>
                    <a:pt x="14" y="2"/>
                    <a:pt x="6" y="0"/>
                    <a:pt x="1" y="1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7" name="Freeform 1480">
              <a:extLst>
                <a:ext uri="{FF2B5EF4-FFF2-40B4-BE49-F238E27FC236}">
                  <a16:creationId xmlns:a16="http://schemas.microsoft.com/office/drawing/2014/main" id="{B11A8700-F161-4671-A899-FAC5FCB26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121"/>
              <a:ext cx="32" cy="20"/>
            </a:xfrm>
            <a:custGeom>
              <a:avLst/>
              <a:gdLst>
                <a:gd name="T0" fmla="*/ 11 w 14"/>
                <a:gd name="T1" fmla="*/ 20 h 8"/>
                <a:gd name="T2" fmla="*/ 48 w 14"/>
                <a:gd name="T3" fmla="*/ 125 h 8"/>
                <a:gd name="T4" fmla="*/ 167 w 14"/>
                <a:gd name="T5" fmla="*/ 83 h 8"/>
                <a:gd name="T6" fmla="*/ 0 w 1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1" y="1"/>
                  </a:moveTo>
                  <a:cubicBezTo>
                    <a:pt x="1" y="4"/>
                    <a:pt x="1" y="7"/>
                    <a:pt x="4" y="8"/>
                  </a:cubicBezTo>
                  <a:cubicBezTo>
                    <a:pt x="5" y="2"/>
                    <a:pt x="10" y="5"/>
                    <a:pt x="14" y="5"/>
                  </a:cubicBezTo>
                  <a:cubicBezTo>
                    <a:pt x="10" y="2"/>
                    <a:pt x="5" y="1"/>
                    <a:pt x="0" y="0"/>
                  </a:cubicBezTo>
                </a:path>
              </a:pathLst>
            </a:custGeom>
            <a:solidFill>
              <a:srgbClr val="C7A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8" name="Freeform 1481">
              <a:extLst>
                <a:ext uri="{FF2B5EF4-FFF2-40B4-BE49-F238E27FC236}">
                  <a16:creationId xmlns:a16="http://schemas.microsoft.com/office/drawing/2014/main" id="{8839FF7B-4AC1-4D0B-A5C5-D7E29FDE5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731"/>
              <a:ext cx="16" cy="32"/>
            </a:xfrm>
            <a:custGeom>
              <a:avLst/>
              <a:gdLst>
                <a:gd name="T0" fmla="*/ 0 w 7"/>
                <a:gd name="T1" fmla="*/ 0 h 13"/>
                <a:gd name="T2" fmla="*/ 37 w 7"/>
                <a:gd name="T3" fmla="*/ 194 h 13"/>
                <a:gd name="T4" fmla="*/ 85 w 7"/>
                <a:gd name="T5" fmla="*/ 10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5"/>
                    <a:pt x="0" y="10"/>
                    <a:pt x="3" y="13"/>
                  </a:cubicBezTo>
                  <a:cubicBezTo>
                    <a:pt x="4" y="11"/>
                    <a:pt x="6" y="8"/>
                    <a:pt x="7" y="7"/>
                  </a:cubicBezTo>
                </a:path>
              </a:pathLst>
            </a:custGeom>
            <a:solidFill>
              <a:srgbClr val="8B5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9" name="Freeform 1482">
              <a:extLst>
                <a:ext uri="{FF2B5EF4-FFF2-40B4-BE49-F238E27FC236}">
                  <a16:creationId xmlns:a16="http://schemas.microsoft.com/office/drawing/2014/main" id="{16DB05DA-1E00-4336-9F1E-09E224FC0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807"/>
              <a:ext cx="21" cy="15"/>
            </a:xfrm>
            <a:custGeom>
              <a:avLst/>
              <a:gdLst>
                <a:gd name="T0" fmla="*/ 77 w 9"/>
                <a:gd name="T1" fmla="*/ 0 h 6"/>
                <a:gd name="T2" fmla="*/ 0 w 9"/>
                <a:gd name="T3" fmla="*/ 83 h 6"/>
                <a:gd name="T4" fmla="*/ 114 w 9"/>
                <a:gd name="T5" fmla="*/ 9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6" y="0"/>
                  </a:moveTo>
                  <a:cubicBezTo>
                    <a:pt x="4" y="2"/>
                    <a:pt x="2" y="3"/>
                    <a:pt x="0" y="5"/>
                  </a:cubicBezTo>
                  <a:cubicBezTo>
                    <a:pt x="3" y="6"/>
                    <a:pt x="6" y="6"/>
                    <a:pt x="9" y="6"/>
                  </a:cubicBezTo>
                </a:path>
              </a:pathLst>
            </a:custGeom>
            <a:solidFill>
              <a:srgbClr val="8B5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0" name="Freeform 1483">
              <a:extLst>
                <a:ext uri="{FF2B5EF4-FFF2-40B4-BE49-F238E27FC236}">
                  <a16:creationId xmlns:a16="http://schemas.microsoft.com/office/drawing/2014/main" id="{D77A344F-9AE7-41B4-A61F-2C6DF4922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494"/>
              <a:ext cx="11" cy="12"/>
            </a:xfrm>
            <a:custGeom>
              <a:avLst/>
              <a:gdLst>
                <a:gd name="T0" fmla="*/ 0 w 5"/>
                <a:gd name="T1" fmla="*/ 29 h 5"/>
                <a:gd name="T2" fmla="*/ 33 w 5"/>
                <a:gd name="T3" fmla="*/ 70 h 5"/>
                <a:gd name="T4" fmla="*/ 20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4"/>
                    <a:pt x="2" y="5"/>
                    <a:pt x="3" y="5"/>
                  </a:cubicBezTo>
                  <a:cubicBezTo>
                    <a:pt x="5" y="3"/>
                    <a:pt x="4" y="1"/>
                    <a:pt x="2" y="0"/>
                  </a:cubicBezTo>
                </a:path>
              </a:pathLst>
            </a:custGeom>
            <a:solidFill>
              <a:srgbClr val="8B5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1" name="Freeform 1484">
              <a:extLst>
                <a:ext uri="{FF2B5EF4-FFF2-40B4-BE49-F238E27FC236}">
                  <a16:creationId xmlns:a16="http://schemas.microsoft.com/office/drawing/2014/main" id="{82791073-015A-477E-8BF0-58D3577FD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626"/>
              <a:ext cx="11" cy="15"/>
            </a:xfrm>
            <a:custGeom>
              <a:avLst/>
              <a:gdLst>
                <a:gd name="T0" fmla="*/ 33 w 5"/>
                <a:gd name="T1" fmla="*/ 0 h 6"/>
                <a:gd name="T2" fmla="*/ 0 w 5"/>
                <a:gd name="T3" fmla="*/ 50 h 6"/>
                <a:gd name="T4" fmla="*/ 53 w 5"/>
                <a:gd name="T5" fmla="*/ 9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5"/>
                    <a:pt x="3" y="5"/>
                    <a:pt x="5" y="6"/>
                  </a:cubicBezTo>
                </a:path>
              </a:pathLst>
            </a:custGeom>
            <a:solidFill>
              <a:srgbClr val="8B5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2" name="Freeform 1485">
              <a:extLst>
                <a:ext uri="{FF2B5EF4-FFF2-40B4-BE49-F238E27FC236}">
                  <a16:creationId xmlns:a16="http://schemas.microsoft.com/office/drawing/2014/main" id="{CE86948F-33D0-4A5F-8928-AD59F9386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545"/>
              <a:ext cx="16" cy="20"/>
            </a:xfrm>
            <a:custGeom>
              <a:avLst/>
              <a:gdLst>
                <a:gd name="T0" fmla="*/ 25 w 7"/>
                <a:gd name="T1" fmla="*/ 0 h 8"/>
                <a:gd name="T2" fmla="*/ 0 w 7"/>
                <a:gd name="T3" fmla="*/ 50 h 8"/>
                <a:gd name="T4" fmla="*/ 85 w 7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4"/>
                    <a:pt x="6" y="5"/>
                    <a:pt x="7" y="8"/>
                  </a:cubicBezTo>
                </a:path>
              </a:pathLst>
            </a:custGeom>
            <a:solidFill>
              <a:srgbClr val="8B5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3" name="Freeform 1486">
              <a:extLst>
                <a:ext uri="{FF2B5EF4-FFF2-40B4-BE49-F238E27FC236}">
                  <a16:creationId xmlns:a16="http://schemas.microsoft.com/office/drawing/2014/main" id="{315649D4-98EF-4C5B-9674-0214DD824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3085"/>
              <a:ext cx="7" cy="19"/>
            </a:xfrm>
            <a:custGeom>
              <a:avLst/>
              <a:gdLst>
                <a:gd name="T0" fmla="*/ 0 w 3"/>
                <a:gd name="T1" fmla="*/ 40 h 8"/>
                <a:gd name="T2" fmla="*/ 12 w 3"/>
                <a:gd name="T3" fmla="*/ 107 h 8"/>
                <a:gd name="T4" fmla="*/ 37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0" y="3"/>
                  </a:moveTo>
                  <a:cubicBezTo>
                    <a:pt x="0" y="5"/>
                    <a:pt x="0" y="6"/>
                    <a:pt x="1" y="8"/>
                  </a:cubicBezTo>
                  <a:cubicBezTo>
                    <a:pt x="3" y="6"/>
                    <a:pt x="3" y="3"/>
                    <a:pt x="3" y="0"/>
                  </a:cubicBezTo>
                </a:path>
              </a:pathLst>
            </a:custGeom>
            <a:solidFill>
              <a:srgbClr val="8B5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4" name="Freeform 1487">
              <a:extLst>
                <a:ext uri="{FF2B5EF4-FFF2-40B4-BE49-F238E27FC236}">
                  <a16:creationId xmlns:a16="http://schemas.microsoft.com/office/drawing/2014/main" id="{7548884C-C73D-4800-923F-DE156DDB5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739"/>
              <a:ext cx="1276" cy="1113"/>
            </a:xfrm>
            <a:custGeom>
              <a:avLst/>
              <a:gdLst>
                <a:gd name="T0" fmla="*/ 6709 w 555"/>
                <a:gd name="T1" fmla="*/ 2861 h 454"/>
                <a:gd name="T2" fmla="*/ 6734 w 555"/>
                <a:gd name="T3" fmla="*/ 3126 h 454"/>
                <a:gd name="T4" fmla="*/ 6550 w 555"/>
                <a:gd name="T5" fmla="*/ 2890 h 454"/>
                <a:gd name="T6" fmla="*/ 6100 w 555"/>
                <a:gd name="T7" fmla="*/ 1900 h 454"/>
                <a:gd name="T8" fmla="*/ 5555 w 555"/>
                <a:gd name="T9" fmla="*/ 1035 h 454"/>
                <a:gd name="T10" fmla="*/ 4847 w 555"/>
                <a:gd name="T11" fmla="*/ 306 h 454"/>
                <a:gd name="T12" fmla="*/ 4948 w 555"/>
                <a:gd name="T13" fmla="*/ 444 h 454"/>
                <a:gd name="T14" fmla="*/ 4483 w 555"/>
                <a:gd name="T15" fmla="*/ 265 h 454"/>
                <a:gd name="T16" fmla="*/ 3658 w 555"/>
                <a:gd name="T17" fmla="*/ 294 h 454"/>
                <a:gd name="T18" fmla="*/ 2490 w 555"/>
                <a:gd name="T19" fmla="*/ 61 h 454"/>
                <a:gd name="T20" fmla="*/ 2320 w 555"/>
                <a:gd name="T21" fmla="*/ 0 h 454"/>
                <a:gd name="T22" fmla="*/ 1327 w 555"/>
                <a:gd name="T23" fmla="*/ 608 h 454"/>
                <a:gd name="T24" fmla="*/ 878 w 555"/>
                <a:gd name="T25" fmla="*/ 853 h 454"/>
                <a:gd name="T26" fmla="*/ 476 w 555"/>
                <a:gd name="T27" fmla="*/ 1544 h 454"/>
                <a:gd name="T28" fmla="*/ 253 w 555"/>
                <a:gd name="T29" fmla="*/ 2680 h 454"/>
                <a:gd name="T30" fmla="*/ 74 w 555"/>
                <a:gd name="T31" fmla="*/ 3949 h 454"/>
                <a:gd name="T32" fmla="*/ 0 w 555"/>
                <a:gd name="T33" fmla="*/ 4111 h 454"/>
                <a:gd name="T34" fmla="*/ 439 w 555"/>
                <a:gd name="T35" fmla="*/ 5035 h 454"/>
                <a:gd name="T36" fmla="*/ 961 w 555"/>
                <a:gd name="T37" fmla="*/ 5979 h 454"/>
                <a:gd name="T38" fmla="*/ 1359 w 555"/>
                <a:gd name="T39" fmla="*/ 6455 h 454"/>
                <a:gd name="T40" fmla="*/ 1359 w 555"/>
                <a:gd name="T41" fmla="*/ 6455 h 454"/>
                <a:gd name="T42" fmla="*/ 1242 w 555"/>
                <a:gd name="T43" fmla="*/ 6406 h 454"/>
                <a:gd name="T44" fmla="*/ 1775 w 555"/>
                <a:gd name="T45" fmla="*/ 6617 h 454"/>
                <a:gd name="T46" fmla="*/ 1957 w 555"/>
                <a:gd name="T47" fmla="*/ 6690 h 454"/>
                <a:gd name="T48" fmla="*/ 1628 w 555"/>
                <a:gd name="T49" fmla="*/ 6425 h 454"/>
                <a:gd name="T50" fmla="*/ 1359 w 555"/>
                <a:gd name="T51" fmla="*/ 5925 h 454"/>
                <a:gd name="T52" fmla="*/ 1067 w 555"/>
                <a:gd name="T53" fmla="*/ 4903 h 454"/>
                <a:gd name="T54" fmla="*/ 814 w 555"/>
                <a:gd name="T55" fmla="*/ 3643 h 454"/>
                <a:gd name="T56" fmla="*/ 1009 w 555"/>
                <a:gd name="T57" fmla="*/ 3349 h 454"/>
                <a:gd name="T58" fmla="*/ 1738 w 555"/>
                <a:gd name="T59" fmla="*/ 3908 h 454"/>
                <a:gd name="T60" fmla="*/ 2088 w 555"/>
                <a:gd name="T61" fmla="*/ 4273 h 454"/>
                <a:gd name="T62" fmla="*/ 2283 w 555"/>
                <a:gd name="T63" fmla="*/ 4447 h 454"/>
                <a:gd name="T64" fmla="*/ 2421 w 555"/>
                <a:gd name="T65" fmla="*/ 4579 h 454"/>
                <a:gd name="T66" fmla="*/ 2226 w 555"/>
                <a:gd name="T67" fmla="*/ 4021 h 454"/>
                <a:gd name="T68" fmla="*/ 2019 w 555"/>
                <a:gd name="T69" fmla="*/ 3535 h 454"/>
                <a:gd name="T70" fmla="*/ 1814 w 555"/>
                <a:gd name="T71" fmla="*/ 2903 h 454"/>
                <a:gd name="T72" fmla="*/ 2262 w 555"/>
                <a:gd name="T73" fmla="*/ 2253 h 454"/>
                <a:gd name="T74" fmla="*/ 2991 w 555"/>
                <a:gd name="T75" fmla="*/ 2285 h 454"/>
                <a:gd name="T76" fmla="*/ 3267 w 555"/>
                <a:gd name="T77" fmla="*/ 2273 h 454"/>
                <a:gd name="T78" fmla="*/ 3377 w 555"/>
                <a:gd name="T79" fmla="*/ 2434 h 454"/>
                <a:gd name="T80" fmla="*/ 3805 w 555"/>
                <a:gd name="T81" fmla="*/ 2447 h 454"/>
                <a:gd name="T82" fmla="*/ 4350 w 555"/>
                <a:gd name="T83" fmla="*/ 2567 h 454"/>
                <a:gd name="T84" fmla="*/ 3780 w 555"/>
                <a:gd name="T85" fmla="*/ 1665 h 454"/>
                <a:gd name="T86" fmla="*/ 4265 w 555"/>
                <a:gd name="T87" fmla="*/ 1726 h 454"/>
                <a:gd name="T88" fmla="*/ 4725 w 555"/>
                <a:gd name="T89" fmla="*/ 1858 h 454"/>
                <a:gd name="T90" fmla="*/ 5106 w 555"/>
                <a:gd name="T91" fmla="*/ 1179 h 454"/>
                <a:gd name="T92" fmla="*/ 5697 w 555"/>
                <a:gd name="T93" fmla="*/ 1635 h 454"/>
                <a:gd name="T94" fmla="*/ 5989 w 555"/>
                <a:gd name="T95" fmla="*/ 2182 h 454"/>
                <a:gd name="T96" fmla="*/ 6444 w 555"/>
                <a:gd name="T97" fmla="*/ 2890 h 454"/>
                <a:gd name="T98" fmla="*/ 6718 w 555"/>
                <a:gd name="T99" fmla="*/ 3238 h 454"/>
                <a:gd name="T100" fmla="*/ 6709 w 555"/>
                <a:gd name="T101" fmla="*/ 2861 h 45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55" h="454">
                  <a:moveTo>
                    <a:pt x="552" y="194"/>
                  </a:moveTo>
                  <a:cubicBezTo>
                    <a:pt x="553" y="199"/>
                    <a:pt x="554" y="205"/>
                    <a:pt x="554" y="212"/>
                  </a:cubicBezTo>
                  <a:cubicBezTo>
                    <a:pt x="549" y="216"/>
                    <a:pt x="547" y="212"/>
                    <a:pt x="539" y="196"/>
                  </a:cubicBezTo>
                  <a:cubicBezTo>
                    <a:pt x="530" y="178"/>
                    <a:pt x="508" y="146"/>
                    <a:pt x="502" y="129"/>
                  </a:cubicBezTo>
                  <a:cubicBezTo>
                    <a:pt x="495" y="113"/>
                    <a:pt x="485" y="94"/>
                    <a:pt x="457" y="70"/>
                  </a:cubicBezTo>
                  <a:cubicBezTo>
                    <a:pt x="431" y="47"/>
                    <a:pt x="410" y="29"/>
                    <a:pt x="399" y="21"/>
                  </a:cubicBezTo>
                  <a:cubicBezTo>
                    <a:pt x="407" y="30"/>
                    <a:pt x="407" y="30"/>
                    <a:pt x="407" y="30"/>
                  </a:cubicBezTo>
                  <a:cubicBezTo>
                    <a:pt x="404" y="37"/>
                    <a:pt x="393" y="24"/>
                    <a:pt x="369" y="18"/>
                  </a:cubicBezTo>
                  <a:cubicBezTo>
                    <a:pt x="344" y="11"/>
                    <a:pt x="343" y="17"/>
                    <a:pt x="301" y="20"/>
                  </a:cubicBezTo>
                  <a:cubicBezTo>
                    <a:pt x="260" y="24"/>
                    <a:pt x="228" y="5"/>
                    <a:pt x="205" y="4"/>
                  </a:cubicBezTo>
                  <a:cubicBezTo>
                    <a:pt x="196" y="4"/>
                    <a:pt x="192" y="2"/>
                    <a:pt x="191" y="0"/>
                  </a:cubicBezTo>
                  <a:cubicBezTo>
                    <a:pt x="172" y="14"/>
                    <a:pt x="138" y="34"/>
                    <a:pt x="109" y="41"/>
                  </a:cubicBezTo>
                  <a:cubicBezTo>
                    <a:pt x="88" y="46"/>
                    <a:pt x="80" y="52"/>
                    <a:pt x="72" y="58"/>
                  </a:cubicBezTo>
                  <a:cubicBezTo>
                    <a:pt x="65" y="72"/>
                    <a:pt x="54" y="87"/>
                    <a:pt x="39" y="105"/>
                  </a:cubicBezTo>
                  <a:cubicBezTo>
                    <a:pt x="22" y="124"/>
                    <a:pt x="22" y="148"/>
                    <a:pt x="21" y="182"/>
                  </a:cubicBezTo>
                  <a:cubicBezTo>
                    <a:pt x="20" y="216"/>
                    <a:pt x="11" y="247"/>
                    <a:pt x="6" y="268"/>
                  </a:cubicBezTo>
                  <a:cubicBezTo>
                    <a:pt x="5" y="276"/>
                    <a:pt x="2" y="279"/>
                    <a:pt x="0" y="279"/>
                  </a:cubicBezTo>
                  <a:cubicBezTo>
                    <a:pt x="5" y="295"/>
                    <a:pt x="11" y="319"/>
                    <a:pt x="36" y="342"/>
                  </a:cubicBezTo>
                  <a:cubicBezTo>
                    <a:pt x="63" y="365"/>
                    <a:pt x="63" y="392"/>
                    <a:pt x="79" y="406"/>
                  </a:cubicBezTo>
                  <a:cubicBezTo>
                    <a:pt x="95" y="420"/>
                    <a:pt x="118" y="430"/>
                    <a:pt x="112" y="438"/>
                  </a:cubicBezTo>
                  <a:cubicBezTo>
                    <a:pt x="112" y="438"/>
                    <a:pt x="112" y="438"/>
                    <a:pt x="112" y="438"/>
                  </a:cubicBezTo>
                  <a:cubicBezTo>
                    <a:pt x="108" y="437"/>
                    <a:pt x="105" y="436"/>
                    <a:pt x="102" y="435"/>
                  </a:cubicBezTo>
                  <a:cubicBezTo>
                    <a:pt x="115" y="440"/>
                    <a:pt x="130" y="444"/>
                    <a:pt x="146" y="449"/>
                  </a:cubicBezTo>
                  <a:cubicBezTo>
                    <a:pt x="152" y="451"/>
                    <a:pt x="157" y="452"/>
                    <a:pt x="161" y="454"/>
                  </a:cubicBezTo>
                  <a:cubicBezTo>
                    <a:pt x="153" y="447"/>
                    <a:pt x="142" y="444"/>
                    <a:pt x="134" y="436"/>
                  </a:cubicBezTo>
                  <a:cubicBezTo>
                    <a:pt x="125" y="427"/>
                    <a:pt x="119" y="413"/>
                    <a:pt x="112" y="402"/>
                  </a:cubicBezTo>
                  <a:cubicBezTo>
                    <a:pt x="98" y="380"/>
                    <a:pt x="93" y="357"/>
                    <a:pt x="88" y="333"/>
                  </a:cubicBezTo>
                  <a:cubicBezTo>
                    <a:pt x="81" y="298"/>
                    <a:pt x="77" y="280"/>
                    <a:pt x="67" y="247"/>
                  </a:cubicBezTo>
                  <a:cubicBezTo>
                    <a:pt x="61" y="217"/>
                    <a:pt x="77" y="222"/>
                    <a:pt x="83" y="227"/>
                  </a:cubicBezTo>
                  <a:cubicBezTo>
                    <a:pt x="105" y="243"/>
                    <a:pt x="124" y="247"/>
                    <a:pt x="143" y="265"/>
                  </a:cubicBezTo>
                  <a:cubicBezTo>
                    <a:pt x="152" y="274"/>
                    <a:pt x="162" y="283"/>
                    <a:pt x="172" y="290"/>
                  </a:cubicBezTo>
                  <a:cubicBezTo>
                    <a:pt x="177" y="295"/>
                    <a:pt x="183" y="298"/>
                    <a:pt x="188" y="302"/>
                  </a:cubicBezTo>
                  <a:cubicBezTo>
                    <a:pt x="192" y="306"/>
                    <a:pt x="194" y="310"/>
                    <a:pt x="199" y="311"/>
                  </a:cubicBezTo>
                  <a:cubicBezTo>
                    <a:pt x="203" y="303"/>
                    <a:pt x="186" y="282"/>
                    <a:pt x="183" y="273"/>
                  </a:cubicBezTo>
                  <a:cubicBezTo>
                    <a:pt x="178" y="262"/>
                    <a:pt x="171" y="252"/>
                    <a:pt x="166" y="240"/>
                  </a:cubicBezTo>
                  <a:cubicBezTo>
                    <a:pt x="160" y="227"/>
                    <a:pt x="152" y="211"/>
                    <a:pt x="149" y="197"/>
                  </a:cubicBezTo>
                  <a:cubicBezTo>
                    <a:pt x="144" y="173"/>
                    <a:pt x="157" y="144"/>
                    <a:pt x="186" y="153"/>
                  </a:cubicBezTo>
                  <a:cubicBezTo>
                    <a:pt x="207" y="160"/>
                    <a:pt x="225" y="163"/>
                    <a:pt x="246" y="155"/>
                  </a:cubicBezTo>
                  <a:cubicBezTo>
                    <a:pt x="255" y="151"/>
                    <a:pt x="261" y="146"/>
                    <a:pt x="269" y="154"/>
                  </a:cubicBezTo>
                  <a:cubicBezTo>
                    <a:pt x="273" y="158"/>
                    <a:pt x="273" y="162"/>
                    <a:pt x="278" y="165"/>
                  </a:cubicBezTo>
                  <a:cubicBezTo>
                    <a:pt x="279" y="149"/>
                    <a:pt x="305" y="162"/>
                    <a:pt x="313" y="166"/>
                  </a:cubicBezTo>
                  <a:cubicBezTo>
                    <a:pt x="326" y="172"/>
                    <a:pt x="343" y="172"/>
                    <a:pt x="358" y="174"/>
                  </a:cubicBezTo>
                  <a:cubicBezTo>
                    <a:pt x="338" y="169"/>
                    <a:pt x="288" y="136"/>
                    <a:pt x="311" y="113"/>
                  </a:cubicBezTo>
                  <a:cubicBezTo>
                    <a:pt x="322" y="101"/>
                    <a:pt x="339" y="113"/>
                    <a:pt x="351" y="117"/>
                  </a:cubicBezTo>
                  <a:cubicBezTo>
                    <a:pt x="363" y="122"/>
                    <a:pt x="377" y="124"/>
                    <a:pt x="389" y="126"/>
                  </a:cubicBezTo>
                  <a:cubicBezTo>
                    <a:pt x="373" y="111"/>
                    <a:pt x="400" y="77"/>
                    <a:pt x="420" y="80"/>
                  </a:cubicBezTo>
                  <a:cubicBezTo>
                    <a:pt x="436" y="83"/>
                    <a:pt x="457" y="101"/>
                    <a:pt x="469" y="111"/>
                  </a:cubicBezTo>
                  <a:cubicBezTo>
                    <a:pt x="480" y="121"/>
                    <a:pt x="485" y="136"/>
                    <a:pt x="493" y="148"/>
                  </a:cubicBezTo>
                  <a:cubicBezTo>
                    <a:pt x="505" y="165"/>
                    <a:pt x="518" y="180"/>
                    <a:pt x="530" y="196"/>
                  </a:cubicBezTo>
                  <a:cubicBezTo>
                    <a:pt x="537" y="206"/>
                    <a:pt x="544" y="214"/>
                    <a:pt x="553" y="220"/>
                  </a:cubicBezTo>
                  <a:cubicBezTo>
                    <a:pt x="555" y="210"/>
                    <a:pt x="554" y="202"/>
                    <a:pt x="552" y="194"/>
                  </a:cubicBezTo>
                  <a:close/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5" name="Freeform 1488">
              <a:extLst>
                <a:ext uri="{FF2B5EF4-FFF2-40B4-BE49-F238E27FC236}">
                  <a16:creationId xmlns:a16="http://schemas.microsoft.com/office/drawing/2014/main" id="{F62FE539-5F4F-4145-9B79-3483FECB0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3053"/>
              <a:ext cx="197" cy="610"/>
            </a:xfrm>
            <a:custGeom>
              <a:avLst/>
              <a:gdLst>
                <a:gd name="T0" fmla="*/ 0 w 86"/>
                <a:gd name="T1" fmla="*/ 414 h 249"/>
                <a:gd name="T2" fmla="*/ 566 w 86"/>
                <a:gd name="T3" fmla="*/ 985 h 249"/>
                <a:gd name="T4" fmla="*/ 829 w 86"/>
                <a:gd name="T5" fmla="*/ 2028 h 249"/>
                <a:gd name="T6" fmla="*/ 914 w 86"/>
                <a:gd name="T7" fmla="*/ 3204 h 249"/>
                <a:gd name="T8" fmla="*/ 951 w 86"/>
                <a:gd name="T9" fmla="*/ 3427 h 249"/>
                <a:gd name="T10" fmla="*/ 1008 w 86"/>
                <a:gd name="T11" fmla="*/ 3660 h 249"/>
                <a:gd name="T12" fmla="*/ 996 w 86"/>
                <a:gd name="T13" fmla="*/ 3175 h 249"/>
                <a:gd name="T14" fmla="*/ 960 w 86"/>
                <a:gd name="T15" fmla="*/ 2472 h 249"/>
                <a:gd name="T16" fmla="*/ 923 w 86"/>
                <a:gd name="T17" fmla="*/ 1752 h 249"/>
                <a:gd name="T18" fmla="*/ 744 w 86"/>
                <a:gd name="T19" fmla="*/ 924 h 249"/>
                <a:gd name="T20" fmla="*/ 37 w 86"/>
                <a:gd name="T21" fmla="*/ 29 h 2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249">
                  <a:moveTo>
                    <a:pt x="0" y="28"/>
                  </a:moveTo>
                  <a:cubicBezTo>
                    <a:pt x="21" y="32"/>
                    <a:pt x="38" y="47"/>
                    <a:pt x="47" y="67"/>
                  </a:cubicBezTo>
                  <a:cubicBezTo>
                    <a:pt x="56" y="89"/>
                    <a:pt x="64" y="115"/>
                    <a:pt x="69" y="138"/>
                  </a:cubicBezTo>
                  <a:cubicBezTo>
                    <a:pt x="74" y="165"/>
                    <a:pt x="71" y="192"/>
                    <a:pt x="76" y="218"/>
                  </a:cubicBezTo>
                  <a:cubicBezTo>
                    <a:pt x="77" y="223"/>
                    <a:pt x="78" y="228"/>
                    <a:pt x="79" y="233"/>
                  </a:cubicBezTo>
                  <a:cubicBezTo>
                    <a:pt x="80" y="239"/>
                    <a:pt x="83" y="244"/>
                    <a:pt x="84" y="249"/>
                  </a:cubicBezTo>
                  <a:cubicBezTo>
                    <a:pt x="86" y="238"/>
                    <a:pt x="85" y="227"/>
                    <a:pt x="83" y="216"/>
                  </a:cubicBezTo>
                  <a:cubicBezTo>
                    <a:pt x="80" y="200"/>
                    <a:pt x="80" y="183"/>
                    <a:pt x="80" y="168"/>
                  </a:cubicBezTo>
                  <a:cubicBezTo>
                    <a:pt x="81" y="152"/>
                    <a:pt x="81" y="135"/>
                    <a:pt x="77" y="119"/>
                  </a:cubicBezTo>
                  <a:cubicBezTo>
                    <a:pt x="72" y="101"/>
                    <a:pt x="69" y="81"/>
                    <a:pt x="62" y="63"/>
                  </a:cubicBezTo>
                  <a:cubicBezTo>
                    <a:pt x="54" y="39"/>
                    <a:pt x="33" y="0"/>
                    <a:pt x="3" y="2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" name="Freeform 1489">
              <a:extLst>
                <a:ext uri="{FF2B5EF4-FFF2-40B4-BE49-F238E27FC236}">
                  <a16:creationId xmlns:a16="http://schemas.microsoft.com/office/drawing/2014/main" id="{86108300-5AE7-480C-BF2C-824D53D98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3058"/>
              <a:ext cx="99" cy="360"/>
            </a:xfrm>
            <a:custGeom>
              <a:avLst/>
              <a:gdLst>
                <a:gd name="T0" fmla="*/ 525 w 43"/>
                <a:gd name="T1" fmla="*/ 306 h 147"/>
                <a:gd name="T2" fmla="*/ 269 w 43"/>
                <a:gd name="T3" fmla="*/ 468 h 147"/>
                <a:gd name="T4" fmla="*/ 256 w 43"/>
                <a:gd name="T5" fmla="*/ 1014 h 147"/>
                <a:gd name="T6" fmla="*/ 375 w 43"/>
                <a:gd name="T7" fmla="*/ 1643 h 147"/>
                <a:gd name="T8" fmla="*/ 488 w 43"/>
                <a:gd name="T9" fmla="*/ 2160 h 147"/>
                <a:gd name="T10" fmla="*/ 269 w 43"/>
                <a:gd name="T11" fmla="*/ 1793 h 147"/>
                <a:gd name="T12" fmla="*/ 122 w 43"/>
                <a:gd name="T13" fmla="*/ 1234 h 147"/>
                <a:gd name="T14" fmla="*/ 28 w 43"/>
                <a:gd name="T15" fmla="*/ 629 h 147"/>
                <a:gd name="T16" fmla="*/ 233 w 43"/>
                <a:gd name="T17" fmla="*/ 0 h 1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7">
                  <a:moveTo>
                    <a:pt x="43" y="21"/>
                  </a:moveTo>
                  <a:cubicBezTo>
                    <a:pt x="29" y="19"/>
                    <a:pt x="26" y="21"/>
                    <a:pt x="22" y="32"/>
                  </a:cubicBezTo>
                  <a:cubicBezTo>
                    <a:pt x="19" y="44"/>
                    <a:pt x="19" y="57"/>
                    <a:pt x="21" y="69"/>
                  </a:cubicBezTo>
                  <a:cubicBezTo>
                    <a:pt x="23" y="83"/>
                    <a:pt x="26" y="98"/>
                    <a:pt x="31" y="112"/>
                  </a:cubicBezTo>
                  <a:cubicBezTo>
                    <a:pt x="34" y="123"/>
                    <a:pt x="40" y="136"/>
                    <a:pt x="40" y="147"/>
                  </a:cubicBezTo>
                  <a:cubicBezTo>
                    <a:pt x="33" y="143"/>
                    <a:pt x="26" y="129"/>
                    <a:pt x="22" y="122"/>
                  </a:cubicBezTo>
                  <a:cubicBezTo>
                    <a:pt x="17" y="110"/>
                    <a:pt x="13" y="96"/>
                    <a:pt x="10" y="84"/>
                  </a:cubicBezTo>
                  <a:cubicBezTo>
                    <a:pt x="6" y="71"/>
                    <a:pt x="4" y="57"/>
                    <a:pt x="2" y="43"/>
                  </a:cubicBezTo>
                  <a:cubicBezTo>
                    <a:pt x="0" y="25"/>
                    <a:pt x="5" y="13"/>
                    <a:pt x="19" y="0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" name="Freeform 1490">
              <a:extLst>
                <a:ext uri="{FF2B5EF4-FFF2-40B4-BE49-F238E27FC236}">
                  <a16:creationId xmlns:a16="http://schemas.microsoft.com/office/drawing/2014/main" id="{B5CF1232-7148-4C4C-817F-2D32C1837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3136"/>
              <a:ext cx="343" cy="380"/>
            </a:xfrm>
            <a:custGeom>
              <a:avLst/>
              <a:gdLst>
                <a:gd name="T0" fmla="*/ 0 w 149"/>
                <a:gd name="T1" fmla="*/ 914 h 155"/>
                <a:gd name="T2" fmla="*/ 391 w 149"/>
                <a:gd name="T3" fmla="*/ 1003 h 155"/>
                <a:gd name="T4" fmla="*/ 953 w 149"/>
                <a:gd name="T5" fmla="*/ 1594 h 155"/>
                <a:gd name="T6" fmla="*/ 1819 w 149"/>
                <a:gd name="T7" fmla="*/ 2285 h 155"/>
                <a:gd name="T8" fmla="*/ 1685 w 149"/>
                <a:gd name="T9" fmla="*/ 2091 h 155"/>
                <a:gd name="T10" fmla="*/ 1441 w 149"/>
                <a:gd name="T11" fmla="*/ 1858 h 155"/>
                <a:gd name="T12" fmla="*/ 1001 w 149"/>
                <a:gd name="T13" fmla="*/ 1429 h 155"/>
                <a:gd name="T14" fmla="*/ 599 w 149"/>
                <a:gd name="T15" fmla="*/ 811 h 155"/>
                <a:gd name="T16" fmla="*/ 28 w 149"/>
                <a:gd name="T17" fmla="*/ 191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155">
                  <a:moveTo>
                    <a:pt x="0" y="62"/>
                  </a:moveTo>
                  <a:cubicBezTo>
                    <a:pt x="6" y="45"/>
                    <a:pt x="23" y="60"/>
                    <a:pt x="32" y="68"/>
                  </a:cubicBezTo>
                  <a:cubicBezTo>
                    <a:pt x="48" y="80"/>
                    <a:pt x="62" y="95"/>
                    <a:pt x="78" y="108"/>
                  </a:cubicBezTo>
                  <a:cubicBezTo>
                    <a:pt x="99" y="125"/>
                    <a:pt x="125" y="144"/>
                    <a:pt x="149" y="155"/>
                  </a:cubicBezTo>
                  <a:cubicBezTo>
                    <a:pt x="145" y="152"/>
                    <a:pt x="142" y="146"/>
                    <a:pt x="138" y="142"/>
                  </a:cubicBezTo>
                  <a:cubicBezTo>
                    <a:pt x="132" y="137"/>
                    <a:pt x="125" y="132"/>
                    <a:pt x="118" y="126"/>
                  </a:cubicBezTo>
                  <a:cubicBezTo>
                    <a:pt x="107" y="116"/>
                    <a:pt x="92" y="109"/>
                    <a:pt x="82" y="97"/>
                  </a:cubicBezTo>
                  <a:cubicBezTo>
                    <a:pt x="70" y="83"/>
                    <a:pt x="59" y="69"/>
                    <a:pt x="49" y="55"/>
                  </a:cubicBezTo>
                  <a:cubicBezTo>
                    <a:pt x="45" y="50"/>
                    <a:pt x="10" y="0"/>
                    <a:pt x="2" y="13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8" name="Freeform 1491">
              <a:extLst>
                <a:ext uri="{FF2B5EF4-FFF2-40B4-BE49-F238E27FC236}">
                  <a16:creationId xmlns:a16="http://schemas.microsoft.com/office/drawing/2014/main" id="{A91E5EB7-23F9-4539-A2C5-9E35BE749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3788"/>
              <a:ext cx="16" cy="20"/>
            </a:xfrm>
            <a:custGeom>
              <a:avLst/>
              <a:gdLst>
                <a:gd name="T0" fmla="*/ 0 w 7"/>
                <a:gd name="T1" fmla="*/ 63 h 8"/>
                <a:gd name="T2" fmla="*/ 85 w 7"/>
                <a:gd name="T3" fmla="*/ 113 h 8"/>
                <a:gd name="T4" fmla="*/ 48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1" y="7"/>
                    <a:pt x="4" y="8"/>
                    <a:pt x="7" y="7"/>
                  </a:cubicBezTo>
                  <a:cubicBezTo>
                    <a:pt x="7" y="5"/>
                    <a:pt x="5" y="0"/>
                    <a:pt x="4" y="0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9" name="Freeform 1492">
              <a:extLst>
                <a:ext uri="{FF2B5EF4-FFF2-40B4-BE49-F238E27FC236}">
                  <a16:creationId xmlns:a16="http://schemas.microsoft.com/office/drawing/2014/main" id="{14BF3AFF-3024-44FF-BEC9-57BD265F5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563"/>
              <a:ext cx="83" cy="230"/>
            </a:xfrm>
            <a:custGeom>
              <a:avLst/>
              <a:gdLst>
                <a:gd name="T0" fmla="*/ 272 w 36"/>
                <a:gd name="T1" fmla="*/ 0 h 94"/>
                <a:gd name="T2" fmla="*/ 0 w 36"/>
                <a:gd name="T3" fmla="*/ 790 h 94"/>
                <a:gd name="T4" fmla="*/ 256 w 36"/>
                <a:gd name="T5" fmla="*/ 1101 h 94"/>
                <a:gd name="T6" fmla="*/ 431 w 36"/>
                <a:gd name="T7" fmla="*/ 1378 h 94"/>
                <a:gd name="T8" fmla="*/ 403 w 36"/>
                <a:gd name="T9" fmla="*/ 1101 h 94"/>
                <a:gd name="T10" fmla="*/ 318 w 36"/>
                <a:gd name="T11" fmla="*/ 719 h 94"/>
                <a:gd name="T12" fmla="*/ 272 w 36"/>
                <a:gd name="T13" fmla="*/ 252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94">
                  <a:moveTo>
                    <a:pt x="22" y="0"/>
                  </a:moveTo>
                  <a:cubicBezTo>
                    <a:pt x="18" y="13"/>
                    <a:pt x="31" y="75"/>
                    <a:pt x="0" y="54"/>
                  </a:cubicBezTo>
                  <a:cubicBezTo>
                    <a:pt x="6" y="56"/>
                    <a:pt x="16" y="70"/>
                    <a:pt x="21" y="75"/>
                  </a:cubicBezTo>
                  <a:cubicBezTo>
                    <a:pt x="26" y="81"/>
                    <a:pt x="32" y="88"/>
                    <a:pt x="35" y="94"/>
                  </a:cubicBezTo>
                  <a:cubicBezTo>
                    <a:pt x="36" y="88"/>
                    <a:pt x="34" y="81"/>
                    <a:pt x="33" y="75"/>
                  </a:cubicBezTo>
                  <a:cubicBezTo>
                    <a:pt x="31" y="67"/>
                    <a:pt x="27" y="58"/>
                    <a:pt x="26" y="49"/>
                  </a:cubicBezTo>
                  <a:cubicBezTo>
                    <a:pt x="24" y="38"/>
                    <a:pt x="25" y="28"/>
                    <a:pt x="22" y="17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0" name="Freeform 1493">
              <a:extLst>
                <a:ext uri="{FF2B5EF4-FFF2-40B4-BE49-F238E27FC236}">
                  <a16:creationId xmlns:a16="http://schemas.microsoft.com/office/drawing/2014/main" id="{461CF8CB-36B2-4EEC-8EE1-794AAECC9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330"/>
              <a:ext cx="303" cy="294"/>
            </a:xfrm>
            <a:custGeom>
              <a:avLst/>
              <a:gdLst>
                <a:gd name="T0" fmla="*/ 301 w 132"/>
                <a:gd name="T1" fmla="*/ 853 h 120"/>
                <a:gd name="T2" fmla="*/ 654 w 132"/>
                <a:gd name="T3" fmla="*/ 1085 h 120"/>
                <a:gd name="T4" fmla="*/ 1054 w 132"/>
                <a:gd name="T5" fmla="*/ 1338 h 120"/>
                <a:gd name="T6" fmla="*/ 1586 w 132"/>
                <a:gd name="T7" fmla="*/ 1676 h 120"/>
                <a:gd name="T8" fmla="*/ 1538 w 132"/>
                <a:gd name="T9" fmla="*/ 1350 h 120"/>
                <a:gd name="T10" fmla="*/ 1522 w 132"/>
                <a:gd name="T11" fmla="*/ 882 h 120"/>
                <a:gd name="T12" fmla="*/ 1416 w 132"/>
                <a:gd name="T13" fmla="*/ 0 h 120"/>
                <a:gd name="T14" fmla="*/ 1380 w 132"/>
                <a:gd name="T15" fmla="*/ 823 h 120"/>
                <a:gd name="T16" fmla="*/ 1343 w 132"/>
                <a:gd name="T17" fmla="*/ 1218 h 120"/>
                <a:gd name="T18" fmla="*/ 1111 w 132"/>
                <a:gd name="T19" fmla="*/ 1147 h 120"/>
                <a:gd name="T20" fmla="*/ 0 w 132"/>
                <a:gd name="T21" fmla="*/ 546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120">
                  <a:moveTo>
                    <a:pt x="25" y="58"/>
                  </a:moveTo>
                  <a:cubicBezTo>
                    <a:pt x="35" y="58"/>
                    <a:pt x="46" y="69"/>
                    <a:pt x="54" y="74"/>
                  </a:cubicBezTo>
                  <a:cubicBezTo>
                    <a:pt x="65" y="80"/>
                    <a:pt x="75" y="86"/>
                    <a:pt x="87" y="91"/>
                  </a:cubicBezTo>
                  <a:cubicBezTo>
                    <a:pt x="93" y="94"/>
                    <a:pt x="125" y="120"/>
                    <a:pt x="131" y="114"/>
                  </a:cubicBezTo>
                  <a:cubicBezTo>
                    <a:pt x="132" y="112"/>
                    <a:pt x="127" y="96"/>
                    <a:pt x="127" y="92"/>
                  </a:cubicBezTo>
                  <a:cubicBezTo>
                    <a:pt x="128" y="81"/>
                    <a:pt x="126" y="71"/>
                    <a:pt x="126" y="60"/>
                  </a:cubicBezTo>
                  <a:cubicBezTo>
                    <a:pt x="125" y="40"/>
                    <a:pt x="125" y="19"/>
                    <a:pt x="117" y="0"/>
                  </a:cubicBezTo>
                  <a:cubicBezTo>
                    <a:pt x="120" y="19"/>
                    <a:pt x="115" y="37"/>
                    <a:pt x="114" y="56"/>
                  </a:cubicBezTo>
                  <a:cubicBezTo>
                    <a:pt x="114" y="61"/>
                    <a:pt x="117" y="79"/>
                    <a:pt x="111" y="83"/>
                  </a:cubicBezTo>
                  <a:cubicBezTo>
                    <a:pt x="106" y="87"/>
                    <a:pt x="97" y="81"/>
                    <a:pt x="92" y="78"/>
                  </a:cubicBezTo>
                  <a:cubicBezTo>
                    <a:pt x="64" y="61"/>
                    <a:pt x="25" y="62"/>
                    <a:pt x="0" y="37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1" name="Freeform 1494">
              <a:extLst>
                <a:ext uri="{FF2B5EF4-FFF2-40B4-BE49-F238E27FC236}">
                  <a16:creationId xmlns:a16="http://schemas.microsoft.com/office/drawing/2014/main" id="{1B4D1674-C3A4-440B-B2D3-FD2991473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3138"/>
              <a:ext cx="338" cy="285"/>
            </a:xfrm>
            <a:custGeom>
              <a:avLst/>
              <a:gdLst>
                <a:gd name="T0" fmla="*/ 0 w 147"/>
                <a:gd name="T1" fmla="*/ 0 h 116"/>
                <a:gd name="T2" fmla="*/ 448 w 147"/>
                <a:gd name="T3" fmla="*/ 314 h 116"/>
                <a:gd name="T4" fmla="*/ 1120 w 147"/>
                <a:gd name="T5" fmla="*/ 506 h 116"/>
                <a:gd name="T6" fmla="*/ 1518 w 147"/>
                <a:gd name="T7" fmla="*/ 887 h 116"/>
                <a:gd name="T8" fmla="*/ 1676 w 147"/>
                <a:gd name="T9" fmla="*/ 1305 h 116"/>
                <a:gd name="T10" fmla="*/ 1729 w 147"/>
                <a:gd name="T11" fmla="*/ 1720 h 116"/>
                <a:gd name="T12" fmla="*/ 1713 w 147"/>
                <a:gd name="T13" fmla="*/ 1243 h 116"/>
                <a:gd name="T14" fmla="*/ 1619 w 147"/>
                <a:gd name="T15" fmla="*/ 742 h 116"/>
                <a:gd name="T16" fmla="*/ 1396 w 147"/>
                <a:gd name="T17" fmla="*/ 428 h 116"/>
                <a:gd name="T18" fmla="*/ 899 w 147"/>
                <a:gd name="T19" fmla="*/ 344 h 116"/>
                <a:gd name="T20" fmla="*/ 11 w 147"/>
                <a:gd name="T21" fmla="*/ 12 h 1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7" h="116">
                  <a:moveTo>
                    <a:pt x="0" y="0"/>
                  </a:moveTo>
                  <a:cubicBezTo>
                    <a:pt x="11" y="9"/>
                    <a:pt x="23" y="17"/>
                    <a:pt x="37" y="21"/>
                  </a:cubicBezTo>
                  <a:cubicBezTo>
                    <a:pt x="55" y="26"/>
                    <a:pt x="74" y="29"/>
                    <a:pt x="92" y="34"/>
                  </a:cubicBezTo>
                  <a:cubicBezTo>
                    <a:pt x="107" y="38"/>
                    <a:pt x="116" y="46"/>
                    <a:pt x="125" y="60"/>
                  </a:cubicBezTo>
                  <a:cubicBezTo>
                    <a:pt x="130" y="69"/>
                    <a:pt x="134" y="78"/>
                    <a:pt x="138" y="88"/>
                  </a:cubicBezTo>
                  <a:cubicBezTo>
                    <a:pt x="142" y="98"/>
                    <a:pt x="140" y="106"/>
                    <a:pt x="142" y="116"/>
                  </a:cubicBezTo>
                  <a:cubicBezTo>
                    <a:pt x="147" y="108"/>
                    <a:pt x="142" y="92"/>
                    <a:pt x="141" y="84"/>
                  </a:cubicBezTo>
                  <a:cubicBezTo>
                    <a:pt x="138" y="73"/>
                    <a:pt x="136" y="61"/>
                    <a:pt x="133" y="50"/>
                  </a:cubicBezTo>
                  <a:cubicBezTo>
                    <a:pt x="130" y="40"/>
                    <a:pt x="126" y="32"/>
                    <a:pt x="115" y="29"/>
                  </a:cubicBezTo>
                  <a:cubicBezTo>
                    <a:pt x="102" y="26"/>
                    <a:pt x="88" y="26"/>
                    <a:pt x="74" y="23"/>
                  </a:cubicBezTo>
                  <a:cubicBezTo>
                    <a:pt x="49" y="18"/>
                    <a:pt x="27" y="1"/>
                    <a:pt x="1" y="1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2" name="Freeform 1495">
              <a:extLst>
                <a:ext uri="{FF2B5EF4-FFF2-40B4-BE49-F238E27FC236}">
                  <a16:creationId xmlns:a16="http://schemas.microsoft.com/office/drawing/2014/main" id="{3EE47C23-9EE1-4C3E-91F5-FFA15C771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104"/>
              <a:ext cx="71" cy="133"/>
            </a:xfrm>
            <a:custGeom>
              <a:avLst/>
              <a:gdLst>
                <a:gd name="T0" fmla="*/ 373 w 31"/>
                <a:gd name="T1" fmla="*/ 103 h 54"/>
                <a:gd name="T2" fmla="*/ 215 w 31"/>
                <a:gd name="T3" fmla="*/ 808 h 54"/>
                <a:gd name="T4" fmla="*/ 94 w 31"/>
                <a:gd name="T5" fmla="*/ 345 h 54"/>
                <a:gd name="T6" fmla="*/ 57 w 31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4">
                  <a:moveTo>
                    <a:pt x="31" y="7"/>
                  </a:moveTo>
                  <a:cubicBezTo>
                    <a:pt x="12" y="6"/>
                    <a:pt x="16" y="43"/>
                    <a:pt x="18" y="54"/>
                  </a:cubicBezTo>
                  <a:cubicBezTo>
                    <a:pt x="12" y="45"/>
                    <a:pt x="12" y="33"/>
                    <a:pt x="8" y="23"/>
                  </a:cubicBezTo>
                  <a:cubicBezTo>
                    <a:pt x="6" y="17"/>
                    <a:pt x="0" y="6"/>
                    <a:pt x="5" y="0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3" name="Freeform 1496">
              <a:extLst>
                <a:ext uri="{FF2B5EF4-FFF2-40B4-BE49-F238E27FC236}">
                  <a16:creationId xmlns:a16="http://schemas.microsoft.com/office/drawing/2014/main" id="{7E74070D-CBDB-49F9-8902-516EF25B7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950"/>
              <a:ext cx="184" cy="179"/>
            </a:xfrm>
            <a:custGeom>
              <a:avLst/>
              <a:gdLst>
                <a:gd name="T0" fmla="*/ 244 w 80"/>
                <a:gd name="T1" fmla="*/ 0 h 73"/>
                <a:gd name="T2" fmla="*/ 439 w 80"/>
                <a:gd name="T3" fmla="*/ 620 h 73"/>
                <a:gd name="T4" fmla="*/ 805 w 80"/>
                <a:gd name="T5" fmla="*/ 883 h 73"/>
                <a:gd name="T6" fmla="*/ 973 w 80"/>
                <a:gd name="T7" fmla="*/ 1076 h 73"/>
                <a:gd name="T8" fmla="*/ 412 w 80"/>
                <a:gd name="T9" fmla="*/ 691 h 73"/>
                <a:gd name="T10" fmla="*/ 0 w 80"/>
                <a:gd name="T11" fmla="*/ 265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3">
                  <a:moveTo>
                    <a:pt x="20" y="0"/>
                  </a:moveTo>
                  <a:cubicBezTo>
                    <a:pt x="6" y="15"/>
                    <a:pt x="22" y="35"/>
                    <a:pt x="36" y="42"/>
                  </a:cubicBezTo>
                  <a:cubicBezTo>
                    <a:pt x="46" y="48"/>
                    <a:pt x="58" y="52"/>
                    <a:pt x="66" y="60"/>
                  </a:cubicBezTo>
                  <a:cubicBezTo>
                    <a:pt x="71" y="65"/>
                    <a:pt x="73" y="70"/>
                    <a:pt x="80" y="73"/>
                  </a:cubicBezTo>
                  <a:cubicBezTo>
                    <a:pt x="65" y="63"/>
                    <a:pt x="48" y="57"/>
                    <a:pt x="34" y="47"/>
                  </a:cubicBezTo>
                  <a:cubicBezTo>
                    <a:pt x="23" y="39"/>
                    <a:pt x="5" y="31"/>
                    <a:pt x="0" y="18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4" name="Freeform 1497">
              <a:extLst>
                <a:ext uri="{FF2B5EF4-FFF2-40B4-BE49-F238E27FC236}">
                  <a16:creationId xmlns:a16="http://schemas.microsoft.com/office/drawing/2014/main" id="{2664A8BC-946F-4745-BEDD-93FEDCC22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3055"/>
              <a:ext cx="23" cy="37"/>
            </a:xfrm>
            <a:custGeom>
              <a:avLst/>
              <a:gdLst>
                <a:gd name="T0" fmla="*/ 12 w 10"/>
                <a:gd name="T1" fmla="*/ 0 h 15"/>
                <a:gd name="T2" fmla="*/ 122 w 10"/>
                <a:gd name="T3" fmla="*/ 7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1" y="0"/>
                  </a:moveTo>
                  <a:cubicBezTo>
                    <a:pt x="0" y="7"/>
                    <a:pt x="9" y="15"/>
                    <a:pt x="10" y="5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5" name="Freeform 1498">
              <a:extLst>
                <a:ext uri="{FF2B5EF4-FFF2-40B4-BE49-F238E27FC236}">
                  <a16:creationId xmlns:a16="http://schemas.microsoft.com/office/drawing/2014/main" id="{13488D2E-1334-4240-912E-1DBCAD78D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175"/>
              <a:ext cx="163" cy="321"/>
            </a:xfrm>
            <a:custGeom>
              <a:avLst/>
              <a:gdLst>
                <a:gd name="T0" fmla="*/ 0 w 71"/>
                <a:gd name="T1" fmla="*/ 0 h 131"/>
                <a:gd name="T2" fmla="*/ 411 w 71"/>
                <a:gd name="T3" fmla="*/ 365 h 131"/>
                <a:gd name="T4" fmla="*/ 654 w 71"/>
                <a:gd name="T5" fmla="*/ 791 h 131"/>
                <a:gd name="T6" fmla="*/ 618 w 71"/>
                <a:gd name="T7" fmla="*/ 1208 h 131"/>
                <a:gd name="T8" fmla="*/ 581 w 71"/>
                <a:gd name="T9" fmla="*/ 1777 h 131"/>
                <a:gd name="T10" fmla="*/ 606 w 71"/>
                <a:gd name="T11" fmla="*/ 1928 h 131"/>
                <a:gd name="T12" fmla="*/ 643 w 71"/>
                <a:gd name="T13" fmla="*/ 1573 h 131"/>
                <a:gd name="T14" fmla="*/ 712 w 71"/>
                <a:gd name="T15" fmla="*/ 1176 h 131"/>
                <a:gd name="T16" fmla="*/ 849 w 71"/>
                <a:gd name="T17" fmla="*/ 517 h 131"/>
                <a:gd name="T18" fmla="*/ 521 w 71"/>
                <a:gd name="T19" fmla="*/ 323 h 131"/>
                <a:gd name="T20" fmla="*/ 25 w 71"/>
                <a:gd name="T21" fmla="*/ 12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1" h="131">
                  <a:moveTo>
                    <a:pt x="0" y="0"/>
                  </a:moveTo>
                  <a:cubicBezTo>
                    <a:pt x="12" y="4"/>
                    <a:pt x="25" y="16"/>
                    <a:pt x="34" y="25"/>
                  </a:cubicBezTo>
                  <a:cubicBezTo>
                    <a:pt x="42" y="32"/>
                    <a:pt x="52" y="42"/>
                    <a:pt x="54" y="54"/>
                  </a:cubicBezTo>
                  <a:cubicBezTo>
                    <a:pt x="56" y="63"/>
                    <a:pt x="52" y="73"/>
                    <a:pt x="51" y="82"/>
                  </a:cubicBezTo>
                  <a:cubicBezTo>
                    <a:pt x="49" y="94"/>
                    <a:pt x="53" y="110"/>
                    <a:pt x="48" y="121"/>
                  </a:cubicBezTo>
                  <a:cubicBezTo>
                    <a:pt x="51" y="123"/>
                    <a:pt x="50" y="127"/>
                    <a:pt x="50" y="131"/>
                  </a:cubicBezTo>
                  <a:cubicBezTo>
                    <a:pt x="49" y="125"/>
                    <a:pt x="53" y="114"/>
                    <a:pt x="53" y="107"/>
                  </a:cubicBezTo>
                  <a:cubicBezTo>
                    <a:pt x="55" y="98"/>
                    <a:pt x="57" y="89"/>
                    <a:pt x="59" y="80"/>
                  </a:cubicBezTo>
                  <a:cubicBezTo>
                    <a:pt x="63" y="67"/>
                    <a:pt x="71" y="49"/>
                    <a:pt x="70" y="35"/>
                  </a:cubicBezTo>
                  <a:cubicBezTo>
                    <a:pt x="62" y="35"/>
                    <a:pt x="50" y="25"/>
                    <a:pt x="43" y="22"/>
                  </a:cubicBezTo>
                  <a:cubicBezTo>
                    <a:pt x="30" y="15"/>
                    <a:pt x="16" y="4"/>
                    <a:pt x="2" y="1"/>
                  </a:cubicBezTo>
                </a:path>
              </a:pathLst>
            </a:custGeom>
            <a:solidFill>
              <a:srgbClr val="A24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6" name="Freeform 1499">
              <a:extLst>
                <a:ext uri="{FF2B5EF4-FFF2-40B4-BE49-F238E27FC236}">
                  <a16:creationId xmlns:a16="http://schemas.microsoft.com/office/drawing/2014/main" id="{A4D0CEE0-1646-4DB7-AC6D-B3A7C72F02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1" y="2739"/>
              <a:ext cx="389" cy="529"/>
            </a:xfrm>
            <a:custGeom>
              <a:avLst/>
              <a:gdLst>
                <a:gd name="T0" fmla="*/ 1938 w 169"/>
                <a:gd name="T1" fmla="*/ 1134 h 216"/>
                <a:gd name="T2" fmla="*/ 1828 w 169"/>
                <a:gd name="T3" fmla="*/ 1014 h 216"/>
                <a:gd name="T4" fmla="*/ 1722 w 169"/>
                <a:gd name="T5" fmla="*/ 600 h 216"/>
                <a:gd name="T6" fmla="*/ 1913 w 169"/>
                <a:gd name="T7" fmla="*/ 397 h 216"/>
                <a:gd name="T8" fmla="*/ 2014 w 169"/>
                <a:gd name="T9" fmla="*/ 659 h 216"/>
                <a:gd name="T10" fmla="*/ 2035 w 169"/>
                <a:gd name="T11" fmla="*/ 144 h 216"/>
                <a:gd name="T12" fmla="*/ 2051 w 169"/>
                <a:gd name="T13" fmla="*/ 71 h 216"/>
                <a:gd name="T14" fmla="*/ 1977 w 169"/>
                <a:gd name="T15" fmla="*/ 59 h 216"/>
                <a:gd name="T16" fmla="*/ 1807 w 169"/>
                <a:gd name="T17" fmla="*/ 0 h 216"/>
                <a:gd name="T18" fmla="*/ 806 w 169"/>
                <a:gd name="T19" fmla="*/ 600 h 216"/>
                <a:gd name="T20" fmla="*/ 391 w 169"/>
                <a:gd name="T21" fmla="*/ 840 h 216"/>
                <a:gd name="T22" fmla="*/ 338 w 169"/>
                <a:gd name="T23" fmla="*/ 894 h 216"/>
                <a:gd name="T24" fmla="*/ 94 w 169"/>
                <a:gd name="T25" fmla="*/ 1320 h 216"/>
                <a:gd name="T26" fmla="*/ 12 w 169"/>
                <a:gd name="T27" fmla="*/ 1834 h 216"/>
                <a:gd name="T28" fmla="*/ 110 w 169"/>
                <a:gd name="T29" fmla="*/ 2466 h 216"/>
                <a:gd name="T30" fmla="*/ 216 w 169"/>
                <a:gd name="T31" fmla="*/ 2716 h 216"/>
                <a:gd name="T32" fmla="*/ 451 w 169"/>
                <a:gd name="T33" fmla="*/ 3042 h 216"/>
                <a:gd name="T34" fmla="*/ 269 w 169"/>
                <a:gd name="T35" fmla="*/ 2057 h 216"/>
                <a:gd name="T36" fmla="*/ 647 w 169"/>
                <a:gd name="T37" fmla="*/ 1320 h 216"/>
                <a:gd name="T38" fmla="*/ 831 w 169"/>
                <a:gd name="T39" fmla="*/ 1746 h 216"/>
                <a:gd name="T40" fmla="*/ 1001 w 169"/>
                <a:gd name="T41" fmla="*/ 2219 h 216"/>
                <a:gd name="T42" fmla="*/ 1144 w 169"/>
                <a:gd name="T43" fmla="*/ 2586 h 216"/>
                <a:gd name="T44" fmla="*/ 1294 w 169"/>
                <a:gd name="T45" fmla="*/ 2868 h 216"/>
                <a:gd name="T46" fmla="*/ 1135 w 169"/>
                <a:gd name="T47" fmla="*/ 1878 h 216"/>
                <a:gd name="T48" fmla="*/ 1208 w 169"/>
                <a:gd name="T49" fmla="*/ 1158 h 216"/>
                <a:gd name="T50" fmla="*/ 1611 w 169"/>
                <a:gd name="T51" fmla="*/ 1085 h 216"/>
                <a:gd name="T52" fmla="*/ 2060 w 169"/>
                <a:gd name="T53" fmla="*/ 1266 h 216"/>
                <a:gd name="T54" fmla="*/ 1938 w 169"/>
                <a:gd name="T55" fmla="*/ 1134 h 216"/>
                <a:gd name="T56" fmla="*/ 451 w 169"/>
                <a:gd name="T57" fmla="*/ 3042 h 216"/>
                <a:gd name="T58" fmla="*/ 525 w 169"/>
                <a:gd name="T59" fmla="*/ 3174 h 216"/>
                <a:gd name="T60" fmla="*/ 451 w 169"/>
                <a:gd name="T61" fmla="*/ 3042 h 21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69" h="216">
                  <a:moveTo>
                    <a:pt x="159" y="77"/>
                  </a:moveTo>
                  <a:cubicBezTo>
                    <a:pt x="156" y="74"/>
                    <a:pt x="153" y="72"/>
                    <a:pt x="150" y="69"/>
                  </a:cubicBezTo>
                  <a:cubicBezTo>
                    <a:pt x="141" y="62"/>
                    <a:pt x="140" y="52"/>
                    <a:pt x="141" y="41"/>
                  </a:cubicBezTo>
                  <a:cubicBezTo>
                    <a:pt x="142" y="35"/>
                    <a:pt x="147" y="19"/>
                    <a:pt x="157" y="27"/>
                  </a:cubicBezTo>
                  <a:cubicBezTo>
                    <a:pt x="161" y="30"/>
                    <a:pt x="163" y="41"/>
                    <a:pt x="165" y="45"/>
                  </a:cubicBezTo>
                  <a:cubicBezTo>
                    <a:pt x="165" y="34"/>
                    <a:pt x="166" y="21"/>
                    <a:pt x="167" y="10"/>
                  </a:cubicBezTo>
                  <a:cubicBezTo>
                    <a:pt x="168" y="8"/>
                    <a:pt x="168" y="6"/>
                    <a:pt x="168" y="5"/>
                  </a:cubicBezTo>
                  <a:cubicBezTo>
                    <a:pt x="166" y="5"/>
                    <a:pt x="164" y="4"/>
                    <a:pt x="162" y="4"/>
                  </a:cubicBezTo>
                  <a:cubicBezTo>
                    <a:pt x="153" y="4"/>
                    <a:pt x="149" y="2"/>
                    <a:pt x="148" y="0"/>
                  </a:cubicBezTo>
                  <a:cubicBezTo>
                    <a:pt x="129" y="14"/>
                    <a:pt x="95" y="34"/>
                    <a:pt x="66" y="41"/>
                  </a:cubicBezTo>
                  <a:cubicBezTo>
                    <a:pt x="47" y="46"/>
                    <a:pt x="39" y="51"/>
                    <a:pt x="32" y="57"/>
                  </a:cubicBezTo>
                  <a:cubicBezTo>
                    <a:pt x="30" y="58"/>
                    <a:pt x="29" y="60"/>
                    <a:pt x="28" y="61"/>
                  </a:cubicBezTo>
                  <a:cubicBezTo>
                    <a:pt x="23" y="70"/>
                    <a:pt x="17" y="80"/>
                    <a:pt x="8" y="90"/>
                  </a:cubicBezTo>
                  <a:cubicBezTo>
                    <a:pt x="3" y="100"/>
                    <a:pt x="3" y="113"/>
                    <a:pt x="1" y="125"/>
                  </a:cubicBezTo>
                  <a:cubicBezTo>
                    <a:pt x="0" y="141"/>
                    <a:pt x="1" y="154"/>
                    <a:pt x="9" y="168"/>
                  </a:cubicBezTo>
                  <a:cubicBezTo>
                    <a:pt x="12" y="174"/>
                    <a:pt x="14" y="180"/>
                    <a:pt x="18" y="185"/>
                  </a:cubicBezTo>
                  <a:cubicBezTo>
                    <a:pt x="23" y="193"/>
                    <a:pt x="31" y="200"/>
                    <a:pt x="37" y="207"/>
                  </a:cubicBezTo>
                  <a:cubicBezTo>
                    <a:pt x="26" y="187"/>
                    <a:pt x="21" y="163"/>
                    <a:pt x="22" y="140"/>
                  </a:cubicBezTo>
                  <a:cubicBezTo>
                    <a:pt x="23" y="125"/>
                    <a:pt x="28" y="78"/>
                    <a:pt x="53" y="90"/>
                  </a:cubicBezTo>
                  <a:cubicBezTo>
                    <a:pt x="64" y="96"/>
                    <a:pt x="65" y="108"/>
                    <a:pt x="68" y="119"/>
                  </a:cubicBezTo>
                  <a:cubicBezTo>
                    <a:pt x="71" y="131"/>
                    <a:pt x="76" y="140"/>
                    <a:pt x="82" y="151"/>
                  </a:cubicBezTo>
                  <a:cubicBezTo>
                    <a:pt x="87" y="159"/>
                    <a:pt x="90" y="167"/>
                    <a:pt x="94" y="176"/>
                  </a:cubicBezTo>
                  <a:cubicBezTo>
                    <a:pt x="96" y="184"/>
                    <a:pt x="103" y="188"/>
                    <a:pt x="106" y="195"/>
                  </a:cubicBezTo>
                  <a:cubicBezTo>
                    <a:pt x="102" y="173"/>
                    <a:pt x="96" y="151"/>
                    <a:pt x="93" y="128"/>
                  </a:cubicBezTo>
                  <a:cubicBezTo>
                    <a:pt x="91" y="111"/>
                    <a:pt x="88" y="93"/>
                    <a:pt x="99" y="79"/>
                  </a:cubicBezTo>
                  <a:cubicBezTo>
                    <a:pt x="108" y="68"/>
                    <a:pt x="118" y="71"/>
                    <a:pt x="132" y="74"/>
                  </a:cubicBezTo>
                  <a:cubicBezTo>
                    <a:pt x="144" y="76"/>
                    <a:pt x="158" y="80"/>
                    <a:pt x="169" y="86"/>
                  </a:cubicBezTo>
                  <a:cubicBezTo>
                    <a:pt x="165" y="84"/>
                    <a:pt x="163" y="81"/>
                    <a:pt x="159" y="77"/>
                  </a:cubicBezTo>
                  <a:close/>
                  <a:moveTo>
                    <a:pt x="37" y="207"/>
                  </a:moveTo>
                  <a:cubicBezTo>
                    <a:pt x="39" y="210"/>
                    <a:pt x="41" y="213"/>
                    <a:pt x="43" y="216"/>
                  </a:cubicBezTo>
                  <a:cubicBezTo>
                    <a:pt x="41" y="213"/>
                    <a:pt x="39" y="210"/>
                    <a:pt x="37" y="207"/>
                  </a:cubicBezTo>
                  <a:close/>
                </a:path>
              </a:pathLst>
            </a:custGeom>
            <a:solidFill>
              <a:srgbClr val="8F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7" name="Freeform 1500">
              <a:extLst>
                <a:ext uri="{FF2B5EF4-FFF2-40B4-BE49-F238E27FC236}">
                  <a16:creationId xmlns:a16="http://schemas.microsoft.com/office/drawing/2014/main" id="{A7704D41-097A-469D-8074-7F7990561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744"/>
              <a:ext cx="681" cy="252"/>
            </a:xfrm>
            <a:custGeom>
              <a:avLst/>
              <a:gdLst>
                <a:gd name="T0" fmla="*/ 3214 w 296"/>
                <a:gd name="T1" fmla="*/ 993 h 103"/>
                <a:gd name="T2" fmla="*/ 2510 w 296"/>
                <a:gd name="T3" fmla="*/ 276 h 103"/>
                <a:gd name="T4" fmla="*/ 2604 w 296"/>
                <a:gd name="T5" fmla="*/ 413 h 103"/>
                <a:gd name="T6" fmla="*/ 2144 w 296"/>
                <a:gd name="T7" fmla="*/ 232 h 103"/>
                <a:gd name="T8" fmla="*/ 1314 w 296"/>
                <a:gd name="T9" fmla="*/ 264 h 103"/>
                <a:gd name="T10" fmla="*/ 147 w 296"/>
                <a:gd name="T11" fmla="*/ 29 h 103"/>
                <a:gd name="T12" fmla="*/ 0 w 296"/>
                <a:gd name="T13" fmla="*/ 0 h 103"/>
                <a:gd name="T14" fmla="*/ 207 w 296"/>
                <a:gd name="T15" fmla="*/ 778 h 103"/>
                <a:gd name="T16" fmla="*/ 253 w 296"/>
                <a:gd name="T17" fmla="*/ 1042 h 103"/>
                <a:gd name="T18" fmla="*/ 513 w 296"/>
                <a:gd name="T19" fmla="*/ 514 h 103"/>
                <a:gd name="T20" fmla="*/ 741 w 296"/>
                <a:gd name="T21" fmla="*/ 629 h 103"/>
                <a:gd name="T22" fmla="*/ 1022 w 296"/>
                <a:gd name="T23" fmla="*/ 568 h 103"/>
                <a:gd name="T24" fmla="*/ 1864 w 296"/>
                <a:gd name="T25" fmla="*/ 1143 h 103"/>
                <a:gd name="T26" fmla="*/ 1900 w 296"/>
                <a:gd name="T27" fmla="*/ 455 h 103"/>
                <a:gd name="T28" fmla="*/ 2229 w 296"/>
                <a:gd name="T29" fmla="*/ 587 h 103"/>
                <a:gd name="T30" fmla="*/ 2471 w 296"/>
                <a:gd name="T31" fmla="*/ 599 h 103"/>
                <a:gd name="T32" fmla="*/ 2986 w 296"/>
                <a:gd name="T33" fmla="*/ 964 h 103"/>
                <a:gd name="T34" fmla="*/ 3175 w 296"/>
                <a:gd name="T35" fmla="*/ 1084 h 103"/>
                <a:gd name="T36" fmla="*/ 3419 w 296"/>
                <a:gd name="T37" fmla="*/ 1304 h 103"/>
                <a:gd name="T38" fmla="*/ 3605 w 296"/>
                <a:gd name="T39" fmla="*/ 1510 h 103"/>
                <a:gd name="T40" fmla="*/ 3214 w 296"/>
                <a:gd name="T41" fmla="*/ 993 h 1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96" h="103">
                  <a:moveTo>
                    <a:pt x="264" y="68"/>
                  </a:moveTo>
                  <a:cubicBezTo>
                    <a:pt x="238" y="45"/>
                    <a:pt x="217" y="27"/>
                    <a:pt x="206" y="19"/>
                  </a:cubicBezTo>
                  <a:cubicBezTo>
                    <a:pt x="214" y="28"/>
                    <a:pt x="214" y="28"/>
                    <a:pt x="214" y="28"/>
                  </a:cubicBezTo>
                  <a:cubicBezTo>
                    <a:pt x="211" y="35"/>
                    <a:pt x="200" y="22"/>
                    <a:pt x="176" y="16"/>
                  </a:cubicBezTo>
                  <a:cubicBezTo>
                    <a:pt x="151" y="9"/>
                    <a:pt x="150" y="15"/>
                    <a:pt x="108" y="18"/>
                  </a:cubicBezTo>
                  <a:cubicBezTo>
                    <a:pt x="67" y="22"/>
                    <a:pt x="35" y="3"/>
                    <a:pt x="12" y="2"/>
                  </a:cubicBezTo>
                  <a:cubicBezTo>
                    <a:pt x="7" y="2"/>
                    <a:pt x="3" y="1"/>
                    <a:pt x="0" y="0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8" y="59"/>
                    <a:pt x="17" y="66"/>
                    <a:pt x="21" y="71"/>
                  </a:cubicBezTo>
                  <a:cubicBezTo>
                    <a:pt x="27" y="56"/>
                    <a:pt x="15" y="30"/>
                    <a:pt x="42" y="35"/>
                  </a:cubicBezTo>
                  <a:cubicBezTo>
                    <a:pt x="49" y="37"/>
                    <a:pt x="54" y="42"/>
                    <a:pt x="61" y="43"/>
                  </a:cubicBezTo>
                  <a:cubicBezTo>
                    <a:pt x="69" y="45"/>
                    <a:pt x="77" y="41"/>
                    <a:pt x="84" y="39"/>
                  </a:cubicBezTo>
                  <a:cubicBezTo>
                    <a:pt x="117" y="29"/>
                    <a:pt x="137" y="54"/>
                    <a:pt x="153" y="78"/>
                  </a:cubicBezTo>
                  <a:cubicBezTo>
                    <a:pt x="149" y="66"/>
                    <a:pt x="133" y="33"/>
                    <a:pt x="156" y="31"/>
                  </a:cubicBezTo>
                  <a:cubicBezTo>
                    <a:pt x="165" y="31"/>
                    <a:pt x="174" y="38"/>
                    <a:pt x="183" y="40"/>
                  </a:cubicBezTo>
                  <a:cubicBezTo>
                    <a:pt x="190" y="42"/>
                    <a:pt x="196" y="40"/>
                    <a:pt x="203" y="41"/>
                  </a:cubicBezTo>
                  <a:cubicBezTo>
                    <a:pt x="221" y="44"/>
                    <a:pt x="232" y="56"/>
                    <a:pt x="245" y="66"/>
                  </a:cubicBezTo>
                  <a:cubicBezTo>
                    <a:pt x="250" y="69"/>
                    <a:pt x="256" y="71"/>
                    <a:pt x="261" y="74"/>
                  </a:cubicBezTo>
                  <a:cubicBezTo>
                    <a:pt x="268" y="78"/>
                    <a:pt x="274" y="85"/>
                    <a:pt x="281" y="89"/>
                  </a:cubicBezTo>
                  <a:cubicBezTo>
                    <a:pt x="286" y="93"/>
                    <a:pt x="291" y="99"/>
                    <a:pt x="296" y="103"/>
                  </a:cubicBezTo>
                  <a:cubicBezTo>
                    <a:pt x="289" y="93"/>
                    <a:pt x="279" y="81"/>
                    <a:pt x="264" y="68"/>
                  </a:cubicBezTo>
                  <a:close/>
                </a:path>
              </a:pathLst>
            </a:custGeom>
            <a:solidFill>
              <a:srgbClr val="8F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8" name="Freeform 1501">
              <a:extLst>
                <a:ext uri="{FF2B5EF4-FFF2-40B4-BE49-F238E27FC236}">
                  <a16:creationId xmlns:a16="http://schemas.microsoft.com/office/drawing/2014/main" id="{F1B80859-60B2-4F15-863D-CEEFDAC91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960"/>
              <a:ext cx="119" cy="617"/>
            </a:xfrm>
            <a:custGeom>
              <a:avLst/>
              <a:gdLst>
                <a:gd name="T0" fmla="*/ 430 w 52"/>
                <a:gd name="T1" fmla="*/ 3700 h 252"/>
                <a:gd name="T2" fmla="*/ 398 w 52"/>
                <a:gd name="T3" fmla="*/ 3638 h 252"/>
                <a:gd name="T4" fmla="*/ 325 w 52"/>
                <a:gd name="T5" fmla="*/ 3315 h 252"/>
                <a:gd name="T6" fmla="*/ 261 w 52"/>
                <a:gd name="T7" fmla="*/ 2818 h 252"/>
                <a:gd name="T8" fmla="*/ 371 w 52"/>
                <a:gd name="T9" fmla="*/ 1804 h 252"/>
                <a:gd name="T10" fmla="*/ 483 w 52"/>
                <a:gd name="T11" fmla="*/ 852 h 252"/>
                <a:gd name="T12" fmla="*/ 622 w 52"/>
                <a:gd name="T13" fmla="*/ 0 h 252"/>
                <a:gd name="T14" fmla="*/ 613 w 52"/>
                <a:gd name="T15" fmla="*/ 0 h 252"/>
                <a:gd name="T16" fmla="*/ 467 w 52"/>
                <a:gd name="T17" fmla="*/ 223 h 252"/>
                <a:gd name="T18" fmla="*/ 252 w 52"/>
                <a:gd name="T19" fmla="*/ 1349 h 252"/>
                <a:gd name="T20" fmla="*/ 73 w 52"/>
                <a:gd name="T21" fmla="*/ 2615 h 252"/>
                <a:gd name="T22" fmla="*/ 0 w 52"/>
                <a:gd name="T23" fmla="*/ 2777 h 252"/>
                <a:gd name="T24" fmla="*/ 430 w 52"/>
                <a:gd name="T25" fmla="*/ 3700 h 2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252">
                  <a:moveTo>
                    <a:pt x="36" y="252"/>
                  </a:moveTo>
                  <a:cubicBezTo>
                    <a:pt x="35" y="250"/>
                    <a:pt x="34" y="249"/>
                    <a:pt x="33" y="248"/>
                  </a:cubicBezTo>
                  <a:cubicBezTo>
                    <a:pt x="30" y="242"/>
                    <a:pt x="29" y="233"/>
                    <a:pt x="27" y="226"/>
                  </a:cubicBezTo>
                  <a:cubicBezTo>
                    <a:pt x="24" y="214"/>
                    <a:pt x="21" y="204"/>
                    <a:pt x="22" y="192"/>
                  </a:cubicBezTo>
                  <a:cubicBezTo>
                    <a:pt x="23" y="168"/>
                    <a:pt x="31" y="147"/>
                    <a:pt x="31" y="123"/>
                  </a:cubicBezTo>
                  <a:cubicBezTo>
                    <a:pt x="31" y="100"/>
                    <a:pt x="35" y="80"/>
                    <a:pt x="40" y="58"/>
                  </a:cubicBezTo>
                  <a:cubicBezTo>
                    <a:pt x="44" y="39"/>
                    <a:pt x="47" y="19"/>
                    <a:pt x="5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7" y="5"/>
                    <a:pt x="43" y="10"/>
                    <a:pt x="39" y="15"/>
                  </a:cubicBezTo>
                  <a:cubicBezTo>
                    <a:pt x="22" y="34"/>
                    <a:pt x="22" y="58"/>
                    <a:pt x="21" y="92"/>
                  </a:cubicBezTo>
                  <a:cubicBezTo>
                    <a:pt x="20" y="126"/>
                    <a:pt x="11" y="157"/>
                    <a:pt x="6" y="178"/>
                  </a:cubicBezTo>
                  <a:cubicBezTo>
                    <a:pt x="5" y="186"/>
                    <a:pt x="2" y="189"/>
                    <a:pt x="0" y="189"/>
                  </a:cubicBezTo>
                  <a:cubicBezTo>
                    <a:pt x="5" y="205"/>
                    <a:pt x="10" y="229"/>
                    <a:pt x="36" y="252"/>
                  </a:cubicBezTo>
                  <a:close/>
                </a:path>
              </a:pathLst>
            </a:custGeom>
            <a:solidFill>
              <a:srgbClr val="8F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9" name="Freeform 1502">
              <a:extLst>
                <a:ext uri="{FF2B5EF4-FFF2-40B4-BE49-F238E27FC236}">
                  <a16:creationId xmlns:a16="http://schemas.microsoft.com/office/drawing/2014/main" id="{776DEB87-CF7E-4E76-ACB2-7AFB21146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3045"/>
              <a:ext cx="42" cy="221"/>
            </a:xfrm>
            <a:custGeom>
              <a:avLst/>
              <a:gdLst>
                <a:gd name="T0" fmla="*/ 0 w 18"/>
                <a:gd name="T1" fmla="*/ 1213 h 90"/>
                <a:gd name="T2" fmla="*/ 142 w 18"/>
                <a:gd name="T3" fmla="*/ 1333 h 90"/>
                <a:gd name="T4" fmla="*/ 201 w 18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0">
                  <a:moveTo>
                    <a:pt x="0" y="82"/>
                  </a:moveTo>
                  <a:cubicBezTo>
                    <a:pt x="5" y="64"/>
                    <a:pt x="11" y="82"/>
                    <a:pt x="11" y="90"/>
                  </a:cubicBezTo>
                  <a:cubicBezTo>
                    <a:pt x="18" y="62"/>
                    <a:pt x="16" y="29"/>
                    <a:pt x="16" y="0"/>
                  </a:cubicBezTo>
                </a:path>
              </a:pathLst>
            </a:custGeom>
            <a:solidFill>
              <a:srgbClr val="8F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0" name="Freeform 1503">
              <a:extLst>
                <a:ext uri="{FF2B5EF4-FFF2-40B4-BE49-F238E27FC236}">
                  <a16:creationId xmlns:a16="http://schemas.microsoft.com/office/drawing/2014/main" id="{E3536648-1D3E-4E8D-873B-BB5765A11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151"/>
              <a:ext cx="55" cy="166"/>
            </a:xfrm>
            <a:custGeom>
              <a:avLst/>
              <a:gdLst>
                <a:gd name="T0" fmla="*/ 48 w 24"/>
                <a:gd name="T1" fmla="*/ 71 h 68"/>
                <a:gd name="T2" fmla="*/ 110 w 24"/>
                <a:gd name="T3" fmla="*/ 989 h 68"/>
                <a:gd name="T4" fmla="*/ 289 w 24"/>
                <a:gd name="T5" fmla="*/ 435 h 68"/>
                <a:gd name="T6" fmla="*/ 57 w 24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8">
                  <a:moveTo>
                    <a:pt x="4" y="5"/>
                  </a:moveTo>
                  <a:cubicBezTo>
                    <a:pt x="4" y="25"/>
                    <a:pt x="0" y="49"/>
                    <a:pt x="9" y="68"/>
                  </a:cubicBezTo>
                  <a:cubicBezTo>
                    <a:pt x="10" y="58"/>
                    <a:pt x="4" y="24"/>
                    <a:pt x="24" y="30"/>
                  </a:cubicBezTo>
                  <a:cubicBezTo>
                    <a:pt x="17" y="22"/>
                    <a:pt x="4" y="12"/>
                    <a:pt x="5" y="0"/>
                  </a:cubicBezTo>
                </a:path>
              </a:pathLst>
            </a:custGeom>
            <a:solidFill>
              <a:srgbClr val="8F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1" name="Freeform 1504">
              <a:extLst>
                <a:ext uri="{FF2B5EF4-FFF2-40B4-BE49-F238E27FC236}">
                  <a16:creationId xmlns:a16="http://schemas.microsoft.com/office/drawing/2014/main" id="{8C9CA69C-83B8-4B13-BAE5-E13E2FDBF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800"/>
              <a:ext cx="182" cy="267"/>
            </a:xfrm>
            <a:custGeom>
              <a:avLst/>
              <a:gdLst>
                <a:gd name="T0" fmla="*/ 94 w 79"/>
                <a:gd name="T1" fmla="*/ 235 h 109"/>
                <a:gd name="T2" fmla="*/ 111 w 79"/>
                <a:gd name="T3" fmla="*/ 708 h 109"/>
                <a:gd name="T4" fmla="*/ 244 w 79"/>
                <a:gd name="T5" fmla="*/ 1014 h 109"/>
                <a:gd name="T6" fmla="*/ 965 w 79"/>
                <a:gd name="T7" fmla="*/ 1602 h 109"/>
                <a:gd name="T8" fmla="*/ 611 w 79"/>
                <a:gd name="T9" fmla="*/ 1205 h 109"/>
                <a:gd name="T10" fmla="*/ 293 w 79"/>
                <a:gd name="T11" fmla="*/ 882 h 109"/>
                <a:gd name="T12" fmla="*/ 233 w 79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09">
                  <a:moveTo>
                    <a:pt x="8" y="16"/>
                  </a:moveTo>
                  <a:cubicBezTo>
                    <a:pt x="8" y="27"/>
                    <a:pt x="6" y="36"/>
                    <a:pt x="9" y="48"/>
                  </a:cubicBezTo>
                  <a:cubicBezTo>
                    <a:pt x="11" y="55"/>
                    <a:pt x="16" y="64"/>
                    <a:pt x="20" y="69"/>
                  </a:cubicBezTo>
                  <a:cubicBezTo>
                    <a:pt x="35" y="86"/>
                    <a:pt x="59" y="98"/>
                    <a:pt x="79" y="109"/>
                  </a:cubicBezTo>
                  <a:cubicBezTo>
                    <a:pt x="69" y="100"/>
                    <a:pt x="61" y="89"/>
                    <a:pt x="50" y="82"/>
                  </a:cubicBezTo>
                  <a:cubicBezTo>
                    <a:pt x="41" y="76"/>
                    <a:pt x="30" y="71"/>
                    <a:pt x="24" y="60"/>
                  </a:cubicBezTo>
                  <a:cubicBezTo>
                    <a:pt x="17" y="50"/>
                    <a:pt x="0" y="5"/>
                    <a:pt x="19" y="0"/>
                  </a:cubicBezTo>
                </a:path>
              </a:pathLst>
            </a:custGeom>
            <a:solidFill>
              <a:srgbClr val="8F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2" name="Freeform 1505">
              <a:extLst>
                <a:ext uri="{FF2B5EF4-FFF2-40B4-BE49-F238E27FC236}">
                  <a16:creationId xmlns:a16="http://schemas.microsoft.com/office/drawing/2014/main" id="{AECA4CA2-E127-4B30-AE49-6CA60EC14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832"/>
              <a:ext cx="129" cy="167"/>
            </a:xfrm>
            <a:custGeom>
              <a:avLst/>
              <a:gdLst>
                <a:gd name="T0" fmla="*/ 0 w 56"/>
                <a:gd name="T1" fmla="*/ 0 h 68"/>
                <a:gd name="T2" fmla="*/ 217 w 56"/>
                <a:gd name="T3" fmla="*/ 282 h 68"/>
                <a:gd name="T4" fmla="*/ 346 w 56"/>
                <a:gd name="T5" fmla="*/ 609 h 68"/>
                <a:gd name="T6" fmla="*/ 684 w 56"/>
                <a:gd name="T7" fmla="*/ 1007 h 68"/>
                <a:gd name="T8" fmla="*/ 309 w 56"/>
                <a:gd name="T9" fmla="*/ 25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8">
                  <a:moveTo>
                    <a:pt x="0" y="0"/>
                  </a:moveTo>
                  <a:cubicBezTo>
                    <a:pt x="4" y="8"/>
                    <a:pt x="13" y="12"/>
                    <a:pt x="18" y="19"/>
                  </a:cubicBezTo>
                  <a:cubicBezTo>
                    <a:pt x="22" y="26"/>
                    <a:pt x="24" y="34"/>
                    <a:pt x="28" y="41"/>
                  </a:cubicBezTo>
                  <a:cubicBezTo>
                    <a:pt x="34" y="52"/>
                    <a:pt x="45" y="63"/>
                    <a:pt x="56" y="68"/>
                  </a:cubicBezTo>
                  <a:cubicBezTo>
                    <a:pt x="35" y="60"/>
                    <a:pt x="40" y="31"/>
                    <a:pt x="25" y="17"/>
                  </a:cubicBezTo>
                </a:path>
              </a:pathLst>
            </a:custGeom>
            <a:solidFill>
              <a:srgbClr val="8F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3" name="Freeform 1506">
              <a:extLst>
                <a:ext uri="{FF2B5EF4-FFF2-40B4-BE49-F238E27FC236}">
                  <a16:creationId xmlns:a16="http://schemas.microsoft.com/office/drawing/2014/main" id="{70CE226D-867D-4DEC-83E9-6F8901784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3143"/>
              <a:ext cx="154" cy="255"/>
            </a:xfrm>
            <a:custGeom>
              <a:avLst/>
              <a:gdLst>
                <a:gd name="T0" fmla="*/ 94 w 67"/>
                <a:gd name="T1" fmla="*/ 174 h 104"/>
                <a:gd name="T2" fmla="*/ 195 w 67"/>
                <a:gd name="T3" fmla="*/ 782 h 104"/>
                <a:gd name="T4" fmla="*/ 667 w 67"/>
                <a:gd name="T5" fmla="*/ 1383 h 104"/>
                <a:gd name="T6" fmla="*/ 786 w 67"/>
                <a:gd name="T7" fmla="*/ 1412 h 104"/>
                <a:gd name="T8" fmla="*/ 582 w 67"/>
                <a:gd name="T9" fmla="*/ 902 h 104"/>
                <a:gd name="T10" fmla="*/ 170 w 67"/>
                <a:gd name="T11" fmla="*/ 15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04">
                  <a:moveTo>
                    <a:pt x="8" y="12"/>
                  </a:moveTo>
                  <a:cubicBezTo>
                    <a:pt x="0" y="29"/>
                    <a:pt x="4" y="40"/>
                    <a:pt x="16" y="53"/>
                  </a:cubicBezTo>
                  <a:cubicBezTo>
                    <a:pt x="29" y="67"/>
                    <a:pt x="42" y="81"/>
                    <a:pt x="55" y="94"/>
                  </a:cubicBezTo>
                  <a:cubicBezTo>
                    <a:pt x="60" y="98"/>
                    <a:pt x="63" y="104"/>
                    <a:pt x="65" y="96"/>
                  </a:cubicBezTo>
                  <a:cubicBezTo>
                    <a:pt x="67" y="89"/>
                    <a:pt x="51" y="68"/>
                    <a:pt x="48" y="61"/>
                  </a:cubicBezTo>
                  <a:cubicBezTo>
                    <a:pt x="44" y="49"/>
                    <a:pt x="35" y="0"/>
                    <a:pt x="14" y="10"/>
                  </a:cubicBezTo>
                </a:path>
              </a:pathLst>
            </a:custGeom>
            <a:solidFill>
              <a:srgbClr val="AF6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4" name="Freeform 1507">
              <a:extLst>
                <a:ext uri="{FF2B5EF4-FFF2-40B4-BE49-F238E27FC236}">
                  <a16:creationId xmlns:a16="http://schemas.microsoft.com/office/drawing/2014/main" id="{2395B44E-7F6A-4C28-AFE7-AB7618DE5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3533"/>
              <a:ext cx="71" cy="172"/>
            </a:xfrm>
            <a:custGeom>
              <a:avLst/>
              <a:gdLst>
                <a:gd name="T0" fmla="*/ 0 w 31"/>
                <a:gd name="T1" fmla="*/ 0 h 70"/>
                <a:gd name="T2" fmla="*/ 37 w 31"/>
                <a:gd name="T3" fmla="*/ 295 h 70"/>
                <a:gd name="T4" fmla="*/ 142 w 31"/>
                <a:gd name="T5" fmla="*/ 580 h 70"/>
                <a:gd name="T6" fmla="*/ 195 w 31"/>
                <a:gd name="T7" fmla="*/ 833 h 70"/>
                <a:gd name="T8" fmla="*/ 314 w 31"/>
                <a:gd name="T9" fmla="*/ 1039 h 70"/>
                <a:gd name="T10" fmla="*/ 215 w 31"/>
                <a:gd name="T11" fmla="*/ 651 h 70"/>
                <a:gd name="T12" fmla="*/ 110 w 31"/>
                <a:gd name="T13" fmla="*/ 283 h 70"/>
                <a:gd name="T14" fmla="*/ 57 w 31"/>
                <a:gd name="T15" fmla="*/ 42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70">
                  <a:moveTo>
                    <a:pt x="0" y="0"/>
                  </a:moveTo>
                  <a:cubicBezTo>
                    <a:pt x="4" y="6"/>
                    <a:pt x="1" y="13"/>
                    <a:pt x="3" y="20"/>
                  </a:cubicBezTo>
                  <a:cubicBezTo>
                    <a:pt x="5" y="26"/>
                    <a:pt x="9" y="33"/>
                    <a:pt x="12" y="39"/>
                  </a:cubicBezTo>
                  <a:cubicBezTo>
                    <a:pt x="14" y="45"/>
                    <a:pt x="14" y="51"/>
                    <a:pt x="16" y="56"/>
                  </a:cubicBezTo>
                  <a:cubicBezTo>
                    <a:pt x="18" y="62"/>
                    <a:pt x="23" y="65"/>
                    <a:pt x="26" y="70"/>
                  </a:cubicBezTo>
                  <a:cubicBezTo>
                    <a:pt x="31" y="64"/>
                    <a:pt x="21" y="50"/>
                    <a:pt x="18" y="44"/>
                  </a:cubicBezTo>
                  <a:cubicBezTo>
                    <a:pt x="15" y="36"/>
                    <a:pt x="11" y="27"/>
                    <a:pt x="9" y="19"/>
                  </a:cubicBezTo>
                  <a:cubicBezTo>
                    <a:pt x="7" y="13"/>
                    <a:pt x="8" y="8"/>
                    <a:pt x="5" y="3"/>
                  </a:cubicBezTo>
                </a:path>
              </a:pathLst>
            </a:custGeom>
            <a:solidFill>
              <a:srgbClr val="AF6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5" name="Freeform 1508">
              <a:extLst>
                <a:ext uri="{FF2B5EF4-FFF2-40B4-BE49-F238E27FC236}">
                  <a16:creationId xmlns:a16="http://schemas.microsoft.com/office/drawing/2014/main" id="{117F5D35-44FF-47B4-A232-18BC8B5379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73" y="2739"/>
              <a:ext cx="689" cy="753"/>
            </a:xfrm>
            <a:custGeom>
              <a:avLst/>
              <a:gdLst>
                <a:gd name="T0" fmla="*/ 0 w 300"/>
                <a:gd name="T1" fmla="*/ 4116 h 307"/>
                <a:gd name="T2" fmla="*/ 122 w 300"/>
                <a:gd name="T3" fmla="*/ 4530 h 307"/>
                <a:gd name="T4" fmla="*/ 94 w 300"/>
                <a:gd name="T5" fmla="*/ 4356 h 307"/>
                <a:gd name="T6" fmla="*/ 147 w 300"/>
                <a:gd name="T7" fmla="*/ 4133 h 307"/>
                <a:gd name="T8" fmla="*/ 179 w 300"/>
                <a:gd name="T9" fmla="*/ 3453 h 307"/>
                <a:gd name="T10" fmla="*/ 195 w 300"/>
                <a:gd name="T11" fmla="*/ 3279 h 307"/>
                <a:gd name="T12" fmla="*/ 73 w 300"/>
                <a:gd name="T13" fmla="*/ 3951 h 307"/>
                <a:gd name="T14" fmla="*/ 0 w 300"/>
                <a:gd name="T15" fmla="*/ 4116 h 307"/>
                <a:gd name="T16" fmla="*/ 3624 w 300"/>
                <a:gd name="T17" fmla="*/ 294 h 307"/>
                <a:gd name="T18" fmla="*/ 2485 w 300"/>
                <a:gd name="T19" fmla="*/ 61 h 307"/>
                <a:gd name="T20" fmla="*/ 2315 w 300"/>
                <a:gd name="T21" fmla="*/ 0 h 307"/>
                <a:gd name="T22" fmla="*/ 1318 w 300"/>
                <a:gd name="T23" fmla="*/ 608 h 307"/>
                <a:gd name="T24" fmla="*/ 870 w 300"/>
                <a:gd name="T25" fmla="*/ 854 h 307"/>
                <a:gd name="T26" fmla="*/ 475 w 300"/>
                <a:gd name="T27" fmla="*/ 1553 h 307"/>
                <a:gd name="T28" fmla="*/ 253 w 300"/>
                <a:gd name="T29" fmla="*/ 2683 h 307"/>
                <a:gd name="T30" fmla="*/ 232 w 300"/>
                <a:gd name="T31" fmla="*/ 3068 h 307"/>
                <a:gd name="T32" fmla="*/ 232 w 300"/>
                <a:gd name="T33" fmla="*/ 3098 h 307"/>
                <a:gd name="T34" fmla="*/ 269 w 300"/>
                <a:gd name="T35" fmla="*/ 2642 h 307"/>
                <a:gd name="T36" fmla="*/ 317 w 300"/>
                <a:gd name="T37" fmla="*/ 2215 h 307"/>
                <a:gd name="T38" fmla="*/ 448 w 300"/>
                <a:gd name="T39" fmla="*/ 1768 h 307"/>
                <a:gd name="T40" fmla="*/ 533 w 300"/>
                <a:gd name="T41" fmla="*/ 1847 h 307"/>
                <a:gd name="T42" fmla="*/ 544 w 300"/>
                <a:gd name="T43" fmla="*/ 2195 h 307"/>
                <a:gd name="T44" fmla="*/ 923 w 300"/>
                <a:gd name="T45" fmla="*/ 1180 h 307"/>
                <a:gd name="T46" fmla="*/ 1197 w 300"/>
                <a:gd name="T47" fmla="*/ 873 h 307"/>
                <a:gd name="T48" fmla="*/ 1440 w 300"/>
                <a:gd name="T49" fmla="*/ 1197 h 307"/>
                <a:gd name="T50" fmla="*/ 1488 w 300"/>
                <a:gd name="T51" fmla="*/ 662 h 307"/>
                <a:gd name="T52" fmla="*/ 1794 w 300"/>
                <a:gd name="T53" fmla="*/ 692 h 307"/>
                <a:gd name="T54" fmla="*/ 2083 w 300"/>
                <a:gd name="T55" fmla="*/ 324 h 307"/>
                <a:gd name="T56" fmla="*/ 2485 w 300"/>
                <a:gd name="T57" fmla="*/ 314 h 307"/>
                <a:gd name="T58" fmla="*/ 2542 w 300"/>
                <a:gd name="T59" fmla="*/ 174 h 307"/>
                <a:gd name="T60" fmla="*/ 2627 w 300"/>
                <a:gd name="T61" fmla="*/ 253 h 307"/>
                <a:gd name="T62" fmla="*/ 2802 w 300"/>
                <a:gd name="T63" fmla="*/ 324 h 307"/>
                <a:gd name="T64" fmla="*/ 3112 w 300"/>
                <a:gd name="T65" fmla="*/ 446 h 307"/>
                <a:gd name="T66" fmla="*/ 3633 w 300"/>
                <a:gd name="T67" fmla="*/ 336 h 307"/>
                <a:gd name="T68" fmla="*/ 3624 w 300"/>
                <a:gd name="T69" fmla="*/ 294 h 30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00" h="307">
                  <a:moveTo>
                    <a:pt x="0" y="279"/>
                  </a:moveTo>
                  <a:cubicBezTo>
                    <a:pt x="2" y="287"/>
                    <a:pt x="5" y="296"/>
                    <a:pt x="10" y="307"/>
                  </a:cubicBezTo>
                  <a:cubicBezTo>
                    <a:pt x="9" y="303"/>
                    <a:pt x="8" y="299"/>
                    <a:pt x="8" y="295"/>
                  </a:cubicBezTo>
                  <a:cubicBezTo>
                    <a:pt x="8" y="290"/>
                    <a:pt x="11" y="286"/>
                    <a:pt x="12" y="280"/>
                  </a:cubicBezTo>
                  <a:cubicBezTo>
                    <a:pt x="14" y="266"/>
                    <a:pt x="14" y="248"/>
                    <a:pt x="15" y="234"/>
                  </a:cubicBezTo>
                  <a:cubicBezTo>
                    <a:pt x="16" y="222"/>
                    <a:pt x="16" y="222"/>
                    <a:pt x="16" y="222"/>
                  </a:cubicBezTo>
                  <a:cubicBezTo>
                    <a:pt x="13" y="240"/>
                    <a:pt x="9" y="256"/>
                    <a:pt x="6" y="268"/>
                  </a:cubicBezTo>
                  <a:cubicBezTo>
                    <a:pt x="5" y="276"/>
                    <a:pt x="2" y="279"/>
                    <a:pt x="0" y="279"/>
                  </a:cubicBezTo>
                  <a:close/>
                  <a:moveTo>
                    <a:pt x="299" y="20"/>
                  </a:moveTo>
                  <a:cubicBezTo>
                    <a:pt x="258" y="23"/>
                    <a:pt x="227" y="5"/>
                    <a:pt x="205" y="4"/>
                  </a:cubicBezTo>
                  <a:cubicBezTo>
                    <a:pt x="196" y="4"/>
                    <a:pt x="192" y="2"/>
                    <a:pt x="191" y="0"/>
                  </a:cubicBezTo>
                  <a:cubicBezTo>
                    <a:pt x="172" y="14"/>
                    <a:pt x="138" y="34"/>
                    <a:pt x="109" y="41"/>
                  </a:cubicBezTo>
                  <a:cubicBezTo>
                    <a:pt x="88" y="46"/>
                    <a:pt x="80" y="52"/>
                    <a:pt x="72" y="58"/>
                  </a:cubicBezTo>
                  <a:cubicBezTo>
                    <a:pt x="65" y="72"/>
                    <a:pt x="54" y="87"/>
                    <a:pt x="39" y="105"/>
                  </a:cubicBezTo>
                  <a:cubicBezTo>
                    <a:pt x="22" y="124"/>
                    <a:pt x="22" y="148"/>
                    <a:pt x="21" y="182"/>
                  </a:cubicBezTo>
                  <a:cubicBezTo>
                    <a:pt x="21" y="191"/>
                    <a:pt x="20" y="200"/>
                    <a:pt x="19" y="208"/>
                  </a:cubicBezTo>
                  <a:cubicBezTo>
                    <a:pt x="19" y="209"/>
                    <a:pt x="19" y="209"/>
                    <a:pt x="19" y="210"/>
                  </a:cubicBezTo>
                  <a:cubicBezTo>
                    <a:pt x="23" y="202"/>
                    <a:pt x="21" y="188"/>
                    <a:pt x="22" y="179"/>
                  </a:cubicBezTo>
                  <a:cubicBezTo>
                    <a:pt x="23" y="169"/>
                    <a:pt x="24" y="159"/>
                    <a:pt x="26" y="150"/>
                  </a:cubicBezTo>
                  <a:cubicBezTo>
                    <a:pt x="28" y="141"/>
                    <a:pt x="30" y="127"/>
                    <a:pt x="37" y="120"/>
                  </a:cubicBezTo>
                  <a:cubicBezTo>
                    <a:pt x="43" y="115"/>
                    <a:pt x="43" y="117"/>
                    <a:pt x="44" y="125"/>
                  </a:cubicBezTo>
                  <a:cubicBezTo>
                    <a:pt x="45" y="133"/>
                    <a:pt x="43" y="141"/>
                    <a:pt x="45" y="149"/>
                  </a:cubicBezTo>
                  <a:cubicBezTo>
                    <a:pt x="49" y="121"/>
                    <a:pt x="56" y="98"/>
                    <a:pt x="76" y="80"/>
                  </a:cubicBezTo>
                  <a:cubicBezTo>
                    <a:pt x="84" y="73"/>
                    <a:pt x="87" y="59"/>
                    <a:pt x="99" y="59"/>
                  </a:cubicBezTo>
                  <a:cubicBezTo>
                    <a:pt x="112" y="59"/>
                    <a:pt x="111" y="76"/>
                    <a:pt x="119" y="81"/>
                  </a:cubicBezTo>
                  <a:cubicBezTo>
                    <a:pt x="113" y="72"/>
                    <a:pt x="112" y="52"/>
                    <a:pt x="123" y="45"/>
                  </a:cubicBezTo>
                  <a:cubicBezTo>
                    <a:pt x="130" y="41"/>
                    <a:pt x="141" y="46"/>
                    <a:pt x="148" y="47"/>
                  </a:cubicBezTo>
                  <a:cubicBezTo>
                    <a:pt x="141" y="43"/>
                    <a:pt x="167" y="26"/>
                    <a:pt x="172" y="22"/>
                  </a:cubicBezTo>
                  <a:cubicBezTo>
                    <a:pt x="181" y="15"/>
                    <a:pt x="199" y="8"/>
                    <a:pt x="205" y="21"/>
                  </a:cubicBezTo>
                  <a:cubicBezTo>
                    <a:pt x="208" y="19"/>
                    <a:pt x="210" y="16"/>
                    <a:pt x="210" y="12"/>
                  </a:cubicBezTo>
                  <a:cubicBezTo>
                    <a:pt x="213" y="13"/>
                    <a:pt x="214" y="16"/>
                    <a:pt x="217" y="17"/>
                  </a:cubicBezTo>
                  <a:cubicBezTo>
                    <a:pt x="221" y="19"/>
                    <a:pt x="225" y="21"/>
                    <a:pt x="231" y="22"/>
                  </a:cubicBezTo>
                  <a:cubicBezTo>
                    <a:pt x="241" y="23"/>
                    <a:pt x="248" y="29"/>
                    <a:pt x="257" y="30"/>
                  </a:cubicBezTo>
                  <a:cubicBezTo>
                    <a:pt x="269" y="33"/>
                    <a:pt x="289" y="27"/>
                    <a:pt x="300" y="23"/>
                  </a:cubicBezTo>
                  <a:cubicBezTo>
                    <a:pt x="300" y="22"/>
                    <a:pt x="299" y="21"/>
                    <a:pt x="299" y="20"/>
                  </a:cubicBezTo>
                  <a:close/>
                </a:path>
              </a:pathLst>
            </a:custGeom>
            <a:solidFill>
              <a:srgbClr val="6E2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6" name="Freeform 1509">
              <a:extLst>
                <a:ext uri="{FF2B5EF4-FFF2-40B4-BE49-F238E27FC236}">
                  <a16:creationId xmlns:a16="http://schemas.microsoft.com/office/drawing/2014/main" id="{12CC726B-AF90-4768-977F-559717DF4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3418"/>
              <a:ext cx="264" cy="483"/>
            </a:xfrm>
            <a:custGeom>
              <a:avLst/>
              <a:gdLst>
                <a:gd name="T0" fmla="*/ 0 w 115"/>
                <a:gd name="T1" fmla="*/ 0 h 197"/>
                <a:gd name="T2" fmla="*/ 25 w 115"/>
                <a:gd name="T3" fmla="*/ 824 h 197"/>
                <a:gd name="T4" fmla="*/ 110 w 115"/>
                <a:gd name="T5" fmla="*/ 1635 h 197"/>
                <a:gd name="T6" fmla="*/ 207 w 115"/>
                <a:gd name="T7" fmla="*/ 2050 h 197"/>
                <a:gd name="T8" fmla="*/ 337 w 115"/>
                <a:gd name="T9" fmla="*/ 2476 h 197"/>
                <a:gd name="T10" fmla="*/ 505 w 115"/>
                <a:gd name="T11" fmla="*/ 2832 h 197"/>
                <a:gd name="T12" fmla="*/ 737 w 115"/>
                <a:gd name="T13" fmla="*/ 2670 h 197"/>
                <a:gd name="T14" fmla="*/ 1054 w 115"/>
                <a:gd name="T15" fmla="*/ 2327 h 197"/>
                <a:gd name="T16" fmla="*/ 1260 w 115"/>
                <a:gd name="T17" fmla="*/ 2111 h 197"/>
                <a:gd name="T18" fmla="*/ 859 w 115"/>
                <a:gd name="T19" fmla="*/ 1814 h 197"/>
                <a:gd name="T20" fmla="*/ 496 w 115"/>
                <a:gd name="T21" fmla="*/ 1309 h 197"/>
                <a:gd name="T22" fmla="*/ 301 w 115"/>
                <a:gd name="T23" fmla="*/ 620 h 197"/>
                <a:gd name="T24" fmla="*/ 57 w 115"/>
                <a:gd name="T25" fmla="*/ 120 h 197"/>
                <a:gd name="T26" fmla="*/ 37 w 115"/>
                <a:gd name="T27" fmla="*/ 42 h 1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197">
                  <a:moveTo>
                    <a:pt x="0" y="0"/>
                  </a:moveTo>
                  <a:cubicBezTo>
                    <a:pt x="4" y="18"/>
                    <a:pt x="3" y="38"/>
                    <a:pt x="2" y="56"/>
                  </a:cubicBezTo>
                  <a:cubicBezTo>
                    <a:pt x="2" y="74"/>
                    <a:pt x="5" y="94"/>
                    <a:pt x="9" y="111"/>
                  </a:cubicBezTo>
                  <a:cubicBezTo>
                    <a:pt x="12" y="121"/>
                    <a:pt x="14" y="130"/>
                    <a:pt x="17" y="139"/>
                  </a:cubicBezTo>
                  <a:cubicBezTo>
                    <a:pt x="21" y="148"/>
                    <a:pt x="23" y="159"/>
                    <a:pt x="28" y="168"/>
                  </a:cubicBezTo>
                  <a:cubicBezTo>
                    <a:pt x="31" y="175"/>
                    <a:pt x="36" y="189"/>
                    <a:pt x="42" y="192"/>
                  </a:cubicBezTo>
                  <a:cubicBezTo>
                    <a:pt x="52" y="197"/>
                    <a:pt x="57" y="187"/>
                    <a:pt x="61" y="181"/>
                  </a:cubicBezTo>
                  <a:cubicBezTo>
                    <a:pt x="68" y="171"/>
                    <a:pt x="75" y="162"/>
                    <a:pt x="87" y="158"/>
                  </a:cubicBezTo>
                  <a:cubicBezTo>
                    <a:pt x="94" y="156"/>
                    <a:pt x="115" y="155"/>
                    <a:pt x="104" y="143"/>
                  </a:cubicBezTo>
                  <a:cubicBezTo>
                    <a:pt x="95" y="135"/>
                    <a:pt x="81" y="131"/>
                    <a:pt x="71" y="123"/>
                  </a:cubicBezTo>
                  <a:cubicBezTo>
                    <a:pt x="59" y="114"/>
                    <a:pt x="48" y="102"/>
                    <a:pt x="41" y="89"/>
                  </a:cubicBezTo>
                  <a:cubicBezTo>
                    <a:pt x="33" y="74"/>
                    <a:pt x="34" y="57"/>
                    <a:pt x="25" y="42"/>
                  </a:cubicBezTo>
                  <a:cubicBezTo>
                    <a:pt x="18" y="31"/>
                    <a:pt x="11" y="20"/>
                    <a:pt x="5" y="8"/>
                  </a:cubicBezTo>
                  <a:cubicBezTo>
                    <a:pt x="4" y="6"/>
                    <a:pt x="3" y="5"/>
                    <a:pt x="3" y="3"/>
                  </a:cubicBezTo>
                </a:path>
              </a:pathLst>
            </a:custGeom>
            <a:solidFill>
              <a:srgbClr val="C695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7" name="Freeform 1510">
              <a:extLst>
                <a:ext uri="{FF2B5EF4-FFF2-40B4-BE49-F238E27FC236}">
                  <a16:creationId xmlns:a16="http://schemas.microsoft.com/office/drawing/2014/main" id="{95253794-A030-4D3A-BBA1-9A1558B29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163"/>
              <a:ext cx="195" cy="495"/>
            </a:xfrm>
            <a:custGeom>
              <a:avLst/>
              <a:gdLst>
                <a:gd name="T0" fmla="*/ 11 w 85"/>
                <a:gd name="T1" fmla="*/ 12 h 202"/>
                <a:gd name="T2" fmla="*/ 422 w 85"/>
                <a:gd name="T3" fmla="*/ 1808 h 202"/>
                <a:gd name="T4" fmla="*/ 422 w 85"/>
                <a:gd name="T5" fmla="*/ 2487 h 202"/>
                <a:gd name="T6" fmla="*/ 557 w 85"/>
                <a:gd name="T7" fmla="*/ 2737 h 202"/>
                <a:gd name="T8" fmla="*/ 773 w 85"/>
                <a:gd name="T9" fmla="*/ 2972 h 202"/>
                <a:gd name="T10" fmla="*/ 830 w 85"/>
                <a:gd name="T11" fmla="*/ 2649 h 202"/>
                <a:gd name="T12" fmla="*/ 931 w 85"/>
                <a:gd name="T13" fmla="*/ 2223 h 202"/>
                <a:gd name="T14" fmla="*/ 952 w 85"/>
                <a:gd name="T15" fmla="*/ 1897 h 202"/>
                <a:gd name="T16" fmla="*/ 736 w 85"/>
                <a:gd name="T17" fmla="*/ 1644 h 202"/>
                <a:gd name="T18" fmla="*/ 615 w 85"/>
                <a:gd name="T19" fmla="*/ 1105 h 202"/>
                <a:gd name="T20" fmla="*/ 301 w 85"/>
                <a:gd name="T21" fmla="*/ 444 h 202"/>
                <a:gd name="T22" fmla="*/ 122 w 85"/>
                <a:gd name="T23" fmla="*/ 174 h 202"/>
                <a:gd name="T24" fmla="*/ 0 w 85"/>
                <a:gd name="T25" fmla="*/ 0 h 2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202">
                  <a:moveTo>
                    <a:pt x="1" y="1"/>
                  </a:moveTo>
                  <a:cubicBezTo>
                    <a:pt x="21" y="40"/>
                    <a:pt x="39" y="79"/>
                    <a:pt x="35" y="123"/>
                  </a:cubicBezTo>
                  <a:cubicBezTo>
                    <a:pt x="33" y="138"/>
                    <a:pt x="30" y="154"/>
                    <a:pt x="35" y="169"/>
                  </a:cubicBezTo>
                  <a:cubicBezTo>
                    <a:pt x="37" y="177"/>
                    <a:pt x="40" y="181"/>
                    <a:pt x="46" y="186"/>
                  </a:cubicBezTo>
                  <a:cubicBezTo>
                    <a:pt x="50" y="189"/>
                    <a:pt x="60" y="202"/>
                    <a:pt x="64" y="202"/>
                  </a:cubicBezTo>
                  <a:cubicBezTo>
                    <a:pt x="72" y="202"/>
                    <a:pt x="68" y="185"/>
                    <a:pt x="69" y="180"/>
                  </a:cubicBezTo>
                  <a:cubicBezTo>
                    <a:pt x="71" y="170"/>
                    <a:pt x="74" y="161"/>
                    <a:pt x="77" y="151"/>
                  </a:cubicBezTo>
                  <a:cubicBezTo>
                    <a:pt x="80" y="145"/>
                    <a:pt x="85" y="136"/>
                    <a:pt x="79" y="129"/>
                  </a:cubicBezTo>
                  <a:cubicBezTo>
                    <a:pt x="74" y="123"/>
                    <a:pt x="66" y="120"/>
                    <a:pt x="61" y="112"/>
                  </a:cubicBezTo>
                  <a:cubicBezTo>
                    <a:pt x="53" y="100"/>
                    <a:pt x="56" y="88"/>
                    <a:pt x="51" y="75"/>
                  </a:cubicBezTo>
                  <a:cubicBezTo>
                    <a:pt x="46" y="58"/>
                    <a:pt x="35" y="44"/>
                    <a:pt x="25" y="30"/>
                  </a:cubicBezTo>
                  <a:cubicBezTo>
                    <a:pt x="21" y="23"/>
                    <a:pt x="15" y="18"/>
                    <a:pt x="10" y="12"/>
                  </a:cubicBezTo>
                  <a:cubicBezTo>
                    <a:pt x="7" y="8"/>
                    <a:pt x="4" y="3"/>
                    <a:pt x="0" y="0"/>
                  </a:cubicBezTo>
                </a:path>
              </a:pathLst>
            </a:custGeom>
            <a:solidFill>
              <a:srgbClr val="C695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8" name="Freeform 1511">
              <a:extLst>
                <a:ext uri="{FF2B5EF4-FFF2-40B4-BE49-F238E27FC236}">
                  <a16:creationId xmlns:a16="http://schemas.microsoft.com/office/drawing/2014/main" id="{F21E28BC-5116-4BD2-8267-09D7A8FD0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3023"/>
              <a:ext cx="172" cy="123"/>
            </a:xfrm>
            <a:custGeom>
              <a:avLst/>
              <a:gdLst>
                <a:gd name="T0" fmla="*/ 0 w 75"/>
                <a:gd name="T1" fmla="*/ 62 h 50"/>
                <a:gd name="T2" fmla="*/ 468 w 75"/>
                <a:gd name="T3" fmla="*/ 448 h 50"/>
                <a:gd name="T4" fmla="*/ 688 w 75"/>
                <a:gd name="T5" fmla="*/ 581 h 50"/>
                <a:gd name="T6" fmla="*/ 904 w 75"/>
                <a:gd name="T7" fmla="*/ 745 h 50"/>
                <a:gd name="T8" fmla="*/ 821 w 75"/>
                <a:gd name="T9" fmla="*/ 509 h 50"/>
                <a:gd name="T10" fmla="*/ 651 w 75"/>
                <a:gd name="T11" fmla="*/ 253 h 50"/>
                <a:gd name="T12" fmla="*/ 495 w 75"/>
                <a:gd name="T13" fmla="*/ 121 h 50"/>
                <a:gd name="T14" fmla="*/ 25 w 75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50">
                  <a:moveTo>
                    <a:pt x="0" y="4"/>
                  </a:moveTo>
                  <a:cubicBezTo>
                    <a:pt x="14" y="9"/>
                    <a:pt x="28" y="20"/>
                    <a:pt x="39" y="30"/>
                  </a:cubicBezTo>
                  <a:cubicBezTo>
                    <a:pt x="45" y="35"/>
                    <a:pt x="50" y="36"/>
                    <a:pt x="57" y="39"/>
                  </a:cubicBezTo>
                  <a:cubicBezTo>
                    <a:pt x="64" y="42"/>
                    <a:pt x="69" y="46"/>
                    <a:pt x="75" y="50"/>
                  </a:cubicBezTo>
                  <a:cubicBezTo>
                    <a:pt x="75" y="44"/>
                    <a:pt x="73" y="38"/>
                    <a:pt x="68" y="34"/>
                  </a:cubicBezTo>
                  <a:cubicBezTo>
                    <a:pt x="60" y="27"/>
                    <a:pt x="57" y="28"/>
                    <a:pt x="54" y="17"/>
                  </a:cubicBezTo>
                  <a:cubicBezTo>
                    <a:pt x="51" y="10"/>
                    <a:pt x="49" y="9"/>
                    <a:pt x="41" y="8"/>
                  </a:cubicBezTo>
                  <a:cubicBezTo>
                    <a:pt x="28" y="5"/>
                    <a:pt x="14" y="0"/>
                    <a:pt x="2" y="0"/>
                  </a:cubicBezTo>
                </a:path>
              </a:pathLst>
            </a:custGeom>
            <a:solidFill>
              <a:srgbClr val="C18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9" name="Freeform 1512">
              <a:extLst>
                <a:ext uri="{FF2B5EF4-FFF2-40B4-BE49-F238E27FC236}">
                  <a16:creationId xmlns:a16="http://schemas.microsoft.com/office/drawing/2014/main" id="{F508F641-82DD-4CE9-B925-413DE0384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153"/>
              <a:ext cx="357" cy="339"/>
            </a:xfrm>
            <a:custGeom>
              <a:avLst/>
              <a:gdLst>
                <a:gd name="T0" fmla="*/ 147 w 155"/>
                <a:gd name="T1" fmla="*/ 314 h 138"/>
                <a:gd name="T2" fmla="*/ 378 w 155"/>
                <a:gd name="T3" fmla="*/ 1081 h 138"/>
                <a:gd name="T4" fmla="*/ 1050 w 155"/>
                <a:gd name="T5" fmla="*/ 1587 h 138"/>
                <a:gd name="T6" fmla="*/ 1322 w 155"/>
                <a:gd name="T7" fmla="*/ 1732 h 138"/>
                <a:gd name="T8" fmla="*/ 1603 w 155"/>
                <a:gd name="T9" fmla="*/ 1914 h 138"/>
                <a:gd name="T10" fmla="*/ 1884 w 155"/>
                <a:gd name="T11" fmla="*/ 1516 h 138"/>
                <a:gd name="T12" fmla="*/ 1237 w 155"/>
                <a:gd name="T13" fmla="*/ 531 h 138"/>
                <a:gd name="T14" fmla="*/ 403 w 155"/>
                <a:gd name="T15" fmla="*/ 224 h 138"/>
                <a:gd name="T16" fmla="*/ 122 w 155"/>
                <a:gd name="T17" fmla="*/ 253 h 1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" h="138">
                  <a:moveTo>
                    <a:pt x="12" y="21"/>
                  </a:moveTo>
                  <a:cubicBezTo>
                    <a:pt x="18" y="38"/>
                    <a:pt x="20" y="59"/>
                    <a:pt x="31" y="73"/>
                  </a:cubicBezTo>
                  <a:cubicBezTo>
                    <a:pt x="44" y="89"/>
                    <a:pt x="68" y="99"/>
                    <a:pt x="86" y="107"/>
                  </a:cubicBezTo>
                  <a:cubicBezTo>
                    <a:pt x="93" y="111"/>
                    <a:pt x="101" y="115"/>
                    <a:pt x="108" y="117"/>
                  </a:cubicBezTo>
                  <a:cubicBezTo>
                    <a:pt x="116" y="121"/>
                    <a:pt x="123" y="126"/>
                    <a:pt x="131" y="129"/>
                  </a:cubicBezTo>
                  <a:cubicBezTo>
                    <a:pt x="150" y="138"/>
                    <a:pt x="153" y="115"/>
                    <a:pt x="154" y="102"/>
                  </a:cubicBezTo>
                  <a:cubicBezTo>
                    <a:pt x="155" y="67"/>
                    <a:pt x="132" y="45"/>
                    <a:pt x="101" y="36"/>
                  </a:cubicBezTo>
                  <a:cubicBezTo>
                    <a:pt x="79" y="29"/>
                    <a:pt x="55" y="23"/>
                    <a:pt x="33" y="15"/>
                  </a:cubicBezTo>
                  <a:cubicBezTo>
                    <a:pt x="30" y="14"/>
                    <a:pt x="0" y="0"/>
                    <a:pt x="10" y="17"/>
                  </a:cubicBezTo>
                </a:path>
              </a:pathLst>
            </a:custGeom>
            <a:solidFill>
              <a:srgbClr val="C18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0" name="Freeform 1513">
              <a:extLst>
                <a:ext uri="{FF2B5EF4-FFF2-40B4-BE49-F238E27FC236}">
                  <a16:creationId xmlns:a16="http://schemas.microsoft.com/office/drawing/2014/main" id="{AFB47029-4DF5-47CC-A40C-B4158BD30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082"/>
              <a:ext cx="196" cy="103"/>
            </a:xfrm>
            <a:custGeom>
              <a:avLst/>
              <a:gdLst>
                <a:gd name="T0" fmla="*/ 0 w 85"/>
                <a:gd name="T1" fmla="*/ 162 h 42"/>
                <a:gd name="T2" fmla="*/ 664 w 85"/>
                <a:gd name="T3" fmla="*/ 444 h 42"/>
                <a:gd name="T4" fmla="*/ 1042 w 85"/>
                <a:gd name="T5" fmla="*/ 517 h 42"/>
                <a:gd name="T6" fmla="*/ 664 w 85"/>
                <a:gd name="T7" fmla="*/ 0 h 42"/>
                <a:gd name="T8" fmla="*/ 0 w 85"/>
                <a:gd name="T9" fmla="*/ 15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42">
                  <a:moveTo>
                    <a:pt x="0" y="11"/>
                  </a:moveTo>
                  <a:cubicBezTo>
                    <a:pt x="18" y="15"/>
                    <a:pt x="36" y="24"/>
                    <a:pt x="54" y="30"/>
                  </a:cubicBezTo>
                  <a:cubicBezTo>
                    <a:pt x="63" y="33"/>
                    <a:pt x="76" y="42"/>
                    <a:pt x="85" y="35"/>
                  </a:cubicBezTo>
                  <a:cubicBezTo>
                    <a:pt x="83" y="22"/>
                    <a:pt x="64" y="7"/>
                    <a:pt x="54" y="0"/>
                  </a:cubicBezTo>
                  <a:cubicBezTo>
                    <a:pt x="41" y="16"/>
                    <a:pt x="19" y="5"/>
                    <a:pt x="0" y="10"/>
                  </a:cubicBezTo>
                </a:path>
              </a:pathLst>
            </a:custGeom>
            <a:solidFill>
              <a:srgbClr val="C18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1" name="Freeform 1514">
              <a:extLst>
                <a:ext uri="{FF2B5EF4-FFF2-40B4-BE49-F238E27FC236}">
                  <a16:creationId xmlns:a16="http://schemas.microsoft.com/office/drawing/2014/main" id="{E19EA1F9-AF8B-4B8A-B78B-7CF729787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3271"/>
              <a:ext cx="255" cy="419"/>
            </a:xfrm>
            <a:custGeom>
              <a:avLst/>
              <a:gdLst>
                <a:gd name="T0" fmla="*/ 11 w 111"/>
                <a:gd name="T1" fmla="*/ 355 h 171"/>
                <a:gd name="T2" fmla="*/ 195 w 111"/>
                <a:gd name="T3" fmla="*/ 1088 h 171"/>
                <a:gd name="T4" fmla="*/ 496 w 111"/>
                <a:gd name="T5" fmla="*/ 1502 h 171"/>
                <a:gd name="T6" fmla="*/ 859 w 111"/>
                <a:gd name="T7" fmla="*/ 1938 h 171"/>
                <a:gd name="T8" fmla="*/ 1094 w 111"/>
                <a:gd name="T9" fmla="*/ 2311 h 171"/>
                <a:gd name="T10" fmla="*/ 1298 w 111"/>
                <a:gd name="T11" fmla="*/ 2342 h 171"/>
                <a:gd name="T12" fmla="*/ 1261 w 111"/>
                <a:gd name="T13" fmla="*/ 1825 h 171"/>
                <a:gd name="T14" fmla="*/ 1250 w 111"/>
                <a:gd name="T15" fmla="*/ 956 h 171"/>
                <a:gd name="T16" fmla="*/ 935 w 111"/>
                <a:gd name="T17" fmla="*/ 456 h 171"/>
                <a:gd name="T18" fmla="*/ 643 w 111"/>
                <a:gd name="T19" fmla="*/ 365 h 171"/>
                <a:gd name="T20" fmla="*/ 289 w 111"/>
                <a:gd name="T21" fmla="*/ 29 h 171"/>
                <a:gd name="T22" fmla="*/ 11 w 111"/>
                <a:gd name="T23" fmla="*/ 149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1" h="171">
                  <a:moveTo>
                    <a:pt x="1" y="24"/>
                  </a:moveTo>
                  <a:cubicBezTo>
                    <a:pt x="0" y="40"/>
                    <a:pt x="9" y="60"/>
                    <a:pt x="16" y="74"/>
                  </a:cubicBezTo>
                  <a:cubicBezTo>
                    <a:pt x="22" y="86"/>
                    <a:pt x="31" y="93"/>
                    <a:pt x="41" y="102"/>
                  </a:cubicBezTo>
                  <a:cubicBezTo>
                    <a:pt x="51" y="112"/>
                    <a:pt x="62" y="121"/>
                    <a:pt x="71" y="132"/>
                  </a:cubicBezTo>
                  <a:cubicBezTo>
                    <a:pt x="77" y="140"/>
                    <a:pt x="83" y="149"/>
                    <a:pt x="90" y="157"/>
                  </a:cubicBezTo>
                  <a:cubicBezTo>
                    <a:pt x="95" y="163"/>
                    <a:pt x="103" y="171"/>
                    <a:pt x="107" y="159"/>
                  </a:cubicBezTo>
                  <a:cubicBezTo>
                    <a:pt x="111" y="149"/>
                    <a:pt x="104" y="135"/>
                    <a:pt x="104" y="124"/>
                  </a:cubicBezTo>
                  <a:cubicBezTo>
                    <a:pt x="104" y="105"/>
                    <a:pt x="104" y="85"/>
                    <a:pt x="103" y="65"/>
                  </a:cubicBezTo>
                  <a:cubicBezTo>
                    <a:pt x="103" y="50"/>
                    <a:pt x="98" y="25"/>
                    <a:pt x="77" y="31"/>
                  </a:cubicBezTo>
                  <a:cubicBezTo>
                    <a:pt x="67" y="34"/>
                    <a:pt x="60" y="32"/>
                    <a:pt x="53" y="25"/>
                  </a:cubicBezTo>
                  <a:cubicBezTo>
                    <a:pt x="45" y="15"/>
                    <a:pt x="37" y="5"/>
                    <a:pt x="24" y="2"/>
                  </a:cubicBezTo>
                  <a:cubicBezTo>
                    <a:pt x="17" y="0"/>
                    <a:pt x="2" y="0"/>
                    <a:pt x="1" y="10"/>
                  </a:cubicBezTo>
                </a:path>
              </a:pathLst>
            </a:custGeom>
            <a:solidFill>
              <a:srgbClr val="C18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2" name="Freeform 1515">
              <a:extLst>
                <a:ext uri="{FF2B5EF4-FFF2-40B4-BE49-F238E27FC236}">
                  <a16:creationId xmlns:a16="http://schemas.microsoft.com/office/drawing/2014/main" id="{E3DEF958-4BDC-4F6C-BFF8-2830ACA95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3423"/>
              <a:ext cx="542" cy="500"/>
            </a:xfrm>
            <a:custGeom>
              <a:avLst/>
              <a:gdLst>
                <a:gd name="T0" fmla="*/ 216 w 236"/>
                <a:gd name="T1" fmla="*/ 973 h 204"/>
                <a:gd name="T2" fmla="*/ 363 w 236"/>
                <a:gd name="T3" fmla="*/ 1441 h 204"/>
                <a:gd name="T4" fmla="*/ 597 w 236"/>
                <a:gd name="T5" fmla="*/ 1900 h 204"/>
                <a:gd name="T6" fmla="*/ 1428 w 236"/>
                <a:gd name="T7" fmla="*/ 2426 h 204"/>
                <a:gd name="T8" fmla="*/ 1842 w 236"/>
                <a:gd name="T9" fmla="*/ 2782 h 204"/>
                <a:gd name="T10" fmla="*/ 2437 w 236"/>
                <a:gd name="T11" fmla="*/ 2993 h 204"/>
                <a:gd name="T12" fmla="*/ 2832 w 236"/>
                <a:gd name="T13" fmla="*/ 2752 h 204"/>
                <a:gd name="T14" fmla="*/ 2568 w 236"/>
                <a:gd name="T15" fmla="*/ 2194 h 204"/>
                <a:gd name="T16" fmla="*/ 2131 w 236"/>
                <a:gd name="T17" fmla="*/ 1676 h 204"/>
                <a:gd name="T18" fmla="*/ 1647 w 236"/>
                <a:gd name="T19" fmla="*/ 1135 h 204"/>
                <a:gd name="T20" fmla="*/ 1803 w 236"/>
                <a:gd name="T21" fmla="*/ 1946 h 204"/>
                <a:gd name="T22" fmla="*/ 1513 w 236"/>
                <a:gd name="T23" fmla="*/ 1809 h 204"/>
                <a:gd name="T24" fmla="*/ 1233 w 236"/>
                <a:gd name="T25" fmla="*/ 1370 h 204"/>
                <a:gd name="T26" fmla="*/ 802 w 236"/>
                <a:gd name="T27" fmla="*/ 1147 h 204"/>
                <a:gd name="T28" fmla="*/ 301 w 236"/>
                <a:gd name="T29" fmla="*/ 600 h 204"/>
                <a:gd name="T30" fmla="*/ 0 w 236"/>
                <a:gd name="T31" fmla="*/ 0 h 2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6" h="204">
                  <a:moveTo>
                    <a:pt x="18" y="66"/>
                  </a:moveTo>
                  <a:cubicBezTo>
                    <a:pt x="19" y="78"/>
                    <a:pt x="26" y="88"/>
                    <a:pt x="30" y="98"/>
                  </a:cubicBezTo>
                  <a:cubicBezTo>
                    <a:pt x="35" y="109"/>
                    <a:pt x="41" y="120"/>
                    <a:pt x="49" y="129"/>
                  </a:cubicBezTo>
                  <a:cubicBezTo>
                    <a:pt x="68" y="152"/>
                    <a:pt x="93" y="153"/>
                    <a:pt x="118" y="165"/>
                  </a:cubicBezTo>
                  <a:cubicBezTo>
                    <a:pt x="131" y="171"/>
                    <a:pt x="140" y="182"/>
                    <a:pt x="152" y="189"/>
                  </a:cubicBezTo>
                  <a:cubicBezTo>
                    <a:pt x="166" y="196"/>
                    <a:pt x="186" y="202"/>
                    <a:pt x="201" y="203"/>
                  </a:cubicBezTo>
                  <a:cubicBezTo>
                    <a:pt x="213" y="204"/>
                    <a:pt x="231" y="202"/>
                    <a:pt x="234" y="187"/>
                  </a:cubicBezTo>
                  <a:cubicBezTo>
                    <a:pt x="236" y="175"/>
                    <a:pt x="220" y="158"/>
                    <a:pt x="212" y="149"/>
                  </a:cubicBezTo>
                  <a:cubicBezTo>
                    <a:pt x="200" y="137"/>
                    <a:pt x="188" y="125"/>
                    <a:pt x="176" y="114"/>
                  </a:cubicBezTo>
                  <a:cubicBezTo>
                    <a:pt x="169" y="108"/>
                    <a:pt x="146" y="72"/>
                    <a:pt x="136" y="77"/>
                  </a:cubicBezTo>
                  <a:cubicBezTo>
                    <a:pt x="139" y="91"/>
                    <a:pt x="167" y="118"/>
                    <a:pt x="149" y="132"/>
                  </a:cubicBezTo>
                  <a:cubicBezTo>
                    <a:pt x="141" y="139"/>
                    <a:pt x="131" y="127"/>
                    <a:pt x="125" y="123"/>
                  </a:cubicBezTo>
                  <a:cubicBezTo>
                    <a:pt x="114" y="114"/>
                    <a:pt x="110" y="104"/>
                    <a:pt x="102" y="93"/>
                  </a:cubicBezTo>
                  <a:cubicBezTo>
                    <a:pt x="93" y="82"/>
                    <a:pt x="78" y="83"/>
                    <a:pt x="66" y="78"/>
                  </a:cubicBezTo>
                  <a:cubicBezTo>
                    <a:pt x="48" y="71"/>
                    <a:pt x="36" y="55"/>
                    <a:pt x="25" y="41"/>
                  </a:cubicBezTo>
                  <a:cubicBezTo>
                    <a:pt x="13" y="26"/>
                    <a:pt x="10" y="16"/>
                    <a:pt x="0" y="0"/>
                  </a:cubicBezTo>
                </a:path>
              </a:pathLst>
            </a:custGeom>
            <a:solidFill>
              <a:srgbClr val="C695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3" name="Freeform 1516">
              <a:extLst>
                <a:ext uri="{FF2B5EF4-FFF2-40B4-BE49-F238E27FC236}">
                  <a16:creationId xmlns:a16="http://schemas.microsoft.com/office/drawing/2014/main" id="{C5B56CA9-2859-4089-92D3-F3D99895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3406"/>
              <a:ext cx="435" cy="372"/>
            </a:xfrm>
            <a:custGeom>
              <a:avLst/>
              <a:gdLst>
                <a:gd name="T0" fmla="*/ 562 w 189"/>
                <a:gd name="T1" fmla="*/ 1449 h 152"/>
                <a:gd name="T2" fmla="*/ 610 w 189"/>
                <a:gd name="T3" fmla="*/ 1055 h 152"/>
                <a:gd name="T4" fmla="*/ 928 w 189"/>
                <a:gd name="T5" fmla="*/ 981 h 152"/>
                <a:gd name="T6" fmla="*/ 1303 w 189"/>
                <a:gd name="T7" fmla="*/ 1246 h 152"/>
                <a:gd name="T8" fmla="*/ 1742 w 189"/>
                <a:gd name="T9" fmla="*/ 1510 h 152"/>
                <a:gd name="T10" fmla="*/ 1986 w 189"/>
                <a:gd name="T11" fmla="*/ 1762 h 152"/>
                <a:gd name="T12" fmla="*/ 2023 w 189"/>
                <a:gd name="T13" fmla="*/ 2127 h 152"/>
                <a:gd name="T14" fmla="*/ 2219 w 189"/>
                <a:gd name="T15" fmla="*/ 1977 h 152"/>
                <a:gd name="T16" fmla="*/ 2108 w 189"/>
                <a:gd name="T17" fmla="*/ 1581 h 152"/>
                <a:gd name="T18" fmla="*/ 1425 w 189"/>
                <a:gd name="T19" fmla="*/ 1114 h 152"/>
                <a:gd name="T20" fmla="*/ 741 w 189"/>
                <a:gd name="T21" fmla="*/ 617 h 152"/>
                <a:gd name="T22" fmla="*/ 253 w 189"/>
                <a:gd name="T23" fmla="*/ 162 h 152"/>
                <a:gd name="T24" fmla="*/ 110 w 189"/>
                <a:gd name="T25" fmla="*/ 12 h 152"/>
                <a:gd name="T26" fmla="*/ 94 w 189"/>
                <a:gd name="T27" fmla="*/ 335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9" h="152">
                  <a:moveTo>
                    <a:pt x="46" y="99"/>
                  </a:moveTo>
                  <a:cubicBezTo>
                    <a:pt x="47" y="90"/>
                    <a:pt x="43" y="81"/>
                    <a:pt x="50" y="72"/>
                  </a:cubicBezTo>
                  <a:cubicBezTo>
                    <a:pt x="57" y="63"/>
                    <a:pt x="66" y="63"/>
                    <a:pt x="76" y="67"/>
                  </a:cubicBezTo>
                  <a:cubicBezTo>
                    <a:pt x="87" y="72"/>
                    <a:pt x="96" y="80"/>
                    <a:pt x="107" y="85"/>
                  </a:cubicBezTo>
                  <a:cubicBezTo>
                    <a:pt x="119" y="91"/>
                    <a:pt x="132" y="96"/>
                    <a:pt x="143" y="103"/>
                  </a:cubicBezTo>
                  <a:cubicBezTo>
                    <a:pt x="151" y="108"/>
                    <a:pt x="158" y="112"/>
                    <a:pt x="163" y="120"/>
                  </a:cubicBezTo>
                  <a:cubicBezTo>
                    <a:pt x="167" y="128"/>
                    <a:pt x="162" y="139"/>
                    <a:pt x="166" y="145"/>
                  </a:cubicBezTo>
                  <a:cubicBezTo>
                    <a:pt x="170" y="152"/>
                    <a:pt x="179" y="141"/>
                    <a:pt x="182" y="135"/>
                  </a:cubicBezTo>
                  <a:cubicBezTo>
                    <a:pt x="189" y="123"/>
                    <a:pt x="182" y="116"/>
                    <a:pt x="173" y="108"/>
                  </a:cubicBezTo>
                  <a:cubicBezTo>
                    <a:pt x="157" y="91"/>
                    <a:pt x="137" y="86"/>
                    <a:pt x="117" y="76"/>
                  </a:cubicBezTo>
                  <a:cubicBezTo>
                    <a:pt x="97" y="67"/>
                    <a:pt x="78" y="55"/>
                    <a:pt x="61" y="42"/>
                  </a:cubicBezTo>
                  <a:cubicBezTo>
                    <a:pt x="47" y="32"/>
                    <a:pt x="34" y="22"/>
                    <a:pt x="21" y="11"/>
                  </a:cubicBezTo>
                  <a:cubicBezTo>
                    <a:pt x="18" y="9"/>
                    <a:pt x="13" y="2"/>
                    <a:pt x="9" y="1"/>
                  </a:cubicBezTo>
                  <a:cubicBezTo>
                    <a:pt x="0" y="0"/>
                    <a:pt x="9" y="12"/>
                    <a:pt x="8" y="23"/>
                  </a:cubicBezTo>
                </a:path>
              </a:pathLst>
            </a:custGeom>
            <a:solidFill>
              <a:srgbClr val="C695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4" name="Freeform 1517">
              <a:extLst>
                <a:ext uri="{FF2B5EF4-FFF2-40B4-BE49-F238E27FC236}">
                  <a16:creationId xmlns:a16="http://schemas.microsoft.com/office/drawing/2014/main" id="{44624AA3-6B53-4E02-949F-A8926D4EF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494"/>
              <a:ext cx="149" cy="356"/>
            </a:xfrm>
            <a:custGeom>
              <a:avLst/>
              <a:gdLst>
                <a:gd name="T0" fmla="*/ 48 w 65"/>
                <a:gd name="T1" fmla="*/ 0 h 145"/>
                <a:gd name="T2" fmla="*/ 131 w 65"/>
                <a:gd name="T3" fmla="*/ 1289 h 145"/>
                <a:gd name="T4" fmla="*/ 346 w 65"/>
                <a:gd name="T5" fmla="*/ 1881 h 145"/>
                <a:gd name="T6" fmla="*/ 456 w 65"/>
                <a:gd name="T7" fmla="*/ 2116 h 145"/>
                <a:gd name="T8" fmla="*/ 614 w 65"/>
                <a:gd name="T9" fmla="*/ 1984 h 145"/>
                <a:gd name="T10" fmla="*/ 699 w 65"/>
                <a:gd name="T11" fmla="*/ 1731 h 145"/>
                <a:gd name="T12" fmla="*/ 552 w 65"/>
                <a:gd name="T13" fmla="*/ 1628 h 145"/>
                <a:gd name="T14" fmla="*/ 383 w 65"/>
                <a:gd name="T15" fmla="*/ 1434 h 145"/>
                <a:gd name="T16" fmla="*/ 195 w 65"/>
                <a:gd name="T17" fmla="*/ 845 h 145"/>
                <a:gd name="T18" fmla="*/ 110 w 65"/>
                <a:gd name="T19" fmla="*/ 592 h 145"/>
                <a:gd name="T20" fmla="*/ 73 w 65"/>
                <a:gd name="T21" fmla="*/ 133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145">
                  <a:moveTo>
                    <a:pt x="4" y="0"/>
                  </a:moveTo>
                  <a:cubicBezTo>
                    <a:pt x="4" y="30"/>
                    <a:pt x="0" y="59"/>
                    <a:pt x="11" y="87"/>
                  </a:cubicBezTo>
                  <a:cubicBezTo>
                    <a:pt x="17" y="101"/>
                    <a:pt x="22" y="114"/>
                    <a:pt x="29" y="127"/>
                  </a:cubicBezTo>
                  <a:cubicBezTo>
                    <a:pt x="31" y="131"/>
                    <a:pt x="33" y="141"/>
                    <a:pt x="38" y="143"/>
                  </a:cubicBezTo>
                  <a:cubicBezTo>
                    <a:pt x="44" y="145"/>
                    <a:pt x="48" y="138"/>
                    <a:pt x="51" y="134"/>
                  </a:cubicBezTo>
                  <a:cubicBezTo>
                    <a:pt x="56" y="129"/>
                    <a:pt x="65" y="124"/>
                    <a:pt x="58" y="117"/>
                  </a:cubicBezTo>
                  <a:cubicBezTo>
                    <a:pt x="56" y="114"/>
                    <a:pt x="50" y="113"/>
                    <a:pt x="46" y="110"/>
                  </a:cubicBezTo>
                  <a:cubicBezTo>
                    <a:pt x="40" y="107"/>
                    <a:pt x="36" y="102"/>
                    <a:pt x="32" y="97"/>
                  </a:cubicBezTo>
                  <a:cubicBezTo>
                    <a:pt x="22" y="85"/>
                    <a:pt x="19" y="71"/>
                    <a:pt x="16" y="57"/>
                  </a:cubicBezTo>
                  <a:cubicBezTo>
                    <a:pt x="15" y="50"/>
                    <a:pt x="10" y="48"/>
                    <a:pt x="9" y="40"/>
                  </a:cubicBezTo>
                  <a:cubicBezTo>
                    <a:pt x="8" y="35"/>
                    <a:pt x="5" y="15"/>
                    <a:pt x="6" y="9"/>
                  </a:cubicBezTo>
                </a:path>
              </a:pathLst>
            </a:custGeom>
            <a:solidFill>
              <a:srgbClr val="D6B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5" name="Freeform 1518">
              <a:extLst>
                <a:ext uri="{FF2B5EF4-FFF2-40B4-BE49-F238E27FC236}">
                  <a16:creationId xmlns:a16="http://schemas.microsoft.com/office/drawing/2014/main" id="{FD52BE6D-4831-4FF3-A62B-A34C67C8F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639"/>
              <a:ext cx="87" cy="100"/>
            </a:xfrm>
            <a:custGeom>
              <a:avLst/>
              <a:gdLst>
                <a:gd name="T0" fmla="*/ 0 w 38"/>
                <a:gd name="T1" fmla="*/ 41 h 41"/>
                <a:gd name="T2" fmla="*/ 252 w 38"/>
                <a:gd name="T3" fmla="*/ 293 h 41"/>
                <a:gd name="T4" fmla="*/ 314 w 38"/>
                <a:gd name="T5" fmla="*/ 595 h 41"/>
                <a:gd name="T6" fmla="*/ 277 w 38"/>
                <a:gd name="T7" fmla="*/ 232 h 41"/>
                <a:gd name="T8" fmla="*/ 142 w 38"/>
                <a:gd name="T9" fmla="*/ 90 h 41"/>
                <a:gd name="T10" fmla="*/ 25 w 38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1">
                  <a:moveTo>
                    <a:pt x="0" y="3"/>
                  </a:moveTo>
                  <a:cubicBezTo>
                    <a:pt x="7" y="7"/>
                    <a:pt x="16" y="12"/>
                    <a:pt x="21" y="20"/>
                  </a:cubicBezTo>
                  <a:cubicBezTo>
                    <a:pt x="25" y="27"/>
                    <a:pt x="24" y="34"/>
                    <a:pt x="26" y="41"/>
                  </a:cubicBezTo>
                  <a:cubicBezTo>
                    <a:pt x="38" y="38"/>
                    <a:pt x="26" y="21"/>
                    <a:pt x="23" y="16"/>
                  </a:cubicBezTo>
                  <a:cubicBezTo>
                    <a:pt x="20" y="12"/>
                    <a:pt x="16" y="8"/>
                    <a:pt x="12" y="6"/>
                  </a:cubicBezTo>
                  <a:cubicBezTo>
                    <a:pt x="8" y="4"/>
                    <a:pt x="4" y="4"/>
                    <a:pt x="2" y="0"/>
                  </a:cubicBezTo>
                </a:path>
              </a:pathLst>
            </a:custGeom>
            <a:solidFill>
              <a:srgbClr val="D6B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6" name="Freeform 1519">
              <a:extLst>
                <a:ext uri="{FF2B5EF4-FFF2-40B4-BE49-F238E27FC236}">
                  <a16:creationId xmlns:a16="http://schemas.microsoft.com/office/drawing/2014/main" id="{855600FC-9720-4BF6-9BE0-630E3F952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3367"/>
              <a:ext cx="74" cy="252"/>
            </a:xfrm>
            <a:custGeom>
              <a:avLst/>
              <a:gdLst>
                <a:gd name="T0" fmla="*/ 74 w 32"/>
                <a:gd name="T1" fmla="*/ 0 h 103"/>
                <a:gd name="T2" fmla="*/ 86 w 32"/>
                <a:gd name="T3" fmla="*/ 761 h 103"/>
                <a:gd name="T4" fmla="*/ 102 w 32"/>
                <a:gd name="T5" fmla="*/ 1304 h 103"/>
                <a:gd name="T6" fmla="*/ 301 w 32"/>
                <a:gd name="T7" fmla="*/ 1478 h 103"/>
                <a:gd name="T8" fmla="*/ 236 w 32"/>
                <a:gd name="T9" fmla="*/ 1304 h 103"/>
                <a:gd name="T10" fmla="*/ 171 w 32"/>
                <a:gd name="T11" fmla="*/ 910 h 103"/>
                <a:gd name="T12" fmla="*/ 208 w 32"/>
                <a:gd name="T13" fmla="*/ 617 h 103"/>
                <a:gd name="T14" fmla="*/ 74 w 32"/>
                <a:gd name="T15" fmla="*/ 0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03">
                  <a:moveTo>
                    <a:pt x="6" y="0"/>
                  </a:moveTo>
                  <a:cubicBezTo>
                    <a:pt x="5" y="17"/>
                    <a:pt x="10" y="34"/>
                    <a:pt x="7" y="52"/>
                  </a:cubicBezTo>
                  <a:cubicBezTo>
                    <a:pt x="5" y="64"/>
                    <a:pt x="0" y="79"/>
                    <a:pt x="8" y="89"/>
                  </a:cubicBezTo>
                  <a:cubicBezTo>
                    <a:pt x="12" y="93"/>
                    <a:pt x="18" y="103"/>
                    <a:pt x="24" y="101"/>
                  </a:cubicBezTo>
                  <a:cubicBezTo>
                    <a:pt x="32" y="99"/>
                    <a:pt x="21" y="93"/>
                    <a:pt x="19" y="89"/>
                  </a:cubicBezTo>
                  <a:cubicBezTo>
                    <a:pt x="15" y="82"/>
                    <a:pt x="13" y="70"/>
                    <a:pt x="14" y="62"/>
                  </a:cubicBezTo>
                  <a:cubicBezTo>
                    <a:pt x="15" y="55"/>
                    <a:pt x="17" y="49"/>
                    <a:pt x="17" y="42"/>
                  </a:cubicBezTo>
                  <a:cubicBezTo>
                    <a:pt x="16" y="32"/>
                    <a:pt x="7" y="10"/>
                    <a:pt x="6" y="0"/>
                  </a:cubicBezTo>
                </a:path>
              </a:pathLst>
            </a:custGeom>
            <a:solidFill>
              <a:srgbClr val="D6B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7" name="Freeform 1520">
              <a:extLst>
                <a:ext uri="{FF2B5EF4-FFF2-40B4-BE49-F238E27FC236}">
                  <a16:creationId xmlns:a16="http://schemas.microsoft.com/office/drawing/2014/main" id="{42815672-F263-429B-BDE2-7628E7DCE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413"/>
              <a:ext cx="81" cy="120"/>
            </a:xfrm>
            <a:custGeom>
              <a:avLst/>
              <a:gdLst>
                <a:gd name="T0" fmla="*/ 28 w 35"/>
                <a:gd name="T1" fmla="*/ 720 h 49"/>
                <a:gd name="T2" fmla="*/ 160 w 35"/>
                <a:gd name="T3" fmla="*/ 517 h 49"/>
                <a:gd name="T4" fmla="*/ 347 w 35"/>
                <a:gd name="T5" fmla="*/ 485 h 49"/>
                <a:gd name="T6" fmla="*/ 224 w 35"/>
                <a:gd name="T7" fmla="*/ 414 h 49"/>
                <a:gd name="T8" fmla="*/ 123 w 35"/>
                <a:gd name="T9" fmla="*/ 353 h 49"/>
                <a:gd name="T10" fmla="*/ 0 w 35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9">
                  <a:moveTo>
                    <a:pt x="2" y="49"/>
                  </a:moveTo>
                  <a:cubicBezTo>
                    <a:pt x="1" y="42"/>
                    <a:pt x="5" y="37"/>
                    <a:pt x="13" y="35"/>
                  </a:cubicBezTo>
                  <a:cubicBezTo>
                    <a:pt x="15" y="34"/>
                    <a:pt x="35" y="39"/>
                    <a:pt x="28" y="33"/>
                  </a:cubicBezTo>
                  <a:cubicBezTo>
                    <a:pt x="26" y="32"/>
                    <a:pt x="20" y="28"/>
                    <a:pt x="18" y="28"/>
                  </a:cubicBezTo>
                  <a:cubicBezTo>
                    <a:pt x="15" y="28"/>
                    <a:pt x="12" y="26"/>
                    <a:pt x="10" y="24"/>
                  </a:cubicBezTo>
                  <a:cubicBezTo>
                    <a:pt x="7" y="22"/>
                    <a:pt x="1" y="3"/>
                    <a:pt x="0" y="0"/>
                  </a:cubicBezTo>
                </a:path>
              </a:pathLst>
            </a:custGeom>
            <a:solidFill>
              <a:srgbClr val="D6B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8" name="Freeform 1521">
              <a:extLst>
                <a:ext uri="{FF2B5EF4-FFF2-40B4-BE49-F238E27FC236}">
                  <a16:creationId xmlns:a16="http://schemas.microsoft.com/office/drawing/2014/main" id="{7CADBA19-E05E-4AF1-80B3-081DB39C4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295"/>
              <a:ext cx="274" cy="157"/>
            </a:xfrm>
            <a:custGeom>
              <a:avLst/>
              <a:gdLst>
                <a:gd name="T0" fmla="*/ 64 w 119"/>
                <a:gd name="T1" fmla="*/ 282 h 64"/>
                <a:gd name="T2" fmla="*/ 831 w 119"/>
                <a:gd name="T3" fmla="*/ 770 h 64"/>
                <a:gd name="T4" fmla="*/ 1160 w 119"/>
                <a:gd name="T5" fmla="*/ 915 h 64"/>
                <a:gd name="T6" fmla="*/ 1114 w 119"/>
                <a:gd name="T7" fmla="*/ 0 h 64"/>
                <a:gd name="T8" fmla="*/ 1197 w 119"/>
                <a:gd name="T9" fmla="*/ 488 h 64"/>
                <a:gd name="T10" fmla="*/ 1098 w 119"/>
                <a:gd name="T11" fmla="*/ 709 h 64"/>
                <a:gd name="T12" fmla="*/ 900 w 119"/>
                <a:gd name="T13" fmla="*/ 650 h 64"/>
                <a:gd name="T14" fmla="*/ 684 w 119"/>
                <a:gd name="T15" fmla="*/ 589 h 64"/>
                <a:gd name="T16" fmla="*/ 440 w 119"/>
                <a:gd name="T17" fmla="*/ 476 h 64"/>
                <a:gd name="T18" fmla="*/ 0 w 119"/>
                <a:gd name="T19" fmla="*/ 223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9" h="64">
                  <a:moveTo>
                    <a:pt x="5" y="19"/>
                  </a:moveTo>
                  <a:cubicBezTo>
                    <a:pt x="18" y="31"/>
                    <a:pt x="55" y="46"/>
                    <a:pt x="68" y="52"/>
                  </a:cubicBezTo>
                  <a:cubicBezTo>
                    <a:pt x="74" y="56"/>
                    <a:pt x="87" y="64"/>
                    <a:pt x="95" y="62"/>
                  </a:cubicBezTo>
                  <a:cubicBezTo>
                    <a:pt x="119" y="57"/>
                    <a:pt x="100" y="10"/>
                    <a:pt x="91" y="0"/>
                  </a:cubicBezTo>
                  <a:cubicBezTo>
                    <a:pt x="96" y="11"/>
                    <a:pt x="100" y="21"/>
                    <a:pt x="98" y="33"/>
                  </a:cubicBezTo>
                  <a:cubicBezTo>
                    <a:pt x="97" y="39"/>
                    <a:pt x="96" y="45"/>
                    <a:pt x="90" y="48"/>
                  </a:cubicBezTo>
                  <a:cubicBezTo>
                    <a:pt x="83" y="52"/>
                    <a:pt x="80" y="47"/>
                    <a:pt x="74" y="44"/>
                  </a:cubicBezTo>
                  <a:cubicBezTo>
                    <a:pt x="69" y="42"/>
                    <a:pt x="62" y="42"/>
                    <a:pt x="56" y="40"/>
                  </a:cubicBezTo>
                  <a:cubicBezTo>
                    <a:pt x="49" y="38"/>
                    <a:pt x="42" y="34"/>
                    <a:pt x="36" y="32"/>
                  </a:cubicBezTo>
                  <a:cubicBezTo>
                    <a:pt x="25" y="27"/>
                    <a:pt x="16" y="23"/>
                    <a:pt x="0" y="15"/>
                  </a:cubicBezTo>
                </a:path>
              </a:pathLst>
            </a:custGeom>
            <a:solidFill>
              <a:srgbClr val="CEA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9" name="Freeform 1522">
              <a:extLst>
                <a:ext uri="{FF2B5EF4-FFF2-40B4-BE49-F238E27FC236}">
                  <a16:creationId xmlns:a16="http://schemas.microsoft.com/office/drawing/2014/main" id="{6EFF3F81-A20E-4463-8B6C-81F46B9BF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112"/>
              <a:ext cx="110" cy="53"/>
            </a:xfrm>
            <a:custGeom>
              <a:avLst/>
              <a:gdLst>
                <a:gd name="T0" fmla="*/ 0 w 48"/>
                <a:gd name="T1" fmla="*/ 157 h 22"/>
                <a:gd name="T2" fmla="*/ 383 w 48"/>
                <a:gd name="T3" fmla="*/ 296 h 22"/>
                <a:gd name="T4" fmla="*/ 277 w 48"/>
                <a:gd name="T5" fmla="*/ 0 h 22"/>
                <a:gd name="T6" fmla="*/ 289 w 48"/>
                <a:gd name="T7" fmla="*/ 25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2">
                  <a:moveTo>
                    <a:pt x="0" y="11"/>
                  </a:moveTo>
                  <a:cubicBezTo>
                    <a:pt x="10" y="15"/>
                    <a:pt x="21" y="22"/>
                    <a:pt x="32" y="21"/>
                  </a:cubicBezTo>
                  <a:cubicBezTo>
                    <a:pt x="48" y="20"/>
                    <a:pt x="29" y="4"/>
                    <a:pt x="23" y="0"/>
                  </a:cubicBezTo>
                  <a:cubicBezTo>
                    <a:pt x="25" y="4"/>
                    <a:pt x="34" y="17"/>
                    <a:pt x="24" y="18"/>
                  </a:cubicBezTo>
                </a:path>
              </a:pathLst>
            </a:custGeom>
            <a:solidFill>
              <a:srgbClr val="CEA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0" name="Freeform 1523">
              <a:extLst>
                <a:ext uri="{FF2B5EF4-FFF2-40B4-BE49-F238E27FC236}">
                  <a16:creationId xmlns:a16="http://schemas.microsoft.com/office/drawing/2014/main" id="{35C17C76-AD3C-49F0-BBA1-9324DF995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065"/>
              <a:ext cx="94" cy="51"/>
            </a:xfrm>
            <a:custGeom>
              <a:avLst/>
              <a:gdLst>
                <a:gd name="T0" fmla="*/ 0 w 41"/>
                <a:gd name="T1" fmla="*/ 0 h 21"/>
                <a:gd name="T2" fmla="*/ 232 w 41"/>
                <a:gd name="T3" fmla="*/ 260 h 21"/>
                <a:gd name="T4" fmla="*/ 495 w 41"/>
                <a:gd name="T5" fmla="*/ 301 h 21"/>
                <a:gd name="T6" fmla="*/ 383 w 41"/>
                <a:gd name="T7" fmla="*/ 243 h 21"/>
                <a:gd name="T8" fmla="*/ 280 w 41"/>
                <a:gd name="T9" fmla="*/ 231 h 21"/>
                <a:gd name="T10" fmla="*/ 25 w 41"/>
                <a:gd name="T11" fmla="*/ 2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1">
                  <a:moveTo>
                    <a:pt x="0" y="0"/>
                  </a:moveTo>
                  <a:cubicBezTo>
                    <a:pt x="7" y="5"/>
                    <a:pt x="12" y="14"/>
                    <a:pt x="19" y="18"/>
                  </a:cubicBezTo>
                  <a:cubicBezTo>
                    <a:pt x="25" y="21"/>
                    <a:pt x="34" y="20"/>
                    <a:pt x="41" y="21"/>
                  </a:cubicBezTo>
                  <a:cubicBezTo>
                    <a:pt x="38" y="20"/>
                    <a:pt x="35" y="18"/>
                    <a:pt x="32" y="17"/>
                  </a:cubicBezTo>
                  <a:cubicBezTo>
                    <a:pt x="29" y="16"/>
                    <a:pt x="26" y="17"/>
                    <a:pt x="23" y="16"/>
                  </a:cubicBezTo>
                  <a:cubicBezTo>
                    <a:pt x="15" y="12"/>
                    <a:pt x="12" y="3"/>
                    <a:pt x="2" y="2"/>
                  </a:cubicBezTo>
                </a:path>
              </a:pathLst>
            </a:custGeom>
            <a:solidFill>
              <a:srgbClr val="CEA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1" name="Freeform 1524">
              <a:extLst>
                <a:ext uri="{FF2B5EF4-FFF2-40B4-BE49-F238E27FC236}">
                  <a16:creationId xmlns:a16="http://schemas.microsoft.com/office/drawing/2014/main" id="{60D6B2FF-B98A-4686-BFB8-B506F6A67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3396"/>
              <a:ext cx="175" cy="226"/>
            </a:xfrm>
            <a:custGeom>
              <a:avLst/>
              <a:gdLst>
                <a:gd name="T0" fmla="*/ 0 w 76"/>
                <a:gd name="T1" fmla="*/ 356 h 92"/>
                <a:gd name="T2" fmla="*/ 207 w 76"/>
                <a:gd name="T3" fmla="*/ 592 h 92"/>
                <a:gd name="T4" fmla="*/ 488 w 76"/>
                <a:gd name="T5" fmla="*/ 857 h 92"/>
                <a:gd name="T6" fmla="*/ 636 w 76"/>
                <a:gd name="T7" fmla="*/ 1081 h 92"/>
                <a:gd name="T8" fmla="*/ 794 w 76"/>
                <a:gd name="T9" fmla="*/ 1334 h 92"/>
                <a:gd name="T10" fmla="*/ 854 w 76"/>
                <a:gd name="T11" fmla="*/ 887 h 92"/>
                <a:gd name="T12" fmla="*/ 843 w 76"/>
                <a:gd name="T13" fmla="*/ 0 h 92"/>
                <a:gd name="T14" fmla="*/ 758 w 76"/>
                <a:gd name="T15" fmla="*/ 550 h 92"/>
                <a:gd name="T16" fmla="*/ 695 w 76"/>
                <a:gd name="T17" fmla="*/ 712 h 92"/>
                <a:gd name="T18" fmla="*/ 684 w 76"/>
                <a:gd name="T19" fmla="*/ 916 h 92"/>
                <a:gd name="T20" fmla="*/ 355 w 76"/>
                <a:gd name="T21" fmla="*/ 477 h 92"/>
                <a:gd name="T22" fmla="*/ 170 w 76"/>
                <a:gd name="T23" fmla="*/ 447 h 92"/>
                <a:gd name="T24" fmla="*/ 28 w 76"/>
                <a:gd name="T25" fmla="*/ 327 h 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92">
                  <a:moveTo>
                    <a:pt x="0" y="24"/>
                  </a:moveTo>
                  <a:cubicBezTo>
                    <a:pt x="3" y="31"/>
                    <a:pt x="11" y="36"/>
                    <a:pt x="17" y="40"/>
                  </a:cubicBezTo>
                  <a:cubicBezTo>
                    <a:pt x="25" y="46"/>
                    <a:pt x="33" y="51"/>
                    <a:pt x="40" y="58"/>
                  </a:cubicBezTo>
                  <a:cubicBezTo>
                    <a:pt x="45" y="63"/>
                    <a:pt x="48" y="68"/>
                    <a:pt x="52" y="73"/>
                  </a:cubicBezTo>
                  <a:cubicBezTo>
                    <a:pt x="55" y="77"/>
                    <a:pt x="60" y="89"/>
                    <a:pt x="65" y="90"/>
                  </a:cubicBezTo>
                  <a:cubicBezTo>
                    <a:pt x="76" y="92"/>
                    <a:pt x="70" y="67"/>
                    <a:pt x="70" y="60"/>
                  </a:cubicBezTo>
                  <a:cubicBezTo>
                    <a:pt x="71" y="40"/>
                    <a:pt x="76" y="20"/>
                    <a:pt x="69" y="0"/>
                  </a:cubicBezTo>
                  <a:cubicBezTo>
                    <a:pt x="64" y="11"/>
                    <a:pt x="66" y="25"/>
                    <a:pt x="62" y="37"/>
                  </a:cubicBezTo>
                  <a:cubicBezTo>
                    <a:pt x="61" y="41"/>
                    <a:pt x="58" y="44"/>
                    <a:pt x="57" y="48"/>
                  </a:cubicBezTo>
                  <a:cubicBezTo>
                    <a:pt x="56" y="53"/>
                    <a:pt x="58" y="57"/>
                    <a:pt x="56" y="62"/>
                  </a:cubicBezTo>
                  <a:cubicBezTo>
                    <a:pt x="44" y="57"/>
                    <a:pt x="40" y="40"/>
                    <a:pt x="29" y="32"/>
                  </a:cubicBezTo>
                  <a:cubicBezTo>
                    <a:pt x="22" y="28"/>
                    <a:pt x="20" y="31"/>
                    <a:pt x="14" y="30"/>
                  </a:cubicBezTo>
                  <a:cubicBezTo>
                    <a:pt x="10" y="30"/>
                    <a:pt x="4" y="25"/>
                    <a:pt x="2" y="22"/>
                  </a:cubicBezTo>
                </a:path>
              </a:pathLst>
            </a:custGeom>
            <a:solidFill>
              <a:srgbClr val="CEA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2" name="Freeform 1525">
              <a:extLst>
                <a:ext uri="{FF2B5EF4-FFF2-40B4-BE49-F238E27FC236}">
                  <a16:creationId xmlns:a16="http://schemas.microsoft.com/office/drawing/2014/main" id="{8F08FFB5-388D-4CF6-9938-C432AB40A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3626"/>
              <a:ext cx="154" cy="170"/>
            </a:xfrm>
            <a:custGeom>
              <a:avLst/>
              <a:gdLst>
                <a:gd name="T0" fmla="*/ 0 w 67"/>
                <a:gd name="T1" fmla="*/ 448 h 69"/>
                <a:gd name="T2" fmla="*/ 170 w 67"/>
                <a:gd name="T3" fmla="*/ 734 h 69"/>
                <a:gd name="T4" fmla="*/ 802 w 67"/>
                <a:gd name="T5" fmla="*/ 1032 h 69"/>
                <a:gd name="T6" fmla="*/ 692 w 67"/>
                <a:gd name="T7" fmla="*/ 747 h 69"/>
                <a:gd name="T8" fmla="*/ 618 w 67"/>
                <a:gd name="T9" fmla="*/ 237 h 69"/>
                <a:gd name="T10" fmla="*/ 365 w 67"/>
                <a:gd name="T11" fmla="*/ 182 h 69"/>
                <a:gd name="T12" fmla="*/ 74 w 67"/>
                <a:gd name="T13" fmla="*/ 42 h 69"/>
                <a:gd name="T14" fmla="*/ 37 w 67"/>
                <a:gd name="T15" fmla="*/ 407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69">
                  <a:moveTo>
                    <a:pt x="0" y="30"/>
                  </a:moveTo>
                  <a:cubicBezTo>
                    <a:pt x="4" y="37"/>
                    <a:pt x="8" y="44"/>
                    <a:pt x="14" y="49"/>
                  </a:cubicBezTo>
                  <a:cubicBezTo>
                    <a:pt x="28" y="60"/>
                    <a:pt x="50" y="63"/>
                    <a:pt x="66" y="69"/>
                  </a:cubicBezTo>
                  <a:cubicBezTo>
                    <a:pt x="67" y="63"/>
                    <a:pt x="60" y="56"/>
                    <a:pt x="57" y="50"/>
                  </a:cubicBezTo>
                  <a:cubicBezTo>
                    <a:pt x="53" y="40"/>
                    <a:pt x="57" y="26"/>
                    <a:pt x="51" y="16"/>
                  </a:cubicBezTo>
                  <a:cubicBezTo>
                    <a:pt x="46" y="9"/>
                    <a:pt x="37" y="13"/>
                    <a:pt x="30" y="12"/>
                  </a:cubicBezTo>
                  <a:cubicBezTo>
                    <a:pt x="23" y="10"/>
                    <a:pt x="12" y="0"/>
                    <a:pt x="6" y="3"/>
                  </a:cubicBezTo>
                  <a:cubicBezTo>
                    <a:pt x="6" y="13"/>
                    <a:pt x="10" y="19"/>
                    <a:pt x="3" y="27"/>
                  </a:cubicBezTo>
                </a:path>
              </a:pathLst>
            </a:custGeom>
            <a:solidFill>
              <a:srgbClr val="CEA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3" name="Freeform 1526">
              <a:extLst>
                <a:ext uri="{FF2B5EF4-FFF2-40B4-BE49-F238E27FC236}">
                  <a16:creationId xmlns:a16="http://schemas.microsoft.com/office/drawing/2014/main" id="{A1BB6873-79A0-4EDE-9610-4DAD862D5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764"/>
              <a:ext cx="135" cy="157"/>
            </a:xfrm>
            <a:custGeom>
              <a:avLst/>
              <a:gdLst>
                <a:gd name="T0" fmla="*/ 215 w 59"/>
                <a:gd name="T1" fmla="*/ 0 h 64"/>
                <a:gd name="T2" fmla="*/ 613 w 59"/>
                <a:gd name="T3" fmla="*/ 692 h 64"/>
                <a:gd name="T4" fmla="*/ 0 w 59"/>
                <a:gd name="T5" fmla="*/ 783 h 64"/>
                <a:gd name="T6" fmla="*/ 455 w 59"/>
                <a:gd name="T7" fmla="*/ 488 h 64"/>
                <a:gd name="T8" fmla="*/ 277 w 59"/>
                <a:gd name="T9" fmla="*/ 6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4">
                  <a:moveTo>
                    <a:pt x="18" y="0"/>
                  </a:moveTo>
                  <a:cubicBezTo>
                    <a:pt x="32" y="7"/>
                    <a:pt x="59" y="30"/>
                    <a:pt x="51" y="47"/>
                  </a:cubicBezTo>
                  <a:cubicBezTo>
                    <a:pt x="44" y="64"/>
                    <a:pt x="13" y="56"/>
                    <a:pt x="0" y="53"/>
                  </a:cubicBezTo>
                  <a:cubicBezTo>
                    <a:pt x="15" y="51"/>
                    <a:pt x="37" y="54"/>
                    <a:pt x="38" y="33"/>
                  </a:cubicBezTo>
                  <a:cubicBezTo>
                    <a:pt x="38" y="24"/>
                    <a:pt x="29" y="10"/>
                    <a:pt x="23" y="4"/>
                  </a:cubicBezTo>
                </a:path>
              </a:pathLst>
            </a:custGeom>
            <a:solidFill>
              <a:srgbClr val="D6B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4" name="Freeform 1527">
              <a:extLst>
                <a:ext uri="{FF2B5EF4-FFF2-40B4-BE49-F238E27FC236}">
                  <a16:creationId xmlns:a16="http://schemas.microsoft.com/office/drawing/2014/main" id="{09219B2E-43AD-4D84-9C5C-ACE1A1EDE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827"/>
              <a:ext cx="34" cy="67"/>
            </a:xfrm>
            <a:custGeom>
              <a:avLst/>
              <a:gdLst>
                <a:gd name="T0" fmla="*/ 102 w 15"/>
                <a:gd name="T1" fmla="*/ 0 h 27"/>
                <a:gd name="T2" fmla="*/ 0 w 15"/>
                <a:gd name="T3" fmla="*/ 382 h 27"/>
                <a:gd name="T4" fmla="*/ 118 w 15"/>
                <a:gd name="T5" fmla="*/ 3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7">
                  <a:moveTo>
                    <a:pt x="9" y="0"/>
                  </a:moveTo>
                  <a:cubicBezTo>
                    <a:pt x="15" y="9"/>
                    <a:pt x="14" y="27"/>
                    <a:pt x="0" y="25"/>
                  </a:cubicBezTo>
                  <a:cubicBezTo>
                    <a:pt x="8" y="20"/>
                    <a:pt x="4" y="3"/>
                    <a:pt x="10" y="2"/>
                  </a:cubicBezTo>
                </a:path>
              </a:pathLst>
            </a:custGeom>
            <a:solidFill>
              <a:srgbClr val="F0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5" name="Freeform 1528">
              <a:extLst>
                <a:ext uri="{FF2B5EF4-FFF2-40B4-BE49-F238E27FC236}">
                  <a16:creationId xmlns:a16="http://schemas.microsoft.com/office/drawing/2014/main" id="{E21E71E2-700F-4454-95A7-3086660BE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820"/>
              <a:ext cx="9" cy="7"/>
            </a:xfrm>
            <a:custGeom>
              <a:avLst/>
              <a:gdLst>
                <a:gd name="T0" fmla="*/ 0 w 4"/>
                <a:gd name="T1" fmla="*/ 28 h 3"/>
                <a:gd name="T2" fmla="*/ 45 w 4"/>
                <a:gd name="T3" fmla="*/ 37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3"/>
                    <a:pt x="3" y="3"/>
                    <a:pt x="4" y="3"/>
                  </a:cubicBezTo>
                  <a:cubicBezTo>
                    <a:pt x="3" y="0"/>
                    <a:pt x="2" y="1"/>
                    <a:pt x="0" y="0"/>
                  </a:cubicBezTo>
                </a:path>
              </a:pathLst>
            </a:custGeom>
            <a:solidFill>
              <a:srgbClr val="F0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6" name="Freeform 1529">
              <a:extLst>
                <a:ext uri="{FF2B5EF4-FFF2-40B4-BE49-F238E27FC236}">
                  <a16:creationId xmlns:a16="http://schemas.microsoft.com/office/drawing/2014/main" id="{69B7AD29-775E-4817-8664-72836625A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778"/>
              <a:ext cx="53" cy="49"/>
            </a:xfrm>
            <a:custGeom>
              <a:avLst/>
              <a:gdLst>
                <a:gd name="T0" fmla="*/ 0 w 23"/>
                <a:gd name="T1" fmla="*/ 0 h 20"/>
                <a:gd name="T2" fmla="*/ 171 w 23"/>
                <a:gd name="T3" fmla="*/ 282 h 20"/>
                <a:gd name="T4" fmla="*/ 281 w 23"/>
                <a:gd name="T5" fmla="*/ 120 h 20"/>
                <a:gd name="T6" fmla="*/ 171 w 23"/>
                <a:gd name="T7" fmla="*/ 174 h 20"/>
                <a:gd name="T8" fmla="*/ 0 w 23"/>
                <a:gd name="T9" fmla="*/ 1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0" y="0"/>
                  </a:moveTo>
                  <a:cubicBezTo>
                    <a:pt x="4" y="5"/>
                    <a:pt x="7" y="20"/>
                    <a:pt x="14" y="19"/>
                  </a:cubicBezTo>
                  <a:cubicBezTo>
                    <a:pt x="20" y="18"/>
                    <a:pt x="19" y="10"/>
                    <a:pt x="23" y="8"/>
                  </a:cubicBezTo>
                  <a:cubicBezTo>
                    <a:pt x="19" y="7"/>
                    <a:pt x="15" y="8"/>
                    <a:pt x="14" y="12"/>
                  </a:cubicBezTo>
                  <a:cubicBezTo>
                    <a:pt x="9" y="10"/>
                    <a:pt x="6" y="3"/>
                    <a:pt x="0" y="1"/>
                  </a:cubicBezTo>
                </a:path>
              </a:pathLst>
            </a:custGeom>
            <a:solidFill>
              <a:srgbClr val="F0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7" name="Freeform 1530">
              <a:extLst>
                <a:ext uri="{FF2B5EF4-FFF2-40B4-BE49-F238E27FC236}">
                  <a16:creationId xmlns:a16="http://schemas.microsoft.com/office/drawing/2014/main" id="{15FADAF5-018C-4F9E-8ADE-335825B1E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3764"/>
              <a:ext cx="13" cy="12"/>
            </a:xfrm>
            <a:custGeom>
              <a:avLst/>
              <a:gdLst>
                <a:gd name="T0" fmla="*/ 20 w 6"/>
                <a:gd name="T1" fmla="*/ 0 h 5"/>
                <a:gd name="T2" fmla="*/ 43 w 6"/>
                <a:gd name="T3" fmla="*/ 70 h 5"/>
                <a:gd name="T4" fmla="*/ 2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2" y="3"/>
                    <a:pt x="0" y="5"/>
                    <a:pt x="4" y="5"/>
                  </a:cubicBezTo>
                  <a:cubicBezTo>
                    <a:pt x="6" y="2"/>
                    <a:pt x="3" y="2"/>
                    <a:pt x="2" y="0"/>
                  </a:cubicBezTo>
                </a:path>
              </a:pathLst>
            </a:custGeom>
            <a:solidFill>
              <a:srgbClr val="F0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8" name="Freeform 1531">
              <a:extLst>
                <a:ext uri="{FF2B5EF4-FFF2-40B4-BE49-F238E27FC236}">
                  <a16:creationId xmlns:a16="http://schemas.microsoft.com/office/drawing/2014/main" id="{C1FE0345-EDE9-4288-AE50-D270C90F6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695"/>
              <a:ext cx="18" cy="39"/>
            </a:xfrm>
            <a:custGeom>
              <a:avLst/>
              <a:gdLst>
                <a:gd name="T0" fmla="*/ 0 w 8"/>
                <a:gd name="T1" fmla="*/ 0 h 16"/>
                <a:gd name="T2" fmla="*/ 25 w 8"/>
                <a:gd name="T3" fmla="*/ 23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7"/>
                    <a:pt x="8" y="11"/>
                    <a:pt x="2" y="16"/>
                  </a:cubicBezTo>
                </a:path>
              </a:pathLst>
            </a:custGeom>
            <a:solidFill>
              <a:srgbClr val="F0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9" name="Freeform 1532">
              <a:extLst>
                <a:ext uri="{FF2B5EF4-FFF2-40B4-BE49-F238E27FC236}">
                  <a16:creationId xmlns:a16="http://schemas.microsoft.com/office/drawing/2014/main" id="{74FE0E9D-A12E-4F69-A99B-C49C7E0BE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531"/>
              <a:ext cx="23" cy="68"/>
            </a:xfrm>
            <a:custGeom>
              <a:avLst/>
              <a:gdLst>
                <a:gd name="T0" fmla="*/ 37 w 10"/>
                <a:gd name="T1" fmla="*/ 0 h 28"/>
                <a:gd name="T2" fmla="*/ 122 w 10"/>
                <a:gd name="T3" fmla="*/ 401 h 28"/>
                <a:gd name="T4" fmla="*/ 64 w 10"/>
                <a:gd name="T5" fmla="*/ 5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3" y="0"/>
                  </a:moveTo>
                  <a:cubicBezTo>
                    <a:pt x="0" y="13"/>
                    <a:pt x="4" y="19"/>
                    <a:pt x="10" y="28"/>
                  </a:cubicBezTo>
                  <a:cubicBezTo>
                    <a:pt x="7" y="26"/>
                    <a:pt x="2" y="9"/>
                    <a:pt x="5" y="4"/>
                  </a:cubicBezTo>
                </a:path>
              </a:pathLst>
            </a:custGeom>
            <a:solidFill>
              <a:srgbClr val="F0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0" name="Freeform 1533">
              <a:extLst>
                <a:ext uri="{FF2B5EF4-FFF2-40B4-BE49-F238E27FC236}">
                  <a16:creationId xmlns:a16="http://schemas.microsoft.com/office/drawing/2014/main" id="{86F604A0-F350-408B-A912-D5D6F1DC1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447"/>
              <a:ext cx="42" cy="40"/>
            </a:xfrm>
            <a:custGeom>
              <a:avLst/>
              <a:gdLst>
                <a:gd name="T0" fmla="*/ 12 w 18"/>
                <a:gd name="T1" fmla="*/ 0 h 16"/>
                <a:gd name="T2" fmla="*/ 229 w 18"/>
                <a:gd name="T3" fmla="*/ 250 h 16"/>
                <a:gd name="T4" fmla="*/ 12 w 18"/>
                <a:gd name="T5" fmla="*/ 6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" y="0"/>
                  </a:moveTo>
                  <a:cubicBezTo>
                    <a:pt x="0" y="16"/>
                    <a:pt x="6" y="16"/>
                    <a:pt x="18" y="16"/>
                  </a:cubicBezTo>
                  <a:cubicBezTo>
                    <a:pt x="10" y="16"/>
                    <a:pt x="7" y="9"/>
                    <a:pt x="1" y="4"/>
                  </a:cubicBezTo>
                </a:path>
              </a:pathLst>
            </a:custGeom>
            <a:solidFill>
              <a:srgbClr val="F0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1" name="Freeform 1534">
              <a:extLst>
                <a:ext uri="{FF2B5EF4-FFF2-40B4-BE49-F238E27FC236}">
                  <a16:creationId xmlns:a16="http://schemas.microsoft.com/office/drawing/2014/main" id="{C0134C34-03E9-4508-B5A0-AB96BA97C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671"/>
              <a:ext cx="51" cy="93"/>
            </a:xfrm>
            <a:custGeom>
              <a:avLst/>
              <a:gdLst>
                <a:gd name="T0" fmla="*/ 0 w 22"/>
                <a:gd name="T1" fmla="*/ 396 h 38"/>
                <a:gd name="T2" fmla="*/ 264 w 22"/>
                <a:gd name="T3" fmla="*/ 294 h 38"/>
                <a:gd name="T4" fmla="*/ 172 w 22"/>
                <a:gd name="T5" fmla="*/ 0 h 38"/>
                <a:gd name="T6" fmla="*/ 65 w 22"/>
                <a:gd name="T7" fmla="*/ 36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8">
                  <a:moveTo>
                    <a:pt x="0" y="27"/>
                  </a:moveTo>
                  <a:cubicBezTo>
                    <a:pt x="11" y="31"/>
                    <a:pt x="19" y="38"/>
                    <a:pt x="21" y="20"/>
                  </a:cubicBezTo>
                  <a:cubicBezTo>
                    <a:pt x="22" y="13"/>
                    <a:pt x="22" y="0"/>
                    <a:pt x="14" y="0"/>
                  </a:cubicBezTo>
                  <a:cubicBezTo>
                    <a:pt x="17" y="11"/>
                    <a:pt x="13" y="19"/>
                    <a:pt x="5" y="25"/>
                  </a:cubicBezTo>
                </a:path>
              </a:pathLst>
            </a:custGeom>
            <a:solidFill>
              <a:srgbClr val="DAB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2" name="Freeform 1535">
              <a:extLst>
                <a:ext uri="{FF2B5EF4-FFF2-40B4-BE49-F238E27FC236}">
                  <a16:creationId xmlns:a16="http://schemas.microsoft.com/office/drawing/2014/main" id="{D98D151E-6257-431F-BC50-84D8FE48D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3504"/>
              <a:ext cx="23" cy="78"/>
            </a:xfrm>
            <a:custGeom>
              <a:avLst/>
              <a:gdLst>
                <a:gd name="T0" fmla="*/ 0 w 10"/>
                <a:gd name="T1" fmla="*/ 322 h 32"/>
                <a:gd name="T2" fmla="*/ 74 w 10"/>
                <a:gd name="T3" fmla="*/ 463 h 32"/>
                <a:gd name="T4" fmla="*/ 122 w 10"/>
                <a:gd name="T5" fmla="*/ 0 h 32"/>
                <a:gd name="T6" fmla="*/ 37 w 10"/>
                <a:gd name="T7" fmla="*/ 30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2">
                  <a:moveTo>
                    <a:pt x="0" y="22"/>
                  </a:moveTo>
                  <a:cubicBezTo>
                    <a:pt x="2" y="26"/>
                    <a:pt x="4" y="29"/>
                    <a:pt x="6" y="32"/>
                  </a:cubicBezTo>
                  <a:cubicBezTo>
                    <a:pt x="10" y="26"/>
                    <a:pt x="9" y="7"/>
                    <a:pt x="10" y="0"/>
                  </a:cubicBezTo>
                  <a:cubicBezTo>
                    <a:pt x="5" y="3"/>
                    <a:pt x="4" y="16"/>
                    <a:pt x="3" y="21"/>
                  </a:cubicBezTo>
                </a:path>
              </a:pathLst>
            </a:custGeom>
            <a:solidFill>
              <a:srgbClr val="DAB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3" name="Freeform 1536">
              <a:extLst>
                <a:ext uri="{FF2B5EF4-FFF2-40B4-BE49-F238E27FC236}">
                  <a16:creationId xmlns:a16="http://schemas.microsoft.com/office/drawing/2014/main" id="{9F035DAB-9158-44F4-B0C2-588B45C0C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3374"/>
              <a:ext cx="43" cy="73"/>
            </a:xfrm>
            <a:custGeom>
              <a:avLst/>
              <a:gdLst>
                <a:gd name="T0" fmla="*/ 0 w 19"/>
                <a:gd name="T1" fmla="*/ 343 h 30"/>
                <a:gd name="T2" fmla="*/ 210 w 19"/>
                <a:gd name="T3" fmla="*/ 0 h 30"/>
                <a:gd name="T4" fmla="*/ 149 w 19"/>
                <a:gd name="T5" fmla="*/ 219 h 30"/>
                <a:gd name="T6" fmla="*/ 57 w 19"/>
                <a:gd name="T7" fmla="*/ 29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0">
                  <a:moveTo>
                    <a:pt x="0" y="24"/>
                  </a:moveTo>
                  <a:cubicBezTo>
                    <a:pt x="16" y="30"/>
                    <a:pt x="19" y="11"/>
                    <a:pt x="18" y="0"/>
                  </a:cubicBezTo>
                  <a:cubicBezTo>
                    <a:pt x="17" y="5"/>
                    <a:pt x="17" y="11"/>
                    <a:pt x="13" y="15"/>
                  </a:cubicBezTo>
                  <a:cubicBezTo>
                    <a:pt x="10" y="19"/>
                    <a:pt x="5" y="17"/>
                    <a:pt x="5" y="20"/>
                  </a:cubicBezTo>
                </a:path>
              </a:pathLst>
            </a:custGeom>
            <a:solidFill>
              <a:srgbClr val="DAB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4" name="Freeform 1537">
              <a:extLst>
                <a:ext uri="{FF2B5EF4-FFF2-40B4-BE49-F238E27FC236}">
                  <a16:creationId xmlns:a16="http://schemas.microsoft.com/office/drawing/2014/main" id="{522DD852-9A0B-40D9-A491-3A5E74877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273"/>
              <a:ext cx="200" cy="201"/>
            </a:xfrm>
            <a:custGeom>
              <a:avLst/>
              <a:gdLst>
                <a:gd name="T0" fmla="*/ 0 w 87"/>
                <a:gd name="T1" fmla="*/ 12 h 82"/>
                <a:gd name="T2" fmla="*/ 402 w 87"/>
                <a:gd name="T3" fmla="*/ 265 h 82"/>
                <a:gd name="T4" fmla="*/ 607 w 87"/>
                <a:gd name="T5" fmla="*/ 882 h 82"/>
                <a:gd name="T6" fmla="*/ 814 w 87"/>
                <a:gd name="T7" fmla="*/ 691 h 82"/>
                <a:gd name="T8" fmla="*/ 1057 w 87"/>
                <a:gd name="T9" fmla="*/ 368 h 82"/>
                <a:gd name="T10" fmla="*/ 720 w 87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82">
                  <a:moveTo>
                    <a:pt x="0" y="1"/>
                  </a:moveTo>
                  <a:cubicBezTo>
                    <a:pt x="13" y="2"/>
                    <a:pt x="25" y="5"/>
                    <a:pt x="33" y="18"/>
                  </a:cubicBezTo>
                  <a:cubicBezTo>
                    <a:pt x="41" y="31"/>
                    <a:pt x="43" y="46"/>
                    <a:pt x="50" y="60"/>
                  </a:cubicBezTo>
                  <a:cubicBezTo>
                    <a:pt x="62" y="82"/>
                    <a:pt x="61" y="61"/>
                    <a:pt x="67" y="47"/>
                  </a:cubicBezTo>
                  <a:cubicBezTo>
                    <a:pt x="72" y="37"/>
                    <a:pt x="81" y="35"/>
                    <a:pt x="87" y="25"/>
                  </a:cubicBezTo>
                  <a:cubicBezTo>
                    <a:pt x="81" y="14"/>
                    <a:pt x="69" y="7"/>
                    <a:pt x="59" y="0"/>
                  </a:cubicBezTo>
                </a:path>
              </a:pathLst>
            </a:custGeom>
            <a:solidFill>
              <a:srgbClr val="AF6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5" name="Freeform 1538">
              <a:extLst>
                <a:ext uri="{FF2B5EF4-FFF2-40B4-BE49-F238E27FC236}">
                  <a16:creationId xmlns:a16="http://schemas.microsoft.com/office/drawing/2014/main" id="{EB1A5E26-7441-40E4-8A5E-31D85D5FD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134"/>
              <a:ext cx="321" cy="183"/>
            </a:xfrm>
            <a:custGeom>
              <a:avLst/>
              <a:gdLst>
                <a:gd name="T0" fmla="*/ 346 w 140"/>
                <a:gd name="T1" fmla="*/ 1059 h 75"/>
                <a:gd name="T2" fmla="*/ 894 w 140"/>
                <a:gd name="T3" fmla="*/ 827 h 75"/>
                <a:gd name="T4" fmla="*/ 1305 w 140"/>
                <a:gd name="T5" fmla="*/ 1000 h 75"/>
                <a:gd name="T6" fmla="*/ 1688 w 140"/>
                <a:gd name="T7" fmla="*/ 827 h 75"/>
                <a:gd name="T8" fmla="*/ 1135 w 140"/>
                <a:gd name="T9" fmla="*/ 495 h 75"/>
                <a:gd name="T10" fmla="*/ 626 w 140"/>
                <a:gd name="T11" fmla="*/ 261 h 75"/>
                <a:gd name="T12" fmla="*/ 167 w 140"/>
                <a:gd name="T13" fmla="*/ 3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75">
                  <a:moveTo>
                    <a:pt x="29" y="73"/>
                  </a:moveTo>
                  <a:cubicBezTo>
                    <a:pt x="24" y="44"/>
                    <a:pt x="57" y="48"/>
                    <a:pt x="74" y="57"/>
                  </a:cubicBezTo>
                  <a:cubicBezTo>
                    <a:pt x="85" y="62"/>
                    <a:pt x="94" y="75"/>
                    <a:pt x="108" y="69"/>
                  </a:cubicBezTo>
                  <a:cubicBezTo>
                    <a:pt x="116" y="66"/>
                    <a:pt x="118" y="51"/>
                    <a:pt x="140" y="57"/>
                  </a:cubicBezTo>
                  <a:cubicBezTo>
                    <a:pt x="130" y="49"/>
                    <a:pt x="105" y="38"/>
                    <a:pt x="94" y="34"/>
                  </a:cubicBezTo>
                  <a:cubicBezTo>
                    <a:pt x="79" y="29"/>
                    <a:pt x="66" y="24"/>
                    <a:pt x="52" y="18"/>
                  </a:cubicBezTo>
                  <a:cubicBezTo>
                    <a:pt x="42" y="14"/>
                    <a:pt x="0" y="0"/>
                    <a:pt x="14" y="24"/>
                  </a:cubicBezTo>
                </a:path>
              </a:pathLst>
            </a:custGeom>
            <a:solidFill>
              <a:srgbClr val="AF6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6" name="Freeform 1539">
              <a:extLst>
                <a:ext uri="{FF2B5EF4-FFF2-40B4-BE49-F238E27FC236}">
                  <a16:creationId xmlns:a16="http://schemas.microsoft.com/office/drawing/2014/main" id="{DFA5B330-2C4F-42E0-BB40-4DC216C03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496"/>
              <a:ext cx="425" cy="412"/>
            </a:xfrm>
            <a:custGeom>
              <a:avLst/>
              <a:gdLst>
                <a:gd name="T0" fmla="*/ 122 w 185"/>
                <a:gd name="T1" fmla="*/ 2477 h 168"/>
                <a:gd name="T2" fmla="*/ 122 w 185"/>
                <a:gd name="T3" fmla="*/ 1359 h 168"/>
                <a:gd name="T4" fmla="*/ 48 w 185"/>
                <a:gd name="T5" fmla="*/ 162 h 168"/>
                <a:gd name="T6" fmla="*/ 179 w 185"/>
                <a:gd name="T7" fmla="*/ 162 h 168"/>
                <a:gd name="T8" fmla="*/ 1493 w 185"/>
                <a:gd name="T9" fmla="*/ 770 h 168"/>
                <a:gd name="T10" fmla="*/ 2242 w 185"/>
                <a:gd name="T11" fmla="*/ 1138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168">
                  <a:moveTo>
                    <a:pt x="10" y="168"/>
                  </a:moveTo>
                  <a:cubicBezTo>
                    <a:pt x="8" y="162"/>
                    <a:pt x="9" y="126"/>
                    <a:pt x="10" y="92"/>
                  </a:cubicBezTo>
                  <a:cubicBezTo>
                    <a:pt x="11" y="58"/>
                    <a:pt x="12" y="44"/>
                    <a:pt x="4" y="11"/>
                  </a:cubicBezTo>
                  <a:cubicBezTo>
                    <a:pt x="0" y="0"/>
                    <a:pt x="3" y="1"/>
                    <a:pt x="15" y="11"/>
                  </a:cubicBezTo>
                  <a:cubicBezTo>
                    <a:pt x="31" y="25"/>
                    <a:pt x="94" y="40"/>
                    <a:pt x="123" y="52"/>
                  </a:cubicBezTo>
                  <a:cubicBezTo>
                    <a:pt x="152" y="64"/>
                    <a:pt x="185" y="77"/>
                    <a:pt x="185" y="77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7" name="Freeform 1540">
              <a:extLst>
                <a:ext uri="{FF2B5EF4-FFF2-40B4-BE49-F238E27FC236}">
                  <a16:creationId xmlns:a16="http://schemas.microsoft.com/office/drawing/2014/main" id="{6823B7BF-5986-4AF8-BCF6-9867F58BE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364"/>
              <a:ext cx="531" cy="402"/>
            </a:xfrm>
            <a:custGeom>
              <a:avLst/>
              <a:gdLst>
                <a:gd name="T0" fmla="*/ 2807 w 231"/>
                <a:gd name="T1" fmla="*/ 2414 h 164"/>
                <a:gd name="T2" fmla="*/ 1956 w 231"/>
                <a:gd name="T3" fmla="*/ 1309 h 164"/>
                <a:gd name="T4" fmla="*/ 94 w 231"/>
                <a:gd name="T5" fmla="*/ 103 h 164"/>
                <a:gd name="T6" fmla="*/ 122 w 231"/>
                <a:gd name="T7" fmla="*/ 427 h 164"/>
                <a:gd name="T8" fmla="*/ 244 w 231"/>
                <a:gd name="T9" fmla="*/ 1677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164">
                  <a:moveTo>
                    <a:pt x="231" y="164"/>
                  </a:moveTo>
                  <a:cubicBezTo>
                    <a:pt x="231" y="164"/>
                    <a:pt x="193" y="119"/>
                    <a:pt x="161" y="89"/>
                  </a:cubicBezTo>
                  <a:cubicBezTo>
                    <a:pt x="129" y="59"/>
                    <a:pt x="44" y="20"/>
                    <a:pt x="8" y="7"/>
                  </a:cubicBezTo>
                  <a:cubicBezTo>
                    <a:pt x="0" y="0"/>
                    <a:pt x="6" y="13"/>
                    <a:pt x="10" y="29"/>
                  </a:cubicBezTo>
                  <a:cubicBezTo>
                    <a:pt x="14" y="46"/>
                    <a:pt x="20" y="83"/>
                    <a:pt x="20" y="114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8" name="Freeform 1541">
              <a:extLst>
                <a:ext uri="{FF2B5EF4-FFF2-40B4-BE49-F238E27FC236}">
                  <a16:creationId xmlns:a16="http://schemas.microsoft.com/office/drawing/2014/main" id="{28256D58-BD73-4B23-8270-4BD2C49C0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354"/>
              <a:ext cx="80" cy="216"/>
            </a:xfrm>
            <a:custGeom>
              <a:avLst/>
              <a:gdLst>
                <a:gd name="T0" fmla="*/ 418 w 35"/>
                <a:gd name="T1" fmla="*/ 1301 h 88"/>
                <a:gd name="T2" fmla="*/ 0 w 35"/>
                <a:gd name="T3" fmla="*/ 0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88">
                  <a:moveTo>
                    <a:pt x="35" y="88"/>
                  </a:moveTo>
                  <a:cubicBezTo>
                    <a:pt x="15" y="66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9" name="Freeform 1542">
              <a:extLst>
                <a:ext uri="{FF2B5EF4-FFF2-40B4-BE49-F238E27FC236}">
                  <a16:creationId xmlns:a16="http://schemas.microsoft.com/office/drawing/2014/main" id="{90A321FD-2CB7-47A7-A4AC-F0A2BBAEB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177"/>
              <a:ext cx="136" cy="331"/>
            </a:xfrm>
            <a:custGeom>
              <a:avLst/>
              <a:gdLst>
                <a:gd name="T0" fmla="*/ 721 w 59"/>
                <a:gd name="T1" fmla="*/ 1991 h 135"/>
                <a:gd name="T2" fmla="*/ 0 w 59"/>
                <a:gd name="T3" fmla="*/ 0 h 1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35">
                  <a:moveTo>
                    <a:pt x="59" y="135"/>
                  </a:moveTo>
                  <a:cubicBezTo>
                    <a:pt x="35" y="114"/>
                    <a:pt x="18" y="3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0" name="Freeform 1543">
              <a:extLst>
                <a:ext uri="{FF2B5EF4-FFF2-40B4-BE49-F238E27FC236}">
                  <a16:creationId xmlns:a16="http://schemas.microsoft.com/office/drawing/2014/main" id="{637D1253-6BA8-47D4-8D4C-C33E8580C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141"/>
              <a:ext cx="379" cy="235"/>
            </a:xfrm>
            <a:custGeom>
              <a:avLst/>
              <a:gdLst>
                <a:gd name="T0" fmla="*/ 0 w 165"/>
                <a:gd name="T1" fmla="*/ 0 h 96"/>
                <a:gd name="T2" fmla="*/ 2001 w 165"/>
                <a:gd name="T3" fmla="*/ 1408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96">
                  <a:moveTo>
                    <a:pt x="0" y="0"/>
                  </a:moveTo>
                  <a:cubicBezTo>
                    <a:pt x="30" y="20"/>
                    <a:pt x="145" y="61"/>
                    <a:pt x="165" y="96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1" name="Freeform 1544">
              <a:extLst>
                <a:ext uri="{FF2B5EF4-FFF2-40B4-BE49-F238E27FC236}">
                  <a16:creationId xmlns:a16="http://schemas.microsoft.com/office/drawing/2014/main" id="{8A77E636-4D73-4F47-8628-387A2AB07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734"/>
              <a:ext cx="179" cy="476"/>
            </a:xfrm>
            <a:custGeom>
              <a:avLst/>
              <a:gdLst>
                <a:gd name="T0" fmla="*/ 85 w 78"/>
                <a:gd name="T1" fmla="*/ 2866 h 194"/>
                <a:gd name="T2" fmla="*/ 122 w 78"/>
                <a:gd name="T3" fmla="*/ 488 h 194"/>
                <a:gd name="T4" fmla="*/ 289 w 78"/>
                <a:gd name="T5" fmla="*/ 162 h 194"/>
                <a:gd name="T6" fmla="*/ 943 w 78"/>
                <a:gd name="T7" fmla="*/ 530 h 1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94">
                  <a:moveTo>
                    <a:pt x="7" y="194"/>
                  </a:moveTo>
                  <a:cubicBezTo>
                    <a:pt x="0" y="140"/>
                    <a:pt x="11" y="74"/>
                    <a:pt x="10" y="33"/>
                  </a:cubicBezTo>
                  <a:cubicBezTo>
                    <a:pt x="11" y="11"/>
                    <a:pt x="11" y="0"/>
                    <a:pt x="24" y="11"/>
                  </a:cubicBezTo>
                  <a:cubicBezTo>
                    <a:pt x="44" y="29"/>
                    <a:pt x="78" y="36"/>
                    <a:pt x="78" y="36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2" name="Freeform 1545">
              <a:extLst>
                <a:ext uri="{FF2B5EF4-FFF2-40B4-BE49-F238E27FC236}">
                  <a16:creationId xmlns:a16="http://schemas.microsoft.com/office/drawing/2014/main" id="{9469CA39-CE62-4069-A90B-101658E70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339"/>
              <a:ext cx="193" cy="422"/>
            </a:xfrm>
            <a:custGeom>
              <a:avLst/>
              <a:gdLst>
                <a:gd name="T0" fmla="*/ 1018 w 84"/>
                <a:gd name="T1" fmla="*/ 2539 h 172"/>
                <a:gd name="T2" fmla="*/ 131 w 84"/>
                <a:gd name="T3" fmla="*/ 1097 h 172"/>
                <a:gd name="T4" fmla="*/ 0 w 84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72">
                  <a:moveTo>
                    <a:pt x="84" y="172"/>
                  </a:moveTo>
                  <a:cubicBezTo>
                    <a:pt x="56" y="149"/>
                    <a:pt x="22" y="117"/>
                    <a:pt x="11" y="74"/>
                  </a:cubicBezTo>
                  <a:cubicBezTo>
                    <a:pt x="0" y="3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3" name="Freeform 1546">
              <a:extLst>
                <a:ext uri="{FF2B5EF4-FFF2-40B4-BE49-F238E27FC236}">
                  <a16:creationId xmlns:a16="http://schemas.microsoft.com/office/drawing/2014/main" id="{3969448E-D342-4C15-8D8F-7D2E1C4A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283"/>
              <a:ext cx="274" cy="240"/>
            </a:xfrm>
            <a:custGeom>
              <a:avLst/>
              <a:gdLst>
                <a:gd name="T0" fmla="*/ 0 w 119"/>
                <a:gd name="T1" fmla="*/ 0 h 98"/>
                <a:gd name="T2" fmla="*/ 1453 w 119"/>
                <a:gd name="T3" fmla="*/ 1440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9" h="98">
                  <a:moveTo>
                    <a:pt x="0" y="0"/>
                  </a:moveTo>
                  <a:cubicBezTo>
                    <a:pt x="8" y="12"/>
                    <a:pt x="107" y="70"/>
                    <a:pt x="119" y="98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4" name="Freeform 1547">
              <a:extLst>
                <a:ext uri="{FF2B5EF4-FFF2-40B4-BE49-F238E27FC236}">
                  <a16:creationId xmlns:a16="http://schemas.microsoft.com/office/drawing/2014/main" id="{C979146D-DC72-42CB-9B96-49CAD0A6D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933"/>
              <a:ext cx="119" cy="181"/>
            </a:xfrm>
            <a:custGeom>
              <a:avLst/>
              <a:gdLst>
                <a:gd name="T0" fmla="*/ 0 w 52"/>
                <a:gd name="T1" fmla="*/ 0 h 74"/>
                <a:gd name="T2" fmla="*/ 622 w 52"/>
                <a:gd name="T3" fmla="*/ 1084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4">
                  <a:moveTo>
                    <a:pt x="0" y="0"/>
                  </a:moveTo>
                  <a:cubicBezTo>
                    <a:pt x="16" y="24"/>
                    <a:pt x="48" y="55"/>
                    <a:pt x="52" y="74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5" name="Freeform 1548">
              <a:extLst>
                <a:ext uri="{FF2B5EF4-FFF2-40B4-BE49-F238E27FC236}">
                  <a16:creationId xmlns:a16="http://schemas.microsoft.com/office/drawing/2014/main" id="{E8CE2749-1CD2-49A4-809A-28A9B87A9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719"/>
              <a:ext cx="21" cy="57"/>
            </a:xfrm>
            <a:custGeom>
              <a:avLst/>
              <a:gdLst>
                <a:gd name="T0" fmla="*/ 0 w 9"/>
                <a:gd name="T1" fmla="*/ 0 h 23"/>
                <a:gd name="T2" fmla="*/ 103 w 9"/>
                <a:gd name="T3" fmla="*/ 34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0" y="0"/>
                  </a:moveTo>
                  <a:cubicBezTo>
                    <a:pt x="5" y="5"/>
                    <a:pt x="9" y="16"/>
                    <a:pt x="8" y="23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6" name="Freeform 1549">
              <a:extLst>
                <a:ext uri="{FF2B5EF4-FFF2-40B4-BE49-F238E27FC236}">
                  <a16:creationId xmlns:a16="http://schemas.microsoft.com/office/drawing/2014/main" id="{3022EE4B-DBBC-490D-A1FF-3D0E2D251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793"/>
              <a:ext cx="30" cy="27"/>
            </a:xfrm>
            <a:custGeom>
              <a:avLst/>
              <a:gdLst>
                <a:gd name="T0" fmla="*/ 0 w 13"/>
                <a:gd name="T1" fmla="*/ 133 h 11"/>
                <a:gd name="T2" fmla="*/ 159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9"/>
                  </a:moveTo>
                  <a:cubicBezTo>
                    <a:pt x="9" y="11"/>
                    <a:pt x="13" y="7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7" name="Freeform 1550">
              <a:extLst>
                <a:ext uri="{FF2B5EF4-FFF2-40B4-BE49-F238E27FC236}">
                  <a16:creationId xmlns:a16="http://schemas.microsoft.com/office/drawing/2014/main" id="{01C3E1A0-B1FC-447B-B8FC-6DF746028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619"/>
              <a:ext cx="27" cy="17"/>
            </a:xfrm>
            <a:custGeom>
              <a:avLst/>
              <a:gdLst>
                <a:gd name="T0" fmla="*/ 0 w 12"/>
                <a:gd name="T1" fmla="*/ 58 h 7"/>
                <a:gd name="T2" fmla="*/ 137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6" y="6"/>
                    <a:pt x="12" y="7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8" name="Freeform 1551">
              <a:extLst>
                <a:ext uri="{FF2B5EF4-FFF2-40B4-BE49-F238E27FC236}">
                  <a16:creationId xmlns:a16="http://schemas.microsoft.com/office/drawing/2014/main" id="{646E18FA-FD44-4C73-8A9E-6404C5DB1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538"/>
              <a:ext cx="14" cy="12"/>
            </a:xfrm>
            <a:custGeom>
              <a:avLst/>
              <a:gdLst>
                <a:gd name="T0" fmla="*/ 0 w 6"/>
                <a:gd name="T1" fmla="*/ 41 h 5"/>
                <a:gd name="T2" fmla="*/ 6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4" y="4"/>
                    <a:pt x="6" y="5"/>
                    <a:pt x="5" y="0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9" name="Freeform 1552">
              <a:extLst>
                <a:ext uri="{FF2B5EF4-FFF2-40B4-BE49-F238E27FC236}">
                  <a16:creationId xmlns:a16="http://schemas.microsoft.com/office/drawing/2014/main" id="{2BAEFB4E-777A-42AA-9431-270505DCC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383"/>
              <a:ext cx="19" cy="20"/>
            </a:xfrm>
            <a:custGeom>
              <a:avLst/>
              <a:gdLst>
                <a:gd name="T0" fmla="*/ 12 w 8"/>
                <a:gd name="T1" fmla="*/ 125 h 8"/>
                <a:gd name="T2" fmla="*/ 107 w 8"/>
                <a:gd name="T3" fmla="*/ 2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1" y="8"/>
                  </a:moveTo>
                  <a:cubicBezTo>
                    <a:pt x="0" y="2"/>
                    <a:pt x="2" y="0"/>
                    <a:pt x="8" y="1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0" name="Freeform 1553">
              <a:extLst>
                <a:ext uri="{FF2B5EF4-FFF2-40B4-BE49-F238E27FC236}">
                  <a16:creationId xmlns:a16="http://schemas.microsoft.com/office/drawing/2014/main" id="{E387429B-577A-426F-AA67-9984FC477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491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2" y="3"/>
                    <a:pt x="4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1" name="Freeform 1554">
              <a:extLst>
                <a:ext uri="{FF2B5EF4-FFF2-40B4-BE49-F238E27FC236}">
                  <a16:creationId xmlns:a16="http://schemas.microsoft.com/office/drawing/2014/main" id="{13107164-8B43-435D-9BF1-9E024FFA1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077"/>
              <a:ext cx="9" cy="17"/>
            </a:xfrm>
            <a:custGeom>
              <a:avLst/>
              <a:gdLst>
                <a:gd name="T0" fmla="*/ 0 w 4"/>
                <a:gd name="T1" fmla="*/ 70 h 7"/>
                <a:gd name="T2" fmla="*/ 45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5"/>
                  </a:moveTo>
                  <a:cubicBezTo>
                    <a:pt x="2" y="7"/>
                    <a:pt x="4" y="6"/>
                    <a:pt x="4" y="0"/>
                  </a:cubicBezTo>
                </a:path>
              </a:pathLst>
            </a:custGeom>
            <a:noFill/>
            <a:ln w="6350" cap="rnd">
              <a:solidFill>
                <a:srgbClr val="A7547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2" name="Freeform 1555">
              <a:extLst>
                <a:ext uri="{FF2B5EF4-FFF2-40B4-BE49-F238E27FC236}">
                  <a16:creationId xmlns:a16="http://schemas.microsoft.com/office/drawing/2014/main" id="{9257FE61-FED1-4669-8E37-D9C0EBBF3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3347"/>
              <a:ext cx="481" cy="606"/>
            </a:xfrm>
            <a:custGeom>
              <a:avLst/>
              <a:gdLst>
                <a:gd name="T0" fmla="*/ 2548 w 209"/>
                <a:gd name="T1" fmla="*/ 2125 h 247"/>
                <a:gd name="T2" fmla="*/ 1583 w 209"/>
                <a:gd name="T3" fmla="*/ 1330 h 247"/>
                <a:gd name="T4" fmla="*/ 37 w 209"/>
                <a:gd name="T5" fmla="*/ 0 h 247"/>
                <a:gd name="T6" fmla="*/ 186 w 209"/>
                <a:gd name="T7" fmla="*/ 2306 h 247"/>
                <a:gd name="T8" fmla="*/ 635 w 209"/>
                <a:gd name="T9" fmla="*/ 3648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247">
                  <a:moveTo>
                    <a:pt x="209" y="144"/>
                  </a:moveTo>
                  <a:cubicBezTo>
                    <a:pt x="209" y="144"/>
                    <a:pt x="183" y="114"/>
                    <a:pt x="130" y="90"/>
                  </a:cubicBezTo>
                  <a:cubicBezTo>
                    <a:pt x="78" y="65"/>
                    <a:pt x="33" y="30"/>
                    <a:pt x="3" y="0"/>
                  </a:cubicBezTo>
                  <a:cubicBezTo>
                    <a:pt x="13" y="44"/>
                    <a:pt x="0" y="89"/>
                    <a:pt x="15" y="156"/>
                  </a:cubicBezTo>
                  <a:cubicBezTo>
                    <a:pt x="26" y="211"/>
                    <a:pt x="50" y="232"/>
                    <a:pt x="52" y="247"/>
                  </a:cubicBezTo>
                </a:path>
              </a:pathLst>
            </a:custGeom>
            <a:noFill/>
            <a:ln w="9525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3" name="Freeform 1556">
              <a:extLst>
                <a:ext uri="{FF2B5EF4-FFF2-40B4-BE49-F238E27FC236}">
                  <a16:creationId xmlns:a16="http://schemas.microsoft.com/office/drawing/2014/main" id="{D553AB21-1CA3-4F08-83C1-3894B0C30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3075"/>
              <a:ext cx="315" cy="189"/>
            </a:xfrm>
            <a:custGeom>
              <a:avLst/>
              <a:gdLst>
                <a:gd name="T0" fmla="*/ 0 w 137"/>
                <a:gd name="T1" fmla="*/ 0 h 77"/>
                <a:gd name="T2" fmla="*/ 1665 w 137"/>
                <a:gd name="T3" fmla="*/ 1139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7" h="77">
                  <a:moveTo>
                    <a:pt x="0" y="0"/>
                  </a:moveTo>
                  <a:cubicBezTo>
                    <a:pt x="53" y="31"/>
                    <a:pt x="83" y="42"/>
                    <a:pt x="137" y="77"/>
                  </a:cubicBezTo>
                </a:path>
              </a:pathLst>
            </a:custGeom>
            <a:noFill/>
            <a:ln w="9525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4" name="Freeform 1557">
              <a:extLst>
                <a:ext uri="{FF2B5EF4-FFF2-40B4-BE49-F238E27FC236}">
                  <a16:creationId xmlns:a16="http://schemas.microsoft.com/office/drawing/2014/main" id="{00B74A4E-46F6-4EF5-9410-F83FD6699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036"/>
              <a:ext cx="60" cy="39"/>
            </a:xfrm>
            <a:custGeom>
              <a:avLst/>
              <a:gdLst>
                <a:gd name="T0" fmla="*/ 0 w 26"/>
                <a:gd name="T1" fmla="*/ 0 h 16"/>
                <a:gd name="T2" fmla="*/ 318 w 26"/>
                <a:gd name="T3" fmla="*/ 23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6">
                  <a:moveTo>
                    <a:pt x="0" y="0"/>
                  </a:moveTo>
                  <a:cubicBezTo>
                    <a:pt x="9" y="6"/>
                    <a:pt x="18" y="11"/>
                    <a:pt x="26" y="16"/>
                  </a:cubicBezTo>
                </a:path>
              </a:pathLst>
            </a:custGeom>
            <a:noFill/>
            <a:ln w="9525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5" name="Freeform 1558">
              <a:extLst>
                <a:ext uri="{FF2B5EF4-FFF2-40B4-BE49-F238E27FC236}">
                  <a16:creationId xmlns:a16="http://schemas.microsoft.com/office/drawing/2014/main" id="{670AAA51-A7F9-4C30-B30A-49B840A4E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928"/>
              <a:ext cx="92" cy="108"/>
            </a:xfrm>
            <a:custGeom>
              <a:avLst/>
              <a:gdLst>
                <a:gd name="T0" fmla="*/ 0 w 40"/>
                <a:gd name="T1" fmla="*/ 0 h 44"/>
                <a:gd name="T2" fmla="*/ 488 w 40"/>
                <a:gd name="T3" fmla="*/ 65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4">
                  <a:moveTo>
                    <a:pt x="0" y="0"/>
                  </a:moveTo>
                  <a:cubicBezTo>
                    <a:pt x="9" y="16"/>
                    <a:pt x="19" y="32"/>
                    <a:pt x="40" y="44"/>
                  </a:cubicBezTo>
                </a:path>
              </a:pathLst>
            </a:custGeom>
            <a:noFill/>
            <a:ln w="9525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6" name="Freeform 1559">
              <a:extLst>
                <a:ext uri="{FF2B5EF4-FFF2-40B4-BE49-F238E27FC236}">
                  <a16:creationId xmlns:a16="http://schemas.microsoft.com/office/drawing/2014/main" id="{FA3E33DD-58B2-4CF5-B3CC-2958096FA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788"/>
              <a:ext cx="108" cy="140"/>
            </a:xfrm>
            <a:custGeom>
              <a:avLst/>
              <a:gdLst>
                <a:gd name="T0" fmla="*/ 0 w 47"/>
                <a:gd name="T1" fmla="*/ 0 h 57"/>
                <a:gd name="T2" fmla="*/ 570 w 47"/>
                <a:gd name="T3" fmla="*/ 845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57">
                  <a:moveTo>
                    <a:pt x="0" y="0"/>
                  </a:moveTo>
                  <a:cubicBezTo>
                    <a:pt x="28" y="12"/>
                    <a:pt x="36" y="34"/>
                    <a:pt x="47" y="57"/>
                  </a:cubicBezTo>
                </a:path>
              </a:pathLst>
            </a:custGeom>
            <a:noFill/>
            <a:ln w="9525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7" name="Freeform 1560">
              <a:extLst>
                <a:ext uri="{FF2B5EF4-FFF2-40B4-BE49-F238E27FC236}">
                  <a16:creationId xmlns:a16="http://schemas.microsoft.com/office/drawing/2014/main" id="{B1C93A39-D277-482B-AAA6-1DFBC7024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082"/>
              <a:ext cx="205" cy="552"/>
            </a:xfrm>
            <a:custGeom>
              <a:avLst/>
              <a:gdLst>
                <a:gd name="T0" fmla="*/ 0 w 89"/>
                <a:gd name="T1" fmla="*/ 0 h 225"/>
                <a:gd name="T2" fmla="*/ 928 w 89"/>
                <a:gd name="T3" fmla="*/ 3322 h 2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225">
                  <a:moveTo>
                    <a:pt x="0" y="0"/>
                  </a:moveTo>
                  <a:cubicBezTo>
                    <a:pt x="89" y="89"/>
                    <a:pt x="46" y="198"/>
                    <a:pt x="76" y="225"/>
                  </a:cubicBezTo>
                </a:path>
              </a:pathLst>
            </a:custGeom>
            <a:noFill/>
            <a:ln w="9525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8" name="Freeform 1561">
              <a:extLst>
                <a:ext uri="{FF2B5EF4-FFF2-40B4-BE49-F238E27FC236}">
                  <a16:creationId xmlns:a16="http://schemas.microsoft.com/office/drawing/2014/main" id="{30B84194-A58D-4DA3-9047-186949C41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011"/>
              <a:ext cx="78" cy="71"/>
            </a:xfrm>
            <a:custGeom>
              <a:avLst/>
              <a:gdLst>
                <a:gd name="T0" fmla="*/ 0 w 34"/>
                <a:gd name="T1" fmla="*/ 0 h 29"/>
                <a:gd name="T2" fmla="*/ 411 w 34"/>
                <a:gd name="T3" fmla="*/ 42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9">
                  <a:moveTo>
                    <a:pt x="0" y="0"/>
                  </a:moveTo>
                  <a:cubicBezTo>
                    <a:pt x="13" y="10"/>
                    <a:pt x="24" y="19"/>
                    <a:pt x="34" y="29"/>
                  </a:cubicBezTo>
                </a:path>
              </a:pathLst>
            </a:custGeom>
            <a:noFill/>
            <a:ln w="9525" cap="flat">
              <a:solidFill>
                <a:srgbClr val="CA9C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9" name="Freeform 1562">
              <a:extLst>
                <a:ext uri="{FF2B5EF4-FFF2-40B4-BE49-F238E27FC236}">
                  <a16:creationId xmlns:a16="http://schemas.microsoft.com/office/drawing/2014/main" id="{8D8826FE-E257-4C1E-9BF6-86B24415C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3251"/>
              <a:ext cx="158" cy="552"/>
            </a:xfrm>
            <a:custGeom>
              <a:avLst/>
              <a:gdLst>
                <a:gd name="T0" fmla="*/ 0 w 69"/>
                <a:gd name="T1" fmla="*/ 0 h 225"/>
                <a:gd name="T2" fmla="*/ 110 w 69"/>
                <a:gd name="T3" fmla="*/ 915 h 225"/>
                <a:gd name="T4" fmla="*/ 829 w 69"/>
                <a:gd name="T5" fmla="*/ 3322 h 2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25">
                  <a:moveTo>
                    <a:pt x="0" y="0"/>
                  </a:moveTo>
                  <a:cubicBezTo>
                    <a:pt x="1" y="21"/>
                    <a:pt x="4" y="42"/>
                    <a:pt x="9" y="62"/>
                  </a:cubicBezTo>
                  <a:cubicBezTo>
                    <a:pt x="27" y="148"/>
                    <a:pt x="66" y="210"/>
                    <a:pt x="69" y="225"/>
                  </a:cubicBezTo>
                </a:path>
              </a:pathLst>
            </a:custGeom>
            <a:noFill/>
            <a:ln w="9525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0" name="Freeform 1563">
              <a:extLst>
                <a:ext uri="{FF2B5EF4-FFF2-40B4-BE49-F238E27FC236}">
                  <a16:creationId xmlns:a16="http://schemas.microsoft.com/office/drawing/2014/main" id="{70F3DEF6-9527-48AF-BBB8-6846C3A44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3094"/>
              <a:ext cx="3" cy="157"/>
            </a:xfrm>
            <a:custGeom>
              <a:avLst/>
              <a:gdLst>
                <a:gd name="T0" fmla="*/ 27 w 1"/>
                <a:gd name="T1" fmla="*/ 0 h 64"/>
                <a:gd name="T2" fmla="*/ 27 w 1"/>
                <a:gd name="T3" fmla="*/ 944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4">
                  <a:moveTo>
                    <a:pt x="1" y="0"/>
                  </a:moveTo>
                  <a:cubicBezTo>
                    <a:pt x="0" y="19"/>
                    <a:pt x="0" y="41"/>
                    <a:pt x="1" y="64"/>
                  </a:cubicBezTo>
                </a:path>
              </a:pathLst>
            </a:custGeom>
            <a:noFill/>
            <a:ln w="9525" cap="flat">
              <a:solidFill>
                <a:srgbClr val="B877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1" name="Freeform 1564">
              <a:extLst>
                <a:ext uri="{FF2B5EF4-FFF2-40B4-BE49-F238E27FC236}">
                  <a16:creationId xmlns:a16="http://schemas.microsoft.com/office/drawing/2014/main" id="{8E45AA58-BA15-4BF2-A824-C82424508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950"/>
              <a:ext cx="25" cy="144"/>
            </a:xfrm>
            <a:custGeom>
              <a:avLst/>
              <a:gdLst>
                <a:gd name="T0" fmla="*/ 130 w 11"/>
                <a:gd name="T1" fmla="*/ 0 h 59"/>
                <a:gd name="T2" fmla="*/ 0 w 11"/>
                <a:gd name="T3" fmla="*/ 857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9">
                  <a:moveTo>
                    <a:pt x="11" y="0"/>
                  </a:moveTo>
                  <a:cubicBezTo>
                    <a:pt x="6" y="5"/>
                    <a:pt x="2" y="28"/>
                    <a:pt x="0" y="59"/>
                  </a:cubicBezTo>
                </a:path>
              </a:pathLst>
            </a:custGeom>
            <a:noFill/>
            <a:ln w="9525" cap="flat">
              <a:solidFill>
                <a:srgbClr val="AE708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2" name="Freeform 1565">
              <a:extLst>
                <a:ext uri="{FF2B5EF4-FFF2-40B4-BE49-F238E27FC236}">
                  <a16:creationId xmlns:a16="http://schemas.microsoft.com/office/drawing/2014/main" id="{68082A49-E777-4224-80C8-28F89488D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3553"/>
              <a:ext cx="253" cy="279"/>
            </a:xfrm>
            <a:custGeom>
              <a:avLst/>
              <a:gdLst>
                <a:gd name="T0" fmla="*/ 0 w 110"/>
                <a:gd name="T1" fmla="*/ 0 h 114"/>
                <a:gd name="T2" fmla="*/ 1339 w 110"/>
                <a:gd name="T3" fmla="*/ 1672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0" h="114">
                  <a:moveTo>
                    <a:pt x="0" y="0"/>
                  </a:moveTo>
                  <a:cubicBezTo>
                    <a:pt x="54" y="49"/>
                    <a:pt x="90" y="86"/>
                    <a:pt x="110" y="114"/>
                  </a:cubicBezTo>
                </a:path>
              </a:pathLst>
            </a:custGeom>
            <a:noFill/>
            <a:ln w="9525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3" name="Freeform 1566">
              <a:extLst>
                <a:ext uri="{FF2B5EF4-FFF2-40B4-BE49-F238E27FC236}">
                  <a16:creationId xmlns:a16="http://schemas.microsoft.com/office/drawing/2014/main" id="{C9BE08A3-CDC8-4CC5-B5F5-F5B77FB68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3489"/>
              <a:ext cx="69" cy="64"/>
            </a:xfrm>
            <a:custGeom>
              <a:avLst/>
              <a:gdLst>
                <a:gd name="T0" fmla="*/ 0 w 30"/>
                <a:gd name="T1" fmla="*/ 0 h 26"/>
                <a:gd name="T2" fmla="*/ 366 w 30"/>
                <a:gd name="T3" fmla="*/ 38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6">
                  <a:moveTo>
                    <a:pt x="0" y="0"/>
                  </a:moveTo>
                  <a:cubicBezTo>
                    <a:pt x="10" y="9"/>
                    <a:pt x="20" y="18"/>
                    <a:pt x="30" y="26"/>
                  </a:cubicBezTo>
                </a:path>
              </a:pathLst>
            </a:custGeom>
            <a:noFill/>
            <a:ln w="9525" cap="flat">
              <a:solidFill>
                <a:srgbClr val="C693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4" name="Freeform 1567">
              <a:extLst>
                <a:ext uri="{FF2B5EF4-FFF2-40B4-BE49-F238E27FC236}">
                  <a16:creationId xmlns:a16="http://schemas.microsoft.com/office/drawing/2014/main" id="{65935781-7183-49CE-A2C7-E80DCE3EC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219"/>
              <a:ext cx="278" cy="270"/>
            </a:xfrm>
            <a:custGeom>
              <a:avLst/>
              <a:gdLst>
                <a:gd name="T0" fmla="*/ 0 w 121"/>
                <a:gd name="T1" fmla="*/ 0 h 110"/>
                <a:gd name="T2" fmla="*/ 1346 w 121"/>
                <a:gd name="T3" fmla="*/ 1495 h 110"/>
                <a:gd name="T4" fmla="*/ 1468 w 121"/>
                <a:gd name="T5" fmla="*/ 1627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10">
                  <a:moveTo>
                    <a:pt x="0" y="0"/>
                  </a:moveTo>
                  <a:cubicBezTo>
                    <a:pt x="25" y="29"/>
                    <a:pt x="63" y="60"/>
                    <a:pt x="111" y="101"/>
                  </a:cubicBezTo>
                  <a:cubicBezTo>
                    <a:pt x="115" y="104"/>
                    <a:pt x="118" y="107"/>
                    <a:pt x="121" y="110"/>
                  </a:cubicBezTo>
                </a:path>
              </a:pathLst>
            </a:custGeom>
            <a:noFill/>
            <a:ln w="9525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5" name="Freeform 1568">
              <a:extLst>
                <a:ext uri="{FF2B5EF4-FFF2-40B4-BE49-F238E27FC236}">
                  <a16:creationId xmlns:a16="http://schemas.microsoft.com/office/drawing/2014/main" id="{3FBB64AE-DF4C-4A3E-B015-F09C7C375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3094"/>
              <a:ext cx="62" cy="125"/>
            </a:xfrm>
            <a:custGeom>
              <a:avLst/>
              <a:gdLst>
                <a:gd name="T0" fmla="*/ 0 w 27"/>
                <a:gd name="T1" fmla="*/ 0 h 51"/>
                <a:gd name="T2" fmla="*/ 326 w 27"/>
                <a:gd name="T3" fmla="*/ 75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1">
                  <a:moveTo>
                    <a:pt x="0" y="0"/>
                  </a:moveTo>
                  <a:cubicBezTo>
                    <a:pt x="3" y="17"/>
                    <a:pt x="13" y="34"/>
                    <a:pt x="27" y="51"/>
                  </a:cubicBezTo>
                </a:path>
              </a:pathLst>
            </a:custGeom>
            <a:noFill/>
            <a:ln w="9525" cap="flat">
              <a:solidFill>
                <a:srgbClr val="B877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6" name="Freeform 1569">
              <a:extLst>
                <a:ext uri="{FF2B5EF4-FFF2-40B4-BE49-F238E27FC236}">
                  <a16:creationId xmlns:a16="http://schemas.microsoft.com/office/drawing/2014/main" id="{193C5D97-9397-41EC-87A2-5CE3070E0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3175"/>
              <a:ext cx="168" cy="44"/>
            </a:xfrm>
            <a:custGeom>
              <a:avLst/>
              <a:gdLst>
                <a:gd name="T0" fmla="*/ 0 w 73"/>
                <a:gd name="T1" fmla="*/ 0 h 18"/>
                <a:gd name="T2" fmla="*/ 513 w 73"/>
                <a:gd name="T3" fmla="*/ 144 h 18"/>
                <a:gd name="T4" fmla="*/ 891 w 73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8">
                  <a:moveTo>
                    <a:pt x="0" y="0"/>
                  </a:moveTo>
                  <a:cubicBezTo>
                    <a:pt x="13" y="4"/>
                    <a:pt x="27" y="7"/>
                    <a:pt x="42" y="10"/>
                  </a:cubicBezTo>
                  <a:cubicBezTo>
                    <a:pt x="53" y="12"/>
                    <a:pt x="69" y="15"/>
                    <a:pt x="73" y="18"/>
                  </a:cubicBezTo>
                </a:path>
              </a:pathLst>
            </a:custGeom>
            <a:noFill/>
            <a:ln w="9525" cap="flat">
              <a:solidFill>
                <a:srgbClr val="C898A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7" name="Freeform 1570">
              <a:extLst>
                <a:ext uri="{FF2B5EF4-FFF2-40B4-BE49-F238E27FC236}">
                  <a16:creationId xmlns:a16="http://schemas.microsoft.com/office/drawing/2014/main" id="{40A1ADC4-7E21-4F0F-A7A6-A6452A37B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3114"/>
              <a:ext cx="142" cy="61"/>
            </a:xfrm>
            <a:custGeom>
              <a:avLst/>
              <a:gdLst>
                <a:gd name="T0" fmla="*/ 0 w 62"/>
                <a:gd name="T1" fmla="*/ 0 h 25"/>
                <a:gd name="T2" fmla="*/ 744 w 62"/>
                <a:gd name="T3" fmla="*/ 36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25">
                  <a:moveTo>
                    <a:pt x="0" y="0"/>
                  </a:moveTo>
                  <a:cubicBezTo>
                    <a:pt x="18" y="10"/>
                    <a:pt x="39" y="18"/>
                    <a:pt x="62" y="25"/>
                  </a:cubicBezTo>
                </a:path>
              </a:pathLst>
            </a:custGeom>
            <a:noFill/>
            <a:ln w="9525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8" name="Freeform 1571">
              <a:extLst>
                <a:ext uri="{FF2B5EF4-FFF2-40B4-BE49-F238E27FC236}">
                  <a16:creationId xmlns:a16="http://schemas.microsoft.com/office/drawing/2014/main" id="{76C7581A-8AD7-4B3F-ACB6-799A56AFB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969"/>
              <a:ext cx="205" cy="145"/>
            </a:xfrm>
            <a:custGeom>
              <a:avLst/>
              <a:gdLst>
                <a:gd name="T0" fmla="*/ 0 w 89"/>
                <a:gd name="T1" fmla="*/ 0 h 59"/>
                <a:gd name="T2" fmla="*/ 1087 w 89"/>
                <a:gd name="T3" fmla="*/ 875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59">
                  <a:moveTo>
                    <a:pt x="0" y="0"/>
                  </a:moveTo>
                  <a:cubicBezTo>
                    <a:pt x="22" y="18"/>
                    <a:pt x="51" y="40"/>
                    <a:pt x="89" y="59"/>
                  </a:cubicBezTo>
                </a:path>
              </a:pathLst>
            </a:custGeom>
            <a:noFill/>
            <a:ln w="9525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9" name="Freeform 1572">
              <a:extLst>
                <a:ext uri="{FF2B5EF4-FFF2-40B4-BE49-F238E27FC236}">
                  <a16:creationId xmlns:a16="http://schemas.microsoft.com/office/drawing/2014/main" id="{81A364F5-9587-4D75-9403-40F0A8AB5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898"/>
              <a:ext cx="82" cy="71"/>
            </a:xfrm>
            <a:custGeom>
              <a:avLst/>
              <a:gdLst>
                <a:gd name="T0" fmla="*/ 0 w 36"/>
                <a:gd name="T1" fmla="*/ 0 h 29"/>
                <a:gd name="T2" fmla="*/ 93 w 36"/>
                <a:gd name="T3" fmla="*/ 91 h 29"/>
                <a:gd name="T4" fmla="*/ 426 w 36"/>
                <a:gd name="T5" fmla="*/ 42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9">
                  <a:moveTo>
                    <a:pt x="0" y="0"/>
                  </a:moveTo>
                  <a:cubicBezTo>
                    <a:pt x="3" y="2"/>
                    <a:pt x="5" y="4"/>
                    <a:pt x="8" y="6"/>
                  </a:cubicBezTo>
                  <a:cubicBezTo>
                    <a:pt x="16" y="12"/>
                    <a:pt x="25" y="20"/>
                    <a:pt x="36" y="29"/>
                  </a:cubicBezTo>
                </a:path>
              </a:pathLst>
            </a:custGeom>
            <a:noFill/>
            <a:ln w="9525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0" name="Freeform 1573">
              <a:extLst>
                <a:ext uri="{FF2B5EF4-FFF2-40B4-BE49-F238E27FC236}">
                  <a16:creationId xmlns:a16="http://schemas.microsoft.com/office/drawing/2014/main" id="{B9484885-74C9-4FC1-99B8-23A6E93B6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839"/>
              <a:ext cx="184" cy="59"/>
            </a:xfrm>
            <a:custGeom>
              <a:avLst/>
              <a:gdLst>
                <a:gd name="T0" fmla="*/ 0 w 80"/>
                <a:gd name="T1" fmla="*/ 0 h 24"/>
                <a:gd name="T2" fmla="*/ 973 w 80"/>
                <a:gd name="T3" fmla="*/ 3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24">
                  <a:moveTo>
                    <a:pt x="0" y="0"/>
                  </a:moveTo>
                  <a:cubicBezTo>
                    <a:pt x="0" y="0"/>
                    <a:pt x="45" y="2"/>
                    <a:pt x="80" y="24"/>
                  </a:cubicBezTo>
                </a:path>
              </a:pathLst>
            </a:custGeom>
            <a:noFill/>
            <a:ln w="9525" cap="flat">
              <a:solidFill>
                <a:srgbClr val="AE708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1" name="Freeform 1574">
              <a:extLst>
                <a:ext uri="{FF2B5EF4-FFF2-40B4-BE49-F238E27FC236}">
                  <a16:creationId xmlns:a16="http://schemas.microsoft.com/office/drawing/2014/main" id="{C12A159D-3381-48F2-9AA0-84813A50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3783"/>
              <a:ext cx="16" cy="10"/>
            </a:xfrm>
            <a:custGeom>
              <a:avLst/>
              <a:gdLst>
                <a:gd name="T0" fmla="*/ 0 w 7"/>
                <a:gd name="T1" fmla="*/ 20 h 4"/>
                <a:gd name="T2" fmla="*/ 8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1"/>
                  </a:moveTo>
                  <a:cubicBezTo>
                    <a:pt x="2" y="4"/>
                    <a:pt x="6" y="3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2" name="Freeform 1575">
              <a:extLst>
                <a:ext uri="{FF2B5EF4-FFF2-40B4-BE49-F238E27FC236}">
                  <a16:creationId xmlns:a16="http://schemas.microsoft.com/office/drawing/2014/main" id="{8A31FF7A-908B-4998-BA30-180937EC7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602"/>
              <a:ext cx="14" cy="10"/>
            </a:xfrm>
            <a:custGeom>
              <a:avLst/>
              <a:gdLst>
                <a:gd name="T0" fmla="*/ 77 w 6"/>
                <a:gd name="T1" fmla="*/ 0 h 4"/>
                <a:gd name="T2" fmla="*/ 0 w 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6" y="3"/>
                    <a:pt x="3" y="4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3" name="Freeform 1576">
              <a:extLst>
                <a:ext uri="{FF2B5EF4-FFF2-40B4-BE49-F238E27FC236}">
                  <a16:creationId xmlns:a16="http://schemas.microsoft.com/office/drawing/2014/main" id="{EAB43D2C-A18D-48FF-BAAD-70C2B3E8C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3134"/>
              <a:ext cx="14" cy="4"/>
            </a:xfrm>
            <a:custGeom>
              <a:avLst/>
              <a:gdLst>
                <a:gd name="T0" fmla="*/ 0 w 6"/>
                <a:gd name="T1" fmla="*/ 16 h 2"/>
                <a:gd name="T2" fmla="*/ 77 w 6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0"/>
                    <a:pt x="4" y="0"/>
                    <a:pt x="6" y="2"/>
                  </a:cubicBezTo>
                </a:path>
              </a:pathLst>
            </a:custGeom>
            <a:noFill/>
            <a:ln w="9525" cap="flat">
              <a:solidFill>
                <a:srgbClr val="B877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4" name="Freeform 1577">
              <a:extLst>
                <a:ext uri="{FF2B5EF4-FFF2-40B4-BE49-F238E27FC236}">
                  <a16:creationId xmlns:a16="http://schemas.microsoft.com/office/drawing/2014/main" id="{497F0411-74A8-42F5-8C4C-F4F57B2A2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072"/>
              <a:ext cx="12" cy="13"/>
            </a:xfrm>
            <a:custGeom>
              <a:avLst/>
              <a:gdLst>
                <a:gd name="T0" fmla="*/ 12 w 5"/>
                <a:gd name="T1" fmla="*/ 88 h 5"/>
                <a:gd name="T2" fmla="*/ 70 w 5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0" y="2"/>
                    <a:pt x="2" y="0"/>
                    <a:pt x="5" y="1"/>
                  </a:cubicBezTo>
                </a:path>
              </a:pathLst>
            </a:custGeom>
            <a:noFill/>
            <a:ln w="9525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5" name="Freeform 1578">
              <a:extLst>
                <a:ext uri="{FF2B5EF4-FFF2-40B4-BE49-F238E27FC236}">
                  <a16:creationId xmlns:a16="http://schemas.microsoft.com/office/drawing/2014/main" id="{531AF555-B821-4043-8669-6E08FA073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188"/>
              <a:ext cx="16" cy="22"/>
            </a:xfrm>
            <a:custGeom>
              <a:avLst/>
              <a:gdLst>
                <a:gd name="T0" fmla="*/ 57 w 7"/>
                <a:gd name="T1" fmla="*/ 0 h 9"/>
                <a:gd name="T2" fmla="*/ 0 w 7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7" y="5"/>
                    <a:pt x="6" y="9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CB9DA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6" name="Freeform 1579">
              <a:extLst>
                <a:ext uri="{FF2B5EF4-FFF2-40B4-BE49-F238E27FC236}">
                  <a16:creationId xmlns:a16="http://schemas.microsoft.com/office/drawing/2014/main" id="{47FF9F92-D111-44A0-A504-69BEABAC1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852"/>
              <a:ext cx="33" cy="120"/>
            </a:xfrm>
            <a:custGeom>
              <a:avLst/>
              <a:gdLst>
                <a:gd name="T0" fmla="*/ 0 w 14"/>
                <a:gd name="T1" fmla="*/ 0 h 49"/>
                <a:gd name="T2" fmla="*/ 184 w 14"/>
                <a:gd name="T3" fmla="*/ 72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9">
                  <a:moveTo>
                    <a:pt x="0" y="0"/>
                  </a:moveTo>
                  <a:cubicBezTo>
                    <a:pt x="2" y="19"/>
                    <a:pt x="6" y="37"/>
                    <a:pt x="14" y="49"/>
                  </a:cubicBezTo>
                </a:path>
              </a:pathLst>
            </a:custGeom>
            <a:noFill/>
            <a:ln w="9525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7" name="Freeform 1580">
              <a:extLst>
                <a:ext uri="{FF2B5EF4-FFF2-40B4-BE49-F238E27FC236}">
                  <a16:creationId xmlns:a16="http://schemas.microsoft.com/office/drawing/2014/main" id="{64CBDF37-1813-4E5A-A518-D7E78E820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751"/>
              <a:ext cx="5" cy="101"/>
            </a:xfrm>
            <a:custGeom>
              <a:avLst/>
              <a:gdLst>
                <a:gd name="T0" fmla="*/ 33 w 2"/>
                <a:gd name="T1" fmla="*/ 0 h 41"/>
                <a:gd name="T2" fmla="*/ 20 w 2"/>
                <a:gd name="T3" fmla="*/ 613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1">
                  <a:moveTo>
                    <a:pt x="2" y="0"/>
                  </a:moveTo>
                  <a:cubicBezTo>
                    <a:pt x="0" y="10"/>
                    <a:pt x="0" y="26"/>
                    <a:pt x="1" y="41"/>
                  </a:cubicBezTo>
                </a:path>
              </a:pathLst>
            </a:custGeom>
            <a:noFill/>
            <a:ln w="9525" cap="flat">
              <a:solidFill>
                <a:srgbClr val="AE708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8" name="Freeform 1581">
              <a:extLst>
                <a:ext uri="{FF2B5EF4-FFF2-40B4-BE49-F238E27FC236}">
                  <a16:creationId xmlns:a16="http://schemas.microsoft.com/office/drawing/2014/main" id="{77151C9E-E84C-40DB-B346-4BD462B86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930"/>
              <a:ext cx="14" cy="15"/>
            </a:xfrm>
            <a:custGeom>
              <a:avLst/>
              <a:gdLst>
                <a:gd name="T0" fmla="*/ 0 w 6"/>
                <a:gd name="T1" fmla="*/ 83 h 6"/>
                <a:gd name="T2" fmla="*/ 77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5" y="6"/>
                    <a:pt x="6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9" name="Freeform 1582">
              <a:extLst>
                <a:ext uri="{FF2B5EF4-FFF2-40B4-BE49-F238E27FC236}">
                  <a16:creationId xmlns:a16="http://schemas.microsoft.com/office/drawing/2014/main" id="{4FF0D6EB-4F2E-49CC-B97B-B67506188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3023"/>
              <a:ext cx="76" cy="152"/>
            </a:xfrm>
            <a:custGeom>
              <a:avLst/>
              <a:gdLst>
                <a:gd name="T0" fmla="*/ 403 w 33"/>
                <a:gd name="T1" fmla="*/ 914 h 62"/>
                <a:gd name="T2" fmla="*/ 0 w 33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2">
                  <a:moveTo>
                    <a:pt x="33" y="62"/>
                  </a:moveTo>
                  <a:cubicBezTo>
                    <a:pt x="26" y="42"/>
                    <a:pt x="16" y="2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0" name="Freeform 1583">
              <a:extLst>
                <a:ext uri="{FF2B5EF4-FFF2-40B4-BE49-F238E27FC236}">
                  <a16:creationId xmlns:a16="http://schemas.microsoft.com/office/drawing/2014/main" id="{22660F95-7841-4674-88BA-DBB4D6E86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175"/>
              <a:ext cx="50" cy="172"/>
            </a:xfrm>
            <a:custGeom>
              <a:avLst/>
              <a:gdLst>
                <a:gd name="T0" fmla="*/ 259 w 22"/>
                <a:gd name="T1" fmla="*/ 1039 h 70"/>
                <a:gd name="T2" fmla="*/ 0 w 22"/>
                <a:gd name="T3" fmla="*/ 0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0">
                  <a:moveTo>
                    <a:pt x="22" y="70"/>
                  </a:moveTo>
                  <a:cubicBezTo>
                    <a:pt x="16" y="62"/>
                    <a:pt x="13" y="34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C99A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1" name="Freeform 1584">
              <a:extLst>
                <a:ext uri="{FF2B5EF4-FFF2-40B4-BE49-F238E27FC236}">
                  <a16:creationId xmlns:a16="http://schemas.microsoft.com/office/drawing/2014/main" id="{EC2F05A7-E0FD-431A-A68A-60C5E8695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3440"/>
              <a:ext cx="76" cy="108"/>
            </a:xfrm>
            <a:custGeom>
              <a:avLst/>
              <a:gdLst>
                <a:gd name="T0" fmla="*/ 0 w 33"/>
                <a:gd name="T1" fmla="*/ 0 h 44"/>
                <a:gd name="T2" fmla="*/ 403 w 33"/>
                <a:gd name="T3" fmla="*/ 65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4">
                  <a:moveTo>
                    <a:pt x="0" y="0"/>
                  </a:moveTo>
                  <a:cubicBezTo>
                    <a:pt x="10" y="18"/>
                    <a:pt x="21" y="33"/>
                    <a:pt x="33" y="44"/>
                  </a:cubicBezTo>
                </a:path>
              </a:pathLst>
            </a:custGeom>
            <a:noFill/>
            <a:ln w="9525" cap="flat">
              <a:solidFill>
                <a:srgbClr val="C693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2" name="Freeform 1585">
              <a:extLst>
                <a:ext uri="{FF2B5EF4-FFF2-40B4-BE49-F238E27FC236}">
                  <a16:creationId xmlns:a16="http://schemas.microsoft.com/office/drawing/2014/main" id="{A33A881D-15FB-4997-B0E0-BA2C4B706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3077"/>
              <a:ext cx="127" cy="363"/>
            </a:xfrm>
            <a:custGeom>
              <a:avLst/>
              <a:gdLst>
                <a:gd name="T0" fmla="*/ 0 w 55"/>
                <a:gd name="T1" fmla="*/ 0 h 148"/>
                <a:gd name="T2" fmla="*/ 677 w 55"/>
                <a:gd name="T3" fmla="*/ 218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48">
                  <a:moveTo>
                    <a:pt x="0" y="0"/>
                  </a:moveTo>
                  <a:cubicBezTo>
                    <a:pt x="12" y="49"/>
                    <a:pt x="31" y="106"/>
                    <a:pt x="55" y="148"/>
                  </a:cubicBezTo>
                </a:path>
              </a:pathLst>
            </a:custGeom>
            <a:noFill/>
            <a:ln w="9525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3" name="Freeform 1586">
              <a:extLst>
                <a:ext uri="{FF2B5EF4-FFF2-40B4-BE49-F238E27FC236}">
                  <a16:creationId xmlns:a16="http://schemas.microsoft.com/office/drawing/2014/main" id="{69BE2F7A-8A44-48D9-B395-194EE6B7E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844"/>
              <a:ext cx="41" cy="233"/>
            </a:xfrm>
            <a:custGeom>
              <a:avLst/>
              <a:gdLst>
                <a:gd name="T0" fmla="*/ 0 w 18"/>
                <a:gd name="T1" fmla="*/ 0 h 95"/>
                <a:gd name="T2" fmla="*/ 212 w 18"/>
                <a:gd name="T3" fmla="*/ 140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5">
                  <a:moveTo>
                    <a:pt x="0" y="0"/>
                  </a:moveTo>
                  <a:cubicBezTo>
                    <a:pt x="1" y="15"/>
                    <a:pt x="7" y="52"/>
                    <a:pt x="18" y="95"/>
                  </a:cubicBezTo>
                </a:path>
              </a:pathLst>
            </a:custGeom>
            <a:noFill/>
            <a:ln w="9525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4" name="Freeform 1587">
              <a:extLst>
                <a:ext uri="{FF2B5EF4-FFF2-40B4-BE49-F238E27FC236}">
                  <a16:creationId xmlns:a16="http://schemas.microsoft.com/office/drawing/2014/main" id="{02762A93-883F-490B-85AB-F756F0C30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3477"/>
              <a:ext cx="23" cy="19"/>
            </a:xfrm>
            <a:custGeom>
              <a:avLst/>
              <a:gdLst>
                <a:gd name="T0" fmla="*/ 0 w 10"/>
                <a:gd name="T1" fmla="*/ 57 h 8"/>
                <a:gd name="T2" fmla="*/ 74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4"/>
                  </a:moveTo>
                  <a:cubicBezTo>
                    <a:pt x="6" y="8"/>
                    <a:pt x="10" y="6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C693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5" name="Freeform 1588">
              <a:extLst>
                <a:ext uri="{FF2B5EF4-FFF2-40B4-BE49-F238E27FC236}">
                  <a16:creationId xmlns:a16="http://schemas.microsoft.com/office/drawing/2014/main" id="{3B3C9221-36DE-4C44-AA21-1383EA8B5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3357"/>
              <a:ext cx="21" cy="19"/>
            </a:xfrm>
            <a:custGeom>
              <a:avLst/>
              <a:gdLst>
                <a:gd name="T0" fmla="*/ 28 w 9"/>
                <a:gd name="T1" fmla="*/ 107 h 8"/>
                <a:gd name="T2" fmla="*/ 114 w 9"/>
                <a:gd name="T3" fmla="*/ 5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2" y="8"/>
                  </a:moveTo>
                  <a:cubicBezTo>
                    <a:pt x="0" y="2"/>
                    <a:pt x="4" y="0"/>
                    <a:pt x="9" y="4"/>
                  </a:cubicBezTo>
                </a:path>
              </a:pathLst>
            </a:custGeom>
            <a:noFill/>
            <a:ln w="9525" cap="flat">
              <a:solidFill>
                <a:srgbClr val="D1A9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6" name="Freeform 1589">
              <a:extLst>
                <a:ext uri="{FF2B5EF4-FFF2-40B4-BE49-F238E27FC236}">
                  <a16:creationId xmlns:a16="http://schemas.microsoft.com/office/drawing/2014/main" id="{D23063AC-F461-4081-89F9-4BC5055BF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3045"/>
              <a:ext cx="14" cy="13"/>
            </a:xfrm>
            <a:custGeom>
              <a:avLst/>
              <a:gdLst>
                <a:gd name="T0" fmla="*/ 77 w 6"/>
                <a:gd name="T1" fmla="*/ 21 h 5"/>
                <a:gd name="T2" fmla="*/ 12 w 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4" y="0"/>
                    <a:pt x="0" y="2"/>
                    <a:pt x="1" y="5"/>
                  </a:cubicBezTo>
                </a:path>
              </a:pathLst>
            </a:custGeom>
            <a:noFill/>
            <a:ln w="9525" cap="flat">
              <a:solidFill>
                <a:srgbClr val="BF85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7" name="Freeform 1590">
              <a:extLst>
                <a:ext uri="{FF2B5EF4-FFF2-40B4-BE49-F238E27FC236}">
                  <a16:creationId xmlns:a16="http://schemas.microsoft.com/office/drawing/2014/main" id="{64B50DEA-3F2B-401A-90DD-A1A903D8C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842"/>
              <a:ext cx="21" cy="19"/>
            </a:xfrm>
            <a:custGeom>
              <a:avLst/>
              <a:gdLst>
                <a:gd name="T0" fmla="*/ 0 w 9"/>
                <a:gd name="T1" fmla="*/ 107 h 8"/>
                <a:gd name="T2" fmla="*/ 114 w 9"/>
                <a:gd name="T3" fmla="*/ 1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0" y="2"/>
                    <a:pt x="3" y="0"/>
                    <a:pt x="9" y="1"/>
                  </a:cubicBezTo>
                </a:path>
              </a:pathLst>
            </a:custGeom>
            <a:noFill/>
            <a:ln w="9525" cap="flat">
              <a:solidFill>
                <a:srgbClr val="AE708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8" name="Freeform 1591">
              <a:extLst>
                <a:ext uri="{FF2B5EF4-FFF2-40B4-BE49-F238E27FC236}">
                  <a16:creationId xmlns:a16="http://schemas.microsoft.com/office/drawing/2014/main" id="{0228C33D-2F4B-490E-9ACB-E7C04E0B6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494"/>
              <a:ext cx="37" cy="203"/>
            </a:xfrm>
            <a:custGeom>
              <a:avLst/>
              <a:gdLst>
                <a:gd name="T0" fmla="*/ 0 w 16"/>
                <a:gd name="T1" fmla="*/ 0 h 83"/>
                <a:gd name="T2" fmla="*/ 187 w 16"/>
                <a:gd name="T3" fmla="*/ 729 h 83"/>
                <a:gd name="T4" fmla="*/ 37 w 16"/>
                <a:gd name="T5" fmla="*/ 1213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3">
                  <a:moveTo>
                    <a:pt x="0" y="0"/>
                  </a:moveTo>
                  <a:cubicBezTo>
                    <a:pt x="11" y="12"/>
                    <a:pt x="16" y="34"/>
                    <a:pt x="15" y="50"/>
                  </a:cubicBezTo>
                  <a:cubicBezTo>
                    <a:pt x="14" y="63"/>
                    <a:pt x="6" y="71"/>
                    <a:pt x="3" y="8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9" name="Freeform 1592">
              <a:extLst>
                <a:ext uri="{FF2B5EF4-FFF2-40B4-BE49-F238E27FC236}">
                  <a16:creationId xmlns:a16="http://schemas.microsoft.com/office/drawing/2014/main" id="{D85DC26D-4939-48C5-B592-7FF327040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332"/>
              <a:ext cx="67" cy="191"/>
            </a:xfrm>
            <a:custGeom>
              <a:avLst/>
              <a:gdLst>
                <a:gd name="T0" fmla="*/ 0 w 29"/>
                <a:gd name="T1" fmla="*/ 1014 h 78"/>
                <a:gd name="T2" fmla="*/ 293 w 29"/>
                <a:gd name="T3" fmla="*/ 0 h 78"/>
                <a:gd name="T4" fmla="*/ 65 w 29"/>
                <a:gd name="T5" fmla="*/ 1146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8">
                  <a:moveTo>
                    <a:pt x="0" y="69"/>
                  </a:moveTo>
                  <a:cubicBezTo>
                    <a:pt x="0" y="45"/>
                    <a:pt x="7" y="18"/>
                    <a:pt x="24" y="0"/>
                  </a:cubicBezTo>
                  <a:cubicBezTo>
                    <a:pt x="29" y="20"/>
                    <a:pt x="25" y="67"/>
                    <a:pt x="5" y="7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0" name="Freeform 1593">
              <a:extLst>
                <a:ext uri="{FF2B5EF4-FFF2-40B4-BE49-F238E27FC236}">
                  <a16:creationId xmlns:a16="http://schemas.microsoft.com/office/drawing/2014/main" id="{8413AF61-B769-411B-AB71-316DB8538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2187"/>
              <a:ext cx="92" cy="164"/>
            </a:xfrm>
            <a:custGeom>
              <a:avLst/>
              <a:gdLst>
                <a:gd name="T0" fmla="*/ 74 w 40"/>
                <a:gd name="T1" fmla="*/ 862 h 67"/>
                <a:gd name="T2" fmla="*/ 412 w 40"/>
                <a:gd name="T3" fmla="*/ 384 h 67"/>
                <a:gd name="T4" fmla="*/ 488 w 40"/>
                <a:gd name="T5" fmla="*/ 0 h 67"/>
                <a:gd name="T6" fmla="*/ 0 w 40"/>
                <a:gd name="T7" fmla="*/ 982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7">
                  <a:moveTo>
                    <a:pt x="6" y="59"/>
                  </a:moveTo>
                  <a:cubicBezTo>
                    <a:pt x="19" y="54"/>
                    <a:pt x="31" y="39"/>
                    <a:pt x="34" y="26"/>
                  </a:cubicBezTo>
                  <a:cubicBezTo>
                    <a:pt x="35" y="22"/>
                    <a:pt x="40" y="3"/>
                    <a:pt x="40" y="0"/>
                  </a:cubicBezTo>
                  <a:cubicBezTo>
                    <a:pt x="19" y="4"/>
                    <a:pt x="3" y="49"/>
                    <a:pt x="0" y="6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1" name="Freeform 1594">
              <a:extLst>
                <a:ext uri="{FF2B5EF4-FFF2-40B4-BE49-F238E27FC236}">
                  <a16:creationId xmlns:a16="http://schemas.microsoft.com/office/drawing/2014/main" id="{24439392-6B16-41D2-A65B-0965D3241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317"/>
              <a:ext cx="16" cy="49"/>
            </a:xfrm>
            <a:custGeom>
              <a:avLst/>
              <a:gdLst>
                <a:gd name="T0" fmla="*/ 0 w 7"/>
                <a:gd name="T1" fmla="*/ 294 h 20"/>
                <a:gd name="T2" fmla="*/ 85 w 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0" y="20"/>
                  </a:moveTo>
                  <a:cubicBezTo>
                    <a:pt x="2" y="13"/>
                    <a:pt x="0" y="6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2" name="Freeform 1595">
              <a:extLst>
                <a:ext uri="{FF2B5EF4-FFF2-40B4-BE49-F238E27FC236}">
                  <a16:creationId xmlns:a16="http://schemas.microsoft.com/office/drawing/2014/main" id="{A8ADA4BC-11B0-4248-ACB6-84AA019A2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251"/>
              <a:ext cx="60" cy="164"/>
            </a:xfrm>
            <a:custGeom>
              <a:avLst/>
              <a:gdLst>
                <a:gd name="T0" fmla="*/ 318 w 26"/>
                <a:gd name="T1" fmla="*/ 0 h 67"/>
                <a:gd name="T2" fmla="*/ 150 w 26"/>
                <a:gd name="T3" fmla="*/ 749 h 67"/>
                <a:gd name="T4" fmla="*/ 0 w 26"/>
                <a:gd name="T5" fmla="*/ 982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7">
                  <a:moveTo>
                    <a:pt x="26" y="0"/>
                  </a:moveTo>
                  <a:cubicBezTo>
                    <a:pt x="25" y="19"/>
                    <a:pt x="23" y="35"/>
                    <a:pt x="12" y="51"/>
                  </a:cubicBezTo>
                  <a:cubicBezTo>
                    <a:pt x="8" y="57"/>
                    <a:pt x="4" y="63"/>
                    <a:pt x="0" y="6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3" name="Freeform 1596">
              <a:extLst>
                <a:ext uri="{FF2B5EF4-FFF2-40B4-BE49-F238E27FC236}">
                  <a16:creationId xmlns:a16="http://schemas.microsoft.com/office/drawing/2014/main" id="{40BCB9BE-84F6-4F3B-9319-A8FE942CA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508"/>
              <a:ext cx="9" cy="44"/>
            </a:xfrm>
            <a:custGeom>
              <a:avLst/>
              <a:gdLst>
                <a:gd name="T0" fmla="*/ 45 w 4"/>
                <a:gd name="T1" fmla="*/ 0 h 18"/>
                <a:gd name="T2" fmla="*/ 0 w 4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1" y="6"/>
                    <a:pt x="0" y="12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4" name="Freeform 1597">
              <a:extLst>
                <a:ext uri="{FF2B5EF4-FFF2-40B4-BE49-F238E27FC236}">
                  <a16:creationId xmlns:a16="http://schemas.microsoft.com/office/drawing/2014/main" id="{8B53E611-83A5-43A4-9F5F-256612EAF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425"/>
              <a:ext cx="37" cy="191"/>
            </a:xfrm>
            <a:custGeom>
              <a:avLst/>
              <a:gdLst>
                <a:gd name="T0" fmla="*/ 160 w 16"/>
                <a:gd name="T1" fmla="*/ 0 h 78"/>
                <a:gd name="T2" fmla="*/ 150 w 16"/>
                <a:gd name="T3" fmla="*/ 749 h 78"/>
                <a:gd name="T4" fmla="*/ 65 w 16"/>
                <a:gd name="T5" fmla="*/ 1026 h 78"/>
                <a:gd name="T6" fmla="*/ 12 w 16"/>
                <a:gd name="T7" fmla="*/ 1104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8">
                  <a:moveTo>
                    <a:pt x="13" y="0"/>
                  </a:moveTo>
                  <a:cubicBezTo>
                    <a:pt x="15" y="19"/>
                    <a:pt x="16" y="33"/>
                    <a:pt x="12" y="51"/>
                  </a:cubicBezTo>
                  <a:cubicBezTo>
                    <a:pt x="10" y="57"/>
                    <a:pt x="8" y="65"/>
                    <a:pt x="5" y="70"/>
                  </a:cubicBezTo>
                  <a:cubicBezTo>
                    <a:pt x="4" y="72"/>
                    <a:pt x="0" y="78"/>
                    <a:pt x="1" y="7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5" name="Freeform 1598">
              <a:extLst>
                <a:ext uri="{FF2B5EF4-FFF2-40B4-BE49-F238E27FC236}">
                  <a16:creationId xmlns:a16="http://schemas.microsoft.com/office/drawing/2014/main" id="{14276FA0-6FCF-45A8-BDF2-9D79403B6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606"/>
              <a:ext cx="44" cy="211"/>
            </a:xfrm>
            <a:custGeom>
              <a:avLst/>
              <a:gdLst>
                <a:gd name="T0" fmla="*/ 0 w 19"/>
                <a:gd name="T1" fmla="*/ 427 h 86"/>
                <a:gd name="T2" fmla="*/ 74 w 19"/>
                <a:gd name="T3" fmla="*/ 957 h 86"/>
                <a:gd name="T4" fmla="*/ 171 w 19"/>
                <a:gd name="T5" fmla="*/ 1271 h 86"/>
                <a:gd name="T6" fmla="*/ 225 w 19"/>
                <a:gd name="T7" fmla="*/ 854 h 86"/>
                <a:gd name="T8" fmla="*/ 208 w 19"/>
                <a:gd name="T9" fmla="*/ 314 h 86"/>
                <a:gd name="T10" fmla="*/ 102 w 19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6">
                  <a:moveTo>
                    <a:pt x="0" y="29"/>
                  </a:moveTo>
                  <a:cubicBezTo>
                    <a:pt x="0" y="42"/>
                    <a:pt x="2" y="53"/>
                    <a:pt x="6" y="65"/>
                  </a:cubicBezTo>
                  <a:cubicBezTo>
                    <a:pt x="8" y="70"/>
                    <a:pt x="10" y="82"/>
                    <a:pt x="14" y="86"/>
                  </a:cubicBezTo>
                  <a:cubicBezTo>
                    <a:pt x="18" y="79"/>
                    <a:pt x="16" y="66"/>
                    <a:pt x="18" y="58"/>
                  </a:cubicBezTo>
                  <a:cubicBezTo>
                    <a:pt x="19" y="46"/>
                    <a:pt x="19" y="33"/>
                    <a:pt x="17" y="21"/>
                  </a:cubicBezTo>
                  <a:cubicBezTo>
                    <a:pt x="16" y="15"/>
                    <a:pt x="13" y="4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6" name="Freeform 1599">
              <a:extLst>
                <a:ext uri="{FF2B5EF4-FFF2-40B4-BE49-F238E27FC236}">
                  <a16:creationId xmlns:a16="http://schemas.microsoft.com/office/drawing/2014/main" id="{6E0765F1-6FDE-4120-A816-199EDEC9E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2739"/>
              <a:ext cx="66" cy="189"/>
            </a:xfrm>
            <a:custGeom>
              <a:avLst/>
              <a:gdLst>
                <a:gd name="T0" fmla="*/ 0 w 29"/>
                <a:gd name="T1" fmla="*/ 427 h 77"/>
                <a:gd name="T2" fmla="*/ 341 w 29"/>
                <a:gd name="T3" fmla="*/ 1139 h 77"/>
                <a:gd name="T4" fmla="*/ 305 w 29"/>
                <a:gd name="T5" fmla="*/ 724 h 77"/>
                <a:gd name="T6" fmla="*/ 203 w 29"/>
                <a:gd name="T7" fmla="*/ 282 h 77"/>
                <a:gd name="T8" fmla="*/ 36 w 29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77">
                  <a:moveTo>
                    <a:pt x="0" y="29"/>
                  </a:moveTo>
                  <a:cubicBezTo>
                    <a:pt x="9" y="45"/>
                    <a:pt x="13" y="66"/>
                    <a:pt x="29" y="77"/>
                  </a:cubicBezTo>
                  <a:cubicBezTo>
                    <a:pt x="26" y="68"/>
                    <a:pt x="28" y="58"/>
                    <a:pt x="26" y="49"/>
                  </a:cubicBezTo>
                  <a:cubicBezTo>
                    <a:pt x="24" y="39"/>
                    <a:pt x="22" y="28"/>
                    <a:pt x="17" y="19"/>
                  </a:cubicBezTo>
                  <a:cubicBezTo>
                    <a:pt x="14" y="11"/>
                    <a:pt x="9" y="6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7" name="Freeform 1600">
              <a:extLst>
                <a:ext uri="{FF2B5EF4-FFF2-40B4-BE49-F238E27FC236}">
                  <a16:creationId xmlns:a16="http://schemas.microsoft.com/office/drawing/2014/main" id="{CB802E22-E2E8-4A62-A59E-468856D93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874"/>
              <a:ext cx="83" cy="162"/>
            </a:xfrm>
            <a:custGeom>
              <a:avLst/>
              <a:gdLst>
                <a:gd name="T0" fmla="*/ 37 w 36"/>
                <a:gd name="T1" fmla="*/ 326 h 66"/>
                <a:gd name="T2" fmla="*/ 171 w 36"/>
                <a:gd name="T3" fmla="*/ 638 h 66"/>
                <a:gd name="T4" fmla="*/ 440 w 36"/>
                <a:gd name="T5" fmla="*/ 977 h 66"/>
                <a:gd name="T6" fmla="*/ 281 w 36"/>
                <a:gd name="T7" fmla="*/ 236 h 66"/>
                <a:gd name="T8" fmla="*/ 0 w 36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6">
                  <a:moveTo>
                    <a:pt x="3" y="22"/>
                  </a:moveTo>
                  <a:cubicBezTo>
                    <a:pt x="2" y="28"/>
                    <a:pt x="11" y="38"/>
                    <a:pt x="14" y="43"/>
                  </a:cubicBezTo>
                  <a:cubicBezTo>
                    <a:pt x="18" y="50"/>
                    <a:pt x="28" y="62"/>
                    <a:pt x="36" y="66"/>
                  </a:cubicBezTo>
                  <a:cubicBezTo>
                    <a:pt x="35" y="49"/>
                    <a:pt x="33" y="30"/>
                    <a:pt x="23" y="16"/>
                  </a:cubicBezTo>
                  <a:cubicBezTo>
                    <a:pt x="17" y="8"/>
                    <a:pt x="8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8" name="Freeform 1601">
              <a:extLst>
                <a:ext uri="{FF2B5EF4-FFF2-40B4-BE49-F238E27FC236}">
                  <a16:creationId xmlns:a16="http://schemas.microsoft.com/office/drawing/2014/main" id="{493D9F98-D642-4E64-BC7C-0A5A6CA33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969"/>
              <a:ext cx="108" cy="160"/>
            </a:xfrm>
            <a:custGeom>
              <a:avLst/>
              <a:gdLst>
                <a:gd name="T0" fmla="*/ 0 w 47"/>
                <a:gd name="T1" fmla="*/ 389 h 65"/>
                <a:gd name="T2" fmla="*/ 280 w 47"/>
                <a:gd name="T3" fmla="*/ 734 h 65"/>
                <a:gd name="T4" fmla="*/ 570 w 47"/>
                <a:gd name="T5" fmla="*/ 970 h 65"/>
                <a:gd name="T6" fmla="*/ 402 w 47"/>
                <a:gd name="T7" fmla="*/ 460 h 65"/>
                <a:gd name="T8" fmla="*/ 244 w 47"/>
                <a:gd name="T9" fmla="*/ 133 h 65"/>
                <a:gd name="T10" fmla="*/ 0 w 47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5">
                  <a:moveTo>
                    <a:pt x="0" y="26"/>
                  </a:moveTo>
                  <a:cubicBezTo>
                    <a:pt x="6" y="34"/>
                    <a:pt x="16" y="41"/>
                    <a:pt x="23" y="49"/>
                  </a:cubicBezTo>
                  <a:cubicBezTo>
                    <a:pt x="29" y="55"/>
                    <a:pt x="39" y="65"/>
                    <a:pt x="47" y="65"/>
                  </a:cubicBezTo>
                  <a:cubicBezTo>
                    <a:pt x="46" y="53"/>
                    <a:pt x="39" y="42"/>
                    <a:pt x="33" y="31"/>
                  </a:cubicBezTo>
                  <a:cubicBezTo>
                    <a:pt x="29" y="24"/>
                    <a:pt x="26" y="15"/>
                    <a:pt x="20" y="9"/>
                  </a:cubicBezTo>
                  <a:cubicBezTo>
                    <a:pt x="15" y="4"/>
                    <a:pt x="5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9" name="Freeform 1602">
              <a:extLst>
                <a:ext uri="{FF2B5EF4-FFF2-40B4-BE49-F238E27FC236}">
                  <a16:creationId xmlns:a16="http://schemas.microsoft.com/office/drawing/2014/main" id="{02256A42-7D95-49B2-98C5-8C844BAC8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2587"/>
              <a:ext cx="2" cy="59"/>
            </a:xfrm>
            <a:custGeom>
              <a:avLst/>
              <a:gdLst>
                <a:gd name="T0" fmla="*/ 8 w 1"/>
                <a:gd name="T1" fmla="*/ 0 h 24"/>
                <a:gd name="T2" fmla="*/ 8 w 1"/>
                <a:gd name="T3" fmla="*/ 3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">
                  <a:moveTo>
                    <a:pt x="1" y="0"/>
                  </a:moveTo>
                  <a:cubicBezTo>
                    <a:pt x="0" y="8"/>
                    <a:pt x="1" y="16"/>
                    <a:pt x="1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0" name="Freeform 1603">
              <a:extLst>
                <a:ext uri="{FF2B5EF4-FFF2-40B4-BE49-F238E27FC236}">
                  <a16:creationId xmlns:a16="http://schemas.microsoft.com/office/drawing/2014/main" id="{1C23A295-8881-499E-ACF2-923872219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503"/>
              <a:ext cx="34" cy="179"/>
            </a:xfrm>
            <a:custGeom>
              <a:avLst/>
              <a:gdLst>
                <a:gd name="T0" fmla="*/ 57 w 15"/>
                <a:gd name="T1" fmla="*/ 0 h 73"/>
                <a:gd name="T2" fmla="*/ 150 w 15"/>
                <a:gd name="T3" fmla="*/ 235 h 73"/>
                <a:gd name="T4" fmla="*/ 129 w 15"/>
                <a:gd name="T5" fmla="*/ 650 h 73"/>
                <a:gd name="T6" fmla="*/ 0 w 15"/>
                <a:gd name="T7" fmla="*/ 1076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3">
                  <a:moveTo>
                    <a:pt x="5" y="0"/>
                  </a:moveTo>
                  <a:cubicBezTo>
                    <a:pt x="6" y="6"/>
                    <a:pt x="11" y="10"/>
                    <a:pt x="13" y="16"/>
                  </a:cubicBezTo>
                  <a:cubicBezTo>
                    <a:pt x="15" y="25"/>
                    <a:pt x="13" y="36"/>
                    <a:pt x="11" y="44"/>
                  </a:cubicBezTo>
                  <a:cubicBezTo>
                    <a:pt x="8" y="54"/>
                    <a:pt x="6" y="65"/>
                    <a:pt x="0" y="7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1" name="Freeform 1604">
              <a:extLst>
                <a:ext uri="{FF2B5EF4-FFF2-40B4-BE49-F238E27FC236}">
                  <a16:creationId xmlns:a16="http://schemas.microsoft.com/office/drawing/2014/main" id="{868E36D8-C155-40DC-86E9-D06D26187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584"/>
              <a:ext cx="23" cy="184"/>
            </a:xfrm>
            <a:custGeom>
              <a:avLst/>
              <a:gdLst>
                <a:gd name="T0" fmla="*/ 28 w 10"/>
                <a:gd name="T1" fmla="*/ 0 h 75"/>
                <a:gd name="T2" fmla="*/ 94 w 10"/>
                <a:gd name="T3" fmla="*/ 294 h 75"/>
                <a:gd name="T4" fmla="*/ 64 w 10"/>
                <a:gd name="T5" fmla="*/ 753 h 75"/>
                <a:gd name="T6" fmla="*/ 12 w 10"/>
                <a:gd name="T7" fmla="*/ 1018 h 75"/>
                <a:gd name="T8" fmla="*/ 0 w 10"/>
                <a:gd name="T9" fmla="*/ 10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2" y="0"/>
                  </a:moveTo>
                  <a:cubicBezTo>
                    <a:pt x="3" y="7"/>
                    <a:pt x="7" y="13"/>
                    <a:pt x="8" y="20"/>
                  </a:cubicBezTo>
                  <a:cubicBezTo>
                    <a:pt x="10" y="31"/>
                    <a:pt x="7" y="41"/>
                    <a:pt x="5" y="51"/>
                  </a:cubicBezTo>
                  <a:cubicBezTo>
                    <a:pt x="4" y="57"/>
                    <a:pt x="2" y="63"/>
                    <a:pt x="1" y="69"/>
                  </a:cubicBezTo>
                  <a:cubicBezTo>
                    <a:pt x="0" y="71"/>
                    <a:pt x="0" y="75"/>
                    <a:pt x="0" y="7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2" name="Freeform 1605">
              <a:extLst>
                <a:ext uri="{FF2B5EF4-FFF2-40B4-BE49-F238E27FC236}">
                  <a16:creationId xmlns:a16="http://schemas.microsoft.com/office/drawing/2014/main" id="{B5BB7E2A-434E-47FC-B1C0-D152D7640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707"/>
              <a:ext cx="23" cy="66"/>
            </a:xfrm>
            <a:custGeom>
              <a:avLst/>
              <a:gdLst>
                <a:gd name="T0" fmla="*/ 0 w 10"/>
                <a:gd name="T1" fmla="*/ 0 h 27"/>
                <a:gd name="T2" fmla="*/ 122 w 10"/>
                <a:gd name="T3" fmla="*/ 3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0"/>
                  </a:moveTo>
                  <a:cubicBezTo>
                    <a:pt x="1" y="7"/>
                    <a:pt x="4" y="23"/>
                    <a:pt x="10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3" name="Freeform 1606">
              <a:extLst>
                <a:ext uri="{FF2B5EF4-FFF2-40B4-BE49-F238E27FC236}">
                  <a16:creationId xmlns:a16="http://schemas.microsoft.com/office/drawing/2014/main" id="{1BEA9C39-DC1F-48FF-90E4-F616F7371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820"/>
              <a:ext cx="46" cy="154"/>
            </a:xfrm>
            <a:custGeom>
              <a:avLst/>
              <a:gdLst>
                <a:gd name="T0" fmla="*/ 186 w 20"/>
                <a:gd name="T1" fmla="*/ 919 h 63"/>
                <a:gd name="T2" fmla="*/ 48 w 20"/>
                <a:gd name="T3" fmla="*/ 455 h 63"/>
                <a:gd name="T4" fmla="*/ 48 w 20"/>
                <a:gd name="T5" fmla="*/ 0 h 63"/>
                <a:gd name="T6" fmla="*/ 244 w 20"/>
                <a:gd name="T7" fmla="*/ 628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3">
                  <a:moveTo>
                    <a:pt x="15" y="63"/>
                  </a:moveTo>
                  <a:cubicBezTo>
                    <a:pt x="8" y="52"/>
                    <a:pt x="5" y="44"/>
                    <a:pt x="4" y="31"/>
                  </a:cubicBezTo>
                  <a:cubicBezTo>
                    <a:pt x="3" y="23"/>
                    <a:pt x="0" y="7"/>
                    <a:pt x="4" y="0"/>
                  </a:cubicBezTo>
                  <a:cubicBezTo>
                    <a:pt x="10" y="11"/>
                    <a:pt x="18" y="31"/>
                    <a:pt x="20" y="4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4" name="Freeform 1607">
              <a:extLst>
                <a:ext uri="{FF2B5EF4-FFF2-40B4-BE49-F238E27FC236}">
                  <a16:creationId xmlns:a16="http://schemas.microsoft.com/office/drawing/2014/main" id="{CF7233A0-8FE4-439D-BAF3-2EE0DB13F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702"/>
              <a:ext cx="55" cy="194"/>
            </a:xfrm>
            <a:custGeom>
              <a:avLst/>
              <a:gdLst>
                <a:gd name="T0" fmla="*/ 73 w 24"/>
                <a:gd name="T1" fmla="*/ 0 h 79"/>
                <a:gd name="T2" fmla="*/ 179 w 24"/>
                <a:gd name="T3" fmla="*/ 1007 h 79"/>
                <a:gd name="T4" fmla="*/ 289 w 24"/>
                <a:gd name="T5" fmla="*/ 1169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9">
                  <a:moveTo>
                    <a:pt x="6" y="0"/>
                  </a:moveTo>
                  <a:cubicBezTo>
                    <a:pt x="0" y="24"/>
                    <a:pt x="2" y="48"/>
                    <a:pt x="15" y="68"/>
                  </a:cubicBezTo>
                  <a:cubicBezTo>
                    <a:pt x="18" y="72"/>
                    <a:pt x="22" y="77"/>
                    <a:pt x="24" y="7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5" name="Freeform 1608">
              <a:extLst>
                <a:ext uri="{FF2B5EF4-FFF2-40B4-BE49-F238E27FC236}">
                  <a16:creationId xmlns:a16="http://schemas.microsoft.com/office/drawing/2014/main" id="{38667F0A-1029-4A49-AFF2-462228E58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788"/>
              <a:ext cx="4" cy="61"/>
            </a:xfrm>
            <a:custGeom>
              <a:avLst/>
              <a:gdLst>
                <a:gd name="T0" fmla="*/ 0 w 2"/>
                <a:gd name="T1" fmla="*/ 0 h 25"/>
                <a:gd name="T2" fmla="*/ 8 w 2"/>
                <a:gd name="T3" fmla="*/ 36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5">
                  <a:moveTo>
                    <a:pt x="0" y="0"/>
                  </a:moveTo>
                  <a:cubicBezTo>
                    <a:pt x="1" y="8"/>
                    <a:pt x="2" y="18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6" name="Freeform 1609">
              <a:extLst>
                <a:ext uri="{FF2B5EF4-FFF2-40B4-BE49-F238E27FC236}">
                  <a16:creationId xmlns:a16="http://schemas.microsoft.com/office/drawing/2014/main" id="{FB050DA3-47E4-4780-A1AD-CD8C6B4A1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950"/>
              <a:ext cx="20" cy="22"/>
            </a:xfrm>
            <a:custGeom>
              <a:avLst/>
              <a:gdLst>
                <a:gd name="T0" fmla="*/ 0 w 9"/>
                <a:gd name="T1" fmla="*/ 0 h 9"/>
                <a:gd name="T2" fmla="*/ 98 w 9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2" y="3"/>
                    <a:pt x="6" y="8"/>
                    <a:pt x="9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7" name="Freeform 1610">
              <a:extLst>
                <a:ext uri="{FF2B5EF4-FFF2-40B4-BE49-F238E27FC236}">
                  <a16:creationId xmlns:a16="http://schemas.microsoft.com/office/drawing/2014/main" id="{86C2257B-5056-40F8-AC4E-534AC7D1A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788"/>
              <a:ext cx="27" cy="91"/>
            </a:xfrm>
            <a:custGeom>
              <a:avLst/>
              <a:gdLst>
                <a:gd name="T0" fmla="*/ 92 w 12"/>
                <a:gd name="T1" fmla="*/ 551 h 37"/>
                <a:gd name="T2" fmla="*/ 137 w 12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7">
                  <a:moveTo>
                    <a:pt x="8" y="37"/>
                  </a:moveTo>
                  <a:cubicBezTo>
                    <a:pt x="0" y="22"/>
                    <a:pt x="4" y="14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8" name="Freeform 1611">
              <a:extLst>
                <a:ext uri="{FF2B5EF4-FFF2-40B4-BE49-F238E27FC236}">
                  <a16:creationId xmlns:a16="http://schemas.microsoft.com/office/drawing/2014/main" id="{A18ECCE0-FE9C-4F72-8C55-EE4D2E26B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807"/>
              <a:ext cx="20" cy="20"/>
            </a:xfrm>
            <a:custGeom>
              <a:avLst/>
              <a:gdLst>
                <a:gd name="T0" fmla="*/ 0 w 9"/>
                <a:gd name="T1" fmla="*/ 125 h 8"/>
                <a:gd name="T2" fmla="*/ 98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3" y="6"/>
                    <a:pt x="6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9" name="Freeform 1612">
              <a:extLst>
                <a:ext uri="{FF2B5EF4-FFF2-40B4-BE49-F238E27FC236}">
                  <a16:creationId xmlns:a16="http://schemas.microsoft.com/office/drawing/2014/main" id="{D78DA132-D4FD-43A6-A79A-3FC9621E7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651"/>
              <a:ext cx="25" cy="93"/>
            </a:xfrm>
            <a:custGeom>
              <a:avLst/>
              <a:gdLst>
                <a:gd name="T0" fmla="*/ 0 w 11"/>
                <a:gd name="T1" fmla="*/ 0 h 38"/>
                <a:gd name="T2" fmla="*/ 118 w 11"/>
                <a:gd name="T3" fmla="*/ 558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8">
                  <a:moveTo>
                    <a:pt x="0" y="0"/>
                  </a:moveTo>
                  <a:cubicBezTo>
                    <a:pt x="5" y="13"/>
                    <a:pt x="11" y="25"/>
                    <a:pt x="10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0" name="Freeform 1613">
              <a:extLst>
                <a:ext uri="{FF2B5EF4-FFF2-40B4-BE49-F238E27FC236}">
                  <a16:creationId xmlns:a16="http://schemas.microsoft.com/office/drawing/2014/main" id="{87F18B4F-DFC4-486B-9D41-DE1A61EB3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734"/>
              <a:ext cx="7" cy="59"/>
            </a:xfrm>
            <a:custGeom>
              <a:avLst/>
              <a:gdLst>
                <a:gd name="T0" fmla="*/ 28 w 3"/>
                <a:gd name="T1" fmla="*/ 0 h 24"/>
                <a:gd name="T2" fmla="*/ 37 w 3"/>
                <a:gd name="T3" fmla="*/ 3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2" y="0"/>
                  </a:moveTo>
                  <a:cubicBezTo>
                    <a:pt x="2" y="5"/>
                    <a:pt x="0" y="23"/>
                    <a:pt x="3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1" name="Freeform 1614">
              <a:extLst>
                <a:ext uri="{FF2B5EF4-FFF2-40B4-BE49-F238E27FC236}">
                  <a16:creationId xmlns:a16="http://schemas.microsoft.com/office/drawing/2014/main" id="{F9D0B452-5190-423A-BCB1-EE5DF1DC3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503"/>
              <a:ext cx="43" cy="150"/>
            </a:xfrm>
            <a:custGeom>
              <a:avLst/>
              <a:gdLst>
                <a:gd name="T0" fmla="*/ 45 w 19"/>
                <a:gd name="T1" fmla="*/ 907 h 61"/>
                <a:gd name="T2" fmla="*/ 11 w 19"/>
                <a:gd name="T3" fmla="*/ 654 h 61"/>
                <a:gd name="T4" fmla="*/ 57 w 19"/>
                <a:gd name="T5" fmla="*/ 253 h 61"/>
                <a:gd name="T6" fmla="*/ 220 w 19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1">
                  <a:moveTo>
                    <a:pt x="4" y="61"/>
                  </a:moveTo>
                  <a:cubicBezTo>
                    <a:pt x="4" y="55"/>
                    <a:pt x="1" y="49"/>
                    <a:pt x="1" y="44"/>
                  </a:cubicBezTo>
                  <a:cubicBezTo>
                    <a:pt x="0" y="35"/>
                    <a:pt x="2" y="24"/>
                    <a:pt x="5" y="17"/>
                  </a:cubicBezTo>
                  <a:cubicBezTo>
                    <a:pt x="8" y="9"/>
                    <a:pt x="14" y="5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2" name="Freeform 1615">
              <a:extLst>
                <a:ext uri="{FF2B5EF4-FFF2-40B4-BE49-F238E27FC236}">
                  <a16:creationId xmlns:a16="http://schemas.microsoft.com/office/drawing/2014/main" id="{FB398FC2-8151-4D4C-8405-91D016306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337"/>
              <a:ext cx="55" cy="174"/>
            </a:xfrm>
            <a:custGeom>
              <a:avLst/>
              <a:gdLst>
                <a:gd name="T0" fmla="*/ 204 w 24"/>
                <a:gd name="T1" fmla="*/ 0 h 71"/>
                <a:gd name="T2" fmla="*/ 147 w 24"/>
                <a:gd name="T3" fmla="*/ 762 h 71"/>
                <a:gd name="T4" fmla="*/ 0 w 24"/>
                <a:gd name="T5" fmla="*/ 1044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1">
                  <a:moveTo>
                    <a:pt x="17" y="0"/>
                  </a:moveTo>
                  <a:cubicBezTo>
                    <a:pt x="24" y="16"/>
                    <a:pt x="19" y="37"/>
                    <a:pt x="12" y="52"/>
                  </a:cubicBezTo>
                  <a:cubicBezTo>
                    <a:pt x="9" y="57"/>
                    <a:pt x="4" y="70"/>
                    <a:pt x="0" y="7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3" name="Freeform 1616">
              <a:extLst>
                <a:ext uri="{FF2B5EF4-FFF2-40B4-BE49-F238E27FC236}">
                  <a16:creationId xmlns:a16="http://schemas.microsoft.com/office/drawing/2014/main" id="{2E362446-5F36-41F6-9A64-B93D252A4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396"/>
              <a:ext cx="17" cy="54"/>
            </a:xfrm>
            <a:custGeom>
              <a:avLst/>
              <a:gdLst>
                <a:gd name="T0" fmla="*/ 100 w 7"/>
                <a:gd name="T1" fmla="*/ 0 h 22"/>
                <a:gd name="T2" fmla="*/ 12 w 7"/>
                <a:gd name="T3" fmla="*/ 32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5" y="6"/>
                    <a:pt x="0" y="18"/>
                    <a:pt x="1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4" name="Freeform 1617">
              <a:extLst>
                <a:ext uri="{FF2B5EF4-FFF2-40B4-BE49-F238E27FC236}">
                  <a16:creationId xmlns:a16="http://schemas.microsoft.com/office/drawing/2014/main" id="{6E728488-953D-4C17-B3D7-CE1833788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396"/>
              <a:ext cx="30" cy="107"/>
            </a:xfrm>
            <a:custGeom>
              <a:avLst/>
              <a:gdLst>
                <a:gd name="T0" fmla="*/ 74 w 13"/>
                <a:gd name="T1" fmla="*/ 632 h 44"/>
                <a:gd name="T2" fmla="*/ 0 w 13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4">
                  <a:moveTo>
                    <a:pt x="6" y="44"/>
                  </a:moveTo>
                  <a:cubicBezTo>
                    <a:pt x="11" y="28"/>
                    <a:pt x="13" y="1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5" name="Freeform 1618">
              <a:extLst>
                <a:ext uri="{FF2B5EF4-FFF2-40B4-BE49-F238E27FC236}">
                  <a16:creationId xmlns:a16="http://schemas.microsoft.com/office/drawing/2014/main" id="{0F08ED49-E4E2-4CA9-8815-98A94995F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486"/>
              <a:ext cx="9" cy="69"/>
            </a:xfrm>
            <a:custGeom>
              <a:avLst/>
              <a:gdLst>
                <a:gd name="T0" fmla="*/ 45 w 4"/>
                <a:gd name="T1" fmla="*/ 0 h 28"/>
                <a:gd name="T2" fmla="*/ 36 w 4"/>
                <a:gd name="T3" fmla="*/ 41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8">
                  <a:moveTo>
                    <a:pt x="4" y="0"/>
                  </a:moveTo>
                  <a:cubicBezTo>
                    <a:pt x="3" y="8"/>
                    <a:pt x="0" y="20"/>
                    <a:pt x="3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6" name="Freeform 1619">
              <a:extLst>
                <a:ext uri="{FF2B5EF4-FFF2-40B4-BE49-F238E27FC236}">
                  <a16:creationId xmlns:a16="http://schemas.microsoft.com/office/drawing/2014/main" id="{2B9C23BE-7395-4115-A842-B14CA98EA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295"/>
              <a:ext cx="92" cy="132"/>
            </a:xfrm>
            <a:custGeom>
              <a:avLst/>
              <a:gdLst>
                <a:gd name="T0" fmla="*/ 122 w 40"/>
                <a:gd name="T1" fmla="*/ 790 h 54"/>
                <a:gd name="T2" fmla="*/ 488 w 40"/>
                <a:gd name="T3" fmla="*/ 0 h 54"/>
                <a:gd name="T4" fmla="*/ 147 w 40"/>
                <a:gd name="T5" fmla="*/ 323 h 54"/>
                <a:gd name="T6" fmla="*/ 37 w 40"/>
                <a:gd name="T7" fmla="*/ 645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4">
                  <a:moveTo>
                    <a:pt x="10" y="54"/>
                  </a:moveTo>
                  <a:cubicBezTo>
                    <a:pt x="26" y="43"/>
                    <a:pt x="33" y="17"/>
                    <a:pt x="40" y="0"/>
                  </a:cubicBezTo>
                  <a:cubicBezTo>
                    <a:pt x="28" y="1"/>
                    <a:pt x="19" y="12"/>
                    <a:pt x="12" y="22"/>
                  </a:cubicBezTo>
                  <a:cubicBezTo>
                    <a:pt x="9" y="26"/>
                    <a:pt x="0" y="41"/>
                    <a:pt x="3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7" name="Freeform 1620">
              <a:extLst>
                <a:ext uri="{FF2B5EF4-FFF2-40B4-BE49-F238E27FC236}">
                  <a16:creationId xmlns:a16="http://schemas.microsoft.com/office/drawing/2014/main" id="{F81CC21B-93FA-468D-802C-5FDF45406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175"/>
              <a:ext cx="115" cy="120"/>
            </a:xfrm>
            <a:custGeom>
              <a:avLst/>
              <a:gdLst>
                <a:gd name="T0" fmla="*/ 64 w 50"/>
                <a:gd name="T1" fmla="*/ 708 h 49"/>
                <a:gd name="T2" fmla="*/ 610 w 50"/>
                <a:gd name="T3" fmla="*/ 0 h 49"/>
                <a:gd name="T4" fmla="*/ 131 w 50"/>
                <a:gd name="T5" fmla="*/ 323 h 49"/>
                <a:gd name="T6" fmla="*/ 37 w 50"/>
                <a:gd name="T7" fmla="*/ 588 h 49"/>
                <a:gd name="T8" fmla="*/ 0 w 50"/>
                <a:gd name="T9" fmla="*/ 72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9">
                  <a:moveTo>
                    <a:pt x="5" y="48"/>
                  </a:moveTo>
                  <a:cubicBezTo>
                    <a:pt x="22" y="43"/>
                    <a:pt x="43" y="17"/>
                    <a:pt x="50" y="0"/>
                  </a:cubicBezTo>
                  <a:cubicBezTo>
                    <a:pt x="35" y="2"/>
                    <a:pt x="20" y="9"/>
                    <a:pt x="11" y="22"/>
                  </a:cubicBezTo>
                  <a:cubicBezTo>
                    <a:pt x="7" y="27"/>
                    <a:pt x="4" y="33"/>
                    <a:pt x="3" y="40"/>
                  </a:cubicBezTo>
                  <a:cubicBezTo>
                    <a:pt x="2" y="43"/>
                    <a:pt x="2" y="47"/>
                    <a:pt x="0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8" name="Freeform 1621">
              <a:extLst>
                <a:ext uri="{FF2B5EF4-FFF2-40B4-BE49-F238E27FC236}">
                  <a16:creationId xmlns:a16="http://schemas.microsoft.com/office/drawing/2014/main" id="{69D67913-C703-4764-A00D-EFC6FF5FE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241"/>
              <a:ext cx="104" cy="98"/>
            </a:xfrm>
            <a:custGeom>
              <a:avLst/>
              <a:gdLst>
                <a:gd name="T0" fmla="*/ 0 w 45"/>
                <a:gd name="T1" fmla="*/ 588 h 40"/>
                <a:gd name="T2" fmla="*/ 555 w 4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40">
                  <a:moveTo>
                    <a:pt x="0" y="40"/>
                  </a:moveTo>
                  <a:cubicBezTo>
                    <a:pt x="3" y="20"/>
                    <a:pt x="23" y="0"/>
                    <a:pt x="4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9" name="Freeform 1622">
              <a:extLst>
                <a:ext uri="{FF2B5EF4-FFF2-40B4-BE49-F238E27FC236}">
                  <a16:creationId xmlns:a16="http://schemas.microsoft.com/office/drawing/2014/main" id="{30144D7D-70CE-43FF-8733-78CCF8660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241"/>
              <a:ext cx="42" cy="66"/>
            </a:xfrm>
            <a:custGeom>
              <a:avLst/>
              <a:gdLst>
                <a:gd name="T0" fmla="*/ 0 w 18"/>
                <a:gd name="T1" fmla="*/ 394 h 27"/>
                <a:gd name="T2" fmla="*/ 229 w 18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0" y="27"/>
                  </a:moveTo>
                  <a:cubicBezTo>
                    <a:pt x="6" y="21"/>
                    <a:pt x="15" y="9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0" name="Freeform 1623">
              <a:extLst>
                <a:ext uri="{FF2B5EF4-FFF2-40B4-BE49-F238E27FC236}">
                  <a16:creationId xmlns:a16="http://schemas.microsoft.com/office/drawing/2014/main" id="{1E0CE225-60F7-41FD-BE8D-6F7D0B925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366"/>
              <a:ext cx="18" cy="15"/>
            </a:xfrm>
            <a:custGeom>
              <a:avLst/>
              <a:gdLst>
                <a:gd name="T0" fmla="*/ 0 w 8"/>
                <a:gd name="T1" fmla="*/ 95 h 6"/>
                <a:gd name="T2" fmla="*/ 92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4"/>
                    <a:pt x="5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1" name="Freeform 1624">
              <a:extLst>
                <a:ext uri="{FF2B5EF4-FFF2-40B4-BE49-F238E27FC236}">
                  <a16:creationId xmlns:a16="http://schemas.microsoft.com/office/drawing/2014/main" id="{0F530AD0-AC96-49CF-BE5F-C29A39A69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094"/>
              <a:ext cx="135" cy="103"/>
            </a:xfrm>
            <a:custGeom>
              <a:avLst/>
              <a:gdLst>
                <a:gd name="T0" fmla="*/ 0 w 59"/>
                <a:gd name="T1" fmla="*/ 620 h 42"/>
                <a:gd name="T2" fmla="*/ 309 w 59"/>
                <a:gd name="T3" fmla="*/ 500 h 42"/>
                <a:gd name="T4" fmla="*/ 707 w 59"/>
                <a:gd name="T5" fmla="*/ 120 h 42"/>
                <a:gd name="T6" fmla="*/ 25 w 59"/>
                <a:gd name="T7" fmla="*/ 51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2">
                  <a:moveTo>
                    <a:pt x="0" y="42"/>
                  </a:moveTo>
                  <a:cubicBezTo>
                    <a:pt x="9" y="42"/>
                    <a:pt x="19" y="38"/>
                    <a:pt x="26" y="34"/>
                  </a:cubicBezTo>
                  <a:cubicBezTo>
                    <a:pt x="36" y="28"/>
                    <a:pt x="53" y="18"/>
                    <a:pt x="59" y="8"/>
                  </a:cubicBezTo>
                  <a:cubicBezTo>
                    <a:pt x="40" y="0"/>
                    <a:pt x="12" y="20"/>
                    <a:pt x="2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2" name="Freeform 1625">
              <a:extLst>
                <a:ext uri="{FF2B5EF4-FFF2-40B4-BE49-F238E27FC236}">
                  <a16:creationId xmlns:a16="http://schemas.microsoft.com/office/drawing/2014/main" id="{BD69152A-3702-4915-9466-ED09DBCAD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72"/>
              <a:ext cx="157" cy="66"/>
            </a:xfrm>
            <a:custGeom>
              <a:avLst/>
              <a:gdLst>
                <a:gd name="T0" fmla="*/ 0 w 68"/>
                <a:gd name="T1" fmla="*/ 381 h 27"/>
                <a:gd name="T2" fmla="*/ 321 w 68"/>
                <a:gd name="T3" fmla="*/ 293 h 27"/>
                <a:gd name="T4" fmla="*/ 836 w 68"/>
                <a:gd name="T5" fmla="*/ 59 h 27"/>
                <a:gd name="T6" fmla="*/ 614 w 68"/>
                <a:gd name="T7" fmla="*/ 12 h 27"/>
                <a:gd name="T8" fmla="*/ 282 w 68"/>
                <a:gd name="T9" fmla="*/ 71 h 27"/>
                <a:gd name="T10" fmla="*/ 74 w 68"/>
                <a:gd name="T11" fmla="*/ 25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7">
                  <a:moveTo>
                    <a:pt x="0" y="26"/>
                  </a:moveTo>
                  <a:cubicBezTo>
                    <a:pt x="8" y="27"/>
                    <a:pt x="17" y="23"/>
                    <a:pt x="26" y="20"/>
                  </a:cubicBezTo>
                  <a:cubicBezTo>
                    <a:pt x="38" y="17"/>
                    <a:pt x="59" y="15"/>
                    <a:pt x="68" y="4"/>
                  </a:cubicBezTo>
                  <a:cubicBezTo>
                    <a:pt x="64" y="1"/>
                    <a:pt x="54" y="1"/>
                    <a:pt x="50" y="1"/>
                  </a:cubicBezTo>
                  <a:cubicBezTo>
                    <a:pt x="40" y="0"/>
                    <a:pt x="32" y="2"/>
                    <a:pt x="23" y="5"/>
                  </a:cubicBezTo>
                  <a:cubicBezTo>
                    <a:pt x="16" y="8"/>
                    <a:pt x="10" y="13"/>
                    <a:pt x="6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3" name="Freeform 1626">
              <a:extLst>
                <a:ext uri="{FF2B5EF4-FFF2-40B4-BE49-F238E27FC236}">
                  <a16:creationId xmlns:a16="http://schemas.microsoft.com/office/drawing/2014/main" id="{C6AC4649-D57E-4200-AB1E-674E2CB34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999"/>
              <a:ext cx="32" cy="68"/>
            </a:xfrm>
            <a:custGeom>
              <a:avLst/>
              <a:gdLst>
                <a:gd name="T0" fmla="*/ 0 w 14"/>
                <a:gd name="T1" fmla="*/ 0 h 28"/>
                <a:gd name="T2" fmla="*/ 167 w 14"/>
                <a:gd name="T3" fmla="*/ 4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0" y="0"/>
                  </a:moveTo>
                  <a:cubicBezTo>
                    <a:pt x="5" y="8"/>
                    <a:pt x="6" y="24"/>
                    <a:pt x="14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4" name="Freeform 1627">
              <a:extLst>
                <a:ext uri="{FF2B5EF4-FFF2-40B4-BE49-F238E27FC236}">
                  <a16:creationId xmlns:a16="http://schemas.microsoft.com/office/drawing/2014/main" id="{8877D4F3-A4A9-4DEC-BB1C-40568C592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986"/>
              <a:ext cx="292" cy="228"/>
            </a:xfrm>
            <a:custGeom>
              <a:avLst/>
              <a:gdLst>
                <a:gd name="T0" fmla="*/ 899 w 127"/>
                <a:gd name="T1" fmla="*/ 547 h 93"/>
                <a:gd name="T2" fmla="*/ 281 w 127"/>
                <a:gd name="T3" fmla="*/ 397 h 93"/>
                <a:gd name="T4" fmla="*/ 0 w 127"/>
                <a:gd name="T5" fmla="*/ 0 h 93"/>
                <a:gd name="T6" fmla="*/ 533 w 127"/>
                <a:gd name="T7" fmla="*/ 265 h 93"/>
                <a:gd name="T8" fmla="*/ 936 w 127"/>
                <a:gd name="T9" fmla="*/ 559 h 93"/>
                <a:gd name="T10" fmla="*/ 1543 w 127"/>
                <a:gd name="T11" fmla="*/ 1370 h 93"/>
                <a:gd name="T12" fmla="*/ 814 w 127"/>
                <a:gd name="T13" fmla="*/ 559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93">
                  <a:moveTo>
                    <a:pt x="74" y="37"/>
                  </a:moveTo>
                  <a:cubicBezTo>
                    <a:pt x="58" y="42"/>
                    <a:pt x="37" y="35"/>
                    <a:pt x="23" y="27"/>
                  </a:cubicBezTo>
                  <a:cubicBezTo>
                    <a:pt x="12" y="19"/>
                    <a:pt x="9" y="8"/>
                    <a:pt x="0" y="0"/>
                  </a:cubicBezTo>
                  <a:cubicBezTo>
                    <a:pt x="8" y="4"/>
                    <a:pt x="23" y="9"/>
                    <a:pt x="44" y="18"/>
                  </a:cubicBezTo>
                  <a:cubicBezTo>
                    <a:pt x="65" y="26"/>
                    <a:pt x="77" y="38"/>
                    <a:pt x="77" y="38"/>
                  </a:cubicBezTo>
                  <a:cubicBezTo>
                    <a:pt x="99" y="50"/>
                    <a:pt x="119" y="68"/>
                    <a:pt x="127" y="93"/>
                  </a:cubicBezTo>
                  <a:cubicBezTo>
                    <a:pt x="107" y="88"/>
                    <a:pt x="67" y="60"/>
                    <a:pt x="67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5" name="Freeform 1628">
              <a:extLst>
                <a:ext uri="{FF2B5EF4-FFF2-40B4-BE49-F238E27FC236}">
                  <a16:creationId xmlns:a16="http://schemas.microsoft.com/office/drawing/2014/main" id="{BAB8677F-B10D-4C60-8D8D-4FA7FA6CB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074"/>
              <a:ext cx="55" cy="32"/>
            </a:xfrm>
            <a:custGeom>
              <a:avLst/>
              <a:gdLst>
                <a:gd name="T0" fmla="*/ 289 w 24"/>
                <a:gd name="T1" fmla="*/ 194 h 13"/>
                <a:gd name="T2" fmla="*/ 0 w 2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24" y="13"/>
                  </a:moveTo>
                  <a:cubicBezTo>
                    <a:pt x="20" y="8"/>
                    <a:pt x="6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6" name="Freeform 1629">
              <a:extLst>
                <a:ext uri="{FF2B5EF4-FFF2-40B4-BE49-F238E27FC236}">
                  <a16:creationId xmlns:a16="http://schemas.microsoft.com/office/drawing/2014/main" id="{106614A4-B12F-4A2A-BBDC-8EBAF1CAF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055"/>
              <a:ext cx="177" cy="127"/>
            </a:xfrm>
            <a:custGeom>
              <a:avLst/>
              <a:gdLst>
                <a:gd name="T0" fmla="*/ 25 w 77"/>
                <a:gd name="T1" fmla="*/ 29 h 52"/>
                <a:gd name="T2" fmla="*/ 57 w 77"/>
                <a:gd name="T3" fmla="*/ 120 h 52"/>
                <a:gd name="T4" fmla="*/ 216 w 77"/>
                <a:gd name="T5" fmla="*/ 335 h 52"/>
                <a:gd name="T6" fmla="*/ 756 w 77"/>
                <a:gd name="T7" fmla="*/ 699 h 52"/>
                <a:gd name="T8" fmla="*/ 936 w 77"/>
                <a:gd name="T9" fmla="*/ 757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2">
                  <a:moveTo>
                    <a:pt x="2" y="2"/>
                  </a:moveTo>
                  <a:cubicBezTo>
                    <a:pt x="0" y="0"/>
                    <a:pt x="4" y="6"/>
                    <a:pt x="5" y="8"/>
                  </a:cubicBezTo>
                  <a:cubicBezTo>
                    <a:pt x="8" y="13"/>
                    <a:pt x="13" y="18"/>
                    <a:pt x="18" y="23"/>
                  </a:cubicBezTo>
                  <a:cubicBezTo>
                    <a:pt x="32" y="36"/>
                    <a:pt x="45" y="41"/>
                    <a:pt x="62" y="48"/>
                  </a:cubicBezTo>
                  <a:cubicBezTo>
                    <a:pt x="72" y="51"/>
                    <a:pt x="77" y="52"/>
                    <a:pt x="77" y="5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7" name="Freeform 1630">
              <a:extLst>
                <a:ext uri="{FF2B5EF4-FFF2-40B4-BE49-F238E27FC236}">
                  <a16:creationId xmlns:a16="http://schemas.microsoft.com/office/drawing/2014/main" id="{C51503D9-0228-4FE5-BA87-3B24166C2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962"/>
              <a:ext cx="179" cy="100"/>
            </a:xfrm>
            <a:custGeom>
              <a:avLst/>
              <a:gdLst>
                <a:gd name="T0" fmla="*/ 691 w 78"/>
                <a:gd name="T1" fmla="*/ 244 h 41"/>
                <a:gd name="T2" fmla="*/ 264 w 78"/>
                <a:gd name="T3" fmla="*/ 71 h 41"/>
                <a:gd name="T4" fmla="*/ 0 w 78"/>
                <a:gd name="T5" fmla="*/ 29 h 41"/>
                <a:gd name="T6" fmla="*/ 264 w 78"/>
                <a:gd name="T7" fmla="*/ 273 h 41"/>
                <a:gd name="T8" fmla="*/ 663 w 78"/>
                <a:gd name="T9" fmla="*/ 524 h 41"/>
                <a:gd name="T10" fmla="*/ 943 w 78"/>
                <a:gd name="T11" fmla="*/ 554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41">
                  <a:moveTo>
                    <a:pt x="57" y="17"/>
                  </a:moveTo>
                  <a:cubicBezTo>
                    <a:pt x="46" y="11"/>
                    <a:pt x="34" y="8"/>
                    <a:pt x="22" y="5"/>
                  </a:cubicBezTo>
                  <a:cubicBezTo>
                    <a:pt x="17" y="4"/>
                    <a:pt x="4" y="0"/>
                    <a:pt x="0" y="2"/>
                  </a:cubicBezTo>
                  <a:cubicBezTo>
                    <a:pt x="4" y="9"/>
                    <a:pt x="16" y="14"/>
                    <a:pt x="22" y="19"/>
                  </a:cubicBezTo>
                  <a:cubicBezTo>
                    <a:pt x="32" y="26"/>
                    <a:pt x="44" y="32"/>
                    <a:pt x="55" y="36"/>
                  </a:cubicBezTo>
                  <a:cubicBezTo>
                    <a:pt x="61" y="38"/>
                    <a:pt x="72" y="41"/>
                    <a:pt x="78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8" name="Freeform 1631">
              <a:extLst>
                <a:ext uri="{FF2B5EF4-FFF2-40B4-BE49-F238E27FC236}">
                  <a16:creationId xmlns:a16="http://schemas.microsoft.com/office/drawing/2014/main" id="{BD4CAA80-0B18-43DC-A7CE-AB63DA825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952"/>
              <a:ext cx="195" cy="71"/>
            </a:xfrm>
            <a:custGeom>
              <a:avLst/>
              <a:gdLst>
                <a:gd name="T0" fmla="*/ 736 w 85"/>
                <a:gd name="T1" fmla="*/ 120 h 29"/>
                <a:gd name="T2" fmla="*/ 0 w 85"/>
                <a:gd name="T3" fmla="*/ 120 h 29"/>
                <a:gd name="T4" fmla="*/ 374 w 85"/>
                <a:gd name="T5" fmla="*/ 306 h 29"/>
                <a:gd name="T6" fmla="*/ 748 w 85"/>
                <a:gd name="T7" fmla="*/ 414 h 29"/>
                <a:gd name="T8" fmla="*/ 1025 w 85"/>
                <a:gd name="T9" fmla="*/ 36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9">
                  <a:moveTo>
                    <a:pt x="61" y="8"/>
                  </a:moveTo>
                  <a:cubicBezTo>
                    <a:pt x="50" y="2"/>
                    <a:pt x="17" y="0"/>
                    <a:pt x="0" y="8"/>
                  </a:cubicBezTo>
                  <a:cubicBezTo>
                    <a:pt x="9" y="10"/>
                    <a:pt x="22" y="18"/>
                    <a:pt x="31" y="21"/>
                  </a:cubicBezTo>
                  <a:cubicBezTo>
                    <a:pt x="41" y="24"/>
                    <a:pt x="51" y="27"/>
                    <a:pt x="62" y="28"/>
                  </a:cubicBezTo>
                  <a:cubicBezTo>
                    <a:pt x="70" y="29"/>
                    <a:pt x="77" y="27"/>
                    <a:pt x="85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9" name="Freeform 1632">
              <a:extLst>
                <a:ext uri="{FF2B5EF4-FFF2-40B4-BE49-F238E27FC236}">
                  <a16:creationId xmlns:a16="http://schemas.microsoft.com/office/drawing/2014/main" id="{36F2579D-41E7-4EA3-8768-839956C72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966"/>
              <a:ext cx="173" cy="64"/>
            </a:xfrm>
            <a:custGeom>
              <a:avLst/>
              <a:gdLst>
                <a:gd name="T0" fmla="*/ 676 w 75"/>
                <a:gd name="T1" fmla="*/ 62 h 26"/>
                <a:gd name="T2" fmla="*/ 394 w 75"/>
                <a:gd name="T3" fmla="*/ 12 h 26"/>
                <a:gd name="T4" fmla="*/ 0 w 75"/>
                <a:gd name="T5" fmla="*/ 182 h 26"/>
                <a:gd name="T6" fmla="*/ 611 w 75"/>
                <a:gd name="T7" fmla="*/ 357 h 26"/>
                <a:gd name="T8" fmla="*/ 920 w 75"/>
                <a:gd name="T9" fmla="*/ 18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6">
                  <a:moveTo>
                    <a:pt x="55" y="4"/>
                  </a:moveTo>
                  <a:cubicBezTo>
                    <a:pt x="50" y="0"/>
                    <a:pt x="38" y="1"/>
                    <a:pt x="32" y="1"/>
                  </a:cubicBezTo>
                  <a:cubicBezTo>
                    <a:pt x="24" y="1"/>
                    <a:pt x="7" y="6"/>
                    <a:pt x="0" y="12"/>
                  </a:cubicBezTo>
                  <a:cubicBezTo>
                    <a:pt x="15" y="19"/>
                    <a:pt x="33" y="26"/>
                    <a:pt x="50" y="24"/>
                  </a:cubicBezTo>
                  <a:cubicBezTo>
                    <a:pt x="60" y="23"/>
                    <a:pt x="67" y="17"/>
                    <a:pt x="75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0" name="Freeform 1633">
              <a:extLst>
                <a:ext uri="{FF2B5EF4-FFF2-40B4-BE49-F238E27FC236}">
                  <a16:creationId xmlns:a16="http://schemas.microsoft.com/office/drawing/2014/main" id="{ADF66449-0FD9-4830-AE71-641069433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993"/>
              <a:ext cx="184" cy="69"/>
            </a:xfrm>
            <a:custGeom>
              <a:avLst/>
              <a:gdLst>
                <a:gd name="T0" fmla="*/ 692 w 80"/>
                <a:gd name="T1" fmla="*/ 0 h 28"/>
                <a:gd name="T2" fmla="*/ 338 w 80"/>
                <a:gd name="T3" fmla="*/ 91 h 28"/>
                <a:gd name="T4" fmla="*/ 0 w 80"/>
                <a:gd name="T5" fmla="*/ 345 h 28"/>
                <a:gd name="T6" fmla="*/ 448 w 80"/>
                <a:gd name="T7" fmla="*/ 389 h 28"/>
                <a:gd name="T8" fmla="*/ 757 w 80"/>
                <a:gd name="T9" fmla="*/ 389 h 28"/>
                <a:gd name="T10" fmla="*/ 973 w 80"/>
                <a:gd name="T11" fmla="*/ 18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28">
                  <a:moveTo>
                    <a:pt x="57" y="0"/>
                  </a:moveTo>
                  <a:cubicBezTo>
                    <a:pt x="47" y="2"/>
                    <a:pt x="39" y="3"/>
                    <a:pt x="28" y="6"/>
                  </a:cubicBezTo>
                  <a:cubicBezTo>
                    <a:pt x="21" y="8"/>
                    <a:pt x="5" y="15"/>
                    <a:pt x="0" y="23"/>
                  </a:cubicBezTo>
                  <a:cubicBezTo>
                    <a:pt x="12" y="27"/>
                    <a:pt x="24" y="26"/>
                    <a:pt x="37" y="26"/>
                  </a:cubicBezTo>
                  <a:cubicBezTo>
                    <a:pt x="45" y="26"/>
                    <a:pt x="54" y="28"/>
                    <a:pt x="62" y="26"/>
                  </a:cubicBezTo>
                  <a:cubicBezTo>
                    <a:pt x="69" y="24"/>
                    <a:pt x="75" y="15"/>
                    <a:pt x="80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1" name="Freeform 1634">
              <a:extLst>
                <a:ext uri="{FF2B5EF4-FFF2-40B4-BE49-F238E27FC236}">
                  <a16:creationId xmlns:a16="http://schemas.microsoft.com/office/drawing/2014/main" id="{23CA79D3-4E3A-415A-ABE3-DD9D28D05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052"/>
              <a:ext cx="46" cy="30"/>
            </a:xfrm>
            <a:custGeom>
              <a:avLst/>
              <a:gdLst>
                <a:gd name="T0" fmla="*/ 244 w 20"/>
                <a:gd name="T1" fmla="*/ 188 h 12"/>
                <a:gd name="T2" fmla="*/ 0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cubicBezTo>
                    <a:pt x="13" y="8"/>
                    <a:pt x="7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2" name="Freeform 1635">
              <a:extLst>
                <a:ext uri="{FF2B5EF4-FFF2-40B4-BE49-F238E27FC236}">
                  <a16:creationId xmlns:a16="http://schemas.microsoft.com/office/drawing/2014/main" id="{EA5EA789-BCA2-4FC7-94C6-DBF219C0E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043"/>
              <a:ext cx="140" cy="98"/>
            </a:xfrm>
            <a:custGeom>
              <a:avLst/>
              <a:gdLst>
                <a:gd name="T0" fmla="*/ 737 w 61"/>
                <a:gd name="T1" fmla="*/ 588 h 40"/>
                <a:gd name="T2" fmla="*/ 532 w 61"/>
                <a:gd name="T3" fmla="*/ 576 h 40"/>
                <a:gd name="T4" fmla="*/ 243 w 61"/>
                <a:gd name="T5" fmla="*/ 336 h 40"/>
                <a:gd name="T6" fmla="*/ 0 w 61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0">
                  <a:moveTo>
                    <a:pt x="61" y="40"/>
                  </a:moveTo>
                  <a:cubicBezTo>
                    <a:pt x="55" y="38"/>
                    <a:pt x="49" y="40"/>
                    <a:pt x="44" y="39"/>
                  </a:cubicBezTo>
                  <a:cubicBezTo>
                    <a:pt x="35" y="37"/>
                    <a:pt x="26" y="30"/>
                    <a:pt x="20" y="23"/>
                  </a:cubicBezTo>
                  <a:cubicBezTo>
                    <a:pt x="13" y="16"/>
                    <a:pt x="4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3" name="Freeform 1636">
              <a:extLst>
                <a:ext uri="{FF2B5EF4-FFF2-40B4-BE49-F238E27FC236}">
                  <a16:creationId xmlns:a16="http://schemas.microsoft.com/office/drawing/2014/main" id="{93319786-B078-4FC1-9FAE-ACDCA993A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025"/>
              <a:ext cx="148" cy="94"/>
            </a:xfrm>
            <a:custGeom>
              <a:avLst/>
              <a:gdLst>
                <a:gd name="T0" fmla="*/ 791 w 64"/>
                <a:gd name="T1" fmla="*/ 576 h 38"/>
                <a:gd name="T2" fmla="*/ 546 w 64"/>
                <a:gd name="T3" fmla="*/ 502 h 38"/>
                <a:gd name="T4" fmla="*/ 224 w 64"/>
                <a:gd name="T5" fmla="*/ 228 h 38"/>
                <a:gd name="T6" fmla="*/ 65 w 64"/>
                <a:gd name="T7" fmla="*/ 42 h 38"/>
                <a:gd name="T8" fmla="*/ 28 w 64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8">
                  <a:moveTo>
                    <a:pt x="64" y="38"/>
                  </a:moveTo>
                  <a:cubicBezTo>
                    <a:pt x="58" y="36"/>
                    <a:pt x="51" y="36"/>
                    <a:pt x="44" y="33"/>
                  </a:cubicBezTo>
                  <a:cubicBezTo>
                    <a:pt x="34" y="30"/>
                    <a:pt x="26" y="22"/>
                    <a:pt x="18" y="15"/>
                  </a:cubicBezTo>
                  <a:cubicBezTo>
                    <a:pt x="14" y="11"/>
                    <a:pt x="9" y="7"/>
                    <a:pt x="5" y="3"/>
                  </a:cubicBezTo>
                  <a:cubicBezTo>
                    <a:pt x="4" y="2"/>
                    <a:pt x="0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4" name="Freeform 1637">
              <a:extLst>
                <a:ext uri="{FF2B5EF4-FFF2-40B4-BE49-F238E27FC236}">
                  <a16:creationId xmlns:a16="http://schemas.microsoft.com/office/drawing/2014/main" id="{89AF9897-B165-4F38-ACC6-A4E7EFB0F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013"/>
              <a:ext cx="67" cy="20"/>
            </a:xfrm>
            <a:custGeom>
              <a:avLst/>
              <a:gdLst>
                <a:gd name="T0" fmla="*/ 358 w 29"/>
                <a:gd name="T1" fmla="*/ 125 h 8"/>
                <a:gd name="T2" fmla="*/ 0 w 29"/>
                <a:gd name="T3" fmla="*/ 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">
                  <a:moveTo>
                    <a:pt x="29" y="8"/>
                  </a:moveTo>
                  <a:cubicBezTo>
                    <a:pt x="22" y="5"/>
                    <a:pt x="7" y="0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5" name="Freeform 1638">
              <a:extLst>
                <a:ext uri="{FF2B5EF4-FFF2-40B4-BE49-F238E27FC236}">
                  <a16:creationId xmlns:a16="http://schemas.microsoft.com/office/drawing/2014/main" id="{58531F9E-53C6-4604-A760-642962720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025"/>
              <a:ext cx="28" cy="10"/>
            </a:xfrm>
            <a:custGeom>
              <a:avLst/>
              <a:gdLst>
                <a:gd name="T0" fmla="*/ 152 w 12"/>
                <a:gd name="T1" fmla="*/ 0 h 4"/>
                <a:gd name="T2" fmla="*/ 0 w 1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0"/>
                  </a:moveTo>
                  <a:cubicBezTo>
                    <a:pt x="8" y="1"/>
                    <a:pt x="2" y="2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6" name="Freeform 1639">
              <a:extLst>
                <a:ext uri="{FF2B5EF4-FFF2-40B4-BE49-F238E27FC236}">
                  <a16:creationId xmlns:a16="http://schemas.microsoft.com/office/drawing/2014/main" id="{11A9E5C6-3EEB-4B66-82E8-85F35750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003"/>
              <a:ext cx="69" cy="54"/>
            </a:xfrm>
            <a:custGeom>
              <a:avLst/>
              <a:gdLst>
                <a:gd name="T0" fmla="*/ 0 w 30"/>
                <a:gd name="T1" fmla="*/ 0 h 22"/>
                <a:gd name="T2" fmla="*/ 366 w 30"/>
                <a:gd name="T3" fmla="*/ 32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2">
                  <a:moveTo>
                    <a:pt x="0" y="0"/>
                  </a:moveTo>
                  <a:cubicBezTo>
                    <a:pt x="17" y="1"/>
                    <a:pt x="22" y="8"/>
                    <a:pt x="30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7" name="Freeform 1640">
              <a:extLst>
                <a:ext uri="{FF2B5EF4-FFF2-40B4-BE49-F238E27FC236}">
                  <a16:creationId xmlns:a16="http://schemas.microsoft.com/office/drawing/2014/main" id="{C90B3388-A961-4E9A-B9D3-6F8A5B631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013"/>
              <a:ext cx="7" cy="30"/>
            </a:xfrm>
            <a:custGeom>
              <a:avLst/>
              <a:gdLst>
                <a:gd name="T0" fmla="*/ 0 w 3"/>
                <a:gd name="T1" fmla="*/ 0 h 12"/>
                <a:gd name="T2" fmla="*/ 37 w 3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1" y="3"/>
                    <a:pt x="3" y="9"/>
                    <a:pt x="3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8" name="Freeform 1641">
              <a:extLst>
                <a:ext uri="{FF2B5EF4-FFF2-40B4-BE49-F238E27FC236}">
                  <a16:creationId xmlns:a16="http://schemas.microsoft.com/office/drawing/2014/main" id="{3E05DFA4-1F3B-4EE0-9073-6BCB1ED1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077"/>
              <a:ext cx="88" cy="24"/>
            </a:xfrm>
            <a:custGeom>
              <a:avLst/>
              <a:gdLst>
                <a:gd name="T0" fmla="*/ 472 w 38"/>
                <a:gd name="T1" fmla="*/ 139 h 10"/>
                <a:gd name="T2" fmla="*/ 0 w 3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38" y="10"/>
                  </a:moveTo>
                  <a:cubicBezTo>
                    <a:pt x="25" y="9"/>
                    <a:pt x="11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9" name="Freeform 1642">
              <a:extLst>
                <a:ext uri="{FF2B5EF4-FFF2-40B4-BE49-F238E27FC236}">
                  <a16:creationId xmlns:a16="http://schemas.microsoft.com/office/drawing/2014/main" id="{D9E8A084-73C1-43A2-B2BA-7B07C48F7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016"/>
              <a:ext cx="48" cy="31"/>
            </a:xfrm>
            <a:custGeom>
              <a:avLst/>
              <a:gdLst>
                <a:gd name="T0" fmla="*/ 251 w 21"/>
                <a:gd name="T1" fmla="*/ 176 h 13"/>
                <a:gd name="T2" fmla="*/ 0 w 21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21" y="13"/>
                  </a:moveTo>
                  <a:cubicBezTo>
                    <a:pt x="17" y="10"/>
                    <a:pt x="2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0" name="Freeform 1643">
              <a:extLst>
                <a:ext uri="{FF2B5EF4-FFF2-40B4-BE49-F238E27FC236}">
                  <a16:creationId xmlns:a16="http://schemas.microsoft.com/office/drawing/2014/main" id="{9729C76B-9066-4D71-9232-221094318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099"/>
              <a:ext cx="101" cy="83"/>
            </a:xfrm>
            <a:custGeom>
              <a:avLst/>
              <a:gdLst>
                <a:gd name="T0" fmla="*/ 0 w 44"/>
                <a:gd name="T1" fmla="*/ 0 h 34"/>
                <a:gd name="T2" fmla="*/ 207 w 44"/>
                <a:gd name="T3" fmla="*/ 90 h 34"/>
                <a:gd name="T4" fmla="*/ 459 w 44"/>
                <a:gd name="T5" fmla="*/ 334 h 34"/>
                <a:gd name="T6" fmla="*/ 533 w 44"/>
                <a:gd name="T7" fmla="*/ 49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4">
                  <a:moveTo>
                    <a:pt x="0" y="0"/>
                  </a:moveTo>
                  <a:cubicBezTo>
                    <a:pt x="5" y="3"/>
                    <a:pt x="11" y="3"/>
                    <a:pt x="17" y="6"/>
                  </a:cubicBezTo>
                  <a:cubicBezTo>
                    <a:pt x="24" y="9"/>
                    <a:pt x="33" y="16"/>
                    <a:pt x="38" y="23"/>
                  </a:cubicBezTo>
                  <a:cubicBezTo>
                    <a:pt x="43" y="29"/>
                    <a:pt x="41" y="27"/>
                    <a:pt x="44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1" name="Freeform 1644">
              <a:extLst>
                <a:ext uri="{FF2B5EF4-FFF2-40B4-BE49-F238E27FC236}">
                  <a16:creationId xmlns:a16="http://schemas.microsoft.com/office/drawing/2014/main" id="{AB042FCA-B888-4B3C-A837-CE15E48C8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138"/>
              <a:ext cx="141" cy="120"/>
            </a:xfrm>
            <a:custGeom>
              <a:avLst/>
              <a:gdLst>
                <a:gd name="T0" fmla="*/ 754 w 61"/>
                <a:gd name="T1" fmla="*/ 720 h 49"/>
                <a:gd name="T2" fmla="*/ 150 w 61"/>
                <a:gd name="T3" fmla="*/ 294 h 49"/>
                <a:gd name="T4" fmla="*/ 12 w 61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9">
                  <a:moveTo>
                    <a:pt x="61" y="49"/>
                  </a:moveTo>
                  <a:cubicBezTo>
                    <a:pt x="44" y="47"/>
                    <a:pt x="22" y="33"/>
                    <a:pt x="12" y="20"/>
                  </a:cubicBezTo>
                  <a:cubicBezTo>
                    <a:pt x="8" y="15"/>
                    <a:pt x="0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2" name="Freeform 1645">
              <a:extLst>
                <a:ext uri="{FF2B5EF4-FFF2-40B4-BE49-F238E27FC236}">
                  <a16:creationId xmlns:a16="http://schemas.microsoft.com/office/drawing/2014/main" id="{94912AEB-5F09-4DD8-B4AB-47F073914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133"/>
              <a:ext cx="55" cy="35"/>
            </a:xfrm>
            <a:custGeom>
              <a:avLst/>
              <a:gdLst>
                <a:gd name="T0" fmla="*/ 289 w 24"/>
                <a:gd name="T1" fmla="*/ 220 h 14"/>
                <a:gd name="T2" fmla="*/ 0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24" y="14"/>
                  </a:moveTo>
                  <a:cubicBezTo>
                    <a:pt x="17" y="9"/>
                    <a:pt x="8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3" name="Freeform 1646">
              <a:extLst>
                <a:ext uri="{FF2B5EF4-FFF2-40B4-BE49-F238E27FC236}">
                  <a16:creationId xmlns:a16="http://schemas.microsoft.com/office/drawing/2014/main" id="{E3CAD05C-EC5D-4178-8B35-719D9EFCD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991"/>
              <a:ext cx="73" cy="20"/>
            </a:xfrm>
            <a:custGeom>
              <a:avLst/>
              <a:gdLst>
                <a:gd name="T0" fmla="*/ 381 w 32"/>
                <a:gd name="T1" fmla="*/ 113 h 8"/>
                <a:gd name="T2" fmla="*/ 0 w 32"/>
                <a:gd name="T3" fmla="*/ 8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">
                  <a:moveTo>
                    <a:pt x="32" y="7"/>
                  </a:moveTo>
                  <a:cubicBezTo>
                    <a:pt x="23" y="8"/>
                    <a:pt x="8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4" name="Freeform 1647">
              <a:extLst>
                <a:ext uri="{FF2B5EF4-FFF2-40B4-BE49-F238E27FC236}">
                  <a16:creationId xmlns:a16="http://schemas.microsoft.com/office/drawing/2014/main" id="{ECDE9F96-8BA1-4C53-9F34-DDEFD2F54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040"/>
              <a:ext cx="202" cy="79"/>
            </a:xfrm>
            <a:custGeom>
              <a:avLst/>
              <a:gdLst>
                <a:gd name="T0" fmla="*/ 363 w 88"/>
                <a:gd name="T1" fmla="*/ 257 h 32"/>
                <a:gd name="T2" fmla="*/ 1065 w 88"/>
                <a:gd name="T3" fmla="*/ 407 h 32"/>
                <a:gd name="T4" fmla="*/ 289 w 88"/>
                <a:gd name="T5" fmla="*/ 30 h 32"/>
                <a:gd name="T6" fmla="*/ 0 w 88"/>
                <a:gd name="T7" fmla="*/ 19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32">
                  <a:moveTo>
                    <a:pt x="30" y="17"/>
                  </a:moveTo>
                  <a:cubicBezTo>
                    <a:pt x="58" y="30"/>
                    <a:pt x="70" y="32"/>
                    <a:pt x="88" y="27"/>
                  </a:cubicBezTo>
                  <a:cubicBezTo>
                    <a:pt x="71" y="10"/>
                    <a:pt x="49" y="0"/>
                    <a:pt x="24" y="2"/>
                  </a:cubicBezTo>
                  <a:cubicBezTo>
                    <a:pt x="20" y="2"/>
                    <a:pt x="3" y="13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5" name="Freeform 1648">
              <a:extLst>
                <a:ext uri="{FF2B5EF4-FFF2-40B4-BE49-F238E27FC236}">
                  <a16:creationId xmlns:a16="http://schemas.microsoft.com/office/drawing/2014/main" id="{D6757009-4D63-486F-897F-0D2B2D3F0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092"/>
              <a:ext cx="152" cy="83"/>
            </a:xfrm>
            <a:custGeom>
              <a:avLst/>
              <a:gdLst>
                <a:gd name="T0" fmla="*/ 0 w 66"/>
                <a:gd name="T1" fmla="*/ 0 h 34"/>
                <a:gd name="T2" fmla="*/ 403 w 66"/>
                <a:gd name="T3" fmla="*/ 305 h 34"/>
                <a:gd name="T4" fmla="*/ 806 w 66"/>
                <a:gd name="T5" fmla="*/ 49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34">
                  <a:moveTo>
                    <a:pt x="0" y="0"/>
                  </a:moveTo>
                  <a:cubicBezTo>
                    <a:pt x="2" y="9"/>
                    <a:pt x="19" y="15"/>
                    <a:pt x="33" y="21"/>
                  </a:cubicBezTo>
                  <a:cubicBezTo>
                    <a:pt x="47" y="28"/>
                    <a:pt x="59" y="34"/>
                    <a:pt x="66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6" name="Freeform 1649">
              <a:extLst>
                <a:ext uri="{FF2B5EF4-FFF2-40B4-BE49-F238E27FC236}">
                  <a16:creationId xmlns:a16="http://schemas.microsoft.com/office/drawing/2014/main" id="{B7B82785-10C2-4C81-A751-A77AE9402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030"/>
              <a:ext cx="87" cy="25"/>
            </a:xfrm>
            <a:custGeom>
              <a:avLst/>
              <a:gdLst>
                <a:gd name="T0" fmla="*/ 0 w 38"/>
                <a:gd name="T1" fmla="*/ 0 h 10"/>
                <a:gd name="T2" fmla="*/ 456 w 38"/>
                <a:gd name="T3" fmla="*/ 9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0" y="0"/>
                  </a:moveTo>
                  <a:cubicBezTo>
                    <a:pt x="12" y="10"/>
                    <a:pt x="38" y="6"/>
                    <a:pt x="38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7" name="Freeform 1650">
              <a:extLst>
                <a:ext uri="{FF2B5EF4-FFF2-40B4-BE49-F238E27FC236}">
                  <a16:creationId xmlns:a16="http://schemas.microsoft.com/office/drawing/2014/main" id="{AFE2C0F4-D962-4600-A073-260B13BA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038"/>
              <a:ext cx="9" cy="14"/>
            </a:xfrm>
            <a:custGeom>
              <a:avLst/>
              <a:gdLst>
                <a:gd name="T0" fmla="*/ 45 w 4"/>
                <a:gd name="T1" fmla="*/ 0 h 6"/>
                <a:gd name="T2" fmla="*/ 0 w 4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8" name="Freeform 1651">
              <a:extLst>
                <a:ext uri="{FF2B5EF4-FFF2-40B4-BE49-F238E27FC236}">
                  <a16:creationId xmlns:a16="http://schemas.microsoft.com/office/drawing/2014/main" id="{3292D93E-580F-406B-A14A-15804803F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2052"/>
              <a:ext cx="43" cy="64"/>
            </a:xfrm>
            <a:custGeom>
              <a:avLst/>
              <a:gdLst>
                <a:gd name="T0" fmla="*/ 220 w 19"/>
                <a:gd name="T1" fmla="*/ 0 h 26"/>
                <a:gd name="T2" fmla="*/ 0 w 19"/>
                <a:gd name="T3" fmla="*/ 38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11" y="7"/>
                    <a:pt x="3" y="15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9" name="Freeform 1652">
              <a:extLst>
                <a:ext uri="{FF2B5EF4-FFF2-40B4-BE49-F238E27FC236}">
                  <a16:creationId xmlns:a16="http://schemas.microsoft.com/office/drawing/2014/main" id="{235C6FEE-4D1D-4F29-B8FC-734F780CA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045"/>
              <a:ext cx="5" cy="15"/>
            </a:xfrm>
            <a:custGeom>
              <a:avLst/>
              <a:gdLst>
                <a:gd name="T0" fmla="*/ 0 w 2"/>
                <a:gd name="T1" fmla="*/ 0 h 6"/>
                <a:gd name="T2" fmla="*/ 20 w 2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2"/>
                    <a:pt x="2" y="4"/>
                    <a:pt x="1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0" name="Freeform 1653">
              <a:extLst>
                <a:ext uri="{FF2B5EF4-FFF2-40B4-BE49-F238E27FC236}">
                  <a16:creationId xmlns:a16="http://schemas.microsoft.com/office/drawing/2014/main" id="{3A6D168C-407E-4579-8BB0-781395632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150"/>
              <a:ext cx="140" cy="116"/>
            </a:xfrm>
            <a:custGeom>
              <a:avLst/>
              <a:gdLst>
                <a:gd name="T0" fmla="*/ 0 w 61"/>
                <a:gd name="T1" fmla="*/ 706 h 47"/>
                <a:gd name="T2" fmla="*/ 737 w 61"/>
                <a:gd name="T3" fmla="*/ 18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7">
                  <a:moveTo>
                    <a:pt x="0" y="47"/>
                  </a:moveTo>
                  <a:cubicBezTo>
                    <a:pt x="7" y="25"/>
                    <a:pt x="37" y="0"/>
                    <a:pt x="61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1" name="Freeform 1654">
              <a:extLst>
                <a:ext uri="{FF2B5EF4-FFF2-40B4-BE49-F238E27FC236}">
                  <a16:creationId xmlns:a16="http://schemas.microsoft.com/office/drawing/2014/main" id="{149460C3-D9F8-4783-BA13-79C87F68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060"/>
              <a:ext cx="129" cy="112"/>
            </a:xfrm>
            <a:custGeom>
              <a:avLst/>
              <a:gdLst>
                <a:gd name="T0" fmla="*/ 0 w 56"/>
                <a:gd name="T1" fmla="*/ 665 h 46"/>
                <a:gd name="T2" fmla="*/ 684 w 5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46">
                  <a:moveTo>
                    <a:pt x="0" y="46"/>
                  </a:moveTo>
                  <a:cubicBezTo>
                    <a:pt x="7" y="24"/>
                    <a:pt x="32" y="1"/>
                    <a:pt x="5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2" name="Freeform 1655">
              <a:extLst>
                <a:ext uri="{FF2B5EF4-FFF2-40B4-BE49-F238E27FC236}">
                  <a16:creationId xmlns:a16="http://schemas.microsoft.com/office/drawing/2014/main" id="{A570329A-E1F0-4E51-A42F-6B6BB153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060"/>
              <a:ext cx="12" cy="12"/>
            </a:xfrm>
            <a:custGeom>
              <a:avLst/>
              <a:gdLst>
                <a:gd name="T0" fmla="*/ 0 w 5"/>
                <a:gd name="T1" fmla="*/ 12 h 5"/>
                <a:gd name="T2" fmla="*/ 58 w 5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3" y="0"/>
                    <a:pt x="5" y="2"/>
                    <a:pt x="4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3" name="Freeform 1656">
              <a:extLst>
                <a:ext uri="{FF2B5EF4-FFF2-40B4-BE49-F238E27FC236}">
                  <a16:creationId xmlns:a16="http://schemas.microsoft.com/office/drawing/2014/main" id="{AADFFD67-1F60-493D-8369-14D4E4D60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138"/>
              <a:ext cx="90" cy="115"/>
            </a:xfrm>
            <a:custGeom>
              <a:avLst/>
              <a:gdLst>
                <a:gd name="T0" fmla="*/ 0 w 39"/>
                <a:gd name="T1" fmla="*/ 688 h 47"/>
                <a:gd name="T2" fmla="*/ 480 w 39"/>
                <a:gd name="T3" fmla="*/ 0 h 47"/>
                <a:gd name="T4" fmla="*/ 309 w 39"/>
                <a:gd name="T5" fmla="*/ 43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7">
                  <a:moveTo>
                    <a:pt x="0" y="47"/>
                  </a:moveTo>
                  <a:cubicBezTo>
                    <a:pt x="1" y="25"/>
                    <a:pt x="19" y="6"/>
                    <a:pt x="39" y="0"/>
                  </a:cubicBezTo>
                  <a:cubicBezTo>
                    <a:pt x="38" y="9"/>
                    <a:pt x="32" y="23"/>
                    <a:pt x="25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4" name="Freeform 1657">
              <a:extLst>
                <a:ext uri="{FF2B5EF4-FFF2-40B4-BE49-F238E27FC236}">
                  <a16:creationId xmlns:a16="http://schemas.microsoft.com/office/drawing/2014/main" id="{637C24F9-0EA8-498B-950A-8A9AD67A8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268"/>
              <a:ext cx="20" cy="12"/>
            </a:xfrm>
            <a:custGeom>
              <a:avLst/>
              <a:gdLst>
                <a:gd name="T0" fmla="*/ 0 w 9"/>
                <a:gd name="T1" fmla="*/ 0 h 5"/>
                <a:gd name="T2" fmla="*/ 98 w 9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2" y="5"/>
                    <a:pt x="5" y="5"/>
                    <a:pt x="9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5" name="Freeform 1658">
              <a:extLst>
                <a:ext uri="{FF2B5EF4-FFF2-40B4-BE49-F238E27FC236}">
                  <a16:creationId xmlns:a16="http://schemas.microsoft.com/office/drawing/2014/main" id="{9A60D961-16F7-444E-949A-937500AED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182"/>
              <a:ext cx="23" cy="8"/>
            </a:xfrm>
            <a:custGeom>
              <a:avLst/>
              <a:gdLst>
                <a:gd name="T0" fmla="*/ 0 w 10"/>
                <a:gd name="T1" fmla="*/ 21 h 3"/>
                <a:gd name="T2" fmla="*/ 122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1"/>
                  </a:moveTo>
                  <a:cubicBezTo>
                    <a:pt x="4" y="3"/>
                    <a:pt x="6" y="1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6" name="Freeform 1659">
              <a:extLst>
                <a:ext uri="{FF2B5EF4-FFF2-40B4-BE49-F238E27FC236}">
                  <a16:creationId xmlns:a16="http://schemas.microsoft.com/office/drawing/2014/main" id="{4AA5A1F9-DEE9-45FF-9304-3E3156D84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082"/>
              <a:ext cx="117" cy="103"/>
            </a:xfrm>
            <a:custGeom>
              <a:avLst/>
              <a:gdLst>
                <a:gd name="T0" fmla="*/ 0 w 51"/>
                <a:gd name="T1" fmla="*/ 620 h 42"/>
                <a:gd name="T2" fmla="*/ 615 w 51"/>
                <a:gd name="T3" fmla="*/ 29 h 42"/>
                <a:gd name="T4" fmla="*/ 505 w 51"/>
                <a:gd name="T5" fmla="*/ 265 h 42"/>
                <a:gd name="T6" fmla="*/ 422 w 51"/>
                <a:gd name="T7" fmla="*/ 32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2">
                  <a:moveTo>
                    <a:pt x="0" y="42"/>
                  </a:moveTo>
                  <a:cubicBezTo>
                    <a:pt x="7" y="27"/>
                    <a:pt x="33" y="0"/>
                    <a:pt x="51" y="2"/>
                  </a:cubicBezTo>
                  <a:cubicBezTo>
                    <a:pt x="46" y="6"/>
                    <a:pt x="45" y="13"/>
                    <a:pt x="42" y="18"/>
                  </a:cubicBezTo>
                  <a:cubicBezTo>
                    <a:pt x="40" y="20"/>
                    <a:pt x="35" y="23"/>
                    <a:pt x="35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7" name="Freeform 1660">
              <a:extLst>
                <a:ext uri="{FF2B5EF4-FFF2-40B4-BE49-F238E27FC236}">
                  <a16:creationId xmlns:a16="http://schemas.microsoft.com/office/drawing/2014/main" id="{385D24F9-3366-436D-9F03-CA1A7CDE3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079"/>
              <a:ext cx="115" cy="22"/>
            </a:xfrm>
            <a:custGeom>
              <a:avLst/>
              <a:gdLst>
                <a:gd name="T0" fmla="*/ 0 w 50"/>
                <a:gd name="T1" fmla="*/ 42 h 9"/>
                <a:gd name="T2" fmla="*/ 610 w 5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9">
                  <a:moveTo>
                    <a:pt x="0" y="3"/>
                  </a:moveTo>
                  <a:cubicBezTo>
                    <a:pt x="12" y="3"/>
                    <a:pt x="39" y="9"/>
                    <a:pt x="5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8" name="Freeform 1661">
              <a:extLst>
                <a:ext uri="{FF2B5EF4-FFF2-40B4-BE49-F238E27FC236}">
                  <a16:creationId xmlns:a16="http://schemas.microsoft.com/office/drawing/2014/main" id="{D1C34EE3-FCEA-4E88-AFA6-7392B3187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057"/>
              <a:ext cx="6" cy="15"/>
            </a:xfrm>
            <a:custGeom>
              <a:avLst/>
              <a:gdLst>
                <a:gd name="T0" fmla="*/ 0 w 3"/>
                <a:gd name="T1" fmla="*/ 95 h 6"/>
                <a:gd name="T2" fmla="*/ 24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9" name="Freeform 1662">
              <a:extLst>
                <a:ext uri="{FF2B5EF4-FFF2-40B4-BE49-F238E27FC236}">
                  <a16:creationId xmlns:a16="http://schemas.microsoft.com/office/drawing/2014/main" id="{4945887B-F9BA-4178-8F7B-41CD9738C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055"/>
              <a:ext cx="81" cy="32"/>
            </a:xfrm>
            <a:custGeom>
              <a:avLst/>
              <a:gdLst>
                <a:gd name="T0" fmla="*/ 0 w 35"/>
                <a:gd name="T1" fmla="*/ 194 h 13"/>
                <a:gd name="T2" fmla="*/ 433 w 3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3">
                  <a:moveTo>
                    <a:pt x="0" y="13"/>
                  </a:moveTo>
                  <a:cubicBezTo>
                    <a:pt x="6" y="3"/>
                    <a:pt x="24" y="0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0" name="Freeform 1663">
              <a:extLst>
                <a:ext uri="{FF2B5EF4-FFF2-40B4-BE49-F238E27FC236}">
                  <a16:creationId xmlns:a16="http://schemas.microsoft.com/office/drawing/2014/main" id="{E4AE81BD-3926-4802-AE84-25D79FCFB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63"/>
              <a:ext cx="16" cy="22"/>
            </a:xfrm>
            <a:custGeom>
              <a:avLst/>
              <a:gdLst>
                <a:gd name="T0" fmla="*/ 11 w 7"/>
                <a:gd name="T1" fmla="*/ 0 h 9"/>
                <a:gd name="T2" fmla="*/ 85 w 7"/>
                <a:gd name="T3" fmla="*/ 10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0"/>
                  </a:moveTo>
                  <a:cubicBezTo>
                    <a:pt x="0" y="5"/>
                    <a:pt x="3" y="9"/>
                    <a:pt x="7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1" name="Freeform 1664">
              <a:extLst>
                <a:ext uri="{FF2B5EF4-FFF2-40B4-BE49-F238E27FC236}">
                  <a16:creationId xmlns:a16="http://schemas.microsoft.com/office/drawing/2014/main" id="{D7335E3A-749F-4165-8A26-7DBA5A6DC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136"/>
              <a:ext cx="62" cy="36"/>
            </a:xfrm>
            <a:custGeom>
              <a:avLst/>
              <a:gdLst>
                <a:gd name="T0" fmla="*/ 0 w 27"/>
                <a:gd name="T1" fmla="*/ 206 h 15"/>
                <a:gd name="T2" fmla="*/ 326 w 2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0" y="15"/>
                  </a:moveTo>
                  <a:cubicBezTo>
                    <a:pt x="9" y="11"/>
                    <a:pt x="22" y="8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2" name="Freeform 1665">
              <a:extLst>
                <a:ext uri="{FF2B5EF4-FFF2-40B4-BE49-F238E27FC236}">
                  <a16:creationId xmlns:a16="http://schemas.microsoft.com/office/drawing/2014/main" id="{85241CC2-1E0D-4245-9973-D24646EB6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092"/>
              <a:ext cx="82" cy="36"/>
            </a:xfrm>
            <a:custGeom>
              <a:avLst/>
              <a:gdLst>
                <a:gd name="T0" fmla="*/ 0 w 36"/>
                <a:gd name="T1" fmla="*/ 206 h 15"/>
                <a:gd name="T2" fmla="*/ 223 w 36"/>
                <a:gd name="T3" fmla="*/ 41 h 15"/>
                <a:gd name="T4" fmla="*/ 426 w 3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5">
                  <a:moveTo>
                    <a:pt x="0" y="15"/>
                  </a:moveTo>
                  <a:cubicBezTo>
                    <a:pt x="7" y="11"/>
                    <a:pt x="10" y="5"/>
                    <a:pt x="19" y="3"/>
                  </a:cubicBezTo>
                  <a:cubicBezTo>
                    <a:pt x="24" y="2"/>
                    <a:pt x="32" y="0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3" name="Freeform 1666">
              <a:extLst>
                <a:ext uri="{FF2B5EF4-FFF2-40B4-BE49-F238E27FC236}">
                  <a16:creationId xmlns:a16="http://schemas.microsoft.com/office/drawing/2014/main" id="{B3C4DA24-13A1-4135-833B-D0D465C85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094"/>
              <a:ext cx="5" cy="12"/>
            </a:xfrm>
            <a:custGeom>
              <a:avLst/>
              <a:gdLst>
                <a:gd name="T0" fmla="*/ 0 w 2"/>
                <a:gd name="T1" fmla="*/ 0 h 5"/>
                <a:gd name="T2" fmla="*/ 20 w 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2" y="2"/>
                    <a:pt x="2" y="3"/>
                    <a:pt x="1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4" name="Freeform 1667">
              <a:extLst>
                <a:ext uri="{FF2B5EF4-FFF2-40B4-BE49-F238E27FC236}">
                  <a16:creationId xmlns:a16="http://schemas.microsoft.com/office/drawing/2014/main" id="{C860DAB7-225D-48F1-AA76-ABDF7B989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133"/>
              <a:ext cx="13" cy="10"/>
            </a:xfrm>
            <a:custGeom>
              <a:avLst/>
              <a:gdLst>
                <a:gd name="T0" fmla="*/ 0 w 6"/>
                <a:gd name="T1" fmla="*/ 63 h 4"/>
                <a:gd name="T2" fmla="*/ 61 w 6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1"/>
                    <a:pt x="3" y="0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5" name="Freeform 1668">
              <a:extLst>
                <a:ext uri="{FF2B5EF4-FFF2-40B4-BE49-F238E27FC236}">
                  <a16:creationId xmlns:a16="http://schemas.microsoft.com/office/drawing/2014/main" id="{2C7F823B-4E6C-4BEF-BD70-1D0791088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80"/>
              <a:ext cx="103" cy="54"/>
            </a:xfrm>
            <a:custGeom>
              <a:avLst/>
              <a:gdLst>
                <a:gd name="T0" fmla="*/ 0 w 45"/>
                <a:gd name="T1" fmla="*/ 0 h 22"/>
                <a:gd name="T2" fmla="*/ 224 w 45"/>
                <a:gd name="T3" fmla="*/ 223 h 22"/>
                <a:gd name="T4" fmla="*/ 540 w 45"/>
                <a:gd name="T5" fmla="*/ 32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2">
                  <a:moveTo>
                    <a:pt x="0" y="0"/>
                  </a:moveTo>
                  <a:cubicBezTo>
                    <a:pt x="3" y="6"/>
                    <a:pt x="14" y="12"/>
                    <a:pt x="19" y="15"/>
                  </a:cubicBezTo>
                  <a:cubicBezTo>
                    <a:pt x="25" y="18"/>
                    <a:pt x="39" y="22"/>
                    <a:pt x="45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6" name="Freeform 1669">
              <a:extLst>
                <a:ext uri="{FF2B5EF4-FFF2-40B4-BE49-F238E27FC236}">
                  <a16:creationId xmlns:a16="http://schemas.microsoft.com/office/drawing/2014/main" id="{4D7AEFB3-1EF4-46B8-823B-E6BD92195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212"/>
              <a:ext cx="71" cy="95"/>
            </a:xfrm>
            <a:custGeom>
              <a:avLst/>
              <a:gdLst>
                <a:gd name="T0" fmla="*/ 0 w 31"/>
                <a:gd name="T1" fmla="*/ 0 h 39"/>
                <a:gd name="T2" fmla="*/ 215 w 31"/>
                <a:gd name="T3" fmla="*/ 475 h 39"/>
                <a:gd name="T4" fmla="*/ 373 w 31"/>
                <a:gd name="T5" fmla="*/ 56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cubicBezTo>
                    <a:pt x="2" y="9"/>
                    <a:pt x="11" y="28"/>
                    <a:pt x="18" y="33"/>
                  </a:cubicBezTo>
                  <a:cubicBezTo>
                    <a:pt x="21" y="35"/>
                    <a:pt x="26" y="38"/>
                    <a:pt x="31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7" name="Freeform 1670">
              <a:extLst>
                <a:ext uri="{FF2B5EF4-FFF2-40B4-BE49-F238E27FC236}">
                  <a16:creationId xmlns:a16="http://schemas.microsoft.com/office/drawing/2014/main" id="{19D89756-2CEE-4657-AF86-853FBD138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185"/>
              <a:ext cx="112" cy="120"/>
            </a:xfrm>
            <a:custGeom>
              <a:avLst/>
              <a:gdLst>
                <a:gd name="T0" fmla="*/ 0 w 49"/>
                <a:gd name="T1" fmla="*/ 0 h 49"/>
                <a:gd name="T2" fmla="*/ 325 w 49"/>
                <a:gd name="T3" fmla="*/ 600 h 49"/>
                <a:gd name="T4" fmla="*/ 585 w 49"/>
                <a:gd name="T5" fmla="*/ 708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0" y="0"/>
                  </a:moveTo>
                  <a:cubicBezTo>
                    <a:pt x="6" y="16"/>
                    <a:pt x="11" y="32"/>
                    <a:pt x="27" y="41"/>
                  </a:cubicBezTo>
                  <a:cubicBezTo>
                    <a:pt x="31" y="43"/>
                    <a:pt x="46" y="49"/>
                    <a:pt x="49" y="4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8" name="Freeform 1671">
              <a:extLst>
                <a:ext uri="{FF2B5EF4-FFF2-40B4-BE49-F238E27FC236}">
                  <a16:creationId xmlns:a16="http://schemas.microsoft.com/office/drawing/2014/main" id="{0028B16C-5522-4DC2-9E74-6DA3D4719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177"/>
              <a:ext cx="35" cy="27"/>
            </a:xfrm>
            <a:custGeom>
              <a:avLst/>
              <a:gdLst>
                <a:gd name="T0" fmla="*/ 0 w 15"/>
                <a:gd name="T1" fmla="*/ 0 h 11"/>
                <a:gd name="T2" fmla="*/ 191 w 15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0"/>
                  </a:moveTo>
                  <a:cubicBezTo>
                    <a:pt x="6" y="2"/>
                    <a:pt x="12" y="7"/>
                    <a:pt x="15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9" name="Freeform 1672">
              <a:extLst>
                <a:ext uri="{FF2B5EF4-FFF2-40B4-BE49-F238E27FC236}">
                  <a16:creationId xmlns:a16="http://schemas.microsoft.com/office/drawing/2014/main" id="{F87319BD-57FB-483F-AB9F-F1E45596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180"/>
              <a:ext cx="13" cy="10"/>
            </a:xfrm>
            <a:custGeom>
              <a:avLst/>
              <a:gdLst>
                <a:gd name="T0" fmla="*/ 0 w 6"/>
                <a:gd name="T1" fmla="*/ 0 h 4"/>
                <a:gd name="T2" fmla="*/ 61 w 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3" y="0"/>
                    <a:pt x="5" y="1"/>
                    <a:pt x="6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0" name="Freeform 1673">
              <a:extLst>
                <a:ext uri="{FF2B5EF4-FFF2-40B4-BE49-F238E27FC236}">
                  <a16:creationId xmlns:a16="http://schemas.microsoft.com/office/drawing/2014/main" id="{511739C6-3F0C-4270-B4DD-4437AF61D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226"/>
              <a:ext cx="135" cy="94"/>
            </a:xfrm>
            <a:custGeom>
              <a:avLst/>
              <a:gdLst>
                <a:gd name="T0" fmla="*/ 0 w 59"/>
                <a:gd name="T1" fmla="*/ 0 h 38"/>
                <a:gd name="T2" fmla="*/ 707 w 59"/>
                <a:gd name="T3" fmla="*/ 41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38">
                  <a:moveTo>
                    <a:pt x="0" y="0"/>
                  </a:moveTo>
                  <a:cubicBezTo>
                    <a:pt x="12" y="19"/>
                    <a:pt x="36" y="38"/>
                    <a:pt x="59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1" name="Freeform 1674">
              <a:extLst>
                <a:ext uri="{FF2B5EF4-FFF2-40B4-BE49-F238E27FC236}">
                  <a16:creationId xmlns:a16="http://schemas.microsoft.com/office/drawing/2014/main" id="{9CA27036-3789-47BD-B717-0DB7709A9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231"/>
              <a:ext cx="46" cy="13"/>
            </a:xfrm>
            <a:custGeom>
              <a:avLst/>
              <a:gdLst>
                <a:gd name="T0" fmla="*/ 0 w 20"/>
                <a:gd name="T1" fmla="*/ 21 h 5"/>
                <a:gd name="T2" fmla="*/ 244 w 20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1"/>
                  </a:moveTo>
                  <a:cubicBezTo>
                    <a:pt x="6" y="0"/>
                    <a:pt x="15" y="2"/>
                    <a:pt x="2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2" name="Freeform 1675">
              <a:extLst>
                <a:ext uri="{FF2B5EF4-FFF2-40B4-BE49-F238E27FC236}">
                  <a16:creationId xmlns:a16="http://schemas.microsoft.com/office/drawing/2014/main" id="{A7719D6B-FFE7-45FF-A9A4-61D317B8E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258"/>
              <a:ext cx="48" cy="35"/>
            </a:xfrm>
            <a:custGeom>
              <a:avLst/>
              <a:gdLst>
                <a:gd name="T0" fmla="*/ 0 w 21"/>
                <a:gd name="T1" fmla="*/ 0 h 14"/>
                <a:gd name="T2" fmla="*/ 251 w 21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0" y="0"/>
                  </a:moveTo>
                  <a:cubicBezTo>
                    <a:pt x="9" y="4"/>
                    <a:pt x="14" y="9"/>
                    <a:pt x="21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3" name="Freeform 1676">
              <a:extLst>
                <a:ext uri="{FF2B5EF4-FFF2-40B4-BE49-F238E27FC236}">
                  <a16:creationId xmlns:a16="http://schemas.microsoft.com/office/drawing/2014/main" id="{2E378696-A622-40FD-9B93-8D7E047A6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293"/>
              <a:ext cx="106" cy="112"/>
            </a:xfrm>
            <a:custGeom>
              <a:avLst/>
              <a:gdLst>
                <a:gd name="T0" fmla="*/ 0 w 46"/>
                <a:gd name="T1" fmla="*/ 58 h 46"/>
                <a:gd name="T2" fmla="*/ 85 w 46"/>
                <a:gd name="T3" fmla="*/ 243 h 46"/>
                <a:gd name="T4" fmla="*/ 244 w 46"/>
                <a:gd name="T5" fmla="*/ 463 h 46"/>
                <a:gd name="T6" fmla="*/ 516 w 46"/>
                <a:gd name="T7" fmla="*/ 665 h 46"/>
                <a:gd name="T8" fmla="*/ 378 w 46"/>
                <a:gd name="T9" fmla="*/ 190 h 46"/>
                <a:gd name="T10" fmla="*/ 217 w 46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6">
                  <a:moveTo>
                    <a:pt x="0" y="4"/>
                  </a:moveTo>
                  <a:cubicBezTo>
                    <a:pt x="3" y="8"/>
                    <a:pt x="4" y="13"/>
                    <a:pt x="7" y="17"/>
                  </a:cubicBezTo>
                  <a:cubicBezTo>
                    <a:pt x="10" y="22"/>
                    <a:pt x="16" y="28"/>
                    <a:pt x="20" y="32"/>
                  </a:cubicBezTo>
                  <a:cubicBezTo>
                    <a:pt x="26" y="38"/>
                    <a:pt x="35" y="41"/>
                    <a:pt x="42" y="46"/>
                  </a:cubicBezTo>
                  <a:cubicBezTo>
                    <a:pt x="46" y="38"/>
                    <a:pt x="36" y="19"/>
                    <a:pt x="31" y="13"/>
                  </a:cubicBezTo>
                  <a:cubicBezTo>
                    <a:pt x="27" y="8"/>
                    <a:pt x="22" y="5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4" name="Freeform 1677">
              <a:extLst>
                <a:ext uri="{FF2B5EF4-FFF2-40B4-BE49-F238E27FC236}">
                  <a16:creationId xmlns:a16="http://schemas.microsoft.com/office/drawing/2014/main" id="{92D66526-E614-4C52-84D3-CDAEACAD7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305"/>
              <a:ext cx="23" cy="91"/>
            </a:xfrm>
            <a:custGeom>
              <a:avLst/>
              <a:gdLst>
                <a:gd name="T0" fmla="*/ 0 w 10"/>
                <a:gd name="T1" fmla="*/ 0 h 37"/>
                <a:gd name="T2" fmla="*/ 110 w 10"/>
                <a:gd name="T3" fmla="*/ 327 h 37"/>
                <a:gd name="T4" fmla="*/ 48 w 10"/>
                <a:gd name="T5" fmla="*/ 55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7">
                  <a:moveTo>
                    <a:pt x="0" y="0"/>
                  </a:moveTo>
                  <a:cubicBezTo>
                    <a:pt x="8" y="1"/>
                    <a:pt x="10" y="17"/>
                    <a:pt x="9" y="22"/>
                  </a:cubicBezTo>
                  <a:cubicBezTo>
                    <a:pt x="8" y="26"/>
                    <a:pt x="2" y="35"/>
                    <a:pt x="4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5" name="Freeform 1678">
              <a:extLst>
                <a:ext uri="{FF2B5EF4-FFF2-40B4-BE49-F238E27FC236}">
                  <a16:creationId xmlns:a16="http://schemas.microsoft.com/office/drawing/2014/main" id="{7BDA8148-CF1D-4DD6-AA0F-E4A611BAD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347"/>
              <a:ext cx="50" cy="132"/>
            </a:xfrm>
            <a:custGeom>
              <a:avLst/>
              <a:gdLst>
                <a:gd name="T0" fmla="*/ 25 w 22"/>
                <a:gd name="T1" fmla="*/ 0 h 54"/>
                <a:gd name="T2" fmla="*/ 11 w 22"/>
                <a:gd name="T3" fmla="*/ 264 h 54"/>
                <a:gd name="T4" fmla="*/ 118 w 22"/>
                <a:gd name="T5" fmla="*/ 538 h 54"/>
                <a:gd name="T6" fmla="*/ 259 w 22"/>
                <a:gd name="T7" fmla="*/ 79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4">
                  <a:moveTo>
                    <a:pt x="2" y="0"/>
                  </a:moveTo>
                  <a:cubicBezTo>
                    <a:pt x="2" y="6"/>
                    <a:pt x="0" y="12"/>
                    <a:pt x="1" y="18"/>
                  </a:cubicBezTo>
                  <a:cubicBezTo>
                    <a:pt x="2" y="25"/>
                    <a:pt x="7" y="31"/>
                    <a:pt x="10" y="37"/>
                  </a:cubicBezTo>
                  <a:cubicBezTo>
                    <a:pt x="12" y="42"/>
                    <a:pt x="22" y="51"/>
                    <a:pt x="22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6" name="Freeform 1679">
              <a:extLst>
                <a:ext uri="{FF2B5EF4-FFF2-40B4-BE49-F238E27FC236}">
                  <a16:creationId xmlns:a16="http://schemas.microsoft.com/office/drawing/2014/main" id="{46E9D6C9-B61E-4E12-9428-40BBE658C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405"/>
              <a:ext cx="5" cy="18"/>
            </a:xfrm>
            <a:custGeom>
              <a:avLst/>
              <a:gdLst>
                <a:gd name="T0" fmla="*/ 0 w 2"/>
                <a:gd name="T1" fmla="*/ 0 h 7"/>
                <a:gd name="T2" fmla="*/ 2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2" y="7"/>
                    <a:pt x="1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7" name="Freeform 1680">
              <a:extLst>
                <a:ext uri="{FF2B5EF4-FFF2-40B4-BE49-F238E27FC236}">
                  <a16:creationId xmlns:a16="http://schemas.microsoft.com/office/drawing/2014/main" id="{614638C4-2EBD-4047-9309-3DC9C9F9A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388"/>
              <a:ext cx="14" cy="8"/>
            </a:xfrm>
            <a:custGeom>
              <a:avLst/>
              <a:gdLst>
                <a:gd name="T0" fmla="*/ 0 w 6"/>
                <a:gd name="T1" fmla="*/ 56 h 3"/>
                <a:gd name="T2" fmla="*/ 28 w 6"/>
                <a:gd name="T3" fmla="*/ 0 h 3"/>
                <a:gd name="T4" fmla="*/ 77 w 6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5" y="2"/>
                    <a:pt x="6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8" name="Freeform 1681">
              <a:extLst>
                <a:ext uri="{FF2B5EF4-FFF2-40B4-BE49-F238E27FC236}">
                  <a16:creationId xmlns:a16="http://schemas.microsoft.com/office/drawing/2014/main" id="{252085BD-56CB-4361-BC23-7DED702FB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302"/>
              <a:ext cx="39" cy="15"/>
            </a:xfrm>
            <a:custGeom>
              <a:avLst/>
              <a:gdLst>
                <a:gd name="T0" fmla="*/ 0 w 17"/>
                <a:gd name="T1" fmla="*/ 0 h 6"/>
                <a:gd name="T2" fmla="*/ 204 w 17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5" y="1"/>
                    <a:pt x="13" y="2"/>
                    <a:pt x="17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9" name="Freeform 1682">
              <a:extLst>
                <a:ext uri="{FF2B5EF4-FFF2-40B4-BE49-F238E27FC236}">
                  <a16:creationId xmlns:a16="http://schemas.microsoft.com/office/drawing/2014/main" id="{A7DD492A-565C-4ECD-A783-D81D2EAEF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207"/>
              <a:ext cx="23" cy="32"/>
            </a:xfrm>
            <a:custGeom>
              <a:avLst/>
              <a:gdLst>
                <a:gd name="T0" fmla="*/ 0 w 10"/>
                <a:gd name="T1" fmla="*/ 0 h 13"/>
                <a:gd name="T2" fmla="*/ 122 w 10"/>
                <a:gd name="T3" fmla="*/ 19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cubicBezTo>
                    <a:pt x="4" y="4"/>
                    <a:pt x="6" y="9"/>
                    <a:pt x="10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0" name="Freeform 1683">
              <a:extLst>
                <a:ext uri="{FF2B5EF4-FFF2-40B4-BE49-F238E27FC236}">
                  <a16:creationId xmlns:a16="http://schemas.microsoft.com/office/drawing/2014/main" id="{42FA19F0-B794-499C-847D-82F0BFA25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145"/>
              <a:ext cx="80" cy="160"/>
            </a:xfrm>
            <a:custGeom>
              <a:avLst/>
              <a:gdLst>
                <a:gd name="T0" fmla="*/ 48 w 35"/>
                <a:gd name="T1" fmla="*/ 970 h 65"/>
                <a:gd name="T2" fmla="*/ 167 w 35"/>
                <a:gd name="T3" fmla="*/ 357 h 65"/>
                <a:gd name="T4" fmla="*/ 309 w 35"/>
                <a:gd name="T5" fmla="*/ 182 h 65"/>
                <a:gd name="T6" fmla="*/ 418 w 3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5">
                  <a:moveTo>
                    <a:pt x="4" y="65"/>
                  </a:moveTo>
                  <a:cubicBezTo>
                    <a:pt x="0" y="51"/>
                    <a:pt x="5" y="34"/>
                    <a:pt x="14" y="24"/>
                  </a:cubicBezTo>
                  <a:cubicBezTo>
                    <a:pt x="18" y="19"/>
                    <a:pt x="22" y="16"/>
                    <a:pt x="26" y="12"/>
                  </a:cubicBezTo>
                  <a:cubicBezTo>
                    <a:pt x="29" y="9"/>
                    <a:pt x="31" y="4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ECCD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1" name="Freeform 1684">
              <a:extLst>
                <a:ext uri="{FF2B5EF4-FFF2-40B4-BE49-F238E27FC236}">
                  <a16:creationId xmlns:a16="http://schemas.microsoft.com/office/drawing/2014/main" id="{2BE01BD8-50F4-49B1-BE93-F0DC6A649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020"/>
              <a:ext cx="113" cy="74"/>
            </a:xfrm>
            <a:custGeom>
              <a:avLst/>
              <a:gdLst>
                <a:gd name="T0" fmla="*/ 0 w 49"/>
                <a:gd name="T1" fmla="*/ 451 h 30"/>
                <a:gd name="T2" fmla="*/ 256 w 49"/>
                <a:gd name="T3" fmla="*/ 104 h 30"/>
                <a:gd name="T4" fmla="*/ 602 w 4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30"/>
                  </a:moveTo>
                  <a:cubicBezTo>
                    <a:pt x="5" y="20"/>
                    <a:pt x="10" y="12"/>
                    <a:pt x="21" y="7"/>
                  </a:cubicBezTo>
                  <a:cubicBezTo>
                    <a:pt x="30" y="3"/>
                    <a:pt x="41" y="3"/>
                    <a:pt x="49" y="0"/>
                  </a:cubicBezTo>
                </a:path>
              </a:pathLst>
            </a:custGeom>
            <a:noFill/>
            <a:ln w="6350" cap="rnd">
              <a:solidFill>
                <a:srgbClr val="ECCD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2" name="Freeform 1685">
              <a:extLst>
                <a:ext uri="{FF2B5EF4-FFF2-40B4-BE49-F238E27FC236}">
                  <a16:creationId xmlns:a16="http://schemas.microsoft.com/office/drawing/2014/main" id="{CEAE61E9-AC25-40E0-B48A-86396E394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976"/>
              <a:ext cx="83" cy="54"/>
            </a:xfrm>
            <a:custGeom>
              <a:avLst/>
              <a:gdLst>
                <a:gd name="T0" fmla="*/ 0 w 36"/>
                <a:gd name="T1" fmla="*/ 326 h 22"/>
                <a:gd name="T2" fmla="*/ 440 w 36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2">
                  <a:moveTo>
                    <a:pt x="0" y="22"/>
                  </a:moveTo>
                  <a:cubicBezTo>
                    <a:pt x="11" y="11"/>
                    <a:pt x="21" y="4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ECCD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3" name="Freeform 1686">
              <a:extLst>
                <a:ext uri="{FF2B5EF4-FFF2-40B4-BE49-F238E27FC236}">
                  <a16:creationId xmlns:a16="http://schemas.microsoft.com/office/drawing/2014/main" id="{BA7A675A-1BD0-4468-90B1-4D03F2C2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942"/>
              <a:ext cx="126" cy="44"/>
            </a:xfrm>
            <a:custGeom>
              <a:avLst/>
              <a:gdLst>
                <a:gd name="T0" fmla="*/ 0 w 55"/>
                <a:gd name="T1" fmla="*/ 264 h 18"/>
                <a:gd name="T2" fmla="*/ 662 w 55"/>
                <a:gd name="T3" fmla="*/ 10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8">
                  <a:moveTo>
                    <a:pt x="0" y="18"/>
                  </a:moveTo>
                  <a:cubicBezTo>
                    <a:pt x="14" y="0"/>
                    <a:pt x="36" y="5"/>
                    <a:pt x="55" y="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4" name="Freeform 1687">
              <a:extLst>
                <a:ext uri="{FF2B5EF4-FFF2-40B4-BE49-F238E27FC236}">
                  <a16:creationId xmlns:a16="http://schemas.microsoft.com/office/drawing/2014/main" id="{6D1AFA06-116E-4AB8-A72E-7F94ACB27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930"/>
              <a:ext cx="85" cy="24"/>
            </a:xfrm>
            <a:custGeom>
              <a:avLst/>
              <a:gdLst>
                <a:gd name="T0" fmla="*/ 0 w 37"/>
                <a:gd name="T1" fmla="*/ 139 h 10"/>
                <a:gd name="T2" fmla="*/ 448 w 3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0" y="10"/>
                  </a:moveTo>
                  <a:cubicBezTo>
                    <a:pt x="11" y="3"/>
                    <a:pt x="23" y="0"/>
                    <a:pt x="37" y="0"/>
                  </a:cubicBezTo>
                </a:path>
              </a:pathLst>
            </a:custGeom>
            <a:noFill/>
            <a:ln w="6350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5" name="Freeform 1688">
              <a:extLst>
                <a:ext uri="{FF2B5EF4-FFF2-40B4-BE49-F238E27FC236}">
                  <a16:creationId xmlns:a16="http://schemas.microsoft.com/office/drawing/2014/main" id="{F4026DF2-1E67-4396-9BB8-25E0DD19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922"/>
              <a:ext cx="48" cy="13"/>
            </a:xfrm>
            <a:custGeom>
              <a:avLst/>
              <a:gdLst>
                <a:gd name="T0" fmla="*/ 0 w 21"/>
                <a:gd name="T1" fmla="*/ 88 h 5"/>
                <a:gd name="T2" fmla="*/ 251 w 21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6" y="0"/>
                    <a:pt x="14" y="1"/>
                    <a:pt x="21" y="1"/>
                  </a:cubicBezTo>
                </a:path>
              </a:pathLst>
            </a:custGeom>
            <a:noFill/>
            <a:ln w="6350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6" name="Freeform 1689">
              <a:extLst>
                <a:ext uri="{FF2B5EF4-FFF2-40B4-BE49-F238E27FC236}">
                  <a16:creationId xmlns:a16="http://schemas.microsoft.com/office/drawing/2014/main" id="{B73C5E6B-F0AE-49F7-A36A-22ED6CC97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883"/>
              <a:ext cx="101" cy="39"/>
            </a:xfrm>
            <a:custGeom>
              <a:avLst/>
              <a:gdLst>
                <a:gd name="T0" fmla="*/ 0 w 44"/>
                <a:gd name="T1" fmla="*/ 0 h 16"/>
                <a:gd name="T2" fmla="*/ 533 w 44"/>
                <a:gd name="T3" fmla="*/ 23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6">
                  <a:moveTo>
                    <a:pt x="0" y="0"/>
                  </a:moveTo>
                  <a:cubicBezTo>
                    <a:pt x="15" y="3"/>
                    <a:pt x="32" y="5"/>
                    <a:pt x="44" y="16"/>
                  </a:cubicBezTo>
                </a:path>
              </a:pathLst>
            </a:custGeom>
            <a:noFill/>
            <a:ln w="6350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7" name="Freeform 1690">
              <a:extLst>
                <a:ext uri="{FF2B5EF4-FFF2-40B4-BE49-F238E27FC236}">
                  <a16:creationId xmlns:a16="http://schemas.microsoft.com/office/drawing/2014/main" id="{D2244C6B-519A-45E3-96E7-4BC59EFC0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895"/>
              <a:ext cx="81" cy="25"/>
            </a:xfrm>
            <a:custGeom>
              <a:avLst/>
              <a:gdLst>
                <a:gd name="T0" fmla="*/ 0 w 35"/>
                <a:gd name="T1" fmla="*/ 50 h 10"/>
                <a:gd name="T2" fmla="*/ 433 w 35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0" y="3"/>
                  </a:moveTo>
                  <a:cubicBezTo>
                    <a:pt x="12" y="0"/>
                    <a:pt x="25" y="5"/>
                    <a:pt x="35" y="10"/>
                  </a:cubicBezTo>
                </a:path>
              </a:pathLst>
            </a:custGeom>
            <a:noFill/>
            <a:ln w="6350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8" name="Freeform 1691">
              <a:extLst>
                <a:ext uri="{FF2B5EF4-FFF2-40B4-BE49-F238E27FC236}">
                  <a16:creationId xmlns:a16="http://schemas.microsoft.com/office/drawing/2014/main" id="{8A8BB469-0BFC-40C3-9C28-9B5FA9A5F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913"/>
              <a:ext cx="48" cy="12"/>
            </a:xfrm>
            <a:custGeom>
              <a:avLst/>
              <a:gdLst>
                <a:gd name="T0" fmla="*/ 0 w 21"/>
                <a:gd name="T1" fmla="*/ 58 h 5"/>
                <a:gd name="T2" fmla="*/ 251 w 2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4"/>
                  </a:moveTo>
                  <a:cubicBezTo>
                    <a:pt x="7" y="2"/>
                    <a:pt x="15" y="0"/>
                    <a:pt x="21" y="5"/>
                  </a:cubicBezTo>
                </a:path>
              </a:pathLst>
            </a:custGeom>
            <a:noFill/>
            <a:ln w="6350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9" name="Freeform 1692">
              <a:extLst>
                <a:ext uri="{FF2B5EF4-FFF2-40B4-BE49-F238E27FC236}">
                  <a16:creationId xmlns:a16="http://schemas.microsoft.com/office/drawing/2014/main" id="{B0CD6A6E-5F05-491F-A261-043E1DE99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964"/>
              <a:ext cx="46" cy="20"/>
            </a:xfrm>
            <a:custGeom>
              <a:avLst/>
              <a:gdLst>
                <a:gd name="T0" fmla="*/ 0 w 20"/>
                <a:gd name="T1" fmla="*/ 33 h 8"/>
                <a:gd name="T2" fmla="*/ 244 w 20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2"/>
                  </a:moveTo>
                  <a:cubicBezTo>
                    <a:pt x="7" y="0"/>
                    <a:pt x="13" y="5"/>
                    <a:pt x="20" y="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0" name="Freeform 1693">
              <a:extLst>
                <a:ext uri="{FF2B5EF4-FFF2-40B4-BE49-F238E27FC236}">
                  <a16:creationId xmlns:a16="http://schemas.microsoft.com/office/drawing/2014/main" id="{864B327E-194B-47B0-AA83-9BA017AE0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388"/>
              <a:ext cx="25" cy="106"/>
            </a:xfrm>
            <a:custGeom>
              <a:avLst/>
              <a:gdLst>
                <a:gd name="T0" fmla="*/ 130 w 11"/>
                <a:gd name="T1" fmla="*/ 0 h 43"/>
                <a:gd name="T2" fmla="*/ 73 w 11"/>
                <a:gd name="T3" fmla="*/ 64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3">
                  <a:moveTo>
                    <a:pt x="11" y="0"/>
                  </a:moveTo>
                  <a:cubicBezTo>
                    <a:pt x="4" y="10"/>
                    <a:pt x="0" y="32"/>
                    <a:pt x="6" y="43"/>
                  </a:cubicBezTo>
                </a:path>
              </a:pathLst>
            </a:custGeom>
            <a:noFill/>
            <a:ln w="6350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1" name="Freeform 1694">
              <a:extLst>
                <a:ext uri="{FF2B5EF4-FFF2-40B4-BE49-F238E27FC236}">
                  <a16:creationId xmlns:a16="http://schemas.microsoft.com/office/drawing/2014/main" id="{81200FE9-1556-4145-9C8F-64614EC7E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474"/>
              <a:ext cx="18" cy="88"/>
            </a:xfrm>
            <a:custGeom>
              <a:avLst/>
              <a:gdLst>
                <a:gd name="T0" fmla="*/ 92 w 8"/>
                <a:gd name="T1" fmla="*/ 0 h 36"/>
                <a:gd name="T2" fmla="*/ 0 w 8"/>
                <a:gd name="T3" fmla="*/ 52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8" y="0"/>
                  </a:moveTo>
                  <a:cubicBezTo>
                    <a:pt x="0" y="11"/>
                    <a:pt x="0" y="23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2" name="Freeform 1695">
              <a:extLst>
                <a:ext uri="{FF2B5EF4-FFF2-40B4-BE49-F238E27FC236}">
                  <a16:creationId xmlns:a16="http://schemas.microsoft.com/office/drawing/2014/main" id="{915F5B32-976A-48EA-A683-8305E99CE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2332"/>
              <a:ext cx="11" cy="71"/>
            </a:xfrm>
            <a:custGeom>
              <a:avLst/>
              <a:gdLst>
                <a:gd name="T0" fmla="*/ 53 w 5"/>
                <a:gd name="T1" fmla="*/ 0 h 29"/>
                <a:gd name="T2" fmla="*/ 33 w 5"/>
                <a:gd name="T3" fmla="*/ 42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5" y="0"/>
                  </a:moveTo>
                  <a:cubicBezTo>
                    <a:pt x="2" y="8"/>
                    <a:pt x="0" y="23"/>
                    <a:pt x="3" y="29"/>
                  </a:cubicBezTo>
                </a:path>
              </a:pathLst>
            </a:custGeom>
            <a:noFill/>
            <a:ln w="6350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3" name="Freeform 1696">
              <a:extLst>
                <a:ext uri="{FF2B5EF4-FFF2-40B4-BE49-F238E27FC236}">
                  <a16:creationId xmlns:a16="http://schemas.microsoft.com/office/drawing/2014/main" id="{231DE995-F8AC-4C99-8EAE-30DB4E16C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217"/>
              <a:ext cx="21" cy="90"/>
            </a:xfrm>
            <a:custGeom>
              <a:avLst/>
              <a:gdLst>
                <a:gd name="T0" fmla="*/ 114 w 9"/>
                <a:gd name="T1" fmla="*/ 0 h 37"/>
                <a:gd name="T2" fmla="*/ 0 w 9"/>
                <a:gd name="T3" fmla="*/ 533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7">
                  <a:moveTo>
                    <a:pt x="9" y="0"/>
                  </a:moveTo>
                  <a:cubicBezTo>
                    <a:pt x="0" y="10"/>
                    <a:pt x="2" y="25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4" name="Freeform 1697">
              <a:extLst>
                <a:ext uri="{FF2B5EF4-FFF2-40B4-BE49-F238E27FC236}">
                  <a16:creationId xmlns:a16="http://schemas.microsoft.com/office/drawing/2014/main" id="{148008BE-F55A-42A0-B3BD-4E7D77E5B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293"/>
              <a:ext cx="39" cy="81"/>
            </a:xfrm>
            <a:custGeom>
              <a:avLst/>
              <a:gdLst>
                <a:gd name="T0" fmla="*/ 204 w 17"/>
                <a:gd name="T1" fmla="*/ 0 h 33"/>
                <a:gd name="T2" fmla="*/ 11 w 17"/>
                <a:gd name="T3" fmla="*/ 48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17" y="0"/>
                  </a:moveTo>
                  <a:cubicBezTo>
                    <a:pt x="7" y="6"/>
                    <a:pt x="0" y="22"/>
                    <a:pt x="1" y="3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5" name="Freeform 1698">
              <a:extLst>
                <a:ext uri="{FF2B5EF4-FFF2-40B4-BE49-F238E27FC236}">
                  <a16:creationId xmlns:a16="http://schemas.microsoft.com/office/drawing/2014/main" id="{61E42FD8-0B11-4409-9C2E-90F3D03BC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074"/>
              <a:ext cx="42" cy="52"/>
            </a:xfrm>
            <a:custGeom>
              <a:avLst/>
              <a:gdLst>
                <a:gd name="T0" fmla="*/ 0 w 18"/>
                <a:gd name="T1" fmla="*/ 319 h 21"/>
                <a:gd name="T2" fmla="*/ 229 w 18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1">
                  <a:moveTo>
                    <a:pt x="0" y="21"/>
                  </a:moveTo>
                  <a:cubicBezTo>
                    <a:pt x="3" y="12"/>
                    <a:pt x="10" y="4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ECCD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6" name="Freeform 1699">
              <a:extLst>
                <a:ext uri="{FF2B5EF4-FFF2-40B4-BE49-F238E27FC236}">
                  <a16:creationId xmlns:a16="http://schemas.microsoft.com/office/drawing/2014/main" id="{497D7350-78F0-4EA8-9131-8BB9C523D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033"/>
              <a:ext cx="46" cy="56"/>
            </a:xfrm>
            <a:custGeom>
              <a:avLst/>
              <a:gdLst>
                <a:gd name="T0" fmla="*/ 0 w 20"/>
                <a:gd name="T1" fmla="*/ 331 h 23"/>
                <a:gd name="T2" fmla="*/ 244 w 2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3">
                  <a:moveTo>
                    <a:pt x="0" y="23"/>
                  </a:moveTo>
                  <a:cubicBezTo>
                    <a:pt x="3" y="15"/>
                    <a:pt x="11" y="2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ECCD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7" name="Freeform 1700">
              <a:extLst>
                <a:ext uri="{FF2B5EF4-FFF2-40B4-BE49-F238E27FC236}">
                  <a16:creationId xmlns:a16="http://schemas.microsoft.com/office/drawing/2014/main" id="{30477CEF-BAC5-4D03-800A-EA1B34064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126"/>
              <a:ext cx="32" cy="15"/>
            </a:xfrm>
            <a:custGeom>
              <a:avLst/>
              <a:gdLst>
                <a:gd name="T0" fmla="*/ 0 w 14"/>
                <a:gd name="T1" fmla="*/ 95 h 6"/>
                <a:gd name="T2" fmla="*/ 167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5" y="4"/>
                    <a:pt x="9" y="1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ECCD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8" name="Freeform 1701">
              <a:extLst>
                <a:ext uri="{FF2B5EF4-FFF2-40B4-BE49-F238E27FC236}">
                  <a16:creationId xmlns:a16="http://schemas.microsoft.com/office/drawing/2014/main" id="{6A019046-E332-44AA-A1B5-6E53037AA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883"/>
              <a:ext cx="64" cy="20"/>
            </a:xfrm>
            <a:custGeom>
              <a:avLst/>
              <a:gdLst>
                <a:gd name="T0" fmla="*/ 0 w 28"/>
                <a:gd name="T1" fmla="*/ 125 h 8"/>
                <a:gd name="T2" fmla="*/ 334 w 28"/>
                <a:gd name="T3" fmla="*/ 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7" y="4"/>
                    <a:pt x="21" y="0"/>
                    <a:pt x="28" y="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9" name="Freeform 1702">
              <a:extLst>
                <a:ext uri="{FF2B5EF4-FFF2-40B4-BE49-F238E27FC236}">
                  <a16:creationId xmlns:a16="http://schemas.microsoft.com/office/drawing/2014/main" id="{6EE5A279-3D59-42C1-8386-7EB4C7BEF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876"/>
              <a:ext cx="55" cy="27"/>
            </a:xfrm>
            <a:custGeom>
              <a:avLst/>
              <a:gdLst>
                <a:gd name="T0" fmla="*/ 0 w 24"/>
                <a:gd name="T1" fmla="*/ 162 h 11"/>
                <a:gd name="T2" fmla="*/ 289 w 24"/>
                <a:gd name="T3" fmla="*/ 2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7" y="5"/>
                    <a:pt x="15" y="0"/>
                    <a:pt x="24" y="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0" name="Freeform 1703">
              <a:extLst>
                <a:ext uri="{FF2B5EF4-FFF2-40B4-BE49-F238E27FC236}">
                  <a16:creationId xmlns:a16="http://schemas.microsoft.com/office/drawing/2014/main" id="{8CA8DBC0-8696-4784-902D-65BC2E013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1886"/>
              <a:ext cx="79" cy="29"/>
            </a:xfrm>
            <a:custGeom>
              <a:avLst/>
              <a:gdLst>
                <a:gd name="T0" fmla="*/ 0 w 34"/>
                <a:gd name="T1" fmla="*/ 169 h 12"/>
                <a:gd name="T2" fmla="*/ 428 w 34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2">
                  <a:moveTo>
                    <a:pt x="0" y="12"/>
                  </a:moveTo>
                  <a:cubicBezTo>
                    <a:pt x="9" y="5"/>
                    <a:pt x="21" y="0"/>
                    <a:pt x="34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1" name="Freeform 1704">
              <a:extLst>
                <a:ext uri="{FF2B5EF4-FFF2-40B4-BE49-F238E27FC236}">
                  <a16:creationId xmlns:a16="http://schemas.microsoft.com/office/drawing/2014/main" id="{8773AF3D-11BB-4DFF-A61B-2162099AD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868"/>
              <a:ext cx="69" cy="30"/>
            </a:xfrm>
            <a:custGeom>
              <a:avLst/>
              <a:gdLst>
                <a:gd name="T0" fmla="*/ 0 w 30"/>
                <a:gd name="T1" fmla="*/ 188 h 12"/>
                <a:gd name="T2" fmla="*/ 366 w 3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2">
                  <a:moveTo>
                    <a:pt x="0" y="12"/>
                  </a:moveTo>
                  <a:cubicBezTo>
                    <a:pt x="10" y="5"/>
                    <a:pt x="17" y="1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2" name="Freeform 1705">
              <a:extLst>
                <a:ext uri="{FF2B5EF4-FFF2-40B4-BE49-F238E27FC236}">
                  <a16:creationId xmlns:a16="http://schemas.microsoft.com/office/drawing/2014/main" id="{52CA8984-C5A4-4517-ABCB-D644F47BC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824"/>
              <a:ext cx="60" cy="13"/>
            </a:xfrm>
            <a:custGeom>
              <a:avLst/>
              <a:gdLst>
                <a:gd name="T0" fmla="*/ 0 w 26"/>
                <a:gd name="T1" fmla="*/ 34 h 5"/>
                <a:gd name="T2" fmla="*/ 318 w 2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2"/>
                  </a:moveTo>
                  <a:cubicBezTo>
                    <a:pt x="9" y="0"/>
                    <a:pt x="18" y="2"/>
                    <a:pt x="26" y="5"/>
                  </a:cubicBezTo>
                </a:path>
              </a:pathLst>
            </a:custGeom>
            <a:noFill/>
            <a:ln w="6350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3" name="Freeform 1706">
              <a:extLst>
                <a:ext uri="{FF2B5EF4-FFF2-40B4-BE49-F238E27FC236}">
                  <a16:creationId xmlns:a16="http://schemas.microsoft.com/office/drawing/2014/main" id="{400D9CE6-6989-4654-960E-56AAFFAD0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829"/>
              <a:ext cx="58" cy="15"/>
            </a:xfrm>
            <a:custGeom>
              <a:avLst/>
              <a:gdLst>
                <a:gd name="T0" fmla="*/ 0 w 25"/>
                <a:gd name="T1" fmla="*/ 95 h 6"/>
                <a:gd name="T2" fmla="*/ 313 w 25"/>
                <a:gd name="T3" fmla="*/ 6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7" y="3"/>
                    <a:pt x="18" y="0"/>
                    <a:pt x="25" y="4"/>
                  </a:cubicBezTo>
                </a:path>
              </a:pathLst>
            </a:custGeom>
            <a:noFill/>
            <a:ln w="6350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4" name="Freeform 1707">
              <a:extLst>
                <a:ext uri="{FF2B5EF4-FFF2-40B4-BE49-F238E27FC236}">
                  <a16:creationId xmlns:a16="http://schemas.microsoft.com/office/drawing/2014/main" id="{E61BCAA3-A40A-4B7C-AB31-5D754A5EC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922"/>
              <a:ext cx="60" cy="37"/>
            </a:xfrm>
            <a:custGeom>
              <a:avLst/>
              <a:gdLst>
                <a:gd name="T0" fmla="*/ 0 w 26"/>
                <a:gd name="T1" fmla="*/ 224 h 15"/>
                <a:gd name="T2" fmla="*/ 318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5"/>
                  </a:moveTo>
                  <a:cubicBezTo>
                    <a:pt x="6" y="6"/>
                    <a:pt x="16" y="1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ECCD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5" name="Freeform 1708">
              <a:extLst>
                <a:ext uri="{FF2B5EF4-FFF2-40B4-BE49-F238E27FC236}">
                  <a16:creationId xmlns:a16="http://schemas.microsoft.com/office/drawing/2014/main" id="{903131F0-9A76-4603-9C2A-F37083869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949"/>
              <a:ext cx="81" cy="67"/>
            </a:xfrm>
            <a:custGeom>
              <a:avLst/>
              <a:gdLst>
                <a:gd name="T0" fmla="*/ 0 w 35"/>
                <a:gd name="T1" fmla="*/ 412 h 27"/>
                <a:gd name="T2" fmla="*/ 433 w 3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7">
                  <a:moveTo>
                    <a:pt x="0" y="27"/>
                  </a:moveTo>
                  <a:cubicBezTo>
                    <a:pt x="3" y="13"/>
                    <a:pt x="23" y="3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ECCDC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6" name="Freeform 1709">
              <a:extLst>
                <a:ext uri="{FF2B5EF4-FFF2-40B4-BE49-F238E27FC236}">
                  <a16:creationId xmlns:a16="http://schemas.microsoft.com/office/drawing/2014/main" id="{0235B28E-5A29-47F1-928B-46AB43FC9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084"/>
              <a:ext cx="56" cy="142"/>
            </a:xfrm>
            <a:custGeom>
              <a:avLst/>
              <a:gdLst>
                <a:gd name="T0" fmla="*/ 306 w 24"/>
                <a:gd name="T1" fmla="*/ 0 h 58"/>
                <a:gd name="T2" fmla="*/ 103 w 24"/>
                <a:gd name="T3" fmla="*/ 497 h 58"/>
                <a:gd name="T4" fmla="*/ 12 w 24"/>
                <a:gd name="T5" fmla="*/ 85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8">
                  <a:moveTo>
                    <a:pt x="24" y="0"/>
                  </a:moveTo>
                  <a:cubicBezTo>
                    <a:pt x="14" y="10"/>
                    <a:pt x="13" y="23"/>
                    <a:pt x="8" y="34"/>
                  </a:cubicBezTo>
                  <a:cubicBezTo>
                    <a:pt x="6" y="42"/>
                    <a:pt x="0" y="49"/>
                    <a:pt x="1" y="5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7" name="Freeform 1710">
              <a:extLst>
                <a:ext uri="{FF2B5EF4-FFF2-40B4-BE49-F238E27FC236}">
                  <a16:creationId xmlns:a16="http://schemas.microsoft.com/office/drawing/2014/main" id="{B2803D1F-BB68-4660-B5E5-32CD50BCE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356"/>
              <a:ext cx="6" cy="81"/>
            </a:xfrm>
            <a:custGeom>
              <a:avLst/>
              <a:gdLst>
                <a:gd name="T0" fmla="*/ 24 w 3"/>
                <a:gd name="T1" fmla="*/ 0 h 33"/>
                <a:gd name="T2" fmla="*/ 24 w 3"/>
                <a:gd name="T3" fmla="*/ 48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3" y="0"/>
                  </a:moveTo>
                  <a:cubicBezTo>
                    <a:pt x="0" y="11"/>
                    <a:pt x="2" y="22"/>
                    <a:pt x="3" y="33"/>
                  </a:cubicBezTo>
                </a:path>
              </a:pathLst>
            </a:custGeom>
            <a:noFill/>
            <a:ln w="6350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8" name="Freeform 1711">
              <a:extLst>
                <a:ext uri="{FF2B5EF4-FFF2-40B4-BE49-F238E27FC236}">
                  <a16:creationId xmlns:a16="http://schemas.microsoft.com/office/drawing/2014/main" id="{9C175272-DA41-48E2-9E78-434C79432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423"/>
              <a:ext cx="9" cy="56"/>
            </a:xfrm>
            <a:custGeom>
              <a:avLst/>
              <a:gdLst>
                <a:gd name="T0" fmla="*/ 45 w 4"/>
                <a:gd name="T1" fmla="*/ 0 h 23"/>
                <a:gd name="T2" fmla="*/ 0 w 4"/>
                <a:gd name="T3" fmla="*/ 33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4" y="0"/>
                  </a:moveTo>
                  <a:cubicBezTo>
                    <a:pt x="0" y="7"/>
                    <a:pt x="0" y="16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9" name="Freeform 1712">
              <a:extLst>
                <a:ext uri="{FF2B5EF4-FFF2-40B4-BE49-F238E27FC236}">
                  <a16:creationId xmlns:a16="http://schemas.microsoft.com/office/drawing/2014/main" id="{E3068079-522A-4F15-BEAF-5D9A2821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979"/>
              <a:ext cx="53" cy="68"/>
            </a:xfrm>
            <a:custGeom>
              <a:avLst/>
              <a:gdLst>
                <a:gd name="T0" fmla="*/ 0 w 23"/>
                <a:gd name="T1" fmla="*/ 401 h 28"/>
                <a:gd name="T2" fmla="*/ 281 w 2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0" y="28"/>
                  </a:moveTo>
                  <a:cubicBezTo>
                    <a:pt x="3" y="15"/>
                    <a:pt x="14" y="8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0" name="Freeform 1713">
              <a:extLst>
                <a:ext uri="{FF2B5EF4-FFF2-40B4-BE49-F238E27FC236}">
                  <a16:creationId xmlns:a16="http://schemas.microsoft.com/office/drawing/2014/main" id="{ED993D27-7388-44A4-A6DE-04A136052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927"/>
              <a:ext cx="60" cy="66"/>
            </a:xfrm>
            <a:custGeom>
              <a:avLst/>
              <a:gdLst>
                <a:gd name="T0" fmla="*/ 0 w 26"/>
                <a:gd name="T1" fmla="*/ 394 h 27"/>
                <a:gd name="T2" fmla="*/ 318 w 2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7">
                  <a:moveTo>
                    <a:pt x="0" y="27"/>
                  </a:moveTo>
                  <a:cubicBezTo>
                    <a:pt x="1" y="17"/>
                    <a:pt x="16" y="0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1" name="Freeform 1714">
              <a:extLst>
                <a:ext uri="{FF2B5EF4-FFF2-40B4-BE49-F238E27FC236}">
                  <a16:creationId xmlns:a16="http://schemas.microsoft.com/office/drawing/2014/main" id="{186B604B-F7FA-4E54-92E5-549D2EA69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802"/>
              <a:ext cx="97" cy="35"/>
            </a:xfrm>
            <a:custGeom>
              <a:avLst/>
              <a:gdLst>
                <a:gd name="T0" fmla="*/ 0 w 42"/>
                <a:gd name="T1" fmla="*/ 220 h 14"/>
                <a:gd name="T2" fmla="*/ 517 w 42"/>
                <a:gd name="T3" fmla="*/ 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14"/>
                  </a:moveTo>
                  <a:cubicBezTo>
                    <a:pt x="7" y="4"/>
                    <a:pt x="31" y="0"/>
                    <a:pt x="42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2" name="Freeform 1715">
              <a:extLst>
                <a:ext uri="{FF2B5EF4-FFF2-40B4-BE49-F238E27FC236}">
                  <a16:creationId xmlns:a16="http://schemas.microsoft.com/office/drawing/2014/main" id="{219537DC-E5F4-4A6F-A01F-AB81F06C8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788"/>
              <a:ext cx="112" cy="26"/>
            </a:xfrm>
            <a:custGeom>
              <a:avLst/>
              <a:gdLst>
                <a:gd name="T0" fmla="*/ 0 w 49"/>
                <a:gd name="T1" fmla="*/ 144 h 11"/>
                <a:gd name="T2" fmla="*/ 585 w 4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1">
                  <a:moveTo>
                    <a:pt x="0" y="11"/>
                  </a:moveTo>
                  <a:cubicBezTo>
                    <a:pt x="14" y="1"/>
                    <a:pt x="32" y="0"/>
                    <a:pt x="49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3" name="Freeform 1716">
              <a:extLst>
                <a:ext uri="{FF2B5EF4-FFF2-40B4-BE49-F238E27FC236}">
                  <a16:creationId xmlns:a16="http://schemas.microsoft.com/office/drawing/2014/main" id="{4C7868FC-1503-407A-8736-6E5481857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783"/>
              <a:ext cx="48" cy="12"/>
            </a:xfrm>
            <a:custGeom>
              <a:avLst/>
              <a:gdLst>
                <a:gd name="T0" fmla="*/ 0 w 21"/>
                <a:gd name="T1" fmla="*/ 70 h 5"/>
                <a:gd name="T2" fmla="*/ 251 w 2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6" y="1"/>
                    <a:pt x="14" y="0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4" name="Freeform 1717">
              <a:extLst>
                <a:ext uri="{FF2B5EF4-FFF2-40B4-BE49-F238E27FC236}">
                  <a16:creationId xmlns:a16="http://schemas.microsoft.com/office/drawing/2014/main" id="{98ACFAE0-9785-4B5A-8E76-01302C13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724"/>
              <a:ext cx="73" cy="7"/>
            </a:xfrm>
            <a:custGeom>
              <a:avLst/>
              <a:gdLst>
                <a:gd name="T0" fmla="*/ 0 w 32"/>
                <a:gd name="T1" fmla="*/ 37 h 3"/>
                <a:gd name="T2" fmla="*/ 381 w 3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">
                  <a:moveTo>
                    <a:pt x="0" y="3"/>
                  </a:moveTo>
                  <a:cubicBezTo>
                    <a:pt x="11" y="0"/>
                    <a:pt x="22" y="0"/>
                    <a:pt x="32" y="3"/>
                  </a:cubicBezTo>
                </a:path>
              </a:pathLst>
            </a:custGeom>
            <a:noFill/>
            <a:ln w="6350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5" name="Freeform 1718">
              <a:extLst>
                <a:ext uri="{FF2B5EF4-FFF2-40B4-BE49-F238E27FC236}">
                  <a16:creationId xmlns:a16="http://schemas.microsoft.com/office/drawing/2014/main" id="{EB383E9A-87C2-4F6F-B9C2-21D2265AA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726"/>
              <a:ext cx="62" cy="12"/>
            </a:xfrm>
            <a:custGeom>
              <a:avLst/>
              <a:gdLst>
                <a:gd name="T0" fmla="*/ 0 w 27"/>
                <a:gd name="T1" fmla="*/ 41 h 5"/>
                <a:gd name="T2" fmla="*/ 326 w 27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3"/>
                  </a:moveTo>
                  <a:cubicBezTo>
                    <a:pt x="9" y="0"/>
                    <a:pt x="21" y="2"/>
                    <a:pt x="27" y="5"/>
                  </a:cubicBezTo>
                </a:path>
              </a:pathLst>
            </a:custGeom>
            <a:noFill/>
            <a:ln w="6350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6" name="Freeform 1719">
              <a:extLst>
                <a:ext uri="{FF2B5EF4-FFF2-40B4-BE49-F238E27FC236}">
                  <a16:creationId xmlns:a16="http://schemas.microsoft.com/office/drawing/2014/main" id="{CD7728BF-8F87-4016-9A8F-CBF839699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822"/>
              <a:ext cx="76" cy="44"/>
            </a:xfrm>
            <a:custGeom>
              <a:avLst/>
              <a:gdLst>
                <a:gd name="T0" fmla="*/ 0 w 33"/>
                <a:gd name="T1" fmla="*/ 264 h 18"/>
                <a:gd name="T2" fmla="*/ 403 w 3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8">
                  <a:moveTo>
                    <a:pt x="0" y="18"/>
                  </a:moveTo>
                  <a:cubicBezTo>
                    <a:pt x="9" y="10"/>
                    <a:pt x="23" y="0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7" name="Freeform 1720">
              <a:extLst>
                <a:ext uri="{FF2B5EF4-FFF2-40B4-BE49-F238E27FC236}">
                  <a16:creationId xmlns:a16="http://schemas.microsoft.com/office/drawing/2014/main" id="{50C1E395-010B-4033-BBFD-A905BC859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864"/>
              <a:ext cx="55" cy="22"/>
            </a:xfrm>
            <a:custGeom>
              <a:avLst/>
              <a:gdLst>
                <a:gd name="T0" fmla="*/ 0 w 24"/>
                <a:gd name="T1" fmla="*/ 132 h 9"/>
                <a:gd name="T2" fmla="*/ 289 w 24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9"/>
                  </a:moveTo>
                  <a:cubicBezTo>
                    <a:pt x="7" y="4"/>
                    <a:pt x="15" y="0"/>
                    <a:pt x="24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8" name="Freeform 1721">
              <a:extLst>
                <a:ext uri="{FF2B5EF4-FFF2-40B4-BE49-F238E27FC236}">
                  <a16:creationId xmlns:a16="http://schemas.microsoft.com/office/drawing/2014/main" id="{AE502A4C-48E6-434A-9A23-2FC305664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773"/>
              <a:ext cx="41" cy="19"/>
            </a:xfrm>
            <a:custGeom>
              <a:avLst/>
              <a:gdLst>
                <a:gd name="T0" fmla="*/ 0 w 18"/>
                <a:gd name="T1" fmla="*/ 107 h 8"/>
                <a:gd name="T2" fmla="*/ 212 w 1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8"/>
                  </a:moveTo>
                  <a:cubicBezTo>
                    <a:pt x="5" y="3"/>
                    <a:pt x="12" y="2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9" name="Freeform 1722">
              <a:extLst>
                <a:ext uri="{FF2B5EF4-FFF2-40B4-BE49-F238E27FC236}">
                  <a16:creationId xmlns:a16="http://schemas.microsoft.com/office/drawing/2014/main" id="{09E868F2-07CC-49AC-898E-F8B67787E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650"/>
              <a:ext cx="55" cy="25"/>
            </a:xfrm>
            <a:custGeom>
              <a:avLst/>
              <a:gdLst>
                <a:gd name="T0" fmla="*/ 0 w 24"/>
                <a:gd name="T1" fmla="*/ 158 h 10"/>
                <a:gd name="T2" fmla="*/ 289 w 24"/>
                <a:gd name="T3" fmla="*/ 2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10"/>
                  </a:moveTo>
                  <a:cubicBezTo>
                    <a:pt x="5" y="5"/>
                    <a:pt x="15" y="0"/>
                    <a:pt x="24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0" name="Freeform 1723">
              <a:extLst>
                <a:ext uri="{FF2B5EF4-FFF2-40B4-BE49-F238E27FC236}">
                  <a16:creationId xmlns:a16="http://schemas.microsoft.com/office/drawing/2014/main" id="{EF460A6F-3C73-4633-A33F-C635B1911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1670"/>
              <a:ext cx="57" cy="27"/>
            </a:xfrm>
            <a:custGeom>
              <a:avLst/>
              <a:gdLst>
                <a:gd name="T0" fmla="*/ 0 w 25"/>
                <a:gd name="T1" fmla="*/ 162 h 11"/>
                <a:gd name="T2" fmla="*/ 296 w 25"/>
                <a:gd name="T3" fmla="*/ 4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6" y="5"/>
                    <a:pt x="17" y="0"/>
                    <a:pt x="25" y="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1" name="Freeform 1724">
              <a:extLst>
                <a:ext uri="{FF2B5EF4-FFF2-40B4-BE49-F238E27FC236}">
                  <a16:creationId xmlns:a16="http://schemas.microsoft.com/office/drawing/2014/main" id="{6DE1B5D9-50BF-4410-BC1B-3A71F5C93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638"/>
              <a:ext cx="67" cy="47"/>
            </a:xfrm>
            <a:custGeom>
              <a:avLst/>
              <a:gdLst>
                <a:gd name="T0" fmla="*/ 0 w 29"/>
                <a:gd name="T1" fmla="*/ 287 h 19"/>
                <a:gd name="T2" fmla="*/ 358 w 2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9">
                  <a:moveTo>
                    <a:pt x="0" y="19"/>
                  </a:moveTo>
                  <a:cubicBezTo>
                    <a:pt x="5" y="8"/>
                    <a:pt x="18" y="4"/>
                    <a:pt x="29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2" name="Freeform 1725">
              <a:extLst>
                <a:ext uri="{FF2B5EF4-FFF2-40B4-BE49-F238E27FC236}">
                  <a16:creationId xmlns:a16="http://schemas.microsoft.com/office/drawing/2014/main" id="{B637CD71-1B9C-49EB-9420-BFC208856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613"/>
              <a:ext cx="39" cy="42"/>
            </a:xfrm>
            <a:custGeom>
              <a:avLst/>
              <a:gdLst>
                <a:gd name="T0" fmla="*/ 0 w 17"/>
                <a:gd name="T1" fmla="*/ 257 h 17"/>
                <a:gd name="T2" fmla="*/ 204 w 1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4" y="8"/>
                    <a:pt x="8" y="3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3" name="Freeform 1726">
              <a:extLst>
                <a:ext uri="{FF2B5EF4-FFF2-40B4-BE49-F238E27FC236}">
                  <a16:creationId xmlns:a16="http://schemas.microsoft.com/office/drawing/2014/main" id="{727E188A-F806-4A43-8292-168350966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792"/>
              <a:ext cx="37" cy="47"/>
            </a:xfrm>
            <a:custGeom>
              <a:avLst/>
              <a:gdLst>
                <a:gd name="T0" fmla="*/ 0 w 16"/>
                <a:gd name="T1" fmla="*/ 287 h 19"/>
                <a:gd name="T2" fmla="*/ 199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cubicBezTo>
                    <a:pt x="3" y="11"/>
                    <a:pt x="9" y="4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4" name="Freeform 1727">
              <a:extLst>
                <a:ext uri="{FF2B5EF4-FFF2-40B4-BE49-F238E27FC236}">
                  <a16:creationId xmlns:a16="http://schemas.microsoft.com/office/drawing/2014/main" id="{19735396-F6D3-4BFB-AA13-1DB807D01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935"/>
              <a:ext cx="30" cy="36"/>
            </a:xfrm>
            <a:custGeom>
              <a:avLst/>
              <a:gdLst>
                <a:gd name="T0" fmla="*/ 0 w 13"/>
                <a:gd name="T1" fmla="*/ 206 h 15"/>
                <a:gd name="T2" fmla="*/ 159 w 1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15"/>
                  </a:moveTo>
                  <a:cubicBezTo>
                    <a:pt x="2" y="8"/>
                    <a:pt x="8" y="4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5" name="Freeform 1728">
              <a:extLst>
                <a:ext uri="{FF2B5EF4-FFF2-40B4-BE49-F238E27FC236}">
                  <a16:creationId xmlns:a16="http://schemas.microsoft.com/office/drawing/2014/main" id="{E7DFFCB6-AEF5-494A-9DA4-407F29301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844"/>
              <a:ext cx="51" cy="24"/>
            </a:xfrm>
            <a:custGeom>
              <a:avLst/>
              <a:gdLst>
                <a:gd name="T0" fmla="*/ 0 w 22"/>
                <a:gd name="T1" fmla="*/ 139 h 10"/>
                <a:gd name="T2" fmla="*/ 274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cubicBezTo>
                    <a:pt x="6" y="4"/>
                    <a:pt x="14" y="0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6" name="Freeform 1729">
              <a:extLst>
                <a:ext uri="{FF2B5EF4-FFF2-40B4-BE49-F238E27FC236}">
                  <a16:creationId xmlns:a16="http://schemas.microsoft.com/office/drawing/2014/main" id="{01C67AB5-CEFE-4133-87E6-4F24B3046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099"/>
              <a:ext cx="23" cy="88"/>
            </a:xfrm>
            <a:custGeom>
              <a:avLst/>
              <a:gdLst>
                <a:gd name="T0" fmla="*/ 122 w 10"/>
                <a:gd name="T1" fmla="*/ 0 h 36"/>
                <a:gd name="T2" fmla="*/ 48 w 10"/>
                <a:gd name="T3" fmla="*/ 352 h 36"/>
                <a:gd name="T4" fmla="*/ 0 w 10"/>
                <a:gd name="T5" fmla="*/ 52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6">
                  <a:moveTo>
                    <a:pt x="10" y="0"/>
                  </a:moveTo>
                  <a:cubicBezTo>
                    <a:pt x="4" y="7"/>
                    <a:pt x="7" y="16"/>
                    <a:pt x="4" y="24"/>
                  </a:cubicBezTo>
                  <a:cubicBezTo>
                    <a:pt x="3" y="28"/>
                    <a:pt x="0" y="31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7" name="Freeform 1730">
              <a:extLst>
                <a:ext uri="{FF2B5EF4-FFF2-40B4-BE49-F238E27FC236}">
                  <a16:creationId xmlns:a16="http://schemas.microsoft.com/office/drawing/2014/main" id="{594BD830-8BEF-4315-AE6A-7E52A1841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187"/>
              <a:ext cx="21" cy="108"/>
            </a:xfrm>
            <a:custGeom>
              <a:avLst/>
              <a:gdLst>
                <a:gd name="T0" fmla="*/ 114 w 9"/>
                <a:gd name="T1" fmla="*/ 0 h 44"/>
                <a:gd name="T2" fmla="*/ 0 w 9"/>
                <a:gd name="T3" fmla="*/ 65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4">
                  <a:moveTo>
                    <a:pt x="9" y="0"/>
                  </a:moveTo>
                  <a:cubicBezTo>
                    <a:pt x="1" y="12"/>
                    <a:pt x="0" y="30"/>
                    <a:pt x="0" y="4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8" name="Freeform 1731">
              <a:extLst>
                <a:ext uri="{FF2B5EF4-FFF2-40B4-BE49-F238E27FC236}">
                  <a16:creationId xmlns:a16="http://schemas.microsoft.com/office/drawing/2014/main" id="{598A1923-831F-4A51-9010-2DC6E67A3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290"/>
              <a:ext cx="14" cy="66"/>
            </a:xfrm>
            <a:custGeom>
              <a:avLst/>
              <a:gdLst>
                <a:gd name="T0" fmla="*/ 77 w 6"/>
                <a:gd name="T1" fmla="*/ 0 h 27"/>
                <a:gd name="T2" fmla="*/ 0 w 6"/>
                <a:gd name="T3" fmla="*/ 3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6" y="0"/>
                  </a:moveTo>
                  <a:cubicBezTo>
                    <a:pt x="1" y="8"/>
                    <a:pt x="0" y="18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9" name="Freeform 1732">
              <a:extLst>
                <a:ext uri="{FF2B5EF4-FFF2-40B4-BE49-F238E27FC236}">
                  <a16:creationId xmlns:a16="http://schemas.microsoft.com/office/drawing/2014/main" id="{CB1BEC24-2206-4AF9-B653-4F89CE31B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079"/>
              <a:ext cx="9" cy="71"/>
            </a:xfrm>
            <a:custGeom>
              <a:avLst/>
              <a:gdLst>
                <a:gd name="T0" fmla="*/ 45 w 4"/>
                <a:gd name="T1" fmla="*/ 0 h 29"/>
                <a:gd name="T2" fmla="*/ 25 w 4"/>
                <a:gd name="T3" fmla="*/ 42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4" y="0"/>
                  </a:moveTo>
                  <a:cubicBezTo>
                    <a:pt x="1" y="7"/>
                    <a:pt x="0" y="21"/>
                    <a:pt x="2" y="2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0" name="Freeform 1733">
              <a:extLst>
                <a:ext uri="{FF2B5EF4-FFF2-40B4-BE49-F238E27FC236}">
                  <a16:creationId xmlns:a16="http://schemas.microsoft.com/office/drawing/2014/main" id="{5DF07919-96B5-42E0-B78B-849AD3A16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131"/>
              <a:ext cx="18" cy="56"/>
            </a:xfrm>
            <a:custGeom>
              <a:avLst/>
              <a:gdLst>
                <a:gd name="T0" fmla="*/ 92 w 8"/>
                <a:gd name="T1" fmla="*/ 0 h 23"/>
                <a:gd name="T2" fmla="*/ 45 w 8"/>
                <a:gd name="T3" fmla="*/ 33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8" y="0"/>
                  </a:moveTo>
                  <a:cubicBezTo>
                    <a:pt x="5" y="7"/>
                    <a:pt x="0" y="16"/>
                    <a:pt x="4" y="2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1" name="Freeform 1734">
              <a:extLst>
                <a:ext uri="{FF2B5EF4-FFF2-40B4-BE49-F238E27FC236}">
                  <a16:creationId xmlns:a16="http://schemas.microsoft.com/office/drawing/2014/main" id="{BF4BEA62-64E8-4D34-98EC-9A0E00DBD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913"/>
              <a:ext cx="16" cy="61"/>
            </a:xfrm>
            <a:custGeom>
              <a:avLst/>
              <a:gdLst>
                <a:gd name="T0" fmla="*/ 85 w 7"/>
                <a:gd name="T1" fmla="*/ 0 h 25"/>
                <a:gd name="T2" fmla="*/ 11 w 7"/>
                <a:gd name="T3" fmla="*/ 36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7" y="0"/>
                  </a:moveTo>
                  <a:cubicBezTo>
                    <a:pt x="3" y="7"/>
                    <a:pt x="0" y="17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2" name="Freeform 1735">
              <a:extLst>
                <a:ext uri="{FF2B5EF4-FFF2-40B4-BE49-F238E27FC236}">
                  <a16:creationId xmlns:a16="http://schemas.microsoft.com/office/drawing/2014/main" id="{18B47257-7947-4685-BB50-5DB0391A2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707"/>
              <a:ext cx="29" cy="36"/>
            </a:xfrm>
            <a:custGeom>
              <a:avLst/>
              <a:gdLst>
                <a:gd name="T0" fmla="*/ 0 w 13"/>
                <a:gd name="T1" fmla="*/ 206 h 15"/>
                <a:gd name="T2" fmla="*/ 145 w 1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15"/>
                  </a:moveTo>
                  <a:cubicBezTo>
                    <a:pt x="2" y="9"/>
                    <a:pt x="9" y="5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3" name="Freeform 1736">
              <a:extLst>
                <a:ext uri="{FF2B5EF4-FFF2-40B4-BE49-F238E27FC236}">
                  <a16:creationId xmlns:a16="http://schemas.microsoft.com/office/drawing/2014/main" id="{AFB5B29E-3167-465A-9101-386A48B23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846"/>
              <a:ext cx="14" cy="15"/>
            </a:xfrm>
            <a:custGeom>
              <a:avLst/>
              <a:gdLst>
                <a:gd name="T0" fmla="*/ 0 w 6"/>
                <a:gd name="T1" fmla="*/ 95 h 6"/>
                <a:gd name="T2" fmla="*/ 77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4"/>
                    <a:pt x="3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4" name="Freeform 1737">
              <a:extLst>
                <a:ext uri="{FF2B5EF4-FFF2-40B4-BE49-F238E27FC236}">
                  <a16:creationId xmlns:a16="http://schemas.microsoft.com/office/drawing/2014/main" id="{A8FD2121-48A3-420D-83D5-7AFED36D4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827"/>
              <a:ext cx="14" cy="29"/>
            </a:xfrm>
            <a:custGeom>
              <a:avLst/>
              <a:gdLst>
                <a:gd name="T0" fmla="*/ 0 w 6"/>
                <a:gd name="T1" fmla="*/ 169 h 12"/>
                <a:gd name="T2" fmla="*/ 77 w 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0" y="12"/>
                  </a:moveTo>
                  <a:cubicBezTo>
                    <a:pt x="0" y="7"/>
                    <a:pt x="2" y="3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5" name="Freeform 1738">
              <a:extLst>
                <a:ext uri="{FF2B5EF4-FFF2-40B4-BE49-F238E27FC236}">
                  <a16:creationId xmlns:a16="http://schemas.microsoft.com/office/drawing/2014/main" id="{0BD198F0-5025-48F1-B150-D226F8923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327"/>
              <a:ext cx="2" cy="20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2"/>
                    <a:pt x="0" y="5"/>
                    <a:pt x="1" y="8"/>
                  </a:cubicBezTo>
                </a:path>
              </a:pathLst>
            </a:custGeom>
            <a:noFill/>
            <a:ln w="6350" cap="rnd">
              <a:solidFill>
                <a:srgbClr val="E0B2A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6" name="Freeform 1739">
              <a:extLst>
                <a:ext uri="{FF2B5EF4-FFF2-40B4-BE49-F238E27FC236}">
                  <a16:creationId xmlns:a16="http://schemas.microsoft.com/office/drawing/2014/main" id="{AC5285EC-0A5C-4C19-ADA8-5D3626B7C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280"/>
              <a:ext cx="25" cy="20"/>
            </a:xfrm>
            <a:custGeom>
              <a:avLst/>
              <a:gdLst>
                <a:gd name="T0" fmla="*/ 57 w 11"/>
                <a:gd name="T1" fmla="*/ 125 h 8"/>
                <a:gd name="T2" fmla="*/ 130 w 11"/>
                <a:gd name="T3" fmla="*/ 33 h 8"/>
                <a:gd name="T4" fmla="*/ 0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5" y="8"/>
                  </a:moveTo>
                  <a:cubicBezTo>
                    <a:pt x="8" y="7"/>
                    <a:pt x="10" y="5"/>
                    <a:pt x="11" y="2"/>
                  </a:cubicBezTo>
                  <a:cubicBezTo>
                    <a:pt x="8" y="0"/>
                    <a:pt x="3" y="3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7" name="Freeform 1740">
              <a:extLst>
                <a:ext uri="{FF2B5EF4-FFF2-40B4-BE49-F238E27FC236}">
                  <a16:creationId xmlns:a16="http://schemas.microsoft.com/office/drawing/2014/main" id="{F2D57F3E-4AA7-4C38-A054-0755E3534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217"/>
              <a:ext cx="16" cy="2"/>
            </a:xfrm>
            <a:custGeom>
              <a:avLst/>
              <a:gdLst>
                <a:gd name="T0" fmla="*/ 0 w 7"/>
                <a:gd name="T1" fmla="*/ 8 h 1"/>
                <a:gd name="T2" fmla="*/ 85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3" y="1"/>
                    <a:pt x="6" y="0"/>
                    <a:pt x="7" y="1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8" name="Freeform 1741">
              <a:extLst>
                <a:ext uri="{FF2B5EF4-FFF2-40B4-BE49-F238E27FC236}">
                  <a16:creationId xmlns:a16="http://schemas.microsoft.com/office/drawing/2014/main" id="{E34CC678-3B26-4AFB-A024-FCD4B8C9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185"/>
              <a:ext cx="7" cy="12"/>
            </a:xfrm>
            <a:custGeom>
              <a:avLst/>
              <a:gdLst>
                <a:gd name="T0" fmla="*/ 37 w 3"/>
                <a:gd name="T1" fmla="*/ 70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9" name="Freeform 1742">
              <a:extLst>
                <a:ext uri="{FF2B5EF4-FFF2-40B4-BE49-F238E27FC236}">
                  <a16:creationId xmlns:a16="http://schemas.microsoft.com/office/drawing/2014/main" id="{D3E779F8-9A8D-4550-ACBF-925721A28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104"/>
              <a:ext cx="23" cy="7"/>
            </a:xfrm>
            <a:custGeom>
              <a:avLst/>
              <a:gdLst>
                <a:gd name="T0" fmla="*/ 0 w 10"/>
                <a:gd name="T1" fmla="*/ 0 h 3"/>
                <a:gd name="T2" fmla="*/ 122 w 10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3" y="1"/>
                    <a:pt x="7" y="2"/>
                    <a:pt x="10" y="3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0" name="Freeform 1743">
              <a:extLst>
                <a:ext uri="{FF2B5EF4-FFF2-40B4-BE49-F238E27FC236}">
                  <a16:creationId xmlns:a16="http://schemas.microsoft.com/office/drawing/2014/main" id="{39A1DA4B-748E-4C0B-BB52-AB75ECA7B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035"/>
              <a:ext cx="14" cy="5"/>
            </a:xfrm>
            <a:custGeom>
              <a:avLst/>
              <a:gdLst>
                <a:gd name="T0" fmla="*/ 77 w 6"/>
                <a:gd name="T1" fmla="*/ 33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2"/>
                    <a:pt x="0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1" name="Freeform 1744">
              <a:extLst>
                <a:ext uri="{FF2B5EF4-FFF2-40B4-BE49-F238E27FC236}">
                  <a16:creationId xmlns:a16="http://schemas.microsoft.com/office/drawing/2014/main" id="{5184B3E6-8AD7-4848-AABF-15969EF7E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131"/>
              <a:ext cx="12" cy="17"/>
            </a:xfrm>
            <a:custGeom>
              <a:avLst/>
              <a:gdLst>
                <a:gd name="T0" fmla="*/ 0 w 5"/>
                <a:gd name="T1" fmla="*/ 0 h 7"/>
                <a:gd name="T2" fmla="*/ 70 w 5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3"/>
                    <a:pt x="3" y="6"/>
                    <a:pt x="5" y="7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2" name="Freeform 1745">
              <a:extLst>
                <a:ext uri="{FF2B5EF4-FFF2-40B4-BE49-F238E27FC236}">
                  <a16:creationId xmlns:a16="http://schemas.microsoft.com/office/drawing/2014/main" id="{CCAE4FED-290D-4836-9B24-584AD7085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959"/>
              <a:ext cx="25" cy="10"/>
            </a:xfrm>
            <a:custGeom>
              <a:avLst/>
              <a:gdLst>
                <a:gd name="T0" fmla="*/ 0 w 11"/>
                <a:gd name="T1" fmla="*/ 63 h 4"/>
                <a:gd name="T2" fmla="*/ 130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3"/>
                    <a:pt x="7" y="0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3" name="Freeform 1746">
              <a:extLst>
                <a:ext uri="{FF2B5EF4-FFF2-40B4-BE49-F238E27FC236}">
                  <a16:creationId xmlns:a16="http://schemas.microsoft.com/office/drawing/2014/main" id="{4CE1B700-B894-4C27-A8BE-E6F5C2168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2"/>
              <a:ext cx="9" cy="15"/>
            </a:xfrm>
            <a:custGeom>
              <a:avLst/>
              <a:gdLst>
                <a:gd name="T0" fmla="*/ 0 w 4"/>
                <a:gd name="T1" fmla="*/ 0 h 6"/>
                <a:gd name="T2" fmla="*/ 45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2" y="5"/>
                    <a:pt x="4" y="6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4" name="Freeform 1747">
              <a:extLst>
                <a:ext uri="{FF2B5EF4-FFF2-40B4-BE49-F238E27FC236}">
                  <a16:creationId xmlns:a16="http://schemas.microsoft.com/office/drawing/2014/main" id="{B490CA22-AEDA-4A10-AB78-08B201FD1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667"/>
              <a:ext cx="23" cy="18"/>
            </a:xfrm>
            <a:custGeom>
              <a:avLst/>
              <a:gdLst>
                <a:gd name="T0" fmla="*/ 0 w 10"/>
                <a:gd name="T1" fmla="*/ 0 h 7"/>
                <a:gd name="T2" fmla="*/ 122 w 10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3" y="3"/>
                    <a:pt x="8" y="4"/>
                    <a:pt x="10" y="7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5" name="Freeform 1748">
              <a:extLst>
                <a:ext uri="{FF2B5EF4-FFF2-40B4-BE49-F238E27FC236}">
                  <a16:creationId xmlns:a16="http://schemas.microsoft.com/office/drawing/2014/main" id="{369AD324-87EC-4D46-A7B0-EA894E5DF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837"/>
              <a:ext cx="12" cy="22"/>
            </a:xfrm>
            <a:custGeom>
              <a:avLst/>
              <a:gdLst>
                <a:gd name="T0" fmla="*/ 0 w 5"/>
                <a:gd name="T1" fmla="*/ 0 h 9"/>
                <a:gd name="T2" fmla="*/ 70 w 5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1" y="3"/>
                    <a:pt x="2" y="7"/>
                    <a:pt x="5" y="9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6" name="Freeform 1749">
              <a:extLst>
                <a:ext uri="{FF2B5EF4-FFF2-40B4-BE49-F238E27FC236}">
                  <a16:creationId xmlns:a16="http://schemas.microsoft.com/office/drawing/2014/main" id="{8EA45EF1-983E-4F3D-AE6B-879270700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1876"/>
              <a:ext cx="14" cy="14"/>
            </a:xfrm>
            <a:custGeom>
              <a:avLst/>
              <a:gdLst>
                <a:gd name="T0" fmla="*/ 0 w 6"/>
                <a:gd name="T1" fmla="*/ 0 h 6"/>
                <a:gd name="T2" fmla="*/ 77 w 6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2"/>
                    <a:pt x="3" y="5"/>
                    <a:pt x="6" y="6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7" name="Freeform 1750">
              <a:extLst>
                <a:ext uri="{FF2B5EF4-FFF2-40B4-BE49-F238E27FC236}">
                  <a16:creationId xmlns:a16="http://schemas.microsoft.com/office/drawing/2014/main" id="{D5E3E75F-F856-4BBC-8048-AB23BE538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822"/>
              <a:ext cx="14" cy="22"/>
            </a:xfrm>
            <a:custGeom>
              <a:avLst/>
              <a:gdLst>
                <a:gd name="T0" fmla="*/ 0 w 6"/>
                <a:gd name="T1" fmla="*/ 0 h 9"/>
                <a:gd name="T2" fmla="*/ 77 w 6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2" y="3"/>
                    <a:pt x="5" y="6"/>
                    <a:pt x="6" y="9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8" name="Freeform 1751">
              <a:extLst>
                <a:ext uri="{FF2B5EF4-FFF2-40B4-BE49-F238E27FC236}">
                  <a16:creationId xmlns:a16="http://schemas.microsoft.com/office/drawing/2014/main" id="{CB762C4B-82DA-4BF8-9643-FDDFD2B5A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1859"/>
              <a:ext cx="2" cy="17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1" y="5"/>
                    <a:pt x="1" y="7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9" name="Freeform 1752">
              <a:extLst>
                <a:ext uri="{FF2B5EF4-FFF2-40B4-BE49-F238E27FC236}">
                  <a16:creationId xmlns:a16="http://schemas.microsoft.com/office/drawing/2014/main" id="{42493BFF-B40E-435D-905C-41C90C7F7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888"/>
              <a:ext cx="7" cy="15"/>
            </a:xfrm>
            <a:custGeom>
              <a:avLst/>
              <a:gdLst>
                <a:gd name="T0" fmla="*/ 37 w 3"/>
                <a:gd name="T1" fmla="*/ 95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0" name="Freeform 1753">
              <a:extLst>
                <a:ext uri="{FF2B5EF4-FFF2-40B4-BE49-F238E27FC236}">
                  <a16:creationId xmlns:a16="http://schemas.microsoft.com/office/drawing/2014/main" id="{DC872D8B-CACB-4637-967A-278C5B6F2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966"/>
              <a:ext cx="9" cy="15"/>
            </a:xfrm>
            <a:custGeom>
              <a:avLst/>
              <a:gdLst>
                <a:gd name="T0" fmla="*/ 45 w 4"/>
                <a:gd name="T1" fmla="*/ 95 h 6"/>
                <a:gd name="T2" fmla="*/ 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1" name="Freeform 1754">
              <a:extLst>
                <a:ext uri="{FF2B5EF4-FFF2-40B4-BE49-F238E27FC236}">
                  <a16:creationId xmlns:a16="http://schemas.microsoft.com/office/drawing/2014/main" id="{7F91E982-E47F-4C25-8C13-442C9A116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337"/>
              <a:ext cx="18" cy="10"/>
            </a:xfrm>
            <a:custGeom>
              <a:avLst/>
              <a:gdLst>
                <a:gd name="T0" fmla="*/ 0 w 8"/>
                <a:gd name="T1" fmla="*/ 0 h 4"/>
                <a:gd name="T2" fmla="*/ 92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3"/>
                    <a:pt x="6" y="1"/>
                    <a:pt x="8" y="4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2" name="Freeform 1755">
              <a:extLst>
                <a:ext uri="{FF2B5EF4-FFF2-40B4-BE49-F238E27FC236}">
                  <a16:creationId xmlns:a16="http://schemas.microsoft.com/office/drawing/2014/main" id="{2872E83F-F4A1-4D3C-9B04-F1A33D701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148"/>
              <a:ext cx="13" cy="12"/>
            </a:xfrm>
            <a:custGeom>
              <a:avLst/>
              <a:gdLst>
                <a:gd name="T0" fmla="*/ 0 w 6"/>
                <a:gd name="T1" fmla="*/ 0 h 5"/>
                <a:gd name="T2" fmla="*/ 61 w 6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2"/>
                    <a:pt x="4" y="3"/>
                    <a:pt x="6" y="5"/>
                  </a:cubicBezTo>
                </a:path>
              </a:pathLst>
            </a:custGeom>
            <a:noFill/>
            <a:ln w="14288" cap="flat">
              <a:solidFill>
                <a:srgbClr val="FDF0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3" name="Freeform 1756">
              <a:extLst>
                <a:ext uri="{FF2B5EF4-FFF2-40B4-BE49-F238E27FC236}">
                  <a16:creationId xmlns:a16="http://schemas.microsoft.com/office/drawing/2014/main" id="{99D3C573-309D-470C-9AE7-61B73CB21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074"/>
              <a:ext cx="14" cy="15"/>
            </a:xfrm>
            <a:custGeom>
              <a:avLst/>
              <a:gdLst>
                <a:gd name="T0" fmla="*/ 0 w 6"/>
                <a:gd name="T1" fmla="*/ 0 h 6"/>
                <a:gd name="T2" fmla="*/ 77 w 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3"/>
                    <a:pt x="4" y="5"/>
                    <a:pt x="6" y="6"/>
                  </a:cubicBezTo>
                </a:path>
              </a:pathLst>
            </a:custGeom>
            <a:noFill/>
            <a:ln w="14288" cap="flat">
              <a:solidFill>
                <a:srgbClr val="FDF0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4" name="Freeform 1757">
              <a:extLst>
                <a:ext uri="{FF2B5EF4-FFF2-40B4-BE49-F238E27FC236}">
                  <a16:creationId xmlns:a16="http://schemas.microsoft.com/office/drawing/2014/main" id="{35D4CD33-70DA-4531-A1B2-A7B43D7A3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025"/>
              <a:ext cx="14" cy="22"/>
            </a:xfrm>
            <a:custGeom>
              <a:avLst/>
              <a:gdLst>
                <a:gd name="T0" fmla="*/ 0 w 6"/>
                <a:gd name="T1" fmla="*/ 0 h 9"/>
                <a:gd name="T2" fmla="*/ 77 w 6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0" y="4"/>
                    <a:pt x="2" y="7"/>
                    <a:pt x="6" y="9"/>
                  </a:cubicBezTo>
                </a:path>
              </a:pathLst>
            </a:custGeom>
            <a:noFill/>
            <a:ln w="14288" cap="flat">
              <a:solidFill>
                <a:srgbClr val="FDF0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5" name="Freeform 1758">
              <a:extLst>
                <a:ext uri="{FF2B5EF4-FFF2-40B4-BE49-F238E27FC236}">
                  <a16:creationId xmlns:a16="http://schemas.microsoft.com/office/drawing/2014/main" id="{DA884BF4-76A7-44E0-8AEA-B1E114641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915"/>
              <a:ext cx="7" cy="22"/>
            </a:xfrm>
            <a:custGeom>
              <a:avLst/>
              <a:gdLst>
                <a:gd name="T0" fmla="*/ 37 w 3"/>
                <a:gd name="T1" fmla="*/ 132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1" y="6"/>
                    <a:pt x="0" y="3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F0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6" name="Freeform 1759">
              <a:extLst>
                <a:ext uri="{FF2B5EF4-FFF2-40B4-BE49-F238E27FC236}">
                  <a16:creationId xmlns:a16="http://schemas.microsoft.com/office/drawing/2014/main" id="{5D21FFDA-1A7B-4467-81D8-9ADCC21F0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998"/>
              <a:ext cx="20" cy="8"/>
            </a:xfrm>
            <a:custGeom>
              <a:avLst/>
              <a:gdLst>
                <a:gd name="T0" fmla="*/ 0 w 9"/>
                <a:gd name="T1" fmla="*/ 0 h 3"/>
                <a:gd name="T2" fmla="*/ 98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1"/>
                    <a:pt x="7" y="2"/>
                    <a:pt x="9" y="3"/>
                  </a:cubicBezTo>
                </a:path>
              </a:pathLst>
            </a:custGeom>
            <a:noFill/>
            <a:ln w="14288" cap="flat">
              <a:solidFill>
                <a:srgbClr val="FDF0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7" name="Freeform 1760">
              <a:extLst>
                <a:ext uri="{FF2B5EF4-FFF2-40B4-BE49-F238E27FC236}">
                  <a16:creationId xmlns:a16="http://schemas.microsoft.com/office/drawing/2014/main" id="{47ABC37A-E7BB-4B1A-A2D1-17803EC68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964"/>
              <a:ext cx="7" cy="25"/>
            </a:xfrm>
            <a:custGeom>
              <a:avLst/>
              <a:gdLst>
                <a:gd name="T0" fmla="*/ 37 w 3"/>
                <a:gd name="T1" fmla="*/ 158 h 10"/>
                <a:gd name="T2" fmla="*/ 0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2" y="7"/>
                    <a:pt x="1" y="4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DF0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8" name="Freeform 1761">
              <a:extLst>
                <a:ext uri="{FF2B5EF4-FFF2-40B4-BE49-F238E27FC236}">
                  <a16:creationId xmlns:a16="http://schemas.microsoft.com/office/drawing/2014/main" id="{4CF06408-64F0-4CC2-B57E-5E9B35C5B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018"/>
              <a:ext cx="10" cy="25"/>
            </a:xfrm>
            <a:custGeom>
              <a:avLst/>
              <a:gdLst>
                <a:gd name="T0" fmla="*/ 63 w 4"/>
                <a:gd name="T1" fmla="*/ 0 h 10"/>
                <a:gd name="T2" fmla="*/ 20 w 4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0" y="1"/>
                    <a:pt x="1" y="7"/>
                    <a:pt x="1" y="10"/>
                  </a:cubicBezTo>
                </a:path>
              </a:pathLst>
            </a:custGeom>
            <a:noFill/>
            <a:ln w="14288" cap="flat">
              <a:solidFill>
                <a:srgbClr val="FDF0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39" name="Freeform 1762">
              <a:extLst>
                <a:ext uri="{FF2B5EF4-FFF2-40B4-BE49-F238E27FC236}">
                  <a16:creationId xmlns:a16="http://schemas.microsoft.com/office/drawing/2014/main" id="{A4B8D8D6-4B39-4B33-AD1A-304DB867D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814"/>
              <a:ext cx="2" cy="23"/>
            </a:xfrm>
            <a:custGeom>
              <a:avLst/>
              <a:gdLst>
                <a:gd name="T0" fmla="*/ 0 w 1"/>
                <a:gd name="T1" fmla="*/ 15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1" y="6"/>
                    <a:pt x="0" y="4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AD5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0" name="Freeform 1763">
              <a:extLst>
                <a:ext uri="{FF2B5EF4-FFF2-40B4-BE49-F238E27FC236}">
                  <a16:creationId xmlns:a16="http://schemas.microsoft.com/office/drawing/2014/main" id="{A0624F50-40F9-408F-9AD5-0D680C250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876"/>
              <a:ext cx="7" cy="24"/>
            </a:xfrm>
            <a:custGeom>
              <a:avLst/>
              <a:gdLst>
                <a:gd name="T0" fmla="*/ 37 w 3"/>
                <a:gd name="T1" fmla="*/ 0 h 10"/>
                <a:gd name="T2" fmla="*/ 0 w 3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3" y="3"/>
                    <a:pt x="0" y="6"/>
                    <a:pt x="0" y="10"/>
                  </a:cubicBezTo>
                </a:path>
              </a:pathLst>
            </a:custGeom>
            <a:noFill/>
            <a:ln w="14288" cap="flat">
              <a:solidFill>
                <a:srgbClr val="FAD5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1" name="Freeform 1764">
              <a:extLst>
                <a:ext uri="{FF2B5EF4-FFF2-40B4-BE49-F238E27FC236}">
                  <a16:creationId xmlns:a16="http://schemas.microsoft.com/office/drawing/2014/main" id="{59D1C30B-AE70-4BE7-B6B4-8816E4F4B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1910"/>
              <a:ext cx="5" cy="22"/>
            </a:xfrm>
            <a:custGeom>
              <a:avLst/>
              <a:gdLst>
                <a:gd name="T0" fmla="*/ 20 w 2"/>
                <a:gd name="T1" fmla="*/ 132 h 9"/>
                <a:gd name="T2" fmla="*/ 0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9"/>
                  </a:moveTo>
                  <a:cubicBezTo>
                    <a:pt x="2" y="6"/>
                    <a:pt x="2" y="3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AD5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2" name="Freeform 1765">
              <a:extLst>
                <a:ext uri="{FF2B5EF4-FFF2-40B4-BE49-F238E27FC236}">
                  <a16:creationId xmlns:a16="http://schemas.microsoft.com/office/drawing/2014/main" id="{DD8959A1-9519-4451-828C-3028E1370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913"/>
              <a:ext cx="13" cy="9"/>
            </a:xfrm>
            <a:custGeom>
              <a:avLst/>
              <a:gdLst>
                <a:gd name="T0" fmla="*/ 61 w 6"/>
                <a:gd name="T1" fmla="*/ 0 h 4"/>
                <a:gd name="T2" fmla="*/ 0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4" y="0"/>
                    <a:pt x="2" y="3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AD5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3" name="Freeform 1766">
              <a:extLst>
                <a:ext uri="{FF2B5EF4-FFF2-40B4-BE49-F238E27FC236}">
                  <a16:creationId xmlns:a16="http://schemas.microsoft.com/office/drawing/2014/main" id="{900D74FF-16F6-4CF7-BC63-25E0283F0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369"/>
              <a:ext cx="23" cy="9"/>
            </a:xfrm>
            <a:custGeom>
              <a:avLst/>
              <a:gdLst>
                <a:gd name="T0" fmla="*/ 0 w 10"/>
                <a:gd name="T1" fmla="*/ 25 h 4"/>
                <a:gd name="T2" fmla="*/ 122 w 10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3" y="0"/>
                    <a:pt x="8" y="1"/>
                    <a:pt x="10" y="4"/>
                  </a:cubicBezTo>
                </a:path>
              </a:pathLst>
            </a:custGeom>
            <a:noFill/>
            <a:ln w="14288" cap="flat">
              <a:solidFill>
                <a:srgbClr val="FAD5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4" name="Freeform 1767">
              <a:extLst>
                <a:ext uri="{FF2B5EF4-FFF2-40B4-BE49-F238E27FC236}">
                  <a16:creationId xmlns:a16="http://schemas.microsoft.com/office/drawing/2014/main" id="{C84FFCAF-BEEE-4084-84B1-41EA27682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474"/>
              <a:ext cx="11" cy="15"/>
            </a:xfrm>
            <a:custGeom>
              <a:avLst/>
              <a:gdLst>
                <a:gd name="T0" fmla="*/ 0 w 5"/>
                <a:gd name="T1" fmla="*/ 0 h 6"/>
                <a:gd name="T2" fmla="*/ 53 w 5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2"/>
                    <a:pt x="3" y="5"/>
                    <a:pt x="5" y="6"/>
                  </a:cubicBezTo>
                </a:path>
              </a:pathLst>
            </a:custGeom>
            <a:noFill/>
            <a:ln w="14288" cap="flat">
              <a:solidFill>
                <a:srgbClr val="FAD5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5" name="Freeform 1768">
              <a:extLst>
                <a:ext uri="{FF2B5EF4-FFF2-40B4-BE49-F238E27FC236}">
                  <a16:creationId xmlns:a16="http://schemas.microsoft.com/office/drawing/2014/main" id="{CF1896A1-55F9-4608-973D-799DE5F61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2344"/>
              <a:ext cx="14" cy="10"/>
            </a:xfrm>
            <a:custGeom>
              <a:avLst/>
              <a:gdLst>
                <a:gd name="T0" fmla="*/ 0 w 6"/>
                <a:gd name="T1" fmla="*/ 33 h 4"/>
                <a:gd name="T2" fmla="*/ 77 w 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3" y="0"/>
                    <a:pt x="5" y="2"/>
                    <a:pt x="6" y="4"/>
                  </a:cubicBezTo>
                </a:path>
              </a:pathLst>
            </a:custGeom>
            <a:noFill/>
            <a:ln w="14288" cap="flat">
              <a:solidFill>
                <a:srgbClr val="FAD5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6" name="Freeform 1769">
              <a:extLst>
                <a:ext uri="{FF2B5EF4-FFF2-40B4-BE49-F238E27FC236}">
                  <a16:creationId xmlns:a16="http://schemas.microsoft.com/office/drawing/2014/main" id="{0DD8BA06-89C0-4BA1-ADFA-8FE43D835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332"/>
              <a:ext cx="23" cy="7"/>
            </a:xfrm>
            <a:custGeom>
              <a:avLst/>
              <a:gdLst>
                <a:gd name="T0" fmla="*/ 0 w 10"/>
                <a:gd name="T1" fmla="*/ 0 h 3"/>
                <a:gd name="T2" fmla="*/ 122 w 10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2" y="3"/>
                    <a:pt x="6" y="3"/>
                    <a:pt x="10" y="3"/>
                  </a:cubicBezTo>
                </a:path>
              </a:pathLst>
            </a:custGeom>
            <a:noFill/>
            <a:ln w="14288" cap="flat">
              <a:solidFill>
                <a:srgbClr val="FAD5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7" name="Freeform 1770">
              <a:extLst>
                <a:ext uri="{FF2B5EF4-FFF2-40B4-BE49-F238E27FC236}">
                  <a16:creationId xmlns:a16="http://schemas.microsoft.com/office/drawing/2014/main" id="{93319DBE-C500-438B-8C80-DB178E0D2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089"/>
              <a:ext cx="18" cy="20"/>
            </a:xfrm>
            <a:custGeom>
              <a:avLst/>
              <a:gdLst>
                <a:gd name="T0" fmla="*/ 0 w 8"/>
                <a:gd name="T1" fmla="*/ 0 h 8"/>
                <a:gd name="T2" fmla="*/ 92 w 8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3"/>
                    <a:pt x="8" y="5"/>
                    <a:pt x="8" y="8"/>
                  </a:cubicBezTo>
                </a:path>
              </a:pathLst>
            </a:custGeom>
            <a:noFill/>
            <a:ln w="14288" cap="flat">
              <a:solidFill>
                <a:srgbClr val="FDF0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8" name="Freeform 1771">
              <a:extLst>
                <a:ext uri="{FF2B5EF4-FFF2-40B4-BE49-F238E27FC236}">
                  <a16:creationId xmlns:a16="http://schemas.microsoft.com/office/drawing/2014/main" id="{28A52960-C603-4BBF-B538-8058A8A3D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917"/>
              <a:ext cx="4" cy="20"/>
            </a:xfrm>
            <a:custGeom>
              <a:avLst/>
              <a:gdLst>
                <a:gd name="T0" fmla="*/ 16 w 2"/>
                <a:gd name="T1" fmla="*/ 125 h 8"/>
                <a:gd name="T2" fmla="*/ 0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5"/>
                    <a:pt x="0" y="3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CE8E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49" name="Freeform 1772">
              <a:extLst>
                <a:ext uri="{FF2B5EF4-FFF2-40B4-BE49-F238E27FC236}">
                  <a16:creationId xmlns:a16="http://schemas.microsoft.com/office/drawing/2014/main" id="{E96FEB34-4D6D-4D3E-A149-D4637FFD1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900"/>
              <a:ext cx="25" cy="20"/>
            </a:xfrm>
            <a:custGeom>
              <a:avLst/>
              <a:gdLst>
                <a:gd name="T0" fmla="*/ 0 w 11"/>
                <a:gd name="T1" fmla="*/ 0 h 8"/>
                <a:gd name="T2" fmla="*/ 130 w 11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5" y="2"/>
                    <a:pt x="8" y="5"/>
                    <a:pt x="11" y="8"/>
                  </a:cubicBezTo>
                </a:path>
              </a:pathLst>
            </a:custGeom>
            <a:noFill/>
            <a:ln w="14288" cap="flat">
              <a:solidFill>
                <a:srgbClr val="FDF0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0" name="Freeform 1773">
              <a:extLst>
                <a:ext uri="{FF2B5EF4-FFF2-40B4-BE49-F238E27FC236}">
                  <a16:creationId xmlns:a16="http://schemas.microsoft.com/office/drawing/2014/main" id="{CEEBA4B1-80E5-4999-B50B-957991D04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827"/>
              <a:ext cx="3" cy="22"/>
            </a:xfrm>
            <a:custGeom>
              <a:avLst/>
              <a:gdLst>
                <a:gd name="T0" fmla="*/ 27 w 1"/>
                <a:gd name="T1" fmla="*/ 0 h 9"/>
                <a:gd name="T2" fmla="*/ 0 w 1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0" y="2"/>
                    <a:pt x="0" y="6"/>
                    <a:pt x="0" y="9"/>
                  </a:cubicBezTo>
                </a:path>
              </a:pathLst>
            </a:custGeom>
            <a:noFill/>
            <a:ln w="14288" cap="flat">
              <a:solidFill>
                <a:srgbClr val="FAD5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1" name="Freeform 1774">
              <a:extLst>
                <a:ext uri="{FF2B5EF4-FFF2-40B4-BE49-F238E27FC236}">
                  <a16:creationId xmlns:a16="http://schemas.microsoft.com/office/drawing/2014/main" id="{91679768-182C-4AC7-9E94-268BD035E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153"/>
              <a:ext cx="37" cy="49"/>
            </a:xfrm>
            <a:custGeom>
              <a:avLst/>
              <a:gdLst>
                <a:gd name="T0" fmla="*/ 102 w 16"/>
                <a:gd name="T1" fmla="*/ 294 h 20"/>
                <a:gd name="T2" fmla="*/ 199 w 16"/>
                <a:gd name="T3" fmla="*/ 162 h 20"/>
                <a:gd name="T4" fmla="*/ 102 w 16"/>
                <a:gd name="T5" fmla="*/ 12 h 20"/>
                <a:gd name="T6" fmla="*/ 0 w 16"/>
                <a:gd name="T7" fmla="*/ 4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8" y="20"/>
                  </a:moveTo>
                  <a:cubicBezTo>
                    <a:pt x="11" y="19"/>
                    <a:pt x="14" y="14"/>
                    <a:pt x="16" y="11"/>
                  </a:cubicBezTo>
                  <a:cubicBezTo>
                    <a:pt x="13" y="9"/>
                    <a:pt x="11" y="2"/>
                    <a:pt x="8" y="1"/>
                  </a:cubicBezTo>
                  <a:cubicBezTo>
                    <a:pt x="5" y="0"/>
                    <a:pt x="1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2" name="Freeform 1775">
              <a:extLst>
                <a:ext uri="{FF2B5EF4-FFF2-40B4-BE49-F238E27FC236}">
                  <a16:creationId xmlns:a16="http://schemas.microsoft.com/office/drawing/2014/main" id="{F573A117-F180-4C76-97C7-580B8A367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123"/>
              <a:ext cx="32" cy="37"/>
            </a:xfrm>
            <a:custGeom>
              <a:avLst/>
              <a:gdLst>
                <a:gd name="T0" fmla="*/ 0 w 14"/>
                <a:gd name="T1" fmla="*/ 42 h 15"/>
                <a:gd name="T2" fmla="*/ 158 w 14"/>
                <a:gd name="T3" fmla="*/ 195 h 15"/>
                <a:gd name="T4" fmla="*/ 167 w 14"/>
                <a:gd name="T5" fmla="*/ 2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3"/>
                  </a:moveTo>
                  <a:cubicBezTo>
                    <a:pt x="9" y="0"/>
                    <a:pt x="9" y="8"/>
                    <a:pt x="13" y="13"/>
                  </a:cubicBezTo>
                  <a:cubicBezTo>
                    <a:pt x="13" y="13"/>
                    <a:pt x="14" y="15"/>
                    <a:pt x="14" y="1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3" name="Freeform 1776">
              <a:extLst>
                <a:ext uri="{FF2B5EF4-FFF2-40B4-BE49-F238E27FC236}">
                  <a16:creationId xmlns:a16="http://schemas.microsoft.com/office/drawing/2014/main" id="{AB9395A4-413E-483A-975D-5694646C9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087"/>
              <a:ext cx="28" cy="44"/>
            </a:xfrm>
            <a:custGeom>
              <a:avLst/>
              <a:gdLst>
                <a:gd name="T0" fmla="*/ 114 w 12"/>
                <a:gd name="T1" fmla="*/ 264 h 18"/>
                <a:gd name="T2" fmla="*/ 142 w 12"/>
                <a:gd name="T3" fmla="*/ 191 h 18"/>
                <a:gd name="T4" fmla="*/ 103 w 12"/>
                <a:gd name="T5" fmla="*/ 42 h 18"/>
                <a:gd name="T6" fmla="*/ 0 w 12"/>
                <a:gd name="T7" fmla="*/ 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9" y="18"/>
                  </a:moveTo>
                  <a:cubicBezTo>
                    <a:pt x="12" y="17"/>
                    <a:pt x="11" y="16"/>
                    <a:pt x="11" y="13"/>
                  </a:cubicBezTo>
                  <a:cubicBezTo>
                    <a:pt x="11" y="12"/>
                    <a:pt x="9" y="4"/>
                    <a:pt x="8" y="3"/>
                  </a:cubicBezTo>
                  <a:cubicBezTo>
                    <a:pt x="7" y="1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4" name="Freeform 1777">
              <a:extLst>
                <a:ext uri="{FF2B5EF4-FFF2-40B4-BE49-F238E27FC236}">
                  <a16:creationId xmlns:a16="http://schemas.microsoft.com/office/drawing/2014/main" id="{AE9EA79F-8BCB-4103-BD19-2CEEAC9DD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089"/>
              <a:ext cx="30" cy="47"/>
            </a:xfrm>
            <a:custGeom>
              <a:avLst/>
              <a:gdLst>
                <a:gd name="T0" fmla="*/ 0 w 13"/>
                <a:gd name="T1" fmla="*/ 30 h 19"/>
                <a:gd name="T2" fmla="*/ 150 w 13"/>
                <a:gd name="T3" fmla="*/ 183 h 19"/>
                <a:gd name="T4" fmla="*/ 74 w 13"/>
                <a:gd name="T5" fmla="*/ 28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2"/>
                  </a:moveTo>
                  <a:cubicBezTo>
                    <a:pt x="6" y="0"/>
                    <a:pt x="11" y="5"/>
                    <a:pt x="12" y="12"/>
                  </a:cubicBezTo>
                  <a:cubicBezTo>
                    <a:pt x="13" y="16"/>
                    <a:pt x="10" y="17"/>
                    <a:pt x="6" y="1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5" name="Freeform 1778">
              <a:extLst>
                <a:ext uri="{FF2B5EF4-FFF2-40B4-BE49-F238E27FC236}">
                  <a16:creationId xmlns:a16="http://schemas.microsoft.com/office/drawing/2014/main" id="{259DE856-1835-456A-B134-CDE991EA9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126"/>
              <a:ext cx="25" cy="42"/>
            </a:xfrm>
            <a:custGeom>
              <a:avLst/>
              <a:gdLst>
                <a:gd name="T0" fmla="*/ 0 w 11"/>
                <a:gd name="T1" fmla="*/ 0 h 17"/>
                <a:gd name="T2" fmla="*/ 25 w 11"/>
                <a:gd name="T3" fmla="*/ 25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4" y="7"/>
                    <a:pt x="11" y="12"/>
                    <a:pt x="2" y="1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6" name="Freeform 1779">
              <a:extLst>
                <a:ext uri="{FF2B5EF4-FFF2-40B4-BE49-F238E27FC236}">
                  <a16:creationId xmlns:a16="http://schemas.microsoft.com/office/drawing/2014/main" id="{41A93113-CE9E-486A-A799-6DD63CFBF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099"/>
              <a:ext cx="14" cy="10"/>
            </a:xfrm>
            <a:custGeom>
              <a:avLst/>
              <a:gdLst>
                <a:gd name="T0" fmla="*/ 0 w 6"/>
                <a:gd name="T1" fmla="*/ 63 h 4"/>
                <a:gd name="T2" fmla="*/ 77 w 6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4" y="0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7" name="Freeform 1780">
              <a:extLst>
                <a:ext uri="{FF2B5EF4-FFF2-40B4-BE49-F238E27FC236}">
                  <a16:creationId xmlns:a16="http://schemas.microsoft.com/office/drawing/2014/main" id="{2FF86E37-0502-4BAF-AADA-C713C00C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141"/>
              <a:ext cx="19" cy="9"/>
            </a:xfrm>
            <a:custGeom>
              <a:avLst/>
              <a:gdLst>
                <a:gd name="T0" fmla="*/ 0 w 8"/>
                <a:gd name="T1" fmla="*/ 45 h 4"/>
                <a:gd name="T2" fmla="*/ 107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4"/>
                    <a:pt x="5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8" name="Freeform 1781">
              <a:extLst>
                <a:ext uri="{FF2B5EF4-FFF2-40B4-BE49-F238E27FC236}">
                  <a16:creationId xmlns:a16="http://schemas.microsoft.com/office/drawing/2014/main" id="{48B84FA0-1A8A-444B-91BC-77D13E01E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2185"/>
              <a:ext cx="19" cy="41"/>
            </a:xfrm>
            <a:custGeom>
              <a:avLst/>
              <a:gdLst>
                <a:gd name="T0" fmla="*/ 29 w 8"/>
                <a:gd name="T1" fmla="*/ 0 h 17"/>
                <a:gd name="T2" fmla="*/ 95 w 8"/>
                <a:gd name="T3" fmla="*/ 169 h 17"/>
                <a:gd name="T4" fmla="*/ 0 w 8"/>
                <a:gd name="T5" fmla="*/ 23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2" y="0"/>
                  </a:moveTo>
                  <a:cubicBezTo>
                    <a:pt x="5" y="3"/>
                    <a:pt x="8" y="9"/>
                    <a:pt x="7" y="12"/>
                  </a:cubicBezTo>
                  <a:cubicBezTo>
                    <a:pt x="6" y="15"/>
                    <a:pt x="2" y="16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59" name="Freeform 1782">
              <a:extLst>
                <a:ext uri="{FF2B5EF4-FFF2-40B4-BE49-F238E27FC236}">
                  <a16:creationId xmlns:a16="http://schemas.microsoft.com/office/drawing/2014/main" id="{62A5581F-32E1-484E-B292-5B2940745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217"/>
              <a:ext cx="23" cy="44"/>
            </a:xfrm>
            <a:custGeom>
              <a:avLst/>
              <a:gdLst>
                <a:gd name="T0" fmla="*/ 0 w 10"/>
                <a:gd name="T1" fmla="*/ 0 h 18"/>
                <a:gd name="T2" fmla="*/ 37 w 10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9" y="6"/>
                    <a:pt x="10" y="12"/>
                    <a:pt x="3" y="1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0" name="Freeform 1783">
              <a:extLst>
                <a:ext uri="{FF2B5EF4-FFF2-40B4-BE49-F238E27FC236}">
                  <a16:creationId xmlns:a16="http://schemas.microsoft.com/office/drawing/2014/main" id="{A2767603-9902-4965-850E-B43E5ADB9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244"/>
              <a:ext cx="28" cy="44"/>
            </a:xfrm>
            <a:custGeom>
              <a:avLst/>
              <a:gdLst>
                <a:gd name="T0" fmla="*/ 0 w 12"/>
                <a:gd name="T1" fmla="*/ 0 h 18"/>
                <a:gd name="T2" fmla="*/ 77 w 12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6" y="8"/>
                    <a:pt x="12" y="10"/>
                    <a:pt x="6" y="1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1" name="Freeform 1784">
              <a:extLst>
                <a:ext uri="{FF2B5EF4-FFF2-40B4-BE49-F238E27FC236}">
                  <a16:creationId xmlns:a16="http://schemas.microsoft.com/office/drawing/2014/main" id="{AF599CEC-AD3C-4876-8F26-DB3FD8FDB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273"/>
              <a:ext cx="34" cy="51"/>
            </a:xfrm>
            <a:custGeom>
              <a:avLst/>
              <a:gdLst>
                <a:gd name="T0" fmla="*/ 0 w 15"/>
                <a:gd name="T1" fmla="*/ 0 h 21"/>
                <a:gd name="T2" fmla="*/ 165 w 15"/>
                <a:gd name="T3" fmla="*/ 141 h 21"/>
                <a:gd name="T4" fmla="*/ 138 w 15"/>
                <a:gd name="T5" fmla="*/ 30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4" y="2"/>
                    <a:pt x="12" y="5"/>
                    <a:pt x="14" y="10"/>
                  </a:cubicBezTo>
                  <a:cubicBezTo>
                    <a:pt x="15" y="14"/>
                    <a:pt x="12" y="17"/>
                    <a:pt x="12" y="2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2" name="Freeform 1785">
              <a:extLst>
                <a:ext uri="{FF2B5EF4-FFF2-40B4-BE49-F238E27FC236}">
                  <a16:creationId xmlns:a16="http://schemas.microsoft.com/office/drawing/2014/main" id="{8481B64C-6AAA-4ACA-B316-7D0A54F8C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305"/>
              <a:ext cx="27" cy="39"/>
            </a:xfrm>
            <a:custGeom>
              <a:avLst/>
              <a:gdLst>
                <a:gd name="T0" fmla="*/ 0 w 12"/>
                <a:gd name="T1" fmla="*/ 0 h 16"/>
                <a:gd name="T2" fmla="*/ 126 w 12"/>
                <a:gd name="T3" fmla="*/ 132 h 16"/>
                <a:gd name="T4" fmla="*/ 101 w 12"/>
                <a:gd name="T5" fmla="*/ 2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4" y="2"/>
                    <a:pt x="11" y="3"/>
                    <a:pt x="11" y="9"/>
                  </a:cubicBezTo>
                  <a:cubicBezTo>
                    <a:pt x="12" y="11"/>
                    <a:pt x="9" y="16"/>
                    <a:pt x="9" y="1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3" name="Freeform 1786">
              <a:extLst>
                <a:ext uri="{FF2B5EF4-FFF2-40B4-BE49-F238E27FC236}">
                  <a16:creationId xmlns:a16="http://schemas.microsoft.com/office/drawing/2014/main" id="{54959135-09C7-4D49-8FF3-84A4F8EB5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324"/>
              <a:ext cx="28" cy="37"/>
            </a:xfrm>
            <a:custGeom>
              <a:avLst/>
              <a:gdLst>
                <a:gd name="T0" fmla="*/ 0 w 12"/>
                <a:gd name="T1" fmla="*/ 0 h 15"/>
                <a:gd name="T2" fmla="*/ 142 w 12"/>
                <a:gd name="T3" fmla="*/ 91 h 15"/>
                <a:gd name="T4" fmla="*/ 103 w 12"/>
                <a:gd name="T5" fmla="*/ 2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3" y="1"/>
                    <a:pt x="10" y="3"/>
                    <a:pt x="11" y="6"/>
                  </a:cubicBezTo>
                  <a:cubicBezTo>
                    <a:pt x="12" y="9"/>
                    <a:pt x="8" y="15"/>
                    <a:pt x="8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4" name="Freeform 1787">
              <a:extLst>
                <a:ext uri="{FF2B5EF4-FFF2-40B4-BE49-F238E27FC236}">
                  <a16:creationId xmlns:a16="http://schemas.microsoft.com/office/drawing/2014/main" id="{47CB523C-2307-4AAE-84FA-5943DF7E5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339"/>
              <a:ext cx="28" cy="37"/>
            </a:xfrm>
            <a:custGeom>
              <a:avLst/>
              <a:gdLst>
                <a:gd name="T0" fmla="*/ 0 w 12"/>
                <a:gd name="T1" fmla="*/ 0 h 15"/>
                <a:gd name="T2" fmla="*/ 152 w 12"/>
                <a:gd name="T3" fmla="*/ 74 h 15"/>
                <a:gd name="T4" fmla="*/ 126 w 12"/>
                <a:gd name="T5" fmla="*/ 2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4" y="2"/>
                    <a:pt x="7" y="4"/>
                    <a:pt x="12" y="5"/>
                  </a:cubicBezTo>
                  <a:cubicBezTo>
                    <a:pt x="12" y="8"/>
                    <a:pt x="11" y="13"/>
                    <a:pt x="10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5" name="Freeform 1788">
              <a:extLst>
                <a:ext uri="{FF2B5EF4-FFF2-40B4-BE49-F238E27FC236}">
                  <a16:creationId xmlns:a16="http://schemas.microsoft.com/office/drawing/2014/main" id="{7C01DB42-6681-444C-94CD-65731A6BA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158"/>
              <a:ext cx="18" cy="41"/>
            </a:xfrm>
            <a:custGeom>
              <a:avLst/>
              <a:gdLst>
                <a:gd name="T0" fmla="*/ 0 w 8"/>
                <a:gd name="T1" fmla="*/ 0 h 17"/>
                <a:gd name="T2" fmla="*/ 81 w 8"/>
                <a:gd name="T3" fmla="*/ 140 h 17"/>
                <a:gd name="T4" fmla="*/ 36 w 8"/>
                <a:gd name="T5" fmla="*/ 239 h 17"/>
                <a:gd name="T6" fmla="*/ 36 w 8"/>
                <a:gd name="T7" fmla="*/ 22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7">
                  <a:moveTo>
                    <a:pt x="0" y="0"/>
                  </a:moveTo>
                  <a:cubicBezTo>
                    <a:pt x="2" y="3"/>
                    <a:pt x="7" y="6"/>
                    <a:pt x="7" y="10"/>
                  </a:cubicBezTo>
                  <a:cubicBezTo>
                    <a:pt x="8" y="15"/>
                    <a:pt x="5" y="13"/>
                    <a:pt x="3" y="17"/>
                  </a:cubicBezTo>
                  <a:cubicBezTo>
                    <a:pt x="2" y="17"/>
                    <a:pt x="3" y="17"/>
                    <a:pt x="3" y="1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6" name="Freeform 1789">
              <a:extLst>
                <a:ext uri="{FF2B5EF4-FFF2-40B4-BE49-F238E27FC236}">
                  <a16:creationId xmlns:a16="http://schemas.microsoft.com/office/drawing/2014/main" id="{11E326E0-7802-4096-9724-61433709D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92"/>
              <a:ext cx="18" cy="34"/>
            </a:xfrm>
            <a:custGeom>
              <a:avLst/>
              <a:gdLst>
                <a:gd name="T0" fmla="*/ 0 w 8"/>
                <a:gd name="T1" fmla="*/ 0 h 14"/>
                <a:gd name="T2" fmla="*/ 92 w 8"/>
                <a:gd name="T3" fmla="*/ 100 h 14"/>
                <a:gd name="T4" fmla="*/ 36 w 8"/>
                <a:gd name="T5" fmla="*/ 20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2" y="2"/>
                    <a:pt x="8" y="4"/>
                    <a:pt x="8" y="7"/>
                  </a:cubicBezTo>
                  <a:cubicBezTo>
                    <a:pt x="8" y="9"/>
                    <a:pt x="3" y="14"/>
                    <a:pt x="3" y="1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7" name="Freeform 1790">
              <a:extLst>
                <a:ext uri="{FF2B5EF4-FFF2-40B4-BE49-F238E27FC236}">
                  <a16:creationId xmlns:a16="http://schemas.microsoft.com/office/drawing/2014/main" id="{9B36DF1B-B47D-4032-87FD-33D9DE1DC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170"/>
              <a:ext cx="14" cy="10"/>
            </a:xfrm>
            <a:custGeom>
              <a:avLst/>
              <a:gdLst>
                <a:gd name="T0" fmla="*/ 0 w 6"/>
                <a:gd name="T1" fmla="*/ 63 h 4"/>
                <a:gd name="T2" fmla="*/ 7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8" name="Freeform 1791">
              <a:extLst>
                <a:ext uri="{FF2B5EF4-FFF2-40B4-BE49-F238E27FC236}">
                  <a16:creationId xmlns:a16="http://schemas.microsoft.com/office/drawing/2014/main" id="{614FB5F1-D12A-4B57-875D-D9282F513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209"/>
              <a:ext cx="18" cy="47"/>
            </a:xfrm>
            <a:custGeom>
              <a:avLst/>
              <a:gdLst>
                <a:gd name="T0" fmla="*/ 0 w 8"/>
                <a:gd name="T1" fmla="*/ 0 h 19"/>
                <a:gd name="T2" fmla="*/ 11 w 8"/>
                <a:gd name="T3" fmla="*/ 28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3" y="6"/>
                    <a:pt x="8" y="14"/>
                    <a:pt x="1" y="1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69" name="Freeform 1792">
              <a:extLst>
                <a:ext uri="{FF2B5EF4-FFF2-40B4-BE49-F238E27FC236}">
                  <a16:creationId xmlns:a16="http://schemas.microsoft.com/office/drawing/2014/main" id="{6F6761B2-9E2D-4E5A-98A0-397300C6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239"/>
              <a:ext cx="23" cy="49"/>
            </a:xfrm>
            <a:custGeom>
              <a:avLst/>
              <a:gdLst>
                <a:gd name="T0" fmla="*/ 0 w 10"/>
                <a:gd name="T1" fmla="*/ 0 h 20"/>
                <a:gd name="T2" fmla="*/ 122 w 10"/>
                <a:gd name="T3" fmla="*/ 162 h 20"/>
                <a:gd name="T4" fmla="*/ 85 w 10"/>
                <a:gd name="T5" fmla="*/ 26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3" y="3"/>
                    <a:pt x="10" y="6"/>
                    <a:pt x="10" y="11"/>
                  </a:cubicBezTo>
                  <a:cubicBezTo>
                    <a:pt x="10" y="13"/>
                    <a:pt x="6" y="20"/>
                    <a:pt x="7" y="1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70" name="Freeform 1793">
              <a:extLst>
                <a:ext uri="{FF2B5EF4-FFF2-40B4-BE49-F238E27FC236}">
                  <a16:creationId xmlns:a16="http://schemas.microsoft.com/office/drawing/2014/main" id="{9C06E7FB-C23A-4C3A-9618-E323DBE7F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266"/>
              <a:ext cx="25" cy="46"/>
            </a:xfrm>
            <a:custGeom>
              <a:avLst/>
              <a:gdLst>
                <a:gd name="T0" fmla="*/ 0 w 11"/>
                <a:gd name="T1" fmla="*/ 0 h 19"/>
                <a:gd name="T2" fmla="*/ 102 w 11"/>
                <a:gd name="T3" fmla="*/ 182 h 19"/>
                <a:gd name="T4" fmla="*/ 82 w 11"/>
                <a:gd name="T5" fmla="*/ 26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7" y="5"/>
                    <a:pt x="11" y="4"/>
                    <a:pt x="9" y="13"/>
                  </a:cubicBezTo>
                  <a:cubicBezTo>
                    <a:pt x="9" y="15"/>
                    <a:pt x="9" y="19"/>
                    <a:pt x="7" y="1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71" name="Freeform 1794">
              <a:extLst>
                <a:ext uri="{FF2B5EF4-FFF2-40B4-BE49-F238E27FC236}">
                  <a16:creationId xmlns:a16="http://schemas.microsoft.com/office/drawing/2014/main" id="{547436CC-1491-411F-8AE9-8ABCE97AB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268"/>
              <a:ext cx="7" cy="12"/>
            </a:xfrm>
            <a:custGeom>
              <a:avLst/>
              <a:gdLst>
                <a:gd name="T0" fmla="*/ 0 w 3"/>
                <a:gd name="T1" fmla="*/ 70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4"/>
                    <a:pt x="3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72" name="Freeform 1795">
              <a:extLst>
                <a:ext uri="{FF2B5EF4-FFF2-40B4-BE49-F238E27FC236}">
                  <a16:creationId xmlns:a16="http://schemas.microsoft.com/office/drawing/2014/main" id="{C5D41FC2-FC21-49CF-920E-AC59AC25D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204"/>
              <a:ext cx="11" cy="13"/>
            </a:xfrm>
            <a:custGeom>
              <a:avLst/>
              <a:gdLst>
                <a:gd name="T0" fmla="*/ 0 w 5"/>
                <a:gd name="T1" fmla="*/ 88 h 5"/>
                <a:gd name="T2" fmla="*/ 53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4"/>
                    <a:pt x="5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73" name="Freeform 1796">
              <a:extLst>
                <a:ext uri="{FF2B5EF4-FFF2-40B4-BE49-F238E27FC236}">
                  <a16:creationId xmlns:a16="http://schemas.microsoft.com/office/drawing/2014/main" id="{97C1C57C-9256-4919-947B-359218A36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239"/>
              <a:ext cx="11" cy="9"/>
            </a:xfrm>
            <a:custGeom>
              <a:avLst/>
              <a:gdLst>
                <a:gd name="T0" fmla="*/ 0 w 5"/>
                <a:gd name="T1" fmla="*/ 45 h 4"/>
                <a:gd name="T2" fmla="*/ 53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2"/>
                    <a:pt x="3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74" name="Freeform 1797">
              <a:extLst>
                <a:ext uri="{FF2B5EF4-FFF2-40B4-BE49-F238E27FC236}">
                  <a16:creationId xmlns:a16="http://schemas.microsoft.com/office/drawing/2014/main" id="{5B8C42BA-07CB-49AD-AB41-A735FC1BC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293"/>
              <a:ext cx="25" cy="41"/>
            </a:xfrm>
            <a:custGeom>
              <a:avLst/>
              <a:gdLst>
                <a:gd name="T0" fmla="*/ 0 w 11"/>
                <a:gd name="T1" fmla="*/ 0 h 17"/>
                <a:gd name="T2" fmla="*/ 118 w 11"/>
                <a:gd name="T3" fmla="*/ 82 h 17"/>
                <a:gd name="T4" fmla="*/ 118 w 11"/>
                <a:gd name="T5" fmla="*/ 157 h 17"/>
                <a:gd name="T6" fmla="*/ 102 w 11"/>
                <a:gd name="T7" fmla="*/ 21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3" y="1"/>
                    <a:pt x="8" y="3"/>
                    <a:pt x="10" y="6"/>
                  </a:cubicBezTo>
                  <a:cubicBezTo>
                    <a:pt x="11" y="8"/>
                    <a:pt x="10" y="9"/>
                    <a:pt x="10" y="11"/>
                  </a:cubicBezTo>
                  <a:cubicBezTo>
                    <a:pt x="10" y="11"/>
                    <a:pt x="9" y="17"/>
                    <a:pt x="9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75" name="Freeform 1798">
              <a:extLst>
                <a:ext uri="{FF2B5EF4-FFF2-40B4-BE49-F238E27FC236}">
                  <a16:creationId xmlns:a16="http://schemas.microsoft.com/office/drawing/2014/main" id="{B8F449F5-A2FC-4757-903F-D1C2DDB89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2305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76" name="Freeform 1799">
              <a:extLst>
                <a:ext uri="{FF2B5EF4-FFF2-40B4-BE49-F238E27FC236}">
                  <a16:creationId xmlns:a16="http://schemas.microsoft.com/office/drawing/2014/main" id="{6E3A18F0-9743-4370-9359-E9D63B611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48"/>
              <a:ext cx="11" cy="3"/>
            </a:xfrm>
            <a:custGeom>
              <a:avLst/>
              <a:gdLst>
                <a:gd name="T0" fmla="*/ 0 w 5"/>
                <a:gd name="T1" fmla="*/ 27 h 1"/>
                <a:gd name="T2" fmla="*/ 53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77" name="Freeform 1800">
              <a:extLst>
                <a:ext uri="{FF2B5EF4-FFF2-40B4-BE49-F238E27FC236}">
                  <a16:creationId xmlns:a16="http://schemas.microsoft.com/office/drawing/2014/main" id="{20E6506E-E4AE-42D7-8589-4B841015C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80"/>
              <a:ext cx="21" cy="8"/>
            </a:xfrm>
            <a:custGeom>
              <a:avLst/>
              <a:gdLst>
                <a:gd name="T0" fmla="*/ 0 w 9"/>
                <a:gd name="T1" fmla="*/ 56 h 3"/>
                <a:gd name="T2" fmla="*/ 114 w 9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6" y="0"/>
                    <a:pt x="9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78" name="Freeform 1801">
              <a:extLst>
                <a:ext uri="{FF2B5EF4-FFF2-40B4-BE49-F238E27FC236}">
                  <a16:creationId xmlns:a16="http://schemas.microsoft.com/office/drawing/2014/main" id="{07903651-BF79-4CFB-9874-E9C5BA382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219"/>
              <a:ext cx="10" cy="5"/>
            </a:xfrm>
            <a:custGeom>
              <a:avLst/>
              <a:gdLst>
                <a:gd name="T0" fmla="*/ 0 w 4"/>
                <a:gd name="T1" fmla="*/ 2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1"/>
                    <a:pt x="3" y="0"/>
                    <a:pt x="4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79" name="Freeform 1802">
              <a:extLst>
                <a:ext uri="{FF2B5EF4-FFF2-40B4-BE49-F238E27FC236}">
                  <a16:creationId xmlns:a16="http://schemas.microsoft.com/office/drawing/2014/main" id="{E2216CB5-C384-4E54-9E5E-4A7E20DCF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131"/>
              <a:ext cx="16" cy="5"/>
            </a:xfrm>
            <a:custGeom>
              <a:avLst/>
              <a:gdLst>
                <a:gd name="T0" fmla="*/ 0 w 7"/>
                <a:gd name="T1" fmla="*/ 20 h 2"/>
                <a:gd name="T2" fmla="*/ 85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3" y="0"/>
                    <a:pt x="5" y="2"/>
                    <a:pt x="7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80" name="Freeform 1803">
              <a:extLst>
                <a:ext uri="{FF2B5EF4-FFF2-40B4-BE49-F238E27FC236}">
                  <a16:creationId xmlns:a16="http://schemas.microsoft.com/office/drawing/2014/main" id="{1A94C882-8AFF-4DF2-A1D6-1AFB87FD9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224"/>
              <a:ext cx="2" cy="15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81" name="Freeform 1804">
              <a:extLst>
                <a:ext uri="{FF2B5EF4-FFF2-40B4-BE49-F238E27FC236}">
                  <a16:creationId xmlns:a16="http://schemas.microsoft.com/office/drawing/2014/main" id="{9FBB2DF7-1518-405F-A07F-7418670C1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043"/>
              <a:ext cx="23" cy="46"/>
            </a:xfrm>
            <a:custGeom>
              <a:avLst/>
              <a:gdLst>
                <a:gd name="T0" fmla="*/ 0 w 10"/>
                <a:gd name="T1" fmla="*/ 29 h 19"/>
                <a:gd name="T2" fmla="*/ 94 w 10"/>
                <a:gd name="T3" fmla="*/ 99 h 19"/>
                <a:gd name="T4" fmla="*/ 122 w 10"/>
                <a:gd name="T5" fmla="*/ 26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0" y="2"/>
                  </a:moveTo>
                  <a:cubicBezTo>
                    <a:pt x="5" y="1"/>
                    <a:pt x="7" y="0"/>
                    <a:pt x="8" y="7"/>
                  </a:cubicBezTo>
                  <a:cubicBezTo>
                    <a:pt x="8" y="10"/>
                    <a:pt x="10" y="16"/>
                    <a:pt x="10" y="1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82" name="Freeform 1805">
              <a:extLst>
                <a:ext uri="{FF2B5EF4-FFF2-40B4-BE49-F238E27FC236}">
                  <a16:creationId xmlns:a16="http://schemas.microsoft.com/office/drawing/2014/main" id="{8EE558BA-584D-46D8-AF18-D1458F842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011"/>
              <a:ext cx="23" cy="36"/>
            </a:xfrm>
            <a:custGeom>
              <a:avLst/>
              <a:gdLst>
                <a:gd name="T0" fmla="*/ 94 w 10"/>
                <a:gd name="T1" fmla="*/ 206 h 15"/>
                <a:gd name="T2" fmla="*/ 85 w 10"/>
                <a:gd name="T3" fmla="*/ 41 h 15"/>
                <a:gd name="T4" fmla="*/ 0 w 10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8" y="15"/>
                  </a:moveTo>
                  <a:cubicBezTo>
                    <a:pt x="8" y="11"/>
                    <a:pt x="10" y="6"/>
                    <a:pt x="7" y="3"/>
                  </a:cubicBezTo>
                  <a:cubicBezTo>
                    <a:pt x="6" y="1"/>
                    <a:pt x="1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83" name="Freeform 1806">
              <a:extLst>
                <a:ext uri="{FF2B5EF4-FFF2-40B4-BE49-F238E27FC236}">
                  <a16:creationId xmlns:a16="http://schemas.microsoft.com/office/drawing/2014/main" id="{E29A8C69-6C77-4282-84CE-49FC6791F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974"/>
              <a:ext cx="18" cy="37"/>
            </a:xfrm>
            <a:custGeom>
              <a:avLst/>
              <a:gdLst>
                <a:gd name="T0" fmla="*/ 0 w 8"/>
                <a:gd name="T1" fmla="*/ 0 h 15"/>
                <a:gd name="T2" fmla="*/ 92 w 8"/>
                <a:gd name="T3" fmla="*/ 74 h 15"/>
                <a:gd name="T4" fmla="*/ 81 w 8"/>
                <a:gd name="T5" fmla="*/ 2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5" y="1"/>
                    <a:pt x="8" y="0"/>
                    <a:pt x="8" y="5"/>
                  </a:cubicBezTo>
                  <a:cubicBezTo>
                    <a:pt x="8" y="8"/>
                    <a:pt x="7" y="13"/>
                    <a:pt x="7" y="1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84" name="Freeform 1807">
              <a:extLst>
                <a:ext uri="{FF2B5EF4-FFF2-40B4-BE49-F238E27FC236}">
                  <a16:creationId xmlns:a16="http://schemas.microsoft.com/office/drawing/2014/main" id="{21CB1054-2AD2-4B69-A41C-3F5F05A63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940"/>
              <a:ext cx="19" cy="36"/>
            </a:xfrm>
            <a:custGeom>
              <a:avLst/>
              <a:gdLst>
                <a:gd name="T0" fmla="*/ 78 w 8"/>
                <a:gd name="T1" fmla="*/ 206 h 15"/>
                <a:gd name="T2" fmla="*/ 95 w 8"/>
                <a:gd name="T3" fmla="*/ 41 h 15"/>
                <a:gd name="T4" fmla="*/ 0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6" y="15"/>
                  </a:moveTo>
                  <a:cubicBezTo>
                    <a:pt x="6" y="13"/>
                    <a:pt x="8" y="6"/>
                    <a:pt x="7" y="3"/>
                  </a:cubicBezTo>
                  <a:cubicBezTo>
                    <a:pt x="5" y="0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85" name="Freeform 1808">
              <a:extLst>
                <a:ext uri="{FF2B5EF4-FFF2-40B4-BE49-F238E27FC236}">
                  <a16:creationId xmlns:a16="http://schemas.microsoft.com/office/drawing/2014/main" id="{932E89E4-3604-4D48-A8A2-93CC91749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949"/>
              <a:ext cx="16" cy="32"/>
            </a:xfrm>
            <a:custGeom>
              <a:avLst/>
              <a:gdLst>
                <a:gd name="T0" fmla="*/ 73 w 7"/>
                <a:gd name="T1" fmla="*/ 0 h 13"/>
                <a:gd name="T2" fmla="*/ 25 w 7"/>
                <a:gd name="T3" fmla="*/ 12 h 13"/>
                <a:gd name="T4" fmla="*/ 0 w 7"/>
                <a:gd name="T5" fmla="*/ 133 h 13"/>
                <a:gd name="T6" fmla="*/ 85 w 7"/>
                <a:gd name="T7" fmla="*/ 18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6" y="0"/>
                  </a:moveTo>
                  <a:cubicBezTo>
                    <a:pt x="5" y="0"/>
                    <a:pt x="2" y="0"/>
                    <a:pt x="2" y="1"/>
                  </a:cubicBezTo>
                  <a:cubicBezTo>
                    <a:pt x="0" y="2"/>
                    <a:pt x="0" y="8"/>
                    <a:pt x="0" y="9"/>
                  </a:cubicBezTo>
                  <a:cubicBezTo>
                    <a:pt x="1" y="12"/>
                    <a:pt x="5" y="13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86" name="Freeform 1809">
              <a:extLst>
                <a:ext uri="{FF2B5EF4-FFF2-40B4-BE49-F238E27FC236}">
                  <a16:creationId xmlns:a16="http://schemas.microsoft.com/office/drawing/2014/main" id="{8AE755EB-80FA-40EF-BBEE-F20EE812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974"/>
              <a:ext cx="23" cy="42"/>
            </a:xfrm>
            <a:custGeom>
              <a:avLst/>
              <a:gdLst>
                <a:gd name="T0" fmla="*/ 48 w 10"/>
                <a:gd name="T1" fmla="*/ 0 h 17"/>
                <a:gd name="T2" fmla="*/ 12 w 10"/>
                <a:gd name="T3" fmla="*/ 30 h 17"/>
                <a:gd name="T4" fmla="*/ 12 w 10"/>
                <a:gd name="T5" fmla="*/ 225 h 17"/>
                <a:gd name="T6" fmla="*/ 122 w 10"/>
                <a:gd name="T7" fmla="*/ 24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4" y="0"/>
                  </a:moveTo>
                  <a:cubicBezTo>
                    <a:pt x="3" y="1"/>
                    <a:pt x="2" y="2"/>
                    <a:pt x="1" y="2"/>
                  </a:cubicBezTo>
                  <a:cubicBezTo>
                    <a:pt x="1" y="4"/>
                    <a:pt x="0" y="12"/>
                    <a:pt x="1" y="15"/>
                  </a:cubicBezTo>
                  <a:cubicBezTo>
                    <a:pt x="3" y="17"/>
                    <a:pt x="7" y="15"/>
                    <a:pt x="10" y="1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87" name="Freeform 1810">
              <a:extLst>
                <a:ext uri="{FF2B5EF4-FFF2-40B4-BE49-F238E27FC236}">
                  <a16:creationId xmlns:a16="http://schemas.microsoft.com/office/drawing/2014/main" id="{D7DEC4D5-9A21-41AC-9C8D-8BF346107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013"/>
              <a:ext cx="19" cy="32"/>
            </a:xfrm>
            <a:custGeom>
              <a:avLst/>
              <a:gdLst>
                <a:gd name="T0" fmla="*/ 0 w 8"/>
                <a:gd name="T1" fmla="*/ 0 h 13"/>
                <a:gd name="T2" fmla="*/ 40 w 8"/>
                <a:gd name="T3" fmla="*/ 182 h 13"/>
                <a:gd name="T4" fmla="*/ 107 w 8"/>
                <a:gd name="T5" fmla="*/ 18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0" y="3"/>
                    <a:pt x="1" y="11"/>
                    <a:pt x="3" y="12"/>
                  </a:cubicBezTo>
                  <a:cubicBezTo>
                    <a:pt x="4" y="13"/>
                    <a:pt x="7" y="12"/>
                    <a:pt x="8" y="1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88" name="Freeform 1811">
              <a:extLst>
                <a:ext uri="{FF2B5EF4-FFF2-40B4-BE49-F238E27FC236}">
                  <a16:creationId xmlns:a16="http://schemas.microsoft.com/office/drawing/2014/main" id="{87221F69-1C4C-4C8F-8EBB-80340878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043"/>
              <a:ext cx="26" cy="31"/>
            </a:xfrm>
            <a:custGeom>
              <a:avLst/>
              <a:gdLst>
                <a:gd name="T0" fmla="*/ 50 w 11"/>
                <a:gd name="T1" fmla="*/ 0 h 13"/>
                <a:gd name="T2" fmla="*/ 50 w 11"/>
                <a:gd name="T3" fmla="*/ 136 h 13"/>
                <a:gd name="T4" fmla="*/ 144 w 11"/>
                <a:gd name="T5" fmla="*/ 1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0"/>
                  </a:moveTo>
                  <a:cubicBezTo>
                    <a:pt x="0" y="1"/>
                    <a:pt x="2" y="8"/>
                    <a:pt x="4" y="10"/>
                  </a:cubicBezTo>
                  <a:cubicBezTo>
                    <a:pt x="6" y="13"/>
                    <a:pt x="9" y="10"/>
                    <a:pt x="11" y="1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89" name="Freeform 1812">
              <a:extLst>
                <a:ext uri="{FF2B5EF4-FFF2-40B4-BE49-F238E27FC236}">
                  <a16:creationId xmlns:a16="http://schemas.microsoft.com/office/drawing/2014/main" id="{9B74B1E6-B5BE-458F-ADBA-62F97164B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072"/>
              <a:ext cx="2" cy="24"/>
            </a:xfrm>
            <a:custGeom>
              <a:avLst/>
              <a:gdLst>
                <a:gd name="T0" fmla="*/ 8 w 1"/>
                <a:gd name="T1" fmla="*/ 0 h 10"/>
                <a:gd name="T2" fmla="*/ 8 w 1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2"/>
                    <a:pt x="0" y="9"/>
                    <a:pt x="1" y="1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90" name="Freeform 1813">
              <a:extLst>
                <a:ext uri="{FF2B5EF4-FFF2-40B4-BE49-F238E27FC236}">
                  <a16:creationId xmlns:a16="http://schemas.microsoft.com/office/drawing/2014/main" id="{B6865B58-C4E5-4101-94EC-E01E13ADE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060"/>
              <a:ext cx="16" cy="5"/>
            </a:xfrm>
            <a:custGeom>
              <a:avLst/>
              <a:gdLst>
                <a:gd name="T0" fmla="*/ 0 w 7"/>
                <a:gd name="T1" fmla="*/ 33 h 2"/>
                <a:gd name="T2" fmla="*/ 85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91" name="Freeform 1814">
              <a:extLst>
                <a:ext uri="{FF2B5EF4-FFF2-40B4-BE49-F238E27FC236}">
                  <a16:creationId xmlns:a16="http://schemas.microsoft.com/office/drawing/2014/main" id="{20A3C3F5-D656-4BB2-A90A-4A7033C7E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020"/>
              <a:ext cx="16" cy="5"/>
            </a:xfrm>
            <a:custGeom>
              <a:avLst/>
              <a:gdLst>
                <a:gd name="T0" fmla="*/ 0 w 7"/>
                <a:gd name="T1" fmla="*/ 33 h 2"/>
                <a:gd name="T2" fmla="*/ 85 w 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6" y="0"/>
                    <a:pt x="7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92" name="Freeform 1815">
              <a:extLst>
                <a:ext uri="{FF2B5EF4-FFF2-40B4-BE49-F238E27FC236}">
                  <a16:creationId xmlns:a16="http://schemas.microsoft.com/office/drawing/2014/main" id="{A803B7AE-F2AC-4695-BE85-C821EC144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984"/>
              <a:ext cx="14" cy="1"/>
            </a:xfrm>
            <a:custGeom>
              <a:avLst/>
              <a:gdLst>
                <a:gd name="T0" fmla="*/ 0 w 6"/>
                <a:gd name="T1" fmla="*/ 0 h 1"/>
                <a:gd name="T2" fmla="*/ 7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93" name="Freeform 1816">
              <a:extLst>
                <a:ext uri="{FF2B5EF4-FFF2-40B4-BE49-F238E27FC236}">
                  <a16:creationId xmlns:a16="http://schemas.microsoft.com/office/drawing/2014/main" id="{8085E327-8CD7-43DE-8427-22CFA5FC7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011"/>
              <a:ext cx="7" cy="9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1" y="4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94" name="Freeform 1817">
              <a:extLst>
                <a:ext uri="{FF2B5EF4-FFF2-40B4-BE49-F238E27FC236}">
                  <a16:creationId xmlns:a16="http://schemas.microsoft.com/office/drawing/2014/main" id="{3E177967-9B40-49E2-87BB-30C5F7D71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947"/>
              <a:ext cx="18" cy="5"/>
            </a:xfrm>
            <a:custGeom>
              <a:avLst/>
              <a:gdLst>
                <a:gd name="T0" fmla="*/ 0 w 8"/>
                <a:gd name="T1" fmla="*/ 0 h 2"/>
                <a:gd name="T2" fmla="*/ 92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1"/>
                    <a:pt x="6" y="1"/>
                    <a:pt x="8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95" name="Freeform 1818">
              <a:extLst>
                <a:ext uri="{FF2B5EF4-FFF2-40B4-BE49-F238E27FC236}">
                  <a16:creationId xmlns:a16="http://schemas.microsoft.com/office/drawing/2014/main" id="{3D9F9C7F-8396-4221-A5D0-4DB47EBAB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096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5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96" name="Freeform 1819">
              <a:extLst>
                <a:ext uri="{FF2B5EF4-FFF2-40B4-BE49-F238E27FC236}">
                  <a16:creationId xmlns:a16="http://schemas.microsoft.com/office/drawing/2014/main" id="{5D08AF7B-79F1-4FA6-8AD3-97C3E5E83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635"/>
              <a:ext cx="37" cy="40"/>
            </a:xfrm>
            <a:custGeom>
              <a:avLst/>
              <a:gdLst>
                <a:gd name="T0" fmla="*/ 0 w 16"/>
                <a:gd name="T1" fmla="*/ 188 h 16"/>
                <a:gd name="T2" fmla="*/ 123 w 16"/>
                <a:gd name="T3" fmla="*/ 250 h 16"/>
                <a:gd name="T4" fmla="*/ 199 w 16"/>
                <a:gd name="T5" fmla="*/ 95 h 16"/>
                <a:gd name="T6" fmla="*/ 15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12"/>
                  </a:moveTo>
                  <a:cubicBezTo>
                    <a:pt x="2" y="15"/>
                    <a:pt x="6" y="16"/>
                    <a:pt x="10" y="16"/>
                  </a:cubicBezTo>
                  <a:cubicBezTo>
                    <a:pt x="11" y="13"/>
                    <a:pt x="16" y="9"/>
                    <a:pt x="16" y="6"/>
                  </a:cubicBezTo>
                  <a:cubicBezTo>
                    <a:pt x="16" y="3"/>
                    <a:pt x="11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97" name="Freeform 1820">
              <a:extLst>
                <a:ext uri="{FF2B5EF4-FFF2-40B4-BE49-F238E27FC236}">
                  <a16:creationId xmlns:a16="http://schemas.microsoft.com/office/drawing/2014/main" id="{EF61E13E-5587-4622-B616-8CB95DDC1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616"/>
              <a:ext cx="30" cy="39"/>
            </a:xfrm>
            <a:custGeom>
              <a:avLst/>
              <a:gdLst>
                <a:gd name="T0" fmla="*/ 85 w 13"/>
                <a:gd name="T1" fmla="*/ 0 h 16"/>
                <a:gd name="T2" fmla="*/ 12 w 13"/>
                <a:gd name="T3" fmla="*/ 219 h 16"/>
                <a:gd name="T4" fmla="*/ 12 w 13"/>
                <a:gd name="T5" fmla="*/ 2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7" y="0"/>
                  </a:moveTo>
                  <a:cubicBezTo>
                    <a:pt x="13" y="8"/>
                    <a:pt x="5" y="9"/>
                    <a:pt x="1" y="15"/>
                  </a:cubicBezTo>
                  <a:cubicBezTo>
                    <a:pt x="2" y="14"/>
                    <a:pt x="0" y="16"/>
                    <a:pt x="1" y="1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98" name="Freeform 1821">
              <a:extLst>
                <a:ext uri="{FF2B5EF4-FFF2-40B4-BE49-F238E27FC236}">
                  <a16:creationId xmlns:a16="http://schemas.microsoft.com/office/drawing/2014/main" id="{1AFEE736-A6C8-401D-8C38-F2F834D63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594"/>
              <a:ext cx="35" cy="34"/>
            </a:xfrm>
            <a:custGeom>
              <a:avLst/>
              <a:gdLst>
                <a:gd name="T0" fmla="*/ 0 w 15"/>
                <a:gd name="T1" fmla="*/ 160 h 14"/>
                <a:gd name="T2" fmla="*/ 65 w 15"/>
                <a:gd name="T3" fmla="*/ 170 h 14"/>
                <a:gd name="T4" fmla="*/ 180 w 15"/>
                <a:gd name="T5" fmla="*/ 87 h 14"/>
                <a:gd name="T6" fmla="*/ 163 w 1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0" y="11"/>
                  </a:moveTo>
                  <a:cubicBezTo>
                    <a:pt x="2" y="14"/>
                    <a:pt x="3" y="13"/>
                    <a:pt x="5" y="12"/>
                  </a:cubicBezTo>
                  <a:cubicBezTo>
                    <a:pt x="6" y="12"/>
                    <a:pt x="13" y="6"/>
                    <a:pt x="14" y="6"/>
                  </a:cubicBezTo>
                  <a:cubicBezTo>
                    <a:pt x="15" y="4"/>
                    <a:pt x="15" y="1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99" name="Freeform 1822">
              <a:extLst>
                <a:ext uri="{FF2B5EF4-FFF2-40B4-BE49-F238E27FC236}">
                  <a16:creationId xmlns:a16="http://schemas.microsoft.com/office/drawing/2014/main" id="{AEFD67B5-8813-4DBA-A93C-072953644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609"/>
              <a:ext cx="39" cy="39"/>
            </a:xfrm>
            <a:custGeom>
              <a:avLst/>
              <a:gdLst>
                <a:gd name="T0" fmla="*/ 167 w 17"/>
                <a:gd name="T1" fmla="*/ 0 h 16"/>
                <a:gd name="T2" fmla="*/ 110 w 17"/>
                <a:gd name="T3" fmla="*/ 202 h 16"/>
                <a:gd name="T4" fmla="*/ 0 w 17"/>
                <a:gd name="T5" fmla="*/ 16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4" y="0"/>
                  </a:moveTo>
                  <a:cubicBezTo>
                    <a:pt x="17" y="5"/>
                    <a:pt x="15" y="11"/>
                    <a:pt x="9" y="14"/>
                  </a:cubicBezTo>
                  <a:cubicBezTo>
                    <a:pt x="4" y="16"/>
                    <a:pt x="3" y="14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00" name="Freeform 1823">
              <a:extLst>
                <a:ext uri="{FF2B5EF4-FFF2-40B4-BE49-F238E27FC236}">
                  <a16:creationId xmlns:a16="http://schemas.microsoft.com/office/drawing/2014/main" id="{A89A4D5D-3C16-432F-B4C3-62C7CA178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648"/>
              <a:ext cx="35" cy="34"/>
            </a:xfrm>
            <a:custGeom>
              <a:avLst/>
              <a:gdLst>
                <a:gd name="T0" fmla="*/ 191 w 15"/>
                <a:gd name="T1" fmla="*/ 0 h 14"/>
                <a:gd name="T2" fmla="*/ 0 w 15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1" y="6"/>
                    <a:pt x="7" y="14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01" name="Freeform 1824">
              <a:extLst>
                <a:ext uri="{FF2B5EF4-FFF2-40B4-BE49-F238E27FC236}">
                  <a16:creationId xmlns:a16="http://schemas.microsoft.com/office/drawing/2014/main" id="{90A28531-6CEA-4B84-93F7-57332FD31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640"/>
              <a:ext cx="11" cy="13"/>
            </a:xfrm>
            <a:custGeom>
              <a:avLst/>
              <a:gdLst>
                <a:gd name="T0" fmla="*/ 0 w 5"/>
                <a:gd name="T1" fmla="*/ 0 h 5"/>
                <a:gd name="T2" fmla="*/ 53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1"/>
                    <a:pt x="5" y="2"/>
                    <a:pt x="5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02" name="Freeform 1825">
              <a:extLst>
                <a:ext uri="{FF2B5EF4-FFF2-40B4-BE49-F238E27FC236}">
                  <a16:creationId xmlns:a16="http://schemas.microsoft.com/office/drawing/2014/main" id="{600959BF-09AE-41AF-A1FC-40548FCB6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672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2"/>
                    <a:pt x="1" y="2"/>
                    <a:pt x="3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03" name="Freeform 1826">
              <a:extLst>
                <a:ext uri="{FF2B5EF4-FFF2-40B4-BE49-F238E27FC236}">
                  <a16:creationId xmlns:a16="http://schemas.microsoft.com/office/drawing/2014/main" id="{7F4ACAFA-372C-44C5-AF79-7B6903F0E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680"/>
              <a:ext cx="36" cy="19"/>
            </a:xfrm>
            <a:custGeom>
              <a:avLst/>
              <a:gdLst>
                <a:gd name="T0" fmla="*/ 182 w 16"/>
                <a:gd name="T1" fmla="*/ 0 h 8"/>
                <a:gd name="T2" fmla="*/ 72 w 16"/>
                <a:gd name="T3" fmla="*/ 95 h 8"/>
                <a:gd name="T4" fmla="*/ 0 w 16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16" y="0"/>
                  </a:moveTo>
                  <a:cubicBezTo>
                    <a:pt x="14" y="2"/>
                    <a:pt x="10" y="8"/>
                    <a:pt x="6" y="7"/>
                  </a:cubicBezTo>
                  <a:cubicBezTo>
                    <a:pt x="3" y="7"/>
                    <a:pt x="2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04" name="Freeform 1827">
              <a:extLst>
                <a:ext uri="{FF2B5EF4-FFF2-40B4-BE49-F238E27FC236}">
                  <a16:creationId xmlns:a16="http://schemas.microsoft.com/office/drawing/2014/main" id="{8E7FD431-CDEB-4EC2-98AB-964F04E02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702"/>
              <a:ext cx="37" cy="29"/>
            </a:xfrm>
            <a:custGeom>
              <a:avLst/>
              <a:gdLst>
                <a:gd name="T0" fmla="*/ 199 w 16"/>
                <a:gd name="T1" fmla="*/ 0 h 12"/>
                <a:gd name="T2" fmla="*/ 0 w 16"/>
                <a:gd name="T3" fmla="*/ 9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6" y="0"/>
                  </a:moveTo>
                  <a:cubicBezTo>
                    <a:pt x="13" y="10"/>
                    <a:pt x="8" y="12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05" name="Freeform 1828">
              <a:extLst>
                <a:ext uri="{FF2B5EF4-FFF2-40B4-BE49-F238E27FC236}">
                  <a16:creationId xmlns:a16="http://schemas.microsoft.com/office/drawing/2014/main" id="{5206D403-0FDE-4D74-BF0C-4864A312E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726"/>
              <a:ext cx="35" cy="37"/>
            </a:xfrm>
            <a:custGeom>
              <a:avLst/>
              <a:gdLst>
                <a:gd name="T0" fmla="*/ 191 w 15"/>
                <a:gd name="T1" fmla="*/ 0 h 15"/>
                <a:gd name="T2" fmla="*/ 0 w 15"/>
                <a:gd name="T3" fmla="*/ 16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15" y="0"/>
                  </a:moveTo>
                  <a:cubicBezTo>
                    <a:pt x="9" y="9"/>
                    <a:pt x="9" y="15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06" name="Freeform 1829">
              <a:extLst>
                <a:ext uri="{FF2B5EF4-FFF2-40B4-BE49-F238E27FC236}">
                  <a16:creationId xmlns:a16="http://schemas.microsoft.com/office/drawing/2014/main" id="{39D02CAE-6BF4-429A-9C29-36B930E7C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753"/>
              <a:ext cx="32" cy="47"/>
            </a:xfrm>
            <a:custGeom>
              <a:avLst/>
              <a:gdLst>
                <a:gd name="T0" fmla="*/ 167 w 14"/>
                <a:gd name="T1" fmla="*/ 0 h 19"/>
                <a:gd name="T2" fmla="*/ 110 w 14"/>
                <a:gd name="T3" fmla="*/ 245 h 19"/>
                <a:gd name="T4" fmla="*/ 0 w 14"/>
                <a:gd name="T5" fmla="*/ 24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14" y="0"/>
                  </a:moveTo>
                  <a:cubicBezTo>
                    <a:pt x="14" y="5"/>
                    <a:pt x="14" y="14"/>
                    <a:pt x="9" y="16"/>
                  </a:cubicBezTo>
                  <a:cubicBezTo>
                    <a:pt x="6" y="19"/>
                    <a:pt x="3" y="16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07" name="Freeform 1830">
              <a:extLst>
                <a:ext uri="{FF2B5EF4-FFF2-40B4-BE49-F238E27FC236}">
                  <a16:creationId xmlns:a16="http://schemas.microsoft.com/office/drawing/2014/main" id="{51201B8F-7AC4-44B8-B164-25FAF04D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795"/>
              <a:ext cx="32" cy="34"/>
            </a:xfrm>
            <a:custGeom>
              <a:avLst/>
              <a:gdLst>
                <a:gd name="T0" fmla="*/ 158 w 14"/>
                <a:gd name="T1" fmla="*/ 0 h 14"/>
                <a:gd name="T2" fmla="*/ 94 w 14"/>
                <a:gd name="T3" fmla="*/ 189 h 14"/>
                <a:gd name="T4" fmla="*/ 0 w 14"/>
                <a:gd name="T5" fmla="*/ 20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3" y="0"/>
                  </a:moveTo>
                  <a:cubicBezTo>
                    <a:pt x="12" y="5"/>
                    <a:pt x="14" y="11"/>
                    <a:pt x="8" y="13"/>
                  </a:cubicBezTo>
                  <a:cubicBezTo>
                    <a:pt x="6" y="14"/>
                    <a:pt x="0" y="14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08" name="Freeform 1831">
              <a:extLst>
                <a:ext uri="{FF2B5EF4-FFF2-40B4-BE49-F238E27FC236}">
                  <a16:creationId xmlns:a16="http://schemas.microsoft.com/office/drawing/2014/main" id="{45C3EC26-C0F3-4634-8E8F-7348CE598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827"/>
              <a:ext cx="27" cy="34"/>
            </a:xfrm>
            <a:custGeom>
              <a:avLst/>
              <a:gdLst>
                <a:gd name="T0" fmla="*/ 137 w 12"/>
                <a:gd name="T1" fmla="*/ 0 h 14"/>
                <a:gd name="T2" fmla="*/ 101 w 12"/>
                <a:gd name="T3" fmla="*/ 170 h 14"/>
                <a:gd name="T4" fmla="*/ 0 w 12"/>
                <a:gd name="T5" fmla="*/ 1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2" y="3"/>
                    <a:pt x="12" y="10"/>
                    <a:pt x="9" y="12"/>
                  </a:cubicBezTo>
                  <a:cubicBezTo>
                    <a:pt x="6" y="14"/>
                    <a:pt x="0" y="12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09" name="Freeform 1832">
              <a:extLst>
                <a:ext uri="{FF2B5EF4-FFF2-40B4-BE49-F238E27FC236}">
                  <a16:creationId xmlns:a16="http://schemas.microsoft.com/office/drawing/2014/main" id="{FA7EDE3E-E125-45C6-A090-259EE711D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856"/>
              <a:ext cx="23" cy="34"/>
            </a:xfrm>
            <a:custGeom>
              <a:avLst/>
              <a:gdLst>
                <a:gd name="T0" fmla="*/ 122 w 10"/>
                <a:gd name="T1" fmla="*/ 0 h 14"/>
                <a:gd name="T2" fmla="*/ 110 w 10"/>
                <a:gd name="T3" fmla="*/ 189 h 14"/>
                <a:gd name="T4" fmla="*/ 0 w 10"/>
                <a:gd name="T5" fmla="*/ 20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10" y="5"/>
                    <a:pt x="9" y="8"/>
                    <a:pt x="9" y="13"/>
                  </a:cubicBezTo>
                  <a:cubicBezTo>
                    <a:pt x="6" y="14"/>
                    <a:pt x="1" y="14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10" name="Freeform 1833">
              <a:extLst>
                <a:ext uri="{FF2B5EF4-FFF2-40B4-BE49-F238E27FC236}">
                  <a16:creationId xmlns:a16="http://schemas.microsoft.com/office/drawing/2014/main" id="{0C0553F0-15C1-4982-AE76-E7D907B91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675"/>
              <a:ext cx="37" cy="27"/>
            </a:xfrm>
            <a:custGeom>
              <a:avLst/>
              <a:gdLst>
                <a:gd name="T0" fmla="*/ 199 w 16"/>
                <a:gd name="T1" fmla="*/ 0 h 11"/>
                <a:gd name="T2" fmla="*/ 113 w 16"/>
                <a:gd name="T3" fmla="*/ 133 h 11"/>
                <a:gd name="T4" fmla="*/ 12 w 16"/>
                <a:gd name="T5" fmla="*/ 103 h 11"/>
                <a:gd name="T6" fmla="*/ 28 w 16"/>
                <a:gd name="T7" fmla="*/ 10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14" y="3"/>
                    <a:pt x="12" y="8"/>
                    <a:pt x="9" y="9"/>
                  </a:cubicBezTo>
                  <a:cubicBezTo>
                    <a:pt x="4" y="11"/>
                    <a:pt x="5" y="9"/>
                    <a:pt x="1" y="7"/>
                  </a:cubicBezTo>
                  <a:cubicBezTo>
                    <a:pt x="0" y="7"/>
                    <a:pt x="1" y="7"/>
                    <a:pt x="2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11" name="Freeform 1834">
              <a:extLst>
                <a:ext uri="{FF2B5EF4-FFF2-40B4-BE49-F238E27FC236}">
                  <a16:creationId xmlns:a16="http://schemas.microsoft.com/office/drawing/2014/main" id="{F2FE12D0-C395-44CE-9EC2-98FCFE97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702"/>
              <a:ext cx="29" cy="24"/>
            </a:xfrm>
            <a:custGeom>
              <a:avLst/>
              <a:gdLst>
                <a:gd name="T0" fmla="*/ 145 w 13"/>
                <a:gd name="T1" fmla="*/ 0 h 10"/>
                <a:gd name="T2" fmla="*/ 89 w 13"/>
                <a:gd name="T3" fmla="*/ 127 h 10"/>
                <a:gd name="T4" fmla="*/ 0 w 13"/>
                <a:gd name="T5" fmla="*/ 9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12" y="2"/>
                    <a:pt x="11" y="8"/>
                    <a:pt x="8" y="9"/>
                  </a:cubicBezTo>
                  <a:cubicBezTo>
                    <a:pt x="6" y="10"/>
                    <a:pt x="0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12" name="Freeform 1835">
              <a:extLst>
                <a:ext uri="{FF2B5EF4-FFF2-40B4-BE49-F238E27FC236}">
                  <a16:creationId xmlns:a16="http://schemas.microsoft.com/office/drawing/2014/main" id="{1AED5187-9C86-4ECE-B9C1-FFB9E2C52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699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2"/>
                    <a:pt x="0" y="1"/>
                    <a:pt x="2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13" name="Freeform 1836">
              <a:extLst>
                <a:ext uri="{FF2B5EF4-FFF2-40B4-BE49-F238E27FC236}">
                  <a16:creationId xmlns:a16="http://schemas.microsoft.com/office/drawing/2014/main" id="{9B4DD499-DF4B-40F6-9EA0-3977674F3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724"/>
              <a:ext cx="39" cy="29"/>
            </a:xfrm>
            <a:custGeom>
              <a:avLst/>
              <a:gdLst>
                <a:gd name="T0" fmla="*/ 204 w 17"/>
                <a:gd name="T1" fmla="*/ 0 h 12"/>
                <a:gd name="T2" fmla="*/ 0 w 17"/>
                <a:gd name="T3" fmla="*/ 9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17" y="0"/>
                  </a:moveTo>
                  <a:cubicBezTo>
                    <a:pt x="13" y="5"/>
                    <a:pt x="6" y="12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14" name="Freeform 1837">
              <a:extLst>
                <a:ext uri="{FF2B5EF4-FFF2-40B4-BE49-F238E27FC236}">
                  <a16:creationId xmlns:a16="http://schemas.microsoft.com/office/drawing/2014/main" id="{8C9EC158-3AA4-4F32-9BA0-AABC08061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743"/>
              <a:ext cx="41" cy="35"/>
            </a:xfrm>
            <a:custGeom>
              <a:avLst/>
              <a:gdLst>
                <a:gd name="T0" fmla="*/ 212 w 18"/>
                <a:gd name="T1" fmla="*/ 0 h 14"/>
                <a:gd name="T2" fmla="*/ 118 w 18"/>
                <a:gd name="T3" fmla="*/ 208 h 14"/>
                <a:gd name="T4" fmla="*/ 36 w 18"/>
                <a:gd name="T5" fmla="*/ 20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8" y="0"/>
                  </a:moveTo>
                  <a:cubicBezTo>
                    <a:pt x="17" y="4"/>
                    <a:pt x="15" y="12"/>
                    <a:pt x="10" y="13"/>
                  </a:cubicBezTo>
                  <a:cubicBezTo>
                    <a:pt x="9" y="14"/>
                    <a:pt x="0" y="11"/>
                    <a:pt x="3" y="1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15" name="Freeform 1838">
              <a:extLst>
                <a:ext uri="{FF2B5EF4-FFF2-40B4-BE49-F238E27FC236}">
                  <a16:creationId xmlns:a16="http://schemas.microsoft.com/office/drawing/2014/main" id="{87FA5EC0-EFA4-4807-B088-44BFA5AC5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773"/>
              <a:ext cx="35" cy="39"/>
            </a:xfrm>
            <a:custGeom>
              <a:avLst/>
              <a:gdLst>
                <a:gd name="T0" fmla="*/ 191 w 15"/>
                <a:gd name="T1" fmla="*/ 0 h 16"/>
                <a:gd name="T2" fmla="*/ 65 w 15"/>
                <a:gd name="T3" fmla="*/ 190 h 16"/>
                <a:gd name="T4" fmla="*/ 0 w 15"/>
                <a:gd name="T5" fmla="*/ 20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2" y="9"/>
                    <a:pt x="14" y="12"/>
                    <a:pt x="5" y="13"/>
                  </a:cubicBezTo>
                  <a:cubicBezTo>
                    <a:pt x="3" y="14"/>
                    <a:pt x="0" y="16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16" name="Freeform 1839">
              <a:extLst>
                <a:ext uri="{FF2B5EF4-FFF2-40B4-BE49-F238E27FC236}">
                  <a16:creationId xmlns:a16="http://schemas.microsoft.com/office/drawing/2014/main" id="{CC6D016D-DA72-4AF9-9FE7-42F2EE955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800"/>
              <a:ext cx="14" cy="5"/>
            </a:xfrm>
            <a:custGeom>
              <a:avLst/>
              <a:gdLst>
                <a:gd name="T0" fmla="*/ 0 w 6"/>
                <a:gd name="T1" fmla="*/ 0 h 2"/>
                <a:gd name="T2" fmla="*/ 77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4" y="2"/>
                    <a:pt x="6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17" name="Freeform 1840">
              <a:extLst>
                <a:ext uri="{FF2B5EF4-FFF2-40B4-BE49-F238E27FC236}">
                  <a16:creationId xmlns:a16="http://schemas.microsoft.com/office/drawing/2014/main" id="{021F4C70-DB24-4F93-8AEC-D3604A7EE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731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2" y="2"/>
                    <a:pt x="3" y="2"/>
                    <a:pt x="3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18" name="Freeform 1841">
              <a:extLst>
                <a:ext uri="{FF2B5EF4-FFF2-40B4-BE49-F238E27FC236}">
                  <a16:creationId xmlns:a16="http://schemas.microsoft.com/office/drawing/2014/main" id="{6A098365-FF65-4BF2-A1A5-6C65D1D84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765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3" y="0"/>
                    <a:pt x="3" y="0"/>
                    <a:pt x="4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19" name="Freeform 1842">
              <a:extLst>
                <a:ext uri="{FF2B5EF4-FFF2-40B4-BE49-F238E27FC236}">
                  <a16:creationId xmlns:a16="http://schemas.microsoft.com/office/drawing/2014/main" id="{9FD995AD-40D8-4C23-8CA0-285DFF36B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807"/>
              <a:ext cx="28" cy="37"/>
            </a:xfrm>
            <a:custGeom>
              <a:avLst/>
              <a:gdLst>
                <a:gd name="T0" fmla="*/ 152 w 12"/>
                <a:gd name="T1" fmla="*/ 0 h 15"/>
                <a:gd name="T2" fmla="*/ 114 w 12"/>
                <a:gd name="T3" fmla="*/ 165 h 15"/>
                <a:gd name="T4" fmla="*/ 49 w 12"/>
                <a:gd name="T5" fmla="*/ 212 h 15"/>
                <a:gd name="T6" fmla="*/ 28 w 12"/>
                <a:gd name="T7" fmla="*/ 2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12" y="0"/>
                  </a:moveTo>
                  <a:cubicBezTo>
                    <a:pt x="12" y="3"/>
                    <a:pt x="11" y="9"/>
                    <a:pt x="9" y="11"/>
                  </a:cubicBezTo>
                  <a:cubicBezTo>
                    <a:pt x="8" y="13"/>
                    <a:pt x="6" y="13"/>
                    <a:pt x="4" y="14"/>
                  </a:cubicBezTo>
                  <a:cubicBezTo>
                    <a:pt x="4" y="14"/>
                    <a:pt x="0" y="15"/>
                    <a:pt x="2" y="1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20" name="Freeform 1843">
              <a:extLst>
                <a:ext uri="{FF2B5EF4-FFF2-40B4-BE49-F238E27FC236}">
                  <a16:creationId xmlns:a16="http://schemas.microsoft.com/office/drawing/2014/main" id="{8BE386E5-AB12-4CD3-BCB8-B3314168F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837"/>
              <a:ext cx="11" cy="9"/>
            </a:xfrm>
            <a:custGeom>
              <a:avLst/>
              <a:gdLst>
                <a:gd name="T0" fmla="*/ 0 w 5"/>
                <a:gd name="T1" fmla="*/ 0 h 4"/>
                <a:gd name="T2" fmla="*/ 53 w 5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0"/>
                    <a:pt x="4" y="3"/>
                    <a:pt x="5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21" name="Freeform 1844">
              <a:extLst>
                <a:ext uri="{FF2B5EF4-FFF2-40B4-BE49-F238E27FC236}">
                  <a16:creationId xmlns:a16="http://schemas.microsoft.com/office/drawing/2014/main" id="{FABC07E3-25E2-4461-97DE-DC1E10CE9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743"/>
              <a:ext cx="6" cy="10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22" name="Freeform 1845">
              <a:extLst>
                <a:ext uri="{FF2B5EF4-FFF2-40B4-BE49-F238E27FC236}">
                  <a16:creationId xmlns:a16="http://schemas.microsoft.com/office/drawing/2014/main" id="{8DD75703-51BA-4D1C-88C1-F4F64E915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753"/>
              <a:ext cx="12" cy="20"/>
            </a:xfrm>
            <a:custGeom>
              <a:avLst/>
              <a:gdLst>
                <a:gd name="T0" fmla="*/ 0 w 5"/>
                <a:gd name="T1" fmla="*/ 0 h 8"/>
                <a:gd name="T2" fmla="*/ 70 w 5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3" y="1"/>
                    <a:pt x="5" y="5"/>
                    <a:pt x="5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23" name="Freeform 1846">
              <a:extLst>
                <a:ext uri="{FF2B5EF4-FFF2-40B4-BE49-F238E27FC236}">
                  <a16:creationId xmlns:a16="http://schemas.microsoft.com/office/drawing/2014/main" id="{5C607EC7-16CB-41C5-9EC2-D41A7DA55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721"/>
              <a:ext cx="5" cy="13"/>
            </a:xfrm>
            <a:custGeom>
              <a:avLst/>
              <a:gdLst>
                <a:gd name="T0" fmla="*/ 0 w 2"/>
                <a:gd name="T1" fmla="*/ 0 h 5"/>
                <a:gd name="T2" fmla="*/ 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4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24" name="Freeform 1847">
              <a:extLst>
                <a:ext uri="{FF2B5EF4-FFF2-40B4-BE49-F238E27FC236}">
                  <a16:creationId xmlns:a16="http://schemas.microsoft.com/office/drawing/2014/main" id="{44086997-439A-478F-AAEF-D24C0A07C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640"/>
              <a:ext cx="4" cy="18"/>
            </a:xfrm>
            <a:custGeom>
              <a:avLst/>
              <a:gdLst>
                <a:gd name="T0" fmla="*/ 0 w 2"/>
                <a:gd name="T1" fmla="*/ 0 h 7"/>
                <a:gd name="T2" fmla="*/ 16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2"/>
                    <a:pt x="1" y="5"/>
                    <a:pt x="2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25" name="Freeform 1848">
              <a:extLst>
                <a:ext uri="{FF2B5EF4-FFF2-40B4-BE49-F238E27FC236}">
                  <a16:creationId xmlns:a16="http://schemas.microsoft.com/office/drawing/2014/main" id="{769F8A19-0590-4976-880F-71E2EC22F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694"/>
              <a:ext cx="13" cy="3"/>
            </a:xfrm>
            <a:custGeom>
              <a:avLst/>
              <a:gdLst>
                <a:gd name="T0" fmla="*/ 61 w 6"/>
                <a:gd name="T1" fmla="*/ 0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1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26" name="Freeform 1849">
              <a:extLst>
                <a:ext uri="{FF2B5EF4-FFF2-40B4-BE49-F238E27FC236}">
                  <a16:creationId xmlns:a16="http://schemas.microsoft.com/office/drawing/2014/main" id="{AE7C1667-5E00-48C1-B7CC-2D01FFB78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569"/>
              <a:ext cx="39" cy="32"/>
            </a:xfrm>
            <a:custGeom>
              <a:avLst/>
              <a:gdLst>
                <a:gd name="T0" fmla="*/ 158 w 17"/>
                <a:gd name="T1" fmla="*/ 0 h 13"/>
                <a:gd name="T2" fmla="*/ 131 w 17"/>
                <a:gd name="T3" fmla="*/ 103 h 13"/>
                <a:gd name="T4" fmla="*/ 0 w 17"/>
                <a:gd name="T5" fmla="*/ 1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16" y="6"/>
                    <a:pt x="17" y="4"/>
                    <a:pt x="11" y="7"/>
                  </a:cubicBezTo>
                  <a:cubicBezTo>
                    <a:pt x="8" y="9"/>
                    <a:pt x="3" y="12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27" name="Freeform 1850">
              <a:extLst>
                <a:ext uri="{FF2B5EF4-FFF2-40B4-BE49-F238E27FC236}">
                  <a16:creationId xmlns:a16="http://schemas.microsoft.com/office/drawing/2014/main" id="{ACC4BB00-F9C5-4877-A879-54A460883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555"/>
              <a:ext cx="30" cy="24"/>
            </a:xfrm>
            <a:custGeom>
              <a:avLst/>
              <a:gdLst>
                <a:gd name="T0" fmla="*/ 0 w 13"/>
                <a:gd name="T1" fmla="*/ 139 h 10"/>
                <a:gd name="T2" fmla="*/ 134 w 13"/>
                <a:gd name="T3" fmla="*/ 70 h 10"/>
                <a:gd name="T4" fmla="*/ 134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4" y="9"/>
                    <a:pt x="9" y="8"/>
                    <a:pt x="11" y="5"/>
                  </a:cubicBezTo>
                  <a:cubicBezTo>
                    <a:pt x="12" y="3"/>
                    <a:pt x="13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28" name="Freeform 1851">
              <a:extLst>
                <a:ext uri="{FF2B5EF4-FFF2-40B4-BE49-F238E27FC236}">
                  <a16:creationId xmlns:a16="http://schemas.microsoft.com/office/drawing/2014/main" id="{AFD1B90E-B560-4983-BB54-0E198A2ED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1540"/>
              <a:ext cx="34" cy="19"/>
            </a:xfrm>
            <a:custGeom>
              <a:avLst/>
              <a:gdLst>
                <a:gd name="T0" fmla="*/ 150 w 15"/>
                <a:gd name="T1" fmla="*/ 0 h 8"/>
                <a:gd name="T2" fmla="*/ 118 w 15"/>
                <a:gd name="T3" fmla="*/ 78 h 8"/>
                <a:gd name="T4" fmla="*/ 0 w 15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3" y="0"/>
                  </a:moveTo>
                  <a:cubicBezTo>
                    <a:pt x="14" y="5"/>
                    <a:pt x="15" y="4"/>
                    <a:pt x="10" y="6"/>
                  </a:cubicBezTo>
                  <a:cubicBezTo>
                    <a:pt x="7" y="7"/>
                    <a:pt x="3" y="8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29" name="Freeform 1852">
              <a:extLst>
                <a:ext uri="{FF2B5EF4-FFF2-40B4-BE49-F238E27FC236}">
                  <a16:creationId xmlns:a16="http://schemas.microsoft.com/office/drawing/2014/main" id="{2B320ECD-3833-41B6-BA72-74E7CE36D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530"/>
              <a:ext cx="30" cy="22"/>
            </a:xfrm>
            <a:custGeom>
              <a:avLst/>
              <a:gdLst>
                <a:gd name="T0" fmla="*/ 0 w 13"/>
                <a:gd name="T1" fmla="*/ 103 h 9"/>
                <a:gd name="T2" fmla="*/ 134 w 13"/>
                <a:gd name="T3" fmla="*/ 103 h 9"/>
                <a:gd name="T4" fmla="*/ 150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3" y="7"/>
                    <a:pt x="9" y="9"/>
                    <a:pt x="11" y="7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30" name="Freeform 1853">
              <a:extLst>
                <a:ext uri="{FF2B5EF4-FFF2-40B4-BE49-F238E27FC236}">
                  <a16:creationId xmlns:a16="http://schemas.microsoft.com/office/drawing/2014/main" id="{BAC53C01-6BF3-47AA-A416-968965206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564"/>
              <a:ext cx="32" cy="25"/>
            </a:xfrm>
            <a:custGeom>
              <a:avLst/>
              <a:gdLst>
                <a:gd name="T0" fmla="*/ 167 w 14"/>
                <a:gd name="T1" fmla="*/ 83 h 10"/>
                <a:gd name="T2" fmla="*/ 142 w 14"/>
                <a:gd name="T3" fmla="*/ 20 h 10"/>
                <a:gd name="T4" fmla="*/ 37 w 14"/>
                <a:gd name="T5" fmla="*/ 33 h 10"/>
                <a:gd name="T6" fmla="*/ 37 w 14"/>
                <a:gd name="T7" fmla="*/ 15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4" y="5"/>
                  </a:moveTo>
                  <a:cubicBezTo>
                    <a:pt x="13" y="4"/>
                    <a:pt x="13" y="2"/>
                    <a:pt x="12" y="1"/>
                  </a:cubicBezTo>
                  <a:cubicBezTo>
                    <a:pt x="10" y="0"/>
                    <a:pt x="4" y="2"/>
                    <a:pt x="3" y="2"/>
                  </a:cubicBezTo>
                  <a:cubicBezTo>
                    <a:pt x="0" y="4"/>
                    <a:pt x="1" y="8"/>
                    <a:pt x="3" y="1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31" name="Freeform 1854">
              <a:extLst>
                <a:ext uri="{FF2B5EF4-FFF2-40B4-BE49-F238E27FC236}">
                  <a16:creationId xmlns:a16="http://schemas.microsoft.com/office/drawing/2014/main" id="{F8619D50-58DB-4643-9713-C7A570C2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567"/>
              <a:ext cx="37" cy="34"/>
            </a:xfrm>
            <a:custGeom>
              <a:avLst/>
              <a:gdLst>
                <a:gd name="T0" fmla="*/ 199 w 16"/>
                <a:gd name="T1" fmla="*/ 29 h 14"/>
                <a:gd name="T2" fmla="*/ 171 w 16"/>
                <a:gd name="T3" fmla="*/ 0 h 14"/>
                <a:gd name="T4" fmla="*/ 28 w 16"/>
                <a:gd name="T5" fmla="*/ 58 h 14"/>
                <a:gd name="T6" fmla="*/ 37 w 16"/>
                <a:gd name="T7" fmla="*/ 20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16" y="2"/>
                  </a:moveTo>
                  <a:cubicBezTo>
                    <a:pt x="15" y="2"/>
                    <a:pt x="15" y="1"/>
                    <a:pt x="14" y="0"/>
                  </a:cubicBezTo>
                  <a:cubicBezTo>
                    <a:pt x="11" y="1"/>
                    <a:pt x="3" y="2"/>
                    <a:pt x="2" y="4"/>
                  </a:cubicBezTo>
                  <a:cubicBezTo>
                    <a:pt x="0" y="7"/>
                    <a:pt x="3" y="11"/>
                    <a:pt x="3" y="1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32" name="Freeform 1855">
              <a:extLst>
                <a:ext uri="{FF2B5EF4-FFF2-40B4-BE49-F238E27FC236}">
                  <a16:creationId xmlns:a16="http://schemas.microsoft.com/office/drawing/2014/main" id="{9806508B-B8BA-4624-8F53-B837FA917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586"/>
              <a:ext cx="23" cy="27"/>
            </a:xfrm>
            <a:custGeom>
              <a:avLst/>
              <a:gdLst>
                <a:gd name="T0" fmla="*/ 122 w 10"/>
                <a:gd name="T1" fmla="*/ 0 h 11"/>
                <a:gd name="T2" fmla="*/ 0 w 10"/>
                <a:gd name="T3" fmla="*/ 103 h 11"/>
                <a:gd name="T4" fmla="*/ 28 w 10"/>
                <a:gd name="T5" fmla="*/ 16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8" y="1"/>
                    <a:pt x="1" y="4"/>
                    <a:pt x="0" y="7"/>
                  </a:cubicBezTo>
                  <a:cubicBezTo>
                    <a:pt x="0" y="8"/>
                    <a:pt x="2" y="10"/>
                    <a:pt x="2" y="1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33" name="Freeform 1856">
              <a:extLst>
                <a:ext uri="{FF2B5EF4-FFF2-40B4-BE49-F238E27FC236}">
                  <a16:creationId xmlns:a16="http://schemas.microsoft.com/office/drawing/2014/main" id="{1F126298-BE9C-4330-9452-4FB0B1153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596"/>
              <a:ext cx="26" cy="35"/>
            </a:xfrm>
            <a:custGeom>
              <a:avLst/>
              <a:gdLst>
                <a:gd name="T0" fmla="*/ 144 w 11"/>
                <a:gd name="T1" fmla="*/ 50 h 14"/>
                <a:gd name="T2" fmla="*/ 28 w 11"/>
                <a:gd name="T3" fmla="*/ 113 h 14"/>
                <a:gd name="T4" fmla="*/ 50 w 11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1" y="3"/>
                  </a:moveTo>
                  <a:cubicBezTo>
                    <a:pt x="9" y="0"/>
                    <a:pt x="3" y="5"/>
                    <a:pt x="2" y="7"/>
                  </a:cubicBezTo>
                  <a:cubicBezTo>
                    <a:pt x="0" y="10"/>
                    <a:pt x="4" y="12"/>
                    <a:pt x="4" y="1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34" name="Freeform 1857">
              <a:extLst>
                <a:ext uri="{FF2B5EF4-FFF2-40B4-BE49-F238E27FC236}">
                  <a16:creationId xmlns:a16="http://schemas.microsoft.com/office/drawing/2014/main" id="{E74C5071-E5F3-41C0-AB58-4D2CF2153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618"/>
              <a:ext cx="23" cy="8"/>
            </a:xfrm>
            <a:custGeom>
              <a:avLst/>
              <a:gdLst>
                <a:gd name="T0" fmla="*/ 122 w 10"/>
                <a:gd name="T1" fmla="*/ 0 h 3"/>
                <a:gd name="T2" fmla="*/ 0 w 10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7" y="0"/>
                    <a:pt x="1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35" name="Freeform 1858">
              <a:extLst>
                <a:ext uri="{FF2B5EF4-FFF2-40B4-BE49-F238E27FC236}">
                  <a16:creationId xmlns:a16="http://schemas.microsoft.com/office/drawing/2014/main" id="{B40B5AE2-1F29-4BBE-840F-EB2D16E48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591"/>
              <a:ext cx="10" cy="15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2"/>
                    <a:pt x="3" y="4"/>
                    <a:pt x="4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36" name="Freeform 1859">
              <a:extLst>
                <a:ext uri="{FF2B5EF4-FFF2-40B4-BE49-F238E27FC236}">
                  <a16:creationId xmlns:a16="http://schemas.microsoft.com/office/drawing/2014/main" id="{3395F420-10E9-44AA-8389-AED6A3096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574"/>
              <a:ext cx="9" cy="15"/>
            </a:xfrm>
            <a:custGeom>
              <a:avLst/>
              <a:gdLst>
                <a:gd name="T0" fmla="*/ 0 w 4"/>
                <a:gd name="T1" fmla="*/ 0 h 6"/>
                <a:gd name="T2" fmla="*/ 36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4" y="4"/>
                    <a:pt x="3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37" name="Freeform 1860">
              <a:extLst>
                <a:ext uri="{FF2B5EF4-FFF2-40B4-BE49-F238E27FC236}">
                  <a16:creationId xmlns:a16="http://schemas.microsoft.com/office/drawing/2014/main" id="{64072168-63C7-4348-B363-D67275B1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555"/>
              <a:ext cx="3" cy="12"/>
            </a:xfrm>
            <a:custGeom>
              <a:avLst/>
              <a:gdLst>
                <a:gd name="T0" fmla="*/ 0 w 1"/>
                <a:gd name="T1" fmla="*/ 0 h 5"/>
                <a:gd name="T2" fmla="*/ 27 w 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1"/>
                    <a:pt x="1" y="4"/>
                    <a:pt x="1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38" name="Freeform 1861">
              <a:extLst>
                <a:ext uri="{FF2B5EF4-FFF2-40B4-BE49-F238E27FC236}">
                  <a16:creationId xmlns:a16="http://schemas.microsoft.com/office/drawing/2014/main" id="{2E407EC6-829E-40A0-A55C-4FC0E5D1A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572"/>
              <a:ext cx="12" cy="5"/>
            </a:xfrm>
            <a:custGeom>
              <a:avLst/>
              <a:gdLst>
                <a:gd name="T0" fmla="*/ 70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2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39" name="Freeform 1862">
              <a:extLst>
                <a:ext uri="{FF2B5EF4-FFF2-40B4-BE49-F238E27FC236}">
                  <a16:creationId xmlns:a16="http://schemas.microsoft.com/office/drawing/2014/main" id="{E66DC2EC-D4CA-4706-8E55-D37DE0742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550"/>
              <a:ext cx="5" cy="14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3"/>
                    <a:pt x="2" y="3"/>
                    <a:pt x="2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40" name="Freeform 1863">
              <a:extLst>
                <a:ext uri="{FF2B5EF4-FFF2-40B4-BE49-F238E27FC236}">
                  <a16:creationId xmlns:a16="http://schemas.microsoft.com/office/drawing/2014/main" id="{32571088-8B52-46CA-8E59-6334661A3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1613"/>
              <a:ext cx="9" cy="13"/>
            </a:xfrm>
            <a:custGeom>
              <a:avLst/>
              <a:gdLst>
                <a:gd name="T0" fmla="*/ 0 w 4"/>
                <a:gd name="T1" fmla="*/ 0 h 5"/>
                <a:gd name="T2" fmla="*/ 36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4" y="4"/>
                    <a:pt x="3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41" name="Freeform 1864">
              <a:extLst>
                <a:ext uri="{FF2B5EF4-FFF2-40B4-BE49-F238E27FC236}">
                  <a16:creationId xmlns:a16="http://schemas.microsoft.com/office/drawing/2014/main" id="{6ED701F2-EB22-4412-9093-10448B957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888"/>
              <a:ext cx="23" cy="34"/>
            </a:xfrm>
            <a:custGeom>
              <a:avLst/>
              <a:gdLst>
                <a:gd name="T0" fmla="*/ 122 w 10"/>
                <a:gd name="T1" fmla="*/ 0 h 14"/>
                <a:gd name="T2" fmla="*/ 85 w 10"/>
                <a:gd name="T3" fmla="*/ 170 h 14"/>
                <a:gd name="T4" fmla="*/ 0 w 10"/>
                <a:gd name="T5" fmla="*/ 1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10" y="3"/>
                    <a:pt x="9" y="10"/>
                    <a:pt x="7" y="12"/>
                  </a:cubicBezTo>
                  <a:cubicBezTo>
                    <a:pt x="6" y="14"/>
                    <a:pt x="1" y="13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42" name="Freeform 1865">
              <a:extLst>
                <a:ext uri="{FF2B5EF4-FFF2-40B4-BE49-F238E27FC236}">
                  <a16:creationId xmlns:a16="http://schemas.microsoft.com/office/drawing/2014/main" id="{3CA98E5F-F3BF-4596-92BC-96E2CB9FC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917"/>
              <a:ext cx="7" cy="27"/>
            </a:xfrm>
            <a:custGeom>
              <a:avLst/>
              <a:gdLst>
                <a:gd name="T0" fmla="*/ 37 w 3"/>
                <a:gd name="T1" fmla="*/ 0 h 11"/>
                <a:gd name="T2" fmla="*/ 28 w 3"/>
                <a:gd name="T3" fmla="*/ 103 h 11"/>
                <a:gd name="T4" fmla="*/ 12 w 3"/>
                <a:gd name="T5" fmla="*/ 15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3" y="2"/>
                    <a:pt x="2" y="4"/>
                    <a:pt x="2" y="7"/>
                  </a:cubicBezTo>
                  <a:cubicBezTo>
                    <a:pt x="1" y="7"/>
                    <a:pt x="0" y="11"/>
                    <a:pt x="1" y="1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43" name="Freeform 1866">
              <a:extLst>
                <a:ext uri="{FF2B5EF4-FFF2-40B4-BE49-F238E27FC236}">
                  <a16:creationId xmlns:a16="http://schemas.microsoft.com/office/drawing/2014/main" id="{3D2D9376-F8E6-4574-9DC3-F175906E8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841"/>
              <a:ext cx="9" cy="40"/>
            </a:xfrm>
            <a:custGeom>
              <a:avLst/>
              <a:gdLst>
                <a:gd name="T0" fmla="*/ 45 w 4"/>
                <a:gd name="T1" fmla="*/ 0 h 16"/>
                <a:gd name="T2" fmla="*/ 0 w 4"/>
                <a:gd name="T3" fmla="*/ 220 h 16"/>
                <a:gd name="T4" fmla="*/ 45 w 4"/>
                <a:gd name="T5" fmla="*/ 2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3" y="5"/>
                    <a:pt x="0" y="9"/>
                    <a:pt x="0" y="14"/>
                  </a:cubicBezTo>
                  <a:cubicBezTo>
                    <a:pt x="1" y="14"/>
                    <a:pt x="3" y="15"/>
                    <a:pt x="4" y="1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44" name="Freeform 1867">
              <a:extLst>
                <a:ext uri="{FF2B5EF4-FFF2-40B4-BE49-F238E27FC236}">
                  <a16:creationId xmlns:a16="http://schemas.microsoft.com/office/drawing/2014/main" id="{77B2543D-9CEA-4D91-B2EF-E420300D0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873"/>
              <a:ext cx="19" cy="32"/>
            </a:xfrm>
            <a:custGeom>
              <a:avLst/>
              <a:gdLst>
                <a:gd name="T0" fmla="*/ 57 w 8"/>
                <a:gd name="T1" fmla="*/ 0 h 13"/>
                <a:gd name="T2" fmla="*/ 40 w 8"/>
                <a:gd name="T3" fmla="*/ 182 h 13"/>
                <a:gd name="T4" fmla="*/ 107 w 8"/>
                <a:gd name="T5" fmla="*/ 1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4" y="0"/>
                  </a:moveTo>
                  <a:cubicBezTo>
                    <a:pt x="4" y="3"/>
                    <a:pt x="0" y="10"/>
                    <a:pt x="3" y="12"/>
                  </a:cubicBezTo>
                  <a:cubicBezTo>
                    <a:pt x="4" y="13"/>
                    <a:pt x="8" y="13"/>
                    <a:pt x="8" y="1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45" name="Freeform 1868">
              <a:extLst>
                <a:ext uri="{FF2B5EF4-FFF2-40B4-BE49-F238E27FC236}">
                  <a16:creationId xmlns:a16="http://schemas.microsoft.com/office/drawing/2014/main" id="{63C1F4AA-A7DC-442B-A8BD-D9D06815A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900"/>
              <a:ext cx="11" cy="54"/>
            </a:xfrm>
            <a:custGeom>
              <a:avLst/>
              <a:gdLst>
                <a:gd name="T0" fmla="*/ 53 w 5"/>
                <a:gd name="T1" fmla="*/ 0 h 22"/>
                <a:gd name="T2" fmla="*/ 20 w 5"/>
                <a:gd name="T3" fmla="*/ 32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5" y="0"/>
                  </a:moveTo>
                  <a:cubicBezTo>
                    <a:pt x="0" y="3"/>
                    <a:pt x="1" y="17"/>
                    <a:pt x="2" y="2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46" name="Freeform 1869">
              <a:extLst>
                <a:ext uri="{FF2B5EF4-FFF2-40B4-BE49-F238E27FC236}">
                  <a16:creationId xmlns:a16="http://schemas.microsoft.com/office/drawing/2014/main" id="{46A12579-14B1-4CF5-A8FB-FF9215DA6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917"/>
              <a:ext cx="16" cy="3"/>
            </a:xfrm>
            <a:custGeom>
              <a:avLst/>
              <a:gdLst>
                <a:gd name="T0" fmla="*/ 0 w 7"/>
                <a:gd name="T1" fmla="*/ 0 h 1"/>
                <a:gd name="T2" fmla="*/ 85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47" name="Freeform 1870">
              <a:extLst>
                <a:ext uri="{FF2B5EF4-FFF2-40B4-BE49-F238E27FC236}">
                  <a16:creationId xmlns:a16="http://schemas.microsoft.com/office/drawing/2014/main" id="{C3B09C90-C041-43BC-A326-72329D4CB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876"/>
              <a:ext cx="14" cy="2"/>
            </a:xfrm>
            <a:custGeom>
              <a:avLst/>
              <a:gdLst>
                <a:gd name="T0" fmla="*/ 0 w 6"/>
                <a:gd name="T1" fmla="*/ 0 h 1"/>
                <a:gd name="T2" fmla="*/ 77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5" y="1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48" name="Freeform 1871">
              <a:extLst>
                <a:ext uri="{FF2B5EF4-FFF2-40B4-BE49-F238E27FC236}">
                  <a16:creationId xmlns:a16="http://schemas.microsoft.com/office/drawing/2014/main" id="{5A45CB8B-C33F-451D-871D-80FE45A36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841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49" name="Freeform 1872">
              <a:extLst>
                <a:ext uri="{FF2B5EF4-FFF2-40B4-BE49-F238E27FC236}">
                  <a16:creationId xmlns:a16="http://schemas.microsoft.com/office/drawing/2014/main" id="{C63D67EA-B727-48E1-9109-17D33C098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555"/>
              <a:ext cx="25" cy="14"/>
            </a:xfrm>
            <a:custGeom>
              <a:avLst/>
              <a:gdLst>
                <a:gd name="T0" fmla="*/ 0 w 11"/>
                <a:gd name="T1" fmla="*/ 28 h 6"/>
                <a:gd name="T2" fmla="*/ 130 w 11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7" y="2"/>
                    <a:pt x="8" y="0"/>
                    <a:pt x="11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50" name="Freeform 1873">
              <a:extLst>
                <a:ext uri="{FF2B5EF4-FFF2-40B4-BE49-F238E27FC236}">
                  <a16:creationId xmlns:a16="http://schemas.microsoft.com/office/drawing/2014/main" id="{A78A12DE-94C3-46A1-B1CB-4F2D5A4A6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550"/>
              <a:ext cx="36" cy="17"/>
            </a:xfrm>
            <a:custGeom>
              <a:avLst/>
              <a:gdLst>
                <a:gd name="T0" fmla="*/ 0 w 16"/>
                <a:gd name="T1" fmla="*/ 58 h 7"/>
                <a:gd name="T2" fmla="*/ 162 w 16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4"/>
                  </a:moveTo>
                  <a:cubicBezTo>
                    <a:pt x="5" y="3"/>
                    <a:pt x="16" y="0"/>
                    <a:pt x="14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51" name="Freeform 1874">
              <a:extLst>
                <a:ext uri="{FF2B5EF4-FFF2-40B4-BE49-F238E27FC236}">
                  <a16:creationId xmlns:a16="http://schemas.microsoft.com/office/drawing/2014/main" id="{56CFD99A-C703-4155-82C6-25A14100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47"/>
              <a:ext cx="44" cy="15"/>
            </a:xfrm>
            <a:custGeom>
              <a:avLst/>
              <a:gdLst>
                <a:gd name="T0" fmla="*/ 0 w 19"/>
                <a:gd name="T1" fmla="*/ 63 h 6"/>
                <a:gd name="T2" fmla="*/ 199 w 19"/>
                <a:gd name="T3" fmla="*/ 33 h 6"/>
                <a:gd name="T4" fmla="*/ 236 w 19"/>
                <a:gd name="T5" fmla="*/ 9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">
                  <a:moveTo>
                    <a:pt x="0" y="4"/>
                  </a:moveTo>
                  <a:cubicBezTo>
                    <a:pt x="4" y="2"/>
                    <a:pt x="13" y="0"/>
                    <a:pt x="16" y="2"/>
                  </a:cubicBezTo>
                  <a:cubicBezTo>
                    <a:pt x="18" y="2"/>
                    <a:pt x="18" y="4"/>
                    <a:pt x="19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52" name="Freeform 1875">
              <a:extLst>
                <a:ext uri="{FF2B5EF4-FFF2-40B4-BE49-F238E27FC236}">
                  <a16:creationId xmlns:a16="http://schemas.microsoft.com/office/drawing/2014/main" id="{5B8C9C55-33CB-4E67-A863-1DDD713D8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42"/>
              <a:ext cx="36" cy="17"/>
            </a:xfrm>
            <a:custGeom>
              <a:avLst/>
              <a:gdLst>
                <a:gd name="T0" fmla="*/ 0 w 16"/>
                <a:gd name="T1" fmla="*/ 41 h 7"/>
                <a:gd name="T2" fmla="*/ 146 w 16"/>
                <a:gd name="T3" fmla="*/ 12 h 7"/>
                <a:gd name="T4" fmla="*/ 173 w 16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3"/>
                  </a:moveTo>
                  <a:cubicBezTo>
                    <a:pt x="2" y="1"/>
                    <a:pt x="10" y="0"/>
                    <a:pt x="13" y="1"/>
                  </a:cubicBezTo>
                  <a:cubicBezTo>
                    <a:pt x="16" y="2"/>
                    <a:pt x="14" y="3"/>
                    <a:pt x="15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53" name="Freeform 1876">
              <a:extLst>
                <a:ext uri="{FF2B5EF4-FFF2-40B4-BE49-F238E27FC236}">
                  <a16:creationId xmlns:a16="http://schemas.microsoft.com/office/drawing/2014/main" id="{45B2FF09-79E2-427B-AC76-641E42A38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540"/>
              <a:ext cx="32" cy="17"/>
            </a:xfrm>
            <a:custGeom>
              <a:avLst/>
              <a:gdLst>
                <a:gd name="T0" fmla="*/ 0 w 14"/>
                <a:gd name="T1" fmla="*/ 29 h 7"/>
                <a:gd name="T2" fmla="*/ 158 w 14"/>
                <a:gd name="T3" fmla="*/ 29 h 7"/>
                <a:gd name="T4" fmla="*/ 167 w 14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0" y="2"/>
                  </a:moveTo>
                  <a:cubicBezTo>
                    <a:pt x="3" y="2"/>
                    <a:pt x="10" y="0"/>
                    <a:pt x="13" y="2"/>
                  </a:cubicBezTo>
                  <a:cubicBezTo>
                    <a:pt x="14" y="3"/>
                    <a:pt x="13" y="7"/>
                    <a:pt x="14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54" name="Freeform 1877">
              <a:extLst>
                <a:ext uri="{FF2B5EF4-FFF2-40B4-BE49-F238E27FC236}">
                  <a16:creationId xmlns:a16="http://schemas.microsoft.com/office/drawing/2014/main" id="{5FCDECBA-D62D-4ADD-A3C2-8A5D43DC2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535"/>
              <a:ext cx="36" cy="24"/>
            </a:xfrm>
            <a:custGeom>
              <a:avLst/>
              <a:gdLst>
                <a:gd name="T0" fmla="*/ 0 w 16"/>
                <a:gd name="T1" fmla="*/ 58 h 10"/>
                <a:gd name="T2" fmla="*/ 173 w 16"/>
                <a:gd name="T3" fmla="*/ 41 h 10"/>
                <a:gd name="T4" fmla="*/ 182 w 16"/>
                <a:gd name="T5" fmla="*/ 13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4"/>
                  </a:moveTo>
                  <a:cubicBezTo>
                    <a:pt x="3" y="3"/>
                    <a:pt x="13" y="0"/>
                    <a:pt x="15" y="3"/>
                  </a:cubicBezTo>
                  <a:cubicBezTo>
                    <a:pt x="16" y="4"/>
                    <a:pt x="16" y="9"/>
                    <a:pt x="16" y="1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55" name="Freeform 1878">
              <a:extLst>
                <a:ext uri="{FF2B5EF4-FFF2-40B4-BE49-F238E27FC236}">
                  <a16:creationId xmlns:a16="http://schemas.microsoft.com/office/drawing/2014/main" id="{219109E7-12AD-4497-B8C9-5CC08BA7A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540"/>
              <a:ext cx="39" cy="22"/>
            </a:xfrm>
            <a:custGeom>
              <a:avLst/>
              <a:gdLst>
                <a:gd name="T0" fmla="*/ 0 w 17"/>
                <a:gd name="T1" fmla="*/ 29 h 9"/>
                <a:gd name="T2" fmla="*/ 167 w 17"/>
                <a:gd name="T3" fmla="*/ 42 h 9"/>
                <a:gd name="T4" fmla="*/ 204 w 17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2"/>
                  </a:moveTo>
                  <a:cubicBezTo>
                    <a:pt x="4" y="2"/>
                    <a:pt x="10" y="0"/>
                    <a:pt x="14" y="3"/>
                  </a:cubicBezTo>
                  <a:cubicBezTo>
                    <a:pt x="17" y="4"/>
                    <a:pt x="16" y="6"/>
                    <a:pt x="17" y="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56" name="Freeform 1879">
              <a:extLst>
                <a:ext uri="{FF2B5EF4-FFF2-40B4-BE49-F238E27FC236}">
                  <a16:creationId xmlns:a16="http://schemas.microsoft.com/office/drawing/2014/main" id="{5A5DD7BB-BE1B-4D2F-87BC-32F1E2931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545"/>
              <a:ext cx="35" cy="19"/>
            </a:xfrm>
            <a:custGeom>
              <a:avLst/>
              <a:gdLst>
                <a:gd name="T0" fmla="*/ 0 w 15"/>
                <a:gd name="T1" fmla="*/ 12 h 8"/>
                <a:gd name="T2" fmla="*/ 180 w 15"/>
                <a:gd name="T3" fmla="*/ 40 h 8"/>
                <a:gd name="T4" fmla="*/ 191 w 15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1"/>
                  </a:moveTo>
                  <a:cubicBezTo>
                    <a:pt x="3" y="2"/>
                    <a:pt x="11" y="0"/>
                    <a:pt x="14" y="3"/>
                  </a:cubicBezTo>
                  <a:cubicBezTo>
                    <a:pt x="15" y="4"/>
                    <a:pt x="15" y="8"/>
                    <a:pt x="15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57" name="Freeform 1880">
              <a:extLst>
                <a:ext uri="{FF2B5EF4-FFF2-40B4-BE49-F238E27FC236}">
                  <a16:creationId xmlns:a16="http://schemas.microsoft.com/office/drawing/2014/main" id="{1CF0665D-17B2-473F-8BB4-464D5BE46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1547"/>
              <a:ext cx="26" cy="22"/>
            </a:xfrm>
            <a:custGeom>
              <a:avLst/>
              <a:gdLst>
                <a:gd name="T0" fmla="*/ 0 w 11"/>
                <a:gd name="T1" fmla="*/ 29 h 9"/>
                <a:gd name="T2" fmla="*/ 135 w 11"/>
                <a:gd name="T3" fmla="*/ 42 h 9"/>
                <a:gd name="T4" fmla="*/ 144 w 11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2"/>
                  </a:moveTo>
                  <a:cubicBezTo>
                    <a:pt x="2" y="0"/>
                    <a:pt x="8" y="1"/>
                    <a:pt x="10" y="3"/>
                  </a:cubicBezTo>
                  <a:cubicBezTo>
                    <a:pt x="11" y="5"/>
                    <a:pt x="11" y="8"/>
                    <a:pt x="11" y="9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58" name="Freeform 1881">
              <a:extLst>
                <a:ext uri="{FF2B5EF4-FFF2-40B4-BE49-F238E27FC236}">
                  <a16:creationId xmlns:a16="http://schemas.microsoft.com/office/drawing/2014/main" id="{677630A4-12CF-404C-836A-79C1660B8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528"/>
              <a:ext cx="27" cy="19"/>
            </a:xfrm>
            <a:custGeom>
              <a:avLst/>
              <a:gdLst>
                <a:gd name="T0" fmla="*/ 0 w 12"/>
                <a:gd name="T1" fmla="*/ 95 h 8"/>
                <a:gd name="T2" fmla="*/ 126 w 12"/>
                <a:gd name="T3" fmla="*/ 78 h 8"/>
                <a:gd name="T4" fmla="*/ 117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7"/>
                  </a:moveTo>
                  <a:cubicBezTo>
                    <a:pt x="2" y="7"/>
                    <a:pt x="9" y="8"/>
                    <a:pt x="11" y="6"/>
                  </a:cubicBezTo>
                  <a:cubicBezTo>
                    <a:pt x="12" y="4"/>
                    <a:pt x="10" y="1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59" name="Freeform 1882">
              <a:extLst>
                <a:ext uri="{FF2B5EF4-FFF2-40B4-BE49-F238E27FC236}">
                  <a16:creationId xmlns:a16="http://schemas.microsoft.com/office/drawing/2014/main" id="{A44E3E9A-460A-4B1A-80D4-A3339450D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542"/>
              <a:ext cx="7" cy="15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1"/>
                    <a:pt x="3" y="3"/>
                    <a:pt x="3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60" name="Freeform 1883">
              <a:extLst>
                <a:ext uri="{FF2B5EF4-FFF2-40B4-BE49-F238E27FC236}">
                  <a16:creationId xmlns:a16="http://schemas.microsoft.com/office/drawing/2014/main" id="{FDC2DC15-D670-4BE2-8CFD-B6B52EB3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535"/>
              <a:ext cx="34" cy="15"/>
            </a:xfrm>
            <a:custGeom>
              <a:avLst/>
              <a:gdLst>
                <a:gd name="T0" fmla="*/ 0 w 15"/>
                <a:gd name="T1" fmla="*/ 20 h 6"/>
                <a:gd name="T2" fmla="*/ 129 w 15"/>
                <a:gd name="T3" fmla="*/ 20 h 6"/>
                <a:gd name="T4" fmla="*/ 175 w 15"/>
                <a:gd name="T5" fmla="*/ 8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1"/>
                  </a:moveTo>
                  <a:cubicBezTo>
                    <a:pt x="3" y="1"/>
                    <a:pt x="8" y="0"/>
                    <a:pt x="11" y="1"/>
                  </a:cubicBezTo>
                  <a:cubicBezTo>
                    <a:pt x="13" y="2"/>
                    <a:pt x="15" y="6"/>
                    <a:pt x="15" y="5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61" name="Freeform 1884">
              <a:extLst>
                <a:ext uri="{FF2B5EF4-FFF2-40B4-BE49-F238E27FC236}">
                  <a16:creationId xmlns:a16="http://schemas.microsoft.com/office/drawing/2014/main" id="{43636293-0C29-48A6-ADFC-A1FD5D541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28"/>
              <a:ext cx="40" cy="19"/>
            </a:xfrm>
            <a:custGeom>
              <a:avLst/>
              <a:gdLst>
                <a:gd name="T0" fmla="*/ 0 w 17"/>
                <a:gd name="T1" fmla="*/ 69 h 8"/>
                <a:gd name="T2" fmla="*/ 221 w 1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5"/>
                  </a:moveTo>
                  <a:cubicBezTo>
                    <a:pt x="5" y="1"/>
                    <a:pt x="17" y="0"/>
                    <a:pt x="17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62" name="Freeform 1885">
              <a:extLst>
                <a:ext uri="{FF2B5EF4-FFF2-40B4-BE49-F238E27FC236}">
                  <a16:creationId xmlns:a16="http://schemas.microsoft.com/office/drawing/2014/main" id="{E0AA1401-D8FA-4584-9A5F-B0BA291BF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40"/>
              <a:ext cx="5" cy="17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2"/>
                    <a:pt x="1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63" name="Freeform 1886">
              <a:extLst>
                <a:ext uri="{FF2B5EF4-FFF2-40B4-BE49-F238E27FC236}">
                  <a16:creationId xmlns:a16="http://schemas.microsoft.com/office/drawing/2014/main" id="{D9C90AD5-1C60-4D56-B4EB-6BD47F1F2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15"/>
              <a:ext cx="2" cy="20"/>
            </a:xfrm>
            <a:custGeom>
              <a:avLst/>
              <a:gdLst>
                <a:gd name="T0" fmla="*/ 0 w 1"/>
                <a:gd name="T1" fmla="*/ 125 h 8"/>
                <a:gd name="T2" fmla="*/ 0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6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64" name="Freeform 1887">
              <a:extLst>
                <a:ext uri="{FF2B5EF4-FFF2-40B4-BE49-F238E27FC236}">
                  <a16:creationId xmlns:a16="http://schemas.microsoft.com/office/drawing/2014/main" id="{B8E86802-1389-4CB8-A4B3-262707B39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513"/>
              <a:ext cx="16" cy="22"/>
            </a:xfrm>
            <a:custGeom>
              <a:avLst/>
              <a:gdLst>
                <a:gd name="T0" fmla="*/ 0 w 7"/>
                <a:gd name="T1" fmla="*/ 120 h 9"/>
                <a:gd name="T2" fmla="*/ 73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8"/>
                  </a:moveTo>
                  <a:cubicBezTo>
                    <a:pt x="7" y="9"/>
                    <a:pt x="6" y="4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65" name="Freeform 1888">
              <a:extLst>
                <a:ext uri="{FF2B5EF4-FFF2-40B4-BE49-F238E27FC236}">
                  <a16:creationId xmlns:a16="http://schemas.microsoft.com/office/drawing/2014/main" id="{FC9D907F-990E-4BFB-852E-F95C8C693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525"/>
              <a:ext cx="25" cy="20"/>
            </a:xfrm>
            <a:custGeom>
              <a:avLst/>
              <a:gdLst>
                <a:gd name="T0" fmla="*/ 0 w 11"/>
                <a:gd name="T1" fmla="*/ 20 h 8"/>
                <a:gd name="T2" fmla="*/ 130 w 11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1"/>
                  </a:moveTo>
                  <a:cubicBezTo>
                    <a:pt x="6" y="0"/>
                    <a:pt x="10" y="1"/>
                    <a:pt x="11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66" name="Freeform 1889">
              <a:extLst>
                <a:ext uri="{FF2B5EF4-FFF2-40B4-BE49-F238E27FC236}">
                  <a16:creationId xmlns:a16="http://schemas.microsoft.com/office/drawing/2014/main" id="{684AF40B-9F9B-49EB-BF41-23D1A7798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528"/>
              <a:ext cx="23" cy="14"/>
            </a:xfrm>
            <a:custGeom>
              <a:avLst/>
              <a:gdLst>
                <a:gd name="T0" fmla="*/ 0 w 10"/>
                <a:gd name="T1" fmla="*/ 12 h 6"/>
                <a:gd name="T2" fmla="*/ 122 w 10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1"/>
                  </a:moveTo>
                  <a:cubicBezTo>
                    <a:pt x="7" y="1"/>
                    <a:pt x="9" y="0"/>
                    <a:pt x="1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67" name="Freeform 1890">
              <a:extLst>
                <a:ext uri="{FF2B5EF4-FFF2-40B4-BE49-F238E27FC236}">
                  <a16:creationId xmlns:a16="http://schemas.microsoft.com/office/drawing/2014/main" id="{41B54B85-DACF-4629-8162-0A5988161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510"/>
              <a:ext cx="5" cy="20"/>
            </a:xfrm>
            <a:custGeom>
              <a:avLst/>
              <a:gdLst>
                <a:gd name="T0" fmla="*/ 0 w 2"/>
                <a:gd name="T1" fmla="*/ 125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5"/>
                    <a:pt x="2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68" name="Freeform 1891">
              <a:extLst>
                <a:ext uri="{FF2B5EF4-FFF2-40B4-BE49-F238E27FC236}">
                  <a16:creationId xmlns:a16="http://schemas.microsoft.com/office/drawing/2014/main" id="{DDA3575C-AEB1-434F-AB3D-07AB3A010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520"/>
              <a:ext cx="32" cy="20"/>
            </a:xfrm>
            <a:custGeom>
              <a:avLst/>
              <a:gdLst>
                <a:gd name="T0" fmla="*/ 0 w 14"/>
                <a:gd name="T1" fmla="*/ 0 h 8"/>
                <a:gd name="T2" fmla="*/ 158 w 14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7" y="1"/>
                    <a:pt x="14" y="0"/>
                    <a:pt x="13" y="8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69" name="Freeform 1892">
              <a:extLst>
                <a:ext uri="{FF2B5EF4-FFF2-40B4-BE49-F238E27FC236}">
                  <a16:creationId xmlns:a16="http://schemas.microsoft.com/office/drawing/2014/main" id="{7E0A798A-18A6-4FB6-9863-16B737F51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508"/>
              <a:ext cx="7" cy="20"/>
            </a:xfrm>
            <a:custGeom>
              <a:avLst/>
              <a:gdLst>
                <a:gd name="T0" fmla="*/ 0 w 3"/>
                <a:gd name="T1" fmla="*/ 125 h 8"/>
                <a:gd name="T2" fmla="*/ 37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2" y="6"/>
                    <a:pt x="3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0" name="Freeform 1893">
              <a:extLst>
                <a:ext uri="{FF2B5EF4-FFF2-40B4-BE49-F238E27FC236}">
                  <a16:creationId xmlns:a16="http://schemas.microsoft.com/office/drawing/2014/main" id="{BB4F1112-DDF0-4A12-8E92-14420FAA8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523"/>
              <a:ext cx="7" cy="7"/>
            </a:xfrm>
            <a:custGeom>
              <a:avLst/>
              <a:gdLst>
                <a:gd name="T0" fmla="*/ 0 w 3"/>
                <a:gd name="T1" fmla="*/ 37 h 3"/>
                <a:gd name="T2" fmla="*/ 28 w 3"/>
                <a:gd name="T3" fmla="*/ 0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1" name="Freeform 1894">
              <a:extLst>
                <a:ext uri="{FF2B5EF4-FFF2-40B4-BE49-F238E27FC236}">
                  <a16:creationId xmlns:a16="http://schemas.microsoft.com/office/drawing/2014/main" id="{9D9C51A6-0B4E-4D53-BCB5-DAA41DE49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555"/>
              <a:ext cx="30" cy="24"/>
            </a:xfrm>
            <a:custGeom>
              <a:avLst/>
              <a:gdLst>
                <a:gd name="T0" fmla="*/ 0 w 13"/>
                <a:gd name="T1" fmla="*/ 0 h 10"/>
                <a:gd name="T2" fmla="*/ 150 w 13"/>
                <a:gd name="T3" fmla="*/ 58 h 10"/>
                <a:gd name="T4" fmla="*/ 159 w 13"/>
                <a:gd name="T5" fmla="*/ 13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3" y="2"/>
                    <a:pt x="10" y="1"/>
                    <a:pt x="12" y="4"/>
                  </a:cubicBezTo>
                  <a:cubicBezTo>
                    <a:pt x="13" y="6"/>
                    <a:pt x="12" y="8"/>
                    <a:pt x="13" y="1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2" name="Freeform 1895">
              <a:extLst>
                <a:ext uri="{FF2B5EF4-FFF2-40B4-BE49-F238E27FC236}">
                  <a16:creationId xmlns:a16="http://schemas.microsoft.com/office/drawing/2014/main" id="{4C14D493-B38D-4C1D-8B28-F8003F1E2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1510"/>
              <a:ext cx="32" cy="20"/>
            </a:xfrm>
            <a:custGeom>
              <a:avLst/>
              <a:gdLst>
                <a:gd name="T0" fmla="*/ 0 w 14"/>
                <a:gd name="T1" fmla="*/ 83 h 8"/>
                <a:gd name="T2" fmla="*/ 158 w 14"/>
                <a:gd name="T3" fmla="*/ 113 h 8"/>
                <a:gd name="T4" fmla="*/ 167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5"/>
                  </a:moveTo>
                  <a:cubicBezTo>
                    <a:pt x="4" y="6"/>
                    <a:pt x="9" y="8"/>
                    <a:pt x="13" y="7"/>
                  </a:cubicBezTo>
                  <a:cubicBezTo>
                    <a:pt x="13" y="4"/>
                    <a:pt x="13" y="2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" name="Freeform 1896">
              <a:extLst>
                <a:ext uri="{FF2B5EF4-FFF2-40B4-BE49-F238E27FC236}">
                  <a16:creationId xmlns:a16="http://schemas.microsoft.com/office/drawing/2014/main" id="{2F07FE94-C45E-4971-BF9D-FBFAE26AA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513"/>
              <a:ext cx="27" cy="17"/>
            </a:xfrm>
            <a:custGeom>
              <a:avLst/>
              <a:gdLst>
                <a:gd name="T0" fmla="*/ 0 w 12"/>
                <a:gd name="T1" fmla="*/ 70 h 7"/>
                <a:gd name="T2" fmla="*/ 126 w 12"/>
                <a:gd name="T3" fmla="*/ 100 h 7"/>
                <a:gd name="T4" fmla="*/ 137 w 1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2" y="6"/>
                    <a:pt x="8" y="7"/>
                    <a:pt x="11" y="7"/>
                  </a:cubicBezTo>
                  <a:cubicBezTo>
                    <a:pt x="11" y="5"/>
                    <a:pt x="11" y="2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4" name="Freeform 1897">
              <a:extLst>
                <a:ext uri="{FF2B5EF4-FFF2-40B4-BE49-F238E27FC236}">
                  <a16:creationId xmlns:a16="http://schemas.microsoft.com/office/drawing/2014/main" id="{E03FF508-AE8C-4898-98A0-CF10595D7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518"/>
              <a:ext cx="30" cy="17"/>
            </a:xfrm>
            <a:custGeom>
              <a:avLst/>
              <a:gdLst>
                <a:gd name="T0" fmla="*/ 0 w 13"/>
                <a:gd name="T1" fmla="*/ 58 h 7"/>
                <a:gd name="T2" fmla="*/ 150 w 13"/>
                <a:gd name="T3" fmla="*/ 70 h 7"/>
                <a:gd name="T4" fmla="*/ 159 w 13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4"/>
                  </a:moveTo>
                  <a:cubicBezTo>
                    <a:pt x="2" y="5"/>
                    <a:pt x="10" y="7"/>
                    <a:pt x="12" y="5"/>
                  </a:cubicBezTo>
                  <a:cubicBezTo>
                    <a:pt x="13" y="5"/>
                    <a:pt x="12" y="1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" name="Freeform 1898">
              <a:extLst>
                <a:ext uri="{FF2B5EF4-FFF2-40B4-BE49-F238E27FC236}">
                  <a16:creationId xmlns:a16="http://schemas.microsoft.com/office/drawing/2014/main" id="{56E51DC1-F562-44C3-B273-6E4254F4B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525"/>
              <a:ext cx="29" cy="17"/>
            </a:xfrm>
            <a:custGeom>
              <a:avLst/>
              <a:gdLst>
                <a:gd name="T0" fmla="*/ 0 w 13"/>
                <a:gd name="T1" fmla="*/ 41 h 7"/>
                <a:gd name="T2" fmla="*/ 134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3"/>
                  </a:moveTo>
                  <a:cubicBezTo>
                    <a:pt x="4" y="5"/>
                    <a:pt x="13" y="7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" name="Freeform 1899">
              <a:extLst>
                <a:ext uri="{FF2B5EF4-FFF2-40B4-BE49-F238E27FC236}">
                  <a16:creationId xmlns:a16="http://schemas.microsoft.com/office/drawing/2014/main" id="{BA08F5E2-E871-4800-AA3A-6EEA6E2A0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530"/>
              <a:ext cx="25" cy="17"/>
            </a:xfrm>
            <a:custGeom>
              <a:avLst/>
              <a:gdLst>
                <a:gd name="T0" fmla="*/ 0 w 11"/>
                <a:gd name="T1" fmla="*/ 41 h 7"/>
                <a:gd name="T2" fmla="*/ 13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3"/>
                  </a:moveTo>
                  <a:cubicBezTo>
                    <a:pt x="7" y="5"/>
                    <a:pt x="9" y="7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7" name="Freeform 1900">
              <a:extLst>
                <a:ext uri="{FF2B5EF4-FFF2-40B4-BE49-F238E27FC236}">
                  <a16:creationId xmlns:a16="http://schemas.microsoft.com/office/drawing/2014/main" id="{E07FA436-32A0-43E3-BD90-1422BC8D1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540"/>
              <a:ext cx="30" cy="17"/>
            </a:xfrm>
            <a:custGeom>
              <a:avLst/>
              <a:gdLst>
                <a:gd name="T0" fmla="*/ 0 w 13"/>
                <a:gd name="T1" fmla="*/ 29 h 7"/>
                <a:gd name="T2" fmla="*/ 150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2"/>
                  </a:moveTo>
                  <a:cubicBezTo>
                    <a:pt x="4" y="2"/>
                    <a:pt x="13" y="7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8" name="Freeform 1901">
              <a:extLst>
                <a:ext uri="{FF2B5EF4-FFF2-40B4-BE49-F238E27FC236}">
                  <a16:creationId xmlns:a16="http://schemas.microsoft.com/office/drawing/2014/main" id="{F48BA731-36FC-4DAA-BDB5-117907F88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530"/>
              <a:ext cx="3" cy="10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1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9" name="Freeform 1902">
              <a:extLst>
                <a:ext uri="{FF2B5EF4-FFF2-40B4-BE49-F238E27FC236}">
                  <a16:creationId xmlns:a16="http://schemas.microsoft.com/office/drawing/2014/main" id="{20E9C9CD-5697-45E3-8370-87B52D04C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533"/>
              <a:ext cx="2" cy="9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80" name="Freeform 1903">
              <a:extLst>
                <a:ext uri="{FF2B5EF4-FFF2-40B4-BE49-F238E27FC236}">
                  <a16:creationId xmlns:a16="http://schemas.microsoft.com/office/drawing/2014/main" id="{51F5850A-BF12-4AF5-BD88-F32047DEF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537"/>
              <a:ext cx="1" cy="1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81" name="Freeform 1904">
              <a:extLst>
                <a:ext uri="{FF2B5EF4-FFF2-40B4-BE49-F238E27FC236}">
                  <a16:creationId xmlns:a16="http://schemas.microsoft.com/office/drawing/2014/main" id="{DEE11DFC-BBB6-4467-84A7-B590A7C61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542"/>
              <a:ext cx="1" cy="15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82" name="Freeform 1905">
              <a:extLst>
                <a:ext uri="{FF2B5EF4-FFF2-40B4-BE49-F238E27FC236}">
                  <a16:creationId xmlns:a16="http://schemas.microsoft.com/office/drawing/2014/main" id="{0DE1A915-B3C1-4C21-A1B5-7D8CD0F1A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537"/>
              <a:ext cx="9" cy="15"/>
            </a:xfrm>
            <a:custGeom>
              <a:avLst/>
              <a:gdLst>
                <a:gd name="T0" fmla="*/ 0 w 4"/>
                <a:gd name="T1" fmla="*/ 0 h 6"/>
                <a:gd name="T2" fmla="*/ 45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2"/>
                    <a:pt x="3" y="6"/>
                    <a:pt x="4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83" name="Freeform 1906">
              <a:extLst>
                <a:ext uri="{FF2B5EF4-FFF2-40B4-BE49-F238E27FC236}">
                  <a16:creationId xmlns:a16="http://schemas.microsoft.com/office/drawing/2014/main" id="{8140CACB-8E56-4E99-BA54-60EAC43A8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552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3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84" name="Freeform 1907">
              <a:extLst>
                <a:ext uri="{FF2B5EF4-FFF2-40B4-BE49-F238E27FC236}">
                  <a16:creationId xmlns:a16="http://schemas.microsoft.com/office/drawing/2014/main" id="{F28672DB-681B-4831-8B18-2215F0197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550"/>
              <a:ext cx="32" cy="14"/>
            </a:xfrm>
            <a:custGeom>
              <a:avLst/>
              <a:gdLst>
                <a:gd name="T0" fmla="*/ 0 w 14"/>
                <a:gd name="T1" fmla="*/ 0 h 6"/>
                <a:gd name="T2" fmla="*/ 121 w 14"/>
                <a:gd name="T3" fmla="*/ 77 h 6"/>
                <a:gd name="T4" fmla="*/ 167 w 1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1" y="2"/>
                    <a:pt x="8" y="6"/>
                    <a:pt x="10" y="6"/>
                  </a:cubicBezTo>
                  <a:cubicBezTo>
                    <a:pt x="11" y="5"/>
                    <a:pt x="12" y="2"/>
                    <a:pt x="14" y="2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85" name="Freeform 1908">
              <a:extLst>
                <a:ext uri="{FF2B5EF4-FFF2-40B4-BE49-F238E27FC236}">
                  <a16:creationId xmlns:a16="http://schemas.microsoft.com/office/drawing/2014/main" id="{EF26F32A-E010-4F04-92CF-B766194FD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1562"/>
              <a:ext cx="30" cy="12"/>
            </a:xfrm>
            <a:custGeom>
              <a:avLst/>
              <a:gdLst>
                <a:gd name="T0" fmla="*/ 0 w 13"/>
                <a:gd name="T1" fmla="*/ 0 h 5"/>
                <a:gd name="T2" fmla="*/ 134 w 13"/>
                <a:gd name="T3" fmla="*/ 70 h 5"/>
                <a:gd name="T4" fmla="*/ 159 w 13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3" y="3"/>
                    <a:pt x="8" y="5"/>
                    <a:pt x="11" y="5"/>
                  </a:cubicBezTo>
                  <a:cubicBezTo>
                    <a:pt x="12" y="4"/>
                    <a:pt x="12" y="2"/>
                    <a:pt x="13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86" name="Freeform 1909">
              <a:extLst>
                <a:ext uri="{FF2B5EF4-FFF2-40B4-BE49-F238E27FC236}">
                  <a16:creationId xmlns:a16="http://schemas.microsoft.com/office/drawing/2014/main" id="{BED0B48E-4F4B-465C-B999-441029827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577"/>
              <a:ext cx="25" cy="9"/>
            </a:xfrm>
            <a:custGeom>
              <a:avLst/>
              <a:gdLst>
                <a:gd name="T0" fmla="*/ 0 w 11"/>
                <a:gd name="T1" fmla="*/ 0 h 4"/>
                <a:gd name="T2" fmla="*/ 130 w 11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3" y="4"/>
                    <a:pt x="7" y="4"/>
                    <a:pt x="11" y="1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87" name="Freeform 1910">
              <a:extLst>
                <a:ext uri="{FF2B5EF4-FFF2-40B4-BE49-F238E27FC236}">
                  <a16:creationId xmlns:a16="http://schemas.microsoft.com/office/drawing/2014/main" id="{71A7D534-8D91-45AE-9BE0-94E190E72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586"/>
              <a:ext cx="30" cy="15"/>
            </a:xfrm>
            <a:custGeom>
              <a:avLst/>
              <a:gdLst>
                <a:gd name="T0" fmla="*/ 0 w 13"/>
                <a:gd name="T1" fmla="*/ 0 h 6"/>
                <a:gd name="T2" fmla="*/ 74 w 13"/>
                <a:gd name="T3" fmla="*/ 95 h 6"/>
                <a:gd name="T4" fmla="*/ 150 w 13"/>
                <a:gd name="T5" fmla="*/ 5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1" y="3"/>
                    <a:pt x="3" y="6"/>
                    <a:pt x="6" y="6"/>
                  </a:cubicBezTo>
                  <a:cubicBezTo>
                    <a:pt x="8" y="6"/>
                    <a:pt x="13" y="4"/>
                    <a:pt x="12" y="3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88" name="Freeform 1911">
              <a:extLst>
                <a:ext uri="{FF2B5EF4-FFF2-40B4-BE49-F238E27FC236}">
                  <a16:creationId xmlns:a16="http://schemas.microsoft.com/office/drawing/2014/main" id="{DFF1FBF7-6B16-4437-B1A2-8BCEC7B47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599"/>
              <a:ext cx="9" cy="14"/>
            </a:xfrm>
            <a:custGeom>
              <a:avLst/>
              <a:gdLst>
                <a:gd name="T0" fmla="*/ 0 w 4"/>
                <a:gd name="T1" fmla="*/ 0 h 6"/>
                <a:gd name="T2" fmla="*/ 45 w 4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2" y="5"/>
                    <a:pt x="4" y="6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89" name="Freeform 1912">
              <a:extLst>
                <a:ext uri="{FF2B5EF4-FFF2-40B4-BE49-F238E27FC236}">
                  <a16:creationId xmlns:a16="http://schemas.microsoft.com/office/drawing/2014/main" id="{F664AA6B-95E5-470B-A211-982216BDF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562"/>
              <a:ext cx="28" cy="17"/>
            </a:xfrm>
            <a:custGeom>
              <a:avLst/>
              <a:gdLst>
                <a:gd name="T0" fmla="*/ 0 w 12"/>
                <a:gd name="T1" fmla="*/ 41 h 7"/>
                <a:gd name="T2" fmla="*/ 103 w 12"/>
                <a:gd name="T3" fmla="*/ 87 h 7"/>
                <a:gd name="T4" fmla="*/ 152 w 1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2" y="4"/>
                    <a:pt x="6" y="7"/>
                    <a:pt x="8" y="6"/>
                  </a:cubicBezTo>
                  <a:cubicBezTo>
                    <a:pt x="10" y="5"/>
                    <a:pt x="11" y="2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90" name="Freeform 1913">
              <a:extLst>
                <a:ext uri="{FF2B5EF4-FFF2-40B4-BE49-F238E27FC236}">
                  <a16:creationId xmlns:a16="http://schemas.microsoft.com/office/drawing/2014/main" id="{12B6037A-71BD-431F-AF5A-7DAB6B18F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574"/>
              <a:ext cx="28" cy="10"/>
            </a:xfrm>
            <a:custGeom>
              <a:avLst/>
              <a:gdLst>
                <a:gd name="T0" fmla="*/ 0 w 12"/>
                <a:gd name="T1" fmla="*/ 0 h 4"/>
                <a:gd name="T2" fmla="*/ 114 w 12"/>
                <a:gd name="T3" fmla="*/ 50 h 4"/>
                <a:gd name="T4" fmla="*/ 152 w 1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1" y="1"/>
                    <a:pt x="7" y="4"/>
                    <a:pt x="9" y="3"/>
                  </a:cubicBezTo>
                  <a:cubicBezTo>
                    <a:pt x="10" y="3"/>
                    <a:pt x="12" y="0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91" name="Freeform 1914">
              <a:extLst>
                <a:ext uri="{FF2B5EF4-FFF2-40B4-BE49-F238E27FC236}">
                  <a16:creationId xmlns:a16="http://schemas.microsoft.com/office/drawing/2014/main" id="{EAB69360-1222-4695-BD05-15D4A6F3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582"/>
              <a:ext cx="2" cy="9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1" y="2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92" name="Freeform 1915">
              <a:extLst>
                <a:ext uri="{FF2B5EF4-FFF2-40B4-BE49-F238E27FC236}">
                  <a16:creationId xmlns:a16="http://schemas.microsoft.com/office/drawing/2014/main" id="{1247E1AC-0D63-43E3-948F-E02BEBBD3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586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93" name="Freeform 1916">
              <a:extLst>
                <a:ext uri="{FF2B5EF4-FFF2-40B4-BE49-F238E27FC236}">
                  <a16:creationId xmlns:a16="http://schemas.microsoft.com/office/drawing/2014/main" id="{03EFD61D-4062-4040-B62B-2C4FC8FAE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570"/>
              <a:ext cx="103" cy="128"/>
            </a:xfrm>
            <a:custGeom>
              <a:avLst/>
              <a:gdLst>
                <a:gd name="T0" fmla="*/ 110 w 45"/>
                <a:gd name="T1" fmla="*/ 91 h 52"/>
                <a:gd name="T2" fmla="*/ 142 w 45"/>
                <a:gd name="T3" fmla="*/ 490 h 52"/>
                <a:gd name="T4" fmla="*/ 410 w 45"/>
                <a:gd name="T5" fmla="*/ 734 h 52"/>
                <a:gd name="T6" fmla="*/ 382 w 45"/>
                <a:gd name="T7" fmla="*/ 418 h 52"/>
                <a:gd name="T8" fmla="*/ 110 w 45"/>
                <a:gd name="T9" fmla="*/ 9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2">
                  <a:moveTo>
                    <a:pt x="9" y="6"/>
                  </a:moveTo>
                  <a:cubicBezTo>
                    <a:pt x="0" y="12"/>
                    <a:pt x="7" y="24"/>
                    <a:pt x="12" y="33"/>
                  </a:cubicBezTo>
                  <a:cubicBezTo>
                    <a:pt x="18" y="43"/>
                    <a:pt x="23" y="52"/>
                    <a:pt x="34" y="49"/>
                  </a:cubicBezTo>
                  <a:cubicBezTo>
                    <a:pt x="45" y="46"/>
                    <a:pt x="41" y="37"/>
                    <a:pt x="32" y="28"/>
                  </a:cubicBezTo>
                  <a:cubicBezTo>
                    <a:pt x="23" y="19"/>
                    <a:pt x="16" y="0"/>
                    <a:pt x="9" y="6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94" name="Freeform 1917">
              <a:extLst>
                <a:ext uri="{FF2B5EF4-FFF2-40B4-BE49-F238E27FC236}">
                  <a16:creationId xmlns:a16="http://schemas.microsoft.com/office/drawing/2014/main" id="{6C9E5127-86AF-46B4-B713-83BED312D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864"/>
              <a:ext cx="143" cy="125"/>
            </a:xfrm>
            <a:custGeom>
              <a:avLst/>
              <a:gdLst>
                <a:gd name="T0" fmla="*/ 37 w 62"/>
                <a:gd name="T1" fmla="*/ 203 h 51"/>
                <a:gd name="T2" fmla="*/ 256 w 62"/>
                <a:gd name="T3" fmla="*/ 588 h 51"/>
                <a:gd name="T4" fmla="*/ 697 w 62"/>
                <a:gd name="T5" fmla="*/ 650 h 51"/>
                <a:gd name="T6" fmla="*/ 602 w 62"/>
                <a:gd name="T7" fmla="*/ 355 h 51"/>
                <a:gd name="T8" fmla="*/ 37 w 62"/>
                <a:gd name="T9" fmla="*/ 20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51">
                  <a:moveTo>
                    <a:pt x="3" y="14"/>
                  </a:moveTo>
                  <a:cubicBezTo>
                    <a:pt x="0" y="26"/>
                    <a:pt x="7" y="36"/>
                    <a:pt x="21" y="40"/>
                  </a:cubicBezTo>
                  <a:cubicBezTo>
                    <a:pt x="35" y="45"/>
                    <a:pt x="52" y="51"/>
                    <a:pt x="57" y="44"/>
                  </a:cubicBezTo>
                  <a:cubicBezTo>
                    <a:pt x="62" y="38"/>
                    <a:pt x="59" y="32"/>
                    <a:pt x="49" y="24"/>
                  </a:cubicBezTo>
                  <a:cubicBezTo>
                    <a:pt x="38" y="17"/>
                    <a:pt x="8" y="0"/>
                    <a:pt x="3" y="14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95" name="Freeform 1918">
              <a:extLst>
                <a:ext uri="{FF2B5EF4-FFF2-40B4-BE49-F238E27FC236}">
                  <a16:creationId xmlns:a16="http://schemas.microsoft.com/office/drawing/2014/main" id="{BB0E3058-1398-4CEB-AC73-81E9667B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3850"/>
              <a:ext cx="128" cy="115"/>
            </a:xfrm>
            <a:custGeom>
              <a:avLst/>
              <a:gdLst>
                <a:gd name="T0" fmla="*/ 325 w 56"/>
                <a:gd name="T1" fmla="*/ 132 h 47"/>
                <a:gd name="T2" fmla="*/ 633 w 56"/>
                <a:gd name="T3" fmla="*/ 91 h 47"/>
                <a:gd name="T4" fmla="*/ 391 w 56"/>
                <a:gd name="T5" fmla="*/ 455 h 47"/>
                <a:gd name="T6" fmla="*/ 37 w 56"/>
                <a:gd name="T7" fmla="*/ 526 h 47"/>
                <a:gd name="T8" fmla="*/ 325 w 56"/>
                <a:gd name="T9" fmla="*/ 13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7">
                  <a:moveTo>
                    <a:pt x="27" y="9"/>
                  </a:moveTo>
                  <a:cubicBezTo>
                    <a:pt x="36" y="5"/>
                    <a:pt x="50" y="0"/>
                    <a:pt x="53" y="6"/>
                  </a:cubicBezTo>
                  <a:cubicBezTo>
                    <a:pt x="56" y="13"/>
                    <a:pt x="42" y="26"/>
                    <a:pt x="33" y="31"/>
                  </a:cubicBezTo>
                  <a:cubicBezTo>
                    <a:pt x="24" y="35"/>
                    <a:pt x="10" y="47"/>
                    <a:pt x="3" y="36"/>
                  </a:cubicBezTo>
                  <a:cubicBezTo>
                    <a:pt x="0" y="31"/>
                    <a:pt x="12" y="16"/>
                    <a:pt x="27" y="9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96" name="Freeform 1919">
              <a:extLst>
                <a:ext uri="{FF2B5EF4-FFF2-40B4-BE49-F238E27FC236}">
                  <a16:creationId xmlns:a16="http://schemas.microsoft.com/office/drawing/2014/main" id="{31031EA8-8655-44AB-9926-E2814660F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352"/>
              <a:ext cx="71" cy="132"/>
            </a:xfrm>
            <a:custGeom>
              <a:avLst/>
              <a:gdLst>
                <a:gd name="T0" fmla="*/ 337 w 31"/>
                <a:gd name="T1" fmla="*/ 425 h 54"/>
                <a:gd name="T2" fmla="*/ 94 w 31"/>
                <a:gd name="T3" fmla="*/ 790 h 54"/>
                <a:gd name="T4" fmla="*/ 110 w 31"/>
                <a:gd name="T5" fmla="*/ 394 h 54"/>
                <a:gd name="T6" fmla="*/ 277 w 31"/>
                <a:gd name="T7" fmla="*/ 29 h 54"/>
                <a:gd name="T8" fmla="*/ 337 w 31"/>
                <a:gd name="T9" fmla="*/ 42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28" y="29"/>
                  </a:moveTo>
                  <a:cubicBezTo>
                    <a:pt x="25" y="41"/>
                    <a:pt x="16" y="54"/>
                    <a:pt x="8" y="54"/>
                  </a:cubicBezTo>
                  <a:cubicBezTo>
                    <a:pt x="0" y="54"/>
                    <a:pt x="6" y="39"/>
                    <a:pt x="9" y="27"/>
                  </a:cubicBezTo>
                  <a:cubicBezTo>
                    <a:pt x="11" y="14"/>
                    <a:pt x="13" y="0"/>
                    <a:pt x="23" y="2"/>
                  </a:cubicBezTo>
                  <a:cubicBezTo>
                    <a:pt x="31" y="3"/>
                    <a:pt x="31" y="22"/>
                    <a:pt x="28" y="29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97" name="Freeform 1920">
              <a:extLst>
                <a:ext uri="{FF2B5EF4-FFF2-40B4-BE49-F238E27FC236}">
                  <a16:creationId xmlns:a16="http://schemas.microsoft.com/office/drawing/2014/main" id="{B6067380-D4E3-4B55-9390-45C4E1720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908"/>
              <a:ext cx="92" cy="140"/>
            </a:xfrm>
            <a:custGeom>
              <a:avLst/>
              <a:gdLst>
                <a:gd name="T0" fmla="*/ 74 w 40"/>
                <a:gd name="T1" fmla="*/ 91 h 57"/>
                <a:gd name="T2" fmla="*/ 207 w 40"/>
                <a:gd name="T3" fmla="*/ 489 h 57"/>
                <a:gd name="T4" fmla="*/ 375 w 40"/>
                <a:gd name="T5" fmla="*/ 784 h 57"/>
                <a:gd name="T6" fmla="*/ 412 w 40"/>
                <a:gd name="T7" fmla="*/ 368 h 57"/>
                <a:gd name="T8" fmla="*/ 74 w 40"/>
                <a:gd name="T9" fmla="*/ 9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7">
                  <a:moveTo>
                    <a:pt x="6" y="6"/>
                  </a:moveTo>
                  <a:cubicBezTo>
                    <a:pt x="0" y="10"/>
                    <a:pt x="10" y="20"/>
                    <a:pt x="17" y="33"/>
                  </a:cubicBezTo>
                  <a:cubicBezTo>
                    <a:pt x="25" y="47"/>
                    <a:pt x="24" y="57"/>
                    <a:pt x="31" y="53"/>
                  </a:cubicBezTo>
                  <a:cubicBezTo>
                    <a:pt x="38" y="49"/>
                    <a:pt x="40" y="33"/>
                    <a:pt x="34" y="25"/>
                  </a:cubicBezTo>
                  <a:cubicBezTo>
                    <a:pt x="28" y="16"/>
                    <a:pt x="11" y="0"/>
                    <a:pt x="6" y="6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98" name="Freeform 1921">
              <a:extLst>
                <a:ext uri="{FF2B5EF4-FFF2-40B4-BE49-F238E27FC236}">
                  <a16:creationId xmlns:a16="http://schemas.microsoft.com/office/drawing/2014/main" id="{EB20678B-FC0D-4C5C-B29F-78D2E923E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90"/>
              <a:ext cx="136" cy="64"/>
            </a:xfrm>
            <a:custGeom>
              <a:avLst/>
              <a:gdLst>
                <a:gd name="T0" fmla="*/ 0 w 59"/>
                <a:gd name="T1" fmla="*/ 194 h 26"/>
                <a:gd name="T2" fmla="*/ 367 w 59"/>
                <a:gd name="T3" fmla="*/ 389 h 26"/>
                <a:gd name="T4" fmla="*/ 721 w 59"/>
                <a:gd name="T5" fmla="*/ 224 h 26"/>
                <a:gd name="T6" fmla="*/ 394 w 59"/>
                <a:gd name="T7" fmla="*/ 42 h 26"/>
                <a:gd name="T8" fmla="*/ 0 w 59"/>
                <a:gd name="T9" fmla="*/ 19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6">
                  <a:moveTo>
                    <a:pt x="0" y="13"/>
                  </a:moveTo>
                  <a:cubicBezTo>
                    <a:pt x="2" y="24"/>
                    <a:pt x="20" y="25"/>
                    <a:pt x="30" y="26"/>
                  </a:cubicBezTo>
                  <a:cubicBezTo>
                    <a:pt x="41" y="26"/>
                    <a:pt x="58" y="23"/>
                    <a:pt x="59" y="15"/>
                  </a:cubicBezTo>
                  <a:cubicBezTo>
                    <a:pt x="59" y="6"/>
                    <a:pt x="48" y="6"/>
                    <a:pt x="32" y="3"/>
                  </a:cubicBezTo>
                  <a:cubicBezTo>
                    <a:pt x="15" y="0"/>
                    <a:pt x="0" y="3"/>
                    <a:pt x="0" y="13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99" name="Freeform 1922">
              <a:extLst>
                <a:ext uri="{FF2B5EF4-FFF2-40B4-BE49-F238E27FC236}">
                  <a16:creationId xmlns:a16="http://schemas.microsoft.com/office/drawing/2014/main" id="{67B10A49-938D-4278-8577-590690950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731"/>
              <a:ext cx="131" cy="74"/>
            </a:xfrm>
            <a:custGeom>
              <a:avLst/>
              <a:gdLst>
                <a:gd name="T0" fmla="*/ 122 w 57"/>
                <a:gd name="T1" fmla="*/ 348 h 30"/>
                <a:gd name="T2" fmla="*/ 513 w 57"/>
                <a:gd name="T3" fmla="*/ 316 h 30"/>
                <a:gd name="T4" fmla="*/ 607 w 57"/>
                <a:gd name="T5" fmla="*/ 42 h 30"/>
                <a:gd name="T6" fmla="*/ 122 w 57"/>
                <a:gd name="T7" fmla="*/ 34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0">
                  <a:moveTo>
                    <a:pt x="10" y="23"/>
                  </a:moveTo>
                  <a:cubicBezTo>
                    <a:pt x="16" y="30"/>
                    <a:pt x="27" y="29"/>
                    <a:pt x="42" y="21"/>
                  </a:cubicBezTo>
                  <a:cubicBezTo>
                    <a:pt x="57" y="12"/>
                    <a:pt x="56" y="6"/>
                    <a:pt x="50" y="3"/>
                  </a:cubicBezTo>
                  <a:cubicBezTo>
                    <a:pt x="44" y="0"/>
                    <a:pt x="0" y="12"/>
                    <a:pt x="10" y="23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00" name="Freeform 1923">
              <a:extLst>
                <a:ext uri="{FF2B5EF4-FFF2-40B4-BE49-F238E27FC236}">
                  <a16:creationId xmlns:a16="http://schemas.microsoft.com/office/drawing/2014/main" id="{D678BF5A-BA47-4000-A56E-BAD02265D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3099"/>
              <a:ext cx="57" cy="135"/>
            </a:xfrm>
            <a:custGeom>
              <a:avLst/>
              <a:gdLst>
                <a:gd name="T0" fmla="*/ 203 w 25"/>
                <a:gd name="T1" fmla="*/ 12 h 55"/>
                <a:gd name="T2" fmla="*/ 25 w 25"/>
                <a:gd name="T3" fmla="*/ 488 h 55"/>
                <a:gd name="T4" fmla="*/ 187 w 25"/>
                <a:gd name="T5" fmla="*/ 800 h 55"/>
                <a:gd name="T6" fmla="*/ 271 w 25"/>
                <a:gd name="T7" fmla="*/ 398 h 55"/>
                <a:gd name="T8" fmla="*/ 203 w 25"/>
                <a:gd name="T9" fmla="*/ 1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5">
                  <a:moveTo>
                    <a:pt x="17" y="1"/>
                  </a:moveTo>
                  <a:cubicBezTo>
                    <a:pt x="9" y="0"/>
                    <a:pt x="0" y="19"/>
                    <a:pt x="2" y="33"/>
                  </a:cubicBezTo>
                  <a:cubicBezTo>
                    <a:pt x="4" y="47"/>
                    <a:pt x="11" y="55"/>
                    <a:pt x="16" y="54"/>
                  </a:cubicBezTo>
                  <a:cubicBezTo>
                    <a:pt x="22" y="54"/>
                    <a:pt x="23" y="39"/>
                    <a:pt x="23" y="27"/>
                  </a:cubicBezTo>
                  <a:cubicBezTo>
                    <a:pt x="23" y="14"/>
                    <a:pt x="25" y="2"/>
                    <a:pt x="17" y="1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01" name="Freeform 1924">
              <a:extLst>
                <a:ext uri="{FF2B5EF4-FFF2-40B4-BE49-F238E27FC236}">
                  <a16:creationId xmlns:a16="http://schemas.microsoft.com/office/drawing/2014/main" id="{645FA548-890B-491A-947A-0E5539292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462"/>
              <a:ext cx="35" cy="41"/>
            </a:xfrm>
            <a:custGeom>
              <a:avLst/>
              <a:gdLst>
                <a:gd name="T0" fmla="*/ 86 w 15"/>
                <a:gd name="T1" fmla="*/ 0 h 17"/>
                <a:gd name="T2" fmla="*/ 86 w 15"/>
                <a:gd name="T3" fmla="*/ 210 h 17"/>
                <a:gd name="T4" fmla="*/ 126 w 15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7" y="0"/>
                  </a:moveTo>
                  <a:cubicBezTo>
                    <a:pt x="3" y="3"/>
                    <a:pt x="0" y="17"/>
                    <a:pt x="7" y="15"/>
                  </a:cubicBezTo>
                  <a:cubicBezTo>
                    <a:pt x="13" y="14"/>
                    <a:pt x="15" y="3"/>
                    <a:pt x="1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02" name="Freeform 1925">
              <a:extLst>
                <a:ext uri="{FF2B5EF4-FFF2-40B4-BE49-F238E27FC236}">
                  <a16:creationId xmlns:a16="http://schemas.microsoft.com/office/drawing/2014/main" id="{E78F2188-09DA-4663-B685-74978CCA6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408"/>
              <a:ext cx="34" cy="29"/>
            </a:xfrm>
            <a:custGeom>
              <a:avLst/>
              <a:gdLst>
                <a:gd name="T0" fmla="*/ 93 w 15"/>
                <a:gd name="T1" fmla="*/ 0 h 12"/>
                <a:gd name="T2" fmla="*/ 93 w 15"/>
                <a:gd name="T3" fmla="*/ 157 h 12"/>
                <a:gd name="T4" fmla="*/ 102 w 15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5" y="3"/>
                    <a:pt x="0" y="12"/>
                    <a:pt x="8" y="11"/>
                  </a:cubicBezTo>
                  <a:cubicBezTo>
                    <a:pt x="12" y="10"/>
                    <a:pt x="15" y="2"/>
                    <a:pt x="9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03" name="Freeform 1926">
              <a:extLst>
                <a:ext uri="{FF2B5EF4-FFF2-40B4-BE49-F238E27FC236}">
                  <a16:creationId xmlns:a16="http://schemas.microsoft.com/office/drawing/2014/main" id="{BDB79DDA-B324-4378-82BF-E7DFF9F1C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415"/>
              <a:ext cx="30" cy="44"/>
            </a:xfrm>
            <a:custGeom>
              <a:avLst/>
              <a:gdLst>
                <a:gd name="T0" fmla="*/ 48 w 13"/>
                <a:gd name="T1" fmla="*/ 42 h 18"/>
                <a:gd name="T2" fmla="*/ 85 w 13"/>
                <a:gd name="T3" fmla="*/ 191 h 18"/>
                <a:gd name="T4" fmla="*/ 85 w 13"/>
                <a:gd name="T5" fmla="*/ 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4" y="3"/>
                  </a:moveTo>
                  <a:cubicBezTo>
                    <a:pt x="0" y="7"/>
                    <a:pt x="0" y="18"/>
                    <a:pt x="7" y="13"/>
                  </a:cubicBezTo>
                  <a:cubicBezTo>
                    <a:pt x="10" y="11"/>
                    <a:pt x="13" y="0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04" name="Freeform 1927">
              <a:extLst>
                <a:ext uri="{FF2B5EF4-FFF2-40B4-BE49-F238E27FC236}">
                  <a16:creationId xmlns:a16="http://schemas.microsoft.com/office/drawing/2014/main" id="{021D9AD5-DEC6-46A8-AF27-B819B946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521"/>
              <a:ext cx="16" cy="22"/>
            </a:xfrm>
            <a:custGeom>
              <a:avLst/>
              <a:gdLst>
                <a:gd name="T0" fmla="*/ 0 w 7"/>
                <a:gd name="T1" fmla="*/ 29 h 9"/>
                <a:gd name="T2" fmla="*/ 11 w 7"/>
                <a:gd name="T3" fmla="*/ 132 h 9"/>
                <a:gd name="T4" fmla="*/ 57 w 7"/>
                <a:gd name="T5" fmla="*/ 0 h 9"/>
                <a:gd name="T6" fmla="*/ 25 w 7"/>
                <a:gd name="T7" fmla="*/ 2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0" y="5"/>
                    <a:pt x="0" y="7"/>
                    <a:pt x="1" y="9"/>
                  </a:cubicBezTo>
                  <a:cubicBezTo>
                    <a:pt x="5" y="8"/>
                    <a:pt x="7" y="3"/>
                    <a:pt x="5" y="0"/>
                  </a:cubicBezTo>
                  <a:cubicBezTo>
                    <a:pt x="3" y="0"/>
                    <a:pt x="3" y="1"/>
                    <a:pt x="2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05" name="Freeform 1928">
              <a:extLst>
                <a:ext uri="{FF2B5EF4-FFF2-40B4-BE49-F238E27FC236}">
                  <a16:creationId xmlns:a16="http://schemas.microsoft.com/office/drawing/2014/main" id="{31A61727-DEB0-4E09-8BD9-23DCB8A96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587"/>
              <a:ext cx="23" cy="27"/>
            </a:xfrm>
            <a:custGeom>
              <a:avLst/>
              <a:gdLst>
                <a:gd name="T0" fmla="*/ 64 w 10"/>
                <a:gd name="T1" fmla="*/ 0 h 11"/>
                <a:gd name="T2" fmla="*/ 74 w 10"/>
                <a:gd name="T3" fmla="*/ 150 h 11"/>
                <a:gd name="T4" fmla="*/ 94 w 10"/>
                <a:gd name="T5" fmla="*/ 0 h 11"/>
                <a:gd name="T6" fmla="*/ 74 w 10"/>
                <a:gd name="T7" fmla="*/ 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5" y="0"/>
                  </a:moveTo>
                  <a:cubicBezTo>
                    <a:pt x="3" y="3"/>
                    <a:pt x="0" y="11"/>
                    <a:pt x="6" y="10"/>
                  </a:cubicBezTo>
                  <a:cubicBezTo>
                    <a:pt x="10" y="10"/>
                    <a:pt x="10" y="2"/>
                    <a:pt x="8" y="0"/>
                  </a:cubicBezTo>
                  <a:cubicBezTo>
                    <a:pt x="7" y="0"/>
                    <a:pt x="6" y="0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06" name="Freeform 1929">
              <a:extLst>
                <a:ext uri="{FF2B5EF4-FFF2-40B4-BE49-F238E27FC236}">
                  <a16:creationId xmlns:a16="http://schemas.microsoft.com/office/drawing/2014/main" id="{CD97D0BA-9496-46CF-B58B-43A0E86FA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658"/>
              <a:ext cx="27" cy="47"/>
            </a:xfrm>
            <a:custGeom>
              <a:avLst/>
              <a:gdLst>
                <a:gd name="T0" fmla="*/ 11 w 12"/>
                <a:gd name="T1" fmla="*/ 121 h 19"/>
                <a:gd name="T2" fmla="*/ 72 w 12"/>
                <a:gd name="T3" fmla="*/ 215 h 19"/>
                <a:gd name="T4" fmla="*/ 36 w 12"/>
                <a:gd name="T5" fmla="*/ 10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1" y="8"/>
                  </a:moveTo>
                  <a:cubicBezTo>
                    <a:pt x="0" y="13"/>
                    <a:pt x="1" y="19"/>
                    <a:pt x="6" y="14"/>
                  </a:cubicBezTo>
                  <a:cubicBezTo>
                    <a:pt x="12" y="10"/>
                    <a:pt x="7" y="0"/>
                    <a:pt x="3" y="7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07" name="Freeform 1930">
              <a:extLst>
                <a:ext uri="{FF2B5EF4-FFF2-40B4-BE49-F238E27FC236}">
                  <a16:creationId xmlns:a16="http://schemas.microsoft.com/office/drawing/2014/main" id="{ADB66D09-36F6-4474-9C75-CAE70B055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724"/>
              <a:ext cx="20" cy="37"/>
            </a:xfrm>
            <a:custGeom>
              <a:avLst/>
              <a:gdLst>
                <a:gd name="T0" fmla="*/ 20 w 9"/>
                <a:gd name="T1" fmla="*/ 62 h 15"/>
                <a:gd name="T2" fmla="*/ 53 w 9"/>
                <a:gd name="T3" fmla="*/ 183 h 15"/>
                <a:gd name="T4" fmla="*/ 44 w 9"/>
                <a:gd name="T5" fmla="*/ 0 h 15"/>
                <a:gd name="T6" fmla="*/ 20 w 9"/>
                <a:gd name="T7" fmla="*/ 4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4"/>
                  </a:moveTo>
                  <a:cubicBezTo>
                    <a:pt x="1" y="7"/>
                    <a:pt x="0" y="15"/>
                    <a:pt x="5" y="12"/>
                  </a:cubicBezTo>
                  <a:cubicBezTo>
                    <a:pt x="9" y="11"/>
                    <a:pt x="6" y="2"/>
                    <a:pt x="4" y="0"/>
                  </a:cubicBezTo>
                  <a:cubicBezTo>
                    <a:pt x="3" y="1"/>
                    <a:pt x="2" y="2"/>
                    <a:pt x="2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08" name="Freeform 1931">
              <a:extLst>
                <a:ext uri="{FF2B5EF4-FFF2-40B4-BE49-F238E27FC236}">
                  <a16:creationId xmlns:a16="http://schemas.microsoft.com/office/drawing/2014/main" id="{7FB8E5AD-BCB2-4895-840D-7C48A365E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768"/>
              <a:ext cx="23" cy="35"/>
            </a:xfrm>
            <a:custGeom>
              <a:avLst/>
              <a:gdLst>
                <a:gd name="T0" fmla="*/ 12 w 10"/>
                <a:gd name="T1" fmla="*/ 50 h 14"/>
                <a:gd name="T2" fmla="*/ 28 w 10"/>
                <a:gd name="T3" fmla="*/ 208 h 14"/>
                <a:gd name="T4" fmla="*/ 28 w 10"/>
                <a:gd name="T5" fmla="*/ 5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" y="3"/>
                  </a:moveTo>
                  <a:cubicBezTo>
                    <a:pt x="1" y="7"/>
                    <a:pt x="0" y="10"/>
                    <a:pt x="2" y="13"/>
                  </a:cubicBezTo>
                  <a:cubicBezTo>
                    <a:pt x="10" y="14"/>
                    <a:pt x="8" y="0"/>
                    <a:pt x="2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09" name="Freeform 1932">
              <a:extLst>
                <a:ext uri="{FF2B5EF4-FFF2-40B4-BE49-F238E27FC236}">
                  <a16:creationId xmlns:a16="http://schemas.microsoft.com/office/drawing/2014/main" id="{A5DCE869-859F-4A60-8073-C189F5007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920"/>
              <a:ext cx="26" cy="57"/>
            </a:xfrm>
            <a:custGeom>
              <a:avLst/>
              <a:gdLst>
                <a:gd name="T0" fmla="*/ 12 w 11"/>
                <a:gd name="T1" fmla="*/ 124 h 23"/>
                <a:gd name="T2" fmla="*/ 135 w 11"/>
                <a:gd name="T3" fmla="*/ 196 h 23"/>
                <a:gd name="T4" fmla="*/ 12 w 11"/>
                <a:gd name="T5" fmla="*/ 12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1" y="8"/>
                  </a:moveTo>
                  <a:cubicBezTo>
                    <a:pt x="2" y="13"/>
                    <a:pt x="8" y="23"/>
                    <a:pt x="10" y="13"/>
                  </a:cubicBezTo>
                  <a:cubicBezTo>
                    <a:pt x="11" y="7"/>
                    <a:pt x="0" y="0"/>
                    <a:pt x="1" y="8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0" name="Freeform 1933">
              <a:extLst>
                <a:ext uri="{FF2B5EF4-FFF2-40B4-BE49-F238E27FC236}">
                  <a16:creationId xmlns:a16="http://schemas.microsoft.com/office/drawing/2014/main" id="{2EE18B66-23FE-424F-ABE8-1325CE163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812"/>
              <a:ext cx="21" cy="30"/>
            </a:xfrm>
            <a:custGeom>
              <a:avLst/>
              <a:gdLst>
                <a:gd name="T0" fmla="*/ 12 w 9"/>
                <a:gd name="T1" fmla="*/ 50 h 12"/>
                <a:gd name="T2" fmla="*/ 49 w 9"/>
                <a:gd name="T3" fmla="*/ 188 h 12"/>
                <a:gd name="T4" fmla="*/ 37 w 9"/>
                <a:gd name="T5" fmla="*/ 0 h 12"/>
                <a:gd name="T6" fmla="*/ 12 w 9"/>
                <a:gd name="T7" fmla="*/ 8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1" y="3"/>
                  </a:moveTo>
                  <a:cubicBezTo>
                    <a:pt x="1" y="6"/>
                    <a:pt x="2" y="11"/>
                    <a:pt x="4" y="12"/>
                  </a:cubicBezTo>
                  <a:cubicBezTo>
                    <a:pt x="9" y="9"/>
                    <a:pt x="7" y="2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1" name="Freeform 1934">
              <a:extLst>
                <a:ext uri="{FF2B5EF4-FFF2-40B4-BE49-F238E27FC236}">
                  <a16:creationId xmlns:a16="http://schemas.microsoft.com/office/drawing/2014/main" id="{22352CE2-0D57-4257-B1B0-D6E9F0904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685"/>
              <a:ext cx="18" cy="49"/>
            </a:xfrm>
            <a:custGeom>
              <a:avLst/>
              <a:gdLst>
                <a:gd name="T0" fmla="*/ 25 w 8"/>
                <a:gd name="T1" fmla="*/ 42 h 20"/>
                <a:gd name="T2" fmla="*/ 72 w 8"/>
                <a:gd name="T3" fmla="*/ 174 h 20"/>
                <a:gd name="T4" fmla="*/ 25 w 8"/>
                <a:gd name="T5" fmla="*/ 1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0">
                  <a:moveTo>
                    <a:pt x="2" y="3"/>
                  </a:moveTo>
                  <a:cubicBezTo>
                    <a:pt x="1" y="7"/>
                    <a:pt x="0" y="20"/>
                    <a:pt x="6" y="12"/>
                  </a:cubicBezTo>
                  <a:cubicBezTo>
                    <a:pt x="8" y="8"/>
                    <a:pt x="8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2" name="Freeform 1935">
              <a:extLst>
                <a:ext uri="{FF2B5EF4-FFF2-40B4-BE49-F238E27FC236}">
                  <a16:creationId xmlns:a16="http://schemas.microsoft.com/office/drawing/2014/main" id="{C7D52D5A-A806-4A35-832F-17E614E90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575"/>
              <a:ext cx="21" cy="29"/>
            </a:xfrm>
            <a:custGeom>
              <a:avLst/>
              <a:gdLst>
                <a:gd name="T0" fmla="*/ 12 w 9"/>
                <a:gd name="T1" fmla="*/ 29 h 12"/>
                <a:gd name="T2" fmla="*/ 28 w 9"/>
                <a:gd name="T3" fmla="*/ 169 h 12"/>
                <a:gd name="T4" fmla="*/ 37 w 9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1" y="2"/>
                  </a:moveTo>
                  <a:cubicBezTo>
                    <a:pt x="0" y="5"/>
                    <a:pt x="0" y="10"/>
                    <a:pt x="2" y="12"/>
                  </a:cubicBezTo>
                  <a:cubicBezTo>
                    <a:pt x="7" y="11"/>
                    <a:pt x="9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3" name="Freeform 1936">
              <a:extLst>
                <a:ext uri="{FF2B5EF4-FFF2-40B4-BE49-F238E27FC236}">
                  <a16:creationId xmlns:a16="http://schemas.microsoft.com/office/drawing/2014/main" id="{F147EA80-7886-496B-AAD8-F3AE145E9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244"/>
              <a:ext cx="35" cy="34"/>
            </a:xfrm>
            <a:custGeom>
              <a:avLst/>
              <a:gdLst>
                <a:gd name="T0" fmla="*/ 77 w 15"/>
                <a:gd name="T1" fmla="*/ 58 h 14"/>
                <a:gd name="T2" fmla="*/ 37 w 15"/>
                <a:gd name="T3" fmla="*/ 202 h 14"/>
                <a:gd name="T4" fmla="*/ 103 w 15"/>
                <a:gd name="T5" fmla="*/ 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4"/>
                  </a:moveTo>
                  <a:cubicBezTo>
                    <a:pt x="3" y="6"/>
                    <a:pt x="0" y="11"/>
                    <a:pt x="3" y="14"/>
                  </a:cubicBezTo>
                  <a:cubicBezTo>
                    <a:pt x="10" y="13"/>
                    <a:pt x="15" y="0"/>
                    <a:pt x="8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4" name="Freeform 1937">
              <a:extLst>
                <a:ext uri="{FF2B5EF4-FFF2-40B4-BE49-F238E27FC236}">
                  <a16:creationId xmlns:a16="http://schemas.microsoft.com/office/drawing/2014/main" id="{49B56DAD-6CC6-4A9E-BB94-FAE298F87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182"/>
              <a:ext cx="30" cy="30"/>
            </a:xfrm>
            <a:custGeom>
              <a:avLst/>
              <a:gdLst>
                <a:gd name="T0" fmla="*/ 74 w 13"/>
                <a:gd name="T1" fmla="*/ 33 h 12"/>
                <a:gd name="T2" fmla="*/ 12 w 13"/>
                <a:gd name="T3" fmla="*/ 145 h 12"/>
                <a:gd name="T4" fmla="*/ 97 w 13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6" y="2"/>
                  </a:moveTo>
                  <a:cubicBezTo>
                    <a:pt x="4" y="3"/>
                    <a:pt x="0" y="6"/>
                    <a:pt x="1" y="9"/>
                  </a:cubicBezTo>
                  <a:cubicBezTo>
                    <a:pt x="9" y="12"/>
                    <a:pt x="13" y="0"/>
                    <a:pt x="8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5" name="Freeform 1938">
              <a:extLst>
                <a:ext uri="{FF2B5EF4-FFF2-40B4-BE49-F238E27FC236}">
                  <a16:creationId xmlns:a16="http://schemas.microsoft.com/office/drawing/2014/main" id="{C59C844B-A3DB-441B-AA66-B7E36F158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202"/>
              <a:ext cx="30" cy="24"/>
            </a:xfrm>
            <a:custGeom>
              <a:avLst/>
              <a:gdLst>
                <a:gd name="T0" fmla="*/ 97 w 13"/>
                <a:gd name="T1" fmla="*/ 0 h 10"/>
                <a:gd name="T2" fmla="*/ 12 w 13"/>
                <a:gd name="T3" fmla="*/ 110 h 10"/>
                <a:gd name="T4" fmla="*/ 134 w 13"/>
                <a:gd name="T5" fmla="*/ 0 h 10"/>
                <a:gd name="T6" fmla="*/ 111 w 13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8" y="0"/>
                  </a:moveTo>
                  <a:cubicBezTo>
                    <a:pt x="4" y="1"/>
                    <a:pt x="0" y="4"/>
                    <a:pt x="1" y="8"/>
                  </a:cubicBezTo>
                  <a:cubicBezTo>
                    <a:pt x="5" y="10"/>
                    <a:pt x="13" y="5"/>
                    <a:pt x="11" y="0"/>
                  </a:cubicBezTo>
                  <a:cubicBezTo>
                    <a:pt x="10" y="0"/>
                    <a:pt x="10" y="1"/>
                    <a:pt x="9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6" name="Freeform 1939">
              <a:extLst>
                <a:ext uri="{FF2B5EF4-FFF2-40B4-BE49-F238E27FC236}">
                  <a16:creationId xmlns:a16="http://schemas.microsoft.com/office/drawing/2014/main" id="{8D4D2DF1-97E6-4ED1-9750-69FC01EEB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214"/>
              <a:ext cx="34" cy="25"/>
            </a:xfrm>
            <a:custGeom>
              <a:avLst/>
              <a:gdLst>
                <a:gd name="T0" fmla="*/ 102 w 15"/>
                <a:gd name="T1" fmla="*/ 33 h 10"/>
                <a:gd name="T2" fmla="*/ 93 w 15"/>
                <a:gd name="T3" fmla="*/ 158 h 10"/>
                <a:gd name="T4" fmla="*/ 102 w 15"/>
                <a:gd name="T5" fmla="*/ 5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9" y="2"/>
                  </a:moveTo>
                  <a:cubicBezTo>
                    <a:pt x="4" y="3"/>
                    <a:pt x="0" y="10"/>
                    <a:pt x="8" y="10"/>
                  </a:cubicBezTo>
                  <a:cubicBezTo>
                    <a:pt x="15" y="9"/>
                    <a:pt x="15" y="0"/>
                    <a:pt x="9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7" name="Freeform 1940">
              <a:extLst>
                <a:ext uri="{FF2B5EF4-FFF2-40B4-BE49-F238E27FC236}">
                  <a16:creationId xmlns:a16="http://schemas.microsoft.com/office/drawing/2014/main" id="{3653971F-56F4-48E3-9562-E68A43966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290"/>
              <a:ext cx="32" cy="30"/>
            </a:xfrm>
            <a:custGeom>
              <a:avLst/>
              <a:gdLst>
                <a:gd name="T0" fmla="*/ 130 w 14"/>
                <a:gd name="T1" fmla="*/ 20 h 12"/>
                <a:gd name="T2" fmla="*/ 57 w 14"/>
                <a:gd name="T3" fmla="*/ 158 h 12"/>
                <a:gd name="T4" fmla="*/ 158 w 14"/>
                <a:gd name="T5" fmla="*/ 0 h 12"/>
                <a:gd name="T6" fmla="*/ 121 w 14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11" y="1"/>
                  </a:moveTo>
                  <a:cubicBezTo>
                    <a:pt x="8" y="1"/>
                    <a:pt x="0" y="6"/>
                    <a:pt x="5" y="10"/>
                  </a:cubicBezTo>
                  <a:cubicBezTo>
                    <a:pt x="9" y="12"/>
                    <a:pt x="14" y="4"/>
                    <a:pt x="13" y="0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8" name="Freeform 1941">
              <a:extLst>
                <a:ext uri="{FF2B5EF4-FFF2-40B4-BE49-F238E27FC236}">
                  <a16:creationId xmlns:a16="http://schemas.microsoft.com/office/drawing/2014/main" id="{F63CAEA7-873F-4BA8-B12A-D479F6A89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344"/>
              <a:ext cx="28" cy="34"/>
            </a:xfrm>
            <a:custGeom>
              <a:avLst/>
              <a:gdLst>
                <a:gd name="T0" fmla="*/ 28 w 12"/>
                <a:gd name="T1" fmla="*/ 70 h 14"/>
                <a:gd name="T2" fmla="*/ 0 w 12"/>
                <a:gd name="T3" fmla="*/ 189 h 14"/>
                <a:gd name="T4" fmla="*/ 65 w 12"/>
                <a:gd name="T5" fmla="*/ 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2" y="5"/>
                  </a:moveTo>
                  <a:cubicBezTo>
                    <a:pt x="0" y="7"/>
                    <a:pt x="0" y="10"/>
                    <a:pt x="0" y="13"/>
                  </a:cubicBezTo>
                  <a:cubicBezTo>
                    <a:pt x="7" y="14"/>
                    <a:pt x="12" y="0"/>
                    <a:pt x="5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19" name="Freeform 1942">
              <a:extLst>
                <a:ext uri="{FF2B5EF4-FFF2-40B4-BE49-F238E27FC236}">
                  <a16:creationId xmlns:a16="http://schemas.microsoft.com/office/drawing/2014/main" id="{E16B27C6-585C-4DBC-B540-60B5C3AD0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324"/>
              <a:ext cx="21" cy="18"/>
            </a:xfrm>
            <a:custGeom>
              <a:avLst/>
              <a:gdLst>
                <a:gd name="T0" fmla="*/ 49 w 9"/>
                <a:gd name="T1" fmla="*/ 21 h 7"/>
                <a:gd name="T2" fmla="*/ 12 w 9"/>
                <a:gd name="T3" fmla="*/ 118 h 7"/>
                <a:gd name="T4" fmla="*/ 65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4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4" y="7"/>
                    <a:pt x="9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0" name="Freeform 1943">
              <a:extLst>
                <a:ext uri="{FF2B5EF4-FFF2-40B4-BE49-F238E27FC236}">
                  <a16:creationId xmlns:a16="http://schemas.microsoft.com/office/drawing/2014/main" id="{25DC35B7-FB28-433D-BB57-CF9F8DE47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121"/>
              <a:ext cx="43" cy="29"/>
            </a:xfrm>
            <a:custGeom>
              <a:avLst/>
              <a:gdLst>
                <a:gd name="T0" fmla="*/ 102 w 19"/>
                <a:gd name="T1" fmla="*/ 12 h 12"/>
                <a:gd name="T2" fmla="*/ 45 w 19"/>
                <a:gd name="T3" fmla="*/ 128 h 12"/>
                <a:gd name="T4" fmla="*/ 149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9" y="1"/>
                  </a:moveTo>
                  <a:cubicBezTo>
                    <a:pt x="5" y="0"/>
                    <a:pt x="0" y="6"/>
                    <a:pt x="4" y="9"/>
                  </a:cubicBezTo>
                  <a:cubicBezTo>
                    <a:pt x="8" y="12"/>
                    <a:pt x="19" y="5"/>
                    <a:pt x="1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1" name="Freeform 1944">
              <a:extLst>
                <a:ext uri="{FF2B5EF4-FFF2-40B4-BE49-F238E27FC236}">
                  <a16:creationId xmlns:a16="http://schemas.microsoft.com/office/drawing/2014/main" id="{1A6F7980-4840-4A67-832C-7BE85CE2F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092"/>
              <a:ext cx="37" cy="19"/>
            </a:xfrm>
            <a:custGeom>
              <a:avLst/>
              <a:gdLst>
                <a:gd name="T0" fmla="*/ 113 w 16"/>
                <a:gd name="T1" fmla="*/ 0 h 8"/>
                <a:gd name="T2" fmla="*/ 12 w 16"/>
                <a:gd name="T3" fmla="*/ 95 h 8"/>
                <a:gd name="T4" fmla="*/ 123 w 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9" y="0"/>
                  </a:moveTo>
                  <a:cubicBezTo>
                    <a:pt x="6" y="1"/>
                    <a:pt x="0" y="3"/>
                    <a:pt x="1" y="7"/>
                  </a:cubicBezTo>
                  <a:cubicBezTo>
                    <a:pt x="5" y="8"/>
                    <a:pt x="16" y="4"/>
                    <a:pt x="1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2" name="Freeform 1945">
              <a:extLst>
                <a:ext uri="{FF2B5EF4-FFF2-40B4-BE49-F238E27FC236}">
                  <a16:creationId xmlns:a16="http://schemas.microsoft.com/office/drawing/2014/main" id="{510E31DA-4BA0-4653-8BD6-562E63131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055"/>
              <a:ext cx="34" cy="29"/>
            </a:xfrm>
            <a:custGeom>
              <a:avLst/>
              <a:gdLst>
                <a:gd name="T0" fmla="*/ 129 w 15"/>
                <a:gd name="T1" fmla="*/ 12 h 12"/>
                <a:gd name="T2" fmla="*/ 0 w 15"/>
                <a:gd name="T3" fmla="*/ 128 h 12"/>
                <a:gd name="T4" fmla="*/ 175 w 15"/>
                <a:gd name="T5" fmla="*/ 29 h 12"/>
                <a:gd name="T6" fmla="*/ 150 w 15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11" y="1"/>
                  </a:moveTo>
                  <a:cubicBezTo>
                    <a:pt x="6" y="1"/>
                    <a:pt x="2" y="3"/>
                    <a:pt x="0" y="9"/>
                  </a:cubicBezTo>
                  <a:cubicBezTo>
                    <a:pt x="4" y="12"/>
                    <a:pt x="13" y="6"/>
                    <a:pt x="15" y="2"/>
                  </a:cubicBezTo>
                  <a:cubicBezTo>
                    <a:pt x="14" y="1"/>
                    <a:pt x="14" y="0"/>
                    <a:pt x="1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3" name="Freeform 1946">
              <a:extLst>
                <a:ext uri="{FF2B5EF4-FFF2-40B4-BE49-F238E27FC236}">
                  <a16:creationId xmlns:a16="http://schemas.microsoft.com/office/drawing/2014/main" id="{640284F8-50A9-4AAB-8747-DBDAF7BAB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979"/>
              <a:ext cx="51" cy="37"/>
            </a:xfrm>
            <a:custGeom>
              <a:avLst/>
              <a:gdLst>
                <a:gd name="T0" fmla="*/ 123 w 22"/>
                <a:gd name="T1" fmla="*/ 42 h 15"/>
                <a:gd name="T2" fmla="*/ 86 w 22"/>
                <a:gd name="T3" fmla="*/ 153 h 15"/>
                <a:gd name="T4" fmla="*/ 123 w 22"/>
                <a:gd name="T5" fmla="*/ 4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10" y="3"/>
                  </a:moveTo>
                  <a:cubicBezTo>
                    <a:pt x="5" y="0"/>
                    <a:pt x="0" y="7"/>
                    <a:pt x="7" y="10"/>
                  </a:cubicBezTo>
                  <a:cubicBezTo>
                    <a:pt x="16" y="15"/>
                    <a:pt x="22" y="6"/>
                    <a:pt x="10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4" name="Freeform 1947">
              <a:extLst>
                <a:ext uri="{FF2B5EF4-FFF2-40B4-BE49-F238E27FC236}">
                  <a16:creationId xmlns:a16="http://schemas.microsoft.com/office/drawing/2014/main" id="{2BAA1811-71BB-48DA-BEEC-26744C478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006"/>
              <a:ext cx="33" cy="37"/>
            </a:xfrm>
            <a:custGeom>
              <a:avLst/>
              <a:gdLst>
                <a:gd name="T0" fmla="*/ 134 w 14"/>
                <a:gd name="T1" fmla="*/ 74 h 15"/>
                <a:gd name="T2" fmla="*/ 184 w 14"/>
                <a:gd name="T3" fmla="*/ 133 h 15"/>
                <a:gd name="T4" fmla="*/ 172 w 14"/>
                <a:gd name="T5" fmla="*/ 9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10" y="5"/>
                  </a:moveTo>
                  <a:cubicBezTo>
                    <a:pt x="0" y="0"/>
                    <a:pt x="5" y="15"/>
                    <a:pt x="14" y="9"/>
                  </a:cubicBezTo>
                  <a:cubicBezTo>
                    <a:pt x="14" y="8"/>
                    <a:pt x="14" y="7"/>
                    <a:pt x="13" y="6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5" name="Freeform 1948">
              <a:extLst>
                <a:ext uri="{FF2B5EF4-FFF2-40B4-BE49-F238E27FC236}">
                  <a16:creationId xmlns:a16="http://schemas.microsoft.com/office/drawing/2014/main" id="{9199C300-8FC2-44CC-BFD0-493DADBAC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976"/>
              <a:ext cx="29" cy="25"/>
            </a:xfrm>
            <a:custGeom>
              <a:avLst/>
              <a:gdLst>
                <a:gd name="T0" fmla="*/ 80 w 13"/>
                <a:gd name="T1" fmla="*/ 50 h 10"/>
                <a:gd name="T2" fmla="*/ 0 w 13"/>
                <a:gd name="T3" fmla="*/ 83 h 10"/>
                <a:gd name="T4" fmla="*/ 145 w 13"/>
                <a:gd name="T5" fmla="*/ 145 h 10"/>
                <a:gd name="T6" fmla="*/ 109 w 13"/>
                <a:gd name="T7" fmla="*/ 6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7" y="3"/>
                  </a:moveTo>
                  <a:cubicBezTo>
                    <a:pt x="5" y="2"/>
                    <a:pt x="0" y="0"/>
                    <a:pt x="0" y="5"/>
                  </a:cubicBezTo>
                  <a:cubicBezTo>
                    <a:pt x="1" y="8"/>
                    <a:pt x="10" y="10"/>
                    <a:pt x="13" y="9"/>
                  </a:cubicBezTo>
                  <a:cubicBezTo>
                    <a:pt x="13" y="7"/>
                    <a:pt x="12" y="5"/>
                    <a:pt x="10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6" name="Freeform 1949">
              <a:extLst>
                <a:ext uri="{FF2B5EF4-FFF2-40B4-BE49-F238E27FC236}">
                  <a16:creationId xmlns:a16="http://schemas.microsoft.com/office/drawing/2014/main" id="{D0F0EF5A-1770-4EC0-A45F-2B09F371B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062"/>
              <a:ext cx="32" cy="27"/>
            </a:xfrm>
            <a:custGeom>
              <a:avLst/>
              <a:gdLst>
                <a:gd name="T0" fmla="*/ 94 w 14"/>
                <a:gd name="T1" fmla="*/ 42 h 11"/>
                <a:gd name="T2" fmla="*/ 0 w 14"/>
                <a:gd name="T3" fmla="*/ 71 h 11"/>
                <a:gd name="T4" fmla="*/ 158 w 14"/>
                <a:gd name="T5" fmla="*/ 150 h 11"/>
                <a:gd name="T6" fmla="*/ 121 w 14"/>
                <a:gd name="T7" fmla="*/ 6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8" y="3"/>
                  </a:moveTo>
                  <a:cubicBezTo>
                    <a:pt x="6" y="2"/>
                    <a:pt x="1" y="0"/>
                    <a:pt x="0" y="5"/>
                  </a:cubicBezTo>
                  <a:cubicBezTo>
                    <a:pt x="0" y="10"/>
                    <a:pt x="10" y="11"/>
                    <a:pt x="13" y="10"/>
                  </a:cubicBezTo>
                  <a:cubicBezTo>
                    <a:pt x="14" y="7"/>
                    <a:pt x="13" y="5"/>
                    <a:pt x="10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7" name="Freeform 1950">
              <a:extLst>
                <a:ext uri="{FF2B5EF4-FFF2-40B4-BE49-F238E27FC236}">
                  <a16:creationId xmlns:a16="http://schemas.microsoft.com/office/drawing/2014/main" id="{5923B91F-0E0E-4BCB-B3FD-FD204515B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045"/>
              <a:ext cx="34" cy="27"/>
            </a:xfrm>
            <a:custGeom>
              <a:avLst/>
              <a:gdLst>
                <a:gd name="T0" fmla="*/ 45 w 15"/>
                <a:gd name="T1" fmla="*/ 12 h 11"/>
                <a:gd name="T2" fmla="*/ 0 w 15"/>
                <a:gd name="T3" fmla="*/ 12 h 11"/>
                <a:gd name="T4" fmla="*/ 82 w 15"/>
                <a:gd name="T5" fmla="*/ 1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4" y="1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0" y="7"/>
                    <a:pt x="15" y="11"/>
                    <a:pt x="7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8" name="Freeform 1951">
              <a:extLst>
                <a:ext uri="{FF2B5EF4-FFF2-40B4-BE49-F238E27FC236}">
                  <a16:creationId xmlns:a16="http://schemas.microsoft.com/office/drawing/2014/main" id="{60A4E5E8-5C90-4F55-952E-FD479556F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082"/>
              <a:ext cx="44" cy="27"/>
            </a:xfrm>
            <a:custGeom>
              <a:avLst/>
              <a:gdLst>
                <a:gd name="T0" fmla="*/ 134 w 19"/>
                <a:gd name="T1" fmla="*/ 29 h 11"/>
                <a:gd name="T2" fmla="*/ 65 w 19"/>
                <a:gd name="T3" fmla="*/ 103 h 11"/>
                <a:gd name="T4" fmla="*/ 160 w 19"/>
                <a:gd name="T5" fmla="*/ 1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11" y="2"/>
                  </a:moveTo>
                  <a:cubicBezTo>
                    <a:pt x="8" y="0"/>
                    <a:pt x="0" y="4"/>
                    <a:pt x="5" y="7"/>
                  </a:cubicBezTo>
                  <a:cubicBezTo>
                    <a:pt x="9" y="11"/>
                    <a:pt x="19" y="3"/>
                    <a:pt x="1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29" name="Freeform 1952">
              <a:extLst>
                <a:ext uri="{FF2B5EF4-FFF2-40B4-BE49-F238E27FC236}">
                  <a16:creationId xmlns:a16="http://schemas.microsoft.com/office/drawing/2014/main" id="{5CA2D7F4-9D00-40F2-98BE-422762000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016"/>
              <a:ext cx="46" cy="24"/>
            </a:xfrm>
            <a:custGeom>
              <a:avLst/>
              <a:gdLst>
                <a:gd name="T0" fmla="*/ 122 w 20"/>
                <a:gd name="T1" fmla="*/ 0 h 10"/>
                <a:gd name="T2" fmla="*/ 94 w 20"/>
                <a:gd name="T3" fmla="*/ 98 h 10"/>
                <a:gd name="T4" fmla="*/ 147 w 20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">
                  <a:moveTo>
                    <a:pt x="10" y="0"/>
                  </a:moveTo>
                  <a:cubicBezTo>
                    <a:pt x="4" y="0"/>
                    <a:pt x="0" y="3"/>
                    <a:pt x="8" y="7"/>
                  </a:cubicBezTo>
                  <a:cubicBezTo>
                    <a:pt x="14" y="10"/>
                    <a:pt x="20" y="4"/>
                    <a:pt x="1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0" name="Freeform 1953">
              <a:extLst>
                <a:ext uri="{FF2B5EF4-FFF2-40B4-BE49-F238E27FC236}">
                  <a16:creationId xmlns:a16="http://schemas.microsoft.com/office/drawing/2014/main" id="{EF26F338-8289-4A11-820C-899074573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067"/>
              <a:ext cx="34" cy="27"/>
            </a:xfrm>
            <a:custGeom>
              <a:avLst/>
              <a:gdLst>
                <a:gd name="T0" fmla="*/ 102 w 15"/>
                <a:gd name="T1" fmla="*/ 12 h 11"/>
                <a:gd name="T2" fmla="*/ 0 w 15"/>
                <a:gd name="T3" fmla="*/ 12 h 11"/>
                <a:gd name="T4" fmla="*/ 93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9" y="1"/>
                  </a:moveTo>
                  <a:cubicBezTo>
                    <a:pt x="5" y="0"/>
                    <a:pt x="3" y="0"/>
                    <a:pt x="0" y="1"/>
                  </a:cubicBezTo>
                  <a:cubicBezTo>
                    <a:pt x="5" y="11"/>
                    <a:pt x="15" y="1"/>
                    <a:pt x="8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1" name="Freeform 1954">
              <a:extLst>
                <a:ext uri="{FF2B5EF4-FFF2-40B4-BE49-F238E27FC236}">
                  <a16:creationId xmlns:a16="http://schemas.microsoft.com/office/drawing/2014/main" id="{1BFDE97E-1F02-4710-8527-5E0A573E3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28"/>
              <a:ext cx="23" cy="25"/>
            </a:xfrm>
            <a:custGeom>
              <a:avLst/>
              <a:gdLst>
                <a:gd name="T0" fmla="*/ 28 w 10"/>
                <a:gd name="T1" fmla="*/ 158 h 10"/>
                <a:gd name="T2" fmla="*/ 122 w 10"/>
                <a:gd name="T3" fmla="*/ 63 h 10"/>
                <a:gd name="T4" fmla="*/ 37 w 10"/>
                <a:gd name="T5" fmla="*/ 14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2" y="10"/>
                  </a:moveTo>
                  <a:cubicBezTo>
                    <a:pt x="0" y="6"/>
                    <a:pt x="7" y="0"/>
                    <a:pt x="10" y="4"/>
                  </a:cubicBezTo>
                  <a:cubicBezTo>
                    <a:pt x="8" y="5"/>
                    <a:pt x="5" y="7"/>
                    <a:pt x="3" y="9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2" name="Freeform 1955">
              <a:extLst>
                <a:ext uri="{FF2B5EF4-FFF2-40B4-BE49-F238E27FC236}">
                  <a16:creationId xmlns:a16="http://schemas.microsoft.com/office/drawing/2014/main" id="{447093E1-8F6E-4463-A2F9-AA5D3365A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114"/>
              <a:ext cx="25" cy="19"/>
            </a:xfrm>
            <a:custGeom>
              <a:avLst/>
              <a:gdLst>
                <a:gd name="T0" fmla="*/ 57 w 11"/>
                <a:gd name="T1" fmla="*/ 29 h 8"/>
                <a:gd name="T2" fmla="*/ 11 w 11"/>
                <a:gd name="T3" fmla="*/ 95 h 8"/>
                <a:gd name="T4" fmla="*/ 118 w 11"/>
                <a:gd name="T5" fmla="*/ 57 h 8"/>
                <a:gd name="T6" fmla="*/ 73 w 11"/>
                <a:gd name="T7" fmla="*/ 1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5" y="2"/>
                  </a:moveTo>
                  <a:cubicBezTo>
                    <a:pt x="2" y="3"/>
                    <a:pt x="0" y="5"/>
                    <a:pt x="1" y="7"/>
                  </a:cubicBezTo>
                  <a:cubicBezTo>
                    <a:pt x="3" y="8"/>
                    <a:pt x="10" y="7"/>
                    <a:pt x="10" y="4"/>
                  </a:cubicBezTo>
                  <a:cubicBezTo>
                    <a:pt x="11" y="1"/>
                    <a:pt x="9" y="0"/>
                    <a:pt x="6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3" name="Freeform 1956">
              <a:extLst>
                <a:ext uri="{FF2B5EF4-FFF2-40B4-BE49-F238E27FC236}">
                  <a16:creationId xmlns:a16="http://schemas.microsoft.com/office/drawing/2014/main" id="{0637B6B1-F4BF-457F-ADEF-A828132F4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572"/>
              <a:ext cx="16" cy="30"/>
            </a:xfrm>
            <a:custGeom>
              <a:avLst/>
              <a:gdLst>
                <a:gd name="T0" fmla="*/ 73 w 7"/>
                <a:gd name="T1" fmla="*/ 0 h 12"/>
                <a:gd name="T2" fmla="*/ 57 w 7"/>
                <a:gd name="T3" fmla="*/ 188 h 12"/>
                <a:gd name="T4" fmla="*/ 85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0" y="1"/>
                    <a:pt x="1" y="9"/>
                    <a:pt x="5" y="12"/>
                  </a:cubicBezTo>
                  <a:cubicBezTo>
                    <a:pt x="6" y="8"/>
                    <a:pt x="5" y="4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4" name="Freeform 1957">
              <a:extLst>
                <a:ext uri="{FF2B5EF4-FFF2-40B4-BE49-F238E27FC236}">
                  <a16:creationId xmlns:a16="http://schemas.microsoft.com/office/drawing/2014/main" id="{527A1A63-0055-421A-BAC0-AE18A90A2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033"/>
              <a:ext cx="25" cy="39"/>
            </a:xfrm>
            <a:custGeom>
              <a:avLst/>
              <a:gdLst>
                <a:gd name="T0" fmla="*/ 93 w 11"/>
                <a:gd name="T1" fmla="*/ 100 h 16"/>
                <a:gd name="T2" fmla="*/ 130 w 11"/>
                <a:gd name="T3" fmla="*/ 190 h 16"/>
                <a:gd name="T4" fmla="*/ 102 w 11"/>
                <a:gd name="T5" fmla="*/ 10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8" y="7"/>
                  </a:moveTo>
                  <a:cubicBezTo>
                    <a:pt x="0" y="0"/>
                    <a:pt x="1" y="16"/>
                    <a:pt x="11" y="13"/>
                  </a:cubicBezTo>
                  <a:cubicBezTo>
                    <a:pt x="11" y="11"/>
                    <a:pt x="10" y="9"/>
                    <a:pt x="9" y="7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5" name="Freeform 1958">
              <a:extLst>
                <a:ext uri="{FF2B5EF4-FFF2-40B4-BE49-F238E27FC236}">
                  <a16:creationId xmlns:a16="http://schemas.microsoft.com/office/drawing/2014/main" id="{E615579B-977B-4F21-A36B-26D2FE1BE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072"/>
              <a:ext cx="26" cy="29"/>
            </a:xfrm>
            <a:custGeom>
              <a:avLst/>
              <a:gdLst>
                <a:gd name="T0" fmla="*/ 78 w 11"/>
                <a:gd name="T1" fmla="*/ 29 h 12"/>
                <a:gd name="T2" fmla="*/ 135 w 11"/>
                <a:gd name="T3" fmla="*/ 140 h 12"/>
                <a:gd name="T4" fmla="*/ 95 w 11"/>
                <a:gd name="T5" fmla="*/ 2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6" y="2"/>
                  </a:moveTo>
                  <a:cubicBezTo>
                    <a:pt x="0" y="0"/>
                    <a:pt x="4" y="12"/>
                    <a:pt x="10" y="10"/>
                  </a:cubicBezTo>
                  <a:cubicBezTo>
                    <a:pt x="11" y="7"/>
                    <a:pt x="9" y="4"/>
                    <a:pt x="7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6" name="Freeform 1959">
              <a:extLst>
                <a:ext uri="{FF2B5EF4-FFF2-40B4-BE49-F238E27FC236}">
                  <a16:creationId xmlns:a16="http://schemas.microsoft.com/office/drawing/2014/main" id="{4C993A9D-D45E-4A81-AE7B-26B9686CD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096"/>
              <a:ext cx="46" cy="35"/>
            </a:xfrm>
            <a:custGeom>
              <a:avLst/>
              <a:gdLst>
                <a:gd name="T0" fmla="*/ 147 w 20"/>
                <a:gd name="T1" fmla="*/ 63 h 14"/>
                <a:gd name="T2" fmla="*/ 64 w 20"/>
                <a:gd name="T3" fmla="*/ 125 h 14"/>
                <a:gd name="T4" fmla="*/ 159 w 20"/>
                <a:gd name="T5" fmla="*/ 8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12" y="4"/>
                  </a:moveTo>
                  <a:cubicBezTo>
                    <a:pt x="8" y="0"/>
                    <a:pt x="0" y="2"/>
                    <a:pt x="5" y="8"/>
                  </a:cubicBezTo>
                  <a:cubicBezTo>
                    <a:pt x="9" y="14"/>
                    <a:pt x="20" y="11"/>
                    <a:pt x="13" y="5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7" name="Freeform 1960">
              <a:extLst>
                <a:ext uri="{FF2B5EF4-FFF2-40B4-BE49-F238E27FC236}">
                  <a16:creationId xmlns:a16="http://schemas.microsoft.com/office/drawing/2014/main" id="{D7769050-C484-44F5-A58B-2FA52FDDF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114"/>
              <a:ext cx="21" cy="44"/>
            </a:xfrm>
            <a:custGeom>
              <a:avLst/>
              <a:gdLst>
                <a:gd name="T0" fmla="*/ 86 w 9"/>
                <a:gd name="T1" fmla="*/ 103 h 18"/>
                <a:gd name="T2" fmla="*/ 103 w 9"/>
                <a:gd name="T3" fmla="*/ 191 h 18"/>
                <a:gd name="T4" fmla="*/ 86 w 9"/>
                <a:gd name="T5" fmla="*/ 1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7" y="7"/>
                  </a:moveTo>
                  <a:cubicBezTo>
                    <a:pt x="0" y="0"/>
                    <a:pt x="0" y="18"/>
                    <a:pt x="8" y="13"/>
                  </a:cubicBezTo>
                  <a:cubicBezTo>
                    <a:pt x="9" y="11"/>
                    <a:pt x="8" y="9"/>
                    <a:pt x="7" y="8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8" name="Freeform 1961">
              <a:extLst>
                <a:ext uri="{FF2B5EF4-FFF2-40B4-BE49-F238E27FC236}">
                  <a16:creationId xmlns:a16="http://schemas.microsoft.com/office/drawing/2014/main" id="{9B1EA020-EC34-4E2B-9CF9-B846365A4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239"/>
              <a:ext cx="23" cy="22"/>
            </a:xfrm>
            <a:custGeom>
              <a:avLst/>
              <a:gdLst>
                <a:gd name="T0" fmla="*/ 64 w 10"/>
                <a:gd name="T1" fmla="*/ 12 h 9"/>
                <a:gd name="T2" fmla="*/ 37 w 10"/>
                <a:gd name="T3" fmla="*/ 0 h 9"/>
                <a:gd name="T4" fmla="*/ 74 w 10"/>
                <a:gd name="T5" fmla="*/ 120 h 9"/>
                <a:gd name="T6" fmla="*/ 64 w 10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5" y="1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0" y="3"/>
                    <a:pt x="1" y="9"/>
                    <a:pt x="6" y="8"/>
                  </a:cubicBezTo>
                  <a:cubicBezTo>
                    <a:pt x="10" y="7"/>
                    <a:pt x="9" y="2"/>
                    <a:pt x="5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39" name="Freeform 1962">
              <a:extLst>
                <a:ext uri="{FF2B5EF4-FFF2-40B4-BE49-F238E27FC236}">
                  <a16:creationId xmlns:a16="http://schemas.microsoft.com/office/drawing/2014/main" id="{241F005A-C336-469E-8F75-B645EA359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190"/>
              <a:ext cx="30" cy="22"/>
            </a:xfrm>
            <a:custGeom>
              <a:avLst/>
              <a:gdLst>
                <a:gd name="T0" fmla="*/ 74 w 13"/>
                <a:gd name="T1" fmla="*/ 29 h 9"/>
                <a:gd name="T2" fmla="*/ 12 w 13"/>
                <a:gd name="T3" fmla="*/ 12 h 9"/>
                <a:gd name="T4" fmla="*/ 85 w 13"/>
                <a:gd name="T5" fmla="*/ 120 h 9"/>
                <a:gd name="T6" fmla="*/ 97 w 13"/>
                <a:gd name="T7" fmla="*/ 2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6" y="2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4"/>
                    <a:pt x="4" y="8"/>
                    <a:pt x="7" y="8"/>
                  </a:cubicBezTo>
                  <a:cubicBezTo>
                    <a:pt x="13" y="9"/>
                    <a:pt x="13" y="4"/>
                    <a:pt x="8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0" name="Freeform 1963">
              <a:extLst>
                <a:ext uri="{FF2B5EF4-FFF2-40B4-BE49-F238E27FC236}">
                  <a16:creationId xmlns:a16="http://schemas.microsoft.com/office/drawing/2014/main" id="{0C3E7489-F901-4136-9B79-643420AD2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320"/>
              <a:ext cx="27" cy="39"/>
            </a:xfrm>
            <a:custGeom>
              <a:avLst/>
              <a:gdLst>
                <a:gd name="T0" fmla="*/ 81 w 12"/>
                <a:gd name="T1" fmla="*/ 71 h 16"/>
                <a:gd name="T2" fmla="*/ 56 w 12"/>
                <a:gd name="T3" fmla="*/ 161 h 16"/>
                <a:gd name="T4" fmla="*/ 101 w 12"/>
                <a:gd name="T5" fmla="*/ 7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7" y="5"/>
                  </a:moveTo>
                  <a:cubicBezTo>
                    <a:pt x="1" y="0"/>
                    <a:pt x="0" y="8"/>
                    <a:pt x="5" y="11"/>
                  </a:cubicBezTo>
                  <a:cubicBezTo>
                    <a:pt x="11" y="16"/>
                    <a:pt x="12" y="10"/>
                    <a:pt x="9" y="5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1" name="Freeform 1964">
              <a:extLst>
                <a:ext uri="{FF2B5EF4-FFF2-40B4-BE49-F238E27FC236}">
                  <a16:creationId xmlns:a16="http://schemas.microsoft.com/office/drawing/2014/main" id="{A99B08DC-3E45-4060-BD23-30EC4255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317"/>
              <a:ext cx="14" cy="20"/>
            </a:xfrm>
            <a:custGeom>
              <a:avLst/>
              <a:gdLst>
                <a:gd name="T0" fmla="*/ 12 w 6"/>
                <a:gd name="T1" fmla="*/ 33 h 8"/>
                <a:gd name="T2" fmla="*/ 77 w 6"/>
                <a:gd name="T3" fmla="*/ 113 h 8"/>
                <a:gd name="T4" fmla="*/ 28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2"/>
                  </a:moveTo>
                  <a:cubicBezTo>
                    <a:pt x="0" y="5"/>
                    <a:pt x="3" y="8"/>
                    <a:pt x="6" y="7"/>
                  </a:cubicBezTo>
                  <a:cubicBezTo>
                    <a:pt x="6" y="4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2" name="Freeform 1965">
              <a:extLst>
                <a:ext uri="{FF2B5EF4-FFF2-40B4-BE49-F238E27FC236}">
                  <a16:creationId xmlns:a16="http://schemas.microsoft.com/office/drawing/2014/main" id="{4C6CC45B-6EAF-41E1-8E65-7E5A92335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258"/>
              <a:ext cx="39" cy="27"/>
            </a:xfrm>
            <a:custGeom>
              <a:avLst/>
              <a:gdLst>
                <a:gd name="T0" fmla="*/ 122 w 17"/>
                <a:gd name="T1" fmla="*/ 42 h 11"/>
                <a:gd name="T2" fmla="*/ 73 w 17"/>
                <a:gd name="T3" fmla="*/ 103 h 11"/>
                <a:gd name="T4" fmla="*/ 147 w 17"/>
                <a:gd name="T5" fmla="*/ 6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0" y="3"/>
                  </a:moveTo>
                  <a:cubicBezTo>
                    <a:pt x="6" y="0"/>
                    <a:pt x="0" y="3"/>
                    <a:pt x="6" y="7"/>
                  </a:cubicBezTo>
                  <a:cubicBezTo>
                    <a:pt x="11" y="11"/>
                    <a:pt x="17" y="6"/>
                    <a:pt x="12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3" name="Freeform 1966">
              <a:extLst>
                <a:ext uri="{FF2B5EF4-FFF2-40B4-BE49-F238E27FC236}">
                  <a16:creationId xmlns:a16="http://schemas.microsoft.com/office/drawing/2014/main" id="{CFA99B0B-4779-4B3F-B0DB-2A1FA573B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168"/>
              <a:ext cx="55" cy="22"/>
            </a:xfrm>
            <a:custGeom>
              <a:avLst/>
              <a:gdLst>
                <a:gd name="T0" fmla="*/ 110 w 24"/>
                <a:gd name="T1" fmla="*/ 0 h 9"/>
                <a:gd name="T2" fmla="*/ 131 w 24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9" y="0"/>
                  </a:moveTo>
                  <a:cubicBezTo>
                    <a:pt x="0" y="8"/>
                    <a:pt x="24" y="9"/>
                    <a:pt x="1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4" name="Freeform 1967">
              <a:extLst>
                <a:ext uri="{FF2B5EF4-FFF2-40B4-BE49-F238E27FC236}">
                  <a16:creationId xmlns:a16="http://schemas.microsoft.com/office/drawing/2014/main" id="{E73E3B36-86E4-4979-A0CB-E89741CC3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111"/>
              <a:ext cx="28" cy="32"/>
            </a:xfrm>
            <a:custGeom>
              <a:avLst/>
              <a:gdLst>
                <a:gd name="T0" fmla="*/ 86 w 12"/>
                <a:gd name="T1" fmla="*/ 74 h 13"/>
                <a:gd name="T2" fmla="*/ 142 w 12"/>
                <a:gd name="T3" fmla="*/ 153 h 13"/>
                <a:gd name="T4" fmla="*/ 126 w 12"/>
                <a:gd name="T5" fmla="*/ 9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7" y="5"/>
                  </a:moveTo>
                  <a:cubicBezTo>
                    <a:pt x="0" y="0"/>
                    <a:pt x="3" y="13"/>
                    <a:pt x="11" y="10"/>
                  </a:cubicBezTo>
                  <a:cubicBezTo>
                    <a:pt x="12" y="8"/>
                    <a:pt x="11" y="7"/>
                    <a:pt x="10" y="6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5" name="Freeform 1968">
              <a:extLst>
                <a:ext uri="{FF2B5EF4-FFF2-40B4-BE49-F238E27FC236}">
                  <a16:creationId xmlns:a16="http://schemas.microsoft.com/office/drawing/2014/main" id="{649EF261-738F-44C9-A09C-A912A15AD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028"/>
              <a:ext cx="39" cy="29"/>
            </a:xfrm>
            <a:custGeom>
              <a:avLst/>
              <a:gdLst>
                <a:gd name="T0" fmla="*/ 94 w 17"/>
                <a:gd name="T1" fmla="*/ 41 h 12"/>
                <a:gd name="T2" fmla="*/ 48 w 17"/>
                <a:gd name="T3" fmla="*/ 87 h 12"/>
                <a:gd name="T4" fmla="*/ 122 w 17"/>
                <a:gd name="T5" fmla="*/ 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8" y="3"/>
                  </a:moveTo>
                  <a:cubicBezTo>
                    <a:pt x="4" y="0"/>
                    <a:pt x="0" y="2"/>
                    <a:pt x="4" y="6"/>
                  </a:cubicBezTo>
                  <a:cubicBezTo>
                    <a:pt x="9" y="12"/>
                    <a:pt x="17" y="7"/>
                    <a:pt x="10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6" name="Freeform 1969">
              <a:extLst>
                <a:ext uri="{FF2B5EF4-FFF2-40B4-BE49-F238E27FC236}">
                  <a16:creationId xmlns:a16="http://schemas.microsoft.com/office/drawing/2014/main" id="{871B12FD-3859-4D85-8F39-5F58874BF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998"/>
              <a:ext cx="23" cy="20"/>
            </a:xfrm>
            <a:custGeom>
              <a:avLst/>
              <a:gdLst>
                <a:gd name="T0" fmla="*/ 94 w 10"/>
                <a:gd name="T1" fmla="*/ 50 h 8"/>
                <a:gd name="T2" fmla="*/ 0 w 10"/>
                <a:gd name="T3" fmla="*/ 20 h 8"/>
                <a:gd name="T4" fmla="*/ 122 w 10"/>
                <a:gd name="T5" fmla="*/ 113 h 8"/>
                <a:gd name="T6" fmla="*/ 94 w 10"/>
                <a:gd name="T7" fmla="*/ 6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8" y="3"/>
                  </a:moveTo>
                  <a:cubicBezTo>
                    <a:pt x="6" y="2"/>
                    <a:pt x="3" y="0"/>
                    <a:pt x="0" y="1"/>
                  </a:cubicBezTo>
                  <a:cubicBezTo>
                    <a:pt x="0" y="5"/>
                    <a:pt x="6" y="8"/>
                    <a:pt x="10" y="7"/>
                  </a:cubicBezTo>
                  <a:cubicBezTo>
                    <a:pt x="9" y="6"/>
                    <a:pt x="9" y="5"/>
                    <a:pt x="8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7" name="Freeform 1970">
              <a:extLst>
                <a:ext uri="{FF2B5EF4-FFF2-40B4-BE49-F238E27FC236}">
                  <a16:creationId xmlns:a16="http://schemas.microsoft.com/office/drawing/2014/main" id="{C0C2212D-3238-4BE9-8F53-00BF107FD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388"/>
              <a:ext cx="19" cy="22"/>
            </a:xfrm>
            <a:custGeom>
              <a:avLst/>
              <a:gdLst>
                <a:gd name="T0" fmla="*/ 29 w 8"/>
                <a:gd name="T1" fmla="*/ 0 h 9"/>
                <a:gd name="T2" fmla="*/ 57 w 8"/>
                <a:gd name="T3" fmla="*/ 120 h 9"/>
                <a:gd name="T4" fmla="*/ 40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2" y="0"/>
                  </a:moveTo>
                  <a:cubicBezTo>
                    <a:pt x="1" y="3"/>
                    <a:pt x="0" y="9"/>
                    <a:pt x="4" y="8"/>
                  </a:cubicBezTo>
                  <a:cubicBezTo>
                    <a:pt x="8" y="8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8" name="Freeform 1971">
              <a:extLst>
                <a:ext uri="{FF2B5EF4-FFF2-40B4-BE49-F238E27FC236}">
                  <a16:creationId xmlns:a16="http://schemas.microsoft.com/office/drawing/2014/main" id="{42D970AC-353C-4A41-8B6C-DA2C837BD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248"/>
              <a:ext cx="14" cy="18"/>
            </a:xfrm>
            <a:custGeom>
              <a:avLst/>
              <a:gdLst>
                <a:gd name="T0" fmla="*/ 12 w 6"/>
                <a:gd name="T1" fmla="*/ 0 h 7"/>
                <a:gd name="T2" fmla="*/ 65 w 6"/>
                <a:gd name="T3" fmla="*/ 100 h 7"/>
                <a:gd name="T4" fmla="*/ 28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0"/>
                  </a:moveTo>
                  <a:cubicBezTo>
                    <a:pt x="0" y="4"/>
                    <a:pt x="2" y="7"/>
                    <a:pt x="5" y="6"/>
                  </a:cubicBezTo>
                  <a:cubicBezTo>
                    <a:pt x="6" y="4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49" name="Freeform 1972">
              <a:extLst>
                <a:ext uri="{FF2B5EF4-FFF2-40B4-BE49-F238E27FC236}">
                  <a16:creationId xmlns:a16="http://schemas.microsoft.com/office/drawing/2014/main" id="{7CC8A242-87C8-4BF9-9B55-1ED863938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026"/>
              <a:ext cx="18" cy="41"/>
            </a:xfrm>
            <a:custGeom>
              <a:avLst/>
              <a:gdLst>
                <a:gd name="T0" fmla="*/ 0 w 8"/>
                <a:gd name="T1" fmla="*/ 70 h 17"/>
                <a:gd name="T2" fmla="*/ 92 w 8"/>
                <a:gd name="T3" fmla="*/ 128 h 17"/>
                <a:gd name="T4" fmla="*/ 0 w 8"/>
                <a:gd name="T5" fmla="*/ 5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0" y="5"/>
                  </a:moveTo>
                  <a:cubicBezTo>
                    <a:pt x="1" y="8"/>
                    <a:pt x="6" y="17"/>
                    <a:pt x="8" y="9"/>
                  </a:cubicBezTo>
                  <a:cubicBezTo>
                    <a:pt x="8" y="6"/>
                    <a:pt x="2" y="0"/>
                    <a:pt x="0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0" name="Freeform 1973">
              <a:extLst>
                <a:ext uri="{FF2B5EF4-FFF2-40B4-BE49-F238E27FC236}">
                  <a16:creationId xmlns:a16="http://schemas.microsoft.com/office/drawing/2014/main" id="{5017CD3B-8FBA-48FF-8BB4-0C580F5A1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901"/>
              <a:ext cx="16" cy="29"/>
            </a:xfrm>
            <a:custGeom>
              <a:avLst/>
              <a:gdLst>
                <a:gd name="T0" fmla="*/ 0 w 7"/>
                <a:gd name="T1" fmla="*/ 58 h 12"/>
                <a:gd name="T2" fmla="*/ 48 w 7"/>
                <a:gd name="T3" fmla="*/ 169 h 12"/>
                <a:gd name="T4" fmla="*/ 11 w 7"/>
                <a:gd name="T5" fmla="*/ 0 h 12"/>
                <a:gd name="T6" fmla="*/ 0 w 7"/>
                <a:gd name="T7" fmla="*/ 2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0" y="4"/>
                  </a:moveTo>
                  <a:cubicBezTo>
                    <a:pt x="1" y="7"/>
                    <a:pt x="1" y="10"/>
                    <a:pt x="4" y="12"/>
                  </a:cubicBezTo>
                  <a:cubicBezTo>
                    <a:pt x="7" y="9"/>
                    <a:pt x="5" y="2"/>
                    <a:pt x="1" y="0"/>
                  </a:cubicBezTo>
                  <a:cubicBezTo>
                    <a:pt x="1" y="1"/>
                    <a:pt x="1" y="1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1" name="Freeform 1974">
              <a:extLst>
                <a:ext uri="{FF2B5EF4-FFF2-40B4-BE49-F238E27FC236}">
                  <a16:creationId xmlns:a16="http://schemas.microsoft.com/office/drawing/2014/main" id="{1808A437-952C-47B2-871B-D9E53974B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852"/>
              <a:ext cx="12" cy="19"/>
            </a:xfrm>
            <a:custGeom>
              <a:avLst/>
              <a:gdLst>
                <a:gd name="T0" fmla="*/ 0 w 5"/>
                <a:gd name="T1" fmla="*/ 40 h 8"/>
                <a:gd name="T2" fmla="*/ 41 w 5"/>
                <a:gd name="T3" fmla="*/ 107 h 8"/>
                <a:gd name="T4" fmla="*/ 29 w 5"/>
                <a:gd name="T5" fmla="*/ 0 h 8"/>
                <a:gd name="T6" fmla="*/ 12 w 5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3"/>
                  </a:moveTo>
                  <a:cubicBezTo>
                    <a:pt x="0" y="6"/>
                    <a:pt x="1" y="7"/>
                    <a:pt x="3" y="8"/>
                  </a:cubicBezTo>
                  <a:cubicBezTo>
                    <a:pt x="5" y="6"/>
                    <a:pt x="5" y="2"/>
                    <a:pt x="2" y="0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2" name="Freeform 1975">
              <a:extLst>
                <a:ext uri="{FF2B5EF4-FFF2-40B4-BE49-F238E27FC236}">
                  <a16:creationId xmlns:a16="http://schemas.microsoft.com/office/drawing/2014/main" id="{D1095A11-A48D-4623-90D3-1D47F8831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705"/>
              <a:ext cx="62" cy="44"/>
            </a:xfrm>
            <a:custGeom>
              <a:avLst/>
              <a:gdLst>
                <a:gd name="T0" fmla="*/ 122 w 27"/>
                <a:gd name="T1" fmla="*/ 42 h 18"/>
                <a:gd name="T2" fmla="*/ 232 w 27"/>
                <a:gd name="T3" fmla="*/ 191 h 18"/>
                <a:gd name="T4" fmla="*/ 326 w 27"/>
                <a:gd name="T5" fmla="*/ 59 h 18"/>
                <a:gd name="T6" fmla="*/ 168 w 27"/>
                <a:gd name="T7" fmla="*/ 4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8">
                  <a:moveTo>
                    <a:pt x="10" y="3"/>
                  </a:moveTo>
                  <a:cubicBezTo>
                    <a:pt x="0" y="9"/>
                    <a:pt x="11" y="18"/>
                    <a:pt x="19" y="13"/>
                  </a:cubicBezTo>
                  <a:cubicBezTo>
                    <a:pt x="22" y="11"/>
                    <a:pt x="19" y="4"/>
                    <a:pt x="27" y="4"/>
                  </a:cubicBezTo>
                  <a:cubicBezTo>
                    <a:pt x="24" y="0"/>
                    <a:pt x="17" y="1"/>
                    <a:pt x="14" y="3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3" name="Freeform 1976">
              <a:extLst>
                <a:ext uri="{FF2B5EF4-FFF2-40B4-BE49-F238E27FC236}">
                  <a16:creationId xmlns:a16="http://schemas.microsoft.com/office/drawing/2014/main" id="{99618A9F-A8D4-4B45-97B3-7E3183F05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754"/>
              <a:ext cx="51" cy="36"/>
            </a:xfrm>
            <a:custGeom>
              <a:avLst/>
              <a:gdLst>
                <a:gd name="T0" fmla="*/ 236 w 22"/>
                <a:gd name="T1" fmla="*/ 0 h 15"/>
                <a:gd name="T2" fmla="*/ 114 w 22"/>
                <a:gd name="T3" fmla="*/ 149 h 15"/>
                <a:gd name="T4" fmla="*/ 225 w 22"/>
                <a:gd name="T5" fmla="*/ 41 h 15"/>
                <a:gd name="T6" fmla="*/ 274 w 22"/>
                <a:gd name="T7" fmla="*/ 2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5">
                  <a:moveTo>
                    <a:pt x="19" y="0"/>
                  </a:moveTo>
                  <a:cubicBezTo>
                    <a:pt x="13" y="0"/>
                    <a:pt x="0" y="6"/>
                    <a:pt x="9" y="11"/>
                  </a:cubicBezTo>
                  <a:cubicBezTo>
                    <a:pt x="16" y="15"/>
                    <a:pt x="20" y="8"/>
                    <a:pt x="18" y="3"/>
                  </a:cubicBezTo>
                  <a:cubicBezTo>
                    <a:pt x="19" y="2"/>
                    <a:pt x="20" y="2"/>
                    <a:pt x="22" y="2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4" name="Freeform 1977">
              <a:extLst>
                <a:ext uri="{FF2B5EF4-FFF2-40B4-BE49-F238E27FC236}">
                  <a16:creationId xmlns:a16="http://schemas.microsoft.com/office/drawing/2014/main" id="{AB1041B3-F904-4770-B566-7ED8EDF0C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3114"/>
              <a:ext cx="35" cy="71"/>
            </a:xfrm>
            <a:custGeom>
              <a:avLst/>
              <a:gdLst>
                <a:gd name="T0" fmla="*/ 163 w 15"/>
                <a:gd name="T1" fmla="*/ 42 h 29"/>
                <a:gd name="T2" fmla="*/ 103 w 15"/>
                <a:gd name="T3" fmla="*/ 323 h 29"/>
                <a:gd name="T4" fmla="*/ 142 w 15"/>
                <a:gd name="T5" fmla="*/ 132 h 29"/>
                <a:gd name="T6" fmla="*/ 191 w 15"/>
                <a:gd name="T7" fmla="*/ 5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9">
                  <a:moveTo>
                    <a:pt x="13" y="3"/>
                  </a:moveTo>
                  <a:cubicBezTo>
                    <a:pt x="0" y="0"/>
                    <a:pt x="2" y="29"/>
                    <a:pt x="8" y="22"/>
                  </a:cubicBezTo>
                  <a:cubicBezTo>
                    <a:pt x="10" y="19"/>
                    <a:pt x="9" y="12"/>
                    <a:pt x="11" y="9"/>
                  </a:cubicBezTo>
                  <a:cubicBezTo>
                    <a:pt x="12" y="6"/>
                    <a:pt x="15" y="8"/>
                    <a:pt x="15" y="4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5" name="Freeform 1978">
              <a:extLst>
                <a:ext uri="{FF2B5EF4-FFF2-40B4-BE49-F238E27FC236}">
                  <a16:creationId xmlns:a16="http://schemas.microsoft.com/office/drawing/2014/main" id="{9F58F3F7-BD45-46DE-A29F-162ADB32C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3595"/>
              <a:ext cx="28" cy="44"/>
            </a:xfrm>
            <a:custGeom>
              <a:avLst/>
              <a:gdLst>
                <a:gd name="T0" fmla="*/ 77 w 12"/>
                <a:gd name="T1" fmla="*/ 0 h 18"/>
                <a:gd name="T2" fmla="*/ 114 w 12"/>
                <a:gd name="T3" fmla="*/ 264 h 18"/>
                <a:gd name="T4" fmla="*/ 152 w 12"/>
                <a:gd name="T5" fmla="*/ 120 h 18"/>
                <a:gd name="T6" fmla="*/ 77 w 12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6" y="0"/>
                  </a:moveTo>
                  <a:cubicBezTo>
                    <a:pt x="0" y="4"/>
                    <a:pt x="2" y="16"/>
                    <a:pt x="9" y="18"/>
                  </a:cubicBezTo>
                  <a:cubicBezTo>
                    <a:pt x="7" y="14"/>
                    <a:pt x="7" y="9"/>
                    <a:pt x="12" y="8"/>
                  </a:cubicBezTo>
                  <a:cubicBezTo>
                    <a:pt x="11" y="4"/>
                    <a:pt x="9" y="2"/>
                    <a:pt x="6" y="0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6" name="Freeform 1979">
              <a:extLst>
                <a:ext uri="{FF2B5EF4-FFF2-40B4-BE49-F238E27FC236}">
                  <a16:creationId xmlns:a16="http://schemas.microsoft.com/office/drawing/2014/main" id="{97FE26CA-0333-4714-A29D-C47F7EC64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3891"/>
              <a:ext cx="49" cy="30"/>
            </a:xfrm>
            <a:custGeom>
              <a:avLst/>
              <a:gdLst>
                <a:gd name="T0" fmla="*/ 114 w 21"/>
                <a:gd name="T1" fmla="*/ 20 h 12"/>
                <a:gd name="T2" fmla="*/ 103 w 21"/>
                <a:gd name="T3" fmla="*/ 188 h 12"/>
                <a:gd name="T4" fmla="*/ 266 w 21"/>
                <a:gd name="T5" fmla="*/ 113 h 12"/>
                <a:gd name="T6" fmla="*/ 163 w 2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9" y="1"/>
                  </a:moveTo>
                  <a:cubicBezTo>
                    <a:pt x="0" y="2"/>
                    <a:pt x="2" y="11"/>
                    <a:pt x="8" y="12"/>
                  </a:cubicBezTo>
                  <a:cubicBezTo>
                    <a:pt x="10" y="12"/>
                    <a:pt x="16" y="7"/>
                    <a:pt x="21" y="7"/>
                  </a:cubicBezTo>
                  <a:cubicBezTo>
                    <a:pt x="21" y="3"/>
                    <a:pt x="17" y="0"/>
                    <a:pt x="13" y="2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7" name="Freeform 1980">
              <a:extLst>
                <a:ext uri="{FF2B5EF4-FFF2-40B4-BE49-F238E27FC236}">
                  <a16:creationId xmlns:a16="http://schemas.microsoft.com/office/drawing/2014/main" id="{95E9C461-34F5-4EB4-B9FD-CC3CA3600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886"/>
              <a:ext cx="39" cy="47"/>
            </a:xfrm>
            <a:custGeom>
              <a:avLst/>
              <a:gdLst>
                <a:gd name="T0" fmla="*/ 158 w 17"/>
                <a:gd name="T1" fmla="*/ 0 h 19"/>
                <a:gd name="T2" fmla="*/ 48 w 17"/>
                <a:gd name="T3" fmla="*/ 275 h 19"/>
                <a:gd name="T4" fmla="*/ 204 w 17"/>
                <a:gd name="T5" fmla="*/ 1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3" y="0"/>
                  </a:moveTo>
                  <a:cubicBezTo>
                    <a:pt x="7" y="4"/>
                    <a:pt x="0" y="11"/>
                    <a:pt x="4" y="18"/>
                  </a:cubicBezTo>
                  <a:cubicBezTo>
                    <a:pt x="14" y="19"/>
                    <a:pt x="11" y="4"/>
                    <a:pt x="17" y="1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8" name="Freeform 1981">
              <a:extLst>
                <a:ext uri="{FF2B5EF4-FFF2-40B4-BE49-F238E27FC236}">
                  <a16:creationId xmlns:a16="http://schemas.microsoft.com/office/drawing/2014/main" id="{D260CF8F-ECC3-4BDE-8842-6527E0705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347"/>
              <a:ext cx="30" cy="64"/>
            </a:xfrm>
            <a:custGeom>
              <a:avLst/>
              <a:gdLst>
                <a:gd name="T0" fmla="*/ 122 w 13"/>
                <a:gd name="T1" fmla="*/ 182 h 26"/>
                <a:gd name="T2" fmla="*/ 0 w 13"/>
                <a:gd name="T3" fmla="*/ 389 h 26"/>
                <a:gd name="T4" fmla="*/ 150 w 13"/>
                <a:gd name="T5" fmla="*/ 236 h 26"/>
                <a:gd name="T6" fmla="*/ 159 w 13"/>
                <a:gd name="T7" fmla="*/ 13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10" y="12"/>
                  </a:moveTo>
                  <a:cubicBezTo>
                    <a:pt x="2" y="0"/>
                    <a:pt x="1" y="23"/>
                    <a:pt x="0" y="26"/>
                  </a:cubicBezTo>
                  <a:cubicBezTo>
                    <a:pt x="3" y="21"/>
                    <a:pt x="4" y="13"/>
                    <a:pt x="12" y="16"/>
                  </a:cubicBezTo>
                  <a:cubicBezTo>
                    <a:pt x="12" y="14"/>
                    <a:pt x="13" y="11"/>
                    <a:pt x="13" y="9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59" name="Freeform 1982">
              <a:extLst>
                <a:ext uri="{FF2B5EF4-FFF2-40B4-BE49-F238E27FC236}">
                  <a16:creationId xmlns:a16="http://schemas.microsoft.com/office/drawing/2014/main" id="{E0664F6D-3D19-4C27-AF76-B0B9A071A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925"/>
              <a:ext cx="34" cy="42"/>
            </a:xfrm>
            <a:custGeom>
              <a:avLst/>
              <a:gdLst>
                <a:gd name="T0" fmla="*/ 73 w 15"/>
                <a:gd name="T1" fmla="*/ 62 h 17"/>
                <a:gd name="T2" fmla="*/ 0 w 15"/>
                <a:gd name="T3" fmla="*/ 74 h 17"/>
                <a:gd name="T4" fmla="*/ 102 w 15"/>
                <a:gd name="T5" fmla="*/ 257 h 17"/>
                <a:gd name="T6" fmla="*/ 93 w 15"/>
                <a:gd name="T7" fmla="*/ 153 h 17"/>
                <a:gd name="T8" fmla="*/ 175 w 15"/>
                <a:gd name="T9" fmla="*/ 153 h 17"/>
                <a:gd name="T10" fmla="*/ 82 w 15"/>
                <a:gd name="T11" fmla="*/ 3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7">
                  <a:moveTo>
                    <a:pt x="6" y="4"/>
                  </a:moveTo>
                  <a:cubicBezTo>
                    <a:pt x="4" y="1"/>
                    <a:pt x="0" y="0"/>
                    <a:pt x="0" y="5"/>
                  </a:cubicBezTo>
                  <a:cubicBezTo>
                    <a:pt x="0" y="8"/>
                    <a:pt x="7" y="16"/>
                    <a:pt x="9" y="17"/>
                  </a:cubicBezTo>
                  <a:cubicBezTo>
                    <a:pt x="8" y="16"/>
                    <a:pt x="9" y="12"/>
                    <a:pt x="8" y="10"/>
                  </a:cubicBezTo>
                  <a:cubicBezTo>
                    <a:pt x="10" y="10"/>
                    <a:pt x="12" y="9"/>
                    <a:pt x="15" y="10"/>
                  </a:cubicBezTo>
                  <a:cubicBezTo>
                    <a:pt x="14" y="6"/>
                    <a:pt x="11" y="4"/>
                    <a:pt x="7" y="2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0" name="Freeform 1983">
              <a:extLst>
                <a:ext uri="{FF2B5EF4-FFF2-40B4-BE49-F238E27FC236}">
                  <a16:creationId xmlns:a16="http://schemas.microsoft.com/office/drawing/2014/main" id="{5147870B-3FBE-4CA7-A7EA-840BF0DAC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682"/>
              <a:ext cx="35" cy="54"/>
            </a:xfrm>
            <a:custGeom>
              <a:avLst/>
              <a:gdLst>
                <a:gd name="T0" fmla="*/ 37 w 15"/>
                <a:gd name="T1" fmla="*/ 71 h 22"/>
                <a:gd name="T2" fmla="*/ 0 w 15"/>
                <a:gd name="T3" fmla="*/ 133 h 22"/>
                <a:gd name="T4" fmla="*/ 49 w 15"/>
                <a:gd name="T5" fmla="*/ 6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3" y="5"/>
                  </a:moveTo>
                  <a:cubicBezTo>
                    <a:pt x="1" y="6"/>
                    <a:pt x="0" y="7"/>
                    <a:pt x="0" y="9"/>
                  </a:cubicBezTo>
                  <a:cubicBezTo>
                    <a:pt x="9" y="22"/>
                    <a:pt x="15" y="0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1" name="Freeform 1984">
              <a:extLst>
                <a:ext uri="{FF2B5EF4-FFF2-40B4-BE49-F238E27FC236}">
                  <a16:creationId xmlns:a16="http://schemas.microsoft.com/office/drawing/2014/main" id="{E2CB1CE5-3A99-4503-A490-F4B7691B9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685"/>
              <a:ext cx="9" cy="15"/>
            </a:xfrm>
            <a:custGeom>
              <a:avLst/>
              <a:gdLst>
                <a:gd name="T0" fmla="*/ 11 w 4"/>
                <a:gd name="T1" fmla="*/ 0 h 6"/>
                <a:gd name="T2" fmla="*/ 0 w 4"/>
                <a:gd name="T3" fmla="*/ 83 h 6"/>
                <a:gd name="T4" fmla="*/ 45 w 4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6"/>
                    <a:pt x="3" y="4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2" name="Freeform 1985">
              <a:extLst>
                <a:ext uri="{FF2B5EF4-FFF2-40B4-BE49-F238E27FC236}">
                  <a16:creationId xmlns:a16="http://schemas.microsoft.com/office/drawing/2014/main" id="{858A449A-1E0E-44F2-BC8F-9A82A14B0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928"/>
              <a:ext cx="13" cy="17"/>
            </a:xfrm>
            <a:custGeom>
              <a:avLst/>
              <a:gdLst>
                <a:gd name="T0" fmla="*/ 33 w 6"/>
                <a:gd name="T1" fmla="*/ 0 h 7"/>
                <a:gd name="T2" fmla="*/ 0 w 6"/>
                <a:gd name="T3" fmla="*/ 29 h 7"/>
                <a:gd name="T4" fmla="*/ 61 w 6"/>
                <a:gd name="T5" fmla="*/ 87 h 7"/>
                <a:gd name="T6" fmla="*/ 43 w 6"/>
                <a:gd name="T7" fmla="*/ 5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0" y="5"/>
                    <a:pt x="2" y="7"/>
                    <a:pt x="6" y="6"/>
                  </a:cubicBezTo>
                  <a:cubicBezTo>
                    <a:pt x="6" y="4"/>
                    <a:pt x="4" y="5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3" name="Freeform 1986">
              <a:extLst>
                <a:ext uri="{FF2B5EF4-FFF2-40B4-BE49-F238E27FC236}">
                  <a16:creationId xmlns:a16="http://schemas.microsoft.com/office/drawing/2014/main" id="{C8F18F40-BFED-41B9-BBBE-ECB104BD7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376"/>
              <a:ext cx="19" cy="20"/>
            </a:xfrm>
            <a:custGeom>
              <a:avLst/>
              <a:gdLst>
                <a:gd name="T0" fmla="*/ 29 w 8"/>
                <a:gd name="T1" fmla="*/ 0 h 8"/>
                <a:gd name="T2" fmla="*/ 12 w 8"/>
                <a:gd name="T3" fmla="*/ 113 h 8"/>
                <a:gd name="T4" fmla="*/ 78 w 8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6" y="8"/>
                    <a:pt x="8" y="6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4" name="Freeform 1987">
              <a:extLst>
                <a:ext uri="{FF2B5EF4-FFF2-40B4-BE49-F238E27FC236}">
                  <a16:creationId xmlns:a16="http://schemas.microsoft.com/office/drawing/2014/main" id="{16100460-213F-4FEF-B222-B8B6483C9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901"/>
              <a:ext cx="23" cy="20"/>
            </a:xfrm>
            <a:custGeom>
              <a:avLst/>
              <a:gdLst>
                <a:gd name="T0" fmla="*/ 37 w 10"/>
                <a:gd name="T1" fmla="*/ 33 h 8"/>
                <a:gd name="T2" fmla="*/ 12 w 10"/>
                <a:gd name="T3" fmla="*/ 113 h 8"/>
                <a:gd name="T4" fmla="*/ 74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6" y="8"/>
                    <a:pt x="10" y="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5" name="Freeform 1988">
              <a:extLst>
                <a:ext uri="{FF2B5EF4-FFF2-40B4-BE49-F238E27FC236}">
                  <a16:creationId xmlns:a16="http://schemas.microsoft.com/office/drawing/2014/main" id="{3F1E6233-3CF7-4289-93C7-17319E9E3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761"/>
              <a:ext cx="23" cy="24"/>
            </a:xfrm>
            <a:custGeom>
              <a:avLst/>
              <a:gdLst>
                <a:gd name="T0" fmla="*/ 37 w 10"/>
                <a:gd name="T1" fmla="*/ 58 h 10"/>
                <a:gd name="T2" fmla="*/ 12 w 10"/>
                <a:gd name="T3" fmla="*/ 127 h 10"/>
                <a:gd name="T4" fmla="*/ 94 w 10"/>
                <a:gd name="T5" fmla="*/ 110 h 10"/>
                <a:gd name="T6" fmla="*/ 64 w 10"/>
                <a:gd name="T7" fmla="*/ 41 h 10"/>
                <a:gd name="T8" fmla="*/ 122 w 10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3" y="4"/>
                  </a:moveTo>
                  <a:cubicBezTo>
                    <a:pt x="2" y="6"/>
                    <a:pt x="0" y="6"/>
                    <a:pt x="1" y="9"/>
                  </a:cubicBezTo>
                  <a:cubicBezTo>
                    <a:pt x="4" y="9"/>
                    <a:pt x="5" y="10"/>
                    <a:pt x="8" y="8"/>
                  </a:cubicBezTo>
                  <a:cubicBezTo>
                    <a:pt x="7" y="7"/>
                    <a:pt x="6" y="5"/>
                    <a:pt x="5" y="3"/>
                  </a:cubicBezTo>
                  <a:cubicBezTo>
                    <a:pt x="6" y="1"/>
                    <a:pt x="8" y="1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6" name="Freeform 1989">
              <a:extLst>
                <a:ext uri="{FF2B5EF4-FFF2-40B4-BE49-F238E27FC236}">
                  <a16:creationId xmlns:a16="http://schemas.microsoft.com/office/drawing/2014/main" id="{90319F47-8769-4691-A1F4-421BBC6C8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109"/>
              <a:ext cx="23" cy="34"/>
            </a:xfrm>
            <a:custGeom>
              <a:avLst/>
              <a:gdLst>
                <a:gd name="T0" fmla="*/ 64 w 10"/>
                <a:gd name="T1" fmla="*/ 12 h 14"/>
                <a:gd name="T2" fmla="*/ 0 w 10"/>
                <a:gd name="T3" fmla="*/ 112 h 14"/>
                <a:gd name="T4" fmla="*/ 4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5" y="1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10" y="14"/>
                    <a:pt x="8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7" name="Freeform 1990">
              <a:extLst>
                <a:ext uri="{FF2B5EF4-FFF2-40B4-BE49-F238E27FC236}">
                  <a16:creationId xmlns:a16="http://schemas.microsoft.com/office/drawing/2014/main" id="{F2DC398C-7AE0-4E02-BAD7-23D9AFE3B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3094"/>
              <a:ext cx="16" cy="13"/>
            </a:xfrm>
            <a:custGeom>
              <a:avLst/>
              <a:gdLst>
                <a:gd name="T0" fmla="*/ 25 w 7"/>
                <a:gd name="T1" fmla="*/ 0 h 5"/>
                <a:gd name="T2" fmla="*/ 11 w 7"/>
                <a:gd name="T3" fmla="*/ 88 h 5"/>
                <a:gd name="T4" fmla="*/ 85 w 7"/>
                <a:gd name="T5" fmla="*/ 0 h 5"/>
                <a:gd name="T6" fmla="*/ 25 w 7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4" y="5"/>
                    <a:pt x="6" y="4"/>
                    <a:pt x="7" y="0"/>
                  </a:cubicBezTo>
                  <a:cubicBezTo>
                    <a:pt x="4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8" name="Freeform 1991">
              <a:extLst>
                <a:ext uri="{FF2B5EF4-FFF2-40B4-BE49-F238E27FC236}">
                  <a16:creationId xmlns:a16="http://schemas.microsoft.com/office/drawing/2014/main" id="{C543026F-7DEA-43E7-B60C-D5C3018C1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3580"/>
              <a:ext cx="60" cy="22"/>
            </a:xfrm>
            <a:custGeom>
              <a:avLst/>
              <a:gdLst>
                <a:gd name="T0" fmla="*/ 187 w 26"/>
                <a:gd name="T1" fmla="*/ 0 h 9"/>
                <a:gd name="T2" fmla="*/ 196 w 26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">
                  <a:moveTo>
                    <a:pt x="15" y="0"/>
                  </a:moveTo>
                  <a:cubicBezTo>
                    <a:pt x="0" y="9"/>
                    <a:pt x="26" y="6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69" name="Freeform 1992">
              <a:extLst>
                <a:ext uri="{FF2B5EF4-FFF2-40B4-BE49-F238E27FC236}">
                  <a16:creationId xmlns:a16="http://schemas.microsoft.com/office/drawing/2014/main" id="{B0753850-B6B2-416F-85A2-27BCC1E29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903"/>
              <a:ext cx="35" cy="15"/>
            </a:xfrm>
            <a:custGeom>
              <a:avLst/>
              <a:gdLst>
                <a:gd name="T0" fmla="*/ 77 w 15"/>
                <a:gd name="T1" fmla="*/ 0 h 6"/>
                <a:gd name="T2" fmla="*/ 0 w 15"/>
                <a:gd name="T3" fmla="*/ 50 h 6"/>
                <a:gd name="T4" fmla="*/ 191 w 15"/>
                <a:gd name="T5" fmla="*/ 50 h 6"/>
                <a:gd name="T6" fmla="*/ 152 w 15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">
                  <a:moveTo>
                    <a:pt x="6" y="0"/>
                  </a:moveTo>
                  <a:cubicBezTo>
                    <a:pt x="3" y="1"/>
                    <a:pt x="1" y="0"/>
                    <a:pt x="0" y="3"/>
                  </a:cubicBezTo>
                  <a:cubicBezTo>
                    <a:pt x="5" y="6"/>
                    <a:pt x="10" y="3"/>
                    <a:pt x="15" y="3"/>
                  </a:cubicBezTo>
                  <a:cubicBezTo>
                    <a:pt x="14" y="2"/>
                    <a:pt x="13" y="2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0" name="Freeform 1993">
              <a:extLst>
                <a:ext uri="{FF2B5EF4-FFF2-40B4-BE49-F238E27FC236}">
                  <a16:creationId xmlns:a16="http://schemas.microsoft.com/office/drawing/2014/main" id="{00B641B9-B65A-4535-95A8-310ED5385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714"/>
              <a:ext cx="92" cy="40"/>
            </a:xfrm>
            <a:custGeom>
              <a:avLst/>
              <a:gdLst>
                <a:gd name="T0" fmla="*/ 0 w 40"/>
                <a:gd name="T1" fmla="*/ 175 h 16"/>
                <a:gd name="T2" fmla="*/ 195 w 40"/>
                <a:gd name="T3" fmla="*/ 0 h 16"/>
                <a:gd name="T4" fmla="*/ 159 w 40"/>
                <a:gd name="T5" fmla="*/ 12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11"/>
                  </a:moveTo>
                  <a:cubicBezTo>
                    <a:pt x="12" y="16"/>
                    <a:pt x="40" y="4"/>
                    <a:pt x="16" y="0"/>
                  </a:cubicBezTo>
                  <a:cubicBezTo>
                    <a:pt x="16" y="3"/>
                    <a:pt x="14" y="6"/>
                    <a:pt x="13" y="8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1" name="Freeform 1994">
              <a:extLst>
                <a:ext uri="{FF2B5EF4-FFF2-40B4-BE49-F238E27FC236}">
                  <a16:creationId xmlns:a16="http://schemas.microsoft.com/office/drawing/2014/main" id="{CBC79F6F-7E46-4AE3-9E18-5A3D6721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979"/>
              <a:ext cx="35" cy="49"/>
            </a:xfrm>
            <a:custGeom>
              <a:avLst/>
              <a:gdLst>
                <a:gd name="T0" fmla="*/ 0 w 15"/>
                <a:gd name="T1" fmla="*/ 71 h 20"/>
                <a:gd name="T2" fmla="*/ 65 w 15"/>
                <a:gd name="T3" fmla="*/ 282 h 20"/>
                <a:gd name="T4" fmla="*/ 126 w 15"/>
                <a:gd name="T5" fmla="*/ 0 h 20"/>
                <a:gd name="T6" fmla="*/ 103 w 15"/>
                <a:gd name="T7" fmla="*/ 14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0" y="5"/>
                  </a:moveTo>
                  <a:cubicBezTo>
                    <a:pt x="2" y="10"/>
                    <a:pt x="5" y="14"/>
                    <a:pt x="5" y="19"/>
                  </a:cubicBezTo>
                  <a:cubicBezTo>
                    <a:pt x="15" y="20"/>
                    <a:pt x="14" y="6"/>
                    <a:pt x="10" y="0"/>
                  </a:cubicBezTo>
                  <a:cubicBezTo>
                    <a:pt x="8" y="3"/>
                    <a:pt x="7" y="7"/>
                    <a:pt x="8" y="10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2" name="Freeform 1995">
              <a:extLst>
                <a:ext uri="{FF2B5EF4-FFF2-40B4-BE49-F238E27FC236}">
                  <a16:creationId xmlns:a16="http://schemas.microsoft.com/office/drawing/2014/main" id="{C274192F-DCC0-49F5-9242-2F62FBFF1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423"/>
              <a:ext cx="46" cy="49"/>
            </a:xfrm>
            <a:custGeom>
              <a:avLst/>
              <a:gdLst>
                <a:gd name="T0" fmla="*/ 37 w 20"/>
                <a:gd name="T1" fmla="*/ 61 h 20"/>
                <a:gd name="T2" fmla="*/ 0 w 20"/>
                <a:gd name="T3" fmla="*/ 265 h 20"/>
                <a:gd name="T4" fmla="*/ 244 w 20"/>
                <a:gd name="T5" fmla="*/ 0 h 20"/>
                <a:gd name="T6" fmla="*/ 147 w 20"/>
                <a:gd name="T7" fmla="*/ 9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0">
                  <a:moveTo>
                    <a:pt x="3" y="4"/>
                  </a:moveTo>
                  <a:cubicBezTo>
                    <a:pt x="2" y="9"/>
                    <a:pt x="0" y="14"/>
                    <a:pt x="0" y="18"/>
                  </a:cubicBezTo>
                  <a:cubicBezTo>
                    <a:pt x="10" y="20"/>
                    <a:pt x="17" y="8"/>
                    <a:pt x="20" y="0"/>
                  </a:cubicBezTo>
                  <a:cubicBezTo>
                    <a:pt x="19" y="3"/>
                    <a:pt x="16" y="6"/>
                    <a:pt x="12" y="6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3" name="Freeform 1996">
              <a:extLst>
                <a:ext uri="{FF2B5EF4-FFF2-40B4-BE49-F238E27FC236}">
                  <a16:creationId xmlns:a16="http://schemas.microsoft.com/office/drawing/2014/main" id="{C2FD34CD-21EB-46FB-8F99-6CE784AAA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845"/>
              <a:ext cx="62" cy="68"/>
            </a:xfrm>
            <a:custGeom>
              <a:avLst/>
              <a:gdLst>
                <a:gd name="T0" fmla="*/ 0 w 27"/>
                <a:gd name="T1" fmla="*/ 401 h 28"/>
                <a:gd name="T2" fmla="*/ 48 w 27"/>
                <a:gd name="T3" fmla="*/ 129 h 28"/>
                <a:gd name="T4" fmla="*/ 48 w 27"/>
                <a:gd name="T5" fmla="*/ 28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0" y="28"/>
                  </a:moveTo>
                  <a:cubicBezTo>
                    <a:pt x="7" y="22"/>
                    <a:pt x="27" y="0"/>
                    <a:pt x="4" y="9"/>
                  </a:cubicBezTo>
                  <a:cubicBezTo>
                    <a:pt x="11" y="12"/>
                    <a:pt x="9" y="17"/>
                    <a:pt x="4" y="20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4" name="Freeform 1997">
              <a:extLst>
                <a:ext uri="{FF2B5EF4-FFF2-40B4-BE49-F238E27FC236}">
                  <a16:creationId xmlns:a16="http://schemas.microsoft.com/office/drawing/2014/main" id="{4BAC067E-BF91-4C71-88E7-7DE14CBBD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3930"/>
              <a:ext cx="80" cy="49"/>
            </a:xfrm>
            <a:custGeom>
              <a:avLst/>
              <a:gdLst>
                <a:gd name="T0" fmla="*/ 0 w 35"/>
                <a:gd name="T1" fmla="*/ 132 h 20"/>
                <a:gd name="T2" fmla="*/ 297 w 35"/>
                <a:gd name="T3" fmla="*/ 223 h 20"/>
                <a:gd name="T4" fmla="*/ 407 w 35"/>
                <a:gd name="T5" fmla="*/ 203 h 20"/>
                <a:gd name="T6" fmla="*/ 261 w 35"/>
                <a:gd name="T7" fmla="*/ 0 h 20"/>
                <a:gd name="T8" fmla="*/ 215 w 35"/>
                <a:gd name="T9" fmla="*/ 13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0">
                  <a:moveTo>
                    <a:pt x="0" y="9"/>
                  </a:moveTo>
                  <a:cubicBezTo>
                    <a:pt x="8" y="8"/>
                    <a:pt x="17" y="15"/>
                    <a:pt x="25" y="15"/>
                  </a:cubicBezTo>
                  <a:cubicBezTo>
                    <a:pt x="29" y="16"/>
                    <a:pt x="32" y="20"/>
                    <a:pt x="34" y="14"/>
                  </a:cubicBezTo>
                  <a:cubicBezTo>
                    <a:pt x="35" y="10"/>
                    <a:pt x="25" y="2"/>
                    <a:pt x="22" y="0"/>
                  </a:cubicBezTo>
                  <a:cubicBezTo>
                    <a:pt x="25" y="5"/>
                    <a:pt x="27" y="14"/>
                    <a:pt x="18" y="9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" name="Freeform 1998">
              <a:extLst>
                <a:ext uri="{FF2B5EF4-FFF2-40B4-BE49-F238E27FC236}">
                  <a16:creationId xmlns:a16="http://schemas.microsoft.com/office/drawing/2014/main" id="{CDDA970C-966B-4445-978C-0FFAB7087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3648"/>
              <a:ext cx="51" cy="45"/>
            </a:xfrm>
            <a:custGeom>
              <a:avLst/>
              <a:gdLst>
                <a:gd name="T0" fmla="*/ 0 w 22"/>
                <a:gd name="T1" fmla="*/ 95 h 18"/>
                <a:gd name="T2" fmla="*/ 102 w 22"/>
                <a:gd name="T3" fmla="*/ 0 h 18"/>
                <a:gd name="T4" fmla="*/ 28 w 22"/>
                <a:gd name="T5" fmla="*/ 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0" y="6"/>
                  </a:moveTo>
                  <a:cubicBezTo>
                    <a:pt x="7" y="18"/>
                    <a:pt x="22" y="8"/>
                    <a:pt x="8" y="0"/>
                  </a:cubicBezTo>
                  <a:cubicBezTo>
                    <a:pt x="7" y="5"/>
                    <a:pt x="5" y="4"/>
                    <a:pt x="2" y="5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6" name="Freeform 1999">
              <a:extLst>
                <a:ext uri="{FF2B5EF4-FFF2-40B4-BE49-F238E27FC236}">
                  <a16:creationId xmlns:a16="http://schemas.microsoft.com/office/drawing/2014/main" id="{0D95EF56-ECF3-4B53-B923-389437209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3173"/>
              <a:ext cx="32" cy="68"/>
            </a:xfrm>
            <a:custGeom>
              <a:avLst/>
              <a:gdLst>
                <a:gd name="T0" fmla="*/ 0 w 14"/>
                <a:gd name="T1" fmla="*/ 170 h 28"/>
                <a:gd name="T2" fmla="*/ 121 w 14"/>
                <a:gd name="T3" fmla="*/ 0 h 28"/>
                <a:gd name="T4" fmla="*/ 85 w 14"/>
                <a:gd name="T5" fmla="*/ 141 h 28"/>
                <a:gd name="T6" fmla="*/ 57 w 14"/>
                <a:gd name="T7" fmla="*/ 11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8">
                  <a:moveTo>
                    <a:pt x="0" y="12"/>
                  </a:moveTo>
                  <a:cubicBezTo>
                    <a:pt x="4" y="28"/>
                    <a:pt x="14" y="8"/>
                    <a:pt x="10" y="0"/>
                  </a:cubicBezTo>
                  <a:cubicBezTo>
                    <a:pt x="9" y="3"/>
                    <a:pt x="8" y="7"/>
                    <a:pt x="7" y="10"/>
                  </a:cubicBezTo>
                  <a:cubicBezTo>
                    <a:pt x="5" y="10"/>
                    <a:pt x="6" y="9"/>
                    <a:pt x="5" y="8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7" name="Freeform 2000">
              <a:extLst>
                <a:ext uri="{FF2B5EF4-FFF2-40B4-BE49-F238E27FC236}">
                  <a16:creationId xmlns:a16="http://schemas.microsoft.com/office/drawing/2014/main" id="{B04E393B-008A-44FB-879A-7012E8DCD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741"/>
              <a:ext cx="48" cy="40"/>
            </a:xfrm>
            <a:custGeom>
              <a:avLst/>
              <a:gdLst>
                <a:gd name="T0" fmla="*/ 0 w 21"/>
                <a:gd name="T1" fmla="*/ 250 h 16"/>
                <a:gd name="T2" fmla="*/ 37 w 21"/>
                <a:gd name="T3" fmla="*/ 20 h 16"/>
                <a:gd name="T4" fmla="*/ 85 w 21"/>
                <a:gd name="T5" fmla="*/ 15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0" y="16"/>
                  </a:moveTo>
                  <a:cubicBezTo>
                    <a:pt x="11" y="12"/>
                    <a:pt x="21" y="0"/>
                    <a:pt x="3" y="1"/>
                  </a:cubicBezTo>
                  <a:cubicBezTo>
                    <a:pt x="5" y="4"/>
                    <a:pt x="6" y="8"/>
                    <a:pt x="7" y="10"/>
                  </a:cubicBezTo>
                </a:path>
              </a:pathLst>
            </a:custGeom>
            <a:solidFill>
              <a:srgbClr val="D69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8" name="Freeform 2001">
              <a:extLst>
                <a:ext uri="{FF2B5EF4-FFF2-40B4-BE49-F238E27FC236}">
                  <a16:creationId xmlns:a16="http://schemas.microsoft.com/office/drawing/2014/main" id="{70A99F12-E3D7-4BFC-86AB-B1DCAB020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170"/>
              <a:ext cx="12" cy="15"/>
            </a:xfrm>
            <a:custGeom>
              <a:avLst/>
              <a:gdLst>
                <a:gd name="T0" fmla="*/ 29 w 5"/>
                <a:gd name="T1" fmla="*/ 63 h 6"/>
                <a:gd name="T2" fmla="*/ 29 w 5"/>
                <a:gd name="T3" fmla="*/ 95 h 6"/>
                <a:gd name="T4" fmla="*/ 58 w 5"/>
                <a:gd name="T5" fmla="*/ 20 h 6"/>
                <a:gd name="T6" fmla="*/ 12 w 5"/>
                <a:gd name="T7" fmla="*/ 6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4"/>
                  </a:moveTo>
                  <a:cubicBezTo>
                    <a:pt x="2" y="5"/>
                    <a:pt x="2" y="5"/>
                    <a:pt x="2" y="6"/>
                  </a:cubicBezTo>
                  <a:cubicBezTo>
                    <a:pt x="4" y="5"/>
                    <a:pt x="5" y="3"/>
                    <a:pt x="4" y="1"/>
                  </a:cubicBezTo>
                  <a:cubicBezTo>
                    <a:pt x="1" y="0"/>
                    <a:pt x="0" y="1"/>
                    <a:pt x="1" y="4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9" name="Freeform 2002">
              <a:extLst>
                <a:ext uri="{FF2B5EF4-FFF2-40B4-BE49-F238E27FC236}">
                  <a16:creationId xmlns:a16="http://schemas.microsoft.com/office/drawing/2014/main" id="{FCD49F2C-9517-48BE-AFFA-D40BA6EF0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197"/>
              <a:ext cx="23" cy="22"/>
            </a:xfrm>
            <a:custGeom>
              <a:avLst/>
              <a:gdLst>
                <a:gd name="T0" fmla="*/ 28 w 10"/>
                <a:gd name="T1" fmla="*/ 0 h 9"/>
                <a:gd name="T2" fmla="*/ 37 w 10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2" y="0"/>
                  </a:moveTo>
                  <a:cubicBezTo>
                    <a:pt x="0" y="9"/>
                    <a:pt x="10" y="0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0" name="Freeform 2003">
              <a:extLst>
                <a:ext uri="{FF2B5EF4-FFF2-40B4-BE49-F238E27FC236}">
                  <a16:creationId xmlns:a16="http://schemas.microsoft.com/office/drawing/2014/main" id="{D87698C1-7FFF-48A0-9FAE-4863F0A9A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207"/>
              <a:ext cx="9" cy="7"/>
            </a:xfrm>
            <a:custGeom>
              <a:avLst/>
              <a:gdLst>
                <a:gd name="T0" fmla="*/ 0 w 4"/>
                <a:gd name="T1" fmla="*/ 12 h 3"/>
                <a:gd name="T2" fmla="*/ 11 w 4"/>
                <a:gd name="T3" fmla="*/ 37 h 3"/>
                <a:gd name="T4" fmla="*/ 11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4" y="1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1" name="Freeform 2004">
              <a:extLst>
                <a:ext uri="{FF2B5EF4-FFF2-40B4-BE49-F238E27FC236}">
                  <a16:creationId xmlns:a16="http://schemas.microsoft.com/office/drawing/2014/main" id="{F3D61396-E0BF-41E1-9AF3-F20DB00A5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190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33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1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2" name="Freeform 2005">
              <a:extLst>
                <a:ext uri="{FF2B5EF4-FFF2-40B4-BE49-F238E27FC236}">
                  <a16:creationId xmlns:a16="http://schemas.microsoft.com/office/drawing/2014/main" id="{8D42AC25-AB5A-4207-83CD-3DC174E0C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219"/>
              <a:ext cx="9" cy="7"/>
            </a:xfrm>
            <a:custGeom>
              <a:avLst/>
              <a:gdLst>
                <a:gd name="T0" fmla="*/ 0 w 4"/>
                <a:gd name="T1" fmla="*/ 12 h 3"/>
                <a:gd name="T2" fmla="*/ 11 w 4"/>
                <a:gd name="T3" fmla="*/ 37 h 3"/>
                <a:gd name="T4" fmla="*/ 45 w 4"/>
                <a:gd name="T5" fmla="*/ 28 h 3"/>
                <a:gd name="T6" fmla="*/ 11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3" y="0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3" name="Freeform 2006">
              <a:extLst>
                <a:ext uri="{FF2B5EF4-FFF2-40B4-BE49-F238E27FC236}">
                  <a16:creationId xmlns:a16="http://schemas.microsoft.com/office/drawing/2014/main" id="{CAE78351-3A51-48A5-A082-E33E70B8E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258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20 w 4"/>
                <a:gd name="T3" fmla="*/ 63 h 4"/>
                <a:gd name="T4" fmla="*/ 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4" y="2"/>
                    <a:pt x="3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4" name="Freeform 2007">
              <a:extLst>
                <a:ext uri="{FF2B5EF4-FFF2-40B4-BE49-F238E27FC236}">
                  <a16:creationId xmlns:a16="http://schemas.microsoft.com/office/drawing/2014/main" id="{A4EA420D-BECF-4207-807A-5BD7B34E5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253"/>
              <a:ext cx="7" cy="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56 h 3"/>
                <a:gd name="T4" fmla="*/ 37 w 3"/>
                <a:gd name="T5" fmla="*/ 21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5" name="Freeform 2008">
              <a:extLst>
                <a:ext uri="{FF2B5EF4-FFF2-40B4-BE49-F238E27FC236}">
                  <a16:creationId xmlns:a16="http://schemas.microsoft.com/office/drawing/2014/main" id="{529D80D3-2C1E-4625-A842-250A6C064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280"/>
              <a:ext cx="7" cy="8"/>
            </a:xfrm>
            <a:custGeom>
              <a:avLst/>
              <a:gdLst>
                <a:gd name="T0" fmla="*/ 0 w 3"/>
                <a:gd name="T1" fmla="*/ 35 h 3"/>
                <a:gd name="T2" fmla="*/ 28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3" y="2"/>
                    <a:pt x="2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6" name="Freeform 2009">
              <a:extLst>
                <a:ext uri="{FF2B5EF4-FFF2-40B4-BE49-F238E27FC236}">
                  <a16:creationId xmlns:a16="http://schemas.microsoft.com/office/drawing/2014/main" id="{BEB7D0A7-A48E-46A7-AD21-5BA5F302E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300"/>
              <a:ext cx="7" cy="7"/>
            </a:xfrm>
            <a:custGeom>
              <a:avLst/>
              <a:gdLst>
                <a:gd name="T0" fmla="*/ 0 w 3"/>
                <a:gd name="T1" fmla="*/ 12 h 3"/>
                <a:gd name="T2" fmla="*/ 0 w 3"/>
                <a:gd name="T3" fmla="*/ 37 h 3"/>
                <a:gd name="T4" fmla="*/ 37 w 3"/>
                <a:gd name="T5" fmla="*/ 28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7" name="Freeform 2010">
              <a:extLst>
                <a:ext uri="{FF2B5EF4-FFF2-40B4-BE49-F238E27FC236}">
                  <a16:creationId xmlns:a16="http://schemas.microsoft.com/office/drawing/2014/main" id="{9D5DF813-EC0F-4424-827A-7A833B7A8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283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8" name="Freeform 2011">
              <a:extLst>
                <a:ext uri="{FF2B5EF4-FFF2-40B4-BE49-F238E27FC236}">
                  <a16:creationId xmlns:a16="http://schemas.microsoft.com/office/drawing/2014/main" id="{3620245B-C8D0-4F6B-9252-125F26568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327"/>
              <a:ext cx="7" cy="5"/>
            </a:xfrm>
            <a:custGeom>
              <a:avLst/>
              <a:gdLst>
                <a:gd name="T0" fmla="*/ 0 w 3"/>
                <a:gd name="T1" fmla="*/ 0 h 2"/>
                <a:gd name="T2" fmla="*/ 28 w 3"/>
                <a:gd name="T3" fmla="*/ 33 h 2"/>
                <a:gd name="T4" fmla="*/ 28 w 3"/>
                <a:gd name="T5" fmla="*/ 0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3" y="1"/>
                    <a:pt x="2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89" name="Freeform 2012">
              <a:extLst>
                <a:ext uri="{FF2B5EF4-FFF2-40B4-BE49-F238E27FC236}">
                  <a16:creationId xmlns:a16="http://schemas.microsoft.com/office/drawing/2014/main" id="{1E6905A4-46BA-4E2D-BC0D-B84E1DD8E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356"/>
              <a:ext cx="7" cy="5"/>
            </a:xfrm>
            <a:custGeom>
              <a:avLst/>
              <a:gdLst>
                <a:gd name="T0" fmla="*/ 0 w 3"/>
                <a:gd name="T1" fmla="*/ 0 h 2"/>
                <a:gd name="T2" fmla="*/ 12 w 3"/>
                <a:gd name="T3" fmla="*/ 33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3" y="1"/>
                    <a:pt x="3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0" name="Freeform 2013">
              <a:extLst>
                <a:ext uri="{FF2B5EF4-FFF2-40B4-BE49-F238E27FC236}">
                  <a16:creationId xmlns:a16="http://schemas.microsoft.com/office/drawing/2014/main" id="{65518179-752B-4612-B63A-89289F805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339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56 h 3"/>
                <a:gd name="T4" fmla="*/ 37 w 3"/>
                <a:gd name="T5" fmla="*/ 21 h 3"/>
                <a:gd name="T6" fmla="*/ 12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2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1" name="Freeform 2014">
              <a:extLst>
                <a:ext uri="{FF2B5EF4-FFF2-40B4-BE49-F238E27FC236}">
                  <a16:creationId xmlns:a16="http://schemas.microsoft.com/office/drawing/2014/main" id="{1E28267A-F5E4-4559-959D-1DA76AF19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320"/>
              <a:ext cx="7" cy="9"/>
            </a:xfrm>
            <a:custGeom>
              <a:avLst/>
              <a:gdLst>
                <a:gd name="T0" fmla="*/ 0 w 3"/>
                <a:gd name="T1" fmla="*/ 25 h 4"/>
                <a:gd name="T2" fmla="*/ 12 w 3"/>
                <a:gd name="T3" fmla="*/ 45 h 4"/>
                <a:gd name="T4" fmla="*/ 37 w 3"/>
                <a:gd name="T5" fmla="*/ 36 h 4"/>
                <a:gd name="T6" fmla="*/ 0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2" name="Freeform 2015">
              <a:extLst>
                <a:ext uri="{FF2B5EF4-FFF2-40B4-BE49-F238E27FC236}">
                  <a16:creationId xmlns:a16="http://schemas.microsoft.com/office/drawing/2014/main" id="{5F05C590-1D39-4705-B5F3-5A5C827D3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293"/>
              <a:ext cx="9" cy="12"/>
            </a:xfrm>
            <a:custGeom>
              <a:avLst/>
              <a:gdLst>
                <a:gd name="T0" fmla="*/ 11 w 4"/>
                <a:gd name="T1" fmla="*/ 29 h 5"/>
                <a:gd name="T2" fmla="*/ 11 w 4"/>
                <a:gd name="T3" fmla="*/ 70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4"/>
                    <a:pt x="0" y="4"/>
                    <a:pt x="1" y="5"/>
                  </a:cubicBezTo>
                  <a:cubicBezTo>
                    <a:pt x="4" y="4"/>
                    <a:pt x="4" y="2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3" name="Freeform 2016">
              <a:extLst>
                <a:ext uri="{FF2B5EF4-FFF2-40B4-BE49-F238E27FC236}">
                  <a16:creationId xmlns:a16="http://schemas.microsoft.com/office/drawing/2014/main" id="{7CBD8A6E-8C81-40FE-ADEF-D0DF1B453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263"/>
              <a:ext cx="9" cy="8"/>
            </a:xfrm>
            <a:custGeom>
              <a:avLst/>
              <a:gdLst>
                <a:gd name="T0" fmla="*/ 11 w 4"/>
                <a:gd name="T1" fmla="*/ 56 h 3"/>
                <a:gd name="T2" fmla="*/ 36 w 4"/>
                <a:gd name="T3" fmla="*/ 56 h 3"/>
                <a:gd name="T4" fmla="*/ 0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2" y="3"/>
                    <a:pt x="2" y="3"/>
                    <a:pt x="3" y="3"/>
                  </a:cubicBez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4" name="Freeform 2017">
              <a:extLst>
                <a:ext uri="{FF2B5EF4-FFF2-40B4-BE49-F238E27FC236}">
                  <a16:creationId xmlns:a16="http://schemas.microsoft.com/office/drawing/2014/main" id="{E285C089-FD43-4B87-95C5-15032357C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231"/>
              <a:ext cx="7" cy="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5" name="Freeform 2018">
              <a:extLst>
                <a:ext uri="{FF2B5EF4-FFF2-40B4-BE49-F238E27FC236}">
                  <a16:creationId xmlns:a16="http://schemas.microsoft.com/office/drawing/2014/main" id="{CCA88B32-56F2-435C-BF9F-9AC12A7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229"/>
              <a:ext cx="5" cy="7"/>
            </a:xfrm>
            <a:custGeom>
              <a:avLst/>
              <a:gdLst>
                <a:gd name="T0" fmla="*/ 0 w 2"/>
                <a:gd name="T1" fmla="*/ 12 h 3"/>
                <a:gd name="T2" fmla="*/ 20 w 2"/>
                <a:gd name="T3" fmla="*/ 37 h 3"/>
                <a:gd name="T4" fmla="*/ 33 w 2"/>
                <a:gd name="T5" fmla="*/ 28 h 3"/>
                <a:gd name="T6" fmla="*/ 33 w 2"/>
                <a:gd name="T7" fmla="*/ 12 h 3"/>
                <a:gd name="T8" fmla="*/ 0 w 2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1" y="2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6" name="Freeform 2019">
              <a:extLst>
                <a:ext uri="{FF2B5EF4-FFF2-40B4-BE49-F238E27FC236}">
                  <a16:creationId xmlns:a16="http://schemas.microsoft.com/office/drawing/2014/main" id="{CA2FB286-69F6-4649-AB84-CAFC3C3D3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143"/>
              <a:ext cx="4" cy="7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7 h 3"/>
                <a:gd name="T4" fmla="*/ 8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1" y="2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7" name="Freeform 2020">
              <a:extLst>
                <a:ext uri="{FF2B5EF4-FFF2-40B4-BE49-F238E27FC236}">
                  <a16:creationId xmlns:a16="http://schemas.microsoft.com/office/drawing/2014/main" id="{5A7BE1AA-CE5B-4C03-AC28-D6DCFD90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2121"/>
              <a:ext cx="7" cy="7"/>
            </a:xfrm>
            <a:custGeom>
              <a:avLst/>
              <a:gdLst>
                <a:gd name="T0" fmla="*/ 12 w 3"/>
                <a:gd name="T1" fmla="*/ 0 h 3"/>
                <a:gd name="T2" fmla="*/ 28 w 3"/>
                <a:gd name="T3" fmla="*/ 37 h 3"/>
                <a:gd name="T4" fmla="*/ 12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2"/>
                    <a:pt x="0" y="3"/>
                    <a:pt x="2" y="3"/>
                  </a:cubicBezTo>
                  <a:cubicBezTo>
                    <a:pt x="3" y="1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8" name="Freeform 2021">
              <a:extLst>
                <a:ext uri="{FF2B5EF4-FFF2-40B4-BE49-F238E27FC236}">
                  <a16:creationId xmlns:a16="http://schemas.microsoft.com/office/drawing/2014/main" id="{F1B80A25-0A55-48CE-9930-FFEC5D88B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150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33 h 2"/>
                <a:gd name="T4" fmla="*/ 28 w 3"/>
                <a:gd name="T5" fmla="*/ 33 h 2"/>
                <a:gd name="T6" fmla="*/ 12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99" name="Freeform 2022">
              <a:extLst>
                <a:ext uri="{FF2B5EF4-FFF2-40B4-BE49-F238E27FC236}">
                  <a16:creationId xmlns:a16="http://schemas.microsoft.com/office/drawing/2014/main" id="{2E4ECE04-2BDF-4C1E-8D98-28353C5CD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75"/>
              <a:ext cx="7" cy="7"/>
            </a:xfrm>
            <a:custGeom>
              <a:avLst/>
              <a:gdLst>
                <a:gd name="T0" fmla="*/ 0 w 3"/>
                <a:gd name="T1" fmla="*/ 12 h 3"/>
                <a:gd name="T2" fmla="*/ 0 w 3"/>
                <a:gd name="T3" fmla="*/ 37 h 3"/>
                <a:gd name="T4" fmla="*/ 37 w 3"/>
                <a:gd name="T5" fmla="*/ 28 h 3"/>
                <a:gd name="T6" fmla="*/ 28 w 3"/>
                <a:gd name="T7" fmla="*/ 0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0" name="Freeform 2023">
              <a:extLst>
                <a:ext uri="{FF2B5EF4-FFF2-40B4-BE49-F238E27FC236}">
                  <a16:creationId xmlns:a16="http://schemas.microsoft.com/office/drawing/2014/main" id="{DEEEF02E-21EB-42B9-994F-4B064104B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959"/>
              <a:ext cx="7" cy="7"/>
            </a:xfrm>
            <a:custGeom>
              <a:avLst/>
              <a:gdLst>
                <a:gd name="T0" fmla="*/ 0 w 3"/>
                <a:gd name="T1" fmla="*/ 28 h 3"/>
                <a:gd name="T2" fmla="*/ 12 w 3"/>
                <a:gd name="T3" fmla="*/ 37 h 3"/>
                <a:gd name="T4" fmla="*/ 28 w 3"/>
                <a:gd name="T5" fmla="*/ 0 h 3"/>
                <a:gd name="T6" fmla="*/ 12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3" y="2"/>
                    <a:pt x="3" y="3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1" name="Freeform 2024">
              <a:extLst>
                <a:ext uri="{FF2B5EF4-FFF2-40B4-BE49-F238E27FC236}">
                  <a16:creationId xmlns:a16="http://schemas.microsoft.com/office/drawing/2014/main" id="{D6CB75B8-3B0A-418E-85CE-0EB44EC61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986"/>
              <a:ext cx="7" cy="7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28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2"/>
                    <a:pt x="1" y="3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2" name="Freeform 2025">
              <a:extLst>
                <a:ext uri="{FF2B5EF4-FFF2-40B4-BE49-F238E27FC236}">
                  <a16:creationId xmlns:a16="http://schemas.microsoft.com/office/drawing/2014/main" id="{7685E5CB-1767-4A53-8E36-A684C750B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003"/>
              <a:ext cx="6" cy="8"/>
            </a:xfrm>
            <a:custGeom>
              <a:avLst/>
              <a:gdLst>
                <a:gd name="T0" fmla="*/ 0 w 3"/>
                <a:gd name="T1" fmla="*/ 35 h 3"/>
                <a:gd name="T2" fmla="*/ 16 w 3"/>
                <a:gd name="T3" fmla="*/ 35 h 3"/>
                <a:gd name="T4" fmla="*/ 16 w 3"/>
                <a:gd name="T5" fmla="*/ 0 h 3"/>
                <a:gd name="T6" fmla="*/ 0 w 3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3"/>
                    <a:pt x="2" y="2"/>
                    <a:pt x="2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3" name="Freeform 2026">
              <a:extLst>
                <a:ext uri="{FF2B5EF4-FFF2-40B4-BE49-F238E27FC236}">
                  <a16:creationId xmlns:a16="http://schemas.microsoft.com/office/drawing/2014/main" id="{F9B5289F-57C0-4C4E-ABF5-2B46C4A22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2025"/>
              <a:ext cx="7" cy="5"/>
            </a:xfrm>
            <a:custGeom>
              <a:avLst/>
              <a:gdLst>
                <a:gd name="T0" fmla="*/ 0 w 3"/>
                <a:gd name="T1" fmla="*/ 0 h 2"/>
                <a:gd name="T2" fmla="*/ 12 w 3"/>
                <a:gd name="T3" fmla="*/ 33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3" y="1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4" name="Freeform 2027">
              <a:extLst>
                <a:ext uri="{FF2B5EF4-FFF2-40B4-BE49-F238E27FC236}">
                  <a16:creationId xmlns:a16="http://schemas.microsoft.com/office/drawing/2014/main" id="{78E7D960-D81D-4D39-991F-F3E10787D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052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33 h 2"/>
                <a:gd name="T4" fmla="*/ 33 w 2"/>
                <a:gd name="T5" fmla="*/ 2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5" name="Freeform 2028">
              <a:extLst>
                <a:ext uri="{FF2B5EF4-FFF2-40B4-BE49-F238E27FC236}">
                  <a16:creationId xmlns:a16="http://schemas.microsoft.com/office/drawing/2014/main" id="{3A593FEE-7444-4433-A12F-3D3942185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2038"/>
              <a:ext cx="7" cy="7"/>
            </a:xfrm>
            <a:custGeom>
              <a:avLst/>
              <a:gdLst>
                <a:gd name="T0" fmla="*/ 0 w 3"/>
                <a:gd name="T1" fmla="*/ 28 h 3"/>
                <a:gd name="T2" fmla="*/ 12 w 3"/>
                <a:gd name="T3" fmla="*/ 37 h 3"/>
                <a:gd name="T4" fmla="*/ 37 w 3"/>
                <a:gd name="T5" fmla="*/ 0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3" y="2"/>
                    <a:pt x="3" y="2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6" name="Freeform 2029">
              <a:extLst>
                <a:ext uri="{FF2B5EF4-FFF2-40B4-BE49-F238E27FC236}">
                  <a16:creationId xmlns:a16="http://schemas.microsoft.com/office/drawing/2014/main" id="{ACDD232B-C07E-4C36-AED7-799EC0236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069"/>
              <a:ext cx="7" cy="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56 h 3"/>
                <a:gd name="T4" fmla="*/ 37 w 3"/>
                <a:gd name="T5" fmla="*/ 35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7" name="Freeform 2030">
              <a:extLst>
                <a:ext uri="{FF2B5EF4-FFF2-40B4-BE49-F238E27FC236}">
                  <a16:creationId xmlns:a16="http://schemas.microsoft.com/office/drawing/2014/main" id="{5F033470-805C-4C21-A6AD-AF4DC3E20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082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20 w 4"/>
                <a:gd name="T3" fmla="*/ 37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8" name="Freeform 2031">
              <a:extLst>
                <a:ext uri="{FF2B5EF4-FFF2-40B4-BE49-F238E27FC236}">
                  <a16:creationId xmlns:a16="http://schemas.microsoft.com/office/drawing/2014/main" id="{6C502CEB-CF6D-45E1-8F42-50F75D099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109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20 w 4"/>
                <a:gd name="T3" fmla="*/ 37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3" y="2"/>
                    <a:pt x="4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9" name="Freeform 2032">
              <a:extLst>
                <a:ext uri="{FF2B5EF4-FFF2-40B4-BE49-F238E27FC236}">
                  <a16:creationId xmlns:a16="http://schemas.microsoft.com/office/drawing/2014/main" id="{DE126489-C334-46B8-BC9D-12682A889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101"/>
              <a:ext cx="9" cy="8"/>
            </a:xfrm>
            <a:custGeom>
              <a:avLst/>
              <a:gdLst>
                <a:gd name="T0" fmla="*/ 11 w 4"/>
                <a:gd name="T1" fmla="*/ 21 h 3"/>
                <a:gd name="T2" fmla="*/ 11 w 4"/>
                <a:gd name="T3" fmla="*/ 56 h 3"/>
                <a:gd name="T4" fmla="*/ 2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0" name="Freeform 2033">
              <a:extLst>
                <a:ext uri="{FF2B5EF4-FFF2-40B4-BE49-F238E27FC236}">
                  <a16:creationId xmlns:a16="http://schemas.microsoft.com/office/drawing/2014/main" id="{8445E7D5-92AA-4CAB-88D6-D584FCB63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065"/>
              <a:ext cx="5" cy="7"/>
            </a:xfrm>
            <a:custGeom>
              <a:avLst/>
              <a:gdLst>
                <a:gd name="T0" fmla="*/ 0 w 2"/>
                <a:gd name="T1" fmla="*/ 12 h 3"/>
                <a:gd name="T2" fmla="*/ 20 w 2"/>
                <a:gd name="T3" fmla="*/ 37 h 3"/>
                <a:gd name="T4" fmla="*/ 33 w 2"/>
                <a:gd name="T5" fmla="*/ 12 h 3"/>
                <a:gd name="T6" fmla="*/ 2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1" name="Freeform 2034">
              <a:extLst>
                <a:ext uri="{FF2B5EF4-FFF2-40B4-BE49-F238E27FC236}">
                  <a16:creationId xmlns:a16="http://schemas.microsoft.com/office/drawing/2014/main" id="{ED65779E-AAF0-454E-A037-8946B011C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025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56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2" name="Freeform 2035">
              <a:extLst>
                <a:ext uri="{FF2B5EF4-FFF2-40B4-BE49-F238E27FC236}">
                  <a16:creationId xmlns:a16="http://schemas.microsoft.com/office/drawing/2014/main" id="{75D10CFD-D46B-4E9D-9377-3293019DA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986"/>
              <a:ext cx="7" cy="7"/>
            </a:xfrm>
            <a:custGeom>
              <a:avLst/>
              <a:gdLst>
                <a:gd name="T0" fmla="*/ 0 w 3"/>
                <a:gd name="T1" fmla="*/ 12 h 3"/>
                <a:gd name="T2" fmla="*/ 12 w 3"/>
                <a:gd name="T3" fmla="*/ 37 h 3"/>
                <a:gd name="T4" fmla="*/ 37 w 3"/>
                <a:gd name="T5" fmla="*/ 12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0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3" name="Freeform 2036">
              <a:extLst>
                <a:ext uri="{FF2B5EF4-FFF2-40B4-BE49-F238E27FC236}">
                  <a16:creationId xmlns:a16="http://schemas.microsoft.com/office/drawing/2014/main" id="{0458C6E0-7EB6-43A9-B62A-D44DF026B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954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3" y="3"/>
                    <a:pt x="2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4" name="Freeform 2037">
              <a:extLst>
                <a:ext uri="{FF2B5EF4-FFF2-40B4-BE49-F238E27FC236}">
                  <a16:creationId xmlns:a16="http://schemas.microsoft.com/office/drawing/2014/main" id="{80630814-022D-4ABE-BE34-484FF09D7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930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28 h 3"/>
                <a:gd name="T4" fmla="*/ 16 w 2"/>
                <a:gd name="T5" fmla="*/ 12 h 3"/>
                <a:gd name="T6" fmla="*/ 8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1" y="3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5" name="Freeform 2038">
              <a:extLst>
                <a:ext uri="{FF2B5EF4-FFF2-40B4-BE49-F238E27FC236}">
                  <a16:creationId xmlns:a16="http://schemas.microsoft.com/office/drawing/2014/main" id="{21B2E396-47CE-48CD-B83C-124BFEC4B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903"/>
              <a:ext cx="4" cy="7"/>
            </a:xfrm>
            <a:custGeom>
              <a:avLst/>
              <a:gdLst>
                <a:gd name="T0" fmla="*/ 0 w 2"/>
                <a:gd name="T1" fmla="*/ 28 h 3"/>
                <a:gd name="T2" fmla="*/ 8 w 2"/>
                <a:gd name="T3" fmla="*/ 37 h 3"/>
                <a:gd name="T4" fmla="*/ 16 w 2"/>
                <a:gd name="T5" fmla="*/ 12 h 3"/>
                <a:gd name="T6" fmla="*/ 8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2" y="2"/>
                    <a:pt x="2" y="3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6" name="Freeform 2039">
              <a:extLst>
                <a:ext uri="{FF2B5EF4-FFF2-40B4-BE49-F238E27FC236}">
                  <a16:creationId xmlns:a16="http://schemas.microsoft.com/office/drawing/2014/main" id="{F9DA90E1-4535-4A01-B71E-A56E67733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895"/>
              <a:ext cx="3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27 w 1"/>
                <a:gd name="T5" fmla="*/ 20 h 2"/>
                <a:gd name="T6" fmla="*/ 0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7" name="Freeform 2040">
              <a:extLst>
                <a:ext uri="{FF2B5EF4-FFF2-40B4-BE49-F238E27FC236}">
                  <a16:creationId xmlns:a16="http://schemas.microsoft.com/office/drawing/2014/main" id="{333366A4-9701-43EF-A1A7-6EDCE6B28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15"/>
              <a:ext cx="6" cy="7"/>
            </a:xfrm>
            <a:custGeom>
              <a:avLst/>
              <a:gdLst>
                <a:gd name="T0" fmla="*/ 8 w 3"/>
                <a:gd name="T1" fmla="*/ 12 h 3"/>
                <a:gd name="T2" fmla="*/ 0 w 3"/>
                <a:gd name="T3" fmla="*/ 37 h 3"/>
                <a:gd name="T4" fmla="*/ 16 w 3"/>
                <a:gd name="T5" fmla="*/ 28 h 3"/>
                <a:gd name="T6" fmla="*/ 8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3" y="0"/>
                    <a:pt x="2" y="2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8" name="Freeform 2041">
              <a:extLst>
                <a:ext uri="{FF2B5EF4-FFF2-40B4-BE49-F238E27FC236}">
                  <a16:creationId xmlns:a16="http://schemas.microsoft.com/office/drawing/2014/main" id="{FA3DCFEB-542B-4C8B-AF82-A733B9F0C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93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33 w 2"/>
                <a:gd name="T5" fmla="*/ 2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0"/>
                    <a:pt x="1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19" name="Freeform 2042">
              <a:extLst>
                <a:ext uri="{FF2B5EF4-FFF2-40B4-BE49-F238E27FC236}">
                  <a16:creationId xmlns:a16="http://schemas.microsoft.com/office/drawing/2014/main" id="{0A4A1E5B-AA8B-4146-884F-499155735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136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33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0" name="Freeform 2043">
              <a:extLst>
                <a:ext uri="{FF2B5EF4-FFF2-40B4-BE49-F238E27FC236}">
                  <a16:creationId xmlns:a16="http://schemas.microsoft.com/office/drawing/2014/main" id="{1F409404-3401-4735-B4A3-B048A16D8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868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1" name="Freeform 2044">
              <a:extLst>
                <a:ext uri="{FF2B5EF4-FFF2-40B4-BE49-F238E27FC236}">
                  <a16:creationId xmlns:a16="http://schemas.microsoft.com/office/drawing/2014/main" id="{3845C042-A335-47AF-9906-C09BCF22D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844"/>
              <a:ext cx="5" cy="7"/>
            </a:xfrm>
            <a:custGeom>
              <a:avLst/>
              <a:gdLst>
                <a:gd name="T0" fmla="*/ 20 w 2"/>
                <a:gd name="T1" fmla="*/ 12 h 3"/>
                <a:gd name="T2" fmla="*/ 0 w 2"/>
                <a:gd name="T3" fmla="*/ 37 h 3"/>
                <a:gd name="T4" fmla="*/ 33 w 2"/>
                <a:gd name="T5" fmla="*/ 0 h 3"/>
                <a:gd name="T6" fmla="*/ 2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2"/>
                    <a:pt x="2" y="2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2" name="Freeform 2045">
              <a:extLst>
                <a:ext uri="{FF2B5EF4-FFF2-40B4-BE49-F238E27FC236}">
                  <a16:creationId xmlns:a16="http://schemas.microsoft.com/office/drawing/2014/main" id="{AF71FF3E-0B03-416D-B4A3-B89326B4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810"/>
              <a:ext cx="7" cy="7"/>
            </a:xfrm>
            <a:custGeom>
              <a:avLst/>
              <a:gdLst>
                <a:gd name="T0" fmla="*/ 12 w 3"/>
                <a:gd name="T1" fmla="*/ 28 h 3"/>
                <a:gd name="T2" fmla="*/ 0 w 3"/>
                <a:gd name="T3" fmla="*/ 37 h 3"/>
                <a:gd name="T4" fmla="*/ 0 w 3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3" y="2"/>
                    <a:pt x="1" y="0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3" name="Freeform 2046">
              <a:extLst>
                <a:ext uri="{FF2B5EF4-FFF2-40B4-BE49-F238E27FC236}">
                  <a16:creationId xmlns:a16="http://schemas.microsoft.com/office/drawing/2014/main" id="{E2F5A6FE-C178-49F6-A220-18B183CE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773"/>
              <a:ext cx="4" cy="5"/>
            </a:xfrm>
            <a:custGeom>
              <a:avLst/>
              <a:gdLst>
                <a:gd name="T0" fmla="*/ 8 w 2"/>
                <a:gd name="T1" fmla="*/ 20 h 2"/>
                <a:gd name="T2" fmla="*/ 0 w 2"/>
                <a:gd name="T3" fmla="*/ 33 h 2"/>
                <a:gd name="T4" fmla="*/ 16 w 2"/>
                <a:gd name="T5" fmla="*/ 20 h 2"/>
                <a:gd name="T6" fmla="*/ 8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4" name="Freeform 2047">
              <a:extLst>
                <a:ext uri="{FF2B5EF4-FFF2-40B4-BE49-F238E27FC236}">
                  <a16:creationId xmlns:a16="http://schemas.microsoft.com/office/drawing/2014/main" id="{DF699F1B-1C97-481A-B4A2-07442CCB2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763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8 w 1"/>
                <a:gd name="T5" fmla="*/ 20 h 2"/>
                <a:gd name="T6" fmla="*/ 0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5" name="Freeform 2048">
              <a:extLst>
                <a:ext uri="{FF2B5EF4-FFF2-40B4-BE49-F238E27FC236}">
                  <a16:creationId xmlns:a16="http://schemas.microsoft.com/office/drawing/2014/main" id="{869DD8D9-BEA7-4F9C-BDC1-579214BBB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788"/>
              <a:ext cx="7" cy="9"/>
            </a:xfrm>
            <a:custGeom>
              <a:avLst/>
              <a:gdLst>
                <a:gd name="T0" fmla="*/ 12 w 3"/>
                <a:gd name="T1" fmla="*/ 11 h 4"/>
                <a:gd name="T2" fmla="*/ 12 w 3"/>
                <a:gd name="T3" fmla="*/ 45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3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6" name="Freeform 2049">
              <a:extLst>
                <a:ext uri="{FF2B5EF4-FFF2-40B4-BE49-F238E27FC236}">
                  <a16:creationId xmlns:a16="http://schemas.microsoft.com/office/drawing/2014/main" id="{1143EC49-0760-4836-9EEF-BDA463652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778"/>
              <a:ext cx="3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27 w 1"/>
                <a:gd name="T5" fmla="*/ 0 h 2"/>
                <a:gd name="T6" fmla="*/ 27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7" name="Freeform 2050">
              <a:extLst>
                <a:ext uri="{FF2B5EF4-FFF2-40B4-BE49-F238E27FC236}">
                  <a16:creationId xmlns:a16="http://schemas.microsoft.com/office/drawing/2014/main" id="{026FA66A-24EC-4473-B5D3-E21B62770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734"/>
              <a:ext cx="7" cy="4"/>
            </a:xfrm>
            <a:custGeom>
              <a:avLst/>
              <a:gdLst>
                <a:gd name="T0" fmla="*/ 28 w 3"/>
                <a:gd name="T1" fmla="*/ 0 h 2"/>
                <a:gd name="T2" fmla="*/ 12 w 3"/>
                <a:gd name="T3" fmla="*/ 0 h 2"/>
                <a:gd name="T4" fmla="*/ 12 w 3"/>
                <a:gd name="T5" fmla="*/ 16 h 2"/>
                <a:gd name="T6" fmla="*/ 37 w 3"/>
                <a:gd name="T7" fmla="*/ 8 h 2"/>
                <a:gd name="T8" fmla="*/ 28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8" name="Freeform 2051">
              <a:extLst>
                <a:ext uri="{FF2B5EF4-FFF2-40B4-BE49-F238E27FC236}">
                  <a16:creationId xmlns:a16="http://schemas.microsoft.com/office/drawing/2014/main" id="{B4CF042E-B186-4B99-BC57-97DC262C3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734"/>
              <a:ext cx="7" cy="9"/>
            </a:xfrm>
            <a:custGeom>
              <a:avLst/>
              <a:gdLst>
                <a:gd name="T0" fmla="*/ 12 w 3"/>
                <a:gd name="T1" fmla="*/ 25 h 4"/>
                <a:gd name="T2" fmla="*/ 0 w 3"/>
                <a:gd name="T3" fmla="*/ 36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29" name="Freeform 2052">
              <a:extLst>
                <a:ext uri="{FF2B5EF4-FFF2-40B4-BE49-F238E27FC236}">
                  <a16:creationId xmlns:a16="http://schemas.microsoft.com/office/drawing/2014/main" id="{C99A5601-B43E-418F-A1C8-A7A765E7D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707"/>
              <a:ext cx="7" cy="7"/>
            </a:xfrm>
            <a:custGeom>
              <a:avLst/>
              <a:gdLst>
                <a:gd name="T0" fmla="*/ 0 w 3"/>
                <a:gd name="T1" fmla="*/ 12 h 3"/>
                <a:gd name="T2" fmla="*/ 12 w 3"/>
                <a:gd name="T3" fmla="*/ 37 h 3"/>
                <a:gd name="T4" fmla="*/ 37 w 3"/>
                <a:gd name="T5" fmla="*/ 12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0" name="Freeform 2053">
              <a:extLst>
                <a:ext uri="{FF2B5EF4-FFF2-40B4-BE49-F238E27FC236}">
                  <a16:creationId xmlns:a16="http://schemas.microsoft.com/office/drawing/2014/main" id="{814E1B8D-2ECA-4BA2-B501-7FECD309C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680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20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1" name="Freeform 2054">
              <a:extLst>
                <a:ext uri="{FF2B5EF4-FFF2-40B4-BE49-F238E27FC236}">
                  <a16:creationId xmlns:a16="http://schemas.microsoft.com/office/drawing/2014/main" id="{7444CBE7-DCA1-48C6-896D-802BBCF62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655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2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2" name="Freeform 2055">
              <a:extLst>
                <a:ext uri="{FF2B5EF4-FFF2-40B4-BE49-F238E27FC236}">
                  <a16:creationId xmlns:a16="http://schemas.microsoft.com/office/drawing/2014/main" id="{77F8E4A4-B4C8-4ABD-BF6F-6135436DB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677"/>
              <a:ext cx="7" cy="8"/>
            </a:xfrm>
            <a:custGeom>
              <a:avLst/>
              <a:gdLst>
                <a:gd name="T0" fmla="*/ 28 w 3"/>
                <a:gd name="T1" fmla="*/ 21 h 3"/>
                <a:gd name="T2" fmla="*/ 12 w 3"/>
                <a:gd name="T3" fmla="*/ 56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3" name="Freeform 2056">
              <a:extLst>
                <a:ext uri="{FF2B5EF4-FFF2-40B4-BE49-F238E27FC236}">
                  <a16:creationId xmlns:a16="http://schemas.microsoft.com/office/drawing/2014/main" id="{6250CF69-E331-47D6-A4AF-A12333B30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660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0 w 3"/>
                <a:gd name="T3" fmla="*/ 33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4" name="Freeform 2057">
              <a:extLst>
                <a:ext uri="{FF2B5EF4-FFF2-40B4-BE49-F238E27FC236}">
                  <a16:creationId xmlns:a16="http://schemas.microsoft.com/office/drawing/2014/main" id="{163EE126-CCB4-4889-83F0-119E7F265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628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0 w 4"/>
                <a:gd name="T3" fmla="*/ 3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2" y="4"/>
                    <a:pt x="4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5" name="Freeform 2058">
              <a:extLst>
                <a:ext uri="{FF2B5EF4-FFF2-40B4-BE49-F238E27FC236}">
                  <a16:creationId xmlns:a16="http://schemas.microsoft.com/office/drawing/2014/main" id="{C142BE97-4111-47F8-913E-674FAFCA1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611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0 w 3"/>
                <a:gd name="T3" fmla="*/ 28 h 3"/>
                <a:gd name="T4" fmla="*/ 37 w 3"/>
                <a:gd name="T5" fmla="*/ 28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2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6" name="Freeform 2059">
              <a:extLst>
                <a:ext uri="{FF2B5EF4-FFF2-40B4-BE49-F238E27FC236}">
                  <a16:creationId xmlns:a16="http://schemas.microsoft.com/office/drawing/2014/main" id="{CBB3A3A9-84EE-40AC-9BD1-C2FE0A46B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1623"/>
              <a:ext cx="7" cy="8"/>
            </a:xfrm>
            <a:custGeom>
              <a:avLst/>
              <a:gdLst>
                <a:gd name="T0" fmla="*/ 28 w 3"/>
                <a:gd name="T1" fmla="*/ 21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7" name="Freeform 2060">
              <a:extLst>
                <a:ext uri="{FF2B5EF4-FFF2-40B4-BE49-F238E27FC236}">
                  <a16:creationId xmlns:a16="http://schemas.microsoft.com/office/drawing/2014/main" id="{42D577CE-59C8-4ECB-B29B-3267CBB4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606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0 w 3"/>
                <a:gd name="T3" fmla="*/ 28 h 3"/>
                <a:gd name="T4" fmla="*/ 37 w 3"/>
                <a:gd name="T5" fmla="*/ 28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8" name="Freeform 2061">
              <a:extLst>
                <a:ext uri="{FF2B5EF4-FFF2-40B4-BE49-F238E27FC236}">
                  <a16:creationId xmlns:a16="http://schemas.microsoft.com/office/drawing/2014/main" id="{3E56C854-1D12-4D65-AF52-2EF2873AB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626"/>
              <a:ext cx="10" cy="7"/>
            </a:xfrm>
            <a:custGeom>
              <a:avLst/>
              <a:gdLst>
                <a:gd name="T0" fmla="*/ 33 w 4"/>
                <a:gd name="T1" fmla="*/ 0 h 3"/>
                <a:gd name="T2" fmla="*/ 63 w 4"/>
                <a:gd name="T3" fmla="*/ 28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2"/>
                    <a:pt x="3" y="3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39" name="Freeform 2062">
              <a:extLst>
                <a:ext uri="{FF2B5EF4-FFF2-40B4-BE49-F238E27FC236}">
                  <a16:creationId xmlns:a16="http://schemas.microsoft.com/office/drawing/2014/main" id="{6E3460EE-923C-4365-B252-DE297DB52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648"/>
              <a:ext cx="4" cy="5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33 h 2"/>
                <a:gd name="T4" fmla="*/ 16 w 2"/>
                <a:gd name="T5" fmla="*/ 20 h 2"/>
                <a:gd name="T6" fmla="*/ 8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0" name="Freeform 2063">
              <a:extLst>
                <a:ext uri="{FF2B5EF4-FFF2-40B4-BE49-F238E27FC236}">
                  <a16:creationId xmlns:a16="http://schemas.microsoft.com/office/drawing/2014/main" id="{D62622C6-2E7A-45AE-A04B-E96D30EBA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682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8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1" name="Freeform 2064">
              <a:extLst>
                <a:ext uri="{FF2B5EF4-FFF2-40B4-BE49-F238E27FC236}">
                  <a16:creationId xmlns:a16="http://schemas.microsoft.com/office/drawing/2014/main" id="{2D4239D0-CD8C-4854-B654-8521E2970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704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28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2" name="Freeform 2065">
              <a:extLst>
                <a:ext uri="{FF2B5EF4-FFF2-40B4-BE49-F238E27FC236}">
                  <a16:creationId xmlns:a16="http://schemas.microsoft.com/office/drawing/2014/main" id="{E212BD88-5198-490F-9193-72A030C06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746"/>
              <a:ext cx="4" cy="5"/>
            </a:xfrm>
            <a:custGeom>
              <a:avLst/>
              <a:gdLst>
                <a:gd name="T0" fmla="*/ 8 w 2"/>
                <a:gd name="T1" fmla="*/ 20 h 2"/>
                <a:gd name="T2" fmla="*/ 0 w 2"/>
                <a:gd name="T3" fmla="*/ 33 h 2"/>
                <a:gd name="T4" fmla="*/ 16 w 2"/>
                <a:gd name="T5" fmla="*/ 20 h 2"/>
                <a:gd name="T6" fmla="*/ 16 w 2"/>
                <a:gd name="T7" fmla="*/ 0 h 2"/>
                <a:gd name="T8" fmla="*/ 8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3" name="Freeform 2066">
              <a:extLst>
                <a:ext uri="{FF2B5EF4-FFF2-40B4-BE49-F238E27FC236}">
                  <a16:creationId xmlns:a16="http://schemas.microsoft.com/office/drawing/2014/main" id="{2AA97A7C-5013-4762-B46B-3EBF1C411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812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0 w 3"/>
                <a:gd name="T3" fmla="*/ 28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3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4" name="Freeform 2067">
              <a:extLst>
                <a:ext uri="{FF2B5EF4-FFF2-40B4-BE49-F238E27FC236}">
                  <a16:creationId xmlns:a16="http://schemas.microsoft.com/office/drawing/2014/main" id="{6D074CDA-AE2D-4436-9F7F-6106C0DE0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817"/>
              <a:ext cx="5" cy="7"/>
            </a:xfrm>
            <a:custGeom>
              <a:avLst/>
              <a:gdLst>
                <a:gd name="T0" fmla="*/ 0 w 2"/>
                <a:gd name="T1" fmla="*/ 12 h 3"/>
                <a:gd name="T2" fmla="*/ 0 w 2"/>
                <a:gd name="T3" fmla="*/ 37 h 3"/>
                <a:gd name="T4" fmla="*/ 20 w 2"/>
                <a:gd name="T5" fmla="*/ 0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5" name="Freeform 2068">
              <a:extLst>
                <a:ext uri="{FF2B5EF4-FFF2-40B4-BE49-F238E27FC236}">
                  <a16:creationId xmlns:a16="http://schemas.microsoft.com/office/drawing/2014/main" id="{8A91CA12-873F-4C68-993A-3C86CE077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854"/>
              <a:ext cx="9" cy="10"/>
            </a:xfrm>
            <a:custGeom>
              <a:avLst/>
              <a:gdLst>
                <a:gd name="T0" fmla="*/ 11 w 4"/>
                <a:gd name="T1" fmla="*/ 20 h 4"/>
                <a:gd name="T2" fmla="*/ 11 w 4"/>
                <a:gd name="T3" fmla="*/ 63 h 4"/>
                <a:gd name="T4" fmla="*/ 25 w 4"/>
                <a:gd name="T5" fmla="*/ 0 h 4"/>
                <a:gd name="T6" fmla="*/ 25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4" y="1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6" name="Freeform 2069">
              <a:extLst>
                <a:ext uri="{FF2B5EF4-FFF2-40B4-BE49-F238E27FC236}">
                  <a16:creationId xmlns:a16="http://schemas.microsoft.com/office/drawing/2014/main" id="{E32FA82B-FD84-46EE-9C4F-6BD89DCDE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859"/>
              <a:ext cx="5" cy="7"/>
            </a:xfrm>
            <a:custGeom>
              <a:avLst/>
              <a:gdLst>
                <a:gd name="T0" fmla="*/ 20 w 2"/>
                <a:gd name="T1" fmla="*/ 12 h 3"/>
                <a:gd name="T2" fmla="*/ 20 w 2"/>
                <a:gd name="T3" fmla="*/ 37 h 3"/>
                <a:gd name="T4" fmla="*/ 33 w 2"/>
                <a:gd name="T5" fmla="*/ 0 h 3"/>
                <a:gd name="T6" fmla="*/ 0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7" name="Freeform 2070">
              <a:extLst>
                <a:ext uri="{FF2B5EF4-FFF2-40B4-BE49-F238E27FC236}">
                  <a16:creationId xmlns:a16="http://schemas.microsoft.com/office/drawing/2014/main" id="{BD2DCBD8-8CC5-49CB-BC85-B2786E321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883"/>
              <a:ext cx="2" cy="7"/>
            </a:xfrm>
            <a:custGeom>
              <a:avLst/>
              <a:gdLst>
                <a:gd name="T0" fmla="*/ 0 w 1"/>
                <a:gd name="T1" fmla="*/ 12 h 3"/>
                <a:gd name="T2" fmla="*/ 0 w 1"/>
                <a:gd name="T3" fmla="*/ 28 h 3"/>
                <a:gd name="T4" fmla="*/ 8 w 1"/>
                <a:gd name="T5" fmla="*/ 12 h 3"/>
                <a:gd name="T6" fmla="*/ 0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8" name="Freeform 2071">
              <a:extLst>
                <a:ext uri="{FF2B5EF4-FFF2-40B4-BE49-F238E27FC236}">
                  <a16:creationId xmlns:a16="http://schemas.microsoft.com/office/drawing/2014/main" id="{B2753118-FE0D-4D50-AE62-3C82B1C8C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59"/>
              <a:ext cx="6" cy="10"/>
            </a:xfrm>
            <a:custGeom>
              <a:avLst/>
              <a:gdLst>
                <a:gd name="T0" fmla="*/ 8 w 3"/>
                <a:gd name="T1" fmla="*/ 20 h 4"/>
                <a:gd name="T2" fmla="*/ 8 w 3"/>
                <a:gd name="T3" fmla="*/ 63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49" name="Freeform 2072">
              <a:extLst>
                <a:ext uri="{FF2B5EF4-FFF2-40B4-BE49-F238E27FC236}">
                  <a16:creationId xmlns:a16="http://schemas.microsoft.com/office/drawing/2014/main" id="{B65741A8-2A7A-41AF-B09F-22C37470D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586"/>
              <a:ext cx="4" cy="5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33 h 2"/>
                <a:gd name="T4" fmla="*/ 16 w 2"/>
                <a:gd name="T5" fmla="*/ 20 h 2"/>
                <a:gd name="T6" fmla="*/ 8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0" name="Freeform 2073">
              <a:extLst>
                <a:ext uri="{FF2B5EF4-FFF2-40B4-BE49-F238E27FC236}">
                  <a16:creationId xmlns:a16="http://schemas.microsoft.com/office/drawing/2014/main" id="{06448C1A-74D2-4FE3-8E8B-106CE988C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56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1" name="Freeform 2074">
              <a:extLst>
                <a:ext uri="{FF2B5EF4-FFF2-40B4-BE49-F238E27FC236}">
                  <a16:creationId xmlns:a16="http://schemas.microsoft.com/office/drawing/2014/main" id="{40921F53-DDF4-46C4-97AE-A305365C7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562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8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2" name="Freeform 2075">
              <a:extLst>
                <a:ext uri="{FF2B5EF4-FFF2-40B4-BE49-F238E27FC236}">
                  <a16:creationId xmlns:a16="http://schemas.microsoft.com/office/drawing/2014/main" id="{6CBCABDA-B4D7-49C6-A060-B53DA42A4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557"/>
              <a:ext cx="6" cy="7"/>
            </a:xfrm>
            <a:custGeom>
              <a:avLst/>
              <a:gdLst>
                <a:gd name="T0" fmla="*/ 8 w 3"/>
                <a:gd name="T1" fmla="*/ 12 h 3"/>
                <a:gd name="T2" fmla="*/ 8 w 3"/>
                <a:gd name="T3" fmla="*/ 28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3" name="Freeform 2076">
              <a:extLst>
                <a:ext uri="{FF2B5EF4-FFF2-40B4-BE49-F238E27FC236}">
                  <a16:creationId xmlns:a16="http://schemas.microsoft.com/office/drawing/2014/main" id="{538B7563-6BD1-4799-ACB1-899E4649C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537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21 h 3"/>
                <a:gd name="T4" fmla="*/ 33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4" name="Freeform 2077">
              <a:extLst>
                <a:ext uri="{FF2B5EF4-FFF2-40B4-BE49-F238E27FC236}">
                  <a16:creationId xmlns:a16="http://schemas.microsoft.com/office/drawing/2014/main" id="{D3212413-24AF-4B2F-A930-B521962BC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535"/>
              <a:ext cx="5" cy="7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12 h 3"/>
                <a:gd name="T4" fmla="*/ 33 w 2"/>
                <a:gd name="T5" fmla="*/ 28 h 3"/>
                <a:gd name="T6" fmla="*/ 33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5" name="Freeform 2078">
              <a:extLst>
                <a:ext uri="{FF2B5EF4-FFF2-40B4-BE49-F238E27FC236}">
                  <a16:creationId xmlns:a16="http://schemas.microsoft.com/office/drawing/2014/main" id="{CCF7AA9B-741E-44AB-A5C4-B1630ADDA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547"/>
              <a:ext cx="4" cy="5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20 h 2"/>
                <a:gd name="T4" fmla="*/ 16 w 2"/>
                <a:gd name="T5" fmla="*/ 33 h 2"/>
                <a:gd name="T6" fmla="*/ 8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6" name="Freeform 2079">
              <a:extLst>
                <a:ext uri="{FF2B5EF4-FFF2-40B4-BE49-F238E27FC236}">
                  <a16:creationId xmlns:a16="http://schemas.microsoft.com/office/drawing/2014/main" id="{AA949C2E-1AE6-44E8-9EC3-523A6E803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542"/>
              <a:ext cx="14" cy="13"/>
            </a:xfrm>
            <a:custGeom>
              <a:avLst/>
              <a:gdLst>
                <a:gd name="T0" fmla="*/ 28 w 6"/>
                <a:gd name="T1" fmla="*/ 21 h 5"/>
                <a:gd name="T2" fmla="*/ 0 w 6"/>
                <a:gd name="T3" fmla="*/ 34 h 5"/>
                <a:gd name="T4" fmla="*/ 37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5"/>
                    <a:pt x="6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7" name="Freeform 2080">
              <a:extLst>
                <a:ext uri="{FF2B5EF4-FFF2-40B4-BE49-F238E27FC236}">
                  <a16:creationId xmlns:a16="http://schemas.microsoft.com/office/drawing/2014/main" id="{F0DFECC9-E196-4931-9260-187F2108E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25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20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8" name="Freeform 2081">
              <a:extLst>
                <a:ext uri="{FF2B5EF4-FFF2-40B4-BE49-F238E27FC236}">
                  <a16:creationId xmlns:a16="http://schemas.microsoft.com/office/drawing/2014/main" id="{E0EAB774-BE76-47C5-AA13-77F9E55B7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37"/>
              <a:ext cx="7" cy="5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20 h 2"/>
                <a:gd name="T4" fmla="*/ 37 w 3"/>
                <a:gd name="T5" fmla="*/ 20 h 2"/>
                <a:gd name="T6" fmla="*/ 37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59" name="Freeform 2082">
              <a:extLst>
                <a:ext uri="{FF2B5EF4-FFF2-40B4-BE49-F238E27FC236}">
                  <a16:creationId xmlns:a16="http://schemas.microsoft.com/office/drawing/2014/main" id="{7A0024D0-B616-4FD1-B771-B0F672164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520"/>
              <a:ext cx="9" cy="8"/>
            </a:xfrm>
            <a:custGeom>
              <a:avLst/>
              <a:gdLst>
                <a:gd name="T0" fmla="*/ 25 w 4"/>
                <a:gd name="T1" fmla="*/ 21 h 3"/>
                <a:gd name="T2" fmla="*/ 11 w 4"/>
                <a:gd name="T3" fmla="*/ 56 h 3"/>
                <a:gd name="T4" fmla="*/ 36 w 4"/>
                <a:gd name="T5" fmla="*/ 0 h 3"/>
                <a:gd name="T6" fmla="*/ 25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4" y="2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0" name="Freeform 2083">
              <a:extLst>
                <a:ext uri="{FF2B5EF4-FFF2-40B4-BE49-F238E27FC236}">
                  <a16:creationId xmlns:a16="http://schemas.microsoft.com/office/drawing/2014/main" id="{ED044753-5B13-4D50-9FF2-4A7747A0D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533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0 w 3"/>
                <a:gd name="T3" fmla="*/ 28 h 3"/>
                <a:gd name="T4" fmla="*/ 28 w 3"/>
                <a:gd name="T5" fmla="*/ 28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1" name="Freeform 2084">
              <a:extLst>
                <a:ext uri="{FF2B5EF4-FFF2-40B4-BE49-F238E27FC236}">
                  <a16:creationId xmlns:a16="http://schemas.microsoft.com/office/drawing/2014/main" id="{F1D0514E-88B0-4DF2-88B3-D12031120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515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3" y="2"/>
                    <a:pt x="4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2" name="Freeform 2085">
              <a:extLst>
                <a:ext uri="{FF2B5EF4-FFF2-40B4-BE49-F238E27FC236}">
                  <a16:creationId xmlns:a16="http://schemas.microsoft.com/office/drawing/2014/main" id="{E088E538-A112-4FDD-8DA6-2FA6D7C5D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535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8 h 1"/>
                <a:gd name="T4" fmla="*/ 16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1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3" name="Freeform 2086">
              <a:extLst>
                <a:ext uri="{FF2B5EF4-FFF2-40B4-BE49-F238E27FC236}">
                  <a16:creationId xmlns:a16="http://schemas.microsoft.com/office/drawing/2014/main" id="{68483075-D96E-452D-A7AC-F62283523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530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0 w 3"/>
                <a:gd name="T3" fmla="*/ 20 h 2"/>
                <a:gd name="T4" fmla="*/ 28 w 3"/>
                <a:gd name="T5" fmla="*/ 33 h 2"/>
                <a:gd name="T6" fmla="*/ 28 w 3"/>
                <a:gd name="T7" fmla="*/ 0 h 2"/>
                <a:gd name="T8" fmla="*/ 1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4" name="Freeform 2087">
              <a:extLst>
                <a:ext uri="{FF2B5EF4-FFF2-40B4-BE49-F238E27FC236}">
                  <a16:creationId xmlns:a16="http://schemas.microsoft.com/office/drawing/2014/main" id="{7B1F7AFE-6AA2-496B-82C1-18D444239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545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5" name="Freeform 2088">
              <a:extLst>
                <a:ext uri="{FF2B5EF4-FFF2-40B4-BE49-F238E27FC236}">
                  <a16:creationId xmlns:a16="http://schemas.microsoft.com/office/drawing/2014/main" id="{24288F7D-2A09-407B-8551-BC92C7C0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550"/>
              <a:ext cx="7" cy="5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20 h 2"/>
                <a:gd name="T4" fmla="*/ 28 w 3"/>
                <a:gd name="T5" fmla="*/ 0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2"/>
                    <a:pt x="3" y="2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6" name="Freeform 2089">
              <a:extLst>
                <a:ext uri="{FF2B5EF4-FFF2-40B4-BE49-F238E27FC236}">
                  <a16:creationId xmlns:a16="http://schemas.microsoft.com/office/drawing/2014/main" id="{4B5B269F-CFC6-426F-9D8E-D653FFC13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555"/>
              <a:ext cx="6" cy="7"/>
            </a:xfrm>
            <a:custGeom>
              <a:avLst/>
              <a:gdLst>
                <a:gd name="T0" fmla="*/ 8 w 3"/>
                <a:gd name="T1" fmla="*/ 12 h 3"/>
                <a:gd name="T2" fmla="*/ 0 w 3"/>
                <a:gd name="T3" fmla="*/ 28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3" y="2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7" name="Freeform 2090">
              <a:extLst>
                <a:ext uri="{FF2B5EF4-FFF2-40B4-BE49-F238E27FC236}">
                  <a16:creationId xmlns:a16="http://schemas.microsoft.com/office/drawing/2014/main" id="{AAE5492F-89BA-4C92-8A49-344CF95E4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562"/>
              <a:ext cx="5" cy="2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8 h 1"/>
                <a:gd name="T4" fmla="*/ 33 w 2"/>
                <a:gd name="T5" fmla="*/ 0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8" name="Freeform 2091">
              <a:extLst>
                <a:ext uri="{FF2B5EF4-FFF2-40B4-BE49-F238E27FC236}">
                  <a16:creationId xmlns:a16="http://schemas.microsoft.com/office/drawing/2014/main" id="{2453B4EE-C8F9-46B9-83C5-6F12B93BB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564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35 h 3"/>
                <a:gd name="T4" fmla="*/ 33 w 2"/>
                <a:gd name="T5" fmla="*/ 21 h 3"/>
                <a:gd name="T6" fmla="*/ 2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2" y="3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69" name="Freeform 2092">
              <a:extLst>
                <a:ext uri="{FF2B5EF4-FFF2-40B4-BE49-F238E27FC236}">
                  <a16:creationId xmlns:a16="http://schemas.microsoft.com/office/drawing/2014/main" id="{7A0798D0-7868-4DCC-8EBA-5FF9931BB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572"/>
              <a:ext cx="4" cy="5"/>
            </a:xfrm>
            <a:custGeom>
              <a:avLst/>
              <a:gdLst>
                <a:gd name="T0" fmla="*/ 8 w 2"/>
                <a:gd name="T1" fmla="*/ 20 h 2"/>
                <a:gd name="T2" fmla="*/ 0 w 2"/>
                <a:gd name="T3" fmla="*/ 33 h 2"/>
                <a:gd name="T4" fmla="*/ 16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0" name="Freeform 2093">
              <a:extLst>
                <a:ext uri="{FF2B5EF4-FFF2-40B4-BE49-F238E27FC236}">
                  <a16:creationId xmlns:a16="http://schemas.microsoft.com/office/drawing/2014/main" id="{11437EBD-E1FB-4884-A6E6-A267AE75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582"/>
              <a:ext cx="16" cy="7"/>
            </a:xfrm>
            <a:custGeom>
              <a:avLst/>
              <a:gdLst>
                <a:gd name="T0" fmla="*/ 37 w 7"/>
                <a:gd name="T1" fmla="*/ 0 h 3"/>
                <a:gd name="T2" fmla="*/ 37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3" y="0"/>
                  </a:moveTo>
                  <a:cubicBezTo>
                    <a:pt x="0" y="3"/>
                    <a:pt x="7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1" name="Freeform 2094">
              <a:extLst>
                <a:ext uri="{FF2B5EF4-FFF2-40B4-BE49-F238E27FC236}">
                  <a16:creationId xmlns:a16="http://schemas.microsoft.com/office/drawing/2014/main" id="{28CC3B6E-5584-4619-A6A7-5C4E9684D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594"/>
              <a:ext cx="7" cy="7"/>
            </a:xfrm>
            <a:custGeom>
              <a:avLst/>
              <a:gdLst>
                <a:gd name="T0" fmla="*/ 28 w 3"/>
                <a:gd name="T1" fmla="*/ 12 h 3"/>
                <a:gd name="T2" fmla="*/ 12 w 3"/>
                <a:gd name="T3" fmla="*/ 37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2" name="Freeform 2095">
              <a:extLst>
                <a:ext uri="{FF2B5EF4-FFF2-40B4-BE49-F238E27FC236}">
                  <a16:creationId xmlns:a16="http://schemas.microsoft.com/office/drawing/2014/main" id="{5AFC82CD-EE62-466E-8938-5EC9A008E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609"/>
              <a:ext cx="9" cy="9"/>
            </a:xfrm>
            <a:custGeom>
              <a:avLst/>
              <a:gdLst>
                <a:gd name="T0" fmla="*/ 25 w 4"/>
                <a:gd name="T1" fmla="*/ 11 h 4"/>
                <a:gd name="T2" fmla="*/ 25 w 4"/>
                <a:gd name="T3" fmla="*/ 45 h 4"/>
                <a:gd name="T4" fmla="*/ 25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4" y="3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3" name="Freeform 2096">
              <a:extLst>
                <a:ext uri="{FF2B5EF4-FFF2-40B4-BE49-F238E27FC236}">
                  <a16:creationId xmlns:a16="http://schemas.microsoft.com/office/drawing/2014/main" id="{A8DFA2B4-F259-4BC2-B966-F854A3427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515"/>
              <a:ext cx="6" cy="5"/>
            </a:xfrm>
            <a:custGeom>
              <a:avLst/>
              <a:gdLst>
                <a:gd name="T0" fmla="*/ 8 w 3"/>
                <a:gd name="T1" fmla="*/ 0 h 2"/>
                <a:gd name="T2" fmla="*/ 0 w 3"/>
                <a:gd name="T3" fmla="*/ 20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4" name="Freeform 2097">
              <a:extLst>
                <a:ext uri="{FF2B5EF4-FFF2-40B4-BE49-F238E27FC236}">
                  <a16:creationId xmlns:a16="http://schemas.microsoft.com/office/drawing/2014/main" id="{4D8AA326-DCBD-45CE-A17A-1CD8B0EE9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520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27 h 1"/>
                <a:gd name="T4" fmla="*/ 28 w 3"/>
                <a:gd name="T5" fmla="*/ 27 h 1"/>
                <a:gd name="T6" fmla="*/ 28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5" name="Freeform 2098">
              <a:extLst>
                <a:ext uri="{FF2B5EF4-FFF2-40B4-BE49-F238E27FC236}">
                  <a16:creationId xmlns:a16="http://schemas.microsoft.com/office/drawing/2014/main" id="{673BFEDE-7F1A-42FC-9755-D2A6549D3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520"/>
              <a:ext cx="11" cy="8"/>
            </a:xfrm>
            <a:custGeom>
              <a:avLst/>
              <a:gdLst>
                <a:gd name="T0" fmla="*/ 20 w 5"/>
                <a:gd name="T1" fmla="*/ 21 h 3"/>
                <a:gd name="T2" fmla="*/ 9 w 5"/>
                <a:gd name="T3" fmla="*/ 0 h 3"/>
                <a:gd name="T4" fmla="*/ 33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3"/>
                    <a:pt x="5" y="3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6" name="Freeform 2099">
              <a:extLst>
                <a:ext uri="{FF2B5EF4-FFF2-40B4-BE49-F238E27FC236}">
                  <a16:creationId xmlns:a16="http://schemas.microsoft.com/office/drawing/2014/main" id="{354CE778-FAE9-4417-8998-FB88F276F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1525"/>
              <a:ext cx="5" cy="5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20 h 2"/>
                <a:gd name="T4" fmla="*/ 33 w 2"/>
                <a:gd name="T5" fmla="*/ 20 h 2"/>
                <a:gd name="T6" fmla="*/ 3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7" name="Freeform 2100">
              <a:extLst>
                <a:ext uri="{FF2B5EF4-FFF2-40B4-BE49-F238E27FC236}">
                  <a16:creationId xmlns:a16="http://schemas.microsoft.com/office/drawing/2014/main" id="{B6726705-9621-42DC-9AAA-5063E1363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540"/>
              <a:ext cx="5" cy="2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8 h 1"/>
                <a:gd name="T4" fmla="*/ 33 w 2"/>
                <a:gd name="T5" fmla="*/ 8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0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8" name="Freeform 2101">
              <a:extLst>
                <a:ext uri="{FF2B5EF4-FFF2-40B4-BE49-F238E27FC236}">
                  <a16:creationId xmlns:a16="http://schemas.microsoft.com/office/drawing/2014/main" id="{D9EEC83D-0E0C-4427-ACD0-0160F4C49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547"/>
              <a:ext cx="7" cy="8"/>
            </a:xfrm>
            <a:custGeom>
              <a:avLst/>
              <a:gdLst>
                <a:gd name="T0" fmla="*/ 28 w 3"/>
                <a:gd name="T1" fmla="*/ 21 h 3"/>
                <a:gd name="T2" fmla="*/ 0 w 3"/>
                <a:gd name="T3" fmla="*/ 21 h 3"/>
                <a:gd name="T4" fmla="*/ 28 w 3"/>
                <a:gd name="T5" fmla="*/ 56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9" name="Freeform 2102">
              <a:extLst>
                <a:ext uri="{FF2B5EF4-FFF2-40B4-BE49-F238E27FC236}">
                  <a16:creationId xmlns:a16="http://schemas.microsoft.com/office/drawing/2014/main" id="{5F2F5D04-50DD-4105-ABAD-E0BFC7673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540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33 h 2"/>
                <a:gd name="T4" fmla="*/ 33 w 2"/>
                <a:gd name="T5" fmla="*/ 2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2"/>
                    <a:pt x="0" y="2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80" name="Freeform 2103">
              <a:extLst>
                <a:ext uri="{FF2B5EF4-FFF2-40B4-BE49-F238E27FC236}">
                  <a16:creationId xmlns:a16="http://schemas.microsoft.com/office/drawing/2014/main" id="{D42085F9-EFEF-4040-AFF7-7A0A3D53E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559"/>
              <a:ext cx="7" cy="5"/>
            </a:xfrm>
            <a:custGeom>
              <a:avLst/>
              <a:gdLst>
                <a:gd name="T0" fmla="*/ 37 w 3"/>
                <a:gd name="T1" fmla="*/ 0 h 2"/>
                <a:gd name="T2" fmla="*/ 37 w 3"/>
                <a:gd name="T3" fmla="*/ 33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0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81" name="Freeform 2104">
              <a:extLst>
                <a:ext uri="{FF2B5EF4-FFF2-40B4-BE49-F238E27FC236}">
                  <a16:creationId xmlns:a16="http://schemas.microsoft.com/office/drawing/2014/main" id="{2DCA2921-6421-41C8-8480-E1D7CC4A4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550"/>
              <a:ext cx="4" cy="5"/>
            </a:xfrm>
            <a:custGeom>
              <a:avLst/>
              <a:gdLst>
                <a:gd name="T0" fmla="*/ 16 w 2"/>
                <a:gd name="T1" fmla="*/ 20 h 2"/>
                <a:gd name="T2" fmla="*/ 0 w 2"/>
                <a:gd name="T3" fmla="*/ 20 h 2"/>
                <a:gd name="T4" fmla="*/ 16 w 2"/>
                <a:gd name="T5" fmla="*/ 33 h 2"/>
                <a:gd name="T6" fmla="*/ 8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0" y="2"/>
                    <a:pt x="1" y="1"/>
                    <a:pt x="2" y="2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82" name="Freeform 2105">
              <a:extLst>
                <a:ext uri="{FF2B5EF4-FFF2-40B4-BE49-F238E27FC236}">
                  <a16:creationId xmlns:a16="http://schemas.microsoft.com/office/drawing/2014/main" id="{0F9E5E13-026E-4701-BD15-455520406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567"/>
              <a:ext cx="12" cy="12"/>
            </a:xfrm>
            <a:custGeom>
              <a:avLst/>
              <a:gdLst>
                <a:gd name="T0" fmla="*/ 41 w 5"/>
                <a:gd name="T1" fmla="*/ 12 h 5"/>
                <a:gd name="T2" fmla="*/ 0 w 5"/>
                <a:gd name="T3" fmla="*/ 12 h 5"/>
                <a:gd name="T4" fmla="*/ 5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1" y="5"/>
                    <a:pt x="5" y="4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83" name="Freeform 2106">
              <a:extLst>
                <a:ext uri="{FF2B5EF4-FFF2-40B4-BE49-F238E27FC236}">
                  <a16:creationId xmlns:a16="http://schemas.microsoft.com/office/drawing/2014/main" id="{918349B2-FB14-4B08-BB07-E8BD7CC74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56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0 h 2"/>
                <a:gd name="T4" fmla="*/ 33 w 2"/>
                <a:gd name="T5" fmla="*/ 0 h 2"/>
                <a:gd name="T6" fmla="*/ 3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2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84" name="Freeform 2107">
              <a:extLst>
                <a:ext uri="{FF2B5EF4-FFF2-40B4-BE49-F238E27FC236}">
                  <a16:creationId xmlns:a16="http://schemas.microsoft.com/office/drawing/2014/main" id="{E37DDDA6-6109-447D-843E-4B31234DE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579"/>
              <a:ext cx="7" cy="7"/>
            </a:xfrm>
            <a:custGeom>
              <a:avLst/>
              <a:gdLst>
                <a:gd name="T0" fmla="*/ 28 w 3"/>
                <a:gd name="T1" fmla="*/ 12 h 3"/>
                <a:gd name="T2" fmla="*/ 0 w 3"/>
                <a:gd name="T3" fmla="*/ 12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3"/>
                    <a:pt x="3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85" name="Freeform 2108">
              <a:extLst>
                <a:ext uri="{FF2B5EF4-FFF2-40B4-BE49-F238E27FC236}">
                  <a16:creationId xmlns:a16="http://schemas.microsoft.com/office/drawing/2014/main" id="{243D19FE-3E2D-4420-8D94-63758FF76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574"/>
              <a:ext cx="9" cy="8"/>
            </a:xfrm>
            <a:custGeom>
              <a:avLst/>
              <a:gdLst>
                <a:gd name="T0" fmla="*/ 25 w 4"/>
                <a:gd name="T1" fmla="*/ 0 h 3"/>
                <a:gd name="T2" fmla="*/ 0 w 4"/>
                <a:gd name="T3" fmla="*/ 21 h 3"/>
                <a:gd name="T4" fmla="*/ 3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3"/>
                    <a:pt x="4" y="3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86" name="Freeform 2109">
              <a:extLst>
                <a:ext uri="{FF2B5EF4-FFF2-40B4-BE49-F238E27FC236}">
                  <a16:creationId xmlns:a16="http://schemas.microsoft.com/office/drawing/2014/main" id="{E47A6E8B-EA6E-4FBD-80AB-3D7DD17DB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586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2"/>
                    <a:pt x="0" y="2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87" name="Freeform 2110">
              <a:extLst>
                <a:ext uri="{FF2B5EF4-FFF2-40B4-BE49-F238E27FC236}">
                  <a16:creationId xmlns:a16="http://schemas.microsoft.com/office/drawing/2014/main" id="{E9644EDE-FBA7-4D8E-BD1E-296AB2771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604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0 h 2"/>
                <a:gd name="T4" fmla="*/ 37 w 3"/>
                <a:gd name="T5" fmla="*/ 33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2"/>
                    <a:pt x="1" y="2"/>
                    <a:pt x="3" y="2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88" name="Freeform 2111">
              <a:extLst>
                <a:ext uri="{FF2B5EF4-FFF2-40B4-BE49-F238E27FC236}">
                  <a16:creationId xmlns:a16="http://schemas.microsoft.com/office/drawing/2014/main" id="{6387E60A-3C19-4063-972B-B47434800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1591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89" name="Freeform 2112">
              <a:extLst>
                <a:ext uri="{FF2B5EF4-FFF2-40B4-BE49-F238E27FC236}">
                  <a16:creationId xmlns:a16="http://schemas.microsoft.com/office/drawing/2014/main" id="{85C51C75-52D9-4F17-8B30-E74983059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557"/>
              <a:ext cx="4" cy="5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0 h 2"/>
                <a:gd name="T4" fmla="*/ 16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90" name="Freeform 2113">
              <a:extLst>
                <a:ext uri="{FF2B5EF4-FFF2-40B4-BE49-F238E27FC236}">
                  <a16:creationId xmlns:a16="http://schemas.microsoft.com/office/drawing/2014/main" id="{1DB5E898-42F8-4E49-87E0-52B64EED4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562"/>
              <a:ext cx="7" cy="7"/>
            </a:xfrm>
            <a:custGeom>
              <a:avLst/>
              <a:gdLst>
                <a:gd name="T0" fmla="*/ 28 w 3"/>
                <a:gd name="T1" fmla="*/ 12 h 3"/>
                <a:gd name="T2" fmla="*/ 0 w 3"/>
                <a:gd name="T3" fmla="*/ 28 h 3"/>
                <a:gd name="T4" fmla="*/ 37 w 3"/>
                <a:gd name="T5" fmla="*/ 28 h 3"/>
                <a:gd name="T6" fmla="*/ 37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91" name="Freeform 2114">
              <a:extLst>
                <a:ext uri="{FF2B5EF4-FFF2-40B4-BE49-F238E27FC236}">
                  <a16:creationId xmlns:a16="http://schemas.microsoft.com/office/drawing/2014/main" id="{B53F599D-5BD4-4DC2-8C42-E79F81DE6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550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0 w 3"/>
                <a:gd name="T3" fmla="*/ 28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92" name="Freeform 2115">
              <a:extLst>
                <a:ext uri="{FF2B5EF4-FFF2-40B4-BE49-F238E27FC236}">
                  <a16:creationId xmlns:a16="http://schemas.microsoft.com/office/drawing/2014/main" id="{557A8D2C-0B11-464A-81BE-3F11CFCBD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535"/>
              <a:ext cx="5" cy="7"/>
            </a:xfrm>
            <a:custGeom>
              <a:avLst/>
              <a:gdLst>
                <a:gd name="T0" fmla="*/ 20 w 2"/>
                <a:gd name="T1" fmla="*/ 12 h 3"/>
                <a:gd name="T2" fmla="*/ 0 w 2"/>
                <a:gd name="T3" fmla="*/ 28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2" y="2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93" name="Freeform 2116">
              <a:extLst>
                <a:ext uri="{FF2B5EF4-FFF2-40B4-BE49-F238E27FC236}">
                  <a16:creationId xmlns:a16="http://schemas.microsoft.com/office/drawing/2014/main" id="{53C1F15B-4AB8-4C8B-B6E0-6602FAF4D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530"/>
              <a:ext cx="4" cy="5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33 h 2"/>
                <a:gd name="T4" fmla="*/ 16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1"/>
                    <a:pt x="1" y="1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94" name="Freeform 2117">
              <a:extLst>
                <a:ext uri="{FF2B5EF4-FFF2-40B4-BE49-F238E27FC236}">
                  <a16:creationId xmlns:a16="http://schemas.microsoft.com/office/drawing/2014/main" id="{4352FF9B-D3E4-4BE9-A0F4-E2E3883DD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547"/>
              <a:ext cx="9" cy="8"/>
            </a:xfrm>
            <a:custGeom>
              <a:avLst/>
              <a:gdLst>
                <a:gd name="T0" fmla="*/ 25 w 4"/>
                <a:gd name="T1" fmla="*/ 21 h 3"/>
                <a:gd name="T2" fmla="*/ 0 w 4"/>
                <a:gd name="T3" fmla="*/ 35 h 3"/>
                <a:gd name="T4" fmla="*/ 11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95" name="Freeform 2118">
              <a:extLst>
                <a:ext uri="{FF2B5EF4-FFF2-40B4-BE49-F238E27FC236}">
                  <a16:creationId xmlns:a16="http://schemas.microsoft.com/office/drawing/2014/main" id="{BC8E2536-71CF-4D3E-8666-54FACC802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530"/>
              <a:ext cx="5" cy="3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27 h 1"/>
                <a:gd name="T4" fmla="*/ 33 w 2"/>
                <a:gd name="T5" fmla="*/ 0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96" name="Freeform 2119">
              <a:extLst>
                <a:ext uri="{FF2B5EF4-FFF2-40B4-BE49-F238E27FC236}">
                  <a16:creationId xmlns:a16="http://schemas.microsoft.com/office/drawing/2014/main" id="{83C3A65E-161A-4CBE-AAF2-D7F905266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1545"/>
              <a:ext cx="7" cy="7"/>
            </a:xfrm>
            <a:custGeom>
              <a:avLst/>
              <a:gdLst>
                <a:gd name="T0" fmla="*/ 37 w 3"/>
                <a:gd name="T1" fmla="*/ 12 h 3"/>
                <a:gd name="T2" fmla="*/ 0 w 3"/>
                <a:gd name="T3" fmla="*/ 28 h 3"/>
                <a:gd name="T4" fmla="*/ 37 w 3"/>
                <a:gd name="T5" fmla="*/ 12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1" y="3"/>
                    <a:pt x="3" y="2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97" name="Freeform 2120">
              <a:extLst>
                <a:ext uri="{FF2B5EF4-FFF2-40B4-BE49-F238E27FC236}">
                  <a16:creationId xmlns:a16="http://schemas.microsoft.com/office/drawing/2014/main" id="{D34D0A56-E354-40CA-98F2-617903517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513"/>
              <a:ext cx="5" cy="2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8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98" name="Freeform 2121">
              <a:extLst>
                <a:ext uri="{FF2B5EF4-FFF2-40B4-BE49-F238E27FC236}">
                  <a16:creationId xmlns:a16="http://schemas.microsoft.com/office/drawing/2014/main" id="{EC1F289F-7336-4A3D-AD9A-3A0E0EC90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616"/>
              <a:ext cx="108" cy="37"/>
            </a:xfrm>
            <a:custGeom>
              <a:avLst/>
              <a:gdLst>
                <a:gd name="T0" fmla="*/ 0 w 47"/>
                <a:gd name="T1" fmla="*/ 224 h 15"/>
                <a:gd name="T2" fmla="*/ 244 w 47"/>
                <a:gd name="T3" fmla="*/ 165 h 15"/>
                <a:gd name="T4" fmla="*/ 570 w 47"/>
                <a:gd name="T5" fmla="*/ 224 h 15"/>
                <a:gd name="T6" fmla="*/ 391 w 47"/>
                <a:gd name="T7" fmla="*/ 74 h 15"/>
                <a:gd name="T8" fmla="*/ 216 w 47"/>
                <a:gd name="T9" fmla="*/ 12 h 15"/>
                <a:gd name="T10" fmla="*/ 0 w 47"/>
                <a:gd name="T11" fmla="*/ 22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5">
                  <a:moveTo>
                    <a:pt x="0" y="15"/>
                  </a:moveTo>
                  <a:cubicBezTo>
                    <a:pt x="6" y="14"/>
                    <a:pt x="13" y="11"/>
                    <a:pt x="20" y="11"/>
                  </a:cubicBezTo>
                  <a:cubicBezTo>
                    <a:pt x="30" y="10"/>
                    <a:pt x="37" y="13"/>
                    <a:pt x="47" y="15"/>
                  </a:cubicBezTo>
                  <a:cubicBezTo>
                    <a:pt x="42" y="13"/>
                    <a:pt x="37" y="7"/>
                    <a:pt x="32" y="5"/>
                  </a:cubicBezTo>
                  <a:cubicBezTo>
                    <a:pt x="27" y="3"/>
                    <a:pt x="23" y="0"/>
                    <a:pt x="18" y="1"/>
                  </a:cubicBezTo>
                  <a:cubicBezTo>
                    <a:pt x="9" y="2"/>
                    <a:pt x="3" y="7"/>
                    <a:pt x="0" y="15"/>
                  </a:cubicBezTo>
                </a:path>
              </a:pathLst>
            </a:custGeom>
            <a:solidFill>
              <a:srgbClr val="F5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99" name="Freeform 2122">
              <a:extLst>
                <a:ext uri="{FF2B5EF4-FFF2-40B4-BE49-F238E27FC236}">
                  <a16:creationId xmlns:a16="http://schemas.microsoft.com/office/drawing/2014/main" id="{55D82275-CDA0-4ED5-A960-F3431F737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87"/>
              <a:ext cx="78" cy="42"/>
            </a:xfrm>
            <a:custGeom>
              <a:avLst/>
              <a:gdLst>
                <a:gd name="T0" fmla="*/ 0 w 34"/>
                <a:gd name="T1" fmla="*/ 257 h 17"/>
                <a:gd name="T2" fmla="*/ 411 w 34"/>
                <a:gd name="T3" fmla="*/ 104 h 17"/>
                <a:gd name="T4" fmla="*/ 11 w 34"/>
                <a:gd name="T5" fmla="*/ 19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7">
                  <a:moveTo>
                    <a:pt x="0" y="17"/>
                  </a:moveTo>
                  <a:cubicBezTo>
                    <a:pt x="10" y="9"/>
                    <a:pt x="23" y="11"/>
                    <a:pt x="34" y="7"/>
                  </a:cubicBezTo>
                  <a:cubicBezTo>
                    <a:pt x="22" y="0"/>
                    <a:pt x="12" y="3"/>
                    <a:pt x="1" y="13"/>
                  </a:cubicBezTo>
                </a:path>
              </a:pathLst>
            </a:custGeom>
            <a:solidFill>
              <a:srgbClr val="F5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00" name="Freeform 2123">
              <a:extLst>
                <a:ext uri="{FF2B5EF4-FFF2-40B4-BE49-F238E27FC236}">
                  <a16:creationId xmlns:a16="http://schemas.microsoft.com/office/drawing/2014/main" id="{C8C688DF-977D-4879-B998-9FF085589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008"/>
              <a:ext cx="76" cy="147"/>
            </a:xfrm>
            <a:custGeom>
              <a:avLst/>
              <a:gdLst>
                <a:gd name="T0" fmla="*/ 292 w 33"/>
                <a:gd name="T1" fmla="*/ 174 h 60"/>
                <a:gd name="T2" fmla="*/ 0 w 33"/>
                <a:gd name="T3" fmla="*/ 649 h 60"/>
                <a:gd name="T4" fmla="*/ 37 w 33"/>
                <a:gd name="T5" fmla="*/ 882 h 60"/>
                <a:gd name="T6" fmla="*/ 37 w 33"/>
                <a:gd name="T7" fmla="*/ 782 h 60"/>
                <a:gd name="T8" fmla="*/ 318 w 33"/>
                <a:gd name="T9" fmla="*/ 265 h 60"/>
                <a:gd name="T10" fmla="*/ 378 w 33"/>
                <a:gd name="T11" fmla="*/ 294 h 60"/>
                <a:gd name="T12" fmla="*/ 403 w 33"/>
                <a:gd name="T13" fmla="*/ 294 h 60"/>
                <a:gd name="T14" fmla="*/ 292 w 33"/>
                <a:gd name="T15" fmla="*/ 174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0">
                  <a:moveTo>
                    <a:pt x="24" y="12"/>
                  </a:moveTo>
                  <a:cubicBezTo>
                    <a:pt x="7" y="0"/>
                    <a:pt x="1" y="31"/>
                    <a:pt x="0" y="44"/>
                  </a:cubicBezTo>
                  <a:cubicBezTo>
                    <a:pt x="0" y="51"/>
                    <a:pt x="1" y="56"/>
                    <a:pt x="3" y="60"/>
                  </a:cubicBezTo>
                  <a:cubicBezTo>
                    <a:pt x="3" y="58"/>
                    <a:pt x="3" y="56"/>
                    <a:pt x="3" y="53"/>
                  </a:cubicBezTo>
                  <a:cubicBezTo>
                    <a:pt x="4" y="40"/>
                    <a:pt x="10" y="11"/>
                    <a:pt x="26" y="18"/>
                  </a:cubicBezTo>
                  <a:cubicBezTo>
                    <a:pt x="28" y="19"/>
                    <a:pt x="30" y="20"/>
                    <a:pt x="31" y="20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0" y="17"/>
                    <a:pt x="27" y="14"/>
                    <a:pt x="24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01" name="Freeform 2124">
              <a:extLst>
                <a:ext uri="{FF2B5EF4-FFF2-40B4-BE49-F238E27FC236}">
                  <a16:creationId xmlns:a16="http://schemas.microsoft.com/office/drawing/2014/main" id="{2E02FF27-0CAD-4882-9FD9-F2A515264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734"/>
              <a:ext cx="144" cy="88"/>
            </a:xfrm>
            <a:custGeom>
              <a:avLst/>
              <a:gdLst>
                <a:gd name="T0" fmla="*/ 727 w 63"/>
                <a:gd name="T1" fmla="*/ 174 h 36"/>
                <a:gd name="T2" fmla="*/ 277 w 63"/>
                <a:gd name="T3" fmla="*/ 144 h 36"/>
                <a:gd name="T4" fmla="*/ 25 w 63"/>
                <a:gd name="T5" fmla="*/ 323 h 36"/>
                <a:gd name="T6" fmla="*/ 73 w 63"/>
                <a:gd name="T7" fmla="*/ 526 h 36"/>
                <a:gd name="T8" fmla="*/ 57 w 63"/>
                <a:gd name="T9" fmla="*/ 467 h 36"/>
                <a:gd name="T10" fmla="*/ 309 w 63"/>
                <a:gd name="T11" fmla="*/ 293 h 36"/>
                <a:gd name="T12" fmla="*/ 752 w 63"/>
                <a:gd name="T13" fmla="*/ 306 h 36"/>
                <a:gd name="T14" fmla="*/ 752 w 63"/>
                <a:gd name="T15" fmla="*/ 323 h 36"/>
                <a:gd name="T16" fmla="*/ 727 w 63"/>
                <a:gd name="T17" fmla="*/ 174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36">
                  <a:moveTo>
                    <a:pt x="61" y="12"/>
                  </a:moveTo>
                  <a:cubicBezTo>
                    <a:pt x="56" y="0"/>
                    <a:pt x="37" y="6"/>
                    <a:pt x="23" y="10"/>
                  </a:cubicBezTo>
                  <a:cubicBezTo>
                    <a:pt x="11" y="14"/>
                    <a:pt x="0" y="10"/>
                    <a:pt x="2" y="22"/>
                  </a:cubicBezTo>
                  <a:cubicBezTo>
                    <a:pt x="3" y="28"/>
                    <a:pt x="4" y="32"/>
                    <a:pt x="6" y="36"/>
                  </a:cubicBezTo>
                  <a:cubicBezTo>
                    <a:pt x="5" y="35"/>
                    <a:pt x="5" y="33"/>
                    <a:pt x="5" y="32"/>
                  </a:cubicBezTo>
                  <a:cubicBezTo>
                    <a:pt x="3" y="19"/>
                    <a:pt x="14" y="24"/>
                    <a:pt x="26" y="20"/>
                  </a:cubicBezTo>
                  <a:cubicBezTo>
                    <a:pt x="39" y="16"/>
                    <a:pt x="59" y="9"/>
                    <a:pt x="63" y="21"/>
                  </a:cubicBezTo>
                  <a:cubicBezTo>
                    <a:pt x="63" y="21"/>
                    <a:pt x="63" y="21"/>
                    <a:pt x="63" y="22"/>
                  </a:cubicBezTo>
                  <a:cubicBezTo>
                    <a:pt x="63" y="19"/>
                    <a:pt x="62" y="16"/>
                    <a:pt x="61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02" name="Freeform 2125">
              <a:extLst>
                <a:ext uri="{FF2B5EF4-FFF2-40B4-BE49-F238E27FC236}">
                  <a16:creationId xmlns:a16="http://schemas.microsoft.com/office/drawing/2014/main" id="{9EDF5955-23DC-45A6-BD7D-A68568CED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893"/>
              <a:ext cx="101" cy="61"/>
            </a:xfrm>
            <a:custGeom>
              <a:avLst/>
              <a:gdLst>
                <a:gd name="T0" fmla="*/ 399 w 44"/>
                <a:gd name="T1" fmla="*/ 190 h 25"/>
                <a:gd name="T2" fmla="*/ 317 w 44"/>
                <a:gd name="T3" fmla="*/ 132 h 25"/>
                <a:gd name="T4" fmla="*/ 11 w 44"/>
                <a:gd name="T5" fmla="*/ 203 h 25"/>
                <a:gd name="T6" fmla="*/ 37 w 44"/>
                <a:gd name="T7" fmla="*/ 364 h 25"/>
                <a:gd name="T8" fmla="*/ 48 w 44"/>
                <a:gd name="T9" fmla="*/ 334 h 25"/>
                <a:gd name="T10" fmla="*/ 337 w 44"/>
                <a:gd name="T11" fmla="*/ 244 h 25"/>
                <a:gd name="T12" fmla="*/ 533 w 44"/>
                <a:gd name="T13" fmla="*/ 351 h 25"/>
                <a:gd name="T14" fmla="*/ 533 w 44"/>
                <a:gd name="T15" fmla="*/ 334 h 25"/>
                <a:gd name="T16" fmla="*/ 399 w 44"/>
                <a:gd name="T17" fmla="*/ 19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25">
                  <a:moveTo>
                    <a:pt x="33" y="13"/>
                  </a:moveTo>
                  <a:cubicBezTo>
                    <a:pt x="30" y="11"/>
                    <a:pt x="27" y="10"/>
                    <a:pt x="26" y="9"/>
                  </a:cubicBezTo>
                  <a:cubicBezTo>
                    <a:pt x="19" y="8"/>
                    <a:pt x="8" y="0"/>
                    <a:pt x="1" y="14"/>
                  </a:cubicBezTo>
                  <a:cubicBezTo>
                    <a:pt x="0" y="18"/>
                    <a:pt x="1" y="21"/>
                    <a:pt x="3" y="25"/>
                  </a:cubicBezTo>
                  <a:cubicBezTo>
                    <a:pt x="4" y="25"/>
                    <a:pt x="4" y="24"/>
                    <a:pt x="4" y="23"/>
                  </a:cubicBezTo>
                  <a:cubicBezTo>
                    <a:pt x="11" y="9"/>
                    <a:pt x="22" y="15"/>
                    <a:pt x="28" y="17"/>
                  </a:cubicBezTo>
                  <a:cubicBezTo>
                    <a:pt x="30" y="17"/>
                    <a:pt x="41" y="23"/>
                    <a:pt x="44" y="24"/>
                  </a:cubicBezTo>
                  <a:cubicBezTo>
                    <a:pt x="44" y="24"/>
                    <a:pt x="44" y="24"/>
                    <a:pt x="44" y="23"/>
                  </a:cubicBezTo>
                  <a:cubicBezTo>
                    <a:pt x="42" y="23"/>
                    <a:pt x="36" y="19"/>
                    <a:pt x="33" y="1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03" name="Freeform 2126">
              <a:extLst>
                <a:ext uri="{FF2B5EF4-FFF2-40B4-BE49-F238E27FC236}">
                  <a16:creationId xmlns:a16="http://schemas.microsoft.com/office/drawing/2014/main" id="{BD9D54F0-9FB9-4920-A24C-004FD77CAB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2" y="1665"/>
              <a:ext cx="271" cy="91"/>
            </a:xfrm>
            <a:custGeom>
              <a:avLst/>
              <a:gdLst>
                <a:gd name="T0" fmla="*/ 496 w 118"/>
                <a:gd name="T1" fmla="*/ 298 h 37"/>
                <a:gd name="T2" fmla="*/ 505 w 118"/>
                <a:gd name="T3" fmla="*/ 298 h 37"/>
                <a:gd name="T4" fmla="*/ 496 w 118"/>
                <a:gd name="T5" fmla="*/ 298 h 37"/>
                <a:gd name="T6" fmla="*/ 496 w 118"/>
                <a:gd name="T7" fmla="*/ 298 h 37"/>
                <a:gd name="T8" fmla="*/ 195 w 118"/>
                <a:gd name="T9" fmla="*/ 61 h 37"/>
                <a:gd name="T10" fmla="*/ 57 w 118"/>
                <a:gd name="T11" fmla="*/ 357 h 37"/>
                <a:gd name="T12" fmla="*/ 232 w 118"/>
                <a:gd name="T13" fmla="*/ 194 h 37"/>
                <a:gd name="T14" fmla="*/ 505 w 118"/>
                <a:gd name="T15" fmla="*/ 551 h 37"/>
                <a:gd name="T16" fmla="*/ 505 w 118"/>
                <a:gd name="T17" fmla="*/ 551 h 37"/>
                <a:gd name="T18" fmla="*/ 496 w 118"/>
                <a:gd name="T19" fmla="*/ 551 h 37"/>
                <a:gd name="T20" fmla="*/ 496 w 118"/>
                <a:gd name="T21" fmla="*/ 298 h 37"/>
                <a:gd name="T22" fmla="*/ 1383 w 118"/>
                <a:gd name="T23" fmla="*/ 224 h 37"/>
                <a:gd name="T24" fmla="*/ 1403 w 118"/>
                <a:gd name="T25" fmla="*/ 236 h 37"/>
                <a:gd name="T26" fmla="*/ 1392 w 118"/>
                <a:gd name="T27" fmla="*/ 236 h 37"/>
                <a:gd name="T28" fmla="*/ 1392 w 118"/>
                <a:gd name="T29" fmla="*/ 236 h 37"/>
                <a:gd name="T30" fmla="*/ 1298 w 118"/>
                <a:gd name="T31" fmla="*/ 133 h 37"/>
                <a:gd name="T32" fmla="*/ 1249 w 118"/>
                <a:gd name="T33" fmla="*/ 121 h 37"/>
                <a:gd name="T34" fmla="*/ 655 w 118"/>
                <a:gd name="T35" fmla="*/ 194 h 37"/>
                <a:gd name="T36" fmla="*/ 664 w 118"/>
                <a:gd name="T37" fmla="*/ 266 h 37"/>
                <a:gd name="T38" fmla="*/ 655 w 118"/>
                <a:gd name="T39" fmla="*/ 266 h 37"/>
                <a:gd name="T40" fmla="*/ 680 w 118"/>
                <a:gd name="T41" fmla="*/ 327 h 37"/>
                <a:gd name="T42" fmla="*/ 1298 w 118"/>
                <a:gd name="T43" fmla="*/ 266 h 37"/>
                <a:gd name="T44" fmla="*/ 1428 w 118"/>
                <a:gd name="T45" fmla="*/ 460 h 37"/>
                <a:gd name="T46" fmla="*/ 1428 w 118"/>
                <a:gd name="T47" fmla="*/ 448 h 37"/>
                <a:gd name="T48" fmla="*/ 1383 w 118"/>
                <a:gd name="T49" fmla="*/ 224 h 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8" h="37">
                  <a:moveTo>
                    <a:pt x="41" y="20"/>
                  </a:moveTo>
                  <a:cubicBezTo>
                    <a:pt x="41" y="20"/>
                    <a:pt x="41" y="20"/>
                    <a:pt x="42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6" y="10"/>
                    <a:pt x="34" y="5"/>
                    <a:pt x="16" y="4"/>
                  </a:cubicBezTo>
                  <a:cubicBezTo>
                    <a:pt x="0" y="2"/>
                    <a:pt x="1" y="12"/>
                    <a:pt x="5" y="24"/>
                  </a:cubicBezTo>
                  <a:cubicBezTo>
                    <a:pt x="4" y="17"/>
                    <a:pt x="7" y="12"/>
                    <a:pt x="19" y="13"/>
                  </a:cubicBezTo>
                  <a:cubicBezTo>
                    <a:pt x="37" y="15"/>
                    <a:pt x="37" y="27"/>
                    <a:pt x="42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37"/>
                    <a:pt x="42" y="37"/>
                    <a:pt x="41" y="37"/>
                  </a:cubicBezTo>
                  <a:cubicBezTo>
                    <a:pt x="40" y="33"/>
                    <a:pt x="40" y="27"/>
                    <a:pt x="41" y="20"/>
                  </a:cubicBezTo>
                  <a:close/>
                  <a:moveTo>
                    <a:pt x="114" y="15"/>
                  </a:moveTo>
                  <a:cubicBezTo>
                    <a:pt x="115" y="16"/>
                    <a:pt x="115" y="16"/>
                    <a:pt x="116" y="16"/>
                  </a:cubicBezTo>
                  <a:cubicBezTo>
                    <a:pt x="116" y="16"/>
                    <a:pt x="115" y="16"/>
                    <a:pt x="115" y="16"/>
                  </a:cubicBezTo>
                  <a:cubicBezTo>
                    <a:pt x="115" y="16"/>
                    <a:pt x="115" y="16"/>
                    <a:pt x="115" y="16"/>
                  </a:cubicBezTo>
                  <a:cubicBezTo>
                    <a:pt x="113" y="13"/>
                    <a:pt x="111" y="11"/>
                    <a:pt x="107" y="9"/>
                  </a:cubicBezTo>
                  <a:cubicBezTo>
                    <a:pt x="106" y="9"/>
                    <a:pt x="105" y="8"/>
                    <a:pt x="103" y="8"/>
                  </a:cubicBezTo>
                  <a:cubicBezTo>
                    <a:pt x="90" y="3"/>
                    <a:pt x="56" y="0"/>
                    <a:pt x="54" y="13"/>
                  </a:cubicBezTo>
                  <a:cubicBezTo>
                    <a:pt x="53" y="15"/>
                    <a:pt x="55" y="17"/>
                    <a:pt x="55" y="18"/>
                  </a:cubicBezTo>
                  <a:cubicBezTo>
                    <a:pt x="53" y="18"/>
                    <a:pt x="52" y="18"/>
                    <a:pt x="54" y="18"/>
                  </a:cubicBezTo>
                  <a:cubicBezTo>
                    <a:pt x="55" y="19"/>
                    <a:pt x="56" y="20"/>
                    <a:pt x="56" y="22"/>
                  </a:cubicBezTo>
                  <a:cubicBezTo>
                    <a:pt x="59" y="7"/>
                    <a:pt x="99" y="14"/>
                    <a:pt x="107" y="18"/>
                  </a:cubicBezTo>
                  <a:cubicBezTo>
                    <a:pt x="113" y="20"/>
                    <a:pt x="116" y="29"/>
                    <a:pt x="118" y="31"/>
                  </a:cubicBezTo>
                  <a:cubicBezTo>
                    <a:pt x="118" y="31"/>
                    <a:pt x="118" y="31"/>
                    <a:pt x="118" y="30"/>
                  </a:cubicBezTo>
                  <a:cubicBezTo>
                    <a:pt x="115" y="27"/>
                    <a:pt x="115" y="20"/>
                    <a:pt x="114" y="1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04" name="Freeform 2127">
              <a:extLst>
                <a:ext uri="{FF2B5EF4-FFF2-40B4-BE49-F238E27FC236}">
                  <a16:creationId xmlns:a16="http://schemas.microsoft.com/office/drawing/2014/main" id="{48F4C922-D6FA-47F5-9DF7-2736209EA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258"/>
              <a:ext cx="44" cy="42"/>
            </a:xfrm>
            <a:custGeom>
              <a:avLst/>
              <a:gdLst>
                <a:gd name="T0" fmla="*/ 37 w 19"/>
                <a:gd name="T1" fmla="*/ 62 h 17"/>
                <a:gd name="T2" fmla="*/ 49 w 19"/>
                <a:gd name="T3" fmla="*/ 257 h 17"/>
                <a:gd name="T4" fmla="*/ 65 w 19"/>
                <a:gd name="T5" fmla="*/ 212 h 17"/>
                <a:gd name="T6" fmla="*/ 236 w 19"/>
                <a:gd name="T7" fmla="*/ 257 h 17"/>
                <a:gd name="T8" fmla="*/ 37 w 19"/>
                <a:gd name="T9" fmla="*/ 6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3" y="4"/>
                  </a:moveTo>
                  <a:cubicBezTo>
                    <a:pt x="0" y="6"/>
                    <a:pt x="1" y="11"/>
                    <a:pt x="4" y="17"/>
                  </a:cubicBezTo>
                  <a:cubicBezTo>
                    <a:pt x="4" y="15"/>
                    <a:pt x="4" y="14"/>
                    <a:pt x="5" y="14"/>
                  </a:cubicBezTo>
                  <a:cubicBezTo>
                    <a:pt x="11" y="10"/>
                    <a:pt x="15" y="13"/>
                    <a:pt x="19" y="17"/>
                  </a:cubicBezTo>
                  <a:cubicBezTo>
                    <a:pt x="14" y="10"/>
                    <a:pt x="9" y="0"/>
                    <a:pt x="3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05" name="Freeform 2128">
              <a:extLst>
                <a:ext uri="{FF2B5EF4-FFF2-40B4-BE49-F238E27FC236}">
                  <a16:creationId xmlns:a16="http://schemas.microsoft.com/office/drawing/2014/main" id="{ED74633D-ED30-4903-A33E-BD2DF1B5B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038"/>
              <a:ext cx="149" cy="186"/>
            </a:xfrm>
            <a:custGeom>
              <a:avLst/>
              <a:gdLst>
                <a:gd name="T0" fmla="*/ 784 w 65"/>
                <a:gd name="T1" fmla="*/ 952 h 76"/>
                <a:gd name="T2" fmla="*/ 672 w 65"/>
                <a:gd name="T3" fmla="*/ 629 h 76"/>
                <a:gd name="T4" fmla="*/ 651 w 65"/>
                <a:gd name="T5" fmla="*/ 396 h 76"/>
                <a:gd name="T6" fmla="*/ 724 w 65"/>
                <a:gd name="T7" fmla="*/ 174 h 76"/>
                <a:gd name="T8" fmla="*/ 614 w 65"/>
                <a:gd name="T9" fmla="*/ 174 h 76"/>
                <a:gd name="T10" fmla="*/ 383 w 65"/>
                <a:gd name="T11" fmla="*/ 264 h 76"/>
                <a:gd name="T12" fmla="*/ 215 w 65"/>
                <a:gd name="T13" fmla="*/ 162 h 76"/>
                <a:gd name="T14" fmla="*/ 37 w 65"/>
                <a:gd name="T15" fmla="*/ 0 h 76"/>
                <a:gd name="T16" fmla="*/ 0 w 65"/>
                <a:gd name="T17" fmla="*/ 0 h 76"/>
                <a:gd name="T18" fmla="*/ 85 w 65"/>
                <a:gd name="T19" fmla="*/ 144 h 76"/>
                <a:gd name="T20" fmla="*/ 195 w 65"/>
                <a:gd name="T21" fmla="*/ 384 h 76"/>
                <a:gd name="T22" fmla="*/ 204 w 65"/>
                <a:gd name="T23" fmla="*/ 455 h 76"/>
                <a:gd name="T24" fmla="*/ 232 w 65"/>
                <a:gd name="T25" fmla="*/ 514 h 76"/>
                <a:gd name="T26" fmla="*/ 241 w 65"/>
                <a:gd name="T27" fmla="*/ 568 h 76"/>
                <a:gd name="T28" fmla="*/ 346 w 65"/>
                <a:gd name="T29" fmla="*/ 732 h 76"/>
                <a:gd name="T30" fmla="*/ 468 w 65"/>
                <a:gd name="T31" fmla="*/ 969 h 76"/>
                <a:gd name="T32" fmla="*/ 688 w 65"/>
                <a:gd name="T33" fmla="*/ 1114 h 76"/>
                <a:gd name="T34" fmla="*/ 784 w 65"/>
                <a:gd name="T35" fmla="*/ 952 h 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" h="76">
                  <a:moveTo>
                    <a:pt x="65" y="65"/>
                  </a:moveTo>
                  <a:cubicBezTo>
                    <a:pt x="63" y="57"/>
                    <a:pt x="60" y="49"/>
                    <a:pt x="56" y="43"/>
                  </a:cubicBezTo>
                  <a:cubicBezTo>
                    <a:pt x="53" y="38"/>
                    <a:pt x="52" y="32"/>
                    <a:pt x="54" y="27"/>
                  </a:cubicBezTo>
                  <a:cubicBezTo>
                    <a:pt x="55" y="22"/>
                    <a:pt x="59" y="18"/>
                    <a:pt x="60" y="12"/>
                  </a:cubicBezTo>
                  <a:cubicBezTo>
                    <a:pt x="58" y="11"/>
                    <a:pt x="55" y="10"/>
                    <a:pt x="51" y="12"/>
                  </a:cubicBezTo>
                  <a:cubicBezTo>
                    <a:pt x="45" y="14"/>
                    <a:pt x="39" y="19"/>
                    <a:pt x="32" y="18"/>
                  </a:cubicBezTo>
                  <a:cubicBezTo>
                    <a:pt x="27" y="17"/>
                    <a:pt x="23" y="14"/>
                    <a:pt x="18" y="11"/>
                  </a:cubicBezTo>
                  <a:cubicBezTo>
                    <a:pt x="14" y="8"/>
                    <a:pt x="8" y="1"/>
                    <a:pt x="3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4"/>
                    <a:pt x="4" y="6"/>
                    <a:pt x="7" y="10"/>
                  </a:cubicBezTo>
                  <a:cubicBezTo>
                    <a:pt x="11" y="14"/>
                    <a:pt x="14" y="20"/>
                    <a:pt x="16" y="26"/>
                  </a:cubicBezTo>
                  <a:cubicBezTo>
                    <a:pt x="17" y="27"/>
                    <a:pt x="17" y="29"/>
                    <a:pt x="17" y="31"/>
                  </a:cubicBezTo>
                  <a:cubicBezTo>
                    <a:pt x="18" y="32"/>
                    <a:pt x="18" y="34"/>
                    <a:pt x="19" y="35"/>
                  </a:cubicBezTo>
                  <a:cubicBezTo>
                    <a:pt x="19" y="36"/>
                    <a:pt x="19" y="38"/>
                    <a:pt x="20" y="39"/>
                  </a:cubicBezTo>
                  <a:cubicBezTo>
                    <a:pt x="22" y="43"/>
                    <a:pt x="25" y="47"/>
                    <a:pt x="29" y="50"/>
                  </a:cubicBezTo>
                  <a:cubicBezTo>
                    <a:pt x="32" y="53"/>
                    <a:pt x="37" y="62"/>
                    <a:pt x="39" y="66"/>
                  </a:cubicBezTo>
                  <a:cubicBezTo>
                    <a:pt x="41" y="68"/>
                    <a:pt x="50" y="76"/>
                    <a:pt x="57" y="76"/>
                  </a:cubicBezTo>
                  <a:cubicBezTo>
                    <a:pt x="63" y="76"/>
                    <a:pt x="65" y="70"/>
                    <a:pt x="65" y="6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06" name="Freeform 2129">
              <a:extLst>
                <a:ext uri="{FF2B5EF4-FFF2-40B4-BE49-F238E27FC236}">
                  <a16:creationId xmlns:a16="http://schemas.microsoft.com/office/drawing/2014/main" id="{10708A2F-7F6C-484C-A317-179B993C0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908"/>
              <a:ext cx="124" cy="95"/>
            </a:xfrm>
            <a:custGeom>
              <a:avLst/>
              <a:gdLst>
                <a:gd name="T0" fmla="*/ 475 w 54"/>
                <a:gd name="T1" fmla="*/ 533 h 39"/>
                <a:gd name="T2" fmla="*/ 654 w 54"/>
                <a:gd name="T3" fmla="*/ 504 h 39"/>
                <a:gd name="T4" fmla="*/ 533 w 54"/>
                <a:gd name="T5" fmla="*/ 421 h 39"/>
                <a:gd name="T6" fmla="*/ 402 w 54"/>
                <a:gd name="T7" fmla="*/ 173 h 39"/>
                <a:gd name="T8" fmla="*/ 207 w 54"/>
                <a:gd name="T9" fmla="*/ 29 h 39"/>
                <a:gd name="T10" fmla="*/ 0 w 54"/>
                <a:gd name="T11" fmla="*/ 244 h 39"/>
                <a:gd name="T12" fmla="*/ 11 w 54"/>
                <a:gd name="T13" fmla="*/ 392 h 39"/>
                <a:gd name="T14" fmla="*/ 158 w 54"/>
                <a:gd name="T15" fmla="*/ 553 h 39"/>
                <a:gd name="T16" fmla="*/ 280 w 54"/>
                <a:gd name="T17" fmla="*/ 533 h 39"/>
                <a:gd name="T18" fmla="*/ 475 w 54"/>
                <a:gd name="T19" fmla="*/ 533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39">
                  <a:moveTo>
                    <a:pt x="39" y="37"/>
                  </a:moveTo>
                  <a:cubicBezTo>
                    <a:pt x="43" y="37"/>
                    <a:pt x="51" y="39"/>
                    <a:pt x="54" y="35"/>
                  </a:cubicBezTo>
                  <a:cubicBezTo>
                    <a:pt x="51" y="32"/>
                    <a:pt x="46" y="30"/>
                    <a:pt x="44" y="29"/>
                  </a:cubicBezTo>
                  <a:cubicBezTo>
                    <a:pt x="37" y="24"/>
                    <a:pt x="37" y="19"/>
                    <a:pt x="33" y="12"/>
                  </a:cubicBezTo>
                  <a:cubicBezTo>
                    <a:pt x="30" y="7"/>
                    <a:pt x="27" y="0"/>
                    <a:pt x="17" y="2"/>
                  </a:cubicBezTo>
                  <a:cubicBezTo>
                    <a:pt x="9" y="3"/>
                    <a:pt x="0" y="9"/>
                    <a:pt x="0" y="17"/>
                  </a:cubicBezTo>
                  <a:cubicBezTo>
                    <a:pt x="0" y="20"/>
                    <a:pt x="0" y="23"/>
                    <a:pt x="1" y="27"/>
                  </a:cubicBezTo>
                  <a:cubicBezTo>
                    <a:pt x="3" y="30"/>
                    <a:pt x="10" y="37"/>
                    <a:pt x="13" y="38"/>
                  </a:cubicBezTo>
                  <a:cubicBezTo>
                    <a:pt x="16" y="39"/>
                    <a:pt x="20" y="38"/>
                    <a:pt x="23" y="37"/>
                  </a:cubicBezTo>
                  <a:cubicBezTo>
                    <a:pt x="28" y="37"/>
                    <a:pt x="34" y="36"/>
                    <a:pt x="39" y="3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07" name="Freeform 2130">
              <a:extLst>
                <a:ext uri="{FF2B5EF4-FFF2-40B4-BE49-F238E27FC236}">
                  <a16:creationId xmlns:a16="http://schemas.microsoft.com/office/drawing/2014/main" id="{D2D813DC-85DE-4FAD-8377-5B5352A66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604"/>
              <a:ext cx="138" cy="49"/>
            </a:xfrm>
            <a:custGeom>
              <a:avLst/>
              <a:gdLst>
                <a:gd name="T0" fmla="*/ 524 w 60"/>
                <a:gd name="T1" fmla="*/ 252 h 20"/>
                <a:gd name="T2" fmla="*/ 729 w 60"/>
                <a:gd name="T3" fmla="*/ 265 h 20"/>
                <a:gd name="T4" fmla="*/ 131 w 60"/>
                <a:gd name="T5" fmla="*/ 29 h 20"/>
                <a:gd name="T6" fmla="*/ 0 w 60"/>
                <a:gd name="T7" fmla="*/ 42 h 20"/>
                <a:gd name="T8" fmla="*/ 159 w 60"/>
                <a:gd name="T9" fmla="*/ 103 h 20"/>
                <a:gd name="T10" fmla="*/ 269 w 60"/>
                <a:gd name="T11" fmla="*/ 162 h 20"/>
                <a:gd name="T12" fmla="*/ 329 w 60"/>
                <a:gd name="T13" fmla="*/ 252 h 20"/>
                <a:gd name="T14" fmla="*/ 524 w 60"/>
                <a:gd name="T15" fmla="*/ 252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20">
                  <a:moveTo>
                    <a:pt x="43" y="17"/>
                  </a:moveTo>
                  <a:cubicBezTo>
                    <a:pt x="49" y="17"/>
                    <a:pt x="54" y="18"/>
                    <a:pt x="60" y="18"/>
                  </a:cubicBezTo>
                  <a:cubicBezTo>
                    <a:pt x="52" y="12"/>
                    <a:pt x="18" y="4"/>
                    <a:pt x="11" y="2"/>
                  </a:cubicBezTo>
                  <a:cubicBezTo>
                    <a:pt x="4" y="0"/>
                    <a:pt x="0" y="2"/>
                    <a:pt x="0" y="3"/>
                  </a:cubicBezTo>
                  <a:cubicBezTo>
                    <a:pt x="3" y="6"/>
                    <a:pt x="9" y="6"/>
                    <a:pt x="13" y="7"/>
                  </a:cubicBezTo>
                  <a:cubicBezTo>
                    <a:pt x="16" y="8"/>
                    <a:pt x="19" y="9"/>
                    <a:pt x="22" y="11"/>
                  </a:cubicBezTo>
                  <a:cubicBezTo>
                    <a:pt x="24" y="12"/>
                    <a:pt x="24" y="15"/>
                    <a:pt x="27" y="17"/>
                  </a:cubicBezTo>
                  <a:cubicBezTo>
                    <a:pt x="31" y="20"/>
                    <a:pt x="38" y="17"/>
                    <a:pt x="43" y="1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08" name="Freeform 2131">
              <a:extLst>
                <a:ext uri="{FF2B5EF4-FFF2-40B4-BE49-F238E27FC236}">
                  <a16:creationId xmlns:a16="http://schemas.microsoft.com/office/drawing/2014/main" id="{4B0D08F1-18FA-48A1-857A-7D74BCD5C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584"/>
              <a:ext cx="57" cy="5"/>
            </a:xfrm>
            <a:custGeom>
              <a:avLst/>
              <a:gdLst>
                <a:gd name="T0" fmla="*/ 155 w 25"/>
                <a:gd name="T1" fmla="*/ 33 h 2"/>
                <a:gd name="T2" fmla="*/ 296 w 25"/>
                <a:gd name="T3" fmla="*/ 20 h 2"/>
                <a:gd name="T4" fmla="*/ 0 w 25"/>
                <a:gd name="T5" fmla="*/ 0 h 2"/>
                <a:gd name="T6" fmla="*/ 155 w 25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">
                  <a:moveTo>
                    <a:pt x="13" y="2"/>
                  </a:moveTo>
                  <a:cubicBezTo>
                    <a:pt x="16" y="1"/>
                    <a:pt x="21" y="2"/>
                    <a:pt x="25" y="1"/>
                  </a:cubicBezTo>
                  <a:cubicBezTo>
                    <a:pt x="18" y="0"/>
                    <a:pt x="9" y="0"/>
                    <a:pt x="0" y="0"/>
                  </a:cubicBezTo>
                  <a:cubicBezTo>
                    <a:pt x="3" y="2"/>
                    <a:pt x="6" y="2"/>
                    <a:pt x="13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09" name="Freeform 2132">
              <a:extLst>
                <a:ext uri="{FF2B5EF4-FFF2-40B4-BE49-F238E27FC236}">
                  <a16:creationId xmlns:a16="http://schemas.microsoft.com/office/drawing/2014/main" id="{268784DE-17D0-4A27-A297-36D7F08F8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824"/>
              <a:ext cx="120" cy="74"/>
            </a:xfrm>
            <a:custGeom>
              <a:avLst/>
              <a:gdLst>
                <a:gd name="T0" fmla="*/ 612 w 52"/>
                <a:gd name="T1" fmla="*/ 62 h 30"/>
                <a:gd name="T2" fmla="*/ 395 w 52"/>
                <a:gd name="T3" fmla="*/ 30 h 30"/>
                <a:gd name="T4" fmla="*/ 134 w 52"/>
                <a:gd name="T5" fmla="*/ 0 h 30"/>
                <a:gd name="T6" fmla="*/ 0 w 52"/>
                <a:gd name="T7" fmla="*/ 30 h 30"/>
                <a:gd name="T8" fmla="*/ 12 w 52"/>
                <a:gd name="T9" fmla="*/ 30 h 30"/>
                <a:gd name="T10" fmla="*/ 318 w 52"/>
                <a:gd name="T11" fmla="*/ 195 h 30"/>
                <a:gd name="T12" fmla="*/ 565 w 52"/>
                <a:gd name="T13" fmla="*/ 316 h 30"/>
                <a:gd name="T14" fmla="*/ 639 w 52"/>
                <a:gd name="T15" fmla="*/ 91 h 30"/>
                <a:gd name="T16" fmla="*/ 612 w 52"/>
                <a:gd name="T17" fmla="*/ 62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30">
                  <a:moveTo>
                    <a:pt x="50" y="4"/>
                  </a:moveTo>
                  <a:cubicBezTo>
                    <a:pt x="44" y="0"/>
                    <a:pt x="38" y="1"/>
                    <a:pt x="32" y="2"/>
                  </a:cubicBezTo>
                  <a:cubicBezTo>
                    <a:pt x="24" y="3"/>
                    <a:pt x="19" y="0"/>
                    <a:pt x="11" y="0"/>
                  </a:cubicBezTo>
                  <a:cubicBezTo>
                    <a:pt x="7" y="0"/>
                    <a:pt x="4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1" y="2"/>
                    <a:pt x="20" y="6"/>
                    <a:pt x="26" y="13"/>
                  </a:cubicBezTo>
                  <a:cubicBezTo>
                    <a:pt x="32" y="20"/>
                    <a:pt x="36" y="30"/>
                    <a:pt x="46" y="21"/>
                  </a:cubicBezTo>
                  <a:cubicBezTo>
                    <a:pt x="50" y="18"/>
                    <a:pt x="52" y="12"/>
                    <a:pt x="52" y="6"/>
                  </a:cubicBezTo>
                  <a:cubicBezTo>
                    <a:pt x="52" y="5"/>
                    <a:pt x="51" y="4"/>
                    <a:pt x="5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10" name="Freeform 2133">
              <a:extLst>
                <a:ext uri="{FF2B5EF4-FFF2-40B4-BE49-F238E27FC236}">
                  <a16:creationId xmlns:a16="http://schemas.microsoft.com/office/drawing/2014/main" id="{9B8A34AF-3715-4647-832B-52DBB292F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653"/>
              <a:ext cx="64" cy="105"/>
            </a:xfrm>
            <a:custGeom>
              <a:avLst/>
              <a:gdLst>
                <a:gd name="T0" fmla="*/ 142 w 28"/>
                <a:gd name="T1" fmla="*/ 232 h 43"/>
                <a:gd name="T2" fmla="*/ 85 w 28"/>
                <a:gd name="T3" fmla="*/ 0 h 43"/>
                <a:gd name="T4" fmla="*/ 0 w 28"/>
                <a:gd name="T5" fmla="*/ 71 h 43"/>
                <a:gd name="T6" fmla="*/ 194 w 28"/>
                <a:gd name="T7" fmla="*/ 393 h 43"/>
                <a:gd name="T8" fmla="*/ 325 w 28"/>
                <a:gd name="T9" fmla="*/ 625 h 43"/>
                <a:gd name="T10" fmla="*/ 309 w 28"/>
                <a:gd name="T11" fmla="*/ 435 h 43"/>
                <a:gd name="T12" fmla="*/ 142 w 28"/>
                <a:gd name="T13" fmla="*/ 23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3">
                  <a:moveTo>
                    <a:pt x="12" y="16"/>
                  </a:moveTo>
                  <a:cubicBezTo>
                    <a:pt x="9" y="11"/>
                    <a:pt x="8" y="5"/>
                    <a:pt x="7" y="0"/>
                  </a:cubicBezTo>
                  <a:cubicBezTo>
                    <a:pt x="5" y="2"/>
                    <a:pt x="2" y="4"/>
                    <a:pt x="0" y="5"/>
                  </a:cubicBezTo>
                  <a:cubicBezTo>
                    <a:pt x="3" y="16"/>
                    <a:pt x="8" y="23"/>
                    <a:pt x="16" y="27"/>
                  </a:cubicBezTo>
                  <a:cubicBezTo>
                    <a:pt x="23" y="30"/>
                    <a:pt x="26" y="37"/>
                    <a:pt x="27" y="43"/>
                  </a:cubicBezTo>
                  <a:cubicBezTo>
                    <a:pt x="28" y="38"/>
                    <a:pt x="27" y="33"/>
                    <a:pt x="26" y="30"/>
                  </a:cubicBezTo>
                  <a:cubicBezTo>
                    <a:pt x="23" y="25"/>
                    <a:pt x="15" y="22"/>
                    <a:pt x="12" y="1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11" name="Freeform 2134">
              <a:extLst>
                <a:ext uri="{FF2B5EF4-FFF2-40B4-BE49-F238E27FC236}">
                  <a16:creationId xmlns:a16="http://schemas.microsoft.com/office/drawing/2014/main" id="{97FA3114-17A0-4266-8C91-E3804FD83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628"/>
              <a:ext cx="188" cy="106"/>
            </a:xfrm>
            <a:custGeom>
              <a:avLst/>
              <a:gdLst>
                <a:gd name="T0" fmla="*/ 894 w 82"/>
                <a:gd name="T1" fmla="*/ 286 h 43"/>
                <a:gd name="T2" fmla="*/ 988 w 82"/>
                <a:gd name="T3" fmla="*/ 153 h 43"/>
                <a:gd name="T4" fmla="*/ 963 w 82"/>
                <a:gd name="T5" fmla="*/ 133 h 43"/>
                <a:gd name="T6" fmla="*/ 642 w 82"/>
                <a:gd name="T7" fmla="*/ 212 h 43"/>
                <a:gd name="T8" fmla="*/ 289 w 82"/>
                <a:gd name="T9" fmla="*/ 328 h 43"/>
                <a:gd name="T10" fmla="*/ 0 w 82"/>
                <a:gd name="T11" fmla="*/ 540 h 43"/>
                <a:gd name="T12" fmla="*/ 0 w 82"/>
                <a:gd name="T13" fmla="*/ 572 h 43"/>
                <a:gd name="T14" fmla="*/ 179 w 82"/>
                <a:gd name="T15" fmla="*/ 601 h 43"/>
                <a:gd name="T16" fmla="*/ 484 w 82"/>
                <a:gd name="T17" fmla="*/ 481 h 43"/>
                <a:gd name="T18" fmla="*/ 651 w 82"/>
                <a:gd name="T19" fmla="*/ 431 h 43"/>
                <a:gd name="T20" fmla="*/ 757 w 82"/>
                <a:gd name="T21" fmla="*/ 601 h 43"/>
                <a:gd name="T22" fmla="*/ 894 w 82"/>
                <a:gd name="T23" fmla="*/ 286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43">
                  <a:moveTo>
                    <a:pt x="74" y="19"/>
                  </a:moveTo>
                  <a:cubicBezTo>
                    <a:pt x="76" y="15"/>
                    <a:pt x="80" y="12"/>
                    <a:pt x="82" y="10"/>
                  </a:cubicBezTo>
                  <a:cubicBezTo>
                    <a:pt x="81" y="10"/>
                    <a:pt x="81" y="9"/>
                    <a:pt x="80" y="9"/>
                  </a:cubicBezTo>
                  <a:cubicBezTo>
                    <a:pt x="71" y="0"/>
                    <a:pt x="62" y="9"/>
                    <a:pt x="53" y="14"/>
                  </a:cubicBezTo>
                  <a:cubicBezTo>
                    <a:pt x="44" y="19"/>
                    <a:pt x="35" y="20"/>
                    <a:pt x="24" y="22"/>
                  </a:cubicBezTo>
                  <a:cubicBezTo>
                    <a:pt x="15" y="23"/>
                    <a:pt x="4" y="26"/>
                    <a:pt x="0" y="36"/>
                  </a:cubicBezTo>
                  <a:cubicBezTo>
                    <a:pt x="0" y="37"/>
                    <a:pt x="0" y="37"/>
                    <a:pt x="0" y="38"/>
                  </a:cubicBezTo>
                  <a:cubicBezTo>
                    <a:pt x="3" y="40"/>
                    <a:pt x="8" y="40"/>
                    <a:pt x="15" y="40"/>
                  </a:cubicBezTo>
                  <a:cubicBezTo>
                    <a:pt x="26" y="42"/>
                    <a:pt x="32" y="35"/>
                    <a:pt x="40" y="32"/>
                  </a:cubicBezTo>
                  <a:cubicBezTo>
                    <a:pt x="44" y="31"/>
                    <a:pt x="50" y="28"/>
                    <a:pt x="54" y="29"/>
                  </a:cubicBezTo>
                  <a:cubicBezTo>
                    <a:pt x="58" y="31"/>
                    <a:pt x="58" y="40"/>
                    <a:pt x="63" y="40"/>
                  </a:cubicBezTo>
                  <a:cubicBezTo>
                    <a:pt x="76" y="43"/>
                    <a:pt x="71" y="24"/>
                    <a:pt x="74" y="1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12" name="Freeform 2135">
              <a:extLst>
                <a:ext uri="{FF2B5EF4-FFF2-40B4-BE49-F238E27FC236}">
                  <a16:creationId xmlns:a16="http://schemas.microsoft.com/office/drawing/2014/main" id="{73B9CDDF-406E-41A4-8F42-0293B6D8D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765"/>
              <a:ext cx="115" cy="204"/>
            </a:xfrm>
            <a:custGeom>
              <a:avLst/>
              <a:gdLst>
                <a:gd name="T0" fmla="*/ 545 w 50"/>
                <a:gd name="T1" fmla="*/ 71 h 83"/>
                <a:gd name="T2" fmla="*/ 301 w 50"/>
                <a:gd name="T3" fmla="*/ 91 h 83"/>
                <a:gd name="T4" fmla="*/ 207 w 50"/>
                <a:gd name="T5" fmla="*/ 551 h 83"/>
                <a:gd name="T6" fmla="*/ 0 w 50"/>
                <a:gd name="T7" fmla="*/ 1069 h 83"/>
                <a:gd name="T8" fmla="*/ 48 w 50"/>
                <a:gd name="T9" fmla="*/ 1111 h 83"/>
                <a:gd name="T10" fmla="*/ 195 w 50"/>
                <a:gd name="T11" fmla="*/ 919 h 83"/>
                <a:gd name="T12" fmla="*/ 317 w 50"/>
                <a:gd name="T13" fmla="*/ 622 h 83"/>
                <a:gd name="T14" fmla="*/ 582 w 50"/>
                <a:gd name="T15" fmla="*/ 430 h 83"/>
                <a:gd name="T16" fmla="*/ 610 w 50"/>
                <a:gd name="T17" fmla="*/ 315 h 83"/>
                <a:gd name="T18" fmla="*/ 582 w 50"/>
                <a:gd name="T19" fmla="*/ 206 h 83"/>
                <a:gd name="T20" fmla="*/ 545 w 50"/>
                <a:gd name="T21" fmla="*/ 71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83">
                  <a:moveTo>
                    <a:pt x="45" y="5"/>
                  </a:moveTo>
                  <a:cubicBezTo>
                    <a:pt x="41" y="0"/>
                    <a:pt x="30" y="2"/>
                    <a:pt x="25" y="6"/>
                  </a:cubicBezTo>
                  <a:cubicBezTo>
                    <a:pt x="15" y="14"/>
                    <a:pt x="19" y="27"/>
                    <a:pt x="17" y="37"/>
                  </a:cubicBezTo>
                  <a:cubicBezTo>
                    <a:pt x="16" y="46"/>
                    <a:pt x="2" y="60"/>
                    <a:pt x="0" y="72"/>
                  </a:cubicBezTo>
                  <a:cubicBezTo>
                    <a:pt x="1" y="73"/>
                    <a:pt x="2" y="74"/>
                    <a:pt x="4" y="75"/>
                  </a:cubicBezTo>
                  <a:cubicBezTo>
                    <a:pt x="15" y="83"/>
                    <a:pt x="14" y="70"/>
                    <a:pt x="16" y="62"/>
                  </a:cubicBezTo>
                  <a:cubicBezTo>
                    <a:pt x="17" y="55"/>
                    <a:pt x="20" y="48"/>
                    <a:pt x="26" y="42"/>
                  </a:cubicBezTo>
                  <a:cubicBezTo>
                    <a:pt x="32" y="36"/>
                    <a:pt x="42" y="36"/>
                    <a:pt x="48" y="29"/>
                  </a:cubicBezTo>
                  <a:cubicBezTo>
                    <a:pt x="50" y="27"/>
                    <a:pt x="50" y="24"/>
                    <a:pt x="50" y="21"/>
                  </a:cubicBezTo>
                  <a:cubicBezTo>
                    <a:pt x="49" y="18"/>
                    <a:pt x="48" y="16"/>
                    <a:pt x="48" y="14"/>
                  </a:cubicBezTo>
                  <a:cubicBezTo>
                    <a:pt x="47" y="11"/>
                    <a:pt x="46" y="8"/>
                    <a:pt x="45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13" name="Freeform 2136">
              <a:extLst>
                <a:ext uri="{FF2B5EF4-FFF2-40B4-BE49-F238E27FC236}">
                  <a16:creationId xmlns:a16="http://schemas.microsoft.com/office/drawing/2014/main" id="{E04DB28F-82FF-4CBD-BE68-B03F98FC1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596"/>
              <a:ext cx="209" cy="133"/>
            </a:xfrm>
            <a:custGeom>
              <a:avLst/>
              <a:gdLst>
                <a:gd name="T0" fmla="*/ 581 w 91"/>
                <a:gd name="T1" fmla="*/ 626 h 54"/>
                <a:gd name="T2" fmla="*/ 850 w 91"/>
                <a:gd name="T3" fmla="*/ 224 h 54"/>
                <a:gd name="T4" fmla="*/ 1102 w 91"/>
                <a:gd name="T5" fmla="*/ 91 h 54"/>
                <a:gd name="T6" fmla="*/ 813 w 91"/>
                <a:gd name="T7" fmla="*/ 91 h 54"/>
                <a:gd name="T8" fmla="*/ 485 w 91"/>
                <a:gd name="T9" fmla="*/ 133 h 54"/>
                <a:gd name="T10" fmla="*/ 0 w 91"/>
                <a:gd name="T11" fmla="*/ 522 h 54"/>
                <a:gd name="T12" fmla="*/ 11 w 91"/>
                <a:gd name="T13" fmla="*/ 539 h 54"/>
                <a:gd name="T14" fmla="*/ 11 w 91"/>
                <a:gd name="T15" fmla="*/ 552 h 54"/>
                <a:gd name="T16" fmla="*/ 301 w 91"/>
                <a:gd name="T17" fmla="*/ 704 h 54"/>
                <a:gd name="T18" fmla="*/ 581 w 91"/>
                <a:gd name="T19" fmla="*/ 626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54">
                  <a:moveTo>
                    <a:pt x="48" y="42"/>
                  </a:moveTo>
                  <a:cubicBezTo>
                    <a:pt x="55" y="32"/>
                    <a:pt x="56" y="20"/>
                    <a:pt x="70" y="15"/>
                  </a:cubicBezTo>
                  <a:cubicBezTo>
                    <a:pt x="75" y="13"/>
                    <a:pt x="88" y="12"/>
                    <a:pt x="91" y="6"/>
                  </a:cubicBezTo>
                  <a:cubicBezTo>
                    <a:pt x="85" y="0"/>
                    <a:pt x="73" y="4"/>
                    <a:pt x="67" y="6"/>
                  </a:cubicBezTo>
                  <a:cubicBezTo>
                    <a:pt x="57" y="8"/>
                    <a:pt x="50" y="8"/>
                    <a:pt x="40" y="9"/>
                  </a:cubicBezTo>
                  <a:cubicBezTo>
                    <a:pt x="26" y="9"/>
                    <a:pt x="0" y="19"/>
                    <a:pt x="0" y="35"/>
                  </a:cubicBezTo>
                  <a:cubicBezTo>
                    <a:pt x="0" y="35"/>
                    <a:pt x="0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3" y="51"/>
                    <a:pt x="16" y="46"/>
                    <a:pt x="25" y="47"/>
                  </a:cubicBezTo>
                  <a:cubicBezTo>
                    <a:pt x="36" y="48"/>
                    <a:pt x="40" y="54"/>
                    <a:pt x="48" y="4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14" name="Freeform 2137">
              <a:extLst>
                <a:ext uri="{FF2B5EF4-FFF2-40B4-BE49-F238E27FC236}">
                  <a16:creationId xmlns:a16="http://schemas.microsoft.com/office/drawing/2014/main" id="{29C73ACD-F824-4781-9375-6B8C834F4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427"/>
              <a:ext cx="39" cy="47"/>
            </a:xfrm>
            <a:custGeom>
              <a:avLst/>
              <a:gdLst>
                <a:gd name="T0" fmla="*/ 11 w 17"/>
                <a:gd name="T1" fmla="*/ 166 h 19"/>
                <a:gd name="T2" fmla="*/ 94 w 17"/>
                <a:gd name="T3" fmla="*/ 257 h 19"/>
                <a:gd name="T4" fmla="*/ 158 w 17"/>
                <a:gd name="T5" fmla="*/ 92 h 19"/>
                <a:gd name="T6" fmla="*/ 11 w 17"/>
                <a:gd name="T7" fmla="*/ 16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1" y="11"/>
                  </a:moveTo>
                  <a:cubicBezTo>
                    <a:pt x="2" y="13"/>
                    <a:pt x="3" y="19"/>
                    <a:pt x="8" y="17"/>
                  </a:cubicBezTo>
                  <a:cubicBezTo>
                    <a:pt x="12" y="15"/>
                    <a:pt x="17" y="12"/>
                    <a:pt x="13" y="6"/>
                  </a:cubicBezTo>
                  <a:cubicBezTo>
                    <a:pt x="8" y="0"/>
                    <a:pt x="0" y="4"/>
                    <a:pt x="1" y="11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15" name="Freeform 2138">
              <a:extLst>
                <a:ext uri="{FF2B5EF4-FFF2-40B4-BE49-F238E27FC236}">
                  <a16:creationId xmlns:a16="http://schemas.microsoft.com/office/drawing/2014/main" id="{2EA8C655-EA70-48B2-A88D-6D839CC83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366"/>
              <a:ext cx="44" cy="34"/>
            </a:xfrm>
            <a:custGeom>
              <a:avLst/>
              <a:gdLst>
                <a:gd name="T0" fmla="*/ 123 w 19"/>
                <a:gd name="T1" fmla="*/ 12 h 14"/>
                <a:gd name="T2" fmla="*/ 0 w 19"/>
                <a:gd name="T3" fmla="*/ 87 h 14"/>
                <a:gd name="T4" fmla="*/ 171 w 19"/>
                <a:gd name="T5" fmla="*/ 170 h 14"/>
                <a:gd name="T6" fmla="*/ 123 w 19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0" y="1"/>
                  </a:moveTo>
                  <a:cubicBezTo>
                    <a:pt x="4" y="0"/>
                    <a:pt x="1" y="2"/>
                    <a:pt x="0" y="6"/>
                  </a:cubicBezTo>
                  <a:cubicBezTo>
                    <a:pt x="0" y="11"/>
                    <a:pt x="9" y="14"/>
                    <a:pt x="14" y="12"/>
                  </a:cubicBezTo>
                  <a:cubicBezTo>
                    <a:pt x="18" y="10"/>
                    <a:pt x="19" y="2"/>
                    <a:pt x="10" y="1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16" name="Freeform 2139">
              <a:extLst>
                <a:ext uri="{FF2B5EF4-FFF2-40B4-BE49-F238E27FC236}">
                  <a16:creationId xmlns:a16="http://schemas.microsoft.com/office/drawing/2014/main" id="{9C72C8D1-37F0-4821-B25A-A3A3B024A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413"/>
              <a:ext cx="46" cy="46"/>
            </a:xfrm>
            <a:custGeom>
              <a:avLst/>
              <a:gdLst>
                <a:gd name="T0" fmla="*/ 28 w 20"/>
                <a:gd name="T1" fmla="*/ 70 h 19"/>
                <a:gd name="T2" fmla="*/ 195 w 20"/>
                <a:gd name="T3" fmla="*/ 199 h 19"/>
                <a:gd name="T4" fmla="*/ 147 w 20"/>
                <a:gd name="T5" fmla="*/ 41 h 19"/>
                <a:gd name="T6" fmla="*/ 28 w 20"/>
                <a:gd name="T7" fmla="*/ 7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9">
                  <a:moveTo>
                    <a:pt x="2" y="5"/>
                  </a:moveTo>
                  <a:cubicBezTo>
                    <a:pt x="0" y="9"/>
                    <a:pt x="13" y="19"/>
                    <a:pt x="16" y="14"/>
                  </a:cubicBezTo>
                  <a:cubicBezTo>
                    <a:pt x="20" y="8"/>
                    <a:pt x="17" y="5"/>
                    <a:pt x="12" y="3"/>
                  </a:cubicBezTo>
                  <a:cubicBezTo>
                    <a:pt x="7" y="0"/>
                    <a:pt x="4" y="2"/>
                    <a:pt x="2" y="5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17" name="Freeform 2140">
              <a:extLst>
                <a:ext uri="{FF2B5EF4-FFF2-40B4-BE49-F238E27FC236}">
                  <a16:creationId xmlns:a16="http://schemas.microsoft.com/office/drawing/2014/main" id="{A6450223-F03F-42F6-9CBF-97654BE74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356"/>
              <a:ext cx="39" cy="32"/>
            </a:xfrm>
            <a:custGeom>
              <a:avLst/>
              <a:gdLst>
                <a:gd name="T0" fmla="*/ 25 w 17"/>
                <a:gd name="T1" fmla="*/ 91 h 13"/>
                <a:gd name="T2" fmla="*/ 110 w 17"/>
                <a:gd name="T3" fmla="*/ 194 h 13"/>
                <a:gd name="T4" fmla="*/ 204 w 17"/>
                <a:gd name="T5" fmla="*/ 91 h 13"/>
                <a:gd name="T6" fmla="*/ 122 w 17"/>
                <a:gd name="T7" fmla="*/ 0 h 13"/>
                <a:gd name="T8" fmla="*/ 25 w 17"/>
                <a:gd name="T9" fmla="*/ 9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2" y="6"/>
                  </a:moveTo>
                  <a:cubicBezTo>
                    <a:pt x="0" y="10"/>
                    <a:pt x="3" y="13"/>
                    <a:pt x="9" y="13"/>
                  </a:cubicBezTo>
                  <a:cubicBezTo>
                    <a:pt x="15" y="13"/>
                    <a:pt x="17" y="9"/>
                    <a:pt x="17" y="6"/>
                  </a:cubicBezTo>
                  <a:cubicBezTo>
                    <a:pt x="17" y="4"/>
                    <a:pt x="16" y="0"/>
                    <a:pt x="10" y="0"/>
                  </a:cubicBezTo>
                  <a:cubicBezTo>
                    <a:pt x="4" y="1"/>
                    <a:pt x="4" y="2"/>
                    <a:pt x="2" y="6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18" name="Freeform 2141">
              <a:extLst>
                <a:ext uri="{FF2B5EF4-FFF2-40B4-BE49-F238E27FC236}">
                  <a16:creationId xmlns:a16="http://schemas.microsoft.com/office/drawing/2014/main" id="{F09B5456-F81F-439E-8850-DABECB56E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349"/>
              <a:ext cx="46" cy="37"/>
            </a:xfrm>
            <a:custGeom>
              <a:avLst/>
              <a:gdLst>
                <a:gd name="T0" fmla="*/ 28 w 20"/>
                <a:gd name="T1" fmla="*/ 104 h 15"/>
                <a:gd name="T2" fmla="*/ 131 w 20"/>
                <a:gd name="T3" fmla="*/ 224 h 15"/>
                <a:gd name="T4" fmla="*/ 216 w 20"/>
                <a:gd name="T5" fmla="*/ 91 h 15"/>
                <a:gd name="T6" fmla="*/ 28 w 20"/>
                <a:gd name="T7" fmla="*/ 10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2" y="7"/>
                  </a:moveTo>
                  <a:cubicBezTo>
                    <a:pt x="0" y="10"/>
                    <a:pt x="2" y="15"/>
                    <a:pt x="11" y="15"/>
                  </a:cubicBezTo>
                  <a:cubicBezTo>
                    <a:pt x="20" y="14"/>
                    <a:pt x="20" y="10"/>
                    <a:pt x="18" y="6"/>
                  </a:cubicBezTo>
                  <a:cubicBezTo>
                    <a:pt x="15" y="1"/>
                    <a:pt x="6" y="0"/>
                    <a:pt x="2" y="7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19" name="Freeform 2142">
              <a:extLst>
                <a:ext uri="{FF2B5EF4-FFF2-40B4-BE49-F238E27FC236}">
                  <a16:creationId xmlns:a16="http://schemas.microsoft.com/office/drawing/2014/main" id="{C87A7E43-40C6-4203-9107-00B760D46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364"/>
              <a:ext cx="44" cy="34"/>
            </a:xfrm>
            <a:custGeom>
              <a:avLst/>
              <a:gdLst>
                <a:gd name="T0" fmla="*/ 160 w 19"/>
                <a:gd name="T1" fmla="*/ 0 h 14"/>
                <a:gd name="T2" fmla="*/ 86 w 19"/>
                <a:gd name="T3" fmla="*/ 202 h 14"/>
                <a:gd name="T4" fmla="*/ 225 w 19"/>
                <a:gd name="T5" fmla="*/ 100 h 14"/>
                <a:gd name="T6" fmla="*/ 160 w 19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3" y="0"/>
                  </a:moveTo>
                  <a:cubicBezTo>
                    <a:pt x="8" y="0"/>
                    <a:pt x="0" y="14"/>
                    <a:pt x="7" y="14"/>
                  </a:cubicBezTo>
                  <a:cubicBezTo>
                    <a:pt x="14" y="14"/>
                    <a:pt x="17" y="10"/>
                    <a:pt x="18" y="7"/>
                  </a:cubicBezTo>
                  <a:cubicBezTo>
                    <a:pt x="19" y="3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20" name="Freeform 2143">
              <a:extLst>
                <a:ext uri="{FF2B5EF4-FFF2-40B4-BE49-F238E27FC236}">
                  <a16:creationId xmlns:a16="http://schemas.microsoft.com/office/drawing/2014/main" id="{42189625-2E7C-4444-A483-A8B2FFEE6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371"/>
              <a:ext cx="36" cy="39"/>
            </a:xfrm>
            <a:custGeom>
              <a:avLst/>
              <a:gdLst>
                <a:gd name="T0" fmla="*/ 72 w 16"/>
                <a:gd name="T1" fmla="*/ 219 h 16"/>
                <a:gd name="T2" fmla="*/ 126 w 16"/>
                <a:gd name="T3" fmla="*/ 29 h 16"/>
                <a:gd name="T4" fmla="*/ 173 w 16"/>
                <a:gd name="T5" fmla="*/ 119 h 16"/>
                <a:gd name="T6" fmla="*/ 72 w 16"/>
                <a:gd name="T7" fmla="*/ 2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6" y="15"/>
                  </a:moveTo>
                  <a:cubicBezTo>
                    <a:pt x="0" y="16"/>
                    <a:pt x="6" y="2"/>
                    <a:pt x="11" y="2"/>
                  </a:cubicBezTo>
                  <a:cubicBezTo>
                    <a:pt x="15" y="0"/>
                    <a:pt x="16" y="4"/>
                    <a:pt x="15" y="8"/>
                  </a:cubicBezTo>
                  <a:cubicBezTo>
                    <a:pt x="14" y="11"/>
                    <a:pt x="11" y="15"/>
                    <a:pt x="6" y="15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21" name="Freeform 2144">
              <a:extLst>
                <a:ext uri="{FF2B5EF4-FFF2-40B4-BE49-F238E27FC236}">
                  <a16:creationId xmlns:a16="http://schemas.microsoft.com/office/drawing/2014/main" id="{CDD59898-645A-4212-AD03-8E07C587E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393"/>
              <a:ext cx="40" cy="44"/>
            </a:xfrm>
            <a:custGeom>
              <a:avLst/>
              <a:gdLst>
                <a:gd name="T0" fmla="*/ 221 w 17"/>
                <a:gd name="T1" fmla="*/ 42 h 18"/>
                <a:gd name="T2" fmla="*/ 89 w 17"/>
                <a:gd name="T3" fmla="*/ 42 h 18"/>
                <a:gd name="T4" fmla="*/ 38 w 17"/>
                <a:gd name="T5" fmla="*/ 144 h 18"/>
                <a:gd name="T6" fmla="*/ 155 w 17"/>
                <a:gd name="T7" fmla="*/ 232 h 18"/>
                <a:gd name="T8" fmla="*/ 221 w 17"/>
                <a:gd name="T9" fmla="*/ 4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7" y="3"/>
                  </a:moveTo>
                  <a:cubicBezTo>
                    <a:pt x="16" y="0"/>
                    <a:pt x="15" y="0"/>
                    <a:pt x="7" y="3"/>
                  </a:cubicBezTo>
                  <a:cubicBezTo>
                    <a:pt x="0" y="6"/>
                    <a:pt x="1" y="7"/>
                    <a:pt x="3" y="10"/>
                  </a:cubicBezTo>
                  <a:cubicBezTo>
                    <a:pt x="3" y="10"/>
                    <a:pt x="7" y="18"/>
                    <a:pt x="12" y="16"/>
                  </a:cubicBezTo>
                  <a:cubicBezTo>
                    <a:pt x="17" y="14"/>
                    <a:pt x="16" y="9"/>
                    <a:pt x="17" y="3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22" name="Freeform 2145">
              <a:extLst>
                <a:ext uri="{FF2B5EF4-FFF2-40B4-BE49-F238E27FC236}">
                  <a16:creationId xmlns:a16="http://schemas.microsoft.com/office/drawing/2014/main" id="{781C6FDC-EE3A-48B4-A702-B8A1E063D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469"/>
              <a:ext cx="46" cy="59"/>
            </a:xfrm>
            <a:custGeom>
              <a:avLst/>
              <a:gdLst>
                <a:gd name="T0" fmla="*/ 216 w 20"/>
                <a:gd name="T1" fmla="*/ 133 h 24"/>
                <a:gd name="T2" fmla="*/ 207 w 20"/>
                <a:gd name="T3" fmla="*/ 120 h 24"/>
                <a:gd name="T4" fmla="*/ 74 w 20"/>
                <a:gd name="T5" fmla="*/ 266 h 24"/>
                <a:gd name="T6" fmla="*/ 186 w 20"/>
                <a:gd name="T7" fmla="*/ 327 h 24"/>
                <a:gd name="T8" fmla="*/ 216 w 20"/>
                <a:gd name="T9" fmla="*/ 13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18" y="9"/>
                  </a:moveTo>
                  <a:cubicBezTo>
                    <a:pt x="17" y="8"/>
                    <a:pt x="17" y="8"/>
                    <a:pt x="17" y="8"/>
                  </a:cubicBezTo>
                  <a:cubicBezTo>
                    <a:pt x="12" y="0"/>
                    <a:pt x="0" y="10"/>
                    <a:pt x="6" y="18"/>
                  </a:cubicBezTo>
                  <a:cubicBezTo>
                    <a:pt x="6" y="18"/>
                    <a:pt x="10" y="24"/>
                    <a:pt x="15" y="22"/>
                  </a:cubicBezTo>
                  <a:cubicBezTo>
                    <a:pt x="20" y="20"/>
                    <a:pt x="20" y="15"/>
                    <a:pt x="18" y="9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23" name="Freeform 2146">
              <a:extLst>
                <a:ext uri="{FF2B5EF4-FFF2-40B4-BE49-F238E27FC236}">
                  <a16:creationId xmlns:a16="http://schemas.microsoft.com/office/drawing/2014/main" id="{8D8E801F-8DFF-4F72-BEE9-91974B616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18"/>
              <a:ext cx="55" cy="66"/>
            </a:xfrm>
            <a:custGeom>
              <a:avLst/>
              <a:gdLst>
                <a:gd name="T0" fmla="*/ 241 w 24"/>
                <a:gd name="T1" fmla="*/ 120 h 27"/>
                <a:gd name="T2" fmla="*/ 94 w 24"/>
                <a:gd name="T3" fmla="*/ 335 h 27"/>
                <a:gd name="T4" fmla="*/ 241 w 24"/>
                <a:gd name="T5" fmla="*/ 335 h 27"/>
                <a:gd name="T6" fmla="*/ 241 w 24"/>
                <a:gd name="T7" fmla="*/ 1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7">
                  <a:moveTo>
                    <a:pt x="20" y="8"/>
                  </a:moveTo>
                  <a:cubicBezTo>
                    <a:pt x="15" y="0"/>
                    <a:pt x="0" y="18"/>
                    <a:pt x="8" y="23"/>
                  </a:cubicBezTo>
                  <a:cubicBezTo>
                    <a:pt x="12" y="26"/>
                    <a:pt x="16" y="27"/>
                    <a:pt x="20" y="23"/>
                  </a:cubicBezTo>
                  <a:cubicBezTo>
                    <a:pt x="24" y="19"/>
                    <a:pt x="24" y="14"/>
                    <a:pt x="20" y="8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24" name="Freeform 2147">
              <a:extLst>
                <a:ext uri="{FF2B5EF4-FFF2-40B4-BE49-F238E27FC236}">
                  <a16:creationId xmlns:a16="http://schemas.microsoft.com/office/drawing/2014/main" id="{4CFA36BC-6030-40C2-A7DD-02056A8F36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2" y="2611"/>
              <a:ext cx="106" cy="189"/>
            </a:xfrm>
            <a:custGeom>
              <a:avLst/>
              <a:gdLst>
                <a:gd name="T0" fmla="*/ 516 w 46"/>
                <a:gd name="T1" fmla="*/ 204 h 77"/>
                <a:gd name="T2" fmla="*/ 468 w 46"/>
                <a:gd name="T3" fmla="*/ 29 h 77"/>
                <a:gd name="T4" fmla="*/ 468 w 46"/>
                <a:gd name="T5" fmla="*/ 29 h 77"/>
                <a:gd name="T6" fmla="*/ 366 w 46"/>
                <a:gd name="T7" fmla="*/ 91 h 77"/>
                <a:gd name="T8" fmla="*/ 366 w 46"/>
                <a:gd name="T9" fmla="*/ 204 h 77"/>
                <a:gd name="T10" fmla="*/ 516 w 46"/>
                <a:gd name="T11" fmla="*/ 204 h 77"/>
                <a:gd name="T12" fmla="*/ 207 w 46"/>
                <a:gd name="T13" fmla="*/ 1065 h 77"/>
                <a:gd name="T14" fmla="*/ 150 w 46"/>
                <a:gd name="T15" fmla="*/ 812 h 77"/>
                <a:gd name="T16" fmla="*/ 85 w 46"/>
                <a:gd name="T17" fmla="*/ 1065 h 77"/>
                <a:gd name="T18" fmla="*/ 207 w 46"/>
                <a:gd name="T19" fmla="*/ 1065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77">
                  <a:moveTo>
                    <a:pt x="42" y="14"/>
                  </a:moveTo>
                  <a:cubicBezTo>
                    <a:pt x="46" y="8"/>
                    <a:pt x="43" y="7"/>
                    <a:pt x="38" y="2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5" y="0"/>
                    <a:pt x="32" y="3"/>
                    <a:pt x="30" y="6"/>
                  </a:cubicBezTo>
                  <a:cubicBezTo>
                    <a:pt x="29" y="7"/>
                    <a:pt x="28" y="12"/>
                    <a:pt x="30" y="14"/>
                  </a:cubicBezTo>
                  <a:cubicBezTo>
                    <a:pt x="31" y="15"/>
                    <a:pt x="36" y="23"/>
                    <a:pt x="42" y="14"/>
                  </a:cubicBezTo>
                  <a:close/>
                  <a:moveTo>
                    <a:pt x="17" y="72"/>
                  </a:moveTo>
                  <a:cubicBezTo>
                    <a:pt x="21" y="63"/>
                    <a:pt x="18" y="59"/>
                    <a:pt x="12" y="55"/>
                  </a:cubicBezTo>
                  <a:cubicBezTo>
                    <a:pt x="6" y="53"/>
                    <a:pt x="0" y="66"/>
                    <a:pt x="7" y="72"/>
                  </a:cubicBezTo>
                  <a:cubicBezTo>
                    <a:pt x="7" y="72"/>
                    <a:pt x="15" y="77"/>
                    <a:pt x="17" y="72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25" name="Freeform 2148">
              <a:extLst>
                <a:ext uri="{FF2B5EF4-FFF2-40B4-BE49-F238E27FC236}">
                  <a16:creationId xmlns:a16="http://schemas.microsoft.com/office/drawing/2014/main" id="{8DF133EB-5F43-487E-AB98-3B4955638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3013"/>
              <a:ext cx="39" cy="79"/>
            </a:xfrm>
            <a:custGeom>
              <a:avLst/>
              <a:gdLst>
                <a:gd name="T0" fmla="*/ 195 w 17"/>
                <a:gd name="T1" fmla="*/ 286 h 32"/>
                <a:gd name="T2" fmla="*/ 73 w 17"/>
                <a:gd name="T3" fmla="*/ 0 h 32"/>
                <a:gd name="T4" fmla="*/ 25 w 17"/>
                <a:gd name="T5" fmla="*/ 195 h 32"/>
                <a:gd name="T6" fmla="*/ 147 w 17"/>
                <a:gd name="T7" fmla="*/ 439 h 32"/>
                <a:gd name="T8" fmla="*/ 195 w 17"/>
                <a:gd name="T9" fmla="*/ 28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2">
                  <a:moveTo>
                    <a:pt x="16" y="19"/>
                  </a:moveTo>
                  <a:cubicBezTo>
                    <a:pt x="15" y="12"/>
                    <a:pt x="12" y="0"/>
                    <a:pt x="6" y="0"/>
                  </a:cubicBezTo>
                  <a:cubicBezTo>
                    <a:pt x="0" y="0"/>
                    <a:pt x="1" y="5"/>
                    <a:pt x="2" y="13"/>
                  </a:cubicBezTo>
                  <a:cubicBezTo>
                    <a:pt x="2" y="21"/>
                    <a:pt x="8" y="32"/>
                    <a:pt x="12" y="29"/>
                  </a:cubicBezTo>
                  <a:cubicBezTo>
                    <a:pt x="15" y="27"/>
                    <a:pt x="17" y="24"/>
                    <a:pt x="16" y="19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26" name="Freeform 2149">
              <a:extLst>
                <a:ext uri="{FF2B5EF4-FFF2-40B4-BE49-F238E27FC236}">
                  <a16:creationId xmlns:a16="http://schemas.microsoft.com/office/drawing/2014/main" id="{7AAB8D24-3D08-45FF-8646-19BA88A46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839"/>
              <a:ext cx="41" cy="69"/>
            </a:xfrm>
            <a:custGeom>
              <a:avLst/>
              <a:gdLst>
                <a:gd name="T0" fmla="*/ 93 w 18"/>
                <a:gd name="T1" fmla="*/ 74 h 28"/>
                <a:gd name="T2" fmla="*/ 57 w 18"/>
                <a:gd name="T3" fmla="*/ 357 h 28"/>
                <a:gd name="T4" fmla="*/ 187 w 18"/>
                <a:gd name="T5" fmla="*/ 315 h 28"/>
                <a:gd name="T6" fmla="*/ 93 w 18"/>
                <a:gd name="T7" fmla="*/ 7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8">
                  <a:moveTo>
                    <a:pt x="8" y="5"/>
                  </a:moveTo>
                  <a:cubicBezTo>
                    <a:pt x="0" y="0"/>
                    <a:pt x="0" y="20"/>
                    <a:pt x="5" y="24"/>
                  </a:cubicBezTo>
                  <a:cubicBezTo>
                    <a:pt x="9" y="28"/>
                    <a:pt x="15" y="27"/>
                    <a:pt x="16" y="21"/>
                  </a:cubicBezTo>
                  <a:cubicBezTo>
                    <a:pt x="18" y="16"/>
                    <a:pt x="15" y="8"/>
                    <a:pt x="8" y="5"/>
                  </a:cubicBezTo>
                  <a:close/>
                </a:path>
              </a:pathLst>
            </a:custGeom>
            <a:solidFill>
              <a:srgbClr val="84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27" name="Freeform 2150">
              <a:extLst>
                <a:ext uri="{FF2B5EF4-FFF2-40B4-BE49-F238E27FC236}">
                  <a16:creationId xmlns:a16="http://schemas.microsoft.com/office/drawing/2014/main" id="{C8C91FDC-CAFB-4BAB-9EE8-736FADAB2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089"/>
              <a:ext cx="989" cy="993"/>
            </a:xfrm>
            <a:custGeom>
              <a:avLst/>
              <a:gdLst>
                <a:gd name="T0" fmla="*/ 4138 w 430"/>
                <a:gd name="T1" fmla="*/ 740 h 405"/>
                <a:gd name="T2" fmla="*/ 3714 w 430"/>
                <a:gd name="T3" fmla="*/ 456 h 405"/>
                <a:gd name="T4" fmla="*/ 3517 w 430"/>
                <a:gd name="T5" fmla="*/ 336 h 405"/>
                <a:gd name="T6" fmla="*/ 3312 w 430"/>
                <a:gd name="T7" fmla="*/ 588 h 405"/>
                <a:gd name="T8" fmla="*/ 2703 w 430"/>
                <a:gd name="T9" fmla="*/ 294 h 405"/>
                <a:gd name="T10" fmla="*/ 2385 w 430"/>
                <a:gd name="T11" fmla="*/ 414 h 405"/>
                <a:gd name="T12" fmla="*/ 1920 w 430"/>
                <a:gd name="T13" fmla="*/ 235 h 405"/>
                <a:gd name="T14" fmla="*/ 1628 w 430"/>
                <a:gd name="T15" fmla="*/ 294 h 405"/>
                <a:gd name="T16" fmla="*/ 1047 w 430"/>
                <a:gd name="T17" fmla="*/ 1106 h 405"/>
                <a:gd name="T18" fmla="*/ 1021 w 430"/>
                <a:gd name="T19" fmla="*/ 1400 h 405"/>
                <a:gd name="T20" fmla="*/ 646 w 430"/>
                <a:gd name="T21" fmla="*/ 1135 h 405"/>
                <a:gd name="T22" fmla="*/ 412 w 430"/>
                <a:gd name="T23" fmla="*/ 1532 h 405"/>
                <a:gd name="T24" fmla="*/ 375 w 430"/>
                <a:gd name="T25" fmla="*/ 2518 h 405"/>
                <a:gd name="T26" fmla="*/ 366 w 430"/>
                <a:gd name="T27" fmla="*/ 2844 h 405"/>
                <a:gd name="T28" fmla="*/ 0 w 430"/>
                <a:gd name="T29" fmla="*/ 3138 h 405"/>
                <a:gd name="T30" fmla="*/ 534 w 430"/>
                <a:gd name="T31" fmla="*/ 4538 h 405"/>
                <a:gd name="T32" fmla="*/ 805 w 430"/>
                <a:gd name="T33" fmla="*/ 5747 h 405"/>
                <a:gd name="T34" fmla="*/ 610 w 430"/>
                <a:gd name="T35" fmla="*/ 4803 h 405"/>
                <a:gd name="T36" fmla="*/ 793 w 430"/>
                <a:gd name="T37" fmla="*/ 4587 h 405"/>
                <a:gd name="T38" fmla="*/ 582 w 430"/>
                <a:gd name="T39" fmla="*/ 3727 h 405"/>
                <a:gd name="T40" fmla="*/ 862 w 430"/>
                <a:gd name="T41" fmla="*/ 4183 h 405"/>
                <a:gd name="T42" fmla="*/ 619 w 430"/>
                <a:gd name="T43" fmla="*/ 3317 h 405"/>
                <a:gd name="T44" fmla="*/ 1132 w 430"/>
                <a:gd name="T45" fmla="*/ 3317 h 405"/>
                <a:gd name="T46" fmla="*/ 1244 w 430"/>
                <a:gd name="T47" fmla="*/ 3168 h 405"/>
                <a:gd name="T48" fmla="*/ 1387 w 430"/>
                <a:gd name="T49" fmla="*/ 2915 h 405"/>
                <a:gd name="T50" fmla="*/ 1403 w 430"/>
                <a:gd name="T51" fmla="*/ 2915 h 405"/>
                <a:gd name="T52" fmla="*/ 1403 w 430"/>
                <a:gd name="T53" fmla="*/ 2182 h 405"/>
                <a:gd name="T54" fmla="*/ 1677 w 430"/>
                <a:gd name="T55" fmla="*/ 2518 h 405"/>
                <a:gd name="T56" fmla="*/ 1571 w 430"/>
                <a:gd name="T57" fmla="*/ 1635 h 405"/>
                <a:gd name="T58" fmla="*/ 2079 w 430"/>
                <a:gd name="T59" fmla="*/ 2194 h 405"/>
                <a:gd name="T60" fmla="*/ 1851 w 430"/>
                <a:gd name="T61" fmla="*/ 1179 h 405"/>
                <a:gd name="T62" fmla="*/ 2433 w 430"/>
                <a:gd name="T63" fmla="*/ 1979 h 405"/>
                <a:gd name="T64" fmla="*/ 2613 w 430"/>
                <a:gd name="T65" fmla="*/ 1859 h 405"/>
                <a:gd name="T66" fmla="*/ 2836 w 430"/>
                <a:gd name="T67" fmla="*/ 1871 h 405"/>
                <a:gd name="T68" fmla="*/ 2930 w 430"/>
                <a:gd name="T69" fmla="*/ 1706 h 405"/>
                <a:gd name="T70" fmla="*/ 2958 w 430"/>
                <a:gd name="T71" fmla="*/ 1726 h 405"/>
                <a:gd name="T72" fmla="*/ 2567 w 430"/>
                <a:gd name="T73" fmla="*/ 1064 h 405"/>
                <a:gd name="T74" fmla="*/ 3080 w 430"/>
                <a:gd name="T75" fmla="*/ 1694 h 405"/>
                <a:gd name="T76" fmla="*/ 3190 w 430"/>
                <a:gd name="T77" fmla="*/ 1432 h 405"/>
                <a:gd name="T78" fmla="*/ 3471 w 430"/>
                <a:gd name="T79" fmla="*/ 1653 h 405"/>
                <a:gd name="T80" fmla="*/ 3650 w 430"/>
                <a:gd name="T81" fmla="*/ 1653 h 405"/>
                <a:gd name="T82" fmla="*/ 3820 w 430"/>
                <a:gd name="T83" fmla="*/ 1653 h 405"/>
                <a:gd name="T84" fmla="*/ 3903 w 430"/>
                <a:gd name="T85" fmla="*/ 1606 h 405"/>
                <a:gd name="T86" fmla="*/ 4211 w 430"/>
                <a:gd name="T87" fmla="*/ 1665 h 405"/>
                <a:gd name="T88" fmla="*/ 4342 w 430"/>
                <a:gd name="T89" fmla="*/ 1684 h 405"/>
                <a:gd name="T90" fmla="*/ 4428 w 430"/>
                <a:gd name="T91" fmla="*/ 1726 h 405"/>
                <a:gd name="T92" fmla="*/ 5046 w 430"/>
                <a:gd name="T93" fmla="*/ 1979 h 405"/>
                <a:gd name="T94" fmla="*/ 5074 w 430"/>
                <a:gd name="T95" fmla="*/ 1991 h 405"/>
                <a:gd name="T96" fmla="*/ 4660 w 430"/>
                <a:gd name="T97" fmla="*/ 1238 h 40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30" h="405">
                  <a:moveTo>
                    <a:pt x="383" y="84"/>
                  </a:moveTo>
                  <a:cubicBezTo>
                    <a:pt x="374" y="79"/>
                    <a:pt x="351" y="67"/>
                    <a:pt x="351" y="60"/>
                  </a:cubicBezTo>
                  <a:cubicBezTo>
                    <a:pt x="350" y="49"/>
                    <a:pt x="340" y="45"/>
                    <a:pt x="340" y="50"/>
                  </a:cubicBezTo>
                  <a:cubicBezTo>
                    <a:pt x="341" y="59"/>
                    <a:pt x="343" y="66"/>
                    <a:pt x="337" y="67"/>
                  </a:cubicBezTo>
                  <a:cubicBezTo>
                    <a:pt x="331" y="67"/>
                    <a:pt x="323" y="48"/>
                    <a:pt x="315" y="35"/>
                  </a:cubicBezTo>
                  <a:cubicBezTo>
                    <a:pt x="312" y="28"/>
                    <a:pt x="302" y="27"/>
                    <a:pt x="305" y="31"/>
                  </a:cubicBezTo>
                  <a:cubicBezTo>
                    <a:pt x="310" y="41"/>
                    <a:pt x="312" y="43"/>
                    <a:pt x="311" y="46"/>
                  </a:cubicBezTo>
                  <a:cubicBezTo>
                    <a:pt x="310" y="49"/>
                    <a:pt x="306" y="49"/>
                    <a:pt x="299" y="46"/>
                  </a:cubicBezTo>
                  <a:cubicBezTo>
                    <a:pt x="292" y="43"/>
                    <a:pt x="289" y="23"/>
                    <a:pt x="289" y="23"/>
                  </a:cubicBezTo>
                  <a:cubicBezTo>
                    <a:pt x="286" y="15"/>
                    <a:pt x="280" y="12"/>
                    <a:pt x="280" y="20"/>
                  </a:cubicBezTo>
                  <a:cubicBezTo>
                    <a:pt x="280" y="20"/>
                    <a:pt x="281" y="28"/>
                    <a:pt x="282" y="34"/>
                  </a:cubicBezTo>
                  <a:cubicBezTo>
                    <a:pt x="284" y="40"/>
                    <a:pt x="279" y="41"/>
                    <a:pt x="272" y="40"/>
                  </a:cubicBezTo>
                  <a:cubicBezTo>
                    <a:pt x="264" y="40"/>
                    <a:pt x="251" y="25"/>
                    <a:pt x="248" y="11"/>
                  </a:cubicBezTo>
                  <a:cubicBezTo>
                    <a:pt x="246" y="2"/>
                    <a:pt x="239" y="1"/>
                    <a:pt x="235" y="8"/>
                  </a:cubicBezTo>
                  <a:cubicBezTo>
                    <a:pt x="235" y="8"/>
                    <a:pt x="228" y="18"/>
                    <a:pt x="222" y="20"/>
                  </a:cubicBezTo>
                  <a:cubicBezTo>
                    <a:pt x="216" y="21"/>
                    <a:pt x="209" y="22"/>
                    <a:pt x="210" y="10"/>
                  </a:cubicBezTo>
                  <a:cubicBezTo>
                    <a:pt x="211" y="1"/>
                    <a:pt x="194" y="0"/>
                    <a:pt x="196" y="9"/>
                  </a:cubicBezTo>
                  <a:cubicBezTo>
                    <a:pt x="196" y="9"/>
                    <a:pt x="201" y="23"/>
                    <a:pt x="196" y="28"/>
                  </a:cubicBezTo>
                  <a:cubicBezTo>
                    <a:pt x="192" y="34"/>
                    <a:pt x="187" y="36"/>
                    <a:pt x="183" y="34"/>
                  </a:cubicBezTo>
                  <a:cubicBezTo>
                    <a:pt x="178" y="32"/>
                    <a:pt x="173" y="22"/>
                    <a:pt x="168" y="12"/>
                  </a:cubicBezTo>
                  <a:cubicBezTo>
                    <a:pt x="165" y="4"/>
                    <a:pt x="153" y="8"/>
                    <a:pt x="158" y="16"/>
                  </a:cubicBezTo>
                  <a:cubicBezTo>
                    <a:pt x="158" y="16"/>
                    <a:pt x="170" y="38"/>
                    <a:pt x="169" y="44"/>
                  </a:cubicBezTo>
                  <a:cubicBezTo>
                    <a:pt x="169" y="48"/>
                    <a:pt x="166" y="52"/>
                    <a:pt x="158" y="50"/>
                  </a:cubicBezTo>
                  <a:cubicBezTo>
                    <a:pt x="150" y="48"/>
                    <a:pt x="141" y="36"/>
                    <a:pt x="134" y="20"/>
                  </a:cubicBezTo>
                  <a:cubicBezTo>
                    <a:pt x="125" y="10"/>
                    <a:pt x="94" y="31"/>
                    <a:pt x="100" y="40"/>
                  </a:cubicBezTo>
                  <a:cubicBezTo>
                    <a:pt x="100" y="40"/>
                    <a:pt x="104" y="48"/>
                    <a:pt x="101" y="55"/>
                  </a:cubicBezTo>
                  <a:cubicBezTo>
                    <a:pt x="98" y="63"/>
                    <a:pt x="93" y="74"/>
                    <a:pt x="86" y="75"/>
                  </a:cubicBezTo>
                  <a:cubicBezTo>
                    <a:pt x="80" y="75"/>
                    <a:pt x="81" y="66"/>
                    <a:pt x="76" y="57"/>
                  </a:cubicBezTo>
                  <a:cubicBezTo>
                    <a:pt x="74" y="52"/>
                    <a:pt x="66" y="57"/>
                    <a:pt x="67" y="63"/>
                  </a:cubicBezTo>
                  <a:cubicBezTo>
                    <a:pt x="67" y="63"/>
                    <a:pt x="84" y="87"/>
                    <a:pt x="84" y="95"/>
                  </a:cubicBezTo>
                  <a:cubicBezTo>
                    <a:pt x="83" y="104"/>
                    <a:pt x="74" y="113"/>
                    <a:pt x="71" y="111"/>
                  </a:cubicBezTo>
                  <a:cubicBezTo>
                    <a:pt x="69" y="108"/>
                    <a:pt x="64" y="87"/>
                    <a:pt x="61" y="69"/>
                  </a:cubicBezTo>
                  <a:cubicBezTo>
                    <a:pt x="60" y="64"/>
                    <a:pt x="52" y="68"/>
                    <a:pt x="53" y="77"/>
                  </a:cubicBezTo>
                  <a:cubicBezTo>
                    <a:pt x="55" y="102"/>
                    <a:pt x="74" y="147"/>
                    <a:pt x="80" y="156"/>
                  </a:cubicBezTo>
                  <a:cubicBezTo>
                    <a:pt x="85" y="165"/>
                    <a:pt x="71" y="178"/>
                    <a:pt x="62" y="171"/>
                  </a:cubicBezTo>
                  <a:cubicBezTo>
                    <a:pt x="54" y="164"/>
                    <a:pt x="34" y="104"/>
                    <a:pt x="34" y="104"/>
                  </a:cubicBezTo>
                  <a:cubicBezTo>
                    <a:pt x="31" y="98"/>
                    <a:pt x="27" y="109"/>
                    <a:pt x="29" y="116"/>
                  </a:cubicBezTo>
                  <a:cubicBezTo>
                    <a:pt x="33" y="131"/>
                    <a:pt x="35" y="137"/>
                    <a:pt x="36" y="144"/>
                  </a:cubicBezTo>
                  <a:cubicBezTo>
                    <a:pt x="36" y="152"/>
                    <a:pt x="31" y="159"/>
                    <a:pt x="31" y="171"/>
                  </a:cubicBezTo>
                  <a:cubicBezTo>
                    <a:pt x="31" y="182"/>
                    <a:pt x="15" y="142"/>
                    <a:pt x="15" y="142"/>
                  </a:cubicBezTo>
                  <a:cubicBezTo>
                    <a:pt x="12" y="138"/>
                    <a:pt x="8" y="152"/>
                    <a:pt x="11" y="160"/>
                  </a:cubicBezTo>
                  <a:cubicBezTo>
                    <a:pt x="17" y="175"/>
                    <a:pt x="24" y="184"/>
                    <a:pt x="30" y="193"/>
                  </a:cubicBezTo>
                  <a:cubicBezTo>
                    <a:pt x="35" y="203"/>
                    <a:pt x="43" y="221"/>
                    <a:pt x="39" y="227"/>
                  </a:cubicBezTo>
                  <a:cubicBezTo>
                    <a:pt x="35" y="232"/>
                    <a:pt x="7" y="192"/>
                    <a:pt x="7" y="185"/>
                  </a:cubicBezTo>
                  <a:cubicBezTo>
                    <a:pt x="3" y="179"/>
                    <a:pt x="1" y="200"/>
                    <a:pt x="0" y="213"/>
                  </a:cubicBezTo>
                  <a:cubicBezTo>
                    <a:pt x="0" y="227"/>
                    <a:pt x="5" y="258"/>
                    <a:pt x="14" y="262"/>
                  </a:cubicBezTo>
                  <a:cubicBezTo>
                    <a:pt x="14" y="262"/>
                    <a:pt x="26" y="267"/>
                    <a:pt x="31" y="274"/>
                  </a:cubicBezTo>
                  <a:cubicBezTo>
                    <a:pt x="35" y="285"/>
                    <a:pt x="46" y="301"/>
                    <a:pt x="44" y="308"/>
                  </a:cubicBezTo>
                  <a:cubicBezTo>
                    <a:pt x="36" y="323"/>
                    <a:pt x="41" y="351"/>
                    <a:pt x="46" y="361"/>
                  </a:cubicBezTo>
                  <a:cubicBezTo>
                    <a:pt x="50" y="371"/>
                    <a:pt x="63" y="398"/>
                    <a:pt x="72" y="405"/>
                  </a:cubicBezTo>
                  <a:cubicBezTo>
                    <a:pt x="69" y="402"/>
                    <a:pt x="66" y="395"/>
                    <a:pt x="66" y="390"/>
                  </a:cubicBezTo>
                  <a:cubicBezTo>
                    <a:pt x="65" y="384"/>
                    <a:pt x="64" y="380"/>
                    <a:pt x="66" y="378"/>
                  </a:cubicBezTo>
                  <a:cubicBezTo>
                    <a:pt x="66" y="377"/>
                    <a:pt x="62" y="373"/>
                    <a:pt x="62" y="372"/>
                  </a:cubicBezTo>
                  <a:cubicBezTo>
                    <a:pt x="48" y="344"/>
                    <a:pt x="50" y="335"/>
                    <a:pt x="50" y="326"/>
                  </a:cubicBezTo>
                  <a:cubicBezTo>
                    <a:pt x="50" y="322"/>
                    <a:pt x="53" y="316"/>
                    <a:pt x="57" y="321"/>
                  </a:cubicBezTo>
                  <a:cubicBezTo>
                    <a:pt x="58" y="323"/>
                    <a:pt x="60" y="325"/>
                    <a:pt x="61" y="327"/>
                  </a:cubicBezTo>
                  <a:cubicBezTo>
                    <a:pt x="58" y="321"/>
                    <a:pt x="59" y="308"/>
                    <a:pt x="65" y="311"/>
                  </a:cubicBezTo>
                  <a:cubicBezTo>
                    <a:pt x="65" y="311"/>
                    <a:pt x="65" y="311"/>
                    <a:pt x="65" y="311"/>
                  </a:cubicBezTo>
                  <a:cubicBezTo>
                    <a:pt x="59" y="303"/>
                    <a:pt x="38" y="278"/>
                    <a:pt x="40" y="265"/>
                  </a:cubicBezTo>
                  <a:cubicBezTo>
                    <a:pt x="42" y="259"/>
                    <a:pt x="45" y="255"/>
                    <a:pt x="48" y="253"/>
                  </a:cubicBezTo>
                  <a:cubicBezTo>
                    <a:pt x="50" y="251"/>
                    <a:pt x="55" y="257"/>
                    <a:pt x="57" y="262"/>
                  </a:cubicBezTo>
                  <a:cubicBezTo>
                    <a:pt x="60" y="269"/>
                    <a:pt x="65" y="278"/>
                    <a:pt x="69" y="282"/>
                  </a:cubicBezTo>
                  <a:cubicBezTo>
                    <a:pt x="71" y="284"/>
                    <a:pt x="71" y="284"/>
                    <a:pt x="71" y="284"/>
                  </a:cubicBezTo>
                  <a:cubicBezTo>
                    <a:pt x="65" y="279"/>
                    <a:pt x="70" y="267"/>
                    <a:pt x="76" y="269"/>
                  </a:cubicBezTo>
                  <a:cubicBezTo>
                    <a:pt x="76" y="269"/>
                    <a:pt x="76" y="269"/>
                    <a:pt x="76" y="269"/>
                  </a:cubicBezTo>
                  <a:cubicBezTo>
                    <a:pt x="76" y="269"/>
                    <a:pt x="58" y="244"/>
                    <a:pt x="51" y="225"/>
                  </a:cubicBezTo>
                  <a:cubicBezTo>
                    <a:pt x="47" y="212"/>
                    <a:pt x="51" y="206"/>
                    <a:pt x="54" y="202"/>
                  </a:cubicBezTo>
                  <a:cubicBezTo>
                    <a:pt x="59" y="195"/>
                    <a:pt x="66" y="184"/>
                    <a:pt x="73" y="187"/>
                  </a:cubicBezTo>
                  <a:cubicBezTo>
                    <a:pt x="83" y="190"/>
                    <a:pt x="83" y="209"/>
                    <a:pt x="93" y="225"/>
                  </a:cubicBezTo>
                  <a:cubicBezTo>
                    <a:pt x="93" y="225"/>
                    <a:pt x="93" y="225"/>
                    <a:pt x="93" y="225"/>
                  </a:cubicBezTo>
                  <a:cubicBezTo>
                    <a:pt x="93" y="223"/>
                    <a:pt x="93" y="220"/>
                    <a:pt x="94" y="219"/>
                  </a:cubicBezTo>
                  <a:cubicBezTo>
                    <a:pt x="95" y="216"/>
                    <a:pt x="99" y="214"/>
                    <a:pt x="102" y="215"/>
                  </a:cubicBezTo>
                  <a:cubicBezTo>
                    <a:pt x="100" y="211"/>
                    <a:pt x="89" y="183"/>
                    <a:pt x="87" y="173"/>
                  </a:cubicBezTo>
                  <a:cubicBezTo>
                    <a:pt x="86" y="168"/>
                    <a:pt x="90" y="166"/>
                    <a:pt x="92" y="171"/>
                  </a:cubicBezTo>
                  <a:cubicBezTo>
                    <a:pt x="97" y="179"/>
                    <a:pt x="109" y="193"/>
                    <a:pt x="114" y="198"/>
                  </a:cubicBezTo>
                  <a:cubicBezTo>
                    <a:pt x="115" y="198"/>
                    <a:pt x="115" y="198"/>
                    <a:pt x="115" y="198"/>
                  </a:cubicBezTo>
                  <a:cubicBezTo>
                    <a:pt x="115" y="198"/>
                    <a:pt x="115" y="198"/>
                    <a:pt x="115" y="198"/>
                  </a:cubicBezTo>
                  <a:cubicBezTo>
                    <a:pt x="115" y="198"/>
                    <a:pt x="115" y="198"/>
                    <a:pt x="115" y="198"/>
                  </a:cubicBezTo>
                  <a:cubicBezTo>
                    <a:pt x="107" y="193"/>
                    <a:pt x="122" y="176"/>
                    <a:pt x="127" y="183"/>
                  </a:cubicBezTo>
                  <a:cubicBezTo>
                    <a:pt x="127" y="183"/>
                    <a:pt x="127" y="183"/>
                    <a:pt x="127" y="183"/>
                  </a:cubicBezTo>
                  <a:cubicBezTo>
                    <a:pt x="124" y="178"/>
                    <a:pt x="114" y="153"/>
                    <a:pt x="115" y="148"/>
                  </a:cubicBezTo>
                  <a:cubicBezTo>
                    <a:pt x="116" y="142"/>
                    <a:pt x="122" y="135"/>
                    <a:pt x="124" y="139"/>
                  </a:cubicBezTo>
                  <a:cubicBezTo>
                    <a:pt x="126" y="145"/>
                    <a:pt x="132" y="158"/>
                    <a:pt x="137" y="169"/>
                  </a:cubicBezTo>
                  <a:cubicBezTo>
                    <a:pt x="138" y="171"/>
                    <a:pt x="138" y="171"/>
                    <a:pt x="138" y="171"/>
                  </a:cubicBezTo>
                  <a:cubicBezTo>
                    <a:pt x="135" y="164"/>
                    <a:pt x="144" y="156"/>
                    <a:pt x="149" y="163"/>
                  </a:cubicBezTo>
                  <a:cubicBezTo>
                    <a:pt x="149" y="161"/>
                    <a:pt x="149" y="161"/>
                    <a:pt x="149" y="161"/>
                  </a:cubicBezTo>
                  <a:cubicBezTo>
                    <a:pt x="143" y="152"/>
                    <a:pt x="131" y="126"/>
                    <a:pt x="129" y="111"/>
                  </a:cubicBezTo>
                  <a:cubicBezTo>
                    <a:pt x="128" y="100"/>
                    <a:pt x="142" y="87"/>
                    <a:pt x="145" y="99"/>
                  </a:cubicBezTo>
                  <a:cubicBezTo>
                    <a:pt x="149" y="111"/>
                    <a:pt x="165" y="140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0" y="142"/>
                    <a:pt x="178" y="138"/>
                    <a:pt x="183" y="144"/>
                  </a:cubicBezTo>
                  <a:cubicBezTo>
                    <a:pt x="177" y="137"/>
                    <a:pt x="150" y="89"/>
                    <a:pt x="152" y="80"/>
                  </a:cubicBezTo>
                  <a:cubicBezTo>
                    <a:pt x="155" y="71"/>
                    <a:pt x="165" y="68"/>
                    <a:pt x="171" y="76"/>
                  </a:cubicBezTo>
                  <a:cubicBezTo>
                    <a:pt x="176" y="85"/>
                    <a:pt x="189" y="119"/>
                    <a:pt x="199" y="133"/>
                  </a:cubicBezTo>
                  <a:cubicBezTo>
                    <a:pt x="200" y="134"/>
                    <a:pt x="200" y="134"/>
                    <a:pt x="200" y="134"/>
                  </a:cubicBezTo>
                  <a:cubicBezTo>
                    <a:pt x="199" y="131"/>
                    <a:pt x="198" y="130"/>
                    <a:pt x="205" y="127"/>
                  </a:cubicBezTo>
                  <a:cubicBezTo>
                    <a:pt x="212" y="124"/>
                    <a:pt x="214" y="124"/>
                    <a:pt x="214" y="126"/>
                  </a:cubicBezTo>
                  <a:cubicBezTo>
                    <a:pt x="215" y="126"/>
                    <a:pt x="214" y="126"/>
                    <a:pt x="215" y="126"/>
                  </a:cubicBezTo>
                  <a:cubicBezTo>
                    <a:pt x="214" y="125"/>
                    <a:pt x="214" y="123"/>
                    <a:pt x="212" y="116"/>
                  </a:cubicBezTo>
                  <a:cubicBezTo>
                    <a:pt x="210" y="106"/>
                    <a:pt x="210" y="98"/>
                    <a:pt x="214" y="97"/>
                  </a:cubicBezTo>
                  <a:cubicBezTo>
                    <a:pt x="220" y="95"/>
                    <a:pt x="230" y="121"/>
                    <a:pt x="233" y="127"/>
                  </a:cubicBezTo>
                  <a:cubicBezTo>
                    <a:pt x="233" y="125"/>
                    <a:pt x="234" y="123"/>
                    <a:pt x="235" y="121"/>
                  </a:cubicBezTo>
                  <a:cubicBezTo>
                    <a:pt x="236" y="119"/>
                    <a:pt x="238" y="117"/>
                    <a:pt x="240" y="117"/>
                  </a:cubicBezTo>
                  <a:cubicBezTo>
                    <a:pt x="240" y="116"/>
                    <a:pt x="241" y="116"/>
                    <a:pt x="241" y="116"/>
                  </a:cubicBezTo>
                  <a:cubicBezTo>
                    <a:pt x="241" y="116"/>
                    <a:pt x="241" y="116"/>
                    <a:pt x="242" y="116"/>
                  </a:cubicBezTo>
                  <a:cubicBezTo>
                    <a:pt x="242" y="116"/>
                    <a:pt x="242" y="116"/>
                    <a:pt x="242" y="116"/>
                  </a:cubicBezTo>
                  <a:cubicBezTo>
                    <a:pt x="242" y="116"/>
                    <a:pt x="242" y="116"/>
                    <a:pt x="243" y="117"/>
                  </a:cubicBezTo>
                  <a:cubicBezTo>
                    <a:pt x="243" y="117"/>
                    <a:pt x="243" y="117"/>
                    <a:pt x="243" y="117"/>
                  </a:cubicBezTo>
                  <a:cubicBezTo>
                    <a:pt x="243" y="117"/>
                    <a:pt x="243" y="117"/>
                    <a:pt x="243" y="117"/>
                  </a:cubicBezTo>
                  <a:cubicBezTo>
                    <a:pt x="236" y="102"/>
                    <a:pt x="207" y="81"/>
                    <a:pt x="211" y="72"/>
                  </a:cubicBezTo>
                  <a:cubicBezTo>
                    <a:pt x="214" y="62"/>
                    <a:pt x="224" y="66"/>
                    <a:pt x="231" y="71"/>
                  </a:cubicBezTo>
                  <a:cubicBezTo>
                    <a:pt x="237" y="77"/>
                    <a:pt x="250" y="104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ubicBezTo>
                    <a:pt x="255" y="113"/>
                    <a:pt x="256" y="112"/>
                    <a:pt x="258" y="112"/>
                  </a:cubicBezTo>
                  <a:cubicBezTo>
                    <a:pt x="259" y="112"/>
                    <a:pt x="261" y="113"/>
                    <a:pt x="262" y="114"/>
                  </a:cubicBezTo>
                  <a:cubicBezTo>
                    <a:pt x="258" y="104"/>
                    <a:pt x="257" y="98"/>
                    <a:pt x="262" y="97"/>
                  </a:cubicBezTo>
                  <a:cubicBezTo>
                    <a:pt x="266" y="95"/>
                    <a:pt x="273" y="96"/>
                    <a:pt x="284" y="112"/>
                  </a:cubicBezTo>
                  <a:cubicBezTo>
                    <a:pt x="284" y="112"/>
                    <a:pt x="284" y="112"/>
                    <a:pt x="284" y="112"/>
                  </a:cubicBezTo>
                  <a:cubicBezTo>
                    <a:pt x="284" y="112"/>
                    <a:pt x="284" y="112"/>
                    <a:pt x="285" y="112"/>
                  </a:cubicBezTo>
                  <a:cubicBezTo>
                    <a:pt x="288" y="106"/>
                    <a:pt x="297" y="108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295" y="105"/>
                    <a:pt x="260" y="59"/>
                    <a:pt x="271" y="57"/>
                  </a:cubicBezTo>
                  <a:cubicBezTo>
                    <a:pt x="284" y="54"/>
                    <a:pt x="309" y="99"/>
                    <a:pt x="314" y="112"/>
                  </a:cubicBezTo>
                  <a:cubicBezTo>
                    <a:pt x="314" y="112"/>
                    <a:pt x="314" y="112"/>
                    <a:pt x="314" y="112"/>
                  </a:cubicBezTo>
                  <a:cubicBezTo>
                    <a:pt x="314" y="112"/>
                    <a:pt x="314" y="112"/>
                    <a:pt x="314" y="112"/>
                  </a:cubicBezTo>
                  <a:cubicBezTo>
                    <a:pt x="315" y="110"/>
                    <a:pt x="317" y="110"/>
                    <a:pt x="321" y="109"/>
                  </a:cubicBezTo>
                  <a:cubicBezTo>
                    <a:pt x="323" y="109"/>
                    <a:pt x="324" y="110"/>
                    <a:pt x="325" y="110"/>
                  </a:cubicBezTo>
                  <a:cubicBezTo>
                    <a:pt x="317" y="95"/>
                    <a:pt x="314" y="85"/>
                    <a:pt x="323" y="84"/>
                  </a:cubicBezTo>
                  <a:cubicBezTo>
                    <a:pt x="332" y="84"/>
                    <a:pt x="338" y="101"/>
                    <a:pt x="346" y="113"/>
                  </a:cubicBezTo>
                  <a:cubicBezTo>
                    <a:pt x="347" y="115"/>
                    <a:pt x="347" y="115"/>
                    <a:pt x="347" y="115"/>
                  </a:cubicBezTo>
                  <a:cubicBezTo>
                    <a:pt x="348" y="115"/>
                    <a:pt x="349" y="115"/>
                    <a:pt x="349" y="115"/>
                  </a:cubicBezTo>
                  <a:cubicBezTo>
                    <a:pt x="351" y="114"/>
                    <a:pt x="354" y="113"/>
                    <a:pt x="357" y="114"/>
                  </a:cubicBezTo>
                  <a:cubicBezTo>
                    <a:pt x="361" y="114"/>
                    <a:pt x="363" y="116"/>
                    <a:pt x="363" y="118"/>
                  </a:cubicBezTo>
                  <a:cubicBezTo>
                    <a:pt x="363" y="118"/>
                    <a:pt x="363" y="118"/>
                    <a:pt x="364" y="118"/>
                  </a:cubicBezTo>
                  <a:cubicBezTo>
                    <a:pt x="364" y="117"/>
                    <a:pt x="364" y="117"/>
                    <a:pt x="364" y="117"/>
                  </a:cubicBezTo>
                  <a:cubicBezTo>
                    <a:pt x="364" y="117"/>
                    <a:pt x="346" y="97"/>
                    <a:pt x="343" y="87"/>
                  </a:cubicBezTo>
                  <a:cubicBezTo>
                    <a:pt x="340" y="77"/>
                    <a:pt x="358" y="78"/>
                    <a:pt x="371" y="85"/>
                  </a:cubicBezTo>
                  <a:cubicBezTo>
                    <a:pt x="395" y="100"/>
                    <a:pt x="400" y="112"/>
                    <a:pt x="415" y="134"/>
                  </a:cubicBezTo>
                  <a:cubicBezTo>
                    <a:pt x="415" y="134"/>
                    <a:pt x="415" y="134"/>
                    <a:pt x="415" y="134"/>
                  </a:cubicBezTo>
                  <a:cubicBezTo>
                    <a:pt x="415" y="134"/>
                    <a:pt x="415" y="134"/>
                    <a:pt x="415" y="134"/>
                  </a:cubicBezTo>
                  <a:cubicBezTo>
                    <a:pt x="415" y="134"/>
                    <a:pt x="416" y="135"/>
                    <a:pt x="417" y="135"/>
                  </a:cubicBezTo>
                  <a:cubicBezTo>
                    <a:pt x="419" y="133"/>
                    <a:pt x="421" y="133"/>
                    <a:pt x="425" y="135"/>
                  </a:cubicBezTo>
                  <a:cubicBezTo>
                    <a:pt x="427" y="136"/>
                    <a:pt x="429" y="137"/>
                    <a:pt x="430" y="139"/>
                  </a:cubicBezTo>
                  <a:cubicBezTo>
                    <a:pt x="429" y="128"/>
                    <a:pt x="398" y="92"/>
                    <a:pt x="383" y="84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28" name="Freeform 2151">
              <a:extLst>
                <a:ext uri="{FF2B5EF4-FFF2-40B4-BE49-F238E27FC236}">
                  <a16:creationId xmlns:a16="http://schemas.microsoft.com/office/drawing/2014/main" id="{73286C78-168C-43E4-A15B-2FDE74175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587"/>
              <a:ext cx="92" cy="142"/>
            </a:xfrm>
            <a:custGeom>
              <a:avLst/>
              <a:gdLst>
                <a:gd name="T0" fmla="*/ 402 w 40"/>
                <a:gd name="T1" fmla="*/ 761 h 58"/>
                <a:gd name="T2" fmla="*/ 159 w 40"/>
                <a:gd name="T3" fmla="*/ 732 h 58"/>
                <a:gd name="T4" fmla="*/ 48 w 40"/>
                <a:gd name="T5" fmla="*/ 132 h 58"/>
                <a:gd name="T6" fmla="*/ 366 w 40"/>
                <a:gd name="T7" fmla="*/ 455 h 58"/>
                <a:gd name="T8" fmla="*/ 402 w 40"/>
                <a:gd name="T9" fmla="*/ 76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8">
                  <a:moveTo>
                    <a:pt x="33" y="52"/>
                  </a:moveTo>
                  <a:cubicBezTo>
                    <a:pt x="27" y="58"/>
                    <a:pt x="16" y="56"/>
                    <a:pt x="13" y="50"/>
                  </a:cubicBezTo>
                  <a:cubicBezTo>
                    <a:pt x="9" y="45"/>
                    <a:pt x="0" y="18"/>
                    <a:pt x="4" y="9"/>
                  </a:cubicBezTo>
                  <a:cubicBezTo>
                    <a:pt x="8" y="0"/>
                    <a:pt x="21" y="26"/>
                    <a:pt x="30" y="31"/>
                  </a:cubicBezTo>
                  <a:cubicBezTo>
                    <a:pt x="40" y="38"/>
                    <a:pt x="38" y="47"/>
                    <a:pt x="33" y="52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29" name="Freeform 2152">
              <a:extLst>
                <a:ext uri="{FF2B5EF4-FFF2-40B4-BE49-F238E27FC236}">
                  <a16:creationId xmlns:a16="http://schemas.microsoft.com/office/drawing/2014/main" id="{49F7AC99-F90D-4065-8D2A-8EE76F447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457"/>
              <a:ext cx="57" cy="149"/>
            </a:xfrm>
            <a:custGeom>
              <a:avLst/>
              <a:gdLst>
                <a:gd name="T0" fmla="*/ 260 w 25"/>
                <a:gd name="T1" fmla="*/ 508 h 61"/>
                <a:gd name="T2" fmla="*/ 93 w 25"/>
                <a:gd name="T3" fmla="*/ 757 h 61"/>
                <a:gd name="T4" fmla="*/ 36 w 25"/>
                <a:gd name="T5" fmla="*/ 252 h 61"/>
                <a:gd name="T6" fmla="*/ 141 w 25"/>
                <a:gd name="T7" fmla="*/ 191 h 61"/>
                <a:gd name="T8" fmla="*/ 260 w 25"/>
                <a:gd name="T9" fmla="*/ 508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1">
                  <a:moveTo>
                    <a:pt x="22" y="35"/>
                  </a:moveTo>
                  <a:cubicBezTo>
                    <a:pt x="19" y="41"/>
                    <a:pt x="13" y="44"/>
                    <a:pt x="8" y="52"/>
                  </a:cubicBezTo>
                  <a:cubicBezTo>
                    <a:pt x="4" y="61"/>
                    <a:pt x="0" y="29"/>
                    <a:pt x="3" y="17"/>
                  </a:cubicBezTo>
                  <a:cubicBezTo>
                    <a:pt x="5" y="6"/>
                    <a:pt x="8" y="0"/>
                    <a:pt x="12" y="13"/>
                  </a:cubicBezTo>
                  <a:cubicBezTo>
                    <a:pt x="17" y="27"/>
                    <a:pt x="25" y="29"/>
                    <a:pt x="22" y="35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30" name="Freeform 2153">
              <a:extLst>
                <a:ext uri="{FF2B5EF4-FFF2-40B4-BE49-F238E27FC236}">
                  <a16:creationId xmlns:a16="http://schemas.microsoft.com/office/drawing/2014/main" id="{F1C19F46-EA1A-4599-9027-5D18E13DC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251"/>
              <a:ext cx="48" cy="93"/>
            </a:xfrm>
            <a:custGeom>
              <a:avLst/>
              <a:gdLst>
                <a:gd name="T0" fmla="*/ 158 w 21"/>
                <a:gd name="T1" fmla="*/ 71 h 38"/>
                <a:gd name="T2" fmla="*/ 203 w 21"/>
                <a:gd name="T3" fmla="*/ 467 h 38"/>
                <a:gd name="T4" fmla="*/ 0 w 21"/>
                <a:gd name="T5" fmla="*/ 306 h 38"/>
                <a:gd name="T6" fmla="*/ 158 w 21"/>
                <a:gd name="T7" fmla="*/ 7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8">
                  <a:moveTo>
                    <a:pt x="13" y="5"/>
                  </a:moveTo>
                  <a:cubicBezTo>
                    <a:pt x="21" y="0"/>
                    <a:pt x="17" y="26"/>
                    <a:pt x="17" y="32"/>
                  </a:cubicBezTo>
                  <a:cubicBezTo>
                    <a:pt x="17" y="38"/>
                    <a:pt x="1" y="29"/>
                    <a:pt x="0" y="21"/>
                  </a:cubicBezTo>
                  <a:cubicBezTo>
                    <a:pt x="0" y="13"/>
                    <a:pt x="9" y="8"/>
                    <a:pt x="13" y="5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31" name="Freeform 2154">
              <a:extLst>
                <a:ext uri="{FF2B5EF4-FFF2-40B4-BE49-F238E27FC236}">
                  <a16:creationId xmlns:a16="http://schemas.microsoft.com/office/drawing/2014/main" id="{51F7F27A-B4B0-40F7-9144-279B786F3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54"/>
              <a:ext cx="85" cy="169"/>
            </a:xfrm>
            <a:custGeom>
              <a:avLst/>
              <a:gdLst>
                <a:gd name="T0" fmla="*/ 338 w 37"/>
                <a:gd name="T1" fmla="*/ 985 h 69"/>
                <a:gd name="T2" fmla="*/ 85 w 37"/>
                <a:gd name="T3" fmla="*/ 529 h 69"/>
                <a:gd name="T4" fmla="*/ 11 w 37"/>
                <a:gd name="T5" fmla="*/ 174 h 69"/>
                <a:gd name="T6" fmla="*/ 179 w 37"/>
                <a:gd name="T7" fmla="*/ 12 h 69"/>
                <a:gd name="T8" fmla="*/ 280 w 37"/>
                <a:gd name="T9" fmla="*/ 414 h 69"/>
                <a:gd name="T10" fmla="*/ 439 w 37"/>
                <a:gd name="T11" fmla="*/ 869 h 69"/>
                <a:gd name="T12" fmla="*/ 338 w 37"/>
                <a:gd name="T13" fmla="*/ 985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69">
                  <a:moveTo>
                    <a:pt x="28" y="67"/>
                  </a:moveTo>
                  <a:cubicBezTo>
                    <a:pt x="22" y="65"/>
                    <a:pt x="14" y="47"/>
                    <a:pt x="7" y="36"/>
                  </a:cubicBezTo>
                  <a:cubicBezTo>
                    <a:pt x="0" y="26"/>
                    <a:pt x="0" y="18"/>
                    <a:pt x="1" y="12"/>
                  </a:cubicBezTo>
                  <a:cubicBezTo>
                    <a:pt x="2" y="6"/>
                    <a:pt x="11" y="0"/>
                    <a:pt x="15" y="1"/>
                  </a:cubicBezTo>
                  <a:cubicBezTo>
                    <a:pt x="19" y="1"/>
                    <a:pt x="21" y="19"/>
                    <a:pt x="23" y="28"/>
                  </a:cubicBezTo>
                  <a:cubicBezTo>
                    <a:pt x="25" y="38"/>
                    <a:pt x="35" y="55"/>
                    <a:pt x="36" y="59"/>
                  </a:cubicBezTo>
                  <a:cubicBezTo>
                    <a:pt x="37" y="63"/>
                    <a:pt x="35" y="69"/>
                    <a:pt x="28" y="67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32" name="Freeform 2155">
              <a:extLst>
                <a:ext uri="{FF2B5EF4-FFF2-40B4-BE49-F238E27FC236}">
                  <a16:creationId xmlns:a16="http://schemas.microsoft.com/office/drawing/2014/main" id="{DA5D3F1E-3947-4908-9564-B3509B70B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324"/>
              <a:ext cx="55" cy="103"/>
            </a:xfrm>
            <a:custGeom>
              <a:avLst/>
              <a:gdLst>
                <a:gd name="T0" fmla="*/ 204 w 24"/>
                <a:gd name="T1" fmla="*/ 488 h 42"/>
                <a:gd name="T2" fmla="*/ 48 w 24"/>
                <a:gd name="T3" fmla="*/ 620 h 42"/>
                <a:gd name="T4" fmla="*/ 48 w 24"/>
                <a:gd name="T5" fmla="*/ 235 h 42"/>
                <a:gd name="T6" fmla="*/ 179 w 24"/>
                <a:gd name="T7" fmla="*/ 120 h 42"/>
                <a:gd name="T8" fmla="*/ 204 w 24"/>
                <a:gd name="T9" fmla="*/ 48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17" y="33"/>
                  </a:moveTo>
                  <a:cubicBezTo>
                    <a:pt x="11" y="35"/>
                    <a:pt x="8" y="42"/>
                    <a:pt x="4" y="42"/>
                  </a:cubicBezTo>
                  <a:cubicBezTo>
                    <a:pt x="0" y="41"/>
                    <a:pt x="1" y="25"/>
                    <a:pt x="4" y="16"/>
                  </a:cubicBezTo>
                  <a:cubicBezTo>
                    <a:pt x="7" y="7"/>
                    <a:pt x="14" y="0"/>
                    <a:pt x="15" y="8"/>
                  </a:cubicBezTo>
                  <a:cubicBezTo>
                    <a:pt x="16" y="17"/>
                    <a:pt x="24" y="31"/>
                    <a:pt x="17" y="33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33" name="Freeform 2156">
              <a:extLst>
                <a:ext uri="{FF2B5EF4-FFF2-40B4-BE49-F238E27FC236}">
                  <a16:creationId xmlns:a16="http://schemas.microsoft.com/office/drawing/2014/main" id="{889CF035-5C8E-46CB-B425-844C4A0E1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160"/>
              <a:ext cx="101" cy="150"/>
            </a:xfrm>
            <a:custGeom>
              <a:avLst/>
              <a:gdLst>
                <a:gd name="T0" fmla="*/ 505 w 44"/>
                <a:gd name="T1" fmla="*/ 539 h 61"/>
                <a:gd name="T2" fmla="*/ 179 w 44"/>
                <a:gd name="T3" fmla="*/ 907 h 61"/>
                <a:gd name="T4" fmla="*/ 37 w 44"/>
                <a:gd name="T5" fmla="*/ 133 h 61"/>
                <a:gd name="T6" fmla="*/ 207 w 44"/>
                <a:gd name="T7" fmla="*/ 61 h 61"/>
                <a:gd name="T8" fmla="*/ 505 w 44"/>
                <a:gd name="T9" fmla="*/ 53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1">
                  <a:moveTo>
                    <a:pt x="42" y="36"/>
                  </a:moveTo>
                  <a:cubicBezTo>
                    <a:pt x="40" y="42"/>
                    <a:pt x="26" y="61"/>
                    <a:pt x="15" y="61"/>
                  </a:cubicBezTo>
                  <a:cubicBezTo>
                    <a:pt x="3" y="61"/>
                    <a:pt x="0" y="18"/>
                    <a:pt x="3" y="9"/>
                  </a:cubicBezTo>
                  <a:cubicBezTo>
                    <a:pt x="5" y="2"/>
                    <a:pt x="13" y="0"/>
                    <a:pt x="17" y="4"/>
                  </a:cubicBezTo>
                  <a:cubicBezTo>
                    <a:pt x="21" y="8"/>
                    <a:pt x="44" y="30"/>
                    <a:pt x="42" y="36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34" name="Freeform 2157">
              <a:extLst>
                <a:ext uri="{FF2B5EF4-FFF2-40B4-BE49-F238E27FC236}">
                  <a16:creationId xmlns:a16="http://schemas.microsoft.com/office/drawing/2014/main" id="{2BA187C7-28CA-4136-B424-79B562E4D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192"/>
              <a:ext cx="64" cy="186"/>
            </a:xfrm>
            <a:custGeom>
              <a:avLst/>
              <a:gdLst>
                <a:gd name="T0" fmla="*/ 261 w 28"/>
                <a:gd name="T1" fmla="*/ 1055 h 76"/>
                <a:gd name="T2" fmla="*/ 85 w 28"/>
                <a:gd name="T3" fmla="*/ 497 h 76"/>
                <a:gd name="T4" fmla="*/ 25 w 28"/>
                <a:gd name="T5" fmla="*/ 191 h 76"/>
                <a:gd name="T6" fmla="*/ 224 w 28"/>
                <a:gd name="T7" fmla="*/ 12 h 76"/>
                <a:gd name="T8" fmla="*/ 325 w 28"/>
                <a:gd name="T9" fmla="*/ 749 h 76"/>
                <a:gd name="T10" fmla="*/ 261 w 28"/>
                <a:gd name="T11" fmla="*/ 1055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6">
                  <a:moveTo>
                    <a:pt x="22" y="72"/>
                  </a:moveTo>
                  <a:cubicBezTo>
                    <a:pt x="19" y="66"/>
                    <a:pt x="11" y="41"/>
                    <a:pt x="7" y="34"/>
                  </a:cubicBezTo>
                  <a:cubicBezTo>
                    <a:pt x="0" y="24"/>
                    <a:pt x="2" y="18"/>
                    <a:pt x="2" y="13"/>
                  </a:cubicBezTo>
                  <a:cubicBezTo>
                    <a:pt x="2" y="8"/>
                    <a:pt x="14" y="2"/>
                    <a:pt x="19" y="1"/>
                  </a:cubicBezTo>
                  <a:cubicBezTo>
                    <a:pt x="24" y="0"/>
                    <a:pt x="25" y="36"/>
                    <a:pt x="27" y="51"/>
                  </a:cubicBezTo>
                  <a:cubicBezTo>
                    <a:pt x="28" y="56"/>
                    <a:pt x="24" y="76"/>
                    <a:pt x="22" y="72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35" name="Freeform 2158">
              <a:extLst>
                <a:ext uri="{FF2B5EF4-FFF2-40B4-BE49-F238E27FC236}">
                  <a16:creationId xmlns:a16="http://schemas.microsoft.com/office/drawing/2014/main" id="{64D47041-6D80-4977-A4D9-695256E76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155"/>
              <a:ext cx="90" cy="81"/>
            </a:xfrm>
            <a:custGeom>
              <a:avLst/>
              <a:gdLst>
                <a:gd name="T0" fmla="*/ 235 w 39"/>
                <a:gd name="T1" fmla="*/ 415 h 33"/>
                <a:gd name="T2" fmla="*/ 48 w 39"/>
                <a:gd name="T3" fmla="*/ 326 h 33"/>
                <a:gd name="T4" fmla="*/ 85 w 39"/>
                <a:gd name="T5" fmla="*/ 42 h 33"/>
                <a:gd name="T6" fmla="*/ 480 w 39"/>
                <a:gd name="T7" fmla="*/ 29 h 33"/>
                <a:gd name="T8" fmla="*/ 235 w 39"/>
                <a:gd name="T9" fmla="*/ 41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3">
                  <a:moveTo>
                    <a:pt x="19" y="28"/>
                  </a:moveTo>
                  <a:cubicBezTo>
                    <a:pt x="16" y="33"/>
                    <a:pt x="6" y="26"/>
                    <a:pt x="4" y="22"/>
                  </a:cubicBezTo>
                  <a:cubicBezTo>
                    <a:pt x="2" y="17"/>
                    <a:pt x="0" y="6"/>
                    <a:pt x="7" y="3"/>
                  </a:cubicBezTo>
                  <a:cubicBezTo>
                    <a:pt x="14" y="0"/>
                    <a:pt x="39" y="0"/>
                    <a:pt x="39" y="2"/>
                  </a:cubicBezTo>
                  <a:cubicBezTo>
                    <a:pt x="39" y="9"/>
                    <a:pt x="22" y="23"/>
                    <a:pt x="19" y="28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36" name="Freeform 2159">
              <a:extLst>
                <a:ext uri="{FF2B5EF4-FFF2-40B4-BE49-F238E27FC236}">
                  <a16:creationId xmlns:a16="http://schemas.microsoft.com/office/drawing/2014/main" id="{3102FDEC-234F-4DF7-9ED2-F10B78F18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80"/>
              <a:ext cx="95" cy="127"/>
            </a:xfrm>
            <a:custGeom>
              <a:avLst/>
              <a:gdLst>
                <a:gd name="T0" fmla="*/ 436 w 41"/>
                <a:gd name="T1" fmla="*/ 728 h 52"/>
                <a:gd name="T2" fmla="*/ 12 w 41"/>
                <a:gd name="T3" fmla="*/ 274 h 52"/>
                <a:gd name="T4" fmla="*/ 264 w 41"/>
                <a:gd name="T5" fmla="*/ 12 h 52"/>
                <a:gd name="T6" fmla="*/ 387 w 41"/>
                <a:gd name="T7" fmla="*/ 393 h 52"/>
                <a:gd name="T8" fmla="*/ 436 w 41"/>
                <a:gd name="T9" fmla="*/ 72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2">
                  <a:moveTo>
                    <a:pt x="35" y="50"/>
                  </a:moveTo>
                  <a:cubicBezTo>
                    <a:pt x="29" y="52"/>
                    <a:pt x="0" y="27"/>
                    <a:pt x="1" y="19"/>
                  </a:cubicBezTo>
                  <a:cubicBezTo>
                    <a:pt x="2" y="11"/>
                    <a:pt x="16" y="0"/>
                    <a:pt x="21" y="1"/>
                  </a:cubicBezTo>
                  <a:cubicBezTo>
                    <a:pt x="25" y="2"/>
                    <a:pt x="30" y="21"/>
                    <a:pt x="31" y="27"/>
                  </a:cubicBezTo>
                  <a:cubicBezTo>
                    <a:pt x="33" y="32"/>
                    <a:pt x="41" y="49"/>
                    <a:pt x="35" y="5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37" name="Freeform 2160">
              <a:extLst>
                <a:ext uri="{FF2B5EF4-FFF2-40B4-BE49-F238E27FC236}">
                  <a16:creationId xmlns:a16="http://schemas.microsoft.com/office/drawing/2014/main" id="{2E113BE5-90FE-4F30-BEEF-8CD3CD25C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212"/>
              <a:ext cx="87" cy="78"/>
            </a:xfrm>
            <a:custGeom>
              <a:avLst/>
              <a:gdLst>
                <a:gd name="T0" fmla="*/ 430 w 38"/>
                <a:gd name="T1" fmla="*/ 322 h 32"/>
                <a:gd name="T2" fmla="*/ 204 w 38"/>
                <a:gd name="T3" fmla="*/ 463 h 32"/>
                <a:gd name="T4" fmla="*/ 25 w 38"/>
                <a:gd name="T5" fmla="*/ 119 h 32"/>
                <a:gd name="T6" fmla="*/ 277 w 38"/>
                <a:gd name="T7" fmla="*/ 90 h 32"/>
                <a:gd name="T8" fmla="*/ 430 w 38"/>
                <a:gd name="T9" fmla="*/ 32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36" y="22"/>
                  </a:moveTo>
                  <a:cubicBezTo>
                    <a:pt x="35" y="28"/>
                    <a:pt x="22" y="32"/>
                    <a:pt x="17" y="32"/>
                  </a:cubicBezTo>
                  <a:cubicBezTo>
                    <a:pt x="13" y="32"/>
                    <a:pt x="7" y="20"/>
                    <a:pt x="2" y="8"/>
                  </a:cubicBezTo>
                  <a:cubicBezTo>
                    <a:pt x="0" y="0"/>
                    <a:pt x="18" y="5"/>
                    <a:pt x="23" y="6"/>
                  </a:cubicBezTo>
                  <a:cubicBezTo>
                    <a:pt x="27" y="7"/>
                    <a:pt x="38" y="16"/>
                    <a:pt x="36" y="22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38" name="Freeform 2161">
              <a:extLst>
                <a:ext uri="{FF2B5EF4-FFF2-40B4-BE49-F238E27FC236}">
                  <a16:creationId xmlns:a16="http://schemas.microsoft.com/office/drawing/2014/main" id="{178A5D54-FE50-4D95-9857-EB9AF530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398"/>
              <a:ext cx="3" cy="1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E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39" name="Freeform 2162">
              <a:extLst>
                <a:ext uri="{FF2B5EF4-FFF2-40B4-BE49-F238E27FC236}">
                  <a16:creationId xmlns:a16="http://schemas.microsoft.com/office/drawing/2014/main" id="{E9421EAC-74F0-43CA-A372-9166D333A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396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DE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40" name="Freeform 2163">
              <a:extLst>
                <a:ext uri="{FF2B5EF4-FFF2-40B4-BE49-F238E27FC236}">
                  <a16:creationId xmlns:a16="http://schemas.microsoft.com/office/drawing/2014/main" id="{C0EA6323-4112-425C-AD23-4EC96614B7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5" y="2089"/>
              <a:ext cx="989" cy="993"/>
            </a:xfrm>
            <a:custGeom>
              <a:avLst/>
              <a:gdLst>
                <a:gd name="T0" fmla="*/ 4099 w 430"/>
                <a:gd name="T1" fmla="*/ 986 h 405"/>
                <a:gd name="T2" fmla="*/ 3639 w 430"/>
                <a:gd name="T3" fmla="*/ 679 h 405"/>
                <a:gd name="T4" fmla="*/ 3312 w 430"/>
                <a:gd name="T5" fmla="*/ 588 h 405"/>
                <a:gd name="T6" fmla="*/ 2555 w 430"/>
                <a:gd name="T7" fmla="*/ 150 h 405"/>
                <a:gd name="T8" fmla="*/ 2042 w 430"/>
                <a:gd name="T9" fmla="*/ 174 h 405"/>
                <a:gd name="T10" fmla="*/ 1628 w 430"/>
                <a:gd name="T11" fmla="*/ 294 h 405"/>
                <a:gd name="T12" fmla="*/ 925 w 430"/>
                <a:gd name="T13" fmla="*/ 841 h 405"/>
                <a:gd name="T14" fmla="*/ 741 w 430"/>
                <a:gd name="T15" fmla="*/ 1015 h 405"/>
                <a:gd name="T16" fmla="*/ 412 w 430"/>
                <a:gd name="T17" fmla="*/ 1532 h 405"/>
                <a:gd name="T18" fmla="*/ 186 w 430"/>
                <a:gd name="T19" fmla="*/ 2091 h 405"/>
                <a:gd name="T20" fmla="*/ 85 w 430"/>
                <a:gd name="T21" fmla="*/ 2729 h 405"/>
                <a:gd name="T22" fmla="*/ 534 w 430"/>
                <a:gd name="T23" fmla="*/ 4538 h 405"/>
                <a:gd name="T24" fmla="*/ 805 w 430"/>
                <a:gd name="T25" fmla="*/ 5573 h 405"/>
                <a:gd name="T26" fmla="*/ 741 w 430"/>
                <a:gd name="T27" fmla="*/ 4820 h 405"/>
                <a:gd name="T28" fmla="*/ 582 w 430"/>
                <a:gd name="T29" fmla="*/ 3727 h 405"/>
                <a:gd name="T30" fmla="*/ 925 w 430"/>
                <a:gd name="T31" fmla="*/ 3967 h 405"/>
                <a:gd name="T32" fmla="*/ 888 w 430"/>
                <a:gd name="T33" fmla="*/ 2753 h 405"/>
                <a:gd name="T34" fmla="*/ 1244 w 430"/>
                <a:gd name="T35" fmla="*/ 3168 h 405"/>
                <a:gd name="T36" fmla="*/ 1403 w 430"/>
                <a:gd name="T37" fmla="*/ 2915 h 405"/>
                <a:gd name="T38" fmla="*/ 1546 w 430"/>
                <a:gd name="T39" fmla="*/ 2699 h 405"/>
                <a:gd name="T40" fmla="*/ 1677 w 430"/>
                <a:gd name="T41" fmla="*/ 2518 h 405"/>
                <a:gd name="T42" fmla="*/ 1766 w 430"/>
                <a:gd name="T43" fmla="*/ 1461 h 405"/>
                <a:gd name="T44" fmla="*/ 2226 w 430"/>
                <a:gd name="T45" fmla="*/ 2123 h 405"/>
                <a:gd name="T46" fmla="*/ 2433 w 430"/>
                <a:gd name="T47" fmla="*/ 1979 h 405"/>
                <a:gd name="T48" fmla="*/ 2604 w 430"/>
                <a:gd name="T49" fmla="*/ 1432 h 405"/>
                <a:gd name="T50" fmla="*/ 2930 w 430"/>
                <a:gd name="T51" fmla="*/ 1706 h 405"/>
                <a:gd name="T52" fmla="*/ 2958 w 430"/>
                <a:gd name="T53" fmla="*/ 1726 h 405"/>
                <a:gd name="T54" fmla="*/ 3080 w 430"/>
                <a:gd name="T55" fmla="*/ 1694 h 405"/>
                <a:gd name="T56" fmla="*/ 3190 w 430"/>
                <a:gd name="T57" fmla="*/ 1432 h 405"/>
                <a:gd name="T58" fmla="*/ 3650 w 430"/>
                <a:gd name="T59" fmla="*/ 1653 h 405"/>
                <a:gd name="T60" fmla="*/ 3296 w 430"/>
                <a:gd name="T61" fmla="*/ 841 h 405"/>
                <a:gd name="T62" fmla="*/ 3903 w 430"/>
                <a:gd name="T63" fmla="*/ 1606 h 405"/>
                <a:gd name="T64" fmla="*/ 4221 w 430"/>
                <a:gd name="T65" fmla="*/ 1694 h 405"/>
                <a:gd name="T66" fmla="*/ 4428 w 430"/>
                <a:gd name="T67" fmla="*/ 1738 h 405"/>
                <a:gd name="T68" fmla="*/ 5046 w 430"/>
                <a:gd name="T69" fmla="*/ 1979 h 405"/>
                <a:gd name="T70" fmla="*/ 5168 w 430"/>
                <a:gd name="T71" fmla="*/ 1991 h 405"/>
                <a:gd name="T72" fmla="*/ 207 w 430"/>
                <a:gd name="T73" fmla="*/ 3727 h 405"/>
                <a:gd name="T74" fmla="*/ 704 w 430"/>
                <a:gd name="T75" fmla="*/ 2729 h 405"/>
                <a:gd name="T76" fmla="*/ 704 w 430"/>
                <a:gd name="T77" fmla="*/ 2729 h 405"/>
                <a:gd name="T78" fmla="*/ 1244 w 430"/>
                <a:gd name="T79" fmla="*/ 1047 h 405"/>
                <a:gd name="T80" fmla="*/ 1106 w 430"/>
                <a:gd name="T81" fmla="*/ 1606 h 405"/>
                <a:gd name="T82" fmla="*/ 1461 w 430"/>
                <a:gd name="T83" fmla="*/ 1900 h 405"/>
                <a:gd name="T84" fmla="*/ 1461 w 430"/>
                <a:gd name="T85" fmla="*/ 1900 h 405"/>
                <a:gd name="T86" fmla="*/ 1523 w 430"/>
                <a:gd name="T87" fmla="*/ 488 h 405"/>
                <a:gd name="T88" fmla="*/ 2164 w 430"/>
                <a:gd name="T89" fmla="*/ 812 h 405"/>
                <a:gd name="T90" fmla="*/ 2677 w 430"/>
                <a:gd name="T91" fmla="*/ 812 h 405"/>
                <a:gd name="T92" fmla="*/ 2677 w 430"/>
                <a:gd name="T93" fmla="*/ 812 h 405"/>
                <a:gd name="T94" fmla="*/ 3190 w 430"/>
                <a:gd name="T95" fmla="*/ 944 h 405"/>
                <a:gd name="T96" fmla="*/ 3576 w 430"/>
                <a:gd name="T97" fmla="*/ 853 h 40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30" h="405">
                  <a:moveTo>
                    <a:pt x="383" y="84"/>
                  </a:moveTo>
                  <a:cubicBezTo>
                    <a:pt x="374" y="79"/>
                    <a:pt x="351" y="67"/>
                    <a:pt x="351" y="60"/>
                  </a:cubicBezTo>
                  <a:cubicBezTo>
                    <a:pt x="350" y="49"/>
                    <a:pt x="340" y="45"/>
                    <a:pt x="340" y="50"/>
                  </a:cubicBezTo>
                  <a:cubicBezTo>
                    <a:pt x="341" y="59"/>
                    <a:pt x="343" y="66"/>
                    <a:pt x="337" y="67"/>
                  </a:cubicBezTo>
                  <a:cubicBezTo>
                    <a:pt x="331" y="67"/>
                    <a:pt x="323" y="48"/>
                    <a:pt x="315" y="35"/>
                  </a:cubicBezTo>
                  <a:cubicBezTo>
                    <a:pt x="312" y="28"/>
                    <a:pt x="302" y="27"/>
                    <a:pt x="305" y="31"/>
                  </a:cubicBezTo>
                  <a:cubicBezTo>
                    <a:pt x="310" y="41"/>
                    <a:pt x="312" y="43"/>
                    <a:pt x="311" y="46"/>
                  </a:cubicBezTo>
                  <a:cubicBezTo>
                    <a:pt x="310" y="49"/>
                    <a:pt x="306" y="49"/>
                    <a:pt x="299" y="46"/>
                  </a:cubicBezTo>
                  <a:cubicBezTo>
                    <a:pt x="292" y="43"/>
                    <a:pt x="289" y="23"/>
                    <a:pt x="289" y="23"/>
                  </a:cubicBezTo>
                  <a:cubicBezTo>
                    <a:pt x="286" y="15"/>
                    <a:pt x="280" y="12"/>
                    <a:pt x="280" y="20"/>
                  </a:cubicBezTo>
                  <a:cubicBezTo>
                    <a:pt x="280" y="20"/>
                    <a:pt x="281" y="28"/>
                    <a:pt x="282" y="34"/>
                  </a:cubicBezTo>
                  <a:cubicBezTo>
                    <a:pt x="284" y="40"/>
                    <a:pt x="279" y="41"/>
                    <a:pt x="272" y="40"/>
                  </a:cubicBezTo>
                  <a:cubicBezTo>
                    <a:pt x="264" y="40"/>
                    <a:pt x="251" y="25"/>
                    <a:pt x="248" y="11"/>
                  </a:cubicBezTo>
                  <a:cubicBezTo>
                    <a:pt x="246" y="2"/>
                    <a:pt x="239" y="1"/>
                    <a:pt x="235" y="8"/>
                  </a:cubicBezTo>
                  <a:cubicBezTo>
                    <a:pt x="235" y="8"/>
                    <a:pt x="228" y="18"/>
                    <a:pt x="222" y="20"/>
                  </a:cubicBezTo>
                  <a:cubicBezTo>
                    <a:pt x="216" y="21"/>
                    <a:pt x="209" y="22"/>
                    <a:pt x="210" y="10"/>
                  </a:cubicBezTo>
                  <a:cubicBezTo>
                    <a:pt x="211" y="1"/>
                    <a:pt x="194" y="0"/>
                    <a:pt x="196" y="9"/>
                  </a:cubicBezTo>
                  <a:cubicBezTo>
                    <a:pt x="196" y="9"/>
                    <a:pt x="201" y="23"/>
                    <a:pt x="196" y="28"/>
                  </a:cubicBezTo>
                  <a:cubicBezTo>
                    <a:pt x="192" y="34"/>
                    <a:pt x="187" y="36"/>
                    <a:pt x="183" y="34"/>
                  </a:cubicBezTo>
                  <a:cubicBezTo>
                    <a:pt x="178" y="32"/>
                    <a:pt x="173" y="22"/>
                    <a:pt x="168" y="12"/>
                  </a:cubicBezTo>
                  <a:cubicBezTo>
                    <a:pt x="165" y="4"/>
                    <a:pt x="153" y="8"/>
                    <a:pt x="158" y="16"/>
                  </a:cubicBezTo>
                  <a:cubicBezTo>
                    <a:pt x="158" y="16"/>
                    <a:pt x="170" y="38"/>
                    <a:pt x="169" y="44"/>
                  </a:cubicBezTo>
                  <a:cubicBezTo>
                    <a:pt x="169" y="48"/>
                    <a:pt x="166" y="52"/>
                    <a:pt x="158" y="50"/>
                  </a:cubicBezTo>
                  <a:cubicBezTo>
                    <a:pt x="150" y="48"/>
                    <a:pt x="141" y="36"/>
                    <a:pt x="134" y="20"/>
                  </a:cubicBezTo>
                  <a:cubicBezTo>
                    <a:pt x="125" y="10"/>
                    <a:pt x="94" y="31"/>
                    <a:pt x="100" y="40"/>
                  </a:cubicBezTo>
                  <a:cubicBezTo>
                    <a:pt x="100" y="40"/>
                    <a:pt x="104" y="48"/>
                    <a:pt x="101" y="55"/>
                  </a:cubicBezTo>
                  <a:cubicBezTo>
                    <a:pt x="98" y="63"/>
                    <a:pt x="93" y="74"/>
                    <a:pt x="86" y="75"/>
                  </a:cubicBezTo>
                  <a:cubicBezTo>
                    <a:pt x="80" y="75"/>
                    <a:pt x="81" y="66"/>
                    <a:pt x="76" y="57"/>
                  </a:cubicBezTo>
                  <a:cubicBezTo>
                    <a:pt x="74" y="52"/>
                    <a:pt x="66" y="57"/>
                    <a:pt x="67" y="63"/>
                  </a:cubicBezTo>
                  <a:cubicBezTo>
                    <a:pt x="67" y="63"/>
                    <a:pt x="84" y="87"/>
                    <a:pt x="84" y="95"/>
                  </a:cubicBezTo>
                  <a:cubicBezTo>
                    <a:pt x="83" y="104"/>
                    <a:pt x="74" y="113"/>
                    <a:pt x="71" y="111"/>
                  </a:cubicBezTo>
                  <a:cubicBezTo>
                    <a:pt x="69" y="108"/>
                    <a:pt x="64" y="87"/>
                    <a:pt x="61" y="69"/>
                  </a:cubicBezTo>
                  <a:cubicBezTo>
                    <a:pt x="60" y="64"/>
                    <a:pt x="52" y="68"/>
                    <a:pt x="53" y="77"/>
                  </a:cubicBezTo>
                  <a:cubicBezTo>
                    <a:pt x="55" y="102"/>
                    <a:pt x="74" y="147"/>
                    <a:pt x="80" y="156"/>
                  </a:cubicBezTo>
                  <a:cubicBezTo>
                    <a:pt x="85" y="165"/>
                    <a:pt x="71" y="178"/>
                    <a:pt x="62" y="171"/>
                  </a:cubicBezTo>
                  <a:cubicBezTo>
                    <a:pt x="54" y="164"/>
                    <a:pt x="34" y="104"/>
                    <a:pt x="34" y="104"/>
                  </a:cubicBezTo>
                  <a:cubicBezTo>
                    <a:pt x="31" y="98"/>
                    <a:pt x="27" y="109"/>
                    <a:pt x="29" y="116"/>
                  </a:cubicBezTo>
                  <a:cubicBezTo>
                    <a:pt x="33" y="131"/>
                    <a:pt x="35" y="137"/>
                    <a:pt x="36" y="144"/>
                  </a:cubicBezTo>
                  <a:cubicBezTo>
                    <a:pt x="36" y="152"/>
                    <a:pt x="31" y="159"/>
                    <a:pt x="31" y="171"/>
                  </a:cubicBezTo>
                  <a:cubicBezTo>
                    <a:pt x="31" y="182"/>
                    <a:pt x="15" y="142"/>
                    <a:pt x="15" y="142"/>
                  </a:cubicBezTo>
                  <a:cubicBezTo>
                    <a:pt x="12" y="138"/>
                    <a:pt x="8" y="152"/>
                    <a:pt x="11" y="160"/>
                  </a:cubicBezTo>
                  <a:cubicBezTo>
                    <a:pt x="17" y="175"/>
                    <a:pt x="24" y="184"/>
                    <a:pt x="30" y="193"/>
                  </a:cubicBezTo>
                  <a:cubicBezTo>
                    <a:pt x="35" y="203"/>
                    <a:pt x="43" y="221"/>
                    <a:pt x="39" y="227"/>
                  </a:cubicBezTo>
                  <a:cubicBezTo>
                    <a:pt x="35" y="232"/>
                    <a:pt x="7" y="192"/>
                    <a:pt x="7" y="185"/>
                  </a:cubicBezTo>
                  <a:cubicBezTo>
                    <a:pt x="3" y="179"/>
                    <a:pt x="1" y="200"/>
                    <a:pt x="0" y="213"/>
                  </a:cubicBezTo>
                  <a:cubicBezTo>
                    <a:pt x="0" y="227"/>
                    <a:pt x="5" y="258"/>
                    <a:pt x="14" y="262"/>
                  </a:cubicBezTo>
                  <a:cubicBezTo>
                    <a:pt x="14" y="262"/>
                    <a:pt x="26" y="267"/>
                    <a:pt x="31" y="274"/>
                  </a:cubicBezTo>
                  <a:cubicBezTo>
                    <a:pt x="35" y="285"/>
                    <a:pt x="46" y="301"/>
                    <a:pt x="44" y="308"/>
                  </a:cubicBezTo>
                  <a:cubicBezTo>
                    <a:pt x="36" y="323"/>
                    <a:pt x="41" y="351"/>
                    <a:pt x="46" y="361"/>
                  </a:cubicBezTo>
                  <a:cubicBezTo>
                    <a:pt x="50" y="371"/>
                    <a:pt x="63" y="398"/>
                    <a:pt x="72" y="405"/>
                  </a:cubicBezTo>
                  <a:cubicBezTo>
                    <a:pt x="69" y="402"/>
                    <a:pt x="66" y="395"/>
                    <a:pt x="66" y="390"/>
                  </a:cubicBezTo>
                  <a:cubicBezTo>
                    <a:pt x="65" y="384"/>
                    <a:pt x="64" y="380"/>
                    <a:pt x="66" y="378"/>
                  </a:cubicBezTo>
                  <a:cubicBezTo>
                    <a:pt x="66" y="377"/>
                    <a:pt x="62" y="373"/>
                    <a:pt x="62" y="372"/>
                  </a:cubicBezTo>
                  <a:cubicBezTo>
                    <a:pt x="48" y="344"/>
                    <a:pt x="50" y="335"/>
                    <a:pt x="50" y="326"/>
                  </a:cubicBezTo>
                  <a:cubicBezTo>
                    <a:pt x="50" y="322"/>
                    <a:pt x="53" y="316"/>
                    <a:pt x="57" y="321"/>
                  </a:cubicBezTo>
                  <a:cubicBezTo>
                    <a:pt x="58" y="323"/>
                    <a:pt x="60" y="325"/>
                    <a:pt x="61" y="327"/>
                  </a:cubicBezTo>
                  <a:cubicBezTo>
                    <a:pt x="58" y="321"/>
                    <a:pt x="59" y="308"/>
                    <a:pt x="65" y="311"/>
                  </a:cubicBezTo>
                  <a:cubicBezTo>
                    <a:pt x="65" y="311"/>
                    <a:pt x="65" y="311"/>
                    <a:pt x="65" y="311"/>
                  </a:cubicBezTo>
                  <a:cubicBezTo>
                    <a:pt x="59" y="303"/>
                    <a:pt x="38" y="278"/>
                    <a:pt x="40" y="265"/>
                  </a:cubicBezTo>
                  <a:cubicBezTo>
                    <a:pt x="42" y="259"/>
                    <a:pt x="45" y="255"/>
                    <a:pt x="48" y="253"/>
                  </a:cubicBezTo>
                  <a:cubicBezTo>
                    <a:pt x="50" y="251"/>
                    <a:pt x="55" y="257"/>
                    <a:pt x="57" y="262"/>
                  </a:cubicBezTo>
                  <a:cubicBezTo>
                    <a:pt x="60" y="269"/>
                    <a:pt x="65" y="278"/>
                    <a:pt x="69" y="282"/>
                  </a:cubicBezTo>
                  <a:cubicBezTo>
                    <a:pt x="71" y="284"/>
                    <a:pt x="71" y="284"/>
                    <a:pt x="71" y="284"/>
                  </a:cubicBezTo>
                  <a:cubicBezTo>
                    <a:pt x="65" y="279"/>
                    <a:pt x="70" y="267"/>
                    <a:pt x="76" y="269"/>
                  </a:cubicBezTo>
                  <a:cubicBezTo>
                    <a:pt x="76" y="269"/>
                    <a:pt x="76" y="269"/>
                    <a:pt x="76" y="269"/>
                  </a:cubicBezTo>
                  <a:cubicBezTo>
                    <a:pt x="76" y="269"/>
                    <a:pt x="58" y="244"/>
                    <a:pt x="51" y="225"/>
                  </a:cubicBezTo>
                  <a:cubicBezTo>
                    <a:pt x="47" y="212"/>
                    <a:pt x="51" y="206"/>
                    <a:pt x="54" y="202"/>
                  </a:cubicBezTo>
                  <a:cubicBezTo>
                    <a:pt x="59" y="195"/>
                    <a:pt x="66" y="184"/>
                    <a:pt x="73" y="187"/>
                  </a:cubicBezTo>
                  <a:cubicBezTo>
                    <a:pt x="83" y="190"/>
                    <a:pt x="83" y="209"/>
                    <a:pt x="93" y="225"/>
                  </a:cubicBezTo>
                  <a:cubicBezTo>
                    <a:pt x="93" y="225"/>
                    <a:pt x="93" y="225"/>
                    <a:pt x="93" y="225"/>
                  </a:cubicBezTo>
                  <a:cubicBezTo>
                    <a:pt x="93" y="223"/>
                    <a:pt x="93" y="220"/>
                    <a:pt x="94" y="219"/>
                  </a:cubicBezTo>
                  <a:cubicBezTo>
                    <a:pt x="95" y="216"/>
                    <a:pt x="99" y="214"/>
                    <a:pt x="102" y="215"/>
                  </a:cubicBezTo>
                  <a:cubicBezTo>
                    <a:pt x="100" y="211"/>
                    <a:pt x="89" y="183"/>
                    <a:pt x="87" y="173"/>
                  </a:cubicBezTo>
                  <a:cubicBezTo>
                    <a:pt x="86" y="168"/>
                    <a:pt x="90" y="166"/>
                    <a:pt x="92" y="171"/>
                  </a:cubicBezTo>
                  <a:cubicBezTo>
                    <a:pt x="97" y="179"/>
                    <a:pt x="109" y="193"/>
                    <a:pt x="114" y="198"/>
                  </a:cubicBezTo>
                  <a:cubicBezTo>
                    <a:pt x="115" y="198"/>
                    <a:pt x="115" y="198"/>
                    <a:pt x="115" y="198"/>
                  </a:cubicBezTo>
                  <a:cubicBezTo>
                    <a:pt x="115" y="198"/>
                    <a:pt x="115" y="198"/>
                    <a:pt x="115" y="198"/>
                  </a:cubicBezTo>
                  <a:cubicBezTo>
                    <a:pt x="115" y="198"/>
                    <a:pt x="115" y="198"/>
                    <a:pt x="115" y="198"/>
                  </a:cubicBezTo>
                  <a:cubicBezTo>
                    <a:pt x="107" y="193"/>
                    <a:pt x="122" y="176"/>
                    <a:pt x="127" y="183"/>
                  </a:cubicBezTo>
                  <a:cubicBezTo>
                    <a:pt x="127" y="183"/>
                    <a:pt x="127" y="183"/>
                    <a:pt x="127" y="183"/>
                  </a:cubicBezTo>
                  <a:cubicBezTo>
                    <a:pt x="124" y="178"/>
                    <a:pt x="114" y="153"/>
                    <a:pt x="115" y="148"/>
                  </a:cubicBezTo>
                  <a:cubicBezTo>
                    <a:pt x="116" y="142"/>
                    <a:pt x="122" y="135"/>
                    <a:pt x="124" y="139"/>
                  </a:cubicBezTo>
                  <a:cubicBezTo>
                    <a:pt x="126" y="145"/>
                    <a:pt x="132" y="158"/>
                    <a:pt x="137" y="169"/>
                  </a:cubicBezTo>
                  <a:cubicBezTo>
                    <a:pt x="138" y="171"/>
                    <a:pt x="138" y="171"/>
                    <a:pt x="138" y="171"/>
                  </a:cubicBezTo>
                  <a:cubicBezTo>
                    <a:pt x="135" y="164"/>
                    <a:pt x="144" y="156"/>
                    <a:pt x="149" y="163"/>
                  </a:cubicBezTo>
                  <a:cubicBezTo>
                    <a:pt x="149" y="161"/>
                    <a:pt x="149" y="161"/>
                    <a:pt x="149" y="161"/>
                  </a:cubicBezTo>
                  <a:cubicBezTo>
                    <a:pt x="143" y="152"/>
                    <a:pt x="131" y="126"/>
                    <a:pt x="129" y="111"/>
                  </a:cubicBezTo>
                  <a:cubicBezTo>
                    <a:pt x="128" y="100"/>
                    <a:pt x="142" y="87"/>
                    <a:pt x="145" y="99"/>
                  </a:cubicBezTo>
                  <a:cubicBezTo>
                    <a:pt x="149" y="111"/>
                    <a:pt x="165" y="140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0" y="142"/>
                    <a:pt x="178" y="138"/>
                    <a:pt x="183" y="144"/>
                  </a:cubicBezTo>
                  <a:cubicBezTo>
                    <a:pt x="177" y="137"/>
                    <a:pt x="150" y="89"/>
                    <a:pt x="152" y="80"/>
                  </a:cubicBezTo>
                  <a:cubicBezTo>
                    <a:pt x="155" y="71"/>
                    <a:pt x="165" y="68"/>
                    <a:pt x="171" y="76"/>
                  </a:cubicBezTo>
                  <a:cubicBezTo>
                    <a:pt x="176" y="85"/>
                    <a:pt x="189" y="119"/>
                    <a:pt x="199" y="133"/>
                  </a:cubicBezTo>
                  <a:cubicBezTo>
                    <a:pt x="200" y="134"/>
                    <a:pt x="200" y="134"/>
                    <a:pt x="200" y="134"/>
                  </a:cubicBezTo>
                  <a:cubicBezTo>
                    <a:pt x="199" y="131"/>
                    <a:pt x="198" y="130"/>
                    <a:pt x="205" y="127"/>
                  </a:cubicBezTo>
                  <a:cubicBezTo>
                    <a:pt x="211" y="125"/>
                    <a:pt x="213" y="124"/>
                    <a:pt x="214" y="125"/>
                  </a:cubicBezTo>
                  <a:cubicBezTo>
                    <a:pt x="213" y="124"/>
                    <a:pt x="213" y="121"/>
                    <a:pt x="212" y="116"/>
                  </a:cubicBezTo>
                  <a:cubicBezTo>
                    <a:pt x="210" y="106"/>
                    <a:pt x="210" y="98"/>
                    <a:pt x="214" y="97"/>
                  </a:cubicBezTo>
                  <a:cubicBezTo>
                    <a:pt x="220" y="95"/>
                    <a:pt x="230" y="121"/>
                    <a:pt x="233" y="127"/>
                  </a:cubicBezTo>
                  <a:cubicBezTo>
                    <a:pt x="233" y="125"/>
                    <a:pt x="234" y="123"/>
                    <a:pt x="235" y="121"/>
                  </a:cubicBezTo>
                  <a:cubicBezTo>
                    <a:pt x="236" y="119"/>
                    <a:pt x="238" y="117"/>
                    <a:pt x="240" y="117"/>
                  </a:cubicBezTo>
                  <a:cubicBezTo>
                    <a:pt x="240" y="116"/>
                    <a:pt x="241" y="116"/>
                    <a:pt x="241" y="116"/>
                  </a:cubicBezTo>
                  <a:cubicBezTo>
                    <a:pt x="241" y="116"/>
                    <a:pt x="241" y="116"/>
                    <a:pt x="242" y="116"/>
                  </a:cubicBezTo>
                  <a:cubicBezTo>
                    <a:pt x="242" y="116"/>
                    <a:pt x="242" y="116"/>
                    <a:pt x="242" y="116"/>
                  </a:cubicBezTo>
                  <a:cubicBezTo>
                    <a:pt x="242" y="116"/>
                    <a:pt x="242" y="116"/>
                    <a:pt x="243" y="117"/>
                  </a:cubicBezTo>
                  <a:cubicBezTo>
                    <a:pt x="243" y="117"/>
                    <a:pt x="243" y="117"/>
                    <a:pt x="243" y="117"/>
                  </a:cubicBezTo>
                  <a:cubicBezTo>
                    <a:pt x="243" y="117"/>
                    <a:pt x="243" y="117"/>
                    <a:pt x="243" y="117"/>
                  </a:cubicBezTo>
                  <a:cubicBezTo>
                    <a:pt x="236" y="102"/>
                    <a:pt x="207" y="81"/>
                    <a:pt x="211" y="72"/>
                  </a:cubicBezTo>
                  <a:cubicBezTo>
                    <a:pt x="214" y="62"/>
                    <a:pt x="224" y="66"/>
                    <a:pt x="231" y="71"/>
                  </a:cubicBezTo>
                  <a:cubicBezTo>
                    <a:pt x="237" y="77"/>
                    <a:pt x="250" y="104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ubicBezTo>
                    <a:pt x="255" y="113"/>
                    <a:pt x="256" y="112"/>
                    <a:pt x="258" y="112"/>
                  </a:cubicBezTo>
                  <a:cubicBezTo>
                    <a:pt x="259" y="112"/>
                    <a:pt x="261" y="113"/>
                    <a:pt x="262" y="114"/>
                  </a:cubicBezTo>
                  <a:cubicBezTo>
                    <a:pt x="258" y="104"/>
                    <a:pt x="257" y="98"/>
                    <a:pt x="262" y="97"/>
                  </a:cubicBezTo>
                  <a:cubicBezTo>
                    <a:pt x="266" y="95"/>
                    <a:pt x="273" y="96"/>
                    <a:pt x="284" y="112"/>
                  </a:cubicBezTo>
                  <a:cubicBezTo>
                    <a:pt x="284" y="112"/>
                    <a:pt x="284" y="112"/>
                    <a:pt x="284" y="112"/>
                  </a:cubicBezTo>
                  <a:cubicBezTo>
                    <a:pt x="284" y="112"/>
                    <a:pt x="284" y="112"/>
                    <a:pt x="285" y="112"/>
                  </a:cubicBezTo>
                  <a:cubicBezTo>
                    <a:pt x="288" y="106"/>
                    <a:pt x="297" y="108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295" y="105"/>
                    <a:pt x="260" y="59"/>
                    <a:pt x="271" y="57"/>
                  </a:cubicBezTo>
                  <a:cubicBezTo>
                    <a:pt x="284" y="54"/>
                    <a:pt x="309" y="99"/>
                    <a:pt x="314" y="112"/>
                  </a:cubicBezTo>
                  <a:cubicBezTo>
                    <a:pt x="314" y="112"/>
                    <a:pt x="314" y="112"/>
                    <a:pt x="314" y="112"/>
                  </a:cubicBezTo>
                  <a:cubicBezTo>
                    <a:pt x="314" y="112"/>
                    <a:pt x="314" y="112"/>
                    <a:pt x="314" y="112"/>
                  </a:cubicBezTo>
                  <a:cubicBezTo>
                    <a:pt x="315" y="110"/>
                    <a:pt x="317" y="110"/>
                    <a:pt x="321" y="109"/>
                  </a:cubicBezTo>
                  <a:cubicBezTo>
                    <a:pt x="323" y="109"/>
                    <a:pt x="324" y="110"/>
                    <a:pt x="325" y="110"/>
                  </a:cubicBezTo>
                  <a:cubicBezTo>
                    <a:pt x="317" y="95"/>
                    <a:pt x="314" y="85"/>
                    <a:pt x="323" y="84"/>
                  </a:cubicBezTo>
                  <a:cubicBezTo>
                    <a:pt x="332" y="84"/>
                    <a:pt x="338" y="101"/>
                    <a:pt x="346" y="113"/>
                  </a:cubicBezTo>
                  <a:cubicBezTo>
                    <a:pt x="347" y="115"/>
                    <a:pt x="347" y="115"/>
                    <a:pt x="347" y="115"/>
                  </a:cubicBezTo>
                  <a:cubicBezTo>
                    <a:pt x="348" y="115"/>
                    <a:pt x="349" y="115"/>
                    <a:pt x="349" y="115"/>
                  </a:cubicBezTo>
                  <a:cubicBezTo>
                    <a:pt x="351" y="114"/>
                    <a:pt x="354" y="113"/>
                    <a:pt x="357" y="114"/>
                  </a:cubicBezTo>
                  <a:cubicBezTo>
                    <a:pt x="361" y="114"/>
                    <a:pt x="363" y="116"/>
                    <a:pt x="363" y="118"/>
                  </a:cubicBezTo>
                  <a:cubicBezTo>
                    <a:pt x="363" y="118"/>
                    <a:pt x="363" y="118"/>
                    <a:pt x="364" y="118"/>
                  </a:cubicBezTo>
                  <a:cubicBezTo>
                    <a:pt x="364" y="117"/>
                    <a:pt x="364" y="117"/>
                    <a:pt x="364" y="117"/>
                  </a:cubicBezTo>
                  <a:cubicBezTo>
                    <a:pt x="364" y="117"/>
                    <a:pt x="346" y="97"/>
                    <a:pt x="343" y="87"/>
                  </a:cubicBezTo>
                  <a:cubicBezTo>
                    <a:pt x="340" y="77"/>
                    <a:pt x="358" y="78"/>
                    <a:pt x="371" y="85"/>
                  </a:cubicBezTo>
                  <a:cubicBezTo>
                    <a:pt x="395" y="100"/>
                    <a:pt x="400" y="112"/>
                    <a:pt x="415" y="134"/>
                  </a:cubicBezTo>
                  <a:cubicBezTo>
                    <a:pt x="415" y="134"/>
                    <a:pt x="415" y="134"/>
                    <a:pt x="415" y="134"/>
                  </a:cubicBezTo>
                  <a:cubicBezTo>
                    <a:pt x="415" y="134"/>
                    <a:pt x="415" y="134"/>
                    <a:pt x="415" y="134"/>
                  </a:cubicBezTo>
                  <a:cubicBezTo>
                    <a:pt x="415" y="134"/>
                    <a:pt x="416" y="135"/>
                    <a:pt x="417" y="135"/>
                  </a:cubicBezTo>
                  <a:cubicBezTo>
                    <a:pt x="419" y="133"/>
                    <a:pt x="421" y="133"/>
                    <a:pt x="425" y="135"/>
                  </a:cubicBezTo>
                  <a:cubicBezTo>
                    <a:pt x="427" y="136"/>
                    <a:pt x="429" y="137"/>
                    <a:pt x="430" y="139"/>
                  </a:cubicBezTo>
                  <a:cubicBezTo>
                    <a:pt x="429" y="128"/>
                    <a:pt x="398" y="92"/>
                    <a:pt x="383" y="84"/>
                  </a:cubicBezTo>
                  <a:close/>
                  <a:moveTo>
                    <a:pt x="37" y="255"/>
                  </a:moveTo>
                  <a:cubicBezTo>
                    <a:pt x="31" y="261"/>
                    <a:pt x="20" y="259"/>
                    <a:pt x="17" y="253"/>
                  </a:cubicBezTo>
                  <a:cubicBezTo>
                    <a:pt x="13" y="248"/>
                    <a:pt x="4" y="221"/>
                    <a:pt x="8" y="212"/>
                  </a:cubicBezTo>
                  <a:cubicBezTo>
                    <a:pt x="12" y="203"/>
                    <a:pt x="29" y="232"/>
                    <a:pt x="34" y="234"/>
                  </a:cubicBezTo>
                  <a:cubicBezTo>
                    <a:pt x="44" y="239"/>
                    <a:pt x="42" y="250"/>
                    <a:pt x="37" y="255"/>
                  </a:cubicBezTo>
                  <a:close/>
                  <a:moveTo>
                    <a:pt x="58" y="185"/>
                  </a:moveTo>
                  <a:cubicBezTo>
                    <a:pt x="55" y="191"/>
                    <a:pt x="49" y="194"/>
                    <a:pt x="44" y="202"/>
                  </a:cubicBezTo>
                  <a:cubicBezTo>
                    <a:pt x="40" y="211"/>
                    <a:pt x="36" y="179"/>
                    <a:pt x="39" y="167"/>
                  </a:cubicBezTo>
                  <a:cubicBezTo>
                    <a:pt x="41" y="156"/>
                    <a:pt x="44" y="150"/>
                    <a:pt x="48" y="163"/>
                  </a:cubicBezTo>
                  <a:cubicBezTo>
                    <a:pt x="53" y="177"/>
                    <a:pt x="61" y="179"/>
                    <a:pt x="58" y="185"/>
                  </a:cubicBezTo>
                  <a:close/>
                  <a:moveTo>
                    <a:pt x="102" y="71"/>
                  </a:moveTo>
                  <a:cubicBezTo>
                    <a:pt x="110" y="66"/>
                    <a:pt x="106" y="92"/>
                    <a:pt x="106" y="98"/>
                  </a:cubicBezTo>
                  <a:cubicBezTo>
                    <a:pt x="106" y="104"/>
                    <a:pt x="90" y="95"/>
                    <a:pt x="89" y="87"/>
                  </a:cubicBezTo>
                  <a:cubicBezTo>
                    <a:pt x="89" y="79"/>
                    <a:pt x="98" y="74"/>
                    <a:pt x="102" y="71"/>
                  </a:cubicBezTo>
                  <a:close/>
                  <a:moveTo>
                    <a:pt x="104" y="175"/>
                  </a:moveTo>
                  <a:cubicBezTo>
                    <a:pt x="98" y="173"/>
                    <a:pt x="90" y="155"/>
                    <a:pt x="83" y="144"/>
                  </a:cubicBezTo>
                  <a:cubicBezTo>
                    <a:pt x="76" y="134"/>
                    <a:pt x="76" y="126"/>
                    <a:pt x="77" y="120"/>
                  </a:cubicBezTo>
                  <a:cubicBezTo>
                    <a:pt x="78" y="114"/>
                    <a:pt x="87" y="108"/>
                    <a:pt x="91" y="109"/>
                  </a:cubicBezTo>
                  <a:cubicBezTo>
                    <a:pt x="95" y="109"/>
                    <a:pt x="97" y="127"/>
                    <a:pt x="99" y="136"/>
                  </a:cubicBezTo>
                  <a:cubicBezTo>
                    <a:pt x="101" y="146"/>
                    <a:pt x="111" y="163"/>
                    <a:pt x="112" y="167"/>
                  </a:cubicBezTo>
                  <a:cubicBezTo>
                    <a:pt x="113" y="171"/>
                    <a:pt x="111" y="177"/>
                    <a:pt x="104" y="175"/>
                  </a:cubicBezTo>
                  <a:close/>
                  <a:moveTo>
                    <a:pt x="120" y="129"/>
                  </a:moveTo>
                  <a:cubicBezTo>
                    <a:pt x="114" y="131"/>
                    <a:pt x="111" y="138"/>
                    <a:pt x="107" y="138"/>
                  </a:cubicBezTo>
                  <a:cubicBezTo>
                    <a:pt x="103" y="137"/>
                    <a:pt x="104" y="121"/>
                    <a:pt x="107" y="112"/>
                  </a:cubicBezTo>
                  <a:cubicBezTo>
                    <a:pt x="110" y="103"/>
                    <a:pt x="117" y="96"/>
                    <a:pt x="118" y="104"/>
                  </a:cubicBezTo>
                  <a:cubicBezTo>
                    <a:pt x="119" y="113"/>
                    <a:pt x="127" y="127"/>
                    <a:pt x="120" y="129"/>
                  </a:cubicBezTo>
                  <a:close/>
                  <a:moveTo>
                    <a:pt x="150" y="65"/>
                  </a:moveTo>
                  <a:cubicBezTo>
                    <a:pt x="148" y="71"/>
                    <a:pt x="134" y="90"/>
                    <a:pt x="123" y="90"/>
                  </a:cubicBezTo>
                  <a:cubicBezTo>
                    <a:pt x="111" y="90"/>
                    <a:pt x="108" y="47"/>
                    <a:pt x="111" y="38"/>
                  </a:cubicBezTo>
                  <a:cubicBezTo>
                    <a:pt x="113" y="31"/>
                    <a:pt x="121" y="29"/>
                    <a:pt x="125" y="33"/>
                  </a:cubicBezTo>
                  <a:cubicBezTo>
                    <a:pt x="129" y="37"/>
                    <a:pt x="152" y="59"/>
                    <a:pt x="150" y="65"/>
                  </a:cubicBezTo>
                  <a:close/>
                  <a:moveTo>
                    <a:pt x="198" y="114"/>
                  </a:moveTo>
                  <a:cubicBezTo>
                    <a:pt x="195" y="108"/>
                    <a:pt x="187" y="83"/>
                    <a:pt x="183" y="76"/>
                  </a:cubicBezTo>
                  <a:cubicBezTo>
                    <a:pt x="176" y="66"/>
                    <a:pt x="178" y="60"/>
                    <a:pt x="178" y="55"/>
                  </a:cubicBezTo>
                  <a:cubicBezTo>
                    <a:pt x="178" y="50"/>
                    <a:pt x="190" y="44"/>
                    <a:pt x="195" y="43"/>
                  </a:cubicBezTo>
                  <a:cubicBezTo>
                    <a:pt x="200" y="42"/>
                    <a:pt x="201" y="78"/>
                    <a:pt x="203" y="93"/>
                  </a:cubicBezTo>
                  <a:cubicBezTo>
                    <a:pt x="204" y="98"/>
                    <a:pt x="200" y="118"/>
                    <a:pt x="198" y="114"/>
                  </a:cubicBezTo>
                  <a:close/>
                  <a:moveTo>
                    <a:pt x="220" y="55"/>
                  </a:moveTo>
                  <a:cubicBezTo>
                    <a:pt x="217" y="60"/>
                    <a:pt x="207" y="53"/>
                    <a:pt x="205" y="49"/>
                  </a:cubicBezTo>
                  <a:cubicBezTo>
                    <a:pt x="203" y="44"/>
                    <a:pt x="201" y="33"/>
                    <a:pt x="208" y="30"/>
                  </a:cubicBezTo>
                  <a:cubicBezTo>
                    <a:pt x="215" y="27"/>
                    <a:pt x="240" y="27"/>
                    <a:pt x="240" y="29"/>
                  </a:cubicBezTo>
                  <a:cubicBezTo>
                    <a:pt x="240" y="36"/>
                    <a:pt x="223" y="50"/>
                    <a:pt x="220" y="55"/>
                  </a:cubicBezTo>
                  <a:close/>
                  <a:moveTo>
                    <a:pt x="266" y="87"/>
                  </a:moveTo>
                  <a:cubicBezTo>
                    <a:pt x="260" y="89"/>
                    <a:pt x="231" y="64"/>
                    <a:pt x="232" y="56"/>
                  </a:cubicBezTo>
                  <a:cubicBezTo>
                    <a:pt x="233" y="48"/>
                    <a:pt x="247" y="37"/>
                    <a:pt x="252" y="38"/>
                  </a:cubicBezTo>
                  <a:cubicBezTo>
                    <a:pt x="256" y="39"/>
                    <a:pt x="261" y="58"/>
                    <a:pt x="262" y="64"/>
                  </a:cubicBezTo>
                  <a:cubicBezTo>
                    <a:pt x="264" y="69"/>
                    <a:pt x="272" y="86"/>
                    <a:pt x="266" y="87"/>
                  </a:cubicBezTo>
                  <a:close/>
                  <a:moveTo>
                    <a:pt x="328" y="72"/>
                  </a:moveTo>
                  <a:cubicBezTo>
                    <a:pt x="327" y="78"/>
                    <a:pt x="314" y="82"/>
                    <a:pt x="309" y="82"/>
                  </a:cubicBezTo>
                  <a:cubicBezTo>
                    <a:pt x="305" y="82"/>
                    <a:pt x="299" y="70"/>
                    <a:pt x="294" y="58"/>
                  </a:cubicBezTo>
                  <a:cubicBezTo>
                    <a:pt x="292" y="50"/>
                    <a:pt x="310" y="55"/>
                    <a:pt x="315" y="56"/>
                  </a:cubicBezTo>
                  <a:cubicBezTo>
                    <a:pt x="319" y="57"/>
                    <a:pt x="330" y="66"/>
                    <a:pt x="328" y="72"/>
                  </a:cubicBezTo>
                  <a:close/>
                </a:path>
              </a:pathLst>
            </a:custGeom>
            <a:solidFill>
              <a:srgbClr val="005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41" name="Freeform 2164">
              <a:extLst>
                <a:ext uri="{FF2B5EF4-FFF2-40B4-BE49-F238E27FC236}">
                  <a16:creationId xmlns:a16="http://schemas.microsoft.com/office/drawing/2014/main" id="{2B738AEB-9989-44F7-85AA-16CF74716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3690"/>
              <a:ext cx="409" cy="329"/>
            </a:xfrm>
            <a:custGeom>
              <a:avLst/>
              <a:gdLst>
                <a:gd name="T0" fmla="*/ 0 w 178"/>
                <a:gd name="T1" fmla="*/ 1851 h 134"/>
                <a:gd name="T2" fmla="*/ 871 w 178"/>
                <a:gd name="T3" fmla="*/ 1790 h 134"/>
                <a:gd name="T4" fmla="*/ 1831 w 178"/>
                <a:gd name="T5" fmla="*/ 857 h 134"/>
                <a:gd name="T6" fmla="*/ 2123 w 178"/>
                <a:gd name="T7" fmla="*/ 61 h 134"/>
                <a:gd name="T8" fmla="*/ 1785 w 178"/>
                <a:gd name="T9" fmla="*/ 592 h 134"/>
                <a:gd name="T10" fmla="*/ 1094 w 178"/>
                <a:gd name="T11" fmla="*/ 857 h 134"/>
                <a:gd name="T12" fmla="*/ 439 w 178"/>
                <a:gd name="T13" fmla="*/ 1537 h 134"/>
                <a:gd name="T14" fmla="*/ 0 w 178"/>
                <a:gd name="T15" fmla="*/ 1851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8" h="134">
                  <a:moveTo>
                    <a:pt x="0" y="125"/>
                  </a:moveTo>
                  <a:cubicBezTo>
                    <a:pt x="4" y="134"/>
                    <a:pt x="28" y="129"/>
                    <a:pt x="72" y="121"/>
                  </a:cubicBezTo>
                  <a:cubicBezTo>
                    <a:pt x="116" y="112"/>
                    <a:pt x="136" y="76"/>
                    <a:pt x="151" y="58"/>
                  </a:cubicBezTo>
                  <a:cubicBezTo>
                    <a:pt x="166" y="40"/>
                    <a:pt x="178" y="8"/>
                    <a:pt x="175" y="4"/>
                  </a:cubicBezTo>
                  <a:cubicBezTo>
                    <a:pt x="172" y="0"/>
                    <a:pt x="164" y="23"/>
                    <a:pt x="147" y="40"/>
                  </a:cubicBezTo>
                  <a:cubicBezTo>
                    <a:pt x="130" y="58"/>
                    <a:pt x="122" y="45"/>
                    <a:pt x="90" y="58"/>
                  </a:cubicBezTo>
                  <a:cubicBezTo>
                    <a:pt x="57" y="71"/>
                    <a:pt x="54" y="95"/>
                    <a:pt x="36" y="104"/>
                  </a:cubicBezTo>
                  <a:cubicBezTo>
                    <a:pt x="24" y="109"/>
                    <a:pt x="2" y="118"/>
                    <a:pt x="0" y="125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42" name="Freeform 2165">
              <a:extLst>
                <a:ext uri="{FF2B5EF4-FFF2-40B4-BE49-F238E27FC236}">
                  <a16:creationId xmlns:a16="http://schemas.microsoft.com/office/drawing/2014/main" id="{E4836E3F-5065-453F-BADC-4EF7CD3D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3077"/>
              <a:ext cx="203" cy="670"/>
            </a:xfrm>
            <a:custGeom>
              <a:avLst/>
              <a:gdLst>
                <a:gd name="T0" fmla="*/ 0 w 88"/>
                <a:gd name="T1" fmla="*/ 4035 h 273"/>
                <a:gd name="T2" fmla="*/ 404 w 88"/>
                <a:gd name="T3" fmla="*/ 3313 h 273"/>
                <a:gd name="T4" fmla="*/ 909 w 88"/>
                <a:gd name="T5" fmla="*/ 1404 h 273"/>
                <a:gd name="T6" fmla="*/ 542 w 88"/>
                <a:gd name="T7" fmla="*/ 368 h 273"/>
                <a:gd name="T8" fmla="*/ 383 w 88"/>
                <a:gd name="T9" fmla="*/ 368 h 273"/>
                <a:gd name="T10" fmla="*/ 505 w 88"/>
                <a:gd name="T11" fmla="*/ 1271 h 273"/>
                <a:gd name="T12" fmla="*/ 309 w 88"/>
                <a:gd name="T13" fmla="*/ 2469 h 273"/>
                <a:gd name="T14" fmla="*/ 187 w 88"/>
                <a:gd name="T15" fmla="*/ 3426 h 273"/>
                <a:gd name="T16" fmla="*/ 0 w 88"/>
                <a:gd name="T17" fmla="*/ 4035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273">
                  <a:moveTo>
                    <a:pt x="0" y="273"/>
                  </a:moveTo>
                  <a:cubicBezTo>
                    <a:pt x="15" y="265"/>
                    <a:pt x="22" y="248"/>
                    <a:pt x="33" y="224"/>
                  </a:cubicBezTo>
                  <a:cubicBezTo>
                    <a:pt x="44" y="200"/>
                    <a:pt x="88" y="135"/>
                    <a:pt x="74" y="95"/>
                  </a:cubicBezTo>
                  <a:cubicBezTo>
                    <a:pt x="59" y="55"/>
                    <a:pt x="58" y="50"/>
                    <a:pt x="44" y="25"/>
                  </a:cubicBezTo>
                  <a:cubicBezTo>
                    <a:pt x="29" y="0"/>
                    <a:pt x="29" y="13"/>
                    <a:pt x="31" y="25"/>
                  </a:cubicBezTo>
                  <a:cubicBezTo>
                    <a:pt x="33" y="36"/>
                    <a:pt x="48" y="57"/>
                    <a:pt x="41" y="86"/>
                  </a:cubicBezTo>
                  <a:cubicBezTo>
                    <a:pt x="35" y="115"/>
                    <a:pt x="26" y="140"/>
                    <a:pt x="25" y="167"/>
                  </a:cubicBezTo>
                  <a:cubicBezTo>
                    <a:pt x="24" y="193"/>
                    <a:pt x="21" y="216"/>
                    <a:pt x="15" y="232"/>
                  </a:cubicBezTo>
                  <a:cubicBezTo>
                    <a:pt x="9" y="248"/>
                    <a:pt x="0" y="265"/>
                    <a:pt x="0" y="273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43" name="Freeform 2166">
              <a:extLst>
                <a:ext uri="{FF2B5EF4-FFF2-40B4-BE49-F238E27FC236}">
                  <a16:creationId xmlns:a16="http://schemas.microsoft.com/office/drawing/2014/main" id="{101E851D-26E1-4A24-BB00-7A4ABEF03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736"/>
              <a:ext cx="387" cy="532"/>
            </a:xfrm>
            <a:custGeom>
              <a:avLst/>
              <a:gdLst>
                <a:gd name="T0" fmla="*/ 1894 w 168"/>
                <a:gd name="T1" fmla="*/ 2417 h 217"/>
                <a:gd name="T2" fmla="*/ 1894 w 168"/>
                <a:gd name="T3" fmla="*/ 2344 h 217"/>
                <a:gd name="T4" fmla="*/ 1894 w 168"/>
                <a:gd name="T5" fmla="*/ 2344 h 217"/>
                <a:gd name="T6" fmla="*/ 1746 w 168"/>
                <a:gd name="T7" fmla="*/ 1473 h 217"/>
                <a:gd name="T8" fmla="*/ 1078 w 168"/>
                <a:gd name="T9" fmla="*/ 750 h 217"/>
                <a:gd name="T10" fmla="*/ 170 w 168"/>
                <a:gd name="T11" fmla="*/ 120 h 217"/>
                <a:gd name="T12" fmla="*/ 122 w 168"/>
                <a:gd name="T13" fmla="*/ 294 h 217"/>
                <a:gd name="T14" fmla="*/ 855 w 168"/>
                <a:gd name="T15" fmla="*/ 1047 h 217"/>
                <a:gd name="T16" fmla="*/ 1405 w 168"/>
                <a:gd name="T17" fmla="*/ 1917 h 217"/>
                <a:gd name="T18" fmla="*/ 1857 w 168"/>
                <a:gd name="T19" fmla="*/ 2903 h 217"/>
                <a:gd name="T20" fmla="*/ 2043 w 168"/>
                <a:gd name="T21" fmla="*/ 3138 h 217"/>
                <a:gd name="T22" fmla="*/ 1894 w 168"/>
                <a:gd name="T23" fmla="*/ 2417 h 2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8" h="217">
                  <a:moveTo>
                    <a:pt x="155" y="164"/>
                  </a:moveTo>
                  <a:cubicBezTo>
                    <a:pt x="155" y="162"/>
                    <a:pt x="155" y="161"/>
                    <a:pt x="155" y="159"/>
                  </a:cubicBezTo>
                  <a:cubicBezTo>
                    <a:pt x="155" y="159"/>
                    <a:pt x="155" y="159"/>
                    <a:pt x="155" y="159"/>
                  </a:cubicBezTo>
                  <a:cubicBezTo>
                    <a:pt x="150" y="136"/>
                    <a:pt x="150" y="128"/>
                    <a:pt x="143" y="100"/>
                  </a:cubicBezTo>
                  <a:cubicBezTo>
                    <a:pt x="136" y="72"/>
                    <a:pt x="118" y="67"/>
                    <a:pt x="88" y="51"/>
                  </a:cubicBezTo>
                  <a:cubicBezTo>
                    <a:pt x="58" y="34"/>
                    <a:pt x="27" y="17"/>
                    <a:pt x="14" y="8"/>
                  </a:cubicBezTo>
                  <a:cubicBezTo>
                    <a:pt x="1" y="0"/>
                    <a:pt x="0" y="14"/>
                    <a:pt x="10" y="20"/>
                  </a:cubicBezTo>
                  <a:cubicBezTo>
                    <a:pt x="19" y="27"/>
                    <a:pt x="42" y="46"/>
                    <a:pt x="70" y="71"/>
                  </a:cubicBezTo>
                  <a:cubicBezTo>
                    <a:pt x="98" y="95"/>
                    <a:pt x="108" y="114"/>
                    <a:pt x="115" y="130"/>
                  </a:cubicBezTo>
                  <a:cubicBezTo>
                    <a:pt x="121" y="146"/>
                    <a:pt x="143" y="178"/>
                    <a:pt x="152" y="197"/>
                  </a:cubicBezTo>
                  <a:cubicBezTo>
                    <a:pt x="160" y="213"/>
                    <a:pt x="162" y="217"/>
                    <a:pt x="167" y="213"/>
                  </a:cubicBezTo>
                  <a:cubicBezTo>
                    <a:pt x="168" y="190"/>
                    <a:pt x="157" y="173"/>
                    <a:pt x="155" y="164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44" name="Freeform 2167">
              <a:extLst>
                <a:ext uri="{FF2B5EF4-FFF2-40B4-BE49-F238E27FC236}">
                  <a16:creationId xmlns:a16="http://schemas.microsoft.com/office/drawing/2014/main" id="{5CE5A9EB-0352-449B-9E85-A43618533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648"/>
              <a:ext cx="515" cy="182"/>
            </a:xfrm>
            <a:custGeom>
              <a:avLst/>
              <a:gdLst>
                <a:gd name="T0" fmla="*/ 2600 w 224"/>
                <a:gd name="T1" fmla="*/ 834 h 74"/>
                <a:gd name="T2" fmla="*/ 2527 w 224"/>
                <a:gd name="T3" fmla="*/ 745 h 74"/>
                <a:gd name="T4" fmla="*/ 1777 w 224"/>
                <a:gd name="T5" fmla="*/ 150 h 74"/>
                <a:gd name="T6" fmla="*/ 908 w 224"/>
                <a:gd name="T7" fmla="*/ 133 h 74"/>
                <a:gd name="T8" fmla="*/ 244 w 224"/>
                <a:gd name="T9" fmla="*/ 418 h 74"/>
                <a:gd name="T10" fmla="*/ 269 w 224"/>
                <a:gd name="T11" fmla="*/ 610 h 74"/>
                <a:gd name="T12" fmla="*/ 1432 w 224"/>
                <a:gd name="T13" fmla="*/ 846 h 74"/>
                <a:gd name="T14" fmla="*/ 2262 w 224"/>
                <a:gd name="T15" fmla="*/ 804 h 74"/>
                <a:gd name="T16" fmla="*/ 2722 w 224"/>
                <a:gd name="T17" fmla="*/ 979 h 74"/>
                <a:gd name="T18" fmla="*/ 2628 w 224"/>
                <a:gd name="T19" fmla="*/ 866 h 74"/>
                <a:gd name="T20" fmla="*/ 2600 w 224"/>
                <a:gd name="T21" fmla="*/ 834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74">
                  <a:moveTo>
                    <a:pt x="214" y="56"/>
                  </a:moveTo>
                  <a:cubicBezTo>
                    <a:pt x="211" y="54"/>
                    <a:pt x="209" y="52"/>
                    <a:pt x="208" y="50"/>
                  </a:cubicBezTo>
                  <a:cubicBezTo>
                    <a:pt x="196" y="36"/>
                    <a:pt x="167" y="20"/>
                    <a:pt x="146" y="10"/>
                  </a:cubicBezTo>
                  <a:cubicBezTo>
                    <a:pt x="124" y="0"/>
                    <a:pt x="102" y="1"/>
                    <a:pt x="75" y="9"/>
                  </a:cubicBezTo>
                  <a:cubicBezTo>
                    <a:pt x="48" y="16"/>
                    <a:pt x="35" y="25"/>
                    <a:pt x="20" y="28"/>
                  </a:cubicBezTo>
                  <a:cubicBezTo>
                    <a:pt x="5" y="31"/>
                    <a:pt x="0" y="40"/>
                    <a:pt x="22" y="41"/>
                  </a:cubicBezTo>
                  <a:cubicBezTo>
                    <a:pt x="45" y="42"/>
                    <a:pt x="77" y="60"/>
                    <a:pt x="118" y="57"/>
                  </a:cubicBezTo>
                  <a:cubicBezTo>
                    <a:pt x="160" y="54"/>
                    <a:pt x="161" y="48"/>
                    <a:pt x="186" y="54"/>
                  </a:cubicBezTo>
                  <a:cubicBezTo>
                    <a:pt x="210" y="61"/>
                    <a:pt x="221" y="74"/>
                    <a:pt x="224" y="66"/>
                  </a:cubicBezTo>
                  <a:cubicBezTo>
                    <a:pt x="216" y="58"/>
                    <a:pt x="216" y="58"/>
                    <a:pt x="216" y="58"/>
                  </a:cubicBezTo>
                  <a:cubicBezTo>
                    <a:pt x="215" y="57"/>
                    <a:pt x="214" y="57"/>
                    <a:pt x="214" y="56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45" name="Freeform 2168">
              <a:extLst>
                <a:ext uri="{FF2B5EF4-FFF2-40B4-BE49-F238E27FC236}">
                  <a16:creationId xmlns:a16="http://schemas.microsoft.com/office/drawing/2014/main" id="{3687DC9B-4CB8-4ACE-8BB4-36A954F2A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3756"/>
              <a:ext cx="676" cy="277"/>
            </a:xfrm>
            <a:custGeom>
              <a:avLst/>
              <a:gdLst>
                <a:gd name="T0" fmla="*/ 3516 w 294"/>
                <a:gd name="T1" fmla="*/ 1250 h 113"/>
                <a:gd name="T2" fmla="*/ 3003 w 294"/>
                <a:gd name="T3" fmla="*/ 1250 h 113"/>
                <a:gd name="T4" fmla="*/ 1860 w 294"/>
                <a:gd name="T5" fmla="*/ 882 h 113"/>
                <a:gd name="T6" fmla="*/ 973 w 294"/>
                <a:gd name="T7" fmla="*/ 498 h 113"/>
                <a:gd name="T8" fmla="*/ 159 w 294"/>
                <a:gd name="T9" fmla="*/ 150 h 113"/>
                <a:gd name="T10" fmla="*/ 179 w 294"/>
                <a:gd name="T11" fmla="*/ 397 h 113"/>
                <a:gd name="T12" fmla="*/ 1242 w 294"/>
                <a:gd name="T13" fmla="*/ 1400 h 113"/>
                <a:gd name="T14" fmla="*/ 2396 w 294"/>
                <a:gd name="T15" fmla="*/ 1544 h 113"/>
                <a:gd name="T16" fmla="*/ 3332 w 294"/>
                <a:gd name="T17" fmla="*/ 1383 h 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4" h="113">
                  <a:moveTo>
                    <a:pt x="289" y="85"/>
                  </a:moveTo>
                  <a:cubicBezTo>
                    <a:pt x="294" y="73"/>
                    <a:pt x="268" y="81"/>
                    <a:pt x="247" y="85"/>
                  </a:cubicBezTo>
                  <a:cubicBezTo>
                    <a:pt x="226" y="89"/>
                    <a:pt x="176" y="78"/>
                    <a:pt x="153" y="60"/>
                  </a:cubicBezTo>
                  <a:cubicBezTo>
                    <a:pt x="130" y="43"/>
                    <a:pt x="108" y="43"/>
                    <a:pt x="80" y="34"/>
                  </a:cubicBezTo>
                  <a:cubicBezTo>
                    <a:pt x="52" y="25"/>
                    <a:pt x="26" y="19"/>
                    <a:pt x="13" y="10"/>
                  </a:cubicBezTo>
                  <a:cubicBezTo>
                    <a:pt x="0" y="0"/>
                    <a:pt x="0" y="16"/>
                    <a:pt x="15" y="27"/>
                  </a:cubicBezTo>
                  <a:cubicBezTo>
                    <a:pt x="31" y="37"/>
                    <a:pt x="62" y="77"/>
                    <a:pt x="102" y="95"/>
                  </a:cubicBezTo>
                  <a:cubicBezTo>
                    <a:pt x="141" y="113"/>
                    <a:pt x="168" y="107"/>
                    <a:pt x="197" y="105"/>
                  </a:cubicBezTo>
                  <a:cubicBezTo>
                    <a:pt x="227" y="103"/>
                    <a:pt x="261" y="101"/>
                    <a:pt x="274" y="9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46" name="Freeform 2169">
              <a:extLst>
                <a:ext uri="{FF2B5EF4-FFF2-40B4-BE49-F238E27FC236}">
                  <a16:creationId xmlns:a16="http://schemas.microsoft.com/office/drawing/2014/main" id="{E5ABC32E-EECC-46BE-BA12-8F27DAFA0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668"/>
              <a:ext cx="423" cy="260"/>
            </a:xfrm>
            <a:custGeom>
              <a:avLst/>
              <a:gdLst>
                <a:gd name="T0" fmla="*/ 1945 w 184"/>
                <a:gd name="T1" fmla="*/ 294 h 106"/>
                <a:gd name="T2" fmla="*/ 2235 w 184"/>
                <a:gd name="T3" fmla="*/ 174 h 106"/>
                <a:gd name="T4" fmla="*/ 2225 w 184"/>
                <a:gd name="T5" fmla="*/ 150 h 106"/>
                <a:gd name="T6" fmla="*/ 1814 w 184"/>
                <a:gd name="T7" fmla="*/ 174 h 106"/>
                <a:gd name="T8" fmla="*/ 756 w 184"/>
                <a:gd name="T9" fmla="*/ 356 h 106"/>
                <a:gd name="T10" fmla="*/ 179 w 184"/>
                <a:gd name="T11" fmla="*/ 1239 h 106"/>
                <a:gd name="T12" fmla="*/ 216 w 184"/>
                <a:gd name="T13" fmla="*/ 1413 h 106"/>
                <a:gd name="T14" fmla="*/ 802 w 184"/>
                <a:gd name="T15" fmla="*/ 1035 h 106"/>
                <a:gd name="T16" fmla="*/ 1798 w 184"/>
                <a:gd name="T17" fmla="*/ 427 h 106"/>
                <a:gd name="T18" fmla="*/ 1945 w 184"/>
                <a:gd name="T19" fmla="*/ 294 h 1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4" h="106">
                  <a:moveTo>
                    <a:pt x="160" y="20"/>
                  </a:moveTo>
                  <a:cubicBezTo>
                    <a:pt x="168" y="18"/>
                    <a:pt x="175" y="15"/>
                    <a:pt x="184" y="12"/>
                  </a:cubicBezTo>
                  <a:cubicBezTo>
                    <a:pt x="183" y="10"/>
                    <a:pt x="183" y="10"/>
                    <a:pt x="183" y="10"/>
                  </a:cubicBezTo>
                  <a:cubicBezTo>
                    <a:pt x="180" y="0"/>
                    <a:pt x="165" y="11"/>
                    <a:pt x="149" y="12"/>
                  </a:cubicBezTo>
                  <a:cubicBezTo>
                    <a:pt x="133" y="12"/>
                    <a:pt x="93" y="17"/>
                    <a:pt x="62" y="24"/>
                  </a:cubicBezTo>
                  <a:cubicBezTo>
                    <a:pt x="32" y="30"/>
                    <a:pt x="30" y="67"/>
                    <a:pt x="15" y="84"/>
                  </a:cubicBezTo>
                  <a:cubicBezTo>
                    <a:pt x="0" y="101"/>
                    <a:pt x="4" y="106"/>
                    <a:pt x="18" y="96"/>
                  </a:cubicBezTo>
                  <a:cubicBezTo>
                    <a:pt x="33" y="85"/>
                    <a:pt x="36" y="77"/>
                    <a:pt x="66" y="70"/>
                  </a:cubicBezTo>
                  <a:cubicBezTo>
                    <a:pt x="95" y="63"/>
                    <a:pt x="129" y="43"/>
                    <a:pt x="148" y="29"/>
                  </a:cubicBezTo>
                  <a:cubicBezTo>
                    <a:pt x="146" y="26"/>
                    <a:pt x="151" y="22"/>
                    <a:pt x="160" y="2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47" name="Freeform 2170">
              <a:extLst>
                <a:ext uri="{FF2B5EF4-FFF2-40B4-BE49-F238E27FC236}">
                  <a16:creationId xmlns:a16="http://schemas.microsoft.com/office/drawing/2014/main" id="{740753C2-F837-462F-84F4-33C8DB0A8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881"/>
              <a:ext cx="239" cy="566"/>
            </a:xfrm>
            <a:custGeom>
              <a:avLst/>
              <a:gdLst>
                <a:gd name="T0" fmla="*/ 643 w 104"/>
                <a:gd name="T1" fmla="*/ 1808 h 231"/>
                <a:gd name="T2" fmla="*/ 862 w 104"/>
                <a:gd name="T3" fmla="*/ 691 h 231"/>
                <a:gd name="T4" fmla="*/ 1262 w 104"/>
                <a:gd name="T5" fmla="*/ 0 h 231"/>
                <a:gd name="T6" fmla="*/ 1131 w 104"/>
                <a:gd name="T7" fmla="*/ 132 h 231"/>
                <a:gd name="T8" fmla="*/ 1020 w 104"/>
                <a:gd name="T9" fmla="*/ 203 h 231"/>
                <a:gd name="T10" fmla="*/ 728 w 104"/>
                <a:gd name="T11" fmla="*/ 497 h 231"/>
                <a:gd name="T12" fmla="*/ 131 w 104"/>
                <a:gd name="T13" fmla="*/ 1482 h 231"/>
                <a:gd name="T14" fmla="*/ 317 w 104"/>
                <a:gd name="T15" fmla="*/ 2943 h 231"/>
                <a:gd name="T16" fmla="*/ 460 w 104"/>
                <a:gd name="T17" fmla="*/ 3075 h 231"/>
                <a:gd name="T18" fmla="*/ 643 w 104"/>
                <a:gd name="T19" fmla="*/ 1808 h 2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231">
                  <a:moveTo>
                    <a:pt x="53" y="123"/>
                  </a:moveTo>
                  <a:cubicBezTo>
                    <a:pt x="54" y="89"/>
                    <a:pt x="54" y="65"/>
                    <a:pt x="71" y="47"/>
                  </a:cubicBezTo>
                  <a:cubicBezTo>
                    <a:pt x="86" y="29"/>
                    <a:pt x="97" y="14"/>
                    <a:pt x="104" y="0"/>
                  </a:cubicBezTo>
                  <a:cubicBezTo>
                    <a:pt x="101" y="3"/>
                    <a:pt x="98" y="6"/>
                    <a:pt x="93" y="9"/>
                  </a:cubicBezTo>
                  <a:cubicBezTo>
                    <a:pt x="90" y="11"/>
                    <a:pt x="87" y="13"/>
                    <a:pt x="84" y="14"/>
                  </a:cubicBezTo>
                  <a:cubicBezTo>
                    <a:pt x="79" y="17"/>
                    <a:pt x="71" y="24"/>
                    <a:pt x="60" y="34"/>
                  </a:cubicBezTo>
                  <a:cubicBezTo>
                    <a:pt x="43" y="50"/>
                    <a:pt x="23" y="60"/>
                    <a:pt x="11" y="101"/>
                  </a:cubicBezTo>
                  <a:cubicBezTo>
                    <a:pt x="0" y="141"/>
                    <a:pt x="30" y="181"/>
                    <a:pt x="26" y="200"/>
                  </a:cubicBezTo>
                  <a:cubicBezTo>
                    <a:pt x="23" y="218"/>
                    <a:pt x="34" y="231"/>
                    <a:pt x="38" y="209"/>
                  </a:cubicBezTo>
                  <a:cubicBezTo>
                    <a:pt x="43" y="188"/>
                    <a:pt x="52" y="158"/>
                    <a:pt x="53" y="123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48" name="Freeform 2171">
              <a:extLst>
                <a:ext uri="{FF2B5EF4-FFF2-40B4-BE49-F238E27FC236}">
                  <a16:creationId xmlns:a16="http://schemas.microsoft.com/office/drawing/2014/main" id="{9B311F2D-B66B-4E29-8627-8A34C3B09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335"/>
              <a:ext cx="315" cy="478"/>
            </a:xfrm>
            <a:custGeom>
              <a:avLst/>
              <a:gdLst>
                <a:gd name="T0" fmla="*/ 1189 w 137"/>
                <a:gd name="T1" fmla="*/ 2679 h 195"/>
                <a:gd name="T2" fmla="*/ 1591 w 137"/>
                <a:gd name="T3" fmla="*/ 2873 h 195"/>
                <a:gd name="T4" fmla="*/ 1591 w 137"/>
                <a:gd name="T5" fmla="*/ 2861 h 195"/>
                <a:gd name="T6" fmla="*/ 1189 w 137"/>
                <a:gd name="T7" fmla="*/ 2405 h 195"/>
                <a:gd name="T8" fmla="*/ 667 w 137"/>
                <a:gd name="T9" fmla="*/ 1461 h 195"/>
                <a:gd name="T10" fmla="*/ 232 w 137"/>
                <a:gd name="T11" fmla="*/ 517 h 195"/>
                <a:gd name="T12" fmla="*/ 159 w 137"/>
                <a:gd name="T13" fmla="*/ 223 h 195"/>
                <a:gd name="T14" fmla="*/ 159 w 137"/>
                <a:gd name="T15" fmla="*/ 150 h 195"/>
                <a:gd name="T16" fmla="*/ 147 w 137"/>
                <a:gd name="T17" fmla="*/ 42 h 195"/>
                <a:gd name="T18" fmla="*/ 37 w 137"/>
                <a:gd name="T19" fmla="*/ 547 h 195"/>
                <a:gd name="T20" fmla="*/ 147 w 137"/>
                <a:gd name="T21" fmla="*/ 1755 h 195"/>
                <a:gd name="T22" fmla="*/ 1106 w 137"/>
                <a:gd name="T23" fmla="*/ 2638 h 195"/>
                <a:gd name="T24" fmla="*/ 1189 w 137"/>
                <a:gd name="T25" fmla="*/ 2679 h 1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195">
                  <a:moveTo>
                    <a:pt x="98" y="182"/>
                  </a:moveTo>
                  <a:cubicBezTo>
                    <a:pt x="105" y="187"/>
                    <a:pt x="117" y="191"/>
                    <a:pt x="131" y="195"/>
                  </a:cubicBezTo>
                  <a:cubicBezTo>
                    <a:pt x="131" y="194"/>
                    <a:pt x="131" y="194"/>
                    <a:pt x="131" y="194"/>
                  </a:cubicBezTo>
                  <a:cubicBezTo>
                    <a:pt x="137" y="187"/>
                    <a:pt x="114" y="177"/>
                    <a:pt x="98" y="163"/>
                  </a:cubicBezTo>
                  <a:cubicBezTo>
                    <a:pt x="82" y="149"/>
                    <a:pt x="82" y="122"/>
                    <a:pt x="55" y="99"/>
                  </a:cubicBezTo>
                  <a:cubicBezTo>
                    <a:pt x="30" y="76"/>
                    <a:pt x="24" y="52"/>
                    <a:pt x="19" y="35"/>
                  </a:cubicBezTo>
                  <a:cubicBezTo>
                    <a:pt x="15" y="35"/>
                    <a:pt x="11" y="26"/>
                    <a:pt x="13" y="15"/>
                  </a:cubicBezTo>
                  <a:cubicBezTo>
                    <a:pt x="14" y="13"/>
                    <a:pt x="14" y="11"/>
                    <a:pt x="13" y="10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6" y="0"/>
                    <a:pt x="0" y="17"/>
                    <a:pt x="3" y="37"/>
                  </a:cubicBezTo>
                  <a:cubicBezTo>
                    <a:pt x="6" y="57"/>
                    <a:pt x="2" y="85"/>
                    <a:pt x="12" y="119"/>
                  </a:cubicBezTo>
                  <a:cubicBezTo>
                    <a:pt x="21" y="153"/>
                    <a:pt x="67" y="167"/>
                    <a:pt x="91" y="179"/>
                  </a:cubicBezTo>
                  <a:cubicBezTo>
                    <a:pt x="93" y="179"/>
                    <a:pt x="95" y="179"/>
                    <a:pt x="98" y="182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49" name="Freeform 2172">
              <a:extLst>
                <a:ext uri="{FF2B5EF4-FFF2-40B4-BE49-F238E27FC236}">
                  <a16:creationId xmlns:a16="http://schemas.microsoft.com/office/drawing/2014/main" id="{809B3560-EB12-4DE1-B91B-8048216CE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508"/>
              <a:ext cx="791" cy="890"/>
            </a:xfrm>
            <a:custGeom>
              <a:avLst/>
              <a:gdLst>
                <a:gd name="T0" fmla="*/ 3463 w 344"/>
                <a:gd name="T1" fmla="*/ 468 h 363"/>
                <a:gd name="T2" fmla="*/ 4183 w 344"/>
                <a:gd name="T3" fmla="*/ 750 h 363"/>
                <a:gd name="T4" fmla="*/ 4012 w 344"/>
                <a:gd name="T5" fmla="*/ 559 h 363"/>
                <a:gd name="T6" fmla="*/ 2506 w 344"/>
                <a:gd name="T7" fmla="*/ 0 h 363"/>
                <a:gd name="T8" fmla="*/ 0 w 344"/>
                <a:gd name="T9" fmla="*/ 2741 h 363"/>
                <a:gd name="T10" fmla="*/ 1460 w 344"/>
                <a:gd name="T11" fmla="*/ 5350 h 363"/>
                <a:gd name="T12" fmla="*/ 729 w 344"/>
                <a:gd name="T13" fmla="*/ 4202 h 363"/>
                <a:gd name="T14" fmla="*/ 290 w 344"/>
                <a:gd name="T15" fmla="*/ 2741 h 363"/>
                <a:gd name="T16" fmla="*/ 2506 w 344"/>
                <a:gd name="T17" fmla="*/ 306 h 363"/>
                <a:gd name="T18" fmla="*/ 3463 w 344"/>
                <a:gd name="T19" fmla="*/ 456 h 363"/>
                <a:gd name="T20" fmla="*/ 3463 w 344"/>
                <a:gd name="T21" fmla="*/ 468 h 3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4" h="363">
                  <a:moveTo>
                    <a:pt x="285" y="32"/>
                  </a:moveTo>
                  <a:cubicBezTo>
                    <a:pt x="305" y="38"/>
                    <a:pt x="324" y="43"/>
                    <a:pt x="344" y="51"/>
                  </a:cubicBezTo>
                  <a:cubicBezTo>
                    <a:pt x="339" y="46"/>
                    <a:pt x="335" y="43"/>
                    <a:pt x="330" y="38"/>
                  </a:cubicBezTo>
                  <a:cubicBezTo>
                    <a:pt x="298" y="11"/>
                    <a:pt x="254" y="0"/>
                    <a:pt x="206" y="0"/>
                  </a:cubicBezTo>
                  <a:cubicBezTo>
                    <a:pt x="92" y="0"/>
                    <a:pt x="0" y="83"/>
                    <a:pt x="0" y="186"/>
                  </a:cubicBezTo>
                  <a:cubicBezTo>
                    <a:pt x="0" y="264"/>
                    <a:pt x="46" y="335"/>
                    <a:pt x="120" y="363"/>
                  </a:cubicBezTo>
                  <a:cubicBezTo>
                    <a:pt x="108" y="350"/>
                    <a:pt x="63" y="289"/>
                    <a:pt x="60" y="285"/>
                  </a:cubicBezTo>
                  <a:cubicBezTo>
                    <a:pt x="37" y="257"/>
                    <a:pt x="24" y="223"/>
                    <a:pt x="24" y="186"/>
                  </a:cubicBezTo>
                  <a:cubicBezTo>
                    <a:pt x="24" y="95"/>
                    <a:pt x="106" y="21"/>
                    <a:pt x="206" y="21"/>
                  </a:cubicBezTo>
                  <a:cubicBezTo>
                    <a:pt x="250" y="20"/>
                    <a:pt x="276" y="29"/>
                    <a:pt x="285" y="31"/>
                  </a:cubicBezTo>
                  <a:lnTo>
                    <a:pt x="285" y="32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50" name="Freeform 2173">
              <a:extLst>
                <a:ext uri="{FF2B5EF4-FFF2-40B4-BE49-F238E27FC236}">
                  <a16:creationId xmlns:a16="http://schemas.microsoft.com/office/drawing/2014/main" id="{F5D6E76F-C2FD-4161-B192-166132D83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738"/>
              <a:ext cx="1115" cy="1506"/>
            </a:xfrm>
            <a:custGeom>
              <a:avLst/>
              <a:gdLst>
                <a:gd name="T0" fmla="*/ 3630 w 485"/>
                <a:gd name="T1" fmla="*/ 0 h 614"/>
                <a:gd name="T2" fmla="*/ 2770 w 485"/>
                <a:gd name="T3" fmla="*/ 547 h 614"/>
                <a:gd name="T4" fmla="*/ 878 w 485"/>
                <a:gd name="T5" fmla="*/ 4327 h 614"/>
                <a:gd name="T6" fmla="*/ 3425 w 485"/>
                <a:gd name="T7" fmla="*/ 9061 h 614"/>
                <a:gd name="T8" fmla="*/ 3340 w 485"/>
                <a:gd name="T9" fmla="*/ 8911 h 614"/>
                <a:gd name="T10" fmla="*/ 2975 w 485"/>
                <a:gd name="T11" fmla="*/ 7496 h 614"/>
                <a:gd name="T12" fmla="*/ 2975 w 485"/>
                <a:gd name="T13" fmla="*/ 7375 h 614"/>
                <a:gd name="T14" fmla="*/ 5481 w 485"/>
                <a:gd name="T15" fmla="*/ 4633 h 614"/>
                <a:gd name="T16" fmla="*/ 5892 w 485"/>
                <a:gd name="T17" fmla="*/ 4663 h 614"/>
                <a:gd name="T18" fmla="*/ 2527 w 485"/>
                <a:gd name="T19" fmla="*/ 3574 h 614"/>
                <a:gd name="T20" fmla="*/ 2759 w 485"/>
                <a:gd name="T21" fmla="*/ 986 h 614"/>
                <a:gd name="T22" fmla="*/ 3805 w 485"/>
                <a:gd name="T23" fmla="*/ 0 h 6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5" h="614">
                  <a:moveTo>
                    <a:pt x="299" y="0"/>
                  </a:moveTo>
                  <a:cubicBezTo>
                    <a:pt x="293" y="22"/>
                    <a:pt x="277" y="33"/>
                    <a:pt x="228" y="37"/>
                  </a:cubicBezTo>
                  <a:cubicBezTo>
                    <a:pt x="28" y="48"/>
                    <a:pt x="0" y="159"/>
                    <a:pt x="72" y="293"/>
                  </a:cubicBezTo>
                  <a:cubicBezTo>
                    <a:pt x="115" y="374"/>
                    <a:pt x="178" y="490"/>
                    <a:pt x="282" y="614"/>
                  </a:cubicBezTo>
                  <a:cubicBezTo>
                    <a:pt x="280" y="611"/>
                    <a:pt x="277" y="607"/>
                    <a:pt x="275" y="604"/>
                  </a:cubicBezTo>
                  <a:cubicBezTo>
                    <a:pt x="256" y="576"/>
                    <a:pt x="246" y="543"/>
                    <a:pt x="245" y="508"/>
                  </a:cubicBezTo>
                  <a:cubicBezTo>
                    <a:pt x="245" y="505"/>
                    <a:pt x="245" y="503"/>
                    <a:pt x="245" y="500"/>
                  </a:cubicBezTo>
                  <a:cubicBezTo>
                    <a:pt x="245" y="397"/>
                    <a:pt x="337" y="314"/>
                    <a:pt x="451" y="314"/>
                  </a:cubicBezTo>
                  <a:cubicBezTo>
                    <a:pt x="463" y="314"/>
                    <a:pt x="474" y="314"/>
                    <a:pt x="485" y="316"/>
                  </a:cubicBezTo>
                  <a:cubicBezTo>
                    <a:pt x="383" y="299"/>
                    <a:pt x="274" y="275"/>
                    <a:pt x="208" y="242"/>
                  </a:cubicBezTo>
                  <a:cubicBezTo>
                    <a:pt x="57" y="158"/>
                    <a:pt x="118" y="77"/>
                    <a:pt x="227" y="67"/>
                  </a:cubicBezTo>
                  <a:cubicBezTo>
                    <a:pt x="315" y="59"/>
                    <a:pt x="312" y="20"/>
                    <a:pt x="3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51" name="Freeform 2174">
              <a:extLst>
                <a:ext uri="{FF2B5EF4-FFF2-40B4-BE49-F238E27FC236}">
                  <a16:creationId xmlns:a16="http://schemas.microsoft.com/office/drawing/2014/main" id="{F60EF3F4-A13C-4A5D-BB41-B7808BEF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606"/>
              <a:ext cx="221" cy="128"/>
            </a:xfrm>
            <a:custGeom>
              <a:avLst/>
              <a:gdLst>
                <a:gd name="T0" fmla="*/ 269 w 96"/>
                <a:gd name="T1" fmla="*/ 734 h 52"/>
                <a:gd name="T2" fmla="*/ 573 w 96"/>
                <a:gd name="T3" fmla="*/ 613 h 52"/>
                <a:gd name="T4" fmla="*/ 741 w 96"/>
                <a:gd name="T5" fmla="*/ 569 h 52"/>
                <a:gd name="T6" fmla="*/ 854 w 96"/>
                <a:gd name="T7" fmla="*/ 734 h 52"/>
                <a:gd name="T8" fmla="*/ 985 w 96"/>
                <a:gd name="T9" fmla="*/ 418 h 52"/>
                <a:gd name="T10" fmla="*/ 1038 w 96"/>
                <a:gd name="T11" fmla="*/ 121 h 52"/>
                <a:gd name="T12" fmla="*/ 709 w 96"/>
                <a:gd name="T13" fmla="*/ 194 h 52"/>
                <a:gd name="T14" fmla="*/ 355 w 96"/>
                <a:gd name="T15" fmla="*/ 315 h 52"/>
                <a:gd name="T16" fmla="*/ 64 w 96"/>
                <a:gd name="T17" fmla="*/ 539 h 52"/>
                <a:gd name="T18" fmla="*/ 269 w 96"/>
                <a:gd name="T19" fmla="*/ 734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52">
                  <a:moveTo>
                    <a:pt x="22" y="49"/>
                  </a:moveTo>
                  <a:cubicBezTo>
                    <a:pt x="33" y="51"/>
                    <a:pt x="39" y="44"/>
                    <a:pt x="47" y="41"/>
                  </a:cubicBezTo>
                  <a:cubicBezTo>
                    <a:pt x="51" y="40"/>
                    <a:pt x="57" y="37"/>
                    <a:pt x="61" y="38"/>
                  </a:cubicBezTo>
                  <a:cubicBezTo>
                    <a:pt x="65" y="40"/>
                    <a:pt x="65" y="49"/>
                    <a:pt x="70" y="49"/>
                  </a:cubicBezTo>
                  <a:cubicBezTo>
                    <a:pt x="83" y="52"/>
                    <a:pt x="78" y="33"/>
                    <a:pt x="81" y="28"/>
                  </a:cubicBezTo>
                  <a:cubicBezTo>
                    <a:pt x="85" y="20"/>
                    <a:pt x="96" y="19"/>
                    <a:pt x="85" y="8"/>
                  </a:cubicBezTo>
                  <a:cubicBezTo>
                    <a:pt x="75" y="0"/>
                    <a:pt x="67" y="9"/>
                    <a:pt x="58" y="13"/>
                  </a:cubicBezTo>
                  <a:cubicBezTo>
                    <a:pt x="48" y="19"/>
                    <a:pt x="39" y="20"/>
                    <a:pt x="29" y="21"/>
                  </a:cubicBezTo>
                  <a:cubicBezTo>
                    <a:pt x="19" y="23"/>
                    <a:pt x="9" y="25"/>
                    <a:pt x="5" y="36"/>
                  </a:cubicBezTo>
                  <a:cubicBezTo>
                    <a:pt x="0" y="48"/>
                    <a:pt x="9" y="48"/>
                    <a:pt x="22" y="4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52" name="Freeform 2175">
              <a:extLst>
                <a:ext uri="{FF2B5EF4-FFF2-40B4-BE49-F238E27FC236}">
                  <a16:creationId xmlns:a16="http://schemas.microsoft.com/office/drawing/2014/main" id="{AC7607F2-8D99-4B1A-8E3C-4602BF3BE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741"/>
              <a:ext cx="156" cy="228"/>
            </a:xfrm>
            <a:custGeom>
              <a:avLst/>
              <a:gdLst>
                <a:gd name="T0" fmla="*/ 711 w 68"/>
                <a:gd name="T1" fmla="*/ 162 h 93"/>
                <a:gd name="T2" fmla="*/ 748 w 68"/>
                <a:gd name="T3" fmla="*/ 576 h 93"/>
                <a:gd name="T4" fmla="*/ 484 w 68"/>
                <a:gd name="T5" fmla="*/ 762 h 93"/>
                <a:gd name="T6" fmla="*/ 362 w 68"/>
                <a:gd name="T7" fmla="*/ 1064 h 93"/>
                <a:gd name="T8" fmla="*/ 216 w 68"/>
                <a:gd name="T9" fmla="*/ 1250 h 93"/>
                <a:gd name="T10" fmla="*/ 353 w 68"/>
                <a:gd name="T11" fmla="*/ 559 h 93"/>
                <a:gd name="T12" fmla="*/ 447 w 68"/>
                <a:gd name="T13" fmla="*/ 91 h 93"/>
                <a:gd name="T14" fmla="*/ 711 w 68"/>
                <a:gd name="T15" fmla="*/ 162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3">
                  <a:moveTo>
                    <a:pt x="59" y="11"/>
                  </a:moveTo>
                  <a:cubicBezTo>
                    <a:pt x="59" y="21"/>
                    <a:pt x="68" y="31"/>
                    <a:pt x="62" y="39"/>
                  </a:cubicBezTo>
                  <a:cubicBezTo>
                    <a:pt x="56" y="46"/>
                    <a:pt x="46" y="46"/>
                    <a:pt x="40" y="52"/>
                  </a:cubicBezTo>
                  <a:cubicBezTo>
                    <a:pt x="34" y="58"/>
                    <a:pt x="31" y="65"/>
                    <a:pt x="30" y="72"/>
                  </a:cubicBezTo>
                  <a:cubicBezTo>
                    <a:pt x="28" y="80"/>
                    <a:pt x="29" y="93"/>
                    <a:pt x="18" y="85"/>
                  </a:cubicBezTo>
                  <a:cubicBezTo>
                    <a:pt x="0" y="72"/>
                    <a:pt x="26" y="51"/>
                    <a:pt x="29" y="38"/>
                  </a:cubicBezTo>
                  <a:cubicBezTo>
                    <a:pt x="31" y="27"/>
                    <a:pt x="26" y="14"/>
                    <a:pt x="37" y="6"/>
                  </a:cubicBezTo>
                  <a:cubicBezTo>
                    <a:pt x="43" y="2"/>
                    <a:pt x="59" y="0"/>
                    <a:pt x="59" y="1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53" name="Freeform 2176">
              <a:extLst>
                <a:ext uri="{FF2B5EF4-FFF2-40B4-BE49-F238E27FC236}">
                  <a16:creationId xmlns:a16="http://schemas.microsoft.com/office/drawing/2014/main" id="{1E512228-A524-4D6A-8A76-EBBD89D0E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572"/>
              <a:ext cx="260" cy="157"/>
            </a:xfrm>
            <a:custGeom>
              <a:avLst/>
              <a:gdLst>
                <a:gd name="T0" fmla="*/ 186 w 113"/>
                <a:gd name="T1" fmla="*/ 692 h 64"/>
                <a:gd name="T2" fmla="*/ 476 w 113"/>
                <a:gd name="T3" fmla="*/ 841 h 64"/>
                <a:gd name="T4" fmla="*/ 757 w 113"/>
                <a:gd name="T5" fmla="*/ 770 h 64"/>
                <a:gd name="T6" fmla="*/ 1022 w 113"/>
                <a:gd name="T7" fmla="*/ 368 h 64"/>
                <a:gd name="T8" fmla="*/ 1254 w 113"/>
                <a:gd name="T9" fmla="*/ 120 h 64"/>
                <a:gd name="T10" fmla="*/ 948 w 113"/>
                <a:gd name="T11" fmla="*/ 91 h 64"/>
                <a:gd name="T12" fmla="*/ 619 w 113"/>
                <a:gd name="T13" fmla="*/ 132 h 64"/>
                <a:gd name="T14" fmla="*/ 186 w 113"/>
                <a:gd name="T15" fmla="*/ 68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64">
                  <a:moveTo>
                    <a:pt x="15" y="47"/>
                  </a:moveTo>
                  <a:cubicBezTo>
                    <a:pt x="17" y="61"/>
                    <a:pt x="30" y="56"/>
                    <a:pt x="39" y="57"/>
                  </a:cubicBezTo>
                  <a:cubicBezTo>
                    <a:pt x="50" y="58"/>
                    <a:pt x="54" y="64"/>
                    <a:pt x="62" y="52"/>
                  </a:cubicBezTo>
                  <a:cubicBezTo>
                    <a:pt x="69" y="42"/>
                    <a:pt x="70" y="30"/>
                    <a:pt x="84" y="25"/>
                  </a:cubicBezTo>
                  <a:cubicBezTo>
                    <a:pt x="90" y="23"/>
                    <a:pt x="113" y="21"/>
                    <a:pt x="103" y="8"/>
                  </a:cubicBezTo>
                  <a:cubicBezTo>
                    <a:pt x="97" y="0"/>
                    <a:pt x="85" y="5"/>
                    <a:pt x="78" y="6"/>
                  </a:cubicBezTo>
                  <a:cubicBezTo>
                    <a:pt x="68" y="9"/>
                    <a:pt x="61" y="9"/>
                    <a:pt x="51" y="9"/>
                  </a:cubicBezTo>
                  <a:cubicBezTo>
                    <a:pt x="34" y="10"/>
                    <a:pt x="0" y="25"/>
                    <a:pt x="15" y="4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54" name="Freeform 2177">
              <a:extLst>
                <a:ext uri="{FF2B5EF4-FFF2-40B4-BE49-F238E27FC236}">
                  <a16:creationId xmlns:a16="http://schemas.microsoft.com/office/drawing/2014/main" id="{335B4FB2-AFFE-44A1-A88A-93AAC4B4F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557"/>
              <a:ext cx="970" cy="942"/>
            </a:xfrm>
            <a:custGeom>
              <a:avLst/>
              <a:gdLst>
                <a:gd name="T0" fmla="*/ 3873 w 422"/>
                <a:gd name="T1" fmla="*/ 446 h 384"/>
                <a:gd name="T2" fmla="*/ 3889 w 422"/>
                <a:gd name="T3" fmla="*/ 456 h 384"/>
                <a:gd name="T4" fmla="*/ 3170 w 422"/>
                <a:gd name="T5" fmla="*/ 174 h 384"/>
                <a:gd name="T6" fmla="*/ 3170 w 422"/>
                <a:gd name="T7" fmla="*/ 162 h 384"/>
                <a:gd name="T8" fmla="*/ 2209 w 422"/>
                <a:gd name="T9" fmla="*/ 12 h 384"/>
                <a:gd name="T10" fmla="*/ 0 w 422"/>
                <a:gd name="T11" fmla="*/ 2448 h 384"/>
                <a:gd name="T12" fmla="*/ 439 w 422"/>
                <a:gd name="T13" fmla="*/ 3913 h 384"/>
                <a:gd name="T14" fmla="*/ 1168 w 422"/>
                <a:gd name="T15" fmla="*/ 5061 h 384"/>
                <a:gd name="T16" fmla="*/ 1600 w 422"/>
                <a:gd name="T17" fmla="*/ 5669 h 384"/>
                <a:gd name="T18" fmla="*/ 1554 w 422"/>
                <a:gd name="T19" fmla="*/ 5578 h 384"/>
                <a:gd name="T20" fmla="*/ 1411 w 422"/>
                <a:gd name="T21" fmla="*/ 5255 h 384"/>
                <a:gd name="T22" fmla="*/ 1411 w 422"/>
                <a:gd name="T23" fmla="*/ 5255 h 384"/>
                <a:gd name="T24" fmla="*/ 1411 w 422"/>
                <a:gd name="T25" fmla="*/ 5255 h 384"/>
                <a:gd name="T26" fmla="*/ 1347 w 422"/>
                <a:gd name="T27" fmla="*/ 5078 h 384"/>
                <a:gd name="T28" fmla="*/ 1347 w 422"/>
                <a:gd name="T29" fmla="*/ 5061 h 384"/>
                <a:gd name="T30" fmla="*/ 1299 w 422"/>
                <a:gd name="T31" fmla="*/ 4887 h 384"/>
                <a:gd name="T32" fmla="*/ 1299 w 422"/>
                <a:gd name="T33" fmla="*/ 4887 h 384"/>
                <a:gd name="T34" fmla="*/ 1103 w 422"/>
                <a:gd name="T35" fmla="*/ 4683 h 384"/>
                <a:gd name="T36" fmla="*/ 972 w 422"/>
                <a:gd name="T37" fmla="*/ 4278 h 384"/>
                <a:gd name="T38" fmla="*/ 1237 w 422"/>
                <a:gd name="T39" fmla="*/ 4560 h 384"/>
                <a:gd name="T40" fmla="*/ 1237 w 422"/>
                <a:gd name="T41" fmla="*/ 4560 h 384"/>
                <a:gd name="T42" fmla="*/ 1216 w 422"/>
                <a:gd name="T43" fmla="*/ 4386 h 384"/>
                <a:gd name="T44" fmla="*/ 1216 w 422"/>
                <a:gd name="T45" fmla="*/ 4357 h 384"/>
                <a:gd name="T46" fmla="*/ 1216 w 422"/>
                <a:gd name="T47" fmla="*/ 4278 h 384"/>
                <a:gd name="T48" fmla="*/ 1204 w 422"/>
                <a:gd name="T49" fmla="*/ 4237 h 384"/>
                <a:gd name="T50" fmla="*/ 1204 w 422"/>
                <a:gd name="T51" fmla="*/ 4175 h 384"/>
                <a:gd name="T52" fmla="*/ 1204 w 422"/>
                <a:gd name="T53" fmla="*/ 4062 h 384"/>
                <a:gd name="T54" fmla="*/ 1204 w 422"/>
                <a:gd name="T55" fmla="*/ 4013 h 384"/>
                <a:gd name="T56" fmla="*/ 1204 w 422"/>
                <a:gd name="T57" fmla="*/ 3942 h 384"/>
                <a:gd name="T58" fmla="*/ 1216 w 422"/>
                <a:gd name="T59" fmla="*/ 3900 h 384"/>
                <a:gd name="T60" fmla="*/ 1216 w 422"/>
                <a:gd name="T61" fmla="*/ 3790 h 384"/>
                <a:gd name="T62" fmla="*/ 1216 w 422"/>
                <a:gd name="T63" fmla="*/ 3780 h 384"/>
                <a:gd name="T64" fmla="*/ 972 w 422"/>
                <a:gd name="T65" fmla="*/ 3363 h 384"/>
                <a:gd name="T66" fmla="*/ 1262 w 422"/>
                <a:gd name="T67" fmla="*/ 2895 h 384"/>
                <a:gd name="T68" fmla="*/ 1384 w 422"/>
                <a:gd name="T69" fmla="*/ 3039 h 384"/>
                <a:gd name="T70" fmla="*/ 1384 w 422"/>
                <a:gd name="T71" fmla="*/ 3039 h 384"/>
                <a:gd name="T72" fmla="*/ 1591 w 422"/>
                <a:gd name="T73" fmla="*/ 2551 h 384"/>
                <a:gd name="T74" fmla="*/ 1421 w 422"/>
                <a:gd name="T75" fmla="*/ 2227 h 384"/>
                <a:gd name="T76" fmla="*/ 1722 w 422"/>
                <a:gd name="T77" fmla="*/ 2154 h 384"/>
                <a:gd name="T78" fmla="*/ 1807 w 422"/>
                <a:gd name="T79" fmla="*/ 2215 h 384"/>
                <a:gd name="T80" fmla="*/ 2002 w 422"/>
                <a:gd name="T81" fmla="*/ 1950 h 384"/>
                <a:gd name="T82" fmla="*/ 1834 w 422"/>
                <a:gd name="T83" fmla="*/ 1391 h 384"/>
                <a:gd name="T84" fmla="*/ 2087 w 422"/>
                <a:gd name="T85" fmla="*/ 1209 h 384"/>
                <a:gd name="T86" fmla="*/ 2551 w 422"/>
                <a:gd name="T87" fmla="*/ 1239 h 384"/>
                <a:gd name="T88" fmla="*/ 2588 w 422"/>
                <a:gd name="T89" fmla="*/ 1420 h 384"/>
                <a:gd name="T90" fmla="*/ 3108 w 422"/>
                <a:gd name="T91" fmla="*/ 1106 h 384"/>
                <a:gd name="T92" fmla="*/ 3096 w 422"/>
                <a:gd name="T93" fmla="*/ 1065 h 384"/>
                <a:gd name="T94" fmla="*/ 3207 w 422"/>
                <a:gd name="T95" fmla="*/ 709 h 384"/>
                <a:gd name="T96" fmla="*/ 3508 w 422"/>
                <a:gd name="T97" fmla="*/ 944 h 384"/>
                <a:gd name="T98" fmla="*/ 3508 w 422"/>
                <a:gd name="T99" fmla="*/ 944 h 384"/>
                <a:gd name="T100" fmla="*/ 3593 w 422"/>
                <a:gd name="T101" fmla="*/ 932 h 384"/>
                <a:gd name="T102" fmla="*/ 3609 w 422"/>
                <a:gd name="T103" fmla="*/ 932 h 384"/>
                <a:gd name="T104" fmla="*/ 3678 w 422"/>
                <a:gd name="T105" fmla="*/ 915 h 384"/>
                <a:gd name="T106" fmla="*/ 3666 w 422"/>
                <a:gd name="T107" fmla="*/ 841 h 384"/>
                <a:gd name="T108" fmla="*/ 4312 w 422"/>
                <a:gd name="T109" fmla="*/ 783 h 384"/>
                <a:gd name="T110" fmla="*/ 4406 w 422"/>
                <a:gd name="T111" fmla="*/ 886 h 384"/>
                <a:gd name="T112" fmla="*/ 4406 w 422"/>
                <a:gd name="T113" fmla="*/ 886 h 384"/>
                <a:gd name="T114" fmla="*/ 4613 w 422"/>
                <a:gd name="T115" fmla="*/ 915 h 384"/>
                <a:gd name="T116" fmla="*/ 4613 w 422"/>
                <a:gd name="T117" fmla="*/ 915 h 384"/>
                <a:gd name="T118" fmla="*/ 5126 w 422"/>
                <a:gd name="T119" fmla="*/ 1094 h 384"/>
                <a:gd name="T120" fmla="*/ 3873 w 422"/>
                <a:gd name="T121" fmla="*/ 446 h 3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2" h="384">
                  <a:moveTo>
                    <a:pt x="319" y="30"/>
                  </a:moveTo>
                  <a:cubicBezTo>
                    <a:pt x="319" y="31"/>
                    <a:pt x="320" y="31"/>
                    <a:pt x="320" y="31"/>
                  </a:cubicBezTo>
                  <a:cubicBezTo>
                    <a:pt x="300" y="23"/>
                    <a:pt x="281" y="18"/>
                    <a:pt x="261" y="12"/>
                  </a:cubicBezTo>
                  <a:cubicBezTo>
                    <a:pt x="261" y="11"/>
                    <a:pt x="261" y="11"/>
                    <a:pt x="261" y="11"/>
                  </a:cubicBezTo>
                  <a:cubicBezTo>
                    <a:pt x="252" y="9"/>
                    <a:pt x="226" y="0"/>
                    <a:pt x="182" y="1"/>
                  </a:cubicBezTo>
                  <a:cubicBezTo>
                    <a:pt x="82" y="1"/>
                    <a:pt x="0" y="75"/>
                    <a:pt x="0" y="166"/>
                  </a:cubicBezTo>
                  <a:cubicBezTo>
                    <a:pt x="0" y="203"/>
                    <a:pt x="13" y="237"/>
                    <a:pt x="36" y="265"/>
                  </a:cubicBezTo>
                  <a:cubicBezTo>
                    <a:pt x="39" y="269"/>
                    <a:pt x="84" y="330"/>
                    <a:pt x="96" y="343"/>
                  </a:cubicBezTo>
                  <a:cubicBezTo>
                    <a:pt x="96" y="343"/>
                    <a:pt x="131" y="383"/>
                    <a:pt x="132" y="384"/>
                  </a:cubicBezTo>
                  <a:cubicBezTo>
                    <a:pt x="131" y="382"/>
                    <a:pt x="129" y="380"/>
                    <a:pt x="128" y="378"/>
                  </a:cubicBezTo>
                  <a:cubicBezTo>
                    <a:pt x="123" y="371"/>
                    <a:pt x="119" y="364"/>
                    <a:pt x="116" y="356"/>
                  </a:cubicBezTo>
                  <a:cubicBezTo>
                    <a:pt x="116" y="356"/>
                    <a:pt x="116" y="356"/>
                    <a:pt x="116" y="356"/>
                  </a:cubicBezTo>
                  <a:cubicBezTo>
                    <a:pt x="116" y="356"/>
                    <a:pt x="116" y="356"/>
                    <a:pt x="116" y="356"/>
                  </a:cubicBezTo>
                  <a:cubicBezTo>
                    <a:pt x="114" y="352"/>
                    <a:pt x="112" y="348"/>
                    <a:pt x="111" y="344"/>
                  </a:cubicBezTo>
                  <a:cubicBezTo>
                    <a:pt x="111" y="344"/>
                    <a:pt x="111" y="343"/>
                    <a:pt x="111" y="343"/>
                  </a:cubicBezTo>
                  <a:cubicBezTo>
                    <a:pt x="109" y="339"/>
                    <a:pt x="108" y="335"/>
                    <a:pt x="107" y="331"/>
                  </a:cubicBezTo>
                  <a:cubicBezTo>
                    <a:pt x="107" y="331"/>
                    <a:pt x="107" y="331"/>
                    <a:pt x="107" y="331"/>
                  </a:cubicBezTo>
                  <a:cubicBezTo>
                    <a:pt x="101" y="326"/>
                    <a:pt x="94" y="321"/>
                    <a:pt x="91" y="317"/>
                  </a:cubicBezTo>
                  <a:cubicBezTo>
                    <a:pt x="87" y="313"/>
                    <a:pt x="74" y="295"/>
                    <a:pt x="80" y="290"/>
                  </a:cubicBezTo>
                  <a:cubicBezTo>
                    <a:pt x="88" y="284"/>
                    <a:pt x="95" y="305"/>
                    <a:pt x="102" y="309"/>
                  </a:cubicBezTo>
                  <a:cubicBezTo>
                    <a:pt x="102" y="309"/>
                    <a:pt x="102" y="309"/>
                    <a:pt x="102" y="309"/>
                  </a:cubicBezTo>
                  <a:cubicBezTo>
                    <a:pt x="101" y="305"/>
                    <a:pt x="101" y="301"/>
                    <a:pt x="100" y="297"/>
                  </a:cubicBezTo>
                  <a:cubicBezTo>
                    <a:pt x="100" y="297"/>
                    <a:pt x="100" y="296"/>
                    <a:pt x="100" y="295"/>
                  </a:cubicBezTo>
                  <a:cubicBezTo>
                    <a:pt x="100" y="294"/>
                    <a:pt x="100" y="292"/>
                    <a:pt x="100" y="290"/>
                  </a:cubicBezTo>
                  <a:cubicBezTo>
                    <a:pt x="100" y="289"/>
                    <a:pt x="99" y="288"/>
                    <a:pt x="99" y="287"/>
                  </a:cubicBezTo>
                  <a:cubicBezTo>
                    <a:pt x="99" y="285"/>
                    <a:pt x="99" y="284"/>
                    <a:pt x="99" y="283"/>
                  </a:cubicBezTo>
                  <a:cubicBezTo>
                    <a:pt x="99" y="280"/>
                    <a:pt x="99" y="278"/>
                    <a:pt x="99" y="275"/>
                  </a:cubicBezTo>
                  <a:cubicBezTo>
                    <a:pt x="99" y="274"/>
                    <a:pt x="99" y="273"/>
                    <a:pt x="99" y="272"/>
                  </a:cubicBezTo>
                  <a:cubicBezTo>
                    <a:pt x="99" y="270"/>
                    <a:pt x="99" y="269"/>
                    <a:pt x="99" y="267"/>
                  </a:cubicBezTo>
                  <a:cubicBezTo>
                    <a:pt x="100" y="266"/>
                    <a:pt x="100" y="265"/>
                    <a:pt x="100" y="264"/>
                  </a:cubicBezTo>
                  <a:cubicBezTo>
                    <a:pt x="100" y="261"/>
                    <a:pt x="100" y="259"/>
                    <a:pt x="100" y="257"/>
                  </a:cubicBezTo>
                  <a:cubicBezTo>
                    <a:pt x="100" y="256"/>
                    <a:pt x="100" y="256"/>
                    <a:pt x="100" y="256"/>
                  </a:cubicBezTo>
                  <a:cubicBezTo>
                    <a:pt x="86" y="251"/>
                    <a:pt x="79" y="246"/>
                    <a:pt x="80" y="228"/>
                  </a:cubicBezTo>
                  <a:cubicBezTo>
                    <a:pt x="81" y="215"/>
                    <a:pt x="87" y="184"/>
                    <a:pt x="104" y="196"/>
                  </a:cubicBezTo>
                  <a:cubicBezTo>
                    <a:pt x="108" y="198"/>
                    <a:pt x="111" y="202"/>
                    <a:pt x="114" y="206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8" y="194"/>
                    <a:pt x="124" y="183"/>
                    <a:pt x="131" y="173"/>
                  </a:cubicBezTo>
                  <a:cubicBezTo>
                    <a:pt x="122" y="166"/>
                    <a:pt x="114" y="158"/>
                    <a:pt x="117" y="151"/>
                  </a:cubicBezTo>
                  <a:cubicBezTo>
                    <a:pt x="124" y="137"/>
                    <a:pt x="135" y="145"/>
                    <a:pt x="142" y="146"/>
                  </a:cubicBezTo>
                  <a:cubicBezTo>
                    <a:pt x="143" y="147"/>
                    <a:pt x="146" y="148"/>
                    <a:pt x="149" y="150"/>
                  </a:cubicBezTo>
                  <a:cubicBezTo>
                    <a:pt x="154" y="144"/>
                    <a:pt x="159" y="138"/>
                    <a:pt x="165" y="132"/>
                  </a:cubicBezTo>
                  <a:cubicBezTo>
                    <a:pt x="162" y="123"/>
                    <a:pt x="154" y="112"/>
                    <a:pt x="151" y="94"/>
                  </a:cubicBezTo>
                  <a:cubicBezTo>
                    <a:pt x="149" y="82"/>
                    <a:pt x="160" y="86"/>
                    <a:pt x="172" y="82"/>
                  </a:cubicBezTo>
                  <a:cubicBezTo>
                    <a:pt x="186" y="78"/>
                    <a:pt x="205" y="72"/>
                    <a:pt x="210" y="84"/>
                  </a:cubicBezTo>
                  <a:cubicBezTo>
                    <a:pt x="212" y="89"/>
                    <a:pt x="212" y="93"/>
                    <a:pt x="213" y="96"/>
                  </a:cubicBezTo>
                  <a:cubicBezTo>
                    <a:pt x="228" y="87"/>
                    <a:pt x="242" y="80"/>
                    <a:pt x="256" y="75"/>
                  </a:cubicBezTo>
                  <a:cubicBezTo>
                    <a:pt x="256" y="74"/>
                    <a:pt x="255" y="73"/>
                    <a:pt x="255" y="72"/>
                  </a:cubicBezTo>
                  <a:cubicBezTo>
                    <a:pt x="249" y="58"/>
                    <a:pt x="246" y="46"/>
                    <a:pt x="264" y="48"/>
                  </a:cubicBezTo>
                  <a:cubicBezTo>
                    <a:pt x="282" y="49"/>
                    <a:pt x="284" y="54"/>
                    <a:pt x="289" y="64"/>
                  </a:cubicBezTo>
                  <a:cubicBezTo>
                    <a:pt x="289" y="64"/>
                    <a:pt x="289" y="64"/>
                    <a:pt x="289" y="64"/>
                  </a:cubicBezTo>
                  <a:cubicBezTo>
                    <a:pt x="291" y="64"/>
                    <a:pt x="294" y="63"/>
                    <a:pt x="296" y="63"/>
                  </a:cubicBezTo>
                  <a:cubicBezTo>
                    <a:pt x="296" y="63"/>
                    <a:pt x="297" y="63"/>
                    <a:pt x="297" y="63"/>
                  </a:cubicBezTo>
                  <a:cubicBezTo>
                    <a:pt x="299" y="62"/>
                    <a:pt x="301" y="62"/>
                    <a:pt x="303" y="62"/>
                  </a:cubicBezTo>
                  <a:cubicBezTo>
                    <a:pt x="303" y="61"/>
                    <a:pt x="301" y="59"/>
                    <a:pt x="302" y="57"/>
                  </a:cubicBezTo>
                  <a:cubicBezTo>
                    <a:pt x="304" y="42"/>
                    <a:pt x="347" y="49"/>
                    <a:pt x="355" y="53"/>
                  </a:cubicBezTo>
                  <a:cubicBezTo>
                    <a:pt x="359" y="55"/>
                    <a:pt x="361" y="57"/>
                    <a:pt x="363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69" y="60"/>
                    <a:pt x="375" y="61"/>
                    <a:pt x="380" y="62"/>
                  </a:cubicBezTo>
                  <a:cubicBezTo>
                    <a:pt x="380" y="62"/>
                    <a:pt x="380" y="62"/>
                    <a:pt x="380" y="62"/>
                  </a:cubicBezTo>
                  <a:cubicBezTo>
                    <a:pt x="386" y="63"/>
                    <a:pt x="410" y="68"/>
                    <a:pt x="422" y="74"/>
                  </a:cubicBezTo>
                  <a:cubicBezTo>
                    <a:pt x="395" y="61"/>
                    <a:pt x="346" y="41"/>
                    <a:pt x="319" y="3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55" name="Freeform 2178">
              <a:extLst>
                <a:ext uri="{FF2B5EF4-FFF2-40B4-BE49-F238E27FC236}">
                  <a16:creationId xmlns:a16="http://schemas.microsoft.com/office/drawing/2014/main" id="{FA8BED12-538D-4385-B280-D129C8BCB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738"/>
              <a:ext cx="103" cy="86"/>
            </a:xfrm>
            <a:custGeom>
              <a:avLst/>
              <a:gdLst>
                <a:gd name="T0" fmla="*/ 130 w 45"/>
                <a:gd name="T1" fmla="*/ 506 h 35"/>
                <a:gd name="T2" fmla="*/ 529 w 45"/>
                <a:gd name="T3" fmla="*/ 265 h 35"/>
                <a:gd name="T4" fmla="*/ 513 w 45"/>
                <a:gd name="T5" fmla="*/ 12 h 35"/>
                <a:gd name="T6" fmla="*/ 0 w 45"/>
                <a:gd name="T7" fmla="*/ 327 h 35"/>
                <a:gd name="T8" fmla="*/ 0 w 45"/>
                <a:gd name="T9" fmla="*/ 327 h 35"/>
                <a:gd name="T10" fmla="*/ 130 w 45"/>
                <a:gd name="T11" fmla="*/ 50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5">
                  <a:moveTo>
                    <a:pt x="11" y="34"/>
                  </a:moveTo>
                  <a:cubicBezTo>
                    <a:pt x="22" y="27"/>
                    <a:pt x="33" y="22"/>
                    <a:pt x="44" y="18"/>
                  </a:cubicBezTo>
                  <a:cubicBezTo>
                    <a:pt x="45" y="17"/>
                    <a:pt x="43" y="0"/>
                    <a:pt x="43" y="1"/>
                  </a:cubicBezTo>
                  <a:cubicBezTo>
                    <a:pt x="29" y="6"/>
                    <a:pt x="15" y="13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9"/>
                    <a:pt x="9" y="35"/>
                    <a:pt x="11" y="3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56" name="Freeform 2179">
              <a:extLst>
                <a:ext uri="{FF2B5EF4-FFF2-40B4-BE49-F238E27FC236}">
                  <a16:creationId xmlns:a16="http://schemas.microsoft.com/office/drawing/2014/main" id="{493E0642-3B1A-4B4A-BF67-64983D353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981"/>
              <a:ext cx="64" cy="96"/>
            </a:xfrm>
            <a:custGeom>
              <a:avLst/>
              <a:gdLst>
                <a:gd name="T0" fmla="*/ 203 w 28"/>
                <a:gd name="T1" fmla="*/ 0 h 39"/>
                <a:gd name="T2" fmla="*/ 0 w 28"/>
                <a:gd name="T3" fmla="*/ 490 h 39"/>
                <a:gd name="T4" fmla="*/ 178 w 28"/>
                <a:gd name="T5" fmla="*/ 569 h 39"/>
                <a:gd name="T6" fmla="*/ 325 w 28"/>
                <a:gd name="T7" fmla="*/ 207 h 39"/>
                <a:gd name="T8" fmla="*/ 203 w 28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9">
                  <a:moveTo>
                    <a:pt x="17" y="0"/>
                  </a:moveTo>
                  <a:cubicBezTo>
                    <a:pt x="10" y="10"/>
                    <a:pt x="4" y="21"/>
                    <a:pt x="0" y="33"/>
                  </a:cubicBezTo>
                  <a:cubicBezTo>
                    <a:pt x="0" y="33"/>
                    <a:pt x="14" y="39"/>
                    <a:pt x="15" y="38"/>
                  </a:cubicBezTo>
                  <a:cubicBezTo>
                    <a:pt x="18" y="29"/>
                    <a:pt x="22" y="22"/>
                    <a:pt x="27" y="14"/>
                  </a:cubicBezTo>
                  <a:cubicBezTo>
                    <a:pt x="28" y="12"/>
                    <a:pt x="23" y="6"/>
                    <a:pt x="17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57" name="Freeform 2180">
              <a:extLst>
                <a:ext uri="{FF2B5EF4-FFF2-40B4-BE49-F238E27FC236}">
                  <a16:creationId xmlns:a16="http://schemas.microsoft.com/office/drawing/2014/main" id="{DAC3D484-C8A2-4D3A-8E5E-F84B82E52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2364"/>
              <a:ext cx="110" cy="166"/>
            </a:xfrm>
            <a:custGeom>
              <a:avLst/>
              <a:gdLst>
                <a:gd name="T0" fmla="*/ 383 w 48"/>
                <a:gd name="T1" fmla="*/ 657 h 68"/>
                <a:gd name="T2" fmla="*/ 204 w 48"/>
                <a:gd name="T3" fmla="*/ 190 h 68"/>
                <a:gd name="T4" fmla="*/ 0 w 48"/>
                <a:gd name="T5" fmla="*/ 0 h 68"/>
                <a:gd name="T6" fmla="*/ 264 w 48"/>
                <a:gd name="T7" fmla="*/ 715 h 68"/>
                <a:gd name="T8" fmla="*/ 578 w 48"/>
                <a:gd name="T9" fmla="*/ 989 h 68"/>
                <a:gd name="T10" fmla="*/ 383 w 48"/>
                <a:gd name="T11" fmla="*/ 657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8">
                  <a:moveTo>
                    <a:pt x="32" y="45"/>
                  </a:moveTo>
                  <a:cubicBezTo>
                    <a:pt x="25" y="36"/>
                    <a:pt x="20" y="24"/>
                    <a:pt x="17" y="13"/>
                  </a:cubicBezTo>
                  <a:cubicBezTo>
                    <a:pt x="15" y="2"/>
                    <a:pt x="5" y="4"/>
                    <a:pt x="0" y="0"/>
                  </a:cubicBezTo>
                  <a:cubicBezTo>
                    <a:pt x="5" y="18"/>
                    <a:pt x="12" y="34"/>
                    <a:pt x="22" y="49"/>
                  </a:cubicBezTo>
                  <a:cubicBezTo>
                    <a:pt x="36" y="68"/>
                    <a:pt x="48" y="68"/>
                    <a:pt x="48" y="68"/>
                  </a:cubicBezTo>
                  <a:lnTo>
                    <a:pt x="32" y="45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58" name="Freeform 2181">
              <a:extLst>
                <a:ext uri="{FF2B5EF4-FFF2-40B4-BE49-F238E27FC236}">
                  <a16:creationId xmlns:a16="http://schemas.microsoft.com/office/drawing/2014/main" id="{E23512DC-0DBE-4BE7-83D8-1307031E6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886"/>
              <a:ext cx="136" cy="117"/>
            </a:xfrm>
            <a:custGeom>
              <a:avLst/>
              <a:gdLst>
                <a:gd name="T0" fmla="*/ 207 w 59"/>
                <a:gd name="T1" fmla="*/ 12 h 48"/>
                <a:gd name="T2" fmla="*/ 0 w 59"/>
                <a:gd name="T3" fmla="*/ 244 h 48"/>
                <a:gd name="T4" fmla="*/ 48 w 59"/>
                <a:gd name="T5" fmla="*/ 505 h 48"/>
                <a:gd name="T6" fmla="*/ 196 w 59"/>
                <a:gd name="T7" fmla="*/ 683 h 48"/>
                <a:gd name="T8" fmla="*/ 318 w 59"/>
                <a:gd name="T9" fmla="*/ 665 h 48"/>
                <a:gd name="T10" fmla="*/ 516 w 59"/>
                <a:gd name="T11" fmla="*/ 665 h 48"/>
                <a:gd name="T12" fmla="*/ 712 w 59"/>
                <a:gd name="T13" fmla="*/ 607 h 48"/>
                <a:gd name="T14" fmla="*/ 553 w 59"/>
                <a:gd name="T15" fmla="*/ 405 h 48"/>
                <a:gd name="T16" fmla="*/ 415 w 59"/>
                <a:gd name="T17" fmla="*/ 173 h 48"/>
                <a:gd name="T18" fmla="*/ 207 w 59"/>
                <a:gd name="T19" fmla="*/ 12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48">
                  <a:moveTo>
                    <a:pt x="17" y="1"/>
                  </a:moveTo>
                  <a:cubicBezTo>
                    <a:pt x="9" y="3"/>
                    <a:pt x="0" y="8"/>
                    <a:pt x="0" y="17"/>
                  </a:cubicBezTo>
                  <a:cubicBezTo>
                    <a:pt x="0" y="22"/>
                    <a:pt x="1" y="31"/>
                    <a:pt x="4" y="35"/>
                  </a:cubicBezTo>
                  <a:cubicBezTo>
                    <a:pt x="5" y="38"/>
                    <a:pt x="13" y="46"/>
                    <a:pt x="16" y="47"/>
                  </a:cubicBezTo>
                  <a:cubicBezTo>
                    <a:pt x="19" y="48"/>
                    <a:pt x="23" y="47"/>
                    <a:pt x="26" y="46"/>
                  </a:cubicBezTo>
                  <a:cubicBezTo>
                    <a:pt x="31" y="46"/>
                    <a:pt x="37" y="45"/>
                    <a:pt x="42" y="46"/>
                  </a:cubicBezTo>
                  <a:cubicBezTo>
                    <a:pt x="46" y="46"/>
                    <a:pt x="57" y="48"/>
                    <a:pt x="58" y="42"/>
                  </a:cubicBezTo>
                  <a:cubicBezTo>
                    <a:pt x="59" y="37"/>
                    <a:pt x="48" y="30"/>
                    <a:pt x="45" y="28"/>
                  </a:cubicBezTo>
                  <a:cubicBezTo>
                    <a:pt x="38" y="24"/>
                    <a:pt x="38" y="18"/>
                    <a:pt x="34" y="12"/>
                  </a:cubicBezTo>
                  <a:cubicBezTo>
                    <a:pt x="30" y="6"/>
                    <a:pt x="28" y="0"/>
                    <a:pt x="17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59" name="Freeform 2182">
              <a:extLst>
                <a:ext uri="{FF2B5EF4-FFF2-40B4-BE49-F238E27FC236}">
                  <a16:creationId xmlns:a16="http://schemas.microsoft.com/office/drawing/2014/main" id="{0FE0B734-6A6F-4B06-BA06-3F77EF437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579"/>
              <a:ext cx="211" cy="76"/>
            </a:xfrm>
            <a:custGeom>
              <a:avLst/>
              <a:gdLst>
                <a:gd name="T0" fmla="*/ 830 w 92"/>
                <a:gd name="T1" fmla="*/ 306 h 31"/>
                <a:gd name="T2" fmla="*/ 846 w 92"/>
                <a:gd name="T3" fmla="*/ 324 h 31"/>
                <a:gd name="T4" fmla="*/ 131 w 92"/>
                <a:gd name="T5" fmla="*/ 42 h 31"/>
                <a:gd name="T6" fmla="*/ 131 w 92"/>
                <a:gd name="T7" fmla="*/ 29 h 31"/>
                <a:gd name="T8" fmla="*/ 11 w 92"/>
                <a:gd name="T9" fmla="*/ 0 h 31"/>
                <a:gd name="T10" fmla="*/ 11 w 92"/>
                <a:gd name="T11" fmla="*/ 132 h 31"/>
                <a:gd name="T12" fmla="*/ 204 w 92"/>
                <a:gd name="T13" fmla="*/ 253 h 31"/>
                <a:gd name="T14" fmla="*/ 317 w 92"/>
                <a:gd name="T15" fmla="*/ 306 h 31"/>
                <a:gd name="T16" fmla="*/ 374 w 92"/>
                <a:gd name="T17" fmla="*/ 397 h 31"/>
                <a:gd name="T18" fmla="*/ 569 w 92"/>
                <a:gd name="T19" fmla="*/ 397 h 31"/>
                <a:gd name="T20" fmla="*/ 1110 w 92"/>
                <a:gd name="T21" fmla="*/ 456 h 31"/>
                <a:gd name="T22" fmla="*/ 830 w 92"/>
                <a:gd name="T23" fmla="*/ 30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31">
                  <a:moveTo>
                    <a:pt x="69" y="21"/>
                  </a:moveTo>
                  <a:cubicBezTo>
                    <a:pt x="69" y="22"/>
                    <a:pt x="70" y="22"/>
                    <a:pt x="70" y="22"/>
                  </a:cubicBezTo>
                  <a:cubicBezTo>
                    <a:pt x="50" y="14"/>
                    <a:pt x="31" y="9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2"/>
                    <a:pt x="6" y="1"/>
                    <a:pt x="1" y="0"/>
                  </a:cubicBezTo>
                  <a:cubicBezTo>
                    <a:pt x="1" y="3"/>
                    <a:pt x="0" y="6"/>
                    <a:pt x="1" y="9"/>
                  </a:cubicBezTo>
                  <a:cubicBezTo>
                    <a:pt x="3" y="16"/>
                    <a:pt x="11" y="16"/>
                    <a:pt x="17" y="17"/>
                  </a:cubicBezTo>
                  <a:cubicBezTo>
                    <a:pt x="20" y="18"/>
                    <a:pt x="23" y="19"/>
                    <a:pt x="26" y="21"/>
                  </a:cubicBezTo>
                  <a:cubicBezTo>
                    <a:pt x="28" y="22"/>
                    <a:pt x="28" y="25"/>
                    <a:pt x="31" y="27"/>
                  </a:cubicBezTo>
                  <a:cubicBezTo>
                    <a:pt x="35" y="30"/>
                    <a:pt x="42" y="27"/>
                    <a:pt x="47" y="27"/>
                  </a:cubicBezTo>
                  <a:cubicBezTo>
                    <a:pt x="62" y="27"/>
                    <a:pt x="77" y="31"/>
                    <a:pt x="92" y="31"/>
                  </a:cubicBezTo>
                  <a:cubicBezTo>
                    <a:pt x="83" y="27"/>
                    <a:pt x="76" y="24"/>
                    <a:pt x="69" y="2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60" name="Freeform 2183">
              <a:extLst>
                <a:ext uri="{FF2B5EF4-FFF2-40B4-BE49-F238E27FC236}">
                  <a16:creationId xmlns:a16="http://schemas.microsoft.com/office/drawing/2014/main" id="{2E5A8444-C134-4D07-B186-78FD9285F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559"/>
              <a:ext cx="98" cy="32"/>
            </a:xfrm>
            <a:custGeom>
              <a:avLst/>
              <a:gdLst>
                <a:gd name="T0" fmla="*/ 239 w 43"/>
                <a:gd name="T1" fmla="*/ 182 h 13"/>
                <a:gd name="T2" fmla="*/ 499 w 43"/>
                <a:gd name="T3" fmla="*/ 42 h 13"/>
                <a:gd name="T4" fmla="*/ 0 w 43"/>
                <a:gd name="T5" fmla="*/ 0 h 13"/>
                <a:gd name="T6" fmla="*/ 0 w 43"/>
                <a:gd name="T7" fmla="*/ 0 h 13"/>
                <a:gd name="T8" fmla="*/ 239 w 43"/>
                <a:gd name="T9" fmla="*/ 18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3">
                  <a:moveTo>
                    <a:pt x="20" y="12"/>
                  </a:moveTo>
                  <a:cubicBezTo>
                    <a:pt x="27" y="11"/>
                    <a:pt x="43" y="13"/>
                    <a:pt x="42" y="3"/>
                  </a:cubicBezTo>
                  <a:cubicBezTo>
                    <a:pt x="31" y="2"/>
                    <a:pt x="17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10"/>
                    <a:pt x="8" y="13"/>
                    <a:pt x="20" y="1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61" name="Freeform 2184">
              <a:extLst>
                <a:ext uri="{FF2B5EF4-FFF2-40B4-BE49-F238E27FC236}">
                  <a16:creationId xmlns:a16="http://schemas.microsoft.com/office/drawing/2014/main" id="{C88B5718-142B-49D3-9C14-58A6E795D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800"/>
              <a:ext cx="164" cy="98"/>
            </a:xfrm>
            <a:custGeom>
              <a:avLst/>
              <a:gdLst>
                <a:gd name="T0" fmla="*/ 517 w 71"/>
                <a:gd name="T1" fmla="*/ 336 h 40"/>
                <a:gd name="T2" fmla="*/ 762 w 71"/>
                <a:gd name="T3" fmla="*/ 456 h 40"/>
                <a:gd name="T4" fmla="*/ 778 w 71"/>
                <a:gd name="T5" fmla="*/ 61 h 40"/>
                <a:gd name="T6" fmla="*/ 554 w 71"/>
                <a:gd name="T7" fmla="*/ 42 h 40"/>
                <a:gd name="T8" fmla="*/ 310 w 71"/>
                <a:gd name="T9" fmla="*/ 12 h 40"/>
                <a:gd name="T10" fmla="*/ 65 w 71"/>
                <a:gd name="T11" fmla="*/ 103 h 40"/>
                <a:gd name="T12" fmla="*/ 0 w 71"/>
                <a:gd name="T13" fmla="*/ 282 h 40"/>
                <a:gd name="T14" fmla="*/ 208 w 71"/>
                <a:gd name="T15" fmla="*/ 174 h 40"/>
                <a:gd name="T16" fmla="*/ 517 w 71"/>
                <a:gd name="T17" fmla="*/ 336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40">
                  <a:moveTo>
                    <a:pt x="42" y="23"/>
                  </a:moveTo>
                  <a:cubicBezTo>
                    <a:pt x="48" y="30"/>
                    <a:pt x="52" y="40"/>
                    <a:pt x="62" y="31"/>
                  </a:cubicBezTo>
                  <a:cubicBezTo>
                    <a:pt x="69" y="25"/>
                    <a:pt x="71" y="10"/>
                    <a:pt x="63" y="4"/>
                  </a:cubicBezTo>
                  <a:cubicBezTo>
                    <a:pt x="57" y="0"/>
                    <a:pt x="52" y="2"/>
                    <a:pt x="45" y="3"/>
                  </a:cubicBezTo>
                  <a:cubicBezTo>
                    <a:pt x="37" y="4"/>
                    <a:pt x="32" y="1"/>
                    <a:pt x="25" y="1"/>
                  </a:cubicBezTo>
                  <a:cubicBezTo>
                    <a:pt x="18" y="1"/>
                    <a:pt x="11" y="3"/>
                    <a:pt x="5" y="7"/>
                  </a:cubicBezTo>
                  <a:cubicBezTo>
                    <a:pt x="3" y="11"/>
                    <a:pt x="1" y="15"/>
                    <a:pt x="0" y="19"/>
                  </a:cubicBezTo>
                  <a:cubicBezTo>
                    <a:pt x="5" y="16"/>
                    <a:pt x="10" y="13"/>
                    <a:pt x="17" y="12"/>
                  </a:cubicBezTo>
                  <a:cubicBezTo>
                    <a:pt x="27" y="12"/>
                    <a:pt x="36" y="16"/>
                    <a:pt x="42" y="2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62" name="Freeform 2185">
              <a:extLst>
                <a:ext uri="{FF2B5EF4-FFF2-40B4-BE49-F238E27FC236}">
                  <a16:creationId xmlns:a16="http://schemas.microsoft.com/office/drawing/2014/main" id="{CD297CFE-A59A-4E00-8E41-A4BC517F3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653"/>
              <a:ext cx="113" cy="132"/>
            </a:xfrm>
            <a:custGeom>
              <a:avLst/>
              <a:gdLst>
                <a:gd name="T0" fmla="*/ 28 w 49"/>
                <a:gd name="T1" fmla="*/ 364 h 54"/>
                <a:gd name="T2" fmla="*/ 74 w 49"/>
                <a:gd name="T3" fmla="*/ 526 h 54"/>
                <a:gd name="T4" fmla="*/ 281 w 49"/>
                <a:gd name="T5" fmla="*/ 567 h 54"/>
                <a:gd name="T6" fmla="*/ 404 w 49"/>
                <a:gd name="T7" fmla="*/ 670 h 54"/>
                <a:gd name="T8" fmla="*/ 505 w 49"/>
                <a:gd name="T9" fmla="*/ 777 h 54"/>
                <a:gd name="T10" fmla="*/ 574 w 49"/>
                <a:gd name="T11" fmla="*/ 435 h 54"/>
                <a:gd name="T12" fmla="*/ 404 w 49"/>
                <a:gd name="T13" fmla="*/ 232 h 54"/>
                <a:gd name="T14" fmla="*/ 346 w 49"/>
                <a:gd name="T15" fmla="*/ 0 h 54"/>
                <a:gd name="T16" fmla="*/ 28 w 49"/>
                <a:gd name="T17" fmla="*/ 364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4">
                  <a:moveTo>
                    <a:pt x="2" y="25"/>
                  </a:moveTo>
                  <a:cubicBezTo>
                    <a:pt x="0" y="29"/>
                    <a:pt x="1" y="33"/>
                    <a:pt x="6" y="36"/>
                  </a:cubicBezTo>
                  <a:cubicBezTo>
                    <a:pt x="10" y="38"/>
                    <a:pt x="18" y="37"/>
                    <a:pt x="23" y="39"/>
                  </a:cubicBezTo>
                  <a:cubicBezTo>
                    <a:pt x="27" y="41"/>
                    <a:pt x="30" y="42"/>
                    <a:pt x="33" y="46"/>
                  </a:cubicBezTo>
                  <a:cubicBezTo>
                    <a:pt x="36" y="49"/>
                    <a:pt x="35" y="54"/>
                    <a:pt x="41" y="53"/>
                  </a:cubicBezTo>
                  <a:cubicBezTo>
                    <a:pt x="49" y="52"/>
                    <a:pt x="49" y="36"/>
                    <a:pt x="47" y="30"/>
                  </a:cubicBezTo>
                  <a:cubicBezTo>
                    <a:pt x="44" y="25"/>
                    <a:pt x="36" y="22"/>
                    <a:pt x="33" y="16"/>
                  </a:cubicBezTo>
                  <a:cubicBezTo>
                    <a:pt x="30" y="11"/>
                    <a:pt x="29" y="5"/>
                    <a:pt x="28" y="0"/>
                  </a:cubicBezTo>
                  <a:cubicBezTo>
                    <a:pt x="18" y="8"/>
                    <a:pt x="9" y="16"/>
                    <a:pt x="2" y="2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63" name="Freeform 2186">
              <a:extLst>
                <a:ext uri="{FF2B5EF4-FFF2-40B4-BE49-F238E27FC236}">
                  <a16:creationId xmlns:a16="http://schemas.microsoft.com/office/drawing/2014/main" id="{6BF6A398-5538-49D3-87F2-E53547E64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011"/>
              <a:ext cx="161" cy="213"/>
            </a:xfrm>
            <a:custGeom>
              <a:avLst/>
              <a:gdLst>
                <a:gd name="T0" fmla="*/ 757 w 70"/>
                <a:gd name="T1" fmla="*/ 1276 h 87"/>
                <a:gd name="T2" fmla="*/ 842 w 70"/>
                <a:gd name="T3" fmla="*/ 1085 h 87"/>
                <a:gd name="T4" fmla="*/ 720 w 70"/>
                <a:gd name="T5" fmla="*/ 558 h 87"/>
                <a:gd name="T6" fmla="*/ 793 w 70"/>
                <a:gd name="T7" fmla="*/ 306 h 87"/>
                <a:gd name="T8" fmla="*/ 646 w 70"/>
                <a:gd name="T9" fmla="*/ 191 h 87"/>
                <a:gd name="T10" fmla="*/ 428 w 70"/>
                <a:gd name="T11" fmla="*/ 282 h 87"/>
                <a:gd name="T12" fmla="*/ 253 w 70"/>
                <a:gd name="T13" fmla="*/ 191 h 87"/>
                <a:gd name="T14" fmla="*/ 64 w 70"/>
                <a:gd name="T15" fmla="*/ 29 h 87"/>
                <a:gd name="T16" fmla="*/ 48 w 70"/>
                <a:gd name="T17" fmla="*/ 144 h 87"/>
                <a:gd name="T18" fmla="*/ 147 w 70"/>
                <a:gd name="T19" fmla="*/ 306 h 87"/>
                <a:gd name="T20" fmla="*/ 253 w 70"/>
                <a:gd name="T21" fmla="*/ 546 h 87"/>
                <a:gd name="T22" fmla="*/ 290 w 70"/>
                <a:gd name="T23" fmla="*/ 732 h 87"/>
                <a:gd name="T24" fmla="*/ 412 w 70"/>
                <a:gd name="T25" fmla="*/ 894 h 87"/>
                <a:gd name="T26" fmla="*/ 534 w 70"/>
                <a:gd name="T27" fmla="*/ 1134 h 87"/>
                <a:gd name="T28" fmla="*/ 757 w 70"/>
                <a:gd name="T29" fmla="*/ 1276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0" h="87">
                  <a:moveTo>
                    <a:pt x="62" y="87"/>
                  </a:moveTo>
                  <a:cubicBezTo>
                    <a:pt x="69" y="87"/>
                    <a:pt x="70" y="79"/>
                    <a:pt x="69" y="74"/>
                  </a:cubicBezTo>
                  <a:cubicBezTo>
                    <a:pt x="67" y="62"/>
                    <a:pt x="55" y="50"/>
                    <a:pt x="59" y="38"/>
                  </a:cubicBezTo>
                  <a:cubicBezTo>
                    <a:pt x="60" y="32"/>
                    <a:pt x="65" y="27"/>
                    <a:pt x="65" y="21"/>
                  </a:cubicBezTo>
                  <a:cubicBezTo>
                    <a:pt x="64" y="14"/>
                    <a:pt x="60" y="11"/>
                    <a:pt x="53" y="13"/>
                  </a:cubicBezTo>
                  <a:cubicBezTo>
                    <a:pt x="47" y="16"/>
                    <a:pt x="42" y="20"/>
                    <a:pt x="35" y="19"/>
                  </a:cubicBezTo>
                  <a:cubicBezTo>
                    <a:pt x="29" y="19"/>
                    <a:pt x="25" y="15"/>
                    <a:pt x="21" y="13"/>
                  </a:cubicBezTo>
                  <a:cubicBezTo>
                    <a:pt x="16" y="10"/>
                    <a:pt x="10" y="3"/>
                    <a:pt x="5" y="2"/>
                  </a:cubicBezTo>
                  <a:cubicBezTo>
                    <a:pt x="0" y="0"/>
                    <a:pt x="3" y="6"/>
                    <a:pt x="4" y="10"/>
                  </a:cubicBezTo>
                  <a:cubicBezTo>
                    <a:pt x="6" y="15"/>
                    <a:pt x="8" y="17"/>
                    <a:pt x="12" y="21"/>
                  </a:cubicBezTo>
                  <a:cubicBezTo>
                    <a:pt x="16" y="25"/>
                    <a:pt x="19" y="31"/>
                    <a:pt x="21" y="37"/>
                  </a:cubicBezTo>
                  <a:cubicBezTo>
                    <a:pt x="22" y="41"/>
                    <a:pt x="22" y="45"/>
                    <a:pt x="24" y="50"/>
                  </a:cubicBezTo>
                  <a:cubicBezTo>
                    <a:pt x="27" y="54"/>
                    <a:pt x="30" y="58"/>
                    <a:pt x="34" y="61"/>
                  </a:cubicBezTo>
                  <a:cubicBezTo>
                    <a:pt x="37" y="64"/>
                    <a:pt x="42" y="73"/>
                    <a:pt x="44" y="77"/>
                  </a:cubicBezTo>
                  <a:cubicBezTo>
                    <a:pt x="46" y="79"/>
                    <a:pt x="55" y="87"/>
                    <a:pt x="62" y="8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64" name="Freeform 2187">
              <a:extLst>
                <a:ext uri="{FF2B5EF4-FFF2-40B4-BE49-F238E27FC236}">
                  <a16:creationId xmlns:a16="http://schemas.microsoft.com/office/drawing/2014/main" id="{0D978E8B-1C65-4957-B787-3B63F3489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881"/>
              <a:ext cx="57" cy="71"/>
            </a:xfrm>
            <a:custGeom>
              <a:avLst/>
              <a:gdLst>
                <a:gd name="T0" fmla="*/ 187 w 25"/>
                <a:gd name="T1" fmla="*/ 0 h 29"/>
                <a:gd name="T2" fmla="*/ 187 w 25"/>
                <a:gd name="T3" fmla="*/ 0 h 29"/>
                <a:gd name="T4" fmla="*/ 0 w 25"/>
                <a:gd name="T5" fmla="*/ 264 h 29"/>
                <a:gd name="T6" fmla="*/ 0 w 25"/>
                <a:gd name="T7" fmla="*/ 264 h 29"/>
                <a:gd name="T8" fmla="*/ 141 w 25"/>
                <a:gd name="T9" fmla="*/ 414 h 29"/>
                <a:gd name="T10" fmla="*/ 296 w 25"/>
                <a:gd name="T11" fmla="*/ 203 h 29"/>
                <a:gd name="T12" fmla="*/ 187 w 25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9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" y="6"/>
                    <a:pt x="5" y="12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25"/>
                    <a:pt x="11" y="29"/>
                    <a:pt x="12" y="28"/>
                  </a:cubicBezTo>
                  <a:cubicBezTo>
                    <a:pt x="16" y="24"/>
                    <a:pt x="20" y="19"/>
                    <a:pt x="25" y="14"/>
                  </a:cubicBezTo>
                  <a:cubicBezTo>
                    <a:pt x="24" y="11"/>
                    <a:pt x="21" y="4"/>
                    <a:pt x="16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65" name="Freeform 2188">
              <a:extLst>
                <a:ext uri="{FF2B5EF4-FFF2-40B4-BE49-F238E27FC236}">
                  <a16:creationId xmlns:a16="http://schemas.microsoft.com/office/drawing/2014/main" id="{A21A56F0-A24C-44D2-A963-BEEFD777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709"/>
              <a:ext cx="44" cy="47"/>
            </a:xfrm>
            <a:custGeom>
              <a:avLst/>
              <a:gdLst>
                <a:gd name="T0" fmla="*/ 171 w 19"/>
                <a:gd name="T1" fmla="*/ 0 h 19"/>
                <a:gd name="T2" fmla="*/ 12 w 19"/>
                <a:gd name="T3" fmla="*/ 30 h 19"/>
                <a:gd name="T4" fmla="*/ 12 w 19"/>
                <a:gd name="T5" fmla="*/ 287 h 19"/>
                <a:gd name="T6" fmla="*/ 236 w 19"/>
                <a:gd name="T7" fmla="*/ 228 h 19"/>
                <a:gd name="T8" fmla="*/ 171 w 19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4" y="0"/>
                  </a:moveTo>
                  <a:cubicBezTo>
                    <a:pt x="10" y="0"/>
                    <a:pt x="5" y="1"/>
                    <a:pt x="1" y="2"/>
                  </a:cubicBezTo>
                  <a:cubicBezTo>
                    <a:pt x="0" y="9"/>
                    <a:pt x="0" y="15"/>
                    <a:pt x="1" y="19"/>
                  </a:cubicBezTo>
                  <a:cubicBezTo>
                    <a:pt x="7" y="17"/>
                    <a:pt x="13" y="16"/>
                    <a:pt x="19" y="15"/>
                  </a:cubicBezTo>
                  <a:cubicBezTo>
                    <a:pt x="19" y="15"/>
                    <a:pt x="17" y="3"/>
                    <a:pt x="14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66" name="Freeform 2189">
              <a:extLst>
                <a:ext uri="{FF2B5EF4-FFF2-40B4-BE49-F238E27FC236}">
                  <a16:creationId xmlns:a16="http://schemas.microsoft.com/office/drawing/2014/main" id="{5391F0F4-F11B-4A8D-9F3F-FA8AD9D6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182"/>
              <a:ext cx="42" cy="140"/>
            </a:xfrm>
            <a:custGeom>
              <a:avLst/>
              <a:gdLst>
                <a:gd name="T0" fmla="*/ 28 w 18"/>
                <a:gd name="T1" fmla="*/ 12 h 57"/>
                <a:gd name="T2" fmla="*/ 49 w 18"/>
                <a:gd name="T3" fmla="*/ 803 h 57"/>
                <a:gd name="T4" fmla="*/ 229 w 18"/>
                <a:gd name="T5" fmla="*/ 784 h 57"/>
                <a:gd name="T6" fmla="*/ 217 w 18"/>
                <a:gd name="T7" fmla="*/ 150 h 57"/>
                <a:gd name="T8" fmla="*/ 28 w 18"/>
                <a:gd name="T9" fmla="*/ 1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7">
                  <a:moveTo>
                    <a:pt x="2" y="1"/>
                  </a:moveTo>
                  <a:cubicBezTo>
                    <a:pt x="0" y="18"/>
                    <a:pt x="1" y="36"/>
                    <a:pt x="4" y="54"/>
                  </a:cubicBezTo>
                  <a:cubicBezTo>
                    <a:pt x="7" y="57"/>
                    <a:pt x="18" y="54"/>
                    <a:pt x="18" y="53"/>
                  </a:cubicBezTo>
                  <a:cubicBezTo>
                    <a:pt x="16" y="39"/>
                    <a:pt x="16" y="24"/>
                    <a:pt x="17" y="10"/>
                  </a:cubicBezTo>
                  <a:cubicBezTo>
                    <a:pt x="18" y="8"/>
                    <a:pt x="9" y="0"/>
                    <a:pt x="2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67" name="Freeform 2190">
              <a:extLst>
                <a:ext uri="{FF2B5EF4-FFF2-40B4-BE49-F238E27FC236}">
                  <a16:creationId xmlns:a16="http://schemas.microsoft.com/office/drawing/2014/main" id="{C112DA9E-D088-416F-827B-F53553100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660"/>
              <a:ext cx="1469" cy="1478"/>
            </a:xfrm>
            <a:custGeom>
              <a:avLst/>
              <a:gdLst>
                <a:gd name="T0" fmla="*/ 7763 w 639"/>
                <a:gd name="T1" fmla="*/ 5035 h 603"/>
                <a:gd name="T2" fmla="*/ 6913 w 639"/>
                <a:gd name="T3" fmla="*/ 2885 h 603"/>
                <a:gd name="T4" fmla="*/ 6913 w 639"/>
                <a:gd name="T5" fmla="*/ 2885 h 603"/>
                <a:gd name="T6" fmla="*/ 4883 w 639"/>
                <a:gd name="T7" fmla="*/ 1056 h 603"/>
                <a:gd name="T8" fmla="*/ 4874 w 639"/>
                <a:gd name="T9" fmla="*/ 1056 h 603"/>
                <a:gd name="T10" fmla="*/ 3593 w 639"/>
                <a:gd name="T11" fmla="*/ 517 h 603"/>
                <a:gd name="T12" fmla="*/ 3499 w 639"/>
                <a:gd name="T13" fmla="*/ 252 h 603"/>
                <a:gd name="T14" fmla="*/ 3547 w 639"/>
                <a:gd name="T15" fmla="*/ 265 h 603"/>
                <a:gd name="T16" fmla="*/ 3508 w 639"/>
                <a:gd name="T17" fmla="*/ 265 h 603"/>
                <a:gd name="T18" fmla="*/ 3508 w 639"/>
                <a:gd name="T19" fmla="*/ 265 h 603"/>
                <a:gd name="T20" fmla="*/ 3414 w 639"/>
                <a:gd name="T21" fmla="*/ 162 h 603"/>
                <a:gd name="T22" fmla="*/ 2770 w 639"/>
                <a:gd name="T23" fmla="*/ 223 h 603"/>
                <a:gd name="T24" fmla="*/ 2779 w 639"/>
                <a:gd name="T25" fmla="*/ 294 h 603"/>
                <a:gd name="T26" fmla="*/ 2710 w 639"/>
                <a:gd name="T27" fmla="*/ 306 h 603"/>
                <a:gd name="T28" fmla="*/ 2694 w 639"/>
                <a:gd name="T29" fmla="*/ 306 h 603"/>
                <a:gd name="T30" fmla="*/ 2694 w 639"/>
                <a:gd name="T31" fmla="*/ 306 h 603"/>
                <a:gd name="T32" fmla="*/ 2770 w 639"/>
                <a:gd name="T33" fmla="*/ 294 h 603"/>
                <a:gd name="T34" fmla="*/ 2832 w 639"/>
                <a:gd name="T35" fmla="*/ 517 h 603"/>
                <a:gd name="T36" fmla="*/ 2612 w 639"/>
                <a:gd name="T37" fmla="*/ 576 h 603"/>
                <a:gd name="T38" fmla="*/ 2612 w 639"/>
                <a:gd name="T39" fmla="*/ 324 h 603"/>
                <a:gd name="T40" fmla="*/ 2628 w 639"/>
                <a:gd name="T41" fmla="*/ 324 h 603"/>
                <a:gd name="T42" fmla="*/ 2612 w 639"/>
                <a:gd name="T43" fmla="*/ 324 h 603"/>
                <a:gd name="T44" fmla="*/ 2612 w 639"/>
                <a:gd name="T45" fmla="*/ 324 h 603"/>
                <a:gd name="T46" fmla="*/ 2310 w 639"/>
                <a:gd name="T47" fmla="*/ 91 h 603"/>
                <a:gd name="T48" fmla="*/ 2198 w 639"/>
                <a:gd name="T49" fmla="*/ 444 h 603"/>
                <a:gd name="T50" fmla="*/ 2209 w 639"/>
                <a:gd name="T51" fmla="*/ 488 h 603"/>
                <a:gd name="T52" fmla="*/ 1692 w 639"/>
                <a:gd name="T53" fmla="*/ 794 h 603"/>
                <a:gd name="T54" fmla="*/ 1655 w 639"/>
                <a:gd name="T55" fmla="*/ 618 h 603"/>
                <a:gd name="T56" fmla="*/ 1189 w 639"/>
                <a:gd name="T57" fmla="*/ 588 h 603"/>
                <a:gd name="T58" fmla="*/ 936 w 639"/>
                <a:gd name="T59" fmla="*/ 762 h 603"/>
                <a:gd name="T60" fmla="*/ 1103 w 639"/>
                <a:gd name="T61" fmla="*/ 1328 h 603"/>
                <a:gd name="T62" fmla="*/ 1216 w 639"/>
                <a:gd name="T63" fmla="*/ 1532 h 603"/>
                <a:gd name="T64" fmla="*/ 1057 w 639"/>
                <a:gd name="T65" fmla="*/ 1735 h 603"/>
                <a:gd name="T66" fmla="*/ 908 w 639"/>
                <a:gd name="T67" fmla="*/ 1593 h 603"/>
                <a:gd name="T68" fmla="*/ 825 w 639"/>
                <a:gd name="T69" fmla="*/ 1532 h 603"/>
                <a:gd name="T70" fmla="*/ 524 w 639"/>
                <a:gd name="T71" fmla="*/ 1603 h 603"/>
                <a:gd name="T72" fmla="*/ 692 w 639"/>
                <a:gd name="T73" fmla="*/ 1929 h 603"/>
                <a:gd name="T74" fmla="*/ 692 w 639"/>
                <a:gd name="T75" fmla="*/ 1929 h 603"/>
                <a:gd name="T76" fmla="*/ 814 w 639"/>
                <a:gd name="T77" fmla="*/ 2132 h 603"/>
                <a:gd name="T78" fmla="*/ 667 w 639"/>
                <a:gd name="T79" fmla="*/ 2488 h 603"/>
                <a:gd name="T80" fmla="*/ 485 w 639"/>
                <a:gd name="T81" fmla="*/ 2414 h 603"/>
                <a:gd name="T82" fmla="*/ 366 w 639"/>
                <a:gd name="T83" fmla="*/ 2265 h 603"/>
                <a:gd name="T84" fmla="*/ 74 w 639"/>
                <a:gd name="T85" fmla="*/ 2740 h 603"/>
                <a:gd name="T86" fmla="*/ 317 w 639"/>
                <a:gd name="T87" fmla="*/ 3155 h 603"/>
                <a:gd name="T88" fmla="*/ 317 w 639"/>
                <a:gd name="T89" fmla="*/ 3167 h 603"/>
                <a:gd name="T90" fmla="*/ 317 w 639"/>
                <a:gd name="T91" fmla="*/ 3167 h 603"/>
                <a:gd name="T92" fmla="*/ 317 w 639"/>
                <a:gd name="T93" fmla="*/ 3155 h 603"/>
                <a:gd name="T94" fmla="*/ 497 w 639"/>
                <a:gd name="T95" fmla="*/ 3287 h 603"/>
                <a:gd name="T96" fmla="*/ 513 w 639"/>
                <a:gd name="T97" fmla="*/ 3917 h 603"/>
                <a:gd name="T98" fmla="*/ 338 w 639"/>
                <a:gd name="T99" fmla="*/ 3929 h 603"/>
                <a:gd name="T100" fmla="*/ 338 w 639"/>
                <a:gd name="T101" fmla="*/ 3929 h 603"/>
                <a:gd name="T102" fmla="*/ 338 w 639"/>
                <a:gd name="T103" fmla="*/ 3929 h 603"/>
                <a:gd name="T104" fmla="*/ 338 w 639"/>
                <a:gd name="T105" fmla="*/ 3929 h 603"/>
                <a:gd name="T106" fmla="*/ 74 w 639"/>
                <a:gd name="T107" fmla="*/ 3652 h 603"/>
                <a:gd name="T108" fmla="*/ 207 w 639"/>
                <a:gd name="T109" fmla="*/ 4049 h 603"/>
                <a:gd name="T110" fmla="*/ 402 w 639"/>
                <a:gd name="T111" fmla="*/ 4253 h 603"/>
                <a:gd name="T112" fmla="*/ 391 w 639"/>
                <a:gd name="T113" fmla="*/ 4223 h 603"/>
                <a:gd name="T114" fmla="*/ 598 w 639"/>
                <a:gd name="T115" fmla="*/ 4417 h 603"/>
                <a:gd name="T116" fmla="*/ 777 w 639"/>
                <a:gd name="T117" fmla="*/ 4890 h 603"/>
                <a:gd name="T118" fmla="*/ 924 w 639"/>
                <a:gd name="T119" fmla="*/ 5155 h 603"/>
                <a:gd name="T120" fmla="*/ 1579 w 639"/>
                <a:gd name="T121" fmla="*/ 6628 h 603"/>
                <a:gd name="T122" fmla="*/ 3039 w 639"/>
                <a:gd name="T123" fmla="*/ 8880 h 6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39" h="603">
                  <a:moveTo>
                    <a:pt x="639" y="342"/>
                  </a:moveTo>
                  <a:cubicBezTo>
                    <a:pt x="628" y="287"/>
                    <a:pt x="610" y="235"/>
                    <a:pt x="569" y="196"/>
                  </a:cubicBezTo>
                  <a:cubicBezTo>
                    <a:pt x="569" y="196"/>
                    <a:pt x="569" y="196"/>
                    <a:pt x="569" y="196"/>
                  </a:cubicBezTo>
                  <a:cubicBezTo>
                    <a:pt x="522" y="148"/>
                    <a:pt x="464" y="109"/>
                    <a:pt x="402" y="72"/>
                  </a:cubicBezTo>
                  <a:cubicBezTo>
                    <a:pt x="401" y="72"/>
                    <a:pt x="401" y="72"/>
                    <a:pt x="401" y="72"/>
                  </a:cubicBezTo>
                  <a:cubicBezTo>
                    <a:pt x="381" y="61"/>
                    <a:pt x="343" y="41"/>
                    <a:pt x="296" y="35"/>
                  </a:cubicBezTo>
                  <a:cubicBezTo>
                    <a:pt x="289" y="34"/>
                    <a:pt x="289" y="23"/>
                    <a:pt x="288" y="17"/>
                  </a:cubicBezTo>
                  <a:cubicBezTo>
                    <a:pt x="289" y="18"/>
                    <a:pt x="290" y="18"/>
                    <a:pt x="292" y="18"/>
                  </a:cubicBezTo>
                  <a:cubicBezTo>
                    <a:pt x="291" y="18"/>
                    <a:pt x="290" y="18"/>
                    <a:pt x="289" y="18"/>
                  </a:cubicBezTo>
                  <a:cubicBezTo>
                    <a:pt x="289" y="18"/>
                    <a:pt x="289" y="18"/>
                    <a:pt x="289" y="18"/>
                  </a:cubicBezTo>
                  <a:cubicBezTo>
                    <a:pt x="287" y="15"/>
                    <a:pt x="285" y="13"/>
                    <a:pt x="281" y="11"/>
                  </a:cubicBezTo>
                  <a:cubicBezTo>
                    <a:pt x="273" y="7"/>
                    <a:pt x="230" y="0"/>
                    <a:pt x="228" y="15"/>
                  </a:cubicBezTo>
                  <a:cubicBezTo>
                    <a:pt x="227" y="17"/>
                    <a:pt x="229" y="19"/>
                    <a:pt x="229" y="20"/>
                  </a:cubicBezTo>
                  <a:cubicBezTo>
                    <a:pt x="227" y="20"/>
                    <a:pt x="225" y="20"/>
                    <a:pt x="223" y="21"/>
                  </a:cubicBezTo>
                  <a:cubicBezTo>
                    <a:pt x="223" y="21"/>
                    <a:pt x="222" y="21"/>
                    <a:pt x="222" y="21"/>
                  </a:cubicBezTo>
                  <a:cubicBezTo>
                    <a:pt x="222" y="21"/>
                    <a:pt x="222" y="21"/>
                    <a:pt x="222" y="21"/>
                  </a:cubicBezTo>
                  <a:cubicBezTo>
                    <a:pt x="224" y="20"/>
                    <a:pt x="226" y="20"/>
                    <a:pt x="228" y="20"/>
                  </a:cubicBezTo>
                  <a:cubicBezTo>
                    <a:pt x="231" y="23"/>
                    <a:pt x="233" y="35"/>
                    <a:pt x="233" y="35"/>
                  </a:cubicBezTo>
                  <a:cubicBezTo>
                    <a:pt x="227" y="36"/>
                    <a:pt x="221" y="37"/>
                    <a:pt x="215" y="39"/>
                  </a:cubicBezTo>
                  <a:cubicBezTo>
                    <a:pt x="214" y="35"/>
                    <a:pt x="214" y="29"/>
                    <a:pt x="215" y="22"/>
                  </a:cubicBezTo>
                  <a:cubicBezTo>
                    <a:pt x="215" y="22"/>
                    <a:pt x="215" y="22"/>
                    <a:pt x="216" y="22"/>
                  </a:cubicBezTo>
                  <a:cubicBezTo>
                    <a:pt x="215" y="22"/>
                    <a:pt x="215" y="22"/>
                    <a:pt x="215" y="22"/>
                  </a:cubicBezTo>
                  <a:cubicBezTo>
                    <a:pt x="215" y="22"/>
                    <a:pt x="215" y="22"/>
                    <a:pt x="215" y="22"/>
                  </a:cubicBezTo>
                  <a:cubicBezTo>
                    <a:pt x="210" y="12"/>
                    <a:pt x="208" y="7"/>
                    <a:pt x="190" y="6"/>
                  </a:cubicBezTo>
                  <a:cubicBezTo>
                    <a:pt x="172" y="4"/>
                    <a:pt x="175" y="16"/>
                    <a:pt x="181" y="30"/>
                  </a:cubicBezTo>
                  <a:cubicBezTo>
                    <a:pt x="181" y="31"/>
                    <a:pt x="182" y="32"/>
                    <a:pt x="182" y="33"/>
                  </a:cubicBezTo>
                  <a:cubicBezTo>
                    <a:pt x="168" y="38"/>
                    <a:pt x="154" y="45"/>
                    <a:pt x="139" y="54"/>
                  </a:cubicBezTo>
                  <a:cubicBezTo>
                    <a:pt x="138" y="51"/>
                    <a:pt x="138" y="47"/>
                    <a:pt x="136" y="42"/>
                  </a:cubicBezTo>
                  <a:cubicBezTo>
                    <a:pt x="131" y="30"/>
                    <a:pt x="112" y="36"/>
                    <a:pt x="98" y="40"/>
                  </a:cubicBezTo>
                  <a:cubicBezTo>
                    <a:pt x="86" y="44"/>
                    <a:pt x="75" y="40"/>
                    <a:pt x="77" y="52"/>
                  </a:cubicBezTo>
                  <a:cubicBezTo>
                    <a:pt x="80" y="70"/>
                    <a:pt x="88" y="81"/>
                    <a:pt x="91" y="90"/>
                  </a:cubicBezTo>
                  <a:cubicBezTo>
                    <a:pt x="96" y="94"/>
                    <a:pt x="99" y="101"/>
                    <a:pt x="100" y="104"/>
                  </a:cubicBezTo>
                  <a:cubicBezTo>
                    <a:pt x="95" y="109"/>
                    <a:pt x="91" y="114"/>
                    <a:pt x="87" y="118"/>
                  </a:cubicBezTo>
                  <a:cubicBezTo>
                    <a:pt x="86" y="119"/>
                    <a:pt x="79" y="115"/>
                    <a:pt x="75" y="108"/>
                  </a:cubicBezTo>
                  <a:cubicBezTo>
                    <a:pt x="72" y="106"/>
                    <a:pt x="69" y="105"/>
                    <a:pt x="68" y="104"/>
                  </a:cubicBezTo>
                  <a:cubicBezTo>
                    <a:pt x="61" y="103"/>
                    <a:pt x="50" y="95"/>
                    <a:pt x="43" y="109"/>
                  </a:cubicBezTo>
                  <a:cubicBezTo>
                    <a:pt x="40" y="116"/>
                    <a:pt x="48" y="124"/>
                    <a:pt x="57" y="131"/>
                  </a:cubicBezTo>
                  <a:cubicBezTo>
                    <a:pt x="57" y="131"/>
                    <a:pt x="57" y="131"/>
                    <a:pt x="57" y="131"/>
                  </a:cubicBezTo>
                  <a:cubicBezTo>
                    <a:pt x="63" y="137"/>
                    <a:pt x="68" y="143"/>
                    <a:pt x="67" y="145"/>
                  </a:cubicBezTo>
                  <a:cubicBezTo>
                    <a:pt x="62" y="153"/>
                    <a:pt x="58" y="160"/>
                    <a:pt x="55" y="169"/>
                  </a:cubicBezTo>
                  <a:cubicBezTo>
                    <a:pt x="54" y="170"/>
                    <a:pt x="40" y="164"/>
                    <a:pt x="40" y="164"/>
                  </a:cubicBezTo>
                  <a:cubicBezTo>
                    <a:pt x="37" y="160"/>
                    <a:pt x="34" y="156"/>
                    <a:pt x="30" y="154"/>
                  </a:cubicBezTo>
                  <a:cubicBezTo>
                    <a:pt x="13" y="142"/>
                    <a:pt x="7" y="173"/>
                    <a:pt x="6" y="186"/>
                  </a:cubicBezTo>
                  <a:cubicBezTo>
                    <a:pt x="5" y="204"/>
                    <a:pt x="12" y="209"/>
                    <a:pt x="26" y="214"/>
                  </a:cubicBezTo>
                  <a:cubicBezTo>
                    <a:pt x="26" y="214"/>
                    <a:pt x="26" y="214"/>
                    <a:pt x="26" y="215"/>
                  </a:cubicBezTo>
                  <a:cubicBezTo>
                    <a:pt x="26" y="215"/>
                    <a:pt x="26" y="215"/>
                    <a:pt x="26" y="215"/>
                  </a:cubicBezTo>
                  <a:cubicBezTo>
                    <a:pt x="26" y="215"/>
                    <a:pt x="26" y="214"/>
                    <a:pt x="26" y="214"/>
                  </a:cubicBezTo>
                  <a:cubicBezTo>
                    <a:pt x="33" y="213"/>
                    <a:pt x="42" y="221"/>
                    <a:pt x="41" y="223"/>
                  </a:cubicBezTo>
                  <a:cubicBezTo>
                    <a:pt x="40" y="237"/>
                    <a:pt x="40" y="252"/>
                    <a:pt x="42" y="266"/>
                  </a:cubicBezTo>
                  <a:cubicBezTo>
                    <a:pt x="42" y="267"/>
                    <a:pt x="31" y="270"/>
                    <a:pt x="28" y="267"/>
                  </a:cubicBezTo>
                  <a:cubicBezTo>
                    <a:pt x="28" y="267"/>
                    <a:pt x="28" y="267"/>
                    <a:pt x="28" y="267"/>
                  </a:cubicBezTo>
                  <a:cubicBezTo>
                    <a:pt x="28" y="267"/>
                    <a:pt x="28" y="267"/>
                    <a:pt x="28" y="267"/>
                  </a:cubicBezTo>
                  <a:cubicBezTo>
                    <a:pt x="28" y="267"/>
                    <a:pt x="28" y="267"/>
                    <a:pt x="28" y="267"/>
                  </a:cubicBezTo>
                  <a:cubicBezTo>
                    <a:pt x="21" y="263"/>
                    <a:pt x="14" y="242"/>
                    <a:pt x="6" y="248"/>
                  </a:cubicBezTo>
                  <a:cubicBezTo>
                    <a:pt x="0" y="253"/>
                    <a:pt x="13" y="271"/>
                    <a:pt x="17" y="275"/>
                  </a:cubicBezTo>
                  <a:cubicBezTo>
                    <a:pt x="20" y="279"/>
                    <a:pt x="27" y="284"/>
                    <a:pt x="33" y="289"/>
                  </a:cubicBezTo>
                  <a:cubicBezTo>
                    <a:pt x="32" y="288"/>
                    <a:pt x="32" y="288"/>
                    <a:pt x="32" y="287"/>
                  </a:cubicBezTo>
                  <a:cubicBezTo>
                    <a:pt x="37" y="291"/>
                    <a:pt x="47" y="289"/>
                    <a:pt x="49" y="300"/>
                  </a:cubicBezTo>
                  <a:cubicBezTo>
                    <a:pt x="52" y="311"/>
                    <a:pt x="57" y="323"/>
                    <a:pt x="64" y="332"/>
                  </a:cubicBezTo>
                  <a:cubicBezTo>
                    <a:pt x="76" y="350"/>
                    <a:pt x="76" y="350"/>
                    <a:pt x="76" y="350"/>
                  </a:cubicBezTo>
                  <a:cubicBezTo>
                    <a:pt x="93" y="372"/>
                    <a:pt x="108" y="399"/>
                    <a:pt x="130" y="450"/>
                  </a:cubicBezTo>
                  <a:cubicBezTo>
                    <a:pt x="151" y="509"/>
                    <a:pt x="192" y="564"/>
                    <a:pt x="250" y="60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68" name="Freeform 2191">
              <a:extLst>
                <a:ext uri="{FF2B5EF4-FFF2-40B4-BE49-F238E27FC236}">
                  <a16:creationId xmlns:a16="http://schemas.microsoft.com/office/drawing/2014/main" id="{B84995D1-A785-49FA-AFC7-4743D33BB3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4" y="1702"/>
              <a:ext cx="276" cy="142"/>
            </a:xfrm>
            <a:custGeom>
              <a:avLst/>
              <a:gdLst>
                <a:gd name="T0" fmla="*/ 428 w 120"/>
                <a:gd name="T1" fmla="*/ 91 h 58"/>
                <a:gd name="T2" fmla="*/ 0 w 120"/>
                <a:gd name="T3" fmla="*/ 0 h 58"/>
                <a:gd name="T4" fmla="*/ 94 w 120"/>
                <a:gd name="T5" fmla="*/ 264 h 58"/>
                <a:gd name="T6" fmla="*/ 692 w 120"/>
                <a:gd name="T7" fmla="*/ 438 h 58"/>
                <a:gd name="T8" fmla="*/ 720 w 120"/>
                <a:gd name="T9" fmla="*/ 203 h 58"/>
                <a:gd name="T10" fmla="*/ 428 w 120"/>
                <a:gd name="T11" fmla="*/ 91 h 58"/>
                <a:gd name="T12" fmla="*/ 915 w 120"/>
                <a:gd name="T13" fmla="*/ 323 h 58"/>
                <a:gd name="T14" fmla="*/ 888 w 120"/>
                <a:gd name="T15" fmla="*/ 526 h 58"/>
                <a:gd name="T16" fmla="*/ 1375 w 120"/>
                <a:gd name="T17" fmla="*/ 810 h 58"/>
                <a:gd name="T18" fmla="*/ 1461 w 120"/>
                <a:gd name="T19" fmla="*/ 852 h 58"/>
                <a:gd name="T20" fmla="*/ 915 w 120"/>
                <a:gd name="T21" fmla="*/ 323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0" h="58">
                  <a:moveTo>
                    <a:pt x="35" y="6"/>
                  </a:moveTo>
                  <a:cubicBezTo>
                    <a:pt x="24" y="4"/>
                    <a:pt x="12" y="2"/>
                    <a:pt x="0" y="0"/>
                  </a:cubicBezTo>
                  <a:cubicBezTo>
                    <a:pt x="1" y="6"/>
                    <a:pt x="1" y="17"/>
                    <a:pt x="8" y="18"/>
                  </a:cubicBezTo>
                  <a:cubicBezTo>
                    <a:pt x="26" y="20"/>
                    <a:pt x="42" y="24"/>
                    <a:pt x="57" y="30"/>
                  </a:cubicBezTo>
                  <a:cubicBezTo>
                    <a:pt x="59" y="25"/>
                    <a:pt x="62" y="20"/>
                    <a:pt x="59" y="14"/>
                  </a:cubicBezTo>
                  <a:cubicBezTo>
                    <a:pt x="51" y="11"/>
                    <a:pt x="43" y="8"/>
                    <a:pt x="35" y="6"/>
                  </a:cubicBezTo>
                  <a:close/>
                  <a:moveTo>
                    <a:pt x="75" y="22"/>
                  </a:moveTo>
                  <a:cubicBezTo>
                    <a:pt x="73" y="27"/>
                    <a:pt x="73" y="33"/>
                    <a:pt x="73" y="36"/>
                  </a:cubicBezTo>
                  <a:cubicBezTo>
                    <a:pt x="90" y="43"/>
                    <a:pt x="103" y="50"/>
                    <a:pt x="113" y="55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16" y="50"/>
                    <a:pt x="97" y="34"/>
                    <a:pt x="75" y="2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69" name="Freeform 2192">
              <a:extLst>
                <a:ext uri="{FF2B5EF4-FFF2-40B4-BE49-F238E27FC236}">
                  <a16:creationId xmlns:a16="http://schemas.microsoft.com/office/drawing/2014/main" id="{28D97B60-6EE1-42A0-8C75-41A53CCE3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1736"/>
              <a:ext cx="44" cy="54"/>
            </a:xfrm>
            <a:custGeom>
              <a:avLst/>
              <a:gdLst>
                <a:gd name="T0" fmla="*/ 0 w 19"/>
                <a:gd name="T1" fmla="*/ 236 h 22"/>
                <a:gd name="T2" fmla="*/ 199 w 19"/>
                <a:gd name="T3" fmla="*/ 326 h 22"/>
                <a:gd name="T4" fmla="*/ 225 w 19"/>
                <a:gd name="T5" fmla="*/ 120 h 22"/>
                <a:gd name="T6" fmla="*/ 208 w 19"/>
                <a:gd name="T7" fmla="*/ 120 h 22"/>
                <a:gd name="T8" fmla="*/ 37 w 19"/>
                <a:gd name="T9" fmla="*/ 29 h 22"/>
                <a:gd name="T10" fmla="*/ 28 w 19"/>
                <a:gd name="T11" fmla="*/ 29 h 22"/>
                <a:gd name="T12" fmla="*/ 0 w 19"/>
                <a:gd name="T13" fmla="*/ 23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2">
                  <a:moveTo>
                    <a:pt x="0" y="16"/>
                  </a:moveTo>
                  <a:cubicBezTo>
                    <a:pt x="5" y="17"/>
                    <a:pt x="11" y="20"/>
                    <a:pt x="16" y="22"/>
                  </a:cubicBezTo>
                  <a:cubicBezTo>
                    <a:pt x="16" y="19"/>
                    <a:pt x="16" y="13"/>
                    <a:pt x="18" y="8"/>
                  </a:cubicBezTo>
                  <a:cubicBezTo>
                    <a:pt x="19" y="9"/>
                    <a:pt x="17" y="8"/>
                    <a:pt x="17" y="8"/>
                  </a:cubicBezTo>
                  <a:cubicBezTo>
                    <a:pt x="8" y="11"/>
                    <a:pt x="3" y="0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7"/>
                    <a:pt x="2" y="12"/>
                    <a:pt x="0" y="1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0" name="Freeform 2193">
              <a:extLst>
                <a:ext uri="{FF2B5EF4-FFF2-40B4-BE49-F238E27FC236}">
                  <a16:creationId xmlns:a16="http://schemas.microsoft.com/office/drawing/2014/main" id="{CFD2165E-3D23-4EB9-BA36-5C68FA245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234"/>
              <a:ext cx="28" cy="44"/>
            </a:xfrm>
            <a:custGeom>
              <a:avLst/>
              <a:gdLst>
                <a:gd name="T0" fmla="*/ 0 w 12"/>
                <a:gd name="T1" fmla="*/ 132 h 18"/>
                <a:gd name="T2" fmla="*/ 114 w 12"/>
                <a:gd name="T3" fmla="*/ 0 h 18"/>
                <a:gd name="T4" fmla="*/ 0 w 12"/>
                <a:gd name="T5" fmla="*/ 13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9"/>
                  </a:moveTo>
                  <a:cubicBezTo>
                    <a:pt x="3" y="11"/>
                    <a:pt x="10" y="11"/>
                    <a:pt x="9" y="0"/>
                  </a:cubicBezTo>
                  <a:cubicBezTo>
                    <a:pt x="12" y="7"/>
                    <a:pt x="8" y="18"/>
                    <a:pt x="0" y="9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1" name="Freeform 2194">
              <a:extLst>
                <a:ext uri="{FF2B5EF4-FFF2-40B4-BE49-F238E27FC236}">
                  <a16:creationId xmlns:a16="http://schemas.microsoft.com/office/drawing/2014/main" id="{57F7D160-9759-400B-9364-CCE9D1EF7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163"/>
              <a:ext cx="60" cy="41"/>
            </a:xfrm>
            <a:custGeom>
              <a:avLst/>
              <a:gdLst>
                <a:gd name="T0" fmla="*/ 245 w 26"/>
                <a:gd name="T1" fmla="*/ 0 h 17"/>
                <a:gd name="T2" fmla="*/ 187 w 26"/>
                <a:gd name="T3" fmla="*/ 169 h 17"/>
                <a:gd name="T4" fmla="*/ 0 w 26"/>
                <a:gd name="T5" fmla="*/ 128 h 17"/>
                <a:gd name="T6" fmla="*/ 208 w 26"/>
                <a:gd name="T7" fmla="*/ 198 h 17"/>
                <a:gd name="T8" fmla="*/ 245 w 26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20" y="0"/>
                  </a:moveTo>
                  <a:cubicBezTo>
                    <a:pt x="22" y="8"/>
                    <a:pt x="21" y="11"/>
                    <a:pt x="15" y="12"/>
                  </a:cubicBezTo>
                  <a:cubicBezTo>
                    <a:pt x="8" y="13"/>
                    <a:pt x="3" y="13"/>
                    <a:pt x="0" y="9"/>
                  </a:cubicBezTo>
                  <a:cubicBezTo>
                    <a:pt x="4" y="15"/>
                    <a:pt x="8" y="17"/>
                    <a:pt x="17" y="14"/>
                  </a:cubicBezTo>
                  <a:cubicBezTo>
                    <a:pt x="26" y="12"/>
                    <a:pt x="23" y="6"/>
                    <a:pt x="20" y="0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2" name="Freeform 2195">
              <a:extLst>
                <a:ext uri="{FF2B5EF4-FFF2-40B4-BE49-F238E27FC236}">
                  <a16:creationId xmlns:a16="http://schemas.microsoft.com/office/drawing/2014/main" id="{129F3E1F-DD7A-4264-98D9-CAE4BAADE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278"/>
              <a:ext cx="37" cy="39"/>
            </a:xfrm>
            <a:custGeom>
              <a:avLst/>
              <a:gdLst>
                <a:gd name="T0" fmla="*/ 0 w 16"/>
                <a:gd name="T1" fmla="*/ 132 h 16"/>
                <a:gd name="T2" fmla="*/ 134 w 16"/>
                <a:gd name="T3" fmla="*/ 161 h 16"/>
                <a:gd name="T4" fmla="*/ 150 w 16"/>
                <a:gd name="T5" fmla="*/ 0 h 16"/>
                <a:gd name="T6" fmla="*/ 150 w 16"/>
                <a:gd name="T7" fmla="*/ 202 h 16"/>
                <a:gd name="T8" fmla="*/ 0 w 16"/>
                <a:gd name="T9" fmla="*/ 13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9"/>
                  </a:moveTo>
                  <a:cubicBezTo>
                    <a:pt x="6" y="12"/>
                    <a:pt x="8" y="14"/>
                    <a:pt x="11" y="11"/>
                  </a:cubicBezTo>
                  <a:cubicBezTo>
                    <a:pt x="15" y="9"/>
                    <a:pt x="12" y="0"/>
                    <a:pt x="12" y="0"/>
                  </a:cubicBezTo>
                  <a:cubicBezTo>
                    <a:pt x="16" y="9"/>
                    <a:pt x="15" y="12"/>
                    <a:pt x="12" y="14"/>
                  </a:cubicBezTo>
                  <a:cubicBezTo>
                    <a:pt x="9" y="16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3" name="Freeform 2196">
              <a:extLst>
                <a:ext uri="{FF2B5EF4-FFF2-40B4-BE49-F238E27FC236}">
                  <a16:creationId xmlns:a16="http://schemas.microsoft.com/office/drawing/2014/main" id="{9B35F9B3-1E23-4620-B0A3-872B3BA74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197"/>
              <a:ext cx="55" cy="47"/>
            </a:xfrm>
            <a:custGeom>
              <a:avLst/>
              <a:gdLst>
                <a:gd name="T0" fmla="*/ 0 w 24"/>
                <a:gd name="T1" fmla="*/ 183 h 19"/>
                <a:gd name="T2" fmla="*/ 147 w 24"/>
                <a:gd name="T3" fmla="*/ 215 h 19"/>
                <a:gd name="T4" fmla="*/ 289 w 24"/>
                <a:gd name="T5" fmla="*/ 0 h 19"/>
                <a:gd name="T6" fmla="*/ 195 w 24"/>
                <a:gd name="T7" fmla="*/ 195 h 19"/>
                <a:gd name="T8" fmla="*/ 73 w 24"/>
                <a:gd name="T9" fmla="*/ 257 h 19"/>
                <a:gd name="T10" fmla="*/ 0 w 24"/>
                <a:gd name="T11" fmla="*/ 18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9">
                  <a:moveTo>
                    <a:pt x="0" y="12"/>
                  </a:moveTo>
                  <a:cubicBezTo>
                    <a:pt x="5" y="16"/>
                    <a:pt x="9" y="17"/>
                    <a:pt x="12" y="14"/>
                  </a:cubicBezTo>
                  <a:cubicBezTo>
                    <a:pt x="15" y="12"/>
                    <a:pt x="16" y="7"/>
                    <a:pt x="24" y="0"/>
                  </a:cubicBezTo>
                  <a:cubicBezTo>
                    <a:pt x="21" y="5"/>
                    <a:pt x="17" y="8"/>
                    <a:pt x="16" y="13"/>
                  </a:cubicBezTo>
                  <a:cubicBezTo>
                    <a:pt x="14" y="17"/>
                    <a:pt x="10" y="19"/>
                    <a:pt x="6" y="17"/>
                  </a:cubicBezTo>
                  <a:cubicBezTo>
                    <a:pt x="2" y="15"/>
                    <a:pt x="0" y="12"/>
                    <a:pt x="0" y="12"/>
                  </a:cubicBezTo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4" name="Freeform 2197">
              <a:extLst>
                <a:ext uri="{FF2B5EF4-FFF2-40B4-BE49-F238E27FC236}">
                  <a16:creationId xmlns:a16="http://schemas.microsoft.com/office/drawing/2014/main" id="{628894F3-9F67-4141-91A7-71750A447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101"/>
              <a:ext cx="56" cy="49"/>
            </a:xfrm>
            <a:custGeom>
              <a:avLst/>
              <a:gdLst>
                <a:gd name="T0" fmla="*/ 0 w 24"/>
                <a:gd name="T1" fmla="*/ 252 h 20"/>
                <a:gd name="T2" fmla="*/ 217 w 24"/>
                <a:gd name="T3" fmla="*/ 103 h 20"/>
                <a:gd name="T4" fmla="*/ 306 w 24"/>
                <a:gd name="T5" fmla="*/ 12 h 20"/>
                <a:gd name="T6" fmla="*/ 229 w 24"/>
                <a:gd name="T7" fmla="*/ 149 h 20"/>
                <a:gd name="T8" fmla="*/ 0 w 24"/>
                <a:gd name="T9" fmla="*/ 2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0" y="17"/>
                  </a:moveTo>
                  <a:cubicBezTo>
                    <a:pt x="6" y="18"/>
                    <a:pt x="14" y="11"/>
                    <a:pt x="17" y="7"/>
                  </a:cubicBezTo>
                  <a:cubicBezTo>
                    <a:pt x="20" y="2"/>
                    <a:pt x="21" y="0"/>
                    <a:pt x="24" y="1"/>
                  </a:cubicBezTo>
                  <a:cubicBezTo>
                    <a:pt x="20" y="3"/>
                    <a:pt x="22" y="5"/>
                    <a:pt x="18" y="10"/>
                  </a:cubicBezTo>
                  <a:cubicBezTo>
                    <a:pt x="14" y="15"/>
                    <a:pt x="5" y="20"/>
                    <a:pt x="0" y="17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75" name="Freeform 2198">
              <a:extLst>
                <a:ext uri="{FF2B5EF4-FFF2-40B4-BE49-F238E27FC236}">
                  <a16:creationId xmlns:a16="http://schemas.microsoft.com/office/drawing/2014/main" id="{4F987FAD-3DC3-4BA3-A70A-D2E906850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160"/>
              <a:ext cx="52" cy="27"/>
            </a:xfrm>
            <a:custGeom>
              <a:avLst/>
              <a:gdLst>
                <a:gd name="T0" fmla="*/ 0 w 23"/>
                <a:gd name="T1" fmla="*/ 0 h 11"/>
                <a:gd name="T2" fmla="*/ 138 w 23"/>
                <a:gd name="T3" fmla="*/ 120 h 11"/>
                <a:gd name="T4" fmla="*/ 267 w 23"/>
                <a:gd name="T5" fmla="*/ 0 h 11"/>
                <a:gd name="T6" fmla="*/ 102 w 23"/>
                <a:gd name="T7" fmla="*/ 150 h 11"/>
                <a:gd name="T8" fmla="*/ 0 w 2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0" y="0"/>
                  </a:moveTo>
                  <a:cubicBezTo>
                    <a:pt x="4" y="6"/>
                    <a:pt x="7" y="9"/>
                    <a:pt x="12" y="8"/>
                  </a:cubicBezTo>
                  <a:cubicBezTo>
                    <a:pt x="17" y="7"/>
                    <a:pt x="21" y="4"/>
                    <a:pt x="23" y="0"/>
                  </a:cubicBezTo>
                  <a:cubicBezTo>
                    <a:pt x="20" y="7"/>
                    <a:pt x="15" y="11"/>
                    <a:pt x="9" y="10"/>
                  </a:cubicBezTo>
                  <a:cubicBezTo>
                    <a:pt x="3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68" name="Freeform 2199">
              <a:extLst>
                <a:ext uri="{FF2B5EF4-FFF2-40B4-BE49-F238E27FC236}">
                  <a16:creationId xmlns:a16="http://schemas.microsoft.com/office/drawing/2014/main" id="{D11C9C46-3016-413B-92E9-C7ABCB9AF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195"/>
              <a:ext cx="32" cy="36"/>
            </a:xfrm>
            <a:custGeom>
              <a:avLst/>
              <a:gdLst>
                <a:gd name="T0" fmla="*/ 0 w 14"/>
                <a:gd name="T1" fmla="*/ 127 h 15"/>
                <a:gd name="T2" fmla="*/ 130 w 14"/>
                <a:gd name="T3" fmla="*/ 0 h 15"/>
                <a:gd name="T4" fmla="*/ 0 w 14"/>
                <a:gd name="T5" fmla="*/ 1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9"/>
                  </a:moveTo>
                  <a:cubicBezTo>
                    <a:pt x="5" y="10"/>
                    <a:pt x="13" y="9"/>
                    <a:pt x="11" y="0"/>
                  </a:cubicBezTo>
                  <a:cubicBezTo>
                    <a:pt x="14" y="6"/>
                    <a:pt x="9" y="15"/>
                    <a:pt x="0" y="9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69" name="Freeform 2200">
              <a:extLst>
                <a:ext uri="{FF2B5EF4-FFF2-40B4-BE49-F238E27FC236}">
                  <a16:creationId xmlns:a16="http://schemas.microsoft.com/office/drawing/2014/main" id="{E613E7D4-4DF8-4975-A0F5-84666245A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275"/>
              <a:ext cx="67" cy="49"/>
            </a:xfrm>
            <a:custGeom>
              <a:avLst/>
              <a:gdLst>
                <a:gd name="T0" fmla="*/ 0 w 29"/>
                <a:gd name="T1" fmla="*/ 203 h 20"/>
                <a:gd name="T2" fmla="*/ 187 w 29"/>
                <a:gd name="T3" fmla="*/ 191 h 20"/>
                <a:gd name="T4" fmla="*/ 358 w 29"/>
                <a:gd name="T5" fmla="*/ 0 h 20"/>
                <a:gd name="T6" fmla="*/ 122 w 29"/>
                <a:gd name="T7" fmla="*/ 265 h 20"/>
                <a:gd name="T8" fmla="*/ 0 w 29"/>
                <a:gd name="T9" fmla="*/ 20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0" y="14"/>
                  </a:moveTo>
                  <a:cubicBezTo>
                    <a:pt x="4" y="18"/>
                    <a:pt x="8" y="18"/>
                    <a:pt x="15" y="13"/>
                  </a:cubicBezTo>
                  <a:cubicBezTo>
                    <a:pt x="22" y="8"/>
                    <a:pt x="26" y="3"/>
                    <a:pt x="29" y="0"/>
                  </a:cubicBezTo>
                  <a:cubicBezTo>
                    <a:pt x="24" y="8"/>
                    <a:pt x="15" y="16"/>
                    <a:pt x="10" y="18"/>
                  </a:cubicBezTo>
                  <a:cubicBezTo>
                    <a:pt x="4" y="20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0" name="Freeform 2201">
              <a:extLst>
                <a:ext uri="{FF2B5EF4-FFF2-40B4-BE49-F238E27FC236}">
                  <a16:creationId xmlns:a16="http://schemas.microsoft.com/office/drawing/2014/main" id="{D41F3488-25E8-4C2E-AAB3-3E0471F03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378"/>
              <a:ext cx="23" cy="35"/>
            </a:xfrm>
            <a:custGeom>
              <a:avLst/>
              <a:gdLst>
                <a:gd name="T0" fmla="*/ 0 w 10"/>
                <a:gd name="T1" fmla="*/ 220 h 14"/>
                <a:gd name="T2" fmla="*/ 85 w 10"/>
                <a:gd name="T3" fmla="*/ 145 h 14"/>
                <a:gd name="T4" fmla="*/ 74 w 10"/>
                <a:gd name="T5" fmla="*/ 0 h 14"/>
                <a:gd name="T6" fmla="*/ 85 w 10"/>
                <a:gd name="T7" fmla="*/ 188 h 14"/>
                <a:gd name="T8" fmla="*/ 0 w 10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4" y="12"/>
                    <a:pt x="6" y="13"/>
                    <a:pt x="7" y="9"/>
                  </a:cubicBezTo>
                  <a:cubicBezTo>
                    <a:pt x="8" y="5"/>
                    <a:pt x="6" y="0"/>
                    <a:pt x="6" y="0"/>
                  </a:cubicBezTo>
                  <a:cubicBezTo>
                    <a:pt x="10" y="9"/>
                    <a:pt x="10" y="10"/>
                    <a:pt x="7" y="12"/>
                  </a:cubicBezTo>
                  <a:cubicBezTo>
                    <a:pt x="5" y="14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1" name="Freeform 2202">
              <a:extLst>
                <a:ext uri="{FF2B5EF4-FFF2-40B4-BE49-F238E27FC236}">
                  <a16:creationId xmlns:a16="http://schemas.microsoft.com/office/drawing/2014/main" id="{098C9C11-BE8E-4069-BCE9-D39C427FC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486"/>
              <a:ext cx="46" cy="44"/>
            </a:xfrm>
            <a:custGeom>
              <a:avLst/>
              <a:gdLst>
                <a:gd name="T0" fmla="*/ 0 w 20"/>
                <a:gd name="T1" fmla="*/ 161 h 18"/>
                <a:gd name="T2" fmla="*/ 170 w 20"/>
                <a:gd name="T3" fmla="*/ 132 h 18"/>
                <a:gd name="T4" fmla="*/ 244 w 20"/>
                <a:gd name="T5" fmla="*/ 0 h 18"/>
                <a:gd name="T6" fmla="*/ 122 w 20"/>
                <a:gd name="T7" fmla="*/ 232 h 18"/>
                <a:gd name="T8" fmla="*/ 0 w 20"/>
                <a:gd name="T9" fmla="*/ 16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0" y="11"/>
                  </a:moveTo>
                  <a:cubicBezTo>
                    <a:pt x="4" y="14"/>
                    <a:pt x="9" y="14"/>
                    <a:pt x="14" y="9"/>
                  </a:cubicBezTo>
                  <a:cubicBezTo>
                    <a:pt x="20" y="5"/>
                    <a:pt x="20" y="0"/>
                    <a:pt x="20" y="0"/>
                  </a:cubicBezTo>
                  <a:cubicBezTo>
                    <a:pt x="20" y="9"/>
                    <a:pt x="15" y="13"/>
                    <a:pt x="10" y="16"/>
                  </a:cubicBezTo>
                  <a:cubicBezTo>
                    <a:pt x="4" y="18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2" name="Freeform 2203">
              <a:extLst>
                <a:ext uri="{FF2B5EF4-FFF2-40B4-BE49-F238E27FC236}">
                  <a16:creationId xmlns:a16="http://schemas.microsoft.com/office/drawing/2014/main" id="{77C13C94-7884-4634-BBF7-7F3E9574C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307"/>
              <a:ext cx="32" cy="42"/>
            </a:xfrm>
            <a:custGeom>
              <a:avLst/>
              <a:gdLst>
                <a:gd name="T0" fmla="*/ 0 w 14"/>
                <a:gd name="T1" fmla="*/ 166 h 17"/>
                <a:gd name="T2" fmla="*/ 121 w 14"/>
                <a:gd name="T3" fmla="*/ 166 h 17"/>
                <a:gd name="T4" fmla="*/ 142 w 14"/>
                <a:gd name="T5" fmla="*/ 0 h 17"/>
                <a:gd name="T6" fmla="*/ 130 w 14"/>
                <a:gd name="T7" fmla="*/ 212 h 17"/>
                <a:gd name="T8" fmla="*/ 0 w 14"/>
                <a:gd name="T9" fmla="*/ 16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0" y="11"/>
                  </a:moveTo>
                  <a:cubicBezTo>
                    <a:pt x="6" y="14"/>
                    <a:pt x="8" y="13"/>
                    <a:pt x="10" y="11"/>
                  </a:cubicBezTo>
                  <a:cubicBezTo>
                    <a:pt x="12" y="9"/>
                    <a:pt x="12" y="1"/>
                    <a:pt x="12" y="0"/>
                  </a:cubicBezTo>
                  <a:cubicBezTo>
                    <a:pt x="13" y="8"/>
                    <a:pt x="14" y="11"/>
                    <a:pt x="11" y="14"/>
                  </a:cubicBezTo>
                  <a:cubicBezTo>
                    <a:pt x="8" y="17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3" name="Freeform 2204">
              <a:extLst>
                <a:ext uri="{FF2B5EF4-FFF2-40B4-BE49-F238E27FC236}">
                  <a16:creationId xmlns:a16="http://schemas.microsoft.com/office/drawing/2014/main" id="{A2819E97-44AD-486A-973D-CBDC3FBB5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310"/>
              <a:ext cx="13" cy="56"/>
            </a:xfrm>
            <a:custGeom>
              <a:avLst/>
              <a:gdLst>
                <a:gd name="T0" fmla="*/ 0 w 6"/>
                <a:gd name="T1" fmla="*/ 331 h 23"/>
                <a:gd name="T2" fmla="*/ 20 w 6"/>
                <a:gd name="T3" fmla="*/ 0 h 23"/>
                <a:gd name="T4" fmla="*/ 0 w 6"/>
                <a:gd name="T5" fmla="*/ 33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3">
                  <a:moveTo>
                    <a:pt x="0" y="23"/>
                  </a:moveTo>
                  <a:cubicBezTo>
                    <a:pt x="2" y="18"/>
                    <a:pt x="3" y="9"/>
                    <a:pt x="2" y="0"/>
                  </a:cubicBezTo>
                  <a:cubicBezTo>
                    <a:pt x="5" y="5"/>
                    <a:pt x="6" y="16"/>
                    <a:pt x="0" y="23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4" name="Freeform 2205">
              <a:extLst>
                <a:ext uri="{FF2B5EF4-FFF2-40B4-BE49-F238E27FC236}">
                  <a16:creationId xmlns:a16="http://schemas.microsoft.com/office/drawing/2014/main" id="{944A9BEE-EA45-4060-B8F8-050B14F54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283"/>
              <a:ext cx="46" cy="19"/>
            </a:xfrm>
            <a:custGeom>
              <a:avLst/>
              <a:gdLst>
                <a:gd name="T0" fmla="*/ 0 w 20"/>
                <a:gd name="T1" fmla="*/ 0 h 8"/>
                <a:gd name="T2" fmla="*/ 85 w 20"/>
                <a:gd name="T3" fmla="*/ 57 h 8"/>
                <a:gd name="T4" fmla="*/ 244 w 20"/>
                <a:gd name="T5" fmla="*/ 12 h 8"/>
                <a:gd name="T6" fmla="*/ 37 w 20"/>
                <a:gd name="T7" fmla="*/ 78 h 8"/>
                <a:gd name="T8" fmla="*/ 0 w 2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3" y="4"/>
                    <a:pt x="4" y="5"/>
                    <a:pt x="7" y="4"/>
                  </a:cubicBezTo>
                  <a:cubicBezTo>
                    <a:pt x="11" y="4"/>
                    <a:pt x="20" y="1"/>
                    <a:pt x="20" y="1"/>
                  </a:cubicBezTo>
                  <a:cubicBezTo>
                    <a:pt x="9" y="8"/>
                    <a:pt x="6" y="7"/>
                    <a:pt x="3" y="6"/>
                  </a:cubicBezTo>
                  <a:cubicBezTo>
                    <a:pt x="0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5" name="Freeform 2206">
              <a:extLst>
                <a:ext uri="{FF2B5EF4-FFF2-40B4-BE49-F238E27FC236}">
                  <a16:creationId xmlns:a16="http://schemas.microsoft.com/office/drawing/2014/main" id="{25296E47-6893-4DAB-8352-8B732CA6E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602"/>
              <a:ext cx="23" cy="51"/>
            </a:xfrm>
            <a:custGeom>
              <a:avLst/>
              <a:gdLst>
                <a:gd name="T0" fmla="*/ 0 w 10"/>
                <a:gd name="T1" fmla="*/ 301 h 21"/>
                <a:gd name="T2" fmla="*/ 64 w 10"/>
                <a:gd name="T3" fmla="*/ 211 h 21"/>
                <a:gd name="T4" fmla="*/ 28 w 10"/>
                <a:gd name="T5" fmla="*/ 0 h 21"/>
                <a:gd name="T6" fmla="*/ 0 w 10"/>
                <a:gd name="T7" fmla="*/ 30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2" y="21"/>
                    <a:pt x="4" y="19"/>
                    <a:pt x="5" y="15"/>
                  </a:cubicBezTo>
                  <a:cubicBezTo>
                    <a:pt x="5" y="12"/>
                    <a:pt x="4" y="6"/>
                    <a:pt x="2" y="0"/>
                  </a:cubicBezTo>
                  <a:cubicBezTo>
                    <a:pt x="10" y="15"/>
                    <a:pt x="10" y="21"/>
                    <a:pt x="0" y="21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6" name="Freeform 2207">
              <a:extLst>
                <a:ext uri="{FF2B5EF4-FFF2-40B4-BE49-F238E27FC236}">
                  <a16:creationId xmlns:a16="http://schemas.microsoft.com/office/drawing/2014/main" id="{CFA0CEF5-AB2A-4E9B-A597-63208B0EA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709"/>
              <a:ext cx="35" cy="32"/>
            </a:xfrm>
            <a:custGeom>
              <a:avLst/>
              <a:gdLst>
                <a:gd name="T0" fmla="*/ 0 w 15"/>
                <a:gd name="T1" fmla="*/ 103 h 13"/>
                <a:gd name="T2" fmla="*/ 191 w 15"/>
                <a:gd name="T3" fmla="*/ 0 h 13"/>
                <a:gd name="T4" fmla="*/ 0 w 15"/>
                <a:gd name="T5" fmla="*/ 10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0" y="7"/>
                  </a:moveTo>
                  <a:cubicBezTo>
                    <a:pt x="7" y="8"/>
                    <a:pt x="12" y="7"/>
                    <a:pt x="15" y="0"/>
                  </a:cubicBezTo>
                  <a:cubicBezTo>
                    <a:pt x="12" y="12"/>
                    <a:pt x="7" y="13"/>
                    <a:pt x="0" y="7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7" name="Freeform 2208">
              <a:extLst>
                <a:ext uri="{FF2B5EF4-FFF2-40B4-BE49-F238E27FC236}">
                  <a16:creationId xmlns:a16="http://schemas.microsoft.com/office/drawing/2014/main" id="{FC31BA68-61B9-49FD-8A13-D2EFEE8E3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2825"/>
              <a:ext cx="20" cy="93"/>
            </a:xfrm>
            <a:custGeom>
              <a:avLst/>
              <a:gdLst>
                <a:gd name="T0" fmla="*/ 44 w 9"/>
                <a:gd name="T1" fmla="*/ 0 h 38"/>
                <a:gd name="T2" fmla="*/ 20 w 9"/>
                <a:gd name="T3" fmla="*/ 232 h 38"/>
                <a:gd name="T4" fmla="*/ 9 w 9"/>
                <a:gd name="T5" fmla="*/ 558 h 38"/>
                <a:gd name="T6" fmla="*/ 80 w 9"/>
                <a:gd name="T7" fmla="*/ 174 h 38"/>
                <a:gd name="T8" fmla="*/ 44 w 9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8">
                  <a:moveTo>
                    <a:pt x="4" y="0"/>
                  </a:moveTo>
                  <a:cubicBezTo>
                    <a:pt x="7" y="6"/>
                    <a:pt x="3" y="9"/>
                    <a:pt x="2" y="16"/>
                  </a:cubicBezTo>
                  <a:cubicBezTo>
                    <a:pt x="0" y="23"/>
                    <a:pt x="0" y="31"/>
                    <a:pt x="1" y="38"/>
                  </a:cubicBezTo>
                  <a:cubicBezTo>
                    <a:pt x="2" y="23"/>
                    <a:pt x="4" y="20"/>
                    <a:pt x="7" y="12"/>
                  </a:cubicBezTo>
                  <a:cubicBezTo>
                    <a:pt x="9" y="4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8" name="Freeform 2209">
              <a:extLst>
                <a:ext uri="{FF2B5EF4-FFF2-40B4-BE49-F238E27FC236}">
                  <a16:creationId xmlns:a16="http://schemas.microsoft.com/office/drawing/2014/main" id="{173A6D53-EAA4-45F3-9E93-EC258AE84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491"/>
              <a:ext cx="21" cy="37"/>
            </a:xfrm>
            <a:custGeom>
              <a:avLst/>
              <a:gdLst>
                <a:gd name="T0" fmla="*/ 0 w 9"/>
                <a:gd name="T1" fmla="*/ 195 h 15"/>
                <a:gd name="T2" fmla="*/ 65 w 9"/>
                <a:gd name="T3" fmla="*/ 0 h 15"/>
                <a:gd name="T4" fmla="*/ 0 w 9"/>
                <a:gd name="T5" fmla="*/ 19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13"/>
                  </a:moveTo>
                  <a:cubicBezTo>
                    <a:pt x="7" y="10"/>
                    <a:pt x="7" y="5"/>
                    <a:pt x="5" y="0"/>
                  </a:cubicBezTo>
                  <a:cubicBezTo>
                    <a:pt x="9" y="6"/>
                    <a:pt x="9" y="15"/>
                    <a:pt x="0" y="13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9" name="Freeform 2210">
              <a:extLst>
                <a:ext uri="{FF2B5EF4-FFF2-40B4-BE49-F238E27FC236}">
                  <a16:creationId xmlns:a16="http://schemas.microsoft.com/office/drawing/2014/main" id="{DD572E4D-ADEB-4FAC-9B72-D50724D7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410"/>
              <a:ext cx="16" cy="59"/>
            </a:xfrm>
            <a:custGeom>
              <a:avLst/>
              <a:gdLst>
                <a:gd name="T0" fmla="*/ 11 w 7"/>
                <a:gd name="T1" fmla="*/ 356 h 24"/>
                <a:gd name="T2" fmla="*/ 0 w 7"/>
                <a:gd name="T3" fmla="*/ 0 h 24"/>
                <a:gd name="T4" fmla="*/ 11 w 7"/>
                <a:gd name="T5" fmla="*/ 3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4">
                  <a:moveTo>
                    <a:pt x="1" y="24"/>
                  </a:moveTo>
                  <a:cubicBezTo>
                    <a:pt x="4" y="15"/>
                    <a:pt x="5" y="13"/>
                    <a:pt x="0" y="0"/>
                  </a:cubicBezTo>
                  <a:cubicBezTo>
                    <a:pt x="7" y="9"/>
                    <a:pt x="7" y="16"/>
                    <a:pt x="1" y="24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0" name="Freeform 2211">
              <a:extLst>
                <a:ext uri="{FF2B5EF4-FFF2-40B4-BE49-F238E27FC236}">
                  <a16:creationId xmlns:a16="http://schemas.microsoft.com/office/drawing/2014/main" id="{8B72D840-06BB-4596-A310-E4460F22C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160"/>
              <a:ext cx="16" cy="79"/>
            </a:xfrm>
            <a:custGeom>
              <a:avLst/>
              <a:gdLst>
                <a:gd name="T0" fmla="*/ 73 w 7"/>
                <a:gd name="T1" fmla="*/ 0 h 32"/>
                <a:gd name="T2" fmla="*/ 25 w 7"/>
                <a:gd name="T3" fmla="*/ 153 h 32"/>
                <a:gd name="T4" fmla="*/ 0 w 7"/>
                <a:gd name="T5" fmla="*/ 481 h 32"/>
                <a:gd name="T6" fmla="*/ 57 w 7"/>
                <a:gd name="T7" fmla="*/ 183 h 32"/>
                <a:gd name="T8" fmla="*/ 73 w 7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2">
                  <a:moveTo>
                    <a:pt x="6" y="0"/>
                  </a:moveTo>
                  <a:cubicBezTo>
                    <a:pt x="1" y="4"/>
                    <a:pt x="0" y="5"/>
                    <a:pt x="2" y="10"/>
                  </a:cubicBezTo>
                  <a:cubicBezTo>
                    <a:pt x="3" y="15"/>
                    <a:pt x="7" y="23"/>
                    <a:pt x="0" y="32"/>
                  </a:cubicBezTo>
                  <a:cubicBezTo>
                    <a:pt x="7" y="26"/>
                    <a:pt x="6" y="18"/>
                    <a:pt x="5" y="12"/>
                  </a:cubicBezTo>
                  <a:cubicBezTo>
                    <a:pt x="4" y="6"/>
                    <a:pt x="3" y="2"/>
                    <a:pt x="6" y="0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1" name="Freeform 2212">
              <a:extLst>
                <a:ext uri="{FF2B5EF4-FFF2-40B4-BE49-F238E27FC236}">
                  <a16:creationId xmlns:a16="http://schemas.microsoft.com/office/drawing/2014/main" id="{0FD745D4-0A48-4196-B4C5-BAA3472D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339"/>
              <a:ext cx="32" cy="57"/>
            </a:xfrm>
            <a:custGeom>
              <a:avLst/>
              <a:gdLst>
                <a:gd name="T0" fmla="*/ 0 w 14"/>
                <a:gd name="T1" fmla="*/ 0 h 23"/>
                <a:gd name="T2" fmla="*/ 73 w 14"/>
                <a:gd name="T3" fmla="*/ 166 h 23"/>
                <a:gd name="T4" fmla="*/ 167 w 14"/>
                <a:gd name="T5" fmla="*/ 74 h 23"/>
                <a:gd name="T6" fmla="*/ 0 w 14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1" y="9"/>
                    <a:pt x="3" y="12"/>
                    <a:pt x="6" y="11"/>
                  </a:cubicBezTo>
                  <a:cubicBezTo>
                    <a:pt x="10" y="9"/>
                    <a:pt x="14" y="5"/>
                    <a:pt x="14" y="5"/>
                  </a:cubicBezTo>
                  <a:cubicBezTo>
                    <a:pt x="7" y="14"/>
                    <a:pt x="0" y="23"/>
                    <a:pt x="0" y="0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2" name="Freeform 2213">
              <a:extLst>
                <a:ext uri="{FF2B5EF4-FFF2-40B4-BE49-F238E27FC236}">
                  <a16:creationId xmlns:a16="http://schemas.microsoft.com/office/drawing/2014/main" id="{53F06F82-5C96-402F-A979-4F410DDA0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545"/>
              <a:ext cx="21" cy="93"/>
            </a:xfrm>
            <a:custGeom>
              <a:avLst/>
              <a:gdLst>
                <a:gd name="T0" fmla="*/ 114 w 9"/>
                <a:gd name="T1" fmla="*/ 191 h 38"/>
                <a:gd name="T2" fmla="*/ 37 w 9"/>
                <a:gd name="T3" fmla="*/ 29 h 38"/>
                <a:gd name="T4" fmla="*/ 0 w 9"/>
                <a:gd name="T5" fmla="*/ 558 h 38"/>
                <a:gd name="T6" fmla="*/ 65 w 9"/>
                <a:gd name="T7" fmla="*/ 162 h 38"/>
                <a:gd name="T8" fmla="*/ 114 w 9"/>
                <a:gd name="T9" fmla="*/ 19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8">
                  <a:moveTo>
                    <a:pt x="9" y="13"/>
                  </a:moveTo>
                  <a:cubicBezTo>
                    <a:pt x="5" y="8"/>
                    <a:pt x="4" y="0"/>
                    <a:pt x="3" y="2"/>
                  </a:cubicBezTo>
                  <a:cubicBezTo>
                    <a:pt x="3" y="5"/>
                    <a:pt x="0" y="20"/>
                    <a:pt x="0" y="38"/>
                  </a:cubicBezTo>
                  <a:cubicBezTo>
                    <a:pt x="1" y="21"/>
                    <a:pt x="3" y="9"/>
                    <a:pt x="5" y="11"/>
                  </a:cubicBezTo>
                  <a:cubicBezTo>
                    <a:pt x="7" y="12"/>
                    <a:pt x="9" y="13"/>
                    <a:pt x="9" y="13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3" name="Freeform 2214">
              <a:extLst>
                <a:ext uri="{FF2B5EF4-FFF2-40B4-BE49-F238E27FC236}">
                  <a16:creationId xmlns:a16="http://schemas.microsoft.com/office/drawing/2014/main" id="{5EA4BA27-11EF-48E2-8B07-B90D3482F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437"/>
              <a:ext cx="11" cy="27"/>
            </a:xfrm>
            <a:custGeom>
              <a:avLst/>
              <a:gdLst>
                <a:gd name="T0" fmla="*/ 53 w 5"/>
                <a:gd name="T1" fmla="*/ 103 h 11"/>
                <a:gd name="T2" fmla="*/ 0 w 5"/>
                <a:gd name="T3" fmla="*/ 162 h 11"/>
                <a:gd name="T4" fmla="*/ 53 w 5"/>
                <a:gd name="T5" fmla="*/ 10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7"/>
                  </a:moveTo>
                  <a:cubicBezTo>
                    <a:pt x="3" y="2"/>
                    <a:pt x="2" y="0"/>
                    <a:pt x="0" y="11"/>
                  </a:cubicBezTo>
                  <a:cubicBezTo>
                    <a:pt x="3" y="5"/>
                    <a:pt x="5" y="7"/>
                    <a:pt x="5" y="7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4" name="Freeform 2215">
              <a:extLst>
                <a:ext uri="{FF2B5EF4-FFF2-40B4-BE49-F238E27FC236}">
                  <a16:creationId xmlns:a16="http://schemas.microsoft.com/office/drawing/2014/main" id="{B3239DB5-8389-4E4D-A2D0-0765064E2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347"/>
              <a:ext cx="7" cy="19"/>
            </a:xfrm>
            <a:custGeom>
              <a:avLst/>
              <a:gdLst>
                <a:gd name="T0" fmla="*/ 37 w 3"/>
                <a:gd name="T1" fmla="*/ 0 h 8"/>
                <a:gd name="T2" fmla="*/ 0 w 3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2"/>
                    <a:pt x="0" y="6"/>
                    <a:pt x="0" y="8"/>
                  </a:cubicBezTo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5" name="Freeform 2216">
              <a:extLst>
                <a:ext uri="{FF2B5EF4-FFF2-40B4-BE49-F238E27FC236}">
                  <a16:creationId xmlns:a16="http://schemas.microsoft.com/office/drawing/2014/main" id="{A19787CA-F6B4-497C-AE21-CF1EB6C1E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099"/>
              <a:ext cx="21" cy="12"/>
            </a:xfrm>
            <a:custGeom>
              <a:avLst/>
              <a:gdLst>
                <a:gd name="T0" fmla="*/ 0 w 9"/>
                <a:gd name="T1" fmla="*/ 58 h 5"/>
                <a:gd name="T2" fmla="*/ 114 w 9"/>
                <a:gd name="T3" fmla="*/ 70 h 5"/>
                <a:gd name="T4" fmla="*/ 0 w 9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0" y="1"/>
                    <a:pt x="7" y="0"/>
                    <a:pt x="9" y="5"/>
                  </a:cubicBezTo>
                  <a:cubicBezTo>
                    <a:pt x="7" y="3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6" name="Freeform 2217">
              <a:extLst>
                <a:ext uri="{FF2B5EF4-FFF2-40B4-BE49-F238E27FC236}">
                  <a16:creationId xmlns:a16="http://schemas.microsoft.com/office/drawing/2014/main" id="{CB97FA25-DD85-4AB0-A1FE-242D0B7C5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111"/>
              <a:ext cx="14" cy="10"/>
            </a:xfrm>
            <a:custGeom>
              <a:avLst/>
              <a:gdLst>
                <a:gd name="T0" fmla="*/ 77 w 6"/>
                <a:gd name="T1" fmla="*/ 20 h 4"/>
                <a:gd name="T2" fmla="*/ 12 w 6"/>
                <a:gd name="T3" fmla="*/ 63 h 4"/>
                <a:gd name="T4" fmla="*/ 77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6" y="1"/>
                  </a:moveTo>
                  <a:cubicBezTo>
                    <a:pt x="3" y="0"/>
                    <a:pt x="0" y="2"/>
                    <a:pt x="1" y="4"/>
                  </a:cubicBezTo>
                  <a:cubicBezTo>
                    <a:pt x="5" y="1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BC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7" name="Freeform 2218">
              <a:extLst>
                <a:ext uri="{FF2B5EF4-FFF2-40B4-BE49-F238E27FC236}">
                  <a16:creationId xmlns:a16="http://schemas.microsoft.com/office/drawing/2014/main" id="{26DDECC6-3465-4B19-B0E8-64E09F382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234"/>
              <a:ext cx="12" cy="7"/>
            </a:xfrm>
            <a:custGeom>
              <a:avLst/>
              <a:gdLst>
                <a:gd name="T0" fmla="*/ 0 w 5"/>
                <a:gd name="T1" fmla="*/ 28 h 3"/>
                <a:gd name="T2" fmla="*/ 70 w 5"/>
                <a:gd name="T3" fmla="*/ 0 h 3"/>
                <a:gd name="T4" fmla="*/ 12 w 5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4" y="2"/>
                    <a:pt x="5" y="0"/>
                  </a:cubicBezTo>
                  <a:cubicBezTo>
                    <a:pt x="3" y="0"/>
                    <a:pt x="2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8" name="Freeform 2219">
              <a:extLst>
                <a:ext uri="{FF2B5EF4-FFF2-40B4-BE49-F238E27FC236}">
                  <a16:creationId xmlns:a16="http://schemas.microsoft.com/office/drawing/2014/main" id="{865EE1F6-5F53-425E-9F6C-34838BDAC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226"/>
              <a:ext cx="4" cy="8"/>
            </a:xfrm>
            <a:custGeom>
              <a:avLst/>
              <a:gdLst>
                <a:gd name="T0" fmla="*/ 0 w 2"/>
                <a:gd name="T1" fmla="*/ 35 h 3"/>
                <a:gd name="T2" fmla="*/ 0 w 2"/>
                <a:gd name="T3" fmla="*/ 35 h 3"/>
                <a:gd name="T4" fmla="*/ 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2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9" name="Freeform 2220">
              <a:extLst>
                <a:ext uri="{FF2B5EF4-FFF2-40B4-BE49-F238E27FC236}">
                  <a16:creationId xmlns:a16="http://schemas.microsoft.com/office/drawing/2014/main" id="{2366A777-B0DC-4B5D-A113-C65B86AD9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180"/>
              <a:ext cx="14" cy="7"/>
            </a:xfrm>
            <a:custGeom>
              <a:avLst/>
              <a:gdLst>
                <a:gd name="T0" fmla="*/ 0 w 6"/>
                <a:gd name="T1" fmla="*/ 12 h 3"/>
                <a:gd name="T2" fmla="*/ 77 w 6"/>
                <a:gd name="T3" fmla="*/ 0 h 3"/>
                <a:gd name="T4" fmla="*/ 12 w 6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1"/>
                  </a:moveTo>
                  <a:cubicBezTo>
                    <a:pt x="2" y="3"/>
                    <a:pt x="5" y="2"/>
                    <a:pt x="6" y="0"/>
                  </a:cubicBezTo>
                  <a:cubicBezTo>
                    <a:pt x="5" y="1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0" name="Freeform 2221">
              <a:extLst>
                <a:ext uri="{FF2B5EF4-FFF2-40B4-BE49-F238E27FC236}">
                  <a16:creationId xmlns:a16="http://schemas.microsoft.com/office/drawing/2014/main" id="{3752D6CF-F6C0-4904-9265-E077C6F1A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75"/>
              <a:ext cx="7" cy="7"/>
            </a:xfrm>
            <a:custGeom>
              <a:avLst/>
              <a:gdLst>
                <a:gd name="T0" fmla="*/ 0 w 3"/>
                <a:gd name="T1" fmla="*/ 28 h 3"/>
                <a:gd name="T2" fmla="*/ 12 w 3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2" y="3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1" name="Freeform 2222">
              <a:extLst>
                <a:ext uri="{FF2B5EF4-FFF2-40B4-BE49-F238E27FC236}">
                  <a16:creationId xmlns:a16="http://schemas.microsoft.com/office/drawing/2014/main" id="{3CAC68AD-C4C9-4BB8-858C-FC4DC91D2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21"/>
              <a:ext cx="14" cy="12"/>
            </a:xfrm>
            <a:custGeom>
              <a:avLst/>
              <a:gdLst>
                <a:gd name="T0" fmla="*/ 0 w 6"/>
                <a:gd name="T1" fmla="*/ 70 h 5"/>
                <a:gd name="T2" fmla="*/ 77 w 6"/>
                <a:gd name="T3" fmla="*/ 12 h 5"/>
                <a:gd name="T4" fmla="*/ 12 w 6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4"/>
                    <a:pt x="5" y="3"/>
                    <a:pt x="6" y="1"/>
                  </a:cubicBezTo>
                  <a:cubicBezTo>
                    <a:pt x="4" y="0"/>
                    <a:pt x="2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2" name="Freeform 2223">
              <a:extLst>
                <a:ext uri="{FF2B5EF4-FFF2-40B4-BE49-F238E27FC236}">
                  <a16:creationId xmlns:a16="http://schemas.microsoft.com/office/drawing/2014/main" id="{174F2FC1-29E8-4A89-9B10-480B48A89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116"/>
              <a:ext cx="4" cy="5"/>
            </a:xfrm>
            <a:custGeom>
              <a:avLst/>
              <a:gdLst>
                <a:gd name="T0" fmla="*/ 0 w 2"/>
                <a:gd name="T1" fmla="*/ 20 h 2"/>
                <a:gd name="T2" fmla="*/ 16 w 2"/>
                <a:gd name="T3" fmla="*/ 0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3" name="Freeform 2224">
              <a:extLst>
                <a:ext uri="{FF2B5EF4-FFF2-40B4-BE49-F238E27FC236}">
                  <a16:creationId xmlns:a16="http://schemas.microsoft.com/office/drawing/2014/main" id="{C1A0DF00-AB02-4E5A-860B-770EA656F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214"/>
              <a:ext cx="9" cy="7"/>
            </a:xfrm>
            <a:custGeom>
              <a:avLst/>
              <a:gdLst>
                <a:gd name="T0" fmla="*/ 0 w 4"/>
                <a:gd name="T1" fmla="*/ 28 h 3"/>
                <a:gd name="T2" fmla="*/ 36 w 4"/>
                <a:gd name="T3" fmla="*/ 0 h 3"/>
                <a:gd name="T4" fmla="*/ 0 w 4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3"/>
                    <a:pt x="4" y="2"/>
                    <a:pt x="3" y="0"/>
                  </a:cubicBezTo>
                  <a:cubicBezTo>
                    <a:pt x="2" y="1"/>
                    <a:pt x="0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4" name="Freeform 2225">
              <a:extLst>
                <a:ext uri="{FF2B5EF4-FFF2-40B4-BE49-F238E27FC236}">
                  <a16:creationId xmlns:a16="http://schemas.microsoft.com/office/drawing/2014/main" id="{072D7AA2-0FBE-4436-8289-7237B92DC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295"/>
              <a:ext cx="21" cy="20"/>
            </a:xfrm>
            <a:custGeom>
              <a:avLst/>
              <a:gdLst>
                <a:gd name="T0" fmla="*/ 0 w 9"/>
                <a:gd name="T1" fmla="*/ 125 h 8"/>
                <a:gd name="T2" fmla="*/ 114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3" y="5"/>
                    <a:pt x="7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5" name="Freeform 2226">
              <a:extLst>
                <a:ext uri="{FF2B5EF4-FFF2-40B4-BE49-F238E27FC236}">
                  <a16:creationId xmlns:a16="http://schemas.microsoft.com/office/drawing/2014/main" id="{AED612E2-E05F-47E4-898D-86E4AF6A8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332"/>
              <a:ext cx="10" cy="12"/>
            </a:xfrm>
            <a:custGeom>
              <a:avLst/>
              <a:gdLst>
                <a:gd name="T0" fmla="*/ 0 w 4"/>
                <a:gd name="T1" fmla="*/ 58 h 5"/>
                <a:gd name="T2" fmla="*/ 63 w 4"/>
                <a:gd name="T3" fmla="*/ 0 h 5"/>
                <a:gd name="T4" fmla="*/ 2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2" y="5"/>
                    <a:pt x="4" y="2"/>
                    <a:pt x="4" y="0"/>
                  </a:cubicBezTo>
                  <a:cubicBezTo>
                    <a:pt x="3" y="2"/>
                    <a:pt x="2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6" name="Freeform 2227">
              <a:extLst>
                <a:ext uri="{FF2B5EF4-FFF2-40B4-BE49-F238E27FC236}">
                  <a16:creationId xmlns:a16="http://schemas.microsoft.com/office/drawing/2014/main" id="{CCF7B800-E180-402A-9CF2-02E036EC9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327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20 h 2"/>
                <a:gd name="T4" fmla="*/ 0 w 1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7" name="Freeform 2228">
              <a:extLst>
                <a:ext uri="{FF2B5EF4-FFF2-40B4-BE49-F238E27FC236}">
                  <a16:creationId xmlns:a16="http://schemas.microsoft.com/office/drawing/2014/main" id="{57CF5708-501F-432F-95D2-B499D6CDB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170"/>
              <a:ext cx="9" cy="20"/>
            </a:xfrm>
            <a:custGeom>
              <a:avLst/>
              <a:gdLst>
                <a:gd name="T0" fmla="*/ 36 w 4"/>
                <a:gd name="T1" fmla="*/ 20 h 8"/>
                <a:gd name="T2" fmla="*/ 36 w 4"/>
                <a:gd name="T3" fmla="*/ 125 h 8"/>
                <a:gd name="T4" fmla="*/ 36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3" y="1"/>
                  </a:moveTo>
                  <a:cubicBezTo>
                    <a:pt x="0" y="1"/>
                    <a:pt x="4" y="6"/>
                    <a:pt x="3" y="8"/>
                  </a:cubicBezTo>
                  <a:cubicBezTo>
                    <a:pt x="4" y="6"/>
                    <a:pt x="1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8" name="Freeform 2229">
              <a:extLst>
                <a:ext uri="{FF2B5EF4-FFF2-40B4-BE49-F238E27FC236}">
                  <a16:creationId xmlns:a16="http://schemas.microsoft.com/office/drawing/2014/main" id="{0EDDF20C-01DF-4D2E-80A7-5B2B971E5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366"/>
              <a:ext cx="11" cy="10"/>
            </a:xfrm>
            <a:custGeom>
              <a:avLst/>
              <a:gdLst>
                <a:gd name="T0" fmla="*/ 0 w 5"/>
                <a:gd name="T1" fmla="*/ 0 h 4"/>
                <a:gd name="T2" fmla="*/ 53 w 5"/>
                <a:gd name="T3" fmla="*/ 0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3"/>
                    <a:pt x="5" y="4"/>
                    <a:pt x="5" y="0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9" name="Freeform 2230">
              <a:extLst>
                <a:ext uri="{FF2B5EF4-FFF2-40B4-BE49-F238E27FC236}">
                  <a16:creationId xmlns:a16="http://schemas.microsoft.com/office/drawing/2014/main" id="{074BCC42-2D06-4F69-A9B0-FCB4E584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430"/>
              <a:ext cx="5" cy="24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2" y="4"/>
                    <a:pt x="0" y="6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0" name="Freeform 2231">
              <a:extLst>
                <a:ext uri="{FF2B5EF4-FFF2-40B4-BE49-F238E27FC236}">
                  <a16:creationId xmlns:a16="http://schemas.microsoft.com/office/drawing/2014/main" id="{01E2CB5A-6857-4AA7-9870-51F1E65A8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450"/>
              <a:ext cx="7" cy="7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7 h 3"/>
                <a:gd name="T4" fmla="*/ 28 w 3"/>
                <a:gd name="T5" fmla="*/ 0 h 3"/>
                <a:gd name="T6" fmla="*/ 37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2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1" name="Freeform 2232">
              <a:extLst>
                <a:ext uri="{FF2B5EF4-FFF2-40B4-BE49-F238E27FC236}">
                  <a16:creationId xmlns:a16="http://schemas.microsoft.com/office/drawing/2014/main" id="{B13454D1-FD10-4A8E-B1F6-D7498256C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560"/>
              <a:ext cx="7" cy="12"/>
            </a:xfrm>
            <a:custGeom>
              <a:avLst/>
              <a:gdLst>
                <a:gd name="T0" fmla="*/ 28 w 3"/>
                <a:gd name="T1" fmla="*/ 0 h 5"/>
                <a:gd name="T2" fmla="*/ 0 w 3"/>
                <a:gd name="T3" fmla="*/ 70 h 5"/>
                <a:gd name="T4" fmla="*/ 37 w 3"/>
                <a:gd name="T5" fmla="*/ 29 h 5"/>
                <a:gd name="T6" fmla="*/ 37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1"/>
                    <a:pt x="1" y="3"/>
                    <a:pt x="0" y="5"/>
                  </a:cubicBezTo>
                  <a:cubicBezTo>
                    <a:pt x="1" y="4"/>
                    <a:pt x="1" y="2"/>
                    <a:pt x="3" y="2"/>
                  </a:cubicBezTo>
                  <a:cubicBezTo>
                    <a:pt x="3" y="1"/>
                    <a:pt x="2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2" name="Freeform 2233">
              <a:extLst>
                <a:ext uri="{FF2B5EF4-FFF2-40B4-BE49-F238E27FC236}">
                  <a16:creationId xmlns:a16="http://schemas.microsoft.com/office/drawing/2014/main" id="{0D02A731-EEDF-4F6B-BA7A-5B67F6A2E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2629"/>
              <a:ext cx="4" cy="17"/>
            </a:xfrm>
            <a:custGeom>
              <a:avLst/>
              <a:gdLst>
                <a:gd name="T0" fmla="*/ 8 w 2"/>
                <a:gd name="T1" fmla="*/ 0 h 7"/>
                <a:gd name="T2" fmla="*/ 0 w 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1" y="2"/>
                    <a:pt x="2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3" name="Freeform 2234">
              <a:extLst>
                <a:ext uri="{FF2B5EF4-FFF2-40B4-BE49-F238E27FC236}">
                  <a16:creationId xmlns:a16="http://schemas.microsoft.com/office/drawing/2014/main" id="{FE3DBAD6-9F29-4294-A24B-72A943CD5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2624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4" name="Freeform 2235">
              <a:extLst>
                <a:ext uri="{FF2B5EF4-FFF2-40B4-BE49-F238E27FC236}">
                  <a16:creationId xmlns:a16="http://schemas.microsoft.com/office/drawing/2014/main" id="{CCDCD4C3-5769-4CB1-9D2B-DD61B4321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511"/>
              <a:ext cx="14" cy="10"/>
            </a:xfrm>
            <a:custGeom>
              <a:avLst/>
              <a:gdLst>
                <a:gd name="T0" fmla="*/ 0 w 6"/>
                <a:gd name="T1" fmla="*/ 63 h 4"/>
                <a:gd name="T2" fmla="*/ 7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6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5" name="Freeform 2236">
              <a:extLst>
                <a:ext uri="{FF2B5EF4-FFF2-40B4-BE49-F238E27FC236}">
                  <a16:creationId xmlns:a16="http://schemas.microsoft.com/office/drawing/2014/main" id="{BA0CD381-498F-491C-A1BD-6E73E6787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503"/>
              <a:ext cx="4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6" name="Freeform 2237">
              <a:extLst>
                <a:ext uri="{FF2B5EF4-FFF2-40B4-BE49-F238E27FC236}">
                  <a16:creationId xmlns:a16="http://schemas.microsoft.com/office/drawing/2014/main" id="{EDAC88C4-4609-4879-B70F-84CCB125F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727"/>
              <a:ext cx="11" cy="7"/>
            </a:xfrm>
            <a:custGeom>
              <a:avLst/>
              <a:gdLst>
                <a:gd name="T0" fmla="*/ 0 w 5"/>
                <a:gd name="T1" fmla="*/ 28 h 3"/>
                <a:gd name="T2" fmla="*/ 53 w 5"/>
                <a:gd name="T3" fmla="*/ 0 h 3"/>
                <a:gd name="T4" fmla="*/ 9 w 5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2" y="3"/>
                    <a:pt x="4" y="2"/>
                    <a:pt x="5" y="0"/>
                  </a:cubicBezTo>
                  <a:cubicBezTo>
                    <a:pt x="4" y="0"/>
                    <a:pt x="1" y="1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7" name="Freeform 2238">
              <a:extLst>
                <a:ext uri="{FF2B5EF4-FFF2-40B4-BE49-F238E27FC236}">
                  <a16:creationId xmlns:a16="http://schemas.microsoft.com/office/drawing/2014/main" id="{65708B95-CDF9-4817-B00E-9A6DC03C7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719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20 h 2"/>
                <a:gd name="T4" fmla="*/ 2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1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8" name="Freeform 2239">
              <a:extLst>
                <a:ext uri="{FF2B5EF4-FFF2-40B4-BE49-F238E27FC236}">
                  <a16:creationId xmlns:a16="http://schemas.microsoft.com/office/drawing/2014/main" id="{F43AA0D2-2C41-4407-B66C-C73C2FBA0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849"/>
              <a:ext cx="7" cy="30"/>
            </a:xfrm>
            <a:custGeom>
              <a:avLst/>
              <a:gdLst>
                <a:gd name="T0" fmla="*/ 37 w 3"/>
                <a:gd name="T1" fmla="*/ 0 h 12"/>
                <a:gd name="T2" fmla="*/ 0 w 3"/>
                <a:gd name="T3" fmla="*/ 95 h 12"/>
                <a:gd name="T4" fmla="*/ 0 w 3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2" y="2"/>
                    <a:pt x="1" y="4"/>
                    <a:pt x="0" y="6"/>
                  </a:cubicBezTo>
                  <a:cubicBezTo>
                    <a:pt x="0" y="8"/>
                    <a:pt x="0" y="10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9" name="Freeform 2240">
              <a:extLst>
                <a:ext uri="{FF2B5EF4-FFF2-40B4-BE49-F238E27FC236}">
                  <a16:creationId xmlns:a16="http://schemas.microsoft.com/office/drawing/2014/main" id="{323885A0-4B3C-4736-B930-C745486EA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842"/>
              <a:ext cx="3" cy="7"/>
            </a:xfrm>
            <a:custGeom>
              <a:avLst/>
              <a:gdLst>
                <a:gd name="T0" fmla="*/ 0 w 1"/>
                <a:gd name="T1" fmla="*/ 28 h 3"/>
                <a:gd name="T2" fmla="*/ 0 w 1"/>
                <a:gd name="T3" fmla="*/ 37 h 3"/>
                <a:gd name="T4" fmla="*/ 0 w 1"/>
                <a:gd name="T5" fmla="*/ 0 h 3"/>
                <a:gd name="T6" fmla="*/ 0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0" name="Freeform 2241">
              <a:extLst>
                <a:ext uri="{FF2B5EF4-FFF2-40B4-BE49-F238E27FC236}">
                  <a16:creationId xmlns:a16="http://schemas.microsoft.com/office/drawing/2014/main" id="{7029B336-4D0F-4D5C-B915-C4EDD668F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511"/>
              <a:ext cx="5" cy="7"/>
            </a:xfrm>
            <a:custGeom>
              <a:avLst/>
              <a:gdLst>
                <a:gd name="T0" fmla="*/ 0 w 2"/>
                <a:gd name="T1" fmla="*/ 37 h 3"/>
                <a:gd name="T2" fmla="*/ 33 w 2"/>
                <a:gd name="T3" fmla="*/ 0 h 3"/>
                <a:gd name="T4" fmla="*/ 0 w 2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3"/>
                    <a:pt x="2" y="1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1" name="Freeform 2242">
              <a:extLst>
                <a:ext uri="{FF2B5EF4-FFF2-40B4-BE49-F238E27FC236}">
                  <a16:creationId xmlns:a16="http://schemas.microsoft.com/office/drawing/2014/main" id="{9A1ADEF0-B391-4CD7-B768-B26832D10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329"/>
              <a:ext cx="7" cy="20"/>
            </a:xfrm>
            <a:custGeom>
              <a:avLst/>
              <a:gdLst>
                <a:gd name="T0" fmla="*/ 28 w 3"/>
                <a:gd name="T1" fmla="*/ 0 h 8"/>
                <a:gd name="T2" fmla="*/ 0 w 3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0"/>
                  </a:moveTo>
                  <a:cubicBezTo>
                    <a:pt x="3" y="3"/>
                    <a:pt x="2" y="6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2" name="Freeform 2243">
              <a:extLst>
                <a:ext uri="{FF2B5EF4-FFF2-40B4-BE49-F238E27FC236}">
                  <a16:creationId xmlns:a16="http://schemas.microsoft.com/office/drawing/2014/main" id="{0DC1E7FB-21B8-4A55-B790-296FBFB9F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302"/>
              <a:ext cx="7" cy="10"/>
            </a:xfrm>
            <a:custGeom>
              <a:avLst/>
              <a:gdLst>
                <a:gd name="T0" fmla="*/ 0 w 3"/>
                <a:gd name="T1" fmla="*/ 63 h 4"/>
                <a:gd name="T2" fmla="*/ 37 w 3"/>
                <a:gd name="T3" fmla="*/ 20 h 4"/>
                <a:gd name="T4" fmla="*/ 0 w 3"/>
                <a:gd name="T5" fmla="*/ 33 h 4"/>
                <a:gd name="T6" fmla="*/ 12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4"/>
                    <a:pt x="3" y="2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3" name="Freeform 2244">
              <a:extLst>
                <a:ext uri="{FF2B5EF4-FFF2-40B4-BE49-F238E27FC236}">
                  <a16:creationId xmlns:a16="http://schemas.microsoft.com/office/drawing/2014/main" id="{8BBB9C14-1F41-48A5-B049-4BDF4C217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2297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4" name="Freeform 2245">
              <a:extLst>
                <a:ext uri="{FF2B5EF4-FFF2-40B4-BE49-F238E27FC236}">
                  <a16:creationId xmlns:a16="http://schemas.microsoft.com/office/drawing/2014/main" id="{8A84DF0B-27C5-46CC-9F1B-DAEF3B177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295"/>
              <a:ext cx="18" cy="5"/>
            </a:xfrm>
            <a:custGeom>
              <a:avLst/>
              <a:gdLst>
                <a:gd name="T0" fmla="*/ 0 w 8"/>
                <a:gd name="T1" fmla="*/ 0 h 2"/>
                <a:gd name="T2" fmla="*/ 92 w 8"/>
                <a:gd name="T3" fmla="*/ 0 h 2"/>
                <a:gd name="T4" fmla="*/ 45 w 8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2"/>
                    <a:pt x="6" y="2"/>
                    <a:pt x="8" y="0"/>
                  </a:cubicBezTo>
                  <a:cubicBezTo>
                    <a:pt x="7" y="0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5" name="Freeform 2246">
              <a:extLst>
                <a:ext uri="{FF2B5EF4-FFF2-40B4-BE49-F238E27FC236}">
                  <a16:creationId xmlns:a16="http://schemas.microsoft.com/office/drawing/2014/main" id="{CC8AB61C-E986-47E2-874D-08A44C051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290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6" name="Freeform 2247">
              <a:extLst>
                <a:ext uri="{FF2B5EF4-FFF2-40B4-BE49-F238E27FC236}">
                  <a16:creationId xmlns:a16="http://schemas.microsoft.com/office/drawing/2014/main" id="{0AFFE4C2-E01B-4A0B-9768-183B51887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256"/>
              <a:ext cx="9" cy="7"/>
            </a:xfrm>
            <a:custGeom>
              <a:avLst/>
              <a:gdLst>
                <a:gd name="T0" fmla="*/ 0 w 4"/>
                <a:gd name="T1" fmla="*/ 37 h 3"/>
                <a:gd name="T2" fmla="*/ 45 w 4"/>
                <a:gd name="T3" fmla="*/ 0 h 3"/>
                <a:gd name="T4" fmla="*/ 25 w 4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4" y="3"/>
                    <a:pt x="4" y="0"/>
                  </a:cubicBezTo>
                  <a:cubicBezTo>
                    <a:pt x="4" y="1"/>
                    <a:pt x="3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7" name="Freeform 2248">
              <a:extLst>
                <a:ext uri="{FF2B5EF4-FFF2-40B4-BE49-F238E27FC236}">
                  <a16:creationId xmlns:a16="http://schemas.microsoft.com/office/drawing/2014/main" id="{7A933AF6-9AEE-4123-A434-685A92763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251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8" name="Freeform 2249">
              <a:extLst>
                <a:ext uri="{FF2B5EF4-FFF2-40B4-BE49-F238E27FC236}">
                  <a16:creationId xmlns:a16="http://schemas.microsoft.com/office/drawing/2014/main" id="{B2BBEAF4-A8EF-41AF-B11D-AC441875C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192"/>
              <a:ext cx="21" cy="5"/>
            </a:xfrm>
            <a:custGeom>
              <a:avLst/>
              <a:gdLst>
                <a:gd name="T0" fmla="*/ 0 w 9"/>
                <a:gd name="T1" fmla="*/ 33 h 2"/>
                <a:gd name="T2" fmla="*/ 114 w 9"/>
                <a:gd name="T3" fmla="*/ 0 h 2"/>
                <a:gd name="T4" fmla="*/ 65 w 9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2" y="2"/>
                    <a:pt x="8" y="2"/>
                    <a:pt x="9" y="0"/>
                  </a:cubicBezTo>
                  <a:cubicBezTo>
                    <a:pt x="8" y="0"/>
                    <a:pt x="5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9" name="Freeform 2250">
              <a:extLst>
                <a:ext uri="{FF2B5EF4-FFF2-40B4-BE49-F238E27FC236}">
                  <a16:creationId xmlns:a16="http://schemas.microsoft.com/office/drawing/2014/main" id="{A281FD78-B278-443A-91D4-F85A20477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187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20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1" y="2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0" name="Freeform 2251">
              <a:extLst>
                <a:ext uri="{FF2B5EF4-FFF2-40B4-BE49-F238E27FC236}">
                  <a16:creationId xmlns:a16="http://schemas.microsoft.com/office/drawing/2014/main" id="{11F0812E-2290-4E4D-ACD3-26EB945D7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44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1" name="Freeform 2252">
              <a:extLst>
                <a:ext uri="{FF2B5EF4-FFF2-40B4-BE49-F238E27FC236}">
                  <a16:creationId xmlns:a16="http://schemas.microsoft.com/office/drawing/2014/main" id="{F17B287D-E7C8-4FB0-A718-001BB2487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442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2" name="Freeform 2253">
              <a:extLst>
                <a:ext uri="{FF2B5EF4-FFF2-40B4-BE49-F238E27FC236}">
                  <a16:creationId xmlns:a16="http://schemas.microsoft.com/office/drawing/2014/main" id="{6E24AE12-1AE5-4C46-87CC-977B39CA3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427"/>
              <a:ext cx="39" cy="47"/>
            </a:xfrm>
            <a:custGeom>
              <a:avLst/>
              <a:gdLst>
                <a:gd name="T0" fmla="*/ 11 w 17"/>
                <a:gd name="T1" fmla="*/ 166 h 19"/>
                <a:gd name="T2" fmla="*/ 94 w 17"/>
                <a:gd name="T3" fmla="*/ 257 h 19"/>
                <a:gd name="T4" fmla="*/ 158 w 17"/>
                <a:gd name="T5" fmla="*/ 92 h 19"/>
                <a:gd name="T6" fmla="*/ 11 w 17"/>
                <a:gd name="T7" fmla="*/ 16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1" y="11"/>
                  </a:moveTo>
                  <a:cubicBezTo>
                    <a:pt x="2" y="13"/>
                    <a:pt x="3" y="19"/>
                    <a:pt x="8" y="17"/>
                  </a:cubicBezTo>
                  <a:cubicBezTo>
                    <a:pt x="12" y="15"/>
                    <a:pt x="17" y="12"/>
                    <a:pt x="13" y="6"/>
                  </a:cubicBezTo>
                  <a:cubicBezTo>
                    <a:pt x="8" y="0"/>
                    <a:pt x="0" y="4"/>
                    <a:pt x="1" y="11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3" name="Freeform 2254">
              <a:extLst>
                <a:ext uri="{FF2B5EF4-FFF2-40B4-BE49-F238E27FC236}">
                  <a16:creationId xmlns:a16="http://schemas.microsoft.com/office/drawing/2014/main" id="{27DC2B29-9F6C-4863-AE4A-85EBB9E5D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366"/>
              <a:ext cx="44" cy="34"/>
            </a:xfrm>
            <a:custGeom>
              <a:avLst/>
              <a:gdLst>
                <a:gd name="T0" fmla="*/ 123 w 19"/>
                <a:gd name="T1" fmla="*/ 12 h 14"/>
                <a:gd name="T2" fmla="*/ 0 w 19"/>
                <a:gd name="T3" fmla="*/ 87 h 14"/>
                <a:gd name="T4" fmla="*/ 171 w 19"/>
                <a:gd name="T5" fmla="*/ 170 h 14"/>
                <a:gd name="T6" fmla="*/ 123 w 19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0" y="1"/>
                  </a:moveTo>
                  <a:cubicBezTo>
                    <a:pt x="4" y="0"/>
                    <a:pt x="1" y="2"/>
                    <a:pt x="0" y="6"/>
                  </a:cubicBezTo>
                  <a:cubicBezTo>
                    <a:pt x="0" y="11"/>
                    <a:pt x="9" y="14"/>
                    <a:pt x="14" y="12"/>
                  </a:cubicBezTo>
                  <a:cubicBezTo>
                    <a:pt x="18" y="10"/>
                    <a:pt x="19" y="2"/>
                    <a:pt x="10" y="1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4" name="Freeform 2255">
              <a:extLst>
                <a:ext uri="{FF2B5EF4-FFF2-40B4-BE49-F238E27FC236}">
                  <a16:creationId xmlns:a16="http://schemas.microsoft.com/office/drawing/2014/main" id="{53B7C489-15C4-420A-B34A-52BF95670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413"/>
              <a:ext cx="46" cy="46"/>
            </a:xfrm>
            <a:custGeom>
              <a:avLst/>
              <a:gdLst>
                <a:gd name="T0" fmla="*/ 28 w 20"/>
                <a:gd name="T1" fmla="*/ 70 h 19"/>
                <a:gd name="T2" fmla="*/ 195 w 20"/>
                <a:gd name="T3" fmla="*/ 199 h 19"/>
                <a:gd name="T4" fmla="*/ 147 w 20"/>
                <a:gd name="T5" fmla="*/ 41 h 19"/>
                <a:gd name="T6" fmla="*/ 28 w 20"/>
                <a:gd name="T7" fmla="*/ 7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9">
                  <a:moveTo>
                    <a:pt x="2" y="5"/>
                  </a:moveTo>
                  <a:cubicBezTo>
                    <a:pt x="0" y="9"/>
                    <a:pt x="13" y="19"/>
                    <a:pt x="16" y="14"/>
                  </a:cubicBezTo>
                  <a:cubicBezTo>
                    <a:pt x="20" y="8"/>
                    <a:pt x="17" y="5"/>
                    <a:pt x="12" y="3"/>
                  </a:cubicBezTo>
                  <a:cubicBezTo>
                    <a:pt x="7" y="0"/>
                    <a:pt x="4" y="2"/>
                    <a:pt x="2" y="5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5" name="Freeform 2256">
              <a:extLst>
                <a:ext uri="{FF2B5EF4-FFF2-40B4-BE49-F238E27FC236}">
                  <a16:creationId xmlns:a16="http://schemas.microsoft.com/office/drawing/2014/main" id="{F3F3E6A3-B6A9-4628-B747-DFF593AAA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356"/>
              <a:ext cx="39" cy="32"/>
            </a:xfrm>
            <a:custGeom>
              <a:avLst/>
              <a:gdLst>
                <a:gd name="T0" fmla="*/ 25 w 17"/>
                <a:gd name="T1" fmla="*/ 91 h 13"/>
                <a:gd name="T2" fmla="*/ 110 w 17"/>
                <a:gd name="T3" fmla="*/ 194 h 13"/>
                <a:gd name="T4" fmla="*/ 204 w 17"/>
                <a:gd name="T5" fmla="*/ 91 h 13"/>
                <a:gd name="T6" fmla="*/ 122 w 17"/>
                <a:gd name="T7" fmla="*/ 0 h 13"/>
                <a:gd name="T8" fmla="*/ 25 w 17"/>
                <a:gd name="T9" fmla="*/ 9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2" y="6"/>
                  </a:moveTo>
                  <a:cubicBezTo>
                    <a:pt x="0" y="10"/>
                    <a:pt x="3" y="13"/>
                    <a:pt x="9" y="13"/>
                  </a:cubicBezTo>
                  <a:cubicBezTo>
                    <a:pt x="15" y="13"/>
                    <a:pt x="17" y="9"/>
                    <a:pt x="17" y="6"/>
                  </a:cubicBezTo>
                  <a:cubicBezTo>
                    <a:pt x="17" y="4"/>
                    <a:pt x="16" y="0"/>
                    <a:pt x="10" y="0"/>
                  </a:cubicBezTo>
                  <a:cubicBezTo>
                    <a:pt x="4" y="1"/>
                    <a:pt x="4" y="2"/>
                    <a:pt x="2" y="6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6" name="Freeform 2257">
              <a:extLst>
                <a:ext uri="{FF2B5EF4-FFF2-40B4-BE49-F238E27FC236}">
                  <a16:creationId xmlns:a16="http://schemas.microsoft.com/office/drawing/2014/main" id="{5AD0D915-4209-40BD-AA18-7830ACABF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349"/>
              <a:ext cx="46" cy="37"/>
            </a:xfrm>
            <a:custGeom>
              <a:avLst/>
              <a:gdLst>
                <a:gd name="T0" fmla="*/ 28 w 20"/>
                <a:gd name="T1" fmla="*/ 104 h 15"/>
                <a:gd name="T2" fmla="*/ 131 w 20"/>
                <a:gd name="T3" fmla="*/ 224 h 15"/>
                <a:gd name="T4" fmla="*/ 216 w 20"/>
                <a:gd name="T5" fmla="*/ 91 h 15"/>
                <a:gd name="T6" fmla="*/ 28 w 20"/>
                <a:gd name="T7" fmla="*/ 10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2" y="7"/>
                  </a:moveTo>
                  <a:cubicBezTo>
                    <a:pt x="0" y="10"/>
                    <a:pt x="2" y="15"/>
                    <a:pt x="11" y="15"/>
                  </a:cubicBezTo>
                  <a:cubicBezTo>
                    <a:pt x="20" y="14"/>
                    <a:pt x="20" y="10"/>
                    <a:pt x="18" y="6"/>
                  </a:cubicBezTo>
                  <a:cubicBezTo>
                    <a:pt x="15" y="1"/>
                    <a:pt x="6" y="0"/>
                    <a:pt x="2" y="7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7" name="Freeform 2258">
              <a:extLst>
                <a:ext uri="{FF2B5EF4-FFF2-40B4-BE49-F238E27FC236}">
                  <a16:creationId xmlns:a16="http://schemas.microsoft.com/office/drawing/2014/main" id="{E80A6EC2-5B6D-4B78-8CB5-0DC9D241A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364"/>
              <a:ext cx="44" cy="34"/>
            </a:xfrm>
            <a:custGeom>
              <a:avLst/>
              <a:gdLst>
                <a:gd name="T0" fmla="*/ 160 w 19"/>
                <a:gd name="T1" fmla="*/ 0 h 14"/>
                <a:gd name="T2" fmla="*/ 86 w 19"/>
                <a:gd name="T3" fmla="*/ 202 h 14"/>
                <a:gd name="T4" fmla="*/ 225 w 19"/>
                <a:gd name="T5" fmla="*/ 100 h 14"/>
                <a:gd name="T6" fmla="*/ 160 w 19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3" y="0"/>
                  </a:moveTo>
                  <a:cubicBezTo>
                    <a:pt x="8" y="0"/>
                    <a:pt x="0" y="14"/>
                    <a:pt x="7" y="14"/>
                  </a:cubicBezTo>
                  <a:cubicBezTo>
                    <a:pt x="14" y="14"/>
                    <a:pt x="17" y="10"/>
                    <a:pt x="18" y="7"/>
                  </a:cubicBezTo>
                  <a:cubicBezTo>
                    <a:pt x="19" y="3"/>
                    <a:pt x="16" y="0"/>
                    <a:pt x="13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8" name="Freeform 2259">
              <a:extLst>
                <a:ext uri="{FF2B5EF4-FFF2-40B4-BE49-F238E27FC236}">
                  <a16:creationId xmlns:a16="http://schemas.microsoft.com/office/drawing/2014/main" id="{381EBA09-DE11-4034-83A5-CDEBA755A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371"/>
              <a:ext cx="32" cy="39"/>
            </a:xfrm>
            <a:custGeom>
              <a:avLst/>
              <a:gdLst>
                <a:gd name="T0" fmla="*/ 48 w 14"/>
                <a:gd name="T1" fmla="*/ 219 h 16"/>
                <a:gd name="T2" fmla="*/ 48 w 14"/>
                <a:gd name="T3" fmla="*/ 90 h 16"/>
                <a:gd name="T4" fmla="*/ 110 w 14"/>
                <a:gd name="T5" fmla="*/ 29 h 16"/>
                <a:gd name="T6" fmla="*/ 158 w 14"/>
                <a:gd name="T7" fmla="*/ 119 h 16"/>
                <a:gd name="T8" fmla="*/ 48 w 14"/>
                <a:gd name="T9" fmla="*/ 21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4" y="15"/>
                  </a:moveTo>
                  <a:cubicBezTo>
                    <a:pt x="0" y="16"/>
                    <a:pt x="1" y="10"/>
                    <a:pt x="4" y="6"/>
                  </a:cubicBezTo>
                  <a:cubicBezTo>
                    <a:pt x="5" y="4"/>
                    <a:pt x="7" y="2"/>
                    <a:pt x="9" y="2"/>
                  </a:cubicBezTo>
                  <a:cubicBezTo>
                    <a:pt x="13" y="0"/>
                    <a:pt x="14" y="4"/>
                    <a:pt x="13" y="8"/>
                  </a:cubicBezTo>
                  <a:cubicBezTo>
                    <a:pt x="12" y="11"/>
                    <a:pt x="9" y="15"/>
                    <a:pt x="4" y="15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9" name="Freeform 2260">
              <a:extLst>
                <a:ext uri="{FF2B5EF4-FFF2-40B4-BE49-F238E27FC236}">
                  <a16:creationId xmlns:a16="http://schemas.microsoft.com/office/drawing/2014/main" id="{527AA769-DBED-4244-BFBE-8F94F78169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6" y="2442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0 w 1"/>
                <a:gd name="T13" fmla="*/ 27 h 1"/>
                <a:gd name="T14" fmla="*/ 0 w 1"/>
                <a:gd name="T15" fmla="*/ 0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AEB7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0" name="Freeform 2261">
              <a:extLst>
                <a:ext uri="{FF2B5EF4-FFF2-40B4-BE49-F238E27FC236}">
                  <a16:creationId xmlns:a16="http://schemas.microsoft.com/office/drawing/2014/main" id="{2E4A1620-4998-4D54-9F61-565E3A2FB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393"/>
              <a:ext cx="40" cy="44"/>
            </a:xfrm>
            <a:custGeom>
              <a:avLst/>
              <a:gdLst>
                <a:gd name="T0" fmla="*/ 221 w 17"/>
                <a:gd name="T1" fmla="*/ 42 h 18"/>
                <a:gd name="T2" fmla="*/ 89 w 17"/>
                <a:gd name="T3" fmla="*/ 42 h 18"/>
                <a:gd name="T4" fmla="*/ 38 w 17"/>
                <a:gd name="T5" fmla="*/ 144 h 18"/>
                <a:gd name="T6" fmla="*/ 155 w 17"/>
                <a:gd name="T7" fmla="*/ 232 h 18"/>
                <a:gd name="T8" fmla="*/ 221 w 17"/>
                <a:gd name="T9" fmla="*/ 4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7" y="3"/>
                  </a:moveTo>
                  <a:cubicBezTo>
                    <a:pt x="16" y="0"/>
                    <a:pt x="15" y="0"/>
                    <a:pt x="7" y="3"/>
                  </a:cubicBezTo>
                  <a:cubicBezTo>
                    <a:pt x="0" y="6"/>
                    <a:pt x="1" y="7"/>
                    <a:pt x="3" y="10"/>
                  </a:cubicBezTo>
                  <a:cubicBezTo>
                    <a:pt x="3" y="10"/>
                    <a:pt x="7" y="18"/>
                    <a:pt x="12" y="16"/>
                  </a:cubicBezTo>
                  <a:cubicBezTo>
                    <a:pt x="17" y="14"/>
                    <a:pt x="16" y="9"/>
                    <a:pt x="17" y="3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1" name="Freeform 2262">
              <a:extLst>
                <a:ext uri="{FF2B5EF4-FFF2-40B4-BE49-F238E27FC236}">
                  <a16:creationId xmlns:a16="http://schemas.microsoft.com/office/drawing/2014/main" id="{8E84D09E-D6A2-49FD-BF84-71AE5F5C5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469"/>
              <a:ext cx="46" cy="59"/>
            </a:xfrm>
            <a:custGeom>
              <a:avLst/>
              <a:gdLst>
                <a:gd name="T0" fmla="*/ 216 w 20"/>
                <a:gd name="T1" fmla="*/ 133 h 24"/>
                <a:gd name="T2" fmla="*/ 207 w 20"/>
                <a:gd name="T3" fmla="*/ 120 h 24"/>
                <a:gd name="T4" fmla="*/ 74 w 20"/>
                <a:gd name="T5" fmla="*/ 266 h 24"/>
                <a:gd name="T6" fmla="*/ 186 w 20"/>
                <a:gd name="T7" fmla="*/ 327 h 24"/>
                <a:gd name="T8" fmla="*/ 216 w 20"/>
                <a:gd name="T9" fmla="*/ 13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18" y="9"/>
                  </a:moveTo>
                  <a:cubicBezTo>
                    <a:pt x="17" y="8"/>
                    <a:pt x="17" y="8"/>
                    <a:pt x="17" y="8"/>
                  </a:cubicBezTo>
                  <a:cubicBezTo>
                    <a:pt x="12" y="0"/>
                    <a:pt x="0" y="10"/>
                    <a:pt x="6" y="18"/>
                  </a:cubicBezTo>
                  <a:cubicBezTo>
                    <a:pt x="6" y="18"/>
                    <a:pt x="10" y="24"/>
                    <a:pt x="15" y="22"/>
                  </a:cubicBezTo>
                  <a:cubicBezTo>
                    <a:pt x="20" y="20"/>
                    <a:pt x="20" y="15"/>
                    <a:pt x="18" y="9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2" name="Freeform 2263">
              <a:extLst>
                <a:ext uri="{FF2B5EF4-FFF2-40B4-BE49-F238E27FC236}">
                  <a16:creationId xmlns:a16="http://schemas.microsoft.com/office/drawing/2014/main" id="{2512D7B9-53E1-48B6-9ECE-8E7F39873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18"/>
              <a:ext cx="55" cy="66"/>
            </a:xfrm>
            <a:custGeom>
              <a:avLst/>
              <a:gdLst>
                <a:gd name="T0" fmla="*/ 241 w 24"/>
                <a:gd name="T1" fmla="*/ 120 h 27"/>
                <a:gd name="T2" fmla="*/ 94 w 24"/>
                <a:gd name="T3" fmla="*/ 335 h 27"/>
                <a:gd name="T4" fmla="*/ 241 w 24"/>
                <a:gd name="T5" fmla="*/ 335 h 27"/>
                <a:gd name="T6" fmla="*/ 241 w 24"/>
                <a:gd name="T7" fmla="*/ 1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7">
                  <a:moveTo>
                    <a:pt x="20" y="8"/>
                  </a:moveTo>
                  <a:cubicBezTo>
                    <a:pt x="15" y="0"/>
                    <a:pt x="0" y="18"/>
                    <a:pt x="8" y="23"/>
                  </a:cubicBezTo>
                  <a:cubicBezTo>
                    <a:pt x="12" y="26"/>
                    <a:pt x="16" y="27"/>
                    <a:pt x="20" y="23"/>
                  </a:cubicBezTo>
                  <a:cubicBezTo>
                    <a:pt x="24" y="19"/>
                    <a:pt x="24" y="14"/>
                    <a:pt x="20" y="8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3" name="Freeform 2264">
              <a:extLst>
                <a:ext uri="{FF2B5EF4-FFF2-40B4-BE49-F238E27FC236}">
                  <a16:creationId xmlns:a16="http://schemas.microsoft.com/office/drawing/2014/main" id="{D45667B2-0736-4FCA-90E7-D6F2009666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5" y="2611"/>
              <a:ext cx="103" cy="187"/>
            </a:xfrm>
            <a:custGeom>
              <a:avLst/>
              <a:gdLst>
                <a:gd name="T0" fmla="*/ 492 w 45"/>
                <a:gd name="T1" fmla="*/ 207 h 76"/>
                <a:gd name="T2" fmla="*/ 446 w 45"/>
                <a:gd name="T3" fmla="*/ 30 h 76"/>
                <a:gd name="T4" fmla="*/ 446 w 45"/>
                <a:gd name="T5" fmla="*/ 30 h 76"/>
                <a:gd name="T6" fmla="*/ 346 w 45"/>
                <a:gd name="T7" fmla="*/ 91 h 76"/>
                <a:gd name="T8" fmla="*/ 346 w 45"/>
                <a:gd name="T9" fmla="*/ 207 h 76"/>
                <a:gd name="T10" fmla="*/ 492 w 45"/>
                <a:gd name="T11" fmla="*/ 207 h 76"/>
                <a:gd name="T12" fmla="*/ 179 w 45"/>
                <a:gd name="T13" fmla="*/ 1060 h 76"/>
                <a:gd name="T14" fmla="*/ 130 w 45"/>
                <a:gd name="T15" fmla="*/ 837 h 76"/>
                <a:gd name="T16" fmla="*/ 73 w 45"/>
                <a:gd name="T17" fmla="*/ 1060 h 76"/>
                <a:gd name="T18" fmla="*/ 179 w 45"/>
                <a:gd name="T19" fmla="*/ 1060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76">
                  <a:moveTo>
                    <a:pt x="41" y="14"/>
                  </a:moveTo>
                  <a:cubicBezTo>
                    <a:pt x="45" y="8"/>
                    <a:pt x="42" y="7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4" y="0"/>
                    <a:pt x="31" y="3"/>
                    <a:pt x="29" y="6"/>
                  </a:cubicBezTo>
                  <a:cubicBezTo>
                    <a:pt x="28" y="7"/>
                    <a:pt x="27" y="12"/>
                    <a:pt x="29" y="14"/>
                  </a:cubicBezTo>
                  <a:cubicBezTo>
                    <a:pt x="30" y="15"/>
                    <a:pt x="35" y="23"/>
                    <a:pt x="41" y="14"/>
                  </a:cubicBezTo>
                  <a:close/>
                  <a:moveTo>
                    <a:pt x="15" y="71"/>
                  </a:moveTo>
                  <a:cubicBezTo>
                    <a:pt x="19" y="63"/>
                    <a:pt x="17" y="59"/>
                    <a:pt x="11" y="56"/>
                  </a:cubicBezTo>
                  <a:cubicBezTo>
                    <a:pt x="5" y="54"/>
                    <a:pt x="0" y="66"/>
                    <a:pt x="6" y="71"/>
                  </a:cubicBezTo>
                  <a:cubicBezTo>
                    <a:pt x="6" y="71"/>
                    <a:pt x="13" y="76"/>
                    <a:pt x="15" y="71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4" name="Freeform 2265">
              <a:extLst>
                <a:ext uri="{FF2B5EF4-FFF2-40B4-BE49-F238E27FC236}">
                  <a16:creationId xmlns:a16="http://schemas.microsoft.com/office/drawing/2014/main" id="{EB6D60CF-71D4-4525-AB7A-12BE8DB07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3013"/>
              <a:ext cx="39" cy="79"/>
            </a:xfrm>
            <a:custGeom>
              <a:avLst/>
              <a:gdLst>
                <a:gd name="T0" fmla="*/ 195 w 17"/>
                <a:gd name="T1" fmla="*/ 286 h 32"/>
                <a:gd name="T2" fmla="*/ 73 w 17"/>
                <a:gd name="T3" fmla="*/ 0 h 32"/>
                <a:gd name="T4" fmla="*/ 25 w 17"/>
                <a:gd name="T5" fmla="*/ 195 h 32"/>
                <a:gd name="T6" fmla="*/ 147 w 17"/>
                <a:gd name="T7" fmla="*/ 439 h 32"/>
                <a:gd name="T8" fmla="*/ 195 w 17"/>
                <a:gd name="T9" fmla="*/ 28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2">
                  <a:moveTo>
                    <a:pt x="16" y="19"/>
                  </a:moveTo>
                  <a:cubicBezTo>
                    <a:pt x="15" y="12"/>
                    <a:pt x="12" y="0"/>
                    <a:pt x="6" y="0"/>
                  </a:cubicBezTo>
                  <a:cubicBezTo>
                    <a:pt x="0" y="0"/>
                    <a:pt x="1" y="5"/>
                    <a:pt x="2" y="13"/>
                  </a:cubicBezTo>
                  <a:cubicBezTo>
                    <a:pt x="2" y="21"/>
                    <a:pt x="8" y="32"/>
                    <a:pt x="12" y="29"/>
                  </a:cubicBezTo>
                  <a:cubicBezTo>
                    <a:pt x="15" y="27"/>
                    <a:pt x="17" y="24"/>
                    <a:pt x="16" y="19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5" name="Freeform 2266">
              <a:extLst>
                <a:ext uri="{FF2B5EF4-FFF2-40B4-BE49-F238E27FC236}">
                  <a16:creationId xmlns:a16="http://schemas.microsoft.com/office/drawing/2014/main" id="{21C6727B-76F2-483B-868C-D60480673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839"/>
              <a:ext cx="41" cy="69"/>
            </a:xfrm>
            <a:custGeom>
              <a:avLst/>
              <a:gdLst>
                <a:gd name="T0" fmla="*/ 93 w 18"/>
                <a:gd name="T1" fmla="*/ 74 h 28"/>
                <a:gd name="T2" fmla="*/ 57 w 18"/>
                <a:gd name="T3" fmla="*/ 357 h 28"/>
                <a:gd name="T4" fmla="*/ 187 w 18"/>
                <a:gd name="T5" fmla="*/ 315 h 28"/>
                <a:gd name="T6" fmla="*/ 93 w 18"/>
                <a:gd name="T7" fmla="*/ 7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8">
                  <a:moveTo>
                    <a:pt x="8" y="5"/>
                  </a:moveTo>
                  <a:cubicBezTo>
                    <a:pt x="0" y="0"/>
                    <a:pt x="0" y="20"/>
                    <a:pt x="5" y="24"/>
                  </a:cubicBezTo>
                  <a:cubicBezTo>
                    <a:pt x="9" y="28"/>
                    <a:pt x="15" y="27"/>
                    <a:pt x="16" y="21"/>
                  </a:cubicBezTo>
                  <a:cubicBezTo>
                    <a:pt x="18" y="16"/>
                    <a:pt x="15" y="8"/>
                    <a:pt x="8" y="5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6" name="Freeform 2267">
              <a:extLst>
                <a:ext uri="{FF2B5EF4-FFF2-40B4-BE49-F238E27FC236}">
                  <a16:creationId xmlns:a16="http://schemas.microsoft.com/office/drawing/2014/main" id="{1E206E1A-1A97-498A-A09C-240635466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092"/>
              <a:ext cx="1485" cy="1483"/>
            </a:xfrm>
            <a:custGeom>
              <a:avLst/>
              <a:gdLst>
                <a:gd name="T0" fmla="*/ 460 w 646"/>
                <a:gd name="T1" fmla="*/ 4831 h 605"/>
                <a:gd name="T2" fmla="*/ 0 w 646"/>
                <a:gd name="T3" fmla="*/ 3125 h 605"/>
                <a:gd name="T4" fmla="*/ 85 w 646"/>
                <a:gd name="T5" fmla="*/ 2711 h 605"/>
                <a:gd name="T6" fmla="*/ 131 w 646"/>
                <a:gd name="T7" fmla="*/ 2343 h 605"/>
                <a:gd name="T8" fmla="*/ 195 w 646"/>
                <a:gd name="T9" fmla="*/ 2091 h 605"/>
                <a:gd name="T10" fmla="*/ 411 w 646"/>
                <a:gd name="T11" fmla="*/ 1515 h 605"/>
                <a:gd name="T12" fmla="*/ 644 w 646"/>
                <a:gd name="T13" fmla="*/ 1118 h 605"/>
                <a:gd name="T14" fmla="*/ 740 w 646"/>
                <a:gd name="T15" fmla="*/ 1003 h 605"/>
                <a:gd name="T16" fmla="*/ 908 w 646"/>
                <a:gd name="T17" fmla="*/ 811 h 605"/>
                <a:gd name="T18" fmla="*/ 1628 w 646"/>
                <a:gd name="T19" fmla="*/ 282 h 605"/>
                <a:gd name="T20" fmla="*/ 1908 w 646"/>
                <a:gd name="T21" fmla="*/ 191 h 605"/>
                <a:gd name="T22" fmla="*/ 2039 w 646"/>
                <a:gd name="T23" fmla="*/ 162 h 605"/>
                <a:gd name="T24" fmla="*/ 2536 w 646"/>
                <a:gd name="T25" fmla="*/ 103 h 605"/>
                <a:gd name="T26" fmla="*/ 2853 w 646"/>
                <a:gd name="T27" fmla="*/ 103 h 605"/>
                <a:gd name="T28" fmla="*/ 3402 w 646"/>
                <a:gd name="T29" fmla="*/ 282 h 605"/>
                <a:gd name="T30" fmla="*/ 3703 w 646"/>
                <a:gd name="T31" fmla="*/ 414 h 605"/>
                <a:gd name="T32" fmla="*/ 3995 w 646"/>
                <a:gd name="T33" fmla="*/ 608 h 605"/>
                <a:gd name="T34" fmla="*/ 4264 w 646"/>
                <a:gd name="T35" fmla="*/ 824 h 605"/>
                <a:gd name="T36" fmla="*/ 4593 w 646"/>
                <a:gd name="T37" fmla="*/ 1177 h 605"/>
                <a:gd name="T38" fmla="*/ 5030 w 646"/>
                <a:gd name="T39" fmla="*/ 1664 h 605"/>
                <a:gd name="T40" fmla="*/ 5172 w 646"/>
                <a:gd name="T41" fmla="*/ 1826 h 605"/>
                <a:gd name="T42" fmla="*/ 5200 w 646"/>
                <a:gd name="T43" fmla="*/ 1856 h 605"/>
                <a:gd name="T44" fmla="*/ 5257 w 646"/>
                <a:gd name="T45" fmla="*/ 1929 h 605"/>
                <a:gd name="T46" fmla="*/ 5342 w 646"/>
                <a:gd name="T47" fmla="*/ 2020 h 605"/>
                <a:gd name="T48" fmla="*/ 5407 w 646"/>
                <a:gd name="T49" fmla="*/ 2091 h 605"/>
                <a:gd name="T50" fmla="*/ 5464 w 646"/>
                <a:gd name="T51" fmla="*/ 2182 h 605"/>
                <a:gd name="T52" fmla="*/ 5538 w 646"/>
                <a:gd name="T53" fmla="*/ 2253 h 605"/>
                <a:gd name="T54" fmla="*/ 5685 w 646"/>
                <a:gd name="T55" fmla="*/ 2427 h 605"/>
                <a:gd name="T56" fmla="*/ 5685 w 646"/>
                <a:gd name="T57" fmla="*/ 2446 h 605"/>
                <a:gd name="T58" fmla="*/ 7836 w 646"/>
                <a:gd name="T59" fmla="*/ 5035 h 605"/>
                <a:gd name="T60" fmla="*/ 6388 w 646"/>
                <a:gd name="T61" fmla="*/ 3991 h 605"/>
                <a:gd name="T62" fmla="*/ 6266 w 646"/>
                <a:gd name="T63" fmla="*/ 4079 h 605"/>
                <a:gd name="T64" fmla="*/ 4650 w 646"/>
                <a:gd name="T65" fmla="*/ 3473 h 605"/>
                <a:gd name="T66" fmla="*/ 4264 w 646"/>
                <a:gd name="T67" fmla="*/ 3611 h 605"/>
                <a:gd name="T68" fmla="*/ 2795 w 646"/>
                <a:gd name="T69" fmla="*/ 3817 h 605"/>
                <a:gd name="T70" fmla="*/ 2152 w 646"/>
                <a:gd name="T71" fmla="*/ 4952 h 605"/>
                <a:gd name="T72" fmla="*/ 1860 w 646"/>
                <a:gd name="T73" fmla="*/ 5246 h 605"/>
                <a:gd name="T74" fmla="*/ 1448 w 646"/>
                <a:gd name="T75" fmla="*/ 7692 h 605"/>
                <a:gd name="T76" fmla="*/ 1432 w 646"/>
                <a:gd name="T77" fmla="*/ 7511 h 605"/>
                <a:gd name="T78" fmla="*/ 1375 w 646"/>
                <a:gd name="T79" fmla="*/ 8910 h 605"/>
                <a:gd name="T80" fmla="*/ 878 w 646"/>
                <a:gd name="T81" fmla="*/ 5996 h 60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46" h="605">
                  <a:moveTo>
                    <a:pt x="42" y="348"/>
                  </a:moveTo>
                  <a:cubicBezTo>
                    <a:pt x="41" y="342"/>
                    <a:pt x="39" y="335"/>
                    <a:pt x="38" y="328"/>
                  </a:cubicBezTo>
                  <a:cubicBezTo>
                    <a:pt x="33" y="315"/>
                    <a:pt x="17" y="273"/>
                    <a:pt x="14" y="261"/>
                  </a:cubicBezTo>
                  <a:cubicBezTo>
                    <a:pt x="5" y="255"/>
                    <a:pt x="0" y="226"/>
                    <a:pt x="0" y="212"/>
                  </a:cubicBezTo>
                  <a:cubicBezTo>
                    <a:pt x="1" y="199"/>
                    <a:pt x="3" y="178"/>
                    <a:pt x="7" y="184"/>
                  </a:cubicBezTo>
                  <a:cubicBezTo>
                    <a:pt x="7" y="184"/>
                    <a:pt x="7" y="184"/>
                    <a:pt x="7" y="184"/>
                  </a:cubicBezTo>
                  <a:cubicBezTo>
                    <a:pt x="7" y="176"/>
                    <a:pt x="9" y="167"/>
                    <a:pt x="11" y="159"/>
                  </a:cubicBezTo>
                  <a:cubicBezTo>
                    <a:pt x="11" y="159"/>
                    <a:pt x="11" y="159"/>
                    <a:pt x="11" y="159"/>
                  </a:cubicBezTo>
                  <a:cubicBezTo>
                    <a:pt x="8" y="151"/>
                    <a:pt x="12" y="137"/>
                    <a:pt x="15" y="141"/>
                  </a:cubicBezTo>
                  <a:cubicBezTo>
                    <a:pt x="15" y="141"/>
                    <a:pt x="15" y="142"/>
                    <a:pt x="16" y="142"/>
                  </a:cubicBezTo>
                  <a:cubicBezTo>
                    <a:pt x="19" y="132"/>
                    <a:pt x="23" y="122"/>
                    <a:pt x="28" y="112"/>
                  </a:cubicBezTo>
                  <a:cubicBezTo>
                    <a:pt x="28" y="105"/>
                    <a:pt x="31" y="98"/>
                    <a:pt x="34" y="103"/>
                  </a:cubicBezTo>
                  <a:cubicBezTo>
                    <a:pt x="34" y="102"/>
                    <a:pt x="34" y="102"/>
                    <a:pt x="34" y="101"/>
                  </a:cubicBezTo>
                  <a:cubicBezTo>
                    <a:pt x="40" y="92"/>
                    <a:pt x="46" y="84"/>
                    <a:pt x="53" y="76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2" y="67"/>
                    <a:pt x="60" y="63"/>
                    <a:pt x="61" y="68"/>
                  </a:cubicBezTo>
                  <a:cubicBezTo>
                    <a:pt x="63" y="66"/>
                    <a:pt x="65" y="64"/>
                    <a:pt x="67" y="62"/>
                  </a:cubicBezTo>
                  <a:cubicBezTo>
                    <a:pt x="67" y="57"/>
                    <a:pt x="71" y="53"/>
                    <a:pt x="75" y="55"/>
                  </a:cubicBezTo>
                  <a:cubicBezTo>
                    <a:pt x="82" y="48"/>
                    <a:pt x="91" y="42"/>
                    <a:pt x="99" y="37"/>
                  </a:cubicBezTo>
                  <a:cubicBezTo>
                    <a:pt x="98" y="28"/>
                    <a:pt x="125" y="10"/>
                    <a:pt x="134" y="19"/>
                  </a:cubicBezTo>
                  <a:cubicBezTo>
                    <a:pt x="134" y="19"/>
                    <a:pt x="135" y="20"/>
                    <a:pt x="135" y="20"/>
                  </a:cubicBezTo>
                  <a:cubicBezTo>
                    <a:pt x="142" y="17"/>
                    <a:pt x="149" y="15"/>
                    <a:pt x="157" y="13"/>
                  </a:cubicBezTo>
                  <a:cubicBezTo>
                    <a:pt x="155" y="6"/>
                    <a:pt x="165" y="4"/>
                    <a:pt x="168" y="11"/>
                  </a:cubicBezTo>
                  <a:cubicBezTo>
                    <a:pt x="168" y="11"/>
                    <a:pt x="168" y="11"/>
                    <a:pt x="168" y="11"/>
                  </a:cubicBezTo>
                  <a:cubicBezTo>
                    <a:pt x="177" y="9"/>
                    <a:pt x="186" y="8"/>
                    <a:pt x="196" y="7"/>
                  </a:cubicBezTo>
                  <a:cubicBezTo>
                    <a:pt x="194" y="0"/>
                    <a:pt x="207" y="0"/>
                    <a:pt x="209" y="7"/>
                  </a:cubicBezTo>
                  <a:cubicBezTo>
                    <a:pt x="216" y="7"/>
                    <a:pt x="228" y="8"/>
                    <a:pt x="235" y="8"/>
                  </a:cubicBezTo>
                  <a:cubicBezTo>
                    <a:pt x="235" y="8"/>
                    <a:pt x="235" y="7"/>
                    <a:pt x="235" y="7"/>
                  </a:cubicBezTo>
                  <a:cubicBezTo>
                    <a:pt x="239" y="0"/>
                    <a:pt x="246" y="1"/>
                    <a:pt x="248" y="10"/>
                  </a:cubicBezTo>
                  <a:cubicBezTo>
                    <a:pt x="258" y="12"/>
                    <a:pt x="271" y="15"/>
                    <a:pt x="280" y="19"/>
                  </a:cubicBezTo>
                  <a:cubicBezTo>
                    <a:pt x="281" y="12"/>
                    <a:pt x="286" y="14"/>
                    <a:pt x="288" y="21"/>
                  </a:cubicBezTo>
                  <a:cubicBezTo>
                    <a:pt x="294" y="23"/>
                    <a:pt x="299" y="26"/>
                    <a:pt x="305" y="28"/>
                  </a:cubicBezTo>
                  <a:cubicBezTo>
                    <a:pt x="306" y="27"/>
                    <a:pt x="312" y="28"/>
                    <a:pt x="314" y="33"/>
                  </a:cubicBezTo>
                  <a:cubicBezTo>
                    <a:pt x="319" y="36"/>
                    <a:pt x="324" y="38"/>
                    <a:pt x="329" y="41"/>
                  </a:cubicBezTo>
                  <a:cubicBezTo>
                    <a:pt x="333" y="44"/>
                    <a:pt x="336" y="46"/>
                    <a:pt x="340" y="49"/>
                  </a:cubicBezTo>
                  <a:cubicBezTo>
                    <a:pt x="341" y="45"/>
                    <a:pt x="349" y="48"/>
                    <a:pt x="351" y="56"/>
                  </a:cubicBezTo>
                  <a:cubicBezTo>
                    <a:pt x="355" y="60"/>
                    <a:pt x="360" y="64"/>
                    <a:pt x="364" y="68"/>
                  </a:cubicBezTo>
                  <a:cubicBezTo>
                    <a:pt x="365" y="69"/>
                    <a:pt x="372" y="75"/>
                    <a:pt x="378" y="80"/>
                  </a:cubicBezTo>
                  <a:cubicBezTo>
                    <a:pt x="380" y="81"/>
                    <a:pt x="381" y="82"/>
                    <a:pt x="383" y="83"/>
                  </a:cubicBezTo>
                  <a:cubicBezTo>
                    <a:pt x="391" y="87"/>
                    <a:pt x="404" y="100"/>
                    <a:pt x="414" y="113"/>
                  </a:cubicBezTo>
                  <a:cubicBezTo>
                    <a:pt x="418" y="116"/>
                    <a:pt x="421" y="119"/>
                    <a:pt x="426" y="124"/>
                  </a:cubicBezTo>
                  <a:cubicBezTo>
                    <a:pt x="426" y="124"/>
                    <a:pt x="426" y="124"/>
                    <a:pt x="426" y="124"/>
                  </a:cubicBezTo>
                  <a:cubicBezTo>
                    <a:pt x="426" y="124"/>
                    <a:pt x="427" y="125"/>
                    <a:pt x="427" y="125"/>
                  </a:cubicBezTo>
                  <a:cubicBezTo>
                    <a:pt x="427" y="125"/>
                    <a:pt x="427" y="125"/>
                    <a:pt x="428" y="126"/>
                  </a:cubicBezTo>
                  <a:cubicBezTo>
                    <a:pt x="429" y="127"/>
                    <a:pt x="430" y="128"/>
                    <a:pt x="431" y="129"/>
                  </a:cubicBezTo>
                  <a:cubicBezTo>
                    <a:pt x="431" y="129"/>
                    <a:pt x="432" y="130"/>
                    <a:pt x="433" y="131"/>
                  </a:cubicBezTo>
                  <a:cubicBezTo>
                    <a:pt x="434" y="132"/>
                    <a:pt x="435" y="133"/>
                    <a:pt x="435" y="133"/>
                  </a:cubicBezTo>
                  <a:cubicBezTo>
                    <a:pt x="437" y="135"/>
                    <a:pt x="438" y="136"/>
                    <a:pt x="440" y="137"/>
                  </a:cubicBezTo>
                  <a:cubicBezTo>
                    <a:pt x="440" y="138"/>
                    <a:pt x="440" y="138"/>
                    <a:pt x="440" y="138"/>
                  </a:cubicBezTo>
                  <a:cubicBezTo>
                    <a:pt x="442" y="140"/>
                    <a:pt x="443" y="141"/>
                    <a:pt x="445" y="142"/>
                  </a:cubicBezTo>
                  <a:cubicBezTo>
                    <a:pt x="445" y="143"/>
                    <a:pt x="445" y="143"/>
                    <a:pt x="446" y="143"/>
                  </a:cubicBezTo>
                  <a:cubicBezTo>
                    <a:pt x="447" y="145"/>
                    <a:pt x="449" y="146"/>
                    <a:pt x="450" y="148"/>
                  </a:cubicBezTo>
                  <a:cubicBezTo>
                    <a:pt x="450" y="148"/>
                    <a:pt x="451" y="148"/>
                    <a:pt x="451" y="149"/>
                  </a:cubicBezTo>
                  <a:cubicBezTo>
                    <a:pt x="453" y="150"/>
                    <a:pt x="454" y="152"/>
                    <a:pt x="456" y="153"/>
                  </a:cubicBezTo>
                  <a:cubicBezTo>
                    <a:pt x="456" y="154"/>
                    <a:pt x="456" y="154"/>
                    <a:pt x="456" y="154"/>
                  </a:cubicBezTo>
                  <a:cubicBezTo>
                    <a:pt x="460" y="158"/>
                    <a:pt x="464" y="161"/>
                    <a:pt x="468" y="165"/>
                  </a:cubicBezTo>
                  <a:cubicBezTo>
                    <a:pt x="468" y="165"/>
                    <a:pt x="468" y="165"/>
                    <a:pt x="468" y="166"/>
                  </a:cubicBezTo>
                  <a:cubicBezTo>
                    <a:pt x="468" y="166"/>
                    <a:pt x="468" y="166"/>
                    <a:pt x="468" y="166"/>
                  </a:cubicBezTo>
                  <a:cubicBezTo>
                    <a:pt x="501" y="197"/>
                    <a:pt x="646" y="341"/>
                    <a:pt x="646" y="341"/>
                  </a:cubicBezTo>
                  <a:cubicBezTo>
                    <a:pt x="645" y="342"/>
                    <a:pt x="645" y="342"/>
                    <a:pt x="645" y="342"/>
                  </a:cubicBezTo>
                  <a:cubicBezTo>
                    <a:pt x="635" y="330"/>
                    <a:pt x="620" y="324"/>
                    <a:pt x="600" y="314"/>
                  </a:cubicBezTo>
                  <a:cubicBezTo>
                    <a:pt x="570" y="297"/>
                    <a:pt x="539" y="280"/>
                    <a:pt x="526" y="271"/>
                  </a:cubicBezTo>
                  <a:cubicBezTo>
                    <a:pt x="516" y="265"/>
                    <a:pt x="513" y="271"/>
                    <a:pt x="516" y="277"/>
                  </a:cubicBezTo>
                  <a:cubicBezTo>
                    <a:pt x="516" y="277"/>
                    <a:pt x="516" y="277"/>
                    <a:pt x="516" y="277"/>
                  </a:cubicBezTo>
                  <a:cubicBezTo>
                    <a:pt x="504" y="263"/>
                    <a:pt x="475" y="247"/>
                    <a:pt x="454" y="237"/>
                  </a:cubicBezTo>
                  <a:cubicBezTo>
                    <a:pt x="432" y="227"/>
                    <a:pt x="410" y="228"/>
                    <a:pt x="383" y="236"/>
                  </a:cubicBezTo>
                  <a:cubicBezTo>
                    <a:pt x="370" y="240"/>
                    <a:pt x="360" y="243"/>
                    <a:pt x="352" y="247"/>
                  </a:cubicBezTo>
                  <a:cubicBezTo>
                    <a:pt x="351" y="245"/>
                    <a:pt x="351" y="245"/>
                    <a:pt x="351" y="245"/>
                  </a:cubicBezTo>
                  <a:cubicBezTo>
                    <a:pt x="348" y="235"/>
                    <a:pt x="333" y="246"/>
                    <a:pt x="317" y="247"/>
                  </a:cubicBezTo>
                  <a:cubicBezTo>
                    <a:pt x="301" y="247"/>
                    <a:pt x="261" y="252"/>
                    <a:pt x="230" y="259"/>
                  </a:cubicBezTo>
                  <a:cubicBezTo>
                    <a:pt x="200" y="265"/>
                    <a:pt x="198" y="302"/>
                    <a:pt x="183" y="319"/>
                  </a:cubicBezTo>
                  <a:cubicBezTo>
                    <a:pt x="172" y="331"/>
                    <a:pt x="171" y="337"/>
                    <a:pt x="177" y="336"/>
                  </a:cubicBezTo>
                  <a:cubicBezTo>
                    <a:pt x="177" y="336"/>
                    <a:pt x="177" y="336"/>
                    <a:pt x="177" y="336"/>
                  </a:cubicBezTo>
                  <a:cubicBezTo>
                    <a:pt x="172" y="339"/>
                    <a:pt x="164" y="346"/>
                    <a:pt x="153" y="356"/>
                  </a:cubicBezTo>
                  <a:cubicBezTo>
                    <a:pt x="136" y="372"/>
                    <a:pt x="116" y="382"/>
                    <a:pt x="104" y="423"/>
                  </a:cubicBezTo>
                  <a:cubicBezTo>
                    <a:pt x="93" y="463"/>
                    <a:pt x="123" y="503"/>
                    <a:pt x="119" y="522"/>
                  </a:cubicBezTo>
                  <a:cubicBezTo>
                    <a:pt x="120" y="520"/>
                    <a:pt x="120" y="518"/>
                    <a:pt x="119" y="517"/>
                  </a:cubicBezTo>
                  <a:cubicBezTo>
                    <a:pt x="118" y="510"/>
                    <a:pt x="118" y="510"/>
                    <a:pt x="118" y="510"/>
                  </a:cubicBezTo>
                  <a:cubicBezTo>
                    <a:pt x="112" y="507"/>
                    <a:pt x="106" y="524"/>
                    <a:pt x="109" y="544"/>
                  </a:cubicBezTo>
                  <a:cubicBezTo>
                    <a:pt x="112" y="560"/>
                    <a:pt x="110" y="580"/>
                    <a:pt x="113" y="605"/>
                  </a:cubicBezTo>
                  <a:cubicBezTo>
                    <a:pt x="95" y="523"/>
                    <a:pt x="92" y="469"/>
                    <a:pt x="79" y="427"/>
                  </a:cubicBezTo>
                  <a:cubicBezTo>
                    <a:pt x="77" y="420"/>
                    <a:pt x="72" y="407"/>
                    <a:pt x="72" y="407"/>
                  </a:cubicBezTo>
                  <a:cubicBezTo>
                    <a:pt x="68" y="401"/>
                    <a:pt x="68" y="401"/>
                    <a:pt x="68" y="40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7" name="Freeform 2268">
              <a:extLst>
                <a:ext uri="{FF2B5EF4-FFF2-40B4-BE49-F238E27FC236}">
                  <a16:creationId xmlns:a16="http://schemas.microsoft.com/office/drawing/2014/main" id="{96F5549E-9604-407F-96BE-5ABCAA3D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648"/>
              <a:ext cx="1451" cy="1385"/>
            </a:xfrm>
            <a:custGeom>
              <a:avLst/>
              <a:gdLst>
                <a:gd name="T0" fmla="*/ 6604 w 631"/>
                <a:gd name="T1" fmla="*/ 6599 h 565"/>
                <a:gd name="T2" fmla="*/ 7007 w 631"/>
                <a:gd name="T3" fmla="*/ 5876 h 565"/>
                <a:gd name="T4" fmla="*/ 7503 w 631"/>
                <a:gd name="T5" fmla="*/ 3979 h 565"/>
                <a:gd name="T6" fmla="*/ 7138 w 631"/>
                <a:gd name="T7" fmla="*/ 2944 h 565"/>
                <a:gd name="T8" fmla="*/ 6979 w 631"/>
                <a:gd name="T9" fmla="*/ 2873 h 565"/>
                <a:gd name="T10" fmla="*/ 6979 w 631"/>
                <a:gd name="T11" fmla="*/ 2873 h 565"/>
                <a:gd name="T12" fmla="*/ 6832 w 631"/>
                <a:gd name="T13" fmla="*/ 2000 h 565"/>
                <a:gd name="T14" fmla="*/ 6165 w 631"/>
                <a:gd name="T15" fmla="*/ 1280 h 565"/>
                <a:gd name="T16" fmla="*/ 5266 w 631"/>
                <a:gd name="T17" fmla="*/ 650 h 565"/>
                <a:gd name="T18" fmla="*/ 5144 w 631"/>
                <a:gd name="T19" fmla="*/ 740 h 565"/>
                <a:gd name="T20" fmla="*/ 5144 w 631"/>
                <a:gd name="T21" fmla="*/ 740 h 565"/>
                <a:gd name="T22" fmla="*/ 4390 w 631"/>
                <a:gd name="T23" fmla="*/ 150 h 565"/>
                <a:gd name="T24" fmla="*/ 3527 w 631"/>
                <a:gd name="T25" fmla="*/ 132 h 565"/>
                <a:gd name="T26" fmla="*/ 3153 w 631"/>
                <a:gd name="T27" fmla="*/ 294 h 565"/>
                <a:gd name="T28" fmla="*/ 3137 w 631"/>
                <a:gd name="T29" fmla="*/ 265 h 565"/>
                <a:gd name="T30" fmla="*/ 2723 w 631"/>
                <a:gd name="T31" fmla="*/ 294 h 565"/>
                <a:gd name="T32" fmla="*/ 1665 w 631"/>
                <a:gd name="T33" fmla="*/ 468 h 565"/>
                <a:gd name="T34" fmla="*/ 1095 w 631"/>
                <a:gd name="T35" fmla="*/ 1358 h 565"/>
                <a:gd name="T36" fmla="*/ 1021 w 631"/>
                <a:gd name="T37" fmla="*/ 1606 h 565"/>
                <a:gd name="T38" fmla="*/ 1021 w 631"/>
                <a:gd name="T39" fmla="*/ 1606 h 565"/>
                <a:gd name="T40" fmla="*/ 729 w 631"/>
                <a:gd name="T41" fmla="*/ 1900 h 565"/>
                <a:gd name="T42" fmla="*/ 131 w 631"/>
                <a:gd name="T43" fmla="*/ 2885 h 565"/>
                <a:gd name="T44" fmla="*/ 317 w 631"/>
                <a:gd name="T45" fmla="*/ 4344 h 565"/>
                <a:gd name="T46" fmla="*/ 317 w 631"/>
                <a:gd name="T47" fmla="*/ 4273 h 565"/>
                <a:gd name="T48" fmla="*/ 301 w 631"/>
                <a:gd name="T49" fmla="*/ 4170 h 565"/>
                <a:gd name="T50" fmla="*/ 195 w 631"/>
                <a:gd name="T51" fmla="*/ 4670 h 565"/>
                <a:gd name="T52" fmla="*/ 301 w 631"/>
                <a:gd name="T53" fmla="*/ 5876 h 565"/>
                <a:gd name="T54" fmla="*/ 1265 w 631"/>
                <a:gd name="T55" fmla="*/ 6761 h 565"/>
                <a:gd name="T56" fmla="*/ 1375 w 631"/>
                <a:gd name="T57" fmla="*/ 7055 h 565"/>
                <a:gd name="T58" fmla="*/ 2433 w 631"/>
                <a:gd name="T59" fmla="*/ 8058 h 565"/>
                <a:gd name="T60" fmla="*/ 3585 w 631"/>
                <a:gd name="T61" fmla="*/ 8202 h 565"/>
                <a:gd name="T62" fmla="*/ 4521 w 631"/>
                <a:gd name="T63" fmla="*/ 8040 h 565"/>
                <a:gd name="T64" fmla="*/ 4558 w 631"/>
                <a:gd name="T65" fmla="*/ 8016 h 565"/>
                <a:gd name="T66" fmla="*/ 4500 w 631"/>
                <a:gd name="T67" fmla="*/ 8099 h 565"/>
                <a:gd name="T68" fmla="*/ 5372 w 631"/>
                <a:gd name="T69" fmla="*/ 8040 h 565"/>
                <a:gd name="T70" fmla="*/ 6335 w 631"/>
                <a:gd name="T71" fmla="*/ 7114 h 565"/>
                <a:gd name="T72" fmla="*/ 6551 w 631"/>
                <a:gd name="T73" fmla="*/ 6646 h 56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31" h="565">
                  <a:moveTo>
                    <a:pt x="543" y="448"/>
                  </a:moveTo>
                  <a:cubicBezTo>
                    <a:pt x="558" y="440"/>
                    <a:pt x="565" y="423"/>
                    <a:pt x="576" y="399"/>
                  </a:cubicBezTo>
                  <a:cubicBezTo>
                    <a:pt x="587" y="375"/>
                    <a:pt x="631" y="310"/>
                    <a:pt x="617" y="270"/>
                  </a:cubicBezTo>
                  <a:cubicBezTo>
                    <a:pt x="602" y="230"/>
                    <a:pt x="601" y="225"/>
                    <a:pt x="587" y="200"/>
                  </a:cubicBezTo>
                  <a:cubicBezTo>
                    <a:pt x="574" y="178"/>
                    <a:pt x="573" y="185"/>
                    <a:pt x="574" y="195"/>
                  </a:cubicBezTo>
                  <a:cubicBezTo>
                    <a:pt x="574" y="195"/>
                    <a:pt x="574" y="195"/>
                    <a:pt x="574" y="195"/>
                  </a:cubicBezTo>
                  <a:cubicBezTo>
                    <a:pt x="569" y="172"/>
                    <a:pt x="569" y="164"/>
                    <a:pt x="562" y="136"/>
                  </a:cubicBezTo>
                  <a:cubicBezTo>
                    <a:pt x="555" y="108"/>
                    <a:pt x="537" y="103"/>
                    <a:pt x="507" y="87"/>
                  </a:cubicBezTo>
                  <a:cubicBezTo>
                    <a:pt x="477" y="70"/>
                    <a:pt x="446" y="53"/>
                    <a:pt x="433" y="44"/>
                  </a:cubicBezTo>
                  <a:cubicBezTo>
                    <a:pt x="423" y="38"/>
                    <a:pt x="420" y="44"/>
                    <a:pt x="423" y="50"/>
                  </a:cubicBezTo>
                  <a:cubicBezTo>
                    <a:pt x="423" y="50"/>
                    <a:pt x="423" y="50"/>
                    <a:pt x="423" y="50"/>
                  </a:cubicBezTo>
                  <a:cubicBezTo>
                    <a:pt x="411" y="36"/>
                    <a:pt x="382" y="20"/>
                    <a:pt x="361" y="10"/>
                  </a:cubicBezTo>
                  <a:cubicBezTo>
                    <a:pt x="339" y="0"/>
                    <a:pt x="317" y="1"/>
                    <a:pt x="290" y="9"/>
                  </a:cubicBezTo>
                  <a:cubicBezTo>
                    <a:pt x="277" y="13"/>
                    <a:pt x="267" y="16"/>
                    <a:pt x="259" y="20"/>
                  </a:cubicBezTo>
                  <a:cubicBezTo>
                    <a:pt x="258" y="18"/>
                    <a:pt x="258" y="18"/>
                    <a:pt x="258" y="18"/>
                  </a:cubicBezTo>
                  <a:cubicBezTo>
                    <a:pt x="255" y="8"/>
                    <a:pt x="240" y="19"/>
                    <a:pt x="224" y="20"/>
                  </a:cubicBezTo>
                  <a:cubicBezTo>
                    <a:pt x="208" y="20"/>
                    <a:pt x="168" y="25"/>
                    <a:pt x="137" y="32"/>
                  </a:cubicBezTo>
                  <a:cubicBezTo>
                    <a:pt x="107" y="38"/>
                    <a:pt x="105" y="75"/>
                    <a:pt x="90" y="92"/>
                  </a:cubicBezTo>
                  <a:cubicBezTo>
                    <a:pt x="79" y="104"/>
                    <a:pt x="78" y="110"/>
                    <a:pt x="84" y="109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79" y="112"/>
                    <a:pt x="71" y="119"/>
                    <a:pt x="60" y="129"/>
                  </a:cubicBezTo>
                  <a:cubicBezTo>
                    <a:pt x="43" y="145"/>
                    <a:pt x="23" y="155"/>
                    <a:pt x="11" y="196"/>
                  </a:cubicBezTo>
                  <a:cubicBezTo>
                    <a:pt x="0" y="236"/>
                    <a:pt x="30" y="276"/>
                    <a:pt x="26" y="295"/>
                  </a:cubicBezTo>
                  <a:cubicBezTo>
                    <a:pt x="27" y="293"/>
                    <a:pt x="27" y="291"/>
                    <a:pt x="26" y="290"/>
                  </a:cubicBezTo>
                  <a:cubicBezTo>
                    <a:pt x="25" y="283"/>
                    <a:pt x="25" y="283"/>
                    <a:pt x="25" y="283"/>
                  </a:cubicBezTo>
                  <a:cubicBezTo>
                    <a:pt x="19" y="280"/>
                    <a:pt x="13" y="297"/>
                    <a:pt x="16" y="317"/>
                  </a:cubicBezTo>
                  <a:cubicBezTo>
                    <a:pt x="19" y="337"/>
                    <a:pt x="15" y="365"/>
                    <a:pt x="25" y="399"/>
                  </a:cubicBezTo>
                  <a:cubicBezTo>
                    <a:pt x="34" y="433"/>
                    <a:pt x="80" y="447"/>
                    <a:pt x="104" y="459"/>
                  </a:cubicBezTo>
                  <a:cubicBezTo>
                    <a:pt x="99" y="460"/>
                    <a:pt x="102" y="471"/>
                    <a:pt x="113" y="479"/>
                  </a:cubicBezTo>
                  <a:cubicBezTo>
                    <a:pt x="129" y="489"/>
                    <a:pt x="160" y="529"/>
                    <a:pt x="200" y="547"/>
                  </a:cubicBezTo>
                  <a:cubicBezTo>
                    <a:pt x="239" y="565"/>
                    <a:pt x="266" y="559"/>
                    <a:pt x="295" y="557"/>
                  </a:cubicBezTo>
                  <a:cubicBezTo>
                    <a:pt x="325" y="555"/>
                    <a:pt x="359" y="553"/>
                    <a:pt x="372" y="546"/>
                  </a:cubicBezTo>
                  <a:cubicBezTo>
                    <a:pt x="375" y="544"/>
                    <a:pt x="375" y="544"/>
                    <a:pt x="375" y="544"/>
                  </a:cubicBezTo>
                  <a:cubicBezTo>
                    <a:pt x="373" y="546"/>
                    <a:pt x="371" y="548"/>
                    <a:pt x="370" y="550"/>
                  </a:cubicBezTo>
                  <a:cubicBezTo>
                    <a:pt x="374" y="559"/>
                    <a:pt x="398" y="554"/>
                    <a:pt x="442" y="546"/>
                  </a:cubicBezTo>
                  <a:cubicBezTo>
                    <a:pt x="486" y="537"/>
                    <a:pt x="506" y="501"/>
                    <a:pt x="521" y="483"/>
                  </a:cubicBezTo>
                  <a:cubicBezTo>
                    <a:pt x="528" y="474"/>
                    <a:pt x="535" y="462"/>
                    <a:pt x="539" y="45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8" name="Freeform 2269">
              <a:extLst>
                <a:ext uri="{FF2B5EF4-FFF2-40B4-BE49-F238E27FC236}">
                  <a16:creationId xmlns:a16="http://schemas.microsoft.com/office/drawing/2014/main" id="{B1950B00-2863-491C-B796-6BABF9378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2940"/>
              <a:ext cx="69" cy="142"/>
            </a:xfrm>
            <a:custGeom>
              <a:avLst/>
              <a:gdLst>
                <a:gd name="T0" fmla="*/ 0 w 30"/>
                <a:gd name="T1" fmla="*/ 0 h 58"/>
                <a:gd name="T2" fmla="*/ 48 w 30"/>
                <a:gd name="T3" fmla="*/ 203 h 58"/>
                <a:gd name="T4" fmla="*/ 366 w 30"/>
                <a:gd name="T5" fmla="*/ 85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58">
                  <a:moveTo>
                    <a:pt x="0" y="0"/>
                  </a:moveTo>
                  <a:cubicBezTo>
                    <a:pt x="1" y="6"/>
                    <a:pt x="3" y="11"/>
                    <a:pt x="4" y="14"/>
                  </a:cubicBezTo>
                  <a:cubicBezTo>
                    <a:pt x="8" y="24"/>
                    <a:pt x="21" y="51"/>
                    <a:pt x="30" y="5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629" name="Text Box 2270">
            <a:extLst>
              <a:ext uri="{FF2B5EF4-FFF2-40B4-BE49-F238E27FC236}">
                <a16:creationId xmlns:a16="http://schemas.microsoft.com/office/drawing/2014/main" id="{F2BBF991-8A73-4A8B-9576-DC0133DE99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0" y="3092450"/>
            <a:ext cx="10747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chemeClr val="bg1"/>
                </a:solidFill>
              </a:rPr>
              <a:t>Apoptosis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C23A2FC4-BF0B-444E-8504-75B0DCDF36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Vascular tunics</a:t>
            </a:r>
          </a:p>
        </p:txBody>
      </p:sp>
      <p:grpSp>
        <p:nvGrpSpPr>
          <p:cNvPr id="24578" name="vascular-tunic-layers-of-artery">
            <a:extLst>
              <a:ext uri="{FF2B5EF4-FFF2-40B4-BE49-F238E27FC236}">
                <a16:creationId xmlns:a16="http://schemas.microsoft.com/office/drawing/2014/main" id="{C1CD9649-6526-4BC9-9E75-9D3420FDAE4E}"/>
              </a:ext>
            </a:extLst>
          </p:cNvPr>
          <p:cNvGrpSpPr>
            <a:grpSpLocks/>
          </p:cNvGrpSpPr>
          <p:nvPr/>
        </p:nvGrpSpPr>
        <p:grpSpPr bwMode="auto">
          <a:xfrm>
            <a:off x="3589338" y="1525588"/>
            <a:ext cx="1444625" cy="3730625"/>
            <a:chOff x="1301" y="1056"/>
            <a:chExt cx="910" cy="2350"/>
          </a:xfrm>
        </p:grpSpPr>
        <p:grpSp>
          <p:nvGrpSpPr>
            <p:cNvPr id="25565" name="Group 4">
              <a:extLst>
                <a:ext uri="{FF2B5EF4-FFF2-40B4-BE49-F238E27FC236}">
                  <a16:creationId xmlns:a16="http://schemas.microsoft.com/office/drawing/2014/main" id="{BF2A062F-27CA-43C8-ACC6-D3D611240A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1" y="1056"/>
              <a:ext cx="910" cy="2350"/>
              <a:chOff x="1301" y="1056"/>
              <a:chExt cx="910" cy="2350"/>
            </a:xfrm>
          </p:grpSpPr>
          <p:sp>
            <p:nvSpPr>
              <p:cNvPr id="61382" name="Freeform 5">
                <a:extLst>
                  <a:ext uri="{FF2B5EF4-FFF2-40B4-BE49-F238E27FC236}">
                    <a16:creationId xmlns:a16="http://schemas.microsoft.com/office/drawing/2014/main" id="{F5B74CA6-E500-403B-8E7F-693FE10F1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061"/>
                <a:ext cx="910" cy="295"/>
              </a:xfrm>
              <a:custGeom>
                <a:avLst/>
                <a:gdLst>
                  <a:gd name="T0" fmla="*/ 0 w 364"/>
                  <a:gd name="T1" fmla="*/ 1845 h 118"/>
                  <a:gd name="T2" fmla="*/ 2845 w 364"/>
                  <a:gd name="T3" fmla="*/ 0 h 118"/>
                  <a:gd name="T4" fmla="*/ 5688 w 364"/>
                  <a:gd name="T5" fmla="*/ 1845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4" h="118">
                    <a:moveTo>
                      <a:pt x="0" y="118"/>
                    </a:moveTo>
                    <a:cubicBezTo>
                      <a:pt x="0" y="53"/>
                      <a:pt x="81" y="0"/>
                      <a:pt x="182" y="0"/>
                    </a:cubicBezTo>
                    <a:cubicBezTo>
                      <a:pt x="282" y="0"/>
                      <a:pt x="364" y="53"/>
                      <a:pt x="364" y="118"/>
                    </a:cubicBezTo>
                  </a:path>
                </a:pathLst>
              </a:custGeom>
              <a:solidFill>
                <a:srgbClr val="F9CB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83" name="Freeform 6">
                <a:extLst>
                  <a:ext uri="{FF2B5EF4-FFF2-40B4-BE49-F238E27FC236}">
                    <a16:creationId xmlns:a16="http://schemas.microsoft.com/office/drawing/2014/main" id="{186052DF-AF29-43BC-834A-283D0A126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89"/>
                <a:ext cx="833" cy="267"/>
              </a:xfrm>
              <a:custGeom>
                <a:avLst/>
                <a:gdLst>
                  <a:gd name="T0" fmla="*/ 0 w 333"/>
                  <a:gd name="T1" fmla="*/ 1662 h 107"/>
                  <a:gd name="T2" fmla="*/ 2617 w 333"/>
                  <a:gd name="T3" fmla="*/ 0 h 107"/>
                  <a:gd name="T4" fmla="*/ 5213 w 333"/>
                  <a:gd name="T5" fmla="*/ 1662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107">
                    <a:moveTo>
                      <a:pt x="0" y="107"/>
                    </a:moveTo>
                    <a:cubicBezTo>
                      <a:pt x="0" y="48"/>
                      <a:pt x="75" y="0"/>
                      <a:pt x="167" y="0"/>
                    </a:cubicBezTo>
                    <a:cubicBezTo>
                      <a:pt x="258" y="0"/>
                      <a:pt x="333" y="48"/>
                      <a:pt x="333" y="107"/>
                    </a:cubicBezTo>
                  </a:path>
                </a:pathLst>
              </a:custGeom>
              <a:solidFill>
                <a:srgbClr val="D3E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84" name="Freeform 7">
                <a:extLst>
                  <a:ext uri="{FF2B5EF4-FFF2-40B4-BE49-F238E27FC236}">
                    <a16:creationId xmlns:a16="http://schemas.microsoft.com/office/drawing/2014/main" id="{B8AB522E-7F8A-465B-8E33-C99BF8066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099"/>
                <a:ext cx="798" cy="257"/>
              </a:xfrm>
              <a:custGeom>
                <a:avLst/>
                <a:gdLst>
                  <a:gd name="T0" fmla="*/ 0 w 319"/>
                  <a:gd name="T1" fmla="*/ 1599 h 103"/>
                  <a:gd name="T2" fmla="*/ 2504 w 319"/>
                  <a:gd name="T3" fmla="*/ 0 h 103"/>
                  <a:gd name="T4" fmla="*/ 4993 w 319"/>
                  <a:gd name="T5" fmla="*/ 1599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9" h="103">
                    <a:moveTo>
                      <a:pt x="0" y="103"/>
                    </a:moveTo>
                    <a:cubicBezTo>
                      <a:pt x="0" y="46"/>
                      <a:pt x="71" y="0"/>
                      <a:pt x="160" y="0"/>
                    </a:cubicBezTo>
                    <a:cubicBezTo>
                      <a:pt x="248" y="0"/>
                      <a:pt x="319" y="46"/>
                      <a:pt x="319" y="103"/>
                    </a:cubicBezTo>
                  </a:path>
                </a:pathLst>
              </a:custGeom>
              <a:solidFill>
                <a:srgbClr val="F3A5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85" name="Freeform 8">
                <a:extLst>
                  <a:ext uri="{FF2B5EF4-FFF2-40B4-BE49-F238E27FC236}">
                    <a16:creationId xmlns:a16="http://schemas.microsoft.com/office/drawing/2014/main" id="{32955C2A-15ED-497F-BFA1-C0CE6C558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061"/>
                <a:ext cx="910" cy="2060"/>
              </a:xfrm>
              <a:custGeom>
                <a:avLst/>
                <a:gdLst>
                  <a:gd name="T0" fmla="*/ 5688 w 364"/>
                  <a:gd name="T1" fmla="*/ 12875 h 824"/>
                  <a:gd name="T2" fmla="*/ 5688 w 364"/>
                  <a:gd name="T3" fmla="*/ 1845 h 824"/>
                  <a:gd name="T4" fmla="*/ 2845 w 364"/>
                  <a:gd name="T5" fmla="*/ 0 h 824"/>
                  <a:gd name="T6" fmla="*/ 0 w 364"/>
                  <a:gd name="T7" fmla="*/ 1845 h 824"/>
                  <a:gd name="T8" fmla="*/ 0 w 364"/>
                  <a:gd name="T9" fmla="*/ 12875 h 8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4" h="824">
                    <a:moveTo>
                      <a:pt x="364" y="824"/>
                    </a:moveTo>
                    <a:cubicBezTo>
                      <a:pt x="364" y="118"/>
                      <a:pt x="364" y="118"/>
                      <a:pt x="364" y="118"/>
                    </a:cubicBezTo>
                    <a:cubicBezTo>
                      <a:pt x="364" y="53"/>
                      <a:pt x="282" y="0"/>
                      <a:pt x="182" y="0"/>
                    </a:cubicBezTo>
                    <a:cubicBezTo>
                      <a:pt x="81" y="0"/>
                      <a:pt x="0" y="53"/>
                      <a:pt x="0" y="118"/>
                    </a:cubicBezTo>
                    <a:cubicBezTo>
                      <a:pt x="0" y="824"/>
                      <a:pt x="0" y="824"/>
                      <a:pt x="0" y="824"/>
                    </a:cubicBezTo>
                  </a:path>
                </a:pathLst>
              </a:custGeom>
              <a:solidFill>
                <a:srgbClr val="F8C5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86" name="Freeform 9">
                <a:extLst>
                  <a:ext uri="{FF2B5EF4-FFF2-40B4-BE49-F238E27FC236}">
                    <a16:creationId xmlns:a16="http://schemas.microsoft.com/office/drawing/2014/main" id="{6F4B366D-2AE1-41E4-8238-884D97AD5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684"/>
                <a:ext cx="910" cy="312"/>
              </a:xfrm>
              <a:custGeom>
                <a:avLst/>
                <a:gdLst>
                  <a:gd name="T0" fmla="*/ 0 w 364"/>
                  <a:gd name="T1" fmla="*/ 0 h 125"/>
                  <a:gd name="T2" fmla="*/ 2845 w 364"/>
                  <a:gd name="T3" fmla="*/ 1944 h 125"/>
                  <a:gd name="T4" fmla="*/ 5688 w 364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4" h="125">
                    <a:moveTo>
                      <a:pt x="0" y="0"/>
                    </a:moveTo>
                    <a:cubicBezTo>
                      <a:pt x="0" y="66"/>
                      <a:pt x="81" y="125"/>
                      <a:pt x="182" y="125"/>
                    </a:cubicBezTo>
                    <a:cubicBezTo>
                      <a:pt x="282" y="125"/>
                      <a:pt x="364" y="66"/>
                      <a:pt x="364" y="0"/>
                    </a:cubicBezTo>
                  </a:path>
                </a:pathLst>
              </a:custGeom>
              <a:solidFill>
                <a:srgbClr val="FDE8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87" name="Freeform 10">
                <a:extLst>
                  <a:ext uri="{FF2B5EF4-FFF2-40B4-BE49-F238E27FC236}">
                    <a16:creationId xmlns:a16="http://schemas.microsoft.com/office/drawing/2014/main" id="{8C988785-480E-46FF-B9DC-49ECE012B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89"/>
                <a:ext cx="833" cy="1602"/>
              </a:xfrm>
              <a:custGeom>
                <a:avLst/>
                <a:gdLst>
                  <a:gd name="T0" fmla="*/ 0 w 333"/>
                  <a:gd name="T1" fmla="*/ 10007 h 641"/>
                  <a:gd name="T2" fmla="*/ 0 w 333"/>
                  <a:gd name="T3" fmla="*/ 1667 h 641"/>
                  <a:gd name="T4" fmla="*/ 2617 w 333"/>
                  <a:gd name="T5" fmla="*/ 0 h 641"/>
                  <a:gd name="T6" fmla="*/ 5213 w 333"/>
                  <a:gd name="T7" fmla="*/ 1667 h 641"/>
                  <a:gd name="T8" fmla="*/ 5213 w 333"/>
                  <a:gd name="T9" fmla="*/ 10007 h 6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3" h="641">
                    <a:moveTo>
                      <a:pt x="0" y="641"/>
                    </a:moveTo>
                    <a:cubicBezTo>
                      <a:pt x="0" y="107"/>
                      <a:pt x="0" y="107"/>
                      <a:pt x="0" y="107"/>
                    </a:cubicBezTo>
                    <a:cubicBezTo>
                      <a:pt x="0" y="48"/>
                      <a:pt x="75" y="0"/>
                      <a:pt x="167" y="0"/>
                    </a:cubicBezTo>
                    <a:cubicBezTo>
                      <a:pt x="258" y="0"/>
                      <a:pt x="333" y="48"/>
                      <a:pt x="333" y="107"/>
                    </a:cubicBezTo>
                    <a:cubicBezTo>
                      <a:pt x="333" y="641"/>
                      <a:pt x="333" y="641"/>
                      <a:pt x="333" y="641"/>
                    </a:cubicBezTo>
                  </a:path>
                </a:pathLst>
              </a:custGeom>
              <a:solidFill>
                <a:srgbClr val="C5D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88" name="Freeform 11">
                <a:extLst>
                  <a:ext uri="{FF2B5EF4-FFF2-40B4-BE49-F238E27FC236}">
                    <a16:creationId xmlns:a16="http://schemas.microsoft.com/office/drawing/2014/main" id="{68678A74-8AEA-43FD-ACB8-C29EDDD3B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034"/>
                <a:ext cx="33" cy="135"/>
              </a:xfrm>
              <a:custGeom>
                <a:avLst/>
                <a:gdLst>
                  <a:gd name="T0" fmla="*/ 0 w 13"/>
                  <a:gd name="T1" fmla="*/ 720 h 54"/>
                  <a:gd name="T2" fmla="*/ 180 w 13"/>
                  <a:gd name="T3" fmla="*/ 533 h 54"/>
                  <a:gd name="T4" fmla="*/ 213 w 13"/>
                  <a:gd name="T5" fmla="*/ 20 h 54"/>
                  <a:gd name="T6" fmla="*/ 160 w 13"/>
                  <a:gd name="T7" fmla="*/ 20 h 54"/>
                  <a:gd name="T8" fmla="*/ 0 w 13"/>
                  <a:gd name="T9" fmla="*/ 33 h 54"/>
                  <a:gd name="T10" fmla="*/ 0 w 13"/>
                  <a:gd name="T11" fmla="*/ 720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54">
                    <a:moveTo>
                      <a:pt x="0" y="46"/>
                    </a:moveTo>
                    <a:cubicBezTo>
                      <a:pt x="9" y="54"/>
                      <a:pt x="12" y="40"/>
                      <a:pt x="11" y="34"/>
                    </a:cubicBezTo>
                    <a:cubicBezTo>
                      <a:pt x="11" y="24"/>
                      <a:pt x="10" y="11"/>
                      <a:pt x="13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5" y="0"/>
                      <a:pt x="2" y="0"/>
                      <a:pt x="0" y="2"/>
                    </a:cubicBez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ADC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89" name="Freeform 12">
                <a:extLst>
                  <a:ext uri="{FF2B5EF4-FFF2-40B4-BE49-F238E27FC236}">
                    <a16:creationId xmlns:a16="http://schemas.microsoft.com/office/drawing/2014/main" id="{6DC58556-458C-4E3B-ADD2-4DF6B609D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284"/>
                <a:ext cx="25" cy="40"/>
              </a:xfrm>
              <a:custGeom>
                <a:avLst/>
                <a:gdLst>
                  <a:gd name="T0" fmla="*/ 0 w 10"/>
                  <a:gd name="T1" fmla="*/ 208 h 16"/>
                  <a:gd name="T2" fmla="*/ 20 w 10"/>
                  <a:gd name="T3" fmla="*/ 208 h 16"/>
                  <a:gd name="T4" fmla="*/ 145 w 10"/>
                  <a:gd name="T5" fmla="*/ 63 h 16"/>
                  <a:gd name="T6" fmla="*/ 113 w 10"/>
                  <a:gd name="T7" fmla="*/ 20 h 16"/>
                  <a:gd name="T8" fmla="*/ 0 w 10"/>
                  <a:gd name="T9" fmla="*/ 0 h 16"/>
                  <a:gd name="T10" fmla="*/ 0 w 10"/>
                  <a:gd name="T11" fmla="*/ 20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6">
                    <a:moveTo>
                      <a:pt x="0" y="13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0" y="16"/>
                      <a:pt x="7" y="8"/>
                      <a:pt x="9" y="4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3" y="0"/>
                      <a:pt x="0" y="0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A6C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90" name="Freeform 13">
                <a:extLst>
                  <a:ext uri="{FF2B5EF4-FFF2-40B4-BE49-F238E27FC236}">
                    <a16:creationId xmlns:a16="http://schemas.microsoft.com/office/drawing/2014/main" id="{CE5E8EC5-3D1D-4C8A-BA64-C09F26A3B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759"/>
                <a:ext cx="35" cy="117"/>
              </a:xfrm>
              <a:custGeom>
                <a:avLst/>
                <a:gdLst>
                  <a:gd name="T0" fmla="*/ 0 w 14"/>
                  <a:gd name="T1" fmla="*/ 695 h 47"/>
                  <a:gd name="T2" fmla="*/ 145 w 14"/>
                  <a:gd name="T3" fmla="*/ 662 h 47"/>
                  <a:gd name="T4" fmla="*/ 188 w 14"/>
                  <a:gd name="T5" fmla="*/ 199 h 47"/>
                  <a:gd name="T6" fmla="*/ 125 w 14"/>
                  <a:gd name="T7" fmla="*/ 0 h 47"/>
                  <a:gd name="T8" fmla="*/ 0 w 14"/>
                  <a:gd name="T9" fmla="*/ 30 h 47"/>
                  <a:gd name="T10" fmla="*/ 0 w 14"/>
                  <a:gd name="T11" fmla="*/ 695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7">
                    <a:moveTo>
                      <a:pt x="0" y="45"/>
                    </a:moveTo>
                    <a:cubicBezTo>
                      <a:pt x="2" y="47"/>
                      <a:pt x="5" y="46"/>
                      <a:pt x="9" y="43"/>
                    </a:cubicBezTo>
                    <a:cubicBezTo>
                      <a:pt x="14" y="37"/>
                      <a:pt x="12" y="21"/>
                      <a:pt x="12" y="1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2" y="0"/>
                      <a:pt x="0" y="2"/>
                    </a:cubicBez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A6C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91" name="Freeform 14">
                <a:extLst>
                  <a:ext uri="{FF2B5EF4-FFF2-40B4-BE49-F238E27FC236}">
                    <a16:creationId xmlns:a16="http://schemas.microsoft.com/office/drawing/2014/main" id="{1DC17755-76B8-4B7F-B035-12D24CE92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521"/>
                <a:ext cx="23" cy="38"/>
              </a:xfrm>
              <a:custGeom>
                <a:avLst/>
                <a:gdLst>
                  <a:gd name="T0" fmla="*/ 0 w 9"/>
                  <a:gd name="T1" fmla="*/ 243 h 15"/>
                  <a:gd name="T2" fmla="*/ 33 w 9"/>
                  <a:gd name="T3" fmla="*/ 243 h 15"/>
                  <a:gd name="T4" fmla="*/ 151 w 9"/>
                  <a:gd name="T5" fmla="*/ 160 h 15"/>
                  <a:gd name="T6" fmla="*/ 151 w 9"/>
                  <a:gd name="T7" fmla="*/ 33 h 15"/>
                  <a:gd name="T8" fmla="*/ 20 w 9"/>
                  <a:gd name="T9" fmla="*/ 0 h 15"/>
                  <a:gd name="T10" fmla="*/ 0 w 9"/>
                  <a:gd name="T11" fmla="*/ 20 h 15"/>
                  <a:gd name="T12" fmla="*/ 0 w 9"/>
                  <a:gd name="T13" fmla="*/ 24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0" y="15"/>
                    </a:moveTo>
                    <a:cubicBezTo>
                      <a:pt x="1" y="15"/>
                      <a:pt x="1" y="15"/>
                      <a:pt x="2" y="15"/>
                    </a:cubicBezTo>
                    <a:cubicBezTo>
                      <a:pt x="4" y="15"/>
                      <a:pt x="8" y="12"/>
                      <a:pt x="9" y="10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4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A6C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92" name="Freeform 15">
                <a:extLst>
                  <a:ext uri="{FF2B5EF4-FFF2-40B4-BE49-F238E27FC236}">
                    <a16:creationId xmlns:a16="http://schemas.microsoft.com/office/drawing/2014/main" id="{05274B96-F703-479F-8F50-4C6CE3080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534"/>
                <a:ext cx="27" cy="37"/>
              </a:xfrm>
              <a:custGeom>
                <a:avLst/>
                <a:gdLst>
                  <a:gd name="T0" fmla="*/ 162 w 11"/>
                  <a:gd name="T1" fmla="*/ 12 h 15"/>
                  <a:gd name="T2" fmla="*/ 133 w 11"/>
                  <a:gd name="T3" fmla="*/ 0 h 15"/>
                  <a:gd name="T4" fmla="*/ 0 w 11"/>
                  <a:gd name="T5" fmla="*/ 12 h 15"/>
                  <a:gd name="T6" fmla="*/ 29 w 11"/>
                  <a:gd name="T7" fmla="*/ 195 h 15"/>
                  <a:gd name="T8" fmla="*/ 150 w 11"/>
                  <a:gd name="T9" fmla="*/ 212 h 15"/>
                  <a:gd name="T10" fmla="*/ 162 w 11"/>
                  <a:gd name="T11" fmla="*/ 195 h 15"/>
                  <a:gd name="T12" fmla="*/ 162 w 11"/>
                  <a:gd name="T13" fmla="*/ 12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11" y="1"/>
                    </a:moveTo>
                    <a:cubicBezTo>
                      <a:pt x="10" y="1"/>
                      <a:pt x="10" y="1"/>
                      <a:pt x="9" y="0"/>
                    </a:cubicBezTo>
                    <a:cubicBezTo>
                      <a:pt x="7" y="0"/>
                      <a:pt x="3" y="0"/>
                      <a:pt x="0" y="1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4"/>
                      <a:pt x="8" y="15"/>
                      <a:pt x="10" y="14"/>
                    </a:cubicBezTo>
                    <a:cubicBezTo>
                      <a:pt x="10" y="14"/>
                      <a:pt x="11" y="14"/>
                      <a:pt x="11" y="13"/>
                    </a:cubicBez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A6C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93" name="Freeform 16">
                <a:extLst>
                  <a:ext uri="{FF2B5EF4-FFF2-40B4-BE49-F238E27FC236}">
                    <a16:creationId xmlns:a16="http://schemas.microsoft.com/office/drawing/2014/main" id="{52917556-317B-4128-A86B-46D31EB9A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594"/>
                <a:ext cx="30" cy="27"/>
              </a:xfrm>
              <a:custGeom>
                <a:avLst/>
                <a:gdLst>
                  <a:gd name="T0" fmla="*/ 188 w 12"/>
                  <a:gd name="T1" fmla="*/ 0 h 11"/>
                  <a:gd name="T2" fmla="*/ 50 w 12"/>
                  <a:gd name="T3" fmla="*/ 12 h 11"/>
                  <a:gd name="T4" fmla="*/ 0 w 12"/>
                  <a:gd name="T5" fmla="*/ 133 h 11"/>
                  <a:gd name="T6" fmla="*/ 188 w 12"/>
                  <a:gd name="T7" fmla="*/ 162 h 11"/>
                  <a:gd name="T8" fmla="*/ 188 w 1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cubicBezTo>
                      <a:pt x="9" y="0"/>
                      <a:pt x="6" y="1"/>
                      <a:pt x="3" y="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9"/>
                      <a:pt x="8" y="10"/>
                      <a:pt x="12" y="11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6C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94" name="Freeform 17">
                <a:extLst>
                  <a:ext uri="{FF2B5EF4-FFF2-40B4-BE49-F238E27FC236}">
                    <a16:creationId xmlns:a16="http://schemas.microsoft.com/office/drawing/2014/main" id="{719D3944-E3BA-4CEC-B57F-D1F0092E8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774"/>
                <a:ext cx="40" cy="92"/>
              </a:xfrm>
              <a:custGeom>
                <a:avLst/>
                <a:gdLst>
                  <a:gd name="T0" fmla="*/ 250 w 16"/>
                  <a:gd name="T1" fmla="*/ 12 h 37"/>
                  <a:gd name="T2" fmla="*/ 50 w 16"/>
                  <a:gd name="T3" fmla="*/ 42 h 37"/>
                  <a:gd name="T4" fmla="*/ 33 w 16"/>
                  <a:gd name="T5" fmla="*/ 321 h 37"/>
                  <a:gd name="T6" fmla="*/ 113 w 16"/>
                  <a:gd name="T7" fmla="*/ 537 h 37"/>
                  <a:gd name="T8" fmla="*/ 250 w 16"/>
                  <a:gd name="T9" fmla="*/ 557 h 37"/>
                  <a:gd name="T10" fmla="*/ 250 w 16"/>
                  <a:gd name="T11" fmla="*/ 12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7">
                    <a:moveTo>
                      <a:pt x="16" y="1"/>
                    </a:moveTo>
                    <a:cubicBezTo>
                      <a:pt x="12" y="0"/>
                      <a:pt x="5" y="0"/>
                      <a:pt x="3" y="3"/>
                    </a:cubicBezTo>
                    <a:cubicBezTo>
                      <a:pt x="0" y="5"/>
                      <a:pt x="2" y="17"/>
                      <a:pt x="2" y="21"/>
                    </a:cubicBezTo>
                    <a:cubicBezTo>
                      <a:pt x="2" y="27"/>
                      <a:pt x="2" y="33"/>
                      <a:pt x="7" y="35"/>
                    </a:cubicBezTo>
                    <a:cubicBezTo>
                      <a:pt x="10" y="37"/>
                      <a:pt x="13" y="36"/>
                      <a:pt x="16" y="36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6C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95" name="Freeform 18">
                <a:extLst>
                  <a:ext uri="{FF2B5EF4-FFF2-40B4-BE49-F238E27FC236}">
                    <a16:creationId xmlns:a16="http://schemas.microsoft.com/office/drawing/2014/main" id="{A70BFD8F-AD30-4695-A8F8-F16730551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1889"/>
                <a:ext cx="32" cy="70"/>
              </a:xfrm>
              <a:custGeom>
                <a:avLst/>
                <a:gdLst>
                  <a:gd name="T0" fmla="*/ 194 w 13"/>
                  <a:gd name="T1" fmla="*/ 0 h 28"/>
                  <a:gd name="T2" fmla="*/ 62 w 13"/>
                  <a:gd name="T3" fmla="*/ 50 h 28"/>
                  <a:gd name="T4" fmla="*/ 42 w 13"/>
                  <a:gd name="T5" fmla="*/ 238 h 28"/>
                  <a:gd name="T6" fmla="*/ 91 w 13"/>
                  <a:gd name="T7" fmla="*/ 438 h 28"/>
                  <a:gd name="T8" fmla="*/ 194 w 13"/>
                  <a:gd name="T9" fmla="*/ 425 h 28"/>
                  <a:gd name="T10" fmla="*/ 194 w 13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8">
                    <a:moveTo>
                      <a:pt x="13" y="0"/>
                    </a:moveTo>
                    <a:cubicBezTo>
                      <a:pt x="10" y="0"/>
                      <a:pt x="5" y="1"/>
                      <a:pt x="4" y="3"/>
                    </a:cubicBezTo>
                    <a:cubicBezTo>
                      <a:pt x="2" y="5"/>
                      <a:pt x="3" y="12"/>
                      <a:pt x="3" y="15"/>
                    </a:cubicBezTo>
                    <a:cubicBezTo>
                      <a:pt x="3" y="20"/>
                      <a:pt x="0" y="27"/>
                      <a:pt x="6" y="28"/>
                    </a:cubicBezTo>
                    <a:cubicBezTo>
                      <a:pt x="8" y="28"/>
                      <a:pt x="11" y="27"/>
                      <a:pt x="13" y="27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6C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96" name="Freeform 19">
                <a:extLst>
                  <a:ext uri="{FF2B5EF4-FFF2-40B4-BE49-F238E27FC236}">
                    <a16:creationId xmlns:a16="http://schemas.microsoft.com/office/drawing/2014/main" id="{766D2F87-47A5-4225-9AF4-532E6662B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2184"/>
                <a:ext cx="30" cy="35"/>
              </a:xfrm>
              <a:custGeom>
                <a:avLst/>
                <a:gdLst>
                  <a:gd name="T0" fmla="*/ 188 w 12"/>
                  <a:gd name="T1" fmla="*/ 0 h 14"/>
                  <a:gd name="T2" fmla="*/ 50 w 12"/>
                  <a:gd name="T3" fmla="*/ 33 h 14"/>
                  <a:gd name="T4" fmla="*/ 50 w 12"/>
                  <a:gd name="T5" fmla="*/ 158 h 14"/>
                  <a:gd name="T6" fmla="*/ 125 w 12"/>
                  <a:gd name="T7" fmla="*/ 208 h 14"/>
                  <a:gd name="T8" fmla="*/ 188 w 12"/>
                  <a:gd name="T9" fmla="*/ 208 h 14"/>
                  <a:gd name="T10" fmla="*/ 188 w 12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9" y="0"/>
                      <a:pt x="5" y="1"/>
                      <a:pt x="3" y="2"/>
                    </a:cubicBezTo>
                    <a:cubicBezTo>
                      <a:pt x="0" y="4"/>
                      <a:pt x="2" y="6"/>
                      <a:pt x="3" y="10"/>
                    </a:cubicBezTo>
                    <a:cubicBezTo>
                      <a:pt x="5" y="14"/>
                      <a:pt x="3" y="14"/>
                      <a:pt x="8" y="13"/>
                    </a:cubicBezTo>
                    <a:cubicBezTo>
                      <a:pt x="9" y="13"/>
                      <a:pt x="10" y="13"/>
                      <a:pt x="12" y="13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6C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97" name="Freeform 20">
                <a:extLst>
                  <a:ext uri="{FF2B5EF4-FFF2-40B4-BE49-F238E27FC236}">
                    <a16:creationId xmlns:a16="http://schemas.microsoft.com/office/drawing/2014/main" id="{6DC860B3-48C1-412C-8F3A-D5D7B6696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099"/>
                <a:ext cx="798" cy="1592"/>
              </a:xfrm>
              <a:custGeom>
                <a:avLst/>
                <a:gdLst>
                  <a:gd name="T0" fmla="*/ 4993 w 319"/>
                  <a:gd name="T1" fmla="*/ 9944 h 637"/>
                  <a:gd name="T2" fmla="*/ 4993 w 319"/>
                  <a:gd name="T3" fmla="*/ 1604 h 637"/>
                  <a:gd name="T4" fmla="*/ 2504 w 319"/>
                  <a:gd name="T5" fmla="*/ 0 h 637"/>
                  <a:gd name="T6" fmla="*/ 0 w 319"/>
                  <a:gd name="T7" fmla="*/ 1604 h 637"/>
                  <a:gd name="T8" fmla="*/ 0 w 319"/>
                  <a:gd name="T9" fmla="*/ 9944 h 6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9" h="637">
                    <a:moveTo>
                      <a:pt x="319" y="637"/>
                    </a:moveTo>
                    <a:cubicBezTo>
                      <a:pt x="319" y="103"/>
                      <a:pt x="319" y="103"/>
                      <a:pt x="319" y="103"/>
                    </a:cubicBezTo>
                    <a:cubicBezTo>
                      <a:pt x="319" y="46"/>
                      <a:pt x="248" y="0"/>
                      <a:pt x="160" y="0"/>
                    </a:cubicBezTo>
                    <a:cubicBezTo>
                      <a:pt x="71" y="0"/>
                      <a:pt x="0" y="46"/>
                      <a:pt x="0" y="103"/>
                    </a:cubicBezTo>
                    <a:cubicBezTo>
                      <a:pt x="0" y="637"/>
                      <a:pt x="0" y="637"/>
                      <a:pt x="0" y="637"/>
                    </a:cubicBezTo>
                  </a:path>
                </a:pathLst>
              </a:custGeom>
              <a:solidFill>
                <a:srgbClr val="EA9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98" name="Freeform 21">
                <a:extLst>
                  <a:ext uri="{FF2B5EF4-FFF2-40B4-BE49-F238E27FC236}">
                    <a16:creationId xmlns:a16="http://schemas.microsoft.com/office/drawing/2014/main" id="{406A5089-8B8F-4C94-A4D7-DA9ED5798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154"/>
                <a:ext cx="478" cy="1447"/>
              </a:xfrm>
              <a:custGeom>
                <a:avLst/>
                <a:gdLst>
                  <a:gd name="T0" fmla="*/ 0 w 191"/>
                  <a:gd name="T1" fmla="*/ 9037 h 579"/>
                  <a:gd name="T2" fmla="*/ 0 w 191"/>
                  <a:gd name="T3" fmla="*/ 1262 h 579"/>
                  <a:gd name="T4" fmla="*/ 1504 w 191"/>
                  <a:gd name="T5" fmla="*/ 0 h 579"/>
                  <a:gd name="T6" fmla="*/ 2993 w 191"/>
                  <a:gd name="T7" fmla="*/ 1262 h 579"/>
                  <a:gd name="T8" fmla="*/ 2993 w 191"/>
                  <a:gd name="T9" fmla="*/ 9037 h 5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579">
                    <a:moveTo>
                      <a:pt x="0" y="579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37"/>
                      <a:pt x="41" y="0"/>
                      <a:pt x="96" y="0"/>
                    </a:cubicBezTo>
                    <a:cubicBezTo>
                      <a:pt x="150" y="0"/>
                      <a:pt x="191" y="37"/>
                      <a:pt x="191" y="81"/>
                    </a:cubicBezTo>
                    <a:cubicBezTo>
                      <a:pt x="191" y="579"/>
                      <a:pt x="191" y="579"/>
                      <a:pt x="191" y="579"/>
                    </a:cubicBezTo>
                  </a:path>
                </a:pathLst>
              </a:custGeom>
              <a:solidFill>
                <a:srgbClr val="00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99" name="Freeform 22">
                <a:extLst>
                  <a:ext uri="{FF2B5EF4-FFF2-40B4-BE49-F238E27FC236}">
                    <a16:creationId xmlns:a16="http://schemas.microsoft.com/office/drawing/2014/main" id="{3DFE8568-E076-4B4D-B644-7BA06643E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166"/>
                <a:ext cx="452" cy="1435"/>
              </a:xfrm>
              <a:custGeom>
                <a:avLst/>
                <a:gdLst>
                  <a:gd name="T0" fmla="*/ 0 w 181"/>
                  <a:gd name="T1" fmla="*/ 8970 h 574"/>
                  <a:gd name="T2" fmla="*/ 0 w 181"/>
                  <a:gd name="T3" fmla="*/ 1188 h 574"/>
                  <a:gd name="T4" fmla="*/ 1416 w 181"/>
                  <a:gd name="T5" fmla="*/ 0 h 574"/>
                  <a:gd name="T6" fmla="*/ 2819 w 181"/>
                  <a:gd name="T7" fmla="*/ 1188 h 574"/>
                  <a:gd name="T8" fmla="*/ 2819 w 181"/>
                  <a:gd name="T9" fmla="*/ 8970 h 5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1" h="574">
                    <a:moveTo>
                      <a:pt x="0" y="574"/>
                    </a:moveTo>
                    <a:cubicBezTo>
                      <a:pt x="0" y="76"/>
                      <a:pt x="0" y="76"/>
                      <a:pt x="0" y="76"/>
                    </a:cubicBezTo>
                    <a:cubicBezTo>
                      <a:pt x="0" y="34"/>
                      <a:pt x="39" y="0"/>
                      <a:pt x="91" y="0"/>
                    </a:cubicBezTo>
                    <a:cubicBezTo>
                      <a:pt x="142" y="0"/>
                      <a:pt x="181" y="34"/>
                      <a:pt x="181" y="76"/>
                    </a:cubicBezTo>
                    <a:cubicBezTo>
                      <a:pt x="181" y="574"/>
                      <a:pt x="181" y="574"/>
                      <a:pt x="181" y="574"/>
                    </a:cubicBezTo>
                  </a:path>
                </a:pathLst>
              </a:custGeom>
              <a:solidFill>
                <a:srgbClr val="C083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00" name="Freeform 23">
                <a:extLst>
                  <a:ext uri="{FF2B5EF4-FFF2-40B4-BE49-F238E27FC236}">
                    <a16:creationId xmlns:a16="http://schemas.microsoft.com/office/drawing/2014/main" id="{289502EE-EB77-42BB-A5F4-F854229AA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611"/>
                <a:ext cx="833" cy="345"/>
              </a:xfrm>
              <a:custGeom>
                <a:avLst/>
                <a:gdLst>
                  <a:gd name="T0" fmla="*/ 0 w 333"/>
                  <a:gd name="T1" fmla="*/ 0 h 138"/>
                  <a:gd name="T2" fmla="*/ 2617 w 333"/>
                  <a:gd name="T3" fmla="*/ 1688 h 138"/>
                  <a:gd name="T4" fmla="*/ 5213 w 333"/>
                  <a:gd name="T5" fmla="*/ 0 h 138"/>
                  <a:gd name="T6" fmla="*/ 5213 w 333"/>
                  <a:gd name="T7" fmla="*/ 470 h 138"/>
                  <a:gd name="T8" fmla="*/ 2617 w 333"/>
                  <a:gd name="T9" fmla="*/ 2158 h 138"/>
                  <a:gd name="T10" fmla="*/ 0 w 333"/>
                  <a:gd name="T11" fmla="*/ 470 h 138"/>
                  <a:gd name="T12" fmla="*/ 0 w 333"/>
                  <a:gd name="T13" fmla="*/ 0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3" h="138">
                    <a:moveTo>
                      <a:pt x="0" y="0"/>
                    </a:moveTo>
                    <a:cubicBezTo>
                      <a:pt x="0" y="59"/>
                      <a:pt x="75" y="108"/>
                      <a:pt x="167" y="108"/>
                    </a:cubicBezTo>
                    <a:cubicBezTo>
                      <a:pt x="258" y="108"/>
                      <a:pt x="333" y="59"/>
                      <a:pt x="333" y="0"/>
                    </a:cubicBezTo>
                    <a:cubicBezTo>
                      <a:pt x="333" y="30"/>
                      <a:pt x="333" y="30"/>
                      <a:pt x="333" y="30"/>
                    </a:cubicBezTo>
                    <a:cubicBezTo>
                      <a:pt x="333" y="89"/>
                      <a:pt x="258" y="138"/>
                      <a:pt x="167" y="138"/>
                    </a:cubicBezTo>
                    <a:cubicBezTo>
                      <a:pt x="75" y="138"/>
                      <a:pt x="0" y="89"/>
                      <a:pt x="0" y="3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E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01" name="Freeform 24">
                <a:extLst>
                  <a:ext uri="{FF2B5EF4-FFF2-40B4-BE49-F238E27FC236}">
                    <a16:creationId xmlns:a16="http://schemas.microsoft.com/office/drawing/2014/main" id="{0BDE12C4-3938-4AEF-B8C4-3AFE8DBBA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611"/>
                <a:ext cx="833" cy="270"/>
              </a:xfrm>
              <a:custGeom>
                <a:avLst/>
                <a:gdLst>
                  <a:gd name="T0" fmla="*/ 0 w 333"/>
                  <a:gd name="T1" fmla="*/ 0 h 108"/>
                  <a:gd name="T2" fmla="*/ 2617 w 333"/>
                  <a:gd name="T3" fmla="*/ 1688 h 108"/>
                  <a:gd name="T4" fmla="*/ 5213 w 333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108">
                    <a:moveTo>
                      <a:pt x="0" y="0"/>
                    </a:moveTo>
                    <a:cubicBezTo>
                      <a:pt x="0" y="59"/>
                      <a:pt x="75" y="108"/>
                      <a:pt x="167" y="108"/>
                    </a:cubicBezTo>
                    <a:cubicBezTo>
                      <a:pt x="258" y="108"/>
                      <a:pt x="333" y="59"/>
                      <a:pt x="333" y="0"/>
                    </a:cubicBezTo>
                  </a:path>
                </a:pathLst>
              </a:custGeom>
              <a:solidFill>
                <a:srgbClr val="EBF4EC"/>
              </a:solidFill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02" name="Freeform 25">
                <a:extLst>
                  <a:ext uri="{FF2B5EF4-FFF2-40B4-BE49-F238E27FC236}">
                    <a16:creationId xmlns:a16="http://schemas.microsoft.com/office/drawing/2014/main" id="{3D8BB9DD-D4C5-4422-A97D-CFB84FED4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611"/>
                <a:ext cx="833" cy="270"/>
              </a:xfrm>
              <a:custGeom>
                <a:avLst/>
                <a:gdLst>
                  <a:gd name="T0" fmla="*/ 0 w 333"/>
                  <a:gd name="T1" fmla="*/ 0 h 108"/>
                  <a:gd name="T2" fmla="*/ 2617 w 333"/>
                  <a:gd name="T3" fmla="*/ 1688 h 108"/>
                  <a:gd name="T4" fmla="*/ 5213 w 333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108">
                    <a:moveTo>
                      <a:pt x="0" y="0"/>
                    </a:moveTo>
                    <a:cubicBezTo>
                      <a:pt x="0" y="59"/>
                      <a:pt x="75" y="108"/>
                      <a:pt x="167" y="108"/>
                    </a:cubicBezTo>
                    <a:cubicBezTo>
                      <a:pt x="258" y="108"/>
                      <a:pt x="333" y="59"/>
                      <a:pt x="333" y="0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03" name="Freeform 26">
                <a:extLst>
                  <a:ext uri="{FF2B5EF4-FFF2-40B4-BE49-F238E27FC236}">
                    <a16:creationId xmlns:a16="http://schemas.microsoft.com/office/drawing/2014/main" id="{792CC626-4858-4AF8-975B-962B44AA1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339"/>
                <a:ext cx="798" cy="295"/>
              </a:xfrm>
              <a:custGeom>
                <a:avLst/>
                <a:gdLst>
                  <a:gd name="T0" fmla="*/ 4993 w 319"/>
                  <a:gd name="T1" fmla="*/ 0 h 118"/>
                  <a:gd name="T2" fmla="*/ 2504 w 319"/>
                  <a:gd name="T3" fmla="*/ 1845 h 118"/>
                  <a:gd name="T4" fmla="*/ 0 w 319"/>
                  <a:gd name="T5" fmla="*/ 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9" h="118">
                    <a:moveTo>
                      <a:pt x="319" y="0"/>
                    </a:moveTo>
                    <a:cubicBezTo>
                      <a:pt x="319" y="57"/>
                      <a:pt x="248" y="118"/>
                      <a:pt x="160" y="118"/>
                    </a:cubicBezTo>
                    <a:cubicBezTo>
                      <a:pt x="71" y="118"/>
                      <a:pt x="0" y="57"/>
                      <a:pt x="0" y="0"/>
                    </a:cubicBezTo>
                  </a:path>
                </a:pathLst>
              </a:custGeom>
              <a:solidFill>
                <a:srgbClr val="F8CA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04" name="Freeform 27">
                <a:extLst>
                  <a:ext uri="{FF2B5EF4-FFF2-40B4-BE49-F238E27FC236}">
                    <a16:creationId xmlns:a16="http://schemas.microsoft.com/office/drawing/2014/main" id="{1A3C947D-A598-4D75-A0F9-CFE92C349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339"/>
                <a:ext cx="798" cy="532"/>
              </a:xfrm>
              <a:custGeom>
                <a:avLst/>
                <a:gdLst>
                  <a:gd name="T0" fmla="*/ 0 w 319"/>
                  <a:gd name="T1" fmla="*/ 0 h 213"/>
                  <a:gd name="T2" fmla="*/ 2504 w 319"/>
                  <a:gd name="T3" fmla="*/ 1841 h 213"/>
                  <a:gd name="T4" fmla="*/ 4993 w 319"/>
                  <a:gd name="T5" fmla="*/ 0 h 213"/>
                  <a:gd name="T6" fmla="*/ 4993 w 319"/>
                  <a:gd name="T7" fmla="*/ 1696 h 213"/>
                  <a:gd name="T8" fmla="*/ 2504 w 319"/>
                  <a:gd name="T9" fmla="*/ 3319 h 213"/>
                  <a:gd name="T10" fmla="*/ 0 w 319"/>
                  <a:gd name="T11" fmla="*/ 1696 h 213"/>
                  <a:gd name="T12" fmla="*/ 0 w 319"/>
                  <a:gd name="T13" fmla="*/ 0 h 2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213">
                    <a:moveTo>
                      <a:pt x="0" y="0"/>
                    </a:moveTo>
                    <a:cubicBezTo>
                      <a:pt x="0" y="57"/>
                      <a:pt x="71" y="118"/>
                      <a:pt x="160" y="118"/>
                    </a:cubicBezTo>
                    <a:cubicBezTo>
                      <a:pt x="248" y="118"/>
                      <a:pt x="319" y="57"/>
                      <a:pt x="319" y="0"/>
                    </a:cubicBezTo>
                    <a:cubicBezTo>
                      <a:pt x="319" y="109"/>
                      <a:pt x="319" y="109"/>
                      <a:pt x="319" y="109"/>
                    </a:cubicBezTo>
                    <a:cubicBezTo>
                      <a:pt x="319" y="166"/>
                      <a:pt x="248" y="213"/>
                      <a:pt x="160" y="213"/>
                    </a:cubicBezTo>
                    <a:cubicBezTo>
                      <a:pt x="71" y="213"/>
                      <a:pt x="0" y="166"/>
                      <a:pt x="0" y="10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B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05" name="Freeform 28">
                <a:extLst>
                  <a:ext uri="{FF2B5EF4-FFF2-40B4-BE49-F238E27FC236}">
                    <a16:creationId xmlns:a16="http://schemas.microsoft.com/office/drawing/2014/main" id="{41983C8E-A38F-42A6-A705-8326C0A2C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249"/>
                <a:ext cx="478" cy="272"/>
              </a:xfrm>
              <a:custGeom>
                <a:avLst/>
                <a:gdLst>
                  <a:gd name="T0" fmla="*/ 2993 w 191"/>
                  <a:gd name="T1" fmla="*/ 0 h 109"/>
                  <a:gd name="T2" fmla="*/ 1504 w 191"/>
                  <a:gd name="T3" fmla="*/ 1058 h 109"/>
                  <a:gd name="T4" fmla="*/ 0 w 191"/>
                  <a:gd name="T5" fmla="*/ 0 h 109"/>
                  <a:gd name="T6" fmla="*/ 0 w 191"/>
                  <a:gd name="T7" fmla="*/ 561 h 109"/>
                  <a:gd name="T8" fmla="*/ 1504 w 191"/>
                  <a:gd name="T9" fmla="*/ 1694 h 109"/>
                  <a:gd name="T10" fmla="*/ 2993 w 191"/>
                  <a:gd name="T11" fmla="*/ 561 h 109"/>
                  <a:gd name="T12" fmla="*/ 2993 w 191"/>
                  <a:gd name="T13" fmla="*/ 0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109">
                    <a:moveTo>
                      <a:pt x="191" y="0"/>
                    </a:moveTo>
                    <a:cubicBezTo>
                      <a:pt x="191" y="45"/>
                      <a:pt x="150" y="68"/>
                      <a:pt x="96" y="68"/>
                    </a:cubicBezTo>
                    <a:cubicBezTo>
                      <a:pt x="41" y="68"/>
                      <a:pt x="0" y="45"/>
                      <a:pt x="0" y="0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81"/>
                      <a:pt x="41" y="109"/>
                      <a:pt x="96" y="109"/>
                    </a:cubicBezTo>
                    <a:cubicBezTo>
                      <a:pt x="150" y="109"/>
                      <a:pt x="191" y="81"/>
                      <a:pt x="191" y="36"/>
                    </a:cubicBezTo>
                    <a:lnTo>
                      <a:pt x="191" y="0"/>
                    </a:lnTo>
                    <a:close/>
                  </a:path>
                </a:pathLst>
              </a:custGeom>
              <a:solidFill>
                <a:srgbClr val="2C6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06" name="Freeform 29">
                <a:extLst>
                  <a:ext uri="{FF2B5EF4-FFF2-40B4-BE49-F238E27FC236}">
                    <a16:creationId xmlns:a16="http://schemas.microsoft.com/office/drawing/2014/main" id="{417496A5-A73A-4639-AFD5-8365B28B1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249"/>
                <a:ext cx="478" cy="175"/>
              </a:xfrm>
              <a:custGeom>
                <a:avLst/>
                <a:gdLst>
                  <a:gd name="T0" fmla="*/ 2993 w 191"/>
                  <a:gd name="T1" fmla="*/ 0 h 70"/>
                  <a:gd name="T2" fmla="*/ 1504 w 191"/>
                  <a:gd name="T3" fmla="*/ 1095 h 70"/>
                  <a:gd name="T4" fmla="*/ 0 w 19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1" h="70">
                    <a:moveTo>
                      <a:pt x="191" y="0"/>
                    </a:moveTo>
                    <a:cubicBezTo>
                      <a:pt x="191" y="45"/>
                      <a:pt x="150" y="70"/>
                      <a:pt x="96" y="70"/>
                    </a:cubicBezTo>
                    <a:cubicBezTo>
                      <a:pt x="41" y="70"/>
                      <a:pt x="0" y="45"/>
                      <a:pt x="0" y="0"/>
                    </a:cubicBezTo>
                  </a:path>
                </a:pathLst>
              </a:custGeom>
              <a:solidFill>
                <a:srgbClr val="A3B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07" name="Freeform 30">
                <a:extLst>
                  <a:ext uri="{FF2B5EF4-FFF2-40B4-BE49-F238E27FC236}">
                    <a16:creationId xmlns:a16="http://schemas.microsoft.com/office/drawing/2014/main" id="{1DB0CD37-261E-468A-815A-046D31A08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039"/>
                <a:ext cx="452" cy="372"/>
              </a:xfrm>
              <a:custGeom>
                <a:avLst/>
                <a:gdLst>
                  <a:gd name="T0" fmla="*/ 0 w 181"/>
                  <a:gd name="T1" fmla="*/ 0 h 149"/>
                  <a:gd name="T2" fmla="*/ 1416 w 181"/>
                  <a:gd name="T3" fmla="*/ 979 h 149"/>
                  <a:gd name="T4" fmla="*/ 2819 w 181"/>
                  <a:gd name="T5" fmla="*/ 0 h 149"/>
                  <a:gd name="T6" fmla="*/ 2819 w 181"/>
                  <a:gd name="T7" fmla="*/ 1308 h 149"/>
                  <a:gd name="T8" fmla="*/ 1416 w 181"/>
                  <a:gd name="T9" fmla="*/ 2319 h 149"/>
                  <a:gd name="T10" fmla="*/ 0 w 181"/>
                  <a:gd name="T11" fmla="*/ 1308 h 1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1" h="149">
                    <a:moveTo>
                      <a:pt x="0" y="0"/>
                    </a:moveTo>
                    <a:cubicBezTo>
                      <a:pt x="0" y="42"/>
                      <a:pt x="39" y="63"/>
                      <a:pt x="91" y="63"/>
                    </a:cubicBezTo>
                    <a:cubicBezTo>
                      <a:pt x="142" y="63"/>
                      <a:pt x="181" y="42"/>
                      <a:pt x="181" y="0"/>
                    </a:cubicBezTo>
                    <a:cubicBezTo>
                      <a:pt x="181" y="84"/>
                      <a:pt x="181" y="84"/>
                      <a:pt x="181" y="84"/>
                    </a:cubicBezTo>
                    <a:cubicBezTo>
                      <a:pt x="181" y="126"/>
                      <a:pt x="142" y="149"/>
                      <a:pt x="91" y="149"/>
                    </a:cubicBezTo>
                    <a:cubicBezTo>
                      <a:pt x="39" y="149"/>
                      <a:pt x="0" y="126"/>
                      <a:pt x="0" y="84"/>
                    </a:cubicBezTo>
                  </a:path>
                </a:pathLst>
              </a:custGeom>
              <a:solidFill>
                <a:srgbClr val="C48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08" name="Freeform 31">
                <a:extLst>
                  <a:ext uri="{FF2B5EF4-FFF2-40B4-BE49-F238E27FC236}">
                    <a16:creationId xmlns:a16="http://schemas.microsoft.com/office/drawing/2014/main" id="{68F029FC-F27B-4EE8-A747-F2F11D86C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039"/>
                <a:ext cx="452" cy="172"/>
              </a:xfrm>
              <a:custGeom>
                <a:avLst/>
                <a:gdLst>
                  <a:gd name="T0" fmla="*/ 0 w 181"/>
                  <a:gd name="T1" fmla="*/ 0 h 69"/>
                  <a:gd name="T2" fmla="*/ 42 w 181"/>
                  <a:gd name="T3" fmla="*/ 187 h 69"/>
                  <a:gd name="T4" fmla="*/ 75 w 181"/>
                  <a:gd name="T5" fmla="*/ 354 h 69"/>
                  <a:gd name="T6" fmla="*/ 217 w 181"/>
                  <a:gd name="T7" fmla="*/ 509 h 69"/>
                  <a:gd name="T8" fmla="*/ 342 w 181"/>
                  <a:gd name="T9" fmla="*/ 683 h 69"/>
                  <a:gd name="T10" fmla="*/ 512 w 181"/>
                  <a:gd name="T11" fmla="*/ 758 h 69"/>
                  <a:gd name="T12" fmla="*/ 687 w 181"/>
                  <a:gd name="T13" fmla="*/ 900 h 69"/>
                  <a:gd name="T14" fmla="*/ 936 w 181"/>
                  <a:gd name="T15" fmla="*/ 975 h 69"/>
                  <a:gd name="T16" fmla="*/ 1166 w 181"/>
                  <a:gd name="T17" fmla="*/ 1057 h 69"/>
                  <a:gd name="T18" fmla="*/ 1416 w 181"/>
                  <a:gd name="T19" fmla="*/ 1037 h 69"/>
                  <a:gd name="T20" fmla="*/ 1683 w 181"/>
                  <a:gd name="T21" fmla="*/ 1037 h 69"/>
                  <a:gd name="T22" fmla="*/ 1903 w 181"/>
                  <a:gd name="T23" fmla="*/ 962 h 69"/>
                  <a:gd name="T24" fmla="*/ 2165 w 181"/>
                  <a:gd name="T25" fmla="*/ 900 h 69"/>
                  <a:gd name="T26" fmla="*/ 2370 w 181"/>
                  <a:gd name="T27" fmla="*/ 745 h 69"/>
                  <a:gd name="T28" fmla="*/ 2570 w 181"/>
                  <a:gd name="T29" fmla="*/ 603 h 69"/>
                  <a:gd name="T30" fmla="*/ 2712 w 181"/>
                  <a:gd name="T31" fmla="*/ 342 h 69"/>
                  <a:gd name="T32" fmla="*/ 2819 w 181"/>
                  <a:gd name="T33" fmla="*/ 0 h 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1" h="69">
                    <a:moveTo>
                      <a:pt x="0" y="0"/>
                    </a:moveTo>
                    <a:cubicBezTo>
                      <a:pt x="0" y="5"/>
                      <a:pt x="2" y="8"/>
                      <a:pt x="3" y="12"/>
                    </a:cubicBezTo>
                    <a:cubicBezTo>
                      <a:pt x="4" y="16"/>
                      <a:pt x="4" y="20"/>
                      <a:pt x="5" y="23"/>
                    </a:cubicBezTo>
                    <a:cubicBezTo>
                      <a:pt x="7" y="27"/>
                      <a:pt x="11" y="29"/>
                      <a:pt x="14" y="33"/>
                    </a:cubicBezTo>
                    <a:cubicBezTo>
                      <a:pt x="17" y="36"/>
                      <a:pt x="18" y="41"/>
                      <a:pt x="22" y="44"/>
                    </a:cubicBezTo>
                    <a:cubicBezTo>
                      <a:pt x="25" y="47"/>
                      <a:pt x="29" y="47"/>
                      <a:pt x="33" y="49"/>
                    </a:cubicBezTo>
                    <a:cubicBezTo>
                      <a:pt x="36" y="52"/>
                      <a:pt x="40" y="56"/>
                      <a:pt x="44" y="58"/>
                    </a:cubicBezTo>
                    <a:cubicBezTo>
                      <a:pt x="49" y="61"/>
                      <a:pt x="55" y="61"/>
                      <a:pt x="60" y="63"/>
                    </a:cubicBezTo>
                    <a:cubicBezTo>
                      <a:pt x="65" y="64"/>
                      <a:pt x="70" y="67"/>
                      <a:pt x="75" y="68"/>
                    </a:cubicBezTo>
                    <a:cubicBezTo>
                      <a:pt x="80" y="69"/>
                      <a:pt x="85" y="67"/>
                      <a:pt x="91" y="67"/>
                    </a:cubicBezTo>
                    <a:cubicBezTo>
                      <a:pt x="96" y="67"/>
                      <a:pt x="102" y="68"/>
                      <a:pt x="108" y="67"/>
                    </a:cubicBezTo>
                    <a:cubicBezTo>
                      <a:pt x="113" y="67"/>
                      <a:pt x="118" y="64"/>
                      <a:pt x="122" y="62"/>
                    </a:cubicBezTo>
                    <a:cubicBezTo>
                      <a:pt x="128" y="61"/>
                      <a:pt x="133" y="60"/>
                      <a:pt x="139" y="58"/>
                    </a:cubicBezTo>
                    <a:cubicBezTo>
                      <a:pt x="144" y="55"/>
                      <a:pt x="148" y="51"/>
                      <a:pt x="152" y="48"/>
                    </a:cubicBezTo>
                    <a:cubicBezTo>
                      <a:pt x="157" y="44"/>
                      <a:pt x="161" y="43"/>
                      <a:pt x="165" y="39"/>
                    </a:cubicBezTo>
                    <a:cubicBezTo>
                      <a:pt x="169" y="34"/>
                      <a:pt x="171" y="28"/>
                      <a:pt x="174" y="22"/>
                    </a:cubicBezTo>
                    <a:cubicBezTo>
                      <a:pt x="177" y="15"/>
                      <a:pt x="181" y="8"/>
                      <a:pt x="181" y="0"/>
                    </a:cubicBezTo>
                  </a:path>
                </a:pathLst>
              </a:custGeom>
              <a:solidFill>
                <a:srgbClr val="E2C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09" name="Freeform 32">
                <a:extLst>
                  <a:ext uri="{FF2B5EF4-FFF2-40B4-BE49-F238E27FC236}">
                    <a16:creationId xmlns:a16="http://schemas.microsoft.com/office/drawing/2014/main" id="{71375CC2-FE52-4A2D-A4BE-77F734365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684"/>
                <a:ext cx="910" cy="722"/>
              </a:xfrm>
              <a:custGeom>
                <a:avLst/>
                <a:gdLst>
                  <a:gd name="T0" fmla="*/ 0 w 364"/>
                  <a:gd name="T1" fmla="*/ 0 h 289"/>
                  <a:gd name="T2" fmla="*/ 2845 w 364"/>
                  <a:gd name="T3" fmla="*/ 1946 h 289"/>
                  <a:gd name="T4" fmla="*/ 5688 w 364"/>
                  <a:gd name="T5" fmla="*/ 0 h 289"/>
                  <a:gd name="T6" fmla="*/ 5688 w 364"/>
                  <a:gd name="T7" fmla="*/ 2666 h 289"/>
                  <a:gd name="T8" fmla="*/ 2845 w 364"/>
                  <a:gd name="T9" fmla="*/ 4507 h 289"/>
                  <a:gd name="T10" fmla="*/ 0 w 364"/>
                  <a:gd name="T11" fmla="*/ 2666 h 289"/>
                  <a:gd name="T12" fmla="*/ 0 w 364"/>
                  <a:gd name="T13" fmla="*/ 0 h 2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4" h="289">
                    <a:moveTo>
                      <a:pt x="0" y="0"/>
                    </a:moveTo>
                    <a:cubicBezTo>
                      <a:pt x="0" y="66"/>
                      <a:pt x="81" y="125"/>
                      <a:pt x="182" y="125"/>
                    </a:cubicBezTo>
                    <a:cubicBezTo>
                      <a:pt x="282" y="125"/>
                      <a:pt x="364" y="66"/>
                      <a:pt x="364" y="0"/>
                    </a:cubicBezTo>
                    <a:cubicBezTo>
                      <a:pt x="364" y="171"/>
                      <a:pt x="364" y="171"/>
                      <a:pt x="364" y="171"/>
                    </a:cubicBezTo>
                    <a:cubicBezTo>
                      <a:pt x="364" y="236"/>
                      <a:pt x="282" y="289"/>
                      <a:pt x="182" y="289"/>
                    </a:cubicBezTo>
                    <a:cubicBezTo>
                      <a:pt x="81" y="289"/>
                      <a:pt x="0" y="236"/>
                      <a:pt x="0" y="17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10" name="Freeform 33">
                <a:extLst>
                  <a:ext uri="{FF2B5EF4-FFF2-40B4-BE49-F238E27FC236}">
                    <a16:creationId xmlns:a16="http://schemas.microsoft.com/office/drawing/2014/main" id="{1B45B977-A0AA-4D5E-822E-F21715D5E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899"/>
                <a:ext cx="453" cy="494"/>
              </a:xfrm>
              <a:custGeom>
                <a:avLst/>
                <a:gdLst>
                  <a:gd name="T0" fmla="*/ 521 w 181"/>
                  <a:gd name="T1" fmla="*/ 137 h 198"/>
                  <a:gd name="T2" fmla="*/ 2588 w 181"/>
                  <a:gd name="T3" fmla="*/ 729 h 198"/>
                  <a:gd name="T4" fmla="*/ 2618 w 181"/>
                  <a:gd name="T5" fmla="*/ 2969 h 198"/>
                  <a:gd name="T6" fmla="*/ 471 w 181"/>
                  <a:gd name="T7" fmla="*/ 2360 h 198"/>
                  <a:gd name="T8" fmla="*/ 521 w 181"/>
                  <a:gd name="T9" fmla="*/ 137 h 1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1" h="198">
                    <a:moveTo>
                      <a:pt x="33" y="9"/>
                    </a:moveTo>
                    <a:cubicBezTo>
                      <a:pt x="55" y="30"/>
                      <a:pt x="117" y="50"/>
                      <a:pt x="165" y="47"/>
                    </a:cubicBezTo>
                    <a:cubicBezTo>
                      <a:pt x="181" y="44"/>
                      <a:pt x="181" y="185"/>
                      <a:pt x="167" y="191"/>
                    </a:cubicBezTo>
                    <a:cubicBezTo>
                      <a:pt x="153" y="198"/>
                      <a:pt x="64" y="186"/>
                      <a:pt x="30" y="152"/>
                    </a:cubicBezTo>
                    <a:cubicBezTo>
                      <a:pt x="0" y="123"/>
                      <a:pt x="18" y="0"/>
                      <a:pt x="33" y="9"/>
                    </a:cubicBezTo>
                    <a:close/>
                  </a:path>
                </a:pathLst>
              </a:custGeom>
              <a:solidFill>
                <a:srgbClr val="F8C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11" name="Freeform 34">
                <a:extLst>
                  <a:ext uri="{FF2B5EF4-FFF2-40B4-BE49-F238E27FC236}">
                    <a16:creationId xmlns:a16="http://schemas.microsoft.com/office/drawing/2014/main" id="{6D78BD92-58D3-452B-A9FA-8F1F25FEB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061"/>
                <a:ext cx="910" cy="295"/>
              </a:xfrm>
              <a:custGeom>
                <a:avLst/>
                <a:gdLst>
                  <a:gd name="T0" fmla="*/ 0 w 364"/>
                  <a:gd name="T1" fmla="*/ 1845 h 118"/>
                  <a:gd name="T2" fmla="*/ 2845 w 364"/>
                  <a:gd name="T3" fmla="*/ 0 h 118"/>
                  <a:gd name="T4" fmla="*/ 5688 w 364"/>
                  <a:gd name="T5" fmla="*/ 1845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4" h="118">
                    <a:moveTo>
                      <a:pt x="0" y="118"/>
                    </a:moveTo>
                    <a:cubicBezTo>
                      <a:pt x="0" y="53"/>
                      <a:pt x="81" y="0"/>
                      <a:pt x="182" y="0"/>
                    </a:cubicBezTo>
                    <a:cubicBezTo>
                      <a:pt x="282" y="0"/>
                      <a:pt x="364" y="53"/>
                      <a:pt x="364" y="118"/>
                    </a:cubicBezTo>
                  </a:path>
                </a:pathLst>
              </a:custGeom>
              <a:solidFill>
                <a:srgbClr val="F9CB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12" name="Freeform 35">
                <a:extLst>
                  <a:ext uri="{FF2B5EF4-FFF2-40B4-BE49-F238E27FC236}">
                    <a16:creationId xmlns:a16="http://schemas.microsoft.com/office/drawing/2014/main" id="{22EFC61C-8114-44A8-ABE4-639842E05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89"/>
                <a:ext cx="833" cy="267"/>
              </a:xfrm>
              <a:custGeom>
                <a:avLst/>
                <a:gdLst>
                  <a:gd name="T0" fmla="*/ 0 w 333"/>
                  <a:gd name="T1" fmla="*/ 1662 h 107"/>
                  <a:gd name="T2" fmla="*/ 2617 w 333"/>
                  <a:gd name="T3" fmla="*/ 0 h 107"/>
                  <a:gd name="T4" fmla="*/ 5213 w 333"/>
                  <a:gd name="T5" fmla="*/ 1662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107">
                    <a:moveTo>
                      <a:pt x="0" y="107"/>
                    </a:moveTo>
                    <a:cubicBezTo>
                      <a:pt x="0" y="48"/>
                      <a:pt x="75" y="0"/>
                      <a:pt x="167" y="0"/>
                    </a:cubicBezTo>
                    <a:cubicBezTo>
                      <a:pt x="258" y="0"/>
                      <a:pt x="333" y="48"/>
                      <a:pt x="333" y="107"/>
                    </a:cubicBezTo>
                  </a:path>
                </a:pathLst>
              </a:custGeom>
              <a:solidFill>
                <a:srgbClr val="D3E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13" name="Freeform 36">
                <a:extLst>
                  <a:ext uri="{FF2B5EF4-FFF2-40B4-BE49-F238E27FC236}">
                    <a16:creationId xmlns:a16="http://schemas.microsoft.com/office/drawing/2014/main" id="{52F20718-31C7-421E-9899-F5D7F6F5C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099"/>
                <a:ext cx="798" cy="257"/>
              </a:xfrm>
              <a:custGeom>
                <a:avLst/>
                <a:gdLst>
                  <a:gd name="T0" fmla="*/ 0 w 319"/>
                  <a:gd name="T1" fmla="*/ 1599 h 103"/>
                  <a:gd name="T2" fmla="*/ 2504 w 319"/>
                  <a:gd name="T3" fmla="*/ 0 h 103"/>
                  <a:gd name="T4" fmla="*/ 4993 w 319"/>
                  <a:gd name="T5" fmla="*/ 1599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9" h="103">
                    <a:moveTo>
                      <a:pt x="0" y="103"/>
                    </a:moveTo>
                    <a:cubicBezTo>
                      <a:pt x="0" y="46"/>
                      <a:pt x="71" y="0"/>
                      <a:pt x="160" y="0"/>
                    </a:cubicBezTo>
                    <a:cubicBezTo>
                      <a:pt x="248" y="0"/>
                      <a:pt x="319" y="46"/>
                      <a:pt x="319" y="103"/>
                    </a:cubicBezTo>
                  </a:path>
                </a:pathLst>
              </a:custGeom>
              <a:solidFill>
                <a:srgbClr val="F3A5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14" name="Freeform 37">
                <a:extLst>
                  <a:ext uri="{FF2B5EF4-FFF2-40B4-BE49-F238E27FC236}">
                    <a16:creationId xmlns:a16="http://schemas.microsoft.com/office/drawing/2014/main" id="{F91461C2-1AE1-41EB-95CB-80BBF7AC5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061"/>
                <a:ext cx="910" cy="295"/>
              </a:xfrm>
              <a:custGeom>
                <a:avLst/>
                <a:gdLst>
                  <a:gd name="T0" fmla="*/ 5688 w 364"/>
                  <a:gd name="T1" fmla="*/ 1845 h 118"/>
                  <a:gd name="T2" fmla="*/ 2845 w 364"/>
                  <a:gd name="T3" fmla="*/ 0 h 118"/>
                  <a:gd name="T4" fmla="*/ 0 w 364"/>
                  <a:gd name="T5" fmla="*/ 1845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4" h="118">
                    <a:moveTo>
                      <a:pt x="364" y="118"/>
                    </a:moveTo>
                    <a:cubicBezTo>
                      <a:pt x="364" y="53"/>
                      <a:pt x="282" y="0"/>
                      <a:pt x="182" y="0"/>
                    </a:cubicBezTo>
                    <a:cubicBezTo>
                      <a:pt x="81" y="0"/>
                      <a:pt x="0" y="53"/>
                      <a:pt x="0" y="118"/>
                    </a:cubicBezTo>
                  </a:path>
                </a:pathLst>
              </a:custGeom>
              <a:solidFill>
                <a:srgbClr val="FDE8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15" name="Freeform 38">
                <a:extLst>
                  <a:ext uri="{FF2B5EF4-FFF2-40B4-BE49-F238E27FC236}">
                    <a16:creationId xmlns:a16="http://schemas.microsoft.com/office/drawing/2014/main" id="{E93BC577-BC6E-4CE2-9AF1-BE2270C60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076"/>
                <a:ext cx="35" cy="23"/>
              </a:xfrm>
              <a:custGeom>
                <a:avLst/>
                <a:gdLst>
                  <a:gd name="T0" fmla="*/ 220 w 14"/>
                  <a:gd name="T1" fmla="*/ 130 h 9"/>
                  <a:gd name="T2" fmla="*/ 208 w 14"/>
                  <a:gd name="T3" fmla="*/ 84 h 9"/>
                  <a:gd name="T4" fmla="*/ 188 w 14"/>
                  <a:gd name="T5" fmla="*/ 20 h 9"/>
                  <a:gd name="T6" fmla="*/ 83 w 14"/>
                  <a:gd name="T7" fmla="*/ 20 h 9"/>
                  <a:gd name="T8" fmla="*/ 20 w 14"/>
                  <a:gd name="T9" fmla="*/ 66 h 9"/>
                  <a:gd name="T10" fmla="*/ 20 w 14"/>
                  <a:gd name="T11" fmla="*/ 15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14" y="8"/>
                    </a:moveTo>
                    <a:cubicBezTo>
                      <a:pt x="14" y="8"/>
                      <a:pt x="13" y="6"/>
                      <a:pt x="13" y="5"/>
                    </a:cubicBezTo>
                    <a:cubicBezTo>
                      <a:pt x="13" y="4"/>
                      <a:pt x="13" y="2"/>
                      <a:pt x="12" y="1"/>
                    </a:cubicBezTo>
                    <a:cubicBezTo>
                      <a:pt x="11" y="0"/>
                      <a:pt x="7" y="1"/>
                      <a:pt x="5" y="1"/>
                    </a:cubicBezTo>
                    <a:cubicBezTo>
                      <a:pt x="2" y="1"/>
                      <a:pt x="1" y="1"/>
                      <a:pt x="1" y="4"/>
                    </a:cubicBezTo>
                    <a:cubicBezTo>
                      <a:pt x="0" y="6"/>
                      <a:pt x="1" y="7"/>
                      <a:pt x="1" y="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16" name="Freeform 39">
                <a:extLst>
                  <a:ext uri="{FF2B5EF4-FFF2-40B4-BE49-F238E27FC236}">
                    <a16:creationId xmlns:a16="http://schemas.microsoft.com/office/drawing/2014/main" id="{E240D7B6-E174-41AF-B1BF-B6E4FC2C7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1084"/>
                <a:ext cx="33" cy="17"/>
              </a:xfrm>
              <a:custGeom>
                <a:avLst/>
                <a:gdLst>
                  <a:gd name="T0" fmla="*/ 213 w 13"/>
                  <a:gd name="T1" fmla="*/ 12 h 7"/>
                  <a:gd name="T2" fmla="*/ 147 w 13"/>
                  <a:gd name="T3" fmla="*/ 12 h 7"/>
                  <a:gd name="T4" fmla="*/ 63 w 13"/>
                  <a:gd name="T5" fmla="*/ 29 h 7"/>
                  <a:gd name="T6" fmla="*/ 20 w 13"/>
                  <a:gd name="T7" fmla="*/ 10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13" y="1"/>
                    </a:moveTo>
                    <a:cubicBezTo>
                      <a:pt x="12" y="0"/>
                      <a:pt x="11" y="0"/>
                      <a:pt x="9" y="1"/>
                    </a:cubicBezTo>
                    <a:cubicBezTo>
                      <a:pt x="8" y="1"/>
                      <a:pt x="6" y="1"/>
                      <a:pt x="4" y="2"/>
                    </a:cubicBezTo>
                    <a:cubicBezTo>
                      <a:pt x="1" y="2"/>
                      <a:pt x="0" y="5"/>
                      <a:pt x="1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17" name="Freeform 40">
                <a:extLst>
                  <a:ext uri="{FF2B5EF4-FFF2-40B4-BE49-F238E27FC236}">
                    <a16:creationId xmlns:a16="http://schemas.microsoft.com/office/drawing/2014/main" id="{53FEBF28-ED35-4D10-A9A6-7EC0C464D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059"/>
                <a:ext cx="5" cy="17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2"/>
                      <a:pt x="2" y="6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18" name="Freeform 41">
                <a:extLst>
                  <a:ext uri="{FF2B5EF4-FFF2-40B4-BE49-F238E27FC236}">
                    <a16:creationId xmlns:a16="http://schemas.microsoft.com/office/drawing/2014/main" id="{7F318665-C1C1-40FD-BC43-FEF57A230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1061"/>
                <a:ext cx="18" cy="20"/>
              </a:xfrm>
              <a:custGeom>
                <a:avLst/>
                <a:gdLst>
                  <a:gd name="T0" fmla="*/ 118 w 7"/>
                  <a:gd name="T1" fmla="*/ 125 h 8"/>
                  <a:gd name="T2" fmla="*/ 33 w 7"/>
                  <a:gd name="T3" fmla="*/ 95 h 8"/>
                  <a:gd name="T4" fmla="*/ 0 w 7"/>
                  <a:gd name="T5" fmla="*/ 33 h 8"/>
                  <a:gd name="T6" fmla="*/ 0 w 7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cubicBezTo>
                      <a:pt x="5" y="8"/>
                      <a:pt x="3" y="7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19" name="Freeform 42">
                <a:extLst>
                  <a:ext uri="{FF2B5EF4-FFF2-40B4-BE49-F238E27FC236}">
                    <a16:creationId xmlns:a16="http://schemas.microsoft.com/office/drawing/2014/main" id="{141C0ACF-5472-49E4-9F43-F86F17D92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1076"/>
                <a:ext cx="2" cy="10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1" y="3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20" name="Freeform 43">
                <a:extLst>
                  <a:ext uri="{FF2B5EF4-FFF2-40B4-BE49-F238E27FC236}">
                    <a16:creationId xmlns:a16="http://schemas.microsoft.com/office/drawing/2014/main" id="{2F536963-A48E-4B4F-BD26-B827E7BEC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1089"/>
                <a:ext cx="33" cy="17"/>
              </a:xfrm>
              <a:custGeom>
                <a:avLst/>
                <a:gdLst>
                  <a:gd name="T0" fmla="*/ 213 w 13"/>
                  <a:gd name="T1" fmla="*/ 0 h 7"/>
                  <a:gd name="T2" fmla="*/ 213 w 13"/>
                  <a:gd name="T3" fmla="*/ 0 h 7"/>
                  <a:gd name="T4" fmla="*/ 129 w 13"/>
                  <a:gd name="T5" fmla="*/ 0 h 7"/>
                  <a:gd name="T6" fmla="*/ 33 w 13"/>
                  <a:gd name="T7" fmla="*/ 12 h 7"/>
                  <a:gd name="T8" fmla="*/ 20 w 13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1" y="0"/>
                      <a:pt x="10" y="0"/>
                      <a:pt x="8" y="0"/>
                    </a:cubicBez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1" y="5"/>
                      <a:pt x="1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21" name="Freeform 44">
                <a:extLst>
                  <a:ext uri="{FF2B5EF4-FFF2-40B4-BE49-F238E27FC236}">
                    <a16:creationId xmlns:a16="http://schemas.microsoft.com/office/drawing/2014/main" id="{00EE0270-4B51-49C0-A36C-FFA654CE5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066"/>
                <a:ext cx="13" cy="23"/>
              </a:xfrm>
              <a:custGeom>
                <a:avLst/>
                <a:gdLst>
                  <a:gd name="T0" fmla="*/ 88 w 5"/>
                  <a:gd name="T1" fmla="*/ 151 h 9"/>
                  <a:gd name="T2" fmla="*/ 21 w 5"/>
                  <a:gd name="T3" fmla="*/ 66 h 9"/>
                  <a:gd name="T4" fmla="*/ 21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5" y="9"/>
                    </a:moveTo>
                    <a:cubicBezTo>
                      <a:pt x="3" y="7"/>
                      <a:pt x="2" y="7"/>
                      <a:pt x="1" y="4"/>
                    </a:cubicBezTo>
                    <a:cubicBezTo>
                      <a:pt x="1" y="3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22" name="Freeform 45">
                <a:extLst>
                  <a:ext uri="{FF2B5EF4-FFF2-40B4-BE49-F238E27FC236}">
                    <a16:creationId xmlns:a16="http://schemas.microsoft.com/office/drawing/2014/main" id="{5986F394-9D98-4C5D-9FDD-D27914305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081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1"/>
                      <a:pt x="1" y="3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23" name="Freeform 46">
                <a:extLst>
                  <a:ext uri="{FF2B5EF4-FFF2-40B4-BE49-F238E27FC236}">
                    <a16:creationId xmlns:a16="http://schemas.microsoft.com/office/drawing/2014/main" id="{93B5CAA3-E6B9-433D-A5FA-876E9175D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1086"/>
                <a:ext cx="35" cy="25"/>
              </a:xfrm>
              <a:custGeom>
                <a:avLst/>
                <a:gdLst>
                  <a:gd name="T0" fmla="*/ 220 w 14"/>
                  <a:gd name="T1" fmla="*/ 33 h 10"/>
                  <a:gd name="T2" fmla="*/ 33 w 14"/>
                  <a:gd name="T3" fmla="*/ 50 h 10"/>
                  <a:gd name="T4" fmla="*/ 33 w 14"/>
                  <a:gd name="T5" fmla="*/ 1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2"/>
                    </a:moveTo>
                    <a:cubicBezTo>
                      <a:pt x="10" y="2"/>
                      <a:pt x="5" y="0"/>
                      <a:pt x="2" y="3"/>
                    </a:cubicBezTo>
                    <a:cubicBezTo>
                      <a:pt x="0" y="5"/>
                      <a:pt x="2" y="8"/>
                      <a:pt x="2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24" name="Freeform 47">
                <a:extLst>
                  <a:ext uri="{FF2B5EF4-FFF2-40B4-BE49-F238E27FC236}">
                    <a16:creationId xmlns:a16="http://schemas.microsoft.com/office/drawing/2014/main" id="{6782A698-10AE-49C5-AF0C-EDAC599A5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094"/>
                <a:ext cx="30" cy="25"/>
              </a:xfrm>
              <a:custGeom>
                <a:avLst/>
                <a:gdLst>
                  <a:gd name="T0" fmla="*/ 188 w 12"/>
                  <a:gd name="T1" fmla="*/ 0 h 10"/>
                  <a:gd name="T2" fmla="*/ 95 w 12"/>
                  <a:gd name="T3" fmla="*/ 33 h 10"/>
                  <a:gd name="T4" fmla="*/ 20 w 12"/>
                  <a:gd name="T5" fmla="*/ 50 h 10"/>
                  <a:gd name="T6" fmla="*/ 33 w 12"/>
                  <a:gd name="T7" fmla="*/ 15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10" y="1"/>
                      <a:pt x="8" y="1"/>
                      <a:pt x="6" y="2"/>
                    </a:cubicBezTo>
                    <a:cubicBezTo>
                      <a:pt x="5" y="2"/>
                      <a:pt x="2" y="2"/>
                      <a:pt x="1" y="3"/>
                    </a:cubicBezTo>
                    <a:cubicBezTo>
                      <a:pt x="0" y="4"/>
                      <a:pt x="2" y="8"/>
                      <a:pt x="2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25" name="Freeform 48">
                <a:extLst>
                  <a:ext uri="{FF2B5EF4-FFF2-40B4-BE49-F238E27FC236}">
                    <a16:creationId xmlns:a16="http://schemas.microsoft.com/office/drawing/2014/main" id="{212983A2-B287-4338-ADD9-F67228695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071"/>
                <a:ext cx="5" cy="18"/>
              </a:xfrm>
              <a:custGeom>
                <a:avLst/>
                <a:gdLst>
                  <a:gd name="T0" fmla="*/ 33 w 2"/>
                  <a:gd name="T1" fmla="*/ 118 h 7"/>
                  <a:gd name="T2" fmla="*/ 0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7"/>
                    </a:moveTo>
                    <a:cubicBezTo>
                      <a:pt x="1" y="5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26" name="Freeform 49">
                <a:extLst>
                  <a:ext uri="{FF2B5EF4-FFF2-40B4-BE49-F238E27FC236}">
                    <a16:creationId xmlns:a16="http://schemas.microsoft.com/office/drawing/2014/main" id="{D29D411C-D9E5-4728-91D0-F91FB3CF8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081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27" name="Freeform 50">
                <a:extLst>
                  <a:ext uri="{FF2B5EF4-FFF2-40B4-BE49-F238E27FC236}">
                    <a16:creationId xmlns:a16="http://schemas.microsoft.com/office/drawing/2014/main" id="{827D1804-3807-4CCB-8E93-240651130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076"/>
                <a:ext cx="7" cy="23"/>
              </a:xfrm>
              <a:custGeom>
                <a:avLst/>
                <a:gdLst>
                  <a:gd name="T0" fmla="*/ 37 w 3"/>
                  <a:gd name="T1" fmla="*/ 151 h 9"/>
                  <a:gd name="T2" fmla="*/ 12 w 3"/>
                  <a:gd name="T3" fmla="*/ 66 h 9"/>
                  <a:gd name="T4" fmla="*/ 0 w 3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2" y="7"/>
                      <a:pt x="1" y="6"/>
                      <a:pt x="1" y="4"/>
                    </a:cubicBezTo>
                    <a:cubicBezTo>
                      <a:pt x="1" y="3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28" name="Freeform 51">
                <a:extLst>
                  <a:ext uri="{FF2B5EF4-FFF2-40B4-BE49-F238E27FC236}">
                    <a16:creationId xmlns:a16="http://schemas.microsoft.com/office/drawing/2014/main" id="{87618F13-4253-4DCD-8C93-B34C82D6A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091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29" name="Freeform 52">
                <a:extLst>
                  <a:ext uri="{FF2B5EF4-FFF2-40B4-BE49-F238E27FC236}">
                    <a16:creationId xmlns:a16="http://schemas.microsoft.com/office/drawing/2014/main" id="{EF9048D2-B77A-46B3-BF33-CDFC06423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086"/>
                <a:ext cx="23" cy="20"/>
              </a:xfrm>
              <a:custGeom>
                <a:avLst/>
                <a:gdLst>
                  <a:gd name="T0" fmla="*/ 151 w 9"/>
                  <a:gd name="T1" fmla="*/ 95 h 8"/>
                  <a:gd name="T2" fmla="*/ 51 w 9"/>
                  <a:gd name="T3" fmla="*/ 95 h 8"/>
                  <a:gd name="T4" fmla="*/ 0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4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0" name="Freeform 53">
                <a:extLst>
                  <a:ext uri="{FF2B5EF4-FFF2-40B4-BE49-F238E27FC236}">
                    <a16:creationId xmlns:a16="http://schemas.microsoft.com/office/drawing/2014/main" id="{F1F826EB-2EDB-412A-8492-011834716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104"/>
                <a:ext cx="10" cy="20"/>
              </a:xfrm>
              <a:custGeom>
                <a:avLst/>
                <a:gdLst>
                  <a:gd name="T0" fmla="*/ 63 w 4"/>
                  <a:gd name="T1" fmla="*/ 0 h 8"/>
                  <a:gd name="T2" fmla="*/ 50 w 4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0" y="1"/>
                      <a:pt x="1" y="5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1" name="Freeform 54">
                <a:extLst>
                  <a:ext uri="{FF2B5EF4-FFF2-40B4-BE49-F238E27FC236}">
                    <a16:creationId xmlns:a16="http://schemas.microsoft.com/office/drawing/2014/main" id="{6F608881-8507-4CCD-B50D-E227E8E1A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094"/>
                <a:ext cx="20" cy="25"/>
              </a:xfrm>
              <a:custGeom>
                <a:avLst/>
                <a:gdLst>
                  <a:gd name="T0" fmla="*/ 113 w 8"/>
                  <a:gd name="T1" fmla="*/ 145 h 10"/>
                  <a:gd name="T2" fmla="*/ 33 w 8"/>
                  <a:gd name="T3" fmla="*/ 145 h 10"/>
                  <a:gd name="T4" fmla="*/ 0 w 8"/>
                  <a:gd name="T5" fmla="*/ 63 h 10"/>
                  <a:gd name="T6" fmla="*/ 50 w 8"/>
                  <a:gd name="T7" fmla="*/ 33 h 10"/>
                  <a:gd name="T8" fmla="*/ 125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7" y="9"/>
                    </a:moveTo>
                    <a:cubicBezTo>
                      <a:pt x="5" y="10"/>
                      <a:pt x="3" y="10"/>
                      <a:pt x="2" y="9"/>
                    </a:cubicBezTo>
                    <a:cubicBezTo>
                      <a:pt x="1" y="9"/>
                      <a:pt x="0" y="5"/>
                      <a:pt x="0" y="4"/>
                    </a:cubicBezTo>
                    <a:cubicBezTo>
                      <a:pt x="0" y="2"/>
                      <a:pt x="2" y="2"/>
                      <a:pt x="3" y="2"/>
                    </a:cubicBezTo>
                    <a:cubicBezTo>
                      <a:pt x="5" y="1"/>
                      <a:pt x="6" y="0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2" name="Freeform 55">
                <a:extLst>
                  <a:ext uri="{FF2B5EF4-FFF2-40B4-BE49-F238E27FC236}">
                    <a16:creationId xmlns:a16="http://schemas.microsoft.com/office/drawing/2014/main" id="{FCF43DCA-2B8A-41D4-85E0-C6ADBFA45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094"/>
                <a:ext cx="5" cy="7"/>
              </a:xfrm>
              <a:custGeom>
                <a:avLst/>
                <a:gdLst>
                  <a:gd name="T0" fmla="*/ 33 w 2"/>
                  <a:gd name="T1" fmla="*/ 37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3" name="Freeform 56">
                <a:extLst>
                  <a:ext uri="{FF2B5EF4-FFF2-40B4-BE49-F238E27FC236}">
                    <a16:creationId xmlns:a16="http://schemas.microsoft.com/office/drawing/2014/main" id="{D849607F-1F67-465D-A0FA-911430992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119"/>
                <a:ext cx="2" cy="12"/>
              </a:xfrm>
              <a:custGeom>
                <a:avLst/>
                <a:gdLst>
                  <a:gd name="T0" fmla="*/ 8 w 1"/>
                  <a:gd name="T1" fmla="*/ 0 h 5"/>
                  <a:gd name="T2" fmla="*/ 8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1"/>
                      <a:pt x="1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4" name="Freeform 57">
                <a:extLst>
                  <a:ext uri="{FF2B5EF4-FFF2-40B4-BE49-F238E27FC236}">
                    <a16:creationId xmlns:a16="http://schemas.microsoft.com/office/drawing/2014/main" id="{4FCF9F5D-5B4A-4272-A0B7-D32682917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104"/>
                <a:ext cx="25" cy="27"/>
              </a:xfrm>
              <a:custGeom>
                <a:avLst/>
                <a:gdLst>
                  <a:gd name="T0" fmla="*/ 158 w 10"/>
                  <a:gd name="T1" fmla="*/ 133 h 11"/>
                  <a:gd name="T2" fmla="*/ 63 w 10"/>
                  <a:gd name="T3" fmla="*/ 162 h 11"/>
                  <a:gd name="T4" fmla="*/ 0 w 10"/>
                  <a:gd name="T5" fmla="*/ 71 h 11"/>
                  <a:gd name="T6" fmla="*/ 63 w 10"/>
                  <a:gd name="T7" fmla="*/ 29 h 11"/>
                  <a:gd name="T8" fmla="*/ 145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10" y="9"/>
                    </a:moveTo>
                    <a:cubicBezTo>
                      <a:pt x="9" y="9"/>
                      <a:pt x="6" y="11"/>
                      <a:pt x="4" y="11"/>
                    </a:cubicBezTo>
                    <a:cubicBezTo>
                      <a:pt x="3" y="10"/>
                      <a:pt x="0" y="6"/>
                      <a:pt x="0" y="5"/>
                    </a:cubicBezTo>
                    <a:cubicBezTo>
                      <a:pt x="0" y="3"/>
                      <a:pt x="2" y="2"/>
                      <a:pt x="4" y="2"/>
                    </a:cubicBezTo>
                    <a:cubicBezTo>
                      <a:pt x="5" y="1"/>
                      <a:pt x="8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5" name="Freeform 58">
                <a:extLst>
                  <a:ext uri="{FF2B5EF4-FFF2-40B4-BE49-F238E27FC236}">
                    <a16:creationId xmlns:a16="http://schemas.microsoft.com/office/drawing/2014/main" id="{3F3BDB5B-2C34-4496-8BC2-5A16A3989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129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6" name="Freeform 59">
                <a:extLst>
                  <a:ext uri="{FF2B5EF4-FFF2-40B4-BE49-F238E27FC236}">
                    <a16:creationId xmlns:a16="http://schemas.microsoft.com/office/drawing/2014/main" id="{541E5084-6074-4240-9FB1-0755196A8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109"/>
                <a:ext cx="10" cy="7"/>
              </a:xfrm>
              <a:custGeom>
                <a:avLst/>
                <a:gdLst>
                  <a:gd name="T0" fmla="*/ 63 w 4"/>
                  <a:gd name="T1" fmla="*/ 12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3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7" name="Freeform 60">
                <a:extLst>
                  <a:ext uri="{FF2B5EF4-FFF2-40B4-BE49-F238E27FC236}">
                    <a16:creationId xmlns:a16="http://schemas.microsoft.com/office/drawing/2014/main" id="{45576C40-5297-4821-84C3-65E5E2FBC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121"/>
                <a:ext cx="22" cy="28"/>
              </a:xfrm>
              <a:custGeom>
                <a:avLst/>
                <a:gdLst>
                  <a:gd name="T0" fmla="*/ 132 w 9"/>
                  <a:gd name="T1" fmla="*/ 0 h 11"/>
                  <a:gd name="T2" fmla="*/ 29 w 9"/>
                  <a:gd name="T3" fmla="*/ 51 h 11"/>
                  <a:gd name="T4" fmla="*/ 29 w 9"/>
                  <a:gd name="T5" fmla="*/ 18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7" y="1"/>
                      <a:pt x="3" y="1"/>
                      <a:pt x="2" y="3"/>
                    </a:cubicBezTo>
                    <a:cubicBezTo>
                      <a:pt x="0" y="6"/>
                      <a:pt x="1" y="8"/>
                      <a:pt x="2" y="1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8" name="Freeform 61">
                <a:extLst>
                  <a:ext uri="{FF2B5EF4-FFF2-40B4-BE49-F238E27FC236}">
                    <a16:creationId xmlns:a16="http://schemas.microsoft.com/office/drawing/2014/main" id="{79EAA057-38B3-46AB-85D4-33D73D6C8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116"/>
                <a:ext cx="12" cy="18"/>
              </a:xfrm>
              <a:custGeom>
                <a:avLst/>
                <a:gdLst>
                  <a:gd name="T0" fmla="*/ 70 w 5"/>
                  <a:gd name="T1" fmla="*/ 118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2" y="6"/>
                      <a:pt x="0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9" name="Freeform 62">
                <a:extLst>
                  <a:ext uri="{FF2B5EF4-FFF2-40B4-BE49-F238E27FC236}">
                    <a16:creationId xmlns:a16="http://schemas.microsoft.com/office/drawing/2014/main" id="{B464DB46-257F-4F2B-8897-7BF5AD97F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1114"/>
                <a:ext cx="2" cy="10"/>
              </a:xfrm>
              <a:custGeom>
                <a:avLst/>
                <a:gdLst>
                  <a:gd name="T0" fmla="*/ 0 w 1"/>
                  <a:gd name="T1" fmla="*/ 63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0" name="Freeform 63">
                <a:extLst>
                  <a:ext uri="{FF2B5EF4-FFF2-40B4-BE49-F238E27FC236}">
                    <a16:creationId xmlns:a16="http://schemas.microsoft.com/office/drawing/2014/main" id="{4F4AA65B-BFF1-4B0C-9D26-7F24A546C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1131"/>
                <a:ext cx="20" cy="28"/>
              </a:xfrm>
              <a:custGeom>
                <a:avLst/>
                <a:gdLst>
                  <a:gd name="T0" fmla="*/ 125 w 8"/>
                  <a:gd name="T1" fmla="*/ 0 h 11"/>
                  <a:gd name="T2" fmla="*/ 83 w 8"/>
                  <a:gd name="T3" fmla="*/ 33 h 11"/>
                  <a:gd name="T4" fmla="*/ 33 w 8"/>
                  <a:gd name="T5" fmla="*/ 64 h 11"/>
                  <a:gd name="T6" fmla="*/ 50 w 8"/>
                  <a:gd name="T7" fmla="*/ 18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7" y="0"/>
                      <a:pt x="6" y="1"/>
                      <a:pt x="5" y="2"/>
                    </a:cubicBezTo>
                    <a:cubicBezTo>
                      <a:pt x="4" y="3"/>
                      <a:pt x="2" y="3"/>
                      <a:pt x="2" y="4"/>
                    </a:cubicBezTo>
                    <a:cubicBezTo>
                      <a:pt x="0" y="6"/>
                      <a:pt x="2" y="9"/>
                      <a:pt x="3" y="1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1" name="Freeform 64">
                <a:extLst>
                  <a:ext uri="{FF2B5EF4-FFF2-40B4-BE49-F238E27FC236}">
                    <a16:creationId xmlns:a16="http://schemas.microsoft.com/office/drawing/2014/main" id="{226FAD2B-6BDD-4DBB-A0FA-FCF217C7A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126"/>
                <a:ext cx="13" cy="20"/>
              </a:xfrm>
              <a:custGeom>
                <a:avLst/>
                <a:gdLst>
                  <a:gd name="T0" fmla="*/ 88 w 5"/>
                  <a:gd name="T1" fmla="*/ 113 h 8"/>
                  <a:gd name="T2" fmla="*/ 0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7"/>
                    </a:moveTo>
                    <a:cubicBezTo>
                      <a:pt x="2" y="8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2" name="Freeform 65">
                <a:extLst>
                  <a:ext uri="{FF2B5EF4-FFF2-40B4-BE49-F238E27FC236}">
                    <a16:creationId xmlns:a16="http://schemas.microsoft.com/office/drawing/2014/main" id="{2D14436B-113F-491F-8413-4CC39F2A6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141"/>
                <a:ext cx="27" cy="13"/>
              </a:xfrm>
              <a:custGeom>
                <a:avLst/>
                <a:gdLst>
                  <a:gd name="T0" fmla="*/ 162 w 11"/>
                  <a:gd name="T1" fmla="*/ 21 h 5"/>
                  <a:gd name="T2" fmla="*/ 61 w 11"/>
                  <a:gd name="T3" fmla="*/ 88 h 5"/>
                  <a:gd name="T4" fmla="*/ 12 w 1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11" y="1"/>
                    </a:moveTo>
                    <a:cubicBezTo>
                      <a:pt x="9" y="2"/>
                      <a:pt x="7" y="5"/>
                      <a:pt x="4" y="5"/>
                    </a:cubicBezTo>
                    <a:cubicBezTo>
                      <a:pt x="2" y="4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3" name="Freeform 66">
                <a:extLst>
                  <a:ext uri="{FF2B5EF4-FFF2-40B4-BE49-F238E27FC236}">
                    <a16:creationId xmlns:a16="http://schemas.microsoft.com/office/drawing/2014/main" id="{93C567A0-1EED-4799-AB82-23C084A93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154"/>
                <a:ext cx="28" cy="12"/>
              </a:xfrm>
              <a:custGeom>
                <a:avLst/>
                <a:gdLst>
                  <a:gd name="T0" fmla="*/ 181 w 11"/>
                  <a:gd name="T1" fmla="*/ 0 h 5"/>
                  <a:gd name="T2" fmla="*/ 64 w 11"/>
                  <a:gd name="T3" fmla="*/ 70 h 5"/>
                  <a:gd name="T4" fmla="*/ 0 w 1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11" y="0"/>
                    </a:moveTo>
                    <a:cubicBezTo>
                      <a:pt x="9" y="1"/>
                      <a:pt x="8" y="5"/>
                      <a:pt x="4" y="5"/>
                    </a:cubicBezTo>
                    <a:cubicBezTo>
                      <a:pt x="1" y="5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4" name="Freeform 67">
                <a:extLst>
                  <a:ext uri="{FF2B5EF4-FFF2-40B4-BE49-F238E27FC236}">
                    <a16:creationId xmlns:a16="http://schemas.microsoft.com/office/drawing/2014/main" id="{FFA2BB40-D4FF-455D-8C6A-F40A961EE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159"/>
                <a:ext cx="7" cy="15"/>
              </a:xfrm>
              <a:custGeom>
                <a:avLst/>
                <a:gdLst>
                  <a:gd name="T0" fmla="*/ 12 w 3"/>
                  <a:gd name="T1" fmla="*/ 0 h 6"/>
                  <a:gd name="T2" fmla="*/ 37 w 3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1"/>
                      <a:pt x="2" y="5"/>
                      <a:pt x="3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5" name="Freeform 68">
                <a:extLst>
                  <a:ext uri="{FF2B5EF4-FFF2-40B4-BE49-F238E27FC236}">
                    <a16:creationId xmlns:a16="http://schemas.microsoft.com/office/drawing/2014/main" id="{2FA487D7-7561-40D7-ACDC-2C612DCE5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146"/>
                <a:ext cx="7" cy="5"/>
              </a:xfrm>
              <a:custGeom>
                <a:avLst/>
                <a:gdLst>
                  <a:gd name="T0" fmla="*/ 37 w 3"/>
                  <a:gd name="T1" fmla="*/ 33 h 2"/>
                  <a:gd name="T2" fmla="*/ 0 w 3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6" name="Freeform 69">
                <a:extLst>
                  <a:ext uri="{FF2B5EF4-FFF2-40B4-BE49-F238E27FC236}">
                    <a16:creationId xmlns:a16="http://schemas.microsoft.com/office/drawing/2014/main" id="{E80FB9A3-5F73-4FB9-BAB0-03151C972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1076"/>
                <a:ext cx="32" cy="23"/>
              </a:xfrm>
              <a:custGeom>
                <a:avLst/>
                <a:gdLst>
                  <a:gd name="T0" fmla="*/ 0 w 13"/>
                  <a:gd name="T1" fmla="*/ 151 h 9"/>
                  <a:gd name="T2" fmla="*/ 0 w 13"/>
                  <a:gd name="T3" fmla="*/ 97 h 9"/>
                  <a:gd name="T4" fmla="*/ 30 w 13"/>
                  <a:gd name="T5" fmla="*/ 33 h 9"/>
                  <a:gd name="T6" fmla="*/ 133 w 13"/>
                  <a:gd name="T7" fmla="*/ 20 h 9"/>
                  <a:gd name="T8" fmla="*/ 194 w 13"/>
                  <a:gd name="T9" fmla="*/ 66 h 9"/>
                  <a:gd name="T10" fmla="*/ 194 w 13"/>
                  <a:gd name="T11" fmla="*/ 15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0" y="8"/>
                      <a:pt x="0" y="6"/>
                      <a:pt x="0" y="6"/>
                    </a:cubicBezTo>
                    <a:cubicBezTo>
                      <a:pt x="1" y="4"/>
                      <a:pt x="1" y="2"/>
                      <a:pt x="2" y="2"/>
                    </a:cubicBezTo>
                    <a:cubicBezTo>
                      <a:pt x="3" y="0"/>
                      <a:pt x="7" y="1"/>
                      <a:pt x="9" y="1"/>
                    </a:cubicBezTo>
                    <a:cubicBezTo>
                      <a:pt x="12" y="1"/>
                      <a:pt x="13" y="2"/>
                      <a:pt x="13" y="4"/>
                    </a:cubicBezTo>
                    <a:cubicBezTo>
                      <a:pt x="13" y="6"/>
                      <a:pt x="13" y="7"/>
                      <a:pt x="13" y="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7" name="Freeform 70">
                <a:extLst>
                  <a:ext uri="{FF2B5EF4-FFF2-40B4-BE49-F238E27FC236}">
                    <a16:creationId xmlns:a16="http://schemas.microsoft.com/office/drawing/2014/main" id="{0AB192F6-E8A2-4DD6-A09E-38AC41F45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084"/>
                <a:ext cx="33" cy="20"/>
              </a:xfrm>
              <a:custGeom>
                <a:avLst/>
                <a:gdLst>
                  <a:gd name="T0" fmla="*/ 0 w 13"/>
                  <a:gd name="T1" fmla="*/ 20 h 8"/>
                  <a:gd name="T2" fmla="*/ 51 w 13"/>
                  <a:gd name="T3" fmla="*/ 20 h 8"/>
                  <a:gd name="T4" fmla="*/ 147 w 13"/>
                  <a:gd name="T5" fmla="*/ 33 h 8"/>
                  <a:gd name="T6" fmla="*/ 193 w 13"/>
                  <a:gd name="T7" fmla="*/ 12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0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5" y="1"/>
                      <a:pt x="7" y="1"/>
                      <a:pt x="9" y="2"/>
                    </a:cubicBezTo>
                    <a:cubicBezTo>
                      <a:pt x="11" y="3"/>
                      <a:pt x="13" y="5"/>
                      <a:pt x="12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8" name="Freeform 71">
                <a:extLst>
                  <a:ext uri="{FF2B5EF4-FFF2-40B4-BE49-F238E27FC236}">
                    <a16:creationId xmlns:a16="http://schemas.microsoft.com/office/drawing/2014/main" id="{8B44BDAD-E22F-4D39-B607-7F3203AA9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059"/>
                <a:ext cx="5" cy="20"/>
              </a:xfrm>
              <a:custGeom>
                <a:avLst/>
                <a:gdLst>
                  <a:gd name="T0" fmla="*/ 0 w 2"/>
                  <a:gd name="T1" fmla="*/ 0 h 8"/>
                  <a:gd name="T2" fmla="*/ 33 w 2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0" y="2"/>
                      <a:pt x="0" y="6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49" name="Freeform 72">
                <a:extLst>
                  <a:ext uri="{FF2B5EF4-FFF2-40B4-BE49-F238E27FC236}">
                    <a16:creationId xmlns:a16="http://schemas.microsoft.com/office/drawing/2014/main" id="{3A8676E1-A1A3-4A71-9C61-CB04D5EA9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061"/>
                <a:ext cx="18" cy="20"/>
              </a:xfrm>
              <a:custGeom>
                <a:avLst/>
                <a:gdLst>
                  <a:gd name="T0" fmla="*/ 0 w 7"/>
                  <a:gd name="T1" fmla="*/ 125 h 8"/>
                  <a:gd name="T2" fmla="*/ 85 w 7"/>
                  <a:gd name="T3" fmla="*/ 95 h 8"/>
                  <a:gd name="T4" fmla="*/ 118 w 7"/>
                  <a:gd name="T5" fmla="*/ 50 h 8"/>
                  <a:gd name="T6" fmla="*/ 118 w 7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2" y="8"/>
                      <a:pt x="4" y="8"/>
                      <a:pt x="5" y="6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0" name="Freeform 73">
                <a:extLst>
                  <a:ext uri="{FF2B5EF4-FFF2-40B4-BE49-F238E27FC236}">
                    <a16:creationId xmlns:a16="http://schemas.microsoft.com/office/drawing/2014/main" id="{544DD53D-E80E-4F26-ADD5-C66A6B9A6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079"/>
                <a:ext cx="2" cy="7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3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1" name="Freeform 74">
                <a:extLst>
                  <a:ext uri="{FF2B5EF4-FFF2-40B4-BE49-F238E27FC236}">
                    <a16:creationId xmlns:a16="http://schemas.microsoft.com/office/drawing/2014/main" id="{FA0A0D9A-ABDF-4B79-BD31-7CCB496FC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089"/>
                <a:ext cx="30" cy="17"/>
              </a:xfrm>
              <a:custGeom>
                <a:avLst/>
                <a:gdLst>
                  <a:gd name="T0" fmla="*/ 0 w 12"/>
                  <a:gd name="T1" fmla="*/ 0 h 7"/>
                  <a:gd name="T2" fmla="*/ 0 w 12"/>
                  <a:gd name="T3" fmla="*/ 0 h 7"/>
                  <a:gd name="T4" fmla="*/ 83 w 12"/>
                  <a:gd name="T5" fmla="*/ 0 h 7"/>
                  <a:gd name="T6" fmla="*/ 175 w 12"/>
                  <a:gd name="T7" fmla="*/ 29 h 7"/>
                  <a:gd name="T8" fmla="*/ 188 w 12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7" y="0"/>
                      <a:pt x="9" y="0"/>
                      <a:pt x="11" y="2"/>
                    </a:cubicBezTo>
                    <a:cubicBezTo>
                      <a:pt x="12" y="3"/>
                      <a:pt x="12" y="5"/>
                      <a:pt x="12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2" name="Freeform 75">
                <a:extLst>
                  <a:ext uri="{FF2B5EF4-FFF2-40B4-BE49-F238E27FC236}">
                    <a16:creationId xmlns:a16="http://schemas.microsoft.com/office/drawing/2014/main" id="{0151D54C-3144-4D77-A043-DC992E56E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1066"/>
                <a:ext cx="10" cy="23"/>
              </a:xfrm>
              <a:custGeom>
                <a:avLst/>
                <a:gdLst>
                  <a:gd name="T0" fmla="*/ 0 w 4"/>
                  <a:gd name="T1" fmla="*/ 151 h 9"/>
                  <a:gd name="T2" fmla="*/ 63 w 4"/>
                  <a:gd name="T3" fmla="*/ 84 h 9"/>
                  <a:gd name="T4" fmla="*/ 63 w 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2" y="8"/>
                      <a:pt x="3" y="7"/>
                      <a:pt x="4" y="5"/>
                    </a:cubicBezTo>
                    <a:cubicBezTo>
                      <a:pt x="4" y="4"/>
                      <a:pt x="4" y="1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3" name="Freeform 76">
                <a:extLst>
                  <a:ext uri="{FF2B5EF4-FFF2-40B4-BE49-F238E27FC236}">
                    <a16:creationId xmlns:a16="http://schemas.microsoft.com/office/drawing/2014/main" id="{AB013D87-BA33-4A3D-B9D9-1600D480B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081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4" name="Freeform 77">
                <a:extLst>
                  <a:ext uri="{FF2B5EF4-FFF2-40B4-BE49-F238E27FC236}">
                    <a16:creationId xmlns:a16="http://schemas.microsoft.com/office/drawing/2014/main" id="{67D3295C-E109-4DA4-B3A1-27B05F2DF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089"/>
                <a:ext cx="35" cy="25"/>
              </a:xfrm>
              <a:custGeom>
                <a:avLst/>
                <a:gdLst>
                  <a:gd name="T0" fmla="*/ 0 w 14"/>
                  <a:gd name="T1" fmla="*/ 20 h 10"/>
                  <a:gd name="T2" fmla="*/ 175 w 14"/>
                  <a:gd name="T3" fmla="*/ 33 h 10"/>
                  <a:gd name="T4" fmla="*/ 188 w 14"/>
                  <a:gd name="T5" fmla="*/ 1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0" y="1"/>
                    </a:moveTo>
                    <a:cubicBezTo>
                      <a:pt x="4" y="1"/>
                      <a:pt x="8" y="0"/>
                      <a:pt x="11" y="2"/>
                    </a:cubicBezTo>
                    <a:cubicBezTo>
                      <a:pt x="14" y="4"/>
                      <a:pt x="12" y="7"/>
                      <a:pt x="12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5" name="Freeform 78">
                <a:extLst>
                  <a:ext uri="{FF2B5EF4-FFF2-40B4-BE49-F238E27FC236}">
                    <a16:creationId xmlns:a16="http://schemas.microsoft.com/office/drawing/2014/main" id="{08F4BAF2-5370-4187-8A6C-D04FAD63F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096"/>
                <a:ext cx="30" cy="25"/>
              </a:xfrm>
              <a:custGeom>
                <a:avLst/>
                <a:gdLst>
                  <a:gd name="T0" fmla="*/ 0 w 12"/>
                  <a:gd name="T1" fmla="*/ 0 h 10"/>
                  <a:gd name="T2" fmla="*/ 95 w 12"/>
                  <a:gd name="T3" fmla="*/ 20 h 10"/>
                  <a:gd name="T4" fmla="*/ 175 w 12"/>
                  <a:gd name="T5" fmla="*/ 50 h 10"/>
                  <a:gd name="T6" fmla="*/ 158 w 12"/>
                  <a:gd name="T7" fmla="*/ 15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2" y="0"/>
                      <a:pt x="4" y="1"/>
                      <a:pt x="6" y="1"/>
                    </a:cubicBezTo>
                    <a:cubicBezTo>
                      <a:pt x="7" y="2"/>
                      <a:pt x="10" y="2"/>
                      <a:pt x="11" y="3"/>
                    </a:cubicBezTo>
                    <a:cubicBezTo>
                      <a:pt x="12" y="4"/>
                      <a:pt x="10" y="8"/>
                      <a:pt x="10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6" name="Freeform 79">
                <a:extLst>
                  <a:ext uri="{FF2B5EF4-FFF2-40B4-BE49-F238E27FC236}">
                    <a16:creationId xmlns:a16="http://schemas.microsoft.com/office/drawing/2014/main" id="{A827D63B-B049-4A62-AFC5-F9CF60B0E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1071"/>
                <a:ext cx="5" cy="20"/>
              </a:xfrm>
              <a:custGeom>
                <a:avLst/>
                <a:gdLst>
                  <a:gd name="T0" fmla="*/ 0 w 2"/>
                  <a:gd name="T1" fmla="*/ 125 h 8"/>
                  <a:gd name="T2" fmla="*/ 33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cubicBezTo>
                      <a:pt x="1" y="6"/>
                      <a:pt x="2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7" name="Freeform 80">
                <a:extLst>
                  <a:ext uri="{FF2B5EF4-FFF2-40B4-BE49-F238E27FC236}">
                    <a16:creationId xmlns:a16="http://schemas.microsoft.com/office/drawing/2014/main" id="{CF9F6EA0-CBFB-4F14-BCD6-42A739E65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084"/>
                <a:ext cx="2" cy="7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8" name="Freeform 81">
                <a:extLst>
                  <a:ext uri="{FF2B5EF4-FFF2-40B4-BE49-F238E27FC236}">
                    <a16:creationId xmlns:a16="http://schemas.microsoft.com/office/drawing/2014/main" id="{4558E545-ADA0-4CB9-941F-FAA06F1ED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079"/>
                <a:ext cx="7" cy="20"/>
              </a:xfrm>
              <a:custGeom>
                <a:avLst/>
                <a:gdLst>
                  <a:gd name="T0" fmla="*/ 0 w 3"/>
                  <a:gd name="T1" fmla="*/ 125 h 8"/>
                  <a:gd name="T2" fmla="*/ 28 w 3"/>
                  <a:gd name="T3" fmla="*/ 50 h 8"/>
                  <a:gd name="T4" fmla="*/ 37 w 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0" y="8"/>
                    </a:moveTo>
                    <a:cubicBezTo>
                      <a:pt x="1" y="7"/>
                      <a:pt x="2" y="5"/>
                      <a:pt x="2" y="3"/>
                    </a:cubicBezTo>
                    <a:cubicBezTo>
                      <a:pt x="2" y="3"/>
                      <a:pt x="2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59" name="Freeform 82">
                <a:extLst>
                  <a:ext uri="{FF2B5EF4-FFF2-40B4-BE49-F238E27FC236}">
                    <a16:creationId xmlns:a16="http://schemas.microsoft.com/office/drawing/2014/main" id="{E469D5EF-892D-4692-9CDA-DF7D10B54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091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3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0" name="Freeform 83">
                <a:extLst>
                  <a:ext uri="{FF2B5EF4-FFF2-40B4-BE49-F238E27FC236}">
                    <a16:creationId xmlns:a16="http://schemas.microsoft.com/office/drawing/2014/main" id="{4AD7CB1E-95C4-42D7-BEB2-7676F4023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089"/>
                <a:ext cx="22" cy="20"/>
              </a:xfrm>
              <a:custGeom>
                <a:avLst/>
                <a:gdLst>
                  <a:gd name="T0" fmla="*/ 0 w 9"/>
                  <a:gd name="T1" fmla="*/ 95 h 8"/>
                  <a:gd name="T2" fmla="*/ 103 w 9"/>
                  <a:gd name="T3" fmla="*/ 95 h 8"/>
                  <a:gd name="T4" fmla="*/ 132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3" y="7"/>
                      <a:pt x="5" y="8"/>
                      <a:pt x="7" y="6"/>
                    </a:cubicBezTo>
                    <a:cubicBezTo>
                      <a:pt x="9" y="4"/>
                      <a:pt x="9" y="2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1" name="Freeform 84">
                <a:extLst>
                  <a:ext uri="{FF2B5EF4-FFF2-40B4-BE49-F238E27FC236}">
                    <a16:creationId xmlns:a16="http://schemas.microsoft.com/office/drawing/2014/main" id="{151730AD-C454-4ECE-A66E-CA50D75DA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106"/>
                <a:ext cx="12" cy="20"/>
              </a:xfrm>
              <a:custGeom>
                <a:avLst/>
                <a:gdLst>
                  <a:gd name="T0" fmla="*/ 0 w 5"/>
                  <a:gd name="T1" fmla="*/ 0 h 8"/>
                  <a:gd name="T2" fmla="*/ 29 w 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5" y="1"/>
                      <a:pt x="4" y="5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2" name="Freeform 85">
                <a:extLst>
                  <a:ext uri="{FF2B5EF4-FFF2-40B4-BE49-F238E27FC236}">
                    <a16:creationId xmlns:a16="http://schemas.microsoft.com/office/drawing/2014/main" id="{FC0E8549-159F-42CB-B018-9A194C5C7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096"/>
                <a:ext cx="20" cy="25"/>
              </a:xfrm>
              <a:custGeom>
                <a:avLst/>
                <a:gdLst>
                  <a:gd name="T0" fmla="*/ 20 w 8"/>
                  <a:gd name="T1" fmla="*/ 145 h 10"/>
                  <a:gd name="T2" fmla="*/ 95 w 8"/>
                  <a:gd name="T3" fmla="*/ 145 h 10"/>
                  <a:gd name="T4" fmla="*/ 125 w 8"/>
                  <a:gd name="T5" fmla="*/ 63 h 10"/>
                  <a:gd name="T6" fmla="*/ 83 w 8"/>
                  <a:gd name="T7" fmla="*/ 33 h 10"/>
                  <a:gd name="T8" fmla="*/ 0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1" y="9"/>
                    </a:moveTo>
                    <a:cubicBezTo>
                      <a:pt x="2" y="9"/>
                      <a:pt x="5" y="10"/>
                      <a:pt x="6" y="9"/>
                    </a:cubicBezTo>
                    <a:cubicBezTo>
                      <a:pt x="7" y="9"/>
                      <a:pt x="8" y="5"/>
                      <a:pt x="8" y="4"/>
                    </a:cubicBezTo>
                    <a:cubicBezTo>
                      <a:pt x="8" y="2"/>
                      <a:pt x="6" y="2"/>
                      <a:pt x="5" y="2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3" name="Freeform 86">
                <a:extLst>
                  <a:ext uri="{FF2B5EF4-FFF2-40B4-BE49-F238E27FC236}">
                    <a16:creationId xmlns:a16="http://schemas.microsoft.com/office/drawing/2014/main" id="{ECBAA6CF-4105-4092-8ADC-5C70C4419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096"/>
                <a:ext cx="3" cy="8"/>
              </a:xfrm>
              <a:custGeom>
                <a:avLst/>
                <a:gdLst>
                  <a:gd name="T0" fmla="*/ 0 w 1"/>
                  <a:gd name="T1" fmla="*/ 56 h 3"/>
                  <a:gd name="T2" fmla="*/ 27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4" name="Freeform 87">
                <a:extLst>
                  <a:ext uri="{FF2B5EF4-FFF2-40B4-BE49-F238E27FC236}">
                    <a16:creationId xmlns:a16="http://schemas.microsoft.com/office/drawing/2014/main" id="{73825D84-4BE3-4066-B268-7183ABF6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119"/>
                <a:ext cx="2" cy="12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0" y="4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5" name="Freeform 88">
                <a:extLst>
                  <a:ext uri="{FF2B5EF4-FFF2-40B4-BE49-F238E27FC236}">
                    <a16:creationId xmlns:a16="http://schemas.microsoft.com/office/drawing/2014/main" id="{09BE3EFA-1021-4A08-A07E-68EE47AB2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106"/>
                <a:ext cx="27" cy="28"/>
              </a:xfrm>
              <a:custGeom>
                <a:avLst/>
                <a:gdLst>
                  <a:gd name="T0" fmla="*/ 0 w 11"/>
                  <a:gd name="T1" fmla="*/ 150 h 11"/>
                  <a:gd name="T2" fmla="*/ 103 w 11"/>
                  <a:gd name="T3" fmla="*/ 163 h 11"/>
                  <a:gd name="T4" fmla="*/ 162 w 11"/>
                  <a:gd name="T5" fmla="*/ 84 h 11"/>
                  <a:gd name="T6" fmla="*/ 103 w 11"/>
                  <a:gd name="T7" fmla="*/ 33 h 11"/>
                  <a:gd name="T8" fmla="*/ 29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9"/>
                    </a:moveTo>
                    <a:cubicBezTo>
                      <a:pt x="2" y="9"/>
                      <a:pt x="5" y="11"/>
                      <a:pt x="7" y="10"/>
                    </a:cubicBezTo>
                    <a:cubicBezTo>
                      <a:pt x="8" y="10"/>
                      <a:pt x="11" y="6"/>
                      <a:pt x="11" y="5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1"/>
                      <a:pt x="3" y="0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6" name="Freeform 89">
                <a:extLst>
                  <a:ext uri="{FF2B5EF4-FFF2-40B4-BE49-F238E27FC236}">
                    <a16:creationId xmlns:a16="http://schemas.microsoft.com/office/drawing/2014/main" id="{A298BB0F-B6A8-4327-88E0-C6A2B9C8E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131"/>
                <a:ext cx="3" cy="10"/>
              </a:xfrm>
              <a:custGeom>
                <a:avLst/>
                <a:gdLst>
                  <a:gd name="T0" fmla="*/ 27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1" y="3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7" name="Freeform 90">
                <a:extLst>
                  <a:ext uri="{FF2B5EF4-FFF2-40B4-BE49-F238E27FC236}">
                    <a16:creationId xmlns:a16="http://schemas.microsoft.com/office/drawing/2014/main" id="{E1C323A1-5B6E-473A-907D-3FFF4070E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111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56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3"/>
                      <a:pt x="3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8" name="Freeform 91">
                <a:extLst>
                  <a:ext uri="{FF2B5EF4-FFF2-40B4-BE49-F238E27FC236}">
                    <a16:creationId xmlns:a16="http://schemas.microsoft.com/office/drawing/2014/main" id="{B2357DB5-8894-4A98-8263-DA1F75F2F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124"/>
                <a:ext cx="22" cy="25"/>
              </a:xfrm>
              <a:custGeom>
                <a:avLst/>
                <a:gdLst>
                  <a:gd name="T0" fmla="*/ 0 w 9"/>
                  <a:gd name="T1" fmla="*/ 0 h 10"/>
                  <a:gd name="T2" fmla="*/ 103 w 9"/>
                  <a:gd name="T3" fmla="*/ 50 h 10"/>
                  <a:gd name="T4" fmla="*/ 90 w 9"/>
                  <a:gd name="T5" fmla="*/ 1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2" y="1"/>
                      <a:pt x="5" y="1"/>
                      <a:pt x="7" y="3"/>
                    </a:cubicBezTo>
                    <a:cubicBezTo>
                      <a:pt x="9" y="6"/>
                      <a:pt x="7" y="8"/>
                      <a:pt x="6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69" name="Freeform 92">
                <a:extLst>
                  <a:ext uri="{FF2B5EF4-FFF2-40B4-BE49-F238E27FC236}">
                    <a16:creationId xmlns:a16="http://schemas.microsoft.com/office/drawing/2014/main" id="{0543AE48-21F1-4FED-AC60-808BB47FC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119"/>
                <a:ext cx="12" cy="15"/>
              </a:xfrm>
              <a:custGeom>
                <a:avLst/>
                <a:gdLst>
                  <a:gd name="T0" fmla="*/ 0 w 5"/>
                  <a:gd name="T1" fmla="*/ 95 h 6"/>
                  <a:gd name="T2" fmla="*/ 70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3" y="6"/>
                      <a:pt x="4" y="3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0" name="Freeform 93">
                <a:extLst>
                  <a:ext uri="{FF2B5EF4-FFF2-40B4-BE49-F238E27FC236}">
                    <a16:creationId xmlns:a16="http://schemas.microsoft.com/office/drawing/2014/main" id="{7D0F2FA2-36FB-46CB-9072-20477E57A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1116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1" name="Freeform 94">
                <a:extLst>
                  <a:ext uri="{FF2B5EF4-FFF2-40B4-BE49-F238E27FC236}">
                    <a16:creationId xmlns:a16="http://schemas.microsoft.com/office/drawing/2014/main" id="{65888A40-ED3F-4395-971A-3DB5113E3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134"/>
                <a:ext cx="20" cy="27"/>
              </a:xfrm>
              <a:custGeom>
                <a:avLst/>
                <a:gdLst>
                  <a:gd name="T0" fmla="*/ 0 w 8"/>
                  <a:gd name="T1" fmla="*/ 0 h 11"/>
                  <a:gd name="T2" fmla="*/ 50 w 8"/>
                  <a:gd name="T3" fmla="*/ 29 h 11"/>
                  <a:gd name="T4" fmla="*/ 95 w 8"/>
                  <a:gd name="T5" fmla="*/ 61 h 11"/>
                  <a:gd name="T6" fmla="*/ 63 w 8"/>
                  <a:gd name="T7" fmla="*/ 16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8" y="6"/>
                      <a:pt x="5" y="9"/>
                      <a:pt x="4" y="1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2" name="Freeform 95">
                <a:extLst>
                  <a:ext uri="{FF2B5EF4-FFF2-40B4-BE49-F238E27FC236}">
                    <a16:creationId xmlns:a16="http://schemas.microsoft.com/office/drawing/2014/main" id="{6BE0A875-7446-4C7D-834D-96081DC23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1129"/>
                <a:ext cx="13" cy="20"/>
              </a:xfrm>
              <a:custGeom>
                <a:avLst/>
                <a:gdLst>
                  <a:gd name="T0" fmla="*/ 0 w 5"/>
                  <a:gd name="T1" fmla="*/ 113 h 8"/>
                  <a:gd name="T2" fmla="*/ 88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2" y="8"/>
                      <a:pt x="5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3" name="Freeform 96">
                <a:extLst>
                  <a:ext uri="{FF2B5EF4-FFF2-40B4-BE49-F238E27FC236}">
                    <a16:creationId xmlns:a16="http://schemas.microsoft.com/office/drawing/2014/main" id="{DADCFFD1-75CE-40FD-9DC5-6633E717B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144"/>
                <a:ext cx="28" cy="12"/>
              </a:xfrm>
              <a:custGeom>
                <a:avLst/>
                <a:gdLst>
                  <a:gd name="T0" fmla="*/ 0 w 11"/>
                  <a:gd name="T1" fmla="*/ 12 h 5"/>
                  <a:gd name="T2" fmla="*/ 117 w 11"/>
                  <a:gd name="T3" fmla="*/ 70 h 5"/>
                  <a:gd name="T4" fmla="*/ 181 w 1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0" y="1"/>
                    </a:moveTo>
                    <a:cubicBezTo>
                      <a:pt x="3" y="2"/>
                      <a:pt x="5" y="5"/>
                      <a:pt x="7" y="5"/>
                    </a:cubicBezTo>
                    <a:cubicBezTo>
                      <a:pt x="9" y="4"/>
                      <a:pt x="11" y="1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4" name="Freeform 97">
                <a:extLst>
                  <a:ext uri="{FF2B5EF4-FFF2-40B4-BE49-F238E27FC236}">
                    <a16:creationId xmlns:a16="http://schemas.microsoft.com/office/drawing/2014/main" id="{98FF2675-48C6-4536-B191-DAFB07190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156"/>
                <a:ext cx="30" cy="13"/>
              </a:xfrm>
              <a:custGeom>
                <a:avLst/>
                <a:gdLst>
                  <a:gd name="T0" fmla="*/ 0 w 12"/>
                  <a:gd name="T1" fmla="*/ 0 h 5"/>
                  <a:gd name="T2" fmla="*/ 113 w 12"/>
                  <a:gd name="T3" fmla="*/ 88 h 5"/>
                  <a:gd name="T4" fmla="*/ 188 w 12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3" y="1"/>
                      <a:pt x="4" y="5"/>
                      <a:pt x="7" y="5"/>
                    </a:cubicBezTo>
                    <a:cubicBezTo>
                      <a:pt x="10" y="5"/>
                      <a:pt x="11" y="2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5" name="Freeform 98">
                <a:extLst>
                  <a:ext uri="{FF2B5EF4-FFF2-40B4-BE49-F238E27FC236}">
                    <a16:creationId xmlns:a16="http://schemas.microsoft.com/office/drawing/2014/main" id="{05389977-2ED1-4360-8217-8580770E6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161"/>
                <a:ext cx="8" cy="15"/>
              </a:xfrm>
              <a:custGeom>
                <a:avLst/>
                <a:gdLst>
                  <a:gd name="T0" fmla="*/ 56 w 3"/>
                  <a:gd name="T1" fmla="*/ 0 h 6"/>
                  <a:gd name="T2" fmla="*/ 0 w 3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1"/>
                      <a:pt x="2" y="5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6" name="Freeform 99">
                <a:extLst>
                  <a:ext uri="{FF2B5EF4-FFF2-40B4-BE49-F238E27FC236}">
                    <a16:creationId xmlns:a16="http://schemas.microsoft.com/office/drawing/2014/main" id="{00378402-14FA-41ED-BD9F-D2C4CF837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1149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7" name="Freeform 100">
                <a:extLst>
                  <a:ext uri="{FF2B5EF4-FFF2-40B4-BE49-F238E27FC236}">
                    <a16:creationId xmlns:a16="http://schemas.microsoft.com/office/drawing/2014/main" id="{72F103AE-E086-47B8-A026-A368B0CF0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161"/>
                <a:ext cx="20" cy="30"/>
              </a:xfrm>
              <a:custGeom>
                <a:avLst/>
                <a:gdLst>
                  <a:gd name="T0" fmla="*/ 0 w 8"/>
                  <a:gd name="T1" fmla="*/ 158 h 12"/>
                  <a:gd name="T2" fmla="*/ 63 w 8"/>
                  <a:gd name="T3" fmla="*/ 175 h 12"/>
                  <a:gd name="T4" fmla="*/ 125 w 8"/>
                  <a:gd name="T5" fmla="*/ 125 h 12"/>
                  <a:gd name="T6" fmla="*/ 95 w 8"/>
                  <a:gd name="T7" fmla="*/ 63 h 12"/>
                  <a:gd name="T8" fmla="*/ 33 w 8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0"/>
                    </a:moveTo>
                    <a:cubicBezTo>
                      <a:pt x="1" y="10"/>
                      <a:pt x="2" y="12"/>
                      <a:pt x="4" y="11"/>
                    </a:cubicBezTo>
                    <a:cubicBezTo>
                      <a:pt x="5" y="11"/>
                      <a:pt x="7" y="9"/>
                      <a:pt x="8" y="8"/>
                    </a:cubicBezTo>
                    <a:cubicBezTo>
                      <a:pt x="8" y="6"/>
                      <a:pt x="7" y="5"/>
                      <a:pt x="6" y="4"/>
                    </a:cubicBezTo>
                    <a:cubicBezTo>
                      <a:pt x="4" y="3"/>
                      <a:pt x="3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8" name="Freeform 101">
                <a:extLst>
                  <a:ext uri="{FF2B5EF4-FFF2-40B4-BE49-F238E27FC236}">
                    <a16:creationId xmlns:a16="http://schemas.microsoft.com/office/drawing/2014/main" id="{1DEEEF66-2FD7-4036-B9CF-0100CE408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171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79" name="Freeform 102">
                <a:extLst>
                  <a:ext uri="{FF2B5EF4-FFF2-40B4-BE49-F238E27FC236}">
                    <a16:creationId xmlns:a16="http://schemas.microsoft.com/office/drawing/2014/main" id="{E6785D03-C373-43FB-8657-A2D0056EE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191"/>
                <a:ext cx="5" cy="13"/>
              </a:xfrm>
              <a:custGeom>
                <a:avLst/>
                <a:gdLst>
                  <a:gd name="T0" fmla="*/ 33 w 2"/>
                  <a:gd name="T1" fmla="*/ 0 h 5"/>
                  <a:gd name="T2" fmla="*/ 0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0" y="4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0" name="Freeform 103">
                <a:extLst>
                  <a:ext uri="{FF2B5EF4-FFF2-40B4-BE49-F238E27FC236}">
                    <a16:creationId xmlns:a16="http://schemas.microsoft.com/office/drawing/2014/main" id="{B870AC5E-4E41-4901-BD99-9B34D3E71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181"/>
                <a:ext cx="30" cy="28"/>
              </a:xfrm>
              <a:custGeom>
                <a:avLst/>
                <a:gdLst>
                  <a:gd name="T0" fmla="*/ 0 w 12"/>
                  <a:gd name="T1" fmla="*/ 117 h 11"/>
                  <a:gd name="T2" fmla="*/ 83 w 12"/>
                  <a:gd name="T3" fmla="*/ 181 h 11"/>
                  <a:gd name="T4" fmla="*/ 175 w 12"/>
                  <a:gd name="T5" fmla="*/ 117 h 11"/>
                  <a:gd name="T6" fmla="*/ 145 w 12"/>
                  <a:gd name="T7" fmla="*/ 51 h 11"/>
                  <a:gd name="T8" fmla="*/ 83 w 1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7"/>
                    </a:moveTo>
                    <a:cubicBezTo>
                      <a:pt x="1" y="8"/>
                      <a:pt x="3" y="11"/>
                      <a:pt x="5" y="11"/>
                    </a:cubicBezTo>
                    <a:cubicBezTo>
                      <a:pt x="7" y="11"/>
                      <a:pt x="10" y="9"/>
                      <a:pt x="11" y="7"/>
                    </a:cubicBezTo>
                    <a:cubicBezTo>
                      <a:pt x="12" y="6"/>
                      <a:pt x="10" y="4"/>
                      <a:pt x="9" y="3"/>
                    </a:cubicBezTo>
                    <a:cubicBezTo>
                      <a:pt x="8" y="2"/>
                      <a:pt x="6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1" name="Freeform 104">
                <a:extLst>
                  <a:ext uri="{FF2B5EF4-FFF2-40B4-BE49-F238E27FC236}">
                    <a16:creationId xmlns:a16="http://schemas.microsoft.com/office/drawing/2014/main" id="{251CB94C-709C-4A1A-94E7-D2DE0FE34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209"/>
                <a:ext cx="3" cy="7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2" name="Freeform 105">
                <a:extLst>
                  <a:ext uri="{FF2B5EF4-FFF2-40B4-BE49-F238E27FC236}">
                    <a16:creationId xmlns:a16="http://schemas.microsoft.com/office/drawing/2014/main" id="{4630D148-5316-417E-A8E9-1FC3FBC8D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196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2"/>
                      <a:pt x="3" y="1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3" name="Freeform 106">
                <a:extLst>
                  <a:ext uri="{FF2B5EF4-FFF2-40B4-BE49-F238E27FC236}">
                    <a16:creationId xmlns:a16="http://schemas.microsoft.com/office/drawing/2014/main" id="{D8689B35-DD3C-41E2-B856-5CB57DE3F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204"/>
                <a:ext cx="15" cy="30"/>
              </a:xfrm>
              <a:custGeom>
                <a:avLst/>
                <a:gdLst>
                  <a:gd name="T0" fmla="*/ 0 w 6"/>
                  <a:gd name="T1" fmla="*/ 0 h 12"/>
                  <a:gd name="T2" fmla="*/ 83 w 6"/>
                  <a:gd name="T3" fmla="*/ 95 h 12"/>
                  <a:gd name="T4" fmla="*/ 33 w 6"/>
                  <a:gd name="T5" fmla="*/ 18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1" y="2"/>
                      <a:pt x="4" y="4"/>
                      <a:pt x="5" y="6"/>
                    </a:cubicBezTo>
                    <a:cubicBezTo>
                      <a:pt x="6" y="9"/>
                      <a:pt x="4" y="10"/>
                      <a:pt x="2" y="1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4" name="Freeform 107">
                <a:extLst>
                  <a:ext uri="{FF2B5EF4-FFF2-40B4-BE49-F238E27FC236}">
                    <a16:creationId xmlns:a16="http://schemas.microsoft.com/office/drawing/2014/main" id="{9F4EE1AE-B6A7-4CA3-A6EB-5D5AC97BC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211"/>
                <a:ext cx="20" cy="13"/>
              </a:xfrm>
              <a:custGeom>
                <a:avLst/>
                <a:gdLst>
                  <a:gd name="T0" fmla="*/ 0 w 8"/>
                  <a:gd name="T1" fmla="*/ 68 h 5"/>
                  <a:gd name="T2" fmla="*/ 125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4"/>
                    </a:moveTo>
                    <a:cubicBezTo>
                      <a:pt x="3" y="5"/>
                      <a:pt x="6" y="2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5" name="Freeform 108">
                <a:extLst>
                  <a:ext uri="{FF2B5EF4-FFF2-40B4-BE49-F238E27FC236}">
                    <a16:creationId xmlns:a16="http://schemas.microsoft.com/office/drawing/2014/main" id="{8F4142F2-0F16-45D2-B386-0E1970C81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20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0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6" name="Freeform 109">
                <a:extLst>
                  <a:ext uri="{FF2B5EF4-FFF2-40B4-BE49-F238E27FC236}">
                    <a16:creationId xmlns:a16="http://schemas.microsoft.com/office/drawing/2014/main" id="{F2D63DB1-B0B0-4B38-833A-844387F6E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224"/>
                <a:ext cx="12" cy="30"/>
              </a:xfrm>
              <a:custGeom>
                <a:avLst/>
                <a:gdLst>
                  <a:gd name="T0" fmla="*/ 0 w 5"/>
                  <a:gd name="T1" fmla="*/ 0 h 12"/>
                  <a:gd name="T2" fmla="*/ 29 w 5"/>
                  <a:gd name="T3" fmla="*/ 50 h 12"/>
                  <a:gd name="T4" fmla="*/ 58 w 5"/>
                  <a:gd name="T5" fmla="*/ 95 h 12"/>
                  <a:gd name="T6" fmla="*/ 0 w 5"/>
                  <a:gd name="T7" fmla="*/ 18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1" y="0"/>
                      <a:pt x="1" y="2"/>
                      <a:pt x="2" y="3"/>
                    </a:cubicBezTo>
                    <a:cubicBezTo>
                      <a:pt x="3" y="4"/>
                      <a:pt x="4" y="5"/>
                      <a:pt x="4" y="6"/>
                    </a:cubicBezTo>
                    <a:cubicBezTo>
                      <a:pt x="5" y="9"/>
                      <a:pt x="2" y="11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7" name="Freeform 110">
                <a:extLst>
                  <a:ext uri="{FF2B5EF4-FFF2-40B4-BE49-F238E27FC236}">
                    <a16:creationId xmlns:a16="http://schemas.microsoft.com/office/drawing/2014/main" id="{56C91E24-E973-42B1-B8C4-3B3746615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229"/>
                <a:ext cx="17" cy="17"/>
              </a:xfrm>
              <a:custGeom>
                <a:avLst/>
                <a:gdLst>
                  <a:gd name="T0" fmla="*/ 0 w 7"/>
                  <a:gd name="T1" fmla="*/ 58 h 7"/>
                  <a:gd name="T2" fmla="*/ 100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2" y="7"/>
                      <a:pt x="6" y="2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8" name="Freeform 111">
                <a:extLst>
                  <a:ext uri="{FF2B5EF4-FFF2-40B4-BE49-F238E27FC236}">
                    <a16:creationId xmlns:a16="http://schemas.microsoft.com/office/drawing/2014/main" id="{3C3F0CCA-C9CC-4E5D-8CE4-C138D7884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244"/>
                <a:ext cx="27" cy="15"/>
              </a:xfrm>
              <a:custGeom>
                <a:avLst/>
                <a:gdLst>
                  <a:gd name="T0" fmla="*/ 0 w 11"/>
                  <a:gd name="T1" fmla="*/ 0 h 6"/>
                  <a:gd name="T2" fmla="*/ 71 w 11"/>
                  <a:gd name="T3" fmla="*/ 95 h 6"/>
                  <a:gd name="T4" fmla="*/ 162 w 11"/>
                  <a:gd name="T5" fmla="*/ 5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2" y="1"/>
                      <a:pt x="3" y="5"/>
                      <a:pt x="5" y="6"/>
                    </a:cubicBezTo>
                    <a:cubicBezTo>
                      <a:pt x="7" y="6"/>
                      <a:pt x="10" y="4"/>
                      <a:pt x="11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89" name="Freeform 112">
                <a:extLst>
                  <a:ext uri="{FF2B5EF4-FFF2-40B4-BE49-F238E27FC236}">
                    <a16:creationId xmlns:a16="http://schemas.microsoft.com/office/drawing/2014/main" id="{174653EA-7B97-492C-BD78-5D0DEAA43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259"/>
                <a:ext cx="25" cy="22"/>
              </a:xfrm>
              <a:custGeom>
                <a:avLst/>
                <a:gdLst>
                  <a:gd name="T0" fmla="*/ 0 w 10"/>
                  <a:gd name="T1" fmla="*/ 0 h 9"/>
                  <a:gd name="T2" fmla="*/ 83 w 10"/>
                  <a:gd name="T3" fmla="*/ 103 h 9"/>
                  <a:gd name="T4" fmla="*/ 158 w 10"/>
                  <a:gd name="T5" fmla="*/ 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2" y="2"/>
                      <a:pt x="2" y="6"/>
                      <a:pt x="5" y="7"/>
                    </a:cubicBezTo>
                    <a:cubicBezTo>
                      <a:pt x="7" y="9"/>
                      <a:pt x="8" y="7"/>
                      <a:pt x="1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0" name="Freeform 113">
                <a:extLst>
                  <a:ext uri="{FF2B5EF4-FFF2-40B4-BE49-F238E27FC236}">
                    <a16:creationId xmlns:a16="http://schemas.microsoft.com/office/drawing/2014/main" id="{BA43D556-8F48-46F8-B774-B6DBC794C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264"/>
                <a:ext cx="13" cy="12"/>
              </a:xfrm>
              <a:custGeom>
                <a:avLst/>
                <a:gdLst>
                  <a:gd name="T0" fmla="*/ 88 w 5"/>
                  <a:gd name="T1" fmla="*/ 0 h 5"/>
                  <a:gd name="T2" fmla="*/ 0 w 5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5" y="2"/>
                      <a:pt x="1" y="5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1" name="Freeform 114">
                <a:extLst>
                  <a:ext uri="{FF2B5EF4-FFF2-40B4-BE49-F238E27FC236}">
                    <a16:creationId xmlns:a16="http://schemas.microsoft.com/office/drawing/2014/main" id="{BFDAE15E-4699-4E7D-8945-114F1B3ED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246"/>
                <a:ext cx="10" cy="3"/>
              </a:xfrm>
              <a:custGeom>
                <a:avLst/>
                <a:gdLst>
                  <a:gd name="T0" fmla="*/ 0 w 4"/>
                  <a:gd name="T1" fmla="*/ 27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2" name="Freeform 115">
                <a:extLst>
                  <a:ext uri="{FF2B5EF4-FFF2-40B4-BE49-F238E27FC236}">
                    <a16:creationId xmlns:a16="http://schemas.microsoft.com/office/drawing/2014/main" id="{CEF55348-8462-4A81-BBD6-EF3B4B7B4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171"/>
                <a:ext cx="15" cy="13"/>
              </a:xfrm>
              <a:custGeom>
                <a:avLst/>
                <a:gdLst>
                  <a:gd name="T0" fmla="*/ 95 w 6"/>
                  <a:gd name="T1" fmla="*/ 88 h 5"/>
                  <a:gd name="T2" fmla="*/ 50 w 6"/>
                  <a:gd name="T3" fmla="*/ 0 h 5"/>
                  <a:gd name="T4" fmla="*/ 33 w 6"/>
                  <a:gd name="T5" fmla="*/ 55 h 5"/>
                  <a:gd name="T6" fmla="*/ 0 w 6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4" y="4"/>
                      <a:pt x="3" y="2"/>
                      <a:pt x="3" y="0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1" y="4"/>
                      <a:pt x="1" y="5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3" name="Freeform 116">
                <a:extLst>
                  <a:ext uri="{FF2B5EF4-FFF2-40B4-BE49-F238E27FC236}">
                    <a16:creationId xmlns:a16="http://schemas.microsoft.com/office/drawing/2014/main" id="{34C17438-323A-4EBF-B532-902FB3DF4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281"/>
                <a:ext cx="23" cy="20"/>
              </a:xfrm>
              <a:custGeom>
                <a:avLst/>
                <a:gdLst>
                  <a:gd name="T0" fmla="*/ 151 w 9"/>
                  <a:gd name="T1" fmla="*/ 113 h 8"/>
                  <a:gd name="T2" fmla="*/ 84 w 9"/>
                  <a:gd name="T3" fmla="*/ 125 h 8"/>
                  <a:gd name="T4" fmla="*/ 33 w 9"/>
                  <a:gd name="T5" fmla="*/ 83 h 8"/>
                  <a:gd name="T6" fmla="*/ 20 w 9"/>
                  <a:gd name="T7" fmla="*/ 33 h 8"/>
                  <a:gd name="T8" fmla="*/ 0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7"/>
                    </a:moveTo>
                    <a:cubicBezTo>
                      <a:pt x="8" y="7"/>
                      <a:pt x="6" y="8"/>
                      <a:pt x="5" y="8"/>
                    </a:cubicBezTo>
                    <a:cubicBezTo>
                      <a:pt x="4" y="8"/>
                      <a:pt x="3" y="6"/>
                      <a:pt x="2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4" name="Freeform 117">
                <a:extLst>
                  <a:ext uri="{FF2B5EF4-FFF2-40B4-BE49-F238E27FC236}">
                    <a16:creationId xmlns:a16="http://schemas.microsoft.com/office/drawing/2014/main" id="{71A5955E-0619-4EC3-98A8-A2C1BC45D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291"/>
                <a:ext cx="18" cy="8"/>
              </a:xfrm>
              <a:custGeom>
                <a:avLst/>
                <a:gdLst>
                  <a:gd name="T0" fmla="*/ 118 w 7"/>
                  <a:gd name="T1" fmla="*/ 0 h 3"/>
                  <a:gd name="T2" fmla="*/ 54 w 7"/>
                  <a:gd name="T3" fmla="*/ 35 h 3"/>
                  <a:gd name="T4" fmla="*/ 0 w 7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cubicBezTo>
                      <a:pt x="6" y="0"/>
                      <a:pt x="5" y="2"/>
                      <a:pt x="3" y="2"/>
                    </a:cubicBezTo>
                    <a:cubicBezTo>
                      <a:pt x="2" y="3"/>
                      <a:pt x="1" y="3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5" name="Freeform 118">
                <a:extLst>
                  <a:ext uri="{FF2B5EF4-FFF2-40B4-BE49-F238E27FC236}">
                    <a16:creationId xmlns:a16="http://schemas.microsoft.com/office/drawing/2014/main" id="{4C10D1A9-D684-4279-86D7-20DD4CD39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301"/>
                <a:ext cx="20" cy="20"/>
              </a:xfrm>
              <a:custGeom>
                <a:avLst/>
                <a:gdLst>
                  <a:gd name="T0" fmla="*/ 113 w 8"/>
                  <a:gd name="T1" fmla="*/ 0 h 8"/>
                  <a:gd name="T2" fmla="*/ 95 w 8"/>
                  <a:gd name="T3" fmla="*/ 95 h 8"/>
                  <a:gd name="T4" fmla="*/ 0 w 8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7" y="0"/>
                    </a:moveTo>
                    <a:cubicBezTo>
                      <a:pt x="7" y="2"/>
                      <a:pt x="8" y="5"/>
                      <a:pt x="6" y="6"/>
                    </a:cubicBezTo>
                    <a:cubicBezTo>
                      <a:pt x="4" y="7"/>
                      <a:pt x="1" y="8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6" name="Freeform 119">
                <a:extLst>
                  <a:ext uri="{FF2B5EF4-FFF2-40B4-BE49-F238E27FC236}">
                    <a16:creationId xmlns:a16="http://schemas.microsoft.com/office/drawing/2014/main" id="{347B56DD-2E21-4842-90AC-F4E9E2CE7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311"/>
                <a:ext cx="20" cy="13"/>
              </a:xfrm>
              <a:custGeom>
                <a:avLst/>
                <a:gdLst>
                  <a:gd name="T0" fmla="*/ 125 w 8"/>
                  <a:gd name="T1" fmla="*/ 68 h 5"/>
                  <a:gd name="T2" fmla="*/ 83 w 8"/>
                  <a:gd name="T3" fmla="*/ 88 h 5"/>
                  <a:gd name="T4" fmla="*/ 33 w 8"/>
                  <a:gd name="T5" fmla="*/ 88 h 5"/>
                  <a:gd name="T6" fmla="*/ 20 w 8"/>
                  <a:gd name="T7" fmla="*/ 55 h 5"/>
                  <a:gd name="T8" fmla="*/ 0 w 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8" y="4"/>
                    </a:moveTo>
                    <a:cubicBezTo>
                      <a:pt x="7" y="4"/>
                      <a:pt x="6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2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7" name="Freeform 120">
                <a:extLst>
                  <a:ext uri="{FF2B5EF4-FFF2-40B4-BE49-F238E27FC236}">
                    <a16:creationId xmlns:a16="http://schemas.microsoft.com/office/drawing/2014/main" id="{000A2549-66B7-443E-92A0-5C0249D62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321"/>
                <a:ext cx="20" cy="20"/>
              </a:xfrm>
              <a:custGeom>
                <a:avLst/>
                <a:gdLst>
                  <a:gd name="T0" fmla="*/ 113 w 8"/>
                  <a:gd name="T1" fmla="*/ 0 h 8"/>
                  <a:gd name="T2" fmla="*/ 95 w 8"/>
                  <a:gd name="T3" fmla="*/ 95 h 8"/>
                  <a:gd name="T4" fmla="*/ 0 w 8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7" y="0"/>
                    </a:moveTo>
                    <a:cubicBezTo>
                      <a:pt x="7" y="2"/>
                      <a:pt x="8" y="5"/>
                      <a:pt x="6" y="6"/>
                    </a:cubicBezTo>
                    <a:cubicBezTo>
                      <a:pt x="5" y="7"/>
                      <a:pt x="2" y="8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8" name="Freeform 121">
                <a:extLst>
                  <a:ext uri="{FF2B5EF4-FFF2-40B4-BE49-F238E27FC236}">
                    <a16:creationId xmlns:a16="http://schemas.microsoft.com/office/drawing/2014/main" id="{E5B03937-2488-4931-AEEB-268BA079D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319"/>
                <a:ext cx="8" cy="2"/>
              </a:xfrm>
              <a:custGeom>
                <a:avLst/>
                <a:gdLst>
                  <a:gd name="T0" fmla="*/ 56 w 3"/>
                  <a:gd name="T1" fmla="*/ 8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99" name="Freeform 122">
                <a:extLst>
                  <a:ext uri="{FF2B5EF4-FFF2-40B4-BE49-F238E27FC236}">
                    <a16:creationId xmlns:a16="http://schemas.microsoft.com/office/drawing/2014/main" id="{832A0F50-7178-4C73-91CA-EFFB8379D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334"/>
                <a:ext cx="22" cy="17"/>
              </a:xfrm>
              <a:custGeom>
                <a:avLst/>
                <a:gdLst>
                  <a:gd name="T0" fmla="*/ 0 w 9"/>
                  <a:gd name="T1" fmla="*/ 0 h 7"/>
                  <a:gd name="T2" fmla="*/ 42 w 9"/>
                  <a:gd name="T3" fmla="*/ 87 h 7"/>
                  <a:gd name="T4" fmla="*/ 132 w 9"/>
                  <a:gd name="T5" fmla="*/ 7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0" y="2"/>
                      <a:pt x="1" y="5"/>
                      <a:pt x="3" y="6"/>
                    </a:cubicBezTo>
                    <a:cubicBezTo>
                      <a:pt x="5" y="7"/>
                      <a:pt x="7" y="6"/>
                      <a:pt x="9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0" name="Freeform 123">
                <a:extLst>
                  <a:ext uri="{FF2B5EF4-FFF2-40B4-BE49-F238E27FC236}">
                    <a16:creationId xmlns:a16="http://schemas.microsoft.com/office/drawing/2014/main" id="{052D03A5-E3FF-42D4-8381-CDD9C5BD7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159"/>
                <a:ext cx="22" cy="32"/>
              </a:xfrm>
              <a:custGeom>
                <a:avLst/>
                <a:gdLst>
                  <a:gd name="T0" fmla="*/ 132 w 9"/>
                  <a:gd name="T1" fmla="*/ 162 h 13"/>
                  <a:gd name="T2" fmla="*/ 71 w 9"/>
                  <a:gd name="T3" fmla="*/ 182 h 13"/>
                  <a:gd name="T4" fmla="*/ 12 w 9"/>
                  <a:gd name="T5" fmla="*/ 133 h 13"/>
                  <a:gd name="T6" fmla="*/ 42 w 9"/>
                  <a:gd name="T7" fmla="*/ 74 h 13"/>
                  <a:gd name="T8" fmla="*/ 132 w 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9" y="11"/>
                    </a:moveTo>
                    <a:cubicBezTo>
                      <a:pt x="8" y="11"/>
                      <a:pt x="6" y="13"/>
                      <a:pt x="5" y="12"/>
                    </a:cubicBezTo>
                    <a:cubicBezTo>
                      <a:pt x="3" y="12"/>
                      <a:pt x="1" y="10"/>
                      <a:pt x="1" y="9"/>
                    </a:cubicBezTo>
                    <a:cubicBezTo>
                      <a:pt x="0" y="7"/>
                      <a:pt x="2" y="6"/>
                      <a:pt x="3" y="5"/>
                    </a:cubicBezTo>
                    <a:cubicBezTo>
                      <a:pt x="4" y="4"/>
                      <a:pt x="8" y="1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1" name="Freeform 124">
                <a:extLst>
                  <a:ext uri="{FF2B5EF4-FFF2-40B4-BE49-F238E27FC236}">
                    <a16:creationId xmlns:a16="http://schemas.microsoft.com/office/drawing/2014/main" id="{D7F5A816-1C39-42B4-9AFE-3E0A521F3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171"/>
                <a:ext cx="7" cy="5"/>
              </a:xfrm>
              <a:custGeom>
                <a:avLst/>
                <a:gdLst>
                  <a:gd name="T0" fmla="*/ 37 w 3"/>
                  <a:gd name="T1" fmla="*/ 33 h 2"/>
                  <a:gd name="T2" fmla="*/ 0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2" name="Freeform 125">
                <a:extLst>
                  <a:ext uri="{FF2B5EF4-FFF2-40B4-BE49-F238E27FC236}">
                    <a16:creationId xmlns:a16="http://schemas.microsoft.com/office/drawing/2014/main" id="{B5C610E8-8D25-4AFA-BF64-754F8843B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191"/>
                <a:ext cx="8" cy="13"/>
              </a:xfrm>
              <a:custGeom>
                <a:avLst/>
                <a:gdLst>
                  <a:gd name="T0" fmla="*/ 21 w 3"/>
                  <a:gd name="T1" fmla="*/ 0 h 5"/>
                  <a:gd name="T2" fmla="*/ 56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2"/>
                      <a:pt x="2" y="4"/>
                      <a:pt x="3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3" name="Freeform 126">
                <a:extLst>
                  <a:ext uri="{FF2B5EF4-FFF2-40B4-BE49-F238E27FC236}">
                    <a16:creationId xmlns:a16="http://schemas.microsoft.com/office/drawing/2014/main" id="{2C4C0012-1DD8-4F2F-9463-8EB0DE99D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181"/>
                <a:ext cx="32" cy="28"/>
              </a:xfrm>
              <a:custGeom>
                <a:avLst/>
                <a:gdLst>
                  <a:gd name="T0" fmla="*/ 194 w 13"/>
                  <a:gd name="T1" fmla="*/ 117 h 11"/>
                  <a:gd name="T2" fmla="*/ 103 w 13"/>
                  <a:gd name="T3" fmla="*/ 181 h 11"/>
                  <a:gd name="T4" fmla="*/ 12 w 13"/>
                  <a:gd name="T5" fmla="*/ 117 h 11"/>
                  <a:gd name="T6" fmla="*/ 62 w 13"/>
                  <a:gd name="T7" fmla="*/ 51 h 11"/>
                  <a:gd name="T8" fmla="*/ 121 w 13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13" y="7"/>
                    </a:moveTo>
                    <a:cubicBezTo>
                      <a:pt x="11" y="8"/>
                      <a:pt x="9" y="11"/>
                      <a:pt x="7" y="11"/>
                    </a:cubicBezTo>
                    <a:cubicBezTo>
                      <a:pt x="6" y="11"/>
                      <a:pt x="2" y="9"/>
                      <a:pt x="1" y="7"/>
                    </a:cubicBezTo>
                    <a:cubicBezTo>
                      <a:pt x="0" y="6"/>
                      <a:pt x="2" y="4"/>
                      <a:pt x="4" y="3"/>
                    </a:cubicBezTo>
                    <a:cubicBezTo>
                      <a:pt x="5" y="2"/>
                      <a:pt x="7" y="0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4" name="Freeform 127">
                <a:extLst>
                  <a:ext uri="{FF2B5EF4-FFF2-40B4-BE49-F238E27FC236}">
                    <a16:creationId xmlns:a16="http://schemas.microsoft.com/office/drawing/2014/main" id="{B5A748C6-23AC-4BA5-8B77-2FDA3531C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209"/>
                <a:ext cx="1" cy="7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5" name="Freeform 128">
                <a:extLst>
                  <a:ext uri="{FF2B5EF4-FFF2-40B4-BE49-F238E27FC236}">
                    <a16:creationId xmlns:a16="http://schemas.microsoft.com/office/drawing/2014/main" id="{D251A47D-BB15-4535-99F0-09ED3DA77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196"/>
                <a:ext cx="10" cy="5"/>
              </a:xfrm>
              <a:custGeom>
                <a:avLst/>
                <a:gdLst>
                  <a:gd name="T0" fmla="*/ 63 w 4"/>
                  <a:gd name="T1" fmla="*/ 0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2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6" name="Freeform 129">
                <a:extLst>
                  <a:ext uri="{FF2B5EF4-FFF2-40B4-BE49-F238E27FC236}">
                    <a16:creationId xmlns:a16="http://schemas.microsoft.com/office/drawing/2014/main" id="{772EBA6E-F5FA-4451-822C-41E304D03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204"/>
                <a:ext cx="15" cy="30"/>
              </a:xfrm>
              <a:custGeom>
                <a:avLst/>
                <a:gdLst>
                  <a:gd name="T0" fmla="*/ 95 w 6"/>
                  <a:gd name="T1" fmla="*/ 0 h 12"/>
                  <a:gd name="T2" fmla="*/ 20 w 6"/>
                  <a:gd name="T3" fmla="*/ 95 h 12"/>
                  <a:gd name="T4" fmla="*/ 50 w 6"/>
                  <a:gd name="T5" fmla="*/ 18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cubicBezTo>
                      <a:pt x="5" y="2"/>
                      <a:pt x="1" y="4"/>
                      <a:pt x="1" y="6"/>
                    </a:cubicBezTo>
                    <a:cubicBezTo>
                      <a:pt x="0" y="9"/>
                      <a:pt x="2" y="10"/>
                      <a:pt x="3" y="1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7" name="Freeform 130">
                <a:extLst>
                  <a:ext uri="{FF2B5EF4-FFF2-40B4-BE49-F238E27FC236}">
                    <a16:creationId xmlns:a16="http://schemas.microsoft.com/office/drawing/2014/main" id="{C3771264-DA51-479B-9789-EB0582838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1211"/>
                <a:ext cx="21" cy="13"/>
              </a:xfrm>
              <a:custGeom>
                <a:avLst/>
                <a:gdLst>
                  <a:gd name="T0" fmla="*/ 144 w 8"/>
                  <a:gd name="T1" fmla="*/ 68 h 5"/>
                  <a:gd name="T2" fmla="*/ 0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4"/>
                    </a:moveTo>
                    <a:cubicBezTo>
                      <a:pt x="4" y="5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8" name="Freeform 131">
                <a:extLst>
                  <a:ext uri="{FF2B5EF4-FFF2-40B4-BE49-F238E27FC236}">
                    <a16:creationId xmlns:a16="http://schemas.microsoft.com/office/drawing/2014/main" id="{54367729-3D47-45DB-9F53-44D17350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201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09" name="Freeform 132">
                <a:extLst>
                  <a:ext uri="{FF2B5EF4-FFF2-40B4-BE49-F238E27FC236}">
                    <a16:creationId xmlns:a16="http://schemas.microsoft.com/office/drawing/2014/main" id="{CB450808-30E5-4F59-8BAA-65BB01A80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1224"/>
                <a:ext cx="13" cy="30"/>
              </a:xfrm>
              <a:custGeom>
                <a:avLst/>
                <a:gdLst>
                  <a:gd name="T0" fmla="*/ 88 w 5"/>
                  <a:gd name="T1" fmla="*/ 0 h 12"/>
                  <a:gd name="T2" fmla="*/ 55 w 5"/>
                  <a:gd name="T3" fmla="*/ 50 h 12"/>
                  <a:gd name="T4" fmla="*/ 0 w 5"/>
                  <a:gd name="T5" fmla="*/ 95 h 12"/>
                  <a:gd name="T6" fmla="*/ 68 w 5"/>
                  <a:gd name="T7" fmla="*/ 18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4" y="0"/>
                      <a:pt x="3" y="2"/>
                      <a:pt x="3" y="3"/>
                    </a:cubicBezTo>
                    <a:cubicBezTo>
                      <a:pt x="2" y="4"/>
                      <a:pt x="0" y="5"/>
                      <a:pt x="0" y="6"/>
                    </a:cubicBezTo>
                    <a:cubicBezTo>
                      <a:pt x="0" y="9"/>
                      <a:pt x="3" y="11"/>
                      <a:pt x="4" y="1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0" name="Freeform 133">
                <a:extLst>
                  <a:ext uri="{FF2B5EF4-FFF2-40B4-BE49-F238E27FC236}">
                    <a16:creationId xmlns:a16="http://schemas.microsoft.com/office/drawing/2014/main" id="{4A59E2B8-20F8-457E-A722-9B79ACA7F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229"/>
                <a:ext cx="17" cy="17"/>
              </a:xfrm>
              <a:custGeom>
                <a:avLst/>
                <a:gdLst>
                  <a:gd name="T0" fmla="*/ 100 w 7"/>
                  <a:gd name="T1" fmla="*/ 58 h 7"/>
                  <a:gd name="T2" fmla="*/ 0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cubicBezTo>
                      <a:pt x="6" y="7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1" name="Freeform 134">
                <a:extLst>
                  <a:ext uri="{FF2B5EF4-FFF2-40B4-BE49-F238E27FC236}">
                    <a16:creationId xmlns:a16="http://schemas.microsoft.com/office/drawing/2014/main" id="{8E8A52B3-3355-4C14-BA4E-B82A3236C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244"/>
                <a:ext cx="25" cy="15"/>
              </a:xfrm>
              <a:custGeom>
                <a:avLst/>
                <a:gdLst>
                  <a:gd name="T0" fmla="*/ 158 w 10"/>
                  <a:gd name="T1" fmla="*/ 0 h 6"/>
                  <a:gd name="T2" fmla="*/ 83 w 10"/>
                  <a:gd name="T3" fmla="*/ 95 h 6"/>
                  <a:gd name="T4" fmla="*/ 0 w 10"/>
                  <a:gd name="T5" fmla="*/ 5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9" y="1"/>
                      <a:pt x="8" y="5"/>
                      <a:pt x="5" y="6"/>
                    </a:cubicBezTo>
                    <a:cubicBezTo>
                      <a:pt x="3" y="6"/>
                      <a:pt x="0" y="4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2" name="Freeform 135">
                <a:extLst>
                  <a:ext uri="{FF2B5EF4-FFF2-40B4-BE49-F238E27FC236}">
                    <a16:creationId xmlns:a16="http://schemas.microsoft.com/office/drawing/2014/main" id="{F009DCA2-815A-4F94-B42E-62C3649B4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259"/>
                <a:ext cx="23" cy="22"/>
              </a:xfrm>
              <a:custGeom>
                <a:avLst/>
                <a:gdLst>
                  <a:gd name="T0" fmla="*/ 151 w 9"/>
                  <a:gd name="T1" fmla="*/ 0 h 9"/>
                  <a:gd name="T2" fmla="*/ 84 w 9"/>
                  <a:gd name="T3" fmla="*/ 103 h 9"/>
                  <a:gd name="T4" fmla="*/ 0 w 9"/>
                  <a:gd name="T5" fmla="*/ 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cubicBezTo>
                      <a:pt x="7" y="2"/>
                      <a:pt x="8" y="6"/>
                      <a:pt x="5" y="7"/>
                    </a:cubicBezTo>
                    <a:cubicBezTo>
                      <a:pt x="2" y="9"/>
                      <a:pt x="1" y="7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3" name="Freeform 136">
                <a:extLst>
                  <a:ext uri="{FF2B5EF4-FFF2-40B4-BE49-F238E27FC236}">
                    <a16:creationId xmlns:a16="http://schemas.microsoft.com/office/drawing/2014/main" id="{2CC9D100-5A9B-4698-9B00-2D8CA7B5B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264"/>
                <a:ext cx="15" cy="12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1" y="2"/>
                      <a:pt x="4" y="5"/>
                      <a:pt x="6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4" name="Freeform 137">
                <a:extLst>
                  <a:ext uri="{FF2B5EF4-FFF2-40B4-BE49-F238E27FC236}">
                    <a16:creationId xmlns:a16="http://schemas.microsoft.com/office/drawing/2014/main" id="{DA2E3097-53BA-4226-AD47-94D0A09A2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246"/>
                <a:ext cx="10" cy="3"/>
              </a:xfrm>
              <a:custGeom>
                <a:avLst/>
                <a:gdLst>
                  <a:gd name="T0" fmla="*/ 63 w 4"/>
                  <a:gd name="T1" fmla="*/ 27 h 1"/>
                  <a:gd name="T2" fmla="*/ 0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5" name="Freeform 138">
                <a:extLst>
                  <a:ext uri="{FF2B5EF4-FFF2-40B4-BE49-F238E27FC236}">
                    <a16:creationId xmlns:a16="http://schemas.microsoft.com/office/drawing/2014/main" id="{C8FC725E-8C34-4E2F-92C1-9124C1A62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166"/>
                <a:ext cx="13" cy="18"/>
              </a:xfrm>
              <a:custGeom>
                <a:avLst/>
                <a:gdLst>
                  <a:gd name="T0" fmla="*/ 0 w 5"/>
                  <a:gd name="T1" fmla="*/ 118 h 7"/>
                  <a:gd name="T2" fmla="*/ 34 w 5"/>
                  <a:gd name="T3" fmla="*/ 0 h 7"/>
                  <a:gd name="T4" fmla="*/ 68 w 5"/>
                  <a:gd name="T5" fmla="*/ 85 h 7"/>
                  <a:gd name="T6" fmla="*/ 88 w 5"/>
                  <a:gd name="T7" fmla="*/ 11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2" y="6"/>
                      <a:pt x="3" y="1"/>
                      <a:pt x="2" y="0"/>
                    </a:cubicBezTo>
                    <a:cubicBezTo>
                      <a:pt x="3" y="0"/>
                      <a:pt x="3" y="4"/>
                      <a:pt x="4" y="5"/>
                    </a:cubicBezTo>
                    <a:cubicBezTo>
                      <a:pt x="4" y="6"/>
                      <a:pt x="5" y="7"/>
                      <a:pt x="5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6" name="Freeform 139">
                <a:extLst>
                  <a:ext uri="{FF2B5EF4-FFF2-40B4-BE49-F238E27FC236}">
                    <a16:creationId xmlns:a16="http://schemas.microsoft.com/office/drawing/2014/main" id="{E4E80799-66D7-4E36-A844-21277FF43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281"/>
                <a:ext cx="23" cy="20"/>
              </a:xfrm>
              <a:custGeom>
                <a:avLst/>
                <a:gdLst>
                  <a:gd name="T0" fmla="*/ 0 w 9"/>
                  <a:gd name="T1" fmla="*/ 113 h 8"/>
                  <a:gd name="T2" fmla="*/ 66 w 9"/>
                  <a:gd name="T3" fmla="*/ 125 h 8"/>
                  <a:gd name="T4" fmla="*/ 130 w 9"/>
                  <a:gd name="T5" fmla="*/ 83 h 8"/>
                  <a:gd name="T6" fmla="*/ 151 w 9"/>
                  <a:gd name="T7" fmla="*/ 33 h 8"/>
                  <a:gd name="T8" fmla="*/ 151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7"/>
                    </a:moveTo>
                    <a:cubicBezTo>
                      <a:pt x="1" y="7"/>
                      <a:pt x="3" y="8"/>
                      <a:pt x="4" y="8"/>
                    </a:cubicBezTo>
                    <a:cubicBezTo>
                      <a:pt x="6" y="8"/>
                      <a:pt x="7" y="6"/>
                      <a:pt x="8" y="5"/>
                    </a:cubicBezTo>
                    <a:cubicBezTo>
                      <a:pt x="8" y="4"/>
                      <a:pt x="9" y="3"/>
                      <a:pt x="9" y="2"/>
                    </a:cubicBezTo>
                    <a:cubicBezTo>
                      <a:pt x="9" y="1"/>
                      <a:pt x="9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7" name="Freeform 140">
                <a:extLst>
                  <a:ext uri="{FF2B5EF4-FFF2-40B4-BE49-F238E27FC236}">
                    <a16:creationId xmlns:a16="http://schemas.microsoft.com/office/drawing/2014/main" id="{CED98401-0ED8-49F9-B046-972938D77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291"/>
                <a:ext cx="20" cy="8"/>
              </a:xfrm>
              <a:custGeom>
                <a:avLst/>
                <a:gdLst>
                  <a:gd name="T0" fmla="*/ 0 w 8"/>
                  <a:gd name="T1" fmla="*/ 0 h 3"/>
                  <a:gd name="T2" fmla="*/ 63 w 8"/>
                  <a:gd name="T3" fmla="*/ 35 h 3"/>
                  <a:gd name="T4" fmla="*/ 125 w 8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0"/>
                      <a:pt x="3" y="2"/>
                      <a:pt x="4" y="2"/>
                    </a:cubicBezTo>
                    <a:cubicBezTo>
                      <a:pt x="5" y="3"/>
                      <a:pt x="6" y="3"/>
                      <a:pt x="8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8" name="Freeform 141">
                <a:extLst>
                  <a:ext uri="{FF2B5EF4-FFF2-40B4-BE49-F238E27FC236}">
                    <a16:creationId xmlns:a16="http://schemas.microsoft.com/office/drawing/2014/main" id="{01DE23FB-AC8B-4C50-B883-12F8575A8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01"/>
                <a:ext cx="20" cy="20"/>
              </a:xfrm>
              <a:custGeom>
                <a:avLst/>
                <a:gdLst>
                  <a:gd name="T0" fmla="*/ 20 w 8"/>
                  <a:gd name="T1" fmla="*/ 0 h 8"/>
                  <a:gd name="T2" fmla="*/ 33 w 8"/>
                  <a:gd name="T3" fmla="*/ 95 h 8"/>
                  <a:gd name="T4" fmla="*/ 125 w 8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1" y="2"/>
                      <a:pt x="0" y="5"/>
                      <a:pt x="2" y="6"/>
                    </a:cubicBezTo>
                    <a:cubicBezTo>
                      <a:pt x="3" y="7"/>
                      <a:pt x="6" y="8"/>
                      <a:pt x="8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9" name="Freeform 142">
                <a:extLst>
                  <a:ext uri="{FF2B5EF4-FFF2-40B4-BE49-F238E27FC236}">
                    <a16:creationId xmlns:a16="http://schemas.microsoft.com/office/drawing/2014/main" id="{9F0552F4-4B34-4A04-ADE4-B5944E52E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311"/>
                <a:ext cx="20" cy="13"/>
              </a:xfrm>
              <a:custGeom>
                <a:avLst/>
                <a:gdLst>
                  <a:gd name="T0" fmla="*/ 0 w 8"/>
                  <a:gd name="T1" fmla="*/ 68 h 5"/>
                  <a:gd name="T2" fmla="*/ 50 w 8"/>
                  <a:gd name="T3" fmla="*/ 88 h 5"/>
                  <a:gd name="T4" fmla="*/ 83 w 8"/>
                  <a:gd name="T5" fmla="*/ 88 h 5"/>
                  <a:gd name="T6" fmla="*/ 113 w 8"/>
                  <a:gd name="T7" fmla="*/ 55 h 5"/>
                  <a:gd name="T8" fmla="*/ 125 w 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4"/>
                    </a:moveTo>
                    <a:cubicBezTo>
                      <a:pt x="1" y="4"/>
                      <a:pt x="2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7" y="2"/>
                      <a:pt x="8" y="0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20" name="Freeform 143">
                <a:extLst>
                  <a:ext uri="{FF2B5EF4-FFF2-40B4-BE49-F238E27FC236}">
                    <a16:creationId xmlns:a16="http://schemas.microsoft.com/office/drawing/2014/main" id="{A719C54C-1969-4AB7-BEFD-7D1CDD794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21"/>
                <a:ext cx="20" cy="20"/>
              </a:xfrm>
              <a:custGeom>
                <a:avLst/>
                <a:gdLst>
                  <a:gd name="T0" fmla="*/ 33 w 8"/>
                  <a:gd name="T1" fmla="*/ 0 h 8"/>
                  <a:gd name="T2" fmla="*/ 50 w 8"/>
                  <a:gd name="T3" fmla="*/ 95 h 8"/>
                  <a:gd name="T4" fmla="*/ 125 w 8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1" y="2"/>
                      <a:pt x="0" y="5"/>
                      <a:pt x="3" y="6"/>
                    </a:cubicBezTo>
                    <a:cubicBezTo>
                      <a:pt x="4" y="7"/>
                      <a:pt x="6" y="8"/>
                      <a:pt x="8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21" name="Freeform 144">
                <a:extLst>
                  <a:ext uri="{FF2B5EF4-FFF2-40B4-BE49-F238E27FC236}">
                    <a16:creationId xmlns:a16="http://schemas.microsoft.com/office/drawing/2014/main" id="{B9E33777-A24C-4507-AD19-0859533CB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19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22" name="Freeform 145">
                <a:extLst>
                  <a:ext uri="{FF2B5EF4-FFF2-40B4-BE49-F238E27FC236}">
                    <a16:creationId xmlns:a16="http://schemas.microsoft.com/office/drawing/2014/main" id="{571238EE-F25A-4952-9FCB-816157A6F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1334"/>
                <a:ext cx="23" cy="17"/>
              </a:xfrm>
              <a:custGeom>
                <a:avLst/>
                <a:gdLst>
                  <a:gd name="T0" fmla="*/ 130 w 9"/>
                  <a:gd name="T1" fmla="*/ 0 h 7"/>
                  <a:gd name="T2" fmla="*/ 97 w 9"/>
                  <a:gd name="T3" fmla="*/ 87 h 7"/>
                  <a:gd name="T4" fmla="*/ 0 w 9"/>
                  <a:gd name="T5" fmla="*/ 7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8" y="0"/>
                    </a:moveTo>
                    <a:cubicBezTo>
                      <a:pt x="9" y="2"/>
                      <a:pt x="8" y="5"/>
                      <a:pt x="6" y="6"/>
                    </a:cubicBezTo>
                    <a:cubicBezTo>
                      <a:pt x="4" y="7"/>
                      <a:pt x="2" y="6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23" name="Freeform 146">
                <a:extLst>
                  <a:ext uri="{FF2B5EF4-FFF2-40B4-BE49-F238E27FC236}">
                    <a16:creationId xmlns:a16="http://schemas.microsoft.com/office/drawing/2014/main" id="{91010A83-2999-4316-9CDE-6B4CC4FBE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1076"/>
                <a:ext cx="28" cy="20"/>
              </a:xfrm>
              <a:custGeom>
                <a:avLst/>
                <a:gdLst>
                  <a:gd name="T0" fmla="*/ 181 w 11"/>
                  <a:gd name="T1" fmla="*/ 20 h 8"/>
                  <a:gd name="T2" fmla="*/ 33 w 11"/>
                  <a:gd name="T3" fmla="*/ 20 h 8"/>
                  <a:gd name="T4" fmla="*/ 0 w 11"/>
                  <a:gd name="T5" fmla="*/ 83 h 8"/>
                  <a:gd name="T6" fmla="*/ 20 w 11"/>
                  <a:gd name="T7" fmla="*/ 12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11" y="1"/>
                    </a:moveTo>
                    <a:cubicBezTo>
                      <a:pt x="8" y="1"/>
                      <a:pt x="5" y="0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1" y="7"/>
                      <a:pt x="1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24" name="Freeform 147">
                <a:extLst>
                  <a:ext uri="{FF2B5EF4-FFF2-40B4-BE49-F238E27FC236}">
                    <a16:creationId xmlns:a16="http://schemas.microsoft.com/office/drawing/2014/main" id="{B1678252-9E7C-465E-9BFC-7753ACA52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1076"/>
                <a:ext cx="22" cy="3"/>
              </a:xfrm>
              <a:custGeom>
                <a:avLst/>
                <a:gdLst>
                  <a:gd name="T0" fmla="*/ 132 w 9"/>
                  <a:gd name="T1" fmla="*/ 27 h 1"/>
                  <a:gd name="T2" fmla="*/ 42 w 9"/>
                  <a:gd name="T3" fmla="*/ 0 h 1"/>
                  <a:gd name="T4" fmla="*/ 0 w 9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">
                    <a:moveTo>
                      <a:pt x="9" y="1"/>
                    </a:moveTo>
                    <a:cubicBezTo>
                      <a:pt x="8" y="0"/>
                      <a:pt x="4" y="0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25" name="Freeform 148">
                <a:extLst>
                  <a:ext uri="{FF2B5EF4-FFF2-40B4-BE49-F238E27FC236}">
                    <a16:creationId xmlns:a16="http://schemas.microsoft.com/office/drawing/2014/main" id="{64931D0B-4EA5-4BD5-9E93-9BF3A583D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1056"/>
                <a:ext cx="5" cy="20"/>
              </a:xfrm>
              <a:custGeom>
                <a:avLst/>
                <a:gdLst>
                  <a:gd name="T0" fmla="*/ 0 w 2"/>
                  <a:gd name="T1" fmla="*/ 125 h 8"/>
                  <a:gd name="T2" fmla="*/ 20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cubicBezTo>
                      <a:pt x="2" y="5"/>
                      <a:pt x="1" y="3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26" name="Freeform 149">
                <a:extLst>
                  <a:ext uri="{FF2B5EF4-FFF2-40B4-BE49-F238E27FC236}">
                    <a16:creationId xmlns:a16="http://schemas.microsoft.com/office/drawing/2014/main" id="{27D8E9A6-CFFD-44B1-B368-5E14C3E32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059"/>
                <a:ext cx="2" cy="17"/>
              </a:xfrm>
              <a:custGeom>
                <a:avLst/>
                <a:gdLst>
                  <a:gd name="T0" fmla="*/ 8 w 1"/>
                  <a:gd name="T1" fmla="*/ 100 h 7"/>
                  <a:gd name="T2" fmla="*/ 8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27" name="Freeform 150">
                <a:extLst>
                  <a:ext uri="{FF2B5EF4-FFF2-40B4-BE49-F238E27FC236}">
                    <a16:creationId xmlns:a16="http://schemas.microsoft.com/office/drawing/2014/main" id="{7F737318-DD16-4262-8694-86F0B9BCE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108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2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28" name="Freeform 151">
                <a:extLst>
                  <a:ext uri="{FF2B5EF4-FFF2-40B4-BE49-F238E27FC236}">
                    <a16:creationId xmlns:a16="http://schemas.microsoft.com/office/drawing/2014/main" id="{FE4D1198-560A-46EE-9530-7CF8A1317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109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21 h 3"/>
                  <a:gd name="T4" fmla="*/ 21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3" y="2"/>
                      <a:pt x="3" y="0"/>
                      <a:pt x="1" y="1"/>
                    </a:cubicBezTo>
                    <a:cubicBezTo>
                      <a:pt x="0" y="1"/>
                      <a:pt x="0" y="3"/>
                      <a:pt x="1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29" name="Freeform 152">
                <a:extLst>
                  <a:ext uri="{FF2B5EF4-FFF2-40B4-BE49-F238E27FC236}">
                    <a16:creationId xmlns:a16="http://schemas.microsoft.com/office/drawing/2014/main" id="{285EF57F-87EB-49E4-98AD-5894DC14D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1066"/>
                <a:ext cx="20" cy="13"/>
              </a:xfrm>
              <a:custGeom>
                <a:avLst/>
                <a:gdLst>
                  <a:gd name="T0" fmla="*/ 63 w 8"/>
                  <a:gd name="T1" fmla="*/ 88 h 5"/>
                  <a:gd name="T2" fmla="*/ 50 w 8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4" y="5"/>
                    </a:moveTo>
                    <a:cubicBezTo>
                      <a:pt x="8" y="4"/>
                      <a:pt x="0" y="0"/>
                      <a:pt x="3" y="4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30" name="Freeform 153">
                <a:extLst>
                  <a:ext uri="{FF2B5EF4-FFF2-40B4-BE49-F238E27FC236}">
                    <a16:creationId xmlns:a16="http://schemas.microsoft.com/office/drawing/2014/main" id="{3F0413B3-AEEC-4921-88CA-4414E9D84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1071"/>
                <a:ext cx="15" cy="8"/>
              </a:xfrm>
              <a:custGeom>
                <a:avLst/>
                <a:gdLst>
                  <a:gd name="T0" fmla="*/ 63 w 6"/>
                  <a:gd name="T1" fmla="*/ 35 h 3"/>
                  <a:gd name="T2" fmla="*/ 63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4" y="2"/>
                    </a:moveTo>
                    <a:cubicBezTo>
                      <a:pt x="6" y="0"/>
                      <a:pt x="0" y="2"/>
                      <a:pt x="4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31" name="Freeform 154">
                <a:extLst>
                  <a:ext uri="{FF2B5EF4-FFF2-40B4-BE49-F238E27FC236}">
                    <a16:creationId xmlns:a16="http://schemas.microsoft.com/office/drawing/2014/main" id="{E7BDBA80-58C2-4F9A-BE3C-3982C5066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099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37 w 3"/>
                  <a:gd name="T3" fmla="*/ 20 h 2"/>
                  <a:gd name="T4" fmla="*/ 28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2" y="1"/>
                      <a:pt x="3" y="1"/>
                    </a:cubicBezTo>
                    <a:cubicBezTo>
                      <a:pt x="2" y="0"/>
                      <a:pt x="0" y="1"/>
                      <a:pt x="2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32" name="Freeform 155">
                <a:extLst>
                  <a:ext uri="{FF2B5EF4-FFF2-40B4-BE49-F238E27FC236}">
                    <a16:creationId xmlns:a16="http://schemas.microsoft.com/office/drawing/2014/main" id="{84CBCAE3-EE51-4444-9229-6EB1C83A8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079"/>
                <a:ext cx="5" cy="7"/>
              </a:xfrm>
              <a:custGeom>
                <a:avLst/>
                <a:gdLst>
                  <a:gd name="T0" fmla="*/ 20 w 2"/>
                  <a:gd name="T1" fmla="*/ 28 h 3"/>
                  <a:gd name="T2" fmla="*/ 33 w 2"/>
                  <a:gd name="T3" fmla="*/ 0 h 3"/>
                  <a:gd name="T4" fmla="*/ 20 w 2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0" y="2"/>
                      <a:pt x="1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33" name="Freeform 156">
                <a:extLst>
                  <a:ext uri="{FF2B5EF4-FFF2-40B4-BE49-F238E27FC236}">
                    <a16:creationId xmlns:a16="http://schemas.microsoft.com/office/drawing/2014/main" id="{CC4B14C3-DDDA-4E29-9338-CA4C13013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10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21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3" y="2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34" name="Freeform 157">
                <a:extLst>
                  <a:ext uri="{FF2B5EF4-FFF2-40B4-BE49-F238E27FC236}">
                    <a16:creationId xmlns:a16="http://schemas.microsoft.com/office/drawing/2014/main" id="{47650166-2672-4A81-8BEA-36CA5B466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08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35" name="Freeform 158">
                <a:extLst>
                  <a:ext uri="{FF2B5EF4-FFF2-40B4-BE49-F238E27FC236}">
                    <a16:creationId xmlns:a16="http://schemas.microsoft.com/office/drawing/2014/main" id="{385CCE82-5AEF-4CF0-A53D-A556A440B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11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8 w 1"/>
                  <a:gd name="T3" fmla="*/ 0 h 2"/>
                  <a:gd name="T4" fmla="*/ 8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36" name="Freeform 159">
                <a:extLst>
                  <a:ext uri="{FF2B5EF4-FFF2-40B4-BE49-F238E27FC236}">
                    <a16:creationId xmlns:a16="http://schemas.microsoft.com/office/drawing/2014/main" id="{8ECAF303-2296-4ED9-92D6-EB95E4B9E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094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27 w 1"/>
                  <a:gd name="T3" fmla="*/ 20 h 2"/>
                  <a:gd name="T4" fmla="*/ 0 w 1"/>
                  <a:gd name="T5" fmla="*/ 0 h 2"/>
                  <a:gd name="T6" fmla="*/ 27 w 1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1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37" name="Freeform 160">
                <a:extLst>
                  <a:ext uri="{FF2B5EF4-FFF2-40B4-BE49-F238E27FC236}">
                    <a16:creationId xmlns:a16="http://schemas.microsoft.com/office/drawing/2014/main" id="{E466B8F0-CCEC-4E2B-BD25-3525D63A6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06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38" name="Freeform 161">
                <a:extLst>
                  <a:ext uri="{FF2B5EF4-FFF2-40B4-BE49-F238E27FC236}">
                    <a16:creationId xmlns:a16="http://schemas.microsoft.com/office/drawing/2014/main" id="{4D614EA4-E252-427F-B1CC-1415738C1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10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12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2"/>
                      <a:pt x="3" y="1"/>
                      <a:pt x="1" y="1"/>
                    </a:cubicBezTo>
                    <a:cubicBezTo>
                      <a:pt x="0" y="0"/>
                      <a:pt x="0" y="2"/>
                      <a:pt x="1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39" name="Freeform 162">
                <a:extLst>
                  <a:ext uri="{FF2B5EF4-FFF2-40B4-BE49-F238E27FC236}">
                    <a16:creationId xmlns:a16="http://schemas.microsoft.com/office/drawing/2014/main" id="{BA47F771-4009-4462-BCF0-82D55E829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114"/>
                <a:ext cx="15" cy="5"/>
              </a:xfrm>
              <a:custGeom>
                <a:avLst/>
                <a:gdLst>
                  <a:gd name="T0" fmla="*/ 63 w 6"/>
                  <a:gd name="T1" fmla="*/ 33 h 2"/>
                  <a:gd name="T2" fmla="*/ 63 w 6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4" y="2"/>
                    </a:moveTo>
                    <a:cubicBezTo>
                      <a:pt x="6" y="0"/>
                      <a:pt x="0" y="0"/>
                      <a:pt x="4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40" name="Freeform 163">
                <a:extLst>
                  <a:ext uri="{FF2B5EF4-FFF2-40B4-BE49-F238E27FC236}">
                    <a16:creationId xmlns:a16="http://schemas.microsoft.com/office/drawing/2014/main" id="{6D6FDD31-683B-4958-B533-412EA1DFB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13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20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41" name="Freeform 164">
                <a:extLst>
                  <a:ext uri="{FF2B5EF4-FFF2-40B4-BE49-F238E27FC236}">
                    <a16:creationId xmlns:a16="http://schemas.microsoft.com/office/drawing/2014/main" id="{ED7E8069-CAC0-49F5-80A1-2FB110073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114"/>
                <a:ext cx="12" cy="10"/>
              </a:xfrm>
              <a:custGeom>
                <a:avLst/>
                <a:gdLst>
                  <a:gd name="T0" fmla="*/ 29 w 5"/>
                  <a:gd name="T1" fmla="*/ 50 h 4"/>
                  <a:gd name="T2" fmla="*/ 58 w 5"/>
                  <a:gd name="T3" fmla="*/ 20 h 4"/>
                  <a:gd name="T4" fmla="*/ 12 w 5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3"/>
                    </a:moveTo>
                    <a:cubicBezTo>
                      <a:pt x="3" y="4"/>
                      <a:pt x="5" y="2"/>
                      <a:pt x="4" y="1"/>
                    </a:cubicBezTo>
                    <a:cubicBezTo>
                      <a:pt x="2" y="0"/>
                      <a:pt x="0" y="2"/>
                      <a:pt x="1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42" name="Freeform 165">
                <a:extLst>
                  <a:ext uri="{FF2B5EF4-FFF2-40B4-BE49-F238E27FC236}">
                    <a16:creationId xmlns:a16="http://schemas.microsoft.com/office/drawing/2014/main" id="{4777106A-07E8-4950-AFE0-8F0BF8F78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124"/>
                <a:ext cx="10" cy="7"/>
              </a:xfrm>
              <a:custGeom>
                <a:avLst/>
                <a:gdLst>
                  <a:gd name="T0" fmla="*/ 33 w 4"/>
                  <a:gd name="T1" fmla="*/ 37 h 3"/>
                  <a:gd name="T2" fmla="*/ 33 w 4"/>
                  <a:gd name="T3" fmla="*/ 2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4" y="0"/>
                      <a:pt x="0" y="0"/>
                      <a:pt x="2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43" name="Freeform 166">
                <a:extLst>
                  <a:ext uri="{FF2B5EF4-FFF2-40B4-BE49-F238E27FC236}">
                    <a16:creationId xmlns:a16="http://schemas.microsoft.com/office/drawing/2014/main" id="{480106EE-B185-470C-AAA4-7A9EF9CF8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144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33 w 2"/>
                  <a:gd name="T3" fmla="*/ 0 h 1"/>
                  <a:gd name="T4" fmla="*/ 2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44" name="Freeform 167">
                <a:extLst>
                  <a:ext uri="{FF2B5EF4-FFF2-40B4-BE49-F238E27FC236}">
                    <a16:creationId xmlns:a16="http://schemas.microsoft.com/office/drawing/2014/main" id="{76E71083-70A2-4AB7-914A-F0918E0AC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15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12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3" y="2"/>
                      <a:pt x="2" y="0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45" name="Freeform 168">
                <a:extLst>
                  <a:ext uri="{FF2B5EF4-FFF2-40B4-BE49-F238E27FC236}">
                    <a16:creationId xmlns:a16="http://schemas.microsoft.com/office/drawing/2014/main" id="{37437813-15D7-485A-8C3C-8D93CD9FE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136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35 w 3"/>
                  <a:gd name="T3" fmla="*/ 56 h 3"/>
                  <a:gd name="T4" fmla="*/ 0 w 3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1"/>
                      <a:pt x="0" y="0"/>
                      <a:pt x="0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46" name="Freeform 169">
                <a:extLst>
                  <a:ext uri="{FF2B5EF4-FFF2-40B4-BE49-F238E27FC236}">
                    <a16:creationId xmlns:a16="http://schemas.microsoft.com/office/drawing/2014/main" id="{FA983775-92DB-4096-8200-B914E9A2F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14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47" name="Freeform 170">
                <a:extLst>
                  <a:ext uri="{FF2B5EF4-FFF2-40B4-BE49-F238E27FC236}">
                    <a16:creationId xmlns:a16="http://schemas.microsoft.com/office/drawing/2014/main" id="{9703A3D7-7A07-4644-B7FA-F09FBD5FA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1099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0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48" name="Freeform 171">
                <a:extLst>
                  <a:ext uri="{FF2B5EF4-FFF2-40B4-BE49-F238E27FC236}">
                    <a16:creationId xmlns:a16="http://schemas.microsoft.com/office/drawing/2014/main" id="{BC6EEABE-4FAF-4D08-AE0B-7318C213C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09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49" name="Freeform 172">
                <a:extLst>
                  <a:ext uri="{FF2B5EF4-FFF2-40B4-BE49-F238E27FC236}">
                    <a16:creationId xmlns:a16="http://schemas.microsoft.com/office/drawing/2014/main" id="{EC983AF4-BF75-4DD4-98F6-0A2A18B7C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124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w 1"/>
                  <a:gd name="T5" fmla="*/ 0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0" name="Freeform 173">
                <a:extLst>
                  <a:ext uri="{FF2B5EF4-FFF2-40B4-BE49-F238E27FC236}">
                    <a16:creationId xmlns:a16="http://schemas.microsoft.com/office/drawing/2014/main" id="{6459C433-8236-43C6-AEE2-C6037C7CD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108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1" name="Freeform 174">
                <a:extLst>
                  <a:ext uri="{FF2B5EF4-FFF2-40B4-BE49-F238E27FC236}">
                    <a16:creationId xmlns:a16="http://schemas.microsoft.com/office/drawing/2014/main" id="{02BA45CD-ED22-49A7-B630-2E86A4910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094"/>
                <a:ext cx="10" cy="5"/>
              </a:xfrm>
              <a:custGeom>
                <a:avLst/>
                <a:gdLst>
                  <a:gd name="T0" fmla="*/ 33 w 4"/>
                  <a:gd name="T1" fmla="*/ 33 h 2"/>
                  <a:gd name="T2" fmla="*/ 50 w 4"/>
                  <a:gd name="T3" fmla="*/ 0 h 2"/>
                  <a:gd name="T4" fmla="*/ 50 w 4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1"/>
                      <a:pt x="4" y="2"/>
                      <a:pt x="3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2" name="Freeform 175">
                <a:extLst>
                  <a:ext uri="{FF2B5EF4-FFF2-40B4-BE49-F238E27FC236}">
                    <a16:creationId xmlns:a16="http://schemas.microsoft.com/office/drawing/2014/main" id="{57913CC0-46F0-4DCE-84FE-C4A9DE69A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069"/>
                <a:ext cx="20" cy="10"/>
              </a:xfrm>
              <a:custGeom>
                <a:avLst/>
                <a:gdLst>
                  <a:gd name="T0" fmla="*/ 83 w 8"/>
                  <a:gd name="T1" fmla="*/ 63 h 4"/>
                  <a:gd name="T2" fmla="*/ 95 w 8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5" y="4"/>
                    </a:moveTo>
                    <a:cubicBezTo>
                      <a:pt x="0" y="3"/>
                      <a:pt x="8" y="0"/>
                      <a:pt x="6" y="4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3" name="Freeform 176">
                <a:extLst>
                  <a:ext uri="{FF2B5EF4-FFF2-40B4-BE49-F238E27FC236}">
                    <a16:creationId xmlns:a16="http://schemas.microsoft.com/office/drawing/2014/main" id="{6A110EE5-B14D-40B5-8D4A-2362AFF13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1071"/>
                <a:ext cx="18" cy="10"/>
              </a:xfrm>
              <a:custGeom>
                <a:avLst/>
                <a:gdLst>
                  <a:gd name="T0" fmla="*/ 54 w 7"/>
                  <a:gd name="T1" fmla="*/ 50 h 4"/>
                  <a:gd name="T2" fmla="*/ 54 w 7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3" y="3"/>
                    </a:moveTo>
                    <a:cubicBezTo>
                      <a:pt x="0" y="0"/>
                      <a:pt x="7" y="2"/>
                      <a:pt x="3" y="4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4" name="Freeform 177">
                <a:extLst>
                  <a:ext uri="{FF2B5EF4-FFF2-40B4-BE49-F238E27FC236}">
                    <a16:creationId xmlns:a16="http://schemas.microsoft.com/office/drawing/2014/main" id="{2B1CB430-D628-4E79-9B19-0B6DFE21E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1099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33 h 2"/>
                  <a:gd name="T4" fmla="*/ 12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1" y="0"/>
                      <a:pt x="3" y="2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5" name="Freeform 178">
                <a:extLst>
                  <a:ext uri="{FF2B5EF4-FFF2-40B4-BE49-F238E27FC236}">
                    <a16:creationId xmlns:a16="http://schemas.microsoft.com/office/drawing/2014/main" id="{E468C994-DF16-4FE3-957E-1E151E2FF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08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6" name="Freeform 179">
                <a:extLst>
                  <a:ext uri="{FF2B5EF4-FFF2-40B4-BE49-F238E27FC236}">
                    <a16:creationId xmlns:a16="http://schemas.microsoft.com/office/drawing/2014/main" id="{2ED6A244-B023-47AF-8AE3-31C0A1ACA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1104"/>
                <a:ext cx="8" cy="7"/>
              </a:xfrm>
              <a:custGeom>
                <a:avLst/>
                <a:gdLst>
                  <a:gd name="T0" fmla="*/ 35 w 3"/>
                  <a:gd name="T1" fmla="*/ 37 h 3"/>
                  <a:gd name="T2" fmla="*/ 35 w 3"/>
                  <a:gd name="T3" fmla="*/ 0 h 3"/>
                  <a:gd name="T4" fmla="*/ 35 w 3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3" y="1"/>
                      <a:pt x="3" y="2"/>
                      <a:pt x="2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7" name="Freeform 180">
                <a:extLst>
                  <a:ext uri="{FF2B5EF4-FFF2-40B4-BE49-F238E27FC236}">
                    <a16:creationId xmlns:a16="http://schemas.microsoft.com/office/drawing/2014/main" id="{FB07DDBB-C4B0-424C-A817-E872D091B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086"/>
                <a:ext cx="7" cy="8"/>
              </a:xfrm>
              <a:custGeom>
                <a:avLst/>
                <a:gdLst>
                  <a:gd name="T0" fmla="*/ 37 w 3"/>
                  <a:gd name="T1" fmla="*/ 56 h 3"/>
                  <a:gd name="T2" fmla="*/ 28 w 3"/>
                  <a:gd name="T3" fmla="*/ 21 h 3"/>
                  <a:gd name="T4" fmla="*/ 37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0" y="2"/>
                      <a:pt x="2" y="1"/>
                    </a:cubicBezTo>
                    <a:cubicBezTo>
                      <a:pt x="3" y="0"/>
                      <a:pt x="3" y="2"/>
                      <a:pt x="3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8" name="Freeform 181">
                <a:extLst>
                  <a:ext uri="{FF2B5EF4-FFF2-40B4-BE49-F238E27FC236}">
                    <a16:creationId xmlns:a16="http://schemas.microsoft.com/office/drawing/2014/main" id="{B56D314D-40D6-43FB-89B7-F11050F74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1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2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59" name="Freeform 182">
                <a:extLst>
                  <a:ext uri="{FF2B5EF4-FFF2-40B4-BE49-F238E27FC236}">
                    <a16:creationId xmlns:a16="http://schemas.microsoft.com/office/drawing/2014/main" id="{797195CD-9F23-480A-BF45-F9DE08238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096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0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0" name="Freeform 183">
                <a:extLst>
                  <a:ext uri="{FF2B5EF4-FFF2-40B4-BE49-F238E27FC236}">
                    <a16:creationId xmlns:a16="http://schemas.microsoft.com/office/drawing/2014/main" id="{9A3D9732-537C-4F14-9C24-6AD475672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1064"/>
                <a:ext cx="5" cy="7"/>
              </a:xfrm>
              <a:custGeom>
                <a:avLst/>
                <a:gdLst>
                  <a:gd name="T0" fmla="*/ 0 w 2"/>
                  <a:gd name="T1" fmla="*/ 28 h 3"/>
                  <a:gd name="T2" fmla="*/ 33 w 2"/>
                  <a:gd name="T3" fmla="*/ 28 h 3"/>
                  <a:gd name="T4" fmla="*/ 20 w 2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1" y="0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1" name="Freeform 184">
                <a:extLst>
                  <a:ext uri="{FF2B5EF4-FFF2-40B4-BE49-F238E27FC236}">
                    <a16:creationId xmlns:a16="http://schemas.microsoft.com/office/drawing/2014/main" id="{25276229-11AD-4251-9132-A28879A94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10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28 w 3"/>
                  <a:gd name="T3" fmla="*/ 0 h 2"/>
                  <a:gd name="T4" fmla="*/ 28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3" y="2"/>
                      <a:pt x="2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2" name="Freeform 185">
                <a:extLst>
                  <a:ext uri="{FF2B5EF4-FFF2-40B4-BE49-F238E27FC236}">
                    <a16:creationId xmlns:a16="http://schemas.microsoft.com/office/drawing/2014/main" id="{310FE3BF-E084-494D-92F5-58C0F04BB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114"/>
                <a:ext cx="13" cy="7"/>
              </a:xfrm>
              <a:custGeom>
                <a:avLst/>
                <a:gdLst>
                  <a:gd name="T0" fmla="*/ 34 w 5"/>
                  <a:gd name="T1" fmla="*/ 37 h 3"/>
                  <a:gd name="T2" fmla="*/ 34 w 5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0" y="0"/>
                      <a:pt x="5" y="1"/>
                      <a:pt x="2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3" name="Freeform 186">
                <a:extLst>
                  <a:ext uri="{FF2B5EF4-FFF2-40B4-BE49-F238E27FC236}">
                    <a16:creationId xmlns:a16="http://schemas.microsoft.com/office/drawing/2014/main" id="{2E2D38C0-68CC-4060-909B-2560B9373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13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0 h 2"/>
                  <a:gd name="T4" fmla="*/ 20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4" name="Freeform 187">
                <a:extLst>
                  <a:ext uri="{FF2B5EF4-FFF2-40B4-BE49-F238E27FC236}">
                    <a16:creationId xmlns:a16="http://schemas.microsoft.com/office/drawing/2014/main" id="{5355D6E6-5BA0-4A11-BE87-7CD3ADC60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1114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20 w 4"/>
                  <a:gd name="T3" fmla="*/ 29 h 5"/>
                  <a:gd name="T4" fmla="*/ 63 w 4"/>
                  <a:gd name="T5" fmla="*/ 5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3"/>
                      <a:pt x="1" y="2"/>
                    </a:cubicBezTo>
                    <a:cubicBezTo>
                      <a:pt x="2" y="0"/>
                      <a:pt x="4" y="3"/>
                      <a:pt x="4" y="4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5" name="Freeform 188">
                <a:extLst>
                  <a:ext uri="{FF2B5EF4-FFF2-40B4-BE49-F238E27FC236}">
                    <a16:creationId xmlns:a16="http://schemas.microsoft.com/office/drawing/2014/main" id="{299454A2-B377-45A0-A10F-99981160F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126"/>
                <a:ext cx="12" cy="8"/>
              </a:xfrm>
              <a:custGeom>
                <a:avLst/>
                <a:gdLst>
                  <a:gd name="T0" fmla="*/ 29 w 5"/>
                  <a:gd name="T1" fmla="*/ 56 h 3"/>
                  <a:gd name="T2" fmla="*/ 41 w 5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0" y="0"/>
                      <a:pt x="5" y="0"/>
                      <a:pt x="3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6" name="Freeform 189">
                <a:extLst>
                  <a:ext uri="{FF2B5EF4-FFF2-40B4-BE49-F238E27FC236}">
                    <a16:creationId xmlns:a16="http://schemas.microsoft.com/office/drawing/2014/main" id="{EDF8F452-6934-4FB3-823B-3917A46D6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146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0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7" name="Freeform 190">
                <a:extLst>
                  <a:ext uri="{FF2B5EF4-FFF2-40B4-BE49-F238E27FC236}">
                    <a16:creationId xmlns:a16="http://schemas.microsoft.com/office/drawing/2014/main" id="{B635DE30-3FF8-4B9C-873D-8B6FE7836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15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33 w 2"/>
                  <a:gd name="T3" fmla="*/ 20 h 2"/>
                  <a:gd name="T4" fmla="*/ 33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2"/>
                      <a:pt x="1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8" name="Freeform 191">
                <a:extLst>
                  <a:ext uri="{FF2B5EF4-FFF2-40B4-BE49-F238E27FC236}">
                    <a16:creationId xmlns:a16="http://schemas.microsoft.com/office/drawing/2014/main" id="{A6304A69-0FE8-42C8-82FC-48D132E03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139"/>
                <a:ext cx="10" cy="7"/>
              </a:xfrm>
              <a:custGeom>
                <a:avLst/>
                <a:gdLst>
                  <a:gd name="T0" fmla="*/ 50 w 4"/>
                  <a:gd name="T1" fmla="*/ 37 h 3"/>
                  <a:gd name="T2" fmla="*/ 33 w 4"/>
                  <a:gd name="T3" fmla="*/ 37 h 3"/>
                  <a:gd name="T4" fmla="*/ 63 w 4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1"/>
                      <a:pt x="4" y="0"/>
                      <a:pt x="4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69" name="Freeform 192">
                <a:extLst>
                  <a:ext uri="{FF2B5EF4-FFF2-40B4-BE49-F238E27FC236}">
                    <a16:creationId xmlns:a16="http://schemas.microsoft.com/office/drawing/2014/main" id="{7545765C-E23A-4610-9FCE-8CC44FA31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15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0"/>
                      <a:pt x="2" y="1"/>
                      <a:pt x="0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0" name="Freeform 193">
                <a:extLst>
                  <a:ext uri="{FF2B5EF4-FFF2-40B4-BE49-F238E27FC236}">
                    <a16:creationId xmlns:a16="http://schemas.microsoft.com/office/drawing/2014/main" id="{D7611FD8-33F7-4112-8EB1-FCFC06F71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10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1" name="Freeform 194">
                <a:extLst>
                  <a:ext uri="{FF2B5EF4-FFF2-40B4-BE49-F238E27FC236}">
                    <a16:creationId xmlns:a16="http://schemas.microsoft.com/office/drawing/2014/main" id="{61B9ACF3-FC9F-43BF-9DC8-644ADC424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094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0 h 1"/>
                  <a:gd name="T4" fmla="*/ 27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2" name="Freeform 195">
                <a:extLst>
                  <a:ext uri="{FF2B5EF4-FFF2-40B4-BE49-F238E27FC236}">
                    <a16:creationId xmlns:a16="http://schemas.microsoft.com/office/drawing/2014/main" id="{75DD757F-9B7E-42AB-A2CD-FDB9598BD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126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1" y="0"/>
                      <a:pt x="0" y="0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3" name="Freeform 196">
                <a:extLst>
                  <a:ext uri="{FF2B5EF4-FFF2-40B4-BE49-F238E27FC236}">
                    <a16:creationId xmlns:a16="http://schemas.microsoft.com/office/drawing/2014/main" id="{2B8B4E34-20ED-4BC7-88EF-89F646047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117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35 w 3"/>
                  <a:gd name="T3" fmla="*/ 0 h 2"/>
                  <a:gd name="T4" fmla="*/ 21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2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4" name="Freeform 197">
                <a:extLst>
                  <a:ext uri="{FF2B5EF4-FFF2-40B4-BE49-F238E27FC236}">
                    <a16:creationId xmlns:a16="http://schemas.microsoft.com/office/drawing/2014/main" id="{8781FD69-938F-4F0B-8112-5213529FE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189"/>
                <a:ext cx="12" cy="7"/>
              </a:xfrm>
              <a:custGeom>
                <a:avLst/>
                <a:gdLst>
                  <a:gd name="T0" fmla="*/ 29 w 5"/>
                  <a:gd name="T1" fmla="*/ 37 h 3"/>
                  <a:gd name="T2" fmla="*/ 29 w 5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0" y="0"/>
                      <a:pt x="5" y="2"/>
                      <a:pt x="2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5" name="Freeform 198">
                <a:extLst>
                  <a:ext uri="{FF2B5EF4-FFF2-40B4-BE49-F238E27FC236}">
                    <a16:creationId xmlns:a16="http://schemas.microsoft.com/office/drawing/2014/main" id="{3C396544-2840-4DBE-BA66-6FEDDB85A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219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0 h 2"/>
                  <a:gd name="T4" fmla="*/ 20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6" name="Freeform 199">
                <a:extLst>
                  <a:ext uri="{FF2B5EF4-FFF2-40B4-BE49-F238E27FC236}">
                    <a16:creationId xmlns:a16="http://schemas.microsoft.com/office/drawing/2014/main" id="{415FBC83-040A-4F97-9A39-0C0A9E01F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201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20 w 4"/>
                  <a:gd name="T3" fmla="*/ 20 h 4"/>
                  <a:gd name="T4" fmla="*/ 50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2"/>
                      <a:pt x="1" y="1"/>
                    </a:cubicBezTo>
                    <a:cubicBezTo>
                      <a:pt x="3" y="0"/>
                      <a:pt x="4" y="3"/>
                      <a:pt x="3" y="4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7" name="Freeform 200">
                <a:extLst>
                  <a:ext uri="{FF2B5EF4-FFF2-40B4-BE49-F238E27FC236}">
                    <a16:creationId xmlns:a16="http://schemas.microsoft.com/office/drawing/2014/main" id="{60DC2A94-8F6F-4E27-9A10-B4986B1E9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1219"/>
                <a:ext cx="12" cy="7"/>
              </a:xfrm>
              <a:custGeom>
                <a:avLst/>
                <a:gdLst>
                  <a:gd name="T0" fmla="*/ 29 w 5"/>
                  <a:gd name="T1" fmla="*/ 37 h 3"/>
                  <a:gd name="T2" fmla="*/ 29 w 5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0" y="0"/>
                      <a:pt x="5" y="1"/>
                      <a:pt x="2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8" name="Freeform 201">
                <a:extLst>
                  <a:ext uri="{FF2B5EF4-FFF2-40B4-BE49-F238E27FC236}">
                    <a16:creationId xmlns:a16="http://schemas.microsoft.com/office/drawing/2014/main" id="{BA40EB77-1D05-47C5-8450-F8E7508E7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23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2" y="2"/>
                      <a:pt x="0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9" name="Freeform 202">
                <a:extLst>
                  <a:ext uri="{FF2B5EF4-FFF2-40B4-BE49-F238E27FC236}">
                    <a16:creationId xmlns:a16="http://schemas.microsoft.com/office/drawing/2014/main" id="{EFF18834-3CCC-4F2A-9973-42A0B480D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251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63 w 4"/>
                  <a:gd name="T3" fmla="*/ 33 h 4"/>
                  <a:gd name="T4" fmla="*/ 50 w 4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0" y="3"/>
                      <a:pt x="3" y="0"/>
                      <a:pt x="4" y="2"/>
                    </a:cubicBezTo>
                    <a:cubicBezTo>
                      <a:pt x="4" y="4"/>
                      <a:pt x="3" y="3"/>
                      <a:pt x="3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0" name="Freeform 203">
                <a:extLst>
                  <a:ext uri="{FF2B5EF4-FFF2-40B4-BE49-F238E27FC236}">
                    <a16:creationId xmlns:a16="http://schemas.microsoft.com/office/drawing/2014/main" id="{0140F3BD-B102-4550-AF29-F325ECDD3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124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56 h 3"/>
                  <a:gd name="T4" fmla="*/ 28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0" y="0"/>
                      <a:pt x="3" y="1"/>
                      <a:pt x="2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1" name="Freeform 204">
                <a:extLst>
                  <a:ext uri="{FF2B5EF4-FFF2-40B4-BE49-F238E27FC236}">
                    <a16:creationId xmlns:a16="http://schemas.microsoft.com/office/drawing/2014/main" id="{167256FC-083B-4251-A878-4685A6151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259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0 w 4"/>
                  <a:gd name="T3" fmla="*/ 33 h 4"/>
                  <a:gd name="T4" fmla="*/ 20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1" y="2"/>
                      <a:pt x="0" y="3"/>
                      <a:pt x="0" y="2"/>
                    </a:cubicBezTo>
                    <a:cubicBezTo>
                      <a:pt x="2" y="0"/>
                      <a:pt x="4" y="3"/>
                      <a:pt x="1" y="4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566" name="Group 205">
              <a:extLst>
                <a:ext uri="{FF2B5EF4-FFF2-40B4-BE49-F238E27FC236}">
                  <a16:creationId xmlns:a16="http://schemas.microsoft.com/office/drawing/2014/main" id="{7C22D10A-5E59-490A-8163-EF068EAD25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8" y="1064"/>
              <a:ext cx="898" cy="2319"/>
              <a:chOff x="1308" y="1064"/>
              <a:chExt cx="898" cy="2319"/>
            </a:xfrm>
          </p:grpSpPr>
          <p:sp>
            <p:nvSpPr>
              <p:cNvPr id="61182" name="Freeform 206">
                <a:extLst>
                  <a:ext uri="{FF2B5EF4-FFF2-40B4-BE49-F238E27FC236}">
                    <a16:creationId xmlns:a16="http://schemas.microsoft.com/office/drawing/2014/main" id="{2A4EA729-7FEB-4832-8E08-D8B8FFF37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1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3" name="Freeform 207">
                <a:extLst>
                  <a:ext uri="{FF2B5EF4-FFF2-40B4-BE49-F238E27FC236}">
                    <a16:creationId xmlns:a16="http://schemas.microsoft.com/office/drawing/2014/main" id="{8CD68063-74CE-416E-8BD1-EF2822539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1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2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4" name="Freeform 208">
                <a:extLst>
                  <a:ext uri="{FF2B5EF4-FFF2-40B4-BE49-F238E27FC236}">
                    <a16:creationId xmlns:a16="http://schemas.microsoft.com/office/drawing/2014/main" id="{CE15964D-3145-4928-866F-504255C6F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1194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8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5" name="Freeform 209">
                <a:extLst>
                  <a:ext uri="{FF2B5EF4-FFF2-40B4-BE49-F238E27FC236}">
                    <a16:creationId xmlns:a16="http://schemas.microsoft.com/office/drawing/2014/main" id="{529D6260-03ED-40CB-A329-A8D26B38F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281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0 h 3"/>
                  <a:gd name="T4" fmla="*/ 35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3" y="2"/>
                      <a:pt x="2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6" name="Freeform 210">
                <a:extLst>
                  <a:ext uri="{FF2B5EF4-FFF2-40B4-BE49-F238E27FC236}">
                    <a16:creationId xmlns:a16="http://schemas.microsoft.com/office/drawing/2014/main" id="{104701B4-0308-4597-B5C2-960004A23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304"/>
                <a:ext cx="5" cy="7"/>
              </a:xfrm>
              <a:custGeom>
                <a:avLst/>
                <a:gdLst>
                  <a:gd name="T0" fmla="*/ 20 w 2"/>
                  <a:gd name="T1" fmla="*/ 28 h 3"/>
                  <a:gd name="T2" fmla="*/ 20 w 2"/>
                  <a:gd name="T3" fmla="*/ 0 h 3"/>
                  <a:gd name="T4" fmla="*/ 20 w 2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2" y="2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7" name="Freeform 211">
                <a:extLst>
                  <a:ext uri="{FF2B5EF4-FFF2-40B4-BE49-F238E27FC236}">
                    <a16:creationId xmlns:a16="http://schemas.microsoft.com/office/drawing/2014/main" id="{0D02EBFC-89E8-4B84-88D6-DED414425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32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28 w 3"/>
                  <a:gd name="T3" fmla="*/ 20 h 2"/>
                  <a:gd name="T4" fmla="*/ 12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2"/>
                      <a:pt x="3" y="1"/>
                      <a:pt x="2" y="1"/>
                    </a:cubicBezTo>
                    <a:cubicBezTo>
                      <a:pt x="1" y="0"/>
                      <a:pt x="0" y="2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8" name="Freeform 212">
                <a:extLst>
                  <a:ext uri="{FF2B5EF4-FFF2-40B4-BE49-F238E27FC236}">
                    <a16:creationId xmlns:a16="http://schemas.microsoft.com/office/drawing/2014/main" id="{D6CAE9BF-877A-447C-98EA-6FF0DF7E1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331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33 w 4"/>
                  <a:gd name="T3" fmla="*/ 21 h 3"/>
                  <a:gd name="T4" fmla="*/ 33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4" y="1"/>
                      <a:pt x="3" y="0"/>
                      <a:pt x="2" y="1"/>
                    </a:cubicBezTo>
                    <a:cubicBezTo>
                      <a:pt x="0" y="1"/>
                      <a:pt x="1" y="3"/>
                      <a:pt x="2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9" name="Freeform 213">
                <a:extLst>
                  <a:ext uri="{FF2B5EF4-FFF2-40B4-BE49-F238E27FC236}">
                    <a16:creationId xmlns:a16="http://schemas.microsoft.com/office/drawing/2014/main" id="{534E15D7-5B21-4D09-B5E5-9A36A820F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309"/>
                <a:ext cx="8" cy="7"/>
              </a:xfrm>
              <a:custGeom>
                <a:avLst/>
                <a:gdLst>
                  <a:gd name="T0" fmla="*/ 35 w 3"/>
                  <a:gd name="T1" fmla="*/ 37 h 3"/>
                  <a:gd name="T2" fmla="*/ 35 w 3"/>
                  <a:gd name="T3" fmla="*/ 0 h 3"/>
                  <a:gd name="T4" fmla="*/ 35 w 3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3"/>
                      <a:pt x="3" y="0"/>
                      <a:pt x="2" y="0"/>
                    </a:cubicBezTo>
                    <a:cubicBezTo>
                      <a:pt x="0" y="0"/>
                      <a:pt x="2" y="2"/>
                      <a:pt x="2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0" name="Freeform 214">
                <a:extLst>
                  <a:ext uri="{FF2B5EF4-FFF2-40B4-BE49-F238E27FC236}">
                    <a16:creationId xmlns:a16="http://schemas.microsoft.com/office/drawing/2014/main" id="{BDFFFC27-A7C5-42FF-91CB-84F4AA5CE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286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20 w 2"/>
                  <a:gd name="T3" fmla="*/ 21 h 3"/>
                  <a:gd name="T4" fmla="*/ 20 w 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2"/>
                      <a:pt x="2" y="0"/>
                      <a:pt x="1" y="1"/>
                    </a:cubicBezTo>
                    <a:cubicBezTo>
                      <a:pt x="0" y="2"/>
                      <a:pt x="1" y="3"/>
                      <a:pt x="1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1" name="Freeform 215">
                <a:extLst>
                  <a:ext uri="{FF2B5EF4-FFF2-40B4-BE49-F238E27FC236}">
                    <a16:creationId xmlns:a16="http://schemas.microsoft.com/office/drawing/2014/main" id="{59D3B95B-1669-4D04-A501-7A9BBD3BA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1174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28 w 3"/>
                  <a:gd name="T3" fmla="*/ 0 h 2"/>
                  <a:gd name="T4" fmla="*/ 28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0"/>
                      <a:pt x="1" y="2"/>
                      <a:pt x="2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2" name="Freeform 216">
                <a:extLst>
                  <a:ext uri="{FF2B5EF4-FFF2-40B4-BE49-F238E27FC236}">
                    <a16:creationId xmlns:a16="http://schemas.microsoft.com/office/drawing/2014/main" id="{063C9A4B-88D7-4224-ABC1-7AC9F10C1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1189"/>
                <a:ext cx="13" cy="7"/>
              </a:xfrm>
              <a:custGeom>
                <a:avLst/>
                <a:gdLst>
                  <a:gd name="T0" fmla="*/ 68 w 5"/>
                  <a:gd name="T1" fmla="*/ 37 h 3"/>
                  <a:gd name="T2" fmla="*/ 68 w 5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5" y="0"/>
                      <a:pt x="0" y="2"/>
                      <a:pt x="4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3" name="Freeform 217">
                <a:extLst>
                  <a:ext uri="{FF2B5EF4-FFF2-40B4-BE49-F238E27FC236}">
                    <a16:creationId xmlns:a16="http://schemas.microsoft.com/office/drawing/2014/main" id="{16FF8697-B7FE-4DC4-BAF8-FBA0147FD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1219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4" name="Freeform 218">
                <a:extLst>
                  <a:ext uri="{FF2B5EF4-FFF2-40B4-BE49-F238E27FC236}">
                    <a16:creationId xmlns:a16="http://schemas.microsoft.com/office/drawing/2014/main" id="{97420CBA-EE33-4D3B-B289-95468A04A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201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33 w 4"/>
                  <a:gd name="T3" fmla="*/ 20 h 4"/>
                  <a:gd name="T4" fmla="*/ 20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3" y="4"/>
                      <a:pt x="4" y="2"/>
                      <a:pt x="2" y="1"/>
                    </a:cubicBezTo>
                    <a:cubicBezTo>
                      <a:pt x="1" y="0"/>
                      <a:pt x="0" y="3"/>
                      <a:pt x="1" y="4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5" name="Freeform 219">
                <a:extLst>
                  <a:ext uri="{FF2B5EF4-FFF2-40B4-BE49-F238E27FC236}">
                    <a16:creationId xmlns:a16="http://schemas.microsoft.com/office/drawing/2014/main" id="{373866DB-87EC-4EBF-8F2A-B983AD70A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219"/>
                <a:ext cx="10" cy="7"/>
              </a:xfrm>
              <a:custGeom>
                <a:avLst/>
                <a:gdLst>
                  <a:gd name="T0" fmla="*/ 50 w 4"/>
                  <a:gd name="T1" fmla="*/ 37 h 3"/>
                  <a:gd name="T2" fmla="*/ 33 w 4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4" y="0"/>
                      <a:pt x="0" y="1"/>
                      <a:pt x="2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6" name="Freeform 220">
                <a:extLst>
                  <a:ext uri="{FF2B5EF4-FFF2-40B4-BE49-F238E27FC236}">
                    <a16:creationId xmlns:a16="http://schemas.microsoft.com/office/drawing/2014/main" id="{CD47B282-EC29-427E-861F-630DFF28D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23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0"/>
                      <a:pt x="0" y="2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7" name="Freeform 221">
                <a:extLst>
                  <a:ext uri="{FF2B5EF4-FFF2-40B4-BE49-F238E27FC236}">
                    <a16:creationId xmlns:a16="http://schemas.microsoft.com/office/drawing/2014/main" id="{1A2D3ADA-5DA4-403F-A4AC-011D67C2F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254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33 h 2"/>
                  <a:gd name="T4" fmla="*/ 12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2" y="0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8" name="Freeform 222">
                <a:extLst>
                  <a:ext uri="{FF2B5EF4-FFF2-40B4-BE49-F238E27FC236}">
                    <a16:creationId xmlns:a16="http://schemas.microsoft.com/office/drawing/2014/main" id="{B15B1574-6CD6-44F1-87AE-6CB6575E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2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35 w 3"/>
                  <a:gd name="T3" fmla="*/ 56 h 3"/>
                  <a:gd name="T4" fmla="*/ 0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3" y="0"/>
                      <a:pt x="0" y="1"/>
                      <a:pt x="0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9" name="Freeform 223">
                <a:extLst>
                  <a:ext uri="{FF2B5EF4-FFF2-40B4-BE49-F238E27FC236}">
                    <a16:creationId xmlns:a16="http://schemas.microsoft.com/office/drawing/2014/main" id="{8796E5BC-37BB-4185-8296-01FB1ABAA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25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2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0" name="Freeform 224">
                <a:extLst>
                  <a:ext uri="{FF2B5EF4-FFF2-40B4-BE49-F238E27FC236}">
                    <a16:creationId xmlns:a16="http://schemas.microsoft.com/office/drawing/2014/main" id="{8FA71803-C969-4729-A64F-8DF92A064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179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0 w 1"/>
                  <a:gd name="T5" fmla="*/ 0 h 2"/>
                  <a:gd name="T6" fmla="*/ 0 w 1"/>
                  <a:gd name="T7" fmla="*/ 33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0" y="2"/>
                      <a:pt x="1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1" name="Freeform 225">
                <a:extLst>
                  <a:ext uri="{FF2B5EF4-FFF2-40B4-BE49-F238E27FC236}">
                    <a16:creationId xmlns:a16="http://schemas.microsoft.com/office/drawing/2014/main" id="{266D6C79-2311-4F4A-AF85-F3D7E18BF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164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8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2" name="Freeform 226">
                <a:extLst>
                  <a:ext uri="{FF2B5EF4-FFF2-40B4-BE49-F238E27FC236}">
                    <a16:creationId xmlns:a16="http://schemas.microsoft.com/office/drawing/2014/main" id="{7378E1F2-17EB-4531-99BD-146F71917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1194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0 h 1"/>
                  <a:gd name="T4" fmla="*/ 0 w 2"/>
                  <a:gd name="T5" fmla="*/ 8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3" name="Freeform 227">
                <a:extLst>
                  <a:ext uri="{FF2B5EF4-FFF2-40B4-BE49-F238E27FC236}">
                    <a16:creationId xmlns:a16="http://schemas.microsoft.com/office/drawing/2014/main" id="{51F111B7-D7E7-4D8B-A547-4E9B27643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28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4" name="Freeform 228">
                <a:extLst>
                  <a:ext uri="{FF2B5EF4-FFF2-40B4-BE49-F238E27FC236}">
                    <a16:creationId xmlns:a16="http://schemas.microsoft.com/office/drawing/2014/main" id="{C6C1AADD-C3B0-4B81-8AB9-6E7E1A466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304"/>
                <a:ext cx="8" cy="7"/>
              </a:xfrm>
              <a:custGeom>
                <a:avLst/>
                <a:gdLst>
                  <a:gd name="T0" fmla="*/ 35 w 3"/>
                  <a:gd name="T1" fmla="*/ 28 h 3"/>
                  <a:gd name="T2" fmla="*/ 35 w 3"/>
                  <a:gd name="T3" fmla="*/ 0 h 3"/>
                  <a:gd name="T4" fmla="*/ 21 w 3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0" y="3"/>
                      <a:pt x="0" y="0"/>
                      <a:pt x="2" y="0"/>
                    </a:cubicBezTo>
                    <a:cubicBezTo>
                      <a:pt x="3" y="0"/>
                      <a:pt x="3" y="3"/>
                      <a:pt x="1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5" name="Freeform 229">
                <a:extLst>
                  <a:ext uri="{FF2B5EF4-FFF2-40B4-BE49-F238E27FC236}">
                    <a16:creationId xmlns:a16="http://schemas.microsoft.com/office/drawing/2014/main" id="{8E15F70A-FBAE-4FF1-BF58-F01B67F15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2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2"/>
                      <a:pt x="2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6" name="Freeform 230">
                <a:extLst>
                  <a:ext uri="{FF2B5EF4-FFF2-40B4-BE49-F238E27FC236}">
                    <a16:creationId xmlns:a16="http://schemas.microsoft.com/office/drawing/2014/main" id="{95E48685-2728-49E0-B56B-94007BAD4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49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0 h 2"/>
                  <a:gd name="T4" fmla="*/ 28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3" y="1"/>
                      <a:pt x="2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7" name="Freeform 231">
                <a:extLst>
                  <a:ext uri="{FF2B5EF4-FFF2-40B4-BE49-F238E27FC236}">
                    <a16:creationId xmlns:a16="http://schemas.microsoft.com/office/drawing/2014/main" id="{8622B586-97EA-4E68-92C1-25E1DF51F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331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21 h 3"/>
                  <a:gd name="T4" fmla="*/ 21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8" name="Freeform 232">
                <a:extLst>
                  <a:ext uri="{FF2B5EF4-FFF2-40B4-BE49-F238E27FC236}">
                    <a16:creationId xmlns:a16="http://schemas.microsoft.com/office/drawing/2014/main" id="{86E53F48-83B1-4AE6-AC51-A2F7C503E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09"/>
                <a:ext cx="8" cy="7"/>
              </a:xfrm>
              <a:custGeom>
                <a:avLst/>
                <a:gdLst>
                  <a:gd name="T0" fmla="*/ 21 w 3"/>
                  <a:gd name="T1" fmla="*/ 37 h 3"/>
                  <a:gd name="T2" fmla="*/ 35 w 3"/>
                  <a:gd name="T3" fmla="*/ 0 h 3"/>
                  <a:gd name="T4" fmla="*/ 35 w 3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1" y="0"/>
                      <a:pt x="2" y="0"/>
                    </a:cubicBezTo>
                    <a:cubicBezTo>
                      <a:pt x="3" y="0"/>
                      <a:pt x="2" y="2"/>
                      <a:pt x="2" y="3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9" name="Freeform 233">
                <a:extLst>
                  <a:ext uri="{FF2B5EF4-FFF2-40B4-BE49-F238E27FC236}">
                    <a16:creationId xmlns:a16="http://schemas.microsoft.com/office/drawing/2014/main" id="{A6B8D28A-E336-4D5E-99A8-0BD5DBF9E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28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0" name="Freeform 234">
                <a:extLst>
                  <a:ext uri="{FF2B5EF4-FFF2-40B4-BE49-F238E27FC236}">
                    <a16:creationId xmlns:a16="http://schemas.microsoft.com/office/drawing/2014/main" id="{07CEA433-B6C8-46DA-BE4D-CE29438ED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106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1" name="Freeform 235">
                <a:extLst>
                  <a:ext uri="{FF2B5EF4-FFF2-40B4-BE49-F238E27FC236}">
                    <a16:creationId xmlns:a16="http://schemas.microsoft.com/office/drawing/2014/main" id="{C304331B-1952-402B-BF18-1BD847263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0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2" name="Freeform 236">
                <a:extLst>
                  <a:ext uri="{FF2B5EF4-FFF2-40B4-BE49-F238E27FC236}">
                    <a16:creationId xmlns:a16="http://schemas.microsoft.com/office/drawing/2014/main" id="{16F44331-A014-48A5-B531-3D59A59E0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086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20 h 2"/>
                  <a:gd name="T4" fmla="*/ 27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3" name="Freeform 237">
                <a:extLst>
                  <a:ext uri="{FF2B5EF4-FFF2-40B4-BE49-F238E27FC236}">
                    <a16:creationId xmlns:a16="http://schemas.microsoft.com/office/drawing/2014/main" id="{357550BF-1CF3-43AB-9EF8-0155B30CE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06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21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3" y="2"/>
                      <a:pt x="3" y="0"/>
                      <a:pt x="1" y="0"/>
                    </a:cubicBezTo>
                    <a:cubicBezTo>
                      <a:pt x="0" y="0"/>
                      <a:pt x="0" y="2"/>
                      <a:pt x="1" y="2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4" name="Freeform 238">
                <a:extLst>
                  <a:ext uri="{FF2B5EF4-FFF2-40B4-BE49-F238E27FC236}">
                    <a16:creationId xmlns:a16="http://schemas.microsoft.com/office/drawing/2014/main" id="{F527AD3E-A68D-4064-A64E-60F976DBF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084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20 w 2"/>
                  <a:gd name="T3" fmla="*/ 0 h 1"/>
                  <a:gd name="T4" fmla="*/ 2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E74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5" name="Freeform 239">
                <a:extLst>
                  <a:ext uri="{FF2B5EF4-FFF2-40B4-BE49-F238E27FC236}">
                    <a16:creationId xmlns:a16="http://schemas.microsoft.com/office/drawing/2014/main" id="{293ED085-F033-4D06-9999-4D26F9343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89"/>
                <a:ext cx="833" cy="267"/>
              </a:xfrm>
              <a:custGeom>
                <a:avLst/>
                <a:gdLst>
                  <a:gd name="T0" fmla="*/ 0 w 333"/>
                  <a:gd name="T1" fmla="*/ 1662 h 107"/>
                  <a:gd name="T2" fmla="*/ 2617 w 333"/>
                  <a:gd name="T3" fmla="*/ 0 h 107"/>
                  <a:gd name="T4" fmla="*/ 5213 w 333"/>
                  <a:gd name="T5" fmla="*/ 1662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107">
                    <a:moveTo>
                      <a:pt x="0" y="107"/>
                    </a:moveTo>
                    <a:cubicBezTo>
                      <a:pt x="0" y="48"/>
                      <a:pt x="75" y="0"/>
                      <a:pt x="167" y="0"/>
                    </a:cubicBezTo>
                    <a:cubicBezTo>
                      <a:pt x="258" y="0"/>
                      <a:pt x="333" y="48"/>
                      <a:pt x="333" y="107"/>
                    </a:cubicBezTo>
                  </a:path>
                </a:pathLst>
              </a:custGeom>
              <a:solidFill>
                <a:srgbClr val="EBF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6" name="Freeform 240">
                <a:extLst>
                  <a:ext uri="{FF2B5EF4-FFF2-40B4-BE49-F238E27FC236}">
                    <a16:creationId xmlns:a16="http://schemas.microsoft.com/office/drawing/2014/main" id="{2D235F63-397E-4CC2-8BE8-F687EC4DF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099"/>
                <a:ext cx="798" cy="257"/>
              </a:xfrm>
              <a:custGeom>
                <a:avLst/>
                <a:gdLst>
                  <a:gd name="T0" fmla="*/ 4993 w 319"/>
                  <a:gd name="T1" fmla="*/ 1599 h 103"/>
                  <a:gd name="T2" fmla="*/ 2504 w 319"/>
                  <a:gd name="T3" fmla="*/ 0 h 103"/>
                  <a:gd name="T4" fmla="*/ 0 w 319"/>
                  <a:gd name="T5" fmla="*/ 1599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9" h="103">
                    <a:moveTo>
                      <a:pt x="319" y="103"/>
                    </a:moveTo>
                    <a:cubicBezTo>
                      <a:pt x="319" y="46"/>
                      <a:pt x="248" y="0"/>
                      <a:pt x="160" y="0"/>
                    </a:cubicBezTo>
                    <a:cubicBezTo>
                      <a:pt x="71" y="0"/>
                      <a:pt x="0" y="46"/>
                      <a:pt x="0" y="103"/>
                    </a:cubicBezTo>
                  </a:path>
                </a:pathLst>
              </a:custGeom>
              <a:solidFill>
                <a:srgbClr val="F8CA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7" name="Freeform 241">
                <a:extLst>
                  <a:ext uri="{FF2B5EF4-FFF2-40B4-BE49-F238E27FC236}">
                    <a16:creationId xmlns:a16="http://schemas.microsoft.com/office/drawing/2014/main" id="{917CE141-D99E-442B-BC09-CFECBD9E0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186"/>
                <a:ext cx="478" cy="170"/>
              </a:xfrm>
              <a:custGeom>
                <a:avLst/>
                <a:gdLst>
                  <a:gd name="T0" fmla="*/ 0 w 191"/>
                  <a:gd name="T1" fmla="*/ 1063 h 68"/>
                  <a:gd name="T2" fmla="*/ 1504 w 191"/>
                  <a:gd name="T3" fmla="*/ 0 h 68"/>
                  <a:gd name="T4" fmla="*/ 2993 w 191"/>
                  <a:gd name="T5" fmla="*/ 106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1" h="68">
                    <a:moveTo>
                      <a:pt x="0" y="68"/>
                    </a:moveTo>
                    <a:cubicBezTo>
                      <a:pt x="0" y="24"/>
                      <a:pt x="41" y="0"/>
                      <a:pt x="96" y="0"/>
                    </a:cubicBezTo>
                    <a:cubicBezTo>
                      <a:pt x="150" y="0"/>
                      <a:pt x="191" y="24"/>
                      <a:pt x="191" y="68"/>
                    </a:cubicBezTo>
                  </a:path>
                </a:pathLst>
              </a:custGeom>
              <a:solidFill>
                <a:srgbClr val="A3B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8" name="Freeform 242">
                <a:extLst>
                  <a:ext uri="{FF2B5EF4-FFF2-40B4-BE49-F238E27FC236}">
                    <a16:creationId xmlns:a16="http://schemas.microsoft.com/office/drawing/2014/main" id="{078E97E2-F20A-432D-BF46-2C0489D19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224"/>
                <a:ext cx="32" cy="27"/>
              </a:xfrm>
              <a:custGeom>
                <a:avLst/>
                <a:gdLst>
                  <a:gd name="T0" fmla="*/ 121 w 13"/>
                  <a:gd name="T1" fmla="*/ 162 h 11"/>
                  <a:gd name="T2" fmla="*/ 194 w 13"/>
                  <a:gd name="T3" fmla="*/ 103 h 11"/>
                  <a:gd name="T4" fmla="*/ 42 w 13"/>
                  <a:gd name="T5" fmla="*/ 0 h 11"/>
                  <a:gd name="T6" fmla="*/ 12 w 13"/>
                  <a:gd name="T7" fmla="*/ 71 h 11"/>
                  <a:gd name="T8" fmla="*/ 121 w 13"/>
                  <a:gd name="T9" fmla="*/ 16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8" y="11"/>
                    </a:moveTo>
                    <a:cubicBezTo>
                      <a:pt x="9" y="11"/>
                      <a:pt x="12" y="9"/>
                      <a:pt x="13" y="7"/>
                    </a:cubicBezTo>
                    <a:cubicBezTo>
                      <a:pt x="10" y="5"/>
                      <a:pt x="7" y="2"/>
                      <a:pt x="3" y="0"/>
                    </a:cubicBezTo>
                    <a:cubicBezTo>
                      <a:pt x="2" y="2"/>
                      <a:pt x="0" y="4"/>
                      <a:pt x="1" y="5"/>
                    </a:cubicBezTo>
                    <a:cubicBezTo>
                      <a:pt x="1" y="8"/>
                      <a:pt x="6" y="11"/>
                      <a:pt x="8" y="11"/>
                    </a:cubicBezTo>
                    <a:close/>
                  </a:path>
                </a:pathLst>
              </a:custGeom>
              <a:solidFill>
                <a:srgbClr val="00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9" name="Freeform 243">
                <a:extLst>
                  <a:ext uri="{FF2B5EF4-FFF2-40B4-BE49-F238E27FC236}">
                    <a16:creationId xmlns:a16="http://schemas.microsoft.com/office/drawing/2014/main" id="{913A8819-5A6B-40A2-B961-E2B552400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189"/>
                <a:ext cx="38" cy="17"/>
              </a:xfrm>
              <a:custGeom>
                <a:avLst/>
                <a:gdLst>
                  <a:gd name="T0" fmla="*/ 147 w 15"/>
                  <a:gd name="T1" fmla="*/ 87 h 7"/>
                  <a:gd name="T2" fmla="*/ 243 w 15"/>
                  <a:gd name="T3" fmla="*/ 12 h 7"/>
                  <a:gd name="T4" fmla="*/ 20 w 15"/>
                  <a:gd name="T5" fmla="*/ 0 h 7"/>
                  <a:gd name="T6" fmla="*/ 20 w 15"/>
                  <a:gd name="T7" fmla="*/ 87 h 7"/>
                  <a:gd name="T8" fmla="*/ 147 w 15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">
                    <a:moveTo>
                      <a:pt x="9" y="6"/>
                    </a:moveTo>
                    <a:cubicBezTo>
                      <a:pt x="12" y="7"/>
                      <a:pt x="14" y="4"/>
                      <a:pt x="15" y="1"/>
                    </a:cubicBezTo>
                    <a:cubicBezTo>
                      <a:pt x="10" y="0"/>
                      <a:pt x="6" y="0"/>
                      <a:pt x="1" y="0"/>
                    </a:cubicBezTo>
                    <a:cubicBezTo>
                      <a:pt x="1" y="1"/>
                      <a:pt x="0" y="5"/>
                      <a:pt x="1" y="6"/>
                    </a:cubicBezTo>
                    <a:cubicBezTo>
                      <a:pt x="1" y="6"/>
                      <a:pt x="8" y="6"/>
                      <a:pt x="9" y="6"/>
                    </a:cubicBezTo>
                    <a:close/>
                  </a:path>
                </a:pathLst>
              </a:custGeom>
              <a:solidFill>
                <a:srgbClr val="00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0" name="Freeform 244">
                <a:extLst>
                  <a:ext uri="{FF2B5EF4-FFF2-40B4-BE49-F238E27FC236}">
                    <a16:creationId xmlns:a16="http://schemas.microsoft.com/office/drawing/2014/main" id="{0D0C8DBC-67AF-4FFC-95AB-6AF42A35D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194"/>
                <a:ext cx="40" cy="27"/>
              </a:xfrm>
              <a:custGeom>
                <a:avLst/>
                <a:gdLst>
                  <a:gd name="T0" fmla="*/ 20 w 16"/>
                  <a:gd name="T1" fmla="*/ 133 h 11"/>
                  <a:gd name="T2" fmla="*/ 125 w 16"/>
                  <a:gd name="T3" fmla="*/ 120 h 11"/>
                  <a:gd name="T4" fmla="*/ 238 w 16"/>
                  <a:gd name="T5" fmla="*/ 91 h 11"/>
                  <a:gd name="T6" fmla="*/ 220 w 16"/>
                  <a:gd name="T7" fmla="*/ 0 h 11"/>
                  <a:gd name="T8" fmla="*/ 0 w 16"/>
                  <a:gd name="T9" fmla="*/ 42 h 11"/>
                  <a:gd name="T10" fmla="*/ 20 w 16"/>
                  <a:gd name="T11" fmla="*/ 133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1" y="9"/>
                    </a:moveTo>
                    <a:cubicBezTo>
                      <a:pt x="3" y="11"/>
                      <a:pt x="6" y="9"/>
                      <a:pt x="8" y="8"/>
                    </a:cubicBezTo>
                    <a:cubicBezTo>
                      <a:pt x="10" y="8"/>
                      <a:pt x="14" y="8"/>
                      <a:pt x="15" y="6"/>
                    </a:cubicBezTo>
                    <a:cubicBezTo>
                      <a:pt x="16" y="4"/>
                      <a:pt x="15" y="2"/>
                      <a:pt x="14" y="0"/>
                    </a:cubicBezTo>
                    <a:cubicBezTo>
                      <a:pt x="9" y="1"/>
                      <a:pt x="5" y="2"/>
                      <a:pt x="0" y="3"/>
                    </a:cubicBezTo>
                    <a:cubicBezTo>
                      <a:pt x="0" y="5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00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1" name="Freeform 245">
                <a:extLst>
                  <a:ext uri="{FF2B5EF4-FFF2-40B4-BE49-F238E27FC236}">
                    <a16:creationId xmlns:a16="http://schemas.microsoft.com/office/drawing/2014/main" id="{2AFB3742-69CD-460B-9AAD-7D612491C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214"/>
                <a:ext cx="27" cy="25"/>
              </a:xfrm>
              <a:custGeom>
                <a:avLst/>
                <a:gdLst>
                  <a:gd name="T0" fmla="*/ 12 w 11"/>
                  <a:gd name="T1" fmla="*/ 113 h 10"/>
                  <a:gd name="T2" fmla="*/ 103 w 11"/>
                  <a:gd name="T3" fmla="*/ 125 h 10"/>
                  <a:gd name="T4" fmla="*/ 162 w 11"/>
                  <a:gd name="T5" fmla="*/ 83 h 10"/>
                  <a:gd name="T6" fmla="*/ 133 w 11"/>
                  <a:gd name="T7" fmla="*/ 0 h 10"/>
                  <a:gd name="T8" fmla="*/ 0 w 11"/>
                  <a:gd name="T9" fmla="*/ 83 h 10"/>
                  <a:gd name="T10" fmla="*/ 12 w 11"/>
                  <a:gd name="T11" fmla="*/ 113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1" y="7"/>
                    </a:moveTo>
                    <a:cubicBezTo>
                      <a:pt x="3" y="10"/>
                      <a:pt x="4" y="9"/>
                      <a:pt x="7" y="8"/>
                    </a:cubicBezTo>
                    <a:cubicBezTo>
                      <a:pt x="9" y="8"/>
                      <a:pt x="11" y="7"/>
                      <a:pt x="11" y="5"/>
                    </a:cubicBezTo>
                    <a:cubicBezTo>
                      <a:pt x="11" y="3"/>
                      <a:pt x="10" y="1"/>
                      <a:pt x="9" y="0"/>
                    </a:cubicBezTo>
                    <a:cubicBezTo>
                      <a:pt x="6" y="1"/>
                      <a:pt x="3" y="3"/>
                      <a:pt x="0" y="5"/>
                    </a:cubicBezTo>
                    <a:cubicBezTo>
                      <a:pt x="0" y="5"/>
                      <a:pt x="1" y="6"/>
                      <a:pt x="1" y="7"/>
                    </a:cubicBezTo>
                    <a:close/>
                  </a:path>
                </a:pathLst>
              </a:custGeom>
              <a:solidFill>
                <a:srgbClr val="00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2" name="Freeform 246">
                <a:extLst>
                  <a:ext uri="{FF2B5EF4-FFF2-40B4-BE49-F238E27FC236}">
                    <a16:creationId xmlns:a16="http://schemas.microsoft.com/office/drawing/2014/main" id="{39D80D2B-B515-47E6-A178-D7888BD6A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1264"/>
                <a:ext cx="35" cy="47"/>
              </a:xfrm>
              <a:custGeom>
                <a:avLst/>
                <a:gdLst>
                  <a:gd name="T0" fmla="*/ 0 w 14"/>
                  <a:gd name="T1" fmla="*/ 275 h 19"/>
                  <a:gd name="T2" fmla="*/ 63 w 14"/>
                  <a:gd name="T3" fmla="*/ 287 h 19"/>
                  <a:gd name="T4" fmla="*/ 145 w 14"/>
                  <a:gd name="T5" fmla="*/ 195 h 19"/>
                  <a:gd name="T6" fmla="*/ 220 w 14"/>
                  <a:gd name="T7" fmla="*/ 62 h 19"/>
                  <a:gd name="T8" fmla="*/ 145 w 14"/>
                  <a:gd name="T9" fmla="*/ 0 h 19"/>
                  <a:gd name="T10" fmla="*/ 0 w 14"/>
                  <a:gd name="T11" fmla="*/ 275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9">
                    <a:moveTo>
                      <a:pt x="0" y="18"/>
                    </a:moveTo>
                    <a:cubicBezTo>
                      <a:pt x="1" y="18"/>
                      <a:pt x="3" y="19"/>
                      <a:pt x="4" y="19"/>
                    </a:cubicBezTo>
                    <a:cubicBezTo>
                      <a:pt x="7" y="19"/>
                      <a:pt x="8" y="15"/>
                      <a:pt x="9" y="13"/>
                    </a:cubicBezTo>
                    <a:cubicBezTo>
                      <a:pt x="10" y="10"/>
                      <a:pt x="14" y="6"/>
                      <a:pt x="14" y="4"/>
                    </a:cubicBezTo>
                    <a:cubicBezTo>
                      <a:pt x="14" y="1"/>
                      <a:pt x="11" y="1"/>
                      <a:pt x="9" y="0"/>
                    </a:cubicBezTo>
                    <a:cubicBezTo>
                      <a:pt x="5" y="5"/>
                      <a:pt x="2" y="11"/>
                      <a:pt x="0" y="18"/>
                    </a:cubicBezTo>
                    <a:close/>
                  </a:path>
                </a:pathLst>
              </a:custGeom>
              <a:solidFill>
                <a:srgbClr val="00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3" name="Freeform 247">
                <a:extLst>
                  <a:ext uri="{FF2B5EF4-FFF2-40B4-BE49-F238E27FC236}">
                    <a16:creationId xmlns:a16="http://schemas.microsoft.com/office/drawing/2014/main" id="{3F4164D5-9676-41B9-9E93-CB0D6F73B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199"/>
                <a:ext cx="452" cy="157"/>
              </a:xfrm>
              <a:custGeom>
                <a:avLst/>
                <a:gdLst>
                  <a:gd name="T0" fmla="*/ 0 w 181"/>
                  <a:gd name="T1" fmla="*/ 974 h 63"/>
                  <a:gd name="T2" fmla="*/ 1416 w 181"/>
                  <a:gd name="T3" fmla="*/ 0 h 63"/>
                  <a:gd name="T4" fmla="*/ 2819 w 181"/>
                  <a:gd name="T5" fmla="*/ 97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" h="63">
                    <a:moveTo>
                      <a:pt x="0" y="63"/>
                    </a:moveTo>
                    <a:cubicBezTo>
                      <a:pt x="0" y="21"/>
                      <a:pt x="39" y="0"/>
                      <a:pt x="91" y="0"/>
                    </a:cubicBezTo>
                    <a:cubicBezTo>
                      <a:pt x="142" y="0"/>
                      <a:pt x="181" y="21"/>
                      <a:pt x="181" y="63"/>
                    </a:cubicBezTo>
                  </a:path>
                </a:pathLst>
              </a:custGeom>
              <a:solidFill>
                <a:srgbClr val="E2C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4" name="Freeform 248">
                <a:extLst>
                  <a:ext uri="{FF2B5EF4-FFF2-40B4-BE49-F238E27FC236}">
                    <a16:creationId xmlns:a16="http://schemas.microsoft.com/office/drawing/2014/main" id="{D7B1E64E-A3D8-49EB-BF8A-403D85BC9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221"/>
                <a:ext cx="395" cy="960"/>
              </a:xfrm>
              <a:custGeom>
                <a:avLst/>
                <a:gdLst>
                  <a:gd name="T0" fmla="*/ 63 w 158"/>
                  <a:gd name="T1" fmla="*/ 5238 h 384"/>
                  <a:gd name="T2" fmla="*/ 95 w 158"/>
                  <a:gd name="T3" fmla="*/ 5425 h 384"/>
                  <a:gd name="T4" fmla="*/ 283 w 158"/>
                  <a:gd name="T5" fmla="*/ 5625 h 384"/>
                  <a:gd name="T6" fmla="*/ 488 w 158"/>
                  <a:gd name="T7" fmla="*/ 5800 h 384"/>
                  <a:gd name="T8" fmla="*/ 833 w 158"/>
                  <a:gd name="T9" fmla="*/ 5908 h 384"/>
                  <a:gd name="T10" fmla="*/ 1250 w 158"/>
                  <a:gd name="T11" fmla="*/ 6000 h 384"/>
                  <a:gd name="T12" fmla="*/ 1520 w 158"/>
                  <a:gd name="T13" fmla="*/ 5970 h 384"/>
                  <a:gd name="T14" fmla="*/ 1813 w 158"/>
                  <a:gd name="T15" fmla="*/ 5833 h 384"/>
                  <a:gd name="T16" fmla="*/ 2063 w 158"/>
                  <a:gd name="T17" fmla="*/ 5750 h 384"/>
                  <a:gd name="T18" fmla="*/ 2283 w 158"/>
                  <a:gd name="T19" fmla="*/ 5550 h 384"/>
                  <a:gd name="T20" fmla="*/ 2425 w 158"/>
                  <a:gd name="T21" fmla="*/ 5345 h 384"/>
                  <a:gd name="T22" fmla="*/ 2470 w 158"/>
                  <a:gd name="T23" fmla="*/ 5083 h 384"/>
                  <a:gd name="T24" fmla="*/ 2470 w 158"/>
                  <a:gd name="T25" fmla="*/ 845 h 384"/>
                  <a:gd name="T26" fmla="*/ 2438 w 158"/>
                  <a:gd name="T27" fmla="*/ 625 h 384"/>
                  <a:gd name="T28" fmla="*/ 2345 w 158"/>
                  <a:gd name="T29" fmla="*/ 395 h 384"/>
                  <a:gd name="T30" fmla="*/ 2158 w 158"/>
                  <a:gd name="T31" fmla="*/ 250 h 384"/>
                  <a:gd name="T32" fmla="*/ 1908 w 158"/>
                  <a:gd name="T33" fmla="*/ 95 h 384"/>
                  <a:gd name="T34" fmla="*/ 1583 w 158"/>
                  <a:gd name="T35" fmla="*/ 63 h 384"/>
                  <a:gd name="T36" fmla="*/ 1238 w 158"/>
                  <a:gd name="T37" fmla="*/ 0 h 384"/>
                  <a:gd name="T38" fmla="*/ 800 w 158"/>
                  <a:gd name="T39" fmla="*/ 83 h 384"/>
                  <a:gd name="T40" fmla="*/ 550 w 158"/>
                  <a:gd name="T41" fmla="*/ 113 h 384"/>
                  <a:gd name="T42" fmla="*/ 300 w 158"/>
                  <a:gd name="T43" fmla="*/ 283 h 384"/>
                  <a:gd name="T44" fmla="*/ 63 w 158"/>
                  <a:gd name="T45" fmla="*/ 500 h 384"/>
                  <a:gd name="T46" fmla="*/ 20 w 158"/>
                  <a:gd name="T47" fmla="*/ 845 h 384"/>
                  <a:gd name="T48" fmla="*/ 20 w 158"/>
                  <a:gd name="T49" fmla="*/ 5083 h 384"/>
                  <a:gd name="T50" fmla="*/ 63 w 158"/>
                  <a:gd name="T51" fmla="*/ 5238 h 38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8" h="384">
                    <a:moveTo>
                      <a:pt x="4" y="335"/>
                    </a:moveTo>
                    <a:cubicBezTo>
                      <a:pt x="5" y="339"/>
                      <a:pt x="5" y="343"/>
                      <a:pt x="6" y="347"/>
                    </a:cubicBezTo>
                    <a:cubicBezTo>
                      <a:pt x="9" y="352"/>
                      <a:pt x="14" y="356"/>
                      <a:pt x="18" y="360"/>
                    </a:cubicBezTo>
                    <a:cubicBezTo>
                      <a:pt x="22" y="364"/>
                      <a:pt x="26" y="368"/>
                      <a:pt x="31" y="371"/>
                    </a:cubicBezTo>
                    <a:cubicBezTo>
                      <a:pt x="38" y="375"/>
                      <a:pt x="45" y="375"/>
                      <a:pt x="53" y="378"/>
                    </a:cubicBezTo>
                    <a:cubicBezTo>
                      <a:pt x="62" y="380"/>
                      <a:pt x="71" y="384"/>
                      <a:pt x="80" y="384"/>
                    </a:cubicBezTo>
                    <a:cubicBezTo>
                      <a:pt x="85" y="384"/>
                      <a:pt x="91" y="383"/>
                      <a:pt x="97" y="382"/>
                    </a:cubicBezTo>
                    <a:cubicBezTo>
                      <a:pt x="104" y="381"/>
                      <a:pt x="110" y="376"/>
                      <a:pt x="116" y="373"/>
                    </a:cubicBezTo>
                    <a:cubicBezTo>
                      <a:pt x="122" y="371"/>
                      <a:pt x="127" y="371"/>
                      <a:pt x="132" y="368"/>
                    </a:cubicBezTo>
                    <a:cubicBezTo>
                      <a:pt x="137" y="365"/>
                      <a:pt x="142" y="360"/>
                      <a:pt x="146" y="355"/>
                    </a:cubicBezTo>
                    <a:cubicBezTo>
                      <a:pt x="149" y="351"/>
                      <a:pt x="153" y="347"/>
                      <a:pt x="155" y="342"/>
                    </a:cubicBezTo>
                    <a:cubicBezTo>
                      <a:pt x="157" y="337"/>
                      <a:pt x="158" y="331"/>
                      <a:pt x="158" y="325"/>
                    </a:cubicBezTo>
                    <a:cubicBezTo>
                      <a:pt x="158" y="54"/>
                      <a:pt x="158" y="54"/>
                      <a:pt x="158" y="54"/>
                    </a:cubicBezTo>
                    <a:cubicBezTo>
                      <a:pt x="158" y="49"/>
                      <a:pt x="158" y="44"/>
                      <a:pt x="156" y="40"/>
                    </a:cubicBezTo>
                    <a:cubicBezTo>
                      <a:pt x="155" y="35"/>
                      <a:pt x="153" y="29"/>
                      <a:pt x="150" y="25"/>
                    </a:cubicBezTo>
                    <a:cubicBezTo>
                      <a:pt x="147" y="22"/>
                      <a:pt x="142" y="19"/>
                      <a:pt x="138" y="16"/>
                    </a:cubicBezTo>
                    <a:cubicBezTo>
                      <a:pt x="133" y="13"/>
                      <a:pt x="128" y="9"/>
                      <a:pt x="122" y="6"/>
                    </a:cubicBezTo>
                    <a:cubicBezTo>
                      <a:pt x="116" y="4"/>
                      <a:pt x="108" y="5"/>
                      <a:pt x="101" y="4"/>
                    </a:cubicBezTo>
                    <a:cubicBezTo>
                      <a:pt x="94" y="3"/>
                      <a:pt x="86" y="0"/>
                      <a:pt x="79" y="0"/>
                    </a:cubicBezTo>
                    <a:cubicBezTo>
                      <a:pt x="69" y="0"/>
                      <a:pt x="60" y="3"/>
                      <a:pt x="51" y="5"/>
                    </a:cubicBezTo>
                    <a:cubicBezTo>
                      <a:pt x="46" y="6"/>
                      <a:pt x="40" y="5"/>
                      <a:pt x="35" y="7"/>
                    </a:cubicBezTo>
                    <a:cubicBezTo>
                      <a:pt x="28" y="9"/>
                      <a:pt x="23" y="15"/>
                      <a:pt x="19" y="18"/>
                    </a:cubicBezTo>
                    <a:cubicBezTo>
                      <a:pt x="13" y="22"/>
                      <a:pt x="7" y="27"/>
                      <a:pt x="4" y="32"/>
                    </a:cubicBezTo>
                    <a:cubicBezTo>
                      <a:pt x="0" y="39"/>
                      <a:pt x="1" y="46"/>
                      <a:pt x="1" y="54"/>
                    </a:cubicBezTo>
                    <a:cubicBezTo>
                      <a:pt x="1" y="325"/>
                      <a:pt x="1" y="325"/>
                      <a:pt x="1" y="325"/>
                    </a:cubicBezTo>
                    <a:cubicBezTo>
                      <a:pt x="1" y="329"/>
                      <a:pt x="4" y="332"/>
                      <a:pt x="4" y="335"/>
                    </a:cubicBezTo>
                    <a:close/>
                  </a:path>
                </a:pathLst>
              </a:custGeom>
              <a:solidFill>
                <a:srgbClr val="AF6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5" name="Freeform 249">
                <a:extLst>
                  <a:ext uri="{FF2B5EF4-FFF2-40B4-BE49-F238E27FC236}">
                    <a16:creationId xmlns:a16="http://schemas.microsoft.com/office/drawing/2014/main" id="{D024CF68-29B4-4E8B-A1DB-CC626A48A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829"/>
                <a:ext cx="425" cy="554"/>
              </a:xfrm>
              <a:custGeom>
                <a:avLst/>
                <a:gdLst>
                  <a:gd name="T0" fmla="*/ 2583 w 170"/>
                  <a:gd name="T1" fmla="*/ 30 h 222"/>
                  <a:gd name="T2" fmla="*/ 2658 w 170"/>
                  <a:gd name="T3" fmla="*/ 62 h 222"/>
                  <a:gd name="T4" fmla="*/ 2658 w 170"/>
                  <a:gd name="T5" fmla="*/ 1849 h 222"/>
                  <a:gd name="T6" fmla="*/ 0 w 170"/>
                  <a:gd name="T7" fmla="*/ 3451 h 222"/>
                  <a:gd name="T8" fmla="*/ 2345 w 170"/>
                  <a:gd name="T9" fmla="*/ 1986 h 222"/>
                  <a:gd name="T10" fmla="*/ 2395 w 170"/>
                  <a:gd name="T11" fmla="*/ 1133 h 222"/>
                  <a:gd name="T12" fmla="*/ 2095 w 170"/>
                  <a:gd name="T13" fmla="*/ 821 h 222"/>
                  <a:gd name="T14" fmla="*/ 1175 w 170"/>
                  <a:gd name="T15" fmla="*/ 966 h 222"/>
                  <a:gd name="T16" fmla="*/ 2583 w 170"/>
                  <a:gd name="T17" fmla="*/ 30 h 2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0" h="222">
                    <a:moveTo>
                      <a:pt x="165" y="2"/>
                    </a:moveTo>
                    <a:cubicBezTo>
                      <a:pt x="167" y="0"/>
                      <a:pt x="170" y="1"/>
                      <a:pt x="170" y="4"/>
                    </a:cubicBezTo>
                    <a:cubicBezTo>
                      <a:pt x="170" y="34"/>
                      <a:pt x="170" y="108"/>
                      <a:pt x="170" y="119"/>
                    </a:cubicBezTo>
                    <a:cubicBezTo>
                      <a:pt x="170" y="137"/>
                      <a:pt x="141" y="222"/>
                      <a:pt x="0" y="222"/>
                    </a:cubicBezTo>
                    <a:cubicBezTo>
                      <a:pt x="38" y="219"/>
                      <a:pt x="143" y="184"/>
                      <a:pt x="150" y="128"/>
                    </a:cubicBezTo>
                    <a:cubicBezTo>
                      <a:pt x="154" y="103"/>
                      <a:pt x="153" y="87"/>
                      <a:pt x="153" y="73"/>
                    </a:cubicBezTo>
                    <a:cubicBezTo>
                      <a:pt x="153" y="51"/>
                      <a:pt x="144" y="51"/>
                      <a:pt x="134" y="53"/>
                    </a:cubicBezTo>
                    <a:cubicBezTo>
                      <a:pt x="115" y="57"/>
                      <a:pt x="85" y="63"/>
                      <a:pt x="75" y="62"/>
                    </a:cubicBezTo>
                    <a:cubicBezTo>
                      <a:pt x="115" y="51"/>
                      <a:pt x="143" y="27"/>
                      <a:pt x="165" y="2"/>
                    </a:cubicBezTo>
                    <a:close/>
                  </a:path>
                </a:pathLst>
              </a:custGeom>
              <a:solidFill>
                <a:srgbClr val="E18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6" name="Freeform 250">
                <a:extLst>
                  <a:ext uri="{FF2B5EF4-FFF2-40B4-BE49-F238E27FC236}">
                    <a16:creationId xmlns:a16="http://schemas.microsoft.com/office/drawing/2014/main" id="{F4AC10C0-AE3B-44DB-997C-67312CC19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998"/>
                <a:ext cx="193" cy="368"/>
              </a:xfrm>
              <a:custGeom>
                <a:avLst/>
                <a:gdLst>
                  <a:gd name="T0" fmla="*/ 145 w 77"/>
                  <a:gd name="T1" fmla="*/ 20 h 147"/>
                  <a:gd name="T2" fmla="*/ 504 w 77"/>
                  <a:gd name="T3" fmla="*/ 83 h 147"/>
                  <a:gd name="T4" fmla="*/ 975 w 77"/>
                  <a:gd name="T5" fmla="*/ 188 h 147"/>
                  <a:gd name="T6" fmla="*/ 1181 w 77"/>
                  <a:gd name="T7" fmla="*/ 1409 h 147"/>
                  <a:gd name="T8" fmla="*/ 880 w 77"/>
                  <a:gd name="T9" fmla="*/ 2256 h 147"/>
                  <a:gd name="T10" fmla="*/ 158 w 77"/>
                  <a:gd name="T11" fmla="*/ 2038 h 147"/>
                  <a:gd name="T12" fmla="*/ 0 w 77"/>
                  <a:gd name="T13" fmla="*/ 1021 h 147"/>
                  <a:gd name="T14" fmla="*/ 145 w 77"/>
                  <a:gd name="T15" fmla="*/ 2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147">
                    <a:moveTo>
                      <a:pt x="9" y="1"/>
                    </a:moveTo>
                    <a:cubicBezTo>
                      <a:pt x="15" y="0"/>
                      <a:pt x="23" y="4"/>
                      <a:pt x="32" y="5"/>
                    </a:cubicBezTo>
                    <a:cubicBezTo>
                      <a:pt x="43" y="8"/>
                      <a:pt x="54" y="8"/>
                      <a:pt x="62" y="12"/>
                    </a:cubicBezTo>
                    <a:cubicBezTo>
                      <a:pt x="77" y="21"/>
                      <a:pt x="75" y="60"/>
                      <a:pt x="75" y="90"/>
                    </a:cubicBezTo>
                    <a:cubicBezTo>
                      <a:pt x="75" y="120"/>
                      <a:pt x="77" y="147"/>
                      <a:pt x="56" y="144"/>
                    </a:cubicBezTo>
                    <a:cubicBezTo>
                      <a:pt x="35" y="141"/>
                      <a:pt x="19" y="136"/>
                      <a:pt x="10" y="130"/>
                    </a:cubicBezTo>
                    <a:cubicBezTo>
                      <a:pt x="1" y="124"/>
                      <a:pt x="0" y="93"/>
                      <a:pt x="0" y="65"/>
                    </a:cubicBezTo>
                    <a:cubicBezTo>
                      <a:pt x="0" y="37"/>
                      <a:pt x="3" y="3"/>
                      <a:pt x="9" y="1"/>
                    </a:cubicBezTo>
                    <a:close/>
                  </a:path>
                </a:pathLst>
              </a:custGeom>
              <a:solidFill>
                <a:srgbClr val="FADE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7" name="Freeform 251">
                <a:extLst>
                  <a:ext uri="{FF2B5EF4-FFF2-40B4-BE49-F238E27FC236}">
                    <a16:creationId xmlns:a16="http://schemas.microsoft.com/office/drawing/2014/main" id="{A506F004-1B1C-47B2-8E5C-3954599B9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068"/>
                <a:ext cx="20" cy="230"/>
              </a:xfrm>
              <a:custGeom>
                <a:avLst/>
                <a:gdLst>
                  <a:gd name="T0" fmla="*/ 50 w 8"/>
                  <a:gd name="T1" fmla="*/ 0 h 92"/>
                  <a:gd name="T2" fmla="*/ 20 w 8"/>
                  <a:gd name="T3" fmla="*/ 533 h 92"/>
                  <a:gd name="T4" fmla="*/ 125 w 8"/>
                  <a:gd name="T5" fmla="*/ 143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2">
                    <a:moveTo>
                      <a:pt x="3" y="0"/>
                    </a:moveTo>
                    <a:cubicBezTo>
                      <a:pt x="0" y="11"/>
                      <a:pt x="1" y="23"/>
                      <a:pt x="1" y="34"/>
                    </a:cubicBezTo>
                    <a:cubicBezTo>
                      <a:pt x="0" y="54"/>
                      <a:pt x="3" y="73"/>
                      <a:pt x="8" y="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8" name="Freeform 252">
                <a:extLst>
                  <a:ext uri="{FF2B5EF4-FFF2-40B4-BE49-F238E27FC236}">
                    <a16:creationId xmlns:a16="http://schemas.microsoft.com/office/drawing/2014/main" id="{7CC9CE99-24BE-4666-8CC7-3B535A3D5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028"/>
                <a:ext cx="23" cy="18"/>
              </a:xfrm>
              <a:custGeom>
                <a:avLst/>
                <a:gdLst>
                  <a:gd name="T0" fmla="*/ 51 w 9"/>
                  <a:gd name="T1" fmla="*/ 33 h 7"/>
                  <a:gd name="T2" fmla="*/ 151 w 9"/>
                  <a:gd name="T3" fmla="*/ 100 h 7"/>
                  <a:gd name="T4" fmla="*/ 118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3" y="2"/>
                    </a:moveTo>
                    <a:cubicBezTo>
                      <a:pt x="0" y="6"/>
                      <a:pt x="6" y="7"/>
                      <a:pt x="9" y="6"/>
                    </a:cubicBezTo>
                    <a:cubicBezTo>
                      <a:pt x="9" y="4"/>
                      <a:pt x="8" y="2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9" name="Freeform 253">
                <a:extLst>
                  <a:ext uri="{FF2B5EF4-FFF2-40B4-BE49-F238E27FC236}">
                    <a16:creationId xmlns:a16="http://schemas.microsoft.com/office/drawing/2014/main" id="{900EAC8A-004A-4B41-B896-7B5934F11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3286"/>
                <a:ext cx="23" cy="27"/>
              </a:xfrm>
              <a:custGeom>
                <a:avLst/>
                <a:gdLst>
                  <a:gd name="T0" fmla="*/ 20 w 9"/>
                  <a:gd name="T1" fmla="*/ 12 h 11"/>
                  <a:gd name="T2" fmla="*/ 130 w 9"/>
                  <a:gd name="T3" fmla="*/ 162 h 11"/>
                  <a:gd name="T4" fmla="*/ 51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1" y="1"/>
                    </a:moveTo>
                    <a:cubicBezTo>
                      <a:pt x="2" y="9"/>
                      <a:pt x="0" y="9"/>
                      <a:pt x="8" y="11"/>
                    </a:cubicBezTo>
                    <a:cubicBezTo>
                      <a:pt x="9" y="7"/>
                      <a:pt x="6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0" name="Freeform 254">
                <a:extLst>
                  <a:ext uri="{FF2B5EF4-FFF2-40B4-BE49-F238E27FC236}">
                    <a16:creationId xmlns:a16="http://schemas.microsoft.com/office/drawing/2014/main" id="{6BF2B2AF-C542-45E2-B43B-B89F844D4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3313"/>
                <a:ext cx="17" cy="15"/>
              </a:xfrm>
              <a:custGeom>
                <a:avLst/>
                <a:gdLst>
                  <a:gd name="T0" fmla="*/ 58 w 7"/>
                  <a:gd name="T1" fmla="*/ 0 h 6"/>
                  <a:gd name="T2" fmla="*/ 100 w 7"/>
                  <a:gd name="T3" fmla="*/ 3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0" y="4"/>
                      <a:pt x="5" y="6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1" name="Freeform 255">
                <a:extLst>
                  <a:ext uri="{FF2B5EF4-FFF2-40B4-BE49-F238E27FC236}">
                    <a16:creationId xmlns:a16="http://schemas.microsoft.com/office/drawing/2014/main" id="{395A4F83-2C15-415A-A6DC-F940F5809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239"/>
                <a:ext cx="395" cy="942"/>
              </a:xfrm>
              <a:custGeom>
                <a:avLst/>
                <a:gdLst>
                  <a:gd name="T0" fmla="*/ 2425 w 158"/>
                  <a:gd name="T1" fmla="*/ 5225 h 377"/>
                  <a:gd name="T2" fmla="*/ 2470 w 158"/>
                  <a:gd name="T3" fmla="*/ 4962 h 377"/>
                  <a:gd name="T4" fmla="*/ 2470 w 158"/>
                  <a:gd name="T5" fmla="*/ 4590 h 377"/>
                  <a:gd name="T6" fmla="*/ 2458 w 158"/>
                  <a:gd name="T7" fmla="*/ 4620 h 377"/>
                  <a:gd name="T8" fmla="*/ 2000 w 158"/>
                  <a:gd name="T9" fmla="*/ 5275 h 377"/>
                  <a:gd name="T10" fmla="*/ 1208 w 158"/>
                  <a:gd name="T11" fmla="*/ 5350 h 377"/>
                  <a:gd name="T12" fmla="*/ 750 w 158"/>
                  <a:gd name="T13" fmla="*/ 4090 h 377"/>
                  <a:gd name="T14" fmla="*/ 583 w 158"/>
                  <a:gd name="T15" fmla="*/ 3416 h 377"/>
                  <a:gd name="T16" fmla="*/ 500 w 158"/>
                  <a:gd name="T17" fmla="*/ 2684 h 377"/>
                  <a:gd name="T18" fmla="*/ 333 w 158"/>
                  <a:gd name="T19" fmla="*/ 1904 h 377"/>
                  <a:gd name="T20" fmla="*/ 238 w 158"/>
                  <a:gd name="T21" fmla="*/ 1542 h 377"/>
                  <a:gd name="T22" fmla="*/ 270 w 158"/>
                  <a:gd name="T23" fmla="*/ 1187 h 377"/>
                  <a:gd name="T24" fmla="*/ 563 w 158"/>
                  <a:gd name="T25" fmla="*/ 0 h 377"/>
                  <a:gd name="T26" fmla="*/ 550 w 158"/>
                  <a:gd name="T27" fmla="*/ 0 h 377"/>
                  <a:gd name="T28" fmla="*/ 300 w 158"/>
                  <a:gd name="T29" fmla="*/ 167 h 377"/>
                  <a:gd name="T30" fmla="*/ 63 w 158"/>
                  <a:gd name="T31" fmla="*/ 387 h 377"/>
                  <a:gd name="T32" fmla="*/ 20 w 158"/>
                  <a:gd name="T33" fmla="*/ 730 h 377"/>
                  <a:gd name="T34" fmla="*/ 20 w 158"/>
                  <a:gd name="T35" fmla="*/ 4962 h 377"/>
                  <a:gd name="T36" fmla="*/ 63 w 158"/>
                  <a:gd name="T37" fmla="*/ 5120 h 377"/>
                  <a:gd name="T38" fmla="*/ 95 w 158"/>
                  <a:gd name="T39" fmla="*/ 5307 h 377"/>
                  <a:gd name="T40" fmla="*/ 283 w 158"/>
                  <a:gd name="T41" fmla="*/ 5507 h 377"/>
                  <a:gd name="T42" fmla="*/ 488 w 158"/>
                  <a:gd name="T43" fmla="*/ 5682 h 377"/>
                  <a:gd name="T44" fmla="*/ 833 w 158"/>
                  <a:gd name="T45" fmla="*/ 5787 h 377"/>
                  <a:gd name="T46" fmla="*/ 1250 w 158"/>
                  <a:gd name="T47" fmla="*/ 5882 h 377"/>
                  <a:gd name="T48" fmla="*/ 1520 w 158"/>
                  <a:gd name="T49" fmla="*/ 5849 h 377"/>
                  <a:gd name="T50" fmla="*/ 1813 w 158"/>
                  <a:gd name="T51" fmla="*/ 5712 h 377"/>
                  <a:gd name="T52" fmla="*/ 2063 w 158"/>
                  <a:gd name="T53" fmla="*/ 5632 h 377"/>
                  <a:gd name="T54" fmla="*/ 2283 w 158"/>
                  <a:gd name="T55" fmla="*/ 5432 h 377"/>
                  <a:gd name="T56" fmla="*/ 2425 w 158"/>
                  <a:gd name="T57" fmla="*/ 5225 h 3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58" h="377">
                    <a:moveTo>
                      <a:pt x="155" y="335"/>
                    </a:moveTo>
                    <a:cubicBezTo>
                      <a:pt x="157" y="330"/>
                      <a:pt x="158" y="324"/>
                      <a:pt x="158" y="318"/>
                    </a:cubicBezTo>
                    <a:cubicBezTo>
                      <a:pt x="158" y="294"/>
                      <a:pt x="158" y="294"/>
                      <a:pt x="158" y="294"/>
                    </a:cubicBezTo>
                    <a:cubicBezTo>
                      <a:pt x="158" y="295"/>
                      <a:pt x="158" y="296"/>
                      <a:pt x="157" y="296"/>
                    </a:cubicBezTo>
                    <a:cubicBezTo>
                      <a:pt x="152" y="323"/>
                      <a:pt x="138" y="328"/>
                      <a:pt x="128" y="338"/>
                    </a:cubicBezTo>
                    <a:cubicBezTo>
                      <a:pt x="116" y="350"/>
                      <a:pt x="92" y="353"/>
                      <a:pt x="77" y="343"/>
                    </a:cubicBezTo>
                    <a:cubicBezTo>
                      <a:pt x="52" y="328"/>
                      <a:pt x="48" y="288"/>
                      <a:pt x="48" y="262"/>
                    </a:cubicBezTo>
                    <a:cubicBezTo>
                      <a:pt x="48" y="246"/>
                      <a:pt x="42" y="235"/>
                      <a:pt x="37" y="219"/>
                    </a:cubicBezTo>
                    <a:cubicBezTo>
                      <a:pt x="31" y="205"/>
                      <a:pt x="34" y="187"/>
                      <a:pt x="32" y="172"/>
                    </a:cubicBezTo>
                    <a:cubicBezTo>
                      <a:pt x="30" y="156"/>
                      <a:pt x="26" y="137"/>
                      <a:pt x="21" y="122"/>
                    </a:cubicBezTo>
                    <a:cubicBezTo>
                      <a:pt x="19" y="114"/>
                      <a:pt x="15" y="108"/>
                      <a:pt x="15" y="99"/>
                    </a:cubicBezTo>
                    <a:cubicBezTo>
                      <a:pt x="14" y="91"/>
                      <a:pt x="17" y="85"/>
                      <a:pt x="17" y="76"/>
                    </a:cubicBezTo>
                    <a:cubicBezTo>
                      <a:pt x="18" y="60"/>
                      <a:pt x="19" y="16"/>
                      <a:pt x="36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8" y="2"/>
                      <a:pt x="23" y="8"/>
                      <a:pt x="19" y="11"/>
                    </a:cubicBezTo>
                    <a:cubicBezTo>
                      <a:pt x="13" y="15"/>
                      <a:pt x="7" y="20"/>
                      <a:pt x="4" y="25"/>
                    </a:cubicBezTo>
                    <a:cubicBezTo>
                      <a:pt x="0" y="32"/>
                      <a:pt x="1" y="39"/>
                      <a:pt x="1" y="47"/>
                    </a:cubicBezTo>
                    <a:cubicBezTo>
                      <a:pt x="1" y="318"/>
                      <a:pt x="1" y="318"/>
                      <a:pt x="1" y="318"/>
                    </a:cubicBezTo>
                    <a:cubicBezTo>
                      <a:pt x="1" y="322"/>
                      <a:pt x="4" y="325"/>
                      <a:pt x="4" y="328"/>
                    </a:cubicBezTo>
                    <a:cubicBezTo>
                      <a:pt x="5" y="332"/>
                      <a:pt x="5" y="336"/>
                      <a:pt x="6" y="340"/>
                    </a:cubicBezTo>
                    <a:cubicBezTo>
                      <a:pt x="9" y="345"/>
                      <a:pt x="14" y="349"/>
                      <a:pt x="18" y="353"/>
                    </a:cubicBezTo>
                    <a:cubicBezTo>
                      <a:pt x="22" y="357"/>
                      <a:pt x="26" y="361"/>
                      <a:pt x="31" y="364"/>
                    </a:cubicBezTo>
                    <a:cubicBezTo>
                      <a:pt x="38" y="368"/>
                      <a:pt x="45" y="368"/>
                      <a:pt x="53" y="371"/>
                    </a:cubicBezTo>
                    <a:cubicBezTo>
                      <a:pt x="62" y="373"/>
                      <a:pt x="71" y="377"/>
                      <a:pt x="80" y="377"/>
                    </a:cubicBezTo>
                    <a:cubicBezTo>
                      <a:pt x="85" y="377"/>
                      <a:pt x="91" y="376"/>
                      <a:pt x="97" y="375"/>
                    </a:cubicBezTo>
                    <a:cubicBezTo>
                      <a:pt x="104" y="374"/>
                      <a:pt x="110" y="369"/>
                      <a:pt x="116" y="366"/>
                    </a:cubicBezTo>
                    <a:cubicBezTo>
                      <a:pt x="122" y="364"/>
                      <a:pt x="127" y="364"/>
                      <a:pt x="132" y="361"/>
                    </a:cubicBezTo>
                    <a:cubicBezTo>
                      <a:pt x="137" y="358"/>
                      <a:pt x="142" y="353"/>
                      <a:pt x="146" y="348"/>
                    </a:cubicBezTo>
                    <a:cubicBezTo>
                      <a:pt x="149" y="344"/>
                      <a:pt x="153" y="340"/>
                      <a:pt x="155" y="335"/>
                    </a:cubicBezTo>
                    <a:close/>
                  </a:path>
                </a:pathLst>
              </a:custGeom>
              <a:solidFill>
                <a:srgbClr val="A248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2" name="Freeform 256">
                <a:extLst>
                  <a:ext uri="{FF2B5EF4-FFF2-40B4-BE49-F238E27FC236}">
                    <a16:creationId xmlns:a16="http://schemas.microsoft.com/office/drawing/2014/main" id="{C41F86F1-6F97-496E-8CAA-DD1E86392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629"/>
                <a:ext cx="377" cy="552"/>
              </a:xfrm>
              <a:custGeom>
                <a:avLst/>
                <a:gdLst>
                  <a:gd name="T0" fmla="*/ 2287 w 151"/>
                  <a:gd name="T1" fmla="*/ 2932 h 221"/>
                  <a:gd name="T2" fmla="*/ 1962 w 151"/>
                  <a:gd name="T3" fmla="*/ 3132 h 221"/>
                  <a:gd name="T4" fmla="*/ 1590 w 151"/>
                  <a:gd name="T5" fmla="*/ 3245 h 221"/>
                  <a:gd name="T6" fmla="*/ 1196 w 151"/>
                  <a:gd name="T7" fmla="*/ 3245 h 221"/>
                  <a:gd name="T8" fmla="*/ 811 w 151"/>
                  <a:gd name="T9" fmla="*/ 3150 h 221"/>
                  <a:gd name="T10" fmla="*/ 387 w 151"/>
                  <a:gd name="T11" fmla="*/ 2807 h 221"/>
                  <a:gd name="T12" fmla="*/ 375 w 151"/>
                  <a:gd name="T13" fmla="*/ 2478 h 221"/>
                  <a:gd name="T14" fmla="*/ 217 w 151"/>
                  <a:gd name="T15" fmla="*/ 2308 h 221"/>
                  <a:gd name="T16" fmla="*/ 137 w 151"/>
                  <a:gd name="T17" fmla="*/ 1559 h 221"/>
                  <a:gd name="T18" fmla="*/ 125 w 151"/>
                  <a:gd name="T19" fmla="*/ 1311 h 221"/>
                  <a:gd name="T20" fmla="*/ 0 w 151"/>
                  <a:gd name="T21" fmla="*/ 0 h 221"/>
                  <a:gd name="T22" fmla="*/ 0 w 151"/>
                  <a:gd name="T23" fmla="*/ 2528 h 221"/>
                  <a:gd name="T24" fmla="*/ 42 w 151"/>
                  <a:gd name="T25" fmla="*/ 2683 h 221"/>
                  <a:gd name="T26" fmla="*/ 75 w 151"/>
                  <a:gd name="T27" fmla="*/ 2870 h 221"/>
                  <a:gd name="T28" fmla="*/ 262 w 151"/>
                  <a:gd name="T29" fmla="*/ 3070 h 221"/>
                  <a:gd name="T30" fmla="*/ 467 w 151"/>
                  <a:gd name="T31" fmla="*/ 3245 h 221"/>
                  <a:gd name="T32" fmla="*/ 811 w 151"/>
                  <a:gd name="T33" fmla="*/ 3349 h 221"/>
                  <a:gd name="T34" fmla="*/ 1228 w 151"/>
                  <a:gd name="T35" fmla="*/ 3444 h 221"/>
                  <a:gd name="T36" fmla="*/ 1496 w 151"/>
                  <a:gd name="T37" fmla="*/ 3412 h 221"/>
                  <a:gd name="T38" fmla="*/ 1790 w 151"/>
                  <a:gd name="T39" fmla="*/ 3275 h 221"/>
                  <a:gd name="T40" fmla="*/ 2037 w 151"/>
                  <a:gd name="T41" fmla="*/ 3195 h 221"/>
                  <a:gd name="T42" fmla="*/ 2257 w 151"/>
                  <a:gd name="T43" fmla="*/ 2995 h 221"/>
                  <a:gd name="T44" fmla="*/ 2349 w 151"/>
                  <a:gd name="T45" fmla="*/ 2870 h 221"/>
                  <a:gd name="T46" fmla="*/ 2287 w 151"/>
                  <a:gd name="T47" fmla="*/ 2932 h 2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1" h="221">
                    <a:moveTo>
                      <a:pt x="147" y="188"/>
                    </a:moveTo>
                    <a:cubicBezTo>
                      <a:pt x="138" y="197"/>
                      <a:pt x="135" y="198"/>
                      <a:pt x="126" y="201"/>
                    </a:cubicBezTo>
                    <a:cubicBezTo>
                      <a:pt x="117" y="204"/>
                      <a:pt x="111" y="207"/>
                      <a:pt x="102" y="208"/>
                    </a:cubicBezTo>
                    <a:cubicBezTo>
                      <a:pt x="93" y="210"/>
                      <a:pt x="89" y="208"/>
                      <a:pt x="77" y="208"/>
                    </a:cubicBezTo>
                    <a:cubicBezTo>
                      <a:pt x="66" y="208"/>
                      <a:pt x="59" y="204"/>
                      <a:pt x="52" y="202"/>
                    </a:cubicBezTo>
                    <a:cubicBezTo>
                      <a:pt x="45" y="200"/>
                      <a:pt x="27" y="185"/>
                      <a:pt x="25" y="180"/>
                    </a:cubicBezTo>
                    <a:cubicBezTo>
                      <a:pt x="22" y="174"/>
                      <a:pt x="24" y="159"/>
                      <a:pt x="24" y="159"/>
                    </a:cubicBezTo>
                    <a:cubicBezTo>
                      <a:pt x="24" y="159"/>
                      <a:pt x="15" y="162"/>
                      <a:pt x="14" y="148"/>
                    </a:cubicBezTo>
                    <a:cubicBezTo>
                      <a:pt x="13" y="135"/>
                      <a:pt x="9" y="109"/>
                      <a:pt x="9" y="100"/>
                    </a:cubicBezTo>
                    <a:cubicBezTo>
                      <a:pt x="9" y="90"/>
                      <a:pt x="11" y="92"/>
                      <a:pt x="8" y="84"/>
                    </a:cubicBezTo>
                    <a:cubicBezTo>
                      <a:pt x="6" y="77"/>
                      <a:pt x="3" y="29"/>
                      <a:pt x="0" y="0"/>
                    </a:cubicBezTo>
                    <a:cubicBezTo>
                      <a:pt x="0" y="162"/>
                      <a:pt x="0" y="162"/>
                      <a:pt x="0" y="162"/>
                    </a:cubicBezTo>
                    <a:cubicBezTo>
                      <a:pt x="0" y="166"/>
                      <a:pt x="3" y="169"/>
                      <a:pt x="3" y="172"/>
                    </a:cubicBezTo>
                    <a:cubicBezTo>
                      <a:pt x="4" y="176"/>
                      <a:pt x="4" y="180"/>
                      <a:pt x="5" y="184"/>
                    </a:cubicBezTo>
                    <a:cubicBezTo>
                      <a:pt x="8" y="189"/>
                      <a:pt x="13" y="193"/>
                      <a:pt x="17" y="197"/>
                    </a:cubicBezTo>
                    <a:cubicBezTo>
                      <a:pt x="21" y="201"/>
                      <a:pt x="25" y="205"/>
                      <a:pt x="30" y="208"/>
                    </a:cubicBezTo>
                    <a:cubicBezTo>
                      <a:pt x="37" y="212"/>
                      <a:pt x="44" y="212"/>
                      <a:pt x="52" y="215"/>
                    </a:cubicBezTo>
                    <a:cubicBezTo>
                      <a:pt x="61" y="217"/>
                      <a:pt x="70" y="221"/>
                      <a:pt x="79" y="221"/>
                    </a:cubicBezTo>
                    <a:cubicBezTo>
                      <a:pt x="84" y="221"/>
                      <a:pt x="90" y="220"/>
                      <a:pt x="96" y="219"/>
                    </a:cubicBezTo>
                    <a:cubicBezTo>
                      <a:pt x="103" y="218"/>
                      <a:pt x="109" y="213"/>
                      <a:pt x="115" y="210"/>
                    </a:cubicBezTo>
                    <a:cubicBezTo>
                      <a:pt x="121" y="208"/>
                      <a:pt x="126" y="208"/>
                      <a:pt x="131" y="205"/>
                    </a:cubicBezTo>
                    <a:cubicBezTo>
                      <a:pt x="136" y="202"/>
                      <a:pt x="141" y="197"/>
                      <a:pt x="145" y="192"/>
                    </a:cubicBezTo>
                    <a:cubicBezTo>
                      <a:pt x="147" y="189"/>
                      <a:pt x="149" y="187"/>
                      <a:pt x="151" y="184"/>
                    </a:cubicBezTo>
                    <a:cubicBezTo>
                      <a:pt x="150" y="185"/>
                      <a:pt x="149" y="186"/>
                      <a:pt x="147" y="188"/>
                    </a:cubicBezTo>
                    <a:close/>
                  </a:path>
                </a:pathLst>
              </a:custGeom>
              <a:solidFill>
                <a:srgbClr val="8F3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3" name="Freeform 257">
                <a:extLst>
                  <a:ext uri="{FF2B5EF4-FFF2-40B4-BE49-F238E27FC236}">
                    <a16:creationId xmlns:a16="http://schemas.microsoft.com/office/drawing/2014/main" id="{FAF67DBB-2378-4CE0-80F6-D994AE36B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309"/>
                <a:ext cx="78" cy="137"/>
              </a:xfrm>
              <a:custGeom>
                <a:avLst/>
                <a:gdLst>
                  <a:gd name="T0" fmla="*/ 0 w 31"/>
                  <a:gd name="T1" fmla="*/ 341 h 55"/>
                  <a:gd name="T2" fmla="*/ 347 w 31"/>
                  <a:gd name="T3" fmla="*/ 30 h 55"/>
                  <a:gd name="T4" fmla="*/ 413 w 31"/>
                  <a:gd name="T5" fmla="*/ 478 h 55"/>
                  <a:gd name="T6" fmla="*/ 317 w 31"/>
                  <a:gd name="T7" fmla="*/ 787 h 55"/>
                  <a:gd name="T8" fmla="*/ 176 w 31"/>
                  <a:gd name="T9" fmla="*/ 603 h 55"/>
                  <a:gd name="T10" fmla="*/ 0 w 31"/>
                  <a:gd name="T11" fmla="*/ 416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55">
                    <a:moveTo>
                      <a:pt x="0" y="22"/>
                    </a:moveTo>
                    <a:cubicBezTo>
                      <a:pt x="4" y="16"/>
                      <a:pt x="12" y="0"/>
                      <a:pt x="22" y="2"/>
                    </a:cubicBezTo>
                    <a:cubicBezTo>
                      <a:pt x="31" y="4"/>
                      <a:pt x="26" y="24"/>
                      <a:pt x="26" y="31"/>
                    </a:cubicBezTo>
                    <a:cubicBezTo>
                      <a:pt x="25" y="38"/>
                      <a:pt x="30" y="55"/>
                      <a:pt x="20" y="51"/>
                    </a:cubicBezTo>
                    <a:cubicBezTo>
                      <a:pt x="13" y="49"/>
                      <a:pt x="14" y="44"/>
                      <a:pt x="11" y="39"/>
                    </a:cubicBezTo>
                    <a:cubicBezTo>
                      <a:pt x="9" y="34"/>
                      <a:pt x="2" y="32"/>
                      <a:pt x="0" y="27"/>
                    </a:cubicBezTo>
                  </a:path>
                </a:pathLst>
              </a:custGeom>
              <a:solidFill>
                <a:srgbClr val="BA7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4" name="Freeform 258">
                <a:extLst>
                  <a:ext uri="{FF2B5EF4-FFF2-40B4-BE49-F238E27FC236}">
                    <a16:creationId xmlns:a16="http://schemas.microsoft.com/office/drawing/2014/main" id="{43E679B9-27C5-4C4E-801F-38FF51DF7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494"/>
                <a:ext cx="60" cy="140"/>
              </a:xfrm>
              <a:custGeom>
                <a:avLst/>
                <a:gdLst>
                  <a:gd name="T0" fmla="*/ 125 w 24"/>
                  <a:gd name="T1" fmla="*/ 0 h 56"/>
                  <a:gd name="T2" fmla="*/ 313 w 24"/>
                  <a:gd name="T3" fmla="*/ 783 h 56"/>
                  <a:gd name="T4" fmla="*/ 175 w 24"/>
                  <a:gd name="T5" fmla="*/ 863 h 56"/>
                  <a:gd name="T6" fmla="*/ 20 w 24"/>
                  <a:gd name="T7" fmla="*/ 783 h 56"/>
                  <a:gd name="T8" fmla="*/ 113 w 24"/>
                  <a:gd name="T9" fmla="*/ 533 h 56"/>
                  <a:gd name="T10" fmla="*/ 145 w 24"/>
                  <a:gd name="T11" fmla="*/ 113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8" y="0"/>
                    </a:moveTo>
                    <a:cubicBezTo>
                      <a:pt x="20" y="12"/>
                      <a:pt x="24" y="33"/>
                      <a:pt x="20" y="50"/>
                    </a:cubicBezTo>
                    <a:cubicBezTo>
                      <a:pt x="18" y="56"/>
                      <a:pt x="17" y="56"/>
                      <a:pt x="11" y="55"/>
                    </a:cubicBezTo>
                    <a:cubicBezTo>
                      <a:pt x="7" y="55"/>
                      <a:pt x="1" y="54"/>
                      <a:pt x="1" y="50"/>
                    </a:cubicBezTo>
                    <a:cubicBezTo>
                      <a:pt x="0" y="46"/>
                      <a:pt x="6" y="39"/>
                      <a:pt x="7" y="34"/>
                    </a:cubicBezTo>
                    <a:cubicBezTo>
                      <a:pt x="8" y="25"/>
                      <a:pt x="8" y="16"/>
                      <a:pt x="9" y="7"/>
                    </a:cubicBezTo>
                  </a:path>
                </a:pathLst>
              </a:custGeom>
              <a:solidFill>
                <a:srgbClr val="C18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5" name="Freeform 259">
                <a:extLst>
                  <a:ext uri="{FF2B5EF4-FFF2-40B4-BE49-F238E27FC236}">
                    <a16:creationId xmlns:a16="http://schemas.microsoft.com/office/drawing/2014/main" id="{52CE69BE-9559-499E-A47B-05A5366A5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661"/>
                <a:ext cx="82" cy="203"/>
              </a:xfrm>
              <a:custGeom>
                <a:avLst/>
                <a:gdLst>
                  <a:gd name="T0" fmla="*/ 229 w 33"/>
                  <a:gd name="T1" fmla="*/ 0 h 81"/>
                  <a:gd name="T2" fmla="*/ 507 w 33"/>
                  <a:gd name="T3" fmla="*/ 617 h 81"/>
                  <a:gd name="T4" fmla="*/ 291 w 33"/>
                  <a:gd name="T5" fmla="*/ 1276 h 81"/>
                  <a:gd name="T6" fmla="*/ 166 w 33"/>
                  <a:gd name="T7" fmla="*/ 972 h 81"/>
                  <a:gd name="T8" fmla="*/ 62 w 33"/>
                  <a:gd name="T9" fmla="*/ 679 h 81"/>
                  <a:gd name="T10" fmla="*/ 229 w 33"/>
                  <a:gd name="T11" fmla="*/ 83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81">
                    <a:moveTo>
                      <a:pt x="15" y="0"/>
                    </a:moveTo>
                    <a:cubicBezTo>
                      <a:pt x="31" y="8"/>
                      <a:pt x="33" y="22"/>
                      <a:pt x="33" y="39"/>
                    </a:cubicBezTo>
                    <a:cubicBezTo>
                      <a:pt x="33" y="51"/>
                      <a:pt x="31" y="75"/>
                      <a:pt x="19" y="81"/>
                    </a:cubicBezTo>
                    <a:cubicBezTo>
                      <a:pt x="15" y="79"/>
                      <a:pt x="13" y="67"/>
                      <a:pt x="11" y="62"/>
                    </a:cubicBezTo>
                    <a:cubicBezTo>
                      <a:pt x="9" y="56"/>
                      <a:pt x="6" y="50"/>
                      <a:pt x="4" y="43"/>
                    </a:cubicBezTo>
                    <a:cubicBezTo>
                      <a:pt x="0" y="30"/>
                      <a:pt x="12" y="17"/>
                      <a:pt x="15" y="5"/>
                    </a:cubicBezTo>
                  </a:path>
                </a:pathLst>
              </a:custGeom>
              <a:solidFill>
                <a:srgbClr val="C18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6" name="Freeform 260">
                <a:extLst>
                  <a:ext uri="{FF2B5EF4-FFF2-40B4-BE49-F238E27FC236}">
                    <a16:creationId xmlns:a16="http://schemas.microsoft.com/office/drawing/2014/main" id="{5A813EE4-30CB-45B9-A0A6-90D7F5D4F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859"/>
                <a:ext cx="48" cy="185"/>
              </a:xfrm>
              <a:custGeom>
                <a:avLst/>
                <a:gdLst>
                  <a:gd name="T0" fmla="*/ 0 w 19"/>
                  <a:gd name="T1" fmla="*/ 438 h 74"/>
                  <a:gd name="T2" fmla="*/ 306 w 19"/>
                  <a:gd name="T3" fmla="*/ 395 h 74"/>
                  <a:gd name="T4" fmla="*/ 63 w 19"/>
                  <a:gd name="T5" fmla="*/ 1113 h 74"/>
                  <a:gd name="T6" fmla="*/ 33 w 19"/>
                  <a:gd name="T7" fmla="*/ 533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74">
                    <a:moveTo>
                      <a:pt x="0" y="28"/>
                    </a:moveTo>
                    <a:cubicBezTo>
                      <a:pt x="9" y="24"/>
                      <a:pt x="19" y="0"/>
                      <a:pt x="19" y="25"/>
                    </a:cubicBezTo>
                    <a:cubicBezTo>
                      <a:pt x="19" y="33"/>
                      <a:pt x="18" y="74"/>
                      <a:pt x="4" y="71"/>
                    </a:cubicBezTo>
                    <a:cubicBezTo>
                      <a:pt x="3" y="59"/>
                      <a:pt x="4" y="46"/>
                      <a:pt x="2" y="34"/>
                    </a:cubicBezTo>
                  </a:path>
                </a:pathLst>
              </a:custGeom>
              <a:solidFill>
                <a:srgbClr val="C18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7" name="Freeform 261">
                <a:extLst>
                  <a:ext uri="{FF2B5EF4-FFF2-40B4-BE49-F238E27FC236}">
                    <a16:creationId xmlns:a16="http://schemas.microsoft.com/office/drawing/2014/main" id="{D0E3B174-83B1-4767-A782-15F5488D3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694"/>
                <a:ext cx="32" cy="127"/>
              </a:xfrm>
              <a:custGeom>
                <a:avLst/>
                <a:gdLst>
                  <a:gd name="T0" fmla="*/ 12 w 13"/>
                  <a:gd name="T1" fmla="*/ 0 h 51"/>
                  <a:gd name="T2" fmla="*/ 133 w 13"/>
                  <a:gd name="T3" fmla="*/ 321 h 51"/>
                  <a:gd name="T4" fmla="*/ 91 w 13"/>
                  <a:gd name="T5" fmla="*/ 787 h 51"/>
                  <a:gd name="T6" fmla="*/ 91 w 13"/>
                  <a:gd name="T7" fmla="*/ 446 h 51"/>
                  <a:gd name="T8" fmla="*/ 62 w 13"/>
                  <a:gd name="T9" fmla="*/ 62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1">
                    <a:moveTo>
                      <a:pt x="1" y="0"/>
                    </a:moveTo>
                    <a:cubicBezTo>
                      <a:pt x="8" y="2"/>
                      <a:pt x="8" y="16"/>
                      <a:pt x="9" y="21"/>
                    </a:cubicBezTo>
                    <a:cubicBezTo>
                      <a:pt x="11" y="30"/>
                      <a:pt x="13" y="43"/>
                      <a:pt x="6" y="51"/>
                    </a:cubicBezTo>
                    <a:cubicBezTo>
                      <a:pt x="0" y="47"/>
                      <a:pt x="6" y="35"/>
                      <a:pt x="6" y="29"/>
                    </a:cubicBezTo>
                    <a:cubicBezTo>
                      <a:pt x="5" y="20"/>
                      <a:pt x="1" y="13"/>
                      <a:pt x="4" y="4"/>
                    </a:cubicBezTo>
                  </a:path>
                </a:pathLst>
              </a:custGeom>
              <a:solidFill>
                <a:srgbClr val="D6B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8" name="Freeform 262">
                <a:extLst>
                  <a:ext uri="{FF2B5EF4-FFF2-40B4-BE49-F238E27FC236}">
                    <a16:creationId xmlns:a16="http://schemas.microsoft.com/office/drawing/2014/main" id="{EB4E4E70-0603-470A-ACF5-8FEFDE6A5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1536"/>
                <a:ext cx="42" cy="83"/>
              </a:xfrm>
              <a:custGeom>
                <a:avLst/>
                <a:gdLst>
                  <a:gd name="T0" fmla="*/ 0 w 17"/>
                  <a:gd name="T1" fmla="*/ 526 h 33"/>
                  <a:gd name="T2" fmla="*/ 121 w 17"/>
                  <a:gd name="T3" fmla="*/ 0 h 33"/>
                  <a:gd name="T4" fmla="*/ 74 w 17"/>
                  <a:gd name="T5" fmla="*/ 44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0" y="33"/>
                    </a:moveTo>
                    <a:cubicBezTo>
                      <a:pt x="17" y="33"/>
                      <a:pt x="10" y="9"/>
                      <a:pt x="8" y="0"/>
                    </a:cubicBezTo>
                    <a:cubicBezTo>
                      <a:pt x="5" y="7"/>
                      <a:pt x="7" y="20"/>
                      <a:pt x="5" y="28"/>
                    </a:cubicBezTo>
                  </a:path>
                </a:pathLst>
              </a:custGeom>
              <a:solidFill>
                <a:srgbClr val="D6B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9" name="Freeform 263">
                <a:extLst>
                  <a:ext uri="{FF2B5EF4-FFF2-40B4-BE49-F238E27FC236}">
                    <a16:creationId xmlns:a16="http://schemas.microsoft.com/office/drawing/2014/main" id="{311EBCDE-284B-4956-A5D1-64654FDE6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344"/>
                <a:ext cx="22" cy="65"/>
              </a:xfrm>
              <a:custGeom>
                <a:avLst/>
                <a:gdLst>
                  <a:gd name="T0" fmla="*/ 120 w 9"/>
                  <a:gd name="T1" fmla="*/ 0 h 26"/>
                  <a:gd name="T2" fmla="*/ 71 w 9"/>
                  <a:gd name="T3" fmla="*/ 408 h 26"/>
                  <a:gd name="T4" fmla="*/ 0 w 9"/>
                  <a:gd name="T5" fmla="*/ 283 h 26"/>
                  <a:gd name="T6" fmla="*/ 132 w 9"/>
                  <a:gd name="T7" fmla="*/ 2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6">
                    <a:moveTo>
                      <a:pt x="8" y="0"/>
                    </a:moveTo>
                    <a:cubicBezTo>
                      <a:pt x="6" y="7"/>
                      <a:pt x="9" y="21"/>
                      <a:pt x="5" y="26"/>
                    </a:cubicBezTo>
                    <a:cubicBezTo>
                      <a:pt x="4" y="23"/>
                      <a:pt x="3" y="20"/>
                      <a:pt x="0" y="18"/>
                    </a:cubicBezTo>
                    <a:cubicBezTo>
                      <a:pt x="4" y="13"/>
                      <a:pt x="8" y="7"/>
                      <a:pt x="9" y="1"/>
                    </a:cubicBezTo>
                  </a:path>
                </a:pathLst>
              </a:custGeom>
              <a:solidFill>
                <a:srgbClr val="C18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0" name="Freeform 264">
                <a:extLst>
                  <a:ext uri="{FF2B5EF4-FFF2-40B4-BE49-F238E27FC236}">
                    <a16:creationId xmlns:a16="http://schemas.microsoft.com/office/drawing/2014/main" id="{770210C4-9D13-4056-BD0D-C1A5EAB83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1929"/>
                <a:ext cx="23" cy="77"/>
              </a:xfrm>
              <a:custGeom>
                <a:avLst/>
                <a:gdLst>
                  <a:gd name="T0" fmla="*/ 66 w 9"/>
                  <a:gd name="T1" fmla="*/ 0 h 31"/>
                  <a:gd name="T2" fmla="*/ 0 w 9"/>
                  <a:gd name="T3" fmla="*/ 474 h 31"/>
                  <a:gd name="T4" fmla="*/ 33 w 9"/>
                  <a:gd name="T5" fmla="*/ 216 h 31"/>
                  <a:gd name="T6" fmla="*/ 33 w 9"/>
                  <a:gd name="T7" fmla="*/ 1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1">
                    <a:moveTo>
                      <a:pt x="4" y="0"/>
                    </a:moveTo>
                    <a:cubicBezTo>
                      <a:pt x="3" y="5"/>
                      <a:pt x="9" y="30"/>
                      <a:pt x="0" y="31"/>
                    </a:cubicBezTo>
                    <a:cubicBezTo>
                      <a:pt x="0" y="25"/>
                      <a:pt x="1" y="20"/>
                      <a:pt x="2" y="14"/>
                    </a:cubicBezTo>
                    <a:cubicBezTo>
                      <a:pt x="2" y="10"/>
                      <a:pt x="0" y="5"/>
                      <a:pt x="2" y="1"/>
                    </a:cubicBezTo>
                  </a:path>
                </a:pathLst>
              </a:custGeom>
              <a:solidFill>
                <a:srgbClr val="D6B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1" name="Freeform 265">
                <a:extLst>
                  <a:ext uri="{FF2B5EF4-FFF2-40B4-BE49-F238E27FC236}">
                    <a16:creationId xmlns:a16="http://schemas.microsoft.com/office/drawing/2014/main" id="{CE098A8D-C1E6-4898-AF1D-6BF1BE9A2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746"/>
                <a:ext cx="17" cy="30"/>
              </a:xfrm>
              <a:custGeom>
                <a:avLst/>
                <a:gdLst>
                  <a:gd name="T0" fmla="*/ 70 w 7"/>
                  <a:gd name="T1" fmla="*/ 0 h 12"/>
                  <a:gd name="T2" fmla="*/ 41 w 7"/>
                  <a:gd name="T3" fmla="*/ 188 h 12"/>
                  <a:gd name="T4" fmla="*/ 70 w 7"/>
                  <a:gd name="T5" fmla="*/ 2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5" y="0"/>
                    </a:moveTo>
                    <a:cubicBezTo>
                      <a:pt x="0" y="3"/>
                      <a:pt x="3" y="8"/>
                      <a:pt x="3" y="12"/>
                    </a:cubicBezTo>
                    <a:cubicBezTo>
                      <a:pt x="6" y="10"/>
                      <a:pt x="7" y="2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2" name="Freeform 266">
                <a:extLst>
                  <a:ext uri="{FF2B5EF4-FFF2-40B4-BE49-F238E27FC236}">
                    <a16:creationId xmlns:a16="http://schemas.microsoft.com/office/drawing/2014/main" id="{9F19A844-2772-4C44-BA05-22CAC06F5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1789"/>
                <a:ext cx="8" cy="10"/>
              </a:xfrm>
              <a:custGeom>
                <a:avLst/>
                <a:gdLst>
                  <a:gd name="T0" fmla="*/ 21 w 3"/>
                  <a:gd name="T1" fmla="*/ 0 h 4"/>
                  <a:gd name="T2" fmla="*/ 21 w 3"/>
                  <a:gd name="T3" fmla="*/ 63 h 4"/>
                  <a:gd name="T4" fmla="*/ 35 w 3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2"/>
                      <a:pt x="0" y="3"/>
                      <a:pt x="1" y="4"/>
                    </a:cubicBezTo>
                    <a:cubicBezTo>
                      <a:pt x="3" y="4"/>
                      <a:pt x="2" y="3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3" name="Freeform 267">
                <a:extLst>
                  <a:ext uri="{FF2B5EF4-FFF2-40B4-BE49-F238E27FC236}">
                    <a16:creationId xmlns:a16="http://schemas.microsoft.com/office/drawing/2014/main" id="{8E94D7F1-BF98-4939-85F3-E24ACFB55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579"/>
                <a:ext cx="15" cy="32"/>
              </a:xfrm>
              <a:custGeom>
                <a:avLst/>
                <a:gdLst>
                  <a:gd name="T0" fmla="*/ 63 w 6"/>
                  <a:gd name="T1" fmla="*/ 0 h 13"/>
                  <a:gd name="T2" fmla="*/ 83 w 6"/>
                  <a:gd name="T3" fmla="*/ 182 h 13"/>
                  <a:gd name="T4" fmla="*/ 20 w 6"/>
                  <a:gd name="T5" fmla="*/ 182 h 13"/>
                  <a:gd name="T6" fmla="*/ 0 w 6"/>
                  <a:gd name="T7" fmla="*/ 1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3">
                    <a:moveTo>
                      <a:pt x="4" y="0"/>
                    </a:moveTo>
                    <a:cubicBezTo>
                      <a:pt x="6" y="3"/>
                      <a:pt x="6" y="8"/>
                      <a:pt x="5" y="12"/>
                    </a:cubicBezTo>
                    <a:cubicBezTo>
                      <a:pt x="4" y="12"/>
                      <a:pt x="3" y="13"/>
                      <a:pt x="1" y="12"/>
                    </a:cubicBezTo>
                    <a:cubicBezTo>
                      <a:pt x="1" y="12"/>
                      <a:pt x="1" y="13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4" name="Freeform 268">
                <a:extLst>
                  <a:ext uri="{FF2B5EF4-FFF2-40B4-BE49-F238E27FC236}">
                    <a16:creationId xmlns:a16="http://schemas.microsoft.com/office/drawing/2014/main" id="{B290FC19-95E0-497C-853F-2A4FDFE4F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1954"/>
                <a:ext cx="7" cy="25"/>
              </a:xfrm>
              <a:custGeom>
                <a:avLst/>
                <a:gdLst>
                  <a:gd name="T0" fmla="*/ 0 w 3"/>
                  <a:gd name="T1" fmla="*/ 0 h 10"/>
                  <a:gd name="T2" fmla="*/ 0 w 3"/>
                  <a:gd name="T3" fmla="*/ 158 h 10"/>
                  <a:gd name="T4" fmla="*/ 28 w 3"/>
                  <a:gd name="T5" fmla="*/ 6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0" y="4"/>
                      <a:pt x="0" y="7"/>
                      <a:pt x="0" y="10"/>
                    </a:cubicBezTo>
                    <a:cubicBezTo>
                      <a:pt x="3" y="9"/>
                      <a:pt x="3" y="7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5" name="Freeform 269">
                <a:extLst>
                  <a:ext uri="{FF2B5EF4-FFF2-40B4-BE49-F238E27FC236}">
                    <a16:creationId xmlns:a16="http://schemas.microsoft.com/office/drawing/2014/main" id="{FB411F9E-3240-4F92-8C1B-7475A5894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99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0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6" name="Freeform 270">
                <a:extLst>
                  <a:ext uri="{FF2B5EF4-FFF2-40B4-BE49-F238E27FC236}">
                    <a16:creationId xmlns:a16="http://schemas.microsoft.com/office/drawing/2014/main" id="{D95533BE-2B87-4B96-AEFB-B559E1C85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734"/>
                <a:ext cx="37" cy="142"/>
              </a:xfrm>
              <a:custGeom>
                <a:avLst/>
                <a:gdLst>
                  <a:gd name="T0" fmla="*/ 153 w 15"/>
                  <a:gd name="T1" fmla="*/ 0 h 57"/>
                  <a:gd name="T2" fmla="*/ 74 w 15"/>
                  <a:gd name="T3" fmla="*/ 466 h 57"/>
                  <a:gd name="T4" fmla="*/ 12 w 15"/>
                  <a:gd name="T5" fmla="*/ 665 h 57"/>
                  <a:gd name="T6" fmla="*/ 133 w 15"/>
                  <a:gd name="T7" fmla="*/ 882 h 57"/>
                  <a:gd name="T8" fmla="*/ 212 w 15"/>
                  <a:gd name="T9" fmla="*/ 570 h 57"/>
                  <a:gd name="T10" fmla="*/ 195 w 15"/>
                  <a:gd name="T11" fmla="*/ 167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7">
                    <a:moveTo>
                      <a:pt x="10" y="0"/>
                    </a:moveTo>
                    <a:cubicBezTo>
                      <a:pt x="10" y="10"/>
                      <a:pt x="9" y="21"/>
                      <a:pt x="5" y="30"/>
                    </a:cubicBezTo>
                    <a:cubicBezTo>
                      <a:pt x="4" y="34"/>
                      <a:pt x="0" y="38"/>
                      <a:pt x="1" y="43"/>
                    </a:cubicBezTo>
                    <a:cubicBezTo>
                      <a:pt x="2" y="46"/>
                      <a:pt x="7" y="55"/>
                      <a:pt x="9" y="57"/>
                    </a:cubicBezTo>
                    <a:cubicBezTo>
                      <a:pt x="14" y="53"/>
                      <a:pt x="14" y="43"/>
                      <a:pt x="14" y="37"/>
                    </a:cubicBezTo>
                    <a:cubicBezTo>
                      <a:pt x="14" y="29"/>
                      <a:pt x="15" y="18"/>
                      <a:pt x="13" y="11"/>
                    </a:cubicBezTo>
                  </a:path>
                </a:pathLst>
              </a:custGeom>
              <a:solidFill>
                <a:srgbClr val="BA7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7" name="Freeform 271">
                <a:extLst>
                  <a:ext uri="{FF2B5EF4-FFF2-40B4-BE49-F238E27FC236}">
                    <a16:creationId xmlns:a16="http://schemas.microsoft.com/office/drawing/2014/main" id="{745A4136-34D7-4318-AF07-7AB6D3533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631"/>
                <a:ext cx="18" cy="55"/>
              </a:xfrm>
              <a:custGeom>
                <a:avLst/>
                <a:gdLst>
                  <a:gd name="T0" fmla="*/ 85 w 7"/>
                  <a:gd name="T1" fmla="*/ 0 h 22"/>
                  <a:gd name="T2" fmla="*/ 21 w 7"/>
                  <a:gd name="T3" fmla="*/ 208 h 22"/>
                  <a:gd name="T4" fmla="*/ 100 w 7"/>
                  <a:gd name="T5" fmla="*/ 345 h 22"/>
                  <a:gd name="T6" fmla="*/ 100 w 7"/>
                  <a:gd name="T7" fmla="*/ 14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2">
                    <a:moveTo>
                      <a:pt x="5" y="0"/>
                    </a:moveTo>
                    <a:cubicBezTo>
                      <a:pt x="5" y="4"/>
                      <a:pt x="0" y="9"/>
                      <a:pt x="1" y="13"/>
                    </a:cubicBezTo>
                    <a:cubicBezTo>
                      <a:pt x="1" y="17"/>
                      <a:pt x="5" y="18"/>
                      <a:pt x="6" y="22"/>
                    </a:cubicBezTo>
                    <a:cubicBezTo>
                      <a:pt x="7" y="18"/>
                      <a:pt x="6" y="13"/>
                      <a:pt x="6" y="9"/>
                    </a:cubicBezTo>
                  </a:path>
                </a:pathLst>
              </a:custGeom>
              <a:solidFill>
                <a:srgbClr val="BA7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8" name="Freeform 272">
                <a:extLst>
                  <a:ext uri="{FF2B5EF4-FFF2-40B4-BE49-F238E27FC236}">
                    <a16:creationId xmlns:a16="http://schemas.microsoft.com/office/drawing/2014/main" id="{12D85588-146E-4028-89DF-4B8310011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439"/>
                <a:ext cx="22" cy="60"/>
              </a:xfrm>
              <a:custGeom>
                <a:avLst/>
                <a:gdLst>
                  <a:gd name="T0" fmla="*/ 59 w 9"/>
                  <a:gd name="T1" fmla="*/ 0 h 24"/>
                  <a:gd name="T2" fmla="*/ 120 w 9"/>
                  <a:gd name="T3" fmla="*/ 375 h 24"/>
                  <a:gd name="T4" fmla="*/ 90 w 9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4">
                    <a:moveTo>
                      <a:pt x="4" y="0"/>
                    </a:moveTo>
                    <a:cubicBezTo>
                      <a:pt x="1" y="9"/>
                      <a:pt x="0" y="17"/>
                      <a:pt x="8" y="24"/>
                    </a:cubicBezTo>
                    <a:cubicBezTo>
                      <a:pt x="9" y="16"/>
                      <a:pt x="4" y="8"/>
                      <a:pt x="6" y="0"/>
                    </a:cubicBezTo>
                  </a:path>
                </a:pathLst>
              </a:custGeom>
              <a:solidFill>
                <a:srgbClr val="BA7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9" name="Freeform 273">
                <a:extLst>
                  <a:ext uri="{FF2B5EF4-FFF2-40B4-BE49-F238E27FC236}">
                    <a16:creationId xmlns:a16="http://schemas.microsoft.com/office/drawing/2014/main" id="{B61A7CE8-1BD8-4295-88B0-6FF926FDA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174"/>
                <a:ext cx="75" cy="197"/>
              </a:xfrm>
              <a:custGeom>
                <a:avLst/>
                <a:gdLst>
                  <a:gd name="T0" fmla="*/ 220 w 30"/>
                  <a:gd name="T1" fmla="*/ 42 h 79"/>
                  <a:gd name="T2" fmla="*/ 50 w 30"/>
                  <a:gd name="T3" fmla="*/ 840 h 79"/>
                  <a:gd name="T4" fmla="*/ 300 w 30"/>
                  <a:gd name="T5" fmla="*/ 1132 h 79"/>
                  <a:gd name="T6" fmla="*/ 438 w 30"/>
                  <a:gd name="T7" fmla="*/ 1132 h 79"/>
                  <a:gd name="T8" fmla="*/ 438 w 30"/>
                  <a:gd name="T9" fmla="*/ 853 h 79"/>
                  <a:gd name="T10" fmla="*/ 408 w 30"/>
                  <a:gd name="T11" fmla="*/ 374 h 79"/>
                  <a:gd name="T12" fmla="*/ 270 w 30"/>
                  <a:gd name="T13" fmla="*/ 62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79">
                    <a:moveTo>
                      <a:pt x="14" y="3"/>
                    </a:moveTo>
                    <a:cubicBezTo>
                      <a:pt x="9" y="19"/>
                      <a:pt x="0" y="36"/>
                      <a:pt x="3" y="54"/>
                    </a:cubicBezTo>
                    <a:cubicBezTo>
                      <a:pt x="5" y="64"/>
                      <a:pt x="11" y="67"/>
                      <a:pt x="19" y="73"/>
                    </a:cubicBezTo>
                    <a:cubicBezTo>
                      <a:pt x="23" y="76"/>
                      <a:pt x="26" y="79"/>
                      <a:pt x="28" y="73"/>
                    </a:cubicBezTo>
                    <a:cubicBezTo>
                      <a:pt x="30" y="68"/>
                      <a:pt x="29" y="60"/>
                      <a:pt x="28" y="55"/>
                    </a:cubicBezTo>
                    <a:cubicBezTo>
                      <a:pt x="28" y="45"/>
                      <a:pt x="27" y="34"/>
                      <a:pt x="26" y="24"/>
                    </a:cubicBezTo>
                    <a:cubicBezTo>
                      <a:pt x="25" y="20"/>
                      <a:pt x="24" y="0"/>
                      <a:pt x="17" y="4"/>
                    </a:cubicBezTo>
                  </a:path>
                </a:pathLst>
              </a:custGeom>
              <a:solidFill>
                <a:srgbClr val="CFA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0" name="Freeform 274">
                <a:extLst>
                  <a:ext uri="{FF2B5EF4-FFF2-40B4-BE49-F238E27FC236}">
                    <a16:creationId xmlns:a16="http://schemas.microsoft.com/office/drawing/2014/main" id="{73BAF005-AB0A-43B0-8FD0-A71C15EE1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196"/>
                <a:ext cx="40" cy="100"/>
              </a:xfrm>
              <a:custGeom>
                <a:avLst/>
                <a:gdLst>
                  <a:gd name="T0" fmla="*/ 0 w 16"/>
                  <a:gd name="T1" fmla="*/ 113 h 40"/>
                  <a:gd name="T2" fmla="*/ 63 w 16"/>
                  <a:gd name="T3" fmla="*/ 395 h 40"/>
                  <a:gd name="T4" fmla="*/ 158 w 16"/>
                  <a:gd name="T5" fmla="*/ 458 h 40"/>
                  <a:gd name="T6" fmla="*/ 250 w 16"/>
                  <a:gd name="T7" fmla="*/ 188 h 40"/>
                  <a:gd name="T8" fmla="*/ 20 w 16"/>
                  <a:gd name="T9" fmla="*/ 6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0">
                    <a:moveTo>
                      <a:pt x="0" y="7"/>
                    </a:moveTo>
                    <a:cubicBezTo>
                      <a:pt x="2" y="13"/>
                      <a:pt x="3" y="19"/>
                      <a:pt x="4" y="25"/>
                    </a:cubicBezTo>
                    <a:cubicBezTo>
                      <a:pt x="5" y="33"/>
                      <a:pt x="7" y="40"/>
                      <a:pt x="10" y="29"/>
                    </a:cubicBezTo>
                    <a:cubicBezTo>
                      <a:pt x="12" y="25"/>
                      <a:pt x="16" y="17"/>
                      <a:pt x="16" y="12"/>
                    </a:cubicBezTo>
                    <a:cubicBezTo>
                      <a:pt x="15" y="7"/>
                      <a:pt x="5" y="0"/>
                      <a:pt x="1" y="4"/>
                    </a:cubicBezTo>
                  </a:path>
                </a:pathLst>
              </a:custGeom>
              <a:solidFill>
                <a:srgbClr val="CFA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1" name="Freeform 275">
                <a:extLst>
                  <a:ext uri="{FF2B5EF4-FFF2-40B4-BE49-F238E27FC236}">
                    <a16:creationId xmlns:a16="http://schemas.microsoft.com/office/drawing/2014/main" id="{15B62863-FC7B-4262-AC4F-A16F670D6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141"/>
                <a:ext cx="28" cy="68"/>
              </a:xfrm>
              <a:custGeom>
                <a:avLst/>
                <a:gdLst>
                  <a:gd name="T0" fmla="*/ 0 w 11"/>
                  <a:gd name="T1" fmla="*/ 317 h 27"/>
                  <a:gd name="T2" fmla="*/ 51 w 11"/>
                  <a:gd name="T3" fmla="*/ 431 h 27"/>
                  <a:gd name="T4" fmla="*/ 181 w 11"/>
                  <a:gd name="T5" fmla="*/ 159 h 27"/>
                  <a:gd name="T6" fmla="*/ 0 w 11"/>
                  <a:gd name="T7" fmla="*/ 22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7">
                    <a:moveTo>
                      <a:pt x="0" y="20"/>
                    </a:moveTo>
                    <a:cubicBezTo>
                      <a:pt x="1" y="22"/>
                      <a:pt x="1" y="25"/>
                      <a:pt x="3" y="27"/>
                    </a:cubicBezTo>
                    <a:cubicBezTo>
                      <a:pt x="6" y="24"/>
                      <a:pt x="11" y="14"/>
                      <a:pt x="11" y="10"/>
                    </a:cubicBezTo>
                    <a:cubicBezTo>
                      <a:pt x="10" y="0"/>
                      <a:pt x="2" y="12"/>
                      <a:pt x="0" y="14"/>
                    </a:cubicBezTo>
                  </a:path>
                </a:pathLst>
              </a:custGeom>
              <a:solidFill>
                <a:srgbClr val="CFA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2" name="Freeform 276">
                <a:extLst>
                  <a:ext uri="{FF2B5EF4-FFF2-40B4-BE49-F238E27FC236}">
                    <a16:creationId xmlns:a16="http://schemas.microsoft.com/office/drawing/2014/main" id="{96072C10-CFFA-4ED7-B0B4-9F533F607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201"/>
                <a:ext cx="20" cy="130"/>
              </a:xfrm>
              <a:custGeom>
                <a:avLst/>
                <a:gdLst>
                  <a:gd name="T0" fmla="*/ 63 w 8"/>
                  <a:gd name="T1" fmla="*/ 125 h 52"/>
                  <a:gd name="T2" fmla="*/ 0 w 8"/>
                  <a:gd name="T3" fmla="*/ 500 h 52"/>
                  <a:gd name="T4" fmla="*/ 125 w 8"/>
                  <a:gd name="T5" fmla="*/ 675 h 52"/>
                  <a:gd name="T6" fmla="*/ 95 w 8"/>
                  <a:gd name="T7" fmla="*/ 500 h 52"/>
                  <a:gd name="T8" fmla="*/ 95 w 8"/>
                  <a:gd name="T9" fmla="*/ 313 h 52"/>
                  <a:gd name="T10" fmla="*/ 125 w 8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2">
                    <a:moveTo>
                      <a:pt x="4" y="8"/>
                    </a:moveTo>
                    <a:cubicBezTo>
                      <a:pt x="1" y="15"/>
                      <a:pt x="0" y="24"/>
                      <a:pt x="0" y="32"/>
                    </a:cubicBezTo>
                    <a:cubicBezTo>
                      <a:pt x="0" y="36"/>
                      <a:pt x="6" y="52"/>
                      <a:pt x="8" y="43"/>
                    </a:cubicBezTo>
                    <a:cubicBezTo>
                      <a:pt x="8" y="40"/>
                      <a:pt x="6" y="35"/>
                      <a:pt x="6" y="32"/>
                    </a:cubicBezTo>
                    <a:cubicBezTo>
                      <a:pt x="6" y="28"/>
                      <a:pt x="6" y="24"/>
                      <a:pt x="6" y="20"/>
                    </a:cubicBezTo>
                    <a:cubicBezTo>
                      <a:pt x="6" y="13"/>
                      <a:pt x="8" y="6"/>
                      <a:pt x="8" y="0"/>
                    </a:cubicBezTo>
                  </a:path>
                </a:pathLst>
              </a:custGeom>
              <a:solidFill>
                <a:srgbClr val="DFC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3" name="Freeform 277">
                <a:extLst>
                  <a:ext uri="{FF2B5EF4-FFF2-40B4-BE49-F238E27FC236}">
                    <a16:creationId xmlns:a16="http://schemas.microsoft.com/office/drawing/2014/main" id="{2BE76B63-C71E-487A-B0AC-683BFA43E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316"/>
                <a:ext cx="22" cy="33"/>
              </a:xfrm>
              <a:custGeom>
                <a:avLst/>
                <a:gdLst>
                  <a:gd name="T0" fmla="*/ 12 w 9"/>
                  <a:gd name="T1" fmla="*/ 84 h 13"/>
                  <a:gd name="T2" fmla="*/ 0 w 9"/>
                  <a:gd name="T3" fmla="*/ 96 h 13"/>
                  <a:gd name="T4" fmla="*/ 29 w 9"/>
                  <a:gd name="T5" fmla="*/ 5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1" y="5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4" y="13"/>
                      <a:pt x="9" y="0"/>
                      <a:pt x="2" y="3"/>
                    </a:cubicBezTo>
                  </a:path>
                </a:pathLst>
              </a:custGeom>
              <a:solidFill>
                <a:srgbClr val="DFC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4" name="Freeform 278">
                <a:extLst>
                  <a:ext uri="{FF2B5EF4-FFF2-40B4-BE49-F238E27FC236}">
                    <a16:creationId xmlns:a16="http://schemas.microsoft.com/office/drawing/2014/main" id="{744FEEB3-DF2E-4C24-BFF9-BFC2EC994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179"/>
                <a:ext cx="15" cy="22"/>
              </a:xfrm>
              <a:custGeom>
                <a:avLst/>
                <a:gdLst>
                  <a:gd name="T0" fmla="*/ 0 w 6"/>
                  <a:gd name="T1" fmla="*/ 71 h 9"/>
                  <a:gd name="T2" fmla="*/ 20 w 6"/>
                  <a:gd name="T3" fmla="*/ 132 h 9"/>
                  <a:gd name="T4" fmla="*/ 95 w 6"/>
                  <a:gd name="T5" fmla="*/ 0 h 9"/>
                  <a:gd name="T6" fmla="*/ 0 w 6"/>
                  <a:gd name="T7" fmla="*/ 4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7"/>
                      <a:pt x="0" y="8"/>
                      <a:pt x="1" y="9"/>
                    </a:cubicBezTo>
                    <a:cubicBezTo>
                      <a:pt x="3" y="9"/>
                      <a:pt x="6" y="2"/>
                      <a:pt x="6" y="0"/>
                    </a:cubicBezTo>
                    <a:cubicBezTo>
                      <a:pt x="4" y="0"/>
                      <a:pt x="2" y="2"/>
                      <a:pt x="0" y="3"/>
                    </a:cubicBezTo>
                  </a:path>
                </a:pathLst>
              </a:custGeom>
              <a:solidFill>
                <a:srgbClr val="DFC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5" name="Freeform 279">
                <a:extLst>
                  <a:ext uri="{FF2B5EF4-FFF2-40B4-BE49-F238E27FC236}">
                    <a16:creationId xmlns:a16="http://schemas.microsoft.com/office/drawing/2014/main" id="{66784B12-D083-45BC-A444-71778FC46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091"/>
                <a:ext cx="113" cy="273"/>
              </a:xfrm>
              <a:custGeom>
                <a:avLst/>
                <a:gdLst>
                  <a:gd name="T0" fmla="*/ 0 w 45"/>
                  <a:gd name="T1" fmla="*/ 659 h 109"/>
                  <a:gd name="T2" fmla="*/ 442 w 45"/>
                  <a:gd name="T3" fmla="*/ 376 h 109"/>
                  <a:gd name="T4" fmla="*/ 600 w 45"/>
                  <a:gd name="T5" fmla="*/ 208 h 109"/>
                  <a:gd name="T6" fmla="*/ 713 w 45"/>
                  <a:gd name="T7" fmla="*/ 0 h 109"/>
                  <a:gd name="T8" fmla="*/ 650 w 45"/>
                  <a:gd name="T9" fmla="*/ 867 h 109"/>
                  <a:gd name="T10" fmla="*/ 600 w 45"/>
                  <a:gd name="T11" fmla="*/ 1272 h 109"/>
                  <a:gd name="T12" fmla="*/ 251 w 45"/>
                  <a:gd name="T13" fmla="*/ 1663 h 109"/>
                  <a:gd name="T14" fmla="*/ 208 w 45"/>
                  <a:gd name="T15" fmla="*/ 1713 h 109"/>
                  <a:gd name="T16" fmla="*/ 472 w 45"/>
                  <a:gd name="T17" fmla="*/ 1034 h 109"/>
                  <a:gd name="T18" fmla="*/ 442 w 45"/>
                  <a:gd name="T19" fmla="*/ 721 h 109"/>
                  <a:gd name="T20" fmla="*/ 239 w 45"/>
                  <a:gd name="T21" fmla="*/ 626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109">
                    <a:moveTo>
                      <a:pt x="0" y="42"/>
                    </a:moveTo>
                    <a:cubicBezTo>
                      <a:pt x="10" y="41"/>
                      <a:pt x="22" y="31"/>
                      <a:pt x="28" y="24"/>
                    </a:cubicBezTo>
                    <a:cubicBezTo>
                      <a:pt x="32" y="21"/>
                      <a:pt x="35" y="17"/>
                      <a:pt x="38" y="13"/>
                    </a:cubicBezTo>
                    <a:cubicBezTo>
                      <a:pt x="40" y="9"/>
                      <a:pt x="42" y="1"/>
                      <a:pt x="45" y="0"/>
                    </a:cubicBezTo>
                    <a:cubicBezTo>
                      <a:pt x="44" y="18"/>
                      <a:pt x="43" y="37"/>
                      <a:pt x="41" y="55"/>
                    </a:cubicBezTo>
                    <a:cubicBezTo>
                      <a:pt x="41" y="63"/>
                      <a:pt x="40" y="73"/>
                      <a:pt x="38" y="81"/>
                    </a:cubicBezTo>
                    <a:cubicBezTo>
                      <a:pt x="35" y="91"/>
                      <a:pt x="25" y="100"/>
                      <a:pt x="16" y="106"/>
                    </a:cubicBezTo>
                    <a:cubicBezTo>
                      <a:pt x="15" y="107"/>
                      <a:pt x="14" y="108"/>
                      <a:pt x="13" y="109"/>
                    </a:cubicBezTo>
                    <a:cubicBezTo>
                      <a:pt x="25" y="99"/>
                      <a:pt x="27" y="80"/>
                      <a:pt x="30" y="66"/>
                    </a:cubicBezTo>
                    <a:cubicBezTo>
                      <a:pt x="30" y="60"/>
                      <a:pt x="31" y="51"/>
                      <a:pt x="28" y="46"/>
                    </a:cubicBezTo>
                    <a:cubicBezTo>
                      <a:pt x="25" y="41"/>
                      <a:pt x="20" y="41"/>
                      <a:pt x="15" y="40"/>
                    </a:cubicBezTo>
                  </a:path>
                </a:pathLst>
              </a:custGeom>
              <a:solidFill>
                <a:srgbClr val="BB77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6" name="Freeform 280">
                <a:extLst>
                  <a:ext uri="{FF2B5EF4-FFF2-40B4-BE49-F238E27FC236}">
                    <a16:creationId xmlns:a16="http://schemas.microsoft.com/office/drawing/2014/main" id="{0D9EEDE0-AA37-47DB-A2BF-CCC1518E5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809"/>
                <a:ext cx="40" cy="172"/>
              </a:xfrm>
              <a:custGeom>
                <a:avLst/>
                <a:gdLst>
                  <a:gd name="T0" fmla="*/ 250 w 16"/>
                  <a:gd name="T1" fmla="*/ 262 h 69"/>
                  <a:gd name="T2" fmla="*/ 20 w 16"/>
                  <a:gd name="T3" fmla="*/ 187 h 69"/>
                  <a:gd name="T4" fmla="*/ 20 w 16"/>
                  <a:gd name="T5" fmla="*/ 1069 h 69"/>
                  <a:gd name="T6" fmla="*/ 250 w 16"/>
                  <a:gd name="T7" fmla="*/ 262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9">
                    <a:moveTo>
                      <a:pt x="16" y="17"/>
                    </a:moveTo>
                    <a:cubicBezTo>
                      <a:pt x="8" y="5"/>
                      <a:pt x="0" y="0"/>
                      <a:pt x="1" y="12"/>
                    </a:cubicBezTo>
                    <a:cubicBezTo>
                      <a:pt x="3" y="24"/>
                      <a:pt x="1" y="69"/>
                      <a:pt x="1" y="69"/>
                    </a:cubicBezTo>
                    <a:cubicBezTo>
                      <a:pt x="7" y="38"/>
                      <a:pt x="8" y="13"/>
                      <a:pt x="16" y="17"/>
                    </a:cubicBezTo>
                    <a:close/>
                  </a:path>
                </a:pathLst>
              </a:custGeom>
              <a:solidFill>
                <a:srgbClr val="E18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7" name="Freeform 281">
                <a:extLst>
                  <a:ext uri="{FF2B5EF4-FFF2-40B4-BE49-F238E27FC236}">
                    <a16:creationId xmlns:a16="http://schemas.microsoft.com/office/drawing/2014/main" id="{6D70D06E-C847-4C6F-ADE7-343089E35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1961"/>
                <a:ext cx="15" cy="60"/>
              </a:xfrm>
              <a:custGeom>
                <a:avLst/>
                <a:gdLst>
                  <a:gd name="T0" fmla="*/ 95 w 6"/>
                  <a:gd name="T1" fmla="*/ 20 h 24"/>
                  <a:gd name="T2" fmla="*/ 33 w 6"/>
                  <a:gd name="T3" fmla="*/ 375 h 24"/>
                  <a:gd name="T4" fmla="*/ 95 w 6"/>
                  <a:gd name="T5" fmla="*/ 363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4">
                    <a:moveTo>
                      <a:pt x="6" y="1"/>
                    </a:moveTo>
                    <a:cubicBezTo>
                      <a:pt x="0" y="0"/>
                      <a:pt x="1" y="20"/>
                      <a:pt x="2" y="24"/>
                    </a:cubicBezTo>
                    <a:cubicBezTo>
                      <a:pt x="3" y="24"/>
                      <a:pt x="5" y="24"/>
                      <a:pt x="6" y="23"/>
                    </a:cubicBezTo>
                  </a:path>
                </a:pathLst>
              </a:custGeom>
              <a:solidFill>
                <a:srgbClr val="EBF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8" name="Freeform 282">
                <a:extLst>
                  <a:ext uri="{FF2B5EF4-FFF2-40B4-BE49-F238E27FC236}">
                    <a16:creationId xmlns:a16="http://schemas.microsoft.com/office/drawing/2014/main" id="{D005DD78-2562-45B6-940A-954636E64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219"/>
                <a:ext cx="15" cy="62"/>
              </a:xfrm>
              <a:custGeom>
                <a:avLst/>
                <a:gdLst>
                  <a:gd name="T0" fmla="*/ 0 w 6"/>
                  <a:gd name="T1" fmla="*/ 0 h 25"/>
                  <a:gd name="T2" fmla="*/ 50 w 6"/>
                  <a:gd name="T3" fmla="*/ 370 h 25"/>
                  <a:gd name="T4" fmla="*/ 33 w 6"/>
                  <a:gd name="T5" fmla="*/ 350 h 25"/>
                  <a:gd name="T6" fmla="*/ 20 w 6"/>
                  <a:gd name="T7" fmla="*/ 37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6" y="1"/>
                      <a:pt x="3" y="19"/>
                      <a:pt x="3" y="24"/>
                    </a:cubicBezTo>
                    <a:cubicBezTo>
                      <a:pt x="3" y="24"/>
                      <a:pt x="3" y="23"/>
                      <a:pt x="2" y="23"/>
                    </a:cubicBezTo>
                    <a:cubicBezTo>
                      <a:pt x="1" y="25"/>
                      <a:pt x="1" y="24"/>
                      <a:pt x="1" y="24"/>
                    </a:cubicBezTo>
                  </a:path>
                </a:pathLst>
              </a:custGeom>
              <a:solidFill>
                <a:srgbClr val="EBF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9" name="Freeform 283">
                <a:extLst>
                  <a:ext uri="{FF2B5EF4-FFF2-40B4-BE49-F238E27FC236}">
                    <a16:creationId xmlns:a16="http://schemas.microsoft.com/office/drawing/2014/main" id="{FB329C4D-8B63-4C4C-B19C-E2D9E5FAF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696"/>
                <a:ext cx="10" cy="53"/>
              </a:xfrm>
              <a:custGeom>
                <a:avLst/>
                <a:gdLst>
                  <a:gd name="T0" fmla="*/ 33 w 4"/>
                  <a:gd name="T1" fmla="*/ 0 h 21"/>
                  <a:gd name="T2" fmla="*/ 0 w 4"/>
                  <a:gd name="T3" fmla="*/ 338 h 21"/>
                  <a:gd name="T4" fmla="*/ 63 w 4"/>
                  <a:gd name="T5" fmla="*/ 31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1">
                    <a:moveTo>
                      <a:pt x="2" y="0"/>
                    </a:moveTo>
                    <a:cubicBezTo>
                      <a:pt x="0" y="6"/>
                      <a:pt x="1" y="15"/>
                      <a:pt x="0" y="21"/>
                    </a:cubicBezTo>
                    <a:cubicBezTo>
                      <a:pt x="1" y="21"/>
                      <a:pt x="3" y="21"/>
                      <a:pt x="4" y="20"/>
                    </a:cubicBezTo>
                  </a:path>
                </a:pathLst>
              </a:custGeom>
              <a:solidFill>
                <a:srgbClr val="EBF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0" name="Freeform 284">
                <a:extLst>
                  <a:ext uri="{FF2B5EF4-FFF2-40B4-BE49-F238E27FC236}">
                    <a16:creationId xmlns:a16="http://schemas.microsoft.com/office/drawing/2014/main" id="{94C5B91B-9BCD-4706-B2DD-D4114CA16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724"/>
                <a:ext cx="10" cy="42"/>
              </a:xfrm>
              <a:custGeom>
                <a:avLst/>
                <a:gdLst>
                  <a:gd name="T0" fmla="*/ 20 w 4"/>
                  <a:gd name="T1" fmla="*/ 0 h 17"/>
                  <a:gd name="T2" fmla="*/ 20 w 4"/>
                  <a:gd name="T3" fmla="*/ 245 h 17"/>
                  <a:gd name="T4" fmla="*/ 63 w 4"/>
                  <a:gd name="T5" fmla="*/ 24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7">
                    <a:moveTo>
                      <a:pt x="1" y="0"/>
                    </a:moveTo>
                    <a:cubicBezTo>
                      <a:pt x="0" y="5"/>
                      <a:pt x="0" y="12"/>
                      <a:pt x="1" y="16"/>
                    </a:cubicBezTo>
                    <a:cubicBezTo>
                      <a:pt x="2" y="17"/>
                      <a:pt x="3" y="16"/>
                      <a:pt x="4" y="16"/>
                    </a:cubicBezTo>
                  </a:path>
                </a:pathLst>
              </a:custGeom>
              <a:solidFill>
                <a:srgbClr val="EBF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1" name="Freeform 285">
                <a:extLst>
                  <a:ext uri="{FF2B5EF4-FFF2-40B4-BE49-F238E27FC236}">
                    <a16:creationId xmlns:a16="http://schemas.microsoft.com/office/drawing/2014/main" id="{F76E4AD3-1418-41D8-909D-32E7958B3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146"/>
                <a:ext cx="13" cy="35"/>
              </a:xfrm>
              <a:custGeom>
                <a:avLst/>
                <a:gdLst>
                  <a:gd name="T0" fmla="*/ 0 w 5"/>
                  <a:gd name="T1" fmla="*/ 0 h 14"/>
                  <a:gd name="T2" fmla="*/ 34 w 5"/>
                  <a:gd name="T3" fmla="*/ 220 h 14"/>
                  <a:gd name="T4" fmla="*/ 68 w 5"/>
                  <a:gd name="T5" fmla="*/ 208 h 14"/>
                  <a:gd name="T6" fmla="*/ 88 w 5"/>
                  <a:gd name="T7" fmla="*/ 2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0" y="4"/>
                      <a:pt x="0" y="10"/>
                      <a:pt x="2" y="14"/>
                    </a:cubicBezTo>
                    <a:cubicBezTo>
                      <a:pt x="2" y="14"/>
                      <a:pt x="3" y="13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</a:path>
                </a:pathLst>
              </a:custGeom>
              <a:solidFill>
                <a:srgbClr val="EBF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2" name="Freeform 286">
                <a:extLst>
                  <a:ext uri="{FF2B5EF4-FFF2-40B4-BE49-F238E27FC236}">
                    <a16:creationId xmlns:a16="http://schemas.microsoft.com/office/drawing/2014/main" id="{EA498831-D5EE-4EC3-BFB3-C08436F5C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509"/>
                <a:ext cx="10" cy="20"/>
              </a:xfrm>
              <a:custGeom>
                <a:avLst/>
                <a:gdLst>
                  <a:gd name="T0" fmla="*/ 20 w 4"/>
                  <a:gd name="T1" fmla="*/ 0 h 8"/>
                  <a:gd name="T2" fmla="*/ 63 w 4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0" y="4"/>
                      <a:pt x="0" y="8"/>
                      <a:pt x="4" y="8"/>
                    </a:cubicBezTo>
                  </a:path>
                </a:pathLst>
              </a:custGeom>
              <a:solidFill>
                <a:srgbClr val="EBF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3" name="Freeform 287">
                <a:extLst>
                  <a:ext uri="{FF2B5EF4-FFF2-40B4-BE49-F238E27FC236}">
                    <a16:creationId xmlns:a16="http://schemas.microsoft.com/office/drawing/2014/main" id="{4C65EC9C-4B81-47AC-BFE5-142BF35A0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384"/>
                <a:ext cx="15" cy="102"/>
              </a:xfrm>
              <a:custGeom>
                <a:avLst/>
                <a:gdLst>
                  <a:gd name="T0" fmla="*/ 0 w 6"/>
                  <a:gd name="T1" fmla="*/ 0 h 41"/>
                  <a:gd name="T2" fmla="*/ 63 w 6"/>
                  <a:gd name="T3" fmla="*/ 321 h 41"/>
                  <a:gd name="T4" fmla="*/ 95 w 6"/>
                  <a:gd name="T5" fmla="*/ 63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1">
                    <a:moveTo>
                      <a:pt x="0" y="0"/>
                    </a:moveTo>
                    <a:cubicBezTo>
                      <a:pt x="3" y="7"/>
                      <a:pt x="4" y="13"/>
                      <a:pt x="4" y="21"/>
                    </a:cubicBezTo>
                    <a:cubicBezTo>
                      <a:pt x="4" y="28"/>
                      <a:pt x="3" y="35"/>
                      <a:pt x="6" y="41"/>
                    </a:cubicBezTo>
                  </a:path>
                </a:pathLst>
              </a:custGeom>
              <a:noFill/>
              <a:ln w="31750" cap="rnd">
                <a:solidFill>
                  <a:srgbClr val="C48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4" name="Freeform 288">
                <a:extLst>
                  <a:ext uri="{FF2B5EF4-FFF2-40B4-BE49-F238E27FC236}">
                    <a16:creationId xmlns:a16="http://schemas.microsoft.com/office/drawing/2014/main" id="{90246386-031D-40C8-A403-E10D1F029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379"/>
                <a:ext cx="10" cy="127"/>
              </a:xfrm>
              <a:custGeom>
                <a:avLst/>
                <a:gdLst>
                  <a:gd name="T0" fmla="*/ 33 w 4"/>
                  <a:gd name="T1" fmla="*/ 0 h 51"/>
                  <a:gd name="T2" fmla="*/ 33 w 4"/>
                  <a:gd name="T3" fmla="*/ 433 h 51"/>
                  <a:gd name="T4" fmla="*/ 0 w 4"/>
                  <a:gd name="T5" fmla="*/ 662 h 51"/>
                  <a:gd name="T6" fmla="*/ 20 w 4"/>
                  <a:gd name="T7" fmla="*/ 787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1">
                    <a:moveTo>
                      <a:pt x="2" y="0"/>
                    </a:moveTo>
                    <a:cubicBezTo>
                      <a:pt x="3" y="10"/>
                      <a:pt x="4" y="19"/>
                      <a:pt x="2" y="28"/>
                    </a:cubicBezTo>
                    <a:cubicBezTo>
                      <a:pt x="2" y="33"/>
                      <a:pt x="0" y="38"/>
                      <a:pt x="0" y="43"/>
                    </a:cubicBezTo>
                    <a:cubicBezTo>
                      <a:pt x="0" y="47"/>
                      <a:pt x="1" y="50"/>
                      <a:pt x="1" y="51"/>
                    </a:cubicBezTo>
                  </a:path>
                </a:pathLst>
              </a:custGeom>
              <a:noFill/>
              <a:ln w="31750" cap="rnd">
                <a:solidFill>
                  <a:srgbClr val="C48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5" name="Freeform 289">
                <a:extLst>
                  <a:ext uri="{FF2B5EF4-FFF2-40B4-BE49-F238E27FC236}">
                    <a16:creationId xmlns:a16="http://schemas.microsoft.com/office/drawing/2014/main" id="{127BD8B7-3056-467B-B53F-EC601EDE5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394"/>
                <a:ext cx="50" cy="110"/>
              </a:xfrm>
              <a:custGeom>
                <a:avLst/>
                <a:gdLst>
                  <a:gd name="T0" fmla="*/ 158 w 20"/>
                  <a:gd name="T1" fmla="*/ 0 h 44"/>
                  <a:gd name="T2" fmla="*/ 238 w 20"/>
                  <a:gd name="T3" fmla="*/ 408 h 44"/>
                  <a:gd name="T4" fmla="*/ 0 w 20"/>
                  <a:gd name="T5" fmla="*/ 688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10" y="0"/>
                    </a:moveTo>
                    <a:cubicBezTo>
                      <a:pt x="20" y="4"/>
                      <a:pt x="14" y="16"/>
                      <a:pt x="15" y="26"/>
                    </a:cubicBezTo>
                    <a:cubicBezTo>
                      <a:pt x="15" y="35"/>
                      <a:pt x="10" y="43"/>
                      <a:pt x="0" y="44"/>
                    </a:cubicBezTo>
                  </a:path>
                </a:pathLst>
              </a:custGeom>
              <a:noFill/>
              <a:ln w="31750" cap="rnd">
                <a:solidFill>
                  <a:srgbClr val="C48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6" name="Freeform 290">
                <a:extLst>
                  <a:ext uri="{FF2B5EF4-FFF2-40B4-BE49-F238E27FC236}">
                    <a16:creationId xmlns:a16="http://schemas.microsoft.com/office/drawing/2014/main" id="{7585058A-E2CC-46BA-AF38-3F9185774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374"/>
                <a:ext cx="28" cy="110"/>
              </a:xfrm>
              <a:custGeom>
                <a:avLst/>
                <a:gdLst>
                  <a:gd name="T0" fmla="*/ 33 w 11"/>
                  <a:gd name="T1" fmla="*/ 688 h 44"/>
                  <a:gd name="T2" fmla="*/ 117 w 11"/>
                  <a:gd name="T3" fmla="*/ 113 h 44"/>
                  <a:gd name="T4" fmla="*/ 0 w 11"/>
                  <a:gd name="T5" fmla="*/ 33 h 44"/>
                  <a:gd name="T6" fmla="*/ 0 w 11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4">
                    <a:moveTo>
                      <a:pt x="2" y="44"/>
                    </a:moveTo>
                    <a:cubicBezTo>
                      <a:pt x="11" y="35"/>
                      <a:pt x="5" y="18"/>
                      <a:pt x="7" y="7"/>
                    </a:cubicBezTo>
                    <a:cubicBezTo>
                      <a:pt x="5" y="5"/>
                      <a:pt x="2" y="4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C48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7" name="Freeform 291">
                <a:extLst>
                  <a:ext uri="{FF2B5EF4-FFF2-40B4-BE49-F238E27FC236}">
                    <a16:creationId xmlns:a16="http://schemas.microsoft.com/office/drawing/2014/main" id="{205C8D77-A576-444C-8CA9-CD67B1706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411"/>
                <a:ext cx="22" cy="103"/>
              </a:xfrm>
              <a:custGeom>
                <a:avLst/>
                <a:gdLst>
                  <a:gd name="T0" fmla="*/ 59 w 9"/>
                  <a:gd name="T1" fmla="*/ 0 h 41"/>
                  <a:gd name="T2" fmla="*/ 103 w 9"/>
                  <a:gd name="T3" fmla="*/ 334 h 41"/>
                  <a:gd name="T4" fmla="*/ 0 w 9"/>
                  <a:gd name="T5" fmla="*/ 65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1">
                    <a:moveTo>
                      <a:pt x="4" y="0"/>
                    </a:moveTo>
                    <a:cubicBezTo>
                      <a:pt x="9" y="4"/>
                      <a:pt x="7" y="16"/>
                      <a:pt x="7" y="21"/>
                    </a:cubicBezTo>
                    <a:cubicBezTo>
                      <a:pt x="9" y="40"/>
                      <a:pt x="4" y="37"/>
                      <a:pt x="0" y="41"/>
                    </a:cubicBezTo>
                  </a:path>
                </a:pathLst>
              </a:custGeom>
              <a:noFill/>
              <a:ln w="31750" cap="rnd">
                <a:solidFill>
                  <a:srgbClr val="C48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8" name="Freeform 292">
                <a:extLst>
                  <a:ext uri="{FF2B5EF4-FFF2-40B4-BE49-F238E27FC236}">
                    <a16:creationId xmlns:a16="http://schemas.microsoft.com/office/drawing/2014/main" id="{64454E15-DE62-44E6-AAA5-7642B79FC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2494"/>
                <a:ext cx="2" cy="25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1" y="3"/>
                      <a:pt x="0" y="9"/>
                      <a:pt x="0" y="10"/>
                    </a:cubicBezTo>
                  </a:path>
                </a:pathLst>
              </a:custGeom>
              <a:noFill/>
              <a:ln w="31750" cap="rnd">
                <a:solidFill>
                  <a:srgbClr val="C48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9" name="Freeform 293">
                <a:extLst>
                  <a:ext uri="{FF2B5EF4-FFF2-40B4-BE49-F238E27FC236}">
                    <a16:creationId xmlns:a16="http://schemas.microsoft.com/office/drawing/2014/main" id="{400831BA-7E02-4138-86ED-61FB0BE3C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349"/>
                <a:ext cx="15" cy="105"/>
              </a:xfrm>
              <a:custGeom>
                <a:avLst/>
                <a:gdLst>
                  <a:gd name="T0" fmla="*/ 0 w 6"/>
                  <a:gd name="T1" fmla="*/ 0 h 42"/>
                  <a:gd name="T2" fmla="*/ 63 w 6"/>
                  <a:gd name="T3" fmla="*/ 20 h 42"/>
                  <a:gd name="T4" fmla="*/ 20 w 6"/>
                  <a:gd name="T5" fmla="*/ 6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2">
                    <a:moveTo>
                      <a:pt x="0" y="0"/>
                    </a:moveTo>
                    <a:cubicBezTo>
                      <a:pt x="1" y="0"/>
                      <a:pt x="3" y="1"/>
                      <a:pt x="4" y="1"/>
                    </a:cubicBezTo>
                    <a:cubicBezTo>
                      <a:pt x="5" y="16"/>
                      <a:pt x="6" y="29"/>
                      <a:pt x="1" y="42"/>
                    </a:cubicBezTo>
                  </a:path>
                </a:pathLst>
              </a:custGeom>
              <a:noFill/>
              <a:ln w="31750" cap="rnd">
                <a:solidFill>
                  <a:srgbClr val="C48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0" name="Freeform 294">
                <a:extLst>
                  <a:ext uri="{FF2B5EF4-FFF2-40B4-BE49-F238E27FC236}">
                    <a16:creationId xmlns:a16="http://schemas.microsoft.com/office/drawing/2014/main" id="{EB1ECD80-64B0-4258-8711-C5407F53D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311"/>
                <a:ext cx="23" cy="90"/>
              </a:xfrm>
              <a:custGeom>
                <a:avLst/>
                <a:gdLst>
                  <a:gd name="T0" fmla="*/ 0 w 9"/>
                  <a:gd name="T1" fmla="*/ 563 h 36"/>
                  <a:gd name="T2" fmla="*/ 151 w 9"/>
                  <a:gd name="T3" fmla="*/ 33 h 36"/>
                  <a:gd name="T4" fmla="*/ 66 w 9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6">
                    <a:moveTo>
                      <a:pt x="0" y="36"/>
                    </a:moveTo>
                    <a:cubicBezTo>
                      <a:pt x="6" y="24"/>
                      <a:pt x="7" y="15"/>
                      <a:pt x="9" y="2"/>
                    </a:cubicBezTo>
                    <a:cubicBezTo>
                      <a:pt x="7" y="1"/>
                      <a:pt x="6" y="0"/>
                      <a:pt x="4" y="0"/>
                    </a:cubicBezTo>
                  </a:path>
                </a:pathLst>
              </a:custGeom>
              <a:noFill/>
              <a:ln w="31750" cap="rnd">
                <a:solidFill>
                  <a:srgbClr val="C48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1" name="Freeform 295">
                <a:extLst>
                  <a:ext uri="{FF2B5EF4-FFF2-40B4-BE49-F238E27FC236}">
                    <a16:creationId xmlns:a16="http://schemas.microsoft.com/office/drawing/2014/main" id="{0E81A826-E281-4BCB-8A94-3110436D2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399"/>
                <a:ext cx="25" cy="120"/>
              </a:xfrm>
              <a:custGeom>
                <a:avLst/>
                <a:gdLst>
                  <a:gd name="T0" fmla="*/ 63 w 10"/>
                  <a:gd name="T1" fmla="*/ 0 h 48"/>
                  <a:gd name="T2" fmla="*/ 63 w 10"/>
                  <a:gd name="T3" fmla="*/ 220 h 48"/>
                  <a:gd name="T4" fmla="*/ 113 w 10"/>
                  <a:gd name="T5" fmla="*/ 470 h 48"/>
                  <a:gd name="T6" fmla="*/ 158 w 10"/>
                  <a:gd name="T7" fmla="*/ 75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8">
                    <a:moveTo>
                      <a:pt x="4" y="0"/>
                    </a:moveTo>
                    <a:cubicBezTo>
                      <a:pt x="2" y="7"/>
                      <a:pt x="2" y="7"/>
                      <a:pt x="4" y="14"/>
                    </a:cubicBezTo>
                    <a:cubicBezTo>
                      <a:pt x="6" y="19"/>
                      <a:pt x="5" y="24"/>
                      <a:pt x="7" y="30"/>
                    </a:cubicBezTo>
                    <a:cubicBezTo>
                      <a:pt x="10" y="40"/>
                      <a:pt x="0" y="45"/>
                      <a:pt x="10" y="48"/>
                    </a:cubicBezTo>
                  </a:path>
                </a:pathLst>
              </a:custGeom>
              <a:noFill/>
              <a:ln w="31750" cap="rnd">
                <a:solidFill>
                  <a:srgbClr val="C48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2" name="Freeform 296">
                <a:extLst>
                  <a:ext uri="{FF2B5EF4-FFF2-40B4-BE49-F238E27FC236}">
                    <a16:creationId xmlns:a16="http://schemas.microsoft.com/office/drawing/2014/main" id="{98E238C9-F96E-46DF-8FD6-CD83DB7A3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389"/>
                <a:ext cx="60" cy="62"/>
              </a:xfrm>
              <a:custGeom>
                <a:avLst/>
                <a:gdLst>
                  <a:gd name="T0" fmla="*/ 0 w 24"/>
                  <a:gd name="T1" fmla="*/ 382 h 25"/>
                  <a:gd name="T2" fmla="*/ 208 w 24"/>
                  <a:gd name="T3" fmla="*/ 166 h 25"/>
                  <a:gd name="T4" fmla="*/ 375 w 24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5">
                    <a:moveTo>
                      <a:pt x="0" y="25"/>
                    </a:moveTo>
                    <a:cubicBezTo>
                      <a:pt x="5" y="20"/>
                      <a:pt x="8" y="17"/>
                      <a:pt x="13" y="11"/>
                    </a:cubicBezTo>
                    <a:cubicBezTo>
                      <a:pt x="17" y="6"/>
                      <a:pt x="17" y="2"/>
                      <a:pt x="24" y="0"/>
                    </a:cubicBezTo>
                  </a:path>
                </a:pathLst>
              </a:custGeom>
              <a:noFill/>
              <a:ln w="31750" cap="rnd">
                <a:solidFill>
                  <a:srgbClr val="C48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3" name="Freeform 297">
                <a:extLst>
                  <a:ext uri="{FF2B5EF4-FFF2-40B4-BE49-F238E27FC236}">
                    <a16:creationId xmlns:a16="http://schemas.microsoft.com/office/drawing/2014/main" id="{06055DB1-9601-40CF-98C0-3647A5BAF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2406"/>
                <a:ext cx="40" cy="83"/>
              </a:xfrm>
              <a:custGeom>
                <a:avLst/>
                <a:gdLst>
                  <a:gd name="T0" fmla="*/ 20 w 16"/>
                  <a:gd name="T1" fmla="*/ 0 h 33"/>
                  <a:gd name="T2" fmla="*/ 113 w 16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3">
                    <a:moveTo>
                      <a:pt x="1" y="0"/>
                    </a:moveTo>
                    <a:cubicBezTo>
                      <a:pt x="0" y="12"/>
                      <a:pt x="16" y="23"/>
                      <a:pt x="7" y="33"/>
                    </a:cubicBezTo>
                  </a:path>
                </a:pathLst>
              </a:custGeom>
              <a:noFill/>
              <a:ln w="31750" cap="rnd">
                <a:solidFill>
                  <a:srgbClr val="C48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4" name="Freeform 298">
                <a:extLst>
                  <a:ext uri="{FF2B5EF4-FFF2-40B4-BE49-F238E27FC236}">
                    <a16:creationId xmlns:a16="http://schemas.microsoft.com/office/drawing/2014/main" id="{1FA44524-9D9D-4443-9EC1-8D31B71DB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361"/>
                <a:ext cx="42" cy="60"/>
              </a:xfrm>
              <a:custGeom>
                <a:avLst/>
                <a:gdLst>
                  <a:gd name="T0" fmla="*/ 0 w 17"/>
                  <a:gd name="T1" fmla="*/ 375 h 24"/>
                  <a:gd name="T2" fmla="*/ 30 w 17"/>
                  <a:gd name="T3" fmla="*/ 250 h 24"/>
                  <a:gd name="T4" fmla="*/ 153 w 17"/>
                  <a:gd name="T5" fmla="*/ 175 h 24"/>
                  <a:gd name="T6" fmla="*/ 183 w 17"/>
                  <a:gd name="T7" fmla="*/ 63 h 24"/>
                  <a:gd name="T8" fmla="*/ 257 w 17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0" y="24"/>
                    </a:moveTo>
                    <a:cubicBezTo>
                      <a:pt x="2" y="21"/>
                      <a:pt x="0" y="18"/>
                      <a:pt x="2" y="16"/>
                    </a:cubicBezTo>
                    <a:cubicBezTo>
                      <a:pt x="5" y="14"/>
                      <a:pt x="8" y="13"/>
                      <a:pt x="10" y="11"/>
                    </a:cubicBezTo>
                    <a:cubicBezTo>
                      <a:pt x="11" y="9"/>
                      <a:pt x="11" y="6"/>
                      <a:pt x="12" y="4"/>
                    </a:cubicBezTo>
                    <a:cubicBezTo>
                      <a:pt x="14" y="2"/>
                      <a:pt x="16" y="0"/>
                      <a:pt x="17" y="0"/>
                    </a:cubicBezTo>
                  </a:path>
                </a:pathLst>
              </a:custGeom>
              <a:noFill/>
              <a:ln w="31750" cap="rnd">
                <a:solidFill>
                  <a:srgbClr val="C48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5" name="Freeform 299">
                <a:extLst>
                  <a:ext uri="{FF2B5EF4-FFF2-40B4-BE49-F238E27FC236}">
                    <a16:creationId xmlns:a16="http://schemas.microsoft.com/office/drawing/2014/main" id="{12A79762-10F6-41D2-B463-83D309AAF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329"/>
                <a:ext cx="10" cy="65"/>
              </a:xfrm>
              <a:custGeom>
                <a:avLst/>
                <a:gdLst>
                  <a:gd name="T0" fmla="*/ 63 w 4"/>
                  <a:gd name="T1" fmla="*/ 0 h 26"/>
                  <a:gd name="T2" fmla="*/ 0 w 4"/>
                  <a:gd name="T3" fmla="*/ 175 h 26"/>
                  <a:gd name="T4" fmla="*/ 33 w 4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6">
                    <a:moveTo>
                      <a:pt x="4" y="0"/>
                    </a:moveTo>
                    <a:cubicBezTo>
                      <a:pt x="0" y="4"/>
                      <a:pt x="0" y="5"/>
                      <a:pt x="0" y="11"/>
                    </a:cubicBezTo>
                    <a:cubicBezTo>
                      <a:pt x="1" y="16"/>
                      <a:pt x="3" y="21"/>
                      <a:pt x="2" y="26"/>
                    </a:cubicBezTo>
                  </a:path>
                </a:pathLst>
              </a:custGeom>
              <a:noFill/>
              <a:ln w="31750" cap="rnd">
                <a:solidFill>
                  <a:srgbClr val="C48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6" name="Freeform 300">
                <a:extLst>
                  <a:ext uri="{FF2B5EF4-FFF2-40B4-BE49-F238E27FC236}">
                    <a16:creationId xmlns:a16="http://schemas.microsoft.com/office/drawing/2014/main" id="{537AE09D-87DC-4781-8164-9298EF5CC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414"/>
                <a:ext cx="127" cy="100"/>
              </a:xfrm>
              <a:custGeom>
                <a:avLst/>
                <a:gdLst>
                  <a:gd name="T0" fmla="*/ 341 w 51"/>
                  <a:gd name="T1" fmla="*/ 488 h 40"/>
                  <a:gd name="T2" fmla="*/ 662 w 51"/>
                  <a:gd name="T3" fmla="*/ 300 h 40"/>
                  <a:gd name="T4" fmla="*/ 712 w 51"/>
                  <a:gd name="T5" fmla="*/ 208 h 40"/>
                  <a:gd name="T6" fmla="*/ 774 w 51"/>
                  <a:gd name="T7" fmla="*/ 145 h 40"/>
                  <a:gd name="T8" fmla="*/ 745 w 51"/>
                  <a:gd name="T9" fmla="*/ 63 h 40"/>
                  <a:gd name="T10" fmla="*/ 695 w 51"/>
                  <a:gd name="T11" fmla="*/ 145 h 40"/>
                  <a:gd name="T12" fmla="*/ 662 w 51"/>
                  <a:gd name="T13" fmla="*/ 175 h 40"/>
                  <a:gd name="T14" fmla="*/ 633 w 51"/>
                  <a:gd name="T15" fmla="*/ 158 h 40"/>
                  <a:gd name="T16" fmla="*/ 528 w 51"/>
                  <a:gd name="T17" fmla="*/ 270 h 40"/>
                  <a:gd name="T18" fmla="*/ 528 w 51"/>
                  <a:gd name="T19" fmla="*/ 283 h 40"/>
                  <a:gd name="T20" fmla="*/ 403 w 51"/>
                  <a:gd name="T21" fmla="*/ 395 h 40"/>
                  <a:gd name="T22" fmla="*/ 261 w 51"/>
                  <a:gd name="T23" fmla="*/ 470 h 40"/>
                  <a:gd name="T24" fmla="*/ 125 w 51"/>
                  <a:gd name="T25" fmla="*/ 520 h 40"/>
                  <a:gd name="T26" fmla="*/ 0 w 51"/>
                  <a:gd name="T27" fmla="*/ 613 h 40"/>
                  <a:gd name="T28" fmla="*/ 125 w 51"/>
                  <a:gd name="T29" fmla="*/ 625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1" h="40">
                    <a:moveTo>
                      <a:pt x="22" y="31"/>
                    </a:moveTo>
                    <a:cubicBezTo>
                      <a:pt x="30" y="28"/>
                      <a:pt x="38" y="27"/>
                      <a:pt x="43" y="19"/>
                    </a:cubicBezTo>
                    <a:cubicBezTo>
                      <a:pt x="44" y="17"/>
                      <a:pt x="45" y="15"/>
                      <a:pt x="46" y="13"/>
                    </a:cubicBezTo>
                    <a:cubicBezTo>
                      <a:pt x="47" y="11"/>
                      <a:pt x="49" y="11"/>
                      <a:pt x="50" y="9"/>
                    </a:cubicBezTo>
                    <a:cubicBezTo>
                      <a:pt x="51" y="7"/>
                      <a:pt x="51" y="0"/>
                      <a:pt x="48" y="4"/>
                    </a:cubicBezTo>
                    <a:cubicBezTo>
                      <a:pt x="46" y="6"/>
                      <a:pt x="46" y="8"/>
                      <a:pt x="45" y="9"/>
                    </a:cubicBezTo>
                    <a:cubicBezTo>
                      <a:pt x="45" y="10"/>
                      <a:pt x="44" y="11"/>
                      <a:pt x="43" y="11"/>
                    </a:cubicBezTo>
                    <a:cubicBezTo>
                      <a:pt x="43" y="12"/>
                      <a:pt x="42" y="10"/>
                      <a:pt x="41" y="10"/>
                    </a:cubicBezTo>
                    <a:cubicBezTo>
                      <a:pt x="37" y="11"/>
                      <a:pt x="39" y="18"/>
                      <a:pt x="34" y="17"/>
                    </a:cubicBezTo>
                    <a:cubicBezTo>
                      <a:pt x="34" y="17"/>
                      <a:pt x="34" y="18"/>
                      <a:pt x="34" y="18"/>
                    </a:cubicBezTo>
                    <a:cubicBezTo>
                      <a:pt x="31" y="20"/>
                      <a:pt x="29" y="23"/>
                      <a:pt x="26" y="25"/>
                    </a:cubicBezTo>
                    <a:cubicBezTo>
                      <a:pt x="23" y="27"/>
                      <a:pt x="20" y="28"/>
                      <a:pt x="17" y="30"/>
                    </a:cubicBezTo>
                    <a:cubicBezTo>
                      <a:pt x="14" y="31"/>
                      <a:pt x="10" y="31"/>
                      <a:pt x="8" y="33"/>
                    </a:cubicBezTo>
                    <a:cubicBezTo>
                      <a:pt x="5" y="35"/>
                      <a:pt x="3" y="38"/>
                      <a:pt x="0" y="39"/>
                    </a:cubicBezTo>
                    <a:cubicBezTo>
                      <a:pt x="8" y="40"/>
                      <a:pt x="8" y="40"/>
                      <a:pt x="8" y="40"/>
                    </a:cubicBezTo>
                  </a:path>
                </a:pathLst>
              </a:custGeom>
              <a:solidFill>
                <a:srgbClr val="F8CA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7" name="Freeform 301">
                <a:extLst>
                  <a:ext uri="{FF2B5EF4-FFF2-40B4-BE49-F238E27FC236}">
                    <a16:creationId xmlns:a16="http://schemas.microsoft.com/office/drawing/2014/main" id="{BF0962B6-52DF-4186-91B3-6B56FEEF6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389"/>
                <a:ext cx="260" cy="145"/>
              </a:xfrm>
              <a:custGeom>
                <a:avLst/>
                <a:gdLst>
                  <a:gd name="T0" fmla="*/ 238 w 104"/>
                  <a:gd name="T1" fmla="*/ 208 h 58"/>
                  <a:gd name="T2" fmla="*/ 250 w 104"/>
                  <a:gd name="T3" fmla="*/ 333 h 58"/>
                  <a:gd name="T4" fmla="*/ 333 w 104"/>
                  <a:gd name="T5" fmla="*/ 375 h 58"/>
                  <a:gd name="T6" fmla="*/ 363 w 104"/>
                  <a:gd name="T7" fmla="*/ 425 h 58"/>
                  <a:gd name="T8" fmla="*/ 395 w 104"/>
                  <a:gd name="T9" fmla="*/ 458 h 58"/>
                  <a:gd name="T10" fmla="*/ 458 w 104"/>
                  <a:gd name="T11" fmla="*/ 533 h 58"/>
                  <a:gd name="T12" fmla="*/ 675 w 104"/>
                  <a:gd name="T13" fmla="*/ 645 h 58"/>
                  <a:gd name="T14" fmla="*/ 750 w 104"/>
                  <a:gd name="T15" fmla="*/ 658 h 58"/>
                  <a:gd name="T16" fmla="*/ 833 w 104"/>
                  <a:gd name="T17" fmla="*/ 720 h 58"/>
                  <a:gd name="T18" fmla="*/ 925 w 104"/>
                  <a:gd name="T19" fmla="*/ 738 h 58"/>
                  <a:gd name="T20" fmla="*/ 1000 w 104"/>
                  <a:gd name="T21" fmla="*/ 738 h 58"/>
                  <a:gd name="T22" fmla="*/ 1095 w 104"/>
                  <a:gd name="T23" fmla="*/ 783 h 58"/>
                  <a:gd name="T24" fmla="*/ 1208 w 104"/>
                  <a:gd name="T25" fmla="*/ 813 h 58"/>
                  <a:gd name="T26" fmla="*/ 1438 w 104"/>
                  <a:gd name="T27" fmla="*/ 833 h 58"/>
                  <a:gd name="T28" fmla="*/ 1533 w 104"/>
                  <a:gd name="T29" fmla="*/ 833 h 58"/>
                  <a:gd name="T30" fmla="*/ 1625 w 104"/>
                  <a:gd name="T31" fmla="*/ 875 h 58"/>
                  <a:gd name="T32" fmla="*/ 1363 w 104"/>
                  <a:gd name="T33" fmla="*/ 895 h 58"/>
                  <a:gd name="T34" fmla="*/ 895 w 104"/>
                  <a:gd name="T35" fmla="*/ 800 h 58"/>
                  <a:gd name="T36" fmla="*/ 375 w 104"/>
                  <a:gd name="T37" fmla="*/ 613 h 58"/>
                  <a:gd name="T38" fmla="*/ 20 w 104"/>
                  <a:gd name="T39" fmla="*/ 250 h 58"/>
                  <a:gd name="T40" fmla="*/ 33 w 104"/>
                  <a:gd name="T41" fmla="*/ 113 h 58"/>
                  <a:gd name="T42" fmla="*/ 63 w 104"/>
                  <a:gd name="T43" fmla="*/ 0 h 58"/>
                  <a:gd name="T44" fmla="*/ 83 w 104"/>
                  <a:gd name="T45" fmla="*/ 0 h 58"/>
                  <a:gd name="T46" fmla="*/ 125 w 104"/>
                  <a:gd name="T47" fmla="*/ 145 h 58"/>
                  <a:gd name="T48" fmla="*/ 220 w 104"/>
                  <a:gd name="T49" fmla="*/ 220 h 5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4" h="58">
                    <a:moveTo>
                      <a:pt x="15" y="13"/>
                    </a:moveTo>
                    <a:cubicBezTo>
                      <a:pt x="14" y="15"/>
                      <a:pt x="15" y="19"/>
                      <a:pt x="16" y="21"/>
                    </a:cubicBezTo>
                    <a:cubicBezTo>
                      <a:pt x="17" y="23"/>
                      <a:pt x="20" y="22"/>
                      <a:pt x="21" y="24"/>
                    </a:cubicBezTo>
                    <a:cubicBezTo>
                      <a:pt x="22" y="25"/>
                      <a:pt x="22" y="26"/>
                      <a:pt x="23" y="27"/>
                    </a:cubicBezTo>
                    <a:cubicBezTo>
                      <a:pt x="23" y="28"/>
                      <a:pt x="25" y="28"/>
                      <a:pt x="25" y="29"/>
                    </a:cubicBezTo>
                    <a:cubicBezTo>
                      <a:pt x="27" y="30"/>
                      <a:pt x="27" y="33"/>
                      <a:pt x="29" y="34"/>
                    </a:cubicBezTo>
                    <a:cubicBezTo>
                      <a:pt x="32" y="38"/>
                      <a:pt x="38" y="41"/>
                      <a:pt x="43" y="41"/>
                    </a:cubicBezTo>
                    <a:cubicBezTo>
                      <a:pt x="46" y="40"/>
                      <a:pt x="46" y="39"/>
                      <a:pt x="48" y="42"/>
                    </a:cubicBezTo>
                    <a:cubicBezTo>
                      <a:pt x="50" y="44"/>
                      <a:pt x="50" y="45"/>
                      <a:pt x="53" y="46"/>
                    </a:cubicBezTo>
                    <a:cubicBezTo>
                      <a:pt x="55" y="47"/>
                      <a:pt x="56" y="48"/>
                      <a:pt x="59" y="47"/>
                    </a:cubicBezTo>
                    <a:cubicBezTo>
                      <a:pt x="62" y="46"/>
                      <a:pt x="61" y="45"/>
                      <a:pt x="64" y="47"/>
                    </a:cubicBezTo>
                    <a:cubicBezTo>
                      <a:pt x="67" y="48"/>
                      <a:pt x="68" y="49"/>
                      <a:pt x="70" y="50"/>
                    </a:cubicBezTo>
                    <a:cubicBezTo>
                      <a:pt x="73" y="50"/>
                      <a:pt x="75" y="51"/>
                      <a:pt x="77" y="52"/>
                    </a:cubicBezTo>
                    <a:cubicBezTo>
                      <a:pt x="81" y="53"/>
                      <a:pt x="87" y="53"/>
                      <a:pt x="92" y="53"/>
                    </a:cubicBezTo>
                    <a:cubicBezTo>
                      <a:pt x="94" y="53"/>
                      <a:pt x="96" y="52"/>
                      <a:pt x="98" y="53"/>
                    </a:cubicBezTo>
                    <a:cubicBezTo>
                      <a:pt x="100" y="53"/>
                      <a:pt x="103" y="55"/>
                      <a:pt x="104" y="56"/>
                    </a:cubicBezTo>
                    <a:cubicBezTo>
                      <a:pt x="99" y="58"/>
                      <a:pt x="92" y="58"/>
                      <a:pt x="87" y="57"/>
                    </a:cubicBezTo>
                    <a:cubicBezTo>
                      <a:pt x="76" y="57"/>
                      <a:pt x="67" y="54"/>
                      <a:pt x="57" y="51"/>
                    </a:cubicBezTo>
                    <a:cubicBezTo>
                      <a:pt x="46" y="46"/>
                      <a:pt x="33" y="48"/>
                      <a:pt x="24" y="39"/>
                    </a:cubicBezTo>
                    <a:cubicBezTo>
                      <a:pt x="17" y="33"/>
                      <a:pt x="4" y="25"/>
                      <a:pt x="1" y="16"/>
                    </a:cubicBezTo>
                    <a:cubicBezTo>
                      <a:pt x="0" y="13"/>
                      <a:pt x="1" y="10"/>
                      <a:pt x="2" y="7"/>
                    </a:cubicBezTo>
                    <a:cubicBezTo>
                      <a:pt x="2" y="6"/>
                      <a:pt x="2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2"/>
                      <a:pt x="6" y="6"/>
                      <a:pt x="8" y="9"/>
                    </a:cubicBezTo>
                    <a:cubicBezTo>
                      <a:pt x="10" y="11"/>
                      <a:pt x="12" y="12"/>
                      <a:pt x="14" y="14"/>
                    </a:cubicBezTo>
                  </a:path>
                </a:pathLst>
              </a:custGeom>
              <a:solidFill>
                <a:srgbClr val="F8CA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8" name="Freeform 302">
                <a:extLst>
                  <a:ext uri="{FF2B5EF4-FFF2-40B4-BE49-F238E27FC236}">
                    <a16:creationId xmlns:a16="http://schemas.microsoft.com/office/drawing/2014/main" id="{5CDE1407-6137-4D44-BF43-0612C3806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469"/>
                <a:ext cx="50" cy="57"/>
              </a:xfrm>
              <a:custGeom>
                <a:avLst/>
                <a:gdLst>
                  <a:gd name="T0" fmla="*/ 145 w 20"/>
                  <a:gd name="T1" fmla="*/ 0 h 23"/>
                  <a:gd name="T2" fmla="*/ 175 w 20"/>
                  <a:gd name="T3" fmla="*/ 104 h 23"/>
                  <a:gd name="T4" fmla="*/ 238 w 20"/>
                  <a:gd name="T5" fmla="*/ 166 h 23"/>
                  <a:gd name="T6" fmla="*/ 238 w 20"/>
                  <a:gd name="T7" fmla="*/ 307 h 23"/>
                  <a:gd name="T8" fmla="*/ 50 w 20"/>
                  <a:gd name="T9" fmla="*/ 307 h 23"/>
                  <a:gd name="T10" fmla="*/ 50 w 20"/>
                  <a:gd name="T11" fmla="*/ 9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3">
                    <a:moveTo>
                      <a:pt x="9" y="0"/>
                    </a:moveTo>
                    <a:cubicBezTo>
                      <a:pt x="10" y="2"/>
                      <a:pt x="10" y="5"/>
                      <a:pt x="11" y="7"/>
                    </a:cubicBezTo>
                    <a:cubicBezTo>
                      <a:pt x="12" y="10"/>
                      <a:pt x="13" y="9"/>
                      <a:pt x="15" y="11"/>
                    </a:cubicBezTo>
                    <a:cubicBezTo>
                      <a:pt x="20" y="13"/>
                      <a:pt x="20" y="17"/>
                      <a:pt x="15" y="20"/>
                    </a:cubicBezTo>
                    <a:cubicBezTo>
                      <a:pt x="12" y="21"/>
                      <a:pt x="5" y="23"/>
                      <a:pt x="3" y="20"/>
                    </a:cubicBezTo>
                    <a:cubicBezTo>
                      <a:pt x="0" y="18"/>
                      <a:pt x="3" y="9"/>
                      <a:pt x="3" y="6"/>
                    </a:cubicBezTo>
                  </a:path>
                </a:pathLst>
              </a:custGeom>
              <a:solidFill>
                <a:srgbClr val="2C6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9" name="Freeform 303">
                <a:extLst>
                  <a:ext uri="{FF2B5EF4-FFF2-40B4-BE49-F238E27FC236}">
                    <a16:creationId xmlns:a16="http://schemas.microsoft.com/office/drawing/2014/main" id="{639E24CB-EA75-49C6-B33A-976196470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456"/>
                <a:ext cx="85" cy="60"/>
              </a:xfrm>
              <a:custGeom>
                <a:avLst/>
                <a:gdLst>
                  <a:gd name="T0" fmla="*/ 250 w 34"/>
                  <a:gd name="T1" fmla="*/ 125 h 24"/>
                  <a:gd name="T2" fmla="*/ 125 w 34"/>
                  <a:gd name="T3" fmla="*/ 300 h 24"/>
                  <a:gd name="T4" fmla="*/ 50 w 34"/>
                  <a:gd name="T5" fmla="*/ 345 h 24"/>
                  <a:gd name="T6" fmla="*/ 158 w 34"/>
                  <a:gd name="T7" fmla="*/ 375 h 24"/>
                  <a:gd name="T8" fmla="*/ 533 w 34"/>
                  <a:gd name="T9" fmla="*/ 83 h 24"/>
                  <a:gd name="T10" fmla="*/ 520 w 34"/>
                  <a:gd name="T11" fmla="*/ 0 h 24"/>
                  <a:gd name="T12" fmla="*/ 425 w 34"/>
                  <a:gd name="T13" fmla="*/ 83 h 24"/>
                  <a:gd name="T14" fmla="*/ 363 w 34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24">
                    <a:moveTo>
                      <a:pt x="16" y="8"/>
                    </a:moveTo>
                    <a:cubicBezTo>
                      <a:pt x="15" y="13"/>
                      <a:pt x="13" y="19"/>
                      <a:pt x="8" y="19"/>
                    </a:cubicBezTo>
                    <a:cubicBezTo>
                      <a:pt x="5" y="19"/>
                      <a:pt x="0" y="17"/>
                      <a:pt x="3" y="22"/>
                    </a:cubicBezTo>
                    <a:cubicBezTo>
                      <a:pt x="4" y="24"/>
                      <a:pt x="8" y="24"/>
                      <a:pt x="10" y="24"/>
                    </a:cubicBezTo>
                    <a:cubicBezTo>
                      <a:pt x="19" y="24"/>
                      <a:pt x="33" y="15"/>
                      <a:pt x="34" y="5"/>
                    </a:cubicBezTo>
                    <a:cubicBezTo>
                      <a:pt x="34" y="3"/>
                      <a:pt x="34" y="1"/>
                      <a:pt x="33" y="0"/>
                    </a:cubicBezTo>
                    <a:cubicBezTo>
                      <a:pt x="31" y="2"/>
                      <a:pt x="31" y="5"/>
                      <a:pt x="27" y="5"/>
                    </a:cubicBezTo>
                    <a:cubicBezTo>
                      <a:pt x="24" y="6"/>
                      <a:pt x="20" y="2"/>
                      <a:pt x="23" y="0"/>
                    </a:cubicBezTo>
                  </a:path>
                </a:pathLst>
              </a:custGeom>
              <a:solidFill>
                <a:srgbClr val="2C6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0" name="Freeform 304">
                <a:extLst>
                  <a:ext uri="{FF2B5EF4-FFF2-40B4-BE49-F238E27FC236}">
                    <a16:creationId xmlns:a16="http://schemas.microsoft.com/office/drawing/2014/main" id="{3E5AF585-4B4F-4D4F-B277-58B9C822F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416"/>
                <a:ext cx="33" cy="28"/>
              </a:xfrm>
              <a:custGeom>
                <a:avLst/>
                <a:gdLst>
                  <a:gd name="T0" fmla="*/ 20 w 13"/>
                  <a:gd name="T1" fmla="*/ 20 h 11"/>
                  <a:gd name="T2" fmla="*/ 96 w 13"/>
                  <a:gd name="T3" fmla="*/ 84 h 11"/>
                  <a:gd name="T4" fmla="*/ 193 w 13"/>
                  <a:gd name="T5" fmla="*/ 0 h 11"/>
                  <a:gd name="T6" fmla="*/ 193 w 13"/>
                  <a:gd name="T7" fmla="*/ 84 h 11"/>
                  <a:gd name="T8" fmla="*/ 147 w 13"/>
                  <a:gd name="T9" fmla="*/ 117 h 11"/>
                  <a:gd name="T10" fmla="*/ 0 w 13"/>
                  <a:gd name="T11" fmla="*/ 13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1" y="1"/>
                    </a:moveTo>
                    <a:cubicBezTo>
                      <a:pt x="1" y="4"/>
                      <a:pt x="3" y="6"/>
                      <a:pt x="6" y="5"/>
                    </a:cubicBezTo>
                    <a:cubicBezTo>
                      <a:pt x="9" y="4"/>
                      <a:pt x="10" y="1"/>
                      <a:pt x="12" y="0"/>
                    </a:cubicBezTo>
                    <a:cubicBezTo>
                      <a:pt x="12" y="2"/>
                      <a:pt x="13" y="4"/>
                      <a:pt x="12" y="5"/>
                    </a:cubicBezTo>
                    <a:cubicBezTo>
                      <a:pt x="12" y="8"/>
                      <a:pt x="12" y="7"/>
                      <a:pt x="9" y="7"/>
                    </a:cubicBezTo>
                    <a:cubicBezTo>
                      <a:pt x="5" y="8"/>
                      <a:pt x="3" y="11"/>
                      <a:pt x="0" y="8"/>
                    </a:cubicBezTo>
                  </a:path>
                </a:pathLst>
              </a:custGeom>
              <a:solidFill>
                <a:srgbClr val="2C6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1" name="Freeform 305">
                <a:extLst>
                  <a:ext uri="{FF2B5EF4-FFF2-40B4-BE49-F238E27FC236}">
                    <a16:creationId xmlns:a16="http://schemas.microsoft.com/office/drawing/2014/main" id="{3632F88D-C772-4387-96D1-03694B8D9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376"/>
                <a:ext cx="23" cy="55"/>
              </a:xfrm>
              <a:custGeom>
                <a:avLst/>
                <a:gdLst>
                  <a:gd name="T0" fmla="*/ 20 w 9"/>
                  <a:gd name="T1" fmla="*/ 0 h 22"/>
                  <a:gd name="T2" fmla="*/ 66 w 9"/>
                  <a:gd name="T3" fmla="*/ 345 h 22"/>
                  <a:gd name="T4" fmla="*/ 130 w 9"/>
                  <a:gd name="T5" fmla="*/ 125 h 22"/>
                  <a:gd name="T6" fmla="*/ 0 w 9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2">
                    <a:moveTo>
                      <a:pt x="1" y="0"/>
                    </a:moveTo>
                    <a:cubicBezTo>
                      <a:pt x="5" y="6"/>
                      <a:pt x="3" y="15"/>
                      <a:pt x="4" y="22"/>
                    </a:cubicBezTo>
                    <a:cubicBezTo>
                      <a:pt x="7" y="18"/>
                      <a:pt x="8" y="12"/>
                      <a:pt x="8" y="8"/>
                    </a:cubicBezTo>
                    <a:cubicBezTo>
                      <a:pt x="9" y="0"/>
                      <a:pt x="4" y="4"/>
                      <a:pt x="0" y="0"/>
                    </a:cubicBezTo>
                  </a:path>
                </a:pathLst>
              </a:custGeom>
              <a:solidFill>
                <a:srgbClr val="2C6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2" name="Freeform 306">
                <a:extLst>
                  <a:ext uri="{FF2B5EF4-FFF2-40B4-BE49-F238E27FC236}">
                    <a16:creationId xmlns:a16="http://schemas.microsoft.com/office/drawing/2014/main" id="{9D7D79E5-2668-4373-978D-5E26B78F5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409"/>
                <a:ext cx="15" cy="22"/>
              </a:xfrm>
              <a:custGeom>
                <a:avLst/>
                <a:gdLst>
                  <a:gd name="T0" fmla="*/ 63 w 6"/>
                  <a:gd name="T1" fmla="*/ 0 h 9"/>
                  <a:gd name="T2" fmla="*/ 20 w 6"/>
                  <a:gd name="T3" fmla="*/ 71 h 9"/>
                  <a:gd name="T4" fmla="*/ 95 w 6"/>
                  <a:gd name="T5" fmla="*/ 2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cubicBezTo>
                      <a:pt x="2" y="0"/>
                      <a:pt x="0" y="3"/>
                      <a:pt x="1" y="5"/>
                    </a:cubicBezTo>
                    <a:cubicBezTo>
                      <a:pt x="3" y="9"/>
                      <a:pt x="6" y="4"/>
                      <a:pt x="6" y="2"/>
                    </a:cubicBezTo>
                  </a:path>
                </a:pathLst>
              </a:custGeom>
              <a:solidFill>
                <a:srgbClr val="2C6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3" name="Freeform 307">
                <a:extLst>
                  <a:ext uri="{FF2B5EF4-FFF2-40B4-BE49-F238E27FC236}">
                    <a16:creationId xmlns:a16="http://schemas.microsoft.com/office/drawing/2014/main" id="{7C8AD2DB-09FD-4009-A9C1-BE1E8C56D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321"/>
                <a:ext cx="48" cy="125"/>
              </a:xfrm>
              <a:custGeom>
                <a:avLst/>
                <a:gdLst>
                  <a:gd name="T0" fmla="*/ 114 w 19"/>
                  <a:gd name="T1" fmla="*/ 125 h 50"/>
                  <a:gd name="T2" fmla="*/ 114 w 19"/>
                  <a:gd name="T3" fmla="*/ 500 h 50"/>
                  <a:gd name="T4" fmla="*/ 83 w 19"/>
                  <a:gd name="T5" fmla="*/ 658 h 50"/>
                  <a:gd name="T6" fmla="*/ 0 w 19"/>
                  <a:gd name="T7" fmla="*/ 783 h 50"/>
                  <a:gd name="T8" fmla="*/ 96 w 19"/>
                  <a:gd name="T9" fmla="*/ 750 h 50"/>
                  <a:gd name="T10" fmla="*/ 129 w 19"/>
                  <a:gd name="T11" fmla="*/ 783 h 50"/>
                  <a:gd name="T12" fmla="*/ 179 w 19"/>
                  <a:gd name="T13" fmla="*/ 738 h 50"/>
                  <a:gd name="T14" fmla="*/ 222 w 19"/>
                  <a:gd name="T15" fmla="*/ 625 h 50"/>
                  <a:gd name="T16" fmla="*/ 275 w 19"/>
                  <a:gd name="T17" fmla="*/ 520 h 50"/>
                  <a:gd name="T18" fmla="*/ 288 w 19"/>
                  <a:gd name="T19" fmla="*/ 270 h 50"/>
                  <a:gd name="T20" fmla="*/ 243 w 19"/>
                  <a:gd name="T21" fmla="*/ 20 h 50"/>
                  <a:gd name="T22" fmla="*/ 222 w 19"/>
                  <a:gd name="T23" fmla="*/ 0 h 50"/>
                  <a:gd name="T24" fmla="*/ 179 w 19"/>
                  <a:gd name="T25" fmla="*/ 158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50">
                    <a:moveTo>
                      <a:pt x="7" y="8"/>
                    </a:moveTo>
                    <a:cubicBezTo>
                      <a:pt x="8" y="16"/>
                      <a:pt x="8" y="24"/>
                      <a:pt x="7" y="32"/>
                    </a:cubicBezTo>
                    <a:cubicBezTo>
                      <a:pt x="7" y="35"/>
                      <a:pt x="7" y="39"/>
                      <a:pt x="5" y="42"/>
                    </a:cubicBezTo>
                    <a:cubicBezTo>
                      <a:pt x="3" y="44"/>
                      <a:pt x="0" y="47"/>
                      <a:pt x="0" y="50"/>
                    </a:cubicBezTo>
                    <a:cubicBezTo>
                      <a:pt x="3" y="48"/>
                      <a:pt x="3" y="47"/>
                      <a:pt x="6" y="48"/>
                    </a:cubicBezTo>
                    <a:cubicBezTo>
                      <a:pt x="7" y="48"/>
                      <a:pt x="7" y="50"/>
                      <a:pt x="8" y="50"/>
                    </a:cubicBezTo>
                    <a:cubicBezTo>
                      <a:pt x="10" y="50"/>
                      <a:pt x="11" y="48"/>
                      <a:pt x="11" y="47"/>
                    </a:cubicBezTo>
                    <a:cubicBezTo>
                      <a:pt x="13" y="45"/>
                      <a:pt x="13" y="42"/>
                      <a:pt x="14" y="40"/>
                    </a:cubicBezTo>
                    <a:cubicBezTo>
                      <a:pt x="15" y="37"/>
                      <a:pt x="16" y="35"/>
                      <a:pt x="17" y="33"/>
                    </a:cubicBezTo>
                    <a:cubicBezTo>
                      <a:pt x="19" y="28"/>
                      <a:pt x="18" y="22"/>
                      <a:pt x="18" y="17"/>
                    </a:cubicBezTo>
                    <a:cubicBezTo>
                      <a:pt x="17" y="13"/>
                      <a:pt x="18" y="4"/>
                      <a:pt x="15" y="1"/>
                    </a:cubicBezTo>
                    <a:cubicBezTo>
                      <a:pt x="15" y="1"/>
                      <a:pt x="15" y="0"/>
                      <a:pt x="14" y="0"/>
                    </a:cubicBezTo>
                    <a:cubicBezTo>
                      <a:pt x="14" y="3"/>
                      <a:pt x="14" y="9"/>
                      <a:pt x="11" y="10"/>
                    </a:cubicBezTo>
                  </a:path>
                </a:pathLst>
              </a:custGeom>
              <a:solidFill>
                <a:srgbClr val="2C6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4" name="Freeform 308">
                <a:extLst>
                  <a:ext uri="{FF2B5EF4-FFF2-40B4-BE49-F238E27FC236}">
                    <a16:creationId xmlns:a16="http://schemas.microsoft.com/office/drawing/2014/main" id="{41A507B8-3E4F-4267-B49B-D4E15FC19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306"/>
                <a:ext cx="18" cy="45"/>
              </a:xfrm>
              <a:custGeom>
                <a:avLst/>
                <a:gdLst>
                  <a:gd name="T0" fmla="*/ 0 w 7"/>
                  <a:gd name="T1" fmla="*/ 0 h 18"/>
                  <a:gd name="T2" fmla="*/ 33 w 7"/>
                  <a:gd name="T3" fmla="*/ 125 h 18"/>
                  <a:gd name="T4" fmla="*/ 54 w 7"/>
                  <a:gd name="T5" fmla="*/ 283 h 18"/>
                  <a:gd name="T6" fmla="*/ 67 w 7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1" y="3"/>
                      <a:pt x="2" y="6"/>
                      <a:pt x="2" y="8"/>
                    </a:cubicBezTo>
                    <a:cubicBezTo>
                      <a:pt x="2" y="11"/>
                      <a:pt x="2" y="16"/>
                      <a:pt x="3" y="18"/>
                    </a:cubicBezTo>
                    <a:cubicBezTo>
                      <a:pt x="7" y="12"/>
                      <a:pt x="5" y="6"/>
                      <a:pt x="4" y="0"/>
                    </a:cubicBezTo>
                  </a:path>
                </a:pathLst>
              </a:custGeom>
              <a:solidFill>
                <a:srgbClr val="2C6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5" name="Freeform 309">
                <a:extLst>
                  <a:ext uri="{FF2B5EF4-FFF2-40B4-BE49-F238E27FC236}">
                    <a16:creationId xmlns:a16="http://schemas.microsoft.com/office/drawing/2014/main" id="{58BA8919-049D-411A-8B8D-08642A7EC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481"/>
                <a:ext cx="42" cy="45"/>
              </a:xfrm>
              <a:custGeom>
                <a:avLst/>
                <a:gdLst>
                  <a:gd name="T0" fmla="*/ 62 w 17"/>
                  <a:gd name="T1" fmla="*/ 0 h 18"/>
                  <a:gd name="T2" fmla="*/ 153 w 17"/>
                  <a:gd name="T3" fmla="*/ 83 h 18"/>
                  <a:gd name="T4" fmla="*/ 257 w 17"/>
                  <a:gd name="T5" fmla="*/ 20 h 18"/>
                  <a:gd name="T6" fmla="*/ 257 w 17"/>
                  <a:gd name="T7" fmla="*/ 158 h 18"/>
                  <a:gd name="T8" fmla="*/ 212 w 17"/>
                  <a:gd name="T9" fmla="*/ 238 h 18"/>
                  <a:gd name="T10" fmla="*/ 0 w 17"/>
                  <a:gd name="T11" fmla="*/ 20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8">
                    <a:moveTo>
                      <a:pt x="4" y="0"/>
                    </a:moveTo>
                    <a:cubicBezTo>
                      <a:pt x="6" y="2"/>
                      <a:pt x="6" y="4"/>
                      <a:pt x="10" y="5"/>
                    </a:cubicBezTo>
                    <a:cubicBezTo>
                      <a:pt x="13" y="5"/>
                      <a:pt x="16" y="3"/>
                      <a:pt x="17" y="1"/>
                    </a:cubicBezTo>
                    <a:cubicBezTo>
                      <a:pt x="17" y="4"/>
                      <a:pt x="17" y="6"/>
                      <a:pt x="17" y="10"/>
                    </a:cubicBezTo>
                    <a:cubicBezTo>
                      <a:pt x="17" y="13"/>
                      <a:pt x="17" y="14"/>
                      <a:pt x="14" y="15"/>
                    </a:cubicBezTo>
                    <a:cubicBezTo>
                      <a:pt x="9" y="18"/>
                      <a:pt x="4" y="16"/>
                      <a:pt x="0" y="13"/>
                    </a:cubicBezTo>
                  </a:path>
                </a:pathLst>
              </a:custGeom>
              <a:solidFill>
                <a:srgbClr val="2C6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6" name="Freeform 310">
                <a:extLst>
                  <a:ext uri="{FF2B5EF4-FFF2-40B4-BE49-F238E27FC236}">
                    <a16:creationId xmlns:a16="http://schemas.microsoft.com/office/drawing/2014/main" id="{C0D941BF-8D10-4BF6-AF14-82C82E7D6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454"/>
                <a:ext cx="42" cy="45"/>
              </a:xfrm>
              <a:custGeom>
                <a:avLst/>
                <a:gdLst>
                  <a:gd name="T0" fmla="*/ 74 w 17"/>
                  <a:gd name="T1" fmla="*/ 0 h 18"/>
                  <a:gd name="T2" fmla="*/ 121 w 17"/>
                  <a:gd name="T3" fmla="*/ 188 h 18"/>
                  <a:gd name="T4" fmla="*/ 257 w 17"/>
                  <a:gd name="T5" fmla="*/ 145 h 18"/>
                  <a:gd name="T6" fmla="*/ 257 w 17"/>
                  <a:gd name="T7" fmla="*/ 238 h 18"/>
                  <a:gd name="T8" fmla="*/ 183 w 17"/>
                  <a:gd name="T9" fmla="*/ 270 h 18"/>
                  <a:gd name="T10" fmla="*/ 91 w 17"/>
                  <a:gd name="T11" fmla="*/ 270 h 18"/>
                  <a:gd name="T12" fmla="*/ 0 w 17"/>
                  <a:gd name="T13" fmla="*/ 20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5" y="0"/>
                    </a:moveTo>
                    <a:cubicBezTo>
                      <a:pt x="6" y="3"/>
                      <a:pt x="6" y="9"/>
                      <a:pt x="8" y="12"/>
                    </a:cubicBezTo>
                    <a:cubicBezTo>
                      <a:pt x="11" y="15"/>
                      <a:pt x="15" y="12"/>
                      <a:pt x="17" y="9"/>
                    </a:cubicBezTo>
                    <a:cubicBezTo>
                      <a:pt x="17" y="10"/>
                      <a:pt x="17" y="13"/>
                      <a:pt x="17" y="15"/>
                    </a:cubicBezTo>
                    <a:cubicBezTo>
                      <a:pt x="16" y="18"/>
                      <a:pt x="15" y="17"/>
                      <a:pt x="12" y="17"/>
                    </a:cubicBezTo>
                    <a:cubicBezTo>
                      <a:pt x="11" y="17"/>
                      <a:pt x="8" y="18"/>
                      <a:pt x="6" y="17"/>
                    </a:cubicBezTo>
                    <a:cubicBezTo>
                      <a:pt x="4" y="17"/>
                      <a:pt x="3" y="14"/>
                      <a:pt x="0" y="13"/>
                    </a:cubicBezTo>
                  </a:path>
                </a:pathLst>
              </a:custGeom>
              <a:solidFill>
                <a:srgbClr val="2C6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7" name="Freeform 311">
                <a:extLst>
                  <a:ext uri="{FF2B5EF4-FFF2-40B4-BE49-F238E27FC236}">
                    <a16:creationId xmlns:a16="http://schemas.microsoft.com/office/drawing/2014/main" id="{EE8572EE-457B-4A20-9952-447438E44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436"/>
                <a:ext cx="40" cy="28"/>
              </a:xfrm>
              <a:custGeom>
                <a:avLst/>
                <a:gdLst>
                  <a:gd name="T0" fmla="*/ 33 w 16"/>
                  <a:gd name="T1" fmla="*/ 0 h 11"/>
                  <a:gd name="T2" fmla="*/ 145 w 16"/>
                  <a:gd name="T3" fmla="*/ 84 h 11"/>
                  <a:gd name="T4" fmla="*/ 208 w 16"/>
                  <a:gd name="T5" fmla="*/ 181 h 11"/>
                  <a:gd name="T6" fmla="*/ 113 w 16"/>
                  <a:gd name="T7" fmla="*/ 130 h 11"/>
                  <a:gd name="T8" fmla="*/ 0 w 16"/>
                  <a:gd name="T9" fmla="*/ 9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1">
                    <a:moveTo>
                      <a:pt x="2" y="0"/>
                    </a:moveTo>
                    <a:cubicBezTo>
                      <a:pt x="3" y="4"/>
                      <a:pt x="6" y="4"/>
                      <a:pt x="9" y="5"/>
                    </a:cubicBezTo>
                    <a:cubicBezTo>
                      <a:pt x="10" y="6"/>
                      <a:pt x="16" y="8"/>
                      <a:pt x="13" y="11"/>
                    </a:cubicBezTo>
                    <a:cubicBezTo>
                      <a:pt x="12" y="9"/>
                      <a:pt x="9" y="8"/>
                      <a:pt x="7" y="8"/>
                    </a:cubicBezTo>
                    <a:cubicBezTo>
                      <a:pt x="5" y="7"/>
                      <a:pt x="2" y="8"/>
                      <a:pt x="0" y="6"/>
                    </a:cubicBezTo>
                  </a:path>
                </a:pathLst>
              </a:custGeom>
              <a:solidFill>
                <a:srgbClr val="2C6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8" name="Freeform 312">
                <a:extLst>
                  <a:ext uri="{FF2B5EF4-FFF2-40B4-BE49-F238E27FC236}">
                    <a16:creationId xmlns:a16="http://schemas.microsoft.com/office/drawing/2014/main" id="{1044029D-1EEA-4985-82A9-9015E0C0D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406"/>
                <a:ext cx="40" cy="83"/>
              </a:xfrm>
              <a:custGeom>
                <a:avLst/>
                <a:gdLst>
                  <a:gd name="T0" fmla="*/ 0 w 16"/>
                  <a:gd name="T1" fmla="*/ 209 h 33"/>
                  <a:gd name="T2" fmla="*/ 175 w 16"/>
                  <a:gd name="T3" fmla="*/ 0 h 33"/>
                  <a:gd name="T4" fmla="*/ 188 w 16"/>
                  <a:gd name="T5" fmla="*/ 146 h 33"/>
                  <a:gd name="T6" fmla="*/ 238 w 16"/>
                  <a:gd name="T7" fmla="*/ 272 h 33"/>
                  <a:gd name="T8" fmla="*/ 175 w 16"/>
                  <a:gd name="T9" fmla="*/ 380 h 33"/>
                  <a:gd name="T10" fmla="*/ 63 w 16"/>
                  <a:gd name="T11" fmla="*/ 526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3">
                    <a:moveTo>
                      <a:pt x="0" y="13"/>
                    </a:moveTo>
                    <a:cubicBezTo>
                      <a:pt x="2" y="10"/>
                      <a:pt x="6" y="1"/>
                      <a:pt x="11" y="0"/>
                    </a:cubicBezTo>
                    <a:cubicBezTo>
                      <a:pt x="10" y="4"/>
                      <a:pt x="10" y="5"/>
                      <a:pt x="12" y="9"/>
                    </a:cubicBezTo>
                    <a:cubicBezTo>
                      <a:pt x="13" y="11"/>
                      <a:pt x="16" y="14"/>
                      <a:pt x="15" y="17"/>
                    </a:cubicBezTo>
                    <a:cubicBezTo>
                      <a:pt x="15" y="19"/>
                      <a:pt x="12" y="22"/>
                      <a:pt x="11" y="24"/>
                    </a:cubicBezTo>
                    <a:cubicBezTo>
                      <a:pt x="9" y="27"/>
                      <a:pt x="6" y="30"/>
                      <a:pt x="4" y="33"/>
                    </a:cubicBezTo>
                  </a:path>
                </a:pathLst>
              </a:custGeom>
              <a:solidFill>
                <a:srgbClr val="2C6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9" name="Freeform 313">
                <a:extLst>
                  <a:ext uri="{FF2B5EF4-FFF2-40B4-BE49-F238E27FC236}">
                    <a16:creationId xmlns:a16="http://schemas.microsoft.com/office/drawing/2014/main" id="{3BD7BE66-8CC7-410C-BF01-21E50F7B4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409"/>
                <a:ext cx="45" cy="42"/>
              </a:xfrm>
              <a:custGeom>
                <a:avLst/>
                <a:gdLst>
                  <a:gd name="T0" fmla="*/ 145 w 18"/>
                  <a:gd name="T1" fmla="*/ 0 h 17"/>
                  <a:gd name="T2" fmla="*/ 158 w 18"/>
                  <a:gd name="T3" fmla="*/ 91 h 17"/>
                  <a:gd name="T4" fmla="*/ 220 w 18"/>
                  <a:gd name="T5" fmla="*/ 133 h 17"/>
                  <a:gd name="T6" fmla="*/ 188 w 18"/>
                  <a:gd name="T7" fmla="*/ 257 h 17"/>
                  <a:gd name="T8" fmla="*/ 125 w 18"/>
                  <a:gd name="T9" fmla="*/ 153 h 17"/>
                  <a:gd name="T10" fmla="*/ 0 w 18"/>
                  <a:gd name="T11" fmla="*/ 9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7">
                    <a:moveTo>
                      <a:pt x="9" y="0"/>
                    </a:moveTo>
                    <a:cubicBezTo>
                      <a:pt x="9" y="2"/>
                      <a:pt x="9" y="4"/>
                      <a:pt x="10" y="6"/>
                    </a:cubicBezTo>
                    <a:cubicBezTo>
                      <a:pt x="11" y="8"/>
                      <a:pt x="12" y="8"/>
                      <a:pt x="14" y="9"/>
                    </a:cubicBezTo>
                    <a:cubicBezTo>
                      <a:pt x="18" y="12"/>
                      <a:pt x="13" y="13"/>
                      <a:pt x="12" y="17"/>
                    </a:cubicBezTo>
                    <a:cubicBezTo>
                      <a:pt x="11" y="15"/>
                      <a:pt x="9" y="12"/>
                      <a:pt x="8" y="10"/>
                    </a:cubicBezTo>
                    <a:cubicBezTo>
                      <a:pt x="5" y="5"/>
                      <a:pt x="4" y="8"/>
                      <a:pt x="0" y="6"/>
                    </a:cubicBezTo>
                  </a:path>
                </a:pathLst>
              </a:custGeom>
              <a:solidFill>
                <a:srgbClr val="2C6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0" name="Freeform 314">
                <a:extLst>
                  <a:ext uri="{FF2B5EF4-FFF2-40B4-BE49-F238E27FC236}">
                    <a16:creationId xmlns:a16="http://schemas.microsoft.com/office/drawing/2014/main" id="{465CDC47-A850-4265-B809-6EAC5BAED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351"/>
                <a:ext cx="18" cy="70"/>
              </a:xfrm>
              <a:custGeom>
                <a:avLst/>
                <a:gdLst>
                  <a:gd name="T0" fmla="*/ 118 w 7"/>
                  <a:gd name="T1" fmla="*/ 95 h 28"/>
                  <a:gd name="T2" fmla="*/ 33 w 7"/>
                  <a:gd name="T3" fmla="*/ 438 h 28"/>
                  <a:gd name="T4" fmla="*/ 21 w 7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8">
                    <a:moveTo>
                      <a:pt x="7" y="6"/>
                    </a:moveTo>
                    <a:cubicBezTo>
                      <a:pt x="0" y="11"/>
                      <a:pt x="6" y="21"/>
                      <a:pt x="2" y="28"/>
                    </a:cubicBezTo>
                    <a:cubicBezTo>
                      <a:pt x="0" y="19"/>
                      <a:pt x="3" y="9"/>
                      <a:pt x="1" y="0"/>
                    </a:cubicBezTo>
                  </a:path>
                </a:pathLst>
              </a:custGeom>
              <a:solidFill>
                <a:srgbClr val="2C6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1" name="Freeform 315">
                <a:extLst>
                  <a:ext uri="{FF2B5EF4-FFF2-40B4-BE49-F238E27FC236}">
                    <a16:creationId xmlns:a16="http://schemas.microsoft.com/office/drawing/2014/main" id="{91B31616-9264-4CAE-A59C-62CAEFD1F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2366"/>
                <a:ext cx="27" cy="30"/>
              </a:xfrm>
              <a:custGeom>
                <a:avLst/>
                <a:gdLst>
                  <a:gd name="T0" fmla="*/ 42 w 11"/>
                  <a:gd name="T1" fmla="*/ 0 h 12"/>
                  <a:gd name="T2" fmla="*/ 162 w 11"/>
                  <a:gd name="T3" fmla="*/ 175 h 12"/>
                  <a:gd name="T4" fmla="*/ 12 w 11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3" y="0"/>
                    </a:moveTo>
                    <a:cubicBezTo>
                      <a:pt x="0" y="4"/>
                      <a:pt x="9" y="7"/>
                      <a:pt x="11" y="11"/>
                    </a:cubicBezTo>
                    <a:cubicBezTo>
                      <a:pt x="7" y="12"/>
                      <a:pt x="2" y="8"/>
                      <a:pt x="1" y="4"/>
                    </a:cubicBezTo>
                  </a:path>
                </a:pathLst>
              </a:custGeom>
              <a:solidFill>
                <a:srgbClr val="2C6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2" name="Freeform 316">
                <a:extLst>
                  <a:ext uri="{FF2B5EF4-FFF2-40B4-BE49-F238E27FC236}">
                    <a16:creationId xmlns:a16="http://schemas.microsoft.com/office/drawing/2014/main" id="{FC000FF8-5D42-43C9-B165-132C56BB0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2444"/>
                <a:ext cx="28" cy="52"/>
              </a:xfrm>
              <a:custGeom>
                <a:avLst/>
                <a:gdLst>
                  <a:gd name="T0" fmla="*/ 33 w 11"/>
                  <a:gd name="T1" fmla="*/ 74 h 21"/>
                  <a:gd name="T2" fmla="*/ 0 w 11"/>
                  <a:gd name="T3" fmla="*/ 258 h 21"/>
                  <a:gd name="T4" fmla="*/ 33 w 11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2" y="5"/>
                    </a:moveTo>
                    <a:cubicBezTo>
                      <a:pt x="2" y="7"/>
                      <a:pt x="5" y="20"/>
                      <a:pt x="0" y="17"/>
                    </a:cubicBezTo>
                    <a:cubicBezTo>
                      <a:pt x="11" y="21"/>
                      <a:pt x="0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3" name="Freeform 317">
                <a:extLst>
                  <a:ext uri="{FF2B5EF4-FFF2-40B4-BE49-F238E27FC236}">
                    <a16:creationId xmlns:a16="http://schemas.microsoft.com/office/drawing/2014/main" id="{FC9F429B-8E9D-4494-84A4-18531D237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461"/>
                <a:ext cx="32" cy="48"/>
              </a:xfrm>
              <a:custGeom>
                <a:avLst/>
                <a:gdLst>
                  <a:gd name="T0" fmla="*/ 133 w 13"/>
                  <a:gd name="T1" fmla="*/ 51 h 19"/>
                  <a:gd name="T2" fmla="*/ 133 w 13"/>
                  <a:gd name="T3" fmla="*/ 210 h 19"/>
                  <a:gd name="T4" fmla="*/ 0 w 13"/>
                  <a:gd name="T5" fmla="*/ 222 h 19"/>
                  <a:gd name="T6" fmla="*/ 182 w 13"/>
                  <a:gd name="T7" fmla="*/ 222 h 19"/>
                  <a:gd name="T8" fmla="*/ 162 w 13"/>
                  <a:gd name="T9" fmla="*/ 114 h 19"/>
                  <a:gd name="T10" fmla="*/ 153 w 13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9" y="3"/>
                    </a:moveTo>
                    <a:cubicBezTo>
                      <a:pt x="10" y="5"/>
                      <a:pt x="11" y="12"/>
                      <a:pt x="9" y="13"/>
                    </a:cubicBezTo>
                    <a:cubicBezTo>
                      <a:pt x="7" y="16"/>
                      <a:pt x="2" y="14"/>
                      <a:pt x="0" y="14"/>
                    </a:cubicBezTo>
                    <a:cubicBezTo>
                      <a:pt x="3" y="16"/>
                      <a:pt x="10" y="19"/>
                      <a:pt x="12" y="14"/>
                    </a:cubicBezTo>
                    <a:cubicBezTo>
                      <a:pt x="13" y="12"/>
                      <a:pt x="12" y="9"/>
                      <a:pt x="11" y="7"/>
                    </a:cubicBezTo>
                    <a:cubicBezTo>
                      <a:pt x="11" y="4"/>
                      <a:pt x="10" y="2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4" name="Freeform 318">
                <a:extLst>
                  <a:ext uri="{FF2B5EF4-FFF2-40B4-BE49-F238E27FC236}">
                    <a16:creationId xmlns:a16="http://schemas.microsoft.com/office/drawing/2014/main" id="{1A0A5483-8D0A-47E7-B64B-151F6EF8B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446"/>
                <a:ext cx="7" cy="53"/>
              </a:xfrm>
              <a:custGeom>
                <a:avLst/>
                <a:gdLst>
                  <a:gd name="T0" fmla="*/ 12 w 3"/>
                  <a:gd name="T1" fmla="*/ 20 h 21"/>
                  <a:gd name="T2" fmla="*/ 12 w 3"/>
                  <a:gd name="T3" fmla="*/ 338 h 21"/>
                  <a:gd name="T4" fmla="*/ 37 w 3"/>
                  <a:gd name="T5" fmla="*/ 159 h 21"/>
                  <a:gd name="T6" fmla="*/ 28 w 3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1">
                    <a:moveTo>
                      <a:pt x="1" y="1"/>
                    </a:moveTo>
                    <a:cubicBezTo>
                      <a:pt x="0" y="8"/>
                      <a:pt x="3" y="14"/>
                      <a:pt x="1" y="21"/>
                    </a:cubicBezTo>
                    <a:cubicBezTo>
                      <a:pt x="2" y="18"/>
                      <a:pt x="3" y="14"/>
                      <a:pt x="3" y="10"/>
                    </a:cubicBezTo>
                    <a:cubicBezTo>
                      <a:pt x="3" y="7"/>
                      <a:pt x="1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5" name="Freeform 319">
                <a:extLst>
                  <a:ext uri="{FF2B5EF4-FFF2-40B4-BE49-F238E27FC236}">
                    <a16:creationId xmlns:a16="http://schemas.microsoft.com/office/drawing/2014/main" id="{9A5C4B7B-EA09-4F85-B504-42FAD1528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446"/>
                <a:ext cx="25" cy="33"/>
              </a:xfrm>
              <a:custGeom>
                <a:avLst/>
                <a:gdLst>
                  <a:gd name="T0" fmla="*/ 125 w 10"/>
                  <a:gd name="T1" fmla="*/ 0 h 13"/>
                  <a:gd name="T2" fmla="*/ 113 w 10"/>
                  <a:gd name="T3" fmla="*/ 129 h 13"/>
                  <a:gd name="T4" fmla="*/ 0 w 10"/>
                  <a:gd name="T5" fmla="*/ 180 h 13"/>
                  <a:gd name="T6" fmla="*/ 125 w 10"/>
                  <a:gd name="T7" fmla="*/ 160 h 13"/>
                  <a:gd name="T8" fmla="*/ 145 w 10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8" y="0"/>
                    </a:moveTo>
                    <a:cubicBezTo>
                      <a:pt x="8" y="3"/>
                      <a:pt x="8" y="6"/>
                      <a:pt x="7" y="8"/>
                    </a:cubicBezTo>
                    <a:cubicBezTo>
                      <a:pt x="5" y="11"/>
                      <a:pt x="3" y="11"/>
                      <a:pt x="0" y="11"/>
                    </a:cubicBezTo>
                    <a:cubicBezTo>
                      <a:pt x="3" y="12"/>
                      <a:pt x="6" y="13"/>
                      <a:pt x="8" y="10"/>
                    </a:cubicBezTo>
                    <a:cubicBezTo>
                      <a:pt x="10" y="7"/>
                      <a:pt x="10" y="3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6" name="Freeform 320">
                <a:extLst>
                  <a:ext uri="{FF2B5EF4-FFF2-40B4-BE49-F238E27FC236}">
                    <a16:creationId xmlns:a16="http://schemas.microsoft.com/office/drawing/2014/main" id="{7020E2CB-1E53-49EA-A3DE-68D044EAA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416"/>
                <a:ext cx="28" cy="35"/>
              </a:xfrm>
              <a:custGeom>
                <a:avLst/>
                <a:gdLst>
                  <a:gd name="T0" fmla="*/ 150 w 11"/>
                  <a:gd name="T1" fmla="*/ 0 h 14"/>
                  <a:gd name="T2" fmla="*/ 0 w 11"/>
                  <a:gd name="T3" fmla="*/ 113 h 14"/>
                  <a:gd name="T4" fmla="*/ 181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9" y="0"/>
                    </a:moveTo>
                    <a:cubicBezTo>
                      <a:pt x="8" y="2"/>
                      <a:pt x="4" y="10"/>
                      <a:pt x="0" y="7"/>
                    </a:cubicBezTo>
                    <a:cubicBezTo>
                      <a:pt x="5" y="14"/>
                      <a:pt x="8" y="2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7" name="Freeform 321">
                <a:extLst>
                  <a:ext uri="{FF2B5EF4-FFF2-40B4-BE49-F238E27FC236}">
                    <a16:creationId xmlns:a16="http://schemas.microsoft.com/office/drawing/2014/main" id="{6DF605E9-9386-4F87-9762-6185D23CE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394"/>
                <a:ext cx="20" cy="15"/>
              </a:xfrm>
              <a:custGeom>
                <a:avLst/>
                <a:gdLst>
                  <a:gd name="T0" fmla="*/ 0 w 8"/>
                  <a:gd name="T1" fmla="*/ 95 h 6"/>
                  <a:gd name="T2" fmla="*/ 125 w 8"/>
                  <a:gd name="T3" fmla="*/ 0 h 6"/>
                  <a:gd name="T4" fmla="*/ 20 w 8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4"/>
                      <a:pt x="6" y="3"/>
                      <a:pt x="8" y="0"/>
                    </a:cubicBezTo>
                    <a:cubicBezTo>
                      <a:pt x="7" y="5"/>
                      <a:pt x="4" y="4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8" name="Freeform 322">
                <a:extLst>
                  <a:ext uri="{FF2B5EF4-FFF2-40B4-BE49-F238E27FC236}">
                    <a16:creationId xmlns:a16="http://schemas.microsoft.com/office/drawing/2014/main" id="{D320C6B2-C253-4563-A557-BC18BEE4B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361"/>
                <a:ext cx="5" cy="58"/>
              </a:xfrm>
              <a:custGeom>
                <a:avLst/>
                <a:gdLst>
                  <a:gd name="T0" fmla="*/ 20 w 2"/>
                  <a:gd name="T1" fmla="*/ 0 h 23"/>
                  <a:gd name="T2" fmla="*/ 33 w 2"/>
                  <a:gd name="T3" fmla="*/ 179 h 23"/>
                  <a:gd name="T4" fmla="*/ 20 w 2"/>
                  <a:gd name="T5" fmla="*/ 36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3">
                    <a:moveTo>
                      <a:pt x="1" y="0"/>
                    </a:moveTo>
                    <a:cubicBezTo>
                      <a:pt x="2" y="4"/>
                      <a:pt x="2" y="7"/>
                      <a:pt x="2" y="11"/>
                    </a:cubicBezTo>
                    <a:cubicBezTo>
                      <a:pt x="2" y="15"/>
                      <a:pt x="0" y="20"/>
                      <a:pt x="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9" name="Freeform 323">
                <a:extLst>
                  <a:ext uri="{FF2B5EF4-FFF2-40B4-BE49-F238E27FC236}">
                    <a16:creationId xmlns:a16="http://schemas.microsoft.com/office/drawing/2014/main" id="{B7DE45D5-198F-4FCC-A664-66B373DCD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464"/>
                <a:ext cx="127" cy="310"/>
              </a:xfrm>
              <a:custGeom>
                <a:avLst/>
                <a:gdLst>
                  <a:gd name="T0" fmla="*/ 0 w 51"/>
                  <a:gd name="T1" fmla="*/ 645 h 124"/>
                  <a:gd name="T2" fmla="*/ 371 w 51"/>
                  <a:gd name="T3" fmla="*/ 408 h 124"/>
                  <a:gd name="T4" fmla="*/ 650 w 51"/>
                  <a:gd name="T5" fmla="*/ 0 h 124"/>
                  <a:gd name="T6" fmla="*/ 712 w 51"/>
                  <a:gd name="T7" fmla="*/ 1113 h 124"/>
                  <a:gd name="T8" fmla="*/ 496 w 51"/>
                  <a:gd name="T9" fmla="*/ 1563 h 124"/>
                  <a:gd name="T10" fmla="*/ 62 w 51"/>
                  <a:gd name="T11" fmla="*/ 1938 h 124"/>
                  <a:gd name="T12" fmla="*/ 416 w 51"/>
                  <a:gd name="T13" fmla="*/ 1208 h 124"/>
                  <a:gd name="T14" fmla="*/ 383 w 51"/>
                  <a:gd name="T15" fmla="*/ 563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24">
                    <a:moveTo>
                      <a:pt x="0" y="41"/>
                    </a:moveTo>
                    <a:cubicBezTo>
                      <a:pt x="8" y="39"/>
                      <a:pt x="18" y="31"/>
                      <a:pt x="24" y="26"/>
                    </a:cubicBezTo>
                    <a:cubicBezTo>
                      <a:pt x="32" y="19"/>
                      <a:pt x="35" y="6"/>
                      <a:pt x="42" y="0"/>
                    </a:cubicBezTo>
                    <a:cubicBezTo>
                      <a:pt x="51" y="17"/>
                      <a:pt x="49" y="52"/>
                      <a:pt x="46" y="71"/>
                    </a:cubicBezTo>
                    <a:cubicBezTo>
                      <a:pt x="44" y="82"/>
                      <a:pt x="40" y="91"/>
                      <a:pt x="32" y="100"/>
                    </a:cubicBezTo>
                    <a:cubicBezTo>
                      <a:pt x="24" y="109"/>
                      <a:pt x="10" y="116"/>
                      <a:pt x="4" y="124"/>
                    </a:cubicBezTo>
                    <a:cubicBezTo>
                      <a:pt x="14" y="108"/>
                      <a:pt x="23" y="96"/>
                      <a:pt x="27" y="77"/>
                    </a:cubicBezTo>
                    <a:cubicBezTo>
                      <a:pt x="31" y="61"/>
                      <a:pt x="24" y="51"/>
                      <a:pt x="25" y="36"/>
                    </a:cubicBezTo>
                  </a:path>
                </a:pathLst>
              </a:custGeom>
              <a:solidFill>
                <a:srgbClr val="F19C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00" name="Freeform 324">
                <a:extLst>
                  <a:ext uri="{FF2B5EF4-FFF2-40B4-BE49-F238E27FC236}">
                    <a16:creationId xmlns:a16="http://schemas.microsoft.com/office/drawing/2014/main" id="{702B6BC4-D1AB-44C5-81E2-5A2814EB4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571"/>
                <a:ext cx="188" cy="270"/>
              </a:xfrm>
              <a:custGeom>
                <a:avLst/>
                <a:gdLst>
                  <a:gd name="T0" fmla="*/ 83 w 75"/>
                  <a:gd name="T1" fmla="*/ 0 h 108"/>
                  <a:gd name="T2" fmla="*/ 817 w 75"/>
                  <a:gd name="T3" fmla="*/ 345 h 108"/>
                  <a:gd name="T4" fmla="*/ 1151 w 75"/>
                  <a:gd name="T5" fmla="*/ 550 h 108"/>
                  <a:gd name="T6" fmla="*/ 1163 w 75"/>
                  <a:gd name="T7" fmla="*/ 1033 h 108"/>
                  <a:gd name="T8" fmla="*/ 742 w 75"/>
                  <a:gd name="T9" fmla="*/ 1595 h 108"/>
                  <a:gd name="T10" fmla="*/ 83 w 75"/>
                  <a:gd name="T11" fmla="*/ 970 h 108"/>
                  <a:gd name="T12" fmla="*/ 50 w 75"/>
                  <a:gd name="T13" fmla="*/ 125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8">
                    <a:moveTo>
                      <a:pt x="5" y="0"/>
                    </a:moveTo>
                    <a:cubicBezTo>
                      <a:pt x="19" y="10"/>
                      <a:pt x="36" y="19"/>
                      <a:pt x="52" y="22"/>
                    </a:cubicBezTo>
                    <a:cubicBezTo>
                      <a:pt x="61" y="25"/>
                      <a:pt x="69" y="24"/>
                      <a:pt x="73" y="35"/>
                    </a:cubicBezTo>
                    <a:cubicBezTo>
                      <a:pt x="75" y="43"/>
                      <a:pt x="74" y="57"/>
                      <a:pt x="74" y="66"/>
                    </a:cubicBezTo>
                    <a:cubicBezTo>
                      <a:pt x="74" y="87"/>
                      <a:pt x="74" y="108"/>
                      <a:pt x="47" y="102"/>
                    </a:cubicBezTo>
                    <a:cubicBezTo>
                      <a:pt x="26" y="97"/>
                      <a:pt x="10" y="83"/>
                      <a:pt x="5" y="62"/>
                    </a:cubicBezTo>
                    <a:cubicBezTo>
                      <a:pt x="0" y="45"/>
                      <a:pt x="0" y="25"/>
                      <a:pt x="3" y="8"/>
                    </a:cubicBezTo>
                  </a:path>
                </a:pathLst>
              </a:custGeom>
              <a:solidFill>
                <a:srgbClr val="F7C5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01" name="Freeform 325">
                <a:extLst>
                  <a:ext uri="{FF2B5EF4-FFF2-40B4-BE49-F238E27FC236}">
                    <a16:creationId xmlns:a16="http://schemas.microsoft.com/office/drawing/2014/main" id="{B3D3DCA4-2EB7-4D7D-8138-D26C76DAB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634"/>
                <a:ext cx="83" cy="145"/>
              </a:xfrm>
              <a:custGeom>
                <a:avLst/>
                <a:gdLst>
                  <a:gd name="T0" fmla="*/ 96 w 33"/>
                  <a:gd name="T1" fmla="*/ 0 h 58"/>
                  <a:gd name="T2" fmla="*/ 254 w 33"/>
                  <a:gd name="T3" fmla="*/ 895 h 58"/>
                  <a:gd name="T4" fmla="*/ 380 w 33"/>
                  <a:gd name="T5" fmla="*/ 5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8">
                    <a:moveTo>
                      <a:pt x="6" y="0"/>
                    </a:moveTo>
                    <a:cubicBezTo>
                      <a:pt x="3" y="12"/>
                      <a:pt x="0" y="58"/>
                      <a:pt x="16" y="57"/>
                    </a:cubicBezTo>
                    <a:cubicBezTo>
                      <a:pt x="33" y="57"/>
                      <a:pt x="27" y="14"/>
                      <a:pt x="24" y="3"/>
                    </a:cubicBezTo>
                  </a:path>
                </a:pathLst>
              </a:custGeom>
              <a:solidFill>
                <a:srgbClr val="FAD4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02" name="Freeform 326">
                <a:extLst>
                  <a:ext uri="{FF2B5EF4-FFF2-40B4-BE49-F238E27FC236}">
                    <a16:creationId xmlns:a16="http://schemas.microsoft.com/office/drawing/2014/main" id="{56AAE92B-A7DC-4AE9-B782-68C481706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339"/>
                <a:ext cx="630" cy="275"/>
              </a:xfrm>
              <a:custGeom>
                <a:avLst/>
                <a:gdLst>
                  <a:gd name="T0" fmla="*/ 0 w 252"/>
                  <a:gd name="T1" fmla="*/ 20 h 110"/>
                  <a:gd name="T2" fmla="*/ 238 w 252"/>
                  <a:gd name="T3" fmla="*/ 500 h 110"/>
                  <a:gd name="T4" fmla="*/ 688 w 252"/>
                  <a:gd name="T5" fmla="*/ 1175 h 110"/>
                  <a:gd name="T6" fmla="*/ 958 w 252"/>
                  <a:gd name="T7" fmla="*/ 1283 h 110"/>
                  <a:gd name="T8" fmla="*/ 1158 w 252"/>
                  <a:gd name="T9" fmla="*/ 1438 h 110"/>
                  <a:gd name="T10" fmla="*/ 1595 w 252"/>
                  <a:gd name="T11" fmla="*/ 1595 h 110"/>
                  <a:gd name="T12" fmla="*/ 1895 w 252"/>
                  <a:gd name="T13" fmla="*/ 1625 h 110"/>
                  <a:gd name="T14" fmla="*/ 2175 w 252"/>
                  <a:gd name="T15" fmla="*/ 1720 h 110"/>
                  <a:gd name="T16" fmla="*/ 2863 w 252"/>
                  <a:gd name="T17" fmla="*/ 1425 h 110"/>
                  <a:gd name="T18" fmla="*/ 3050 w 252"/>
                  <a:gd name="T19" fmla="*/ 1283 h 110"/>
                  <a:gd name="T20" fmla="*/ 3283 w 252"/>
                  <a:gd name="T21" fmla="*/ 1270 h 110"/>
                  <a:gd name="T22" fmla="*/ 3458 w 252"/>
                  <a:gd name="T23" fmla="*/ 1095 h 110"/>
                  <a:gd name="T24" fmla="*/ 3533 w 252"/>
                  <a:gd name="T25" fmla="*/ 863 h 110"/>
                  <a:gd name="T26" fmla="*/ 3875 w 252"/>
                  <a:gd name="T27" fmla="*/ 488 h 110"/>
                  <a:gd name="T28" fmla="*/ 3895 w 252"/>
                  <a:gd name="T29" fmla="*/ 220 h 110"/>
                  <a:gd name="T30" fmla="*/ 3895 w 252"/>
                  <a:gd name="T31" fmla="*/ 0 h 11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52" h="110">
                    <a:moveTo>
                      <a:pt x="0" y="1"/>
                    </a:moveTo>
                    <a:cubicBezTo>
                      <a:pt x="1" y="14"/>
                      <a:pt x="3" y="25"/>
                      <a:pt x="15" y="32"/>
                    </a:cubicBezTo>
                    <a:cubicBezTo>
                      <a:pt x="30" y="43"/>
                      <a:pt x="32" y="61"/>
                      <a:pt x="44" y="75"/>
                    </a:cubicBezTo>
                    <a:cubicBezTo>
                      <a:pt x="49" y="81"/>
                      <a:pt x="55" y="80"/>
                      <a:pt x="61" y="82"/>
                    </a:cubicBezTo>
                    <a:cubicBezTo>
                      <a:pt x="69" y="84"/>
                      <a:pt x="70" y="86"/>
                      <a:pt x="74" y="92"/>
                    </a:cubicBezTo>
                    <a:cubicBezTo>
                      <a:pt x="82" y="103"/>
                      <a:pt x="91" y="102"/>
                      <a:pt x="102" y="102"/>
                    </a:cubicBezTo>
                    <a:cubicBezTo>
                      <a:pt x="108" y="102"/>
                      <a:pt x="114" y="102"/>
                      <a:pt x="121" y="104"/>
                    </a:cubicBezTo>
                    <a:cubicBezTo>
                      <a:pt x="127" y="106"/>
                      <a:pt x="131" y="110"/>
                      <a:pt x="139" y="110"/>
                    </a:cubicBezTo>
                    <a:cubicBezTo>
                      <a:pt x="153" y="109"/>
                      <a:pt x="174" y="101"/>
                      <a:pt x="183" y="91"/>
                    </a:cubicBezTo>
                    <a:cubicBezTo>
                      <a:pt x="187" y="87"/>
                      <a:pt x="189" y="83"/>
                      <a:pt x="195" y="82"/>
                    </a:cubicBezTo>
                    <a:cubicBezTo>
                      <a:pt x="200" y="81"/>
                      <a:pt x="205" y="83"/>
                      <a:pt x="210" y="81"/>
                    </a:cubicBezTo>
                    <a:cubicBezTo>
                      <a:pt x="214" y="79"/>
                      <a:pt x="220" y="75"/>
                      <a:pt x="221" y="70"/>
                    </a:cubicBezTo>
                    <a:cubicBezTo>
                      <a:pt x="223" y="64"/>
                      <a:pt x="222" y="60"/>
                      <a:pt x="226" y="55"/>
                    </a:cubicBezTo>
                    <a:cubicBezTo>
                      <a:pt x="235" y="47"/>
                      <a:pt x="248" y="46"/>
                      <a:pt x="248" y="31"/>
                    </a:cubicBezTo>
                    <a:cubicBezTo>
                      <a:pt x="248" y="24"/>
                      <a:pt x="247" y="20"/>
                      <a:pt x="249" y="14"/>
                    </a:cubicBezTo>
                    <a:cubicBezTo>
                      <a:pt x="250" y="8"/>
                      <a:pt x="252" y="5"/>
                      <a:pt x="24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03" name="Freeform 327">
                <a:extLst>
                  <a:ext uri="{FF2B5EF4-FFF2-40B4-BE49-F238E27FC236}">
                    <a16:creationId xmlns:a16="http://schemas.microsoft.com/office/drawing/2014/main" id="{D61BE070-86FF-45BC-9B3B-9FEAB5758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339"/>
                <a:ext cx="573" cy="282"/>
              </a:xfrm>
              <a:custGeom>
                <a:avLst/>
                <a:gdLst>
                  <a:gd name="T0" fmla="*/ 0 w 229"/>
                  <a:gd name="T1" fmla="*/ 1228 h 113"/>
                  <a:gd name="T2" fmla="*/ 458 w 229"/>
                  <a:gd name="T3" fmla="*/ 1370 h 113"/>
                  <a:gd name="T4" fmla="*/ 813 w 229"/>
                  <a:gd name="T5" fmla="*/ 1650 h 113"/>
                  <a:gd name="T6" fmla="*/ 1239 w 229"/>
                  <a:gd name="T7" fmla="*/ 1587 h 113"/>
                  <a:gd name="T8" fmla="*/ 1646 w 229"/>
                  <a:gd name="T9" fmla="*/ 1694 h 113"/>
                  <a:gd name="T10" fmla="*/ 2129 w 229"/>
                  <a:gd name="T11" fmla="*/ 1557 h 113"/>
                  <a:gd name="T12" fmla="*/ 2380 w 229"/>
                  <a:gd name="T13" fmla="*/ 1525 h 113"/>
                  <a:gd name="T14" fmla="*/ 2555 w 229"/>
                  <a:gd name="T15" fmla="*/ 1320 h 113"/>
                  <a:gd name="T16" fmla="*/ 3025 w 229"/>
                  <a:gd name="T17" fmla="*/ 1153 h 113"/>
                  <a:gd name="T18" fmla="*/ 3118 w 229"/>
                  <a:gd name="T19" fmla="*/ 883 h 113"/>
                  <a:gd name="T20" fmla="*/ 3305 w 229"/>
                  <a:gd name="T21" fmla="*/ 746 h 113"/>
                  <a:gd name="T22" fmla="*/ 3380 w 229"/>
                  <a:gd name="T23" fmla="*/ 292 h 113"/>
                  <a:gd name="T24" fmla="*/ 3588 w 229"/>
                  <a:gd name="T25" fmla="*/ 0 h 1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9" h="113">
                    <a:moveTo>
                      <a:pt x="0" y="79"/>
                    </a:moveTo>
                    <a:cubicBezTo>
                      <a:pt x="3" y="94"/>
                      <a:pt x="19" y="87"/>
                      <a:pt x="29" y="88"/>
                    </a:cubicBezTo>
                    <a:cubicBezTo>
                      <a:pt x="43" y="89"/>
                      <a:pt x="42" y="99"/>
                      <a:pt x="52" y="106"/>
                    </a:cubicBezTo>
                    <a:cubicBezTo>
                      <a:pt x="62" y="113"/>
                      <a:pt x="68" y="102"/>
                      <a:pt x="79" y="102"/>
                    </a:cubicBezTo>
                    <a:cubicBezTo>
                      <a:pt x="88" y="101"/>
                      <a:pt x="94" y="112"/>
                      <a:pt x="105" y="109"/>
                    </a:cubicBezTo>
                    <a:cubicBezTo>
                      <a:pt x="116" y="106"/>
                      <a:pt x="123" y="99"/>
                      <a:pt x="136" y="100"/>
                    </a:cubicBezTo>
                    <a:cubicBezTo>
                      <a:pt x="142" y="100"/>
                      <a:pt x="147" y="101"/>
                      <a:pt x="152" y="98"/>
                    </a:cubicBezTo>
                    <a:cubicBezTo>
                      <a:pt x="158" y="94"/>
                      <a:pt x="159" y="89"/>
                      <a:pt x="163" y="85"/>
                    </a:cubicBezTo>
                    <a:cubicBezTo>
                      <a:pt x="171" y="77"/>
                      <a:pt x="186" y="85"/>
                      <a:pt x="193" y="74"/>
                    </a:cubicBezTo>
                    <a:cubicBezTo>
                      <a:pt x="197" y="69"/>
                      <a:pt x="196" y="62"/>
                      <a:pt x="199" y="57"/>
                    </a:cubicBezTo>
                    <a:cubicBezTo>
                      <a:pt x="202" y="51"/>
                      <a:pt x="206" y="51"/>
                      <a:pt x="211" y="48"/>
                    </a:cubicBezTo>
                    <a:cubicBezTo>
                      <a:pt x="222" y="42"/>
                      <a:pt x="215" y="29"/>
                      <a:pt x="216" y="19"/>
                    </a:cubicBezTo>
                    <a:cubicBezTo>
                      <a:pt x="217" y="10"/>
                      <a:pt x="227" y="7"/>
                      <a:pt x="22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04" name="Freeform 328">
                <a:extLst>
                  <a:ext uri="{FF2B5EF4-FFF2-40B4-BE49-F238E27FC236}">
                    <a16:creationId xmlns:a16="http://schemas.microsoft.com/office/drawing/2014/main" id="{AF0A6B95-27D3-4D3A-B733-5AADCA2F0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339"/>
                <a:ext cx="608" cy="262"/>
              </a:xfrm>
              <a:custGeom>
                <a:avLst/>
                <a:gdLst>
                  <a:gd name="T0" fmla="*/ 188 w 243"/>
                  <a:gd name="T1" fmla="*/ 0 h 105"/>
                  <a:gd name="T2" fmla="*/ 313 w 243"/>
                  <a:gd name="T3" fmla="*/ 591 h 105"/>
                  <a:gd name="T4" fmla="*/ 613 w 243"/>
                  <a:gd name="T5" fmla="*/ 808 h 105"/>
                  <a:gd name="T6" fmla="*/ 708 w 243"/>
                  <a:gd name="T7" fmla="*/ 1120 h 105"/>
                  <a:gd name="T8" fmla="*/ 938 w 243"/>
                  <a:gd name="T9" fmla="*/ 1058 h 105"/>
                  <a:gd name="T10" fmla="*/ 1063 w 243"/>
                  <a:gd name="T11" fmla="*/ 1245 h 105"/>
                  <a:gd name="T12" fmla="*/ 1489 w 243"/>
                  <a:gd name="T13" fmla="*/ 1278 h 105"/>
                  <a:gd name="T14" fmla="*/ 1771 w 243"/>
                  <a:gd name="T15" fmla="*/ 1525 h 105"/>
                  <a:gd name="T16" fmla="*/ 2004 w 243"/>
                  <a:gd name="T17" fmla="*/ 1412 h 105"/>
                  <a:gd name="T18" fmla="*/ 2179 w 243"/>
                  <a:gd name="T19" fmla="*/ 1525 h 105"/>
                  <a:gd name="T20" fmla="*/ 2397 w 243"/>
                  <a:gd name="T21" fmla="*/ 1570 h 105"/>
                  <a:gd name="T22" fmla="*/ 2597 w 243"/>
                  <a:gd name="T23" fmla="*/ 1432 h 105"/>
                  <a:gd name="T24" fmla="*/ 3068 w 243"/>
                  <a:gd name="T25" fmla="*/ 1495 h 105"/>
                  <a:gd name="T26" fmla="*/ 3318 w 243"/>
                  <a:gd name="T27" fmla="*/ 1070 h 105"/>
                  <a:gd name="T28" fmla="*/ 3726 w 243"/>
                  <a:gd name="T29" fmla="*/ 916 h 105"/>
                  <a:gd name="T30" fmla="*/ 3806 w 243"/>
                  <a:gd name="T31" fmla="*/ 696 h 10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3" h="105">
                    <a:moveTo>
                      <a:pt x="12" y="0"/>
                    </a:moveTo>
                    <a:cubicBezTo>
                      <a:pt x="16" y="16"/>
                      <a:pt x="0" y="29"/>
                      <a:pt x="20" y="38"/>
                    </a:cubicBezTo>
                    <a:cubicBezTo>
                      <a:pt x="28" y="41"/>
                      <a:pt x="34" y="45"/>
                      <a:pt x="39" y="52"/>
                    </a:cubicBezTo>
                    <a:cubicBezTo>
                      <a:pt x="44" y="59"/>
                      <a:pt x="43" y="65"/>
                      <a:pt x="45" y="72"/>
                    </a:cubicBezTo>
                    <a:cubicBezTo>
                      <a:pt x="49" y="70"/>
                      <a:pt x="56" y="66"/>
                      <a:pt x="60" y="68"/>
                    </a:cubicBezTo>
                    <a:cubicBezTo>
                      <a:pt x="64" y="70"/>
                      <a:pt x="64" y="77"/>
                      <a:pt x="68" y="80"/>
                    </a:cubicBezTo>
                    <a:cubicBezTo>
                      <a:pt x="76" y="88"/>
                      <a:pt x="87" y="74"/>
                      <a:pt x="95" y="82"/>
                    </a:cubicBezTo>
                    <a:cubicBezTo>
                      <a:pt x="102" y="87"/>
                      <a:pt x="101" y="105"/>
                      <a:pt x="113" y="98"/>
                    </a:cubicBezTo>
                    <a:cubicBezTo>
                      <a:pt x="118" y="95"/>
                      <a:pt x="121" y="90"/>
                      <a:pt x="128" y="91"/>
                    </a:cubicBezTo>
                    <a:cubicBezTo>
                      <a:pt x="132" y="92"/>
                      <a:pt x="135" y="96"/>
                      <a:pt x="139" y="98"/>
                    </a:cubicBezTo>
                    <a:cubicBezTo>
                      <a:pt x="143" y="100"/>
                      <a:pt x="148" y="103"/>
                      <a:pt x="153" y="101"/>
                    </a:cubicBezTo>
                    <a:cubicBezTo>
                      <a:pt x="158" y="99"/>
                      <a:pt x="160" y="94"/>
                      <a:pt x="166" y="92"/>
                    </a:cubicBezTo>
                    <a:cubicBezTo>
                      <a:pt x="176" y="90"/>
                      <a:pt x="184" y="99"/>
                      <a:pt x="196" y="96"/>
                    </a:cubicBezTo>
                    <a:cubicBezTo>
                      <a:pt x="207" y="92"/>
                      <a:pt x="206" y="78"/>
                      <a:pt x="212" y="69"/>
                    </a:cubicBezTo>
                    <a:cubicBezTo>
                      <a:pt x="219" y="60"/>
                      <a:pt x="231" y="68"/>
                      <a:pt x="238" y="59"/>
                    </a:cubicBezTo>
                    <a:cubicBezTo>
                      <a:pt x="241" y="55"/>
                      <a:pt x="241" y="49"/>
                      <a:pt x="243" y="4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05" name="Freeform 329">
                <a:extLst>
                  <a:ext uri="{FF2B5EF4-FFF2-40B4-BE49-F238E27FC236}">
                    <a16:creationId xmlns:a16="http://schemas.microsoft.com/office/drawing/2014/main" id="{577C9D17-AA93-48CF-94B6-FAAB6F4DF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339"/>
                <a:ext cx="140" cy="200"/>
              </a:xfrm>
              <a:custGeom>
                <a:avLst/>
                <a:gdLst>
                  <a:gd name="T0" fmla="*/ 0 w 56"/>
                  <a:gd name="T1" fmla="*/ 1250 h 80"/>
                  <a:gd name="T2" fmla="*/ 363 w 56"/>
                  <a:gd name="T3" fmla="*/ 1000 h 80"/>
                  <a:gd name="T4" fmla="*/ 533 w 56"/>
                  <a:gd name="T5" fmla="*/ 938 h 80"/>
                  <a:gd name="T6" fmla="*/ 563 w 56"/>
                  <a:gd name="T7" fmla="*/ 750 h 80"/>
                  <a:gd name="T8" fmla="*/ 658 w 56"/>
                  <a:gd name="T9" fmla="*/ 583 h 80"/>
                  <a:gd name="T10" fmla="*/ 738 w 56"/>
                  <a:gd name="T11" fmla="*/ 375 h 80"/>
                  <a:gd name="T12" fmla="*/ 863 w 56"/>
                  <a:gd name="T13" fmla="*/ 220 h 80"/>
                  <a:gd name="T14" fmla="*/ 863 w 56"/>
                  <a:gd name="T15" fmla="*/ 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80">
                    <a:moveTo>
                      <a:pt x="0" y="80"/>
                    </a:moveTo>
                    <a:cubicBezTo>
                      <a:pt x="5" y="70"/>
                      <a:pt x="12" y="66"/>
                      <a:pt x="23" y="64"/>
                    </a:cubicBezTo>
                    <a:cubicBezTo>
                      <a:pt x="26" y="63"/>
                      <a:pt x="32" y="62"/>
                      <a:pt x="34" y="60"/>
                    </a:cubicBezTo>
                    <a:cubicBezTo>
                      <a:pt x="36" y="57"/>
                      <a:pt x="34" y="51"/>
                      <a:pt x="36" y="48"/>
                    </a:cubicBezTo>
                    <a:cubicBezTo>
                      <a:pt x="37" y="44"/>
                      <a:pt x="40" y="41"/>
                      <a:pt x="42" y="37"/>
                    </a:cubicBezTo>
                    <a:cubicBezTo>
                      <a:pt x="43" y="33"/>
                      <a:pt x="44" y="28"/>
                      <a:pt x="47" y="24"/>
                    </a:cubicBezTo>
                    <a:cubicBezTo>
                      <a:pt x="49" y="21"/>
                      <a:pt x="54" y="18"/>
                      <a:pt x="55" y="14"/>
                    </a:cubicBezTo>
                    <a:cubicBezTo>
                      <a:pt x="56" y="9"/>
                      <a:pt x="53" y="4"/>
                      <a:pt x="5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06" name="Freeform 330">
                <a:extLst>
                  <a:ext uri="{FF2B5EF4-FFF2-40B4-BE49-F238E27FC236}">
                    <a16:creationId xmlns:a16="http://schemas.microsoft.com/office/drawing/2014/main" id="{3D889F5F-C4B7-4833-9A2A-BA8EA4B9A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341"/>
                <a:ext cx="38" cy="28"/>
              </a:xfrm>
              <a:custGeom>
                <a:avLst/>
                <a:gdLst>
                  <a:gd name="T0" fmla="*/ 0 w 15"/>
                  <a:gd name="T1" fmla="*/ 0 h 11"/>
                  <a:gd name="T2" fmla="*/ 243 w 15"/>
                  <a:gd name="T3" fmla="*/ 18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0" y="0"/>
                    </a:moveTo>
                    <a:cubicBezTo>
                      <a:pt x="5" y="7"/>
                      <a:pt x="8" y="7"/>
                      <a:pt x="15" y="1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07" name="Freeform 331">
                <a:extLst>
                  <a:ext uri="{FF2B5EF4-FFF2-40B4-BE49-F238E27FC236}">
                    <a16:creationId xmlns:a16="http://schemas.microsoft.com/office/drawing/2014/main" id="{669CF055-CE18-4539-80C8-FE62A1BAA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354"/>
                <a:ext cx="105" cy="127"/>
              </a:xfrm>
              <a:custGeom>
                <a:avLst/>
                <a:gdLst>
                  <a:gd name="T0" fmla="*/ 0 w 42"/>
                  <a:gd name="T1" fmla="*/ 0 h 51"/>
                  <a:gd name="T2" fmla="*/ 250 w 42"/>
                  <a:gd name="T3" fmla="*/ 354 h 51"/>
                  <a:gd name="T4" fmla="*/ 395 w 42"/>
                  <a:gd name="T5" fmla="*/ 633 h 51"/>
                  <a:gd name="T6" fmla="*/ 658 w 42"/>
                  <a:gd name="T7" fmla="*/ 787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51">
                    <a:moveTo>
                      <a:pt x="0" y="0"/>
                    </a:moveTo>
                    <a:cubicBezTo>
                      <a:pt x="5" y="8"/>
                      <a:pt x="5" y="21"/>
                      <a:pt x="16" y="23"/>
                    </a:cubicBezTo>
                    <a:cubicBezTo>
                      <a:pt x="18" y="31"/>
                      <a:pt x="17" y="37"/>
                      <a:pt x="25" y="41"/>
                    </a:cubicBezTo>
                    <a:cubicBezTo>
                      <a:pt x="31" y="44"/>
                      <a:pt x="38" y="45"/>
                      <a:pt x="42" y="5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08" name="Freeform 332">
                <a:extLst>
                  <a:ext uri="{FF2B5EF4-FFF2-40B4-BE49-F238E27FC236}">
                    <a16:creationId xmlns:a16="http://schemas.microsoft.com/office/drawing/2014/main" id="{4C1386FD-50F1-414B-BDD1-07C71AD7A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351"/>
                <a:ext cx="52" cy="98"/>
              </a:xfrm>
              <a:custGeom>
                <a:avLst/>
                <a:gdLst>
                  <a:gd name="T0" fmla="*/ 319 w 21"/>
                  <a:gd name="T1" fmla="*/ 618 h 39"/>
                  <a:gd name="T2" fmla="*/ 42 w 21"/>
                  <a:gd name="T3" fmla="*/ 397 h 39"/>
                  <a:gd name="T4" fmla="*/ 0 w 21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9">
                    <a:moveTo>
                      <a:pt x="21" y="39"/>
                    </a:moveTo>
                    <a:cubicBezTo>
                      <a:pt x="19" y="26"/>
                      <a:pt x="14" y="25"/>
                      <a:pt x="3" y="25"/>
                    </a:cubicBezTo>
                    <a:cubicBezTo>
                      <a:pt x="6" y="17"/>
                      <a:pt x="4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09" name="Freeform 333">
                <a:extLst>
                  <a:ext uri="{FF2B5EF4-FFF2-40B4-BE49-F238E27FC236}">
                    <a16:creationId xmlns:a16="http://schemas.microsoft.com/office/drawing/2014/main" id="{7CD3191A-7526-4732-A337-5E305011F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344"/>
                <a:ext cx="65" cy="175"/>
              </a:xfrm>
              <a:custGeom>
                <a:avLst/>
                <a:gdLst>
                  <a:gd name="T0" fmla="*/ 20 w 26"/>
                  <a:gd name="T1" fmla="*/ 0 h 70"/>
                  <a:gd name="T2" fmla="*/ 63 w 26"/>
                  <a:gd name="T3" fmla="*/ 313 h 70"/>
                  <a:gd name="T4" fmla="*/ 188 w 26"/>
                  <a:gd name="T5" fmla="*/ 583 h 70"/>
                  <a:gd name="T6" fmla="*/ 283 w 26"/>
                  <a:gd name="T7" fmla="*/ 845 h 70"/>
                  <a:gd name="T8" fmla="*/ 375 w 26"/>
                  <a:gd name="T9" fmla="*/ 109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70">
                    <a:moveTo>
                      <a:pt x="1" y="0"/>
                    </a:moveTo>
                    <a:cubicBezTo>
                      <a:pt x="0" y="6"/>
                      <a:pt x="1" y="15"/>
                      <a:pt x="4" y="20"/>
                    </a:cubicBezTo>
                    <a:cubicBezTo>
                      <a:pt x="9" y="27"/>
                      <a:pt x="12" y="27"/>
                      <a:pt x="12" y="37"/>
                    </a:cubicBezTo>
                    <a:cubicBezTo>
                      <a:pt x="11" y="47"/>
                      <a:pt x="10" y="49"/>
                      <a:pt x="18" y="54"/>
                    </a:cubicBezTo>
                    <a:cubicBezTo>
                      <a:pt x="26" y="59"/>
                      <a:pt x="22" y="63"/>
                      <a:pt x="24" y="7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10" name="Freeform 334">
                <a:extLst>
                  <a:ext uri="{FF2B5EF4-FFF2-40B4-BE49-F238E27FC236}">
                    <a16:creationId xmlns:a16="http://schemas.microsoft.com/office/drawing/2014/main" id="{7F2C29DE-1363-426F-8691-4584ED881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499"/>
                <a:ext cx="45" cy="40"/>
              </a:xfrm>
              <a:custGeom>
                <a:avLst/>
                <a:gdLst>
                  <a:gd name="T0" fmla="*/ 0 w 18"/>
                  <a:gd name="T1" fmla="*/ 20 h 16"/>
                  <a:gd name="T2" fmla="*/ 283 w 18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1"/>
                    </a:moveTo>
                    <a:cubicBezTo>
                      <a:pt x="10" y="0"/>
                      <a:pt x="16" y="8"/>
                      <a:pt x="18" y="1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11" name="Freeform 335">
                <a:extLst>
                  <a:ext uri="{FF2B5EF4-FFF2-40B4-BE49-F238E27FC236}">
                    <a16:creationId xmlns:a16="http://schemas.microsoft.com/office/drawing/2014/main" id="{2F2458DA-0341-4376-A680-9A1312AF1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536"/>
                <a:ext cx="180" cy="33"/>
              </a:xfrm>
              <a:custGeom>
                <a:avLst/>
                <a:gdLst>
                  <a:gd name="T0" fmla="*/ 0 w 72"/>
                  <a:gd name="T1" fmla="*/ 33 h 13"/>
                  <a:gd name="T2" fmla="*/ 95 w 72"/>
                  <a:gd name="T3" fmla="*/ 117 h 13"/>
                  <a:gd name="T4" fmla="*/ 220 w 72"/>
                  <a:gd name="T5" fmla="*/ 96 h 13"/>
                  <a:gd name="T6" fmla="*/ 438 w 72"/>
                  <a:gd name="T7" fmla="*/ 213 h 13"/>
                  <a:gd name="T8" fmla="*/ 1125 w 72"/>
                  <a:gd name="T9" fmla="*/ 2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3">
                    <a:moveTo>
                      <a:pt x="0" y="2"/>
                    </a:moveTo>
                    <a:cubicBezTo>
                      <a:pt x="2" y="3"/>
                      <a:pt x="3" y="6"/>
                      <a:pt x="6" y="7"/>
                    </a:cubicBezTo>
                    <a:cubicBezTo>
                      <a:pt x="9" y="8"/>
                      <a:pt x="10" y="6"/>
                      <a:pt x="14" y="6"/>
                    </a:cubicBezTo>
                    <a:cubicBezTo>
                      <a:pt x="19" y="6"/>
                      <a:pt x="24" y="8"/>
                      <a:pt x="28" y="13"/>
                    </a:cubicBezTo>
                    <a:cubicBezTo>
                      <a:pt x="40" y="4"/>
                      <a:pt x="61" y="0"/>
                      <a:pt x="72" y="1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12" name="Freeform 336">
                <a:extLst>
                  <a:ext uri="{FF2B5EF4-FFF2-40B4-BE49-F238E27FC236}">
                    <a16:creationId xmlns:a16="http://schemas.microsoft.com/office/drawing/2014/main" id="{B7DCD514-8042-4AAE-BBE7-BD9A60015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536"/>
                <a:ext cx="70" cy="30"/>
              </a:xfrm>
              <a:custGeom>
                <a:avLst/>
                <a:gdLst>
                  <a:gd name="T0" fmla="*/ 0 w 28"/>
                  <a:gd name="T1" fmla="*/ 188 h 12"/>
                  <a:gd name="T2" fmla="*/ 438 w 28"/>
                  <a:gd name="T3" fmla="*/ 8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12"/>
                    </a:moveTo>
                    <a:cubicBezTo>
                      <a:pt x="9" y="0"/>
                      <a:pt x="15" y="3"/>
                      <a:pt x="28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13" name="Freeform 337">
                <a:extLst>
                  <a:ext uri="{FF2B5EF4-FFF2-40B4-BE49-F238E27FC236}">
                    <a16:creationId xmlns:a16="http://schemas.microsoft.com/office/drawing/2014/main" id="{AE5C130B-72C2-4CB2-852A-17C50D0C3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339"/>
                <a:ext cx="250" cy="210"/>
              </a:xfrm>
              <a:custGeom>
                <a:avLst/>
                <a:gdLst>
                  <a:gd name="T0" fmla="*/ 0 w 100"/>
                  <a:gd name="T1" fmla="*/ 1313 h 84"/>
                  <a:gd name="T2" fmla="*/ 408 w 100"/>
                  <a:gd name="T3" fmla="*/ 1283 h 84"/>
                  <a:gd name="T4" fmla="*/ 875 w 100"/>
                  <a:gd name="T5" fmla="*/ 1095 h 84"/>
                  <a:gd name="T6" fmla="*/ 1158 w 100"/>
                  <a:gd name="T7" fmla="*/ 875 h 84"/>
                  <a:gd name="T8" fmla="*/ 1250 w 100"/>
                  <a:gd name="T9" fmla="*/ 658 h 84"/>
                  <a:gd name="T10" fmla="*/ 1408 w 100"/>
                  <a:gd name="T11" fmla="*/ 500 h 84"/>
                  <a:gd name="T12" fmla="*/ 1438 w 100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84">
                    <a:moveTo>
                      <a:pt x="0" y="84"/>
                    </a:moveTo>
                    <a:cubicBezTo>
                      <a:pt x="6" y="69"/>
                      <a:pt x="17" y="77"/>
                      <a:pt x="26" y="82"/>
                    </a:cubicBezTo>
                    <a:cubicBezTo>
                      <a:pt x="36" y="74"/>
                      <a:pt x="43" y="65"/>
                      <a:pt x="56" y="70"/>
                    </a:cubicBezTo>
                    <a:cubicBezTo>
                      <a:pt x="55" y="62"/>
                      <a:pt x="66" y="52"/>
                      <a:pt x="74" y="56"/>
                    </a:cubicBezTo>
                    <a:cubicBezTo>
                      <a:pt x="77" y="52"/>
                      <a:pt x="77" y="46"/>
                      <a:pt x="80" y="42"/>
                    </a:cubicBezTo>
                    <a:cubicBezTo>
                      <a:pt x="82" y="38"/>
                      <a:pt x="86" y="36"/>
                      <a:pt x="90" y="32"/>
                    </a:cubicBezTo>
                    <a:cubicBezTo>
                      <a:pt x="100" y="22"/>
                      <a:pt x="91" y="12"/>
                      <a:pt x="9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14" name="Freeform 338">
                <a:extLst>
                  <a:ext uri="{FF2B5EF4-FFF2-40B4-BE49-F238E27FC236}">
                    <a16:creationId xmlns:a16="http://schemas.microsoft.com/office/drawing/2014/main" id="{13D9950D-FFD1-4E7E-82A9-248ED747F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354"/>
                <a:ext cx="62" cy="130"/>
              </a:xfrm>
              <a:custGeom>
                <a:avLst/>
                <a:gdLst>
                  <a:gd name="T0" fmla="*/ 246 w 25"/>
                  <a:gd name="T1" fmla="*/ 0 h 52"/>
                  <a:gd name="T2" fmla="*/ 166 w 25"/>
                  <a:gd name="T3" fmla="*/ 488 h 52"/>
                  <a:gd name="T4" fmla="*/ 0 w 25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2">
                    <a:moveTo>
                      <a:pt x="16" y="0"/>
                    </a:moveTo>
                    <a:cubicBezTo>
                      <a:pt x="25" y="7"/>
                      <a:pt x="21" y="27"/>
                      <a:pt x="11" y="31"/>
                    </a:cubicBezTo>
                    <a:cubicBezTo>
                      <a:pt x="14" y="40"/>
                      <a:pt x="9" y="50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15" name="Freeform 339">
                <a:extLst>
                  <a:ext uri="{FF2B5EF4-FFF2-40B4-BE49-F238E27FC236}">
                    <a16:creationId xmlns:a16="http://schemas.microsoft.com/office/drawing/2014/main" id="{61DF215C-3629-4362-849E-E6798FDD5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391"/>
                <a:ext cx="33" cy="78"/>
              </a:xfrm>
              <a:custGeom>
                <a:avLst/>
                <a:gdLst>
                  <a:gd name="T0" fmla="*/ 213 w 13"/>
                  <a:gd name="T1" fmla="*/ 0 h 31"/>
                  <a:gd name="T2" fmla="*/ 33 w 13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13" y="0"/>
                    </a:moveTo>
                    <a:cubicBezTo>
                      <a:pt x="4" y="6"/>
                      <a:pt x="0" y="21"/>
                      <a:pt x="2" y="3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16" name="Freeform 340">
                <a:extLst>
                  <a:ext uri="{FF2B5EF4-FFF2-40B4-BE49-F238E27FC236}">
                    <a16:creationId xmlns:a16="http://schemas.microsoft.com/office/drawing/2014/main" id="{9D1DF211-B03B-44B5-8633-F15AF6943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339"/>
                <a:ext cx="130" cy="190"/>
              </a:xfrm>
              <a:custGeom>
                <a:avLst/>
                <a:gdLst>
                  <a:gd name="T0" fmla="*/ 800 w 52"/>
                  <a:gd name="T1" fmla="*/ 0 h 76"/>
                  <a:gd name="T2" fmla="*/ 783 w 52"/>
                  <a:gd name="T3" fmla="*/ 238 h 76"/>
                  <a:gd name="T4" fmla="*/ 625 w 52"/>
                  <a:gd name="T5" fmla="*/ 395 h 76"/>
                  <a:gd name="T6" fmla="*/ 583 w 52"/>
                  <a:gd name="T7" fmla="*/ 750 h 76"/>
                  <a:gd name="T8" fmla="*/ 408 w 52"/>
                  <a:gd name="T9" fmla="*/ 833 h 76"/>
                  <a:gd name="T10" fmla="*/ 333 w 52"/>
                  <a:gd name="T11" fmla="*/ 1033 h 76"/>
                  <a:gd name="T12" fmla="*/ 0 w 52"/>
                  <a:gd name="T13" fmla="*/ 1188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76">
                    <a:moveTo>
                      <a:pt x="51" y="0"/>
                    </a:moveTo>
                    <a:cubicBezTo>
                      <a:pt x="50" y="5"/>
                      <a:pt x="52" y="11"/>
                      <a:pt x="50" y="15"/>
                    </a:cubicBezTo>
                    <a:cubicBezTo>
                      <a:pt x="48" y="20"/>
                      <a:pt x="43" y="21"/>
                      <a:pt x="40" y="25"/>
                    </a:cubicBezTo>
                    <a:cubicBezTo>
                      <a:pt x="35" y="32"/>
                      <a:pt x="44" y="40"/>
                      <a:pt x="37" y="48"/>
                    </a:cubicBezTo>
                    <a:cubicBezTo>
                      <a:pt x="34" y="51"/>
                      <a:pt x="28" y="50"/>
                      <a:pt x="26" y="53"/>
                    </a:cubicBezTo>
                    <a:cubicBezTo>
                      <a:pt x="23" y="56"/>
                      <a:pt x="24" y="62"/>
                      <a:pt x="21" y="66"/>
                    </a:cubicBezTo>
                    <a:cubicBezTo>
                      <a:pt x="16" y="72"/>
                      <a:pt x="4" y="72"/>
                      <a:pt x="0" y="7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17" name="Freeform 341">
                <a:extLst>
                  <a:ext uri="{FF2B5EF4-FFF2-40B4-BE49-F238E27FC236}">
                    <a16:creationId xmlns:a16="http://schemas.microsoft.com/office/drawing/2014/main" id="{4E35008F-4828-4933-B406-A236894BC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376"/>
                <a:ext cx="75" cy="125"/>
              </a:xfrm>
              <a:custGeom>
                <a:avLst/>
                <a:gdLst>
                  <a:gd name="T0" fmla="*/ 0 w 30"/>
                  <a:gd name="T1" fmla="*/ 783 h 50"/>
                  <a:gd name="T2" fmla="*/ 188 w 30"/>
                  <a:gd name="T3" fmla="*/ 595 h 50"/>
                  <a:gd name="T4" fmla="*/ 188 w 30"/>
                  <a:gd name="T5" fmla="*/ 333 h 50"/>
                  <a:gd name="T6" fmla="*/ 375 w 30"/>
                  <a:gd name="T7" fmla="*/ 208 h 50"/>
                  <a:gd name="T8" fmla="*/ 458 w 30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0">
                    <a:moveTo>
                      <a:pt x="0" y="50"/>
                    </a:moveTo>
                    <a:cubicBezTo>
                      <a:pt x="5" y="49"/>
                      <a:pt x="12" y="44"/>
                      <a:pt x="12" y="38"/>
                    </a:cubicBezTo>
                    <a:cubicBezTo>
                      <a:pt x="13" y="33"/>
                      <a:pt x="9" y="26"/>
                      <a:pt x="12" y="21"/>
                    </a:cubicBezTo>
                    <a:cubicBezTo>
                      <a:pt x="14" y="15"/>
                      <a:pt x="20" y="16"/>
                      <a:pt x="24" y="13"/>
                    </a:cubicBezTo>
                    <a:cubicBezTo>
                      <a:pt x="30" y="9"/>
                      <a:pt x="28" y="5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18" name="Freeform 342">
                <a:extLst>
                  <a:ext uri="{FF2B5EF4-FFF2-40B4-BE49-F238E27FC236}">
                    <a16:creationId xmlns:a16="http://schemas.microsoft.com/office/drawing/2014/main" id="{48E66563-88A7-4CF6-B352-3EA7D083F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2369"/>
                <a:ext cx="37" cy="65"/>
              </a:xfrm>
              <a:custGeom>
                <a:avLst/>
                <a:gdLst>
                  <a:gd name="T0" fmla="*/ 224 w 15"/>
                  <a:gd name="T1" fmla="*/ 0 h 26"/>
                  <a:gd name="T2" fmla="*/ 0 w 15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15" y="11"/>
                      <a:pt x="11" y="22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19" name="Freeform 343">
                <a:extLst>
                  <a:ext uri="{FF2B5EF4-FFF2-40B4-BE49-F238E27FC236}">
                    <a16:creationId xmlns:a16="http://schemas.microsoft.com/office/drawing/2014/main" id="{F6AE3068-38FB-4B07-84D1-D2E1C7D3A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344"/>
                <a:ext cx="10" cy="32"/>
              </a:xfrm>
              <a:custGeom>
                <a:avLst/>
                <a:gdLst>
                  <a:gd name="T0" fmla="*/ 0 w 4"/>
                  <a:gd name="T1" fmla="*/ 194 h 13"/>
                  <a:gd name="T2" fmla="*/ 63 w 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0" y="13"/>
                    </a:moveTo>
                    <a:cubicBezTo>
                      <a:pt x="1" y="8"/>
                      <a:pt x="1" y="4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20" name="Freeform 344">
                <a:extLst>
                  <a:ext uri="{FF2B5EF4-FFF2-40B4-BE49-F238E27FC236}">
                    <a16:creationId xmlns:a16="http://schemas.microsoft.com/office/drawing/2014/main" id="{296C02AB-C0AE-4710-A1F6-F2DCE9BBD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539"/>
                <a:ext cx="170" cy="82"/>
              </a:xfrm>
              <a:custGeom>
                <a:avLst/>
                <a:gdLst>
                  <a:gd name="T0" fmla="*/ 0 w 68"/>
                  <a:gd name="T1" fmla="*/ 403 h 33"/>
                  <a:gd name="T2" fmla="*/ 363 w 68"/>
                  <a:gd name="T3" fmla="*/ 432 h 33"/>
                  <a:gd name="T4" fmla="*/ 533 w 68"/>
                  <a:gd name="T5" fmla="*/ 216 h 33"/>
                  <a:gd name="T6" fmla="*/ 1000 w 68"/>
                  <a:gd name="T7" fmla="*/ 92 h 33"/>
                  <a:gd name="T8" fmla="*/ 1063 w 68"/>
                  <a:gd name="T9" fmla="*/ 1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33">
                    <a:moveTo>
                      <a:pt x="0" y="26"/>
                    </a:moveTo>
                    <a:cubicBezTo>
                      <a:pt x="7" y="30"/>
                      <a:pt x="15" y="33"/>
                      <a:pt x="23" y="28"/>
                    </a:cubicBezTo>
                    <a:cubicBezTo>
                      <a:pt x="29" y="24"/>
                      <a:pt x="32" y="20"/>
                      <a:pt x="34" y="14"/>
                    </a:cubicBezTo>
                    <a:cubicBezTo>
                      <a:pt x="40" y="0"/>
                      <a:pt x="55" y="15"/>
                      <a:pt x="64" y="6"/>
                    </a:cubicBezTo>
                    <a:cubicBezTo>
                      <a:pt x="66" y="5"/>
                      <a:pt x="66" y="2"/>
                      <a:pt x="68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21" name="Freeform 345">
                <a:extLst>
                  <a:ext uri="{FF2B5EF4-FFF2-40B4-BE49-F238E27FC236}">
                    <a16:creationId xmlns:a16="http://schemas.microsoft.com/office/drawing/2014/main" id="{B92F581D-0981-4A86-A05C-612E5F778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529"/>
                <a:ext cx="55" cy="37"/>
              </a:xfrm>
              <a:custGeom>
                <a:avLst/>
                <a:gdLst>
                  <a:gd name="T0" fmla="*/ 0 w 22"/>
                  <a:gd name="T1" fmla="*/ 195 h 15"/>
                  <a:gd name="T2" fmla="*/ 220 w 22"/>
                  <a:gd name="T3" fmla="*/ 183 h 15"/>
                  <a:gd name="T4" fmla="*/ 345 w 22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0" y="13"/>
                    </a:moveTo>
                    <a:cubicBezTo>
                      <a:pt x="4" y="15"/>
                      <a:pt x="10" y="15"/>
                      <a:pt x="14" y="12"/>
                    </a:cubicBezTo>
                    <a:cubicBezTo>
                      <a:pt x="18" y="8"/>
                      <a:pt x="19" y="4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22" name="Freeform 346">
                <a:extLst>
                  <a:ext uri="{FF2B5EF4-FFF2-40B4-BE49-F238E27FC236}">
                    <a16:creationId xmlns:a16="http://schemas.microsoft.com/office/drawing/2014/main" id="{77530031-70A7-4147-BFE7-EC877DA54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511"/>
                <a:ext cx="50" cy="43"/>
              </a:xfrm>
              <a:custGeom>
                <a:avLst/>
                <a:gdLst>
                  <a:gd name="T0" fmla="*/ 0 w 20"/>
                  <a:gd name="T1" fmla="*/ 276 h 17"/>
                  <a:gd name="T2" fmla="*/ 313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7" y="16"/>
                      <a:pt x="18" y="8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23" name="Freeform 347">
                <a:extLst>
                  <a:ext uri="{FF2B5EF4-FFF2-40B4-BE49-F238E27FC236}">
                    <a16:creationId xmlns:a16="http://schemas.microsoft.com/office/drawing/2014/main" id="{F46C4EE3-24EE-481B-83A1-AF73AA66E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509"/>
                <a:ext cx="60" cy="20"/>
              </a:xfrm>
              <a:custGeom>
                <a:avLst/>
                <a:gdLst>
                  <a:gd name="T0" fmla="*/ 0 w 24"/>
                  <a:gd name="T1" fmla="*/ 125 h 8"/>
                  <a:gd name="T2" fmla="*/ 375 w 24"/>
                  <a:gd name="T3" fmla="*/ 8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">
                    <a:moveTo>
                      <a:pt x="0" y="8"/>
                    </a:moveTo>
                    <a:cubicBezTo>
                      <a:pt x="5" y="4"/>
                      <a:pt x="18" y="0"/>
                      <a:pt x="24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24" name="Freeform 348">
                <a:extLst>
                  <a:ext uri="{FF2B5EF4-FFF2-40B4-BE49-F238E27FC236}">
                    <a16:creationId xmlns:a16="http://schemas.microsoft.com/office/drawing/2014/main" id="{C87BEC8E-0F16-4FBF-A874-C31B4FECF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2486"/>
                <a:ext cx="57" cy="33"/>
              </a:xfrm>
              <a:custGeom>
                <a:avLst/>
                <a:gdLst>
                  <a:gd name="T0" fmla="*/ 0 w 23"/>
                  <a:gd name="T1" fmla="*/ 213 h 13"/>
                  <a:gd name="T2" fmla="*/ 349 w 2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3">
                    <a:moveTo>
                      <a:pt x="0" y="13"/>
                    </a:moveTo>
                    <a:cubicBezTo>
                      <a:pt x="5" y="4"/>
                      <a:pt x="14" y="1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25" name="Freeform 349">
                <a:extLst>
                  <a:ext uri="{FF2B5EF4-FFF2-40B4-BE49-F238E27FC236}">
                    <a16:creationId xmlns:a16="http://schemas.microsoft.com/office/drawing/2014/main" id="{79615214-27F2-45E2-B1FB-1FBA29E23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439"/>
                <a:ext cx="40" cy="40"/>
              </a:xfrm>
              <a:custGeom>
                <a:avLst/>
                <a:gdLst>
                  <a:gd name="T0" fmla="*/ 20 w 16"/>
                  <a:gd name="T1" fmla="*/ 250 h 16"/>
                  <a:gd name="T2" fmla="*/ 113 w 16"/>
                  <a:gd name="T3" fmla="*/ 95 h 16"/>
                  <a:gd name="T4" fmla="*/ 250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" y="16"/>
                    </a:moveTo>
                    <a:cubicBezTo>
                      <a:pt x="0" y="12"/>
                      <a:pt x="5" y="8"/>
                      <a:pt x="7" y="6"/>
                    </a:cubicBezTo>
                    <a:cubicBezTo>
                      <a:pt x="10" y="3"/>
                      <a:pt x="13" y="2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26" name="Freeform 350">
                <a:extLst>
                  <a:ext uri="{FF2B5EF4-FFF2-40B4-BE49-F238E27FC236}">
                    <a16:creationId xmlns:a16="http://schemas.microsoft.com/office/drawing/2014/main" id="{1FC660A5-FBC0-4AFB-8A14-DC9E125DC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361"/>
                <a:ext cx="33" cy="83"/>
              </a:xfrm>
              <a:custGeom>
                <a:avLst/>
                <a:gdLst>
                  <a:gd name="T0" fmla="*/ 213 w 13"/>
                  <a:gd name="T1" fmla="*/ 0 h 33"/>
                  <a:gd name="T2" fmla="*/ 63 w 13"/>
                  <a:gd name="T3" fmla="*/ 284 h 33"/>
                  <a:gd name="T4" fmla="*/ 0 w 13"/>
                  <a:gd name="T5" fmla="*/ 526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3">
                    <a:moveTo>
                      <a:pt x="13" y="0"/>
                    </a:moveTo>
                    <a:cubicBezTo>
                      <a:pt x="8" y="5"/>
                      <a:pt x="6" y="12"/>
                      <a:pt x="4" y="18"/>
                    </a:cubicBezTo>
                    <a:cubicBezTo>
                      <a:pt x="2" y="22"/>
                      <a:pt x="0" y="29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27" name="Freeform 351">
                <a:extLst>
                  <a:ext uri="{FF2B5EF4-FFF2-40B4-BE49-F238E27FC236}">
                    <a16:creationId xmlns:a16="http://schemas.microsoft.com/office/drawing/2014/main" id="{45C311D9-E29F-4B2B-A20F-4DFEDC0EE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341"/>
                <a:ext cx="5" cy="28"/>
              </a:xfrm>
              <a:custGeom>
                <a:avLst/>
                <a:gdLst>
                  <a:gd name="T0" fmla="*/ 0 w 2"/>
                  <a:gd name="T1" fmla="*/ 181 h 11"/>
                  <a:gd name="T2" fmla="*/ 33 w 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0" y="11"/>
                    </a:moveTo>
                    <a:cubicBezTo>
                      <a:pt x="1" y="7"/>
                      <a:pt x="2" y="3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28" name="Freeform 352">
                <a:extLst>
                  <a:ext uri="{FF2B5EF4-FFF2-40B4-BE49-F238E27FC236}">
                    <a16:creationId xmlns:a16="http://schemas.microsoft.com/office/drawing/2014/main" id="{41B6D5B4-218B-40DA-A2E2-228BDB8CB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339"/>
                <a:ext cx="35" cy="72"/>
              </a:xfrm>
              <a:custGeom>
                <a:avLst/>
                <a:gdLst>
                  <a:gd name="T0" fmla="*/ 0 w 14"/>
                  <a:gd name="T1" fmla="*/ 444 h 29"/>
                  <a:gd name="T2" fmla="*/ 20 w 14"/>
                  <a:gd name="T3" fmla="*/ 278 h 29"/>
                  <a:gd name="T4" fmla="*/ 125 w 14"/>
                  <a:gd name="T5" fmla="*/ 184 h 29"/>
                  <a:gd name="T6" fmla="*/ 208 w 14"/>
                  <a:gd name="T7" fmla="*/ 124 h 29"/>
                  <a:gd name="T8" fmla="*/ 208 w 1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9">
                    <a:moveTo>
                      <a:pt x="0" y="29"/>
                    </a:moveTo>
                    <a:cubicBezTo>
                      <a:pt x="0" y="26"/>
                      <a:pt x="0" y="22"/>
                      <a:pt x="1" y="18"/>
                    </a:cubicBezTo>
                    <a:cubicBezTo>
                      <a:pt x="2" y="14"/>
                      <a:pt x="4" y="14"/>
                      <a:pt x="8" y="12"/>
                    </a:cubicBezTo>
                    <a:cubicBezTo>
                      <a:pt x="10" y="11"/>
                      <a:pt x="12" y="10"/>
                      <a:pt x="13" y="8"/>
                    </a:cubicBezTo>
                    <a:cubicBezTo>
                      <a:pt x="14" y="5"/>
                      <a:pt x="12" y="3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29" name="Freeform 353">
                <a:extLst>
                  <a:ext uri="{FF2B5EF4-FFF2-40B4-BE49-F238E27FC236}">
                    <a16:creationId xmlns:a16="http://schemas.microsoft.com/office/drawing/2014/main" id="{FF715C16-F1F4-474A-AAEA-9DA6D273F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339"/>
                <a:ext cx="20" cy="47"/>
              </a:xfrm>
              <a:custGeom>
                <a:avLst/>
                <a:gdLst>
                  <a:gd name="T0" fmla="*/ 0 w 8"/>
                  <a:gd name="T1" fmla="*/ 287 h 19"/>
                  <a:gd name="T2" fmla="*/ 125 w 8"/>
                  <a:gd name="T3" fmla="*/ 134 h 19"/>
                  <a:gd name="T4" fmla="*/ 83 w 8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0" y="19"/>
                    </a:moveTo>
                    <a:cubicBezTo>
                      <a:pt x="3" y="16"/>
                      <a:pt x="8" y="14"/>
                      <a:pt x="8" y="9"/>
                    </a:cubicBezTo>
                    <a:cubicBezTo>
                      <a:pt x="7" y="6"/>
                      <a:pt x="5" y="4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30" name="Freeform 354">
                <a:extLst>
                  <a:ext uri="{FF2B5EF4-FFF2-40B4-BE49-F238E27FC236}">
                    <a16:creationId xmlns:a16="http://schemas.microsoft.com/office/drawing/2014/main" id="{85CB85D6-10F1-4E60-8CB4-6EAA6AE29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441"/>
                <a:ext cx="37" cy="65"/>
              </a:xfrm>
              <a:custGeom>
                <a:avLst/>
                <a:gdLst>
                  <a:gd name="T0" fmla="*/ 224 w 15"/>
                  <a:gd name="T1" fmla="*/ 0 h 26"/>
                  <a:gd name="T2" fmla="*/ 42 w 15"/>
                  <a:gd name="T3" fmla="*/ 208 h 26"/>
                  <a:gd name="T4" fmla="*/ 12 w 15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9" y="1"/>
                      <a:pt x="5" y="8"/>
                      <a:pt x="3" y="13"/>
                    </a:cubicBezTo>
                    <a:cubicBezTo>
                      <a:pt x="2" y="17"/>
                      <a:pt x="0" y="24"/>
                      <a:pt x="1" y="2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31" name="Freeform 355">
                <a:extLst>
                  <a:ext uri="{FF2B5EF4-FFF2-40B4-BE49-F238E27FC236}">
                    <a16:creationId xmlns:a16="http://schemas.microsoft.com/office/drawing/2014/main" id="{27BF9F04-5762-4173-A081-63E8FFEA4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494"/>
                <a:ext cx="37" cy="37"/>
              </a:xfrm>
              <a:custGeom>
                <a:avLst/>
                <a:gdLst>
                  <a:gd name="T0" fmla="*/ 0 w 15"/>
                  <a:gd name="T1" fmla="*/ 224 h 15"/>
                  <a:gd name="T2" fmla="*/ 183 w 15"/>
                  <a:gd name="T3" fmla="*/ 165 h 15"/>
                  <a:gd name="T4" fmla="*/ 224 w 15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0" y="15"/>
                    </a:moveTo>
                    <a:cubicBezTo>
                      <a:pt x="4" y="15"/>
                      <a:pt x="9" y="14"/>
                      <a:pt x="12" y="11"/>
                    </a:cubicBezTo>
                    <a:cubicBezTo>
                      <a:pt x="14" y="8"/>
                      <a:pt x="14" y="3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32" name="Freeform 356">
                <a:extLst>
                  <a:ext uri="{FF2B5EF4-FFF2-40B4-BE49-F238E27FC236}">
                    <a16:creationId xmlns:a16="http://schemas.microsoft.com/office/drawing/2014/main" id="{1F7D94D0-F5A6-409D-ABCB-6DB86FD13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2489"/>
                <a:ext cx="23" cy="2"/>
              </a:xfrm>
              <a:custGeom>
                <a:avLst/>
                <a:gdLst>
                  <a:gd name="T0" fmla="*/ 0 w 9"/>
                  <a:gd name="T1" fmla="*/ 8 h 1"/>
                  <a:gd name="T2" fmla="*/ 151 w 9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3" y="1"/>
                      <a:pt x="6" y="0"/>
                      <a:pt x="9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33" name="Freeform 357">
                <a:extLst>
                  <a:ext uri="{FF2B5EF4-FFF2-40B4-BE49-F238E27FC236}">
                    <a16:creationId xmlns:a16="http://schemas.microsoft.com/office/drawing/2014/main" id="{AC47109F-5B79-4493-8EEA-BD0796974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564"/>
                <a:ext cx="48" cy="17"/>
              </a:xfrm>
              <a:custGeom>
                <a:avLst/>
                <a:gdLst>
                  <a:gd name="T0" fmla="*/ 0 w 19"/>
                  <a:gd name="T1" fmla="*/ 100 h 7"/>
                  <a:gd name="T2" fmla="*/ 306 w 1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7" y="7"/>
                      <a:pt x="15" y="6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34" name="Freeform 358">
                <a:extLst>
                  <a:ext uri="{FF2B5EF4-FFF2-40B4-BE49-F238E27FC236}">
                    <a16:creationId xmlns:a16="http://schemas.microsoft.com/office/drawing/2014/main" id="{8835363F-8425-4DA6-8D5F-713822AF7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581"/>
                <a:ext cx="68" cy="30"/>
              </a:xfrm>
              <a:custGeom>
                <a:avLst/>
                <a:gdLst>
                  <a:gd name="T0" fmla="*/ 0 w 27"/>
                  <a:gd name="T1" fmla="*/ 188 h 12"/>
                  <a:gd name="T2" fmla="*/ 431 w 2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2">
                    <a:moveTo>
                      <a:pt x="0" y="12"/>
                    </a:moveTo>
                    <a:cubicBezTo>
                      <a:pt x="9" y="12"/>
                      <a:pt x="22" y="9"/>
                      <a:pt x="27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35" name="Freeform 359">
                <a:extLst>
                  <a:ext uri="{FF2B5EF4-FFF2-40B4-BE49-F238E27FC236}">
                    <a16:creationId xmlns:a16="http://schemas.microsoft.com/office/drawing/2014/main" id="{0BD76F64-EE28-4290-ABAC-11A85F6D1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2519"/>
                <a:ext cx="127" cy="32"/>
              </a:xfrm>
              <a:custGeom>
                <a:avLst/>
                <a:gdLst>
                  <a:gd name="T0" fmla="*/ 0 w 51"/>
                  <a:gd name="T1" fmla="*/ 103 h 13"/>
                  <a:gd name="T2" fmla="*/ 354 w 51"/>
                  <a:gd name="T3" fmla="*/ 182 h 13"/>
                  <a:gd name="T4" fmla="*/ 603 w 51"/>
                  <a:gd name="T5" fmla="*/ 91 h 13"/>
                  <a:gd name="T6" fmla="*/ 712 w 51"/>
                  <a:gd name="T7" fmla="*/ 133 h 13"/>
                  <a:gd name="T8" fmla="*/ 787 w 51"/>
                  <a:gd name="T9" fmla="*/ 1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3">
                    <a:moveTo>
                      <a:pt x="0" y="7"/>
                    </a:moveTo>
                    <a:cubicBezTo>
                      <a:pt x="8" y="0"/>
                      <a:pt x="18" y="3"/>
                      <a:pt x="23" y="12"/>
                    </a:cubicBezTo>
                    <a:cubicBezTo>
                      <a:pt x="28" y="9"/>
                      <a:pt x="34" y="6"/>
                      <a:pt x="39" y="6"/>
                    </a:cubicBezTo>
                    <a:cubicBezTo>
                      <a:pt x="42" y="7"/>
                      <a:pt x="44" y="8"/>
                      <a:pt x="46" y="9"/>
                    </a:cubicBezTo>
                    <a:cubicBezTo>
                      <a:pt x="48" y="10"/>
                      <a:pt x="50" y="13"/>
                      <a:pt x="51" y="1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36" name="Freeform 360">
                <a:extLst>
                  <a:ext uri="{FF2B5EF4-FFF2-40B4-BE49-F238E27FC236}">
                    <a16:creationId xmlns:a16="http://schemas.microsoft.com/office/drawing/2014/main" id="{5DF242F6-E87A-4584-BE82-4B1993BC7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519"/>
                <a:ext cx="77" cy="20"/>
              </a:xfrm>
              <a:custGeom>
                <a:avLst/>
                <a:gdLst>
                  <a:gd name="T0" fmla="*/ 0 w 31"/>
                  <a:gd name="T1" fmla="*/ 125 h 8"/>
                  <a:gd name="T2" fmla="*/ 474 w 31"/>
                  <a:gd name="T3" fmla="*/ 6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0" y="8"/>
                    </a:moveTo>
                    <a:cubicBezTo>
                      <a:pt x="8" y="0"/>
                      <a:pt x="21" y="2"/>
                      <a:pt x="31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37" name="Freeform 361">
                <a:extLst>
                  <a:ext uri="{FF2B5EF4-FFF2-40B4-BE49-F238E27FC236}">
                    <a16:creationId xmlns:a16="http://schemas.microsoft.com/office/drawing/2014/main" id="{30EB3920-CB6F-47F5-A4D0-54324CD81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339"/>
                <a:ext cx="12" cy="37"/>
              </a:xfrm>
              <a:custGeom>
                <a:avLst/>
                <a:gdLst>
                  <a:gd name="T0" fmla="*/ 58 w 5"/>
                  <a:gd name="T1" fmla="*/ 0 h 15"/>
                  <a:gd name="T2" fmla="*/ 0 w 5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4" y="0"/>
                    </a:moveTo>
                    <a:cubicBezTo>
                      <a:pt x="5" y="5"/>
                      <a:pt x="2" y="11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38" name="Freeform 362">
                <a:extLst>
                  <a:ext uri="{FF2B5EF4-FFF2-40B4-BE49-F238E27FC236}">
                    <a16:creationId xmlns:a16="http://schemas.microsoft.com/office/drawing/2014/main" id="{96E324CD-E2EA-4C5D-B557-6DBC2A5E6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351"/>
                <a:ext cx="17" cy="63"/>
              </a:xfrm>
              <a:custGeom>
                <a:avLst/>
                <a:gdLst>
                  <a:gd name="T0" fmla="*/ 0 w 7"/>
                  <a:gd name="T1" fmla="*/ 0 h 25"/>
                  <a:gd name="T2" fmla="*/ 100 w 7"/>
                  <a:gd name="T3" fmla="*/ 40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0" y="0"/>
                    </a:moveTo>
                    <a:cubicBezTo>
                      <a:pt x="6" y="8"/>
                      <a:pt x="7" y="16"/>
                      <a:pt x="7" y="2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39" name="Freeform 363">
                <a:extLst>
                  <a:ext uri="{FF2B5EF4-FFF2-40B4-BE49-F238E27FC236}">
                    <a16:creationId xmlns:a16="http://schemas.microsoft.com/office/drawing/2014/main" id="{081268C2-F4B0-431B-8174-5C4B1E5AF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389"/>
                <a:ext cx="25" cy="67"/>
              </a:xfrm>
              <a:custGeom>
                <a:avLst/>
                <a:gdLst>
                  <a:gd name="T0" fmla="*/ 20 w 10"/>
                  <a:gd name="T1" fmla="*/ 0 h 27"/>
                  <a:gd name="T2" fmla="*/ 33 w 10"/>
                  <a:gd name="T3" fmla="*/ 228 h 27"/>
                  <a:gd name="T4" fmla="*/ 158 w 10"/>
                  <a:gd name="T5" fmla="*/ 4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7">
                    <a:moveTo>
                      <a:pt x="1" y="0"/>
                    </a:moveTo>
                    <a:cubicBezTo>
                      <a:pt x="1" y="6"/>
                      <a:pt x="0" y="10"/>
                      <a:pt x="2" y="15"/>
                    </a:cubicBezTo>
                    <a:cubicBezTo>
                      <a:pt x="3" y="20"/>
                      <a:pt x="7" y="24"/>
                      <a:pt x="10" y="2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40" name="Freeform 364">
                <a:extLst>
                  <a:ext uri="{FF2B5EF4-FFF2-40B4-BE49-F238E27FC236}">
                    <a16:creationId xmlns:a16="http://schemas.microsoft.com/office/drawing/2014/main" id="{B1EA3FF5-474F-40DF-AE58-F5B9562DC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426"/>
                <a:ext cx="33" cy="60"/>
              </a:xfrm>
              <a:custGeom>
                <a:avLst/>
                <a:gdLst>
                  <a:gd name="T0" fmla="*/ 0 w 13"/>
                  <a:gd name="T1" fmla="*/ 0 h 24"/>
                  <a:gd name="T2" fmla="*/ 160 w 13"/>
                  <a:gd name="T3" fmla="*/ 175 h 24"/>
                  <a:gd name="T4" fmla="*/ 180 w 13"/>
                  <a:gd name="T5" fmla="*/ 37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0" y="0"/>
                    </a:moveTo>
                    <a:cubicBezTo>
                      <a:pt x="3" y="4"/>
                      <a:pt x="8" y="5"/>
                      <a:pt x="10" y="11"/>
                    </a:cubicBezTo>
                    <a:cubicBezTo>
                      <a:pt x="11" y="14"/>
                      <a:pt x="13" y="21"/>
                      <a:pt x="11" y="2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41" name="Freeform 365">
                <a:extLst>
                  <a:ext uri="{FF2B5EF4-FFF2-40B4-BE49-F238E27FC236}">
                    <a16:creationId xmlns:a16="http://schemas.microsoft.com/office/drawing/2014/main" id="{A16EFBA3-998D-411A-AB35-893F79167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466"/>
                <a:ext cx="35" cy="48"/>
              </a:xfrm>
              <a:custGeom>
                <a:avLst/>
                <a:gdLst>
                  <a:gd name="T0" fmla="*/ 0 w 14"/>
                  <a:gd name="T1" fmla="*/ 51 h 19"/>
                  <a:gd name="T2" fmla="*/ 220 w 14"/>
                  <a:gd name="T3" fmla="*/ 30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0" y="3"/>
                    </a:moveTo>
                    <a:cubicBezTo>
                      <a:pt x="8" y="0"/>
                      <a:pt x="12" y="13"/>
                      <a:pt x="14" y="1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42" name="Freeform 366">
                <a:extLst>
                  <a:ext uri="{FF2B5EF4-FFF2-40B4-BE49-F238E27FC236}">
                    <a16:creationId xmlns:a16="http://schemas.microsoft.com/office/drawing/2014/main" id="{951BC7B7-A356-487B-BB28-5FAD493AA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489"/>
                <a:ext cx="50" cy="37"/>
              </a:xfrm>
              <a:custGeom>
                <a:avLst/>
                <a:gdLst>
                  <a:gd name="T0" fmla="*/ 0 w 20"/>
                  <a:gd name="T1" fmla="*/ 12 h 15"/>
                  <a:gd name="T2" fmla="*/ 188 w 20"/>
                  <a:gd name="T3" fmla="*/ 62 h 15"/>
                  <a:gd name="T4" fmla="*/ 300 w 20"/>
                  <a:gd name="T5" fmla="*/ 2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0" y="1"/>
                    </a:moveTo>
                    <a:cubicBezTo>
                      <a:pt x="5" y="0"/>
                      <a:pt x="9" y="2"/>
                      <a:pt x="12" y="4"/>
                    </a:cubicBezTo>
                    <a:cubicBezTo>
                      <a:pt x="15" y="6"/>
                      <a:pt x="20" y="12"/>
                      <a:pt x="19" y="1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43" name="Freeform 367">
                <a:extLst>
                  <a:ext uri="{FF2B5EF4-FFF2-40B4-BE49-F238E27FC236}">
                    <a16:creationId xmlns:a16="http://schemas.microsoft.com/office/drawing/2014/main" id="{0BB9B364-C0A0-4566-8CF1-EE886B97E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506"/>
                <a:ext cx="68" cy="28"/>
              </a:xfrm>
              <a:custGeom>
                <a:avLst/>
                <a:gdLst>
                  <a:gd name="T0" fmla="*/ 0 w 27"/>
                  <a:gd name="T1" fmla="*/ 33 h 11"/>
                  <a:gd name="T2" fmla="*/ 254 w 27"/>
                  <a:gd name="T3" fmla="*/ 64 h 11"/>
                  <a:gd name="T4" fmla="*/ 431 w 27"/>
                  <a:gd name="T5" fmla="*/ 18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1">
                    <a:moveTo>
                      <a:pt x="0" y="2"/>
                    </a:moveTo>
                    <a:cubicBezTo>
                      <a:pt x="5" y="0"/>
                      <a:pt x="11" y="2"/>
                      <a:pt x="16" y="4"/>
                    </a:cubicBezTo>
                    <a:cubicBezTo>
                      <a:pt x="20" y="5"/>
                      <a:pt x="23" y="10"/>
                      <a:pt x="27" y="1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44" name="Freeform 368">
                <a:extLst>
                  <a:ext uri="{FF2B5EF4-FFF2-40B4-BE49-F238E27FC236}">
                    <a16:creationId xmlns:a16="http://schemas.microsoft.com/office/drawing/2014/main" id="{6DC0A9D6-E522-4C7A-AA52-E8FFBC616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521"/>
                <a:ext cx="55" cy="8"/>
              </a:xfrm>
              <a:custGeom>
                <a:avLst/>
                <a:gdLst>
                  <a:gd name="T0" fmla="*/ 0 w 22"/>
                  <a:gd name="T1" fmla="*/ 21 h 3"/>
                  <a:gd name="T2" fmla="*/ 175 w 22"/>
                  <a:gd name="T3" fmla="*/ 0 h 3"/>
                  <a:gd name="T4" fmla="*/ 345 w 2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">
                    <a:moveTo>
                      <a:pt x="0" y="1"/>
                    </a:moveTo>
                    <a:cubicBezTo>
                      <a:pt x="4" y="0"/>
                      <a:pt x="7" y="0"/>
                      <a:pt x="11" y="0"/>
                    </a:cubicBezTo>
                    <a:cubicBezTo>
                      <a:pt x="15" y="0"/>
                      <a:pt x="18" y="2"/>
                      <a:pt x="22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45" name="Freeform 369">
                <a:extLst>
                  <a:ext uri="{FF2B5EF4-FFF2-40B4-BE49-F238E27FC236}">
                    <a16:creationId xmlns:a16="http://schemas.microsoft.com/office/drawing/2014/main" id="{F50158E8-CD95-4851-A355-3E2E94D24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456"/>
                <a:ext cx="10" cy="53"/>
              </a:xfrm>
              <a:custGeom>
                <a:avLst/>
                <a:gdLst>
                  <a:gd name="T0" fmla="*/ 20 w 4"/>
                  <a:gd name="T1" fmla="*/ 0 h 21"/>
                  <a:gd name="T2" fmla="*/ 63 w 4"/>
                  <a:gd name="T3" fmla="*/ 33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1" y="0"/>
                    </a:moveTo>
                    <a:cubicBezTo>
                      <a:pt x="1" y="7"/>
                      <a:pt x="0" y="16"/>
                      <a:pt x="4" y="2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46" name="Freeform 370">
                <a:extLst>
                  <a:ext uri="{FF2B5EF4-FFF2-40B4-BE49-F238E27FC236}">
                    <a16:creationId xmlns:a16="http://schemas.microsoft.com/office/drawing/2014/main" id="{4129AB52-F4CA-443C-B19C-F0289A6A2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426"/>
                <a:ext cx="7" cy="45"/>
              </a:xfrm>
              <a:custGeom>
                <a:avLst/>
                <a:gdLst>
                  <a:gd name="T0" fmla="*/ 37 w 3"/>
                  <a:gd name="T1" fmla="*/ 0 h 18"/>
                  <a:gd name="T2" fmla="*/ 28 w 3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3" y="0"/>
                    </a:moveTo>
                    <a:cubicBezTo>
                      <a:pt x="2" y="6"/>
                      <a:pt x="0" y="13"/>
                      <a:pt x="2" y="1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47" name="Freeform 371">
                <a:extLst>
                  <a:ext uri="{FF2B5EF4-FFF2-40B4-BE49-F238E27FC236}">
                    <a16:creationId xmlns:a16="http://schemas.microsoft.com/office/drawing/2014/main" id="{01975436-C57F-482D-B893-5D6BEE0B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374"/>
                <a:ext cx="37" cy="50"/>
              </a:xfrm>
              <a:custGeom>
                <a:avLst/>
                <a:gdLst>
                  <a:gd name="T0" fmla="*/ 0 w 15"/>
                  <a:gd name="T1" fmla="*/ 0 h 20"/>
                  <a:gd name="T2" fmla="*/ 165 w 15"/>
                  <a:gd name="T3" fmla="*/ 145 h 20"/>
                  <a:gd name="T4" fmla="*/ 224 w 15"/>
                  <a:gd name="T5" fmla="*/ 31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cubicBezTo>
                      <a:pt x="4" y="4"/>
                      <a:pt x="9" y="4"/>
                      <a:pt x="11" y="9"/>
                    </a:cubicBezTo>
                    <a:cubicBezTo>
                      <a:pt x="13" y="12"/>
                      <a:pt x="15" y="18"/>
                      <a:pt x="15" y="2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48" name="Freeform 372">
                <a:extLst>
                  <a:ext uri="{FF2B5EF4-FFF2-40B4-BE49-F238E27FC236}">
                    <a16:creationId xmlns:a16="http://schemas.microsoft.com/office/drawing/2014/main" id="{236078F4-19C9-4748-BCB5-0C3CD945A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341"/>
                <a:ext cx="5" cy="43"/>
              </a:xfrm>
              <a:custGeom>
                <a:avLst/>
                <a:gdLst>
                  <a:gd name="T0" fmla="*/ 20 w 2"/>
                  <a:gd name="T1" fmla="*/ 276 h 17"/>
                  <a:gd name="T2" fmla="*/ 0 w 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">
                    <a:moveTo>
                      <a:pt x="1" y="17"/>
                    </a:moveTo>
                    <a:cubicBezTo>
                      <a:pt x="0" y="12"/>
                      <a:pt x="2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49" name="Freeform 373">
                <a:extLst>
                  <a:ext uri="{FF2B5EF4-FFF2-40B4-BE49-F238E27FC236}">
                    <a16:creationId xmlns:a16="http://schemas.microsoft.com/office/drawing/2014/main" id="{FF720FD7-36B7-4FE4-8C60-FF8F669C5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339"/>
                <a:ext cx="13" cy="35"/>
              </a:xfrm>
              <a:custGeom>
                <a:avLst/>
                <a:gdLst>
                  <a:gd name="T0" fmla="*/ 88 w 5"/>
                  <a:gd name="T1" fmla="*/ 0 h 14"/>
                  <a:gd name="T2" fmla="*/ 0 w 5"/>
                  <a:gd name="T3" fmla="*/ 2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0"/>
                    </a:moveTo>
                    <a:cubicBezTo>
                      <a:pt x="4" y="5"/>
                      <a:pt x="0" y="9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50" name="Freeform 374">
                <a:extLst>
                  <a:ext uri="{FF2B5EF4-FFF2-40B4-BE49-F238E27FC236}">
                    <a16:creationId xmlns:a16="http://schemas.microsoft.com/office/drawing/2014/main" id="{47E75EA5-A773-4709-999A-20ABC66D6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369"/>
                <a:ext cx="131" cy="127"/>
              </a:xfrm>
              <a:custGeom>
                <a:avLst/>
                <a:gdLst>
                  <a:gd name="T0" fmla="*/ 0 w 52"/>
                  <a:gd name="T1" fmla="*/ 0 h 51"/>
                  <a:gd name="T2" fmla="*/ 209 w 52"/>
                  <a:gd name="T3" fmla="*/ 154 h 51"/>
                  <a:gd name="T4" fmla="*/ 272 w 52"/>
                  <a:gd name="T5" fmla="*/ 383 h 51"/>
                  <a:gd name="T6" fmla="*/ 451 w 52"/>
                  <a:gd name="T7" fmla="*/ 528 h 51"/>
                  <a:gd name="T8" fmla="*/ 590 w 52"/>
                  <a:gd name="T9" fmla="*/ 725 h 51"/>
                  <a:gd name="T10" fmla="*/ 831 w 52"/>
                  <a:gd name="T11" fmla="*/ 787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1">
                    <a:moveTo>
                      <a:pt x="0" y="0"/>
                    </a:moveTo>
                    <a:cubicBezTo>
                      <a:pt x="1" y="4"/>
                      <a:pt x="9" y="10"/>
                      <a:pt x="13" y="10"/>
                    </a:cubicBezTo>
                    <a:cubicBezTo>
                      <a:pt x="13" y="15"/>
                      <a:pt x="14" y="21"/>
                      <a:pt x="17" y="25"/>
                    </a:cubicBezTo>
                    <a:cubicBezTo>
                      <a:pt x="20" y="29"/>
                      <a:pt x="25" y="30"/>
                      <a:pt x="28" y="34"/>
                    </a:cubicBezTo>
                    <a:cubicBezTo>
                      <a:pt x="30" y="39"/>
                      <a:pt x="33" y="43"/>
                      <a:pt x="37" y="47"/>
                    </a:cubicBezTo>
                    <a:cubicBezTo>
                      <a:pt x="42" y="50"/>
                      <a:pt x="47" y="51"/>
                      <a:pt x="52" y="5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51" name="Freeform 375">
                <a:extLst>
                  <a:ext uri="{FF2B5EF4-FFF2-40B4-BE49-F238E27FC236}">
                    <a16:creationId xmlns:a16="http://schemas.microsoft.com/office/drawing/2014/main" id="{F4B8DAE8-F600-447C-A4C5-7FBB52FB5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426"/>
                <a:ext cx="40" cy="60"/>
              </a:xfrm>
              <a:custGeom>
                <a:avLst/>
                <a:gdLst>
                  <a:gd name="T0" fmla="*/ 0 w 16"/>
                  <a:gd name="T1" fmla="*/ 0 h 24"/>
                  <a:gd name="T2" fmla="*/ 250 w 16"/>
                  <a:gd name="T3" fmla="*/ 30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4">
                    <a:moveTo>
                      <a:pt x="0" y="0"/>
                    </a:moveTo>
                    <a:cubicBezTo>
                      <a:pt x="0" y="11"/>
                      <a:pt x="4" y="24"/>
                      <a:pt x="16" y="1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52" name="Freeform 376">
                <a:extLst>
                  <a:ext uri="{FF2B5EF4-FFF2-40B4-BE49-F238E27FC236}">
                    <a16:creationId xmlns:a16="http://schemas.microsoft.com/office/drawing/2014/main" id="{18070A81-F594-4CCE-AB4B-CF96A40B1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491"/>
                <a:ext cx="57" cy="43"/>
              </a:xfrm>
              <a:custGeom>
                <a:avLst/>
                <a:gdLst>
                  <a:gd name="T0" fmla="*/ 30 w 23"/>
                  <a:gd name="T1" fmla="*/ 0 h 17"/>
                  <a:gd name="T2" fmla="*/ 136 w 23"/>
                  <a:gd name="T3" fmla="*/ 225 h 17"/>
                  <a:gd name="T4" fmla="*/ 278 w 23"/>
                  <a:gd name="T5" fmla="*/ 276 h 17"/>
                  <a:gd name="T6" fmla="*/ 349 w 23"/>
                  <a:gd name="T7" fmla="*/ 27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2" y="0"/>
                    </a:moveTo>
                    <a:cubicBezTo>
                      <a:pt x="0" y="3"/>
                      <a:pt x="7" y="12"/>
                      <a:pt x="9" y="14"/>
                    </a:cubicBezTo>
                    <a:cubicBezTo>
                      <a:pt x="12" y="16"/>
                      <a:pt x="15" y="17"/>
                      <a:pt x="18" y="17"/>
                    </a:cubicBezTo>
                    <a:cubicBezTo>
                      <a:pt x="19" y="17"/>
                      <a:pt x="21" y="16"/>
                      <a:pt x="23" y="1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53" name="Freeform 377">
                <a:extLst>
                  <a:ext uri="{FF2B5EF4-FFF2-40B4-BE49-F238E27FC236}">
                    <a16:creationId xmlns:a16="http://schemas.microsoft.com/office/drawing/2014/main" id="{3121F1BF-9EAD-4562-BD0D-E64F55885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529"/>
                <a:ext cx="73" cy="42"/>
              </a:xfrm>
              <a:custGeom>
                <a:avLst/>
                <a:gdLst>
                  <a:gd name="T0" fmla="*/ 0 w 29"/>
                  <a:gd name="T1" fmla="*/ 0 h 17"/>
                  <a:gd name="T2" fmla="*/ 50 w 29"/>
                  <a:gd name="T3" fmla="*/ 104 h 17"/>
                  <a:gd name="T4" fmla="*/ 176 w 29"/>
                  <a:gd name="T5" fmla="*/ 225 h 17"/>
                  <a:gd name="T6" fmla="*/ 463 w 29"/>
                  <a:gd name="T7" fmla="*/ 18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7">
                    <a:moveTo>
                      <a:pt x="0" y="0"/>
                    </a:moveTo>
                    <a:cubicBezTo>
                      <a:pt x="2" y="2"/>
                      <a:pt x="2" y="5"/>
                      <a:pt x="3" y="7"/>
                    </a:cubicBezTo>
                    <a:cubicBezTo>
                      <a:pt x="5" y="10"/>
                      <a:pt x="8" y="13"/>
                      <a:pt x="11" y="15"/>
                    </a:cubicBezTo>
                    <a:cubicBezTo>
                      <a:pt x="16" y="17"/>
                      <a:pt x="24" y="15"/>
                      <a:pt x="29" y="1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54" name="Freeform 378">
                <a:extLst>
                  <a:ext uri="{FF2B5EF4-FFF2-40B4-BE49-F238E27FC236}">
                    <a16:creationId xmlns:a16="http://schemas.microsoft.com/office/drawing/2014/main" id="{7EB15649-C156-417E-B3F3-8137ECAEA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569"/>
                <a:ext cx="65" cy="27"/>
              </a:xfrm>
              <a:custGeom>
                <a:avLst/>
                <a:gdLst>
                  <a:gd name="T0" fmla="*/ 0 w 26"/>
                  <a:gd name="T1" fmla="*/ 0 h 11"/>
                  <a:gd name="T2" fmla="*/ 188 w 26"/>
                  <a:gd name="T3" fmla="*/ 133 h 11"/>
                  <a:gd name="T4" fmla="*/ 408 w 26"/>
                  <a:gd name="T5" fmla="*/ 10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4"/>
                      <a:pt x="8" y="7"/>
                      <a:pt x="12" y="9"/>
                    </a:cubicBezTo>
                    <a:cubicBezTo>
                      <a:pt x="18" y="11"/>
                      <a:pt x="20" y="8"/>
                      <a:pt x="26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55" name="Freeform 379">
                <a:extLst>
                  <a:ext uri="{FF2B5EF4-FFF2-40B4-BE49-F238E27FC236}">
                    <a16:creationId xmlns:a16="http://schemas.microsoft.com/office/drawing/2014/main" id="{FEE0341B-EF8E-4A15-B5D4-CBF7B64E1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479"/>
                <a:ext cx="55" cy="45"/>
              </a:xfrm>
              <a:custGeom>
                <a:avLst/>
                <a:gdLst>
                  <a:gd name="T0" fmla="*/ 0 w 22"/>
                  <a:gd name="T1" fmla="*/ 0 h 18"/>
                  <a:gd name="T2" fmla="*/ 145 w 22"/>
                  <a:gd name="T3" fmla="*/ 208 h 18"/>
                  <a:gd name="T4" fmla="*/ 345 w 22"/>
                  <a:gd name="T5" fmla="*/ 2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2" y="5"/>
                      <a:pt x="5" y="10"/>
                      <a:pt x="9" y="13"/>
                    </a:cubicBezTo>
                    <a:cubicBezTo>
                      <a:pt x="13" y="15"/>
                      <a:pt x="18" y="17"/>
                      <a:pt x="22" y="1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56" name="Freeform 380">
                <a:extLst>
                  <a:ext uri="{FF2B5EF4-FFF2-40B4-BE49-F238E27FC236}">
                    <a16:creationId xmlns:a16="http://schemas.microsoft.com/office/drawing/2014/main" id="{5BB94BDD-D475-42C4-835B-DEEBF0EB8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591"/>
                <a:ext cx="72" cy="20"/>
              </a:xfrm>
              <a:custGeom>
                <a:avLst/>
                <a:gdLst>
                  <a:gd name="T0" fmla="*/ 0 w 29"/>
                  <a:gd name="T1" fmla="*/ 0 h 8"/>
                  <a:gd name="T2" fmla="*/ 216 w 29"/>
                  <a:gd name="T3" fmla="*/ 113 h 8"/>
                  <a:gd name="T4" fmla="*/ 444 w 29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8">
                    <a:moveTo>
                      <a:pt x="0" y="0"/>
                    </a:moveTo>
                    <a:cubicBezTo>
                      <a:pt x="3" y="4"/>
                      <a:pt x="9" y="6"/>
                      <a:pt x="14" y="7"/>
                    </a:cubicBezTo>
                    <a:cubicBezTo>
                      <a:pt x="20" y="8"/>
                      <a:pt x="24" y="6"/>
                      <a:pt x="29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57" name="Freeform 381">
                <a:extLst>
                  <a:ext uri="{FF2B5EF4-FFF2-40B4-BE49-F238E27FC236}">
                    <a16:creationId xmlns:a16="http://schemas.microsoft.com/office/drawing/2014/main" id="{BA03D8D6-ACF6-4452-AC78-A1836A48A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609"/>
                <a:ext cx="80" cy="22"/>
              </a:xfrm>
              <a:custGeom>
                <a:avLst/>
                <a:gdLst>
                  <a:gd name="T0" fmla="*/ 0 w 32"/>
                  <a:gd name="T1" fmla="*/ 0 h 9"/>
                  <a:gd name="T2" fmla="*/ 500 w 32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9">
                    <a:moveTo>
                      <a:pt x="0" y="0"/>
                    </a:moveTo>
                    <a:cubicBezTo>
                      <a:pt x="10" y="5"/>
                      <a:pt x="23" y="9"/>
                      <a:pt x="32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58" name="Freeform 382">
                <a:extLst>
                  <a:ext uri="{FF2B5EF4-FFF2-40B4-BE49-F238E27FC236}">
                    <a16:creationId xmlns:a16="http://schemas.microsoft.com/office/drawing/2014/main" id="{934A3BAF-3E9D-4D30-A7DF-DE0F9091F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614"/>
                <a:ext cx="73" cy="17"/>
              </a:xfrm>
              <a:custGeom>
                <a:avLst/>
                <a:gdLst>
                  <a:gd name="T0" fmla="*/ 0 w 29"/>
                  <a:gd name="T1" fmla="*/ 41 h 7"/>
                  <a:gd name="T2" fmla="*/ 272 w 29"/>
                  <a:gd name="T3" fmla="*/ 87 h 7"/>
                  <a:gd name="T4" fmla="*/ 463 w 2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">
                    <a:moveTo>
                      <a:pt x="0" y="3"/>
                    </a:moveTo>
                    <a:cubicBezTo>
                      <a:pt x="4" y="7"/>
                      <a:pt x="11" y="6"/>
                      <a:pt x="17" y="6"/>
                    </a:cubicBezTo>
                    <a:cubicBezTo>
                      <a:pt x="23" y="5"/>
                      <a:pt x="25" y="4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59" name="Freeform 383">
                <a:extLst>
                  <a:ext uri="{FF2B5EF4-FFF2-40B4-BE49-F238E27FC236}">
                    <a16:creationId xmlns:a16="http://schemas.microsoft.com/office/drawing/2014/main" id="{54149E9E-4D4B-40E1-ADB4-4E9362EE9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594"/>
                <a:ext cx="30" cy="7"/>
              </a:xfrm>
              <a:custGeom>
                <a:avLst/>
                <a:gdLst>
                  <a:gd name="T0" fmla="*/ 0 w 12"/>
                  <a:gd name="T1" fmla="*/ 0 h 3"/>
                  <a:gd name="T2" fmla="*/ 188 w 12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4" y="0"/>
                      <a:pt x="8" y="1"/>
                      <a:pt x="12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60" name="Freeform 384">
                <a:extLst>
                  <a:ext uri="{FF2B5EF4-FFF2-40B4-BE49-F238E27FC236}">
                    <a16:creationId xmlns:a16="http://schemas.microsoft.com/office/drawing/2014/main" id="{4A76A13A-A3A1-41FC-BE2A-B05DDFCE8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616"/>
                <a:ext cx="80" cy="25"/>
              </a:xfrm>
              <a:custGeom>
                <a:avLst/>
                <a:gdLst>
                  <a:gd name="T0" fmla="*/ 0 w 32"/>
                  <a:gd name="T1" fmla="*/ 63 h 10"/>
                  <a:gd name="T2" fmla="*/ 500 w 3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0">
                    <a:moveTo>
                      <a:pt x="0" y="4"/>
                    </a:moveTo>
                    <a:cubicBezTo>
                      <a:pt x="7" y="10"/>
                      <a:pt x="25" y="6"/>
                      <a:pt x="3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61" name="Freeform 385">
                <a:extLst>
                  <a:ext uri="{FF2B5EF4-FFF2-40B4-BE49-F238E27FC236}">
                    <a16:creationId xmlns:a16="http://schemas.microsoft.com/office/drawing/2014/main" id="{EDE0C2CD-5D0A-44A6-A6DD-8C3CB81B0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399"/>
                <a:ext cx="3" cy="20"/>
              </a:xfrm>
              <a:custGeom>
                <a:avLst/>
                <a:gdLst>
                  <a:gd name="T0" fmla="*/ 0 w 1"/>
                  <a:gd name="T1" fmla="*/ 125 h 8"/>
                  <a:gd name="T2" fmla="*/ 27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1" y="5"/>
                      <a:pt x="1" y="3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62" name="Freeform 386">
                <a:extLst>
                  <a:ext uri="{FF2B5EF4-FFF2-40B4-BE49-F238E27FC236}">
                    <a16:creationId xmlns:a16="http://schemas.microsoft.com/office/drawing/2014/main" id="{E7C3A583-8D69-46CD-89AC-75ABE7258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441"/>
                <a:ext cx="25" cy="33"/>
              </a:xfrm>
              <a:custGeom>
                <a:avLst/>
                <a:gdLst>
                  <a:gd name="T0" fmla="*/ 0 w 10"/>
                  <a:gd name="T1" fmla="*/ 20 h 13"/>
                  <a:gd name="T2" fmla="*/ 158 w 10"/>
                  <a:gd name="T3" fmla="*/ 2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0" y="1"/>
                    </a:moveTo>
                    <a:cubicBezTo>
                      <a:pt x="6" y="0"/>
                      <a:pt x="10" y="8"/>
                      <a:pt x="10" y="1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63" name="Freeform 387">
                <a:extLst>
                  <a:ext uri="{FF2B5EF4-FFF2-40B4-BE49-F238E27FC236}">
                    <a16:creationId xmlns:a16="http://schemas.microsoft.com/office/drawing/2014/main" id="{6B73562E-3C8E-4FEC-B73C-A008F1172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76"/>
                <a:ext cx="111" cy="110"/>
              </a:xfrm>
              <a:custGeom>
                <a:avLst/>
                <a:gdLst>
                  <a:gd name="T0" fmla="*/ 0 w 44"/>
                  <a:gd name="T1" fmla="*/ 0 h 44"/>
                  <a:gd name="T2" fmla="*/ 706 w 44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44">
                    <a:moveTo>
                      <a:pt x="0" y="0"/>
                    </a:moveTo>
                    <a:cubicBezTo>
                      <a:pt x="10" y="15"/>
                      <a:pt x="25" y="40"/>
                      <a:pt x="44" y="44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64" name="Freeform 388">
                <a:extLst>
                  <a:ext uri="{FF2B5EF4-FFF2-40B4-BE49-F238E27FC236}">
                    <a16:creationId xmlns:a16="http://schemas.microsoft.com/office/drawing/2014/main" id="{1D89A92C-C749-4D0B-9674-16423B2B0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456"/>
                <a:ext cx="152" cy="118"/>
              </a:xfrm>
              <a:custGeom>
                <a:avLst/>
                <a:gdLst>
                  <a:gd name="T0" fmla="*/ 0 w 61"/>
                  <a:gd name="T1" fmla="*/ 0 h 47"/>
                  <a:gd name="T2" fmla="*/ 262 w 61"/>
                  <a:gd name="T3" fmla="*/ 459 h 47"/>
                  <a:gd name="T4" fmla="*/ 944 w 61"/>
                  <a:gd name="T5" fmla="*/ 74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47">
                    <a:moveTo>
                      <a:pt x="0" y="0"/>
                    </a:moveTo>
                    <a:cubicBezTo>
                      <a:pt x="4" y="11"/>
                      <a:pt x="8" y="21"/>
                      <a:pt x="17" y="29"/>
                    </a:cubicBezTo>
                    <a:cubicBezTo>
                      <a:pt x="29" y="41"/>
                      <a:pt x="46" y="42"/>
                      <a:pt x="61" y="47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65" name="Freeform 389">
                <a:extLst>
                  <a:ext uri="{FF2B5EF4-FFF2-40B4-BE49-F238E27FC236}">
                    <a16:creationId xmlns:a16="http://schemas.microsoft.com/office/drawing/2014/main" id="{43E081DE-5F0A-4B77-9E0B-04A7A3933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546"/>
                <a:ext cx="145" cy="60"/>
              </a:xfrm>
              <a:custGeom>
                <a:avLst/>
                <a:gdLst>
                  <a:gd name="T0" fmla="*/ 0 w 58"/>
                  <a:gd name="T1" fmla="*/ 0 h 24"/>
                  <a:gd name="T2" fmla="*/ 908 w 58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4">
                    <a:moveTo>
                      <a:pt x="0" y="0"/>
                    </a:moveTo>
                    <a:cubicBezTo>
                      <a:pt x="15" y="18"/>
                      <a:pt x="35" y="24"/>
                      <a:pt x="58" y="24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66" name="Freeform 390">
                <a:extLst>
                  <a:ext uri="{FF2B5EF4-FFF2-40B4-BE49-F238E27FC236}">
                    <a16:creationId xmlns:a16="http://schemas.microsoft.com/office/drawing/2014/main" id="{11007C08-C002-4E3F-ADEF-94D28121F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581"/>
                <a:ext cx="185" cy="63"/>
              </a:xfrm>
              <a:custGeom>
                <a:avLst/>
                <a:gdLst>
                  <a:gd name="T0" fmla="*/ 0 w 74"/>
                  <a:gd name="T1" fmla="*/ 0 h 25"/>
                  <a:gd name="T2" fmla="*/ 300 w 74"/>
                  <a:gd name="T3" fmla="*/ 209 h 25"/>
                  <a:gd name="T4" fmla="*/ 595 w 74"/>
                  <a:gd name="T5" fmla="*/ 318 h 25"/>
                  <a:gd name="T6" fmla="*/ 1158 w 74"/>
                  <a:gd name="T7" fmla="*/ 30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25">
                    <a:moveTo>
                      <a:pt x="0" y="0"/>
                    </a:moveTo>
                    <a:cubicBezTo>
                      <a:pt x="3" y="1"/>
                      <a:pt x="8" y="9"/>
                      <a:pt x="19" y="13"/>
                    </a:cubicBezTo>
                    <a:cubicBezTo>
                      <a:pt x="25" y="16"/>
                      <a:pt x="31" y="18"/>
                      <a:pt x="38" y="20"/>
                    </a:cubicBezTo>
                    <a:cubicBezTo>
                      <a:pt x="50" y="25"/>
                      <a:pt x="61" y="19"/>
                      <a:pt x="74" y="19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67" name="Freeform 391">
                <a:extLst>
                  <a:ext uri="{FF2B5EF4-FFF2-40B4-BE49-F238E27FC236}">
                    <a16:creationId xmlns:a16="http://schemas.microsoft.com/office/drawing/2014/main" id="{6C956AD3-CED1-4896-92DD-E3B53FB7A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544"/>
                <a:ext cx="355" cy="112"/>
              </a:xfrm>
              <a:custGeom>
                <a:avLst/>
                <a:gdLst>
                  <a:gd name="T0" fmla="*/ 0 w 142"/>
                  <a:gd name="T1" fmla="*/ 528 h 45"/>
                  <a:gd name="T2" fmla="*/ 738 w 142"/>
                  <a:gd name="T3" fmla="*/ 694 h 45"/>
                  <a:gd name="T4" fmla="*/ 1063 w 142"/>
                  <a:gd name="T5" fmla="*/ 540 h 45"/>
                  <a:gd name="T6" fmla="*/ 1333 w 142"/>
                  <a:gd name="T7" fmla="*/ 465 h 45"/>
                  <a:gd name="T8" fmla="*/ 1595 w 142"/>
                  <a:gd name="T9" fmla="*/ 478 h 45"/>
                  <a:gd name="T10" fmla="*/ 1925 w 142"/>
                  <a:gd name="T11" fmla="*/ 353 h 45"/>
                  <a:gd name="T12" fmla="*/ 2220 w 142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45">
                    <a:moveTo>
                      <a:pt x="0" y="34"/>
                    </a:moveTo>
                    <a:cubicBezTo>
                      <a:pt x="16" y="30"/>
                      <a:pt x="31" y="45"/>
                      <a:pt x="47" y="45"/>
                    </a:cubicBezTo>
                    <a:cubicBezTo>
                      <a:pt x="56" y="45"/>
                      <a:pt x="62" y="40"/>
                      <a:pt x="68" y="35"/>
                    </a:cubicBezTo>
                    <a:cubicBezTo>
                      <a:pt x="73" y="32"/>
                      <a:pt x="78" y="30"/>
                      <a:pt x="85" y="30"/>
                    </a:cubicBezTo>
                    <a:cubicBezTo>
                      <a:pt x="90" y="31"/>
                      <a:pt x="97" y="32"/>
                      <a:pt x="102" y="31"/>
                    </a:cubicBezTo>
                    <a:cubicBezTo>
                      <a:pt x="110" y="30"/>
                      <a:pt x="117" y="27"/>
                      <a:pt x="123" y="23"/>
                    </a:cubicBezTo>
                    <a:cubicBezTo>
                      <a:pt x="131" y="19"/>
                      <a:pt x="140" y="9"/>
                      <a:pt x="142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68" name="Freeform 392">
                <a:extLst>
                  <a:ext uri="{FF2B5EF4-FFF2-40B4-BE49-F238E27FC236}">
                    <a16:creationId xmlns:a16="http://schemas.microsoft.com/office/drawing/2014/main" id="{9AA925C4-7493-4C30-9FF7-EBC1BE74A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619"/>
                <a:ext cx="130" cy="50"/>
              </a:xfrm>
              <a:custGeom>
                <a:avLst/>
                <a:gdLst>
                  <a:gd name="T0" fmla="*/ 0 w 52"/>
                  <a:gd name="T1" fmla="*/ 238 h 20"/>
                  <a:gd name="T2" fmla="*/ 813 w 5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20">
                    <a:moveTo>
                      <a:pt x="0" y="15"/>
                    </a:moveTo>
                    <a:cubicBezTo>
                      <a:pt x="19" y="20"/>
                      <a:pt x="35" y="8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69" name="Freeform 393">
                <a:extLst>
                  <a:ext uri="{FF2B5EF4-FFF2-40B4-BE49-F238E27FC236}">
                    <a16:creationId xmlns:a16="http://schemas.microsoft.com/office/drawing/2014/main" id="{E56320F1-7F17-42DE-B945-D7D7F7B7B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494"/>
                <a:ext cx="77" cy="90"/>
              </a:xfrm>
              <a:custGeom>
                <a:avLst/>
                <a:gdLst>
                  <a:gd name="T0" fmla="*/ 0 w 31"/>
                  <a:gd name="T1" fmla="*/ 563 h 36"/>
                  <a:gd name="T2" fmla="*/ 291 w 31"/>
                  <a:gd name="T3" fmla="*/ 375 h 36"/>
                  <a:gd name="T4" fmla="*/ 474 w 31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6">
                    <a:moveTo>
                      <a:pt x="0" y="36"/>
                    </a:moveTo>
                    <a:cubicBezTo>
                      <a:pt x="7" y="32"/>
                      <a:pt x="14" y="31"/>
                      <a:pt x="19" y="24"/>
                    </a:cubicBezTo>
                    <a:cubicBezTo>
                      <a:pt x="23" y="18"/>
                      <a:pt x="30" y="8"/>
                      <a:pt x="31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70" name="Freeform 394">
                <a:extLst>
                  <a:ext uri="{FF2B5EF4-FFF2-40B4-BE49-F238E27FC236}">
                    <a16:creationId xmlns:a16="http://schemas.microsoft.com/office/drawing/2014/main" id="{7DBBC93E-EB2B-47DF-8740-1C036FE49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429"/>
                <a:ext cx="75" cy="125"/>
              </a:xfrm>
              <a:custGeom>
                <a:avLst/>
                <a:gdLst>
                  <a:gd name="T0" fmla="*/ 158 w 30"/>
                  <a:gd name="T1" fmla="*/ 500 h 50"/>
                  <a:gd name="T2" fmla="*/ 333 w 30"/>
                  <a:gd name="T3" fmla="*/ 250 h 50"/>
                  <a:gd name="T4" fmla="*/ 470 w 30"/>
                  <a:gd name="T5" fmla="*/ 0 h 50"/>
                  <a:gd name="T6" fmla="*/ 438 w 30"/>
                  <a:gd name="T7" fmla="*/ 208 h 50"/>
                  <a:gd name="T8" fmla="*/ 300 w 30"/>
                  <a:gd name="T9" fmla="*/ 533 h 50"/>
                  <a:gd name="T10" fmla="*/ 0 w 30"/>
                  <a:gd name="T11" fmla="*/ 783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0">
                    <a:moveTo>
                      <a:pt x="10" y="32"/>
                    </a:moveTo>
                    <a:cubicBezTo>
                      <a:pt x="10" y="26"/>
                      <a:pt x="17" y="20"/>
                      <a:pt x="21" y="16"/>
                    </a:cubicBezTo>
                    <a:cubicBezTo>
                      <a:pt x="25" y="11"/>
                      <a:pt x="27" y="5"/>
                      <a:pt x="30" y="0"/>
                    </a:cubicBezTo>
                    <a:cubicBezTo>
                      <a:pt x="28" y="4"/>
                      <a:pt x="28" y="9"/>
                      <a:pt x="28" y="13"/>
                    </a:cubicBezTo>
                    <a:cubicBezTo>
                      <a:pt x="26" y="21"/>
                      <a:pt x="23" y="28"/>
                      <a:pt x="19" y="34"/>
                    </a:cubicBezTo>
                    <a:cubicBezTo>
                      <a:pt x="15" y="41"/>
                      <a:pt x="6" y="47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71" name="Freeform 395">
                <a:extLst>
                  <a:ext uri="{FF2B5EF4-FFF2-40B4-BE49-F238E27FC236}">
                    <a16:creationId xmlns:a16="http://schemas.microsoft.com/office/drawing/2014/main" id="{6011B3A4-43AE-4E50-8FE2-7C29D0204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544"/>
                <a:ext cx="102" cy="70"/>
              </a:xfrm>
              <a:custGeom>
                <a:avLst/>
                <a:gdLst>
                  <a:gd name="T0" fmla="*/ 0 w 41"/>
                  <a:gd name="T1" fmla="*/ 408 h 28"/>
                  <a:gd name="T2" fmla="*/ 433 w 41"/>
                  <a:gd name="T3" fmla="*/ 270 h 28"/>
                  <a:gd name="T4" fmla="*/ 632 w 41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8">
                    <a:moveTo>
                      <a:pt x="0" y="26"/>
                    </a:moveTo>
                    <a:cubicBezTo>
                      <a:pt x="9" y="28"/>
                      <a:pt x="21" y="22"/>
                      <a:pt x="28" y="17"/>
                    </a:cubicBezTo>
                    <a:cubicBezTo>
                      <a:pt x="34" y="13"/>
                      <a:pt x="38" y="6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72" name="Freeform 396">
                <a:extLst>
                  <a:ext uri="{FF2B5EF4-FFF2-40B4-BE49-F238E27FC236}">
                    <a16:creationId xmlns:a16="http://schemas.microsoft.com/office/drawing/2014/main" id="{399A648F-6219-42B9-9A58-D2B0D3E7A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606"/>
                <a:ext cx="153" cy="55"/>
              </a:xfrm>
              <a:custGeom>
                <a:avLst/>
                <a:gdLst>
                  <a:gd name="T0" fmla="*/ 0 w 61"/>
                  <a:gd name="T1" fmla="*/ 313 h 22"/>
                  <a:gd name="T2" fmla="*/ 95 w 61"/>
                  <a:gd name="T3" fmla="*/ 313 h 22"/>
                  <a:gd name="T4" fmla="*/ 251 w 61"/>
                  <a:gd name="T5" fmla="*/ 345 h 22"/>
                  <a:gd name="T6" fmla="*/ 617 w 61"/>
                  <a:gd name="T7" fmla="*/ 220 h 22"/>
                  <a:gd name="T8" fmla="*/ 710 w 61"/>
                  <a:gd name="T9" fmla="*/ 158 h 22"/>
                  <a:gd name="T10" fmla="*/ 818 w 61"/>
                  <a:gd name="T11" fmla="*/ 113 h 22"/>
                  <a:gd name="T12" fmla="*/ 963 w 61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22">
                    <a:moveTo>
                      <a:pt x="0" y="20"/>
                    </a:moveTo>
                    <a:cubicBezTo>
                      <a:pt x="1" y="21"/>
                      <a:pt x="4" y="20"/>
                      <a:pt x="6" y="20"/>
                    </a:cubicBezTo>
                    <a:cubicBezTo>
                      <a:pt x="10" y="21"/>
                      <a:pt x="13" y="22"/>
                      <a:pt x="16" y="22"/>
                    </a:cubicBezTo>
                    <a:cubicBezTo>
                      <a:pt x="24" y="22"/>
                      <a:pt x="32" y="18"/>
                      <a:pt x="39" y="14"/>
                    </a:cubicBezTo>
                    <a:cubicBezTo>
                      <a:pt x="41" y="13"/>
                      <a:pt x="43" y="11"/>
                      <a:pt x="45" y="10"/>
                    </a:cubicBezTo>
                    <a:cubicBezTo>
                      <a:pt x="48" y="9"/>
                      <a:pt x="50" y="9"/>
                      <a:pt x="52" y="7"/>
                    </a:cubicBezTo>
                    <a:cubicBezTo>
                      <a:pt x="56" y="6"/>
                      <a:pt x="58" y="2"/>
                      <a:pt x="61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73" name="Freeform 397">
                <a:extLst>
                  <a:ext uri="{FF2B5EF4-FFF2-40B4-BE49-F238E27FC236}">
                    <a16:creationId xmlns:a16="http://schemas.microsoft.com/office/drawing/2014/main" id="{DEF9C995-3A66-43CB-8636-9D8829AFF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639"/>
                <a:ext cx="170" cy="27"/>
              </a:xfrm>
              <a:custGeom>
                <a:avLst/>
                <a:gdLst>
                  <a:gd name="T0" fmla="*/ 0 w 68"/>
                  <a:gd name="T1" fmla="*/ 0 h 11"/>
                  <a:gd name="T2" fmla="*/ 270 w 68"/>
                  <a:gd name="T3" fmla="*/ 120 h 11"/>
                  <a:gd name="T4" fmla="*/ 625 w 68"/>
                  <a:gd name="T5" fmla="*/ 103 h 11"/>
                  <a:gd name="T6" fmla="*/ 1063 w 68"/>
                  <a:gd name="T7" fmla="*/ 10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1">
                    <a:moveTo>
                      <a:pt x="0" y="0"/>
                    </a:moveTo>
                    <a:cubicBezTo>
                      <a:pt x="5" y="4"/>
                      <a:pt x="11" y="7"/>
                      <a:pt x="17" y="8"/>
                    </a:cubicBezTo>
                    <a:cubicBezTo>
                      <a:pt x="25" y="8"/>
                      <a:pt x="33" y="7"/>
                      <a:pt x="40" y="7"/>
                    </a:cubicBezTo>
                    <a:cubicBezTo>
                      <a:pt x="49" y="8"/>
                      <a:pt x="58" y="11"/>
                      <a:pt x="68" y="7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74" name="Freeform 398">
                <a:extLst>
                  <a:ext uri="{FF2B5EF4-FFF2-40B4-BE49-F238E27FC236}">
                    <a16:creationId xmlns:a16="http://schemas.microsoft.com/office/drawing/2014/main" id="{05BB510C-DD18-428C-BD36-59D46999B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656"/>
                <a:ext cx="180" cy="35"/>
              </a:xfrm>
              <a:custGeom>
                <a:avLst/>
                <a:gdLst>
                  <a:gd name="T0" fmla="*/ 0 w 72"/>
                  <a:gd name="T1" fmla="*/ 20 h 14"/>
                  <a:gd name="T2" fmla="*/ 238 w 72"/>
                  <a:gd name="T3" fmla="*/ 158 h 14"/>
                  <a:gd name="T4" fmla="*/ 658 w 72"/>
                  <a:gd name="T5" fmla="*/ 188 h 14"/>
                  <a:gd name="T6" fmla="*/ 875 w 72"/>
                  <a:gd name="T7" fmla="*/ 125 h 14"/>
                  <a:gd name="T8" fmla="*/ 1125 w 72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4">
                    <a:moveTo>
                      <a:pt x="0" y="1"/>
                    </a:moveTo>
                    <a:cubicBezTo>
                      <a:pt x="5" y="4"/>
                      <a:pt x="9" y="8"/>
                      <a:pt x="15" y="10"/>
                    </a:cubicBezTo>
                    <a:cubicBezTo>
                      <a:pt x="24" y="13"/>
                      <a:pt x="33" y="14"/>
                      <a:pt x="42" y="12"/>
                    </a:cubicBezTo>
                    <a:cubicBezTo>
                      <a:pt x="47" y="12"/>
                      <a:pt x="52" y="10"/>
                      <a:pt x="56" y="8"/>
                    </a:cubicBezTo>
                    <a:cubicBezTo>
                      <a:pt x="58" y="6"/>
                      <a:pt x="69" y="1"/>
                      <a:pt x="72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75" name="Freeform 399">
                <a:extLst>
                  <a:ext uri="{FF2B5EF4-FFF2-40B4-BE49-F238E27FC236}">
                    <a16:creationId xmlns:a16="http://schemas.microsoft.com/office/drawing/2014/main" id="{B607E47F-D65B-4995-A5F0-01B0E2A98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656"/>
                <a:ext cx="165" cy="40"/>
              </a:xfrm>
              <a:custGeom>
                <a:avLst/>
                <a:gdLst>
                  <a:gd name="T0" fmla="*/ 0 w 66"/>
                  <a:gd name="T1" fmla="*/ 208 h 16"/>
                  <a:gd name="T2" fmla="*/ 250 w 66"/>
                  <a:gd name="T3" fmla="*/ 238 h 16"/>
                  <a:gd name="T4" fmla="*/ 675 w 66"/>
                  <a:gd name="T5" fmla="*/ 188 h 16"/>
                  <a:gd name="T6" fmla="*/ 1033 w 66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16">
                    <a:moveTo>
                      <a:pt x="0" y="13"/>
                    </a:moveTo>
                    <a:cubicBezTo>
                      <a:pt x="5" y="14"/>
                      <a:pt x="10" y="15"/>
                      <a:pt x="16" y="15"/>
                    </a:cubicBezTo>
                    <a:cubicBezTo>
                      <a:pt x="25" y="16"/>
                      <a:pt x="34" y="15"/>
                      <a:pt x="43" y="12"/>
                    </a:cubicBezTo>
                    <a:cubicBezTo>
                      <a:pt x="51" y="9"/>
                      <a:pt x="61" y="8"/>
                      <a:pt x="66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76" name="Freeform 400">
                <a:extLst>
                  <a:ext uri="{FF2B5EF4-FFF2-40B4-BE49-F238E27FC236}">
                    <a16:creationId xmlns:a16="http://schemas.microsoft.com/office/drawing/2014/main" id="{439E2935-2F65-45C3-B1A4-209C43663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544"/>
                <a:ext cx="102" cy="90"/>
              </a:xfrm>
              <a:custGeom>
                <a:avLst/>
                <a:gdLst>
                  <a:gd name="T0" fmla="*/ 0 w 41"/>
                  <a:gd name="T1" fmla="*/ 533 h 36"/>
                  <a:gd name="T2" fmla="*/ 249 w 41"/>
                  <a:gd name="T3" fmla="*/ 500 h 36"/>
                  <a:gd name="T4" fmla="*/ 495 w 41"/>
                  <a:gd name="T5" fmla="*/ 375 h 36"/>
                  <a:gd name="T6" fmla="*/ 632 w 41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6">
                    <a:moveTo>
                      <a:pt x="0" y="34"/>
                    </a:moveTo>
                    <a:cubicBezTo>
                      <a:pt x="4" y="36"/>
                      <a:pt x="11" y="33"/>
                      <a:pt x="16" y="32"/>
                    </a:cubicBezTo>
                    <a:cubicBezTo>
                      <a:pt x="22" y="31"/>
                      <a:pt x="28" y="30"/>
                      <a:pt x="32" y="24"/>
                    </a:cubicBezTo>
                    <a:cubicBezTo>
                      <a:pt x="36" y="17"/>
                      <a:pt x="39" y="7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77" name="Freeform 401">
                <a:extLst>
                  <a:ext uri="{FF2B5EF4-FFF2-40B4-BE49-F238E27FC236}">
                    <a16:creationId xmlns:a16="http://schemas.microsoft.com/office/drawing/2014/main" id="{38493AC2-0462-4A71-9E51-581D94529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789"/>
                <a:ext cx="335" cy="77"/>
              </a:xfrm>
              <a:custGeom>
                <a:avLst/>
                <a:gdLst>
                  <a:gd name="T0" fmla="*/ 0 w 134"/>
                  <a:gd name="T1" fmla="*/ 474 h 31"/>
                  <a:gd name="T2" fmla="*/ 158 w 134"/>
                  <a:gd name="T3" fmla="*/ 412 h 31"/>
                  <a:gd name="T4" fmla="*/ 395 w 134"/>
                  <a:gd name="T5" fmla="*/ 370 h 31"/>
                  <a:gd name="T6" fmla="*/ 813 w 134"/>
                  <a:gd name="T7" fmla="*/ 412 h 31"/>
                  <a:gd name="T8" fmla="*/ 1063 w 134"/>
                  <a:gd name="T9" fmla="*/ 400 h 31"/>
                  <a:gd name="T10" fmla="*/ 1408 w 134"/>
                  <a:gd name="T11" fmla="*/ 196 h 31"/>
                  <a:gd name="T12" fmla="*/ 1720 w 134"/>
                  <a:gd name="T13" fmla="*/ 42 h 31"/>
                  <a:gd name="T14" fmla="*/ 2095 w 134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4" h="31">
                    <a:moveTo>
                      <a:pt x="0" y="31"/>
                    </a:moveTo>
                    <a:cubicBezTo>
                      <a:pt x="3" y="31"/>
                      <a:pt x="7" y="28"/>
                      <a:pt x="10" y="27"/>
                    </a:cubicBezTo>
                    <a:cubicBezTo>
                      <a:pt x="15" y="25"/>
                      <a:pt x="20" y="24"/>
                      <a:pt x="25" y="24"/>
                    </a:cubicBezTo>
                    <a:cubicBezTo>
                      <a:pt x="34" y="24"/>
                      <a:pt x="43" y="26"/>
                      <a:pt x="52" y="27"/>
                    </a:cubicBezTo>
                    <a:cubicBezTo>
                      <a:pt x="58" y="27"/>
                      <a:pt x="62" y="28"/>
                      <a:pt x="68" y="26"/>
                    </a:cubicBezTo>
                    <a:cubicBezTo>
                      <a:pt x="77" y="24"/>
                      <a:pt x="84" y="20"/>
                      <a:pt x="90" y="13"/>
                    </a:cubicBezTo>
                    <a:cubicBezTo>
                      <a:pt x="95" y="5"/>
                      <a:pt x="101" y="3"/>
                      <a:pt x="110" y="3"/>
                    </a:cubicBezTo>
                    <a:cubicBezTo>
                      <a:pt x="114" y="3"/>
                      <a:pt x="134" y="3"/>
                      <a:pt x="134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78" name="Freeform 402">
                <a:extLst>
                  <a:ext uri="{FF2B5EF4-FFF2-40B4-BE49-F238E27FC236}">
                    <a16:creationId xmlns:a16="http://schemas.microsoft.com/office/drawing/2014/main" id="{EF7D19AD-BE98-429C-B715-670277ABA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709"/>
                <a:ext cx="223" cy="140"/>
              </a:xfrm>
              <a:custGeom>
                <a:avLst/>
                <a:gdLst>
                  <a:gd name="T0" fmla="*/ 0 w 89"/>
                  <a:gd name="T1" fmla="*/ 863 h 56"/>
                  <a:gd name="T2" fmla="*/ 125 w 89"/>
                  <a:gd name="T3" fmla="*/ 845 h 56"/>
                  <a:gd name="T4" fmla="*/ 346 w 89"/>
                  <a:gd name="T5" fmla="*/ 800 h 56"/>
                  <a:gd name="T6" fmla="*/ 646 w 89"/>
                  <a:gd name="T7" fmla="*/ 625 h 56"/>
                  <a:gd name="T8" fmla="*/ 1130 w 89"/>
                  <a:gd name="T9" fmla="*/ 188 h 56"/>
                  <a:gd name="T10" fmla="*/ 1401 w 89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56">
                    <a:moveTo>
                      <a:pt x="0" y="55"/>
                    </a:moveTo>
                    <a:cubicBezTo>
                      <a:pt x="2" y="56"/>
                      <a:pt x="6" y="55"/>
                      <a:pt x="8" y="54"/>
                    </a:cubicBezTo>
                    <a:cubicBezTo>
                      <a:pt x="13" y="53"/>
                      <a:pt x="17" y="52"/>
                      <a:pt x="22" y="51"/>
                    </a:cubicBezTo>
                    <a:cubicBezTo>
                      <a:pt x="29" y="48"/>
                      <a:pt x="35" y="44"/>
                      <a:pt x="41" y="40"/>
                    </a:cubicBezTo>
                    <a:cubicBezTo>
                      <a:pt x="53" y="32"/>
                      <a:pt x="60" y="20"/>
                      <a:pt x="72" y="12"/>
                    </a:cubicBezTo>
                    <a:cubicBezTo>
                      <a:pt x="77" y="8"/>
                      <a:pt x="85" y="6"/>
                      <a:pt x="89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79" name="Freeform 403">
                <a:extLst>
                  <a:ext uri="{FF2B5EF4-FFF2-40B4-BE49-F238E27FC236}">
                    <a16:creationId xmlns:a16="http://schemas.microsoft.com/office/drawing/2014/main" id="{61E10CD5-83A0-48BD-A930-1F98610BF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651"/>
                <a:ext cx="172" cy="90"/>
              </a:xfrm>
              <a:custGeom>
                <a:avLst/>
                <a:gdLst>
                  <a:gd name="T0" fmla="*/ 1069 w 69"/>
                  <a:gd name="T1" fmla="*/ 550 h 36"/>
                  <a:gd name="T2" fmla="*/ 0 w 69"/>
                  <a:gd name="T3" fmla="*/ 113 h 36"/>
                  <a:gd name="T4" fmla="*/ 1069 w 69"/>
                  <a:gd name="T5" fmla="*/ 55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6">
                    <a:moveTo>
                      <a:pt x="69" y="35"/>
                    </a:moveTo>
                    <a:cubicBezTo>
                      <a:pt x="48" y="36"/>
                      <a:pt x="27" y="34"/>
                      <a:pt x="0" y="7"/>
                    </a:cubicBezTo>
                    <a:cubicBezTo>
                      <a:pt x="13" y="0"/>
                      <a:pt x="50" y="28"/>
                      <a:pt x="69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80" name="Freeform 404">
                <a:extLst>
                  <a:ext uri="{FF2B5EF4-FFF2-40B4-BE49-F238E27FC236}">
                    <a16:creationId xmlns:a16="http://schemas.microsoft.com/office/drawing/2014/main" id="{97D996F7-C0FC-4930-ACB4-4CB749682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736"/>
                <a:ext cx="175" cy="58"/>
              </a:xfrm>
              <a:custGeom>
                <a:avLst/>
                <a:gdLst>
                  <a:gd name="T0" fmla="*/ 0 w 70"/>
                  <a:gd name="T1" fmla="*/ 20 h 23"/>
                  <a:gd name="T2" fmla="*/ 1095 w 70"/>
                  <a:gd name="T3" fmla="*/ 255 h 23"/>
                  <a:gd name="T4" fmla="*/ 425 w 70"/>
                  <a:gd name="T5" fmla="*/ 2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3">
                    <a:moveTo>
                      <a:pt x="0" y="1"/>
                    </a:moveTo>
                    <a:cubicBezTo>
                      <a:pt x="17" y="15"/>
                      <a:pt x="51" y="23"/>
                      <a:pt x="70" y="16"/>
                    </a:cubicBezTo>
                    <a:cubicBezTo>
                      <a:pt x="53" y="11"/>
                      <a:pt x="34" y="0"/>
                      <a:pt x="27" y="1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81" name="Freeform 405">
                <a:extLst>
                  <a:ext uri="{FF2B5EF4-FFF2-40B4-BE49-F238E27FC236}">
                    <a16:creationId xmlns:a16="http://schemas.microsoft.com/office/drawing/2014/main" id="{14CEC8BE-061D-49E0-A3DD-E9DF590D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734"/>
                <a:ext cx="183" cy="45"/>
              </a:xfrm>
              <a:custGeom>
                <a:avLst/>
                <a:gdLst>
                  <a:gd name="T0" fmla="*/ 0 w 73"/>
                  <a:gd name="T1" fmla="*/ 83 h 18"/>
                  <a:gd name="T2" fmla="*/ 554 w 73"/>
                  <a:gd name="T3" fmla="*/ 83 h 18"/>
                  <a:gd name="T4" fmla="*/ 1151 w 73"/>
                  <a:gd name="T5" fmla="*/ 145 h 18"/>
                  <a:gd name="T6" fmla="*/ 772 w 73"/>
                  <a:gd name="T7" fmla="*/ 220 h 18"/>
                  <a:gd name="T8" fmla="*/ 471 w 73"/>
                  <a:gd name="T9" fmla="*/ 25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18">
                    <a:moveTo>
                      <a:pt x="0" y="5"/>
                    </a:moveTo>
                    <a:cubicBezTo>
                      <a:pt x="12" y="0"/>
                      <a:pt x="23" y="3"/>
                      <a:pt x="35" y="5"/>
                    </a:cubicBezTo>
                    <a:cubicBezTo>
                      <a:pt x="48" y="7"/>
                      <a:pt x="61" y="8"/>
                      <a:pt x="73" y="9"/>
                    </a:cubicBezTo>
                    <a:cubicBezTo>
                      <a:pt x="66" y="9"/>
                      <a:pt x="57" y="13"/>
                      <a:pt x="49" y="14"/>
                    </a:cubicBezTo>
                    <a:cubicBezTo>
                      <a:pt x="45" y="15"/>
                      <a:pt x="32" y="18"/>
                      <a:pt x="30" y="16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567" name="Group 406">
              <a:extLst>
                <a:ext uri="{FF2B5EF4-FFF2-40B4-BE49-F238E27FC236}">
                  <a16:creationId xmlns:a16="http://schemas.microsoft.com/office/drawing/2014/main" id="{D45DE846-A144-40B0-A7BF-BA6A5D14F4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6" y="1094"/>
              <a:ext cx="848" cy="1899"/>
              <a:chOff x="1306" y="1094"/>
              <a:chExt cx="848" cy="1899"/>
            </a:xfrm>
          </p:grpSpPr>
          <p:sp>
            <p:nvSpPr>
              <p:cNvPr id="60982" name="Freeform 407">
                <a:extLst>
                  <a:ext uri="{FF2B5EF4-FFF2-40B4-BE49-F238E27FC236}">
                    <a16:creationId xmlns:a16="http://schemas.microsoft.com/office/drawing/2014/main" id="{B1FF63D8-1BAB-4FD9-9EF9-89B0827C7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719"/>
                <a:ext cx="155" cy="27"/>
              </a:xfrm>
              <a:custGeom>
                <a:avLst/>
                <a:gdLst>
                  <a:gd name="T0" fmla="*/ 0 w 62"/>
                  <a:gd name="T1" fmla="*/ 162 h 11"/>
                  <a:gd name="T2" fmla="*/ 970 w 62"/>
                  <a:gd name="T3" fmla="*/ 7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1">
                    <a:moveTo>
                      <a:pt x="0" y="11"/>
                    </a:moveTo>
                    <a:cubicBezTo>
                      <a:pt x="20" y="0"/>
                      <a:pt x="42" y="3"/>
                      <a:pt x="62" y="5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3" name="Freeform 408">
                <a:extLst>
                  <a:ext uri="{FF2B5EF4-FFF2-40B4-BE49-F238E27FC236}">
                    <a16:creationId xmlns:a16="http://schemas.microsoft.com/office/drawing/2014/main" id="{E6A34040-06D9-4A2D-96D5-E2D7F2EF1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676"/>
                <a:ext cx="158" cy="80"/>
              </a:xfrm>
              <a:custGeom>
                <a:avLst/>
                <a:gdLst>
                  <a:gd name="T0" fmla="*/ 0 w 63"/>
                  <a:gd name="T1" fmla="*/ 500 h 32"/>
                  <a:gd name="T2" fmla="*/ 522 w 63"/>
                  <a:gd name="T3" fmla="*/ 270 h 32"/>
                  <a:gd name="T4" fmla="*/ 742 w 63"/>
                  <a:gd name="T5" fmla="*/ 50 h 32"/>
                  <a:gd name="T6" fmla="*/ 993 w 63"/>
                  <a:gd name="T7" fmla="*/ 2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32">
                    <a:moveTo>
                      <a:pt x="0" y="32"/>
                    </a:moveTo>
                    <a:cubicBezTo>
                      <a:pt x="13" y="29"/>
                      <a:pt x="24" y="27"/>
                      <a:pt x="33" y="17"/>
                    </a:cubicBezTo>
                    <a:cubicBezTo>
                      <a:pt x="37" y="12"/>
                      <a:pt x="42" y="6"/>
                      <a:pt x="47" y="3"/>
                    </a:cubicBezTo>
                    <a:cubicBezTo>
                      <a:pt x="53" y="0"/>
                      <a:pt x="57" y="3"/>
                      <a:pt x="63" y="1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4" name="Freeform 409">
                <a:extLst>
                  <a:ext uri="{FF2B5EF4-FFF2-40B4-BE49-F238E27FC236}">
                    <a16:creationId xmlns:a16="http://schemas.microsoft.com/office/drawing/2014/main" id="{FCD2583C-121F-44AA-82A1-A69608345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719"/>
                <a:ext cx="147" cy="57"/>
              </a:xfrm>
              <a:custGeom>
                <a:avLst/>
                <a:gdLst>
                  <a:gd name="T0" fmla="*/ 0 w 59"/>
                  <a:gd name="T1" fmla="*/ 245 h 23"/>
                  <a:gd name="T2" fmla="*/ 912 w 5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3">
                    <a:moveTo>
                      <a:pt x="0" y="16"/>
                    </a:moveTo>
                    <a:cubicBezTo>
                      <a:pt x="19" y="23"/>
                      <a:pt x="44" y="13"/>
                      <a:pt x="59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5" name="Freeform 410">
                <a:extLst>
                  <a:ext uri="{FF2B5EF4-FFF2-40B4-BE49-F238E27FC236}">
                    <a16:creationId xmlns:a16="http://schemas.microsoft.com/office/drawing/2014/main" id="{CAA192B2-07B4-4DD8-9DC8-CC10A5F7B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676"/>
                <a:ext cx="165" cy="50"/>
              </a:xfrm>
              <a:custGeom>
                <a:avLst/>
                <a:gdLst>
                  <a:gd name="T0" fmla="*/ 0 w 66"/>
                  <a:gd name="T1" fmla="*/ 313 h 20"/>
                  <a:gd name="T2" fmla="*/ 238 w 66"/>
                  <a:gd name="T3" fmla="*/ 250 h 20"/>
                  <a:gd name="T4" fmla="*/ 470 w 66"/>
                  <a:gd name="T5" fmla="*/ 250 h 20"/>
                  <a:gd name="T6" fmla="*/ 750 w 66"/>
                  <a:gd name="T7" fmla="*/ 175 h 20"/>
                  <a:gd name="T8" fmla="*/ 1033 w 66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20">
                    <a:moveTo>
                      <a:pt x="0" y="20"/>
                    </a:moveTo>
                    <a:cubicBezTo>
                      <a:pt x="4" y="20"/>
                      <a:pt x="10" y="16"/>
                      <a:pt x="15" y="16"/>
                    </a:cubicBezTo>
                    <a:cubicBezTo>
                      <a:pt x="20" y="15"/>
                      <a:pt x="25" y="16"/>
                      <a:pt x="30" y="16"/>
                    </a:cubicBezTo>
                    <a:cubicBezTo>
                      <a:pt x="37" y="16"/>
                      <a:pt x="43" y="14"/>
                      <a:pt x="48" y="11"/>
                    </a:cubicBezTo>
                    <a:cubicBezTo>
                      <a:pt x="53" y="8"/>
                      <a:pt x="62" y="5"/>
                      <a:pt x="66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6" name="Freeform 411">
                <a:extLst>
                  <a:ext uri="{FF2B5EF4-FFF2-40B4-BE49-F238E27FC236}">
                    <a16:creationId xmlns:a16="http://schemas.microsoft.com/office/drawing/2014/main" id="{56E6BF1E-12D6-4B45-9DAD-17BBD89BB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621"/>
                <a:ext cx="120" cy="60"/>
              </a:xfrm>
              <a:custGeom>
                <a:avLst/>
                <a:gdLst>
                  <a:gd name="T0" fmla="*/ 0 w 48"/>
                  <a:gd name="T1" fmla="*/ 363 h 24"/>
                  <a:gd name="T2" fmla="*/ 458 w 48"/>
                  <a:gd name="T3" fmla="*/ 333 h 24"/>
                  <a:gd name="T4" fmla="*/ 645 w 48"/>
                  <a:gd name="T5" fmla="*/ 220 h 24"/>
                  <a:gd name="T6" fmla="*/ 750 w 48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24">
                    <a:moveTo>
                      <a:pt x="0" y="23"/>
                    </a:moveTo>
                    <a:cubicBezTo>
                      <a:pt x="9" y="20"/>
                      <a:pt x="19" y="24"/>
                      <a:pt x="29" y="21"/>
                    </a:cubicBezTo>
                    <a:cubicBezTo>
                      <a:pt x="34" y="19"/>
                      <a:pt x="38" y="18"/>
                      <a:pt x="41" y="14"/>
                    </a:cubicBezTo>
                    <a:cubicBezTo>
                      <a:pt x="45" y="10"/>
                      <a:pt x="45" y="4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7" name="Freeform 412">
                <a:extLst>
                  <a:ext uri="{FF2B5EF4-FFF2-40B4-BE49-F238E27FC236}">
                    <a16:creationId xmlns:a16="http://schemas.microsoft.com/office/drawing/2014/main" id="{AFDAB483-1B49-46FA-B500-112B23D3D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626"/>
                <a:ext cx="160" cy="65"/>
              </a:xfrm>
              <a:custGeom>
                <a:avLst/>
                <a:gdLst>
                  <a:gd name="T0" fmla="*/ 0 w 64"/>
                  <a:gd name="T1" fmla="*/ 395 h 26"/>
                  <a:gd name="T2" fmla="*/ 283 w 64"/>
                  <a:gd name="T3" fmla="*/ 408 h 26"/>
                  <a:gd name="T4" fmla="*/ 563 w 64"/>
                  <a:gd name="T5" fmla="*/ 363 h 26"/>
                  <a:gd name="T6" fmla="*/ 1000 w 64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26">
                    <a:moveTo>
                      <a:pt x="0" y="25"/>
                    </a:moveTo>
                    <a:cubicBezTo>
                      <a:pt x="7" y="24"/>
                      <a:pt x="12" y="26"/>
                      <a:pt x="18" y="26"/>
                    </a:cubicBezTo>
                    <a:cubicBezTo>
                      <a:pt x="25" y="26"/>
                      <a:pt x="30" y="25"/>
                      <a:pt x="36" y="23"/>
                    </a:cubicBezTo>
                    <a:cubicBezTo>
                      <a:pt x="47" y="18"/>
                      <a:pt x="58" y="10"/>
                      <a:pt x="64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8" name="Freeform 413">
                <a:extLst>
                  <a:ext uri="{FF2B5EF4-FFF2-40B4-BE49-F238E27FC236}">
                    <a16:creationId xmlns:a16="http://schemas.microsoft.com/office/drawing/2014/main" id="{DE6A4BE3-EA80-4F00-BE97-83798E8B6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639"/>
                <a:ext cx="90" cy="27"/>
              </a:xfrm>
              <a:custGeom>
                <a:avLst/>
                <a:gdLst>
                  <a:gd name="T0" fmla="*/ 0 w 36"/>
                  <a:gd name="T1" fmla="*/ 120 h 11"/>
                  <a:gd name="T2" fmla="*/ 563 w 36"/>
                  <a:gd name="T3" fmla="*/ 16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1">
                    <a:moveTo>
                      <a:pt x="0" y="8"/>
                    </a:moveTo>
                    <a:cubicBezTo>
                      <a:pt x="11" y="0"/>
                      <a:pt x="26" y="9"/>
                      <a:pt x="36" y="11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9" name="Freeform 414">
                <a:extLst>
                  <a:ext uri="{FF2B5EF4-FFF2-40B4-BE49-F238E27FC236}">
                    <a16:creationId xmlns:a16="http://schemas.microsoft.com/office/drawing/2014/main" id="{F521DE05-07CA-42BC-A0DC-E2AB48ACD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504"/>
                <a:ext cx="63" cy="105"/>
              </a:xfrm>
              <a:custGeom>
                <a:avLst/>
                <a:gdLst>
                  <a:gd name="T0" fmla="*/ 0 w 25"/>
                  <a:gd name="T1" fmla="*/ 658 h 42"/>
                  <a:gd name="T2" fmla="*/ 318 w 25"/>
                  <a:gd name="T3" fmla="*/ 408 h 42"/>
                  <a:gd name="T4" fmla="*/ 368 w 25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2">
                    <a:moveTo>
                      <a:pt x="0" y="42"/>
                    </a:moveTo>
                    <a:cubicBezTo>
                      <a:pt x="6" y="37"/>
                      <a:pt x="16" y="35"/>
                      <a:pt x="20" y="26"/>
                    </a:cubicBezTo>
                    <a:cubicBezTo>
                      <a:pt x="25" y="17"/>
                      <a:pt x="23" y="9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0" name="Freeform 415">
                <a:extLst>
                  <a:ext uri="{FF2B5EF4-FFF2-40B4-BE49-F238E27FC236}">
                    <a16:creationId xmlns:a16="http://schemas.microsoft.com/office/drawing/2014/main" id="{B6A5A82A-9DDE-493F-9B03-42B87FF7A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374"/>
                <a:ext cx="20" cy="57"/>
              </a:xfrm>
              <a:custGeom>
                <a:avLst/>
                <a:gdLst>
                  <a:gd name="T0" fmla="*/ 0 w 8"/>
                  <a:gd name="T1" fmla="*/ 349 h 23"/>
                  <a:gd name="T2" fmla="*/ 125 w 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23"/>
                    </a:moveTo>
                    <a:cubicBezTo>
                      <a:pt x="2" y="15"/>
                      <a:pt x="5" y="7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1" name="Freeform 416">
                <a:extLst>
                  <a:ext uri="{FF2B5EF4-FFF2-40B4-BE49-F238E27FC236}">
                    <a16:creationId xmlns:a16="http://schemas.microsoft.com/office/drawing/2014/main" id="{493C6E0A-E15B-453A-B951-E6C4EDB59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421"/>
                <a:ext cx="33" cy="55"/>
              </a:xfrm>
              <a:custGeom>
                <a:avLst/>
                <a:gdLst>
                  <a:gd name="T0" fmla="*/ 0 w 13"/>
                  <a:gd name="T1" fmla="*/ 345 h 22"/>
                  <a:gd name="T2" fmla="*/ 129 w 13"/>
                  <a:gd name="T3" fmla="*/ 188 h 22"/>
                  <a:gd name="T4" fmla="*/ 213 w 1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0" y="22"/>
                    </a:moveTo>
                    <a:cubicBezTo>
                      <a:pt x="3" y="19"/>
                      <a:pt x="6" y="16"/>
                      <a:pt x="8" y="12"/>
                    </a:cubicBezTo>
                    <a:cubicBezTo>
                      <a:pt x="10" y="8"/>
                      <a:pt x="11" y="3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2" name="Freeform 417">
                <a:extLst>
                  <a:ext uri="{FF2B5EF4-FFF2-40B4-BE49-F238E27FC236}">
                    <a16:creationId xmlns:a16="http://schemas.microsoft.com/office/drawing/2014/main" id="{9DC2E573-7977-439A-B7BE-31311C6C3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429"/>
                <a:ext cx="40" cy="120"/>
              </a:xfrm>
              <a:custGeom>
                <a:avLst/>
                <a:gdLst>
                  <a:gd name="T0" fmla="*/ 0 w 16"/>
                  <a:gd name="T1" fmla="*/ 750 h 48"/>
                  <a:gd name="T2" fmla="*/ 220 w 16"/>
                  <a:gd name="T3" fmla="*/ 375 h 48"/>
                  <a:gd name="T4" fmla="*/ 250 w 16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8">
                    <a:moveTo>
                      <a:pt x="0" y="48"/>
                    </a:moveTo>
                    <a:cubicBezTo>
                      <a:pt x="8" y="43"/>
                      <a:pt x="12" y="33"/>
                      <a:pt x="14" y="24"/>
                    </a:cubicBezTo>
                    <a:cubicBezTo>
                      <a:pt x="15" y="16"/>
                      <a:pt x="14" y="8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3" name="Freeform 418">
                <a:extLst>
                  <a:ext uri="{FF2B5EF4-FFF2-40B4-BE49-F238E27FC236}">
                    <a16:creationId xmlns:a16="http://schemas.microsoft.com/office/drawing/2014/main" id="{F5A5512C-0AA5-4881-9495-FF89F7DC4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579"/>
                <a:ext cx="65" cy="75"/>
              </a:xfrm>
              <a:custGeom>
                <a:avLst/>
                <a:gdLst>
                  <a:gd name="T0" fmla="*/ 0 w 26"/>
                  <a:gd name="T1" fmla="*/ 458 h 30"/>
                  <a:gd name="T2" fmla="*/ 270 w 26"/>
                  <a:gd name="T3" fmla="*/ 300 h 30"/>
                  <a:gd name="T4" fmla="*/ 408 w 2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0">
                    <a:moveTo>
                      <a:pt x="0" y="29"/>
                    </a:moveTo>
                    <a:cubicBezTo>
                      <a:pt x="5" y="30"/>
                      <a:pt x="14" y="23"/>
                      <a:pt x="17" y="19"/>
                    </a:cubicBezTo>
                    <a:cubicBezTo>
                      <a:pt x="21" y="14"/>
                      <a:pt x="25" y="6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4" name="Freeform 419">
                <a:extLst>
                  <a:ext uri="{FF2B5EF4-FFF2-40B4-BE49-F238E27FC236}">
                    <a16:creationId xmlns:a16="http://schemas.microsoft.com/office/drawing/2014/main" id="{189A179E-4FE0-470F-AC06-A09FE00D4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591"/>
                <a:ext cx="88" cy="45"/>
              </a:xfrm>
              <a:custGeom>
                <a:avLst/>
                <a:gdLst>
                  <a:gd name="T0" fmla="*/ 0 w 35"/>
                  <a:gd name="T1" fmla="*/ 283 h 18"/>
                  <a:gd name="T2" fmla="*/ 304 w 35"/>
                  <a:gd name="T3" fmla="*/ 188 h 18"/>
                  <a:gd name="T4" fmla="*/ 556 w 35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8">
                    <a:moveTo>
                      <a:pt x="0" y="18"/>
                    </a:moveTo>
                    <a:cubicBezTo>
                      <a:pt x="4" y="14"/>
                      <a:pt x="14" y="10"/>
                      <a:pt x="19" y="12"/>
                    </a:cubicBezTo>
                    <a:cubicBezTo>
                      <a:pt x="26" y="9"/>
                      <a:pt x="31" y="6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5" name="Freeform 420">
                <a:extLst>
                  <a:ext uri="{FF2B5EF4-FFF2-40B4-BE49-F238E27FC236}">
                    <a16:creationId xmlns:a16="http://schemas.microsoft.com/office/drawing/2014/main" id="{F658368A-A323-4994-BF26-568A470DD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559"/>
                <a:ext cx="43" cy="62"/>
              </a:xfrm>
              <a:custGeom>
                <a:avLst/>
                <a:gdLst>
                  <a:gd name="T0" fmla="*/ 0 w 17"/>
                  <a:gd name="T1" fmla="*/ 382 h 25"/>
                  <a:gd name="T2" fmla="*/ 147 w 17"/>
                  <a:gd name="T3" fmla="*/ 166 h 25"/>
                  <a:gd name="T4" fmla="*/ 276 w 1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0" y="25"/>
                    </a:moveTo>
                    <a:cubicBezTo>
                      <a:pt x="3" y="20"/>
                      <a:pt x="5" y="15"/>
                      <a:pt x="9" y="11"/>
                    </a:cubicBezTo>
                    <a:cubicBezTo>
                      <a:pt x="11" y="7"/>
                      <a:pt x="15" y="4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6" name="Freeform 421">
                <a:extLst>
                  <a:ext uri="{FF2B5EF4-FFF2-40B4-BE49-F238E27FC236}">
                    <a16:creationId xmlns:a16="http://schemas.microsoft.com/office/drawing/2014/main" id="{1A598882-8E04-4654-A309-749EF8094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551"/>
                <a:ext cx="53" cy="28"/>
              </a:xfrm>
              <a:custGeom>
                <a:avLst/>
                <a:gdLst>
                  <a:gd name="T0" fmla="*/ 0 w 21"/>
                  <a:gd name="T1" fmla="*/ 181 h 11"/>
                  <a:gd name="T2" fmla="*/ 338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11"/>
                    </a:moveTo>
                    <a:cubicBezTo>
                      <a:pt x="4" y="3"/>
                      <a:pt x="15" y="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7" name="Freeform 422">
                <a:extLst>
                  <a:ext uri="{FF2B5EF4-FFF2-40B4-BE49-F238E27FC236}">
                    <a16:creationId xmlns:a16="http://schemas.microsoft.com/office/drawing/2014/main" id="{50667677-5E95-49CB-BF85-1FC7F94DE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694"/>
                <a:ext cx="75" cy="40"/>
              </a:xfrm>
              <a:custGeom>
                <a:avLst/>
                <a:gdLst>
                  <a:gd name="T0" fmla="*/ 0 w 30"/>
                  <a:gd name="T1" fmla="*/ 0 h 16"/>
                  <a:gd name="T2" fmla="*/ 470 w 30"/>
                  <a:gd name="T3" fmla="*/ 20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5" y="6"/>
                      <a:pt x="23" y="16"/>
                      <a:pt x="30" y="13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8" name="Freeform 423">
                <a:extLst>
                  <a:ext uri="{FF2B5EF4-FFF2-40B4-BE49-F238E27FC236}">
                    <a16:creationId xmlns:a16="http://schemas.microsoft.com/office/drawing/2014/main" id="{E7AB306F-E622-449E-8F9D-65F2BB3A7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614"/>
                <a:ext cx="147" cy="65"/>
              </a:xfrm>
              <a:custGeom>
                <a:avLst/>
                <a:gdLst>
                  <a:gd name="T0" fmla="*/ 0 w 59"/>
                  <a:gd name="T1" fmla="*/ 0 h 26"/>
                  <a:gd name="T2" fmla="*/ 404 w 59"/>
                  <a:gd name="T3" fmla="*/ 333 h 26"/>
                  <a:gd name="T4" fmla="*/ 912 w 59"/>
                  <a:gd name="T5" fmla="*/ 36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6">
                    <a:moveTo>
                      <a:pt x="0" y="0"/>
                    </a:moveTo>
                    <a:cubicBezTo>
                      <a:pt x="7" y="8"/>
                      <a:pt x="16" y="17"/>
                      <a:pt x="26" y="21"/>
                    </a:cubicBezTo>
                    <a:cubicBezTo>
                      <a:pt x="38" y="26"/>
                      <a:pt x="47" y="23"/>
                      <a:pt x="59" y="23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9" name="Freeform 424">
                <a:extLst>
                  <a:ext uri="{FF2B5EF4-FFF2-40B4-BE49-F238E27FC236}">
                    <a16:creationId xmlns:a16="http://schemas.microsoft.com/office/drawing/2014/main" id="{CC3ABB5A-BCB1-4FA2-98A3-ED200873D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671"/>
                <a:ext cx="132" cy="35"/>
              </a:xfrm>
              <a:custGeom>
                <a:avLst/>
                <a:gdLst>
                  <a:gd name="T0" fmla="*/ 0 w 53"/>
                  <a:gd name="T1" fmla="*/ 0 h 14"/>
                  <a:gd name="T2" fmla="*/ 433 w 53"/>
                  <a:gd name="T3" fmla="*/ 220 h 14"/>
                  <a:gd name="T4" fmla="*/ 819 w 53"/>
                  <a:gd name="T5" fmla="*/ 11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4">
                    <a:moveTo>
                      <a:pt x="0" y="0"/>
                    </a:moveTo>
                    <a:cubicBezTo>
                      <a:pt x="7" y="6"/>
                      <a:pt x="19" y="14"/>
                      <a:pt x="28" y="14"/>
                    </a:cubicBezTo>
                    <a:cubicBezTo>
                      <a:pt x="37" y="14"/>
                      <a:pt x="45" y="8"/>
                      <a:pt x="53" y="7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0" name="Freeform 425">
                <a:extLst>
                  <a:ext uri="{FF2B5EF4-FFF2-40B4-BE49-F238E27FC236}">
                    <a16:creationId xmlns:a16="http://schemas.microsoft.com/office/drawing/2014/main" id="{A58BFE71-B5F1-45BA-A5B1-59658D53C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706"/>
                <a:ext cx="97" cy="30"/>
              </a:xfrm>
              <a:custGeom>
                <a:avLst/>
                <a:gdLst>
                  <a:gd name="T0" fmla="*/ 0 w 39"/>
                  <a:gd name="T1" fmla="*/ 0 h 12"/>
                  <a:gd name="T2" fmla="*/ 279 w 39"/>
                  <a:gd name="T3" fmla="*/ 175 h 12"/>
                  <a:gd name="T4" fmla="*/ 599 w 39"/>
                  <a:gd name="T5" fmla="*/ 18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2">
                    <a:moveTo>
                      <a:pt x="0" y="0"/>
                    </a:moveTo>
                    <a:cubicBezTo>
                      <a:pt x="6" y="4"/>
                      <a:pt x="11" y="10"/>
                      <a:pt x="18" y="11"/>
                    </a:cubicBezTo>
                    <a:cubicBezTo>
                      <a:pt x="25" y="12"/>
                      <a:pt x="33" y="11"/>
                      <a:pt x="39" y="12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1" name="Freeform 426">
                <a:extLst>
                  <a:ext uri="{FF2B5EF4-FFF2-40B4-BE49-F238E27FC236}">
                    <a16:creationId xmlns:a16="http://schemas.microsoft.com/office/drawing/2014/main" id="{ECD34FB8-6068-4319-89D7-2C2D9C9B8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701"/>
                <a:ext cx="105" cy="8"/>
              </a:xfrm>
              <a:custGeom>
                <a:avLst/>
                <a:gdLst>
                  <a:gd name="T0" fmla="*/ 0 w 42"/>
                  <a:gd name="T1" fmla="*/ 0 h 3"/>
                  <a:gd name="T2" fmla="*/ 158 w 42"/>
                  <a:gd name="T3" fmla="*/ 0 h 3"/>
                  <a:gd name="T4" fmla="*/ 363 w 42"/>
                  <a:gd name="T5" fmla="*/ 0 h 3"/>
                  <a:gd name="T6" fmla="*/ 658 w 42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">
                    <a:moveTo>
                      <a:pt x="0" y="0"/>
                    </a:moveTo>
                    <a:cubicBezTo>
                      <a:pt x="3" y="3"/>
                      <a:pt x="7" y="1"/>
                      <a:pt x="10" y="0"/>
                    </a:cubicBezTo>
                    <a:cubicBezTo>
                      <a:pt x="14" y="0"/>
                      <a:pt x="18" y="0"/>
                      <a:pt x="23" y="0"/>
                    </a:cubicBezTo>
                    <a:cubicBezTo>
                      <a:pt x="29" y="1"/>
                      <a:pt x="36" y="2"/>
                      <a:pt x="42" y="2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2" name="Freeform 427">
                <a:extLst>
                  <a:ext uri="{FF2B5EF4-FFF2-40B4-BE49-F238E27FC236}">
                    <a16:creationId xmlns:a16="http://schemas.microsoft.com/office/drawing/2014/main" id="{4AA8E223-B770-4CF8-9C3D-20447DFF6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684"/>
                <a:ext cx="153" cy="105"/>
              </a:xfrm>
              <a:custGeom>
                <a:avLst/>
                <a:gdLst>
                  <a:gd name="T0" fmla="*/ 0 w 61"/>
                  <a:gd name="T1" fmla="*/ 0 h 42"/>
                  <a:gd name="T2" fmla="*/ 113 w 61"/>
                  <a:gd name="T3" fmla="*/ 283 h 42"/>
                  <a:gd name="T4" fmla="*/ 376 w 61"/>
                  <a:gd name="T5" fmla="*/ 583 h 42"/>
                  <a:gd name="T6" fmla="*/ 963 w 61"/>
                  <a:gd name="T7" fmla="*/ 563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42">
                    <a:moveTo>
                      <a:pt x="0" y="0"/>
                    </a:moveTo>
                    <a:cubicBezTo>
                      <a:pt x="4" y="4"/>
                      <a:pt x="5" y="13"/>
                      <a:pt x="7" y="18"/>
                    </a:cubicBezTo>
                    <a:cubicBezTo>
                      <a:pt x="11" y="25"/>
                      <a:pt x="18" y="33"/>
                      <a:pt x="24" y="37"/>
                    </a:cubicBezTo>
                    <a:cubicBezTo>
                      <a:pt x="34" y="42"/>
                      <a:pt x="53" y="41"/>
                      <a:pt x="61" y="36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3" name="Freeform 428">
                <a:extLst>
                  <a:ext uri="{FF2B5EF4-FFF2-40B4-BE49-F238E27FC236}">
                    <a16:creationId xmlns:a16="http://schemas.microsoft.com/office/drawing/2014/main" id="{3FFCC017-EA6B-479E-8CB8-3C2EA884C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809"/>
                <a:ext cx="132" cy="50"/>
              </a:xfrm>
              <a:custGeom>
                <a:avLst/>
                <a:gdLst>
                  <a:gd name="T0" fmla="*/ 0 w 53"/>
                  <a:gd name="T1" fmla="*/ 20 h 20"/>
                  <a:gd name="T2" fmla="*/ 187 w 53"/>
                  <a:gd name="T3" fmla="*/ 0 h 20"/>
                  <a:gd name="T4" fmla="*/ 446 w 53"/>
                  <a:gd name="T5" fmla="*/ 33 h 20"/>
                  <a:gd name="T6" fmla="*/ 819 w 53"/>
                  <a:gd name="T7" fmla="*/ 313 h 20"/>
                  <a:gd name="T8" fmla="*/ 787 w 53"/>
                  <a:gd name="T9" fmla="*/ 2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0">
                    <a:moveTo>
                      <a:pt x="0" y="1"/>
                    </a:moveTo>
                    <a:cubicBezTo>
                      <a:pt x="2" y="3"/>
                      <a:pt x="9" y="0"/>
                      <a:pt x="12" y="0"/>
                    </a:cubicBezTo>
                    <a:cubicBezTo>
                      <a:pt x="18" y="0"/>
                      <a:pt x="24" y="1"/>
                      <a:pt x="29" y="2"/>
                    </a:cubicBezTo>
                    <a:cubicBezTo>
                      <a:pt x="38" y="4"/>
                      <a:pt x="49" y="12"/>
                      <a:pt x="53" y="20"/>
                    </a:cubicBezTo>
                    <a:cubicBezTo>
                      <a:pt x="53" y="20"/>
                      <a:pt x="51" y="17"/>
                      <a:pt x="51" y="16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4" name="Freeform 429">
                <a:extLst>
                  <a:ext uri="{FF2B5EF4-FFF2-40B4-BE49-F238E27FC236}">
                    <a16:creationId xmlns:a16="http://schemas.microsoft.com/office/drawing/2014/main" id="{10C0B6CF-2B4F-445A-82F7-05656FA16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776"/>
                <a:ext cx="150" cy="43"/>
              </a:xfrm>
              <a:custGeom>
                <a:avLst/>
                <a:gdLst>
                  <a:gd name="T0" fmla="*/ 0 w 60"/>
                  <a:gd name="T1" fmla="*/ 0 h 17"/>
                  <a:gd name="T2" fmla="*/ 220 w 60"/>
                  <a:gd name="T3" fmla="*/ 192 h 17"/>
                  <a:gd name="T4" fmla="*/ 458 w 60"/>
                  <a:gd name="T5" fmla="*/ 255 h 17"/>
                  <a:gd name="T6" fmla="*/ 938 w 60"/>
                  <a:gd name="T7" fmla="*/ 5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7">
                    <a:moveTo>
                      <a:pt x="0" y="0"/>
                    </a:moveTo>
                    <a:cubicBezTo>
                      <a:pt x="4" y="3"/>
                      <a:pt x="9" y="10"/>
                      <a:pt x="14" y="12"/>
                    </a:cubicBezTo>
                    <a:cubicBezTo>
                      <a:pt x="19" y="14"/>
                      <a:pt x="24" y="17"/>
                      <a:pt x="29" y="16"/>
                    </a:cubicBezTo>
                    <a:cubicBezTo>
                      <a:pt x="41" y="16"/>
                      <a:pt x="51" y="9"/>
                      <a:pt x="60" y="3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5" name="Freeform 430">
                <a:extLst>
                  <a:ext uri="{FF2B5EF4-FFF2-40B4-BE49-F238E27FC236}">
                    <a16:creationId xmlns:a16="http://schemas.microsoft.com/office/drawing/2014/main" id="{999CD296-9FEB-46C8-AD73-10DA18FBD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771"/>
                <a:ext cx="147" cy="48"/>
              </a:xfrm>
              <a:custGeom>
                <a:avLst/>
                <a:gdLst>
                  <a:gd name="T0" fmla="*/ 0 w 59"/>
                  <a:gd name="T1" fmla="*/ 255 h 19"/>
                  <a:gd name="T2" fmla="*/ 229 w 59"/>
                  <a:gd name="T3" fmla="*/ 288 h 19"/>
                  <a:gd name="T4" fmla="*/ 508 w 59"/>
                  <a:gd name="T5" fmla="*/ 255 h 19"/>
                  <a:gd name="T6" fmla="*/ 912 w 59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9">
                    <a:moveTo>
                      <a:pt x="0" y="16"/>
                    </a:moveTo>
                    <a:cubicBezTo>
                      <a:pt x="2" y="17"/>
                      <a:pt x="12" y="18"/>
                      <a:pt x="15" y="18"/>
                    </a:cubicBezTo>
                    <a:cubicBezTo>
                      <a:pt x="21" y="19"/>
                      <a:pt x="27" y="17"/>
                      <a:pt x="33" y="16"/>
                    </a:cubicBezTo>
                    <a:cubicBezTo>
                      <a:pt x="44" y="12"/>
                      <a:pt x="50" y="7"/>
                      <a:pt x="59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6" name="Freeform 431">
                <a:extLst>
                  <a:ext uri="{FF2B5EF4-FFF2-40B4-BE49-F238E27FC236}">
                    <a16:creationId xmlns:a16="http://schemas.microsoft.com/office/drawing/2014/main" id="{99172455-A9F2-4565-B7DE-5ABE5B158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764"/>
                <a:ext cx="148" cy="35"/>
              </a:xfrm>
              <a:custGeom>
                <a:avLst/>
                <a:gdLst>
                  <a:gd name="T0" fmla="*/ 0 w 59"/>
                  <a:gd name="T1" fmla="*/ 220 h 14"/>
                  <a:gd name="T2" fmla="*/ 492 w 59"/>
                  <a:gd name="T3" fmla="*/ 175 h 14"/>
                  <a:gd name="T4" fmla="*/ 775 w 59"/>
                  <a:gd name="T5" fmla="*/ 113 h 14"/>
                  <a:gd name="T6" fmla="*/ 931 w 59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4">
                    <a:moveTo>
                      <a:pt x="0" y="14"/>
                    </a:moveTo>
                    <a:cubicBezTo>
                      <a:pt x="9" y="13"/>
                      <a:pt x="21" y="12"/>
                      <a:pt x="31" y="11"/>
                    </a:cubicBezTo>
                    <a:cubicBezTo>
                      <a:pt x="37" y="10"/>
                      <a:pt x="44" y="10"/>
                      <a:pt x="49" y="7"/>
                    </a:cubicBezTo>
                    <a:cubicBezTo>
                      <a:pt x="53" y="6"/>
                      <a:pt x="56" y="3"/>
                      <a:pt x="59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7" name="Freeform 432">
                <a:extLst>
                  <a:ext uri="{FF2B5EF4-FFF2-40B4-BE49-F238E27FC236}">
                    <a16:creationId xmlns:a16="http://schemas.microsoft.com/office/drawing/2014/main" id="{A6645C44-01D3-468E-AB26-EF01584AF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809"/>
                <a:ext cx="135" cy="40"/>
              </a:xfrm>
              <a:custGeom>
                <a:avLst/>
                <a:gdLst>
                  <a:gd name="T0" fmla="*/ 0 w 54"/>
                  <a:gd name="T1" fmla="*/ 158 h 16"/>
                  <a:gd name="T2" fmla="*/ 845 w 54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6">
                    <a:moveTo>
                      <a:pt x="0" y="10"/>
                    </a:moveTo>
                    <a:cubicBezTo>
                      <a:pt x="19" y="0"/>
                      <a:pt x="36" y="11"/>
                      <a:pt x="54" y="16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8" name="Freeform 433">
                <a:extLst>
                  <a:ext uri="{FF2B5EF4-FFF2-40B4-BE49-F238E27FC236}">
                    <a16:creationId xmlns:a16="http://schemas.microsoft.com/office/drawing/2014/main" id="{1DE43ED6-637D-42F7-BCCD-AC77B95D9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791"/>
                <a:ext cx="82" cy="58"/>
              </a:xfrm>
              <a:custGeom>
                <a:avLst/>
                <a:gdLst>
                  <a:gd name="T0" fmla="*/ 0 w 33"/>
                  <a:gd name="T1" fmla="*/ 305 h 23"/>
                  <a:gd name="T2" fmla="*/ 507 w 3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3">
                    <a:moveTo>
                      <a:pt x="0" y="19"/>
                    </a:moveTo>
                    <a:cubicBezTo>
                      <a:pt x="13" y="23"/>
                      <a:pt x="24" y="7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9" name="Freeform 434">
                <a:extLst>
                  <a:ext uri="{FF2B5EF4-FFF2-40B4-BE49-F238E27FC236}">
                    <a16:creationId xmlns:a16="http://schemas.microsoft.com/office/drawing/2014/main" id="{113C319F-4702-4E31-A142-7FF01E56B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811"/>
                <a:ext cx="152" cy="38"/>
              </a:xfrm>
              <a:custGeom>
                <a:avLst/>
                <a:gdLst>
                  <a:gd name="T0" fmla="*/ 0 w 61"/>
                  <a:gd name="T1" fmla="*/ 243 h 15"/>
                  <a:gd name="T2" fmla="*/ 229 w 61"/>
                  <a:gd name="T3" fmla="*/ 96 h 15"/>
                  <a:gd name="T4" fmla="*/ 558 w 61"/>
                  <a:gd name="T5" fmla="*/ 0 h 15"/>
                  <a:gd name="T6" fmla="*/ 944 w 61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5">
                    <a:moveTo>
                      <a:pt x="0" y="15"/>
                    </a:moveTo>
                    <a:cubicBezTo>
                      <a:pt x="6" y="13"/>
                      <a:pt x="10" y="9"/>
                      <a:pt x="15" y="6"/>
                    </a:cubicBezTo>
                    <a:cubicBezTo>
                      <a:pt x="22" y="4"/>
                      <a:pt x="29" y="1"/>
                      <a:pt x="36" y="0"/>
                    </a:cubicBezTo>
                    <a:cubicBezTo>
                      <a:pt x="45" y="0"/>
                      <a:pt x="53" y="1"/>
                      <a:pt x="61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0" name="Freeform 435">
                <a:extLst>
                  <a:ext uri="{FF2B5EF4-FFF2-40B4-BE49-F238E27FC236}">
                    <a16:creationId xmlns:a16="http://schemas.microsoft.com/office/drawing/2014/main" id="{5D9FBFE7-A5A5-4968-AB5F-B0D9EBC26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771"/>
                <a:ext cx="30" cy="45"/>
              </a:xfrm>
              <a:custGeom>
                <a:avLst/>
                <a:gdLst>
                  <a:gd name="T0" fmla="*/ 0 w 12"/>
                  <a:gd name="T1" fmla="*/ 283 h 18"/>
                  <a:gd name="T2" fmla="*/ 188 w 12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0" y="18"/>
                    </a:moveTo>
                    <a:cubicBezTo>
                      <a:pt x="8" y="16"/>
                      <a:pt x="10" y="7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1" name="Freeform 436">
                <a:extLst>
                  <a:ext uri="{FF2B5EF4-FFF2-40B4-BE49-F238E27FC236}">
                    <a16:creationId xmlns:a16="http://schemas.microsoft.com/office/drawing/2014/main" id="{F123FD4B-7053-40C0-9EC2-8621ED371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2734"/>
                <a:ext cx="92" cy="67"/>
              </a:xfrm>
              <a:custGeom>
                <a:avLst/>
                <a:gdLst>
                  <a:gd name="T0" fmla="*/ 0 w 37"/>
                  <a:gd name="T1" fmla="*/ 412 h 27"/>
                  <a:gd name="T2" fmla="*/ 370 w 37"/>
                  <a:gd name="T3" fmla="*/ 308 h 27"/>
                  <a:gd name="T4" fmla="*/ 569 w 37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7">
                    <a:moveTo>
                      <a:pt x="0" y="27"/>
                    </a:moveTo>
                    <a:cubicBezTo>
                      <a:pt x="8" y="24"/>
                      <a:pt x="16" y="24"/>
                      <a:pt x="24" y="20"/>
                    </a:cubicBezTo>
                    <a:cubicBezTo>
                      <a:pt x="32" y="16"/>
                      <a:pt x="35" y="8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2" name="Freeform 437">
                <a:extLst>
                  <a:ext uri="{FF2B5EF4-FFF2-40B4-BE49-F238E27FC236}">
                    <a16:creationId xmlns:a16="http://schemas.microsoft.com/office/drawing/2014/main" id="{107FA94B-62E5-446D-BC3F-8968E03B7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766"/>
                <a:ext cx="105" cy="13"/>
              </a:xfrm>
              <a:custGeom>
                <a:avLst/>
                <a:gdLst>
                  <a:gd name="T0" fmla="*/ 0 w 42"/>
                  <a:gd name="T1" fmla="*/ 88 h 5"/>
                  <a:gd name="T2" fmla="*/ 345 w 42"/>
                  <a:gd name="T3" fmla="*/ 21 h 5"/>
                  <a:gd name="T4" fmla="*/ 658 w 42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5">
                    <a:moveTo>
                      <a:pt x="0" y="5"/>
                    </a:moveTo>
                    <a:cubicBezTo>
                      <a:pt x="7" y="1"/>
                      <a:pt x="14" y="0"/>
                      <a:pt x="22" y="1"/>
                    </a:cubicBezTo>
                    <a:cubicBezTo>
                      <a:pt x="29" y="1"/>
                      <a:pt x="36" y="5"/>
                      <a:pt x="42" y="5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3" name="Freeform 438">
                <a:extLst>
                  <a:ext uri="{FF2B5EF4-FFF2-40B4-BE49-F238E27FC236}">
                    <a16:creationId xmlns:a16="http://schemas.microsoft.com/office/drawing/2014/main" id="{4E78F673-1ACF-4ECD-9658-A3DAAF393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709"/>
                <a:ext cx="122" cy="60"/>
              </a:xfrm>
              <a:custGeom>
                <a:avLst/>
                <a:gdLst>
                  <a:gd name="T0" fmla="*/ 0 w 49"/>
                  <a:gd name="T1" fmla="*/ 375 h 24"/>
                  <a:gd name="T2" fmla="*/ 137 w 49"/>
                  <a:gd name="T3" fmla="*/ 250 h 24"/>
                  <a:gd name="T4" fmla="*/ 321 w 49"/>
                  <a:gd name="T5" fmla="*/ 83 h 24"/>
                  <a:gd name="T6" fmla="*/ 570 w 49"/>
                  <a:gd name="T7" fmla="*/ 20 h 24"/>
                  <a:gd name="T8" fmla="*/ 757 w 49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4">
                    <a:moveTo>
                      <a:pt x="0" y="24"/>
                    </a:moveTo>
                    <a:cubicBezTo>
                      <a:pt x="5" y="23"/>
                      <a:pt x="7" y="19"/>
                      <a:pt x="9" y="16"/>
                    </a:cubicBezTo>
                    <a:cubicBezTo>
                      <a:pt x="13" y="12"/>
                      <a:pt x="17" y="7"/>
                      <a:pt x="21" y="5"/>
                    </a:cubicBezTo>
                    <a:cubicBezTo>
                      <a:pt x="26" y="2"/>
                      <a:pt x="32" y="1"/>
                      <a:pt x="37" y="1"/>
                    </a:cubicBezTo>
                    <a:cubicBezTo>
                      <a:pt x="40" y="1"/>
                      <a:pt x="47" y="3"/>
                      <a:pt x="49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4" name="Freeform 439">
                <a:extLst>
                  <a:ext uri="{FF2B5EF4-FFF2-40B4-BE49-F238E27FC236}">
                    <a16:creationId xmlns:a16="http://schemas.microsoft.com/office/drawing/2014/main" id="{0E6EFB42-A63C-4FF2-9E19-8C5C25450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604"/>
                <a:ext cx="75" cy="77"/>
              </a:xfrm>
              <a:custGeom>
                <a:avLst/>
                <a:gdLst>
                  <a:gd name="T0" fmla="*/ 0 w 30"/>
                  <a:gd name="T1" fmla="*/ 432 h 31"/>
                  <a:gd name="T2" fmla="*/ 345 w 30"/>
                  <a:gd name="T3" fmla="*/ 320 h 31"/>
                  <a:gd name="T4" fmla="*/ 470 w 3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0" y="28"/>
                    </a:moveTo>
                    <a:cubicBezTo>
                      <a:pt x="7" y="31"/>
                      <a:pt x="18" y="26"/>
                      <a:pt x="22" y="21"/>
                    </a:cubicBezTo>
                    <a:cubicBezTo>
                      <a:pt x="27" y="14"/>
                      <a:pt x="27" y="7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5" name="Freeform 440">
                <a:extLst>
                  <a:ext uri="{FF2B5EF4-FFF2-40B4-BE49-F238E27FC236}">
                    <a16:creationId xmlns:a16="http://schemas.microsoft.com/office/drawing/2014/main" id="{0D48D804-272A-4129-B433-03C9F19E2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706"/>
                <a:ext cx="50" cy="8"/>
              </a:xfrm>
              <a:custGeom>
                <a:avLst/>
                <a:gdLst>
                  <a:gd name="T0" fmla="*/ 0 w 20"/>
                  <a:gd name="T1" fmla="*/ 35 h 3"/>
                  <a:gd name="T2" fmla="*/ 313 w 2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">
                    <a:moveTo>
                      <a:pt x="0" y="2"/>
                    </a:moveTo>
                    <a:cubicBezTo>
                      <a:pt x="5" y="0"/>
                      <a:pt x="15" y="1"/>
                      <a:pt x="20" y="3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6" name="Freeform 441">
                <a:extLst>
                  <a:ext uri="{FF2B5EF4-FFF2-40B4-BE49-F238E27FC236}">
                    <a16:creationId xmlns:a16="http://schemas.microsoft.com/office/drawing/2014/main" id="{F042D9D0-450A-4FFE-B19E-3B9244E27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656"/>
                <a:ext cx="60" cy="55"/>
              </a:xfrm>
              <a:custGeom>
                <a:avLst/>
                <a:gdLst>
                  <a:gd name="T0" fmla="*/ 0 w 24"/>
                  <a:gd name="T1" fmla="*/ 345 h 22"/>
                  <a:gd name="T2" fmla="*/ 375 w 24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2">
                    <a:moveTo>
                      <a:pt x="0" y="22"/>
                    </a:moveTo>
                    <a:cubicBezTo>
                      <a:pt x="11" y="21"/>
                      <a:pt x="24" y="13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7" name="Freeform 442">
                <a:extLst>
                  <a:ext uri="{FF2B5EF4-FFF2-40B4-BE49-F238E27FC236}">
                    <a16:creationId xmlns:a16="http://schemas.microsoft.com/office/drawing/2014/main" id="{AAE8C872-8724-4524-9CA0-0E4680396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649"/>
                <a:ext cx="28" cy="17"/>
              </a:xfrm>
              <a:custGeom>
                <a:avLst/>
                <a:gdLst>
                  <a:gd name="T0" fmla="*/ 0 w 11"/>
                  <a:gd name="T1" fmla="*/ 100 h 7"/>
                  <a:gd name="T2" fmla="*/ 181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2" y="3"/>
                      <a:pt x="8" y="3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8" name="Freeform 443">
                <a:extLst>
                  <a:ext uri="{FF2B5EF4-FFF2-40B4-BE49-F238E27FC236}">
                    <a16:creationId xmlns:a16="http://schemas.microsoft.com/office/drawing/2014/main" id="{438E29C9-9F8B-4251-AEDD-9C8E07054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556"/>
                <a:ext cx="108" cy="90"/>
              </a:xfrm>
              <a:custGeom>
                <a:avLst/>
                <a:gdLst>
                  <a:gd name="T0" fmla="*/ 0 w 43"/>
                  <a:gd name="T1" fmla="*/ 0 h 36"/>
                  <a:gd name="T2" fmla="*/ 681 w 43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6">
                    <a:moveTo>
                      <a:pt x="0" y="0"/>
                    </a:moveTo>
                    <a:cubicBezTo>
                      <a:pt x="0" y="26"/>
                      <a:pt x="24" y="29"/>
                      <a:pt x="43" y="36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9" name="Freeform 444">
                <a:extLst>
                  <a:ext uri="{FF2B5EF4-FFF2-40B4-BE49-F238E27FC236}">
                    <a16:creationId xmlns:a16="http://schemas.microsoft.com/office/drawing/2014/main" id="{78661894-BC8D-4938-B073-92DB3D9DB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636"/>
                <a:ext cx="60" cy="63"/>
              </a:xfrm>
              <a:custGeom>
                <a:avLst/>
                <a:gdLst>
                  <a:gd name="T0" fmla="*/ 0 w 24"/>
                  <a:gd name="T1" fmla="*/ 0 h 25"/>
                  <a:gd name="T2" fmla="*/ 375 w 24"/>
                  <a:gd name="T3" fmla="*/ 40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5">
                    <a:moveTo>
                      <a:pt x="0" y="0"/>
                    </a:moveTo>
                    <a:cubicBezTo>
                      <a:pt x="1" y="13"/>
                      <a:pt x="16" y="19"/>
                      <a:pt x="24" y="25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0" name="Freeform 445">
                <a:extLst>
                  <a:ext uri="{FF2B5EF4-FFF2-40B4-BE49-F238E27FC236}">
                    <a16:creationId xmlns:a16="http://schemas.microsoft.com/office/drawing/2014/main" id="{1627A5C5-4C4B-4B76-9FA4-0E2321F2A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606"/>
                <a:ext cx="33" cy="70"/>
              </a:xfrm>
              <a:custGeom>
                <a:avLst/>
                <a:gdLst>
                  <a:gd name="T0" fmla="*/ 0 w 13"/>
                  <a:gd name="T1" fmla="*/ 0 h 28"/>
                  <a:gd name="T2" fmla="*/ 84 w 13"/>
                  <a:gd name="T3" fmla="*/ 250 h 28"/>
                  <a:gd name="T4" fmla="*/ 213 w 13"/>
                  <a:gd name="T5" fmla="*/ 43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8">
                    <a:moveTo>
                      <a:pt x="0" y="0"/>
                    </a:moveTo>
                    <a:cubicBezTo>
                      <a:pt x="2" y="6"/>
                      <a:pt x="1" y="11"/>
                      <a:pt x="5" y="16"/>
                    </a:cubicBezTo>
                    <a:cubicBezTo>
                      <a:pt x="7" y="21"/>
                      <a:pt x="10" y="24"/>
                      <a:pt x="13" y="28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1" name="Freeform 446">
                <a:extLst>
                  <a:ext uri="{FF2B5EF4-FFF2-40B4-BE49-F238E27FC236}">
                    <a16:creationId xmlns:a16="http://schemas.microsoft.com/office/drawing/2014/main" id="{991991C8-8F88-46AF-A239-40DCBE472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741"/>
                <a:ext cx="95" cy="70"/>
              </a:xfrm>
              <a:custGeom>
                <a:avLst/>
                <a:gdLst>
                  <a:gd name="T0" fmla="*/ 0 w 38"/>
                  <a:gd name="T1" fmla="*/ 0 h 28"/>
                  <a:gd name="T2" fmla="*/ 208 w 38"/>
                  <a:gd name="T3" fmla="*/ 33 h 28"/>
                  <a:gd name="T4" fmla="*/ 408 w 38"/>
                  <a:gd name="T5" fmla="*/ 158 h 28"/>
                  <a:gd name="T6" fmla="*/ 533 w 38"/>
                  <a:gd name="T7" fmla="*/ 313 h 28"/>
                  <a:gd name="T8" fmla="*/ 595 w 38"/>
                  <a:gd name="T9" fmla="*/ 4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8">
                    <a:moveTo>
                      <a:pt x="0" y="0"/>
                    </a:move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22" y="7"/>
                      <a:pt x="26" y="10"/>
                    </a:cubicBezTo>
                    <a:cubicBezTo>
                      <a:pt x="29" y="13"/>
                      <a:pt x="31" y="16"/>
                      <a:pt x="34" y="20"/>
                    </a:cubicBezTo>
                    <a:cubicBezTo>
                      <a:pt x="35" y="22"/>
                      <a:pt x="38" y="28"/>
                      <a:pt x="38" y="28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2" name="Freeform 447">
                <a:extLst>
                  <a:ext uri="{FF2B5EF4-FFF2-40B4-BE49-F238E27FC236}">
                    <a16:creationId xmlns:a16="http://schemas.microsoft.com/office/drawing/2014/main" id="{329968C3-93EB-4ACF-8F90-5C95E8410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736"/>
                <a:ext cx="55" cy="65"/>
              </a:xfrm>
              <a:custGeom>
                <a:avLst/>
                <a:gdLst>
                  <a:gd name="T0" fmla="*/ 145 w 22"/>
                  <a:gd name="T1" fmla="*/ 408 h 26"/>
                  <a:gd name="T2" fmla="*/ 50 w 22"/>
                  <a:gd name="T3" fmla="*/ 188 h 26"/>
                  <a:gd name="T4" fmla="*/ 0 w 22"/>
                  <a:gd name="T5" fmla="*/ 0 h 26"/>
                  <a:gd name="T6" fmla="*/ 188 w 22"/>
                  <a:gd name="T7" fmla="*/ 158 h 26"/>
                  <a:gd name="T8" fmla="*/ 345 w 22"/>
                  <a:gd name="T9" fmla="*/ 27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6">
                    <a:moveTo>
                      <a:pt x="9" y="26"/>
                    </a:moveTo>
                    <a:cubicBezTo>
                      <a:pt x="6" y="22"/>
                      <a:pt x="4" y="17"/>
                      <a:pt x="3" y="12"/>
                    </a:cubicBezTo>
                    <a:cubicBezTo>
                      <a:pt x="2" y="8"/>
                      <a:pt x="2" y="3"/>
                      <a:pt x="0" y="0"/>
                    </a:cubicBezTo>
                    <a:cubicBezTo>
                      <a:pt x="5" y="3"/>
                      <a:pt x="8" y="7"/>
                      <a:pt x="12" y="10"/>
                    </a:cubicBezTo>
                    <a:cubicBezTo>
                      <a:pt x="16" y="12"/>
                      <a:pt x="20" y="13"/>
                      <a:pt x="22" y="17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3" name="Freeform 448">
                <a:extLst>
                  <a:ext uri="{FF2B5EF4-FFF2-40B4-BE49-F238E27FC236}">
                    <a16:creationId xmlns:a16="http://schemas.microsoft.com/office/drawing/2014/main" id="{3B258806-4EF0-4B0A-B04F-92935EDAB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649"/>
                <a:ext cx="60" cy="95"/>
              </a:xfrm>
              <a:custGeom>
                <a:avLst/>
                <a:gdLst>
                  <a:gd name="T0" fmla="*/ 0 w 24"/>
                  <a:gd name="T1" fmla="*/ 0 h 38"/>
                  <a:gd name="T2" fmla="*/ 363 w 24"/>
                  <a:gd name="T3" fmla="*/ 583 h 38"/>
                  <a:gd name="T4" fmla="*/ 345 w 24"/>
                  <a:gd name="T5" fmla="*/ 533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8">
                    <a:moveTo>
                      <a:pt x="0" y="0"/>
                    </a:moveTo>
                    <a:cubicBezTo>
                      <a:pt x="9" y="7"/>
                      <a:pt x="22" y="26"/>
                      <a:pt x="23" y="37"/>
                    </a:cubicBezTo>
                    <a:cubicBezTo>
                      <a:pt x="24" y="38"/>
                      <a:pt x="22" y="35"/>
                      <a:pt x="22" y="34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4" name="Freeform 449">
                <a:extLst>
                  <a:ext uri="{FF2B5EF4-FFF2-40B4-BE49-F238E27FC236}">
                    <a16:creationId xmlns:a16="http://schemas.microsoft.com/office/drawing/2014/main" id="{6BB502BC-F406-42C3-B9C7-321A8CD29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681"/>
                <a:ext cx="85" cy="58"/>
              </a:xfrm>
              <a:custGeom>
                <a:avLst/>
                <a:gdLst>
                  <a:gd name="T0" fmla="*/ 0 w 34"/>
                  <a:gd name="T1" fmla="*/ 0 h 23"/>
                  <a:gd name="T2" fmla="*/ 158 w 34"/>
                  <a:gd name="T3" fmla="*/ 50 h 23"/>
                  <a:gd name="T4" fmla="*/ 313 w 34"/>
                  <a:gd name="T5" fmla="*/ 159 h 23"/>
                  <a:gd name="T6" fmla="*/ 533 w 34"/>
                  <a:gd name="T7" fmla="*/ 36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0" y="0"/>
                    </a:moveTo>
                    <a:cubicBezTo>
                      <a:pt x="3" y="1"/>
                      <a:pt x="6" y="1"/>
                      <a:pt x="10" y="3"/>
                    </a:cubicBezTo>
                    <a:cubicBezTo>
                      <a:pt x="13" y="5"/>
                      <a:pt x="17" y="7"/>
                      <a:pt x="20" y="10"/>
                    </a:cubicBezTo>
                    <a:cubicBezTo>
                      <a:pt x="24" y="13"/>
                      <a:pt x="34" y="18"/>
                      <a:pt x="34" y="23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5" name="Freeform 450">
                <a:extLst>
                  <a:ext uri="{FF2B5EF4-FFF2-40B4-BE49-F238E27FC236}">
                    <a16:creationId xmlns:a16="http://schemas.microsoft.com/office/drawing/2014/main" id="{3F09B99E-8181-43D9-A9B5-4C07F37A0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634"/>
                <a:ext cx="45" cy="85"/>
              </a:xfrm>
              <a:custGeom>
                <a:avLst/>
                <a:gdLst>
                  <a:gd name="T0" fmla="*/ 220 w 18"/>
                  <a:gd name="T1" fmla="*/ 220 h 34"/>
                  <a:gd name="T2" fmla="*/ 0 w 18"/>
                  <a:gd name="T3" fmla="*/ 0 h 34"/>
                  <a:gd name="T4" fmla="*/ 158 w 18"/>
                  <a:gd name="T5" fmla="*/ 283 h 34"/>
                  <a:gd name="T6" fmla="*/ 283 w 18"/>
                  <a:gd name="T7" fmla="*/ 53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4">
                    <a:moveTo>
                      <a:pt x="14" y="14"/>
                    </a:moveTo>
                    <a:cubicBezTo>
                      <a:pt x="8" y="11"/>
                      <a:pt x="6" y="3"/>
                      <a:pt x="0" y="0"/>
                    </a:cubicBezTo>
                    <a:cubicBezTo>
                      <a:pt x="3" y="7"/>
                      <a:pt x="7" y="12"/>
                      <a:pt x="10" y="18"/>
                    </a:cubicBezTo>
                    <a:cubicBezTo>
                      <a:pt x="12" y="21"/>
                      <a:pt x="16" y="34"/>
                      <a:pt x="18" y="34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6" name="Freeform 451">
                <a:extLst>
                  <a:ext uri="{FF2B5EF4-FFF2-40B4-BE49-F238E27FC236}">
                    <a16:creationId xmlns:a16="http://schemas.microsoft.com/office/drawing/2014/main" id="{A3896C23-EE0A-4F42-AFF2-AA56FD26F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551"/>
                <a:ext cx="85" cy="98"/>
              </a:xfrm>
              <a:custGeom>
                <a:avLst/>
                <a:gdLst>
                  <a:gd name="T0" fmla="*/ 20 w 34"/>
                  <a:gd name="T1" fmla="*/ 0 h 39"/>
                  <a:gd name="T2" fmla="*/ 83 w 34"/>
                  <a:gd name="T3" fmla="*/ 188 h 39"/>
                  <a:gd name="T4" fmla="*/ 188 w 34"/>
                  <a:gd name="T5" fmla="*/ 410 h 39"/>
                  <a:gd name="T6" fmla="*/ 345 w 34"/>
                  <a:gd name="T7" fmla="*/ 538 h 39"/>
                  <a:gd name="T8" fmla="*/ 533 w 34"/>
                  <a:gd name="T9" fmla="*/ 61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9">
                    <a:moveTo>
                      <a:pt x="1" y="0"/>
                    </a:moveTo>
                    <a:cubicBezTo>
                      <a:pt x="0" y="3"/>
                      <a:pt x="4" y="9"/>
                      <a:pt x="5" y="12"/>
                    </a:cubicBezTo>
                    <a:cubicBezTo>
                      <a:pt x="6" y="17"/>
                      <a:pt x="9" y="22"/>
                      <a:pt x="12" y="26"/>
                    </a:cubicBezTo>
                    <a:cubicBezTo>
                      <a:pt x="15" y="30"/>
                      <a:pt x="18" y="32"/>
                      <a:pt x="22" y="34"/>
                    </a:cubicBezTo>
                    <a:cubicBezTo>
                      <a:pt x="26" y="36"/>
                      <a:pt x="32" y="37"/>
                      <a:pt x="34" y="39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7" name="Freeform 452">
                <a:extLst>
                  <a:ext uri="{FF2B5EF4-FFF2-40B4-BE49-F238E27FC236}">
                    <a16:creationId xmlns:a16="http://schemas.microsoft.com/office/drawing/2014/main" id="{DE708E76-D184-4919-941E-101B823C5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586"/>
                <a:ext cx="10" cy="53"/>
              </a:xfrm>
              <a:custGeom>
                <a:avLst/>
                <a:gdLst>
                  <a:gd name="T0" fmla="*/ 63 w 4"/>
                  <a:gd name="T1" fmla="*/ 338 h 21"/>
                  <a:gd name="T2" fmla="*/ 0 w 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21"/>
                    </a:moveTo>
                    <a:cubicBezTo>
                      <a:pt x="0" y="14"/>
                      <a:pt x="0" y="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8" name="Freeform 453">
                <a:extLst>
                  <a:ext uri="{FF2B5EF4-FFF2-40B4-BE49-F238E27FC236}">
                    <a16:creationId xmlns:a16="http://schemas.microsoft.com/office/drawing/2014/main" id="{4FF79117-FC46-446E-B30A-836643322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384"/>
                <a:ext cx="50" cy="165"/>
              </a:xfrm>
              <a:custGeom>
                <a:avLst/>
                <a:gdLst>
                  <a:gd name="T0" fmla="*/ 0 w 20"/>
                  <a:gd name="T1" fmla="*/ 0 h 66"/>
                  <a:gd name="T2" fmla="*/ 313 w 20"/>
                  <a:gd name="T3" fmla="*/ 1033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6">
                    <a:moveTo>
                      <a:pt x="0" y="0"/>
                    </a:moveTo>
                    <a:cubicBezTo>
                      <a:pt x="17" y="18"/>
                      <a:pt x="8" y="48"/>
                      <a:pt x="20" y="66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9" name="Freeform 454">
                <a:extLst>
                  <a:ext uri="{FF2B5EF4-FFF2-40B4-BE49-F238E27FC236}">
                    <a16:creationId xmlns:a16="http://schemas.microsoft.com/office/drawing/2014/main" id="{A7AEFBB9-6713-4B66-BEFB-CB937834B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496"/>
                <a:ext cx="60" cy="105"/>
              </a:xfrm>
              <a:custGeom>
                <a:avLst/>
                <a:gdLst>
                  <a:gd name="T0" fmla="*/ 0 w 24"/>
                  <a:gd name="T1" fmla="*/ 0 h 42"/>
                  <a:gd name="T2" fmla="*/ 145 w 24"/>
                  <a:gd name="T3" fmla="*/ 395 h 42"/>
                  <a:gd name="T4" fmla="*/ 270 w 24"/>
                  <a:gd name="T5" fmla="*/ 550 h 42"/>
                  <a:gd name="T6" fmla="*/ 375 w 24"/>
                  <a:gd name="T7" fmla="*/ 65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2">
                    <a:moveTo>
                      <a:pt x="0" y="0"/>
                    </a:moveTo>
                    <a:cubicBezTo>
                      <a:pt x="1" y="9"/>
                      <a:pt x="4" y="17"/>
                      <a:pt x="9" y="25"/>
                    </a:cubicBezTo>
                    <a:cubicBezTo>
                      <a:pt x="11" y="28"/>
                      <a:pt x="14" y="32"/>
                      <a:pt x="17" y="35"/>
                    </a:cubicBezTo>
                    <a:cubicBezTo>
                      <a:pt x="19" y="37"/>
                      <a:pt x="23" y="39"/>
                      <a:pt x="24" y="42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0" name="Freeform 455">
                <a:extLst>
                  <a:ext uri="{FF2B5EF4-FFF2-40B4-BE49-F238E27FC236}">
                    <a16:creationId xmlns:a16="http://schemas.microsoft.com/office/drawing/2014/main" id="{3DE3934E-F298-457B-9F61-8C434D9F4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549"/>
                <a:ext cx="83" cy="142"/>
              </a:xfrm>
              <a:custGeom>
                <a:avLst/>
                <a:gdLst>
                  <a:gd name="T0" fmla="*/ 33 w 33"/>
                  <a:gd name="T1" fmla="*/ 0 h 57"/>
                  <a:gd name="T2" fmla="*/ 63 w 33"/>
                  <a:gd name="T3" fmla="*/ 279 h 57"/>
                  <a:gd name="T4" fmla="*/ 189 w 33"/>
                  <a:gd name="T5" fmla="*/ 558 h 57"/>
                  <a:gd name="T6" fmla="*/ 526 w 33"/>
                  <a:gd name="T7" fmla="*/ 882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57">
                    <a:moveTo>
                      <a:pt x="2" y="0"/>
                    </a:moveTo>
                    <a:cubicBezTo>
                      <a:pt x="0" y="4"/>
                      <a:pt x="3" y="14"/>
                      <a:pt x="4" y="18"/>
                    </a:cubicBezTo>
                    <a:cubicBezTo>
                      <a:pt x="5" y="24"/>
                      <a:pt x="8" y="31"/>
                      <a:pt x="12" y="36"/>
                    </a:cubicBezTo>
                    <a:cubicBezTo>
                      <a:pt x="17" y="45"/>
                      <a:pt x="30" y="49"/>
                      <a:pt x="33" y="57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1" name="Freeform 456">
                <a:extLst>
                  <a:ext uri="{FF2B5EF4-FFF2-40B4-BE49-F238E27FC236}">
                    <a16:creationId xmlns:a16="http://schemas.microsoft.com/office/drawing/2014/main" id="{40E244D1-2435-4C99-AB5A-23A1B750B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614"/>
                <a:ext cx="40" cy="20"/>
              </a:xfrm>
              <a:custGeom>
                <a:avLst/>
                <a:gdLst>
                  <a:gd name="T0" fmla="*/ 0 w 16"/>
                  <a:gd name="T1" fmla="*/ 0 h 8"/>
                  <a:gd name="T2" fmla="*/ 250 w 16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0"/>
                    </a:moveTo>
                    <a:cubicBezTo>
                      <a:pt x="6" y="0"/>
                      <a:pt x="13" y="3"/>
                      <a:pt x="16" y="8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2" name="Freeform 457">
                <a:extLst>
                  <a:ext uri="{FF2B5EF4-FFF2-40B4-BE49-F238E27FC236}">
                    <a16:creationId xmlns:a16="http://schemas.microsoft.com/office/drawing/2014/main" id="{14667385-3CAC-4DBB-ACA4-D0F26240F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536"/>
                <a:ext cx="23" cy="45"/>
              </a:xfrm>
              <a:custGeom>
                <a:avLst/>
                <a:gdLst>
                  <a:gd name="T0" fmla="*/ 151 w 9"/>
                  <a:gd name="T1" fmla="*/ 283 h 18"/>
                  <a:gd name="T2" fmla="*/ 0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3" y="14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3" name="Freeform 458">
                <a:extLst>
                  <a:ext uri="{FF2B5EF4-FFF2-40B4-BE49-F238E27FC236}">
                    <a16:creationId xmlns:a16="http://schemas.microsoft.com/office/drawing/2014/main" id="{78EB74A9-A5C1-46BF-839D-4AF328E1F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456"/>
                <a:ext cx="50" cy="43"/>
              </a:xfrm>
              <a:custGeom>
                <a:avLst/>
                <a:gdLst>
                  <a:gd name="T0" fmla="*/ 0 w 20"/>
                  <a:gd name="T1" fmla="*/ 0 h 17"/>
                  <a:gd name="T2" fmla="*/ 313 w 20"/>
                  <a:gd name="T3" fmla="*/ 2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0"/>
                    </a:moveTo>
                    <a:cubicBezTo>
                      <a:pt x="8" y="3"/>
                      <a:pt x="15" y="12"/>
                      <a:pt x="20" y="17"/>
                    </a:cubicBezTo>
                  </a:path>
                </a:pathLst>
              </a:custGeom>
              <a:noFill/>
              <a:ln w="7938" cap="rnd">
                <a:solidFill>
                  <a:srgbClr val="FBE1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4" name="Freeform 459">
                <a:extLst>
                  <a:ext uri="{FF2B5EF4-FFF2-40B4-BE49-F238E27FC236}">
                    <a16:creationId xmlns:a16="http://schemas.microsoft.com/office/drawing/2014/main" id="{839043AD-9221-4D17-A3C2-CF560D8D1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511"/>
                <a:ext cx="50" cy="45"/>
              </a:xfrm>
              <a:custGeom>
                <a:avLst/>
                <a:gdLst>
                  <a:gd name="T0" fmla="*/ 20 w 20"/>
                  <a:gd name="T1" fmla="*/ 0 h 18"/>
                  <a:gd name="T2" fmla="*/ 313 w 20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1" y="0"/>
                    </a:moveTo>
                    <a:cubicBezTo>
                      <a:pt x="0" y="8"/>
                      <a:pt x="16" y="13"/>
                      <a:pt x="20" y="1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5" name="Freeform 460">
                <a:extLst>
                  <a:ext uri="{FF2B5EF4-FFF2-40B4-BE49-F238E27FC236}">
                    <a16:creationId xmlns:a16="http://schemas.microsoft.com/office/drawing/2014/main" id="{8F62CD84-1D18-404E-95DA-B4C726C18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554"/>
                <a:ext cx="82" cy="42"/>
              </a:xfrm>
              <a:custGeom>
                <a:avLst/>
                <a:gdLst>
                  <a:gd name="T0" fmla="*/ 0 w 33"/>
                  <a:gd name="T1" fmla="*/ 257 h 17"/>
                  <a:gd name="T2" fmla="*/ 258 w 33"/>
                  <a:gd name="T3" fmla="*/ 166 h 17"/>
                  <a:gd name="T4" fmla="*/ 412 w 33"/>
                  <a:gd name="T5" fmla="*/ 91 h 17"/>
                  <a:gd name="T6" fmla="*/ 507 w 33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7">
                    <a:moveTo>
                      <a:pt x="0" y="17"/>
                    </a:moveTo>
                    <a:cubicBezTo>
                      <a:pt x="5" y="17"/>
                      <a:pt x="12" y="13"/>
                      <a:pt x="17" y="11"/>
                    </a:cubicBezTo>
                    <a:cubicBezTo>
                      <a:pt x="20" y="10"/>
                      <a:pt x="25" y="8"/>
                      <a:pt x="27" y="6"/>
                    </a:cubicBezTo>
                    <a:cubicBezTo>
                      <a:pt x="30" y="4"/>
                      <a:pt x="31" y="1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6" name="Freeform 461">
                <a:extLst>
                  <a:ext uri="{FF2B5EF4-FFF2-40B4-BE49-F238E27FC236}">
                    <a16:creationId xmlns:a16="http://schemas.microsoft.com/office/drawing/2014/main" id="{F9612B7A-50E9-45B5-B22F-6A6C4F100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611"/>
                <a:ext cx="53" cy="23"/>
              </a:xfrm>
              <a:custGeom>
                <a:avLst/>
                <a:gdLst>
                  <a:gd name="T0" fmla="*/ 0 w 21"/>
                  <a:gd name="T1" fmla="*/ 97 h 9"/>
                  <a:gd name="T2" fmla="*/ 338 w 2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6"/>
                    </a:moveTo>
                    <a:cubicBezTo>
                      <a:pt x="6" y="9"/>
                      <a:pt x="16" y="3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7" name="Freeform 462">
                <a:extLst>
                  <a:ext uri="{FF2B5EF4-FFF2-40B4-BE49-F238E27FC236}">
                    <a16:creationId xmlns:a16="http://schemas.microsoft.com/office/drawing/2014/main" id="{DAD252E7-D616-4A01-B29C-8229C5564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369"/>
                <a:ext cx="3" cy="7"/>
              </a:xfrm>
              <a:custGeom>
                <a:avLst/>
                <a:gdLst>
                  <a:gd name="T0" fmla="*/ 0 w 1"/>
                  <a:gd name="T1" fmla="*/ 37 h 3"/>
                  <a:gd name="T2" fmla="*/ 27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8" name="Freeform 463">
                <a:extLst>
                  <a:ext uri="{FF2B5EF4-FFF2-40B4-BE49-F238E27FC236}">
                    <a16:creationId xmlns:a16="http://schemas.microsoft.com/office/drawing/2014/main" id="{ECC162D3-249A-4297-AA1A-1FEEA26D0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1106"/>
                <a:ext cx="640" cy="248"/>
              </a:xfrm>
              <a:custGeom>
                <a:avLst/>
                <a:gdLst>
                  <a:gd name="T0" fmla="*/ 4000 w 256"/>
                  <a:gd name="T1" fmla="*/ 1556 h 99"/>
                  <a:gd name="T2" fmla="*/ 3783 w 256"/>
                  <a:gd name="T3" fmla="*/ 1117 h 99"/>
                  <a:gd name="T4" fmla="*/ 3313 w 256"/>
                  <a:gd name="T5" fmla="*/ 501 h 99"/>
                  <a:gd name="T6" fmla="*/ 3033 w 256"/>
                  <a:gd name="T7" fmla="*/ 408 h 99"/>
                  <a:gd name="T8" fmla="*/ 2833 w 256"/>
                  <a:gd name="T9" fmla="*/ 251 h 99"/>
                  <a:gd name="T10" fmla="*/ 2395 w 256"/>
                  <a:gd name="T11" fmla="*/ 125 h 99"/>
                  <a:gd name="T12" fmla="*/ 2095 w 256"/>
                  <a:gd name="T13" fmla="*/ 95 h 99"/>
                  <a:gd name="T14" fmla="*/ 1813 w 256"/>
                  <a:gd name="T15" fmla="*/ 20 h 99"/>
                  <a:gd name="T16" fmla="*/ 1095 w 256"/>
                  <a:gd name="T17" fmla="*/ 283 h 99"/>
                  <a:gd name="T18" fmla="*/ 925 w 256"/>
                  <a:gd name="T19" fmla="*/ 408 h 99"/>
                  <a:gd name="T20" fmla="*/ 675 w 256"/>
                  <a:gd name="T21" fmla="*/ 426 h 99"/>
                  <a:gd name="T22" fmla="*/ 500 w 256"/>
                  <a:gd name="T23" fmla="*/ 584 h 99"/>
                  <a:gd name="T24" fmla="*/ 425 w 256"/>
                  <a:gd name="T25" fmla="*/ 784 h 99"/>
                  <a:gd name="T26" fmla="*/ 83 w 256"/>
                  <a:gd name="T27" fmla="*/ 1130 h 99"/>
                  <a:gd name="T28" fmla="*/ 63 w 256"/>
                  <a:gd name="T29" fmla="*/ 1368 h 99"/>
                  <a:gd name="T30" fmla="*/ 63 w 256"/>
                  <a:gd name="T31" fmla="*/ 1556 h 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56" h="99">
                    <a:moveTo>
                      <a:pt x="256" y="99"/>
                    </a:moveTo>
                    <a:cubicBezTo>
                      <a:pt x="255" y="87"/>
                      <a:pt x="253" y="78"/>
                      <a:pt x="242" y="71"/>
                    </a:cubicBezTo>
                    <a:cubicBezTo>
                      <a:pt x="226" y="61"/>
                      <a:pt x="224" y="44"/>
                      <a:pt x="212" y="32"/>
                    </a:cubicBezTo>
                    <a:cubicBezTo>
                      <a:pt x="207" y="27"/>
                      <a:pt x="201" y="27"/>
                      <a:pt x="194" y="26"/>
                    </a:cubicBezTo>
                    <a:cubicBezTo>
                      <a:pt x="187" y="24"/>
                      <a:pt x="186" y="22"/>
                      <a:pt x="181" y="16"/>
                    </a:cubicBezTo>
                    <a:cubicBezTo>
                      <a:pt x="174" y="7"/>
                      <a:pt x="164" y="8"/>
                      <a:pt x="153" y="8"/>
                    </a:cubicBezTo>
                    <a:cubicBezTo>
                      <a:pt x="146" y="8"/>
                      <a:pt x="140" y="8"/>
                      <a:pt x="134" y="6"/>
                    </a:cubicBezTo>
                    <a:cubicBezTo>
                      <a:pt x="128" y="4"/>
                      <a:pt x="123" y="0"/>
                      <a:pt x="116" y="1"/>
                    </a:cubicBezTo>
                    <a:cubicBezTo>
                      <a:pt x="102" y="1"/>
                      <a:pt x="80" y="8"/>
                      <a:pt x="70" y="18"/>
                    </a:cubicBezTo>
                    <a:cubicBezTo>
                      <a:pt x="67" y="21"/>
                      <a:pt x="64" y="25"/>
                      <a:pt x="59" y="26"/>
                    </a:cubicBezTo>
                    <a:cubicBezTo>
                      <a:pt x="53" y="27"/>
                      <a:pt x="49" y="25"/>
                      <a:pt x="43" y="27"/>
                    </a:cubicBezTo>
                    <a:cubicBezTo>
                      <a:pt x="39" y="29"/>
                      <a:pt x="33" y="32"/>
                      <a:pt x="32" y="37"/>
                    </a:cubicBezTo>
                    <a:cubicBezTo>
                      <a:pt x="30" y="42"/>
                      <a:pt x="31" y="46"/>
                      <a:pt x="27" y="50"/>
                    </a:cubicBezTo>
                    <a:cubicBezTo>
                      <a:pt x="18" y="58"/>
                      <a:pt x="5" y="58"/>
                      <a:pt x="5" y="72"/>
                    </a:cubicBezTo>
                    <a:cubicBezTo>
                      <a:pt x="5" y="78"/>
                      <a:pt x="6" y="82"/>
                      <a:pt x="4" y="87"/>
                    </a:cubicBezTo>
                    <a:cubicBezTo>
                      <a:pt x="3" y="92"/>
                      <a:pt x="0" y="95"/>
                      <a:pt x="4" y="9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9" name="Freeform 464">
                <a:extLst>
                  <a:ext uri="{FF2B5EF4-FFF2-40B4-BE49-F238E27FC236}">
                    <a16:creationId xmlns:a16="http://schemas.microsoft.com/office/drawing/2014/main" id="{9835E8CF-A479-4BAF-90FE-EE234508E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101"/>
                <a:ext cx="580" cy="255"/>
              </a:xfrm>
              <a:custGeom>
                <a:avLst/>
                <a:gdLst>
                  <a:gd name="T0" fmla="*/ 3625 w 232"/>
                  <a:gd name="T1" fmla="*/ 470 h 102"/>
                  <a:gd name="T2" fmla="*/ 3175 w 232"/>
                  <a:gd name="T3" fmla="*/ 363 h 102"/>
                  <a:gd name="T4" fmla="*/ 2813 w 232"/>
                  <a:gd name="T5" fmla="*/ 95 h 102"/>
                  <a:gd name="T6" fmla="*/ 2395 w 232"/>
                  <a:gd name="T7" fmla="*/ 158 h 102"/>
                  <a:gd name="T8" fmla="*/ 1970 w 232"/>
                  <a:gd name="T9" fmla="*/ 50 h 102"/>
                  <a:gd name="T10" fmla="*/ 1470 w 232"/>
                  <a:gd name="T11" fmla="*/ 188 h 102"/>
                  <a:gd name="T12" fmla="*/ 1220 w 232"/>
                  <a:gd name="T13" fmla="*/ 220 h 102"/>
                  <a:gd name="T14" fmla="*/ 1050 w 232"/>
                  <a:gd name="T15" fmla="*/ 395 h 102"/>
                  <a:gd name="T16" fmla="*/ 563 w 232"/>
                  <a:gd name="T17" fmla="*/ 550 h 102"/>
                  <a:gd name="T18" fmla="*/ 488 w 232"/>
                  <a:gd name="T19" fmla="*/ 783 h 102"/>
                  <a:gd name="T20" fmla="*/ 300 w 232"/>
                  <a:gd name="T21" fmla="*/ 925 h 102"/>
                  <a:gd name="T22" fmla="*/ 208 w 232"/>
                  <a:gd name="T23" fmla="*/ 1333 h 102"/>
                  <a:gd name="T24" fmla="*/ 0 w 232"/>
                  <a:gd name="T25" fmla="*/ 1595 h 1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2" h="102">
                    <a:moveTo>
                      <a:pt x="232" y="30"/>
                    </a:moveTo>
                    <a:cubicBezTo>
                      <a:pt x="229" y="17"/>
                      <a:pt x="213" y="23"/>
                      <a:pt x="203" y="23"/>
                    </a:cubicBezTo>
                    <a:cubicBezTo>
                      <a:pt x="189" y="22"/>
                      <a:pt x="190" y="12"/>
                      <a:pt x="180" y="6"/>
                    </a:cubicBezTo>
                    <a:cubicBezTo>
                      <a:pt x="170" y="0"/>
                      <a:pt x="163" y="9"/>
                      <a:pt x="153" y="10"/>
                    </a:cubicBezTo>
                    <a:cubicBezTo>
                      <a:pt x="143" y="11"/>
                      <a:pt x="137" y="0"/>
                      <a:pt x="126" y="3"/>
                    </a:cubicBezTo>
                    <a:cubicBezTo>
                      <a:pt x="115" y="6"/>
                      <a:pt x="108" y="12"/>
                      <a:pt x="94" y="12"/>
                    </a:cubicBezTo>
                    <a:cubicBezTo>
                      <a:pt x="88" y="11"/>
                      <a:pt x="84" y="11"/>
                      <a:pt x="78" y="14"/>
                    </a:cubicBezTo>
                    <a:cubicBezTo>
                      <a:pt x="72" y="17"/>
                      <a:pt x="72" y="22"/>
                      <a:pt x="67" y="25"/>
                    </a:cubicBezTo>
                    <a:cubicBezTo>
                      <a:pt x="59" y="33"/>
                      <a:pt x="43" y="25"/>
                      <a:pt x="36" y="35"/>
                    </a:cubicBezTo>
                    <a:cubicBezTo>
                      <a:pt x="33" y="40"/>
                      <a:pt x="34" y="46"/>
                      <a:pt x="31" y="50"/>
                    </a:cubicBezTo>
                    <a:cubicBezTo>
                      <a:pt x="28" y="55"/>
                      <a:pt x="24" y="56"/>
                      <a:pt x="19" y="59"/>
                    </a:cubicBezTo>
                    <a:cubicBezTo>
                      <a:pt x="8" y="64"/>
                      <a:pt x="15" y="75"/>
                      <a:pt x="13" y="85"/>
                    </a:cubicBezTo>
                    <a:cubicBezTo>
                      <a:pt x="12" y="93"/>
                      <a:pt x="2" y="95"/>
                      <a:pt x="0" y="10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0" name="Freeform 465">
                <a:extLst>
                  <a:ext uri="{FF2B5EF4-FFF2-40B4-BE49-F238E27FC236}">
                    <a16:creationId xmlns:a16="http://schemas.microsoft.com/office/drawing/2014/main" id="{F6283F28-D2CB-4F72-B8D8-49E3EC258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119"/>
                <a:ext cx="618" cy="237"/>
              </a:xfrm>
              <a:custGeom>
                <a:avLst/>
                <a:gdLst>
                  <a:gd name="T0" fmla="*/ 3680 w 247"/>
                  <a:gd name="T1" fmla="*/ 1474 h 95"/>
                  <a:gd name="T2" fmla="*/ 3538 w 247"/>
                  <a:gd name="T3" fmla="*/ 946 h 95"/>
                  <a:gd name="T4" fmla="*/ 3243 w 247"/>
                  <a:gd name="T5" fmla="*/ 746 h 95"/>
                  <a:gd name="T6" fmla="*/ 3130 w 247"/>
                  <a:gd name="T7" fmla="*/ 467 h 95"/>
                  <a:gd name="T8" fmla="*/ 2910 w 247"/>
                  <a:gd name="T9" fmla="*/ 529 h 95"/>
                  <a:gd name="T10" fmla="*/ 2785 w 247"/>
                  <a:gd name="T11" fmla="*/ 342 h 95"/>
                  <a:gd name="T12" fmla="*/ 2347 w 247"/>
                  <a:gd name="T13" fmla="*/ 324 h 95"/>
                  <a:gd name="T14" fmla="*/ 2067 w 247"/>
                  <a:gd name="T15" fmla="*/ 92 h 95"/>
                  <a:gd name="T16" fmla="*/ 1834 w 247"/>
                  <a:gd name="T17" fmla="*/ 200 h 95"/>
                  <a:gd name="T18" fmla="*/ 1646 w 247"/>
                  <a:gd name="T19" fmla="*/ 105 h 95"/>
                  <a:gd name="T20" fmla="*/ 1426 w 247"/>
                  <a:gd name="T21" fmla="*/ 62 h 95"/>
                  <a:gd name="T22" fmla="*/ 1221 w 247"/>
                  <a:gd name="T23" fmla="*/ 167 h 95"/>
                  <a:gd name="T24" fmla="*/ 751 w 247"/>
                  <a:gd name="T25" fmla="*/ 125 h 95"/>
                  <a:gd name="T26" fmla="*/ 488 w 247"/>
                  <a:gd name="T27" fmla="*/ 499 h 95"/>
                  <a:gd name="T28" fmla="*/ 83 w 247"/>
                  <a:gd name="T29" fmla="*/ 634 h 95"/>
                  <a:gd name="T30" fmla="*/ 0 w 247"/>
                  <a:gd name="T31" fmla="*/ 841 h 9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7" h="95">
                    <a:moveTo>
                      <a:pt x="235" y="95"/>
                    </a:moveTo>
                    <a:cubicBezTo>
                      <a:pt x="230" y="81"/>
                      <a:pt x="247" y="68"/>
                      <a:pt x="226" y="61"/>
                    </a:cubicBezTo>
                    <a:cubicBezTo>
                      <a:pt x="218" y="58"/>
                      <a:pt x="212" y="54"/>
                      <a:pt x="207" y="48"/>
                    </a:cubicBezTo>
                    <a:cubicBezTo>
                      <a:pt x="202" y="42"/>
                      <a:pt x="203" y="36"/>
                      <a:pt x="200" y="30"/>
                    </a:cubicBezTo>
                    <a:cubicBezTo>
                      <a:pt x="197" y="32"/>
                      <a:pt x="190" y="35"/>
                      <a:pt x="186" y="34"/>
                    </a:cubicBezTo>
                    <a:cubicBezTo>
                      <a:pt x="181" y="32"/>
                      <a:pt x="181" y="25"/>
                      <a:pt x="178" y="22"/>
                    </a:cubicBezTo>
                    <a:cubicBezTo>
                      <a:pt x="170" y="16"/>
                      <a:pt x="158" y="28"/>
                      <a:pt x="150" y="21"/>
                    </a:cubicBezTo>
                    <a:cubicBezTo>
                      <a:pt x="143" y="16"/>
                      <a:pt x="144" y="0"/>
                      <a:pt x="132" y="6"/>
                    </a:cubicBezTo>
                    <a:cubicBezTo>
                      <a:pt x="127" y="9"/>
                      <a:pt x="124" y="14"/>
                      <a:pt x="117" y="13"/>
                    </a:cubicBezTo>
                    <a:cubicBezTo>
                      <a:pt x="113" y="12"/>
                      <a:pt x="109" y="8"/>
                      <a:pt x="105" y="7"/>
                    </a:cubicBezTo>
                    <a:cubicBezTo>
                      <a:pt x="101" y="5"/>
                      <a:pt x="96" y="2"/>
                      <a:pt x="91" y="4"/>
                    </a:cubicBezTo>
                    <a:cubicBezTo>
                      <a:pt x="86" y="5"/>
                      <a:pt x="84" y="10"/>
                      <a:pt x="78" y="11"/>
                    </a:cubicBezTo>
                    <a:cubicBezTo>
                      <a:pt x="68" y="14"/>
                      <a:pt x="60" y="5"/>
                      <a:pt x="48" y="8"/>
                    </a:cubicBezTo>
                    <a:cubicBezTo>
                      <a:pt x="36" y="11"/>
                      <a:pt x="38" y="24"/>
                      <a:pt x="31" y="32"/>
                    </a:cubicBezTo>
                    <a:cubicBezTo>
                      <a:pt x="24" y="40"/>
                      <a:pt x="12" y="33"/>
                      <a:pt x="5" y="41"/>
                    </a:cubicBezTo>
                    <a:cubicBezTo>
                      <a:pt x="2" y="45"/>
                      <a:pt x="2" y="50"/>
                      <a:pt x="0" y="5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1" name="Freeform 466">
                <a:extLst>
                  <a:ext uri="{FF2B5EF4-FFF2-40B4-BE49-F238E27FC236}">
                    <a16:creationId xmlns:a16="http://schemas.microsoft.com/office/drawing/2014/main" id="{204703C9-4F2A-46EF-98B6-B20F35622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174"/>
                <a:ext cx="140" cy="182"/>
              </a:xfrm>
              <a:custGeom>
                <a:avLst/>
                <a:gdLst>
                  <a:gd name="T0" fmla="*/ 875 w 56"/>
                  <a:gd name="T1" fmla="*/ 0 h 73"/>
                  <a:gd name="T2" fmla="*/ 520 w 56"/>
                  <a:gd name="T3" fmla="*/ 229 h 73"/>
                  <a:gd name="T4" fmla="*/ 333 w 56"/>
                  <a:gd name="T5" fmla="*/ 292 h 73"/>
                  <a:gd name="T6" fmla="*/ 313 w 56"/>
                  <a:gd name="T7" fmla="*/ 466 h 73"/>
                  <a:gd name="T8" fmla="*/ 220 w 56"/>
                  <a:gd name="T9" fmla="*/ 603 h 73"/>
                  <a:gd name="T10" fmla="*/ 145 w 56"/>
                  <a:gd name="T11" fmla="*/ 790 h 73"/>
                  <a:gd name="T12" fmla="*/ 0 w 56"/>
                  <a:gd name="T13" fmla="*/ 945 h 73"/>
                  <a:gd name="T14" fmla="*/ 20 w 56"/>
                  <a:gd name="T15" fmla="*/ 1132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73">
                    <a:moveTo>
                      <a:pt x="56" y="0"/>
                    </a:moveTo>
                    <a:cubicBezTo>
                      <a:pt x="51" y="9"/>
                      <a:pt x="43" y="13"/>
                      <a:pt x="33" y="15"/>
                    </a:cubicBezTo>
                    <a:cubicBezTo>
                      <a:pt x="30" y="16"/>
                      <a:pt x="23" y="17"/>
                      <a:pt x="21" y="19"/>
                    </a:cubicBezTo>
                    <a:cubicBezTo>
                      <a:pt x="20" y="21"/>
                      <a:pt x="21" y="26"/>
                      <a:pt x="20" y="30"/>
                    </a:cubicBezTo>
                    <a:cubicBezTo>
                      <a:pt x="18" y="33"/>
                      <a:pt x="15" y="36"/>
                      <a:pt x="14" y="39"/>
                    </a:cubicBezTo>
                    <a:cubicBezTo>
                      <a:pt x="12" y="43"/>
                      <a:pt x="11" y="47"/>
                      <a:pt x="9" y="51"/>
                    </a:cubicBezTo>
                    <a:cubicBezTo>
                      <a:pt x="6" y="54"/>
                      <a:pt x="1" y="56"/>
                      <a:pt x="0" y="61"/>
                    </a:cubicBezTo>
                    <a:cubicBezTo>
                      <a:pt x="0" y="64"/>
                      <a:pt x="3" y="69"/>
                      <a:pt x="1" y="7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2" name="Freeform 467">
                <a:extLst>
                  <a:ext uri="{FF2B5EF4-FFF2-40B4-BE49-F238E27FC236}">
                    <a16:creationId xmlns:a16="http://schemas.microsoft.com/office/drawing/2014/main" id="{41F9CC11-0FBF-4F93-BD84-E26A4B23F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329"/>
                <a:ext cx="37" cy="25"/>
              </a:xfrm>
              <a:custGeom>
                <a:avLst/>
                <a:gdLst>
                  <a:gd name="T0" fmla="*/ 224 w 15"/>
                  <a:gd name="T1" fmla="*/ 158 h 10"/>
                  <a:gd name="T2" fmla="*/ 0 w 1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15" y="10"/>
                    </a:moveTo>
                    <a:cubicBezTo>
                      <a:pt x="11" y="4"/>
                      <a:pt x="7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3" name="Freeform 468">
                <a:extLst>
                  <a:ext uri="{FF2B5EF4-FFF2-40B4-BE49-F238E27FC236}">
                    <a16:creationId xmlns:a16="http://schemas.microsoft.com/office/drawing/2014/main" id="{6A7C8570-7274-452F-BBEB-DC31FDA5D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226"/>
                <a:ext cx="105" cy="115"/>
              </a:xfrm>
              <a:custGeom>
                <a:avLst/>
                <a:gdLst>
                  <a:gd name="T0" fmla="*/ 658 w 42"/>
                  <a:gd name="T1" fmla="*/ 720 h 46"/>
                  <a:gd name="T2" fmla="*/ 408 w 42"/>
                  <a:gd name="T3" fmla="*/ 395 h 46"/>
                  <a:gd name="T4" fmla="*/ 270 w 42"/>
                  <a:gd name="T5" fmla="*/ 145 h 46"/>
                  <a:gd name="T6" fmla="*/ 0 w 42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6">
                    <a:moveTo>
                      <a:pt x="42" y="46"/>
                    </a:moveTo>
                    <a:cubicBezTo>
                      <a:pt x="38" y="39"/>
                      <a:pt x="37" y="27"/>
                      <a:pt x="26" y="25"/>
                    </a:cubicBezTo>
                    <a:cubicBezTo>
                      <a:pt x="25" y="18"/>
                      <a:pt x="25" y="13"/>
                      <a:pt x="17" y="9"/>
                    </a:cubicBezTo>
                    <a:cubicBezTo>
                      <a:pt x="11" y="6"/>
                      <a:pt x="4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4" name="Freeform 469">
                <a:extLst>
                  <a:ext uri="{FF2B5EF4-FFF2-40B4-BE49-F238E27FC236}">
                    <a16:creationId xmlns:a16="http://schemas.microsoft.com/office/drawing/2014/main" id="{483B2525-D9B8-43B7-9448-F2A9A709F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1256"/>
                <a:ext cx="55" cy="88"/>
              </a:xfrm>
              <a:custGeom>
                <a:avLst/>
                <a:gdLst>
                  <a:gd name="T0" fmla="*/ 0 w 22"/>
                  <a:gd name="T1" fmla="*/ 0 h 35"/>
                  <a:gd name="T2" fmla="*/ 300 w 22"/>
                  <a:gd name="T3" fmla="*/ 209 h 35"/>
                  <a:gd name="T4" fmla="*/ 345 w 22"/>
                  <a:gd name="T5" fmla="*/ 5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5">
                    <a:moveTo>
                      <a:pt x="0" y="0"/>
                    </a:moveTo>
                    <a:cubicBezTo>
                      <a:pt x="2" y="12"/>
                      <a:pt x="7" y="12"/>
                      <a:pt x="19" y="13"/>
                    </a:cubicBezTo>
                    <a:cubicBezTo>
                      <a:pt x="15" y="20"/>
                      <a:pt x="17" y="29"/>
                      <a:pt x="22" y="3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5" name="Freeform 470">
                <a:extLst>
                  <a:ext uri="{FF2B5EF4-FFF2-40B4-BE49-F238E27FC236}">
                    <a16:creationId xmlns:a16="http://schemas.microsoft.com/office/drawing/2014/main" id="{9406C4C0-19E6-4F9A-905C-59D4553A2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194"/>
                <a:ext cx="65" cy="157"/>
              </a:xfrm>
              <a:custGeom>
                <a:avLst/>
                <a:gdLst>
                  <a:gd name="T0" fmla="*/ 408 w 26"/>
                  <a:gd name="T1" fmla="*/ 974 h 63"/>
                  <a:gd name="T2" fmla="*/ 345 w 26"/>
                  <a:gd name="T3" fmla="*/ 695 h 63"/>
                  <a:gd name="T4" fmla="*/ 238 w 26"/>
                  <a:gd name="T5" fmla="*/ 446 h 63"/>
                  <a:gd name="T6" fmla="*/ 125 w 26"/>
                  <a:gd name="T7" fmla="*/ 217 h 63"/>
                  <a:gd name="T8" fmla="*/ 50 w 26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3">
                    <a:moveTo>
                      <a:pt x="26" y="63"/>
                    </a:moveTo>
                    <a:cubicBezTo>
                      <a:pt x="26" y="58"/>
                      <a:pt x="26" y="49"/>
                      <a:pt x="22" y="45"/>
                    </a:cubicBezTo>
                    <a:cubicBezTo>
                      <a:pt x="18" y="38"/>
                      <a:pt x="14" y="38"/>
                      <a:pt x="15" y="29"/>
                    </a:cubicBezTo>
                    <a:cubicBezTo>
                      <a:pt x="15" y="21"/>
                      <a:pt x="16" y="18"/>
                      <a:pt x="8" y="14"/>
                    </a:cubicBezTo>
                    <a:cubicBezTo>
                      <a:pt x="0" y="9"/>
                      <a:pt x="4" y="6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6" name="Freeform 471">
                <a:extLst>
                  <a:ext uri="{FF2B5EF4-FFF2-40B4-BE49-F238E27FC236}">
                    <a16:creationId xmlns:a16="http://schemas.microsoft.com/office/drawing/2014/main" id="{4CFC2BCC-5D33-43F8-82DB-DD344B438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1176"/>
                <a:ext cx="48" cy="35"/>
              </a:xfrm>
              <a:custGeom>
                <a:avLst/>
                <a:gdLst>
                  <a:gd name="T0" fmla="*/ 306 w 19"/>
                  <a:gd name="T1" fmla="*/ 208 h 14"/>
                  <a:gd name="T2" fmla="*/ 0 w 1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4">
                    <a:moveTo>
                      <a:pt x="19" y="13"/>
                    </a:moveTo>
                    <a:cubicBezTo>
                      <a:pt x="8" y="14"/>
                      <a:pt x="3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7" name="Freeform 472">
                <a:extLst>
                  <a:ext uri="{FF2B5EF4-FFF2-40B4-BE49-F238E27FC236}">
                    <a16:creationId xmlns:a16="http://schemas.microsoft.com/office/drawing/2014/main" id="{1928C3E1-16A0-4D91-AD5C-8654E3697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1146"/>
                <a:ext cx="183" cy="33"/>
              </a:xfrm>
              <a:custGeom>
                <a:avLst/>
                <a:gdLst>
                  <a:gd name="T0" fmla="*/ 1151 w 73"/>
                  <a:gd name="T1" fmla="*/ 160 h 13"/>
                  <a:gd name="T2" fmla="*/ 1055 w 73"/>
                  <a:gd name="T3" fmla="*/ 96 h 13"/>
                  <a:gd name="T4" fmla="*/ 930 w 73"/>
                  <a:gd name="T5" fmla="*/ 117 h 13"/>
                  <a:gd name="T6" fmla="*/ 709 w 73"/>
                  <a:gd name="T7" fmla="*/ 20 h 13"/>
                  <a:gd name="T8" fmla="*/ 0 w 73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13">
                    <a:moveTo>
                      <a:pt x="73" y="10"/>
                    </a:moveTo>
                    <a:cubicBezTo>
                      <a:pt x="71" y="10"/>
                      <a:pt x="70" y="7"/>
                      <a:pt x="67" y="6"/>
                    </a:cubicBezTo>
                    <a:cubicBezTo>
                      <a:pt x="64" y="6"/>
                      <a:pt x="63" y="7"/>
                      <a:pt x="59" y="7"/>
                    </a:cubicBezTo>
                    <a:cubicBezTo>
                      <a:pt x="54" y="7"/>
                      <a:pt x="49" y="6"/>
                      <a:pt x="45" y="1"/>
                    </a:cubicBezTo>
                    <a:cubicBezTo>
                      <a:pt x="32" y="9"/>
                      <a:pt x="11" y="1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8" name="Freeform 473">
                <a:extLst>
                  <a:ext uri="{FF2B5EF4-FFF2-40B4-BE49-F238E27FC236}">
                    <a16:creationId xmlns:a16="http://schemas.microsoft.com/office/drawing/2014/main" id="{15630BCB-429B-4D59-80A6-048829C1F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1149"/>
                <a:ext cx="70" cy="27"/>
              </a:xfrm>
              <a:custGeom>
                <a:avLst/>
                <a:gdLst>
                  <a:gd name="T0" fmla="*/ 438 w 28"/>
                  <a:gd name="T1" fmla="*/ 0 h 11"/>
                  <a:gd name="T2" fmla="*/ 0 w 28"/>
                  <a:gd name="T3" fmla="*/ 10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1">
                    <a:moveTo>
                      <a:pt x="28" y="0"/>
                    </a:moveTo>
                    <a:cubicBezTo>
                      <a:pt x="19" y="11"/>
                      <a:pt x="13" y="9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9" name="Freeform 474">
                <a:extLst>
                  <a:ext uri="{FF2B5EF4-FFF2-40B4-BE49-F238E27FC236}">
                    <a16:creationId xmlns:a16="http://schemas.microsoft.com/office/drawing/2014/main" id="{BB082506-B3E3-428E-AB9B-7DC489924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166"/>
                <a:ext cx="252" cy="190"/>
              </a:xfrm>
              <a:custGeom>
                <a:avLst/>
                <a:gdLst>
                  <a:gd name="T0" fmla="*/ 1569 w 101"/>
                  <a:gd name="T1" fmla="*/ 0 h 76"/>
                  <a:gd name="T2" fmla="*/ 1165 w 101"/>
                  <a:gd name="T3" fmla="*/ 33 h 76"/>
                  <a:gd name="T4" fmla="*/ 684 w 101"/>
                  <a:gd name="T5" fmla="*/ 188 h 76"/>
                  <a:gd name="T6" fmla="*/ 417 w 101"/>
                  <a:gd name="T7" fmla="*/ 395 h 76"/>
                  <a:gd name="T8" fmla="*/ 312 w 101"/>
                  <a:gd name="T9" fmla="*/ 595 h 76"/>
                  <a:gd name="T10" fmla="*/ 155 w 101"/>
                  <a:gd name="T11" fmla="*/ 738 h 76"/>
                  <a:gd name="T12" fmla="*/ 125 w 101"/>
                  <a:gd name="T13" fmla="*/ 1188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76">
                    <a:moveTo>
                      <a:pt x="101" y="0"/>
                    </a:moveTo>
                    <a:cubicBezTo>
                      <a:pt x="95" y="13"/>
                      <a:pt x="84" y="6"/>
                      <a:pt x="75" y="2"/>
                    </a:cubicBezTo>
                    <a:cubicBezTo>
                      <a:pt x="65" y="9"/>
                      <a:pt x="57" y="17"/>
                      <a:pt x="44" y="12"/>
                    </a:cubicBezTo>
                    <a:cubicBezTo>
                      <a:pt x="45" y="19"/>
                      <a:pt x="34" y="29"/>
                      <a:pt x="27" y="25"/>
                    </a:cubicBezTo>
                    <a:cubicBezTo>
                      <a:pt x="23" y="28"/>
                      <a:pt x="23" y="34"/>
                      <a:pt x="20" y="38"/>
                    </a:cubicBezTo>
                    <a:cubicBezTo>
                      <a:pt x="18" y="42"/>
                      <a:pt x="14" y="44"/>
                      <a:pt x="10" y="47"/>
                    </a:cubicBezTo>
                    <a:cubicBezTo>
                      <a:pt x="0" y="56"/>
                      <a:pt x="9" y="65"/>
                      <a:pt x="8" y="7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0" name="Freeform 475">
                <a:extLst>
                  <a:ext uri="{FF2B5EF4-FFF2-40B4-BE49-F238E27FC236}">
                    <a16:creationId xmlns:a16="http://schemas.microsoft.com/office/drawing/2014/main" id="{5FF6D6A4-F1E9-4DFB-9FA8-9AFF9CB97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224"/>
                <a:ext cx="62" cy="117"/>
              </a:xfrm>
              <a:custGeom>
                <a:avLst/>
                <a:gdLst>
                  <a:gd name="T0" fmla="*/ 136 w 25"/>
                  <a:gd name="T1" fmla="*/ 724 h 47"/>
                  <a:gd name="T2" fmla="*/ 196 w 25"/>
                  <a:gd name="T3" fmla="*/ 291 h 47"/>
                  <a:gd name="T4" fmla="*/ 382 w 25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9" y="47"/>
                    </a:moveTo>
                    <a:cubicBezTo>
                      <a:pt x="0" y="41"/>
                      <a:pt x="3" y="23"/>
                      <a:pt x="13" y="19"/>
                    </a:cubicBezTo>
                    <a:cubicBezTo>
                      <a:pt x="11" y="11"/>
                      <a:pt x="15" y="2"/>
                      <a:pt x="2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1" name="Freeform 476">
                <a:extLst>
                  <a:ext uri="{FF2B5EF4-FFF2-40B4-BE49-F238E27FC236}">
                    <a16:creationId xmlns:a16="http://schemas.microsoft.com/office/drawing/2014/main" id="{73755482-7756-43E4-82C9-2BBB35359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1239"/>
                <a:ext cx="30" cy="70"/>
              </a:xfrm>
              <a:custGeom>
                <a:avLst/>
                <a:gdLst>
                  <a:gd name="T0" fmla="*/ 0 w 12"/>
                  <a:gd name="T1" fmla="*/ 438 h 28"/>
                  <a:gd name="T2" fmla="*/ 175 w 12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0" y="28"/>
                    </a:moveTo>
                    <a:cubicBezTo>
                      <a:pt x="8" y="23"/>
                      <a:pt x="12" y="9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2" name="Freeform 477">
                <a:extLst>
                  <a:ext uri="{FF2B5EF4-FFF2-40B4-BE49-F238E27FC236}">
                    <a16:creationId xmlns:a16="http://schemas.microsoft.com/office/drawing/2014/main" id="{EB53F682-67D7-4F9E-BFBF-9A2D2324F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184"/>
                <a:ext cx="133" cy="170"/>
              </a:xfrm>
              <a:custGeom>
                <a:avLst/>
                <a:gdLst>
                  <a:gd name="T0" fmla="*/ 20 w 53"/>
                  <a:gd name="T1" fmla="*/ 1063 h 68"/>
                  <a:gd name="T2" fmla="*/ 33 w 53"/>
                  <a:gd name="T3" fmla="*/ 863 h 68"/>
                  <a:gd name="T4" fmla="*/ 188 w 53"/>
                  <a:gd name="T5" fmla="*/ 738 h 68"/>
                  <a:gd name="T6" fmla="*/ 238 w 53"/>
                  <a:gd name="T7" fmla="*/ 395 h 68"/>
                  <a:gd name="T8" fmla="*/ 409 w 53"/>
                  <a:gd name="T9" fmla="*/ 333 h 68"/>
                  <a:gd name="T10" fmla="*/ 492 w 53"/>
                  <a:gd name="T11" fmla="*/ 145 h 68"/>
                  <a:gd name="T12" fmla="*/ 838 w 53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68">
                    <a:moveTo>
                      <a:pt x="1" y="68"/>
                    </a:moveTo>
                    <a:cubicBezTo>
                      <a:pt x="2" y="64"/>
                      <a:pt x="0" y="59"/>
                      <a:pt x="2" y="55"/>
                    </a:cubicBezTo>
                    <a:cubicBezTo>
                      <a:pt x="4" y="51"/>
                      <a:pt x="9" y="50"/>
                      <a:pt x="12" y="47"/>
                    </a:cubicBezTo>
                    <a:cubicBezTo>
                      <a:pt x="18" y="40"/>
                      <a:pt x="8" y="33"/>
                      <a:pt x="15" y="25"/>
                    </a:cubicBezTo>
                    <a:cubicBezTo>
                      <a:pt x="19" y="22"/>
                      <a:pt x="24" y="23"/>
                      <a:pt x="26" y="21"/>
                    </a:cubicBezTo>
                    <a:cubicBezTo>
                      <a:pt x="29" y="18"/>
                      <a:pt x="28" y="13"/>
                      <a:pt x="31" y="9"/>
                    </a:cubicBezTo>
                    <a:cubicBezTo>
                      <a:pt x="37" y="4"/>
                      <a:pt x="49" y="4"/>
                      <a:pt x="5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3" name="Freeform 478">
                <a:extLst>
                  <a:ext uri="{FF2B5EF4-FFF2-40B4-BE49-F238E27FC236}">
                    <a16:creationId xmlns:a16="http://schemas.microsoft.com/office/drawing/2014/main" id="{0ED86FD4-CA5A-4460-96D8-A323704EE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209"/>
                <a:ext cx="75" cy="112"/>
              </a:xfrm>
              <a:custGeom>
                <a:avLst/>
                <a:gdLst>
                  <a:gd name="T0" fmla="*/ 470 w 30"/>
                  <a:gd name="T1" fmla="*/ 0 h 45"/>
                  <a:gd name="T2" fmla="*/ 283 w 30"/>
                  <a:gd name="T3" fmla="*/ 167 h 45"/>
                  <a:gd name="T4" fmla="*/ 300 w 30"/>
                  <a:gd name="T5" fmla="*/ 416 h 45"/>
                  <a:gd name="T6" fmla="*/ 95 w 30"/>
                  <a:gd name="T7" fmla="*/ 508 h 45"/>
                  <a:gd name="T8" fmla="*/ 20 w 30"/>
                  <a:gd name="T9" fmla="*/ 69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5">
                    <a:moveTo>
                      <a:pt x="30" y="0"/>
                    </a:moveTo>
                    <a:cubicBezTo>
                      <a:pt x="25" y="1"/>
                      <a:pt x="19" y="6"/>
                      <a:pt x="18" y="11"/>
                    </a:cubicBezTo>
                    <a:cubicBezTo>
                      <a:pt x="17" y="15"/>
                      <a:pt x="21" y="22"/>
                      <a:pt x="19" y="27"/>
                    </a:cubicBezTo>
                    <a:cubicBezTo>
                      <a:pt x="16" y="32"/>
                      <a:pt x="11" y="30"/>
                      <a:pt x="6" y="33"/>
                    </a:cubicBezTo>
                    <a:cubicBezTo>
                      <a:pt x="0" y="37"/>
                      <a:pt x="2" y="40"/>
                      <a:pt x="1" y="4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4" name="Freeform 479">
                <a:extLst>
                  <a:ext uri="{FF2B5EF4-FFF2-40B4-BE49-F238E27FC236}">
                    <a16:creationId xmlns:a16="http://schemas.microsoft.com/office/drawing/2014/main" id="{05685442-350D-45EB-9C24-33ADB02C7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271"/>
                <a:ext cx="37" cy="58"/>
              </a:xfrm>
              <a:custGeom>
                <a:avLst/>
                <a:gdLst>
                  <a:gd name="T0" fmla="*/ 0 w 15"/>
                  <a:gd name="T1" fmla="*/ 368 h 23"/>
                  <a:gd name="T2" fmla="*/ 224 w 15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3">
                    <a:moveTo>
                      <a:pt x="0" y="23"/>
                    </a:moveTo>
                    <a:cubicBezTo>
                      <a:pt x="0" y="13"/>
                      <a:pt x="3" y="3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5" name="Freeform 480">
                <a:extLst>
                  <a:ext uri="{FF2B5EF4-FFF2-40B4-BE49-F238E27FC236}">
                    <a16:creationId xmlns:a16="http://schemas.microsoft.com/office/drawing/2014/main" id="{9F4F3C34-A20C-486E-BA62-B6FE92B61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321"/>
                <a:ext cx="10" cy="30"/>
              </a:xfrm>
              <a:custGeom>
                <a:avLst/>
                <a:gdLst>
                  <a:gd name="T0" fmla="*/ 63 w 4"/>
                  <a:gd name="T1" fmla="*/ 0 h 12"/>
                  <a:gd name="T2" fmla="*/ 0 w 4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5"/>
                      <a:pt x="3" y="8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6" name="Freeform 481">
                <a:extLst>
                  <a:ext uri="{FF2B5EF4-FFF2-40B4-BE49-F238E27FC236}">
                    <a16:creationId xmlns:a16="http://schemas.microsoft.com/office/drawing/2014/main" id="{C0A4B0D7-3BAB-4865-AB40-C4F9606B4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101"/>
                <a:ext cx="173" cy="75"/>
              </a:xfrm>
              <a:custGeom>
                <a:avLst/>
                <a:gdLst>
                  <a:gd name="T0" fmla="*/ 1088 w 69"/>
                  <a:gd name="T1" fmla="*/ 95 h 30"/>
                  <a:gd name="T2" fmla="*/ 710 w 69"/>
                  <a:gd name="T3" fmla="*/ 63 h 30"/>
                  <a:gd name="T4" fmla="*/ 534 w 69"/>
                  <a:gd name="T5" fmla="*/ 270 h 30"/>
                  <a:gd name="T6" fmla="*/ 63 w 69"/>
                  <a:gd name="T7" fmla="*/ 375 h 30"/>
                  <a:gd name="T8" fmla="*/ 0 w 69"/>
                  <a:gd name="T9" fmla="*/ 45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30">
                    <a:moveTo>
                      <a:pt x="69" y="6"/>
                    </a:moveTo>
                    <a:cubicBezTo>
                      <a:pt x="61" y="3"/>
                      <a:pt x="53" y="0"/>
                      <a:pt x="45" y="4"/>
                    </a:cubicBezTo>
                    <a:cubicBezTo>
                      <a:pt x="40" y="8"/>
                      <a:pt x="37" y="12"/>
                      <a:pt x="34" y="17"/>
                    </a:cubicBezTo>
                    <a:cubicBezTo>
                      <a:pt x="28" y="30"/>
                      <a:pt x="13" y="16"/>
                      <a:pt x="4" y="24"/>
                    </a:cubicBezTo>
                    <a:cubicBezTo>
                      <a:pt x="2" y="25"/>
                      <a:pt x="2" y="28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7" name="Freeform 482">
                <a:extLst>
                  <a:ext uri="{FF2B5EF4-FFF2-40B4-BE49-F238E27FC236}">
                    <a16:creationId xmlns:a16="http://schemas.microsoft.com/office/drawing/2014/main" id="{A0011EA5-F08B-45A8-9850-1B44D4F31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1149"/>
                <a:ext cx="55" cy="35"/>
              </a:xfrm>
              <a:custGeom>
                <a:avLst/>
                <a:gdLst>
                  <a:gd name="T0" fmla="*/ 345 w 22"/>
                  <a:gd name="T1" fmla="*/ 33 h 14"/>
                  <a:gd name="T2" fmla="*/ 125 w 22"/>
                  <a:gd name="T3" fmla="*/ 63 h 14"/>
                  <a:gd name="T4" fmla="*/ 0 w 22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4">
                    <a:moveTo>
                      <a:pt x="22" y="2"/>
                    </a:moveTo>
                    <a:cubicBezTo>
                      <a:pt x="18" y="0"/>
                      <a:pt x="12" y="1"/>
                      <a:pt x="8" y="4"/>
                    </a:cubicBezTo>
                    <a:cubicBezTo>
                      <a:pt x="4" y="6"/>
                      <a:pt x="3" y="11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8" name="Freeform 483">
                <a:extLst>
                  <a:ext uri="{FF2B5EF4-FFF2-40B4-BE49-F238E27FC236}">
                    <a16:creationId xmlns:a16="http://schemas.microsoft.com/office/drawing/2014/main" id="{85A31F58-2F55-4181-9F09-D97E63E8D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161"/>
                <a:ext cx="52" cy="38"/>
              </a:xfrm>
              <a:custGeom>
                <a:avLst/>
                <a:gdLst>
                  <a:gd name="T0" fmla="*/ 319 w 21"/>
                  <a:gd name="T1" fmla="*/ 0 h 15"/>
                  <a:gd name="T2" fmla="*/ 0 w 21"/>
                  <a:gd name="T3" fmla="*/ 24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4" y="1"/>
                      <a:pt x="3" y="8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9" name="Freeform 484">
                <a:extLst>
                  <a:ext uri="{FF2B5EF4-FFF2-40B4-BE49-F238E27FC236}">
                    <a16:creationId xmlns:a16="http://schemas.microsoft.com/office/drawing/2014/main" id="{84AF92B9-0B1F-4EDC-A32D-4D755862C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1184"/>
                <a:ext cx="62" cy="17"/>
              </a:xfrm>
              <a:custGeom>
                <a:avLst/>
                <a:gdLst>
                  <a:gd name="T0" fmla="*/ 382 w 25"/>
                  <a:gd name="T1" fmla="*/ 0 h 7"/>
                  <a:gd name="T2" fmla="*/ 0 w 25"/>
                  <a:gd name="T3" fmla="*/ 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7">
                    <a:moveTo>
                      <a:pt x="25" y="0"/>
                    </a:moveTo>
                    <a:cubicBezTo>
                      <a:pt x="20" y="4"/>
                      <a:pt x="7" y="7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0" name="Freeform 485">
                <a:extLst>
                  <a:ext uri="{FF2B5EF4-FFF2-40B4-BE49-F238E27FC236}">
                    <a16:creationId xmlns:a16="http://schemas.microsoft.com/office/drawing/2014/main" id="{9EBD1B20-BF3F-4615-A45C-804BDC594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194"/>
                <a:ext cx="60" cy="27"/>
              </a:xfrm>
              <a:custGeom>
                <a:avLst/>
                <a:gdLst>
                  <a:gd name="T0" fmla="*/ 375 w 24"/>
                  <a:gd name="T1" fmla="*/ 0 h 11"/>
                  <a:gd name="T2" fmla="*/ 0 w 24"/>
                  <a:gd name="T3" fmla="*/ 16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1">
                    <a:moveTo>
                      <a:pt x="24" y="0"/>
                    </a:moveTo>
                    <a:cubicBezTo>
                      <a:pt x="19" y="8"/>
                      <a:pt x="9" y="11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1" name="Freeform 486">
                <a:extLst>
                  <a:ext uri="{FF2B5EF4-FFF2-40B4-BE49-F238E27FC236}">
                    <a16:creationId xmlns:a16="http://schemas.microsoft.com/office/drawing/2014/main" id="{98238D19-244D-4680-A637-E2D9E8AA1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229"/>
                <a:ext cx="40" cy="35"/>
              </a:xfrm>
              <a:custGeom>
                <a:avLst/>
                <a:gdLst>
                  <a:gd name="T0" fmla="*/ 238 w 16"/>
                  <a:gd name="T1" fmla="*/ 0 h 14"/>
                  <a:gd name="T2" fmla="*/ 145 w 16"/>
                  <a:gd name="T3" fmla="*/ 145 h 14"/>
                  <a:gd name="T4" fmla="*/ 0 w 16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15" y="0"/>
                    </a:moveTo>
                    <a:cubicBezTo>
                      <a:pt x="16" y="4"/>
                      <a:pt x="11" y="7"/>
                      <a:pt x="9" y="9"/>
                    </a:cubicBezTo>
                    <a:cubicBezTo>
                      <a:pt x="6" y="12"/>
                      <a:pt x="3" y="12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2" name="Freeform 487">
                <a:extLst>
                  <a:ext uri="{FF2B5EF4-FFF2-40B4-BE49-F238E27FC236}">
                    <a16:creationId xmlns:a16="http://schemas.microsoft.com/office/drawing/2014/main" id="{526CA81D-79D2-4AA3-B5C4-48F88892A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261"/>
                <a:ext cx="33" cy="73"/>
              </a:xfrm>
              <a:custGeom>
                <a:avLst/>
                <a:gdLst>
                  <a:gd name="T0" fmla="*/ 0 w 13"/>
                  <a:gd name="T1" fmla="*/ 463 h 29"/>
                  <a:gd name="T2" fmla="*/ 147 w 13"/>
                  <a:gd name="T3" fmla="*/ 222 h 29"/>
                  <a:gd name="T4" fmla="*/ 213 w 13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9">
                    <a:moveTo>
                      <a:pt x="0" y="29"/>
                    </a:moveTo>
                    <a:cubicBezTo>
                      <a:pt x="5" y="25"/>
                      <a:pt x="7" y="19"/>
                      <a:pt x="9" y="14"/>
                    </a:cubicBezTo>
                    <a:cubicBezTo>
                      <a:pt x="11" y="10"/>
                      <a:pt x="13" y="4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3" name="Freeform 488">
                <a:extLst>
                  <a:ext uri="{FF2B5EF4-FFF2-40B4-BE49-F238E27FC236}">
                    <a16:creationId xmlns:a16="http://schemas.microsoft.com/office/drawing/2014/main" id="{F1BADA31-BB7B-46B4-9C5E-F8BEF212F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329"/>
                <a:ext cx="5" cy="25"/>
              </a:xfrm>
              <a:custGeom>
                <a:avLst/>
                <a:gdLst>
                  <a:gd name="T0" fmla="*/ 33 w 2"/>
                  <a:gd name="T1" fmla="*/ 0 h 10"/>
                  <a:gd name="T2" fmla="*/ 0 w 2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1" y="3"/>
                      <a:pt x="0" y="7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4" name="Freeform 489">
                <a:extLst>
                  <a:ext uri="{FF2B5EF4-FFF2-40B4-BE49-F238E27FC236}">
                    <a16:creationId xmlns:a16="http://schemas.microsoft.com/office/drawing/2014/main" id="{C462CCE6-7443-4626-B206-CC3BF4FA9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289"/>
                <a:ext cx="35" cy="65"/>
              </a:xfrm>
              <a:custGeom>
                <a:avLst/>
                <a:gdLst>
                  <a:gd name="T0" fmla="*/ 208 w 14"/>
                  <a:gd name="T1" fmla="*/ 0 h 26"/>
                  <a:gd name="T2" fmla="*/ 208 w 14"/>
                  <a:gd name="T3" fmla="*/ 175 h 26"/>
                  <a:gd name="T4" fmla="*/ 95 w 14"/>
                  <a:gd name="T5" fmla="*/ 250 h 26"/>
                  <a:gd name="T6" fmla="*/ 0 w 14"/>
                  <a:gd name="T7" fmla="*/ 313 h 26"/>
                  <a:gd name="T8" fmla="*/ 0 w 14"/>
                  <a:gd name="T9" fmla="*/ 40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6">
                    <a:moveTo>
                      <a:pt x="13" y="0"/>
                    </a:moveTo>
                    <a:cubicBezTo>
                      <a:pt x="13" y="4"/>
                      <a:pt x="14" y="7"/>
                      <a:pt x="13" y="11"/>
                    </a:cubicBezTo>
                    <a:cubicBezTo>
                      <a:pt x="11" y="14"/>
                      <a:pt x="9" y="14"/>
                      <a:pt x="6" y="16"/>
                    </a:cubicBezTo>
                    <a:cubicBezTo>
                      <a:pt x="3" y="17"/>
                      <a:pt x="1" y="18"/>
                      <a:pt x="0" y="20"/>
                    </a:cubicBezTo>
                    <a:cubicBezTo>
                      <a:pt x="0" y="22"/>
                      <a:pt x="1" y="24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5" name="Freeform 490">
                <a:extLst>
                  <a:ext uri="{FF2B5EF4-FFF2-40B4-BE49-F238E27FC236}">
                    <a16:creationId xmlns:a16="http://schemas.microsoft.com/office/drawing/2014/main" id="{573E6857-D897-4402-BDE9-1B732B2A0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1314"/>
                <a:ext cx="21" cy="40"/>
              </a:xfrm>
              <a:custGeom>
                <a:avLst/>
                <a:gdLst>
                  <a:gd name="T0" fmla="*/ 144 w 8"/>
                  <a:gd name="T1" fmla="*/ 0 h 16"/>
                  <a:gd name="T2" fmla="*/ 21 w 8"/>
                  <a:gd name="T3" fmla="*/ 125 h 16"/>
                  <a:gd name="T4" fmla="*/ 76 w 8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8" y="0"/>
                    </a:moveTo>
                    <a:cubicBezTo>
                      <a:pt x="5" y="2"/>
                      <a:pt x="0" y="4"/>
                      <a:pt x="1" y="8"/>
                    </a:cubicBezTo>
                    <a:cubicBezTo>
                      <a:pt x="1" y="11"/>
                      <a:pt x="4" y="13"/>
                      <a:pt x="4" y="1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6" name="Freeform 491">
                <a:extLst>
                  <a:ext uri="{FF2B5EF4-FFF2-40B4-BE49-F238E27FC236}">
                    <a16:creationId xmlns:a16="http://schemas.microsoft.com/office/drawing/2014/main" id="{F2200488-E104-4B04-961E-F98A80940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204"/>
                <a:ext cx="35" cy="60"/>
              </a:xfrm>
              <a:custGeom>
                <a:avLst/>
                <a:gdLst>
                  <a:gd name="T0" fmla="*/ 0 w 14"/>
                  <a:gd name="T1" fmla="*/ 375 h 24"/>
                  <a:gd name="T2" fmla="*/ 188 w 14"/>
                  <a:gd name="T3" fmla="*/ 188 h 24"/>
                  <a:gd name="T4" fmla="*/ 220 w 14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0" y="24"/>
                    </a:moveTo>
                    <a:cubicBezTo>
                      <a:pt x="6" y="23"/>
                      <a:pt x="9" y="17"/>
                      <a:pt x="12" y="12"/>
                    </a:cubicBezTo>
                    <a:cubicBezTo>
                      <a:pt x="13" y="9"/>
                      <a:pt x="14" y="2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7" name="Freeform 492">
                <a:extLst>
                  <a:ext uri="{FF2B5EF4-FFF2-40B4-BE49-F238E27FC236}">
                    <a16:creationId xmlns:a16="http://schemas.microsoft.com/office/drawing/2014/main" id="{C7A7846E-6564-47F6-B3A6-87592FE69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181"/>
                <a:ext cx="37" cy="35"/>
              </a:xfrm>
              <a:custGeom>
                <a:avLst/>
                <a:gdLst>
                  <a:gd name="T0" fmla="*/ 224 w 15"/>
                  <a:gd name="T1" fmla="*/ 0 h 14"/>
                  <a:gd name="T2" fmla="*/ 42 w 15"/>
                  <a:gd name="T3" fmla="*/ 63 h 14"/>
                  <a:gd name="T4" fmla="*/ 0 w 15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15" y="0"/>
                    </a:moveTo>
                    <a:cubicBezTo>
                      <a:pt x="11" y="0"/>
                      <a:pt x="6" y="1"/>
                      <a:pt x="3" y="4"/>
                    </a:cubicBezTo>
                    <a:cubicBezTo>
                      <a:pt x="1" y="6"/>
                      <a:pt x="1" y="11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8" name="Freeform 493">
                <a:extLst>
                  <a:ext uri="{FF2B5EF4-FFF2-40B4-BE49-F238E27FC236}">
                    <a16:creationId xmlns:a16="http://schemas.microsoft.com/office/drawing/2014/main" id="{5EFF28F8-8279-42AA-AD3A-39D6B0F46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219"/>
                <a:ext cx="20" cy="2"/>
              </a:xfrm>
              <a:custGeom>
                <a:avLst/>
                <a:gdLst>
                  <a:gd name="T0" fmla="*/ 125 w 8"/>
                  <a:gd name="T1" fmla="*/ 0 h 1"/>
                  <a:gd name="T2" fmla="*/ 0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9" name="Freeform 494">
                <a:extLst>
                  <a:ext uri="{FF2B5EF4-FFF2-40B4-BE49-F238E27FC236}">
                    <a16:creationId xmlns:a16="http://schemas.microsoft.com/office/drawing/2014/main" id="{40AD3CBF-E047-4FF7-90AE-E51E04D71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136"/>
                <a:ext cx="48" cy="15"/>
              </a:xfrm>
              <a:custGeom>
                <a:avLst/>
                <a:gdLst>
                  <a:gd name="T0" fmla="*/ 306 w 19"/>
                  <a:gd name="T1" fmla="*/ 0 h 6"/>
                  <a:gd name="T2" fmla="*/ 0 w 19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19" y="0"/>
                    </a:moveTo>
                    <a:cubicBezTo>
                      <a:pt x="12" y="0"/>
                      <a:pt x="5" y="1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0" name="Freeform 495">
                <a:extLst>
                  <a:ext uri="{FF2B5EF4-FFF2-40B4-BE49-F238E27FC236}">
                    <a16:creationId xmlns:a16="http://schemas.microsoft.com/office/drawing/2014/main" id="{51F192EC-13D4-4639-A1DF-8F916BCC2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111"/>
                <a:ext cx="68" cy="25"/>
              </a:xfrm>
              <a:custGeom>
                <a:avLst/>
                <a:gdLst>
                  <a:gd name="T0" fmla="*/ 431 w 27"/>
                  <a:gd name="T1" fmla="*/ 0 h 10"/>
                  <a:gd name="T2" fmla="*/ 0 w 27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0">
                    <a:moveTo>
                      <a:pt x="27" y="0"/>
                    </a:moveTo>
                    <a:cubicBezTo>
                      <a:pt x="19" y="0"/>
                      <a:pt x="5" y="2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1" name="Freeform 496">
                <a:extLst>
                  <a:ext uri="{FF2B5EF4-FFF2-40B4-BE49-F238E27FC236}">
                    <a16:creationId xmlns:a16="http://schemas.microsoft.com/office/drawing/2014/main" id="{CEE462DB-0173-4E2F-AC89-47517CD93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164"/>
                <a:ext cx="127" cy="30"/>
              </a:xfrm>
              <a:custGeom>
                <a:avLst/>
                <a:gdLst>
                  <a:gd name="T0" fmla="*/ 787 w 51"/>
                  <a:gd name="T1" fmla="*/ 83 h 12"/>
                  <a:gd name="T2" fmla="*/ 433 w 51"/>
                  <a:gd name="T3" fmla="*/ 20 h 12"/>
                  <a:gd name="T4" fmla="*/ 167 w 51"/>
                  <a:gd name="T5" fmla="*/ 95 h 12"/>
                  <a:gd name="T6" fmla="*/ 62 w 51"/>
                  <a:gd name="T7" fmla="*/ 63 h 12"/>
                  <a:gd name="T8" fmla="*/ 0 w 5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2">
                    <a:moveTo>
                      <a:pt x="51" y="5"/>
                    </a:moveTo>
                    <a:cubicBezTo>
                      <a:pt x="43" y="12"/>
                      <a:pt x="33" y="9"/>
                      <a:pt x="28" y="1"/>
                    </a:cubicBezTo>
                    <a:cubicBezTo>
                      <a:pt x="23" y="3"/>
                      <a:pt x="17" y="6"/>
                      <a:pt x="11" y="6"/>
                    </a:cubicBezTo>
                    <a:cubicBezTo>
                      <a:pt x="9" y="6"/>
                      <a:pt x="6" y="5"/>
                      <a:pt x="4" y="4"/>
                    </a:cubicBezTo>
                    <a:cubicBezTo>
                      <a:pt x="3" y="3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2" name="Freeform 497">
                <a:extLst>
                  <a:ext uri="{FF2B5EF4-FFF2-40B4-BE49-F238E27FC236}">
                    <a16:creationId xmlns:a16="http://schemas.microsoft.com/office/drawing/2014/main" id="{C0DF113C-B437-455E-85EB-99D0AF9DD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176"/>
                <a:ext cx="80" cy="13"/>
              </a:xfrm>
              <a:custGeom>
                <a:avLst/>
                <a:gdLst>
                  <a:gd name="T0" fmla="*/ 500 w 32"/>
                  <a:gd name="T1" fmla="*/ 0 h 5"/>
                  <a:gd name="T2" fmla="*/ 0 w 32"/>
                  <a:gd name="T3" fmla="*/ 5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">
                    <a:moveTo>
                      <a:pt x="32" y="0"/>
                    </a:moveTo>
                    <a:cubicBezTo>
                      <a:pt x="22" y="4"/>
                      <a:pt x="10" y="5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3" name="Freeform 498">
                <a:extLst>
                  <a:ext uri="{FF2B5EF4-FFF2-40B4-BE49-F238E27FC236}">
                    <a16:creationId xmlns:a16="http://schemas.microsoft.com/office/drawing/2014/main" id="{CA3388CA-FE16-4B4A-8D07-3B99FF709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321"/>
                <a:ext cx="13" cy="33"/>
              </a:xfrm>
              <a:custGeom>
                <a:avLst/>
                <a:gdLst>
                  <a:gd name="T0" fmla="*/ 21 w 5"/>
                  <a:gd name="T1" fmla="*/ 213 h 13"/>
                  <a:gd name="T2" fmla="*/ 88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1" y="13"/>
                    </a:moveTo>
                    <a:cubicBezTo>
                      <a:pt x="0" y="9"/>
                      <a:pt x="3" y="4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4" name="Freeform 499">
                <a:extLst>
                  <a:ext uri="{FF2B5EF4-FFF2-40B4-BE49-F238E27FC236}">
                    <a16:creationId xmlns:a16="http://schemas.microsoft.com/office/drawing/2014/main" id="{0C14BAE7-5AC1-44BA-99BA-88882C558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286"/>
                <a:ext cx="18" cy="58"/>
              </a:xfrm>
              <a:custGeom>
                <a:avLst/>
                <a:gdLst>
                  <a:gd name="T0" fmla="*/ 118 w 7"/>
                  <a:gd name="T1" fmla="*/ 368 h 23"/>
                  <a:gd name="T2" fmla="*/ 0 w 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3">
                    <a:moveTo>
                      <a:pt x="7" y="23"/>
                    </a:moveTo>
                    <a:cubicBezTo>
                      <a:pt x="1" y="16"/>
                      <a:pt x="0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5" name="Freeform 500">
                <a:extLst>
                  <a:ext uri="{FF2B5EF4-FFF2-40B4-BE49-F238E27FC236}">
                    <a16:creationId xmlns:a16="http://schemas.microsoft.com/office/drawing/2014/main" id="{FED92747-9523-40FE-9D8A-EDA719B6F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249"/>
                <a:ext cx="25" cy="60"/>
              </a:xfrm>
              <a:custGeom>
                <a:avLst/>
                <a:gdLst>
                  <a:gd name="T0" fmla="*/ 145 w 10"/>
                  <a:gd name="T1" fmla="*/ 375 h 24"/>
                  <a:gd name="T2" fmla="*/ 125 w 10"/>
                  <a:gd name="T3" fmla="*/ 175 h 24"/>
                  <a:gd name="T4" fmla="*/ 0 w 1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4">
                    <a:moveTo>
                      <a:pt x="9" y="24"/>
                    </a:moveTo>
                    <a:cubicBezTo>
                      <a:pt x="8" y="20"/>
                      <a:pt x="10" y="16"/>
                      <a:pt x="8" y="11"/>
                    </a:cubicBezTo>
                    <a:cubicBezTo>
                      <a:pt x="6" y="7"/>
                      <a:pt x="3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6" name="Freeform 501">
                <a:extLst>
                  <a:ext uri="{FF2B5EF4-FFF2-40B4-BE49-F238E27FC236}">
                    <a16:creationId xmlns:a16="http://schemas.microsoft.com/office/drawing/2014/main" id="{21D8D293-9F80-46A3-8447-F121AED76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1221"/>
                <a:ext cx="32" cy="55"/>
              </a:xfrm>
              <a:custGeom>
                <a:avLst/>
                <a:gdLst>
                  <a:gd name="T0" fmla="*/ 194 w 13"/>
                  <a:gd name="T1" fmla="*/ 345 h 22"/>
                  <a:gd name="T2" fmla="*/ 42 w 13"/>
                  <a:gd name="T3" fmla="*/ 188 h 22"/>
                  <a:gd name="T4" fmla="*/ 12 w 1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13" y="22"/>
                    </a:moveTo>
                    <a:cubicBezTo>
                      <a:pt x="9" y="18"/>
                      <a:pt x="5" y="18"/>
                      <a:pt x="3" y="12"/>
                    </a:cubicBezTo>
                    <a:cubicBezTo>
                      <a:pt x="2" y="9"/>
                      <a:pt x="0" y="3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7" name="Freeform 502">
                <a:extLst>
                  <a:ext uri="{FF2B5EF4-FFF2-40B4-BE49-F238E27FC236}">
                    <a16:creationId xmlns:a16="http://schemas.microsoft.com/office/drawing/2014/main" id="{D0D75957-54DC-4D48-B865-7AEBFCF8D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199"/>
                <a:ext cx="33" cy="42"/>
              </a:xfrm>
              <a:custGeom>
                <a:avLst/>
                <a:gdLst>
                  <a:gd name="T0" fmla="*/ 213 w 13"/>
                  <a:gd name="T1" fmla="*/ 212 h 17"/>
                  <a:gd name="T2" fmla="*/ 0 w 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3" y="14"/>
                    </a:moveTo>
                    <a:cubicBezTo>
                      <a:pt x="5" y="17"/>
                      <a:pt x="1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8" name="Freeform 503">
                <a:extLst>
                  <a:ext uri="{FF2B5EF4-FFF2-40B4-BE49-F238E27FC236}">
                    <a16:creationId xmlns:a16="http://schemas.microsoft.com/office/drawing/2014/main" id="{92D49ABD-A5D9-4260-AF23-453CBA935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186"/>
                <a:ext cx="50" cy="35"/>
              </a:xfrm>
              <a:custGeom>
                <a:avLst/>
                <a:gdLst>
                  <a:gd name="T0" fmla="*/ 313 w 20"/>
                  <a:gd name="T1" fmla="*/ 208 h 14"/>
                  <a:gd name="T2" fmla="*/ 125 w 20"/>
                  <a:gd name="T3" fmla="*/ 158 h 14"/>
                  <a:gd name="T4" fmla="*/ 20 w 2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20" y="13"/>
                    </a:moveTo>
                    <a:cubicBezTo>
                      <a:pt x="16" y="14"/>
                      <a:pt x="11" y="12"/>
                      <a:pt x="8" y="10"/>
                    </a:cubicBezTo>
                    <a:cubicBezTo>
                      <a:pt x="5" y="8"/>
                      <a:pt x="0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9" name="Freeform 504">
                <a:extLst>
                  <a:ext uri="{FF2B5EF4-FFF2-40B4-BE49-F238E27FC236}">
                    <a16:creationId xmlns:a16="http://schemas.microsoft.com/office/drawing/2014/main" id="{5D8F58AF-B8E5-48F5-AB67-4853CAEF1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1179"/>
                <a:ext cx="68" cy="25"/>
              </a:xfrm>
              <a:custGeom>
                <a:avLst/>
                <a:gdLst>
                  <a:gd name="T0" fmla="*/ 431 w 27"/>
                  <a:gd name="T1" fmla="*/ 125 h 10"/>
                  <a:gd name="T2" fmla="*/ 179 w 27"/>
                  <a:gd name="T3" fmla="*/ 113 h 10"/>
                  <a:gd name="T4" fmla="*/ 0 w 2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0">
                    <a:moveTo>
                      <a:pt x="27" y="8"/>
                    </a:moveTo>
                    <a:cubicBezTo>
                      <a:pt x="22" y="10"/>
                      <a:pt x="16" y="9"/>
                      <a:pt x="11" y="7"/>
                    </a:cubicBezTo>
                    <a:cubicBezTo>
                      <a:pt x="6" y="5"/>
                      <a:pt x="3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0" name="Freeform 505">
                <a:extLst>
                  <a:ext uri="{FF2B5EF4-FFF2-40B4-BE49-F238E27FC236}">
                    <a16:creationId xmlns:a16="http://schemas.microsoft.com/office/drawing/2014/main" id="{B744C441-7115-4367-BE43-F07BBCA8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184"/>
                <a:ext cx="60" cy="7"/>
              </a:xfrm>
              <a:custGeom>
                <a:avLst/>
                <a:gdLst>
                  <a:gd name="T0" fmla="*/ 375 w 24"/>
                  <a:gd name="T1" fmla="*/ 28 h 3"/>
                  <a:gd name="T2" fmla="*/ 208 w 24"/>
                  <a:gd name="T3" fmla="*/ 37 h 3"/>
                  <a:gd name="T4" fmla="*/ 0 w 2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">
                    <a:moveTo>
                      <a:pt x="24" y="2"/>
                    </a:moveTo>
                    <a:cubicBezTo>
                      <a:pt x="20" y="3"/>
                      <a:pt x="17" y="3"/>
                      <a:pt x="13" y="3"/>
                    </a:cubicBezTo>
                    <a:cubicBezTo>
                      <a:pt x="9" y="3"/>
                      <a:pt x="3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1" name="Freeform 506">
                <a:extLst>
                  <a:ext uri="{FF2B5EF4-FFF2-40B4-BE49-F238E27FC236}">
                    <a16:creationId xmlns:a16="http://schemas.microsoft.com/office/drawing/2014/main" id="{4C551975-8D09-42EC-956F-31AC8A4C0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201"/>
                <a:ext cx="13" cy="50"/>
              </a:xfrm>
              <a:custGeom>
                <a:avLst/>
                <a:gdLst>
                  <a:gd name="T0" fmla="*/ 68 w 5"/>
                  <a:gd name="T1" fmla="*/ 313 h 20"/>
                  <a:gd name="T2" fmla="*/ 0 w 5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4" y="20"/>
                    </a:moveTo>
                    <a:cubicBezTo>
                      <a:pt x="4" y="13"/>
                      <a:pt x="5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2" name="Freeform 507">
                <a:extLst>
                  <a:ext uri="{FF2B5EF4-FFF2-40B4-BE49-F238E27FC236}">
                    <a16:creationId xmlns:a16="http://schemas.microsoft.com/office/drawing/2014/main" id="{68CD9459-AB31-401A-9A3A-98425A990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236"/>
                <a:ext cx="8" cy="40"/>
              </a:xfrm>
              <a:custGeom>
                <a:avLst/>
                <a:gdLst>
                  <a:gd name="T0" fmla="*/ 0 w 3"/>
                  <a:gd name="T1" fmla="*/ 250 h 16"/>
                  <a:gd name="T2" fmla="*/ 21 w 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0" y="16"/>
                    </a:moveTo>
                    <a:cubicBezTo>
                      <a:pt x="1" y="11"/>
                      <a:pt x="3" y="5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3" name="Freeform 508">
                <a:extLst>
                  <a:ext uri="{FF2B5EF4-FFF2-40B4-BE49-F238E27FC236}">
                    <a16:creationId xmlns:a16="http://schemas.microsoft.com/office/drawing/2014/main" id="{2CFE5530-815C-4CEF-B437-C3DFF5F90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279"/>
                <a:ext cx="40" cy="45"/>
              </a:xfrm>
              <a:custGeom>
                <a:avLst/>
                <a:gdLst>
                  <a:gd name="T0" fmla="*/ 250 w 16"/>
                  <a:gd name="T1" fmla="*/ 283 h 18"/>
                  <a:gd name="T2" fmla="*/ 63 w 16"/>
                  <a:gd name="T3" fmla="*/ 158 h 18"/>
                  <a:gd name="T4" fmla="*/ 20 w 1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6" y="18"/>
                    </a:moveTo>
                    <a:cubicBezTo>
                      <a:pt x="12" y="14"/>
                      <a:pt x="7" y="14"/>
                      <a:pt x="4" y="10"/>
                    </a:cubicBezTo>
                    <a:cubicBezTo>
                      <a:pt x="3" y="8"/>
                      <a:pt x="0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4" name="Freeform 509">
                <a:extLst>
                  <a:ext uri="{FF2B5EF4-FFF2-40B4-BE49-F238E27FC236}">
                    <a16:creationId xmlns:a16="http://schemas.microsoft.com/office/drawing/2014/main" id="{C7A3A81D-C76B-43E2-8D26-9C2462CF2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314"/>
                <a:ext cx="5" cy="40"/>
              </a:xfrm>
              <a:custGeom>
                <a:avLst/>
                <a:gdLst>
                  <a:gd name="T0" fmla="*/ 20 w 2"/>
                  <a:gd name="T1" fmla="*/ 0 h 16"/>
                  <a:gd name="T2" fmla="*/ 33 w 2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1" y="0"/>
                    </a:moveTo>
                    <a:cubicBezTo>
                      <a:pt x="2" y="5"/>
                      <a:pt x="0" y="11"/>
                      <a:pt x="2" y="1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5" name="Freeform 510">
                <a:extLst>
                  <a:ext uri="{FF2B5EF4-FFF2-40B4-BE49-F238E27FC236}">
                    <a16:creationId xmlns:a16="http://schemas.microsoft.com/office/drawing/2014/main" id="{4D93CAF1-CC10-4657-A057-70F7733CB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1324"/>
                <a:ext cx="12" cy="30"/>
              </a:xfrm>
              <a:custGeom>
                <a:avLst/>
                <a:gdLst>
                  <a:gd name="T0" fmla="*/ 70 w 5"/>
                  <a:gd name="T1" fmla="*/ 0 h 12"/>
                  <a:gd name="T2" fmla="*/ 0 w 5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5" y="5"/>
                      <a:pt x="1" y="8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6" name="Freeform 511">
                <a:extLst>
                  <a:ext uri="{FF2B5EF4-FFF2-40B4-BE49-F238E27FC236}">
                    <a16:creationId xmlns:a16="http://schemas.microsoft.com/office/drawing/2014/main" id="{67B6D51C-9C8C-41AE-8B9B-F2BBB8726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214"/>
                <a:ext cx="132" cy="115"/>
              </a:xfrm>
              <a:custGeom>
                <a:avLst/>
                <a:gdLst>
                  <a:gd name="T0" fmla="*/ 819 w 53"/>
                  <a:gd name="T1" fmla="*/ 720 h 46"/>
                  <a:gd name="T2" fmla="*/ 603 w 53"/>
                  <a:gd name="T3" fmla="*/ 583 h 46"/>
                  <a:gd name="T4" fmla="*/ 540 w 53"/>
                  <a:gd name="T5" fmla="*/ 375 h 46"/>
                  <a:gd name="T6" fmla="*/ 384 w 53"/>
                  <a:gd name="T7" fmla="*/ 238 h 46"/>
                  <a:gd name="T8" fmla="*/ 229 w 53"/>
                  <a:gd name="T9" fmla="*/ 63 h 46"/>
                  <a:gd name="T10" fmla="*/ 0 w 53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6">
                    <a:moveTo>
                      <a:pt x="53" y="46"/>
                    </a:moveTo>
                    <a:cubicBezTo>
                      <a:pt x="52" y="42"/>
                      <a:pt x="44" y="37"/>
                      <a:pt x="39" y="37"/>
                    </a:cubicBezTo>
                    <a:cubicBezTo>
                      <a:pt x="40" y="32"/>
                      <a:pt x="38" y="27"/>
                      <a:pt x="35" y="24"/>
                    </a:cubicBezTo>
                    <a:cubicBezTo>
                      <a:pt x="32" y="20"/>
                      <a:pt x="27" y="19"/>
                      <a:pt x="25" y="15"/>
                    </a:cubicBezTo>
                    <a:cubicBezTo>
                      <a:pt x="22" y="11"/>
                      <a:pt x="20" y="7"/>
                      <a:pt x="15" y="4"/>
                    </a:cubicBezTo>
                    <a:cubicBezTo>
                      <a:pt x="10" y="1"/>
                      <a:pt x="5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7" name="Freeform 512">
                <a:extLst>
                  <a:ext uri="{FF2B5EF4-FFF2-40B4-BE49-F238E27FC236}">
                    <a16:creationId xmlns:a16="http://schemas.microsoft.com/office/drawing/2014/main" id="{FE86F446-66A5-47D2-ABEB-9AE19C425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224"/>
                <a:ext cx="43" cy="52"/>
              </a:xfrm>
              <a:custGeom>
                <a:avLst/>
                <a:gdLst>
                  <a:gd name="T0" fmla="*/ 276 w 17"/>
                  <a:gd name="T1" fmla="*/ 319 h 21"/>
                  <a:gd name="T2" fmla="*/ 0 w 17"/>
                  <a:gd name="T3" fmla="*/ 62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17" y="21"/>
                    </a:moveTo>
                    <a:cubicBezTo>
                      <a:pt x="17" y="11"/>
                      <a:pt x="13" y="0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8" name="Freeform 513">
                <a:extLst>
                  <a:ext uri="{FF2B5EF4-FFF2-40B4-BE49-F238E27FC236}">
                    <a16:creationId xmlns:a16="http://schemas.microsoft.com/office/drawing/2014/main" id="{1803972F-FF66-41B3-8D06-EEF27F220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179"/>
                <a:ext cx="58" cy="40"/>
              </a:xfrm>
              <a:custGeom>
                <a:avLst/>
                <a:gdLst>
                  <a:gd name="T0" fmla="*/ 338 w 23"/>
                  <a:gd name="T1" fmla="*/ 250 h 16"/>
                  <a:gd name="T2" fmla="*/ 222 w 23"/>
                  <a:gd name="T3" fmla="*/ 50 h 16"/>
                  <a:gd name="T4" fmla="*/ 83 w 23"/>
                  <a:gd name="T5" fmla="*/ 0 h 16"/>
                  <a:gd name="T6" fmla="*/ 0 w 23"/>
                  <a:gd name="T7" fmla="*/ 2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6">
                    <a:moveTo>
                      <a:pt x="21" y="16"/>
                    </a:moveTo>
                    <a:cubicBezTo>
                      <a:pt x="23" y="13"/>
                      <a:pt x="16" y="5"/>
                      <a:pt x="14" y="3"/>
                    </a:cubicBezTo>
                    <a:cubicBezTo>
                      <a:pt x="11" y="2"/>
                      <a:pt x="8" y="0"/>
                      <a:pt x="5" y="0"/>
                    </a:cubicBezTo>
                    <a:cubicBezTo>
                      <a:pt x="3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9" name="Freeform 514">
                <a:extLst>
                  <a:ext uri="{FF2B5EF4-FFF2-40B4-BE49-F238E27FC236}">
                    <a16:creationId xmlns:a16="http://schemas.microsoft.com/office/drawing/2014/main" id="{7972CC41-D110-4F4D-829C-EC0A2BF75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146"/>
                <a:ext cx="72" cy="38"/>
              </a:xfrm>
              <a:custGeom>
                <a:avLst/>
                <a:gdLst>
                  <a:gd name="T0" fmla="*/ 444 w 29"/>
                  <a:gd name="T1" fmla="*/ 243 h 15"/>
                  <a:gd name="T2" fmla="*/ 400 w 29"/>
                  <a:gd name="T3" fmla="*/ 147 h 15"/>
                  <a:gd name="T4" fmla="*/ 278 w 29"/>
                  <a:gd name="T5" fmla="*/ 33 h 15"/>
                  <a:gd name="T6" fmla="*/ 0 w 29"/>
                  <a:gd name="T7" fmla="*/ 6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5">
                    <a:moveTo>
                      <a:pt x="29" y="15"/>
                    </a:moveTo>
                    <a:cubicBezTo>
                      <a:pt x="27" y="13"/>
                      <a:pt x="27" y="11"/>
                      <a:pt x="26" y="9"/>
                    </a:cubicBezTo>
                    <a:cubicBezTo>
                      <a:pt x="24" y="6"/>
                      <a:pt x="21" y="3"/>
                      <a:pt x="18" y="2"/>
                    </a:cubicBezTo>
                    <a:cubicBezTo>
                      <a:pt x="12" y="0"/>
                      <a:pt x="4" y="1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0" name="Freeform 515">
                <a:extLst>
                  <a:ext uri="{FF2B5EF4-FFF2-40B4-BE49-F238E27FC236}">
                    <a16:creationId xmlns:a16="http://schemas.microsoft.com/office/drawing/2014/main" id="{44A2AAF0-9B81-4881-945C-6C55D5021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1124"/>
                <a:ext cx="65" cy="25"/>
              </a:xfrm>
              <a:custGeom>
                <a:avLst/>
                <a:gdLst>
                  <a:gd name="T0" fmla="*/ 408 w 26"/>
                  <a:gd name="T1" fmla="*/ 158 h 10"/>
                  <a:gd name="T2" fmla="*/ 208 w 26"/>
                  <a:gd name="T3" fmla="*/ 33 h 10"/>
                  <a:gd name="T4" fmla="*/ 0 w 26"/>
                  <a:gd name="T5" fmla="*/ 6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0">
                    <a:moveTo>
                      <a:pt x="26" y="10"/>
                    </a:moveTo>
                    <a:cubicBezTo>
                      <a:pt x="23" y="6"/>
                      <a:pt x="17" y="3"/>
                      <a:pt x="13" y="2"/>
                    </a:cubicBezTo>
                    <a:cubicBezTo>
                      <a:pt x="7" y="0"/>
                      <a:pt x="5" y="3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1" name="Freeform 516">
                <a:extLst>
                  <a:ext uri="{FF2B5EF4-FFF2-40B4-BE49-F238E27FC236}">
                    <a16:creationId xmlns:a16="http://schemas.microsoft.com/office/drawing/2014/main" id="{E3F3EC03-8B2C-4C21-92F3-86DFADC9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189"/>
                <a:ext cx="55" cy="40"/>
              </a:xfrm>
              <a:custGeom>
                <a:avLst/>
                <a:gdLst>
                  <a:gd name="T0" fmla="*/ 345 w 22"/>
                  <a:gd name="T1" fmla="*/ 250 h 16"/>
                  <a:gd name="T2" fmla="*/ 208 w 22"/>
                  <a:gd name="T3" fmla="*/ 83 h 16"/>
                  <a:gd name="T4" fmla="*/ 0 w 2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22" y="16"/>
                    </a:moveTo>
                    <a:cubicBezTo>
                      <a:pt x="20" y="12"/>
                      <a:pt x="17" y="7"/>
                      <a:pt x="13" y="5"/>
                    </a:cubicBezTo>
                    <a:cubicBezTo>
                      <a:pt x="9" y="2"/>
                      <a:pt x="4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2" name="Freeform 517">
                <a:extLst>
                  <a:ext uri="{FF2B5EF4-FFF2-40B4-BE49-F238E27FC236}">
                    <a16:creationId xmlns:a16="http://schemas.microsoft.com/office/drawing/2014/main" id="{C43A8B85-9BB1-438A-8386-58FE50F95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109"/>
                <a:ext cx="72" cy="17"/>
              </a:xfrm>
              <a:custGeom>
                <a:avLst/>
                <a:gdLst>
                  <a:gd name="T0" fmla="*/ 444 w 29"/>
                  <a:gd name="T1" fmla="*/ 100 h 7"/>
                  <a:gd name="T2" fmla="*/ 228 w 29"/>
                  <a:gd name="T3" fmla="*/ 12 h 7"/>
                  <a:gd name="T4" fmla="*/ 0 w 29"/>
                  <a:gd name="T5" fmla="*/ 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">
                    <a:moveTo>
                      <a:pt x="29" y="7"/>
                    </a:moveTo>
                    <a:cubicBezTo>
                      <a:pt x="26" y="3"/>
                      <a:pt x="20" y="2"/>
                      <a:pt x="15" y="1"/>
                    </a:cubicBezTo>
                    <a:cubicBezTo>
                      <a:pt x="9" y="0"/>
                      <a:pt x="5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3" name="Freeform 518">
                <a:extLst>
                  <a:ext uri="{FF2B5EF4-FFF2-40B4-BE49-F238E27FC236}">
                    <a16:creationId xmlns:a16="http://schemas.microsoft.com/office/drawing/2014/main" id="{3A0F6DFC-AE26-4F41-ADFE-CB171A37E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1094"/>
                <a:ext cx="90" cy="17"/>
              </a:xfrm>
              <a:custGeom>
                <a:avLst/>
                <a:gdLst>
                  <a:gd name="T0" fmla="*/ 563 w 36"/>
                  <a:gd name="T1" fmla="*/ 100 h 7"/>
                  <a:gd name="T2" fmla="*/ 0 w 36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36" y="7"/>
                    </a:moveTo>
                    <a:cubicBezTo>
                      <a:pt x="26" y="3"/>
                      <a:pt x="10" y="0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4" name="Freeform 519">
                <a:extLst>
                  <a:ext uri="{FF2B5EF4-FFF2-40B4-BE49-F238E27FC236}">
                    <a16:creationId xmlns:a16="http://schemas.microsoft.com/office/drawing/2014/main" id="{D99C93A8-381B-4BEC-A87A-6D2581AC7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119"/>
                <a:ext cx="30" cy="7"/>
              </a:xfrm>
              <a:custGeom>
                <a:avLst/>
                <a:gdLst>
                  <a:gd name="T0" fmla="*/ 188 w 12"/>
                  <a:gd name="T1" fmla="*/ 37 h 3"/>
                  <a:gd name="T2" fmla="*/ 0 w 1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12" y="3"/>
                    </a:moveTo>
                    <a:cubicBezTo>
                      <a:pt x="8" y="2"/>
                      <a:pt x="4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5" name="Freeform 520">
                <a:extLst>
                  <a:ext uri="{FF2B5EF4-FFF2-40B4-BE49-F238E27FC236}">
                    <a16:creationId xmlns:a16="http://schemas.microsoft.com/office/drawing/2014/main" id="{9463EDE4-A13A-4D63-9133-1EABACDC8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284"/>
                <a:ext cx="5" cy="15"/>
              </a:xfrm>
              <a:custGeom>
                <a:avLst/>
                <a:gdLst>
                  <a:gd name="T0" fmla="*/ 33 w 2"/>
                  <a:gd name="T1" fmla="*/ 0 h 6"/>
                  <a:gd name="T2" fmla="*/ 33 w 2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0" y="2"/>
                      <a:pt x="2" y="3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6" name="Freeform 521">
                <a:extLst>
                  <a:ext uri="{FF2B5EF4-FFF2-40B4-BE49-F238E27FC236}">
                    <a16:creationId xmlns:a16="http://schemas.microsoft.com/office/drawing/2014/main" id="{28C1AA49-E3DA-477D-AC1A-D23088DDA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159"/>
                <a:ext cx="53" cy="42"/>
              </a:xfrm>
              <a:custGeom>
                <a:avLst/>
                <a:gdLst>
                  <a:gd name="T0" fmla="*/ 318 w 21"/>
                  <a:gd name="T1" fmla="*/ 257 h 17"/>
                  <a:gd name="T2" fmla="*/ 0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20" y="17"/>
                    </a:moveTo>
                    <a:cubicBezTo>
                      <a:pt x="21" y="9"/>
                      <a:pt x="4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7" name="Freeform 522">
                <a:extLst>
                  <a:ext uri="{FF2B5EF4-FFF2-40B4-BE49-F238E27FC236}">
                    <a16:creationId xmlns:a16="http://schemas.microsoft.com/office/drawing/2014/main" id="{1F0043E9-668E-4B40-AE19-65980020B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124"/>
                <a:ext cx="85" cy="37"/>
              </a:xfrm>
              <a:custGeom>
                <a:avLst/>
                <a:gdLst>
                  <a:gd name="T0" fmla="*/ 533 w 34"/>
                  <a:gd name="T1" fmla="*/ 0 h 15"/>
                  <a:gd name="T2" fmla="*/ 270 w 34"/>
                  <a:gd name="T3" fmla="*/ 74 h 15"/>
                  <a:gd name="T4" fmla="*/ 113 w 34"/>
                  <a:gd name="T5" fmla="*/ 133 h 15"/>
                  <a:gd name="T6" fmla="*/ 0 w 34"/>
                  <a:gd name="T7" fmla="*/ 22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5">
                    <a:moveTo>
                      <a:pt x="34" y="0"/>
                    </a:moveTo>
                    <a:cubicBezTo>
                      <a:pt x="30" y="0"/>
                      <a:pt x="22" y="3"/>
                      <a:pt x="17" y="5"/>
                    </a:cubicBezTo>
                    <a:cubicBezTo>
                      <a:pt x="14" y="6"/>
                      <a:pt x="9" y="8"/>
                      <a:pt x="7" y="9"/>
                    </a:cubicBezTo>
                    <a:cubicBezTo>
                      <a:pt x="4" y="11"/>
                      <a:pt x="3" y="14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8" name="Freeform 523">
                <a:extLst>
                  <a:ext uri="{FF2B5EF4-FFF2-40B4-BE49-F238E27FC236}">
                    <a16:creationId xmlns:a16="http://schemas.microsoft.com/office/drawing/2014/main" id="{05123A16-AEC7-49F1-84C6-55E58B6F1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953"/>
                <a:ext cx="33" cy="23"/>
              </a:xfrm>
              <a:custGeom>
                <a:avLst/>
                <a:gdLst>
                  <a:gd name="T0" fmla="*/ 0 w 13"/>
                  <a:gd name="T1" fmla="*/ 20 h 9"/>
                  <a:gd name="T2" fmla="*/ 20 w 13"/>
                  <a:gd name="T3" fmla="*/ 66 h 9"/>
                  <a:gd name="T4" fmla="*/ 33 w 13"/>
                  <a:gd name="T5" fmla="*/ 130 h 9"/>
                  <a:gd name="T6" fmla="*/ 147 w 13"/>
                  <a:gd name="T7" fmla="*/ 130 h 9"/>
                  <a:gd name="T8" fmla="*/ 213 w 13"/>
                  <a:gd name="T9" fmla="*/ 84 h 9"/>
                  <a:gd name="T10" fmla="*/ 213 w 13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5"/>
                      <a:pt x="1" y="7"/>
                      <a:pt x="2" y="8"/>
                    </a:cubicBezTo>
                    <a:cubicBezTo>
                      <a:pt x="3" y="9"/>
                      <a:pt x="7" y="8"/>
                      <a:pt x="9" y="8"/>
                    </a:cubicBezTo>
                    <a:cubicBezTo>
                      <a:pt x="12" y="8"/>
                      <a:pt x="13" y="8"/>
                      <a:pt x="13" y="5"/>
                    </a:cubicBezTo>
                    <a:cubicBezTo>
                      <a:pt x="13" y="4"/>
                      <a:pt x="13" y="2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9" name="Freeform 524">
                <a:extLst>
                  <a:ext uri="{FF2B5EF4-FFF2-40B4-BE49-F238E27FC236}">
                    <a16:creationId xmlns:a16="http://schemas.microsoft.com/office/drawing/2014/main" id="{55B8D115-4C3E-4D1D-B006-FB29654B5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951"/>
                <a:ext cx="32" cy="17"/>
              </a:xfrm>
              <a:custGeom>
                <a:avLst/>
                <a:gdLst>
                  <a:gd name="T0" fmla="*/ 0 w 13"/>
                  <a:gd name="T1" fmla="*/ 87 h 7"/>
                  <a:gd name="T2" fmla="*/ 42 w 13"/>
                  <a:gd name="T3" fmla="*/ 87 h 7"/>
                  <a:gd name="T4" fmla="*/ 133 w 13"/>
                  <a:gd name="T5" fmla="*/ 87 h 7"/>
                  <a:gd name="T6" fmla="*/ 182 w 1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0" y="6"/>
                    </a:moveTo>
                    <a:cubicBezTo>
                      <a:pt x="1" y="7"/>
                      <a:pt x="2" y="7"/>
                      <a:pt x="3" y="6"/>
                    </a:cubicBezTo>
                    <a:cubicBezTo>
                      <a:pt x="5" y="6"/>
                      <a:pt x="7" y="6"/>
                      <a:pt x="9" y="6"/>
                    </a:cubicBezTo>
                    <a:cubicBezTo>
                      <a:pt x="11" y="5"/>
                      <a:pt x="13" y="2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0" name="Freeform 525">
                <a:extLst>
                  <a:ext uri="{FF2B5EF4-FFF2-40B4-BE49-F238E27FC236}">
                    <a16:creationId xmlns:a16="http://schemas.microsoft.com/office/drawing/2014/main" id="{C735E807-D9D3-4B74-9E78-567A1EAF4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976"/>
                <a:ext cx="5" cy="17"/>
              </a:xfrm>
              <a:custGeom>
                <a:avLst/>
                <a:gdLst>
                  <a:gd name="T0" fmla="*/ 0 w 2"/>
                  <a:gd name="T1" fmla="*/ 100 h 7"/>
                  <a:gd name="T2" fmla="*/ 33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0" y="5"/>
                      <a:pt x="0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1" name="Freeform 526">
                <a:extLst>
                  <a:ext uri="{FF2B5EF4-FFF2-40B4-BE49-F238E27FC236}">
                    <a16:creationId xmlns:a16="http://schemas.microsoft.com/office/drawing/2014/main" id="{ED8E5F16-1C80-445D-84E9-C537980C5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971"/>
                <a:ext cx="17" cy="20"/>
              </a:xfrm>
              <a:custGeom>
                <a:avLst/>
                <a:gdLst>
                  <a:gd name="T0" fmla="*/ 0 w 7"/>
                  <a:gd name="T1" fmla="*/ 0 h 8"/>
                  <a:gd name="T2" fmla="*/ 70 w 7"/>
                  <a:gd name="T3" fmla="*/ 33 h 8"/>
                  <a:gd name="T4" fmla="*/ 100 w 7"/>
                  <a:gd name="T5" fmla="*/ 95 h 8"/>
                  <a:gd name="T6" fmla="*/ 100 w 7"/>
                  <a:gd name="T7" fmla="*/ 12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2" y="0"/>
                      <a:pt x="4" y="1"/>
                      <a:pt x="5" y="2"/>
                    </a:cubicBezTo>
                    <a:cubicBezTo>
                      <a:pt x="6" y="3"/>
                      <a:pt x="7" y="5"/>
                      <a:pt x="7" y="6"/>
                    </a:cubicBezTo>
                    <a:cubicBezTo>
                      <a:pt x="7" y="7"/>
                      <a:pt x="7" y="8"/>
                      <a:pt x="7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2" name="Freeform 527">
                <a:extLst>
                  <a:ext uri="{FF2B5EF4-FFF2-40B4-BE49-F238E27FC236}">
                    <a16:creationId xmlns:a16="http://schemas.microsoft.com/office/drawing/2014/main" id="{DB1F8255-8DD9-4345-BAD5-5FF62B92A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966"/>
                <a:ext cx="3" cy="10"/>
              </a:xfrm>
              <a:custGeom>
                <a:avLst/>
                <a:gdLst>
                  <a:gd name="T0" fmla="*/ 0 w 1"/>
                  <a:gd name="T1" fmla="*/ 63 h 4"/>
                  <a:gd name="T2" fmla="*/ 27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3" name="Freeform 528">
                <a:extLst>
                  <a:ext uri="{FF2B5EF4-FFF2-40B4-BE49-F238E27FC236}">
                    <a16:creationId xmlns:a16="http://schemas.microsoft.com/office/drawing/2014/main" id="{C4C10D10-6261-49CC-9A25-D95E96D7E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946"/>
                <a:ext cx="32" cy="17"/>
              </a:xfrm>
              <a:custGeom>
                <a:avLst/>
                <a:gdLst>
                  <a:gd name="T0" fmla="*/ 0 w 13"/>
                  <a:gd name="T1" fmla="*/ 100 h 7"/>
                  <a:gd name="T2" fmla="*/ 0 w 13"/>
                  <a:gd name="T3" fmla="*/ 100 h 7"/>
                  <a:gd name="T4" fmla="*/ 74 w 13"/>
                  <a:gd name="T5" fmla="*/ 100 h 7"/>
                  <a:gd name="T6" fmla="*/ 162 w 13"/>
                  <a:gd name="T7" fmla="*/ 87 h 7"/>
                  <a:gd name="T8" fmla="*/ 182 w 1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7"/>
                      <a:pt x="3" y="7"/>
                      <a:pt x="5" y="7"/>
                    </a:cubicBezTo>
                    <a:cubicBezTo>
                      <a:pt x="7" y="7"/>
                      <a:pt x="9" y="7"/>
                      <a:pt x="11" y="6"/>
                    </a:cubicBezTo>
                    <a:cubicBezTo>
                      <a:pt x="13" y="4"/>
                      <a:pt x="12" y="2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4" name="Freeform 529">
                <a:extLst>
                  <a:ext uri="{FF2B5EF4-FFF2-40B4-BE49-F238E27FC236}">
                    <a16:creationId xmlns:a16="http://schemas.microsoft.com/office/drawing/2014/main" id="{98847F96-D723-48B0-958E-3DECF936E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963"/>
                <a:ext cx="10" cy="23"/>
              </a:xfrm>
              <a:custGeom>
                <a:avLst/>
                <a:gdLst>
                  <a:gd name="T0" fmla="*/ 0 w 4"/>
                  <a:gd name="T1" fmla="*/ 0 h 9"/>
                  <a:gd name="T2" fmla="*/ 63 w 4"/>
                  <a:gd name="T3" fmla="*/ 84 h 9"/>
                  <a:gd name="T4" fmla="*/ 63 w 4"/>
                  <a:gd name="T5" fmla="*/ 15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2" y="2"/>
                      <a:pt x="3" y="2"/>
                      <a:pt x="4" y="5"/>
                    </a:cubicBezTo>
                    <a:cubicBezTo>
                      <a:pt x="4" y="6"/>
                      <a:pt x="4" y="8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5" name="Freeform 530">
                <a:extLst>
                  <a:ext uri="{FF2B5EF4-FFF2-40B4-BE49-F238E27FC236}">
                    <a16:creationId xmlns:a16="http://schemas.microsoft.com/office/drawing/2014/main" id="{FDD2BE6D-AA37-4077-A9B7-FCBC9CBDF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963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6" name="Freeform 531">
                <a:extLst>
                  <a:ext uri="{FF2B5EF4-FFF2-40B4-BE49-F238E27FC236}">
                    <a16:creationId xmlns:a16="http://schemas.microsoft.com/office/drawing/2014/main" id="{F8830535-F5A8-40DD-BBF2-0686DC5DF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941"/>
                <a:ext cx="35" cy="25"/>
              </a:xfrm>
              <a:custGeom>
                <a:avLst/>
                <a:gdLst>
                  <a:gd name="T0" fmla="*/ 0 w 14"/>
                  <a:gd name="T1" fmla="*/ 125 h 10"/>
                  <a:gd name="T2" fmla="*/ 188 w 14"/>
                  <a:gd name="T3" fmla="*/ 113 h 10"/>
                  <a:gd name="T4" fmla="*/ 188 w 1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0" y="8"/>
                    </a:moveTo>
                    <a:cubicBezTo>
                      <a:pt x="4" y="8"/>
                      <a:pt x="8" y="10"/>
                      <a:pt x="12" y="7"/>
                    </a:cubicBezTo>
                    <a:cubicBezTo>
                      <a:pt x="14" y="5"/>
                      <a:pt x="12" y="2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7" name="Freeform 532">
                <a:extLst>
                  <a:ext uri="{FF2B5EF4-FFF2-40B4-BE49-F238E27FC236}">
                    <a16:creationId xmlns:a16="http://schemas.microsoft.com/office/drawing/2014/main" id="{21F36FA2-358D-4230-900E-C5762E494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933"/>
                <a:ext cx="30" cy="25"/>
              </a:xfrm>
              <a:custGeom>
                <a:avLst/>
                <a:gdLst>
                  <a:gd name="T0" fmla="*/ 0 w 12"/>
                  <a:gd name="T1" fmla="*/ 158 h 10"/>
                  <a:gd name="T2" fmla="*/ 95 w 12"/>
                  <a:gd name="T3" fmla="*/ 125 h 10"/>
                  <a:gd name="T4" fmla="*/ 175 w 12"/>
                  <a:gd name="T5" fmla="*/ 113 h 10"/>
                  <a:gd name="T6" fmla="*/ 158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2" y="9"/>
                      <a:pt x="4" y="9"/>
                      <a:pt x="6" y="8"/>
                    </a:cubicBezTo>
                    <a:cubicBezTo>
                      <a:pt x="7" y="8"/>
                      <a:pt x="10" y="8"/>
                      <a:pt x="11" y="7"/>
                    </a:cubicBezTo>
                    <a:cubicBezTo>
                      <a:pt x="12" y="6"/>
                      <a:pt x="10" y="2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8" name="Freeform 533">
                <a:extLst>
                  <a:ext uri="{FF2B5EF4-FFF2-40B4-BE49-F238E27FC236}">
                    <a16:creationId xmlns:a16="http://schemas.microsoft.com/office/drawing/2014/main" id="{D93220C6-3A98-47BC-B491-12E164FE6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963"/>
                <a:ext cx="5" cy="20"/>
              </a:xfrm>
              <a:custGeom>
                <a:avLst/>
                <a:gdLst>
                  <a:gd name="T0" fmla="*/ 0 w 2"/>
                  <a:gd name="T1" fmla="*/ 0 h 8"/>
                  <a:gd name="T2" fmla="*/ 33 w 2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1" y="2"/>
                      <a:pt x="2" y="6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9" name="Freeform 534">
                <a:extLst>
                  <a:ext uri="{FF2B5EF4-FFF2-40B4-BE49-F238E27FC236}">
                    <a16:creationId xmlns:a16="http://schemas.microsoft.com/office/drawing/2014/main" id="{C194E91F-3878-46CA-A701-C0A871D19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961"/>
                <a:ext cx="3" cy="10"/>
              </a:xfrm>
              <a:custGeom>
                <a:avLst/>
                <a:gdLst>
                  <a:gd name="T0" fmla="*/ 27 w 1"/>
                  <a:gd name="T1" fmla="*/ 63 h 4"/>
                  <a:gd name="T2" fmla="*/ 27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0" name="Freeform 535">
                <a:extLst>
                  <a:ext uri="{FF2B5EF4-FFF2-40B4-BE49-F238E27FC236}">
                    <a16:creationId xmlns:a16="http://schemas.microsoft.com/office/drawing/2014/main" id="{605D939F-858C-4209-92EF-69191834F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956"/>
                <a:ext cx="8" cy="20"/>
              </a:xfrm>
              <a:custGeom>
                <a:avLst/>
                <a:gdLst>
                  <a:gd name="T0" fmla="*/ 0 w 3"/>
                  <a:gd name="T1" fmla="*/ 0 h 8"/>
                  <a:gd name="T2" fmla="*/ 35 w 3"/>
                  <a:gd name="T3" fmla="*/ 63 h 8"/>
                  <a:gd name="T4" fmla="*/ 56 w 3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1" y="1"/>
                      <a:pt x="2" y="2"/>
                      <a:pt x="2" y="4"/>
                    </a:cubicBezTo>
                    <a:cubicBezTo>
                      <a:pt x="2" y="5"/>
                      <a:pt x="2" y="8"/>
                      <a:pt x="3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1" name="Freeform 536">
                <a:extLst>
                  <a:ext uri="{FF2B5EF4-FFF2-40B4-BE49-F238E27FC236}">
                    <a16:creationId xmlns:a16="http://schemas.microsoft.com/office/drawing/2014/main" id="{CC2015F9-4D3D-4413-A6B5-9F61B4034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953"/>
                <a:ext cx="5" cy="10"/>
              </a:xfrm>
              <a:custGeom>
                <a:avLst/>
                <a:gdLst>
                  <a:gd name="T0" fmla="*/ 0 w 2"/>
                  <a:gd name="T1" fmla="*/ 6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2" name="Freeform 537">
                <a:extLst>
                  <a:ext uri="{FF2B5EF4-FFF2-40B4-BE49-F238E27FC236}">
                    <a16:creationId xmlns:a16="http://schemas.microsoft.com/office/drawing/2014/main" id="{4B3567EE-6B01-45A7-874C-A9E8B8EA8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946"/>
                <a:ext cx="22" cy="20"/>
              </a:xfrm>
              <a:custGeom>
                <a:avLst/>
                <a:gdLst>
                  <a:gd name="T0" fmla="*/ 0 w 9"/>
                  <a:gd name="T1" fmla="*/ 33 h 8"/>
                  <a:gd name="T2" fmla="*/ 90 w 9"/>
                  <a:gd name="T3" fmla="*/ 33 h 8"/>
                  <a:gd name="T4" fmla="*/ 132 w 9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2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8" y="4"/>
                      <a:pt x="8" y="6"/>
                      <a:pt x="9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3" name="Freeform 538">
                <a:extLst>
                  <a:ext uri="{FF2B5EF4-FFF2-40B4-BE49-F238E27FC236}">
                    <a16:creationId xmlns:a16="http://schemas.microsoft.com/office/drawing/2014/main" id="{19A58CFF-E664-451E-98BF-94AA5E513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929"/>
                <a:ext cx="10" cy="19"/>
              </a:xfrm>
              <a:custGeom>
                <a:avLst/>
                <a:gdLst>
                  <a:gd name="T0" fmla="*/ 0 w 4"/>
                  <a:gd name="T1" fmla="*/ 107 h 8"/>
                  <a:gd name="T2" fmla="*/ 20 w 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4" y="7"/>
                      <a:pt x="3" y="3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4" name="Freeform 539">
                <a:extLst>
                  <a:ext uri="{FF2B5EF4-FFF2-40B4-BE49-F238E27FC236}">
                    <a16:creationId xmlns:a16="http://schemas.microsoft.com/office/drawing/2014/main" id="{0A5803DD-E307-4889-8168-18D1A0894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933"/>
                <a:ext cx="20" cy="25"/>
              </a:xfrm>
              <a:custGeom>
                <a:avLst/>
                <a:gdLst>
                  <a:gd name="T0" fmla="*/ 20 w 8"/>
                  <a:gd name="T1" fmla="*/ 20 h 10"/>
                  <a:gd name="T2" fmla="*/ 95 w 8"/>
                  <a:gd name="T3" fmla="*/ 20 h 10"/>
                  <a:gd name="T4" fmla="*/ 125 w 8"/>
                  <a:gd name="T5" fmla="*/ 95 h 10"/>
                  <a:gd name="T6" fmla="*/ 83 w 8"/>
                  <a:gd name="T7" fmla="*/ 125 h 10"/>
                  <a:gd name="T8" fmla="*/ 0 w 8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1"/>
                      <a:pt x="8" y="5"/>
                      <a:pt x="8" y="6"/>
                    </a:cubicBezTo>
                    <a:cubicBezTo>
                      <a:pt x="8" y="8"/>
                      <a:pt x="6" y="8"/>
                      <a:pt x="5" y="8"/>
                    </a:cubicBezTo>
                    <a:cubicBezTo>
                      <a:pt x="3" y="9"/>
                      <a:pt x="2" y="10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5" name="Freeform 540">
                <a:extLst>
                  <a:ext uri="{FF2B5EF4-FFF2-40B4-BE49-F238E27FC236}">
                    <a16:creationId xmlns:a16="http://schemas.microsoft.com/office/drawing/2014/main" id="{278F789C-EB10-46B3-9992-3A173579B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51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6" name="Freeform 541">
                <a:extLst>
                  <a:ext uri="{FF2B5EF4-FFF2-40B4-BE49-F238E27FC236}">
                    <a16:creationId xmlns:a16="http://schemas.microsoft.com/office/drawing/2014/main" id="{AF5B3B43-9EB0-4EE4-9ED9-B14F52494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924"/>
                <a:ext cx="3" cy="12"/>
              </a:xfrm>
              <a:custGeom>
                <a:avLst/>
                <a:gdLst>
                  <a:gd name="T0" fmla="*/ 0 w 1"/>
                  <a:gd name="T1" fmla="*/ 70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7" name="Freeform 542">
                <a:extLst>
                  <a:ext uri="{FF2B5EF4-FFF2-40B4-BE49-F238E27FC236}">
                    <a16:creationId xmlns:a16="http://schemas.microsoft.com/office/drawing/2014/main" id="{1290C0F6-EAAE-4B23-8E25-D90A4B4C8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21"/>
                <a:ext cx="25" cy="27"/>
              </a:xfrm>
              <a:custGeom>
                <a:avLst/>
                <a:gdLst>
                  <a:gd name="T0" fmla="*/ 0 w 10"/>
                  <a:gd name="T1" fmla="*/ 29 h 11"/>
                  <a:gd name="T2" fmla="*/ 95 w 10"/>
                  <a:gd name="T3" fmla="*/ 12 h 11"/>
                  <a:gd name="T4" fmla="*/ 158 w 10"/>
                  <a:gd name="T5" fmla="*/ 91 h 11"/>
                  <a:gd name="T6" fmla="*/ 95 w 10"/>
                  <a:gd name="T7" fmla="*/ 133 h 11"/>
                  <a:gd name="T8" fmla="*/ 20 w 10"/>
                  <a:gd name="T9" fmla="*/ 16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2"/>
                    </a:moveTo>
                    <a:cubicBezTo>
                      <a:pt x="1" y="2"/>
                      <a:pt x="4" y="0"/>
                      <a:pt x="6" y="1"/>
                    </a:cubicBezTo>
                    <a:cubicBezTo>
                      <a:pt x="7" y="1"/>
                      <a:pt x="10" y="5"/>
                      <a:pt x="10" y="6"/>
                    </a:cubicBezTo>
                    <a:cubicBezTo>
                      <a:pt x="10" y="8"/>
                      <a:pt x="8" y="9"/>
                      <a:pt x="6" y="9"/>
                    </a:cubicBezTo>
                    <a:cubicBezTo>
                      <a:pt x="5" y="10"/>
                      <a:pt x="2" y="11"/>
                      <a:pt x="1" y="1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8" name="Freeform 543">
                <a:extLst>
                  <a:ext uri="{FF2B5EF4-FFF2-40B4-BE49-F238E27FC236}">
                    <a16:creationId xmlns:a16="http://schemas.microsoft.com/office/drawing/2014/main" id="{430A36FD-326D-4834-AE27-4E846E097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914"/>
                <a:ext cx="1" cy="10"/>
              </a:xfrm>
              <a:custGeom>
                <a:avLst/>
                <a:gdLst>
                  <a:gd name="T0" fmla="*/ 0 w 1"/>
                  <a:gd name="T1" fmla="*/ 63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9" name="Freeform 544">
                <a:extLst>
                  <a:ext uri="{FF2B5EF4-FFF2-40B4-BE49-F238E27FC236}">
                    <a16:creationId xmlns:a16="http://schemas.microsoft.com/office/drawing/2014/main" id="{068ACB06-3000-439B-BD7D-BE3726422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936"/>
                <a:ext cx="10" cy="7"/>
              </a:xfrm>
              <a:custGeom>
                <a:avLst/>
                <a:gdLst>
                  <a:gd name="T0" fmla="*/ 0 w 4"/>
                  <a:gd name="T1" fmla="*/ 28 h 3"/>
                  <a:gd name="T2" fmla="*/ 63 w 4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0"/>
                      <a:pt x="4" y="2"/>
                      <a:pt x="4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0" name="Freeform 545">
                <a:extLst>
                  <a:ext uri="{FF2B5EF4-FFF2-40B4-BE49-F238E27FC236}">
                    <a16:creationId xmlns:a16="http://schemas.microsoft.com/office/drawing/2014/main" id="{463170F7-6D78-4735-9C80-B1FB3BAE1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906"/>
                <a:ext cx="23" cy="25"/>
              </a:xfrm>
              <a:custGeom>
                <a:avLst/>
                <a:gdLst>
                  <a:gd name="T0" fmla="*/ 0 w 9"/>
                  <a:gd name="T1" fmla="*/ 158 h 10"/>
                  <a:gd name="T2" fmla="*/ 118 w 9"/>
                  <a:gd name="T3" fmla="*/ 113 h 10"/>
                  <a:gd name="T4" fmla="*/ 118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2" y="9"/>
                      <a:pt x="6" y="9"/>
                      <a:pt x="7" y="7"/>
                    </a:cubicBezTo>
                    <a:cubicBezTo>
                      <a:pt x="9" y="4"/>
                      <a:pt x="7" y="2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1" name="Freeform 546">
                <a:extLst>
                  <a:ext uri="{FF2B5EF4-FFF2-40B4-BE49-F238E27FC236}">
                    <a16:creationId xmlns:a16="http://schemas.microsoft.com/office/drawing/2014/main" id="{CAC26DAC-4731-4E44-9521-E2AEB82A0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921"/>
                <a:ext cx="13" cy="15"/>
              </a:xfrm>
              <a:custGeom>
                <a:avLst/>
                <a:gdLst>
                  <a:gd name="T0" fmla="*/ 0 w 5"/>
                  <a:gd name="T1" fmla="*/ 0 h 6"/>
                  <a:gd name="T2" fmla="*/ 88 w 5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3" y="0"/>
                      <a:pt x="5" y="3"/>
                      <a:pt x="5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2" name="Freeform 547">
                <a:extLst>
                  <a:ext uri="{FF2B5EF4-FFF2-40B4-BE49-F238E27FC236}">
                    <a16:creationId xmlns:a16="http://schemas.microsoft.com/office/drawing/2014/main" id="{36D68192-E843-48B3-820E-DAFD141F1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931"/>
                <a:ext cx="3" cy="7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0"/>
                      <a:pt x="0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3" name="Freeform 548">
                <a:extLst>
                  <a:ext uri="{FF2B5EF4-FFF2-40B4-BE49-F238E27FC236}">
                    <a16:creationId xmlns:a16="http://schemas.microsoft.com/office/drawing/2014/main" id="{81D26A79-108E-4F53-8410-7038315BA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894"/>
                <a:ext cx="20" cy="27"/>
              </a:xfrm>
              <a:custGeom>
                <a:avLst/>
                <a:gdLst>
                  <a:gd name="T0" fmla="*/ 0 w 8"/>
                  <a:gd name="T1" fmla="*/ 162 h 11"/>
                  <a:gd name="T2" fmla="*/ 50 w 8"/>
                  <a:gd name="T3" fmla="*/ 133 h 11"/>
                  <a:gd name="T4" fmla="*/ 95 w 8"/>
                  <a:gd name="T5" fmla="*/ 103 h 11"/>
                  <a:gd name="T6" fmla="*/ 83 w 8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4" y="8"/>
                      <a:pt x="6" y="8"/>
                      <a:pt x="6" y="7"/>
                    </a:cubicBezTo>
                    <a:cubicBezTo>
                      <a:pt x="8" y="5"/>
                      <a:pt x="6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4" name="Freeform 549">
                <a:extLst>
                  <a:ext uri="{FF2B5EF4-FFF2-40B4-BE49-F238E27FC236}">
                    <a16:creationId xmlns:a16="http://schemas.microsoft.com/office/drawing/2014/main" id="{61694265-4B30-47F1-855C-EBFC3F55F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906"/>
                <a:ext cx="12" cy="20"/>
              </a:xfrm>
              <a:custGeom>
                <a:avLst/>
                <a:gdLst>
                  <a:gd name="T0" fmla="*/ 0 w 5"/>
                  <a:gd name="T1" fmla="*/ 33 h 8"/>
                  <a:gd name="T2" fmla="*/ 70 w 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2"/>
                    </a:moveTo>
                    <a:cubicBezTo>
                      <a:pt x="3" y="0"/>
                      <a:pt x="5" y="6"/>
                      <a:pt x="5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5" name="Freeform 550">
                <a:extLst>
                  <a:ext uri="{FF2B5EF4-FFF2-40B4-BE49-F238E27FC236}">
                    <a16:creationId xmlns:a16="http://schemas.microsoft.com/office/drawing/2014/main" id="{C86769FD-4092-4151-9650-1699F997F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899"/>
                <a:ext cx="28" cy="12"/>
              </a:xfrm>
              <a:custGeom>
                <a:avLst/>
                <a:gdLst>
                  <a:gd name="T0" fmla="*/ 0 w 11"/>
                  <a:gd name="T1" fmla="*/ 58 h 5"/>
                  <a:gd name="T2" fmla="*/ 117 w 11"/>
                  <a:gd name="T3" fmla="*/ 12 h 5"/>
                  <a:gd name="T4" fmla="*/ 163 w 11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0" y="4"/>
                    </a:moveTo>
                    <a:cubicBezTo>
                      <a:pt x="2" y="3"/>
                      <a:pt x="4" y="0"/>
                      <a:pt x="7" y="1"/>
                    </a:cubicBezTo>
                    <a:cubicBezTo>
                      <a:pt x="8" y="1"/>
                      <a:pt x="11" y="4"/>
                      <a:pt x="1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6" name="Freeform 551">
                <a:extLst>
                  <a:ext uri="{FF2B5EF4-FFF2-40B4-BE49-F238E27FC236}">
                    <a16:creationId xmlns:a16="http://schemas.microsoft.com/office/drawing/2014/main" id="{B94131CB-F136-4931-AB9C-A96B96ACB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886"/>
                <a:ext cx="27" cy="13"/>
              </a:xfrm>
              <a:custGeom>
                <a:avLst/>
                <a:gdLst>
                  <a:gd name="T0" fmla="*/ 0 w 11"/>
                  <a:gd name="T1" fmla="*/ 88 h 5"/>
                  <a:gd name="T2" fmla="*/ 103 w 11"/>
                  <a:gd name="T3" fmla="*/ 0 h 5"/>
                  <a:gd name="T4" fmla="*/ 162 w 11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0" y="5"/>
                    </a:moveTo>
                    <a:cubicBezTo>
                      <a:pt x="2" y="4"/>
                      <a:pt x="3" y="1"/>
                      <a:pt x="7" y="0"/>
                    </a:cubicBezTo>
                    <a:cubicBezTo>
                      <a:pt x="9" y="0"/>
                      <a:pt x="10" y="3"/>
                      <a:pt x="11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7" name="Freeform 552">
                <a:extLst>
                  <a:ext uri="{FF2B5EF4-FFF2-40B4-BE49-F238E27FC236}">
                    <a16:creationId xmlns:a16="http://schemas.microsoft.com/office/drawing/2014/main" id="{F7BDF951-10B9-43F9-BF1D-605492940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879"/>
                <a:ext cx="8" cy="17"/>
              </a:xfrm>
              <a:custGeom>
                <a:avLst/>
                <a:gdLst>
                  <a:gd name="T0" fmla="*/ 35 w 3"/>
                  <a:gd name="T1" fmla="*/ 100 h 7"/>
                  <a:gd name="T2" fmla="*/ 0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2" y="7"/>
                    </a:moveTo>
                    <a:cubicBezTo>
                      <a:pt x="3" y="5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8" name="Freeform 553">
                <a:extLst>
                  <a:ext uri="{FF2B5EF4-FFF2-40B4-BE49-F238E27FC236}">
                    <a16:creationId xmlns:a16="http://schemas.microsoft.com/office/drawing/2014/main" id="{3B17BC4D-996C-43A8-9FCA-20AD10305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901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9" name="Freeform 554">
                <a:extLst>
                  <a:ext uri="{FF2B5EF4-FFF2-40B4-BE49-F238E27FC236}">
                    <a16:creationId xmlns:a16="http://schemas.microsoft.com/office/drawing/2014/main" id="{D69097A4-2A5B-43AB-BEB4-2F67D1D8F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953"/>
                <a:ext cx="33" cy="23"/>
              </a:xfrm>
              <a:custGeom>
                <a:avLst/>
                <a:gdLst>
                  <a:gd name="T0" fmla="*/ 213 w 13"/>
                  <a:gd name="T1" fmla="*/ 20 h 9"/>
                  <a:gd name="T2" fmla="*/ 193 w 13"/>
                  <a:gd name="T3" fmla="*/ 51 h 9"/>
                  <a:gd name="T4" fmla="*/ 180 w 13"/>
                  <a:gd name="T5" fmla="*/ 130 h 9"/>
                  <a:gd name="T6" fmla="*/ 63 w 13"/>
                  <a:gd name="T7" fmla="*/ 130 h 9"/>
                  <a:gd name="T8" fmla="*/ 0 w 13"/>
                  <a:gd name="T9" fmla="*/ 84 h 9"/>
                  <a:gd name="T10" fmla="*/ 0 w 13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13" y="1"/>
                    </a:moveTo>
                    <a:cubicBezTo>
                      <a:pt x="13" y="1"/>
                      <a:pt x="13" y="3"/>
                      <a:pt x="12" y="3"/>
                    </a:cubicBezTo>
                    <a:cubicBezTo>
                      <a:pt x="12" y="5"/>
                      <a:pt x="12" y="7"/>
                      <a:pt x="11" y="8"/>
                    </a:cubicBezTo>
                    <a:cubicBezTo>
                      <a:pt x="10" y="9"/>
                      <a:pt x="6" y="8"/>
                      <a:pt x="4" y="8"/>
                    </a:cubicBezTo>
                    <a:cubicBezTo>
                      <a:pt x="1" y="8"/>
                      <a:pt x="0" y="8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0" name="Freeform 555">
                <a:extLst>
                  <a:ext uri="{FF2B5EF4-FFF2-40B4-BE49-F238E27FC236}">
                    <a16:creationId xmlns:a16="http://schemas.microsoft.com/office/drawing/2014/main" id="{8978F0F7-A6F7-4FF4-B429-4B8C66A9C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948"/>
                <a:ext cx="32" cy="20"/>
              </a:xfrm>
              <a:custGeom>
                <a:avLst/>
                <a:gdLst>
                  <a:gd name="T0" fmla="*/ 194 w 13"/>
                  <a:gd name="T1" fmla="*/ 113 h 8"/>
                  <a:gd name="T2" fmla="*/ 153 w 13"/>
                  <a:gd name="T3" fmla="*/ 113 h 8"/>
                  <a:gd name="T4" fmla="*/ 62 w 13"/>
                  <a:gd name="T5" fmla="*/ 95 h 8"/>
                  <a:gd name="T6" fmla="*/ 12 w 13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13" y="7"/>
                    </a:moveTo>
                    <a:cubicBezTo>
                      <a:pt x="12" y="8"/>
                      <a:pt x="11" y="7"/>
                      <a:pt x="10" y="7"/>
                    </a:cubicBezTo>
                    <a:cubicBezTo>
                      <a:pt x="8" y="7"/>
                      <a:pt x="6" y="7"/>
                      <a:pt x="4" y="6"/>
                    </a:cubicBezTo>
                    <a:cubicBezTo>
                      <a:pt x="2" y="5"/>
                      <a:pt x="0" y="3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1" name="Freeform 556">
                <a:extLst>
                  <a:ext uri="{FF2B5EF4-FFF2-40B4-BE49-F238E27FC236}">
                    <a16:creationId xmlns:a16="http://schemas.microsoft.com/office/drawing/2014/main" id="{E2E2257A-24EE-46A6-82B0-4CF7D579C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973"/>
                <a:ext cx="5" cy="20"/>
              </a:xfrm>
              <a:custGeom>
                <a:avLst/>
                <a:gdLst>
                  <a:gd name="T0" fmla="*/ 33 w 2"/>
                  <a:gd name="T1" fmla="*/ 125 h 8"/>
                  <a:gd name="T2" fmla="*/ 0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8"/>
                    </a:moveTo>
                    <a:cubicBezTo>
                      <a:pt x="2" y="6"/>
                      <a:pt x="2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2" name="Freeform 557">
                <a:extLst>
                  <a:ext uri="{FF2B5EF4-FFF2-40B4-BE49-F238E27FC236}">
                    <a16:creationId xmlns:a16="http://schemas.microsoft.com/office/drawing/2014/main" id="{1B4424DC-B877-4E96-A11B-8D58CAE9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971"/>
                <a:ext cx="17" cy="20"/>
              </a:xfrm>
              <a:custGeom>
                <a:avLst/>
                <a:gdLst>
                  <a:gd name="T0" fmla="*/ 100 w 7"/>
                  <a:gd name="T1" fmla="*/ 0 h 8"/>
                  <a:gd name="T2" fmla="*/ 29 w 7"/>
                  <a:gd name="T3" fmla="*/ 33 h 8"/>
                  <a:gd name="T4" fmla="*/ 0 w 7"/>
                  <a:gd name="T5" fmla="*/ 83 h 8"/>
                  <a:gd name="T6" fmla="*/ 0 w 7"/>
                  <a:gd name="T7" fmla="*/ 12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5" y="0"/>
                      <a:pt x="3" y="0"/>
                      <a:pt x="2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0" y="7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3" name="Freeform 558">
                <a:extLst>
                  <a:ext uri="{FF2B5EF4-FFF2-40B4-BE49-F238E27FC236}">
                    <a16:creationId xmlns:a16="http://schemas.microsoft.com/office/drawing/2014/main" id="{E86B7B1F-3CB5-4B18-AD6A-DC378F6C4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2966"/>
                <a:ext cx="3" cy="7"/>
              </a:xfrm>
              <a:custGeom>
                <a:avLst/>
                <a:gdLst>
                  <a:gd name="T0" fmla="*/ 27 w 1"/>
                  <a:gd name="T1" fmla="*/ 3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4" name="Freeform 559">
                <a:extLst>
                  <a:ext uri="{FF2B5EF4-FFF2-40B4-BE49-F238E27FC236}">
                    <a16:creationId xmlns:a16="http://schemas.microsoft.com/office/drawing/2014/main" id="{55AA5E06-DE28-48AD-9436-04E92C673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946"/>
                <a:ext cx="32" cy="17"/>
              </a:xfrm>
              <a:custGeom>
                <a:avLst/>
                <a:gdLst>
                  <a:gd name="T0" fmla="*/ 194 w 13"/>
                  <a:gd name="T1" fmla="*/ 100 h 7"/>
                  <a:gd name="T2" fmla="*/ 194 w 13"/>
                  <a:gd name="T3" fmla="*/ 100 h 7"/>
                  <a:gd name="T4" fmla="*/ 121 w 13"/>
                  <a:gd name="T5" fmla="*/ 100 h 7"/>
                  <a:gd name="T6" fmla="*/ 30 w 13"/>
                  <a:gd name="T7" fmla="*/ 70 h 7"/>
                  <a:gd name="T8" fmla="*/ 12 w 1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1" y="7"/>
                      <a:pt x="10" y="7"/>
                      <a:pt x="8" y="7"/>
                    </a:cubicBezTo>
                    <a:cubicBezTo>
                      <a:pt x="6" y="7"/>
                      <a:pt x="4" y="7"/>
                      <a:pt x="2" y="5"/>
                    </a:cubicBez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5" name="Freeform 560">
                <a:extLst>
                  <a:ext uri="{FF2B5EF4-FFF2-40B4-BE49-F238E27FC236}">
                    <a16:creationId xmlns:a16="http://schemas.microsoft.com/office/drawing/2014/main" id="{2246A0D5-8425-4A35-90A8-889F0E6DF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963"/>
                <a:ext cx="12" cy="23"/>
              </a:xfrm>
              <a:custGeom>
                <a:avLst/>
                <a:gdLst>
                  <a:gd name="T0" fmla="*/ 70 w 5"/>
                  <a:gd name="T1" fmla="*/ 0 h 9"/>
                  <a:gd name="T2" fmla="*/ 12 w 5"/>
                  <a:gd name="T3" fmla="*/ 66 h 9"/>
                  <a:gd name="T4" fmla="*/ 12 w 5"/>
                  <a:gd name="T5" fmla="*/ 15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3" y="1"/>
                      <a:pt x="2" y="2"/>
                      <a:pt x="1" y="4"/>
                    </a:cubicBezTo>
                    <a:cubicBezTo>
                      <a:pt x="1" y="6"/>
                      <a:pt x="0" y="8"/>
                      <a:pt x="1" y="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6" name="Freeform 561">
                <a:extLst>
                  <a:ext uri="{FF2B5EF4-FFF2-40B4-BE49-F238E27FC236}">
                    <a16:creationId xmlns:a16="http://schemas.microsoft.com/office/drawing/2014/main" id="{FFD6FC4D-B12C-4665-88C2-4C5BA7CB6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961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7" name="Freeform 562">
                <a:extLst>
                  <a:ext uri="{FF2B5EF4-FFF2-40B4-BE49-F238E27FC236}">
                    <a16:creationId xmlns:a16="http://schemas.microsoft.com/office/drawing/2014/main" id="{BBD03654-C6C6-4E1A-8BCD-B20A5CBF1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938"/>
                <a:ext cx="35" cy="25"/>
              </a:xfrm>
              <a:custGeom>
                <a:avLst/>
                <a:gdLst>
                  <a:gd name="T0" fmla="*/ 220 w 14"/>
                  <a:gd name="T1" fmla="*/ 145 h 10"/>
                  <a:gd name="T2" fmla="*/ 33 w 14"/>
                  <a:gd name="T3" fmla="*/ 125 h 10"/>
                  <a:gd name="T4" fmla="*/ 33 w 1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9"/>
                    </a:moveTo>
                    <a:cubicBezTo>
                      <a:pt x="10" y="9"/>
                      <a:pt x="6" y="10"/>
                      <a:pt x="2" y="8"/>
                    </a:cubicBezTo>
                    <a:cubicBezTo>
                      <a:pt x="0" y="6"/>
                      <a:pt x="2" y="3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8" name="Freeform 563">
                <a:extLst>
                  <a:ext uri="{FF2B5EF4-FFF2-40B4-BE49-F238E27FC236}">
                    <a16:creationId xmlns:a16="http://schemas.microsoft.com/office/drawing/2014/main" id="{5DE29181-3C5B-493F-8D73-E23940591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933"/>
                <a:ext cx="30" cy="23"/>
              </a:xfrm>
              <a:custGeom>
                <a:avLst/>
                <a:gdLst>
                  <a:gd name="T0" fmla="*/ 188 w 12"/>
                  <a:gd name="T1" fmla="*/ 151 h 9"/>
                  <a:gd name="T2" fmla="*/ 95 w 12"/>
                  <a:gd name="T3" fmla="*/ 130 h 9"/>
                  <a:gd name="T4" fmla="*/ 20 w 12"/>
                  <a:gd name="T5" fmla="*/ 97 h 9"/>
                  <a:gd name="T6" fmla="*/ 33 w 1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cubicBezTo>
                      <a:pt x="10" y="9"/>
                      <a:pt x="8" y="8"/>
                      <a:pt x="6" y="8"/>
                    </a:cubicBezTo>
                    <a:cubicBezTo>
                      <a:pt x="5" y="7"/>
                      <a:pt x="2" y="7"/>
                      <a:pt x="1" y="6"/>
                    </a:cubicBezTo>
                    <a:cubicBezTo>
                      <a:pt x="0" y="5"/>
                      <a:pt x="2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9" name="Freeform 564">
                <a:extLst>
                  <a:ext uri="{FF2B5EF4-FFF2-40B4-BE49-F238E27FC236}">
                    <a16:creationId xmlns:a16="http://schemas.microsoft.com/office/drawing/2014/main" id="{BF5A63DF-E3F8-4AC6-9317-46BE508BE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961"/>
                <a:ext cx="5" cy="20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2"/>
                      <a:pt x="0" y="6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0" name="Freeform 565">
                <a:extLst>
                  <a:ext uri="{FF2B5EF4-FFF2-40B4-BE49-F238E27FC236}">
                    <a16:creationId xmlns:a16="http://schemas.microsoft.com/office/drawing/2014/main" id="{F2844BA0-8336-430B-BD18-528FBAF6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961"/>
                <a:ext cx="3" cy="10"/>
              </a:xfrm>
              <a:custGeom>
                <a:avLst/>
                <a:gdLst>
                  <a:gd name="T0" fmla="*/ 0 w 1"/>
                  <a:gd name="T1" fmla="*/ 63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1" name="Freeform 566">
                <a:extLst>
                  <a:ext uri="{FF2B5EF4-FFF2-40B4-BE49-F238E27FC236}">
                    <a16:creationId xmlns:a16="http://schemas.microsoft.com/office/drawing/2014/main" id="{839196B6-C3FB-4569-A6DD-5064B8D6C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953"/>
                <a:ext cx="8" cy="20"/>
              </a:xfrm>
              <a:custGeom>
                <a:avLst/>
                <a:gdLst>
                  <a:gd name="T0" fmla="*/ 56 w 3"/>
                  <a:gd name="T1" fmla="*/ 0 h 8"/>
                  <a:gd name="T2" fmla="*/ 21 w 3"/>
                  <a:gd name="T3" fmla="*/ 83 h 8"/>
                  <a:gd name="T4" fmla="*/ 0 w 3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1"/>
                      <a:pt x="1" y="3"/>
                      <a:pt x="1" y="5"/>
                    </a:cubicBezTo>
                    <a:cubicBezTo>
                      <a:pt x="1" y="5"/>
                      <a:pt x="1" y="8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2" name="Freeform 567">
                <a:extLst>
                  <a:ext uri="{FF2B5EF4-FFF2-40B4-BE49-F238E27FC236}">
                    <a16:creationId xmlns:a16="http://schemas.microsoft.com/office/drawing/2014/main" id="{52238A17-F641-4E7B-974E-3B64DDABB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953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3" name="Freeform 568">
                <a:extLst>
                  <a:ext uri="{FF2B5EF4-FFF2-40B4-BE49-F238E27FC236}">
                    <a16:creationId xmlns:a16="http://schemas.microsoft.com/office/drawing/2014/main" id="{CEE2D6FC-AD3D-45E5-B972-C05339F1F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946"/>
                <a:ext cx="22" cy="17"/>
              </a:xfrm>
              <a:custGeom>
                <a:avLst/>
                <a:gdLst>
                  <a:gd name="T0" fmla="*/ 132 w 9"/>
                  <a:gd name="T1" fmla="*/ 12 h 7"/>
                  <a:gd name="T2" fmla="*/ 42 w 9"/>
                  <a:gd name="T3" fmla="*/ 12 h 7"/>
                  <a:gd name="T4" fmla="*/ 0 w 9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7" y="0"/>
                      <a:pt x="5" y="0"/>
                      <a:pt x="3" y="1"/>
                    </a:cubicBez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4" name="Freeform 569">
                <a:extLst>
                  <a:ext uri="{FF2B5EF4-FFF2-40B4-BE49-F238E27FC236}">
                    <a16:creationId xmlns:a16="http://schemas.microsoft.com/office/drawing/2014/main" id="{28344907-DCF4-4CED-A28A-95461C994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926"/>
                <a:ext cx="10" cy="20"/>
              </a:xfrm>
              <a:custGeom>
                <a:avLst/>
                <a:gdLst>
                  <a:gd name="T0" fmla="*/ 63 w 4"/>
                  <a:gd name="T1" fmla="*/ 125 h 8"/>
                  <a:gd name="T2" fmla="*/ 50 w 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8"/>
                    </a:moveTo>
                    <a:cubicBezTo>
                      <a:pt x="0" y="7"/>
                      <a:pt x="1" y="3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5" name="Freeform 570">
                <a:extLst>
                  <a:ext uri="{FF2B5EF4-FFF2-40B4-BE49-F238E27FC236}">
                    <a16:creationId xmlns:a16="http://schemas.microsoft.com/office/drawing/2014/main" id="{54AB1DD9-3221-4569-BA94-DE55BEFF8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931"/>
                <a:ext cx="20" cy="25"/>
              </a:xfrm>
              <a:custGeom>
                <a:avLst/>
                <a:gdLst>
                  <a:gd name="T0" fmla="*/ 113 w 8"/>
                  <a:gd name="T1" fmla="*/ 20 h 10"/>
                  <a:gd name="T2" fmla="*/ 33 w 8"/>
                  <a:gd name="T3" fmla="*/ 20 h 10"/>
                  <a:gd name="T4" fmla="*/ 0 w 8"/>
                  <a:gd name="T5" fmla="*/ 95 h 10"/>
                  <a:gd name="T6" fmla="*/ 50 w 8"/>
                  <a:gd name="T7" fmla="*/ 125 h 10"/>
                  <a:gd name="T8" fmla="*/ 125 w 8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7" y="1"/>
                    </a:moveTo>
                    <a:cubicBezTo>
                      <a:pt x="5" y="1"/>
                      <a:pt x="3" y="0"/>
                      <a:pt x="2" y="1"/>
                    </a:cubicBezTo>
                    <a:cubicBezTo>
                      <a:pt x="1" y="2"/>
                      <a:pt x="0" y="5"/>
                      <a:pt x="0" y="6"/>
                    </a:cubicBezTo>
                    <a:cubicBezTo>
                      <a:pt x="0" y="8"/>
                      <a:pt x="2" y="8"/>
                      <a:pt x="3" y="8"/>
                    </a:cubicBezTo>
                    <a:cubicBezTo>
                      <a:pt x="5" y="9"/>
                      <a:pt x="6" y="10"/>
                      <a:pt x="8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6" name="Freeform 571">
                <a:extLst>
                  <a:ext uri="{FF2B5EF4-FFF2-40B4-BE49-F238E27FC236}">
                    <a16:creationId xmlns:a16="http://schemas.microsoft.com/office/drawing/2014/main" id="{B62255A8-43C2-46FA-9201-D1E0A60CF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948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7" name="Freeform 572">
                <a:extLst>
                  <a:ext uri="{FF2B5EF4-FFF2-40B4-BE49-F238E27FC236}">
                    <a16:creationId xmlns:a16="http://schemas.microsoft.com/office/drawing/2014/main" id="{DC6419D9-BA23-416A-B069-C347CE6FE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921"/>
                <a:ext cx="3" cy="12"/>
              </a:xfrm>
              <a:custGeom>
                <a:avLst/>
                <a:gdLst>
                  <a:gd name="T0" fmla="*/ 27 w 1"/>
                  <a:gd name="T1" fmla="*/ 70 h 5"/>
                  <a:gd name="T2" fmla="*/ 27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8" name="Freeform 573">
                <a:extLst>
                  <a:ext uri="{FF2B5EF4-FFF2-40B4-BE49-F238E27FC236}">
                    <a16:creationId xmlns:a16="http://schemas.microsoft.com/office/drawing/2014/main" id="{D62BC8DE-1794-40BB-89DB-6A7E51F69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919"/>
                <a:ext cx="28" cy="27"/>
              </a:xfrm>
              <a:custGeom>
                <a:avLst/>
                <a:gdLst>
                  <a:gd name="T0" fmla="*/ 181 w 11"/>
                  <a:gd name="T1" fmla="*/ 29 h 11"/>
                  <a:gd name="T2" fmla="*/ 64 w 11"/>
                  <a:gd name="T3" fmla="*/ 12 h 11"/>
                  <a:gd name="T4" fmla="*/ 0 w 11"/>
                  <a:gd name="T5" fmla="*/ 103 h 11"/>
                  <a:gd name="T6" fmla="*/ 64 w 11"/>
                  <a:gd name="T7" fmla="*/ 150 h 11"/>
                  <a:gd name="T8" fmla="*/ 150 w 11"/>
                  <a:gd name="T9" fmla="*/ 16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2"/>
                    </a:moveTo>
                    <a:cubicBezTo>
                      <a:pt x="9" y="2"/>
                      <a:pt x="6" y="0"/>
                      <a:pt x="4" y="1"/>
                    </a:cubicBezTo>
                    <a:cubicBezTo>
                      <a:pt x="3" y="1"/>
                      <a:pt x="0" y="5"/>
                      <a:pt x="0" y="7"/>
                    </a:cubicBezTo>
                    <a:cubicBezTo>
                      <a:pt x="0" y="8"/>
                      <a:pt x="2" y="9"/>
                      <a:pt x="4" y="10"/>
                    </a:cubicBezTo>
                    <a:cubicBezTo>
                      <a:pt x="5" y="10"/>
                      <a:pt x="8" y="11"/>
                      <a:pt x="9" y="1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9" name="Freeform 574">
                <a:extLst>
                  <a:ext uri="{FF2B5EF4-FFF2-40B4-BE49-F238E27FC236}">
                    <a16:creationId xmlns:a16="http://schemas.microsoft.com/office/drawing/2014/main" id="{0CE7D66F-F39F-47EF-8071-89FEEA2ED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914"/>
                <a:ext cx="2" cy="7"/>
              </a:xfrm>
              <a:custGeom>
                <a:avLst/>
                <a:gdLst>
                  <a:gd name="T0" fmla="*/ 0 w 1"/>
                  <a:gd name="T1" fmla="*/ 37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0" name="Freeform 575">
                <a:extLst>
                  <a:ext uri="{FF2B5EF4-FFF2-40B4-BE49-F238E27FC236}">
                    <a16:creationId xmlns:a16="http://schemas.microsoft.com/office/drawing/2014/main" id="{C53BA674-4977-4B91-82B3-E48833D5F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933"/>
                <a:ext cx="10" cy="8"/>
              </a:xfrm>
              <a:custGeom>
                <a:avLst/>
                <a:gdLst>
                  <a:gd name="T0" fmla="*/ 63 w 4"/>
                  <a:gd name="T1" fmla="*/ 35 h 3"/>
                  <a:gd name="T2" fmla="*/ 0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3" y="0"/>
                      <a:pt x="1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1" name="Freeform 576">
                <a:extLst>
                  <a:ext uri="{FF2B5EF4-FFF2-40B4-BE49-F238E27FC236}">
                    <a16:creationId xmlns:a16="http://schemas.microsoft.com/office/drawing/2014/main" id="{80765A90-56DD-4A65-B53F-66CF0D294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904"/>
                <a:ext cx="23" cy="25"/>
              </a:xfrm>
              <a:custGeom>
                <a:avLst/>
                <a:gdLst>
                  <a:gd name="T0" fmla="*/ 151 w 9"/>
                  <a:gd name="T1" fmla="*/ 158 h 10"/>
                  <a:gd name="T2" fmla="*/ 33 w 9"/>
                  <a:gd name="T3" fmla="*/ 113 h 10"/>
                  <a:gd name="T4" fmla="*/ 51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10"/>
                    </a:moveTo>
                    <a:cubicBezTo>
                      <a:pt x="7" y="9"/>
                      <a:pt x="3" y="9"/>
                      <a:pt x="2" y="7"/>
                    </a:cubicBezTo>
                    <a:cubicBezTo>
                      <a:pt x="0" y="4"/>
                      <a:pt x="2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2" name="Freeform 577">
                <a:extLst>
                  <a:ext uri="{FF2B5EF4-FFF2-40B4-BE49-F238E27FC236}">
                    <a16:creationId xmlns:a16="http://schemas.microsoft.com/office/drawing/2014/main" id="{C118C91D-CF54-4F01-AB3B-372CBE8F3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919"/>
                <a:ext cx="13" cy="14"/>
              </a:xfrm>
              <a:custGeom>
                <a:avLst/>
                <a:gdLst>
                  <a:gd name="T0" fmla="*/ 88 w 5"/>
                  <a:gd name="T1" fmla="*/ 0 h 6"/>
                  <a:gd name="T2" fmla="*/ 0 w 5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2" y="0"/>
                      <a:pt x="0" y="3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3" name="Freeform 578">
                <a:extLst>
                  <a:ext uri="{FF2B5EF4-FFF2-40B4-BE49-F238E27FC236}">
                    <a16:creationId xmlns:a16="http://schemas.microsoft.com/office/drawing/2014/main" id="{E6FC9165-37BB-4D35-8344-3C71DE592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929"/>
                <a:ext cx="1" cy="7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4" name="Freeform 579">
                <a:extLst>
                  <a:ext uri="{FF2B5EF4-FFF2-40B4-BE49-F238E27FC236}">
                    <a16:creationId xmlns:a16="http://schemas.microsoft.com/office/drawing/2014/main" id="{623BDA59-2FB9-4876-A8AC-5CF498FCE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891"/>
                <a:ext cx="20" cy="28"/>
              </a:xfrm>
              <a:custGeom>
                <a:avLst/>
                <a:gdLst>
                  <a:gd name="T0" fmla="*/ 125 w 8"/>
                  <a:gd name="T1" fmla="*/ 181 h 11"/>
                  <a:gd name="T2" fmla="*/ 83 w 8"/>
                  <a:gd name="T3" fmla="*/ 150 h 11"/>
                  <a:gd name="T4" fmla="*/ 33 w 8"/>
                  <a:gd name="T5" fmla="*/ 117 h 11"/>
                  <a:gd name="T6" fmla="*/ 50 w 8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8" y="11"/>
                    </a:moveTo>
                    <a:cubicBezTo>
                      <a:pt x="7" y="11"/>
                      <a:pt x="6" y="10"/>
                      <a:pt x="5" y="9"/>
                    </a:cubicBezTo>
                    <a:cubicBezTo>
                      <a:pt x="4" y="8"/>
                      <a:pt x="3" y="8"/>
                      <a:pt x="2" y="7"/>
                    </a:cubicBezTo>
                    <a:cubicBezTo>
                      <a:pt x="0" y="5"/>
                      <a:pt x="2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5" name="Freeform 580">
                <a:extLst>
                  <a:ext uri="{FF2B5EF4-FFF2-40B4-BE49-F238E27FC236}">
                    <a16:creationId xmlns:a16="http://schemas.microsoft.com/office/drawing/2014/main" id="{B4E1C28B-A2B4-4CE2-A8A5-C119CB179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904"/>
                <a:ext cx="12" cy="20"/>
              </a:xfrm>
              <a:custGeom>
                <a:avLst/>
                <a:gdLst>
                  <a:gd name="T0" fmla="*/ 70 w 5"/>
                  <a:gd name="T1" fmla="*/ 33 h 8"/>
                  <a:gd name="T2" fmla="*/ 0 w 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2"/>
                    </a:moveTo>
                    <a:cubicBezTo>
                      <a:pt x="2" y="0"/>
                      <a:pt x="0" y="6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6" name="Freeform 581">
                <a:extLst>
                  <a:ext uri="{FF2B5EF4-FFF2-40B4-BE49-F238E27FC236}">
                    <a16:creationId xmlns:a16="http://schemas.microsoft.com/office/drawing/2014/main" id="{0B0EDA89-CE93-4645-B544-1F41DC1E6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896"/>
                <a:ext cx="25" cy="13"/>
              </a:xfrm>
              <a:custGeom>
                <a:avLst/>
                <a:gdLst>
                  <a:gd name="T0" fmla="*/ 158 w 10"/>
                  <a:gd name="T1" fmla="*/ 68 h 5"/>
                  <a:gd name="T2" fmla="*/ 63 w 10"/>
                  <a:gd name="T3" fmla="*/ 0 h 5"/>
                  <a:gd name="T4" fmla="*/ 0 w 10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4"/>
                    </a:moveTo>
                    <a:cubicBezTo>
                      <a:pt x="8" y="3"/>
                      <a:pt x="6" y="0"/>
                      <a:pt x="4" y="0"/>
                    </a:cubicBezTo>
                    <a:cubicBezTo>
                      <a:pt x="2" y="1"/>
                      <a:pt x="0" y="4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7" name="Freeform 582">
                <a:extLst>
                  <a:ext uri="{FF2B5EF4-FFF2-40B4-BE49-F238E27FC236}">
                    <a16:creationId xmlns:a16="http://schemas.microsoft.com/office/drawing/2014/main" id="{196D921C-C697-4BAE-8037-4B0DEF3FE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884"/>
                <a:ext cx="30" cy="12"/>
              </a:xfrm>
              <a:custGeom>
                <a:avLst/>
                <a:gdLst>
                  <a:gd name="T0" fmla="*/ 188 w 12"/>
                  <a:gd name="T1" fmla="*/ 70 h 5"/>
                  <a:gd name="T2" fmla="*/ 83 w 12"/>
                  <a:gd name="T3" fmla="*/ 0 h 5"/>
                  <a:gd name="T4" fmla="*/ 0 w 12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4"/>
                      <a:pt x="8" y="0"/>
                      <a:pt x="5" y="0"/>
                    </a:cubicBezTo>
                    <a:cubicBezTo>
                      <a:pt x="2" y="0"/>
                      <a:pt x="1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8" name="Freeform 583">
                <a:extLst>
                  <a:ext uri="{FF2B5EF4-FFF2-40B4-BE49-F238E27FC236}">
                    <a16:creationId xmlns:a16="http://schemas.microsoft.com/office/drawing/2014/main" id="{A3170D8A-9AA8-4613-BAF0-BD7B1FFEF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876"/>
                <a:ext cx="10" cy="15"/>
              </a:xfrm>
              <a:custGeom>
                <a:avLst/>
                <a:gdLst>
                  <a:gd name="T0" fmla="*/ 20 w 4"/>
                  <a:gd name="T1" fmla="*/ 95 h 6"/>
                  <a:gd name="T2" fmla="*/ 63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5"/>
                      <a:pt x="2" y="1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9" name="Freeform 584">
                <a:extLst>
                  <a:ext uri="{FF2B5EF4-FFF2-40B4-BE49-F238E27FC236}">
                    <a16:creationId xmlns:a16="http://schemas.microsoft.com/office/drawing/2014/main" id="{F90A005B-8E8F-4C30-AB31-1BDCDFF1C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899"/>
                <a:ext cx="8" cy="5"/>
              </a:xfrm>
              <a:custGeom>
                <a:avLst/>
                <a:gdLst>
                  <a:gd name="T0" fmla="*/ 56 w 3"/>
                  <a:gd name="T1" fmla="*/ 0 h 2"/>
                  <a:gd name="T2" fmla="*/ 0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0" name="Freeform 585">
                <a:extLst>
                  <a:ext uri="{FF2B5EF4-FFF2-40B4-BE49-F238E27FC236}">
                    <a16:creationId xmlns:a16="http://schemas.microsoft.com/office/drawing/2014/main" id="{DAF9D43A-BD49-46F1-AFE3-6EFE6F2CC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861"/>
                <a:ext cx="20" cy="30"/>
              </a:xfrm>
              <a:custGeom>
                <a:avLst/>
                <a:gdLst>
                  <a:gd name="T0" fmla="*/ 125 w 8"/>
                  <a:gd name="T1" fmla="*/ 50 h 12"/>
                  <a:gd name="T2" fmla="*/ 63 w 8"/>
                  <a:gd name="T3" fmla="*/ 20 h 12"/>
                  <a:gd name="T4" fmla="*/ 0 w 8"/>
                  <a:gd name="T5" fmla="*/ 83 h 12"/>
                  <a:gd name="T6" fmla="*/ 33 w 8"/>
                  <a:gd name="T7" fmla="*/ 125 h 12"/>
                  <a:gd name="T8" fmla="*/ 95 w 8"/>
                  <a:gd name="T9" fmla="*/ 1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8" y="3"/>
                    </a:moveTo>
                    <a:cubicBezTo>
                      <a:pt x="7" y="2"/>
                      <a:pt x="5" y="0"/>
                      <a:pt x="4" y="1"/>
                    </a:cubicBezTo>
                    <a:cubicBezTo>
                      <a:pt x="3" y="1"/>
                      <a:pt x="0" y="3"/>
                      <a:pt x="0" y="5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4" y="9"/>
                      <a:pt x="5" y="11"/>
                      <a:pt x="6" y="1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1" name="Freeform 586">
                <a:extLst>
                  <a:ext uri="{FF2B5EF4-FFF2-40B4-BE49-F238E27FC236}">
                    <a16:creationId xmlns:a16="http://schemas.microsoft.com/office/drawing/2014/main" id="{D5AB82B8-2970-43CD-973D-48BB7C983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876"/>
                <a:ext cx="8" cy="5"/>
              </a:xfrm>
              <a:custGeom>
                <a:avLst/>
                <a:gdLst>
                  <a:gd name="T0" fmla="*/ 56 w 3"/>
                  <a:gd name="T1" fmla="*/ 0 h 2"/>
                  <a:gd name="T2" fmla="*/ 0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2" name="Freeform 587">
                <a:extLst>
                  <a:ext uri="{FF2B5EF4-FFF2-40B4-BE49-F238E27FC236}">
                    <a16:creationId xmlns:a16="http://schemas.microsoft.com/office/drawing/2014/main" id="{09239558-0DBC-436B-BB20-16BF03EBD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851"/>
                <a:ext cx="5" cy="10"/>
              </a:xfrm>
              <a:custGeom>
                <a:avLst/>
                <a:gdLst>
                  <a:gd name="T0" fmla="*/ 0 w 2"/>
                  <a:gd name="T1" fmla="*/ 6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0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3" name="Freeform 588">
                <a:extLst>
                  <a:ext uri="{FF2B5EF4-FFF2-40B4-BE49-F238E27FC236}">
                    <a16:creationId xmlns:a16="http://schemas.microsoft.com/office/drawing/2014/main" id="{6E0C13AB-2F7A-4F80-BF85-DA8F4DE06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844"/>
                <a:ext cx="30" cy="27"/>
              </a:xfrm>
              <a:custGeom>
                <a:avLst/>
                <a:gdLst>
                  <a:gd name="T0" fmla="*/ 188 w 12"/>
                  <a:gd name="T1" fmla="*/ 61 h 11"/>
                  <a:gd name="T2" fmla="*/ 113 w 12"/>
                  <a:gd name="T3" fmla="*/ 0 h 11"/>
                  <a:gd name="T4" fmla="*/ 20 w 12"/>
                  <a:gd name="T5" fmla="*/ 61 h 11"/>
                  <a:gd name="T6" fmla="*/ 50 w 12"/>
                  <a:gd name="T7" fmla="*/ 120 h 11"/>
                  <a:gd name="T8" fmla="*/ 113 w 12"/>
                  <a:gd name="T9" fmla="*/ 16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4"/>
                    </a:moveTo>
                    <a:cubicBezTo>
                      <a:pt x="11" y="3"/>
                      <a:pt x="9" y="0"/>
                      <a:pt x="7" y="0"/>
                    </a:cubicBezTo>
                    <a:cubicBezTo>
                      <a:pt x="5" y="0"/>
                      <a:pt x="1" y="3"/>
                      <a:pt x="1" y="4"/>
                    </a:cubicBezTo>
                    <a:cubicBezTo>
                      <a:pt x="0" y="5"/>
                      <a:pt x="2" y="7"/>
                      <a:pt x="3" y="8"/>
                    </a:cubicBezTo>
                    <a:cubicBezTo>
                      <a:pt x="4" y="9"/>
                      <a:pt x="6" y="11"/>
                      <a:pt x="7" y="1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4" name="Freeform 589">
                <a:extLst>
                  <a:ext uri="{FF2B5EF4-FFF2-40B4-BE49-F238E27FC236}">
                    <a16:creationId xmlns:a16="http://schemas.microsoft.com/office/drawing/2014/main" id="{CEF53C9F-687C-49A7-8677-0C00FB771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839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5" name="Freeform 590">
                <a:extLst>
                  <a:ext uri="{FF2B5EF4-FFF2-40B4-BE49-F238E27FC236}">
                    <a16:creationId xmlns:a16="http://schemas.microsoft.com/office/drawing/2014/main" id="{4900C8F5-0B5A-4461-9878-CCFAB316D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851"/>
                <a:ext cx="10" cy="5"/>
              </a:xfrm>
              <a:custGeom>
                <a:avLst/>
                <a:gdLst>
                  <a:gd name="T0" fmla="*/ 63 w 4"/>
                  <a:gd name="T1" fmla="*/ 33 h 2"/>
                  <a:gd name="T2" fmla="*/ 0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0"/>
                      <a:pt x="1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6" name="Freeform 591">
                <a:extLst>
                  <a:ext uri="{FF2B5EF4-FFF2-40B4-BE49-F238E27FC236}">
                    <a16:creationId xmlns:a16="http://schemas.microsoft.com/office/drawing/2014/main" id="{DBE3E384-0722-4128-82B3-2824035F1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819"/>
                <a:ext cx="15" cy="30"/>
              </a:xfrm>
              <a:custGeom>
                <a:avLst/>
                <a:gdLst>
                  <a:gd name="T0" fmla="*/ 95 w 6"/>
                  <a:gd name="T1" fmla="*/ 188 h 12"/>
                  <a:gd name="T2" fmla="*/ 20 w 6"/>
                  <a:gd name="T3" fmla="*/ 95 h 12"/>
                  <a:gd name="T4" fmla="*/ 63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6" y="12"/>
                    </a:moveTo>
                    <a:cubicBezTo>
                      <a:pt x="5" y="10"/>
                      <a:pt x="2" y="9"/>
                      <a:pt x="1" y="6"/>
                    </a:cubicBezTo>
                    <a:cubicBezTo>
                      <a:pt x="0" y="3"/>
                      <a:pt x="2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7" name="Freeform 592">
                <a:extLst>
                  <a:ext uri="{FF2B5EF4-FFF2-40B4-BE49-F238E27FC236}">
                    <a16:creationId xmlns:a16="http://schemas.microsoft.com/office/drawing/2014/main" id="{52F0DFDB-0B3F-4747-839A-0662C807C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829"/>
                <a:ext cx="20" cy="12"/>
              </a:xfrm>
              <a:custGeom>
                <a:avLst/>
                <a:gdLst>
                  <a:gd name="T0" fmla="*/ 125 w 8"/>
                  <a:gd name="T1" fmla="*/ 12 h 5"/>
                  <a:gd name="T2" fmla="*/ 0 w 8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1"/>
                    </a:moveTo>
                    <a:cubicBezTo>
                      <a:pt x="5" y="0"/>
                      <a:pt x="2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8" name="Freeform 593">
                <a:extLst>
                  <a:ext uri="{FF2B5EF4-FFF2-40B4-BE49-F238E27FC236}">
                    <a16:creationId xmlns:a16="http://schemas.microsoft.com/office/drawing/2014/main" id="{82ACCAEB-9889-4172-BDBA-BB0A2B1EA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84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0"/>
                      <a:pt x="1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9" name="Freeform 594">
                <a:extLst>
                  <a:ext uri="{FF2B5EF4-FFF2-40B4-BE49-F238E27FC236}">
                    <a16:creationId xmlns:a16="http://schemas.microsoft.com/office/drawing/2014/main" id="{DDAE99EC-6480-4EEF-B70E-B5BE4CB7E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799"/>
                <a:ext cx="13" cy="30"/>
              </a:xfrm>
              <a:custGeom>
                <a:avLst/>
                <a:gdLst>
                  <a:gd name="T0" fmla="*/ 88 w 5"/>
                  <a:gd name="T1" fmla="*/ 188 h 12"/>
                  <a:gd name="T2" fmla="*/ 55 w 5"/>
                  <a:gd name="T3" fmla="*/ 145 h 12"/>
                  <a:gd name="T4" fmla="*/ 21 w 5"/>
                  <a:gd name="T5" fmla="*/ 95 h 12"/>
                  <a:gd name="T6" fmla="*/ 88 w 5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5" y="12"/>
                    </a:moveTo>
                    <a:cubicBezTo>
                      <a:pt x="4" y="12"/>
                      <a:pt x="4" y="10"/>
                      <a:pt x="3" y="9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0" y="3"/>
                      <a:pt x="3" y="1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0" name="Freeform 595">
                <a:extLst>
                  <a:ext uri="{FF2B5EF4-FFF2-40B4-BE49-F238E27FC236}">
                    <a16:creationId xmlns:a16="http://schemas.microsoft.com/office/drawing/2014/main" id="{342CDD50-CD92-4225-B3C5-38E06B3FB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806"/>
                <a:ext cx="17" cy="18"/>
              </a:xfrm>
              <a:custGeom>
                <a:avLst/>
                <a:gdLst>
                  <a:gd name="T0" fmla="*/ 100 w 7"/>
                  <a:gd name="T1" fmla="*/ 54 h 7"/>
                  <a:gd name="T2" fmla="*/ 0 w 7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3"/>
                    </a:moveTo>
                    <a:cubicBezTo>
                      <a:pt x="5" y="0"/>
                      <a:pt x="1" y="5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1" name="Freeform 596">
                <a:extLst>
                  <a:ext uri="{FF2B5EF4-FFF2-40B4-BE49-F238E27FC236}">
                    <a16:creationId xmlns:a16="http://schemas.microsoft.com/office/drawing/2014/main" id="{3D447D1B-77A8-4496-992B-7C1F70FA4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2794"/>
                <a:ext cx="25" cy="17"/>
              </a:xfrm>
              <a:custGeom>
                <a:avLst/>
                <a:gdLst>
                  <a:gd name="T0" fmla="*/ 158 w 10"/>
                  <a:gd name="T1" fmla="*/ 100 h 7"/>
                  <a:gd name="T2" fmla="*/ 95 w 10"/>
                  <a:gd name="T3" fmla="*/ 0 h 7"/>
                  <a:gd name="T4" fmla="*/ 0 w 10"/>
                  <a:gd name="T5" fmla="*/ 5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9" y="5"/>
                      <a:pt x="8" y="1"/>
                      <a:pt x="6" y="0"/>
                    </a:cubicBezTo>
                    <a:cubicBezTo>
                      <a:pt x="4" y="0"/>
                      <a:pt x="0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2" name="Freeform 597">
                <a:extLst>
                  <a:ext uri="{FF2B5EF4-FFF2-40B4-BE49-F238E27FC236}">
                    <a16:creationId xmlns:a16="http://schemas.microsoft.com/office/drawing/2014/main" id="{96929F21-4680-444B-8C03-8CF243D32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774"/>
                <a:ext cx="25" cy="20"/>
              </a:xfrm>
              <a:custGeom>
                <a:avLst/>
                <a:gdLst>
                  <a:gd name="T0" fmla="*/ 158 w 10"/>
                  <a:gd name="T1" fmla="*/ 125 h 8"/>
                  <a:gd name="T2" fmla="*/ 83 w 10"/>
                  <a:gd name="T3" fmla="*/ 20 h 8"/>
                  <a:gd name="T4" fmla="*/ 0 w 10"/>
                  <a:gd name="T5" fmla="*/ 5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8" y="6"/>
                      <a:pt x="8" y="2"/>
                      <a:pt x="5" y="1"/>
                    </a:cubicBezTo>
                    <a:cubicBezTo>
                      <a:pt x="3" y="0"/>
                      <a:pt x="2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3" name="Freeform 598">
                <a:extLst>
                  <a:ext uri="{FF2B5EF4-FFF2-40B4-BE49-F238E27FC236}">
                    <a16:creationId xmlns:a16="http://schemas.microsoft.com/office/drawing/2014/main" id="{FD0ECC07-E720-434D-AAF6-A37AD9ECC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776"/>
                <a:ext cx="13" cy="13"/>
              </a:xfrm>
              <a:custGeom>
                <a:avLst/>
                <a:gdLst>
                  <a:gd name="T0" fmla="*/ 0 w 5"/>
                  <a:gd name="T1" fmla="*/ 88 h 5"/>
                  <a:gd name="T2" fmla="*/ 8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3"/>
                      <a:pt x="3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4" name="Freeform 599">
                <a:extLst>
                  <a:ext uri="{FF2B5EF4-FFF2-40B4-BE49-F238E27FC236}">
                    <a16:creationId xmlns:a16="http://schemas.microsoft.com/office/drawing/2014/main" id="{79EDBED4-59D4-4298-A0AA-33C0F0D0C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804"/>
                <a:ext cx="10" cy="2"/>
              </a:xfrm>
              <a:custGeom>
                <a:avLst/>
                <a:gdLst>
                  <a:gd name="T0" fmla="*/ 63 w 4"/>
                  <a:gd name="T1" fmla="*/ 0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5" name="Freeform 600">
                <a:extLst>
                  <a:ext uri="{FF2B5EF4-FFF2-40B4-BE49-F238E27FC236}">
                    <a16:creationId xmlns:a16="http://schemas.microsoft.com/office/drawing/2014/main" id="{5ECE20FB-F613-4C96-AEB3-2C811E9D2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869"/>
                <a:ext cx="12" cy="12"/>
              </a:xfrm>
              <a:custGeom>
                <a:avLst/>
                <a:gdLst>
                  <a:gd name="T0" fmla="*/ 0 w 5"/>
                  <a:gd name="T1" fmla="*/ 0 h 5"/>
                  <a:gd name="T2" fmla="*/ 41 w 5"/>
                  <a:gd name="T3" fmla="*/ 70 h 5"/>
                  <a:gd name="T4" fmla="*/ 58 w 5"/>
                  <a:gd name="T5" fmla="*/ 29 h 5"/>
                  <a:gd name="T6" fmla="*/ 70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1"/>
                      <a:pt x="3" y="3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1"/>
                      <a:pt x="5" y="1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6" name="Freeform 601">
                <a:extLst>
                  <a:ext uri="{FF2B5EF4-FFF2-40B4-BE49-F238E27FC236}">
                    <a16:creationId xmlns:a16="http://schemas.microsoft.com/office/drawing/2014/main" id="{B4914D74-6A6F-4946-A67E-B2BD086CE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751"/>
                <a:ext cx="23" cy="20"/>
              </a:xfrm>
              <a:custGeom>
                <a:avLst/>
                <a:gdLst>
                  <a:gd name="T0" fmla="*/ 0 w 9"/>
                  <a:gd name="T1" fmla="*/ 20 h 8"/>
                  <a:gd name="T2" fmla="*/ 66 w 9"/>
                  <a:gd name="T3" fmla="*/ 0 h 8"/>
                  <a:gd name="T4" fmla="*/ 118 w 9"/>
                  <a:gd name="T5" fmla="*/ 50 h 8"/>
                  <a:gd name="T6" fmla="*/ 130 w 9"/>
                  <a:gd name="T7" fmla="*/ 113 h 8"/>
                  <a:gd name="T8" fmla="*/ 151 w 9"/>
                  <a:gd name="T9" fmla="*/ 12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5" y="0"/>
                      <a:pt x="6" y="2"/>
                      <a:pt x="7" y="3"/>
                    </a:cubicBezTo>
                    <a:cubicBezTo>
                      <a:pt x="8" y="4"/>
                      <a:pt x="8" y="5"/>
                      <a:pt x="8" y="7"/>
                    </a:cubicBezTo>
                    <a:cubicBezTo>
                      <a:pt x="8" y="7"/>
                      <a:pt x="9" y="8"/>
                      <a:pt x="9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7" name="Freeform 602">
                <a:extLst>
                  <a:ext uri="{FF2B5EF4-FFF2-40B4-BE49-F238E27FC236}">
                    <a16:creationId xmlns:a16="http://schemas.microsoft.com/office/drawing/2014/main" id="{E778471B-1245-4BCE-92D5-D4EA8C21C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754"/>
                <a:ext cx="18" cy="10"/>
              </a:xfrm>
              <a:custGeom>
                <a:avLst/>
                <a:gdLst>
                  <a:gd name="T0" fmla="*/ 0 w 7"/>
                  <a:gd name="T1" fmla="*/ 63 h 4"/>
                  <a:gd name="T2" fmla="*/ 67 w 7"/>
                  <a:gd name="T3" fmla="*/ 20 h 4"/>
                  <a:gd name="T4" fmla="*/ 118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1" y="3"/>
                      <a:pt x="2" y="1"/>
                      <a:pt x="4" y="1"/>
                    </a:cubicBezTo>
                    <a:cubicBezTo>
                      <a:pt x="5" y="0"/>
                      <a:pt x="6" y="0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8" name="Freeform 603">
                <a:extLst>
                  <a:ext uri="{FF2B5EF4-FFF2-40B4-BE49-F238E27FC236}">
                    <a16:creationId xmlns:a16="http://schemas.microsoft.com/office/drawing/2014/main" id="{28F08812-5EA0-4F63-88A2-D5965ECB1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731"/>
                <a:ext cx="20" cy="20"/>
              </a:xfrm>
              <a:custGeom>
                <a:avLst/>
                <a:gdLst>
                  <a:gd name="T0" fmla="*/ 20 w 8"/>
                  <a:gd name="T1" fmla="*/ 125 h 8"/>
                  <a:gd name="T2" fmla="*/ 33 w 8"/>
                  <a:gd name="T3" fmla="*/ 33 h 8"/>
                  <a:gd name="T4" fmla="*/ 125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1" y="8"/>
                    </a:moveTo>
                    <a:cubicBezTo>
                      <a:pt x="1" y="7"/>
                      <a:pt x="0" y="3"/>
                      <a:pt x="2" y="2"/>
                    </a:cubicBezTo>
                    <a:cubicBezTo>
                      <a:pt x="4" y="1"/>
                      <a:pt x="6" y="0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9" name="Freeform 604">
                <a:extLst>
                  <a:ext uri="{FF2B5EF4-FFF2-40B4-BE49-F238E27FC236}">
                    <a16:creationId xmlns:a16="http://schemas.microsoft.com/office/drawing/2014/main" id="{513C04A0-B6D7-4BE4-BB29-7F8E61131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729"/>
                <a:ext cx="20" cy="12"/>
              </a:xfrm>
              <a:custGeom>
                <a:avLst/>
                <a:gdLst>
                  <a:gd name="T0" fmla="*/ 0 w 8"/>
                  <a:gd name="T1" fmla="*/ 12 h 5"/>
                  <a:gd name="T2" fmla="*/ 50 w 8"/>
                  <a:gd name="T3" fmla="*/ 0 h 5"/>
                  <a:gd name="T4" fmla="*/ 95 w 8"/>
                  <a:gd name="T5" fmla="*/ 0 h 5"/>
                  <a:gd name="T6" fmla="*/ 113 w 8"/>
                  <a:gd name="T7" fmla="*/ 41 h 5"/>
                  <a:gd name="T8" fmla="*/ 125 w 8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8" y="3"/>
                      <a:pt x="8" y="5"/>
                      <a:pt x="8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0" name="Freeform 605">
                <a:extLst>
                  <a:ext uri="{FF2B5EF4-FFF2-40B4-BE49-F238E27FC236}">
                    <a16:creationId xmlns:a16="http://schemas.microsoft.com/office/drawing/2014/main" id="{8D291017-C033-4256-83BF-374D2AB30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711"/>
                <a:ext cx="20" cy="20"/>
              </a:xfrm>
              <a:custGeom>
                <a:avLst/>
                <a:gdLst>
                  <a:gd name="T0" fmla="*/ 20 w 8"/>
                  <a:gd name="T1" fmla="*/ 125 h 8"/>
                  <a:gd name="T2" fmla="*/ 33 w 8"/>
                  <a:gd name="T3" fmla="*/ 33 h 8"/>
                  <a:gd name="T4" fmla="*/ 125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1" y="8"/>
                    </a:moveTo>
                    <a:cubicBezTo>
                      <a:pt x="1" y="6"/>
                      <a:pt x="0" y="3"/>
                      <a:pt x="2" y="2"/>
                    </a:cubicBezTo>
                    <a:cubicBezTo>
                      <a:pt x="3" y="1"/>
                      <a:pt x="6" y="0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1" name="Freeform 606">
                <a:extLst>
                  <a:ext uri="{FF2B5EF4-FFF2-40B4-BE49-F238E27FC236}">
                    <a16:creationId xmlns:a16="http://schemas.microsoft.com/office/drawing/2014/main" id="{C9A8D0A9-79A9-4A44-93C4-B328B9A78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731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568" name="Group 607">
              <a:extLst>
                <a:ext uri="{FF2B5EF4-FFF2-40B4-BE49-F238E27FC236}">
                  <a16:creationId xmlns:a16="http://schemas.microsoft.com/office/drawing/2014/main" id="{E4C9B24A-9220-4DC3-8343-0F1591877F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1" y="1224"/>
              <a:ext cx="908" cy="1772"/>
              <a:chOff x="1301" y="1224"/>
              <a:chExt cx="908" cy="1772"/>
            </a:xfrm>
          </p:grpSpPr>
          <p:sp>
            <p:nvSpPr>
              <p:cNvPr id="60782" name="Freeform 608">
                <a:extLst>
                  <a:ext uri="{FF2B5EF4-FFF2-40B4-BE49-F238E27FC236}">
                    <a16:creationId xmlns:a16="http://schemas.microsoft.com/office/drawing/2014/main" id="{595541F6-E3FF-42D4-AD2F-F446968F4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701"/>
                <a:ext cx="22" cy="18"/>
              </a:xfrm>
              <a:custGeom>
                <a:avLst/>
                <a:gdLst>
                  <a:gd name="T0" fmla="*/ 132 w 9"/>
                  <a:gd name="T1" fmla="*/ 118 h 7"/>
                  <a:gd name="T2" fmla="*/ 90 w 9"/>
                  <a:gd name="T3" fmla="*/ 21 h 7"/>
                  <a:gd name="T4" fmla="*/ 0 w 9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9" y="5"/>
                      <a:pt x="8" y="2"/>
                      <a:pt x="6" y="1"/>
                    </a:cubicBez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83" name="Freeform 609">
                <a:extLst>
                  <a:ext uri="{FF2B5EF4-FFF2-40B4-BE49-F238E27FC236}">
                    <a16:creationId xmlns:a16="http://schemas.microsoft.com/office/drawing/2014/main" id="{D1F80B74-7C31-4453-AA78-130FD60EE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686"/>
                <a:ext cx="1" cy="15"/>
              </a:xfrm>
              <a:custGeom>
                <a:avLst/>
                <a:gdLst>
                  <a:gd name="T0" fmla="*/ 0 w 1"/>
                  <a:gd name="T1" fmla="*/ 95 h 6"/>
                  <a:gd name="T2" fmla="*/ 0 w 1"/>
                  <a:gd name="T3" fmla="*/ 33 h 6"/>
                  <a:gd name="T4" fmla="*/ 0 w 1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84" name="Freeform 610">
                <a:extLst>
                  <a:ext uri="{FF2B5EF4-FFF2-40B4-BE49-F238E27FC236}">
                    <a16:creationId xmlns:a16="http://schemas.microsoft.com/office/drawing/2014/main" id="{260F92F1-E9F7-43B9-8B04-3A886124D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61"/>
                <a:ext cx="23" cy="33"/>
              </a:xfrm>
              <a:custGeom>
                <a:avLst/>
                <a:gdLst>
                  <a:gd name="T0" fmla="*/ 0 w 9"/>
                  <a:gd name="T1" fmla="*/ 51 h 13"/>
                  <a:gd name="T2" fmla="*/ 66 w 9"/>
                  <a:gd name="T3" fmla="*/ 20 h 13"/>
                  <a:gd name="T4" fmla="*/ 130 w 9"/>
                  <a:gd name="T5" fmla="*/ 84 h 13"/>
                  <a:gd name="T6" fmla="*/ 97 w 9"/>
                  <a:gd name="T7" fmla="*/ 129 h 13"/>
                  <a:gd name="T8" fmla="*/ 0 w 9"/>
                  <a:gd name="T9" fmla="*/ 21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0" y="3"/>
                    </a:moveTo>
                    <a:cubicBezTo>
                      <a:pt x="1" y="2"/>
                      <a:pt x="3" y="0"/>
                      <a:pt x="4" y="1"/>
                    </a:cubicBezTo>
                    <a:cubicBezTo>
                      <a:pt x="5" y="1"/>
                      <a:pt x="8" y="3"/>
                      <a:pt x="8" y="5"/>
                    </a:cubicBezTo>
                    <a:cubicBezTo>
                      <a:pt x="9" y="6"/>
                      <a:pt x="7" y="7"/>
                      <a:pt x="6" y="8"/>
                    </a:cubicBezTo>
                    <a:cubicBezTo>
                      <a:pt x="5" y="9"/>
                      <a:pt x="1" y="12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85" name="Freeform 611">
                <a:extLst>
                  <a:ext uri="{FF2B5EF4-FFF2-40B4-BE49-F238E27FC236}">
                    <a16:creationId xmlns:a16="http://schemas.microsoft.com/office/drawing/2014/main" id="{D79CF012-4B96-4A1D-8141-3597D6C55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876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0"/>
                      <a:pt x="2" y="1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86" name="Freeform 612">
                <a:extLst>
                  <a:ext uri="{FF2B5EF4-FFF2-40B4-BE49-F238E27FC236}">
                    <a16:creationId xmlns:a16="http://schemas.microsoft.com/office/drawing/2014/main" id="{6F2E49F3-0C8B-456D-A56B-4BC10A9ED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851"/>
                <a:ext cx="7" cy="10"/>
              </a:xfrm>
              <a:custGeom>
                <a:avLst/>
                <a:gdLst>
                  <a:gd name="T0" fmla="*/ 28 w 3"/>
                  <a:gd name="T1" fmla="*/ 63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2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87" name="Freeform 613">
                <a:extLst>
                  <a:ext uri="{FF2B5EF4-FFF2-40B4-BE49-F238E27FC236}">
                    <a16:creationId xmlns:a16="http://schemas.microsoft.com/office/drawing/2014/main" id="{16949CC4-7857-4002-A941-9A85239C9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844"/>
                <a:ext cx="30" cy="27"/>
              </a:xfrm>
              <a:custGeom>
                <a:avLst/>
                <a:gdLst>
                  <a:gd name="T0" fmla="*/ 0 w 12"/>
                  <a:gd name="T1" fmla="*/ 61 h 11"/>
                  <a:gd name="T2" fmla="*/ 83 w 12"/>
                  <a:gd name="T3" fmla="*/ 0 h 11"/>
                  <a:gd name="T4" fmla="*/ 188 w 12"/>
                  <a:gd name="T5" fmla="*/ 61 h 11"/>
                  <a:gd name="T6" fmla="*/ 145 w 12"/>
                  <a:gd name="T7" fmla="*/ 120 h 11"/>
                  <a:gd name="T8" fmla="*/ 83 w 12"/>
                  <a:gd name="T9" fmla="*/ 16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4"/>
                    </a:moveTo>
                    <a:cubicBezTo>
                      <a:pt x="2" y="3"/>
                      <a:pt x="4" y="0"/>
                      <a:pt x="5" y="0"/>
                    </a:cubicBezTo>
                    <a:cubicBezTo>
                      <a:pt x="7" y="0"/>
                      <a:pt x="11" y="3"/>
                      <a:pt x="12" y="4"/>
                    </a:cubicBezTo>
                    <a:cubicBezTo>
                      <a:pt x="12" y="5"/>
                      <a:pt x="11" y="7"/>
                      <a:pt x="9" y="8"/>
                    </a:cubicBezTo>
                    <a:cubicBezTo>
                      <a:pt x="8" y="9"/>
                      <a:pt x="6" y="11"/>
                      <a:pt x="5" y="1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88" name="Freeform 614">
                <a:extLst>
                  <a:ext uri="{FF2B5EF4-FFF2-40B4-BE49-F238E27FC236}">
                    <a16:creationId xmlns:a16="http://schemas.microsoft.com/office/drawing/2014/main" id="{9582BBF1-5BD6-45F0-A285-195409C14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839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89" name="Freeform 615">
                <a:extLst>
                  <a:ext uri="{FF2B5EF4-FFF2-40B4-BE49-F238E27FC236}">
                    <a16:creationId xmlns:a16="http://schemas.microsoft.com/office/drawing/2014/main" id="{CCC3929F-7C92-46E7-AF16-D64449568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851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3" y="1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90" name="Freeform 616">
                <a:extLst>
                  <a:ext uri="{FF2B5EF4-FFF2-40B4-BE49-F238E27FC236}">
                    <a16:creationId xmlns:a16="http://schemas.microsoft.com/office/drawing/2014/main" id="{3121BBC6-1BA1-45E4-B49A-7C2704168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819"/>
                <a:ext cx="15" cy="30"/>
              </a:xfrm>
              <a:custGeom>
                <a:avLst/>
                <a:gdLst>
                  <a:gd name="T0" fmla="*/ 0 w 6"/>
                  <a:gd name="T1" fmla="*/ 188 h 12"/>
                  <a:gd name="T2" fmla="*/ 83 w 6"/>
                  <a:gd name="T3" fmla="*/ 95 h 12"/>
                  <a:gd name="T4" fmla="*/ 50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1" y="10"/>
                      <a:pt x="4" y="9"/>
                      <a:pt x="5" y="6"/>
                    </a:cubicBezTo>
                    <a:cubicBezTo>
                      <a:pt x="6" y="3"/>
                      <a:pt x="4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91" name="Freeform 617">
                <a:extLst>
                  <a:ext uri="{FF2B5EF4-FFF2-40B4-BE49-F238E27FC236}">
                    <a16:creationId xmlns:a16="http://schemas.microsoft.com/office/drawing/2014/main" id="{0F77DB3F-1A79-4106-8C0F-FBA07EB20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829"/>
                <a:ext cx="20" cy="12"/>
              </a:xfrm>
              <a:custGeom>
                <a:avLst/>
                <a:gdLst>
                  <a:gd name="T0" fmla="*/ 0 w 8"/>
                  <a:gd name="T1" fmla="*/ 12 h 5"/>
                  <a:gd name="T2" fmla="*/ 125 w 8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3" y="0"/>
                      <a:pt x="6" y="3"/>
                      <a:pt x="8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92" name="Freeform 618">
                <a:extLst>
                  <a:ext uri="{FF2B5EF4-FFF2-40B4-BE49-F238E27FC236}">
                    <a16:creationId xmlns:a16="http://schemas.microsoft.com/office/drawing/2014/main" id="{38147C21-5EB4-48E3-96E8-9BB978DB7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846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2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93" name="Freeform 619">
                <a:extLst>
                  <a:ext uri="{FF2B5EF4-FFF2-40B4-BE49-F238E27FC236}">
                    <a16:creationId xmlns:a16="http://schemas.microsoft.com/office/drawing/2014/main" id="{AF9EEA9A-50CC-408C-A13E-D03D9389A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799"/>
                <a:ext cx="13" cy="30"/>
              </a:xfrm>
              <a:custGeom>
                <a:avLst/>
                <a:gdLst>
                  <a:gd name="T0" fmla="*/ 0 w 5"/>
                  <a:gd name="T1" fmla="*/ 188 h 12"/>
                  <a:gd name="T2" fmla="*/ 34 w 5"/>
                  <a:gd name="T3" fmla="*/ 145 h 12"/>
                  <a:gd name="T4" fmla="*/ 88 w 5"/>
                  <a:gd name="T5" fmla="*/ 95 h 12"/>
                  <a:gd name="T6" fmla="*/ 21 w 5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0" y="12"/>
                    </a:moveTo>
                    <a:cubicBezTo>
                      <a:pt x="1" y="12"/>
                      <a:pt x="2" y="10"/>
                      <a:pt x="2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5" y="3"/>
                      <a:pt x="2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94" name="Freeform 620">
                <a:extLst>
                  <a:ext uri="{FF2B5EF4-FFF2-40B4-BE49-F238E27FC236}">
                    <a16:creationId xmlns:a16="http://schemas.microsoft.com/office/drawing/2014/main" id="{DCE54229-00DF-4E96-84CC-A14934564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806"/>
                <a:ext cx="17" cy="18"/>
              </a:xfrm>
              <a:custGeom>
                <a:avLst/>
                <a:gdLst>
                  <a:gd name="T0" fmla="*/ 0 w 7"/>
                  <a:gd name="T1" fmla="*/ 54 h 7"/>
                  <a:gd name="T2" fmla="*/ 100 w 7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0"/>
                      <a:pt x="6" y="5"/>
                      <a:pt x="7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95" name="Freeform 621">
                <a:extLst>
                  <a:ext uri="{FF2B5EF4-FFF2-40B4-BE49-F238E27FC236}">
                    <a16:creationId xmlns:a16="http://schemas.microsoft.com/office/drawing/2014/main" id="{0D3358D4-800B-4934-AD45-35D4A88DF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2794"/>
                <a:ext cx="25" cy="17"/>
              </a:xfrm>
              <a:custGeom>
                <a:avLst/>
                <a:gdLst>
                  <a:gd name="T0" fmla="*/ 0 w 10"/>
                  <a:gd name="T1" fmla="*/ 100 h 7"/>
                  <a:gd name="T2" fmla="*/ 83 w 10"/>
                  <a:gd name="T3" fmla="*/ 0 h 7"/>
                  <a:gd name="T4" fmla="*/ 158 w 10"/>
                  <a:gd name="T5" fmla="*/ 5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1" y="5"/>
                      <a:pt x="2" y="1"/>
                      <a:pt x="5" y="0"/>
                    </a:cubicBezTo>
                    <a:cubicBezTo>
                      <a:pt x="7" y="0"/>
                      <a:pt x="10" y="2"/>
                      <a:pt x="10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96" name="Freeform 622">
                <a:extLst>
                  <a:ext uri="{FF2B5EF4-FFF2-40B4-BE49-F238E27FC236}">
                    <a16:creationId xmlns:a16="http://schemas.microsoft.com/office/drawing/2014/main" id="{92BC73D5-9246-4EB9-8613-7763FAC28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2774"/>
                <a:ext cx="23" cy="20"/>
              </a:xfrm>
              <a:custGeom>
                <a:avLst/>
                <a:gdLst>
                  <a:gd name="T0" fmla="*/ 0 w 9"/>
                  <a:gd name="T1" fmla="*/ 125 h 8"/>
                  <a:gd name="T2" fmla="*/ 66 w 9"/>
                  <a:gd name="T3" fmla="*/ 20 h 8"/>
                  <a:gd name="T4" fmla="*/ 151 w 9"/>
                  <a:gd name="T5" fmla="*/ 5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2" y="6"/>
                      <a:pt x="1" y="2"/>
                      <a:pt x="4" y="1"/>
                    </a:cubicBezTo>
                    <a:cubicBezTo>
                      <a:pt x="7" y="0"/>
                      <a:pt x="8" y="2"/>
                      <a:pt x="9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97" name="Freeform 623">
                <a:extLst>
                  <a:ext uri="{FF2B5EF4-FFF2-40B4-BE49-F238E27FC236}">
                    <a16:creationId xmlns:a16="http://schemas.microsoft.com/office/drawing/2014/main" id="{F0FA91B6-7C94-47A6-9FDA-A8D884CA9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2776"/>
                <a:ext cx="15" cy="13"/>
              </a:xfrm>
              <a:custGeom>
                <a:avLst/>
                <a:gdLst>
                  <a:gd name="T0" fmla="*/ 95 w 6"/>
                  <a:gd name="T1" fmla="*/ 88 h 5"/>
                  <a:gd name="T2" fmla="*/ 0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5" y="3"/>
                      <a:pt x="2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98" name="Freeform 624">
                <a:extLst>
                  <a:ext uri="{FF2B5EF4-FFF2-40B4-BE49-F238E27FC236}">
                    <a16:creationId xmlns:a16="http://schemas.microsoft.com/office/drawing/2014/main" id="{E839C73C-32F1-4293-BCAB-D2643C188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2804"/>
                <a:ext cx="10" cy="2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99" name="Freeform 625">
                <a:extLst>
                  <a:ext uri="{FF2B5EF4-FFF2-40B4-BE49-F238E27FC236}">
                    <a16:creationId xmlns:a16="http://schemas.microsoft.com/office/drawing/2014/main" id="{07554C43-B503-4545-A182-3AA7EEC0E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869"/>
                <a:ext cx="12" cy="20"/>
              </a:xfrm>
              <a:custGeom>
                <a:avLst/>
                <a:gdLst>
                  <a:gd name="T0" fmla="*/ 70 w 5"/>
                  <a:gd name="T1" fmla="*/ 0 h 8"/>
                  <a:gd name="T2" fmla="*/ 41 w 5"/>
                  <a:gd name="T3" fmla="*/ 125 h 8"/>
                  <a:gd name="T4" fmla="*/ 12 w 5"/>
                  <a:gd name="T5" fmla="*/ 33 h 8"/>
                  <a:gd name="T6" fmla="*/ 0 w 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3" y="1"/>
                      <a:pt x="2" y="6"/>
                      <a:pt x="3" y="8"/>
                    </a:cubicBezTo>
                    <a:cubicBezTo>
                      <a:pt x="2" y="7"/>
                      <a:pt x="2" y="3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00" name="Freeform 626">
                <a:extLst>
                  <a:ext uri="{FF2B5EF4-FFF2-40B4-BE49-F238E27FC236}">
                    <a16:creationId xmlns:a16="http://schemas.microsoft.com/office/drawing/2014/main" id="{89532C74-0518-4A9F-A384-8899E81F6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751"/>
                <a:ext cx="23" cy="20"/>
              </a:xfrm>
              <a:custGeom>
                <a:avLst/>
                <a:gdLst>
                  <a:gd name="T0" fmla="*/ 151 w 9"/>
                  <a:gd name="T1" fmla="*/ 20 h 8"/>
                  <a:gd name="T2" fmla="*/ 84 w 9"/>
                  <a:gd name="T3" fmla="*/ 0 h 8"/>
                  <a:gd name="T4" fmla="*/ 20 w 9"/>
                  <a:gd name="T5" fmla="*/ 50 h 8"/>
                  <a:gd name="T6" fmla="*/ 0 w 9"/>
                  <a:gd name="T7" fmla="*/ 113 h 8"/>
                  <a:gd name="T8" fmla="*/ 0 w 9"/>
                  <a:gd name="T9" fmla="*/ 12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1"/>
                    </a:moveTo>
                    <a:cubicBezTo>
                      <a:pt x="8" y="1"/>
                      <a:pt x="6" y="0"/>
                      <a:pt x="5" y="0"/>
                    </a:cubicBezTo>
                    <a:cubicBezTo>
                      <a:pt x="3" y="0"/>
                      <a:pt x="2" y="2"/>
                      <a:pt x="1" y="3"/>
                    </a:cubicBezTo>
                    <a:cubicBezTo>
                      <a:pt x="1" y="4"/>
                      <a:pt x="0" y="5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01" name="Freeform 627">
                <a:extLst>
                  <a:ext uri="{FF2B5EF4-FFF2-40B4-BE49-F238E27FC236}">
                    <a16:creationId xmlns:a16="http://schemas.microsoft.com/office/drawing/2014/main" id="{60D18F0D-9BD8-4E7F-8150-ECB697A3E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754"/>
                <a:ext cx="20" cy="10"/>
              </a:xfrm>
              <a:custGeom>
                <a:avLst/>
                <a:gdLst>
                  <a:gd name="T0" fmla="*/ 125 w 8"/>
                  <a:gd name="T1" fmla="*/ 63 h 4"/>
                  <a:gd name="T2" fmla="*/ 63 w 8"/>
                  <a:gd name="T3" fmla="*/ 20 h 4"/>
                  <a:gd name="T4" fmla="*/ 0 w 8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6" y="3"/>
                      <a:pt x="5" y="1"/>
                      <a:pt x="4" y="1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02" name="Freeform 628">
                <a:extLst>
                  <a:ext uri="{FF2B5EF4-FFF2-40B4-BE49-F238E27FC236}">
                    <a16:creationId xmlns:a16="http://schemas.microsoft.com/office/drawing/2014/main" id="{EF3D4352-AD14-403A-A501-BB9C7C6F0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731"/>
                <a:ext cx="20" cy="20"/>
              </a:xfrm>
              <a:custGeom>
                <a:avLst/>
                <a:gdLst>
                  <a:gd name="T0" fmla="*/ 113 w 8"/>
                  <a:gd name="T1" fmla="*/ 125 h 8"/>
                  <a:gd name="T2" fmla="*/ 95 w 8"/>
                  <a:gd name="T3" fmla="*/ 33 h 8"/>
                  <a:gd name="T4" fmla="*/ 0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7" y="8"/>
                    </a:moveTo>
                    <a:cubicBezTo>
                      <a:pt x="7" y="7"/>
                      <a:pt x="8" y="3"/>
                      <a:pt x="6" y="2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03" name="Freeform 629">
                <a:extLst>
                  <a:ext uri="{FF2B5EF4-FFF2-40B4-BE49-F238E27FC236}">
                    <a16:creationId xmlns:a16="http://schemas.microsoft.com/office/drawing/2014/main" id="{38A23317-F88A-4699-9BC0-45C1FB3C5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729"/>
                <a:ext cx="20" cy="12"/>
              </a:xfrm>
              <a:custGeom>
                <a:avLst/>
                <a:gdLst>
                  <a:gd name="T0" fmla="*/ 125 w 8"/>
                  <a:gd name="T1" fmla="*/ 12 h 5"/>
                  <a:gd name="T2" fmla="*/ 83 w 8"/>
                  <a:gd name="T3" fmla="*/ 0 h 5"/>
                  <a:gd name="T4" fmla="*/ 50 w 8"/>
                  <a:gd name="T5" fmla="*/ 0 h 5"/>
                  <a:gd name="T6" fmla="*/ 20 w 8"/>
                  <a:gd name="T7" fmla="*/ 41 h 5"/>
                  <a:gd name="T8" fmla="*/ 0 w 8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8" y="1"/>
                    </a:moveTo>
                    <a:cubicBezTo>
                      <a:pt x="7" y="1"/>
                      <a:pt x="6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1" y="3"/>
                      <a:pt x="0" y="5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04" name="Freeform 630">
                <a:extLst>
                  <a:ext uri="{FF2B5EF4-FFF2-40B4-BE49-F238E27FC236}">
                    <a16:creationId xmlns:a16="http://schemas.microsoft.com/office/drawing/2014/main" id="{D9D24800-37F7-483B-955A-35DD9C922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711"/>
                <a:ext cx="18" cy="20"/>
              </a:xfrm>
              <a:custGeom>
                <a:avLst/>
                <a:gdLst>
                  <a:gd name="T0" fmla="*/ 100 w 7"/>
                  <a:gd name="T1" fmla="*/ 125 h 8"/>
                  <a:gd name="T2" fmla="*/ 85 w 7"/>
                  <a:gd name="T3" fmla="*/ 33 h 8"/>
                  <a:gd name="T4" fmla="*/ 0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8"/>
                    </a:moveTo>
                    <a:cubicBezTo>
                      <a:pt x="7" y="6"/>
                      <a:pt x="7" y="3"/>
                      <a:pt x="5" y="2"/>
                    </a:cubicBezTo>
                    <a:cubicBezTo>
                      <a:pt x="4" y="1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05" name="Freeform 631">
                <a:extLst>
                  <a:ext uri="{FF2B5EF4-FFF2-40B4-BE49-F238E27FC236}">
                    <a16:creationId xmlns:a16="http://schemas.microsoft.com/office/drawing/2014/main" id="{D2006C75-0F48-40E9-9072-7F694B387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2731"/>
                <a:ext cx="7" cy="3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06" name="Freeform 632">
                <a:extLst>
                  <a:ext uri="{FF2B5EF4-FFF2-40B4-BE49-F238E27FC236}">
                    <a16:creationId xmlns:a16="http://schemas.microsoft.com/office/drawing/2014/main" id="{C2EA0CEB-EB74-4CBD-A591-1C441B32C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701"/>
                <a:ext cx="23" cy="18"/>
              </a:xfrm>
              <a:custGeom>
                <a:avLst/>
                <a:gdLst>
                  <a:gd name="T0" fmla="*/ 0 w 9"/>
                  <a:gd name="T1" fmla="*/ 118 h 7"/>
                  <a:gd name="T2" fmla="*/ 51 w 9"/>
                  <a:gd name="T3" fmla="*/ 21 h 7"/>
                  <a:gd name="T4" fmla="*/ 151 w 9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0" y="5"/>
                      <a:pt x="1" y="2"/>
                      <a:pt x="3" y="1"/>
                    </a:cubicBezTo>
                    <a:cubicBezTo>
                      <a:pt x="5" y="0"/>
                      <a:pt x="7" y="1"/>
                      <a:pt x="9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07" name="Freeform 633">
                <a:extLst>
                  <a:ext uri="{FF2B5EF4-FFF2-40B4-BE49-F238E27FC236}">
                    <a16:creationId xmlns:a16="http://schemas.microsoft.com/office/drawing/2014/main" id="{CF7D2D04-F422-4E51-92E8-09253128A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686"/>
                <a:ext cx="1" cy="15"/>
              </a:xfrm>
              <a:custGeom>
                <a:avLst/>
                <a:gdLst>
                  <a:gd name="T0" fmla="*/ 0 w 1"/>
                  <a:gd name="T1" fmla="*/ 95 h 6"/>
                  <a:gd name="T2" fmla="*/ 0 w 1"/>
                  <a:gd name="T3" fmla="*/ 33 h 6"/>
                  <a:gd name="T4" fmla="*/ 0 w 1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08" name="Freeform 634">
                <a:extLst>
                  <a:ext uri="{FF2B5EF4-FFF2-40B4-BE49-F238E27FC236}">
                    <a16:creationId xmlns:a16="http://schemas.microsoft.com/office/drawing/2014/main" id="{1525E3A4-F185-4937-B112-594C3AB40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956"/>
                <a:ext cx="27" cy="20"/>
              </a:xfrm>
              <a:custGeom>
                <a:avLst/>
                <a:gdLst>
                  <a:gd name="T0" fmla="*/ 0 w 11"/>
                  <a:gd name="T1" fmla="*/ 113 h 8"/>
                  <a:gd name="T2" fmla="*/ 133 w 11"/>
                  <a:gd name="T3" fmla="*/ 113 h 8"/>
                  <a:gd name="T4" fmla="*/ 162 w 11"/>
                  <a:gd name="T5" fmla="*/ 50 h 8"/>
                  <a:gd name="T6" fmla="*/ 150 w 11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7"/>
                    </a:moveTo>
                    <a:cubicBezTo>
                      <a:pt x="3" y="7"/>
                      <a:pt x="6" y="8"/>
                      <a:pt x="9" y="7"/>
                    </a:cubicBezTo>
                    <a:cubicBezTo>
                      <a:pt x="10" y="6"/>
                      <a:pt x="11" y="5"/>
                      <a:pt x="11" y="3"/>
                    </a:cubicBezTo>
                    <a:cubicBezTo>
                      <a:pt x="11" y="2"/>
                      <a:pt x="10" y="1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09" name="Freeform 635">
                <a:extLst>
                  <a:ext uri="{FF2B5EF4-FFF2-40B4-BE49-F238E27FC236}">
                    <a16:creationId xmlns:a16="http://schemas.microsoft.com/office/drawing/2014/main" id="{5EC238A3-580C-4ACA-8BFE-D55C93BD8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973"/>
                <a:ext cx="23" cy="3"/>
              </a:xfrm>
              <a:custGeom>
                <a:avLst/>
                <a:gdLst>
                  <a:gd name="T0" fmla="*/ 0 w 9"/>
                  <a:gd name="T1" fmla="*/ 0 h 1"/>
                  <a:gd name="T2" fmla="*/ 97 w 9"/>
                  <a:gd name="T3" fmla="*/ 27 h 1"/>
                  <a:gd name="T4" fmla="*/ 151 w 9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1" y="1"/>
                      <a:pt x="4" y="1"/>
                      <a:pt x="6" y="1"/>
                    </a:cubicBezTo>
                    <a:cubicBezTo>
                      <a:pt x="7" y="1"/>
                      <a:pt x="8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10" name="Freeform 636">
                <a:extLst>
                  <a:ext uri="{FF2B5EF4-FFF2-40B4-BE49-F238E27FC236}">
                    <a16:creationId xmlns:a16="http://schemas.microsoft.com/office/drawing/2014/main" id="{8292FA22-3AAD-43B2-9FD8-E31D77F3B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976"/>
                <a:ext cx="3" cy="20"/>
              </a:xfrm>
              <a:custGeom>
                <a:avLst/>
                <a:gdLst>
                  <a:gd name="T0" fmla="*/ 27 w 1"/>
                  <a:gd name="T1" fmla="*/ 0 h 8"/>
                  <a:gd name="T2" fmla="*/ 0 w 1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0" y="3"/>
                      <a:pt x="1" y="5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11" name="Freeform 637">
                <a:extLst>
                  <a:ext uri="{FF2B5EF4-FFF2-40B4-BE49-F238E27FC236}">
                    <a16:creationId xmlns:a16="http://schemas.microsoft.com/office/drawing/2014/main" id="{8498FCAC-E271-40B9-9D69-3DC5D7337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976"/>
                <a:ext cx="3" cy="1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12" name="Freeform 638">
                <a:extLst>
                  <a:ext uri="{FF2B5EF4-FFF2-40B4-BE49-F238E27FC236}">
                    <a16:creationId xmlns:a16="http://schemas.microsoft.com/office/drawing/2014/main" id="{15B15011-CE14-48E5-A6CE-D3B09E69A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254"/>
                <a:ext cx="30" cy="57"/>
              </a:xfrm>
              <a:custGeom>
                <a:avLst/>
                <a:gdLst>
                  <a:gd name="T0" fmla="*/ 0 w 12"/>
                  <a:gd name="T1" fmla="*/ 0 h 23"/>
                  <a:gd name="T2" fmla="*/ 175 w 12"/>
                  <a:gd name="T3" fmla="*/ 34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0" y="0"/>
                    </a:moveTo>
                    <a:cubicBezTo>
                      <a:pt x="12" y="1"/>
                      <a:pt x="10" y="16"/>
                      <a:pt x="11" y="2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13" name="Freeform 639">
                <a:extLst>
                  <a:ext uri="{FF2B5EF4-FFF2-40B4-BE49-F238E27FC236}">
                    <a16:creationId xmlns:a16="http://schemas.microsoft.com/office/drawing/2014/main" id="{54985333-A3D4-4541-9CDB-0C631A804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326"/>
                <a:ext cx="13" cy="30"/>
              </a:xfrm>
              <a:custGeom>
                <a:avLst/>
                <a:gdLst>
                  <a:gd name="T0" fmla="*/ 0 w 5"/>
                  <a:gd name="T1" fmla="*/ 0 h 12"/>
                  <a:gd name="T2" fmla="*/ 68 w 5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2" y="2"/>
                      <a:pt x="5" y="9"/>
                      <a:pt x="4" y="1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14" name="Freeform 640">
                <a:extLst>
                  <a:ext uri="{FF2B5EF4-FFF2-40B4-BE49-F238E27FC236}">
                    <a16:creationId xmlns:a16="http://schemas.microsoft.com/office/drawing/2014/main" id="{8DA6FED0-1288-4C89-A039-7E0ED2D8B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259"/>
                <a:ext cx="30" cy="45"/>
              </a:xfrm>
              <a:custGeom>
                <a:avLst/>
                <a:gdLst>
                  <a:gd name="T0" fmla="*/ 0 w 12"/>
                  <a:gd name="T1" fmla="*/ 283 h 18"/>
                  <a:gd name="T2" fmla="*/ 188 w 12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0" y="18"/>
                    </a:moveTo>
                    <a:cubicBezTo>
                      <a:pt x="7" y="14"/>
                      <a:pt x="8" y="6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15" name="Freeform 641">
                <a:extLst>
                  <a:ext uri="{FF2B5EF4-FFF2-40B4-BE49-F238E27FC236}">
                    <a16:creationId xmlns:a16="http://schemas.microsoft.com/office/drawing/2014/main" id="{BBD7930C-7A41-4B45-88DF-093C013D4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244"/>
                <a:ext cx="18" cy="72"/>
              </a:xfrm>
              <a:custGeom>
                <a:avLst/>
                <a:gdLst>
                  <a:gd name="T0" fmla="*/ 0 w 7"/>
                  <a:gd name="T1" fmla="*/ 320 h 29"/>
                  <a:gd name="T2" fmla="*/ 54 w 7"/>
                  <a:gd name="T3" fmla="*/ 0 h 29"/>
                  <a:gd name="T4" fmla="*/ 118 w 7"/>
                  <a:gd name="T5" fmla="*/ 44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9">
                    <a:moveTo>
                      <a:pt x="0" y="21"/>
                    </a:moveTo>
                    <a:cubicBezTo>
                      <a:pt x="1" y="15"/>
                      <a:pt x="1" y="6"/>
                      <a:pt x="3" y="0"/>
                    </a:cubicBezTo>
                    <a:cubicBezTo>
                      <a:pt x="2" y="10"/>
                      <a:pt x="6" y="19"/>
                      <a:pt x="7" y="29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16" name="Freeform 642">
                <a:extLst>
                  <a:ext uri="{FF2B5EF4-FFF2-40B4-BE49-F238E27FC236}">
                    <a16:creationId xmlns:a16="http://schemas.microsoft.com/office/drawing/2014/main" id="{62C63899-C763-4D85-969E-029055A8F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376"/>
                <a:ext cx="21" cy="128"/>
              </a:xfrm>
              <a:custGeom>
                <a:avLst/>
                <a:gdLst>
                  <a:gd name="T0" fmla="*/ 144 w 8"/>
                  <a:gd name="T1" fmla="*/ 0 h 51"/>
                  <a:gd name="T2" fmla="*/ 21 w 8"/>
                  <a:gd name="T3" fmla="*/ 80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cubicBezTo>
                      <a:pt x="8" y="17"/>
                      <a:pt x="0" y="33"/>
                      <a:pt x="1" y="51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17" name="Freeform 643">
                <a:extLst>
                  <a:ext uri="{FF2B5EF4-FFF2-40B4-BE49-F238E27FC236}">
                    <a16:creationId xmlns:a16="http://schemas.microsoft.com/office/drawing/2014/main" id="{2039A4FE-2187-4E25-9498-C5AC7FD22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441"/>
                <a:ext cx="35" cy="203"/>
              </a:xfrm>
              <a:custGeom>
                <a:avLst/>
                <a:gdLst>
                  <a:gd name="T0" fmla="*/ 0 w 14"/>
                  <a:gd name="T1" fmla="*/ 0 h 81"/>
                  <a:gd name="T2" fmla="*/ 0 w 14"/>
                  <a:gd name="T3" fmla="*/ 1276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1">
                    <a:moveTo>
                      <a:pt x="0" y="0"/>
                    </a:moveTo>
                    <a:cubicBezTo>
                      <a:pt x="14" y="24"/>
                      <a:pt x="2" y="56"/>
                      <a:pt x="0" y="81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18" name="Freeform 644">
                <a:extLst>
                  <a:ext uri="{FF2B5EF4-FFF2-40B4-BE49-F238E27FC236}">
                    <a16:creationId xmlns:a16="http://schemas.microsoft.com/office/drawing/2014/main" id="{1210D2A7-9AFB-4E26-954E-8324F77C3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564"/>
                <a:ext cx="36" cy="192"/>
              </a:xfrm>
              <a:custGeom>
                <a:avLst/>
                <a:gdLst>
                  <a:gd name="T0" fmla="*/ 85 w 14"/>
                  <a:gd name="T1" fmla="*/ 0 h 77"/>
                  <a:gd name="T2" fmla="*/ 67 w 14"/>
                  <a:gd name="T3" fmla="*/ 479 h 77"/>
                  <a:gd name="T4" fmla="*/ 239 w 14"/>
                  <a:gd name="T5" fmla="*/ 1194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7">
                    <a:moveTo>
                      <a:pt x="5" y="0"/>
                    </a:moveTo>
                    <a:cubicBezTo>
                      <a:pt x="0" y="9"/>
                      <a:pt x="3" y="22"/>
                      <a:pt x="4" y="31"/>
                    </a:cubicBezTo>
                    <a:cubicBezTo>
                      <a:pt x="5" y="47"/>
                      <a:pt x="6" y="63"/>
                      <a:pt x="14" y="77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19" name="Freeform 645">
                <a:extLst>
                  <a:ext uri="{FF2B5EF4-FFF2-40B4-BE49-F238E27FC236}">
                    <a16:creationId xmlns:a16="http://schemas.microsoft.com/office/drawing/2014/main" id="{952C0D10-1D8E-447C-8A6B-F6F0EE7DC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581"/>
                <a:ext cx="15" cy="135"/>
              </a:xfrm>
              <a:custGeom>
                <a:avLst/>
                <a:gdLst>
                  <a:gd name="T0" fmla="*/ 20 w 6"/>
                  <a:gd name="T1" fmla="*/ 0 h 54"/>
                  <a:gd name="T2" fmla="*/ 0 w 6"/>
                  <a:gd name="T3" fmla="*/ 845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4">
                    <a:moveTo>
                      <a:pt x="1" y="0"/>
                    </a:moveTo>
                    <a:cubicBezTo>
                      <a:pt x="6" y="18"/>
                      <a:pt x="1" y="37"/>
                      <a:pt x="0" y="54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20" name="Freeform 646">
                <a:extLst>
                  <a:ext uri="{FF2B5EF4-FFF2-40B4-BE49-F238E27FC236}">
                    <a16:creationId xmlns:a16="http://schemas.microsoft.com/office/drawing/2014/main" id="{63795E2D-AC8C-4CA0-8B5B-024E2DF74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1769"/>
                <a:ext cx="15" cy="102"/>
              </a:xfrm>
              <a:custGeom>
                <a:avLst/>
                <a:gdLst>
                  <a:gd name="T0" fmla="*/ 95 w 6"/>
                  <a:gd name="T1" fmla="*/ 0 h 41"/>
                  <a:gd name="T2" fmla="*/ 0 w 6"/>
                  <a:gd name="T3" fmla="*/ 632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1">
                    <a:moveTo>
                      <a:pt x="6" y="0"/>
                    </a:moveTo>
                    <a:cubicBezTo>
                      <a:pt x="6" y="14"/>
                      <a:pt x="5" y="29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21" name="Freeform 647">
                <a:extLst>
                  <a:ext uri="{FF2B5EF4-FFF2-40B4-BE49-F238E27FC236}">
                    <a16:creationId xmlns:a16="http://schemas.microsoft.com/office/drawing/2014/main" id="{8071FC23-CC7E-44BA-B34E-9B9C7564F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1854"/>
                <a:ext cx="21" cy="140"/>
              </a:xfrm>
              <a:custGeom>
                <a:avLst/>
                <a:gdLst>
                  <a:gd name="T0" fmla="*/ 0 w 8"/>
                  <a:gd name="T1" fmla="*/ 0 h 56"/>
                  <a:gd name="T2" fmla="*/ 55 w 8"/>
                  <a:gd name="T3" fmla="*/ 875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6">
                    <a:moveTo>
                      <a:pt x="0" y="0"/>
                    </a:moveTo>
                    <a:cubicBezTo>
                      <a:pt x="8" y="18"/>
                      <a:pt x="2" y="38"/>
                      <a:pt x="3" y="5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22" name="Freeform 648">
                <a:extLst>
                  <a:ext uri="{FF2B5EF4-FFF2-40B4-BE49-F238E27FC236}">
                    <a16:creationId xmlns:a16="http://schemas.microsoft.com/office/drawing/2014/main" id="{348C4C01-451E-4FA8-9BCE-95050CA6A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926"/>
                <a:ext cx="45" cy="125"/>
              </a:xfrm>
              <a:custGeom>
                <a:avLst/>
                <a:gdLst>
                  <a:gd name="T0" fmla="*/ 20 w 18"/>
                  <a:gd name="T1" fmla="*/ 0 h 50"/>
                  <a:gd name="T2" fmla="*/ 283 w 18"/>
                  <a:gd name="T3" fmla="*/ 78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0">
                    <a:moveTo>
                      <a:pt x="1" y="0"/>
                    </a:moveTo>
                    <a:cubicBezTo>
                      <a:pt x="0" y="12"/>
                      <a:pt x="6" y="45"/>
                      <a:pt x="18" y="5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23" name="Freeform 649">
                <a:extLst>
                  <a:ext uri="{FF2B5EF4-FFF2-40B4-BE49-F238E27FC236}">
                    <a16:creationId xmlns:a16="http://schemas.microsoft.com/office/drawing/2014/main" id="{A0C1EBFD-D2C0-4863-B165-9E1E1473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1774"/>
                <a:ext cx="12" cy="105"/>
              </a:xfrm>
              <a:custGeom>
                <a:avLst/>
                <a:gdLst>
                  <a:gd name="T0" fmla="*/ 58 w 5"/>
                  <a:gd name="T1" fmla="*/ 0 h 42"/>
                  <a:gd name="T2" fmla="*/ 0 w 5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2">
                    <a:moveTo>
                      <a:pt x="4" y="0"/>
                    </a:moveTo>
                    <a:cubicBezTo>
                      <a:pt x="5" y="15"/>
                      <a:pt x="4" y="28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24" name="Freeform 650">
                <a:extLst>
                  <a:ext uri="{FF2B5EF4-FFF2-40B4-BE49-F238E27FC236}">
                    <a16:creationId xmlns:a16="http://schemas.microsoft.com/office/drawing/2014/main" id="{537D4588-EF69-4D61-8AEB-6EDB87FC0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49"/>
                <a:ext cx="45" cy="115"/>
              </a:xfrm>
              <a:custGeom>
                <a:avLst/>
                <a:gdLst>
                  <a:gd name="T0" fmla="*/ 283 w 18"/>
                  <a:gd name="T1" fmla="*/ 0 h 46"/>
                  <a:gd name="T2" fmla="*/ 0 w 18"/>
                  <a:gd name="T3" fmla="*/ 72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6">
                    <a:moveTo>
                      <a:pt x="18" y="0"/>
                    </a:moveTo>
                    <a:cubicBezTo>
                      <a:pt x="17" y="18"/>
                      <a:pt x="14" y="34"/>
                      <a:pt x="0" y="4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25" name="Freeform 651">
                <a:extLst>
                  <a:ext uri="{FF2B5EF4-FFF2-40B4-BE49-F238E27FC236}">
                    <a16:creationId xmlns:a16="http://schemas.microsoft.com/office/drawing/2014/main" id="{B15E6280-3565-4A96-8976-0CDCAC8D4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776"/>
                <a:ext cx="33" cy="115"/>
              </a:xfrm>
              <a:custGeom>
                <a:avLst/>
                <a:gdLst>
                  <a:gd name="T0" fmla="*/ 0 w 13"/>
                  <a:gd name="T1" fmla="*/ 0 h 46"/>
                  <a:gd name="T2" fmla="*/ 213 w 13"/>
                  <a:gd name="T3" fmla="*/ 72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6">
                    <a:moveTo>
                      <a:pt x="0" y="0"/>
                    </a:moveTo>
                    <a:cubicBezTo>
                      <a:pt x="2" y="14"/>
                      <a:pt x="2" y="37"/>
                      <a:pt x="13" y="4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26" name="Freeform 652">
                <a:extLst>
                  <a:ext uri="{FF2B5EF4-FFF2-40B4-BE49-F238E27FC236}">
                    <a16:creationId xmlns:a16="http://schemas.microsoft.com/office/drawing/2014/main" id="{916E5AD5-B1CA-415E-BFA0-A337A3F00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661"/>
                <a:ext cx="30" cy="105"/>
              </a:xfrm>
              <a:custGeom>
                <a:avLst/>
                <a:gdLst>
                  <a:gd name="T0" fmla="*/ 0 w 12"/>
                  <a:gd name="T1" fmla="*/ 658 h 42"/>
                  <a:gd name="T2" fmla="*/ 188 w 12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2">
                    <a:moveTo>
                      <a:pt x="0" y="42"/>
                    </a:moveTo>
                    <a:cubicBezTo>
                      <a:pt x="11" y="34"/>
                      <a:pt x="12" y="14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27" name="Freeform 653">
                <a:extLst>
                  <a:ext uri="{FF2B5EF4-FFF2-40B4-BE49-F238E27FC236}">
                    <a16:creationId xmlns:a16="http://schemas.microsoft.com/office/drawing/2014/main" id="{D642977C-F297-4523-B35E-6A901045C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1591"/>
                <a:ext cx="37" cy="105"/>
              </a:xfrm>
              <a:custGeom>
                <a:avLst/>
                <a:gdLst>
                  <a:gd name="T0" fmla="*/ 0 w 15"/>
                  <a:gd name="T1" fmla="*/ 0 h 42"/>
                  <a:gd name="T2" fmla="*/ 224 w 15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2">
                    <a:moveTo>
                      <a:pt x="0" y="0"/>
                    </a:moveTo>
                    <a:cubicBezTo>
                      <a:pt x="2" y="14"/>
                      <a:pt x="5" y="32"/>
                      <a:pt x="15" y="42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28" name="Freeform 654">
                <a:extLst>
                  <a:ext uri="{FF2B5EF4-FFF2-40B4-BE49-F238E27FC236}">
                    <a16:creationId xmlns:a16="http://schemas.microsoft.com/office/drawing/2014/main" id="{1F9D0E3B-554C-4D5D-A365-368FA2EA4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481"/>
                <a:ext cx="32" cy="83"/>
              </a:xfrm>
              <a:custGeom>
                <a:avLst/>
                <a:gdLst>
                  <a:gd name="T0" fmla="*/ 0 w 13"/>
                  <a:gd name="T1" fmla="*/ 526 h 33"/>
                  <a:gd name="T2" fmla="*/ 162 w 13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3">
                    <a:moveTo>
                      <a:pt x="0" y="33"/>
                    </a:moveTo>
                    <a:cubicBezTo>
                      <a:pt x="8" y="24"/>
                      <a:pt x="13" y="13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29" name="Freeform 655">
                <a:extLst>
                  <a:ext uri="{FF2B5EF4-FFF2-40B4-BE49-F238E27FC236}">
                    <a16:creationId xmlns:a16="http://schemas.microsoft.com/office/drawing/2014/main" id="{0E5673A8-2B6A-4E94-AFFE-81CEA4D7E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411"/>
                <a:ext cx="43" cy="100"/>
              </a:xfrm>
              <a:custGeom>
                <a:avLst/>
                <a:gdLst>
                  <a:gd name="T0" fmla="*/ 51 w 17"/>
                  <a:gd name="T1" fmla="*/ 0 h 40"/>
                  <a:gd name="T2" fmla="*/ 276 w 17"/>
                  <a:gd name="T3" fmla="*/ 62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0">
                    <a:moveTo>
                      <a:pt x="3" y="0"/>
                    </a:moveTo>
                    <a:cubicBezTo>
                      <a:pt x="0" y="11"/>
                      <a:pt x="8" y="34"/>
                      <a:pt x="17" y="4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30" name="Freeform 656">
                <a:extLst>
                  <a:ext uri="{FF2B5EF4-FFF2-40B4-BE49-F238E27FC236}">
                    <a16:creationId xmlns:a16="http://schemas.microsoft.com/office/drawing/2014/main" id="{65127EE4-2BEA-4B1A-9C65-DDBAAE349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369"/>
                <a:ext cx="12" cy="90"/>
              </a:xfrm>
              <a:custGeom>
                <a:avLst/>
                <a:gdLst>
                  <a:gd name="T0" fmla="*/ 12 w 5"/>
                  <a:gd name="T1" fmla="*/ 0 h 36"/>
                  <a:gd name="T2" fmla="*/ 0 w 5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6">
                    <a:moveTo>
                      <a:pt x="1" y="0"/>
                    </a:moveTo>
                    <a:cubicBezTo>
                      <a:pt x="5" y="11"/>
                      <a:pt x="0" y="25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31" name="Freeform 657">
                <a:extLst>
                  <a:ext uri="{FF2B5EF4-FFF2-40B4-BE49-F238E27FC236}">
                    <a16:creationId xmlns:a16="http://schemas.microsoft.com/office/drawing/2014/main" id="{3FA96FFA-8946-43FA-A535-6B1ABC6CE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361"/>
                <a:ext cx="35" cy="65"/>
              </a:xfrm>
              <a:custGeom>
                <a:avLst/>
                <a:gdLst>
                  <a:gd name="T0" fmla="*/ 220 w 14"/>
                  <a:gd name="T1" fmla="*/ 0 h 26"/>
                  <a:gd name="T2" fmla="*/ 0 w 14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6">
                    <a:moveTo>
                      <a:pt x="14" y="0"/>
                    </a:moveTo>
                    <a:cubicBezTo>
                      <a:pt x="13" y="13"/>
                      <a:pt x="5" y="17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32" name="Freeform 658">
                <a:extLst>
                  <a:ext uri="{FF2B5EF4-FFF2-40B4-BE49-F238E27FC236}">
                    <a16:creationId xmlns:a16="http://schemas.microsoft.com/office/drawing/2014/main" id="{3C031AA3-F17F-473D-862F-20279BE83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1434"/>
                <a:ext cx="20" cy="125"/>
              </a:xfrm>
              <a:custGeom>
                <a:avLst/>
                <a:gdLst>
                  <a:gd name="T0" fmla="*/ 33 w 8"/>
                  <a:gd name="T1" fmla="*/ 0 h 50"/>
                  <a:gd name="T2" fmla="*/ 0 w 8"/>
                  <a:gd name="T3" fmla="*/ 78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0">
                    <a:moveTo>
                      <a:pt x="2" y="0"/>
                    </a:moveTo>
                    <a:cubicBezTo>
                      <a:pt x="8" y="17"/>
                      <a:pt x="6" y="34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33" name="Freeform 659">
                <a:extLst>
                  <a:ext uri="{FF2B5EF4-FFF2-40B4-BE49-F238E27FC236}">
                    <a16:creationId xmlns:a16="http://schemas.microsoft.com/office/drawing/2014/main" id="{150737CA-1B99-41AA-B4EA-621B22966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556"/>
                <a:ext cx="15" cy="80"/>
              </a:xfrm>
              <a:custGeom>
                <a:avLst/>
                <a:gdLst>
                  <a:gd name="T0" fmla="*/ 20 w 6"/>
                  <a:gd name="T1" fmla="*/ 0 h 32"/>
                  <a:gd name="T2" fmla="*/ 0 w 6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2">
                    <a:moveTo>
                      <a:pt x="1" y="0"/>
                    </a:moveTo>
                    <a:cubicBezTo>
                      <a:pt x="6" y="11"/>
                      <a:pt x="1" y="22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34" name="Freeform 660">
                <a:extLst>
                  <a:ext uri="{FF2B5EF4-FFF2-40B4-BE49-F238E27FC236}">
                    <a16:creationId xmlns:a16="http://schemas.microsoft.com/office/drawing/2014/main" id="{73DF2DEC-BD41-4681-8576-34206C08C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554"/>
                <a:ext cx="15" cy="152"/>
              </a:xfrm>
              <a:custGeom>
                <a:avLst/>
                <a:gdLst>
                  <a:gd name="T0" fmla="*/ 20 w 6"/>
                  <a:gd name="T1" fmla="*/ 0 h 61"/>
                  <a:gd name="T2" fmla="*/ 0 w 6"/>
                  <a:gd name="T3" fmla="*/ 944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1">
                    <a:moveTo>
                      <a:pt x="1" y="0"/>
                    </a:moveTo>
                    <a:cubicBezTo>
                      <a:pt x="4" y="19"/>
                      <a:pt x="6" y="43"/>
                      <a:pt x="0" y="61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35" name="Freeform 661">
                <a:extLst>
                  <a:ext uri="{FF2B5EF4-FFF2-40B4-BE49-F238E27FC236}">
                    <a16:creationId xmlns:a16="http://schemas.microsoft.com/office/drawing/2014/main" id="{9AC1FA6C-3C7F-410A-B730-796E84D0D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1656"/>
                <a:ext cx="17" cy="115"/>
              </a:xfrm>
              <a:custGeom>
                <a:avLst/>
                <a:gdLst>
                  <a:gd name="T0" fmla="*/ 12 w 7"/>
                  <a:gd name="T1" fmla="*/ 0 h 46"/>
                  <a:gd name="T2" fmla="*/ 100 w 7"/>
                  <a:gd name="T3" fmla="*/ 72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6">
                    <a:moveTo>
                      <a:pt x="1" y="0"/>
                    </a:moveTo>
                    <a:cubicBezTo>
                      <a:pt x="1" y="15"/>
                      <a:pt x="0" y="33"/>
                      <a:pt x="7" y="4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36" name="Freeform 662">
                <a:extLst>
                  <a:ext uri="{FF2B5EF4-FFF2-40B4-BE49-F238E27FC236}">
                    <a16:creationId xmlns:a16="http://schemas.microsoft.com/office/drawing/2014/main" id="{CD312C41-067C-4738-913A-8ECEC6136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1589"/>
                <a:ext cx="1" cy="37"/>
              </a:xfrm>
              <a:custGeom>
                <a:avLst/>
                <a:gdLst>
                  <a:gd name="T0" fmla="*/ 0 w 1"/>
                  <a:gd name="T1" fmla="*/ 0 h 15"/>
                  <a:gd name="T2" fmla="*/ 0 w 1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0" y="0"/>
                    </a:moveTo>
                    <a:cubicBezTo>
                      <a:pt x="0" y="5"/>
                      <a:pt x="0" y="10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37" name="Freeform 663">
                <a:extLst>
                  <a:ext uri="{FF2B5EF4-FFF2-40B4-BE49-F238E27FC236}">
                    <a16:creationId xmlns:a16="http://schemas.microsoft.com/office/drawing/2014/main" id="{E0F00212-4D3C-495D-B280-D5B17679F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379"/>
                <a:ext cx="13" cy="92"/>
              </a:xfrm>
              <a:custGeom>
                <a:avLst/>
                <a:gdLst>
                  <a:gd name="T0" fmla="*/ 68 w 5"/>
                  <a:gd name="T1" fmla="*/ 0 h 37"/>
                  <a:gd name="T2" fmla="*/ 88 w 5"/>
                  <a:gd name="T3" fmla="*/ 278 h 37"/>
                  <a:gd name="T4" fmla="*/ 0 w 5"/>
                  <a:gd name="T5" fmla="*/ 56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7">
                    <a:moveTo>
                      <a:pt x="4" y="0"/>
                    </a:moveTo>
                    <a:cubicBezTo>
                      <a:pt x="2" y="6"/>
                      <a:pt x="5" y="12"/>
                      <a:pt x="5" y="18"/>
                    </a:cubicBezTo>
                    <a:cubicBezTo>
                      <a:pt x="5" y="25"/>
                      <a:pt x="2" y="31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38" name="Freeform 664">
                <a:extLst>
                  <a:ext uri="{FF2B5EF4-FFF2-40B4-BE49-F238E27FC236}">
                    <a16:creationId xmlns:a16="http://schemas.microsoft.com/office/drawing/2014/main" id="{59D803CB-7856-4A50-94B7-6820CAD8B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734"/>
                <a:ext cx="5" cy="80"/>
              </a:xfrm>
              <a:custGeom>
                <a:avLst/>
                <a:gdLst>
                  <a:gd name="T0" fmla="*/ 20 w 2"/>
                  <a:gd name="T1" fmla="*/ 0 h 32"/>
                  <a:gd name="T2" fmla="*/ 0 w 2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2">
                    <a:moveTo>
                      <a:pt x="1" y="0"/>
                    </a:moveTo>
                    <a:cubicBezTo>
                      <a:pt x="1" y="11"/>
                      <a:pt x="2" y="22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39" name="Freeform 665">
                <a:extLst>
                  <a:ext uri="{FF2B5EF4-FFF2-40B4-BE49-F238E27FC236}">
                    <a16:creationId xmlns:a16="http://schemas.microsoft.com/office/drawing/2014/main" id="{5044ECED-31BA-4267-9B1E-71A835943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801"/>
                <a:ext cx="27" cy="138"/>
              </a:xfrm>
              <a:custGeom>
                <a:avLst/>
                <a:gdLst>
                  <a:gd name="T0" fmla="*/ 0 w 11"/>
                  <a:gd name="T1" fmla="*/ 0 h 55"/>
                  <a:gd name="T2" fmla="*/ 29 w 11"/>
                  <a:gd name="T3" fmla="*/ 868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5">
                    <a:moveTo>
                      <a:pt x="0" y="0"/>
                    </a:moveTo>
                    <a:cubicBezTo>
                      <a:pt x="11" y="11"/>
                      <a:pt x="3" y="42"/>
                      <a:pt x="2" y="55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40" name="Freeform 666">
                <a:extLst>
                  <a:ext uri="{FF2B5EF4-FFF2-40B4-BE49-F238E27FC236}">
                    <a16:creationId xmlns:a16="http://schemas.microsoft.com/office/drawing/2014/main" id="{0C0BE9C7-9B4C-4F1F-A851-D66BBA058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901"/>
                <a:ext cx="25" cy="103"/>
              </a:xfrm>
              <a:custGeom>
                <a:avLst/>
                <a:gdLst>
                  <a:gd name="T0" fmla="*/ 0 w 10"/>
                  <a:gd name="T1" fmla="*/ 0 h 41"/>
                  <a:gd name="T2" fmla="*/ 83 w 10"/>
                  <a:gd name="T3" fmla="*/ 65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1">
                    <a:moveTo>
                      <a:pt x="0" y="0"/>
                    </a:moveTo>
                    <a:cubicBezTo>
                      <a:pt x="10" y="12"/>
                      <a:pt x="6" y="28"/>
                      <a:pt x="5" y="41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41" name="Freeform 667">
                <a:extLst>
                  <a:ext uri="{FF2B5EF4-FFF2-40B4-BE49-F238E27FC236}">
                    <a16:creationId xmlns:a16="http://schemas.microsoft.com/office/drawing/2014/main" id="{73E73774-C98E-48F4-9A11-41F4DF48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919"/>
                <a:ext cx="22" cy="77"/>
              </a:xfrm>
              <a:custGeom>
                <a:avLst/>
                <a:gdLst>
                  <a:gd name="T0" fmla="*/ 12 w 9"/>
                  <a:gd name="T1" fmla="*/ 0 h 31"/>
                  <a:gd name="T2" fmla="*/ 132 w 9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1">
                    <a:moveTo>
                      <a:pt x="1" y="0"/>
                    </a:moveTo>
                    <a:cubicBezTo>
                      <a:pt x="0" y="11"/>
                      <a:pt x="6" y="22"/>
                      <a:pt x="9" y="31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42" name="Freeform 668">
                <a:extLst>
                  <a:ext uri="{FF2B5EF4-FFF2-40B4-BE49-F238E27FC236}">
                    <a16:creationId xmlns:a16="http://schemas.microsoft.com/office/drawing/2014/main" id="{72B065A9-F1FA-437F-9CC4-B9EA6A5F7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964"/>
                <a:ext cx="17" cy="102"/>
              </a:xfrm>
              <a:custGeom>
                <a:avLst/>
                <a:gdLst>
                  <a:gd name="T0" fmla="*/ 100 w 7"/>
                  <a:gd name="T1" fmla="*/ 0 h 41"/>
                  <a:gd name="T2" fmla="*/ 58 w 7"/>
                  <a:gd name="T3" fmla="*/ 632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1">
                    <a:moveTo>
                      <a:pt x="7" y="0"/>
                    </a:moveTo>
                    <a:cubicBezTo>
                      <a:pt x="0" y="13"/>
                      <a:pt x="2" y="28"/>
                      <a:pt x="4" y="41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43" name="Freeform 669">
                <a:extLst>
                  <a:ext uri="{FF2B5EF4-FFF2-40B4-BE49-F238E27FC236}">
                    <a16:creationId xmlns:a16="http://schemas.microsoft.com/office/drawing/2014/main" id="{15C81938-1900-4065-83D4-FF8E37D1F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984"/>
                <a:ext cx="12" cy="112"/>
              </a:xfrm>
              <a:custGeom>
                <a:avLst/>
                <a:gdLst>
                  <a:gd name="T0" fmla="*/ 12 w 5"/>
                  <a:gd name="T1" fmla="*/ 0 h 45"/>
                  <a:gd name="T2" fmla="*/ 0 w 5"/>
                  <a:gd name="T3" fmla="*/ 69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5">
                    <a:moveTo>
                      <a:pt x="1" y="0"/>
                    </a:moveTo>
                    <a:cubicBezTo>
                      <a:pt x="4" y="14"/>
                      <a:pt x="5" y="32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44" name="Freeform 670">
                <a:extLst>
                  <a:ext uri="{FF2B5EF4-FFF2-40B4-BE49-F238E27FC236}">
                    <a16:creationId xmlns:a16="http://schemas.microsoft.com/office/drawing/2014/main" id="{DB213E15-1271-4DDE-BC99-FF0FA0623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034"/>
                <a:ext cx="18" cy="112"/>
              </a:xfrm>
              <a:custGeom>
                <a:avLst/>
                <a:gdLst>
                  <a:gd name="T0" fmla="*/ 118 w 7"/>
                  <a:gd name="T1" fmla="*/ 0 h 45"/>
                  <a:gd name="T2" fmla="*/ 118 w 7"/>
                  <a:gd name="T3" fmla="*/ 69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5">
                    <a:moveTo>
                      <a:pt x="7" y="0"/>
                    </a:moveTo>
                    <a:cubicBezTo>
                      <a:pt x="0" y="12"/>
                      <a:pt x="6" y="33"/>
                      <a:pt x="7" y="45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45" name="Freeform 671">
                <a:extLst>
                  <a:ext uri="{FF2B5EF4-FFF2-40B4-BE49-F238E27FC236}">
                    <a16:creationId xmlns:a16="http://schemas.microsoft.com/office/drawing/2014/main" id="{CC90FFA2-CC2C-4814-8D09-0120113B5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096"/>
                <a:ext cx="18" cy="100"/>
              </a:xfrm>
              <a:custGeom>
                <a:avLst/>
                <a:gdLst>
                  <a:gd name="T0" fmla="*/ 100 w 7"/>
                  <a:gd name="T1" fmla="*/ 0 h 40"/>
                  <a:gd name="T2" fmla="*/ 118 w 7"/>
                  <a:gd name="T3" fmla="*/ 62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0">
                    <a:moveTo>
                      <a:pt x="6" y="0"/>
                    </a:moveTo>
                    <a:cubicBezTo>
                      <a:pt x="5" y="14"/>
                      <a:pt x="0" y="27"/>
                      <a:pt x="7" y="4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46" name="Freeform 672">
                <a:extLst>
                  <a:ext uri="{FF2B5EF4-FFF2-40B4-BE49-F238E27FC236}">
                    <a16:creationId xmlns:a16="http://schemas.microsoft.com/office/drawing/2014/main" id="{3C3504A5-3906-474B-A2D1-C3EE56293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149"/>
                <a:ext cx="12" cy="90"/>
              </a:xfrm>
              <a:custGeom>
                <a:avLst/>
                <a:gdLst>
                  <a:gd name="T0" fmla="*/ 12 w 5"/>
                  <a:gd name="T1" fmla="*/ 0 h 36"/>
                  <a:gd name="T2" fmla="*/ 0 w 5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6">
                    <a:moveTo>
                      <a:pt x="1" y="0"/>
                    </a:moveTo>
                    <a:cubicBezTo>
                      <a:pt x="3" y="12"/>
                      <a:pt x="5" y="25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47" name="Freeform 673">
                <a:extLst>
                  <a:ext uri="{FF2B5EF4-FFF2-40B4-BE49-F238E27FC236}">
                    <a16:creationId xmlns:a16="http://schemas.microsoft.com/office/drawing/2014/main" id="{CFE627EE-B59A-42A5-A809-9926A9E47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211"/>
                <a:ext cx="15" cy="70"/>
              </a:xfrm>
              <a:custGeom>
                <a:avLst/>
                <a:gdLst>
                  <a:gd name="T0" fmla="*/ 0 w 6"/>
                  <a:gd name="T1" fmla="*/ 0 h 28"/>
                  <a:gd name="T2" fmla="*/ 95 w 6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3" y="10"/>
                      <a:pt x="5" y="19"/>
                      <a:pt x="6" y="28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48" name="Freeform 674">
                <a:extLst>
                  <a:ext uri="{FF2B5EF4-FFF2-40B4-BE49-F238E27FC236}">
                    <a16:creationId xmlns:a16="http://schemas.microsoft.com/office/drawing/2014/main" id="{A413CA78-0EB9-4979-ABB1-A84109526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026"/>
                <a:ext cx="10" cy="33"/>
              </a:xfrm>
              <a:custGeom>
                <a:avLst/>
                <a:gdLst>
                  <a:gd name="T0" fmla="*/ 0 w 4"/>
                  <a:gd name="T1" fmla="*/ 213 h 13"/>
                  <a:gd name="T2" fmla="*/ 63 w 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0" y="13"/>
                    </a:moveTo>
                    <a:cubicBezTo>
                      <a:pt x="1" y="8"/>
                      <a:pt x="4" y="5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49" name="Freeform 675">
                <a:extLst>
                  <a:ext uri="{FF2B5EF4-FFF2-40B4-BE49-F238E27FC236}">
                    <a16:creationId xmlns:a16="http://schemas.microsoft.com/office/drawing/2014/main" id="{58243AD6-AE54-4EFF-BBCA-510DA9B67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064"/>
                <a:ext cx="17" cy="90"/>
              </a:xfrm>
              <a:custGeom>
                <a:avLst/>
                <a:gdLst>
                  <a:gd name="T0" fmla="*/ 70 w 7"/>
                  <a:gd name="T1" fmla="*/ 0 h 36"/>
                  <a:gd name="T2" fmla="*/ 100 w 7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6">
                    <a:moveTo>
                      <a:pt x="5" y="0"/>
                    </a:moveTo>
                    <a:cubicBezTo>
                      <a:pt x="4" y="11"/>
                      <a:pt x="0" y="27"/>
                      <a:pt x="7" y="3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50" name="Freeform 676">
                <a:extLst>
                  <a:ext uri="{FF2B5EF4-FFF2-40B4-BE49-F238E27FC236}">
                    <a16:creationId xmlns:a16="http://schemas.microsoft.com/office/drawing/2014/main" id="{E5A95C95-F853-4450-96D4-40332B8B4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106"/>
                <a:ext cx="17" cy="130"/>
              </a:xfrm>
              <a:custGeom>
                <a:avLst/>
                <a:gdLst>
                  <a:gd name="T0" fmla="*/ 12 w 7"/>
                  <a:gd name="T1" fmla="*/ 0 h 52"/>
                  <a:gd name="T2" fmla="*/ 0 w 7"/>
                  <a:gd name="T3" fmla="*/ 813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2">
                    <a:moveTo>
                      <a:pt x="1" y="0"/>
                    </a:moveTo>
                    <a:cubicBezTo>
                      <a:pt x="3" y="18"/>
                      <a:pt x="7" y="35"/>
                      <a:pt x="0" y="52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51" name="Freeform 677">
                <a:extLst>
                  <a:ext uri="{FF2B5EF4-FFF2-40B4-BE49-F238E27FC236}">
                    <a16:creationId xmlns:a16="http://schemas.microsoft.com/office/drawing/2014/main" id="{24E7EDE0-3901-496B-B933-24CB2B32E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116"/>
                <a:ext cx="25" cy="78"/>
              </a:xfrm>
              <a:custGeom>
                <a:avLst/>
                <a:gdLst>
                  <a:gd name="T0" fmla="*/ 0 w 10"/>
                  <a:gd name="T1" fmla="*/ 493 h 31"/>
                  <a:gd name="T2" fmla="*/ 158 w 10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0" y="31"/>
                    </a:moveTo>
                    <a:cubicBezTo>
                      <a:pt x="5" y="22"/>
                      <a:pt x="5" y="10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52" name="Freeform 678">
                <a:extLst>
                  <a:ext uri="{FF2B5EF4-FFF2-40B4-BE49-F238E27FC236}">
                    <a16:creationId xmlns:a16="http://schemas.microsoft.com/office/drawing/2014/main" id="{90E50474-16E0-4E84-A9D6-171B66C98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094"/>
                <a:ext cx="20" cy="140"/>
              </a:xfrm>
              <a:custGeom>
                <a:avLst/>
                <a:gdLst>
                  <a:gd name="T0" fmla="*/ 83 w 8"/>
                  <a:gd name="T1" fmla="*/ 0 h 56"/>
                  <a:gd name="T2" fmla="*/ 0 w 8"/>
                  <a:gd name="T3" fmla="*/ 875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6">
                    <a:moveTo>
                      <a:pt x="5" y="0"/>
                    </a:moveTo>
                    <a:cubicBezTo>
                      <a:pt x="6" y="19"/>
                      <a:pt x="8" y="38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53" name="Freeform 679">
                <a:extLst>
                  <a:ext uri="{FF2B5EF4-FFF2-40B4-BE49-F238E27FC236}">
                    <a16:creationId xmlns:a16="http://schemas.microsoft.com/office/drawing/2014/main" id="{35F9C3EC-5F62-4774-8BB0-4348511E1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209"/>
                <a:ext cx="10" cy="100"/>
              </a:xfrm>
              <a:custGeom>
                <a:avLst/>
                <a:gdLst>
                  <a:gd name="T0" fmla="*/ 0 w 4"/>
                  <a:gd name="T1" fmla="*/ 0 h 40"/>
                  <a:gd name="T2" fmla="*/ 50 w 4"/>
                  <a:gd name="T3" fmla="*/ 62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0">
                    <a:moveTo>
                      <a:pt x="0" y="0"/>
                    </a:moveTo>
                    <a:cubicBezTo>
                      <a:pt x="4" y="13"/>
                      <a:pt x="3" y="27"/>
                      <a:pt x="3" y="4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54" name="Freeform 680">
                <a:extLst>
                  <a:ext uri="{FF2B5EF4-FFF2-40B4-BE49-F238E27FC236}">
                    <a16:creationId xmlns:a16="http://schemas.microsoft.com/office/drawing/2014/main" id="{549012E0-76AF-4254-888F-E96CC60ED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269"/>
                <a:ext cx="25" cy="62"/>
              </a:xfrm>
              <a:custGeom>
                <a:avLst/>
                <a:gdLst>
                  <a:gd name="T0" fmla="*/ 33 w 10"/>
                  <a:gd name="T1" fmla="*/ 382 h 25"/>
                  <a:gd name="T2" fmla="*/ 158 w 10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5">
                    <a:moveTo>
                      <a:pt x="2" y="25"/>
                    </a:moveTo>
                    <a:cubicBezTo>
                      <a:pt x="0" y="19"/>
                      <a:pt x="7" y="7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55" name="Freeform 681">
                <a:extLst>
                  <a:ext uri="{FF2B5EF4-FFF2-40B4-BE49-F238E27FC236}">
                    <a16:creationId xmlns:a16="http://schemas.microsoft.com/office/drawing/2014/main" id="{069BEFE5-8C27-4480-9563-D70A5A4C2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309"/>
                <a:ext cx="8" cy="40"/>
              </a:xfrm>
              <a:custGeom>
                <a:avLst/>
                <a:gdLst>
                  <a:gd name="T0" fmla="*/ 0 w 3"/>
                  <a:gd name="T1" fmla="*/ 0 h 16"/>
                  <a:gd name="T2" fmla="*/ 56 w 3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0" y="0"/>
                    </a:moveTo>
                    <a:cubicBezTo>
                      <a:pt x="0" y="6"/>
                      <a:pt x="2" y="11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56" name="Freeform 682">
                <a:extLst>
                  <a:ext uri="{FF2B5EF4-FFF2-40B4-BE49-F238E27FC236}">
                    <a16:creationId xmlns:a16="http://schemas.microsoft.com/office/drawing/2014/main" id="{1B7D3B28-EE18-4166-86D8-5878698F3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859"/>
                <a:ext cx="25" cy="17"/>
              </a:xfrm>
              <a:custGeom>
                <a:avLst/>
                <a:gdLst>
                  <a:gd name="T0" fmla="*/ 125 w 10"/>
                  <a:gd name="T1" fmla="*/ 100 h 7"/>
                  <a:gd name="T2" fmla="*/ 20 w 10"/>
                  <a:gd name="T3" fmla="*/ 41 h 7"/>
                  <a:gd name="T4" fmla="*/ 158 w 10"/>
                  <a:gd name="T5" fmla="*/ 1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8" y="7"/>
                    </a:moveTo>
                    <a:cubicBezTo>
                      <a:pt x="6" y="7"/>
                      <a:pt x="0" y="6"/>
                      <a:pt x="1" y="3"/>
                    </a:cubicBezTo>
                    <a:cubicBezTo>
                      <a:pt x="2" y="1"/>
                      <a:pt x="8" y="0"/>
                      <a:pt x="10" y="1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57" name="Freeform 683">
                <a:extLst>
                  <a:ext uri="{FF2B5EF4-FFF2-40B4-BE49-F238E27FC236}">
                    <a16:creationId xmlns:a16="http://schemas.microsoft.com/office/drawing/2014/main" id="{DED9B8C2-10C0-47AE-AA40-6A7F24FF3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1949"/>
                <a:ext cx="10" cy="17"/>
              </a:xfrm>
              <a:custGeom>
                <a:avLst/>
                <a:gdLst>
                  <a:gd name="T0" fmla="*/ 0 w 4"/>
                  <a:gd name="T1" fmla="*/ 0 h 7"/>
                  <a:gd name="T2" fmla="*/ 63 w 4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0" y="3"/>
                      <a:pt x="2" y="5"/>
                      <a:pt x="4" y="7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58" name="Freeform 684">
                <a:extLst>
                  <a:ext uri="{FF2B5EF4-FFF2-40B4-BE49-F238E27FC236}">
                    <a16:creationId xmlns:a16="http://schemas.microsoft.com/office/drawing/2014/main" id="{B903DFE4-4D3A-4244-A837-4132D7FDD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994"/>
                <a:ext cx="22" cy="7"/>
              </a:xfrm>
              <a:custGeom>
                <a:avLst/>
                <a:gdLst>
                  <a:gd name="T0" fmla="*/ 0 w 9"/>
                  <a:gd name="T1" fmla="*/ 37 h 3"/>
                  <a:gd name="T2" fmla="*/ 132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3" y="3"/>
                      <a:pt x="6" y="1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59" name="Freeform 685">
                <a:extLst>
                  <a:ext uri="{FF2B5EF4-FFF2-40B4-BE49-F238E27FC236}">
                    <a16:creationId xmlns:a16="http://schemas.microsoft.com/office/drawing/2014/main" id="{AD37BCEC-9C26-4084-A633-093A0463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934"/>
                <a:ext cx="20" cy="7"/>
              </a:xfrm>
              <a:custGeom>
                <a:avLst/>
                <a:gdLst>
                  <a:gd name="T0" fmla="*/ 125 w 8"/>
                  <a:gd name="T1" fmla="*/ 0 h 3"/>
                  <a:gd name="T2" fmla="*/ 0 w 8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6" y="1"/>
                      <a:pt x="2" y="1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60" name="Freeform 686">
                <a:extLst>
                  <a:ext uri="{FF2B5EF4-FFF2-40B4-BE49-F238E27FC236}">
                    <a16:creationId xmlns:a16="http://schemas.microsoft.com/office/drawing/2014/main" id="{9C85D082-C5B0-4901-9D61-0ABD635BF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046"/>
                <a:ext cx="28" cy="10"/>
              </a:xfrm>
              <a:custGeom>
                <a:avLst/>
                <a:gdLst>
                  <a:gd name="T0" fmla="*/ 0 w 11"/>
                  <a:gd name="T1" fmla="*/ 33 h 4"/>
                  <a:gd name="T2" fmla="*/ 181 w 1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2"/>
                    </a:moveTo>
                    <a:cubicBezTo>
                      <a:pt x="1" y="4"/>
                      <a:pt x="9" y="1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61" name="Freeform 687">
                <a:extLst>
                  <a:ext uri="{FF2B5EF4-FFF2-40B4-BE49-F238E27FC236}">
                    <a16:creationId xmlns:a16="http://schemas.microsoft.com/office/drawing/2014/main" id="{6D9173A2-C6B0-42ED-90B4-6D7ADC90F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111"/>
                <a:ext cx="22" cy="15"/>
              </a:xfrm>
              <a:custGeom>
                <a:avLst/>
                <a:gdLst>
                  <a:gd name="T0" fmla="*/ 0 w 9"/>
                  <a:gd name="T1" fmla="*/ 95 h 6"/>
                  <a:gd name="T2" fmla="*/ 132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3"/>
                      <a:pt x="5" y="1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62" name="Freeform 688">
                <a:extLst>
                  <a:ext uri="{FF2B5EF4-FFF2-40B4-BE49-F238E27FC236}">
                    <a16:creationId xmlns:a16="http://schemas.microsoft.com/office/drawing/2014/main" id="{BB7BC441-9051-4FC7-A173-BAAC2368F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121"/>
                <a:ext cx="15" cy="20"/>
              </a:xfrm>
              <a:custGeom>
                <a:avLst/>
                <a:gdLst>
                  <a:gd name="T0" fmla="*/ 95 w 6"/>
                  <a:gd name="T1" fmla="*/ 125 h 8"/>
                  <a:gd name="T2" fmla="*/ 0 w 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8"/>
                    </a:moveTo>
                    <a:cubicBezTo>
                      <a:pt x="3" y="6"/>
                      <a:pt x="1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63" name="Freeform 689">
                <a:extLst>
                  <a:ext uri="{FF2B5EF4-FFF2-40B4-BE49-F238E27FC236}">
                    <a16:creationId xmlns:a16="http://schemas.microsoft.com/office/drawing/2014/main" id="{2E220A65-FA27-4567-90E7-E276AB27B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221"/>
                <a:ext cx="22" cy="10"/>
              </a:xfrm>
              <a:custGeom>
                <a:avLst/>
                <a:gdLst>
                  <a:gd name="T0" fmla="*/ 0 w 9"/>
                  <a:gd name="T1" fmla="*/ 0 h 4"/>
                  <a:gd name="T2" fmla="*/ 132 w 9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2" y="4"/>
                      <a:pt x="6" y="4"/>
                      <a:pt x="9" y="3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64" name="Freeform 690">
                <a:extLst>
                  <a:ext uri="{FF2B5EF4-FFF2-40B4-BE49-F238E27FC236}">
                    <a16:creationId xmlns:a16="http://schemas.microsoft.com/office/drawing/2014/main" id="{7A8B3600-525A-49FB-9E28-9FA4655A5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266"/>
                <a:ext cx="10" cy="18"/>
              </a:xfrm>
              <a:custGeom>
                <a:avLst/>
                <a:gdLst>
                  <a:gd name="T0" fmla="*/ 0 w 4"/>
                  <a:gd name="T1" fmla="*/ 0 h 7"/>
                  <a:gd name="T2" fmla="*/ 63 w 4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0" y="3"/>
                      <a:pt x="2" y="5"/>
                      <a:pt x="4" y="7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65" name="Freeform 691">
                <a:extLst>
                  <a:ext uri="{FF2B5EF4-FFF2-40B4-BE49-F238E27FC236}">
                    <a16:creationId xmlns:a16="http://schemas.microsoft.com/office/drawing/2014/main" id="{2D8225B9-8DCC-4CCC-8463-A3D4EC970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249"/>
                <a:ext cx="17" cy="15"/>
              </a:xfrm>
              <a:custGeom>
                <a:avLst/>
                <a:gdLst>
                  <a:gd name="T0" fmla="*/ 0 w 7"/>
                  <a:gd name="T1" fmla="*/ 95 h 6"/>
                  <a:gd name="T2" fmla="*/ 100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2" y="4"/>
                      <a:pt x="4" y="2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66" name="Freeform 692">
                <a:extLst>
                  <a:ext uri="{FF2B5EF4-FFF2-40B4-BE49-F238E27FC236}">
                    <a16:creationId xmlns:a16="http://schemas.microsoft.com/office/drawing/2014/main" id="{CC10B548-5302-4232-A6F4-CE9C4F630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156"/>
                <a:ext cx="17" cy="8"/>
              </a:xfrm>
              <a:custGeom>
                <a:avLst/>
                <a:gdLst>
                  <a:gd name="T0" fmla="*/ 100 w 7"/>
                  <a:gd name="T1" fmla="*/ 21 h 3"/>
                  <a:gd name="T2" fmla="*/ 0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1"/>
                    </a:moveTo>
                    <a:cubicBezTo>
                      <a:pt x="6" y="0"/>
                      <a:pt x="2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67" name="Freeform 693">
                <a:extLst>
                  <a:ext uri="{FF2B5EF4-FFF2-40B4-BE49-F238E27FC236}">
                    <a16:creationId xmlns:a16="http://schemas.microsoft.com/office/drawing/2014/main" id="{BCDC2114-EA2F-47D2-857A-915AD7DE6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186"/>
                <a:ext cx="18" cy="10"/>
              </a:xfrm>
              <a:custGeom>
                <a:avLst/>
                <a:gdLst>
                  <a:gd name="T0" fmla="*/ 0 w 7"/>
                  <a:gd name="T1" fmla="*/ 33 h 4"/>
                  <a:gd name="T2" fmla="*/ 118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cubicBezTo>
                      <a:pt x="2" y="4"/>
                      <a:pt x="5" y="2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68" name="Freeform 694">
                <a:extLst>
                  <a:ext uri="{FF2B5EF4-FFF2-40B4-BE49-F238E27FC236}">
                    <a16:creationId xmlns:a16="http://schemas.microsoft.com/office/drawing/2014/main" id="{E3E3B028-ADF3-4EFC-A1AC-34514A5A0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306"/>
                <a:ext cx="12" cy="5"/>
              </a:xfrm>
              <a:custGeom>
                <a:avLst/>
                <a:gdLst>
                  <a:gd name="T0" fmla="*/ 0 w 5"/>
                  <a:gd name="T1" fmla="*/ 20 h 2"/>
                  <a:gd name="T2" fmla="*/ 7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2"/>
                      <a:pt x="4" y="0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69" name="Freeform 695">
                <a:extLst>
                  <a:ext uri="{FF2B5EF4-FFF2-40B4-BE49-F238E27FC236}">
                    <a16:creationId xmlns:a16="http://schemas.microsoft.com/office/drawing/2014/main" id="{AB0BC659-8774-4FB3-A0D6-584210B43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036"/>
                <a:ext cx="7" cy="23"/>
              </a:xfrm>
              <a:custGeom>
                <a:avLst/>
                <a:gdLst>
                  <a:gd name="T0" fmla="*/ 37 w 3"/>
                  <a:gd name="T1" fmla="*/ 0 h 9"/>
                  <a:gd name="T2" fmla="*/ 0 w 3"/>
                  <a:gd name="T3" fmla="*/ 1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2" y="3"/>
                      <a:pt x="0" y="6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70" name="Freeform 696">
                <a:extLst>
                  <a:ext uri="{FF2B5EF4-FFF2-40B4-BE49-F238E27FC236}">
                    <a16:creationId xmlns:a16="http://schemas.microsoft.com/office/drawing/2014/main" id="{7BD219E5-07DD-4266-BABB-C127A9331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796"/>
                <a:ext cx="12" cy="20"/>
              </a:xfrm>
              <a:custGeom>
                <a:avLst/>
                <a:gdLst>
                  <a:gd name="T0" fmla="*/ 70 w 5"/>
                  <a:gd name="T1" fmla="*/ 0 h 8"/>
                  <a:gd name="T2" fmla="*/ 0 w 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4" y="3"/>
                      <a:pt x="3" y="7"/>
                      <a:pt x="0" y="8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71" name="Freeform 697">
                <a:extLst>
                  <a:ext uri="{FF2B5EF4-FFF2-40B4-BE49-F238E27FC236}">
                    <a16:creationId xmlns:a16="http://schemas.microsoft.com/office/drawing/2014/main" id="{B87A6945-5F87-4A59-B854-5AF35EBF2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799"/>
                <a:ext cx="18" cy="7"/>
              </a:xfrm>
              <a:custGeom>
                <a:avLst/>
                <a:gdLst>
                  <a:gd name="T0" fmla="*/ 0 w 7"/>
                  <a:gd name="T1" fmla="*/ 28 h 3"/>
                  <a:gd name="T2" fmla="*/ 118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2" y="3"/>
                      <a:pt x="5" y="2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72" name="Freeform 698">
                <a:extLst>
                  <a:ext uri="{FF2B5EF4-FFF2-40B4-BE49-F238E27FC236}">
                    <a16:creationId xmlns:a16="http://schemas.microsoft.com/office/drawing/2014/main" id="{ED05B9D0-1D1B-49EC-B95F-FAC7BB458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49"/>
                <a:ext cx="22" cy="7"/>
              </a:xfrm>
              <a:custGeom>
                <a:avLst/>
                <a:gdLst>
                  <a:gd name="T0" fmla="*/ 132 w 9"/>
                  <a:gd name="T1" fmla="*/ 37 h 3"/>
                  <a:gd name="T2" fmla="*/ 0 w 9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3"/>
                    </a:moveTo>
                    <a:cubicBezTo>
                      <a:pt x="6" y="1"/>
                      <a:pt x="3" y="0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73" name="Freeform 699">
                <a:extLst>
                  <a:ext uri="{FF2B5EF4-FFF2-40B4-BE49-F238E27FC236}">
                    <a16:creationId xmlns:a16="http://schemas.microsoft.com/office/drawing/2014/main" id="{2C2D5205-B3F0-4CD1-A97C-D75D709A2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761"/>
                <a:ext cx="17" cy="8"/>
              </a:xfrm>
              <a:custGeom>
                <a:avLst/>
                <a:gdLst>
                  <a:gd name="T0" fmla="*/ 100 w 7"/>
                  <a:gd name="T1" fmla="*/ 0 h 3"/>
                  <a:gd name="T2" fmla="*/ 0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cubicBezTo>
                      <a:pt x="4" y="1"/>
                      <a:pt x="2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74" name="Freeform 700">
                <a:extLst>
                  <a:ext uri="{FF2B5EF4-FFF2-40B4-BE49-F238E27FC236}">
                    <a16:creationId xmlns:a16="http://schemas.microsoft.com/office/drawing/2014/main" id="{68E27A95-9817-4DA1-B672-5BE74C4B2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681"/>
                <a:ext cx="5" cy="15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75" name="Freeform 701">
                <a:extLst>
                  <a:ext uri="{FF2B5EF4-FFF2-40B4-BE49-F238E27FC236}">
                    <a16:creationId xmlns:a16="http://schemas.microsoft.com/office/drawing/2014/main" id="{5A56F8B5-1BCF-4A6E-83A8-FD92F5678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751"/>
                <a:ext cx="13" cy="18"/>
              </a:xfrm>
              <a:custGeom>
                <a:avLst/>
                <a:gdLst>
                  <a:gd name="T0" fmla="*/ 0 w 5"/>
                  <a:gd name="T1" fmla="*/ 0 h 7"/>
                  <a:gd name="T2" fmla="*/ 88 w 5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3"/>
                      <a:pt x="4" y="5"/>
                      <a:pt x="5" y="7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76" name="Freeform 702">
                <a:extLst>
                  <a:ext uri="{FF2B5EF4-FFF2-40B4-BE49-F238E27FC236}">
                    <a16:creationId xmlns:a16="http://schemas.microsoft.com/office/drawing/2014/main" id="{446D0F8F-C446-4898-9482-F97FCF1B6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701"/>
                <a:ext cx="17" cy="5"/>
              </a:xfrm>
              <a:custGeom>
                <a:avLst/>
                <a:gdLst>
                  <a:gd name="T0" fmla="*/ 0 w 7"/>
                  <a:gd name="T1" fmla="*/ 0 h 2"/>
                  <a:gd name="T2" fmla="*/ 100 w 7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7" y="1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77" name="Freeform 703">
                <a:extLst>
                  <a:ext uri="{FF2B5EF4-FFF2-40B4-BE49-F238E27FC236}">
                    <a16:creationId xmlns:a16="http://schemas.microsoft.com/office/drawing/2014/main" id="{F20EC092-56CF-43A0-B4F6-8C8E8C275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589"/>
                <a:ext cx="12" cy="12"/>
              </a:xfrm>
              <a:custGeom>
                <a:avLst/>
                <a:gdLst>
                  <a:gd name="T0" fmla="*/ 70 w 5"/>
                  <a:gd name="T1" fmla="*/ 0 h 5"/>
                  <a:gd name="T2" fmla="*/ 0 w 5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1"/>
                      <a:pt x="2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78" name="Freeform 704">
                <a:extLst>
                  <a:ext uri="{FF2B5EF4-FFF2-40B4-BE49-F238E27FC236}">
                    <a16:creationId xmlns:a16="http://schemas.microsoft.com/office/drawing/2014/main" id="{8329B6CE-7BE4-41AA-9301-81219FD4C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569"/>
                <a:ext cx="12" cy="2"/>
              </a:xfrm>
              <a:custGeom>
                <a:avLst/>
                <a:gdLst>
                  <a:gd name="T0" fmla="*/ 0 w 5"/>
                  <a:gd name="T1" fmla="*/ 8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0" y="1"/>
                      <a:pt x="4" y="0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79" name="Freeform 705">
                <a:extLst>
                  <a:ext uri="{FF2B5EF4-FFF2-40B4-BE49-F238E27FC236}">
                    <a16:creationId xmlns:a16="http://schemas.microsoft.com/office/drawing/2014/main" id="{534BA1DE-2777-4181-BFA7-A8B83B69C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426"/>
                <a:ext cx="20" cy="3"/>
              </a:xfrm>
              <a:custGeom>
                <a:avLst/>
                <a:gdLst>
                  <a:gd name="T0" fmla="*/ 125 w 8"/>
                  <a:gd name="T1" fmla="*/ 0 h 1"/>
                  <a:gd name="T2" fmla="*/ 0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6" y="1"/>
                      <a:pt x="2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80" name="Freeform 706">
                <a:extLst>
                  <a:ext uri="{FF2B5EF4-FFF2-40B4-BE49-F238E27FC236}">
                    <a16:creationId xmlns:a16="http://schemas.microsoft.com/office/drawing/2014/main" id="{03FCCE00-8882-4F8C-8B25-92AC82102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1389"/>
                <a:ext cx="23" cy="2"/>
              </a:xfrm>
              <a:custGeom>
                <a:avLst/>
                <a:gdLst>
                  <a:gd name="T0" fmla="*/ 0 w 9"/>
                  <a:gd name="T1" fmla="*/ 8 h 1"/>
                  <a:gd name="T2" fmla="*/ 151 w 9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3" y="1"/>
                      <a:pt x="6" y="0"/>
                      <a:pt x="9" y="1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81" name="Freeform 707">
                <a:extLst>
                  <a:ext uri="{FF2B5EF4-FFF2-40B4-BE49-F238E27FC236}">
                    <a16:creationId xmlns:a16="http://schemas.microsoft.com/office/drawing/2014/main" id="{A9DF66B4-FE26-422D-8655-FA89C6D1D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381"/>
                <a:ext cx="17" cy="3"/>
              </a:xfrm>
              <a:custGeom>
                <a:avLst/>
                <a:gdLst>
                  <a:gd name="T0" fmla="*/ 100 w 7"/>
                  <a:gd name="T1" fmla="*/ 0 h 1"/>
                  <a:gd name="T2" fmla="*/ 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5" y="0"/>
                      <a:pt x="2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82" name="Freeform 708">
                <a:extLst>
                  <a:ext uri="{FF2B5EF4-FFF2-40B4-BE49-F238E27FC236}">
                    <a16:creationId xmlns:a16="http://schemas.microsoft.com/office/drawing/2014/main" id="{5133763D-13C9-43A4-AF8B-A724E9542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456"/>
                <a:ext cx="15" cy="13"/>
              </a:xfrm>
              <a:custGeom>
                <a:avLst/>
                <a:gdLst>
                  <a:gd name="T0" fmla="*/ 95 w 6"/>
                  <a:gd name="T1" fmla="*/ 88 h 5"/>
                  <a:gd name="T2" fmla="*/ 0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5" y="3"/>
                      <a:pt x="2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83" name="Freeform 709">
                <a:extLst>
                  <a:ext uri="{FF2B5EF4-FFF2-40B4-BE49-F238E27FC236}">
                    <a16:creationId xmlns:a16="http://schemas.microsoft.com/office/drawing/2014/main" id="{B4EB51C8-148D-4CC3-B58D-E2B8A3E15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546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70 w 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3" y="2"/>
                      <a:pt x="5" y="2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84" name="Freeform 710">
                <a:extLst>
                  <a:ext uri="{FF2B5EF4-FFF2-40B4-BE49-F238E27FC236}">
                    <a16:creationId xmlns:a16="http://schemas.microsoft.com/office/drawing/2014/main" id="{B5A7495B-0073-4DAD-9F6A-7AD453FB2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736"/>
                <a:ext cx="17" cy="18"/>
              </a:xfrm>
              <a:custGeom>
                <a:avLst/>
                <a:gdLst>
                  <a:gd name="T0" fmla="*/ 0 w 7"/>
                  <a:gd name="T1" fmla="*/ 118 h 7"/>
                  <a:gd name="T2" fmla="*/ 100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5"/>
                      <a:pt x="5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85" name="Freeform 711">
                <a:extLst>
                  <a:ext uri="{FF2B5EF4-FFF2-40B4-BE49-F238E27FC236}">
                    <a16:creationId xmlns:a16="http://schemas.microsoft.com/office/drawing/2014/main" id="{2612BA78-7BED-4F64-970A-F3AA77ED8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1784"/>
                <a:ext cx="18" cy="1"/>
              </a:xfrm>
              <a:custGeom>
                <a:avLst/>
                <a:gdLst>
                  <a:gd name="T0" fmla="*/ 0 w 7"/>
                  <a:gd name="T1" fmla="*/ 0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86" name="Freeform 712">
                <a:extLst>
                  <a:ext uri="{FF2B5EF4-FFF2-40B4-BE49-F238E27FC236}">
                    <a16:creationId xmlns:a16="http://schemas.microsoft.com/office/drawing/2014/main" id="{9421AEB0-FB75-4E0F-854C-FF0044F31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244"/>
                <a:ext cx="17" cy="72"/>
              </a:xfrm>
              <a:custGeom>
                <a:avLst/>
                <a:gdLst>
                  <a:gd name="T0" fmla="*/ 100 w 7"/>
                  <a:gd name="T1" fmla="*/ 320 h 29"/>
                  <a:gd name="T2" fmla="*/ 41 w 7"/>
                  <a:gd name="T3" fmla="*/ 0 h 29"/>
                  <a:gd name="T4" fmla="*/ 0 w 7"/>
                  <a:gd name="T5" fmla="*/ 44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9">
                    <a:moveTo>
                      <a:pt x="7" y="21"/>
                    </a:moveTo>
                    <a:cubicBezTo>
                      <a:pt x="6" y="15"/>
                      <a:pt x="6" y="6"/>
                      <a:pt x="3" y="0"/>
                    </a:cubicBezTo>
                    <a:cubicBezTo>
                      <a:pt x="5" y="10"/>
                      <a:pt x="0" y="19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87" name="Freeform 713">
                <a:extLst>
                  <a:ext uri="{FF2B5EF4-FFF2-40B4-BE49-F238E27FC236}">
                    <a16:creationId xmlns:a16="http://schemas.microsoft.com/office/drawing/2014/main" id="{E9D267AE-98F1-409F-AD31-22D1E6F56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376"/>
                <a:ext cx="18" cy="128"/>
              </a:xfrm>
              <a:custGeom>
                <a:avLst/>
                <a:gdLst>
                  <a:gd name="T0" fmla="*/ 0 w 7"/>
                  <a:gd name="T1" fmla="*/ 0 h 51"/>
                  <a:gd name="T2" fmla="*/ 118 w 7"/>
                  <a:gd name="T3" fmla="*/ 80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1">
                    <a:moveTo>
                      <a:pt x="0" y="0"/>
                    </a:moveTo>
                    <a:cubicBezTo>
                      <a:pt x="0" y="17"/>
                      <a:pt x="7" y="33"/>
                      <a:pt x="7" y="51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88" name="Freeform 714">
                <a:extLst>
                  <a:ext uri="{FF2B5EF4-FFF2-40B4-BE49-F238E27FC236}">
                    <a16:creationId xmlns:a16="http://schemas.microsoft.com/office/drawing/2014/main" id="{2649A570-B671-4EE9-BF22-35F2D3B4C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441"/>
                <a:ext cx="35" cy="203"/>
              </a:xfrm>
              <a:custGeom>
                <a:avLst/>
                <a:gdLst>
                  <a:gd name="T0" fmla="*/ 220 w 14"/>
                  <a:gd name="T1" fmla="*/ 0 h 81"/>
                  <a:gd name="T2" fmla="*/ 220 w 14"/>
                  <a:gd name="T3" fmla="*/ 1276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1">
                    <a:moveTo>
                      <a:pt x="14" y="0"/>
                    </a:moveTo>
                    <a:cubicBezTo>
                      <a:pt x="0" y="24"/>
                      <a:pt x="11" y="56"/>
                      <a:pt x="14" y="81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89" name="Freeform 715">
                <a:extLst>
                  <a:ext uri="{FF2B5EF4-FFF2-40B4-BE49-F238E27FC236}">
                    <a16:creationId xmlns:a16="http://schemas.microsoft.com/office/drawing/2014/main" id="{91FDFC95-7F33-4D72-B1B9-5B7F93863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564"/>
                <a:ext cx="33" cy="192"/>
              </a:xfrm>
              <a:custGeom>
                <a:avLst/>
                <a:gdLst>
                  <a:gd name="T0" fmla="*/ 147 w 13"/>
                  <a:gd name="T1" fmla="*/ 0 h 77"/>
                  <a:gd name="T2" fmla="*/ 160 w 13"/>
                  <a:gd name="T3" fmla="*/ 479 h 77"/>
                  <a:gd name="T4" fmla="*/ 0 w 13"/>
                  <a:gd name="T5" fmla="*/ 1194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7">
                    <a:moveTo>
                      <a:pt x="9" y="0"/>
                    </a:moveTo>
                    <a:cubicBezTo>
                      <a:pt x="13" y="9"/>
                      <a:pt x="11" y="22"/>
                      <a:pt x="10" y="31"/>
                    </a:cubicBezTo>
                    <a:cubicBezTo>
                      <a:pt x="8" y="47"/>
                      <a:pt x="8" y="63"/>
                      <a:pt x="0" y="77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90" name="Freeform 716">
                <a:extLst>
                  <a:ext uri="{FF2B5EF4-FFF2-40B4-BE49-F238E27FC236}">
                    <a16:creationId xmlns:a16="http://schemas.microsoft.com/office/drawing/2014/main" id="{DFD6335A-DDEF-4662-B543-4A8382983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581"/>
                <a:ext cx="15" cy="135"/>
              </a:xfrm>
              <a:custGeom>
                <a:avLst/>
                <a:gdLst>
                  <a:gd name="T0" fmla="*/ 83 w 6"/>
                  <a:gd name="T1" fmla="*/ 0 h 54"/>
                  <a:gd name="T2" fmla="*/ 95 w 6"/>
                  <a:gd name="T3" fmla="*/ 845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4">
                    <a:moveTo>
                      <a:pt x="5" y="0"/>
                    </a:moveTo>
                    <a:cubicBezTo>
                      <a:pt x="0" y="18"/>
                      <a:pt x="4" y="37"/>
                      <a:pt x="6" y="54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91" name="Freeform 717">
                <a:extLst>
                  <a:ext uri="{FF2B5EF4-FFF2-40B4-BE49-F238E27FC236}">
                    <a16:creationId xmlns:a16="http://schemas.microsoft.com/office/drawing/2014/main" id="{9FE371C3-C104-4DAD-B2EA-A26615B7B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769"/>
                <a:ext cx="18" cy="102"/>
              </a:xfrm>
              <a:custGeom>
                <a:avLst/>
                <a:gdLst>
                  <a:gd name="T0" fmla="*/ 21 w 7"/>
                  <a:gd name="T1" fmla="*/ 0 h 41"/>
                  <a:gd name="T2" fmla="*/ 118 w 7"/>
                  <a:gd name="T3" fmla="*/ 632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1">
                    <a:moveTo>
                      <a:pt x="1" y="0"/>
                    </a:moveTo>
                    <a:cubicBezTo>
                      <a:pt x="0" y="14"/>
                      <a:pt x="2" y="29"/>
                      <a:pt x="7" y="41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92" name="Freeform 718">
                <a:extLst>
                  <a:ext uri="{FF2B5EF4-FFF2-40B4-BE49-F238E27FC236}">
                    <a16:creationId xmlns:a16="http://schemas.microsoft.com/office/drawing/2014/main" id="{7E12EB23-159F-4347-94DB-7F54CAB53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854"/>
                <a:ext cx="20" cy="140"/>
              </a:xfrm>
              <a:custGeom>
                <a:avLst/>
                <a:gdLst>
                  <a:gd name="T0" fmla="*/ 125 w 8"/>
                  <a:gd name="T1" fmla="*/ 0 h 56"/>
                  <a:gd name="T2" fmla="*/ 83 w 8"/>
                  <a:gd name="T3" fmla="*/ 875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6">
                    <a:moveTo>
                      <a:pt x="8" y="0"/>
                    </a:moveTo>
                    <a:cubicBezTo>
                      <a:pt x="0" y="18"/>
                      <a:pt x="6" y="38"/>
                      <a:pt x="5" y="5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93" name="Freeform 719">
                <a:extLst>
                  <a:ext uri="{FF2B5EF4-FFF2-40B4-BE49-F238E27FC236}">
                    <a16:creationId xmlns:a16="http://schemas.microsoft.com/office/drawing/2014/main" id="{EFC1E383-F026-423F-B6D2-E2D57874B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926"/>
                <a:ext cx="45" cy="125"/>
              </a:xfrm>
              <a:custGeom>
                <a:avLst/>
                <a:gdLst>
                  <a:gd name="T0" fmla="*/ 270 w 18"/>
                  <a:gd name="T1" fmla="*/ 0 h 50"/>
                  <a:gd name="T2" fmla="*/ 0 w 18"/>
                  <a:gd name="T3" fmla="*/ 78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0">
                    <a:moveTo>
                      <a:pt x="17" y="0"/>
                    </a:moveTo>
                    <a:cubicBezTo>
                      <a:pt x="18" y="12"/>
                      <a:pt x="12" y="45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94" name="Freeform 720">
                <a:extLst>
                  <a:ext uri="{FF2B5EF4-FFF2-40B4-BE49-F238E27FC236}">
                    <a16:creationId xmlns:a16="http://schemas.microsoft.com/office/drawing/2014/main" id="{F09295EB-14F1-45BA-95F9-4D7DEE096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774"/>
                <a:ext cx="12" cy="105"/>
              </a:xfrm>
              <a:custGeom>
                <a:avLst/>
                <a:gdLst>
                  <a:gd name="T0" fmla="*/ 12 w 5"/>
                  <a:gd name="T1" fmla="*/ 0 h 42"/>
                  <a:gd name="T2" fmla="*/ 70 w 5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2">
                    <a:moveTo>
                      <a:pt x="1" y="0"/>
                    </a:moveTo>
                    <a:cubicBezTo>
                      <a:pt x="0" y="15"/>
                      <a:pt x="0" y="28"/>
                      <a:pt x="5" y="42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95" name="Freeform 721">
                <a:extLst>
                  <a:ext uri="{FF2B5EF4-FFF2-40B4-BE49-F238E27FC236}">
                    <a16:creationId xmlns:a16="http://schemas.microsoft.com/office/drawing/2014/main" id="{FB6D3264-D5F0-4B8E-8B0E-FA5C58940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1849"/>
                <a:ext cx="45" cy="115"/>
              </a:xfrm>
              <a:custGeom>
                <a:avLst/>
                <a:gdLst>
                  <a:gd name="T0" fmla="*/ 0 w 18"/>
                  <a:gd name="T1" fmla="*/ 0 h 46"/>
                  <a:gd name="T2" fmla="*/ 283 w 18"/>
                  <a:gd name="T3" fmla="*/ 72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6">
                    <a:moveTo>
                      <a:pt x="0" y="0"/>
                    </a:moveTo>
                    <a:cubicBezTo>
                      <a:pt x="1" y="18"/>
                      <a:pt x="4" y="34"/>
                      <a:pt x="18" y="4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96" name="Freeform 722">
                <a:extLst>
                  <a:ext uri="{FF2B5EF4-FFF2-40B4-BE49-F238E27FC236}">
                    <a16:creationId xmlns:a16="http://schemas.microsoft.com/office/drawing/2014/main" id="{1245B340-3FEF-4D6C-8390-E51A31352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776"/>
                <a:ext cx="33" cy="115"/>
              </a:xfrm>
              <a:custGeom>
                <a:avLst/>
                <a:gdLst>
                  <a:gd name="T0" fmla="*/ 213 w 13"/>
                  <a:gd name="T1" fmla="*/ 0 h 46"/>
                  <a:gd name="T2" fmla="*/ 0 w 13"/>
                  <a:gd name="T3" fmla="*/ 72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6">
                    <a:moveTo>
                      <a:pt x="13" y="0"/>
                    </a:moveTo>
                    <a:cubicBezTo>
                      <a:pt x="11" y="14"/>
                      <a:pt x="11" y="37"/>
                      <a:pt x="0" y="4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97" name="Freeform 723">
                <a:extLst>
                  <a:ext uri="{FF2B5EF4-FFF2-40B4-BE49-F238E27FC236}">
                    <a16:creationId xmlns:a16="http://schemas.microsoft.com/office/drawing/2014/main" id="{D3EAD0BA-A474-423D-95E8-F68BD6FE1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661"/>
                <a:ext cx="30" cy="105"/>
              </a:xfrm>
              <a:custGeom>
                <a:avLst/>
                <a:gdLst>
                  <a:gd name="T0" fmla="*/ 188 w 12"/>
                  <a:gd name="T1" fmla="*/ 658 h 42"/>
                  <a:gd name="T2" fmla="*/ 0 w 12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2">
                    <a:moveTo>
                      <a:pt x="12" y="42"/>
                    </a:moveTo>
                    <a:cubicBezTo>
                      <a:pt x="0" y="34"/>
                      <a:pt x="0" y="1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98" name="Freeform 724">
                <a:extLst>
                  <a:ext uri="{FF2B5EF4-FFF2-40B4-BE49-F238E27FC236}">
                    <a16:creationId xmlns:a16="http://schemas.microsoft.com/office/drawing/2014/main" id="{5245F7FA-0D79-4C1C-9B39-706974A0C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591"/>
                <a:ext cx="37" cy="105"/>
              </a:xfrm>
              <a:custGeom>
                <a:avLst/>
                <a:gdLst>
                  <a:gd name="T0" fmla="*/ 224 w 15"/>
                  <a:gd name="T1" fmla="*/ 0 h 42"/>
                  <a:gd name="T2" fmla="*/ 0 w 15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2">
                    <a:moveTo>
                      <a:pt x="15" y="0"/>
                    </a:moveTo>
                    <a:cubicBezTo>
                      <a:pt x="13" y="14"/>
                      <a:pt x="9" y="32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99" name="Freeform 725">
                <a:extLst>
                  <a:ext uri="{FF2B5EF4-FFF2-40B4-BE49-F238E27FC236}">
                    <a16:creationId xmlns:a16="http://schemas.microsoft.com/office/drawing/2014/main" id="{46017210-B374-41C1-9DF8-9339CB545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481"/>
                <a:ext cx="35" cy="83"/>
              </a:xfrm>
              <a:custGeom>
                <a:avLst/>
                <a:gdLst>
                  <a:gd name="T0" fmla="*/ 220 w 14"/>
                  <a:gd name="T1" fmla="*/ 526 h 33"/>
                  <a:gd name="T2" fmla="*/ 50 w 14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3">
                    <a:moveTo>
                      <a:pt x="14" y="33"/>
                    </a:moveTo>
                    <a:cubicBezTo>
                      <a:pt x="5" y="24"/>
                      <a:pt x="0" y="13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0" name="Freeform 726">
                <a:extLst>
                  <a:ext uri="{FF2B5EF4-FFF2-40B4-BE49-F238E27FC236}">
                    <a16:creationId xmlns:a16="http://schemas.microsoft.com/office/drawing/2014/main" id="{62BF9B14-F864-4FC1-B82C-4EB35E338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411"/>
                <a:ext cx="40" cy="100"/>
              </a:xfrm>
              <a:custGeom>
                <a:avLst/>
                <a:gdLst>
                  <a:gd name="T0" fmla="*/ 220 w 16"/>
                  <a:gd name="T1" fmla="*/ 0 h 40"/>
                  <a:gd name="T2" fmla="*/ 0 w 16"/>
                  <a:gd name="T3" fmla="*/ 62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0">
                    <a:moveTo>
                      <a:pt x="14" y="0"/>
                    </a:moveTo>
                    <a:cubicBezTo>
                      <a:pt x="16" y="11"/>
                      <a:pt x="9" y="34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1" name="Freeform 727">
                <a:extLst>
                  <a:ext uri="{FF2B5EF4-FFF2-40B4-BE49-F238E27FC236}">
                    <a16:creationId xmlns:a16="http://schemas.microsoft.com/office/drawing/2014/main" id="{12824D6E-77B1-4513-8F73-13F12DD61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369"/>
                <a:ext cx="15" cy="90"/>
              </a:xfrm>
              <a:custGeom>
                <a:avLst/>
                <a:gdLst>
                  <a:gd name="T0" fmla="*/ 83 w 6"/>
                  <a:gd name="T1" fmla="*/ 0 h 36"/>
                  <a:gd name="T2" fmla="*/ 95 w 6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5" y="0"/>
                    </a:moveTo>
                    <a:cubicBezTo>
                      <a:pt x="0" y="11"/>
                      <a:pt x="5" y="25"/>
                      <a:pt x="6" y="3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2" name="Freeform 728">
                <a:extLst>
                  <a:ext uri="{FF2B5EF4-FFF2-40B4-BE49-F238E27FC236}">
                    <a16:creationId xmlns:a16="http://schemas.microsoft.com/office/drawing/2014/main" id="{E6A58ADA-2559-422B-8AAA-CE7275E5E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361"/>
                <a:ext cx="35" cy="65"/>
              </a:xfrm>
              <a:custGeom>
                <a:avLst/>
                <a:gdLst>
                  <a:gd name="T0" fmla="*/ 0 w 14"/>
                  <a:gd name="T1" fmla="*/ 0 h 26"/>
                  <a:gd name="T2" fmla="*/ 220 w 14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6">
                    <a:moveTo>
                      <a:pt x="0" y="0"/>
                    </a:moveTo>
                    <a:cubicBezTo>
                      <a:pt x="0" y="13"/>
                      <a:pt x="8" y="17"/>
                      <a:pt x="14" y="2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3" name="Freeform 729">
                <a:extLst>
                  <a:ext uri="{FF2B5EF4-FFF2-40B4-BE49-F238E27FC236}">
                    <a16:creationId xmlns:a16="http://schemas.microsoft.com/office/drawing/2014/main" id="{BA9042DB-500F-4B3F-978B-5458C81CF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434"/>
                <a:ext cx="20" cy="125"/>
              </a:xfrm>
              <a:custGeom>
                <a:avLst/>
                <a:gdLst>
                  <a:gd name="T0" fmla="*/ 95 w 8"/>
                  <a:gd name="T1" fmla="*/ 0 h 50"/>
                  <a:gd name="T2" fmla="*/ 125 w 8"/>
                  <a:gd name="T3" fmla="*/ 78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0">
                    <a:moveTo>
                      <a:pt x="6" y="0"/>
                    </a:moveTo>
                    <a:cubicBezTo>
                      <a:pt x="0" y="17"/>
                      <a:pt x="2" y="34"/>
                      <a:pt x="8" y="5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4" name="Freeform 730">
                <a:extLst>
                  <a:ext uri="{FF2B5EF4-FFF2-40B4-BE49-F238E27FC236}">
                    <a16:creationId xmlns:a16="http://schemas.microsoft.com/office/drawing/2014/main" id="{1C74D58D-57C2-4AD0-9D36-32CFC3DFA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556"/>
                <a:ext cx="15" cy="80"/>
              </a:xfrm>
              <a:custGeom>
                <a:avLst/>
                <a:gdLst>
                  <a:gd name="T0" fmla="*/ 83 w 6"/>
                  <a:gd name="T1" fmla="*/ 0 h 32"/>
                  <a:gd name="T2" fmla="*/ 95 w 6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2">
                    <a:moveTo>
                      <a:pt x="5" y="0"/>
                    </a:moveTo>
                    <a:cubicBezTo>
                      <a:pt x="0" y="11"/>
                      <a:pt x="5" y="22"/>
                      <a:pt x="6" y="32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5" name="Freeform 731">
                <a:extLst>
                  <a:ext uri="{FF2B5EF4-FFF2-40B4-BE49-F238E27FC236}">
                    <a16:creationId xmlns:a16="http://schemas.microsoft.com/office/drawing/2014/main" id="{1332C17A-5941-464A-961A-C54857DDB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1554"/>
                <a:ext cx="15" cy="152"/>
              </a:xfrm>
              <a:custGeom>
                <a:avLst/>
                <a:gdLst>
                  <a:gd name="T0" fmla="*/ 83 w 6"/>
                  <a:gd name="T1" fmla="*/ 0 h 61"/>
                  <a:gd name="T2" fmla="*/ 95 w 6"/>
                  <a:gd name="T3" fmla="*/ 944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1">
                    <a:moveTo>
                      <a:pt x="5" y="0"/>
                    </a:moveTo>
                    <a:cubicBezTo>
                      <a:pt x="2" y="19"/>
                      <a:pt x="0" y="43"/>
                      <a:pt x="6" y="61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6" name="Freeform 732">
                <a:extLst>
                  <a:ext uri="{FF2B5EF4-FFF2-40B4-BE49-F238E27FC236}">
                    <a16:creationId xmlns:a16="http://schemas.microsoft.com/office/drawing/2014/main" id="{CC9B20D8-5EED-4BB6-B846-923CB5A7D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656"/>
                <a:ext cx="17" cy="115"/>
              </a:xfrm>
              <a:custGeom>
                <a:avLst/>
                <a:gdLst>
                  <a:gd name="T0" fmla="*/ 87 w 7"/>
                  <a:gd name="T1" fmla="*/ 0 h 46"/>
                  <a:gd name="T2" fmla="*/ 0 w 7"/>
                  <a:gd name="T3" fmla="*/ 72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6">
                    <a:moveTo>
                      <a:pt x="6" y="0"/>
                    </a:moveTo>
                    <a:cubicBezTo>
                      <a:pt x="6" y="15"/>
                      <a:pt x="7" y="33"/>
                      <a:pt x="0" y="4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7" name="Freeform 733">
                <a:extLst>
                  <a:ext uri="{FF2B5EF4-FFF2-40B4-BE49-F238E27FC236}">
                    <a16:creationId xmlns:a16="http://schemas.microsoft.com/office/drawing/2014/main" id="{4EB59959-5674-48B3-90B5-65680FD84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589"/>
                <a:ext cx="1" cy="37"/>
              </a:xfrm>
              <a:custGeom>
                <a:avLst/>
                <a:gdLst>
                  <a:gd name="T0" fmla="*/ 0 w 1"/>
                  <a:gd name="T1" fmla="*/ 0 h 15"/>
                  <a:gd name="T2" fmla="*/ 0 w 1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0" y="0"/>
                    </a:moveTo>
                    <a:cubicBezTo>
                      <a:pt x="0" y="5"/>
                      <a:pt x="0" y="10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8" name="Freeform 734">
                <a:extLst>
                  <a:ext uri="{FF2B5EF4-FFF2-40B4-BE49-F238E27FC236}">
                    <a16:creationId xmlns:a16="http://schemas.microsoft.com/office/drawing/2014/main" id="{9A733D3C-56D7-4507-9A0C-AB8740C65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1379"/>
                <a:ext cx="15" cy="92"/>
              </a:xfrm>
              <a:custGeom>
                <a:avLst/>
                <a:gdLst>
                  <a:gd name="T0" fmla="*/ 33 w 6"/>
                  <a:gd name="T1" fmla="*/ 0 h 37"/>
                  <a:gd name="T2" fmla="*/ 20 w 6"/>
                  <a:gd name="T3" fmla="*/ 278 h 37"/>
                  <a:gd name="T4" fmla="*/ 95 w 6"/>
                  <a:gd name="T5" fmla="*/ 56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7">
                    <a:moveTo>
                      <a:pt x="2" y="0"/>
                    </a:moveTo>
                    <a:cubicBezTo>
                      <a:pt x="3" y="6"/>
                      <a:pt x="0" y="12"/>
                      <a:pt x="1" y="18"/>
                    </a:cubicBezTo>
                    <a:cubicBezTo>
                      <a:pt x="1" y="25"/>
                      <a:pt x="4" y="31"/>
                      <a:pt x="6" y="37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9" name="Freeform 735">
                <a:extLst>
                  <a:ext uri="{FF2B5EF4-FFF2-40B4-BE49-F238E27FC236}">
                    <a16:creationId xmlns:a16="http://schemas.microsoft.com/office/drawing/2014/main" id="{E1AC5490-C385-4B90-8A34-DC51665ED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734"/>
                <a:ext cx="5" cy="80"/>
              </a:xfrm>
              <a:custGeom>
                <a:avLst/>
                <a:gdLst>
                  <a:gd name="T0" fmla="*/ 20 w 2"/>
                  <a:gd name="T1" fmla="*/ 0 h 32"/>
                  <a:gd name="T2" fmla="*/ 33 w 2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2">
                    <a:moveTo>
                      <a:pt x="1" y="0"/>
                    </a:moveTo>
                    <a:cubicBezTo>
                      <a:pt x="1" y="11"/>
                      <a:pt x="0" y="22"/>
                      <a:pt x="2" y="32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0" name="Freeform 736">
                <a:extLst>
                  <a:ext uri="{FF2B5EF4-FFF2-40B4-BE49-F238E27FC236}">
                    <a16:creationId xmlns:a16="http://schemas.microsoft.com/office/drawing/2014/main" id="{07F465CB-1641-4CE3-AE6A-BB040FA1C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801"/>
                <a:ext cx="30" cy="138"/>
              </a:xfrm>
              <a:custGeom>
                <a:avLst/>
                <a:gdLst>
                  <a:gd name="T0" fmla="*/ 188 w 12"/>
                  <a:gd name="T1" fmla="*/ 0 h 55"/>
                  <a:gd name="T2" fmla="*/ 145 w 12"/>
                  <a:gd name="T3" fmla="*/ 868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5">
                    <a:moveTo>
                      <a:pt x="12" y="0"/>
                    </a:moveTo>
                    <a:cubicBezTo>
                      <a:pt x="0" y="11"/>
                      <a:pt x="9" y="42"/>
                      <a:pt x="9" y="55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1" name="Freeform 737">
                <a:extLst>
                  <a:ext uri="{FF2B5EF4-FFF2-40B4-BE49-F238E27FC236}">
                    <a16:creationId xmlns:a16="http://schemas.microsoft.com/office/drawing/2014/main" id="{CB2C714B-A930-4183-A485-7C59EE117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901"/>
                <a:ext cx="25" cy="103"/>
              </a:xfrm>
              <a:custGeom>
                <a:avLst/>
                <a:gdLst>
                  <a:gd name="T0" fmla="*/ 158 w 10"/>
                  <a:gd name="T1" fmla="*/ 0 h 41"/>
                  <a:gd name="T2" fmla="*/ 83 w 10"/>
                  <a:gd name="T3" fmla="*/ 65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1">
                    <a:moveTo>
                      <a:pt x="10" y="0"/>
                    </a:moveTo>
                    <a:cubicBezTo>
                      <a:pt x="0" y="12"/>
                      <a:pt x="4" y="28"/>
                      <a:pt x="5" y="41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2" name="Freeform 738">
                <a:extLst>
                  <a:ext uri="{FF2B5EF4-FFF2-40B4-BE49-F238E27FC236}">
                    <a16:creationId xmlns:a16="http://schemas.microsoft.com/office/drawing/2014/main" id="{614DE9FA-CFCA-42C2-AA3D-E25419C40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919"/>
                <a:ext cx="22" cy="77"/>
              </a:xfrm>
              <a:custGeom>
                <a:avLst/>
                <a:gdLst>
                  <a:gd name="T0" fmla="*/ 120 w 9"/>
                  <a:gd name="T1" fmla="*/ 0 h 31"/>
                  <a:gd name="T2" fmla="*/ 0 w 9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1">
                    <a:moveTo>
                      <a:pt x="8" y="0"/>
                    </a:moveTo>
                    <a:cubicBezTo>
                      <a:pt x="9" y="11"/>
                      <a:pt x="3" y="22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3" name="Freeform 739">
                <a:extLst>
                  <a:ext uri="{FF2B5EF4-FFF2-40B4-BE49-F238E27FC236}">
                    <a16:creationId xmlns:a16="http://schemas.microsoft.com/office/drawing/2014/main" id="{699CE18A-E050-4325-A347-F7C028F76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964"/>
                <a:ext cx="15" cy="102"/>
              </a:xfrm>
              <a:custGeom>
                <a:avLst/>
                <a:gdLst>
                  <a:gd name="T0" fmla="*/ 0 w 6"/>
                  <a:gd name="T1" fmla="*/ 0 h 41"/>
                  <a:gd name="T2" fmla="*/ 50 w 6"/>
                  <a:gd name="T3" fmla="*/ 632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1">
                    <a:moveTo>
                      <a:pt x="0" y="0"/>
                    </a:moveTo>
                    <a:cubicBezTo>
                      <a:pt x="6" y="13"/>
                      <a:pt x="5" y="28"/>
                      <a:pt x="3" y="41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4" name="Freeform 740">
                <a:extLst>
                  <a:ext uri="{FF2B5EF4-FFF2-40B4-BE49-F238E27FC236}">
                    <a16:creationId xmlns:a16="http://schemas.microsoft.com/office/drawing/2014/main" id="{F21C159F-2E68-4ECE-A195-6AD5783D5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1984"/>
                <a:ext cx="15" cy="112"/>
              </a:xfrm>
              <a:custGeom>
                <a:avLst/>
                <a:gdLst>
                  <a:gd name="T0" fmla="*/ 83 w 6"/>
                  <a:gd name="T1" fmla="*/ 0 h 45"/>
                  <a:gd name="T2" fmla="*/ 95 w 6"/>
                  <a:gd name="T3" fmla="*/ 69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5">
                    <a:moveTo>
                      <a:pt x="5" y="0"/>
                    </a:moveTo>
                    <a:cubicBezTo>
                      <a:pt x="2" y="14"/>
                      <a:pt x="0" y="32"/>
                      <a:pt x="6" y="45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5" name="Freeform 741">
                <a:extLst>
                  <a:ext uri="{FF2B5EF4-FFF2-40B4-BE49-F238E27FC236}">
                    <a16:creationId xmlns:a16="http://schemas.microsoft.com/office/drawing/2014/main" id="{BE28E6DA-C7B1-4FB7-B750-0A4C2441C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2034"/>
                <a:ext cx="15" cy="112"/>
              </a:xfrm>
              <a:custGeom>
                <a:avLst/>
                <a:gdLst>
                  <a:gd name="T0" fmla="*/ 0 w 6"/>
                  <a:gd name="T1" fmla="*/ 0 h 45"/>
                  <a:gd name="T2" fmla="*/ 0 w 6"/>
                  <a:gd name="T3" fmla="*/ 69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5">
                    <a:moveTo>
                      <a:pt x="0" y="0"/>
                    </a:moveTo>
                    <a:cubicBezTo>
                      <a:pt x="6" y="12"/>
                      <a:pt x="1" y="33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6" name="Freeform 742">
                <a:extLst>
                  <a:ext uri="{FF2B5EF4-FFF2-40B4-BE49-F238E27FC236}">
                    <a16:creationId xmlns:a16="http://schemas.microsoft.com/office/drawing/2014/main" id="{626CD72C-8B55-4D8A-A861-A154F1406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096"/>
                <a:ext cx="15" cy="100"/>
              </a:xfrm>
              <a:custGeom>
                <a:avLst/>
                <a:gdLst>
                  <a:gd name="T0" fmla="*/ 20 w 6"/>
                  <a:gd name="T1" fmla="*/ 0 h 40"/>
                  <a:gd name="T2" fmla="*/ 0 w 6"/>
                  <a:gd name="T3" fmla="*/ 62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0">
                    <a:moveTo>
                      <a:pt x="1" y="0"/>
                    </a:moveTo>
                    <a:cubicBezTo>
                      <a:pt x="2" y="14"/>
                      <a:pt x="6" y="27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7" name="Freeform 743">
                <a:extLst>
                  <a:ext uri="{FF2B5EF4-FFF2-40B4-BE49-F238E27FC236}">
                    <a16:creationId xmlns:a16="http://schemas.microsoft.com/office/drawing/2014/main" id="{809D70D8-AA1A-48CC-86F3-35D376ECF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149"/>
                <a:ext cx="15" cy="90"/>
              </a:xfrm>
              <a:custGeom>
                <a:avLst/>
                <a:gdLst>
                  <a:gd name="T0" fmla="*/ 83 w 6"/>
                  <a:gd name="T1" fmla="*/ 0 h 36"/>
                  <a:gd name="T2" fmla="*/ 95 w 6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5" y="0"/>
                    </a:moveTo>
                    <a:cubicBezTo>
                      <a:pt x="3" y="12"/>
                      <a:pt x="0" y="25"/>
                      <a:pt x="6" y="3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8" name="Freeform 744">
                <a:extLst>
                  <a:ext uri="{FF2B5EF4-FFF2-40B4-BE49-F238E27FC236}">
                    <a16:creationId xmlns:a16="http://schemas.microsoft.com/office/drawing/2014/main" id="{0F06EA2F-62F2-4605-9281-8669E2C61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211"/>
                <a:ext cx="15" cy="70"/>
              </a:xfrm>
              <a:custGeom>
                <a:avLst/>
                <a:gdLst>
                  <a:gd name="T0" fmla="*/ 95 w 6"/>
                  <a:gd name="T1" fmla="*/ 0 h 28"/>
                  <a:gd name="T2" fmla="*/ 0 w 6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8">
                    <a:moveTo>
                      <a:pt x="6" y="0"/>
                    </a:moveTo>
                    <a:cubicBezTo>
                      <a:pt x="3" y="10"/>
                      <a:pt x="1" y="19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9" name="Freeform 745">
                <a:extLst>
                  <a:ext uri="{FF2B5EF4-FFF2-40B4-BE49-F238E27FC236}">
                    <a16:creationId xmlns:a16="http://schemas.microsoft.com/office/drawing/2014/main" id="{53BF0CD3-0841-453D-89B7-73A8201A2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026"/>
                <a:ext cx="10" cy="33"/>
              </a:xfrm>
              <a:custGeom>
                <a:avLst/>
                <a:gdLst>
                  <a:gd name="T0" fmla="*/ 63 w 4"/>
                  <a:gd name="T1" fmla="*/ 213 h 13"/>
                  <a:gd name="T2" fmla="*/ 0 w 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13"/>
                    </a:moveTo>
                    <a:cubicBezTo>
                      <a:pt x="3" y="8"/>
                      <a:pt x="1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0" name="Freeform 746">
                <a:extLst>
                  <a:ext uri="{FF2B5EF4-FFF2-40B4-BE49-F238E27FC236}">
                    <a16:creationId xmlns:a16="http://schemas.microsoft.com/office/drawing/2014/main" id="{F311806A-986D-4A39-BF2C-82641A707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064"/>
                <a:ext cx="15" cy="90"/>
              </a:xfrm>
              <a:custGeom>
                <a:avLst/>
                <a:gdLst>
                  <a:gd name="T0" fmla="*/ 33 w 6"/>
                  <a:gd name="T1" fmla="*/ 0 h 36"/>
                  <a:gd name="T2" fmla="*/ 0 w 6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2" y="0"/>
                    </a:moveTo>
                    <a:cubicBezTo>
                      <a:pt x="2" y="11"/>
                      <a:pt x="6" y="27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1" name="Freeform 747">
                <a:extLst>
                  <a:ext uri="{FF2B5EF4-FFF2-40B4-BE49-F238E27FC236}">
                    <a16:creationId xmlns:a16="http://schemas.microsoft.com/office/drawing/2014/main" id="{26D15EF9-20B9-44A6-8FDF-AAB6E0A1E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106"/>
                <a:ext cx="17" cy="130"/>
              </a:xfrm>
              <a:custGeom>
                <a:avLst/>
                <a:gdLst>
                  <a:gd name="T0" fmla="*/ 87 w 7"/>
                  <a:gd name="T1" fmla="*/ 0 h 52"/>
                  <a:gd name="T2" fmla="*/ 100 w 7"/>
                  <a:gd name="T3" fmla="*/ 813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2">
                    <a:moveTo>
                      <a:pt x="6" y="0"/>
                    </a:moveTo>
                    <a:cubicBezTo>
                      <a:pt x="4" y="18"/>
                      <a:pt x="0" y="35"/>
                      <a:pt x="7" y="52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2" name="Freeform 748">
                <a:extLst>
                  <a:ext uri="{FF2B5EF4-FFF2-40B4-BE49-F238E27FC236}">
                    <a16:creationId xmlns:a16="http://schemas.microsoft.com/office/drawing/2014/main" id="{11E39570-AABC-4019-85CF-AFAC892AD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116"/>
                <a:ext cx="25" cy="78"/>
              </a:xfrm>
              <a:custGeom>
                <a:avLst/>
                <a:gdLst>
                  <a:gd name="T0" fmla="*/ 158 w 10"/>
                  <a:gd name="T1" fmla="*/ 493 h 31"/>
                  <a:gd name="T2" fmla="*/ 0 w 10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10" y="31"/>
                    </a:moveTo>
                    <a:cubicBezTo>
                      <a:pt x="5" y="22"/>
                      <a:pt x="4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3" name="Freeform 749">
                <a:extLst>
                  <a:ext uri="{FF2B5EF4-FFF2-40B4-BE49-F238E27FC236}">
                    <a16:creationId xmlns:a16="http://schemas.microsoft.com/office/drawing/2014/main" id="{9231CF7F-4692-47E7-962C-D28862D6D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094"/>
                <a:ext cx="22" cy="140"/>
              </a:xfrm>
              <a:custGeom>
                <a:avLst/>
                <a:gdLst>
                  <a:gd name="T0" fmla="*/ 59 w 9"/>
                  <a:gd name="T1" fmla="*/ 0 h 56"/>
                  <a:gd name="T2" fmla="*/ 132 w 9"/>
                  <a:gd name="T3" fmla="*/ 875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6">
                    <a:moveTo>
                      <a:pt x="4" y="0"/>
                    </a:moveTo>
                    <a:cubicBezTo>
                      <a:pt x="3" y="19"/>
                      <a:pt x="0" y="38"/>
                      <a:pt x="9" y="5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4" name="Freeform 750">
                <a:extLst>
                  <a:ext uri="{FF2B5EF4-FFF2-40B4-BE49-F238E27FC236}">
                    <a16:creationId xmlns:a16="http://schemas.microsoft.com/office/drawing/2014/main" id="{FAC4D490-7427-4B01-9CD9-8D5AABB9C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209"/>
                <a:ext cx="10" cy="100"/>
              </a:xfrm>
              <a:custGeom>
                <a:avLst/>
                <a:gdLst>
                  <a:gd name="T0" fmla="*/ 63 w 4"/>
                  <a:gd name="T1" fmla="*/ 0 h 40"/>
                  <a:gd name="T2" fmla="*/ 20 w 4"/>
                  <a:gd name="T3" fmla="*/ 62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0">
                    <a:moveTo>
                      <a:pt x="4" y="0"/>
                    </a:moveTo>
                    <a:cubicBezTo>
                      <a:pt x="0" y="13"/>
                      <a:pt x="1" y="27"/>
                      <a:pt x="1" y="4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5" name="Freeform 751">
                <a:extLst>
                  <a:ext uri="{FF2B5EF4-FFF2-40B4-BE49-F238E27FC236}">
                    <a16:creationId xmlns:a16="http://schemas.microsoft.com/office/drawing/2014/main" id="{FC95A584-6F78-495B-A299-D15E98593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269"/>
                <a:ext cx="25" cy="62"/>
              </a:xfrm>
              <a:custGeom>
                <a:avLst/>
                <a:gdLst>
                  <a:gd name="T0" fmla="*/ 125 w 10"/>
                  <a:gd name="T1" fmla="*/ 382 h 25"/>
                  <a:gd name="T2" fmla="*/ 0 w 10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5">
                    <a:moveTo>
                      <a:pt x="8" y="25"/>
                    </a:moveTo>
                    <a:cubicBezTo>
                      <a:pt x="10" y="19"/>
                      <a:pt x="3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6" name="Freeform 752">
                <a:extLst>
                  <a:ext uri="{FF2B5EF4-FFF2-40B4-BE49-F238E27FC236}">
                    <a16:creationId xmlns:a16="http://schemas.microsoft.com/office/drawing/2014/main" id="{BB5782A6-21A4-4507-9200-76651C886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299"/>
                <a:ext cx="7" cy="40"/>
              </a:xfrm>
              <a:custGeom>
                <a:avLst/>
                <a:gdLst>
                  <a:gd name="T0" fmla="*/ 37 w 3"/>
                  <a:gd name="T1" fmla="*/ 0 h 16"/>
                  <a:gd name="T2" fmla="*/ 0 w 3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2" y="6"/>
                      <a:pt x="1" y="11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F9CD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7" name="Freeform 753">
                <a:extLst>
                  <a:ext uri="{FF2B5EF4-FFF2-40B4-BE49-F238E27FC236}">
                    <a16:creationId xmlns:a16="http://schemas.microsoft.com/office/drawing/2014/main" id="{1A5320B9-1D5B-4B3F-AFC7-8B44DA795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859"/>
                <a:ext cx="25" cy="17"/>
              </a:xfrm>
              <a:custGeom>
                <a:avLst/>
                <a:gdLst>
                  <a:gd name="T0" fmla="*/ 33 w 10"/>
                  <a:gd name="T1" fmla="*/ 100 h 7"/>
                  <a:gd name="T2" fmla="*/ 145 w 10"/>
                  <a:gd name="T3" fmla="*/ 41 h 7"/>
                  <a:gd name="T4" fmla="*/ 0 w 10"/>
                  <a:gd name="T5" fmla="*/ 1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2" y="7"/>
                    </a:moveTo>
                    <a:cubicBezTo>
                      <a:pt x="4" y="7"/>
                      <a:pt x="10" y="6"/>
                      <a:pt x="9" y="3"/>
                    </a:cubicBezTo>
                    <a:cubicBezTo>
                      <a:pt x="8" y="1"/>
                      <a:pt x="2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8" name="Freeform 754">
                <a:extLst>
                  <a:ext uri="{FF2B5EF4-FFF2-40B4-BE49-F238E27FC236}">
                    <a16:creationId xmlns:a16="http://schemas.microsoft.com/office/drawing/2014/main" id="{B6EA8349-280D-403D-AFC1-3698CAB26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949"/>
                <a:ext cx="10" cy="17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4" y="3"/>
                      <a:pt x="1" y="5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9" name="Freeform 755">
                <a:extLst>
                  <a:ext uri="{FF2B5EF4-FFF2-40B4-BE49-F238E27FC236}">
                    <a16:creationId xmlns:a16="http://schemas.microsoft.com/office/drawing/2014/main" id="{22271229-226C-4144-9AC3-4C22BFD1D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994"/>
                <a:ext cx="20" cy="7"/>
              </a:xfrm>
              <a:custGeom>
                <a:avLst/>
                <a:gdLst>
                  <a:gd name="T0" fmla="*/ 125 w 8"/>
                  <a:gd name="T1" fmla="*/ 37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3"/>
                      <a:pt x="3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0" name="Freeform 756">
                <a:extLst>
                  <a:ext uri="{FF2B5EF4-FFF2-40B4-BE49-F238E27FC236}">
                    <a16:creationId xmlns:a16="http://schemas.microsoft.com/office/drawing/2014/main" id="{FDB31961-F609-4C2E-89E0-72E581E8D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934"/>
                <a:ext cx="20" cy="7"/>
              </a:xfrm>
              <a:custGeom>
                <a:avLst/>
                <a:gdLst>
                  <a:gd name="T0" fmla="*/ 0 w 8"/>
                  <a:gd name="T1" fmla="*/ 0 h 3"/>
                  <a:gd name="T2" fmla="*/ 125 w 8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1"/>
                      <a:pt x="7" y="1"/>
                      <a:pt x="8" y="3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1" name="Freeform 757">
                <a:extLst>
                  <a:ext uri="{FF2B5EF4-FFF2-40B4-BE49-F238E27FC236}">
                    <a16:creationId xmlns:a16="http://schemas.microsoft.com/office/drawing/2014/main" id="{8D50EC79-3DDA-4BE8-AF2A-DEDD7F78E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046"/>
                <a:ext cx="25" cy="10"/>
              </a:xfrm>
              <a:custGeom>
                <a:avLst/>
                <a:gdLst>
                  <a:gd name="T0" fmla="*/ 158 w 10"/>
                  <a:gd name="T1" fmla="*/ 33 h 4"/>
                  <a:gd name="T2" fmla="*/ 0 w 10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10" y="2"/>
                    </a:moveTo>
                    <a:cubicBezTo>
                      <a:pt x="10" y="4"/>
                      <a:pt x="2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2" name="Freeform 758">
                <a:extLst>
                  <a:ext uri="{FF2B5EF4-FFF2-40B4-BE49-F238E27FC236}">
                    <a16:creationId xmlns:a16="http://schemas.microsoft.com/office/drawing/2014/main" id="{311B0892-8EFA-444A-9997-F48031681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111"/>
                <a:ext cx="23" cy="15"/>
              </a:xfrm>
              <a:custGeom>
                <a:avLst/>
                <a:gdLst>
                  <a:gd name="T0" fmla="*/ 151 w 9"/>
                  <a:gd name="T1" fmla="*/ 95 h 6"/>
                  <a:gd name="T2" fmla="*/ 0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cubicBezTo>
                      <a:pt x="7" y="3"/>
                      <a:pt x="4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3" name="Freeform 759">
                <a:extLst>
                  <a:ext uri="{FF2B5EF4-FFF2-40B4-BE49-F238E27FC236}">
                    <a16:creationId xmlns:a16="http://schemas.microsoft.com/office/drawing/2014/main" id="{514DB949-C7FC-45D9-B442-9D6637346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121"/>
                <a:ext cx="15" cy="20"/>
              </a:xfrm>
              <a:custGeom>
                <a:avLst/>
                <a:gdLst>
                  <a:gd name="T0" fmla="*/ 0 w 6"/>
                  <a:gd name="T1" fmla="*/ 125 h 8"/>
                  <a:gd name="T2" fmla="*/ 95 w 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2" y="6"/>
                      <a:pt x="5" y="3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4" name="Freeform 760">
                <a:extLst>
                  <a:ext uri="{FF2B5EF4-FFF2-40B4-BE49-F238E27FC236}">
                    <a16:creationId xmlns:a16="http://schemas.microsoft.com/office/drawing/2014/main" id="{C6DD7163-0868-49A7-A8F7-09687FC74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221"/>
                <a:ext cx="22" cy="10"/>
              </a:xfrm>
              <a:custGeom>
                <a:avLst/>
                <a:gdLst>
                  <a:gd name="T0" fmla="*/ 132 w 9"/>
                  <a:gd name="T1" fmla="*/ 0 h 4"/>
                  <a:gd name="T2" fmla="*/ 0 w 9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7" y="4"/>
                      <a:pt x="3" y="4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5" name="Freeform 761">
                <a:extLst>
                  <a:ext uri="{FF2B5EF4-FFF2-40B4-BE49-F238E27FC236}">
                    <a16:creationId xmlns:a16="http://schemas.microsoft.com/office/drawing/2014/main" id="{A1EFE5A3-6732-49B6-A60F-3363A0119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266"/>
                <a:ext cx="10" cy="18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3"/>
                      <a:pt x="1" y="5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6" name="Freeform 762">
                <a:extLst>
                  <a:ext uri="{FF2B5EF4-FFF2-40B4-BE49-F238E27FC236}">
                    <a16:creationId xmlns:a16="http://schemas.microsoft.com/office/drawing/2014/main" id="{E7B67195-5CE8-4DE8-A172-FD037809E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249"/>
                <a:ext cx="17" cy="15"/>
              </a:xfrm>
              <a:custGeom>
                <a:avLst/>
                <a:gdLst>
                  <a:gd name="T0" fmla="*/ 100 w 7"/>
                  <a:gd name="T1" fmla="*/ 95 h 6"/>
                  <a:gd name="T2" fmla="*/ 0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7" name="Freeform 763">
                <a:extLst>
                  <a:ext uri="{FF2B5EF4-FFF2-40B4-BE49-F238E27FC236}">
                    <a16:creationId xmlns:a16="http://schemas.microsoft.com/office/drawing/2014/main" id="{D50F4CEA-E350-4F2C-84D8-06E499E9F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156"/>
                <a:ext cx="20" cy="8"/>
              </a:xfrm>
              <a:custGeom>
                <a:avLst/>
                <a:gdLst>
                  <a:gd name="T0" fmla="*/ 0 w 8"/>
                  <a:gd name="T1" fmla="*/ 21 h 3"/>
                  <a:gd name="T2" fmla="*/ 125 w 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1"/>
                    </a:moveTo>
                    <a:cubicBezTo>
                      <a:pt x="2" y="0"/>
                      <a:pt x="6" y="2"/>
                      <a:pt x="8" y="3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8" name="Freeform 764">
                <a:extLst>
                  <a:ext uri="{FF2B5EF4-FFF2-40B4-BE49-F238E27FC236}">
                    <a16:creationId xmlns:a16="http://schemas.microsoft.com/office/drawing/2014/main" id="{069D0792-D55E-442B-938D-AAD77DC87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186"/>
                <a:ext cx="17" cy="10"/>
              </a:xfrm>
              <a:custGeom>
                <a:avLst/>
                <a:gdLst>
                  <a:gd name="T0" fmla="*/ 100 w 7"/>
                  <a:gd name="T1" fmla="*/ 33 h 4"/>
                  <a:gd name="T2" fmla="*/ 0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7" y="2"/>
                    </a:move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9" name="Freeform 765">
                <a:extLst>
                  <a:ext uri="{FF2B5EF4-FFF2-40B4-BE49-F238E27FC236}">
                    <a16:creationId xmlns:a16="http://schemas.microsoft.com/office/drawing/2014/main" id="{93CDB02F-FC25-4CA2-A501-E50A673C7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306"/>
                <a:ext cx="13" cy="5"/>
              </a:xfrm>
              <a:custGeom>
                <a:avLst/>
                <a:gdLst>
                  <a:gd name="T0" fmla="*/ 88 w 5"/>
                  <a:gd name="T1" fmla="*/ 20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4" y="2"/>
                      <a:pt x="2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0" name="Freeform 766">
                <a:extLst>
                  <a:ext uri="{FF2B5EF4-FFF2-40B4-BE49-F238E27FC236}">
                    <a16:creationId xmlns:a16="http://schemas.microsoft.com/office/drawing/2014/main" id="{1C96593B-8C79-4201-9D25-71BE31596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036"/>
                <a:ext cx="10" cy="23"/>
              </a:xfrm>
              <a:custGeom>
                <a:avLst/>
                <a:gdLst>
                  <a:gd name="T0" fmla="*/ 0 w 4"/>
                  <a:gd name="T1" fmla="*/ 0 h 9"/>
                  <a:gd name="T2" fmla="*/ 63 w 4"/>
                  <a:gd name="T3" fmla="*/ 1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2" y="3"/>
                      <a:pt x="3" y="6"/>
                      <a:pt x="4" y="9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1" name="Freeform 767">
                <a:extLst>
                  <a:ext uri="{FF2B5EF4-FFF2-40B4-BE49-F238E27FC236}">
                    <a16:creationId xmlns:a16="http://schemas.microsoft.com/office/drawing/2014/main" id="{9BC85995-EE57-46CC-9396-FB523928D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796"/>
                <a:ext cx="10" cy="20"/>
              </a:xfrm>
              <a:custGeom>
                <a:avLst/>
                <a:gdLst>
                  <a:gd name="T0" fmla="*/ 0 w 4"/>
                  <a:gd name="T1" fmla="*/ 0 h 8"/>
                  <a:gd name="T2" fmla="*/ 63 w 4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3"/>
                      <a:pt x="2" y="7"/>
                      <a:pt x="4" y="8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2" name="Freeform 768">
                <a:extLst>
                  <a:ext uri="{FF2B5EF4-FFF2-40B4-BE49-F238E27FC236}">
                    <a16:creationId xmlns:a16="http://schemas.microsoft.com/office/drawing/2014/main" id="{1AA26D24-F69A-493A-B809-BC81971FD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799"/>
                <a:ext cx="18" cy="7"/>
              </a:xfrm>
              <a:custGeom>
                <a:avLst/>
                <a:gdLst>
                  <a:gd name="T0" fmla="*/ 118 w 7"/>
                  <a:gd name="T1" fmla="*/ 28 h 3"/>
                  <a:gd name="T2" fmla="*/ 0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2"/>
                    </a:move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3" name="Freeform 769">
                <a:extLst>
                  <a:ext uri="{FF2B5EF4-FFF2-40B4-BE49-F238E27FC236}">
                    <a16:creationId xmlns:a16="http://schemas.microsoft.com/office/drawing/2014/main" id="{E880580D-0239-4444-A2A7-F220B55A4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749"/>
                <a:ext cx="20" cy="7"/>
              </a:xfrm>
              <a:custGeom>
                <a:avLst/>
                <a:gdLst>
                  <a:gd name="T0" fmla="*/ 0 w 8"/>
                  <a:gd name="T1" fmla="*/ 37 h 3"/>
                  <a:gd name="T2" fmla="*/ 125 w 8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2" y="1"/>
                      <a:pt x="6" y="0"/>
                      <a:pt x="8" y="3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4" name="Freeform 770">
                <a:extLst>
                  <a:ext uri="{FF2B5EF4-FFF2-40B4-BE49-F238E27FC236}">
                    <a16:creationId xmlns:a16="http://schemas.microsoft.com/office/drawing/2014/main" id="{608ED188-F97E-4CEF-A22D-E2208C51D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761"/>
                <a:ext cx="17" cy="8"/>
              </a:xfrm>
              <a:custGeom>
                <a:avLst/>
                <a:gdLst>
                  <a:gd name="T0" fmla="*/ 0 w 7"/>
                  <a:gd name="T1" fmla="*/ 0 h 3"/>
                  <a:gd name="T2" fmla="*/ 100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3" y="1"/>
                      <a:pt x="5" y="2"/>
                      <a:pt x="7" y="3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5" name="Freeform 771">
                <a:extLst>
                  <a:ext uri="{FF2B5EF4-FFF2-40B4-BE49-F238E27FC236}">
                    <a16:creationId xmlns:a16="http://schemas.microsoft.com/office/drawing/2014/main" id="{4C39C34E-6554-49FB-A137-9C8504535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681"/>
                <a:ext cx="5" cy="15"/>
              </a:xfrm>
              <a:custGeom>
                <a:avLst/>
                <a:gdLst>
                  <a:gd name="T0" fmla="*/ 0 w 2"/>
                  <a:gd name="T1" fmla="*/ 0 h 6"/>
                  <a:gd name="T2" fmla="*/ 33 w 2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1" y="4"/>
                      <a:pt x="2" y="6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6" name="Freeform 772">
                <a:extLst>
                  <a:ext uri="{FF2B5EF4-FFF2-40B4-BE49-F238E27FC236}">
                    <a16:creationId xmlns:a16="http://schemas.microsoft.com/office/drawing/2014/main" id="{FFBA742D-2ADD-4733-987F-0185F08F7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1751"/>
                <a:ext cx="12" cy="18"/>
              </a:xfrm>
              <a:custGeom>
                <a:avLst/>
                <a:gdLst>
                  <a:gd name="T0" fmla="*/ 70 w 5"/>
                  <a:gd name="T1" fmla="*/ 0 h 7"/>
                  <a:gd name="T2" fmla="*/ 0 w 5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3"/>
                      <a:pt x="2" y="5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7" name="Freeform 773">
                <a:extLst>
                  <a:ext uri="{FF2B5EF4-FFF2-40B4-BE49-F238E27FC236}">
                    <a16:creationId xmlns:a16="http://schemas.microsoft.com/office/drawing/2014/main" id="{487E9D0A-1F40-4695-8C3C-736D4B23A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701"/>
                <a:ext cx="17" cy="5"/>
              </a:xfrm>
              <a:custGeom>
                <a:avLst/>
                <a:gdLst>
                  <a:gd name="T0" fmla="*/ 100 w 7"/>
                  <a:gd name="T1" fmla="*/ 0 h 2"/>
                  <a:gd name="T2" fmla="*/ 0 w 7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5" y="1"/>
                      <a:pt x="2" y="2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8" name="Freeform 774">
                <a:extLst>
                  <a:ext uri="{FF2B5EF4-FFF2-40B4-BE49-F238E27FC236}">
                    <a16:creationId xmlns:a16="http://schemas.microsoft.com/office/drawing/2014/main" id="{46BB5528-964B-4CEB-906B-59ECF25A5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589"/>
                <a:ext cx="15" cy="12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2" y="1"/>
                      <a:pt x="4" y="3"/>
                      <a:pt x="6" y="5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9" name="Freeform 775">
                <a:extLst>
                  <a:ext uri="{FF2B5EF4-FFF2-40B4-BE49-F238E27FC236}">
                    <a16:creationId xmlns:a16="http://schemas.microsoft.com/office/drawing/2014/main" id="{75EEC51C-4DA0-462C-AD46-1C2004ADA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569"/>
                <a:ext cx="15" cy="2"/>
              </a:xfrm>
              <a:custGeom>
                <a:avLst/>
                <a:gdLst>
                  <a:gd name="T0" fmla="*/ 95 w 6"/>
                  <a:gd name="T1" fmla="*/ 8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0" name="Freeform 776">
                <a:extLst>
                  <a:ext uri="{FF2B5EF4-FFF2-40B4-BE49-F238E27FC236}">
                    <a16:creationId xmlns:a16="http://schemas.microsoft.com/office/drawing/2014/main" id="{AF602B1F-83EE-4821-BA06-17B00D086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1426"/>
                <a:ext cx="23" cy="3"/>
              </a:xfrm>
              <a:custGeom>
                <a:avLst/>
                <a:gdLst>
                  <a:gd name="T0" fmla="*/ 0 w 9"/>
                  <a:gd name="T1" fmla="*/ 0 h 1"/>
                  <a:gd name="T2" fmla="*/ 151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1"/>
                      <a:pt x="6" y="0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1" name="Freeform 777">
                <a:extLst>
                  <a:ext uri="{FF2B5EF4-FFF2-40B4-BE49-F238E27FC236}">
                    <a16:creationId xmlns:a16="http://schemas.microsoft.com/office/drawing/2014/main" id="{8B610DE4-CB23-4301-B3BF-DCABEFDC9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389"/>
                <a:ext cx="23" cy="2"/>
              </a:xfrm>
              <a:custGeom>
                <a:avLst/>
                <a:gdLst>
                  <a:gd name="T0" fmla="*/ 151 w 9"/>
                  <a:gd name="T1" fmla="*/ 8 h 1"/>
                  <a:gd name="T2" fmla="*/ 0 w 9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9" y="1"/>
                    </a:moveTo>
                    <a:cubicBezTo>
                      <a:pt x="6" y="1"/>
                      <a:pt x="3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2" name="Freeform 778">
                <a:extLst>
                  <a:ext uri="{FF2B5EF4-FFF2-40B4-BE49-F238E27FC236}">
                    <a16:creationId xmlns:a16="http://schemas.microsoft.com/office/drawing/2014/main" id="{DAB455B5-032A-4C77-8E6A-C52458BF8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381"/>
                <a:ext cx="20" cy="3"/>
              </a:xfrm>
              <a:custGeom>
                <a:avLst/>
                <a:gdLst>
                  <a:gd name="T0" fmla="*/ 0 w 8"/>
                  <a:gd name="T1" fmla="*/ 0 h 1"/>
                  <a:gd name="T2" fmla="*/ 125 w 8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6" y="1"/>
                      <a:pt x="8" y="1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3" name="Freeform 779">
                <a:extLst>
                  <a:ext uri="{FF2B5EF4-FFF2-40B4-BE49-F238E27FC236}">
                    <a16:creationId xmlns:a16="http://schemas.microsoft.com/office/drawing/2014/main" id="{E89983E2-F78E-47DD-B123-F438CE8BD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1456"/>
                <a:ext cx="18" cy="13"/>
              </a:xfrm>
              <a:custGeom>
                <a:avLst/>
                <a:gdLst>
                  <a:gd name="T0" fmla="*/ 0 w 7"/>
                  <a:gd name="T1" fmla="*/ 88 h 5"/>
                  <a:gd name="T2" fmla="*/ 118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3"/>
                      <a:pt x="4" y="0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4" name="Freeform 780">
                <a:extLst>
                  <a:ext uri="{FF2B5EF4-FFF2-40B4-BE49-F238E27FC236}">
                    <a16:creationId xmlns:a16="http://schemas.microsoft.com/office/drawing/2014/main" id="{30B1AF44-E4E2-4D2B-A5E5-853298A0C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546"/>
                <a:ext cx="12" cy="5"/>
              </a:xfrm>
              <a:custGeom>
                <a:avLst/>
                <a:gdLst>
                  <a:gd name="T0" fmla="*/ 70 w 5"/>
                  <a:gd name="T1" fmla="*/ 0 h 2"/>
                  <a:gd name="T2" fmla="*/ 0 w 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1"/>
                      <a:pt x="1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5" name="Freeform 781">
                <a:extLst>
                  <a:ext uri="{FF2B5EF4-FFF2-40B4-BE49-F238E27FC236}">
                    <a16:creationId xmlns:a16="http://schemas.microsoft.com/office/drawing/2014/main" id="{312995EE-7643-430C-977F-3768056E1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736"/>
                <a:ext cx="17" cy="18"/>
              </a:xfrm>
              <a:custGeom>
                <a:avLst/>
                <a:gdLst>
                  <a:gd name="T0" fmla="*/ 100 w 7"/>
                  <a:gd name="T1" fmla="*/ 118 h 7"/>
                  <a:gd name="T2" fmla="*/ 0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cubicBezTo>
                      <a:pt x="4" y="5"/>
                      <a:pt x="2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6" name="Freeform 782">
                <a:extLst>
                  <a:ext uri="{FF2B5EF4-FFF2-40B4-BE49-F238E27FC236}">
                    <a16:creationId xmlns:a16="http://schemas.microsoft.com/office/drawing/2014/main" id="{1F607FDF-DAB6-4EF2-AF2A-A26439E21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784"/>
                <a:ext cx="20" cy="1"/>
              </a:xfrm>
              <a:custGeom>
                <a:avLst/>
                <a:gdLst>
                  <a:gd name="T0" fmla="*/ 125 w 8"/>
                  <a:gd name="T1" fmla="*/ 0 h 1"/>
                  <a:gd name="T2" fmla="*/ 0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A949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7" name="Freeform 783">
                <a:extLst>
                  <a:ext uri="{FF2B5EF4-FFF2-40B4-BE49-F238E27FC236}">
                    <a16:creationId xmlns:a16="http://schemas.microsoft.com/office/drawing/2014/main" id="{9F814D29-9C1B-4AB2-9A2F-6CFA2389E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899"/>
                <a:ext cx="110" cy="260"/>
              </a:xfrm>
              <a:custGeom>
                <a:avLst/>
                <a:gdLst>
                  <a:gd name="T0" fmla="*/ 0 w 44"/>
                  <a:gd name="T1" fmla="*/ 1313 h 104"/>
                  <a:gd name="T2" fmla="*/ 270 w 44"/>
                  <a:gd name="T3" fmla="*/ 658 h 104"/>
                  <a:gd name="T4" fmla="*/ 470 w 44"/>
                  <a:gd name="T5" fmla="*/ 0 h 104"/>
                  <a:gd name="T6" fmla="*/ 613 w 44"/>
                  <a:gd name="T7" fmla="*/ 813 h 104"/>
                  <a:gd name="T8" fmla="*/ 688 w 44"/>
                  <a:gd name="T9" fmla="*/ 1270 h 104"/>
                  <a:gd name="T10" fmla="*/ 675 w 44"/>
                  <a:gd name="T11" fmla="*/ 1625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04">
                    <a:moveTo>
                      <a:pt x="0" y="84"/>
                    </a:moveTo>
                    <a:cubicBezTo>
                      <a:pt x="0" y="70"/>
                      <a:pt x="12" y="54"/>
                      <a:pt x="17" y="42"/>
                    </a:cubicBezTo>
                    <a:cubicBezTo>
                      <a:pt x="23" y="31"/>
                      <a:pt x="32" y="12"/>
                      <a:pt x="30" y="0"/>
                    </a:cubicBezTo>
                    <a:cubicBezTo>
                      <a:pt x="30" y="19"/>
                      <a:pt x="34" y="34"/>
                      <a:pt x="39" y="52"/>
                    </a:cubicBezTo>
                    <a:cubicBezTo>
                      <a:pt x="42" y="61"/>
                      <a:pt x="43" y="72"/>
                      <a:pt x="44" y="81"/>
                    </a:cubicBezTo>
                    <a:cubicBezTo>
                      <a:pt x="44" y="88"/>
                      <a:pt x="41" y="100"/>
                      <a:pt x="43" y="104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8" name="Freeform 784">
                <a:extLst>
                  <a:ext uri="{FF2B5EF4-FFF2-40B4-BE49-F238E27FC236}">
                    <a16:creationId xmlns:a16="http://schemas.microsoft.com/office/drawing/2014/main" id="{99B96A68-3CC3-440C-AD31-9B2E6D38B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1714"/>
                <a:ext cx="100" cy="347"/>
              </a:xfrm>
              <a:custGeom>
                <a:avLst/>
                <a:gdLst>
                  <a:gd name="T0" fmla="*/ 20 w 40"/>
                  <a:gd name="T1" fmla="*/ 1153 h 139"/>
                  <a:gd name="T2" fmla="*/ 250 w 40"/>
                  <a:gd name="T3" fmla="*/ 592 h 139"/>
                  <a:gd name="T4" fmla="*/ 425 w 40"/>
                  <a:gd name="T5" fmla="*/ 0 h 139"/>
                  <a:gd name="T6" fmla="*/ 533 w 40"/>
                  <a:gd name="T7" fmla="*/ 479 h 139"/>
                  <a:gd name="T8" fmla="*/ 613 w 40"/>
                  <a:gd name="T9" fmla="*/ 1153 h 139"/>
                  <a:gd name="T10" fmla="*/ 208 w 40"/>
                  <a:gd name="T11" fmla="*/ 2162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39">
                    <a:moveTo>
                      <a:pt x="1" y="74"/>
                    </a:moveTo>
                    <a:cubicBezTo>
                      <a:pt x="0" y="63"/>
                      <a:pt x="12" y="48"/>
                      <a:pt x="16" y="38"/>
                    </a:cubicBezTo>
                    <a:cubicBezTo>
                      <a:pt x="22" y="26"/>
                      <a:pt x="25" y="13"/>
                      <a:pt x="27" y="0"/>
                    </a:cubicBezTo>
                    <a:cubicBezTo>
                      <a:pt x="28" y="10"/>
                      <a:pt x="32" y="21"/>
                      <a:pt x="34" y="31"/>
                    </a:cubicBezTo>
                    <a:cubicBezTo>
                      <a:pt x="36" y="45"/>
                      <a:pt x="38" y="60"/>
                      <a:pt x="39" y="74"/>
                    </a:cubicBezTo>
                    <a:cubicBezTo>
                      <a:pt x="40" y="99"/>
                      <a:pt x="25" y="119"/>
                      <a:pt x="13" y="139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9" name="Freeform 785">
                <a:extLst>
                  <a:ext uri="{FF2B5EF4-FFF2-40B4-BE49-F238E27FC236}">
                    <a16:creationId xmlns:a16="http://schemas.microsoft.com/office/drawing/2014/main" id="{7A905E9A-36D1-403F-A814-A8BEFB7F6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1946"/>
                <a:ext cx="40" cy="235"/>
              </a:xfrm>
              <a:custGeom>
                <a:avLst/>
                <a:gdLst>
                  <a:gd name="T0" fmla="*/ 0 w 16"/>
                  <a:gd name="T1" fmla="*/ 0 h 94"/>
                  <a:gd name="T2" fmla="*/ 95 w 16"/>
                  <a:gd name="T3" fmla="*/ 1470 h 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4">
                    <a:moveTo>
                      <a:pt x="0" y="0"/>
                    </a:moveTo>
                    <a:cubicBezTo>
                      <a:pt x="16" y="32"/>
                      <a:pt x="10" y="61"/>
                      <a:pt x="6" y="94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0" name="Freeform 786">
                <a:extLst>
                  <a:ext uri="{FF2B5EF4-FFF2-40B4-BE49-F238E27FC236}">
                    <a16:creationId xmlns:a16="http://schemas.microsoft.com/office/drawing/2014/main" id="{AC96223B-559E-468B-843D-82D572DAF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116"/>
                <a:ext cx="28" cy="63"/>
              </a:xfrm>
              <a:custGeom>
                <a:avLst/>
                <a:gdLst>
                  <a:gd name="T0" fmla="*/ 0 w 11"/>
                  <a:gd name="T1" fmla="*/ 0 h 25"/>
                  <a:gd name="T2" fmla="*/ 181 w 11"/>
                  <a:gd name="T3" fmla="*/ 40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5">
                    <a:moveTo>
                      <a:pt x="0" y="0"/>
                    </a:moveTo>
                    <a:cubicBezTo>
                      <a:pt x="2" y="9"/>
                      <a:pt x="8" y="17"/>
                      <a:pt x="11" y="25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1" name="Freeform 787">
                <a:extLst>
                  <a:ext uri="{FF2B5EF4-FFF2-40B4-BE49-F238E27FC236}">
                    <a16:creationId xmlns:a16="http://schemas.microsoft.com/office/drawing/2014/main" id="{3EC14203-A9AF-4D65-82DD-F01738C88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1751"/>
                <a:ext cx="88" cy="335"/>
              </a:xfrm>
              <a:custGeom>
                <a:avLst/>
                <a:gdLst>
                  <a:gd name="T0" fmla="*/ 158 w 35"/>
                  <a:gd name="T1" fmla="*/ 2095 h 134"/>
                  <a:gd name="T2" fmla="*/ 538 w 35"/>
                  <a:gd name="T3" fmla="*/ 1083 h 134"/>
                  <a:gd name="T4" fmla="*/ 272 w 35"/>
                  <a:gd name="T5" fmla="*/ 0 h 134"/>
                  <a:gd name="T6" fmla="*/ 0 w 35"/>
                  <a:gd name="T7" fmla="*/ 520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34">
                    <a:moveTo>
                      <a:pt x="10" y="134"/>
                    </a:moveTo>
                    <a:cubicBezTo>
                      <a:pt x="18" y="111"/>
                      <a:pt x="33" y="94"/>
                      <a:pt x="34" y="69"/>
                    </a:cubicBezTo>
                    <a:cubicBezTo>
                      <a:pt x="35" y="47"/>
                      <a:pt x="26" y="19"/>
                      <a:pt x="17" y="0"/>
                    </a:cubicBezTo>
                    <a:cubicBezTo>
                      <a:pt x="8" y="9"/>
                      <a:pt x="7" y="26"/>
                      <a:pt x="0" y="33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2" name="Freeform 788">
                <a:extLst>
                  <a:ext uri="{FF2B5EF4-FFF2-40B4-BE49-F238E27FC236}">
                    <a16:creationId xmlns:a16="http://schemas.microsoft.com/office/drawing/2014/main" id="{D5B69430-E135-4FE6-BB80-5F41098FA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496"/>
                <a:ext cx="132" cy="255"/>
              </a:xfrm>
              <a:custGeom>
                <a:avLst/>
                <a:gdLst>
                  <a:gd name="T0" fmla="*/ 528 w 53"/>
                  <a:gd name="T1" fmla="*/ 1595 h 102"/>
                  <a:gd name="T2" fmla="*/ 787 w 53"/>
                  <a:gd name="T3" fmla="*/ 845 h 102"/>
                  <a:gd name="T4" fmla="*/ 433 w 53"/>
                  <a:gd name="T5" fmla="*/ 95 h 102"/>
                  <a:gd name="T6" fmla="*/ 92 w 53"/>
                  <a:gd name="T7" fmla="*/ 720 h 102"/>
                  <a:gd name="T8" fmla="*/ 125 w 53"/>
                  <a:gd name="T9" fmla="*/ 1363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02">
                    <a:moveTo>
                      <a:pt x="34" y="102"/>
                    </a:moveTo>
                    <a:cubicBezTo>
                      <a:pt x="41" y="85"/>
                      <a:pt x="50" y="75"/>
                      <a:pt x="51" y="54"/>
                    </a:cubicBezTo>
                    <a:cubicBezTo>
                      <a:pt x="53" y="34"/>
                      <a:pt x="30" y="12"/>
                      <a:pt x="28" y="6"/>
                    </a:cubicBezTo>
                    <a:cubicBezTo>
                      <a:pt x="27" y="0"/>
                      <a:pt x="11" y="31"/>
                      <a:pt x="6" y="46"/>
                    </a:cubicBezTo>
                    <a:cubicBezTo>
                      <a:pt x="0" y="61"/>
                      <a:pt x="8" y="87"/>
                      <a:pt x="8" y="87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3" name="Freeform 789">
                <a:extLst>
                  <a:ext uri="{FF2B5EF4-FFF2-40B4-BE49-F238E27FC236}">
                    <a16:creationId xmlns:a16="http://schemas.microsoft.com/office/drawing/2014/main" id="{4313BCA5-6D33-435B-BCD3-9CD432218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529"/>
                <a:ext cx="105" cy="355"/>
              </a:xfrm>
              <a:custGeom>
                <a:avLst/>
                <a:gdLst>
                  <a:gd name="T0" fmla="*/ 658 w 42"/>
                  <a:gd name="T1" fmla="*/ 645 h 142"/>
                  <a:gd name="T2" fmla="*/ 345 w 42"/>
                  <a:gd name="T3" fmla="*/ 83 h 142"/>
                  <a:gd name="T4" fmla="*/ 83 w 42"/>
                  <a:gd name="T5" fmla="*/ 833 h 142"/>
                  <a:gd name="T6" fmla="*/ 333 w 42"/>
                  <a:gd name="T7" fmla="*/ 222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42">
                    <a:moveTo>
                      <a:pt x="42" y="41"/>
                    </a:moveTo>
                    <a:cubicBezTo>
                      <a:pt x="40" y="24"/>
                      <a:pt x="23" y="9"/>
                      <a:pt x="22" y="5"/>
                    </a:cubicBezTo>
                    <a:cubicBezTo>
                      <a:pt x="20" y="0"/>
                      <a:pt x="10" y="35"/>
                      <a:pt x="5" y="53"/>
                    </a:cubicBezTo>
                    <a:cubicBezTo>
                      <a:pt x="0" y="71"/>
                      <a:pt x="20" y="128"/>
                      <a:pt x="21" y="142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4" name="Freeform 790">
                <a:extLst>
                  <a:ext uri="{FF2B5EF4-FFF2-40B4-BE49-F238E27FC236}">
                    <a16:creationId xmlns:a16="http://schemas.microsoft.com/office/drawing/2014/main" id="{610B6F9B-0C7A-4BAB-AAAA-CCE335ECA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774"/>
                <a:ext cx="72" cy="150"/>
              </a:xfrm>
              <a:custGeom>
                <a:avLst/>
                <a:gdLst>
                  <a:gd name="T0" fmla="*/ 444 w 29"/>
                  <a:gd name="T1" fmla="*/ 0 h 60"/>
                  <a:gd name="T2" fmla="*/ 0 w 29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60">
                    <a:moveTo>
                      <a:pt x="29" y="0"/>
                    </a:moveTo>
                    <a:cubicBezTo>
                      <a:pt x="22" y="9"/>
                      <a:pt x="1" y="54"/>
                      <a:pt x="0" y="60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5" name="Freeform 791">
                <a:extLst>
                  <a:ext uri="{FF2B5EF4-FFF2-40B4-BE49-F238E27FC236}">
                    <a16:creationId xmlns:a16="http://schemas.microsoft.com/office/drawing/2014/main" id="{2CA0FC76-C523-4C67-B68F-11C2822B6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031"/>
                <a:ext cx="63" cy="115"/>
              </a:xfrm>
              <a:custGeom>
                <a:avLst/>
                <a:gdLst>
                  <a:gd name="T0" fmla="*/ 0 w 25"/>
                  <a:gd name="T1" fmla="*/ 0 h 46"/>
                  <a:gd name="T2" fmla="*/ 318 w 25"/>
                  <a:gd name="T3" fmla="*/ 470 h 46"/>
                  <a:gd name="T4" fmla="*/ 401 w 25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6">
                    <a:moveTo>
                      <a:pt x="0" y="0"/>
                    </a:moveTo>
                    <a:cubicBezTo>
                      <a:pt x="8" y="15"/>
                      <a:pt x="16" y="23"/>
                      <a:pt x="20" y="30"/>
                    </a:cubicBezTo>
                    <a:cubicBezTo>
                      <a:pt x="25" y="37"/>
                      <a:pt x="25" y="46"/>
                      <a:pt x="25" y="46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6" name="Freeform 792">
                <a:extLst>
                  <a:ext uri="{FF2B5EF4-FFF2-40B4-BE49-F238E27FC236}">
                    <a16:creationId xmlns:a16="http://schemas.microsoft.com/office/drawing/2014/main" id="{F7C1906F-369E-4913-84FB-1735ACAE7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846"/>
                <a:ext cx="73" cy="260"/>
              </a:xfrm>
              <a:custGeom>
                <a:avLst/>
                <a:gdLst>
                  <a:gd name="T0" fmla="*/ 0 w 29"/>
                  <a:gd name="T1" fmla="*/ 1625 h 104"/>
                  <a:gd name="T2" fmla="*/ 400 w 29"/>
                  <a:gd name="T3" fmla="*/ 720 h 104"/>
                  <a:gd name="T4" fmla="*/ 209 w 29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04">
                    <a:moveTo>
                      <a:pt x="0" y="104"/>
                    </a:moveTo>
                    <a:cubicBezTo>
                      <a:pt x="8" y="94"/>
                      <a:pt x="20" y="64"/>
                      <a:pt x="25" y="46"/>
                    </a:cubicBezTo>
                    <a:cubicBezTo>
                      <a:pt x="29" y="28"/>
                      <a:pt x="21" y="11"/>
                      <a:pt x="13" y="0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7" name="Freeform 793">
                <a:extLst>
                  <a:ext uri="{FF2B5EF4-FFF2-40B4-BE49-F238E27FC236}">
                    <a16:creationId xmlns:a16="http://schemas.microsoft.com/office/drawing/2014/main" id="{A449B2C5-76A2-4B70-BDB7-6597C2962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624"/>
                <a:ext cx="83" cy="285"/>
              </a:xfrm>
              <a:custGeom>
                <a:avLst/>
                <a:gdLst>
                  <a:gd name="T0" fmla="*/ 0 w 33"/>
                  <a:gd name="T1" fmla="*/ 1783 h 114"/>
                  <a:gd name="T2" fmla="*/ 397 w 33"/>
                  <a:gd name="T3" fmla="*/ 1238 h 114"/>
                  <a:gd name="T4" fmla="*/ 443 w 33"/>
                  <a:gd name="T5" fmla="*/ 488 h 114"/>
                  <a:gd name="T6" fmla="*/ 20 w 33"/>
                  <a:gd name="T7" fmla="*/ 0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14">
                    <a:moveTo>
                      <a:pt x="0" y="114"/>
                    </a:moveTo>
                    <a:cubicBezTo>
                      <a:pt x="12" y="104"/>
                      <a:pt x="17" y="97"/>
                      <a:pt x="25" y="79"/>
                    </a:cubicBezTo>
                    <a:cubicBezTo>
                      <a:pt x="33" y="62"/>
                      <a:pt x="30" y="50"/>
                      <a:pt x="28" y="31"/>
                    </a:cubicBezTo>
                    <a:cubicBezTo>
                      <a:pt x="25" y="12"/>
                      <a:pt x="1" y="0"/>
                      <a:pt x="1" y="0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8" name="Freeform 794">
                <a:extLst>
                  <a:ext uri="{FF2B5EF4-FFF2-40B4-BE49-F238E27FC236}">
                    <a16:creationId xmlns:a16="http://schemas.microsoft.com/office/drawing/2014/main" id="{DB3F640A-501D-4D5A-ABD5-E1A704A3A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434"/>
                <a:ext cx="85" cy="260"/>
              </a:xfrm>
              <a:custGeom>
                <a:avLst/>
                <a:gdLst>
                  <a:gd name="T0" fmla="*/ 0 w 34"/>
                  <a:gd name="T1" fmla="*/ 0 h 104"/>
                  <a:gd name="T2" fmla="*/ 488 w 34"/>
                  <a:gd name="T3" fmla="*/ 675 h 104"/>
                  <a:gd name="T4" fmla="*/ 300 w 34"/>
                  <a:gd name="T5" fmla="*/ 1625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04">
                    <a:moveTo>
                      <a:pt x="0" y="0"/>
                    </a:moveTo>
                    <a:cubicBezTo>
                      <a:pt x="10" y="10"/>
                      <a:pt x="27" y="27"/>
                      <a:pt x="31" y="43"/>
                    </a:cubicBezTo>
                    <a:cubicBezTo>
                      <a:pt x="34" y="59"/>
                      <a:pt x="23" y="98"/>
                      <a:pt x="19" y="104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9" name="Freeform 795">
                <a:extLst>
                  <a:ext uri="{FF2B5EF4-FFF2-40B4-BE49-F238E27FC236}">
                    <a16:creationId xmlns:a16="http://schemas.microsoft.com/office/drawing/2014/main" id="{0B7879D9-D4D6-450F-B156-ADF75AEA0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539"/>
                <a:ext cx="57" cy="132"/>
              </a:xfrm>
              <a:custGeom>
                <a:avLst/>
                <a:gdLst>
                  <a:gd name="T0" fmla="*/ 349 w 23"/>
                  <a:gd name="T1" fmla="*/ 819 h 53"/>
                  <a:gd name="T2" fmla="*/ 124 w 23"/>
                  <a:gd name="T3" fmla="*/ 105 h 53"/>
                  <a:gd name="T4" fmla="*/ 0 w 23"/>
                  <a:gd name="T5" fmla="*/ 262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3">
                    <a:moveTo>
                      <a:pt x="23" y="53"/>
                    </a:moveTo>
                    <a:cubicBezTo>
                      <a:pt x="19" y="26"/>
                      <a:pt x="11" y="13"/>
                      <a:pt x="8" y="7"/>
                    </a:cubicBezTo>
                    <a:cubicBezTo>
                      <a:pt x="5" y="0"/>
                      <a:pt x="0" y="17"/>
                      <a:pt x="0" y="17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0" name="Freeform 796">
                <a:extLst>
                  <a:ext uri="{FF2B5EF4-FFF2-40B4-BE49-F238E27FC236}">
                    <a16:creationId xmlns:a16="http://schemas.microsoft.com/office/drawing/2014/main" id="{8B119621-E3DF-48BE-B142-720916F1C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331"/>
                <a:ext cx="122" cy="220"/>
              </a:xfrm>
              <a:custGeom>
                <a:avLst/>
                <a:gdLst>
                  <a:gd name="T0" fmla="*/ 105 w 49"/>
                  <a:gd name="T1" fmla="*/ 1375 h 88"/>
                  <a:gd name="T2" fmla="*/ 0 w 49"/>
                  <a:gd name="T3" fmla="*/ 800 h 88"/>
                  <a:gd name="T4" fmla="*/ 383 w 49"/>
                  <a:gd name="T5" fmla="*/ 95 h 88"/>
                  <a:gd name="T6" fmla="*/ 744 w 49"/>
                  <a:gd name="T7" fmla="*/ 675 h 88"/>
                  <a:gd name="T8" fmla="*/ 632 w 49"/>
                  <a:gd name="T9" fmla="*/ 131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88">
                    <a:moveTo>
                      <a:pt x="7" y="88"/>
                    </a:moveTo>
                    <a:cubicBezTo>
                      <a:pt x="4" y="79"/>
                      <a:pt x="0" y="58"/>
                      <a:pt x="0" y="51"/>
                    </a:cubicBezTo>
                    <a:cubicBezTo>
                      <a:pt x="1" y="44"/>
                      <a:pt x="20" y="12"/>
                      <a:pt x="25" y="6"/>
                    </a:cubicBezTo>
                    <a:cubicBezTo>
                      <a:pt x="30" y="0"/>
                      <a:pt x="47" y="22"/>
                      <a:pt x="48" y="43"/>
                    </a:cubicBezTo>
                    <a:cubicBezTo>
                      <a:pt x="49" y="64"/>
                      <a:pt x="44" y="77"/>
                      <a:pt x="41" y="84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1" name="Freeform 797">
                <a:extLst>
                  <a:ext uri="{FF2B5EF4-FFF2-40B4-BE49-F238E27FC236}">
                    <a16:creationId xmlns:a16="http://schemas.microsoft.com/office/drawing/2014/main" id="{EBAAEFC0-B474-4953-AC44-6617E3326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349"/>
                <a:ext cx="200" cy="280"/>
              </a:xfrm>
              <a:custGeom>
                <a:avLst/>
                <a:gdLst>
                  <a:gd name="T0" fmla="*/ 0 w 80"/>
                  <a:gd name="T1" fmla="*/ 563 h 112"/>
                  <a:gd name="T2" fmla="*/ 270 w 80"/>
                  <a:gd name="T3" fmla="*/ 20 h 112"/>
                  <a:gd name="T4" fmla="*/ 583 w 80"/>
                  <a:gd name="T5" fmla="*/ 988 h 112"/>
                  <a:gd name="T6" fmla="*/ 800 w 80"/>
                  <a:gd name="T7" fmla="*/ 250 h 112"/>
                  <a:gd name="T8" fmla="*/ 1145 w 80"/>
                  <a:gd name="T9" fmla="*/ 750 h 112"/>
                  <a:gd name="T10" fmla="*/ 1020 w 80"/>
                  <a:gd name="T11" fmla="*/ 1750 h 1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112">
                    <a:moveTo>
                      <a:pt x="0" y="36"/>
                    </a:moveTo>
                    <a:cubicBezTo>
                      <a:pt x="7" y="7"/>
                      <a:pt x="14" y="0"/>
                      <a:pt x="17" y="1"/>
                    </a:cubicBezTo>
                    <a:cubicBezTo>
                      <a:pt x="19" y="2"/>
                      <a:pt x="38" y="56"/>
                      <a:pt x="37" y="63"/>
                    </a:cubicBezTo>
                    <a:cubicBezTo>
                      <a:pt x="32" y="50"/>
                      <a:pt x="46" y="25"/>
                      <a:pt x="51" y="16"/>
                    </a:cubicBezTo>
                    <a:cubicBezTo>
                      <a:pt x="57" y="6"/>
                      <a:pt x="67" y="30"/>
                      <a:pt x="73" y="48"/>
                    </a:cubicBezTo>
                    <a:cubicBezTo>
                      <a:pt x="80" y="66"/>
                      <a:pt x="69" y="107"/>
                      <a:pt x="65" y="112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2" name="Freeform 798">
                <a:extLst>
                  <a:ext uri="{FF2B5EF4-FFF2-40B4-BE49-F238E27FC236}">
                    <a16:creationId xmlns:a16="http://schemas.microsoft.com/office/drawing/2014/main" id="{763FAC13-A1E9-4107-9A71-F748C0239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224"/>
                <a:ext cx="52" cy="130"/>
              </a:xfrm>
              <a:custGeom>
                <a:avLst/>
                <a:gdLst>
                  <a:gd name="T0" fmla="*/ 92 w 21"/>
                  <a:gd name="T1" fmla="*/ 813 h 52"/>
                  <a:gd name="T2" fmla="*/ 319 w 21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2">
                    <a:moveTo>
                      <a:pt x="6" y="52"/>
                    </a:moveTo>
                    <a:cubicBezTo>
                      <a:pt x="0" y="36"/>
                      <a:pt x="18" y="2"/>
                      <a:pt x="21" y="0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3" name="Freeform 799">
                <a:extLst>
                  <a:ext uri="{FF2B5EF4-FFF2-40B4-BE49-F238E27FC236}">
                    <a16:creationId xmlns:a16="http://schemas.microsoft.com/office/drawing/2014/main" id="{62E99350-56FB-4A07-BD25-3531587E4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226"/>
                <a:ext cx="22" cy="163"/>
              </a:xfrm>
              <a:custGeom>
                <a:avLst/>
                <a:gdLst>
                  <a:gd name="T0" fmla="*/ 0 w 9"/>
                  <a:gd name="T1" fmla="*/ 0 h 65"/>
                  <a:gd name="T2" fmla="*/ 132 w 9"/>
                  <a:gd name="T3" fmla="*/ 710 h 65"/>
                  <a:gd name="T4" fmla="*/ 12 w 9"/>
                  <a:gd name="T5" fmla="*/ 1026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5">
                    <a:moveTo>
                      <a:pt x="0" y="0"/>
                    </a:moveTo>
                    <a:cubicBezTo>
                      <a:pt x="4" y="9"/>
                      <a:pt x="9" y="39"/>
                      <a:pt x="9" y="45"/>
                    </a:cubicBezTo>
                    <a:cubicBezTo>
                      <a:pt x="9" y="50"/>
                      <a:pt x="1" y="65"/>
                      <a:pt x="1" y="65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4" name="Freeform 800">
                <a:extLst>
                  <a:ext uri="{FF2B5EF4-FFF2-40B4-BE49-F238E27FC236}">
                    <a16:creationId xmlns:a16="http://schemas.microsoft.com/office/drawing/2014/main" id="{F7C2289E-166A-47C3-9D72-0599BD9B7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256"/>
                <a:ext cx="27" cy="93"/>
              </a:xfrm>
              <a:custGeom>
                <a:avLst/>
                <a:gdLst>
                  <a:gd name="T0" fmla="*/ 162 w 11"/>
                  <a:gd name="T1" fmla="*/ 588 h 37"/>
                  <a:gd name="T2" fmla="*/ 42 w 11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11" y="37"/>
                    </a:moveTo>
                    <a:cubicBezTo>
                      <a:pt x="5" y="28"/>
                      <a:pt x="0" y="6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5" name="Freeform 801">
                <a:extLst>
                  <a:ext uri="{FF2B5EF4-FFF2-40B4-BE49-F238E27FC236}">
                    <a16:creationId xmlns:a16="http://schemas.microsoft.com/office/drawing/2014/main" id="{DB2EED6F-C04C-4F02-9F88-CC6A78625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1226"/>
                <a:ext cx="15" cy="63"/>
              </a:xfrm>
              <a:custGeom>
                <a:avLst/>
                <a:gdLst>
                  <a:gd name="T0" fmla="*/ 0 w 6"/>
                  <a:gd name="T1" fmla="*/ 0 h 25"/>
                  <a:gd name="T2" fmla="*/ 95 w 6"/>
                  <a:gd name="T3" fmla="*/ 40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4" y="3"/>
                      <a:pt x="6" y="22"/>
                      <a:pt x="6" y="25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6" name="Freeform 802">
                <a:extLst>
                  <a:ext uri="{FF2B5EF4-FFF2-40B4-BE49-F238E27FC236}">
                    <a16:creationId xmlns:a16="http://schemas.microsoft.com/office/drawing/2014/main" id="{C5D352BC-81C3-4C2D-8D66-A9660E2E8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259"/>
                <a:ext cx="68" cy="80"/>
              </a:xfrm>
              <a:custGeom>
                <a:avLst/>
                <a:gdLst>
                  <a:gd name="T0" fmla="*/ 0 w 27"/>
                  <a:gd name="T1" fmla="*/ 500 h 32"/>
                  <a:gd name="T2" fmla="*/ 431 w 27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2">
                    <a:moveTo>
                      <a:pt x="0" y="32"/>
                    </a:moveTo>
                    <a:cubicBezTo>
                      <a:pt x="8" y="26"/>
                      <a:pt x="25" y="6"/>
                      <a:pt x="27" y="0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7" name="Freeform 803">
                <a:extLst>
                  <a:ext uri="{FF2B5EF4-FFF2-40B4-BE49-F238E27FC236}">
                    <a16:creationId xmlns:a16="http://schemas.microsoft.com/office/drawing/2014/main" id="{02EAEEE6-6D24-4D04-A614-BC0FFD267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264"/>
                <a:ext cx="25" cy="225"/>
              </a:xfrm>
              <a:custGeom>
                <a:avLst/>
                <a:gdLst>
                  <a:gd name="T0" fmla="*/ 63 w 10"/>
                  <a:gd name="T1" fmla="*/ 0 h 90"/>
                  <a:gd name="T2" fmla="*/ 145 w 10"/>
                  <a:gd name="T3" fmla="*/ 708 h 90"/>
                  <a:gd name="T4" fmla="*/ 0 w 10"/>
                  <a:gd name="T5" fmla="*/ 1408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0">
                    <a:moveTo>
                      <a:pt x="4" y="0"/>
                    </a:moveTo>
                    <a:cubicBezTo>
                      <a:pt x="5" y="10"/>
                      <a:pt x="10" y="31"/>
                      <a:pt x="9" y="45"/>
                    </a:cubicBezTo>
                    <a:cubicBezTo>
                      <a:pt x="8" y="59"/>
                      <a:pt x="0" y="90"/>
                      <a:pt x="0" y="90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8" name="Freeform 804">
                <a:extLst>
                  <a:ext uri="{FF2B5EF4-FFF2-40B4-BE49-F238E27FC236}">
                    <a16:creationId xmlns:a16="http://schemas.microsoft.com/office/drawing/2014/main" id="{0595C712-07E1-4B56-A1BB-F8D68627E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324"/>
                <a:ext cx="25" cy="52"/>
              </a:xfrm>
              <a:custGeom>
                <a:avLst/>
                <a:gdLst>
                  <a:gd name="T0" fmla="*/ 0 w 10"/>
                  <a:gd name="T1" fmla="*/ 319 h 21"/>
                  <a:gd name="T2" fmla="*/ 158 w 10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0" y="21"/>
                    </a:moveTo>
                    <a:cubicBezTo>
                      <a:pt x="3" y="6"/>
                      <a:pt x="10" y="0"/>
                      <a:pt x="10" y="0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9" name="Freeform 805">
                <a:extLst>
                  <a:ext uri="{FF2B5EF4-FFF2-40B4-BE49-F238E27FC236}">
                    <a16:creationId xmlns:a16="http://schemas.microsoft.com/office/drawing/2014/main" id="{66330290-3CF5-4952-8796-445456C8F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546"/>
                <a:ext cx="23" cy="35"/>
              </a:xfrm>
              <a:custGeom>
                <a:avLst/>
                <a:gdLst>
                  <a:gd name="T0" fmla="*/ 0 w 9"/>
                  <a:gd name="T1" fmla="*/ 0 h 14"/>
                  <a:gd name="T2" fmla="*/ 151 w 9"/>
                  <a:gd name="T3" fmla="*/ 2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3" y="6"/>
                      <a:pt x="9" y="14"/>
                      <a:pt x="9" y="14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0" name="Freeform 806">
                <a:extLst>
                  <a:ext uri="{FF2B5EF4-FFF2-40B4-BE49-F238E27FC236}">
                    <a16:creationId xmlns:a16="http://schemas.microsoft.com/office/drawing/2014/main" id="{57495F8C-6358-490B-99A2-6DA4F4D44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994"/>
                <a:ext cx="35" cy="87"/>
              </a:xfrm>
              <a:custGeom>
                <a:avLst/>
                <a:gdLst>
                  <a:gd name="T0" fmla="*/ 0 w 14"/>
                  <a:gd name="T1" fmla="*/ 0 h 35"/>
                  <a:gd name="T2" fmla="*/ 220 w 14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6" y="10"/>
                      <a:pt x="14" y="33"/>
                      <a:pt x="14" y="35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1" name="Freeform 807">
                <a:extLst>
                  <a:ext uri="{FF2B5EF4-FFF2-40B4-BE49-F238E27FC236}">
                    <a16:creationId xmlns:a16="http://schemas.microsoft.com/office/drawing/2014/main" id="{B05F71DF-376A-4CE4-AE14-E68ECC174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844"/>
                <a:ext cx="35" cy="80"/>
              </a:xfrm>
              <a:custGeom>
                <a:avLst/>
                <a:gdLst>
                  <a:gd name="T0" fmla="*/ 0 w 14"/>
                  <a:gd name="T1" fmla="*/ 500 h 32"/>
                  <a:gd name="T2" fmla="*/ 220 w 14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2">
                    <a:moveTo>
                      <a:pt x="0" y="32"/>
                    </a:moveTo>
                    <a:cubicBezTo>
                      <a:pt x="2" y="23"/>
                      <a:pt x="14" y="0"/>
                      <a:pt x="14" y="0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569" name="Group 808">
              <a:extLst>
                <a:ext uri="{FF2B5EF4-FFF2-40B4-BE49-F238E27FC236}">
                  <a16:creationId xmlns:a16="http://schemas.microsoft.com/office/drawing/2014/main" id="{50D96636-A004-4D65-B352-278FFE96BB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3" y="1111"/>
              <a:ext cx="766" cy="1518"/>
              <a:chOff x="1363" y="1111"/>
              <a:chExt cx="766" cy="1518"/>
            </a:xfrm>
          </p:grpSpPr>
          <p:sp>
            <p:nvSpPr>
              <p:cNvPr id="60582" name="Freeform 809">
                <a:extLst>
                  <a:ext uri="{FF2B5EF4-FFF2-40B4-BE49-F238E27FC236}">
                    <a16:creationId xmlns:a16="http://schemas.microsoft.com/office/drawing/2014/main" id="{110A0327-67DA-43C8-B913-B02B2F086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674"/>
                <a:ext cx="40" cy="77"/>
              </a:xfrm>
              <a:custGeom>
                <a:avLst/>
                <a:gdLst>
                  <a:gd name="T0" fmla="*/ 0 w 16"/>
                  <a:gd name="T1" fmla="*/ 0 h 31"/>
                  <a:gd name="T2" fmla="*/ 250 w 16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1">
                    <a:moveTo>
                      <a:pt x="0" y="0"/>
                    </a:moveTo>
                    <a:cubicBezTo>
                      <a:pt x="3" y="5"/>
                      <a:pt x="16" y="26"/>
                      <a:pt x="16" y="31"/>
                    </a:cubicBezTo>
                  </a:path>
                </a:pathLst>
              </a:custGeom>
              <a:noFill/>
              <a:ln w="4763" cap="flat">
                <a:solidFill>
                  <a:srgbClr val="D1A9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3" name="Freeform 810">
                <a:extLst>
                  <a:ext uri="{FF2B5EF4-FFF2-40B4-BE49-F238E27FC236}">
                    <a16:creationId xmlns:a16="http://schemas.microsoft.com/office/drawing/2014/main" id="{17B96354-2232-41CF-A920-9512D4B7F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151"/>
                <a:ext cx="45" cy="185"/>
              </a:xfrm>
              <a:custGeom>
                <a:avLst/>
                <a:gdLst>
                  <a:gd name="T0" fmla="*/ 283 w 18"/>
                  <a:gd name="T1" fmla="*/ 0 h 74"/>
                  <a:gd name="T2" fmla="*/ 33 w 18"/>
                  <a:gd name="T3" fmla="*/ 833 h 74"/>
                  <a:gd name="T4" fmla="*/ 63 w 18"/>
                  <a:gd name="T5" fmla="*/ 1158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4">
                    <a:moveTo>
                      <a:pt x="18" y="0"/>
                    </a:moveTo>
                    <a:cubicBezTo>
                      <a:pt x="11" y="13"/>
                      <a:pt x="4" y="39"/>
                      <a:pt x="2" y="53"/>
                    </a:cubicBezTo>
                    <a:cubicBezTo>
                      <a:pt x="0" y="68"/>
                      <a:pt x="4" y="74"/>
                      <a:pt x="4" y="74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4" name="Freeform 811">
                <a:extLst>
                  <a:ext uri="{FF2B5EF4-FFF2-40B4-BE49-F238E27FC236}">
                    <a16:creationId xmlns:a16="http://schemas.microsoft.com/office/drawing/2014/main" id="{98CAD43F-A17F-4FCE-82C6-D713E7C81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179"/>
                <a:ext cx="30" cy="215"/>
              </a:xfrm>
              <a:custGeom>
                <a:avLst/>
                <a:gdLst>
                  <a:gd name="T0" fmla="*/ 0 w 12"/>
                  <a:gd name="T1" fmla="*/ 0 h 86"/>
                  <a:gd name="T2" fmla="*/ 158 w 12"/>
                  <a:gd name="T3" fmla="*/ 863 h 86"/>
                  <a:gd name="T4" fmla="*/ 125 w 12"/>
                  <a:gd name="T5" fmla="*/ 1345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6">
                    <a:moveTo>
                      <a:pt x="0" y="0"/>
                    </a:moveTo>
                    <a:cubicBezTo>
                      <a:pt x="6" y="14"/>
                      <a:pt x="8" y="37"/>
                      <a:pt x="10" y="55"/>
                    </a:cubicBezTo>
                    <a:cubicBezTo>
                      <a:pt x="12" y="73"/>
                      <a:pt x="8" y="86"/>
                      <a:pt x="8" y="86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5" name="Freeform 812">
                <a:extLst>
                  <a:ext uri="{FF2B5EF4-FFF2-40B4-BE49-F238E27FC236}">
                    <a16:creationId xmlns:a16="http://schemas.microsoft.com/office/drawing/2014/main" id="{E43FF300-95FF-48D0-9BE1-A340BD3AA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209"/>
                <a:ext cx="60" cy="132"/>
              </a:xfrm>
              <a:custGeom>
                <a:avLst/>
                <a:gdLst>
                  <a:gd name="T0" fmla="*/ 0 w 24"/>
                  <a:gd name="T1" fmla="*/ 819 h 53"/>
                  <a:gd name="T2" fmla="*/ 375 w 24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3">
                    <a:moveTo>
                      <a:pt x="0" y="53"/>
                    </a:moveTo>
                    <a:cubicBezTo>
                      <a:pt x="8" y="43"/>
                      <a:pt x="24" y="0"/>
                      <a:pt x="24" y="0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6" name="Freeform 813">
                <a:extLst>
                  <a:ext uri="{FF2B5EF4-FFF2-40B4-BE49-F238E27FC236}">
                    <a16:creationId xmlns:a16="http://schemas.microsoft.com/office/drawing/2014/main" id="{DF1BD412-D333-4CB4-BEB8-8AE3EB610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209"/>
                <a:ext cx="35" cy="195"/>
              </a:xfrm>
              <a:custGeom>
                <a:avLst/>
                <a:gdLst>
                  <a:gd name="T0" fmla="*/ 0 w 14"/>
                  <a:gd name="T1" fmla="*/ 0 h 78"/>
                  <a:gd name="T2" fmla="*/ 208 w 14"/>
                  <a:gd name="T3" fmla="*/ 488 h 78"/>
                  <a:gd name="T4" fmla="*/ 145 w 14"/>
                  <a:gd name="T5" fmla="*/ 122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8">
                    <a:moveTo>
                      <a:pt x="0" y="0"/>
                    </a:moveTo>
                    <a:cubicBezTo>
                      <a:pt x="6" y="8"/>
                      <a:pt x="12" y="25"/>
                      <a:pt x="13" y="31"/>
                    </a:cubicBezTo>
                    <a:cubicBezTo>
                      <a:pt x="14" y="37"/>
                      <a:pt x="12" y="74"/>
                      <a:pt x="9" y="78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7" name="Freeform 814">
                <a:extLst>
                  <a:ext uri="{FF2B5EF4-FFF2-40B4-BE49-F238E27FC236}">
                    <a16:creationId xmlns:a16="http://schemas.microsoft.com/office/drawing/2014/main" id="{AFAD26D6-0EC4-4790-9AD4-DFF8C85CA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354"/>
                <a:ext cx="45" cy="55"/>
              </a:xfrm>
              <a:custGeom>
                <a:avLst/>
                <a:gdLst>
                  <a:gd name="T0" fmla="*/ 0 w 18"/>
                  <a:gd name="T1" fmla="*/ 0 h 22"/>
                  <a:gd name="T2" fmla="*/ 283 w 18"/>
                  <a:gd name="T3" fmla="*/ 34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2">
                    <a:moveTo>
                      <a:pt x="0" y="0"/>
                    </a:moveTo>
                    <a:cubicBezTo>
                      <a:pt x="6" y="12"/>
                      <a:pt x="17" y="19"/>
                      <a:pt x="18" y="22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8" name="Freeform 815">
                <a:extLst>
                  <a:ext uri="{FF2B5EF4-FFF2-40B4-BE49-F238E27FC236}">
                    <a16:creationId xmlns:a16="http://schemas.microsoft.com/office/drawing/2014/main" id="{828278D6-60A6-4BBC-BA2F-B35E49A6B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2174"/>
                <a:ext cx="70" cy="117"/>
              </a:xfrm>
              <a:custGeom>
                <a:avLst/>
                <a:gdLst>
                  <a:gd name="T0" fmla="*/ 0 w 28"/>
                  <a:gd name="T1" fmla="*/ 724 h 47"/>
                  <a:gd name="T2" fmla="*/ 438 w 28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7">
                    <a:moveTo>
                      <a:pt x="0" y="47"/>
                    </a:moveTo>
                    <a:cubicBezTo>
                      <a:pt x="6" y="38"/>
                      <a:pt x="22" y="16"/>
                      <a:pt x="28" y="0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9" name="Freeform 816">
                <a:extLst>
                  <a:ext uri="{FF2B5EF4-FFF2-40B4-BE49-F238E27FC236}">
                    <a16:creationId xmlns:a16="http://schemas.microsoft.com/office/drawing/2014/main" id="{35358D0E-9059-4DEC-829C-F567C35EF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154"/>
                <a:ext cx="35" cy="187"/>
              </a:xfrm>
              <a:custGeom>
                <a:avLst/>
                <a:gdLst>
                  <a:gd name="T0" fmla="*/ 0 w 14"/>
                  <a:gd name="T1" fmla="*/ 0 h 75"/>
                  <a:gd name="T2" fmla="*/ 208 w 14"/>
                  <a:gd name="T3" fmla="*/ 758 h 75"/>
                  <a:gd name="T4" fmla="*/ 188 w 14"/>
                  <a:gd name="T5" fmla="*/ 1162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5">
                    <a:moveTo>
                      <a:pt x="0" y="0"/>
                    </a:moveTo>
                    <a:cubicBezTo>
                      <a:pt x="7" y="17"/>
                      <a:pt x="12" y="38"/>
                      <a:pt x="13" y="49"/>
                    </a:cubicBezTo>
                    <a:cubicBezTo>
                      <a:pt x="14" y="60"/>
                      <a:pt x="12" y="75"/>
                      <a:pt x="12" y="75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0" name="Freeform 817">
                <a:extLst>
                  <a:ext uri="{FF2B5EF4-FFF2-40B4-BE49-F238E27FC236}">
                    <a16:creationId xmlns:a16="http://schemas.microsoft.com/office/drawing/2014/main" id="{309481DD-E4FE-4706-BC55-796B75FE6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2306"/>
                <a:ext cx="55" cy="80"/>
              </a:xfrm>
              <a:custGeom>
                <a:avLst/>
                <a:gdLst>
                  <a:gd name="T0" fmla="*/ 0 w 22"/>
                  <a:gd name="T1" fmla="*/ 0 h 32"/>
                  <a:gd name="T2" fmla="*/ 345 w 22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2">
                    <a:moveTo>
                      <a:pt x="0" y="0"/>
                    </a:moveTo>
                    <a:cubicBezTo>
                      <a:pt x="6" y="13"/>
                      <a:pt x="21" y="27"/>
                      <a:pt x="22" y="32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1" name="Freeform 818">
                <a:extLst>
                  <a:ext uri="{FF2B5EF4-FFF2-40B4-BE49-F238E27FC236}">
                    <a16:creationId xmlns:a16="http://schemas.microsoft.com/office/drawing/2014/main" id="{954DBAB3-4892-40E0-812F-99767D52E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134"/>
                <a:ext cx="25" cy="125"/>
              </a:xfrm>
              <a:custGeom>
                <a:avLst/>
                <a:gdLst>
                  <a:gd name="T0" fmla="*/ 0 w 10"/>
                  <a:gd name="T1" fmla="*/ 783 h 50"/>
                  <a:gd name="T2" fmla="*/ 158 w 10"/>
                  <a:gd name="T3" fmla="*/ 0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0">
                    <a:moveTo>
                      <a:pt x="0" y="50"/>
                    </a:moveTo>
                    <a:cubicBezTo>
                      <a:pt x="5" y="40"/>
                      <a:pt x="10" y="0"/>
                      <a:pt x="10" y="0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2" name="Freeform 819">
                <a:extLst>
                  <a:ext uri="{FF2B5EF4-FFF2-40B4-BE49-F238E27FC236}">
                    <a16:creationId xmlns:a16="http://schemas.microsoft.com/office/drawing/2014/main" id="{08C27305-643D-41E3-938E-3939E5388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156"/>
                <a:ext cx="27" cy="108"/>
              </a:xfrm>
              <a:custGeom>
                <a:avLst/>
                <a:gdLst>
                  <a:gd name="T0" fmla="*/ 0 w 11"/>
                  <a:gd name="T1" fmla="*/ 0 h 43"/>
                  <a:gd name="T2" fmla="*/ 162 w 11"/>
                  <a:gd name="T3" fmla="*/ 68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0" y="0"/>
                    </a:moveTo>
                    <a:cubicBezTo>
                      <a:pt x="0" y="10"/>
                      <a:pt x="9" y="40"/>
                      <a:pt x="11" y="43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3" name="Freeform 820">
                <a:extLst>
                  <a:ext uri="{FF2B5EF4-FFF2-40B4-BE49-F238E27FC236}">
                    <a16:creationId xmlns:a16="http://schemas.microsoft.com/office/drawing/2014/main" id="{7CE6A9C1-BDE4-4762-9D9F-B834173FE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159"/>
                <a:ext cx="25" cy="22"/>
              </a:xfrm>
              <a:custGeom>
                <a:avLst/>
                <a:gdLst>
                  <a:gd name="T0" fmla="*/ 0 w 10"/>
                  <a:gd name="T1" fmla="*/ 132 h 9"/>
                  <a:gd name="T2" fmla="*/ 158 w 1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9"/>
                    </a:moveTo>
                    <a:cubicBezTo>
                      <a:pt x="0" y="4"/>
                      <a:pt x="6" y="0"/>
                      <a:pt x="1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4" name="Freeform 821">
                <a:extLst>
                  <a:ext uri="{FF2B5EF4-FFF2-40B4-BE49-F238E27FC236}">
                    <a16:creationId xmlns:a16="http://schemas.microsoft.com/office/drawing/2014/main" id="{03603A88-27A4-4F15-A1C1-79C374929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181"/>
                <a:ext cx="5" cy="28"/>
              </a:xfrm>
              <a:custGeom>
                <a:avLst/>
                <a:gdLst>
                  <a:gd name="T0" fmla="*/ 0 w 2"/>
                  <a:gd name="T1" fmla="*/ 181 h 11"/>
                  <a:gd name="T2" fmla="*/ 20 w 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0" y="11"/>
                    </a:moveTo>
                    <a:cubicBezTo>
                      <a:pt x="2" y="7"/>
                      <a:pt x="2" y="3"/>
                      <a:pt x="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5" name="Freeform 822">
                <a:extLst>
                  <a:ext uri="{FF2B5EF4-FFF2-40B4-BE49-F238E27FC236}">
                    <a16:creationId xmlns:a16="http://schemas.microsoft.com/office/drawing/2014/main" id="{E1FBA112-96D4-4BD2-B2E4-2FAC5BD79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181"/>
                <a:ext cx="20" cy="25"/>
              </a:xfrm>
              <a:custGeom>
                <a:avLst/>
                <a:gdLst>
                  <a:gd name="T0" fmla="*/ 0 w 8"/>
                  <a:gd name="T1" fmla="*/ 0 h 10"/>
                  <a:gd name="T2" fmla="*/ 125 w 8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4" y="3"/>
                      <a:pt x="5" y="7"/>
                      <a:pt x="8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6" name="Freeform 823">
                <a:extLst>
                  <a:ext uri="{FF2B5EF4-FFF2-40B4-BE49-F238E27FC236}">
                    <a16:creationId xmlns:a16="http://schemas.microsoft.com/office/drawing/2014/main" id="{E3B6AC6E-A524-417B-914E-DC5ACF366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154"/>
                <a:ext cx="38" cy="17"/>
              </a:xfrm>
              <a:custGeom>
                <a:avLst/>
                <a:gdLst>
                  <a:gd name="T0" fmla="*/ 0 w 15"/>
                  <a:gd name="T1" fmla="*/ 0 h 7"/>
                  <a:gd name="T2" fmla="*/ 117 w 15"/>
                  <a:gd name="T3" fmla="*/ 41 h 7"/>
                  <a:gd name="T4" fmla="*/ 243 w 15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0" y="0"/>
                    </a:moveTo>
                    <a:cubicBezTo>
                      <a:pt x="3" y="0"/>
                      <a:pt x="4" y="1"/>
                      <a:pt x="7" y="3"/>
                    </a:cubicBezTo>
                    <a:cubicBezTo>
                      <a:pt x="9" y="4"/>
                      <a:pt x="13" y="6"/>
                      <a:pt x="15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7" name="Freeform 824">
                <a:extLst>
                  <a:ext uri="{FF2B5EF4-FFF2-40B4-BE49-F238E27FC236}">
                    <a16:creationId xmlns:a16="http://schemas.microsoft.com/office/drawing/2014/main" id="{00539346-AFD6-423B-9229-D885E9386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141"/>
                <a:ext cx="33" cy="13"/>
              </a:xfrm>
              <a:custGeom>
                <a:avLst/>
                <a:gdLst>
                  <a:gd name="T0" fmla="*/ 0 w 13"/>
                  <a:gd name="T1" fmla="*/ 21 h 5"/>
                  <a:gd name="T2" fmla="*/ 213 w 1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1"/>
                    </a:moveTo>
                    <a:cubicBezTo>
                      <a:pt x="4" y="0"/>
                      <a:pt x="10" y="3"/>
                      <a:pt x="13" y="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8" name="Freeform 825">
                <a:extLst>
                  <a:ext uri="{FF2B5EF4-FFF2-40B4-BE49-F238E27FC236}">
                    <a16:creationId xmlns:a16="http://schemas.microsoft.com/office/drawing/2014/main" id="{B4F7F257-EA43-46E2-820E-47140380C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141"/>
                <a:ext cx="30" cy="13"/>
              </a:xfrm>
              <a:custGeom>
                <a:avLst/>
                <a:gdLst>
                  <a:gd name="T0" fmla="*/ 0 w 12"/>
                  <a:gd name="T1" fmla="*/ 88 h 5"/>
                  <a:gd name="T2" fmla="*/ 18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4" y="3"/>
                      <a:pt x="7" y="0"/>
                      <a:pt x="12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9" name="Freeform 826">
                <a:extLst>
                  <a:ext uri="{FF2B5EF4-FFF2-40B4-BE49-F238E27FC236}">
                    <a16:creationId xmlns:a16="http://schemas.microsoft.com/office/drawing/2014/main" id="{461630EF-6198-472C-884C-30C95F6F0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096"/>
                <a:ext cx="15" cy="20"/>
              </a:xfrm>
              <a:custGeom>
                <a:avLst/>
                <a:gdLst>
                  <a:gd name="T0" fmla="*/ 0 w 6"/>
                  <a:gd name="T1" fmla="*/ 125 h 8"/>
                  <a:gd name="T2" fmla="*/ 95 w 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2" y="6"/>
                      <a:pt x="3" y="2"/>
                      <a:pt x="6" y="0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0" name="Freeform 827">
                <a:extLst>
                  <a:ext uri="{FF2B5EF4-FFF2-40B4-BE49-F238E27FC236}">
                    <a16:creationId xmlns:a16="http://schemas.microsoft.com/office/drawing/2014/main" id="{624867FC-EFEB-4F11-B1FB-0171076CC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086"/>
                <a:ext cx="30" cy="10"/>
              </a:xfrm>
              <a:custGeom>
                <a:avLst/>
                <a:gdLst>
                  <a:gd name="T0" fmla="*/ 0 w 12"/>
                  <a:gd name="T1" fmla="*/ 63 h 4"/>
                  <a:gd name="T2" fmla="*/ 188 w 12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cubicBezTo>
                      <a:pt x="3" y="2"/>
                      <a:pt x="9" y="0"/>
                      <a:pt x="12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1" name="Freeform 828">
                <a:extLst>
                  <a:ext uri="{FF2B5EF4-FFF2-40B4-BE49-F238E27FC236}">
                    <a16:creationId xmlns:a16="http://schemas.microsoft.com/office/drawing/2014/main" id="{3760CBF9-4E38-48B3-8891-E94669173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236"/>
                <a:ext cx="15" cy="20"/>
              </a:xfrm>
              <a:custGeom>
                <a:avLst/>
                <a:gdLst>
                  <a:gd name="T0" fmla="*/ 95 w 6"/>
                  <a:gd name="T1" fmla="*/ 125 h 8"/>
                  <a:gd name="T2" fmla="*/ 0 w 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8"/>
                    </a:moveTo>
                    <a:cubicBezTo>
                      <a:pt x="6" y="5"/>
                      <a:pt x="3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2" name="Freeform 829">
                <a:extLst>
                  <a:ext uri="{FF2B5EF4-FFF2-40B4-BE49-F238E27FC236}">
                    <a16:creationId xmlns:a16="http://schemas.microsoft.com/office/drawing/2014/main" id="{890E65E1-6C08-4492-8C48-B1CEE2C13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221"/>
                <a:ext cx="17" cy="35"/>
              </a:xfrm>
              <a:custGeom>
                <a:avLst/>
                <a:gdLst>
                  <a:gd name="T0" fmla="*/ 0 w 7"/>
                  <a:gd name="T1" fmla="*/ 220 h 14"/>
                  <a:gd name="T2" fmla="*/ 100 w 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14"/>
                    </a:moveTo>
                    <a:cubicBezTo>
                      <a:pt x="2" y="9"/>
                      <a:pt x="4" y="4"/>
                      <a:pt x="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3" name="Freeform 830">
                <a:extLst>
                  <a:ext uri="{FF2B5EF4-FFF2-40B4-BE49-F238E27FC236}">
                    <a16:creationId xmlns:a16="http://schemas.microsoft.com/office/drawing/2014/main" id="{CFE50E0B-0A08-4A6E-9CAC-618C3B707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201"/>
                <a:ext cx="10" cy="25"/>
              </a:xfrm>
              <a:custGeom>
                <a:avLst/>
                <a:gdLst>
                  <a:gd name="T0" fmla="*/ 63 w 4"/>
                  <a:gd name="T1" fmla="*/ 158 h 10"/>
                  <a:gd name="T2" fmla="*/ 0 w 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4" y="6"/>
                      <a:pt x="2" y="2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4" name="Freeform 831">
                <a:extLst>
                  <a:ext uri="{FF2B5EF4-FFF2-40B4-BE49-F238E27FC236}">
                    <a16:creationId xmlns:a16="http://schemas.microsoft.com/office/drawing/2014/main" id="{EF8528F6-BF72-4210-9CA5-742631CCC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196"/>
                <a:ext cx="3" cy="25"/>
              </a:xfrm>
              <a:custGeom>
                <a:avLst/>
                <a:gdLst>
                  <a:gd name="T0" fmla="*/ 0 w 1"/>
                  <a:gd name="T1" fmla="*/ 158 h 10"/>
                  <a:gd name="T2" fmla="*/ 27 w 1"/>
                  <a:gd name="T3" fmla="*/ 95 h 10"/>
                  <a:gd name="T4" fmla="*/ 27 w 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">
                    <a:moveTo>
                      <a:pt x="0" y="10"/>
                    </a:moveTo>
                    <a:cubicBezTo>
                      <a:pt x="1" y="9"/>
                      <a:pt x="1" y="7"/>
                      <a:pt x="1" y="6"/>
                    </a:cubicBezTo>
                    <a:cubicBezTo>
                      <a:pt x="1" y="4"/>
                      <a:pt x="0" y="2"/>
                      <a:pt x="1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5" name="Freeform 832">
                <a:extLst>
                  <a:ext uri="{FF2B5EF4-FFF2-40B4-BE49-F238E27FC236}">
                    <a16:creationId xmlns:a16="http://schemas.microsoft.com/office/drawing/2014/main" id="{414A21B8-A0C0-46B5-B2D4-364817DF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204"/>
                <a:ext cx="10" cy="22"/>
              </a:xfrm>
              <a:custGeom>
                <a:avLst/>
                <a:gdLst>
                  <a:gd name="T0" fmla="*/ 20 w 4"/>
                  <a:gd name="T1" fmla="*/ 132 h 9"/>
                  <a:gd name="T2" fmla="*/ 63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1" y="9"/>
                    </a:moveTo>
                    <a:cubicBezTo>
                      <a:pt x="0" y="5"/>
                      <a:pt x="2" y="3"/>
                      <a:pt x="4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6" name="Freeform 833">
                <a:extLst>
                  <a:ext uri="{FF2B5EF4-FFF2-40B4-BE49-F238E27FC236}">
                    <a16:creationId xmlns:a16="http://schemas.microsoft.com/office/drawing/2014/main" id="{D4B63BED-F3D3-46C5-BA35-38CA069AC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239"/>
                <a:ext cx="17" cy="20"/>
              </a:xfrm>
              <a:custGeom>
                <a:avLst/>
                <a:gdLst>
                  <a:gd name="T0" fmla="*/ 0 w 7"/>
                  <a:gd name="T1" fmla="*/ 125 h 8"/>
                  <a:gd name="T2" fmla="*/ 100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2" y="5"/>
                      <a:pt x="4" y="1"/>
                      <a:pt x="7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7" name="Freeform 834">
                <a:extLst>
                  <a:ext uri="{FF2B5EF4-FFF2-40B4-BE49-F238E27FC236}">
                    <a16:creationId xmlns:a16="http://schemas.microsoft.com/office/drawing/2014/main" id="{4EF0E4D5-B7A4-4AEA-B2A4-27D30C3ED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1249"/>
                <a:ext cx="20" cy="15"/>
              </a:xfrm>
              <a:custGeom>
                <a:avLst/>
                <a:gdLst>
                  <a:gd name="T0" fmla="*/ 0 w 8"/>
                  <a:gd name="T1" fmla="*/ 95 h 6"/>
                  <a:gd name="T2" fmla="*/ 125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5"/>
                      <a:pt x="7" y="3"/>
                      <a:pt x="8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8" name="Freeform 835">
                <a:extLst>
                  <a:ext uri="{FF2B5EF4-FFF2-40B4-BE49-F238E27FC236}">
                    <a16:creationId xmlns:a16="http://schemas.microsoft.com/office/drawing/2014/main" id="{18CA70E3-67A9-46BF-9A18-D916CFCFD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319"/>
                <a:ext cx="25" cy="5"/>
              </a:xfrm>
              <a:custGeom>
                <a:avLst/>
                <a:gdLst>
                  <a:gd name="T0" fmla="*/ 0 w 10"/>
                  <a:gd name="T1" fmla="*/ 33 h 2"/>
                  <a:gd name="T2" fmla="*/ 158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2" y="0"/>
                      <a:pt x="8" y="1"/>
                      <a:pt x="10" y="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9" name="Freeform 836">
                <a:extLst>
                  <a:ext uri="{FF2B5EF4-FFF2-40B4-BE49-F238E27FC236}">
                    <a16:creationId xmlns:a16="http://schemas.microsoft.com/office/drawing/2014/main" id="{9749F982-719A-45F5-A326-3A0D2E4C5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1331"/>
                <a:ext cx="25" cy="5"/>
              </a:xfrm>
              <a:custGeom>
                <a:avLst/>
                <a:gdLst>
                  <a:gd name="T0" fmla="*/ 0 w 10"/>
                  <a:gd name="T1" fmla="*/ 33 h 2"/>
                  <a:gd name="T2" fmla="*/ 158 w 10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3" y="0"/>
                      <a:pt x="7" y="0"/>
                      <a:pt x="10" y="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0" name="Freeform 837">
                <a:extLst>
                  <a:ext uri="{FF2B5EF4-FFF2-40B4-BE49-F238E27FC236}">
                    <a16:creationId xmlns:a16="http://schemas.microsoft.com/office/drawing/2014/main" id="{A20D12AD-4105-49F0-B176-2F137C459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1666"/>
                <a:ext cx="25" cy="18"/>
              </a:xfrm>
              <a:custGeom>
                <a:avLst/>
                <a:gdLst>
                  <a:gd name="T0" fmla="*/ 158 w 10"/>
                  <a:gd name="T1" fmla="*/ 0 h 7"/>
                  <a:gd name="T2" fmla="*/ 0 w 10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cubicBezTo>
                      <a:pt x="8" y="3"/>
                      <a:pt x="3" y="7"/>
                      <a:pt x="0" y="5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1" name="Freeform 838">
                <a:extLst>
                  <a:ext uri="{FF2B5EF4-FFF2-40B4-BE49-F238E27FC236}">
                    <a16:creationId xmlns:a16="http://schemas.microsoft.com/office/drawing/2014/main" id="{F6F509A1-0B72-4454-AFD3-8935C748B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1964"/>
                <a:ext cx="25" cy="15"/>
              </a:xfrm>
              <a:custGeom>
                <a:avLst/>
                <a:gdLst>
                  <a:gd name="T0" fmla="*/ 158 w 10"/>
                  <a:gd name="T1" fmla="*/ 0 h 6"/>
                  <a:gd name="T2" fmla="*/ 0 w 10"/>
                  <a:gd name="T3" fmla="*/ 6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8" y="4"/>
                      <a:pt x="4" y="6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2" name="Freeform 839">
                <a:extLst>
                  <a:ext uri="{FF2B5EF4-FFF2-40B4-BE49-F238E27FC236}">
                    <a16:creationId xmlns:a16="http://schemas.microsoft.com/office/drawing/2014/main" id="{7EBFCDD1-A6F1-4EDB-85A1-827EC5DEC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1976"/>
                <a:ext cx="15" cy="18"/>
              </a:xfrm>
              <a:custGeom>
                <a:avLst/>
                <a:gdLst>
                  <a:gd name="T0" fmla="*/ 0 w 6"/>
                  <a:gd name="T1" fmla="*/ 0 h 7"/>
                  <a:gd name="T2" fmla="*/ 95 w 6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3" y="1"/>
                      <a:pt x="5" y="4"/>
                      <a:pt x="6" y="7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3" name="Freeform 840">
                <a:extLst>
                  <a:ext uri="{FF2B5EF4-FFF2-40B4-BE49-F238E27FC236}">
                    <a16:creationId xmlns:a16="http://schemas.microsoft.com/office/drawing/2014/main" id="{1A397A1A-3DE6-4255-ACFB-5E783DF19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1869"/>
                <a:ext cx="27" cy="20"/>
              </a:xfrm>
              <a:custGeom>
                <a:avLst/>
                <a:gdLst>
                  <a:gd name="T0" fmla="*/ 0 w 11"/>
                  <a:gd name="T1" fmla="*/ 0 h 8"/>
                  <a:gd name="T2" fmla="*/ 162 w 11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5" y="0"/>
                      <a:pt x="8" y="4"/>
                      <a:pt x="11" y="8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4" name="Freeform 841">
                <a:extLst>
                  <a:ext uri="{FF2B5EF4-FFF2-40B4-BE49-F238E27FC236}">
                    <a16:creationId xmlns:a16="http://schemas.microsoft.com/office/drawing/2014/main" id="{18CE5104-1D21-43D0-8711-DB4F70A22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866"/>
                <a:ext cx="15" cy="10"/>
              </a:xfrm>
              <a:custGeom>
                <a:avLst/>
                <a:gdLst>
                  <a:gd name="T0" fmla="*/ 0 w 6"/>
                  <a:gd name="T1" fmla="*/ 50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1" y="4"/>
                      <a:pt x="4" y="2"/>
                      <a:pt x="6" y="0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5" name="Freeform 842">
                <a:extLst>
                  <a:ext uri="{FF2B5EF4-FFF2-40B4-BE49-F238E27FC236}">
                    <a16:creationId xmlns:a16="http://schemas.microsoft.com/office/drawing/2014/main" id="{4B3CABCB-6B34-442E-9665-FC3A809F1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1769"/>
                <a:ext cx="27" cy="12"/>
              </a:xfrm>
              <a:custGeom>
                <a:avLst/>
                <a:gdLst>
                  <a:gd name="T0" fmla="*/ 0 w 11"/>
                  <a:gd name="T1" fmla="*/ 0 h 5"/>
                  <a:gd name="T2" fmla="*/ 162 w 11"/>
                  <a:gd name="T3" fmla="*/ 4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3" y="4"/>
                      <a:pt x="8" y="5"/>
                      <a:pt x="11" y="3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6" name="Freeform 843">
                <a:extLst>
                  <a:ext uri="{FF2B5EF4-FFF2-40B4-BE49-F238E27FC236}">
                    <a16:creationId xmlns:a16="http://schemas.microsoft.com/office/drawing/2014/main" id="{0A92989C-22D3-44C0-B0E4-9EF5B978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606"/>
                <a:ext cx="25" cy="8"/>
              </a:xfrm>
              <a:custGeom>
                <a:avLst/>
                <a:gdLst>
                  <a:gd name="T0" fmla="*/ 0 w 10"/>
                  <a:gd name="T1" fmla="*/ 0 h 3"/>
                  <a:gd name="T2" fmla="*/ 158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3" y="3"/>
                      <a:pt x="7" y="2"/>
                      <a:pt x="10" y="0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7" name="Freeform 844">
                <a:extLst>
                  <a:ext uri="{FF2B5EF4-FFF2-40B4-BE49-F238E27FC236}">
                    <a16:creationId xmlns:a16="http://schemas.microsoft.com/office/drawing/2014/main" id="{3843FA65-A002-48B9-B968-6FB562805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609"/>
                <a:ext cx="15" cy="17"/>
              </a:xfrm>
              <a:custGeom>
                <a:avLst/>
                <a:gdLst>
                  <a:gd name="T0" fmla="*/ 0 w 6"/>
                  <a:gd name="T1" fmla="*/ 100 h 7"/>
                  <a:gd name="T2" fmla="*/ 9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4"/>
                      <a:pt x="3" y="2"/>
                      <a:pt x="6" y="0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8" name="Freeform 845">
                <a:extLst>
                  <a:ext uri="{FF2B5EF4-FFF2-40B4-BE49-F238E27FC236}">
                    <a16:creationId xmlns:a16="http://schemas.microsoft.com/office/drawing/2014/main" id="{1683236F-D526-4F70-96FF-36FAC6D8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679"/>
                <a:ext cx="7" cy="10"/>
              </a:xfrm>
              <a:custGeom>
                <a:avLst/>
                <a:gdLst>
                  <a:gd name="T0" fmla="*/ 0 w 3"/>
                  <a:gd name="T1" fmla="*/ 0 h 4"/>
                  <a:gd name="T2" fmla="*/ 37 w 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0"/>
                      <a:pt x="3" y="2"/>
                      <a:pt x="3" y="4"/>
                    </a:cubicBezTo>
                  </a:path>
                </a:pathLst>
              </a:custGeom>
              <a:noFill/>
              <a:ln w="4763" cap="flat">
                <a:solidFill>
                  <a:srgbClr val="E8D5D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9" name="Freeform 846">
                <a:extLst>
                  <a:ext uri="{FF2B5EF4-FFF2-40B4-BE49-F238E27FC236}">
                    <a16:creationId xmlns:a16="http://schemas.microsoft.com/office/drawing/2014/main" id="{571AD845-0ED7-429F-B57E-124ABCE48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404"/>
                <a:ext cx="40" cy="22"/>
              </a:xfrm>
              <a:custGeom>
                <a:avLst/>
                <a:gdLst>
                  <a:gd name="T0" fmla="*/ 33 w 16"/>
                  <a:gd name="T1" fmla="*/ 120 h 9"/>
                  <a:gd name="T2" fmla="*/ 0 w 16"/>
                  <a:gd name="T3" fmla="*/ 59 h 9"/>
                  <a:gd name="T4" fmla="*/ 63 w 16"/>
                  <a:gd name="T5" fmla="*/ 29 h 9"/>
                  <a:gd name="T6" fmla="*/ 158 w 16"/>
                  <a:gd name="T7" fmla="*/ 12 h 9"/>
                  <a:gd name="T8" fmla="*/ 238 w 16"/>
                  <a:gd name="T9" fmla="*/ 0 h 9"/>
                  <a:gd name="T10" fmla="*/ 250 w 16"/>
                  <a:gd name="T11" fmla="*/ 59 h 9"/>
                  <a:gd name="T12" fmla="*/ 188 w 16"/>
                  <a:gd name="T13" fmla="*/ 103 h 9"/>
                  <a:gd name="T14" fmla="*/ 33 w 16"/>
                  <a:gd name="T15" fmla="*/ 12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9">
                    <a:moveTo>
                      <a:pt x="2" y="8"/>
                    </a:moveTo>
                    <a:cubicBezTo>
                      <a:pt x="2" y="8"/>
                      <a:pt x="0" y="5"/>
                      <a:pt x="0" y="4"/>
                    </a:cubicBezTo>
                    <a:cubicBezTo>
                      <a:pt x="1" y="2"/>
                      <a:pt x="3" y="2"/>
                      <a:pt x="4" y="2"/>
                    </a:cubicBezTo>
                    <a:cubicBezTo>
                      <a:pt x="6" y="2"/>
                      <a:pt x="8" y="1"/>
                      <a:pt x="10" y="1"/>
                    </a:cubicBezTo>
                    <a:cubicBezTo>
                      <a:pt x="11" y="1"/>
                      <a:pt x="14" y="0"/>
                      <a:pt x="15" y="0"/>
                    </a:cubicBezTo>
                    <a:cubicBezTo>
                      <a:pt x="15" y="1"/>
                      <a:pt x="16" y="4"/>
                      <a:pt x="16" y="4"/>
                    </a:cubicBezTo>
                    <a:cubicBezTo>
                      <a:pt x="15" y="6"/>
                      <a:pt x="14" y="7"/>
                      <a:pt x="12" y="7"/>
                    </a:cubicBezTo>
                    <a:cubicBezTo>
                      <a:pt x="9" y="8"/>
                      <a:pt x="5" y="9"/>
                      <a:pt x="2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0" name="Freeform 847">
                <a:extLst>
                  <a:ext uri="{FF2B5EF4-FFF2-40B4-BE49-F238E27FC236}">
                    <a16:creationId xmlns:a16="http://schemas.microsoft.com/office/drawing/2014/main" id="{D2DA3775-1174-4093-ABAE-BFC62C4DA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399"/>
                <a:ext cx="20" cy="15"/>
              </a:xfrm>
              <a:custGeom>
                <a:avLst/>
                <a:gdLst>
                  <a:gd name="T0" fmla="*/ 20 w 8"/>
                  <a:gd name="T1" fmla="*/ 0 h 6"/>
                  <a:gd name="T2" fmla="*/ 20 w 8"/>
                  <a:gd name="T3" fmla="*/ 95 h 6"/>
                  <a:gd name="T4" fmla="*/ 113 w 8"/>
                  <a:gd name="T5" fmla="*/ 63 h 6"/>
                  <a:gd name="T6" fmla="*/ 20 w 8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0" y="2"/>
                      <a:pt x="0" y="5"/>
                      <a:pt x="1" y="6"/>
                    </a:cubicBezTo>
                    <a:cubicBezTo>
                      <a:pt x="2" y="6"/>
                      <a:pt x="7" y="6"/>
                      <a:pt x="7" y="4"/>
                    </a:cubicBezTo>
                    <a:cubicBezTo>
                      <a:pt x="8" y="2"/>
                      <a:pt x="3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1" name="Freeform 848">
                <a:extLst>
                  <a:ext uri="{FF2B5EF4-FFF2-40B4-BE49-F238E27FC236}">
                    <a16:creationId xmlns:a16="http://schemas.microsoft.com/office/drawing/2014/main" id="{3E333FE0-39D4-4E19-8912-17CF3843A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2384"/>
                <a:ext cx="30" cy="20"/>
              </a:xfrm>
              <a:custGeom>
                <a:avLst/>
                <a:gdLst>
                  <a:gd name="T0" fmla="*/ 113 w 12"/>
                  <a:gd name="T1" fmla="*/ 0 h 8"/>
                  <a:gd name="T2" fmla="*/ 0 w 12"/>
                  <a:gd name="T3" fmla="*/ 50 h 8"/>
                  <a:gd name="T4" fmla="*/ 50 w 12"/>
                  <a:gd name="T5" fmla="*/ 113 h 8"/>
                  <a:gd name="T6" fmla="*/ 125 w 12"/>
                  <a:gd name="T7" fmla="*/ 95 h 8"/>
                  <a:gd name="T8" fmla="*/ 188 w 12"/>
                  <a:gd name="T9" fmla="*/ 50 h 8"/>
                  <a:gd name="T10" fmla="*/ 113 w 12"/>
                  <a:gd name="T11" fmla="*/ 2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7" y="0"/>
                    </a:moveTo>
                    <a:cubicBezTo>
                      <a:pt x="5" y="1"/>
                      <a:pt x="2" y="2"/>
                      <a:pt x="0" y="3"/>
                    </a:cubicBezTo>
                    <a:cubicBezTo>
                      <a:pt x="0" y="4"/>
                      <a:pt x="2" y="7"/>
                      <a:pt x="3" y="7"/>
                    </a:cubicBezTo>
                    <a:cubicBezTo>
                      <a:pt x="4" y="8"/>
                      <a:pt x="7" y="7"/>
                      <a:pt x="8" y="6"/>
                    </a:cubicBezTo>
                    <a:cubicBezTo>
                      <a:pt x="10" y="6"/>
                      <a:pt x="12" y="5"/>
                      <a:pt x="12" y="3"/>
                    </a:cubicBezTo>
                    <a:cubicBezTo>
                      <a:pt x="11" y="2"/>
                      <a:pt x="8" y="1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2" name="Freeform 849">
                <a:extLst>
                  <a:ext uri="{FF2B5EF4-FFF2-40B4-BE49-F238E27FC236}">
                    <a16:creationId xmlns:a16="http://schemas.microsoft.com/office/drawing/2014/main" id="{0F2DD0DE-825B-45FB-8311-3EBA7EC9B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351"/>
                <a:ext cx="40" cy="30"/>
              </a:xfrm>
              <a:custGeom>
                <a:avLst/>
                <a:gdLst>
                  <a:gd name="T0" fmla="*/ 0 w 16"/>
                  <a:gd name="T1" fmla="*/ 158 h 12"/>
                  <a:gd name="T2" fmla="*/ 113 w 16"/>
                  <a:gd name="T3" fmla="*/ 83 h 12"/>
                  <a:gd name="T4" fmla="*/ 208 w 16"/>
                  <a:gd name="T5" fmla="*/ 50 h 12"/>
                  <a:gd name="T6" fmla="*/ 158 w 16"/>
                  <a:gd name="T7" fmla="*/ 145 h 12"/>
                  <a:gd name="T8" fmla="*/ 20 w 16"/>
                  <a:gd name="T9" fmla="*/ 15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0" y="10"/>
                    </a:moveTo>
                    <a:cubicBezTo>
                      <a:pt x="2" y="8"/>
                      <a:pt x="5" y="7"/>
                      <a:pt x="7" y="5"/>
                    </a:cubicBezTo>
                    <a:cubicBezTo>
                      <a:pt x="9" y="3"/>
                      <a:pt x="11" y="0"/>
                      <a:pt x="13" y="3"/>
                    </a:cubicBezTo>
                    <a:cubicBezTo>
                      <a:pt x="16" y="6"/>
                      <a:pt x="12" y="8"/>
                      <a:pt x="10" y="9"/>
                    </a:cubicBezTo>
                    <a:cubicBezTo>
                      <a:pt x="6" y="11"/>
                      <a:pt x="4" y="12"/>
                      <a:pt x="1" y="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3" name="Freeform 850">
                <a:extLst>
                  <a:ext uri="{FF2B5EF4-FFF2-40B4-BE49-F238E27FC236}">
                    <a16:creationId xmlns:a16="http://schemas.microsoft.com/office/drawing/2014/main" id="{479E8E2C-003A-4B97-8524-CC0604711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319"/>
                <a:ext cx="25" cy="30"/>
              </a:xfrm>
              <a:custGeom>
                <a:avLst/>
                <a:gdLst>
                  <a:gd name="T0" fmla="*/ 113 w 10"/>
                  <a:gd name="T1" fmla="*/ 20 h 12"/>
                  <a:gd name="T2" fmla="*/ 0 w 10"/>
                  <a:gd name="T3" fmla="*/ 145 h 12"/>
                  <a:gd name="T4" fmla="*/ 83 w 10"/>
                  <a:gd name="T5" fmla="*/ 188 h 12"/>
                  <a:gd name="T6" fmla="*/ 113 w 1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7" y="1"/>
                    </a:moveTo>
                    <a:cubicBezTo>
                      <a:pt x="4" y="2"/>
                      <a:pt x="1" y="7"/>
                      <a:pt x="0" y="9"/>
                    </a:cubicBezTo>
                    <a:cubicBezTo>
                      <a:pt x="2" y="10"/>
                      <a:pt x="4" y="10"/>
                      <a:pt x="5" y="12"/>
                    </a:cubicBezTo>
                    <a:cubicBezTo>
                      <a:pt x="7" y="10"/>
                      <a:pt x="10" y="1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4" name="Freeform 851">
                <a:extLst>
                  <a:ext uri="{FF2B5EF4-FFF2-40B4-BE49-F238E27FC236}">
                    <a16:creationId xmlns:a16="http://schemas.microsoft.com/office/drawing/2014/main" id="{7948A075-0E89-484D-A967-2D6FD8631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241"/>
                <a:ext cx="27" cy="75"/>
              </a:xfrm>
              <a:custGeom>
                <a:avLst/>
                <a:gdLst>
                  <a:gd name="T0" fmla="*/ 71 w 11"/>
                  <a:gd name="T1" fmla="*/ 63 h 30"/>
                  <a:gd name="T2" fmla="*/ 42 w 11"/>
                  <a:gd name="T3" fmla="*/ 238 h 30"/>
                  <a:gd name="T4" fmla="*/ 29 w 11"/>
                  <a:gd name="T5" fmla="*/ 395 h 30"/>
                  <a:gd name="T6" fmla="*/ 150 w 11"/>
                  <a:gd name="T7" fmla="*/ 145 h 30"/>
                  <a:gd name="T8" fmla="*/ 103 w 11"/>
                  <a:gd name="T9" fmla="*/ 5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0">
                    <a:moveTo>
                      <a:pt x="5" y="4"/>
                    </a:moveTo>
                    <a:cubicBezTo>
                      <a:pt x="4" y="7"/>
                      <a:pt x="4" y="11"/>
                      <a:pt x="3" y="15"/>
                    </a:cubicBezTo>
                    <a:cubicBezTo>
                      <a:pt x="2" y="18"/>
                      <a:pt x="0" y="23"/>
                      <a:pt x="2" y="25"/>
                    </a:cubicBezTo>
                    <a:cubicBezTo>
                      <a:pt x="8" y="30"/>
                      <a:pt x="10" y="13"/>
                      <a:pt x="10" y="9"/>
                    </a:cubicBezTo>
                    <a:cubicBezTo>
                      <a:pt x="11" y="7"/>
                      <a:pt x="11" y="0"/>
                      <a:pt x="7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5" name="Freeform 852">
                <a:extLst>
                  <a:ext uri="{FF2B5EF4-FFF2-40B4-BE49-F238E27FC236}">
                    <a16:creationId xmlns:a16="http://schemas.microsoft.com/office/drawing/2014/main" id="{94F43772-0D6A-46A6-80A0-75520D1C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339"/>
                <a:ext cx="30" cy="25"/>
              </a:xfrm>
              <a:custGeom>
                <a:avLst/>
                <a:gdLst>
                  <a:gd name="T0" fmla="*/ 95 w 12"/>
                  <a:gd name="T1" fmla="*/ 0 h 10"/>
                  <a:gd name="T2" fmla="*/ 113 w 12"/>
                  <a:gd name="T3" fmla="*/ 158 h 10"/>
                  <a:gd name="T4" fmla="*/ 188 w 12"/>
                  <a:gd name="T5" fmla="*/ 95 h 10"/>
                  <a:gd name="T6" fmla="*/ 95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3" y="9"/>
                      <a:pt x="7" y="10"/>
                    </a:cubicBezTo>
                    <a:cubicBezTo>
                      <a:pt x="8" y="10"/>
                      <a:pt x="12" y="8"/>
                      <a:pt x="12" y="6"/>
                    </a:cubicBezTo>
                    <a:cubicBezTo>
                      <a:pt x="12" y="4"/>
                      <a:pt x="7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6" name="Freeform 853">
                <a:extLst>
                  <a:ext uri="{FF2B5EF4-FFF2-40B4-BE49-F238E27FC236}">
                    <a16:creationId xmlns:a16="http://schemas.microsoft.com/office/drawing/2014/main" id="{D296791F-29F4-4002-A216-3E3929CF6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366"/>
                <a:ext cx="40" cy="28"/>
              </a:xfrm>
              <a:custGeom>
                <a:avLst/>
                <a:gdLst>
                  <a:gd name="T0" fmla="*/ 83 w 16"/>
                  <a:gd name="T1" fmla="*/ 0 h 11"/>
                  <a:gd name="T2" fmla="*/ 0 w 16"/>
                  <a:gd name="T3" fmla="*/ 84 h 11"/>
                  <a:gd name="T4" fmla="*/ 125 w 16"/>
                  <a:gd name="T5" fmla="*/ 150 h 11"/>
                  <a:gd name="T6" fmla="*/ 250 w 16"/>
                  <a:gd name="T7" fmla="*/ 130 h 11"/>
                  <a:gd name="T8" fmla="*/ 83 w 16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1">
                    <a:moveTo>
                      <a:pt x="5" y="0"/>
                    </a:moveTo>
                    <a:cubicBezTo>
                      <a:pt x="2" y="1"/>
                      <a:pt x="1" y="2"/>
                      <a:pt x="0" y="5"/>
                    </a:cubicBezTo>
                    <a:cubicBezTo>
                      <a:pt x="2" y="7"/>
                      <a:pt x="5" y="8"/>
                      <a:pt x="8" y="9"/>
                    </a:cubicBezTo>
                    <a:cubicBezTo>
                      <a:pt x="11" y="11"/>
                      <a:pt x="13" y="11"/>
                      <a:pt x="16" y="8"/>
                    </a:cubicBezTo>
                    <a:cubicBezTo>
                      <a:pt x="14" y="4"/>
                      <a:pt x="7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7" name="Freeform 854">
                <a:extLst>
                  <a:ext uri="{FF2B5EF4-FFF2-40B4-BE49-F238E27FC236}">
                    <a16:creationId xmlns:a16="http://schemas.microsoft.com/office/drawing/2014/main" id="{E09F72D2-88BE-4DC1-BCC1-B0651E68B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391"/>
                <a:ext cx="30" cy="23"/>
              </a:xfrm>
              <a:custGeom>
                <a:avLst/>
                <a:gdLst>
                  <a:gd name="T0" fmla="*/ 95 w 12"/>
                  <a:gd name="T1" fmla="*/ 0 h 9"/>
                  <a:gd name="T2" fmla="*/ 0 w 12"/>
                  <a:gd name="T3" fmla="*/ 66 h 9"/>
                  <a:gd name="T4" fmla="*/ 158 w 12"/>
                  <a:gd name="T5" fmla="*/ 130 h 9"/>
                  <a:gd name="T6" fmla="*/ 175 w 12"/>
                  <a:gd name="T7" fmla="*/ 51 h 9"/>
                  <a:gd name="T8" fmla="*/ 95 w 12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6" y="0"/>
                    </a:moveTo>
                    <a:cubicBezTo>
                      <a:pt x="4" y="3"/>
                      <a:pt x="1" y="3"/>
                      <a:pt x="0" y="4"/>
                    </a:cubicBezTo>
                    <a:cubicBezTo>
                      <a:pt x="2" y="5"/>
                      <a:pt x="8" y="9"/>
                      <a:pt x="10" y="8"/>
                    </a:cubicBezTo>
                    <a:cubicBezTo>
                      <a:pt x="11" y="7"/>
                      <a:pt x="12" y="4"/>
                      <a:pt x="11" y="3"/>
                    </a:cubicBezTo>
                    <a:cubicBezTo>
                      <a:pt x="11" y="1"/>
                      <a:pt x="8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8" name="Freeform 855">
                <a:extLst>
                  <a:ext uri="{FF2B5EF4-FFF2-40B4-BE49-F238E27FC236}">
                    <a16:creationId xmlns:a16="http://schemas.microsoft.com/office/drawing/2014/main" id="{E6392E53-6096-428B-8A05-ACBEDEF6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404"/>
                <a:ext cx="57" cy="22"/>
              </a:xfrm>
              <a:custGeom>
                <a:avLst/>
                <a:gdLst>
                  <a:gd name="T0" fmla="*/ 30 w 23"/>
                  <a:gd name="T1" fmla="*/ 0 h 9"/>
                  <a:gd name="T2" fmla="*/ 12 w 23"/>
                  <a:gd name="T3" fmla="*/ 71 h 9"/>
                  <a:gd name="T4" fmla="*/ 74 w 23"/>
                  <a:gd name="T5" fmla="*/ 103 h 9"/>
                  <a:gd name="T6" fmla="*/ 245 w 23"/>
                  <a:gd name="T7" fmla="*/ 120 h 9"/>
                  <a:gd name="T8" fmla="*/ 337 w 23"/>
                  <a:gd name="T9" fmla="*/ 120 h 9"/>
                  <a:gd name="T10" fmla="*/ 337 w 23"/>
                  <a:gd name="T11" fmla="*/ 42 h 9"/>
                  <a:gd name="T12" fmla="*/ 154 w 23"/>
                  <a:gd name="T13" fmla="*/ 12 h 9"/>
                  <a:gd name="T14" fmla="*/ 30 w 23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9">
                    <a:moveTo>
                      <a:pt x="2" y="0"/>
                    </a:moveTo>
                    <a:cubicBezTo>
                      <a:pt x="1" y="0"/>
                      <a:pt x="0" y="3"/>
                      <a:pt x="1" y="5"/>
                    </a:cubicBezTo>
                    <a:cubicBezTo>
                      <a:pt x="1" y="6"/>
                      <a:pt x="4" y="6"/>
                      <a:pt x="5" y="7"/>
                    </a:cubicBezTo>
                    <a:cubicBezTo>
                      <a:pt x="9" y="7"/>
                      <a:pt x="13" y="8"/>
                      <a:pt x="16" y="8"/>
                    </a:cubicBezTo>
                    <a:cubicBezTo>
                      <a:pt x="18" y="9"/>
                      <a:pt x="21" y="9"/>
                      <a:pt x="22" y="8"/>
                    </a:cubicBezTo>
                    <a:cubicBezTo>
                      <a:pt x="23" y="8"/>
                      <a:pt x="23" y="4"/>
                      <a:pt x="22" y="3"/>
                    </a:cubicBezTo>
                    <a:cubicBezTo>
                      <a:pt x="20" y="1"/>
                      <a:pt x="13" y="2"/>
                      <a:pt x="10" y="1"/>
                    </a:cubicBezTo>
                    <a:cubicBezTo>
                      <a:pt x="8" y="1"/>
                      <a:pt x="4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9" name="Freeform 856">
                <a:extLst>
                  <a:ext uri="{FF2B5EF4-FFF2-40B4-BE49-F238E27FC236}">
                    <a16:creationId xmlns:a16="http://schemas.microsoft.com/office/drawing/2014/main" id="{893BE88B-80EC-4068-AC67-3F206FD42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2409"/>
                <a:ext cx="27" cy="20"/>
              </a:xfrm>
              <a:custGeom>
                <a:avLst/>
                <a:gdLst>
                  <a:gd name="T0" fmla="*/ 120 w 11"/>
                  <a:gd name="T1" fmla="*/ 20 h 8"/>
                  <a:gd name="T2" fmla="*/ 29 w 11"/>
                  <a:gd name="T3" fmla="*/ 83 h 8"/>
                  <a:gd name="T4" fmla="*/ 150 w 11"/>
                  <a:gd name="T5" fmla="*/ 95 h 8"/>
                  <a:gd name="T6" fmla="*/ 133 w 11"/>
                  <a:gd name="T7" fmla="*/ 63 h 8"/>
                  <a:gd name="T8" fmla="*/ 103 w 11"/>
                  <a:gd name="T9" fmla="*/ 2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8" y="1"/>
                    </a:moveTo>
                    <a:cubicBezTo>
                      <a:pt x="4" y="1"/>
                      <a:pt x="0" y="0"/>
                      <a:pt x="2" y="5"/>
                    </a:cubicBezTo>
                    <a:cubicBezTo>
                      <a:pt x="3" y="8"/>
                      <a:pt x="8" y="7"/>
                      <a:pt x="10" y="6"/>
                    </a:cubicBezTo>
                    <a:cubicBezTo>
                      <a:pt x="11" y="5"/>
                      <a:pt x="10" y="5"/>
                      <a:pt x="9" y="4"/>
                    </a:cubicBezTo>
                    <a:cubicBezTo>
                      <a:pt x="9" y="3"/>
                      <a:pt x="8" y="1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0" name="Freeform 857">
                <a:extLst>
                  <a:ext uri="{FF2B5EF4-FFF2-40B4-BE49-F238E27FC236}">
                    <a16:creationId xmlns:a16="http://schemas.microsoft.com/office/drawing/2014/main" id="{67CA8F53-910A-45E5-A8E8-5BB25C32C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246"/>
                <a:ext cx="33" cy="83"/>
              </a:xfrm>
              <a:custGeom>
                <a:avLst/>
                <a:gdLst>
                  <a:gd name="T0" fmla="*/ 51 w 13"/>
                  <a:gd name="T1" fmla="*/ 20 h 33"/>
                  <a:gd name="T2" fmla="*/ 0 w 13"/>
                  <a:gd name="T3" fmla="*/ 83 h 33"/>
                  <a:gd name="T4" fmla="*/ 63 w 13"/>
                  <a:gd name="T5" fmla="*/ 397 h 33"/>
                  <a:gd name="T6" fmla="*/ 147 w 13"/>
                  <a:gd name="T7" fmla="*/ 506 h 33"/>
                  <a:gd name="T8" fmla="*/ 160 w 13"/>
                  <a:gd name="T9" fmla="*/ 410 h 33"/>
                  <a:gd name="T10" fmla="*/ 84 w 13"/>
                  <a:gd name="T11" fmla="*/ 83 h 33"/>
                  <a:gd name="T12" fmla="*/ 51 w 13"/>
                  <a:gd name="T13" fmla="*/ 2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3">
                    <a:moveTo>
                      <a:pt x="3" y="1"/>
                    </a:moveTo>
                    <a:cubicBezTo>
                      <a:pt x="1" y="0"/>
                      <a:pt x="0" y="0"/>
                      <a:pt x="0" y="5"/>
                    </a:cubicBezTo>
                    <a:cubicBezTo>
                      <a:pt x="1" y="10"/>
                      <a:pt x="1" y="17"/>
                      <a:pt x="4" y="25"/>
                    </a:cubicBezTo>
                    <a:cubicBezTo>
                      <a:pt x="7" y="32"/>
                      <a:pt x="8" y="33"/>
                      <a:pt x="9" y="32"/>
                    </a:cubicBezTo>
                    <a:cubicBezTo>
                      <a:pt x="11" y="31"/>
                      <a:pt x="13" y="31"/>
                      <a:pt x="10" y="26"/>
                    </a:cubicBezTo>
                    <a:cubicBezTo>
                      <a:pt x="8" y="21"/>
                      <a:pt x="5" y="10"/>
                      <a:pt x="5" y="5"/>
                    </a:cubicBezTo>
                    <a:cubicBezTo>
                      <a:pt x="5" y="0"/>
                      <a:pt x="5" y="0"/>
                      <a:pt x="3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1" name="Freeform 858">
                <a:extLst>
                  <a:ext uri="{FF2B5EF4-FFF2-40B4-BE49-F238E27FC236}">
                    <a16:creationId xmlns:a16="http://schemas.microsoft.com/office/drawing/2014/main" id="{4492B4ED-7017-408F-8C64-A9E8E6432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1264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0"/>
                      <a:pt x="3" y="1"/>
                      <a:pt x="4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2" name="Freeform 859">
                <a:extLst>
                  <a:ext uri="{FF2B5EF4-FFF2-40B4-BE49-F238E27FC236}">
                    <a16:creationId xmlns:a16="http://schemas.microsoft.com/office/drawing/2014/main" id="{D20B0984-D047-48C7-84B2-1A7746137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309"/>
                <a:ext cx="13" cy="2"/>
              </a:xfrm>
              <a:custGeom>
                <a:avLst/>
                <a:gdLst>
                  <a:gd name="T0" fmla="*/ 0 w 5"/>
                  <a:gd name="T1" fmla="*/ 0 h 1"/>
                  <a:gd name="T2" fmla="*/ 68 w 5"/>
                  <a:gd name="T3" fmla="*/ 8 h 1"/>
                  <a:gd name="T4" fmla="*/ 88 w 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4" y="1"/>
                      <a:pt x="5" y="1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3" name="Freeform 860">
                <a:extLst>
                  <a:ext uri="{FF2B5EF4-FFF2-40B4-BE49-F238E27FC236}">
                    <a16:creationId xmlns:a16="http://schemas.microsoft.com/office/drawing/2014/main" id="{329C53B6-F582-4D84-BC0D-B308240BB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224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3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4" name="Freeform 861">
                <a:extLst>
                  <a:ext uri="{FF2B5EF4-FFF2-40B4-BE49-F238E27FC236}">
                    <a16:creationId xmlns:a16="http://schemas.microsoft.com/office/drawing/2014/main" id="{D7174052-BAC9-4047-B3CB-4511C0A32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1214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2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5" name="Freeform 862">
                <a:extLst>
                  <a:ext uri="{FF2B5EF4-FFF2-40B4-BE49-F238E27FC236}">
                    <a16:creationId xmlns:a16="http://schemas.microsoft.com/office/drawing/2014/main" id="{FDA53058-B9BC-452A-B9B2-CB96CAF7C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201"/>
                <a:ext cx="5" cy="13"/>
              </a:xfrm>
              <a:custGeom>
                <a:avLst/>
                <a:gdLst>
                  <a:gd name="T0" fmla="*/ 20 w 2"/>
                  <a:gd name="T1" fmla="*/ 0 h 5"/>
                  <a:gd name="T2" fmla="*/ 33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0" y="1"/>
                      <a:pt x="0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6" name="Freeform 863">
                <a:extLst>
                  <a:ext uri="{FF2B5EF4-FFF2-40B4-BE49-F238E27FC236}">
                    <a16:creationId xmlns:a16="http://schemas.microsoft.com/office/drawing/2014/main" id="{356D0853-BC63-49B2-8ADF-AD741A3C8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1194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2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7" name="Freeform 864">
                <a:extLst>
                  <a:ext uri="{FF2B5EF4-FFF2-40B4-BE49-F238E27FC236}">
                    <a16:creationId xmlns:a16="http://schemas.microsoft.com/office/drawing/2014/main" id="{2C6516C6-EE9E-4A62-83AA-D10783FDF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189"/>
                <a:ext cx="1" cy="7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8" name="Freeform 865">
                <a:extLst>
                  <a:ext uri="{FF2B5EF4-FFF2-40B4-BE49-F238E27FC236}">
                    <a16:creationId xmlns:a16="http://schemas.microsoft.com/office/drawing/2014/main" id="{322C2FDF-C72A-413C-B643-BDC65CDCD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1191"/>
                <a:ext cx="8" cy="10"/>
              </a:xfrm>
              <a:custGeom>
                <a:avLst/>
                <a:gdLst>
                  <a:gd name="T0" fmla="*/ 56 w 3"/>
                  <a:gd name="T1" fmla="*/ 0 h 4"/>
                  <a:gd name="T2" fmla="*/ 0 w 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2"/>
                      <a:pt x="2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9" name="Freeform 866">
                <a:extLst>
                  <a:ext uri="{FF2B5EF4-FFF2-40B4-BE49-F238E27FC236}">
                    <a16:creationId xmlns:a16="http://schemas.microsoft.com/office/drawing/2014/main" id="{1061870A-766E-4E25-A1AE-A6C6BDA3E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226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0" name="Freeform 867">
                <a:extLst>
                  <a:ext uri="{FF2B5EF4-FFF2-40B4-BE49-F238E27FC236}">
                    <a16:creationId xmlns:a16="http://schemas.microsoft.com/office/drawing/2014/main" id="{9A9FE67F-9403-4753-A64C-75446A4A9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241"/>
                <a:ext cx="12" cy="10"/>
              </a:xfrm>
              <a:custGeom>
                <a:avLst/>
                <a:gdLst>
                  <a:gd name="T0" fmla="*/ 0 w 5"/>
                  <a:gd name="T1" fmla="*/ 50 h 4"/>
                  <a:gd name="T2" fmla="*/ 7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4"/>
                      <a:pt x="5" y="3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1" name="Freeform 868">
                <a:extLst>
                  <a:ext uri="{FF2B5EF4-FFF2-40B4-BE49-F238E27FC236}">
                    <a16:creationId xmlns:a16="http://schemas.microsoft.com/office/drawing/2014/main" id="{BCBFEA25-D878-4603-A4CB-D9D1DA69E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559"/>
                <a:ext cx="25" cy="15"/>
              </a:xfrm>
              <a:custGeom>
                <a:avLst/>
                <a:gdLst>
                  <a:gd name="T0" fmla="*/ 63 w 10"/>
                  <a:gd name="T1" fmla="*/ 20 h 6"/>
                  <a:gd name="T2" fmla="*/ 63 w 10"/>
                  <a:gd name="T3" fmla="*/ 83 h 6"/>
                  <a:gd name="T4" fmla="*/ 83 w 10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4" y="1"/>
                    </a:moveTo>
                    <a:cubicBezTo>
                      <a:pt x="0" y="1"/>
                      <a:pt x="0" y="5"/>
                      <a:pt x="4" y="5"/>
                    </a:cubicBezTo>
                    <a:cubicBezTo>
                      <a:pt x="8" y="6"/>
                      <a:pt x="10" y="0"/>
                      <a:pt x="5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2" name="Freeform 869">
                <a:extLst>
                  <a:ext uri="{FF2B5EF4-FFF2-40B4-BE49-F238E27FC236}">
                    <a16:creationId xmlns:a16="http://schemas.microsoft.com/office/drawing/2014/main" id="{E911EE62-6F29-4E06-92F6-E9E6846B8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556"/>
                <a:ext cx="20" cy="8"/>
              </a:xfrm>
              <a:custGeom>
                <a:avLst/>
                <a:gdLst>
                  <a:gd name="T0" fmla="*/ 63 w 8"/>
                  <a:gd name="T1" fmla="*/ 0 h 3"/>
                  <a:gd name="T2" fmla="*/ 50 w 8"/>
                  <a:gd name="T3" fmla="*/ 56 h 3"/>
                  <a:gd name="T4" fmla="*/ 83 w 8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4" y="0"/>
                    </a:moveTo>
                    <a:cubicBezTo>
                      <a:pt x="1" y="0"/>
                      <a:pt x="0" y="2"/>
                      <a:pt x="3" y="3"/>
                    </a:cubicBezTo>
                    <a:cubicBezTo>
                      <a:pt x="6" y="3"/>
                      <a:pt x="8" y="0"/>
                      <a:pt x="5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3" name="Freeform 870">
                <a:extLst>
                  <a:ext uri="{FF2B5EF4-FFF2-40B4-BE49-F238E27FC236}">
                    <a16:creationId xmlns:a16="http://schemas.microsoft.com/office/drawing/2014/main" id="{4BF58881-6454-40AE-A144-922D9E942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516"/>
                <a:ext cx="20" cy="20"/>
              </a:xfrm>
              <a:custGeom>
                <a:avLst/>
                <a:gdLst>
                  <a:gd name="T0" fmla="*/ 83 w 8"/>
                  <a:gd name="T1" fmla="*/ 33 h 8"/>
                  <a:gd name="T2" fmla="*/ 20 w 8"/>
                  <a:gd name="T3" fmla="*/ 83 h 8"/>
                  <a:gd name="T4" fmla="*/ 95 w 8"/>
                  <a:gd name="T5" fmla="*/ 5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5" y="2"/>
                    </a:moveTo>
                    <a:cubicBezTo>
                      <a:pt x="4" y="0"/>
                      <a:pt x="0" y="3"/>
                      <a:pt x="1" y="5"/>
                    </a:cubicBezTo>
                    <a:cubicBezTo>
                      <a:pt x="2" y="8"/>
                      <a:pt x="8" y="6"/>
                      <a:pt x="6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4" name="Freeform 871">
                <a:extLst>
                  <a:ext uri="{FF2B5EF4-FFF2-40B4-BE49-F238E27FC236}">
                    <a16:creationId xmlns:a16="http://schemas.microsoft.com/office/drawing/2014/main" id="{FB64F07F-CA06-4EA8-A657-AA3EC62FC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516"/>
                <a:ext cx="7" cy="10"/>
              </a:xfrm>
              <a:custGeom>
                <a:avLst/>
                <a:gdLst>
                  <a:gd name="T0" fmla="*/ 28 w 3"/>
                  <a:gd name="T1" fmla="*/ 20 h 4"/>
                  <a:gd name="T2" fmla="*/ 0 w 3"/>
                  <a:gd name="T3" fmla="*/ 50 h 4"/>
                  <a:gd name="T4" fmla="*/ 37 w 3"/>
                  <a:gd name="T5" fmla="*/ 33 h 4"/>
                  <a:gd name="T6" fmla="*/ 28 w 3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1" y="4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5" name="Freeform 872">
                <a:extLst>
                  <a:ext uri="{FF2B5EF4-FFF2-40B4-BE49-F238E27FC236}">
                    <a16:creationId xmlns:a16="http://schemas.microsoft.com/office/drawing/2014/main" id="{2A762428-E8D0-407E-8858-40C904E3E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554"/>
                <a:ext cx="22" cy="15"/>
              </a:xfrm>
              <a:custGeom>
                <a:avLst/>
                <a:gdLst>
                  <a:gd name="T0" fmla="*/ 90 w 9"/>
                  <a:gd name="T1" fmla="*/ 0 h 6"/>
                  <a:gd name="T2" fmla="*/ 29 w 9"/>
                  <a:gd name="T3" fmla="*/ 63 h 6"/>
                  <a:gd name="T4" fmla="*/ 90 w 9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6" y="0"/>
                    </a:moveTo>
                    <a:cubicBezTo>
                      <a:pt x="4" y="0"/>
                      <a:pt x="0" y="2"/>
                      <a:pt x="2" y="4"/>
                    </a:cubicBezTo>
                    <a:cubicBezTo>
                      <a:pt x="4" y="6"/>
                      <a:pt x="9" y="2"/>
                      <a:pt x="6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6" name="Freeform 873">
                <a:extLst>
                  <a:ext uri="{FF2B5EF4-FFF2-40B4-BE49-F238E27FC236}">
                    <a16:creationId xmlns:a16="http://schemas.microsoft.com/office/drawing/2014/main" id="{EEC0BDCB-8C44-4AE5-B132-2E5153201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594"/>
                <a:ext cx="20" cy="15"/>
              </a:xfrm>
              <a:custGeom>
                <a:avLst/>
                <a:gdLst>
                  <a:gd name="T0" fmla="*/ 83 w 8"/>
                  <a:gd name="T1" fmla="*/ 33 h 6"/>
                  <a:gd name="T2" fmla="*/ 33 w 8"/>
                  <a:gd name="T3" fmla="*/ 83 h 6"/>
                  <a:gd name="T4" fmla="*/ 95 w 8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5" y="2"/>
                    </a:moveTo>
                    <a:cubicBezTo>
                      <a:pt x="3" y="0"/>
                      <a:pt x="0" y="3"/>
                      <a:pt x="2" y="5"/>
                    </a:cubicBezTo>
                    <a:cubicBezTo>
                      <a:pt x="4" y="6"/>
                      <a:pt x="8" y="3"/>
                      <a:pt x="6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7" name="Freeform 874">
                <a:extLst>
                  <a:ext uri="{FF2B5EF4-FFF2-40B4-BE49-F238E27FC236}">
                    <a16:creationId xmlns:a16="http://schemas.microsoft.com/office/drawing/2014/main" id="{21722051-C724-43EC-ADED-0E067CCE5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616"/>
                <a:ext cx="15" cy="13"/>
              </a:xfrm>
              <a:custGeom>
                <a:avLst/>
                <a:gdLst>
                  <a:gd name="T0" fmla="*/ 50 w 6"/>
                  <a:gd name="T1" fmla="*/ 21 h 5"/>
                  <a:gd name="T2" fmla="*/ 95 w 6"/>
                  <a:gd name="T3" fmla="*/ 21 h 5"/>
                  <a:gd name="T4" fmla="*/ 83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1"/>
                    </a:moveTo>
                    <a:cubicBezTo>
                      <a:pt x="0" y="2"/>
                      <a:pt x="4" y="5"/>
                      <a:pt x="6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8" name="Freeform 875">
                <a:extLst>
                  <a:ext uri="{FF2B5EF4-FFF2-40B4-BE49-F238E27FC236}">
                    <a16:creationId xmlns:a16="http://schemas.microsoft.com/office/drawing/2014/main" id="{7D15E9F5-9A26-4E72-A335-FFD9A455A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579"/>
                <a:ext cx="20" cy="12"/>
              </a:xfrm>
              <a:custGeom>
                <a:avLst/>
                <a:gdLst>
                  <a:gd name="T0" fmla="*/ 95 w 8"/>
                  <a:gd name="T1" fmla="*/ 0 h 5"/>
                  <a:gd name="T2" fmla="*/ 50 w 8"/>
                  <a:gd name="T3" fmla="*/ 58 h 5"/>
                  <a:gd name="T4" fmla="*/ 95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6" y="0"/>
                    </a:moveTo>
                    <a:cubicBezTo>
                      <a:pt x="4" y="0"/>
                      <a:pt x="0" y="2"/>
                      <a:pt x="3" y="4"/>
                    </a:cubicBezTo>
                    <a:cubicBezTo>
                      <a:pt x="5" y="5"/>
                      <a:pt x="8" y="1"/>
                      <a:pt x="6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9" name="Freeform 876">
                <a:extLst>
                  <a:ext uri="{FF2B5EF4-FFF2-40B4-BE49-F238E27FC236}">
                    <a16:creationId xmlns:a16="http://schemas.microsoft.com/office/drawing/2014/main" id="{7AB43C54-D7F8-4E28-9EB2-F9BDBDA65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574"/>
                <a:ext cx="20" cy="12"/>
              </a:xfrm>
              <a:custGeom>
                <a:avLst/>
                <a:gdLst>
                  <a:gd name="T0" fmla="*/ 63 w 8"/>
                  <a:gd name="T1" fmla="*/ 12 h 5"/>
                  <a:gd name="T2" fmla="*/ 33 w 8"/>
                  <a:gd name="T3" fmla="*/ 58 h 5"/>
                  <a:gd name="T4" fmla="*/ 83 w 8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4" y="1"/>
                    </a:moveTo>
                    <a:cubicBezTo>
                      <a:pt x="2" y="0"/>
                      <a:pt x="0" y="3"/>
                      <a:pt x="2" y="4"/>
                    </a:cubicBezTo>
                    <a:cubicBezTo>
                      <a:pt x="3" y="5"/>
                      <a:pt x="8" y="3"/>
                      <a:pt x="5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0" name="Freeform 877">
                <a:extLst>
                  <a:ext uri="{FF2B5EF4-FFF2-40B4-BE49-F238E27FC236}">
                    <a16:creationId xmlns:a16="http://schemas.microsoft.com/office/drawing/2014/main" id="{21BAC743-DB40-43E9-9074-EE8A67CB9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544"/>
                <a:ext cx="20" cy="12"/>
              </a:xfrm>
              <a:custGeom>
                <a:avLst/>
                <a:gdLst>
                  <a:gd name="T0" fmla="*/ 83 w 8"/>
                  <a:gd name="T1" fmla="*/ 12 h 5"/>
                  <a:gd name="T2" fmla="*/ 33 w 8"/>
                  <a:gd name="T3" fmla="*/ 58 h 5"/>
                  <a:gd name="T4" fmla="*/ 83 w 8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5" y="1"/>
                    </a:moveTo>
                    <a:cubicBezTo>
                      <a:pt x="3" y="0"/>
                      <a:pt x="0" y="2"/>
                      <a:pt x="2" y="4"/>
                    </a:cubicBezTo>
                    <a:cubicBezTo>
                      <a:pt x="4" y="5"/>
                      <a:pt x="8" y="2"/>
                      <a:pt x="5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1" name="Freeform 878">
                <a:extLst>
                  <a:ext uri="{FF2B5EF4-FFF2-40B4-BE49-F238E27FC236}">
                    <a16:creationId xmlns:a16="http://schemas.microsoft.com/office/drawing/2014/main" id="{D4DC907B-D934-470A-AD39-953C3645A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534"/>
                <a:ext cx="18" cy="10"/>
              </a:xfrm>
              <a:custGeom>
                <a:avLst/>
                <a:gdLst>
                  <a:gd name="T0" fmla="*/ 85 w 7"/>
                  <a:gd name="T1" fmla="*/ 20 h 4"/>
                  <a:gd name="T2" fmla="*/ 21 w 7"/>
                  <a:gd name="T3" fmla="*/ 33 h 4"/>
                  <a:gd name="T4" fmla="*/ 118 w 7"/>
                  <a:gd name="T5" fmla="*/ 33 h 4"/>
                  <a:gd name="T6" fmla="*/ 100 w 7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4" y="0"/>
                      <a:pt x="0" y="0"/>
                      <a:pt x="1" y="2"/>
                    </a:cubicBezTo>
                    <a:cubicBezTo>
                      <a:pt x="2" y="4"/>
                      <a:pt x="6" y="3"/>
                      <a:pt x="7" y="2"/>
                    </a:cubicBezTo>
                    <a:cubicBezTo>
                      <a:pt x="7" y="1"/>
                      <a:pt x="6" y="2"/>
                      <a:pt x="6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2" name="Freeform 879">
                <a:extLst>
                  <a:ext uri="{FF2B5EF4-FFF2-40B4-BE49-F238E27FC236}">
                    <a16:creationId xmlns:a16="http://schemas.microsoft.com/office/drawing/2014/main" id="{D747DC76-CF4C-4C7C-AA7C-0494D1D67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539"/>
                <a:ext cx="20" cy="12"/>
              </a:xfrm>
              <a:custGeom>
                <a:avLst/>
                <a:gdLst>
                  <a:gd name="T0" fmla="*/ 95 w 8"/>
                  <a:gd name="T1" fmla="*/ 0 h 5"/>
                  <a:gd name="T2" fmla="*/ 50 w 8"/>
                  <a:gd name="T3" fmla="*/ 58 h 5"/>
                  <a:gd name="T4" fmla="*/ 83 w 8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6" y="0"/>
                    </a:moveTo>
                    <a:cubicBezTo>
                      <a:pt x="4" y="0"/>
                      <a:pt x="0" y="2"/>
                      <a:pt x="3" y="4"/>
                    </a:cubicBezTo>
                    <a:cubicBezTo>
                      <a:pt x="4" y="5"/>
                      <a:pt x="8" y="3"/>
                      <a:pt x="5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3" name="Freeform 880">
                <a:extLst>
                  <a:ext uri="{FF2B5EF4-FFF2-40B4-BE49-F238E27FC236}">
                    <a16:creationId xmlns:a16="http://schemas.microsoft.com/office/drawing/2014/main" id="{B9B22D51-76D2-406C-BA92-D834DD206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521"/>
                <a:ext cx="12" cy="13"/>
              </a:xfrm>
              <a:custGeom>
                <a:avLst/>
                <a:gdLst>
                  <a:gd name="T0" fmla="*/ 70 w 5"/>
                  <a:gd name="T1" fmla="*/ 21 h 5"/>
                  <a:gd name="T2" fmla="*/ 0 w 5"/>
                  <a:gd name="T3" fmla="*/ 55 h 5"/>
                  <a:gd name="T4" fmla="*/ 70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4" y="0"/>
                      <a:pt x="0" y="1"/>
                      <a:pt x="0" y="3"/>
                    </a:cubicBezTo>
                    <a:cubicBezTo>
                      <a:pt x="1" y="5"/>
                      <a:pt x="5" y="4"/>
                      <a:pt x="5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4" name="Freeform 881">
                <a:extLst>
                  <a:ext uri="{FF2B5EF4-FFF2-40B4-BE49-F238E27FC236}">
                    <a16:creationId xmlns:a16="http://schemas.microsoft.com/office/drawing/2014/main" id="{F55C520B-F12B-477B-B9FE-E8D8985E8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494"/>
                <a:ext cx="12" cy="15"/>
              </a:xfrm>
              <a:custGeom>
                <a:avLst/>
                <a:gdLst>
                  <a:gd name="T0" fmla="*/ 70 w 5"/>
                  <a:gd name="T1" fmla="*/ 20 h 6"/>
                  <a:gd name="T2" fmla="*/ 70 w 5"/>
                  <a:gd name="T3" fmla="*/ 3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0" y="0"/>
                      <a:pt x="3" y="6"/>
                      <a:pt x="5" y="2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5" name="Freeform 882">
                <a:extLst>
                  <a:ext uri="{FF2B5EF4-FFF2-40B4-BE49-F238E27FC236}">
                    <a16:creationId xmlns:a16="http://schemas.microsoft.com/office/drawing/2014/main" id="{F1DAE108-3744-4CEB-9570-192FE4CA4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489"/>
                <a:ext cx="8" cy="7"/>
              </a:xfrm>
              <a:custGeom>
                <a:avLst/>
                <a:gdLst>
                  <a:gd name="T0" fmla="*/ 21 w 3"/>
                  <a:gd name="T1" fmla="*/ 12 h 3"/>
                  <a:gd name="T2" fmla="*/ 0 w 3"/>
                  <a:gd name="T3" fmla="*/ 28 h 3"/>
                  <a:gd name="T4" fmla="*/ 56 w 3"/>
                  <a:gd name="T5" fmla="*/ 12 h 3"/>
                  <a:gd name="T6" fmla="*/ 3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3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6" name="Freeform 883">
                <a:extLst>
                  <a:ext uri="{FF2B5EF4-FFF2-40B4-BE49-F238E27FC236}">
                    <a16:creationId xmlns:a16="http://schemas.microsoft.com/office/drawing/2014/main" id="{0569EF53-CE5E-4812-B5A7-12A5C37CB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479"/>
                <a:ext cx="17" cy="12"/>
              </a:xfrm>
              <a:custGeom>
                <a:avLst/>
                <a:gdLst>
                  <a:gd name="T0" fmla="*/ 70 w 7"/>
                  <a:gd name="T1" fmla="*/ 0 h 5"/>
                  <a:gd name="T2" fmla="*/ 29 w 7"/>
                  <a:gd name="T3" fmla="*/ 41 h 5"/>
                  <a:gd name="T4" fmla="*/ 7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3" y="0"/>
                      <a:pt x="0" y="2"/>
                      <a:pt x="2" y="3"/>
                    </a:cubicBezTo>
                    <a:cubicBezTo>
                      <a:pt x="3" y="5"/>
                      <a:pt x="7" y="2"/>
                      <a:pt x="5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7" name="Freeform 884">
                <a:extLst>
                  <a:ext uri="{FF2B5EF4-FFF2-40B4-BE49-F238E27FC236}">
                    <a16:creationId xmlns:a16="http://schemas.microsoft.com/office/drawing/2014/main" id="{9C5979EB-81FB-4798-8A83-CA439198C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434"/>
                <a:ext cx="13" cy="15"/>
              </a:xfrm>
              <a:custGeom>
                <a:avLst/>
                <a:gdLst>
                  <a:gd name="T0" fmla="*/ 68 w 5"/>
                  <a:gd name="T1" fmla="*/ 0 h 6"/>
                  <a:gd name="T2" fmla="*/ 21 w 5"/>
                  <a:gd name="T3" fmla="*/ 63 h 6"/>
                  <a:gd name="T4" fmla="*/ 68 w 5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3" y="1"/>
                      <a:pt x="0" y="2"/>
                      <a:pt x="1" y="4"/>
                    </a:cubicBezTo>
                    <a:cubicBezTo>
                      <a:pt x="2" y="6"/>
                      <a:pt x="5" y="3"/>
                      <a:pt x="4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8" name="Freeform 885">
                <a:extLst>
                  <a:ext uri="{FF2B5EF4-FFF2-40B4-BE49-F238E27FC236}">
                    <a16:creationId xmlns:a16="http://schemas.microsoft.com/office/drawing/2014/main" id="{407E8EBC-A6B3-47A2-9944-67309BCF5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459"/>
                <a:ext cx="17" cy="12"/>
              </a:xfrm>
              <a:custGeom>
                <a:avLst/>
                <a:gdLst>
                  <a:gd name="T0" fmla="*/ 70 w 7"/>
                  <a:gd name="T1" fmla="*/ 0 h 5"/>
                  <a:gd name="T2" fmla="*/ 70 w 7"/>
                  <a:gd name="T3" fmla="*/ 1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0" y="2"/>
                      <a:pt x="7" y="5"/>
                      <a:pt x="5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9" name="Freeform 886">
                <a:extLst>
                  <a:ext uri="{FF2B5EF4-FFF2-40B4-BE49-F238E27FC236}">
                    <a16:creationId xmlns:a16="http://schemas.microsoft.com/office/drawing/2014/main" id="{656F2EB8-87CC-4FBC-8A10-69772FEBE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466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33 w 4"/>
                  <a:gd name="T3" fmla="*/ 56 h 3"/>
                  <a:gd name="T4" fmla="*/ 50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0"/>
                      <a:pt x="0" y="2"/>
                      <a:pt x="2" y="3"/>
                    </a:cubicBezTo>
                    <a:cubicBezTo>
                      <a:pt x="3" y="3"/>
                      <a:pt x="4" y="2"/>
                      <a:pt x="3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0" name="Freeform 887">
                <a:extLst>
                  <a:ext uri="{FF2B5EF4-FFF2-40B4-BE49-F238E27FC236}">
                    <a16:creationId xmlns:a16="http://schemas.microsoft.com/office/drawing/2014/main" id="{75CECEC6-64FA-483C-8118-3A1D84526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476"/>
                <a:ext cx="20" cy="15"/>
              </a:xfrm>
              <a:custGeom>
                <a:avLst/>
                <a:gdLst>
                  <a:gd name="T0" fmla="*/ 113 w 8"/>
                  <a:gd name="T1" fmla="*/ 0 h 6"/>
                  <a:gd name="T2" fmla="*/ 63 w 8"/>
                  <a:gd name="T3" fmla="*/ 83 h 6"/>
                  <a:gd name="T4" fmla="*/ 125 w 8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7" y="0"/>
                    </a:moveTo>
                    <a:cubicBezTo>
                      <a:pt x="6" y="1"/>
                      <a:pt x="0" y="4"/>
                      <a:pt x="4" y="5"/>
                    </a:cubicBezTo>
                    <a:cubicBezTo>
                      <a:pt x="6" y="6"/>
                      <a:pt x="8" y="2"/>
                      <a:pt x="8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1" name="Freeform 888">
                <a:extLst>
                  <a:ext uri="{FF2B5EF4-FFF2-40B4-BE49-F238E27FC236}">
                    <a16:creationId xmlns:a16="http://schemas.microsoft.com/office/drawing/2014/main" id="{7B8F9BFE-5AF0-4911-AEC5-502182A53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429"/>
                <a:ext cx="15" cy="17"/>
              </a:xfrm>
              <a:custGeom>
                <a:avLst/>
                <a:gdLst>
                  <a:gd name="T0" fmla="*/ 63 w 6"/>
                  <a:gd name="T1" fmla="*/ 0 h 7"/>
                  <a:gd name="T2" fmla="*/ 50 w 6"/>
                  <a:gd name="T3" fmla="*/ 87 h 7"/>
                  <a:gd name="T4" fmla="*/ 63 w 6"/>
                  <a:gd name="T5" fmla="*/ 1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2" y="1"/>
                      <a:pt x="0" y="6"/>
                      <a:pt x="3" y="6"/>
                    </a:cubicBezTo>
                    <a:cubicBezTo>
                      <a:pt x="6" y="7"/>
                      <a:pt x="5" y="2"/>
                      <a:pt x="4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2" name="Freeform 889">
                <a:extLst>
                  <a:ext uri="{FF2B5EF4-FFF2-40B4-BE49-F238E27FC236}">
                    <a16:creationId xmlns:a16="http://schemas.microsoft.com/office/drawing/2014/main" id="{8CF6D772-C52E-444E-9796-03E459E19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451"/>
                <a:ext cx="13" cy="15"/>
              </a:xfrm>
              <a:custGeom>
                <a:avLst/>
                <a:gdLst>
                  <a:gd name="T0" fmla="*/ 68 w 5"/>
                  <a:gd name="T1" fmla="*/ 20 h 6"/>
                  <a:gd name="T2" fmla="*/ 55 w 5"/>
                  <a:gd name="T3" fmla="*/ 0 h 6"/>
                  <a:gd name="T4" fmla="*/ 34 w 5"/>
                  <a:gd name="T5" fmla="*/ 63 h 6"/>
                  <a:gd name="T6" fmla="*/ 68 w 5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4" y="1"/>
                      <a:pt x="4" y="1"/>
                      <a:pt x="3" y="0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4" y="6"/>
                      <a:pt x="5" y="2"/>
                      <a:pt x="4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3" name="Freeform 890">
                <a:extLst>
                  <a:ext uri="{FF2B5EF4-FFF2-40B4-BE49-F238E27FC236}">
                    <a16:creationId xmlns:a16="http://schemas.microsoft.com/office/drawing/2014/main" id="{D672DB59-A367-4574-8B6D-DDEE51BDB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404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27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4" name="Freeform 891">
                <a:extLst>
                  <a:ext uri="{FF2B5EF4-FFF2-40B4-BE49-F238E27FC236}">
                    <a16:creationId xmlns:a16="http://schemas.microsoft.com/office/drawing/2014/main" id="{61330389-F0D4-490F-8F09-9F0C05A08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374"/>
                <a:ext cx="12" cy="20"/>
              </a:xfrm>
              <a:custGeom>
                <a:avLst/>
                <a:gdLst>
                  <a:gd name="T0" fmla="*/ 70 w 5"/>
                  <a:gd name="T1" fmla="*/ 0 h 8"/>
                  <a:gd name="T2" fmla="*/ 29 w 5"/>
                  <a:gd name="T3" fmla="*/ 83 h 8"/>
                  <a:gd name="T4" fmla="*/ 58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3" y="0"/>
                      <a:pt x="0" y="3"/>
                      <a:pt x="2" y="5"/>
                    </a:cubicBezTo>
                    <a:cubicBezTo>
                      <a:pt x="4" y="8"/>
                      <a:pt x="5" y="1"/>
                      <a:pt x="4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5" name="Freeform 892">
                <a:extLst>
                  <a:ext uri="{FF2B5EF4-FFF2-40B4-BE49-F238E27FC236}">
                    <a16:creationId xmlns:a16="http://schemas.microsoft.com/office/drawing/2014/main" id="{B8998982-A419-4B0E-AA3B-7869E85DD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346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41 w 5"/>
                  <a:gd name="T3" fmla="*/ 68 h 5"/>
                  <a:gd name="T4" fmla="*/ 41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1" y="1"/>
                      <a:pt x="0" y="5"/>
                      <a:pt x="3" y="4"/>
                    </a:cubicBezTo>
                    <a:cubicBezTo>
                      <a:pt x="5" y="4"/>
                      <a:pt x="4" y="1"/>
                      <a:pt x="3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6" name="Freeform 893">
                <a:extLst>
                  <a:ext uri="{FF2B5EF4-FFF2-40B4-BE49-F238E27FC236}">
                    <a16:creationId xmlns:a16="http://schemas.microsoft.com/office/drawing/2014/main" id="{5B465275-351A-4290-8D2D-D5A2765E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384"/>
                <a:ext cx="10" cy="15"/>
              </a:xfrm>
              <a:custGeom>
                <a:avLst/>
                <a:gdLst>
                  <a:gd name="T0" fmla="*/ 50 w 4"/>
                  <a:gd name="T1" fmla="*/ 0 h 6"/>
                  <a:gd name="T2" fmla="*/ 33 w 4"/>
                  <a:gd name="T3" fmla="*/ 95 h 6"/>
                  <a:gd name="T4" fmla="*/ 50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2" y="2"/>
                      <a:pt x="0" y="4"/>
                      <a:pt x="2" y="6"/>
                    </a:cubicBezTo>
                    <a:cubicBezTo>
                      <a:pt x="4" y="5"/>
                      <a:pt x="4" y="2"/>
                      <a:pt x="3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7" name="Freeform 894">
                <a:extLst>
                  <a:ext uri="{FF2B5EF4-FFF2-40B4-BE49-F238E27FC236}">
                    <a16:creationId xmlns:a16="http://schemas.microsoft.com/office/drawing/2014/main" id="{321A2362-29F7-4560-9843-D7C335DE8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394"/>
                <a:ext cx="8" cy="15"/>
              </a:xfrm>
              <a:custGeom>
                <a:avLst/>
                <a:gdLst>
                  <a:gd name="T0" fmla="*/ 56 w 3"/>
                  <a:gd name="T1" fmla="*/ 20 h 6"/>
                  <a:gd name="T2" fmla="*/ 21 w 3"/>
                  <a:gd name="T3" fmla="*/ 95 h 6"/>
                  <a:gd name="T4" fmla="*/ 56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1" y="1"/>
                      <a:pt x="0" y="4"/>
                      <a:pt x="1" y="6"/>
                    </a:cubicBezTo>
                    <a:cubicBezTo>
                      <a:pt x="3" y="5"/>
                      <a:pt x="3" y="2"/>
                      <a:pt x="3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8" name="Freeform 895">
                <a:extLst>
                  <a:ext uri="{FF2B5EF4-FFF2-40B4-BE49-F238E27FC236}">
                    <a16:creationId xmlns:a16="http://schemas.microsoft.com/office/drawing/2014/main" id="{80F70F9B-506C-497C-AABC-170576A94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396"/>
                <a:ext cx="15" cy="13"/>
              </a:xfrm>
              <a:custGeom>
                <a:avLst/>
                <a:gdLst>
                  <a:gd name="T0" fmla="*/ 83 w 6"/>
                  <a:gd name="T1" fmla="*/ 0 h 5"/>
                  <a:gd name="T2" fmla="*/ 83 w 6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0" y="0"/>
                      <a:pt x="6" y="5"/>
                      <a:pt x="5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9" name="Freeform 896">
                <a:extLst>
                  <a:ext uri="{FF2B5EF4-FFF2-40B4-BE49-F238E27FC236}">
                    <a16:creationId xmlns:a16="http://schemas.microsoft.com/office/drawing/2014/main" id="{8701EA1E-B3F5-4DDE-BAEE-5640A0305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436"/>
                <a:ext cx="7" cy="13"/>
              </a:xfrm>
              <a:custGeom>
                <a:avLst/>
                <a:gdLst>
                  <a:gd name="T0" fmla="*/ 28 w 3"/>
                  <a:gd name="T1" fmla="*/ 0 h 5"/>
                  <a:gd name="T2" fmla="*/ 37 w 3"/>
                  <a:gd name="T3" fmla="*/ 88 h 5"/>
                  <a:gd name="T4" fmla="*/ 28 w 3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1" y="2"/>
                      <a:pt x="0" y="5"/>
                      <a:pt x="3" y="5"/>
                    </a:cubicBezTo>
                    <a:cubicBezTo>
                      <a:pt x="3" y="4"/>
                      <a:pt x="3" y="2"/>
                      <a:pt x="2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0" name="Freeform 897">
                <a:extLst>
                  <a:ext uri="{FF2B5EF4-FFF2-40B4-BE49-F238E27FC236}">
                    <a16:creationId xmlns:a16="http://schemas.microsoft.com/office/drawing/2014/main" id="{50A52DE4-537B-451E-A42D-0DA5EECCF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419"/>
                <a:ext cx="7" cy="10"/>
              </a:xfrm>
              <a:custGeom>
                <a:avLst/>
                <a:gdLst>
                  <a:gd name="T0" fmla="*/ 37 w 3"/>
                  <a:gd name="T1" fmla="*/ 0 h 4"/>
                  <a:gd name="T2" fmla="*/ 12 w 3"/>
                  <a:gd name="T3" fmla="*/ 63 h 4"/>
                  <a:gd name="T4" fmla="*/ 37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3" y="4"/>
                      <a:pt x="3" y="2"/>
                      <a:pt x="3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1" name="Freeform 898">
                <a:extLst>
                  <a:ext uri="{FF2B5EF4-FFF2-40B4-BE49-F238E27FC236}">
                    <a16:creationId xmlns:a16="http://schemas.microsoft.com/office/drawing/2014/main" id="{AAE81D2B-495F-47FC-813F-0DA214EA5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501"/>
                <a:ext cx="20" cy="10"/>
              </a:xfrm>
              <a:custGeom>
                <a:avLst/>
                <a:gdLst>
                  <a:gd name="T0" fmla="*/ 95 w 8"/>
                  <a:gd name="T1" fmla="*/ 20 h 4"/>
                  <a:gd name="T2" fmla="*/ 50 w 8"/>
                  <a:gd name="T3" fmla="*/ 63 h 4"/>
                  <a:gd name="T4" fmla="*/ 83 w 8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6" y="1"/>
                    </a:moveTo>
                    <a:cubicBezTo>
                      <a:pt x="4" y="0"/>
                      <a:pt x="0" y="3"/>
                      <a:pt x="3" y="4"/>
                    </a:cubicBezTo>
                    <a:cubicBezTo>
                      <a:pt x="5" y="4"/>
                      <a:pt x="8" y="1"/>
                      <a:pt x="5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2" name="Freeform 899">
                <a:extLst>
                  <a:ext uri="{FF2B5EF4-FFF2-40B4-BE49-F238E27FC236}">
                    <a16:creationId xmlns:a16="http://schemas.microsoft.com/office/drawing/2014/main" id="{8EDC149D-E330-4064-9D3B-065476DBD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526"/>
                <a:ext cx="12" cy="13"/>
              </a:xfrm>
              <a:custGeom>
                <a:avLst/>
                <a:gdLst>
                  <a:gd name="T0" fmla="*/ 58 w 5"/>
                  <a:gd name="T1" fmla="*/ 21 h 5"/>
                  <a:gd name="T2" fmla="*/ 41 w 5"/>
                  <a:gd name="T3" fmla="*/ 68 h 5"/>
                  <a:gd name="T4" fmla="*/ 41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3" y="2"/>
                      <a:pt x="0" y="5"/>
                      <a:pt x="3" y="4"/>
                    </a:cubicBezTo>
                    <a:cubicBezTo>
                      <a:pt x="5" y="4"/>
                      <a:pt x="5" y="1"/>
                      <a:pt x="3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3" name="Freeform 900">
                <a:extLst>
                  <a:ext uri="{FF2B5EF4-FFF2-40B4-BE49-F238E27FC236}">
                    <a16:creationId xmlns:a16="http://schemas.microsoft.com/office/drawing/2014/main" id="{D838F6A6-8544-436F-8DCD-36BB0ADDE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519"/>
                <a:ext cx="15" cy="12"/>
              </a:xfrm>
              <a:custGeom>
                <a:avLst/>
                <a:gdLst>
                  <a:gd name="T0" fmla="*/ 83 w 6"/>
                  <a:gd name="T1" fmla="*/ 0 h 5"/>
                  <a:gd name="T2" fmla="*/ 0 w 6"/>
                  <a:gd name="T3" fmla="*/ 29 h 5"/>
                  <a:gd name="T4" fmla="*/ 63 w 6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4" y="0"/>
                      <a:pt x="0" y="0"/>
                      <a:pt x="0" y="2"/>
                    </a:cubicBezTo>
                    <a:cubicBezTo>
                      <a:pt x="1" y="5"/>
                      <a:pt x="6" y="3"/>
                      <a:pt x="4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4" name="Freeform 901">
                <a:extLst>
                  <a:ext uri="{FF2B5EF4-FFF2-40B4-BE49-F238E27FC236}">
                    <a16:creationId xmlns:a16="http://schemas.microsoft.com/office/drawing/2014/main" id="{5464CDDF-3E1A-453B-8FEA-CC16A0538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496"/>
                <a:ext cx="15" cy="15"/>
              </a:xfrm>
              <a:custGeom>
                <a:avLst/>
                <a:gdLst>
                  <a:gd name="T0" fmla="*/ 83 w 6"/>
                  <a:gd name="T1" fmla="*/ 0 h 6"/>
                  <a:gd name="T2" fmla="*/ 95 w 6"/>
                  <a:gd name="T3" fmla="*/ 0 h 6"/>
                  <a:gd name="T4" fmla="*/ 83 w 6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0" y="0"/>
                      <a:pt x="6" y="6"/>
                      <a:pt x="6" y="0"/>
                    </a:cubicBezTo>
                    <a:cubicBezTo>
                      <a:pt x="5" y="0"/>
                      <a:pt x="5" y="1"/>
                      <a:pt x="5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5" name="Freeform 902">
                <a:extLst>
                  <a:ext uri="{FF2B5EF4-FFF2-40B4-BE49-F238E27FC236}">
                    <a16:creationId xmlns:a16="http://schemas.microsoft.com/office/drawing/2014/main" id="{AA280B70-3C59-44E9-885A-FBC11D0C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504"/>
                <a:ext cx="10" cy="15"/>
              </a:xfrm>
              <a:custGeom>
                <a:avLst/>
                <a:gdLst>
                  <a:gd name="T0" fmla="*/ 33 w 4"/>
                  <a:gd name="T1" fmla="*/ 50 h 6"/>
                  <a:gd name="T2" fmla="*/ 0 w 4"/>
                  <a:gd name="T3" fmla="*/ 95 h 6"/>
                  <a:gd name="T4" fmla="*/ 33 w 4"/>
                  <a:gd name="T5" fmla="*/ 5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4" y="6"/>
                      <a:pt x="4" y="0"/>
                      <a:pt x="2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6" name="Freeform 903">
                <a:extLst>
                  <a:ext uri="{FF2B5EF4-FFF2-40B4-BE49-F238E27FC236}">
                    <a16:creationId xmlns:a16="http://schemas.microsoft.com/office/drawing/2014/main" id="{F5483814-6F3B-4CEB-9BBC-1B04E6111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541"/>
                <a:ext cx="13" cy="23"/>
              </a:xfrm>
              <a:custGeom>
                <a:avLst/>
                <a:gdLst>
                  <a:gd name="T0" fmla="*/ 68 w 5"/>
                  <a:gd name="T1" fmla="*/ 33 h 9"/>
                  <a:gd name="T2" fmla="*/ 88 w 5"/>
                  <a:gd name="T3" fmla="*/ 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4" y="2"/>
                    </a:moveTo>
                    <a:cubicBezTo>
                      <a:pt x="0" y="0"/>
                      <a:pt x="1" y="9"/>
                      <a:pt x="5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7" name="Freeform 904">
                <a:extLst>
                  <a:ext uri="{FF2B5EF4-FFF2-40B4-BE49-F238E27FC236}">
                    <a16:creationId xmlns:a16="http://schemas.microsoft.com/office/drawing/2014/main" id="{B6C99C61-0202-40A7-A622-9D368B6F8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546"/>
                <a:ext cx="12" cy="18"/>
              </a:xfrm>
              <a:custGeom>
                <a:avLst/>
                <a:gdLst>
                  <a:gd name="T0" fmla="*/ 70 w 5"/>
                  <a:gd name="T1" fmla="*/ 21 h 7"/>
                  <a:gd name="T2" fmla="*/ 12 w 5"/>
                  <a:gd name="T3" fmla="*/ 67 h 7"/>
                  <a:gd name="T4" fmla="*/ 58 w 5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1"/>
                    </a:moveTo>
                    <a:cubicBezTo>
                      <a:pt x="3" y="0"/>
                      <a:pt x="0" y="2"/>
                      <a:pt x="1" y="4"/>
                    </a:cubicBezTo>
                    <a:cubicBezTo>
                      <a:pt x="2" y="7"/>
                      <a:pt x="5" y="4"/>
                      <a:pt x="4" y="2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8" name="Freeform 905">
                <a:extLst>
                  <a:ext uri="{FF2B5EF4-FFF2-40B4-BE49-F238E27FC236}">
                    <a16:creationId xmlns:a16="http://schemas.microsoft.com/office/drawing/2014/main" id="{1BE9A39B-9FDC-4BF8-8BBE-7D924C7FA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564"/>
                <a:ext cx="10" cy="12"/>
              </a:xfrm>
              <a:custGeom>
                <a:avLst/>
                <a:gdLst>
                  <a:gd name="T0" fmla="*/ 63 w 4"/>
                  <a:gd name="T1" fmla="*/ 12 h 5"/>
                  <a:gd name="T2" fmla="*/ 20 w 4"/>
                  <a:gd name="T3" fmla="*/ 58 h 5"/>
                  <a:gd name="T4" fmla="*/ 63 w 4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3" y="0"/>
                      <a:pt x="0" y="2"/>
                      <a:pt x="1" y="4"/>
                    </a:cubicBezTo>
                    <a:cubicBezTo>
                      <a:pt x="3" y="5"/>
                      <a:pt x="4" y="2"/>
                      <a:pt x="4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9" name="Freeform 906">
                <a:extLst>
                  <a:ext uri="{FF2B5EF4-FFF2-40B4-BE49-F238E27FC236}">
                    <a16:creationId xmlns:a16="http://schemas.microsoft.com/office/drawing/2014/main" id="{B2C50979-4F55-4097-9496-F1916C0A0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591"/>
                <a:ext cx="12" cy="10"/>
              </a:xfrm>
              <a:custGeom>
                <a:avLst/>
                <a:gdLst>
                  <a:gd name="T0" fmla="*/ 41 w 5"/>
                  <a:gd name="T1" fmla="*/ 0 h 4"/>
                  <a:gd name="T2" fmla="*/ 0 w 5"/>
                  <a:gd name="T3" fmla="*/ 33 h 4"/>
                  <a:gd name="T4" fmla="*/ 70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2" y="4"/>
                      <a:pt x="5" y="3"/>
                      <a:pt x="5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0" name="Freeform 907">
                <a:extLst>
                  <a:ext uri="{FF2B5EF4-FFF2-40B4-BE49-F238E27FC236}">
                    <a16:creationId xmlns:a16="http://schemas.microsoft.com/office/drawing/2014/main" id="{4A6295C5-A095-4806-A48F-DEBAF43E6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566"/>
                <a:ext cx="10" cy="15"/>
              </a:xfrm>
              <a:custGeom>
                <a:avLst/>
                <a:gdLst>
                  <a:gd name="T0" fmla="*/ 63 w 4"/>
                  <a:gd name="T1" fmla="*/ 0 h 6"/>
                  <a:gd name="T2" fmla="*/ 20 w 4"/>
                  <a:gd name="T3" fmla="*/ 63 h 6"/>
                  <a:gd name="T4" fmla="*/ 63 w 4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1"/>
                      <a:pt x="0" y="2"/>
                      <a:pt x="1" y="4"/>
                    </a:cubicBezTo>
                    <a:cubicBezTo>
                      <a:pt x="2" y="6"/>
                      <a:pt x="4" y="3"/>
                      <a:pt x="4" y="2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1" name="Freeform 908">
                <a:extLst>
                  <a:ext uri="{FF2B5EF4-FFF2-40B4-BE49-F238E27FC236}">
                    <a16:creationId xmlns:a16="http://schemas.microsoft.com/office/drawing/2014/main" id="{AB3EEEAE-0553-45AC-B4FA-F703C69A8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544"/>
                <a:ext cx="5" cy="2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8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2" name="Freeform 909">
                <a:extLst>
                  <a:ext uri="{FF2B5EF4-FFF2-40B4-BE49-F238E27FC236}">
                    <a16:creationId xmlns:a16="http://schemas.microsoft.com/office/drawing/2014/main" id="{FA420BCB-61EB-4BE8-9CB4-DBA22AD2E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559"/>
                <a:ext cx="15" cy="17"/>
              </a:xfrm>
              <a:custGeom>
                <a:avLst/>
                <a:gdLst>
                  <a:gd name="T0" fmla="*/ 20 w 6"/>
                  <a:gd name="T1" fmla="*/ 29 h 7"/>
                  <a:gd name="T2" fmla="*/ 63 w 6"/>
                  <a:gd name="T3" fmla="*/ 58 h 7"/>
                  <a:gd name="T4" fmla="*/ 33 w 6"/>
                  <a:gd name="T5" fmla="*/ 1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2"/>
                    </a:moveTo>
                    <a:cubicBezTo>
                      <a:pt x="0" y="5"/>
                      <a:pt x="2" y="7"/>
                      <a:pt x="4" y="4"/>
                    </a:cubicBezTo>
                    <a:cubicBezTo>
                      <a:pt x="6" y="2"/>
                      <a:pt x="4" y="0"/>
                      <a:pt x="2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3" name="Freeform 910">
                <a:extLst>
                  <a:ext uri="{FF2B5EF4-FFF2-40B4-BE49-F238E27FC236}">
                    <a16:creationId xmlns:a16="http://schemas.microsoft.com/office/drawing/2014/main" id="{BBFE7FF7-BE43-4EF2-97DD-306BE76CA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516"/>
                <a:ext cx="10" cy="20"/>
              </a:xfrm>
              <a:custGeom>
                <a:avLst/>
                <a:gdLst>
                  <a:gd name="T0" fmla="*/ 0 w 4"/>
                  <a:gd name="T1" fmla="*/ 63 h 8"/>
                  <a:gd name="T2" fmla="*/ 0 w 4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cubicBezTo>
                      <a:pt x="3" y="8"/>
                      <a:pt x="4" y="0"/>
                      <a:pt x="0" y="2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4" name="Freeform 911">
                <a:extLst>
                  <a:ext uri="{FF2B5EF4-FFF2-40B4-BE49-F238E27FC236}">
                    <a16:creationId xmlns:a16="http://schemas.microsoft.com/office/drawing/2014/main" id="{2C94F650-A005-449A-83C4-97E05B82F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53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55 h 5"/>
                  <a:gd name="T4" fmla="*/ 20 w 4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3"/>
                      <a:pt x="2" y="5"/>
                      <a:pt x="3" y="3"/>
                    </a:cubicBezTo>
                    <a:cubicBezTo>
                      <a:pt x="4" y="1"/>
                      <a:pt x="2" y="0"/>
                      <a:pt x="1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5" name="Freeform 912">
                <a:extLst>
                  <a:ext uri="{FF2B5EF4-FFF2-40B4-BE49-F238E27FC236}">
                    <a16:creationId xmlns:a16="http://schemas.microsoft.com/office/drawing/2014/main" id="{5702F9EF-A5AB-4DFD-AA26-2C668B01A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2546"/>
                <a:ext cx="12" cy="8"/>
              </a:xfrm>
              <a:custGeom>
                <a:avLst/>
                <a:gdLst>
                  <a:gd name="T0" fmla="*/ 0 w 5"/>
                  <a:gd name="T1" fmla="*/ 21 h 3"/>
                  <a:gd name="T2" fmla="*/ 58 w 5"/>
                  <a:gd name="T3" fmla="*/ 35 h 3"/>
                  <a:gd name="T4" fmla="*/ 12 w 5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1" y="2"/>
                      <a:pt x="3" y="3"/>
                      <a:pt x="4" y="2"/>
                    </a:cubicBezTo>
                    <a:cubicBezTo>
                      <a:pt x="5" y="0"/>
                      <a:pt x="2" y="0"/>
                      <a:pt x="1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6" name="Freeform 913">
                <a:extLst>
                  <a:ext uri="{FF2B5EF4-FFF2-40B4-BE49-F238E27FC236}">
                    <a16:creationId xmlns:a16="http://schemas.microsoft.com/office/drawing/2014/main" id="{CDD51528-16C7-4CBA-97B7-B4C466566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569"/>
                <a:ext cx="15" cy="10"/>
              </a:xfrm>
              <a:custGeom>
                <a:avLst/>
                <a:gdLst>
                  <a:gd name="T0" fmla="*/ 20 w 6"/>
                  <a:gd name="T1" fmla="*/ 20 h 4"/>
                  <a:gd name="T2" fmla="*/ 0 w 6"/>
                  <a:gd name="T3" fmla="*/ 20 h 4"/>
                  <a:gd name="T4" fmla="*/ 63 w 6"/>
                  <a:gd name="T5" fmla="*/ 50 h 4"/>
                  <a:gd name="T6" fmla="*/ 33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0" y="2"/>
                      <a:pt x="2" y="4"/>
                      <a:pt x="4" y="3"/>
                    </a:cubicBezTo>
                    <a:cubicBezTo>
                      <a:pt x="6" y="1"/>
                      <a:pt x="3" y="0"/>
                      <a:pt x="2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7" name="Freeform 914">
                <a:extLst>
                  <a:ext uri="{FF2B5EF4-FFF2-40B4-BE49-F238E27FC236}">
                    <a16:creationId xmlns:a16="http://schemas.microsoft.com/office/drawing/2014/main" id="{00DDE5BE-5323-4373-922A-17E3166E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571"/>
                <a:ext cx="10" cy="10"/>
              </a:xfrm>
              <a:custGeom>
                <a:avLst/>
                <a:gdLst>
                  <a:gd name="T0" fmla="*/ 0 w 4"/>
                  <a:gd name="T1" fmla="*/ 20 h 4"/>
                  <a:gd name="T2" fmla="*/ 50 w 4"/>
                  <a:gd name="T3" fmla="*/ 50 h 4"/>
                  <a:gd name="T4" fmla="*/ 0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3"/>
                      <a:pt x="2" y="4"/>
                      <a:pt x="3" y="3"/>
                    </a:cubicBezTo>
                    <a:cubicBezTo>
                      <a:pt x="4" y="0"/>
                      <a:pt x="1" y="0"/>
                      <a:pt x="0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8" name="Freeform 915">
                <a:extLst>
                  <a:ext uri="{FF2B5EF4-FFF2-40B4-BE49-F238E27FC236}">
                    <a16:creationId xmlns:a16="http://schemas.microsoft.com/office/drawing/2014/main" id="{0C7FA404-7977-49D4-B6B0-59A7714ED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599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50 h 4"/>
                  <a:gd name="T4" fmla="*/ 0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0" y="2"/>
                      <a:pt x="2" y="4"/>
                      <a:pt x="3" y="3"/>
                    </a:cubicBezTo>
                    <a:cubicBezTo>
                      <a:pt x="4" y="1"/>
                      <a:pt x="1" y="0"/>
                      <a:pt x="0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9" name="Freeform 916">
                <a:extLst>
                  <a:ext uri="{FF2B5EF4-FFF2-40B4-BE49-F238E27FC236}">
                    <a16:creationId xmlns:a16="http://schemas.microsoft.com/office/drawing/2014/main" id="{42A31242-2DD9-4816-AA13-FDBEB8EAC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616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56 w 3"/>
                  <a:gd name="T3" fmla="*/ 21 h 3"/>
                  <a:gd name="T4" fmla="*/ 0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3" y="3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0" name="Freeform 917">
                <a:extLst>
                  <a:ext uri="{FF2B5EF4-FFF2-40B4-BE49-F238E27FC236}">
                    <a16:creationId xmlns:a16="http://schemas.microsoft.com/office/drawing/2014/main" id="{C866AB3A-EAFF-4CD8-9FD0-24F4847F2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411"/>
                <a:ext cx="15" cy="25"/>
              </a:xfrm>
              <a:custGeom>
                <a:avLst/>
                <a:gdLst>
                  <a:gd name="T0" fmla="*/ 0 w 6"/>
                  <a:gd name="T1" fmla="*/ 20 h 10"/>
                  <a:gd name="T2" fmla="*/ 20 w 6"/>
                  <a:gd name="T3" fmla="*/ 0 h 10"/>
                  <a:gd name="T4" fmla="*/ 20 w 6"/>
                  <a:gd name="T5" fmla="*/ 5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0" y="1"/>
                    </a:moveTo>
                    <a:cubicBezTo>
                      <a:pt x="1" y="10"/>
                      <a:pt x="6" y="2"/>
                      <a:pt x="1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1" name="Freeform 918">
                <a:extLst>
                  <a:ext uri="{FF2B5EF4-FFF2-40B4-BE49-F238E27FC236}">
                    <a16:creationId xmlns:a16="http://schemas.microsoft.com/office/drawing/2014/main" id="{9A70436D-D3B9-41DB-9CDC-8B56BA99C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464"/>
                <a:ext cx="10" cy="15"/>
              </a:xfrm>
              <a:custGeom>
                <a:avLst/>
                <a:gdLst>
                  <a:gd name="T0" fmla="*/ 33 w 4"/>
                  <a:gd name="T1" fmla="*/ 20 h 6"/>
                  <a:gd name="T2" fmla="*/ 63 w 4"/>
                  <a:gd name="T3" fmla="*/ 95 h 6"/>
                  <a:gd name="T4" fmla="*/ 50 w 4"/>
                  <a:gd name="T5" fmla="*/ 0 h 6"/>
                  <a:gd name="T6" fmla="*/ 33 w 4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1"/>
                    </a:moveTo>
                    <a:cubicBezTo>
                      <a:pt x="0" y="1"/>
                      <a:pt x="1" y="6"/>
                      <a:pt x="4" y="6"/>
                    </a:cubicBezTo>
                    <a:cubicBezTo>
                      <a:pt x="4" y="4"/>
                      <a:pt x="4" y="2"/>
                      <a:pt x="3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2" name="Freeform 919">
                <a:extLst>
                  <a:ext uri="{FF2B5EF4-FFF2-40B4-BE49-F238E27FC236}">
                    <a16:creationId xmlns:a16="http://schemas.microsoft.com/office/drawing/2014/main" id="{BE8DC583-F477-4324-9F77-27C0B1707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484"/>
                <a:ext cx="25" cy="15"/>
              </a:xfrm>
              <a:custGeom>
                <a:avLst/>
                <a:gdLst>
                  <a:gd name="T0" fmla="*/ 63 w 10"/>
                  <a:gd name="T1" fmla="*/ 0 h 6"/>
                  <a:gd name="T2" fmla="*/ 83 w 10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4" y="0"/>
                    </a:moveTo>
                    <a:cubicBezTo>
                      <a:pt x="0" y="6"/>
                      <a:pt x="10" y="6"/>
                      <a:pt x="5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3" name="Freeform 920">
                <a:extLst>
                  <a:ext uri="{FF2B5EF4-FFF2-40B4-BE49-F238E27FC236}">
                    <a16:creationId xmlns:a16="http://schemas.microsoft.com/office/drawing/2014/main" id="{6F5F55E8-38C6-4971-89CF-293A98068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519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41 w 5"/>
                  <a:gd name="T3" fmla="*/ 50 h 4"/>
                  <a:gd name="T4" fmla="*/ 29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1"/>
                      <a:pt x="1" y="4"/>
                      <a:pt x="3" y="3"/>
                    </a:cubicBezTo>
                    <a:cubicBezTo>
                      <a:pt x="5" y="3"/>
                      <a:pt x="3" y="1"/>
                      <a:pt x="2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4" name="Freeform 921">
                <a:extLst>
                  <a:ext uri="{FF2B5EF4-FFF2-40B4-BE49-F238E27FC236}">
                    <a16:creationId xmlns:a16="http://schemas.microsoft.com/office/drawing/2014/main" id="{781143EC-0C7D-4A89-9BC1-34CD29C14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521"/>
                <a:ext cx="20" cy="18"/>
              </a:xfrm>
              <a:custGeom>
                <a:avLst/>
                <a:gdLst>
                  <a:gd name="T0" fmla="*/ 20 w 8"/>
                  <a:gd name="T1" fmla="*/ 0 h 7"/>
                  <a:gd name="T2" fmla="*/ 33 w 8"/>
                  <a:gd name="T3" fmla="*/ 0 h 7"/>
                  <a:gd name="T4" fmla="*/ 33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cubicBezTo>
                      <a:pt x="0" y="7"/>
                      <a:pt x="8" y="3"/>
                      <a:pt x="2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5" name="Freeform 922">
                <a:extLst>
                  <a:ext uri="{FF2B5EF4-FFF2-40B4-BE49-F238E27FC236}">
                    <a16:creationId xmlns:a16="http://schemas.microsoft.com/office/drawing/2014/main" id="{7E82CA03-A096-44A5-9C84-0286692B7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511"/>
                <a:ext cx="15" cy="18"/>
              </a:xfrm>
              <a:custGeom>
                <a:avLst/>
                <a:gdLst>
                  <a:gd name="T0" fmla="*/ 0 w 6"/>
                  <a:gd name="T1" fmla="*/ 0 h 7"/>
                  <a:gd name="T2" fmla="*/ 20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0" y="7"/>
                      <a:pt x="6" y="0"/>
                      <a:pt x="1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6" name="Freeform 923">
                <a:extLst>
                  <a:ext uri="{FF2B5EF4-FFF2-40B4-BE49-F238E27FC236}">
                    <a16:creationId xmlns:a16="http://schemas.microsoft.com/office/drawing/2014/main" id="{EDBF0269-A0CE-4FA7-81EB-337E61C22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489"/>
                <a:ext cx="15" cy="15"/>
              </a:xfrm>
              <a:custGeom>
                <a:avLst/>
                <a:gdLst>
                  <a:gd name="T0" fmla="*/ 0 w 6"/>
                  <a:gd name="T1" fmla="*/ 0 h 6"/>
                  <a:gd name="T2" fmla="*/ 20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0" y="6"/>
                      <a:pt x="6" y="0"/>
                      <a:pt x="1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7" name="Freeform 924">
                <a:extLst>
                  <a:ext uri="{FF2B5EF4-FFF2-40B4-BE49-F238E27FC236}">
                    <a16:creationId xmlns:a16="http://schemas.microsoft.com/office/drawing/2014/main" id="{BF2301D1-22B8-49CB-9039-5CD4AE009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454"/>
                <a:ext cx="10" cy="10"/>
              </a:xfrm>
              <a:custGeom>
                <a:avLst/>
                <a:gdLst>
                  <a:gd name="T0" fmla="*/ 0 w 4"/>
                  <a:gd name="T1" fmla="*/ 20 h 4"/>
                  <a:gd name="T2" fmla="*/ 50 w 4"/>
                  <a:gd name="T3" fmla="*/ 50 h 4"/>
                  <a:gd name="T4" fmla="*/ 2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1" y="4"/>
                      <a:pt x="3" y="3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8" name="Freeform 925">
                <a:extLst>
                  <a:ext uri="{FF2B5EF4-FFF2-40B4-BE49-F238E27FC236}">
                    <a16:creationId xmlns:a16="http://schemas.microsoft.com/office/drawing/2014/main" id="{0F5842E4-4939-4BAD-8F03-09FB4B6DF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419"/>
                <a:ext cx="2" cy="7"/>
              </a:xfrm>
              <a:custGeom>
                <a:avLst/>
                <a:gdLst>
                  <a:gd name="T0" fmla="*/ 0 w 1"/>
                  <a:gd name="T1" fmla="*/ 12 h 3"/>
                  <a:gd name="T2" fmla="*/ 8 w 1"/>
                  <a:gd name="T3" fmla="*/ 37 h 3"/>
                  <a:gd name="T4" fmla="*/ 8 w 1"/>
                  <a:gd name="T5" fmla="*/ 12 h 3"/>
                  <a:gd name="T6" fmla="*/ 0 w 1"/>
                  <a:gd name="T7" fmla="*/ 1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9" name="Freeform 926">
                <a:extLst>
                  <a:ext uri="{FF2B5EF4-FFF2-40B4-BE49-F238E27FC236}">
                    <a16:creationId xmlns:a16="http://schemas.microsoft.com/office/drawing/2014/main" id="{98BA47C9-656B-4C03-B701-4B546BBD1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376"/>
                <a:ext cx="7" cy="13"/>
              </a:xfrm>
              <a:custGeom>
                <a:avLst/>
                <a:gdLst>
                  <a:gd name="T0" fmla="*/ 12 w 3"/>
                  <a:gd name="T1" fmla="*/ 34 h 5"/>
                  <a:gd name="T2" fmla="*/ 12 w 3"/>
                  <a:gd name="T3" fmla="*/ 88 h 5"/>
                  <a:gd name="T4" fmla="*/ 0 w 3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3" y="4"/>
                      <a:pt x="2" y="0"/>
                      <a:pt x="0" y="2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0" name="Freeform 927">
                <a:extLst>
                  <a:ext uri="{FF2B5EF4-FFF2-40B4-BE49-F238E27FC236}">
                    <a16:creationId xmlns:a16="http://schemas.microsoft.com/office/drawing/2014/main" id="{4B6357FB-6FBD-451B-B5C8-2EAB298BF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2349"/>
                <a:ext cx="15" cy="20"/>
              </a:xfrm>
              <a:custGeom>
                <a:avLst/>
                <a:gdLst>
                  <a:gd name="T0" fmla="*/ 20 w 6"/>
                  <a:gd name="T1" fmla="*/ 33 h 8"/>
                  <a:gd name="T2" fmla="*/ 50 w 6"/>
                  <a:gd name="T3" fmla="*/ 95 h 8"/>
                  <a:gd name="T4" fmla="*/ 0 w 6"/>
                  <a:gd name="T5" fmla="*/ 3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2"/>
                    </a:moveTo>
                    <a:cubicBezTo>
                      <a:pt x="0" y="4"/>
                      <a:pt x="1" y="8"/>
                      <a:pt x="3" y="6"/>
                    </a:cubicBezTo>
                    <a:cubicBezTo>
                      <a:pt x="6" y="4"/>
                      <a:pt x="2" y="0"/>
                      <a:pt x="0" y="2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1" name="Freeform 928">
                <a:extLst>
                  <a:ext uri="{FF2B5EF4-FFF2-40B4-BE49-F238E27FC236}">
                    <a16:creationId xmlns:a16="http://schemas.microsoft.com/office/drawing/2014/main" id="{F304A5CC-4A3B-492A-AD8B-9BE04B1B4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389"/>
                <a:ext cx="13" cy="15"/>
              </a:xfrm>
              <a:custGeom>
                <a:avLst/>
                <a:gdLst>
                  <a:gd name="T0" fmla="*/ 0 w 5"/>
                  <a:gd name="T1" fmla="*/ 0 h 6"/>
                  <a:gd name="T2" fmla="*/ 55 w 5"/>
                  <a:gd name="T3" fmla="*/ 83 h 6"/>
                  <a:gd name="T4" fmla="*/ 21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1"/>
                      <a:pt x="1" y="6"/>
                      <a:pt x="3" y="5"/>
                    </a:cubicBezTo>
                    <a:cubicBezTo>
                      <a:pt x="5" y="4"/>
                      <a:pt x="3" y="0"/>
                      <a:pt x="1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2" name="Freeform 929">
                <a:extLst>
                  <a:ext uri="{FF2B5EF4-FFF2-40B4-BE49-F238E27FC236}">
                    <a16:creationId xmlns:a16="http://schemas.microsoft.com/office/drawing/2014/main" id="{302283B6-E625-44D6-A97E-61B5E9313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424"/>
                <a:ext cx="10" cy="15"/>
              </a:xfrm>
              <a:custGeom>
                <a:avLst/>
                <a:gdLst>
                  <a:gd name="T0" fmla="*/ 0 w 4"/>
                  <a:gd name="T1" fmla="*/ 20 h 6"/>
                  <a:gd name="T2" fmla="*/ 33 w 4"/>
                  <a:gd name="T3" fmla="*/ 63 h 6"/>
                  <a:gd name="T4" fmla="*/ 0 w 4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1"/>
                    </a:moveTo>
                    <a:cubicBezTo>
                      <a:pt x="0" y="2"/>
                      <a:pt x="1" y="6"/>
                      <a:pt x="2" y="4"/>
                    </a:cubicBezTo>
                    <a:cubicBezTo>
                      <a:pt x="4" y="3"/>
                      <a:pt x="1" y="0"/>
                      <a:pt x="0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3" name="Freeform 930">
                <a:extLst>
                  <a:ext uri="{FF2B5EF4-FFF2-40B4-BE49-F238E27FC236}">
                    <a16:creationId xmlns:a16="http://schemas.microsoft.com/office/drawing/2014/main" id="{F699CDEF-67A3-44D3-BB59-626B9A3A2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441"/>
                <a:ext cx="15" cy="20"/>
              </a:xfrm>
              <a:custGeom>
                <a:avLst/>
                <a:gdLst>
                  <a:gd name="T0" fmla="*/ 0 w 6"/>
                  <a:gd name="T1" fmla="*/ 33 h 8"/>
                  <a:gd name="T2" fmla="*/ 20 w 6"/>
                  <a:gd name="T3" fmla="*/ 2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2"/>
                    </a:moveTo>
                    <a:cubicBezTo>
                      <a:pt x="1" y="8"/>
                      <a:pt x="6" y="0"/>
                      <a:pt x="1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4" name="Freeform 931">
                <a:extLst>
                  <a:ext uri="{FF2B5EF4-FFF2-40B4-BE49-F238E27FC236}">
                    <a16:creationId xmlns:a16="http://schemas.microsoft.com/office/drawing/2014/main" id="{48C19E40-ABD9-4AD2-B5C3-BE910FBCB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469"/>
                <a:ext cx="13" cy="12"/>
              </a:xfrm>
              <a:custGeom>
                <a:avLst/>
                <a:gdLst>
                  <a:gd name="T0" fmla="*/ 34 w 5"/>
                  <a:gd name="T1" fmla="*/ 0 h 5"/>
                  <a:gd name="T2" fmla="*/ 88 w 5"/>
                  <a:gd name="T3" fmla="*/ 58 h 5"/>
                  <a:gd name="T4" fmla="*/ 34 w 5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1"/>
                      <a:pt x="3" y="5"/>
                      <a:pt x="5" y="4"/>
                    </a:cubicBezTo>
                    <a:cubicBezTo>
                      <a:pt x="5" y="2"/>
                      <a:pt x="4" y="1"/>
                      <a:pt x="2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5" name="Freeform 932">
                <a:extLst>
                  <a:ext uri="{FF2B5EF4-FFF2-40B4-BE49-F238E27FC236}">
                    <a16:creationId xmlns:a16="http://schemas.microsoft.com/office/drawing/2014/main" id="{B1299FC7-0F93-4827-B444-1571B40D7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504"/>
                <a:ext cx="10" cy="15"/>
              </a:xfrm>
              <a:custGeom>
                <a:avLst/>
                <a:gdLst>
                  <a:gd name="T0" fmla="*/ 0 w 4"/>
                  <a:gd name="T1" fmla="*/ 20 h 6"/>
                  <a:gd name="T2" fmla="*/ 50 w 4"/>
                  <a:gd name="T3" fmla="*/ 83 h 6"/>
                  <a:gd name="T4" fmla="*/ 20 w 4"/>
                  <a:gd name="T5" fmla="*/ 0 h 6"/>
                  <a:gd name="T6" fmla="*/ 20 w 4"/>
                  <a:gd name="T7" fmla="*/ 5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1"/>
                    </a:moveTo>
                    <a:cubicBezTo>
                      <a:pt x="0" y="3"/>
                      <a:pt x="1" y="6"/>
                      <a:pt x="3" y="5"/>
                    </a:cubicBezTo>
                    <a:cubicBezTo>
                      <a:pt x="4" y="4"/>
                      <a:pt x="1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6" name="Freeform 933">
                <a:extLst>
                  <a:ext uri="{FF2B5EF4-FFF2-40B4-BE49-F238E27FC236}">
                    <a16:creationId xmlns:a16="http://schemas.microsoft.com/office/drawing/2014/main" id="{418B736B-C559-45B3-B95F-7EC220D61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546"/>
                <a:ext cx="15" cy="13"/>
              </a:xfrm>
              <a:custGeom>
                <a:avLst/>
                <a:gdLst>
                  <a:gd name="T0" fmla="*/ 20 w 6"/>
                  <a:gd name="T1" fmla="*/ 21 h 5"/>
                  <a:gd name="T2" fmla="*/ 63 w 6"/>
                  <a:gd name="T3" fmla="*/ 55 h 5"/>
                  <a:gd name="T4" fmla="*/ 2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0" y="2"/>
                      <a:pt x="3" y="5"/>
                      <a:pt x="4" y="3"/>
                    </a:cubicBezTo>
                    <a:cubicBezTo>
                      <a:pt x="6" y="1"/>
                      <a:pt x="3" y="0"/>
                      <a:pt x="1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7" name="Freeform 934">
                <a:extLst>
                  <a:ext uri="{FF2B5EF4-FFF2-40B4-BE49-F238E27FC236}">
                    <a16:creationId xmlns:a16="http://schemas.microsoft.com/office/drawing/2014/main" id="{698FB4A4-29FF-4251-AD34-F1FF92DAF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54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33 h 2"/>
                  <a:gd name="T4" fmla="*/ 33 w 2"/>
                  <a:gd name="T5" fmla="*/ 20 h 2"/>
                  <a:gd name="T6" fmla="*/ 0 w 2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8" name="Freeform 935">
                <a:extLst>
                  <a:ext uri="{FF2B5EF4-FFF2-40B4-BE49-F238E27FC236}">
                    <a16:creationId xmlns:a16="http://schemas.microsoft.com/office/drawing/2014/main" id="{FC95B75C-E0CE-460E-BB41-CA1EEE05F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49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0 w 3"/>
                  <a:gd name="T3" fmla="*/ 21 h 3"/>
                  <a:gd name="T4" fmla="*/ 37 w 3"/>
                  <a:gd name="T5" fmla="*/ 56 h 3"/>
                  <a:gd name="T6" fmla="*/ 0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9" name="Freeform 936">
                <a:extLst>
                  <a:ext uri="{FF2B5EF4-FFF2-40B4-BE49-F238E27FC236}">
                    <a16:creationId xmlns:a16="http://schemas.microsoft.com/office/drawing/2014/main" id="{03708F96-6030-436E-B38F-CD85D5A5A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454"/>
                <a:ext cx="10" cy="10"/>
              </a:xfrm>
              <a:custGeom>
                <a:avLst/>
                <a:gdLst>
                  <a:gd name="T0" fmla="*/ 20 w 4"/>
                  <a:gd name="T1" fmla="*/ 33 h 4"/>
                  <a:gd name="T2" fmla="*/ 50 w 4"/>
                  <a:gd name="T3" fmla="*/ 63 h 4"/>
                  <a:gd name="T4" fmla="*/ 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3"/>
                      <a:pt x="1" y="4"/>
                      <a:pt x="3" y="4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0" name="Freeform 937">
                <a:extLst>
                  <a:ext uri="{FF2B5EF4-FFF2-40B4-BE49-F238E27FC236}">
                    <a16:creationId xmlns:a16="http://schemas.microsoft.com/office/drawing/2014/main" id="{6E6E39FD-D3F2-424E-A7A0-1A0F3B311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411"/>
                <a:ext cx="5" cy="10"/>
              </a:xfrm>
              <a:custGeom>
                <a:avLst/>
                <a:gdLst>
                  <a:gd name="T0" fmla="*/ 0 w 2"/>
                  <a:gd name="T1" fmla="*/ 20 h 4"/>
                  <a:gd name="T2" fmla="*/ 20 w 2"/>
                  <a:gd name="T3" fmla="*/ 63 h 4"/>
                  <a:gd name="T4" fmla="*/ 0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1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1" name="Freeform 938">
                <a:extLst>
                  <a:ext uri="{FF2B5EF4-FFF2-40B4-BE49-F238E27FC236}">
                    <a16:creationId xmlns:a16="http://schemas.microsoft.com/office/drawing/2014/main" id="{820E18DA-9276-43E4-8ED7-1B5A00CC8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411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33 w 4"/>
                  <a:gd name="T3" fmla="*/ 88 h 5"/>
                  <a:gd name="T4" fmla="*/ 3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4" y="4"/>
                      <a:pt x="3" y="1"/>
                      <a:pt x="2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2" name="Freeform 939">
                <a:extLst>
                  <a:ext uri="{FF2B5EF4-FFF2-40B4-BE49-F238E27FC236}">
                    <a16:creationId xmlns:a16="http://schemas.microsoft.com/office/drawing/2014/main" id="{95B22E6B-D7B5-426B-A548-8D6A21822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356"/>
                <a:ext cx="10" cy="18"/>
              </a:xfrm>
              <a:custGeom>
                <a:avLst/>
                <a:gdLst>
                  <a:gd name="T0" fmla="*/ 20 w 4"/>
                  <a:gd name="T1" fmla="*/ 21 h 7"/>
                  <a:gd name="T2" fmla="*/ 50 w 4"/>
                  <a:gd name="T3" fmla="*/ 67 h 7"/>
                  <a:gd name="T4" fmla="*/ 0 w 4"/>
                  <a:gd name="T5" fmla="*/ 21 h 7"/>
                  <a:gd name="T6" fmla="*/ 0 w 4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0" y="3"/>
                      <a:pt x="1" y="7"/>
                      <a:pt x="3" y="4"/>
                    </a:cubicBezTo>
                    <a:cubicBezTo>
                      <a:pt x="4" y="3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3" name="Freeform 940">
                <a:extLst>
                  <a:ext uri="{FF2B5EF4-FFF2-40B4-BE49-F238E27FC236}">
                    <a16:creationId xmlns:a16="http://schemas.microsoft.com/office/drawing/2014/main" id="{1E399EEB-C623-447C-81EF-D61B35013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379"/>
                <a:ext cx="10" cy="7"/>
              </a:xfrm>
              <a:custGeom>
                <a:avLst/>
                <a:gdLst>
                  <a:gd name="T0" fmla="*/ 20 w 4"/>
                  <a:gd name="T1" fmla="*/ 0 h 3"/>
                  <a:gd name="T2" fmla="*/ 63 w 4"/>
                  <a:gd name="T3" fmla="*/ 37 h 3"/>
                  <a:gd name="T4" fmla="*/ 3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2" y="3"/>
                      <a:pt x="4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4" name="Freeform 941">
                <a:extLst>
                  <a:ext uri="{FF2B5EF4-FFF2-40B4-BE49-F238E27FC236}">
                    <a16:creationId xmlns:a16="http://schemas.microsoft.com/office/drawing/2014/main" id="{B1B031E6-2ADA-4AC8-A5D0-7D58AB504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354"/>
                <a:ext cx="8" cy="10"/>
              </a:xfrm>
              <a:custGeom>
                <a:avLst/>
                <a:gdLst>
                  <a:gd name="T0" fmla="*/ 21 w 3"/>
                  <a:gd name="T1" fmla="*/ 0 h 4"/>
                  <a:gd name="T2" fmla="*/ 21 w 3"/>
                  <a:gd name="T3" fmla="*/ 50 h 4"/>
                  <a:gd name="T4" fmla="*/ 35 w 3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0"/>
                      <a:pt x="0" y="3"/>
                      <a:pt x="1" y="3"/>
                    </a:cubicBezTo>
                    <a:cubicBezTo>
                      <a:pt x="3" y="4"/>
                      <a:pt x="3" y="2"/>
                      <a:pt x="2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5" name="Freeform 942">
                <a:extLst>
                  <a:ext uri="{FF2B5EF4-FFF2-40B4-BE49-F238E27FC236}">
                    <a16:creationId xmlns:a16="http://schemas.microsoft.com/office/drawing/2014/main" id="{5382C66A-F3B0-44EA-A22B-F56572D9F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386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55 w 5"/>
                  <a:gd name="T3" fmla="*/ 88 h 5"/>
                  <a:gd name="T4" fmla="*/ 34 w 5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1" y="2"/>
                      <a:pt x="0" y="5"/>
                      <a:pt x="3" y="5"/>
                    </a:cubicBezTo>
                    <a:cubicBezTo>
                      <a:pt x="5" y="1"/>
                      <a:pt x="0" y="0"/>
                      <a:pt x="2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6" name="Freeform 943">
                <a:extLst>
                  <a:ext uri="{FF2B5EF4-FFF2-40B4-BE49-F238E27FC236}">
                    <a16:creationId xmlns:a16="http://schemas.microsoft.com/office/drawing/2014/main" id="{A6ED4F77-1048-472C-9216-9BC4E6106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606"/>
                <a:ext cx="12" cy="10"/>
              </a:xfrm>
              <a:custGeom>
                <a:avLst/>
                <a:gdLst>
                  <a:gd name="T0" fmla="*/ 29 w 5"/>
                  <a:gd name="T1" fmla="*/ 20 h 4"/>
                  <a:gd name="T2" fmla="*/ 0 w 5"/>
                  <a:gd name="T3" fmla="*/ 33 h 4"/>
                  <a:gd name="T4" fmla="*/ 70 w 5"/>
                  <a:gd name="T5" fmla="*/ 20 h 4"/>
                  <a:gd name="T6" fmla="*/ 29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4"/>
                      <a:pt x="4" y="2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7" name="Freeform 944">
                <a:extLst>
                  <a:ext uri="{FF2B5EF4-FFF2-40B4-BE49-F238E27FC236}">
                    <a16:creationId xmlns:a16="http://schemas.microsoft.com/office/drawing/2014/main" id="{0B289DF9-C840-404B-88AA-A640B3AF1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596"/>
                <a:ext cx="13" cy="13"/>
              </a:xfrm>
              <a:custGeom>
                <a:avLst/>
                <a:gdLst>
                  <a:gd name="T0" fmla="*/ 88 w 5"/>
                  <a:gd name="T1" fmla="*/ 34 h 5"/>
                  <a:gd name="T2" fmla="*/ 0 w 5"/>
                  <a:gd name="T3" fmla="*/ 21 h 5"/>
                  <a:gd name="T4" fmla="*/ 88 w 5"/>
                  <a:gd name="T5" fmla="*/ 55 h 5"/>
                  <a:gd name="T6" fmla="*/ 88 w 5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0" y="3"/>
                      <a:pt x="4" y="5"/>
                      <a:pt x="5" y="3"/>
                    </a:cubicBezTo>
                    <a:cubicBezTo>
                      <a:pt x="5" y="2"/>
                      <a:pt x="5" y="3"/>
                      <a:pt x="5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8" name="Freeform 945">
                <a:extLst>
                  <a:ext uri="{FF2B5EF4-FFF2-40B4-BE49-F238E27FC236}">
                    <a16:creationId xmlns:a16="http://schemas.microsoft.com/office/drawing/2014/main" id="{A6AB324D-E80B-4C78-A5AD-5A17845E4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144"/>
                <a:ext cx="27" cy="12"/>
              </a:xfrm>
              <a:custGeom>
                <a:avLst/>
                <a:gdLst>
                  <a:gd name="T0" fmla="*/ 103 w 11"/>
                  <a:gd name="T1" fmla="*/ 58 h 5"/>
                  <a:gd name="T2" fmla="*/ 91 w 11"/>
                  <a:gd name="T3" fmla="*/ 0 h 5"/>
                  <a:gd name="T4" fmla="*/ 71 w 11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7" y="4"/>
                    </a:moveTo>
                    <a:cubicBezTo>
                      <a:pt x="11" y="5"/>
                      <a:pt x="10" y="1"/>
                      <a:pt x="6" y="0"/>
                    </a:cubicBezTo>
                    <a:cubicBezTo>
                      <a:pt x="2" y="0"/>
                      <a:pt x="0" y="5"/>
                      <a:pt x="5" y="5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9" name="Freeform 946">
                <a:extLst>
                  <a:ext uri="{FF2B5EF4-FFF2-40B4-BE49-F238E27FC236}">
                    <a16:creationId xmlns:a16="http://schemas.microsoft.com/office/drawing/2014/main" id="{18F84A6C-5685-4D9F-8FD0-380D69E64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151"/>
                <a:ext cx="22" cy="8"/>
              </a:xfrm>
              <a:custGeom>
                <a:avLst/>
                <a:gdLst>
                  <a:gd name="T0" fmla="*/ 71 w 9"/>
                  <a:gd name="T1" fmla="*/ 56 h 3"/>
                  <a:gd name="T2" fmla="*/ 90 w 9"/>
                  <a:gd name="T3" fmla="*/ 21 h 3"/>
                  <a:gd name="T4" fmla="*/ 59 w 9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5" y="3"/>
                    </a:moveTo>
                    <a:cubicBezTo>
                      <a:pt x="8" y="3"/>
                      <a:pt x="9" y="1"/>
                      <a:pt x="6" y="1"/>
                    </a:cubicBezTo>
                    <a:cubicBezTo>
                      <a:pt x="3" y="0"/>
                      <a:pt x="0" y="3"/>
                      <a:pt x="4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0" name="Freeform 947">
                <a:extLst>
                  <a:ext uri="{FF2B5EF4-FFF2-40B4-BE49-F238E27FC236}">
                    <a16:creationId xmlns:a16="http://schemas.microsoft.com/office/drawing/2014/main" id="{7A83299B-8967-40E0-85BD-3DD4441F8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179"/>
                <a:ext cx="20" cy="15"/>
              </a:xfrm>
              <a:custGeom>
                <a:avLst/>
                <a:gdLst>
                  <a:gd name="T0" fmla="*/ 33 w 8"/>
                  <a:gd name="T1" fmla="*/ 63 h 6"/>
                  <a:gd name="T2" fmla="*/ 113 w 8"/>
                  <a:gd name="T3" fmla="*/ 33 h 6"/>
                  <a:gd name="T4" fmla="*/ 20 w 8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2" y="4"/>
                    </a:moveTo>
                    <a:cubicBezTo>
                      <a:pt x="4" y="6"/>
                      <a:pt x="8" y="4"/>
                      <a:pt x="7" y="2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1" name="Freeform 948">
                <a:extLst>
                  <a:ext uri="{FF2B5EF4-FFF2-40B4-BE49-F238E27FC236}">
                    <a16:creationId xmlns:a16="http://schemas.microsoft.com/office/drawing/2014/main" id="{660F57D1-DCC5-431B-9059-D7FBD9500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186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50 w 4"/>
                  <a:gd name="T3" fmla="*/ 20 h 4"/>
                  <a:gd name="T4" fmla="*/ 0 w 4"/>
                  <a:gd name="T5" fmla="*/ 33 h 4"/>
                  <a:gd name="T6" fmla="*/ 20 w 4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4" y="2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2" name="Freeform 949">
                <a:extLst>
                  <a:ext uri="{FF2B5EF4-FFF2-40B4-BE49-F238E27FC236}">
                    <a16:creationId xmlns:a16="http://schemas.microsoft.com/office/drawing/2014/main" id="{7C8EDEE9-0911-40D8-BEC0-DC2E2386B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146"/>
                <a:ext cx="25" cy="15"/>
              </a:xfrm>
              <a:custGeom>
                <a:avLst/>
                <a:gdLst>
                  <a:gd name="T0" fmla="*/ 63 w 10"/>
                  <a:gd name="T1" fmla="*/ 95 h 6"/>
                  <a:gd name="T2" fmla="*/ 125 w 10"/>
                  <a:gd name="T3" fmla="*/ 33 h 6"/>
                  <a:gd name="T4" fmla="*/ 63 w 10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4" y="6"/>
                    </a:moveTo>
                    <a:cubicBezTo>
                      <a:pt x="6" y="6"/>
                      <a:pt x="10" y="4"/>
                      <a:pt x="8" y="2"/>
                    </a:cubicBezTo>
                    <a:cubicBezTo>
                      <a:pt x="6" y="0"/>
                      <a:pt x="0" y="4"/>
                      <a:pt x="4" y="5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3" name="Freeform 950">
                <a:extLst>
                  <a:ext uri="{FF2B5EF4-FFF2-40B4-BE49-F238E27FC236}">
                    <a16:creationId xmlns:a16="http://schemas.microsoft.com/office/drawing/2014/main" id="{4BF40C51-7530-45FF-AC55-F7EC15545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1111"/>
                <a:ext cx="20" cy="15"/>
              </a:xfrm>
              <a:custGeom>
                <a:avLst/>
                <a:gdLst>
                  <a:gd name="T0" fmla="*/ 50 w 8"/>
                  <a:gd name="T1" fmla="*/ 63 h 6"/>
                  <a:gd name="T2" fmla="*/ 83 w 8"/>
                  <a:gd name="T3" fmla="*/ 20 h 6"/>
                  <a:gd name="T4" fmla="*/ 33 w 8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3" y="4"/>
                    </a:moveTo>
                    <a:cubicBezTo>
                      <a:pt x="5" y="6"/>
                      <a:pt x="8" y="3"/>
                      <a:pt x="5" y="1"/>
                    </a:cubicBezTo>
                    <a:cubicBezTo>
                      <a:pt x="3" y="0"/>
                      <a:pt x="0" y="3"/>
                      <a:pt x="2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4" name="Freeform 951">
                <a:extLst>
                  <a:ext uri="{FF2B5EF4-FFF2-40B4-BE49-F238E27FC236}">
                    <a16:creationId xmlns:a16="http://schemas.microsoft.com/office/drawing/2014/main" id="{53991792-6C14-4538-8D2B-CF0F1EA6F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1129"/>
                <a:ext cx="20" cy="10"/>
              </a:xfrm>
              <a:custGeom>
                <a:avLst/>
                <a:gdLst>
                  <a:gd name="T0" fmla="*/ 33 w 8"/>
                  <a:gd name="T1" fmla="*/ 63 h 4"/>
                  <a:gd name="T2" fmla="*/ 83 w 8"/>
                  <a:gd name="T3" fmla="*/ 20 h 4"/>
                  <a:gd name="T4" fmla="*/ 33 w 8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2" y="4"/>
                    </a:moveTo>
                    <a:cubicBezTo>
                      <a:pt x="4" y="4"/>
                      <a:pt x="8" y="2"/>
                      <a:pt x="5" y="1"/>
                    </a:cubicBezTo>
                    <a:cubicBezTo>
                      <a:pt x="3" y="0"/>
                      <a:pt x="0" y="3"/>
                      <a:pt x="2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5" name="Freeform 952">
                <a:extLst>
                  <a:ext uri="{FF2B5EF4-FFF2-40B4-BE49-F238E27FC236}">
                    <a16:creationId xmlns:a16="http://schemas.microsoft.com/office/drawing/2014/main" id="{7E2BB220-3C2A-4215-9B47-760D562CB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1131"/>
                <a:ext cx="22" cy="13"/>
              </a:xfrm>
              <a:custGeom>
                <a:avLst/>
                <a:gdLst>
                  <a:gd name="T0" fmla="*/ 71 w 9"/>
                  <a:gd name="T1" fmla="*/ 68 h 5"/>
                  <a:gd name="T2" fmla="*/ 103 w 9"/>
                  <a:gd name="T3" fmla="*/ 21 h 5"/>
                  <a:gd name="T4" fmla="*/ 59 w 9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5" y="4"/>
                    </a:moveTo>
                    <a:cubicBezTo>
                      <a:pt x="6" y="5"/>
                      <a:pt x="9" y="2"/>
                      <a:pt x="7" y="1"/>
                    </a:cubicBezTo>
                    <a:cubicBezTo>
                      <a:pt x="5" y="0"/>
                      <a:pt x="0" y="3"/>
                      <a:pt x="4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6" name="Freeform 953">
                <a:extLst>
                  <a:ext uri="{FF2B5EF4-FFF2-40B4-BE49-F238E27FC236}">
                    <a16:creationId xmlns:a16="http://schemas.microsoft.com/office/drawing/2014/main" id="{1A9A8D63-6654-4AA2-B1C4-A765EDFF6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159"/>
                <a:ext cx="23" cy="12"/>
              </a:xfrm>
              <a:custGeom>
                <a:avLst/>
                <a:gdLst>
                  <a:gd name="T0" fmla="*/ 66 w 9"/>
                  <a:gd name="T1" fmla="*/ 58 h 5"/>
                  <a:gd name="T2" fmla="*/ 97 w 9"/>
                  <a:gd name="T3" fmla="*/ 12 h 5"/>
                  <a:gd name="T4" fmla="*/ 66 w 9"/>
                  <a:gd name="T5" fmla="*/ 5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4" y="4"/>
                    </a:moveTo>
                    <a:cubicBezTo>
                      <a:pt x="6" y="5"/>
                      <a:pt x="9" y="3"/>
                      <a:pt x="6" y="1"/>
                    </a:cubicBezTo>
                    <a:cubicBezTo>
                      <a:pt x="5" y="0"/>
                      <a:pt x="0" y="3"/>
                      <a:pt x="4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7" name="Freeform 954">
                <a:extLst>
                  <a:ext uri="{FF2B5EF4-FFF2-40B4-BE49-F238E27FC236}">
                    <a16:creationId xmlns:a16="http://schemas.microsoft.com/office/drawing/2014/main" id="{CBEBAFC9-00B9-49CE-9307-688C059FE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1169"/>
                <a:ext cx="17" cy="10"/>
              </a:xfrm>
              <a:custGeom>
                <a:avLst/>
                <a:gdLst>
                  <a:gd name="T0" fmla="*/ 29 w 7"/>
                  <a:gd name="T1" fmla="*/ 50 h 4"/>
                  <a:gd name="T2" fmla="*/ 87 w 7"/>
                  <a:gd name="T3" fmla="*/ 33 h 4"/>
                  <a:gd name="T4" fmla="*/ 0 w 7"/>
                  <a:gd name="T5" fmla="*/ 50 h 4"/>
                  <a:gd name="T6" fmla="*/ 12 w 7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2" y="3"/>
                    </a:moveTo>
                    <a:cubicBezTo>
                      <a:pt x="3" y="4"/>
                      <a:pt x="7" y="4"/>
                      <a:pt x="6" y="2"/>
                    </a:cubicBezTo>
                    <a:cubicBezTo>
                      <a:pt x="6" y="0"/>
                      <a:pt x="1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8" name="Freeform 955">
                <a:extLst>
                  <a:ext uri="{FF2B5EF4-FFF2-40B4-BE49-F238E27FC236}">
                    <a16:creationId xmlns:a16="http://schemas.microsoft.com/office/drawing/2014/main" id="{DE9A4C35-EFEC-4270-9BCE-4A4BA3CB6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1164"/>
                <a:ext cx="23" cy="10"/>
              </a:xfrm>
              <a:custGeom>
                <a:avLst/>
                <a:gdLst>
                  <a:gd name="T0" fmla="*/ 51 w 9"/>
                  <a:gd name="T1" fmla="*/ 63 h 4"/>
                  <a:gd name="T2" fmla="*/ 97 w 9"/>
                  <a:gd name="T3" fmla="*/ 20 h 4"/>
                  <a:gd name="T4" fmla="*/ 66 w 9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3" y="4"/>
                    </a:moveTo>
                    <a:cubicBezTo>
                      <a:pt x="5" y="4"/>
                      <a:pt x="9" y="2"/>
                      <a:pt x="6" y="1"/>
                    </a:cubicBezTo>
                    <a:cubicBezTo>
                      <a:pt x="5" y="0"/>
                      <a:pt x="0" y="2"/>
                      <a:pt x="4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9" name="Freeform 956">
                <a:extLst>
                  <a:ext uri="{FF2B5EF4-FFF2-40B4-BE49-F238E27FC236}">
                    <a16:creationId xmlns:a16="http://schemas.microsoft.com/office/drawing/2014/main" id="{F3455757-5800-4B3F-830D-634D95EED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1179"/>
                <a:ext cx="15" cy="12"/>
              </a:xfrm>
              <a:custGeom>
                <a:avLst/>
                <a:gdLst>
                  <a:gd name="T0" fmla="*/ 20 w 6"/>
                  <a:gd name="T1" fmla="*/ 58 h 5"/>
                  <a:gd name="T2" fmla="*/ 95 w 6"/>
                  <a:gd name="T3" fmla="*/ 29 h 5"/>
                  <a:gd name="T4" fmla="*/ 20 w 6"/>
                  <a:gd name="T5" fmla="*/ 5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2" y="5"/>
                      <a:pt x="6" y="4"/>
                      <a:pt x="6" y="2"/>
                    </a:cubicBezTo>
                    <a:cubicBezTo>
                      <a:pt x="5" y="0"/>
                      <a:pt x="0" y="2"/>
                      <a:pt x="1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0" name="Freeform 957">
                <a:extLst>
                  <a:ext uri="{FF2B5EF4-FFF2-40B4-BE49-F238E27FC236}">
                    <a16:creationId xmlns:a16="http://schemas.microsoft.com/office/drawing/2014/main" id="{C1339283-D805-488D-8E17-374FB771E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204"/>
                <a:ext cx="12" cy="10"/>
              </a:xfrm>
              <a:custGeom>
                <a:avLst/>
                <a:gdLst>
                  <a:gd name="T0" fmla="*/ 0 w 5"/>
                  <a:gd name="T1" fmla="*/ 63 h 4"/>
                  <a:gd name="T2" fmla="*/ 12 w 5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5" y="4"/>
                      <a:pt x="2" y="0"/>
                      <a:pt x="1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1" name="Freeform 958">
                <a:extLst>
                  <a:ext uri="{FF2B5EF4-FFF2-40B4-BE49-F238E27FC236}">
                    <a16:creationId xmlns:a16="http://schemas.microsoft.com/office/drawing/2014/main" id="{B9FB6729-8E2B-458C-BCED-A6E3A33C4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214"/>
                <a:ext cx="8" cy="7"/>
              </a:xfrm>
              <a:custGeom>
                <a:avLst/>
                <a:gdLst>
                  <a:gd name="T0" fmla="*/ 56 w 3"/>
                  <a:gd name="T1" fmla="*/ 28 h 3"/>
                  <a:gd name="T2" fmla="*/ 56 w 3"/>
                  <a:gd name="T3" fmla="*/ 0 h 3"/>
                  <a:gd name="T4" fmla="*/ 0 w 3"/>
                  <a:gd name="T5" fmla="*/ 28 h 3"/>
                  <a:gd name="T6" fmla="*/ 21 w 3"/>
                  <a:gd name="T7" fmla="*/ 3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2" name="Freeform 959">
                <a:extLst>
                  <a:ext uri="{FF2B5EF4-FFF2-40B4-BE49-F238E27FC236}">
                    <a16:creationId xmlns:a16="http://schemas.microsoft.com/office/drawing/2014/main" id="{481B9569-AB59-4274-9482-FDD3B0E55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219"/>
                <a:ext cx="20" cy="10"/>
              </a:xfrm>
              <a:custGeom>
                <a:avLst/>
                <a:gdLst>
                  <a:gd name="T0" fmla="*/ 33 w 8"/>
                  <a:gd name="T1" fmla="*/ 63 h 4"/>
                  <a:gd name="T2" fmla="*/ 83 w 8"/>
                  <a:gd name="T3" fmla="*/ 20 h 4"/>
                  <a:gd name="T4" fmla="*/ 33 w 8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2" y="4"/>
                    </a:moveTo>
                    <a:cubicBezTo>
                      <a:pt x="4" y="4"/>
                      <a:pt x="8" y="3"/>
                      <a:pt x="5" y="1"/>
                    </a:cubicBezTo>
                    <a:cubicBezTo>
                      <a:pt x="4" y="0"/>
                      <a:pt x="0" y="3"/>
                      <a:pt x="2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3" name="Freeform 960">
                <a:extLst>
                  <a:ext uri="{FF2B5EF4-FFF2-40B4-BE49-F238E27FC236}">
                    <a16:creationId xmlns:a16="http://schemas.microsoft.com/office/drawing/2014/main" id="{D8E70946-E79F-4BE7-8C5E-EDB368B7F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256"/>
                <a:ext cx="13" cy="13"/>
              </a:xfrm>
              <a:custGeom>
                <a:avLst/>
                <a:gdLst>
                  <a:gd name="T0" fmla="*/ 21 w 5"/>
                  <a:gd name="T1" fmla="*/ 88 h 5"/>
                  <a:gd name="T2" fmla="*/ 68 w 5"/>
                  <a:gd name="T3" fmla="*/ 34 h 5"/>
                  <a:gd name="T4" fmla="*/ 21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2" y="5"/>
                      <a:pt x="5" y="3"/>
                      <a:pt x="4" y="2"/>
                    </a:cubicBezTo>
                    <a:cubicBezTo>
                      <a:pt x="3" y="0"/>
                      <a:pt x="0" y="3"/>
                      <a:pt x="1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4" name="Freeform 961">
                <a:extLst>
                  <a:ext uri="{FF2B5EF4-FFF2-40B4-BE49-F238E27FC236}">
                    <a16:creationId xmlns:a16="http://schemas.microsoft.com/office/drawing/2014/main" id="{125E3A33-D13C-4F21-9FAD-C77F892F9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236"/>
                <a:ext cx="17" cy="10"/>
              </a:xfrm>
              <a:custGeom>
                <a:avLst/>
                <a:gdLst>
                  <a:gd name="T0" fmla="*/ 29 w 7"/>
                  <a:gd name="T1" fmla="*/ 63 h 4"/>
                  <a:gd name="T2" fmla="*/ 29 w 7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2" y="4"/>
                    </a:moveTo>
                    <a:cubicBezTo>
                      <a:pt x="7" y="3"/>
                      <a:pt x="0" y="0"/>
                      <a:pt x="2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5" name="Freeform 962">
                <a:extLst>
                  <a:ext uri="{FF2B5EF4-FFF2-40B4-BE49-F238E27FC236}">
                    <a16:creationId xmlns:a16="http://schemas.microsoft.com/office/drawing/2014/main" id="{FB5F5CE9-B04F-4429-A708-F326C1B68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234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28 w 3"/>
                  <a:gd name="T3" fmla="*/ 0 h 3"/>
                  <a:gd name="T4" fmla="*/ 0 w 3"/>
                  <a:gd name="T5" fmla="*/ 2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3"/>
                      <a:pt x="3" y="1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6" name="Freeform 963">
                <a:extLst>
                  <a:ext uri="{FF2B5EF4-FFF2-40B4-BE49-F238E27FC236}">
                    <a16:creationId xmlns:a16="http://schemas.microsoft.com/office/drawing/2014/main" id="{A092F0AF-5CB4-4EAD-82CC-36F256BB8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219"/>
                <a:ext cx="18" cy="12"/>
              </a:xfrm>
              <a:custGeom>
                <a:avLst/>
                <a:gdLst>
                  <a:gd name="T0" fmla="*/ 21 w 7"/>
                  <a:gd name="T1" fmla="*/ 70 h 5"/>
                  <a:gd name="T2" fmla="*/ 67 w 7"/>
                  <a:gd name="T3" fmla="*/ 12 h 5"/>
                  <a:gd name="T4" fmla="*/ 0 w 7"/>
                  <a:gd name="T5" fmla="*/ 5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2" y="5"/>
                      <a:pt x="7" y="2"/>
                      <a:pt x="4" y="1"/>
                    </a:cubicBezTo>
                    <a:cubicBezTo>
                      <a:pt x="2" y="0"/>
                      <a:pt x="0" y="3"/>
                      <a:pt x="0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7" name="Freeform 964">
                <a:extLst>
                  <a:ext uri="{FF2B5EF4-FFF2-40B4-BE49-F238E27FC236}">
                    <a16:creationId xmlns:a16="http://schemas.microsoft.com/office/drawing/2014/main" id="{092B6FA0-19E3-4FA9-8AF0-E083C8ABC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59"/>
                <a:ext cx="17" cy="15"/>
              </a:xfrm>
              <a:custGeom>
                <a:avLst/>
                <a:gdLst>
                  <a:gd name="T0" fmla="*/ 41 w 7"/>
                  <a:gd name="T1" fmla="*/ 95 h 6"/>
                  <a:gd name="T2" fmla="*/ 58 w 7"/>
                  <a:gd name="T3" fmla="*/ 20 h 6"/>
                  <a:gd name="T4" fmla="*/ 29 w 7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cubicBezTo>
                      <a:pt x="4" y="5"/>
                      <a:pt x="7" y="1"/>
                      <a:pt x="4" y="1"/>
                    </a:cubicBezTo>
                    <a:cubicBezTo>
                      <a:pt x="0" y="0"/>
                      <a:pt x="2" y="4"/>
                      <a:pt x="2" y="5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8" name="Freeform 965">
                <a:extLst>
                  <a:ext uri="{FF2B5EF4-FFF2-40B4-BE49-F238E27FC236}">
                    <a16:creationId xmlns:a16="http://schemas.microsoft.com/office/drawing/2014/main" id="{CD9DD1A3-2ADA-4926-997C-E4D13B685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241"/>
                <a:ext cx="12" cy="13"/>
              </a:xfrm>
              <a:custGeom>
                <a:avLst/>
                <a:gdLst>
                  <a:gd name="T0" fmla="*/ 12 w 5"/>
                  <a:gd name="T1" fmla="*/ 68 h 5"/>
                  <a:gd name="T2" fmla="*/ 29 w 5"/>
                  <a:gd name="T3" fmla="*/ 88 h 5"/>
                  <a:gd name="T4" fmla="*/ 58 w 5"/>
                  <a:gd name="T5" fmla="*/ 21 h 5"/>
                  <a:gd name="T6" fmla="*/ 12 w 5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1" y="4"/>
                      <a:pt x="2" y="4"/>
                      <a:pt x="2" y="5"/>
                    </a:cubicBezTo>
                    <a:cubicBezTo>
                      <a:pt x="3" y="4"/>
                      <a:pt x="5" y="2"/>
                      <a:pt x="4" y="1"/>
                    </a:cubicBezTo>
                    <a:cubicBezTo>
                      <a:pt x="2" y="0"/>
                      <a:pt x="0" y="3"/>
                      <a:pt x="1" y="5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9" name="Freeform 966">
                <a:extLst>
                  <a:ext uri="{FF2B5EF4-FFF2-40B4-BE49-F238E27FC236}">
                    <a16:creationId xmlns:a16="http://schemas.microsoft.com/office/drawing/2014/main" id="{486D3F78-D62B-486B-94FC-AA0CB075B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291"/>
                <a:ext cx="2" cy="8"/>
              </a:xfrm>
              <a:custGeom>
                <a:avLst/>
                <a:gdLst>
                  <a:gd name="T0" fmla="*/ 0 w 1"/>
                  <a:gd name="T1" fmla="*/ 56 h 3"/>
                  <a:gd name="T2" fmla="*/ 8 w 1"/>
                  <a:gd name="T3" fmla="*/ 0 h 3"/>
                  <a:gd name="T4" fmla="*/ 0 w 1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0" name="Freeform 967">
                <a:extLst>
                  <a:ext uri="{FF2B5EF4-FFF2-40B4-BE49-F238E27FC236}">
                    <a16:creationId xmlns:a16="http://schemas.microsoft.com/office/drawing/2014/main" id="{FB326FA1-127F-4229-880E-3E3B7BDAD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306"/>
                <a:ext cx="12" cy="18"/>
              </a:xfrm>
              <a:custGeom>
                <a:avLst/>
                <a:gdLst>
                  <a:gd name="T0" fmla="*/ 0 w 5"/>
                  <a:gd name="T1" fmla="*/ 118 h 7"/>
                  <a:gd name="T2" fmla="*/ 41 w 5"/>
                  <a:gd name="T3" fmla="*/ 54 h 7"/>
                  <a:gd name="T4" fmla="*/ 0 w 5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7"/>
                      <a:pt x="5" y="4"/>
                      <a:pt x="3" y="3"/>
                    </a:cubicBezTo>
                    <a:cubicBezTo>
                      <a:pt x="0" y="0"/>
                      <a:pt x="0" y="6"/>
                      <a:pt x="0" y="7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1" name="Freeform 968">
                <a:extLst>
                  <a:ext uri="{FF2B5EF4-FFF2-40B4-BE49-F238E27FC236}">
                    <a16:creationId xmlns:a16="http://schemas.microsoft.com/office/drawing/2014/main" id="{41E60628-4D0A-4C89-B42C-520D56A7A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336"/>
                <a:ext cx="12" cy="13"/>
              </a:xfrm>
              <a:custGeom>
                <a:avLst/>
                <a:gdLst>
                  <a:gd name="T0" fmla="*/ 41 w 5"/>
                  <a:gd name="T1" fmla="*/ 88 h 5"/>
                  <a:gd name="T2" fmla="*/ 29 w 5"/>
                  <a:gd name="T3" fmla="*/ 21 h 5"/>
                  <a:gd name="T4" fmla="*/ 29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4" y="4"/>
                      <a:pt x="5" y="0"/>
                      <a:pt x="2" y="1"/>
                    </a:cubicBezTo>
                    <a:cubicBezTo>
                      <a:pt x="0" y="2"/>
                      <a:pt x="0" y="5"/>
                      <a:pt x="2" y="5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2" name="Freeform 969">
                <a:extLst>
                  <a:ext uri="{FF2B5EF4-FFF2-40B4-BE49-F238E27FC236}">
                    <a16:creationId xmlns:a16="http://schemas.microsoft.com/office/drawing/2014/main" id="{4705EF0F-BF74-4B58-9BE6-E239B2388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301"/>
                <a:ext cx="10" cy="13"/>
              </a:xfrm>
              <a:custGeom>
                <a:avLst/>
                <a:gdLst>
                  <a:gd name="T0" fmla="*/ 33 w 4"/>
                  <a:gd name="T1" fmla="*/ 88 h 5"/>
                  <a:gd name="T2" fmla="*/ 50 w 4"/>
                  <a:gd name="T3" fmla="*/ 0 h 5"/>
                  <a:gd name="T4" fmla="*/ 33 w 4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3" y="4"/>
                      <a:pt x="4" y="2"/>
                      <a:pt x="3" y="0"/>
                    </a:cubicBezTo>
                    <a:cubicBezTo>
                      <a:pt x="0" y="1"/>
                      <a:pt x="1" y="4"/>
                      <a:pt x="2" y="5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3" name="Freeform 970">
                <a:extLst>
                  <a:ext uri="{FF2B5EF4-FFF2-40B4-BE49-F238E27FC236}">
                    <a16:creationId xmlns:a16="http://schemas.microsoft.com/office/drawing/2014/main" id="{2A2C3640-B674-4526-B5F7-09C861901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294"/>
                <a:ext cx="8" cy="12"/>
              </a:xfrm>
              <a:custGeom>
                <a:avLst/>
                <a:gdLst>
                  <a:gd name="T0" fmla="*/ 0 w 3"/>
                  <a:gd name="T1" fmla="*/ 58 h 5"/>
                  <a:gd name="T2" fmla="*/ 35 w 3"/>
                  <a:gd name="T3" fmla="*/ 0 h 5"/>
                  <a:gd name="T4" fmla="*/ 0 w 3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2" y="4"/>
                      <a:pt x="3" y="1"/>
                      <a:pt x="2" y="0"/>
                    </a:cubicBezTo>
                    <a:cubicBezTo>
                      <a:pt x="0" y="1"/>
                      <a:pt x="0" y="3"/>
                      <a:pt x="0" y="5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4" name="Freeform 971">
                <a:extLst>
                  <a:ext uri="{FF2B5EF4-FFF2-40B4-BE49-F238E27FC236}">
                    <a16:creationId xmlns:a16="http://schemas.microsoft.com/office/drawing/2014/main" id="{BDDF807F-6E81-447D-8D42-0472BBCE9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1294"/>
                <a:ext cx="18" cy="10"/>
              </a:xfrm>
              <a:custGeom>
                <a:avLst/>
                <a:gdLst>
                  <a:gd name="T0" fmla="*/ 33 w 7"/>
                  <a:gd name="T1" fmla="*/ 63 h 4"/>
                  <a:gd name="T2" fmla="*/ 21 w 7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2" y="4"/>
                    </a:moveTo>
                    <a:cubicBezTo>
                      <a:pt x="7" y="4"/>
                      <a:pt x="0" y="0"/>
                      <a:pt x="1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5" name="Freeform 972">
                <a:extLst>
                  <a:ext uri="{FF2B5EF4-FFF2-40B4-BE49-F238E27FC236}">
                    <a16:creationId xmlns:a16="http://schemas.microsoft.com/office/drawing/2014/main" id="{A9A14E05-1D5D-4A39-AEB7-6281E9D77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256"/>
                <a:ext cx="8" cy="10"/>
              </a:xfrm>
              <a:custGeom>
                <a:avLst/>
                <a:gdLst>
                  <a:gd name="T0" fmla="*/ 21 w 3"/>
                  <a:gd name="T1" fmla="*/ 63 h 4"/>
                  <a:gd name="T2" fmla="*/ 21 w 3"/>
                  <a:gd name="T3" fmla="*/ 0 h 4"/>
                  <a:gd name="T4" fmla="*/ 21 w 3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3" y="0"/>
                      <a:pt x="1" y="0"/>
                    </a:cubicBezTo>
                    <a:cubicBezTo>
                      <a:pt x="0" y="1"/>
                      <a:pt x="0" y="2"/>
                      <a:pt x="1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6" name="Freeform 973">
                <a:extLst>
                  <a:ext uri="{FF2B5EF4-FFF2-40B4-BE49-F238E27FC236}">
                    <a16:creationId xmlns:a16="http://schemas.microsoft.com/office/drawing/2014/main" id="{0396C7CF-2A5A-4592-AD51-6245A9227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199"/>
                <a:ext cx="20" cy="10"/>
              </a:xfrm>
              <a:custGeom>
                <a:avLst/>
                <a:gdLst>
                  <a:gd name="T0" fmla="*/ 50 w 8"/>
                  <a:gd name="T1" fmla="*/ 50 h 4"/>
                  <a:gd name="T2" fmla="*/ 83 w 8"/>
                  <a:gd name="T3" fmla="*/ 20 h 4"/>
                  <a:gd name="T4" fmla="*/ 63 w 8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5" y="4"/>
                      <a:pt x="8" y="2"/>
                      <a:pt x="5" y="1"/>
                    </a:cubicBezTo>
                    <a:cubicBezTo>
                      <a:pt x="3" y="0"/>
                      <a:pt x="0" y="3"/>
                      <a:pt x="4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7" name="Freeform 974">
                <a:extLst>
                  <a:ext uri="{FF2B5EF4-FFF2-40B4-BE49-F238E27FC236}">
                    <a16:creationId xmlns:a16="http://schemas.microsoft.com/office/drawing/2014/main" id="{C51F45BE-2660-4BEC-A9C9-605BC17DF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176"/>
                <a:ext cx="13" cy="10"/>
              </a:xfrm>
              <a:custGeom>
                <a:avLst/>
                <a:gdLst>
                  <a:gd name="T0" fmla="*/ 34 w 5"/>
                  <a:gd name="T1" fmla="*/ 50 h 4"/>
                  <a:gd name="T2" fmla="*/ 55 w 5"/>
                  <a:gd name="T3" fmla="*/ 0 h 4"/>
                  <a:gd name="T4" fmla="*/ 55 w 5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3"/>
                    </a:moveTo>
                    <a:cubicBezTo>
                      <a:pt x="3" y="3"/>
                      <a:pt x="5" y="0"/>
                      <a:pt x="3" y="0"/>
                    </a:cubicBezTo>
                    <a:cubicBezTo>
                      <a:pt x="0" y="1"/>
                      <a:pt x="1" y="3"/>
                      <a:pt x="3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8" name="Freeform 975">
                <a:extLst>
                  <a:ext uri="{FF2B5EF4-FFF2-40B4-BE49-F238E27FC236}">
                    <a16:creationId xmlns:a16="http://schemas.microsoft.com/office/drawing/2014/main" id="{7B944DDA-3523-4671-905E-758F5690D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184"/>
                <a:ext cx="15" cy="10"/>
              </a:xfrm>
              <a:custGeom>
                <a:avLst/>
                <a:gdLst>
                  <a:gd name="T0" fmla="*/ 20 w 6"/>
                  <a:gd name="T1" fmla="*/ 50 h 4"/>
                  <a:gd name="T2" fmla="*/ 95 w 6"/>
                  <a:gd name="T3" fmla="*/ 33 h 4"/>
                  <a:gd name="T4" fmla="*/ 33 w 6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2" y="4"/>
                      <a:pt x="6" y="4"/>
                      <a:pt x="6" y="2"/>
                    </a:cubicBezTo>
                    <a:cubicBezTo>
                      <a:pt x="5" y="0"/>
                      <a:pt x="0" y="1"/>
                      <a:pt x="2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9" name="Freeform 976">
                <a:extLst>
                  <a:ext uri="{FF2B5EF4-FFF2-40B4-BE49-F238E27FC236}">
                    <a16:creationId xmlns:a16="http://schemas.microsoft.com/office/drawing/2014/main" id="{3B120586-2B5F-4376-A0E7-E5D97B98B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1201"/>
                <a:ext cx="15" cy="13"/>
              </a:xfrm>
              <a:custGeom>
                <a:avLst/>
                <a:gdLst>
                  <a:gd name="T0" fmla="*/ 20 w 6"/>
                  <a:gd name="T1" fmla="*/ 68 h 5"/>
                  <a:gd name="T2" fmla="*/ 0 w 6"/>
                  <a:gd name="T3" fmla="*/ 68 h 5"/>
                  <a:gd name="T4" fmla="*/ 20 w 6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6" y="5"/>
                      <a:pt x="0" y="0"/>
                      <a:pt x="0" y="4"/>
                    </a:cubicBezTo>
                    <a:cubicBezTo>
                      <a:pt x="1" y="5"/>
                      <a:pt x="1" y="4"/>
                      <a:pt x="1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0" name="Freeform 977">
                <a:extLst>
                  <a:ext uri="{FF2B5EF4-FFF2-40B4-BE49-F238E27FC236}">
                    <a16:creationId xmlns:a16="http://schemas.microsoft.com/office/drawing/2014/main" id="{35F3693A-0BAA-480B-9B6D-C5447FDFF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194"/>
                <a:ext cx="10" cy="12"/>
              </a:xfrm>
              <a:custGeom>
                <a:avLst/>
                <a:gdLst>
                  <a:gd name="T0" fmla="*/ 33 w 4"/>
                  <a:gd name="T1" fmla="*/ 29 h 5"/>
                  <a:gd name="T2" fmla="*/ 63 w 4"/>
                  <a:gd name="T3" fmla="*/ 0 h 5"/>
                  <a:gd name="T4" fmla="*/ 50 w 4"/>
                  <a:gd name="T5" fmla="*/ 4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3" y="2"/>
                      <a:pt x="4" y="1"/>
                      <a:pt x="4" y="0"/>
                    </a:cubicBezTo>
                    <a:cubicBezTo>
                      <a:pt x="0" y="0"/>
                      <a:pt x="0" y="5"/>
                      <a:pt x="3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1" name="Freeform 978">
                <a:extLst>
                  <a:ext uri="{FF2B5EF4-FFF2-40B4-BE49-F238E27FC236}">
                    <a16:creationId xmlns:a16="http://schemas.microsoft.com/office/drawing/2014/main" id="{F6E663CC-E631-42CA-B687-B2AC13CDF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151"/>
                <a:ext cx="10" cy="23"/>
              </a:xfrm>
              <a:custGeom>
                <a:avLst/>
                <a:gdLst>
                  <a:gd name="T0" fmla="*/ 0 w 4"/>
                  <a:gd name="T1" fmla="*/ 97 h 9"/>
                  <a:gd name="T2" fmla="*/ 0 w 4"/>
                  <a:gd name="T3" fmla="*/ 9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6"/>
                    </a:moveTo>
                    <a:cubicBezTo>
                      <a:pt x="4" y="9"/>
                      <a:pt x="3" y="0"/>
                      <a:pt x="0" y="6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2" name="Freeform 979">
                <a:extLst>
                  <a:ext uri="{FF2B5EF4-FFF2-40B4-BE49-F238E27FC236}">
                    <a16:creationId xmlns:a16="http://schemas.microsoft.com/office/drawing/2014/main" id="{C6F1DB7B-0814-4DED-95D0-8296CB003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154"/>
                <a:ext cx="12" cy="15"/>
              </a:xfrm>
              <a:custGeom>
                <a:avLst/>
                <a:gdLst>
                  <a:gd name="T0" fmla="*/ 0 w 5"/>
                  <a:gd name="T1" fmla="*/ 83 h 6"/>
                  <a:gd name="T2" fmla="*/ 58 w 5"/>
                  <a:gd name="T3" fmla="*/ 33 h 6"/>
                  <a:gd name="T4" fmla="*/ 12 w 5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5"/>
                    </a:moveTo>
                    <a:cubicBezTo>
                      <a:pt x="2" y="6"/>
                      <a:pt x="5" y="4"/>
                      <a:pt x="4" y="2"/>
                    </a:cubicBezTo>
                    <a:cubicBezTo>
                      <a:pt x="3" y="0"/>
                      <a:pt x="0" y="2"/>
                      <a:pt x="1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3" name="Freeform 980">
                <a:extLst>
                  <a:ext uri="{FF2B5EF4-FFF2-40B4-BE49-F238E27FC236}">
                    <a16:creationId xmlns:a16="http://schemas.microsoft.com/office/drawing/2014/main" id="{C4710E9D-C6EA-4C59-9FF2-06407612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141"/>
                <a:ext cx="12" cy="10"/>
              </a:xfrm>
              <a:custGeom>
                <a:avLst/>
                <a:gdLst>
                  <a:gd name="T0" fmla="*/ 0 w 5"/>
                  <a:gd name="T1" fmla="*/ 63 h 4"/>
                  <a:gd name="T2" fmla="*/ 41 w 5"/>
                  <a:gd name="T3" fmla="*/ 20 h 4"/>
                  <a:gd name="T4" fmla="*/ 0 w 5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4"/>
                      <a:pt x="5" y="2"/>
                      <a:pt x="3" y="1"/>
                    </a:cubicBezTo>
                    <a:cubicBezTo>
                      <a:pt x="2" y="0"/>
                      <a:pt x="0" y="3"/>
                      <a:pt x="0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4" name="Freeform 981">
                <a:extLst>
                  <a:ext uri="{FF2B5EF4-FFF2-40B4-BE49-F238E27FC236}">
                    <a16:creationId xmlns:a16="http://schemas.microsoft.com/office/drawing/2014/main" id="{C21D4B70-3468-49EB-B626-4418B9544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119"/>
                <a:ext cx="12" cy="7"/>
              </a:xfrm>
              <a:custGeom>
                <a:avLst/>
                <a:gdLst>
                  <a:gd name="T0" fmla="*/ 29 w 5"/>
                  <a:gd name="T1" fmla="*/ 37 h 3"/>
                  <a:gd name="T2" fmla="*/ 70 w 5"/>
                  <a:gd name="T3" fmla="*/ 12 h 3"/>
                  <a:gd name="T4" fmla="*/ 12 w 5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3" y="3"/>
                      <a:pt x="5" y="2"/>
                      <a:pt x="5" y="1"/>
                    </a:cubicBezTo>
                    <a:cubicBezTo>
                      <a:pt x="4" y="0"/>
                      <a:pt x="0" y="1"/>
                      <a:pt x="1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5" name="Freeform 982">
                <a:extLst>
                  <a:ext uri="{FF2B5EF4-FFF2-40B4-BE49-F238E27FC236}">
                    <a16:creationId xmlns:a16="http://schemas.microsoft.com/office/drawing/2014/main" id="{2777B0B8-8263-4933-8FA8-C15EF754A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136"/>
                <a:ext cx="10" cy="13"/>
              </a:xfrm>
              <a:custGeom>
                <a:avLst/>
                <a:gdLst>
                  <a:gd name="T0" fmla="*/ 0 w 4"/>
                  <a:gd name="T1" fmla="*/ 88 h 5"/>
                  <a:gd name="T2" fmla="*/ 63 w 4"/>
                  <a:gd name="T3" fmla="*/ 34 h 5"/>
                  <a:gd name="T4" fmla="*/ 0 w 4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5"/>
                      <a:pt x="4" y="3"/>
                      <a:pt x="4" y="2"/>
                    </a:cubicBezTo>
                    <a:cubicBezTo>
                      <a:pt x="3" y="0"/>
                      <a:pt x="0" y="3"/>
                      <a:pt x="0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6" name="Freeform 983">
                <a:extLst>
                  <a:ext uri="{FF2B5EF4-FFF2-40B4-BE49-F238E27FC236}">
                    <a16:creationId xmlns:a16="http://schemas.microsoft.com/office/drawing/2014/main" id="{E1D97CD9-28C0-4543-BAE9-F3C96F469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169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2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7" name="Freeform 984">
                <a:extLst>
                  <a:ext uri="{FF2B5EF4-FFF2-40B4-BE49-F238E27FC236}">
                    <a16:creationId xmlns:a16="http://schemas.microsoft.com/office/drawing/2014/main" id="{949F9FB8-8505-49C5-AD80-6075CDC32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1141"/>
                <a:ext cx="15" cy="15"/>
              </a:xfrm>
              <a:custGeom>
                <a:avLst/>
                <a:gdLst>
                  <a:gd name="T0" fmla="*/ 83 w 6"/>
                  <a:gd name="T1" fmla="*/ 63 h 6"/>
                  <a:gd name="T2" fmla="*/ 33 w 6"/>
                  <a:gd name="T3" fmla="*/ 33 h 6"/>
                  <a:gd name="T4" fmla="*/ 63 w 6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6" y="2"/>
                      <a:pt x="3" y="0"/>
                      <a:pt x="2" y="2"/>
                    </a:cubicBezTo>
                    <a:cubicBezTo>
                      <a:pt x="0" y="4"/>
                      <a:pt x="2" y="6"/>
                      <a:pt x="4" y="5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8" name="Freeform 985">
                <a:extLst>
                  <a:ext uri="{FF2B5EF4-FFF2-40B4-BE49-F238E27FC236}">
                    <a16:creationId xmlns:a16="http://schemas.microsoft.com/office/drawing/2014/main" id="{E71FC13D-2BC7-4EC2-8C20-3C953FE65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176"/>
                <a:ext cx="13" cy="20"/>
              </a:xfrm>
              <a:custGeom>
                <a:avLst/>
                <a:gdLst>
                  <a:gd name="T0" fmla="*/ 88 w 5"/>
                  <a:gd name="T1" fmla="*/ 63 h 8"/>
                  <a:gd name="T2" fmla="*/ 88 w 5"/>
                  <a:gd name="T3" fmla="*/ 9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4"/>
                    </a:moveTo>
                    <a:cubicBezTo>
                      <a:pt x="2" y="0"/>
                      <a:pt x="0" y="8"/>
                      <a:pt x="5" y="6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9" name="Freeform 986">
                <a:extLst>
                  <a:ext uri="{FF2B5EF4-FFF2-40B4-BE49-F238E27FC236}">
                    <a16:creationId xmlns:a16="http://schemas.microsoft.com/office/drawing/2014/main" id="{13938852-2144-40AE-8306-9AF37296D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16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50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4" y="2"/>
                      <a:pt x="2" y="0"/>
                      <a:pt x="1" y="2"/>
                    </a:cubicBezTo>
                    <a:cubicBezTo>
                      <a:pt x="0" y="3"/>
                      <a:pt x="2" y="4"/>
                      <a:pt x="3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60" name="Freeform 987">
                <a:extLst>
                  <a:ext uri="{FF2B5EF4-FFF2-40B4-BE49-F238E27FC236}">
                    <a16:creationId xmlns:a16="http://schemas.microsoft.com/office/drawing/2014/main" id="{FCDFA715-E142-4D25-9CB0-8C142CDC6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161"/>
                <a:ext cx="12" cy="8"/>
              </a:xfrm>
              <a:custGeom>
                <a:avLst/>
                <a:gdLst>
                  <a:gd name="T0" fmla="*/ 70 w 5"/>
                  <a:gd name="T1" fmla="*/ 35 h 3"/>
                  <a:gd name="T2" fmla="*/ 12 w 5"/>
                  <a:gd name="T3" fmla="*/ 21 h 3"/>
                  <a:gd name="T4" fmla="*/ 58 w 5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4" y="1"/>
                      <a:pt x="2" y="0"/>
                      <a:pt x="1" y="1"/>
                    </a:cubicBezTo>
                    <a:cubicBezTo>
                      <a:pt x="0" y="3"/>
                      <a:pt x="3" y="3"/>
                      <a:pt x="4" y="2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61" name="Freeform 988">
                <a:extLst>
                  <a:ext uri="{FF2B5EF4-FFF2-40B4-BE49-F238E27FC236}">
                    <a16:creationId xmlns:a16="http://schemas.microsoft.com/office/drawing/2014/main" id="{5256DF4C-154D-468D-AD8D-6EFE2F938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139"/>
                <a:ext cx="15" cy="10"/>
              </a:xfrm>
              <a:custGeom>
                <a:avLst/>
                <a:gdLst>
                  <a:gd name="T0" fmla="*/ 83 w 6"/>
                  <a:gd name="T1" fmla="*/ 50 h 4"/>
                  <a:gd name="T2" fmla="*/ 95 w 6"/>
                  <a:gd name="T3" fmla="*/ 50 h 4"/>
                  <a:gd name="T4" fmla="*/ 33 w 6"/>
                  <a:gd name="T5" fmla="*/ 20 h 4"/>
                  <a:gd name="T6" fmla="*/ 83 w 6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4"/>
                      <a:pt x="6" y="3"/>
                    </a:cubicBezTo>
                    <a:cubicBezTo>
                      <a:pt x="6" y="2"/>
                      <a:pt x="4" y="0"/>
                      <a:pt x="2" y="1"/>
                    </a:cubicBezTo>
                    <a:cubicBezTo>
                      <a:pt x="0" y="3"/>
                      <a:pt x="3" y="4"/>
                      <a:pt x="5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62" name="Freeform 989">
                <a:extLst>
                  <a:ext uri="{FF2B5EF4-FFF2-40B4-BE49-F238E27FC236}">
                    <a16:creationId xmlns:a16="http://schemas.microsoft.com/office/drawing/2014/main" id="{CF87E881-83A0-4B5E-8502-58397BCB1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1136"/>
                <a:ext cx="13" cy="10"/>
              </a:xfrm>
              <a:custGeom>
                <a:avLst/>
                <a:gdLst>
                  <a:gd name="T0" fmla="*/ 88 w 5"/>
                  <a:gd name="T1" fmla="*/ 33 h 4"/>
                  <a:gd name="T2" fmla="*/ 21 w 5"/>
                  <a:gd name="T3" fmla="*/ 20 h 4"/>
                  <a:gd name="T4" fmla="*/ 68 w 5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5" y="1"/>
                      <a:pt x="2" y="0"/>
                      <a:pt x="1" y="1"/>
                    </a:cubicBezTo>
                    <a:cubicBezTo>
                      <a:pt x="0" y="3"/>
                      <a:pt x="3" y="4"/>
                      <a:pt x="4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63" name="Freeform 990">
                <a:extLst>
                  <a:ext uri="{FF2B5EF4-FFF2-40B4-BE49-F238E27FC236}">
                    <a16:creationId xmlns:a16="http://schemas.microsoft.com/office/drawing/2014/main" id="{90670115-DF7A-453E-89D5-EFF2AC66D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111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20 w 4"/>
                  <a:gd name="T3" fmla="*/ 35 h 3"/>
                  <a:gd name="T4" fmla="*/ 63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2"/>
                      <a:pt x="2" y="0"/>
                      <a:pt x="1" y="2"/>
                    </a:cubicBezTo>
                    <a:cubicBezTo>
                      <a:pt x="0" y="3"/>
                      <a:pt x="3" y="3"/>
                      <a:pt x="4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64" name="Freeform 991">
                <a:extLst>
                  <a:ext uri="{FF2B5EF4-FFF2-40B4-BE49-F238E27FC236}">
                    <a16:creationId xmlns:a16="http://schemas.microsoft.com/office/drawing/2014/main" id="{577824A5-5411-4931-B544-8A8C28ED7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266"/>
                <a:ext cx="15" cy="25"/>
              </a:xfrm>
              <a:custGeom>
                <a:avLst/>
                <a:gdLst>
                  <a:gd name="T0" fmla="*/ 95 w 6"/>
                  <a:gd name="T1" fmla="*/ 145 h 10"/>
                  <a:gd name="T2" fmla="*/ 83 w 6"/>
                  <a:gd name="T3" fmla="*/ 158 h 10"/>
                  <a:gd name="T4" fmla="*/ 83 w 6"/>
                  <a:gd name="T5" fmla="*/ 11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6" y="9"/>
                    </a:moveTo>
                    <a:cubicBezTo>
                      <a:pt x="5" y="0"/>
                      <a:pt x="0" y="8"/>
                      <a:pt x="5" y="10"/>
                    </a:cubicBezTo>
                    <a:cubicBezTo>
                      <a:pt x="6" y="9"/>
                      <a:pt x="5" y="8"/>
                      <a:pt x="5" y="7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65" name="Freeform 992">
                <a:extLst>
                  <a:ext uri="{FF2B5EF4-FFF2-40B4-BE49-F238E27FC236}">
                    <a16:creationId xmlns:a16="http://schemas.microsoft.com/office/drawing/2014/main" id="{FF266976-8001-48A9-B6DD-3C38786B2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229"/>
                <a:ext cx="13" cy="12"/>
              </a:xfrm>
              <a:custGeom>
                <a:avLst/>
                <a:gdLst>
                  <a:gd name="T0" fmla="*/ 55 w 5"/>
                  <a:gd name="T1" fmla="*/ 70 h 5"/>
                  <a:gd name="T2" fmla="*/ 21 w 5"/>
                  <a:gd name="T3" fmla="*/ 0 h 5"/>
                  <a:gd name="T4" fmla="*/ 34 w 5"/>
                  <a:gd name="T5" fmla="*/ 70 h 5"/>
                  <a:gd name="T6" fmla="*/ 55 w 5"/>
                  <a:gd name="T7" fmla="*/ 7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5" y="4"/>
                      <a:pt x="3" y="0"/>
                      <a:pt x="1" y="0"/>
                    </a:cubicBezTo>
                    <a:cubicBezTo>
                      <a:pt x="1" y="2"/>
                      <a:pt x="0" y="4"/>
                      <a:pt x="2" y="5"/>
                    </a:cubicBezTo>
                    <a:cubicBezTo>
                      <a:pt x="3" y="5"/>
                      <a:pt x="2" y="5"/>
                      <a:pt x="3" y="5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66" name="Freeform 993">
                <a:extLst>
                  <a:ext uri="{FF2B5EF4-FFF2-40B4-BE49-F238E27FC236}">
                    <a16:creationId xmlns:a16="http://schemas.microsoft.com/office/drawing/2014/main" id="{83A1B597-FCF6-49C7-939F-7FB04B301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211"/>
                <a:ext cx="28" cy="13"/>
              </a:xfrm>
              <a:custGeom>
                <a:avLst/>
                <a:gdLst>
                  <a:gd name="T0" fmla="*/ 117 w 11"/>
                  <a:gd name="T1" fmla="*/ 88 h 5"/>
                  <a:gd name="T2" fmla="*/ 97 w 11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7" y="5"/>
                    </a:moveTo>
                    <a:cubicBezTo>
                      <a:pt x="11" y="0"/>
                      <a:pt x="0" y="0"/>
                      <a:pt x="6" y="5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67" name="Freeform 994">
                <a:extLst>
                  <a:ext uri="{FF2B5EF4-FFF2-40B4-BE49-F238E27FC236}">
                    <a16:creationId xmlns:a16="http://schemas.microsoft.com/office/drawing/2014/main" id="{67332EAB-C1B3-4C6B-BEBD-B5DC4484B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18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33 w 4"/>
                  <a:gd name="T3" fmla="*/ 20 h 4"/>
                  <a:gd name="T4" fmla="*/ 33 w 4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4" y="3"/>
                      <a:pt x="4" y="0"/>
                      <a:pt x="2" y="1"/>
                    </a:cubicBezTo>
                    <a:cubicBezTo>
                      <a:pt x="0" y="1"/>
                      <a:pt x="2" y="3"/>
                      <a:pt x="2" y="3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68" name="Freeform 995">
                <a:extLst>
                  <a:ext uri="{FF2B5EF4-FFF2-40B4-BE49-F238E27FC236}">
                    <a16:creationId xmlns:a16="http://schemas.microsoft.com/office/drawing/2014/main" id="{F14BC6F4-941B-4044-99DC-A9FEC778F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1174"/>
                <a:ext cx="18" cy="17"/>
              </a:xfrm>
              <a:custGeom>
                <a:avLst/>
                <a:gdLst>
                  <a:gd name="T0" fmla="*/ 118 w 7"/>
                  <a:gd name="T1" fmla="*/ 87 h 7"/>
                  <a:gd name="T2" fmla="*/ 100 w 7"/>
                  <a:gd name="T3" fmla="*/ 100 h 7"/>
                  <a:gd name="T4" fmla="*/ 100 w 7"/>
                  <a:gd name="T5" fmla="*/ 8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7" y="6"/>
                    </a:moveTo>
                    <a:cubicBezTo>
                      <a:pt x="7" y="0"/>
                      <a:pt x="0" y="4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69" name="Freeform 996">
                <a:extLst>
                  <a:ext uri="{FF2B5EF4-FFF2-40B4-BE49-F238E27FC236}">
                    <a16:creationId xmlns:a16="http://schemas.microsoft.com/office/drawing/2014/main" id="{054074DE-8B4B-4479-B5AE-75B62CE9E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184"/>
                <a:ext cx="18" cy="17"/>
              </a:xfrm>
              <a:custGeom>
                <a:avLst/>
                <a:gdLst>
                  <a:gd name="T0" fmla="*/ 100 w 7"/>
                  <a:gd name="T1" fmla="*/ 87 h 7"/>
                  <a:gd name="T2" fmla="*/ 100 w 7"/>
                  <a:gd name="T3" fmla="*/ 8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6" y="6"/>
                    </a:moveTo>
                    <a:cubicBezTo>
                      <a:pt x="7" y="0"/>
                      <a:pt x="0" y="7"/>
                      <a:pt x="6" y="6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70" name="Freeform 997">
                <a:extLst>
                  <a:ext uri="{FF2B5EF4-FFF2-40B4-BE49-F238E27FC236}">
                    <a16:creationId xmlns:a16="http://schemas.microsoft.com/office/drawing/2014/main" id="{817F323D-2001-434D-83DE-0101E56FA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206"/>
                <a:ext cx="15" cy="13"/>
              </a:xfrm>
              <a:custGeom>
                <a:avLst/>
                <a:gdLst>
                  <a:gd name="T0" fmla="*/ 83 w 6"/>
                  <a:gd name="T1" fmla="*/ 88 h 5"/>
                  <a:gd name="T2" fmla="*/ 83 w 6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5" y="5"/>
                    </a:moveTo>
                    <a:cubicBezTo>
                      <a:pt x="6" y="0"/>
                      <a:pt x="0" y="5"/>
                      <a:pt x="5" y="5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71" name="Freeform 998">
                <a:extLst>
                  <a:ext uri="{FF2B5EF4-FFF2-40B4-BE49-F238E27FC236}">
                    <a16:creationId xmlns:a16="http://schemas.microsoft.com/office/drawing/2014/main" id="{3067455C-A8F6-4914-9665-FB7A0DBE0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241"/>
                <a:ext cx="13" cy="13"/>
              </a:xfrm>
              <a:custGeom>
                <a:avLst/>
                <a:gdLst>
                  <a:gd name="T0" fmla="*/ 68 w 5"/>
                  <a:gd name="T1" fmla="*/ 68 h 5"/>
                  <a:gd name="T2" fmla="*/ 34 w 5"/>
                  <a:gd name="T3" fmla="*/ 34 h 5"/>
                  <a:gd name="T4" fmla="*/ 68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5" y="2"/>
                      <a:pt x="3" y="0"/>
                      <a:pt x="2" y="2"/>
                    </a:cubicBezTo>
                    <a:cubicBezTo>
                      <a:pt x="0" y="3"/>
                      <a:pt x="2" y="5"/>
                      <a:pt x="4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72" name="Freeform 999">
                <a:extLst>
                  <a:ext uri="{FF2B5EF4-FFF2-40B4-BE49-F238E27FC236}">
                    <a16:creationId xmlns:a16="http://schemas.microsoft.com/office/drawing/2014/main" id="{0F6B846E-EC66-4FB6-94E4-2959E89EF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1276"/>
                <a:ext cx="3" cy="8"/>
              </a:xfrm>
              <a:custGeom>
                <a:avLst/>
                <a:gdLst>
                  <a:gd name="T0" fmla="*/ 27 w 1"/>
                  <a:gd name="T1" fmla="*/ 35 h 3"/>
                  <a:gd name="T2" fmla="*/ 0 w 1"/>
                  <a:gd name="T3" fmla="*/ 0 h 3"/>
                  <a:gd name="T4" fmla="*/ 0 w 1"/>
                  <a:gd name="T5" fmla="*/ 35 h 3"/>
                  <a:gd name="T6" fmla="*/ 27 w 1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2"/>
                      <a:pt x="1" y="2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73" name="Freeform 1000">
                <a:extLst>
                  <a:ext uri="{FF2B5EF4-FFF2-40B4-BE49-F238E27FC236}">
                    <a16:creationId xmlns:a16="http://schemas.microsoft.com/office/drawing/2014/main" id="{A9604B58-EFA1-41CA-82A2-62DB30CE0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309"/>
                <a:ext cx="8" cy="15"/>
              </a:xfrm>
              <a:custGeom>
                <a:avLst/>
                <a:gdLst>
                  <a:gd name="T0" fmla="*/ 35 w 3"/>
                  <a:gd name="T1" fmla="*/ 50 h 6"/>
                  <a:gd name="T2" fmla="*/ 35 w 3"/>
                  <a:gd name="T3" fmla="*/ 0 h 6"/>
                  <a:gd name="T4" fmla="*/ 56 w 3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3"/>
                    </a:moveTo>
                    <a:cubicBezTo>
                      <a:pt x="2" y="2"/>
                      <a:pt x="2" y="1"/>
                      <a:pt x="2" y="0"/>
                    </a:cubicBezTo>
                    <a:cubicBezTo>
                      <a:pt x="0" y="2"/>
                      <a:pt x="1" y="6"/>
                      <a:pt x="3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74" name="Freeform 1001">
                <a:extLst>
                  <a:ext uri="{FF2B5EF4-FFF2-40B4-BE49-F238E27FC236}">
                    <a16:creationId xmlns:a16="http://schemas.microsoft.com/office/drawing/2014/main" id="{4EB0E30A-CCEA-4D08-A8D8-C62BEE2D1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329"/>
                <a:ext cx="15" cy="17"/>
              </a:xfrm>
              <a:custGeom>
                <a:avLst/>
                <a:gdLst>
                  <a:gd name="T0" fmla="*/ 83 w 6"/>
                  <a:gd name="T1" fmla="*/ 70 h 7"/>
                  <a:gd name="T2" fmla="*/ 50 w 6"/>
                  <a:gd name="T3" fmla="*/ 29 h 7"/>
                  <a:gd name="T4" fmla="*/ 95 w 6"/>
                  <a:gd name="T5" fmla="*/ 8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6" y="3"/>
                      <a:pt x="5" y="0"/>
                      <a:pt x="3" y="2"/>
                    </a:cubicBezTo>
                    <a:cubicBezTo>
                      <a:pt x="0" y="4"/>
                      <a:pt x="4" y="7"/>
                      <a:pt x="6" y="6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75" name="Freeform 1002">
                <a:extLst>
                  <a:ext uri="{FF2B5EF4-FFF2-40B4-BE49-F238E27FC236}">
                    <a16:creationId xmlns:a16="http://schemas.microsoft.com/office/drawing/2014/main" id="{3F711764-28A9-4DBB-9065-6F5C6465C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299"/>
                <a:ext cx="12" cy="12"/>
              </a:xfrm>
              <a:custGeom>
                <a:avLst/>
                <a:gdLst>
                  <a:gd name="T0" fmla="*/ 70 w 5"/>
                  <a:gd name="T1" fmla="*/ 70 h 5"/>
                  <a:gd name="T2" fmla="*/ 29 w 5"/>
                  <a:gd name="T3" fmla="*/ 12 h 5"/>
                  <a:gd name="T4" fmla="*/ 58 w 5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5" y="4"/>
                      <a:pt x="4" y="0"/>
                      <a:pt x="2" y="1"/>
                    </a:cubicBezTo>
                    <a:cubicBezTo>
                      <a:pt x="0" y="2"/>
                      <a:pt x="2" y="4"/>
                      <a:pt x="4" y="5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76" name="Freeform 1003">
                <a:extLst>
                  <a:ext uri="{FF2B5EF4-FFF2-40B4-BE49-F238E27FC236}">
                    <a16:creationId xmlns:a16="http://schemas.microsoft.com/office/drawing/2014/main" id="{52C92811-E76E-413D-94BB-739667221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266"/>
                <a:ext cx="10" cy="13"/>
              </a:xfrm>
              <a:custGeom>
                <a:avLst/>
                <a:gdLst>
                  <a:gd name="T0" fmla="*/ 63 w 4"/>
                  <a:gd name="T1" fmla="*/ 68 h 5"/>
                  <a:gd name="T2" fmla="*/ 33 w 4"/>
                  <a:gd name="T3" fmla="*/ 21 h 5"/>
                  <a:gd name="T4" fmla="*/ 63 w 4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4" y="3"/>
                      <a:pt x="3" y="0"/>
                      <a:pt x="2" y="1"/>
                    </a:cubicBezTo>
                    <a:cubicBezTo>
                      <a:pt x="0" y="3"/>
                      <a:pt x="3" y="5"/>
                      <a:pt x="4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77" name="Freeform 1004">
                <a:extLst>
                  <a:ext uri="{FF2B5EF4-FFF2-40B4-BE49-F238E27FC236}">
                    <a16:creationId xmlns:a16="http://schemas.microsoft.com/office/drawing/2014/main" id="{76B41047-DAA2-49FD-9124-812A44975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244"/>
                <a:ext cx="15" cy="20"/>
              </a:xfrm>
              <a:custGeom>
                <a:avLst/>
                <a:gdLst>
                  <a:gd name="T0" fmla="*/ 95 w 6"/>
                  <a:gd name="T1" fmla="*/ 95 h 8"/>
                  <a:gd name="T2" fmla="*/ 95 w 6"/>
                  <a:gd name="T3" fmla="*/ 11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6"/>
                    </a:moveTo>
                    <a:cubicBezTo>
                      <a:pt x="5" y="0"/>
                      <a:pt x="0" y="8"/>
                      <a:pt x="6" y="7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78" name="Freeform 1005">
                <a:extLst>
                  <a:ext uri="{FF2B5EF4-FFF2-40B4-BE49-F238E27FC236}">
                    <a16:creationId xmlns:a16="http://schemas.microsoft.com/office/drawing/2014/main" id="{BDC6314F-3F32-49D5-8947-9B7BA4E80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226"/>
                <a:ext cx="12" cy="13"/>
              </a:xfrm>
              <a:custGeom>
                <a:avLst/>
                <a:gdLst>
                  <a:gd name="T0" fmla="*/ 41 w 5"/>
                  <a:gd name="T1" fmla="*/ 88 h 5"/>
                  <a:gd name="T2" fmla="*/ 0 w 5"/>
                  <a:gd name="T3" fmla="*/ 21 h 5"/>
                  <a:gd name="T4" fmla="*/ 41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5" y="4"/>
                      <a:pt x="2" y="0"/>
                      <a:pt x="0" y="1"/>
                    </a:cubicBezTo>
                    <a:cubicBezTo>
                      <a:pt x="0" y="3"/>
                      <a:pt x="2" y="4"/>
                      <a:pt x="3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79" name="Freeform 1006">
                <a:extLst>
                  <a:ext uri="{FF2B5EF4-FFF2-40B4-BE49-F238E27FC236}">
                    <a16:creationId xmlns:a16="http://schemas.microsoft.com/office/drawing/2014/main" id="{4D3716D8-6D42-4831-A461-6E1920EA8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191"/>
                <a:ext cx="12" cy="15"/>
              </a:xfrm>
              <a:custGeom>
                <a:avLst/>
                <a:gdLst>
                  <a:gd name="T0" fmla="*/ 70 w 5"/>
                  <a:gd name="T1" fmla="*/ 83 h 6"/>
                  <a:gd name="T2" fmla="*/ 29 w 5"/>
                  <a:gd name="T3" fmla="*/ 33 h 6"/>
                  <a:gd name="T4" fmla="*/ 58 w 5"/>
                  <a:gd name="T5" fmla="*/ 95 h 6"/>
                  <a:gd name="T6" fmla="*/ 58 w 5"/>
                  <a:gd name="T7" fmla="*/ 6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5"/>
                    </a:moveTo>
                    <a:cubicBezTo>
                      <a:pt x="5" y="4"/>
                      <a:pt x="4" y="0"/>
                      <a:pt x="2" y="2"/>
                    </a:cubicBezTo>
                    <a:cubicBezTo>
                      <a:pt x="0" y="3"/>
                      <a:pt x="4" y="5"/>
                      <a:pt x="4" y="6"/>
                    </a:cubicBezTo>
                    <a:cubicBezTo>
                      <a:pt x="5" y="5"/>
                      <a:pt x="5" y="4"/>
                      <a:pt x="4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80" name="Freeform 1007">
                <a:extLst>
                  <a:ext uri="{FF2B5EF4-FFF2-40B4-BE49-F238E27FC236}">
                    <a16:creationId xmlns:a16="http://schemas.microsoft.com/office/drawing/2014/main" id="{A94D5FC6-9B69-471B-95FA-0922634C4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1156"/>
                <a:ext cx="15" cy="13"/>
              </a:xfrm>
              <a:custGeom>
                <a:avLst/>
                <a:gdLst>
                  <a:gd name="T0" fmla="*/ 83 w 6"/>
                  <a:gd name="T1" fmla="*/ 68 h 5"/>
                  <a:gd name="T2" fmla="*/ 33 w 6"/>
                  <a:gd name="T3" fmla="*/ 34 h 5"/>
                  <a:gd name="T4" fmla="*/ 83 w 6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6" y="3"/>
                      <a:pt x="3" y="0"/>
                      <a:pt x="2" y="2"/>
                    </a:cubicBezTo>
                    <a:cubicBezTo>
                      <a:pt x="0" y="4"/>
                      <a:pt x="3" y="5"/>
                      <a:pt x="5" y="4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81" name="Freeform 1008">
                <a:extLst>
                  <a:ext uri="{FF2B5EF4-FFF2-40B4-BE49-F238E27FC236}">
                    <a16:creationId xmlns:a16="http://schemas.microsoft.com/office/drawing/2014/main" id="{AC761D29-D1DE-4D46-979B-E937BF0BC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16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0 h 2"/>
                  <a:gd name="T4" fmla="*/ 0 w 2"/>
                  <a:gd name="T5" fmla="*/ 20 h 2"/>
                  <a:gd name="T6" fmla="*/ 33 w 2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2"/>
                      <a:pt x="2" y="1"/>
                    </a:cubicBezTo>
                  </a:path>
                </a:pathLst>
              </a:custGeom>
              <a:solidFill>
                <a:srgbClr val="A77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570" name="Freeform 1009">
              <a:extLst>
                <a:ext uri="{FF2B5EF4-FFF2-40B4-BE49-F238E27FC236}">
                  <a16:creationId xmlns:a16="http://schemas.microsoft.com/office/drawing/2014/main" id="{9099D1D5-CB49-4806-980E-EFE4F51D3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211"/>
              <a:ext cx="8" cy="8"/>
            </a:xfrm>
            <a:custGeom>
              <a:avLst/>
              <a:gdLst>
                <a:gd name="T0" fmla="*/ 35 w 3"/>
                <a:gd name="T1" fmla="*/ 35 h 3"/>
                <a:gd name="T2" fmla="*/ 56 w 3"/>
                <a:gd name="T3" fmla="*/ 35 h 3"/>
                <a:gd name="T4" fmla="*/ 0 w 3"/>
                <a:gd name="T5" fmla="*/ 0 h 3"/>
                <a:gd name="T6" fmla="*/ 56 w 3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3" y="1"/>
                    <a:pt x="2" y="0"/>
                    <a:pt x="0" y="0"/>
                  </a:cubicBezTo>
                  <a:cubicBezTo>
                    <a:pt x="0" y="2"/>
                    <a:pt x="2" y="3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71" name="Freeform 1010">
              <a:extLst>
                <a:ext uri="{FF2B5EF4-FFF2-40B4-BE49-F238E27FC236}">
                  <a16:creationId xmlns:a16="http://schemas.microsoft.com/office/drawing/2014/main" id="{B0C4BC5A-E0A5-4768-A164-F1C17F03D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244"/>
              <a:ext cx="10" cy="7"/>
            </a:xfrm>
            <a:custGeom>
              <a:avLst/>
              <a:gdLst>
                <a:gd name="T0" fmla="*/ 63 w 4"/>
                <a:gd name="T1" fmla="*/ 28 h 3"/>
                <a:gd name="T2" fmla="*/ 20 w 4"/>
                <a:gd name="T3" fmla="*/ 0 h 3"/>
                <a:gd name="T4" fmla="*/ 63 w 4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1"/>
                    <a:pt x="3" y="0"/>
                    <a:pt x="1" y="0"/>
                  </a:cubicBezTo>
                  <a:cubicBezTo>
                    <a:pt x="0" y="1"/>
                    <a:pt x="3" y="3"/>
                    <a:pt x="4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72" name="Freeform 1011">
              <a:extLst>
                <a:ext uri="{FF2B5EF4-FFF2-40B4-BE49-F238E27FC236}">
                  <a16:creationId xmlns:a16="http://schemas.microsoft.com/office/drawing/2014/main" id="{F3E5C93B-1EAE-4426-8667-FCF27FEEF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281"/>
              <a:ext cx="3" cy="8"/>
            </a:xfrm>
            <a:custGeom>
              <a:avLst/>
              <a:gdLst>
                <a:gd name="T0" fmla="*/ 27 w 1"/>
                <a:gd name="T1" fmla="*/ 56 h 3"/>
                <a:gd name="T2" fmla="*/ 0 w 1"/>
                <a:gd name="T3" fmla="*/ 0 h 3"/>
                <a:gd name="T4" fmla="*/ 27 w 1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73" name="Freeform 1012">
              <a:extLst>
                <a:ext uri="{FF2B5EF4-FFF2-40B4-BE49-F238E27FC236}">
                  <a16:creationId xmlns:a16="http://schemas.microsoft.com/office/drawing/2014/main" id="{12B3FCFC-6721-46E6-BCF5-1E605E0D2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279"/>
              <a:ext cx="10" cy="10"/>
            </a:xfrm>
            <a:custGeom>
              <a:avLst/>
              <a:gdLst>
                <a:gd name="T0" fmla="*/ 50 w 4"/>
                <a:gd name="T1" fmla="*/ 63 h 4"/>
                <a:gd name="T2" fmla="*/ 20 w 4"/>
                <a:gd name="T3" fmla="*/ 0 h 4"/>
                <a:gd name="T4" fmla="*/ 33 w 4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4" y="2"/>
                    <a:pt x="2" y="1"/>
                    <a:pt x="1" y="0"/>
                  </a:cubicBezTo>
                  <a:cubicBezTo>
                    <a:pt x="0" y="1"/>
                    <a:pt x="0" y="3"/>
                    <a:pt x="2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74" name="Freeform 1013">
              <a:extLst>
                <a:ext uri="{FF2B5EF4-FFF2-40B4-BE49-F238E27FC236}">
                  <a16:creationId xmlns:a16="http://schemas.microsoft.com/office/drawing/2014/main" id="{02AFF05C-61AF-45CA-97AC-0E88633B0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324"/>
              <a:ext cx="10" cy="15"/>
            </a:xfrm>
            <a:custGeom>
              <a:avLst/>
              <a:gdLst>
                <a:gd name="T0" fmla="*/ 50 w 4"/>
                <a:gd name="T1" fmla="*/ 83 h 6"/>
                <a:gd name="T2" fmla="*/ 20 w 4"/>
                <a:gd name="T3" fmla="*/ 50 h 6"/>
                <a:gd name="T4" fmla="*/ 63 w 4"/>
                <a:gd name="T5" fmla="*/ 95 h 6"/>
                <a:gd name="T6" fmla="*/ 50 w 4"/>
                <a:gd name="T7" fmla="*/ 8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5"/>
                  </a:moveTo>
                  <a:cubicBezTo>
                    <a:pt x="3" y="4"/>
                    <a:pt x="2" y="0"/>
                    <a:pt x="1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4" y="5"/>
                    <a:pt x="3" y="5"/>
                    <a:pt x="3" y="5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75" name="Freeform 1014">
              <a:extLst>
                <a:ext uri="{FF2B5EF4-FFF2-40B4-BE49-F238E27FC236}">
                  <a16:creationId xmlns:a16="http://schemas.microsoft.com/office/drawing/2014/main" id="{DB1B332C-E066-432B-9C96-D928A1389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1311"/>
              <a:ext cx="8" cy="10"/>
            </a:xfrm>
            <a:custGeom>
              <a:avLst/>
              <a:gdLst>
                <a:gd name="T0" fmla="*/ 56 w 3"/>
                <a:gd name="T1" fmla="*/ 63 h 4"/>
                <a:gd name="T2" fmla="*/ 0 w 3"/>
                <a:gd name="T3" fmla="*/ 20 h 4"/>
                <a:gd name="T4" fmla="*/ 35 w 3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2"/>
                    <a:pt x="2" y="0"/>
                    <a:pt x="0" y="1"/>
                  </a:cubicBezTo>
                  <a:cubicBezTo>
                    <a:pt x="0" y="2"/>
                    <a:pt x="0" y="3"/>
                    <a:pt x="2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76" name="Freeform 1015">
              <a:extLst>
                <a:ext uri="{FF2B5EF4-FFF2-40B4-BE49-F238E27FC236}">
                  <a16:creationId xmlns:a16="http://schemas.microsoft.com/office/drawing/2014/main" id="{8496D9EA-E0D2-49B0-9A5B-B6A454559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331"/>
              <a:ext cx="10" cy="13"/>
            </a:xfrm>
            <a:custGeom>
              <a:avLst/>
              <a:gdLst>
                <a:gd name="T0" fmla="*/ 50 w 4"/>
                <a:gd name="T1" fmla="*/ 88 h 5"/>
                <a:gd name="T2" fmla="*/ 33 w 4"/>
                <a:gd name="T3" fmla="*/ 21 h 5"/>
                <a:gd name="T4" fmla="*/ 33 w 4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5"/>
                  </a:moveTo>
                  <a:cubicBezTo>
                    <a:pt x="3" y="4"/>
                    <a:pt x="4" y="2"/>
                    <a:pt x="2" y="1"/>
                  </a:cubicBezTo>
                  <a:cubicBezTo>
                    <a:pt x="1" y="0"/>
                    <a:pt x="0" y="3"/>
                    <a:pt x="2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77" name="Freeform 1016">
              <a:extLst>
                <a:ext uri="{FF2B5EF4-FFF2-40B4-BE49-F238E27FC236}">
                  <a16:creationId xmlns:a16="http://schemas.microsoft.com/office/drawing/2014/main" id="{172FCD46-13FE-4679-B691-B12E3C4F6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301"/>
              <a:ext cx="12" cy="13"/>
            </a:xfrm>
            <a:custGeom>
              <a:avLst/>
              <a:gdLst>
                <a:gd name="T0" fmla="*/ 41 w 5"/>
                <a:gd name="T1" fmla="*/ 68 h 5"/>
                <a:gd name="T2" fmla="*/ 29 w 5"/>
                <a:gd name="T3" fmla="*/ 0 h 5"/>
                <a:gd name="T4" fmla="*/ 58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4" y="3"/>
                    <a:pt x="5" y="0"/>
                    <a:pt x="2" y="0"/>
                  </a:cubicBezTo>
                  <a:cubicBezTo>
                    <a:pt x="0" y="4"/>
                    <a:pt x="5" y="5"/>
                    <a:pt x="4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78" name="Freeform 1017">
              <a:extLst>
                <a:ext uri="{FF2B5EF4-FFF2-40B4-BE49-F238E27FC236}">
                  <a16:creationId xmlns:a16="http://schemas.microsoft.com/office/drawing/2014/main" id="{2BBE56FB-6DA3-4876-A634-64F846342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106"/>
              <a:ext cx="12" cy="8"/>
            </a:xfrm>
            <a:custGeom>
              <a:avLst/>
              <a:gdLst>
                <a:gd name="T0" fmla="*/ 29 w 5"/>
                <a:gd name="T1" fmla="*/ 35 h 3"/>
                <a:gd name="T2" fmla="*/ 70 w 5"/>
                <a:gd name="T3" fmla="*/ 21 h 3"/>
                <a:gd name="T4" fmla="*/ 0 w 5"/>
                <a:gd name="T5" fmla="*/ 35 h 3"/>
                <a:gd name="T6" fmla="*/ 41 w 5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2" y="2"/>
                  </a:moveTo>
                  <a:cubicBezTo>
                    <a:pt x="3" y="2"/>
                    <a:pt x="4" y="2"/>
                    <a:pt x="5" y="1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1" y="3"/>
                    <a:pt x="2" y="3"/>
                    <a:pt x="3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79" name="Freeform 1018">
              <a:extLst>
                <a:ext uri="{FF2B5EF4-FFF2-40B4-BE49-F238E27FC236}">
                  <a16:creationId xmlns:a16="http://schemas.microsoft.com/office/drawing/2014/main" id="{E9FBBF7F-C2EB-4AA1-8894-32EEDD554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111"/>
              <a:ext cx="15" cy="10"/>
            </a:xfrm>
            <a:custGeom>
              <a:avLst/>
              <a:gdLst>
                <a:gd name="T0" fmla="*/ 0 w 6"/>
                <a:gd name="T1" fmla="*/ 50 h 4"/>
                <a:gd name="T2" fmla="*/ 95 w 6"/>
                <a:gd name="T3" fmla="*/ 63 h 4"/>
                <a:gd name="T4" fmla="*/ 0 w 6"/>
                <a:gd name="T5" fmla="*/ 33 h 4"/>
                <a:gd name="T6" fmla="*/ 0 w 6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2" y="4"/>
                    <a:pt x="4" y="4"/>
                    <a:pt x="6" y="4"/>
                  </a:cubicBezTo>
                  <a:cubicBezTo>
                    <a:pt x="5" y="2"/>
                    <a:pt x="1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80" name="Freeform 1019">
              <a:extLst>
                <a:ext uri="{FF2B5EF4-FFF2-40B4-BE49-F238E27FC236}">
                  <a16:creationId xmlns:a16="http://schemas.microsoft.com/office/drawing/2014/main" id="{6F034A66-4EFD-40DC-B030-179437316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963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81" name="Freeform 1020">
              <a:extLst>
                <a:ext uri="{FF2B5EF4-FFF2-40B4-BE49-F238E27FC236}">
                  <a16:creationId xmlns:a16="http://schemas.microsoft.com/office/drawing/2014/main" id="{24CE9190-2E9E-4B93-B937-840401521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953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50 w 4"/>
                <a:gd name="T3" fmla="*/ 35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0" y="1"/>
                    <a:pt x="1" y="3"/>
                    <a:pt x="3" y="2"/>
                  </a:cubicBezTo>
                  <a:cubicBezTo>
                    <a:pt x="4" y="2"/>
                    <a:pt x="4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82" name="Freeform 1021">
              <a:extLst>
                <a:ext uri="{FF2B5EF4-FFF2-40B4-BE49-F238E27FC236}">
                  <a16:creationId xmlns:a16="http://schemas.microsoft.com/office/drawing/2014/main" id="{6042244A-4B7B-4D33-88F4-D0DE77F05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973"/>
              <a:ext cx="22" cy="13"/>
            </a:xfrm>
            <a:custGeom>
              <a:avLst/>
              <a:gdLst>
                <a:gd name="T0" fmla="*/ 71 w 9"/>
                <a:gd name="T1" fmla="*/ 0 h 5"/>
                <a:gd name="T2" fmla="*/ 90 w 9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0"/>
                  </a:moveTo>
                  <a:cubicBezTo>
                    <a:pt x="0" y="2"/>
                    <a:pt x="9" y="5"/>
                    <a:pt x="6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83" name="Freeform 1022">
              <a:extLst>
                <a:ext uri="{FF2B5EF4-FFF2-40B4-BE49-F238E27FC236}">
                  <a16:creationId xmlns:a16="http://schemas.microsoft.com/office/drawing/2014/main" id="{5BA7FB1F-9619-4C71-96E7-84146105B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973"/>
              <a:ext cx="17" cy="8"/>
            </a:xfrm>
            <a:custGeom>
              <a:avLst/>
              <a:gdLst>
                <a:gd name="T0" fmla="*/ 41 w 7"/>
                <a:gd name="T1" fmla="*/ 21 h 3"/>
                <a:gd name="T2" fmla="*/ 41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3" y="1"/>
                  </a:moveTo>
                  <a:cubicBezTo>
                    <a:pt x="0" y="3"/>
                    <a:pt x="7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84" name="Freeform 1023">
              <a:extLst>
                <a:ext uri="{FF2B5EF4-FFF2-40B4-BE49-F238E27FC236}">
                  <a16:creationId xmlns:a16="http://schemas.microsoft.com/office/drawing/2014/main" id="{9C08B6DA-C725-421A-A8F3-749265244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948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21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3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85" name="Freeform 1024">
              <a:extLst>
                <a:ext uri="{FF2B5EF4-FFF2-40B4-BE49-F238E27FC236}">
                  <a16:creationId xmlns:a16="http://schemas.microsoft.com/office/drawing/2014/main" id="{FFE73E34-3B30-41A8-BC8C-B9D8C53AD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966"/>
              <a:ext cx="5" cy="7"/>
            </a:xfrm>
            <a:custGeom>
              <a:avLst/>
              <a:gdLst>
                <a:gd name="T0" fmla="*/ 20 w 2"/>
                <a:gd name="T1" fmla="*/ 12 h 3"/>
                <a:gd name="T2" fmla="*/ 0 w 2"/>
                <a:gd name="T3" fmla="*/ 37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86" name="Freeform 1025">
              <a:extLst>
                <a:ext uri="{FF2B5EF4-FFF2-40B4-BE49-F238E27FC236}">
                  <a16:creationId xmlns:a16="http://schemas.microsoft.com/office/drawing/2014/main" id="{D086392B-C639-49F2-8A09-AE94FBF3C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943"/>
              <a:ext cx="7" cy="5"/>
            </a:xfrm>
            <a:custGeom>
              <a:avLst/>
              <a:gdLst>
                <a:gd name="T0" fmla="*/ 28 w 3"/>
                <a:gd name="T1" fmla="*/ 0 h 2"/>
                <a:gd name="T2" fmla="*/ 28 w 3"/>
                <a:gd name="T3" fmla="*/ 33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0" y="0"/>
                    <a:pt x="1" y="2"/>
                    <a:pt x="2" y="2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87" name="Freeform 1026">
              <a:extLst>
                <a:ext uri="{FF2B5EF4-FFF2-40B4-BE49-F238E27FC236}">
                  <a16:creationId xmlns:a16="http://schemas.microsoft.com/office/drawing/2014/main" id="{28FBF0D2-0D97-4518-87F2-2F54EC810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961"/>
              <a:ext cx="5" cy="5"/>
            </a:xfrm>
            <a:custGeom>
              <a:avLst/>
              <a:gdLst>
                <a:gd name="T0" fmla="*/ 33 w 2"/>
                <a:gd name="T1" fmla="*/ 0 h 2"/>
                <a:gd name="T2" fmla="*/ 20 w 2"/>
                <a:gd name="T3" fmla="*/ 33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88" name="Freeform 1027">
              <a:extLst>
                <a:ext uri="{FF2B5EF4-FFF2-40B4-BE49-F238E27FC236}">
                  <a16:creationId xmlns:a16="http://schemas.microsoft.com/office/drawing/2014/main" id="{8BB51D1A-EE59-4B00-9D78-9153C86B1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93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89" name="Freeform 1028">
              <a:extLst>
                <a:ext uri="{FF2B5EF4-FFF2-40B4-BE49-F238E27FC236}">
                  <a16:creationId xmlns:a16="http://schemas.microsoft.com/office/drawing/2014/main" id="{B13CE090-718A-44A6-BBD5-ADE986994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953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20 h 2"/>
                <a:gd name="T4" fmla="*/ 8 w 1"/>
                <a:gd name="T5" fmla="*/ 33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90" name="Freeform 1029">
              <a:extLst>
                <a:ext uri="{FF2B5EF4-FFF2-40B4-BE49-F238E27FC236}">
                  <a16:creationId xmlns:a16="http://schemas.microsoft.com/office/drawing/2014/main" id="{9FE0E09F-97DA-4E83-911D-E2A21F6CE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983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20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91" name="Freeform 1030">
              <a:extLst>
                <a:ext uri="{FF2B5EF4-FFF2-40B4-BE49-F238E27FC236}">
                  <a16:creationId xmlns:a16="http://schemas.microsoft.com/office/drawing/2014/main" id="{6E7D8277-3F81-4165-AE0D-BBF9E4909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943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35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92" name="Freeform 1031">
              <a:extLst>
                <a:ext uri="{FF2B5EF4-FFF2-40B4-BE49-F238E27FC236}">
                  <a16:creationId xmlns:a16="http://schemas.microsoft.com/office/drawing/2014/main" id="{A66FECA0-91B0-4612-8871-3ADDF291C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933"/>
              <a:ext cx="15" cy="5"/>
            </a:xfrm>
            <a:custGeom>
              <a:avLst/>
              <a:gdLst>
                <a:gd name="T0" fmla="*/ 33 w 6"/>
                <a:gd name="T1" fmla="*/ 0 h 2"/>
                <a:gd name="T2" fmla="*/ 33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2" y="0"/>
                  </a:moveTo>
                  <a:cubicBezTo>
                    <a:pt x="0" y="2"/>
                    <a:pt x="6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93" name="Freeform 1032">
              <a:extLst>
                <a:ext uri="{FF2B5EF4-FFF2-40B4-BE49-F238E27FC236}">
                  <a16:creationId xmlns:a16="http://schemas.microsoft.com/office/drawing/2014/main" id="{82CA89FB-DAD9-4876-9C18-A00269F33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914"/>
              <a:ext cx="5" cy="5"/>
            </a:xfrm>
            <a:custGeom>
              <a:avLst/>
              <a:gdLst>
                <a:gd name="T0" fmla="*/ 33 w 2"/>
                <a:gd name="T1" fmla="*/ 0 h 2"/>
                <a:gd name="T2" fmla="*/ 20 w 2"/>
                <a:gd name="T3" fmla="*/ 33 h 2"/>
                <a:gd name="T4" fmla="*/ 2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94" name="Freeform 1033">
              <a:extLst>
                <a:ext uri="{FF2B5EF4-FFF2-40B4-BE49-F238E27FC236}">
                  <a16:creationId xmlns:a16="http://schemas.microsoft.com/office/drawing/2014/main" id="{C22A2B03-3E6C-4FA3-B8D5-BB742EF6C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929"/>
              <a:ext cx="10" cy="12"/>
            </a:xfrm>
            <a:custGeom>
              <a:avLst/>
              <a:gdLst>
                <a:gd name="T0" fmla="*/ 50 w 4"/>
                <a:gd name="T1" fmla="*/ 12 h 5"/>
                <a:gd name="T2" fmla="*/ 20 w 4"/>
                <a:gd name="T3" fmla="*/ 41 h 5"/>
                <a:gd name="T4" fmla="*/ 63 w 4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0"/>
                    <a:pt x="0" y="2"/>
                    <a:pt x="1" y="3"/>
                  </a:cubicBezTo>
                  <a:cubicBezTo>
                    <a:pt x="3" y="5"/>
                    <a:pt x="4" y="2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95" name="Freeform 1034">
              <a:extLst>
                <a:ext uri="{FF2B5EF4-FFF2-40B4-BE49-F238E27FC236}">
                  <a16:creationId xmlns:a16="http://schemas.microsoft.com/office/drawing/2014/main" id="{8F7C2A58-2684-498C-BEFE-C441551EC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921"/>
              <a:ext cx="13" cy="8"/>
            </a:xfrm>
            <a:custGeom>
              <a:avLst/>
              <a:gdLst>
                <a:gd name="T0" fmla="*/ 55 w 5"/>
                <a:gd name="T1" fmla="*/ 0 h 3"/>
                <a:gd name="T2" fmla="*/ 55 w 5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0" y="3"/>
                    <a:pt x="5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96" name="Freeform 1035">
              <a:extLst>
                <a:ext uri="{FF2B5EF4-FFF2-40B4-BE49-F238E27FC236}">
                  <a16:creationId xmlns:a16="http://schemas.microsoft.com/office/drawing/2014/main" id="{E72D7E65-662B-4C9D-BF93-4F32189AD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906"/>
              <a:ext cx="5" cy="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27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97" name="Freeform 1036">
              <a:extLst>
                <a:ext uri="{FF2B5EF4-FFF2-40B4-BE49-F238E27FC236}">
                  <a16:creationId xmlns:a16="http://schemas.microsoft.com/office/drawing/2014/main" id="{2966C093-FDFA-45B7-9E1D-09A5D25DC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894"/>
              <a:ext cx="8" cy="5"/>
            </a:xfrm>
            <a:custGeom>
              <a:avLst/>
              <a:gdLst>
                <a:gd name="T0" fmla="*/ 35 w 3"/>
                <a:gd name="T1" fmla="*/ 0 h 2"/>
                <a:gd name="T2" fmla="*/ 56 w 3"/>
                <a:gd name="T3" fmla="*/ 20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0" y="0"/>
                    <a:pt x="1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98" name="Freeform 1037">
              <a:extLst>
                <a:ext uri="{FF2B5EF4-FFF2-40B4-BE49-F238E27FC236}">
                  <a16:creationId xmlns:a16="http://schemas.microsoft.com/office/drawing/2014/main" id="{5E27EB7F-F99D-49A4-96A2-D1E383825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909"/>
              <a:ext cx="7" cy="7"/>
            </a:xfrm>
            <a:custGeom>
              <a:avLst/>
              <a:gdLst>
                <a:gd name="T0" fmla="*/ 37 w 3"/>
                <a:gd name="T1" fmla="*/ 0 h 3"/>
                <a:gd name="T2" fmla="*/ 12 w 3"/>
                <a:gd name="T3" fmla="*/ 0 h 3"/>
                <a:gd name="T4" fmla="*/ 37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2"/>
                    <a:pt x="3" y="3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99" name="Freeform 1038">
              <a:extLst>
                <a:ext uri="{FF2B5EF4-FFF2-40B4-BE49-F238E27FC236}">
                  <a16:creationId xmlns:a16="http://schemas.microsoft.com/office/drawing/2014/main" id="{5428FC8C-C7A1-415D-A522-2B7CCE0EC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899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20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6" name="Freeform 1039">
              <a:extLst>
                <a:ext uri="{FF2B5EF4-FFF2-40B4-BE49-F238E27FC236}">
                  <a16:creationId xmlns:a16="http://schemas.microsoft.com/office/drawing/2014/main" id="{4DB461E0-4AF6-4AF9-A34E-4E1338935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948"/>
              <a:ext cx="2" cy="5"/>
            </a:xfrm>
            <a:custGeom>
              <a:avLst/>
              <a:gdLst>
                <a:gd name="T0" fmla="*/ 8 w 1"/>
                <a:gd name="T1" fmla="*/ 20 h 2"/>
                <a:gd name="T2" fmla="*/ 0 w 1"/>
                <a:gd name="T3" fmla="*/ 20 h 2"/>
                <a:gd name="T4" fmla="*/ 0 w 1"/>
                <a:gd name="T5" fmla="*/ 33 h 2"/>
                <a:gd name="T6" fmla="*/ 8 w 1"/>
                <a:gd name="T7" fmla="*/ 20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7" name="Freeform 1040">
              <a:extLst>
                <a:ext uri="{FF2B5EF4-FFF2-40B4-BE49-F238E27FC236}">
                  <a16:creationId xmlns:a16="http://schemas.microsoft.com/office/drawing/2014/main" id="{7B95AF04-85D5-426E-826E-7D65DA703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958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8" name="Freeform 1041">
              <a:extLst>
                <a:ext uri="{FF2B5EF4-FFF2-40B4-BE49-F238E27FC236}">
                  <a16:creationId xmlns:a16="http://schemas.microsoft.com/office/drawing/2014/main" id="{7AFF2AB6-EBF6-4CAA-934B-7C952AC34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926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27 h 1"/>
                <a:gd name="T4" fmla="*/ 8 w 1"/>
                <a:gd name="T5" fmla="*/ 27 h 1"/>
                <a:gd name="T6" fmla="*/ 8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9" name="Freeform 1042">
              <a:extLst>
                <a:ext uri="{FF2B5EF4-FFF2-40B4-BE49-F238E27FC236}">
                  <a16:creationId xmlns:a16="http://schemas.microsoft.com/office/drawing/2014/main" id="{D3453F12-D457-401C-B2FA-510A7EA6E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963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0" name="Freeform 1043">
              <a:extLst>
                <a:ext uri="{FF2B5EF4-FFF2-40B4-BE49-F238E27FC236}">
                  <a16:creationId xmlns:a16="http://schemas.microsoft.com/office/drawing/2014/main" id="{CC8A4FAC-4AC4-4B8D-9A66-363BE6AFF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953"/>
              <a:ext cx="10" cy="5"/>
            </a:xfrm>
            <a:custGeom>
              <a:avLst/>
              <a:gdLst>
                <a:gd name="T0" fmla="*/ 33 w 4"/>
                <a:gd name="T1" fmla="*/ 0 h 2"/>
                <a:gd name="T2" fmla="*/ 20 w 4"/>
                <a:gd name="T3" fmla="*/ 33 h 2"/>
                <a:gd name="T4" fmla="*/ 20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4" y="1"/>
                    <a:pt x="3" y="2"/>
                    <a:pt x="1" y="2"/>
                  </a:cubicBezTo>
                  <a:cubicBezTo>
                    <a:pt x="0" y="2"/>
                    <a:pt x="0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1" name="Freeform 1044">
              <a:extLst>
                <a:ext uri="{FF2B5EF4-FFF2-40B4-BE49-F238E27FC236}">
                  <a16:creationId xmlns:a16="http://schemas.microsoft.com/office/drawing/2014/main" id="{957C9A3B-7EBB-4C57-9842-AC8DABE7B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973"/>
              <a:ext cx="22" cy="10"/>
            </a:xfrm>
            <a:custGeom>
              <a:avLst/>
              <a:gdLst>
                <a:gd name="T0" fmla="*/ 59 w 9"/>
                <a:gd name="T1" fmla="*/ 0 h 4"/>
                <a:gd name="T2" fmla="*/ 4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4" y="0"/>
                  </a:moveTo>
                  <a:cubicBezTo>
                    <a:pt x="9" y="1"/>
                    <a:pt x="0" y="4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2" name="Freeform 1045">
              <a:extLst>
                <a:ext uri="{FF2B5EF4-FFF2-40B4-BE49-F238E27FC236}">
                  <a16:creationId xmlns:a16="http://schemas.microsoft.com/office/drawing/2014/main" id="{FA85F81D-A321-404F-BA5E-626CDC100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971"/>
              <a:ext cx="17" cy="10"/>
            </a:xfrm>
            <a:custGeom>
              <a:avLst/>
              <a:gdLst>
                <a:gd name="T0" fmla="*/ 58 w 7"/>
                <a:gd name="T1" fmla="*/ 20 h 4"/>
                <a:gd name="T2" fmla="*/ 58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4" y="1"/>
                  </a:moveTo>
                  <a:cubicBezTo>
                    <a:pt x="7" y="4"/>
                    <a:pt x="0" y="2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3" name="Freeform 1046">
              <a:extLst>
                <a:ext uri="{FF2B5EF4-FFF2-40B4-BE49-F238E27FC236}">
                  <a16:creationId xmlns:a16="http://schemas.microsoft.com/office/drawing/2014/main" id="{C5F76086-5484-4049-931B-43434D467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948"/>
              <a:ext cx="8" cy="5"/>
            </a:xfrm>
            <a:custGeom>
              <a:avLst/>
              <a:gdLst>
                <a:gd name="T0" fmla="*/ 35 w 3"/>
                <a:gd name="T1" fmla="*/ 0 h 2"/>
                <a:gd name="T2" fmla="*/ 56 w 3"/>
                <a:gd name="T3" fmla="*/ 0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0"/>
                    <a:pt x="3" y="0"/>
                  </a:cubicBezTo>
                  <a:cubicBezTo>
                    <a:pt x="2" y="2"/>
                    <a:pt x="0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4" name="Freeform 1047">
              <a:extLst>
                <a:ext uri="{FF2B5EF4-FFF2-40B4-BE49-F238E27FC236}">
                  <a16:creationId xmlns:a16="http://schemas.microsoft.com/office/drawing/2014/main" id="{EF9FB51E-C53C-4CF5-9C50-FBB8904C8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96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5" name="Freeform 1048">
              <a:extLst>
                <a:ext uri="{FF2B5EF4-FFF2-40B4-BE49-F238E27FC236}">
                  <a16:creationId xmlns:a16="http://schemas.microsoft.com/office/drawing/2014/main" id="{ADC482BE-F5B9-4B96-B9FC-DCE1037C8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943"/>
              <a:ext cx="7" cy="5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33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3" y="0"/>
                    <a:pt x="2" y="1"/>
                    <a:pt x="1" y="2"/>
                  </a:cubicBez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6" name="Freeform 1049">
              <a:extLst>
                <a:ext uri="{FF2B5EF4-FFF2-40B4-BE49-F238E27FC236}">
                  <a16:creationId xmlns:a16="http://schemas.microsoft.com/office/drawing/2014/main" id="{6719227E-979E-4449-ACDA-5C933108D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958"/>
              <a:ext cx="5" cy="8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35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0"/>
                    <a:pt x="2" y="1"/>
                    <a:pt x="1" y="2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7" name="Freeform 1050">
              <a:extLst>
                <a:ext uri="{FF2B5EF4-FFF2-40B4-BE49-F238E27FC236}">
                  <a16:creationId xmlns:a16="http://schemas.microsoft.com/office/drawing/2014/main" id="{7BE899BC-4817-4CB9-8468-A28589166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93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8" name="Freeform 1051">
              <a:extLst>
                <a:ext uri="{FF2B5EF4-FFF2-40B4-BE49-F238E27FC236}">
                  <a16:creationId xmlns:a16="http://schemas.microsoft.com/office/drawing/2014/main" id="{7D5A0FB9-D18E-425A-82BC-EF899A527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953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9" name="Freeform 1052">
              <a:extLst>
                <a:ext uri="{FF2B5EF4-FFF2-40B4-BE49-F238E27FC236}">
                  <a16:creationId xmlns:a16="http://schemas.microsoft.com/office/drawing/2014/main" id="{B75FF2AF-594D-4F8C-8DEB-58DE8FF45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981"/>
              <a:ext cx="5" cy="7"/>
            </a:xfrm>
            <a:custGeom>
              <a:avLst/>
              <a:gdLst>
                <a:gd name="T0" fmla="*/ 33 w 2"/>
                <a:gd name="T1" fmla="*/ 12 h 3"/>
                <a:gd name="T2" fmla="*/ 0 w 2"/>
                <a:gd name="T3" fmla="*/ 12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2"/>
                    <a:pt x="1" y="3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0" name="Freeform 1053">
              <a:extLst>
                <a:ext uri="{FF2B5EF4-FFF2-40B4-BE49-F238E27FC236}">
                  <a16:creationId xmlns:a16="http://schemas.microsoft.com/office/drawing/2014/main" id="{BC955EA0-3C6A-4938-8E6E-A9349AECD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943"/>
              <a:ext cx="8" cy="5"/>
            </a:xfrm>
            <a:custGeom>
              <a:avLst/>
              <a:gdLst>
                <a:gd name="T0" fmla="*/ 21 w 3"/>
                <a:gd name="T1" fmla="*/ 0 h 2"/>
                <a:gd name="T2" fmla="*/ 21 w 3"/>
                <a:gd name="T3" fmla="*/ 33 h 2"/>
                <a:gd name="T4" fmla="*/ 21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3" y="0"/>
                    <a:pt x="3" y="1"/>
                    <a:pt x="1" y="2"/>
                  </a:cubicBezTo>
                  <a:cubicBezTo>
                    <a:pt x="0" y="2"/>
                    <a:pt x="0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1" name="Freeform 1054">
              <a:extLst>
                <a:ext uri="{FF2B5EF4-FFF2-40B4-BE49-F238E27FC236}">
                  <a16:creationId xmlns:a16="http://schemas.microsoft.com/office/drawing/2014/main" id="{FBA61498-5165-4F6B-849C-2868C3183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931"/>
              <a:ext cx="15" cy="7"/>
            </a:xfrm>
            <a:custGeom>
              <a:avLst/>
              <a:gdLst>
                <a:gd name="T0" fmla="*/ 63 w 6"/>
                <a:gd name="T1" fmla="*/ 0 h 3"/>
                <a:gd name="T2" fmla="*/ 63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4" y="0"/>
                  </a:moveTo>
                  <a:cubicBezTo>
                    <a:pt x="6" y="3"/>
                    <a:pt x="0" y="2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2" name="Freeform 1055">
              <a:extLst>
                <a:ext uri="{FF2B5EF4-FFF2-40B4-BE49-F238E27FC236}">
                  <a16:creationId xmlns:a16="http://schemas.microsoft.com/office/drawing/2014/main" id="{F4F76E92-D90E-468D-8A11-2956DD676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911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2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1" y="2"/>
                  </a:cubicBezTo>
                  <a:cubicBezTo>
                    <a:pt x="0" y="2"/>
                    <a:pt x="1" y="2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3" name="Freeform 1056">
              <a:extLst>
                <a:ext uri="{FF2B5EF4-FFF2-40B4-BE49-F238E27FC236}">
                  <a16:creationId xmlns:a16="http://schemas.microsoft.com/office/drawing/2014/main" id="{A210DA54-CEE0-43AB-A29E-364C7334E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926"/>
              <a:ext cx="10" cy="12"/>
            </a:xfrm>
            <a:custGeom>
              <a:avLst/>
              <a:gdLst>
                <a:gd name="T0" fmla="*/ 20 w 4"/>
                <a:gd name="T1" fmla="*/ 12 h 5"/>
                <a:gd name="T2" fmla="*/ 50 w 4"/>
                <a:gd name="T3" fmla="*/ 41 h 5"/>
                <a:gd name="T4" fmla="*/ 0 w 4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2" y="0"/>
                    <a:pt x="4" y="2"/>
                    <a:pt x="3" y="3"/>
                  </a:cubicBezTo>
                  <a:cubicBezTo>
                    <a:pt x="1" y="5"/>
                    <a:pt x="0" y="2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4" name="Freeform 1057">
              <a:extLst>
                <a:ext uri="{FF2B5EF4-FFF2-40B4-BE49-F238E27FC236}">
                  <a16:creationId xmlns:a16="http://schemas.microsoft.com/office/drawing/2014/main" id="{E0370E5B-BAE0-43D1-9CED-B334F3805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919"/>
              <a:ext cx="13" cy="7"/>
            </a:xfrm>
            <a:custGeom>
              <a:avLst/>
              <a:gdLst>
                <a:gd name="T0" fmla="*/ 34 w 5"/>
                <a:gd name="T1" fmla="*/ 0 h 3"/>
                <a:gd name="T2" fmla="*/ 34 w 5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5" y="3"/>
                    <a:pt x="0" y="3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5" name="Freeform 1058">
              <a:extLst>
                <a:ext uri="{FF2B5EF4-FFF2-40B4-BE49-F238E27FC236}">
                  <a16:creationId xmlns:a16="http://schemas.microsoft.com/office/drawing/2014/main" id="{937D6592-F5F4-474E-BF52-115D5738A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904"/>
              <a:ext cx="5" cy="2"/>
            </a:xfrm>
            <a:custGeom>
              <a:avLst/>
              <a:gdLst>
                <a:gd name="T0" fmla="*/ 33 w 2"/>
                <a:gd name="T1" fmla="*/ 0 h 1"/>
                <a:gd name="T2" fmla="*/ 33 w 2"/>
                <a:gd name="T3" fmla="*/ 8 h 1"/>
                <a:gd name="T4" fmla="*/ 3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0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6" name="Freeform 1059">
              <a:extLst>
                <a:ext uri="{FF2B5EF4-FFF2-40B4-BE49-F238E27FC236}">
                  <a16:creationId xmlns:a16="http://schemas.microsoft.com/office/drawing/2014/main" id="{C52E267A-67C4-4A08-BF0F-82CB5912D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891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0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2" y="0"/>
                    <a:pt x="1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7" name="Freeform 1060">
              <a:extLst>
                <a:ext uri="{FF2B5EF4-FFF2-40B4-BE49-F238E27FC236}">
                  <a16:creationId xmlns:a16="http://schemas.microsoft.com/office/drawing/2014/main" id="{D5D9C7A7-8F73-4F32-9215-9CC41E143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906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33 w 4"/>
                <a:gd name="T3" fmla="*/ 0 h 3"/>
                <a:gd name="T4" fmla="*/ 0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4" y="2"/>
                    <a:pt x="0" y="3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8" name="Freeform 1061">
              <a:extLst>
                <a:ext uri="{FF2B5EF4-FFF2-40B4-BE49-F238E27FC236}">
                  <a16:creationId xmlns:a16="http://schemas.microsoft.com/office/drawing/2014/main" id="{F4E4AC86-8545-483E-AC3C-4C3257940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896"/>
              <a:ext cx="5" cy="5"/>
            </a:xfrm>
            <a:custGeom>
              <a:avLst/>
              <a:gdLst>
                <a:gd name="T0" fmla="*/ 33 w 2"/>
                <a:gd name="T1" fmla="*/ 20 h 2"/>
                <a:gd name="T2" fmla="*/ 33 w 2"/>
                <a:gd name="T3" fmla="*/ 20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2" y="0"/>
                    <a:pt x="2" y="1"/>
                  </a:cubicBezTo>
                  <a:cubicBezTo>
                    <a:pt x="2" y="2"/>
                    <a:pt x="0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9" name="Freeform 1062">
              <a:extLst>
                <a:ext uri="{FF2B5EF4-FFF2-40B4-BE49-F238E27FC236}">
                  <a16:creationId xmlns:a16="http://schemas.microsoft.com/office/drawing/2014/main" id="{7DF13F2C-DBA4-4341-86EF-1FFACD1FD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946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20 h 2"/>
                <a:gd name="T4" fmla="*/ 8 w 1"/>
                <a:gd name="T5" fmla="*/ 33 h 2"/>
                <a:gd name="T6" fmla="*/ 0 w 1"/>
                <a:gd name="T7" fmla="*/ 2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0" name="Freeform 1063">
              <a:extLst>
                <a:ext uri="{FF2B5EF4-FFF2-40B4-BE49-F238E27FC236}">
                  <a16:creationId xmlns:a16="http://schemas.microsoft.com/office/drawing/2014/main" id="{5E05B3FA-1F5B-48C4-BAD9-B95E43068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956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1" name="Freeform 1064">
              <a:extLst>
                <a:ext uri="{FF2B5EF4-FFF2-40B4-BE49-F238E27FC236}">
                  <a16:creationId xmlns:a16="http://schemas.microsoft.com/office/drawing/2014/main" id="{46DD4C7A-7D7A-4E8A-8F72-4B31E8B05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924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2" name="Freeform 1065">
              <a:extLst>
                <a:ext uri="{FF2B5EF4-FFF2-40B4-BE49-F238E27FC236}">
                  <a16:creationId xmlns:a16="http://schemas.microsoft.com/office/drawing/2014/main" id="{DE057EB9-0411-414D-8738-1429F0565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874"/>
              <a:ext cx="10" cy="5"/>
            </a:xfrm>
            <a:custGeom>
              <a:avLst/>
              <a:gdLst>
                <a:gd name="T0" fmla="*/ 50 w 4"/>
                <a:gd name="T1" fmla="*/ 0 h 2"/>
                <a:gd name="T2" fmla="*/ 33 w 4"/>
                <a:gd name="T3" fmla="*/ 33 h 2"/>
                <a:gd name="T4" fmla="*/ 50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4" y="1"/>
                    <a:pt x="3" y="2"/>
                    <a:pt x="2" y="2"/>
                  </a:cubicBezTo>
                  <a:cubicBezTo>
                    <a:pt x="0" y="2"/>
                    <a:pt x="1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3" name="Freeform 1066">
              <a:extLst>
                <a:ext uri="{FF2B5EF4-FFF2-40B4-BE49-F238E27FC236}">
                  <a16:creationId xmlns:a16="http://schemas.microsoft.com/office/drawing/2014/main" id="{9678C3D8-FB4B-4196-B9E8-7A8EBCF6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856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55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5" y="4"/>
                    <a:pt x="0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4" name="Freeform 1067">
              <a:extLst>
                <a:ext uri="{FF2B5EF4-FFF2-40B4-BE49-F238E27FC236}">
                  <a16:creationId xmlns:a16="http://schemas.microsoft.com/office/drawing/2014/main" id="{DEC22E53-07E8-488E-BA2F-C7971DF17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829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2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2" y="0"/>
                    <a:pt x="2" y="1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5" name="Freeform 1068">
              <a:extLst>
                <a:ext uri="{FF2B5EF4-FFF2-40B4-BE49-F238E27FC236}">
                  <a16:creationId xmlns:a16="http://schemas.microsoft.com/office/drawing/2014/main" id="{0A0765F2-DECB-4779-9D9E-E8BEDAB39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841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50 w 4"/>
                <a:gd name="T3" fmla="*/ 50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0"/>
                    <a:pt x="4" y="2"/>
                    <a:pt x="3" y="3"/>
                  </a:cubicBezTo>
                  <a:cubicBezTo>
                    <a:pt x="1" y="4"/>
                    <a:pt x="0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6" name="Freeform 1069">
              <a:extLst>
                <a:ext uri="{FF2B5EF4-FFF2-40B4-BE49-F238E27FC236}">
                  <a16:creationId xmlns:a16="http://schemas.microsoft.com/office/drawing/2014/main" id="{3BC167EB-0248-4D11-AE81-453F679E0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826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5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4" y="3"/>
                    <a:pt x="0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7" name="Freeform 1070">
              <a:extLst>
                <a:ext uri="{FF2B5EF4-FFF2-40B4-BE49-F238E27FC236}">
                  <a16:creationId xmlns:a16="http://schemas.microsoft.com/office/drawing/2014/main" id="{83950EB6-803C-4F7C-BC9A-373EC052E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811"/>
              <a:ext cx="5" cy="5"/>
            </a:xfrm>
            <a:custGeom>
              <a:avLst/>
              <a:gdLst>
                <a:gd name="T0" fmla="*/ 33 w 2"/>
                <a:gd name="T1" fmla="*/ 20 h 2"/>
                <a:gd name="T2" fmla="*/ 33 w 2"/>
                <a:gd name="T3" fmla="*/ 33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2"/>
                    <a:pt x="0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8" name="Freeform 1071">
              <a:extLst>
                <a:ext uri="{FF2B5EF4-FFF2-40B4-BE49-F238E27FC236}">
                  <a16:creationId xmlns:a16="http://schemas.microsoft.com/office/drawing/2014/main" id="{0BFDBE23-CB78-411A-A91C-39B78752E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794"/>
              <a:ext cx="7" cy="7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12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3" y="0"/>
                    <a:pt x="1" y="3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9" name="Freeform 1072">
              <a:extLst>
                <a:ext uri="{FF2B5EF4-FFF2-40B4-BE49-F238E27FC236}">
                  <a16:creationId xmlns:a16="http://schemas.microsoft.com/office/drawing/2014/main" id="{7D837016-F6D4-4F5A-8E03-96868A45A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804"/>
              <a:ext cx="7" cy="7"/>
            </a:xfrm>
            <a:custGeom>
              <a:avLst/>
              <a:gdLst>
                <a:gd name="T0" fmla="*/ 12 w 3"/>
                <a:gd name="T1" fmla="*/ 0 h 3"/>
                <a:gd name="T2" fmla="*/ 37 w 3"/>
                <a:gd name="T3" fmla="*/ 0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3"/>
                    <a:pt x="0" y="3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0" name="Freeform 1073">
              <a:extLst>
                <a:ext uri="{FF2B5EF4-FFF2-40B4-BE49-F238E27FC236}">
                  <a16:creationId xmlns:a16="http://schemas.microsoft.com/office/drawing/2014/main" id="{1A2C7E9B-499C-4706-8465-B75599C71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786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63 w 4"/>
                <a:gd name="T3" fmla="*/ 21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3" y="1"/>
                    <a:pt x="4" y="0"/>
                    <a:pt x="4" y="1"/>
                  </a:cubicBezTo>
                  <a:cubicBezTo>
                    <a:pt x="2" y="3"/>
                    <a:pt x="0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1" name="Freeform 1074">
              <a:extLst>
                <a:ext uri="{FF2B5EF4-FFF2-40B4-BE49-F238E27FC236}">
                  <a16:creationId xmlns:a16="http://schemas.microsoft.com/office/drawing/2014/main" id="{A32938CE-FA33-431D-9D15-E99482944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869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2" name="Freeform 1075">
              <a:extLst>
                <a:ext uri="{FF2B5EF4-FFF2-40B4-BE49-F238E27FC236}">
                  <a16:creationId xmlns:a16="http://schemas.microsoft.com/office/drawing/2014/main" id="{A4C04056-E205-4FC8-AE1A-30EEAB790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884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2" y="1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3" name="Freeform 1076">
              <a:extLst>
                <a:ext uri="{FF2B5EF4-FFF2-40B4-BE49-F238E27FC236}">
                  <a16:creationId xmlns:a16="http://schemas.microsoft.com/office/drawing/2014/main" id="{242154EE-C2E9-4B0A-B554-D3D1E9335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856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4" name="Freeform 1077">
              <a:extLst>
                <a:ext uri="{FF2B5EF4-FFF2-40B4-BE49-F238E27FC236}">
                  <a16:creationId xmlns:a16="http://schemas.microsoft.com/office/drawing/2014/main" id="{5BAE2F58-180A-4974-927D-3C57FDEA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764"/>
              <a:ext cx="8" cy="7"/>
            </a:xfrm>
            <a:custGeom>
              <a:avLst/>
              <a:gdLst>
                <a:gd name="T0" fmla="*/ 21 w 3"/>
                <a:gd name="T1" fmla="*/ 12 h 3"/>
                <a:gd name="T2" fmla="*/ 35 w 3"/>
                <a:gd name="T3" fmla="*/ 37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5" name="Freeform 1078">
              <a:extLst>
                <a:ext uri="{FF2B5EF4-FFF2-40B4-BE49-F238E27FC236}">
                  <a16:creationId xmlns:a16="http://schemas.microsoft.com/office/drawing/2014/main" id="{3DF937AB-BCDA-44C4-9E70-C56A15C9E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74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6" name="Freeform 1079">
              <a:extLst>
                <a:ext uri="{FF2B5EF4-FFF2-40B4-BE49-F238E27FC236}">
                  <a16:creationId xmlns:a16="http://schemas.microsoft.com/office/drawing/2014/main" id="{6B071946-2FAD-403E-A551-AE56CC749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721"/>
              <a:ext cx="7" cy="5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20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2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7" name="Freeform 1080">
              <a:extLst>
                <a:ext uri="{FF2B5EF4-FFF2-40B4-BE49-F238E27FC236}">
                  <a16:creationId xmlns:a16="http://schemas.microsoft.com/office/drawing/2014/main" id="{80E853F6-5156-4696-8FAF-9D39048FB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694"/>
              <a:ext cx="7" cy="5"/>
            </a:xfrm>
            <a:custGeom>
              <a:avLst/>
              <a:gdLst>
                <a:gd name="T0" fmla="*/ 28 w 3"/>
                <a:gd name="T1" fmla="*/ 0 h 2"/>
                <a:gd name="T2" fmla="*/ 28 w 3"/>
                <a:gd name="T3" fmla="*/ 33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2"/>
                    <a:pt x="2" y="2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8" name="Freeform 1081">
              <a:extLst>
                <a:ext uri="{FF2B5EF4-FFF2-40B4-BE49-F238E27FC236}">
                  <a16:creationId xmlns:a16="http://schemas.microsoft.com/office/drawing/2014/main" id="{72656C9D-200D-448C-AD16-B47795578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714"/>
              <a:ext cx="10" cy="7"/>
            </a:xfrm>
            <a:custGeom>
              <a:avLst/>
              <a:gdLst>
                <a:gd name="T0" fmla="*/ 0 w 4"/>
                <a:gd name="T1" fmla="*/ 12 h 3"/>
                <a:gd name="T2" fmla="*/ 33 w 4"/>
                <a:gd name="T3" fmla="*/ 37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4" y="2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9" name="Freeform 1082">
              <a:extLst>
                <a:ext uri="{FF2B5EF4-FFF2-40B4-BE49-F238E27FC236}">
                  <a16:creationId xmlns:a16="http://schemas.microsoft.com/office/drawing/2014/main" id="{A0D938A7-79CA-4070-8608-75C8F7A8C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736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56 h 3"/>
                <a:gd name="T4" fmla="*/ 28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1" y="3"/>
                    <a:pt x="2" y="3"/>
                  </a:cubicBezTo>
                  <a:cubicBezTo>
                    <a:pt x="3" y="3"/>
                    <a:pt x="2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0" name="Freeform 1083">
              <a:extLst>
                <a:ext uri="{FF2B5EF4-FFF2-40B4-BE49-F238E27FC236}">
                  <a16:creationId xmlns:a16="http://schemas.microsoft.com/office/drawing/2014/main" id="{201A6E6B-42F0-4346-9F5C-BFF6B156B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759"/>
              <a:ext cx="5" cy="7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28 h 3"/>
                <a:gd name="T4" fmla="*/ 20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3"/>
                    <a:pt x="1" y="2"/>
                  </a:cubicBezTo>
                  <a:cubicBezTo>
                    <a:pt x="2" y="1"/>
                    <a:pt x="1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1" name="Freeform 1084">
              <a:extLst>
                <a:ext uri="{FF2B5EF4-FFF2-40B4-BE49-F238E27FC236}">
                  <a16:creationId xmlns:a16="http://schemas.microsoft.com/office/drawing/2014/main" id="{131D8C9A-16EA-46F6-8CE0-6A7C22DB0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874"/>
              <a:ext cx="8" cy="5"/>
            </a:xfrm>
            <a:custGeom>
              <a:avLst/>
              <a:gdLst>
                <a:gd name="T0" fmla="*/ 0 w 3"/>
                <a:gd name="T1" fmla="*/ 0 h 2"/>
                <a:gd name="T2" fmla="*/ 21 w 3"/>
                <a:gd name="T3" fmla="*/ 33 h 2"/>
                <a:gd name="T4" fmla="*/ 21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3" y="2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2" name="Freeform 1085">
              <a:extLst>
                <a:ext uri="{FF2B5EF4-FFF2-40B4-BE49-F238E27FC236}">
                  <a16:creationId xmlns:a16="http://schemas.microsoft.com/office/drawing/2014/main" id="{5E9653F9-DF8A-4D76-B15E-E5265DFD6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856"/>
              <a:ext cx="12" cy="10"/>
            </a:xfrm>
            <a:custGeom>
              <a:avLst/>
              <a:gdLst>
                <a:gd name="T0" fmla="*/ 12 w 5"/>
                <a:gd name="T1" fmla="*/ 0 h 4"/>
                <a:gd name="T2" fmla="*/ 12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4"/>
                    <a:pt x="5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3" name="Freeform 1086">
              <a:extLst>
                <a:ext uri="{FF2B5EF4-FFF2-40B4-BE49-F238E27FC236}">
                  <a16:creationId xmlns:a16="http://schemas.microsoft.com/office/drawing/2014/main" id="{97D6A883-5877-4710-B4C8-020C35A18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829"/>
              <a:ext cx="5" cy="5"/>
            </a:xfrm>
            <a:custGeom>
              <a:avLst/>
              <a:gdLst>
                <a:gd name="T0" fmla="*/ 33 w 2"/>
                <a:gd name="T1" fmla="*/ 0 h 2"/>
                <a:gd name="T2" fmla="*/ 33 w 2"/>
                <a:gd name="T3" fmla="*/ 33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4" name="Freeform 1087">
              <a:extLst>
                <a:ext uri="{FF2B5EF4-FFF2-40B4-BE49-F238E27FC236}">
                  <a16:creationId xmlns:a16="http://schemas.microsoft.com/office/drawing/2014/main" id="{CE28CA63-8AE4-4A60-97A2-CA4A8B99A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841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20 w 4"/>
                <a:gd name="T3" fmla="*/ 50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3" y="4"/>
                    <a:pt x="4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5" name="Freeform 1088">
              <a:extLst>
                <a:ext uri="{FF2B5EF4-FFF2-40B4-BE49-F238E27FC236}">
                  <a16:creationId xmlns:a16="http://schemas.microsoft.com/office/drawing/2014/main" id="{008657C6-9B23-4FC5-B574-50D54EF2A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826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3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3"/>
                    <a:pt x="4" y="2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6" name="Freeform 1089">
              <a:extLst>
                <a:ext uri="{FF2B5EF4-FFF2-40B4-BE49-F238E27FC236}">
                  <a16:creationId xmlns:a16="http://schemas.microsoft.com/office/drawing/2014/main" id="{84A4C256-0CC5-4A25-A282-08DB505CF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811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33 h 2"/>
                <a:gd name="T4" fmla="*/ 2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7" name="Freeform 1090">
              <a:extLst>
                <a:ext uri="{FF2B5EF4-FFF2-40B4-BE49-F238E27FC236}">
                  <a16:creationId xmlns:a16="http://schemas.microsoft.com/office/drawing/2014/main" id="{30302D55-ABEA-4F07-9021-236AC15B6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79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1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8" name="Freeform 1091">
              <a:extLst>
                <a:ext uri="{FF2B5EF4-FFF2-40B4-BE49-F238E27FC236}">
                  <a16:creationId xmlns:a16="http://schemas.microsoft.com/office/drawing/2014/main" id="{9AF54390-87E5-4664-923D-6A3C7B364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804"/>
              <a:ext cx="8" cy="7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0 h 3"/>
                <a:gd name="T4" fmla="*/ 5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3"/>
                    <a:pt x="3" y="3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9" name="Freeform 1092">
              <a:extLst>
                <a:ext uri="{FF2B5EF4-FFF2-40B4-BE49-F238E27FC236}">
                  <a16:creationId xmlns:a16="http://schemas.microsoft.com/office/drawing/2014/main" id="{32B62C1A-49AF-43ED-B829-88FAC9037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791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2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0" name="Freeform 1093">
              <a:extLst>
                <a:ext uri="{FF2B5EF4-FFF2-40B4-BE49-F238E27FC236}">
                  <a16:creationId xmlns:a16="http://schemas.microsoft.com/office/drawing/2014/main" id="{8F7BF1CA-6DE8-4D4D-97B0-47C6B44FA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2869"/>
              <a:ext cx="3" cy="5"/>
            </a:xfrm>
            <a:custGeom>
              <a:avLst/>
              <a:gdLst>
                <a:gd name="T0" fmla="*/ 27 w 1"/>
                <a:gd name="T1" fmla="*/ 20 h 2"/>
                <a:gd name="T2" fmla="*/ 0 w 1"/>
                <a:gd name="T3" fmla="*/ 20 h 2"/>
                <a:gd name="T4" fmla="*/ 0 w 1"/>
                <a:gd name="T5" fmla="*/ 33 h 2"/>
                <a:gd name="T6" fmla="*/ 27 w 1"/>
                <a:gd name="T7" fmla="*/ 0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1" name="Freeform 1094">
              <a:extLst>
                <a:ext uri="{FF2B5EF4-FFF2-40B4-BE49-F238E27FC236}">
                  <a16:creationId xmlns:a16="http://schemas.microsoft.com/office/drawing/2014/main" id="{79E51F56-E146-4B25-9249-0B0752E80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884"/>
              <a:ext cx="3" cy="5"/>
            </a:xfrm>
            <a:custGeom>
              <a:avLst/>
              <a:gdLst>
                <a:gd name="T0" fmla="*/ 27 w 1"/>
                <a:gd name="T1" fmla="*/ 20 h 2"/>
                <a:gd name="T2" fmla="*/ 27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2" name="Freeform 1095">
              <a:extLst>
                <a:ext uri="{FF2B5EF4-FFF2-40B4-BE49-F238E27FC236}">
                  <a16:creationId xmlns:a16="http://schemas.microsoft.com/office/drawing/2014/main" id="{F2AA1423-2F73-47DE-A078-4FD1A4F65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856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33 w 2"/>
                <a:gd name="T5" fmla="*/ 0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3" name="Freeform 1096">
              <a:extLst>
                <a:ext uri="{FF2B5EF4-FFF2-40B4-BE49-F238E27FC236}">
                  <a16:creationId xmlns:a16="http://schemas.microsoft.com/office/drawing/2014/main" id="{B85DCFB4-1B1E-4087-BF17-9F433AC07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76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1" y="2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4" name="Freeform 1097">
              <a:extLst>
                <a:ext uri="{FF2B5EF4-FFF2-40B4-BE49-F238E27FC236}">
                  <a16:creationId xmlns:a16="http://schemas.microsoft.com/office/drawing/2014/main" id="{7F5878BC-3882-42FD-952A-883D97055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741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3" y="0"/>
                    <a:pt x="3" y="3"/>
                    <a:pt x="1" y="3"/>
                  </a:cubicBezTo>
                  <a:cubicBezTo>
                    <a:pt x="0" y="3"/>
                    <a:pt x="0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5" name="Freeform 1098">
              <a:extLst>
                <a:ext uri="{FF2B5EF4-FFF2-40B4-BE49-F238E27FC236}">
                  <a16:creationId xmlns:a16="http://schemas.microsoft.com/office/drawing/2014/main" id="{40091865-0994-4D40-8CEA-6BE9C5105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721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0" y="2"/>
                    <a:pt x="0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6" name="Freeform 1099">
              <a:extLst>
                <a:ext uri="{FF2B5EF4-FFF2-40B4-BE49-F238E27FC236}">
                  <a16:creationId xmlns:a16="http://schemas.microsoft.com/office/drawing/2014/main" id="{5A2B5F75-8506-4FA5-A80C-09C0634BA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694"/>
              <a:ext cx="8" cy="5"/>
            </a:xfrm>
            <a:custGeom>
              <a:avLst/>
              <a:gdLst>
                <a:gd name="T0" fmla="*/ 21 w 3"/>
                <a:gd name="T1" fmla="*/ 0 h 2"/>
                <a:gd name="T2" fmla="*/ 21 w 3"/>
                <a:gd name="T3" fmla="*/ 33 h 2"/>
                <a:gd name="T4" fmla="*/ 21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2"/>
                    <a:pt x="1" y="2"/>
                  </a:cubicBezTo>
                  <a:cubicBezTo>
                    <a:pt x="0" y="2"/>
                    <a:pt x="0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7" name="Freeform 1100">
              <a:extLst>
                <a:ext uri="{FF2B5EF4-FFF2-40B4-BE49-F238E27FC236}">
                  <a16:creationId xmlns:a16="http://schemas.microsoft.com/office/drawing/2014/main" id="{5D5235F8-A4D5-42F7-B1D5-B770B76F4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716"/>
              <a:ext cx="8" cy="5"/>
            </a:xfrm>
            <a:custGeom>
              <a:avLst/>
              <a:gdLst>
                <a:gd name="T0" fmla="*/ 56 w 3"/>
                <a:gd name="T1" fmla="*/ 0 h 2"/>
                <a:gd name="T2" fmla="*/ 21 w 3"/>
                <a:gd name="T3" fmla="*/ 20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1"/>
                    <a:pt x="2" y="2"/>
                    <a:pt x="1" y="1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8" name="Freeform 1101">
              <a:extLst>
                <a:ext uri="{FF2B5EF4-FFF2-40B4-BE49-F238E27FC236}">
                  <a16:creationId xmlns:a16="http://schemas.microsoft.com/office/drawing/2014/main" id="{26FAC9CA-F4B3-48AD-8985-7BDC24C1F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736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21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2" y="3"/>
                    <a:pt x="1" y="3"/>
                  </a:cubicBezTo>
                  <a:cubicBezTo>
                    <a:pt x="0" y="3"/>
                    <a:pt x="1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9" name="Freeform 1102">
              <a:extLst>
                <a:ext uri="{FF2B5EF4-FFF2-40B4-BE49-F238E27FC236}">
                  <a16:creationId xmlns:a16="http://schemas.microsoft.com/office/drawing/2014/main" id="{2F70E885-6E1D-4E4C-A9CB-FE14FA3AC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759"/>
              <a:ext cx="5" cy="5"/>
            </a:xfrm>
            <a:custGeom>
              <a:avLst/>
              <a:gdLst>
                <a:gd name="T0" fmla="*/ 33 w 2"/>
                <a:gd name="T1" fmla="*/ 0 h 2"/>
                <a:gd name="T2" fmla="*/ 20 w 2"/>
                <a:gd name="T3" fmla="*/ 33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1" y="2"/>
                  </a:cubicBezTo>
                  <a:cubicBezTo>
                    <a:pt x="0" y="1"/>
                    <a:pt x="1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0" name="Freeform 1103">
              <a:extLst>
                <a:ext uri="{FF2B5EF4-FFF2-40B4-BE49-F238E27FC236}">
                  <a16:creationId xmlns:a16="http://schemas.microsoft.com/office/drawing/2014/main" id="{2E6BE619-AAA3-498A-A81D-8807F599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983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1" name="Freeform 1104">
              <a:extLst>
                <a:ext uri="{FF2B5EF4-FFF2-40B4-BE49-F238E27FC236}">
                  <a16:creationId xmlns:a16="http://schemas.microsoft.com/office/drawing/2014/main" id="{2C4F1556-095F-4577-827A-3950D70D4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983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2" name="Freeform 1105">
              <a:extLst>
                <a:ext uri="{FF2B5EF4-FFF2-40B4-BE49-F238E27FC236}">
                  <a16:creationId xmlns:a16="http://schemas.microsoft.com/office/drawing/2014/main" id="{863B9816-1ECC-4079-AE56-484A73145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961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2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3" name="Freeform 1106">
              <a:extLst>
                <a:ext uri="{FF2B5EF4-FFF2-40B4-BE49-F238E27FC236}">
                  <a16:creationId xmlns:a16="http://schemas.microsoft.com/office/drawing/2014/main" id="{E23BD2B1-8E27-4698-AEAF-89F732179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983"/>
              <a:ext cx="7" cy="5"/>
            </a:xfrm>
            <a:custGeom>
              <a:avLst/>
              <a:gdLst>
                <a:gd name="T0" fmla="*/ 28 w 3"/>
                <a:gd name="T1" fmla="*/ 0 h 2"/>
                <a:gd name="T2" fmla="*/ 28 w 3"/>
                <a:gd name="T3" fmla="*/ 33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0" y="0"/>
                    <a:pt x="0" y="2"/>
                    <a:pt x="2" y="2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4" name="Freeform 1107">
              <a:extLst>
                <a:ext uri="{FF2B5EF4-FFF2-40B4-BE49-F238E27FC236}">
                  <a16:creationId xmlns:a16="http://schemas.microsoft.com/office/drawing/2014/main" id="{D49957F6-9637-4BE0-8762-7A07E48BD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966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5" name="Freeform 1108">
              <a:extLst>
                <a:ext uri="{FF2B5EF4-FFF2-40B4-BE49-F238E27FC236}">
                  <a16:creationId xmlns:a16="http://schemas.microsoft.com/office/drawing/2014/main" id="{5D6DEB14-4687-4D42-A1C3-6CBC117ED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239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0 w 4"/>
                <a:gd name="T3" fmla="*/ 50 h 4"/>
                <a:gd name="T4" fmla="*/ 63 w 4"/>
                <a:gd name="T5" fmla="*/ 0 h 4"/>
                <a:gd name="T6" fmla="*/ 33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4"/>
                    <a:pt x="4" y="2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6" name="Freeform 1109">
              <a:extLst>
                <a:ext uri="{FF2B5EF4-FFF2-40B4-BE49-F238E27FC236}">
                  <a16:creationId xmlns:a16="http://schemas.microsoft.com/office/drawing/2014/main" id="{B211D106-F952-4225-BAC4-53CD658B5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191"/>
              <a:ext cx="12" cy="15"/>
            </a:xfrm>
            <a:custGeom>
              <a:avLst/>
              <a:gdLst>
                <a:gd name="T0" fmla="*/ 29 w 5"/>
                <a:gd name="T1" fmla="*/ 0 h 6"/>
                <a:gd name="T2" fmla="*/ 29 w 5"/>
                <a:gd name="T3" fmla="*/ 95 h 6"/>
                <a:gd name="T4" fmla="*/ 29 w 5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2"/>
                    <a:pt x="1" y="5"/>
                    <a:pt x="2" y="6"/>
                  </a:cubicBezTo>
                  <a:cubicBezTo>
                    <a:pt x="5" y="5"/>
                    <a:pt x="5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7" name="Freeform 1110">
              <a:extLst>
                <a:ext uri="{FF2B5EF4-FFF2-40B4-BE49-F238E27FC236}">
                  <a16:creationId xmlns:a16="http://schemas.microsoft.com/office/drawing/2014/main" id="{4334217F-0004-43DB-893C-F42F9CFD9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284"/>
              <a:ext cx="10" cy="15"/>
            </a:xfrm>
            <a:custGeom>
              <a:avLst/>
              <a:gdLst>
                <a:gd name="T0" fmla="*/ 33 w 4"/>
                <a:gd name="T1" fmla="*/ 0 h 6"/>
                <a:gd name="T2" fmla="*/ 50 w 4"/>
                <a:gd name="T3" fmla="*/ 95 h 6"/>
                <a:gd name="T4" fmla="*/ 50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2"/>
                    <a:pt x="1" y="5"/>
                    <a:pt x="3" y="6"/>
                  </a:cubicBezTo>
                  <a:cubicBezTo>
                    <a:pt x="4" y="5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8" name="Freeform 1111">
              <a:extLst>
                <a:ext uri="{FF2B5EF4-FFF2-40B4-BE49-F238E27FC236}">
                  <a16:creationId xmlns:a16="http://schemas.microsoft.com/office/drawing/2014/main" id="{E7300DC7-5331-4F29-A7DC-2C515AB42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066"/>
              <a:ext cx="35" cy="23"/>
            </a:xfrm>
            <a:custGeom>
              <a:avLst/>
              <a:gdLst>
                <a:gd name="T0" fmla="*/ 95 w 14"/>
                <a:gd name="T1" fmla="*/ 20 h 9"/>
                <a:gd name="T2" fmla="*/ 95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6" y="1"/>
                  </a:moveTo>
                  <a:cubicBezTo>
                    <a:pt x="0" y="9"/>
                    <a:pt x="14" y="1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9" name="Freeform 1112">
              <a:extLst>
                <a:ext uri="{FF2B5EF4-FFF2-40B4-BE49-F238E27FC236}">
                  <a16:creationId xmlns:a16="http://schemas.microsoft.com/office/drawing/2014/main" id="{5661E8E1-5A73-47B1-99AE-F041CF2CF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041"/>
              <a:ext cx="13" cy="23"/>
            </a:xfrm>
            <a:custGeom>
              <a:avLst/>
              <a:gdLst>
                <a:gd name="T0" fmla="*/ 21 w 5"/>
                <a:gd name="T1" fmla="*/ 0 h 9"/>
                <a:gd name="T2" fmla="*/ 34 w 5"/>
                <a:gd name="T3" fmla="*/ 151 h 9"/>
                <a:gd name="T4" fmla="*/ 55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3"/>
                    <a:pt x="0" y="7"/>
                    <a:pt x="2" y="9"/>
                  </a:cubicBezTo>
                  <a:cubicBezTo>
                    <a:pt x="5" y="8"/>
                    <a:pt x="3" y="3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0" name="Freeform 1113">
              <a:extLst>
                <a:ext uri="{FF2B5EF4-FFF2-40B4-BE49-F238E27FC236}">
                  <a16:creationId xmlns:a16="http://schemas.microsoft.com/office/drawing/2014/main" id="{0B6D8DBE-4B7C-44E0-A3AE-801355E16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969"/>
              <a:ext cx="12" cy="17"/>
            </a:xfrm>
            <a:custGeom>
              <a:avLst/>
              <a:gdLst>
                <a:gd name="T0" fmla="*/ 12 w 5"/>
                <a:gd name="T1" fmla="*/ 0 h 7"/>
                <a:gd name="T2" fmla="*/ 41 w 5"/>
                <a:gd name="T3" fmla="*/ 100 h 7"/>
                <a:gd name="T4" fmla="*/ 41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2"/>
                    <a:pt x="1" y="6"/>
                    <a:pt x="3" y="7"/>
                  </a:cubicBezTo>
                  <a:cubicBezTo>
                    <a:pt x="5" y="5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1" name="Freeform 1114">
              <a:extLst>
                <a:ext uri="{FF2B5EF4-FFF2-40B4-BE49-F238E27FC236}">
                  <a16:creationId xmlns:a16="http://schemas.microsoft.com/office/drawing/2014/main" id="{D63A4AF4-7D5A-4ACC-A913-F257CD04B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921"/>
              <a:ext cx="10" cy="18"/>
            </a:xfrm>
            <a:custGeom>
              <a:avLst/>
              <a:gdLst>
                <a:gd name="T0" fmla="*/ 0 w 4"/>
                <a:gd name="T1" fmla="*/ 0 h 7"/>
                <a:gd name="T2" fmla="*/ 33 w 4"/>
                <a:gd name="T3" fmla="*/ 118 h 7"/>
                <a:gd name="T4" fmla="*/ 33 w 4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3"/>
                    <a:pt x="0" y="6"/>
                    <a:pt x="2" y="7"/>
                  </a:cubicBezTo>
                  <a:cubicBezTo>
                    <a:pt x="4" y="6"/>
                    <a:pt x="3" y="4"/>
                    <a:pt x="2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2" name="Freeform 1115">
              <a:extLst>
                <a:ext uri="{FF2B5EF4-FFF2-40B4-BE49-F238E27FC236}">
                  <a16:creationId xmlns:a16="http://schemas.microsoft.com/office/drawing/2014/main" id="{CA0A01AD-BD01-4337-8657-969609C97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846"/>
              <a:ext cx="13" cy="23"/>
            </a:xfrm>
            <a:custGeom>
              <a:avLst/>
              <a:gdLst>
                <a:gd name="T0" fmla="*/ 34 w 5"/>
                <a:gd name="T1" fmla="*/ 0 h 9"/>
                <a:gd name="T2" fmla="*/ 0 w 5"/>
                <a:gd name="T3" fmla="*/ 20 h 9"/>
                <a:gd name="T4" fmla="*/ 34 w 5"/>
                <a:gd name="T5" fmla="*/ 151 h 9"/>
                <a:gd name="T6" fmla="*/ 34 w 5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4"/>
                    <a:pt x="0" y="7"/>
                    <a:pt x="2" y="9"/>
                  </a:cubicBezTo>
                  <a:cubicBezTo>
                    <a:pt x="5" y="8"/>
                    <a:pt x="4" y="4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3" name="Freeform 1116">
              <a:extLst>
                <a:ext uri="{FF2B5EF4-FFF2-40B4-BE49-F238E27FC236}">
                  <a16:creationId xmlns:a16="http://schemas.microsoft.com/office/drawing/2014/main" id="{585753CD-288B-4CA2-B653-D9F7308D9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894"/>
              <a:ext cx="20" cy="25"/>
            </a:xfrm>
            <a:custGeom>
              <a:avLst/>
              <a:gdLst>
                <a:gd name="T0" fmla="*/ 50 w 8"/>
                <a:gd name="T1" fmla="*/ 33 h 10"/>
                <a:gd name="T2" fmla="*/ 63 w 8"/>
                <a:gd name="T3" fmla="*/ 125 h 10"/>
                <a:gd name="T4" fmla="*/ 63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2"/>
                  </a:moveTo>
                  <a:cubicBezTo>
                    <a:pt x="1" y="4"/>
                    <a:pt x="0" y="10"/>
                    <a:pt x="4" y="8"/>
                  </a:cubicBezTo>
                  <a:cubicBezTo>
                    <a:pt x="7" y="6"/>
                    <a:pt x="8" y="1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4" name="Freeform 1117">
              <a:extLst>
                <a:ext uri="{FF2B5EF4-FFF2-40B4-BE49-F238E27FC236}">
                  <a16:creationId xmlns:a16="http://schemas.microsoft.com/office/drawing/2014/main" id="{5AAF7306-7C1F-497C-AEC4-A88255FBD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689"/>
              <a:ext cx="10" cy="22"/>
            </a:xfrm>
            <a:custGeom>
              <a:avLst/>
              <a:gdLst>
                <a:gd name="T0" fmla="*/ 33 w 4"/>
                <a:gd name="T1" fmla="*/ 0 h 9"/>
                <a:gd name="T2" fmla="*/ 33 w 4"/>
                <a:gd name="T3" fmla="*/ 132 h 9"/>
                <a:gd name="T4" fmla="*/ 50 w 4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0" y="2"/>
                    <a:pt x="0" y="7"/>
                    <a:pt x="2" y="9"/>
                  </a:cubicBezTo>
                  <a:cubicBezTo>
                    <a:pt x="4" y="8"/>
                    <a:pt x="4" y="4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5" name="Freeform 1118">
              <a:extLst>
                <a:ext uri="{FF2B5EF4-FFF2-40B4-BE49-F238E27FC236}">
                  <a16:creationId xmlns:a16="http://schemas.microsoft.com/office/drawing/2014/main" id="{478A5E62-04C2-4079-90EA-D7ECE2DB7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644"/>
              <a:ext cx="20" cy="22"/>
            </a:xfrm>
            <a:custGeom>
              <a:avLst/>
              <a:gdLst>
                <a:gd name="T0" fmla="*/ 33 w 8"/>
                <a:gd name="T1" fmla="*/ 12 h 9"/>
                <a:gd name="T2" fmla="*/ 63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2" y="1"/>
                  </a:moveTo>
                  <a:cubicBezTo>
                    <a:pt x="0" y="9"/>
                    <a:pt x="8" y="8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6" name="Freeform 1119">
              <a:extLst>
                <a:ext uri="{FF2B5EF4-FFF2-40B4-BE49-F238E27FC236}">
                  <a16:creationId xmlns:a16="http://schemas.microsoft.com/office/drawing/2014/main" id="{6CED2A9A-9257-41EF-9E4E-01BFFA8BF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071"/>
              <a:ext cx="10" cy="18"/>
            </a:xfrm>
            <a:custGeom>
              <a:avLst/>
              <a:gdLst>
                <a:gd name="T0" fmla="*/ 0 w 4"/>
                <a:gd name="T1" fmla="*/ 0 h 7"/>
                <a:gd name="T2" fmla="*/ 33 w 4"/>
                <a:gd name="T3" fmla="*/ 118 h 7"/>
                <a:gd name="T4" fmla="*/ 0 w 4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3"/>
                    <a:pt x="0" y="6"/>
                    <a:pt x="2" y="7"/>
                  </a:cubicBezTo>
                  <a:cubicBezTo>
                    <a:pt x="4" y="6"/>
                    <a:pt x="3" y="2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7" name="Freeform 1120">
              <a:extLst>
                <a:ext uri="{FF2B5EF4-FFF2-40B4-BE49-F238E27FC236}">
                  <a16:creationId xmlns:a16="http://schemas.microsoft.com/office/drawing/2014/main" id="{C8D1A573-BDC1-402C-A2DE-ADAAF5665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264"/>
              <a:ext cx="20" cy="30"/>
            </a:xfrm>
            <a:custGeom>
              <a:avLst/>
              <a:gdLst>
                <a:gd name="T0" fmla="*/ 20 w 8"/>
                <a:gd name="T1" fmla="*/ 33 h 12"/>
                <a:gd name="T2" fmla="*/ 63 w 8"/>
                <a:gd name="T3" fmla="*/ 188 h 12"/>
                <a:gd name="T4" fmla="*/ 33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1" y="2"/>
                  </a:moveTo>
                  <a:cubicBezTo>
                    <a:pt x="0" y="5"/>
                    <a:pt x="1" y="11"/>
                    <a:pt x="4" y="12"/>
                  </a:cubicBezTo>
                  <a:cubicBezTo>
                    <a:pt x="8" y="9"/>
                    <a:pt x="3" y="4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8" name="Freeform 1121">
              <a:extLst>
                <a:ext uri="{FF2B5EF4-FFF2-40B4-BE49-F238E27FC236}">
                  <a16:creationId xmlns:a16="http://schemas.microsoft.com/office/drawing/2014/main" id="{11664FD1-DA03-4B82-9F6E-221DDA287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169"/>
              <a:ext cx="17" cy="27"/>
            </a:xfrm>
            <a:custGeom>
              <a:avLst/>
              <a:gdLst>
                <a:gd name="T0" fmla="*/ 70 w 7"/>
                <a:gd name="T1" fmla="*/ 0 h 11"/>
                <a:gd name="T2" fmla="*/ 41 w 7"/>
                <a:gd name="T3" fmla="*/ 150 h 11"/>
                <a:gd name="T4" fmla="*/ 87 w 7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5" y="0"/>
                  </a:moveTo>
                  <a:cubicBezTo>
                    <a:pt x="4" y="2"/>
                    <a:pt x="0" y="9"/>
                    <a:pt x="3" y="10"/>
                  </a:cubicBezTo>
                  <a:cubicBezTo>
                    <a:pt x="6" y="11"/>
                    <a:pt x="7" y="4"/>
                    <a:pt x="6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9" name="Freeform 1122">
              <a:extLst>
                <a:ext uri="{FF2B5EF4-FFF2-40B4-BE49-F238E27FC236}">
                  <a16:creationId xmlns:a16="http://schemas.microsoft.com/office/drawing/2014/main" id="{A5C5A500-B043-4E25-8537-687413DFC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481"/>
              <a:ext cx="20" cy="30"/>
            </a:xfrm>
            <a:custGeom>
              <a:avLst/>
              <a:gdLst>
                <a:gd name="T0" fmla="*/ 0 w 8"/>
                <a:gd name="T1" fmla="*/ 20 h 12"/>
                <a:gd name="T2" fmla="*/ 63 w 8"/>
                <a:gd name="T3" fmla="*/ 158 h 12"/>
                <a:gd name="T4" fmla="*/ 50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1"/>
                  </a:moveTo>
                  <a:cubicBezTo>
                    <a:pt x="0" y="3"/>
                    <a:pt x="0" y="12"/>
                    <a:pt x="4" y="10"/>
                  </a:cubicBezTo>
                  <a:cubicBezTo>
                    <a:pt x="8" y="8"/>
                    <a:pt x="4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0" name="Freeform 1123">
              <a:extLst>
                <a:ext uri="{FF2B5EF4-FFF2-40B4-BE49-F238E27FC236}">
                  <a16:creationId xmlns:a16="http://schemas.microsoft.com/office/drawing/2014/main" id="{913B5F7E-612B-41B3-96C9-0CA2E07D0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476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20 w 4"/>
                <a:gd name="T3" fmla="*/ 8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3" y="2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1" name="Freeform 1124">
              <a:extLst>
                <a:ext uri="{FF2B5EF4-FFF2-40B4-BE49-F238E27FC236}">
                  <a16:creationId xmlns:a16="http://schemas.microsoft.com/office/drawing/2014/main" id="{AFC11355-DC62-46BD-BB32-F989FD639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381"/>
              <a:ext cx="18" cy="23"/>
            </a:xfrm>
            <a:custGeom>
              <a:avLst/>
              <a:gdLst>
                <a:gd name="T0" fmla="*/ 54 w 7"/>
                <a:gd name="T1" fmla="*/ 0 h 9"/>
                <a:gd name="T2" fmla="*/ 54 w 7"/>
                <a:gd name="T3" fmla="*/ 130 h 9"/>
                <a:gd name="T4" fmla="*/ 67 w 7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2"/>
                    <a:pt x="0" y="9"/>
                    <a:pt x="3" y="8"/>
                  </a:cubicBezTo>
                  <a:cubicBezTo>
                    <a:pt x="6" y="8"/>
                    <a:pt x="7" y="2"/>
                    <a:pt x="4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2" name="Freeform 1125">
              <a:extLst>
                <a:ext uri="{FF2B5EF4-FFF2-40B4-BE49-F238E27FC236}">
                  <a16:creationId xmlns:a16="http://schemas.microsoft.com/office/drawing/2014/main" id="{C907ECB5-4F0C-4B76-80F0-093CE968E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736"/>
              <a:ext cx="35" cy="18"/>
            </a:xfrm>
            <a:custGeom>
              <a:avLst/>
              <a:gdLst>
                <a:gd name="T0" fmla="*/ 83 w 14"/>
                <a:gd name="T1" fmla="*/ 0 h 7"/>
                <a:gd name="T2" fmla="*/ 113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5" y="0"/>
                  </a:moveTo>
                  <a:cubicBezTo>
                    <a:pt x="0" y="7"/>
                    <a:pt x="14" y="7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3" name="Freeform 1126">
              <a:extLst>
                <a:ext uri="{FF2B5EF4-FFF2-40B4-BE49-F238E27FC236}">
                  <a16:creationId xmlns:a16="http://schemas.microsoft.com/office/drawing/2014/main" id="{5FD1011D-01F5-45D1-BD6F-0ECF36D82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764"/>
              <a:ext cx="12" cy="17"/>
            </a:xfrm>
            <a:custGeom>
              <a:avLst/>
              <a:gdLst>
                <a:gd name="T0" fmla="*/ 12 w 5"/>
                <a:gd name="T1" fmla="*/ 0 h 7"/>
                <a:gd name="T2" fmla="*/ 29 w 5"/>
                <a:gd name="T3" fmla="*/ 100 h 7"/>
                <a:gd name="T4" fmla="*/ 41 w 5"/>
                <a:gd name="T5" fmla="*/ 0 h 7"/>
                <a:gd name="T6" fmla="*/ 29 w 5"/>
                <a:gd name="T7" fmla="*/ 1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2"/>
                    <a:pt x="0" y="6"/>
                    <a:pt x="2" y="7"/>
                  </a:cubicBezTo>
                  <a:cubicBezTo>
                    <a:pt x="4" y="6"/>
                    <a:pt x="5" y="1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4" name="Freeform 1127">
              <a:extLst>
                <a:ext uri="{FF2B5EF4-FFF2-40B4-BE49-F238E27FC236}">
                  <a16:creationId xmlns:a16="http://schemas.microsoft.com/office/drawing/2014/main" id="{35D12F25-C2EA-4630-BBAC-643FCAFE6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191"/>
              <a:ext cx="13" cy="15"/>
            </a:xfrm>
            <a:custGeom>
              <a:avLst/>
              <a:gdLst>
                <a:gd name="T0" fmla="*/ 68 w 5"/>
                <a:gd name="T1" fmla="*/ 0 h 6"/>
                <a:gd name="T2" fmla="*/ 55 w 5"/>
                <a:gd name="T3" fmla="*/ 95 h 6"/>
                <a:gd name="T4" fmla="*/ 55 w 5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5" y="2"/>
                    <a:pt x="5" y="5"/>
                    <a:pt x="3" y="6"/>
                  </a:cubicBezTo>
                  <a:cubicBezTo>
                    <a:pt x="1" y="5"/>
                    <a:pt x="0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5" name="Freeform 1128">
              <a:extLst>
                <a:ext uri="{FF2B5EF4-FFF2-40B4-BE49-F238E27FC236}">
                  <a16:creationId xmlns:a16="http://schemas.microsoft.com/office/drawing/2014/main" id="{D162B564-CAA4-4D08-8222-39150913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284"/>
              <a:ext cx="13" cy="15"/>
            </a:xfrm>
            <a:custGeom>
              <a:avLst/>
              <a:gdLst>
                <a:gd name="T0" fmla="*/ 55 w 5"/>
                <a:gd name="T1" fmla="*/ 0 h 6"/>
                <a:gd name="T2" fmla="*/ 34 w 5"/>
                <a:gd name="T3" fmla="*/ 95 h 6"/>
                <a:gd name="T4" fmla="*/ 3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5" y="2"/>
                    <a:pt x="4" y="5"/>
                    <a:pt x="2" y="6"/>
                  </a:cubicBez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6" name="Freeform 1129">
              <a:extLst>
                <a:ext uri="{FF2B5EF4-FFF2-40B4-BE49-F238E27FC236}">
                  <a16:creationId xmlns:a16="http://schemas.microsoft.com/office/drawing/2014/main" id="{73F76BB9-300C-423D-9E61-4BB55CD2D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066"/>
              <a:ext cx="32" cy="23"/>
            </a:xfrm>
            <a:custGeom>
              <a:avLst/>
              <a:gdLst>
                <a:gd name="T0" fmla="*/ 121 w 13"/>
                <a:gd name="T1" fmla="*/ 20 h 9"/>
                <a:gd name="T2" fmla="*/ 103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8" y="1"/>
                  </a:moveTo>
                  <a:cubicBezTo>
                    <a:pt x="13" y="9"/>
                    <a:pt x="0" y="1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7" name="Freeform 1130">
              <a:extLst>
                <a:ext uri="{FF2B5EF4-FFF2-40B4-BE49-F238E27FC236}">
                  <a16:creationId xmlns:a16="http://schemas.microsoft.com/office/drawing/2014/main" id="{A4C20186-EBA3-4ADB-B119-98450F535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041"/>
              <a:ext cx="15" cy="23"/>
            </a:xfrm>
            <a:custGeom>
              <a:avLst/>
              <a:gdLst>
                <a:gd name="T0" fmla="*/ 63 w 6"/>
                <a:gd name="T1" fmla="*/ 0 h 9"/>
                <a:gd name="T2" fmla="*/ 63 w 6"/>
                <a:gd name="T3" fmla="*/ 151 h 9"/>
                <a:gd name="T4" fmla="*/ 50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6" y="3"/>
                    <a:pt x="6" y="7"/>
                    <a:pt x="4" y="9"/>
                  </a:cubicBezTo>
                  <a:cubicBezTo>
                    <a:pt x="0" y="8"/>
                    <a:pt x="2" y="3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8" name="Freeform 1131">
              <a:extLst>
                <a:ext uri="{FF2B5EF4-FFF2-40B4-BE49-F238E27FC236}">
                  <a16:creationId xmlns:a16="http://schemas.microsoft.com/office/drawing/2014/main" id="{6D52E2F9-751D-46E5-8300-448A086C1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969"/>
              <a:ext cx="13" cy="17"/>
            </a:xfrm>
            <a:custGeom>
              <a:avLst/>
              <a:gdLst>
                <a:gd name="T0" fmla="*/ 68 w 5"/>
                <a:gd name="T1" fmla="*/ 0 h 7"/>
                <a:gd name="T2" fmla="*/ 34 w 5"/>
                <a:gd name="T3" fmla="*/ 100 h 7"/>
                <a:gd name="T4" fmla="*/ 55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5" y="2"/>
                    <a:pt x="4" y="6"/>
                    <a:pt x="2" y="7"/>
                  </a:cubicBez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9" name="Freeform 1132">
              <a:extLst>
                <a:ext uri="{FF2B5EF4-FFF2-40B4-BE49-F238E27FC236}">
                  <a16:creationId xmlns:a16="http://schemas.microsoft.com/office/drawing/2014/main" id="{F6208D91-F7F2-42BC-B1BD-B4388BEAE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921"/>
              <a:ext cx="13" cy="18"/>
            </a:xfrm>
            <a:custGeom>
              <a:avLst/>
              <a:gdLst>
                <a:gd name="T0" fmla="*/ 88 w 5"/>
                <a:gd name="T1" fmla="*/ 0 h 7"/>
                <a:gd name="T2" fmla="*/ 55 w 5"/>
                <a:gd name="T3" fmla="*/ 118 h 7"/>
                <a:gd name="T4" fmla="*/ 55 w 5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5" y="3"/>
                    <a:pt x="5" y="6"/>
                    <a:pt x="3" y="7"/>
                  </a:cubicBezTo>
                  <a:cubicBezTo>
                    <a:pt x="0" y="6"/>
                    <a:pt x="1" y="4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0" name="Freeform 1133">
              <a:extLst>
                <a:ext uri="{FF2B5EF4-FFF2-40B4-BE49-F238E27FC236}">
                  <a16:creationId xmlns:a16="http://schemas.microsoft.com/office/drawing/2014/main" id="{6E93E54B-2170-4BBC-BA82-76E9FED5A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846"/>
              <a:ext cx="15" cy="23"/>
            </a:xfrm>
            <a:custGeom>
              <a:avLst/>
              <a:gdLst>
                <a:gd name="T0" fmla="*/ 63 w 6"/>
                <a:gd name="T1" fmla="*/ 0 h 9"/>
                <a:gd name="T2" fmla="*/ 95 w 6"/>
                <a:gd name="T3" fmla="*/ 20 h 9"/>
                <a:gd name="T4" fmla="*/ 63 w 6"/>
                <a:gd name="T5" fmla="*/ 151 h 9"/>
                <a:gd name="T6" fmla="*/ 50 w 6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5" y="0"/>
                    <a:pt x="5" y="1"/>
                    <a:pt x="6" y="1"/>
                  </a:cubicBezTo>
                  <a:cubicBezTo>
                    <a:pt x="6" y="4"/>
                    <a:pt x="6" y="7"/>
                    <a:pt x="4" y="9"/>
                  </a:cubicBezTo>
                  <a:cubicBezTo>
                    <a:pt x="0" y="8"/>
                    <a:pt x="1" y="4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1" name="Freeform 1134">
              <a:extLst>
                <a:ext uri="{FF2B5EF4-FFF2-40B4-BE49-F238E27FC236}">
                  <a16:creationId xmlns:a16="http://schemas.microsoft.com/office/drawing/2014/main" id="{CEB4F646-11CE-4A8C-88AE-3C6C24EFD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894"/>
              <a:ext cx="17" cy="25"/>
            </a:xfrm>
            <a:custGeom>
              <a:avLst/>
              <a:gdLst>
                <a:gd name="T0" fmla="*/ 70 w 7"/>
                <a:gd name="T1" fmla="*/ 33 h 10"/>
                <a:gd name="T2" fmla="*/ 41 w 7"/>
                <a:gd name="T3" fmla="*/ 125 h 10"/>
                <a:gd name="T4" fmla="*/ 41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5" y="2"/>
                  </a:moveTo>
                  <a:cubicBezTo>
                    <a:pt x="7" y="4"/>
                    <a:pt x="7" y="10"/>
                    <a:pt x="3" y="8"/>
                  </a:cubicBezTo>
                  <a:cubicBezTo>
                    <a:pt x="1" y="6"/>
                    <a:pt x="0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2" name="Freeform 1135">
              <a:extLst>
                <a:ext uri="{FF2B5EF4-FFF2-40B4-BE49-F238E27FC236}">
                  <a16:creationId xmlns:a16="http://schemas.microsoft.com/office/drawing/2014/main" id="{F8032764-80B5-4810-9642-F1E750E77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689"/>
              <a:ext cx="13" cy="22"/>
            </a:xfrm>
            <a:custGeom>
              <a:avLst/>
              <a:gdLst>
                <a:gd name="T0" fmla="*/ 34 w 5"/>
                <a:gd name="T1" fmla="*/ 0 h 9"/>
                <a:gd name="T2" fmla="*/ 55 w 5"/>
                <a:gd name="T3" fmla="*/ 132 h 9"/>
                <a:gd name="T4" fmla="*/ 21 w 5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4" y="2"/>
                    <a:pt x="5" y="7"/>
                    <a:pt x="3" y="9"/>
                  </a:cubicBezTo>
                  <a:cubicBezTo>
                    <a:pt x="0" y="8"/>
                    <a:pt x="0" y="4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3" name="Freeform 1136">
              <a:extLst>
                <a:ext uri="{FF2B5EF4-FFF2-40B4-BE49-F238E27FC236}">
                  <a16:creationId xmlns:a16="http://schemas.microsoft.com/office/drawing/2014/main" id="{1465B3E3-FF1F-4C8E-AE49-9EC962E5F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644"/>
              <a:ext cx="22" cy="22"/>
            </a:xfrm>
            <a:custGeom>
              <a:avLst/>
              <a:gdLst>
                <a:gd name="T0" fmla="*/ 90 w 9"/>
                <a:gd name="T1" fmla="*/ 12 h 9"/>
                <a:gd name="T2" fmla="*/ 71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6" y="1"/>
                  </a:moveTo>
                  <a:cubicBezTo>
                    <a:pt x="9" y="9"/>
                    <a:pt x="0" y="8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4" name="Freeform 1137">
              <a:extLst>
                <a:ext uri="{FF2B5EF4-FFF2-40B4-BE49-F238E27FC236}">
                  <a16:creationId xmlns:a16="http://schemas.microsoft.com/office/drawing/2014/main" id="{5217C95E-F0D5-4C73-9503-394CFBD0C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071"/>
              <a:ext cx="10" cy="18"/>
            </a:xfrm>
            <a:custGeom>
              <a:avLst/>
              <a:gdLst>
                <a:gd name="T0" fmla="*/ 63 w 4"/>
                <a:gd name="T1" fmla="*/ 0 h 7"/>
                <a:gd name="T2" fmla="*/ 33 w 4"/>
                <a:gd name="T3" fmla="*/ 118 h 7"/>
                <a:gd name="T4" fmla="*/ 50 w 4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4" y="3"/>
                    <a:pt x="4" y="6"/>
                    <a:pt x="2" y="7"/>
                  </a:cubicBezTo>
                  <a:cubicBezTo>
                    <a:pt x="0" y="6"/>
                    <a:pt x="0" y="2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5" name="Freeform 1138">
              <a:extLst>
                <a:ext uri="{FF2B5EF4-FFF2-40B4-BE49-F238E27FC236}">
                  <a16:creationId xmlns:a16="http://schemas.microsoft.com/office/drawing/2014/main" id="{B2E84C5C-5EC7-4370-A84E-FA40C2EC3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264"/>
              <a:ext cx="20" cy="30"/>
            </a:xfrm>
            <a:custGeom>
              <a:avLst/>
              <a:gdLst>
                <a:gd name="T0" fmla="*/ 113 w 8"/>
                <a:gd name="T1" fmla="*/ 33 h 12"/>
                <a:gd name="T2" fmla="*/ 63 w 8"/>
                <a:gd name="T3" fmla="*/ 188 h 12"/>
                <a:gd name="T4" fmla="*/ 95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7" y="2"/>
                  </a:moveTo>
                  <a:cubicBezTo>
                    <a:pt x="8" y="5"/>
                    <a:pt x="7" y="11"/>
                    <a:pt x="4" y="12"/>
                  </a:cubicBezTo>
                  <a:cubicBezTo>
                    <a:pt x="0" y="9"/>
                    <a:pt x="4" y="4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6" name="Freeform 1139">
              <a:extLst>
                <a:ext uri="{FF2B5EF4-FFF2-40B4-BE49-F238E27FC236}">
                  <a16:creationId xmlns:a16="http://schemas.microsoft.com/office/drawing/2014/main" id="{D5DCE845-B2F4-4AC6-9937-3E5633138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169"/>
              <a:ext cx="17" cy="27"/>
            </a:xfrm>
            <a:custGeom>
              <a:avLst/>
              <a:gdLst>
                <a:gd name="T0" fmla="*/ 12 w 7"/>
                <a:gd name="T1" fmla="*/ 0 h 11"/>
                <a:gd name="T2" fmla="*/ 41 w 7"/>
                <a:gd name="T3" fmla="*/ 150 h 11"/>
                <a:gd name="T4" fmla="*/ 12 w 7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0"/>
                  </a:moveTo>
                  <a:cubicBezTo>
                    <a:pt x="3" y="2"/>
                    <a:pt x="7" y="9"/>
                    <a:pt x="3" y="10"/>
                  </a:cubicBezTo>
                  <a:cubicBezTo>
                    <a:pt x="0" y="11"/>
                    <a:pt x="0" y="4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7" name="Freeform 1140">
              <a:extLst>
                <a:ext uri="{FF2B5EF4-FFF2-40B4-BE49-F238E27FC236}">
                  <a16:creationId xmlns:a16="http://schemas.microsoft.com/office/drawing/2014/main" id="{9153154A-FCB2-4C28-8EAB-DB037DCE8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481"/>
              <a:ext cx="20" cy="30"/>
            </a:xfrm>
            <a:custGeom>
              <a:avLst/>
              <a:gdLst>
                <a:gd name="T0" fmla="*/ 125 w 8"/>
                <a:gd name="T1" fmla="*/ 20 h 12"/>
                <a:gd name="T2" fmla="*/ 50 w 8"/>
                <a:gd name="T3" fmla="*/ 158 h 12"/>
                <a:gd name="T4" fmla="*/ 83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8" y="1"/>
                  </a:moveTo>
                  <a:cubicBezTo>
                    <a:pt x="8" y="3"/>
                    <a:pt x="7" y="12"/>
                    <a:pt x="3" y="10"/>
                  </a:cubicBezTo>
                  <a:cubicBezTo>
                    <a:pt x="0" y="8"/>
                    <a:pt x="4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8" name="Freeform 1141">
              <a:extLst>
                <a:ext uri="{FF2B5EF4-FFF2-40B4-BE49-F238E27FC236}">
                  <a16:creationId xmlns:a16="http://schemas.microsoft.com/office/drawing/2014/main" id="{193E4A14-5D47-4377-B76C-CDF01C670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476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88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4"/>
                    <a:pt x="2" y="5"/>
                  </a:cubicBez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9" name="Freeform 1142">
              <a:extLst>
                <a:ext uri="{FF2B5EF4-FFF2-40B4-BE49-F238E27FC236}">
                  <a16:creationId xmlns:a16="http://schemas.microsoft.com/office/drawing/2014/main" id="{719F87ED-2F82-4E9B-93A9-27D6F572B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381"/>
              <a:ext cx="18" cy="23"/>
            </a:xfrm>
            <a:custGeom>
              <a:avLst/>
              <a:gdLst>
                <a:gd name="T0" fmla="*/ 67 w 7"/>
                <a:gd name="T1" fmla="*/ 0 h 9"/>
                <a:gd name="T2" fmla="*/ 54 w 7"/>
                <a:gd name="T3" fmla="*/ 130 h 9"/>
                <a:gd name="T4" fmla="*/ 33 w 7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5" y="2"/>
                    <a:pt x="7" y="9"/>
                    <a:pt x="3" y="8"/>
                  </a:cubicBezTo>
                  <a:cubicBezTo>
                    <a:pt x="1" y="8"/>
                    <a:pt x="0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0" name="Freeform 1143">
              <a:extLst>
                <a:ext uri="{FF2B5EF4-FFF2-40B4-BE49-F238E27FC236}">
                  <a16:creationId xmlns:a16="http://schemas.microsoft.com/office/drawing/2014/main" id="{8CE48F87-CF0D-4548-919E-3A6AD6FF4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1736"/>
              <a:ext cx="35" cy="18"/>
            </a:xfrm>
            <a:custGeom>
              <a:avLst/>
              <a:gdLst>
                <a:gd name="T0" fmla="*/ 125 w 14"/>
                <a:gd name="T1" fmla="*/ 0 h 7"/>
                <a:gd name="T2" fmla="*/ 113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8" y="0"/>
                  </a:moveTo>
                  <a:cubicBezTo>
                    <a:pt x="14" y="7"/>
                    <a:pt x="0" y="7"/>
                    <a:pt x="7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1" name="Freeform 1144">
              <a:extLst>
                <a:ext uri="{FF2B5EF4-FFF2-40B4-BE49-F238E27FC236}">
                  <a16:creationId xmlns:a16="http://schemas.microsoft.com/office/drawing/2014/main" id="{E87B4F2A-6044-48F6-88C3-AA93A2D57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764"/>
              <a:ext cx="12" cy="17"/>
            </a:xfrm>
            <a:custGeom>
              <a:avLst/>
              <a:gdLst>
                <a:gd name="T0" fmla="*/ 41 w 5"/>
                <a:gd name="T1" fmla="*/ 0 h 7"/>
                <a:gd name="T2" fmla="*/ 29 w 5"/>
                <a:gd name="T3" fmla="*/ 100 h 7"/>
                <a:gd name="T4" fmla="*/ 29 w 5"/>
                <a:gd name="T5" fmla="*/ 0 h 7"/>
                <a:gd name="T6" fmla="*/ 41 w 5"/>
                <a:gd name="T7" fmla="*/ 1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5" y="2"/>
                    <a:pt x="4" y="6"/>
                    <a:pt x="2" y="7"/>
                  </a:cubicBezTo>
                  <a:cubicBezTo>
                    <a:pt x="0" y="6"/>
                    <a:pt x="0" y="1"/>
                    <a:pt x="2" y="0"/>
                  </a:cubicBezTo>
                  <a:cubicBezTo>
                    <a:pt x="3" y="0"/>
                    <a:pt x="2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2" name="Freeform 1145">
              <a:extLst>
                <a:ext uri="{FF2B5EF4-FFF2-40B4-BE49-F238E27FC236}">
                  <a16:creationId xmlns:a16="http://schemas.microsoft.com/office/drawing/2014/main" id="{FB7B3D68-4428-4670-9D1E-7830640D8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256"/>
              <a:ext cx="35" cy="28"/>
            </a:xfrm>
            <a:custGeom>
              <a:avLst/>
              <a:gdLst>
                <a:gd name="T0" fmla="*/ 145 w 14"/>
                <a:gd name="T1" fmla="*/ 33 h 11"/>
                <a:gd name="T2" fmla="*/ 63 w 14"/>
                <a:gd name="T3" fmla="*/ 163 h 11"/>
                <a:gd name="T4" fmla="*/ 208 w 14"/>
                <a:gd name="T5" fmla="*/ 64 h 11"/>
                <a:gd name="T6" fmla="*/ 158 w 14"/>
                <a:gd name="T7" fmla="*/ 3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9" y="2"/>
                  </a:moveTo>
                  <a:cubicBezTo>
                    <a:pt x="6" y="0"/>
                    <a:pt x="0" y="9"/>
                    <a:pt x="4" y="10"/>
                  </a:cubicBezTo>
                  <a:cubicBezTo>
                    <a:pt x="6" y="11"/>
                    <a:pt x="12" y="6"/>
                    <a:pt x="13" y="4"/>
                  </a:cubicBezTo>
                  <a:cubicBezTo>
                    <a:pt x="14" y="2"/>
                    <a:pt x="12" y="1"/>
                    <a:pt x="10" y="2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3" name="Freeform 1146">
              <a:extLst>
                <a:ext uri="{FF2B5EF4-FFF2-40B4-BE49-F238E27FC236}">
                  <a16:creationId xmlns:a16="http://schemas.microsoft.com/office/drawing/2014/main" id="{05F62E14-DDFF-4480-9C5A-300EE9DE2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214"/>
              <a:ext cx="55" cy="22"/>
            </a:xfrm>
            <a:custGeom>
              <a:avLst/>
              <a:gdLst>
                <a:gd name="T0" fmla="*/ 158 w 22"/>
                <a:gd name="T1" fmla="*/ 12 h 9"/>
                <a:gd name="T2" fmla="*/ 50 w 22"/>
                <a:gd name="T3" fmla="*/ 12 h 9"/>
                <a:gd name="T4" fmla="*/ 125 w 22"/>
                <a:gd name="T5" fmla="*/ 90 h 9"/>
                <a:gd name="T6" fmla="*/ 300 w 22"/>
                <a:gd name="T7" fmla="*/ 120 h 9"/>
                <a:gd name="T8" fmla="*/ 208 w 22"/>
                <a:gd name="T9" fmla="*/ 2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">
                  <a:moveTo>
                    <a:pt x="10" y="1"/>
                  </a:moveTo>
                  <a:cubicBezTo>
                    <a:pt x="8" y="1"/>
                    <a:pt x="5" y="0"/>
                    <a:pt x="3" y="1"/>
                  </a:cubicBezTo>
                  <a:cubicBezTo>
                    <a:pt x="0" y="4"/>
                    <a:pt x="6" y="5"/>
                    <a:pt x="8" y="6"/>
                  </a:cubicBezTo>
                  <a:cubicBezTo>
                    <a:pt x="9" y="6"/>
                    <a:pt x="18" y="9"/>
                    <a:pt x="19" y="8"/>
                  </a:cubicBezTo>
                  <a:cubicBezTo>
                    <a:pt x="22" y="5"/>
                    <a:pt x="14" y="2"/>
                    <a:pt x="13" y="2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4" name="Freeform 1147">
              <a:extLst>
                <a:ext uri="{FF2B5EF4-FFF2-40B4-BE49-F238E27FC236}">
                  <a16:creationId xmlns:a16="http://schemas.microsoft.com/office/drawing/2014/main" id="{2D5E3383-CA9C-437E-9D5D-9DB531FC2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271"/>
              <a:ext cx="30" cy="30"/>
            </a:xfrm>
            <a:custGeom>
              <a:avLst/>
              <a:gdLst>
                <a:gd name="T0" fmla="*/ 33 w 12"/>
                <a:gd name="T1" fmla="*/ 20 h 12"/>
                <a:gd name="T2" fmla="*/ 20 w 12"/>
                <a:gd name="T3" fmla="*/ 63 h 12"/>
                <a:gd name="T4" fmla="*/ 95 w 12"/>
                <a:gd name="T5" fmla="*/ 175 h 12"/>
                <a:gd name="T6" fmla="*/ 50 w 12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2" y="1"/>
                  </a:moveTo>
                  <a:cubicBezTo>
                    <a:pt x="0" y="0"/>
                    <a:pt x="1" y="3"/>
                    <a:pt x="1" y="4"/>
                  </a:cubicBezTo>
                  <a:cubicBezTo>
                    <a:pt x="1" y="7"/>
                    <a:pt x="2" y="10"/>
                    <a:pt x="6" y="11"/>
                  </a:cubicBezTo>
                  <a:cubicBezTo>
                    <a:pt x="12" y="12"/>
                    <a:pt x="4" y="3"/>
                    <a:pt x="3" y="1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5" name="Freeform 1148">
              <a:extLst>
                <a:ext uri="{FF2B5EF4-FFF2-40B4-BE49-F238E27FC236}">
                  <a16:creationId xmlns:a16="http://schemas.microsoft.com/office/drawing/2014/main" id="{781F59BF-9E36-4023-947F-A7D8B7F31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816"/>
              <a:ext cx="15" cy="53"/>
            </a:xfrm>
            <a:custGeom>
              <a:avLst/>
              <a:gdLst>
                <a:gd name="T0" fmla="*/ 33 w 6"/>
                <a:gd name="T1" fmla="*/ 50 h 21"/>
                <a:gd name="T2" fmla="*/ 20 w 6"/>
                <a:gd name="T3" fmla="*/ 209 h 21"/>
                <a:gd name="T4" fmla="*/ 50 w 6"/>
                <a:gd name="T5" fmla="*/ 255 h 21"/>
                <a:gd name="T6" fmla="*/ 83 w 6"/>
                <a:gd name="T7" fmla="*/ 63 h 21"/>
                <a:gd name="T8" fmla="*/ 33 w 6"/>
                <a:gd name="T9" fmla="*/ 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1">
                  <a:moveTo>
                    <a:pt x="2" y="3"/>
                  </a:moveTo>
                  <a:cubicBezTo>
                    <a:pt x="0" y="6"/>
                    <a:pt x="1" y="10"/>
                    <a:pt x="1" y="13"/>
                  </a:cubicBezTo>
                  <a:cubicBezTo>
                    <a:pt x="1" y="16"/>
                    <a:pt x="1" y="21"/>
                    <a:pt x="3" y="16"/>
                  </a:cubicBezTo>
                  <a:cubicBezTo>
                    <a:pt x="5" y="13"/>
                    <a:pt x="6" y="8"/>
                    <a:pt x="5" y="4"/>
                  </a:cubicBezTo>
                  <a:cubicBezTo>
                    <a:pt x="4" y="0"/>
                    <a:pt x="1" y="0"/>
                    <a:pt x="2" y="4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6" name="Freeform 1149">
              <a:extLst>
                <a:ext uri="{FF2B5EF4-FFF2-40B4-BE49-F238E27FC236}">
                  <a16:creationId xmlns:a16="http://schemas.microsoft.com/office/drawing/2014/main" id="{45900E73-F7FF-4792-A83A-DD37B8427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939"/>
              <a:ext cx="18" cy="37"/>
            </a:xfrm>
            <a:custGeom>
              <a:avLst/>
              <a:gdLst>
                <a:gd name="T0" fmla="*/ 33 w 7"/>
                <a:gd name="T1" fmla="*/ 0 h 15"/>
                <a:gd name="T2" fmla="*/ 67 w 7"/>
                <a:gd name="T3" fmla="*/ 224 h 15"/>
                <a:gd name="T4" fmla="*/ 118 w 7"/>
                <a:gd name="T5" fmla="*/ 121 h 15"/>
                <a:gd name="T6" fmla="*/ 67 w 7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2" y="0"/>
                  </a:moveTo>
                  <a:cubicBezTo>
                    <a:pt x="2" y="3"/>
                    <a:pt x="0" y="15"/>
                    <a:pt x="4" y="15"/>
                  </a:cubicBezTo>
                  <a:cubicBezTo>
                    <a:pt x="6" y="15"/>
                    <a:pt x="7" y="10"/>
                    <a:pt x="7" y="8"/>
                  </a:cubicBezTo>
                  <a:cubicBezTo>
                    <a:pt x="7" y="5"/>
                    <a:pt x="6" y="3"/>
                    <a:pt x="4" y="1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7" name="Freeform 1150">
              <a:extLst>
                <a:ext uri="{FF2B5EF4-FFF2-40B4-BE49-F238E27FC236}">
                  <a16:creationId xmlns:a16="http://schemas.microsoft.com/office/drawing/2014/main" id="{E227E148-7E18-4D03-A686-C87800A81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456"/>
              <a:ext cx="15" cy="40"/>
            </a:xfrm>
            <a:custGeom>
              <a:avLst/>
              <a:gdLst>
                <a:gd name="T0" fmla="*/ 33 w 6"/>
                <a:gd name="T1" fmla="*/ 33 h 16"/>
                <a:gd name="T2" fmla="*/ 20 w 6"/>
                <a:gd name="T3" fmla="*/ 158 h 16"/>
                <a:gd name="T4" fmla="*/ 83 w 6"/>
                <a:gd name="T5" fmla="*/ 208 h 16"/>
                <a:gd name="T6" fmla="*/ 33 w 6"/>
                <a:gd name="T7" fmla="*/ 0 h 16"/>
                <a:gd name="T8" fmla="*/ 20 w 6"/>
                <a:gd name="T9" fmla="*/ 3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6">
                  <a:moveTo>
                    <a:pt x="2" y="2"/>
                  </a:moveTo>
                  <a:cubicBezTo>
                    <a:pt x="0" y="4"/>
                    <a:pt x="1" y="8"/>
                    <a:pt x="1" y="10"/>
                  </a:cubicBezTo>
                  <a:cubicBezTo>
                    <a:pt x="1" y="13"/>
                    <a:pt x="3" y="16"/>
                    <a:pt x="5" y="13"/>
                  </a:cubicBezTo>
                  <a:cubicBezTo>
                    <a:pt x="6" y="10"/>
                    <a:pt x="6" y="0"/>
                    <a:pt x="2" y="0"/>
                  </a:cubicBezTo>
                  <a:cubicBezTo>
                    <a:pt x="2" y="1"/>
                    <a:pt x="1" y="1"/>
                    <a:pt x="1" y="2"/>
                  </a:cubicBezTo>
                </a:path>
              </a:pathLst>
            </a:custGeom>
            <a:solidFill>
              <a:srgbClr val="D0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8" name="Freeform 1151">
              <a:extLst>
                <a:ext uri="{FF2B5EF4-FFF2-40B4-BE49-F238E27FC236}">
                  <a16:creationId xmlns:a16="http://schemas.microsoft.com/office/drawing/2014/main" id="{212A3382-20A3-4DC1-A6EE-6E7DB9687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169"/>
              <a:ext cx="52" cy="25"/>
            </a:xfrm>
            <a:custGeom>
              <a:avLst/>
              <a:gdLst>
                <a:gd name="T0" fmla="*/ 245 w 21"/>
                <a:gd name="T1" fmla="*/ 20 h 10"/>
                <a:gd name="T2" fmla="*/ 124 w 21"/>
                <a:gd name="T3" fmla="*/ 158 h 10"/>
                <a:gd name="T4" fmla="*/ 258 w 21"/>
                <a:gd name="T5" fmla="*/ 95 h 10"/>
                <a:gd name="T6" fmla="*/ 258 w 21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0">
                  <a:moveTo>
                    <a:pt x="16" y="1"/>
                  </a:moveTo>
                  <a:cubicBezTo>
                    <a:pt x="12" y="1"/>
                    <a:pt x="0" y="8"/>
                    <a:pt x="8" y="10"/>
                  </a:cubicBezTo>
                  <a:cubicBezTo>
                    <a:pt x="10" y="10"/>
                    <a:pt x="15" y="7"/>
                    <a:pt x="17" y="6"/>
                  </a:cubicBezTo>
                  <a:cubicBezTo>
                    <a:pt x="19" y="4"/>
                    <a:pt x="21" y="0"/>
                    <a:pt x="17" y="1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9" name="Freeform 1152">
              <a:extLst>
                <a:ext uri="{FF2B5EF4-FFF2-40B4-BE49-F238E27FC236}">
                  <a16:creationId xmlns:a16="http://schemas.microsoft.com/office/drawing/2014/main" id="{186AC671-5B26-4A2B-8FFA-425E97957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091"/>
              <a:ext cx="40" cy="38"/>
            </a:xfrm>
            <a:custGeom>
              <a:avLst/>
              <a:gdLst>
                <a:gd name="T0" fmla="*/ 220 w 16"/>
                <a:gd name="T1" fmla="*/ 0 h 15"/>
                <a:gd name="T2" fmla="*/ 113 w 16"/>
                <a:gd name="T3" fmla="*/ 213 h 15"/>
                <a:gd name="T4" fmla="*/ 250 w 1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14" y="0"/>
                  </a:moveTo>
                  <a:cubicBezTo>
                    <a:pt x="11" y="2"/>
                    <a:pt x="0" y="11"/>
                    <a:pt x="7" y="13"/>
                  </a:cubicBezTo>
                  <a:cubicBezTo>
                    <a:pt x="16" y="15"/>
                    <a:pt x="12" y="3"/>
                    <a:pt x="16" y="0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0" name="Freeform 1153">
              <a:extLst>
                <a:ext uri="{FF2B5EF4-FFF2-40B4-BE49-F238E27FC236}">
                  <a16:creationId xmlns:a16="http://schemas.microsoft.com/office/drawing/2014/main" id="{BC8260F2-82BF-4BBD-B397-F775CF28E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171"/>
              <a:ext cx="42" cy="28"/>
            </a:xfrm>
            <a:custGeom>
              <a:avLst/>
              <a:gdLst>
                <a:gd name="T0" fmla="*/ 121 w 17"/>
                <a:gd name="T1" fmla="*/ 33 h 11"/>
                <a:gd name="T2" fmla="*/ 12 w 17"/>
                <a:gd name="T3" fmla="*/ 33 h 11"/>
                <a:gd name="T4" fmla="*/ 104 w 17"/>
                <a:gd name="T5" fmla="*/ 97 h 11"/>
                <a:gd name="T6" fmla="*/ 225 w 17"/>
                <a:gd name="T7" fmla="*/ 130 h 11"/>
                <a:gd name="T8" fmla="*/ 153 w 17"/>
                <a:gd name="T9" fmla="*/ 3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8" y="2"/>
                  </a:moveTo>
                  <a:cubicBezTo>
                    <a:pt x="7" y="1"/>
                    <a:pt x="2" y="0"/>
                    <a:pt x="1" y="2"/>
                  </a:cubicBezTo>
                  <a:cubicBezTo>
                    <a:pt x="0" y="5"/>
                    <a:pt x="5" y="6"/>
                    <a:pt x="7" y="6"/>
                  </a:cubicBezTo>
                  <a:cubicBezTo>
                    <a:pt x="9" y="7"/>
                    <a:pt x="13" y="11"/>
                    <a:pt x="15" y="8"/>
                  </a:cubicBezTo>
                  <a:cubicBezTo>
                    <a:pt x="17" y="6"/>
                    <a:pt x="12" y="3"/>
                    <a:pt x="10" y="2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1" name="Freeform 1154">
              <a:extLst>
                <a:ext uri="{FF2B5EF4-FFF2-40B4-BE49-F238E27FC236}">
                  <a16:creationId xmlns:a16="http://schemas.microsoft.com/office/drawing/2014/main" id="{897D8434-70DE-486C-B1A9-43A27B378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106"/>
              <a:ext cx="23" cy="28"/>
            </a:xfrm>
            <a:custGeom>
              <a:avLst/>
              <a:gdLst>
                <a:gd name="T0" fmla="*/ 51 w 9"/>
                <a:gd name="T1" fmla="*/ 20 h 11"/>
                <a:gd name="T2" fmla="*/ 20 w 9"/>
                <a:gd name="T3" fmla="*/ 84 h 11"/>
                <a:gd name="T4" fmla="*/ 118 w 9"/>
                <a:gd name="T5" fmla="*/ 181 h 11"/>
                <a:gd name="T6" fmla="*/ 151 w 9"/>
                <a:gd name="T7" fmla="*/ 97 h 11"/>
                <a:gd name="T8" fmla="*/ 51 w 9"/>
                <a:gd name="T9" fmla="*/ 2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3" y="1"/>
                  </a:moveTo>
                  <a:cubicBezTo>
                    <a:pt x="0" y="0"/>
                    <a:pt x="0" y="3"/>
                    <a:pt x="1" y="5"/>
                  </a:cubicBezTo>
                  <a:cubicBezTo>
                    <a:pt x="2" y="6"/>
                    <a:pt x="6" y="10"/>
                    <a:pt x="7" y="11"/>
                  </a:cubicBezTo>
                  <a:cubicBezTo>
                    <a:pt x="9" y="11"/>
                    <a:pt x="9" y="8"/>
                    <a:pt x="9" y="6"/>
                  </a:cubicBezTo>
                  <a:cubicBezTo>
                    <a:pt x="8" y="3"/>
                    <a:pt x="5" y="2"/>
                    <a:pt x="3" y="1"/>
                  </a:cubicBezTo>
                </a:path>
              </a:pathLst>
            </a:custGeom>
            <a:solidFill>
              <a:srgbClr val="F8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2" name="Freeform 1155">
              <a:extLst>
                <a:ext uri="{FF2B5EF4-FFF2-40B4-BE49-F238E27FC236}">
                  <a16:creationId xmlns:a16="http://schemas.microsoft.com/office/drawing/2014/main" id="{41EBFCEF-4F35-4999-895B-6281B5E84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871"/>
              <a:ext cx="127" cy="72"/>
            </a:xfrm>
            <a:custGeom>
              <a:avLst/>
              <a:gdLst>
                <a:gd name="T0" fmla="*/ 92 w 51"/>
                <a:gd name="T1" fmla="*/ 124 h 29"/>
                <a:gd name="T2" fmla="*/ 311 w 51"/>
                <a:gd name="T3" fmla="*/ 42 h 29"/>
                <a:gd name="T4" fmla="*/ 446 w 51"/>
                <a:gd name="T5" fmla="*/ 184 h 29"/>
                <a:gd name="T6" fmla="*/ 633 w 51"/>
                <a:gd name="T7" fmla="*/ 216 h 29"/>
                <a:gd name="T8" fmla="*/ 757 w 51"/>
                <a:gd name="T9" fmla="*/ 278 h 29"/>
                <a:gd name="T10" fmla="*/ 371 w 51"/>
                <a:gd name="T11" fmla="*/ 290 h 29"/>
                <a:gd name="T12" fmla="*/ 105 w 51"/>
                <a:gd name="T13" fmla="*/ 308 h 29"/>
                <a:gd name="T14" fmla="*/ 92 w 51"/>
                <a:gd name="T15" fmla="*/ 124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29">
                  <a:moveTo>
                    <a:pt x="6" y="8"/>
                  </a:moveTo>
                  <a:cubicBezTo>
                    <a:pt x="11" y="7"/>
                    <a:pt x="15" y="0"/>
                    <a:pt x="20" y="3"/>
                  </a:cubicBezTo>
                  <a:cubicBezTo>
                    <a:pt x="24" y="4"/>
                    <a:pt x="25" y="10"/>
                    <a:pt x="29" y="12"/>
                  </a:cubicBezTo>
                  <a:cubicBezTo>
                    <a:pt x="33" y="14"/>
                    <a:pt x="37" y="14"/>
                    <a:pt x="41" y="14"/>
                  </a:cubicBezTo>
                  <a:cubicBezTo>
                    <a:pt x="45" y="14"/>
                    <a:pt x="51" y="12"/>
                    <a:pt x="49" y="18"/>
                  </a:cubicBezTo>
                  <a:cubicBezTo>
                    <a:pt x="45" y="29"/>
                    <a:pt x="31" y="19"/>
                    <a:pt x="24" y="19"/>
                  </a:cubicBezTo>
                  <a:cubicBezTo>
                    <a:pt x="18" y="20"/>
                    <a:pt x="12" y="24"/>
                    <a:pt x="7" y="20"/>
                  </a:cubicBezTo>
                  <a:cubicBezTo>
                    <a:pt x="3" y="18"/>
                    <a:pt x="0" y="10"/>
                    <a:pt x="6" y="8"/>
                  </a:cubicBezTo>
                  <a:close/>
                </a:path>
              </a:pathLst>
            </a:custGeom>
            <a:solidFill>
              <a:srgbClr val="F4B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3" name="Freeform 1156">
              <a:extLst>
                <a:ext uri="{FF2B5EF4-FFF2-40B4-BE49-F238E27FC236}">
                  <a16:creationId xmlns:a16="http://schemas.microsoft.com/office/drawing/2014/main" id="{08C9993A-1BA9-40B4-9DFD-6692A3448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906"/>
              <a:ext cx="118" cy="37"/>
            </a:xfrm>
            <a:custGeom>
              <a:avLst/>
              <a:gdLst>
                <a:gd name="T0" fmla="*/ 726 w 47"/>
                <a:gd name="T1" fmla="*/ 62 h 15"/>
                <a:gd name="T2" fmla="*/ 726 w 47"/>
                <a:gd name="T3" fmla="*/ 0 h 15"/>
                <a:gd name="T4" fmla="*/ 585 w 47"/>
                <a:gd name="T5" fmla="*/ 91 h 15"/>
                <a:gd name="T6" fmla="*/ 397 w 47"/>
                <a:gd name="T7" fmla="*/ 42 h 15"/>
                <a:gd name="T8" fmla="*/ 188 w 47"/>
                <a:gd name="T9" fmla="*/ 74 h 15"/>
                <a:gd name="T10" fmla="*/ 0 w 47"/>
                <a:gd name="T11" fmla="*/ 12 h 15"/>
                <a:gd name="T12" fmla="*/ 0 w 47"/>
                <a:gd name="T13" fmla="*/ 12 h 15"/>
                <a:gd name="T14" fmla="*/ 63 w 47"/>
                <a:gd name="T15" fmla="*/ 91 h 15"/>
                <a:gd name="T16" fmla="*/ 334 w 47"/>
                <a:gd name="T17" fmla="*/ 74 h 15"/>
                <a:gd name="T18" fmla="*/ 726 w 47"/>
                <a:gd name="T19" fmla="*/ 62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5">
                  <a:moveTo>
                    <a:pt x="46" y="4"/>
                  </a:moveTo>
                  <a:cubicBezTo>
                    <a:pt x="47" y="2"/>
                    <a:pt x="47" y="1"/>
                    <a:pt x="46" y="0"/>
                  </a:cubicBezTo>
                  <a:cubicBezTo>
                    <a:pt x="45" y="4"/>
                    <a:pt x="41" y="6"/>
                    <a:pt x="37" y="6"/>
                  </a:cubicBezTo>
                  <a:cubicBezTo>
                    <a:pt x="33" y="7"/>
                    <a:pt x="29" y="5"/>
                    <a:pt x="25" y="3"/>
                  </a:cubicBezTo>
                  <a:cubicBezTo>
                    <a:pt x="20" y="2"/>
                    <a:pt x="16" y="3"/>
                    <a:pt x="12" y="5"/>
                  </a:cubicBezTo>
                  <a:cubicBezTo>
                    <a:pt x="9" y="6"/>
                    <a:pt x="1" y="5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2" y="5"/>
                    <a:pt x="4" y="6"/>
                  </a:cubicBezTo>
                  <a:cubicBezTo>
                    <a:pt x="9" y="10"/>
                    <a:pt x="15" y="6"/>
                    <a:pt x="21" y="5"/>
                  </a:cubicBezTo>
                  <a:cubicBezTo>
                    <a:pt x="28" y="5"/>
                    <a:pt x="42" y="15"/>
                    <a:pt x="46" y="4"/>
                  </a:cubicBezTo>
                  <a:close/>
                </a:path>
              </a:pathLst>
            </a:custGeom>
            <a:solidFill>
              <a:srgbClr val="EBF4EC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534" name="Freeform 1157">
              <a:extLst>
                <a:ext uri="{FF2B5EF4-FFF2-40B4-BE49-F238E27FC236}">
                  <a16:creationId xmlns:a16="http://schemas.microsoft.com/office/drawing/2014/main" id="{F3E61229-E189-442E-9EF5-8052671C0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849"/>
              <a:ext cx="85" cy="82"/>
            </a:xfrm>
            <a:custGeom>
              <a:avLst/>
              <a:gdLst>
                <a:gd name="T0" fmla="*/ 438 w 34"/>
                <a:gd name="T1" fmla="*/ 12 h 33"/>
                <a:gd name="T2" fmla="*/ 125 w 34"/>
                <a:gd name="T3" fmla="*/ 137 h 33"/>
                <a:gd name="T4" fmla="*/ 83 w 34"/>
                <a:gd name="T5" fmla="*/ 278 h 33"/>
                <a:gd name="T6" fmla="*/ 33 w 34"/>
                <a:gd name="T7" fmla="*/ 412 h 33"/>
                <a:gd name="T8" fmla="*/ 300 w 34"/>
                <a:gd name="T9" fmla="*/ 308 h 33"/>
                <a:gd name="T10" fmla="*/ 520 w 34"/>
                <a:gd name="T11" fmla="*/ 137 h 33"/>
                <a:gd name="T12" fmla="*/ 438 w 34"/>
                <a:gd name="T13" fmla="*/ 1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3">
                  <a:moveTo>
                    <a:pt x="28" y="1"/>
                  </a:moveTo>
                  <a:cubicBezTo>
                    <a:pt x="22" y="5"/>
                    <a:pt x="12" y="4"/>
                    <a:pt x="8" y="9"/>
                  </a:cubicBezTo>
                  <a:cubicBezTo>
                    <a:pt x="6" y="11"/>
                    <a:pt x="7" y="15"/>
                    <a:pt x="5" y="18"/>
                  </a:cubicBezTo>
                  <a:cubicBezTo>
                    <a:pt x="4" y="21"/>
                    <a:pt x="0" y="24"/>
                    <a:pt x="2" y="27"/>
                  </a:cubicBezTo>
                  <a:cubicBezTo>
                    <a:pt x="6" y="33"/>
                    <a:pt x="15" y="22"/>
                    <a:pt x="19" y="20"/>
                  </a:cubicBezTo>
                  <a:cubicBezTo>
                    <a:pt x="25" y="18"/>
                    <a:pt x="32" y="17"/>
                    <a:pt x="33" y="9"/>
                  </a:cubicBezTo>
                  <a:cubicBezTo>
                    <a:pt x="34" y="5"/>
                    <a:pt x="33" y="0"/>
                    <a:pt x="28" y="1"/>
                  </a:cubicBezTo>
                </a:path>
              </a:pathLst>
            </a:custGeom>
            <a:solidFill>
              <a:srgbClr val="F4B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5" name="Freeform 1158">
              <a:extLst>
                <a:ext uri="{FF2B5EF4-FFF2-40B4-BE49-F238E27FC236}">
                  <a16:creationId xmlns:a16="http://schemas.microsoft.com/office/drawing/2014/main" id="{68EDA121-84C1-4146-80D9-315A5AB29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854"/>
              <a:ext cx="45" cy="40"/>
            </a:xfrm>
            <a:custGeom>
              <a:avLst/>
              <a:gdLst>
                <a:gd name="T0" fmla="*/ 0 w 18"/>
                <a:gd name="T1" fmla="*/ 250 h 16"/>
                <a:gd name="T2" fmla="*/ 95 w 18"/>
                <a:gd name="T3" fmla="*/ 33 h 16"/>
                <a:gd name="T4" fmla="*/ 283 w 18"/>
                <a:gd name="T5" fmla="*/ 8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1" y="12"/>
                    <a:pt x="1" y="4"/>
                    <a:pt x="6" y="2"/>
                  </a:cubicBezTo>
                  <a:cubicBezTo>
                    <a:pt x="8" y="0"/>
                    <a:pt x="18" y="3"/>
                    <a:pt x="18" y="5"/>
                  </a:cubicBezTo>
                </a:path>
              </a:pathLst>
            </a:custGeom>
            <a:solidFill>
              <a:srgbClr val="F4B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6" name="Freeform 1159">
              <a:extLst>
                <a:ext uri="{FF2B5EF4-FFF2-40B4-BE49-F238E27FC236}">
                  <a16:creationId xmlns:a16="http://schemas.microsoft.com/office/drawing/2014/main" id="{20CD3C3C-DF3E-4F19-B15D-3985B4C31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789"/>
              <a:ext cx="100" cy="52"/>
            </a:xfrm>
            <a:custGeom>
              <a:avLst/>
              <a:gdLst>
                <a:gd name="T0" fmla="*/ 250 w 40"/>
                <a:gd name="T1" fmla="*/ 104 h 21"/>
                <a:gd name="T2" fmla="*/ 188 w 40"/>
                <a:gd name="T3" fmla="*/ 287 h 21"/>
                <a:gd name="T4" fmla="*/ 250 w 40"/>
                <a:gd name="T5" fmla="*/ 275 h 21"/>
                <a:gd name="T6" fmla="*/ 313 w 40"/>
                <a:gd name="T7" fmla="*/ 307 h 21"/>
                <a:gd name="T8" fmla="*/ 438 w 40"/>
                <a:gd name="T9" fmla="*/ 245 h 21"/>
                <a:gd name="T10" fmla="*/ 520 w 40"/>
                <a:gd name="T11" fmla="*/ 0 h 21"/>
                <a:gd name="T12" fmla="*/ 425 w 40"/>
                <a:gd name="T13" fmla="*/ 92 h 21"/>
                <a:gd name="T14" fmla="*/ 270 w 40"/>
                <a:gd name="T15" fmla="*/ 104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1">
                  <a:moveTo>
                    <a:pt x="16" y="7"/>
                  </a:moveTo>
                  <a:cubicBezTo>
                    <a:pt x="14" y="9"/>
                    <a:pt x="0" y="18"/>
                    <a:pt x="12" y="19"/>
                  </a:cubicBezTo>
                  <a:cubicBezTo>
                    <a:pt x="13" y="19"/>
                    <a:pt x="15" y="18"/>
                    <a:pt x="16" y="18"/>
                  </a:cubicBezTo>
                  <a:cubicBezTo>
                    <a:pt x="17" y="18"/>
                    <a:pt x="19" y="20"/>
                    <a:pt x="20" y="20"/>
                  </a:cubicBezTo>
                  <a:cubicBezTo>
                    <a:pt x="23" y="21"/>
                    <a:pt x="26" y="19"/>
                    <a:pt x="28" y="16"/>
                  </a:cubicBezTo>
                  <a:cubicBezTo>
                    <a:pt x="30" y="14"/>
                    <a:pt x="40" y="1"/>
                    <a:pt x="33" y="0"/>
                  </a:cubicBezTo>
                  <a:cubicBezTo>
                    <a:pt x="30" y="0"/>
                    <a:pt x="29" y="5"/>
                    <a:pt x="27" y="6"/>
                  </a:cubicBezTo>
                  <a:cubicBezTo>
                    <a:pt x="21" y="10"/>
                    <a:pt x="20" y="3"/>
                    <a:pt x="17" y="7"/>
                  </a:cubicBezTo>
                </a:path>
              </a:pathLst>
            </a:custGeom>
            <a:solidFill>
              <a:srgbClr val="F4B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7" name="Freeform 1160">
              <a:extLst>
                <a:ext uri="{FF2B5EF4-FFF2-40B4-BE49-F238E27FC236}">
                  <a16:creationId xmlns:a16="http://schemas.microsoft.com/office/drawing/2014/main" id="{E0429401-9F9F-434C-BD49-55F7F2464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736"/>
              <a:ext cx="30" cy="48"/>
            </a:xfrm>
            <a:custGeom>
              <a:avLst/>
              <a:gdLst>
                <a:gd name="T0" fmla="*/ 20 w 12"/>
                <a:gd name="T1" fmla="*/ 159 h 19"/>
                <a:gd name="T2" fmla="*/ 33 w 12"/>
                <a:gd name="T3" fmla="*/ 210 h 19"/>
                <a:gd name="T4" fmla="*/ 63 w 12"/>
                <a:gd name="T5" fmla="*/ 255 h 19"/>
                <a:gd name="T6" fmla="*/ 145 w 12"/>
                <a:gd name="T7" fmla="*/ 192 h 19"/>
                <a:gd name="T8" fmla="*/ 175 w 12"/>
                <a:gd name="T9" fmla="*/ 114 h 19"/>
                <a:gd name="T10" fmla="*/ 175 w 12"/>
                <a:gd name="T11" fmla="*/ 33 h 19"/>
                <a:gd name="T12" fmla="*/ 83 w 12"/>
                <a:gd name="T13" fmla="*/ 83 h 19"/>
                <a:gd name="T14" fmla="*/ 20 w 12"/>
                <a:gd name="T15" fmla="*/ 159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19">
                  <a:moveTo>
                    <a:pt x="1" y="10"/>
                  </a:moveTo>
                  <a:cubicBezTo>
                    <a:pt x="0" y="11"/>
                    <a:pt x="1" y="12"/>
                    <a:pt x="2" y="13"/>
                  </a:cubicBezTo>
                  <a:cubicBezTo>
                    <a:pt x="3" y="14"/>
                    <a:pt x="3" y="16"/>
                    <a:pt x="4" y="16"/>
                  </a:cubicBezTo>
                  <a:cubicBezTo>
                    <a:pt x="7" y="19"/>
                    <a:pt x="9" y="15"/>
                    <a:pt x="9" y="12"/>
                  </a:cubicBezTo>
                  <a:cubicBezTo>
                    <a:pt x="10" y="10"/>
                    <a:pt x="10" y="9"/>
                    <a:pt x="11" y="7"/>
                  </a:cubicBezTo>
                  <a:cubicBezTo>
                    <a:pt x="11" y="6"/>
                    <a:pt x="12" y="4"/>
                    <a:pt x="11" y="2"/>
                  </a:cubicBezTo>
                  <a:cubicBezTo>
                    <a:pt x="9" y="0"/>
                    <a:pt x="6" y="3"/>
                    <a:pt x="5" y="5"/>
                  </a:cubicBezTo>
                  <a:cubicBezTo>
                    <a:pt x="3" y="6"/>
                    <a:pt x="1" y="8"/>
                    <a:pt x="1" y="10"/>
                  </a:cubicBezTo>
                </a:path>
              </a:pathLst>
            </a:custGeom>
            <a:solidFill>
              <a:srgbClr val="F4B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8" name="Freeform 1161">
              <a:extLst>
                <a:ext uri="{FF2B5EF4-FFF2-40B4-BE49-F238E27FC236}">
                  <a16:creationId xmlns:a16="http://schemas.microsoft.com/office/drawing/2014/main" id="{7011D302-327F-4077-B18F-CF4A15D58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841"/>
              <a:ext cx="80" cy="58"/>
            </a:xfrm>
            <a:custGeom>
              <a:avLst/>
              <a:gdLst>
                <a:gd name="T0" fmla="*/ 0 w 32"/>
                <a:gd name="T1" fmla="*/ 83 h 23"/>
                <a:gd name="T2" fmla="*/ 83 w 32"/>
                <a:gd name="T3" fmla="*/ 33 h 23"/>
                <a:gd name="T4" fmla="*/ 188 w 32"/>
                <a:gd name="T5" fmla="*/ 20 h 23"/>
                <a:gd name="T6" fmla="*/ 238 w 32"/>
                <a:gd name="T7" fmla="*/ 83 h 23"/>
                <a:gd name="T8" fmla="*/ 313 w 32"/>
                <a:gd name="T9" fmla="*/ 146 h 23"/>
                <a:gd name="T10" fmla="*/ 488 w 32"/>
                <a:gd name="T11" fmla="*/ 242 h 23"/>
                <a:gd name="T12" fmla="*/ 458 w 32"/>
                <a:gd name="T13" fmla="*/ 368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0" y="5"/>
                  </a:moveTo>
                  <a:cubicBezTo>
                    <a:pt x="2" y="5"/>
                    <a:pt x="3" y="3"/>
                    <a:pt x="5" y="2"/>
                  </a:cubicBezTo>
                  <a:cubicBezTo>
                    <a:pt x="7" y="0"/>
                    <a:pt x="10" y="0"/>
                    <a:pt x="12" y="1"/>
                  </a:cubicBezTo>
                  <a:cubicBezTo>
                    <a:pt x="14" y="2"/>
                    <a:pt x="14" y="4"/>
                    <a:pt x="15" y="5"/>
                  </a:cubicBezTo>
                  <a:cubicBezTo>
                    <a:pt x="17" y="7"/>
                    <a:pt x="18" y="8"/>
                    <a:pt x="20" y="9"/>
                  </a:cubicBezTo>
                  <a:cubicBezTo>
                    <a:pt x="24" y="10"/>
                    <a:pt x="30" y="10"/>
                    <a:pt x="31" y="15"/>
                  </a:cubicBezTo>
                  <a:cubicBezTo>
                    <a:pt x="32" y="17"/>
                    <a:pt x="31" y="22"/>
                    <a:pt x="29" y="23"/>
                  </a:cubicBezTo>
                </a:path>
              </a:pathLst>
            </a:custGeom>
            <a:solidFill>
              <a:srgbClr val="F4B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9" name="Freeform 1162">
              <a:extLst>
                <a:ext uri="{FF2B5EF4-FFF2-40B4-BE49-F238E27FC236}">
                  <a16:creationId xmlns:a16="http://schemas.microsoft.com/office/drawing/2014/main" id="{004947A9-D0D1-4E74-A207-73151B77E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756"/>
              <a:ext cx="55" cy="63"/>
            </a:xfrm>
            <a:custGeom>
              <a:avLst/>
              <a:gdLst>
                <a:gd name="T0" fmla="*/ 20 w 22"/>
                <a:gd name="T1" fmla="*/ 96 h 25"/>
                <a:gd name="T2" fmla="*/ 50 w 22"/>
                <a:gd name="T3" fmla="*/ 179 h 25"/>
                <a:gd name="T4" fmla="*/ 95 w 22"/>
                <a:gd name="T5" fmla="*/ 305 h 25"/>
                <a:gd name="T6" fmla="*/ 283 w 22"/>
                <a:gd name="T7" fmla="*/ 350 h 25"/>
                <a:gd name="T8" fmla="*/ 345 w 22"/>
                <a:gd name="T9" fmla="*/ 305 h 25"/>
                <a:gd name="T10" fmla="*/ 300 w 22"/>
                <a:gd name="T11" fmla="*/ 209 h 25"/>
                <a:gd name="T12" fmla="*/ 208 w 22"/>
                <a:gd name="T13" fmla="*/ 179 h 25"/>
                <a:gd name="T14" fmla="*/ 125 w 22"/>
                <a:gd name="T15" fmla="*/ 96 h 25"/>
                <a:gd name="T16" fmla="*/ 20 w 22"/>
                <a:gd name="T17" fmla="*/ 8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5">
                  <a:moveTo>
                    <a:pt x="1" y="6"/>
                  </a:moveTo>
                  <a:cubicBezTo>
                    <a:pt x="0" y="7"/>
                    <a:pt x="2" y="9"/>
                    <a:pt x="3" y="11"/>
                  </a:cubicBezTo>
                  <a:cubicBezTo>
                    <a:pt x="4" y="13"/>
                    <a:pt x="5" y="16"/>
                    <a:pt x="6" y="19"/>
                  </a:cubicBezTo>
                  <a:cubicBezTo>
                    <a:pt x="9" y="25"/>
                    <a:pt x="13" y="24"/>
                    <a:pt x="18" y="22"/>
                  </a:cubicBezTo>
                  <a:cubicBezTo>
                    <a:pt x="19" y="22"/>
                    <a:pt x="21" y="21"/>
                    <a:pt x="22" y="19"/>
                  </a:cubicBezTo>
                  <a:cubicBezTo>
                    <a:pt x="22" y="18"/>
                    <a:pt x="21" y="14"/>
                    <a:pt x="19" y="13"/>
                  </a:cubicBezTo>
                  <a:cubicBezTo>
                    <a:pt x="17" y="11"/>
                    <a:pt x="15" y="12"/>
                    <a:pt x="13" y="11"/>
                  </a:cubicBezTo>
                  <a:cubicBezTo>
                    <a:pt x="10" y="10"/>
                    <a:pt x="9" y="8"/>
                    <a:pt x="8" y="6"/>
                  </a:cubicBezTo>
                  <a:cubicBezTo>
                    <a:pt x="6" y="4"/>
                    <a:pt x="1" y="0"/>
                    <a:pt x="1" y="5"/>
                  </a:cubicBezTo>
                </a:path>
              </a:pathLst>
            </a:custGeom>
            <a:solidFill>
              <a:srgbClr val="F4B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0" name="Freeform 1163">
              <a:extLst>
                <a:ext uri="{FF2B5EF4-FFF2-40B4-BE49-F238E27FC236}">
                  <a16:creationId xmlns:a16="http://schemas.microsoft.com/office/drawing/2014/main" id="{2EF8F380-C11E-497E-AB4C-67A715A3D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821"/>
              <a:ext cx="62" cy="48"/>
            </a:xfrm>
            <a:custGeom>
              <a:avLst/>
              <a:gdLst>
                <a:gd name="T0" fmla="*/ 382 w 25"/>
                <a:gd name="T1" fmla="*/ 147 h 19"/>
                <a:gd name="T2" fmla="*/ 228 w 25"/>
                <a:gd name="T3" fmla="*/ 63 h 19"/>
                <a:gd name="T4" fmla="*/ 42 w 25"/>
                <a:gd name="T5" fmla="*/ 20 h 19"/>
                <a:gd name="T6" fmla="*/ 74 w 25"/>
                <a:gd name="T7" fmla="*/ 83 h 19"/>
                <a:gd name="T8" fmla="*/ 62 w 25"/>
                <a:gd name="T9" fmla="*/ 129 h 19"/>
                <a:gd name="T10" fmla="*/ 92 w 25"/>
                <a:gd name="T11" fmla="*/ 306 h 19"/>
                <a:gd name="T12" fmla="*/ 196 w 25"/>
                <a:gd name="T13" fmla="*/ 255 h 19"/>
                <a:gd name="T14" fmla="*/ 228 w 25"/>
                <a:gd name="T15" fmla="*/ 210 h 19"/>
                <a:gd name="T16" fmla="*/ 258 w 25"/>
                <a:gd name="T17" fmla="*/ 192 h 19"/>
                <a:gd name="T18" fmla="*/ 382 w 25"/>
                <a:gd name="T19" fmla="*/ 147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19">
                  <a:moveTo>
                    <a:pt x="25" y="9"/>
                  </a:moveTo>
                  <a:cubicBezTo>
                    <a:pt x="22" y="6"/>
                    <a:pt x="18" y="5"/>
                    <a:pt x="15" y="4"/>
                  </a:cubicBezTo>
                  <a:cubicBezTo>
                    <a:pt x="11" y="3"/>
                    <a:pt x="6" y="0"/>
                    <a:pt x="3" y="1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6"/>
                    <a:pt x="4" y="7"/>
                    <a:pt x="4" y="8"/>
                  </a:cubicBezTo>
                  <a:cubicBezTo>
                    <a:pt x="0" y="11"/>
                    <a:pt x="0" y="18"/>
                    <a:pt x="6" y="19"/>
                  </a:cubicBezTo>
                  <a:cubicBezTo>
                    <a:pt x="9" y="19"/>
                    <a:pt x="11" y="18"/>
                    <a:pt x="13" y="16"/>
                  </a:cubicBezTo>
                  <a:cubicBezTo>
                    <a:pt x="13" y="14"/>
                    <a:pt x="13" y="14"/>
                    <a:pt x="15" y="13"/>
                  </a:cubicBezTo>
                  <a:cubicBezTo>
                    <a:pt x="15" y="13"/>
                    <a:pt x="17" y="13"/>
                    <a:pt x="17" y="12"/>
                  </a:cubicBezTo>
                  <a:cubicBezTo>
                    <a:pt x="20" y="10"/>
                    <a:pt x="22" y="11"/>
                    <a:pt x="25" y="9"/>
                  </a:cubicBezTo>
                  <a:close/>
                </a:path>
              </a:pathLst>
            </a:custGeom>
            <a:solidFill>
              <a:srgbClr val="F4B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1" name="Freeform 1164">
              <a:extLst>
                <a:ext uri="{FF2B5EF4-FFF2-40B4-BE49-F238E27FC236}">
                  <a16:creationId xmlns:a16="http://schemas.microsoft.com/office/drawing/2014/main" id="{165011C4-A2B6-415E-9E09-E38EB313A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854"/>
              <a:ext cx="127" cy="67"/>
            </a:xfrm>
            <a:custGeom>
              <a:avLst/>
              <a:gdLst>
                <a:gd name="T0" fmla="*/ 787 w 51"/>
                <a:gd name="T1" fmla="*/ 62 h 27"/>
                <a:gd name="T2" fmla="*/ 757 w 51"/>
                <a:gd name="T3" fmla="*/ 42 h 27"/>
                <a:gd name="T4" fmla="*/ 725 w 51"/>
                <a:gd name="T5" fmla="*/ 74 h 27"/>
                <a:gd name="T6" fmla="*/ 508 w 51"/>
                <a:gd name="T7" fmla="*/ 62 h 27"/>
                <a:gd name="T8" fmla="*/ 261 w 51"/>
                <a:gd name="T9" fmla="*/ 62 h 27"/>
                <a:gd name="T10" fmla="*/ 92 w 51"/>
                <a:gd name="T11" fmla="*/ 92 h 27"/>
                <a:gd name="T12" fmla="*/ 30 w 51"/>
                <a:gd name="T13" fmla="*/ 92 h 27"/>
                <a:gd name="T14" fmla="*/ 12 w 51"/>
                <a:gd name="T15" fmla="*/ 74 h 27"/>
                <a:gd name="T16" fmla="*/ 30 w 51"/>
                <a:gd name="T17" fmla="*/ 136 h 27"/>
                <a:gd name="T18" fmla="*/ 154 w 51"/>
                <a:gd name="T19" fmla="*/ 258 h 27"/>
                <a:gd name="T20" fmla="*/ 354 w 51"/>
                <a:gd name="T21" fmla="*/ 258 h 27"/>
                <a:gd name="T22" fmla="*/ 478 w 51"/>
                <a:gd name="T23" fmla="*/ 258 h 27"/>
                <a:gd name="T24" fmla="*/ 528 w 51"/>
                <a:gd name="T25" fmla="*/ 370 h 27"/>
                <a:gd name="T26" fmla="*/ 662 w 51"/>
                <a:gd name="T27" fmla="*/ 228 h 27"/>
                <a:gd name="T28" fmla="*/ 757 w 51"/>
                <a:gd name="T29" fmla="*/ 124 h 27"/>
                <a:gd name="T30" fmla="*/ 787 w 51"/>
                <a:gd name="T31" fmla="*/ 62 h 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27">
                  <a:moveTo>
                    <a:pt x="51" y="4"/>
                  </a:moveTo>
                  <a:cubicBezTo>
                    <a:pt x="49" y="3"/>
                    <a:pt x="49" y="3"/>
                    <a:pt x="49" y="3"/>
                  </a:cubicBezTo>
                  <a:cubicBezTo>
                    <a:pt x="48" y="4"/>
                    <a:pt x="47" y="4"/>
                    <a:pt x="47" y="5"/>
                  </a:cubicBezTo>
                  <a:cubicBezTo>
                    <a:pt x="43" y="0"/>
                    <a:pt x="38" y="3"/>
                    <a:pt x="33" y="4"/>
                  </a:cubicBezTo>
                  <a:cubicBezTo>
                    <a:pt x="27" y="6"/>
                    <a:pt x="23" y="5"/>
                    <a:pt x="17" y="4"/>
                  </a:cubicBezTo>
                  <a:cubicBezTo>
                    <a:pt x="13" y="4"/>
                    <a:pt x="9" y="4"/>
                    <a:pt x="6" y="6"/>
                  </a:cubicBezTo>
                  <a:cubicBezTo>
                    <a:pt x="4" y="5"/>
                    <a:pt x="3" y="7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8"/>
                    <a:pt x="2" y="9"/>
                  </a:cubicBezTo>
                  <a:cubicBezTo>
                    <a:pt x="0" y="14"/>
                    <a:pt x="4" y="15"/>
                    <a:pt x="10" y="17"/>
                  </a:cubicBezTo>
                  <a:cubicBezTo>
                    <a:pt x="15" y="20"/>
                    <a:pt x="19" y="17"/>
                    <a:pt x="23" y="17"/>
                  </a:cubicBezTo>
                  <a:cubicBezTo>
                    <a:pt x="26" y="17"/>
                    <a:pt x="29" y="16"/>
                    <a:pt x="31" y="17"/>
                  </a:cubicBezTo>
                  <a:cubicBezTo>
                    <a:pt x="33" y="19"/>
                    <a:pt x="32" y="23"/>
                    <a:pt x="34" y="24"/>
                  </a:cubicBezTo>
                  <a:cubicBezTo>
                    <a:pt x="41" y="27"/>
                    <a:pt x="41" y="17"/>
                    <a:pt x="43" y="15"/>
                  </a:cubicBezTo>
                  <a:cubicBezTo>
                    <a:pt x="45" y="12"/>
                    <a:pt x="50" y="12"/>
                    <a:pt x="49" y="8"/>
                  </a:cubicBezTo>
                  <a:cubicBezTo>
                    <a:pt x="49" y="6"/>
                    <a:pt x="49" y="4"/>
                    <a:pt x="51" y="4"/>
                  </a:cubicBezTo>
                  <a:close/>
                </a:path>
              </a:pathLst>
            </a:custGeom>
            <a:solidFill>
              <a:srgbClr val="F4B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2" name="Freeform 1165">
              <a:extLst>
                <a:ext uri="{FF2B5EF4-FFF2-40B4-BE49-F238E27FC236}">
                  <a16:creationId xmlns:a16="http://schemas.microsoft.com/office/drawing/2014/main" id="{65B331FB-DF54-420E-AE9E-0FFEADBB8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933"/>
              <a:ext cx="47" cy="23"/>
            </a:xfrm>
            <a:custGeom>
              <a:avLst/>
              <a:gdLst>
                <a:gd name="T0" fmla="*/ 0 w 19"/>
                <a:gd name="T1" fmla="*/ 130 h 9"/>
                <a:gd name="T2" fmla="*/ 134 w 19"/>
                <a:gd name="T3" fmla="*/ 0 h 9"/>
                <a:gd name="T4" fmla="*/ 287 w 19"/>
                <a:gd name="T5" fmla="*/ 118 h 9"/>
                <a:gd name="T6" fmla="*/ 153 w 19"/>
                <a:gd name="T7" fmla="*/ 118 h 9"/>
                <a:gd name="T8" fmla="*/ 0 w 19"/>
                <a:gd name="T9" fmla="*/ 15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">
                  <a:moveTo>
                    <a:pt x="0" y="8"/>
                  </a:moveTo>
                  <a:cubicBezTo>
                    <a:pt x="1" y="6"/>
                    <a:pt x="7" y="1"/>
                    <a:pt x="9" y="0"/>
                  </a:cubicBezTo>
                  <a:cubicBezTo>
                    <a:pt x="12" y="0"/>
                    <a:pt x="17" y="5"/>
                    <a:pt x="19" y="7"/>
                  </a:cubicBezTo>
                  <a:cubicBezTo>
                    <a:pt x="17" y="6"/>
                    <a:pt x="12" y="7"/>
                    <a:pt x="10" y="7"/>
                  </a:cubicBezTo>
                  <a:cubicBezTo>
                    <a:pt x="7" y="8"/>
                    <a:pt x="3" y="8"/>
                    <a:pt x="0" y="9"/>
                  </a:cubicBezTo>
                </a:path>
              </a:pathLst>
            </a:custGeom>
            <a:solidFill>
              <a:srgbClr val="F4B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3" name="Freeform 1166">
              <a:extLst>
                <a:ext uri="{FF2B5EF4-FFF2-40B4-BE49-F238E27FC236}">
                  <a16:creationId xmlns:a16="http://schemas.microsoft.com/office/drawing/2014/main" id="{C4433683-D1D2-4F06-AE9B-E367C4A70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671"/>
              <a:ext cx="46" cy="70"/>
            </a:xfrm>
            <a:custGeom>
              <a:avLst/>
              <a:gdLst>
                <a:gd name="T0" fmla="*/ 97 w 18"/>
                <a:gd name="T1" fmla="*/ 0 h 28"/>
                <a:gd name="T2" fmla="*/ 0 w 18"/>
                <a:gd name="T3" fmla="*/ 63 h 28"/>
                <a:gd name="T4" fmla="*/ 66 w 18"/>
                <a:gd name="T5" fmla="*/ 313 h 28"/>
                <a:gd name="T6" fmla="*/ 130 w 18"/>
                <a:gd name="T7" fmla="*/ 438 h 28"/>
                <a:gd name="T8" fmla="*/ 184 w 18"/>
                <a:gd name="T9" fmla="*/ 345 h 28"/>
                <a:gd name="T10" fmla="*/ 302 w 18"/>
                <a:gd name="T11" fmla="*/ 270 h 28"/>
                <a:gd name="T12" fmla="*/ 235 w 18"/>
                <a:gd name="T13" fmla="*/ 175 h 28"/>
                <a:gd name="T14" fmla="*/ 169 w 18"/>
                <a:gd name="T15" fmla="*/ 2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8">
                  <a:moveTo>
                    <a:pt x="6" y="0"/>
                  </a:moveTo>
                  <a:cubicBezTo>
                    <a:pt x="4" y="1"/>
                    <a:pt x="0" y="1"/>
                    <a:pt x="0" y="4"/>
                  </a:cubicBezTo>
                  <a:cubicBezTo>
                    <a:pt x="1" y="9"/>
                    <a:pt x="2" y="15"/>
                    <a:pt x="4" y="20"/>
                  </a:cubicBezTo>
                  <a:cubicBezTo>
                    <a:pt x="4" y="23"/>
                    <a:pt x="5" y="27"/>
                    <a:pt x="8" y="28"/>
                  </a:cubicBezTo>
                  <a:cubicBezTo>
                    <a:pt x="11" y="28"/>
                    <a:pt x="12" y="26"/>
                    <a:pt x="11" y="22"/>
                  </a:cubicBezTo>
                  <a:cubicBezTo>
                    <a:pt x="14" y="20"/>
                    <a:pt x="18" y="22"/>
                    <a:pt x="18" y="17"/>
                  </a:cubicBezTo>
                  <a:cubicBezTo>
                    <a:pt x="18" y="16"/>
                    <a:pt x="14" y="12"/>
                    <a:pt x="14" y="11"/>
                  </a:cubicBezTo>
                  <a:cubicBezTo>
                    <a:pt x="12" y="8"/>
                    <a:pt x="12" y="5"/>
                    <a:pt x="10" y="1"/>
                  </a:cubicBezTo>
                </a:path>
              </a:pathLst>
            </a:custGeom>
            <a:solidFill>
              <a:srgbClr val="F4B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4" name="Freeform 1167">
              <a:extLst>
                <a:ext uri="{FF2B5EF4-FFF2-40B4-BE49-F238E27FC236}">
                  <a16:creationId xmlns:a16="http://schemas.microsoft.com/office/drawing/2014/main" id="{AC24FC0F-FB6F-4717-8FAB-3B977796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816"/>
              <a:ext cx="35" cy="35"/>
            </a:xfrm>
            <a:custGeom>
              <a:avLst/>
              <a:gdLst>
                <a:gd name="T0" fmla="*/ 0 w 14"/>
                <a:gd name="T1" fmla="*/ 63 h 14"/>
                <a:gd name="T2" fmla="*/ 113 w 14"/>
                <a:gd name="T3" fmla="*/ 83 h 14"/>
                <a:gd name="T4" fmla="*/ 125 w 14"/>
                <a:gd name="T5" fmla="*/ 175 h 14"/>
                <a:gd name="T6" fmla="*/ 220 w 14"/>
                <a:gd name="T7" fmla="*/ 33 h 14"/>
                <a:gd name="T8" fmla="*/ 113 w 1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4"/>
                  </a:moveTo>
                  <a:cubicBezTo>
                    <a:pt x="2" y="4"/>
                    <a:pt x="5" y="4"/>
                    <a:pt x="7" y="5"/>
                  </a:cubicBezTo>
                  <a:cubicBezTo>
                    <a:pt x="8" y="7"/>
                    <a:pt x="7" y="10"/>
                    <a:pt x="8" y="11"/>
                  </a:cubicBezTo>
                  <a:cubicBezTo>
                    <a:pt x="13" y="14"/>
                    <a:pt x="14" y="5"/>
                    <a:pt x="14" y="2"/>
                  </a:cubicBezTo>
                  <a:cubicBezTo>
                    <a:pt x="12" y="0"/>
                    <a:pt x="10" y="0"/>
                    <a:pt x="7" y="0"/>
                  </a:cubicBezTo>
                </a:path>
              </a:pathLst>
            </a:custGeom>
            <a:solidFill>
              <a:srgbClr val="F4B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5" name="Freeform 1168">
              <a:extLst>
                <a:ext uri="{FF2B5EF4-FFF2-40B4-BE49-F238E27FC236}">
                  <a16:creationId xmlns:a16="http://schemas.microsoft.com/office/drawing/2014/main" id="{316C2A5B-92D3-4959-8844-2BC5DA5FB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871"/>
              <a:ext cx="127" cy="72"/>
            </a:xfrm>
            <a:custGeom>
              <a:avLst/>
              <a:gdLst>
                <a:gd name="T0" fmla="*/ 92 w 51"/>
                <a:gd name="T1" fmla="*/ 124 h 29"/>
                <a:gd name="T2" fmla="*/ 311 w 51"/>
                <a:gd name="T3" fmla="*/ 42 h 29"/>
                <a:gd name="T4" fmla="*/ 446 w 51"/>
                <a:gd name="T5" fmla="*/ 184 h 29"/>
                <a:gd name="T6" fmla="*/ 633 w 51"/>
                <a:gd name="T7" fmla="*/ 216 h 29"/>
                <a:gd name="T8" fmla="*/ 757 w 51"/>
                <a:gd name="T9" fmla="*/ 278 h 29"/>
                <a:gd name="T10" fmla="*/ 371 w 51"/>
                <a:gd name="T11" fmla="*/ 290 h 29"/>
                <a:gd name="T12" fmla="*/ 105 w 51"/>
                <a:gd name="T13" fmla="*/ 308 h 29"/>
                <a:gd name="T14" fmla="*/ 92 w 51"/>
                <a:gd name="T15" fmla="*/ 124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29">
                  <a:moveTo>
                    <a:pt x="6" y="8"/>
                  </a:moveTo>
                  <a:cubicBezTo>
                    <a:pt x="11" y="7"/>
                    <a:pt x="15" y="0"/>
                    <a:pt x="20" y="3"/>
                  </a:cubicBezTo>
                  <a:cubicBezTo>
                    <a:pt x="24" y="4"/>
                    <a:pt x="25" y="10"/>
                    <a:pt x="29" y="12"/>
                  </a:cubicBezTo>
                  <a:cubicBezTo>
                    <a:pt x="33" y="14"/>
                    <a:pt x="37" y="14"/>
                    <a:pt x="41" y="14"/>
                  </a:cubicBezTo>
                  <a:cubicBezTo>
                    <a:pt x="45" y="14"/>
                    <a:pt x="51" y="12"/>
                    <a:pt x="49" y="18"/>
                  </a:cubicBezTo>
                  <a:cubicBezTo>
                    <a:pt x="45" y="29"/>
                    <a:pt x="31" y="19"/>
                    <a:pt x="24" y="19"/>
                  </a:cubicBezTo>
                  <a:cubicBezTo>
                    <a:pt x="18" y="20"/>
                    <a:pt x="12" y="24"/>
                    <a:pt x="7" y="20"/>
                  </a:cubicBezTo>
                  <a:cubicBezTo>
                    <a:pt x="3" y="18"/>
                    <a:pt x="0" y="10"/>
                    <a:pt x="6" y="8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6" name="Freeform 1169">
              <a:extLst>
                <a:ext uri="{FF2B5EF4-FFF2-40B4-BE49-F238E27FC236}">
                  <a16:creationId xmlns:a16="http://schemas.microsoft.com/office/drawing/2014/main" id="{EBD82A83-1DD0-43C4-A182-F0159DB0B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849"/>
              <a:ext cx="85" cy="82"/>
            </a:xfrm>
            <a:custGeom>
              <a:avLst/>
              <a:gdLst>
                <a:gd name="T0" fmla="*/ 438 w 34"/>
                <a:gd name="T1" fmla="*/ 12 h 33"/>
                <a:gd name="T2" fmla="*/ 125 w 34"/>
                <a:gd name="T3" fmla="*/ 137 h 33"/>
                <a:gd name="T4" fmla="*/ 83 w 34"/>
                <a:gd name="T5" fmla="*/ 278 h 33"/>
                <a:gd name="T6" fmla="*/ 33 w 34"/>
                <a:gd name="T7" fmla="*/ 412 h 33"/>
                <a:gd name="T8" fmla="*/ 300 w 34"/>
                <a:gd name="T9" fmla="*/ 308 h 33"/>
                <a:gd name="T10" fmla="*/ 520 w 34"/>
                <a:gd name="T11" fmla="*/ 137 h 33"/>
                <a:gd name="T12" fmla="*/ 438 w 34"/>
                <a:gd name="T13" fmla="*/ 1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3">
                  <a:moveTo>
                    <a:pt x="28" y="1"/>
                  </a:moveTo>
                  <a:cubicBezTo>
                    <a:pt x="22" y="5"/>
                    <a:pt x="12" y="4"/>
                    <a:pt x="8" y="9"/>
                  </a:cubicBezTo>
                  <a:cubicBezTo>
                    <a:pt x="6" y="11"/>
                    <a:pt x="7" y="15"/>
                    <a:pt x="5" y="18"/>
                  </a:cubicBezTo>
                  <a:cubicBezTo>
                    <a:pt x="4" y="21"/>
                    <a:pt x="0" y="24"/>
                    <a:pt x="2" y="27"/>
                  </a:cubicBezTo>
                  <a:cubicBezTo>
                    <a:pt x="6" y="33"/>
                    <a:pt x="15" y="22"/>
                    <a:pt x="19" y="20"/>
                  </a:cubicBezTo>
                  <a:cubicBezTo>
                    <a:pt x="25" y="18"/>
                    <a:pt x="32" y="17"/>
                    <a:pt x="33" y="9"/>
                  </a:cubicBezTo>
                  <a:cubicBezTo>
                    <a:pt x="34" y="5"/>
                    <a:pt x="33" y="0"/>
                    <a:pt x="28" y="1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7" name="Freeform 1170">
              <a:extLst>
                <a:ext uri="{FF2B5EF4-FFF2-40B4-BE49-F238E27FC236}">
                  <a16:creationId xmlns:a16="http://schemas.microsoft.com/office/drawing/2014/main" id="{2EC6D283-3BF0-480D-9DD8-49FD8510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854"/>
              <a:ext cx="45" cy="40"/>
            </a:xfrm>
            <a:custGeom>
              <a:avLst/>
              <a:gdLst>
                <a:gd name="T0" fmla="*/ 0 w 18"/>
                <a:gd name="T1" fmla="*/ 250 h 16"/>
                <a:gd name="T2" fmla="*/ 95 w 18"/>
                <a:gd name="T3" fmla="*/ 33 h 16"/>
                <a:gd name="T4" fmla="*/ 283 w 18"/>
                <a:gd name="T5" fmla="*/ 8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1" y="12"/>
                    <a:pt x="1" y="4"/>
                    <a:pt x="6" y="2"/>
                  </a:cubicBezTo>
                  <a:cubicBezTo>
                    <a:pt x="8" y="0"/>
                    <a:pt x="18" y="3"/>
                    <a:pt x="18" y="5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8" name="Freeform 1171">
              <a:extLst>
                <a:ext uri="{FF2B5EF4-FFF2-40B4-BE49-F238E27FC236}">
                  <a16:creationId xmlns:a16="http://schemas.microsoft.com/office/drawing/2014/main" id="{E1B58DB6-C5AB-4915-9EE1-DE9DE5B85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789"/>
              <a:ext cx="100" cy="52"/>
            </a:xfrm>
            <a:custGeom>
              <a:avLst/>
              <a:gdLst>
                <a:gd name="T0" fmla="*/ 250 w 40"/>
                <a:gd name="T1" fmla="*/ 104 h 21"/>
                <a:gd name="T2" fmla="*/ 188 w 40"/>
                <a:gd name="T3" fmla="*/ 287 h 21"/>
                <a:gd name="T4" fmla="*/ 250 w 40"/>
                <a:gd name="T5" fmla="*/ 275 h 21"/>
                <a:gd name="T6" fmla="*/ 313 w 40"/>
                <a:gd name="T7" fmla="*/ 307 h 21"/>
                <a:gd name="T8" fmla="*/ 438 w 40"/>
                <a:gd name="T9" fmla="*/ 245 h 21"/>
                <a:gd name="T10" fmla="*/ 520 w 40"/>
                <a:gd name="T11" fmla="*/ 0 h 21"/>
                <a:gd name="T12" fmla="*/ 425 w 40"/>
                <a:gd name="T13" fmla="*/ 92 h 21"/>
                <a:gd name="T14" fmla="*/ 270 w 40"/>
                <a:gd name="T15" fmla="*/ 104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1">
                  <a:moveTo>
                    <a:pt x="16" y="7"/>
                  </a:moveTo>
                  <a:cubicBezTo>
                    <a:pt x="14" y="9"/>
                    <a:pt x="0" y="18"/>
                    <a:pt x="12" y="19"/>
                  </a:cubicBezTo>
                  <a:cubicBezTo>
                    <a:pt x="13" y="19"/>
                    <a:pt x="15" y="18"/>
                    <a:pt x="16" y="18"/>
                  </a:cubicBezTo>
                  <a:cubicBezTo>
                    <a:pt x="17" y="18"/>
                    <a:pt x="19" y="20"/>
                    <a:pt x="20" y="20"/>
                  </a:cubicBezTo>
                  <a:cubicBezTo>
                    <a:pt x="23" y="21"/>
                    <a:pt x="26" y="19"/>
                    <a:pt x="28" y="16"/>
                  </a:cubicBezTo>
                  <a:cubicBezTo>
                    <a:pt x="30" y="14"/>
                    <a:pt x="40" y="1"/>
                    <a:pt x="33" y="0"/>
                  </a:cubicBezTo>
                  <a:cubicBezTo>
                    <a:pt x="30" y="0"/>
                    <a:pt x="29" y="5"/>
                    <a:pt x="27" y="6"/>
                  </a:cubicBezTo>
                  <a:cubicBezTo>
                    <a:pt x="21" y="10"/>
                    <a:pt x="20" y="3"/>
                    <a:pt x="17" y="7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9" name="Freeform 1172">
              <a:extLst>
                <a:ext uri="{FF2B5EF4-FFF2-40B4-BE49-F238E27FC236}">
                  <a16:creationId xmlns:a16="http://schemas.microsoft.com/office/drawing/2014/main" id="{72524F08-FB60-4C02-8DBA-56B95D6E7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736"/>
              <a:ext cx="30" cy="48"/>
            </a:xfrm>
            <a:custGeom>
              <a:avLst/>
              <a:gdLst>
                <a:gd name="T0" fmla="*/ 20 w 12"/>
                <a:gd name="T1" fmla="*/ 159 h 19"/>
                <a:gd name="T2" fmla="*/ 33 w 12"/>
                <a:gd name="T3" fmla="*/ 210 h 19"/>
                <a:gd name="T4" fmla="*/ 63 w 12"/>
                <a:gd name="T5" fmla="*/ 255 h 19"/>
                <a:gd name="T6" fmla="*/ 145 w 12"/>
                <a:gd name="T7" fmla="*/ 192 h 19"/>
                <a:gd name="T8" fmla="*/ 175 w 12"/>
                <a:gd name="T9" fmla="*/ 114 h 19"/>
                <a:gd name="T10" fmla="*/ 175 w 12"/>
                <a:gd name="T11" fmla="*/ 33 h 19"/>
                <a:gd name="T12" fmla="*/ 83 w 12"/>
                <a:gd name="T13" fmla="*/ 83 h 19"/>
                <a:gd name="T14" fmla="*/ 20 w 12"/>
                <a:gd name="T15" fmla="*/ 159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19">
                  <a:moveTo>
                    <a:pt x="1" y="10"/>
                  </a:moveTo>
                  <a:cubicBezTo>
                    <a:pt x="0" y="11"/>
                    <a:pt x="1" y="12"/>
                    <a:pt x="2" y="13"/>
                  </a:cubicBezTo>
                  <a:cubicBezTo>
                    <a:pt x="3" y="14"/>
                    <a:pt x="3" y="16"/>
                    <a:pt x="4" y="16"/>
                  </a:cubicBezTo>
                  <a:cubicBezTo>
                    <a:pt x="7" y="19"/>
                    <a:pt x="9" y="15"/>
                    <a:pt x="9" y="12"/>
                  </a:cubicBezTo>
                  <a:cubicBezTo>
                    <a:pt x="10" y="10"/>
                    <a:pt x="10" y="9"/>
                    <a:pt x="11" y="7"/>
                  </a:cubicBezTo>
                  <a:cubicBezTo>
                    <a:pt x="11" y="6"/>
                    <a:pt x="12" y="4"/>
                    <a:pt x="11" y="2"/>
                  </a:cubicBezTo>
                  <a:cubicBezTo>
                    <a:pt x="9" y="0"/>
                    <a:pt x="6" y="3"/>
                    <a:pt x="5" y="5"/>
                  </a:cubicBezTo>
                  <a:cubicBezTo>
                    <a:pt x="3" y="6"/>
                    <a:pt x="1" y="8"/>
                    <a:pt x="1" y="1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0" name="Freeform 1173">
              <a:extLst>
                <a:ext uri="{FF2B5EF4-FFF2-40B4-BE49-F238E27FC236}">
                  <a16:creationId xmlns:a16="http://schemas.microsoft.com/office/drawing/2014/main" id="{B4D4B2EC-335C-44AF-82A5-A9136334A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841"/>
              <a:ext cx="80" cy="58"/>
            </a:xfrm>
            <a:custGeom>
              <a:avLst/>
              <a:gdLst>
                <a:gd name="T0" fmla="*/ 0 w 32"/>
                <a:gd name="T1" fmla="*/ 83 h 23"/>
                <a:gd name="T2" fmla="*/ 83 w 32"/>
                <a:gd name="T3" fmla="*/ 33 h 23"/>
                <a:gd name="T4" fmla="*/ 188 w 32"/>
                <a:gd name="T5" fmla="*/ 20 h 23"/>
                <a:gd name="T6" fmla="*/ 238 w 32"/>
                <a:gd name="T7" fmla="*/ 83 h 23"/>
                <a:gd name="T8" fmla="*/ 313 w 32"/>
                <a:gd name="T9" fmla="*/ 146 h 23"/>
                <a:gd name="T10" fmla="*/ 488 w 32"/>
                <a:gd name="T11" fmla="*/ 242 h 23"/>
                <a:gd name="T12" fmla="*/ 458 w 32"/>
                <a:gd name="T13" fmla="*/ 368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0" y="5"/>
                  </a:moveTo>
                  <a:cubicBezTo>
                    <a:pt x="2" y="5"/>
                    <a:pt x="3" y="3"/>
                    <a:pt x="5" y="2"/>
                  </a:cubicBezTo>
                  <a:cubicBezTo>
                    <a:pt x="7" y="0"/>
                    <a:pt x="10" y="0"/>
                    <a:pt x="12" y="1"/>
                  </a:cubicBezTo>
                  <a:cubicBezTo>
                    <a:pt x="14" y="2"/>
                    <a:pt x="14" y="4"/>
                    <a:pt x="15" y="5"/>
                  </a:cubicBezTo>
                  <a:cubicBezTo>
                    <a:pt x="17" y="7"/>
                    <a:pt x="18" y="8"/>
                    <a:pt x="20" y="9"/>
                  </a:cubicBezTo>
                  <a:cubicBezTo>
                    <a:pt x="24" y="10"/>
                    <a:pt x="30" y="10"/>
                    <a:pt x="31" y="15"/>
                  </a:cubicBezTo>
                  <a:cubicBezTo>
                    <a:pt x="32" y="17"/>
                    <a:pt x="31" y="22"/>
                    <a:pt x="29" y="23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1" name="Freeform 1174">
              <a:extLst>
                <a:ext uri="{FF2B5EF4-FFF2-40B4-BE49-F238E27FC236}">
                  <a16:creationId xmlns:a16="http://schemas.microsoft.com/office/drawing/2014/main" id="{D5D6E979-E6D6-4BD7-BC1C-9888E86A3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756"/>
              <a:ext cx="55" cy="63"/>
            </a:xfrm>
            <a:custGeom>
              <a:avLst/>
              <a:gdLst>
                <a:gd name="T0" fmla="*/ 20 w 22"/>
                <a:gd name="T1" fmla="*/ 96 h 25"/>
                <a:gd name="T2" fmla="*/ 50 w 22"/>
                <a:gd name="T3" fmla="*/ 179 h 25"/>
                <a:gd name="T4" fmla="*/ 95 w 22"/>
                <a:gd name="T5" fmla="*/ 305 h 25"/>
                <a:gd name="T6" fmla="*/ 283 w 22"/>
                <a:gd name="T7" fmla="*/ 350 h 25"/>
                <a:gd name="T8" fmla="*/ 345 w 22"/>
                <a:gd name="T9" fmla="*/ 305 h 25"/>
                <a:gd name="T10" fmla="*/ 300 w 22"/>
                <a:gd name="T11" fmla="*/ 209 h 25"/>
                <a:gd name="T12" fmla="*/ 208 w 22"/>
                <a:gd name="T13" fmla="*/ 179 h 25"/>
                <a:gd name="T14" fmla="*/ 125 w 22"/>
                <a:gd name="T15" fmla="*/ 96 h 25"/>
                <a:gd name="T16" fmla="*/ 20 w 22"/>
                <a:gd name="T17" fmla="*/ 8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5">
                  <a:moveTo>
                    <a:pt x="1" y="6"/>
                  </a:moveTo>
                  <a:cubicBezTo>
                    <a:pt x="0" y="7"/>
                    <a:pt x="2" y="9"/>
                    <a:pt x="3" y="11"/>
                  </a:cubicBezTo>
                  <a:cubicBezTo>
                    <a:pt x="4" y="13"/>
                    <a:pt x="5" y="16"/>
                    <a:pt x="6" y="19"/>
                  </a:cubicBezTo>
                  <a:cubicBezTo>
                    <a:pt x="9" y="25"/>
                    <a:pt x="13" y="24"/>
                    <a:pt x="18" y="22"/>
                  </a:cubicBezTo>
                  <a:cubicBezTo>
                    <a:pt x="19" y="22"/>
                    <a:pt x="21" y="21"/>
                    <a:pt x="22" y="19"/>
                  </a:cubicBezTo>
                  <a:cubicBezTo>
                    <a:pt x="22" y="18"/>
                    <a:pt x="21" y="14"/>
                    <a:pt x="19" y="13"/>
                  </a:cubicBezTo>
                  <a:cubicBezTo>
                    <a:pt x="17" y="11"/>
                    <a:pt x="15" y="12"/>
                    <a:pt x="13" y="11"/>
                  </a:cubicBezTo>
                  <a:cubicBezTo>
                    <a:pt x="10" y="10"/>
                    <a:pt x="9" y="8"/>
                    <a:pt x="8" y="6"/>
                  </a:cubicBezTo>
                  <a:cubicBezTo>
                    <a:pt x="6" y="4"/>
                    <a:pt x="1" y="0"/>
                    <a:pt x="1" y="5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2" name="Freeform 1175">
              <a:extLst>
                <a:ext uri="{FF2B5EF4-FFF2-40B4-BE49-F238E27FC236}">
                  <a16:creationId xmlns:a16="http://schemas.microsoft.com/office/drawing/2014/main" id="{A732C006-F19A-450C-A634-C2A703774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824"/>
              <a:ext cx="62" cy="45"/>
            </a:xfrm>
            <a:custGeom>
              <a:avLst/>
              <a:gdLst>
                <a:gd name="T0" fmla="*/ 42 w 25"/>
                <a:gd name="T1" fmla="*/ 0 h 18"/>
                <a:gd name="T2" fmla="*/ 74 w 25"/>
                <a:gd name="T3" fmla="*/ 63 h 18"/>
                <a:gd name="T4" fmla="*/ 62 w 25"/>
                <a:gd name="T5" fmla="*/ 113 h 18"/>
                <a:gd name="T6" fmla="*/ 92 w 25"/>
                <a:gd name="T7" fmla="*/ 283 h 18"/>
                <a:gd name="T8" fmla="*/ 196 w 25"/>
                <a:gd name="T9" fmla="*/ 238 h 18"/>
                <a:gd name="T10" fmla="*/ 228 w 25"/>
                <a:gd name="T11" fmla="*/ 188 h 18"/>
                <a:gd name="T12" fmla="*/ 258 w 25"/>
                <a:gd name="T13" fmla="*/ 175 h 18"/>
                <a:gd name="T14" fmla="*/ 382 w 25"/>
                <a:gd name="T15" fmla="*/ 12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8">
                  <a:moveTo>
                    <a:pt x="3" y="0"/>
                  </a:moveTo>
                  <a:cubicBezTo>
                    <a:pt x="4" y="2"/>
                    <a:pt x="5" y="3"/>
                    <a:pt x="5" y="4"/>
                  </a:cubicBezTo>
                  <a:cubicBezTo>
                    <a:pt x="5" y="5"/>
                    <a:pt x="4" y="6"/>
                    <a:pt x="4" y="7"/>
                  </a:cubicBezTo>
                  <a:cubicBezTo>
                    <a:pt x="0" y="10"/>
                    <a:pt x="0" y="17"/>
                    <a:pt x="6" y="18"/>
                  </a:cubicBezTo>
                  <a:cubicBezTo>
                    <a:pt x="9" y="18"/>
                    <a:pt x="11" y="17"/>
                    <a:pt x="13" y="15"/>
                  </a:cubicBezTo>
                  <a:cubicBezTo>
                    <a:pt x="13" y="13"/>
                    <a:pt x="13" y="13"/>
                    <a:pt x="15" y="12"/>
                  </a:cubicBezTo>
                  <a:cubicBezTo>
                    <a:pt x="15" y="12"/>
                    <a:pt x="17" y="12"/>
                    <a:pt x="17" y="11"/>
                  </a:cubicBezTo>
                  <a:cubicBezTo>
                    <a:pt x="20" y="9"/>
                    <a:pt x="22" y="10"/>
                    <a:pt x="25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3" name="Freeform 1176">
              <a:extLst>
                <a:ext uri="{FF2B5EF4-FFF2-40B4-BE49-F238E27FC236}">
                  <a16:creationId xmlns:a16="http://schemas.microsoft.com/office/drawing/2014/main" id="{9AD30D3A-50C7-4BC9-A51D-250BAAA25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864"/>
              <a:ext cx="127" cy="57"/>
            </a:xfrm>
            <a:custGeom>
              <a:avLst/>
              <a:gdLst>
                <a:gd name="T0" fmla="*/ 12 w 51"/>
                <a:gd name="T1" fmla="*/ 12 h 23"/>
                <a:gd name="T2" fmla="*/ 30 w 51"/>
                <a:gd name="T3" fmla="*/ 74 h 23"/>
                <a:gd name="T4" fmla="*/ 154 w 51"/>
                <a:gd name="T5" fmla="*/ 196 h 23"/>
                <a:gd name="T6" fmla="*/ 354 w 51"/>
                <a:gd name="T7" fmla="*/ 196 h 23"/>
                <a:gd name="T8" fmla="*/ 478 w 51"/>
                <a:gd name="T9" fmla="*/ 196 h 23"/>
                <a:gd name="T10" fmla="*/ 528 w 51"/>
                <a:gd name="T11" fmla="*/ 307 h 23"/>
                <a:gd name="T12" fmla="*/ 662 w 51"/>
                <a:gd name="T13" fmla="*/ 166 h 23"/>
                <a:gd name="T14" fmla="*/ 757 w 51"/>
                <a:gd name="T15" fmla="*/ 62 h 23"/>
                <a:gd name="T16" fmla="*/ 787 w 51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23">
                  <a:moveTo>
                    <a:pt x="1" y="1"/>
                  </a:moveTo>
                  <a:cubicBezTo>
                    <a:pt x="2" y="2"/>
                    <a:pt x="2" y="4"/>
                    <a:pt x="2" y="5"/>
                  </a:cubicBezTo>
                  <a:cubicBezTo>
                    <a:pt x="0" y="10"/>
                    <a:pt x="4" y="11"/>
                    <a:pt x="10" y="13"/>
                  </a:cubicBezTo>
                  <a:cubicBezTo>
                    <a:pt x="15" y="16"/>
                    <a:pt x="19" y="13"/>
                    <a:pt x="23" y="13"/>
                  </a:cubicBezTo>
                  <a:cubicBezTo>
                    <a:pt x="26" y="13"/>
                    <a:pt x="29" y="12"/>
                    <a:pt x="31" y="13"/>
                  </a:cubicBezTo>
                  <a:cubicBezTo>
                    <a:pt x="33" y="15"/>
                    <a:pt x="32" y="19"/>
                    <a:pt x="34" y="20"/>
                  </a:cubicBezTo>
                  <a:cubicBezTo>
                    <a:pt x="41" y="23"/>
                    <a:pt x="41" y="13"/>
                    <a:pt x="43" y="11"/>
                  </a:cubicBezTo>
                  <a:cubicBezTo>
                    <a:pt x="45" y="8"/>
                    <a:pt x="50" y="8"/>
                    <a:pt x="49" y="4"/>
                  </a:cubicBezTo>
                  <a:cubicBezTo>
                    <a:pt x="49" y="2"/>
                    <a:pt x="49" y="0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4" name="Freeform 1177">
              <a:extLst>
                <a:ext uri="{FF2B5EF4-FFF2-40B4-BE49-F238E27FC236}">
                  <a16:creationId xmlns:a16="http://schemas.microsoft.com/office/drawing/2014/main" id="{9277C715-8D41-4B14-864C-C6A1AAAA6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933"/>
              <a:ext cx="47" cy="20"/>
            </a:xfrm>
            <a:custGeom>
              <a:avLst/>
              <a:gdLst>
                <a:gd name="T0" fmla="*/ 0 w 19"/>
                <a:gd name="T1" fmla="*/ 125 h 8"/>
                <a:gd name="T2" fmla="*/ 134 w 19"/>
                <a:gd name="T3" fmla="*/ 0 h 8"/>
                <a:gd name="T4" fmla="*/ 287 w 19"/>
                <a:gd name="T5" fmla="*/ 1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">
                  <a:moveTo>
                    <a:pt x="0" y="8"/>
                  </a:moveTo>
                  <a:cubicBezTo>
                    <a:pt x="1" y="6"/>
                    <a:pt x="7" y="1"/>
                    <a:pt x="9" y="0"/>
                  </a:cubicBezTo>
                  <a:cubicBezTo>
                    <a:pt x="12" y="0"/>
                    <a:pt x="17" y="5"/>
                    <a:pt x="19" y="7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5" name="Freeform 1178">
              <a:extLst>
                <a:ext uri="{FF2B5EF4-FFF2-40B4-BE49-F238E27FC236}">
                  <a16:creationId xmlns:a16="http://schemas.microsoft.com/office/drawing/2014/main" id="{B127A181-6F74-4C3A-8975-4A5229126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721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6" name="Freeform 1179">
              <a:extLst>
                <a:ext uri="{FF2B5EF4-FFF2-40B4-BE49-F238E27FC236}">
                  <a16:creationId xmlns:a16="http://schemas.microsoft.com/office/drawing/2014/main" id="{745C8CFA-94EE-41BC-86FF-DFBE17704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674"/>
              <a:ext cx="41" cy="67"/>
            </a:xfrm>
            <a:custGeom>
              <a:avLst/>
              <a:gdLst>
                <a:gd name="T0" fmla="*/ 85 w 16"/>
                <a:gd name="T1" fmla="*/ 0 h 27"/>
                <a:gd name="T2" fmla="*/ 0 w 16"/>
                <a:gd name="T3" fmla="*/ 42 h 27"/>
                <a:gd name="T4" fmla="*/ 67 w 16"/>
                <a:gd name="T5" fmla="*/ 290 h 27"/>
                <a:gd name="T6" fmla="*/ 138 w 16"/>
                <a:gd name="T7" fmla="*/ 412 h 27"/>
                <a:gd name="T8" fmla="*/ 185 w 16"/>
                <a:gd name="T9" fmla="*/ 320 h 27"/>
                <a:gd name="T10" fmla="*/ 269 w 16"/>
                <a:gd name="T11" fmla="*/ 30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7">
                  <a:moveTo>
                    <a:pt x="5" y="0"/>
                  </a:moveTo>
                  <a:cubicBezTo>
                    <a:pt x="3" y="0"/>
                    <a:pt x="0" y="0"/>
                    <a:pt x="0" y="3"/>
                  </a:cubicBezTo>
                  <a:cubicBezTo>
                    <a:pt x="1" y="8"/>
                    <a:pt x="2" y="14"/>
                    <a:pt x="4" y="19"/>
                  </a:cubicBezTo>
                  <a:cubicBezTo>
                    <a:pt x="4" y="22"/>
                    <a:pt x="5" y="26"/>
                    <a:pt x="8" y="27"/>
                  </a:cubicBezTo>
                  <a:cubicBezTo>
                    <a:pt x="11" y="27"/>
                    <a:pt x="12" y="25"/>
                    <a:pt x="11" y="21"/>
                  </a:cubicBezTo>
                  <a:cubicBezTo>
                    <a:pt x="12" y="20"/>
                    <a:pt x="14" y="20"/>
                    <a:pt x="16" y="2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7" name="Freeform 1180">
              <a:extLst>
                <a:ext uri="{FF2B5EF4-FFF2-40B4-BE49-F238E27FC236}">
                  <a16:creationId xmlns:a16="http://schemas.microsoft.com/office/drawing/2014/main" id="{F0DD2AB0-79AE-434B-B981-95B3B46D5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816"/>
              <a:ext cx="35" cy="35"/>
            </a:xfrm>
            <a:custGeom>
              <a:avLst/>
              <a:gdLst>
                <a:gd name="T0" fmla="*/ 0 w 14"/>
                <a:gd name="T1" fmla="*/ 63 h 14"/>
                <a:gd name="T2" fmla="*/ 113 w 14"/>
                <a:gd name="T3" fmla="*/ 83 h 14"/>
                <a:gd name="T4" fmla="*/ 125 w 14"/>
                <a:gd name="T5" fmla="*/ 175 h 14"/>
                <a:gd name="T6" fmla="*/ 220 w 14"/>
                <a:gd name="T7" fmla="*/ 33 h 14"/>
                <a:gd name="T8" fmla="*/ 113 w 1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4"/>
                  </a:moveTo>
                  <a:cubicBezTo>
                    <a:pt x="2" y="4"/>
                    <a:pt x="5" y="4"/>
                    <a:pt x="7" y="5"/>
                  </a:cubicBezTo>
                  <a:cubicBezTo>
                    <a:pt x="8" y="7"/>
                    <a:pt x="7" y="10"/>
                    <a:pt x="8" y="11"/>
                  </a:cubicBezTo>
                  <a:cubicBezTo>
                    <a:pt x="13" y="14"/>
                    <a:pt x="14" y="5"/>
                    <a:pt x="14" y="2"/>
                  </a:cubicBezTo>
                  <a:cubicBezTo>
                    <a:pt x="12" y="0"/>
                    <a:pt x="10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8" name="Freeform 1181">
              <a:extLst>
                <a:ext uri="{FF2B5EF4-FFF2-40B4-BE49-F238E27FC236}">
                  <a16:creationId xmlns:a16="http://schemas.microsoft.com/office/drawing/2014/main" id="{B9C2F1C0-EA30-40C0-9EF5-2703CB5AD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849"/>
              <a:ext cx="77" cy="77"/>
            </a:xfrm>
            <a:custGeom>
              <a:avLst/>
              <a:gdLst>
                <a:gd name="T0" fmla="*/ 383 w 31"/>
                <a:gd name="T1" fmla="*/ 12 h 31"/>
                <a:gd name="T2" fmla="*/ 383 w 31"/>
                <a:gd name="T3" fmla="*/ 12 h 31"/>
                <a:gd name="T4" fmla="*/ 353 w 31"/>
                <a:gd name="T5" fmla="*/ 30 h 31"/>
                <a:gd name="T6" fmla="*/ 383 w 31"/>
                <a:gd name="T7" fmla="*/ 186 h 31"/>
                <a:gd name="T8" fmla="*/ 196 w 31"/>
                <a:gd name="T9" fmla="*/ 258 h 31"/>
                <a:gd name="T10" fmla="*/ 0 w 31"/>
                <a:gd name="T11" fmla="*/ 432 h 31"/>
                <a:gd name="T12" fmla="*/ 246 w 31"/>
                <a:gd name="T13" fmla="*/ 308 h 31"/>
                <a:gd name="T14" fmla="*/ 462 w 31"/>
                <a:gd name="T15" fmla="*/ 137 h 31"/>
                <a:gd name="T16" fmla="*/ 383 w 31"/>
                <a:gd name="T17" fmla="*/ 12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1">
                  <a:moveTo>
                    <a:pt x="25" y="1"/>
                  </a:moveTo>
                  <a:cubicBezTo>
                    <a:pt x="25" y="1"/>
                    <a:pt x="25" y="1"/>
                    <a:pt x="25" y="1"/>
                  </a:cubicBezTo>
                  <a:cubicBezTo>
                    <a:pt x="24" y="1"/>
                    <a:pt x="24" y="2"/>
                    <a:pt x="23" y="2"/>
                  </a:cubicBezTo>
                  <a:cubicBezTo>
                    <a:pt x="27" y="2"/>
                    <a:pt x="27" y="9"/>
                    <a:pt x="25" y="12"/>
                  </a:cubicBezTo>
                  <a:cubicBezTo>
                    <a:pt x="22" y="15"/>
                    <a:pt x="17" y="14"/>
                    <a:pt x="13" y="17"/>
                  </a:cubicBezTo>
                  <a:cubicBezTo>
                    <a:pt x="9" y="20"/>
                    <a:pt x="5" y="27"/>
                    <a:pt x="0" y="28"/>
                  </a:cubicBezTo>
                  <a:cubicBezTo>
                    <a:pt x="5" y="31"/>
                    <a:pt x="12" y="22"/>
                    <a:pt x="16" y="20"/>
                  </a:cubicBezTo>
                  <a:cubicBezTo>
                    <a:pt x="22" y="18"/>
                    <a:pt x="29" y="17"/>
                    <a:pt x="30" y="9"/>
                  </a:cubicBezTo>
                  <a:cubicBezTo>
                    <a:pt x="31" y="5"/>
                    <a:pt x="30" y="0"/>
                    <a:pt x="25" y="1"/>
                  </a:cubicBezTo>
                  <a:close/>
                </a:path>
              </a:pathLst>
            </a:custGeom>
            <a:solidFill>
              <a:srgbClr val="EBF4EC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559" name="Freeform 1182">
              <a:extLst>
                <a:ext uri="{FF2B5EF4-FFF2-40B4-BE49-F238E27FC236}">
                  <a16:creationId xmlns:a16="http://schemas.microsoft.com/office/drawing/2014/main" id="{9B1EE096-EA43-41A2-9539-9F01C000B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789"/>
              <a:ext cx="70" cy="52"/>
            </a:xfrm>
            <a:custGeom>
              <a:avLst/>
              <a:gdLst>
                <a:gd name="T0" fmla="*/ 333 w 28"/>
                <a:gd name="T1" fmla="*/ 0 h 21"/>
                <a:gd name="T2" fmla="*/ 300 w 28"/>
                <a:gd name="T3" fmla="*/ 12 h 21"/>
                <a:gd name="T4" fmla="*/ 175 w 28"/>
                <a:gd name="T5" fmla="*/ 245 h 21"/>
                <a:gd name="T6" fmla="*/ 113 w 28"/>
                <a:gd name="T7" fmla="*/ 275 h 21"/>
                <a:gd name="T8" fmla="*/ 50 w 28"/>
                <a:gd name="T9" fmla="*/ 275 h 21"/>
                <a:gd name="T10" fmla="*/ 0 w 28"/>
                <a:gd name="T11" fmla="*/ 287 h 21"/>
                <a:gd name="T12" fmla="*/ 63 w 28"/>
                <a:gd name="T13" fmla="*/ 275 h 21"/>
                <a:gd name="T14" fmla="*/ 125 w 28"/>
                <a:gd name="T15" fmla="*/ 307 h 21"/>
                <a:gd name="T16" fmla="*/ 250 w 28"/>
                <a:gd name="T17" fmla="*/ 245 h 21"/>
                <a:gd name="T18" fmla="*/ 333 w 28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1">
                  <a:moveTo>
                    <a:pt x="21" y="0"/>
                  </a:moveTo>
                  <a:cubicBezTo>
                    <a:pt x="20" y="0"/>
                    <a:pt x="19" y="1"/>
                    <a:pt x="19" y="1"/>
                  </a:cubicBezTo>
                  <a:cubicBezTo>
                    <a:pt x="23" y="5"/>
                    <a:pt x="14" y="14"/>
                    <a:pt x="11" y="16"/>
                  </a:cubicBezTo>
                  <a:cubicBezTo>
                    <a:pt x="10" y="18"/>
                    <a:pt x="9" y="18"/>
                    <a:pt x="7" y="18"/>
                  </a:cubicBezTo>
                  <a:cubicBezTo>
                    <a:pt x="5" y="18"/>
                    <a:pt x="5" y="17"/>
                    <a:pt x="3" y="18"/>
                  </a:cubicBezTo>
                  <a:cubicBezTo>
                    <a:pt x="2" y="19"/>
                    <a:pt x="1" y="19"/>
                    <a:pt x="0" y="19"/>
                  </a:cubicBezTo>
                  <a:cubicBezTo>
                    <a:pt x="1" y="19"/>
                    <a:pt x="3" y="18"/>
                    <a:pt x="4" y="18"/>
                  </a:cubicBezTo>
                  <a:cubicBezTo>
                    <a:pt x="5" y="18"/>
                    <a:pt x="7" y="20"/>
                    <a:pt x="8" y="20"/>
                  </a:cubicBezTo>
                  <a:cubicBezTo>
                    <a:pt x="11" y="21"/>
                    <a:pt x="14" y="19"/>
                    <a:pt x="16" y="16"/>
                  </a:cubicBezTo>
                  <a:cubicBezTo>
                    <a:pt x="18" y="14"/>
                    <a:pt x="28" y="1"/>
                    <a:pt x="21" y="0"/>
                  </a:cubicBezTo>
                  <a:close/>
                </a:path>
              </a:pathLst>
            </a:custGeom>
            <a:solidFill>
              <a:srgbClr val="EBF4EC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560" name="Freeform 1183">
              <a:extLst>
                <a:ext uri="{FF2B5EF4-FFF2-40B4-BE49-F238E27FC236}">
                  <a16:creationId xmlns:a16="http://schemas.microsoft.com/office/drawing/2014/main" id="{BDF73039-7AF1-45B4-9498-76A8706EF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739"/>
              <a:ext cx="18" cy="42"/>
            </a:xfrm>
            <a:custGeom>
              <a:avLst/>
              <a:gdLst>
                <a:gd name="T0" fmla="*/ 100 w 7"/>
                <a:gd name="T1" fmla="*/ 12 h 17"/>
                <a:gd name="T2" fmla="*/ 21 w 7"/>
                <a:gd name="T3" fmla="*/ 30 h 17"/>
                <a:gd name="T4" fmla="*/ 67 w 7"/>
                <a:gd name="T5" fmla="*/ 74 h 17"/>
                <a:gd name="T6" fmla="*/ 21 w 7"/>
                <a:gd name="T7" fmla="*/ 133 h 17"/>
                <a:gd name="T8" fmla="*/ 0 w 7"/>
                <a:gd name="T9" fmla="*/ 245 h 17"/>
                <a:gd name="T10" fmla="*/ 67 w 7"/>
                <a:gd name="T11" fmla="*/ 166 h 17"/>
                <a:gd name="T12" fmla="*/ 100 w 7"/>
                <a:gd name="T13" fmla="*/ 91 h 17"/>
                <a:gd name="T14" fmla="*/ 100 w 7"/>
                <a:gd name="T15" fmla="*/ 1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7">
                  <a:moveTo>
                    <a:pt x="6" y="1"/>
                  </a:moveTo>
                  <a:cubicBezTo>
                    <a:pt x="5" y="0"/>
                    <a:pt x="3" y="1"/>
                    <a:pt x="1" y="2"/>
                  </a:cubicBezTo>
                  <a:cubicBezTo>
                    <a:pt x="3" y="3"/>
                    <a:pt x="4" y="4"/>
                    <a:pt x="4" y="5"/>
                  </a:cubicBezTo>
                  <a:cubicBezTo>
                    <a:pt x="3" y="7"/>
                    <a:pt x="2" y="7"/>
                    <a:pt x="1" y="9"/>
                  </a:cubicBezTo>
                  <a:cubicBezTo>
                    <a:pt x="0" y="12"/>
                    <a:pt x="2" y="15"/>
                    <a:pt x="0" y="16"/>
                  </a:cubicBezTo>
                  <a:cubicBezTo>
                    <a:pt x="2" y="17"/>
                    <a:pt x="4" y="13"/>
                    <a:pt x="4" y="11"/>
                  </a:cubicBezTo>
                  <a:cubicBezTo>
                    <a:pt x="5" y="9"/>
                    <a:pt x="5" y="8"/>
                    <a:pt x="6" y="6"/>
                  </a:cubicBezTo>
                  <a:cubicBezTo>
                    <a:pt x="6" y="5"/>
                    <a:pt x="7" y="3"/>
                    <a:pt x="6" y="1"/>
                  </a:cubicBezTo>
                  <a:close/>
                </a:path>
              </a:pathLst>
            </a:custGeom>
            <a:solidFill>
              <a:srgbClr val="EBF4EC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561" name="Freeform 1184">
              <a:extLst>
                <a:ext uri="{FF2B5EF4-FFF2-40B4-BE49-F238E27FC236}">
                  <a16:creationId xmlns:a16="http://schemas.microsoft.com/office/drawing/2014/main" id="{5277C088-53BB-4D45-8346-507416AB4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761"/>
              <a:ext cx="52" cy="58"/>
            </a:xfrm>
            <a:custGeom>
              <a:avLst/>
              <a:gdLst>
                <a:gd name="T0" fmla="*/ 275 w 21"/>
                <a:gd name="T1" fmla="*/ 318 h 23"/>
                <a:gd name="T2" fmla="*/ 319 w 21"/>
                <a:gd name="T3" fmla="*/ 285 h 23"/>
                <a:gd name="T4" fmla="*/ 258 w 21"/>
                <a:gd name="T5" fmla="*/ 305 h 23"/>
                <a:gd name="T6" fmla="*/ 124 w 21"/>
                <a:gd name="T7" fmla="*/ 209 h 23"/>
                <a:gd name="T8" fmla="*/ 62 w 21"/>
                <a:gd name="T9" fmla="*/ 20 h 23"/>
                <a:gd name="T10" fmla="*/ 62 w 21"/>
                <a:gd name="T11" fmla="*/ 20 h 23"/>
                <a:gd name="T12" fmla="*/ 12 w 21"/>
                <a:gd name="T13" fmla="*/ 50 h 23"/>
                <a:gd name="T14" fmla="*/ 12 w 21"/>
                <a:gd name="T15" fmla="*/ 63 h 23"/>
                <a:gd name="T16" fmla="*/ 42 w 21"/>
                <a:gd name="T17" fmla="*/ 146 h 23"/>
                <a:gd name="T18" fmla="*/ 92 w 21"/>
                <a:gd name="T19" fmla="*/ 272 h 23"/>
                <a:gd name="T20" fmla="*/ 275 w 21"/>
                <a:gd name="T21" fmla="*/ 318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23">
                  <a:moveTo>
                    <a:pt x="18" y="20"/>
                  </a:moveTo>
                  <a:cubicBezTo>
                    <a:pt x="19" y="20"/>
                    <a:pt x="20" y="19"/>
                    <a:pt x="21" y="18"/>
                  </a:cubicBezTo>
                  <a:cubicBezTo>
                    <a:pt x="20" y="18"/>
                    <a:pt x="19" y="19"/>
                    <a:pt x="17" y="19"/>
                  </a:cubicBezTo>
                  <a:cubicBezTo>
                    <a:pt x="11" y="20"/>
                    <a:pt x="10" y="18"/>
                    <a:pt x="8" y="13"/>
                  </a:cubicBezTo>
                  <a:cubicBezTo>
                    <a:pt x="6" y="9"/>
                    <a:pt x="2" y="6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2" y="7"/>
                    <a:pt x="3" y="9"/>
                  </a:cubicBezTo>
                  <a:cubicBezTo>
                    <a:pt x="4" y="11"/>
                    <a:pt x="5" y="14"/>
                    <a:pt x="6" y="17"/>
                  </a:cubicBezTo>
                  <a:cubicBezTo>
                    <a:pt x="9" y="23"/>
                    <a:pt x="13" y="22"/>
                    <a:pt x="18" y="20"/>
                  </a:cubicBezTo>
                  <a:close/>
                </a:path>
              </a:pathLst>
            </a:custGeom>
            <a:solidFill>
              <a:srgbClr val="EBF4EC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562" name="Freeform 1185">
              <a:extLst>
                <a:ext uri="{FF2B5EF4-FFF2-40B4-BE49-F238E27FC236}">
                  <a16:creationId xmlns:a16="http://schemas.microsoft.com/office/drawing/2014/main" id="{C662FA9B-041D-42BB-B41F-70FF1F327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674"/>
              <a:ext cx="15" cy="60"/>
            </a:xfrm>
            <a:custGeom>
              <a:avLst/>
              <a:gdLst>
                <a:gd name="T0" fmla="*/ 0 w 6"/>
                <a:gd name="T1" fmla="*/ 50 h 24"/>
                <a:gd name="T2" fmla="*/ 63 w 6"/>
                <a:gd name="T3" fmla="*/ 300 h 24"/>
                <a:gd name="T4" fmla="*/ 83 w 6"/>
                <a:gd name="T5" fmla="*/ 375 h 24"/>
                <a:gd name="T6" fmla="*/ 83 w 6"/>
                <a:gd name="T7" fmla="*/ 375 h 24"/>
                <a:gd name="T8" fmla="*/ 83 w 6"/>
                <a:gd name="T9" fmla="*/ 20 h 24"/>
                <a:gd name="T10" fmla="*/ 83 w 6"/>
                <a:gd name="T11" fmla="*/ 0 h 24"/>
                <a:gd name="T12" fmla="*/ 0 w 6"/>
                <a:gd name="T13" fmla="*/ 5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4">
                  <a:moveTo>
                    <a:pt x="0" y="3"/>
                  </a:moveTo>
                  <a:cubicBezTo>
                    <a:pt x="1" y="8"/>
                    <a:pt x="2" y="14"/>
                    <a:pt x="4" y="19"/>
                  </a:cubicBezTo>
                  <a:cubicBezTo>
                    <a:pt x="4" y="20"/>
                    <a:pt x="4" y="22"/>
                    <a:pt x="5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6" y="20"/>
                    <a:pt x="1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EBF4EC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563" name="Freeform 1186">
              <a:extLst>
                <a:ext uri="{FF2B5EF4-FFF2-40B4-BE49-F238E27FC236}">
                  <a16:creationId xmlns:a16="http://schemas.microsoft.com/office/drawing/2014/main" id="{CFD0FB8F-C060-4229-86AD-E3A85188F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876"/>
              <a:ext cx="72" cy="28"/>
            </a:xfrm>
            <a:custGeom>
              <a:avLst/>
              <a:gdLst>
                <a:gd name="T0" fmla="*/ 432 w 29"/>
                <a:gd name="T1" fmla="*/ 97 h 11"/>
                <a:gd name="T2" fmla="*/ 228 w 29"/>
                <a:gd name="T3" fmla="*/ 97 h 11"/>
                <a:gd name="T4" fmla="*/ 42 w 29"/>
                <a:gd name="T5" fmla="*/ 0 h 11"/>
                <a:gd name="T6" fmla="*/ 30 w 29"/>
                <a:gd name="T7" fmla="*/ 0 h 11"/>
                <a:gd name="T8" fmla="*/ 30 w 29"/>
                <a:gd name="T9" fmla="*/ 0 h 11"/>
                <a:gd name="T10" fmla="*/ 154 w 29"/>
                <a:gd name="T11" fmla="*/ 130 h 11"/>
                <a:gd name="T12" fmla="*/ 353 w 29"/>
                <a:gd name="T13" fmla="*/ 130 h 11"/>
                <a:gd name="T14" fmla="*/ 444 w 29"/>
                <a:gd name="T15" fmla="*/ 130 h 11"/>
                <a:gd name="T16" fmla="*/ 432 w 29"/>
                <a:gd name="T17" fmla="*/ 97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1">
                  <a:moveTo>
                    <a:pt x="28" y="6"/>
                  </a:moveTo>
                  <a:cubicBezTo>
                    <a:pt x="24" y="2"/>
                    <a:pt x="19" y="5"/>
                    <a:pt x="15" y="6"/>
                  </a:cubicBezTo>
                  <a:cubicBezTo>
                    <a:pt x="12" y="6"/>
                    <a:pt x="1" y="5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5"/>
                    <a:pt x="4" y="6"/>
                    <a:pt x="10" y="8"/>
                  </a:cubicBezTo>
                  <a:cubicBezTo>
                    <a:pt x="15" y="11"/>
                    <a:pt x="19" y="8"/>
                    <a:pt x="23" y="8"/>
                  </a:cubicBezTo>
                  <a:cubicBezTo>
                    <a:pt x="25" y="8"/>
                    <a:pt x="28" y="7"/>
                    <a:pt x="29" y="8"/>
                  </a:cubicBezTo>
                  <a:cubicBezTo>
                    <a:pt x="29" y="7"/>
                    <a:pt x="29" y="6"/>
                    <a:pt x="28" y="6"/>
                  </a:cubicBezTo>
                  <a:close/>
                </a:path>
              </a:pathLst>
            </a:custGeom>
            <a:solidFill>
              <a:srgbClr val="EBF4EC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564" name="Freeform 1187">
              <a:extLst>
                <a:ext uri="{FF2B5EF4-FFF2-40B4-BE49-F238E27FC236}">
                  <a16:creationId xmlns:a16="http://schemas.microsoft.com/office/drawing/2014/main" id="{BBA430C4-FAA7-40AC-8DF7-197386AC9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816"/>
              <a:ext cx="18" cy="35"/>
            </a:xfrm>
            <a:custGeom>
              <a:avLst/>
              <a:gdLst>
                <a:gd name="T0" fmla="*/ 33 w 7"/>
                <a:gd name="T1" fmla="*/ 125 h 14"/>
                <a:gd name="T2" fmla="*/ 0 w 7"/>
                <a:gd name="T3" fmla="*/ 145 h 14"/>
                <a:gd name="T4" fmla="*/ 21 w 7"/>
                <a:gd name="T5" fmla="*/ 175 h 14"/>
                <a:gd name="T6" fmla="*/ 118 w 7"/>
                <a:gd name="T7" fmla="*/ 33 h 14"/>
                <a:gd name="T8" fmla="*/ 21 w 7"/>
                <a:gd name="T9" fmla="*/ 0 h 14"/>
                <a:gd name="T10" fmla="*/ 21 w 7"/>
                <a:gd name="T11" fmla="*/ 0 h 14"/>
                <a:gd name="T12" fmla="*/ 33 w 7"/>
                <a:gd name="T13" fmla="*/ 125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4">
                  <a:moveTo>
                    <a:pt x="2" y="8"/>
                  </a:moveTo>
                  <a:cubicBezTo>
                    <a:pt x="2" y="9"/>
                    <a:pt x="1" y="9"/>
                    <a:pt x="0" y="9"/>
                  </a:cubicBezTo>
                  <a:cubicBezTo>
                    <a:pt x="0" y="10"/>
                    <a:pt x="1" y="11"/>
                    <a:pt x="1" y="11"/>
                  </a:cubicBezTo>
                  <a:cubicBezTo>
                    <a:pt x="6" y="14"/>
                    <a:pt x="7" y="5"/>
                    <a:pt x="7" y="2"/>
                  </a:cubicBezTo>
                  <a:cubicBezTo>
                    <a:pt x="5" y="0"/>
                    <a:pt x="3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4" y="6"/>
                    <a:pt x="2" y="8"/>
                  </a:cubicBezTo>
                  <a:close/>
                </a:path>
              </a:pathLst>
            </a:custGeom>
            <a:solidFill>
              <a:srgbClr val="EBF4EC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565" name="Freeform 1188">
              <a:extLst>
                <a:ext uri="{FF2B5EF4-FFF2-40B4-BE49-F238E27FC236}">
                  <a16:creationId xmlns:a16="http://schemas.microsoft.com/office/drawing/2014/main" id="{8FEFF975-659E-4004-BBD5-AB0A8BEA1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846"/>
              <a:ext cx="30" cy="23"/>
            </a:xfrm>
            <a:custGeom>
              <a:avLst/>
              <a:gdLst>
                <a:gd name="T0" fmla="*/ 188 w 12"/>
                <a:gd name="T1" fmla="*/ 84 h 9"/>
                <a:gd name="T2" fmla="*/ 175 w 12"/>
                <a:gd name="T3" fmla="*/ 66 h 9"/>
                <a:gd name="T4" fmla="*/ 83 w 12"/>
                <a:gd name="T5" fmla="*/ 84 h 9"/>
                <a:gd name="T6" fmla="*/ 33 w 12"/>
                <a:gd name="T7" fmla="*/ 0 h 9"/>
                <a:gd name="T8" fmla="*/ 20 w 12"/>
                <a:gd name="T9" fmla="*/ 0 h 9"/>
                <a:gd name="T10" fmla="*/ 83 w 12"/>
                <a:gd name="T11" fmla="*/ 151 h 9"/>
                <a:gd name="T12" fmla="*/ 188 w 12"/>
                <a:gd name="T13" fmla="*/ 97 h 9"/>
                <a:gd name="T14" fmla="*/ 188 w 12"/>
                <a:gd name="T15" fmla="*/ 84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5"/>
                    <a:pt x="12" y="5"/>
                    <a:pt x="11" y="4"/>
                  </a:cubicBezTo>
                  <a:cubicBezTo>
                    <a:pt x="9" y="5"/>
                    <a:pt x="7" y="6"/>
                    <a:pt x="5" y="5"/>
                  </a:cubicBezTo>
                  <a:cubicBezTo>
                    <a:pt x="3" y="4"/>
                    <a:pt x="1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8"/>
                    <a:pt x="5" y="9"/>
                  </a:cubicBezTo>
                  <a:cubicBezTo>
                    <a:pt x="8" y="9"/>
                    <a:pt x="10" y="8"/>
                    <a:pt x="12" y="6"/>
                  </a:cubicBezTo>
                  <a:cubicBezTo>
                    <a:pt x="12" y="5"/>
                    <a:pt x="12" y="5"/>
                    <a:pt x="12" y="5"/>
                  </a:cubicBezTo>
                  <a:close/>
                </a:path>
              </a:pathLst>
            </a:custGeom>
            <a:solidFill>
              <a:srgbClr val="EBF4EC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566" name="Freeform 1189">
              <a:extLst>
                <a:ext uri="{FF2B5EF4-FFF2-40B4-BE49-F238E27FC236}">
                  <a16:creationId xmlns:a16="http://schemas.microsoft.com/office/drawing/2014/main" id="{9ECEA825-2203-4A95-B5C6-85110DAA5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2444"/>
              <a:ext cx="838" cy="514"/>
            </a:xfrm>
            <a:custGeom>
              <a:avLst/>
              <a:gdLst>
                <a:gd name="T0" fmla="*/ 5226 w 335"/>
                <a:gd name="T1" fmla="*/ 0 h 206"/>
                <a:gd name="T2" fmla="*/ 5213 w 335"/>
                <a:gd name="T3" fmla="*/ 1507 h 206"/>
                <a:gd name="T4" fmla="*/ 2629 w 335"/>
                <a:gd name="T5" fmla="*/ 3169 h 206"/>
                <a:gd name="T6" fmla="*/ 33 w 335"/>
                <a:gd name="T7" fmla="*/ 1507 h 206"/>
                <a:gd name="T8" fmla="*/ 20 w 335"/>
                <a:gd name="T9" fmla="*/ 0 h 206"/>
                <a:gd name="T10" fmla="*/ 20 w 335"/>
                <a:gd name="T11" fmla="*/ 0 h 206"/>
                <a:gd name="T12" fmla="*/ 0 w 335"/>
                <a:gd name="T13" fmla="*/ 1507 h 206"/>
                <a:gd name="T14" fmla="*/ 2629 w 335"/>
                <a:gd name="T15" fmla="*/ 3201 h 206"/>
                <a:gd name="T16" fmla="*/ 5243 w 335"/>
                <a:gd name="T17" fmla="*/ 1507 h 206"/>
                <a:gd name="T18" fmla="*/ 5226 w 335"/>
                <a:gd name="T19" fmla="*/ 0 h 2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5" h="206">
                  <a:moveTo>
                    <a:pt x="334" y="0"/>
                  </a:moveTo>
                  <a:cubicBezTo>
                    <a:pt x="333" y="97"/>
                    <a:pt x="333" y="97"/>
                    <a:pt x="333" y="97"/>
                  </a:cubicBezTo>
                  <a:cubicBezTo>
                    <a:pt x="333" y="156"/>
                    <a:pt x="259" y="204"/>
                    <a:pt x="168" y="204"/>
                  </a:cubicBezTo>
                  <a:cubicBezTo>
                    <a:pt x="76" y="204"/>
                    <a:pt x="2" y="156"/>
                    <a:pt x="2" y="9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57"/>
                    <a:pt x="75" y="206"/>
                    <a:pt x="168" y="206"/>
                  </a:cubicBezTo>
                  <a:cubicBezTo>
                    <a:pt x="260" y="206"/>
                    <a:pt x="335" y="157"/>
                    <a:pt x="335" y="97"/>
                  </a:cubicBezTo>
                  <a:cubicBezTo>
                    <a:pt x="334" y="0"/>
                    <a:pt x="334" y="0"/>
                    <a:pt x="33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7" name="Freeform 1190">
              <a:extLst>
                <a:ext uri="{FF2B5EF4-FFF2-40B4-BE49-F238E27FC236}">
                  <a16:creationId xmlns:a16="http://schemas.microsoft.com/office/drawing/2014/main" id="{E905D17C-3FAA-4425-B93E-9664E1B0E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724"/>
              <a:ext cx="137" cy="102"/>
            </a:xfrm>
            <a:custGeom>
              <a:avLst/>
              <a:gdLst>
                <a:gd name="T0" fmla="*/ 849 w 55"/>
                <a:gd name="T1" fmla="*/ 632 h 41"/>
                <a:gd name="T2" fmla="*/ 0 w 55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41">
                  <a:moveTo>
                    <a:pt x="55" y="41"/>
                  </a:moveTo>
                  <a:cubicBezTo>
                    <a:pt x="31" y="30"/>
                    <a:pt x="13" y="1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8" name="Freeform 1191">
              <a:extLst>
                <a:ext uri="{FF2B5EF4-FFF2-40B4-BE49-F238E27FC236}">
                  <a16:creationId xmlns:a16="http://schemas.microsoft.com/office/drawing/2014/main" id="{08151DA9-93BD-4C34-AC29-1EC3B5E42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844"/>
              <a:ext cx="130" cy="25"/>
            </a:xfrm>
            <a:custGeom>
              <a:avLst/>
              <a:gdLst>
                <a:gd name="T0" fmla="*/ 813 w 52"/>
                <a:gd name="T1" fmla="*/ 158 h 10"/>
                <a:gd name="T2" fmla="*/ 0 w 5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0">
                  <a:moveTo>
                    <a:pt x="52" y="10"/>
                  </a:moveTo>
                  <a:cubicBezTo>
                    <a:pt x="34" y="9"/>
                    <a:pt x="16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69" name="Freeform 1192">
              <a:extLst>
                <a:ext uri="{FF2B5EF4-FFF2-40B4-BE49-F238E27FC236}">
                  <a16:creationId xmlns:a16="http://schemas.microsoft.com/office/drawing/2014/main" id="{BF683A1A-9725-441C-B6F6-3F5E0EE0F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824"/>
              <a:ext cx="152" cy="42"/>
            </a:xfrm>
            <a:custGeom>
              <a:avLst/>
              <a:gdLst>
                <a:gd name="T0" fmla="*/ 944 w 61"/>
                <a:gd name="T1" fmla="*/ 0 h 17"/>
                <a:gd name="T2" fmla="*/ 0 w 61"/>
                <a:gd name="T3" fmla="*/ 25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7">
                  <a:moveTo>
                    <a:pt x="61" y="0"/>
                  </a:moveTo>
                  <a:cubicBezTo>
                    <a:pt x="43" y="8"/>
                    <a:pt x="22" y="14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0" name="Freeform 1193">
              <a:extLst>
                <a:ext uri="{FF2B5EF4-FFF2-40B4-BE49-F238E27FC236}">
                  <a16:creationId xmlns:a16="http://schemas.microsoft.com/office/drawing/2014/main" id="{9F13D7D2-56D2-47CE-AD9C-AA8825316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339"/>
              <a:ext cx="798" cy="475"/>
            </a:xfrm>
            <a:custGeom>
              <a:avLst/>
              <a:gdLst>
                <a:gd name="T0" fmla="*/ 63 w 319"/>
                <a:gd name="T1" fmla="*/ 2095 h 190"/>
                <a:gd name="T2" fmla="*/ 0 w 319"/>
                <a:gd name="T3" fmla="*/ 1708 h 190"/>
                <a:gd name="T4" fmla="*/ 0 w 319"/>
                <a:gd name="T5" fmla="*/ 0 h 190"/>
                <a:gd name="T6" fmla="*/ 175 w 319"/>
                <a:gd name="T7" fmla="*/ 613 h 190"/>
                <a:gd name="T8" fmla="*/ 283 w 319"/>
                <a:gd name="T9" fmla="*/ 845 h 190"/>
                <a:gd name="T10" fmla="*/ 488 w 319"/>
                <a:gd name="T11" fmla="*/ 1050 h 190"/>
                <a:gd name="T12" fmla="*/ 688 w 319"/>
                <a:gd name="T13" fmla="*/ 1238 h 190"/>
                <a:gd name="T14" fmla="*/ 926 w 319"/>
                <a:gd name="T15" fmla="*/ 1425 h 190"/>
                <a:gd name="T16" fmla="*/ 1283 w 319"/>
                <a:gd name="T17" fmla="*/ 1595 h 190"/>
                <a:gd name="T18" fmla="*/ 1551 w 319"/>
                <a:gd name="T19" fmla="*/ 1720 h 190"/>
                <a:gd name="T20" fmla="*/ 1876 w 319"/>
                <a:gd name="T21" fmla="*/ 1783 h 190"/>
                <a:gd name="T22" fmla="*/ 2221 w 319"/>
                <a:gd name="T23" fmla="*/ 1863 h 190"/>
                <a:gd name="T24" fmla="*/ 2504 w 319"/>
                <a:gd name="T25" fmla="*/ 1845 h 190"/>
                <a:gd name="T26" fmla="*/ 2879 w 319"/>
                <a:gd name="T27" fmla="*/ 1863 h 190"/>
                <a:gd name="T28" fmla="*/ 3272 w 319"/>
                <a:gd name="T29" fmla="*/ 1750 h 190"/>
                <a:gd name="T30" fmla="*/ 3567 w 319"/>
                <a:gd name="T31" fmla="*/ 1658 h 190"/>
                <a:gd name="T32" fmla="*/ 3910 w 319"/>
                <a:gd name="T33" fmla="*/ 1500 h 190"/>
                <a:gd name="T34" fmla="*/ 4213 w 319"/>
                <a:gd name="T35" fmla="*/ 1300 h 190"/>
                <a:gd name="T36" fmla="*/ 4380 w 319"/>
                <a:gd name="T37" fmla="*/ 1188 h 190"/>
                <a:gd name="T38" fmla="*/ 4680 w 319"/>
                <a:gd name="T39" fmla="*/ 845 h 190"/>
                <a:gd name="T40" fmla="*/ 4881 w 319"/>
                <a:gd name="T41" fmla="*/ 563 h 190"/>
                <a:gd name="T42" fmla="*/ 4993 w 319"/>
                <a:gd name="T43" fmla="*/ 0 h 190"/>
                <a:gd name="T44" fmla="*/ 4993 w 319"/>
                <a:gd name="T45" fmla="*/ 1708 h 190"/>
                <a:gd name="T46" fmla="*/ 4055 w 319"/>
                <a:gd name="T47" fmla="*/ 2970 h 1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19" h="190">
                  <a:moveTo>
                    <a:pt x="4" y="134"/>
                  </a:moveTo>
                  <a:cubicBezTo>
                    <a:pt x="1" y="126"/>
                    <a:pt x="0" y="117"/>
                    <a:pt x="0" y="10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"/>
                    <a:pt x="4" y="27"/>
                    <a:pt x="11" y="39"/>
                  </a:cubicBezTo>
                  <a:cubicBezTo>
                    <a:pt x="13" y="44"/>
                    <a:pt x="15" y="50"/>
                    <a:pt x="18" y="54"/>
                  </a:cubicBezTo>
                  <a:cubicBezTo>
                    <a:pt x="22" y="59"/>
                    <a:pt x="27" y="62"/>
                    <a:pt x="31" y="67"/>
                  </a:cubicBezTo>
                  <a:cubicBezTo>
                    <a:pt x="35" y="71"/>
                    <a:pt x="40" y="75"/>
                    <a:pt x="44" y="79"/>
                  </a:cubicBezTo>
                  <a:cubicBezTo>
                    <a:pt x="49" y="83"/>
                    <a:pt x="53" y="87"/>
                    <a:pt x="59" y="91"/>
                  </a:cubicBezTo>
                  <a:cubicBezTo>
                    <a:pt x="66" y="95"/>
                    <a:pt x="74" y="98"/>
                    <a:pt x="82" y="102"/>
                  </a:cubicBezTo>
                  <a:cubicBezTo>
                    <a:pt x="87" y="104"/>
                    <a:pt x="93" y="108"/>
                    <a:pt x="99" y="110"/>
                  </a:cubicBezTo>
                  <a:cubicBezTo>
                    <a:pt x="106" y="112"/>
                    <a:pt x="113" y="113"/>
                    <a:pt x="120" y="114"/>
                  </a:cubicBezTo>
                  <a:cubicBezTo>
                    <a:pt x="128" y="116"/>
                    <a:pt x="134" y="118"/>
                    <a:pt x="142" y="119"/>
                  </a:cubicBezTo>
                  <a:cubicBezTo>
                    <a:pt x="147" y="119"/>
                    <a:pt x="154" y="118"/>
                    <a:pt x="160" y="118"/>
                  </a:cubicBezTo>
                  <a:cubicBezTo>
                    <a:pt x="168" y="118"/>
                    <a:pt x="176" y="120"/>
                    <a:pt x="184" y="119"/>
                  </a:cubicBezTo>
                  <a:cubicBezTo>
                    <a:pt x="192" y="117"/>
                    <a:pt x="201" y="114"/>
                    <a:pt x="209" y="112"/>
                  </a:cubicBezTo>
                  <a:cubicBezTo>
                    <a:pt x="216" y="110"/>
                    <a:pt x="222" y="108"/>
                    <a:pt x="228" y="106"/>
                  </a:cubicBezTo>
                  <a:cubicBezTo>
                    <a:pt x="236" y="103"/>
                    <a:pt x="243" y="100"/>
                    <a:pt x="250" y="96"/>
                  </a:cubicBezTo>
                  <a:cubicBezTo>
                    <a:pt x="257" y="93"/>
                    <a:pt x="263" y="88"/>
                    <a:pt x="269" y="83"/>
                  </a:cubicBezTo>
                  <a:cubicBezTo>
                    <a:pt x="272" y="81"/>
                    <a:pt x="277" y="78"/>
                    <a:pt x="280" y="76"/>
                  </a:cubicBezTo>
                  <a:cubicBezTo>
                    <a:pt x="288" y="69"/>
                    <a:pt x="293" y="62"/>
                    <a:pt x="299" y="54"/>
                  </a:cubicBezTo>
                  <a:cubicBezTo>
                    <a:pt x="304" y="48"/>
                    <a:pt x="309" y="42"/>
                    <a:pt x="312" y="36"/>
                  </a:cubicBezTo>
                  <a:cubicBezTo>
                    <a:pt x="317" y="24"/>
                    <a:pt x="319" y="12"/>
                    <a:pt x="319" y="0"/>
                  </a:cubicBezTo>
                  <a:cubicBezTo>
                    <a:pt x="319" y="109"/>
                    <a:pt x="319" y="109"/>
                    <a:pt x="319" y="109"/>
                  </a:cubicBezTo>
                  <a:cubicBezTo>
                    <a:pt x="319" y="142"/>
                    <a:pt x="296" y="171"/>
                    <a:pt x="259" y="19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1" name="Freeform 1194">
              <a:extLst>
                <a:ext uri="{FF2B5EF4-FFF2-40B4-BE49-F238E27FC236}">
                  <a16:creationId xmlns:a16="http://schemas.microsoft.com/office/drawing/2014/main" id="{E2018207-9972-4763-AA13-C0C577F94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684"/>
              <a:ext cx="910" cy="722"/>
            </a:xfrm>
            <a:custGeom>
              <a:avLst/>
              <a:gdLst>
                <a:gd name="T0" fmla="*/ 0 w 364"/>
                <a:gd name="T1" fmla="*/ 0 h 289"/>
                <a:gd name="T2" fmla="*/ 2845 w 364"/>
                <a:gd name="T3" fmla="*/ 1946 h 289"/>
                <a:gd name="T4" fmla="*/ 5688 w 364"/>
                <a:gd name="T5" fmla="*/ 0 h 289"/>
                <a:gd name="T6" fmla="*/ 5688 w 364"/>
                <a:gd name="T7" fmla="*/ 2666 h 289"/>
                <a:gd name="T8" fmla="*/ 2845 w 364"/>
                <a:gd name="T9" fmla="*/ 4507 h 289"/>
                <a:gd name="T10" fmla="*/ 0 w 364"/>
                <a:gd name="T11" fmla="*/ 2666 h 289"/>
                <a:gd name="T12" fmla="*/ 0 w 364"/>
                <a:gd name="T13" fmla="*/ 0 h 2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4" h="289">
                  <a:moveTo>
                    <a:pt x="0" y="0"/>
                  </a:moveTo>
                  <a:cubicBezTo>
                    <a:pt x="0" y="66"/>
                    <a:pt x="81" y="125"/>
                    <a:pt x="182" y="125"/>
                  </a:cubicBezTo>
                  <a:cubicBezTo>
                    <a:pt x="282" y="125"/>
                    <a:pt x="364" y="66"/>
                    <a:pt x="364" y="0"/>
                  </a:cubicBezTo>
                  <a:cubicBezTo>
                    <a:pt x="364" y="171"/>
                    <a:pt x="364" y="171"/>
                    <a:pt x="364" y="171"/>
                  </a:cubicBezTo>
                  <a:cubicBezTo>
                    <a:pt x="364" y="236"/>
                    <a:pt x="282" y="289"/>
                    <a:pt x="182" y="289"/>
                  </a:cubicBezTo>
                  <a:cubicBezTo>
                    <a:pt x="81" y="289"/>
                    <a:pt x="0" y="236"/>
                    <a:pt x="0" y="17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2" name="Freeform 1195">
              <a:extLst>
                <a:ext uri="{FF2B5EF4-FFF2-40B4-BE49-F238E27FC236}">
                  <a16:creationId xmlns:a16="http://schemas.microsoft.com/office/drawing/2014/main" id="{3ABEE135-E9DC-48F7-87C1-348277805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039"/>
              <a:ext cx="452" cy="172"/>
            </a:xfrm>
            <a:custGeom>
              <a:avLst/>
              <a:gdLst>
                <a:gd name="T0" fmla="*/ 0 w 181"/>
                <a:gd name="T1" fmla="*/ 0 h 69"/>
                <a:gd name="T2" fmla="*/ 42 w 181"/>
                <a:gd name="T3" fmla="*/ 187 h 69"/>
                <a:gd name="T4" fmla="*/ 75 w 181"/>
                <a:gd name="T5" fmla="*/ 354 h 69"/>
                <a:gd name="T6" fmla="*/ 217 w 181"/>
                <a:gd name="T7" fmla="*/ 509 h 69"/>
                <a:gd name="T8" fmla="*/ 342 w 181"/>
                <a:gd name="T9" fmla="*/ 683 h 69"/>
                <a:gd name="T10" fmla="*/ 512 w 181"/>
                <a:gd name="T11" fmla="*/ 758 h 69"/>
                <a:gd name="T12" fmla="*/ 687 w 181"/>
                <a:gd name="T13" fmla="*/ 900 h 69"/>
                <a:gd name="T14" fmla="*/ 936 w 181"/>
                <a:gd name="T15" fmla="*/ 975 h 69"/>
                <a:gd name="T16" fmla="*/ 1166 w 181"/>
                <a:gd name="T17" fmla="*/ 1057 h 69"/>
                <a:gd name="T18" fmla="*/ 1416 w 181"/>
                <a:gd name="T19" fmla="*/ 1037 h 69"/>
                <a:gd name="T20" fmla="*/ 1683 w 181"/>
                <a:gd name="T21" fmla="*/ 1037 h 69"/>
                <a:gd name="T22" fmla="*/ 1903 w 181"/>
                <a:gd name="T23" fmla="*/ 962 h 69"/>
                <a:gd name="T24" fmla="*/ 2165 w 181"/>
                <a:gd name="T25" fmla="*/ 900 h 69"/>
                <a:gd name="T26" fmla="*/ 2370 w 181"/>
                <a:gd name="T27" fmla="*/ 745 h 69"/>
                <a:gd name="T28" fmla="*/ 2570 w 181"/>
                <a:gd name="T29" fmla="*/ 603 h 69"/>
                <a:gd name="T30" fmla="*/ 2712 w 181"/>
                <a:gd name="T31" fmla="*/ 342 h 69"/>
                <a:gd name="T32" fmla="*/ 2819 w 181"/>
                <a:gd name="T33" fmla="*/ 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1" h="69">
                  <a:moveTo>
                    <a:pt x="0" y="0"/>
                  </a:moveTo>
                  <a:cubicBezTo>
                    <a:pt x="0" y="5"/>
                    <a:pt x="2" y="8"/>
                    <a:pt x="3" y="12"/>
                  </a:cubicBezTo>
                  <a:cubicBezTo>
                    <a:pt x="4" y="16"/>
                    <a:pt x="4" y="20"/>
                    <a:pt x="5" y="23"/>
                  </a:cubicBezTo>
                  <a:cubicBezTo>
                    <a:pt x="7" y="27"/>
                    <a:pt x="11" y="29"/>
                    <a:pt x="14" y="33"/>
                  </a:cubicBezTo>
                  <a:cubicBezTo>
                    <a:pt x="17" y="36"/>
                    <a:pt x="18" y="41"/>
                    <a:pt x="22" y="44"/>
                  </a:cubicBezTo>
                  <a:cubicBezTo>
                    <a:pt x="25" y="47"/>
                    <a:pt x="29" y="47"/>
                    <a:pt x="33" y="49"/>
                  </a:cubicBezTo>
                  <a:cubicBezTo>
                    <a:pt x="36" y="52"/>
                    <a:pt x="40" y="56"/>
                    <a:pt x="44" y="58"/>
                  </a:cubicBezTo>
                  <a:cubicBezTo>
                    <a:pt x="49" y="61"/>
                    <a:pt x="55" y="61"/>
                    <a:pt x="60" y="63"/>
                  </a:cubicBezTo>
                  <a:cubicBezTo>
                    <a:pt x="65" y="64"/>
                    <a:pt x="70" y="67"/>
                    <a:pt x="75" y="68"/>
                  </a:cubicBezTo>
                  <a:cubicBezTo>
                    <a:pt x="80" y="69"/>
                    <a:pt x="85" y="67"/>
                    <a:pt x="91" y="67"/>
                  </a:cubicBezTo>
                  <a:cubicBezTo>
                    <a:pt x="96" y="67"/>
                    <a:pt x="102" y="68"/>
                    <a:pt x="108" y="67"/>
                  </a:cubicBezTo>
                  <a:cubicBezTo>
                    <a:pt x="113" y="67"/>
                    <a:pt x="118" y="64"/>
                    <a:pt x="122" y="62"/>
                  </a:cubicBezTo>
                  <a:cubicBezTo>
                    <a:pt x="128" y="61"/>
                    <a:pt x="133" y="60"/>
                    <a:pt x="139" y="58"/>
                  </a:cubicBezTo>
                  <a:cubicBezTo>
                    <a:pt x="144" y="55"/>
                    <a:pt x="148" y="51"/>
                    <a:pt x="152" y="48"/>
                  </a:cubicBezTo>
                  <a:cubicBezTo>
                    <a:pt x="157" y="44"/>
                    <a:pt x="161" y="43"/>
                    <a:pt x="165" y="39"/>
                  </a:cubicBezTo>
                  <a:cubicBezTo>
                    <a:pt x="169" y="34"/>
                    <a:pt x="171" y="28"/>
                    <a:pt x="174" y="22"/>
                  </a:cubicBezTo>
                  <a:cubicBezTo>
                    <a:pt x="177" y="15"/>
                    <a:pt x="181" y="8"/>
                    <a:pt x="18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3" name="Freeform 1196">
              <a:extLst>
                <a:ext uri="{FF2B5EF4-FFF2-40B4-BE49-F238E27FC236}">
                  <a16:creationId xmlns:a16="http://schemas.microsoft.com/office/drawing/2014/main" id="{FB364597-AA52-4D76-880E-A00E3AFC1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061"/>
              <a:ext cx="910" cy="2060"/>
            </a:xfrm>
            <a:custGeom>
              <a:avLst/>
              <a:gdLst>
                <a:gd name="T0" fmla="*/ 5688 w 364"/>
                <a:gd name="T1" fmla="*/ 12875 h 824"/>
                <a:gd name="T2" fmla="*/ 5688 w 364"/>
                <a:gd name="T3" fmla="*/ 1845 h 824"/>
                <a:gd name="T4" fmla="*/ 2845 w 364"/>
                <a:gd name="T5" fmla="*/ 0 h 824"/>
                <a:gd name="T6" fmla="*/ 0 w 364"/>
                <a:gd name="T7" fmla="*/ 1845 h 824"/>
                <a:gd name="T8" fmla="*/ 0 w 364"/>
                <a:gd name="T9" fmla="*/ 12875 h 8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824">
                  <a:moveTo>
                    <a:pt x="364" y="824"/>
                  </a:moveTo>
                  <a:cubicBezTo>
                    <a:pt x="364" y="118"/>
                    <a:pt x="364" y="118"/>
                    <a:pt x="364" y="118"/>
                  </a:cubicBezTo>
                  <a:cubicBezTo>
                    <a:pt x="364" y="53"/>
                    <a:pt x="282" y="0"/>
                    <a:pt x="182" y="0"/>
                  </a:cubicBezTo>
                  <a:cubicBezTo>
                    <a:pt x="81" y="0"/>
                    <a:pt x="0" y="53"/>
                    <a:pt x="0" y="118"/>
                  </a:cubicBezTo>
                  <a:cubicBezTo>
                    <a:pt x="0" y="824"/>
                    <a:pt x="0" y="824"/>
                    <a:pt x="0" y="8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4" name="Line 1197">
              <a:extLst>
                <a:ext uri="{FF2B5EF4-FFF2-40B4-BE49-F238E27FC236}">
                  <a16:creationId xmlns:a16="http://schemas.microsoft.com/office/drawing/2014/main" id="{30AACC3F-E8DC-4B7D-B3C4-6F459DF91E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6" y="2339"/>
              <a:ext cx="155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5" name="Line 1198">
              <a:extLst>
                <a:ext uri="{FF2B5EF4-FFF2-40B4-BE49-F238E27FC236}">
                  <a16:creationId xmlns:a16="http://schemas.microsoft.com/office/drawing/2014/main" id="{6CF8DCF2-6D30-4E93-8C9B-A784C73EF7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9" y="2339"/>
              <a:ext cx="155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6" name="Freeform 1199">
              <a:extLst>
                <a:ext uri="{FF2B5EF4-FFF2-40B4-BE49-F238E27FC236}">
                  <a16:creationId xmlns:a16="http://schemas.microsoft.com/office/drawing/2014/main" id="{96C8AE9E-DCE9-4305-B266-33BA8E51E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234"/>
              <a:ext cx="5" cy="105"/>
            </a:xfrm>
            <a:custGeom>
              <a:avLst/>
              <a:gdLst>
                <a:gd name="T0" fmla="*/ 3 w 5"/>
                <a:gd name="T1" fmla="*/ 0 h 105"/>
                <a:gd name="T2" fmla="*/ 0 w 5"/>
                <a:gd name="T3" fmla="*/ 105 h 105"/>
                <a:gd name="T4" fmla="*/ 5 w 5"/>
                <a:gd name="T5" fmla="*/ 105 h 105"/>
                <a:gd name="T6" fmla="*/ 3 w 5"/>
                <a:gd name="T7" fmla="*/ 0 h 105"/>
                <a:gd name="T8" fmla="*/ 3 w 5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5">
                  <a:moveTo>
                    <a:pt x="3" y="0"/>
                  </a:moveTo>
                  <a:lnTo>
                    <a:pt x="0" y="105"/>
                  </a:lnTo>
                  <a:lnTo>
                    <a:pt x="5" y="10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7" name="Freeform 1200">
              <a:extLst>
                <a:ext uri="{FF2B5EF4-FFF2-40B4-BE49-F238E27FC236}">
                  <a16:creationId xmlns:a16="http://schemas.microsoft.com/office/drawing/2014/main" id="{D4D01AA1-FB6B-4D29-99C5-113F42245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219"/>
              <a:ext cx="5" cy="120"/>
            </a:xfrm>
            <a:custGeom>
              <a:avLst/>
              <a:gdLst>
                <a:gd name="T0" fmla="*/ 3 w 5"/>
                <a:gd name="T1" fmla="*/ 0 h 120"/>
                <a:gd name="T2" fmla="*/ 0 w 5"/>
                <a:gd name="T3" fmla="*/ 120 h 120"/>
                <a:gd name="T4" fmla="*/ 5 w 5"/>
                <a:gd name="T5" fmla="*/ 120 h 120"/>
                <a:gd name="T6" fmla="*/ 3 w 5"/>
                <a:gd name="T7" fmla="*/ 0 h 120"/>
                <a:gd name="T8" fmla="*/ 3 w 5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20">
                  <a:moveTo>
                    <a:pt x="3" y="0"/>
                  </a:moveTo>
                  <a:lnTo>
                    <a:pt x="0" y="120"/>
                  </a:lnTo>
                  <a:lnTo>
                    <a:pt x="5" y="12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8" name="Freeform 1201">
              <a:extLst>
                <a:ext uri="{FF2B5EF4-FFF2-40B4-BE49-F238E27FC236}">
                  <a16:creationId xmlns:a16="http://schemas.microsoft.com/office/drawing/2014/main" id="{85318D17-1658-4375-B8F8-166CDFD4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221"/>
              <a:ext cx="395" cy="960"/>
            </a:xfrm>
            <a:custGeom>
              <a:avLst/>
              <a:gdLst>
                <a:gd name="T0" fmla="*/ 63 w 158"/>
                <a:gd name="T1" fmla="*/ 5238 h 384"/>
                <a:gd name="T2" fmla="*/ 95 w 158"/>
                <a:gd name="T3" fmla="*/ 5425 h 384"/>
                <a:gd name="T4" fmla="*/ 283 w 158"/>
                <a:gd name="T5" fmla="*/ 5625 h 384"/>
                <a:gd name="T6" fmla="*/ 488 w 158"/>
                <a:gd name="T7" fmla="*/ 5800 h 384"/>
                <a:gd name="T8" fmla="*/ 833 w 158"/>
                <a:gd name="T9" fmla="*/ 5908 h 384"/>
                <a:gd name="T10" fmla="*/ 1250 w 158"/>
                <a:gd name="T11" fmla="*/ 6000 h 384"/>
                <a:gd name="T12" fmla="*/ 1520 w 158"/>
                <a:gd name="T13" fmla="*/ 5970 h 384"/>
                <a:gd name="T14" fmla="*/ 1813 w 158"/>
                <a:gd name="T15" fmla="*/ 5833 h 384"/>
                <a:gd name="T16" fmla="*/ 2063 w 158"/>
                <a:gd name="T17" fmla="*/ 5750 h 384"/>
                <a:gd name="T18" fmla="*/ 2283 w 158"/>
                <a:gd name="T19" fmla="*/ 5550 h 384"/>
                <a:gd name="T20" fmla="*/ 2425 w 158"/>
                <a:gd name="T21" fmla="*/ 5345 h 384"/>
                <a:gd name="T22" fmla="*/ 2470 w 158"/>
                <a:gd name="T23" fmla="*/ 5083 h 384"/>
                <a:gd name="T24" fmla="*/ 2470 w 158"/>
                <a:gd name="T25" fmla="*/ 845 h 384"/>
                <a:gd name="T26" fmla="*/ 2438 w 158"/>
                <a:gd name="T27" fmla="*/ 625 h 384"/>
                <a:gd name="T28" fmla="*/ 2345 w 158"/>
                <a:gd name="T29" fmla="*/ 395 h 384"/>
                <a:gd name="T30" fmla="*/ 2158 w 158"/>
                <a:gd name="T31" fmla="*/ 250 h 384"/>
                <a:gd name="T32" fmla="*/ 1908 w 158"/>
                <a:gd name="T33" fmla="*/ 95 h 384"/>
                <a:gd name="T34" fmla="*/ 1583 w 158"/>
                <a:gd name="T35" fmla="*/ 63 h 384"/>
                <a:gd name="T36" fmla="*/ 1238 w 158"/>
                <a:gd name="T37" fmla="*/ 0 h 384"/>
                <a:gd name="T38" fmla="*/ 800 w 158"/>
                <a:gd name="T39" fmla="*/ 83 h 384"/>
                <a:gd name="T40" fmla="*/ 550 w 158"/>
                <a:gd name="T41" fmla="*/ 113 h 384"/>
                <a:gd name="T42" fmla="*/ 300 w 158"/>
                <a:gd name="T43" fmla="*/ 283 h 384"/>
                <a:gd name="T44" fmla="*/ 63 w 158"/>
                <a:gd name="T45" fmla="*/ 500 h 384"/>
                <a:gd name="T46" fmla="*/ 20 w 158"/>
                <a:gd name="T47" fmla="*/ 845 h 384"/>
                <a:gd name="T48" fmla="*/ 20 w 158"/>
                <a:gd name="T49" fmla="*/ 5083 h 384"/>
                <a:gd name="T50" fmla="*/ 63 w 158"/>
                <a:gd name="T51" fmla="*/ 5238 h 38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8" h="384">
                  <a:moveTo>
                    <a:pt x="4" y="335"/>
                  </a:moveTo>
                  <a:cubicBezTo>
                    <a:pt x="5" y="339"/>
                    <a:pt x="5" y="343"/>
                    <a:pt x="6" y="347"/>
                  </a:cubicBezTo>
                  <a:cubicBezTo>
                    <a:pt x="9" y="352"/>
                    <a:pt x="14" y="356"/>
                    <a:pt x="18" y="360"/>
                  </a:cubicBezTo>
                  <a:cubicBezTo>
                    <a:pt x="22" y="364"/>
                    <a:pt x="26" y="368"/>
                    <a:pt x="31" y="371"/>
                  </a:cubicBezTo>
                  <a:cubicBezTo>
                    <a:pt x="38" y="375"/>
                    <a:pt x="45" y="375"/>
                    <a:pt x="53" y="378"/>
                  </a:cubicBezTo>
                  <a:cubicBezTo>
                    <a:pt x="62" y="380"/>
                    <a:pt x="71" y="384"/>
                    <a:pt x="80" y="384"/>
                  </a:cubicBezTo>
                  <a:cubicBezTo>
                    <a:pt x="85" y="384"/>
                    <a:pt x="91" y="383"/>
                    <a:pt x="97" y="382"/>
                  </a:cubicBezTo>
                  <a:cubicBezTo>
                    <a:pt x="104" y="381"/>
                    <a:pt x="110" y="376"/>
                    <a:pt x="116" y="373"/>
                  </a:cubicBezTo>
                  <a:cubicBezTo>
                    <a:pt x="122" y="371"/>
                    <a:pt x="127" y="371"/>
                    <a:pt x="132" y="368"/>
                  </a:cubicBezTo>
                  <a:cubicBezTo>
                    <a:pt x="137" y="365"/>
                    <a:pt x="142" y="360"/>
                    <a:pt x="146" y="355"/>
                  </a:cubicBezTo>
                  <a:cubicBezTo>
                    <a:pt x="149" y="351"/>
                    <a:pt x="153" y="347"/>
                    <a:pt x="155" y="342"/>
                  </a:cubicBezTo>
                  <a:cubicBezTo>
                    <a:pt x="157" y="337"/>
                    <a:pt x="158" y="331"/>
                    <a:pt x="158" y="325"/>
                  </a:cubicBezTo>
                  <a:cubicBezTo>
                    <a:pt x="158" y="54"/>
                    <a:pt x="158" y="54"/>
                    <a:pt x="158" y="54"/>
                  </a:cubicBezTo>
                  <a:cubicBezTo>
                    <a:pt x="158" y="49"/>
                    <a:pt x="158" y="44"/>
                    <a:pt x="156" y="40"/>
                  </a:cubicBezTo>
                  <a:cubicBezTo>
                    <a:pt x="155" y="35"/>
                    <a:pt x="153" y="29"/>
                    <a:pt x="150" y="25"/>
                  </a:cubicBezTo>
                  <a:cubicBezTo>
                    <a:pt x="147" y="22"/>
                    <a:pt x="142" y="19"/>
                    <a:pt x="138" y="16"/>
                  </a:cubicBezTo>
                  <a:cubicBezTo>
                    <a:pt x="133" y="13"/>
                    <a:pt x="128" y="9"/>
                    <a:pt x="122" y="6"/>
                  </a:cubicBezTo>
                  <a:cubicBezTo>
                    <a:pt x="116" y="4"/>
                    <a:pt x="108" y="5"/>
                    <a:pt x="101" y="4"/>
                  </a:cubicBezTo>
                  <a:cubicBezTo>
                    <a:pt x="94" y="3"/>
                    <a:pt x="86" y="0"/>
                    <a:pt x="79" y="0"/>
                  </a:cubicBezTo>
                  <a:cubicBezTo>
                    <a:pt x="69" y="0"/>
                    <a:pt x="60" y="3"/>
                    <a:pt x="51" y="5"/>
                  </a:cubicBezTo>
                  <a:cubicBezTo>
                    <a:pt x="46" y="6"/>
                    <a:pt x="40" y="5"/>
                    <a:pt x="35" y="7"/>
                  </a:cubicBezTo>
                  <a:cubicBezTo>
                    <a:pt x="28" y="9"/>
                    <a:pt x="23" y="15"/>
                    <a:pt x="19" y="18"/>
                  </a:cubicBezTo>
                  <a:cubicBezTo>
                    <a:pt x="13" y="22"/>
                    <a:pt x="7" y="27"/>
                    <a:pt x="4" y="32"/>
                  </a:cubicBezTo>
                  <a:cubicBezTo>
                    <a:pt x="0" y="39"/>
                    <a:pt x="1" y="46"/>
                    <a:pt x="1" y="54"/>
                  </a:cubicBezTo>
                  <a:cubicBezTo>
                    <a:pt x="1" y="325"/>
                    <a:pt x="1" y="325"/>
                    <a:pt x="1" y="325"/>
                  </a:cubicBezTo>
                  <a:cubicBezTo>
                    <a:pt x="1" y="329"/>
                    <a:pt x="4" y="332"/>
                    <a:pt x="4" y="33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79" name="Line 1202">
              <a:extLst>
                <a:ext uri="{FF2B5EF4-FFF2-40B4-BE49-F238E27FC236}">
                  <a16:creationId xmlns:a16="http://schemas.microsoft.com/office/drawing/2014/main" id="{B42417DD-0461-4106-8F08-A1FAB5C0A5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1" y="1356"/>
              <a:ext cx="253" cy="1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0" name="Line 1203">
              <a:extLst>
                <a:ext uri="{FF2B5EF4-FFF2-40B4-BE49-F238E27FC236}">
                  <a16:creationId xmlns:a16="http://schemas.microsoft.com/office/drawing/2014/main" id="{085E2C10-E768-4F61-B2EF-45DF7639FD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6" y="1356"/>
              <a:ext cx="253" cy="1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1" name="Freeform 1204">
              <a:extLst>
                <a:ext uri="{FF2B5EF4-FFF2-40B4-BE49-F238E27FC236}">
                  <a16:creationId xmlns:a16="http://schemas.microsoft.com/office/drawing/2014/main" id="{2F1B6785-72A8-47AC-B228-DA457AEF0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061"/>
              <a:ext cx="910" cy="2345"/>
            </a:xfrm>
            <a:custGeom>
              <a:avLst/>
              <a:gdLst>
                <a:gd name="T0" fmla="*/ 2845 w 364"/>
                <a:gd name="T1" fmla="*/ 0 h 938"/>
                <a:gd name="T2" fmla="*/ 0 w 364"/>
                <a:gd name="T3" fmla="*/ 1845 h 938"/>
                <a:gd name="T4" fmla="*/ 0 w 364"/>
                <a:gd name="T5" fmla="*/ 12875 h 938"/>
                <a:gd name="T6" fmla="*/ 0 w 364"/>
                <a:gd name="T7" fmla="*/ 12875 h 938"/>
                <a:gd name="T8" fmla="*/ 2845 w 364"/>
                <a:gd name="T9" fmla="*/ 14658 h 938"/>
                <a:gd name="T10" fmla="*/ 5675 w 364"/>
                <a:gd name="T11" fmla="*/ 12875 h 938"/>
                <a:gd name="T12" fmla="*/ 5688 w 364"/>
                <a:gd name="T13" fmla="*/ 12875 h 938"/>
                <a:gd name="T14" fmla="*/ 5688 w 364"/>
                <a:gd name="T15" fmla="*/ 1845 h 938"/>
                <a:gd name="T16" fmla="*/ 2845 w 364"/>
                <a:gd name="T17" fmla="*/ 0 h 9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4" h="938">
                  <a:moveTo>
                    <a:pt x="182" y="0"/>
                  </a:moveTo>
                  <a:cubicBezTo>
                    <a:pt x="81" y="0"/>
                    <a:pt x="0" y="53"/>
                    <a:pt x="0" y="118"/>
                  </a:cubicBezTo>
                  <a:cubicBezTo>
                    <a:pt x="0" y="824"/>
                    <a:pt x="0" y="824"/>
                    <a:pt x="0" y="824"/>
                  </a:cubicBezTo>
                  <a:cubicBezTo>
                    <a:pt x="0" y="824"/>
                    <a:pt x="0" y="824"/>
                    <a:pt x="0" y="824"/>
                  </a:cubicBezTo>
                  <a:cubicBezTo>
                    <a:pt x="3" y="887"/>
                    <a:pt x="83" y="938"/>
                    <a:pt x="182" y="938"/>
                  </a:cubicBezTo>
                  <a:cubicBezTo>
                    <a:pt x="280" y="938"/>
                    <a:pt x="360" y="887"/>
                    <a:pt x="363" y="824"/>
                  </a:cubicBezTo>
                  <a:cubicBezTo>
                    <a:pt x="364" y="824"/>
                    <a:pt x="364" y="824"/>
                    <a:pt x="364" y="824"/>
                  </a:cubicBezTo>
                  <a:cubicBezTo>
                    <a:pt x="364" y="118"/>
                    <a:pt x="364" y="118"/>
                    <a:pt x="364" y="118"/>
                  </a:cubicBezTo>
                  <a:cubicBezTo>
                    <a:pt x="364" y="53"/>
                    <a:pt x="282" y="0"/>
                    <a:pt x="182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79" name="Vein-vascular-tunics-and-valve">
            <a:extLst>
              <a:ext uri="{FF2B5EF4-FFF2-40B4-BE49-F238E27FC236}">
                <a16:creationId xmlns:a16="http://schemas.microsoft.com/office/drawing/2014/main" id="{5143DDCB-8093-4804-ADF4-5FDE21A7C146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1601788"/>
            <a:ext cx="1552575" cy="3736975"/>
            <a:chOff x="3600" y="1096"/>
            <a:chExt cx="978" cy="2354"/>
          </a:xfrm>
        </p:grpSpPr>
        <p:grpSp>
          <p:nvGrpSpPr>
            <p:cNvPr id="24598" name="Group 1206">
              <a:extLst>
                <a:ext uri="{FF2B5EF4-FFF2-40B4-BE49-F238E27FC236}">
                  <a16:creationId xmlns:a16="http://schemas.microsoft.com/office/drawing/2014/main" id="{9526C3B3-A63F-4E06-9045-613D084A96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0" y="1104"/>
              <a:ext cx="978" cy="2346"/>
              <a:chOff x="3600" y="1104"/>
              <a:chExt cx="978" cy="2346"/>
            </a:xfrm>
          </p:grpSpPr>
          <p:sp>
            <p:nvSpPr>
              <p:cNvPr id="25365" name="Freeform 1207">
                <a:extLst>
                  <a:ext uri="{FF2B5EF4-FFF2-40B4-BE49-F238E27FC236}">
                    <a16:creationId xmlns:a16="http://schemas.microsoft.com/office/drawing/2014/main" id="{958ADF86-7D2E-4768-8B2D-5326C182D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104"/>
                <a:ext cx="910" cy="295"/>
              </a:xfrm>
              <a:custGeom>
                <a:avLst/>
                <a:gdLst>
                  <a:gd name="T0" fmla="*/ 0 w 364"/>
                  <a:gd name="T1" fmla="*/ 1845 h 118"/>
                  <a:gd name="T2" fmla="*/ 2845 w 364"/>
                  <a:gd name="T3" fmla="*/ 0 h 118"/>
                  <a:gd name="T4" fmla="*/ 5688 w 364"/>
                  <a:gd name="T5" fmla="*/ 1845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4" h="118">
                    <a:moveTo>
                      <a:pt x="0" y="118"/>
                    </a:moveTo>
                    <a:cubicBezTo>
                      <a:pt x="0" y="53"/>
                      <a:pt x="81" y="0"/>
                      <a:pt x="182" y="0"/>
                    </a:cubicBezTo>
                    <a:cubicBezTo>
                      <a:pt x="282" y="0"/>
                      <a:pt x="364" y="53"/>
                      <a:pt x="364" y="118"/>
                    </a:cubicBezTo>
                  </a:path>
                </a:pathLst>
              </a:custGeom>
              <a:solidFill>
                <a:srgbClr val="F9CB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6" name="Freeform 1208">
                <a:extLst>
                  <a:ext uri="{FF2B5EF4-FFF2-40B4-BE49-F238E27FC236}">
                    <a16:creationId xmlns:a16="http://schemas.microsoft.com/office/drawing/2014/main" id="{DDBE714F-0D0F-4156-8056-04AA022AF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131"/>
                <a:ext cx="833" cy="268"/>
              </a:xfrm>
              <a:custGeom>
                <a:avLst/>
                <a:gdLst>
                  <a:gd name="T0" fmla="*/ 0 w 333"/>
                  <a:gd name="T1" fmla="*/ 1681 h 107"/>
                  <a:gd name="T2" fmla="*/ 2617 w 333"/>
                  <a:gd name="T3" fmla="*/ 0 h 107"/>
                  <a:gd name="T4" fmla="*/ 5213 w 333"/>
                  <a:gd name="T5" fmla="*/ 1681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107">
                    <a:moveTo>
                      <a:pt x="0" y="107"/>
                    </a:moveTo>
                    <a:cubicBezTo>
                      <a:pt x="0" y="48"/>
                      <a:pt x="75" y="0"/>
                      <a:pt x="167" y="0"/>
                    </a:cubicBezTo>
                    <a:cubicBezTo>
                      <a:pt x="258" y="0"/>
                      <a:pt x="333" y="48"/>
                      <a:pt x="333" y="107"/>
                    </a:cubicBezTo>
                  </a:path>
                </a:pathLst>
              </a:custGeom>
              <a:solidFill>
                <a:srgbClr val="D3E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7" name="Freeform 1209">
                <a:extLst>
                  <a:ext uri="{FF2B5EF4-FFF2-40B4-BE49-F238E27FC236}">
                    <a16:creationId xmlns:a16="http://schemas.microsoft.com/office/drawing/2014/main" id="{9DFBD35E-6D47-4FCE-A5BA-8A83E8F6E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141"/>
                <a:ext cx="796" cy="258"/>
              </a:xfrm>
              <a:custGeom>
                <a:avLst/>
                <a:gdLst>
                  <a:gd name="T0" fmla="*/ 0 w 318"/>
                  <a:gd name="T1" fmla="*/ 1618 h 103"/>
                  <a:gd name="T2" fmla="*/ 2493 w 318"/>
                  <a:gd name="T3" fmla="*/ 0 h 103"/>
                  <a:gd name="T4" fmla="*/ 4989 w 318"/>
                  <a:gd name="T5" fmla="*/ 1618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8" h="103">
                    <a:moveTo>
                      <a:pt x="0" y="103"/>
                    </a:moveTo>
                    <a:cubicBezTo>
                      <a:pt x="0" y="46"/>
                      <a:pt x="70" y="0"/>
                      <a:pt x="159" y="0"/>
                    </a:cubicBezTo>
                    <a:cubicBezTo>
                      <a:pt x="247" y="0"/>
                      <a:pt x="318" y="46"/>
                      <a:pt x="318" y="103"/>
                    </a:cubicBezTo>
                  </a:path>
                </a:pathLst>
              </a:custGeom>
              <a:solidFill>
                <a:srgbClr val="F3A5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8" name="Freeform 1210">
                <a:extLst>
                  <a:ext uri="{FF2B5EF4-FFF2-40B4-BE49-F238E27FC236}">
                    <a16:creationId xmlns:a16="http://schemas.microsoft.com/office/drawing/2014/main" id="{18D420EE-8644-4A79-92C4-27AAB7506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111"/>
                <a:ext cx="978" cy="1988"/>
              </a:xfrm>
              <a:custGeom>
                <a:avLst/>
                <a:gdLst>
                  <a:gd name="T0" fmla="*/ 5850 w 391"/>
                  <a:gd name="T1" fmla="*/ 12431 h 795"/>
                  <a:gd name="T2" fmla="*/ 5850 w 391"/>
                  <a:gd name="T3" fmla="*/ 6409 h 795"/>
                  <a:gd name="T4" fmla="*/ 6056 w 391"/>
                  <a:gd name="T5" fmla="*/ 3658 h 795"/>
                  <a:gd name="T6" fmla="*/ 5850 w 391"/>
                  <a:gd name="T7" fmla="*/ 1833 h 795"/>
                  <a:gd name="T8" fmla="*/ 158 w 391"/>
                  <a:gd name="T9" fmla="*/ 1833 h 795"/>
                  <a:gd name="T10" fmla="*/ 0 w 391"/>
                  <a:gd name="T11" fmla="*/ 3458 h 795"/>
                  <a:gd name="T12" fmla="*/ 158 w 391"/>
                  <a:gd name="T13" fmla="*/ 5929 h 795"/>
                  <a:gd name="T14" fmla="*/ 158 w 391"/>
                  <a:gd name="T15" fmla="*/ 12431 h 7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1" h="795">
                    <a:moveTo>
                      <a:pt x="374" y="795"/>
                    </a:moveTo>
                    <a:cubicBezTo>
                      <a:pt x="374" y="795"/>
                      <a:pt x="374" y="477"/>
                      <a:pt x="374" y="410"/>
                    </a:cubicBezTo>
                    <a:cubicBezTo>
                      <a:pt x="374" y="344"/>
                      <a:pt x="391" y="310"/>
                      <a:pt x="387" y="234"/>
                    </a:cubicBezTo>
                    <a:cubicBezTo>
                      <a:pt x="383" y="156"/>
                      <a:pt x="374" y="117"/>
                      <a:pt x="374" y="117"/>
                    </a:cubicBezTo>
                    <a:cubicBezTo>
                      <a:pt x="374" y="0"/>
                      <a:pt x="10" y="0"/>
                      <a:pt x="10" y="117"/>
                    </a:cubicBezTo>
                    <a:cubicBezTo>
                      <a:pt x="10" y="117"/>
                      <a:pt x="0" y="163"/>
                      <a:pt x="0" y="221"/>
                    </a:cubicBezTo>
                    <a:cubicBezTo>
                      <a:pt x="0" y="279"/>
                      <a:pt x="10" y="322"/>
                      <a:pt x="10" y="379"/>
                    </a:cubicBezTo>
                    <a:cubicBezTo>
                      <a:pt x="10" y="436"/>
                      <a:pt x="10" y="795"/>
                      <a:pt x="10" y="795"/>
                    </a:cubicBezTo>
                  </a:path>
                </a:pathLst>
              </a:custGeom>
              <a:solidFill>
                <a:srgbClr val="81B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9" name="Freeform 1211">
                <a:extLst>
                  <a:ext uri="{FF2B5EF4-FFF2-40B4-BE49-F238E27FC236}">
                    <a16:creationId xmlns:a16="http://schemas.microsoft.com/office/drawing/2014/main" id="{26CAF941-6CFC-4014-B42B-2CCD96842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727"/>
                <a:ext cx="910" cy="312"/>
              </a:xfrm>
              <a:custGeom>
                <a:avLst/>
                <a:gdLst>
                  <a:gd name="T0" fmla="*/ 0 w 364"/>
                  <a:gd name="T1" fmla="*/ 0 h 125"/>
                  <a:gd name="T2" fmla="*/ 2845 w 364"/>
                  <a:gd name="T3" fmla="*/ 1944 h 125"/>
                  <a:gd name="T4" fmla="*/ 5688 w 364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4" h="125">
                    <a:moveTo>
                      <a:pt x="0" y="0"/>
                    </a:moveTo>
                    <a:cubicBezTo>
                      <a:pt x="0" y="66"/>
                      <a:pt x="81" y="125"/>
                      <a:pt x="182" y="125"/>
                    </a:cubicBezTo>
                    <a:cubicBezTo>
                      <a:pt x="282" y="125"/>
                      <a:pt x="364" y="66"/>
                      <a:pt x="364" y="0"/>
                    </a:cubicBezTo>
                  </a:path>
                </a:pathLst>
              </a:custGeom>
              <a:solidFill>
                <a:srgbClr val="E0ED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0" name="Freeform 1212">
                <a:extLst>
                  <a:ext uri="{FF2B5EF4-FFF2-40B4-BE49-F238E27FC236}">
                    <a16:creationId xmlns:a16="http://schemas.microsoft.com/office/drawing/2014/main" id="{C89BBE83-1A55-426B-95BA-3541B69BF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121"/>
                <a:ext cx="900" cy="1553"/>
              </a:xfrm>
              <a:custGeom>
                <a:avLst/>
                <a:gdLst>
                  <a:gd name="T0" fmla="*/ 208 w 360"/>
                  <a:gd name="T1" fmla="*/ 9713 h 621"/>
                  <a:gd name="T2" fmla="*/ 208 w 360"/>
                  <a:gd name="T3" fmla="*/ 5784 h 621"/>
                  <a:gd name="T4" fmla="*/ 20 w 360"/>
                  <a:gd name="T5" fmla="*/ 3364 h 621"/>
                  <a:gd name="T6" fmla="*/ 208 w 360"/>
                  <a:gd name="T7" fmla="*/ 1738 h 621"/>
                  <a:gd name="T8" fmla="*/ 208 w 360"/>
                  <a:gd name="T9" fmla="*/ 1751 h 621"/>
                  <a:gd name="T10" fmla="*/ 5408 w 360"/>
                  <a:gd name="T11" fmla="*/ 1751 h 621"/>
                  <a:gd name="T12" fmla="*/ 5625 w 360"/>
                  <a:gd name="T13" fmla="*/ 3909 h 621"/>
                  <a:gd name="T14" fmla="*/ 5408 w 360"/>
                  <a:gd name="T15" fmla="*/ 6097 h 621"/>
                  <a:gd name="T16" fmla="*/ 5408 w 360"/>
                  <a:gd name="T17" fmla="*/ 9713 h 6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0" h="621">
                    <a:moveTo>
                      <a:pt x="13" y="621"/>
                    </a:moveTo>
                    <a:cubicBezTo>
                      <a:pt x="13" y="621"/>
                      <a:pt x="13" y="442"/>
                      <a:pt x="13" y="370"/>
                    </a:cubicBezTo>
                    <a:cubicBezTo>
                      <a:pt x="13" y="298"/>
                      <a:pt x="0" y="273"/>
                      <a:pt x="1" y="215"/>
                    </a:cubicBezTo>
                    <a:cubicBezTo>
                      <a:pt x="2" y="157"/>
                      <a:pt x="13" y="111"/>
                      <a:pt x="13" y="111"/>
                    </a:cubicBezTo>
                    <a:cubicBezTo>
                      <a:pt x="13" y="112"/>
                      <a:pt x="13" y="112"/>
                      <a:pt x="13" y="112"/>
                    </a:cubicBezTo>
                    <a:cubicBezTo>
                      <a:pt x="13" y="0"/>
                      <a:pt x="346" y="0"/>
                      <a:pt x="346" y="112"/>
                    </a:cubicBezTo>
                    <a:cubicBezTo>
                      <a:pt x="346" y="112"/>
                      <a:pt x="360" y="185"/>
                      <a:pt x="360" y="250"/>
                    </a:cubicBezTo>
                    <a:cubicBezTo>
                      <a:pt x="360" y="316"/>
                      <a:pt x="346" y="353"/>
                      <a:pt x="346" y="390"/>
                    </a:cubicBezTo>
                    <a:cubicBezTo>
                      <a:pt x="346" y="421"/>
                      <a:pt x="346" y="621"/>
                      <a:pt x="346" y="621"/>
                    </a:cubicBezTo>
                  </a:path>
                </a:pathLst>
              </a:custGeom>
              <a:solidFill>
                <a:srgbClr val="FCD4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1" name="Freeform 1213">
                <a:extLst>
                  <a:ext uri="{FF2B5EF4-FFF2-40B4-BE49-F238E27FC236}">
                    <a16:creationId xmlns:a16="http://schemas.microsoft.com/office/drawing/2014/main" id="{179C81B9-9022-416E-B618-258B64886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219"/>
                <a:ext cx="705" cy="1443"/>
              </a:xfrm>
              <a:custGeom>
                <a:avLst/>
                <a:gdLst>
                  <a:gd name="T0" fmla="*/ 270 w 282"/>
                  <a:gd name="T1" fmla="*/ 9026 h 577"/>
                  <a:gd name="T2" fmla="*/ 270 w 282"/>
                  <a:gd name="T3" fmla="*/ 4897 h 577"/>
                  <a:gd name="T4" fmla="*/ 33 w 282"/>
                  <a:gd name="T5" fmla="*/ 2613 h 577"/>
                  <a:gd name="T6" fmla="*/ 270 w 282"/>
                  <a:gd name="T7" fmla="*/ 1145 h 577"/>
                  <a:gd name="T8" fmla="*/ 2208 w 282"/>
                  <a:gd name="T9" fmla="*/ 0 h 577"/>
                  <a:gd name="T10" fmla="*/ 4158 w 282"/>
                  <a:gd name="T11" fmla="*/ 1145 h 577"/>
                  <a:gd name="T12" fmla="*/ 4395 w 282"/>
                  <a:gd name="T13" fmla="*/ 2863 h 577"/>
                  <a:gd name="T14" fmla="*/ 4158 w 282"/>
                  <a:gd name="T15" fmla="*/ 5272 h 577"/>
                  <a:gd name="T16" fmla="*/ 4158 w 282"/>
                  <a:gd name="T17" fmla="*/ 8743 h 5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2" h="577">
                    <a:moveTo>
                      <a:pt x="17" y="577"/>
                    </a:moveTo>
                    <a:cubicBezTo>
                      <a:pt x="17" y="577"/>
                      <a:pt x="17" y="366"/>
                      <a:pt x="17" y="313"/>
                    </a:cubicBezTo>
                    <a:cubicBezTo>
                      <a:pt x="17" y="259"/>
                      <a:pt x="0" y="225"/>
                      <a:pt x="2" y="167"/>
                    </a:cubicBezTo>
                    <a:cubicBezTo>
                      <a:pt x="4" y="109"/>
                      <a:pt x="17" y="73"/>
                      <a:pt x="17" y="73"/>
                    </a:cubicBezTo>
                    <a:cubicBezTo>
                      <a:pt x="17" y="33"/>
                      <a:pt x="72" y="0"/>
                      <a:pt x="141" y="0"/>
                    </a:cubicBezTo>
                    <a:cubicBezTo>
                      <a:pt x="210" y="0"/>
                      <a:pt x="266" y="33"/>
                      <a:pt x="266" y="73"/>
                    </a:cubicBezTo>
                    <a:cubicBezTo>
                      <a:pt x="266" y="73"/>
                      <a:pt x="280" y="106"/>
                      <a:pt x="281" y="183"/>
                    </a:cubicBezTo>
                    <a:cubicBezTo>
                      <a:pt x="282" y="261"/>
                      <a:pt x="266" y="300"/>
                      <a:pt x="266" y="337"/>
                    </a:cubicBezTo>
                    <a:cubicBezTo>
                      <a:pt x="266" y="373"/>
                      <a:pt x="266" y="559"/>
                      <a:pt x="266" y="559"/>
                    </a:cubicBezTo>
                  </a:path>
                </a:pathLst>
              </a:custGeom>
              <a:solidFill>
                <a:srgbClr val="AEBB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2" name="Freeform 1214">
                <a:extLst>
                  <a:ext uri="{FF2B5EF4-FFF2-40B4-BE49-F238E27FC236}">
                    <a16:creationId xmlns:a16="http://schemas.microsoft.com/office/drawing/2014/main" id="{645EEDB7-B1B7-468B-9DFE-3D4632D53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211"/>
                <a:ext cx="661" cy="1331"/>
              </a:xfrm>
              <a:custGeom>
                <a:avLst/>
                <a:gdLst>
                  <a:gd name="T0" fmla="*/ 3923 w 264"/>
                  <a:gd name="T1" fmla="*/ 8331 h 532"/>
                  <a:gd name="T2" fmla="*/ 3923 w 264"/>
                  <a:gd name="T3" fmla="*/ 5422 h 532"/>
                  <a:gd name="T4" fmla="*/ 4144 w 264"/>
                  <a:gd name="T5" fmla="*/ 3035 h 532"/>
                  <a:gd name="T6" fmla="*/ 3923 w 264"/>
                  <a:gd name="T7" fmla="*/ 1176 h 532"/>
                  <a:gd name="T8" fmla="*/ 2076 w 264"/>
                  <a:gd name="T9" fmla="*/ 0 h 532"/>
                  <a:gd name="T10" fmla="*/ 220 w 264"/>
                  <a:gd name="T11" fmla="*/ 1176 h 532"/>
                  <a:gd name="T12" fmla="*/ 20 w 264"/>
                  <a:gd name="T13" fmla="*/ 2847 h 532"/>
                  <a:gd name="T14" fmla="*/ 220 w 264"/>
                  <a:gd name="T15" fmla="*/ 4481 h 532"/>
                  <a:gd name="T16" fmla="*/ 220 w 264"/>
                  <a:gd name="T17" fmla="*/ 8311 h 5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4" h="532">
                    <a:moveTo>
                      <a:pt x="250" y="532"/>
                    </a:moveTo>
                    <a:cubicBezTo>
                      <a:pt x="250" y="532"/>
                      <a:pt x="250" y="395"/>
                      <a:pt x="250" y="346"/>
                    </a:cubicBezTo>
                    <a:cubicBezTo>
                      <a:pt x="250" y="298"/>
                      <a:pt x="264" y="279"/>
                      <a:pt x="264" y="194"/>
                    </a:cubicBezTo>
                    <a:cubicBezTo>
                      <a:pt x="264" y="134"/>
                      <a:pt x="250" y="75"/>
                      <a:pt x="250" y="75"/>
                    </a:cubicBezTo>
                    <a:cubicBezTo>
                      <a:pt x="250" y="34"/>
                      <a:pt x="197" y="0"/>
                      <a:pt x="132" y="0"/>
                    </a:cubicBezTo>
                    <a:cubicBezTo>
                      <a:pt x="67" y="0"/>
                      <a:pt x="14" y="34"/>
                      <a:pt x="14" y="75"/>
                    </a:cubicBezTo>
                    <a:cubicBezTo>
                      <a:pt x="14" y="75"/>
                      <a:pt x="0" y="146"/>
                      <a:pt x="1" y="182"/>
                    </a:cubicBezTo>
                    <a:cubicBezTo>
                      <a:pt x="1" y="217"/>
                      <a:pt x="14" y="270"/>
                      <a:pt x="14" y="286"/>
                    </a:cubicBezTo>
                    <a:cubicBezTo>
                      <a:pt x="14" y="303"/>
                      <a:pt x="14" y="531"/>
                      <a:pt x="14" y="531"/>
                    </a:cubicBezTo>
                  </a:path>
                </a:pathLst>
              </a:custGeom>
              <a:solidFill>
                <a:srgbClr val="53A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3" name="Freeform 1215">
                <a:extLst>
                  <a:ext uri="{FF2B5EF4-FFF2-40B4-BE49-F238E27FC236}">
                    <a16:creationId xmlns:a16="http://schemas.microsoft.com/office/drawing/2014/main" id="{BA1C4E5C-8F89-478A-8491-1D70910CD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509"/>
                <a:ext cx="833" cy="490"/>
              </a:xfrm>
              <a:custGeom>
                <a:avLst/>
                <a:gdLst>
                  <a:gd name="T0" fmla="*/ 0 w 333"/>
                  <a:gd name="T1" fmla="*/ 0 h 196"/>
                  <a:gd name="T2" fmla="*/ 2617 w 333"/>
                  <a:gd name="T3" fmla="*/ 1688 h 196"/>
                  <a:gd name="T4" fmla="*/ 5213 w 333"/>
                  <a:gd name="T5" fmla="*/ 0 h 196"/>
                  <a:gd name="T6" fmla="*/ 5213 w 333"/>
                  <a:gd name="T7" fmla="*/ 1375 h 196"/>
                  <a:gd name="T8" fmla="*/ 2617 w 333"/>
                  <a:gd name="T9" fmla="*/ 3063 h 196"/>
                  <a:gd name="T10" fmla="*/ 0 w 333"/>
                  <a:gd name="T11" fmla="*/ 1375 h 196"/>
                  <a:gd name="T12" fmla="*/ 0 w 333"/>
                  <a:gd name="T13" fmla="*/ 0 h 1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3" h="196">
                    <a:moveTo>
                      <a:pt x="0" y="0"/>
                    </a:moveTo>
                    <a:cubicBezTo>
                      <a:pt x="0" y="60"/>
                      <a:pt x="75" y="108"/>
                      <a:pt x="167" y="108"/>
                    </a:cubicBezTo>
                    <a:cubicBezTo>
                      <a:pt x="258" y="108"/>
                      <a:pt x="333" y="60"/>
                      <a:pt x="333" y="0"/>
                    </a:cubicBezTo>
                    <a:cubicBezTo>
                      <a:pt x="333" y="88"/>
                      <a:pt x="333" y="88"/>
                      <a:pt x="333" y="88"/>
                    </a:cubicBezTo>
                    <a:cubicBezTo>
                      <a:pt x="333" y="147"/>
                      <a:pt x="258" y="196"/>
                      <a:pt x="167" y="196"/>
                    </a:cubicBezTo>
                    <a:cubicBezTo>
                      <a:pt x="75" y="196"/>
                      <a:pt x="0" y="147"/>
                      <a:pt x="0" y="8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E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4" name="Freeform 1216">
                <a:extLst>
                  <a:ext uri="{FF2B5EF4-FFF2-40B4-BE49-F238E27FC236}">
                    <a16:creationId xmlns:a16="http://schemas.microsoft.com/office/drawing/2014/main" id="{7BD75465-C4C1-42CE-808B-7E5B56EA4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509"/>
                <a:ext cx="833" cy="275"/>
              </a:xfrm>
              <a:custGeom>
                <a:avLst/>
                <a:gdLst>
                  <a:gd name="T0" fmla="*/ 0 w 333"/>
                  <a:gd name="T1" fmla="*/ 0 h 110"/>
                  <a:gd name="T2" fmla="*/ 2617 w 333"/>
                  <a:gd name="T3" fmla="*/ 1720 h 110"/>
                  <a:gd name="T4" fmla="*/ 5213 w 333"/>
                  <a:gd name="T5" fmla="*/ 0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110">
                    <a:moveTo>
                      <a:pt x="0" y="0"/>
                    </a:moveTo>
                    <a:cubicBezTo>
                      <a:pt x="0" y="60"/>
                      <a:pt x="75" y="110"/>
                      <a:pt x="167" y="110"/>
                    </a:cubicBezTo>
                    <a:cubicBezTo>
                      <a:pt x="258" y="110"/>
                      <a:pt x="333" y="60"/>
                      <a:pt x="333" y="0"/>
                    </a:cubicBezTo>
                  </a:path>
                </a:pathLst>
              </a:custGeom>
              <a:solidFill>
                <a:srgbClr val="FEEC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5" name="Freeform 1217">
                <a:extLst>
                  <a:ext uri="{FF2B5EF4-FFF2-40B4-BE49-F238E27FC236}">
                    <a16:creationId xmlns:a16="http://schemas.microsoft.com/office/drawing/2014/main" id="{7B7D5A7D-7783-4288-ABFD-4624D995B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727"/>
                <a:ext cx="941" cy="723"/>
              </a:xfrm>
              <a:custGeom>
                <a:avLst/>
                <a:gdLst>
                  <a:gd name="T0" fmla="*/ 0 w 376"/>
                  <a:gd name="T1" fmla="*/ 1501 h 289"/>
                  <a:gd name="T2" fmla="*/ 113 w 376"/>
                  <a:gd name="T3" fmla="*/ 0 h 289"/>
                  <a:gd name="T4" fmla="*/ 2963 w 376"/>
                  <a:gd name="T5" fmla="*/ 1959 h 289"/>
                  <a:gd name="T6" fmla="*/ 5811 w 376"/>
                  <a:gd name="T7" fmla="*/ 0 h 289"/>
                  <a:gd name="T8" fmla="*/ 5894 w 376"/>
                  <a:gd name="T9" fmla="*/ 1721 h 289"/>
                  <a:gd name="T10" fmla="*/ 5719 w 376"/>
                  <a:gd name="T11" fmla="*/ 3147 h 289"/>
                  <a:gd name="T12" fmla="*/ 2963 w 376"/>
                  <a:gd name="T13" fmla="*/ 4526 h 289"/>
                  <a:gd name="T14" fmla="*/ 125 w 376"/>
                  <a:gd name="T15" fmla="*/ 2942 h 289"/>
                  <a:gd name="T16" fmla="*/ 0 w 376"/>
                  <a:gd name="T17" fmla="*/ 1501 h 2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6" h="289">
                    <a:moveTo>
                      <a:pt x="0" y="96"/>
                    </a:moveTo>
                    <a:cubicBezTo>
                      <a:pt x="0" y="50"/>
                      <a:pt x="7" y="0"/>
                      <a:pt x="7" y="0"/>
                    </a:cubicBezTo>
                    <a:cubicBezTo>
                      <a:pt x="7" y="66"/>
                      <a:pt x="88" y="125"/>
                      <a:pt x="189" y="125"/>
                    </a:cubicBezTo>
                    <a:cubicBezTo>
                      <a:pt x="289" y="125"/>
                      <a:pt x="371" y="66"/>
                      <a:pt x="371" y="0"/>
                    </a:cubicBezTo>
                    <a:cubicBezTo>
                      <a:pt x="371" y="0"/>
                      <a:pt x="376" y="70"/>
                      <a:pt x="376" y="110"/>
                    </a:cubicBezTo>
                    <a:cubicBezTo>
                      <a:pt x="376" y="150"/>
                      <a:pt x="369" y="191"/>
                      <a:pt x="365" y="201"/>
                    </a:cubicBezTo>
                    <a:cubicBezTo>
                      <a:pt x="344" y="252"/>
                      <a:pt x="273" y="289"/>
                      <a:pt x="189" y="289"/>
                    </a:cubicBezTo>
                    <a:cubicBezTo>
                      <a:pt x="97" y="289"/>
                      <a:pt x="21" y="245"/>
                      <a:pt x="8" y="188"/>
                    </a:cubicBezTo>
                    <a:cubicBezTo>
                      <a:pt x="0" y="166"/>
                      <a:pt x="0" y="143"/>
                      <a:pt x="0" y="96"/>
                    </a:cubicBezTo>
                    <a:close/>
                  </a:path>
                </a:pathLst>
              </a:custGeom>
              <a:solidFill>
                <a:srgbClr val="7DB8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6" name="Freeform 1218">
                <a:extLst>
                  <a:ext uri="{FF2B5EF4-FFF2-40B4-BE49-F238E27FC236}">
                    <a16:creationId xmlns:a16="http://schemas.microsoft.com/office/drawing/2014/main" id="{93AE6B0B-B532-4E68-AA6E-F5B6B6C60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104"/>
                <a:ext cx="910" cy="295"/>
              </a:xfrm>
              <a:custGeom>
                <a:avLst/>
                <a:gdLst>
                  <a:gd name="T0" fmla="*/ 5688 w 364"/>
                  <a:gd name="T1" fmla="*/ 1845 h 118"/>
                  <a:gd name="T2" fmla="*/ 2845 w 364"/>
                  <a:gd name="T3" fmla="*/ 0 h 118"/>
                  <a:gd name="T4" fmla="*/ 0 w 364"/>
                  <a:gd name="T5" fmla="*/ 1845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4" h="118">
                    <a:moveTo>
                      <a:pt x="364" y="118"/>
                    </a:moveTo>
                    <a:cubicBezTo>
                      <a:pt x="364" y="53"/>
                      <a:pt x="282" y="0"/>
                      <a:pt x="182" y="0"/>
                    </a:cubicBezTo>
                    <a:cubicBezTo>
                      <a:pt x="81" y="0"/>
                      <a:pt x="0" y="53"/>
                      <a:pt x="0" y="118"/>
                    </a:cubicBezTo>
                  </a:path>
                </a:pathLst>
              </a:custGeom>
              <a:solidFill>
                <a:srgbClr val="E1ED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7" name="Freeform 1219">
                <a:extLst>
                  <a:ext uri="{FF2B5EF4-FFF2-40B4-BE49-F238E27FC236}">
                    <a16:creationId xmlns:a16="http://schemas.microsoft.com/office/drawing/2014/main" id="{644823E3-8FBC-4EEC-9713-6FA0E6B70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131"/>
                <a:ext cx="833" cy="268"/>
              </a:xfrm>
              <a:custGeom>
                <a:avLst/>
                <a:gdLst>
                  <a:gd name="T0" fmla="*/ 0 w 333"/>
                  <a:gd name="T1" fmla="*/ 1681 h 107"/>
                  <a:gd name="T2" fmla="*/ 2617 w 333"/>
                  <a:gd name="T3" fmla="*/ 0 h 107"/>
                  <a:gd name="T4" fmla="*/ 5213 w 333"/>
                  <a:gd name="T5" fmla="*/ 1681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107">
                    <a:moveTo>
                      <a:pt x="0" y="107"/>
                    </a:moveTo>
                    <a:cubicBezTo>
                      <a:pt x="0" y="48"/>
                      <a:pt x="75" y="0"/>
                      <a:pt x="167" y="0"/>
                    </a:cubicBezTo>
                    <a:cubicBezTo>
                      <a:pt x="258" y="0"/>
                      <a:pt x="333" y="48"/>
                      <a:pt x="333" y="107"/>
                    </a:cubicBezTo>
                  </a:path>
                </a:pathLst>
              </a:custGeom>
              <a:solidFill>
                <a:srgbClr val="FEEC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8" name="Freeform 1220">
                <a:extLst>
                  <a:ext uri="{FF2B5EF4-FFF2-40B4-BE49-F238E27FC236}">
                    <a16:creationId xmlns:a16="http://schemas.microsoft.com/office/drawing/2014/main" id="{6F116A6D-AA50-4625-9376-22536F2DF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199"/>
                <a:ext cx="621" cy="203"/>
              </a:xfrm>
              <a:custGeom>
                <a:avLst/>
                <a:gdLst>
                  <a:gd name="T0" fmla="*/ 0 w 248"/>
                  <a:gd name="T1" fmla="*/ 1276 h 81"/>
                  <a:gd name="T2" fmla="*/ 1951 w 248"/>
                  <a:gd name="T3" fmla="*/ 0 h 81"/>
                  <a:gd name="T4" fmla="*/ 3894 w 248"/>
                  <a:gd name="T5" fmla="*/ 1276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8" h="81">
                    <a:moveTo>
                      <a:pt x="0" y="81"/>
                    </a:moveTo>
                    <a:cubicBezTo>
                      <a:pt x="0" y="36"/>
                      <a:pt x="55" y="0"/>
                      <a:pt x="124" y="0"/>
                    </a:cubicBezTo>
                    <a:cubicBezTo>
                      <a:pt x="193" y="0"/>
                      <a:pt x="248" y="36"/>
                      <a:pt x="248" y="81"/>
                    </a:cubicBezTo>
                  </a:path>
                </a:pathLst>
              </a:custGeom>
              <a:solidFill>
                <a:srgbClr val="C9D3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9" name="Freeform 1221">
                <a:extLst>
                  <a:ext uri="{FF2B5EF4-FFF2-40B4-BE49-F238E27FC236}">
                    <a16:creationId xmlns:a16="http://schemas.microsoft.com/office/drawing/2014/main" id="{B6F7C6FE-18E4-4677-88ED-F07413272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384"/>
                <a:ext cx="621" cy="325"/>
              </a:xfrm>
              <a:custGeom>
                <a:avLst/>
                <a:gdLst>
                  <a:gd name="T0" fmla="*/ 3894 w 248"/>
                  <a:gd name="T1" fmla="*/ 0 h 130"/>
                  <a:gd name="T2" fmla="*/ 1951 w 248"/>
                  <a:gd name="T3" fmla="*/ 1250 h 130"/>
                  <a:gd name="T4" fmla="*/ 0 w 248"/>
                  <a:gd name="T5" fmla="*/ 0 h 130"/>
                  <a:gd name="T6" fmla="*/ 0 w 248"/>
                  <a:gd name="T7" fmla="*/ 783 h 130"/>
                  <a:gd name="T8" fmla="*/ 1951 w 248"/>
                  <a:gd name="T9" fmla="*/ 2033 h 130"/>
                  <a:gd name="T10" fmla="*/ 3894 w 248"/>
                  <a:gd name="T11" fmla="*/ 783 h 130"/>
                  <a:gd name="T12" fmla="*/ 3894 w 248"/>
                  <a:gd name="T13" fmla="*/ 0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8" h="130">
                    <a:moveTo>
                      <a:pt x="248" y="0"/>
                    </a:moveTo>
                    <a:cubicBezTo>
                      <a:pt x="248" y="44"/>
                      <a:pt x="193" y="80"/>
                      <a:pt x="124" y="80"/>
                    </a:cubicBezTo>
                    <a:cubicBezTo>
                      <a:pt x="55" y="80"/>
                      <a:pt x="0" y="44"/>
                      <a:pt x="0" y="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94"/>
                      <a:pt x="55" y="130"/>
                      <a:pt x="124" y="130"/>
                    </a:cubicBezTo>
                    <a:cubicBezTo>
                      <a:pt x="193" y="130"/>
                      <a:pt x="248" y="94"/>
                      <a:pt x="248" y="50"/>
                    </a:cubicBezTo>
                    <a:lnTo>
                      <a:pt x="248" y="0"/>
                    </a:lnTo>
                    <a:close/>
                  </a:path>
                </a:pathLst>
              </a:custGeom>
              <a:solidFill>
                <a:srgbClr val="B1C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0" name="Freeform 1222">
                <a:extLst>
                  <a:ext uri="{FF2B5EF4-FFF2-40B4-BE49-F238E27FC236}">
                    <a16:creationId xmlns:a16="http://schemas.microsoft.com/office/drawing/2014/main" id="{2C016514-6735-4816-B900-0A97AA228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384"/>
                <a:ext cx="621" cy="200"/>
              </a:xfrm>
              <a:custGeom>
                <a:avLst/>
                <a:gdLst>
                  <a:gd name="T0" fmla="*/ 3894 w 248"/>
                  <a:gd name="T1" fmla="*/ 0 h 80"/>
                  <a:gd name="T2" fmla="*/ 1951 w 248"/>
                  <a:gd name="T3" fmla="*/ 1250 h 80"/>
                  <a:gd name="T4" fmla="*/ 0 w 248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8" h="80">
                    <a:moveTo>
                      <a:pt x="248" y="0"/>
                    </a:moveTo>
                    <a:cubicBezTo>
                      <a:pt x="248" y="44"/>
                      <a:pt x="193" y="80"/>
                      <a:pt x="124" y="80"/>
                    </a:cubicBezTo>
                    <a:cubicBezTo>
                      <a:pt x="55" y="80"/>
                      <a:pt x="0" y="44"/>
                      <a:pt x="0" y="0"/>
                    </a:cubicBezTo>
                  </a:path>
                </a:pathLst>
              </a:custGeom>
              <a:solidFill>
                <a:srgbClr val="C9D3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1" name="Freeform 1223">
                <a:extLst>
                  <a:ext uri="{FF2B5EF4-FFF2-40B4-BE49-F238E27FC236}">
                    <a16:creationId xmlns:a16="http://schemas.microsoft.com/office/drawing/2014/main" id="{63F9123B-C8B8-45C1-91DA-770A9B92E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262"/>
                <a:ext cx="591" cy="212"/>
              </a:xfrm>
              <a:custGeom>
                <a:avLst/>
                <a:gdLst>
                  <a:gd name="T0" fmla="*/ 3706 w 236"/>
                  <a:gd name="T1" fmla="*/ 0 h 85"/>
                  <a:gd name="T2" fmla="*/ 1856 w 236"/>
                  <a:gd name="T3" fmla="*/ 1319 h 85"/>
                  <a:gd name="T4" fmla="*/ 0 w 236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6" h="85">
                    <a:moveTo>
                      <a:pt x="236" y="0"/>
                    </a:moveTo>
                    <a:cubicBezTo>
                      <a:pt x="236" y="42"/>
                      <a:pt x="183" y="85"/>
                      <a:pt x="118" y="85"/>
                    </a:cubicBezTo>
                    <a:cubicBezTo>
                      <a:pt x="53" y="85"/>
                      <a:pt x="0" y="42"/>
                      <a:pt x="0" y="0"/>
                    </a:cubicBezTo>
                  </a:path>
                </a:pathLst>
              </a:custGeom>
              <a:solidFill>
                <a:srgbClr val="D5E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2" name="Freeform 1224">
                <a:extLst>
                  <a:ext uri="{FF2B5EF4-FFF2-40B4-BE49-F238E27FC236}">
                    <a16:creationId xmlns:a16="http://schemas.microsoft.com/office/drawing/2014/main" id="{0AB0C3AF-70C8-4313-8D40-C957C90E0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2262"/>
                <a:ext cx="541" cy="162"/>
              </a:xfrm>
              <a:custGeom>
                <a:avLst/>
                <a:gdLst>
                  <a:gd name="T0" fmla="*/ 3394 w 216"/>
                  <a:gd name="T1" fmla="*/ 0 h 65"/>
                  <a:gd name="T2" fmla="*/ 1701 w 216"/>
                  <a:gd name="T3" fmla="*/ 1007 h 65"/>
                  <a:gd name="T4" fmla="*/ 0 w 216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" h="65">
                    <a:moveTo>
                      <a:pt x="216" y="0"/>
                    </a:moveTo>
                    <a:cubicBezTo>
                      <a:pt x="216" y="36"/>
                      <a:pt x="167" y="65"/>
                      <a:pt x="108" y="65"/>
                    </a:cubicBezTo>
                    <a:cubicBezTo>
                      <a:pt x="48" y="65"/>
                      <a:pt x="0" y="36"/>
                      <a:pt x="0" y="0"/>
                    </a:cubicBezTo>
                  </a:path>
                </a:pathLst>
              </a:custGeom>
              <a:solidFill>
                <a:srgbClr val="D5E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3" name="Freeform 1225">
                <a:extLst>
                  <a:ext uri="{FF2B5EF4-FFF2-40B4-BE49-F238E27FC236}">
                    <a16:creationId xmlns:a16="http://schemas.microsoft.com/office/drawing/2014/main" id="{BB623018-8C9E-4E5B-857A-880B0630F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239"/>
                <a:ext cx="616" cy="1183"/>
              </a:xfrm>
              <a:custGeom>
                <a:avLst/>
                <a:gdLst>
                  <a:gd name="T0" fmla="*/ 3864 w 246"/>
                  <a:gd name="T1" fmla="*/ 2739 h 473"/>
                  <a:gd name="T2" fmla="*/ 3686 w 246"/>
                  <a:gd name="T3" fmla="*/ 4522 h 473"/>
                  <a:gd name="T4" fmla="*/ 3643 w 246"/>
                  <a:gd name="T5" fmla="*/ 5505 h 473"/>
                  <a:gd name="T6" fmla="*/ 3623 w 246"/>
                  <a:gd name="T7" fmla="*/ 5805 h 473"/>
                  <a:gd name="T8" fmla="*/ 3643 w 246"/>
                  <a:gd name="T9" fmla="*/ 6088 h 473"/>
                  <a:gd name="T10" fmla="*/ 3643 w 246"/>
                  <a:gd name="T11" fmla="*/ 6400 h 473"/>
                  <a:gd name="T12" fmla="*/ 3360 w 246"/>
                  <a:gd name="T13" fmla="*/ 6913 h 473"/>
                  <a:gd name="T14" fmla="*/ 3110 w 246"/>
                  <a:gd name="T15" fmla="*/ 7131 h 473"/>
                  <a:gd name="T16" fmla="*/ 2827 w 246"/>
                  <a:gd name="T17" fmla="*/ 7226 h 473"/>
                  <a:gd name="T18" fmla="*/ 2484 w 246"/>
                  <a:gd name="T19" fmla="*/ 7351 h 473"/>
                  <a:gd name="T20" fmla="*/ 1963 w 246"/>
                  <a:gd name="T21" fmla="*/ 7401 h 473"/>
                  <a:gd name="T22" fmla="*/ 1693 w 246"/>
                  <a:gd name="T23" fmla="*/ 7401 h 473"/>
                  <a:gd name="T24" fmla="*/ 1410 w 246"/>
                  <a:gd name="T25" fmla="*/ 7338 h 473"/>
                  <a:gd name="T26" fmla="*/ 1084 w 246"/>
                  <a:gd name="T27" fmla="*/ 7276 h 473"/>
                  <a:gd name="T28" fmla="*/ 846 w 246"/>
                  <a:gd name="T29" fmla="*/ 7131 h 473"/>
                  <a:gd name="T30" fmla="*/ 613 w 246"/>
                  <a:gd name="T31" fmla="*/ 7025 h 473"/>
                  <a:gd name="T32" fmla="*/ 438 w 246"/>
                  <a:gd name="T33" fmla="*/ 6818 h 473"/>
                  <a:gd name="T34" fmla="*/ 333 w 246"/>
                  <a:gd name="T35" fmla="*/ 6693 h 473"/>
                  <a:gd name="T36" fmla="*/ 250 w 246"/>
                  <a:gd name="T37" fmla="*/ 6400 h 473"/>
                  <a:gd name="T38" fmla="*/ 250 w 246"/>
                  <a:gd name="T39" fmla="*/ 4504 h 473"/>
                  <a:gd name="T40" fmla="*/ 220 w 246"/>
                  <a:gd name="T41" fmla="*/ 3992 h 473"/>
                  <a:gd name="T42" fmla="*/ 0 w 246"/>
                  <a:gd name="T43" fmla="*/ 2584 h 473"/>
                  <a:gd name="T44" fmla="*/ 250 w 246"/>
                  <a:gd name="T45" fmla="*/ 1000 h 473"/>
                  <a:gd name="T46" fmla="*/ 300 w 246"/>
                  <a:gd name="T47" fmla="*/ 813 h 473"/>
                  <a:gd name="T48" fmla="*/ 363 w 246"/>
                  <a:gd name="T49" fmla="*/ 625 h 473"/>
                  <a:gd name="T50" fmla="*/ 521 w 246"/>
                  <a:gd name="T51" fmla="*/ 488 h 473"/>
                  <a:gd name="T52" fmla="*/ 659 w 246"/>
                  <a:gd name="T53" fmla="*/ 333 h 473"/>
                  <a:gd name="T54" fmla="*/ 896 w 246"/>
                  <a:gd name="T55" fmla="*/ 238 h 473"/>
                  <a:gd name="T56" fmla="*/ 1147 w 246"/>
                  <a:gd name="T57" fmla="*/ 113 h 473"/>
                  <a:gd name="T58" fmla="*/ 1397 w 246"/>
                  <a:gd name="T59" fmla="*/ 63 h 473"/>
                  <a:gd name="T60" fmla="*/ 1618 w 246"/>
                  <a:gd name="T61" fmla="*/ 20 h 473"/>
                  <a:gd name="T62" fmla="*/ 1901 w 246"/>
                  <a:gd name="T63" fmla="*/ 0 h 473"/>
                  <a:gd name="T64" fmla="*/ 2106 w 246"/>
                  <a:gd name="T65" fmla="*/ 0 h 473"/>
                  <a:gd name="T66" fmla="*/ 2306 w 246"/>
                  <a:gd name="T67" fmla="*/ 33 h 473"/>
                  <a:gd name="T68" fmla="*/ 2527 w 246"/>
                  <a:gd name="T69" fmla="*/ 63 h 473"/>
                  <a:gd name="T70" fmla="*/ 2714 w 246"/>
                  <a:gd name="T71" fmla="*/ 145 h 473"/>
                  <a:gd name="T72" fmla="*/ 2935 w 246"/>
                  <a:gd name="T73" fmla="*/ 208 h 473"/>
                  <a:gd name="T74" fmla="*/ 3077 w 246"/>
                  <a:gd name="T75" fmla="*/ 283 h 473"/>
                  <a:gd name="T76" fmla="*/ 3268 w 246"/>
                  <a:gd name="T77" fmla="*/ 395 h 473"/>
                  <a:gd name="T78" fmla="*/ 3406 w 246"/>
                  <a:gd name="T79" fmla="*/ 550 h 473"/>
                  <a:gd name="T80" fmla="*/ 3548 w 246"/>
                  <a:gd name="T81" fmla="*/ 708 h 473"/>
                  <a:gd name="T82" fmla="*/ 3623 w 246"/>
                  <a:gd name="T83" fmla="*/ 1000 h 473"/>
                  <a:gd name="T84" fmla="*/ 3864 w 246"/>
                  <a:gd name="T85" fmla="*/ 2739 h 47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46" h="473">
                    <a:moveTo>
                      <a:pt x="246" y="175"/>
                    </a:moveTo>
                    <a:cubicBezTo>
                      <a:pt x="246" y="235"/>
                      <a:pt x="235" y="289"/>
                      <a:pt x="235" y="289"/>
                    </a:cubicBezTo>
                    <a:cubicBezTo>
                      <a:pt x="232" y="352"/>
                      <a:pt x="232" y="352"/>
                      <a:pt x="232" y="352"/>
                    </a:cubicBezTo>
                    <a:cubicBezTo>
                      <a:pt x="232" y="352"/>
                      <a:pt x="231" y="366"/>
                      <a:pt x="231" y="371"/>
                    </a:cubicBezTo>
                    <a:cubicBezTo>
                      <a:pt x="232" y="375"/>
                      <a:pt x="232" y="389"/>
                      <a:pt x="232" y="389"/>
                    </a:cubicBezTo>
                    <a:cubicBezTo>
                      <a:pt x="232" y="409"/>
                      <a:pt x="232" y="409"/>
                      <a:pt x="232" y="409"/>
                    </a:cubicBezTo>
                    <a:cubicBezTo>
                      <a:pt x="232" y="422"/>
                      <a:pt x="225" y="432"/>
                      <a:pt x="214" y="442"/>
                    </a:cubicBezTo>
                    <a:cubicBezTo>
                      <a:pt x="209" y="446"/>
                      <a:pt x="204" y="453"/>
                      <a:pt x="198" y="456"/>
                    </a:cubicBezTo>
                    <a:cubicBezTo>
                      <a:pt x="192" y="459"/>
                      <a:pt x="186" y="460"/>
                      <a:pt x="180" y="462"/>
                    </a:cubicBezTo>
                    <a:cubicBezTo>
                      <a:pt x="173" y="465"/>
                      <a:pt x="166" y="469"/>
                      <a:pt x="158" y="470"/>
                    </a:cubicBezTo>
                    <a:cubicBezTo>
                      <a:pt x="148" y="473"/>
                      <a:pt x="137" y="473"/>
                      <a:pt x="125" y="473"/>
                    </a:cubicBezTo>
                    <a:cubicBezTo>
                      <a:pt x="120" y="473"/>
                      <a:pt x="113" y="473"/>
                      <a:pt x="108" y="473"/>
                    </a:cubicBezTo>
                    <a:cubicBezTo>
                      <a:pt x="102" y="472"/>
                      <a:pt x="96" y="470"/>
                      <a:pt x="90" y="469"/>
                    </a:cubicBezTo>
                    <a:cubicBezTo>
                      <a:pt x="83" y="467"/>
                      <a:pt x="75" y="467"/>
                      <a:pt x="69" y="465"/>
                    </a:cubicBezTo>
                    <a:cubicBezTo>
                      <a:pt x="64" y="463"/>
                      <a:pt x="59" y="459"/>
                      <a:pt x="54" y="456"/>
                    </a:cubicBezTo>
                    <a:cubicBezTo>
                      <a:pt x="49" y="453"/>
                      <a:pt x="43" y="452"/>
                      <a:pt x="39" y="449"/>
                    </a:cubicBezTo>
                    <a:cubicBezTo>
                      <a:pt x="34" y="445"/>
                      <a:pt x="31" y="441"/>
                      <a:pt x="28" y="436"/>
                    </a:cubicBezTo>
                    <a:cubicBezTo>
                      <a:pt x="25" y="434"/>
                      <a:pt x="22" y="431"/>
                      <a:pt x="21" y="428"/>
                    </a:cubicBezTo>
                    <a:cubicBezTo>
                      <a:pt x="18" y="422"/>
                      <a:pt x="16" y="416"/>
                      <a:pt x="16" y="409"/>
                    </a:cubicBezTo>
                    <a:cubicBezTo>
                      <a:pt x="16" y="409"/>
                      <a:pt x="16" y="326"/>
                      <a:pt x="16" y="288"/>
                    </a:cubicBezTo>
                    <a:cubicBezTo>
                      <a:pt x="16" y="284"/>
                      <a:pt x="15" y="263"/>
                      <a:pt x="14" y="255"/>
                    </a:cubicBezTo>
                    <a:cubicBezTo>
                      <a:pt x="9" y="229"/>
                      <a:pt x="0" y="195"/>
                      <a:pt x="0" y="165"/>
                    </a:cubicBezTo>
                    <a:cubicBezTo>
                      <a:pt x="0" y="127"/>
                      <a:pt x="16" y="64"/>
                      <a:pt x="16" y="64"/>
                    </a:cubicBezTo>
                    <a:cubicBezTo>
                      <a:pt x="16" y="60"/>
                      <a:pt x="18" y="56"/>
                      <a:pt x="19" y="52"/>
                    </a:cubicBezTo>
                    <a:cubicBezTo>
                      <a:pt x="20" y="48"/>
                      <a:pt x="20" y="44"/>
                      <a:pt x="23" y="40"/>
                    </a:cubicBezTo>
                    <a:cubicBezTo>
                      <a:pt x="25" y="37"/>
                      <a:pt x="29" y="34"/>
                      <a:pt x="33" y="31"/>
                    </a:cubicBezTo>
                    <a:cubicBezTo>
                      <a:pt x="36" y="28"/>
                      <a:pt x="38" y="24"/>
                      <a:pt x="42" y="21"/>
                    </a:cubicBezTo>
                    <a:cubicBezTo>
                      <a:pt x="46" y="18"/>
                      <a:pt x="52" y="17"/>
                      <a:pt x="57" y="15"/>
                    </a:cubicBezTo>
                    <a:cubicBezTo>
                      <a:pt x="62" y="13"/>
                      <a:pt x="67" y="9"/>
                      <a:pt x="73" y="7"/>
                    </a:cubicBezTo>
                    <a:cubicBezTo>
                      <a:pt x="77" y="5"/>
                      <a:pt x="83" y="5"/>
                      <a:pt x="89" y="4"/>
                    </a:cubicBezTo>
                    <a:cubicBezTo>
                      <a:pt x="94" y="3"/>
                      <a:pt x="98" y="1"/>
                      <a:pt x="103" y="1"/>
                    </a:cubicBezTo>
                    <a:cubicBezTo>
                      <a:pt x="109" y="0"/>
                      <a:pt x="115" y="0"/>
                      <a:pt x="121" y="0"/>
                    </a:cubicBezTo>
                    <a:cubicBezTo>
                      <a:pt x="125" y="0"/>
                      <a:pt x="130" y="0"/>
                      <a:pt x="134" y="0"/>
                    </a:cubicBezTo>
                    <a:cubicBezTo>
                      <a:pt x="138" y="0"/>
                      <a:pt x="143" y="2"/>
                      <a:pt x="147" y="2"/>
                    </a:cubicBezTo>
                    <a:cubicBezTo>
                      <a:pt x="152" y="3"/>
                      <a:pt x="157" y="3"/>
                      <a:pt x="161" y="4"/>
                    </a:cubicBezTo>
                    <a:cubicBezTo>
                      <a:pt x="165" y="5"/>
                      <a:pt x="169" y="7"/>
                      <a:pt x="173" y="9"/>
                    </a:cubicBezTo>
                    <a:cubicBezTo>
                      <a:pt x="177" y="10"/>
                      <a:pt x="182" y="11"/>
                      <a:pt x="187" y="13"/>
                    </a:cubicBezTo>
                    <a:cubicBezTo>
                      <a:pt x="190" y="14"/>
                      <a:pt x="193" y="16"/>
                      <a:pt x="196" y="18"/>
                    </a:cubicBezTo>
                    <a:cubicBezTo>
                      <a:pt x="200" y="21"/>
                      <a:pt x="205" y="22"/>
                      <a:pt x="208" y="25"/>
                    </a:cubicBezTo>
                    <a:cubicBezTo>
                      <a:pt x="212" y="28"/>
                      <a:pt x="215" y="32"/>
                      <a:pt x="217" y="35"/>
                    </a:cubicBezTo>
                    <a:cubicBezTo>
                      <a:pt x="221" y="38"/>
                      <a:pt x="224" y="41"/>
                      <a:pt x="226" y="45"/>
                    </a:cubicBezTo>
                    <a:cubicBezTo>
                      <a:pt x="230" y="51"/>
                      <a:pt x="231" y="58"/>
                      <a:pt x="231" y="64"/>
                    </a:cubicBezTo>
                    <a:cubicBezTo>
                      <a:pt x="231" y="64"/>
                      <a:pt x="246" y="116"/>
                      <a:pt x="246" y="175"/>
                    </a:cubicBezTo>
                    <a:close/>
                  </a:path>
                </a:pathLst>
              </a:custGeom>
              <a:solidFill>
                <a:srgbClr val="007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4" name="Freeform 1226">
                <a:extLst>
                  <a:ext uri="{FF2B5EF4-FFF2-40B4-BE49-F238E27FC236}">
                    <a16:creationId xmlns:a16="http://schemas.microsoft.com/office/drawing/2014/main" id="{D75454CE-95B9-48D4-9E3B-AEC6614B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249"/>
                <a:ext cx="27" cy="45"/>
              </a:xfrm>
              <a:custGeom>
                <a:avLst/>
                <a:gdLst>
                  <a:gd name="T0" fmla="*/ 61 w 11"/>
                  <a:gd name="T1" fmla="*/ 270 h 18"/>
                  <a:gd name="T2" fmla="*/ 0 w 11"/>
                  <a:gd name="T3" fmla="*/ 125 h 18"/>
                  <a:gd name="T4" fmla="*/ 91 w 11"/>
                  <a:gd name="T5" fmla="*/ 20 h 18"/>
                  <a:gd name="T6" fmla="*/ 150 w 11"/>
                  <a:gd name="T7" fmla="*/ 158 h 18"/>
                  <a:gd name="T8" fmla="*/ 61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4" y="17"/>
                    </a:moveTo>
                    <a:cubicBezTo>
                      <a:pt x="1" y="17"/>
                      <a:pt x="0" y="13"/>
                      <a:pt x="0" y="8"/>
                    </a:cubicBezTo>
                    <a:cubicBezTo>
                      <a:pt x="1" y="4"/>
                      <a:pt x="3" y="0"/>
                      <a:pt x="6" y="1"/>
                    </a:cubicBezTo>
                    <a:cubicBezTo>
                      <a:pt x="9" y="1"/>
                      <a:pt x="11" y="5"/>
                      <a:pt x="10" y="10"/>
                    </a:cubicBezTo>
                    <a:cubicBezTo>
                      <a:pt x="10" y="14"/>
                      <a:pt x="7" y="18"/>
                      <a:pt x="4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5" name="Freeform 1227">
                <a:extLst>
                  <a:ext uri="{FF2B5EF4-FFF2-40B4-BE49-F238E27FC236}">
                    <a16:creationId xmlns:a16="http://schemas.microsoft.com/office/drawing/2014/main" id="{FBC28C98-C13E-4462-82AF-347A0C3D7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251"/>
                <a:ext cx="30" cy="45"/>
              </a:xfrm>
              <a:custGeom>
                <a:avLst/>
                <a:gdLst>
                  <a:gd name="T0" fmla="*/ 83 w 12"/>
                  <a:gd name="T1" fmla="*/ 270 h 18"/>
                  <a:gd name="T2" fmla="*/ 20 w 12"/>
                  <a:gd name="T3" fmla="*/ 125 h 18"/>
                  <a:gd name="T4" fmla="*/ 113 w 12"/>
                  <a:gd name="T5" fmla="*/ 0 h 18"/>
                  <a:gd name="T6" fmla="*/ 175 w 12"/>
                  <a:gd name="T7" fmla="*/ 145 h 18"/>
                  <a:gd name="T8" fmla="*/ 83 w 12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5" y="17"/>
                    </a:moveTo>
                    <a:cubicBezTo>
                      <a:pt x="2" y="17"/>
                      <a:pt x="0" y="13"/>
                      <a:pt x="1" y="8"/>
                    </a:cubicBezTo>
                    <a:cubicBezTo>
                      <a:pt x="1" y="4"/>
                      <a:pt x="4" y="0"/>
                      <a:pt x="7" y="0"/>
                    </a:cubicBezTo>
                    <a:cubicBezTo>
                      <a:pt x="10" y="1"/>
                      <a:pt x="12" y="5"/>
                      <a:pt x="11" y="9"/>
                    </a:cubicBezTo>
                    <a:cubicBezTo>
                      <a:pt x="11" y="14"/>
                      <a:pt x="8" y="18"/>
                      <a:pt x="5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6" name="Freeform 1228">
                <a:extLst>
                  <a:ext uri="{FF2B5EF4-FFF2-40B4-BE49-F238E27FC236}">
                    <a16:creationId xmlns:a16="http://schemas.microsoft.com/office/drawing/2014/main" id="{7287F3E0-E97B-4D49-8054-63EE532A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259"/>
                <a:ext cx="20" cy="32"/>
              </a:xfrm>
              <a:custGeom>
                <a:avLst/>
                <a:gdLst>
                  <a:gd name="T0" fmla="*/ 83 w 8"/>
                  <a:gd name="T1" fmla="*/ 162 h 13"/>
                  <a:gd name="T2" fmla="*/ 33 w 8"/>
                  <a:gd name="T3" fmla="*/ 42 h 13"/>
                  <a:gd name="T4" fmla="*/ 50 w 8"/>
                  <a:gd name="T5" fmla="*/ 0 h 13"/>
                  <a:gd name="T6" fmla="*/ 0 w 8"/>
                  <a:gd name="T7" fmla="*/ 74 h 13"/>
                  <a:gd name="T8" fmla="*/ 63 w 8"/>
                  <a:gd name="T9" fmla="*/ 194 h 13"/>
                  <a:gd name="T10" fmla="*/ 125 w 8"/>
                  <a:gd name="T11" fmla="*/ 153 h 13"/>
                  <a:gd name="T12" fmla="*/ 83 w 8"/>
                  <a:gd name="T13" fmla="*/ 16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5" y="11"/>
                    </a:moveTo>
                    <a:cubicBezTo>
                      <a:pt x="3" y="11"/>
                      <a:pt x="1" y="8"/>
                      <a:pt x="2" y="3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1"/>
                      <a:pt x="1" y="3"/>
                      <a:pt x="0" y="5"/>
                    </a:cubicBezTo>
                    <a:cubicBezTo>
                      <a:pt x="0" y="9"/>
                      <a:pt x="1" y="13"/>
                      <a:pt x="4" y="13"/>
                    </a:cubicBezTo>
                    <a:cubicBezTo>
                      <a:pt x="6" y="13"/>
                      <a:pt x="7" y="12"/>
                      <a:pt x="8" y="10"/>
                    </a:cubicBezTo>
                    <a:cubicBezTo>
                      <a:pt x="7" y="11"/>
                      <a:pt x="6" y="12"/>
                      <a:pt x="5" y="11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7" name="Freeform 1229">
                <a:extLst>
                  <a:ext uri="{FF2B5EF4-FFF2-40B4-BE49-F238E27FC236}">
                    <a16:creationId xmlns:a16="http://schemas.microsoft.com/office/drawing/2014/main" id="{EB664407-4678-4B58-B56F-BBF149EC1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224"/>
                <a:ext cx="28" cy="45"/>
              </a:xfrm>
              <a:custGeom>
                <a:avLst/>
                <a:gdLst>
                  <a:gd name="T0" fmla="*/ 117 w 11"/>
                  <a:gd name="T1" fmla="*/ 270 h 18"/>
                  <a:gd name="T2" fmla="*/ 20 w 11"/>
                  <a:gd name="T3" fmla="*/ 145 h 18"/>
                  <a:gd name="T4" fmla="*/ 84 w 11"/>
                  <a:gd name="T5" fmla="*/ 0 h 18"/>
                  <a:gd name="T6" fmla="*/ 181 w 11"/>
                  <a:gd name="T7" fmla="*/ 125 h 18"/>
                  <a:gd name="T8" fmla="*/ 117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7" y="17"/>
                    </a:moveTo>
                    <a:cubicBezTo>
                      <a:pt x="4" y="18"/>
                      <a:pt x="1" y="14"/>
                      <a:pt x="1" y="9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0" y="4"/>
                      <a:pt x="11" y="8"/>
                    </a:cubicBezTo>
                    <a:cubicBezTo>
                      <a:pt x="11" y="13"/>
                      <a:pt x="10" y="17"/>
                      <a:pt x="7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8" name="Freeform 1230">
                <a:extLst>
                  <a:ext uri="{FF2B5EF4-FFF2-40B4-BE49-F238E27FC236}">
                    <a16:creationId xmlns:a16="http://schemas.microsoft.com/office/drawing/2014/main" id="{A0B2F887-58CF-4DEE-A5EB-FCA8DD1D6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226"/>
                <a:ext cx="27" cy="43"/>
              </a:xfrm>
              <a:custGeom>
                <a:avLst/>
                <a:gdLst>
                  <a:gd name="T0" fmla="*/ 103 w 11"/>
                  <a:gd name="T1" fmla="*/ 276 h 17"/>
                  <a:gd name="T2" fmla="*/ 12 w 11"/>
                  <a:gd name="T3" fmla="*/ 147 h 17"/>
                  <a:gd name="T4" fmla="*/ 71 w 11"/>
                  <a:gd name="T5" fmla="*/ 0 h 17"/>
                  <a:gd name="T6" fmla="*/ 162 w 11"/>
                  <a:gd name="T7" fmla="*/ 129 h 17"/>
                  <a:gd name="T8" fmla="*/ 103 w 11"/>
                  <a:gd name="T9" fmla="*/ 27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7" y="17"/>
                    </a:moveTo>
                    <a:cubicBezTo>
                      <a:pt x="4" y="17"/>
                      <a:pt x="1" y="14"/>
                      <a:pt x="1" y="9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0" y="4"/>
                      <a:pt x="11" y="8"/>
                    </a:cubicBezTo>
                    <a:cubicBezTo>
                      <a:pt x="11" y="13"/>
                      <a:pt x="9" y="17"/>
                      <a:pt x="7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9" name="Freeform 1231">
                <a:extLst>
                  <a:ext uri="{FF2B5EF4-FFF2-40B4-BE49-F238E27FC236}">
                    <a16:creationId xmlns:a16="http://schemas.microsoft.com/office/drawing/2014/main" id="{BA328FFF-4BED-4821-823B-78FA52407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234"/>
                <a:ext cx="23" cy="35"/>
              </a:xfrm>
              <a:custGeom>
                <a:avLst/>
                <a:gdLst>
                  <a:gd name="T0" fmla="*/ 97 w 9"/>
                  <a:gd name="T1" fmla="*/ 175 h 14"/>
                  <a:gd name="T2" fmla="*/ 20 w 9"/>
                  <a:gd name="T3" fmla="*/ 63 h 14"/>
                  <a:gd name="T4" fmla="*/ 20 w 9"/>
                  <a:gd name="T5" fmla="*/ 0 h 14"/>
                  <a:gd name="T6" fmla="*/ 0 w 9"/>
                  <a:gd name="T7" fmla="*/ 95 h 14"/>
                  <a:gd name="T8" fmla="*/ 84 w 9"/>
                  <a:gd name="T9" fmla="*/ 208 h 14"/>
                  <a:gd name="T10" fmla="*/ 151 w 9"/>
                  <a:gd name="T11" fmla="*/ 145 h 14"/>
                  <a:gd name="T12" fmla="*/ 97 w 9"/>
                  <a:gd name="T13" fmla="*/ 17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6" y="11"/>
                    </a:moveTo>
                    <a:cubicBezTo>
                      <a:pt x="4" y="11"/>
                      <a:pt x="2" y="8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10"/>
                      <a:pt x="3" y="14"/>
                      <a:pt x="5" y="13"/>
                    </a:cubicBezTo>
                    <a:cubicBezTo>
                      <a:pt x="7" y="13"/>
                      <a:pt x="8" y="12"/>
                      <a:pt x="9" y="9"/>
                    </a:cubicBezTo>
                    <a:cubicBezTo>
                      <a:pt x="8" y="1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0" name="Freeform 1232">
                <a:extLst>
                  <a:ext uri="{FF2B5EF4-FFF2-40B4-BE49-F238E27FC236}">
                    <a16:creationId xmlns:a16="http://schemas.microsoft.com/office/drawing/2014/main" id="{45DB7CFD-AA19-4066-906B-ACE7CD92F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221"/>
                <a:ext cx="28" cy="35"/>
              </a:xfrm>
              <a:custGeom>
                <a:avLst/>
                <a:gdLst>
                  <a:gd name="T0" fmla="*/ 97 w 11"/>
                  <a:gd name="T1" fmla="*/ 220 h 14"/>
                  <a:gd name="T2" fmla="*/ 0 w 11"/>
                  <a:gd name="T3" fmla="*/ 95 h 14"/>
                  <a:gd name="T4" fmla="*/ 84 w 11"/>
                  <a:gd name="T5" fmla="*/ 20 h 14"/>
                  <a:gd name="T6" fmla="*/ 163 w 11"/>
                  <a:gd name="T7" fmla="*/ 83 h 14"/>
                  <a:gd name="T8" fmla="*/ 97 w 11"/>
                  <a:gd name="T9" fmla="*/ 2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6" y="14"/>
                    </a:moveTo>
                    <a:cubicBezTo>
                      <a:pt x="3" y="14"/>
                      <a:pt x="1" y="10"/>
                      <a:pt x="0" y="6"/>
                    </a:cubicBezTo>
                    <a:cubicBezTo>
                      <a:pt x="0" y="1"/>
                      <a:pt x="2" y="1"/>
                      <a:pt x="5" y="1"/>
                    </a:cubicBezTo>
                    <a:cubicBezTo>
                      <a:pt x="8" y="0"/>
                      <a:pt x="10" y="0"/>
                      <a:pt x="10" y="5"/>
                    </a:cubicBezTo>
                    <a:cubicBezTo>
                      <a:pt x="11" y="9"/>
                      <a:pt x="9" y="13"/>
                      <a:pt x="6" y="14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1" name="Freeform 1233">
                <a:extLst>
                  <a:ext uri="{FF2B5EF4-FFF2-40B4-BE49-F238E27FC236}">
                    <a16:creationId xmlns:a16="http://schemas.microsoft.com/office/drawing/2014/main" id="{3C5387FE-DEA9-410B-9C54-C8B6BBFB3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219"/>
                <a:ext cx="30" cy="45"/>
              </a:xfrm>
              <a:custGeom>
                <a:avLst/>
                <a:gdLst>
                  <a:gd name="T0" fmla="*/ 113 w 12"/>
                  <a:gd name="T1" fmla="*/ 283 h 18"/>
                  <a:gd name="T2" fmla="*/ 20 w 12"/>
                  <a:gd name="T3" fmla="*/ 158 h 18"/>
                  <a:gd name="T4" fmla="*/ 83 w 12"/>
                  <a:gd name="T5" fmla="*/ 20 h 18"/>
                  <a:gd name="T6" fmla="*/ 175 w 12"/>
                  <a:gd name="T7" fmla="*/ 145 h 18"/>
                  <a:gd name="T8" fmla="*/ 113 w 12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7" y="18"/>
                    </a:moveTo>
                    <a:cubicBezTo>
                      <a:pt x="4" y="18"/>
                      <a:pt x="1" y="14"/>
                      <a:pt x="1" y="10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3"/>
                      <a:pt x="10" y="17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2" name="Freeform 1234">
                <a:extLst>
                  <a:ext uri="{FF2B5EF4-FFF2-40B4-BE49-F238E27FC236}">
                    <a16:creationId xmlns:a16="http://schemas.microsoft.com/office/drawing/2014/main" id="{1EC92A4F-0F31-4B76-AB50-53F0D559B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226"/>
                <a:ext cx="22" cy="35"/>
              </a:xfrm>
              <a:custGeom>
                <a:avLst/>
                <a:gdLst>
                  <a:gd name="T0" fmla="*/ 103 w 9"/>
                  <a:gd name="T1" fmla="*/ 175 h 14"/>
                  <a:gd name="T2" fmla="*/ 12 w 9"/>
                  <a:gd name="T3" fmla="*/ 83 h 14"/>
                  <a:gd name="T4" fmla="*/ 29 w 9"/>
                  <a:gd name="T5" fmla="*/ 0 h 14"/>
                  <a:gd name="T6" fmla="*/ 0 w 9"/>
                  <a:gd name="T7" fmla="*/ 113 h 14"/>
                  <a:gd name="T8" fmla="*/ 90 w 9"/>
                  <a:gd name="T9" fmla="*/ 220 h 14"/>
                  <a:gd name="T10" fmla="*/ 132 w 9"/>
                  <a:gd name="T11" fmla="*/ 158 h 14"/>
                  <a:gd name="T12" fmla="*/ 103 w 9"/>
                  <a:gd name="T13" fmla="*/ 17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7" y="11"/>
                    </a:moveTo>
                    <a:cubicBezTo>
                      <a:pt x="4" y="12"/>
                      <a:pt x="2" y="9"/>
                      <a:pt x="1" y="5"/>
                    </a:cubicBezTo>
                    <a:cubicBezTo>
                      <a:pt x="1" y="3"/>
                      <a:pt x="1" y="2"/>
                      <a:pt x="2" y="0"/>
                    </a:cubicBezTo>
                    <a:cubicBezTo>
                      <a:pt x="1" y="2"/>
                      <a:pt x="0" y="4"/>
                      <a:pt x="0" y="7"/>
                    </a:cubicBezTo>
                    <a:cubicBezTo>
                      <a:pt x="1" y="11"/>
                      <a:pt x="3" y="14"/>
                      <a:pt x="6" y="14"/>
                    </a:cubicBezTo>
                    <a:cubicBezTo>
                      <a:pt x="7" y="13"/>
                      <a:pt x="9" y="12"/>
                      <a:pt x="9" y="10"/>
                    </a:cubicBezTo>
                    <a:cubicBezTo>
                      <a:pt x="9" y="11"/>
                      <a:pt x="8" y="11"/>
                      <a:pt x="7" y="11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3" name="Freeform 1235">
                <a:extLst>
                  <a:ext uri="{FF2B5EF4-FFF2-40B4-BE49-F238E27FC236}">
                    <a16:creationId xmlns:a16="http://schemas.microsoft.com/office/drawing/2014/main" id="{67486D5D-E0AD-450D-B82C-B19481706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262"/>
                <a:ext cx="591" cy="310"/>
              </a:xfrm>
              <a:custGeom>
                <a:avLst/>
                <a:gdLst>
                  <a:gd name="T0" fmla="*/ 3706 w 236"/>
                  <a:gd name="T1" fmla="*/ 0 h 124"/>
                  <a:gd name="T2" fmla="*/ 3594 w 236"/>
                  <a:gd name="T3" fmla="*/ 408 h 124"/>
                  <a:gd name="T4" fmla="*/ 3393 w 236"/>
                  <a:gd name="T5" fmla="*/ 658 h 124"/>
                  <a:gd name="T6" fmla="*/ 3268 w 236"/>
                  <a:gd name="T7" fmla="*/ 800 h 124"/>
                  <a:gd name="T8" fmla="*/ 2968 w 236"/>
                  <a:gd name="T9" fmla="*/ 938 h 124"/>
                  <a:gd name="T10" fmla="*/ 2797 w 236"/>
                  <a:gd name="T11" fmla="*/ 1033 h 124"/>
                  <a:gd name="T12" fmla="*/ 2422 w 236"/>
                  <a:gd name="T13" fmla="*/ 1125 h 124"/>
                  <a:gd name="T14" fmla="*/ 2139 w 236"/>
                  <a:gd name="T15" fmla="*/ 1145 h 124"/>
                  <a:gd name="T16" fmla="*/ 1856 w 236"/>
                  <a:gd name="T17" fmla="*/ 1175 h 124"/>
                  <a:gd name="T18" fmla="*/ 1555 w 236"/>
                  <a:gd name="T19" fmla="*/ 1158 h 124"/>
                  <a:gd name="T20" fmla="*/ 1242 w 236"/>
                  <a:gd name="T21" fmla="*/ 1125 h 124"/>
                  <a:gd name="T22" fmla="*/ 879 w 236"/>
                  <a:gd name="T23" fmla="*/ 1000 h 124"/>
                  <a:gd name="T24" fmla="*/ 596 w 236"/>
                  <a:gd name="T25" fmla="*/ 895 h 124"/>
                  <a:gd name="T26" fmla="*/ 376 w 236"/>
                  <a:gd name="T27" fmla="*/ 720 h 124"/>
                  <a:gd name="T28" fmla="*/ 175 w 236"/>
                  <a:gd name="T29" fmla="*/ 470 h 124"/>
                  <a:gd name="T30" fmla="*/ 50 w 236"/>
                  <a:gd name="T31" fmla="*/ 300 h 124"/>
                  <a:gd name="T32" fmla="*/ 0 w 236"/>
                  <a:gd name="T33" fmla="*/ 0 h 124"/>
                  <a:gd name="T34" fmla="*/ 0 w 236"/>
                  <a:gd name="T35" fmla="*/ 770 h 124"/>
                  <a:gd name="T36" fmla="*/ 1856 w 236"/>
                  <a:gd name="T37" fmla="*/ 1938 h 124"/>
                  <a:gd name="T38" fmla="*/ 3706 w 236"/>
                  <a:gd name="T39" fmla="*/ 770 h 124"/>
                  <a:gd name="T40" fmla="*/ 3706 w 236"/>
                  <a:gd name="T41" fmla="*/ 0 h 1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36" h="124">
                    <a:moveTo>
                      <a:pt x="236" y="0"/>
                    </a:moveTo>
                    <a:cubicBezTo>
                      <a:pt x="236" y="9"/>
                      <a:pt x="234" y="18"/>
                      <a:pt x="229" y="26"/>
                    </a:cubicBezTo>
                    <a:cubicBezTo>
                      <a:pt x="226" y="32"/>
                      <a:pt x="221" y="37"/>
                      <a:pt x="216" y="42"/>
                    </a:cubicBezTo>
                    <a:cubicBezTo>
                      <a:pt x="214" y="44"/>
                      <a:pt x="211" y="49"/>
                      <a:pt x="208" y="51"/>
                    </a:cubicBezTo>
                    <a:cubicBezTo>
                      <a:pt x="202" y="55"/>
                      <a:pt x="195" y="57"/>
                      <a:pt x="189" y="60"/>
                    </a:cubicBezTo>
                    <a:cubicBezTo>
                      <a:pt x="185" y="62"/>
                      <a:pt x="182" y="65"/>
                      <a:pt x="178" y="66"/>
                    </a:cubicBezTo>
                    <a:cubicBezTo>
                      <a:pt x="171" y="69"/>
                      <a:pt x="162" y="70"/>
                      <a:pt x="154" y="72"/>
                    </a:cubicBezTo>
                    <a:cubicBezTo>
                      <a:pt x="148" y="73"/>
                      <a:pt x="142" y="72"/>
                      <a:pt x="136" y="73"/>
                    </a:cubicBezTo>
                    <a:cubicBezTo>
                      <a:pt x="130" y="73"/>
                      <a:pt x="124" y="75"/>
                      <a:pt x="118" y="75"/>
                    </a:cubicBezTo>
                    <a:cubicBezTo>
                      <a:pt x="112" y="75"/>
                      <a:pt x="105" y="75"/>
                      <a:pt x="99" y="74"/>
                    </a:cubicBezTo>
                    <a:cubicBezTo>
                      <a:pt x="92" y="73"/>
                      <a:pt x="86" y="74"/>
                      <a:pt x="79" y="72"/>
                    </a:cubicBezTo>
                    <a:cubicBezTo>
                      <a:pt x="71" y="71"/>
                      <a:pt x="63" y="67"/>
                      <a:pt x="56" y="64"/>
                    </a:cubicBezTo>
                    <a:cubicBezTo>
                      <a:pt x="50" y="62"/>
                      <a:pt x="44" y="60"/>
                      <a:pt x="38" y="57"/>
                    </a:cubicBezTo>
                    <a:cubicBezTo>
                      <a:pt x="33" y="54"/>
                      <a:pt x="28" y="49"/>
                      <a:pt x="24" y="46"/>
                    </a:cubicBezTo>
                    <a:cubicBezTo>
                      <a:pt x="19" y="41"/>
                      <a:pt x="15" y="35"/>
                      <a:pt x="11" y="30"/>
                    </a:cubicBezTo>
                    <a:cubicBezTo>
                      <a:pt x="8" y="26"/>
                      <a:pt x="5" y="23"/>
                      <a:pt x="3" y="19"/>
                    </a:cubicBezTo>
                    <a:cubicBezTo>
                      <a:pt x="1" y="13"/>
                      <a:pt x="0" y="6"/>
                      <a:pt x="0" y="0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91"/>
                      <a:pt x="53" y="124"/>
                      <a:pt x="118" y="124"/>
                    </a:cubicBezTo>
                    <a:cubicBezTo>
                      <a:pt x="183" y="124"/>
                      <a:pt x="236" y="91"/>
                      <a:pt x="236" y="49"/>
                    </a:cubicBezTo>
                    <a:lnTo>
                      <a:pt x="236" y="0"/>
                    </a:lnTo>
                    <a:close/>
                  </a:path>
                </a:pathLst>
              </a:custGeom>
              <a:solidFill>
                <a:srgbClr val="A6C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4" name="Freeform 1236">
                <a:extLst>
                  <a:ext uri="{FF2B5EF4-FFF2-40B4-BE49-F238E27FC236}">
                    <a16:creationId xmlns:a16="http://schemas.microsoft.com/office/drawing/2014/main" id="{C0D28E10-F263-4B6B-8CF2-FDBC009FD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942"/>
                <a:ext cx="453" cy="495"/>
              </a:xfrm>
              <a:custGeom>
                <a:avLst/>
                <a:gdLst>
                  <a:gd name="T0" fmla="*/ 521 w 181"/>
                  <a:gd name="T1" fmla="*/ 145 h 198"/>
                  <a:gd name="T2" fmla="*/ 2588 w 181"/>
                  <a:gd name="T3" fmla="*/ 738 h 198"/>
                  <a:gd name="T4" fmla="*/ 2618 w 181"/>
                  <a:gd name="T5" fmla="*/ 2988 h 198"/>
                  <a:gd name="T6" fmla="*/ 471 w 181"/>
                  <a:gd name="T7" fmla="*/ 2375 h 198"/>
                  <a:gd name="T8" fmla="*/ 521 w 181"/>
                  <a:gd name="T9" fmla="*/ 145 h 1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1" h="198">
                    <a:moveTo>
                      <a:pt x="33" y="9"/>
                    </a:moveTo>
                    <a:cubicBezTo>
                      <a:pt x="55" y="30"/>
                      <a:pt x="117" y="50"/>
                      <a:pt x="165" y="47"/>
                    </a:cubicBezTo>
                    <a:cubicBezTo>
                      <a:pt x="181" y="44"/>
                      <a:pt x="181" y="185"/>
                      <a:pt x="167" y="191"/>
                    </a:cubicBezTo>
                    <a:cubicBezTo>
                      <a:pt x="153" y="198"/>
                      <a:pt x="64" y="186"/>
                      <a:pt x="30" y="152"/>
                    </a:cubicBezTo>
                    <a:cubicBezTo>
                      <a:pt x="0" y="123"/>
                      <a:pt x="18" y="0"/>
                      <a:pt x="33" y="9"/>
                    </a:cubicBezTo>
                    <a:close/>
                  </a:path>
                </a:pathLst>
              </a:custGeom>
              <a:solidFill>
                <a:srgbClr val="9AC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5" name="Freeform 1237">
                <a:extLst>
                  <a:ext uri="{FF2B5EF4-FFF2-40B4-BE49-F238E27FC236}">
                    <a16:creationId xmlns:a16="http://schemas.microsoft.com/office/drawing/2014/main" id="{F82C2FFE-D212-44B8-97C7-5CB3A2AD7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844"/>
                <a:ext cx="455" cy="583"/>
              </a:xfrm>
              <a:custGeom>
                <a:avLst/>
                <a:gdLst>
                  <a:gd name="T0" fmla="*/ 2688 w 182"/>
                  <a:gd name="T1" fmla="*/ 33 h 233"/>
                  <a:gd name="T2" fmla="*/ 2750 w 182"/>
                  <a:gd name="T3" fmla="*/ 63 h 233"/>
                  <a:gd name="T4" fmla="*/ 2658 w 182"/>
                  <a:gd name="T5" fmla="*/ 2117 h 233"/>
                  <a:gd name="T6" fmla="*/ 0 w 182"/>
                  <a:gd name="T7" fmla="*/ 3651 h 233"/>
                  <a:gd name="T8" fmla="*/ 2363 w 182"/>
                  <a:gd name="T9" fmla="*/ 2179 h 233"/>
                  <a:gd name="T10" fmla="*/ 2395 w 182"/>
                  <a:gd name="T11" fmla="*/ 1314 h 233"/>
                  <a:gd name="T12" fmla="*/ 2095 w 182"/>
                  <a:gd name="T13" fmla="*/ 1001 h 233"/>
                  <a:gd name="T14" fmla="*/ 1175 w 182"/>
                  <a:gd name="T15" fmla="*/ 1146 h 233"/>
                  <a:gd name="T16" fmla="*/ 2688 w 182"/>
                  <a:gd name="T17" fmla="*/ 33 h 2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2" h="233">
                    <a:moveTo>
                      <a:pt x="172" y="2"/>
                    </a:moveTo>
                    <a:cubicBezTo>
                      <a:pt x="173" y="0"/>
                      <a:pt x="176" y="1"/>
                      <a:pt x="176" y="4"/>
                    </a:cubicBezTo>
                    <a:cubicBezTo>
                      <a:pt x="176" y="33"/>
                      <a:pt x="182" y="87"/>
                      <a:pt x="170" y="135"/>
                    </a:cubicBezTo>
                    <a:cubicBezTo>
                      <a:pt x="167" y="153"/>
                      <a:pt x="141" y="233"/>
                      <a:pt x="0" y="233"/>
                    </a:cubicBezTo>
                    <a:cubicBezTo>
                      <a:pt x="38" y="230"/>
                      <a:pt x="143" y="195"/>
                      <a:pt x="151" y="139"/>
                    </a:cubicBezTo>
                    <a:cubicBezTo>
                      <a:pt x="154" y="114"/>
                      <a:pt x="153" y="98"/>
                      <a:pt x="153" y="84"/>
                    </a:cubicBezTo>
                    <a:cubicBezTo>
                      <a:pt x="153" y="62"/>
                      <a:pt x="144" y="62"/>
                      <a:pt x="134" y="64"/>
                    </a:cubicBezTo>
                    <a:cubicBezTo>
                      <a:pt x="115" y="68"/>
                      <a:pt x="85" y="74"/>
                      <a:pt x="75" y="73"/>
                    </a:cubicBezTo>
                    <a:cubicBezTo>
                      <a:pt x="115" y="62"/>
                      <a:pt x="152" y="35"/>
                      <a:pt x="172" y="2"/>
                    </a:cubicBezTo>
                    <a:close/>
                  </a:path>
                </a:pathLst>
              </a:custGeom>
              <a:solidFill>
                <a:srgbClr val="3D9F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6" name="Freeform 1238">
                <a:extLst>
                  <a:ext uri="{FF2B5EF4-FFF2-40B4-BE49-F238E27FC236}">
                    <a16:creationId xmlns:a16="http://schemas.microsoft.com/office/drawing/2014/main" id="{D89EF73C-006F-40D4-A793-45D7FAE0A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3042"/>
                <a:ext cx="193" cy="367"/>
              </a:xfrm>
              <a:custGeom>
                <a:avLst/>
                <a:gdLst>
                  <a:gd name="T0" fmla="*/ 145 w 77"/>
                  <a:gd name="T1" fmla="*/ 12 h 147"/>
                  <a:gd name="T2" fmla="*/ 504 w 77"/>
                  <a:gd name="T3" fmla="*/ 75 h 147"/>
                  <a:gd name="T4" fmla="*/ 975 w 77"/>
                  <a:gd name="T5" fmla="*/ 187 h 147"/>
                  <a:gd name="T6" fmla="*/ 1181 w 77"/>
                  <a:gd name="T7" fmla="*/ 1403 h 147"/>
                  <a:gd name="T8" fmla="*/ 880 w 77"/>
                  <a:gd name="T9" fmla="*/ 2244 h 147"/>
                  <a:gd name="T10" fmla="*/ 158 w 77"/>
                  <a:gd name="T11" fmla="*/ 2025 h 147"/>
                  <a:gd name="T12" fmla="*/ 0 w 77"/>
                  <a:gd name="T13" fmla="*/ 1009 h 147"/>
                  <a:gd name="T14" fmla="*/ 145 w 77"/>
                  <a:gd name="T15" fmla="*/ 12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147">
                    <a:moveTo>
                      <a:pt x="9" y="1"/>
                    </a:moveTo>
                    <a:cubicBezTo>
                      <a:pt x="15" y="0"/>
                      <a:pt x="23" y="4"/>
                      <a:pt x="32" y="5"/>
                    </a:cubicBezTo>
                    <a:cubicBezTo>
                      <a:pt x="43" y="8"/>
                      <a:pt x="54" y="8"/>
                      <a:pt x="62" y="12"/>
                    </a:cubicBezTo>
                    <a:cubicBezTo>
                      <a:pt x="77" y="21"/>
                      <a:pt x="75" y="60"/>
                      <a:pt x="75" y="90"/>
                    </a:cubicBezTo>
                    <a:cubicBezTo>
                      <a:pt x="75" y="120"/>
                      <a:pt x="77" y="147"/>
                      <a:pt x="56" y="144"/>
                    </a:cubicBezTo>
                    <a:cubicBezTo>
                      <a:pt x="35" y="141"/>
                      <a:pt x="19" y="136"/>
                      <a:pt x="10" y="130"/>
                    </a:cubicBezTo>
                    <a:cubicBezTo>
                      <a:pt x="1" y="124"/>
                      <a:pt x="0" y="93"/>
                      <a:pt x="0" y="65"/>
                    </a:cubicBezTo>
                    <a:cubicBezTo>
                      <a:pt x="0" y="37"/>
                      <a:pt x="3" y="3"/>
                      <a:pt x="9" y="1"/>
                    </a:cubicBezTo>
                    <a:close/>
                  </a:path>
                </a:pathLst>
              </a:custGeom>
              <a:solidFill>
                <a:srgbClr val="B9D8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7" name="Freeform 1239">
                <a:extLst>
                  <a:ext uri="{FF2B5EF4-FFF2-40B4-BE49-F238E27FC236}">
                    <a16:creationId xmlns:a16="http://schemas.microsoft.com/office/drawing/2014/main" id="{C98EDDC3-920E-4FB5-9E2A-954A78904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3112"/>
                <a:ext cx="20" cy="230"/>
              </a:xfrm>
              <a:custGeom>
                <a:avLst/>
                <a:gdLst>
                  <a:gd name="T0" fmla="*/ 50 w 8"/>
                  <a:gd name="T1" fmla="*/ 0 h 92"/>
                  <a:gd name="T2" fmla="*/ 20 w 8"/>
                  <a:gd name="T3" fmla="*/ 533 h 92"/>
                  <a:gd name="T4" fmla="*/ 125 w 8"/>
                  <a:gd name="T5" fmla="*/ 143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2">
                    <a:moveTo>
                      <a:pt x="3" y="0"/>
                    </a:moveTo>
                    <a:cubicBezTo>
                      <a:pt x="0" y="11"/>
                      <a:pt x="1" y="23"/>
                      <a:pt x="1" y="34"/>
                    </a:cubicBezTo>
                    <a:cubicBezTo>
                      <a:pt x="0" y="54"/>
                      <a:pt x="3" y="73"/>
                      <a:pt x="8" y="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" name="Freeform 1240">
                <a:extLst>
                  <a:ext uri="{FF2B5EF4-FFF2-40B4-BE49-F238E27FC236}">
                    <a16:creationId xmlns:a16="http://schemas.microsoft.com/office/drawing/2014/main" id="{EAB01F71-6CFE-49A4-BC60-504465998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3329"/>
                <a:ext cx="22" cy="28"/>
              </a:xfrm>
              <a:custGeom>
                <a:avLst/>
                <a:gdLst>
                  <a:gd name="T0" fmla="*/ 12 w 9"/>
                  <a:gd name="T1" fmla="*/ 20 h 11"/>
                  <a:gd name="T2" fmla="*/ 120 w 9"/>
                  <a:gd name="T3" fmla="*/ 181 h 11"/>
                  <a:gd name="T4" fmla="*/ 42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1" y="1"/>
                    </a:moveTo>
                    <a:cubicBezTo>
                      <a:pt x="2" y="9"/>
                      <a:pt x="0" y="9"/>
                      <a:pt x="8" y="11"/>
                    </a:cubicBezTo>
                    <a:cubicBezTo>
                      <a:pt x="9" y="7"/>
                      <a:pt x="6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" name="Freeform 1241">
                <a:extLst>
                  <a:ext uri="{FF2B5EF4-FFF2-40B4-BE49-F238E27FC236}">
                    <a16:creationId xmlns:a16="http://schemas.microsoft.com/office/drawing/2014/main" id="{3ECD0DF9-B008-43EB-BE57-B12752B10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3357"/>
                <a:ext cx="18" cy="15"/>
              </a:xfrm>
              <a:custGeom>
                <a:avLst/>
                <a:gdLst>
                  <a:gd name="T0" fmla="*/ 67 w 7"/>
                  <a:gd name="T1" fmla="*/ 0 h 6"/>
                  <a:gd name="T2" fmla="*/ 118 w 7"/>
                  <a:gd name="T3" fmla="*/ 3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0" y="4"/>
                      <a:pt x="5" y="6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0" name="Freeform 1242">
                <a:extLst>
                  <a:ext uri="{FF2B5EF4-FFF2-40B4-BE49-F238E27FC236}">
                    <a16:creationId xmlns:a16="http://schemas.microsoft.com/office/drawing/2014/main" id="{56F7D579-CB38-416C-9096-2F79C3B5F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834"/>
                <a:ext cx="42" cy="165"/>
              </a:xfrm>
              <a:custGeom>
                <a:avLst/>
                <a:gdLst>
                  <a:gd name="T0" fmla="*/ 257 w 17"/>
                  <a:gd name="T1" fmla="*/ 270 h 66"/>
                  <a:gd name="T2" fmla="*/ 30 w 17"/>
                  <a:gd name="T3" fmla="*/ 188 h 66"/>
                  <a:gd name="T4" fmla="*/ 0 w 17"/>
                  <a:gd name="T5" fmla="*/ 1033 h 66"/>
                  <a:gd name="T6" fmla="*/ 257 w 17"/>
                  <a:gd name="T7" fmla="*/ 270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66">
                    <a:moveTo>
                      <a:pt x="17" y="17"/>
                    </a:moveTo>
                    <a:cubicBezTo>
                      <a:pt x="9" y="5"/>
                      <a:pt x="4" y="0"/>
                      <a:pt x="2" y="12"/>
                    </a:cubicBezTo>
                    <a:cubicBezTo>
                      <a:pt x="0" y="28"/>
                      <a:pt x="0" y="66"/>
                      <a:pt x="0" y="66"/>
                    </a:cubicBezTo>
                    <a:cubicBezTo>
                      <a:pt x="4" y="40"/>
                      <a:pt x="9" y="13"/>
                      <a:pt x="17" y="17"/>
                    </a:cubicBezTo>
                    <a:close/>
                  </a:path>
                </a:pathLst>
              </a:custGeom>
              <a:solidFill>
                <a:srgbClr val="57A6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" name="Freeform 1243">
                <a:extLst>
                  <a:ext uri="{FF2B5EF4-FFF2-40B4-BE49-F238E27FC236}">
                    <a16:creationId xmlns:a16="http://schemas.microsoft.com/office/drawing/2014/main" id="{EABD6743-986F-45C4-9D17-493961120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211"/>
                <a:ext cx="591" cy="188"/>
              </a:xfrm>
              <a:custGeom>
                <a:avLst/>
                <a:gdLst>
                  <a:gd name="T0" fmla="*/ 208 w 236"/>
                  <a:gd name="T1" fmla="*/ 993 h 75"/>
                  <a:gd name="T2" fmla="*/ 270 w 236"/>
                  <a:gd name="T3" fmla="*/ 805 h 75"/>
                  <a:gd name="T4" fmla="*/ 426 w 236"/>
                  <a:gd name="T5" fmla="*/ 659 h 75"/>
                  <a:gd name="T6" fmla="*/ 563 w 236"/>
                  <a:gd name="T7" fmla="*/ 504 h 75"/>
                  <a:gd name="T8" fmla="*/ 804 w 236"/>
                  <a:gd name="T9" fmla="*/ 409 h 75"/>
                  <a:gd name="T10" fmla="*/ 1054 w 236"/>
                  <a:gd name="T11" fmla="*/ 283 h 75"/>
                  <a:gd name="T12" fmla="*/ 1305 w 236"/>
                  <a:gd name="T13" fmla="*/ 238 h 75"/>
                  <a:gd name="T14" fmla="*/ 1525 w 236"/>
                  <a:gd name="T15" fmla="*/ 188 h 75"/>
                  <a:gd name="T16" fmla="*/ 1806 w 236"/>
                  <a:gd name="T17" fmla="*/ 175 h 75"/>
                  <a:gd name="T18" fmla="*/ 2013 w 236"/>
                  <a:gd name="T19" fmla="*/ 175 h 75"/>
                  <a:gd name="T20" fmla="*/ 2214 w 236"/>
                  <a:gd name="T21" fmla="*/ 208 h 75"/>
                  <a:gd name="T22" fmla="*/ 2434 w 236"/>
                  <a:gd name="T23" fmla="*/ 238 h 75"/>
                  <a:gd name="T24" fmla="*/ 2622 w 236"/>
                  <a:gd name="T25" fmla="*/ 313 h 75"/>
                  <a:gd name="T26" fmla="*/ 2840 w 236"/>
                  <a:gd name="T27" fmla="*/ 376 h 75"/>
                  <a:gd name="T28" fmla="*/ 2985 w 236"/>
                  <a:gd name="T29" fmla="*/ 459 h 75"/>
                  <a:gd name="T30" fmla="*/ 3173 w 236"/>
                  <a:gd name="T31" fmla="*/ 567 h 75"/>
                  <a:gd name="T32" fmla="*/ 3311 w 236"/>
                  <a:gd name="T33" fmla="*/ 722 h 75"/>
                  <a:gd name="T34" fmla="*/ 3456 w 236"/>
                  <a:gd name="T35" fmla="*/ 880 h 75"/>
                  <a:gd name="T36" fmla="*/ 3531 w 236"/>
                  <a:gd name="T37" fmla="*/ 1181 h 75"/>
                  <a:gd name="T38" fmla="*/ 3706 w 236"/>
                  <a:gd name="T39" fmla="*/ 1181 h 75"/>
                  <a:gd name="T40" fmla="*/ 3581 w 236"/>
                  <a:gd name="T41" fmla="*/ 805 h 75"/>
                  <a:gd name="T42" fmla="*/ 3436 w 236"/>
                  <a:gd name="T43" fmla="*/ 567 h 75"/>
                  <a:gd name="T44" fmla="*/ 3281 w 236"/>
                  <a:gd name="T45" fmla="*/ 459 h 75"/>
                  <a:gd name="T46" fmla="*/ 3143 w 236"/>
                  <a:gd name="T47" fmla="*/ 333 h 75"/>
                  <a:gd name="T48" fmla="*/ 2935 w 236"/>
                  <a:gd name="T49" fmla="*/ 251 h 75"/>
                  <a:gd name="T50" fmla="*/ 2747 w 236"/>
                  <a:gd name="T51" fmla="*/ 158 h 75"/>
                  <a:gd name="T52" fmla="*/ 2497 w 236"/>
                  <a:gd name="T53" fmla="*/ 113 h 75"/>
                  <a:gd name="T54" fmla="*/ 2264 w 236"/>
                  <a:gd name="T55" fmla="*/ 33 h 75"/>
                  <a:gd name="T56" fmla="*/ 2076 w 236"/>
                  <a:gd name="T57" fmla="*/ 33 h 75"/>
                  <a:gd name="T58" fmla="*/ 1856 w 236"/>
                  <a:gd name="T59" fmla="*/ 0 h 75"/>
                  <a:gd name="T60" fmla="*/ 1663 w 236"/>
                  <a:gd name="T61" fmla="*/ 33 h 75"/>
                  <a:gd name="T62" fmla="*/ 1442 w 236"/>
                  <a:gd name="T63" fmla="*/ 33 h 75"/>
                  <a:gd name="T64" fmla="*/ 1242 w 236"/>
                  <a:gd name="T65" fmla="*/ 95 h 75"/>
                  <a:gd name="T66" fmla="*/ 1034 w 236"/>
                  <a:gd name="T67" fmla="*/ 125 h 75"/>
                  <a:gd name="T68" fmla="*/ 866 w 236"/>
                  <a:gd name="T69" fmla="*/ 208 h 75"/>
                  <a:gd name="T70" fmla="*/ 646 w 236"/>
                  <a:gd name="T71" fmla="*/ 283 h 75"/>
                  <a:gd name="T72" fmla="*/ 501 w 236"/>
                  <a:gd name="T73" fmla="*/ 396 h 75"/>
                  <a:gd name="T74" fmla="*/ 313 w 236"/>
                  <a:gd name="T75" fmla="*/ 534 h 75"/>
                  <a:gd name="T76" fmla="*/ 208 w 236"/>
                  <a:gd name="T77" fmla="*/ 679 h 75"/>
                  <a:gd name="T78" fmla="*/ 83 w 236"/>
                  <a:gd name="T79" fmla="*/ 835 h 75"/>
                  <a:gd name="T80" fmla="*/ 0 w 236"/>
                  <a:gd name="T81" fmla="*/ 1181 h 75"/>
                  <a:gd name="T82" fmla="*/ 158 w 236"/>
                  <a:gd name="T83" fmla="*/ 1181 h 75"/>
                  <a:gd name="T84" fmla="*/ 208 w 236"/>
                  <a:gd name="T85" fmla="*/ 993 h 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36" h="75">
                    <a:moveTo>
                      <a:pt x="13" y="63"/>
                    </a:moveTo>
                    <a:cubicBezTo>
                      <a:pt x="14" y="59"/>
                      <a:pt x="14" y="55"/>
                      <a:pt x="17" y="51"/>
                    </a:cubicBezTo>
                    <a:cubicBezTo>
                      <a:pt x="19" y="48"/>
                      <a:pt x="23" y="45"/>
                      <a:pt x="27" y="42"/>
                    </a:cubicBezTo>
                    <a:cubicBezTo>
                      <a:pt x="30" y="39"/>
                      <a:pt x="32" y="35"/>
                      <a:pt x="36" y="32"/>
                    </a:cubicBezTo>
                    <a:cubicBezTo>
                      <a:pt x="40" y="29"/>
                      <a:pt x="46" y="28"/>
                      <a:pt x="51" y="26"/>
                    </a:cubicBezTo>
                    <a:cubicBezTo>
                      <a:pt x="56" y="24"/>
                      <a:pt x="61" y="20"/>
                      <a:pt x="67" y="18"/>
                    </a:cubicBezTo>
                    <a:cubicBezTo>
                      <a:pt x="71" y="16"/>
                      <a:pt x="77" y="16"/>
                      <a:pt x="83" y="15"/>
                    </a:cubicBezTo>
                    <a:cubicBezTo>
                      <a:pt x="88" y="14"/>
                      <a:pt x="92" y="12"/>
                      <a:pt x="97" y="12"/>
                    </a:cubicBezTo>
                    <a:cubicBezTo>
                      <a:pt x="103" y="11"/>
                      <a:pt x="109" y="11"/>
                      <a:pt x="115" y="11"/>
                    </a:cubicBezTo>
                    <a:cubicBezTo>
                      <a:pt x="119" y="11"/>
                      <a:pt x="124" y="11"/>
                      <a:pt x="128" y="11"/>
                    </a:cubicBezTo>
                    <a:cubicBezTo>
                      <a:pt x="132" y="11"/>
                      <a:pt x="137" y="13"/>
                      <a:pt x="141" y="13"/>
                    </a:cubicBezTo>
                    <a:cubicBezTo>
                      <a:pt x="146" y="14"/>
                      <a:pt x="151" y="14"/>
                      <a:pt x="155" y="15"/>
                    </a:cubicBezTo>
                    <a:cubicBezTo>
                      <a:pt x="159" y="16"/>
                      <a:pt x="163" y="18"/>
                      <a:pt x="167" y="20"/>
                    </a:cubicBezTo>
                    <a:cubicBezTo>
                      <a:pt x="171" y="21"/>
                      <a:pt x="176" y="22"/>
                      <a:pt x="181" y="24"/>
                    </a:cubicBezTo>
                    <a:cubicBezTo>
                      <a:pt x="184" y="25"/>
                      <a:pt x="187" y="27"/>
                      <a:pt x="190" y="29"/>
                    </a:cubicBezTo>
                    <a:cubicBezTo>
                      <a:pt x="194" y="32"/>
                      <a:pt x="199" y="33"/>
                      <a:pt x="202" y="36"/>
                    </a:cubicBezTo>
                    <a:cubicBezTo>
                      <a:pt x="206" y="39"/>
                      <a:pt x="209" y="43"/>
                      <a:pt x="211" y="46"/>
                    </a:cubicBezTo>
                    <a:cubicBezTo>
                      <a:pt x="215" y="49"/>
                      <a:pt x="218" y="52"/>
                      <a:pt x="220" y="56"/>
                    </a:cubicBezTo>
                    <a:cubicBezTo>
                      <a:pt x="224" y="62"/>
                      <a:pt x="225" y="69"/>
                      <a:pt x="225" y="75"/>
                    </a:cubicBezTo>
                    <a:cubicBezTo>
                      <a:pt x="236" y="75"/>
                      <a:pt x="236" y="75"/>
                      <a:pt x="236" y="75"/>
                    </a:cubicBezTo>
                    <a:cubicBezTo>
                      <a:pt x="236" y="67"/>
                      <a:pt x="233" y="59"/>
                      <a:pt x="228" y="51"/>
                    </a:cubicBezTo>
                    <a:cubicBezTo>
                      <a:pt x="225" y="46"/>
                      <a:pt x="223" y="41"/>
                      <a:pt x="219" y="36"/>
                    </a:cubicBezTo>
                    <a:cubicBezTo>
                      <a:pt x="216" y="33"/>
                      <a:pt x="212" y="32"/>
                      <a:pt x="209" y="29"/>
                    </a:cubicBezTo>
                    <a:cubicBezTo>
                      <a:pt x="206" y="27"/>
                      <a:pt x="203" y="23"/>
                      <a:pt x="200" y="21"/>
                    </a:cubicBezTo>
                    <a:cubicBezTo>
                      <a:pt x="196" y="19"/>
                      <a:pt x="191" y="18"/>
                      <a:pt x="187" y="16"/>
                    </a:cubicBezTo>
                    <a:cubicBezTo>
                      <a:pt x="183" y="14"/>
                      <a:pt x="179" y="11"/>
                      <a:pt x="175" y="10"/>
                    </a:cubicBezTo>
                    <a:cubicBezTo>
                      <a:pt x="170" y="8"/>
                      <a:pt x="164" y="8"/>
                      <a:pt x="159" y="7"/>
                    </a:cubicBezTo>
                    <a:cubicBezTo>
                      <a:pt x="154" y="6"/>
                      <a:pt x="150" y="3"/>
                      <a:pt x="144" y="2"/>
                    </a:cubicBezTo>
                    <a:cubicBezTo>
                      <a:pt x="140" y="2"/>
                      <a:pt x="136" y="3"/>
                      <a:pt x="132" y="2"/>
                    </a:cubicBezTo>
                    <a:cubicBezTo>
                      <a:pt x="127" y="2"/>
                      <a:pt x="123" y="0"/>
                      <a:pt x="118" y="0"/>
                    </a:cubicBezTo>
                    <a:cubicBezTo>
                      <a:pt x="114" y="0"/>
                      <a:pt x="110" y="1"/>
                      <a:pt x="106" y="2"/>
                    </a:cubicBezTo>
                    <a:cubicBezTo>
                      <a:pt x="101" y="2"/>
                      <a:pt x="97" y="2"/>
                      <a:pt x="92" y="2"/>
                    </a:cubicBezTo>
                    <a:cubicBezTo>
                      <a:pt x="87" y="3"/>
                      <a:pt x="83" y="5"/>
                      <a:pt x="79" y="6"/>
                    </a:cubicBezTo>
                    <a:cubicBezTo>
                      <a:pt x="74" y="7"/>
                      <a:pt x="70" y="7"/>
                      <a:pt x="66" y="8"/>
                    </a:cubicBezTo>
                    <a:cubicBezTo>
                      <a:pt x="62" y="10"/>
                      <a:pt x="59" y="12"/>
                      <a:pt x="55" y="13"/>
                    </a:cubicBezTo>
                    <a:cubicBezTo>
                      <a:pt x="51" y="15"/>
                      <a:pt x="45" y="16"/>
                      <a:pt x="41" y="18"/>
                    </a:cubicBezTo>
                    <a:cubicBezTo>
                      <a:pt x="38" y="20"/>
                      <a:pt x="35" y="23"/>
                      <a:pt x="32" y="25"/>
                    </a:cubicBezTo>
                    <a:cubicBezTo>
                      <a:pt x="28" y="28"/>
                      <a:pt x="23" y="31"/>
                      <a:pt x="20" y="34"/>
                    </a:cubicBezTo>
                    <a:cubicBezTo>
                      <a:pt x="17" y="37"/>
                      <a:pt x="15" y="40"/>
                      <a:pt x="13" y="43"/>
                    </a:cubicBezTo>
                    <a:cubicBezTo>
                      <a:pt x="10" y="46"/>
                      <a:pt x="7" y="50"/>
                      <a:pt x="5" y="53"/>
                    </a:cubicBezTo>
                    <a:cubicBezTo>
                      <a:pt x="2" y="60"/>
                      <a:pt x="0" y="68"/>
                      <a:pt x="0" y="75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10" y="71"/>
                      <a:pt x="12" y="67"/>
                      <a:pt x="13" y="63"/>
                    </a:cubicBezTo>
                    <a:close/>
                  </a:path>
                </a:pathLst>
              </a:custGeom>
              <a:solidFill>
                <a:srgbClr val="D5E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2" name="Freeform 1244">
                <a:extLst>
                  <a:ext uri="{FF2B5EF4-FFF2-40B4-BE49-F238E27FC236}">
                    <a16:creationId xmlns:a16="http://schemas.microsoft.com/office/drawing/2014/main" id="{DCAF713C-DE4F-4403-AEBB-EF1D1E026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537"/>
                <a:ext cx="68" cy="82"/>
              </a:xfrm>
              <a:custGeom>
                <a:avLst/>
                <a:gdLst>
                  <a:gd name="T0" fmla="*/ 113 w 27"/>
                  <a:gd name="T1" fmla="*/ 75 h 33"/>
                  <a:gd name="T2" fmla="*/ 20 w 27"/>
                  <a:gd name="T3" fmla="*/ 124 h 33"/>
                  <a:gd name="T4" fmla="*/ 33 w 27"/>
                  <a:gd name="T5" fmla="*/ 246 h 33"/>
                  <a:gd name="T6" fmla="*/ 126 w 27"/>
                  <a:gd name="T7" fmla="*/ 475 h 33"/>
                  <a:gd name="T8" fmla="*/ 272 w 27"/>
                  <a:gd name="T9" fmla="*/ 308 h 33"/>
                  <a:gd name="T10" fmla="*/ 305 w 27"/>
                  <a:gd name="T11" fmla="*/ 199 h 33"/>
                  <a:gd name="T12" fmla="*/ 431 w 27"/>
                  <a:gd name="T13" fmla="*/ 137 h 33"/>
                  <a:gd name="T14" fmla="*/ 159 w 27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3">
                    <a:moveTo>
                      <a:pt x="7" y="5"/>
                    </a:moveTo>
                    <a:cubicBezTo>
                      <a:pt x="7" y="5"/>
                      <a:pt x="2" y="6"/>
                      <a:pt x="1" y="8"/>
                    </a:cubicBezTo>
                    <a:cubicBezTo>
                      <a:pt x="0" y="10"/>
                      <a:pt x="2" y="14"/>
                      <a:pt x="2" y="16"/>
                    </a:cubicBezTo>
                    <a:cubicBezTo>
                      <a:pt x="3" y="21"/>
                      <a:pt x="3" y="29"/>
                      <a:pt x="8" y="31"/>
                    </a:cubicBezTo>
                    <a:cubicBezTo>
                      <a:pt x="15" y="33"/>
                      <a:pt x="18" y="25"/>
                      <a:pt x="17" y="20"/>
                    </a:cubicBezTo>
                    <a:cubicBezTo>
                      <a:pt x="16" y="15"/>
                      <a:pt x="16" y="16"/>
                      <a:pt x="19" y="13"/>
                    </a:cubicBezTo>
                    <a:cubicBezTo>
                      <a:pt x="22" y="12"/>
                      <a:pt x="24" y="10"/>
                      <a:pt x="27" y="9"/>
                    </a:cubicBezTo>
                    <a:cubicBezTo>
                      <a:pt x="25" y="2"/>
                      <a:pt x="15" y="3"/>
                      <a:pt x="10" y="0"/>
                    </a:cubicBezTo>
                  </a:path>
                </a:pathLst>
              </a:custGeom>
              <a:solidFill>
                <a:srgbClr val="A6C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3" name="Freeform 1245">
                <a:extLst>
                  <a:ext uri="{FF2B5EF4-FFF2-40B4-BE49-F238E27FC236}">
                    <a16:creationId xmlns:a16="http://schemas.microsoft.com/office/drawing/2014/main" id="{94E39B2A-E9B6-4058-A2A0-D5FA094B5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567"/>
                <a:ext cx="80" cy="57"/>
              </a:xfrm>
              <a:custGeom>
                <a:avLst/>
                <a:gdLst>
                  <a:gd name="T0" fmla="*/ 95 w 32"/>
                  <a:gd name="T1" fmla="*/ 30 h 23"/>
                  <a:gd name="T2" fmla="*/ 20 w 32"/>
                  <a:gd name="T3" fmla="*/ 228 h 23"/>
                  <a:gd name="T4" fmla="*/ 270 w 32"/>
                  <a:gd name="T5" fmla="*/ 349 h 23"/>
                  <a:gd name="T6" fmla="*/ 458 w 32"/>
                  <a:gd name="T7" fmla="*/ 196 h 23"/>
                  <a:gd name="T8" fmla="*/ 220 w 32"/>
                  <a:gd name="T9" fmla="*/ 104 h 23"/>
                  <a:gd name="T10" fmla="*/ 175 w 32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3">
                    <a:moveTo>
                      <a:pt x="6" y="2"/>
                    </a:moveTo>
                    <a:cubicBezTo>
                      <a:pt x="13" y="8"/>
                      <a:pt x="0" y="9"/>
                      <a:pt x="1" y="15"/>
                    </a:cubicBezTo>
                    <a:cubicBezTo>
                      <a:pt x="1" y="22"/>
                      <a:pt x="11" y="23"/>
                      <a:pt x="17" y="23"/>
                    </a:cubicBezTo>
                    <a:cubicBezTo>
                      <a:pt x="22" y="22"/>
                      <a:pt x="32" y="20"/>
                      <a:pt x="29" y="13"/>
                    </a:cubicBezTo>
                    <a:cubicBezTo>
                      <a:pt x="27" y="6"/>
                      <a:pt x="19" y="10"/>
                      <a:pt x="14" y="7"/>
                    </a:cubicBezTo>
                    <a:cubicBezTo>
                      <a:pt x="14" y="4"/>
                      <a:pt x="12" y="2"/>
                      <a:pt x="11" y="0"/>
                    </a:cubicBezTo>
                  </a:path>
                </a:pathLst>
              </a:custGeom>
              <a:solidFill>
                <a:srgbClr val="A6C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4" name="Freeform 1246">
                <a:extLst>
                  <a:ext uri="{FF2B5EF4-FFF2-40B4-BE49-F238E27FC236}">
                    <a16:creationId xmlns:a16="http://schemas.microsoft.com/office/drawing/2014/main" id="{29F1D146-D4F8-497B-8647-C5A7AA169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627"/>
                <a:ext cx="107" cy="62"/>
              </a:xfrm>
              <a:custGeom>
                <a:avLst/>
                <a:gdLst>
                  <a:gd name="T0" fmla="*/ 261 w 43"/>
                  <a:gd name="T1" fmla="*/ 12 h 25"/>
                  <a:gd name="T2" fmla="*/ 62 w 43"/>
                  <a:gd name="T3" fmla="*/ 246 h 25"/>
                  <a:gd name="T4" fmla="*/ 371 w 43"/>
                  <a:gd name="T5" fmla="*/ 337 h 25"/>
                  <a:gd name="T6" fmla="*/ 557 w 43"/>
                  <a:gd name="T7" fmla="*/ 104 h 25"/>
                  <a:gd name="T8" fmla="*/ 261 w 43"/>
                  <a:gd name="T9" fmla="*/ 1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5">
                    <a:moveTo>
                      <a:pt x="17" y="1"/>
                    </a:moveTo>
                    <a:cubicBezTo>
                      <a:pt x="9" y="3"/>
                      <a:pt x="0" y="7"/>
                      <a:pt x="4" y="16"/>
                    </a:cubicBezTo>
                    <a:cubicBezTo>
                      <a:pt x="9" y="25"/>
                      <a:pt x="17" y="22"/>
                      <a:pt x="24" y="22"/>
                    </a:cubicBezTo>
                    <a:cubicBezTo>
                      <a:pt x="33" y="22"/>
                      <a:pt x="43" y="18"/>
                      <a:pt x="36" y="7"/>
                    </a:cubicBezTo>
                    <a:cubicBezTo>
                      <a:pt x="32" y="0"/>
                      <a:pt x="24" y="1"/>
                      <a:pt x="17" y="1"/>
                    </a:cubicBezTo>
                  </a:path>
                </a:pathLst>
              </a:custGeom>
              <a:solidFill>
                <a:srgbClr val="A6C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5" name="Freeform 1247">
                <a:extLst>
                  <a:ext uri="{FF2B5EF4-FFF2-40B4-BE49-F238E27FC236}">
                    <a16:creationId xmlns:a16="http://schemas.microsoft.com/office/drawing/2014/main" id="{866F65B5-B120-4AD9-9355-B6000E30D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574"/>
                <a:ext cx="70" cy="55"/>
              </a:xfrm>
              <a:custGeom>
                <a:avLst/>
                <a:gdLst>
                  <a:gd name="T0" fmla="*/ 238 w 28"/>
                  <a:gd name="T1" fmla="*/ 20 h 22"/>
                  <a:gd name="T2" fmla="*/ 220 w 28"/>
                  <a:gd name="T3" fmla="*/ 333 h 22"/>
                  <a:gd name="T4" fmla="*/ 238 w 28"/>
                  <a:gd name="T5" fmla="*/ 2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15" y="1"/>
                    </a:moveTo>
                    <a:cubicBezTo>
                      <a:pt x="1" y="0"/>
                      <a:pt x="0" y="19"/>
                      <a:pt x="14" y="21"/>
                    </a:cubicBezTo>
                    <a:cubicBezTo>
                      <a:pt x="28" y="22"/>
                      <a:pt x="27" y="4"/>
                      <a:pt x="15" y="1"/>
                    </a:cubicBezTo>
                  </a:path>
                </a:pathLst>
              </a:custGeom>
              <a:solidFill>
                <a:srgbClr val="A6C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6" name="Freeform 1248">
                <a:extLst>
                  <a:ext uri="{FF2B5EF4-FFF2-40B4-BE49-F238E27FC236}">
                    <a16:creationId xmlns:a16="http://schemas.microsoft.com/office/drawing/2014/main" id="{844A70A1-8095-4C28-AD49-DFC5EFDA1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517"/>
                <a:ext cx="67" cy="60"/>
              </a:xfrm>
              <a:custGeom>
                <a:avLst/>
                <a:gdLst>
                  <a:gd name="T0" fmla="*/ 0 w 27"/>
                  <a:gd name="T1" fmla="*/ 50 h 24"/>
                  <a:gd name="T2" fmla="*/ 62 w 27"/>
                  <a:gd name="T3" fmla="*/ 208 h 24"/>
                  <a:gd name="T4" fmla="*/ 184 w 27"/>
                  <a:gd name="T5" fmla="*/ 333 h 24"/>
                  <a:gd name="T6" fmla="*/ 184 w 27"/>
                  <a:gd name="T7" fmla="*/ 50 h 24"/>
                  <a:gd name="T8" fmla="*/ 74 w 27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4">
                    <a:moveTo>
                      <a:pt x="0" y="3"/>
                    </a:moveTo>
                    <a:cubicBezTo>
                      <a:pt x="8" y="3"/>
                      <a:pt x="6" y="9"/>
                      <a:pt x="4" y="13"/>
                    </a:cubicBezTo>
                    <a:cubicBezTo>
                      <a:pt x="2" y="19"/>
                      <a:pt x="6" y="24"/>
                      <a:pt x="12" y="21"/>
                    </a:cubicBezTo>
                    <a:cubicBezTo>
                      <a:pt x="23" y="18"/>
                      <a:pt x="27" y="1"/>
                      <a:pt x="12" y="3"/>
                    </a:cubicBezTo>
                    <a:cubicBezTo>
                      <a:pt x="11" y="0"/>
                      <a:pt x="8" y="0"/>
                      <a:pt x="5" y="0"/>
                    </a:cubicBezTo>
                  </a:path>
                </a:pathLst>
              </a:custGeom>
              <a:solidFill>
                <a:srgbClr val="A6C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7" name="Freeform 1249">
                <a:extLst>
                  <a:ext uri="{FF2B5EF4-FFF2-40B4-BE49-F238E27FC236}">
                    <a16:creationId xmlns:a16="http://schemas.microsoft.com/office/drawing/2014/main" id="{72CF688F-585D-4224-BB10-523F03F7E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484"/>
                <a:ext cx="65" cy="80"/>
              </a:xfrm>
              <a:custGeom>
                <a:avLst/>
                <a:gdLst>
                  <a:gd name="T0" fmla="*/ 175 w 26"/>
                  <a:gd name="T1" fmla="*/ 0 h 32"/>
                  <a:gd name="T2" fmla="*/ 145 w 26"/>
                  <a:gd name="T3" fmla="*/ 395 h 32"/>
                  <a:gd name="T4" fmla="*/ 345 w 26"/>
                  <a:gd name="T5" fmla="*/ 438 h 32"/>
                  <a:gd name="T6" fmla="*/ 300 w 26"/>
                  <a:gd name="T7" fmla="*/ 220 h 32"/>
                  <a:gd name="T8" fmla="*/ 408 w 26"/>
                  <a:gd name="T9" fmla="*/ 14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2">
                    <a:moveTo>
                      <a:pt x="11" y="0"/>
                    </a:moveTo>
                    <a:cubicBezTo>
                      <a:pt x="0" y="0"/>
                      <a:pt x="1" y="21"/>
                      <a:pt x="9" y="25"/>
                    </a:cubicBezTo>
                    <a:cubicBezTo>
                      <a:pt x="12" y="28"/>
                      <a:pt x="19" y="32"/>
                      <a:pt x="22" y="28"/>
                    </a:cubicBezTo>
                    <a:cubicBezTo>
                      <a:pt x="26" y="24"/>
                      <a:pt x="21" y="18"/>
                      <a:pt x="19" y="14"/>
                    </a:cubicBezTo>
                    <a:cubicBezTo>
                      <a:pt x="21" y="12"/>
                      <a:pt x="23" y="10"/>
                      <a:pt x="26" y="9"/>
                    </a:cubicBezTo>
                  </a:path>
                </a:pathLst>
              </a:custGeom>
              <a:solidFill>
                <a:srgbClr val="A6C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8" name="Freeform 1250">
                <a:extLst>
                  <a:ext uri="{FF2B5EF4-FFF2-40B4-BE49-F238E27FC236}">
                    <a16:creationId xmlns:a16="http://schemas.microsoft.com/office/drawing/2014/main" id="{164A2833-3E9F-4A9C-8CE7-48B1B4403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589"/>
                <a:ext cx="65" cy="68"/>
              </a:xfrm>
              <a:custGeom>
                <a:avLst/>
                <a:gdLst>
                  <a:gd name="T0" fmla="*/ 175 w 26"/>
                  <a:gd name="T1" fmla="*/ 83 h 27"/>
                  <a:gd name="T2" fmla="*/ 20 w 26"/>
                  <a:gd name="T3" fmla="*/ 159 h 27"/>
                  <a:gd name="T4" fmla="*/ 238 w 26"/>
                  <a:gd name="T5" fmla="*/ 380 h 27"/>
                  <a:gd name="T6" fmla="*/ 345 w 26"/>
                  <a:gd name="T7" fmla="*/ 254 h 27"/>
                  <a:gd name="T8" fmla="*/ 175 w 26"/>
                  <a:gd name="T9" fmla="*/ 8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7">
                    <a:moveTo>
                      <a:pt x="11" y="5"/>
                    </a:moveTo>
                    <a:cubicBezTo>
                      <a:pt x="7" y="0"/>
                      <a:pt x="0" y="5"/>
                      <a:pt x="1" y="10"/>
                    </a:cubicBezTo>
                    <a:cubicBezTo>
                      <a:pt x="2" y="17"/>
                      <a:pt x="10" y="22"/>
                      <a:pt x="15" y="24"/>
                    </a:cubicBezTo>
                    <a:cubicBezTo>
                      <a:pt x="24" y="27"/>
                      <a:pt x="26" y="23"/>
                      <a:pt x="22" y="16"/>
                    </a:cubicBezTo>
                    <a:cubicBezTo>
                      <a:pt x="20" y="11"/>
                      <a:pt x="15" y="8"/>
                      <a:pt x="11" y="5"/>
                    </a:cubicBezTo>
                  </a:path>
                </a:pathLst>
              </a:custGeom>
              <a:solidFill>
                <a:srgbClr val="A6C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9" name="Freeform 1251">
                <a:extLst>
                  <a:ext uri="{FF2B5EF4-FFF2-40B4-BE49-F238E27FC236}">
                    <a16:creationId xmlns:a16="http://schemas.microsoft.com/office/drawing/2014/main" id="{9FF76209-D0B1-459F-9F7A-F44391F79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684"/>
                <a:ext cx="55" cy="20"/>
              </a:xfrm>
              <a:custGeom>
                <a:avLst/>
                <a:gdLst>
                  <a:gd name="T0" fmla="*/ 0 w 22"/>
                  <a:gd name="T1" fmla="*/ 50 h 8"/>
                  <a:gd name="T2" fmla="*/ 345 w 22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8">
                    <a:moveTo>
                      <a:pt x="0" y="3"/>
                    </a:moveTo>
                    <a:cubicBezTo>
                      <a:pt x="7" y="0"/>
                      <a:pt x="19" y="1"/>
                      <a:pt x="22" y="8"/>
                    </a:cubicBezTo>
                  </a:path>
                </a:pathLst>
              </a:custGeom>
              <a:solidFill>
                <a:srgbClr val="A6C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0" name="Freeform 1252">
                <a:extLst>
                  <a:ext uri="{FF2B5EF4-FFF2-40B4-BE49-F238E27FC236}">
                    <a16:creationId xmlns:a16="http://schemas.microsoft.com/office/drawing/2014/main" id="{5A8A0CF5-D482-44EC-AE59-4D1188789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642"/>
                <a:ext cx="62" cy="62"/>
              </a:xfrm>
              <a:custGeom>
                <a:avLst/>
                <a:gdLst>
                  <a:gd name="T0" fmla="*/ 184 w 25"/>
                  <a:gd name="T1" fmla="*/ 62 h 25"/>
                  <a:gd name="T2" fmla="*/ 0 w 25"/>
                  <a:gd name="T3" fmla="*/ 104 h 25"/>
                  <a:gd name="T4" fmla="*/ 196 w 25"/>
                  <a:gd name="T5" fmla="*/ 258 h 25"/>
                  <a:gd name="T6" fmla="*/ 184 w 25"/>
                  <a:gd name="T7" fmla="*/ 6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5">
                    <a:moveTo>
                      <a:pt x="12" y="4"/>
                    </a:moveTo>
                    <a:cubicBezTo>
                      <a:pt x="9" y="3"/>
                      <a:pt x="0" y="0"/>
                      <a:pt x="0" y="7"/>
                    </a:cubicBezTo>
                    <a:cubicBezTo>
                      <a:pt x="0" y="9"/>
                      <a:pt x="11" y="16"/>
                      <a:pt x="13" y="17"/>
                    </a:cubicBezTo>
                    <a:cubicBezTo>
                      <a:pt x="25" y="25"/>
                      <a:pt x="24" y="6"/>
                      <a:pt x="12" y="4"/>
                    </a:cubicBezTo>
                  </a:path>
                </a:pathLst>
              </a:custGeom>
              <a:solidFill>
                <a:srgbClr val="A6C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1" name="Freeform 1253">
                <a:extLst>
                  <a:ext uri="{FF2B5EF4-FFF2-40B4-BE49-F238E27FC236}">
                    <a16:creationId xmlns:a16="http://schemas.microsoft.com/office/drawing/2014/main" id="{7E54FA6E-5DFE-4780-A062-B1D1BCDA3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652"/>
                <a:ext cx="73" cy="30"/>
              </a:xfrm>
              <a:custGeom>
                <a:avLst/>
                <a:gdLst>
                  <a:gd name="T0" fmla="*/ 0 w 29"/>
                  <a:gd name="T1" fmla="*/ 0 h 12"/>
                  <a:gd name="T2" fmla="*/ 63 w 29"/>
                  <a:gd name="T3" fmla="*/ 83 h 12"/>
                  <a:gd name="T4" fmla="*/ 176 w 29"/>
                  <a:gd name="T5" fmla="*/ 125 h 12"/>
                  <a:gd name="T6" fmla="*/ 284 w 29"/>
                  <a:gd name="T7" fmla="*/ 188 h 12"/>
                  <a:gd name="T8" fmla="*/ 400 w 29"/>
                  <a:gd name="T9" fmla="*/ 175 h 12"/>
                  <a:gd name="T10" fmla="*/ 430 w 29"/>
                  <a:gd name="T11" fmla="*/ 113 h 12"/>
                  <a:gd name="T12" fmla="*/ 347 w 29"/>
                  <a:gd name="T13" fmla="*/ 8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2">
                    <a:moveTo>
                      <a:pt x="0" y="0"/>
                    </a:moveTo>
                    <a:cubicBezTo>
                      <a:pt x="2" y="1"/>
                      <a:pt x="2" y="4"/>
                      <a:pt x="4" y="5"/>
                    </a:cubicBezTo>
                    <a:cubicBezTo>
                      <a:pt x="6" y="6"/>
                      <a:pt x="9" y="7"/>
                      <a:pt x="11" y="8"/>
                    </a:cubicBezTo>
                    <a:cubicBezTo>
                      <a:pt x="14" y="10"/>
                      <a:pt x="14" y="12"/>
                      <a:pt x="18" y="12"/>
                    </a:cubicBezTo>
                    <a:cubicBezTo>
                      <a:pt x="20" y="12"/>
                      <a:pt x="23" y="11"/>
                      <a:pt x="25" y="11"/>
                    </a:cubicBezTo>
                    <a:cubicBezTo>
                      <a:pt x="28" y="11"/>
                      <a:pt x="29" y="10"/>
                      <a:pt x="27" y="7"/>
                    </a:cubicBezTo>
                    <a:cubicBezTo>
                      <a:pt x="25" y="6"/>
                      <a:pt x="24" y="6"/>
                      <a:pt x="22" y="5"/>
                    </a:cubicBezTo>
                  </a:path>
                </a:pathLst>
              </a:custGeom>
              <a:solidFill>
                <a:srgbClr val="B1C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2" name="Freeform 1254">
                <a:extLst>
                  <a:ext uri="{FF2B5EF4-FFF2-40B4-BE49-F238E27FC236}">
                    <a16:creationId xmlns:a16="http://schemas.microsoft.com/office/drawing/2014/main" id="{7F563017-0C0A-4846-AFCE-18526363E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702"/>
                <a:ext cx="95" cy="17"/>
              </a:xfrm>
              <a:custGeom>
                <a:avLst/>
                <a:gdLst>
                  <a:gd name="T0" fmla="*/ 0 w 38"/>
                  <a:gd name="T1" fmla="*/ 0 h 7"/>
                  <a:gd name="T2" fmla="*/ 63 w 38"/>
                  <a:gd name="T3" fmla="*/ 70 h 7"/>
                  <a:gd name="T4" fmla="*/ 175 w 38"/>
                  <a:gd name="T5" fmla="*/ 58 h 7"/>
                  <a:gd name="T6" fmla="*/ 300 w 38"/>
                  <a:gd name="T7" fmla="*/ 58 h 7"/>
                  <a:gd name="T8" fmla="*/ 408 w 38"/>
                  <a:gd name="T9" fmla="*/ 100 h 7"/>
                  <a:gd name="T10" fmla="*/ 500 w 38"/>
                  <a:gd name="T11" fmla="*/ 58 h 7"/>
                  <a:gd name="T12" fmla="*/ 550 w 38"/>
                  <a:gd name="T13" fmla="*/ 41 h 7"/>
                  <a:gd name="T14" fmla="*/ 595 w 38"/>
                  <a:gd name="T15" fmla="*/ 12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">
                    <a:moveTo>
                      <a:pt x="0" y="0"/>
                    </a:moveTo>
                    <a:cubicBezTo>
                      <a:pt x="2" y="1"/>
                      <a:pt x="1" y="4"/>
                      <a:pt x="4" y="5"/>
                    </a:cubicBezTo>
                    <a:cubicBezTo>
                      <a:pt x="6" y="5"/>
                      <a:pt x="9" y="4"/>
                      <a:pt x="11" y="4"/>
                    </a:cubicBezTo>
                    <a:cubicBezTo>
                      <a:pt x="14" y="3"/>
                      <a:pt x="16" y="4"/>
                      <a:pt x="19" y="4"/>
                    </a:cubicBezTo>
                    <a:cubicBezTo>
                      <a:pt x="21" y="5"/>
                      <a:pt x="24" y="5"/>
                      <a:pt x="26" y="7"/>
                    </a:cubicBezTo>
                    <a:cubicBezTo>
                      <a:pt x="28" y="5"/>
                      <a:pt x="30" y="4"/>
                      <a:pt x="32" y="4"/>
                    </a:cubicBezTo>
                    <a:cubicBezTo>
                      <a:pt x="33" y="3"/>
                      <a:pt x="34" y="3"/>
                      <a:pt x="35" y="3"/>
                    </a:cubicBezTo>
                    <a:cubicBezTo>
                      <a:pt x="36" y="2"/>
                      <a:pt x="37" y="1"/>
                      <a:pt x="38" y="1"/>
                    </a:cubicBezTo>
                  </a:path>
                </a:pathLst>
              </a:custGeom>
              <a:solidFill>
                <a:srgbClr val="B1C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3" name="Freeform 1255">
                <a:extLst>
                  <a:ext uri="{FF2B5EF4-FFF2-40B4-BE49-F238E27FC236}">
                    <a16:creationId xmlns:a16="http://schemas.microsoft.com/office/drawing/2014/main" id="{47951677-2576-41C3-A5B8-24B67D391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669"/>
                <a:ext cx="57" cy="30"/>
              </a:xfrm>
              <a:custGeom>
                <a:avLst/>
                <a:gdLst>
                  <a:gd name="T0" fmla="*/ 0 w 23"/>
                  <a:gd name="T1" fmla="*/ 188 h 12"/>
                  <a:gd name="T2" fmla="*/ 104 w 23"/>
                  <a:gd name="T3" fmla="*/ 188 h 12"/>
                  <a:gd name="T4" fmla="*/ 216 w 23"/>
                  <a:gd name="T5" fmla="*/ 175 h 12"/>
                  <a:gd name="T6" fmla="*/ 287 w 23"/>
                  <a:gd name="T7" fmla="*/ 125 h 12"/>
                  <a:gd name="T8" fmla="*/ 349 w 2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0" y="12"/>
                    </a:moveTo>
                    <a:cubicBezTo>
                      <a:pt x="2" y="11"/>
                      <a:pt x="5" y="12"/>
                      <a:pt x="7" y="12"/>
                    </a:cubicBezTo>
                    <a:cubicBezTo>
                      <a:pt x="10" y="12"/>
                      <a:pt x="11" y="12"/>
                      <a:pt x="14" y="11"/>
                    </a:cubicBezTo>
                    <a:cubicBezTo>
                      <a:pt x="15" y="10"/>
                      <a:pt x="18" y="10"/>
                      <a:pt x="19" y="8"/>
                    </a:cubicBezTo>
                    <a:cubicBezTo>
                      <a:pt x="20" y="6"/>
                      <a:pt x="20" y="2"/>
                      <a:pt x="23" y="0"/>
                    </a:cubicBezTo>
                  </a:path>
                </a:pathLst>
              </a:custGeom>
              <a:solidFill>
                <a:srgbClr val="B1C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4" name="Freeform 1256">
                <a:extLst>
                  <a:ext uri="{FF2B5EF4-FFF2-40B4-BE49-F238E27FC236}">
                    <a16:creationId xmlns:a16="http://schemas.microsoft.com/office/drawing/2014/main" id="{0D778528-8F49-4E6C-AC35-04765F87F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642"/>
                <a:ext cx="43" cy="32"/>
              </a:xfrm>
              <a:custGeom>
                <a:avLst/>
                <a:gdLst>
                  <a:gd name="T0" fmla="*/ 0 w 17"/>
                  <a:gd name="T1" fmla="*/ 182 h 13"/>
                  <a:gd name="T2" fmla="*/ 180 w 17"/>
                  <a:gd name="T3" fmla="*/ 153 h 13"/>
                  <a:gd name="T4" fmla="*/ 243 w 17"/>
                  <a:gd name="T5" fmla="*/ 103 h 13"/>
                  <a:gd name="T6" fmla="*/ 276 w 17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3">
                    <a:moveTo>
                      <a:pt x="0" y="12"/>
                    </a:moveTo>
                    <a:cubicBezTo>
                      <a:pt x="4" y="13"/>
                      <a:pt x="8" y="12"/>
                      <a:pt x="11" y="10"/>
                    </a:cubicBezTo>
                    <a:cubicBezTo>
                      <a:pt x="13" y="9"/>
                      <a:pt x="14" y="8"/>
                      <a:pt x="15" y="7"/>
                    </a:cubicBezTo>
                    <a:cubicBezTo>
                      <a:pt x="17" y="5"/>
                      <a:pt x="17" y="2"/>
                      <a:pt x="17" y="0"/>
                    </a:cubicBezTo>
                  </a:path>
                </a:pathLst>
              </a:custGeom>
              <a:solidFill>
                <a:srgbClr val="B1C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5" name="Freeform 1257">
                <a:extLst>
                  <a:ext uri="{FF2B5EF4-FFF2-40B4-BE49-F238E27FC236}">
                    <a16:creationId xmlns:a16="http://schemas.microsoft.com/office/drawing/2014/main" id="{D896738C-3459-4B44-9D3A-C108169C7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597"/>
                <a:ext cx="55" cy="45"/>
              </a:xfrm>
              <a:custGeom>
                <a:avLst/>
                <a:gdLst>
                  <a:gd name="T0" fmla="*/ 345 w 22"/>
                  <a:gd name="T1" fmla="*/ 0 h 18"/>
                  <a:gd name="T2" fmla="*/ 250 w 22"/>
                  <a:gd name="T3" fmla="*/ 188 h 18"/>
                  <a:gd name="T4" fmla="*/ 158 w 22"/>
                  <a:gd name="T5" fmla="*/ 238 h 18"/>
                  <a:gd name="T6" fmla="*/ 0 w 22"/>
                  <a:gd name="T7" fmla="*/ 28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22" y="0"/>
                    </a:moveTo>
                    <a:cubicBezTo>
                      <a:pt x="19" y="3"/>
                      <a:pt x="19" y="9"/>
                      <a:pt x="16" y="12"/>
                    </a:cubicBezTo>
                    <a:cubicBezTo>
                      <a:pt x="14" y="14"/>
                      <a:pt x="12" y="14"/>
                      <a:pt x="10" y="15"/>
                    </a:cubicBezTo>
                    <a:cubicBezTo>
                      <a:pt x="6" y="15"/>
                      <a:pt x="3" y="18"/>
                      <a:pt x="0" y="18"/>
                    </a:cubicBezTo>
                  </a:path>
                </a:pathLst>
              </a:custGeom>
              <a:solidFill>
                <a:srgbClr val="B1C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6" name="Freeform 1258">
                <a:extLst>
                  <a:ext uri="{FF2B5EF4-FFF2-40B4-BE49-F238E27FC236}">
                    <a16:creationId xmlns:a16="http://schemas.microsoft.com/office/drawing/2014/main" id="{AA96E04E-AAF0-4323-B955-83E2C1AF9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687"/>
                <a:ext cx="56" cy="22"/>
              </a:xfrm>
              <a:custGeom>
                <a:avLst/>
                <a:gdLst>
                  <a:gd name="T0" fmla="*/ 0 w 22"/>
                  <a:gd name="T1" fmla="*/ 0 h 9"/>
                  <a:gd name="T2" fmla="*/ 97 w 22"/>
                  <a:gd name="T3" fmla="*/ 12 h 9"/>
                  <a:gd name="T4" fmla="*/ 181 w 22"/>
                  <a:gd name="T5" fmla="*/ 42 h 9"/>
                  <a:gd name="T6" fmla="*/ 298 w 22"/>
                  <a:gd name="T7" fmla="*/ 71 h 9"/>
                  <a:gd name="T8" fmla="*/ 234 w 22"/>
                  <a:gd name="T9" fmla="*/ 13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1"/>
                      <a:pt x="9" y="2"/>
                      <a:pt x="11" y="3"/>
                    </a:cubicBezTo>
                    <a:cubicBezTo>
                      <a:pt x="13" y="4"/>
                      <a:pt x="16" y="4"/>
                      <a:pt x="18" y="5"/>
                    </a:cubicBezTo>
                    <a:cubicBezTo>
                      <a:pt x="22" y="8"/>
                      <a:pt x="16" y="9"/>
                      <a:pt x="14" y="9"/>
                    </a:cubicBezTo>
                  </a:path>
                </a:pathLst>
              </a:custGeom>
              <a:solidFill>
                <a:srgbClr val="FEEC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7" name="Freeform 1259">
                <a:extLst>
                  <a:ext uri="{FF2B5EF4-FFF2-40B4-BE49-F238E27FC236}">
                    <a16:creationId xmlns:a16="http://schemas.microsoft.com/office/drawing/2014/main" id="{3A4305F3-E79E-4D8F-98FB-42B322A43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579"/>
                <a:ext cx="47" cy="53"/>
              </a:xfrm>
              <a:custGeom>
                <a:avLst/>
                <a:gdLst>
                  <a:gd name="T0" fmla="*/ 0 w 19"/>
                  <a:gd name="T1" fmla="*/ 0 h 21"/>
                  <a:gd name="T2" fmla="*/ 74 w 19"/>
                  <a:gd name="T3" fmla="*/ 83 h 21"/>
                  <a:gd name="T4" fmla="*/ 121 w 19"/>
                  <a:gd name="T5" fmla="*/ 114 h 21"/>
                  <a:gd name="T6" fmla="*/ 153 w 19"/>
                  <a:gd name="T7" fmla="*/ 159 h 21"/>
                  <a:gd name="T8" fmla="*/ 228 w 19"/>
                  <a:gd name="T9" fmla="*/ 255 h 21"/>
                  <a:gd name="T10" fmla="*/ 275 w 19"/>
                  <a:gd name="T11" fmla="*/ 338 h 21"/>
                  <a:gd name="T12" fmla="*/ 195 w 19"/>
                  <a:gd name="T13" fmla="*/ 305 h 21"/>
                  <a:gd name="T14" fmla="*/ 166 w 19"/>
                  <a:gd name="T15" fmla="*/ 242 h 21"/>
                  <a:gd name="T16" fmla="*/ 104 w 19"/>
                  <a:gd name="T17" fmla="*/ 159 h 21"/>
                  <a:gd name="T18" fmla="*/ 30 w 19"/>
                  <a:gd name="T19" fmla="*/ 5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21">
                    <a:moveTo>
                      <a:pt x="0" y="0"/>
                    </a:moveTo>
                    <a:cubicBezTo>
                      <a:pt x="2" y="1"/>
                      <a:pt x="3" y="3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9" y="8"/>
                      <a:pt x="10" y="9"/>
                      <a:pt x="10" y="10"/>
                    </a:cubicBezTo>
                    <a:cubicBezTo>
                      <a:pt x="11" y="12"/>
                      <a:pt x="12" y="14"/>
                      <a:pt x="15" y="16"/>
                    </a:cubicBezTo>
                    <a:cubicBezTo>
                      <a:pt x="16" y="17"/>
                      <a:pt x="19" y="19"/>
                      <a:pt x="18" y="21"/>
                    </a:cubicBezTo>
                    <a:cubicBezTo>
                      <a:pt x="16" y="21"/>
                      <a:pt x="15" y="21"/>
                      <a:pt x="13" y="19"/>
                    </a:cubicBezTo>
                    <a:cubicBezTo>
                      <a:pt x="12" y="18"/>
                      <a:pt x="11" y="16"/>
                      <a:pt x="11" y="15"/>
                    </a:cubicBezTo>
                    <a:cubicBezTo>
                      <a:pt x="10" y="13"/>
                      <a:pt x="8" y="11"/>
                      <a:pt x="7" y="10"/>
                    </a:cubicBezTo>
                    <a:cubicBezTo>
                      <a:pt x="5" y="7"/>
                      <a:pt x="4" y="5"/>
                      <a:pt x="2" y="3"/>
                    </a:cubicBezTo>
                  </a:path>
                </a:pathLst>
              </a:custGeom>
              <a:solidFill>
                <a:srgbClr val="FEEC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8" name="Freeform 1260">
                <a:extLst>
                  <a:ext uri="{FF2B5EF4-FFF2-40B4-BE49-F238E27FC236}">
                    <a16:creationId xmlns:a16="http://schemas.microsoft.com/office/drawing/2014/main" id="{9BEDC563-BFFF-4D43-8A77-70066C418B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12" y="1854"/>
                <a:ext cx="543" cy="568"/>
              </a:xfrm>
              <a:custGeom>
                <a:avLst/>
                <a:gdLst>
                  <a:gd name="T0" fmla="*/ 1647 w 217"/>
                  <a:gd name="T1" fmla="*/ 1441 h 227"/>
                  <a:gd name="T2" fmla="*/ 1647 w 217"/>
                  <a:gd name="T3" fmla="*/ 1441 h 227"/>
                  <a:gd name="T4" fmla="*/ 1647 w 217"/>
                  <a:gd name="T5" fmla="*/ 1441 h 227"/>
                  <a:gd name="T6" fmla="*/ 1647 w 217"/>
                  <a:gd name="T7" fmla="*/ 1441 h 227"/>
                  <a:gd name="T8" fmla="*/ 3401 w 217"/>
                  <a:gd name="T9" fmla="*/ 1221 h 227"/>
                  <a:gd name="T10" fmla="*/ 2880 w 217"/>
                  <a:gd name="T11" fmla="*/ 938 h 227"/>
                  <a:gd name="T12" fmla="*/ 1566 w 217"/>
                  <a:gd name="T13" fmla="*/ 646 h 227"/>
                  <a:gd name="T14" fmla="*/ 1379 w 217"/>
                  <a:gd name="T15" fmla="*/ 1126 h 227"/>
                  <a:gd name="T16" fmla="*/ 0 w 217"/>
                  <a:gd name="T17" fmla="*/ 1314 h 227"/>
                  <a:gd name="T18" fmla="*/ 0 w 217"/>
                  <a:gd name="T19" fmla="*/ 2555 h 227"/>
                  <a:gd name="T20" fmla="*/ 83 w 217"/>
                  <a:gd name="T21" fmla="*/ 2850 h 227"/>
                  <a:gd name="T22" fmla="*/ 188 w 217"/>
                  <a:gd name="T23" fmla="*/ 2975 h 227"/>
                  <a:gd name="T24" fmla="*/ 363 w 217"/>
                  <a:gd name="T25" fmla="*/ 3180 h 227"/>
                  <a:gd name="T26" fmla="*/ 596 w 217"/>
                  <a:gd name="T27" fmla="*/ 3288 h 227"/>
                  <a:gd name="T28" fmla="*/ 833 w 217"/>
                  <a:gd name="T29" fmla="*/ 3431 h 227"/>
                  <a:gd name="T30" fmla="*/ 1159 w 217"/>
                  <a:gd name="T31" fmla="*/ 3493 h 227"/>
                  <a:gd name="T32" fmla="*/ 1441 w 217"/>
                  <a:gd name="T33" fmla="*/ 3556 h 227"/>
                  <a:gd name="T34" fmla="*/ 1709 w 217"/>
                  <a:gd name="T35" fmla="*/ 3556 h 227"/>
                  <a:gd name="T36" fmla="*/ 2222 w 217"/>
                  <a:gd name="T37" fmla="*/ 3506 h 227"/>
                  <a:gd name="T38" fmla="*/ 2567 w 217"/>
                  <a:gd name="T39" fmla="*/ 3380 h 227"/>
                  <a:gd name="T40" fmla="*/ 2850 w 217"/>
                  <a:gd name="T41" fmla="*/ 3288 h 227"/>
                  <a:gd name="T42" fmla="*/ 3100 w 217"/>
                  <a:gd name="T43" fmla="*/ 3068 h 227"/>
                  <a:gd name="T44" fmla="*/ 3381 w 217"/>
                  <a:gd name="T45" fmla="*/ 2555 h 227"/>
                  <a:gd name="T46" fmla="*/ 3381 w 217"/>
                  <a:gd name="T47" fmla="*/ 2242 h 227"/>
                  <a:gd name="T48" fmla="*/ 3368 w 217"/>
                  <a:gd name="T49" fmla="*/ 1959 h 227"/>
                  <a:gd name="T50" fmla="*/ 3381 w 217"/>
                  <a:gd name="T51" fmla="*/ 1659 h 227"/>
                  <a:gd name="T52" fmla="*/ 3401 w 217"/>
                  <a:gd name="T53" fmla="*/ 1221 h 227"/>
                  <a:gd name="T54" fmla="*/ 3025 w 217"/>
                  <a:gd name="T55" fmla="*/ 2692 h 227"/>
                  <a:gd name="T56" fmla="*/ 1772 w 217"/>
                  <a:gd name="T57" fmla="*/ 3130 h 227"/>
                  <a:gd name="T58" fmla="*/ 813 w 217"/>
                  <a:gd name="T59" fmla="*/ 2347 h 227"/>
                  <a:gd name="T60" fmla="*/ 1096 w 217"/>
                  <a:gd name="T61" fmla="*/ 1772 h 227"/>
                  <a:gd name="T62" fmla="*/ 1647 w 217"/>
                  <a:gd name="T63" fmla="*/ 1429 h 227"/>
                  <a:gd name="T64" fmla="*/ 1647 w 217"/>
                  <a:gd name="T65" fmla="*/ 1441 h 227"/>
                  <a:gd name="T66" fmla="*/ 2617 w 217"/>
                  <a:gd name="T67" fmla="*/ 1691 h 227"/>
                  <a:gd name="T68" fmla="*/ 3180 w 217"/>
                  <a:gd name="T69" fmla="*/ 1929 h 227"/>
                  <a:gd name="T70" fmla="*/ 3025 w 217"/>
                  <a:gd name="T71" fmla="*/ 2692 h 2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17" h="227">
                    <a:moveTo>
                      <a:pt x="105" y="92"/>
                    </a:moveTo>
                    <a:cubicBezTo>
                      <a:pt x="105" y="92"/>
                      <a:pt x="105" y="92"/>
                      <a:pt x="105" y="92"/>
                    </a:cubicBezTo>
                    <a:cubicBezTo>
                      <a:pt x="105" y="92"/>
                      <a:pt x="105" y="92"/>
                      <a:pt x="105" y="92"/>
                    </a:cubicBezTo>
                    <a:cubicBezTo>
                      <a:pt x="105" y="92"/>
                      <a:pt x="105" y="92"/>
                      <a:pt x="105" y="92"/>
                    </a:cubicBezTo>
                    <a:close/>
                    <a:moveTo>
                      <a:pt x="217" y="78"/>
                    </a:moveTo>
                    <a:cubicBezTo>
                      <a:pt x="207" y="71"/>
                      <a:pt x="197" y="65"/>
                      <a:pt x="184" y="60"/>
                    </a:cubicBezTo>
                    <a:cubicBezTo>
                      <a:pt x="168" y="54"/>
                      <a:pt x="104" y="0"/>
                      <a:pt x="100" y="41"/>
                    </a:cubicBezTo>
                    <a:cubicBezTo>
                      <a:pt x="98" y="58"/>
                      <a:pt x="88" y="56"/>
                      <a:pt x="88" y="72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121"/>
                      <a:pt x="0" y="163"/>
                      <a:pt x="0" y="163"/>
                    </a:cubicBezTo>
                    <a:cubicBezTo>
                      <a:pt x="0" y="170"/>
                      <a:pt x="2" y="176"/>
                      <a:pt x="5" y="182"/>
                    </a:cubicBezTo>
                    <a:cubicBezTo>
                      <a:pt x="6" y="185"/>
                      <a:pt x="9" y="188"/>
                      <a:pt x="12" y="190"/>
                    </a:cubicBezTo>
                    <a:cubicBezTo>
                      <a:pt x="15" y="195"/>
                      <a:pt x="18" y="199"/>
                      <a:pt x="23" y="203"/>
                    </a:cubicBezTo>
                    <a:cubicBezTo>
                      <a:pt x="27" y="206"/>
                      <a:pt x="33" y="207"/>
                      <a:pt x="38" y="210"/>
                    </a:cubicBezTo>
                    <a:cubicBezTo>
                      <a:pt x="43" y="213"/>
                      <a:pt x="48" y="217"/>
                      <a:pt x="53" y="219"/>
                    </a:cubicBezTo>
                    <a:cubicBezTo>
                      <a:pt x="59" y="221"/>
                      <a:pt x="67" y="221"/>
                      <a:pt x="74" y="223"/>
                    </a:cubicBezTo>
                    <a:cubicBezTo>
                      <a:pt x="80" y="224"/>
                      <a:pt x="86" y="226"/>
                      <a:pt x="92" y="227"/>
                    </a:cubicBezTo>
                    <a:cubicBezTo>
                      <a:pt x="97" y="227"/>
                      <a:pt x="104" y="227"/>
                      <a:pt x="109" y="227"/>
                    </a:cubicBezTo>
                    <a:cubicBezTo>
                      <a:pt x="121" y="227"/>
                      <a:pt x="132" y="227"/>
                      <a:pt x="142" y="224"/>
                    </a:cubicBezTo>
                    <a:cubicBezTo>
                      <a:pt x="150" y="223"/>
                      <a:pt x="157" y="219"/>
                      <a:pt x="164" y="216"/>
                    </a:cubicBezTo>
                    <a:cubicBezTo>
                      <a:pt x="170" y="214"/>
                      <a:pt x="176" y="213"/>
                      <a:pt x="182" y="210"/>
                    </a:cubicBezTo>
                    <a:cubicBezTo>
                      <a:pt x="188" y="207"/>
                      <a:pt x="193" y="200"/>
                      <a:pt x="198" y="196"/>
                    </a:cubicBezTo>
                    <a:cubicBezTo>
                      <a:pt x="209" y="186"/>
                      <a:pt x="216" y="176"/>
                      <a:pt x="216" y="163"/>
                    </a:cubicBezTo>
                    <a:cubicBezTo>
                      <a:pt x="216" y="143"/>
                      <a:pt x="216" y="143"/>
                      <a:pt x="216" y="143"/>
                    </a:cubicBezTo>
                    <a:cubicBezTo>
                      <a:pt x="216" y="143"/>
                      <a:pt x="216" y="129"/>
                      <a:pt x="215" y="125"/>
                    </a:cubicBezTo>
                    <a:cubicBezTo>
                      <a:pt x="215" y="120"/>
                      <a:pt x="216" y="106"/>
                      <a:pt x="216" y="106"/>
                    </a:cubicBezTo>
                    <a:lnTo>
                      <a:pt x="217" y="78"/>
                    </a:lnTo>
                    <a:close/>
                    <a:moveTo>
                      <a:pt x="193" y="172"/>
                    </a:moveTo>
                    <a:cubicBezTo>
                      <a:pt x="178" y="195"/>
                      <a:pt x="137" y="203"/>
                      <a:pt x="113" y="200"/>
                    </a:cubicBezTo>
                    <a:cubicBezTo>
                      <a:pt x="84" y="198"/>
                      <a:pt x="54" y="182"/>
                      <a:pt x="52" y="150"/>
                    </a:cubicBezTo>
                    <a:cubicBezTo>
                      <a:pt x="51" y="134"/>
                      <a:pt x="53" y="120"/>
                      <a:pt x="70" y="113"/>
                    </a:cubicBezTo>
                    <a:cubicBezTo>
                      <a:pt x="85" y="108"/>
                      <a:pt x="97" y="104"/>
                      <a:pt x="105" y="91"/>
                    </a:cubicBezTo>
                    <a:cubicBezTo>
                      <a:pt x="105" y="91"/>
                      <a:pt x="105" y="91"/>
                      <a:pt x="105" y="92"/>
                    </a:cubicBezTo>
                    <a:cubicBezTo>
                      <a:pt x="123" y="99"/>
                      <a:pt x="147" y="106"/>
                      <a:pt x="167" y="108"/>
                    </a:cubicBezTo>
                    <a:cubicBezTo>
                      <a:pt x="181" y="110"/>
                      <a:pt x="200" y="107"/>
                      <a:pt x="203" y="123"/>
                    </a:cubicBezTo>
                    <a:cubicBezTo>
                      <a:pt x="205" y="139"/>
                      <a:pt x="201" y="159"/>
                      <a:pt x="193" y="172"/>
                    </a:cubicBezTo>
                    <a:close/>
                  </a:path>
                </a:pathLst>
              </a:custGeom>
              <a:solidFill>
                <a:srgbClr val="006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9" name="Freeform 1261">
                <a:extLst>
                  <a:ext uri="{FF2B5EF4-FFF2-40B4-BE49-F238E27FC236}">
                    <a16:creationId xmlns:a16="http://schemas.microsoft.com/office/drawing/2014/main" id="{F3D98609-5B09-4734-8987-9D20A0BD4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239"/>
                <a:ext cx="543" cy="858"/>
              </a:xfrm>
              <a:custGeom>
                <a:avLst/>
                <a:gdLst>
                  <a:gd name="T0" fmla="*/ 721 w 217"/>
                  <a:gd name="T1" fmla="*/ 1126 h 343"/>
                  <a:gd name="T2" fmla="*/ 1114 w 217"/>
                  <a:gd name="T3" fmla="*/ 613 h 343"/>
                  <a:gd name="T4" fmla="*/ 1804 w 217"/>
                  <a:gd name="T5" fmla="*/ 313 h 343"/>
                  <a:gd name="T6" fmla="*/ 2505 w 217"/>
                  <a:gd name="T7" fmla="*/ 220 h 343"/>
                  <a:gd name="T8" fmla="*/ 3055 w 217"/>
                  <a:gd name="T9" fmla="*/ 300 h 343"/>
                  <a:gd name="T10" fmla="*/ 3401 w 217"/>
                  <a:gd name="T11" fmla="*/ 533 h 343"/>
                  <a:gd name="T12" fmla="*/ 3255 w 217"/>
                  <a:gd name="T13" fmla="*/ 395 h 343"/>
                  <a:gd name="T14" fmla="*/ 3068 w 217"/>
                  <a:gd name="T15" fmla="*/ 283 h 343"/>
                  <a:gd name="T16" fmla="*/ 2930 w 217"/>
                  <a:gd name="T17" fmla="*/ 208 h 343"/>
                  <a:gd name="T18" fmla="*/ 2710 w 217"/>
                  <a:gd name="T19" fmla="*/ 145 h 343"/>
                  <a:gd name="T20" fmla="*/ 2522 w 217"/>
                  <a:gd name="T21" fmla="*/ 63 h 343"/>
                  <a:gd name="T22" fmla="*/ 2305 w 217"/>
                  <a:gd name="T23" fmla="*/ 33 h 343"/>
                  <a:gd name="T24" fmla="*/ 2097 w 217"/>
                  <a:gd name="T25" fmla="*/ 0 h 343"/>
                  <a:gd name="T26" fmla="*/ 1897 w 217"/>
                  <a:gd name="T27" fmla="*/ 0 h 343"/>
                  <a:gd name="T28" fmla="*/ 1616 w 217"/>
                  <a:gd name="T29" fmla="*/ 20 h 343"/>
                  <a:gd name="T30" fmla="*/ 1396 w 217"/>
                  <a:gd name="T31" fmla="*/ 63 h 343"/>
                  <a:gd name="T32" fmla="*/ 1146 w 217"/>
                  <a:gd name="T33" fmla="*/ 113 h 343"/>
                  <a:gd name="T34" fmla="*/ 896 w 217"/>
                  <a:gd name="T35" fmla="*/ 238 h 343"/>
                  <a:gd name="T36" fmla="*/ 658 w 217"/>
                  <a:gd name="T37" fmla="*/ 333 h 343"/>
                  <a:gd name="T38" fmla="*/ 520 w 217"/>
                  <a:gd name="T39" fmla="*/ 488 h 343"/>
                  <a:gd name="T40" fmla="*/ 363 w 217"/>
                  <a:gd name="T41" fmla="*/ 625 h 343"/>
                  <a:gd name="T42" fmla="*/ 300 w 217"/>
                  <a:gd name="T43" fmla="*/ 813 h 343"/>
                  <a:gd name="T44" fmla="*/ 250 w 217"/>
                  <a:gd name="T45" fmla="*/ 1001 h 343"/>
                  <a:gd name="T46" fmla="*/ 0 w 217"/>
                  <a:gd name="T47" fmla="*/ 2584 h 343"/>
                  <a:gd name="T48" fmla="*/ 220 w 217"/>
                  <a:gd name="T49" fmla="*/ 3992 h 343"/>
                  <a:gd name="T50" fmla="*/ 250 w 217"/>
                  <a:gd name="T51" fmla="*/ 4505 h 343"/>
                  <a:gd name="T52" fmla="*/ 250 w 217"/>
                  <a:gd name="T53" fmla="*/ 4943 h 343"/>
                  <a:gd name="T54" fmla="*/ 333 w 217"/>
                  <a:gd name="T55" fmla="*/ 5088 h 343"/>
                  <a:gd name="T56" fmla="*/ 908 w 217"/>
                  <a:gd name="T57" fmla="*/ 5226 h 343"/>
                  <a:gd name="T58" fmla="*/ 1126 w 217"/>
                  <a:gd name="T59" fmla="*/ 4568 h 343"/>
                  <a:gd name="T60" fmla="*/ 783 w 217"/>
                  <a:gd name="T61" fmla="*/ 3960 h 343"/>
                  <a:gd name="T62" fmla="*/ 896 w 217"/>
                  <a:gd name="T63" fmla="*/ 4650 h 343"/>
                  <a:gd name="T64" fmla="*/ 520 w 217"/>
                  <a:gd name="T65" fmla="*/ 4085 h 343"/>
                  <a:gd name="T66" fmla="*/ 375 w 217"/>
                  <a:gd name="T67" fmla="*/ 3334 h 343"/>
                  <a:gd name="T68" fmla="*/ 345 w 217"/>
                  <a:gd name="T69" fmla="*/ 2554 h 343"/>
                  <a:gd name="T70" fmla="*/ 721 w 217"/>
                  <a:gd name="T71" fmla="*/ 1126 h 34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17" h="343">
                    <a:moveTo>
                      <a:pt x="46" y="72"/>
                    </a:moveTo>
                    <a:cubicBezTo>
                      <a:pt x="52" y="59"/>
                      <a:pt x="58" y="47"/>
                      <a:pt x="71" y="39"/>
                    </a:cubicBezTo>
                    <a:cubicBezTo>
                      <a:pt x="84" y="31"/>
                      <a:pt x="100" y="24"/>
                      <a:pt x="115" y="20"/>
                    </a:cubicBezTo>
                    <a:cubicBezTo>
                      <a:pt x="130" y="15"/>
                      <a:pt x="144" y="14"/>
                      <a:pt x="160" y="14"/>
                    </a:cubicBezTo>
                    <a:cubicBezTo>
                      <a:pt x="171" y="15"/>
                      <a:pt x="185" y="14"/>
                      <a:pt x="195" y="19"/>
                    </a:cubicBezTo>
                    <a:cubicBezTo>
                      <a:pt x="203" y="22"/>
                      <a:pt x="209" y="31"/>
                      <a:pt x="217" y="34"/>
                    </a:cubicBezTo>
                    <a:cubicBezTo>
                      <a:pt x="214" y="31"/>
                      <a:pt x="212" y="28"/>
                      <a:pt x="208" y="25"/>
                    </a:cubicBezTo>
                    <a:cubicBezTo>
                      <a:pt x="205" y="22"/>
                      <a:pt x="200" y="21"/>
                      <a:pt x="196" y="18"/>
                    </a:cubicBezTo>
                    <a:cubicBezTo>
                      <a:pt x="193" y="16"/>
                      <a:pt x="190" y="14"/>
                      <a:pt x="187" y="13"/>
                    </a:cubicBezTo>
                    <a:cubicBezTo>
                      <a:pt x="182" y="11"/>
                      <a:pt x="177" y="10"/>
                      <a:pt x="173" y="9"/>
                    </a:cubicBezTo>
                    <a:cubicBezTo>
                      <a:pt x="169" y="7"/>
                      <a:pt x="165" y="5"/>
                      <a:pt x="161" y="4"/>
                    </a:cubicBezTo>
                    <a:cubicBezTo>
                      <a:pt x="157" y="3"/>
                      <a:pt x="152" y="3"/>
                      <a:pt x="147" y="2"/>
                    </a:cubicBezTo>
                    <a:cubicBezTo>
                      <a:pt x="143" y="2"/>
                      <a:pt x="138" y="0"/>
                      <a:pt x="134" y="0"/>
                    </a:cubicBezTo>
                    <a:cubicBezTo>
                      <a:pt x="130" y="0"/>
                      <a:pt x="125" y="0"/>
                      <a:pt x="121" y="0"/>
                    </a:cubicBezTo>
                    <a:cubicBezTo>
                      <a:pt x="115" y="0"/>
                      <a:pt x="109" y="0"/>
                      <a:pt x="103" y="1"/>
                    </a:cubicBezTo>
                    <a:cubicBezTo>
                      <a:pt x="98" y="1"/>
                      <a:pt x="94" y="3"/>
                      <a:pt x="89" y="4"/>
                    </a:cubicBezTo>
                    <a:cubicBezTo>
                      <a:pt x="83" y="5"/>
                      <a:pt x="77" y="5"/>
                      <a:pt x="73" y="7"/>
                    </a:cubicBezTo>
                    <a:cubicBezTo>
                      <a:pt x="67" y="9"/>
                      <a:pt x="62" y="13"/>
                      <a:pt x="57" y="15"/>
                    </a:cubicBezTo>
                    <a:cubicBezTo>
                      <a:pt x="52" y="17"/>
                      <a:pt x="46" y="18"/>
                      <a:pt x="42" y="21"/>
                    </a:cubicBezTo>
                    <a:cubicBezTo>
                      <a:pt x="38" y="24"/>
                      <a:pt x="36" y="28"/>
                      <a:pt x="33" y="31"/>
                    </a:cubicBezTo>
                    <a:cubicBezTo>
                      <a:pt x="29" y="34"/>
                      <a:pt x="25" y="37"/>
                      <a:pt x="23" y="40"/>
                    </a:cubicBezTo>
                    <a:cubicBezTo>
                      <a:pt x="20" y="44"/>
                      <a:pt x="20" y="48"/>
                      <a:pt x="19" y="52"/>
                    </a:cubicBezTo>
                    <a:cubicBezTo>
                      <a:pt x="18" y="56"/>
                      <a:pt x="16" y="60"/>
                      <a:pt x="16" y="64"/>
                    </a:cubicBezTo>
                    <a:cubicBezTo>
                      <a:pt x="16" y="64"/>
                      <a:pt x="0" y="127"/>
                      <a:pt x="0" y="165"/>
                    </a:cubicBezTo>
                    <a:cubicBezTo>
                      <a:pt x="0" y="195"/>
                      <a:pt x="9" y="229"/>
                      <a:pt x="14" y="255"/>
                    </a:cubicBezTo>
                    <a:cubicBezTo>
                      <a:pt x="15" y="263"/>
                      <a:pt x="16" y="284"/>
                      <a:pt x="16" y="288"/>
                    </a:cubicBezTo>
                    <a:cubicBezTo>
                      <a:pt x="16" y="296"/>
                      <a:pt x="16" y="306"/>
                      <a:pt x="16" y="316"/>
                    </a:cubicBezTo>
                    <a:cubicBezTo>
                      <a:pt x="17" y="319"/>
                      <a:pt x="19" y="322"/>
                      <a:pt x="21" y="325"/>
                    </a:cubicBezTo>
                    <a:cubicBezTo>
                      <a:pt x="30" y="338"/>
                      <a:pt x="44" y="343"/>
                      <a:pt x="58" y="334"/>
                    </a:cubicBezTo>
                    <a:cubicBezTo>
                      <a:pt x="72" y="325"/>
                      <a:pt x="73" y="309"/>
                      <a:pt x="72" y="292"/>
                    </a:cubicBezTo>
                    <a:cubicBezTo>
                      <a:pt x="71" y="278"/>
                      <a:pt x="61" y="263"/>
                      <a:pt x="50" y="253"/>
                    </a:cubicBezTo>
                    <a:cubicBezTo>
                      <a:pt x="53" y="260"/>
                      <a:pt x="66" y="292"/>
                      <a:pt x="57" y="297"/>
                    </a:cubicBezTo>
                    <a:cubicBezTo>
                      <a:pt x="42" y="306"/>
                      <a:pt x="34" y="268"/>
                      <a:pt x="33" y="261"/>
                    </a:cubicBezTo>
                    <a:cubicBezTo>
                      <a:pt x="32" y="245"/>
                      <a:pt x="28" y="229"/>
                      <a:pt x="24" y="213"/>
                    </a:cubicBezTo>
                    <a:cubicBezTo>
                      <a:pt x="19" y="197"/>
                      <a:pt x="20" y="181"/>
                      <a:pt x="22" y="163"/>
                    </a:cubicBezTo>
                    <a:cubicBezTo>
                      <a:pt x="25" y="132"/>
                      <a:pt x="33" y="101"/>
                      <a:pt x="46" y="72"/>
                    </a:cubicBezTo>
                    <a:close/>
                  </a:path>
                </a:pathLst>
              </a:custGeom>
              <a:solidFill>
                <a:srgbClr val="006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0" name="Freeform 1262">
                <a:extLst>
                  <a:ext uri="{FF2B5EF4-FFF2-40B4-BE49-F238E27FC236}">
                    <a16:creationId xmlns:a16="http://schemas.microsoft.com/office/drawing/2014/main" id="{4505C43D-B2B4-4135-A69A-0E0B66074B9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28" y="1594"/>
                <a:ext cx="160" cy="515"/>
              </a:xfrm>
              <a:custGeom>
                <a:avLst/>
                <a:gdLst>
                  <a:gd name="T0" fmla="*/ 220 w 64"/>
                  <a:gd name="T1" fmla="*/ 2125 h 206"/>
                  <a:gd name="T2" fmla="*/ 208 w 64"/>
                  <a:gd name="T3" fmla="*/ 2250 h 206"/>
                  <a:gd name="T4" fmla="*/ 408 w 64"/>
                  <a:gd name="T5" fmla="*/ 1458 h 206"/>
                  <a:gd name="T6" fmla="*/ 220 w 64"/>
                  <a:gd name="T7" fmla="*/ 2125 h 206"/>
                  <a:gd name="T8" fmla="*/ 988 w 64"/>
                  <a:gd name="T9" fmla="*/ 0 h 206"/>
                  <a:gd name="T10" fmla="*/ 863 w 64"/>
                  <a:gd name="T11" fmla="*/ 1113 h 206"/>
                  <a:gd name="T12" fmla="*/ 750 w 64"/>
                  <a:gd name="T13" fmla="*/ 1875 h 206"/>
                  <a:gd name="T14" fmla="*/ 500 w 64"/>
                  <a:gd name="T15" fmla="*/ 2550 h 206"/>
                  <a:gd name="T16" fmla="*/ 208 w 64"/>
                  <a:gd name="T17" fmla="*/ 2250 h 206"/>
                  <a:gd name="T18" fmla="*/ 0 w 64"/>
                  <a:gd name="T19" fmla="*/ 3125 h 206"/>
                  <a:gd name="T20" fmla="*/ 708 w 64"/>
                  <a:gd name="T21" fmla="*/ 2875 h 206"/>
                  <a:gd name="T22" fmla="*/ 813 w 64"/>
                  <a:gd name="T23" fmla="*/ 2658 h 206"/>
                  <a:gd name="T24" fmla="*/ 833 w 64"/>
                  <a:gd name="T25" fmla="*/ 2300 h 206"/>
                  <a:gd name="T26" fmla="*/ 1000 w 64"/>
                  <a:gd name="T27" fmla="*/ 520 h 206"/>
                  <a:gd name="T28" fmla="*/ 988 w 64"/>
                  <a:gd name="T29" fmla="*/ 0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4" h="206">
                    <a:moveTo>
                      <a:pt x="14" y="136"/>
                    </a:moveTo>
                    <a:cubicBezTo>
                      <a:pt x="14" y="139"/>
                      <a:pt x="13" y="141"/>
                      <a:pt x="13" y="144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1" y="108"/>
                      <a:pt x="16" y="121"/>
                      <a:pt x="14" y="136"/>
                    </a:cubicBezTo>
                    <a:close/>
                    <a:moveTo>
                      <a:pt x="63" y="0"/>
                    </a:moveTo>
                    <a:cubicBezTo>
                      <a:pt x="61" y="24"/>
                      <a:pt x="56" y="49"/>
                      <a:pt x="55" y="71"/>
                    </a:cubicBezTo>
                    <a:cubicBezTo>
                      <a:pt x="54" y="88"/>
                      <a:pt x="53" y="105"/>
                      <a:pt x="48" y="120"/>
                    </a:cubicBezTo>
                    <a:cubicBezTo>
                      <a:pt x="44" y="131"/>
                      <a:pt x="41" y="156"/>
                      <a:pt x="32" y="163"/>
                    </a:cubicBezTo>
                    <a:cubicBezTo>
                      <a:pt x="18" y="173"/>
                      <a:pt x="14" y="157"/>
                      <a:pt x="13" y="144"/>
                    </a:cubicBezTo>
                    <a:cubicBezTo>
                      <a:pt x="0" y="200"/>
                      <a:pt x="0" y="200"/>
                      <a:pt x="0" y="200"/>
                    </a:cubicBezTo>
                    <a:cubicBezTo>
                      <a:pt x="21" y="206"/>
                      <a:pt x="34" y="203"/>
                      <a:pt x="45" y="184"/>
                    </a:cubicBezTo>
                    <a:cubicBezTo>
                      <a:pt x="47" y="180"/>
                      <a:pt x="50" y="175"/>
                      <a:pt x="52" y="170"/>
                    </a:cubicBezTo>
                    <a:cubicBezTo>
                      <a:pt x="53" y="147"/>
                      <a:pt x="53" y="147"/>
                      <a:pt x="53" y="147"/>
                    </a:cubicBezTo>
                    <a:cubicBezTo>
                      <a:pt x="53" y="147"/>
                      <a:pt x="64" y="93"/>
                      <a:pt x="64" y="33"/>
                    </a:cubicBezTo>
                    <a:cubicBezTo>
                      <a:pt x="64" y="22"/>
                      <a:pt x="63" y="11"/>
                      <a:pt x="63" y="0"/>
                    </a:cubicBezTo>
                    <a:close/>
                  </a:path>
                </a:pathLst>
              </a:custGeom>
              <a:solidFill>
                <a:srgbClr val="006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1" name="Freeform 1263">
                <a:extLst>
                  <a:ext uri="{FF2B5EF4-FFF2-40B4-BE49-F238E27FC236}">
                    <a16:creationId xmlns:a16="http://schemas.microsoft.com/office/drawing/2014/main" id="{7EF2CCCE-C0C0-45AC-B4CF-4546F5EC8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057"/>
                <a:ext cx="398" cy="365"/>
              </a:xfrm>
              <a:custGeom>
                <a:avLst/>
                <a:gdLst>
                  <a:gd name="T0" fmla="*/ 1472 w 159"/>
                  <a:gd name="T1" fmla="*/ 2158 h 146"/>
                  <a:gd name="T2" fmla="*/ 313 w 159"/>
                  <a:gd name="T3" fmla="*/ 1345 h 146"/>
                  <a:gd name="T4" fmla="*/ 658 w 159"/>
                  <a:gd name="T5" fmla="*/ 283 h 146"/>
                  <a:gd name="T6" fmla="*/ 345 w 159"/>
                  <a:gd name="T7" fmla="*/ 0 h 146"/>
                  <a:gd name="T8" fmla="*/ 0 w 159"/>
                  <a:gd name="T9" fmla="*/ 50 h 146"/>
                  <a:gd name="T10" fmla="*/ 0 w 159"/>
                  <a:gd name="T11" fmla="*/ 1283 h 146"/>
                  <a:gd name="T12" fmla="*/ 83 w 159"/>
                  <a:gd name="T13" fmla="*/ 1583 h 146"/>
                  <a:gd name="T14" fmla="*/ 188 w 159"/>
                  <a:gd name="T15" fmla="*/ 1708 h 146"/>
                  <a:gd name="T16" fmla="*/ 363 w 159"/>
                  <a:gd name="T17" fmla="*/ 1908 h 146"/>
                  <a:gd name="T18" fmla="*/ 596 w 159"/>
                  <a:gd name="T19" fmla="*/ 2020 h 146"/>
                  <a:gd name="T20" fmla="*/ 834 w 159"/>
                  <a:gd name="T21" fmla="*/ 2158 h 146"/>
                  <a:gd name="T22" fmla="*/ 1159 w 159"/>
                  <a:gd name="T23" fmla="*/ 2220 h 146"/>
                  <a:gd name="T24" fmla="*/ 1442 w 159"/>
                  <a:gd name="T25" fmla="*/ 2283 h 146"/>
                  <a:gd name="T26" fmla="*/ 1710 w 159"/>
                  <a:gd name="T27" fmla="*/ 2283 h 146"/>
                  <a:gd name="T28" fmla="*/ 2225 w 159"/>
                  <a:gd name="T29" fmla="*/ 2238 h 146"/>
                  <a:gd name="T30" fmla="*/ 2493 w 159"/>
                  <a:gd name="T31" fmla="*/ 2145 h 146"/>
                  <a:gd name="T32" fmla="*/ 1472 w 159"/>
                  <a:gd name="T33" fmla="*/ 2158 h 1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9" h="146">
                    <a:moveTo>
                      <a:pt x="94" y="138"/>
                    </a:moveTo>
                    <a:cubicBezTo>
                      <a:pt x="67" y="133"/>
                      <a:pt x="29" y="113"/>
                      <a:pt x="20" y="86"/>
                    </a:cubicBezTo>
                    <a:cubicBezTo>
                      <a:pt x="14" y="69"/>
                      <a:pt x="4" y="5"/>
                      <a:pt x="42" y="18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0"/>
                      <a:pt x="0" y="82"/>
                      <a:pt x="0" y="82"/>
                    </a:cubicBezTo>
                    <a:cubicBezTo>
                      <a:pt x="0" y="89"/>
                      <a:pt x="2" y="95"/>
                      <a:pt x="5" y="101"/>
                    </a:cubicBezTo>
                    <a:cubicBezTo>
                      <a:pt x="6" y="104"/>
                      <a:pt x="9" y="107"/>
                      <a:pt x="12" y="109"/>
                    </a:cubicBezTo>
                    <a:cubicBezTo>
                      <a:pt x="15" y="114"/>
                      <a:pt x="18" y="118"/>
                      <a:pt x="23" y="122"/>
                    </a:cubicBezTo>
                    <a:cubicBezTo>
                      <a:pt x="27" y="125"/>
                      <a:pt x="33" y="126"/>
                      <a:pt x="38" y="129"/>
                    </a:cubicBezTo>
                    <a:cubicBezTo>
                      <a:pt x="43" y="132"/>
                      <a:pt x="48" y="136"/>
                      <a:pt x="53" y="138"/>
                    </a:cubicBezTo>
                    <a:cubicBezTo>
                      <a:pt x="59" y="140"/>
                      <a:pt x="67" y="140"/>
                      <a:pt x="74" y="142"/>
                    </a:cubicBezTo>
                    <a:cubicBezTo>
                      <a:pt x="80" y="143"/>
                      <a:pt x="86" y="145"/>
                      <a:pt x="92" y="146"/>
                    </a:cubicBezTo>
                    <a:cubicBezTo>
                      <a:pt x="97" y="146"/>
                      <a:pt x="104" y="146"/>
                      <a:pt x="109" y="146"/>
                    </a:cubicBezTo>
                    <a:cubicBezTo>
                      <a:pt x="121" y="146"/>
                      <a:pt x="132" y="146"/>
                      <a:pt x="142" y="143"/>
                    </a:cubicBezTo>
                    <a:cubicBezTo>
                      <a:pt x="148" y="142"/>
                      <a:pt x="154" y="140"/>
                      <a:pt x="159" y="137"/>
                    </a:cubicBezTo>
                    <a:cubicBezTo>
                      <a:pt x="137" y="137"/>
                      <a:pt x="116" y="143"/>
                      <a:pt x="94" y="138"/>
                    </a:cubicBezTo>
                    <a:close/>
                  </a:path>
                </a:pathLst>
              </a:custGeom>
              <a:solidFill>
                <a:srgbClr val="005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2" name="Freeform 1264">
                <a:extLst>
                  <a:ext uri="{FF2B5EF4-FFF2-40B4-BE49-F238E27FC236}">
                    <a16:creationId xmlns:a16="http://schemas.microsoft.com/office/drawing/2014/main" id="{9F38D299-57A8-424F-8F4B-DCDCB7081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627"/>
                <a:ext cx="130" cy="275"/>
              </a:xfrm>
              <a:custGeom>
                <a:avLst/>
                <a:gdLst>
                  <a:gd name="T0" fmla="*/ 20 w 52"/>
                  <a:gd name="T1" fmla="*/ 520 h 110"/>
                  <a:gd name="T2" fmla="*/ 375 w 52"/>
                  <a:gd name="T3" fmla="*/ 313 h 110"/>
                  <a:gd name="T4" fmla="*/ 675 w 52"/>
                  <a:gd name="T5" fmla="*/ 0 h 110"/>
                  <a:gd name="T6" fmla="*/ 658 w 52"/>
                  <a:gd name="T7" fmla="*/ 895 h 110"/>
                  <a:gd name="T8" fmla="*/ 438 w 52"/>
                  <a:gd name="T9" fmla="*/ 1363 h 110"/>
                  <a:gd name="T10" fmla="*/ 0 w 52"/>
                  <a:gd name="T11" fmla="*/ 1720 h 110"/>
                  <a:gd name="T12" fmla="*/ 375 w 52"/>
                  <a:gd name="T13" fmla="*/ 988 h 110"/>
                  <a:gd name="T14" fmla="*/ 333 w 52"/>
                  <a:gd name="T15" fmla="*/ 363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110">
                    <a:moveTo>
                      <a:pt x="1" y="33"/>
                    </a:moveTo>
                    <a:cubicBezTo>
                      <a:pt x="8" y="31"/>
                      <a:pt x="18" y="25"/>
                      <a:pt x="24" y="20"/>
                    </a:cubicBezTo>
                    <a:cubicBezTo>
                      <a:pt x="32" y="13"/>
                      <a:pt x="36" y="5"/>
                      <a:pt x="43" y="0"/>
                    </a:cubicBezTo>
                    <a:cubicBezTo>
                      <a:pt x="52" y="16"/>
                      <a:pt x="45" y="39"/>
                      <a:pt x="42" y="57"/>
                    </a:cubicBezTo>
                    <a:cubicBezTo>
                      <a:pt x="40" y="68"/>
                      <a:pt x="36" y="78"/>
                      <a:pt x="28" y="87"/>
                    </a:cubicBezTo>
                    <a:cubicBezTo>
                      <a:pt x="20" y="96"/>
                      <a:pt x="6" y="102"/>
                      <a:pt x="0" y="110"/>
                    </a:cubicBezTo>
                    <a:cubicBezTo>
                      <a:pt x="10" y="94"/>
                      <a:pt x="19" y="82"/>
                      <a:pt x="24" y="63"/>
                    </a:cubicBezTo>
                    <a:cubicBezTo>
                      <a:pt x="27" y="48"/>
                      <a:pt x="20" y="37"/>
                      <a:pt x="21" y="23"/>
                    </a:cubicBezTo>
                  </a:path>
                </a:pathLst>
              </a:custGeom>
              <a:solidFill>
                <a:srgbClr val="F6C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3" name="Freeform 1265">
                <a:extLst>
                  <a:ext uri="{FF2B5EF4-FFF2-40B4-BE49-F238E27FC236}">
                    <a16:creationId xmlns:a16="http://schemas.microsoft.com/office/drawing/2014/main" id="{CB4D9B16-7DA1-43AA-841D-23FA85A4D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739"/>
                <a:ext cx="191" cy="225"/>
              </a:xfrm>
              <a:custGeom>
                <a:avLst/>
                <a:gdLst>
                  <a:gd name="T0" fmla="*/ 83 w 76"/>
                  <a:gd name="T1" fmla="*/ 0 h 90"/>
                  <a:gd name="T2" fmla="*/ 839 w 76"/>
                  <a:gd name="T3" fmla="*/ 283 h 90"/>
                  <a:gd name="T4" fmla="*/ 1156 w 76"/>
                  <a:gd name="T5" fmla="*/ 458 h 90"/>
                  <a:gd name="T6" fmla="*/ 1186 w 76"/>
                  <a:gd name="T7" fmla="*/ 863 h 90"/>
                  <a:gd name="T8" fmla="*/ 746 w 76"/>
                  <a:gd name="T9" fmla="*/ 1313 h 90"/>
                  <a:gd name="T10" fmla="*/ 96 w 76"/>
                  <a:gd name="T11" fmla="*/ 800 h 90"/>
                  <a:gd name="T12" fmla="*/ 63 w 76"/>
                  <a:gd name="T13" fmla="*/ 95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90">
                    <a:moveTo>
                      <a:pt x="5" y="0"/>
                    </a:moveTo>
                    <a:cubicBezTo>
                      <a:pt x="19" y="8"/>
                      <a:pt x="37" y="15"/>
                      <a:pt x="53" y="18"/>
                    </a:cubicBezTo>
                    <a:cubicBezTo>
                      <a:pt x="62" y="20"/>
                      <a:pt x="70" y="20"/>
                      <a:pt x="73" y="29"/>
                    </a:cubicBezTo>
                    <a:cubicBezTo>
                      <a:pt x="76" y="36"/>
                      <a:pt x="75" y="47"/>
                      <a:pt x="75" y="55"/>
                    </a:cubicBezTo>
                    <a:cubicBezTo>
                      <a:pt x="75" y="72"/>
                      <a:pt x="74" y="90"/>
                      <a:pt x="47" y="84"/>
                    </a:cubicBezTo>
                    <a:cubicBezTo>
                      <a:pt x="27" y="81"/>
                      <a:pt x="11" y="69"/>
                      <a:pt x="6" y="51"/>
                    </a:cubicBezTo>
                    <a:cubicBezTo>
                      <a:pt x="1" y="37"/>
                      <a:pt x="0" y="21"/>
                      <a:pt x="4" y="6"/>
                    </a:cubicBezTo>
                  </a:path>
                </a:pathLst>
              </a:custGeom>
              <a:solidFill>
                <a:srgbClr val="FEE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4" name="Freeform 1266">
                <a:extLst>
                  <a:ext uri="{FF2B5EF4-FFF2-40B4-BE49-F238E27FC236}">
                    <a16:creationId xmlns:a16="http://schemas.microsoft.com/office/drawing/2014/main" id="{F46413C6-0080-44C9-A6DF-F01C7F491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2792"/>
                <a:ext cx="80" cy="120"/>
              </a:xfrm>
              <a:custGeom>
                <a:avLst/>
                <a:gdLst>
                  <a:gd name="T0" fmla="*/ 83 w 32"/>
                  <a:gd name="T1" fmla="*/ 0 h 48"/>
                  <a:gd name="T2" fmla="*/ 238 w 32"/>
                  <a:gd name="T3" fmla="*/ 738 h 48"/>
                  <a:gd name="T4" fmla="*/ 375 w 32"/>
                  <a:gd name="T5" fmla="*/ 3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8">
                    <a:moveTo>
                      <a:pt x="5" y="0"/>
                    </a:moveTo>
                    <a:cubicBezTo>
                      <a:pt x="2" y="10"/>
                      <a:pt x="0" y="48"/>
                      <a:pt x="15" y="47"/>
                    </a:cubicBezTo>
                    <a:cubicBezTo>
                      <a:pt x="32" y="46"/>
                      <a:pt x="27" y="11"/>
                      <a:pt x="24" y="2"/>
                    </a:cubicBezTo>
                  </a:path>
                </a:pathLst>
              </a:custGeom>
              <a:solidFill>
                <a:srgbClr val="FFF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5" name="Freeform 1267">
                <a:extLst>
                  <a:ext uri="{FF2B5EF4-FFF2-40B4-BE49-F238E27FC236}">
                    <a16:creationId xmlns:a16="http://schemas.microsoft.com/office/drawing/2014/main" id="{01C33A0F-63D5-49FA-86BC-819FF480B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372"/>
                <a:ext cx="157" cy="185"/>
              </a:xfrm>
              <a:custGeom>
                <a:avLst/>
                <a:gdLst>
                  <a:gd name="T0" fmla="*/ 62 w 63"/>
                  <a:gd name="T1" fmla="*/ 0 h 74"/>
                  <a:gd name="T2" fmla="*/ 404 w 63"/>
                  <a:gd name="T3" fmla="*/ 283 h 74"/>
                  <a:gd name="T4" fmla="*/ 820 w 63"/>
                  <a:gd name="T5" fmla="*/ 438 h 74"/>
                  <a:gd name="T6" fmla="*/ 820 w 63"/>
                  <a:gd name="T7" fmla="*/ 875 h 74"/>
                  <a:gd name="T8" fmla="*/ 633 w 63"/>
                  <a:gd name="T9" fmla="*/ 708 h 74"/>
                  <a:gd name="T10" fmla="*/ 528 w 63"/>
                  <a:gd name="T11" fmla="*/ 500 h 74"/>
                  <a:gd name="T12" fmla="*/ 279 w 63"/>
                  <a:gd name="T13" fmla="*/ 550 h 74"/>
                  <a:gd name="T14" fmla="*/ 62 w 63"/>
                  <a:gd name="T15" fmla="*/ 438 h 74"/>
                  <a:gd name="T16" fmla="*/ 12 w 63"/>
                  <a:gd name="T17" fmla="*/ 145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74">
                    <a:moveTo>
                      <a:pt x="4" y="0"/>
                    </a:moveTo>
                    <a:cubicBezTo>
                      <a:pt x="12" y="5"/>
                      <a:pt x="18" y="13"/>
                      <a:pt x="26" y="18"/>
                    </a:cubicBezTo>
                    <a:cubicBezTo>
                      <a:pt x="35" y="22"/>
                      <a:pt x="45" y="23"/>
                      <a:pt x="53" y="28"/>
                    </a:cubicBezTo>
                    <a:cubicBezTo>
                      <a:pt x="63" y="35"/>
                      <a:pt x="55" y="46"/>
                      <a:pt x="53" y="56"/>
                    </a:cubicBezTo>
                    <a:cubicBezTo>
                      <a:pt x="49" y="74"/>
                      <a:pt x="44" y="52"/>
                      <a:pt x="41" y="45"/>
                    </a:cubicBezTo>
                    <a:cubicBezTo>
                      <a:pt x="40" y="40"/>
                      <a:pt x="38" y="35"/>
                      <a:pt x="34" y="32"/>
                    </a:cubicBezTo>
                    <a:cubicBezTo>
                      <a:pt x="27" y="27"/>
                      <a:pt x="24" y="31"/>
                      <a:pt x="18" y="35"/>
                    </a:cubicBezTo>
                    <a:cubicBezTo>
                      <a:pt x="11" y="39"/>
                      <a:pt x="8" y="35"/>
                      <a:pt x="4" y="28"/>
                    </a:cubicBezTo>
                    <a:cubicBezTo>
                      <a:pt x="0" y="22"/>
                      <a:pt x="0" y="16"/>
                      <a:pt x="1" y="9"/>
                    </a:cubicBezTo>
                  </a:path>
                </a:pathLst>
              </a:custGeom>
              <a:solidFill>
                <a:srgbClr val="CFE2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6" name="Freeform 1268">
                <a:extLst>
                  <a:ext uri="{FF2B5EF4-FFF2-40B4-BE49-F238E27FC236}">
                    <a16:creationId xmlns:a16="http://schemas.microsoft.com/office/drawing/2014/main" id="{250E6139-6EFE-4767-A54E-DF3EAF9AF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339"/>
                <a:ext cx="92" cy="175"/>
              </a:xfrm>
              <a:custGeom>
                <a:avLst/>
                <a:gdLst>
                  <a:gd name="T0" fmla="*/ 42 w 37"/>
                  <a:gd name="T1" fmla="*/ 488 h 70"/>
                  <a:gd name="T2" fmla="*/ 525 w 37"/>
                  <a:gd name="T3" fmla="*/ 0 h 70"/>
                  <a:gd name="T4" fmla="*/ 475 w 37"/>
                  <a:gd name="T5" fmla="*/ 613 h 70"/>
                  <a:gd name="T6" fmla="*/ 0 w 37"/>
                  <a:gd name="T7" fmla="*/ 1095 h 70"/>
                  <a:gd name="T8" fmla="*/ 154 w 37"/>
                  <a:gd name="T9" fmla="*/ 863 h 70"/>
                  <a:gd name="T10" fmla="*/ 124 w 37"/>
                  <a:gd name="T11" fmla="*/ 55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70">
                    <a:moveTo>
                      <a:pt x="3" y="31"/>
                    </a:moveTo>
                    <a:cubicBezTo>
                      <a:pt x="16" y="26"/>
                      <a:pt x="27" y="10"/>
                      <a:pt x="34" y="0"/>
                    </a:cubicBezTo>
                    <a:cubicBezTo>
                      <a:pt x="34" y="12"/>
                      <a:pt x="37" y="28"/>
                      <a:pt x="31" y="39"/>
                    </a:cubicBezTo>
                    <a:cubicBezTo>
                      <a:pt x="24" y="51"/>
                      <a:pt x="12" y="62"/>
                      <a:pt x="0" y="70"/>
                    </a:cubicBezTo>
                    <a:cubicBezTo>
                      <a:pt x="5" y="65"/>
                      <a:pt x="8" y="61"/>
                      <a:pt x="10" y="55"/>
                    </a:cubicBezTo>
                    <a:cubicBezTo>
                      <a:pt x="11" y="48"/>
                      <a:pt x="7" y="42"/>
                      <a:pt x="8" y="35"/>
                    </a:cubicBezTo>
                  </a:path>
                </a:pathLst>
              </a:custGeom>
              <a:solidFill>
                <a:srgbClr val="8DC0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7" name="Freeform 1269">
                <a:extLst>
                  <a:ext uri="{FF2B5EF4-FFF2-40B4-BE49-F238E27FC236}">
                    <a16:creationId xmlns:a16="http://schemas.microsoft.com/office/drawing/2014/main" id="{210E68F1-DCE8-4A88-AFD4-A572C2693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607"/>
                <a:ext cx="115" cy="110"/>
              </a:xfrm>
              <a:custGeom>
                <a:avLst/>
                <a:gdLst>
                  <a:gd name="T0" fmla="*/ 720 w 46"/>
                  <a:gd name="T1" fmla="*/ 0 h 44"/>
                  <a:gd name="T2" fmla="*/ 0 w 46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4">
                    <a:moveTo>
                      <a:pt x="46" y="0"/>
                    </a:moveTo>
                    <a:cubicBezTo>
                      <a:pt x="36" y="15"/>
                      <a:pt x="20" y="39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8" name="Freeform 1270">
                <a:extLst>
                  <a:ext uri="{FF2B5EF4-FFF2-40B4-BE49-F238E27FC236}">
                    <a16:creationId xmlns:a16="http://schemas.microsoft.com/office/drawing/2014/main" id="{80BB61D6-7ADF-4C2B-9CFC-5ADD414C9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749"/>
                <a:ext cx="136" cy="48"/>
              </a:xfrm>
              <a:custGeom>
                <a:avLst/>
                <a:gdLst>
                  <a:gd name="T0" fmla="*/ 864 w 54"/>
                  <a:gd name="T1" fmla="*/ 222 h 19"/>
                  <a:gd name="T2" fmla="*/ 0 w 54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9">
                    <a:moveTo>
                      <a:pt x="54" y="14"/>
                    </a:moveTo>
                    <a:cubicBezTo>
                      <a:pt x="34" y="19"/>
                      <a:pt x="17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9" name="Freeform 1271">
                <a:extLst>
                  <a:ext uri="{FF2B5EF4-FFF2-40B4-BE49-F238E27FC236}">
                    <a16:creationId xmlns:a16="http://schemas.microsoft.com/office/drawing/2014/main" id="{D27AF20C-0AD5-426F-9B86-75D8D155F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674"/>
                <a:ext cx="107" cy="68"/>
              </a:xfrm>
              <a:custGeom>
                <a:avLst/>
                <a:gdLst>
                  <a:gd name="T0" fmla="*/ 662 w 43"/>
                  <a:gd name="T1" fmla="*/ 400 h 27"/>
                  <a:gd name="T2" fmla="*/ 216 w 43"/>
                  <a:gd name="T3" fmla="*/ 272 h 27"/>
                  <a:gd name="T4" fmla="*/ 0 w 43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7">
                    <a:moveTo>
                      <a:pt x="43" y="25"/>
                    </a:moveTo>
                    <a:cubicBezTo>
                      <a:pt x="34" y="27"/>
                      <a:pt x="22" y="22"/>
                      <a:pt x="14" y="17"/>
                    </a:cubicBezTo>
                    <a:cubicBezTo>
                      <a:pt x="8" y="13"/>
                      <a:pt x="4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0" name="Freeform 1272">
                <a:extLst>
                  <a:ext uri="{FF2B5EF4-FFF2-40B4-BE49-F238E27FC236}">
                    <a16:creationId xmlns:a16="http://schemas.microsoft.com/office/drawing/2014/main" id="{326AECD0-84DF-4C7C-9B01-7F03EF60A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737"/>
                <a:ext cx="158" cy="55"/>
              </a:xfrm>
              <a:custGeom>
                <a:avLst/>
                <a:gdLst>
                  <a:gd name="T0" fmla="*/ 993 w 63"/>
                  <a:gd name="T1" fmla="*/ 313 h 22"/>
                  <a:gd name="T2" fmla="*/ 880 w 63"/>
                  <a:gd name="T3" fmla="*/ 313 h 22"/>
                  <a:gd name="T4" fmla="*/ 722 w 63"/>
                  <a:gd name="T5" fmla="*/ 345 h 22"/>
                  <a:gd name="T6" fmla="*/ 364 w 63"/>
                  <a:gd name="T7" fmla="*/ 208 h 22"/>
                  <a:gd name="T8" fmla="*/ 251 w 63"/>
                  <a:gd name="T9" fmla="*/ 145 h 22"/>
                  <a:gd name="T10" fmla="*/ 145 w 63"/>
                  <a:gd name="T11" fmla="*/ 113 h 22"/>
                  <a:gd name="T12" fmla="*/ 0 w 63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22">
                    <a:moveTo>
                      <a:pt x="63" y="20"/>
                    </a:moveTo>
                    <a:cubicBezTo>
                      <a:pt x="62" y="20"/>
                      <a:pt x="59" y="20"/>
                      <a:pt x="56" y="20"/>
                    </a:cubicBezTo>
                    <a:cubicBezTo>
                      <a:pt x="53" y="20"/>
                      <a:pt x="50" y="22"/>
                      <a:pt x="46" y="22"/>
                    </a:cubicBezTo>
                    <a:cubicBezTo>
                      <a:pt x="38" y="22"/>
                      <a:pt x="29" y="17"/>
                      <a:pt x="23" y="13"/>
                    </a:cubicBezTo>
                    <a:cubicBezTo>
                      <a:pt x="20" y="12"/>
                      <a:pt x="18" y="10"/>
                      <a:pt x="16" y="9"/>
                    </a:cubicBezTo>
                    <a:cubicBezTo>
                      <a:pt x="14" y="8"/>
                      <a:pt x="11" y="8"/>
                      <a:pt x="9" y="7"/>
                    </a:cubicBezTo>
                    <a:cubicBezTo>
                      <a:pt x="5" y="5"/>
                      <a:pt x="2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1" name="Freeform 1273">
                <a:extLst>
                  <a:ext uri="{FF2B5EF4-FFF2-40B4-BE49-F238E27FC236}">
                    <a16:creationId xmlns:a16="http://schemas.microsoft.com/office/drawing/2014/main" id="{04C4D37A-9D35-4AEA-99FE-FC9FE6983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767"/>
                <a:ext cx="175" cy="30"/>
              </a:xfrm>
              <a:custGeom>
                <a:avLst/>
                <a:gdLst>
                  <a:gd name="T0" fmla="*/ 1095 w 70"/>
                  <a:gd name="T1" fmla="*/ 0 h 12"/>
                  <a:gd name="T2" fmla="*/ 813 w 70"/>
                  <a:gd name="T3" fmla="*/ 125 h 12"/>
                  <a:gd name="T4" fmla="*/ 458 w 70"/>
                  <a:gd name="T5" fmla="*/ 125 h 12"/>
                  <a:gd name="T6" fmla="*/ 0 w 70"/>
                  <a:gd name="T7" fmla="*/ 12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12">
                    <a:moveTo>
                      <a:pt x="70" y="0"/>
                    </a:moveTo>
                    <a:cubicBezTo>
                      <a:pt x="65" y="4"/>
                      <a:pt x="59" y="8"/>
                      <a:pt x="52" y="8"/>
                    </a:cubicBezTo>
                    <a:cubicBezTo>
                      <a:pt x="44" y="9"/>
                      <a:pt x="36" y="8"/>
                      <a:pt x="29" y="8"/>
                    </a:cubicBezTo>
                    <a:cubicBezTo>
                      <a:pt x="19" y="8"/>
                      <a:pt x="10" y="12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2" name="Freeform 1274">
                <a:extLst>
                  <a:ext uri="{FF2B5EF4-FFF2-40B4-BE49-F238E27FC236}">
                    <a16:creationId xmlns:a16="http://schemas.microsoft.com/office/drawing/2014/main" id="{0D30F8B0-71B0-42B7-A5B5-E0D79421C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787"/>
                <a:ext cx="187" cy="35"/>
              </a:xfrm>
              <a:custGeom>
                <a:avLst/>
                <a:gdLst>
                  <a:gd name="T0" fmla="*/ 1162 w 75"/>
                  <a:gd name="T1" fmla="*/ 20 h 14"/>
                  <a:gd name="T2" fmla="*/ 915 w 75"/>
                  <a:gd name="T3" fmla="*/ 145 h 14"/>
                  <a:gd name="T4" fmla="*/ 479 w 75"/>
                  <a:gd name="T5" fmla="*/ 188 h 14"/>
                  <a:gd name="T6" fmla="*/ 262 w 75"/>
                  <a:gd name="T7" fmla="*/ 113 h 14"/>
                  <a:gd name="T8" fmla="*/ 0 w 75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4">
                    <a:moveTo>
                      <a:pt x="75" y="1"/>
                    </a:moveTo>
                    <a:cubicBezTo>
                      <a:pt x="70" y="4"/>
                      <a:pt x="65" y="7"/>
                      <a:pt x="59" y="9"/>
                    </a:cubicBezTo>
                    <a:cubicBezTo>
                      <a:pt x="50" y="13"/>
                      <a:pt x="41" y="14"/>
                      <a:pt x="31" y="12"/>
                    </a:cubicBezTo>
                    <a:cubicBezTo>
                      <a:pt x="26" y="11"/>
                      <a:pt x="21" y="10"/>
                      <a:pt x="17" y="7"/>
                    </a:cubicBezTo>
                    <a:cubicBezTo>
                      <a:pt x="14" y="6"/>
                      <a:pt x="3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3" name="Freeform 1275">
                <a:extLst>
                  <a:ext uri="{FF2B5EF4-FFF2-40B4-BE49-F238E27FC236}">
                    <a16:creationId xmlns:a16="http://schemas.microsoft.com/office/drawing/2014/main" id="{25D66911-1C21-4401-B8E1-07D982B63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2787"/>
                <a:ext cx="171" cy="40"/>
              </a:xfrm>
              <a:custGeom>
                <a:avLst/>
                <a:gdLst>
                  <a:gd name="T0" fmla="*/ 1081 w 68"/>
                  <a:gd name="T1" fmla="*/ 208 h 16"/>
                  <a:gd name="T2" fmla="*/ 827 w 68"/>
                  <a:gd name="T3" fmla="*/ 238 h 16"/>
                  <a:gd name="T4" fmla="*/ 367 w 68"/>
                  <a:gd name="T5" fmla="*/ 175 h 16"/>
                  <a:gd name="T6" fmla="*/ 0 w 68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6">
                    <a:moveTo>
                      <a:pt x="68" y="13"/>
                    </a:moveTo>
                    <a:cubicBezTo>
                      <a:pt x="63" y="13"/>
                      <a:pt x="57" y="14"/>
                      <a:pt x="52" y="15"/>
                    </a:cubicBezTo>
                    <a:cubicBezTo>
                      <a:pt x="43" y="16"/>
                      <a:pt x="32" y="14"/>
                      <a:pt x="23" y="11"/>
                    </a:cubicBezTo>
                    <a:cubicBezTo>
                      <a:pt x="16" y="9"/>
                      <a:pt x="5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4" name="Freeform 1276">
                <a:extLst>
                  <a:ext uri="{FF2B5EF4-FFF2-40B4-BE49-F238E27FC236}">
                    <a16:creationId xmlns:a16="http://schemas.microsoft.com/office/drawing/2014/main" id="{3CC1A606-946E-4BC6-9BA7-FF541B44C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674"/>
                <a:ext cx="108" cy="90"/>
              </a:xfrm>
              <a:custGeom>
                <a:avLst/>
                <a:gdLst>
                  <a:gd name="T0" fmla="*/ 681 w 43"/>
                  <a:gd name="T1" fmla="*/ 533 h 36"/>
                  <a:gd name="T2" fmla="*/ 409 w 43"/>
                  <a:gd name="T3" fmla="*/ 500 h 36"/>
                  <a:gd name="T4" fmla="*/ 146 w 43"/>
                  <a:gd name="T5" fmla="*/ 363 h 36"/>
                  <a:gd name="T6" fmla="*/ 0 w 43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43" y="34"/>
                    </a:moveTo>
                    <a:cubicBezTo>
                      <a:pt x="38" y="36"/>
                      <a:pt x="30" y="33"/>
                      <a:pt x="26" y="32"/>
                    </a:cubicBezTo>
                    <a:cubicBezTo>
                      <a:pt x="19" y="30"/>
                      <a:pt x="13" y="29"/>
                      <a:pt x="9" y="23"/>
                    </a:cubicBezTo>
                    <a:cubicBezTo>
                      <a:pt x="5" y="17"/>
                      <a:pt x="2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5" name="Freeform 1277">
                <a:extLst>
                  <a:ext uri="{FF2B5EF4-FFF2-40B4-BE49-F238E27FC236}">
                    <a16:creationId xmlns:a16="http://schemas.microsoft.com/office/drawing/2014/main" id="{12B23259-6EED-4C44-998D-E1885467E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919"/>
                <a:ext cx="348" cy="78"/>
              </a:xfrm>
              <a:custGeom>
                <a:avLst/>
                <a:gdLst>
                  <a:gd name="T0" fmla="*/ 2181 w 139"/>
                  <a:gd name="T1" fmla="*/ 493 h 31"/>
                  <a:gd name="T2" fmla="*/ 2025 w 139"/>
                  <a:gd name="T3" fmla="*/ 430 h 31"/>
                  <a:gd name="T4" fmla="*/ 1775 w 139"/>
                  <a:gd name="T5" fmla="*/ 380 h 31"/>
                  <a:gd name="T6" fmla="*/ 1334 w 139"/>
                  <a:gd name="T7" fmla="*/ 413 h 31"/>
                  <a:gd name="T8" fmla="*/ 1084 w 139"/>
                  <a:gd name="T9" fmla="*/ 413 h 31"/>
                  <a:gd name="T10" fmla="*/ 721 w 139"/>
                  <a:gd name="T11" fmla="*/ 189 h 31"/>
                  <a:gd name="T12" fmla="*/ 396 w 139"/>
                  <a:gd name="T13" fmla="*/ 50 h 31"/>
                  <a:gd name="T14" fmla="*/ 0 w 139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9" h="31">
                    <a:moveTo>
                      <a:pt x="139" y="31"/>
                    </a:moveTo>
                    <a:cubicBezTo>
                      <a:pt x="136" y="31"/>
                      <a:pt x="132" y="28"/>
                      <a:pt x="129" y="27"/>
                    </a:cubicBezTo>
                    <a:cubicBezTo>
                      <a:pt x="124" y="25"/>
                      <a:pt x="118" y="24"/>
                      <a:pt x="113" y="24"/>
                    </a:cubicBezTo>
                    <a:cubicBezTo>
                      <a:pt x="104" y="23"/>
                      <a:pt x="94" y="25"/>
                      <a:pt x="85" y="26"/>
                    </a:cubicBezTo>
                    <a:cubicBezTo>
                      <a:pt x="79" y="27"/>
                      <a:pt x="75" y="27"/>
                      <a:pt x="69" y="26"/>
                    </a:cubicBezTo>
                    <a:cubicBezTo>
                      <a:pt x="59" y="23"/>
                      <a:pt x="52" y="20"/>
                      <a:pt x="46" y="12"/>
                    </a:cubicBezTo>
                    <a:cubicBezTo>
                      <a:pt x="40" y="5"/>
                      <a:pt x="34" y="3"/>
                      <a:pt x="25" y="3"/>
                    </a:cubicBezTo>
                    <a:cubicBezTo>
                      <a:pt x="21" y="3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6" name="Freeform 1278">
                <a:extLst>
                  <a:ext uri="{FF2B5EF4-FFF2-40B4-BE49-F238E27FC236}">
                    <a16:creationId xmlns:a16="http://schemas.microsoft.com/office/drawing/2014/main" id="{37046175-15D9-47BD-B817-472DE474E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839"/>
                <a:ext cx="230" cy="138"/>
              </a:xfrm>
              <a:custGeom>
                <a:avLst/>
                <a:gdLst>
                  <a:gd name="T0" fmla="*/ 1438 w 92"/>
                  <a:gd name="T1" fmla="*/ 868 h 55"/>
                  <a:gd name="T2" fmla="*/ 1313 w 92"/>
                  <a:gd name="T3" fmla="*/ 851 h 55"/>
                  <a:gd name="T4" fmla="*/ 1095 w 92"/>
                  <a:gd name="T5" fmla="*/ 788 h 55"/>
                  <a:gd name="T6" fmla="*/ 783 w 92"/>
                  <a:gd name="T7" fmla="*/ 617 h 55"/>
                  <a:gd name="T8" fmla="*/ 283 w 92"/>
                  <a:gd name="T9" fmla="*/ 188 h 55"/>
                  <a:gd name="T10" fmla="*/ 0 w 92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55">
                    <a:moveTo>
                      <a:pt x="92" y="55"/>
                    </a:moveTo>
                    <a:cubicBezTo>
                      <a:pt x="90" y="55"/>
                      <a:pt x="86" y="54"/>
                      <a:pt x="84" y="54"/>
                    </a:cubicBezTo>
                    <a:cubicBezTo>
                      <a:pt x="79" y="53"/>
                      <a:pt x="74" y="52"/>
                      <a:pt x="70" y="50"/>
                    </a:cubicBezTo>
                    <a:cubicBezTo>
                      <a:pt x="62" y="47"/>
                      <a:pt x="56" y="43"/>
                      <a:pt x="50" y="39"/>
                    </a:cubicBezTo>
                    <a:cubicBezTo>
                      <a:pt x="37" y="31"/>
                      <a:pt x="30" y="20"/>
                      <a:pt x="18" y="12"/>
                    </a:cubicBezTo>
                    <a:cubicBezTo>
                      <a:pt x="12" y="8"/>
                      <a:pt x="4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7" name="Freeform 1279">
                <a:extLst>
                  <a:ext uri="{FF2B5EF4-FFF2-40B4-BE49-F238E27FC236}">
                    <a16:creationId xmlns:a16="http://schemas.microsoft.com/office/drawing/2014/main" id="{8F0675DB-56C8-49B9-B40E-535E60665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782"/>
                <a:ext cx="180" cy="87"/>
              </a:xfrm>
              <a:custGeom>
                <a:avLst/>
                <a:gdLst>
                  <a:gd name="T0" fmla="*/ 0 w 72"/>
                  <a:gd name="T1" fmla="*/ 524 h 35"/>
                  <a:gd name="T2" fmla="*/ 1125 w 72"/>
                  <a:gd name="T3" fmla="*/ 92 h 35"/>
                  <a:gd name="T4" fmla="*/ 0 w 72"/>
                  <a:gd name="T5" fmla="*/ 52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35">
                    <a:moveTo>
                      <a:pt x="0" y="34"/>
                    </a:moveTo>
                    <a:cubicBezTo>
                      <a:pt x="22" y="35"/>
                      <a:pt x="43" y="34"/>
                      <a:pt x="72" y="6"/>
                    </a:cubicBezTo>
                    <a:cubicBezTo>
                      <a:pt x="58" y="0"/>
                      <a:pt x="20" y="27"/>
                      <a:pt x="0" y="3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8" name="Freeform 1280">
                <a:extLst>
                  <a:ext uri="{FF2B5EF4-FFF2-40B4-BE49-F238E27FC236}">
                    <a16:creationId xmlns:a16="http://schemas.microsoft.com/office/drawing/2014/main" id="{BC278DDD-A9C4-4B20-BBAA-F444B436E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864"/>
                <a:ext cx="180" cy="58"/>
              </a:xfrm>
              <a:custGeom>
                <a:avLst/>
                <a:gdLst>
                  <a:gd name="T0" fmla="*/ 1125 w 72"/>
                  <a:gd name="T1" fmla="*/ 20 h 23"/>
                  <a:gd name="T2" fmla="*/ 0 w 72"/>
                  <a:gd name="T3" fmla="*/ 272 h 23"/>
                  <a:gd name="T4" fmla="*/ 688 w 72"/>
                  <a:gd name="T5" fmla="*/ 2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23">
                    <a:moveTo>
                      <a:pt x="72" y="1"/>
                    </a:moveTo>
                    <a:cubicBezTo>
                      <a:pt x="55" y="16"/>
                      <a:pt x="20" y="23"/>
                      <a:pt x="0" y="17"/>
                    </a:cubicBezTo>
                    <a:cubicBezTo>
                      <a:pt x="18" y="12"/>
                      <a:pt x="37" y="0"/>
                      <a:pt x="44" y="1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9" name="Freeform 1281">
                <a:extLst>
                  <a:ext uri="{FF2B5EF4-FFF2-40B4-BE49-F238E27FC236}">
                    <a16:creationId xmlns:a16="http://schemas.microsoft.com/office/drawing/2014/main" id="{34C62D6B-9A4F-4AE8-874D-F342939E4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864"/>
                <a:ext cx="187" cy="43"/>
              </a:xfrm>
              <a:custGeom>
                <a:avLst/>
                <a:gdLst>
                  <a:gd name="T0" fmla="*/ 1162 w 75"/>
                  <a:gd name="T1" fmla="*/ 83 h 17"/>
                  <a:gd name="T2" fmla="*/ 603 w 75"/>
                  <a:gd name="T3" fmla="*/ 83 h 17"/>
                  <a:gd name="T4" fmla="*/ 0 w 75"/>
                  <a:gd name="T5" fmla="*/ 147 h 17"/>
                  <a:gd name="T6" fmla="*/ 374 w 75"/>
                  <a:gd name="T7" fmla="*/ 210 h 17"/>
                  <a:gd name="T8" fmla="*/ 683 w 75"/>
                  <a:gd name="T9" fmla="*/ 25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7">
                    <a:moveTo>
                      <a:pt x="75" y="5"/>
                    </a:moveTo>
                    <a:cubicBezTo>
                      <a:pt x="63" y="0"/>
                      <a:pt x="52" y="3"/>
                      <a:pt x="39" y="5"/>
                    </a:cubicBezTo>
                    <a:cubicBezTo>
                      <a:pt x="26" y="7"/>
                      <a:pt x="12" y="8"/>
                      <a:pt x="0" y="9"/>
                    </a:cubicBezTo>
                    <a:cubicBezTo>
                      <a:pt x="7" y="8"/>
                      <a:pt x="17" y="12"/>
                      <a:pt x="24" y="13"/>
                    </a:cubicBezTo>
                    <a:cubicBezTo>
                      <a:pt x="29" y="14"/>
                      <a:pt x="43" y="17"/>
                      <a:pt x="44" y="16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0" name="Freeform 1282">
                <a:extLst>
                  <a:ext uri="{FF2B5EF4-FFF2-40B4-BE49-F238E27FC236}">
                    <a16:creationId xmlns:a16="http://schemas.microsoft.com/office/drawing/2014/main" id="{99A98E05-D7EB-43D0-8166-33BCD9603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849"/>
                <a:ext cx="161" cy="25"/>
              </a:xfrm>
              <a:custGeom>
                <a:avLst/>
                <a:gdLst>
                  <a:gd name="T0" fmla="*/ 1019 w 64"/>
                  <a:gd name="T1" fmla="*/ 158 h 10"/>
                  <a:gd name="T2" fmla="*/ 0 w 64"/>
                  <a:gd name="T3" fmla="*/ 6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0">
                    <a:moveTo>
                      <a:pt x="64" y="10"/>
                    </a:moveTo>
                    <a:cubicBezTo>
                      <a:pt x="44" y="0"/>
                      <a:pt x="21" y="3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1" name="Freeform 1283">
                <a:extLst>
                  <a:ext uri="{FF2B5EF4-FFF2-40B4-BE49-F238E27FC236}">
                    <a16:creationId xmlns:a16="http://schemas.microsoft.com/office/drawing/2014/main" id="{336B4B2F-3DEC-4406-BF4B-0687B8787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807"/>
                <a:ext cx="163" cy="77"/>
              </a:xfrm>
              <a:custGeom>
                <a:avLst/>
                <a:gdLst>
                  <a:gd name="T0" fmla="*/ 1026 w 65"/>
                  <a:gd name="T1" fmla="*/ 474 h 31"/>
                  <a:gd name="T2" fmla="*/ 492 w 65"/>
                  <a:gd name="T3" fmla="*/ 246 h 31"/>
                  <a:gd name="T4" fmla="*/ 271 w 65"/>
                  <a:gd name="T5" fmla="*/ 42 h 31"/>
                  <a:gd name="T6" fmla="*/ 0 w 65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31">
                    <a:moveTo>
                      <a:pt x="65" y="31"/>
                    </a:moveTo>
                    <a:cubicBezTo>
                      <a:pt x="52" y="28"/>
                      <a:pt x="41" y="27"/>
                      <a:pt x="31" y="16"/>
                    </a:cubicBezTo>
                    <a:cubicBezTo>
                      <a:pt x="27" y="12"/>
                      <a:pt x="22" y="6"/>
                      <a:pt x="17" y="3"/>
                    </a:cubicBezTo>
                    <a:cubicBezTo>
                      <a:pt x="11" y="0"/>
                      <a:pt x="6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2" name="Freeform 1284">
                <a:extLst>
                  <a:ext uri="{FF2B5EF4-FFF2-40B4-BE49-F238E27FC236}">
                    <a16:creationId xmlns:a16="http://schemas.microsoft.com/office/drawing/2014/main" id="{05BDE154-5753-4495-BC5D-D31E4209D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2847"/>
                <a:ext cx="153" cy="57"/>
              </a:xfrm>
              <a:custGeom>
                <a:avLst/>
                <a:gdLst>
                  <a:gd name="T0" fmla="*/ 963 w 61"/>
                  <a:gd name="T1" fmla="*/ 245 h 23"/>
                  <a:gd name="T2" fmla="*/ 0 w 6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23">
                    <a:moveTo>
                      <a:pt x="61" y="16"/>
                    </a:moveTo>
                    <a:cubicBezTo>
                      <a:pt x="41" y="23"/>
                      <a:pt x="15" y="1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3" name="Freeform 1285">
                <a:extLst>
                  <a:ext uri="{FF2B5EF4-FFF2-40B4-BE49-F238E27FC236}">
                    <a16:creationId xmlns:a16="http://schemas.microsoft.com/office/drawing/2014/main" id="{554EA96A-70B8-447D-B088-0840DA4FC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807"/>
                <a:ext cx="170" cy="47"/>
              </a:xfrm>
              <a:custGeom>
                <a:avLst/>
                <a:gdLst>
                  <a:gd name="T0" fmla="*/ 1063 w 68"/>
                  <a:gd name="T1" fmla="*/ 287 h 19"/>
                  <a:gd name="T2" fmla="*/ 833 w 68"/>
                  <a:gd name="T3" fmla="*/ 228 h 19"/>
                  <a:gd name="T4" fmla="*/ 583 w 68"/>
                  <a:gd name="T5" fmla="*/ 245 h 19"/>
                  <a:gd name="T6" fmla="*/ 283 w 68"/>
                  <a:gd name="T7" fmla="*/ 153 h 19"/>
                  <a:gd name="T8" fmla="*/ 0 w 68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9">
                    <a:moveTo>
                      <a:pt x="68" y="19"/>
                    </a:moveTo>
                    <a:cubicBezTo>
                      <a:pt x="64" y="19"/>
                      <a:pt x="58" y="16"/>
                      <a:pt x="53" y="15"/>
                    </a:cubicBezTo>
                    <a:cubicBezTo>
                      <a:pt x="47" y="15"/>
                      <a:pt x="42" y="16"/>
                      <a:pt x="37" y="16"/>
                    </a:cubicBezTo>
                    <a:cubicBezTo>
                      <a:pt x="30" y="16"/>
                      <a:pt x="24" y="14"/>
                      <a:pt x="18" y="10"/>
                    </a:cubicBezTo>
                    <a:cubicBezTo>
                      <a:pt x="13" y="8"/>
                      <a:pt x="4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4" name="Freeform 1286">
                <a:extLst>
                  <a:ext uri="{FF2B5EF4-FFF2-40B4-BE49-F238E27FC236}">
                    <a16:creationId xmlns:a16="http://schemas.microsoft.com/office/drawing/2014/main" id="{C647D1AB-1216-4988-996F-C19110F9B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752"/>
                <a:ext cx="125" cy="57"/>
              </a:xfrm>
              <a:custGeom>
                <a:avLst/>
                <a:gdLst>
                  <a:gd name="T0" fmla="*/ 783 w 50"/>
                  <a:gd name="T1" fmla="*/ 349 h 23"/>
                  <a:gd name="T2" fmla="*/ 313 w 50"/>
                  <a:gd name="T3" fmla="*/ 307 h 23"/>
                  <a:gd name="T4" fmla="*/ 113 w 50"/>
                  <a:gd name="T5" fmla="*/ 216 h 23"/>
                  <a:gd name="T6" fmla="*/ 0 w 50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3">
                    <a:moveTo>
                      <a:pt x="50" y="23"/>
                    </a:moveTo>
                    <a:cubicBezTo>
                      <a:pt x="40" y="20"/>
                      <a:pt x="30" y="23"/>
                      <a:pt x="20" y="20"/>
                    </a:cubicBezTo>
                    <a:cubicBezTo>
                      <a:pt x="15" y="19"/>
                      <a:pt x="10" y="18"/>
                      <a:pt x="7" y="14"/>
                    </a:cubicBezTo>
                    <a:cubicBezTo>
                      <a:pt x="4" y="10"/>
                      <a:pt x="3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5" name="Freeform 1287">
                <a:extLst>
                  <a:ext uri="{FF2B5EF4-FFF2-40B4-BE49-F238E27FC236}">
                    <a16:creationId xmlns:a16="http://schemas.microsoft.com/office/drawing/2014/main" id="{D18997E8-DCC8-4E83-94E1-09A041B9B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754"/>
                <a:ext cx="165" cy="68"/>
              </a:xfrm>
              <a:custGeom>
                <a:avLst/>
                <a:gdLst>
                  <a:gd name="T0" fmla="*/ 1033 w 66"/>
                  <a:gd name="T1" fmla="*/ 413 h 27"/>
                  <a:gd name="T2" fmla="*/ 750 w 66"/>
                  <a:gd name="T3" fmla="*/ 413 h 27"/>
                  <a:gd name="T4" fmla="*/ 470 w 66"/>
                  <a:gd name="T5" fmla="*/ 368 h 27"/>
                  <a:gd name="T6" fmla="*/ 0 w 6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27">
                    <a:moveTo>
                      <a:pt x="66" y="26"/>
                    </a:moveTo>
                    <a:cubicBezTo>
                      <a:pt x="60" y="24"/>
                      <a:pt x="54" y="26"/>
                      <a:pt x="48" y="26"/>
                    </a:cubicBezTo>
                    <a:cubicBezTo>
                      <a:pt x="41" y="27"/>
                      <a:pt x="35" y="26"/>
                      <a:pt x="30" y="23"/>
                    </a:cubicBezTo>
                    <a:cubicBezTo>
                      <a:pt x="18" y="19"/>
                      <a:pt x="7" y="1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6" name="Freeform 1288">
                <a:extLst>
                  <a:ext uri="{FF2B5EF4-FFF2-40B4-BE49-F238E27FC236}">
                    <a16:creationId xmlns:a16="http://schemas.microsoft.com/office/drawing/2014/main" id="{8C4DCDE1-9F29-4AD1-8AC6-C742D253B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2769"/>
                <a:ext cx="90" cy="25"/>
              </a:xfrm>
              <a:custGeom>
                <a:avLst/>
                <a:gdLst>
                  <a:gd name="T0" fmla="*/ 563 w 36"/>
                  <a:gd name="T1" fmla="*/ 113 h 10"/>
                  <a:gd name="T2" fmla="*/ 0 w 36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0">
                    <a:moveTo>
                      <a:pt x="36" y="7"/>
                    </a:moveTo>
                    <a:cubicBezTo>
                      <a:pt x="25" y="0"/>
                      <a:pt x="10" y="9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7" name="Freeform 1289">
                <a:extLst>
                  <a:ext uri="{FF2B5EF4-FFF2-40B4-BE49-F238E27FC236}">
                    <a16:creationId xmlns:a16="http://schemas.microsoft.com/office/drawing/2014/main" id="{2062DF50-E9DD-47E4-96FC-146AC5A14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632"/>
                <a:ext cx="65" cy="105"/>
              </a:xfrm>
              <a:custGeom>
                <a:avLst/>
                <a:gdLst>
                  <a:gd name="T0" fmla="*/ 408 w 26"/>
                  <a:gd name="T1" fmla="*/ 658 h 42"/>
                  <a:gd name="T2" fmla="*/ 83 w 26"/>
                  <a:gd name="T3" fmla="*/ 408 h 42"/>
                  <a:gd name="T4" fmla="*/ 33 w 26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2">
                    <a:moveTo>
                      <a:pt x="26" y="42"/>
                    </a:moveTo>
                    <a:cubicBezTo>
                      <a:pt x="19" y="37"/>
                      <a:pt x="10" y="35"/>
                      <a:pt x="5" y="26"/>
                    </a:cubicBezTo>
                    <a:cubicBezTo>
                      <a:pt x="0" y="18"/>
                      <a:pt x="2" y="9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8" name="Freeform 1290">
                <a:extLst>
                  <a:ext uri="{FF2B5EF4-FFF2-40B4-BE49-F238E27FC236}">
                    <a16:creationId xmlns:a16="http://schemas.microsoft.com/office/drawing/2014/main" id="{913AA151-EB3F-4AEA-9617-B8C43E338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559"/>
                <a:ext cx="40" cy="120"/>
              </a:xfrm>
              <a:custGeom>
                <a:avLst/>
                <a:gdLst>
                  <a:gd name="T0" fmla="*/ 250 w 16"/>
                  <a:gd name="T1" fmla="*/ 750 h 48"/>
                  <a:gd name="T2" fmla="*/ 33 w 16"/>
                  <a:gd name="T3" fmla="*/ 363 h 48"/>
                  <a:gd name="T4" fmla="*/ 0 w 16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8">
                    <a:moveTo>
                      <a:pt x="16" y="48"/>
                    </a:moveTo>
                    <a:cubicBezTo>
                      <a:pt x="8" y="43"/>
                      <a:pt x="4" y="32"/>
                      <a:pt x="2" y="23"/>
                    </a:cubicBezTo>
                    <a:cubicBezTo>
                      <a:pt x="0" y="16"/>
                      <a:pt x="2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9" name="Freeform 1291">
                <a:extLst>
                  <a:ext uri="{FF2B5EF4-FFF2-40B4-BE49-F238E27FC236}">
                    <a16:creationId xmlns:a16="http://schemas.microsoft.com/office/drawing/2014/main" id="{5A7D4311-033C-4665-BA3D-F3BAB9937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709"/>
                <a:ext cx="68" cy="75"/>
              </a:xfrm>
              <a:custGeom>
                <a:avLst/>
                <a:gdLst>
                  <a:gd name="T0" fmla="*/ 431 w 27"/>
                  <a:gd name="T1" fmla="*/ 458 h 30"/>
                  <a:gd name="T2" fmla="*/ 146 w 27"/>
                  <a:gd name="T3" fmla="*/ 283 h 30"/>
                  <a:gd name="T4" fmla="*/ 0 w 27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0">
                    <a:moveTo>
                      <a:pt x="27" y="29"/>
                    </a:moveTo>
                    <a:cubicBezTo>
                      <a:pt x="22" y="30"/>
                      <a:pt x="13" y="23"/>
                      <a:pt x="9" y="18"/>
                    </a:cubicBezTo>
                    <a:cubicBezTo>
                      <a:pt x="5" y="14"/>
                      <a:pt x="1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0" name="Freeform 1292">
                <a:extLst>
                  <a:ext uri="{FF2B5EF4-FFF2-40B4-BE49-F238E27FC236}">
                    <a16:creationId xmlns:a16="http://schemas.microsoft.com/office/drawing/2014/main" id="{C8BA0DD2-EA03-4958-9CE5-4C0735A46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722"/>
                <a:ext cx="90" cy="45"/>
              </a:xfrm>
              <a:custGeom>
                <a:avLst/>
                <a:gdLst>
                  <a:gd name="T0" fmla="*/ 563 w 36"/>
                  <a:gd name="T1" fmla="*/ 283 h 18"/>
                  <a:gd name="T2" fmla="*/ 270 w 36"/>
                  <a:gd name="T3" fmla="*/ 175 h 18"/>
                  <a:gd name="T4" fmla="*/ 0 w 3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8">
                    <a:moveTo>
                      <a:pt x="36" y="18"/>
                    </a:moveTo>
                    <a:cubicBezTo>
                      <a:pt x="32" y="14"/>
                      <a:pt x="23" y="9"/>
                      <a:pt x="17" y="11"/>
                    </a:cubicBezTo>
                    <a:cubicBezTo>
                      <a:pt x="10" y="8"/>
                      <a:pt x="5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1" name="Freeform 1293">
                <a:extLst>
                  <a:ext uri="{FF2B5EF4-FFF2-40B4-BE49-F238E27FC236}">
                    <a16:creationId xmlns:a16="http://schemas.microsoft.com/office/drawing/2014/main" id="{B4AA8C7F-5D1A-47DA-B28C-5FD5A53F3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687"/>
                <a:ext cx="45" cy="62"/>
              </a:xfrm>
              <a:custGeom>
                <a:avLst/>
                <a:gdLst>
                  <a:gd name="T0" fmla="*/ 283 w 18"/>
                  <a:gd name="T1" fmla="*/ 382 h 25"/>
                  <a:gd name="T2" fmla="*/ 145 w 18"/>
                  <a:gd name="T3" fmla="*/ 166 h 25"/>
                  <a:gd name="T4" fmla="*/ 0 w 1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8" y="25"/>
                    </a:moveTo>
                    <a:cubicBezTo>
                      <a:pt x="15" y="20"/>
                      <a:pt x="13" y="16"/>
                      <a:pt x="9" y="11"/>
                    </a:cubicBezTo>
                    <a:cubicBezTo>
                      <a:pt x="7" y="8"/>
                      <a:pt x="2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2" name="Freeform 1294">
                <a:extLst>
                  <a:ext uri="{FF2B5EF4-FFF2-40B4-BE49-F238E27FC236}">
                    <a16:creationId xmlns:a16="http://schemas.microsoft.com/office/drawing/2014/main" id="{DE341884-F73A-45CF-88F0-88C576E6A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679"/>
                <a:ext cx="53" cy="28"/>
              </a:xfrm>
              <a:custGeom>
                <a:avLst/>
                <a:gdLst>
                  <a:gd name="T0" fmla="*/ 338 w 21"/>
                  <a:gd name="T1" fmla="*/ 181 h 11"/>
                  <a:gd name="T2" fmla="*/ 0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21" y="11"/>
                    </a:moveTo>
                    <a:cubicBezTo>
                      <a:pt x="17" y="3"/>
                      <a:pt x="6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3" name="Freeform 1295">
                <a:extLst>
                  <a:ext uri="{FF2B5EF4-FFF2-40B4-BE49-F238E27FC236}">
                    <a16:creationId xmlns:a16="http://schemas.microsoft.com/office/drawing/2014/main" id="{860AA8D3-A58F-4203-9AF2-D852A9956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824"/>
                <a:ext cx="81" cy="40"/>
              </a:xfrm>
              <a:custGeom>
                <a:avLst/>
                <a:gdLst>
                  <a:gd name="T0" fmla="*/ 519 w 32"/>
                  <a:gd name="T1" fmla="*/ 0 h 16"/>
                  <a:gd name="T2" fmla="*/ 0 w 32"/>
                  <a:gd name="T3" fmla="*/ 18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6">
                    <a:moveTo>
                      <a:pt x="32" y="0"/>
                    </a:moveTo>
                    <a:cubicBezTo>
                      <a:pt x="27" y="5"/>
                      <a:pt x="8" y="16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4" name="Freeform 1296">
                <a:extLst>
                  <a:ext uri="{FF2B5EF4-FFF2-40B4-BE49-F238E27FC236}">
                    <a16:creationId xmlns:a16="http://schemas.microsoft.com/office/drawing/2014/main" id="{05FE7E75-748D-400A-B4FC-6BEFE5FE3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742"/>
                <a:ext cx="153" cy="67"/>
              </a:xfrm>
              <a:custGeom>
                <a:avLst/>
                <a:gdLst>
                  <a:gd name="T0" fmla="*/ 963 w 61"/>
                  <a:gd name="T1" fmla="*/ 0 h 27"/>
                  <a:gd name="T2" fmla="*/ 554 w 61"/>
                  <a:gd name="T3" fmla="*/ 337 h 27"/>
                  <a:gd name="T4" fmla="*/ 0 w 61"/>
                  <a:gd name="T5" fmla="*/ 35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7">
                    <a:moveTo>
                      <a:pt x="61" y="0"/>
                    </a:moveTo>
                    <a:cubicBezTo>
                      <a:pt x="54" y="9"/>
                      <a:pt x="45" y="18"/>
                      <a:pt x="35" y="22"/>
                    </a:cubicBezTo>
                    <a:cubicBezTo>
                      <a:pt x="22" y="27"/>
                      <a:pt x="12" y="23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5" name="Freeform 1297">
                <a:extLst>
                  <a:ext uri="{FF2B5EF4-FFF2-40B4-BE49-F238E27FC236}">
                    <a16:creationId xmlns:a16="http://schemas.microsoft.com/office/drawing/2014/main" id="{2B97BB32-B92F-4012-9B27-4678E2C91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802"/>
                <a:ext cx="137" cy="32"/>
              </a:xfrm>
              <a:custGeom>
                <a:avLst/>
                <a:gdLst>
                  <a:gd name="T0" fmla="*/ 849 w 55"/>
                  <a:gd name="T1" fmla="*/ 0 h 13"/>
                  <a:gd name="T2" fmla="*/ 404 w 55"/>
                  <a:gd name="T3" fmla="*/ 194 h 13"/>
                  <a:gd name="T4" fmla="*/ 0 w 55"/>
                  <a:gd name="T5" fmla="*/ 10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3">
                    <a:moveTo>
                      <a:pt x="55" y="0"/>
                    </a:moveTo>
                    <a:cubicBezTo>
                      <a:pt x="48" y="6"/>
                      <a:pt x="36" y="13"/>
                      <a:pt x="26" y="13"/>
                    </a:cubicBezTo>
                    <a:cubicBezTo>
                      <a:pt x="17" y="13"/>
                      <a:pt x="8" y="7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6" name="Freeform 1298">
                <a:extLst>
                  <a:ext uri="{FF2B5EF4-FFF2-40B4-BE49-F238E27FC236}">
                    <a16:creationId xmlns:a16="http://schemas.microsoft.com/office/drawing/2014/main" id="{1F8E3C67-79DE-4E6D-BC90-60CA078E2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834"/>
                <a:ext cx="100" cy="33"/>
              </a:xfrm>
              <a:custGeom>
                <a:avLst/>
                <a:gdLst>
                  <a:gd name="T0" fmla="*/ 625 w 40"/>
                  <a:gd name="T1" fmla="*/ 0 h 13"/>
                  <a:gd name="T2" fmla="*/ 333 w 40"/>
                  <a:gd name="T3" fmla="*/ 180 h 13"/>
                  <a:gd name="T4" fmla="*/ 0 w 40"/>
                  <a:gd name="T5" fmla="*/ 2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3">
                    <a:moveTo>
                      <a:pt x="40" y="0"/>
                    </a:moveTo>
                    <a:cubicBezTo>
                      <a:pt x="35" y="5"/>
                      <a:pt x="29" y="10"/>
                      <a:pt x="21" y="11"/>
                    </a:cubicBezTo>
                    <a:cubicBezTo>
                      <a:pt x="14" y="12"/>
                      <a:pt x="6" y="11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7" name="Freeform 1299">
                <a:extLst>
                  <a:ext uri="{FF2B5EF4-FFF2-40B4-BE49-F238E27FC236}">
                    <a16:creationId xmlns:a16="http://schemas.microsoft.com/office/drawing/2014/main" id="{A0D16DA8-865A-402C-B0DF-E29FA44E2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832"/>
                <a:ext cx="108" cy="5"/>
              </a:xfrm>
              <a:custGeom>
                <a:avLst/>
                <a:gdLst>
                  <a:gd name="T0" fmla="*/ 681 w 43"/>
                  <a:gd name="T1" fmla="*/ 0 h 2"/>
                  <a:gd name="T2" fmla="*/ 505 w 43"/>
                  <a:gd name="T3" fmla="*/ 0 h 2"/>
                  <a:gd name="T4" fmla="*/ 316 w 43"/>
                  <a:gd name="T5" fmla="*/ 0 h 2"/>
                  <a:gd name="T6" fmla="*/ 0 w 43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">
                    <a:moveTo>
                      <a:pt x="43" y="0"/>
                    </a:moveTo>
                    <a:cubicBezTo>
                      <a:pt x="40" y="2"/>
                      <a:pt x="36" y="0"/>
                      <a:pt x="32" y="0"/>
                    </a:cubicBezTo>
                    <a:cubicBezTo>
                      <a:pt x="28" y="0"/>
                      <a:pt x="24" y="0"/>
                      <a:pt x="20" y="0"/>
                    </a:cubicBezTo>
                    <a:cubicBezTo>
                      <a:pt x="13" y="0"/>
                      <a:pt x="5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8" name="Freeform 1300">
                <a:extLst>
                  <a:ext uri="{FF2B5EF4-FFF2-40B4-BE49-F238E27FC236}">
                    <a16:creationId xmlns:a16="http://schemas.microsoft.com/office/drawing/2014/main" id="{C2BABB49-17E5-43C6-96BB-B856B4656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814"/>
                <a:ext cx="158" cy="103"/>
              </a:xfrm>
              <a:custGeom>
                <a:avLst/>
                <a:gdLst>
                  <a:gd name="T0" fmla="*/ 993 w 63"/>
                  <a:gd name="T1" fmla="*/ 0 h 41"/>
                  <a:gd name="T2" fmla="*/ 880 w 63"/>
                  <a:gd name="T3" fmla="*/ 284 h 41"/>
                  <a:gd name="T4" fmla="*/ 597 w 63"/>
                  <a:gd name="T5" fmla="*/ 568 h 41"/>
                  <a:gd name="T6" fmla="*/ 0 w 63"/>
                  <a:gd name="T7" fmla="*/ 568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41">
                    <a:moveTo>
                      <a:pt x="63" y="0"/>
                    </a:moveTo>
                    <a:cubicBezTo>
                      <a:pt x="60" y="4"/>
                      <a:pt x="59" y="12"/>
                      <a:pt x="56" y="18"/>
                    </a:cubicBezTo>
                    <a:cubicBezTo>
                      <a:pt x="52" y="24"/>
                      <a:pt x="45" y="33"/>
                      <a:pt x="38" y="36"/>
                    </a:cubicBezTo>
                    <a:cubicBezTo>
                      <a:pt x="28" y="41"/>
                      <a:pt x="9" y="41"/>
                      <a:pt x="0" y="36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9" name="Freeform 1301">
                <a:extLst>
                  <a:ext uri="{FF2B5EF4-FFF2-40B4-BE49-F238E27FC236}">
                    <a16:creationId xmlns:a16="http://schemas.microsoft.com/office/drawing/2014/main" id="{CE5773F0-7758-44F0-993E-AA7D0B6E3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939"/>
                <a:ext cx="137" cy="48"/>
              </a:xfrm>
              <a:custGeom>
                <a:avLst/>
                <a:gdLst>
                  <a:gd name="T0" fmla="*/ 849 w 55"/>
                  <a:gd name="T1" fmla="*/ 0 h 19"/>
                  <a:gd name="T2" fmla="*/ 653 w 55"/>
                  <a:gd name="T3" fmla="*/ 0 h 19"/>
                  <a:gd name="T4" fmla="*/ 371 w 55"/>
                  <a:gd name="T5" fmla="*/ 33 h 19"/>
                  <a:gd name="T6" fmla="*/ 0 w 55"/>
                  <a:gd name="T7" fmla="*/ 306 h 19"/>
                  <a:gd name="T8" fmla="*/ 30 w 55"/>
                  <a:gd name="T9" fmla="*/ 25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19">
                    <a:moveTo>
                      <a:pt x="55" y="0"/>
                    </a:moveTo>
                    <a:cubicBezTo>
                      <a:pt x="53" y="2"/>
                      <a:pt x="46" y="0"/>
                      <a:pt x="42" y="0"/>
                    </a:cubicBezTo>
                    <a:cubicBezTo>
                      <a:pt x="36" y="0"/>
                      <a:pt x="30" y="1"/>
                      <a:pt x="24" y="2"/>
                    </a:cubicBezTo>
                    <a:cubicBezTo>
                      <a:pt x="16" y="4"/>
                      <a:pt x="4" y="12"/>
                      <a:pt x="0" y="19"/>
                    </a:cubicBezTo>
                    <a:cubicBezTo>
                      <a:pt x="0" y="19"/>
                      <a:pt x="2" y="16"/>
                      <a:pt x="2" y="16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0" name="Freeform 1302">
                <a:extLst>
                  <a:ext uri="{FF2B5EF4-FFF2-40B4-BE49-F238E27FC236}">
                    <a16:creationId xmlns:a16="http://schemas.microsoft.com/office/drawing/2014/main" id="{1DEAE811-5BFF-4AD8-B850-70BC3158A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907"/>
                <a:ext cx="157" cy="40"/>
              </a:xfrm>
              <a:custGeom>
                <a:avLst/>
                <a:gdLst>
                  <a:gd name="T0" fmla="*/ 974 w 63"/>
                  <a:gd name="T1" fmla="*/ 0 h 16"/>
                  <a:gd name="T2" fmla="*/ 745 w 63"/>
                  <a:gd name="T3" fmla="*/ 188 h 16"/>
                  <a:gd name="T4" fmla="*/ 496 w 63"/>
                  <a:gd name="T5" fmla="*/ 250 h 16"/>
                  <a:gd name="T6" fmla="*/ 0 w 63"/>
                  <a:gd name="T7" fmla="*/ 5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16">
                    <a:moveTo>
                      <a:pt x="63" y="0"/>
                    </a:moveTo>
                    <a:cubicBezTo>
                      <a:pt x="58" y="2"/>
                      <a:pt x="53" y="9"/>
                      <a:pt x="48" y="12"/>
                    </a:cubicBezTo>
                    <a:cubicBezTo>
                      <a:pt x="43" y="14"/>
                      <a:pt x="37" y="16"/>
                      <a:pt x="32" y="16"/>
                    </a:cubicBezTo>
                    <a:cubicBezTo>
                      <a:pt x="20" y="15"/>
                      <a:pt x="10" y="9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1" name="Freeform 1303">
                <a:extLst>
                  <a:ext uri="{FF2B5EF4-FFF2-40B4-BE49-F238E27FC236}">
                    <a16:creationId xmlns:a16="http://schemas.microsoft.com/office/drawing/2014/main" id="{5A9E2D31-1BED-486D-A86B-27F28D166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899"/>
                <a:ext cx="152" cy="48"/>
              </a:xfrm>
              <a:custGeom>
                <a:avLst/>
                <a:gdLst>
                  <a:gd name="T0" fmla="*/ 944 w 61"/>
                  <a:gd name="T1" fmla="*/ 275 h 19"/>
                  <a:gd name="T2" fmla="*/ 715 w 61"/>
                  <a:gd name="T3" fmla="*/ 306 h 19"/>
                  <a:gd name="T4" fmla="*/ 416 w 61"/>
                  <a:gd name="T5" fmla="*/ 255 h 19"/>
                  <a:gd name="T6" fmla="*/ 0 w 61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9">
                    <a:moveTo>
                      <a:pt x="61" y="17"/>
                    </a:moveTo>
                    <a:cubicBezTo>
                      <a:pt x="59" y="18"/>
                      <a:pt x="49" y="19"/>
                      <a:pt x="46" y="19"/>
                    </a:cubicBezTo>
                    <a:cubicBezTo>
                      <a:pt x="40" y="19"/>
                      <a:pt x="33" y="18"/>
                      <a:pt x="27" y="16"/>
                    </a:cubicBezTo>
                    <a:cubicBezTo>
                      <a:pt x="16" y="13"/>
                      <a:pt x="9" y="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2" name="Freeform 1304">
                <a:extLst>
                  <a:ext uri="{FF2B5EF4-FFF2-40B4-BE49-F238E27FC236}">
                    <a16:creationId xmlns:a16="http://schemas.microsoft.com/office/drawing/2014/main" id="{9F1318EC-05E2-40BB-9423-4B8F1EC09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894"/>
                <a:ext cx="155" cy="35"/>
              </a:xfrm>
              <a:custGeom>
                <a:avLst/>
                <a:gdLst>
                  <a:gd name="T0" fmla="*/ 970 w 62"/>
                  <a:gd name="T1" fmla="*/ 220 h 14"/>
                  <a:gd name="T2" fmla="*/ 458 w 62"/>
                  <a:gd name="T3" fmla="*/ 158 h 14"/>
                  <a:gd name="T4" fmla="*/ 158 w 62"/>
                  <a:gd name="T5" fmla="*/ 113 h 14"/>
                  <a:gd name="T6" fmla="*/ 0 w 62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14">
                    <a:moveTo>
                      <a:pt x="62" y="14"/>
                    </a:moveTo>
                    <a:cubicBezTo>
                      <a:pt x="52" y="13"/>
                      <a:pt x="40" y="12"/>
                      <a:pt x="29" y="10"/>
                    </a:cubicBezTo>
                    <a:cubicBezTo>
                      <a:pt x="23" y="10"/>
                      <a:pt x="16" y="9"/>
                      <a:pt x="10" y="7"/>
                    </a:cubicBezTo>
                    <a:cubicBezTo>
                      <a:pt x="6" y="5"/>
                      <a:pt x="4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3" name="Freeform 1305">
                <a:extLst>
                  <a:ext uri="{FF2B5EF4-FFF2-40B4-BE49-F238E27FC236}">
                    <a16:creationId xmlns:a16="http://schemas.microsoft.com/office/drawing/2014/main" id="{D4C7375F-4B3B-4196-B21E-C401E1ECA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939"/>
                <a:ext cx="140" cy="38"/>
              </a:xfrm>
              <a:custGeom>
                <a:avLst/>
                <a:gdLst>
                  <a:gd name="T0" fmla="*/ 875 w 56"/>
                  <a:gd name="T1" fmla="*/ 160 h 15"/>
                  <a:gd name="T2" fmla="*/ 0 w 56"/>
                  <a:gd name="T3" fmla="*/ 24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5">
                    <a:moveTo>
                      <a:pt x="56" y="10"/>
                    </a:moveTo>
                    <a:cubicBezTo>
                      <a:pt x="36" y="0"/>
                      <a:pt x="19" y="10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4" name="Freeform 1306">
                <a:extLst>
                  <a:ext uri="{FF2B5EF4-FFF2-40B4-BE49-F238E27FC236}">
                    <a16:creationId xmlns:a16="http://schemas.microsoft.com/office/drawing/2014/main" id="{CB5ABA54-68EC-49F7-9350-0FD191AD6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922"/>
                <a:ext cx="88" cy="55"/>
              </a:xfrm>
              <a:custGeom>
                <a:avLst/>
                <a:gdLst>
                  <a:gd name="T0" fmla="*/ 556 w 35"/>
                  <a:gd name="T1" fmla="*/ 283 h 22"/>
                  <a:gd name="T2" fmla="*/ 0 w 35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2">
                    <a:moveTo>
                      <a:pt x="35" y="18"/>
                    </a:moveTo>
                    <a:cubicBezTo>
                      <a:pt x="21" y="22"/>
                      <a:pt x="9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5" name="Freeform 1307">
                <a:extLst>
                  <a:ext uri="{FF2B5EF4-FFF2-40B4-BE49-F238E27FC236}">
                    <a16:creationId xmlns:a16="http://schemas.microsoft.com/office/drawing/2014/main" id="{7DE755E9-0978-471B-BF44-FCE799DE6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939"/>
                <a:ext cx="158" cy="38"/>
              </a:xfrm>
              <a:custGeom>
                <a:avLst/>
                <a:gdLst>
                  <a:gd name="T0" fmla="*/ 993 w 63"/>
                  <a:gd name="T1" fmla="*/ 243 h 15"/>
                  <a:gd name="T2" fmla="*/ 755 w 63"/>
                  <a:gd name="T3" fmla="*/ 117 h 15"/>
                  <a:gd name="T4" fmla="*/ 429 w 63"/>
                  <a:gd name="T5" fmla="*/ 20 h 15"/>
                  <a:gd name="T6" fmla="*/ 0 w 63"/>
                  <a:gd name="T7" fmla="*/ 2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15">
                    <a:moveTo>
                      <a:pt x="63" y="15"/>
                    </a:moveTo>
                    <a:cubicBezTo>
                      <a:pt x="58" y="13"/>
                      <a:pt x="53" y="9"/>
                      <a:pt x="48" y="7"/>
                    </a:cubicBezTo>
                    <a:cubicBezTo>
                      <a:pt x="41" y="4"/>
                      <a:pt x="34" y="2"/>
                      <a:pt x="27" y="1"/>
                    </a:cubicBezTo>
                    <a:cubicBezTo>
                      <a:pt x="18" y="0"/>
                      <a:pt x="9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6" name="Freeform 1308">
                <a:extLst>
                  <a:ext uri="{FF2B5EF4-FFF2-40B4-BE49-F238E27FC236}">
                    <a16:creationId xmlns:a16="http://schemas.microsoft.com/office/drawing/2014/main" id="{F663F190-0FE0-44E4-9CE7-2EB54E988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864"/>
                <a:ext cx="95" cy="65"/>
              </a:xfrm>
              <a:custGeom>
                <a:avLst/>
                <a:gdLst>
                  <a:gd name="T0" fmla="*/ 595 w 38"/>
                  <a:gd name="T1" fmla="*/ 408 h 26"/>
                  <a:gd name="T2" fmla="*/ 220 w 38"/>
                  <a:gd name="T3" fmla="*/ 300 h 26"/>
                  <a:gd name="T4" fmla="*/ 0 w 3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6">
                    <a:moveTo>
                      <a:pt x="38" y="26"/>
                    </a:moveTo>
                    <a:cubicBezTo>
                      <a:pt x="31" y="24"/>
                      <a:pt x="22" y="23"/>
                      <a:pt x="14" y="19"/>
                    </a:cubicBezTo>
                    <a:cubicBezTo>
                      <a:pt x="6" y="15"/>
                      <a:pt x="2" y="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7" name="Freeform 1309">
                <a:extLst>
                  <a:ext uri="{FF2B5EF4-FFF2-40B4-BE49-F238E27FC236}">
                    <a16:creationId xmlns:a16="http://schemas.microsoft.com/office/drawing/2014/main" id="{5BD95633-A8B9-4CAC-BE2C-44D8904DE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897"/>
                <a:ext cx="110" cy="10"/>
              </a:xfrm>
              <a:custGeom>
                <a:avLst/>
                <a:gdLst>
                  <a:gd name="T0" fmla="*/ 688 w 44"/>
                  <a:gd name="T1" fmla="*/ 63 h 4"/>
                  <a:gd name="T2" fmla="*/ 333 w 44"/>
                  <a:gd name="T3" fmla="*/ 0 h 4"/>
                  <a:gd name="T4" fmla="*/ 0 w 4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">
                    <a:moveTo>
                      <a:pt x="44" y="4"/>
                    </a:moveTo>
                    <a:cubicBezTo>
                      <a:pt x="36" y="1"/>
                      <a:pt x="29" y="0"/>
                      <a:pt x="21" y="0"/>
                    </a:cubicBezTo>
                    <a:cubicBezTo>
                      <a:pt x="14" y="1"/>
                      <a:pt x="7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8" name="Freeform 1310">
                <a:extLst>
                  <a:ext uri="{FF2B5EF4-FFF2-40B4-BE49-F238E27FC236}">
                    <a16:creationId xmlns:a16="http://schemas.microsoft.com/office/drawing/2014/main" id="{A53B079D-9428-46F2-B641-7CDB99890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839"/>
                <a:ext cx="127" cy="58"/>
              </a:xfrm>
              <a:custGeom>
                <a:avLst/>
                <a:gdLst>
                  <a:gd name="T0" fmla="*/ 787 w 51"/>
                  <a:gd name="T1" fmla="*/ 368 h 23"/>
                  <a:gd name="T2" fmla="*/ 633 w 51"/>
                  <a:gd name="T3" fmla="*/ 242 h 23"/>
                  <a:gd name="T4" fmla="*/ 446 w 51"/>
                  <a:gd name="T5" fmla="*/ 63 h 23"/>
                  <a:gd name="T6" fmla="*/ 199 w 51"/>
                  <a:gd name="T7" fmla="*/ 0 h 23"/>
                  <a:gd name="T8" fmla="*/ 0 w 51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3">
                    <a:moveTo>
                      <a:pt x="51" y="23"/>
                    </a:moveTo>
                    <a:cubicBezTo>
                      <a:pt x="46" y="23"/>
                      <a:pt x="44" y="19"/>
                      <a:pt x="41" y="15"/>
                    </a:cubicBezTo>
                    <a:cubicBezTo>
                      <a:pt x="38" y="11"/>
                      <a:pt x="34" y="7"/>
                      <a:pt x="29" y="4"/>
                    </a:cubicBezTo>
                    <a:cubicBezTo>
                      <a:pt x="24" y="2"/>
                      <a:pt x="18" y="1"/>
                      <a:pt x="13" y="0"/>
                    </a:cubicBezTo>
                    <a:cubicBezTo>
                      <a:pt x="9" y="0"/>
                      <a:pt x="2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9" name="Freeform 1311">
                <a:extLst>
                  <a:ext uri="{FF2B5EF4-FFF2-40B4-BE49-F238E27FC236}">
                    <a16:creationId xmlns:a16="http://schemas.microsoft.com/office/drawing/2014/main" id="{1F88E2FE-35E3-4B1A-BA9D-9513DA078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732"/>
                <a:ext cx="77" cy="77"/>
              </a:xfrm>
              <a:custGeom>
                <a:avLst/>
                <a:gdLst>
                  <a:gd name="T0" fmla="*/ 474 w 31"/>
                  <a:gd name="T1" fmla="*/ 432 h 31"/>
                  <a:gd name="T2" fmla="*/ 124 w 31"/>
                  <a:gd name="T3" fmla="*/ 320 h 31"/>
                  <a:gd name="T4" fmla="*/ 0 w 31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31" y="28"/>
                    </a:moveTo>
                    <a:cubicBezTo>
                      <a:pt x="24" y="31"/>
                      <a:pt x="13" y="27"/>
                      <a:pt x="8" y="21"/>
                    </a:cubicBezTo>
                    <a:cubicBezTo>
                      <a:pt x="3" y="15"/>
                      <a:pt x="3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0" name="Freeform 1312">
                <a:extLst>
                  <a:ext uri="{FF2B5EF4-FFF2-40B4-BE49-F238E27FC236}">
                    <a16:creationId xmlns:a16="http://schemas.microsoft.com/office/drawing/2014/main" id="{B8AF91D3-DEA7-494A-944A-FBAA3DB44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837"/>
                <a:ext cx="50" cy="5"/>
              </a:xfrm>
              <a:custGeom>
                <a:avLst/>
                <a:gdLst>
                  <a:gd name="T0" fmla="*/ 313 w 20"/>
                  <a:gd name="T1" fmla="*/ 20 h 2"/>
                  <a:gd name="T2" fmla="*/ 0 w 2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20" y="1"/>
                    </a:moveTo>
                    <a:cubicBezTo>
                      <a:pt x="15" y="0"/>
                      <a:pt x="5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1" name="Freeform 1313">
                <a:extLst>
                  <a:ext uri="{FF2B5EF4-FFF2-40B4-BE49-F238E27FC236}">
                    <a16:creationId xmlns:a16="http://schemas.microsoft.com/office/drawing/2014/main" id="{58D31FCF-F46C-474A-83EE-87792617F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787"/>
                <a:ext cx="63" cy="55"/>
              </a:xfrm>
              <a:custGeom>
                <a:avLst/>
                <a:gdLst>
                  <a:gd name="T0" fmla="*/ 401 w 25"/>
                  <a:gd name="T1" fmla="*/ 345 h 22"/>
                  <a:gd name="T2" fmla="*/ 0 w 25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2">
                    <a:moveTo>
                      <a:pt x="25" y="22"/>
                    </a:moveTo>
                    <a:cubicBezTo>
                      <a:pt x="14" y="20"/>
                      <a:pt x="0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2" name="Freeform 1314">
                <a:extLst>
                  <a:ext uri="{FF2B5EF4-FFF2-40B4-BE49-F238E27FC236}">
                    <a16:creationId xmlns:a16="http://schemas.microsoft.com/office/drawing/2014/main" id="{D5B6F5E3-D4D3-4D10-BD6A-CB213AC7A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779"/>
                <a:ext cx="28" cy="15"/>
              </a:xfrm>
              <a:custGeom>
                <a:avLst/>
                <a:gdLst>
                  <a:gd name="T0" fmla="*/ 181 w 11"/>
                  <a:gd name="T1" fmla="*/ 95 h 6"/>
                  <a:gd name="T2" fmla="*/ 0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11" y="6"/>
                    </a:moveTo>
                    <a:cubicBezTo>
                      <a:pt x="9" y="2"/>
                      <a:pt x="3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3" name="Freeform 1315">
                <a:extLst>
                  <a:ext uri="{FF2B5EF4-FFF2-40B4-BE49-F238E27FC236}">
                    <a16:creationId xmlns:a16="http://schemas.microsoft.com/office/drawing/2014/main" id="{F7D15250-40BF-4641-865A-D2A79965B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684"/>
                <a:ext cx="112" cy="90"/>
              </a:xfrm>
              <a:custGeom>
                <a:avLst/>
                <a:gdLst>
                  <a:gd name="T0" fmla="*/ 694 w 45"/>
                  <a:gd name="T1" fmla="*/ 0 h 36"/>
                  <a:gd name="T2" fmla="*/ 0 w 45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6">
                    <a:moveTo>
                      <a:pt x="45" y="0"/>
                    </a:moveTo>
                    <a:cubicBezTo>
                      <a:pt x="44" y="26"/>
                      <a:pt x="20" y="30"/>
                      <a:pt x="0" y="36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4" name="Freeform 1316">
                <a:extLst>
                  <a:ext uri="{FF2B5EF4-FFF2-40B4-BE49-F238E27FC236}">
                    <a16:creationId xmlns:a16="http://schemas.microsoft.com/office/drawing/2014/main" id="{FD1AB86A-976E-458A-A940-A51472BD0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764"/>
                <a:ext cx="65" cy="65"/>
              </a:xfrm>
              <a:custGeom>
                <a:avLst/>
                <a:gdLst>
                  <a:gd name="T0" fmla="*/ 408 w 26"/>
                  <a:gd name="T1" fmla="*/ 0 h 26"/>
                  <a:gd name="T2" fmla="*/ 0 w 26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6">
                    <a:moveTo>
                      <a:pt x="26" y="0"/>
                    </a:moveTo>
                    <a:cubicBezTo>
                      <a:pt x="25" y="13"/>
                      <a:pt x="9" y="19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5" name="Freeform 1317">
                <a:extLst>
                  <a:ext uri="{FF2B5EF4-FFF2-40B4-BE49-F238E27FC236}">
                    <a16:creationId xmlns:a16="http://schemas.microsoft.com/office/drawing/2014/main" id="{BDBE3B96-657E-4EBF-B0BA-105FFCF0E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734"/>
                <a:ext cx="33" cy="70"/>
              </a:xfrm>
              <a:custGeom>
                <a:avLst/>
                <a:gdLst>
                  <a:gd name="T0" fmla="*/ 213 w 13"/>
                  <a:gd name="T1" fmla="*/ 0 h 28"/>
                  <a:gd name="T2" fmla="*/ 147 w 13"/>
                  <a:gd name="T3" fmla="*/ 270 h 28"/>
                  <a:gd name="T4" fmla="*/ 0 w 13"/>
                  <a:gd name="T5" fmla="*/ 43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8">
                    <a:moveTo>
                      <a:pt x="13" y="0"/>
                    </a:moveTo>
                    <a:cubicBezTo>
                      <a:pt x="12" y="6"/>
                      <a:pt x="12" y="11"/>
                      <a:pt x="9" y="17"/>
                    </a:cubicBezTo>
                    <a:cubicBezTo>
                      <a:pt x="6" y="21"/>
                      <a:pt x="3" y="25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6" name="Freeform 1318">
                <a:extLst>
                  <a:ext uri="{FF2B5EF4-FFF2-40B4-BE49-F238E27FC236}">
                    <a16:creationId xmlns:a16="http://schemas.microsoft.com/office/drawing/2014/main" id="{6E2D932C-B18F-4DA4-ADF5-D306798D2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869"/>
                <a:ext cx="97" cy="73"/>
              </a:xfrm>
              <a:custGeom>
                <a:avLst/>
                <a:gdLst>
                  <a:gd name="T0" fmla="*/ 599 w 39"/>
                  <a:gd name="T1" fmla="*/ 0 h 29"/>
                  <a:gd name="T2" fmla="*/ 403 w 39"/>
                  <a:gd name="T3" fmla="*/ 50 h 29"/>
                  <a:gd name="T4" fmla="*/ 199 w 39"/>
                  <a:gd name="T5" fmla="*/ 159 h 29"/>
                  <a:gd name="T6" fmla="*/ 62 w 39"/>
                  <a:gd name="T7" fmla="*/ 317 h 29"/>
                  <a:gd name="T8" fmla="*/ 0 w 39"/>
                  <a:gd name="T9" fmla="*/ 46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9">
                    <a:moveTo>
                      <a:pt x="39" y="0"/>
                    </a:moveTo>
                    <a:cubicBezTo>
                      <a:pt x="35" y="2"/>
                      <a:pt x="30" y="1"/>
                      <a:pt x="26" y="3"/>
                    </a:cubicBezTo>
                    <a:cubicBezTo>
                      <a:pt x="21" y="5"/>
                      <a:pt x="16" y="7"/>
                      <a:pt x="13" y="10"/>
                    </a:cubicBezTo>
                    <a:cubicBezTo>
                      <a:pt x="10" y="13"/>
                      <a:pt x="7" y="17"/>
                      <a:pt x="4" y="20"/>
                    </a:cubicBezTo>
                    <a:cubicBezTo>
                      <a:pt x="2" y="23"/>
                      <a:pt x="0" y="29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7" name="Freeform 1319">
                <a:extLst>
                  <a:ext uri="{FF2B5EF4-FFF2-40B4-BE49-F238E27FC236}">
                    <a16:creationId xmlns:a16="http://schemas.microsoft.com/office/drawing/2014/main" id="{00C68172-70E1-4521-8D8C-FF8C0F0C4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864"/>
                <a:ext cx="57" cy="65"/>
              </a:xfrm>
              <a:custGeom>
                <a:avLst/>
                <a:gdLst>
                  <a:gd name="T0" fmla="*/ 216 w 23"/>
                  <a:gd name="T1" fmla="*/ 408 h 26"/>
                  <a:gd name="T2" fmla="*/ 307 w 23"/>
                  <a:gd name="T3" fmla="*/ 208 h 26"/>
                  <a:gd name="T4" fmla="*/ 349 w 23"/>
                  <a:gd name="T5" fmla="*/ 0 h 26"/>
                  <a:gd name="T6" fmla="*/ 166 w 23"/>
                  <a:gd name="T7" fmla="*/ 175 h 26"/>
                  <a:gd name="T8" fmla="*/ 0 w 23"/>
                  <a:gd name="T9" fmla="*/ 27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14" y="26"/>
                    </a:moveTo>
                    <a:cubicBezTo>
                      <a:pt x="17" y="22"/>
                      <a:pt x="19" y="18"/>
                      <a:pt x="20" y="13"/>
                    </a:cubicBezTo>
                    <a:cubicBezTo>
                      <a:pt x="21" y="9"/>
                      <a:pt x="21" y="3"/>
                      <a:pt x="23" y="0"/>
                    </a:cubicBezTo>
                    <a:cubicBezTo>
                      <a:pt x="18" y="3"/>
                      <a:pt x="15" y="8"/>
                      <a:pt x="11" y="11"/>
                    </a:cubicBezTo>
                    <a:cubicBezTo>
                      <a:pt x="7" y="13"/>
                      <a:pt x="2" y="14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8" name="Freeform 1320">
                <a:extLst>
                  <a:ext uri="{FF2B5EF4-FFF2-40B4-BE49-F238E27FC236}">
                    <a16:creationId xmlns:a16="http://schemas.microsoft.com/office/drawing/2014/main" id="{4C2B63A9-8268-48A3-A9CF-BAFDF2223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779"/>
                <a:ext cx="63" cy="93"/>
              </a:xfrm>
              <a:custGeom>
                <a:avLst/>
                <a:gdLst>
                  <a:gd name="T0" fmla="*/ 401 w 25"/>
                  <a:gd name="T1" fmla="*/ 0 h 37"/>
                  <a:gd name="T2" fmla="*/ 20 w 25"/>
                  <a:gd name="T3" fmla="*/ 568 h 37"/>
                  <a:gd name="T4" fmla="*/ 33 w 25"/>
                  <a:gd name="T5" fmla="*/ 53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7">
                    <a:moveTo>
                      <a:pt x="25" y="0"/>
                    </a:moveTo>
                    <a:cubicBezTo>
                      <a:pt x="16" y="6"/>
                      <a:pt x="2" y="25"/>
                      <a:pt x="1" y="36"/>
                    </a:cubicBezTo>
                    <a:cubicBezTo>
                      <a:pt x="0" y="37"/>
                      <a:pt x="2" y="34"/>
                      <a:pt x="2" y="34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9" name="Freeform 1321">
                <a:extLst>
                  <a:ext uri="{FF2B5EF4-FFF2-40B4-BE49-F238E27FC236}">
                    <a16:creationId xmlns:a16="http://schemas.microsoft.com/office/drawing/2014/main" id="{2E41D92B-FD4A-4254-AF3E-6E8D45EFC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812"/>
                <a:ext cx="90" cy="55"/>
              </a:xfrm>
              <a:custGeom>
                <a:avLst/>
                <a:gdLst>
                  <a:gd name="T0" fmla="*/ 563 w 36"/>
                  <a:gd name="T1" fmla="*/ 0 h 22"/>
                  <a:gd name="T2" fmla="*/ 395 w 36"/>
                  <a:gd name="T3" fmla="*/ 33 h 22"/>
                  <a:gd name="T4" fmla="*/ 220 w 36"/>
                  <a:gd name="T5" fmla="*/ 145 h 22"/>
                  <a:gd name="T6" fmla="*/ 0 w 36"/>
                  <a:gd name="T7" fmla="*/ 34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2">
                    <a:moveTo>
                      <a:pt x="36" y="0"/>
                    </a:moveTo>
                    <a:cubicBezTo>
                      <a:pt x="32" y="1"/>
                      <a:pt x="29" y="0"/>
                      <a:pt x="25" y="2"/>
                    </a:cubicBezTo>
                    <a:cubicBezTo>
                      <a:pt x="22" y="4"/>
                      <a:pt x="18" y="7"/>
                      <a:pt x="14" y="9"/>
                    </a:cubicBezTo>
                    <a:cubicBezTo>
                      <a:pt x="10" y="12"/>
                      <a:pt x="1" y="18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0" name="Freeform 1322">
                <a:extLst>
                  <a:ext uri="{FF2B5EF4-FFF2-40B4-BE49-F238E27FC236}">
                    <a16:creationId xmlns:a16="http://schemas.microsoft.com/office/drawing/2014/main" id="{6E17720A-7027-4455-B6A0-1B3A84F29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764"/>
                <a:ext cx="47" cy="85"/>
              </a:xfrm>
              <a:custGeom>
                <a:avLst/>
                <a:gdLst>
                  <a:gd name="T0" fmla="*/ 74 w 19"/>
                  <a:gd name="T1" fmla="*/ 208 h 34"/>
                  <a:gd name="T2" fmla="*/ 287 w 19"/>
                  <a:gd name="T3" fmla="*/ 0 h 34"/>
                  <a:gd name="T4" fmla="*/ 121 w 19"/>
                  <a:gd name="T5" fmla="*/ 270 h 34"/>
                  <a:gd name="T6" fmla="*/ 0 w 19"/>
                  <a:gd name="T7" fmla="*/ 53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4">
                    <a:moveTo>
                      <a:pt x="5" y="13"/>
                    </a:moveTo>
                    <a:cubicBezTo>
                      <a:pt x="10" y="10"/>
                      <a:pt x="12" y="3"/>
                      <a:pt x="19" y="0"/>
                    </a:cubicBezTo>
                    <a:cubicBezTo>
                      <a:pt x="16" y="6"/>
                      <a:pt x="12" y="12"/>
                      <a:pt x="8" y="17"/>
                    </a:cubicBezTo>
                    <a:cubicBezTo>
                      <a:pt x="6" y="21"/>
                      <a:pt x="2" y="33"/>
                      <a:pt x="0" y="34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1" name="Freeform 1323">
                <a:extLst>
                  <a:ext uri="{FF2B5EF4-FFF2-40B4-BE49-F238E27FC236}">
                    <a16:creationId xmlns:a16="http://schemas.microsoft.com/office/drawing/2014/main" id="{B8F9F508-2646-44DA-A7DD-221BF8C6E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682"/>
                <a:ext cx="88" cy="97"/>
              </a:xfrm>
              <a:custGeom>
                <a:avLst/>
                <a:gdLst>
                  <a:gd name="T0" fmla="*/ 538 w 35"/>
                  <a:gd name="T1" fmla="*/ 0 h 39"/>
                  <a:gd name="T2" fmla="*/ 475 w 35"/>
                  <a:gd name="T3" fmla="*/ 167 h 39"/>
                  <a:gd name="T4" fmla="*/ 367 w 35"/>
                  <a:gd name="T5" fmla="*/ 383 h 39"/>
                  <a:gd name="T6" fmla="*/ 189 w 35"/>
                  <a:gd name="T7" fmla="*/ 525 h 39"/>
                  <a:gd name="T8" fmla="*/ 0 w 35"/>
                  <a:gd name="T9" fmla="*/ 59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9">
                    <a:moveTo>
                      <a:pt x="34" y="0"/>
                    </a:moveTo>
                    <a:cubicBezTo>
                      <a:pt x="35" y="2"/>
                      <a:pt x="31" y="8"/>
                      <a:pt x="30" y="11"/>
                    </a:cubicBezTo>
                    <a:cubicBezTo>
                      <a:pt x="29" y="17"/>
                      <a:pt x="26" y="21"/>
                      <a:pt x="23" y="25"/>
                    </a:cubicBezTo>
                    <a:cubicBezTo>
                      <a:pt x="20" y="29"/>
                      <a:pt x="16" y="31"/>
                      <a:pt x="12" y="34"/>
                    </a:cubicBezTo>
                    <a:cubicBezTo>
                      <a:pt x="9" y="35"/>
                      <a:pt x="2" y="36"/>
                      <a:pt x="0" y="39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2" name="Freeform 1324">
                <a:extLst>
                  <a:ext uri="{FF2B5EF4-FFF2-40B4-BE49-F238E27FC236}">
                    <a16:creationId xmlns:a16="http://schemas.microsoft.com/office/drawing/2014/main" id="{5B77F68F-13BF-459E-843F-8ABF38F0C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714"/>
                <a:ext cx="10" cy="55"/>
              </a:xfrm>
              <a:custGeom>
                <a:avLst/>
                <a:gdLst>
                  <a:gd name="T0" fmla="*/ 0 w 4"/>
                  <a:gd name="T1" fmla="*/ 345 h 22"/>
                  <a:gd name="T2" fmla="*/ 63 w 4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2">
                    <a:moveTo>
                      <a:pt x="0" y="22"/>
                    </a:moveTo>
                    <a:cubicBezTo>
                      <a:pt x="4" y="15"/>
                      <a:pt x="4" y="9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3" name="Freeform 1325">
                <a:extLst>
                  <a:ext uri="{FF2B5EF4-FFF2-40B4-BE49-F238E27FC236}">
                    <a16:creationId xmlns:a16="http://schemas.microsoft.com/office/drawing/2014/main" id="{6F8C8C58-ADC1-4687-BBB2-0113FEB70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624"/>
                <a:ext cx="63" cy="105"/>
              </a:xfrm>
              <a:custGeom>
                <a:avLst/>
                <a:gdLst>
                  <a:gd name="T0" fmla="*/ 401 w 25"/>
                  <a:gd name="T1" fmla="*/ 0 h 42"/>
                  <a:gd name="T2" fmla="*/ 255 w 25"/>
                  <a:gd name="T3" fmla="*/ 395 h 42"/>
                  <a:gd name="T4" fmla="*/ 126 w 25"/>
                  <a:gd name="T5" fmla="*/ 550 h 42"/>
                  <a:gd name="T6" fmla="*/ 0 w 25"/>
                  <a:gd name="T7" fmla="*/ 65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2">
                    <a:moveTo>
                      <a:pt x="25" y="0"/>
                    </a:moveTo>
                    <a:cubicBezTo>
                      <a:pt x="24" y="9"/>
                      <a:pt x="21" y="17"/>
                      <a:pt x="16" y="25"/>
                    </a:cubicBezTo>
                    <a:cubicBezTo>
                      <a:pt x="13" y="29"/>
                      <a:pt x="11" y="32"/>
                      <a:pt x="8" y="35"/>
                    </a:cubicBezTo>
                    <a:cubicBezTo>
                      <a:pt x="5" y="38"/>
                      <a:pt x="2" y="39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4" name="Freeform 1326">
                <a:extLst>
                  <a:ext uri="{FF2B5EF4-FFF2-40B4-BE49-F238E27FC236}">
                    <a16:creationId xmlns:a16="http://schemas.microsoft.com/office/drawing/2014/main" id="{28EB2A5A-1F84-4AB3-9893-31D486E35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677"/>
                <a:ext cx="88" cy="145"/>
              </a:xfrm>
              <a:custGeom>
                <a:avLst/>
                <a:gdLst>
                  <a:gd name="T0" fmla="*/ 525 w 35"/>
                  <a:gd name="T1" fmla="*/ 0 h 58"/>
                  <a:gd name="T2" fmla="*/ 493 w 35"/>
                  <a:gd name="T3" fmla="*/ 300 h 58"/>
                  <a:gd name="T4" fmla="*/ 367 w 35"/>
                  <a:gd name="T5" fmla="*/ 583 h 58"/>
                  <a:gd name="T6" fmla="*/ 0 w 35"/>
                  <a:gd name="T7" fmla="*/ 908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58">
                    <a:moveTo>
                      <a:pt x="33" y="0"/>
                    </a:moveTo>
                    <a:cubicBezTo>
                      <a:pt x="35" y="4"/>
                      <a:pt x="32" y="14"/>
                      <a:pt x="31" y="19"/>
                    </a:cubicBezTo>
                    <a:cubicBezTo>
                      <a:pt x="29" y="25"/>
                      <a:pt x="26" y="31"/>
                      <a:pt x="23" y="37"/>
                    </a:cubicBezTo>
                    <a:cubicBezTo>
                      <a:pt x="17" y="46"/>
                      <a:pt x="4" y="49"/>
                      <a:pt x="0" y="58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5" name="Freeform 1327">
                <a:extLst>
                  <a:ext uri="{FF2B5EF4-FFF2-40B4-BE49-F238E27FC236}">
                    <a16:creationId xmlns:a16="http://schemas.microsoft.com/office/drawing/2014/main" id="{E752A4FE-2B34-45FB-B24D-6287007AA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742"/>
                <a:ext cx="43" cy="22"/>
              </a:xfrm>
              <a:custGeom>
                <a:avLst/>
                <a:gdLst>
                  <a:gd name="T0" fmla="*/ 276 w 17"/>
                  <a:gd name="T1" fmla="*/ 12 h 9"/>
                  <a:gd name="T2" fmla="*/ 0 w 17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17" y="1"/>
                    </a:moveTo>
                    <a:cubicBezTo>
                      <a:pt x="11" y="0"/>
                      <a:pt x="4" y="4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6" name="Freeform 1328">
                <a:extLst>
                  <a:ext uri="{FF2B5EF4-FFF2-40B4-BE49-F238E27FC236}">
                    <a16:creationId xmlns:a16="http://schemas.microsoft.com/office/drawing/2014/main" id="{6E70E6FE-6259-4F3D-AE6B-6230155B3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667"/>
                <a:ext cx="22" cy="42"/>
              </a:xfrm>
              <a:custGeom>
                <a:avLst/>
                <a:gdLst>
                  <a:gd name="T0" fmla="*/ 0 w 9"/>
                  <a:gd name="T1" fmla="*/ 257 h 17"/>
                  <a:gd name="T2" fmla="*/ 132 w 9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7">
                    <a:moveTo>
                      <a:pt x="0" y="17"/>
                    </a:moveTo>
                    <a:cubicBezTo>
                      <a:pt x="6" y="14"/>
                      <a:pt x="8" y="6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7" name="Freeform 1329">
                <a:extLst>
                  <a:ext uri="{FF2B5EF4-FFF2-40B4-BE49-F238E27FC236}">
                    <a16:creationId xmlns:a16="http://schemas.microsoft.com/office/drawing/2014/main" id="{2984B9D2-6162-4F08-AE2D-CE663E1FB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427"/>
                <a:ext cx="30" cy="45"/>
              </a:xfrm>
              <a:custGeom>
                <a:avLst/>
                <a:gdLst>
                  <a:gd name="T0" fmla="*/ 113 w 12"/>
                  <a:gd name="T1" fmla="*/ 283 h 18"/>
                  <a:gd name="T2" fmla="*/ 20 w 12"/>
                  <a:gd name="T3" fmla="*/ 145 h 18"/>
                  <a:gd name="T4" fmla="*/ 83 w 12"/>
                  <a:gd name="T5" fmla="*/ 0 h 18"/>
                  <a:gd name="T6" fmla="*/ 188 w 12"/>
                  <a:gd name="T7" fmla="*/ 125 h 18"/>
                  <a:gd name="T8" fmla="*/ 113 w 12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7" y="18"/>
                    </a:moveTo>
                    <a:cubicBezTo>
                      <a:pt x="4" y="18"/>
                      <a:pt x="1" y="14"/>
                      <a:pt x="1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8" y="0"/>
                      <a:pt x="11" y="3"/>
                      <a:pt x="12" y="8"/>
                    </a:cubicBezTo>
                    <a:cubicBezTo>
                      <a:pt x="12" y="13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8" name="Freeform 1330">
                <a:extLst>
                  <a:ext uri="{FF2B5EF4-FFF2-40B4-BE49-F238E27FC236}">
                    <a16:creationId xmlns:a16="http://schemas.microsoft.com/office/drawing/2014/main" id="{8D5FF773-AB42-487F-A53A-48EB921D0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429"/>
                <a:ext cx="30" cy="45"/>
              </a:xfrm>
              <a:custGeom>
                <a:avLst/>
                <a:gdLst>
                  <a:gd name="T0" fmla="*/ 113 w 12"/>
                  <a:gd name="T1" fmla="*/ 283 h 18"/>
                  <a:gd name="T2" fmla="*/ 0 w 12"/>
                  <a:gd name="T3" fmla="*/ 145 h 18"/>
                  <a:gd name="T4" fmla="*/ 83 w 12"/>
                  <a:gd name="T5" fmla="*/ 0 h 18"/>
                  <a:gd name="T6" fmla="*/ 175 w 12"/>
                  <a:gd name="T7" fmla="*/ 125 h 18"/>
                  <a:gd name="T8" fmla="*/ 113 w 12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7" y="18"/>
                    </a:moveTo>
                    <a:cubicBezTo>
                      <a:pt x="4" y="18"/>
                      <a:pt x="1" y="14"/>
                      <a:pt x="0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8" y="0"/>
                      <a:pt x="11" y="3"/>
                      <a:pt x="11" y="8"/>
                    </a:cubicBezTo>
                    <a:cubicBezTo>
                      <a:pt x="12" y="13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9" name="Freeform 1331">
                <a:extLst>
                  <a:ext uri="{FF2B5EF4-FFF2-40B4-BE49-F238E27FC236}">
                    <a16:creationId xmlns:a16="http://schemas.microsoft.com/office/drawing/2014/main" id="{D542E077-6269-414D-9932-6A31EFC00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437"/>
                <a:ext cx="23" cy="35"/>
              </a:xfrm>
              <a:custGeom>
                <a:avLst/>
                <a:gdLst>
                  <a:gd name="T0" fmla="*/ 118 w 9"/>
                  <a:gd name="T1" fmla="*/ 188 h 14"/>
                  <a:gd name="T2" fmla="*/ 20 w 9"/>
                  <a:gd name="T3" fmla="*/ 63 h 14"/>
                  <a:gd name="T4" fmla="*/ 20 w 9"/>
                  <a:gd name="T5" fmla="*/ 0 h 14"/>
                  <a:gd name="T6" fmla="*/ 0 w 9"/>
                  <a:gd name="T7" fmla="*/ 95 h 14"/>
                  <a:gd name="T8" fmla="*/ 97 w 9"/>
                  <a:gd name="T9" fmla="*/ 220 h 14"/>
                  <a:gd name="T10" fmla="*/ 151 w 9"/>
                  <a:gd name="T11" fmla="*/ 158 h 14"/>
                  <a:gd name="T12" fmla="*/ 118 w 9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7" y="12"/>
                    </a:moveTo>
                    <a:cubicBezTo>
                      <a:pt x="4" y="12"/>
                      <a:pt x="1" y="9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0" y="1"/>
                      <a:pt x="0" y="4"/>
                      <a:pt x="0" y="6"/>
                    </a:cubicBezTo>
                    <a:cubicBezTo>
                      <a:pt x="0" y="11"/>
                      <a:pt x="3" y="14"/>
                      <a:pt x="6" y="14"/>
                    </a:cubicBezTo>
                    <a:cubicBezTo>
                      <a:pt x="7" y="14"/>
                      <a:pt x="9" y="12"/>
                      <a:pt x="9" y="10"/>
                    </a:cubicBezTo>
                    <a:cubicBezTo>
                      <a:pt x="9" y="11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0" name="Freeform 1332">
                <a:extLst>
                  <a:ext uri="{FF2B5EF4-FFF2-40B4-BE49-F238E27FC236}">
                    <a16:creationId xmlns:a16="http://schemas.microsoft.com/office/drawing/2014/main" id="{474C25F5-63C3-46C5-9B6D-F028DFE62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429"/>
                <a:ext cx="30" cy="45"/>
              </a:xfrm>
              <a:custGeom>
                <a:avLst/>
                <a:gdLst>
                  <a:gd name="T0" fmla="*/ 113 w 12"/>
                  <a:gd name="T1" fmla="*/ 283 h 18"/>
                  <a:gd name="T2" fmla="*/ 20 w 12"/>
                  <a:gd name="T3" fmla="*/ 145 h 18"/>
                  <a:gd name="T4" fmla="*/ 83 w 12"/>
                  <a:gd name="T5" fmla="*/ 0 h 18"/>
                  <a:gd name="T6" fmla="*/ 188 w 12"/>
                  <a:gd name="T7" fmla="*/ 125 h 18"/>
                  <a:gd name="T8" fmla="*/ 113 w 12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7" y="18"/>
                    </a:moveTo>
                    <a:cubicBezTo>
                      <a:pt x="4" y="18"/>
                      <a:pt x="1" y="14"/>
                      <a:pt x="1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8" y="0"/>
                      <a:pt x="11" y="3"/>
                      <a:pt x="12" y="8"/>
                    </a:cubicBezTo>
                    <a:cubicBezTo>
                      <a:pt x="12" y="13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1" name="Freeform 1333">
                <a:extLst>
                  <a:ext uri="{FF2B5EF4-FFF2-40B4-BE49-F238E27FC236}">
                    <a16:creationId xmlns:a16="http://schemas.microsoft.com/office/drawing/2014/main" id="{C32EC183-6AFA-46C2-8095-74BC19E95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432"/>
                <a:ext cx="30" cy="45"/>
              </a:xfrm>
              <a:custGeom>
                <a:avLst/>
                <a:gdLst>
                  <a:gd name="T0" fmla="*/ 113 w 12"/>
                  <a:gd name="T1" fmla="*/ 283 h 18"/>
                  <a:gd name="T2" fmla="*/ 0 w 12"/>
                  <a:gd name="T3" fmla="*/ 145 h 18"/>
                  <a:gd name="T4" fmla="*/ 83 w 12"/>
                  <a:gd name="T5" fmla="*/ 0 h 18"/>
                  <a:gd name="T6" fmla="*/ 175 w 12"/>
                  <a:gd name="T7" fmla="*/ 125 h 18"/>
                  <a:gd name="T8" fmla="*/ 113 w 12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7" y="18"/>
                    </a:moveTo>
                    <a:cubicBezTo>
                      <a:pt x="4" y="18"/>
                      <a:pt x="1" y="14"/>
                      <a:pt x="0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8" y="0"/>
                      <a:pt x="11" y="3"/>
                      <a:pt x="11" y="8"/>
                    </a:cubicBezTo>
                    <a:cubicBezTo>
                      <a:pt x="12" y="13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2" name="Freeform 1334">
                <a:extLst>
                  <a:ext uri="{FF2B5EF4-FFF2-40B4-BE49-F238E27FC236}">
                    <a16:creationId xmlns:a16="http://schemas.microsoft.com/office/drawing/2014/main" id="{AD1DF65F-B71C-4E94-AF08-B55A9F0DB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439"/>
                <a:ext cx="22" cy="35"/>
              </a:xfrm>
              <a:custGeom>
                <a:avLst/>
                <a:gdLst>
                  <a:gd name="T0" fmla="*/ 103 w 9"/>
                  <a:gd name="T1" fmla="*/ 188 h 14"/>
                  <a:gd name="T2" fmla="*/ 12 w 9"/>
                  <a:gd name="T3" fmla="*/ 63 h 14"/>
                  <a:gd name="T4" fmla="*/ 12 w 9"/>
                  <a:gd name="T5" fmla="*/ 0 h 14"/>
                  <a:gd name="T6" fmla="*/ 0 w 9"/>
                  <a:gd name="T7" fmla="*/ 95 h 14"/>
                  <a:gd name="T8" fmla="*/ 90 w 9"/>
                  <a:gd name="T9" fmla="*/ 220 h 14"/>
                  <a:gd name="T10" fmla="*/ 132 w 9"/>
                  <a:gd name="T11" fmla="*/ 158 h 14"/>
                  <a:gd name="T12" fmla="*/ 103 w 9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7" y="12"/>
                    </a:moveTo>
                    <a:cubicBezTo>
                      <a:pt x="4" y="12"/>
                      <a:pt x="1" y="9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0" y="1"/>
                      <a:pt x="0" y="4"/>
                      <a:pt x="0" y="6"/>
                    </a:cubicBezTo>
                    <a:cubicBezTo>
                      <a:pt x="0" y="11"/>
                      <a:pt x="3" y="14"/>
                      <a:pt x="6" y="14"/>
                    </a:cubicBezTo>
                    <a:cubicBezTo>
                      <a:pt x="7" y="14"/>
                      <a:pt x="9" y="12"/>
                      <a:pt x="9" y="10"/>
                    </a:cubicBezTo>
                    <a:cubicBezTo>
                      <a:pt x="9" y="11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3" name="Freeform 1335">
                <a:extLst>
                  <a:ext uri="{FF2B5EF4-FFF2-40B4-BE49-F238E27FC236}">
                    <a16:creationId xmlns:a16="http://schemas.microsoft.com/office/drawing/2014/main" id="{15ABE441-9BCE-435E-9A2A-418AF7630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316"/>
                <a:ext cx="30" cy="46"/>
              </a:xfrm>
              <a:custGeom>
                <a:avLst/>
                <a:gdLst>
                  <a:gd name="T0" fmla="*/ 113 w 12"/>
                  <a:gd name="T1" fmla="*/ 302 h 18"/>
                  <a:gd name="T2" fmla="*/ 20 w 12"/>
                  <a:gd name="T3" fmla="*/ 151 h 18"/>
                  <a:gd name="T4" fmla="*/ 83 w 12"/>
                  <a:gd name="T5" fmla="*/ 0 h 18"/>
                  <a:gd name="T6" fmla="*/ 188 w 12"/>
                  <a:gd name="T7" fmla="*/ 130 h 18"/>
                  <a:gd name="T8" fmla="*/ 113 w 12"/>
                  <a:gd name="T9" fmla="*/ 30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7" y="18"/>
                    </a:moveTo>
                    <a:cubicBezTo>
                      <a:pt x="4" y="18"/>
                      <a:pt x="1" y="14"/>
                      <a:pt x="1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8" y="0"/>
                      <a:pt x="11" y="3"/>
                      <a:pt x="12" y="8"/>
                    </a:cubicBezTo>
                    <a:cubicBezTo>
                      <a:pt x="12" y="13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4" name="Freeform 1336">
                <a:extLst>
                  <a:ext uri="{FF2B5EF4-FFF2-40B4-BE49-F238E27FC236}">
                    <a16:creationId xmlns:a16="http://schemas.microsoft.com/office/drawing/2014/main" id="{3D7D52C8-8BA0-458C-94B5-EC30F4C2E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1319"/>
                <a:ext cx="30" cy="45"/>
              </a:xfrm>
              <a:custGeom>
                <a:avLst/>
                <a:gdLst>
                  <a:gd name="T0" fmla="*/ 113 w 12"/>
                  <a:gd name="T1" fmla="*/ 283 h 18"/>
                  <a:gd name="T2" fmla="*/ 0 w 12"/>
                  <a:gd name="T3" fmla="*/ 145 h 18"/>
                  <a:gd name="T4" fmla="*/ 83 w 12"/>
                  <a:gd name="T5" fmla="*/ 0 h 18"/>
                  <a:gd name="T6" fmla="*/ 175 w 12"/>
                  <a:gd name="T7" fmla="*/ 125 h 18"/>
                  <a:gd name="T8" fmla="*/ 113 w 12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7" y="18"/>
                    </a:moveTo>
                    <a:cubicBezTo>
                      <a:pt x="4" y="18"/>
                      <a:pt x="1" y="14"/>
                      <a:pt x="0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8" y="0"/>
                      <a:pt x="11" y="3"/>
                      <a:pt x="11" y="8"/>
                    </a:cubicBezTo>
                    <a:cubicBezTo>
                      <a:pt x="12" y="13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5" name="Freeform 1337">
                <a:extLst>
                  <a:ext uri="{FF2B5EF4-FFF2-40B4-BE49-F238E27FC236}">
                    <a16:creationId xmlns:a16="http://schemas.microsoft.com/office/drawing/2014/main" id="{D813B609-1B4E-48B2-9F1C-7533D9A60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326"/>
                <a:ext cx="22" cy="36"/>
              </a:xfrm>
              <a:custGeom>
                <a:avLst/>
                <a:gdLst>
                  <a:gd name="T0" fmla="*/ 103 w 9"/>
                  <a:gd name="T1" fmla="*/ 206 h 14"/>
                  <a:gd name="T2" fmla="*/ 12 w 9"/>
                  <a:gd name="T3" fmla="*/ 67 h 14"/>
                  <a:gd name="T4" fmla="*/ 12 w 9"/>
                  <a:gd name="T5" fmla="*/ 0 h 14"/>
                  <a:gd name="T6" fmla="*/ 0 w 9"/>
                  <a:gd name="T7" fmla="*/ 100 h 14"/>
                  <a:gd name="T8" fmla="*/ 90 w 9"/>
                  <a:gd name="T9" fmla="*/ 239 h 14"/>
                  <a:gd name="T10" fmla="*/ 132 w 9"/>
                  <a:gd name="T11" fmla="*/ 172 h 14"/>
                  <a:gd name="T12" fmla="*/ 103 w 9"/>
                  <a:gd name="T13" fmla="*/ 20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7" y="12"/>
                    </a:moveTo>
                    <a:cubicBezTo>
                      <a:pt x="4" y="12"/>
                      <a:pt x="1" y="9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0" y="1"/>
                      <a:pt x="0" y="4"/>
                      <a:pt x="0" y="6"/>
                    </a:cubicBezTo>
                    <a:cubicBezTo>
                      <a:pt x="0" y="11"/>
                      <a:pt x="3" y="14"/>
                      <a:pt x="6" y="14"/>
                    </a:cubicBezTo>
                    <a:cubicBezTo>
                      <a:pt x="7" y="14"/>
                      <a:pt x="9" y="12"/>
                      <a:pt x="9" y="10"/>
                    </a:cubicBezTo>
                    <a:cubicBezTo>
                      <a:pt x="9" y="11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6" name="Freeform 1338">
                <a:extLst>
                  <a:ext uri="{FF2B5EF4-FFF2-40B4-BE49-F238E27FC236}">
                    <a16:creationId xmlns:a16="http://schemas.microsoft.com/office/drawing/2014/main" id="{F2E4A3F1-C75B-43C2-8D56-554F58B83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309"/>
                <a:ext cx="30" cy="48"/>
              </a:xfrm>
              <a:custGeom>
                <a:avLst/>
                <a:gdLst>
                  <a:gd name="T0" fmla="*/ 113 w 12"/>
                  <a:gd name="T1" fmla="*/ 288 h 19"/>
                  <a:gd name="T2" fmla="*/ 20 w 12"/>
                  <a:gd name="T3" fmla="*/ 159 h 19"/>
                  <a:gd name="T4" fmla="*/ 83 w 12"/>
                  <a:gd name="T5" fmla="*/ 0 h 19"/>
                  <a:gd name="T6" fmla="*/ 188 w 12"/>
                  <a:gd name="T7" fmla="*/ 147 h 19"/>
                  <a:gd name="T8" fmla="*/ 113 w 12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7" name="Freeform 1339">
                <a:extLst>
                  <a:ext uri="{FF2B5EF4-FFF2-40B4-BE49-F238E27FC236}">
                    <a16:creationId xmlns:a16="http://schemas.microsoft.com/office/drawing/2014/main" id="{26663CD6-C96D-466F-83C0-F68CDCA4B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311"/>
                <a:ext cx="30" cy="48"/>
              </a:xfrm>
              <a:custGeom>
                <a:avLst/>
                <a:gdLst>
                  <a:gd name="T0" fmla="*/ 113 w 12"/>
                  <a:gd name="T1" fmla="*/ 288 h 19"/>
                  <a:gd name="T2" fmla="*/ 0 w 12"/>
                  <a:gd name="T3" fmla="*/ 159 h 19"/>
                  <a:gd name="T4" fmla="*/ 83 w 12"/>
                  <a:gd name="T5" fmla="*/ 0 h 19"/>
                  <a:gd name="T6" fmla="*/ 175 w 12"/>
                  <a:gd name="T7" fmla="*/ 147 h 19"/>
                  <a:gd name="T8" fmla="*/ 113 w 12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0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8" name="Freeform 1340">
                <a:extLst>
                  <a:ext uri="{FF2B5EF4-FFF2-40B4-BE49-F238E27FC236}">
                    <a16:creationId xmlns:a16="http://schemas.microsoft.com/office/drawing/2014/main" id="{379A8B2A-FDAC-4EF2-9CDB-8FCFCFA3C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319"/>
                <a:ext cx="23" cy="38"/>
              </a:xfrm>
              <a:custGeom>
                <a:avLst/>
                <a:gdLst>
                  <a:gd name="T0" fmla="*/ 118 w 9"/>
                  <a:gd name="T1" fmla="*/ 193 h 15"/>
                  <a:gd name="T2" fmla="*/ 20 w 9"/>
                  <a:gd name="T3" fmla="*/ 84 h 15"/>
                  <a:gd name="T4" fmla="*/ 20 w 9"/>
                  <a:gd name="T5" fmla="*/ 0 h 15"/>
                  <a:gd name="T6" fmla="*/ 0 w 9"/>
                  <a:gd name="T7" fmla="*/ 117 h 15"/>
                  <a:gd name="T8" fmla="*/ 97 w 9"/>
                  <a:gd name="T9" fmla="*/ 243 h 15"/>
                  <a:gd name="T10" fmla="*/ 151 w 9"/>
                  <a:gd name="T11" fmla="*/ 180 h 15"/>
                  <a:gd name="T12" fmla="*/ 118 w 9"/>
                  <a:gd name="T13" fmla="*/ 19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7" y="12"/>
                    </a:moveTo>
                    <a:cubicBezTo>
                      <a:pt x="4" y="13"/>
                      <a:pt x="1" y="9"/>
                      <a:pt x="1" y="5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11"/>
                      <a:pt x="3" y="15"/>
                      <a:pt x="6" y="15"/>
                    </a:cubicBezTo>
                    <a:cubicBezTo>
                      <a:pt x="7" y="14"/>
                      <a:pt x="9" y="13"/>
                      <a:pt x="9" y="11"/>
                    </a:cubicBezTo>
                    <a:cubicBezTo>
                      <a:pt x="9" y="12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9" name="Freeform 1341">
                <a:extLst>
                  <a:ext uri="{FF2B5EF4-FFF2-40B4-BE49-F238E27FC236}">
                    <a16:creationId xmlns:a16="http://schemas.microsoft.com/office/drawing/2014/main" id="{02F3F02D-3079-4E9B-A476-F0F4CC605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557"/>
                <a:ext cx="30" cy="47"/>
              </a:xfrm>
              <a:custGeom>
                <a:avLst/>
                <a:gdLst>
                  <a:gd name="T0" fmla="*/ 113 w 12"/>
                  <a:gd name="T1" fmla="*/ 275 h 19"/>
                  <a:gd name="T2" fmla="*/ 20 w 12"/>
                  <a:gd name="T3" fmla="*/ 153 h 19"/>
                  <a:gd name="T4" fmla="*/ 83 w 12"/>
                  <a:gd name="T5" fmla="*/ 0 h 19"/>
                  <a:gd name="T6" fmla="*/ 188 w 12"/>
                  <a:gd name="T7" fmla="*/ 134 h 19"/>
                  <a:gd name="T8" fmla="*/ 113 w 12"/>
                  <a:gd name="T9" fmla="*/ 27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00" name="Freeform 1342">
                <a:extLst>
                  <a:ext uri="{FF2B5EF4-FFF2-40B4-BE49-F238E27FC236}">
                    <a16:creationId xmlns:a16="http://schemas.microsoft.com/office/drawing/2014/main" id="{97423C36-612A-4A22-B1A0-30FB848BD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559"/>
                <a:ext cx="30" cy="48"/>
              </a:xfrm>
              <a:custGeom>
                <a:avLst/>
                <a:gdLst>
                  <a:gd name="T0" fmla="*/ 113 w 12"/>
                  <a:gd name="T1" fmla="*/ 288 h 19"/>
                  <a:gd name="T2" fmla="*/ 0 w 12"/>
                  <a:gd name="T3" fmla="*/ 159 h 19"/>
                  <a:gd name="T4" fmla="*/ 83 w 12"/>
                  <a:gd name="T5" fmla="*/ 0 h 19"/>
                  <a:gd name="T6" fmla="*/ 175 w 12"/>
                  <a:gd name="T7" fmla="*/ 147 h 19"/>
                  <a:gd name="T8" fmla="*/ 113 w 12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0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01" name="Freeform 1343">
                <a:extLst>
                  <a:ext uri="{FF2B5EF4-FFF2-40B4-BE49-F238E27FC236}">
                    <a16:creationId xmlns:a16="http://schemas.microsoft.com/office/drawing/2014/main" id="{32C9456E-AD07-4AEA-873C-7A1404716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567"/>
                <a:ext cx="22" cy="37"/>
              </a:xfrm>
              <a:custGeom>
                <a:avLst/>
                <a:gdLst>
                  <a:gd name="T0" fmla="*/ 103 w 9"/>
                  <a:gd name="T1" fmla="*/ 183 h 15"/>
                  <a:gd name="T2" fmla="*/ 12 w 9"/>
                  <a:gd name="T3" fmla="*/ 74 h 15"/>
                  <a:gd name="T4" fmla="*/ 12 w 9"/>
                  <a:gd name="T5" fmla="*/ 0 h 15"/>
                  <a:gd name="T6" fmla="*/ 0 w 9"/>
                  <a:gd name="T7" fmla="*/ 104 h 15"/>
                  <a:gd name="T8" fmla="*/ 90 w 9"/>
                  <a:gd name="T9" fmla="*/ 224 h 15"/>
                  <a:gd name="T10" fmla="*/ 132 w 9"/>
                  <a:gd name="T11" fmla="*/ 165 h 15"/>
                  <a:gd name="T12" fmla="*/ 103 w 9"/>
                  <a:gd name="T13" fmla="*/ 18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7" y="12"/>
                    </a:moveTo>
                    <a:cubicBezTo>
                      <a:pt x="4" y="13"/>
                      <a:pt x="1" y="9"/>
                      <a:pt x="1" y="5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11"/>
                      <a:pt x="3" y="15"/>
                      <a:pt x="6" y="15"/>
                    </a:cubicBezTo>
                    <a:cubicBezTo>
                      <a:pt x="7" y="14"/>
                      <a:pt x="9" y="13"/>
                      <a:pt x="9" y="11"/>
                    </a:cubicBezTo>
                    <a:cubicBezTo>
                      <a:pt x="9" y="12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02" name="Freeform 1344">
                <a:extLst>
                  <a:ext uri="{FF2B5EF4-FFF2-40B4-BE49-F238E27FC236}">
                    <a16:creationId xmlns:a16="http://schemas.microsoft.com/office/drawing/2014/main" id="{42D9D967-7DD7-447F-B9ED-E89FCF9CD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457"/>
                <a:ext cx="30" cy="47"/>
              </a:xfrm>
              <a:custGeom>
                <a:avLst/>
                <a:gdLst>
                  <a:gd name="T0" fmla="*/ 95 w 12"/>
                  <a:gd name="T1" fmla="*/ 275 h 19"/>
                  <a:gd name="T2" fmla="*/ 0 w 12"/>
                  <a:gd name="T3" fmla="*/ 153 h 19"/>
                  <a:gd name="T4" fmla="*/ 83 w 12"/>
                  <a:gd name="T5" fmla="*/ 0 h 19"/>
                  <a:gd name="T6" fmla="*/ 175 w 12"/>
                  <a:gd name="T7" fmla="*/ 134 h 19"/>
                  <a:gd name="T8" fmla="*/ 95 w 12"/>
                  <a:gd name="T9" fmla="*/ 27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6" y="18"/>
                    </a:moveTo>
                    <a:cubicBezTo>
                      <a:pt x="3" y="19"/>
                      <a:pt x="1" y="15"/>
                      <a:pt x="0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6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03" name="Freeform 1345">
                <a:extLst>
                  <a:ext uri="{FF2B5EF4-FFF2-40B4-BE49-F238E27FC236}">
                    <a16:creationId xmlns:a16="http://schemas.microsoft.com/office/drawing/2014/main" id="{4E6A06FA-A354-4CF1-8E06-6567BD169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459"/>
                <a:ext cx="30" cy="48"/>
              </a:xfrm>
              <a:custGeom>
                <a:avLst/>
                <a:gdLst>
                  <a:gd name="T0" fmla="*/ 113 w 12"/>
                  <a:gd name="T1" fmla="*/ 288 h 19"/>
                  <a:gd name="T2" fmla="*/ 20 w 12"/>
                  <a:gd name="T3" fmla="*/ 159 h 19"/>
                  <a:gd name="T4" fmla="*/ 95 w 12"/>
                  <a:gd name="T5" fmla="*/ 0 h 19"/>
                  <a:gd name="T6" fmla="*/ 188 w 12"/>
                  <a:gd name="T7" fmla="*/ 147 h 19"/>
                  <a:gd name="T8" fmla="*/ 113 w 12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3" y="1"/>
                      <a:pt x="6" y="0"/>
                    </a:cubicBezTo>
                    <a:cubicBezTo>
                      <a:pt x="9" y="0"/>
                      <a:pt x="12" y="4"/>
                      <a:pt x="12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04" name="Freeform 1346">
                <a:extLst>
                  <a:ext uri="{FF2B5EF4-FFF2-40B4-BE49-F238E27FC236}">
                    <a16:creationId xmlns:a16="http://schemas.microsoft.com/office/drawing/2014/main" id="{45EEFF3B-9AA1-459E-9001-E4C2690E3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467"/>
                <a:ext cx="25" cy="37"/>
              </a:xfrm>
              <a:custGeom>
                <a:avLst/>
                <a:gdLst>
                  <a:gd name="T0" fmla="*/ 113 w 10"/>
                  <a:gd name="T1" fmla="*/ 183 h 15"/>
                  <a:gd name="T2" fmla="*/ 33 w 10"/>
                  <a:gd name="T3" fmla="*/ 74 h 15"/>
                  <a:gd name="T4" fmla="*/ 33 w 10"/>
                  <a:gd name="T5" fmla="*/ 0 h 15"/>
                  <a:gd name="T6" fmla="*/ 20 w 10"/>
                  <a:gd name="T7" fmla="*/ 104 h 15"/>
                  <a:gd name="T8" fmla="*/ 95 w 10"/>
                  <a:gd name="T9" fmla="*/ 224 h 15"/>
                  <a:gd name="T10" fmla="*/ 158 w 10"/>
                  <a:gd name="T11" fmla="*/ 165 h 15"/>
                  <a:gd name="T12" fmla="*/ 113 w 10"/>
                  <a:gd name="T13" fmla="*/ 18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7" y="12"/>
                    </a:moveTo>
                    <a:cubicBezTo>
                      <a:pt x="4" y="13"/>
                      <a:pt x="2" y="9"/>
                      <a:pt x="2" y="5"/>
                    </a:cubicBezTo>
                    <a:cubicBezTo>
                      <a:pt x="1" y="3"/>
                      <a:pt x="2" y="2"/>
                      <a:pt x="2" y="0"/>
                    </a:cubicBezTo>
                    <a:cubicBezTo>
                      <a:pt x="1" y="2"/>
                      <a:pt x="0" y="4"/>
                      <a:pt x="1" y="7"/>
                    </a:cubicBezTo>
                    <a:cubicBezTo>
                      <a:pt x="1" y="11"/>
                      <a:pt x="3" y="15"/>
                      <a:pt x="6" y="15"/>
                    </a:cubicBezTo>
                    <a:cubicBezTo>
                      <a:pt x="8" y="14"/>
                      <a:pt x="9" y="13"/>
                      <a:pt x="10" y="11"/>
                    </a:cubicBezTo>
                    <a:cubicBezTo>
                      <a:pt x="9" y="12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05" name="Freeform 1347">
                <a:extLst>
                  <a:ext uri="{FF2B5EF4-FFF2-40B4-BE49-F238E27FC236}">
                    <a16:creationId xmlns:a16="http://schemas.microsoft.com/office/drawing/2014/main" id="{1760EE93-30DE-4702-ADBF-49F2C142F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341"/>
                <a:ext cx="30" cy="48"/>
              </a:xfrm>
              <a:custGeom>
                <a:avLst/>
                <a:gdLst>
                  <a:gd name="T0" fmla="*/ 113 w 12"/>
                  <a:gd name="T1" fmla="*/ 288 h 19"/>
                  <a:gd name="T2" fmla="*/ 20 w 12"/>
                  <a:gd name="T3" fmla="*/ 159 h 19"/>
                  <a:gd name="T4" fmla="*/ 83 w 12"/>
                  <a:gd name="T5" fmla="*/ 0 h 19"/>
                  <a:gd name="T6" fmla="*/ 188 w 12"/>
                  <a:gd name="T7" fmla="*/ 147 h 19"/>
                  <a:gd name="T8" fmla="*/ 113 w 12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06" name="Freeform 1348">
                <a:extLst>
                  <a:ext uri="{FF2B5EF4-FFF2-40B4-BE49-F238E27FC236}">
                    <a16:creationId xmlns:a16="http://schemas.microsoft.com/office/drawing/2014/main" id="{2AB5DB8B-506C-4BCA-A9FD-BC42DDD5A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344"/>
                <a:ext cx="30" cy="48"/>
              </a:xfrm>
              <a:custGeom>
                <a:avLst/>
                <a:gdLst>
                  <a:gd name="T0" fmla="*/ 113 w 12"/>
                  <a:gd name="T1" fmla="*/ 288 h 19"/>
                  <a:gd name="T2" fmla="*/ 0 w 12"/>
                  <a:gd name="T3" fmla="*/ 159 h 19"/>
                  <a:gd name="T4" fmla="*/ 83 w 12"/>
                  <a:gd name="T5" fmla="*/ 0 h 19"/>
                  <a:gd name="T6" fmla="*/ 175 w 12"/>
                  <a:gd name="T7" fmla="*/ 147 h 19"/>
                  <a:gd name="T8" fmla="*/ 113 w 12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0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07" name="Freeform 1349">
                <a:extLst>
                  <a:ext uri="{FF2B5EF4-FFF2-40B4-BE49-F238E27FC236}">
                    <a16:creationId xmlns:a16="http://schemas.microsoft.com/office/drawing/2014/main" id="{0B0A0C83-A979-4DEC-BA16-A53BABE58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352"/>
                <a:ext cx="23" cy="37"/>
              </a:xfrm>
              <a:custGeom>
                <a:avLst/>
                <a:gdLst>
                  <a:gd name="T0" fmla="*/ 118 w 9"/>
                  <a:gd name="T1" fmla="*/ 183 h 15"/>
                  <a:gd name="T2" fmla="*/ 20 w 9"/>
                  <a:gd name="T3" fmla="*/ 74 h 15"/>
                  <a:gd name="T4" fmla="*/ 20 w 9"/>
                  <a:gd name="T5" fmla="*/ 0 h 15"/>
                  <a:gd name="T6" fmla="*/ 0 w 9"/>
                  <a:gd name="T7" fmla="*/ 104 h 15"/>
                  <a:gd name="T8" fmla="*/ 97 w 9"/>
                  <a:gd name="T9" fmla="*/ 224 h 15"/>
                  <a:gd name="T10" fmla="*/ 151 w 9"/>
                  <a:gd name="T11" fmla="*/ 165 h 15"/>
                  <a:gd name="T12" fmla="*/ 118 w 9"/>
                  <a:gd name="T13" fmla="*/ 18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7" y="12"/>
                    </a:moveTo>
                    <a:cubicBezTo>
                      <a:pt x="4" y="13"/>
                      <a:pt x="1" y="9"/>
                      <a:pt x="1" y="5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11"/>
                      <a:pt x="3" y="15"/>
                      <a:pt x="6" y="15"/>
                    </a:cubicBezTo>
                    <a:cubicBezTo>
                      <a:pt x="7" y="14"/>
                      <a:pt x="9" y="13"/>
                      <a:pt x="9" y="11"/>
                    </a:cubicBezTo>
                    <a:cubicBezTo>
                      <a:pt x="9" y="12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08" name="Freeform 1350">
                <a:extLst>
                  <a:ext uri="{FF2B5EF4-FFF2-40B4-BE49-F238E27FC236}">
                    <a16:creationId xmlns:a16="http://schemas.microsoft.com/office/drawing/2014/main" id="{294A696D-487A-4375-AD47-721CE195B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329"/>
                <a:ext cx="30" cy="48"/>
              </a:xfrm>
              <a:custGeom>
                <a:avLst/>
                <a:gdLst>
                  <a:gd name="T0" fmla="*/ 113 w 12"/>
                  <a:gd name="T1" fmla="*/ 288 h 19"/>
                  <a:gd name="T2" fmla="*/ 20 w 12"/>
                  <a:gd name="T3" fmla="*/ 159 h 19"/>
                  <a:gd name="T4" fmla="*/ 83 w 12"/>
                  <a:gd name="T5" fmla="*/ 0 h 19"/>
                  <a:gd name="T6" fmla="*/ 188 w 12"/>
                  <a:gd name="T7" fmla="*/ 147 h 19"/>
                  <a:gd name="T8" fmla="*/ 113 w 12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09" name="Freeform 1351">
                <a:extLst>
                  <a:ext uri="{FF2B5EF4-FFF2-40B4-BE49-F238E27FC236}">
                    <a16:creationId xmlns:a16="http://schemas.microsoft.com/office/drawing/2014/main" id="{C9DFA033-9A29-408D-9ECB-2D49BF933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331"/>
                <a:ext cx="30" cy="48"/>
              </a:xfrm>
              <a:custGeom>
                <a:avLst/>
                <a:gdLst>
                  <a:gd name="T0" fmla="*/ 113 w 12"/>
                  <a:gd name="T1" fmla="*/ 288 h 19"/>
                  <a:gd name="T2" fmla="*/ 0 w 12"/>
                  <a:gd name="T3" fmla="*/ 159 h 19"/>
                  <a:gd name="T4" fmla="*/ 83 w 12"/>
                  <a:gd name="T5" fmla="*/ 0 h 19"/>
                  <a:gd name="T6" fmla="*/ 175 w 12"/>
                  <a:gd name="T7" fmla="*/ 147 h 19"/>
                  <a:gd name="T8" fmla="*/ 113 w 12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0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0" name="Freeform 1352">
                <a:extLst>
                  <a:ext uri="{FF2B5EF4-FFF2-40B4-BE49-F238E27FC236}">
                    <a16:creationId xmlns:a16="http://schemas.microsoft.com/office/drawing/2014/main" id="{BB330B7D-2BCB-4E00-A103-20BBB51D8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339"/>
                <a:ext cx="23" cy="38"/>
              </a:xfrm>
              <a:custGeom>
                <a:avLst/>
                <a:gdLst>
                  <a:gd name="T0" fmla="*/ 118 w 9"/>
                  <a:gd name="T1" fmla="*/ 193 h 15"/>
                  <a:gd name="T2" fmla="*/ 20 w 9"/>
                  <a:gd name="T3" fmla="*/ 84 h 15"/>
                  <a:gd name="T4" fmla="*/ 20 w 9"/>
                  <a:gd name="T5" fmla="*/ 0 h 15"/>
                  <a:gd name="T6" fmla="*/ 0 w 9"/>
                  <a:gd name="T7" fmla="*/ 117 h 15"/>
                  <a:gd name="T8" fmla="*/ 97 w 9"/>
                  <a:gd name="T9" fmla="*/ 243 h 15"/>
                  <a:gd name="T10" fmla="*/ 151 w 9"/>
                  <a:gd name="T11" fmla="*/ 180 h 15"/>
                  <a:gd name="T12" fmla="*/ 118 w 9"/>
                  <a:gd name="T13" fmla="*/ 19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7" y="12"/>
                    </a:moveTo>
                    <a:cubicBezTo>
                      <a:pt x="4" y="13"/>
                      <a:pt x="1" y="9"/>
                      <a:pt x="1" y="5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11"/>
                      <a:pt x="3" y="15"/>
                      <a:pt x="6" y="15"/>
                    </a:cubicBezTo>
                    <a:cubicBezTo>
                      <a:pt x="7" y="14"/>
                      <a:pt x="9" y="13"/>
                      <a:pt x="9" y="11"/>
                    </a:cubicBezTo>
                    <a:cubicBezTo>
                      <a:pt x="9" y="12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1" name="Freeform 1353">
                <a:extLst>
                  <a:ext uri="{FF2B5EF4-FFF2-40B4-BE49-F238E27FC236}">
                    <a16:creationId xmlns:a16="http://schemas.microsoft.com/office/drawing/2014/main" id="{6F05B8B3-FB81-40C6-AE7C-464E01C4F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79"/>
                <a:ext cx="30" cy="48"/>
              </a:xfrm>
              <a:custGeom>
                <a:avLst/>
                <a:gdLst>
                  <a:gd name="T0" fmla="*/ 95 w 12"/>
                  <a:gd name="T1" fmla="*/ 288 h 19"/>
                  <a:gd name="T2" fmla="*/ 0 w 12"/>
                  <a:gd name="T3" fmla="*/ 159 h 19"/>
                  <a:gd name="T4" fmla="*/ 83 w 12"/>
                  <a:gd name="T5" fmla="*/ 0 h 19"/>
                  <a:gd name="T6" fmla="*/ 175 w 12"/>
                  <a:gd name="T7" fmla="*/ 147 h 19"/>
                  <a:gd name="T8" fmla="*/ 95 w 12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6" y="18"/>
                    </a:moveTo>
                    <a:cubicBezTo>
                      <a:pt x="3" y="19"/>
                      <a:pt x="1" y="15"/>
                      <a:pt x="0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6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2" name="Freeform 1354">
                <a:extLst>
                  <a:ext uri="{FF2B5EF4-FFF2-40B4-BE49-F238E27FC236}">
                    <a16:creationId xmlns:a16="http://schemas.microsoft.com/office/drawing/2014/main" id="{4DF72C29-0168-4300-B972-AF8CCA756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582"/>
                <a:ext cx="30" cy="47"/>
              </a:xfrm>
              <a:custGeom>
                <a:avLst/>
                <a:gdLst>
                  <a:gd name="T0" fmla="*/ 113 w 12"/>
                  <a:gd name="T1" fmla="*/ 275 h 19"/>
                  <a:gd name="T2" fmla="*/ 20 w 12"/>
                  <a:gd name="T3" fmla="*/ 153 h 19"/>
                  <a:gd name="T4" fmla="*/ 95 w 12"/>
                  <a:gd name="T5" fmla="*/ 0 h 19"/>
                  <a:gd name="T6" fmla="*/ 188 w 12"/>
                  <a:gd name="T7" fmla="*/ 134 h 19"/>
                  <a:gd name="T8" fmla="*/ 113 w 12"/>
                  <a:gd name="T9" fmla="*/ 27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3" y="1"/>
                      <a:pt x="6" y="0"/>
                    </a:cubicBezTo>
                    <a:cubicBezTo>
                      <a:pt x="9" y="0"/>
                      <a:pt x="12" y="4"/>
                      <a:pt x="12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3" name="Freeform 1355">
                <a:extLst>
                  <a:ext uri="{FF2B5EF4-FFF2-40B4-BE49-F238E27FC236}">
                    <a16:creationId xmlns:a16="http://schemas.microsoft.com/office/drawing/2014/main" id="{FBADD21E-2325-4FB6-95C2-7840313C0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589"/>
                <a:ext cx="25" cy="38"/>
              </a:xfrm>
              <a:custGeom>
                <a:avLst/>
                <a:gdLst>
                  <a:gd name="T0" fmla="*/ 113 w 10"/>
                  <a:gd name="T1" fmla="*/ 193 h 15"/>
                  <a:gd name="T2" fmla="*/ 33 w 10"/>
                  <a:gd name="T3" fmla="*/ 84 h 15"/>
                  <a:gd name="T4" fmla="*/ 33 w 10"/>
                  <a:gd name="T5" fmla="*/ 0 h 15"/>
                  <a:gd name="T6" fmla="*/ 20 w 10"/>
                  <a:gd name="T7" fmla="*/ 117 h 15"/>
                  <a:gd name="T8" fmla="*/ 95 w 10"/>
                  <a:gd name="T9" fmla="*/ 243 h 15"/>
                  <a:gd name="T10" fmla="*/ 158 w 10"/>
                  <a:gd name="T11" fmla="*/ 180 h 15"/>
                  <a:gd name="T12" fmla="*/ 113 w 10"/>
                  <a:gd name="T13" fmla="*/ 19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7" y="12"/>
                    </a:moveTo>
                    <a:cubicBezTo>
                      <a:pt x="4" y="13"/>
                      <a:pt x="2" y="9"/>
                      <a:pt x="2" y="5"/>
                    </a:cubicBezTo>
                    <a:cubicBezTo>
                      <a:pt x="1" y="3"/>
                      <a:pt x="2" y="2"/>
                      <a:pt x="2" y="0"/>
                    </a:cubicBezTo>
                    <a:cubicBezTo>
                      <a:pt x="1" y="2"/>
                      <a:pt x="0" y="4"/>
                      <a:pt x="1" y="7"/>
                    </a:cubicBezTo>
                    <a:cubicBezTo>
                      <a:pt x="1" y="11"/>
                      <a:pt x="3" y="15"/>
                      <a:pt x="6" y="15"/>
                    </a:cubicBezTo>
                    <a:cubicBezTo>
                      <a:pt x="8" y="14"/>
                      <a:pt x="9" y="13"/>
                      <a:pt x="10" y="11"/>
                    </a:cubicBezTo>
                    <a:cubicBezTo>
                      <a:pt x="9" y="12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4" name="Freeform 1356">
                <a:extLst>
                  <a:ext uri="{FF2B5EF4-FFF2-40B4-BE49-F238E27FC236}">
                    <a16:creationId xmlns:a16="http://schemas.microsoft.com/office/drawing/2014/main" id="{1726F95A-E1B3-4DBF-976F-377F558F8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682"/>
                <a:ext cx="30" cy="47"/>
              </a:xfrm>
              <a:custGeom>
                <a:avLst/>
                <a:gdLst>
                  <a:gd name="T0" fmla="*/ 95 w 12"/>
                  <a:gd name="T1" fmla="*/ 287 h 19"/>
                  <a:gd name="T2" fmla="*/ 20 w 12"/>
                  <a:gd name="T3" fmla="*/ 134 h 19"/>
                  <a:gd name="T4" fmla="*/ 113 w 12"/>
                  <a:gd name="T5" fmla="*/ 0 h 19"/>
                  <a:gd name="T6" fmla="*/ 188 w 12"/>
                  <a:gd name="T7" fmla="*/ 153 h 19"/>
                  <a:gd name="T8" fmla="*/ 95 w 12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6" y="19"/>
                    </a:moveTo>
                    <a:cubicBezTo>
                      <a:pt x="3" y="18"/>
                      <a:pt x="0" y="14"/>
                      <a:pt x="1" y="9"/>
                    </a:cubicBezTo>
                    <a:cubicBezTo>
                      <a:pt x="1" y="4"/>
                      <a:pt x="4" y="0"/>
                      <a:pt x="7" y="0"/>
                    </a:cubicBezTo>
                    <a:cubicBezTo>
                      <a:pt x="10" y="1"/>
                      <a:pt x="12" y="5"/>
                      <a:pt x="12" y="10"/>
                    </a:cubicBezTo>
                    <a:cubicBezTo>
                      <a:pt x="12" y="15"/>
                      <a:pt x="9" y="19"/>
                      <a:pt x="6" y="19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5" name="Freeform 1357">
                <a:extLst>
                  <a:ext uri="{FF2B5EF4-FFF2-40B4-BE49-F238E27FC236}">
                    <a16:creationId xmlns:a16="http://schemas.microsoft.com/office/drawing/2014/main" id="{F0F7DCC3-E692-4EBA-8E56-DAB26A46C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684"/>
                <a:ext cx="30" cy="48"/>
              </a:xfrm>
              <a:custGeom>
                <a:avLst/>
                <a:gdLst>
                  <a:gd name="T0" fmla="*/ 83 w 12"/>
                  <a:gd name="T1" fmla="*/ 288 h 19"/>
                  <a:gd name="T2" fmla="*/ 0 w 12"/>
                  <a:gd name="T3" fmla="*/ 147 h 19"/>
                  <a:gd name="T4" fmla="*/ 95 w 12"/>
                  <a:gd name="T5" fmla="*/ 0 h 19"/>
                  <a:gd name="T6" fmla="*/ 175 w 12"/>
                  <a:gd name="T7" fmla="*/ 159 h 19"/>
                  <a:gd name="T8" fmla="*/ 83 w 12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5" y="18"/>
                    </a:moveTo>
                    <a:cubicBezTo>
                      <a:pt x="2" y="18"/>
                      <a:pt x="0" y="14"/>
                      <a:pt x="0" y="9"/>
                    </a:cubicBezTo>
                    <a:cubicBezTo>
                      <a:pt x="1" y="4"/>
                      <a:pt x="3" y="0"/>
                      <a:pt x="6" y="0"/>
                    </a:cubicBezTo>
                    <a:cubicBezTo>
                      <a:pt x="9" y="0"/>
                      <a:pt x="12" y="5"/>
                      <a:pt x="11" y="10"/>
                    </a:cubicBezTo>
                    <a:cubicBezTo>
                      <a:pt x="11" y="15"/>
                      <a:pt x="8" y="19"/>
                      <a:pt x="5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6" name="Freeform 1358">
                <a:extLst>
                  <a:ext uri="{FF2B5EF4-FFF2-40B4-BE49-F238E27FC236}">
                    <a16:creationId xmlns:a16="http://schemas.microsoft.com/office/drawing/2014/main" id="{B3CD87A9-E821-484B-AD91-C3933A44B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692"/>
                <a:ext cx="22" cy="37"/>
              </a:xfrm>
              <a:custGeom>
                <a:avLst/>
                <a:gdLst>
                  <a:gd name="T0" fmla="*/ 90 w 9"/>
                  <a:gd name="T1" fmla="*/ 183 h 15"/>
                  <a:gd name="T2" fmla="*/ 12 w 9"/>
                  <a:gd name="T3" fmla="*/ 62 h 15"/>
                  <a:gd name="T4" fmla="*/ 29 w 9"/>
                  <a:gd name="T5" fmla="*/ 0 h 15"/>
                  <a:gd name="T6" fmla="*/ 0 w 9"/>
                  <a:gd name="T7" fmla="*/ 91 h 15"/>
                  <a:gd name="T8" fmla="*/ 59 w 9"/>
                  <a:gd name="T9" fmla="*/ 212 h 15"/>
                  <a:gd name="T10" fmla="*/ 132 w 9"/>
                  <a:gd name="T11" fmla="*/ 165 h 15"/>
                  <a:gd name="T12" fmla="*/ 90 w 9"/>
                  <a:gd name="T13" fmla="*/ 18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6" y="12"/>
                    </a:moveTo>
                    <a:cubicBezTo>
                      <a:pt x="3" y="12"/>
                      <a:pt x="1" y="9"/>
                      <a:pt x="1" y="4"/>
                    </a:cubicBezTo>
                    <a:cubicBezTo>
                      <a:pt x="1" y="3"/>
                      <a:pt x="2" y="1"/>
                      <a:pt x="2" y="0"/>
                    </a:cubicBezTo>
                    <a:cubicBezTo>
                      <a:pt x="1" y="1"/>
                      <a:pt x="0" y="4"/>
                      <a:pt x="0" y="6"/>
                    </a:cubicBezTo>
                    <a:cubicBezTo>
                      <a:pt x="0" y="11"/>
                      <a:pt x="2" y="14"/>
                      <a:pt x="4" y="14"/>
                    </a:cubicBezTo>
                    <a:cubicBezTo>
                      <a:pt x="6" y="15"/>
                      <a:pt x="8" y="13"/>
                      <a:pt x="9" y="11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7" name="Freeform 1359">
                <a:extLst>
                  <a:ext uri="{FF2B5EF4-FFF2-40B4-BE49-F238E27FC236}">
                    <a16:creationId xmlns:a16="http://schemas.microsoft.com/office/drawing/2014/main" id="{CBCE100A-52FF-4228-B026-C6C0EDF97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709"/>
                <a:ext cx="30" cy="48"/>
              </a:xfrm>
              <a:custGeom>
                <a:avLst/>
                <a:gdLst>
                  <a:gd name="T0" fmla="*/ 83 w 12"/>
                  <a:gd name="T1" fmla="*/ 306 h 19"/>
                  <a:gd name="T2" fmla="*/ 0 w 12"/>
                  <a:gd name="T3" fmla="*/ 147 h 19"/>
                  <a:gd name="T4" fmla="*/ 95 w 12"/>
                  <a:gd name="T5" fmla="*/ 0 h 19"/>
                  <a:gd name="T6" fmla="*/ 175 w 12"/>
                  <a:gd name="T7" fmla="*/ 159 h 19"/>
                  <a:gd name="T8" fmla="*/ 83 w 12"/>
                  <a:gd name="T9" fmla="*/ 30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5" y="19"/>
                    </a:moveTo>
                    <a:cubicBezTo>
                      <a:pt x="2" y="18"/>
                      <a:pt x="0" y="14"/>
                      <a:pt x="0" y="9"/>
                    </a:cubicBezTo>
                    <a:cubicBezTo>
                      <a:pt x="0" y="4"/>
                      <a:pt x="3" y="0"/>
                      <a:pt x="6" y="0"/>
                    </a:cubicBezTo>
                    <a:cubicBezTo>
                      <a:pt x="9" y="1"/>
                      <a:pt x="12" y="5"/>
                      <a:pt x="11" y="10"/>
                    </a:cubicBezTo>
                    <a:cubicBezTo>
                      <a:pt x="11" y="15"/>
                      <a:pt x="8" y="19"/>
                      <a:pt x="5" y="19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8" name="Freeform 1360">
                <a:extLst>
                  <a:ext uri="{FF2B5EF4-FFF2-40B4-BE49-F238E27FC236}">
                    <a16:creationId xmlns:a16="http://schemas.microsoft.com/office/drawing/2014/main" id="{2D922575-96A4-40FE-8A70-530DEB158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712"/>
                <a:ext cx="27" cy="47"/>
              </a:xfrm>
              <a:custGeom>
                <a:avLst/>
                <a:gdLst>
                  <a:gd name="T0" fmla="*/ 71 w 11"/>
                  <a:gd name="T1" fmla="*/ 275 h 19"/>
                  <a:gd name="T2" fmla="*/ 0 w 11"/>
                  <a:gd name="T3" fmla="*/ 134 h 19"/>
                  <a:gd name="T4" fmla="*/ 91 w 11"/>
                  <a:gd name="T5" fmla="*/ 0 h 19"/>
                  <a:gd name="T6" fmla="*/ 162 w 11"/>
                  <a:gd name="T7" fmla="*/ 153 h 19"/>
                  <a:gd name="T8" fmla="*/ 71 w 11"/>
                  <a:gd name="T9" fmla="*/ 27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9">
                    <a:moveTo>
                      <a:pt x="5" y="18"/>
                    </a:moveTo>
                    <a:cubicBezTo>
                      <a:pt x="2" y="18"/>
                      <a:pt x="0" y="14"/>
                      <a:pt x="0" y="9"/>
                    </a:cubicBezTo>
                    <a:cubicBezTo>
                      <a:pt x="0" y="4"/>
                      <a:pt x="3" y="0"/>
                      <a:pt x="6" y="0"/>
                    </a:cubicBezTo>
                    <a:cubicBezTo>
                      <a:pt x="9" y="0"/>
                      <a:pt x="11" y="5"/>
                      <a:pt x="11" y="10"/>
                    </a:cubicBezTo>
                    <a:cubicBezTo>
                      <a:pt x="11" y="15"/>
                      <a:pt x="8" y="19"/>
                      <a:pt x="5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9" name="Freeform 1361">
                <a:extLst>
                  <a:ext uri="{FF2B5EF4-FFF2-40B4-BE49-F238E27FC236}">
                    <a16:creationId xmlns:a16="http://schemas.microsoft.com/office/drawing/2014/main" id="{3DBACF07-C958-4993-86DC-63CCC7A94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719"/>
                <a:ext cx="22" cy="38"/>
              </a:xfrm>
              <a:custGeom>
                <a:avLst/>
                <a:gdLst>
                  <a:gd name="T0" fmla="*/ 90 w 9"/>
                  <a:gd name="T1" fmla="*/ 193 h 15"/>
                  <a:gd name="T2" fmla="*/ 29 w 9"/>
                  <a:gd name="T3" fmla="*/ 63 h 15"/>
                  <a:gd name="T4" fmla="*/ 42 w 9"/>
                  <a:gd name="T5" fmla="*/ 0 h 15"/>
                  <a:gd name="T6" fmla="*/ 0 w 9"/>
                  <a:gd name="T7" fmla="*/ 96 h 15"/>
                  <a:gd name="T8" fmla="*/ 71 w 9"/>
                  <a:gd name="T9" fmla="*/ 225 h 15"/>
                  <a:gd name="T10" fmla="*/ 132 w 9"/>
                  <a:gd name="T11" fmla="*/ 180 h 15"/>
                  <a:gd name="T12" fmla="*/ 90 w 9"/>
                  <a:gd name="T13" fmla="*/ 19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6" y="12"/>
                    </a:moveTo>
                    <a:cubicBezTo>
                      <a:pt x="4" y="12"/>
                      <a:pt x="2" y="9"/>
                      <a:pt x="2" y="4"/>
                    </a:cubicBezTo>
                    <a:cubicBezTo>
                      <a:pt x="2" y="3"/>
                      <a:pt x="2" y="1"/>
                      <a:pt x="3" y="0"/>
                    </a:cubicBezTo>
                    <a:cubicBezTo>
                      <a:pt x="1" y="1"/>
                      <a:pt x="1" y="4"/>
                      <a:pt x="0" y="6"/>
                    </a:cubicBezTo>
                    <a:cubicBezTo>
                      <a:pt x="0" y="11"/>
                      <a:pt x="2" y="14"/>
                      <a:pt x="5" y="14"/>
                    </a:cubicBezTo>
                    <a:cubicBezTo>
                      <a:pt x="7" y="15"/>
                      <a:pt x="8" y="13"/>
                      <a:pt x="9" y="11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0" name="Freeform 1362">
                <a:extLst>
                  <a:ext uri="{FF2B5EF4-FFF2-40B4-BE49-F238E27FC236}">
                    <a16:creationId xmlns:a16="http://schemas.microsoft.com/office/drawing/2014/main" id="{1D836CB5-0D54-400E-81C3-F5374E3A4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674"/>
                <a:ext cx="30" cy="45"/>
              </a:xfrm>
              <a:custGeom>
                <a:avLst/>
                <a:gdLst>
                  <a:gd name="T0" fmla="*/ 83 w 12"/>
                  <a:gd name="T1" fmla="*/ 283 h 18"/>
                  <a:gd name="T2" fmla="*/ 0 w 12"/>
                  <a:gd name="T3" fmla="*/ 145 h 18"/>
                  <a:gd name="T4" fmla="*/ 95 w 12"/>
                  <a:gd name="T5" fmla="*/ 0 h 18"/>
                  <a:gd name="T6" fmla="*/ 175 w 12"/>
                  <a:gd name="T7" fmla="*/ 145 h 18"/>
                  <a:gd name="T8" fmla="*/ 83 w 12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5" y="18"/>
                    </a:moveTo>
                    <a:cubicBezTo>
                      <a:pt x="2" y="18"/>
                      <a:pt x="0" y="14"/>
                      <a:pt x="0" y="9"/>
                    </a:cubicBezTo>
                    <a:cubicBezTo>
                      <a:pt x="0" y="4"/>
                      <a:pt x="3" y="0"/>
                      <a:pt x="6" y="0"/>
                    </a:cubicBezTo>
                    <a:cubicBezTo>
                      <a:pt x="9" y="0"/>
                      <a:pt x="12" y="4"/>
                      <a:pt x="11" y="9"/>
                    </a:cubicBezTo>
                    <a:cubicBezTo>
                      <a:pt x="11" y="14"/>
                      <a:pt x="8" y="18"/>
                      <a:pt x="5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1" name="Freeform 1363">
                <a:extLst>
                  <a:ext uri="{FF2B5EF4-FFF2-40B4-BE49-F238E27FC236}">
                    <a16:creationId xmlns:a16="http://schemas.microsoft.com/office/drawing/2014/main" id="{2E837EB9-14A1-4F6C-8809-53FB541CA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677"/>
                <a:ext cx="27" cy="45"/>
              </a:xfrm>
              <a:custGeom>
                <a:avLst/>
                <a:gdLst>
                  <a:gd name="T0" fmla="*/ 71 w 11"/>
                  <a:gd name="T1" fmla="*/ 283 h 18"/>
                  <a:gd name="T2" fmla="*/ 0 w 11"/>
                  <a:gd name="T3" fmla="*/ 145 h 18"/>
                  <a:gd name="T4" fmla="*/ 91 w 11"/>
                  <a:gd name="T5" fmla="*/ 0 h 18"/>
                  <a:gd name="T6" fmla="*/ 162 w 11"/>
                  <a:gd name="T7" fmla="*/ 145 h 18"/>
                  <a:gd name="T8" fmla="*/ 71 w 11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5" y="18"/>
                    </a:moveTo>
                    <a:cubicBezTo>
                      <a:pt x="2" y="18"/>
                      <a:pt x="0" y="14"/>
                      <a:pt x="0" y="9"/>
                    </a:cubicBezTo>
                    <a:cubicBezTo>
                      <a:pt x="0" y="4"/>
                      <a:pt x="3" y="0"/>
                      <a:pt x="6" y="0"/>
                    </a:cubicBezTo>
                    <a:cubicBezTo>
                      <a:pt x="9" y="0"/>
                      <a:pt x="11" y="4"/>
                      <a:pt x="11" y="9"/>
                    </a:cubicBezTo>
                    <a:cubicBezTo>
                      <a:pt x="11" y="14"/>
                      <a:pt x="8" y="18"/>
                      <a:pt x="5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2" name="Freeform 1364">
                <a:extLst>
                  <a:ext uri="{FF2B5EF4-FFF2-40B4-BE49-F238E27FC236}">
                    <a16:creationId xmlns:a16="http://schemas.microsoft.com/office/drawing/2014/main" id="{9AE8D518-65A8-4FAA-B848-8216E2B37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682"/>
                <a:ext cx="22" cy="37"/>
              </a:xfrm>
              <a:custGeom>
                <a:avLst/>
                <a:gdLst>
                  <a:gd name="T0" fmla="*/ 90 w 9"/>
                  <a:gd name="T1" fmla="*/ 195 h 15"/>
                  <a:gd name="T2" fmla="*/ 29 w 9"/>
                  <a:gd name="T3" fmla="*/ 74 h 15"/>
                  <a:gd name="T4" fmla="*/ 42 w 9"/>
                  <a:gd name="T5" fmla="*/ 0 h 15"/>
                  <a:gd name="T6" fmla="*/ 0 w 9"/>
                  <a:gd name="T7" fmla="*/ 104 h 15"/>
                  <a:gd name="T8" fmla="*/ 71 w 9"/>
                  <a:gd name="T9" fmla="*/ 224 h 15"/>
                  <a:gd name="T10" fmla="*/ 132 w 9"/>
                  <a:gd name="T11" fmla="*/ 165 h 15"/>
                  <a:gd name="T12" fmla="*/ 90 w 9"/>
                  <a:gd name="T13" fmla="*/ 19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6" y="13"/>
                    </a:moveTo>
                    <a:cubicBezTo>
                      <a:pt x="4" y="13"/>
                      <a:pt x="2" y="9"/>
                      <a:pt x="2" y="5"/>
                    </a:cubicBezTo>
                    <a:cubicBezTo>
                      <a:pt x="2" y="3"/>
                      <a:pt x="2" y="2"/>
                      <a:pt x="3" y="0"/>
                    </a:cubicBezTo>
                    <a:cubicBezTo>
                      <a:pt x="1" y="2"/>
                      <a:pt x="1" y="4"/>
                      <a:pt x="0" y="7"/>
                    </a:cubicBezTo>
                    <a:cubicBezTo>
                      <a:pt x="0" y="11"/>
                      <a:pt x="2" y="15"/>
                      <a:pt x="5" y="15"/>
                    </a:cubicBezTo>
                    <a:cubicBezTo>
                      <a:pt x="7" y="15"/>
                      <a:pt x="8" y="14"/>
                      <a:pt x="9" y="11"/>
                    </a:cubicBezTo>
                    <a:cubicBezTo>
                      <a:pt x="8" y="12"/>
                      <a:pt x="7" y="13"/>
                      <a:pt x="6" y="13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3" name="Freeform 1365">
                <a:extLst>
                  <a:ext uri="{FF2B5EF4-FFF2-40B4-BE49-F238E27FC236}">
                    <a16:creationId xmlns:a16="http://schemas.microsoft.com/office/drawing/2014/main" id="{D1B31943-A5D9-4FD3-B19D-5B4CAD290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642"/>
                <a:ext cx="28" cy="47"/>
              </a:xfrm>
              <a:custGeom>
                <a:avLst/>
                <a:gdLst>
                  <a:gd name="T0" fmla="*/ 97 w 11"/>
                  <a:gd name="T1" fmla="*/ 287 h 19"/>
                  <a:gd name="T2" fmla="*/ 0 w 11"/>
                  <a:gd name="T3" fmla="*/ 153 h 19"/>
                  <a:gd name="T4" fmla="*/ 84 w 11"/>
                  <a:gd name="T5" fmla="*/ 0 h 19"/>
                  <a:gd name="T6" fmla="*/ 181 w 11"/>
                  <a:gd name="T7" fmla="*/ 134 h 19"/>
                  <a:gd name="T8" fmla="*/ 97 w 11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9">
                    <a:moveTo>
                      <a:pt x="6" y="19"/>
                    </a:moveTo>
                    <a:cubicBezTo>
                      <a:pt x="3" y="19"/>
                      <a:pt x="0" y="15"/>
                      <a:pt x="0" y="10"/>
                    </a:cubicBezTo>
                    <a:cubicBezTo>
                      <a:pt x="0" y="5"/>
                      <a:pt x="2" y="0"/>
                      <a:pt x="5" y="0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1" y="14"/>
                      <a:pt x="9" y="18"/>
                      <a:pt x="6" y="19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4" name="Freeform 1366">
                <a:extLst>
                  <a:ext uri="{FF2B5EF4-FFF2-40B4-BE49-F238E27FC236}">
                    <a16:creationId xmlns:a16="http://schemas.microsoft.com/office/drawing/2014/main" id="{C4170C3A-E1EB-45B2-9720-DB7806E56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644"/>
                <a:ext cx="27" cy="48"/>
              </a:xfrm>
              <a:custGeom>
                <a:avLst/>
                <a:gdLst>
                  <a:gd name="T0" fmla="*/ 91 w 11"/>
                  <a:gd name="T1" fmla="*/ 288 h 19"/>
                  <a:gd name="T2" fmla="*/ 0 w 11"/>
                  <a:gd name="T3" fmla="*/ 159 h 19"/>
                  <a:gd name="T4" fmla="*/ 71 w 11"/>
                  <a:gd name="T5" fmla="*/ 0 h 19"/>
                  <a:gd name="T6" fmla="*/ 162 w 11"/>
                  <a:gd name="T7" fmla="*/ 147 h 19"/>
                  <a:gd name="T8" fmla="*/ 91 w 11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9">
                    <a:moveTo>
                      <a:pt x="6" y="18"/>
                    </a:moveTo>
                    <a:cubicBezTo>
                      <a:pt x="3" y="19"/>
                      <a:pt x="0" y="15"/>
                      <a:pt x="0" y="10"/>
                    </a:cubicBezTo>
                    <a:cubicBezTo>
                      <a:pt x="0" y="5"/>
                      <a:pt x="2" y="0"/>
                      <a:pt x="5" y="0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1" y="14"/>
                      <a:pt x="9" y="18"/>
                      <a:pt x="6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5" name="Freeform 1367">
                <a:extLst>
                  <a:ext uri="{FF2B5EF4-FFF2-40B4-BE49-F238E27FC236}">
                    <a16:creationId xmlns:a16="http://schemas.microsoft.com/office/drawing/2014/main" id="{C72694E9-8C0A-492F-B94B-46F869F7F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652"/>
                <a:ext cx="25" cy="37"/>
              </a:xfrm>
              <a:custGeom>
                <a:avLst/>
                <a:gdLst>
                  <a:gd name="T0" fmla="*/ 113 w 10"/>
                  <a:gd name="T1" fmla="*/ 183 h 15"/>
                  <a:gd name="T2" fmla="*/ 33 w 10"/>
                  <a:gd name="T3" fmla="*/ 62 h 15"/>
                  <a:gd name="T4" fmla="*/ 33 w 10"/>
                  <a:gd name="T5" fmla="*/ 0 h 15"/>
                  <a:gd name="T6" fmla="*/ 0 w 10"/>
                  <a:gd name="T7" fmla="*/ 104 h 15"/>
                  <a:gd name="T8" fmla="*/ 95 w 10"/>
                  <a:gd name="T9" fmla="*/ 212 h 15"/>
                  <a:gd name="T10" fmla="*/ 158 w 10"/>
                  <a:gd name="T11" fmla="*/ 165 h 15"/>
                  <a:gd name="T12" fmla="*/ 113 w 10"/>
                  <a:gd name="T13" fmla="*/ 18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7" y="12"/>
                    </a:moveTo>
                    <a:cubicBezTo>
                      <a:pt x="4" y="12"/>
                      <a:pt x="2" y="9"/>
                      <a:pt x="2" y="4"/>
                    </a:cubicBezTo>
                    <a:cubicBezTo>
                      <a:pt x="2" y="3"/>
                      <a:pt x="2" y="1"/>
                      <a:pt x="2" y="0"/>
                    </a:cubicBezTo>
                    <a:cubicBezTo>
                      <a:pt x="1" y="2"/>
                      <a:pt x="0" y="4"/>
                      <a:pt x="0" y="7"/>
                    </a:cubicBezTo>
                    <a:cubicBezTo>
                      <a:pt x="1" y="11"/>
                      <a:pt x="3" y="15"/>
                      <a:pt x="6" y="14"/>
                    </a:cubicBezTo>
                    <a:cubicBezTo>
                      <a:pt x="7" y="14"/>
                      <a:pt x="9" y="13"/>
                      <a:pt x="10" y="11"/>
                    </a:cubicBezTo>
                    <a:cubicBezTo>
                      <a:pt x="9" y="12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6" name="Freeform 1368">
                <a:extLst>
                  <a:ext uri="{FF2B5EF4-FFF2-40B4-BE49-F238E27FC236}">
                    <a16:creationId xmlns:a16="http://schemas.microsoft.com/office/drawing/2014/main" id="{EB30FC99-0BA1-44E0-BF14-2D43C84AC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649"/>
                <a:ext cx="32" cy="48"/>
              </a:xfrm>
              <a:custGeom>
                <a:avLst/>
                <a:gdLst>
                  <a:gd name="T0" fmla="*/ 121 w 13"/>
                  <a:gd name="T1" fmla="*/ 288 h 19"/>
                  <a:gd name="T2" fmla="*/ 12 w 13"/>
                  <a:gd name="T3" fmla="*/ 159 h 19"/>
                  <a:gd name="T4" fmla="*/ 74 w 13"/>
                  <a:gd name="T5" fmla="*/ 0 h 19"/>
                  <a:gd name="T6" fmla="*/ 182 w 13"/>
                  <a:gd name="T7" fmla="*/ 147 h 19"/>
                  <a:gd name="T8" fmla="*/ 121 w 13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8" y="18"/>
                    </a:moveTo>
                    <a:cubicBezTo>
                      <a:pt x="5" y="19"/>
                      <a:pt x="2" y="15"/>
                      <a:pt x="1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3" y="14"/>
                      <a:pt x="11" y="18"/>
                      <a:pt x="8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7" name="Freeform 1369">
                <a:extLst>
                  <a:ext uri="{FF2B5EF4-FFF2-40B4-BE49-F238E27FC236}">
                    <a16:creationId xmlns:a16="http://schemas.microsoft.com/office/drawing/2014/main" id="{84293F87-1156-431D-99AF-47E340641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652"/>
                <a:ext cx="33" cy="47"/>
              </a:xfrm>
              <a:custGeom>
                <a:avLst/>
                <a:gdLst>
                  <a:gd name="T0" fmla="*/ 129 w 13"/>
                  <a:gd name="T1" fmla="*/ 275 h 19"/>
                  <a:gd name="T2" fmla="*/ 20 w 13"/>
                  <a:gd name="T3" fmla="*/ 153 h 19"/>
                  <a:gd name="T4" fmla="*/ 84 w 13"/>
                  <a:gd name="T5" fmla="*/ 0 h 19"/>
                  <a:gd name="T6" fmla="*/ 193 w 13"/>
                  <a:gd name="T7" fmla="*/ 134 h 19"/>
                  <a:gd name="T8" fmla="*/ 129 w 13"/>
                  <a:gd name="T9" fmla="*/ 27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8" y="18"/>
                    </a:moveTo>
                    <a:cubicBezTo>
                      <a:pt x="5" y="19"/>
                      <a:pt x="2" y="15"/>
                      <a:pt x="1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3" y="14"/>
                      <a:pt x="11" y="18"/>
                      <a:pt x="8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8" name="Freeform 1370">
                <a:extLst>
                  <a:ext uri="{FF2B5EF4-FFF2-40B4-BE49-F238E27FC236}">
                    <a16:creationId xmlns:a16="http://schemas.microsoft.com/office/drawing/2014/main" id="{07E7C7FC-B055-4C56-AE75-10059C41A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662"/>
                <a:ext cx="25" cy="35"/>
              </a:xfrm>
              <a:custGeom>
                <a:avLst/>
                <a:gdLst>
                  <a:gd name="T0" fmla="*/ 113 w 10"/>
                  <a:gd name="T1" fmla="*/ 175 h 14"/>
                  <a:gd name="T2" fmla="*/ 20 w 10"/>
                  <a:gd name="T3" fmla="*/ 63 h 14"/>
                  <a:gd name="T4" fmla="*/ 33 w 10"/>
                  <a:gd name="T5" fmla="*/ 0 h 14"/>
                  <a:gd name="T6" fmla="*/ 20 w 10"/>
                  <a:gd name="T7" fmla="*/ 95 h 14"/>
                  <a:gd name="T8" fmla="*/ 95 w 10"/>
                  <a:gd name="T9" fmla="*/ 220 h 14"/>
                  <a:gd name="T10" fmla="*/ 158 w 10"/>
                  <a:gd name="T11" fmla="*/ 145 h 14"/>
                  <a:gd name="T12" fmla="*/ 113 w 10"/>
                  <a:gd name="T13" fmla="*/ 17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7" y="11"/>
                    </a:moveTo>
                    <a:cubicBezTo>
                      <a:pt x="5" y="12"/>
                      <a:pt x="2" y="8"/>
                      <a:pt x="1" y="4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1" y="11"/>
                      <a:pt x="4" y="14"/>
                      <a:pt x="6" y="14"/>
                    </a:cubicBezTo>
                    <a:cubicBezTo>
                      <a:pt x="8" y="13"/>
                      <a:pt x="9" y="12"/>
                      <a:pt x="10" y="9"/>
                    </a:cubicBezTo>
                    <a:cubicBezTo>
                      <a:pt x="9" y="10"/>
                      <a:pt x="8" y="11"/>
                      <a:pt x="7" y="11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9" name="Freeform 1371">
                <a:extLst>
                  <a:ext uri="{FF2B5EF4-FFF2-40B4-BE49-F238E27FC236}">
                    <a16:creationId xmlns:a16="http://schemas.microsoft.com/office/drawing/2014/main" id="{C0C93651-47E0-402A-AC5F-0123DDE0C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669"/>
                <a:ext cx="30" cy="48"/>
              </a:xfrm>
              <a:custGeom>
                <a:avLst/>
                <a:gdLst>
                  <a:gd name="T0" fmla="*/ 113 w 12"/>
                  <a:gd name="T1" fmla="*/ 288 h 19"/>
                  <a:gd name="T2" fmla="*/ 20 w 12"/>
                  <a:gd name="T3" fmla="*/ 159 h 19"/>
                  <a:gd name="T4" fmla="*/ 83 w 12"/>
                  <a:gd name="T5" fmla="*/ 0 h 19"/>
                  <a:gd name="T6" fmla="*/ 188 w 12"/>
                  <a:gd name="T7" fmla="*/ 147 h 19"/>
                  <a:gd name="T8" fmla="*/ 113 w 12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0" name="Freeform 1372">
                <a:extLst>
                  <a:ext uri="{FF2B5EF4-FFF2-40B4-BE49-F238E27FC236}">
                    <a16:creationId xmlns:a16="http://schemas.microsoft.com/office/drawing/2014/main" id="{7C76982C-C96F-4F17-B208-674D94DF7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672"/>
                <a:ext cx="30" cy="47"/>
              </a:xfrm>
              <a:custGeom>
                <a:avLst/>
                <a:gdLst>
                  <a:gd name="T0" fmla="*/ 113 w 12"/>
                  <a:gd name="T1" fmla="*/ 275 h 19"/>
                  <a:gd name="T2" fmla="*/ 0 w 12"/>
                  <a:gd name="T3" fmla="*/ 153 h 19"/>
                  <a:gd name="T4" fmla="*/ 83 w 12"/>
                  <a:gd name="T5" fmla="*/ 0 h 19"/>
                  <a:gd name="T6" fmla="*/ 175 w 12"/>
                  <a:gd name="T7" fmla="*/ 134 h 19"/>
                  <a:gd name="T8" fmla="*/ 113 w 12"/>
                  <a:gd name="T9" fmla="*/ 27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0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1" name="Freeform 1373">
                <a:extLst>
                  <a:ext uri="{FF2B5EF4-FFF2-40B4-BE49-F238E27FC236}">
                    <a16:creationId xmlns:a16="http://schemas.microsoft.com/office/drawing/2014/main" id="{738DB8C2-99C5-4F57-A321-B60F1EB7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682"/>
                <a:ext cx="25" cy="35"/>
              </a:xfrm>
              <a:custGeom>
                <a:avLst/>
                <a:gdLst>
                  <a:gd name="T0" fmla="*/ 113 w 10"/>
                  <a:gd name="T1" fmla="*/ 175 h 14"/>
                  <a:gd name="T2" fmla="*/ 20 w 10"/>
                  <a:gd name="T3" fmla="*/ 63 h 14"/>
                  <a:gd name="T4" fmla="*/ 20 w 10"/>
                  <a:gd name="T5" fmla="*/ 0 h 14"/>
                  <a:gd name="T6" fmla="*/ 0 w 10"/>
                  <a:gd name="T7" fmla="*/ 95 h 14"/>
                  <a:gd name="T8" fmla="*/ 95 w 10"/>
                  <a:gd name="T9" fmla="*/ 220 h 14"/>
                  <a:gd name="T10" fmla="*/ 158 w 10"/>
                  <a:gd name="T11" fmla="*/ 145 h 14"/>
                  <a:gd name="T12" fmla="*/ 113 w 10"/>
                  <a:gd name="T13" fmla="*/ 17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7" y="11"/>
                    </a:moveTo>
                    <a:cubicBezTo>
                      <a:pt x="4" y="12"/>
                      <a:pt x="2" y="8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1"/>
                      <a:pt x="0" y="4"/>
                      <a:pt x="0" y="6"/>
                    </a:cubicBezTo>
                    <a:cubicBezTo>
                      <a:pt x="1" y="11"/>
                      <a:pt x="3" y="14"/>
                      <a:pt x="6" y="14"/>
                    </a:cubicBezTo>
                    <a:cubicBezTo>
                      <a:pt x="8" y="13"/>
                      <a:pt x="9" y="12"/>
                      <a:pt x="10" y="9"/>
                    </a:cubicBezTo>
                    <a:cubicBezTo>
                      <a:pt x="9" y="10"/>
                      <a:pt x="8" y="11"/>
                      <a:pt x="7" y="11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2" name="Freeform 1374">
                <a:extLst>
                  <a:ext uri="{FF2B5EF4-FFF2-40B4-BE49-F238E27FC236}">
                    <a16:creationId xmlns:a16="http://schemas.microsoft.com/office/drawing/2014/main" id="{5555E23A-3141-4C6D-B585-9FF944248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674"/>
                <a:ext cx="32" cy="48"/>
              </a:xfrm>
              <a:custGeom>
                <a:avLst/>
                <a:gdLst>
                  <a:gd name="T0" fmla="*/ 121 w 13"/>
                  <a:gd name="T1" fmla="*/ 288 h 19"/>
                  <a:gd name="T2" fmla="*/ 12 w 13"/>
                  <a:gd name="T3" fmla="*/ 159 h 19"/>
                  <a:gd name="T4" fmla="*/ 74 w 13"/>
                  <a:gd name="T5" fmla="*/ 0 h 19"/>
                  <a:gd name="T6" fmla="*/ 182 w 13"/>
                  <a:gd name="T7" fmla="*/ 147 h 19"/>
                  <a:gd name="T8" fmla="*/ 121 w 13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8" y="18"/>
                    </a:moveTo>
                    <a:cubicBezTo>
                      <a:pt x="5" y="19"/>
                      <a:pt x="2" y="15"/>
                      <a:pt x="1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3" y="14"/>
                      <a:pt x="11" y="18"/>
                      <a:pt x="8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3" name="Freeform 1375">
                <a:extLst>
                  <a:ext uri="{FF2B5EF4-FFF2-40B4-BE49-F238E27FC236}">
                    <a16:creationId xmlns:a16="http://schemas.microsoft.com/office/drawing/2014/main" id="{01855D10-1007-4C19-BDE8-262C89D89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677"/>
                <a:ext cx="33" cy="47"/>
              </a:xfrm>
              <a:custGeom>
                <a:avLst/>
                <a:gdLst>
                  <a:gd name="T0" fmla="*/ 129 w 13"/>
                  <a:gd name="T1" fmla="*/ 275 h 19"/>
                  <a:gd name="T2" fmla="*/ 20 w 13"/>
                  <a:gd name="T3" fmla="*/ 153 h 19"/>
                  <a:gd name="T4" fmla="*/ 84 w 13"/>
                  <a:gd name="T5" fmla="*/ 0 h 19"/>
                  <a:gd name="T6" fmla="*/ 193 w 13"/>
                  <a:gd name="T7" fmla="*/ 134 h 19"/>
                  <a:gd name="T8" fmla="*/ 129 w 13"/>
                  <a:gd name="T9" fmla="*/ 27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8" y="18"/>
                    </a:moveTo>
                    <a:cubicBezTo>
                      <a:pt x="5" y="19"/>
                      <a:pt x="2" y="15"/>
                      <a:pt x="1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3" y="14"/>
                      <a:pt x="11" y="18"/>
                      <a:pt x="8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4" name="Freeform 1376">
                <a:extLst>
                  <a:ext uri="{FF2B5EF4-FFF2-40B4-BE49-F238E27FC236}">
                    <a16:creationId xmlns:a16="http://schemas.microsoft.com/office/drawing/2014/main" id="{C0521BE9-04BA-4817-A288-C0B839E21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687"/>
                <a:ext cx="25" cy="35"/>
              </a:xfrm>
              <a:custGeom>
                <a:avLst/>
                <a:gdLst>
                  <a:gd name="T0" fmla="*/ 113 w 10"/>
                  <a:gd name="T1" fmla="*/ 175 h 14"/>
                  <a:gd name="T2" fmla="*/ 20 w 10"/>
                  <a:gd name="T3" fmla="*/ 63 h 14"/>
                  <a:gd name="T4" fmla="*/ 33 w 10"/>
                  <a:gd name="T5" fmla="*/ 0 h 14"/>
                  <a:gd name="T6" fmla="*/ 20 w 10"/>
                  <a:gd name="T7" fmla="*/ 95 h 14"/>
                  <a:gd name="T8" fmla="*/ 95 w 10"/>
                  <a:gd name="T9" fmla="*/ 220 h 14"/>
                  <a:gd name="T10" fmla="*/ 158 w 10"/>
                  <a:gd name="T11" fmla="*/ 145 h 14"/>
                  <a:gd name="T12" fmla="*/ 113 w 10"/>
                  <a:gd name="T13" fmla="*/ 17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7" y="11"/>
                    </a:moveTo>
                    <a:cubicBezTo>
                      <a:pt x="5" y="12"/>
                      <a:pt x="2" y="8"/>
                      <a:pt x="1" y="4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1" y="11"/>
                      <a:pt x="4" y="14"/>
                      <a:pt x="6" y="14"/>
                    </a:cubicBezTo>
                    <a:cubicBezTo>
                      <a:pt x="8" y="13"/>
                      <a:pt x="9" y="12"/>
                      <a:pt x="10" y="9"/>
                    </a:cubicBezTo>
                    <a:cubicBezTo>
                      <a:pt x="9" y="10"/>
                      <a:pt x="8" y="11"/>
                      <a:pt x="7" y="11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5" name="Freeform 1377">
                <a:extLst>
                  <a:ext uri="{FF2B5EF4-FFF2-40B4-BE49-F238E27FC236}">
                    <a16:creationId xmlns:a16="http://schemas.microsoft.com/office/drawing/2014/main" id="{B3736F87-0B47-4495-A81C-C1616F0BE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444"/>
                <a:ext cx="30" cy="45"/>
              </a:xfrm>
              <a:custGeom>
                <a:avLst/>
                <a:gdLst>
                  <a:gd name="T0" fmla="*/ 95 w 12"/>
                  <a:gd name="T1" fmla="*/ 283 h 18"/>
                  <a:gd name="T2" fmla="*/ 0 w 12"/>
                  <a:gd name="T3" fmla="*/ 145 h 18"/>
                  <a:gd name="T4" fmla="*/ 83 w 12"/>
                  <a:gd name="T5" fmla="*/ 0 h 18"/>
                  <a:gd name="T6" fmla="*/ 175 w 12"/>
                  <a:gd name="T7" fmla="*/ 125 h 18"/>
                  <a:gd name="T8" fmla="*/ 95 w 12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6" y="18"/>
                    </a:moveTo>
                    <a:cubicBezTo>
                      <a:pt x="3" y="18"/>
                      <a:pt x="1" y="14"/>
                      <a:pt x="0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8" y="0"/>
                      <a:pt x="11" y="3"/>
                      <a:pt x="11" y="8"/>
                    </a:cubicBezTo>
                    <a:cubicBezTo>
                      <a:pt x="12" y="13"/>
                      <a:pt x="10" y="18"/>
                      <a:pt x="6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6" name="Freeform 1378">
                <a:extLst>
                  <a:ext uri="{FF2B5EF4-FFF2-40B4-BE49-F238E27FC236}">
                    <a16:creationId xmlns:a16="http://schemas.microsoft.com/office/drawing/2014/main" id="{95C44CDA-9B8A-472E-9B8D-3AA1C6055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447"/>
                <a:ext cx="30" cy="45"/>
              </a:xfrm>
              <a:custGeom>
                <a:avLst/>
                <a:gdLst>
                  <a:gd name="T0" fmla="*/ 113 w 12"/>
                  <a:gd name="T1" fmla="*/ 283 h 18"/>
                  <a:gd name="T2" fmla="*/ 20 w 12"/>
                  <a:gd name="T3" fmla="*/ 145 h 18"/>
                  <a:gd name="T4" fmla="*/ 95 w 12"/>
                  <a:gd name="T5" fmla="*/ 0 h 18"/>
                  <a:gd name="T6" fmla="*/ 188 w 12"/>
                  <a:gd name="T7" fmla="*/ 125 h 18"/>
                  <a:gd name="T8" fmla="*/ 113 w 12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7" y="18"/>
                    </a:moveTo>
                    <a:cubicBezTo>
                      <a:pt x="4" y="18"/>
                      <a:pt x="1" y="14"/>
                      <a:pt x="1" y="9"/>
                    </a:cubicBezTo>
                    <a:cubicBezTo>
                      <a:pt x="0" y="4"/>
                      <a:pt x="3" y="0"/>
                      <a:pt x="6" y="0"/>
                    </a:cubicBezTo>
                    <a:cubicBezTo>
                      <a:pt x="9" y="0"/>
                      <a:pt x="12" y="3"/>
                      <a:pt x="12" y="8"/>
                    </a:cubicBezTo>
                    <a:cubicBezTo>
                      <a:pt x="12" y="13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7" name="Freeform 1379">
                <a:extLst>
                  <a:ext uri="{FF2B5EF4-FFF2-40B4-BE49-F238E27FC236}">
                    <a16:creationId xmlns:a16="http://schemas.microsoft.com/office/drawing/2014/main" id="{FD057042-0566-48DE-B708-65ACCEE50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1454"/>
                <a:ext cx="25" cy="35"/>
              </a:xfrm>
              <a:custGeom>
                <a:avLst/>
                <a:gdLst>
                  <a:gd name="T0" fmla="*/ 113 w 10"/>
                  <a:gd name="T1" fmla="*/ 188 h 14"/>
                  <a:gd name="T2" fmla="*/ 33 w 10"/>
                  <a:gd name="T3" fmla="*/ 63 h 14"/>
                  <a:gd name="T4" fmla="*/ 33 w 10"/>
                  <a:gd name="T5" fmla="*/ 0 h 14"/>
                  <a:gd name="T6" fmla="*/ 20 w 10"/>
                  <a:gd name="T7" fmla="*/ 95 h 14"/>
                  <a:gd name="T8" fmla="*/ 95 w 10"/>
                  <a:gd name="T9" fmla="*/ 220 h 14"/>
                  <a:gd name="T10" fmla="*/ 158 w 10"/>
                  <a:gd name="T11" fmla="*/ 158 h 14"/>
                  <a:gd name="T12" fmla="*/ 113 w 10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7" y="12"/>
                    </a:moveTo>
                    <a:cubicBezTo>
                      <a:pt x="4" y="12"/>
                      <a:pt x="2" y="9"/>
                      <a:pt x="2" y="4"/>
                    </a:cubicBezTo>
                    <a:cubicBezTo>
                      <a:pt x="1" y="3"/>
                      <a:pt x="2" y="1"/>
                      <a:pt x="2" y="0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1" y="11"/>
                      <a:pt x="3" y="14"/>
                      <a:pt x="6" y="14"/>
                    </a:cubicBezTo>
                    <a:cubicBezTo>
                      <a:pt x="8" y="14"/>
                      <a:pt x="9" y="12"/>
                      <a:pt x="10" y="10"/>
                    </a:cubicBezTo>
                    <a:cubicBezTo>
                      <a:pt x="9" y="11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8" name="Freeform 1380">
                <a:extLst>
                  <a:ext uri="{FF2B5EF4-FFF2-40B4-BE49-F238E27FC236}">
                    <a16:creationId xmlns:a16="http://schemas.microsoft.com/office/drawing/2014/main" id="{EC5A0746-0453-41D8-8D37-C981EA33D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554"/>
                <a:ext cx="28" cy="45"/>
              </a:xfrm>
              <a:custGeom>
                <a:avLst/>
                <a:gdLst>
                  <a:gd name="T0" fmla="*/ 97 w 11"/>
                  <a:gd name="T1" fmla="*/ 270 h 18"/>
                  <a:gd name="T2" fmla="*/ 0 w 11"/>
                  <a:gd name="T3" fmla="*/ 145 h 18"/>
                  <a:gd name="T4" fmla="*/ 84 w 11"/>
                  <a:gd name="T5" fmla="*/ 20 h 18"/>
                  <a:gd name="T6" fmla="*/ 181 w 11"/>
                  <a:gd name="T7" fmla="*/ 125 h 18"/>
                  <a:gd name="T8" fmla="*/ 97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6" y="17"/>
                    </a:moveTo>
                    <a:cubicBezTo>
                      <a:pt x="3" y="18"/>
                      <a:pt x="1" y="14"/>
                      <a:pt x="0" y="9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8" y="0"/>
                      <a:pt x="10" y="4"/>
                      <a:pt x="11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9" name="Freeform 1381">
                <a:extLst>
                  <a:ext uri="{FF2B5EF4-FFF2-40B4-BE49-F238E27FC236}">
                    <a16:creationId xmlns:a16="http://schemas.microsoft.com/office/drawing/2014/main" id="{C222D82C-D7AD-4B0D-9A9F-3D0108E86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557"/>
                <a:ext cx="27" cy="45"/>
              </a:xfrm>
              <a:custGeom>
                <a:avLst/>
                <a:gdLst>
                  <a:gd name="T0" fmla="*/ 91 w 11"/>
                  <a:gd name="T1" fmla="*/ 270 h 18"/>
                  <a:gd name="T2" fmla="*/ 0 w 11"/>
                  <a:gd name="T3" fmla="*/ 145 h 18"/>
                  <a:gd name="T4" fmla="*/ 71 w 11"/>
                  <a:gd name="T5" fmla="*/ 0 h 18"/>
                  <a:gd name="T6" fmla="*/ 162 w 11"/>
                  <a:gd name="T7" fmla="*/ 125 h 18"/>
                  <a:gd name="T8" fmla="*/ 91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6" y="17"/>
                    </a:moveTo>
                    <a:cubicBezTo>
                      <a:pt x="3" y="18"/>
                      <a:pt x="1" y="14"/>
                      <a:pt x="0" y="9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7" y="0"/>
                      <a:pt x="10" y="4"/>
                      <a:pt x="11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0" name="Freeform 1382">
                <a:extLst>
                  <a:ext uri="{FF2B5EF4-FFF2-40B4-BE49-F238E27FC236}">
                    <a16:creationId xmlns:a16="http://schemas.microsoft.com/office/drawing/2014/main" id="{82454E4C-3C9F-4321-B62B-D3877E86F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564"/>
                <a:ext cx="20" cy="35"/>
              </a:xfrm>
              <a:custGeom>
                <a:avLst/>
                <a:gdLst>
                  <a:gd name="T0" fmla="*/ 95 w 8"/>
                  <a:gd name="T1" fmla="*/ 175 h 14"/>
                  <a:gd name="T2" fmla="*/ 20 w 8"/>
                  <a:gd name="T3" fmla="*/ 63 h 14"/>
                  <a:gd name="T4" fmla="*/ 20 w 8"/>
                  <a:gd name="T5" fmla="*/ 0 h 14"/>
                  <a:gd name="T6" fmla="*/ 0 w 8"/>
                  <a:gd name="T7" fmla="*/ 95 h 14"/>
                  <a:gd name="T8" fmla="*/ 83 w 8"/>
                  <a:gd name="T9" fmla="*/ 208 h 14"/>
                  <a:gd name="T10" fmla="*/ 125 w 8"/>
                  <a:gd name="T11" fmla="*/ 158 h 14"/>
                  <a:gd name="T12" fmla="*/ 95 w 8"/>
                  <a:gd name="T13" fmla="*/ 17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6" y="11"/>
                    </a:moveTo>
                    <a:cubicBezTo>
                      <a:pt x="3" y="12"/>
                      <a:pt x="1" y="8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10"/>
                      <a:pt x="2" y="14"/>
                      <a:pt x="5" y="13"/>
                    </a:cubicBezTo>
                    <a:cubicBezTo>
                      <a:pt x="7" y="13"/>
                      <a:pt x="8" y="12"/>
                      <a:pt x="8" y="10"/>
                    </a:cubicBezTo>
                    <a:cubicBezTo>
                      <a:pt x="8" y="11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1" name="Freeform 1383">
                <a:extLst>
                  <a:ext uri="{FF2B5EF4-FFF2-40B4-BE49-F238E27FC236}">
                    <a16:creationId xmlns:a16="http://schemas.microsoft.com/office/drawing/2014/main" id="{F7713E9A-6CDB-410E-B900-B024C6C68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574"/>
                <a:ext cx="27" cy="45"/>
              </a:xfrm>
              <a:custGeom>
                <a:avLst/>
                <a:gdLst>
                  <a:gd name="T0" fmla="*/ 91 w 11"/>
                  <a:gd name="T1" fmla="*/ 270 h 18"/>
                  <a:gd name="T2" fmla="*/ 0 w 11"/>
                  <a:gd name="T3" fmla="*/ 145 h 18"/>
                  <a:gd name="T4" fmla="*/ 71 w 11"/>
                  <a:gd name="T5" fmla="*/ 20 h 18"/>
                  <a:gd name="T6" fmla="*/ 162 w 11"/>
                  <a:gd name="T7" fmla="*/ 125 h 18"/>
                  <a:gd name="T8" fmla="*/ 91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6" y="17"/>
                    </a:moveTo>
                    <a:cubicBezTo>
                      <a:pt x="3" y="18"/>
                      <a:pt x="1" y="14"/>
                      <a:pt x="0" y="9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8" y="0"/>
                      <a:pt x="10" y="4"/>
                      <a:pt x="11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2" name="Freeform 1384">
                <a:extLst>
                  <a:ext uri="{FF2B5EF4-FFF2-40B4-BE49-F238E27FC236}">
                    <a16:creationId xmlns:a16="http://schemas.microsoft.com/office/drawing/2014/main" id="{0A032198-9A11-4EB5-993A-C45E14BE1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577"/>
                <a:ext cx="28" cy="45"/>
              </a:xfrm>
              <a:custGeom>
                <a:avLst/>
                <a:gdLst>
                  <a:gd name="T0" fmla="*/ 97 w 11"/>
                  <a:gd name="T1" fmla="*/ 270 h 18"/>
                  <a:gd name="T2" fmla="*/ 0 w 11"/>
                  <a:gd name="T3" fmla="*/ 145 h 18"/>
                  <a:gd name="T4" fmla="*/ 84 w 11"/>
                  <a:gd name="T5" fmla="*/ 0 h 18"/>
                  <a:gd name="T6" fmla="*/ 181 w 11"/>
                  <a:gd name="T7" fmla="*/ 125 h 18"/>
                  <a:gd name="T8" fmla="*/ 97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6" y="17"/>
                    </a:moveTo>
                    <a:cubicBezTo>
                      <a:pt x="3" y="18"/>
                      <a:pt x="1" y="14"/>
                      <a:pt x="0" y="9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7" y="0"/>
                      <a:pt x="10" y="4"/>
                      <a:pt x="11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3" name="Freeform 1385">
                <a:extLst>
                  <a:ext uri="{FF2B5EF4-FFF2-40B4-BE49-F238E27FC236}">
                    <a16:creationId xmlns:a16="http://schemas.microsoft.com/office/drawing/2014/main" id="{F06E0567-E760-43B8-84C1-B901E4C4E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584"/>
                <a:ext cx="20" cy="35"/>
              </a:xfrm>
              <a:custGeom>
                <a:avLst/>
                <a:gdLst>
                  <a:gd name="T0" fmla="*/ 95 w 8"/>
                  <a:gd name="T1" fmla="*/ 175 h 14"/>
                  <a:gd name="T2" fmla="*/ 20 w 8"/>
                  <a:gd name="T3" fmla="*/ 63 h 14"/>
                  <a:gd name="T4" fmla="*/ 20 w 8"/>
                  <a:gd name="T5" fmla="*/ 0 h 14"/>
                  <a:gd name="T6" fmla="*/ 0 w 8"/>
                  <a:gd name="T7" fmla="*/ 95 h 14"/>
                  <a:gd name="T8" fmla="*/ 83 w 8"/>
                  <a:gd name="T9" fmla="*/ 208 h 14"/>
                  <a:gd name="T10" fmla="*/ 125 w 8"/>
                  <a:gd name="T11" fmla="*/ 158 h 14"/>
                  <a:gd name="T12" fmla="*/ 95 w 8"/>
                  <a:gd name="T13" fmla="*/ 17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6" y="11"/>
                    </a:moveTo>
                    <a:cubicBezTo>
                      <a:pt x="3" y="12"/>
                      <a:pt x="1" y="8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10"/>
                      <a:pt x="2" y="14"/>
                      <a:pt x="5" y="13"/>
                    </a:cubicBezTo>
                    <a:cubicBezTo>
                      <a:pt x="7" y="13"/>
                      <a:pt x="8" y="12"/>
                      <a:pt x="8" y="10"/>
                    </a:cubicBezTo>
                    <a:cubicBezTo>
                      <a:pt x="8" y="11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4" name="Freeform 1386">
                <a:extLst>
                  <a:ext uri="{FF2B5EF4-FFF2-40B4-BE49-F238E27FC236}">
                    <a16:creationId xmlns:a16="http://schemas.microsoft.com/office/drawing/2014/main" id="{C496CA31-CD8B-40B4-AE5F-2BC5C4A59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539"/>
                <a:ext cx="28" cy="45"/>
              </a:xfrm>
              <a:custGeom>
                <a:avLst/>
                <a:gdLst>
                  <a:gd name="T0" fmla="*/ 97 w 11"/>
                  <a:gd name="T1" fmla="*/ 270 h 18"/>
                  <a:gd name="T2" fmla="*/ 0 w 11"/>
                  <a:gd name="T3" fmla="*/ 145 h 18"/>
                  <a:gd name="T4" fmla="*/ 84 w 11"/>
                  <a:gd name="T5" fmla="*/ 0 h 18"/>
                  <a:gd name="T6" fmla="*/ 181 w 11"/>
                  <a:gd name="T7" fmla="*/ 125 h 18"/>
                  <a:gd name="T8" fmla="*/ 97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6" y="17"/>
                    </a:moveTo>
                    <a:cubicBezTo>
                      <a:pt x="3" y="18"/>
                      <a:pt x="1" y="14"/>
                      <a:pt x="0" y="9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7" y="0"/>
                      <a:pt x="10" y="4"/>
                      <a:pt x="11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5" name="Freeform 1387">
                <a:extLst>
                  <a:ext uri="{FF2B5EF4-FFF2-40B4-BE49-F238E27FC236}">
                    <a16:creationId xmlns:a16="http://schemas.microsoft.com/office/drawing/2014/main" id="{1CB78768-6042-4B7C-83C4-22DA98E73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542"/>
                <a:ext cx="27" cy="45"/>
              </a:xfrm>
              <a:custGeom>
                <a:avLst/>
                <a:gdLst>
                  <a:gd name="T0" fmla="*/ 91 w 11"/>
                  <a:gd name="T1" fmla="*/ 270 h 18"/>
                  <a:gd name="T2" fmla="*/ 0 w 11"/>
                  <a:gd name="T3" fmla="*/ 145 h 18"/>
                  <a:gd name="T4" fmla="*/ 71 w 11"/>
                  <a:gd name="T5" fmla="*/ 0 h 18"/>
                  <a:gd name="T6" fmla="*/ 150 w 11"/>
                  <a:gd name="T7" fmla="*/ 125 h 18"/>
                  <a:gd name="T8" fmla="*/ 91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6" y="17"/>
                    </a:moveTo>
                    <a:cubicBezTo>
                      <a:pt x="3" y="18"/>
                      <a:pt x="1" y="14"/>
                      <a:pt x="0" y="9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7" y="0"/>
                      <a:pt x="10" y="4"/>
                      <a:pt x="10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6" name="Freeform 1388">
                <a:extLst>
                  <a:ext uri="{FF2B5EF4-FFF2-40B4-BE49-F238E27FC236}">
                    <a16:creationId xmlns:a16="http://schemas.microsoft.com/office/drawing/2014/main" id="{EDC98B62-173F-49D3-9C9B-0B149BEE8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549"/>
                <a:ext cx="22" cy="35"/>
              </a:xfrm>
              <a:custGeom>
                <a:avLst/>
                <a:gdLst>
                  <a:gd name="T0" fmla="*/ 103 w 9"/>
                  <a:gd name="T1" fmla="*/ 175 h 14"/>
                  <a:gd name="T2" fmla="*/ 29 w 9"/>
                  <a:gd name="T3" fmla="*/ 63 h 14"/>
                  <a:gd name="T4" fmla="*/ 29 w 9"/>
                  <a:gd name="T5" fmla="*/ 0 h 14"/>
                  <a:gd name="T6" fmla="*/ 12 w 9"/>
                  <a:gd name="T7" fmla="*/ 95 h 14"/>
                  <a:gd name="T8" fmla="*/ 90 w 9"/>
                  <a:gd name="T9" fmla="*/ 208 h 14"/>
                  <a:gd name="T10" fmla="*/ 132 w 9"/>
                  <a:gd name="T11" fmla="*/ 158 h 14"/>
                  <a:gd name="T12" fmla="*/ 103 w 9"/>
                  <a:gd name="T13" fmla="*/ 17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7" y="11"/>
                    </a:moveTo>
                    <a:cubicBezTo>
                      <a:pt x="4" y="12"/>
                      <a:pt x="2" y="8"/>
                      <a:pt x="2" y="4"/>
                    </a:cubicBezTo>
                    <a:cubicBezTo>
                      <a:pt x="1" y="3"/>
                      <a:pt x="2" y="1"/>
                      <a:pt x="2" y="0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10"/>
                      <a:pt x="3" y="14"/>
                      <a:pt x="6" y="13"/>
                    </a:cubicBezTo>
                    <a:cubicBezTo>
                      <a:pt x="7" y="13"/>
                      <a:pt x="9" y="12"/>
                      <a:pt x="9" y="10"/>
                    </a:cubicBezTo>
                    <a:cubicBezTo>
                      <a:pt x="9" y="11"/>
                      <a:pt x="8" y="11"/>
                      <a:pt x="7" y="11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7" name="Freeform 1389">
                <a:extLst>
                  <a:ext uri="{FF2B5EF4-FFF2-40B4-BE49-F238E27FC236}">
                    <a16:creationId xmlns:a16="http://schemas.microsoft.com/office/drawing/2014/main" id="{3295CACA-AF9F-4D3B-995C-82A854C5C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557"/>
                <a:ext cx="27" cy="42"/>
              </a:xfrm>
              <a:custGeom>
                <a:avLst/>
                <a:gdLst>
                  <a:gd name="T0" fmla="*/ 71 w 11"/>
                  <a:gd name="T1" fmla="*/ 257 h 17"/>
                  <a:gd name="T2" fmla="*/ 0 w 11"/>
                  <a:gd name="T3" fmla="*/ 121 h 17"/>
                  <a:gd name="T4" fmla="*/ 103 w 11"/>
                  <a:gd name="T5" fmla="*/ 0 h 17"/>
                  <a:gd name="T6" fmla="*/ 162 w 11"/>
                  <a:gd name="T7" fmla="*/ 133 h 17"/>
                  <a:gd name="T8" fmla="*/ 71 w 11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5" y="17"/>
                    </a:moveTo>
                    <a:cubicBezTo>
                      <a:pt x="2" y="16"/>
                      <a:pt x="0" y="12"/>
                      <a:pt x="0" y="8"/>
                    </a:cubicBezTo>
                    <a:cubicBezTo>
                      <a:pt x="1" y="3"/>
                      <a:pt x="4" y="0"/>
                      <a:pt x="7" y="0"/>
                    </a:cubicBezTo>
                    <a:cubicBezTo>
                      <a:pt x="9" y="0"/>
                      <a:pt x="11" y="4"/>
                      <a:pt x="11" y="9"/>
                    </a:cubicBezTo>
                    <a:cubicBezTo>
                      <a:pt x="10" y="14"/>
                      <a:pt x="7" y="17"/>
                      <a:pt x="5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8" name="Freeform 1390">
                <a:extLst>
                  <a:ext uri="{FF2B5EF4-FFF2-40B4-BE49-F238E27FC236}">
                    <a16:creationId xmlns:a16="http://schemas.microsoft.com/office/drawing/2014/main" id="{E3D3A091-458E-434E-BB0F-3AAB8A84C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1557"/>
                <a:ext cx="28" cy="45"/>
              </a:xfrm>
              <a:custGeom>
                <a:avLst/>
                <a:gdLst>
                  <a:gd name="T0" fmla="*/ 64 w 11"/>
                  <a:gd name="T1" fmla="*/ 270 h 18"/>
                  <a:gd name="T2" fmla="*/ 0 w 11"/>
                  <a:gd name="T3" fmla="*/ 125 h 18"/>
                  <a:gd name="T4" fmla="*/ 97 w 11"/>
                  <a:gd name="T5" fmla="*/ 20 h 18"/>
                  <a:gd name="T6" fmla="*/ 163 w 11"/>
                  <a:gd name="T7" fmla="*/ 158 h 18"/>
                  <a:gd name="T8" fmla="*/ 64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4" y="17"/>
                    </a:moveTo>
                    <a:cubicBezTo>
                      <a:pt x="1" y="17"/>
                      <a:pt x="0" y="13"/>
                      <a:pt x="0" y="8"/>
                    </a:cubicBezTo>
                    <a:cubicBezTo>
                      <a:pt x="1" y="4"/>
                      <a:pt x="3" y="0"/>
                      <a:pt x="6" y="1"/>
                    </a:cubicBezTo>
                    <a:cubicBezTo>
                      <a:pt x="9" y="1"/>
                      <a:pt x="11" y="5"/>
                      <a:pt x="10" y="10"/>
                    </a:cubicBezTo>
                    <a:cubicBezTo>
                      <a:pt x="10" y="14"/>
                      <a:pt x="7" y="18"/>
                      <a:pt x="4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9" name="Freeform 1391">
                <a:extLst>
                  <a:ext uri="{FF2B5EF4-FFF2-40B4-BE49-F238E27FC236}">
                    <a16:creationId xmlns:a16="http://schemas.microsoft.com/office/drawing/2014/main" id="{E8086356-0F0D-4163-86D0-A890176E4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1564"/>
                <a:ext cx="23" cy="35"/>
              </a:xfrm>
              <a:custGeom>
                <a:avLst/>
                <a:gdLst>
                  <a:gd name="T0" fmla="*/ 97 w 9"/>
                  <a:gd name="T1" fmla="*/ 188 h 14"/>
                  <a:gd name="T2" fmla="*/ 33 w 9"/>
                  <a:gd name="T3" fmla="*/ 63 h 14"/>
                  <a:gd name="T4" fmla="*/ 51 w 9"/>
                  <a:gd name="T5" fmla="*/ 0 h 14"/>
                  <a:gd name="T6" fmla="*/ 20 w 9"/>
                  <a:gd name="T7" fmla="*/ 83 h 14"/>
                  <a:gd name="T8" fmla="*/ 66 w 9"/>
                  <a:gd name="T9" fmla="*/ 208 h 14"/>
                  <a:gd name="T10" fmla="*/ 151 w 9"/>
                  <a:gd name="T11" fmla="*/ 158 h 14"/>
                  <a:gd name="T12" fmla="*/ 97 w 9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6" y="12"/>
                    </a:moveTo>
                    <a:cubicBezTo>
                      <a:pt x="3" y="11"/>
                      <a:pt x="2" y="8"/>
                      <a:pt x="2" y="4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2" y="1"/>
                      <a:pt x="1" y="3"/>
                      <a:pt x="1" y="5"/>
                    </a:cubicBezTo>
                    <a:cubicBezTo>
                      <a:pt x="0" y="10"/>
                      <a:pt x="2" y="13"/>
                      <a:pt x="4" y="13"/>
                    </a:cubicBezTo>
                    <a:cubicBezTo>
                      <a:pt x="6" y="14"/>
                      <a:pt x="7" y="12"/>
                      <a:pt x="9" y="10"/>
                    </a:cubicBezTo>
                    <a:cubicBezTo>
                      <a:pt x="8" y="11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0" name="Freeform 1392">
                <a:extLst>
                  <a:ext uri="{FF2B5EF4-FFF2-40B4-BE49-F238E27FC236}">
                    <a16:creationId xmlns:a16="http://schemas.microsoft.com/office/drawing/2014/main" id="{3787365E-B476-466C-AB7A-EFDB719CC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557"/>
                <a:ext cx="30" cy="42"/>
              </a:xfrm>
              <a:custGeom>
                <a:avLst/>
                <a:gdLst>
                  <a:gd name="T0" fmla="*/ 83 w 12"/>
                  <a:gd name="T1" fmla="*/ 257 h 17"/>
                  <a:gd name="T2" fmla="*/ 20 w 12"/>
                  <a:gd name="T3" fmla="*/ 121 h 17"/>
                  <a:gd name="T4" fmla="*/ 113 w 12"/>
                  <a:gd name="T5" fmla="*/ 0 h 17"/>
                  <a:gd name="T6" fmla="*/ 175 w 12"/>
                  <a:gd name="T7" fmla="*/ 133 h 17"/>
                  <a:gd name="T8" fmla="*/ 83 w 12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5" y="17"/>
                    </a:moveTo>
                    <a:cubicBezTo>
                      <a:pt x="2" y="16"/>
                      <a:pt x="0" y="12"/>
                      <a:pt x="1" y="8"/>
                    </a:cubicBezTo>
                    <a:cubicBezTo>
                      <a:pt x="1" y="3"/>
                      <a:pt x="4" y="0"/>
                      <a:pt x="7" y="0"/>
                    </a:cubicBezTo>
                    <a:cubicBezTo>
                      <a:pt x="10" y="0"/>
                      <a:pt x="12" y="4"/>
                      <a:pt x="11" y="9"/>
                    </a:cubicBezTo>
                    <a:cubicBezTo>
                      <a:pt x="10" y="14"/>
                      <a:pt x="8" y="17"/>
                      <a:pt x="5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1" name="Freeform 1393">
                <a:extLst>
                  <a:ext uri="{FF2B5EF4-FFF2-40B4-BE49-F238E27FC236}">
                    <a16:creationId xmlns:a16="http://schemas.microsoft.com/office/drawing/2014/main" id="{545F891A-7389-4171-8E67-3932B8140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57"/>
                <a:ext cx="27" cy="45"/>
              </a:xfrm>
              <a:custGeom>
                <a:avLst/>
                <a:gdLst>
                  <a:gd name="T0" fmla="*/ 71 w 11"/>
                  <a:gd name="T1" fmla="*/ 270 h 18"/>
                  <a:gd name="T2" fmla="*/ 0 w 11"/>
                  <a:gd name="T3" fmla="*/ 125 h 18"/>
                  <a:gd name="T4" fmla="*/ 103 w 11"/>
                  <a:gd name="T5" fmla="*/ 20 h 18"/>
                  <a:gd name="T6" fmla="*/ 162 w 11"/>
                  <a:gd name="T7" fmla="*/ 158 h 18"/>
                  <a:gd name="T8" fmla="*/ 71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5" y="17"/>
                    </a:moveTo>
                    <a:cubicBezTo>
                      <a:pt x="2" y="17"/>
                      <a:pt x="0" y="13"/>
                      <a:pt x="0" y="8"/>
                    </a:cubicBezTo>
                    <a:cubicBezTo>
                      <a:pt x="1" y="4"/>
                      <a:pt x="4" y="0"/>
                      <a:pt x="7" y="1"/>
                    </a:cubicBezTo>
                    <a:cubicBezTo>
                      <a:pt x="9" y="1"/>
                      <a:pt x="11" y="5"/>
                      <a:pt x="11" y="10"/>
                    </a:cubicBezTo>
                    <a:cubicBezTo>
                      <a:pt x="10" y="14"/>
                      <a:pt x="7" y="18"/>
                      <a:pt x="5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2" name="Freeform 1394">
                <a:extLst>
                  <a:ext uri="{FF2B5EF4-FFF2-40B4-BE49-F238E27FC236}">
                    <a16:creationId xmlns:a16="http://schemas.microsoft.com/office/drawing/2014/main" id="{F7CE2843-6AA0-4D05-A876-8CE022156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564"/>
                <a:ext cx="20" cy="35"/>
              </a:xfrm>
              <a:custGeom>
                <a:avLst/>
                <a:gdLst>
                  <a:gd name="T0" fmla="*/ 83 w 8"/>
                  <a:gd name="T1" fmla="*/ 188 h 14"/>
                  <a:gd name="T2" fmla="*/ 20 w 8"/>
                  <a:gd name="T3" fmla="*/ 63 h 14"/>
                  <a:gd name="T4" fmla="*/ 50 w 8"/>
                  <a:gd name="T5" fmla="*/ 0 h 14"/>
                  <a:gd name="T6" fmla="*/ 0 w 8"/>
                  <a:gd name="T7" fmla="*/ 83 h 14"/>
                  <a:gd name="T8" fmla="*/ 63 w 8"/>
                  <a:gd name="T9" fmla="*/ 208 h 14"/>
                  <a:gd name="T10" fmla="*/ 125 w 8"/>
                  <a:gd name="T11" fmla="*/ 158 h 14"/>
                  <a:gd name="T12" fmla="*/ 83 w 8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5" y="12"/>
                    </a:moveTo>
                    <a:cubicBezTo>
                      <a:pt x="3" y="11"/>
                      <a:pt x="1" y="8"/>
                      <a:pt x="1" y="4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0" y="10"/>
                      <a:pt x="1" y="13"/>
                      <a:pt x="4" y="13"/>
                    </a:cubicBezTo>
                    <a:cubicBezTo>
                      <a:pt x="5" y="14"/>
                      <a:pt x="7" y="12"/>
                      <a:pt x="8" y="10"/>
                    </a:cubicBezTo>
                    <a:cubicBezTo>
                      <a:pt x="7" y="11"/>
                      <a:pt x="6" y="12"/>
                      <a:pt x="5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3" name="Freeform 1395">
                <a:extLst>
                  <a:ext uri="{FF2B5EF4-FFF2-40B4-BE49-F238E27FC236}">
                    <a16:creationId xmlns:a16="http://schemas.microsoft.com/office/drawing/2014/main" id="{1846D3EC-9656-4F7D-AC86-7BDA93665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439"/>
                <a:ext cx="27" cy="43"/>
              </a:xfrm>
              <a:custGeom>
                <a:avLst/>
                <a:gdLst>
                  <a:gd name="T0" fmla="*/ 71 w 11"/>
                  <a:gd name="T1" fmla="*/ 276 h 17"/>
                  <a:gd name="T2" fmla="*/ 0 w 11"/>
                  <a:gd name="T3" fmla="*/ 129 h 17"/>
                  <a:gd name="T4" fmla="*/ 103 w 11"/>
                  <a:gd name="T5" fmla="*/ 0 h 17"/>
                  <a:gd name="T6" fmla="*/ 162 w 11"/>
                  <a:gd name="T7" fmla="*/ 147 h 17"/>
                  <a:gd name="T8" fmla="*/ 71 w 11"/>
                  <a:gd name="T9" fmla="*/ 27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5" y="17"/>
                    </a:moveTo>
                    <a:cubicBezTo>
                      <a:pt x="2" y="17"/>
                      <a:pt x="0" y="13"/>
                      <a:pt x="0" y="8"/>
                    </a:cubicBezTo>
                    <a:cubicBezTo>
                      <a:pt x="1" y="3"/>
                      <a:pt x="4" y="0"/>
                      <a:pt x="7" y="0"/>
                    </a:cubicBezTo>
                    <a:cubicBezTo>
                      <a:pt x="9" y="1"/>
                      <a:pt x="11" y="5"/>
                      <a:pt x="11" y="9"/>
                    </a:cubicBezTo>
                    <a:cubicBezTo>
                      <a:pt x="10" y="14"/>
                      <a:pt x="7" y="17"/>
                      <a:pt x="5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4" name="Freeform 1396">
                <a:extLst>
                  <a:ext uri="{FF2B5EF4-FFF2-40B4-BE49-F238E27FC236}">
                    <a16:creationId xmlns:a16="http://schemas.microsoft.com/office/drawing/2014/main" id="{2B066B7E-5F58-4A27-BE5A-640139D0A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442"/>
                <a:ext cx="28" cy="42"/>
              </a:xfrm>
              <a:custGeom>
                <a:avLst/>
                <a:gdLst>
                  <a:gd name="T0" fmla="*/ 64 w 11"/>
                  <a:gd name="T1" fmla="*/ 257 h 17"/>
                  <a:gd name="T2" fmla="*/ 0 w 11"/>
                  <a:gd name="T3" fmla="*/ 121 h 17"/>
                  <a:gd name="T4" fmla="*/ 97 w 11"/>
                  <a:gd name="T5" fmla="*/ 0 h 17"/>
                  <a:gd name="T6" fmla="*/ 163 w 11"/>
                  <a:gd name="T7" fmla="*/ 133 h 17"/>
                  <a:gd name="T8" fmla="*/ 64 w 11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4" y="17"/>
                    </a:moveTo>
                    <a:cubicBezTo>
                      <a:pt x="1" y="16"/>
                      <a:pt x="0" y="12"/>
                      <a:pt x="0" y="8"/>
                    </a:cubicBezTo>
                    <a:cubicBezTo>
                      <a:pt x="1" y="3"/>
                      <a:pt x="3" y="0"/>
                      <a:pt x="6" y="0"/>
                    </a:cubicBezTo>
                    <a:cubicBezTo>
                      <a:pt x="9" y="0"/>
                      <a:pt x="11" y="4"/>
                      <a:pt x="10" y="9"/>
                    </a:cubicBezTo>
                    <a:cubicBezTo>
                      <a:pt x="10" y="14"/>
                      <a:pt x="7" y="17"/>
                      <a:pt x="4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5" name="Freeform 1397">
                <a:extLst>
                  <a:ext uri="{FF2B5EF4-FFF2-40B4-BE49-F238E27FC236}">
                    <a16:creationId xmlns:a16="http://schemas.microsoft.com/office/drawing/2014/main" id="{F2C4E879-F6FE-41E2-83D4-D414C880A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447"/>
                <a:ext cx="23" cy="35"/>
              </a:xfrm>
              <a:custGeom>
                <a:avLst/>
                <a:gdLst>
                  <a:gd name="T0" fmla="*/ 97 w 9"/>
                  <a:gd name="T1" fmla="*/ 188 h 14"/>
                  <a:gd name="T2" fmla="*/ 33 w 9"/>
                  <a:gd name="T3" fmla="*/ 63 h 14"/>
                  <a:gd name="T4" fmla="*/ 51 w 9"/>
                  <a:gd name="T5" fmla="*/ 0 h 14"/>
                  <a:gd name="T6" fmla="*/ 20 w 9"/>
                  <a:gd name="T7" fmla="*/ 95 h 14"/>
                  <a:gd name="T8" fmla="*/ 66 w 9"/>
                  <a:gd name="T9" fmla="*/ 220 h 14"/>
                  <a:gd name="T10" fmla="*/ 151 w 9"/>
                  <a:gd name="T11" fmla="*/ 175 h 14"/>
                  <a:gd name="T12" fmla="*/ 97 w 9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6" y="12"/>
                    </a:moveTo>
                    <a:cubicBezTo>
                      <a:pt x="3" y="12"/>
                      <a:pt x="2" y="8"/>
                      <a:pt x="2" y="4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2" y="1"/>
                      <a:pt x="1" y="3"/>
                      <a:pt x="1" y="6"/>
                    </a:cubicBezTo>
                    <a:cubicBezTo>
                      <a:pt x="0" y="10"/>
                      <a:pt x="2" y="13"/>
                      <a:pt x="4" y="14"/>
                    </a:cubicBezTo>
                    <a:cubicBezTo>
                      <a:pt x="6" y="14"/>
                      <a:pt x="7" y="13"/>
                      <a:pt x="9" y="11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6" name="Freeform 1398">
                <a:extLst>
                  <a:ext uri="{FF2B5EF4-FFF2-40B4-BE49-F238E27FC236}">
                    <a16:creationId xmlns:a16="http://schemas.microsoft.com/office/drawing/2014/main" id="{CE883564-184A-4C9E-A971-04DEC6005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464"/>
                <a:ext cx="28" cy="43"/>
              </a:xfrm>
              <a:custGeom>
                <a:avLst/>
                <a:gdLst>
                  <a:gd name="T0" fmla="*/ 64 w 11"/>
                  <a:gd name="T1" fmla="*/ 276 h 17"/>
                  <a:gd name="T2" fmla="*/ 0 w 11"/>
                  <a:gd name="T3" fmla="*/ 129 h 17"/>
                  <a:gd name="T4" fmla="*/ 97 w 11"/>
                  <a:gd name="T5" fmla="*/ 0 h 17"/>
                  <a:gd name="T6" fmla="*/ 163 w 11"/>
                  <a:gd name="T7" fmla="*/ 147 h 17"/>
                  <a:gd name="T8" fmla="*/ 64 w 11"/>
                  <a:gd name="T9" fmla="*/ 27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4" y="17"/>
                    </a:moveTo>
                    <a:cubicBezTo>
                      <a:pt x="1" y="17"/>
                      <a:pt x="0" y="13"/>
                      <a:pt x="0" y="8"/>
                    </a:cubicBezTo>
                    <a:cubicBezTo>
                      <a:pt x="1" y="3"/>
                      <a:pt x="3" y="0"/>
                      <a:pt x="6" y="0"/>
                    </a:cubicBezTo>
                    <a:cubicBezTo>
                      <a:pt x="9" y="1"/>
                      <a:pt x="11" y="5"/>
                      <a:pt x="10" y="9"/>
                    </a:cubicBezTo>
                    <a:cubicBezTo>
                      <a:pt x="10" y="14"/>
                      <a:pt x="7" y="17"/>
                      <a:pt x="4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7" name="Freeform 1399">
                <a:extLst>
                  <a:ext uri="{FF2B5EF4-FFF2-40B4-BE49-F238E27FC236}">
                    <a16:creationId xmlns:a16="http://schemas.microsoft.com/office/drawing/2014/main" id="{BC636568-419A-4452-B96D-561D5447A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467"/>
                <a:ext cx="30" cy="42"/>
              </a:xfrm>
              <a:custGeom>
                <a:avLst/>
                <a:gdLst>
                  <a:gd name="T0" fmla="*/ 83 w 12"/>
                  <a:gd name="T1" fmla="*/ 257 h 17"/>
                  <a:gd name="T2" fmla="*/ 20 w 12"/>
                  <a:gd name="T3" fmla="*/ 121 h 17"/>
                  <a:gd name="T4" fmla="*/ 113 w 12"/>
                  <a:gd name="T5" fmla="*/ 0 h 17"/>
                  <a:gd name="T6" fmla="*/ 175 w 12"/>
                  <a:gd name="T7" fmla="*/ 133 h 17"/>
                  <a:gd name="T8" fmla="*/ 83 w 12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5" y="17"/>
                    </a:moveTo>
                    <a:cubicBezTo>
                      <a:pt x="2" y="16"/>
                      <a:pt x="0" y="12"/>
                      <a:pt x="1" y="8"/>
                    </a:cubicBezTo>
                    <a:cubicBezTo>
                      <a:pt x="1" y="3"/>
                      <a:pt x="4" y="0"/>
                      <a:pt x="7" y="0"/>
                    </a:cubicBezTo>
                    <a:cubicBezTo>
                      <a:pt x="10" y="0"/>
                      <a:pt x="12" y="4"/>
                      <a:pt x="11" y="9"/>
                    </a:cubicBezTo>
                    <a:cubicBezTo>
                      <a:pt x="11" y="14"/>
                      <a:pt x="8" y="17"/>
                      <a:pt x="5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8" name="Freeform 1400">
                <a:extLst>
                  <a:ext uri="{FF2B5EF4-FFF2-40B4-BE49-F238E27FC236}">
                    <a16:creationId xmlns:a16="http://schemas.microsoft.com/office/drawing/2014/main" id="{0D714341-EC7B-465C-BCCC-A63A78056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1472"/>
                <a:ext cx="20" cy="35"/>
              </a:xfrm>
              <a:custGeom>
                <a:avLst/>
                <a:gdLst>
                  <a:gd name="T0" fmla="*/ 83 w 8"/>
                  <a:gd name="T1" fmla="*/ 188 h 14"/>
                  <a:gd name="T2" fmla="*/ 33 w 8"/>
                  <a:gd name="T3" fmla="*/ 63 h 14"/>
                  <a:gd name="T4" fmla="*/ 50 w 8"/>
                  <a:gd name="T5" fmla="*/ 0 h 14"/>
                  <a:gd name="T6" fmla="*/ 0 w 8"/>
                  <a:gd name="T7" fmla="*/ 95 h 14"/>
                  <a:gd name="T8" fmla="*/ 63 w 8"/>
                  <a:gd name="T9" fmla="*/ 220 h 14"/>
                  <a:gd name="T10" fmla="*/ 125 w 8"/>
                  <a:gd name="T11" fmla="*/ 175 h 14"/>
                  <a:gd name="T12" fmla="*/ 83 w 8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5" y="12"/>
                    </a:moveTo>
                    <a:cubicBezTo>
                      <a:pt x="3" y="12"/>
                      <a:pt x="1" y="8"/>
                      <a:pt x="2" y="4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1"/>
                      <a:pt x="1" y="3"/>
                      <a:pt x="0" y="6"/>
                    </a:cubicBezTo>
                    <a:cubicBezTo>
                      <a:pt x="0" y="10"/>
                      <a:pt x="1" y="13"/>
                      <a:pt x="4" y="14"/>
                    </a:cubicBezTo>
                    <a:cubicBezTo>
                      <a:pt x="6" y="14"/>
                      <a:pt x="7" y="13"/>
                      <a:pt x="8" y="11"/>
                    </a:cubicBezTo>
                    <a:cubicBezTo>
                      <a:pt x="7" y="12"/>
                      <a:pt x="6" y="12"/>
                      <a:pt x="5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9" name="Freeform 1401">
                <a:extLst>
                  <a:ext uri="{FF2B5EF4-FFF2-40B4-BE49-F238E27FC236}">
                    <a16:creationId xmlns:a16="http://schemas.microsoft.com/office/drawing/2014/main" id="{585B77C4-1AC1-4C89-8D3B-74F9319F8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1472"/>
                <a:ext cx="28" cy="45"/>
              </a:xfrm>
              <a:custGeom>
                <a:avLst/>
                <a:gdLst>
                  <a:gd name="T0" fmla="*/ 64 w 11"/>
                  <a:gd name="T1" fmla="*/ 270 h 18"/>
                  <a:gd name="T2" fmla="*/ 0 w 11"/>
                  <a:gd name="T3" fmla="*/ 125 h 18"/>
                  <a:gd name="T4" fmla="*/ 97 w 11"/>
                  <a:gd name="T5" fmla="*/ 20 h 18"/>
                  <a:gd name="T6" fmla="*/ 163 w 11"/>
                  <a:gd name="T7" fmla="*/ 158 h 18"/>
                  <a:gd name="T8" fmla="*/ 64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4" y="17"/>
                    </a:moveTo>
                    <a:cubicBezTo>
                      <a:pt x="1" y="17"/>
                      <a:pt x="0" y="13"/>
                      <a:pt x="0" y="8"/>
                    </a:cubicBezTo>
                    <a:cubicBezTo>
                      <a:pt x="1" y="4"/>
                      <a:pt x="3" y="0"/>
                      <a:pt x="6" y="1"/>
                    </a:cubicBezTo>
                    <a:cubicBezTo>
                      <a:pt x="9" y="1"/>
                      <a:pt x="11" y="5"/>
                      <a:pt x="10" y="10"/>
                    </a:cubicBezTo>
                    <a:cubicBezTo>
                      <a:pt x="10" y="14"/>
                      <a:pt x="7" y="18"/>
                      <a:pt x="4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0" name="Freeform 1402">
                <a:extLst>
                  <a:ext uri="{FF2B5EF4-FFF2-40B4-BE49-F238E27FC236}">
                    <a16:creationId xmlns:a16="http://schemas.microsoft.com/office/drawing/2014/main" id="{CF775C5A-F689-4B77-AA05-D4BEF2D0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474"/>
                <a:ext cx="30" cy="45"/>
              </a:xfrm>
              <a:custGeom>
                <a:avLst/>
                <a:gdLst>
                  <a:gd name="T0" fmla="*/ 83 w 12"/>
                  <a:gd name="T1" fmla="*/ 270 h 18"/>
                  <a:gd name="T2" fmla="*/ 20 w 12"/>
                  <a:gd name="T3" fmla="*/ 125 h 18"/>
                  <a:gd name="T4" fmla="*/ 113 w 12"/>
                  <a:gd name="T5" fmla="*/ 0 h 18"/>
                  <a:gd name="T6" fmla="*/ 175 w 12"/>
                  <a:gd name="T7" fmla="*/ 145 h 18"/>
                  <a:gd name="T8" fmla="*/ 83 w 12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5" y="17"/>
                    </a:moveTo>
                    <a:cubicBezTo>
                      <a:pt x="2" y="17"/>
                      <a:pt x="0" y="13"/>
                      <a:pt x="1" y="8"/>
                    </a:cubicBezTo>
                    <a:cubicBezTo>
                      <a:pt x="1" y="4"/>
                      <a:pt x="4" y="0"/>
                      <a:pt x="7" y="0"/>
                    </a:cubicBezTo>
                    <a:cubicBezTo>
                      <a:pt x="10" y="1"/>
                      <a:pt x="12" y="5"/>
                      <a:pt x="11" y="9"/>
                    </a:cubicBezTo>
                    <a:cubicBezTo>
                      <a:pt x="11" y="14"/>
                      <a:pt x="8" y="18"/>
                      <a:pt x="5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1" name="Freeform 1403">
                <a:extLst>
                  <a:ext uri="{FF2B5EF4-FFF2-40B4-BE49-F238E27FC236}">
                    <a16:creationId xmlns:a16="http://schemas.microsoft.com/office/drawing/2014/main" id="{7BD10BBF-4D24-4ABC-8256-16C4F562A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482"/>
                <a:ext cx="20" cy="32"/>
              </a:xfrm>
              <a:custGeom>
                <a:avLst/>
                <a:gdLst>
                  <a:gd name="T0" fmla="*/ 83 w 8"/>
                  <a:gd name="T1" fmla="*/ 162 h 13"/>
                  <a:gd name="T2" fmla="*/ 33 w 8"/>
                  <a:gd name="T3" fmla="*/ 42 h 13"/>
                  <a:gd name="T4" fmla="*/ 50 w 8"/>
                  <a:gd name="T5" fmla="*/ 0 h 13"/>
                  <a:gd name="T6" fmla="*/ 0 w 8"/>
                  <a:gd name="T7" fmla="*/ 74 h 13"/>
                  <a:gd name="T8" fmla="*/ 63 w 8"/>
                  <a:gd name="T9" fmla="*/ 194 h 13"/>
                  <a:gd name="T10" fmla="*/ 125 w 8"/>
                  <a:gd name="T11" fmla="*/ 153 h 13"/>
                  <a:gd name="T12" fmla="*/ 83 w 8"/>
                  <a:gd name="T13" fmla="*/ 16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5" y="11"/>
                    </a:moveTo>
                    <a:cubicBezTo>
                      <a:pt x="3" y="11"/>
                      <a:pt x="1" y="8"/>
                      <a:pt x="2" y="3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1"/>
                      <a:pt x="1" y="3"/>
                      <a:pt x="0" y="5"/>
                    </a:cubicBezTo>
                    <a:cubicBezTo>
                      <a:pt x="0" y="9"/>
                      <a:pt x="1" y="13"/>
                      <a:pt x="4" y="13"/>
                    </a:cubicBezTo>
                    <a:cubicBezTo>
                      <a:pt x="6" y="13"/>
                      <a:pt x="7" y="12"/>
                      <a:pt x="8" y="10"/>
                    </a:cubicBezTo>
                    <a:cubicBezTo>
                      <a:pt x="7" y="11"/>
                      <a:pt x="6" y="12"/>
                      <a:pt x="5" y="11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2" name="Freeform 1404">
                <a:extLst>
                  <a:ext uri="{FF2B5EF4-FFF2-40B4-BE49-F238E27FC236}">
                    <a16:creationId xmlns:a16="http://schemas.microsoft.com/office/drawing/2014/main" id="{A8E44959-8E92-4891-AB74-13E6EC1BB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339"/>
                <a:ext cx="28" cy="43"/>
              </a:xfrm>
              <a:custGeom>
                <a:avLst/>
                <a:gdLst>
                  <a:gd name="T0" fmla="*/ 64 w 11"/>
                  <a:gd name="T1" fmla="*/ 276 h 17"/>
                  <a:gd name="T2" fmla="*/ 0 w 11"/>
                  <a:gd name="T3" fmla="*/ 129 h 17"/>
                  <a:gd name="T4" fmla="*/ 97 w 11"/>
                  <a:gd name="T5" fmla="*/ 0 h 17"/>
                  <a:gd name="T6" fmla="*/ 163 w 11"/>
                  <a:gd name="T7" fmla="*/ 147 h 17"/>
                  <a:gd name="T8" fmla="*/ 64 w 11"/>
                  <a:gd name="T9" fmla="*/ 27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4" y="17"/>
                    </a:moveTo>
                    <a:cubicBezTo>
                      <a:pt x="1" y="17"/>
                      <a:pt x="0" y="13"/>
                      <a:pt x="0" y="8"/>
                    </a:cubicBezTo>
                    <a:cubicBezTo>
                      <a:pt x="1" y="3"/>
                      <a:pt x="3" y="0"/>
                      <a:pt x="6" y="0"/>
                    </a:cubicBezTo>
                    <a:cubicBezTo>
                      <a:pt x="9" y="1"/>
                      <a:pt x="11" y="5"/>
                      <a:pt x="10" y="9"/>
                    </a:cubicBezTo>
                    <a:cubicBezTo>
                      <a:pt x="10" y="14"/>
                      <a:pt x="7" y="17"/>
                      <a:pt x="4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3" name="Freeform 1405">
                <a:extLst>
                  <a:ext uri="{FF2B5EF4-FFF2-40B4-BE49-F238E27FC236}">
                    <a16:creationId xmlns:a16="http://schemas.microsoft.com/office/drawing/2014/main" id="{1F37734E-C2C0-4895-A25A-61D3AA191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341"/>
                <a:ext cx="30" cy="43"/>
              </a:xfrm>
              <a:custGeom>
                <a:avLst/>
                <a:gdLst>
                  <a:gd name="T0" fmla="*/ 83 w 12"/>
                  <a:gd name="T1" fmla="*/ 276 h 17"/>
                  <a:gd name="T2" fmla="*/ 20 w 12"/>
                  <a:gd name="T3" fmla="*/ 129 h 17"/>
                  <a:gd name="T4" fmla="*/ 113 w 12"/>
                  <a:gd name="T5" fmla="*/ 0 h 17"/>
                  <a:gd name="T6" fmla="*/ 175 w 12"/>
                  <a:gd name="T7" fmla="*/ 147 h 17"/>
                  <a:gd name="T8" fmla="*/ 83 w 12"/>
                  <a:gd name="T9" fmla="*/ 27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5" y="17"/>
                    </a:moveTo>
                    <a:cubicBezTo>
                      <a:pt x="2" y="16"/>
                      <a:pt x="0" y="12"/>
                      <a:pt x="1" y="8"/>
                    </a:cubicBezTo>
                    <a:cubicBezTo>
                      <a:pt x="1" y="3"/>
                      <a:pt x="4" y="0"/>
                      <a:pt x="7" y="0"/>
                    </a:cubicBezTo>
                    <a:cubicBezTo>
                      <a:pt x="10" y="0"/>
                      <a:pt x="12" y="4"/>
                      <a:pt x="11" y="9"/>
                    </a:cubicBezTo>
                    <a:cubicBezTo>
                      <a:pt x="11" y="14"/>
                      <a:pt x="8" y="17"/>
                      <a:pt x="5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4" name="Freeform 1406">
                <a:extLst>
                  <a:ext uri="{FF2B5EF4-FFF2-40B4-BE49-F238E27FC236}">
                    <a16:creationId xmlns:a16="http://schemas.microsoft.com/office/drawing/2014/main" id="{4960F595-5EB5-42EE-A49F-F84131523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347"/>
                <a:ext cx="20" cy="35"/>
              </a:xfrm>
              <a:custGeom>
                <a:avLst/>
                <a:gdLst>
                  <a:gd name="T0" fmla="*/ 83 w 8"/>
                  <a:gd name="T1" fmla="*/ 188 h 14"/>
                  <a:gd name="T2" fmla="*/ 33 w 8"/>
                  <a:gd name="T3" fmla="*/ 63 h 14"/>
                  <a:gd name="T4" fmla="*/ 50 w 8"/>
                  <a:gd name="T5" fmla="*/ 0 h 14"/>
                  <a:gd name="T6" fmla="*/ 0 w 8"/>
                  <a:gd name="T7" fmla="*/ 95 h 14"/>
                  <a:gd name="T8" fmla="*/ 63 w 8"/>
                  <a:gd name="T9" fmla="*/ 220 h 14"/>
                  <a:gd name="T10" fmla="*/ 125 w 8"/>
                  <a:gd name="T11" fmla="*/ 175 h 14"/>
                  <a:gd name="T12" fmla="*/ 83 w 8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5" y="12"/>
                    </a:moveTo>
                    <a:cubicBezTo>
                      <a:pt x="3" y="12"/>
                      <a:pt x="1" y="8"/>
                      <a:pt x="2" y="4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1"/>
                      <a:pt x="1" y="3"/>
                      <a:pt x="0" y="6"/>
                    </a:cubicBezTo>
                    <a:cubicBezTo>
                      <a:pt x="0" y="10"/>
                      <a:pt x="1" y="13"/>
                      <a:pt x="4" y="14"/>
                    </a:cubicBezTo>
                    <a:cubicBezTo>
                      <a:pt x="6" y="14"/>
                      <a:pt x="7" y="13"/>
                      <a:pt x="8" y="11"/>
                    </a:cubicBezTo>
                    <a:cubicBezTo>
                      <a:pt x="7" y="12"/>
                      <a:pt x="6" y="12"/>
                      <a:pt x="5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599" name="Group 1407">
              <a:extLst>
                <a:ext uri="{FF2B5EF4-FFF2-40B4-BE49-F238E27FC236}">
                  <a16:creationId xmlns:a16="http://schemas.microsoft.com/office/drawing/2014/main" id="{B2CFCBA5-5611-4E4F-9E9C-822025DE7A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50" y="1219"/>
              <a:ext cx="655" cy="1330"/>
              <a:chOff x="3750" y="1219"/>
              <a:chExt cx="655" cy="1330"/>
            </a:xfrm>
          </p:grpSpPr>
          <p:sp>
            <p:nvSpPr>
              <p:cNvPr id="25165" name="Freeform 1408">
                <a:extLst>
                  <a:ext uri="{FF2B5EF4-FFF2-40B4-BE49-F238E27FC236}">
                    <a16:creationId xmlns:a16="http://schemas.microsoft.com/office/drawing/2014/main" id="{D813D8B0-84ED-4A9C-BD60-394C8D544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1319"/>
                <a:ext cx="28" cy="45"/>
              </a:xfrm>
              <a:custGeom>
                <a:avLst/>
                <a:gdLst>
                  <a:gd name="T0" fmla="*/ 97 w 11"/>
                  <a:gd name="T1" fmla="*/ 283 h 18"/>
                  <a:gd name="T2" fmla="*/ 0 w 11"/>
                  <a:gd name="T3" fmla="*/ 158 h 18"/>
                  <a:gd name="T4" fmla="*/ 84 w 11"/>
                  <a:gd name="T5" fmla="*/ 20 h 18"/>
                  <a:gd name="T6" fmla="*/ 163 w 11"/>
                  <a:gd name="T7" fmla="*/ 145 h 18"/>
                  <a:gd name="T8" fmla="*/ 97 w 11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6" y="18"/>
                    </a:moveTo>
                    <a:cubicBezTo>
                      <a:pt x="3" y="18"/>
                      <a:pt x="0" y="14"/>
                      <a:pt x="0" y="10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7" y="0"/>
                      <a:pt x="10" y="4"/>
                      <a:pt x="10" y="9"/>
                    </a:cubicBezTo>
                    <a:cubicBezTo>
                      <a:pt x="11" y="13"/>
                      <a:pt x="9" y="17"/>
                      <a:pt x="6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6" name="Freeform 1409">
                <a:extLst>
                  <a:ext uri="{FF2B5EF4-FFF2-40B4-BE49-F238E27FC236}">
                    <a16:creationId xmlns:a16="http://schemas.microsoft.com/office/drawing/2014/main" id="{35AB7847-F140-4AD4-AFB6-6FCC0DF97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321"/>
                <a:ext cx="27" cy="46"/>
              </a:xfrm>
              <a:custGeom>
                <a:avLst/>
                <a:gdLst>
                  <a:gd name="T0" fmla="*/ 91 w 11"/>
                  <a:gd name="T1" fmla="*/ 281 h 18"/>
                  <a:gd name="T2" fmla="*/ 0 w 11"/>
                  <a:gd name="T3" fmla="*/ 151 h 18"/>
                  <a:gd name="T4" fmla="*/ 61 w 11"/>
                  <a:gd name="T5" fmla="*/ 20 h 18"/>
                  <a:gd name="T6" fmla="*/ 150 w 11"/>
                  <a:gd name="T7" fmla="*/ 151 h 18"/>
                  <a:gd name="T8" fmla="*/ 91 w 11"/>
                  <a:gd name="T9" fmla="*/ 28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6" y="17"/>
                    </a:moveTo>
                    <a:cubicBezTo>
                      <a:pt x="3" y="18"/>
                      <a:pt x="0" y="14"/>
                      <a:pt x="0" y="9"/>
                    </a:cubicBezTo>
                    <a:cubicBezTo>
                      <a:pt x="0" y="5"/>
                      <a:pt x="2" y="1"/>
                      <a:pt x="4" y="1"/>
                    </a:cubicBezTo>
                    <a:cubicBezTo>
                      <a:pt x="7" y="0"/>
                      <a:pt x="10" y="4"/>
                      <a:pt x="10" y="9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7" name="Freeform 1410">
                <a:extLst>
                  <a:ext uri="{FF2B5EF4-FFF2-40B4-BE49-F238E27FC236}">
                    <a16:creationId xmlns:a16="http://schemas.microsoft.com/office/drawing/2014/main" id="{9F60AF00-433F-415F-9F32-65D0224AB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329"/>
                <a:ext cx="22" cy="35"/>
              </a:xfrm>
              <a:custGeom>
                <a:avLst/>
                <a:gdLst>
                  <a:gd name="T0" fmla="*/ 103 w 9"/>
                  <a:gd name="T1" fmla="*/ 188 h 14"/>
                  <a:gd name="T2" fmla="*/ 12 w 9"/>
                  <a:gd name="T3" fmla="*/ 63 h 14"/>
                  <a:gd name="T4" fmla="*/ 29 w 9"/>
                  <a:gd name="T5" fmla="*/ 0 h 14"/>
                  <a:gd name="T6" fmla="*/ 0 w 9"/>
                  <a:gd name="T7" fmla="*/ 95 h 14"/>
                  <a:gd name="T8" fmla="*/ 90 w 9"/>
                  <a:gd name="T9" fmla="*/ 220 h 14"/>
                  <a:gd name="T10" fmla="*/ 132 w 9"/>
                  <a:gd name="T11" fmla="*/ 158 h 14"/>
                  <a:gd name="T12" fmla="*/ 103 w 9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7" y="12"/>
                    </a:moveTo>
                    <a:cubicBezTo>
                      <a:pt x="4" y="12"/>
                      <a:pt x="2" y="9"/>
                      <a:pt x="1" y="4"/>
                    </a:cubicBezTo>
                    <a:cubicBezTo>
                      <a:pt x="1" y="3"/>
                      <a:pt x="1" y="2"/>
                      <a:pt x="2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1" y="11"/>
                      <a:pt x="3" y="14"/>
                      <a:pt x="6" y="14"/>
                    </a:cubicBezTo>
                    <a:cubicBezTo>
                      <a:pt x="7" y="13"/>
                      <a:pt x="8" y="12"/>
                      <a:pt x="9" y="10"/>
                    </a:cubicBezTo>
                    <a:cubicBezTo>
                      <a:pt x="8" y="11"/>
                      <a:pt x="8" y="11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8" name="Freeform 1411">
                <a:extLst>
                  <a:ext uri="{FF2B5EF4-FFF2-40B4-BE49-F238E27FC236}">
                    <a16:creationId xmlns:a16="http://schemas.microsoft.com/office/drawing/2014/main" id="{9789C403-C7C4-4708-9CE1-2822B5434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497"/>
                <a:ext cx="118" cy="145"/>
              </a:xfrm>
              <a:custGeom>
                <a:avLst/>
                <a:gdLst>
                  <a:gd name="T0" fmla="*/ 20 w 47"/>
                  <a:gd name="T1" fmla="*/ 238 h 58"/>
                  <a:gd name="T2" fmla="*/ 284 w 47"/>
                  <a:gd name="T3" fmla="*/ 50 h 58"/>
                  <a:gd name="T4" fmla="*/ 618 w 47"/>
                  <a:gd name="T5" fmla="*/ 113 h 58"/>
                  <a:gd name="T6" fmla="*/ 726 w 47"/>
                  <a:gd name="T7" fmla="*/ 688 h 58"/>
                  <a:gd name="T8" fmla="*/ 442 w 47"/>
                  <a:gd name="T9" fmla="*/ 895 h 58"/>
                  <a:gd name="T10" fmla="*/ 146 w 47"/>
                  <a:gd name="T11" fmla="*/ 770 h 58"/>
                  <a:gd name="T12" fmla="*/ 20 w 47"/>
                  <a:gd name="T13" fmla="*/ 23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8">
                    <a:moveTo>
                      <a:pt x="1" y="15"/>
                    </a:moveTo>
                    <a:cubicBezTo>
                      <a:pt x="5" y="8"/>
                      <a:pt x="14" y="5"/>
                      <a:pt x="18" y="3"/>
                    </a:cubicBezTo>
                    <a:cubicBezTo>
                      <a:pt x="22" y="0"/>
                      <a:pt x="35" y="3"/>
                      <a:pt x="39" y="7"/>
                    </a:cubicBezTo>
                    <a:cubicBezTo>
                      <a:pt x="44" y="11"/>
                      <a:pt x="47" y="40"/>
                      <a:pt x="46" y="44"/>
                    </a:cubicBezTo>
                    <a:cubicBezTo>
                      <a:pt x="45" y="47"/>
                      <a:pt x="28" y="57"/>
                      <a:pt x="28" y="57"/>
                    </a:cubicBezTo>
                    <a:cubicBezTo>
                      <a:pt x="22" y="58"/>
                      <a:pt x="11" y="53"/>
                      <a:pt x="9" y="49"/>
                    </a:cubicBezTo>
                    <a:cubicBezTo>
                      <a:pt x="6" y="46"/>
                      <a:pt x="0" y="21"/>
                      <a:pt x="1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9" name="Freeform 1412">
                <a:extLst>
                  <a:ext uri="{FF2B5EF4-FFF2-40B4-BE49-F238E27FC236}">
                    <a16:creationId xmlns:a16="http://schemas.microsoft.com/office/drawing/2014/main" id="{E9318457-A375-420A-81A9-270E16858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479"/>
                <a:ext cx="110" cy="148"/>
              </a:xfrm>
              <a:custGeom>
                <a:avLst/>
                <a:gdLst>
                  <a:gd name="T0" fmla="*/ 0 w 44"/>
                  <a:gd name="T1" fmla="*/ 251 h 59"/>
                  <a:gd name="T2" fmla="*/ 313 w 44"/>
                  <a:gd name="T3" fmla="*/ 20 h 59"/>
                  <a:gd name="T4" fmla="*/ 658 w 44"/>
                  <a:gd name="T5" fmla="*/ 238 h 59"/>
                  <a:gd name="T6" fmla="*/ 658 w 44"/>
                  <a:gd name="T7" fmla="*/ 710 h 59"/>
                  <a:gd name="T8" fmla="*/ 345 w 44"/>
                  <a:gd name="T9" fmla="*/ 913 h 59"/>
                  <a:gd name="T10" fmla="*/ 63 w 44"/>
                  <a:gd name="T11" fmla="*/ 805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59">
                    <a:moveTo>
                      <a:pt x="0" y="16"/>
                    </a:moveTo>
                    <a:cubicBezTo>
                      <a:pt x="3" y="10"/>
                      <a:pt x="14" y="2"/>
                      <a:pt x="20" y="1"/>
                    </a:cubicBezTo>
                    <a:cubicBezTo>
                      <a:pt x="26" y="0"/>
                      <a:pt x="41" y="10"/>
                      <a:pt x="42" y="15"/>
                    </a:cubicBezTo>
                    <a:cubicBezTo>
                      <a:pt x="43" y="20"/>
                      <a:pt x="44" y="41"/>
                      <a:pt x="42" y="45"/>
                    </a:cubicBezTo>
                    <a:cubicBezTo>
                      <a:pt x="39" y="50"/>
                      <a:pt x="27" y="59"/>
                      <a:pt x="22" y="58"/>
                    </a:cubicBezTo>
                    <a:cubicBezTo>
                      <a:pt x="18" y="58"/>
                      <a:pt x="5" y="54"/>
                      <a:pt x="4" y="51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0" name="Freeform 1413">
                <a:extLst>
                  <a:ext uri="{FF2B5EF4-FFF2-40B4-BE49-F238E27FC236}">
                    <a16:creationId xmlns:a16="http://schemas.microsoft.com/office/drawing/2014/main" id="{E9CEDACB-1C34-48B1-B7EE-25239B837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497"/>
                <a:ext cx="98" cy="145"/>
              </a:xfrm>
              <a:custGeom>
                <a:avLst/>
                <a:gdLst>
                  <a:gd name="T0" fmla="*/ 0 w 39"/>
                  <a:gd name="T1" fmla="*/ 595 h 58"/>
                  <a:gd name="T2" fmla="*/ 284 w 39"/>
                  <a:gd name="T3" fmla="*/ 875 h 58"/>
                  <a:gd name="T4" fmla="*/ 588 w 39"/>
                  <a:gd name="T5" fmla="*/ 770 h 58"/>
                  <a:gd name="T6" fmla="*/ 618 w 39"/>
                  <a:gd name="T7" fmla="*/ 500 h 58"/>
                  <a:gd name="T8" fmla="*/ 601 w 39"/>
                  <a:gd name="T9" fmla="*/ 175 h 58"/>
                  <a:gd name="T10" fmla="*/ 317 w 39"/>
                  <a:gd name="T11" fmla="*/ 20 h 58"/>
                  <a:gd name="T12" fmla="*/ 20 w 39"/>
                  <a:gd name="T13" fmla="*/ 18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8">
                    <a:moveTo>
                      <a:pt x="0" y="38"/>
                    </a:moveTo>
                    <a:cubicBezTo>
                      <a:pt x="2" y="47"/>
                      <a:pt x="14" y="53"/>
                      <a:pt x="18" y="56"/>
                    </a:cubicBezTo>
                    <a:cubicBezTo>
                      <a:pt x="21" y="58"/>
                      <a:pt x="36" y="53"/>
                      <a:pt x="37" y="49"/>
                    </a:cubicBezTo>
                    <a:cubicBezTo>
                      <a:pt x="37" y="49"/>
                      <a:pt x="39" y="45"/>
                      <a:pt x="39" y="32"/>
                    </a:cubicBezTo>
                    <a:cubicBezTo>
                      <a:pt x="39" y="20"/>
                      <a:pt x="39" y="13"/>
                      <a:pt x="38" y="11"/>
                    </a:cubicBezTo>
                    <a:cubicBezTo>
                      <a:pt x="35" y="7"/>
                      <a:pt x="26" y="0"/>
                      <a:pt x="20" y="1"/>
                    </a:cubicBezTo>
                    <a:cubicBezTo>
                      <a:pt x="14" y="1"/>
                      <a:pt x="0" y="8"/>
                      <a:pt x="1" y="12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1" name="Freeform 1414">
                <a:extLst>
                  <a:ext uri="{FF2B5EF4-FFF2-40B4-BE49-F238E27FC236}">
                    <a16:creationId xmlns:a16="http://schemas.microsoft.com/office/drawing/2014/main" id="{8C0CF1EC-B5AC-4427-A3D2-65471680F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379"/>
                <a:ext cx="110" cy="115"/>
              </a:xfrm>
              <a:custGeom>
                <a:avLst/>
                <a:gdLst>
                  <a:gd name="T0" fmla="*/ 658 w 44"/>
                  <a:gd name="T1" fmla="*/ 720 h 46"/>
                  <a:gd name="T2" fmla="*/ 675 w 44"/>
                  <a:gd name="T3" fmla="*/ 208 h 46"/>
                  <a:gd name="T4" fmla="*/ 363 w 44"/>
                  <a:gd name="T5" fmla="*/ 0 h 46"/>
                  <a:gd name="T6" fmla="*/ 20 w 44"/>
                  <a:gd name="T7" fmla="*/ 188 h 46"/>
                  <a:gd name="T8" fmla="*/ 33 w 44"/>
                  <a:gd name="T9" fmla="*/ 625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6">
                    <a:moveTo>
                      <a:pt x="42" y="46"/>
                    </a:moveTo>
                    <a:cubicBezTo>
                      <a:pt x="42" y="40"/>
                      <a:pt x="44" y="19"/>
                      <a:pt x="43" y="13"/>
                    </a:cubicBezTo>
                    <a:cubicBezTo>
                      <a:pt x="41" y="6"/>
                      <a:pt x="23" y="0"/>
                      <a:pt x="23" y="0"/>
                    </a:cubicBezTo>
                    <a:cubicBezTo>
                      <a:pt x="23" y="0"/>
                      <a:pt x="2" y="5"/>
                      <a:pt x="1" y="12"/>
                    </a:cubicBezTo>
                    <a:cubicBezTo>
                      <a:pt x="0" y="20"/>
                      <a:pt x="0" y="37"/>
                      <a:pt x="2" y="4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2" name="Freeform 1415">
                <a:extLst>
                  <a:ext uri="{FF2B5EF4-FFF2-40B4-BE49-F238E27FC236}">
                    <a16:creationId xmlns:a16="http://schemas.microsoft.com/office/drawing/2014/main" id="{2E4CBD1D-AD13-4971-B9DC-6B535701C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377"/>
                <a:ext cx="106" cy="125"/>
              </a:xfrm>
              <a:custGeom>
                <a:avLst/>
                <a:gdLst>
                  <a:gd name="T0" fmla="*/ 676 w 42"/>
                  <a:gd name="T1" fmla="*/ 188 h 50"/>
                  <a:gd name="T2" fmla="*/ 318 w 42"/>
                  <a:gd name="T3" fmla="*/ 50 h 50"/>
                  <a:gd name="T4" fmla="*/ 33 w 42"/>
                  <a:gd name="T5" fmla="*/ 283 h 50"/>
                  <a:gd name="T6" fmla="*/ 63 w 42"/>
                  <a:gd name="T7" fmla="*/ 78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50">
                    <a:moveTo>
                      <a:pt x="42" y="12"/>
                    </a:moveTo>
                    <a:cubicBezTo>
                      <a:pt x="37" y="6"/>
                      <a:pt x="26" y="0"/>
                      <a:pt x="20" y="3"/>
                    </a:cubicBezTo>
                    <a:cubicBezTo>
                      <a:pt x="14" y="5"/>
                      <a:pt x="4" y="13"/>
                      <a:pt x="2" y="18"/>
                    </a:cubicBezTo>
                    <a:cubicBezTo>
                      <a:pt x="0" y="23"/>
                      <a:pt x="2" y="46"/>
                      <a:pt x="4" y="5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3" name="Freeform 1416">
                <a:extLst>
                  <a:ext uri="{FF2B5EF4-FFF2-40B4-BE49-F238E27FC236}">
                    <a16:creationId xmlns:a16="http://schemas.microsoft.com/office/drawing/2014/main" id="{A3D01FE6-EEB3-4C3F-B103-29EF3030B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392"/>
                <a:ext cx="100" cy="142"/>
              </a:xfrm>
              <a:custGeom>
                <a:avLst/>
                <a:gdLst>
                  <a:gd name="T0" fmla="*/ 625 w 40"/>
                  <a:gd name="T1" fmla="*/ 187 h 57"/>
                  <a:gd name="T2" fmla="*/ 220 w 40"/>
                  <a:gd name="T3" fmla="*/ 0 h 57"/>
                  <a:gd name="T4" fmla="*/ 20 w 40"/>
                  <a:gd name="T5" fmla="*/ 354 h 57"/>
                  <a:gd name="T6" fmla="*/ 95 w 40"/>
                  <a:gd name="T7" fmla="*/ 695 h 57"/>
                  <a:gd name="T8" fmla="*/ 250 w 40"/>
                  <a:gd name="T9" fmla="*/ 882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57">
                    <a:moveTo>
                      <a:pt x="40" y="12"/>
                    </a:moveTo>
                    <a:cubicBezTo>
                      <a:pt x="34" y="0"/>
                      <a:pt x="18" y="1"/>
                      <a:pt x="14" y="0"/>
                    </a:cubicBezTo>
                    <a:cubicBezTo>
                      <a:pt x="10" y="0"/>
                      <a:pt x="2" y="19"/>
                      <a:pt x="1" y="23"/>
                    </a:cubicBezTo>
                    <a:cubicBezTo>
                      <a:pt x="0" y="27"/>
                      <a:pt x="4" y="41"/>
                      <a:pt x="6" y="45"/>
                    </a:cubicBezTo>
                    <a:cubicBezTo>
                      <a:pt x="8" y="48"/>
                      <a:pt x="16" y="57"/>
                      <a:pt x="16" y="57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4" name="Freeform 1417">
                <a:extLst>
                  <a:ext uri="{FF2B5EF4-FFF2-40B4-BE49-F238E27FC236}">
                    <a16:creationId xmlns:a16="http://schemas.microsoft.com/office/drawing/2014/main" id="{E1319062-5779-426A-A5AC-E2598FFAA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387"/>
                <a:ext cx="92" cy="142"/>
              </a:xfrm>
              <a:custGeom>
                <a:avLst/>
                <a:gdLst>
                  <a:gd name="T0" fmla="*/ 0 w 37"/>
                  <a:gd name="T1" fmla="*/ 154 h 57"/>
                  <a:gd name="T2" fmla="*/ 321 w 37"/>
                  <a:gd name="T3" fmla="*/ 0 h 57"/>
                  <a:gd name="T4" fmla="*/ 537 w 37"/>
                  <a:gd name="T5" fmla="*/ 229 h 57"/>
                  <a:gd name="T6" fmla="*/ 495 w 37"/>
                  <a:gd name="T7" fmla="*/ 725 h 57"/>
                  <a:gd name="T8" fmla="*/ 229 w 37"/>
                  <a:gd name="T9" fmla="*/ 882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7">
                    <a:moveTo>
                      <a:pt x="0" y="10"/>
                    </a:moveTo>
                    <a:cubicBezTo>
                      <a:pt x="5" y="2"/>
                      <a:pt x="17" y="1"/>
                      <a:pt x="21" y="0"/>
                    </a:cubicBezTo>
                    <a:cubicBezTo>
                      <a:pt x="25" y="0"/>
                      <a:pt x="33" y="10"/>
                      <a:pt x="35" y="15"/>
                    </a:cubicBezTo>
                    <a:cubicBezTo>
                      <a:pt x="37" y="20"/>
                      <a:pt x="34" y="44"/>
                      <a:pt x="32" y="47"/>
                    </a:cubicBezTo>
                    <a:cubicBezTo>
                      <a:pt x="31" y="50"/>
                      <a:pt x="15" y="57"/>
                      <a:pt x="15" y="57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5" name="Freeform 1418">
                <a:extLst>
                  <a:ext uri="{FF2B5EF4-FFF2-40B4-BE49-F238E27FC236}">
                    <a16:creationId xmlns:a16="http://schemas.microsoft.com/office/drawing/2014/main" id="{011CB5CB-451D-4820-8380-56C720104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09"/>
                <a:ext cx="90" cy="153"/>
              </a:xfrm>
              <a:custGeom>
                <a:avLst/>
                <a:gdLst>
                  <a:gd name="T0" fmla="*/ 283 w 36"/>
                  <a:gd name="T1" fmla="*/ 0 h 61"/>
                  <a:gd name="T2" fmla="*/ 533 w 36"/>
                  <a:gd name="T3" fmla="*/ 271 h 61"/>
                  <a:gd name="T4" fmla="*/ 550 w 36"/>
                  <a:gd name="T5" fmla="*/ 722 h 61"/>
                  <a:gd name="T6" fmla="*/ 270 w 36"/>
                  <a:gd name="T7" fmla="*/ 931 h 61"/>
                  <a:gd name="T8" fmla="*/ 0 w 36"/>
                  <a:gd name="T9" fmla="*/ 692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1">
                    <a:moveTo>
                      <a:pt x="18" y="0"/>
                    </a:moveTo>
                    <a:cubicBezTo>
                      <a:pt x="24" y="5"/>
                      <a:pt x="32" y="10"/>
                      <a:pt x="34" y="17"/>
                    </a:cubicBezTo>
                    <a:cubicBezTo>
                      <a:pt x="36" y="25"/>
                      <a:pt x="35" y="37"/>
                      <a:pt x="35" y="46"/>
                    </a:cubicBezTo>
                    <a:cubicBezTo>
                      <a:pt x="34" y="55"/>
                      <a:pt x="20" y="56"/>
                      <a:pt x="17" y="59"/>
                    </a:cubicBezTo>
                    <a:cubicBezTo>
                      <a:pt x="14" y="61"/>
                      <a:pt x="0" y="48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6" name="Freeform 1419">
                <a:extLst>
                  <a:ext uri="{FF2B5EF4-FFF2-40B4-BE49-F238E27FC236}">
                    <a16:creationId xmlns:a16="http://schemas.microsoft.com/office/drawing/2014/main" id="{75A5F15E-F3D7-4938-B9F3-DECC08EFB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397"/>
                <a:ext cx="77" cy="155"/>
              </a:xfrm>
              <a:custGeom>
                <a:avLst/>
                <a:gdLst>
                  <a:gd name="T0" fmla="*/ 0 w 31"/>
                  <a:gd name="T1" fmla="*/ 188 h 62"/>
                  <a:gd name="T2" fmla="*/ 278 w 31"/>
                  <a:gd name="T3" fmla="*/ 0 h 62"/>
                  <a:gd name="T4" fmla="*/ 462 w 31"/>
                  <a:gd name="T5" fmla="*/ 313 h 62"/>
                  <a:gd name="T6" fmla="*/ 432 w 31"/>
                  <a:gd name="T7" fmla="*/ 783 h 62"/>
                  <a:gd name="T8" fmla="*/ 196 w 31"/>
                  <a:gd name="T9" fmla="*/ 97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2">
                    <a:moveTo>
                      <a:pt x="0" y="12"/>
                    </a:moveTo>
                    <a:cubicBezTo>
                      <a:pt x="4" y="5"/>
                      <a:pt x="16" y="1"/>
                      <a:pt x="18" y="0"/>
                    </a:cubicBezTo>
                    <a:cubicBezTo>
                      <a:pt x="20" y="0"/>
                      <a:pt x="29" y="11"/>
                      <a:pt x="30" y="20"/>
                    </a:cubicBezTo>
                    <a:cubicBezTo>
                      <a:pt x="31" y="28"/>
                      <a:pt x="30" y="45"/>
                      <a:pt x="28" y="50"/>
                    </a:cubicBezTo>
                    <a:cubicBezTo>
                      <a:pt x="26" y="55"/>
                      <a:pt x="14" y="62"/>
                      <a:pt x="13" y="62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7" name="Freeform 1420">
                <a:extLst>
                  <a:ext uri="{FF2B5EF4-FFF2-40B4-BE49-F238E27FC236}">
                    <a16:creationId xmlns:a16="http://schemas.microsoft.com/office/drawing/2014/main" id="{D50E2779-BF66-42F2-BBD9-DD750752D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524"/>
                <a:ext cx="57" cy="30"/>
              </a:xfrm>
              <a:custGeom>
                <a:avLst/>
                <a:gdLst>
                  <a:gd name="T0" fmla="*/ 0 w 23"/>
                  <a:gd name="T1" fmla="*/ 0 h 12"/>
                  <a:gd name="T2" fmla="*/ 196 w 23"/>
                  <a:gd name="T3" fmla="*/ 188 h 12"/>
                  <a:gd name="T4" fmla="*/ 349 w 23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4" y="5"/>
                      <a:pt x="9" y="12"/>
                      <a:pt x="13" y="12"/>
                    </a:cubicBezTo>
                    <a:cubicBezTo>
                      <a:pt x="17" y="12"/>
                      <a:pt x="23" y="4"/>
                      <a:pt x="23" y="4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8" name="Freeform 1421">
                <a:extLst>
                  <a:ext uri="{FF2B5EF4-FFF2-40B4-BE49-F238E27FC236}">
                    <a16:creationId xmlns:a16="http://schemas.microsoft.com/office/drawing/2014/main" id="{7931B994-CAED-48A8-8671-C4CA9AA99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404"/>
                <a:ext cx="30" cy="35"/>
              </a:xfrm>
              <a:custGeom>
                <a:avLst/>
                <a:gdLst>
                  <a:gd name="T0" fmla="*/ 0 w 12"/>
                  <a:gd name="T1" fmla="*/ 220 h 14"/>
                  <a:gd name="T2" fmla="*/ 188 w 1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1" y="9"/>
                      <a:pt x="11" y="0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9" name="Freeform 1422">
                <a:extLst>
                  <a:ext uri="{FF2B5EF4-FFF2-40B4-BE49-F238E27FC236}">
                    <a16:creationId xmlns:a16="http://schemas.microsoft.com/office/drawing/2014/main" id="{0871FBEF-8CA7-4014-81BE-37B3FF173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554"/>
                <a:ext cx="75" cy="130"/>
              </a:xfrm>
              <a:custGeom>
                <a:avLst/>
                <a:gdLst>
                  <a:gd name="T0" fmla="*/ 0 w 30"/>
                  <a:gd name="T1" fmla="*/ 488 h 52"/>
                  <a:gd name="T2" fmla="*/ 188 w 30"/>
                  <a:gd name="T3" fmla="*/ 800 h 52"/>
                  <a:gd name="T4" fmla="*/ 425 w 30"/>
                  <a:gd name="T5" fmla="*/ 595 h 52"/>
                  <a:gd name="T6" fmla="*/ 470 w 30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2">
                    <a:moveTo>
                      <a:pt x="0" y="31"/>
                    </a:moveTo>
                    <a:cubicBezTo>
                      <a:pt x="3" y="38"/>
                      <a:pt x="9" y="52"/>
                      <a:pt x="12" y="51"/>
                    </a:cubicBezTo>
                    <a:cubicBezTo>
                      <a:pt x="16" y="50"/>
                      <a:pt x="23" y="46"/>
                      <a:pt x="27" y="38"/>
                    </a:cubicBezTo>
                    <a:cubicBezTo>
                      <a:pt x="30" y="31"/>
                      <a:pt x="30" y="2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0" name="Freeform 1423">
                <a:extLst>
                  <a:ext uri="{FF2B5EF4-FFF2-40B4-BE49-F238E27FC236}">
                    <a16:creationId xmlns:a16="http://schemas.microsoft.com/office/drawing/2014/main" id="{67401C25-4985-48DE-8DAE-5A993B5A8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654"/>
                <a:ext cx="30" cy="35"/>
              </a:xfrm>
              <a:custGeom>
                <a:avLst/>
                <a:gdLst>
                  <a:gd name="T0" fmla="*/ 0 w 12"/>
                  <a:gd name="T1" fmla="*/ 0 h 14"/>
                  <a:gd name="T2" fmla="*/ 188 w 12"/>
                  <a:gd name="T3" fmla="*/ 2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2" y="6"/>
                      <a:pt x="8" y="14"/>
                      <a:pt x="12" y="14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1" name="Freeform 1424">
                <a:extLst>
                  <a:ext uri="{FF2B5EF4-FFF2-40B4-BE49-F238E27FC236}">
                    <a16:creationId xmlns:a16="http://schemas.microsoft.com/office/drawing/2014/main" id="{FF44FD9E-396A-41B1-AB1F-5578358F8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507"/>
                <a:ext cx="90" cy="150"/>
              </a:xfrm>
              <a:custGeom>
                <a:avLst/>
                <a:gdLst>
                  <a:gd name="T0" fmla="*/ 283 w 36"/>
                  <a:gd name="T1" fmla="*/ 0 h 60"/>
                  <a:gd name="T2" fmla="*/ 33 w 36"/>
                  <a:gd name="T3" fmla="*/ 270 h 60"/>
                  <a:gd name="T4" fmla="*/ 20 w 36"/>
                  <a:gd name="T5" fmla="*/ 595 h 60"/>
                  <a:gd name="T6" fmla="*/ 283 w 36"/>
                  <a:gd name="T7" fmla="*/ 938 h 60"/>
                  <a:gd name="T8" fmla="*/ 563 w 36"/>
                  <a:gd name="T9" fmla="*/ 72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0">
                    <a:moveTo>
                      <a:pt x="18" y="0"/>
                    </a:moveTo>
                    <a:cubicBezTo>
                      <a:pt x="8" y="5"/>
                      <a:pt x="2" y="17"/>
                      <a:pt x="2" y="17"/>
                    </a:cubicBezTo>
                    <a:cubicBezTo>
                      <a:pt x="0" y="21"/>
                      <a:pt x="1" y="29"/>
                      <a:pt x="1" y="38"/>
                    </a:cubicBezTo>
                    <a:cubicBezTo>
                      <a:pt x="1" y="47"/>
                      <a:pt x="15" y="59"/>
                      <a:pt x="18" y="60"/>
                    </a:cubicBezTo>
                    <a:cubicBezTo>
                      <a:pt x="22" y="60"/>
                      <a:pt x="34" y="48"/>
                      <a:pt x="36" y="46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2" name="Freeform 1425">
                <a:extLst>
                  <a:ext uri="{FF2B5EF4-FFF2-40B4-BE49-F238E27FC236}">
                    <a16:creationId xmlns:a16="http://schemas.microsoft.com/office/drawing/2014/main" id="{7D3BB87A-0910-43E4-B395-006A84253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509"/>
                <a:ext cx="37" cy="43"/>
              </a:xfrm>
              <a:custGeom>
                <a:avLst/>
                <a:gdLst>
                  <a:gd name="T0" fmla="*/ 224 w 15"/>
                  <a:gd name="T1" fmla="*/ 276 h 17"/>
                  <a:gd name="T2" fmla="*/ 0 w 1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15" y="17"/>
                    </a:moveTo>
                    <a:cubicBezTo>
                      <a:pt x="13" y="1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3" name="Freeform 1426">
                <a:extLst>
                  <a:ext uri="{FF2B5EF4-FFF2-40B4-BE49-F238E27FC236}">
                    <a16:creationId xmlns:a16="http://schemas.microsoft.com/office/drawing/2014/main" id="{F157402A-8317-4AD6-A43D-8512860FC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614"/>
                <a:ext cx="52" cy="70"/>
              </a:xfrm>
              <a:custGeom>
                <a:avLst/>
                <a:gdLst>
                  <a:gd name="T0" fmla="*/ 319 w 21"/>
                  <a:gd name="T1" fmla="*/ 0 h 28"/>
                  <a:gd name="T2" fmla="*/ 0 w 21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8">
                    <a:moveTo>
                      <a:pt x="21" y="0"/>
                    </a:moveTo>
                    <a:cubicBezTo>
                      <a:pt x="19" y="5"/>
                      <a:pt x="2" y="27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4" name="Freeform 1427">
                <a:extLst>
                  <a:ext uri="{FF2B5EF4-FFF2-40B4-BE49-F238E27FC236}">
                    <a16:creationId xmlns:a16="http://schemas.microsoft.com/office/drawing/2014/main" id="{B2D5FC57-0881-425E-9DB5-05D5F2728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787"/>
                <a:ext cx="30" cy="47"/>
              </a:xfrm>
              <a:custGeom>
                <a:avLst/>
                <a:gdLst>
                  <a:gd name="T0" fmla="*/ 113 w 12"/>
                  <a:gd name="T1" fmla="*/ 287 h 19"/>
                  <a:gd name="T2" fmla="*/ 20 w 12"/>
                  <a:gd name="T3" fmla="*/ 153 h 19"/>
                  <a:gd name="T4" fmla="*/ 83 w 12"/>
                  <a:gd name="T5" fmla="*/ 12 h 19"/>
                  <a:gd name="T6" fmla="*/ 188 w 12"/>
                  <a:gd name="T7" fmla="*/ 134 h 19"/>
                  <a:gd name="T8" fmla="*/ 113 w 12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9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2" y="14"/>
                      <a:pt x="10" y="19"/>
                      <a:pt x="7" y="19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5" name="Freeform 1428">
                <a:extLst>
                  <a:ext uri="{FF2B5EF4-FFF2-40B4-BE49-F238E27FC236}">
                    <a16:creationId xmlns:a16="http://schemas.microsoft.com/office/drawing/2014/main" id="{EB59889B-69EF-49FB-A93C-E83822914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789"/>
                <a:ext cx="30" cy="48"/>
              </a:xfrm>
              <a:custGeom>
                <a:avLst/>
                <a:gdLst>
                  <a:gd name="T0" fmla="*/ 113 w 12"/>
                  <a:gd name="T1" fmla="*/ 306 h 19"/>
                  <a:gd name="T2" fmla="*/ 0 w 12"/>
                  <a:gd name="T3" fmla="*/ 159 h 19"/>
                  <a:gd name="T4" fmla="*/ 83 w 12"/>
                  <a:gd name="T5" fmla="*/ 20 h 19"/>
                  <a:gd name="T6" fmla="*/ 175 w 12"/>
                  <a:gd name="T7" fmla="*/ 147 h 19"/>
                  <a:gd name="T8" fmla="*/ 113 w 12"/>
                  <a:gd name="T9" fmla="*/ 30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9"/>
                    </a:moveTo>
                    <a:cubicBezTo>
                      <a:pt x="4" y="19"/>
                      <a:pt x="1" y="15"/>
                      <a:pt x="0" y="10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9"/>
                      <a:pt x="7" y="19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6" name="Freeform 1429">
                <a:extLst>
                  <a:ext uri="{FF2B5EF4-FFF2-40B4-BE49-F238E27FC236}">
                    <a16:creationId xmlns:a16="http://schemas.microsoft.com/office/drawing/2014/main" id="{9448EB9C-1BFA-4872-9EBA-A4AF78539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799"/>
                <a:ext cx="23" cy="35"/>
              </a:xfrm>
              <a:custGeom>
                <a:avLst/>
                <a:gdLst>
                  <a:gd name="T0" fmla="*/ 118 w 9"/>
                  <a:gd name="T1" fmla="*/ 188 h 14"/>
                  <a:gd name="T2" fmla="*/ 20 w 9"/>
                  <a:gd name="T3" fmla="*/ 63 h 14"/>
                  <a:gd name="T4" fmla="*/ 20 w 9"/>
                  <a:gd name="T5" fmla="*/ 0 h 14"/>
                  <a:gd name="T6" fmla="*/ 0 w 9"/>
                  <a:gd name="T7" fmla="*/ 95 h 14"/>
                  <a:gd name="T8" fmla="*/ 97 w 9"/>
                  <a:gd name="T9" fmla="*/ 220 h 14"/>
                  <a:gd name="T10" fmla="*/ 151 w 9"/>
                  <a:gd name="T11" fmla="*/ 158 h 14"/>
                  <a:gd name="T12" fmla="*/ 118 w 9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7" y="12"/>
                    </a:moveTo>
                    <a:cubicBezTo>
                      <a:pt x="4" y="12"/>
                      <a:pt x="1" y="8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1"/>
                      <a:pt x="0" y="4"/>
                      <a:pt x="0" y="6"/>
                    </a:cubicBezTo>
                    <a:cubicBezTo>
                      <a:pt x="0" y="11"/>
                      <a:pt x="3" y="14"/>
                      <a:pt x="6" y="14"/>
                    </a:cubicBezTo>
                    <a:cubicBezTo>
                      <a:pt x="7" y="14"/>
                      <a:pt x="9" y="12"/>
                      <a:pt x="9" y="10"/>
                    </a:cubicBezTo>
                    <a:cubicBezTo>
                      <a:pt x="9" y="11"/>
                      <a:pt x="8" y="11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7" name="Freeform 1430">
                <a:extLst>
                  <a:ext uri="{FF2B5EF4-FFF2-40B4-BE49-F238E27FC236}">
                    <a16:creationId xmlns:a16="http://schemas.microsoft.com/office/drawing/2014/main" id="{14EFE512-F603-44CE-8682-200918262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789"/>
                <a:ext cx="30" cy="48"/>
              </a:xfrm>
              <a:custGeom>
                <a:avLst/>
                <a:gdLst>
                  <a:gd name="T0" fmla="*/ 113 w 12"/>
                  <a:gd name="T1" fmla="*/ 306 h 19"/>
                  <a:gd name="T2" fmla="*/ 20 w 12"/>
                  <a:gd name="T3" fmla="*/ 159 h 19"/>
                  <a:gd name="T4" fmla="*/ 83 w 12"/>
                  <a:gd name="T5" fmla="*/ 20 h 19"/>
                  <a:gd name="T6" fmla="*/ 188 w 12"/>
                  <a:gd name="T7" fmla="*/ 147 h 19"/>
                  <a:gd name="T8" fmla="*/ 113 w 12"/>
                  <a:gd name="T9" fmla="*/ 30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9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2" y="14"/>
                      <a:pt x="10" y="19"/>
                      <a:pt x="7" y="19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8" name="Freeform 1431">
                <a:extLst>
                  <a:ext uri="{FF2B5EF4-FFF2-40B4-BE49-F238E27FC236}">
                    <a16:creationId xmlns:a16="http://schemas.microsoft.com/office/drawing/2014/main" id="{5C0ECB0E-6502-4780-BA5D-F283076F9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792"/>
                <a:ext cx="30" cy="47"/>
              </a:xfrm>
              <a:custGeom>
                <a:avLst/>
                <a:gdLst>
                  <a:gd name="T0" fmla="*/ 113 w 12"/>
                  <a:gd name="T1" fmla="*/ 287 h 19"/>
                  <a:gd name="T2" fmla="*/ 0 w 12"/>
                  <a:gd name="T3" fmla="*/ 153 h 19"/>
                  <a:gd name="T4" fmla="*/ 83 w 12"/>
                  <a:gd name="T5" fmla="*/ 12 h 19"/>
                  <a:gd name="T6" fmla="*/ 175 w 12"/>
                  <a:gd name="T7" fmla="*/ 134 h 19"/>
                  <a:gd name="T8" fmla="*/ 113 w 12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9"/>
                    </a:moveTo>
                    <a:cubicBezTo>
                      <a:pt x="4" y="19"/>
                      <a:pt x="1" y="15"/>
                      <a:pt x="0" y="10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9"/>
                      <a:pt x="7" y="19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9" name="Freeform 1432">
                <a:extLst>
                  <a:ext uri="{FF2B5EF4-FFF2-40B4-BE49-F238E27FC236}">
                    <a16:creationId xmlns:a16="http://schemas.microsoft.com/office/drawing/2014/main" id="{782D4A78-6571-407C-A573-33112D20D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802"/>
                <a:ext cx="22" cy="35"/>
              </a:xfrm>
              <a:custGeom>
                <a:avLst/>
                <a:gdLst>
                  <a:gd name="T0" fmla="*/ 103 w 9"/>
                  <a:gd name="T1" fmla="*/ 188 h 14"/>
                  <a:gd name="T2" fmla="*/ 12 w 9"/>
                  <a:gd name="T3" fmla="*/ 63 h 14"/>
                  <a:gd name="T4" fmla="*/ 12 w 9"/>
                  <a:gd name="T5" fmla="*/ 0 h 14"/>
                  <a:gd name="T6" fmla="*/ 0 w 9"/>
                  <a:gd name="T7" fmla="*/ 95 h 14"/>
                  <a:gd name="T8" fmla="*/ 90 w 9"/>
                  <a:gd name="T9" fmla="*/ 220 h 14"/>
                  <a:gd name="T10" fmla="*/ 132 w 9"/>
                  <a:gd name="T11" fmla="*/ 158 h 14"/>
                  <a:gd name="T12" fmla="*/ 103 w 9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7" y="12"/>
                    </a:moveTo>
                    <a:cubicBezTo>
                      <a:pt x="4" y="12"/>
                      <a:pt x="1" y="8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1"/>
                      <a:pt x="0" y="4"/>
                      <a:pt x="0" y="6"/>
                    </a:cubicBezTo>
                    <a:cubicBezTo>
                      <a:pt x="0" y="11"/>
                      <a:pt x="3" y="14"/>
                      <a:pt x="6" y="14"/>
                    </a:cubicBezTo>
                    <a:cubicBezTo>
                      <a:pt x="7" y="14"/>
                      <a:pt x="9" y="12"/>
                      <a:pt x="9" y="10"/>
                    </a:cubicBezTo>
                    <a:cubicBezTo>
                      <a:pt x="9" y="11"/>
                      <a:pt x="8" y="11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0" name="Freeform 1433">
                <a:extLst>
                  <a:ext uri="{FF2B5EF4-FFF2-40B4-BE49-F238E27FC236}">
                    <a16:creationId xmlns:a16="http://schemas.microsoft.com/office/drawing/2014/main" id="{4E9529C9-6D36-4924-8334-150556D85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919"/>
                <a:ext cx="30" cy="48"/>
              </a:xfrm>
              <a:custGeom>
                <a:avLst/>
                <a:gdLst>
                  <a:gd name="T0" fmla="*/ 113 w 12"/>
                  <a:gd name="T1" fmla="*/ 288 h 19"/>
                  <a:gd name="T2" fmla="*/ 20 w 12"/>
                  <a:gd name="T3" fmla="*/ 159 h 19"/>
                  <a:gd name="T4" fmla="*/ 83 w 12"/>
                  <a:gd name="T5" fmla="*/ 0 h 19"/>
                  <a:gd name="T6" fmla="*/ 188 w 12"/>
                  <a:gd name="T7" fmla="*/ 147 h 19"/>
                  <a:gd name="T8" fmla="*/ 113 w 12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2" y="0"/>
                      <a:pt x="5" y="0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1" name="Freeform 1434">
                <a:extLst>
                  <a:ext uri="{FF2B5EF4-FFF2-40B4-BE49-F238E27FC236}">
                    <a16:creationId xmlns:a16="http://schemas.microsoft.com/office/drawing/2014/main" id="{2712A4E3-7CD0-44B5-8BFE-FD90D7E96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22"/>
                <a:ext cx="30" cy="47"/>
              </a:xfrm>
              <a:custGeom>
                <a:avLst/>
                <a:gdLst>
                  <a:gd name="T0" fmla="*/ 113 w 12"/>
                  <a:gd name="T1" fmla="*/ 275 h 19"/>
                  <a:gd name="T2" fmla="*/ 0 w 12"/>
                  <a:gd name="T3" fmla="*/ 153 h 19"/>
                  <a:gd name="T4" fmla="*/ 83 w 12"/>
                  <a:gd name="T5" fmla="*/ 0 h 19"/>
                  <a:gd name="T6" fmla="*/ 175 w 12"/>
                  <a:gd name="T7" fmla="*/ 134 h 19"/>
                  <a:gd name="T8" fmla="*/ 113 w 12"/>
                  <a:gd name="T9" fmla="*/ 27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0" y="10"/>
                    </a:cubicBezTo>
                    <a:cubicBezTo>
                      <a:pt x="0" y="5"/>
                      <a:pt x="2" y="0"/>
                      <a:pt x="5" y="0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2" name="Freeform 1435">
                <a:extLst>
                  <a:ext uri="{FF2B5EF4-FFF2-40B4-BE49-F238E27FC236}">
                    <a16:creationId xmlns:a16="http://schemas.microsoft.com/office/drawing/2014/main" id="{B785B60D-2C1D-454C-A19F-3AEB30B63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929"/>
                <a:ext cx="22" cy="38"/>
              </a:xfrm>
              <a:custGeom>
                <a:avLst/>
                <a:gdLst>
                  <a:gd name="T0" fmla="*/ 103 w 9"/>
                  <a:gd name="T1" fmla="*/ 193 h 15"/>
                  <a:gd name="T2" fmla="*/ 12 w 9"/>
                  <a:gd name="T3" fmla="*/ 84 h 15"/>
                  <a:gd name="T4" fmla="*/ 12 w 9"/>
                  <a:gd name="T5" fmla="*/ 0 h 15"/>
                  <a:gd name="T6" fmla="*/ 0 w 9"/>
                  <a:gd name="T7" fmla="*/ 117 h 15"/>
                  <a:gd name="T8" fmla="*/ 90 w 9"/>
                  <a:gd name="T9" fmla="*/ 225 h 15"/>
                  <a:gd name="T10" fmla="*/ 132 w 9"/>
                  <a:gd name="T11" fmla="*/ 160 h 15"/>
                  <a:gd name="T12" fmla="*/ 103 w 9"/>
                  <a:gd name="T13" fmla="*/ 19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7" y="12"/>
                    </a:moveTo>
                    <a:cubicBezTo>
                      <a:pt x="4" y="12"/>
                      <a:pt x="1" y="9"/>
                      <a:pt x="1" y="5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11"/>
                      <a:pt x="3" y="15"/>
                      <a:pt x="6" y="14"/>
                    </a:cubicBezTo>
                    <a:cubicBezTo>
                      <a:pt x="7" y="14"/>
                      <a:pt x="9" y="13"/>
                      <a:pt x="9" y="10"/>
                    </a:cubicBezTo>
                    <a:cubicBezTo>
                      <a:pt x="9" y="11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3" name="Freeform 1436">
                <a:extLst>
                  <a:ext uri="{FF2B5EF4-FFF2-40B4-BE49-F238E27FC236}">
                    <a16:creationId xmlns:a16="http://schemas.microsoft.com/office/drawing/2014/main" id="{1172B8A9-20B1-4DD0-840D-1F4C77274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819"/>
                <a:ext cx="30" cy="48"/>
              </a:xfrm>
              <a:custGeom>
                <a:avLst/>
                <a:gdLst>
                  <a:gd name="T0" fmla="*/ 95 w 12"/>
                  <a:gd name="T1" fmla="*/ 288 h 19"/>
                  <a:gd name="T2" fmla="*/ 0 w 12"/>
                  <a:gd name="T3" fmla="*/ 159 h 19"/>
                  <a:gd name="T4" fmla="*/ 83 w 12"/>
                  <a:gd name="T5" fmla="*/ 0 h 19"/>
                  <a:gd name="T6" fmla="*/ 175 w 12"/>
                  <a:gd name="T7" fmla="*/ 147 h 19"/>
                  <a:gd name="T8" fmla="*/ 95 w 12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6" y="18"/>
                    </a:moveTo>
                    <a:cubicBezTo>
                      <a:pt x="3" y="19"/>
                      <a:pt x="1" y="15"/>
                      <a:pt x="0" y="10"/>
                    </a:cubicBezTo>
                    <a:cubicBezTo>
                      <a:pt x="0" y="5"/>
                      <a:pt x="2" y="0"/>
                      <a:pt x="5" y="0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6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4" name="Freeform 1437">
                <a:extLst>
                  <a:ext uri="{FF2B5EF4-FFF2-40B4-BE49-F238E27FC236}">
                    <a16:creationId xmlns:a16="http://schemas.microsoft.com/office/drawing/2014/main" id="{B6491095-A4D0-4ACD-B927-4C42DF6AE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822"/>
                <a:ext cx="30" cy="47"/>
              </a:xfrm>
              <a:custGeom>
                <a:avLst/>
                <a:gdLst>
                  <a:gd name="T0" fmla="*/ 113 w 12"/>
                  <a:gd name="T1" fmla="*/ 275 h 19"/>
                  <a:gd name="T2" fmla="*/ 20 w 12"/>
                  <a:gd name="T3" fmla="*/ 153 h 19"/>
                  <a:gd name="T4" fmla="*/ 95 w 12"/>
                  <a:gd name="T5" fmla="*/ 0 h 19"/>
                  <a:gd name="T6" fmla="*/ 188 w 12"/>
                  <a:gd name="T7" fmla="*/ 134 h 19"/>
                  <a:gd name="T8" fmla="*/ 113 w 12"/>
                  <a:gd name="T9" fmla="*/ 27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3" y="0"/>
                      <a:pt x="6" y="0"/>
                    </a:cubicBezTo>
                    <a:cubicBezTo>
                      <a:pt x="9" y="0"/>
                      <a:pt x="12" y="4"/>
                      <a:pt x="12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5" name="Freeform 1438">
                <a:extLst>
                  <a:ext uri="{FF2B5EF4-FFF2-40B4-BE49-F238E27FC236}">
                    <a16:creationId xmlns:a16="http://schemas.microsoft.com/office/drawing/2014/main" id="{3FF15B4F-26ED-44D8-B903-1FEF293F3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829"/>
                <a:ext cx="25" cy="38"/>
              </a:xfrm>
              <a:custGeom>
                <a:avLst/>
                <a:gdLst>
                  <a:gd name="T0" fmla="*/ 113 w 10"/>
                  <a:gd name="T1" fmla="*/ 193 h 15"/>
                  <a:gd name="T2" fmla="*/ 33 w 10"/>
                  <a:gd name="T3" fmla="*/ 84 h 15"/>
                  <a:gd name="T4" fmla="*/ 33 w 10"/>
                  <a:gd name="T5" fmla="*/ 0 h 15"/>
                  <a:gd name="T6" fmla="*/ 20 w 10"/>
                  <a:gd name="T7" fmla="*/ 117 h 15"/>
                  <a:gd name="T8" fmla="*/ 95 w 10"/>
                  <a:gd name="T9" fmla="*/ 225 h 15"/>
                  <a:gd name="T10" fmla="*/ 158 w 10"/>
                  <a:gd name="T11" fmla="*/ 160 h 15"/>
                  <a:gd name="T12" fmla="*/ 113 w 10"/>
                  <a:gd name="T13" fmla="*/ 19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7" y="12"/>
                    </a:moveTo>
                    <a:cubicBezTo>
                      <a:pt x="4" y="12"/>
                      <a:pt x="2" y="9"/>
                      <a:pt x="2" y="5"/>
                    </a:cubicBezTo>
                    <a:cubicBezTo>
                      <a:pt x="1" y="3"/>
                      <a:pt x="2" y="1"/>
                      <a:pt x="2" y="0"/>
                    </a:cubicBezTo>
                    <a:cubicBezTo>
                      <a:pt x="1" y="2"/>
                      <a:pt x="0" y="4"/>
                      <a:pt x="1" y="7"/>
                    </a:cubicBezTo>
                    <a:cubicBezTo>
                      <a:pt x="1" y="11"/>
                      <a:pt x="3" y="15"/>
                      <a:pt x="6" y="14"/>
                    </a:cubicBezTo>
                    <a:cubicBezTo>
                      <a:pt x="8" y="14"/>
                      <a:pt x="9" y="13"/>
                      <a:pt x="10" y="10"/>
                    </a:cubicBezTo>
                    <a:cubicBezTo>
                      <a:pt x="9" y="11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6" name="Freeform 1439">
                <a:extLst>
                  <a:ext uri="{FF2B5EF4-FFF2-40B4-BE49-F238E27FC236}">
                    <a16:creationId xmlns:a16="http://schemas.microsoft.com/office/drawing/2014/main" id="{3C5A4CB5-ECCB-4539-A76E-7619B58B4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942"/>
                <a:ext cx="30" cy="47"/>
              </a:xfrm>
              <a:custGeom>
                <a:avLst/>
                <a:gdLst>
                  <a:gd name="T0" fmla="*/ 95 w 12"/>
                  <a:gd name="T1" fmla="*/ 275 h 19"/>
                  <a:gd name="T2" fmla="*/ 0 w 12"/>
                  <a:gd name="T3" fmla="*/ 153 h 19"/>
                  <a:gd name="T4" fmla="*/ 83 w 12"/>
                  <a:gd name="T5" fmla="*/ 0 h 19"/>
                  <a:gd name="T6" fmla="*/ 175 w 12"/>
                  <a:gd name="T7" fmla="*/ 134 h 19"/>
                  <a:gd name="T8" fmla="*/ 95 w 12"/>
                  <a:gd name="T9" fmla="*/ 27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6" y="18"/>
                    </a:moveTo>
                    <a:cubicBezTo>
                      <a:pt x="3" y="19"/>
                      <a:pt x="1" y="15"/>
                      <a:pt x="0" y="10"/>
                    </a:cubicBezTo>
                    <a:cubicBezTo>
                      <a:pt x="0" y="5"/>
                      <a:pt x="2" y="0"/>
                      <a:pt x="5" y="0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6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7" name="Freeform 1440">
                <a:extLst>
                  <a:ext uri="{FF2B5EF4-FFF2-40B4-BE49-F238E27FC236}">
                    <a16:creationId xmlns:a16="http://schemas.microsoft.com/office/drawing/2014/main" id="{4E82F2A9-49C9-48FC-8D0C-5E4DF321D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944"/>
                <a:ext cx="30" cy="48"/>
              </a:xfrm>
              <a:custGeom>
                <a:avLst/>
                <a:gdLst>
                  <a:gd name="T0" fmla="*/ 113 w 12"/>
                  <a:gd name="T1" fmla="*/ 288 h 19"/>
                  <a:gd name="T2" fmla="*/ 20 w 12"/>
                  <a:gd name="T3" fmla="*/ 159 h 19"/>
                  <a:gd name="T4" fmla="*/ 95 w 12"/>
                  <a:gd name="T5" fmla="*/ 0 h 19"/>
                  <a:gd name="T6" fmla="*/ 188 w 12"/>
                  <a:gd name="T7" fmla="*/ 147 h 19"/>
                  <a:gd name="T8" fmla="*/ 113 w 12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3" y="0"/>
                      <a:pt x="6" y="0"/>
                    </a:cubicBezTo>
                    <a:cubicBezTo>
                      <a:pt x="9" y="0"/>
                      <a:pt x="12" y="4"/>
                      <a:pt x="12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8" name="Freeform 1441">
                <a:extLst>
                  <a:ext uri="{FF2B5EF4-FFF2-40B4-BE49-F238E27FC236}">
                    <a16:creationId xmlns:a16="http://schemas.microsoft.com/office/drawing/2014/main" id="{F7CED5F8-FFCF-46FF-9A96-682268F30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952"/>
                <a:ext cx="25" cy="37"/>
              </a:xfrm>
              <a:custGeom>
                <a:avLst/>
                <a:gdLst>
                  <a:gd name="T0" fmla="*/ 113 w 10"/>
                  <a:gd name="T1" fmla="*/ 183 h 15"/>
                  <a:gd name="T2" fmla="*/ 33 w 10"/>
                  <a:gd name="T3" fmla="*/ 74 h 15"/>
                  <a:gd name="T4" fmla="*/ 33 w 10"/>
                  <a:gd name="T5" fmla="*/ 0 h 15"/>
                  <a:gd name="T6" fmla="*/ 20 w 10"/>
                  <a:gd name="T7" fmla="*/ 104 h 15"/>
                  <a:gd name="T8" fmla="*/ 95 w 10"/>
                  <a:gd name="T9" fmla="*/ 212 h 15"/>
                  <a:gd name="T10" fmla="*/ 158 w 10"/>
                  <a:gd name="T11" fmla="*/ 153 h 15"/>
                  <a:gd name="T12" fmla="*/ 113 w 10"/>
                  <a:gd name="T13" fmla="*/ 18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7" y="12"/>
                    </a:moveTo>
                    <a:cubicBezTo>
                      <a:pt x="4" y="12"/>
                      <a:pt x="2" y="9"/>
                      <a:pt x="2" y="5"/>
                    </a:cubicBezTo>
                    <a:cubicBezTo>
                      <a:pt x="1" y="3"/>
                      <a:pt x="2" y="1"/>
                      <a:pt x="2" y="0"/>
                    </a:cubicBezTo>
                    <a:cubicBezTo>
                      <a:pt x="1" y="2"/>
                      <a:pt x="0" y="4"/>
                      <a:pt x="1" y="7"/>
                    </a:cubicBezTo>
                    <a:cubicBezTo>
                      <a:pt x="1" y="11"/>
                      <a:pt x="3" y="15"/>
                      <a:pt x="6" y="14"/>
                    </a:cubicBezTo>
                    <a:cubicBezTo>
                      <a:pt x="8" y="14"/>
                      <a:pt x="9" y="13"/>
                      <a:pt x="10" y="10"/>
                    </a:cubicBezTo>
                    <a:cubicBezTo>
                      <a:pt x="9" y="11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9" name="Freeform 1442">
                <a:extLst>
                  <a:ext uri="{FF2B5EF4-FFF2-40B4-BE49-F238E27FC236}">
                    <a16:creationId xmlns:a16="http://schemas.microsoft.com/office/drawing/2014/main" id="{31D07425-D77D-49B9-A17D-4C551156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804"/>
                <a:ext cx="30" cy="48"/>
              </a:xfrm>
              <a:custGeom>
                <a:avLst/>
                <a:gdLst>
                  <a:gd name="T0" fmla="*/ 95 w 12"/>
                  <a:gd name="T1" fmla="*/ 306 h 19"/>
                  <a:gd name="T2" fmla="*/ 0 w 12"/>
                  <a:gd name="T3" fmla="*/ 159 h 19"/>
                  <a:gd name="T4" fmla="*/ 83 w 12"/>
                  <a:gd name="T5" fmla="*/ 20 h 19"/>
                  <a:gd name="T6" fmla="*/ 175 w 12"/>
                  <a:gd name="T7" fmla="*/ 147 h 19"/>
                  <a:gd name="T8" fmla="*/ 95 w 12"/>
                  <a:gd name="T9" fmla="*/ 30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6" y="19"/>
                    </a:moveTo>
                    <a:cubicBezTo>
                      <a:pt x="3" y="19"/>
                      <a:pt x="1" y="15"/>
                      <a:pt x="0" y="10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9"/>
                      <a:pt x="6" y="19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0" name="Freeform 1443">
                <a:extLst>
                  <a:ext uri="{FF2B5EF4-FFF2-40B4-BE49-F238E27FC236}">
                    <a16:creationId xmlns:a16="http://schemas.microsoft.com/office/drawing/2014/main" id="{B6CB6AD8-8C75-44B6-B901-E35AD3126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807"/>
                <a:ext cx="30" cy="47"/>
              </a:xfrm>
              <a:custGeom>
                <a:avLst/>
                <a:gdLst>
                  <a:gd name="T0" fmla="*/ 113 w 12"/>
                  <a:gd name="T1" fmla="*/ 287 h 19"/>
                  <a:gd name="T2" fmla="*/ 20 w 12"/>
                  <a:gd name="T3" fmla="*/ 153 h 19"/>
                  <a:gd name="T4" fmla="*/ 95 w 12"/>
                  <a:gd name="T5" fmla="*/ 12 h 19"/>
                  <a:gd name="T6" fmla="*/ 188 w 12"/>
                  <a:gd name="T7" fmla="*/ 134 h 19"/>
                  <a:gd name="T8" fmla="*/ 113 w 12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9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3" y="1"/>
                      <a:pt x="6" y="1"/>
                    </a:cubicBezTo>
                    <a:cubicBezTo>
                      <a:pt x="9" y="0"/>
                      <a:pt x="12" y="4"/>
                      <a:pt x="12" y="9"/>
                    </a:cubicBezTo>
                    <a:cubicBezTo>
                      <a:pt x="12" y="14"/>
                      <a:pt x="10" y="19"/>
                      <a:pt x="7" y="19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1" name="Freeform 1444">
                <a:extLst>
                  <a:ext uri="{FF2B5EF4-FFF2-40B4-BE49-F238E27FC236}">
                    <a16:creationId xmlns:a16="http://schemas.microsoft.com/office/drawing/2014/main" id="{4BF891C2-DBF6-4C30-AF3F-FD0FEE7B4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1817"/>
                <a:ext cx="25" cy="35"/>
              </a:xfrm>
              <a:custGeom>
                <a:avLst/>
                <a:gdLst>
                  <a:gd name="T0" fmla="*/ 113 w 10"/>
                  <a:gd name="T1" fmla="*/ 188 h 14"/>
                  <a:gd name="T2" fmla="*/ 33 w 10"/>
                  <a:gd name="T3" fmla="*/ 63 h 14"/>
                  <a:gd name="T4" fmla="*/ 33 w 10"/>
                  <a:gd name="T5" fmla="*/ 0 h 14"/>
                  <a:gd name="T6" fmla="*/ 20 w 10"/>
                  <a:gd name="T7" fmla="*/ 95 h 14"/>
                  <a:gd name="T8" fmla="*/ 95 w 10"/>
                  <a:gd name="T9" fmla="*/ 220 h 14"/>
                  <a:gd name="T10" fmla="*/ 158 w 10"/>
                  <a:gd name="T11" fmla="*/ 158 h 14"/>
                  <a:gd name="T12" fmla="*/ 113 w 10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7" y="12"/>
                    </a:moveTo>
                    <a:cubicBezTo>
                      <a:pt x="4" y="12"/>
                      <a:pt x="2" y="8"/>
                      <a:pt x="2" y="4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1" y="11"/>
                      <a:pt x="3" y="14"/>
                      <a:pt x="6" y="14"/>
                    </a:cubicBezTo>
                    <a:cubicBezTo>
                      <a:pt x="8" y="14"/>
                      <a:pt x="9" y="12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2" name="Freeform 1445">
                <a:extLst>
                  <a:ext uri="{FF2B5EF4-FFF2-40B4-BE49-F238E27FC236}">
                    <a16:creationId xmlns:a16="http://schemas.microsoft.com/office/drawing/2014/main" id="{62B268E1-B2E0-4EF5-9959-8F8AB84E5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917"/>
                <a:ext cx="28" cy="42"/>
              </a:xfrm>
              <a:custGeom>
                <a:avLst/>
                <a:gdLst>
                  <a:gd name="T0" fmla="*/ 97 w 11"/>
                  <a:gd name="T1" fmla="*/ 257 h 17"/>
                  <a:gd name="T2" fmla="*/ 0 w 11"/>
                  <a:gd name="T3" fmla="*/ 133 h 17"/>
                  <a:gd name="T4" fmla="*/ 84 w 11"/>
                  <a:gd name="T5" fmla="*/ 0 h 17"/>
                  <a:gd name="T6" fmla="*/ 181 w 11"/>
                  <a:gd name="T7" fmla="*/ 121 h 17"/>
                  <a:gd name="T8" fmla="*/ 97 w 11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6" y="17"/>
                    </a:moveTo>
                    <a:cubicBezTo>
                      <a:pt x="3" y="17"/>
                      <a:pt x="1" y="14"/>
                      <a:pt x="0" y="9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0" y="4"/>
                      <a:pt x="11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3" name="Freeform 1446">
                <a:extLst>
                  <a:ext uri="{FF2B5EF4-FFF2-40B4-BE49-F238E27FC236}">
                    <a16:creationId xmlns:a16="http://schemas.microsoft.com/office/drawing/2014/main" id="{C77C0563-CE8D-4DC4-B0A0-F203A7C93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919"/>
                <a:ext cx="27" cy="43"/>
              </a:xfrm>
              <a:custGeom>
                <a:avLst/>
                <a:gdLst>
                  <a:gd name="T0" fmla="*/ 91 w 11"/>
                  <a:gd name="T1" fmla="*/ 276 h 17"/>
                  <a:gd name="T2" fmla="*/ 0 w 11"/>
                  <a:gd name="T3" fmla="*/ 147 h 17"/>
                  <a:gd name="T4" fmla="*/ 71 w 11"/>
                  <a:gd name="T5" fmla="*/ 0 h 17"/>
                  <a:gd name="T6" fmla="*/ 162 w 11"/>
                  <a:gd name="T7" fmla="*/ 129 h 17"/>
                  <a:gd name="T8" fmla="*/ 91 w 11"/>
                  <a:gd name="T9" fmla="*/ 27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6" y="17"/>
                    </a:moveTo>
                    <a:cubicBezTo>
                      <a:pt x="3" y="17"/>
                      <a:pt x="1" y="14"/>
                      <a:pt x="0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7" y="0"/>
                      <a:pt x="10" y="4"/>
                      <a:pt x="11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4" name="Freeform 1447">
                <a:extLst>
                  <a:ext uri="{FF2B5EF4-FFF2-40B4-BE49-F238E27FC236}">
                    <a16:creationId xmlns:a16="http://schemas.microsoft.com/office/drawing/2014/main" id="{1316E632-8390-4FC9-B900-B3D27B924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927"/>
                <a:ext cx="20" cy="32"/>
              </a:xfrm>
              <a:custGeom>
                <a:avLst/>
                <a:gdLst>
                  <a:gd name="T0" fmla="*/ 95 w 8"/>
                  <a:gd name="T1" fmla="*/ 162 h 13"/>
                  <a:gd name="T2" fmla="*/ 20 w 8"/>
                  <a:gd name="T3" fmla="*/ 62 h 13"/>
                  <a:gd name="T4" fmla="*/ 20 w 8"/>
                  <a:gd name="T5" fmla="*/ 0 h 13"/>
                  <a:gd name="T6" fmla="*/ 0 w 8"/>
                  <a:gd name="T7" fmla="*/ 91 h 13"/>
                  <a:gd name="T8" fmla="*/ 83 w 8"/>
                  <a:gd name="T9" fmla="*/ 194 h 13"/>
                  <a:gd name="T10" fmla="*/ 125 w 8"/>
                  <a:gd name="T11" fmla="*/ 133 h 13"/>
                  <a:gd name="T12" fmla="*/ 95 w 8"/>
                  <a:gd name="T13" fmla="*/ 16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6" y="11"/>
                    </a:moveTo>
                    <a:cubicBezTo>
                      <a:pt x="3" y="11"/>
                      <a:pt x="1" y="8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0" y="1"/>
                      <a:pt x="0" y="4"/>
                      <a:pt x="0" y="6"/>
                    </a:cubicBezTo>
                    <a:cubicBezTo>
                      <a:pt x="0" y="10"/>
                      <a:pt x="2" y="13"/>
                      <a:pt x="5" y="13"/>
                    </a:cubicBezTo>
                    <a:cubicBezTo>
                      <a:pt x="7" y="13"/>
                      <a:pt x="8" y="12"/>
                      <a:pt x="8" y="9"/>
                    </a:cubicBezTo>
                    <a:cubicBezTo>
                      <a:pt x="8" y="1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5" name="Freeform 1448">
                <a:extLst>
                  <a:ext uri="{FF2B5EF4-FFF2-40B4-BE49-F238E27FC236}">
                    <a16:creationId xmlns:a16="http://schemas.microsoft.com/office/drawing/2014/main" id="{60F13A0F-1678-497B-A16A-333C9F81F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902"/>
                <a:ext cx="28" cy="42"/>
              </a:xfrm>
              <a:custGeom>
                <a:avLst/>
                <a:gdLst>
                  <a:gd name="T0" fmla="*/ 97 w 11"/>
                  <a:gd name="T1" fmla="*/ 257 h 17"/>
                  <a:gd name="T2" fmla="*/ 0 w 11"/>
                  <a:gd name="T3" fmla="*/ 133 h 17"/>
                  <a:gd name="T4" fmla="*/ 84 w 11"/>
                  <a:gd name="T5" fmla="*/ 0 h 17"/>
                  <a:gd name="T6" fmla="*/ 181 w 11"/>
                  <a:gd name="T7" fmla="*/ 121 h 17"/>
                  <a:gd name="T8" fmla="*/ 97 w 11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6" y="17"/>
                    </a:moveTo>
                    <a:cubicBezTo>
                      <a:pt x="3" y="17"/>
                      <a:pt x="1" y="14"/>
                      <a:pt x="0" y="9"/>
                    </a:cubicBezTo>
                    <a:cubicBezTo>
                      <a:pt x="0" y="4"/>
                      <a:pt x="2" y="1"/>
                      <a:pt x="5" y="0"/>
                    </a:cubicBezTo>
                    <a:cubicBezTo>
                      <a:pt x="7" y="0"/>
                      <a:pt x="10" y="4"/>
                      <a:pt x="11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6" name="Freeform 1449">
                <a:extLst>
                  <a:ext uri="{FF2B5EF4-FFF2-40B4-BE49-F238E27FC236}">
                    <a16:creationId xmlns:a16="http://schemas.microsoft.com/office/drawing/2014/main" id="{14707B72-DB3A-4F7B-AB55-322D9DFCE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904"/>
                <a:ext cx="27" cy="43"/>
              </a:xfrm>
              <a:custGeom>
                <a:avLst/>
                <a:gdLst>
                  <a:gd name="T0" fmla="*/ 91 w 11"/>
                  <a:gd name="T1" fmla="*/ 276 h 17"/>
                  <a:gd name="T2" fmla="*/ 0 w 11"/>
                  <a:gd name="T3" fmla="*/ 147 h 17"/>
                  <a:gd name="T4" fmla="*/ 71 w 11"/>
                  <a:gd name="T5" fmla="*/ 0 h 17"/>
                  <a:gd name="T6" fmla="*/ 150 w 11"/>
                  <a:gd name="T7" fmla="*/ 129 h 17"/>
                  <a:gd name="T8" fmla="*/ 91 w 11"/>
                  <a:gd name="T9" fmla="*/ 27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6" y="17"/>
                    </a:moveTo>
                    <a:cubicBezTo>
                      <a:pt x="3" y="17"/>
                      <a:pt x="1" y="14"/>
                      <a:pt x="0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7" y="0"/>
                      <a:pt x="10" y="4"/>
                      <a:pt x="10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7" name="Freeform 1450">
                <a:extLst>
                  <a:ext uri="{FF2B5EF4-FFF2-40B4-BE49-F238E27FC236}">
                    <a16:creationId xmlns:a16="http://schemas.microsoft.com/office/drawing/2014/main" id="{2AED41D2-AF1D-490B-8FE5-100A781BF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912"/>
                <a:ext cx="22" cy="32"/>
              </a:xfrm>
              <a:custGeom>
                <a:avLst/>
                <a:gdLst>
                  <a:gd name="T0" fmla="*/ 103 w 9"/>
                  <a:gd name="T1" fmla="*/ 162 h 13"/>
                  <a:gd name="T2" fmla="*/ 29 w 9"/>
                  <a:gd name="T3" fmla="*/ 62 h 13"/>
                  <a:gd name="T4" fmla="*/ 29 w 9"/>
                  <a:gd name="T5" fmla="*/ 0 h 13"/>
                  <a:gd name="T6" fmla="*/ 12 w 9"/>
                  <a:gd name="T7" fmla="*/ 91 h 13"/>
                  <a:gd name="T8" fmla="*/ 90 w 9"/>
                  <a:gd name="T9" fmla="*/ 194 h 13"/>
                  <a:gd name="T10" fmla="*/ 132 w 9"/>
                  <a:gd name="T11" fmla="*/ 133 h 13"/>
                  <a:gd name="T12" fmla="*/ 103 w 9"/>
                  <a:gd name="T13" fmla="*/ 16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7" y="11"/>
                    </a:moveTo>
                    <a:cubicBezTo>
                      <a:pt x="4" y="11"/>
                      <a:pt x="2" y="8"/>
                      <a:pt x="2" y="4"/>
                    </a:cubicBezTo>
                    <a:cubicBezTo>
                      <a:pt x="1" y="3"/>
                      <a:pt x="2" y="1"/>
                      <a:pt x="2" y="0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1" y="10"/>
                      <a:pt x="3" y="13"/>
                      <a:pt x="6" y="13"/>
                    </a:cubicBezTo>
                    <a:cubicBezTo>
                      <a:pt x="7" y="13"/>
                      <a:pt x="9" y="12"/>
                      <a:pt x="9" y="9"/>
                    </a:cubicBezTo>
                    <a:cubicBezTo>
                      <a:pt x="9" y="10"/>
                      <a:pt x="8" y="11"/>
                      <a:pt x="7" y="11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8" name="Freeform 1451">
                <a:extLst>
                  <a:ext uri="{FF2B5EF4-FFF2-40B4-BE49-F238E27FC236}">
                    <a16:creationId xmlns:a16="http://schemas.microsoft.com/office/drawing/2014/main" id="{8C1018F9-B24C-405E-9160-8A4724633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917"/>
                <a:ext cx="27" cy="45"/>
              </a:xfrm>
              <a:custGeom>
                <a:avLst/>
                <a:gdLst>
                  <a:gd name="T0" fmla="*/ 71 w 11"/>
                  <a:gd name="T1" fmla="*/ 270 h 18"/>
                  <a:gd name="T2" fmla="*/ 0 w 11"/>
                  <a:gd name="T3" fmla="*/ 125 h 18"/>
                  <a:gd name="T4" fmla="*/ 103 w 11"/>
                  <a:gd name="T5" fmla="*/ 20 h 18"/>
                  <a:gd name="T6" fmla="*/ 162 w 11"/>
                  <a:gd name="T7" fmla="*/ 158 h 18"/>
                  <a:gd name="T8" fmla="*/ 71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5" y="17"/>
                    </a:moveTo>
                    <a:cubicBezTo>
                      <a:pt x="2" y="17"/>
                      <a:pt x="0" y="13"/>
                      <a:pt x="0" y="8"/>
                    </a:cubicBezTo>
                    <a:cubicBezTo>
                      <a:pt x="1" y="4"/>
                      <a:pt x="4" y="0"/>
                      <a:pt x="7" y="1"/>
                    </a:cubicBezTo>
                    <a:cubicBezTo>
                      <a:pt x="9" y="1"/>
                      <a:pt x="11" y="5"/>
                      <a:pt x="11" y="10"/>
                    </a:cubicBezTo>
                    <a:cubicBezTo>
                      <a:pt x="10" y="14"/>
                      <a:pt x="7" y="18"/>
                      <a:pt x="5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9" name="Freeform 1452">
                <a:extLst>
                  <a:ext uri="{FF2B5EF4-FFF2-40B4-BE49-F238E27FC236}">
                    <a16:creationId xmlns:a16="http://schemas.microsoft.com/office/drawing/2014/main" id="{CE89C3B9-BC61-412F-9C8C-2E125B1BA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1919"/>
                <a:ext cx="28" cy="43"/>
              </a:xfrm>
              <a:custGeom>
                <a:avLst/>
                <a:gdLst>
                  <a:gd name="T0" fmla="*/ 64 w 11"/>
                  <a:gd name="T1" fmla="*/ 276 h 17"/>
                  <a:gd name="T2" fmla="*/ 0 w 11"/>
                  <a:gd name="T3" fmla="*/ 129 h 17"/>
                  <a:gd name="T4" fmla="*/ 97 w 11"/>
                  <a:gd name="T5" fmla="*/ 0 h 17"/>
                  <a:gd name="T6" fmla="*/ 163 w 11"/>
                  <a:gd name="T7" fmla="*/ 147 h 17"/>
                  <a:gd name="T8" fmla="*/ 64 w 11"/>
                  <a:gd name="T9" fmla="*/ 27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4" y="17"/>
                    </a:moveTo>
                    <a:cubicBezTo>
                      <a:pt x="1" y="17"/>
                      <a:pt x="0" y="13"/>
                      <a:pt x="0" y="8"/>
                    </a:cubicBezTo>
                    <a:cubicBezTo>
                      <a:pt x="1" y="3"/>
                      <a:pt x="3" y="0"/>
                      <a:pt x="6" y="0"/>
                    </a:cubicBezTo>
                    <a:cubicBezTo>
                      <a:pt x="9" y="1"/>
                      <a:pt x="11" y="5"/>
                      <a:pt x="10" y="9"/>
                    </a:cubicBezTo>
                    <a:cubicBezTo>
                      <a:pt x="10" y="14"/>
                      <a:pt x="7" y="17"/>
                      <a:pt x="4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0" name="Freeform 1453">
                <a:extLst>
                  <a:ext uri="{FF2B5EF4-FFF2-40B4-BE49-F238E27FC236}">
                    <a16:creationId xmlns:a16="http://schemas.microsoft.com/office/drawing/2014/main" id="{DB949B67-5BC4-43FA-AF27-4FA2D54CC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1924"/>
                <a:ext cx="23" cy="35"/>
              </a:xfrm>
              <a:custGeom>
                <a:avLst/>
                <a:gdLst>
                  <a:gd name="T0" fmla="*/ 97 w 9"/>
                  <a:gd name="T1" fmla="*/ 188 h 14"/>
                  <a:gd name="T2" fmla="*/ 33 w 9"/>
                  <a:gd name="T3" fmla="*/ 63 h 14"/>
                  <a:gd name="T4" fmla="*/ 51 w 9"/>
                  <a:gd name="T5" fmla="*/ 0 h 14"/>
                  <a:gd name="T6" fmla="*/ 20 w 9"/>
                  <a:gd name="T7" fmla="*/ 95 h 14"/>
                  <a:gd name="T8" fmla="*/ 66 w 9"/>
                  <a:gd name="T9" fmla="*/ 220 h 14"/>
                  <a:gd name="T10" fmla="*/ 151 w 9"/>
                  <a:gd name="T11" fmla="*/ 175 h 14"/>
                  <a:gd name="T12" fmla="*/ 97 w 9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6" y="12"/>
                    </a:moveTo>
                    <a:cubicBezTo>
                      <a:pt x="3" y="12"/>
                      <a:pt x="2" y="9"/>
                      <a:pt x="2" y="4"/>
                    </a:cubicBezTo>
                    <a:cubicBezTo>
                      <a:pt x="2" y="3"/>
                      <a:pt x="3" y="2"/>
                      <a:pt x="3" y="0"/>
                    </a:cubicBezTo>
                    <a:cubicBezTo>
                      <a:pt x="2" y="2"/>
                      <a:pt x="1" y="4"/>
                      <a:pt x="1" y="6"/>
                    </a:cubicBezTo>
                    <a:cubicBezTo>
                      <a:pt x="0" y="10"/>
                      <a:pt x="2" y="14"/>
                      <a:pt x="4" y="14"/>
                    </a:cubicBezTo>
                    <a:cubicBezTo>
                      <a:pt x="6" y="14"/>
                      <a:pt x="7" y="13"/>
                      <a:pt x="9" y="11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1" name="Freeform 1454">
                <a:extLst>
                  <a:ext uri="{FF2B5EF4-FFF2-40B4-BE49-F238E27FC236}">
                    <a16:creationId xmlns:a16="http://schemas.microsoft.com/office/drawing/2014/main" id="{9AD3D356-1EA4-4CF0-84BD-21D5127EF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917"/>
                <a:ext cx="30" cy="45"/>
              </a:xfrm>
              <a:custGeom>
                <a:avLst/>
                <a:gdLst>
                  <a:gd name="T0" fmla="*/ 83 w 12"/>
                  <a:gd name="T1" fmla="*/ 270 h 18"/>
                  <a:gd name="T2" fmla="*/ 20 w 12"/>
                  <a:gd name="T3" fmla="*/ 125 h 18"/>
                  <a:gd name="T4" fmla="*/ 113 w 12"/>
                  <a:gd name="T5" fmla="*/ 20 h 18"/>
                  <a:gd name="T6" fmla="*/ 175 w 12"/>
                  <a:gd name="T7" fmla="*/ 158 h 18"/>
                  <a:gd name="T8" fmla="*/ 83 w 12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5" y="17"/>
                    </a:moveTo>
                    <a:cubicBezTo>
                      <a:pt x="2" y="17"/>
                      <a:pt x="0" y="13"/>
                      <a:pt x="1" y="8"/>
                    </a:cubicBezTo>
                    <a:cubicBezTo>
                      <a:pt x="1" y="4"/>
                      <a:pt x="4" y="0"/>
                      <a:pt x="7" y="1"/>
                    </a:cubicBezTo>
                    <a:cubicBezTo>
                      <a:pt x="10" y="1"/>
                      <a:pt x="12" y="5"/>
                      <a:pt x="11" y="10"/>
                    </a:cubicBezTo>
                    <a:cubicBezTo>
                      <a:pt x="10" y="14"/>
                      <a:pt x="8" y="18"/>
                      <a:pt x="5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2" name="Freeform 1455">
                <a:extLst>
                  <a:ext uri="{FF2B5EF4-FFF2-40B4-BE49-F238E27FC236}">
                    <a16:creationId xmlns:a16="http://schemas.microsoft.com/office/drawing/2014/main" id="{3B34797E-AA55-41E9-8FBA-A710B9496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919"/>
                <a:ext cx="27" cy="43"/>
              </a:xfrm>
              <a:custGeom>
                <a:avLst/>
                <a:gdLst>
                  <a:gd name="T0" fmla="*/ 71 w 11"/>
                  <a:gd name="T1" fmla="*/ 276 h 17"/>
                  <a:gd name="T2" fmla="*/ 0 w 11"/>
                  <a:gd name="T3" fmla="*/ 129 h 17"/>
                  <a:gd name="T4" fmla="*/ 103 w 11"/>
                  <a:gd name="T5" fmla="*/ 0 h 17"/>
                  <a:gd name="T6" fmla="*/ 162 w 11"/>
                  <a:gd name="T7" fmla="*/ 147 h 17"/>
                  <a:gd name="T8" fmla="*/ 71 w 11"/>
                  <a:gd name="T9" fmla="*/ 27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5" y="17"/>
                    </a:moveTo>
                    <a:cubicBezTo>
                      <a:pt x="2" y="17"/>
                      <a:pt x="0" y="13"/>
                      <a:pt x="0" y="8"/>
                    </a:cubicBezTo>
                    <a:cubicBezTo>
                      <a:pt x="1" y="3"/>
                      <a:pt x="4" y="0"/>
                      <a:pt x="7" y="0"/>
                    </a:cubicBezTo>
                    <a:cubicBezTo>
                      <a:pt x="9" y="1"/>
                      <a:pt x="11" y="5"/>
                      <a:pt x="11" y="9"/>
                    </a:cubicBezTo>
                    <a:cubicBezTo>
                      <a:pt x="10" y="14"/>
                      <a:pt x="7" y="17"/>
                      <a:pt x="5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3" name="Freeform 1456">
                <a:extLst>
                  <a:ext uri="{FF2B5EF4-FFF2-40B4-BE49-F238E27FC236}">
                    <a16:creationId xmlns:a16="http://schemas.microsoft.com/office/drawing/2014/main" id="{5B34B771-B5FB-4F28-9790-003D46717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924"/>
                <a:ext cx="20" cy="35"/>
              </a:xfrm>
              <a:custGeom>
                <a:avLst/>
                <a:gdLst>
                  <a:gd name="T0" fmla="*/ 83 w 8"/>
                  <a:gd name="T1" fmla="*/ 188 h 14"/>
                  <a:gd name="T2" fmla="*/ 20 w 8"/>
                  <a:gd name="T3" fmla="*/ 63 h 14"/>
                  <a:gd name="T4" fmla="*/ 50 w 8"/>
                  <a:gd name="T5" fmla="*/ 0 h 14"/>
                  <a:gd name="T6" fmla="*/ 0 w 8"/>
                  <a:gd name="T7" fmla="*/ 95 h 14"/>
                  <a:gd name="T8" fmla="*/ 63 w 8"/>
                  <a:gd name="T9" fmla="*/ 220 h 14"/>
                  <a:gd name="T10" fmla="*/ 125 w 8"/>
                  <a:gd name="T11" fmla="*/ 175 h 14"/>
                  <a:gd name="T12" fmla="*/ 83 w 8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5" y="12"/>
                    </a:moveTo>
                    <a:cubicBezTo>
                      <a:pt x="3" y="12"/>
                      <a:pt x="1" y="9"/>
                      <a:pt x="1" y="4"/>
                    </a:cubicBezTo>
                    <a:cubicBezTo>
                      <a:pt x="2" y="3"/>
                      <a:pt x="2" y="2"/>
                      <a:pt x="3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10"/>
                      <a:pt x="1" y="14"/>
                      <a:pt x="4" y="14"/>
                    </a:cubicBezTo>
                    <a:cubicBezTo>
                      <a:pt x="5" y="14"/>
                      <a:pt x="7" y="13"/>
                      <a:pt x="8" y="11"/>
                    </a:cubicBezTo>
                    <a:cubicBezTo>
                      <a:pt x="7" y="12"/>
                      <a:pt x="6" y="12"/>
                      <a:pt x="5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4" name="Freeform 1457">
                <a:extLst>
                  <a:ext uri="{FF2B5EF4-FFF2-40B4-BE49-F238E27FC236}">
                    <a16:creationId xmlns:a16="http://schemas.microsoft.com/office/drawing/2014/main" id="{BA15B8E7-4FA3-4878-AF6E-E616533F8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802"/>
                <a:ext cx="27" cy="42"/>
              </a:xfrm>
              <a:custGeom>
                <a:avLst/>
                <a:gdLst>
                  <a:gd name="T0" fmla="*/ 71 w 11"/>
                  <a:gd name="T1" fmla="*/ 257 h 17"/>
                  <a:gd name="T2" fmla="*/ 0 w 11"/>
                  <a:gd name="T3" fmla="*/ 121 h 17"/>
                  <a:gd name="T4" fmla="*/ 103 w 11"/>
                  <a:gd name="T5" fmla="*/ 0 h 17"/>
                  <a:gd name="T6" fmla="*/ 162 w 11"/>
                  <a:gd name="T7" fmla="*/ 133 h 17"/>
                  <a:gd name="T8" fmla="*/ 71 w 11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5" y="17"/>
                    </a:moveTo>
                    <a:cubicBezTo>
                      <a:pt x="2" y="16"/>
                      <a:pt x="0" y="12"/>
                      <a:pt x="0" y="8"/>
                    </a:cubicBezTo>
                    <a:cubicBezTo>
                      <a:pt x="1" y="3"/>
                      <a:pt x="4" y="0"/>
                      <a:pt x="7" y="0"/>
                    </a:cubicBezTo>
                    <a:cubicBezTo>
                      <a:pt x="9" y="0"/>
                      <a:pt x="11" y="4"/>
                      <a:pt x="11" y="9"/>
                    </a:cubicBezTo>
                    <a:cubicBezTo>
                      <a:pt x="10" y="14"/>
                      <a:pt x="7" y="17"/>
                      <a:pt x="5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5" name="Freeform 1458">
                <a:extLst>
                  <a:ext uri="{FF2B5EF4-FFF2-40B4-BE49-F238E27FC236}">
                    <a16:creationId xmlns:a16="http://schemas.microsoft.com/office/drawing/2014/main" id="{237D1720-EB85-4BCB-9FC0-FC3E4C5A4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802"/>
                <a:ext cx="28" cy="45"/>
              </a:xfrm>
              <a:custGeom>
                <a:avLst/>
                <a:gdLst>
                  <a:gd name="T0" fmla="*/ 64 w 11"/>
                  <a:gd name="T1" fmla="*/ 270 h 18"/>
                  <a:gd name="T2" fmla="*/ 0 w 11"/>
                  <a:gd name="T3" fmla="*/ 125 h 18"/>
                  <a:gd name="T4" fmla="*/ 97 w 11"/>
                  <a:gd name="T5" fmla="*/ 20 h 18"/>
                  <a:gd name="T6" fmla="*/ 163 w 11"/>
                  <a:gd name="T7" fmla="*/ 158 h 18"/>
                  <a:gd name="T8" fmla="*/ 64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4" y="17"/>
                    </a:moveTo>
                    <a:cubicBezTo>
                      <a:pt x="1" y="17"/>
                      <a:pt x="0" y="13"/>
                      <a:pt x="0" y="8"/>
                    </a:cubicBezTo>
                    <a:cubicBezTo>
                      <a:pt x="1" y="4"/>
                      <a:pt x="3" y="0"/>
                      <a:pt x="6" y="1"/>
                    </a:cubicBezTo>
                    <a:cubicBezTo>
                      <a:pt x="9" y="1"/>
                      <a:pt x="11" y="5"/>
                      <a:pt x="10" y="10"/>
                    </a:cubicBezTo>
                    <a:cubicBezTo>
                      <a:pt x="10" y="14"/>
                      <a:pt x="7" y="18"/>
                      <a:pt x="4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6" name="Freeform 1459">
                <a:extLst>
                  <a:ext uri="{FF2B5EF4-FFF2-40B4-BE49-F238E27FC236}">
                    <a16:creationId xmlns:a16="http://schemas.microsoft.com/office/drawing/2014/main" id="{700F8644-7956-4787-93A8-3423092AF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809"/>
                <a:ext cx="23" cy="35"/>
              </a:xfrm>
              <a:custGeom>
                <a:avLst/>
                <a:gdLst>
                  <a:gd name="T0" fmla="*/ 97 w 9"/>
                  <a:gd name="T1" fmla="*/ 188 h 14"/>
                  <a:gd name="T2" fmla="*/ 33 w 9"/>
                  <a:gd name="T3" fmla="*/ 63 h 14"/>
                  <a:gd name="T4" fmla="*/ 51 w 9"/>
                  <a:gd name="T5" fmla="*/ 0 h 14"/>
                  <a:gd name="T6" fmla="*/ 20 w 9"/>
                  <a:gd name="T7" fmla="*/ 95 h 14"/>
                  <a:gd name="T8" fmla="*/ 66 w 9"/>
                  <a:gd name="T9" fmla="*/ 220 h 14"/>
                  <a:gd name="T10" fmla="*/ 151 w 9"/>
                  <a:gd name="T11" fmla="*/ 175 h 14"/>
                  <a:gd name="T12" fmla="*/ 97 w 9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6" y="12"/>
                    </a:moveTo>
                    <a:cubicBezTo>
                      <a:pt x="3" y="11"/>
                      <a:pt x="2" y="8"/>
                      <a:pt x="2" y="4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2" y="1"/>
                      <a:pt x="1" y="3"/>
                      <a:pt x="1" y="6"/>
                    </a:cubicBezTo>
                    <a:cubicBezTo>
                      <a:pt x="0" y="10"/>
                      <a:pt x="2" y="13"/>
                      <a:pt x="4" y="14"/>
                    </a:cubicBezTo>
                    <a:cubicBezTo>
                      <a:pt x="6" y="14"/>
                      <a:pt x="7" y="13"/>
                      <a:pt x="9" y="11"/>
                    </a:cubicBezTo>
                    <a:cubicBezTo>
                      <a:pt x="8" y="11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7" name="Freeform 1460">
                <a:extLst>
                  <a:ext uri="{FF2B5EF4-FFF2-40B4-BE49-F238E27FC236}">
                    <a16:creationId xmlns:a16="http://schemas.microsoft.com/office/drawing/2014/main" id="{F99CA319-0DE2-4773-8396-0FD9F67AA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827"/>
                <a:ext cx="28" cy="42"/>
              </a:xfrm>
              <a:custGeom>
                <a:avLst/>
                <a:gdLst>
                  <a:gd name="T0" fmla="*/ 64 w 11"/>
                  <a:gd name="T1" fmla="*/ 257 h 17"/>
                  <a:gd name="T2" fmla="*/ 0 w 11"/>
                  <a:gd name="T3" fmla="*/ 121 h 17"/>
                  <a:gd name="T4" fmla="*/ 97 w 11"/>
                  <a:gd name="T5" fmla="*/ 0 h 17"/>
                  <a:gd name="T6" fmla="*/ 163 w 11"/>
                  <a:gd name="T7" fmla="*/ 133 h 17"/>
                  <a:gd name="T8" fmla="*/ 64 w 11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4" y="17"/>
                    </a:moveTo>
                    <a:cubicBezTo>
                      <a:pt x="1" y="16"/>
                      <a:pt x="0" y="12"/>
                      <a:pt x="0" y="8"/>
                    </a:cubicBezTo>
                    <a:cubicBezTo>
                      <a:pt x="1" y="3"/>
                      <a:pt x="3" y="0"/>
                      <a:pt x="6" y="0"/>
                    </a:cubicBezTo>
                    <a:cubicBezTo>
                      <a:pt x="9" y="0"/>
                      <a:pt x="11" y="4"/>
                      <a:pt x="10" y="9"/>
                    </a:cubicBezTo>
                    <a:cubicBezTo>
                      <a:pt x="10" y="14"/>
                      <a:pt x="7" y="17"/>
                      <a:pt x="4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8" name="Freeform 1461">
                <a:extLst>
                  <a:ext uri="{FF2B5EF4-FFF2-40B4-BE49-F238E27FC236}">
                    <a16:creationId xmlns:a16="http://schemas.microsoft.com/office/drawing/2014/main" id="{20B122F5-8701-454B-8498-CB6C90C55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827"/>
                <a:ext cx="30" cy="45"/>
              </a:xfrm>
              <a:custGeom>
                <a:avLst/>
                <a:gdLst>
                  <a:gd name="T0" fmla="*/ 83 w 12"/>
                  <a:gd name="T1" fmla="*/ 270 h 18"/>
                  <a:gd name="T2" fmla="*/ 20 w 12"/>
                  <a:gd name="T3" fmla="*/ 125 h 18"/>
                  <a:gd name="T4" fmla="*/ 113 w 12"/>
                  <a:gd name="T5" fmla="*/ 20 h 18"/>
                  <a:gd name="T6" fmla="*/ 175 w 12"/>
                  <a:gd name="T7" fmla="*/ 158 h 18"/>
                  <a:gd name="T8" fmla="*/ 83 w 12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5" y="17"/>
                    </a:moveTo>
                    <a:cubicBezTo>
                      <a:pt x="2" y="17"/>
                      <a:pt x="0" y="13"/>
                      <a:pt x="1" y="8"/>
                    </a:cubicBezTo>
                    <a:cubicBezTo>
                      <a:pt x="1" y="4"/>
                      <a:pt x="4" y="0"/>
                      <a:pt x="7" y="1"/>
                    </a:cubicBezTo>
                    <a:cubicBezTo>
                      <a:pt x="10" y="1"/>
                      <a:pt x="12" y="5"/>
                      <a:pt x="11" y="10"/>
                    </a:cubicBezTo>
                    <a:cubicBezTo>
                      <a:pt x="11" y="14"/>
                      <a:pt x="8" y="18"/>
                      <a:pt x="5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9" name="Freeform 1462">
                <a:extLst>
                  <a:ext uri="{FF2B5EF4-FFF2-40B4-BE49-F238E27FC236}">
                    <a16:creationId xmlns:a16="http://schemas.microsoft.com/office/drawing/2014/main" id="{5007BE49-1C8A-4E7C-8222-3DED0A606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1834"/>
                <a:ext cx="20" cy="35"/>
              </a:xfrm>
              <a:custGeom>
                <a:avLst/>
                <a:gdLst>
                  <a:gd name="T0" fmla="*/ 83 w 8"/>
                  <a:gd name="T1" fmla="*/ 188 h 14"/>
                  <a:gd name="T2" fmla="*/ 33 w 8"/>
                  <a:gd name="T3" fmla="*/ 63 h 14"/>
                  <a:gd name="T4" fmla="*/ 50 w 8"/>
                  <a:gd name="T5" fmla="*/ 0 h 14"/>
                  <a:gd name="T6" fmla="*/ 0 w 8"/>
                  <a:gd name="T7" fmla="*/ 95 h 14"/>
                  <a:gd name="T8" fmla="*/ 63 w 8"/>
                  <a:gd name="T9" fmla="*/ 220 h 14"/>
                  <a:gd name="T10" fmla="*/ 125 w 8"/>
                  <a:gd name="T11" fmla="*/ 175 h 14"/>
                  <a:gd name="T12" fmla="*/ 83 w 8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5" y="12"/>
                    </a:moveTo>
                    <a:cubicBezTo>
                      <a:pt x="3" y="11"/>
                      <a:pt x="1" y="8"/>
                      <a:pt x="2" y="4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1"/>
                      <a:pt x="1" y="3"/>
                      <a:pt x="0" y="6"/>
                    </a:cubicBezTo>
                    <a:cubicBezTo>
                      <a:pt x="0" y="10"/>
                      <a:pt x="1" y="13"/>
                      <a:pt x="4" y="14"/>
                    </a:cubicBezTo>
                    <a:cubicBezTo>
                      <a:pt x="6" y="14"/>
                      <a:pt x="7" y="13"/>
                      <a:pt x="8" y="11"/>
                    </a:cubicBezTo>
                    <a:cubicBezTo>
                      <a:pt x="7" y="11"/>
                      <a:pt x="6" y="12"/>
                      <a:pt x="5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0" name="Freeform 1463">
                <a:extLst>
                  <a:ext uri="{FF2B5EF4-FFF2-40B4-BE49-F238E27FC236}">
                    <a16:creationId xmlns:a16="http://schemas.microsoft.com/office/drawing/2014/main" id="{20FB02FE-B3B3-44E8-8613-862F8F777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1834"/>
                <a:ext cx="28" cy="45"/>
              </a:xfrm>
              <a:custGeom>
                <a:avLst/>
                <a:gdLst>
                  <a:gd name="T0" fmla="*/ 64 w 11"/>
                  <a:gd name="T1" fmla="*/ 270 h 18"/>
                  <a:gd name="T2" fmla="*/ 0 w 11"/>
                  <a:gd name="T3" fmla="*/ 125 h 18"/>
                  <a:gd name="T4" fmla="*/ 97 w 11"/>
                  <a:gd name="T5" fmla="*/ 0 h 18"/>
                  <a:gd name="T6" fmla="*/ 163 w 11"/>
                  <a:gd name="T7" fmla="*/ 145 h 18"/>
                  <a:gd name="T8" fmla="*/ 64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4" y="17"/>
                    </a:moveTo>
                    <a:cubicBezTo>
                      <a:pt x="1" y="17"/>
                      <a:pt x="0" y="13"/>
                      <a:pt x="0" y="8"/>
                    </a:cubicBezTo>
                    <a:cubicBezTo>
                      <a:pt x="1" y="4"/>
                      <a:pt x="3" y="0"/>
                      <a:pt x="6" y="0"/>
                    </a:cubicBezTo>
                    <a:cubicBezTo>
                      <a:pt x="9" y="1"/>
                      <a:pt x="11" y="5"/>
                      <a:pt x="10" y="9"/>
                    </a:cubicBezTo>
                    <a:cubicBezTo>
                      <a:pt x="10" y="14"/>
                      <a:pt x="7" y="18"/>
                      <a:pt x="4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1" name="Freeform 1464">
                <a:extLst>
                  <a:ext uri="{FF2B5EF4-FFF2-40B4-BE49-F238E27FC236}">
                    <a16:creationId xmlns:a16="http://schemas.microsoft.com/office/drawing/2014/main" id="{4E934A88-180B-476B-A818-BC1245C15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837"/>
                <a:ext cx="30" cy="42"/>
              </a:xfrm>
              <a:custGeom>
                <a:avLst/>
                <a:gdLst>
                  <a:gd name="T0" fmla="*/ 83 w 12"/>
                  <a:gd name="T1" fmla="*/ 257 h 17"/>
                  <a:gd name="T2" fmla="*/ 20 w 12"/>
                  <a:gd name="T3" fmla="*/ 121 h 17"/>
                  <a:gd name="T4" fmla="*/ 113 w 12"/>
                  <a:gd name="T5" fmla="*/ 0 h 17"/>
                  <a:gd name="T6" fmla="*/ 175 w 12"/>
                  <a:gd name="T7" fmla="*/ 133 h 17"/>
                  <a:gd name="T8" fmla="*/ 83 w 12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5" y="17"/>
                    </a:moveTo>
                    <a:cubicBezTo>
                      <a:pt x="2" y="17"/>
                      <a:pt x="0" y="13"/>
                      <a:pt x="1" y="8"/>
                    </a:cubicBezTo>
                    <a:cubicBezTo>
                      <a:pt x="1" y="3"/>
                      <a:pt x="4" y="0"/>
                      <a:pt x="7" y="0"/>
                    </a:cubicBezTo>
                    <a:cubicBezTo>
                      <a:pt x="10" y="0"/>
                      <a:pt x="12" y="5"/>
                      <a:pt x="11" y="9"/>
                    </a:cubicBezTo>
                    <a:cubicBezTo>
                      <a:pt x="11" y="14"/>
                      <a:pt x="8" y="17"/>
                      <a:pt x="5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2" name="Freeform 1465">
                <a:extLst>
                  <a:ext uri="{FF2B5EF4-FFF2-40B4-BE49-F238E27FC236}">
                    <a16:creationId xmlns:a16="http://schemas.microsoft.com/office/drawing/2014/main" id="{7B4D3E6F-E8F3-45F9-BF22-D58697397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842"/>
                <a:ext cx="20" cy="35"/>
              </a:xfrm>
              <a:custGeom>
                <a:avLst/>
                <a:gdLst>
                  <a:gd name="T0" fmla="*/ 83 w 8"/>
                  <a:gd name="T1" fmla="*/ 188 h 14"/>
                  <a:gd name="T2" fmla="*/ 33 w 8"/>
                  <a:gd name="T3" fmla="*/ 63 h 14"/>
                  <a:gd name="T4" fmla="*/ 50 w 8"/>
                  <a:gd name="T5" fmla="*/ 0 h 14"/>
                  <a:gd name="T6" fmla="*/ 0 w 8"/>
                  <a:gd name="T7" fmla="*/ 95 h 14"/>
                  <a:gd name="T8" fmla="*/ 63 w 8"/>
                  <a:gd name="T9" fmla="*/ 220 h 14"/>
                  <a:gd name="T10" fmla="*/ 125 w 8"/>
                  <a:gd name="T11" fmla="*/ 175 h 14"/>
                  <a:gd name="T12" fmla="*/ 83 w 8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5" y="12"/>
                    </a:moveTo>
                    <a:cubicBezTo>
                      <a:pt x="3" y="12"/>
                      <a:pt x="1" y="8"/>
                      <a:pt x="2" y="4"/>
                    </a:cubicBezTo>
                    <a:cubicBezTo>
                      <a:pt x="2" y="3"/>
                      <a:pt x="2" y="1"/>
                      <a:pt x="3" y="0"/>
                    </a:cubicBezTo>
                    <a:cubicBezTo>
                      <a:pt x="2" y="2"/>
                      <a:pt x="1" y="4"/>
                      <a:pt x="0" y="6"/>
                    </a:cubicBezTo>
                    <a:cubicBezTo>
                      <a:pt x="0" y="10"/>
                      <a:pt x="1" y="14"/>
                      <a:pt x="4" y="14"/>
                    </a:cubicBezTo>
                    <a:cubicBezTo>
                      <a:pt x="6" y="14"/>
                      <a:pt x="7" y="13"/>
                      <a:pt x="8" y="11"/>
                    </a:cubicBezTo>
                    <a:cubicBezTo>
                      <a:pt x="7" y="12"/>
                      <a:pt x="6" y="12"/>
                      <a:pt x="5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3" name="Freeform 1466">
                <a:extLst>
                  <a:ext uri="{FF2B5EF4-FFF2-40B4-BE49-F238E27FC236}">
                    <a16:creationId xmlns:a16="http://schemas.microsoft.com/office/drawing/2014/main" id="{6811B1BB-BCC6-4541-AC39-806A0B241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859"/>
                <a:ext cx="118" cy="133"/>
              </a:xfrm>
              <a:custGeom>
                <a:avLst/>
                <a:gdLst>
                  <a:gd name="T0" fmla="*/ 20 w 47"/>
                  <a:gd name="T1" fmla="*/ 238 h 53"/>
                  <a:gd name="T2" fmla="*/ 284 w 47"/>
                  <a:gd name="T3" fmla="*/ 33 h 53"/>
                  <a:gd name="T4" fmla="*/ 618 w 47"/>
                  <a:gd name="T5" fmla="*/ 113 h 53"/>
                  <a:gd name="T6" fmla="*/ 726 w 47"/>
                  <a:gd name="T7" fmla="*/ 680 h 53"/>
                  <a:gd name="T8" fmla="*/ 459 w 47"/>
                  <a:gd name="T9" fmla="*/ 725 h 53"/>
                  <a:gd name="T10" fmla="*/ 146 w 47"/>
                  <a:gd name="T11" fmla="*/ 775 h 53"/>
                  <a:gd name="T12" fmla="*/ 20 w 47"/>
                  <a:gd name="T13" fmla="*/ 238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3">
                    <a:moveTo>
                      <a:pt x="1" y="15"/>
                    </a:moveTo>
                    <a:cubicBezTo>
                      <a:pt x="5" y="7"/>
                      <a:pt x="14" y="4"/>
                      <a:pt x="18" y="2"/>
                    </a:cubicBezTo>
                    <a:cubicBezTo>
                      <a:pt x="22" y="0"/>
                      <a:pt x="35" y="3"/>
                      <a:pt x="39" y="7"/>
                    </a:cubicBezTo>
                    <a:cubicBezTo>
                      <a:pt x="44" y="11"/>
                      <a:pt x="47" y="40"/>
                      <a:pt x="46" y="43"/>
                    </a:cubicBezTo>
                    <a:cubicBezTo>
                      <a:pt x="45" y="47"/>
                      <a:pt x="29" y="46"/>
                      <a:pt x="29" y="46"/>
                    </a:cubicBezTo>
                    <a:cubicBezTo>
                      <a:pt x="23" y="47"/>
                      <a:pt x="11" y="53"/>
                      <a:pt x="9" y="49"/>
                    </a:cubicBezTo>
                    <a:cubicBezTo>
                      <a:pt x="6" y="45"/>
                      <a:pt x="0" y="21"/>
                      <a:pt x="1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4" name="Freeform 1467">
                <a:extLst>
                  <a:ext uri="{FF2B5EF4-FFF2-40B4-BE49-F238E27FC236}">
                    <a16:creationId xmlns:a16="http://schemas.microsoft.com/office/drawing/2014/main" id="{9055715F-80A0-479C-97DB-20640EB51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842"/>
                <a:ext cx="110" cy="145"/>
              </a:xfrm>
              <a:custGeom>
                <a:avLst/>
                <a:gdLst>
                  <a:gd name="T0" fmla="*/ 0 w 44"/>
                  <a:gd name="T1" fmla="*/ 238 h 58"/>
                  <a:gd name="T2" fmla="*/ 313 w 44"/>
                  <a:gd name="T3" fmla="*/ 20 h 58"/>
                  <a:gd name="T4" fmla="*/ 658 w 44"/>
                  <a:gd name="T5" fmla="*/ 238 h 58"/>
                  <a:gd name="T6" fmla="*/ 658 w 44"/>
                  <a:gd name="T7" fmla="*/ 708 h 58"/>
                  <a:gd name="T8" fmla="*/ 345 w 44"/>
                  <a:gd name="T9" fmla="*/ 908 h 58"/>
                  <a:gd name="T10" fmla="*/ 63 w 44"/>
                  <a:gd name="T11" fmla="*/ 783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58">
                    <a:moveTo>
                      <a:pt x="0" y="15"/>
                    </a:moveTo>
                    <a:cubicBezTo>
                      <a:pt x="3" y="10"/>
                      <a:pt x="14" y="2"/>
                      <a:pt x="20" y="1"/>
                    </a:cubicBezTo>
                    <a:cubicBezTo>
                      <a:pt x="26" y="0"/>
                      <a:pt x="41" y="10"/>
                      <a:pt x="42" y="15"/>
                    </a:cubicBezTo>
                    <a:cubicBezTo>
                      <a:pt x="43" y="20"/>
                      <a:pt x="44" y="40"/>
                      <a:pt x="42" y="45"/>
                    </a:cubicBezTo>
                    <a:cubicBezTo>
                      <a:pt x="39" y="50"/>
                      <a:pt x="27" y="58"/>
                      <a:pt x="22" y="58"/>
                    </a:cubicBezTo>
                    <a:cubicBezTo>
                      <a:pt x="18" y="57"/>
                      <a:pt x="5" y="54"/>
                      <a:pt x="4" y="5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5" name="Freeform 1468">
                <a:extLst>
                  <a:ext uri="{FF2B5EF4-FFF2-40B4-BE49-F238E27FC236}">
                    <a16:creationId xmlns:a16="http://schemas.microsoft.com/office/drawing/2014/main" id="{BDA9DDFD-F50A-421C-967A-5C070D6FE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859"/>
                <a:ext cx="98" cy="145"/>
              </a:xfrm>
              <a:custGeom>
                <a:avLst/>
                <a:gdLst>
                  <a:gd name="T0" fmla="*/ 0 w 39"/>
                  <a:gd name="T1" fmla="*/ 595 h 58"/>
                  <a:gd name="T2" fmla="*/ 284 w 39"/>
                  <a:gd name="T3" fmla="*/ 875 h 58"/>
                  <a:gd name="T4" fmla="*/ 588 w 39"/>
                  <a:gd name="T5" fmla="*/ 770 h 58"/>
                  <a:gd name="T6" fmla="*/ 618 w 39"/>
                  <a:gd name="T7" fmla="*/ 500 h 58"/>
                  <a:gd name="T8" fmla="*/ 601 w 39"/>
                  <a:gd name="T9" fmla="*/ 175 h 58"/>
                  <a:gd name="T10" fmla="*/ 317 w 39"/>
                  <a:gd name="T11" fmla="*/ 20 h 58"/>
                  <a:gd name="T12" fmla="*/ 20 w 39"/>
                  <a:gd name="T13" fmla="*/ 18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8">
                    <a:moveTo>
                      <a:pt x="0" y="38"/>
                    </a:moveTo>
                    <a:cubicBezTo>
                      <a:pt x="2" y="47"/>
                      <a:pt x="14" y="53"/>
                      <a:pt x="18" y="56"/>
                    </a:cubicBezTo>
                    <a:cubicBezTo>
                      <a:pt x="21" y="58"/>
                      <a:pt x="36" y="52"/>
                      <a:pt x="37" y="49"/>
                    </a:cubicBezTo>
                    <a:cubicBezTo>
                      <a:pt x="37" y="49"/>
                      <a:pt x="39" y="44"/>
                      <a:pt x="39" y="32"/>
                    </a:cubicBezTo>
                    <a:cubicBezTo>
                      <a:pt x="39" y="20"/>
                      <a:pt x="39" y="12"/>
                      <a:pt x="38" y="11"/>
                    </a:cubicBezTo>
                    <a:cubicBezTo>
                      <a:pt x="35" y="7"/>
                      <a:pt x="26" y="0"/>
                      <a:pt x="20" y="1"/>
                    </a:cubicBezTo>
                    <a:cubicBezTo>
                      <a:pt x="14" y="1"/>
                      <a:pt x="0" y="8"/>
                      <a:pt x="1" y="12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6" name="Freeform 1469">
                <a:extLst>
                  <a:ext uri="{FF2B5EF4-FFF2-40B4-BE49-F238E27FC236}">
                    <a16:creationId xmlns:a16="http://schemas.microsoft.com/office/drawing/2014/main" id="{EC8882E6-91C3-46A1-9B66-CEDA76DE0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739"/>
                <a:ext cx="110" cy="118"/>
              </a:xfrm>
              <a:custGeom>
                <a:avLst/>
                <a:gdLst>
                  <a:gd name="T0" fmla="*/ 658 w 44"/>
                  <a:gd name="T1" fmla="*/ 743 h 47"/>
                  <a:gd name="T2" fmla="*/ 675 w 44"/>
                  <a:gd name="T3" fmla="*/ 221 h 47"/>
                  <a:gd name="T4" fmla="*/ 363 w 44"/>
                  <a:gd name="T5" fmla="*/ 0 h 47"/>
                  <a:gd name="T6" fmla="*/ 20 w 44"/>
                  <a:gd name="T7" fmla="*/ 208 h 47"/>
                  <a:gd name="T8" fmla="*/ 33 w 44"/>
                  <a:gd name="T9" fmla="*/ 65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7">
                    <a:moveTo>
                      <a:pt x="42" y="47"/>
                    </a:moveTo>
                    <a:cubicBezTo>
                      <a:pt x="42" y="41"/>
                      <a:pt x="44" y="20"/>
                      <a:pt x="43" y="14"/>
                    </a:cubicBezTo>
                    <a:cubicBezTo>
                      <a:pt x="41" y="7"/>
                      <a:pt x="23" y="0"/>
                      <a:pt x="23" y="0"/>
                    </a:cubicBezTo>
                    <a:cubicBezTo>
                      <a:pt x="23" y="0"/>
                      <a:pt x="2" y="6"/>
                      <a:pt x="1" y="13"/>
                    </a:cubicBezTo>
                    <a:cubicBezTo>
                      <a:pt x="0" y="21"/>
                      <a:pt x="0" y="38"/>
                      <a:pt x="2" y="41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7" name="Freeform 1470">
                <a:extLst>
                  <a:ext uri="{FF2B5EF4-FFF2-40B4-BE49-F238E27FC236}">
                    <a16:creationId xmlns:a16="http://schemas.microsoft.com/office/drawing/2014/main" id="{2356F0D6-6BFA-4E70-8674-E607903C0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717"/>
                <a:ext cx="106" cy="147"/>
              </a:xfrm>
              <a:custGeom>
                <a:avLst/>
                <a:gdLst>
                  <a:gd name="T0" fmla="*/ 676 w 42"/>
                  <a:gd name="T1" fmla="*/ 324 h 59"/>
                  <a:gd name="T2" fmla="*/ 222 w 42"/>
                  <a:gd name="T3" fmla="*/ 42 h 59"/>
                  <a:gd name="T4" fmla="*/ 33 w 42"/>
                  <a:gd name="T5" fmla="*/ 416 h 59"/>
                  <a:gd name="T6" fmla="*/ 63 w 42"/>
                  <a:gd name="T7" fmla="*/ 912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59">
                    <a:moveTo>
                      <a:pt x="42" y="21"/>
                    </a:moveTo>
                    <a:cubicBezTo>
                      <a:pt x="37" y="15"/>
                      <a:pt x="20" y="0"/>
                      <a:pt x="14" y="3"/>
                    </a:cubicBezTo>
                    <a:cubicBezTo>
                      <a:pt x="8" y="5"/>
                      <a:pt x="4" y="22"/>
                      <a:pt x="2" y="27"/>
                    </a:cubicBezTo>
                    <a:cubicBezTo>
                      <a:pt x="0" y="32"/>
                      <a:pt x="2" y="55"/>
                      <a:pt x="4" y="59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8" name="Freeform 1471">
                <a:extLst>
                  <a:ext uri="{FF2B5EF4-FFF2-40B4-BE49-F238E27FC236}">
                    <a16:creationId xmlns:a16="http://schemas.microsoft.com/office/drawing/2014/main" id="{E16C0602-630A-42B4-BB37-D7114FFE6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737"/>
                <a:ext cx="100" cy="160"/>
              </a:xfrm>
              <a:custGeom>
                <a:avLst/>
                <a:gdLst>
                  <a:gd name="T0" fmla="*/ 625 w 40"/>
                  <a:gd name="T1" fmla="*/ 300 h 64"/>
                  <a:gd name="T2" fmla="*/ 220 w 40"/>
                  <a:gd name="T3" fmla="*/ 0 h 64"/>
                  <a:gd name="T4" fmla="*/ 20 w 40"/>
                  <a:gd name="T5" fmla="*/ 470 h 64"/>
                  <a:gd name="T6" fmla="*/ 95 w 40"/>
                  <a:gd name="T7" fmla="*/ 813 h 64"/>
                  <a:gd name="T8" fmla="*/ 250 w 40"/>
                  <a:gd name="T9" fmla="*/ 10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64">
                    <a:moveTo>
                      <a:pt x="40" y="19"/>
                    </a:moveTo>
                    <a:cubicBezTo>
                      <a:pt x="34" y="7"/>
                      <a:pt x="18" y="1"/>
                      <a:pt x="14" y="0"/>
                    </a:cubicBezTo>
                    <a:cubicBezTo>
                      <a:pt x="10" y="0"/>
                      <a:pt x="2" y="26"/>
                      <a:pt x="1" y="30"/>
                    </a:cubicBezTo>
                    <a:cubicBezTo>
                      <a:pt x="0" y="34"/>
                      <a:pt x="4" y="48"/>
                      <a:pt x="6" y="52"/>
                    </a:cubicBezTo>
                    <a:cubicBezTo>
                      <a:pt x="8" y="55"/>
                      <a:pt x="16" y="64"/>
                      <a:pt x="16" y="64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9" name="Freeform 1472">
                <a:extLst>
                  <a:ext uri="{FF2B5EF4-FFF2-40B4-BE49-F238E27FC236}">
                    <a16:creationId xmlns:a16="http://schemas.microsoft.com/office/drawing/2014/main" id="{DA6A96FC-0FC4-47D3-A51A-1250E850F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749"/>
                <a:ext cx="92" cy="143"/>
              </a:xfrm>
              <a:custGeom>
                <a:avLst/>
                <a:gdLst>
                  <a:gd name="T0" fmla="*/ 0 w 37"/>
                  <a:gd name="T1" fmla="*/ 158 h 57"/>
                  <a:gd name="T2" fmla="*/ 321 w 37"/>
                  <a:gd name="T3" fmla="*/ 0 h 57"/>
                  <a:gd name="T4" fmla="*/ 537 w 37"/>
                  <a:gd name="T5" fmla="*/ 238 h 57"/>
                  <a:gd name="T6" fmla="*/ 495 w 37"/>
                  <a:gd name="T7" fmla="*/ 743 h 57"/>
                  <a:gd name="T8" fmla="*/ 229 w 37"/>
                  <a:gd name="T9" fmla="*/ 90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7">
                    <a:moveTo>
                      <a:pt x="0" y="10"/>
                    </a:moveTo>
                    <a:cubicBezTo>
                      <a:pt x="5" y="2"/>
                      <a:pt x="17" y="1"/>
                      <a:pt x="21" y="0"/>
                    </a:cubicBezTo>
                    <a:cubicBezTo>
                      <a:pt x="25" y="0"/>
                      <a:pt x="33" y="10"/>
                      <a:pt x="35" y="15"/>
                    </a:cubicBezTo>
                    <a:cubicBezTo>
                      <a:pt x="37" y="20"/>
                      <a:pt x="34" y="44"/>
                      <a:pt x="32" y="47"/>
                    </a:cubicBezTo>
                    <a:cubicBezTo>
                      <a:pt x="31" y="50"/>
                      <a:pt x="15" y="57"/>
                      <a:pt x="15" y="57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0" name="Freeform 1473">
                <a:extLst>
                  <a:ext uri="{FF2B5EF4-FFF2-40B4-BE49-F238E27FC236}">
                    <a16:creationId xmlns:a16="http://schemas.microsoft.com/office/drawing/2014/main" id="{6480343D-1FAC-4F29-89E3-36590E6C0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72"/>
                <a:ext cx="45" cy="115"/>
              </a:xfrm>
              <a:custGeom>
                <a:avLst/>
                <a:gdLst>
                  <a:gd name="T0" fmla="*/ 0 w 18"/>
                  <a:gd name="T1" fmla="*/ 0 h 46"/>
                  <a:gd name="T2" fmla="*/ 250 w 18"/>
                  <a:gd name="T3" fmla="*/ 270 h 46"/>
                  <a:gd name="T4" fmla="*/ 270 w 18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0" y="0"/>
                    </a:moveTo>
                    <a:cubicBezTo>
                      <a:pt x="6" y="5"/>
                      <a:pt x="14" y="10"/>
                      <a:pt x="16" y="17"/>
                    </a:cubicBezTo>
                    <a:cubicBezTo>
                      <a:pt x="18" y="25"/>
                      <a:pt x="17" y="37"/>
                      <a:pt x="17" y="46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1" name="Freeform 1474">
                <a:extLst>
                  <a:ext uri="{FF2B5EF4-FFF2-40B4-BE49-F238E27FC236}">
                    <a16:creationId xmlns:a16="http://schemas.microsoft.com/office/drawing/2014/main" id="{084B365C-EEAE-4BF5-9B47-F3E962FE8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759"/>
                <a:ext cx="77" cy="155"/>
              </a:xfrm>
              <a:custGeom>
                <a:avLst/>
                <a:gdLst>
                  <a:gd name="T0" fmla="*/ 0 w 31"/>
                  <a:gd name="T1" fmla="*/ 188 h 62"/>
                  <a:gd name="T2" fmla="*/ 278 w 31"/>
                  <a:gd name="T3" fmla="*/ 0 h 62"/>
                  <a:gd name="T4" fmla="*/ 462 w 31"/>
                  <a:gd name="T5" fmla="*/ 313 h 62"/>
                  <a:gd name="T6" fmla="*/ 432 w 31"/>
                  <a:gd name="T7" fmla="*/ 783 h 62"/>
                  <a:gd name="T8" fmla="*/ 196 w 31"/>
                  <a:gd name="T9" fmla="*/ 97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2">
                    <a:moveTo>
                      <a:pt x="0" y="12"/>
                    </a:moveTo>
                    <a:cubicBezTo>
                      <a:pt x="4" y="5"/>
                      <a:pt x="16" y="1"/>
                      <a:pt x="18" y="0"/>
                    </a:cubicBezTo>
                    <a:cubicBezTo>
                      <a:pt x="20" y="0"/>
                      <a:pt x="29" y="11"/>
                      <a:pt x="30" y="20"/>
                    </a:cubicBezTo>
                    <a:cubicBezTo>
                      <a:pt x="31" y="28"/>
                      <a:pt x="30" y="45"/>
                      <a:pt x="28" y="50"/>
                    </a:cubicBezTo>
                    <a:cubicBezTo>
                      <a:pt x="26" y="55"/>
                      <a:pt x="14" y="62"/>
                      <a:pt x="13" y="62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2" name="Freeform 1475">
                <a:extLst>
                  <a:ext uri="{FF2B5EF4-FFF2-40B4-BE49-F238E27FC236}">
                    <a16:creationId xmlns:a16="http://schemas.microsoft.com/office/drawing/2014/main" id="{914FADA1-F504-4B80-87CB-E43AD7E82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887"/>
                <a:ext cx="57" cy="30"/>
              </a:xfrm>
              <a:custGeom>
                <a:avLst/>
                <a:gdLst>
                  <a:gd name="T0" fmla="*/ 0 w 23"/>
                  <a:gd name="T1" fmla="*/ 0 h 12"/>
                  <a:gd name="T2" fmla="*/ 196 w 23"/>
                  <a:gd name="T3" fmla="*/ 188 h 12"/>
                  <a:gd name="T4" fmla="*/ 349 w 23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4" y="5"/>
                      <a:pt x="9" y="12"/>
                      <a:pt x="13" y="12"/>
                    </a:cubicBezTo>
                    <a:cubicBezTo>
                      <a:pt x="17" y="12"/>
                      <a:pt x="23" y="4"/>
                      <a:pt x="23" y="4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3" name="Freeform 1476">
                <a:extLst>
                  <a:ext uri="{FF2B5EF4-FFF2-40B4-BE49-F238E27FC236}">
                    <a16:creationId xmlns:a16="http://schemas.microsoft.com/office/drawing/2014/main" id="{374B3326-3F1B-40A3-A670-112A59EE6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917"/>
                <a:ext cx="83" cy="130"/>
              </a:xfrm>
              <a:custGeom>
                <a:avLst/>
                <a:gdLst>
                  <a:gd name="T0" fmla="*/ 0 w 33"/>
                  <a:gd name="T1" fmla="*/ 488 h 52"/>
                  <a:gd name="T2" fmla="*/ 189 w 33"/>
                  <a:gd name="T3" fmla="*/ 800 h 52"/>
                  <a:gd name="T4" fmla="*/ 475 w 33"/>
                  <a:gd name="T5" fmla="*/ 613 h 52"/>
                  <a:gd name="T6" fmla="*/ 475 w 33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52">
                    <a:moveTo>
                      <a:pt x="0" y="31"/>
                    </a:moveTo>
                    <a:cubicBezTo>
                      <a:pt x="3" y="38"/>
                      <a:pt x="9" y="52"/>
                      <a:pt x="12" y="51"/>
                    </a:cubicBezTo>
                    <a:cubicBezTo>
                      <a:pt x="16" y="50"/>
                      <a:pt x="26" y="46"/>
                      <a:pt x="30" y="39"/>
                    </a:cubicBezTo>
                    <a:cubicBezTo>
                      <a:pt x="33" y="31"/>
                      <a:pt x="30" y="2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4" name="Freeform 1477">
                <a:extLst>
                  <a:ext uri="{FF2B5EF4-FFF2-40B4-BE49-F238E27FC236}">
                    <a16:creationId xmlns:a16="http://schemas.microsoft.com/office/drawing/2014/main" id="{597472E1-71DA-4A6F-903D-86F9E031E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869"/>
                <a:ext cx="90" cy="150"/>
              </a:xfrm>
              <a:custGeom>
                <a:avLst/>
                <a:gdLst>
                  <a:gd name="T0" fmla="*/ 283 w 36"/>
                  <a:gd name="T1" fmla="*/ 0 h 60"/>
                  <a:gd name="T2" fmla="*/ 33 w 36"/>
                  <a:gd name="T3" fmla="*/ 270 h 60"/>
                  <a:gd name="T4" fmla="*/ 20 w 36"/>
                  <a:gd name="T5" fmla="*/ 595 h 60"/>
                  <a:gd name="T6" fmla="*/ 283 w 36"/>
                  <a:gd name="T7" fmla="*/ 938 h 60"/>
                  <a:gd name="T8" fmla="*/ 563 w 36"/>
                  <a:gd name="T9" fmla="*/ 72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0">
                    <a:moveTo>
                      <a:pt x="18" y="0"/>
                    </a:moveTo>
                    <a:cubicBezTo>
                      <a:pt x="8" y="5"/>
                      <a:pt x="2" y="17"/>
                      <a:pt x="2" y="17"/>
                    </a:cubicBezTo>
                    <a:cubicBezTo>
                      <a:pt x="0" y="21"/>
                      <a:pt x="1" y="29"/>
                      <a:pt x="1" y="38"/>
                    </a:cubicBezTo>
                    <a:cubicBezTo>
                      <a:pt x="1" y="47"/>
                      <a:pt x="15" y="59"/>
                      <a:pt x="18" y="60"/>
                    </a:cubicBezTo>
                    <a:cubicBezTo>
                      <a:pt x="22" y="60"/>
                      <a:pt x="34" y="48"/>
                      <a:pt x="36" y="46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5" name="Freeform 1478">
                <a:extLst>
                  <a:ext uri="{FF2B5EF4-FFF2-40B4-BE49-F238E27FC236}">
                    <a16:creationId xmlns:a16="http://schemas.microsoft.com/office/drawing/2014/main" id="{4B467C9E-700C-4A18-8A9B-E4B593526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872"/>
                <a:ext cx="37" cy="42"/>
              </a:xfrm>
              <a:custGeom>
                <a:avLst/>
                <a:gdLst>
                  <a:gd name="T0" fmla="*/ 224 w 15"/>
                  <a:gd name="T1" fmla="*/ 257 h 17"/>
                  <a:gd name="T2" fmla="*/ 0 w 1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15" y="17"/>
                    </a:moveTo>
                    <a:cubicBezTo>
                      <a:pt x="13" y="1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6" name="Freeform 1479">
                <a:extLst>
                  <a:ext uri="{FF2B5EF4-FFF2-40B4-BE49-F238E27FC236}">
                    <a16:creationId xmlns:a16="http://schemas.microsoft.com/office/drawing/2014/main" id="{A795DF41-A4DF-4897-93C7-788D41C5B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409"/>
                <a:ext cx="50" cy="40"/>
              </a:xfrm>
              <a:custGeom>
                <a:avLst/>
                <a:gdLst>
                  <a:gd name="T0" fmla="*/ 313 w 20"/>
                  <a:gd name="T1" fmla="*/ 250 h 16"/>
                  <a:gd name="T2" fmla="*/ 113 w 20"/>
                  <a:gd name="T3" fmla="*/ 20 h 16"/>
                  <a:gd name="T4" fmla="*/ 0 w 20"/>
                  <a:gd name="T5" fmla="*/ 11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20" y="16"/>
                    </a:moveTo>
                    <a:cubicBezTo>
                      <a:pt x="19" y="8"/>
                      <a:pt x="9" y="1"/>
                      <a:pt x="7" y="1"/>
                    </a:cubicBezTo>
                    <a:cubicBezTo>
                      <a:pt x="5" y="0"/>
                      <a:pt x="0" y="7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7" name="Freeform 1480">
                <a:extLst>
                  <a:ext uri="{FF2B5EF4-FFF2-40B4-BE49-F238E27FC236}">
                    <a16:creationId xmlns:a16="http://schemas.microsoft.com/office/drawing/2014/main" id="{D867AA5E-AE5E-4473-981E-8A8D0E2E5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379"/>
                <a:ext cx="5" cy="33"/>
              </a:xfrm>
              <a:custGeom>
                <a:avLst/>
                <a:gdLst>
                  <a:gd name="T0" fmla="*/ 33 w 2"/>
                  <a:gd name="T1" fmla="*/ 213 h 13"/>
                  <a:gd name="T2" fmla="*/ 0 w 2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2" y="13"/>
                    </a:moveTo>
                    <a:cubicBezTo>
                      <a:pt x="0" y="1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8" name="Freeform 1481">
                <a:extLst>
                  <a:ext uri="{FF2B5EF4-FFF2-40B4-BE49-F238E27FC236}">
                    <a16:creationId xmlns:a16="http://schemas.microsoft.com/office/drawing/2014/main" id="{648A2597-3E70-449F-9956-EF104E5CE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316"/>
                <a:ext cx="43" cy="78"/>
              </a:xfrm>
              <a:custGeom>
                <a:avLst/>
                <a:gdLst>
                  <a:gd name="T0" fmla="*/ 159 w 17"/>
                  <a:gd name="T1" fmla="*/ 493 h 31"/>
                  <a:gd name="T2" fmla="*/ 192 w 17"/>
                  <a:gd name="T3" fmla="*/ 126 h 31"/>
                  <a:gd name="T4" fmla="*/ 0 w 17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1">
                    <a:moveTo>
                      <a:pt x="10" y="31"/>
                    </a:moveTo>
                    <a:cubicBezTo>
                      <a:pt x="17" y="21"/>
                      <a:pt x="12" y="8"/>
                      <a:pt x="12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9" name="Freeform 1482">
                <a:extLst>
                  <a:ext uri="{FF2B5EF4-FFF2-40B4-BE49-F238E27FC236}">
                    <a16:creationId xmlns:a16="http://schemas.microsoft.com/office/drawing/2014/main" id="{E09BA21E-A0E3-45ED-91EE-6B1C97966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301"/>
                <a:ext cx="83" cy="101"/>
              </a:xfrm>
              <a:custGeom>
                <a:avLst/>
                <a:gdLst>
                  <a:gd name="T0" fmla="*/ 0 w 33"/>
                  <a:gd name="T1" fmla="*/ 222 h 40"/>
                  <a:gd name="T2" fmla="*/ 209 w 33"/>
                  <a:gd name="T3" fmla="*/ 20 h 40"/>
                  <a:gd name="T4" fmla="*/ 475 w 33"/>
                  <a:gd name="T5" fmla="*/ 146 h 40"/>
                  <a:gd name="T6" fmla="*/ 506 w 33"/>
                  <a:gd name="T7" fmla="*/ 644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0">
                    <a:moveTo>
                      <a:pt x="0" y="14"/>
                    </a:moveTo>
                    <a:cubicBezTo>
                      <a:pt x="2" y="7"/>
                      <a:pt x="11" y="2"/>
                      <a:pt x="13" y="1"/>
                    </a:cubicBezTo>
                    <a:cubicBezTo>
                      <a:pt x="15" y="0"/>
                      <a:pt x="28" y="3"/>
                      <a:pt x="30" y="9"/>
                    </a:cubicBezTo>
                    <a:cubicBezTo>
                      <a:pt x="32" y="15"/>
                      <a:pt x="33" y="36"/>
                      <a:pt x="32" y="4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0" name="Freeform 1483">
                <a:extLst>
                  <a:ext uri="{FF2B5EF4-FFF2-40B4-BE49-F238E27FC236}">
                    <a16:creationId xmlns:a16="http://schemas.microsoft.com/office/drawing/2014/main" id="{E5B1862B-B9A5-4620-8107-6A627390A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284"/>
                <a:ext cx="83" cy="115"/>
              </a:xfrm>
              <a:custGeom>
                <a:avLst/>
                <a:gdLst>
                  <a:gd name="T0" fmla="*/ 0 w 33"/>
                  <a:gd name="T1" fmla="*/ 250 h 46"/>
                  <a:gd name="T2" fmla="*/ 221 w 33"/>
                  <a:gd name="T3" fmla="*/ 20 h 46"/>
                  <a:gd name="T4" fmla="*/ 493 w 33"/>
                  <a:gd name="T5" fmla="*/ 33 h 46"/>
                  <a:gd name="T6" fmla="*/ 526 w 33"/>
                  <a:gd name="T7" fmla="*/ 72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6">
                    <a:moveTo>
                      <a:pt x="0" y="16"/>
                    </a:moveTo>
                    <a:cubicBezTo>
                      <a:pt x="5" y="4"/>
                      <a:pt x="11" y="2"/>
                      <a:pt x="14" y="1"/>
                    </a:cubicBezTo>
                    <a:cubicBezTo>
                      <a:pt x="17" y="0"/>
                      <a:pt x="29" y="0"/>
                      <a:pt x="31" y="2"/>
                    </a:cubicBezTo>
                    <a:cubicBezTo>
                      <a:pt x="33" y="3"/>
                      <a:pt x="33" y="46"/>
                      <a:pt x="33" y="46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1" name="Freeform 1484">
                <a:extLst>
                  <a:ext uri="{FF2B5EF4-FFF2-40B4-BE49-F238E27FC236}">
                    <a16:creationId xmlns:a16="http://schemas.microsoft.com/office/drawing/2014/main" id="{22973DFD-BC7E-49AC-9C3F-47DC89992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269"/>
                <a:ext cx="80" cy="113"/>
              </a:xfrm>
              <a:custGeom>
                <a:avLst/>
                <a:gdLst>
                  <a:gd name="T0" fmla="*/ 0 w 32"/>
                  <a:gd name="T1" fmla="*/ 126 h 45"/>
                  <a:gd name="T2" fmla="*/ 283 w 32"/>
                  <a:gd name="T3" fmla="*/ 20 h 45"/>
                  <a:gd name="T4" fmla="*/ 470 w 32"/>
                  <a:gd name="T5" fmla="*/ 221 h 45"/>
                  <a:gd name="T6" fmla="*/ 500 w 32"/>
                  <a:gd name="T7" fmla="*/ 71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5">
                    <a:moveTo>
                      <a:pt x="0" y="8"/>
                    </a:moveTo>
                    <a:cubicBezTo>
                      <a:pt x="3" y="4"/>
                      <a:pt x="15" y="2"/>
                      <a:pt x="18" y="1"/>
                    </a:cubicBezTo>
                    <a:cubicBezTo>
                      <a:pt x="20" y="0"/>
                      <a:pt x="28" y="10"/>
                      <a:pt x="30" y="14"/>
                    </a:cubicBezTo>
                    <a:cubicBezTo>
                      <a:pt x="31" y="18"/>
                      <a:pt x="32" y="45"/>
                      <a:pt x="32" y="45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2" name="Freeform 1485">
                <a:extLst>
                  <a:ext uri="{FF2B5EF4-FFF2-40B4-BE49-F238E27FC236}">
                    <a16:creationId xmlns:a16="http://schemas.microsoft.com/office/drawing/2014/main" id="{E57512FF-33EA-4AD1-B819-B05FAFED1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276"/>
                <a:ext cx="95" cy="111"/>
              </a:xfrm>
              <a:custGeom>
                <a:avLst/>
                <a:gdLst>
                  <a:gd name="T0" fmla="*/ 0 w 38"/>
                  <a:gd name="T1" fmla="*/ 192 h 44"/>
                  <a:gd name="T2" fmla="*/ 283 w 38"/>
                  <a:gd name="T3" fmla="*/ 20 h 44"/>
                  <a:gd name="T4" fmla="*/ 550 w 38"/>
                  <a:gd name="T5" fmla="*/ 318 h 44"/>
                  <a:gd name="T6" fmla="*/ 583 w 38"/>
                  <a:gd name="T7" fmla="*/ 70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44">
                    <a:moveTo>
                      <a:pt x="0" y="12"/>
                    </a:moveTo>
                    <a:cubicBezTo>
                      <a:pt x="3" y="6"/>
                      <a:pt x="11" y="0"/>
                      <a:pt x="18" y="1"/>
                    </a:cubicBezTo>
                    <a:cubicBezTo>
                      <a:pt x="26" y="2"/>
                      <a:pt x="34" y="17"/>
                      <a:pt x="35" y="20"/>
                    </a:cubicBezTo>
                    <a:cubicBezTo>
                      <a:pt x="37" y="23"/>
                      <a:pt x="38" y="43"/>
                      <a:pt x="37" y="44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3" name="Freeform 1486">
                <a:extLst>
                  <a:ext uri="{FF2B5EF4-FFF2-40B4-BE49-F238E27FC236}">
                    <a16:creationId xmlns:a16="http://schemas.microsoft.com/office/drawing/2014/main" id="{30F9C94F-032F-42A0-AB97-3E28A3CCD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306"/>
                <a:ext cx="87" cy="93"/>
              </a:xfrm>
              <a:custGeom>
                <a:avLst/>
                <a:gdLst>
                  <a:gd name="T0" fmla="*/ 0 w 35"/>
                  <a:gd name="T1" fmla="*/ 176 h 37"/>
                  <a:gd name="T2" fmla="*/ 259 w 35"/>
                  <a:gd name="T3" fmla="*/ 0 h 37"/>
                  <a:gd name="T4" fmla="*/ 537 w 35"/>
                  <a:gd name="T5" fmla="*/ 241 h 37"/>
                  <a:gd name="T6" fmla="*/ 507 w 35"/>
                  <a:gd name="T7" fmla="*/ 588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7">
                    <a:moveTo>
                      <a:pt x="0" y="11"/>
                    </a:moveTo>
                    <a:cubicBezTo>
                      <a:pt x="2" y="4"/>
                      <a:pt x="14" y="0"/>
                      <a:pt x="17" y="0"/>
                    </a:cubicBezTo>
                    <a:cubicBezTo>
                      <a:pt x="21" y="0"/>
                      <a:pt x="34" y="11"/>
                      <a:pt x="35" y="15"/>
                    </a:cubicBezTo>
                    <a:cubicBezTo>
                      <a:pt x="35" y="19"/>
                      <a:pt x="33" y="37"/>
                      <a:pt x="33" y="37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4" name="Freeform 1487">
                <a:extLst>
                  <a:ext uri="{FF2B5EF4-FFF2-40B4-BE49-F238E27FC236}">
                    <a16:creationId xmlns:a16="http://schemas.microsoft.com/office/drawing/2014/main" id="{69480361-9FAD-4311-9866-73D897606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329"/>
                <a:ext cx="18" cy="18"/>
              </a:xfrm>
              <a:custGeom>
                <a:avLst/>
                <a:gdLst>
                  <a:gd name="T0" fmla="*/ 0 w 7"/>
                  <a:gd name="T1" fmla="*/ 118 h 7"/>
                  <a:gd name="T2" fmla="*/ 118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7" y="0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5" name="Freeform 1488">
                <a:extLst>
                  <a:ext uri="{FF2B5EF4-FFF2-40B4-BE49-F238E27FC236}">
                    <a16:creationId xmlns:a16="http://schemas.microsoft.com/office/drawing/2014/main" id="{45FFB2A5-ADCC-45C1-962A-84885D6DD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276"/>
                <a:ext cx="2" cy="30"/>
              </a:xfrm>
              <a:custGeom>
                <a:avLst/>
                <a:gdLst>
                  <a:gd name="T0" fmla="*/ 0 w 1"/>
                  <a:gd name="T1" fmla="*/ 0 h 12"/>
                  <a:gd name="T2" fmla="*/ 8 w 1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0" y="4"/>
                      <a:pt x="0" y="8"/>
                      <a:pt x="1" y="12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6" name="Freeform 1489">
                <a:extLst>
                  <a:ext uri="{FF2B5EF4-FFF2-40B4-BE49-F238E27FC236}">
                    <a16:creationId xmlns:a16="http://schemas.microsoft.com/office/drawing/2014/main" id="{CCF764E7-16C2-46E9-B19A-A3BFA0474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249"/>
                <a:ext cx="5" cy="37"/>
              </a:xfrm>
              <a:custGeom>
                <a:avLst/>
                <a:gdLst>
                  <a:gd name="T0" fmla="*/ 20 w 2"/>
                  <a:gd name="T1" fmla="*/ 224 h 15"/>
                  <a:gd name="T2" fmla="*/ 0 w 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1" y="15"/>
                    </a:moveTo>
                    <a:cubicBezTo>
                      <a:pt x="2" y="10"/>
                      <a:pt x="1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7" name="Freeform 1490">
                <a:extLst>
                  <a:ext uri="{FF2B5EF4-FFF2-40B4-BE49-F238E27FC236}">
                    <a16:creationId xmlns:a16="http://schemas.microsoft.com/office/drawing/2014/main" id="{AC39355D-0468-4C17-A778-18879E3B2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244"/>
                <a:ext cx="2" cy="30"/>
              </a:xfrm>
              <a:custGeom>
                <a:avLst/>
                <a:gdLst>
                  <a:gd name="T0" fmla="*/ 8 w 1"/>
                  <a:gd name="T1" fmla="*/ 188 h 12"/>
                  <a:gd name="T2" fmla="*/ 0 w 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1" y="12"/>
                    </a:moveTo>
                    <a:cubicBezTo>
                      <a:pt x="1" y="8"/>
                      <a:pt x="0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8" name="Freeform 1491">
                <a:extLst>
                  <a:ext uri="{FF2B5EF4-FFF2-40B4-BE49-F238E27FC236}">
                    <a16:creationId xmlns:a16="http://schemas.microsoft.com/office/drawing/2014/main" id="{5920747E-6989-4FF1-852B-2CB2BFC08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246"/>
                <a:ext cx="2" cy="33"/>
              </a:xfrm>
              <a:custGeom>
                <a:avLst/>
                <a:gdLst>
                  <a:gd name="T0" fmla="*/ 8 w 1"/>
                  <a:gd name="T1" fmla="*/ 213 h 13"/>
                  <a:gd name="T2" fmla="*/ 0 w 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1" y="13"/>
                    </a:moveTo>
                    <a:cubicBezTo>
                      <a:pt x="1" y="9"/>
                      <a:pt x="1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9" name="Freeform 1492">
                <a:extLst>
                  <a:ext uri="{FF2B5EF4-FFF2-40B4-BE49-F238E27FC236}">
                    <a16:creationId xmlns:a16="http://schemas.microsoft.com/office/drawing/2014/main" id="{B63AC333-892A-4525-865F-C6AF1B83F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281"/>
                <a:ext cx="3" cy="25"/>
              </a:xfrm>
              <a:custGeom>
                <a:avLst/>
                <a:gdLst>
                  <a:gd name="T0" fmla="*/ 27 w 1"/>
                  <a:gd name="T1" fmla="*/ 158 h 10"/>
                  <a:gd name="T2" fmla="*/ 0 w 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10"/>
                    </a:moveTo>
                    <a:cubicBezTo>
                      <a:pt x="1" y="8"/>
                      <a:pt x="0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50" name="Freeform 1493">
                <a:extLst>
                  <a:ext uri="{FF2B5EF4-FFF2-40B4-BE49-F238E27FC236}">
                    <a16:creationId xmlns:a16="http://schemas.microsoft.com/office/drawing/2014/main" id="{C37572F4-2BF2-4C7E-A4A3-FCC1762E8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997"/>
                <a:ext cx="13" cy="22"/>
              </a:xfrm>
              <a:custGeom>
                <a:avLst/>
                <a:gdLst>
                  <a:gd name="T0" fmla="*/ 88 w 5"/>
                  <a:gd name="T1" fmla="*/ 0 h 9"/>
                  <a:gd name="T2" fmla="*/ 0 w 5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3" y="3"/>
                      <a:pt x="2" y="6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51" name="Freeform 1494">
                <a:extLst>
                  <a:ext uri="{FF2B5EF4-FFF2-40B4-BE49-F238E27FC236}">
                    <a16:creationId xmlns:a16="http://schemas.microsoft.com/office/drawing/2014/main" id="{1885E9C6-AF0F-4860-98F1-C84970F03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044"/>
                <a:ext cx="40" cy="25"/>
              </a:xfrm>
              <a:custGeom>
                <a:avLst/>
                <a:gdLst>
                  <a:gd name="T0" fmla="*/ 250 w 16"/>
                  <a:gd name="T1" fmla="*/ 0 h 10"/>
                  <a:gd name="T2" fmla="*/ 0 w 16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16" y="0"/>
                    </a:moveTo>
                    <a:cubicBezTo>
                      <a:pt x="12" y="6"/>
                      <a:pt x="7" y="8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52" name="Freeform 1495">
                <a:extLst>
                  <a:ext uri="{FF2B5EF4-FFF2-40B4-BE49-F238E27FC236}">
                    <a16:creationId xmlns:a16="http://schemas.microsoft.com/office/drawing/2014/main" id="{D28A67D0-CC66-4C93-B454-65B3F38D2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757"/>
                <a:ext cx="67" cy="47"/>
              </a:xfrm>
              <a:custGeom>
                <a:avLst/>
                <a:gdLst>
                  <a:gd name="T0" fmla="*/ 0 w 27"/>
                  <a:gd name="T1" fmla="*/ 166 h 19"/>
                  <a:gd name="T2" fmla="*/ 92 w 27"/>
                  <a:gd name="T3" fmla="*/ 30 h 19"/>
                  <a:gd name="T4" fmla="*/ 216 w 27"/>
                  <a:gd name="T5" fmla="*/ 62 h 19"/>
                  <a:gd name="T6" fmla="*/ 412 w 27"/>
                  <a:gd name="T7" fmla="*/ 28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9">
                    <a:moveTo>
                      <a:pt x="0" y="11"/>
                    </a:moveTo>
                    <a:cubicBezTo>
                      <a:pt x="0" y="11"/>
                      <a:pt x="3" y="4"/>
                      <a:pt x="6" y="2"/>
                    </a:cubicBezTo>
                    <a:cubicBezTo>
                      <a:pt x="9" y="0"/>
                      <a:pt x="10" y="1"/>
                      <a:pt x="14" y="4"/>
                    </a:cubicBezTo>
                    <a:cubicBezTo>
                      <a:pt x="18" y="7"/>
                      <a:pt x="24" y="14"/>
                      <a:pt x="27" y="19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53" name="Freeform 1496">
                <a:extLst>
                  <a:ext uri="{FF2B5EF4-FFF2-40B4-BE49-F238E27FC236}">
                    <a16:creationId xmlns:a16="http://schemas.microsoft.com/office/drawing/2014/main" id="{9E8983C7-D632-4982-96EA-2D719BDD5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677"/>
                <a:ext cx="33" cy="85"/>
              </a:xfrm>
              <a:custGeom>
                <a:avLst/>
                <a:gdLst>
                  <a:gd name="T0" fmla="*/ 51 w 13"/>
                  <a:gd name="T1" fmla="*/ 0 h 34"/>
                  <a:gd name="T2" fmla="*/ 213 w 13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3" y="0"/>
                    </a:moveTo>
                    <a:cubicBezTo>
                      <a:pt x="0" y="8"/>
                      <a:pt x="7" y="28"/>
                      <a:pt x="13" y="34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54" name="Freeform 1497">
                <a:extLst>
                  <a:ext uri="{FF2B5EF4-FFF2-40B4-BE49-F238E27FC236}">
                    <a16:creationId xmlns:a16="http://schemas.microsoft.com/office/drawing/2014/main" id="{B198A2F0-AA84-48CF-B0F3-D5ED2FBB4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657"/>
                <a:ext cx="23" cy="80"/>
              </a:xfrm>
              <a:custGeom>
                <a:avLst/>
                <a:gdLst>
                  <a:gd name="T0" fmla="*/ 0 w 9"/>
                  <a:gd name="T1" fmla="*/ 0 h 32"/>
                  <a:gd name="T2" fmla="*/ 130 w 9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2">
                    <a:moveTo>
                      <a:pt x="0" y="0"/>
                    </a:moveTo>
                    <a:cubicBezTo>
                      <a:pt x="6" y="8"/>
                      <a:pt x="9" y="31"/>
                      <a:pt x="8" y="32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55" name="Freeform 1498">
                <a:extLst>
                  <a:ext uri="{FF2B5EF4-FFF2-40B4-BE49-F238E27FC236}">
                    <a16:creationId xmlns:a16="http://schemas.microsoft.com/office/drawing/2014/main" id="{47E2AF55-E19D-45AF-8F53-CA58645FF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639"/>
                <a:ext cx="23" cy="83"/>
              </a:xfrm>
              <a:custGeom>
                <a:avLst/>
                <a:gdLst>
                  <a:gd name="T0" fmla="*/ 0 w 9"/>
                  <a:gd name="T1" fmla="*/ 0 h 33"/>
                  <a:gd name="T2" fmla="*/ 151 w 9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0" y="0"/>
                    </a:moveTo>
                    <a:cubicBezTo>
                      <a:pt x="6" y="9"/>
                      <a:pt x="9" y="29"/>
                      <a:pt x="9" y="33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56" name="Freeform 1499">
                <a:extLst>
                  <a:ext uri="{FF2B5EF4-FFF2-40B4-BE49-F238E27FC236}">
                    <a16:creationId xmlns:a16="http://schemas.microsoft.com/office/drawing/2014/main" id="{1F6597B5-66BA-4FB0-825A-7C88E6A52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624"/>
                <a:ext cx="28" cy="123"/>
              </a:xfrm>
              <a:custGeom>
                <a:avLst/>
                <a:gdLst>
                  <a:gd name="T0" fmla="*/ 130 w 11"/>
                  <a:gd name="T1" fmla="*/ 0 h 49"/>
                  <a:gd name="T2" fmla="*/ 181 w 11"/>
                  <a:gd name="T3" fmla="*/ 472 h 49"/>
                  <a:gd name="T4" fmla="*/ 0 w 11"/>
                  <a:gd name="T5" fmla="*/ 77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9">
                    <a:moveTo>
                      <a:pt x="8" y="0"/>
                    </a:moveTo>
                    <a:cubicBezTo>
                      <a:pt x="11" y="8"/>
                      <a:pt x="11" y="24"/>
                      <a:pt x="11" y="30"/>
                    </a:cubicBezTo>
                    <a:cubicBezTo>
                      <a:pt x="11" y="35"/>
                      <a:pt x="0" y="49"/>
                      <a:pt x="0" y="49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57" name="Line 1500">
                <a:extLst>
                  <a:ext uri="{FF2B5EF4-FFF2-40B4-BE49-F238E27FC236}">
                    <a16:creationId xmlns:a16="http://schemas.microsoft.com/office/drawing/2014/main" id="{64B04919-2E01-4CA9-B8A3-A13E50DDAC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58" y="1699"/>
                <a:ext cx="17" cy="13"/>
              </a:xfrm>
              <a:prstGeom prst="line">
                <a:avLst/>
              </a:prstGeom>
              <a:noFill/>
              <a:ln w="4763" cap="rnd">
                <a:solidFill>
                  <a:srgbClr val="56A7D8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58" name="Freeform 1501">
                <a:extLst>
                  <a:ext uri="{FF2B5EF4-FFF2-40B4-BE49-F238E27FC236}">
                    <a16:creationId xmlns:a16="http://schemas.microsoft.com/office/drawing/2014/main" id="{5BEE97AD-836F-4469-8026-4D247E381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657"/>
                <a:ext cx="20" cy="95"/>
              </a:xfrm>
              <a:custGeom>
                <a:avLst/>
                <a:gdLst>
                  <a:gd name="T0" fmla="*/ 95 w 8"/>
                  <a:gd name="T1" fmla="*/ 0 h 38"/>
                  <a:gd name="T2" fmla="*/ 0 w 8"/>
                  <a:gd name="T3" fmla="*/ 59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8">
                    <a:moveTo>
                      <a:pt x="6" y="0"/>
                    </a:moveTo>
                    <a:cubicBezTo>
                      <a:pt x="8" y="8"/>
                      <a:pt x="2" y="34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59" name="Freeform 1502">
                <a:extLst>
                  <a:ext uri="{FF2B5EF4-FFF2-40B4-BE49-F238E27FC236}">
                    <a16:creationId xmlns:a16="http://schemas.microsoft.com/office/drawing/2014/main" id="{F3721819-1D3B-4DAC-9E1E-D8BC1DFA1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682"/>
                <a:ext cx="20" cy="77"/>
              </a:xfrm>
              <a:custGeom>
                <a:avLst/>
                <a:gdLst>
                  <a:gd name="T0" fmla="*/ 113 w 8"/>
                  <a:gd name="T1" fmla="*/ 0 h 31"/>
                  <a:gd name="T2" fmla="*/ 0 w 8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1">
                    <a:moveTo>
                      <a:pt x="7" y="0"/>
                    </a:moveTo>
                    <a:cubicBezTo>
                      <a:pt x="8" y="7"/>
                      <a:pt x="0" y="28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60" name="Freeform 1503">
                <a:extLst>
                  <a:ext uri="{FF2B5EF4-FFF2-40B4-BE49-F238E27FC236}">
                    <a16:creationId xmlns:a16="http://schemas.microsoft.com/office/drawing/2014/main" id="{833502B4-1AE6-43AD-BD36-C81FE9E5B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779"/>
                <a:ext cx="60" cy="33"/>
              </a:xfrm>
              <a:custGeom>
                <a:avLst/>
                <a:gdLst>
                  <a:gd name="T0" fmla="*/ 0 w 24"/>
                  <a:gd name="T1" fmla="*/ 193 h 13"/>
                  <a:gd name="T2" fmla="*/ 238 w 24"/>
                  <a:gd name="T3" fmla="*/ 0 h 13"/>
                  <a:gd name="T4" fmla="*/ 375 w 24"/>
                  <a:gd name="T5" fmla="*/ 2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0" y="12"/>
                    </a:moveTo>
                    <a:cubicBezTo>
                      <a:pt x="7" y="4"/>
                      <a:pt x="12" y="1"/>
                      <a:pt x="15" y="0"/>
                    </a:cubicBezTo>
                    <a:cubicBezTo>
                      <a:pt x="21" y="4"/>
                      <a:pt x="24" y="13"/>
                      <a:pt x="24" y="13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61" name="Freeform 1504">
                <a:extLst>
                  <a:ext uri="{FF2B5EF4-FFF2-40B4-BE49-F238E27FC236}">
                    <a16:creationId xmlns:a16="http://schemas.microsoft.com/office/drawing/2014/main" id="{16AE4C7F-5565-4B26-AAC4-3BF7E2013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679"/>
                <a:ext cx="28" cy="100"/>
              </a:xfrm>
              <a:custGeom>
                <a:avLst/>
                <a:gdLst>
                  <a:gd name="T0" fmla="*/ 0 w 11"/>
                  <a:gd name="T1" fmla="*/ 625 h 40"/>
                  <a:gd name="T2" fmla="*/ 84 w 11"/>
                  <a:gd name="T3" fmla="*/ 83 h 40"/>
                  <a:gd name="T4" fmla="*/ 181 w 1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0">
                    <a:moveTo>
                      <a:pt x="0" y="40"/>
                    </a:moveTo>
                    <a:cubicBezTo>
                      <a:pt x="3" y="35"/>
                      <a:pt x="5" y="8"/>
                      <a:pt x="5" y="5"/>
                    </a:cubicBezTo>
                    <a:cubicBezTo>
                      <a:pt x="7" y="4"/>
                      <a:pt x="11" y="0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62" name="Freeform 1505">
                <a:extLst>
                  <a:ext uri="{FF2B5EF4-FFF2-40B4-BE49-F238E27FC236}">
                    <a16:creationId xmlns:a16="http://schemas.microsoft.com/office/drawing/2014/main" id="{9CFB9841-3122-4F46-868D-A7003CFC0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637"/>
                <a:ext cx="35" cy="102"/>
              </a:xfrm>
              <a:custGeom>
                <a:avLst/>
                <a:gdLst>
                  <a:gd name="T0" fmla="*/ 0 w 14"/>
                  <a:gd name="T1" fmla="*/ 632 h 41"/>
                  <a:gd name="T2" fmla="*/ 113 w 14"/>
                  <a:gd name="T3" fmla="*/ 587 h 41"/>
                  <a:gd name="T4" fmla="*/ 188 w 14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1">
                    <a:moveTo>
                      <a:pt x="0" y="41"/>
                    </a:moveTo>
                    <a:cubicBezTo>
                      <a:pt x="5" y="40"/>
                      <a:pt x="7" y="38"/>
                      <a:pt x="7" y="38"/>
                    </a:cubicBezTo>
                    <a:cubicBezTo>
                      <a:pt x="9" y="35"/>
                      <a:pt x="14" y="6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63" name="Freeform 1506">
                <a:extLst>
                  <a:ext uri="{FF2B5EF4-FFF2-40B4-BE49-F238E27FC236}">
                    <a16:creationId xmlns:a16="http://schemas.microsoft.com/office/drawing/2014/main" id="{42815599-5A06-47C3-87D2-8CA0587BE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732"/>
                <a:ext cx="25" cy="32"/>
              </a:xfrm>
              <a:custGeom>
                <a:avLst/>
                <a:gdLst>
                  <a:gd name="T0" fmla="*/ 0 w 10"/>
                  <a:gd name="T1" fmla="*/ 0 h 13"/>
                  <a:gd name="T2" fmla="*/ 158 w 10"/>
                  <a:gd name="T3" fmla="*/ 19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0" y="0"/>
                    </a:moveTo>
                    <a:cubicBezTo>
                      <a:pt x="4" y="4"/>
                      <a:pt x="10" y="13"/>
                      <a:pt x="10" y="13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64" name="Freeform 1507">
                <a:extLst>
                  <a:ext uri="{FF2B5EF4-FFF2-40B4-BE49-F238E27FC236}">
                    <a16:creationId xmlns:a16="http://schemas.microsoft.com/office/drawing/2014/main" id="{B26BB982-99F7-42BE-894B-44EB5CC34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134"/>
                <a:ext cx="30" cy="48"/>
              </a:xfrm>
              <a:custGeom>
                <a:avLst/>
                <a:gdLst>
                  <a:gd name="T0" fmla="*/ 113 w 12"/>
                  <a:gd name="T1" fmla="*/ 306 h 19"/>
                  <a:gd name="T2" fmla="*/ 20 w 12"/>
                  <a:gd name="T3" fmla="*/ 159 h 19"/>
                  <a:gd name="T4" fmla="*/ 83 w 12"/>
                  <a:gd name="T5" fmla="*/ 20 h 19"/>
                  <a:gd name="T6" fmla="*/ 188 w 12"/>
                  <a:gd name="T7" fmla="*/ 147 h 19"/>
                  <a:gd name="T8" fmla="*/ 113 w 12"/>
                  <a:gd name="T9" fmla="*/ 30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9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2" y="14"/>
                      <a:pt x="10" y="18"/>
                      <a:pt x="7" y="19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65" name="Freeform 1508">
                <a:extLst>
                  <a:ext uri="{FF2B5EF4-FFF2-40B4-BE49-F238E27FC236}">
                    <a16:creationId xmlns:a16="http://schemas.microsoft.com/office/drawing/2014/main" id="{F8C3D360-725C-485F-BAED-D370A698B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137"/>
                <a:ext cx="30" cy="47"/>
              </a:xfrm>
              <a:custGeom>
                <a:avLst/>
                <a:gdLst>
                  <a:gd name="T0" fmla="*/ 113 w 12"/>
                  <a:gd name="T1" fmla="*/ 287 h 19"/>
                  <a:gd name="T2" fmla="*/ 0 w 12"/>
                  <a:gd name="T3" fmla="*/ 153 h 19"/>
                  <a:gd name="T4" fmla="*/ 83 w 12"/>
                  <a:gd name="T5" fmla="*/ 12 h 19"/>
                  <a:gd name="T6" fmla="*/ 175 w 12"/>
                  <a:gd name="T7" fmla="*/ 134 h 19"/>
                  <a:gd name="T8" fmla="*/ 113 w 12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9"/>
                    </a:moveTo>
                    <a:cubicBezTo>
                      <a:pt x="4" y="19"/>
                      <a:pt x="1" y="15"/>
                      <a:pt x="0" y="10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7" y="19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66" name="Freeform 1509">
                <a:extLst>
                  <a:ext uri="{FF2B5EF4-FFF2-40B4-BE49-F238E27FC236}">
                    <a16:creationId xmlns:a16="http://schemas.microsoft.com/office/drawing/2014/main" id="{47A0F109-FF2D-4945-A3B0-4E7073ED3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144"/>
                <a:ext cx="23" cy="38"/>
              </a:xfrm>
              <a:custGeom>
                <a:avLst/>
                <a:gdLst>
                  <a:gd name="T0" fmla="*/ 118 w 9"/>
                  <a:gd name="T1" fmla="*/ 193 h 15"/>
                  <a:gd name="T2" fmla="*/ 20 w 9"/>
                  <a:gd name="T3" fmla="*/ 84 h 15"/>
                  <a:gd name="T4" fmla="*/ 20 w 9"/>
                  <a:gd name="T5" fmla="*/ 0 h 15"/>
                  <a:gd name="T6" fmla="*/ 0 w 9"/>
                  <a:gd name="T7" fmla="*/ 117 h 15"/>
                  <a:gd name="T8" fmla="*/ 97 w 9"/>
                  <a:gd name="T9" fmla="*/ 243 h 15"/>
                  <a:gd name="T10" fmla="*/ 151 w 9"/>
                  <a:gd name="T11" fmla="*/ 180 h 15"/>
                  <a:gd name="T12" fmla="*/ 118 w 9"/>
                  <a:gd name="T13" fmla="*/ 19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7" y="12"/>
                    </a:moveTo>
                    <a:cubicBezTo>
                      <a:pt x="4" y="13"/>
                      <a:pt x="1" y="9"/>
                      <a:pt x="1" y="5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11"/>
                      <a:pt x="3" y="15"/>
                      <a:pt x="6" y="15"/>
                    </a:cubicBezTo>
                    <a:cubicBezTo>
                      <a:pt x="7" y="14"/>
                      <a:pt x="9" y="13"/>
                      <a:pt x="9" y="11"/>
                    </a:cubicBezTo>
                    <a:cubicBezTo>
                      <a:pt x="9" y="12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67" name="Freeform 1510">
                <a:extLst>
                  <a:ext uri="{FF2B5EF4-FFF2-40B4-BE49-F238E27FC236}">
                    <a16:creationId xmlns:a16="http://schemas.microsoft.com/office/drawing/2014/main" id="{BE71901A-DCFB-4F8B-A44C-F85BC681C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009"/>
                <a:ext cx="30" cy="48"/>
              </a:xfrm>
              <a:custGeom>
                <a:avLst/>
                <a:gdLst>
                  <a:gd name="T0" fmla="*/ 113 w 12"/>
                  <a:gd name="T1" fmla="*/ 306 h 19"/>
                  <a:gd name="T2" fmla="*/ 20 w 12"/>
                  <a:gd name="T3" fmla="*/ 159 h 19"/>
                  <a:gd name="T4" fmla="*/ 83 w 12"/>
                  <a:gd name="T5" fmla="*/ 20 h 19"/>
                  <a:gd name="T6" fmla="*/ 188 w 12"/>
                  <a:gd name="T7" fmla="*/ 147 h 19"/>
                  <a:gd name="T8" fmla="*/ 113 w 12"/>
                  <a:gd name="T9" fmla="*/ 30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9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2" y="14"/>
                      <a:pt x="10" y="18"/>
                      <a:pt x="7" y="19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68" name="Freeform 1511">
                <a:extLst>
                  <a:ext uri="{FF2B5EF4-FFF2-40B4-BE49-F238E27FC236}">
                    <a16:creationId xmlns:a16="http://schemas.microsoft.com/office/drawing/2014/main" id="{28AE1CCB-EC46-401C-B366-C9DB54DDE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012"/>
                <a:ext cx="30" cy="47"/>
              </a:xfrm>
              <a:custGeom>
                <a:avLst/>
                <a:gdLst>
                  <a:gd name="T0" fmla="*/ 113 w 12"/>
                  <a:gd name="T1" fmla="*/ 287 h 19"/>
                  <a:gd name="T2" fmla="*/ 0 w 12"/>
                  <a:gd name="T3" fmla="*/ 153 h 19"/>
                  <a:gd name="T4" fmla="*/ 83 w 12"/>
                  <a:gd name="T5" fmla="*/ 12 h 19"/>
                  <a:gd name="T6" fmla="*/ 175 w 12"/>
                  <a:gd name="T7" fmla="*/ 134 h 19"/>
                  <a:gd name="T8" fmla="*/ 113 w 12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9"/>
                    </a:moveTo>
                    <a:cubicBezTo>
                      <a:pt x="4" y="19"/>
                      <a:pt x="1" y="15"/>
                      <a:pt x="0" y="10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7" y="19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69" name="Freeform 1512">
                <a:extLst>
                  <a:ext uri="{FF2B5EF4-FFF2-40B4-BE49-F238E27FC236}">
                    <a16:creationId xmlns:a16="http://schemas.microsoft.com/office/drawing/2014/main" id="{FA85E019-90F1-4CCA-865A-C59E5EB35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019"/>
                <a:ext cx="22" cy="38"/>
              </a:xfrm>
              <a:custGeom>
                <a:avLst/>
                <a:gdLst>
                  <a:gd name="T0" fmla="*/ 103 w 9"/>
                  <a:gd name="T1" fmla="*/ 193 h 15"/>
                  <a:gd name="T2" fmla="*/ 12 w 9"/>
                  <a:gd name="T3" fmla="*/ 84 h 15"/>
                  <a:gd name="T4" fmla="*/ 12 w 9"/>
                  <a:gd name="T5" fmla="*/ 0 h 15"/>
                  <a:gd name="T6" fmla="*/ 0 w 9"/>
                  <a:gd name="T7" fmla="*/ 117 h 15"/>
                  <a:gd name="T8" fmla="*/ 90 w 9"/>
                  <a:gd name="T9" fmla="*/ 243 h 15"/>
                  <a:gd name="T10" fmla="*/ 132 w 9"/>
                  <a:gd name="T11" fmla="*/ 180 h 15"/>
                  <a:gd name="T12" fmla="*/ 103 w 9"/>
                  <a:gd name="T13" fmla="*/ 19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7" y="12"/>
                    </a:moveTo>
                    <a:cubicBezTo>
                      <a:pt x="4" y="13"/>
                      <a:pt x="1" y="9"/>
                      <a:pt x="1" y="5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11"/>
                      <a:pt x="3" y="15"/>
                      <a:pt x="6" y="15"/>
                    </a:cubicBezTo>
                    <a:cubicBezTo>
                      <a:pt x="7" y="14"/>
                      <a:pt x="9" y="13"/>
                      <a:pt x="9" y="11"/>
                    </a:cubicBezTo>
                    <a:cubicBezTo>
                      <a:pt x="9" y="12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70" name="Freeform 1513">
                <a:extLst>
                  <a:ext uri="{FF2B5EF4-FFF2-40B4-BE49-F238E27FC236}">
                    <a16:creationId xmlns:a16="http://schemas.microsoft.com/office/drawing/2014/main" id="{8766E11F-3AD1-4896-AC11-EA34A5DD1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137"/>
                <a:ext cx="30" cy="47"/>
              </a:xfrm>
              <a:custGeom>
                <a:avLst/>
                <a:gdLst>
                  <a:gd name="T0" fmla="*/ 113 w 12"/>
                  <a:gd name="T1" fmla="*/ 287 h 19"/>
                  <a:gd name="T2" fmla="*/ 20 w 12"/>
                  <a:gd name="T3" fmla="*/ 153 h 19"/>
                  <a:gd name="T4" fmla="*/ 83 w 12"/>
                  <a:gd name="T5" fmla="*/ 12 h 19"/>
                  <a:gd name="T6" fmla="*/ 188 w 12"/>
                  <a:gd name="T7" fmla="*/ 134 h 19"/>
                  <a:gd name="T8" fmla="*/ 113 w 12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9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2" y="14"/>
                      <a:pt x="10" y="18"/>
                      <a:pt x="7" y="19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71" name="Freeform 1514">
                <a:extLst>
                  <a:ext uri="{FF2B5EF4-FFF2-40B4-BE49-F238E27FC236}">
                    <a16:creationId xmlns:a16="http://schemas.microsoft.com/office/drawing/2014/main" id="{AB4F29AF-57DA-4B5C-82AD-A76137314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139"/>
                <a:ext cx="30" cy="48"/>
              </a:xfrm>
              <a:custGeom>
                <a:avLst/>
                <a:gdLst>
                  <a:gd name="T0" fmla="*/ 113 w 12"/>
                  <a:gd name="T1" fmla="*/ 306 h 19"/>
                  <a:gd name="T2" fmla="*/ 0 w 12"/>
                  <a:gd name="T3" fmla="*/ 159 h 19"/>
                  <a:gd name="T4" fmla="*/ 83 w 12"/>
                  <a:gd name="T5" fmla="*/ 20 h 19"/>
                  <a:gd name="T6" fmla="*/ 175 w 12"/>
                  <a:gd name="T7" fmla="*/ 147 h 19"/>
                  <a:gd name="T8" fmla="*/ 113 w 12"/>
                  <a:gd name="T9" fmla="*/ 30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9"/>
                    </a:moveTo>
                    <a:cubicBezTo>
                      <a:pt x="4" y="19"/>
                      <a:pt x="1" y="15"/>
                      <a:pt x="0" y="10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7" y="19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72" name="Freeform 1515">
                <a:extLst>
                  <a:ext uri="{FF2B5EF4-FFF2-40B4-BE49-F238E27FC236}">
                    <a16:creationId xmlns:a16="http://schemas.microsoft.com/office/drawing/2014/main" id="{88EFA4D3-7A31-4150-9920-67C3A9717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147"/>
                <a:ext cx="22" cy="37"/>
              </a:xfrm>
              <a:custGeom>
                <a:avLst/>
                <a:gdLst>
                  <a:gd name="T0" fmla="*/ 103 w 9"/>
                  <a:gd name="T1" fmla="*/ 183 h 15"/>
                  <a:gd name="T2" fmla="*/ 12 w 9"/>
                  <a:gd name="T3" fmla="*/ 74 h 15"/>
                  <a:gd name="T4" fmla="*/ 12 w 9"/>
                  <a:gd name="T5" fmla="*/ 0 h 15"/>
                  <a:gd name="T6" fmla="*/ 0 w 9"/>
                  <a:gd name="T7" fmla="*/ 104 h 15"/>
                  <a:gd name="T8" fmla="*/ 90 w 9"/>
                  <a:gd name="T9" fmla="*/ 224 h 15"/>
                  <a:gd name="T10" fmla="*/ 132 w 9"/>
                  <a:gd name="T11" fmla="*/ 165 h 15"/>
                  <a:gd name="T12" fmla="*/ 103 w 9"/>
                  <a:gd name="T13" fmla="*/ 18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5">
                    <a:moveTo>
                      <a:pt x="7" y="12"/>
                    </a:moveTo>
                    <a:cubicBezTo>
                      <a:pt x="4" y="13"/>
                      <a:pt x="1" y="9"/>
                      <a:pt x="1" y="5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11"/>
                      <a:pt x="3" y="15"/>
                      <a:pt x="6" y="15"/>
                    </a:cubicBezTo>
                    <a:cubicBezTo>
                      <a:pt x="7" y="14"/>
                      <a:pt x="9" y="13"/>
                      <a:pt x="9" y="11"/>
                    </a:cubicBezTo>
                    <a:cubicBezTo>
                      <a:pt x="9" y="12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73" name="Freeform 1516">
                <a:extLst>
                  <a:ext uri="{FF2B5EF4-FFF2-40B4-BE49-F238E27FC236}">
                    <a16:creationId xmlns:a16="http://schemas.microsoft.com/office/drawing/2014/main" id="{F8CEDD1F-8A03-438A-B611-2BC211CB8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269"/>
                <a:ext cx="30" cy="45"/>
              </a:xfrm>
              <a:custGeom>
                <a:avLst/>
                <a:gdLst>
                  <a:gd name="T0" fmla="*/ 113 w 12"/>
                  <a:gd name="T1" fmla="*/ 283 h 18"/>
                  <a:gd name="T2" fmla="*/ 0 w 12"/>
                  <a:gd name="T3" fmla="*/ 158 h 18"/>
                  <a:gd name="T4" fmla="*/ 83 w 12"/>
                  <a:gd name="T5" fmla="*/ 0 h 18"/>
                  <a:gd name="T6" fmla="*/ 175 w 12"/>
                  <a:gd name="T7" fmla="*/ 145 h 18"/>
                  <a:gd name="T8" fmla="*/ 113 w 12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7" y="18"/>
                    </a:moveTo>
                    <a:cubicBezTo>
                      <a:pt x="4" y="18"/>
                      <a:pt x="1" y="15"/>
                      <a:pt x="0" y="10"/>
                    </a:cubicBezTo>
                    <a:cubicBezTo>
                      <a:pt x="0" y="5"/>
                      <a:pt x="2" y="0"/>
                      <a:pt x="5" y="0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6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74" name="Freeform 1517">
                <a:extLst>
                  <a:ext uri="{FF2B5EF4-FFF2-40B4-BE49-F238E27FC236}">
                    <a16:creationId xmlns:a16="http://schemas.microsoft.com/office/drawing/2014/main" id="{F4AE8729-1BA9-4A2B-8347-C73E4523F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277"/>
                <a:ext cx="22" cy="35"/>
              </a:xfrm>
              <a:custGeom>
                <a:avLst/>
                <a:gdLst>
                  <a:gd name="T0" fmla="*/ 103 w 9"/>
                  <a:gd name="T1" fmla="*/ 188 h 14"/>
                  <a:gd name="T2" fmla="*/ 12 w 9"/>
                  <a:gd name="T3" fmla="*/ 63 h 14"/>
                  <a:gd name="T4" fmla="*/ 12 w 9"/>
                  <a:gd name="T5" fmla="*/ 0 h 14"/>
                  <a:gd name="T6" fmla="*/ 0 w 9"/>
                  <a:gd name="T7" fmla="*/ 113 h 14"/>
                  <a:gd name="T8" fmla="*/ 90 w 9"/>
                  <a:gd name="T9" fmla="*/ 220 h 14"/>
                  <a:gd name="T10" fmla="*/ 132 w 9"/>
                  <a:gd name="T11" fmla="*/ 158 h 14"/>
                  <a:gd name="T12" fmla="*/ 103 w 9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7" y="12"/>
                    </a:moveTo>
                    <a:cubicBezTo>
                      <a:pt x="4" y="12"/>
                      <a:pt x="1" y="9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11"/>
                      <a:pt x="3" y="14"/>
                      <a:pt x="6" y="14"/>
                    </a:cubicBezTo>
                    <a:cubicBezTo>
                      <a:pt x="7" y="14"/>
                      <a:pt x="9" y="12"/>
                      <a:pt x="9" y="10"/>
                    </a:cubicBezTo>
                    <a:cubicBezTo>
                      <a:pt x="9" y="11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6F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75" name="Freeform 1518">
                <a:extLst>
                  <a:ext uri="{FF2B5EF4-FFF2-40B4-BE49-F238E27FC236}">
                    <a16:creationId xmlns:a16="http://schemas.microsoft.com/office/drawing/2014/main" id="{F75AD6EF-E2A6-4A40-8107-3E2FF938A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167"/>
                <a:ext cx="30" cy="45"/>
              </a:xfrm>
              <a:custGeom>
                <a:avLst/>
                <a:gdLst>
                  <a:gd name="T0" fmla="*/ 113 w 12"/>
                  <a:gd name="T1" fmla="*/ 283 h 18"/>
                  <a:gd name="T2" fmla="*/ 20 w 12"/>
                  <a:gd name="T3" fmla="*/ 158 h 18"/>
                  <a:gd name="T4" fmla="*/ 95 w 12"/>
                  <a:gd name="T5" fmla="*/ 0 h 18"/>
                  <a:gd name="T6" fmla="*/ 188 w 12"/>
                  <a:gd name="T7" fmla="*/ 145 h 18"/>
                  <a:gd name="T8" fmla="*/ 113 w 12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7" y="18"/>
                    </a:moveTo>
                    <a:cubicBezTo>
                      <a:pt x="4" y="18"/>
                      <a:pt x="1" y="15"/>
                      <a:pt x="1" y="10"/>
                    </a:cubicBezTo>
                    <a:cubicBezTo>
                      <a:pt x="0" y="5"/>
                      <a:pt x="3" y="0"/>
                      <a:pt x="6" y="0"/>
                    </a:cubicBezTo>
                    <a:cubicBezTo>
                      <a:pt x="9" y="0"/>
                      <a:pt x="12" y="4"/>
                      <a:pt x="12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6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76" name="Freeform 1519">
                <a:extLst>
                  <a:ext uri="{FF2B5EF4-FFF2-40B4-BE49-F238E27FC236}">
                    <a16:creationId xmlns:a16="http://schemas.microsoft.com/office/drawing/2014/main" id="{08778D33-9EAA-4C55-A27E-2484A2004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174"/>
                <a:ext cx="25" cy="35"/>
              </a:xfrm>
              <a:custGeom>
                <a:avLst/>
                <a:gdLst>
                  <a:gd name="T0" fmla="*/ 113 w 10"/>
                  <a:gd name="T1" fmla="*/ 188 h 14"/>
                  <a:gd name="T2" fmla="*/ 33 w 10"/>
                  <a:gd name="T3" fmla="*/ 63 h 14"/>
                  <a:gd name="T4" fmla="*/ 33 w 10"/>
                  <a:gd name="T5" fmla="*/ 0 h 14"/>
                  <a:gd name="T6" fmla="*/ 20 w 10"/>
                  <a:gd name="T7" fmla="*/ 113 h 14"/>
                  <a:gd name="T8" fmla="*/ 95 w 10"/>
                  <a:gd name="T9" fmla="*/ 220 h 14"/>
                  <a:gd name="T10" fmla="*/ 158 w 10"/>
                  <a:gd name="T11" fmla="*/ 158 h 14"/>
                  <a:gd name="T12" fmla="*/ 113 w 10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7" y="12"/>
                    </a:moveTo>
                    <a:cubicBezTo>
                      <a:pt x="4" y="12"/>
                      <a:pt x="2" y="9"/>
                      <a:pt x="2" y="4"/>
                    </a:cubicBezTo>
                    <a:cubicBezTo>
                      <a:pt x="1" y="3"/>
                      <a:pt x="2" y="1"/>
                      <a:pt x="2" y="0"/>
                    </a:cubicBezTo>
                    <a:cubicBezTo>
                      <a:pt x="1" y="2"/>
                      <a:pt x="0" y="4"/>
                      <a:pt x="1" y="7"/>
                    </a:cubicBezTo>
                    <a:cubicBezTo>
                      <a:pt x="1" y="11"/>
                      <a:pt x="3" y="14"/>
                      <a:pt x="6" y="14"/>
                    </a:cubicBezTo>
                    <a:cubicBezTo>
                      <a:pt x="8" y="14"/>
                      <a:pt x="9" y="12"/>
                      <a:pt x="10" y="10"/>
                    </a:cubicBezTo>
                    <a:cubicBezTo>
                      <a:pt x="9" y="11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6F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77" name="Freeform 1520">
                <a:extLst>
                  <a:ext uri="{FF2B5EF4-FFF2-40B4-BE49-F238E27FC236}">
                    <a16:creationId xmlns:a16="http://schemas.microsoft.com/office/drawing/2014/main" id="{5E215A64-4453-4AB2-94F7-8B89556E5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262"/>
                <a:ext cx="30" cy="47"/>
              </a:xfrm>
              <a:custGeom>
                <a:avLst/>
                <a:gdLst>
                  <a:gd name="T0" fmla="*/ 113 w 12"/>
                  <a:gd name="T1" fmla="*/ 275 h 19"/>
                  <a:gd name="T2" fmla="*/ 20 w 12"/>
                  <a:gd name="T3" fmla="*/ 153 h 19"/>
                  <a:gd name="T4" fmla="*/ 95 w 12"/>
                  <a:gd name="T5" fmla="*/ 0 h 19"/>
                  <a:gd name="T6" fmla="*/ 188 w 12"/>
                  <a:gd name="T7" fmla="*/ 134 h 19"/>
                  <a:gd name="T8" fmla="*/ 113 w 12"/>
                  <a:gd name="T9" fmla="*/ 27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2" y="1"/>
                      <a:pt x="6" y="0"/>
                    </a:cubicBezTo>
                    <a:cubicBezTo>
                      <a:pt x="9" y="0"/>
                      <a:pt x="11" y="4"/>
                      <a:pt x="12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78" name="Freeform 1521">
                <a:extLst>
                  <a:ext uri="{FF2B5EF4-FFF2-40B4-BE49-F238E27FC236}">
                    <a16:creationId xmlns:a16="http://schemas.microsoft.com/office/drawing/2014/main" id="{0AF31469-98E4-4D54-8791-C951A1C5D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264"/>
                <a:ext cx="30" cy="48"/>
              </a:xfrm>
              <a:custGeom>
                <a:avLst/>
                <a:gdLst>
                  <a:gd name="T0" fmla="*/ 113 w 12"/>
                  <a:gd name="T1" fmla="*/ 288 h 19"/>
                  <a:gd name="T2" fmla="*/ 20 w 12"/>
                  <a:gd name="T3" fmla="*/ 159 h 19"/>
                  <a:gd name="T4" fmla="*/ 83 w 12"/>
                  <a:gd name="T5" fmla="*/ 0 h 19"/>
                  <a:gd name="T6" fmla="*/ 188 w 12"/>
                  <a:gd name="T7" fmla="*/ 147 h 19"/>
                  <a:gd name="T8" fmla="*/ 113 w 12"/>
                  <a:gd name="T9" fmla="*/ 28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8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2" y="1"/>
                      <a:pt x="5" y="0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2" y="14"/>
                      <a:pt x="10" y="18"/>
                      <a:pt x="7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79" name="Freeform 1522">
                <a:extLst>
                  <a:ext uri="{FF2B5EF4-FFF2-40B4-BE49-F238E27FC236}">
                    <a16:creationId xmlns:a16="http://schemas.microsoft.com/office/drawing/2014/main" id="{5D866883-5F5F-4689-A270-60D7DB677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272"/>
                <a:ext cx="25" cy="37"/>
              </a:xfrm>
              <a:custGeom>
                <a:avLst/>
                <a:gdLst>
                  <a:gd name="T0" fmla="*/ 113 w 10"/>
                  <a:gd name="T1" fmla="*/ 183 h 15"/>
                  <a:gd name="T2" fmla="*/ 20 w 10"/>
                  <a:gd name="T3" fmla="*/ 74 h 15"/>
                  <a:gd name="T4" fmla="*/ 33 w 10"/>
                  <a:gd name="T5" fmla="*/ 0 h 15"/>
                  <a:gd name="T6" fmla="*/ 0 w 10"/>
                  <a:gd name="T7" fmla="*/ 104 h 15"/>
                  <a:gd name="T8" fmla="*/ 95 w 10"/>
                  <a:gd name="T9" fmla="*/ 212 h 15"/>
                  <a:gd name="T10" fmla="*/ 158 w 10"/>
                  <a:gd name="T11" fmla="*/ 153 h 15"/>
                  <a:gd name="T12" fmla="*/ 113 w 10"/>
                  <a:gd name="T13" fmla="*/ 18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7" y="12"/>
                    </a:moveTo>
                    <a:cubicBezTo>
                      <a:pt x="4" y="12"/>
                      <a:pt x="2" y="9"/>
                      <a:pt x="1" y="5"/>
                    </a:cubicBezTo>
                    <a:cubicBezTo>
                      <a:pt x="1" y="3"/>
                      <a:pt x="1" y="2"/>
                      <a:pt x="2" y="0"/>
                    </a:cubicBezTo>
                    <a:cubicBezTo>
                      <a:pt x="1" y="2"/>
                      <a:pt x="0" y="4"/>
                      <a:pt x="0" y="7"/>
                    </a:cubicBezTo>
                    <a:cubicBezTo>
                      <a:pt x="1" y="11"/>
                      <a:pt x="3" y="15"/>
                      <a:pt x="6" y="14"/>
                    </a:cubicBezTo>
                    <a:cubicBezTo>
                      <a:pt x="7" y="14"/>
                      <a:pt x="9" y="13"/>
                      <a:pt x="10" y="10"/>
                    </a:cubicBezTo>
                    <a:cubicBezTo>
                      <a:pt x="9" y="11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0" name="Freeform 1523">
                <a:extLst>
                  <a:ext uri="{FF2B5EF4-FFF2-40B4-BE49-F238E27FC236}">
                    <a16:creationId xmlns:a16="http://schemas.microsoft.com/office/drawing/2014/main" id="{3FD7B937-35ED-4E47-A61B-461B07C2B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352"/>
                <a:ext cx="28" cy="45"/>
              </a:xfrm>
              <a:custGeom>
                <a:avLst/>
                <a:gdLst>
                  <a:gd name="T0" fmla="*/ 97 w 11"/>
                  <a:gd name="T1" fmla="*/ 283 h 18"/>
                  <a:gd name="T2" fmla="*/ 0 w 11"/>
                  <a:gd name="T3" fmla="*/ 145 h 18"/>
                  <a:gd name="T4" fmla="*/ 84 w 11"/>
                  <a:gd name="T5" fmla="*/ 0 h 18"/>
                  <a:gd name="T6" fmla="*/ 181 w 11"/>
                  <a:gd name="T7" fmla="*/ 145 h 18"/>
                  <a:gd name="T8" fmla="*/ 97 w 11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6" y="18"/>
                    </a:moveTo>
                    <a:cubicBezTo>
                      <a:pt x="3" y="18"/>
                      <a:pt x="0" y="14"/>
                      <a:pt x="0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1" y="14"/>
                      <a:pt x="9" y="18"/>
                      <a:pt x="6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1" name="Freeform 1524">
                <a:extLst>
                  <a:ext uri="{FF2B5EF4-FFF2-40B4-BE49-F238E27FC236}">
                    <a16:creationId xmlns:a16="http://schemas.microsoft.com/office/drawing/2014/main" id="{0800F8C7-F1E3-4DF8-BDFB-FCE446071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354"/>
                <a:ext cx="27" cy="45"/>
              </a:xfrm>
              <a:custGeom>
                <a:avLst/>
                <a:gdLst>
                  <a:gd name="T0" fmla="*/ 91 w 11"/>
                  <a:gd name="T1" fmla="*/ 283 h 18"/>
                  <a:gd name="T2" fmla="*/ 0 w 11"/>
                  <a:gd name="T3" fmla="*/ 145 h 18"/>
                  <a:gd name="T4" fmla="*/ 71 w 11"/>
                  <a:gd name="T5" fmla="*/ 0 h 18"/>
                  <a:gd name="T6" fmla="*/ 162 w 11"/>
                  <a:gd name="T7" fmla="*/ 145 h 18"/>
                  <a:gd name="T8" fmla="*/ 91 w 11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6" y="18"/>
                    </a:moveTo>
                    <a:cubicBezTo>
                      <a:pt x="3" y="18"/>
                      <a:pt x="0" y="14"/>
                      <a:pt x="0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1" y="14"/>
                      <a:pt x="9" y="18"/>
                      <a:pt x="6" y="18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2" name="Freeform 1525">
                <a:extLst>
                  <a:ext uri="{FF2B5EF4-FFF2-40B4-BE49-F238E27FC236}">
                    <a16:creationId xmlns:a16="http://schemas.microsoft.com/office/drawing/2014/main" id="{D7A51430-D176-4B3F-A90B-6F44CCB1D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362"/>
                <a:ext cx="25" cy="35"/>
              </a:xfrm>
              <a:custGeom>
                <a:avLst/>
                <a:gdLst>
                  <a:gd name="T0" fmla="*/ 113 w 10"/>
                  <a:gd name="T1" fmla="*/ 188 h 14"/>
                  <a:gd name="T2" fmla="*/ 33 w 10"/>
                  <a:gd name="T3" fmla="*/ 63 h 14"/>
                  <a:gd name="T4" fmla="*/ 33 w 10"/>
                  <a:gd name="T5" fmla="*/ 0 h 14"/>
                  <a:gd name="T6" fmla="*/ 0 w 10"/>
                  <a:gd name="T7" fmla="*/ 95 h 14"/>
                  <a:gd name="T8" fmla="*/ 95 w 10"/>
                  <a:gd name="T9" fmla="*/ 220 h 14"/>
                  <a:gd name="T10" fmla="*/ 158 w 10"/>
                  <a:gd name="T11" fmla="*/ 158 h 14"/>
                  <a:gd name="T12" fmla="*/ 113 w 10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7" y="12"/>
                    </a:moveTo>
                    <a:cubicBezTo>
                      <a:pt x="4" y="12"/>
                      <a:pt x="2" y="9"/>
                      <a:pt x="2" y="4"/>
                    </a:cubicBezTo>
                    <a:cubicBezTo>
                      <a:pt x="2" y="3"/>
                      <a:pt x="2" y="1"/>
                      <a:pt x="2" y="0"/>
                    </a:cubicBezTo>
                    <a:cubicBezTo>
                      <a:pt x="1" y="1"/>
                      <a:pt x="0" y="4"/>
                      <a:pt x="0" y="6"/>
                    </a:cubicBezTo>
                    <a:cubicBezTo>
                      <a:pt x="1" y="11"/>
                      <a:pt x="3" y="14"/>
                      <a:pt x="6" y="14"/>
                    </a:cubicBezTo>
                    <a:cubicBezTo>
                      <a:pt x="7" y="14"/>
                      <a:pt x="9" y="13"/>
                      <a:pt x="10" y="10"/>
                    </a:cubicBezTo>
                    <a:cubicBezTo>
                      <a:pt x="9" y="11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3" name="Freeform 1526">
                <a:extLst>
                  <a:ext uri="{FF2B5EF4-FFF2-40B4-BE49-F238E27FC236}">
                    <a16:creationId xmlns:a16="http://schemas.microsoft.com/office/drawing/2014/main" id="{83B310F7-1961-4339-81A0-EEDAB077E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342"/>
                <a:ext cx="30" cy="47"/>
              </a:xfrm>
              <a:custGeom>
                <a:avLst/>
                <a:gdLst>
                  <a:gd name="T0" fmla="*/ 113 w 12"/>
                  <a:gd name="T1" fmla="*/ 287 h 19"/>
                  <a:gd name="T2" fmla="*/ 0 w 12"/>
                  <a:gd name="T3" fmla="*/ 153 h 19"/>
                  <a:gd name="T4" fmla="*/ 63 w 12"/>
                  <a:gd name="T5" fmla="*/ 12 h 19"/>
                  <a:gd name="T6" fmla="*/ 175 w 12"/>
                  <a:gd name="T7" fmla="*/ 134 h 19"/>
                  <a:gd name="T8" fmla="*/ 113 w 12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9"/>
                    </a:moveTo>
                    <a:cubicBezTo>
                      <a:pt x="4" y="19"/>
                      <a:pt x="1" y="15"/>
                      <a:pt x="0" y="10"/>
                    </a:cubicBezTo>
                    <a:cubicBezTo>
                      <a:pt x="0" y="5"/>
                      <a:pt x="1" y="1"/>
                      <a:pt x="4" y="1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7" y="19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4" name="Freeform 1527">
                <a:extLst>
                  <a:ext uri="{FF2B5EF4-FFF2-40B4-BE49-F238E27FC236}">
                    <a16:creationId xmlns:a16="http://schemas.microsoft.com/office/drawing/2014/main" id="{09AC9446-6501-497C-8952-A967827BB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2344"/>
                <a:ext cx="33" cy="48"/>
              </a:xfrm>
              <a:custGeom>
                <a:avLst/>
                <a:gdLst>
                  <a:gd name="T0" fmla="*/ 129 w 13"/>
                  <a:gd name="T1" fmla="*/ 306 h 19"/>
                  <a:gd name="T2" fmla="*/ 20 w 13"/>
                  <a:gd name="T3" fmla="*/ 159 h 19"/>
                  <a:gd name="T4" fmla="*/ 84 w 13"/>
                  <a:gd name="T5" fmla="*/ 20 h 19"/>
                  <a:gd name="T6" fmla="*/ 193 w 13"/>
                  <a:gd name="T7" fmla="*/ 147 h 19"/>
                  <a:gd name="T8" fmla="*/ 129 w 13"/>
                  <a:gd name="T9" fmla="*/ 30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8" y="19"/>
                    </a:moveTo>
                    <a:cubicBezTo>
                      <a:pt x="5" y="19"/>
                      <a:pt x="2" y="15"/>
                      <a:pt x="1" y="10"/>
                    </a:cubicBezTo>
                    <a:cubicBezTo>
                      <a:pt x="0" y="6"/>
                      <a:pt x="2" y="1"/>
                      <a:pt x="5" y="1"/>
                    </a:cubicBezTo>
                    <a:cubicBezTo>
                      <a:pt x="8" y="0"/>
                      <a:pt x="11" y="4"/>
                      <a:pt x="12" y="9"/>
                    </a:cubicBezTo>
                    <a:cubicBezTo>
                      <a:pt x="13" y="14"/>
                      <a:pt x="11" y="18"/>
                      <a:pt x="8" y="19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5" name="Freeform 1528">
                <a:extLst>
                  <a:ext uri="{FF2B5EF4-FFF2-40B4-BE49-F238E27FC236}">
                    <a16:creationId xmlns:a16="http://schemas.microsoft.com/office/drawing/2014/main" id="{B5B7AF98-CED0-4FF8-8AD3-89672FB5F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354"/>
                <a:ext cx="25" cy="35"/>
              </a:xfrm>
              <a:custGeom>
                <a:avLst/>
                <a:gdLst>
                  <a:gd name="T0" fmla="*/ 113 w 10"/>
                  <a:gd name="T1" fmla="*/ 188 h 14"/>
                  <a:gd name="T2" fmla="*/ 33 w 10"/>
                  <a:gd name="T3" fmla="*/ 63 h 14"/>
                  <a:gd name="T4" fmla="*/ 33 w 10"/>
                  <a:gd name="T5" fmla="*/ 0 h 14"/>
                  <a:gd name="T6" fmla="*/ 20 w 10"/>
                  <a:gd name="T7" fmla="*/ 95 h 14"/>
                  <a:gd name="T8" fmla="*/ 95 w 10"/>
                  <a:gd name="T9" fmla="*/ 220 h 14"/>
                  <a:gd name="T10" fmla="*/ 158 w 10"/>
                  <a:gd name="T11" fmla="*/ 158 h 14"/>
                  <a:gd name="T12" fmla="*/ 113 w 10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7" y="12"/>
                    </a:moveTo>
                    <a:cubicBezTo>
                      <a:pt x="5" y="12"/>
                      <a:pt x="2" y="9"/>
                      <a:pt x="2" y="4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1" y="11"/>
                      <a:pt x="4" y="14"/>
                      <a:pt x="6" y="14"/>
                    </a:cubicBezTo>
                    <a:cubicBezTo>
                      <a:pt x="8" y="14"/>
                      <a:pt x="9" y="12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6" name="Freeform 1529">
                <a:extLst>
                  <a:ext uri="{FF2B5EF4-FFF2-40B4-BE49-F238E27FC236}">
                    <a16:creationId xmlns:a16="http://schemas.microsoft.com/office/drawing/2014/main" id="{B2A2BBAE-592B-4A5F-8626-8140E1A07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152"/>
                <a:ext cx="30" cy="47"/>
              </a:xfrm>
              <a:custGeom>
                <a:avLst/>
                <a:gdLst>
                  <a:gd name="T0" fmla="*/ 95 w 12"/>
                  <a:gd name="T1" fmla="*/ 287 h 19"/>
                  <a:gd name="T2" fmla="*/ 0 w 12"/>
                  <a:gd name="T3" fmla="*/ 153 h 19"/>
                  <a:gd name="T4" fmla="*/ 83 w 12"/>
                  <a:gd name="T5" fmla="*/ 12 h 19"/>
                  <a:gd name="T6" fmla="*/ 175 w 12"/>
                  <a:gd name="T7" fmla="*/ 134 h 19"/>
                  <a:gd name="T8" fmla="*/ 95 w 12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6" y="19"/>
                    </a:moveTo>
                    <a:cubicBezTo>
                      <a:pt x="3" y="19"/>
                      <a:pt x="1" y="15"/>
                      <a:pt x="0" y="10"/>
                    </a:cubicBezTo>
                    <a:cubicBezTo>
                      <a:pt x="0" y="5"/>
                      <a:pt x="2" y="1"/>
                      <a:pt x="5" y="1"/>
                    </a:cubicBezTo>
                    <a:cubicBezTo>
                      <a:pt x="8" y="0"/>
                      <a:pt x="11" y="4"/>
                      <a:pt x="11" y="9"/>
                    </a:cubicBezTo>
                    <a:cubicBezTo>
                      <a:pt x="12" y="14"/>
                      <a:pt x="10" y="18"/>
                      <a:pt x="6" y="19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7" name="Freeform 1530">
                <a:extLst>
                  <a:ext uri="{FF2B5EF4-FFF2-40B4-BE49-F238E27FC236}">
                    <a16:creationId xmlns:a16="http://schemas.microsoft.com/office/drawing/2014/main" id="{F1419457-ED46-47CC-9473-473C71A9B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154"/>
                <a:ext cx="30" cy="48"/>
              </a:xfrm>
              <a:custGeom>
                <a:avLst/>
                <a:gdLst>
                  <a:gd name="T0" fmla="*/ 113 w 12"/>
                  <a:gd name="T1" fmla="*/ 306 h 19"/>
                  <a:gd name="T2" fmla="*/ 20 w 12"/>
                  <a:gd name="T3" fmla="*/ 159 h 19"/>
                  <a:gd name="T4" fmla="*/ 95 w 12"/>
                  <a:gd name="T5" fmla="*/ 20 h 19"/>
                  <a:gd name="T6" fmla="*/ 188 w 12"/>
                  <a:gd name="T7" fmla="*/ 147 h 19"/>
                  <a:gd name="T8" fmla="*/ 113 w 12"/>
                  <a:gd name="T9" fmla="*/ 30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19"/>
                    </a:moveTo>
                    <a:cubicBezTo>
                      <a:pt x="4" y="19"/>
                      <a:pt x="1" y="15"/>
                      <a:pt x="1" y="10"/>
                    </a:cubicBezTo>
                    <a:cubicBezTo>
                      <a:pt x="0" y="5"/>
                      <a:pt x="3" y="1"/>
                      <a:pt x="6" y="1"/>
                    </a:cubicBezTo>
                    <a:cubicBezTo>
                      <a:pt x="9" y="0"/>
                      <a:pt x="12" y="4"/>
                      <a:pt x="12" y="9"/>
                    </a:cubicBezTo>
                    <a:cubicBezTo>
                      <a:pt x="12" y="14"/>
                      <a:pt x="10" y="18"/>
                      <a:pt x="7" y="19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8" name="Freeform 1531">
                <a:extLst>
                  <a:ext uri="{FF2B5EF4-FFF2-40B4-BE49-F238E27FC236}">
                    <a16:creationId xmlns:a16="http://schemas.microsoft.com/office/drawing/2014/main" id="{E371AEA6-1D64-46BF-8EFD-05F7D1330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162"/>
                <a:ext cx="25" cy="37"/>
              </a:xfrm>
              <a:custGeom>
                <a:avLst/>
                <a:gdLst>
                  <a:gd name="T0" fmla="*/ 113 w 10"/>
                  <a:gd name="T1" fmla="*/ 183 h 15"/>
                  <a:gd name="T2" fmla="*/ 33 w 10"/>
                  <a:gd name="T3" fmla="*/ 74 h 15"/>
                  <a:gd name="T4" fmla="*/ 33 w 10"/>
                  <a:gd name="T5" fmla="*/ 0 h 15"/>
                  <a:gd name="T6" fmla="*/ 20 w 10"/>
                  <a:gd name="T7" fmla="*/ 104 h 15"/>
                  <a:gd name="T8" fmla="*/ 95 w 10"/>
                  <a:gd name="T9" fmla="*/ 224 h 15"/>
                  <a:gd name="T10" fmla="*/ 158 w 10"/>
                  <a:gd name="T11" fmla="*/ 165 h 15"/>
                  <a:gd name="T12" fmla="*/ 113 w 10"/>
                  <a:gd name="T13" fmla="*/ 18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7" y="12"/>
                    </a:moveTo>
                    <a:cubicBezTo>
                      <a:pt x="4" y="13"/>
                      <a:pt x="2" y="9"/>
                      <a:pt x="2" y="5"/>
                    </a:cubicBezTo>
                    <a:cubicBezTo>
                      <a:pt x="1" y="3"/>
                      <a:pt x="2" y="2"/>
                      <a:pt x="2" y="0"/>
                    </a:cubicBezTo>
                    <a:cubicBezTo>
                      <a:pt x="1" y="2"/>
                      <a:pt x="0" y="4"/>
                      <a:pt x="1" y="7"/>
                    </a:cubicBezTo>
                    <a:cubicBezTo>
                      <a:pt x="1" y="11"/>
                      <a:pt x="3" y="15"/>
                      <a:pt x="6" y="15"/>
                    </a:cubicBezTo>
                    <a:cubicBezTo>
                      <a:pt x="8" y="14"/>
                      <a:pt x="9" y="13"/>
                      <a:pt x="10" y="11"/>
                    </a:cubicBezTo>
                    <a:cubicBezTo>
                      <a:pt x="9" y="12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9" name="Freeform 1532">
                <a:extLst>
                  <a:ext uri="{FF2B5EF4-FFF2-40B4-BE49-F238E27FC236}">
                    <a16:creationId xmlns:a16="http://schemas.microsoft.com/office/drawing/2014/main" id="{E31A05B2-29E6-4338-B925-3C3CAB97B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264"/>
                <a:ext cx="28" cy="43"/>
              </a:xfrm>
              <a:custGeom>
                <a:avLst/>
                <a:gdLst>
                  <a:gd name="T0" fmla="*/ 97 w 11"/>
                  <a:gd name="T1" fmla="*/ 276 h 17"/>
                  <a:gd name="T2" fmla="*/ 0 w 11"/>
                  <a:gd name="T3" fmla="*/ 147 h 17"/>
                  <a:gd name="T4" fmla="*/ 84 w 11"/>
                  <a:gd name="T5" fmla="*/ 0 h 17"/>
                  <a:gd name="T6" fmla="*/ 181 w 11"/>
                  <a:gd name="T7" fmla="*/ 129 h 17"/>
                  <a:gd name="T8" fmla="*/ 97 w 11"/>
                  <a:gd name="T9" fmla="*/ 27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6" y="17"/>
                    </a:moveTo>
                    <a:cubicBezTo>
                      <a:pt x="3" y="17"/>
                      <a:pt x="1" y="14"/>
                      <a:pt x="0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8" y="0"/>
                      <a:pt x="10" y="3"/>
                      <a:pt x="11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0" name="Freeform 1533">
                <a:extLst>
                  <a:ext uri="{FF2B5EF4-FFF2-40B4-BE49-F238E27FC236}">
                    <a16:creationId xmlns:a16="http://schemas.microsoft.com/office/drawing/2014/main" id="{DB4BCAF3-A9FA-4D18-82FA-21909BA47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267"/>
                <a:ext cx="27" cy="42"/>
              </a:xfrm>
              <a:custGeom>
                <a:avLst/>
                <a:gdLst>
                  <a:gd name="T0" fmla="*/ 91 w 11"/>
                  <a:gd name="T1" fmla="*/ 257 h 17"/>
                  <a:gd name="T2" fmla="*/ 0 w 11"/>
                  <a:gd name="T3" fmla="*/ 133 h 17"/>
                  <a:gd name="T4" fmla="*/ 71 w 11"/>
                  <a:gd name="T5" fmla="*/ 0 h 17"/>
                  <a:gd name="T6" fmla="*/ 162 w 11"/>
                  <a:gd name="T7" fmla="*/ 121 h 17"/>
                  <a:gd name="T8" fmla="*/ 91 w 11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6" y="17"/>
                    </a:moveTo>
                    <a:cubicBezTo>
                      <a:pt x="3" y="17"/>
                      <a:pt x="1" y="14"/>
                      <a:pt x="0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7" y="0"/>
                      <a:pt x="10" y="3"/>
                      <a:pt x="11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1" name="Freeform 1534">
                <a:extLst>
                  <a:ext uri="{FF2B5EF4-FFF2-40B4-BE49-F238E27FC236}">
                    <a16:creationId xmlns:a16="http://schemas.microsoft.com/office/drawing/2014/main" id="{4198ED43-D37E-443C-8198-8E1921AF8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274"/>
                <a:ext cx="20" cy="33"/>
              </a:xfrm>
              <a:custGeom>
                <a:avLst/>
                <a:gdLst>
                  <a:gd name="T0" fmla="*/ 95 w 8"/>
                  <a:gd name="T1" fmla="*/ 180 h 13"/>
                  <a:gd name="T2" fmla="*/ 20 w 8"/>
                  <a:gd name="T3" fmla="*/ 63 h 13"/>
                  <a:gd name="T4" fmla="*/ 20 w 8"/>
                  <a:gd name="T5" fmla="*/ 0 h 13"/>
                  <a:gd name="T6" fmla="*/ 0 w 8"/>
                  <a:gd name="T7" fmla="*/ 96 h 13"/>
                  <a:gd name="T8" fmla="*/ 83 w 8"/>
                  <a:gd name="T9" fmla="*/ 213 h 13"/>
                  <a:gd name="T10" fmla="*/ 125 w 8"/>
                  <a:gd name="T11" fmla="*/ 147 h 13"/>
                  <a:gd name="T12" fmla="*/ 95 w 8"/>
                  <a:gd name="T13" fmla="*/ 1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6" y="11"/>
                    </a:moveTo>
                    <a:cubicBezTo>
                      <a:pt x="3" y="11"/>
                      <a:pt x="1" y="8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1"/>
                      <a:pt x="0" y="4"/>
                      <a:pt x="0" y="6"/>
                    </a:cubicBezTo>
                    <a:cubicBezTo>
                      <a:pt x="0" y="10"/>
                      <a:pt x="2" y="13"/>
                      <a:pt x="5" y="13"/>
                    </a:cubicBezTo>
                    <a:cubicBezTo>
                      <a:pt x="7" y="13"/>
                      <a:pt x="8" y="11"/>
                      <a:pt x="8" y="9"/>
                    </a:cubicBezTo>
                    <a:cubicBezTo>
                      <a:pt x="8" y="1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2" name="Freeform 1535">
                <a:extLst>
                  <a:ext uri="{FF2B5EF4-FFF2-40B4-BE49-F238E27FC236}">
                    <a16:creationId xmlns:a16="http://schemas.microsoft.com/office/drawing/2014/main" id="{29D843FE-6787-4010-A710-CC0D28F46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249"/>
                <a:ext cx="28" cy="43"/>
              </a:xfrm>
              <a:custGeom>
                <a:avLst/>
                <a:gdLst>
                  <a:gd name="T0" fmla="*/ 97 w 11"/>
                  <a:gd name="T1" fmla="*/ 276 h 17"/>
                  <a:gd name="T2" fmla="*/ 0 w 11"/>
                  <a:gd name="T3" fmla="*/ 147 h 17"/>
                  <a:gd name="T4" fmla="*/ 84 w 11"/>
                  <a:gd name="T5" fmla="*/ 0 h 17"/>
                  <a:gd name="T6" fmla="*/ 181 w 11"/>
                  <a:gd name="T7" fmla="*/ 129 h 17"/>
                  <a:gd name="T8" fmla="*/ 97 w 11"/>
                  <a:gd name="T9" fmla="*/ 27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6" y="17"/>
                    </a:moveTo>
                    <a:cubicBezTo>
                      <a:pt x="3" y="17"/>
                      <a:pt x="1" y="14"/>
                      <a:pt x="0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7" y="0"/>
                      <a:pt x="10" y="3"/>
                      <a:pt x="11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3" name="Freeform 1536">
                <a:extLst>
                  <a:ext uri="{FF2B5EF4-FFF2-40B4-BE49-F238E27FC236}">
                    <a16:creationId xmlns:a16="http://schemas.microsoft.com/office/drawing/2014/main" id="{A950224B-4261-411E-A30F-4F07E6082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252"/>
                <a:ext cx="27" cy="42"/>
              </a:xfrm>
              <a:custGeom>
                <a:avLst/>
                <a:gdLst>
                  <a:gd name="T0" fmla="*/ 91 w 11"/>
                  <a:gd name="T1" fmla="*/ 257 h 17"/>
                  <a:gd name="T2" fmla="*/ 0 w 11"/>
                  <a:gd name="T3" fmla="*/ 133 h 17"/>
                  <a:gd name="T4" fmla="*/ 71 w 11"/>
                  <a:gd name="T5" fmla="*/ 0 h 17"/>
                  <a:gd name="T6" fmla="*/ 150 w 11"/>
                  <a:gd name="T7" fmla="*/ 121 h 17"/>
                  <a:gd name="T8" fmla="*/ 91 w 11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6" y="17"/>
                    </a:moveTo>
                    <a:cubicBezTo>
                      <a:pt x="3" y="17"/>
                      <a:pt x="1" y="14"/>
                      <a:pt x="0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7" y="0"/>
                      <a:pt x="10" y="3"/>
                      <a:pt x="10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4" name="Freeform 1537">
                <a:extLst>
                  <a:ext uri="{FF2B5EF4-FFF2-40B4-BE49-F238E27FC236}">
                    <a16:creationId xmlns:a16="http://schemas.microsoft.com/office/drawing/2014/main" id="{5FDBA0C1-16F7-49D7-AC8E-F0C949575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492"/>
                <a:ext cx="28" cy="45"/>
              </a:xfrm>
              <a:custGeom>
                <a:avLst/>
                <a:gdLst>
                  <a:gd name="T0" fmla="*/ 84 w 11"/>
                  <a:gd name="T1" fmla="*/ 270 h 18"/>
                  <a:gd name="T2" fmla="*/ 0 w 11"/>
                  <a:gd name="T3" fmla="*/ 145 h 18"/>
                  <a:gd name="T4" fmla="*/ 97 w 11"/>
                  <a:gd name="T5" fmla="*/ 20 h 18"/>
                  <a:gd name="T6" fmla="*/ 181 w 11"/>
                  <a:gd name="T7" fmla="*/ 145 h 18"/>
                  <a:gd name="T8" fmla="*/ 84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5" y="17"/>
                    </a:moveTo>
                    <a:cubicBezTo>
                      <a:pt x="2" y="17"/>
                      <a:pt x="0" y="13"/>
                      <a:pt x="0" y="9"/>
                    </a:cubicBezTo>
                    <a:cubicBezTo>
                      <a:pt x="1" y="4"/>
                      <a:pt x="3" y="0"/>
                      <a:pt x="6" y="1"/>
                    </a:cubicBezTo>
                    <a:cubicBezTo>
                      <a:pt x="9" y="1"/>
                      <a:pt x="11" y="5"/>
                      <a:pt x="11" y="9"/>
                    </a:cubicBezTo>
                    <a:cubicBezTo>
                      <a:pt x="10" y="14"/>
                      <a:pt x="8" y="18"/>
                      <a:pt x="5" y="17"/>
                    </a:cubicBezTo>
                    <a:close/>
                  </a:path>
                </a:pathLst>
              </a:custGeom>
              <a:solidFill>
                <a:srgbClr val="7AB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5" name="Freeform 1538">
                <a:extLst>
                  <a:ext uri="{FF2B5EF4-FFF2-40B4-BE49-F238E27FC236}">
                    <a16:creationId xmlns:a16="http://schemas.microsoft.com/office/drawing/2014/main" id="{911EFAA3-3F78-4282-9841-9920CFA96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507"/>
                <a:ext cx="25" cy="42"/>
              </a:xfrm>
              <a:custGeom>
                <a:avLst/>
                <a:gdLst>
                  <a:gd name="T0" fmla="*/ 83 w 10"/>
                  <a:gd name="T1" fmla="*/ 257 h 17"/>
                  <a:gd name="T2" fmla="*/ 0 w 10"/>
                  <a:gd name="T3" fmla="*/ 121 h 17"/>
                  <a:gd name="T4" fmla="*/ 83 w 10"/>
                  <a:gd name="T5" fmla="*/ 0 h 17"/>
                  <a:gd name="T6" fmla="*/ 158 w 10"/>
                  <a:gd name="T7" fmla="*/ 121 h 17"/>
                  <a:gd name="T8" fmla="*/ 83 w 10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5" y="17"/>
                    </a:moveTo>
                    <a:cubicBezTo>
                      <a:pt x="2" y="16"/>
                      <a:pt x="0" y="13"/>
                      <a:pt x="0" y="8"/>
                    </a:cubicBezTo>
                    <a:cubicBezTo>
                      <a:pt x="0" y="3"/>
                      <a:pt x="3" y="0"/>
                      <a:pt x="5" y="0"/>
                    </a:cubicBezTo>
                    <a:cubicBezTo>
                      <a:pt x="8" y="0"/>
                      <a:pt x="10" y="4"/>
                      <a:pt x="10" y="8"/>
                    </a:cubicBezTo>
                    <a:cubicBezTo>
                      <a:pt x="10" y="13"/>
                      <a:pt x="7" y="17"/>
                      <a:pt x="5" y="17"/>
                    </a:cubicBezTo>
                    <a:close/>
                  </a:path>
                </a:pathLst>
              </a:custGeom>
              <a:solidFill>
                <a:srgbClr val="7AB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6" name="Freeform 1539">
                <a:extLst>
                  <a:ext uri="{FF2B5EF4-FFF2-40B4-BE49-F238E27FC236}">
                    <a16:creationId xmlns:a16="http://schemas.microsoft.com/office/drawing/2014/main" id="{59B10F0A-4CE2-4FB7-825C-D265C92A8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497"/>
                <a:ext cx="25" cy="42"/>
              </a:xfrm>
              <a:custGeom>
                <a:avLst/>
                <a:gdLst>
                  <a:gd name="T0" fmla="*/ 95 w 10"/>
                  <a:gd name="T1" fmla="*/ 257 h 17"/>
                  <a:gd name="T2" fmla="*/ 0 w 10"/>
                  <a:gd name="T3" fmla="*/ 133 h 17"/>
                  <a:gd name="T4" fmla="*/ 63 w 10"/>
                  <a:gd name="T5" fmla="*/ 0 h 17"/>
                  <a:gd name="T6" fmla="*/ 158 w 10"/>
                  <a:gd name="T7" fmla="*/ 121 h 17"/>
                  <a:gd name="T8" fmla="*/ 95 w 10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6" y="17"/>
                    </a:moveTo>
                    <a:cubicBezTo>
                      <a:pt x="3" y="17"/>
                      <a:pt x="0" y="13"/>
                      <a:pt x="0" y="9"/>
                    </a:cubicBezTo>
                    <a:cubicBezTo>
                      <a:pt x="0" y="4"/>
                      <a:pt x="2" y="0"/>
                      <a:pt x="4" y="0"/>
                    </a:cubicBezTo>
                    <a:cubicBezTo>
                      <a:pt x="7" y="0"/>
                      <a:pt x="10" y="3"/>
                      <a:pt x="10" y="8"/>
                    </a:cubicBezTo>
                    <a:cubicBezTo>
                      <a:pt x="10" y="13"/>
                      <a:pt x="8" y="16"/>
                      <a:pt x="6" y="17"/>
                    </a:cubicBezTo>
                    <a:close/>
                  </a:path>
                </a:pathLst>
              </a:custGeom>
              <a:solidFill>
                <a:srgbClr val="7AB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7" name="Freeform 1540">
                <a:extLst>
                  <a:ext uri="{FF2B5EF4-FFF2-40B4-BE49-F238E27FC236}">
                    <a16:creationId xmlns:a16="http://schemas.microsoft.com/office/drawing/2014/main" id="{D348FC18-5361-4043-86B4-92F53C313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462"/>
                <a:ext cx="28" cy="42"/>
              </a:xfrm>
              <a:custGeom>
                <a:avLst/>
                <a:gdLst>
                  <a:gd name="T0" fmla="*/ 97 w 11"/>
                  <a:gd name="T1" fmla="*/ 257 h 17"/>
                  <a:gd name="T2" fmla="*/ 0 w 11"/>
                  <a:gd name="T3" fmla="*/ 133 h 17"/>
                  <a:gd name="T4" fmla="*/ 84 w 11"/>
                  <a:gd name="T5" fmla="*/ 0 h 17"/>
                  <a:gd name="T6" fmla="*/ 163 w 11"/>
                  <a:gd name="T7" fmla="*/ 121 h 17"/>
                  <a:gd name="T8" fmla="*/ 97 w 11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6" y="17"/>
                    </a:moveTo>
                    <a:cubicBezTo>
                      <a:pt x="3" y="17"/>
                      <a:pt x="0" y="13"/>
                      <a:pt x="0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7" y="0"/>
                      <a:pt x="10" y="3"/>
                      <a:pt x="10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7AB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" name="Freeform 1541">
                <a:extLst>
                  <a:ext uri="{FF2B5EF4-FFF2-40B4-BE49-F238E27FC236}">
                    <a16:creationId xmlns:a16="http://schemas.microsoft.com/office/drawing/2014/main" id="{97E76062-4E2A-4576-8A9F-4D5840128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402"/>
                <a:ext cx="27" cy="42"/>
              </a:xfrm>
              <a:custGeom>
                <a:avLst/>
                <a:gdLst>
                  <a:gd name="T0" fmla="*/ 91 w 11"/>
                  <a:gd name="T1" fmla="*/ 257 h 17"/>
                  <a:gd name="T2" fmla="*/ 0 w 11"/>
                  <a:gd name="T3" fmla="*/ 133 h 17"/>
                  <a:gd name="T4" fmla="*/ 71 w 11"/>
                  <a:gd name="T5" fmla="*/ 0 h 17"/>
                  <a:gd name="T6" fmla="*/ 150 w 11"/>
                  <a:gd name="T7" fmla="*/ 121 h 17"/>
                  <a:gd name="T8" fmla="*/ 91 w 11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6" y="17"/>
                    </a:moveTo>
                    <a:cubicBezTo>
                      <a:pt x="3" y="17"/>
                      <a:pt x="0" y="13"/>
                      <a:pt x="0" y="9"/>
                    </a:cubicBezTo>
                    <a:cubicBezTo>
                      <a:pt x="0" y="4"/>
                      <a:pt x="2" y="0"/>
                      <a:pt x="5" y="0"/>
                    </a:cubicBezTo>
                    <a:cubicBezTo>
                      <a:pt x="8" y="0"/>
                      <a:pt x="10" y="3"/>
                      <a:pt x="10" y="8"/>
                    </a:cubicBezTo>
                    <a:cubicBezTo>
                      <a:pt x="11" y="13"/>
                      <a:pt x="9" y="17"/>
                      <a:pt x="6" y="17"/>
                    </a:cubicBezTo>
                    <a:close/>
                  </a:path>
                </a:pathLst>
              </a:custGeom>
              <a:solidFill>
                <a:srgbClr val="7AB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" name="Freeform 1542">
                <a:extLst>
                  <a:ext uri="{FF2B5EF4-FFF2-40B4-BE49-F238E27FC236}">
                    <a16:creationId xmlns:a16="http://schemas.microsoft.com/office/drawing/2014/main" id="{498BF092-934E-44C2-8CAD-7EEB6A8BD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459"/>
                <a:ext cx="30" cy="43"/>
              </a:xfrm>
              <a:custGeom>
                <a:avLst/>
                <a:gdLst>
                  <a:gd name="T0" fmla="*/ 83 w 12"/>
                  <a:gd name="T1" fmla="*/ 276 h 17"/>
                  <a:gd name="T2" fmla="*/ 20 w 12"/>
                  <a:gd name="T3" fmla="*/ 129 h 17"/>
                  <a:gd name="T4" fmla="*/ 113 w 12"/>
                  <a:gd name="T5" fmla="*/ 0 h 17"/>
                  <a:gd name="T6" fmla="*/ 175 w 12"/>
                  <a:gd name="T7" fmla="*/ 147 h 17"/>
                  <a:gd name="T8" fmla="*/ 83 w 12"/>
                  <a:gd name="T9" fmla="*/ 27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5" y="17"/>
                    </a:moveTo>
                    <a:cubicBezTo>
                      <a:pt x="2" y="16"/>
                      <a:pt x="0" y="12"/>
                      <a:pt x="1" y="8"/>
                    </a:cubicBezTo>
                    <a:cubicBezTo>
                      <a:pt x="1" y="3"/>
                      <a:pt x="4" y="0"/>
                      <a:pt x="7" y="0"/>
                    </a:cubicBezTo>
                    <a:cubicBezTo>
                      <a:pt x="10" y="0"/>
                      <a:pt x="12" y="4"/>
                      <a:pt x="11" y="9"/>
                    </a:cubicBezTo>
                    <a:cubicBezTo>
                      <a:pt x="11" y="14"/>
                      <a:pt x="8" y="17"/>
                      <a:pt x="5" y="17"/>
                    </a:cubicBezTo>
                    <a:close/>
                  </a:path>
                </a:pathLst>
              </a:custGeom>
              <a:solidFill>
                <a:srgbClr val="7AB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" name="Freeform 1543">
                <a:extLst>
                  <a:ext uri="{FF2B5EF4-FFF2-40B4-BE49-F238E27FC236}">
                    <a16:creationId xmlns:a16="http://schemas.microsoft.com/office/drawing/2014/main" id="{9B26BD52-169C-483B-9FE3-F80572DE2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259"/>
                <a:ext cx="22" cy="33"/>
              </a:xfrm>
              <a:custGeom>
                <a:avLst/>
                <a:gdLst>
                  <a:gd name="T0" fmla="*/ 103 w 9"/>
                  <a:gd name="T1" fmla="*/ 180 h 13"/>
                  <a:gd name="T2" fmla="*/ 29 w 9"/>
                  <a:gd name="T3" fmla="*/ 63 h 13"/>
                  <a:gd name="T4" fmla="*/ 29 w 9"/>
                  <a:gd name="T5" fmla="*/ 0 h 13"/>
                  <a:gd name="T6" fmla="*/ 12 w 9"/>
                  <a:gd name="T7" fmla="*/ 96 h 13"/>
                  <a:gd name="T8" fmla="*/ 90 w 9"/>
                  <a:gd name="T9" fmla="*/ 213 h 13"/>
                  <a:gd name="T10" fmla="*/ 132 w 9"/>
                  <a:gd name="T11" fmla="*/ 147 h 13"/>
                  <a:gd name="T12" fmla="*/ 103 w 9"/>
                  <a:gd name="T13" fmla="*/ 1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7" y="11"/>
                    </a:moveTo>
                    <a:cubicBezTo>
                      <a:pt x="4" y="11"/>
                      <a:pt x="2" y="8"/>
                      <a:pt x="2" y="4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1" y="1"/>
                      <a:pt x="0" y="4"/>
                      <a:pt x="1" y="6"/>
                    </a:cubicBezTo>
                    <a:cubicBezTo>
                      <a:pt x="1" y="10"/>
                      <a:pt x="3" y="13"/>
                      <a:pt x="6" y="13"/>
                    </a:cubicBezTo>
                    <a:cubicBezTo>
                      <a:pt x="7" y="13"/>
                      <a:pt x="9" y="11"/>
                      <a:pt x="9" y="9"/>
                    </a:cubicBezTo>
                    <a:cubicBezTo>
                      <a:pt x="9" y="10"/>
                      <a:pt x="8" y="11"/>
                      <a:pt x="7" y="11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" name="Freeform 1544">
                <a:extLst>
                  <a:ext uri="{FF2B5EF4-FFF2-40B4-BE49-F238E27FC236}">
                    <a16:creationId xmlns:a16="http://schemas.microsoft.com/office/drawing/2014/main" id="{80203651-FBA4-4C72-A725-4E8AF4532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264"/>
                <a:ext cx="27" cy="45"/>
              </a:xfrm>
              <a:custGeom>
                <a:avLst/>
                <a:gdLst>
                  <a:gd name="T0" fmla="*/ 71 w 11"/>
                  <a:gd name="T1" fmla="*/ 270 h 18"/>
                  <a:gd name="T2" fmla="*/ 0 w 11"/>
                  <a:gd name="T3" fmla="*/ 125 h 18"/>
                  <a:gd name="T4" fmla="*/ 103 w 11"/>
                  <a:gd name="T5" fmla="*/ 0 h 18"/>
                  <a:gd name="T6" fmla="*/ 162 w 11"/>
                  <a:gd name="T7" fmla="*/ 145 h 18"/>
                  <a:gd name="T8" fmla="*/ 71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5" y="17"/>
                    </a:moveTo>
                    <a:cubicBezTo>
                      <a:pt x="2" y="17"/>
                      <a:pt x="0" y="13"/>
                      <a:pt x="0" y="8"/>
                    </a:cubicBezTo>
                    <a:cubicBezTo>
                      <a:pt x="1" y="4"/>
                      <a:pt x="4" y="0"/>
                      <a:pt x="7" y="0"/>
                    </a:cubicBezTo>
                    <a:cubicBezTo>
                      <a:pt x="9" y="1"/>
                      <a:pt x="11" y="5"/>
                      <a:pt x="11" y="9"/>
                    </a:cubicBezTo>
                    <a:cubicBezTo>
                      <a:pt x="10" y="14"/>
                      <a:pt x="7" y="18"/>
                      <a:pt x="5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" name="Freeform 1545">
                <a:extLst>
                  <a:ext uri="{FF2B5EF4-FFF2-40B4-BE49-F238E27FC236}">
                    <a16:creationId xmlns:a16="http://schemas.microsoft.com/office/drawing/2014/main" id="{FCA8C7A7-489C-4675-B303-273F4E754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267"/>
                <a:ext cx="28" cy="42"/>
              </a:xfrm>
              <a:custGeom>
                <a:avLst/>
                <a:gdLst>
                  <a:gd name="T0" fmla="*/ 64 w 11"/>
                  <a:gd name="T1" fmla="*/ 257 h 17"/>
                  <a:gd name="T2" fmla="*/ 0 w 11"/>
                  <a:gd name="T3" fmla="*/ 121 h 17"/>
                  <a:gd name="T4" fmla="*/ 97 w 11"/>
                  <a:gd name="T5" fmla="*/ 0 h 17"/>
                  <a:gd name="T6" fmla="*/ 163 w 11"/>
                  <a:gd name="T7" fmla="*/ 133 h 17"/>
                  <a:gd name="T8" fmla="*/ 64 w 11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4" y="17"/>
                    </a:moveTo>
                    <a:cubicBezTo>
                      <a:pt x="1" y="17"/>
                      <a:pt x="0" y="13"/>
                      <a:pt x="0" y="8"/>
                    </a:cubicBezTo>
                    <a:cubicBezTo>
                      <a:pt x="1" y="3"/>
                      <a:pt x="3" y="0"/>
                      <a:pt x="6" y="0"/>
                    </a:cubicBezTo>
                    <a:cubicBezTo>
                      <a:pt x="9" y="1"/>
                      <a:pt x="11" y="5"/>
                      <a:pt x="10" y="9"/>
                    </a:cubicBezTo>
                    <a:cubicBezTo>
                      <a:pt x="10" y="14"/>
                      <a:pt x="7" y="17"/>
                      <a:pt x="4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" name="Freeform 1546">
                <a:extLst>
                  <a:ext uri="{FF2B5EF4-FFF2-40B4-BE49-F238E27FC236}">
                    <a16:creationId xmlns:a16="http://schemas.microsoft.com/office/drawing/2014/main" id="{4C43186D-7214-4FAF-9CB9-00D69CA0C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272"/>
                <a:ext cx="23" cy="35"/>
              </a:xfrm>
              <a:custGeom>
                <a:avLst/>
                <a:gdLst>
                  <a:gd name="T0" fmla="*/ 97 w 9"/>
                  <a:gd name="T1" fmla="*/ 188 h 14"/>
                  <a:gd name="T2" fmla="*/ 33 w 9"/>
                  <a:gd name="T3" fmla="*/ 63 h 14"/>
                  <a:gd name="T4" fmla="*/ 51 w 9"/>
                  <a:gd name="T5" fmla="*/ 0 h 14"/>
                  <a:gd name="T6" fmla="*/ 20 w 9"/>
                  <a:gd name="T7" fmla="*/ 95 h 14"/>
                  <a:gd name="T8" fmla="*/ 66 w 9"/>
                  <a:gd name="T9" fmla="*/ 220 h 14"/>
                  <a:gd name="T10" fmla="*/ 151 w 9"/>
                  <a:gd name="T11" fmla="*/ 175 h 14"/>
                  <a:gd name="T12" fmla="*/ 97 w 9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6" y="12"/>
                    </a:moveTo>
                    <a:cubicBezTo>
                      <a:pt x="3" y="12"/>
                      <a:pt x="2" y="8"/>
                      <a:pt x="2" y="4"/>
                    </a:cubicBezTo>
                    <a:cubicBezTo>
                      <a:pt x="2" y="3"/>
                      <a:pt x="3" y="1"/>
                      <a:pt x="3" y="0"/>
                    </a:cubicBezTo>
                    <a:cubicBezTo>
                      <a:pt x="2" y="2"/>
                      <a:pt x="1" y="4"/>
                      <a:pt x="1" y="6"/>
                    </a:cubicBezTo>
                    <a:cubicBezTo>
                      <a:pt x="0" y="10"/>
                      <a:pt x="2" y="14"/>
                      <a:pt x="4" y="14"/>
                    </a:cubicBezTo>
                    <a:cubicBezTo>
                      <a:pt x="6" y="14"/>
                      <a:pt x="7" y="13"/>
                      <a:pt x="9" y="11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" name="Freeform 1547">
                <a:extLst>
                  <a:ext uri="{FF2B5EF4-FFF2-40B4-BE49-F238E27FC236}">
                    <a16:creationId xmlns:a16="http://schemas.microsoft.com/office/drawing/2014/main" id="{EEFDF319-7E97-4962-893F-9E17C0287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264"/>
                <a:ext cx="30" cy="45"/>
              </a:xfrm>
              <a:custGeom>
                <a:avLst/>
                <a:gdLst>
                  <a:gd name="T0" fmla="*/ 83 w 12"/>
                  <a:gd name="T1" fmla="*/ 270 h 18"/>
                  <a:gd name="T2" fmla="*/ 20 w 12"/>
                  <a:gd name="T3" fmla="*/ 125 h 18"/>
                  <a:gd name="T4" fmla="*/ 113 w 12"/>
                  <a:gd name="T5" fmla="*/ 0 h 18"/>
                  <a:gd name="T6" fmla="*/ 175 w 12"/>
                  <a:gd name="T7" fmla="*/ 145 h 18"/>
                  <a:gd name="T8" fmla="*/ 83 w 12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5" y="17"/>
                    </a:moveTo>
                    <a:cubicBezTo>
                      <a:pt x="2" y="17"/>
                      <a:pt x="0" y="13"/>
                      <a:pt x="1" y="8"/>
                    </a:cubicBezTo>
                    <a:cubicBezTo>
                      <a:pt x="1" y="4"/>
                      <a:pt x="4" y="0"/>
                      <a:pt x="7" y="0"/>
                    </a:cubicBezTo>
                    <a:cubicBezTo>
                      <a:pt x="10" y="1"/>
                      <a:pt x="12" y="5"/>
                      <a:pt x="11" y="9"/>
                    </a:cubicBezTo>
                    <a:cubicBezTo>
                      <a:pt x="10" y="14"/>
                      <a:pt x="8" y="18"/>
                      <a:pt x="5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5" name="Freeform 1548">
                <a:extLst>
                  <a:ext uri="{FF2B5EF4-FFF2-40B4-BE49-F238E27FC236}">
                    <a16:creationId xmlns:a16="http://schemas.microsoft.com/office/drawing/2014/main" id="{60B3E7D7-B52A-43BE-95B1-88F703070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267"/>
                <a:ext cx="27" cy="42"/>
              </a:xfrm>
              <a:custGeom>
                <a:avLst/>
                <a:gdLst>
                  <a:gd name="T0" fmla="*/ 71 w 11"/>
                  <a:gd name="T1" fmla="*/ 257 h 17"/>
                  <a:gd name="T2" fmla="*/ 0 w 11"/>
                  <a:gd name="T3" fmla="*/ 121 h 17"/>
                  <a:gd name="T4" fmla="*/ 103 w 11"/>
                  <a:gd name="T5" fmla="*/ 0 h 17"/>
                  <a:gd name="T6" fmla="*/ 162 w 11"/>
                  <a:gd name="T7" fmla="*/ 133 h 17"/>
                  <a:gd name="T8" fmla="*/ 71 w 11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5" y="17"/>
                    </a:moveTo>
                    <a:cubicBezTo>
                      <a:pt x="2" y="17"/>
                      <a:pt x="0" y="13"/>
                      <a:pt x="0" y="8"/>
                    </a:cubicBezTo>
                    <a:cubicBezTo>
                      <a:pt x="1" y="3"/>
                      <a:pt x="4" y="0"/>
                      <a:pt x="7" y="0"/>
                    </a:cubicBezTo>
                    <a:cubicBezTo>
                      <a:pt x="9" y="1"/>
                      <a:pt x="11" y="5"/>
                      <a:pt x="11" y="9"/>
                    </a:cubicBezTo>
                    <a:cubicBezTo>
                      <a:pt x="10" y="14"/>
                      <a:pt x="7" y="17"/>
                      <a:pt x="5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6" name="Freeform 1549">
                <a:extLst>
                  <a:ext uri="{FF2B5EF4-FFF2-40B4-BE49-F238E27FC236}">
                    <a16:creationId xmlns:a16="http://schemas.microsoft.com/office/drawing/2014/main" id="{33A748CE-606B-4005-A72A-31E5B79EB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272"/>
                <a:ext cx="20" cy="35"/>
              </a:xfrm>
              <a:custGeom>
                <a:avLst/>
                <a:gdLst>
                  <a:gd name="T0" fmla="*/ 83 w 8"/>
                  <a:gd name="T1" fmla="*/ 188 h 14"/>
                  <a:gd name="T2" fmla="*/ 20 w 8"/>
                  <a:gd name="T3" fmla="*/ 63 h 14"/>
                  <a:gd name="T4" fmla="*/ 50 w 8"/>
                  <a:gd name="T5" fmla="*/ 0 h 14"/>
                  <a:gd name="T6" fmla="*/ 0 w 8"/>
                  <a:gd name="T7" fmla="*/ 95 h 14"/>
                  <a:gd name="T8" fmla="*/ 63 w 8"/>
                  <a:gd name="T9" fmla="*/ 220 h 14"/>
                  <a:gd name="T10" fmla="*/ 125 w 8"/>
                  <a:gd name="T11" fmla="*/ 175 h 14"/>
                  <a:gd name="T12" fmla="*/ 83 w 8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5" y="12"/>
                    </a:moveTo>
                    <a:cubicBezTo>
                      <a:pt x="3" y="12"/>
                      <a:pt x="1" y="8"/>
                      <a:pt x="1" y="4"/>
                    </a:cubicBezTo>
                    <a:cubicBezTo>
                      <a:pt x="2" y="3"/>
                      <a:pt x="2" y="1"/>
                      <a:pt x="3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10"/>
                      <a:pt x="1" y="14"/>
                      <a:pt x="4" y="14"/>
                    </a:cubicBezTo>
                    <a:cubicBezTo>
                      <a:pt x="5" y="14"/>
                      <a:pt x="7" y="13"/>
                      <a:pt x="8" y="11"/>
                    </a:cubicBezTo>
                    <a:cubicBezTo>
                      <a:pt x="7" y="12"/>
                      <a:pt x="6" y="12"/>
                      <a:pt x="5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7" name="Freeform 1550">
                <a:extLst>
                  <a:ext uri="{FF2B5EF4-FFF2-40B4-BE49-F238E27FC236}">
                    <a16:creationId xmlns:a16="http://schemas.microsoft.com/office/drawing/2014/main" id="{4DB468BE-C29C-405D-B656-571F99DF3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354"/>
                <a:ext cx="30" cy="43"/>
              </a:xfrm>
              <a:custGeom>
                <a:avLst/>
                <a:gdLst>
                  <a:gd name="T0" fmla="*/ 83 w 12"/>
                  <a:gd name="T1" fmla="*/ 276 h 17"/>
                  <a:gd name="T2" fmla="*/ 20 w 12"/>
                  <a:gd name="T3" fmla="*/ 129 h 17"/>
                  <a:gd name="T4" fmla="*/ 113 w 12"/>
                  <a:gd name="T5" fmla="*/ 0 h 17"/>
                  <a:gd name="T6" fmla="*/ 175 w 12"/>
                  <a:gd name="T7" fmla="*/ 147 h 17"/>
                  <a:gd name="T8" fmla="*/ 83 w 12"/>
                  <a:gd name="T9" fmla="*/ 27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5" y="17"/>
                    </a:moveTo>
                    <a:cubicBezTo>
                      <a:pt x="2" y="16"/>
                      <a:pt x="0" y="12"/>
                      <a:pt x="1" y="8"/>
                    </a:cubicBezTo>
                    <a:cubicBezTo>
                      <a:pt x="1" y="3"/>
                      <a:pt x="4" y="0"/>
                      <a:pt x="7" y="0"/>
                    </a:cubicBezTo>
                    <a:cubicBezTo>
                      <a:pt x="10" y="0"/>
                      <a:pt x="12" y="4"/>
                      <a:pt x="11" y="9"/>
                    </a:cubicBezTo>
                    <a:cubicBezTo>
                      <a:pt x="10" y="14"/>
                      <a:pt x="8" y="17"/>
                      <a:pt x="5" y="17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8" name="Freeform 1551">
                <a:extLst>
                  <a:ext uri="{FF2B5EF4-FFF2-40B4-BE49-F238E27FC236}">
                    <a16:creationId xmlns:a16="http://schemas.microsoft.com/office/drawing/2014/main" id="{044D25B3-02FD-4BFA-A090-DFC69E008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354"/>
                <a:ext cx="27" cy="45"/>
              </a:xfrm>
              <a:custGeom>
                <a:avLst/>
                <a:gdLst>
                  <a:gd name="T0" fmla="*/ 71 w 11"/>
                  <a:gd name="T1" fmla="*/ 270 h 18"/>
                  <a:gd name="T2" fmla="*/ 0 w 11"/>
                  <a:gd name="T3" fmla="*/ 125 h 18"/>
                  <a:gd name="T4" fmla="*/ 103 w 11"/>
                  <a:gd name="T5" fmla="*/ 20 h 18"/>
                  <a:gd name="T6" fmla="*/ 162 w 11"/>
                  <a:gd name="T7" fmla="*/ 158 h 18"/>
                  <a:gd name="T8" fmla="*/ 71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5" y="17"/>
                    </a:moveTo>
                    <a:cubicBezTo>
                      <a:pt x="2" y="17"/>
                      <a:pt x="0" y="13"/>
                      <a:pt x="0" y="8"/>
                    </a:cubicBezTo>
                    <a:cubicBezTo>
                      <a:pt x="1" y="4"/>
                      <a:pt x="4" y="0"/>
                      <a:pt x="7" y="1"/>
                    </a:cubicBezTo>
                    <a:cubicBezTo>
                      <a:pt x="9" y="1"/>
                      <a:pt x="11" y="5"/>
                      <a:pt x="11" y="10"/>
                    </a:cubicBezTo>
                    <a:cubicBezTo>
                      <a:pt x="10" y="14"/>
                      <a:pt x="7" y="18"/>
                      <a:pt x="5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9" name="Freeform 1552">
                <a:extLst>
                  <a:ext uri="{FF2B5EF4-FFF2-40B4-BE49-F238E27FC236}">
                    <a16:creationId xmlns:a16="http://schemas.microsoft.com/office/drawing/2014/main" id="{2BDBECCE-014F-43CE-A4E3-717CF844C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362"/>
                <a:ext cx="20" cy="35"/>
              </a:xfrm>
              <a:custGeom>
                <a:avLst/>
                <a:gdLst>
                  <a:gd name="T0" fmla="*/ 83 w 8"/>
                  <a:gd name="T1" fmla="*/ 188 h 14"/>
                  <a:gd name="T2" fmla="*/ 20 w 8"/>
                  <a:gd name="T3" fmla="*/ 63 h 14"/>
                  <a:gd name="T4" fmla="*/ 50 w 8"/>
                  <a:gd name="T5" fmla="*/ 0 h 14"/>
                  <a:gd name="T6" fmla="*/ 0 w 8"/>
                  <a:gd name="T7" fmla="*/ 95 h 14"/>
                  <a:gd name="T8" fmla="*/ 63 w 8"/>
                  <a:gd name="T9" fmla="*/ 220 h 14"/>
                  <a:gd name="T10" fmla="*/ 125 w 8"/>
                  <a:gd name="T11" fmla="*/ 175 h 14"/>
                  <a:gd name="T12" fmla="*/ 83 w 8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5" y="12"/>
                    </a:moveTo>
                    <a:cubicBezTo>
                      <a:pt x="3" y="11"/>
                      <a:pt x="1" y="8"/>
                      <a:pt x="1" y="4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1" y="1"/>
                      <a:pt x="0" y="3"/>
                      <a:pt x="0" y="6"/>
                    </a:cubicBezTo>
                    <a:cubicBezTo>
                      <a:pt x="0" y="10"/>
                      <a:pt x="1" y="13"/>
                      <a:pt x="4" y="14"/>
                    </a:cubicBezTo>
                    <a:cubicBezTo>
                      <a:pt x="5" y="14"/>
                      <a:pt x="7" y="13"/>
                      <a:pt x="8" y="11"/>
                    </a:cubicBezTo>
                    <a:cubicBezTo>
                      <a:pt x="7" y="11"/>
                      <a:pt x="6" y="12"/>
                      <a:pt x="5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10" name="Freeform 1553">
                <a:extLst>
                  <a:ext uri="{FF2B5EF4-FFF2-40B4-BE49-F238E27FC236}">
                    <a16:creationId xmlns:a16="http://schemas.microsoft.com/office/drawing/2014/main" id="{8DB94626-942C-4C44-A40A-615C71CBB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147"/>
                <a:ext cx="27" cy="45"/>
              </a:xfrm>
              <a:custGeom>
                <a:avLst/>
                <a:gdLst>
                  <a:gd name="T0" fmla="*/ 71 w 11"/>
                  <a:gd name="T1" fmla="*/ 283 h 18"/>
                  <a:gd name="T2" fmla="*/ 0 w 11"/>
                  <a:gd name="T3" fmla="*/ 145 h 18"/>
                  <a:gd name="T4" fmla="*/ 103 w 11"/>
                  <a:gd name="T5" fmla="*/ 20 h 18"/>
                  <a:gd name="T6" fmla="*/ 162 w 11"/>
                  <a:gd name="T7" fmla="*/ 158 h 18"/>
                  <a:gd name="T8" fmla="*/ 71 w 11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5" y="18"/>
                    </a:moveTo>
                    <a:cubicBezTo>
                      <a:pt x="2" y="17"/>
                      <a:pt x="0" y="13"/>
                      <a:pt x="0" y="9"/>
                    </a:cubicBezTo>
                    <a:cubicBezTo>
                      <a:pt x="1" y="4"/>
                      <a:pt x="4" y="0"/>
                      <a:pt x="7" y="1"/>
                    </a:cubicBezTo>
                    <a:cubicBezTo>
                      <a:pt x="9" y="1"/>
                      <a:pt x="11" y="5"/>
                      <a:pt x="11" y="10"/>
                    </a:cubicBezTo>
                    <a:cubicBezTo>
                      <a:pt x="10" y="14"/>
                      <a:pt x="7" y="18"/>
                      <a:pt x="5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11" name="Freeform 1554">
                <a:extLst>
                  <a:ext uri="{FF2B5EF4-FFF2-40B4-BE49-F238E27FC236}">
                    <a16:creationId xmlns:a16="http://schemas.microsoft.com/office/drawing/2014/main" id="{F4DB9FAC-75D1-4B30-9635-2CE901ECF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149"/>
                <a:ext cx="28" cy="45"/>
              </a:xfrm>
              <a:custGeom>
                <a:avLst/>
                <a:gdLst>
                  <a:gd name="T0" fmla="*/ 64 w 11"/>
                  <a:gd name="T1" fmla="*/ 270 h 18"/>
                  <a:gd name="T2" fmla="*/ 0 w 11"/>
                  <a:gd name="T3" fmla="*/ 125 h 18"/>
                  <a:gd name="T4" fmla="*/ 97 w 11"/>
                  <a:gd name="T5" fmla="*/ 0 h 18"/>
                  <a:gd name="T6" fmla="*/ 163 w 11"/>
                  <a:gd name="T7" fmla="*/ 158 h 18"/>
                  <a:gd name="T8" fmla="*/ 64 w 11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4" y="17"/>
                    </a:moveTo>
                    <a:cubicBezTo>
                      <a:pt x="1" y="17"/>
                      <a:pt x="0" y="13"/>
                      <a:pt x="0" y="8"/>
                    </a:cubicBezTo>
                    <a:cubicBezTo>
                      <a:pt x="1" y="4"/>
                      <a:pt x="3" y="0"/>
                      <a:pt x="6" y="0"/>
                    </a:cubicBezTo>
                    <a:cubicBezTo>
                      <a:pt x="9" y="1"/>
                      <a:pt x="11" y="5"/>
                      <a:pt x="10" y="10"/>
                    </a:cubicBezTo>
                    <a:cubicBezTo>
                      <a:pt x="10" y="14"/>
                      <a:pt x="7" y="18"/>
                      <a:pt x="4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12" name="Freeform 1555">
                <a:extLst>
                  <a:ext uri="{FF2B5EF4-FFF2-40B4-BE49-F238E27FC236}">
                    <a16:creationId xmlns:a16="http://schemas.microsoft.com/office/drawing/2014/main" id="{A30507CE-5A04-470E-94B1-D6ECFAB11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157"/>
                <a:ext cx="23" cy="35"/>
              </a:xfrm>
              <a:custGeom>
                <a:avLst/>
                <a:gdLst>
                  <a:gd name="T0" fmla="*/ 97 w 9"/>
                  <a:gd name="T1" fmla="*/ 188 h 14"/>
                  <a:gd name="T2" fmla="*/ 33 w 9"/>
                  <a:gd name="T3" fmla="*/ 63 h 14"/>
                  <a:gd name="T4" fmla="*/ 51 w 9"/>
                  <a:gd name="T5" fmla="*/ 0 h 14"/>
                  <a:gd name="T6" fmla="*/ 20 w 9"/>
                  <a:gd name="T7" fmla="*/ 83 h 14"/>
                  <a:gd name="T8" fmla="*/ 66 w 9"/>
                  <a:gd name="T9" fmla="*/ 208 h 14"/>
                  <a:gd name="T10" fmla="*/ 151 w 9"/>
                  <a:gd name="T11" fmla="*/ 158 h 14"/>
                  <a:gd name="T12" fmla="*/ 97 w 9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6" y="12"/>
                    </a:moveTo>
                    <a:cubicBezTo>
                      <a:pt x="3" y="11"/>
                      <a:pt x="2" y="8"/>
                      <a:pt x="2" y="4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2" y="1"/>
                      <a:pt x="1" y="3"/>
                      <a:pt x="1" y="5"/>
                    </a:cubicBezTo>
                    <a:cubicBezTo>
                      <a:pt x="0" y="10"/>
                      <a:pt x="2" y="13"/>
                      <a:pt x="4" y="13"/>
                    </a:cubicBezTo>
                    <a:cubicBezTo>
                      <a:pt x="6" y="14"/>
                      <a:pt x="7" y="12"/>
                      <a:pt x="9" y="10"/>
                    </a:cubicBezTo>
                    <a:cubicBezTo>
                      <a:pt x="8" y="11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13" name="Freeform 1556">
                <a:extLst>
                  <a:ext uri="{FF2B5EF4-FFF2-40B4-BE49-F238E27FC236}">
                    <a16:creationId xmlns:a16="http://schemas.microsoft.com/office/drawing/2014/main" id="{E7CB4624-42C1-4A14-ADA4-B8337570B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172"/>
                <a:ext cx="28" cy="45"/>
              </a:xfrm>
              <a:custGeom>
                <a:avLst/>
                <a:gdLst>
                  <a:gd name="T0" fmla="*/ 64 w 11"/>
                  <a:gd name="T1" fmla="*/ 283 h 18"/>
                  <a:gd name="T2" fmla="*/ 0 w 11"/>
                  <a:gd name="T3" fmla="*/ 145 h 18"/>
                  <a:gd name="T4" fmla="*/ 97 w 11"/>
                  <a:gd name="T5" fmla="*/ 20 h 18"/>
                  <a:gd name="T6" fmla="*/ 163 w 11"/>
                  <a:gd name="T7" fmla="*/ 158 h 18"/>
                  <a:gd name="T8" fmla="*/ 64 w 11"/>
                  <a:gd name="T9" fmla="*/ 2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4" y="18"/>
                    </a:moveTo>
                    <a:cubicBezTo>
                      <a:pt x="1" y="17"/>
                      <a:pt x="0" y="13"/>
                      <a:pt x="0" y="9"/>
                    </a:cubicBezTo>
                    <a:cubicBezTo>
                      <a:pt x="1" y="4"/>
                      <a:pt x="3" y="0"/>
                      <a:pt x="6" y="1"/>
                    </a:cubicBezTo>
                    <a:cubicBezTo>
                      <a:pt x="9" y="1"/>
                      <a:pt x="11" y="5"/>
                      <a:pt x="10" y="10"/>
                    </a:cubicBezTo>
                    <a:cubicBezTo>
                      <a:pt x="10" y="14"/>
                      <a:pt x="7" y="18"/>
                      <a:pt x="4" y="18"/>
                    </a:cubicBezTo>
                    <a:close/>
                  </a:path>
                </a:pathLst>
              </a:custGeom>
              <a:solidFill>
                <a:srgbClr val="008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14" name="Freeform 1557">
                <a:extLst>
                  <a:ext uri="{FF2B5EF4-FFF2-40B4-BE49-F238E27FC236}">
                    <a16:creationId xmlns:a16="http://schemas.microsoft.com/office/drawing/2014/main" id="{CFC7EDCE-9D36-4AD6-A802-769236494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74"/>
                <a:ext cx="30" cy="45"/>
              </a:xfrm>
              <a:custGeom>
                <a:avLst/>
                <a:gdLst>
                  <a:gd name="T0" fmla="*/ 83 w 12"/>
                  <a:gd name="T1" fmla="*/ 270 h 18"/>
                  <a:gd name="T2" fmla="*/ 20 w 12"/>
                  <a:gd name="T3" fmla="*/ 125 h 18"/>
                  <a:gd name="T4" fmla="*/ 113 w 12"/>
                  <a:gd name="T5" fmla="*/ 0 h 18"/>
                  <a:gd name="T6" fmla="*/ 175 w 12"/>
                  <a:gd name="T7" fmla="*/ 158 h 18"/>
                  <a:gd name="T8" fmla="*/ 83 w 12"/>
                  <a:gd name="T9" fmla="*/ 27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5" y="17"/>
                    </a:moveTo>
                    <a:cubicBezTo>
                      <a:pt x="2" y="17"/>
                      <a:pt x="0" y="13"/>
                      <a:pt x="1" y="8"/>
                    </a:cubicBezTo>
                    <a:cubicBezTo>
                      <a:pt x="1" y="4"/>
                      <a:pt x="4" y="0"/>
                      <a:pt x="7" y="0"/>
                    </a:cubicBezTo>
                    <a:cubicBezTo>
                      <a:pt x="10" y="1"/>
                      <a:pt x="12" y="5"/>
                      <a:pt x="11" y="10"/>
                    </a:cubicBezTo>
                    <a:cubicBezTo>
                      <a:pt x="11" y="14"/>
                      <a:pt x="8" y="18"/>
                      <a:pt x="5" y="17"/>
                    </a:cubicBezTo>
                    <a:close/>
                  </a:path>
                </a:pathLst>
              </a:custGeom>
              <a:solidFill>
                <a:srgbClr val="007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15" name="Freeform 1558">
                <a:extLst>
                  <a:ext uri="{FF2B5EF4-FFF2-40B4-BE49-F238E27FC236}">
                    <a16:creationId xmlns:a16="http://schemas.microsoft.com/office/drawing/2014/main" id="{0B9F18BD-2F09-45E7-9393-382E12619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182"/>
                <a:ext cx="20" cy="35"/>
              </a:xfrm>
              <a:custGeom>
                <a:avLst/>
                <a:gdLst>
                  <a:gd name="T0" fmla="*/ 83 w 8"/>
                  <a:gd name="T1" fmla="*/ 188 h 14"/>
                  <a:gd name="T2" fmla="*/ 33 w 8"/>
                  <a:gd name="T3" fmla="*/ 63 h 14"/>
                  <a:gd name="T4" fmla="*/ 50 w 8"/>
                  <a:gd name="T5" fmla="*/ 0 h 14"/>
                  <a:gd name="T6" fmla="*/ 0 w 8"/>
                  <a:gd name="T7" fmla="*/ 83 h 14"/>
                  <a:gd name="T8" fmla="*/ 63 w 8"/>
                  <a:gd name="T9" fmla="*/ 208 h 14"/>
                  <a:gd name="T10" fmla="*/ 125 w 8"/>
                  <a:gd name="T11" fmla="*/ 158 h 14"/>
                  <a:gd name="T12" fmla="*/ 83 w 8"/>
                  <a:gd name="T13" fmla="*/ 18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5" y="12"/>
                    </a:moveTo>
                    <a:cubicBezTo>
                      <a:pt x="3" y="11"/>
                      <a:pt x="1" y="8"/>
                      <a:pt x="2" y="4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1"/>
                      <a:pt x="1" y="3"/>
                      <a:pt x="0" y="5"/>
                    </a:cubicBezTo>
                    <a:cubicBezTo>
                      <a:pt x="0" y="10"/>
                      <a:pt x="1" y="13"/>
                      <a:pt x="4" y="13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7" y="11"/>
                      <a:pt x="6" y="12"/>
                      <a:pt x="5" y="12"/>
                    </a:cubicBezTo>
                    <a:close/>
                  </a:path>
                </a:pathLst>
              </a:custGeom>
              <a:solidFill>
                <a:srgbClr val="007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16" name="Freeform 1559">
                <a:extLst>
                  <a:ext uri="{FF2B5EF4-FFF2-40B4-BE49-F238E27FC236}">
                    <a16:creationId xmlns:a16="http://schemas.microsoft.com/office/drawing/2014/main" id="{0A14C3BB-FFC9-478E-B42F-8A2FBB269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2207"/>
                <a:ext cx="118" cy="142"/>
              </a:xfrm>
              <a:custGeom>
                <a:avLst/>
                <a:gdLst>
                  <a:gd name="T0" fmla="*/ 20 w 47"/>
                  <a:gd name="T1" fmla="*/ 217 h 57"/>
                  <a:gd name="T2" fmla="*/ 284 w 47"/>
                  <a:gd name="T3" fmla="*/ 30 h 57"/>
                  <a:gd name="T4" fmla="*/ 618 w 47"/>
                  <a:gd name="T5" fmla="*/ 105 h 57"/>
                  <a:gd name="T6" fmla="*/ 726 w 47"/>
                  <a:gd name="T7" fmla="*/ 665 h 57"/>
                  <a:gd name="T8" fmla="*/ 442 w 47"/>
                  <a:gd name="T9" fmla="*/ 882 h 57"/>
                  <a:gd name="T10" fmla="*/ 146 w 47"/>
                  <a:gd name="T11" fmla="*/ 757 h 57"/>
                  <a:gd name="T12" fmla="*/ 20 w 47"/>
                  <a:gd name="T13" fmla="*/ 217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7">
                    <a:moveTo>
                      <a:pt x="1" y="14"/>
                    </a:moveTo>
                    <a:cubicBezTo>
                      <a:pt x="5" y="7"/>
                      <a:pt x="14" y="4"/>
                      <a:pt x="18" y="2"/>
                    </a:cubicBezTo>
                    <a:cubicBezTo>
                      <a:pt x="22" y="0"/>
                      <a:pt x="35" y="3"/>
                      <a:pt x="39" y="7"/>
                    </a:cubicBezTo>
                    <a:cubicBezTo>
                      <a:pt x="44" y="11"/>
                      <a:pt x="47" y="40"/>
                      <a:pt x="46" y="43"/>
                    </a:cubicBezTo>
                    <a:cubicBezTo>
                      <a:pt x="45" y="47"/>
                      <a:pt x="28" y="57"/>
                      <a:pt x="28" y="57"/>
                    </a:cubicBezTo>
                    <a:cubicBezTo>
                      <a:pt x="22" y="57"/>
                      <a:pt x="11" y="53"/>
                      <a:pt x="9" y="49"/>
                    </a:cubicBezTo>
                    <a:cubicBezTo>
                      <a:pt x="6" y="45"/>
                      <a:pt x="0" y="21"/>
                      <a:pt x="1" y="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17" name="Freeform 1560">
                <a:extLst>
                  <a:ext uri="{FF2B5EF4-FFF2-40B4-BE49-F238E27FC236}">
                    <a16:creationId xmlns:a16="http://schemas.microsoft.com/office/drawing/2014/main" id="{4D1BA340-73B5-4E0D-9160-968CA7636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187"/>
                <a:ext cx="110" cy="147"/>
              </a:xfrm>
              <a:custGeom>
                <a:avLst/>
                <a:gdLst>
                  <a:gd name="T0" fmla="*/ 0 w 44"/>
                  <a:gd name="T1" fmla="*/ 249 h 59"/>
                  <a:gd name="T2" fmla="*/ 313 w 44"/>
                  <a:gd name="T3" fmla="*/ 30 h 59"/>
                  <a:gd name="T4" fmla="*/ 658 w 44"/>
                  <a:gd name="T5" fmla="*/ 229 h 59"/>
                  <a:gd name="T6" fmla="*/ 658 w 44"/>
                  <a:gd name="T7" fmla="*/ 715 h 59"/>
                  <a:gd name="T8" fmla="*/ 345 w 44"/>
                  <a:gd name="T9" fmla="*/ 912 h 59"/>
                  <a:gd name="T10" fmla="*/ 63 w 44"/>
                  <a:gd name="T11" fmla="*/ 787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59">
                    <a:moveTo>
                      <a:pt x="0" y="16"/>
                    </a:moveTo>
                    <a:cubicBezTo>
                      <a:pt x="3" y="11"/>
                      <a:pt x="14" y="3"/>
                      <a:pt x="20" y="2"/>
                    </a:cubicBezTo>
                    <a:cubicBezTo>
                      <a:pt x="26" y="0"/>
                      <a:pt x="41" y="11"/>
                      <a:pt x="42" y="15"/>
                    </a:cubicBezTo>
                    <a:cubicBezTo>
                      <a:pt x="43" y="20"/>
                      <a:pt x="44" y="41"/>
                      <a:pt x="42" y="46"/>
                    </a:cubicBezTo>
                    <a:cubicBezTo>
                      <a:pt x="39" y="51"/>
                      <a:pt x="27" y="59"/>
                      <a:pt x="22" y="59"/>
                    </a:cubicBezTo>
                    <a:cubicBezTo>
                      <a:pt x="18" y="58"/>
                      <a:pt x="5" y="55"/>
                      <a:pt x="4" y="51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18" name="Freeform 1561">
                <a:extLst>
                  <a:ext uri="{FF2B5EF4-FFF2-40B4-BE49-F238E27FC236}">
                    <a16:creationId xmlns:a16="http://schemas.microsoft.com/office/drawing/2014/main" id="{4A540779-BFFD-49FF-84E9-FBD961836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2207"/>
                <a:ext cx="98" cy="145"/>
              </a:xfrm>
              <a:custGeom>
                <a:avLst/>
                <a:gdLst>
                  <a:gd name="T0" fmla="*/ 0 w 39"/>
                  <a:gd name="T1" fmla="*/ 595 h 58"/>
                  <a:gd name="T2" fmla="*/ 284 w 39"/>
                  <a:gd name="T3" fmla="*/ 863 h 58"/>
                  <a:gd name="T4" fmla="*/ 588 w 39"/>
                  <a:gd name="T5" fmla="*/ 770 h 58"/>
                  <a:gd name="T6" fmla="*/ 618 w 39"/>
                  <a:gd name="T7" fmla="*/ 500 h 58"/>
                  <a:gd name="T8" fmla="*/ 601 w 39"/>
                  <a:gd name="T9" fmla="*/ 158 h 58"/>
                  <a:gd name="T10" fmla="*/ 317 w 39"/>
                  <a:gd name="T11" fmla="*/ 20 h 58"/>
                  <a:gd name="T12" fmla="*/ 20 w 39"/>
                  <a:gd name="T13" fmla="*/ 18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8">
                    <a:moveTo>
                      <a:pt x="0" y="38"/>
                    </a:moveTo>
                    <a:cubicBezTo>
                      <a:pt x="2" y="47"/>
                      <a:pt x="14" y="53"/>
                      <a:pt x="18" y="55"/>
                    </a:cubicBezTo>
                    <a:cubicBezTo>
                      <a:pt x="21" y="58"/>
                      <a:pt x="36" y="52"/>
                      <a:pt x="37" y="49"/>
                    </a:cubicBezTo>
                    <a:cubicBezTo>
                      <a:pt x="37" y="49"/>
                      <a:pt x="39" y="44"/>
                      <a:pt x="39" y="32"/>
                    </a:cubicBezTo>
                    <a:cubicBezTo>
                      <a:pt x="39" y="20"/>
                      <a:pt x="39" y="12"/>
                      <a:pt x="38" y="10"/>
                    </a:cubicBezTo>
                    <a:cubicBezTo>
                      <a:pt x="35" y="7"/>
                      <a:pt x="26" y="0"/>
                      <a:pt x="20" y="1"/>
                    </a:cubicBezTo>
                    <a:cubicBezTo>
                      <a:pt x="14" y="1"/>
                      <a:pt x="0" y="8"/>
                      <a:pt x="1" y="12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19" name="Freeform 1562">
                <a:extLst>
                  <a:ext uri="{FF2B5EF4-FFF2-40B4-BE49-F238E27FC236}">
                    <a16:creationId xmlns:a16="http://schemas.microsoft.com/office/drawing/2014/main" id="{25D1F2C6-6064-4173-83B2-39A510B8A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087"/>
                <a:ext cx="110" cy="117"/>
              </a:xfrm>
              <a:custGeom>
                <a:avLst/>
                <a:gdLst>
                  <a:gd name="T0" fmla="*/ 658 w 44"/>
                  <a:gd name="T1" fmla="*/ 724 h 47"/>
                  <a:gd name="T2" fmla="*/ 675 w 44"/>
                  <a:gd name="T3" fmla="*/ 199 h 47"/>
                  <a:gd name="T4" fmla="*/ 363 w 44"/>
                  <a:gd name="T5" fmla="*/ 0 h 47"/>
                  <a:gd name="T6" fmla="*/ 20 w 44"/>
                  <a:gd name="T7" fmla="*/ 199 h 47"/>
                  <a:gd name="T8" fmla="*/ 33 w 44"/>
                  <a:gd name="T9" fmla="*/ 63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7">
                    <a:moveTo>
                      <a:pt x="42" y="47"/>
                    </a:moveTo>
                    <a:cubicBezTo>
                      <a:pt x="42" y="41"/>
                      <a:pt x="44" y="20"/>
                      <a:pt x="43" y="13"/>
                    </a:cubicBezTo>
                    <a:cubicBezTo>
                      <a:pt x="41" y="7"/>
                      <a:pt x="23" y="0"/>
                      <a:pt x="23" y="0"/>
                    </a:cubicBezTo>
                    <a:cubicBezTo>
                      <a:pt x="23" y="0"/>
                      <a:pt x="2" y="5"/>
                      <a:pt x="1" y="13"/>
                    </a:cubicBezTo>
                    <a:cubicBezTo>
                      <a:pt x="0" y="21"/>
                      <a:pt x="0" y="38"/>
                      <a:pt x="2" y="41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20" name="Freeform 1563">
                <a:extLst>
                  <a:ext uri="{FF2B5EF4-FFF2-40B4-BE49-F238E27FC236}">
                    <a16:creationId xmlns:a16="http://schemas.microsoft.com/office/drawing/2014/main" id="{07F0EA16-EE7F-429C-8836-6360869F9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087"/>
                <a:ext cx="106" cy="125"/>
              </a:xfrm>
              <a:custGeom>
                <a:avLst/>
                <a:gdLst>
                  <a:gd name="T0" fmla="*/ 676 w 42"/>
                  <a:gd name="T1" fmla="*/ 188 h 50"/>
                  <a:gd name="T2" fmla="*/ 318 w 42"/>
                  <a:gd name="T3" fmla="*/ 50 h 50"/>
                  <a:gd name="T4" fmla="*/ 33 w 42"/>
                  <a:gd name="T5" fmla="*/ 283 h 50"/>
                  <a:gd name="T6" fmla="*/ 63 w 42"/>
                  <a:gd name="T7" fmla="*/ 78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50">
                    <a:moveTo>
                      <a:pt x="42" y="12"/>
                    </a:moveTo>
                    <a:cubicBezTo>
                      <a:pt x="37" y="6"/>
                      <a:pt x="26" y="0"/>
                      <a:pt x="20" y="3"/>
                    </a:cubicBezTo>
                    <a:cubicBezTo>
                      <a:pt x="14" y="5"/>
                      <a:pt x="4" y="13"/>
                      <a:pt x="2" y="18"/>
                    </a:cubicBezTo>
                    <a:cubicBezTo>
                      <a:pt x="0" y="23"/>
                      <a:pt x="2" y="46"/>
                      <a:pt x="4" y="5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21" name="Freeform 1564">
                <a:extLst>
                  <a:ext uri="{FF2B5EF4-FFF2-40B4-BE49-F238E27FC236}">
                    <a16:creationId xmlns:a16="http://schemas.microsoft.com/office/drawing/2014/main" id="{55B16BDC-0B37-4D64-9AB9-84CDB5FF7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102"/>
                <a:ext cx="100" cy="142"/>
              </a:xfrm>
              <a:custGeom>
                <a:avLst/>
                <a:gdLst>
                  <a:gd name="T0" fmla="*/ 625 w 40"/>
                  <a:gd name="T1" fmla="*/ 187 h 57"/>
                  <a:gd name="T2" fmla="*/ 220 w 40"/>
                  <a:gd name="T3" fmla="*/ 0 h 57"/>
                  <a:gd name="T4" fmla="*/ 20 w 40"/>
                  <a:gd name="T5" fmla="*/ 354 h 57"/>
                  <a:gd name="T6" fmla="*/ 95 w 40"/>
                  <a:gd name="T7" fmla="*/ 683 h 57"/>
                  <a:gd name="T8" fmla="*/ 250 w 40"/>
                  <a:gd name="T9" fmla="*/ 882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57">
                    <a:moveTo>
                      <a:pt x="40" y="12"/>
                    </a:moveTo>
                    <a:cubicBezTo>
                      <a:pt x="34" y="0"/>
                      <a:pt x="18" y="1"/>
                      <a:pt x="14" y="0"/>
                    </a:cubicBezTo>
                    <a:cubicBezTo>
                      <a:pt x="10" y="0"/>
                      <a:pt x="2" y="19"/>
                      <a:pt x="1" y="23"/>
                    </a:cubicBezTo>
                    <a:cubicBezTo>
                      <a:pt x="0" y="27"/>
                      <a:pt x="4" y="41"/>
                      <a:pt x="6" y="44"/>
                    </a:cubicBezTo>
                    <a:cubicBezTo>
                      <a:pt x="8" y="48"/>
                      <a:pt x="16" y="57"/>
                      <a:pt x="16" y="57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22" name="Freeform 1565">
                <a:extLst>
                  <a:ext uri="{FF2B5EF4-FFF2-40B4-BE49-F238E27FC236}">
                    <a16:creationId xmlns:a16="http://schemas.microsoft.com/office/drawing/2014/main" id="{38AAA0C3-EEDD-4B18-8BA4-41A4293BC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97"/>
                <a:ext cx="92" cy="140"/>
              </a:xfrm>
              <a:custGeom>
                <a:avLst/>
                <a:gdLst>
                  <a:gd name="T0" fmla="*/ 0 w 37"/>
                  <a:gd name="T1" fmla="*/ 145 h 56"/>
                  <a:gd name="T2" fmla="*/ 321 w 37"/>
                  <a:gd name="T3" fmla="*/ 0 h 56"/>
                  <a:gd name="T4" fmla="*/ 537 w 37"/>
                  <a:gd name="T5" fmla="*/ 238 h 56"/>
                  <a:gd name="T6" fmla="*/ 495 w 37"/>
                  <a:gd name="T7" fmla="*/ 720 h 56"/>
                  <a:gd name="T8" fmla="*/ 229 w 37"/>
                  <a:gd name="T9" fmla="*/ 8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56">
                    <a:moveTo>
                      <a:pt x="0" y="9"/>
                    </a:moveTo>
                    <a:cubicBezTo>
                      <a:pt x="5" y="1"/>
                      <a:pt x="17" y="0"/>
                      <a:pt x="21" y="0"/>
                    </a:cubicBezTo>
                    <a:cubicBezTo>
                      <a:pt x="25" y="0"/>
                      <a:pt x="33" y="10"/>
                      <a:pt x="35" y="15"/>
                    </a:cubicBezTo>
                    <a:cubicBezTo>
                      <a:pt x="37" y="19"/>
                      <a:pt x="34" y="43"/>
                      <a:pt x="32" y="46"/>
                    </a:cubicBezTo>
                    <a:cubicBezTo>
                      <a:pt x="31" y="49"/>
                      <a:pt x="15" y="56"/>
                      <a:pt x="15" y="56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23" name="Freeform 1566">
                <a:extLst>
                  <a:ext uri="{FF2B5EF4-FFF2-40B4-BE49-F238E27FC236}">
                    <a16:creationId xmlns:a16="http://schemas.microsoft.com/office/drawing/2014/main" id="{06C83BA7-8120-43CC-8489-5F8670CFD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219"/>
                <a:ext cx="90" cy="153"/>
              </a:xfrm>
              <a:custGeom>
                <a:avLst/>
                <a:gdLst>
                  <a:gd name="T0" fmla="*/ 283 w 36"/>
                  <a:gd name="T1" fmla="*/ 0 h 61"/>
                  <a:gd name="T2" fmla="*/ 533 w 36"/>
                  <a:gd name="T3" fmla="*/ 271 h 61"/>
                  <a:gd name="T4" fmla="*/ 550 w 36"/>
                  <a:gd name="T5" fmla="*/ 722 h 61"/>
                  <a:gd name="T6" fmla="*/ 270 w 36"/>
                  <a:gd name="T7" fmla="*/ 913 h 61"/>
                  <a:gd name="T8" fmla="*/ 0 w 36"/>
                  <a:gd name="T9" fmla="*/ 692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1">
                    <a:moveTo>
                      <a:pt x="18" y="0"/>
                    </a:moveTo>
                    <a:cubicBezTo>
                      <a:pt x="24" y="4"/>
                      <a:pt x="32" y="10"/>
                      <a:pt x="34" y="17"/>
                    </a:cubicBezTo>
                    <a:cubicBezTo>
                      <a:pt x="36" y="24"/>
                      <a:pt x="35" y="37"/>
                      <a:pt x="35" y="46"/>
                    </a:cubicBezTo>
                    <a:cubicBezTo>
                      <a:pt x="34" y="54"/>
                      <a:pt x="20" y="56"/>
                      <a:pt x="17" y="58"/>
                    </a:cubicBezTo>
                    <a:cubicBezTo>
                      <a:pt x="14" y="61"/>
                      <a:pt x="0" y="47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24" name="Freeform 1567">
                <a:extLst>
                  <a:ext uri="{FF2B5EF4-FFF2-40B4-BE49-F238E27FC236}">
                    <a16:creationId xmlns:a16="http://schemas.microsoft.com/office/drawing/2014/main" id="{517EEEE3-6A1E-48BD-A43A-B4D7CBC6D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104"/>
                <a:ext cx="77" cy="158"/>
              </a:xfrm>
              <a:custGeom>
                <a:avLst/>
                <a:gdLst>
                  <a:gd name="T0" fmla="*/ 0 w 31"/>
                  <a:gd name="T1" fmla="*/ 208 h 63"/>
                  <a:gd name="T2" fmla="*/ 278 w 31"/>
                  <a:gd name="T3" fmla="*/ 20 h 63"/>
                  <a:gd name="T4" fmla="*/ 462 w 31"/>
                  <a:gd name="T5" fmla="*/ 313 h 63"/>
                  <a:gd name="T6" fmla="*/ 432 w 31"/>
                  <a:gd name="T7" fmla="*/ 805 h 63"/>
                  <a:gd name="T8" fmla="*/ 196 w 31"/>
                  <a:gd name="T9" fmla="*/ 99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0" y="13"/>
                    </a:moveTo>
                    <a:cubicBezTo>
                      <a:pt x="4" y="5"/>
                      <a:pt x="16" y="2"/>
                      <a:pt x="18" y="1"/>
                    </a:cubicBezTo>
                    <a:cubicBezTo>
                      <a:pt x="20" y="0"/>
                      <a:pt x="29" y="12"/>
                      <a:pt x="30" y="20"/>
                    </a:cubicBezTo>
                    <a:cubicBezTo>
                      <a:pt x="31" y="29"/>
                      <a:pt x="30" y="46"/>
                      <a:pt x="28" y="51"/>
                    </a:cubicBezTo>
                    <a:cubicBezTo>
                      <a:pt x="26" y="55"/>
                      <a:pt x="14" y="62"/>
                      <a:pt x="13" y="63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25" name="Freeform 1568">
                <a:extLst>
                  <a:ext uri="{FF2B5EF4-FFF2-40B4-BE49-F238E27FC236}">
                    <a16:creationId xmlns:a16="http://schemas.microsoft.com/office/drawing/2014/main" id="{DD5AC62C-D9E3-4882-B9F5-F77D12280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234"/>
                <a:ext cx="57" cy="30"/>
              </a:xfrm>
              <a:custGeom>
                <a:avLst/>
                <a:gdLst>
                  <a:gd name="T0" fmla="*/ 0 w 23"/>
                  <a:gd name="T1" fmla="*/ 0 h 12"/>
                  <a:gd name="T2" fmla="*/ 196 w 23"/>
                  <a:gd name="T3" fmla="*/ 188 h 12"/>
                  <a:gd name="T4" fmla="*/ 349 w 23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4" y="5"/>
                      <a:pt x="9" y="12"/>
                      <a:pt x="13" y="12"/>
                    </a:cubicBezTo>
                    <a:cubicBezTo>
                      <a:pt x="17" y="12"/>
                      <a:pt x="23" y="4"/>
                      <a:pt x="23" y="4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26" name="Freeform 1569">
                <a:extLst>
                  <a:ext uri="{FF2B5EF4-FFF2-40B4-BE49-F238E27FC236}">
                    <a16:creationId xmlns:a16="http://schemas.microsoft.com/office/drawing/2014/main" id="{902DEF97-F691-4F84-AF7E-0AF6B869A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342"/>
                <a:ext cx="10" cy="20"/>
              </a:xfrm>
              <a:custGeom>
                <a:avLst/>
                <a:gdLst>
                  <a:gd name="T0" fmla="*/ 0 w 4"/>
                  <a:gd name="T1" fmla="*/ 0 h 8"/>
                  <a:gd name="T2" fmla="*/ 63 w 4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2"/>
                      <a:pt x="2" y="5"/>
                      <a:pt x="4" y="8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27" name="Freeform 1570">
                <a:extLst>
                  <a:ext uri="{FF2B5EF4-FFF2-40B4-BE49-F238E27FC236}">
                    <a16:creationId xmlns:a16="http://schemas.microsoft.com/office/drawing/2014/main" id="{08B63AEF-834E-4A8E-8EA7-CAEDA85D0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332"/>
                <a:ext cx="37" cy="32"/>
              </a:xfrm>
              <a:custGeom>
                <a:avLst/>
                <a:gdLst>
                  <a:gd name="T0" fmla="*/ 0 w 15"/>
                  <a:gd name="T1" fmla="*/ 194 h 13"/>
                  <a:gd name="T2" fmla="*/ 224 w 1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0" y="13"/>
                    </a:moveTo>
                    <a:cubicBezTo>
                      <a:pt x="4" y="10"/>
                      <a:pt x="13" y="1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28" name="Freeform 1571">
                <a:extLst>
                  <a:ext uri="{FF2B5EF4-FFF2-40B4-BE49-F238E27FC236}">
                    <a16:creationId xmlns:a16="http://schemas.microsoft.com/office/drawing/2014/main" id="{FDDF8265-C1DB-4529-939B-A5031707A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217"/>
                <a:ext cx="45" cy="87"/>
              </a:xfrm>
              <a:custGeom>
                <a:avLst/>
                <a:gdLst>
                  <a:gd name="T0" fmla="*/ 283 w 18"/>
                  <a:gd name="T1" fmla="*/ 0 h 35"/>
                  <a:gd name="T2" fmla="*/ 33 w 18"/>
                  <a:gd name="T3" fmla="*/ 259 h 35"/>
                  <a:gd name="T4" fmla="*/ 20 w 18"/>
                  <a:gd name="T5" fmla="*/ 53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5">
                    <a:moveTo>
                      <a:pt x="18" y="0"/>
                    </a:moveTo>
                    <a:cubicBezTo>
                      <a:pt x="8" y="5"/>
                      <a:pt x="2" y="17"/>
                      <a:pt x="2" y="17"/>
                    </a:cubicBezTo>
                    <a:cubicBezTo>
                      <a:pt x="0" y="20"/>
                      <a:pt x="1" y="27"/>
                      <a:pt x="1" y="35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29" name="Freeform 1572">
                <a:extLst>
                  <a:ext uri="{FF2B5EF4-FFF2-40B4-BE49-F238E27FC236}">
                    <a16:creationId xmlns:a16="http://schemas.microsoft.com/office/drawing/2014/main" id="{BA2B88E4-85FA-49DB-9DB3-CBF8F6C41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219"/>
                <a:ext cx="37" cy="40"/>
              </a:xfrm>
              <a:custGeom>
                <a:avLst/>
                <a:gdLst>
                  <a:gd name="T0" fmla="*/ 224 w 15"/>
                  <a:gd name="T1" fmla="*/ 250 h 16"/>
                  <a:gd name="T2" fmla="*/ 0 w 1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6">
                    <a:moveTo>
                      <a:pt x="15" y="16"/>
                    </a:moveTo>
                    <a:cubicBezTo>
                      <a:pt x="13" y="1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30" name="Freeform 1573">
                <a:extLst>
                  <a:ext uri="{FF2B5EF4-FFF2-40B4-BE49-F238E27FC236}">
                    <a16:creationId xmlns:a16="http://schemas.microsoft.com/office/drawing/2014/main" id="{51455B0D-0138-49F0-ABD7-E497D2434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119"/>
                <a:ext cx="50" cy="40"/>
              </a:xfrm>
              <a:custGeom>
                <a:avLst/>
                <a:gdLst>
                  <a:gd name="T0" fmla="*/ 313 w 20"/>
                  <a:gd name="T1" fmla="*/ 250 h 16"/>
                  <a:gd name="T2" fmla="*/ 113 w 20"/>
                  <a:gd name="T3" fmla="*/ 0 h 16"/>
                  <a:gd name="T4" fmla="*/ 0 w 20"/>
                  <a:gd name="T5" fmla="*/ 11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20" y="16"/>
                    </a:moveTo>
                    <a:cubicBezTo>
                      <a:pt x="19" y="8"/>
                      <a:pt x="9" y="1"/>
                      <a:pt x="7" y="0"/>
                    </a:cubicBezTo>
                    <a:cubicBezTo>
                      <a:pt x="5" y="0"/>
                      <a:pt x="0" y="7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31" name="Freeform 1574">
                <a:extLst>
                  <a:ext uri="{FF2B5EF4-FFF2-40B4-BE49-F238E27FC236}">
                    <a16:creationId xmlns:a16="http://schemas.microsoft.com/office/drawing/2014/main" id="{9CEBC59F-D189-423B-BA35-1A018279D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349"/>
                <a:ext cx="20" cy="58"/>
              </a:xfrm>
              <a:custGeom>
                <a:avLst/>
                <a:gdLst>
                  <a:gd name="T0" fmla="*/ 0 w 8"/>
                  <a:gd name="T1" fmla="*/ 0 h 23"/>
                  <a:gd name="T2" fmla="*/ 125 w 8"/>
                  <a:gd name="T3" fmla="*/ 36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4" y="5"/>
                      <a:pt x="6" y="15"/>
                      <a:pt x="8" y="23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32" name="Freeform 1575">
                <a:extLst>
                  <a:ext uri="{FF2B5EF4-FFF2-40B4-BE49-F238E27FC236}">
                    <a16:creationId xmlns:a16="http://schemas.microsoft.com/office/drawing/2014/main" id="{C862DA6A-6C06-4B50-B553-CF0BB619B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334"/>
                <a:ext cx="8" cy="88"/>
              </a:xfrm>
              <a:custGeom>
                <a:avLst/>
                <a:gdLst>
                  <a:gd name="T0" fmla="*/ 0 w 3"/>
                  <a:gd name="T1" fmla="*/ 0 h 35"/>
                  <a:gd name="T2" fmla="*/ 56 w 3"/>
                  <a:gd name="T3" fmla="*/ 463 h 35"/>
                  <a:gd name="T4" fmla="*/ 21 w 3"/>
                  <a:gd name="T5" fmla="*/ 5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5">
                    <a:moveTo>
                      <a:pt x="0" y="0"/>
                    </a:moveTo>
                    <a:cubicBezTo>
                      <a:pt x="3" y="8"/>
                      <a:pt x="3" y="24"/>
                      <a:pt x="3" y="29"/>
                    </a:cubicBezTo>
                    <a:cubicBezTo>
                      <a:pt x="3" y="31"/>
                      <a:pt x="2" y="33"/>
                      <a:pt x="1" y="35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33" name="Line 1576">
                <a:extLst>
                  <a:ext uri="{FF2B5EF4-FFF2-40B4-BE49-F238E27FC236}">
                    <a16:creationId xmlns:a16="http://schemas.microsoft.com/office/drawing/2014/main" id="{5D00170F-E4F8-4CB5-981C-69A1E19D0C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58" y="2407"/>
                <a:ext cx="17" cy="12"/>
              </a:xfrm>
              <a:prstGeom prst="line">
                <a:avLst/>
              </a:prstGeom>
              <a:noFill/>
              <a:ln w="4763" cap="rnd">
                <a:solidFill>
                  <a:srgbClr val="56A7D8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34" name="Freeform 1577">
                <a:extLst>
                  <a:ext uri="{FF2B5EF4-FFF2-40B4-BE49-F238E27FC236}">
                    <a16:creationId xmlns:a16="http://schemas.microsoft.com/office/drawing/2014/main" id="{9D45BDAA-FEA0-4AFD-B2C2-9534E563B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344"/>
                <a:ext cx="10" cy="73"/>
              </a:xfrm>
              <a:custGeom>
                <a:avLst/>
                <a:gdLst>
                  <a:gd name="T0" fmla="*/ 0 w 4"/>
                  <a:gd name="T1" fmla="*/ 463 h 29"/>
                  <a:gd name="T2" fmla="*/ 50 w 4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0" y="29"/>
                    </a:moveTo>
                    <a:cubicBezTo>
                      <a:pt x="2" y="19"/>
                      <a:pt x="4" y="4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35" name="Freeform 1578">
                <a:extLst>
                  <a:ext uri="{FF2B5EF4-FFF2-40B4-BE49-F238E27FC236}">
                    <a16:creationId xmlns:a16="http://schemas.microsoft.com/office/drawing/2014/main" id="{3996B8B4-6AEA-4C34-9802-E3EA68B42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367"/>
                <a:ext cx="3" cy="25"/>
              </a:xfrm>
              <a:custGeom>
                <a:avLst/>
                <a:gdLst>
                  <a:gd name="T0" fmla="*/ 0 w 1"/>
                  <a:gd name="T1" fmla="*/ 0 h 10"/>
                  <a:gd name="T2" fmla="*/ 27 w 1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1" y="3"/>
                      <a:pt x="1" y="7"/>
                      <a:pt x="1" y="1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36" name="Freeform 1579">
                <a:extLst>
                  <a:ext uri="{FF2B5EF4-FFF2-40B4-BE49-F238E27FC236}">
                    <a16:creationId xmlns:a16="http://schemas.microsoft.com/office/drawing/2014/main" id="{F4373409-8FDC-4ACA-A456-31B3E525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127"/>
                <a:ext cx="25" cy="27"/>
              </a:xfrm>
              <a:custGeom>
                <a:avLst/>
                <a:gdLst>
                  <a:gd name="T0" fmla="*/ 0 w 10"/>
                  <a:gd name="T1" fmla="*/ 162 h 11"/>
                  <a:gd name="T2" fmla="*/ 158 w 1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3" y="8"/>
                      <a:pt x="6" y="2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37" name="Freeform 1580">
                <a:extLst>
                  <a:ext uri="{FF2B5EF4-FFF2-40B4-BE49-F238E27FC236}">
                    <a16:creationId xmlns:a16="http://schemas.microsoft.com/office/drawing/2014/main" id="{E881F277-0F3D-4270-AC99-BEC6AD52E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079"/>
                <a:ext cx="3" cy="10"/>
              </a:xfrm>
              <a:custGeom>
                <a:avLst/>
                <a:gdLst>
                  <a:gd name="T0" fmla="*/ 0 w 1"/>
                  <a:gd name="T1" fmla="*/ 63 h 4"/>
                  <a:gd name="T2" fmla="*/ 27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38" name="Freeform 1581">
                <a:extLst>
                  <a:ext uri="{FF2B5EF4-FFF2-40B4-BE49-F238E27FC236}">
                    <a16:creationId xmlns:a16="http://schemas.microsoft.com/office/drawing/2014/main" id="{47C38CCF-FB67-47A6-B491-8F6A38697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029"/>
                <a:ext cx="5" cy="58"/>
              </a:xfrm>
              <a:custGeom>
                <a:avLst/>
                <a:gdLst>
                  <a:gd name="T0" fmla="*/ 0 w 2"/>
                  <a:gd name="T1" fmla="*/ 368 h 23"/>
                  <a:gd name="T2" fmla="*/ 0 w 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0" y="23"/>
                    </a:moveTo>
                    <a:cubicBezTo>
                      <a:pt x="2" y="18"/>
                      <a:pt x="0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39" name="Freeform 1582">
                <a:extLst>
                  <a:ext uri="{FF2B5EF4-FFF2-40B4-BE49-F238E27FC236}">
                    <a16:creationId xmlns:a16="http://schemas.microsoft.com/office/drawing/2014/main" id="{8C656666-4755-405A-9904-CF1B54E63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099"/>
                <a:ext cx="3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0" name="Freeform 1583">
                <a:extLst>
                  <a:ext uri="{FF2B5EF4-FFF2-40B4-BE49-F238E27FC236}">
                    <a16:creationId xmlns:a16="http://schemas.microsoft.com/office/drawing/2014/main" id="{BE2A9CE5-47B2-40A9-B59D-5221557D7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1251"/>
                <a:ext cx="17" cy="23"/>
              </a:xfrm>
              <a:custGeom>
                <a:avLst/>
                <a:gdLst>
                  <a:gd name="T0" fmla="*/ 100 w 7"/>
                  <a:gd name="T1" fmla="*/ 151 h 9"/>
                  <a:gd name="T2" fmla="*/ 0 w 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7" y="5"/>
                      <a:pt x="4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1" name="Freeform 1584">
                <a:extLst>
                  <a:ext uri="{FF2B5EF4-FFF2-40B4-BE49-F238E27FC236}">
                    <a16:creationId xmlns:a16="http://schemas.microsoft.com/office/drawing/2014/main" id="{711A0299-8813-46EE-BD39-110410048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219"/>
                <a:ext cx="5" cy="27"/>
              </a:xfrm>
              <a:custGeom>
                <a:avLst/>
                <a:gdLst>
                  <a:gd name="T0" fmla="*/ 33 w 2"/>
                  <a:gd name="T1" fmla="*/ 162 h 11"/>
                  <a:gd name="T2" fmla="*/ 20 w 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11"/>
                    </a:moveTo>
                    <a:cubicBezTo>
                      <a:pt x="1" y="8"/>
                      <a:pt x="0" y="4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2" name="Freeform 1585">
                <a:extLst>
                  <a:ext uri="{FF2B5EF4-FFF2-40B4-BE49-F238E27FC236}">
                    <a16:creationId xmlns:a16="http://schemas.microsoft.com/office/drawing/2014/main" id="{B7877B1F-26BF-4D36-B830-26E521DCF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219"/>
                <a:ext cx="2" cy="20"/>
              </a:xfrm>
              <a:custGeom>
                <a:avLst/>
                <a:gdLst>
                  <a:gd name="T0" fmla="*/ 8 w 1"/>
                  <a:gd name="T1" fmla="*/ 125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1" y="5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3" name="Freeform 1586">
                <a:extLst>
                  <a:ext uri="{FF2B5EF4-FFF2-40B4-BE49-F238E27FC236}">
                    <a16:creationId xmlns:a16="http://schemas.microsoft.com/office/drawing/2014/main" id="{25B78370-CA9C-412F-B3D5-8C772E108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226"/>
                <a:ext cx="15" cy="20"/>
              </a:xfrm>
              <a:custGeom>
                <a:avLst/>
                <a:gdLst>
                  <a:gd name="T0" fmla="*/ 20 w 6"/>
                  <a:gd name="T1" fmla="*/ 125 h 8"/>
                  <a:gd name="T2" fmla="*/ 95 w 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1" y="8"/>
                    </a:moveTo>
                    <a:cubicBezTo>
                      <a:pt x="0" y="4"/>
                      <a:pt x="3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4" name="Freeform 1587">
                <a:extLst>
                  <a:ext uri="{FF2B5EF4-FFF2-40B4-BE49-F238E27FC236}">
                    <a16:creationId xmlns:a16="http://schemas.microsoft.com/office/drawing/2014/main" id="{49999B32-62E7-4FA7-AA25-FFBDF4D63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264"/>
                <a:ext cx="20" cy="12"/>
              </a:xfrm>
              <a:custGeom>
                <a:avLst/>
                <a:gdLst>
                  <a:gd name="T0" fmla="*/ 0 w 8"/>
                  <a:gd name="T1" fmla="*/ 70 h 5"/>
                  <a:gd name="T2" fmla="*/ 125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3"/>
                      <a:pt x="4" y="0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5" name="Freeform 1588">
                <a:extLst>
                  <a:ext uri="{FF2B5EF4-FFF2-40B4-BE49-F238E27FC236}">
                    <a16:creationId xmlns:a16="http://schemas.microsoft.com/office/drawing/2014/main" id="{9F735536-5423-4890-9605-C01FB2B49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316"/>
                <a:ext cx="17" cy="10"/>
              </a:xfrm>
              <a:custGeom>
                <a:avLst/>
                <a:gdLst>
                  <a:gd name="T0" fmla="*/ 0 w 7"/>
                  <a:gd name="T1" fmla="*/ 63 h 4"/>
                  <a:gd name="T2" fmla="*/ 100 w 7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2" y="2"/>
                      <a:pt x="5" y="0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6" name="Freeform 1589">
                <a:extLst>
                  <a:ext uri="{FF2B5EF4-FFF2-40B4-BE49-F238E27FC236}">
                    <a16:creationId xmlns:a16="http://schemas.microsoft.com/office/drawing/2014/main" id="{45B7D5B3-712C-4EF9-976A-7835FC8A5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296"/>
                <a:ext cx="12" cy="18"/>
              </a:xfrm>
              <a:custGeom>
                <a:avLst/>
                <a:gdLst>
                  <a:gd name="T0" fmla="*/ 70 w 5"/>
                  <a:gd name="T1" fmla="*/ 118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7" name="Freeform 1590">
                <a:extLst>
                  <a:ext uri="{FF2B5EF4-FFF2-40B4-BE49-F238E27FC236}">
                    <a16:creationId xmlns:a16="http://schemas.microsoft.com/office/drawing/2014/main" id="{49F6C39C-46ED-4034-AA86-8CEA78236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359"/>
                <a:ext cx="15" cy="15"/>
              </a:xfrm>
              <a:custGeom>
                <a:avLst/>
                <a:gdLst>
                  <a:gd name="T0" fmla="*/ 95 w 6"/>
                  <a:gd name="T1" fmla="*/ 95 h 6"/>
                  <a:gd name="T2" fmla="*/ 0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5" y="4"/>
                      <a:pt x="2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8" name="Freeform 1591">
                <a:extLst>
                  <a:ext uri="{FF2B5EF4-FFF2-40B4-BE49-F238E27FC236}">
                    <a16:creationId xmlns:a16="http://schemas.microsoft.com/office/drawing/2014/main" id="{2AAEEBE8-AB6B-4C8B-B22E-397CADD98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429"/>
                <a:ext cx="13" cy="1"/>
              </a:xfrm>
              <a:custGeom>
                <a:avLst/>
                <a:gdLst>
                  <a:gd name="T0" fmla="*/ 88 w 5"/>
                  <a:gd name="T1" fmla="*/ 0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FE1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9" name="Freeform 1592">
                <a:extLst>
                  <a:ext uri="{FF2B5EF4-FFF2-40B4-BE49-F238E27FC236}">
                    <a16:creationId xmlns:a16="http://schemas.microsoft.com/office/drawing/2014/main" id="{4F5F6B4F-B10F-492D-AB8A-164BB6A1A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507"/>
                <a:ext cx="13" cy="7"/>
              </a:xfrm>
              <a:custGeom>
                <a:avLst/>
                <a:gdLst>
                  <a:gd name="T0" fmla="*/ 88 w 5"/>
                  <a:gd name="T1" fmla="*/ 12 h 3"/>
                  <a:gd name="T2" fmla="*/ 0 w 5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3" y="0"/>
                      <a:pt x="1" y="1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CFE1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0" name="Freeform 1593">
                <a:extLst>
                  <a:ext uri="{FF2B5EF4-FFF2-40B4-BE49-F238E27FC236}">
                    <a16:creationId xmlns:a16="http://schemas.microsoft.com/office/drawing/2014/main" id="{C112E5DB-DC78-4DFE-826D-719E117BD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1694"/>
                <a:ext cx="13" cy="8"/>
              </a:xfrm>
              <a:custGeom>
                <a:avLst/>
                <a:gdLst>
                  <a:gd name="T0" fmla="*/ 88 w 5"/>
                  <a:gd name="T1" fmla="*/ 0 h 3"/>
                  <a:gd name="T2" fmla="*/ 0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1"/>
                      <a:pt x="2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CFE1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1" name="Freeform 1594">
                <a:extLst>
                  <a:ext uri="{FF2B5EF4-FFF2-40B4-BE49-F238E27FC236}">
                    <a16:creationId xmlns:a16="http://schemas.microsoft.com/office/drawing/2014/main" id="{0CF80FCE-3E2D-49CE-A5D9-85A936AA6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554"/>
                <a:ext cx="20" cy="35"/>
              </a:xfrm>
              <a:custGeom>
                <a:avLst/>
                <a:gdLst>
                  <a:gd name="T0" fmla="*/ 113 w 8"/>
                  <a:gd name="T1" fmla="*/ 0 h 14"/>
                  <a:gd name="T2" fmla="*/ 0 w 8"/>
                  <a:gd name="T3" fmla="*/ 145 h 14"/>
                  <a:gd name="T4" fmla="*/ 125 w 8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7" y="0"/>
                    </a:moveTo>
                    <a:cubicBezTo>
                      <a:pt x="5" y="4"/>
                      <a:pt x="3" y="6"/>
                      <a:pt x="0" y="9"/>
                    </a:cubicBezTo>
                    <a:cubicBezTo>
                      <a:pt x="3" y="10"/>
                      <a:pt x="6" y="11"/>
                      <a:pt x="8" y="14"/>
                    </a:cubicBezTo>
                  </a:path>
                </a:pathLst>
              </a:custGeom>
              <a:noFill/>
              <a:ln w="4763" cap="rnd">
                <a:solidFill>
                  <a:srgbClr val="CFE1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2" name="Freeform 1595">
                <a:extLst>
                  <a:ext uri="{FF2B5EF4-FFF2-40B4-BE49-F238E27FC236}">
                    <a16:creationId xmlns:a16="http://schemas.microsoft.com/office/drawing/2014/main" id="{C2FF9B6B-44C1-46BD-9DF4-A8DE8C32F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1419"/>
                <a:ext cx="17" cy="35"/>
              </a:xfrm>
              <a:custGeom>
                <a:avLst/>
                <a:gdLst>
                  <a:gd name="T0" fmla="*/ 100 w 7"/>
                  <a:gd name="T1" fmla="*/ 0 h 14"/>
                  <a:gd name="T2" fmla="*/ 0 w 7"/>
                  <a:gd name="T3" fmla="*/ 145 h 14"/>
                  <a:gd name="T4" fmla="*/ 87 w 7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cubicBezTo>
                      <a:pt x="5" y="4"/>
                      <a:pt x="3" y="7"/>
                      <a:pt x="0" y="9"/>
                    </a:cubicBezTo>
                    <a:cubicBezTo>
                      <a:pt x="2" y="11"/>
                      <a:pt x="5" y="12"/>
                      <a:pt x="6" y="14"/>
                    </a:cubicBezTo>
                  </a:path>
                </a:pathLst>
              </a:custGeom>
              <a:noFill/>
              <a:ln w="4763" cap="rnd">
                <a:solidFill>
                  <a:srgbClr val="CFE1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3" name="Freeform 1596">
                <a:extLst>
                  <a:ext uri="{FF2B5EF4-FFF2-40B4-BE49-F238E27FC236}">
                    <a16:creationId xmlns:a16="http://schemas.microsoft.com/office/drawing/2014/main" id="{98D793FB-1470-4ED3-887B-FC996AEFD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1767"/>
                <a:ext cx="22" cy="7"/>
              </a:xfrm>
              <a:custGeom>
                <a:avLst/>
                <a:gdLst>
                  <a:gd name="T0" fmla="*/ 0 w 9"/>
                  <a:gd name="T1" fmla="*/ 0 h 3"/>
                  <a:gd name="T2" fmla="*/ 132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3"/>
                      <a:pt x="6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CFE1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4" name="Freeform 1597">
                <a:extLst>
                  <a:ext uri="{FF2B5EF4-FFF2-40B4-BE49-F238E27FC236}">
                    <a16:creationId xmlns:a16="http://schemas.microsoft.com/office/drawing/2014/main" id="{A0A58159-023D-4552-8745-1A6EBF0BF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1877"/>
                <a:ext cx="28" cy="7"/>
              </a:xfrm>
              <a:custGeom>
                <a:avLst/>
                <a:gdLst>
                  <a:gd name="T0" fmla="*/ 0 w 11"/>
                  <a:gd name="T1" fmla="*/ 0 h 3"/>
                  <a:gd name="T2" fmla="*/ 181 w 11"/>
                  <a:gd name="T3" fmla="*/ 2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3" y="0"/>
                      <a:pt x="7" y="3"/>
                      <a:pt x="11" y="2"/>
                    </a:cubicBezTo>
                  </a:path>
                </a:pathLst>
              </a:custGeom>
              <a:noFill/>
              <a:ln w="4763" cap="rnd">
                <a:solidFill>
                  <a:srgbClr val="CFE1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5" name="Freeform 1598">
                <a:extLst>
                  <a:ext uri="{FF2B5EF4-FFF2-40B4-BE49-F238E27FC236}">
                    <a16:creationId xmlns:a16="http://schemas.microsoft.com/office/drawing/2014/main" id="{A6358175-3205-45C4-BDD9-51E6B5988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1882"/>
                <a:ext cx="23" cy="12"/>
              </a:xfrm>
              <a:custGeom>
                <a:avLst/>
                <a:gdLst>
                  <a:gd name="T0" fmla="*/ 0 w 9"/>
                  <a:gd name="T1" fmla="*/ 70 h 5"/>
                  <a:gd name="T2" fmla="*/ 151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2"/>
                      <a:pt x="6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CFE1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6" name="Freeform 1599">
                <a:extLst>
                  <a:ext uri="{FF2B5EF4-FFF2-40B4-BE49-F238E27FC236}">
                    <a16:creationId xmlns:a16="http://schemas.microsoft.com/office/drawing/2014/main" id="{CE8E05D4-EFA4-4AE0-A8AA-E2D811156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154"/>
                <a:ext cx="25" cy="25"/>
              </a:xfrm>
              <a:custGeom>
                <a:avLst/>
                <a:gdLst>
                  <a:gd name="T0" fmla="*/ 0 w 10"/>
                  <a:gd name="T1" fmla="*/ 0 h 10"/>
                  <a:gd name="T2" fmla="*/ 158 w 10"/>
                  <a:gd name="T3" fmla="*/ 63 h 10"/>
                  <a:gd name="T4" fmla="*/ 0 w 10"/>
                  <a:gd name="T5" fmla="*/ 1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0" y="5"/>
                      <a:pt x="8" y="2"/>
                      <a:pt x="10" y="4"/>
                    </a:cubicBezTo>
                    <a:cubicBezTo>
                      <a:pt x="7" y="5"/>
                      <a:pt x="4" y="8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CFE1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7" name="Freeform 1600">
                <a:extLst>
                  <a:ext uri="{FF2B5EF4-FFF2-40B4-BE49-F238E27FC236}">
                    <a16:creationId xmlns:a16="http://schemas.microsoft.com/office/drawing/2014/main" id="{59CBDC40-4724-4964-A971-9E29C20B8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132"/>
                <a:ext cx="18" cy="17"/>
              </a:xfrm>
              <a:custGeom>
                <a:avLst/>
                <a:gdLst>
                  <a:gd name="T0" fmla="*/ 0 w 7"/>
                  <a:gd name="T1" fmla="*/ 0 h 7"/>
                  <a:gd name="T2" fmla="*/ 118 w 7"/>
                  <a:gd name="T3" fmla="*/ 12 h 7"/>
                  <a:gd name="T4" fmla="*/ 0 w 7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2" y="0"/>
                      <a:pt x="5" y="1"/>
                      <a:pt x="7" y="1"/>
                    </a:cubicBezTo>
                    <a:cubicBezTo>
                      <a:pt x="5" y="3"/>
                      <a:pt x="3" y="6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CFE1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8" name="Freeform 1601">
                <a:extLst>
                  <a:ext uri="{FF2B5EF4-FFF2-40B4-BE49-F238E27FC236}">
                    <a16:creationId xmlns:a16="http://schemas.microsoft.com/office/drawing/2014/main" id="{1D585D51-9FCE-4379-A485-4AC5A6367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687"/>
                <a:ext cx="15" cy="5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2"/>
                      <a:pt x="6" y="2"/>
                    </a:cubicBezTo>
                  </a:path>
                </a:pathLst>
              </a:custGeom>
              <a:noFill/>
              <a:ln w="4763" cap="rnd">
                <a:solidFill>
                  <a:srgbClr val="CFE1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9" name="Freeform 1602">
                <a:extLst>
                  <a:ext uri="{FF2B5EF4-FFF2-40B4-BE49-F238E27FC236}">
                    <a16:creationId xmlns:a16="http://schemas.microsoft.com/office/drawing/2014/main" id="{582B7581-F5E4-442E-B957-07BEB324C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834"/>
                <a:ext cx="22" cy="5"/>
              </a:xfrm>
              <a:custGeom>
                <a:avLst/>
                <a:gdLst>
                  <a:gd name="T0" fmla="*/ 0 w 9"/>
                  <a:gd name="T1" fmla="*/ 33 h 2"/>
                  <a:gd name="T2" fmla="*/ 132 w 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CFE1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0" name="Freeform 1603">
                <a:extLst>
                  <a:ext uri="{FF2B5EF4-FFF2-40B4-BE49-F238E27FC236}">
                    <a16:creationId xmlns:a16="http://schemas.microsoft.com/office/drawing/2014/main" id="{A7C242E9-65E1-49AB-938C-E1FA5A0DB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2342"/>
                <a:ext cx="35" cy="82"/>
              </a:xfrm>
              <a:custGeom>
                <a:avLst/>
                <a:gdLst>
                  <a:gd name="T0" fmla="*/ 125 w 14"/>
                  <a:gd name="T1" fmla="*/ 0 h 33"/>
                  <a:gd name="T2" fmla="*/ 0 w 14"/>
                  <a:gd name="T3" fmla="*/ 50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3">
                    <a:moveTo>
                      <a:pt x="8" y="0"/>
                    </a:moveTo>
                    <a:cubicBezTo>
                      <a:pt x="14" y="10"/>
                      <a:pt x="0" y="23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1" name="Freeform 1604">
                <a:extLst>
                  <a:ext uri="{FF2B5EF4-FFF2-40B4-BE49-F238E27FC236}">
                    <a16:creationId xmlns:a16="http://schemas.microsoft.com/office/drawing/2014/main" id="{B6538FDE-B18A-4E96-BBF8-96F3EDBD2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2379"/>
                <a:ext cx="38" cy="118"/>
              </a:xfrm>
              <a:custGeom>
                <a:avLst/>
                <a:gdLst>
                  <a:gd name="T0" fmla="*/ 0 w 15"/>
                  <a:gd name="T1" fmla="*/ 0 h 47"/>
                  <a:gd name="T2" fmla="*/ 213 w 15"/>
                  <a:gd name="T3" fmla="*/ 346 h 47"/>
                  <a:gd name="T4" fmla="*/ 213 w 15"/>
                  <a:gd name="T5" fmla="*/ 74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7">
                    <a:moveTo>
                      <a:pt x="0" y="0"/>
                    </a:moveTo>
                    <a:cubicBezTo>
                      <a:pt x="6" y="6"/>
                      <a:pt x="12" y="14"/>
                      <a:pt x="13" y="22"/>
                    </a:cubicBezTo>
                    <a:cubicBezTo>
                      <a:pt x="15" y="28"/>
                      <a:pt x="15" y="42"/>
                      <a:pt x="13" y="47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2" name="Freeform 1605">
                <a:extLst>
                  <a:ext uri="{FF2B5EF4-FFF2-40B4-BE49-F238E27FC236}">
                    <a16:creationId xmlns:a16="http://schemas.microsoft.com/office/drawing/2014/main" id="{F978E601-A6EC-43D3-B478-4A3CF03A5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407"/>
                <a:ext cx="33" cy="30"/>
              </a:xfrm>
              <a:custGeom>
                <a:avLst/>
                <a:gdLst>
                  <a:gd name="T0" fmla="*/ 0 w 13"/>
                  <a:gd name="T1" fmla="*/ 188 h 12"/>
                  <a:gd name="T2" fmla="*/ 213 w 1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12"/>
                    </a:moveTo>
                    <a:cubicBezTo>
                      <a:pt x="5" y="8"/>
                      <a:pt x="10" y="6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3" name="Freeform 1606">
                <a:extLst>
                  <a:ext uri="{FF2B5EF4-FFF2-40B4-BE49-F238E27FC236}">
                    <a16:creationId xmlns:a16="http://schemas.microsoft.com/office/drawing/2014/main" id="{BB61EBB6-140D-4F34-8B35-2465A7DEA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412"/>
                <a:ext cx="37" cy="132"/>
              </a:xfrm>
              <a:custGeom>
                <a:avLst/>
                <a:gdLst>
                  <a:gd name="T0" fmla="*/ 0 w 15"/>
                  <a:gd name="T1" fmla="*/ 0 h 53"/>
                  <a:gd name="T2" fmla="*/ 133 w 15"/>
                  <a:gd name="T3" fmla="*/ 229 h 53"/>
                  <a:gd name="T4" fmla="*/ 224 w 15"/>
                  <a:gd name="T5" fmla="*/ 416 h 53"/>
                  <a:gd name="T6" fmla="*/ 183 w 15"/>
                  <a:gd name="T7" fmla="*/ 620 h 53"/>
                  <a:gd name="T8" fmla="*/ 165 w 15"/>
                  <a:gd name="T9" fmla="*/ 725 h 53"/>
                  <a:gd name="T10" fmla="*/ 165 w 15"/>
                  <a:gd name="T11" fmla="*/ 819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3">
                    <a:moveTo>
                      <a:pt x="0" y="0"/>
                    </a:moveTo>
                    <a:cubicBezTo>
                      <a:pt x="4" y="5"/>
                      <a:pt x="6" y="10"/>
                      <a:pt x="9" y="15"/>
                    </a:cubicBezTo>
                    <a:cubicBezTo>
                      <a:pt x="12" y="19"/>
                      <a:pt x="15" y="23"/>
                      <a:pt x="15" y="27"/>
                    </a:cubicBezTo>
                    <a:cubicBezTo>
                      <a:pt x="15" y="32"/>
                      <a:pt x="13" y="36"/>
                      <a:pt x="12" y="40"/>
                    </a:cubicBezTo>
                    <a:cubicBezTo>
                      <a:pt x="12" y="43"/>
                      <a:pt x="11" y="45"/>
                      <a:pt x="11" y="47"/>
                    </a:cubicBezTo>
                    <a:cubicBezTo>
                      <a:pt x="11" y="49"/>
                      <a:pt x="10" y="53"/>
                      <a:pt x="11" y="53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4" name="Freeform 1607">
                <a:extLst>
                  <a:ext uri="{FF2B5EF4-FFF2-40B4-BE49-F238E27FC236}">
                    <a16:creationId xmlns:a16="http://schemas.microsoft.com/office/drawing/2014/main" id="{399115E2-0724-41C8-9735-26844E0E1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442"/>
                <a:ext cx="41" cy="37"/>
              </a:xfrm>
              <a:custGeom>
                <a:avLst/>
                <a:gdLst>
                  <a:gd name="T0" fmla="*/ 0 w 16"/>
                  <a:gd name="T1" fmla="*/ 224 h 15"/>
                  <a:gd name="T2" fmla="*/ 269 w 1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0" y="15"/>
                    </a:moveTo>
                    <a:cubicBezTo>
                      <a:pt x="6" y="11"/>
                      <a:pt x="11" y="4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00" name="Group 1608">
              <a:extLst>
                <a:ext uri="{FF2B5EF4-FFF2-40B4-BE49-F238E27FC236}">
                  <a16:creationId xmlns:a16="http://schemas.microsoft.com/office/drawing/2014/main" id="{4F24A78F-FEF4-417B-918C-3CC1586A8C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37" y="1124"/>
              <a:ext cx="883" cy="1663"/>
              <a:chOff x="3637" y="1124"/>
              <a:chExt cx="883" cy="1663"/>
            </a:xfrm>
          </p:grpSpPr>
          <p:sp>
            <p:nvSpPr>
              <p:cNvPr id="24965" name="Freeform 1609">
                <a:extLst>
                  <a:ext uri="{FF2B5EF4-FFF2-40B4-BE49-F238E27FC236}">
                    <a16:creationId xmlns:a16="http://schemas.microsoft.com/office/drawing/2014/main" id="{B1296165-5ED4-4600-8EAE-26F5586C1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2447"/>
                <a:ext cx="35" cy="117"/>
              </a:xfrm>
              <a:custGeom>
                <a:avLst/>
                <a:gdLst>
                  <a:gd name="T0" fmla="*/ 0 w 14"/>
                  <a:gd name="T1" fmla="*/ 0 h 47"/>
                  <a:gd name="T2" fmla="*/ 208 w 14"/>
                  <a:gd name="T3" fmla="*/ 353 h 47"/>
                  <a:gd name="T4" fmla="*/ 188 w 14"/>
                  <a:gd name="T5" fmla="*/ 540 h 47"/>
                  <a:gd name="T6" fmla="*/ 95 w 14"/>
                  <a:gd name="T7" fmla="*/ 72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7">
                    <a:moveTo>
                      <a:pt x="0" y="0"/>
                    </a:moveTo>
                    <a:cubicBezTo>
                      <a:pt x="4" y="7"/>
                      <a:pt x="10" y="15"/>
                      <a:pt x="13" y="23"/>
                    </a:cubicBezTo>
                    <a:cubicBezTo>
                      <a:pt x="14" y="27"/>
                      <a:pt x="13" y="31"/>
                      <a:pt x="12" y="35"/>
                    </a:cubicBezTo>
                    <a:cubicBezTo>
                      <a:pt x="11" y="41"/>
                      <a:pt x="10" y="43"/>
                      <a:pt x="6" y="47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6" name="Freeform 1610">
                <a:extLst>
                  <a:ext uri="{FF2B5EF4-FFF2-40B4-BE49-F238E27FC236}">
                    <a16:creationId xmlns:a16="http://schemas.microsoft.com/office/drawing/2014/main" id="{13E40B6F-E668-4EE3-8158-99B259987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2549"/>
                <a:ext cx="12" cy="20"/>
              </a:xfrm>
              <a:custGeom>
                <a:avLst/>
                <a:gdLst>
                  <a:gd name="T0" fmla="*/ 0 w 5"/>
                  <a:gd name="T1" fmla="*/ 0 h 8"/>
                  <a:gd name="T2" fmla="*/ 70 w 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2" y="2"/>
                      <a:pt x="4" y="5"/>
                      <a:pt x="5" y="8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7" name="Freeform 1611">
                <a:extLst>
                  <a:ext uri="{FF2B5EF4-FFF2-40B4-BE49-F238E27FC236}">
                    <a16:creationId xmlns:a16="http://schemas.microsoft.com/office/drawing/2014/main" id="{B2F8BEFF-2651-4979-A496-98A09A620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454"/>
                <a:ext cx="30" cy="53"/>
              </a:xfrm>
              <a:custGeom>
                <a:avLst/>
                <a:gdLst>
                  <a:gd name="T0" fmla="*/ 0 w 12"/>
                  <a:gd name="T1" fmla="*/ 338 h 21"/>
                  <a:gd name="T2" fmla="*/ 188 w 12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0" y="21"/>
                    </a:moveTo>
                    <a:cubicBezTo>
                      <a:pt x="3" y="13"/>
                      <a:pt x="7" y="6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8" name="Freeform 1612">
                <a:extLst>
                  <a:ext uri="{FF2B5EF4-FFF2-40B4-BE49-F238E27FC236}">
                    <a16:creationId xmlns:a16="http://schemas.microsoft.com/office/drawing/2014/main" id="{C78D3C9F-120A-4EE9-9E5D-1E66CD483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449"/>
                <a:ext cx="50" cy="120"/>
              </a:xfrm>
              <a:custGeom>
                <a:avLst/>
                <a:gdLst>
                  <a:gd name="T0" fmla="*/ 0 w 20"/>
                  <a:gd name="T1" fmla="*/ 0 h 48"/>
                  <a:gd name="T2" fmla="*/ 270 w 20"/>
                  <a:gd name="T3" fmla="*/ 313 h 48"/>
                  <a:gd name="T4" fmla="*/ 220 w 20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8">
                    <a:moveTo>
                      <a:pt x="0" y="0"/>
                    </a:moveTo>
                    <a:cubicBezTo>
                      <a:pt x="5" y="7"/>
                      <a:pt x="15" y="12"/>
                      <a:pt x="17" y="20"/>
                    </a:cubicBezTo>
                    <a:cubicBezTo>
                      <a:pt x="18" y="26"/>
                      <a:pt x="20" y="47"/>
                      <a:pt x="14" y="48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9" name="Freeform 1613">
                <a:extLst>
                  <a:ext uri="{FF2B5EF4-FFF2-40B4-BE49-F238E27FC236}">
                    <a16:creationId xmlns:a16="http://schemas.microsoft.com/office/drawing/2014/main" id="{42BF5785-5E2D-4E74-BF18-6BB0B13C8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562"/>
                <a:ext cx="8" cy="7"/>
              </a:xfrm>
              <a:custGeom>
                <a:avLst/>
                <a:gdLst>
                  <a:gd name="T0" fmla="*/ 0 w 3"/>
                  <a:gd name="T1" fmla="*/ 0 h 3"/>
                  <a:gd name="T2" fmla="*/ 56 w 3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0" name="Freeform 1614">
                <a:extLst>
                  <a:ext uri="{FF2B5EF4-FFF2-40B4-BE49-F238E27FC236}">
                    <a16:creationId xmlns:a16="http://schemas.microsoft.com/office/drawing/2014/main" id="{E8172456-E28A-43EB-85FA-254B5082D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444"/>
                <a:ext cx="35" cy="48"/>
              </a:xfrm>
              <a:custGeom>
                <a:avLst/>
                <a:gdLst>
                  <a:gd name="T0" fmla="*/ 0 w 14"/>
                  <a:gd name="T1" fmla="*/ 306 h 19"/>
                  <a:gd name="T2" fmla="*/ 220 w 14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0" y="19"/>
                    </a:moveTo>
                    <a:cubicBezTo>
                      <a:pt x="4" y="13"/>
                      <a:pt x="7" y="5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1" name="Freeform 1615">
                <a:extLst>
                  <a:ext uri="{FF2B5EF4-FFF2-40B4-BE49-F238E27FC236}">
                    <a16:creationId xmlns:a16="http://schemas.microsoft.com/office/drawing/2014/main" id="{12CB8EFC-94C5-4959-ADBA-81BBA0DAD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439"/>
                <a:ext cx="30" cy="115"/>
              </a:xfrm>
              <a:custGeom>
                <a:avLst/>
                <a:gdLst>
                  <a:gd name="T0" fmla="*/ 0 w 12"/>
                  <a:gd name="T1" fmla="*/ 0 h 46"/>
                  <a:gd name="T2" fmla="*/ 175 w 12"/>
                  <a:gd name="T3" fmla="*/ 363 h 46"/>
                  <a:gd name="T4" fmla="*/ 175 w 12"/>
                  <a:gd name="T5" fmla="*/ 583 h 46"/>
                  <a:gd name="T6" fmla="*/ 125 w 12"/>
                  <a:gd name="T7" fmla="*/ 72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6">
                    <a:moveTo>
                      <a:pt x="0" y="0"/>
                    </a:moveTo>
                    <a:cubicBezTo>
                      <a:pt x="7" y="5"/>
                      <a:pt x="11" y="15"/>
                      <a:pt x="11" y="23"/>
                    </a:cubicBezTo>
                    <a:cubicBezTo>
                      <a:pt x="11" y="28"/>
                      <a:pt x="12" y="32"/>
                      <a:pt x="11" y="37"/>
                    </a:cubicBezTo>
                    <a:cubicBezTo>
                      <a:pt x="11" y="41"/>
                      <a:pt x="9" y="42"/>
                      <a:pt x="8" y="46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2" name="Freeform 1616">
                <a:extLst>
                  <a:ext uri="{FF2B5EF4-FFF2-40B4-BE49-F238E27FC236}">
                    <a16:creationId xmlns:a16="http://schemas.microsoft.com/office/drawing/2014/main" id="{1C48B486-92CE-4886-BA81-47CE38DD9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534"/>
                <a:ext cx="15" cy="10"/>
              </a:xfrm>
              <a:custGeom>
                <a:avLst/>
                <a:gdLst>
                  <a:gd name="T0" fmla="*/ 0 w 6"/>
                  <a:gd name="T1" fmla="*/ 0 h 4"/>
                  <a:gd name="T2" fmla="*/ 95 w 6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2"/>
                      <a:pt x="4" y="4"/>
                      <a:pt x="6" y="4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3" name="Freeform 1617">
                <a:extLst>
                  <a:ext uri="{FF2B5EF4-FFF2-40B4-BE49-F238E27FC236}">
                    <a16:creationId xmlns:a16="http://schemas.microsoft.com/office/drawing/2014/main" id="{D9E95B24-7B6E-4FCA-AB81-92C1C2CD4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2432"/>
                <a:ext cx="13" cy="37"/>
              </a:xfrm>
              <a:custGeom>
                <a:avLst/>
                <a:gdLst>
                  <a:gd name="T0" fmla="*/ 0 w 5"/>
                  <a:gd name="T1" fmla="*/ 224 h 15"/>
                  <a:gd name="T2" fmla="*/ 88 w 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0" y="15"/>
                    </a:moveTo>
                    <a:cubicBezTo>
                      <a:pt x="1" y="12"/>
                      <a:pt x="2" y="3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4" name="Freeform 1618">
                <a:extLst>
                  <a:ext uri="{FF2B5EF4-FFF2-40B4-BE49-F238E27FC236}">
                    <a16:creationId xmlns:a16="http://schemas.microsoft.com/office/drawing/2014/main" id="{8B8F74F6-C5CC-4FC9-962C-B1F47AE8D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414"/>
                <a:ext cx="50" cy="98"/>
              </a:xfrm>
              <a:custGeom>
                <a:avLst/>
                <a:gdLst>
                  <a:gd name="T0" fmla="*/ 0 w 20"/>
                  <a:gd name="T1" fmla="*/ 0 h 39"/>
                  <a:gd name="T2" fmla="*/ 175 w 20"/>
                  <a:gd name="T3" fmla="*/ 113 h 39"/>
                  <a:gd name="T4" fmla="*/ 250 w 20"/>
                  <a:gd name="T5" fmla="*/ 271 h 39"/>
                  <a:gd name="T6" fmla="*/ 313 w 20"/>
                  <a:gd name="T7" fmla="*/ 460 h 39"/>
                  <a:gd name="T8" fmla="*/ 283 w 20"/>
                  <a:gd name="T9" fmla="*/ 61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9">
                    <a:moveTo>
                      <a:pt x="0" y="0"/>
                    </a:moveTo>
                    <a:cubicBezTo>
                      <a:pt x="4" y="2"/>
                      <a:pt x="7" y="4"/>
                      <a:pt x="11" y="7"/>
                    </a:cubicBezTo>
                    <a:cubicBezTo>
                      <a:pt x="14" y="11"/>
                      <a:pt x="15" y="13"/>
                      <a:pt x="16" y="17"/>
                    </a:cubicBezTo>
                    <a:cubicBezTo>
                      <a:pt x="18" y="21"/>
                      <a:pt x="19" y="25"/>
                      <a:pt x="20" y="29"/>
                    </a:cubicBezTo>
                    <a:cubicBezTo>
                      <a:pt x="20" y="32"/>
                      <a:pt x="18" y="39"/>
                      <a:pt x="18" y="39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5" name="Freeform 1619">
                <a:extLst>
                  <a:ext uri="{FF2B5EF4-FFF2-40B4-BE49-F238E27FC236}">
                    <a16:creationId xmlns:a16="http://schemas.microsoft.com/office/drawing/2014/main" id="{A7F53EFA-69C0-4036-B425-4D97C89A2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99"/>
                <a:ext cx="7" cy="40"/>
              </a:xfrm>
              <a:custGeom>
                <a:avLst/>
                <a:gdLst>
                  <a:gd name="T0" fmla="*/ 28 w 3"/>
                  <a:gd name="T1" fmla="*/ 250 h 16"/>
                  <a:gd name="T2" fmla="*/ 37 w 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2" y="16"/>
                    </a:moveTo>
                    <a:cubicBezTo>
                      <a:pt x="2" y="11"/>
                      <a:pt x="0" y="4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6" name="Freeform 1620">
                <a:extLst>
                  <a:ext uri="{FF2B5EF4-FFF2-40B4-BE49-F238E27FC236}">
                    <a16:creationId xmlns:a16="http://schemas.microsoft.com/office/drawing/2014/main" id="{838D7983-E168-42B5-94F5-4FD0A458B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367"/>
                <a:ext cx="30" cy="100"/>
              </a:xfrm>
              <a:custGeom>
                <a:avLst/>
                <a:gdLst>
                  <a:gd name="T0" fmla="*/ 0 w 12"/>
                  <a:gd name="T1" fmla="*/ 0 h 40"/>
                  <a:gd name="T2" fmla="*/ 125 w 12"/>
                  <a:gd name="T3" fmla="*/ 95 h 40"/>
                  <a:gd name="T4" fmla="*/ 188 w 12"/>
                  <a:gd name="T5" fmla="*/ 395 h 40"/>
                  <a:gd name="T6" fmla="*/ 125 w 12"/>
                  <a:gd name="T7" fmla="*/ 625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0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  <a:cubicBezTo>
                      <a:pt x="9" y="12"/>
                      <a:pt x="12" y="19"/>
                      <a:pt x="12" y="25"/>
                    </a:cubicBezTo>
                    <a:cubicBezTo>
                      <a:pt x="11" y="28"/>
                      <a:pt x="10" y="38"/>
                      <a:pt x="8" y="4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7" name="Freeform 1621">
                <a:extLst>
                  <a:ext uri="{FF2B5EF4-FFF2-40B4-BE49-F238E27FC236}">
                    <a16:creationId xmlns:a16="http://schemas.microsoft.com/office/drawing/2014/main" id="{78DF27A0-F62C-4B49-8159-78EE0D8B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344"/>
                <a:ext cx="7" cy="40"/>
              </a:xfrm>
              <a:custGeom>
                <a:avLst/>
                <a:gdLst>
                  <a:gd name="T0" fmla="*/ 28 w 3"/>
                  <a:gd name="T1" fmla="*/ 250 h 16"/>
                  <a:gd name="T2" fmla="*/ 37 w 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2" y="16"/>
                    </a:moveTo>
                    <a:cubicBezTo>
                      <a:pt x="3" y="11"/>
                      <a:pt x="0" y="5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8" name="Freeform 1622">
                <a:extLst>
                  <a:ext uri="{FF2B5EF4-FFF2-40B4-BE49-F238E27FC236}">
                    <a16:creationId xmlns:a16="http://schemas.microsoft.com/office/drawing/2014/main" id="{F723A86B-EA8E-4D1E-9081-670FB94E9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317"/>
                <a:ext cx="13" cy="17"/>
              </a:xfrm>
              <a:custGeom>
                <a:avLst/>
                <a:gdLst>
                  <a:gd name="T0" fmla="*/ 0 w 5"/>
                  <a:gd name="T1" fmla="*/ 0 h 7"/>
                  <a:gd name="T2" fmla="*/ 88 w 5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2" y="3"/>
                      <a:pt x="4" y="5"/>
                      <a:pt x="5" y="7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9" name="Freeform 1623">
                <a:extLst>
                  <a:ext uri="{FF2B5EF4-FFF2-40B4-BE49-F238E27FC236}">
                    <a16:creationId xmlns:a16="http://schemas.microsoft.com/office/drawing/2014/main" id="{80C9456F-7633-4A60-96EB-FF99BEEC7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434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1"/>
                      <a:pt x="3" y="1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0" name="Freeform 1624">
                <a:extLst>
                  <a:ext uri="{FF2B5EF4-FFF2-40B4-BE49-F238E27FC236}">
                    <a16:creationId xmlns:a16="http://schemas.microsoft.com/office/drawing/2014/main" id="{62DD6456-B76F-4098-A4E6-89F7FDF82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494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88 w 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3" y="1"/>
                      <a:pt x="5" y="2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1" name="Freeform 1625">
                <a:extLst>
                  <a:ext uri="{FF2B5EF4-FFF2-40B4-BE49-F238E27FC236}">
                    <a16:creationId xmlns:a16="http://schemas.microsoft.com/office/drawing/2014/main" id="{54282DCF-5145-42EC-AD27-3E19E5FA8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332"/>
                <a:ext cx="15" cy="7"/>
              </a:xfrm>
              <a:custGeom>
                <a:avLst/>
                <a:gdLst>
                  <a:gd name="T0" fmla="*/ 0 w 6"/>
                  <a:gd name="T1" fmla="*/ 37 h 3"/>
                  <a:gd name="T2" fmla="*/ 95 w 6"/>
                  <a:gd name="T3" fmla="*/ 1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2" name="Freeform 1626">
                <a:extLst>
                  <a:ext uri="{FF2B5EF4-FFF2-40B4-BE49-F238E27FC236}">
                    <a16:creationId xmlns:a16="http://schemas.microsoft.com/office/drawing/2014/main" id="{19203191-9B84-4851-96CB-CAAFFC911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382"/>
                <a:ext cx="18" cy="27"/>
              </a:xfrm>
              <a:custGeom>
                <a:avLst/>
                <a:gdLst>
                  <a:gd name="T0" fmla="*/ 0 w 7"/>
                  <a:gd name="T1" fmla="*/ 120 h 11"/>
                  <a:gd name="T2" fmla="*/ 100 w 7"/>
                  <a:gd name="T3" fmla="*/ 0 h 11"/>
                  <a:gd name="T4" fmla="*/ 118 w 7"/>
                  <a:gd name="T5" fmla="*/ 16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0" y="8"/>
                    </a:moveTo>
                    <a:cubicBezTo>
                      <a:pt x="0" y="5"/>
                      <a:pt x="3" y="2"/>
                      <a:pt x="6" y="0"/>
                    </a:cubicBezTo>
                    <a:cubicBezTo>
                      <a:pt x="5" y="3"/>
                      <a:pt x="4" y="9"/>
                      <a:pt x="7" y="1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3" name="Freeform 1627">
                <a:extLst>
                  <a:ext uri="{FF2B5EF4-FFF2-40B4-BE49-F238E27FC236}">
                    <a16:creationId xmlns:a16="http://schemas.microsoft.com/office/drawing/2014/main" id="{2C5219BC-57EF-4646-83FD-46D39E3FC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429"/>
                <a:ext cx="20" cy="15"/>
              </a:xfrm>
              <a:custGeom>
                <a:avLst/>
                <a:gdLst>
                  <a:gd name="T0" fmla="*/ 0 w 8"/>
                  <a:gd name="T1" fmla="*/ 63 h 6"/>
                  <a:gd name="T2" fmla="*/ 83 w 8"/>
                  <a:gd name="T3" fmla="*/ 0 h 6"/>
                  <a:gd name="T4" fmla="*/ 125 w 8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2" y="3"/>
                      <a:pt x="4" y="1"/>
                      <a:pt x="5" y="0"/>
                    </a:cubicBezTo>
                    <a:cubicBezTo>
                      <a:pt x="6" y="2"/>
                      <a:pt x="7" y="4"/>
                      <a:pt x="8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4" name="Freeform 1628">
                <a:extLst>
                  <a:ext uri="{FF2B5EF4-FFF2-40B4-BE49-F238E27FC236}">
                    <a16:creationId xmlns:a16="http://schemas.microsoft.com/office/drawing/2014/main" id="{96CE41BB-9975-47B8-A3C0-57A99B817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417"/>
                <a:ext cx="5" cy="12"/>
              </a:xfrm>
              <a:custGeom>
                <a:avLst/>
                <a:gdLst>
                  <a:gd name="T0" fmla="*/ 0 w 2"/>
                  <a:gd name="T1" fmla="*/ 70 h 5"/>
                  <a:gd name="T2" fmla="*/ 33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4"/>
                      <a:pt x="1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5" name="Freeform 1629">
                <a:extLst>
                  <a:ext uri="{FF2B5EF4-FFF2-40B4-BE49-F238E27FC236}">
                    <a16:creationId xmlns:a16="http://schemas.microsoft.com/office/drawing/2014/main" id="{8D566144-1037-457A-9948-36DD18648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439"/>
                <a:ext cx="15" cy="10"/>
              </a:xfrm>
              <a:custGeom>
                <a:avLst/>
                <a:gdLst>
                  <a:gd name="T0" fmla="*/ 0 w 6"/>
                  <a:gd name="T1" fmla="*/ 63 h 4"/>
                  <a:gd name="T2" fmla="*/ 33 w 6"/>
                  <a:gd name="T3" fmla="*/ 0 h 4"/>
                  <a:gd name="T4" fmla="*/ 95 w 6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3" y="1"/>
                      <a:pt x="4" y="3"/>
                      <a:pt x="6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6" name="Freeform 1630">
                <a:extLst>
                  <a:ext uri="{FF2B5EF4-FFF2-40B4-BE49-F238E27FC236}">
                    <a16:creationId xmlns:a16="http://schemas.microsoft.com/office/drawing/2014/main" id="{3A7F30F6-3BC9-41F1-B5B6-0AB7A8A4C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424"/>
                <a:ext cx="2" cy="15"/>
              </a:xfrm>
              <a:custGeom>
                <a:avLst/>
                <a:gdLst>
                  <a:gd name="T0" fmla="*/ 8 w 1"/>
                  <a:gd name="T1" fmla="*/ 95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7" name="Freeform 1631">
                <a:extLst>
                  <a:ext uri="{FF2B5EF4-FFF2-40B4-BE49-F238E27FC236}">
                    <a16:creationId xmlns:a16="http://schemas.microsoft.com/office/drawing/2014/main" id="{34ACD0C8-BAE6-4355-878D-64D55EABF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427"/>
                <a:ext cx="30" cy="15"/>
              </a:xfrm>
              <a:custGeom>
                <a:avLst/>
                <a:gdLst>
                  <a:gd name="T0" fmla="*/ 0 w 12"/>
                  <a:gd name="T1" fmla="*/ 95 h 6"/>
                  <a:gd name="T2" fmla="*/ 83 w 12"/>
                  <a:gd name="T3" fmla="*/ 20 h 6"/>
                  <a:gd name="T4" fmla="*/ 188 w 12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0" y="6"/>
                    </a:moveTo>
                    <a:cubicBezTo>
                      <a:pt x="1" y="5"/>
                      <a:pt x="3" y="2"/>
                      <a:pt x="5" y="1"/>
                    </a:cubicBezTo>
                    <a:cubicBezTo>
                      <a:pt x="8" y="0"/>
                      <a:pt x="10" y="4"/>
                      <a:pt x="12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8" name="Freeform 1632">
                <a:extLst>
                  <a:ext uri="{FF2B5EF4-FFF2-40B4-BE49-F238E27FC236}">
                    <a16:creationId xmlns:a16="http://schemas.microsoft.com/office/drawing/2014/main" id="{8D506950-2D9F-489E-A3EE-291C470F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417"/>
                <a:ext cx="5" cy="10"/>
              </a:xfrm>
              <a:custGeom>
                <a:avLst/>
                <a:gdLst>
                  <a:gd name="T0" fmla="*/ 33 w 2"/>
                  <a:gd name="T1" fmla="*/ 63 h 4"/>
                  <a:gd name="T2" fmla="*/ 2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9" name="Freeform 1633">
                <a:extLst>
                  <a:ext uri="{FF2B5EF4-FFF2-40B4-BE49-F238E27FC236}">
                    <a16:creationId xmlns:a16="http://schemas.microsoft.com/office/drawing/2014/main" id="{B5DAA38A-EB73-40EE-8323-27BB04CC5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412"/>
                <a:ext cx="30" cy="17"/>
              </a:xfrm>
              <a:custGeom>
                <a:avLst/>
                <a:gdLst>
                  <a:gd name="T0" fmla="*/ 0 w 12"/>
                  <a:gd name="T1" fmla="*/ 100 h 7"/>
                  <a:gd name="T2" fmla="*/ 95 w 12"/>
                  <a:gd name="T3" fmla="*/ 0 h 7"/>
                  <a:gd name="T4" fmla="*/ 188 w 1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2" y="5"/>
                      <a:pt x="4" y="2"/>
                      <a:pt x="6" y="0"/>
                    </a:cubicBezTo>
                    <a:cubicBezTo>
                      <a:pt x="7" y="1"/>
                      <a:pt x="10" y="0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90" name="Freeform 1634">
                <a:extLst>
                  <a:ext uri="{FF2B5EF4-FFF2-40B4-BE49-F238E27FC236}">
                    <a16:creationId xmlns:a16="http://schemas.microsoft.com/office/drawing/2014/main" id="{FF6D197C-2F01-423E-8ACA-3CABC27CC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399"/>
                <a:ext cx="8" cy="13"/>
              </a:xfrm>
              <a:custGeom>
                <a:avLst/>
                <a:gdLst>
                  <a:gd name="T0" fmla="*/ 56 w 3"/>
                  <a:gd name="T1" fmla="*/ 88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91" name="Freeform 1635">
                <a:extLst>
                  <a:ext uri="{FF2B5EF4-FFF2-40B4-BE49-F238E27FC236}">
                    <a16:creationId xmlns:a16="http://schemas.microsoft.com/office/drawing/2014/main" id="{3191DBAD-4E9B-44EE-9722-9A6A6924B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382"/>
                <a:ext cx="20" cy="15"/>
              </a:xfrm>
              <a:custGeom>
                <a:avLst/>
                <a:gdLst>
                  <a:gd name="T0" fmla="*/ 125 w 8"/>
                  <a:gd name="T1" fmla="*/ 95 h 6"/>
                  <a:gd name="T2" fmla="*/ 0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8" y="6"/>
                    </a:moveTo>
                    <a:cubicBezTo>
                      <a:pt x="6" y="3"/>
                      <a:pt x="2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92" name="Freeform 1636">
                <a:extLst>
                  <a:ext uri="{FF2B5EF4-FFF2-40B4-BE49-F238E27FC236}">
                    <a16:creationId xmlns:a16="http://schemas.microsoft.com/office/drawing/2014/main" id="{96E3E672-5E09-4F3D-8D9C-564E28666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359"/>
                <a:ext cx="25" cy="5"/>
              </a:xfrm>
              <a:custGeom>
                <a:avLst/>
                <a:gdLst>
                  <a:gd name="T0" fmla="*/ 158 w 10"/>
                  <a:gd name="T1" fmla="*/ 33 h 2"/>
                  <a:gd name="T2" fmla="*/ 0 w 10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2"/>
                    </a:moveTo>
                    <a:cubicBezTo>
                      <a:pt x="7" y="2"/>
                      <a:pt x="3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93" name="Freeform 1637">
                <a:extLst>
                  <a:ext uri="{FF2B5EF4-FFF2-40B4-BE49-F238E27FC236}">
                    <a16:creationId xmlns:a16="http://schemas.microsoft.com/office/drawing/2014/main" id="{728FE533-20AE-41FC-B2B8-F4CA7B3FB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34"/>
                <a:ext cx="25" cy="8"/>
              </a:xfrm>
              <a:custGeom>
                <a:avLst/>
                <a:gdLst>
                  <a:gd name="T0" fmla="*/ 158 w 10"/>
                  <a:gd name="T1" fmla="*/ 56 h 3"/>
                  <a:gd name="T2" fmla="*/ 0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3"/>
                    </a:moveTo>
                    <a:cubicBezTo>
                      <a:pt x="7" y="2"/>
                      <a:pt x="3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94" name="Freeform 1638">
                <a:extLst>
                  <a:ext uri="{FF2B5EF4-FFF2-40B4-BE49-F238E27FC236}">
                    <a16:creationId xmlns:a16="http://schemas.microsoft.com/office/drawing/2014/main" id="{45D0EF7C-E23D-4E7D-A131-783B50D2F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319"/>
                <a:ext cx="27" cy="3"/>
              </a:xfrm>
              <a:custGeom>
                <a:avLst/>
                <a:gdLst>
                  <a:gd name="T0" fmla="*/ 162 w 11"/>
                  <a:gd name="T1" fmla="*/ 0 h 1"/>
                  <a:gd name="T2" fmla="*/ 91 w 11"/>
                  <a:gd name="T3" fmla="*/ 27 h 1"/>
                  <a:gd name="T4" fmla="*/ 0 w 1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11" y="0"/>
                    </a:moveTo>
                    <a:cubicBezTo>
                      <a:pt x="9" y="0"/>
                      <a:pt x="8" y="1"/>
                      <a:pt x="6" y="1"/>
                    </a:cubicBezTo>
                    <a:cubicBezTo>
                      <a:pt x="4" y="1"/>
                      <a:pt x="2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95" name="Freeform 1639">
                <a:extLst>
                  <a:ext uri="{FF2B5EF4-FFF2-40B4-BE49-F238E27FC236}">
                    <a16:creationId xmlns:a16="http://schemas.microsoft.com/office/drawing/2014/main" id="{348EAB83-3FAF-4617-B51C-F393187B3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264"/>
                <a:ext cx="25" cy="18"/>
              </a:xfrm>
              <a:custGeom>
                <a:avLst/>
                <a:gdLst>
                  <a:gd name="T0" fmla="*/ 0 w 10"/>
                  <a:gd name="T1" fmla="*/ 118 h 7"/>
                  <a:gd name="T2" fmla="*/ 158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4" y="7"/>
                      <a:pt x="8" y="3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96" name="Freeform 1640">
                <a:extLst>
                  <a:ext uri="{FF2B5EF4-FFF2-40B4-BE49-F238E27FC236}">
                    <a16:creationId xmlns:a16="http://schemas.microsoft.com/office/drawing/2014/main" id="{B3DA8356-01BA-4E0E-AAAD-FA4939C26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264"/>
                <a:ext cx="22" cy="23"/>
              </a:xfrm>
              <a:custGeom>
                <a:avLst/>
                <a:gdLst>
                  <a:gd name="T0" fmla="*/ 0 w 9"/>
                  <a:gd name="T1" fmla="*/ 0 h 9"/>
                  <a:gd name="T2" fmla="*/ 132 w 9"/>
                  <a:gd name="T3" fmla="*/ 1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3" y="2"/>
                      <a:pt x="7" y="5"/>
                      <a:pt x="9" y="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97" name="Freeform 1641">
                <a:extLst>
                  <a:ext uri="{FF2B5EF4-FFF2-40B4-BE49-F238E27FC236}">
                    <a16:creationId xmlns:a16="http://schemas.microsoft.com/office/drawing/2014/main" id="{93A47481-E3D9-4AC1-A644-C636FE22A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512"/>
                <a:ext cx="748" cy="262"/>
              </a:xfrm>
              <a:custGeom>
                <a:avLst/>
                <a:gdLst>
                  <a:gd name="T0" fmla="*/ 0 w 299"/>
                  <a:gd name="T1" fmla="*/ 137 h 105"/>
                  <a:gd name="T2" fmla="*/ 63 w 299"/>
                  <a:gd name="T3" fmla="*/ 417 h 105"/>
                  <a:gd name="T4" fmla="*/ 238 w 299"/>
                  <a:gd name="T5" fmla="*/ 541 h 105"/>
                  <a:gd name="T6" fmla="*/ 533 w 299"/>
                  <a:gd name="T7" fmla="*/ 966 h 105"/>
                  <a:gd name="T8" fmla="*/ 771 w 299"/>
                  <a:gd name="T9" fmla="*/ 1058 h 105"/>
                  <a:gd name="T10" fmla="*/ 938 w 299"/>
                  <a:gd name="T11" fmla="*/ 1195 h 105"/>
                  <a:gd name="T12" fmla="*/ 1113 w 299"/>
                  <a:gd name="T13" fmla="*/ 1370 h 105"/>
                  <a:gd name="T14" fmla="*/ 1376 w 299"/>
                  <a:gd name="T15" fmla="*/ 1382 h 105"/>
                  <a:gd name="T16" fmla="*/ 1659 w 299"/>
                  <a:gd name="T17" fmla="*/ 1337 h 105"/>
                  <a:gd name="T18" fmla="*/ 1971 w 299"/>
                  <a:gd name="T19" fmla="*/ 1525 h 105"/>
                  <a:gd name="T20" fmla="*/ 2191 w 299"/>
                  <a:gd name="T21" fmla="*/ 1587 h 105"/>
                  <a:gd name="T22" fmla="*/ 2379 w 299"/>
                  <a:gd name="T23" fmla="*/ 1462 h 105"/>
                  <a:gd name="T24" fmla="*/ 2629 w 299"/>
                  <a:gd name="T25" fmla="*/ 1557 h 105"/>
                  <a:gd name="T26" fmla="*/ 2847 w 299"/>
                  <a:gd name="T27" fmla="*/ 1432 h 105"/>
                  <a:gd name="T28" fmla="*/ 3117 w 299"/>
                  <a:gd name="T29" fmla="*/ 1432 h 105"/>
                  <a:gd name="T30" fmla="*/ 3367 w 299"/>
                  <a:gd name="T31" fmla="*/ 1308 h 105"/>
                  <a:gd name="T32" fmla="*/ 3617 w 299"/>
                  <a:gd name="T33" fmla="*/ 1245 h 105"/>
                  <a:gd name="T34" fmla="*/ 3963 w 299"/>
                  <a:gd name="T35" fmla="*/ 1133 h 105"/>
                  <a:gd name="T36" fmla="*/ 4193 w 299"/>
                  <a:gd name="T37" fmla="*/ 978 h 105"/>
                  <a:gd name="T38" fmla="*/ 4368 w 299"/>
                  <a:gd name="T39" fmla="*/ 808 h 105"/>
                  <a:gd name="T40" fmla="*/ 4368 w 299"/>
                  <a:gd name="T41" fmla="*/ 561 h 105"/>
                  <a:gd name="T42" fmla="*/ 4538 w 299"/>
                  <a:gd name="T43" fmla="*/ 449 h 105"/>
                  <a:gd name="T44" fmla="*/ 4663 w 299"/>
                  <a:gd name="T45" fmla="*/ 0 h 1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99" h="105">
                    <a:moveTo>
                      <a:pt x="0" y="9"/>
                    </a:moveTo>
                    <a:cubicBezTo>
                      <a:pt x="1" y="14"/>
                      <a:pt x="1" y="22"/>
                      <a:pt x="4" y="27"/>
                    </a:cubicBezTo>
                    <a:cubicBezTo>
                      <a:pt x="6" y="33"/>
                      <a:pt x="9" y="32"/>
                      <a:pt x="15" y="35"/>
                    </a:cubicBezTo>
                    <a:cubicBezTo>
                      <a:pt x="26" y="39"/>
                      <a:pt x="23" y="57"/>
                      <a:pt x="34" y="62"/>
                    </a:cubicBezTo>
                    <a:cubicBezTo>
                      <a:pt x="41" y="65"/>
                      <a:pt x="43" y="61"/>
                      <a:pt x="49" y="68"/>
                    </a:cubicBezTo>
                    <a:cubicBezTo>
                      <a:pt x="53" y="72"/>
                      <a:pt x="56" y="74"/>
                      <a:pt x="60" y="77"/>
                    </a:cubicBezTo>
                    <a:cubicBezTo>
                      <a:pt x="64" y="80"/>
                      <a:pt x="66" y="86"/>
                      <a:pt x="71" y="88"/>
                    </a:cubicBezTo>
                    <a:cubicBezTo>
                      <a:pt x="75" y="89"/>
                      <a:pt x="83" y="89"/>
                      <a:pt x="88" y="89"/>
                    </a:cubicBezTo>
                    <a:cubicBezTo>
                      <a:pt x="94" y="88"/>
                      <a:pt x="99" y="85"/>
                      <a:pt x="106" y="86"/>
                    </a:cubicBezTo>
                    <a:cubicBezTo>
                      <a:pt x="114" y="88"/>
                      <a:pt x="120" y="93"/>
                      <a:pt x="126" y="98"/>
                    </a:cubicBezTo>
                    <a:cubicBezTo>
                      <a:pt x="130" y="102"/>
                      <a:pt x="134" y="105"/>
                      <a:pt x="140" y="102"/>
                    </a:cubicBezTo>
                    <a:cubicBezTo>
                      <a:pt x="144" y="101"/>
                      <a:pt x="148" y="95"/>
                      <a:pt x="152" y="94"/>
                    </a:cubicBezTo>
                    <a:cubicBezTo>
                      <a:pt x="157" y="94"/>
                      <a:pt x="163" y="99"/>
                      <a:pt x="168" y="100"/>
                    </a:cubicBezTo>
                    <a:cubicBezTo>
                      <a:pt x="176" y="102"/>
                      <a:pt x="176" y="96"/>
                      <a:pt x="182" y="92"/>
                    </a:cubicBezTo>
                    <a:cubicBezTo>
                      <a:pt x="188" y="89"/>
                      <a:pt x="193" y="92"/>
                      <a:pt x="199" y="92"/>
                    </a:cubicBezTo>
                    <a:cubicBezTo>
                      <a:pt x="207" y="93"/>
                      <a:pt x="209" y="89"/>
                      <a:pt x="215" y="84"/>
                    </a:cubicBezTo>
                    <a:cubicBezTo>
                      <a:pt x="221" y="80"/>
                      <a:pt x="224" y="81"/>
                      <a:pt x="231" y="80"/>
                    </a:cubicBezTo>
                    <a:cubicBezTo>
                      <a:pt x="238" y="80"/>
                      <a:pt x="247" y="76"/>
                      <a:pt x="253" y="73"/>
                    </a:cubicBezTo>
                    <a:cubicBezTo>
                      <a:pt x="258" y="70"/>
                      <a:pt x="263" y="65"/>
                      <a:pt x="268" y="63"/>
                    </a:cubicBezTo>
                    <a:cubicBezTo>
                      <a:pt x="273" y="59"/>
                      <a:pt x="278" y="59"/>
                      <a:pt x="279" y="52"/>
                    </a:cubicBezTo>
                    <a:cubicBezTo>
                      <a:pt x="280" y="46"/>
                      <a:pt x="277" y="42"/>
                      <a:pt x="279" y="36"/>
                    </a:cubicBezTo>
                    <a:cubicBezTo>
                      <a:pt x="282" y="28"/>
                      <a:pt x="285" y="33"/>
                      <a:pt x="290" y="29"/>
                    </a:cubicBezTo>
                    <a:cubicBezTo>
                      <a:pt x="299" y="24"/>
                      <a:pt x="295" y="7"/>
                      <a:pt x="298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98" name="Freeform 1642">
                <a:extLst>
                  <a:ext uri="{FF2B5EF4-FFF2-40B4-BE49-F238E27FC236}">
                    <a16:creationId xmlns:a16="http://schemas.microsoft.com/office/drawing/2014/main" id="{9937DA36-95EF-4447-8EAB-8B63B374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514"/>
                <a:ext cx="70" cy="130"/>
              </a:xfrm>
              <a:custGeom>
                <a:avLst/>
                <a:gdLst>
                  <a:gd name="T0" fmla="*/ 0 w 28"/>
                  <a:gd name="T1" fmla="*/ 813 h 52"/>
                  <a:gd name="T2" fmla="*/ 188 w 28"/>
                  <a:gd name="T3" fmla="*/ 645 h 52"/>
                  <a:gd name="T4" fmla="*/ 145 w 28"/>
                  <a:gd name="T5" fmla="*/ 363 h 52"/>
                  <a:gd name="T6" fmla="*/ 438 w 28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0" y="52"/>
                    </a:moveTo>
                    <a:cubicBezTo>
                      <a:pt x="6" y="52"/>
                      <a:pt x="11" y="47"/>
                      <a:pt x="12" y="41"/>
                    </a:cubicBezTo>
                    <a:cubicBezTo>
                      <a:pt x="14" y="35"/>
                      <a:pt x="9" y="29"/>
                      <a:pt x="9" y="23"/>
                    </a:cubicBezTo>
                    <a:cubicBezTo>
                      <a:pt x="7" y="9"/>
                      <a:pt x="19" y="7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99" name="Freeform 1643">
                <a:extLst>
                  <a:ext uri="{FF2B5EF4-FFF2-40B4-BE49-F238E27FC236}">
                    <a16:creationId xmlns:a16="http://schemas.microsoft.com/office/drawing/2014/main" id="{F50D51B7-DC91-4407-BEE2-D59E1E9EA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514"/>
                <a:ext cx="50" cy="60"/>
              </a:xfrm>
              <a:custGeom>
                <a:avLst/>
                <a:gdLst>
                  <a:gd name="T0" fmla="*/ 0 w 20"/>
                  <a:gd name="T1" fmla="*/ 375 h 24"/>
                  <a:gd name="T2" fmla="*/ 208 w 20"/>
                  <a:gd name="T3" fmla="*/ 238 h 24"/>
                  <a:gd name="T4" fmla="*/ 313 w 2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0" y="24"/>
                    </a:moveTo>
                    <a:cubicBezTo>
                      <a:pt x="5" y="22"/>
                      <a:pt x="10" y="19"/>
                      <a:pt x="13" y="15"/>
                    </a:cubicBezTo>
                    <a:cubicBezTo>
                      <a:pt x="17" y="11"/>
                      <a:pt x="16" y="3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00" name="Freeform 1644">
                <a:extLst>
                  <a:ext uri="{FF2B5EF4-FFF2-40B4-BE49-F238E27FC236}">
                    <a16:creationId xmlns:a16="http://schemas.microsoft.com/office/drawing/2014/main" id="{A5485AC8-EF2D-4D23-8B86-004BDD61E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512"/>
                <a:ext cx="50" cy="85"/>
              </a:xfrm>
              <a:custGeom>
                <a:avLst/>
                <a:gdLst>
                  <a:gd name="T0" fmla="*/ 270 w 20"/>
                  <a:gd name="T1" fmla="*/ 533 h 34"/>
                  <a:gd name="T2" fmla="*/ 113 w 20"/>
                  <a:gd name="T3" fmla="*/ 238 h 34"/>
                  <a:gd name="T4" fmla="*/ 0 w 2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4">
                    <a:moveTo>
                      <a:pt x="17" y="34"/>
                    </a:moveTo>
                    <a:cubicBezTo>
                      <a:pt x="20" y="25"/>
                      <a:pt x="14" y="20"/>
                      <a:pt x="7" y="15"/>
                    </a:cubicBezTo>
                    <a:cubicBezTo>
                      <a:pt x="1" y="12"/>
                      <a:pt x="0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01" name="Freeform 1645">
                <a:extLst>
                  <a:ext uri="{FF2B5EF4-FFF2-40B4-BE49-F238E27FC236}">
                    <a16:creationId xmlns:a16="http://schemas.microsoft.com/office/drawing/2014/main" id="{D7A06DF0-70C5-45A2-884E-F5CD2E734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512"/>
                <a:ext cx="97" cy="137"/>
              </a:xfrm>
              <a:custGeom>
                <a:avLst/>
                <a:gdLst>
                  <a:gd name="T0" fmla="*/ 0 w 39"/>
                  <a:gd name="T1" fmla="*/ 0 h 55"/>
                  <a:gd name="T2" fmla="*/ 124 w 39"/>
                  <a:gd name="T3" fmla="*/ 291 h 55"/>
                  <a:gd name="T4" fmla="*/ 216 w 39"/>
                  <a:gd name="T5" fmla="*/ 354 h 55"/>
                  <a:gd name="T6" fmla="*/ 229 w 39"/>
                  <a:gd name="T7" fmla="*/ 466 h 55"/>
                  <a:gd name="T8" fmla="*/ 587 w 39"/>
                  <a:gd name="T9" fmla="*/ 849 h 55"/>
                  <a:gd name="T10" fmla="*/ 599 w 39"/>
                  <a:gd name="T11" fmla="*/ 849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55">
                    <a:moveTo>
                      <a:pt x="0" y="0"/>
                    </a:moveTo>
                    <a:cubicBezTo>
                      <a:pt x="1" y="8"/>
                      <a:pt x="1" y="14"/>
                      <a:pt x="8" y="19"/>
                    </a:cubicBezTo>
                    <a:cubicBezTo>
                      <a:pt x="10" y="20"/>
                      <a:pt x="12" y="21"/>
                      <a:pt x="14" y="23"/>
                    </a:cubicBezTo>
                    <a:cubicBezTo>
                      <a:pt x="15" y="25"/>
                      <a:pt x="15" y="28"/>
                      <a:pt x="15" y="30"/>
                    </a:cubicBezTo>
                    <a:cubicBezTo>
                      <a:pt x="18" y="43"/>
                      <a:pt x="26" y="51"/>
                      <a:pt x="38" y="55"/>
                    </a:cubicBezTo>
                    <a:cubicBezTo>
                      <a:pt x="38" y="55"/>
                      <a:pt x="38" y="55"/>
                      <a:pt x="39" y="55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02" name="Freeform 1646">
                <a:extLst>
                  <a:ext uri="{FF2B5EF4-FFF2-40B4-BE49-F238E27FC236}">
                    <a16:creationId xmlns:a16="http://schemas.microsoft.com/office/drawing/2014/main" id="{9C3B0480-2299-43BF-9BFA-C81411EDA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614"/>
                <a:ext cx="153" cy="118"/>
              </a:xfrm>
              <a:custGeom>
                <a:avLst/>
                <a:gdLst>
                  <a:gd name="T0" fmla="*/ 0 w 61"/>
                  <a:gd name="T1" fmla="*/ 20 h 47"/>
                  <a:gd name="T2" fmla="*/ 283 w 61"/>
                  <a:gd name="T3" fmla="*/ 271 h 47"/>
                  <a:gd name="T4" fmla="*/ 492 w 61"/>
                  <a:gd name="T5" fmla="*/ 397 h 47"/>
                  <a:gd name="T6" fmla="*/ 788 w 61"/>
                  <a:gd name="T7" fmla="*/ 505 h 47"/>
                  <a:gd name="T8" fmla="*/ 913 w 61"/>
                  <a:gd name="T9" fmla="*/ 630 h 47"/>
                  <a:gd name="T10" fmla="*/ 963 w 61"/>
                  <a:gd name="T11" fmla="*/ 743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7">
                    <a:moveTo>
                      <a:pt x="0" y="1"/>
                    </a:moveTo>
                    <a:cubicBezTo>
                      <a:pt x="10" y="0"/>
                      <a:pt x="15" y="10"/>
                      <a:pt x="18" y="17"/>
                    </a:cubicBezTo>
                    <a:cubicBezTo>
                      <a:pt x="21" y="23"/>
                      <a:pt x="24" y="23"/>
                      <a:pt x="31" y="25"/>
                    </a:cubicBezTo>
                    <a:cubicBezTo>
                      <a:pt x="37" y="26"/>
                      <a:pt x="44" y="29"/>
                      <a:pt x="50" y="32"/>
                    </a:cubicBezTo>
                    <a:cubicBezTo>
                      <a:pt x="53" y="34"/>
                      <a:pt x="56" y="37"/>
                      <a:pt x="58" y="40"/>
                    </a:cubicBezTo>
                    <a:cubicBezTo>
                      <a:pt x="59" y="42"/>
                      <a:pt x="60" y="47"/>
                      <a:pt x="61" y="47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03" name="Freeform 1647">
                <a:extLst>
                  <a:ext uri="{FF2B5EF4-FFF2-40B4-BE49-F238E27FC236}">
                    <a16:creationId xmlns:a16="http://schemas.microsoft.com/office/drawing/2014/main" id="{4E1EDC68-23C6-4B34-BF6B-E7D80B9AF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699"/>
                <a:ext cx="163" cy="58"/>
              </a:xfrm>
              <a:custGeom>
                <a:avLst/>
                <a:gdLst>
                  <a:gd name="T0" fmla="*/ 0 w 65"/>
                  <a:gd name="T1" fmla="*/ 50 h 23"/>
                  <a:gd name="T2" fmla="*/ 313 w 65"/>
                  <a:gd name="T3" fmla="*/ 126 h 23"/>
                  <a:gd name="T4" fmla="*/ 492 w 65"/>
                  <a:gd name="T5" fmla="*/ 351 h 23"/>
                  <a:gd name="T6" fmla="*/ 742 w 65"/>
                  <a:gd name="T7" fmla="*/ 285 h 23"/>
                  <a:gd name="T8" fmla="*/ 1006 w 65"/>
                  <a:gd name="T9" fmla="*/ 368 h 23"/>
                  <a:gd name="T10" fmla="*/ 1006 w 65"/>
                  <a:gd name="T11" fmla="*/ 368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23">
                    <a:moveTo>
                      <a:pt x="0" y="3"/>
                    </a:moveTo>
                    <a:cubicBezTo>
                      <a:pt x="6" y="0"/>
                      <a:pt x="16" y="2"/>
                      <a:pt x="20" y="8"/>
                    </a:cubicBezTo>
                    <a:cubicBezTo>
                      <a:pt x="23" y="12"/>
                      <a:pt x="24" y="21"/>
                      <a:pt x="31" y="22"/>
                    </a:cubicBezTo>
                    <a:cubicBezTo>
                      <a:pt x="37" y="22"/>
                      <a:pt x="42" y="19"/>
                      <a:pt x="47" y="18"/>
                    </a:cubicBezTo>
                    <a:cubicBezTo>
                      <a:pt x="53" y="17"/>
                      <a:pt x="60" y="18"/>
                      <a:pt x="64" y="23"/>
                    </a:cubicBezTo>
                    <a:cubicBezTo>
                      <a:pt x="64" y="23"/>
                      <a:pt x="65" y="23"/>
                      <a:pt x="64" y="23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04" name="Freeform 1648">
                <a:extLst>
                  <a:ext uri="{FF2B5EF4-FFF2-40B4-BE49-F238E27FC236}">
                    <a16:creationId xmlns:a16="http://schemas.microsoft.com/office/drawing/2014/main" id="{2A8B3975-146E-4804-83B7-B8925371F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742"/>
                <a:ext cx="90" cy="37"/>
              </a:xfrm>
              <a:custGeom>
                <a:avLst/>
                <a:gdLst>
                  <a:gd name="T0" fmla="*/ 0 w 36"/>
                  <a:gd name="T1" fmla="*/ 74 h 15"/>
                  <a:gd name="T2" fmla="*/ 300 w 36"/>
                  <a:gd name="T3" fmla="*/ 104 h 15"/>
                  <a:gd name="T4" fmla="*/ 425 w 36"/>
                  <a:gd name="T5" fmla="*/ 12 h 15"/>
                  <a:gd name="T6" fmla="*/ 563 w 36"/>
                  <a:gd name="T7" fmla="*/ 3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5">
                    <a:moveTo>
                      <a:pt x="0" y="5"/>
                    </a:moveTo>
                    <a:cubicBezTo>
                      <a:pt x="4" y="12"/>
                      <a:pt x="15" y="15"/>
                      <a:pt x="19" y="7"/>
                    </a:cubicBezTo>
                    <a:cubicBezTo>
                      <a:pt x="21" y="4"/>
                      <a:pt x="23" y="2"/>
                      <a:pt x="27" y="1"/>
                    </a:cubicBezTo>
                    <a:cubicBezTo>
                      <a:pt x="31" y="0"/>
                      <a:pt x="33" y="3"/>
                      <a:pt x="36" y="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05" name="Freeform 1649">
                <a:extLst>
                  <a:ext uri="{FF2B5EF4-FFF2-40B4-BE49-F238E27FC236}">
                    <a16:creationId xmlns:a16="http://schemas.microsoft.com/office/drawing/2014/main" id="{29B05F25-1859-4F94-880B-EEEA0D9FE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744"/>
                <a:ext cx="120" cy="43"/>
              </a:xfrm>
              <a:custGeom>
                <a:avLst/>
                <a:gdLst>
                  <a:gd name="T0" fmla="*/ 0 w 48"/>
                  <a:gd name="T1" fmla="*/ 180 h 17"/>
                  <a:gd name="T2" fmla="*/ 300 w 48"/>
                  <a:gd name="T3" fmla="*/ 116 h 17"/>
                  <a:gd name="T4" fmla="*/ 550 w 48"/>
                  <a:gd name="T5" fmla="*/ 147 h 17"/>
                  <a:gd name="T6" fmla="*/ 750 w 4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7">
                    <a:moveTo>
                      <a:pt x="0" y="11"/>
                    </a:moveTo>
                    <a:cubicBezTo>
                      <a:pt x="7" y="17"/>
                      <a:pt x="16" y="16"/>
                      <a:pt x="19" y="7"/>
                    </a:cubicBezTo>
                    <a:cubicBezTo>
                      <a:pt x="21" y="12"/>
                      <a:pt x="31" y="10"/>
                      <a:pt x="35" y="9"/>
                    </a:cubicBezTo>
                    <a:cubicBezTo>
                      <a:pt x="42" y="8"/>
                      <a:pt x="44" y="5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06" name="Freeform 1650">
                <a:extLst>
                  <a:ext uri="{FF2B5EF4-FFF2-40B4-BE49-F238E27FC236}">
                    <a16:creationId xmlns:a16="http://schemas.microsoft.com/office/drawing/2014/main" id="{BE82F218-CA75-4D35-BDFB-77BCF7004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714"/>
                <a:ext cx="70" cy="40"/>
              </a:xfrm>
              <a:custGeom>
                <a:avLst/>
                <a:gdLst>
                  <a:gd name="T0" fmla="*/ 20 w 28"/>
                  <a:gd name="T1" fmla="*/ 188 h 16"/>
                  <a:gd name="T2" fmla="*/ 300 w 28"/>
                  <a:gd name="T3" fmla="*/ 188 h 16"/>
                  <a:gd name="T4" fmla="*/ 438 w 2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1" y="12"/>
                    </a:moveTo>
                    <a:cubicBezTo>
                      <a:pt x="0" y="16"/>
                      <a:pt x="16" y="14"/>
                      <a:pt x="19" y="12"/>
                    </a:cubicBezTo>
                    <a:cubicBezTo>
                      <a:pt x="24" y="9"/>
                      <a:pt x="25" y="4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07" name="Freeform 1651">
                <a:extLst>
                  <a:ext uri="{FF2B5EF4-FFF2-40B4-BE49-F238E27FC236}">
                    <a16:creationId xmlns:a16="http://schemas.microsoft.com/office/drawing/2014/main" id="{383C7541-3863-4482-927D-6A4AE59C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619"/>
                <a:ext cx="232" cy="118"/>
              </a:xfrm>
              <a:custGeom>
                <a:avLst/>
                <a:gdLst>
                  <a:gd name="T0" fmla="*/ 0 w 93"/>
                  <a:gd name="T1" fmla="*/ 743 h 47"/>
                  <a:gd name="T2" fmla="*/ 92 w 93"/>
                  <a:gd name="T3" fmla="*/ 650 h 47"/>
                  <a:gd name="T4" fmla="*/ 312 w 93"/>
                  <a:gd name="T5" fmla="*/ 522 h 47"/>
                  <a:gd name="T6" fmla="*/ 666 w 93"/>
                  <a:gd name="T7" fmla="*/ 409 h 47"/>
                  <a:gd name="T8" fmla="*/ 778 w 93"/>
                  <a:gd name="T9" fmla="*/ 316 h 47"/>
                  <a:gd name="T10" fmla="*/ 903 w 93"/>
                  <a:gd name="T11" fmla="*/ 346 h 47"/>
                  <a:gd name="T12" fmla="*/ 1120 w 93"/>
                  <a:gd name="T13" fmla="*/ 208 h 47"/>
                  <a:gd name="T14" fmla="*/ 1275 w 93"/>
                  <a:gd name="T15" fmla="*/ 95 h 47"/>
                  <a:gd name="T16" fmla="*/ 1444 w 93"/>
                  <a:gd name="T17" fmla="*/ 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47">
                    <a:moveTo>
                      <a:pt x="0" y="47"/>
                    </a:moveTo>
                    <a:cubicBezTo>
                      <a:pt x="3" y="46"/>
                      <a:pt x="4" y="43"/>
                      <a:pt x="6" y="41"/>
                    </a:cubicBezTo>
                    <a:cubicBezTo>
                      <a:pt x="10" y="37"/>
                      <a:pt x="15" y="34"/>
                      <a:pt x="20" y="33"/>
                    </a:cubicBezTo>
                    <a:cubicBezTo>
                      <a:pt x="27" y="30"/>
                      <a:pt x="37" y="32"/>
                      <a:pt x="43" y="26"/>
                    </a:cubicBezTo>
                    <a:cubicBezTo>
                      <a:pt x="45" y="24"/>
                      <a:pt x="46" y="21"/>
                      <a:pt x="50" y="20"/>
                    </a:cubicBezTo>
                    <a:cubicBezTo>
                      <a:pt x="53" y="19"/>
                      <a:pt x="55" y="21"/>
                      <a:pt x="58" y="22"/>
                    </a:cubicBezTo>
                    <a:cubicBezTo>
                      <a:pt x="66" y="26"/>
                      <a:pt x="70" y="21"/>
                      <a:pt x="72" y="13"/>
                    </a:cubicBezTo>
                    <a:cubicBezTo>
                      <a:pt x="74" y="7"/>
                      <a:pt x="76" y="6"/>
                      <a:pt x="82" y="6"/>
                    </a:cubicBezTo>
                    <a:cubicBezTo>
                      <a:pt x="85" y="6"/>
                      <a:pt x="91" y="3"/>
                      <a:pt x="93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08" name="Freeform 1652">
                <a:extLst>
                  <a:ext uri="{FF2B5EF4-FFF2-40B4-BE49-F238E27FC236}">
                    <a16:creationId xmlns:a16="http://schemas.microsoft.com/office/drawing/2014/main" id="{665581AA-B4A7-403E-B158-BA9021443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697"/>
                <a:ext cx="57" cy="40"/>
              </a:xfrm>
              <a:custGeom>
                <a:avLst/>
                <a:gdLst>
                  <a:gd name="T0" fmla="*/ 0 w 23"/>
                  <a:gd name="T1" fmla="*/ 238 h 16"/>
                  <a:gd name="T2" fmla="*/ 228 w 23"/>
                  <a:gd name="T3" fmla="*/ 188 h 16"/>
                  <a:gd name="T4" fmla="*/ 349 w 23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6">
                    <a:moveTo>
                      <a:pt x="0" y="15"/>
                    </a:moveTo>
                    <a:cubicBezTo>
                      <a:pt x="5" y="16"/>
                      <a:pt x="11" y="16"/>
                      <a:pt x="15" y="12"/>
                    </a:cubicBezTo>
                    <a:cubicBezTo>
                      <a:pt x="18" y="9"/>
                      <a:pt x="21" y="4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09" name="Freeform 1653">
                <a:extLst>
                  <a:ext uri="{FF2B5EF4-FFF2-40B4-BE49-F238E27FC236}">
                    <a16:creationId xmlns:a16="http://schemas.microsoft.com/office/drawing/2014/main" id="{B6D55124-D2E7-46B0-9EB3-1092B466C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2712"/>
                <a:ext cx="45" cy="7"/>
              </a:xfrm>
              <a:custGeom>
                <a:avLst/>
                <a:gdLst>
                  <a:gd name="T0" fmla="*/ 0 w 18"/>
                  <a:gd name="T1" fmla="*/ 37 h 3"/>
                  <a:gd name="T2" fmla="*/ 283 w 18"/>
                  <a:gd name="T3" fmla="*/ 1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6" y="0"/>
                      <a:pt x="12" y="0"/>
                      <a:pt x="18" y="1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10" name="Freeform 1654">
                <a:extLst>
                  <a:ext uri="{FF2B5EF4-FFF2-40B4-BE49-F238E27FC236}">
                    <a16:creationId xmlns:a16="http://schemas.microsoft.com/office/drawing/2014/main" id="{642B5406-5959-4979-9C87-272688166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639"/>
                <a:ext cx="98" cy="63"/>
              </a:xfrm>
              <a:custGeom>
                <a:avLst/>
                <a:gdLst>
                  <a:gd name="T0" fmla="*/ 0 w 39"/>
                  <a:gd name="T1" fmla="*/ 350 h 25"/>
                  <a:gd name="T2" fmla="*/ 209 w 39"/>
                  <a:gd name="T3" fmla="*/ 381 h 25"/>
                  <a:gd name="T4" fmla="*/ 334 w 39"/>
                  <a:gd name="T5" fmla="*/ 255 h 25"/>
                  <a:gd name="T6" fmla="*/ 430 w 39"/>
                  <a:gd name="T7" fmla="*/ 113 h 25"/>
                  <a:gd name="T8" fmla="*/ 618 w 3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22"/>
                    </a:moveTo>
                    <a:cubicBezTo>
                      <a:pt x="3" y="24"/>
                      <a:pt x="8" y="25"/>
                      <a:pt x="13" y="24"/>
                    </a:cubicBezTo>
                    <a:cubicBezTo>
                      <a:pt x="18" y="23"/>
                      <a:pt x="19" y="21"/>
                      <a:pt x="21" y="16"/>
                    </a:cubicBezTo>
                    <a:cubicBezTo>
                      <a:pt x="22" y="13"/>
                      <a:pt x="24" y="9"/>
                      <a:pt x="27" y="7"/>
                    </a:cubicBezTo>
                    <a:cubicBezTo>
                      <a:pt x="30" y="5"/>
                      <a:pt x="36" y="2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11" name="Freeform 1655">
                <a:extLst>
                  <a:ext uri="{FF2B5EF4-FFF2-40B4-BE49-F238E27FC236}">
                    <a16:creationId xmlns:a16="http://schemas.microsoft.com/office/drawing/2014/main" id="{0C3C4E0F-7EF7-4D23-9B40-B7967C312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632"/>
                <a:ext cx="40" cy="37"/>
              </a:xfrm>
              <a:custGeom>
                <a:avLst/>
                <a:gdLst>
                  <a:gd name="T0" fmla="*/ 250 w 16"/>
                  <a:gd name="T1" fmla="*/ 0 h 15"/>
                  <a:gd name="T2" fmla="*/ 158 w 16"/>
                  <a:gd name="T3" fmla="*/ 153 h 15"/>
                  <a:gd name="T4" fmla="*/ 0 w 16"/>
                  <a:gd name="T5" fmla="*/ 2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16" y="0"/>
                    </a:moveTo>
                    <a:cubicBezTo>
                      <a:pt x="15" y="4"/>
                      <a:pt x="13" y="7"/>
                      <a:pt x="10" y="10"/>
                    </a:cubicBezTo>
                    <a:cubicBezTo>
                      <a:pt x="8" y="14"/>
                      <a:pt x="4" y="13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12" name="Freeform 1656">
                <a:extLst>
                  <a:ext uri="{FF2B5EF4-FFF2-40B4-BE49-F238E27FC236}">
                    <a16:creationId xmlns:a16="http://schemas.microsoft.com/office/drawing/2014/main" id="{914FC2D7-BFD4-4073-9ED7-56BB1E696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659"/>
                <a:ext cx="8" cy="15"/>
              </a:xfrm>
              <a:custGeom>
                <a:avLst/>
                <a:gdLst>
                  <a:gd name="T0" fmla="*/ 56 w 3"/>
                  <a:gd name="T1" fmla="*/ 0 h 6"/>
                  <a:gd name="T2" fmla="*/ 0 w 3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13" name="Freeform 1657">
                <a:extLst>
                  <a:ext uri="{FF2B5EF4-FFF2-40B4-BE49-F238E27FC236}">
                    <a16:creationId xmlns:a16="http://schemas.microsoft.com/office/drawing/2014/main" id="{E91EC394-1D5A-4289-ADB1-FA866F5D4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682"/>
                <a:ext cx="60" cy="30"/>
              </a:xfrm>
              <a:custGeom>
                <a:avLst/>
                <a:gdLst>
                  <a:gd name="T0" fmla="*/ 0 w 24"/>
                  <a:gd name="T1" fmla="*/ 188 h 12"/>
                  <a:gd name="T2" fmla="*/ 175 w 24"/>
                  <a:gd name="T3" fmla="*/ 20 h 12"/>
                  <a:gd name="T4" fmla="*/ 375 w 2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2">
                    <a:moveTo>
                      <a:pt x="0" y="12"/>
                    </a:moveTo>
                    <a:cubicBezTo>
                      <a:pt x="3" y="8"/>
                      <a:pt x="5" y="3"/>
                      <a:pt x="11" y="1"/>
                    </a:cubicBezTo>
                    <a:cubicBezTo>
                      <a:pt x="15" y="0"/>
                      <a:pt x="20" y="1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14" name="Freeform 1658">
                <a:extLst>
                  <a:ext uri="{FF2B5EF4-FFF2-40B4-BE49-F238E27FC236}">
                    <a16:creationId xmlns:a16="http://schemas.microsoft.com/office/drawing/2014/main" id="{D7CC620F-2F82-4CD7-B481-54A207A2D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537"/>
                <a:ext cx="230" cy="207"/>
              </a:xfrm>
              <a:custGeom>
                <a:avLst/>
                <a:gdLst>
                  <a:gd name="T0" fmla="*/ 0 w 92"/>
                  <a:gd name="T1" fmla="*/ 1287 h 83"/>
                  <a:gd name="T2" fmla="*/ 270 w 92"/>
                  <a:gd name="T3" fmla="*/ 1244 h 83"/>
                  <a:gd name="T4" fmla="*/ 520 w 92"/>
                  <a:gd name="T5" fmla="*/ 1037 h 83"/>
                  <a:gd name="T6" fmla="*/ 645 w 92"/>
                  <a:gd name="T7" fmla="*/ 1070 h 83"/>
                  <a:gd name="T8" fmla="*/ 770 w 92"/>
                  <a:gd name="T9" fmla="*/ 1028 h 83"/>
                  <a:gd name="T10" fmla="*/ 908 w 92"/>
                  <a:gd name="T11" fmla="*/ 853 h 83"/>
                  <a:gd name="T12" fmla="*/ 1095 w 92"/>
                  <a:gd name="T13" fmla="*/ 728 h 83"/>
                  <a:gd name="T14" fmla="*/ 1208 w 92"/>
                  <a:gd name="T15" fmla="*/ 633 h 83"/>
                  <a:gd name="T16" fmla="*/ 1250 w 92"/>
                  <a:gd name="T17" fmla="*/ 511 h 83"/>
                  <a:gd name="T18" fmla="*/ 1283 w 92"/>
                  <a:gd name="T19" fmla="*/ 387 h 83"/>
                  <a:gd name="T20" fmla="*/ 1345 w 92"/>
                  <a:gd name="T21" fmla="*/ 312 h 83"/>
                  <a:gd name="T22" fmla="*/ 1395 w 92"/>
                  <a:gd name="T23" fmla="*/ 75 h 83"/>
                  <a:gd name="T24" fmla="*/ 1363 w 92"/>
                  <a:gd name="T25" fmla="*/ 0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2" h="83">
                    <a:moveTo>
                      <a:pt x="0" y="83"/>
                    </a:moveTo>
                    <a:cubicBezTo>
                      <a:pt x="5" y="79"/>
                      <a:pt x="12" y="83"/>
                      <a:pt x="17" y="80"/>
                    </a:cubicBezTo>
                    <a:cubicBezTo>
                      <a:pt x="23" y="77"/>
                      <a:pt x="27" y="68"/>
                      <a:pt x="33" y="67"/>
                    </a:cubicBezTo>
                    <a:cubicBezTo>
                      <a:pt x="36" y="67"/>
                      <a:pt x="39" y="69"/>
                      <a:pt x="41" y="69"/>
                    </a:cubicBezTo>
                    <a:cubicBezTo>
                      <a:pt x="44" y="69"/>
                      <a:pt x="47" y="68"/>
                      <a:pt x="49" y="66"/>
                    </a:cubicBezTo>
                    <a:cubicBezTo>
                      <a:pt x="54" y="63"/>
                      <a:pt x="55" y="59"/>
                      <a:pt x="58" y="55"/>
                    </a:cubicBezTo>
                    <a:cubicBezTo>
                      <a:pt x="61" y="51"/>
                      <a:pt x="66" y="50"/>
                      <a:pt x="70" y="47"/>
                    </a:cubicBezTo>
                    <a:cubicBezTo>
                      <a:pt x="72" y="46"/>
                      <a:pt x="76" y="43"/>
                      <a:pt x="77" y="41"/>
                    </a:cubicBezTo>
                    <a:cubicBezTo>
                      <a:pt x="79" y="39"/>
                      <a:pt x="79" y="36"/>
                      <a:pt x="80" y="33"/>
                    </a:cubicBezTo>
                    <a:cubicBezTo>
                      <a:pt x="81" y="31"/>
                      <a:pt x="81" y="28"/>
                      <a:pt x="82" y="25"/>
                    </a:cubicBezTo>
                    <a:cubicBezTo>
                      <a:pt x="83" y="23"/>
                      <a:pt x="85" y="22"/>
                      <a:pt x="86" y="20"/>
                    </a:cubicBezTo>
                    <a:cubicBezTo>
                      <a:pt x="89" y="15"/>
                      <a:pt x="92" y="10"/>
                      <a:pt x="89" y="5"/>
                    </a:cubicBezTo>
                    <a:cubicBezTo>
                      <a:pt x="89" y="3"/>
                      <a:pt x="88" y="1"/>
                      <a:pt x="87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15" name="Freeform 1659">
                <a:extLst>
                  <a:ext uri="{FF2B5EF4-FFF2-40B4-BE49-F238E27FC236}">
                    <a16:creationId xmlns:a16="http://schemas.microsoft.com/office/drawing/2014/main" id="{0CA2E920-FE98-441E-A432-BDB8307D0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557"/>
                <a:ext cx="5" cy="37"/>
              </a:xfrm>
              <a:custGeom>
                <a:avLst/>
                <a:gdLst>
                  <a:gd name="T0" fmla="*/ 33 w 2"/>
                  <a:gd name="T1" fmla="*/ 0 h 15"/>
                  <a:gd name="T2" fmla="*/ 33 w 2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cubicBezTo>
                      <a:pt x="1" y="3"/>
                      <a:pt x="0" y="12"/>
                      <a:pt x="2" y="15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16" name="Freeform 1660">
                <a:extLst>
                  <a:ext uri="{FF2B5EF4-FFF2-40B4-BE49-F238E27FC236}">
                    <a16:creationId xmlns:a16="http://schemas.microsoft.com/office/drawing/2014/main" id="{40F1DB7B-C8E9-4D2D-8ED1-5FB8AC247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12"/>
                <a:ext cx="35" cy="45"/>
              </a:xfrm>
              <a:custGeom>
                <a:avLst/>
                <a:gdLst>
                  <a:gd name="T0" fmla="*/ 220 w 14"/>
                  <a:gd name="T1" fmla="*/ 20 h 18"/>
                  <a:gd name="T2" fmla="*/ 63 w 14"/>
                  <a:gd name="T3" fmla="*/ 113 h 18"/>
                  <a:gd name="T4" fmla="*/ 0 w 14"/>
                  <a:gd name="T5" fmla="*/ 2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14" y="1"/>
                    </a:moveTo>
                    <a:cubicBezTo>
                      <a:pt x="11" y="0"/>
                      <a:pt x="6" y="5"/>
                      <a:pt x="4" y="7"/>
                    </a:cubicBezTo>
                    <a:cubicBezTo>
                      <a:pt x="1" y="11"/>
                      <a:pt x="2" y="15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17" name="Freeform 1661">
                <a:extLst>
                  <a:ext uri="{FF2B5EF4-FFF2-40B4-BE49-F238E27FC236}">
                    <a16:creationId xmlns:a16="http://schemas.microsoft.com/office/drawing/2014/main" id="{7B0C9F9D-9B9D-459F-878A-1616A5BE9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577"/>
                <a:ext cx="17" cy="40"/>
              </a:xfrm>
              <a:custGeom>
                <a:avLst/>
                <a:gdLst>
                  <a:gd name="T0" fmla="*/ 41 w 7"/>
                  <a:gd name="T1" fmla="*/ 0 h 16"/>
                  <a:gd name="T2" fmla="*/ 100 w 7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3" y="0"/>
                    </a:moveTo>
                    <a:cubicBezTo>
                      <a:pt x="0" y="7"/>
                      <a:pt x="7" y="10"/>
                      <a:pt x="7" y="16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18" name="Freeform 1662">
                <a:extLst>
                  <a:ext uri="{FF2B5EF4-FFF2-40B4-BE49-F238E27FC236}">
                    <a16:creationId xmlns:a16="http://schemas.microsoft.com/office/drawing/2014/main" id="{7EFA94E5-1440-4240-9A88-369B2FA8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627"/>
                <a:ext cx="2" cy="15"/>
              </a:xfrm>
              <a:custGeom>
                <a:avLst/>
                <a:gdLst>
                  <a:gd name="T0" fmla="*/ 0 w 1"/>
                  <a:gd name="T1" fmla="*/ 0 h 6"/>
                  <a:gd name="T2" fmla="*/ 8 w 1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1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19" name="Freeform 1663">
                <a:extLst>
                  <a:ext uri="{FF2B5EF4-FFF2-40B4-BE49-F238E27FC236}">
                    <a16:creationId xmlns:a16="http://schemas.microsoft.com/office/drawing/2014/main" id="{A4A41A43-0301-4120-99D1-5F376201B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679"/>
                <a:ext cx="52" cy="25"/>
              </a:xfrm>
              <a:custGeom>
                <a:avLst/>
                <a:gdLst>
                  <a:gd name="T0" fmla="*/ 0 w 21"/>
                  <a:gd name="T1" fmla="*/ 158 h 10"/>
                  <a:gd name="T2" fmla="*/ 134 w 21"/>
                  <a:gd name="T3" fmla="*/ 33 h 10"/>
                  <a:gd name="T4" fmla="*/ 319 w 2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0">
                    <a:moveTo>
                      <a:pt x="0" y="10"/>
                    </a:moveTo>
                    <a:cubicBezTo>
                      <a:pt x="3" y="7"/>
                      <a:pt x="4" y="4"/>
                      <a:pt x="9" y="2"/>
                    </a:cubicBezTo>
                    <a:cubicBezTo>
                      <a:pt x="13" y="0"/>
                      <a:pt x="17" y="0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0" name="Freeform 1664">
                <a:extLst>
                  <a:ext uri="{FF2B5EF4-FFF2-40B4-BE49-F238E27FC236}">
                    <a16:creationId xmlns:a16="http://schemas.microsoft.com/office/drawing/2014/main" id="{64483792-D3E9-4A3C-9028-199F5906B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649"/>
                <a:ext cx="10" cy="30"/>
              </a:xfrm>
              <a:custGeom>
                <a:avLst/>
                <a:gdLst>
                  <a:gd name="T0" fmla="*/ 63 w 4"/>
                  <a:gd name="T1" fmla="*/ 0 h 12"/>
                  <a:gd name="T2" fmla="*/ 0 w 4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2" y="4"/>
                      <a:pt x="0" y="7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1" name="Freeform 1665">
                <a:extLst>
                  <a:ext uri="{FF2B5EF4-FFF2-40B4-BE49-F238E27FC236}">
                    <a16:creationId xmlns:a16="http://schemas.microsoft.com/office/drawing/2014/main" id="{A8C75E9E-4A6E-467B-B6C4-CCEB3FB53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692"/>
                <a:ext cx="25" cy="5"/>
              </a:xfrm>
              <a:custGeom>
                <a:avLst/>
                <a:gdLst>
                  <a:gd name="T0" fmla="*/ 0 w 10"/>
                  <a:gd name="T1" fmla="*/ 33 h 2"/>
                  <a:gd name="T2" fmla="*/ 158 w 1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3" y="1"/>
                      <a:pt x="7" y="1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2" name="Freeform 1666">
                <a:extLst>
                  <a:ext uri="{FF2B5EF4-FFF2-40B4-BE49-F238E27FC236}">
                    <a16:creationId xmlns:a16="http://schemas.microsoft.com/office/drawing/2014/main" id="{AFAE42E0-C235-47A1-A0B3-4AB312DE0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709"/>
                <a:ext cx="45" cy="35"/>
              </a:xfrm>
              <a:custGeom>
                <a:avLst/>
                <a:gdLst>
                  <a:gd name="T0" fmla="*/ 0 w 18"/>
                  <a:gd name="T1" fmla="*/ 158 h 14"/>
                  <a:gd name="T2" fmla="*/ 283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0"/>
                    </a:moveTo>
                    <a:cubicBezTo>
                      <a:pt x="7" y="14"/>
                      <a:pt x="14" y="3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3" name="Freeform 1667">
                <a:extLst>
                  <a:ext uri="{FF2B5EF4-FFF2-40B4-BE49-F238E27FC236}">
                    <a16:creationId xmlns:a16="http://schemas.microsoft.com/office/drawing/2014/main" id="{EFC94F76-62EC-4011-ADD9-42FDD9E45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639"/>
                <a:ext cx="47" cy="30"/>
              </a:xfrm>
              <a:custGeom>
                <a:avLst/>
                <a:gdLst>
                  <a:gd name="T0" fmla="*/ 0 w 19"/>
                  <a:gd name="T1" fmla="*/ 188 h 12"/>
                  <a:gd name="T2" fmla="*/ 121 w 19"/>
                  <a:gd name="T3" fmla="*/ 50 h 12"/>
                  <a:gd name="T4" fmla="*/ 287 w 19"/>
                  <a:gd name="T5" fmla="*/ 2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0" y="12"/>
                    </a:moveTo>
                    <a:cubicBezTo>
                      <a:pt x="1" y="8"/>
                      <a:pt x="4" y="5"/>
                      <a:pt x="8" y="3"/>
                    </a:cubicBezTo>
                    <a:cubicBezTo>
                      <a:pt x="12" y="0"/>
                      <a:pt x="15" y="1"/>
                      <a:pt x="19" y="1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4" name="Freeform 1668">
                <a:extLst>
                  <a:ext uri="{FF2B5EF4-FFF2-40B4-BE49-F238E27FC236}">
                    <a16:creationId xmlns:a16="http://schemas.microsoft.com/office/drawing/2014/main" id="{B8A046A3-BDF6-41AE-80E1-F62CD2D62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512"/>
                <a:ext cx="75" cy="127"/>
              </a:xfrm>
              <a:custGeom>
                <a:avLst/>
                <a:gdLst>
                  <a:gd name="T0" fmla="*/ 33 w 30"/>
                  <a:gd name="T1" fmla="*/ 787 h 51"/>
                  <a:gd name="T2" fmla="*/ 300 w 30"/>
                  <a:gd name="T3" fmla="*/ 558 h 51"/>
                  <a:gd name="T4" fmla="*/ 313 w 30"/>
                  <a:gd name="T5" fmla="*/ 403 h 51"/>
                  <a:gd name="T6" fmla="*/ 408 w 30"/>
                  <a:gd name="T7" fmla="*/ 279 h 51"/>
                  <a:gd name="T8" fmla="*/ 458 w 30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1">
                    <a:moveTo>
                      <a:pt x="2" y="51"/>
                    </a:moveTo>
                    <a:cubicBezTo>
                      <a:pt x="0" y="42"/>
                      <a:pt x="12" y="37"/>
                      <a:pt x="19" y="36"/>
                    </a:cubicBezTo>
                    <a:cubicBezTo>
                      <a:pt x="20" y="32"/>
                      <a:pt x="18" y="30"/>
                      <a:pt x="20" y="26"/>
                    </a:cubicBezTo>
                    <a:cubicBezTo>
                      <a:pt x="22" y="23"/>
                      <a:pt x="25" y="21"/>
                      <a:pt x="26" y="18"/>
                    </a:cubicBezTo>
                    <a:cubicBezTo>
                      <a:pt x="30" y="12"/>
                      <a:pt x="29" y="7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5" name="Freeform 1669">
                <a:extLst>
                  <a:ext uri="{FF2B5EF4-FFF2-40B4-BE49-F238E27FC236}">
                    <a16:creationId xmlns:a16="http://schemas.microsoft.com/office/drawing/2014/main" id="{C3B1EFCB-4C97-4E60-A9DB-C35F70681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517"/>
                <a:ext cx="30" cy="60"/>
              </a:xfrm>
              <a:custGeom>
                <a:avLst/>
                <a:gdLst>
                  <a:gd name="T0" fmla="*/ 188 w 12"/>
                  <a:gd name="T1" fmla="*/ 0 h 24"/>
                  <a:gd name="T2" fmla="*/ 63 w 12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4">
                    <a:moveTo>
                      <a:pt x="12" y="0"/>
                    </a:moveTo>
                    <a:cubicBezTo>
                      <a:pt x="7" y="7"/>
                      <a:pt x="0" y="15"/>
                      <a:pt x="4" y="24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6" name="Freeform 1670">
                <a:extLst>
                  <a:ext uri="{FF2B5EF4-FFF2-40B4-BE49-F238E27FC236}">
                    <a16:creationId xmlns:a16="http://schemas.microsoft.com/office/drawing/2014/main" id="{CDB6D043-4E0A-414C-878B-7E30996F6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569"/>
                <a:ext cx="25" cy="43"/>
              </a:xfrm>
              <a:custGeom>
                <a:avLst/>
                <a:gdLst>
                  <a:gd name="T0" fmla="*/ 158 w 10"/>
                  <a:gd name="T1" fmla="*/ 0 h 17"/>
                  <a:gd name="T2" fmla="*/ 0 w 10"/>
                  <a:gd name="T3" fmla="*/ 2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10" y="0"/>
                    </a:moveTo>
                    <a:cubicBezTo>
                      <a:pt x="4" y="2"/>
                      <a:pt x="1" y="12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7" name="Freeform 1671">
                <a:extLst>
                  <a:ext uri="{FF2B5EF4-FFF2-40B4-BE49-F238E27FC236}">
                    <a16:creationId xmlns:a16="http://schemas.microsoft.com/office/drawing/2014/main" id="{D882B511-81CF-4340-872F-9AAE53DBE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524"/>
                <a:ext cx="25" cy="15"/>
              </a:xfrm>
              <a:custGeom>
                <a:avLst/>
                <a:gdLst>
                  <a:gd name="T0" fmla="*/ 158 w 10"/>
                  <a:gd name="T1" fmla="*/ 0 h 6"/>
                  <a:gd name="T2" fmla="*/ 0 w 10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6" y="3"/>
                      <a:pt x="4" y="6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8" name="Freeform 1672">
                <a:extLst>
                  <a:ext uri="{FF2B5EF4-FFF2-40B4-BE49-F238E27FC236}">
                    <a16:creationId xmlns:a16="http://schemas.microsoft.com/office/drawing/2014/main" id="{15936104-CEEA-42E3-AF02-E775286EF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512"/>
                <a:ext cx="5" cy="20"/>
              </a:xfrm>
              <a:custGeom>
                <a:avLst/>
                <a:gdLst>
                  <a:gd name="T0" fmla="*/ 33 w 2"/>
                  <a:gd name="T1" fmla="*/ 125 h 8"/>
                  <a:gd name="T2" fmla="*/ 0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8"/>
                    </a:moveTo>
                    <a:cubicBezTo>
                      <a:pt x="1" y="6"/>
                      <a:pt x="0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9" name="Freeform 1673">
                <a:extLst>
                  <a:ext uri="{FF2B5EF4-FFF2-40B4-BE49-F238E27FC236}">
                    <a16:creationId xmlns:a16="http://schemas.microsoft.com/office/drawing/2014/main" id="{FCD0E843-A519-4CAE-8A25-B1AFEFB46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754"/>
                <a:ext cx="47" cy="15"/>
              </a:xfrm>
              <a:custGeom>
                <a:avLst/>
                <a:gdLst>
                  <a:gd name="T0" fmla="*/ 0 w 19"/>
                  <a:gd name="T1" fmla="*/ 0 h 6"/>
                  <a:gd name="T2" fmla="*/ 134 w 19"/>
                  <a:gd name="T3" fmla="*/ 83 h 6"/>
                  <a:gd name="T4" fmla="*/ 287 w 19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0" y="0"/>
                    </a:moveTo>
                    <a:cubicBezTo>
                      <a:pt x="1" y="3"/>
                      <a:pt x="6" y="4"/>
                      <a:pt x="9" y="5"/>
                    </a:cubicBezTo>
                    <a:cubicBezTo>
                      <a:pt x="13" y="6"/>
                      <a:pt x="16" y="4"/>
                      <a:pt x="19" y="4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0" name="Freeform 1674">
                <a:extLst>
                  <a:ext uri="{FF2B5EF4-FFF2-40B4-BE49-F238E27FC236}">
                    <a16:creationId xmlns:a16="http://schemas.microsoft.com/office/drawing/2014/main" id="{A9C090D8-2B0B-4E09-9EEE-A24CD5847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769"/>
                <a:ext cx="42" cy="10"/>
              </a:xfrm>
              <a:custGeom>
                <a:avLst/>
                <a:gdLst>
                  <a:gd name="T0" fmla="*/ 0 w 17"/>
                  <a:gd name="T1" fmla="*/ 0 h 4"/>
                  <a:gd name="T2" fmla="*/ 257 w 17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0"/>
                    </a:moveTo>
                    <a:cubicBezTo>
                      <a:pt x="5" y="4"/>
                      <a:pt x="11" y="3"/>
                      <a:pt x="17" y="1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1" name="Freeform 1675">
                <a:extLst>
                  <a:ext uri="{FF2B5EF4-FFF2-40B4-BE49-F238E27FC236}">
                    <a16:creationId xmlns:a16="http://schemas.microsoft.com/office/drawing/2014/main" id="{F4B97997-1548-442E-802A-38110A0C3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769"/>
                <a:ext cx="38" cy="13"/>
              </a:xfrm>
              <a:custGeom>
                <a:avLst/>
                <a:gdLst>
                  <a:gd name="T0" fmla="*/ 0 w 15"/>
                  <a:gd name="T1" fmla="*/ 68 h 5"/>
                  <a:gd name="T2" fmla="*/ 243 w 1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">
                    <a:moveTo>
                      <a:pt x="0" y="4"/>
                    </a:moveTo>
                    <a:cubicBezTo>
                      <a:pt x="5" y="5"/>
                      <a:pt x="11" y="3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2" name="Freeform 1676">
                <a:extLst>
                  <a:ext uri="{FF2B5EF4-FFF2-40B4-BE49-F238E27FC236}">
                    <a16:creationId xmlns:a16="http://schemas.microsoft.com/office/drawing/2014/main" id="{92168F61-C302-46FD-94B5-240557A27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749"/>
                <a:ext cx="60" cy="25"/>
              </a:xfrm>
              <a:custGeom>
                <a:avLst/>
                <a:gdLst>
                  <a:gd name="T0" fmla="*/ 0 w 24"/>
                  <a:gd name="T1" fmla="*/ 113 h 10"/>
                  <a:gd name="T2" fmla="*/ 375 w 2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7"/>
                    </a:moveTo>
                    <a:cubicBezTo>
                      <a:pt x="9" y="10"/>
                      <a:pt x="17" y="6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3" name="Freeform 1677">
                <a:extLst>
                  <a:ext uri="{FF2B5EF4-FFF2-40B4-BE49-F238E27FC236}">
                    <a16:creationId xmlns:a16="http://schemas.microsoft.com/office/drawing/2014/main" id="{87E4DCF5-4C08-4B55-A823-D351234D7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739"/>
                <a:ext cx="58" cy="25"/>
              </a:xfrm>
              <a:custGeom>
                <a:avLst/>
                <a:gdLst>
                  <a:gd name="T0" fmla="*/ 0 w 23"/>
                  <a:gd name="T1" fmla="*/ 113 h 10"/>
                  <a:gd name="T2" fmla="*/ 368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7"/>
                    </a:moveTo>
                    <a:cubicBezTo>
                      <a:pt x="7" y="10"/>
                      <a:pt x="19" y="6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4" name="Freeform 1678">
                <a:extLst>
                  <a:ext uri="{FF2B5EF4-FFF2-40B4-BE49-F238E27FC236}">
                    <a16:creationId xmlns:a16="http://schemas.microsoft.com/office/drawing/2014/main" id="{932B7D8E-7DE6-41C5-8EDF-FF18427CC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709"/>
                <a:ext cx="228" cy="38"/>
              </a:xfrm>
              <a:custGeom>
                <a:avLst/>
                <a:gdLst>
                  <a:gd name="T0" fmla="*/ 0 w 91"/>
                  <a:gd name="T1" fmla="*/ 20 h 15"/>
                  <a:gd name="T2" fmla="*/ 175 w 91"/>
                  <a:gd name="T3" fmla="*/ 33 h 15"/>
                  <a:gd name="T4" fmla="*/ 271 w 91"/>
                  <a:gd name="T5" fmla="*/ 160 h 15"/>
                  <a:gd name="T6" fmla="*/ 534 w 91"/>
                  <a:gd name="T7" fmla="*/ 117 h 15"/>
                  <a:gd name="T8" fmla="*/ 584 w 91"/>
                  <a:gd name="T9" fmla="*/ 213 h 15"/>
                  <a:gd name="T10" fmla="*/ 709 w 91"/>
                  <a:gd name="T11" fmla="*/ 193 h 15"/>
                  <a:gd name="T12" fmla="*/ 960 w 91"/>
                  <a:gd name="T13" fmla="*/ 129 h 15"/>
                  <a:gd name="T14" fmla="*/ 1225 w 91"/>
                  <a:gd name="T15" fmla="*/ 63 h 15"/>
                  <a:gd name="T16" fmla="*/ 1350 w 91"/>
                  <a:gd name="T17" fmla="*/ 84 h 15"/>
                  <a:gd name="T18" fmla="*/ 1431 w 91"/>
                  <a:gd name="T19" fmla="*/ 117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1" h="15">
                    <a:moveTo>
                      <a:pt x="0" y="1"/>
                    </a:moveTo>
                    <a:cubicBezTo>
                      <a:pt x="4" y="2"/>
                      <a:pt x="8" y="0"/>
                      <a:pt x="11" y="2"/>
                    </a:cubicBezTo>
                    <a:cubicBezTo>
                      <a:pt x="14" y="3"/>
                      <a:pt x="15" y="7"/>
                      <a:pt x="17" y="10"/>
                    </a:cubicBezTo>
                    <a:cubicBezTo>
                      <a:pt x="21" y="7"/>
                      <a:pt x="30" y="4"/>
                      <a:pt x="34" y="7"/>
                    </a:cubicBezTo>
                    <a:cubicBezTo>
                      <a:pt x="36" y="9"/>
                      <a:pt x="36" y="12"/>
                      <a:pt x="37" y="13"/>
                    </a:cubicBezTo>
                    <a:cubicBezTo>
                      <a:pt x="40" y="15"/>
                      <a:pt x="43" y="13"/>
                      <a:pt x="45" y="12"/>
                    </a:cubicBezTo>
                    <a:cubicBezTo>
                      <a:pt x="51" y="9"/>
                      <a:pt x="54" y="6"/>
                      <a:pt x="61" y="8"/>
                    </a:cubicBezTo>
                    <a:cubicBezTo>
                      <a:pt x="67" y="10"/>
                      <a:pt x="72" y="4"/>
                      <a:pt x="78" y="4"/>
                    </a:cubicBezTo>
                    <a:cubicBezTo>
                      <a:pt x="81" y="3"/>
                      <a:pt x="84" y="4"/>
                      <a:pt x="86" y="5"/>
                    </a:cubicBezTo>
                    <a:cubicBezTo>
                      <a:pt x="87" y="5"/>
                      <a:pt x="89" y="7"/>
                      <a:pt x="91" y="7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5" name="Freeform 1679">
                <a:extLst>
                  <a:ext uri="{FF2B5EF4-FFF2-40B4-BE49-F238E27FC236}">
                    <a16:creationId xmlns:a16="http://schemas.microsoft.com/office/drawing/2014/main" id="{69F5771F-8672-458B-AA5C-EDBB99877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727"/>
                <a:ext cx="70" cy="12"/>
              </a:xfrm>
              <a:custGeom>
                <a:avLst/>
                <a:gdLst>
                  <a:gd name="T0" fmla="*/ 0 w 28"/>
                  <a:gd name="T1" fmla="*/ 12 h 5"/>
                  <a:gd name="T2" fmla="*/ 238 w 28"/>
                  <a:gd name="T3" fmla="*/ 70 h 5"/>
                  <a:gd name="T4" fmla="*/ 438 w 2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">
                    <a:moveTo>
                      <a:pt x="0" y="1"/>
                    </a:moveTo>
                    <a:cubicBezTo>
                      <a:pt x="0" y="5"/>
                      <a:pt x="11" y="5"/>
                      <a:pt x="15" y="5"/>
                    </a:cubicBezTo>
                    <a:cubicBezTo>
                      <a:pt x="20" y="4"/>
                      <a:pt x="23" y="2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6" name="Freeform 1680">
                <a:extLst>
                  <a:ext uri="{FF2B5EF4-FFF2-40B4-BE49-F238E27FC236}">
                    <a16:creationId xmlns:a16="http://schemas.microsoft.com/office/drawing/2014/main" id="{B7F3A0D1-7A30-4B35-8628-E1CAD12F7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732"/>
                <a:ext cx="55" cy="17"/>
              </a:xfrm>
              <a:custGeom>
                <a:avLst/>
                <a:gdLst>
                  <a:gd name="T0" fmla="*/ 0 w 22"/>
                  <a:gd name="T1" fmla="*/ 58 h 7"/>
                  <a:gd name="T2" fmla="*/ 188 w 22"/>
                  <a:gd name="T3" fmla="*/ 87 h 7"/>
                  <a:gd name="T4" fmla="*/ 345 w 2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7">
                    <a:moveTo>
                      <a:pt x="0" y="4"/>
                    </a:moveTo>
                    <a:cubicBezTo>
                      <a:pt x="1" y="7"/>
                      <a:pt x="9" y="7"/>
                      <a:pt x="12" y="6"/>
                    </a:cubicBezTo>
                    <a:cubicBezTo>
                      <a:pt x="16" y="6"/>
                      <a:pt x="19" y="3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7" name="Freeform 1681">
                <a:extLst>
                  <a:ext uri="{FF2B5EF4-FFF2-40B4-BE49-F238E27FC236}">
                    <a16:creationId xmlns:a16="http://schemas.microsoft.com/office/drawing/2014/main" id="{41F76224-E31C-4610-AEEC-A3D5F6707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2709"/>
                <a:ext cx="53" cy="15"/>
              </a:xfrm>
              <a:custGeom>
                <a:avLst/>
                <a:gdLst>
                  <a:gd name="T0" fmla="*/ 0 w 21"/>
                  <a:gd name="T1" fmla="*/ 95 h 6"/>
                  <a:gd name="T2" fmla="*/ 338 w 21"/>
                  <a:gd name="T3" fmla="*/ 5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">
                    <a:moveTo>
                      <a:pt x="0" y="6"/>
                    </a:moveTo>
                    <a:cubicBezTo>
                      <a:pt x="3" y="0"/>
                      <a:pt x="16" y="1"/>
                      <a:pt x="21" y="3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8" name="Freeform 1682">
                <a:extLst>
                  <a:ext uri="{FF2B5EF4-FFF2-40B4-BE49-F238E27FC236}">
                    <a16:creationId xmlns:a16="http://schemas.microsoft.com/office/drawing/2014/main" id="{601D6439-006E-42EE-A3CB-5D13D3F52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699"/>
                <a:ext cx="70" cy="20"/>
              </a:xfrm>
              <a:custGeom>
                <a:avLst/>
                <a:gdLst>
                  <a:gd name="T0" fmla="*/ 0 w 28"/>
                  <a:gd name="T1" fmla="*/ 125 h 8"/>
                  <a:gd name="T2" fmla="*/ 438 w 28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">
                    <a:moveTo>
                      <a:pt x="0" y="8"/>
                    </a:moveTo>
                    <a:cubicBezTo>
                      <a:pt x="6" y="1"/>
                      <a:pt x="21" y="0"/>
                      <a:pt x="28" y="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9" name="Freeform 1683">
                <a:extLst>
                  <a:ext uri="{FF2B5EF4-FFF2-40B4-BE49-F238E27FC236}">
                    <a16:creationId xmlns:a16="http://schemas.microsoft.com/office/drawing/2014/main" id="{B22D8FFF-56E6-4E67-817B-4487F9BE7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674"/>
                <a:ext cx="50" cy="23"/>
              </a:xfrm>
              <a:custGeom>
                <a:avLst/>
                <a:gdLst>
                  <a:gd name="T0" fmla="*/ 0 w 20"/>
                  <a:gd name="T1" fmla="*/ 151 h 9"/>
                  <a:gd name="T2" fmla="*/ 313 w 2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9"/>
                    </a:moveTo>
                    <a:cubicBezTo>
                      <a:pt x="2" y="3"/>
                      <a:pt x="15" y="0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0" name="Freeform 1684">
                <a:extLst>
                  <a:ext uri="{FF2B5EF4-FFF2-40B4-BE49-F238E27FC236}">
                    <a16:creationId xmlns:a16="http://schemas.microsoft.com/office/drawing/2014/main" id="{0A64049B-F794-49EF-81B5-D45F488BE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679"/>
                <a:ext cx="18" cy="33"/>
              </a:xfrm>
              <a:custGeom>
                <a:avLst/>
                <a:gdLst>
                  <a:gd name="T0" fmla="*/ 0 w 7"/>
                  <a:gd name="T1" fmla="*/ 0 h 13"/>
                  <a:gd name="T2" fmla="*/ 67 w 7"/>
                  <a:gd name="T3" fmla="*/ 117 h 13"/>
                  <a:gd name="T4" fmla="*/ 118 w 7"/>
                  <a:gd name="T5" fmla="*/ 2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2" y="2"/>
                      <a:pt x="3" y="5"/>
                      <a:pt x="4" y="7"/>
                    </a:cubicBezTo>
                    <a:cubicBezTo>
                      <a:pt x="4" y="10"/>
                      <a:pt x="5" y="11"/>
                      <a:pt x="7" y="13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1" name="Freeform 1685">
                <a:extLst>
                  <a:ext uri="{FF2B5EF4-FFF2-40B4-BE49-F238E27FC236}">
                    <a16:creationId xmlns:a16="http://schemas.microsoft.com/office/drawing/2014/main" id="{8F439C90-4EC9-4883-A8AA-8055082A0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734"/>
                <a:ext cx="60" cy="13"/>
              </a:xfrm>
              <a:custGeom>
                <a:avLst/>
                <a:gdLst>
                  <a:gd name="T0" fmla="*/ 0 w 24"/>
                  <a:gd name="T1" fmla="*/ 0 h 5"/>
                  <a:gd name="T2" fmla="*/ 188 w 24"/>
                  <a:gd name="T3" fmla="*/ 88 h 5"/>
                  <a:gd name="T4" fmla="*/ 375 w 24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">
                    <a:moveTo>
                      <a:pt x="0" y="0"/>
                    </a:moveTo>
                    <a:cubicBezTo>
                      <a:pt x="4" y="3"/>
                      <a:pt x="7" y="5"/>
                      <a:pt x="12" y="5"/>
                    </a:cubicBezTo>
                    <a:cubicBezTo>
                      <a:pt x="15" y="5"/>
                      <a:pt x="23" y="4"/>
                      <a:pt x="24" y="3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2" name="Freeform 1686">
                <a:extLst>
                  <a:ext uri="{FF2B5EF4-FFF2-40B4-BE49-F238E27FC236}">
                    <a16:creationId xmlns:a16="http://schemas.microsoft.com/office/drawing/2014/main" id="{E3620A56-2122-4AE0-8929-78AD93D7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747"/>
                <a:ext cx="58" cy="25"/>
              </a:xfrm>
              <a:custGeom>
                <a:avLst/>
                <a:gdLst>
                  <a:gd name="T0" fmla="*/ 0 w 23"/>
                  <a:gd name="T1" fmla="*/ 0 h 10"/>
                  <a:gd name="T2" fmla="*/ 368 w 23"/>
                  <a:gd name="T3" fmla="*/ 9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0"/>
                    </a:moveTo>
                    <a:cubicBezTo>
                      <a:pt x="5" y="7"/>
                      <a:pt x="15" y="10"/>
                      <a:pt x="23" y="6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3" name="Freeform 1687">
                <a:extLst>
                  <a:ext uri="{FF2B5EF4-FFF2-40B4-BE49-F238E27FC236}">
                    <a16:creationId xmlns:a16="http://schemas.microsoft.com/office/drawing/2014/main" id="{BA09C226-EB7D-421A-98F8-3B68CA108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767"/>
                <a:ext cx="78" cy="20"/>
              </a:xfrm>
              <a:custGeom>
                <a:avLst/>
                <a:gdLst>
                  <a:gd name="T0" fmla="*/ 0 w 31"/>
                  <a:gd name="T1" fmla="*/ 0 h 8"/>
                  <a:gd name="T2" fmla="*/ 493 w 31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cubicBezTo>
                      <a:pt x="7" y="8"/>
                      <a:pt x="23" y="5"/>
                      <a:pt x="31" y="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4" name="Freeform 1688">
                <a:extLst>
                  <a:ext uri="{FF2B5EF4-FFF2-40B4-BE49-F238E27FC236}">
                    <a16:creationId xmlns:a16="http://schemas.microsoft.com/office/drawing/2014/main" id="{5331780E-CAF5-44F9-95C1-88A05964C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627"/>
                <a:ext cx="55" cy="45"/>
              </a:xfrm>
              <a:custGeom>
                <a:avLst/>
                <a:gdLst>
                  <a:gd name="T0" fmla="*/ 0 w 22"/>
                  <a:gd name="T1" fmla="*/ 0 h 18"/>
                  <a:gd name="T2" fmla="*/ 345 w 22"/>
                  <a:gd name="T3" fmla="*/ 25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1" y="10"/>
                      <a:pt x="12" y="18"/>
                      <a:pt x="22" y="16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5" name="Freeform 1689">
                <a:extLst>
                  <a:ext uri="{FF2B5EF4-FFF2-40B4-BE49-F238E27FC236}">
                    <a16:creationId xmlns:a16="http://schemas.microsoft.com/office/drawing/2014/main" id="{918E41B8-F517-4DA9-A100-1C8302D1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667"/>
                <a:ext cx="68" cy="37"/>
              </a:xfrm>
              <a:custGeom>
                <a:avLst/>
                <a:gdLst>
                  <a:gd name="T0" fmla="*/ 0 w 27"/>
                  <a:gd name="T1" fmla="*/ 0 h 15"/>
                  <a:gd name="T2" fmla="*/ 431 w 27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5">
                    <a:moveTo>
                      <a:pt x="0" y="0"/>
                    </a:moveTo>
                    <a:cubicBezTo>
                      <a:pt x="2" y="15"/>
                      <a:pt x="15" y="14"/>
                      <a:pt x="27" y="15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6" name="Freeform 1690">
                <a:extLst>
                  <a:ext uri="{FF2B5EF4-FFF2-40B4-BE49-F238E27FC236}">
                    <a16:creationId xmlns:a16="http://schemas.microsoft.com/office/drawing/2014/main" id="{524B2266-2B0B-49EA-ACA7-A4F4DEC96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702"/>
                <a:ext cx="60" cy="30"/>
              </a:xfrm>
              <a:custGeom>
                <a:avLst/>
                <a:gdLst>
                  <a:gd name="T0" fmla="*/ 0 w 24"/>
                  <a:gd name="T1" fmla="*/ 0 h 12"/>
                  <a:gd name="T2" fmla="*/ 175 w 24"/>
                  <a:gd name="T3" fmla="*/ 158 h 12"/>
                  <a:gd name="T4" fmla="*/ 375 w 24"/>
                  <a:gd name="T5" fmla="*/ 18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2">
                    <a:moveTo>
                      <a:pt x="0" y="0"/>
                    </a:moveTo>
                    <a:cubicBezTo>
                      <a:pt x="4" y="3"/>
                      <a:pt x="6" y="7"/>
                      <a:pt x="11" y="10"/>
                    </a:cubicBezTo>
                    <a:cubicBezTo>
                      <a:pt x="15" y="12"/>
                      <a:pt x="19" y="12"/>
                      <a:pt x="24" y="1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7" name="Freeform 1691">
                <a:extLst>
                  <a:ext uri="{FF2B5EF4-FFF2-40B4-BE49-F238E27FC236}">
                    <a16:creationId xmlns:a16="http://schemas.microsoft.com/office/drawing/2014/main" id="{CFFE765E-024B-4DB9-9E1E-98253E97D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732"/>
                <a:ext cx="70" cy="30"/>
              </a:xfrm>
              <a:custGeom>
                <a:avLst/>
                <a:gdLst>
                  <a:gd name="T0" fmla="*/ 0 w 28"/>
                  <a:gd name="T1" fmla="*/ 0 h 12"/>
                  <a:gd name="T2" fmla="*/ 208 w 28"/>
                  <a:gd name="T3" fmla="*/ 125 h 12"/>
                  <a:gd name="T4" fmla="*/ 438 w 28"/>
                  <a:gd name="T5" fmla="*/ 15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2">
                    <a:moveTo>
                      <a:pt x="0" y="0"/>
                    </a:moveTo>
                    <a:cubicBezTo>
                      <a:pt x="3" y="4"/>
                      <a:pt x="9" y="6"/>
                      <a:pt x="13" y="8"/>
                    </a:cubicBezTo>
                    <a:cubicBezTo>
                      <a:pt x="18" y="10"/>
                      <a:pt x="23" y="12"/>
                      <a:pt x="28" y="1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8" name="Freeform 1692">
                <a:extLst>
                  <a:ext uri="{FF2B5EF4-FFF2-40B4-BE49-F238E27FC236}">
                    <a16:creationId xmlns:a16="http://schemas.microsoft.com/office/drawing/2014/main" id="{7FFDD350-496F-44BB-8CE8-D02188210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657"/>
                <a:ext cx="55" cy="40"/>
              </a:xfrm>
              <a:custGeom>
                <a:avLst/>
                <a:gdLst>
                  <a:gd name="T0" fmla="*/ 0 w 22"/>
                  <a:gd name="T1" fmla="*/ 0 h 16"/>
                  <a:gd name="T2" fmla="*/ 145 w 22"/>
                  <a:gd name="T3" fmla="*/ 188 h 16"/>
                  <a:gd name="T4" fmla="*/ 345 w 22"/>
                  <a:gd name="T5" fmla="*/ 23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cubicBezTo>
                      <a:pt x="1" y="5"/>
                      <a:pt x="5" y="9"/>
                      <a:pt x="9" y="12"/>
                    </a:cubicBezTo>
                    <a:cubicBezTo>
                      <a:pt x="12" y="14"/>
                      <a:pt x="19" y="16"/>
                      <a:pt x="22" y="15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9" name="Freeform 1693">
                <a:extLst>
                  <a:ext uri="{FF2B5EF4-FFF2-40B4-BE49-F238E27FC236}">
                    <a16:creationId xmlns:a16="http://schemas.microsoft.com/office/drawing/2014/main" id="{F0C0A54A-8DA8-462D-B03F-ECDE4AD85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697"/>
                <a:ext cx="45" cy="22"/>
              </a:xfrm>
              <a:custGeom>
                <a:avLst/>
                <a:gdLst>
                  <a:gd name="T0" fmla="*/ 0 w 18"/>
                  <a:gd name="T1" fmla="*/ 0 h 9"/>
                  <a:gd name="T2" fmla="*/ 283 w 18"/>
                  <a:gd name="T3" fmla="*/ 12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0"/>
                    </a:moveTo>
                    <a:cubicBezTo>
                      <a:pt x="3" y="5"/>
                      <a:pt x="12" y="9"/>
                      <a:pt x="18" y="8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50" name="Freeform 1694">
                <a:extLst>
                  <a:ext uri="{FF2B5EF4-FFF2-40B4-BE49-F238E27FC236}">
                    <a16:creationId xmlns:a16="http://schemas.microsoft.com/office/drawing/2014/main" id="{7A6F03A6-9413-4848-804F-988B1B87D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549"/>
                <a:ext cx="38" cy="55"/>
              </a:xfrm>
              <a:custGeom>
                <a:avLst/>
                <a:gdLst>
                  <a:gd name="T0" fmla="*/ 0 w 15"/>
                  <a:gd name="T1" fmla="*/ 0 h 22"/>
                  <a:gd name="T2" fmla="*/ 243 w 15"/>
                  <a:gd name="T3" fmla="*/ 34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2">
                    <a:moveTo>
                      <a:pt x="0" y="0"/>
                    </a:moveTo>
                    <a:cubicBezTo>
                      <a:pt x="1" y="10"/>
                      <a:pt x="5" y="17"/>
                      <a:pt x="15" y="2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51" name="Freeform 1695">
                <a:extLst>
                  <a:ext uri="{FF2B5EF4-FFF2-40B4-BE49-F238E27FC236}">
                    <a16:creationId xmlns:a16="http://schemas.microsoft.com/office/drawing/2014/main" id="{E9A683DA-968C-4DCF-9EBF-E9F442FF3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592"/>
                <a:ext cx="40" cy="57"/>
              </a:xfrm>
              <a:custGeom>
                <a:avLst/>
                <a:gdLst>
                  <a:gd name="T0" fmla="*/ 20 w 16"/>
                  <a:gd name="T1" fmla="*/ 0 h 23"/>
                  <a:gd name="T2" fmla="*/ 95 w 16"/>
                  <a:gd name="T3" fmla="*/ 196 h 23"/>
                  <a:gd name="T4" fmla="*/ 250 w 16"/>
                  <a:gd name="T5" fmla="*/ 34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1" y="0"/>
                    </a:moveTo>
                    <a:cubicBezTo>
                      <a:pt x="0" y="4"/>
                      <a:pt x="4" y="10"/>
                      <a:pt x="6" y="13"/>
                    </a:cubicBezTo>
                    <a:cubicBezTo>
                      <a:pt x="9" y="18"/>
                      <a:pt x="12" y="20"/>
                      <a:pt x="16" y="23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52" name="Freeform 1696">
                <a:extLst>
                  <a:ext uri="{FF2B5EF4-FFF2-40B4-BE49-F238E27FC236}">
                    <a16:creationId xmlns:a16="http://schemas.microsoft.com/office/drawing/2014/main" id="{7CA7CA67-E977-41D6-AFB5-2AB02AC61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569"/>
                <a:ext cx="33" cy="50"/>
              </a:xfrm>
              <a:custGeom>
                <a:avLst/>
                <a:gdLst>
                  <a:gd name="T0" fmla="*/ 0 w 13"/>
                  <a:gd name="T1" fmla="*/ 0 h 20"/>
                  <a:gd name="T2" fmla="*/ 147 w 13"/>
                  <a:gd name="T3" fmla="*/ 125 h 20"/>
                  <a:gd name="T4" fmla="*/ 213 w 13"/>
                  <a:gd name="T5" fmla="*/ 31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cubicBezTo>
                      <a:pt x="3" y="2"/>
                      <a:pt x="7" y="5"/>
                      <a:pt x="9" y="8"/>
                    </a:cubicBezTo>
                    <a:cubicBezTo>
                      <a:pt x="12" y="12"/>
                      <a:pt x="12" y="17"/>
                      <a:pt x="13" y="2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53" name="Freeform 1697">
                <a:extLst>
                  <a:ext uri="{FF2B5EF4-FFF2-40B4-BE49-F238E27FC236}">
                    <a16:creationId xmlns:a16="http://schemas.microsoft.com/office/drawing/2014/main" id="{B7A6594A-00D3-4069-A7FA-41B58E099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509"/>
                <a:ext cx="13" cy="78"/>
              </a:xfrm>
              <a:custGeom>
                <a:avLst/>
                <a:gdLst>
                  <a:gd name="T0" fmla="*/ 68 w 5"/>
                  <a:gd name="T1" fmla="*/ 493 h 31"/>
                  <a:gd name="T2" fmla="*/ 21 w 5"/>
                  <a:gd name="T3" fmla="*/ 209 h 31"/>
                  <a:gd name="T4" fmla="*/ 21 w 5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1">
                    <a:moveTo>
                      <a:pt x="4" y="31"/>
                    </a:moveTo>
                    <a:cubicBezTo>
                      <a:pt x="2" y="26"/>
                      <a:pt x="0" y="19"/>
                      <a:pt x="1" y="13"/>
                    </a:cubicBezTo>
                    <a:cubicBezTo>
                      <a:pt x="2" y="9"/>
                      <a:pt x="5" y="3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54" name="Freeform 1698">
                <a:extLst>
                  <a:ext uri="{FF2B5EF4-FFF2-40B4-BE49-F238E27FC236}">
                    <a16:creationId xmlns:a16="http://schemas.microsoft.com/office/drawing/2014/main" id="{1777A8ED-6E4F-4A1C-A41B-45809DC46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509"/>
                <a:ext cx="50" cy="108"/>
              </a:xfrm>
              <a:custGeom>
                <a:avLst/>
                <a:gdLst>
                  <a:gd name="T0" fmla="*/ 33 w 20"/>
                  <a:gd name="T1" fmla="*/ 0 h 43"/>
                  <a:gd name="T2" fmla="*/ 83 w 20"/>
                  <a:gd name="T3" fmla="*/ 188 h 43"/>
                  <a:gd name="T4" fmla="*/ 208 w 20"/>
                  <a:gd name="T5" fmla="*/ 316 h 43"/>
                  <a:gd name="T6" fmla="*/ 283 w 20"/>
                  <a:gd name="T7" fmla="*/ 68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3">
                    <a:moveTo>
                      <a:pt x="2" y="0"/>
                    </a:moveTo>
                    <a:cubicBezTo>
                      <a:pt x="0" y="3"/>
                      <a:pt x="3" y="10"/>
                      <a:pt x="5" y="12"/>
                    </a:cubicBezTo>
                    <a:cubicBezTo>
                      <a:pt x="7" y="15"/>
                      <a:pt x="10" y="17"/>
                      <a:pt x="13" y="20"/>
                    </a:cubicBezTo>
                    <a:cubicBezTo>
                      <a:pt x="19" y="27"/>
                      <a:pt x="20" y="35"/>
                      <a:pt x="18" y="43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55" name="Freeform 1699">
                <a:extLst>
                  <a:ext uri="{FF2B5EF4-FFF2-40B4-BE49-F238E27FC236}">
                    <a16:creationId xmlns:a16="http://schemas.microsoft.com/office/drawing/2014/main" id="{88806110-F902-4332-BB64-3C0D8616C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512"/>
                <a:ext cx="5" cy="37"/>
              </a:xfrm>
              <a:custGeom>
                <a:avLst/>
                <a:gdLst>
                  <a:gd name="T0" fmla="*/ 0 w 2"/>
                  <a:gd name="T1" fmla="*/ 224 h 15"/>
                  <a:gd name="T2" fmla="*/ 0 w 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15"/>
                    </a:moveTo>
                    <a:cubicBezTo>
                      <a:pt x="0" y="12"/>
                      <a:pt x="2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56" name="Freeform 1700">
                <a:extLst>
                  <a:ext uri="{FF2B5EF4-FFF2-40B4-BE49-F238E27FC236}">
                    <a16:creationId xmlns:a16="http://schemas.microsoft.com/office/drawing/2014/main" id="{EC4E0BE9-2057-4599-9F01-A939E8C38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517"/>
                <a:ext cx="20" cy="60"/>
              </a:xfrm>
              <a:custGeom>
                <a:avLst/>
                <a:gdLst>
                  <a:gd name="T0" fmla="*/ 0 w 8"/>
                  <a:gd name="T1" fmla="*/ 0 h 24"/>
                  <a:gd name="T2" fmla="*/ 113 w 8"/>
                  <a:gd name="T3" fmla="*/ 175 h 24"/>
                  <a:gd name="T4" fmla="*/ 113 w 8"/>
                  <a:gd name="T5" fmla="*/ 37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4">
                    <a:moveTo>
                      <a:pt x="0" y="0"/>
                    </a:moveTo>
                    <a:cubicBezTo>
                      <a:pt x="2" y="5"/>
                      <a:pt x="6" y="7"/>
                      <a:pt x="7" y="11"/>
                    </a:cubicBezTo>
                    <a:cubicBezTo>
                      <a:pt x="8" y="16"/>
                      <a:pt x="8" y="20"/>
                      <a:pt x="7" y="24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57" name="Freeform 1701">
                <a:extLst>
                  <a:ext uri="{FF2B5EF4-FFF2-40B4-BE49-F238E27FC236}">
                    <a16:creationId xmlns:a16="http://schemas.microsoft.com/office/drawing/2014/main" id="{3F149DE6-0B70-4E3F-AABF-B9CD25B60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2592"/>
                <a:ext cx="20" cy="47"/>
              </a:xfrm>
              <a:custGeom>
                <a:avLst/>
                <a:gdLst>
                  <a:gd name="T0" fmla="*/ 0 w 8"/>
                  <a:gd name="T1" fmla="*/ 0 h 19"/>
                  <a:gd name="T2" fmla="*/ 113 w 8"/>
                  <a:gd name="T3" fmla="*/ 104 h 19"/>
                  <a:gd name="T4" fmla="*/ 125 w 8"/>
                  <a:gd name="T5" fmla="*/ 28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0" y="0"/>
                    </a:moveTo>
                    <a:cubicBezTo>
                      <a:pt x="4" y="1"/>
                      <a:pt x="6" y="2"/>
                      <a:pt x="7" y="7"/>
                    </a:cubicBezTo>
                    <a:cubicBezTo>
                      <a:pt x="7" y="11"/>
                      <a:pt x="8" y="16"/>
                      <a:pt x="8" y="19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58" name="Freeform 1702">
                <a:extLst>
                  <a:ext uri="{FF2B5EF4-FFF2-40B4-BE49-F238E27FC236}">
                    <a16:creationId xmlns:a16="http://schemas.microsoft.com/office/drawing/2014/main" id="{71940317-0309-4171-B522-A57B0E559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622"/>
                <a:ext cx="47" cy="55"/>
              </a:xfrm>
              <a:custGeom>
                <a:avLst/>
                <a:gdLst>
                  <a:gd name="T0" fmla="*/ 0 w 19"/>
                  <a:gd name="T1" fmla="*/ 0 h 22"/>
                  <a:gd name="T2" fmla="*/ 92 w 19"/>
                  <a:gd name="T3" fmla="*/ 33 h 22"/>
                  <a:gd name="T4" fmla="*/ 195 w 19"/>
                  <a:gd name="T5" fmla="*/ 145 h 22"/>
                  <a:gd name="T6" fmla="*/ 287 w 19"/>
                  <a:gd name="T7" fmla="*/ 34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2">
                    <a:moveTo>
                      <a:pt x="0" y="0"/>
                    </a:moveTo>
                    <a:cubicBezTo>
                      <a:pt x="2" y="1"/>
                      <a:pt x="4" y="1"/>
                      <a:pt x="6" y="2"/>
                    </a:cubicBezTo>
                    <a:cubicBezTo>
                      <a:pt x="9" y="3"/>
                      <a:pt x="11" y="6"/>
                      <a:pt x="13" y="9"/>
                    </a:cubicBezTo>
                    <a:cubicBezTo>
                      <a:pt x="14" y="11"/>
                      <a:pt x="19" y="22"/>
                      <a:pt x="19" y="2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59" name="Freeform 1703">
                <a:extLst>
                  <a:ext uri="{FF2B5EF4-FFF2-40B4-BE49-F238E27FC236}">
                    <a16:creationId xmlns:a16="http://schemas.microsoft.com/office/drawing/2014/main" id="{071F317F-9EAC-423E-9241-A133DEF44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647"/>
                <a:ext cx="40" cy="42"/>
              </a:xfrm>
              <a:custGeom>
                <a:avLst/>
                <a:gdLst>
                  <a:gd name="T0" fmla="*/ 0 w 16"/>
                  <a:gd name="T1" fmla="*/ 42 h 17"/>
                  <a:gd name="T2" fmla="*/ 250 w 16"/>
                  <a:gd name="T3" fmla="*/ 25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3"/>
                    </a:moveTo>
                    <a:cubicBezTo>
                      <a:pt x="6" y="0"/>
                      <a:pt x="13" y="14"/>
                      <a:pt x="16" y="17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60" name="Freeform 1704">
                <a:extLst>
                  <a:ext uri="{FF2B5EF4-FFF2-40B4-BE49-F238E27FC236}">
                    <a16:creationId xmlns:a16="http://schemas.microsoft.com/office/drawing/2014/main" id="{1C2833F0-A698-4B56-8A90-2F212C12C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659"/>
                <a:ext cx="57" cy="43"/>
              </a:xfrm>
              <a:custGeom>
                <a:avLst/>
                <a:gdLst>
                  <a:gd name="T0" fmla="*/ 0 w 23"/>
                  <a:gd name="T1" fmla="*/ 51 h 17"/>
                  <a:gd name="T2" fmla="*/ 349 w 23"/>
                  <a:gd name="T3" fmla="*/ 2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0" y="3"/>
                    </a:moveTo>
                    <a:cubicBezTo>
                      <a:pt x="9" y="0"/>
                      <a:pt x="19" y="9"/>
                      <a:pt x="23" y="17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61" name="Freeform 1705">
                <a:extLst>
                  <a:ext uri="{FF2B5EF4-FFF2-40B4-BE49-F238E27FC236}">
                    <a16:creationId xmlns:a16="http://schemas.microsoft.com/office/drawing/2014/main" id="{85732A39-D60F-4F75-A9BE-C8618E4D6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682"/>
                <a:ext cx="58" cy="27"/>
              </a:xfrm>
              <a:custGeom>
                <a:avLst/>
                <a:gdLst>
                  <a:gd name="T0" fmla="*/ 0 w 23"/>
                  <a:gd name="T1" fmla="*/ 12 h 11"/>
                  <a:gd name="T2" fmla="*/ 209 w 23"/>
                  <a:gd name="T3" fmla="*/ 42 h 11"/>
                  <a:gd name="T4" fmla="*/ 368 w 23"/>
                  <a:gd name="T5" fmla="*/ 16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0" y="1"/>
                    </a:moveTo>
                    <a:cubicBezTo>
                      <a:pt x="5" y="1"/>
                      <a:pt x="9" y="0"/>
                      <a:pt x="13" y="3"/>
                    </a:cubicBezTo>
                    <a:cubicBezTo>
                      <a:pt x="17" y="5"/>
                      <a:pt x="21" y="8"/>
                      <a:pt x="23" y="11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62" name="Freeform 1706">
                <a:extLst>
                  <a:ext uri="{FF2B5EF4-FFF2-40B4-BE49-F238E27FC236}">
                    <a16:creationId xmlns:a16="http://schemas.microsoft.com/office/drawing/2014/main" id="{936922EF-9414-498F-913F-01DB71916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707"/>
                <a:ext cx="108" cy="17"/>
              </a:xfrm>
              <a:custGeom>
                <a:avLst/>
                <a:gdLst>
                  <a:gd name="T0" fmla="*/ 0 w 43"/>
                  <a:gd name="T1" fmla="*/ 29 h 7"/>
                  <a:gd name="T2" fmla="*/ 158 w 43"/>
                  <a:gd name="T3" fmla="*/ 0 h 7"/>
                  <a:gd name="T4" fmla="*/ 284 w 43"/>
                  <a:gd name="T5" fmla="*/ 87 h 7"/>
                  <a:gd name="T6" fmla="*/ 492 w 43"/>
                  <a:gd name="T7" fmla="*/ 41 h 7"/>
                  <a:gd name="T8" fmla="*/ 681 w 43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7">
                    <a:moveTo>
                      <a:pt x="0" y="2"/>
                    </a:moveTo>
                    <a:cubicBezTo>
                      <a:pt x="3" y="3"/>
                      <a:pt x="6" y="0"/>
                      <a:pt x="10" y="0"/>
                    </a:cubicBezTo>
                    <a:cubicBezTo>
                      <a:pt x="12" y="1"/>
                      <a:pt x="17" y="5"/>
                      <a:pt x="18" y="6"/>
                    </a:cubicBezTo>
                    <a:cubicBezTo>
                      <a:pt x="22" y="5"/>
                      <a:pt x="27" y="3"/>
                      <a:pt x="31" y="3"/>
                    </a:cubicBezTo>
                    <a:cubicBezTo>
                      <a:pt x="35" y="3"/>
                      <a:pt x="40" y="5"/>
                      <a:pt x="43" y="7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63" name="Freeform 1707">
                <a:extLst>
                  <a:ext uri="{FF2B5EF4-FFF2-40B4-BE49-F238E27FC236}">
                    <a16:creationId xmlns:a16="http://schemas.microsoft.com/office/drawing/2014/main" id="{8886BB07-A026-46E7-83E3-AAA1CECFC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2562"/>
                <a:ext cx="17" cy="42"/>
              </a:xfrm>
              <a:custGeom>
                <a:avLst/>
                <a:gdLst>
                  <a:gd name="T0" fmla="*/ 0 w 7"/>
                  <a:gd name="T1" fmla="*/ 0 h 17"/>
                  <a:gd name="T2" fmla="*/ 87 w 7"/>
                  <a:gd name="T3" fmla="*/ 25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7" y="3"/>
                      <a:pt x="6" y="11"/>
                      <a:pt x="6" y="17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64" name="Freeform 1708">
                <a:extLst>
                  <a:ext uri="{FF2B5EF4-FFF2-40B4-BE49-F238E27FC236}">
                    <a16:creationId xmlns:a16="http://schemas.microsoft.com/office/drawing/2014/main" id="{60F9DF8D-7D2C-4161-A584-78C7E5B6B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594"/>
                <a:ext cx="32" cy="40"/>
              </a:xfrm>
              <a:custGeom>
                <a:avLst/>
                <a:gdLst>
                  <a:gd name="T0" fmla="*/ 0 w 13"/>
                  <a:gd name="T1" fmla="*/ 0 h 16"/>
                  <a:gd name="T2" fmla="*/ 121 w 13"/>
                  <a:gd name="T3" fmla="*/ 113 h 16"/>
                  <a:gd name="T4" fmla="*/ 194 w 13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0" y="0"/>
                    </a:moveTo>
                    <a:cubicBezTo>
                      <a:pt x="3" y="0"/>
                      <a:pt x="6" y="5"/>
                      <a:pt x="8" y="7"/>
                    </a:cubicBezTo>
                    <a:cubicBezTo>
                      <a:pt x="10" y="9"/>
                      <a:pt x="11" y="13"/>
                      <a:pt x="13" y="16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65" name="Freeform 1709">
                <a:extLst>
                  <a:ext uri="{FF2B5EF4-FFF2-40B4-BE49-F238E27FC236}">
                    <a16:creationId xmlns:a16="http://schemas.microsoft.com/office/drawing/2014/main" id="{FD618DFA-B52E-426E-A3DD-1134940DD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634"/>
                <a:ext cx="50" cy="30"/>
              </a:xfrm>
              <a:custGeom>
                <a:avLst/>
                <a:gdLst>
                  <a:gd name="T0" fmla="*/ 0 w 20"/>
                  <a:gd name="T1" fmla="*/ 0 h 12"/>
                  <a:gd name="T2" fmla="*/ 95 w 20"/>
                  <a:gd name="T3" fmla="*/ 0 h 12"/>
                  <a:gd name="T4" fmla="*/ 188 w 20"/>
                  <a:gd name="T5" fmla="*/ 63 h 12"/>
                  <a:gd name="T6" fmla="*/ 313 w 20"/>
                  <a:gd name="T7" fmla="*/ 18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0" y="0"/>
                    </a:moveTo>
                    <a:cubicBezTo>
                      <a:pt x="1" y="0"/>
                      <a:pt x="3" y="0"/>
                      <a:pt x="6" y="0"/>
                    </a:cubicBezTo>
                    <a:cubicBezTo>
                      <a:pt x="8" y="1"/>
                      <a:pt x="10" y="2"/>
                      <a:pt x="12" y="4"/>
                    </a:cubicBezTo>
                    <a:cubicBezTo>
                      <a:pt x="14" y="6"/>
                      <a:pt x="19" y="9"/>
                      <a:pt x="20" y="1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66" name="Freeform 1710">
                <a:extLst>
                  <a:ext uri="{FF2B5EF4-FFF2-40B4-BE49-F238E27FC236}">
                    <a16:creationId xmlns:a16="http://schemas.microsoft.com/office/drawing/2014/main" id="{A6F7DEC3-68EA-478D-96AB-BFA53802B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136"/>
                <a:ext cx="748" cy="263"/>
              </a:xfrm>
              <a:custGeom>
                <a:avLst/>
                <a:gdLst>
                  <a:gd name="T0" fmla="*/ 4681 w 299"/>
                  <a:gd name="T1" fmla="*/ 1505 h 105"/>
                  <a:gd name="T2" fmla="*/ 4631 w 299"/>
                  <a:gd name="T3" fmla="*/ 1222 h 105"/>
                  <a:gd name="T4" fmla="*/ 4443 w 299"/>
                  <a:gd name="T5" fmla="*/ 1097 h 105"/>
                  <a:gd name="T6" fmla="*/ 4150 w 299"/>
                  <a:gd name="T7" fmla="*/ 679 h 105"/>
                  <a:gd name="T8" fmla="*/ 3913 w 299"/>
                  <a:gd name="T9" fmla="*/ 584 h 105"/>
                  <a:gd name="T10" fmla="*/ 3743 w 299"/>
                  <a:gd name="T11" fmla="*/ 438 h 105"/>
                  <a:gd name="T12" fmla="*/ 3567 w 299"/>
                  <a:gd name="T13" fmla="*/ 271 h 105"/>
                  <a:gd name="T14" fmla="*/ 3317 w 299"/>
                  <a:gd name="T15" fmla="*/ 250 h 105"/>
                  <a:gd name="T16" fmla="*/ 3022 w 299"/>
                  <a:gd name="T17" fmla="*/ 301 h 105"/>
                  <a:gd name="T18" fmla="*/ 2722 w 299"/>
                  <a:gd name="T19" fmla="*/ 113 h 105"/>
                  <a:gd name="T20" fmla="*/ 2492 w 299"/>
                  <a:gd name="T21" fmla="*/ 50 h 105"/>
                  <a:gd name="T22" fmla="*/ 2304 w 299"/>
                  <a:gd name="T23" fmla="*/ 175 h 105"/>
                  <a:gd name="T24" fmla="*/ 2066 w 299"/>
                  <a:gd name="T25" fmla="*/ 83 h 105"/>
                  <a:gd name="T26" fmla="*/ 1834 w 299"/>
                  <a:gd name="T27" fmla="*/ 208 h 105"/>
                  <a:gd name="T28" fmla="*/ 1564 w 299"/>
                  <a:gd name="T29" fmla="*/ 208 h 105"/>
                  <a:gd name="T30" fmla="*/ 1313 w 299"/>
                  <a:gd name="T31" fmla="*/ 333 h 105"/>
                  <a:gd name="T32" fmla="*/ 1063 w 299"/>
                  <a:gd name="T33" fmla="*/ 396 h 105"/>
                  <a:gd name="T34" fmla="*/ 720 w 299"/>
                  <a:gd name="T35" fmla="*/ 501 h 105"/>
                  <a:gd name="T36" fmla="*/ 488 w 299"/>
                  <a:gd name="T37" fmla="*/ 659 h 105"/>
                  <a:gd name="T38" fmla="*/ 313 w 299"/>
                  <a:gd name="T39" fmla="*/ 834 h 105"/>
                  <a:gd name="T40" fmla="*/ 313 w 299"/>
                  <a:gd name="T41" fmla="*/ 1085 h 105"/>
                  <a:gd name="T42" fmla="*/ 145 w 299"/>
                  <a:gd name="T43" fmla="*/ 1192 h 105"/>
                  <a:gd name="T44" fmla="*/ 20 w 299"/>
                  <a:gd name="T45" fmla="*/ 1651 h 1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99" h="105">
                    <a:moveTo>
                      <a:pt x="299" y="96"/>
                    </a:moveTo>
                    <a:cubicBezTo>
                      <a:pt x="298" y="91"/>
                      <a:pt x="298" y="83"/>
                      <a:pt x="296" y="78"/>
                    </a:cubicBezTo>
                    <a:cubicBezTo>
                      <a:pt x="293" y="72"/>
                      <a:pt x="290" y="73"/>
                      <a:pt x="284" y="70"/>
                    </a:cubicBezTo>
                    <a:cubicBezTo>
                      <a:pt x="273" y="66"/>
                      <a:pt x="276" y="48"/>
                      <a:pt x="265" y="43"/>
                    </a:cubicBezTo>
                    <a:cubicBezTo>
                      <a:pt x="259" y="40"/>
                      <a:pt x="256" y="44"/>
                      <a:pt x="250" y="37"/>
                    </a:cubicBezTo>
                    <a:cubicBezTo>
                      <a:pt x="247" y="33"/>
                      <a:pt x="243" y="31"/>
                      <a:pt x="239" y="28"/>
                    </a:cubicBezTo>
                    <a:cubicBezTo>
                      <a:pt x="235" y="25"/>
                      <a:pt x="233" y="19"/>
                      <a:pt x="228" y="17"/>
                    </a:cubicBezTo>
                    <a:cubicBezTo>
                      <a:pt x="224" y="16"/>
                      <a:pt x="216" y="16"/>
                      <a:pt x="212" y="16"/>
                    </a:cubicBezTo>
                    <a:cubicBezTo>
                      <a:pt x="205" y="17"/>
                      <a:pt x="200" y="20"/>
                      <a:pt x="193" y="19"/>
                    </a:cubicBezTo>
                    <a:cubicBezTo>
                      <a:pt x="185" y="17"/>
                      <a:pt x="179" y="12"/>
                      <a:pt x="174" y="7"/>
                    </a:cubicBezTo>
                    <a:cubicBezTo>
                      <a:pt x="169" y="3"/>
                      <a:pt x="166" y="0"/>
                      <a:pt x="159" y="3"/>
                    </a:cubicBezTo>
                    <a:cubicBezTo>
                      <a:pt x="155" y="4"/>
                      <a:pt x="151" y="10"/>
                      <a:pt x="147" y="11"/>
                    </a:cubicBezTo>
                    <a:cubicBezTo>
                      <a:pt x="142" y="11"/>
                      <a:pt x="137" y="6"/>
                      <a:pt x="132" y="5"/>
                    </a:cubicBezTo>
                    <a:cubicBezTo>
                      <a:pt x="123" y="3"/>
                      <a:pt x="123" y="9"/>
                      <a:pt x="117" y="13"/>
                    </a:cubicBezTo>
                    <a:cubicBezTo>
                      <a:pt x="111" y="16"/>
                      <a:pt x="106" y="13"/>
                      <a:pt x="100" y="13"/>
                    </a:cubicBezTo>
                    <a:cubicBezTo>
                      <a:pt x="92" y="12"/>
                      <a:pt x="90" y="16"/>
                      <a:pt x="84" y="21"/>
                    </a:cubicBezTo>
                    <a:cubicBezTo>
                      <a:pt x="78" y="25"/>
                      <a:pt x="75" y="24"/>
                      <a:pt x="68" y="25"/>
                    </a:cubicBezTo>
                    <a:cubicBezTo>
                      <a:pt x="61" y="25"/>
                      <a:pt x="53" y="29"/>
                      <a:pt x="46" y="32"/>
                    </a:cubicBezTo>
                    <a:cubicBezTo>
                      <a:pt x="41" y="35"/>
                      <a:pt x="37" y="40"/>
                      <a:pt x="31" y="42"/>
                    </a:cubicBezTo>
                    <a:cubicBezTo>
                      <a:pt x="26" y="46"/>
                      <a:pt x="21" y="46"/>
                      <a:pt x="20" y="53"/>
                    </a:cubicBezTo>
                    <a:cubicBezTo>
                      <a:pt x="20" y="59"/>
                      <a:pt x="22" y="63"/>
                      <a:pt x="20" y="69"/>
                    </a:cubicBezTo>
                    <a:cubicBezTo>
                      <a:pt x="17" y="77"/>
                      <a:pt x="14" y="72"/>
                      <a:pt x="9" y="76"/>
                    </a:cubicBezTo>
                    <a:cubicBezTo>
                      <a:pt x="0" y="81"/>
                      <a:pt x="4" y="98"/>
                      <a:pt x="1" y="105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67" name="Freeform 1711">
                <a:extLst>
                  <a:ext uri="{FF2B5EF4-FFF2-40B4-BE49-F238E27FC236}">
                    <a16:creationId xmlns:a16="http://schemas.microsoft.com/office/drawing/2014/main" id="{5CE16378-5219-4BB9-B85D-336D5AEFC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266"/>
                <a:ext cx="70" cy="131"/>
              </a:xfrm>
              <a:custGeom>
                <a:avLst/>
                <a:gdLst>
                  <a:gd name="T0" fmla="*/ 438 w 28"/>
                  <a:gd name="T1" fmla="*/ 0 h 52"/>
                  <a:gd name="T2" fmla="*/ 250 w 28"/>
                  <a:gd name="T3" fmla="*/ 179 h 52"/>
                  <a:gd name="T4" fmla="*/ 300 w 28"/>
                  <a:gd name="T5" fmla="*/ 464 h 52"/>
                  <a:gd name="T6" fmla="*/ 0 w 28"/>
                  <a:gd name="T7" fmla="*/ 83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0"/>
                    </a:moveTo>
                    <a:cubicBezTo>
                      <a:pt x="23" y="0"/>
                      <a:pt x="17" y="5"/>
                      <a:pt x="16" y="11"/>
                    </a:cubicBezTo>
                    <a:cubicBezTo>
                      <a:pt x="15" y="17"/>
                      <a:pt x="19" y="23"/>
                      <a:pt x="19" y="29"/>
                    </a:cubicBezTo>
                    <a:cubicBezTo>
                      <a:pt x="21" y="43"/>
                      <a:pt x="10" y="45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68" name="Freeform 1712">
                <a:extLst>
                  <a:ext uri="{FF2B5EF4-FFF2-40B4-BE49-F238E27FC236}">
                    <a16:creationId xmlns:a16="http://schemas.microsoft.com/office/drawing/2014/main" id="{5E2E2C47-83E5-45C1-A94A-F9EEB41BF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336"/>
                <a:ext cx="50" cy="61"/>
              </a:xfrm>
              <a:custGeom>
                <a:avLst/>
                <a:gdLst>
                  <a:gd name="T0" fmla="*/ 313 w 20"/>
                  <a:gd name="T1" fmla="*/ 0 h 24"/>
                  <a:gd name="T2" fmla="*/ 113 w 20"/>
                  <a:gd name="T3" fmla="*/ 147 h 24"/>
                  <a:gd name="T4" fmla="*/ 0 w 20"/>
                  <a:gd name="T5" fmla="*/ 39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20" y="0"/>
                    </a:moveTo>
                    <a:cubicBezTo>
                      <a:pt x="15" y="2"/>
                      <a:pt x="11" y="5"/>
                      <a:pt x="7" y="9"/>
                    </a:cubicBezTo>
                    <a:cubicBezTo>
                      <a:pt x="4" y="13"/>
                      <a:pt x="4" y="21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69" name="Freeform 1713">
                <a:extLst>
                  <a:ext uri="{FF2B5EF4-FFF2-40B4-BE49-F238E27FC236}">
                    <a16:creationId xmlns:a16="http://schemas.microsoft.com/office/drawing/2014/main" id="{BD6B14EB-6682-4FA8-A660-AC33081A4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314"/>
                <a:ext cx="50" cy="85"/>
              </a:xfrm>
              <a:custGeom>
                <a:avLst/>
                <a:gdLst>
                  <a:gd name="T0" fmla="*/ 50 w 20"/>
                  <a:gd name="T1" fmla="*/ 0 h 34"/>
                  <a:gd name="T2" fmla="*/ 188 w 20"/>
                  <a:gd name="T3" fmla="*/ 300 h 34"/>
                  <a:gd name="T4" fmla="*/ 300 w 20"/>
                  <a:gd name="T5" fmla="*/ 53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4">
                    <a:moveTo>
                      <a:pt x="3" y="0"/>
                    </a:moveTo>
                    <a:cubicBezTo>
                      <a:pt x="0" y="9"/>
                      <a:pt x="5" y="14"/>
                      <a:pt x="12" y="19"/>
                    </a:cubicBezTo>
                    <a:cubicBezTo>
                      <a:pt x="18" y="22"/>
                      <a:pt x="20" y="27"/>
                      <a:pt x="19" y="34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70" name="Freeform 1714">
                <a:extLst>
                  <a:ext uri="{FF2B5EF4-FFF2-40B4-BE49-F238E27FC236}">
                    <a16:creationId xmlns:a16="http://schemas.microsoft.com/office/drawing/2014/main" id="{76F7C315-654E-4D07-9DB7-4194097E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261"/>
                <a:ext cx="100" cy="138"/>
              </a:xfrm>
              <a:custGeom>
                <a:avLst/>
                <a:gdLst>
                  <a:gd name="T0" fmla="*/ 625 w 40"/>
                  <a:gd name="T1" fmla="*/ 868 h 55"/>
                  <a:gd name="T2" fmla="*/ 488 w 40"/>
                  <a:gd name="T3" fmla="*/ 567 h 55"/>
                  <a:gd name="T4" fmla="*/ 408 w 40"/>
                  <a:gd name="T5" fmla="*/ 504 h 55"/>
                  <a:gd name="T6" fmla="*/ 375 w 40"/>
                  <a:gd name="T7" fmla="*/ 396 h 55"/>
                  <a:gd name="T8" fmla="*/ 33 w 40"/>
                  <a:gd name="T9" fmla="*/ 0 h 55"/>
                  <a:gd name="T10" fmla="*/ 0 w 40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5">
                    <a:moveTo>
                      <a:pt x="40" y="55"/>
                    </a:moveTo>
                    <a:cubicBezTo>
                      <a:pt x="39" y="47"/>
                      <a:pt x="38" y="41"/>
                      <a:pt x="31" y="36"/>
                    </a:cubicBezTo>
                    <a:cubicBezTo>
                      <a:pt x="29" y="35"/>
                      <a:pt x="27" y="34"/>
                      <a:pt x="26" y="32"/>
                    </a:cubicBezTo>
                    <a:cubicBezTo>
                      <a:pt x="25" y="30"/>
                      <a:pt x="24" y="27"/>
                      <a:pt x="24" y="25"/>
                    </a:cubicBezTo>
                    <a:cubicBezTo>
                      <a:pt x="21" y="12"/>
                      <a:pt x="13" y="4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71" name="Freeform 1715">
                <a:extLst>
                  <a:ext uri="{FF2B5EF4-FFF2-40B4-BE49-F238E27FC236}">
                    <a16:creationId xmlns:a16="http://schemas.microsoft.com/office/drawing/2014/main" id="{FFF94C46-C82D-48DF-A6B3-1F0D03A9C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179"/>
                <a:ext cx="153" cy="117"/>
              </a:xfrm>
              <a:custGeom>
                <a:avLst/>
                <a:gdLst>
                  <a:gd name="T0" fmla="*/ 963 w 61"/>
                  <a:gd name="T1" fmla="*/ 712 h 47"/>
                  <a:gd name="T2" fmla="*/ 680 w 61"/>
                  <a:gd name="T3" fmla="*/ 466 h 47"/>
                  <a:gd name="T4" fmla="*/ 492 w 61"/>
                  <a:gd name="T5" fmla="*/ 341 h 47"/>
                  <a:gd name="T6" fmla="*/ 176 w 61"/>
                  <a:gd name="T7" fmla="*/ 229 h 47"/>
                  <a:gd name="T8" fmla="*/ 63 w 61"/>
                  <a:gd name="T9" fmla="*/ 105 h 47"/>
                  <a:gd name="T10" fmla="*/ 0 w 61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7">
                    <a:moveTo>
                      <a:pt x="61" y="46"/>
                    </a:moveTo>
                    <a:cubicBezTo>
                      <a:pt x="51" y="47"/>
                      <a:pt x="46" y="37"/>
                      <a:pt x="43" y="30"/>
                    </a:cubicBezTo>
                    <a:cubicBezTo>
                      <a:pt x="40" y="24"/>
                      <a:pt x="37" y="24"/>
                      <a:pt x="31" y="22"/>
                    </a:cubicBezTo>
                    <a:cubicBezTo>
                      <a:pt x="24" y="21"/>
                      <a:pt x="17" y="18"/>
                      <a:pt x="11" y="15"/>
                    </a:cubicBezTo>
                    <a:cubicBezTo>
                      <a:pt x="8" y="13"/>
                      <a:pt x="5" y="10"/>
                      <a:pt x="4" y="7"/>
                    </a:cubicBezTo>
                    <a:cubicBezTo>
                      <a:pt x="2" y="5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72" name="Freeform 1716">
                <a:extLst>
                  <a:ext uri="{FF2B5EF4-FFF2-40B4-BE49-F238E27FC236}">
                    <a16:creationId xmlns:a16="http://schemas.microsoft.com/office/drawing/2014/main" id="{E17A1031-2E51-4E62-B7A4-E4FD37B01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154"/>
                <a:ext cx="160" cy="57"/>
              </a:xfrm>
              <a:custGeom>
                <a:avLst/>
                <a:gdLst>
                  <a:gd name="T0" fmla="*/ 1000 w 64"/>
                  <a:gd name="T1" fmla="*/ 307 h 23"/>
                  <a:gd name="T2" fmla="*/ 688 w 64"/>
                  <a:gd name="T3" fmla="*/ 228 h 23"/>
                  <a:gd name="T4" fmla="*/ 520 w 64"/>
                  <a:gd name="T5" fmla="*/ 12 h 23"/>
                  <a:gd name="T6" fmla="*/ 270 w 64"/>
                  <a:gd name="T7" fmla="*/ 74 h 23"/>
                  <a:gd name="T8" fmla="*/ 0 w 64"/>
                  <a:gd name="T9" fmla="*/ 0 h 23"/>
                  <a:gd name="T10" fmla="*/ 0 w 64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23">
                    <a:moveTo>
                      <a:pt x="64" y="20"/>
                    </a:moveTo>
                    <a:cubicBezTo>
                      <a:pt x="58" y="23"/>
                      <a:pt x="48" y="21"/>
                      <a:pt x="44" y="15"/>
                    </a:cubicBezTo>
                    <a:cubicBezTo>
                      <a:pt x="41" y="11"/>
                      <a:pt x="40" y="2"/>
                      <a:pt x="33" y="1"/>
                    </a:cubicBezTo>
                    <a:cubicBezTo>
                      <a:pt x="27" y="1"/>
                      <a:pt x="23" y="4"/>
                      <a:pt x="17" y="5"/>
                    </a:cubicBezTo>
                    <a:cubicBezTo>
                      <a:pt x="11" y="6"/>
                      <a:pt x="4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73" name="Freeform 1717">
                <a:extLst>
                  <a:ext uri="{FF2B5EF4-FFF2-40B4-BE49-F238E27FC236}">
                    <a16:creationId xmlns:a16="http://schemas.microsoft.com/office/drawing/2014/main" id="{48D2E15E-6673-4122-94E3-C06E15B37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131"/>
                <a:ext cx="90" cy="38"/>
              </a:xfrm>
              <a:custGeom>
                <a:avLst/>
                <a:gdLst>
                  <a:gd name="T0" fmla="*/ 563 w 36"/>
                  <a:gd name="T1" fmla="*/ 160 h 15"/>
                  <a:gd name="T2" fmla="*/ 270 w 36"/>
                  <a:gd name="T3" fmla="*/ 129 h 15"/>
                  <a:gd name="T4" fmla="*/ 145 w 36"/>
                  <a:gd name="T5" fmla="*/ 225 h 15"/>
                  <a:gd name="T6" fmla="*/ 0 w 36"/>
                  <a:gd name="T7" fmla="*/ 21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5">
                    <a:moveTo>
                      <a:pt x="36" y="10"/>
                    </a:moveTo>
                    <a:cubicBezTo>
                      <a:pt x="32" y="3"/>
                      <a:pt x="22" y="0"/>
                      <a:pt x="17" y="8"/>
                    </a:cubicBezTo>
                    <a:cubicBezTo>
                      <a:pt x="15" y="11"/>
                      <a:pt x="13" y="13"/>
                      <a:pt x="9" y="14"/>
                    </a:cubicBezTo>
                    <a:cubicBezTo>
                      <a:pt x="5" y="15"/>
                      <a:pt x="3" y="12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74" name="Freeform 1718">
                <a:extLst>
                  <a:ext uri="{FF2B5EF4-FFF2-40B4-BE49-F238E27FC236}">
                    <a16:creationId xmlns:a16="http://schemas.microsoft.com/office/drawing/2014/main" id="{E2ABF411-137E-40D3-A7DD-6BEB65589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124"/>
                <a:ext cx="120" cy="42"/>
              </a:xfrm>
              <a:custGeom>
                <a:avLst/>
                <a:gdLst>
                  <a:gd name="T0" fmla="*/ 750 w 48"/>
                  <a:gd name="T1" fmla="*/ 91 h 17"/>
                  <a:gd name="T2" fmla="*/ 438 w 48"/>
                  <a:gd name="T3" fmla="*/ 153 h 17"/>
                  <a:gd name="T4" fmla="*/ 188 w 48"/>
                  <a:gd name="T5" fmla="*/ 121 h 17"/>
                  <a:gd name="T6" fmla="*/ 0 w 48"/>
                  <a:gd name="T7" fmla="*/ 25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7">
                    <a:moveTo>
                      <a:pt x="48" y="6"/>
                    </a:moveTo>
                    <a:cubicBezTo>
                      <a:pt x="40" y="0"/>
                      <a:pt x="31" y="1"/>
                      <a:pt x="28" y="10"/>
                    </a:cubicBezTo>
                    <a:cubicBezTo>
                      <a:pt x="26" y="5"/>
                      <a:pt x="16" y="7"/>
                      <a:pt x="12" y="8"/>
                    </a:cubicBezTo>
                    <a:cubicBezTo>
                      <a:pt x="5" y="9"/>
                      <a:pt x="4" y="12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75" name="Freeform 1719">
                <a:extLst>
                  <a:ext uri="{FF2B5EF4-FFF2-40B4-BE49-F238E27FC236}">
                    <a16:creationId xmlns:a16="http://schemas.microsoft.com/office/drawing/2014/main" id="{C7DF8CFD-70D3-4698-AE73-906150EDE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156"/>
                <a:ext cx="68" cy="40"/>
              </a:xfrm>
              <a:custGeom>
                <a:avLst/>
                <a:gdLst>
                  <a:gd name="T0" fmla="*/ 431 w 27"/>
                  <a:gd name="T1" fmla="*/ 63 h 16"/>
                  <a:gd name="T2" fmla="*/ 126 w 27"/>
                  <a:gd name="T3" fmla="*/ 63 h 16"/>
                  <a:gd name="T4" fmla="*/ 0 w 27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6">
                    <a:moveTo>
                      <a:pt x="27" y="4"/>
                    </a:moveTo>
                    <a:cubicBezTo>
                      <a:pt x="27" y="0"/>
                      <a:pt x="11" y="2"/>
                      <a:pt x="8" y="4"/>
                    </a:cubicBezTo>
                    <a:cubicBezTo>
                      <a:pt x="3" y="7"/>
                      <a:pt x="3" y="12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76" name="Freeform 1720">
                <a:extLst>
                  <a:ext uri="{FF2B5EF4-FFF2-40B4-BE49-F238E27FC236}">
                    <a16:creationId xmlns:a16="http://schemas.microsoft.com/office/drawing/2014/main" id="{0243ED41-7161-4392-914B-B49FF97CA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174"/>
                <a:ext cx="231" cy="117"/>
              </a:xfrm>
              <a:custGeom>
                <a:avLst/>
                <a:gdLst>
                  <a:gd name="T0" fmla="*/ 1456 w 92"/>
                  <a:gd name="T1" fmla="*/ 0 h 47"/>
                  <a:gd name="T2" fmla="*/ 1361 w 92"/>
                  <a:gd name="T3" fmla="*/ 92 h 47"/>
                  <a:gd name="T4" fmla="*/ 1152 w 92"/>
                  <a:gd name="T5" fmla="*/ 217 h 47"/>
                  <a:gd name="T6" fmla="*/ 776 w 92"/>
                  <a:gd name="T7" fmla="*/ 321 h 47"/>
                  <a:gd name="T8" fmla="*/ 680 w 92"/>
                  <a:gd name="T9" fmla="*/ 416 h 47"/>
                  <a:gd name="T10" fmla="*/ 535 w 92"/>
                  <a:gd name="T11" fmla="*/ 383 h 47"/>
                  <a:gd name="T12" fmla="*/ 316 w 92"/>
                  <a:gd name="T13" fmla="*/ 528 h 47"/>
                  <a:gd name="T14" fmla="*/ 158 w 92"/>
                  <a:gd name="T15" fmla="*/ 632 h 47"/>
                  <a:gd name="T16" fmla="*/ 0 w 92"/>
                  <a:gd name="T17" fmla="*/ 724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47">
                    <a:moveTo>
                      <a:pt x="92" y="0"/>
                    </a:moveTo>
                    <a:cubicBezTo>
                      <a:pt x="90" y="1"/>
                      <a:pt x="88" y="4"/>
                      <a:pt x="86" y="6"/>
                    </a:cubicBezTo>
                    <a:cubicBezTo>
                      <a:pt x="82" y="10"/>
                      <a:pt x="77" y="13"/>
                      <a:pt x="73" y="14"/>
                    </a:cubicBezTo>
                    <a:cubicBezTo>
                      <a:pt x="65" y="17"/>
                      <a:pt x="55" y="15"/>
                      <a:pt x="49" y="21"/>
                    </a:cubicBezTo>
                    <a:cubicBezTo>
                      <a:pt x="47" y="23"/>
                      <a:pt x="46" y="26"/>
                      <a:pt x="43" y="27"/>
                    </a:cubicBezTo>
                    <a:cubicBezTo>
                      <a:pt x="39" y="28"/>
                      <a:pt x="37" y="26"/>
                      <a:pt x="34" y="25"/>
                    </a:cubicBezTo>
                    <a:cubicBezTo>
                      <a:pt x="26" y="21"/>
                      <a:pt x="22" y="26"/>
                      <a:pt x="20" y="34"/>
                    </a:cubicBezTo>
                    <a:cubicBezTo>
                      <a:pt x="18" y="40"/>
                      <a:pt x="16" y="41"/>
                      <a:pt x="10" y="41"/>
                    </a:cubicBezTo>
                    <a:cubicBezTo>
                      <a:pt x="7" y="41"/>
                      <a:pt x="2" y="44"/>
                      <a:pt x="0" y="47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77" name="Freeform 1721">
                <a:extLst>
                  <a:ext uri="{FF2B5EF4-FFF2-40B4-BE49-F238E27FC236}">
                    <a16:creationId xmlns:a16="http://schemas.microsoft.com/office/drawing/2014/main" id="{3327396B-F249-4808-AAB8-CBFAAA468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174"/>
                <a:ext cx="58" cy="40"/>
              </a:xfrm>
              <a:custGeom>
                <a:avLst/>
                <a:gdLst>
                  <a:gd name="T0" fmla="*/ 368 w 23"/>
                  <a:gd name="T1" fmla="*/ 20 h 16"/>
                  <a:gd name="T2" fmla="*/ 126 w 23"/>
                  <a:gd name="T3" fmla="*/ 63 h 16"/>
                  <a:gd name="T4" fmla="*/ 0 w 23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6">
                    <a:moveTo>
                      <a:pt x="23" y="1"/>
                    </a:moveTo>
                    <a:cubicBezTo>
                      <a:pt x="18" y="0"/>
                      <a:pt x="12" y="0"/>
                      <a:pt x="8" y="4"/>
                    </a:cubicBezTo>
                    <a:cubicBezTo>
                      <a:pt x="5" y="7"/>
                      <a:pt x="2" y="12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78" name="Freeform 1722">
                <a:extLst>
                  <a:ext uri="{FF2B5EF4-FFF2-40B4-BE49-F238E27FC236}">
                    <a16:creationId xmlns:a16="http://schemas.microsoft.com/office/drawing/2014/main" id="{6268F772-F726-4A1B-B883-0546C6ACF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191"/>
                <a:ext cx="45" cy="8"/>
              </a:xfrm>
              <a:custGeom>
                <a:avLst/>
                <a:gdLst>
                  <a:gd name="T0" fmla="*/ 283 w 18"/>
                  <a:gd name="T1" fmla="*/ 0 h 3"/>
                  <a:gd name="T2" fmla="*/ 0 w 18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18" y="0"/>
                    </a:moveTo>
                    <a:cubicBezTo>
                      <a:pt x="12" y="3"/>
                      <a:pt x="6" y="3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79" name="Freeform 1723">
                <a:extLst>
                  <a:ext uri="{FF2B5EF4-FFF2-40B4-BE49-F238E27FC236}">
                    <a16:creationId xmlns:a16="http://schemas.microsoft.com/office/drawing/2014/main" id="{4D9FDAA6-920F-4D57-AC6C-2EAAAC357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209"/>
                <a:ext cx="95" cy="62"/>
              </a:xfrm>
              <a:custGeom>
                <a:avLst/>
                <a:gdLst>
                  <a:gd name="T0" fmla="*/ 595 w 38"/>
                  <a:gd name="T1" fmla="*/ 42 h 25"/>
                  <a:gd name="T2" fmla="*/ 408 w 38"/>
                  <a:gd name="T3" fmla="*/ 12 h 25"/>
                  <a:gd name="T4" fmla="*/ 270 w 38"/>
                  <a:gd name="T5" fmla="*/ 136 h 25"/>
                  <a:gd name="T6" fmla="*/ 175 w 38"/>
                  <a:gd name="T7" fmla="*/ 278 h 25"/>
                  <a:gd name="T8" fmla="*/ 0 w 38"/>
                  <a:gd name="T9" fmla="*/ 38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5">
                    <a:moveTo>
                      <a:pt x="38" y="3"/>
                    </a:moveTo>
                    <a:cubicBezTo>
                      <a:pt x="35" y="1"/>
                      <a:pt x="30" y="0"/>
                      <a:pt x="26" y="1"/>
                    </a:cubicBezTo>
                    <a:cubicBezTo>
                      <a:pt x="21" y="2"/>
                      <a:pt x="19" y="4"/>
                      <a:pt x="17" y="9"/>
                    </a:cubicBezTo>
                    <a:cubicBezTo>
                      <a:pt x="16" y="12"/>
                      <a:pt x="14" y="16"/>
                      <a:pt x="11" y="18"/>
                    </a:cubicBezTo>
                    <a:cubicBezTo>
                      <a:pt x="8" y="20"/>
                      <a:pt x="2" y="23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80" name="Freeform 1724">
                <a:extLst>
                  <a:ext uri="{FF2B5EF4-FFF2-40B4-BE49-F238E27FC236}">
                    <a16:creationId xmlns:a16="http://schemas.microsoft.com/office/drawing/2014/main" id="{B2E88EE4-A36A-441F-9859-A056E15F5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241"/>
                <a:ext cx="40" cy="38"/>
              </a:xfrm>
              <a:custGeom>
                <a:avLst/>
                <a:gdLst>
                  <a:gd name="T0" fmla="*/ 0 w 16"/>
                  <a:gd name="T1" fmla="*/ 243 h 15"/>
                  <a:gd name="T2" fmla="*/ 95 w 16"/>
                  <a:gd name="T3" fmla="*/ 84 h 15"/>
                  <a:gd name="T4" fmla="*/ 250 w 16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0" y="15"/>
                    </a:moveTo>
                    <a:cubicBezTo>
                      <a:pt x="1" y="11"/>
                      <a:pt x="3" y="8"/>
                      <a:pt x="6" y="5"/>
                    </a:cubicBezTo>
                    <a:cubicBezTo>
                      <a:pt x="9" y="1"/>
                      <a:pt x="13" y="2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81" name="Freeform 1725">
                <a:extLst>
                  <a:ext uri="{FF2B5EF4-FFF2-40B4-BE49-F238E27FC236}">
                    <a16:creationId xmlns:a16="http://schemas.microsoft.com/office/drawing/2014/main" id="{F9EE3C8E-9FFB-4A48-A19C-03C48ACD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236"/>
                <a:ext cx="5" cy="15"/>
              </a:xfrm>
              <a:custGeom>
                <a:avLst/>
                <a:gdLst>
                  <a:gd name="T0" fmla="*/ 0 w 2"/>
                  <a:gd name="T1" fmla="*/ 95 h 6"/>
                  <a:gd name="T2" fmla="*/ 33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82" name="Freeform 1726">
                <a:extLst>
                  <a:ext uri="{FF2B5EF4-FFF2-40B4-BE49-F238E27FC236}">
                    <a16:creationId xmlns:a16="http://schemas.microsoft.com/office/drawing/2014/main" id="{62E736DA-4E36-4B9B-8683-DDF1D1927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199"/>
                <a:ext cx="60" cy="30"/>
              </a:xfrm>
              <a:custGeom>
                <a:avLst/>
                <a:gdLst>
                  <a:gd name="T0" fmla="*/ 375 w 24"/>
                  <a:gd name="T1" fmla="*/ 0 h 12"/>
                  <a:gd name="T2" fmla="*/ 208 w 24"/>
                  <a:gd name="T3" fmla="*/ 175 h 12"/>
                  <a:gd name="T4" fmla="*/ 0 w 24"/>
                  <a:gd name="T5" fmla="*/ 18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2">
                    <a:moveTo>
                      <a:pt x="24" y="0"/>
                    </a:moveTo>
                    <a:cubicBezTo>
                      <a:pt x="20" y="4"/>
                      <a:pt x="18" y="9"/>
                      <a:pt x="13" y="11"/>
                    </a:cubicBezTo>
                    <a:cubicBezTo>
                      <a:pt x="9" y="12"/>
                      <a:pt x="3" y="11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83" name="Freeform 1727">
                <a:extLst>
                  <a:ext uri="{FF2B5EF4-FFF2-40B4-BE49-F238E27FC236}">
                    <a16:creationId xmlns:a16="http://schemas.microsoft.com/office/drawing/2014/main" id="{11450B14-745F-400B-AEAD-BE12A8E7F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166"/>
                <a:ext cx="228" cy="208"/>
              </a:xfrm>
              <a:custGeom>
                <a:avLst/>
                <a:gdLst>
                  <a:gd name="T0" fmla="*/ 1431 w 91"/>
                  <a:gd name="T1" fmla="*/ 0 h 83"/>
                  <a:gd name="T2" fmla="*/ 1163 w 91"/>
                  <a:gd name="T3" fmla="*/ 50 h 83"/>
                  <a:gd name="T4" fmla="*/ 909 w 91"/>
                  <a:gd name="T5" fmla="*/ 251 h 83"/>
                  <a:gd name="T6" fmla="*/ 784 w 91"/>
                  <a:gd name="T7" fmla="*/ 221 h 83"/>
                  <a:gd name="T8" fmla="*/ 659 w 91"/>
                  <a:gd name="T9" fmla="*/ 271 h 83"/>
                  <a:gd name="T10" fmla="*/ 521 w 91"/>
                  <a:gd name="T11" fmla="*/ 439 h 83"/>
                  <a:gd name="T12" fmla="*/ 333 w 91"/>
                  <a:gd name="T13" fmla="*/ 566 h 83"/>
                  <a:gd name="T14" fmla="*/ 220 w 91"/>
                  <a:gd name="T15" fmla="*/ 659 h 83"/>
                  <a:gd name="T16" fmla="*/ 175 w 91"/>
                  <a:gd name="T17" fmla="*/ 784 h 83"/>
                  <a:gd name="T18" fmla="*/ 145 w 91"/>
                  <a:gd name="T19" fmla="*/ 910 h 83"/>
                  <a:gd name="T20" fmla="*/ 83 w 91"/>
                  <a:gd name="T21" fmla="*/ 992 h 83"/>
                  <a:gd name="T22" fmla="*/ 33 w 91"/>
                  <a:gd name="T23" fmla="*/ 1225 h 83"/>
                  <a:gd name="T24" fmla="*/ 63 w 91"/>
                  <a:gd name="T25" fmla="*/ 1306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1" h="83">
                    <a:moveTo>
                      <a:pt x="91" y="0"/>
                    </a:moveTo>
                    <a:cubicBezTo>
                      <a:pt x="87" y="4"/>
                      <a:pt x="79" y="0"/>
                      <a:pt x="74" y="3"/>
                    </a:cubicBezTo>
                    <a:cubicBezTo>
                      <a:pt x="68" y="6"/>
                      <a:pt x="64" y="15"/>
                      <a:pt x="58" y="16"/>
                    </a:cubicBezTo>
                    <a:cubicBezTo>
                      <a:pt x="55" y="16"/>
                      <a:pt x="53" y="14"/>
                      <a:pt x="50" y="14"/>
                    </a:cubicBezTo>
                    <a:cubicBezTo>
                      <a:pt x="47" y="14"/>
                      <a:pt x="45" y="15"/>
                      <a:pt x="42" y="17"/>
                    </a:cubicBezTo>
                    <a:cubicBezTo>
                      <a:pt x="37" y="20"/>
                      <a:pt x="36" y="24"/>
                      <a:pt x="33" y="28"/>
                    </a:cubicBezTo>
                    <a:cubicBezTo>
                      <a:pt x="30" y="32"/>
                      <a:pt x="25" y="33"/>
                      <a:pt x="21" y="36"/>
                    </a:cubicBezTo>
                    <a:cubicBezTo>
                      <a:pt x="19" y="37"/>
                      <a:pt x="15" y="40"/>
                      <a:pt x="14" y="42"/>
                    </a:cubicBezTo>
                    <a:cubicBezTo>
                      <a:pt x="12" y="44"/>
                      <a:pt x="12" y="47"/>
                      <a:pt x="11" y="50"/>
                    </a:cubicBezTo>
                    <a:cubicBezTo>
                      <a:pt x="10" y="52"/>
                      <a:pt x="10" y="55"/>
                      <a:pt x="9" y="58"/>
                    </a:cubicBezTo>
                    <a:cubicBezTo>
                      <a:pt x="8" y="60"/>
                      <a:pt x="6" y="61"/>
                      <a:pt x="5" y="63"/>
                    </a:cubicBezTo>
                    <a:cubicBezTo>
                      <a:pt x="2" y="68"/>
                      <a:pt x="0" y="73"/>
                      <a:pt x="2" y="78"/>
                    </a:cubicBezTo>
                    <a:cubicBezTo>
                      <a:pt x="2" y="80"/>
                      <a:pt x="3" y="82"/>
                      <a:pt x="4" y="83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84" name="Freeform 1728">
                <a:extLst>
                  <a:ext uri="{FF2B5EF4-FFF2-40B4-BE49-F238E27FC236}">
                    <a16:creationId xmlns:a16="http://schemas.microsoft.com/office/drawing/2014/main" id="{80EA053E-F83C-4783-BCC6-119E8EE41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316"/>
                <a:ext cx="5" cy="38"/>
              </a:xfrm>
              <a:custGeom>
                <a:avLst/>
                <a:gdLst>
                  <a:gd name="T0" fmla="*/ 0 w 2"/>
                  <a:gd name="T1" fmla="*/ 243 h 15"/>
                  <a:gd name="T2" fmla="*/ 0 w 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15"/>
                    </a:moveTo>
                    <a:cubicBezTo>
                      <a:pt x="2" y="12"/>
                      <a:pt x="2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85" name="Freeform 1729">
                <a:extLst>
                  <a:ext uri="{FF2B5EF4-FFF2-40B4-BE49-F238E27FC236}">
                    <a16:creationId xmlns:a16="http://schemas.microsoft.com/office/drawing/2014/main" id="{199EB870-CBD7-45BB-91FE-0DD5AA3F9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254"/>
                <a:ext cx="35" cy="45"/>
              </a:xfrm>
              <a:custGeom>
                <a:avLst/>
                <a:gdLst>
                  <a:gd name="T0" fmla="*/ 0 w 14"/>
                  <a:gd name="T1" fmla="*/ 270 h 18"/>
                  <a:gd name="T2" fmla="*/ 175 w 14"/>
                  <a:gd name="T3" fmla="*/ 175 h 18"/>
                  <a:gd name="T4" fmla="*/ 220 w 1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0" y="17"/>
                    </a:moveTo>
                    <a:cubicBezTo>
                      <a:pt x="3" y="18"/>
                      <a:pt x="9" y="13"/>
                      <a:pt x="11" y="11"/>
                    </a:cubicBezTo>
                    <a:cubicBezTo>
                      <a:pt x="13" y="7"/>
                      <a:pt x="12" y="3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86" name="Freeform 1730">
                <a:extLst>
                  <a:ext uri="{FF2B5EF4-FFF2-40B4-BE49-F238E27FC236}">
                    <a16:creationId xmlns:a16="http://schemas.microsoft.com/office/drawing/2014/main" id="{31D9D93F-3EFC-4929-9761-936E2C221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294"/>
                <a:ext cx="17" cy="40"/>
              </a:xfrm>
              <a:custGeom>
                <a:avLst/>
                <a:gdLst>
                  <a:gd name="T0" fmla="*/ 70 w 7"/>
                  <a:gd name="T1" fmla="*/ 250 h 16"/>
                  <a:gd name="T2" fmla="*/ 12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5" y="16"/>
                    </a:moveTo>
                    <a:cubicBezTo>
                      <a:pt x="7" y="9"/>
                      <a:pt x="0" y="6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87" name="Freeform 1731">
                <a:extLst>
                  <a:ext uri="{FF2B5EF4-FFF2-40B4-BE49-F238E27FC236}">
                    <a16:creationId xmlns:a16="http://schemas.microsoft.com/office/drawing/2014/main" id="{50CCB98D-2F8A-4D9E-ADEE-5787E3E09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269"/>
                <a:ext cx="2" cy="15"/>
              </a:xfrm>
              <a:custGeom>
                <a:avLst/>
                <a:gdLst>
                  <a:gd name="T0" fmla="*/ 8 w 1"/>
                  <a:gd name="T1" fmla="*/ 95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88" name="Freeform 1732">
                <a:extLst>
                  <a:ext uri="{FF2B5EF4-FFF2-40B4-BE49-F238E27FC236}">
                    <a16:creationId xmlns:a16="http://schemas.microsoft.com/office/drawing/2014/main" id="{3C3AE6FF-1856-40CF-8E18-87EA869BC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206"/>
                <a:ext cx="52" cy="25"/>
              </a:xfrm>
              <a:custGeom>
                <a:avLst/>
                <a:gdLst>
                  <a:gd name="T0" fmla="*/ 319 w 21"/>
                  <a:gd name="T1" fmla="*/ 0 h 10"/>
                  <a:gd name="T2" fmla="*/ 183 w 21"/>
                  <a:gd name="T3" fmla="*/ 125 h 10"/>
                  <a:gd name="T4" fmla="*/ 0 w 21"/>
                  <a:gd name="T5" fmla="*/ 1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0">
                    <a:moveTo>
                      <a:pt x="21" y="0"/>
                    </a:moveTo>
                    <a:cubicBezTo>
                      <a:pt x="18" y="3"/>
                      <a:pt x="17" y="6"/>
                      <a:pt x="12" y="8"/>
                    </a:cubicBezTo>
                    <a:cubicBezTo>
                      <a:pt x="9" y="10"/>
                      <a:pt x="4" y="10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89" name="Freeform 1733">
                <a:extLst>
                  <a:ext uri="{FF2B5EF4-FFF2-40B4-BE49-F238E27FC236}">
                    <a16:creationId xmlns:a16="http://schemas.microsoft.com/office/drawing/2014/main" id="{5D1E6125-2D91-4CBF-A3D6-665830E74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231"/>
                <a:ext cx="12" cy="30"/>
              </a:xfrm>
              <a:custGeom>
                <a:avLst/>
                <a:gdLst>
                  <a:gd name="T0" fmla="*/ 0 w 5"/>
                  <a:gd name="T1" fmla="*/ 188 h 12"/>
                  <a:gd name="T2" fmla="*/ 70 w 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12"/>
                    </a:moveTo>
                    <a:cubicBezTo>
                      <a:pt x="3" y="8"/>
                      <a:pt x="4" y="5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90" name="Freeform 1734">
                <a:extLst>
                  <a:ext uri="{FF2B5EF4-FFF2-40B4-BE49-F238E27FC236}">
                    <a16:creationId xmlns:a16="http://schemas.microsoft.com/office/drawing/2014/main" id="{1E89EF40-8484-4FBA-86DC-017D7CE7E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214"/>
                <a:ext cx="28" cy="5"/>
              </a:xfrm>
              <a:custGeom>
                <a:avLst/>
                <a:gdLst>
                  <a:gd name="T0" fmla="*/ 181 w 11"/>
                  <a:gd name="T1" fmla="*/ 0 h 2"/>
                  <a:gd name="T2" fmla="*/ 0 w 1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11" y="0"/>
                    </a:moveTo>
                    <a:cubicBezTo>
                      <a:pt x="8" y="1"/>
                      <a:pt x="4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91" name="Freeform 1735">
                <a:extLst>
                  <a:ext uri="{FF2B5EF4-FFF2-40B4-BE49-F238E27FC236}">
                    <a16:creationId xmlns:a16="http://schemas.microsoft.com/office/drawing/2014/main" id="{BAB054DB-6FF8-4162-93DC-362069CE0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166"/>
                <a:ext cx="42" cy="35"/>
              </a:xfrm>
              <a:custGeom>
                <a:avLst/>
                <a:gdLst>
                  <a:gd name="T0" fmla="*/ 257 w 17"/>
                  <a:gd name="T1" fmla="*/ 63 h 14"/>
                  <a:gd name="T2" fmla="*/ 0 w 17"/>
                  <a:gd name="T3" fmla="*/ 2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4">
                    <a:moveTo>
                      <a:pt x="17" y="4"/>
                    </a:moveTo>
                    <a:cubicBezTo>
                      <a:pt x="10" y="0"/>
                      <a:pt x="4" y="11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92" name="Freeform 1736">
                <a:extLst>
                  <a:ext uri="{FF2B5EF4-FFF2-40B4-BE49-F238E27FC236}">
                    <a16:creationId xmlns:a16="http://schemas.microsoft.com/office/drawing/2014/main" id="{293E5178-AC71-486E-BC18-472B6FC01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241"/>
                <a:ext cx="47" cy="30"/>
              </a:xfrm>
              <a:custGeom>
                <a:avLst/>
                <a:gdLst>
                  <a:gd name="T0" fmla="*/ 287 w 19"/>
                  <a:gd name="T1" fmla="*/ 0 h 12"/>
                  <a:gd name="T2" fmla="*/ 183 w 19"/>
                  <a:gd name="T3" fmla="*/ 145 h 12"/>
                  <a:gd name="T4" fmla="*/ 0 w 19"/>
                  <a:gd name="T5" fmla="*/ 17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19" y="0"/>
                    </a:moveTo>
                    <a:cubicBezTo>
                      <a:pt x="18" y="4"/>
                      <a:pt x="15" y="7"/>
                      <a:pt x="12" y="9"/>
                    </a:cubicBezTo>
                    <a:cubicBezTo>
                      <a:pt x="7" y="12"/>
                      <a:pt x="4" y="11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93" name="Freeform 1737">
                <a:extLst>
                  <a:ext uri="{FF2B5EF4-FFF2-40B4-BE49-F238E27FC236}">
                    <a16:creationId xmlns:a16="http://schemas.microsoft.com/office/drawing/2014/main" id="{2113D8B3-A58E-45E9-AAA6-840521782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271"/>
                <a:ext cx="75" cy="128"/>
              </a:xfrm>
              <a:custGeom>
                <a:avLst/>
                <a:gdLst>
                  <a:gd name="T0" fmla="*/ 458 w 30"/>
                  <a:gd name="T1" fmla="*/ 0 h 51"/>
                  <a:gd name="T2" fmla="*/ 175 w 30"/>
                  <a:gd name="T3" fmla="*/ 238 h 51"/>
                  <a:gd name="T4" fmla="*/ 158 w 30"/>
                  <a:gd name="T5" fmla="*/ 397 h 51"/>
                  <a:gd name="T6" fmla="*/ 63 w 30"/>
                  <a:gd name="T7" fmla="*/ 522 h 51"/>
                  <a:gd name="T8" fmla="*/ 33 w 30"/>
                  <a:gd name="T9" fmla="*/ 80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1">
                    <a:moveTo>
                      <a:pt x="29" y="0"/>
                    </a:moveTo>
                    <a:cubicBezTo>
                      <a:pt x="30" y="9"/>
                      <a:pt x="18" y="14"/>
                      <a:pt x="11" y="15"/>
                    </a:cubicBezTo>
                    <a:cubicBezTo>
                      <a:pt x="11" y="19"/>
                      <a:pt x="12" y="21"/>
                      <a:pt x="10" y="25"/>
                    </a:cubicBezTo>
                    <a:cubicBezTo>
                      <a:pt x="8" y="28"/>
                      <a:pt x="5" y="30"/>
                      <a:pt x="4" y="33"/>
                    </a:cubicBezTo>
                    <a:cubicBezTo>
                      <a:pt x="0" y="39"/>
                      <a:pt x="2" y="44"/>
                      <a:pt x="2" y="51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94" name="Freeform 1738">
                <a:extLst>
                  <a:ext uri="{FF2B5EF4-FFF2-40B4-BE49-F238E27FC236}">
                    <a16:creationId xmlns:a16="http://schemas.microsoft.com/office/drawing/2014/main" id="{5131E02F-31F4-463F-AA94-3DDCA86A5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334"/>
                <a:ext cx="30" cy="60"/>
              </a:xfrm>
              <a:custGeom>
                <a:avLst/>
                <a:gdLst>
                  <a:gd name="T0" fmla="*/ 0 w 12"/>
                  <a:gd name="T1" fmla="*/ 375 h 24"/>
                  <a:gd name="T2" fmla="*/ 145 w 12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4">
                    <a:moveTo>
                      <a:pt x="0" y="24"/>
                    </a:moveTo>
                    <a:cubicBezTo>
                      <a:pt x="5" y="17"/>
                      <a:pt x="12" y="9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95" name="Freeform 1739">
                <a:extLst>
                  <a:ext uri="{FF2B5EF4-FFF2-40B4-BE49-F238E27FC236}">
                    <a16:creationId xmlns:a16="http://schemas.microsoft.com/office/drawing/2014/main" id="{613E5B68-8A0A-4DE9-9922-66535102B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299"/>
                <a:ext cx="25" cy="42"/>
              </a:xfrm>
              <a:custGeom>
                <a:avLst/>
                <a:gdLst>
                  <a:gd name="T0" fmla="*/ 0 w 10"/>
                  <a:gd name="T1" fmla="*/ 257 h 17"/>
                  <a:gd name="T2" fmla="*/ 158 w 1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0" y="17"/>
                    </a:moveTo>
                    <a:cubicBezTo>
                      <a:pt x="6" y="15"/>
                      <a:pt x="9" y="5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96" name="Freeform 1740">
                <a:extLst>
                  <a:ext uri="{FF2B5EF4-FFF2-40B4-BE49-F238E27FC236}">
                    <a16:creationId xmlns:a16="http://schemas.microsoft.com/office/drawing/2014/main" id="{64B0217B-9F3A-4CF6-A57F-7BD0BCBFD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372"/>
                <a:ext cx="25" cy="15"/>
              </a:xfrm>
              <a:custGeom>
                <a:avLst/>
                <a:gdLst>
                  <a:gd name="T0" fmla="*/ 0 w 10"/>
                  <a:gd name="T1" fmla="*/ 95 h 6"/>
                  <a:gd name="T2" fmla="*/ 158 w 1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3" y="3"/>
                      <a:pt x="5" y="0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97" name="Freeform 1741">
                <a:extLst>
                  <a:ext uri="{FF2B5EF4-FFF2-40B4-BE49-F238E27FC236}">
                    <a16:creationId xmlns:a16="http://schemas.microsoft.com/office/drawing/2014/main" id="{C4B3DAD9-713D-4715-B1C2-5AF4C9687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379"/>
                <a:ext cx="5" cy="20"/>
              </a:xfrm>
              <a:custGeom>
                <a:avLst/>
                <a:gdLst>
                  <a:gd name="T0" fmla="*/ 0 w 2"/>
                  <a:gd name="T1" fmla="*/ 0 h 8"/>
                  <a:gd name="T2" fmla="*/ 33 w 2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1" y="2"/>
                      <a:pt x="2" y="5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98" name="Freeform 1742">
                <a:extLst>
                  <a:ext uri="{FF2B5EF4-FFF2-40B4-BE49-F238E27FC236}">
                    <a16:creationId xmlns:a16="http://schemas.microsoft.com/office/drawing/2014/main" id="{608586B4-E7C9-4181-8C2A-5CFFE72EB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141"/>
                <a:ext cx="50" cy="15"/>
              </a:xfrm>
              <a:custGeom>
                <a:avLst/>
                <a:gdLst>
                  <a:gd name="T0" fmla="*/ 313 w 20"/>
                  <a:gd name="T1" fmla="*/ 95 h 6"/>
                  <a:gd name="T2" fmla="*/ 158 w 20"/>
                  <a:gd name="T3" fmla="*/ 20 h 6"/>
                  <a:gd name="T4" fmla="*/ 0 w 20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">
                    <a:moveTo>
                      <a:pt x="20" y="6"/>
                    </a:moveTo>
                    <a:cubicBezTo>
                      <a:pt x="18" y="3"/>
                      <a:pt x="13" y="2"/>
                      <a:pt x="10" y="1"/>
                    </a:cubicBezTo>
                    <a:cubicBezTo>
                      <a:pt x="7" y="0"/>
                      <a:pt x="3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99" name="Freeform 1743">
                <a:extLst>
                  <a:ext uri="{FF2B5EF4-FFF2-40B4-BE49-F238E27FC236}">
                    <a16:creationId xmlns:a16="http://schemas.microsoft.com/office/drawing/2014/main" id="{32CD28F6-4F74-4319-AC6B-82C78F3F6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131"/>
                <a:ext cx="40" cy="10"/>
              </a:xfrm>
              <a:custGeom>
                <a:avLst/>
                <a:gdLst>
                  <a:gd name="T0" fmla="*/ 250 w 16"/>
                  <a:gd name="T1" fmla="*/ 63 h 4"/>
                  <a:gd name="T2" fmla="*/ 0 w 16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16" y="4"/>
                    </a:moveTo>
                    <a:cubicBezTo>
                      <a:pt x="11" y="0"/>
                      <a:pt x="5" y="1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00" name="Freeform 1744">
                <a:extLst>
                  <a:ext uri="{FF2B5EF4-FFF2-40B4-BE49-F238E27FC236}">
                    <a16:creationId xmlns:a16="http://schemas.microsoft.com/office/drawing/2014/main" id="{3ADAD681-5803-4CD1-A7BB-AB2D45D9A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129"/>
                <a:ext cx="37" cy="12"/>
              </a:xfrm>
              <a:custGeom>
                <a:avLst/>
                <a:gdLst>
                  <a:gd name="T0" fmla="*/ 224 w 15"/>
                  <a:gd name="T1" fmla="*/ 12 h 5"/>
                  <a:gd name="T2" fmla="*/ 0 w 15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">
                    <a:moveTo>
                      <a:pt x="15" y="1"/>
                    </a:moveTo>
                    <a:cubicBezTo>
                      <a:pt x="10" y="0"/>
                      <a:pt x="4" y="2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01" name="Freeform 1745">
                <a:extLst>
                  <a:ext uri="{FF2B5EF4-FFF2-40B4-BE49-F238E27FC236}">
                    <a16:creationId xmlns:a16="http://schemas.microsoft.com/office/drawing/2014/main" id="{7D943DB1-27B7-4B7C-88B9-16C1C5516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1136"/>
                <a:ext cx="58" cy="25"/>
              </a:xfrm>
              <a:custGeom>
                <a:avLst/>
                <a:gdLst>
                  <a:gd name="T0" fmla="*/ 368 w 23"/>
                  <a:gd name="T1" fmla="*/ 50 h 10"/>
                  <a:gd name="T2" fmla="*/ 0 w 23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23" y="3"/>
                    </a:moveTo>
                    <a:cubicBezTo>
                      <a:pt x="14" y="0"/>
                      <a:pt x="7" y="4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02" name="Freeform 1746">
                <a:extLst>
                  <a:ext uri="{FF2B5EF4-FFF2-40B4-BE49-F238E27FC236}">
                    <a16:creationId xmlns:a16="http://schemas.microsoft.com/office/drawing/2014/main" id="{083F8D34-4C6C-494C-82DB-30B600167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1146"/>
                <a:ext cx="58" cy="25"/>
              </a:xfrm>
              <a:custGeom>
                <a:avLst/>
                <a:gdLst>
                  <a:gd name="T0" fmla="*/ 368 w 23"/>
                  <a:gd name="T1" fmla="*/ 50 h 10"/>
                  <a:gd name="T2" fmla="*/ 0 w 23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23" y="3"/>
                    </a:moveTo>
                    <a:cubicBezTo>
                      <a:pt x="16" y="0"/>
                      <a:pt x="4" y="4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03" name="Freeform 1747">
                <a:extLst>
                  <a:ext uri="{FF2B5EF4-FFF2-40B4-BE49-F238E27FC236}">
                    <a16:creationId xmlns:a16="http://schemas.microsoft.com/office/drawing/2014/main" id="{BED9C47B-EA4D-40C0-92A0-E418680AE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164"/>
                <a:ext cx="225" cy="37"/>
              </a:xfrm>
              <a:custGeom>
                <a:avLst/>
                <a:gdLst>
                  <a:gd name="T0" fmla="*/ 1408 w 90"/>
                  <a:gd name="T1" fmla="*/ 212 h 15"/>
                  <a:gd name="T2" fmla="*/ 1238 w 90"/>
                  <a:gd name="T3" fmla="*/ 195 h 15"/>
                  <a:gd name="T4" fmla="*/ 1145 w 90"/>
                  <a:gd name="T5" fmla="*/ 74 h 15"/>
                  <a:gd name="T6" fmla="*/ 875 w 90"/>
                  <a:gd name="T7" fmla="*/ 121 h 15"/>
                  <a:gd name="T8" fmla="*/ 833 w 90"/>
                  <a:gd name="T9" fmla="*/ 30 h 15"/>
                  <a:gd name="T10" fmla="*/ 708 w 90"/>
                  <a:gd name="T11" fmla="*/ 42 h 15"/>
                  <a:gd name="T12" fmla="*/ 470 w 90"/>
                  <a:gd name="T13" fmla="*/ 104 h 15"/>
                  <a:gd name="T14" fmla="*/ 188 w 90"/>
                  <a:gd name="T15" fmla="*/ 165 h 15"/>
                  <a:gd name="T16" fmla="*/ 63 w 90"/>
                  <a:gd name="T17" fmla="*/ 153 h 15"/>
                  <a:gd name="T18" fmla="*/ 0 w 90"/>
                  <a:gd name="T19" fmla="*/ 12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5">
                    <a:moveTo>
                      <a:pt x="90" y="14"/>
                    </a:moveTo>
                    <a:cubicBezTo>
                      <a:pt x="86" y="13"/>
                      <a:pt x="82" y="15"/>
                      <a:pt x="79" y="13"/>
                    </a:cubicBezTo>
                    <a:cubicBezTo>
                      <a:pt x="76" y="12"/>
                      <a:pt x="75" y="8"/>
                      <a:pt x="73" y="5"/>
                    </a:cubicBezTo>
                    <a:cubicBezTo>
                      <a:pt x="69" y="8"/>
                      <a:pt x="60" y="11"/>
                      <a:pt x="56" y="8"/>
                    </a:cubicBezTo>
                    <a:cubicBezTo>
                      <a:pt x="55" y="6"/>
                      <a:pt x="55" y="3"/>
                      <a:pt x="53" y="2"/>
                    </a:cubicBezTo>
                    <a:cubicBezTo>
                      <a:pt x="50" y="0"/>
                      <a:pt x="47" y="2"/>
                      <a:pt x="45" y="3"/>
                    </a:cubicBezTo>
                    <a:cubicBezTo>
                      <a:pt x="39" y="6"/>
                      <a:pt x="36" y="9"/>
                      <a:pt x="30" y="7"/>
                    </a:cubicBezTo>
                    <a:cubicBezTo>
                      <a:pt x="24" y="5"/>
                      <a:pt x="18" y="11"/>
                      <a:pt x="12" y="11"/>
                    </a:cubicBezTo>
                    <a:cubicBezTo>
                      <a:pt x="9" y="12"/>
                      <a:pt x="7" y="11"/>
                      <a:pt x="4" y="10"/>
                    </a:cubicBezTo>
                    <a:cubicBezTo>
                      <a:pt x="3" y="10"/>
                      <a:pt x="1" y="8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04" name="Freeform 1748">
                <a:extLst>
                  <a:ext uri="{FF2B5EF4-FFF2-40B4-BE49-F238E27FC236}">
                    <a16:creationId xmlns:a16="http://schemas.microsoft.com/office/drawing/2014/main" id="{F75A6647-4E41-426F-8687-EC25C6501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171"/>
                <a:ext cx="70" cy="13"/>
              </a:xfrm>
              <a:custGeom>
                <a:avLst/>
                <a:gdLst>
                  <a:gd name="T0" fmla="*/ 438 w 28"/>
                  <a:gd name="T1" fmla="*/ 68 h 5"/>
                  <a:gd name="T2" fmla="*/ 208 w 28"/>
                  <a:gd name="T3" fmla="*/ 0 h 5"/>
                  <a:gd name="T4" fmla="*/ 0 w 28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">
                    <a:moveTo>
                      <a:pt x="28" y="4"/>
                    </a:moveTo>
                    <a:cubicBezTo>
                      <a:pt x="28" y="0"/>
                      <a:pt x="17" y="0"/>
                      <a:pt x="13" y="0"/>
                    </a:cubicBezTo>
                    <a:cubicBezTo>
                      <a:pt x="8" y="1"/>
                      <a:pt x="5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05" name="Freeform 1749">
                <a:extLst>
                  <a:ext uri="{FF2B5EF4-FFF2-40B4-BE49-F238E27FC236}">
                    <a16:creationId xmlns:a16="http://schemas.microsoft.com/office/drawing/2014/main" id="{650A2F6A-3A1B-4C6B-9831-71DB88FED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161"/>
                <a:ext cx="53" cy="18"/>
              </a:xfrm>
              <a:custGeom>
                <a:avLst/>
                <a:gdLst>
                  <a:gd name="T0" fmla="*/ 338 w 21"/>
                  <a:gd name="T1" fmla="*/ 54 h 7"/>
                  <a:gd name="T2" fmla="*/ 146 w 21"/>
                  <a:gd name="T3" fmla="*/ 21 h 7"/>
                  <a:gd name="T4" fmla="*/ 0 w 21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">
                    <a:moveTo>
                      <a:pt x="21" y="3"/>
                    </a:moveTo>
                    <a:cubicBezTo>
                      <a:pt x="20" y="0"/>
                      <a:pt x="12" y="0"/>
                      <a:pt x="9" y="1"/>
                    </a:cubicBezTo>
                    <a:cubicBezTo>
                      <a:pt x="5" y="1"/>
                      <a:pt x="3" y="4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06" name="Freeform 1750">
                <a:extLst>
                  <a:ext uri="{FF2B5EF4-FFF2-40B4-BE49-F238E27FC236}">
                    <a16:creationId xmlns:a16="http://schemas.microsoft.com/office/drawing/2014/main" id="{3EF7F6D7-8E85-4974-9F0C-924544AA4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186"/>
                <a:ext cx="50" cy="15"/>
              </a:xfrm>
              <a:custGeom>
                <a:avLst/>
                <a:gdLst>
                  <a:gd name="T0" fmla="*/ 313 w 20"/>
                  <a:gd name="T1" fmla="*/ 0 h 6"/>
                  <a:gd name="T2" fmla="*/ 0 w 20"/>
                  <a:gd name="T3" fmla="*/ 5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">
                    <a:moveTo>
                      <a:pt x="20" y="0"/>
                    </a:moveTo>
                    <a:cubicBezTo>
                      <a:pt x="17" y="6"/>
                      <a:pt x="4" y="5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07" name="Freeform 1751">
                <a:extLst>
                  <a:ext uri="{FF2B5EF4-FFF2-40B4-BE49-F238E27FC236}">
                    <a16:creationId xmlns:a16="http://schemas.microsoft.com/office/drawing/2014/main" id="{53D5D09F-4861-4EE0-927E-E6534B05B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191"/>
                <a:ext cx="70" cy="20"/>
              </a:xfrm>
              <a:custGeom>
                <a:avLst/>
                <a:gdLst>
                  <a:gd name="T0" fmla="*/ 438 w 28"/>
                  <a:gd name="T1" fmla="*/ 0 h 8"/>
                  <a:gd name="T2" fmla="*/ 0 w 28"/>
                  <a:gd name="T3" fmla="*/ 9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">
                    <a:moveTo>
                      <a:pt x="28" y="0"/>
                    </a:moveTo>
                    <a:cubicBezTo>
                      <a:pt x="23" y="7"/>
                      <a:pt x="8" y="8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08" name="Freeform 1752">
                <a:extLst>
                  <a:ext uri="{FF2B5EF4-FFF2-40B4-BE49-F238E27FC236}">
                    <a16:creationId xmlns:a16="http://schemas.microsoft.com/office/drawing/2014/main" id="{AAE2AECF-5A80-44F5-8E25-4F8E905E5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214"/>
                <a:ext cx="50" cy="22"/>
              </a:xfrm>
              <a:custGeom>
                <a:avLst/>
                <a:gdLst>
                  <a:gd name="T0" fmla="*/ 313 w 20"/>
                  <a:gd name="T1" fmla="*/ 0 h 9"/>
                  <a:gd name="T2" fmla="*/ 0 w 20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20" y="0"/>
                    </a:moveTo>
                    <a:cubicBezTo>
                      <a:pt x="18" y="6"/>
                      <a:pt x="6" y="9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09" name="Freeform 1753">
                <a:extLst>
                  <a:ext uri="{FF2B5EF4-FFF2-40B4-BE49-F238E27FC236}">
                    <a16:creationId xmlns:a16="http://schemas.microsoft.com/office/drawing/2014/main" id="{E88303A5-8D74-455A-9707-5FA9F0FA1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199"/>
                <a:ext cx="15" cy="32"/>
              </a:xfrm>
              <a:custGeom>
                <a:avLst/>
                <a:gdLst>
                  <a:gd name="T0" fmla="*/ 95 w 6"/>
                  <a:gd name="T1" fmla="*/ 194 h 13"/>
                  <a:gd name="T2" fmla="*/ 50 w 6"/>
                  <a:gd name="T3" fmla="*/ 91 h 13"/>
                  <a:gd name="T4" fmla="*/ 0 w 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6" y="13"/>
                    </a:moveTo>
                    <a:cubicBezTo>
                      <a:pt x="4" y="11"/>
                      <a:pt x="3" y="8"/>
                      <a:pt x="3" y="6"/>
                    </a:cubicBezTo>
                    <a:cubicBezTo>
                      <a:pt x="2" y="3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10" name="Freeform 1754">
                <a:extLst>
                  <a:ext uri="{FF2B5EF4-FFF2-40B4-BE49-F238E27FC236}">
                    <a16:creationId xmlns:a16="http://schemas.microsoft.com/office/drawing/2014/main" id="{593C9CC4-5F3D-4C1D-A4CF-02DFC06FC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164"/>
                <a:ext cx="58" cy="12"/>
              </a:xfrm>
              <a:custGeom>
                <a:avLst/>
                <a:gdLst>
                  <a:gd name="T0" fmla="*/ 368 w 23"/>
                  <a:gd name="T1" fmla="*/ 70 h 5"/>
                  <a:gd name="T2" fmla="*/ 179 w 23"/>
                  <a:gd name="T3" fmla="*/ 0 h 5"/>
                  <a:gd name="T4" fmla="*/ 0 w 23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">
                    <a:moveTo>
                      <a:pt x="23" y="5"/>
                    </a:moveTo>
                    <a:cubicBezTo>
                      <a:pt x="20" y="2"/>
                      <a:pt x="16" y="0"/>
                      <a:pt x="11" y="0"/>
                    </a:cubicBezTo>
                    <a:cubicBezTo>
                      <a:pt x="8" y="0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11" name="Freeform 1755">
                <a:extLst>
                  <a:ext uri="{FF2B5EF4-FFF2-40B4-BE49-F238E27FC236}">
                    <a16:creationId xmlns:a16="http://schemas.microsoft.com/office/drawing/2014/main" id="{27D66854-6817-49F5-8FDB-B675D0947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139"/>
                <a:ext cx="60" cy="25"/>
              </a:xfrm>
              <a:custGeom>
                <a:avLst/>
                <a:gdLst>
                  <a:gd name="T0" fmla="*/ 375 w 24"/>
                  <a:gd name="T1" fmla="*/ 158 h 10"/>
                  <a:gd name="T2" fmla="*/ 0 w 24"/>
                  <a:gd name="T3" fmla="*/ 6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24" y="10"/>
                    </a:moveTo>
                    <a:cubicBezTo>
                      <a:pt x="18" y="3"/>
                      <a:pt x="8" y="0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12" name="Freeform 1756">
                <a:extLst>
                  <a:ext uri="{FF2B5EF4-FFF2-40B4-BE49-F238E27FC236}">
                    <a16:creationId xmlns:a16="http://schemas.microsoft.com/office/drawing/2014/main" id="{72053D00-18CD-4ABE-A473-B1AD3345E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124"/>
                <a:ext cx="77" cy="20"/>
              </a:xfrm>
              <a:custGeom>
                <a:avLst/>
                <a:gdLst>
                  <a:gd name="T0" fmla="*/ 474 w 31"/>
                  <a:gd name="T1" fmla="*/ 125 h 8"/>
                  <a:gd name="T2" fmla="*/ 0 w 31"/>
                  <a:gd name="T3" fmla="*/ 9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31" y="8"/>
                    </a:moveTo>
                    <a:cubicBezTo>
                      <a:pt x="24" y="0"/>
                      <a:pt x="9" y="3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13" name="Freeform 1757">
                <a:extLst>
                  <a:ext uri="{FF2B5EF4-FFF2-40B4-BE49-F238E27FC236}">
                    <a16:creationId xmlns:a16="http://schemas.microsoft.com/office/drawing/2014/main" id="{DC78877A-2673-4C42-A6DA-7244F269F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239"/>
                <a:ext cx="55" cy="45"/>
              </a:xfrm>
              <a:custGeom>
                <a:avLst/>
                <a:gdLst>
                  <a:gd name="T0" fmla="*/ 345 w 22"/>
                  <a:gd name="T1" fmla="*/ 283 h 18"/>
                  <a:gd name="T2" fmla="*/ 0 w 22"/>
                  <a:gd name="T3" fmla="*/ 3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8">
                    <a:moveTo>
                      <a:pt x="22" y="18"/>
                    </a:moveTo>
                    <a:cubicBezTo>
                      <a:pt x="21" y="8"/>
                      <a:pt x="10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14" name="Freeform 1758">
                <a:extLst>
                  <a:ext uri="{FF2B5EF4-FFF2-40B4-BE49-F238E27FC236}">
                    <a16:creationId xmlns:a16="http://schemas.microsoft.com/office/drawing/2014/main" id="{C20D9B23-FD0F-4A45-9132-6A553D8F2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1206"/>
                <a:ext cx="68" cy="38"/>
              </a:xfrm>
              <a:custGeom>
                <a:avLst/>
                <a:gdLst>
                  <a:gd name="T0" fmla="*/ 431 w 27"/>
                  <a:gd name="T1" fmla="*/ 243 h 15"/>
                  <a:gd name="T2" fmla="*/ 0 w 2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5">
                    <a:moveTo>
                      <a:pt x="27" y="15"/>
                    </a:moveTo>
                    <a:cubicBezTo>
                      <a:pt x="25" y="0"/>
                      <a:pt x="12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15" name="Freeform 1759">
                <a:extLst>
                  <a:ext uri="{FF2B5EF4-FFF2-40B4-BE49-F238E27FC236}">
                    <a16:creationId xmlns:a16="http://schemas.microsoft.com/office/drawing/2014/main" id="{626FBDB0-0DCB-413A-BD8C-79520BF8C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179"/>
                <a:ext cx="57" cy="30"/>
              </a:xfrm>
              <a:custGeom>
                <a:avLst/>
                <a:gdLst>
                  <a:gd name="T0" fmla="*/ 349 w 23"/>
                  <a:gd name="T1" fmla="*/ 188 h 12"/>
                  <a:gd name="T2" fmla="*/ 196 w 23"/>
                  <a:gd name="T3" fmla="*/ 33 h 12"/>
                  <a:gd name="T4" fmla="*/ 0 w 23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2">
                    <a:moveTo>
                      <a:pt x="23" y="12"/>
                    </a:moveTo>
                    <a:cubicBezTo>
                      <a:pt x="19" y="9"/>
                      <a:pt x="17" y="5"/>
                      <a:pt x="13" y="2"/>
                    </a:cubicBezTo>
                    <a:cubicBezTo>
                      <a:pt x="8" y="0"/>
                      <a:pt x="4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16" name="Freeform 1760">
                <a:extLst>
                  <a:ext uri="{FF2B5EF4-FFF2-40B4-BE49-F238E27FC236}">
                    <a16:creationId xmlns:a16="http://schemas.microsoft.com/office/drawing/2014/main" id="{B4220AFB-EEE2-4FC1-9F62-DFD56E292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149"/>
                <a:ext cx="70" cy="30"/>
              </a:xfrm>
              <a:custGeom>
                <a:avLst/>
                <a:gdLst>
                  <a:gd name="T0" fmla="*/ 438 w 28"/>
                  <a:gd name="T1" fmla="*/ 188 h 12"/>
                  <a:gd name="T2" fmla="*/ 238 w 28"/>
                  <a:gd name="T3" fmla="*/ 63 h 12"/>
                  <a:gd name="T4" fmla="*/ 0 w 28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2">
                    <a:moveTo>
                      <a:pt x="28" y="12"/>
                    </a:moveTo>
                    <a:cubicBezTo>
                      <a:pt x="26" y="8"/>
                      <a:pt x="19" y="6"/>
                      <a:pt x="15" y="4"/>
                    </a:cubicBezTo>
                    <a:cubicBezTo>
                      <a:pt x="11" y="2"/>
                      <a:pt x="5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17" name="Freeform 1761">
                <a:extLst>
                  <a:ext uri="{FF2B5EF4-FFF2-40B4-BE49-F238E27FC236}">
                    <a16:creationId xmlns:a16="http://schemas.microsoft.com/office/drawing/2014/main" id="{F305175D-878E-43B1-80DA-7383C066D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1214"/>
                <a:ext cx="55" cy="40"/>
              </a:xfrm>
              <a:custGeom>
                <a:avLst/>
                <a:gdLst>
                  <a:gd name="T0" fmla="*/ 345 w 22"/>
                  <a:gd name="T1" fmla="*/ 250 h 16"/>
                  <a:gd name="T2" fmla="*/ 208 w 22"/>
                  <a:gd name="T3" fmla="*/ 63 h 16"/>
                  <a:gd name="T4" fmla="*/ 0 w 22"/>
                  <a:gd name="T5" fmla="*/ 2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22" y="16"/>
                    </a:moveTo>
                    <a:cubicBezTo>
                      <a:pt x="21" y="11"/>
                      <a:pt x="17" y="7"/>
                      <a:pt x="13" y="4"/>
                    </a:cubicBezTo>
                    <a:cubicBezTo>
                      <a:pt x="10" y="2"/>
                      <a:pt x="3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18" name="Freeform 1762">
                <a:extLst>
                  <a:ext uri="{FF2B5EF4-FFF2-40B4-BE49-F238E27FC236}">
                    <a16:creationId xmlns:a16="http://schemas.microsoft.com/office/drawing/2014/main" id="{728A5585-4B64-4CB0-B185-2C336EDE1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191"/>
                <a:ext cx="48" cy="23"/>
              </a:xfrm>
              <a:custGeom>
                <a:avLst/>
                <a:gdLst>
                  <a:gd name="T0" fmla="*/ 306 w 19"/>
                  <a:gd name="T1" fmla="*/ 151 h 9"/>
                  <a:gd name="T2" fmla="*/ 0 w 19"/>
                  <a:gd name="T3" fmla="*/ 2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19" y="9"/>
                    </a:moveTo>
                    <a:cubicBezTo>
                      <a:pt x="15" y="4"/>
                      <a:pt x="6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19" name="Freeform 1763">
                <a:extLst>
                  <a:ext uri="{FF2B5EF4-FFF2-40B4-BE49-F238E27FC236}">
                    <a16:creationId xmlns:a16="http://schemas.microsoft.com/office/drawing/2014/main" id="{50E21CE8-6583-4781-9FE3-7138678C0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306"/>
                <a:ext cx="35" cy="56"/>
              </a:xfrm>
              <a:custGeom>
                <a:avLst/>
                <a:gdLst>
                  <a:gd name="T0" fmla="*/ 220 w 14"/>
                  <a:gd name="T1" fmla="*/ 364 h 22"/>
                  <a:gd name="T2" fmla="*/ 0 w 14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">
                    <a:moveTo>
                      <a:pt x="14" y="22"/>
                    </a:moveTo>
                    <a:cubicBezTo>
                      <a:pt x="13" y="12"/>
                      <a:pt x="9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20" name="Freeform 1764">
                <a:extLst>
                  <a:ext uri="{FF2B5EF4-FFF2-40B4-BE49-F238E27FC236}">
                    <a16:creationId xmlns:a16="http://schemas.microsoft.com/office/drawing/2014/main" id="{53F931DA-A670-4EC6-90C0-FC1546036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261"/>
                <a:ext cx="43" cy="58"/>
              </a:xfrm>
              <a:custGeom>
                <a:avLst/>
                <a:gdLst>
                  <a:gd name="T0" fmla="*/ 243 w 17"/>
                  <a:gd name="T1" fmla="*/ 368 h 23"/>
                  <a:gd name="T2" fmla="*/ 159 w 17"/>
                  <a:gd name="T3" fmla="*/ 159 h 23"/>
                  <a:gd name="T4" fmla="*/ 0 w 17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3">
                    <a:moveTo>
                      <a:pt x="15" y="23"/>
                    </a:moveTo>
                    <a:cubicBezTo>
                      <a:pt x="17" y="19"/>
                      <a:pt x="12" y="13"/>
                      <a:pt x="10" y="10"/>
                    </a:cubicBezTo>
                    <a:cubicBezTo>
                      <a:pt x="8" y="5"/>
                      <a:pt x="4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21" name="Freeform 1765">
                <a:extLst>
                  <a:ext uri="{FF2B5EF4-FFF2-40B4-BE49-F238E27FC236}">
                    <a16:creationId xmlns:a16="http://schemas.microsoft.com/office/drawing/2014/main" id="{38A925A2-8DF8-44AC-BB32-AF4F35A7F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1291"/>
                <a:ext cx="33" cy="50"/>
              </a:xfrm>
              <a:custGeom>
                <a:avLst/>
                <a:gdLst>
                  <a:gd name="T0" fmla="*/ 213 w 13"/>
                  <a:gd name="T1" fmla="*/ 313 h 20"/>
                  <a:gd name="T2" fmla="*/ 63 w 13"/>
                  <a:gd name="T3" fmla="*/ 188 h 20"/>
                  <a:gd name="T4" fmla="*/ 0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3" y="20"/>
                    </a:moveTo>
                    <a:cubicBezTo>
                      <a:pt x="10" y="18"/>
                      <a:pt x="6" y="15"/>
                      <a:pt x="4" y="12"/>
                    </a:cubicBezTo>
                    <a:cubicBezTo>
                      <a:pt x="1" y="8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22" name="Freeform 1766">
                <a:extLst>
                  <a:ext uri="{FF2B5EF4-FFF2-40B4-BE49-F238E27FC236}">
                    <a16:creationId xmlns:a16="http://schemas.microsoft.com/office/drawing/2014/main" id="{5C0E3CBD-F36D-4701-9881-796A09479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1324"/>
                <a:ext cx="13" cy="78"/>
              </a:xfrm>
              <a:custGeom>
                <a:avLst/>
                <a:gdLst>
                  <a:gd name="T0" fmla="*/ 21 w 5"/>
                  <a:gd name="T1" fmla="*/ 0 h 31"/>
                  <a:gd name="T2" fmla="*/ 68 w 5"/>
                  <a:gd name="T3" fmla="*/ 284 h 31"/>
                  <a:gd name="T4" fmla="*/ 68 w 5"/>
                  <a:gd name="T5" fmla="*/ 49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1">
                    <a:moveTo>
                      <a:pt x="1" y="0"/>
                    </a:moveTo>
                    <a:cubicBezTo>
                      <a:pt x="3" y="5"/>
                      <a:pt x="5" y="12"/>
                      <a:pt x="4" y="18"/>
                    </a:cubicBezTo>
                    <a:cubicBezTo>
                      <a:pt x="3" y="22"/>
                      <a:pt x="0" y="28"/>
                      <a:pt x="4" y="31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23" name="Freeform 1767">
                <a:extLst>
                  <a:ext uri="{FF2B5EF4-FFF2-40B4-BE49-F238E27FC236}">
                    <a16:creationId xmlns:a16="http://schemas.microsoft.com/office/drawing/2014/main" id="{EC45CC54-83CF-458E-9251-71508B468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1294"/>
                <a:ext cx="50" cy="108"/>
              </a:xfrm>
              <a:custGeom>
                <a:avLst/>
                <a:gdLst>
                  <a:gd name="T0" fmla="*/ 283 w 20"/>
                  <a:gd name="T1" fmla="*/ 681 h 43"/>
                  <a:gd name="T2" fmla="*/ 250 w 20"/>
                  <a:gd name="T3" fmla="*/ 492 h 43"/>
                  <a:gd name="T4" fmla="*/ 113 w 20"/>
                  <a:gd name="T5" fmla="*/ 367 h 43"/>
                  <a:gd name="T6" fmla="*/ 33 w 20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3">
                    <a:moveTo>
                      <a:pt x="18" y="43"/>
                    </a:moveTo>
                    <a:cubicBezTo>
                      <a:pt x="20" y="40"/>
                      <a:pt x="18" y="33"/>
                      <a:pt x="16" y="31"/>
                    </a:cubicBezTo>
                    <a:cubicBezTo>
                      <a:pt x="13" y="28"/>
                      <a:pt x="10" y="26"/>
                      <a:pt x="7" y="23"/>
                    </a:cubicBezTo>
                    <a:cubicBezTo>
                      <a:pt x="1" y="16"/>
                      <a:pt x="0" y="8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24" name="Freeform 1768">
                <a:extLst>
                  <a:ext uri="{FF2B5EF4-FFF2-40B4-BE49-F238E27FC236}">
                    <a16:creationId xmlns:a16="http://schemas.microsoft.com/office/drawing/2014/main" id="{FCA77A59-392B-4E77-B50E-DF31EBFF7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1362"/>
                <a:ext cx="5" cy="37"/>
              </a:xfrm>
              <a:custGeom>
                <a:avLst/>
                <a:gdLst>
                  <a:gd name="T0" fmla="*/ 33 w 2"/>
                  <a:gd name="T1" fmla="*/ 0 h 15"/>
                  <a:gd name="T2" fmla="*/ 33 w 2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cubicBezTo>
                      <a:pt x="2" y="3"/>
                      <a:pt x="0" y="13"/>
                      <a:pt x="2" y="15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25" name="Freeform 1769">
                <a:extLst>
                  <a:ext uri="{FF2B5EF4-FFF2-40B4-BE49-F238E27FC236}">
                    <a16:creationId xmlns:a16="http://schemas.microsoft.com/office/drawing/2014/main" id="{6C26C4E1-D56E-4D59-B5FD-8B133710B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1334"/>
                <a:ext cx="20" cy="60"/>
              </a:xfrm>
              <a:custGeom>
                <a:avLst/>
                <a:gdLst>
                  <a:gd name="T0" fmla="*/ 125 w 8"/>
                  <a:gd name="T1" fmla="*/ 375 h 24"/>
                  <a:gd name="T2" fmla="*/ 20 w 8"/>
                  <a:gd name="T3" fmla="*/ 208 h 24"/>
                  <a:gd name="T4" fmla="*/ 20 w 8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4">
                    <a:moveTo>
                      <a:pt x="8" y="24"/>
                    </a:moveTo>
                    <a:cubicBezTo>
                      <a:pt x="6" y="19"/>
                      <a:pt x="2" y="17"/>
                      <a:pt x="1" y="13"/>
                    </a:cubicBezTo>
                    <a:cubicBezTo>
                      <a:pt x="0" y="8"/>
                      <a:pt x="1" y="4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26" name="Freeform 1770">
                <a:extLst>
                  <a:ext uri="{FF2B5EF4-FFF2-40B4-BE49-F238E27FC236}">
                    <a16:creationId xmlns:a16="http://schemas.microsoft.com/office/drawing/2014/main" id="{9E5C085D-328A-4584-B589-09A32D681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1271"/>
                <a:ext cx="23" cy="48"/>
              </a:xfrm>
              <a:custGeom>
                <a:avLst/>
                <a:gdLst>
                  <a:gd name="T0" fmla="*/ 151 w 9"/>
                  <a:gd name="T1" fmla="*/ 306 h 19"/>
                  <a:gd name="T2" fmla="*/ 20 w 9"/>
                  <a:gd name="T3" fmla="*/ 192 h 19"/>
                  <a:gd name="T4" fmla="*/ 0 w 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4" y="18"/>
                      <a:pt x="2" y="17"/>
                      <a:pt x="1" y="12"/>
                    </a:cubicBezTo>
                    <a:cubicBezTo>
                      <a:pt x="1" y="8"/>
                      <a:pt x="0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27" name="Freeform 1771">
                <a:extLst>
                  <a:ext uri="{FF2B5EF4-FFF2-40B4-BE49-F238E27FC236}">
                    <a16:creationId xmlns:a16="http://schemas.microsoft.com/office/drawing/2014/main" id="{41D96DE8-4D52-4BA4-8FC9-EF92DB0E1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234"/>
                <a:ext cx="47" cy="55"/>
              </a:xfrm>
              <a:custGeom>
                <a:avLst/>
                <a:gdLst>
                  <a:gd name="T0" fmla="*/ 287 w 19"/>
                  <a:gd name="T1" fmla="*/ 345 h 22"/>
                  <a:gd name="T2" fmla="*/ 195 w 19"/>
                  <a:gd name="T3" fmla="*/ 313 h 22"/>
                  <a:gd name="T4" fmla="*/ 104 w 19"/>
                  <a:gd name="T5" fmla="*/ 208 h 22"/>
                  <a:gd name="T6" fmla="*/ 12 w 19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2">
                    <a:moveTo>
                      <a:pt x="19" y="22"/>
                    </a:moveTo>
                    <a:cubicBezTo>
                      <a:pt x="18" y="21"/>
                      <a:pt x="15" y="21"/>
                      <a:pt x="13" y="20"/>
                    </a:cubicBezTo>
                    <a:cubicBezTo>
                      <a:pt x="10" y="19"/>
                      <a:pt x="8" y="16"/>
                      <a:pt x="7" y="13"/>
                    </a:cubicBezTo>
                    <a:cubicBezTo>
                      <a:pt x="5" y="11"/>
                      <a:pt x="0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28" name="Freeform 1772">
                <a:extLst>
                  <a:ext uri="{FF2B5EF4-FFF2-40B4-BE49-F238E27FC236}">
                    <a16:creationId xmlns:a16="http://schemas.microsoft.com/office/drawing/2014/main" id="{86D9B840-C430-4B41-A2E9-FE7B812DE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221"/>
                <a:ext cx="40" cy="43"/>
              </a:xfrm>
              <a:custGeom>
                <a:avLst/>
                <a:gdLst>
                  <a:gd name="T0" fmla="*/ 250 w 16"/>
                  <a:gd name="T1" fmla="*/ 225 h 17"/>
                  <a:gd name="T2" fmla="*/ 0 w 1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14"/>
                    </a:moveTo>
                    <a:cubicBezTo>
                      <a:pt x="10" y="17"/>
                      <a:pt x="3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29" name="Freeform 1773">
                <a:extLst>
                  <a:ext uri="{FF2B5EF4-FFF2-40B4-BE49-F238E27FC236}">
                    <a16:creationId xmlns:a16="http://schemas.microsoft.com/office/drawing/2014/main" id="{F10CF28C-43D7-42B2-8549-8301D07FE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209"/>
                <a:ext cx="60" cy="42"/>
              </a:xfrm>
              <a:custGeom>
                <a:avLst/>
                <a:gdLst>
                  <a:gd name="T0" fmla="*/ 375 w 24"/>
                  <a:gd name="T1" fmla="*/ 212 h 17"/>
                  <a:gd name="T2" fmla="*/ 0 w 24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7">
                    <a:moveTo>
                      <a:pt x="24" y="14"/>
                    </a:moveTo>
                    <a:cubicBezTo>
                      <a:pt x="14" y="17"/>
                      <a:pt x="4" y="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30" name="Freeform 1774">
                <a:extLst>
                  <a:ext uri="{FF2B5EF4-FFF2-40B4-BE49-F238E27FC236}">
                    <a16:creationId xmlns:a16="http://schemas.microsoft.com/office/drawing/2014/main" id="{7604B738-6C22-4ADB-AC21-B04614A04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201"/>
                <a:ext cx="58" cy="28"/>
              </a:xfrm>
              <a:custGeom>
                <a:avLst/>
                <a:gdLst>
                  <a:gd name="T0" fmla="*/ 368 w 23"/>
                  <a:gd name="T1" fmla="*/ 163 h 11"/>
                  <a:gd name="T2" fmla="*/ 159 w 23"/>
                  <a:gd name="T3" fmla="*/ 130 h 11"/>
                  <a:gd name="T4" fmla="*/ 0 w 2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23" y="10"/>
                    </a:moveTo>
                    <a:cubicBezTo>
                      <a:pt x="18" y="10"/>
                      <a:pt x="15" y="11"/>
                      <a:pt x="10" y="8"/>
                    </a:cubicBezTo>
                    <a:cubicBezTo>
                      <a:pt x="6" y="6"/>
                      <a:pt x="2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31" name="Freeform 1775">
                <a:extLst>
                  <a:ext uri="{FF2B5EF4-FFF2-40B4-BE49-F238E27FC236}">
                    <a16:creationId xmlns:a16="http://schemas.microsoft.com/office/drawing/2014/main" id="{B53BDD04-8135-4316-B7A1-518504132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186"/>
                <a:ext cx="108" cy="18"/>
              </a:xfrm>
              <a:custGeom>
                <a:avLst/>
                <a:gdLst>
                  <a:gd name="T0" fmla="*/ 681 w 43"/>
                  <a:gd name="T1" fmla="*/ 85 h 7"/>
                  <a:gd name="T2" fmla="*/ 535 w 43"/>
                  <a:gd name="T3" fmla="*/ 118 h 7"/>
                  <a:gd name="T4" fmla="*/ 397 w 43"/>
                  <a:gd name="T5" fmla="*/ 21 h 7"/>
                  <a:gd name="T6" fmla="*/ 188 w 43"/>
                  <a:gd name="T7" fmla="*/ 67 h 7"/>
                  <a:gd name="T8" fmla="*/ 0 w 4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7">
                    <a:moveTo>
                      <a:pt x="43" y="5"/>
                    </a:moveTo>
                    <a:cubicBezTo>
                      <a:pt x="40" y="4"/>
                      <a:pt x="37" y="7"/>
                      <a:pt x="34" y="7"/>
                    </a:cubicBezTo>
                    <a:cubicBezTo>
                      <a:pt x="31" y="6"/>
                      <a:pt x="26" y="2"/>
                      <a:pt x="25" y="1"/>
                    </a:cubicBezTo>
                    <a:cubicBezTo>
                      <a:pt x="21" y="2"/>
                      <a:pt x="16" y="4"/>
                      <a:pt x="12" y="4"/>
                    </a:cubicBezTo>
                    <a:cubicBezTo>
                      <a:pt x="8" y="4"/>
                      <a:pt x="4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32" name="Freeform 1776">
                <a:extLst>
                  <a:ext uri="{FF2B5EF4-FFF2-40B4-BE49-F238E27FC236}">
                    <a16:creationId xmlns:a16="http://schemas.microsoft.com/office/drawing/2014/main" id="{178F5529-C637-4EA4-8AFF-B60F06148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306"/>
                <a:ext cx="17" cy="43"/>
              </a:xfrm>
              <a:custGeom>
                <a:avLst/>
                <a:gdLst>
                  <a:gd name="T0" fmla="*/ 100 w 7"/>
                  <a:gd name="T1" fmla="*/ 276 h 17"/>
                  <a:gd name="T2" fmla="*/ 12 w 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17"/>
                    </a:moveTo>
                    <a:cubicBezTo>
                      <a:pt x="0" y="14"/>
                      <a:pt x="1" y="6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33" name="Freeform 1777">
                <a:extLst>
                  <a:ext uri="{FF2B5EF4-FFF2-40B4-BE49-F238E27FC236}">
                    <a16:creationId xmlns:a16="http://schemas.microsoft.com/office/drawing/2014/main" id="{2329FBE1-A2D7-472D-86A1-5ED5C0F0B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276"/>
                <a:ext cx="30" cy="40"/>
              </a:xfrm>
              <a:custGeom>
                <a:avLst/>
                <a:gdLst>
                  <a:gd name="T0" fmla="*/ 188 w 12"/>
                  <a:gd name="T1" fmla="*/ 250 h 16"/>
                  <a:gd name="T2" fmla="*/ 63 w 12"/>
                  <a:gd name="T3" fmla="*/ 145 h 16"/>
                  <a:gd name="T4" fmla="*/ 0 w 1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12" y="16"/>
                    </a:moveTo>
                    <a:cubicBezTo>
                      <a:pt x="9" y="16"/>
                      <a:pt x="6" y="11"/>
                      <a:pt x="4" y="9"/>
                    </a:cubicBezTo>
                    <a:cubicBezTo>
                      <a:pt x="2" y="7"/>
                      <a:pt x="2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34" name="Freeform 1778">
                <a:extLst>
                  <a:ext uri="{FF2B5EF4-FFF2-40B4-BE49-F238E27FC236}">
                    <a16:creationId xmlns:a16="http://schemas.microsoft.com/office/drawing/2014/main" id="{1936BF22-66BB-4550-AE68-EF4B6ACC9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246"/>
                <a:ext cx="50" cy="30"/>
              </a:xfrm>
              <a:custGeom>
                <a:avLst/>
                <a:gdLst>
                  <a:gd name="T0" fmla="*/ 313 w 20"/>
                  <a:gd name="T1" fmla="*/ 188 h 12"/>
                  <a:gd name="T2" fmla="*/ 220 w 20"/>
                  <a:gd name="T3" fmla="*/ 188 h 12"/>
                  <a:gd name="T4" fmla="*/ 125 w 20"/>
                  <a:gd name="T5" fmla="*/ 125 h 12"/>
                  <a:gd name="T6" fmla="*/ 0 w 2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0" y="12"/>
                    </a:moveTo>
                    <a:cubicBezTo>
                      <a:pt x="18" y="12"/>
                      <a:pt x="16" y="12"/>
                      <a:pt x="14" y="12"/>
                    </a:cubicBezTo>
                    <a:cubicBezTo>
                      <a:pt x="11" y="11"/>
                      <a:pt x="10" y="10"/>
                      <a:pt x="8" y="8"/>
                    </a:cubicBezTo>
                    <a:cubicBezTo>
                      <a:pt x="5" y="6"/>
                      <a:pt x="0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7B0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35" name="Freeform 1779">
                <a:extLst>
                  <a:ext uri="{FF2B5EF4-FFF2-40B4-BE49-F238E27FC236}">
                    <a16:creationId xmlns:a16="http://schemas.microsoft.com/office/drawing/2014/main" id="{20118122-E5ED-4984-9DFD-2DC701C9E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014"/>
                <a:ext cx="18" cy="213"/>
              </a:xfrm>
              <a:custGeom>
                <a:avLst/>
                <a:gdLst>
                  <a:gd name="T0" fmla="*/ 33 w 7"/>
                  <a:gd name="T1" fmla="*/ 0 h 85"/>
                  <a:gd name="T2" fmla="*/ 85 w 7"/>
                  <a:gd name="T3" fmla="*/ 584 h 85"/>
                  <a:gd name="T4" fmla="*/ 85 w 7"/>
                  <a:gd name="T5" fmla="*/ 1338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5">
                    <a:moveTo>
                      <a:pt x="2" y="0"/>
                    </a:moveTo>
                    <a:cubicBezTo>
                      <a:pt x="3" y="13"/>
                      <a:pt x="7" y="25"/>
                      <a:pt x="5" y="37"/>
                    </a:cubicBezTo>
                    <a:cubicBezTo>
                      <a:pt x="4" y="54"/>
                      <a:pt x="0" y="68"/>
                      <a:pt x="5" y="85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36" name="Freeform 1780">
                <a:extLst>
                  <a:ext uri="{FF2B5EF4-FFF2-40B4-BE49-F238E27FC236}">
                    <a16:creationId xmlns:a16="http://schemas.microsoft.com/office/drawing/2014/main" id="{4C2DF406-C67F-4B9E-A87A-DEB7B180D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154"/>
                <a:ext cx="30" cy="143"/>
              </a:xfrm>
              <a:custGeom>
                <a:avLst/>
                <a:gdLst>
                  <a:gd name="T0" fmla="*/ 158 w 12"/>
                  <a:gd name="T1" fmla="*/ 0 h 57"/>
                  <a:gd name="T2" fmla="*/ 188 w 12"/>
                  <a:gd name="T3" fmla="*/ 301 h 57"/>
                  <a:gd name="T4" fmla="*/ 0 w 12"/>
                  <a:gd name="T5" fmla="*/ 901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7">
                    <a:moveTo>
                      <a:pt x="10" y="0"/>
                    </a:moveTo>
                    <a:cubicBezTo>
                      <a:pt x="10" y="5"/>
                      <a:pt x="12" y="13"/>
                      <a:pt x="12" y="19"/>
                    </a:cubicBezTo>
                    <a:cubicBezTo>
                      <a:pt x="12" y="33"/>
                      <a:pt x="4" y="44"/>
                      <a:pt x="0" y="57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37" name="Freeform 1781">
                <a:extLst>
                  <a:ext uri="{FF2B5EF4-FFF2-40B4-BE49-F238E27FC236}">
                    <a16:creationId xmlns:a16="http://schemas.microsoft.com/office/drawing/2014/main" id="{88FC7178-E4E9-46FE-B1C7-13F5407EB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274"/>
                <a:ext cx="23" cy="118"/>
              </a:xfrm>
              <a:custGeom>
                <a:avLst/>
                <a:gdLst>
                  <a:gd name="T0" fmla="*/ 151 w 9"/>
                  <a:gd name="T1" fmla="*/ 0 h 47"/>
                  <a:gd name="T2" fmla="*/ 51 w 9"/>
                  <a:gd name="T3" fmla="*/ 239 h 47"/>
                  <a:gd name="T4" fmla="*/ 51 w 9"/>
                  <a:gd name="T5" fmla="*/ 74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7">
                    <a:moveTo>
                      <a:pt x="9" y="0"/>
                    </a:moveTo>
                    <a:cubicBezTo>
                      <a:pt x="5" y="2"/>
                      <a:pt x="4" y="11"/>
                      <a:pt x="3" y="15"/>
                    </a:cubicBezTo>
                    <a:cubicBezTo>
                      <a:pt x="0" y="26"/>
                      <a:pt x="0" y="36"/>
                      <a:pt x="3" y="47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38" name="Freeform 1782">
                <a:extLst>
                  <a:ext uri="{FF2B5EF4-FFF2-40B4-BE49-F238E27FC236}">
                    <a16:creationId xmlns:a16="http://schemas.microsoft.com/office/drawing/2014/main" id="{FAF8F1F5-754D-4638-8533-D83138120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297"/>
                <a:ext cx="5" cy="112"/>
              </a:xfrm>
              <a:custGeom>
                <a:avLst/>
                <a:gdLst>
                  <a:gd name="T0" fmla="*/ 33 w 2"/>
                  <a:gd name="T1" fmla="*/ 0 h 45"/>
                  <a:gd name="T2" fmla="*/ 33 w 2"/>
                  <a:gd name="T3" fmla="*/ 309 h 45"/>
                  <a:gd name="T4" fmla="*/ 0 w 2"/>
                  <a:gd name="T5" fmla="*/ 694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5">
                    <a:moveTo>
                      <a:pt x="2" y="0"/>
                    </a:moveTo>
                    <a:cubicBezTo>
                      <a:pt x="0" y="6"/>
                      <a:pt x="1" y="13"/>
                      <a:pt x="2" y="20"/>
                    </a:cubicBezTo>
                    <a:cubicBezTo>
                      <a:pt x="2" y="28"/>
                      <a:pt x="0" y="36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39" name="Freeform 1783">
                <a:extLst>
                  <a:ext uri="{FF2B5EF4-FFF2-40B4-BE49-F238E27FC236}">
                    <a16:creationId xmlns:a16="http://schemas.microsoft.com/office/drawing/2014/main" id="{39E53DE9-7756-4870-8F5C-01DA14C43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2292"/>
                <a:ext cx="10" cy="90"/>
              </a:xfrm>
              <a:custGeom>
                <a:avLst/>
                <a:gdLst>
                  <a:gd name="T0" fmla="*/ 0 w 4"/>
                  <a:gd name="T1" fmla="*/ 0 h 36"/>
                  <a:gd name="T2" fmla="*/ 0 w 4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6">
                    <a:moveTo>
                      <a:pt x="0" y="0"/>
                    </a:moveTo>
                    <a:cubicBezTo>
                      <a:pt x="4" y="12"/>
                      <a:pt x="2" y="24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40" name="Freeform 1784">
                <a:extLst>
                  <a:ext uri="{FF2B5EF4-FFF2-40B4-BE49-F238E27FC236}">
                    <a16:creationId xmlns:a16="http://schemas.microsoft.com/office/drawing/2014/main" id="{F4F9B8BB-44C1-4C87-8175-4711E014F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362"/>
                <a:ext cx="55" cy="125"/>
              </a:xfrm>
              <a:custGeom>
                <a:avLst/>
                <a:gdLst>
                  <a:gd name="T0" fmla="*/ 95 w 22"/>
                  <a:gd name="T1" fmla="*/ 0 h 50"/>
                  <a:gd name="T2" fmla="*/ 113 w 22"/>
                  <a:gd name="T3" fmla="*/ 345 h 50"/>
                  <a:gd name="T4" fmla="*/ 345 w 22"/>
                  <a:gd name="T5" fmla="*/ 78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6" y="0"/>
                    </a:moveTo>
                    <a:cubicBezTo>
                      <a:pt x="0" y="5"/>
                      <a:pt x="6" y="17"/>
                      <a:pt x="7" y="22"/>
                    </a:cubicBezTo>
                    <a:cubicBezTo>
                      <a:pt x="9" y="34"/>
                      <a:pt x="13" y="42"/>
                      <a:pt x="22" y="50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41" name="Freeform 1785">
                <a:extLst>
                  <a:ext uri="{FF2B5EF4-FFF2-40B4-BE49-F238E27FC236}">
                    <a16:creationId xmlns:a16="http://schemas.microsoft.com/office/drawing/2014/main" id="{2FD7F87C-4934-4AB0-8A6B-E391D09B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442"/>
                <a:ext cx="7" cy="70"/>
              </a:xfrm>
              <a:custGeom>
                <a:avLst/>
                <a:gdLst>
                  <a:gd name="T0" fmla="*/ 28 w 3"/>
                  <a:gd name="T1" fmla="*/ 0 h 28"/>
                  <a:gd name="T2" fmla="*/ 37 w 3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8">
                    <a:moveTo>
                      <a:pt x="2" y="0"/>
                    </a:moveTo>
                    <a:cubicBezTo>
                      <a:pt x="2" y="8"/>
                      <a:pt x="0" y="20"/>
                      <a:pt x="3" y="28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42" name="Freeform 1786">
                <a:extLst>
                  <a:ext uri="{FF2B5EF4-FFF2-40B4-BE49-F238E27FC236}">
                    <a16:creationId xmlns:a16="http://schemas.microsoft.com/office/drawing/2014/main" id="{CB88C6B7-9297-47CC-A298-AFE4BA98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2017"/>
                <a:ext cx="27" cy="175"/>
              </a:xfrm>
              <a:custGeom>
                <a:avLst/>
                <a:gdLst>
                  <a:gd name="T0" fmla="*/ 0 w 11"/>
                  <a:gd name="T1" fmla="*/ 0 h 70"/>
                  <a:gd name="T2" fmla="*/ 61 w 11"/>
                  <a:gd name="T3" fmla="*/ 1095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0">
                    <a:moveTo>
                      <a:pt x="0" y="0"/>
                    </a:moveTo>
                    <a:cubicBezTo>
                      <a:pt x="6" y="24"/>
                      <a:pt x="11" y="45"/>
                      <a:pt x="4" y="70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43" name="Freeform 1787">
                <a:extLst>
                  <a:ext uri="{FF2B5EF4-FFF2-40B4-BE49-F238E27FC236}">
                    <a16:creationId xmlns:a16="http://schemas.microsoft.com/office/drawing/2014/main" id="{683076D5-277D-4DF0-9940-A9BA3FE0A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042"/>
                <a:ext cx="20" cy="85"/>
              </a:xfrm>
              <a:custGeom>
                <a:avLst/>
                <a:gdLst>
                  <a:gd name="T0" fmla="*/ 83 w 8"/>
                  <a:gd name="T1" fmla="*/ 0 h 34"/>
                  <a:gd name="T2" fmla="*/ 125 w 8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4">
                    <a:moveTo>
                      <a:pt x="5" y="0"/>
                    </a:moveTo>
                    <a:cubicBezTo>
                      <a:pt x="0" y="7"/>
                      <a:pt x="2" y="27"/>
                      <a:pt x="8" y="34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44" name="Freeform 1788">
                <a:extLst>
                  <a:ext uri="{FF2B5EF4-FFF2-40B4-BE49-F238E27FC236}">
                    <a16:creationId xmlns:a16="http://schemas.microsoft.com/office/drawing/2014/main" id="{21360D10-60C8-42D1-B848-F2D32EFD1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1942"/>
                <a:ext cx="22" cy="102"/>
              </a:xfrm>
              <a:custGeom>
                <a:avLst/>
                <a:gdLst>
                  <a:gd name="T0" fmla="*/ 0 w 9"/>
                  <a:gd name="T1" fmla="*/ 0 h 41"/>
                  <a:gd name="T2" fmla="*/ 59 w 9"/>
                  <a:gd name="T3" fmla="*/ 632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1">
                    <a:moveTo>
                      <a:pt x="0" y="0"/>
                    </a:moveTo>
                    <a:cubicBezTo>
                      <a:pt x="7" y="10"/>
                      <a:pt x="9" y="30"/>
                      <a:pt x="4" y="41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45" name="Freeform 1789">
                <a:extLst>
                  <a:ext uri="{FF2B5EF4-FFF2-40B4-BE49-F238E27FC236}">
                    <a16:creationId xmlns:a16="http://schemas.microsoft.com/office/drawing/2014/main" id="{739221D6-DB34-47C5-8284-3227B2C48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1864"/>
                <a:ext cx="25" cy="110"/>
              </a:xfrm>
              <a:custGeom>
                <a:avLst/>
                <a:gdLst>
                  <a:gd name="T0" fmla="*/ 125 w 10"/>
                  <a:gd name="T1" fmla="*/ 0 h 44"/>
                  <a:gd name="T2" fmla="*/ 158 w 10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4">
                    <a:moveTo>
                      <a:pt x="8" y="0"/>
                    </a:moveTo>
                    <a:cubicBezTo>
                      <a:pt x="0" y="7"/>
                      <a:pt x="6" y="35"/>
                      <a:pt x="10" y="44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46" name="Freeform 1790">
                <a:extLst>
                  <a:ext uri="{FF2B5EF4-FFF2-40B4-BE49-F238E27FC236}">
                    <a16:creationId xmlns:a16="http://schemas.microsoft.com/office/drawing/2014/main" id="{16DD15FC-D9CA-49B4-8B27-8C3474555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777"/>
                <a:ext cx="35" cy="125"/>
              </a:xfrm>
              <a:custGeom>
                <a:avLst/>
                <a:gdLst>
                  <a:gd name="T0" fmla="*/ 95 w 14"/>
                  <a:gd name="T1" fmla="*/ 783 h 50"/>
                  <a:gd name="T2" fmla="*/ 0 w 14"/>
                  <a:gd name="T3" fmla="*/ 0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0">
                    <a:moveTo>
                      <a:pt x="6" y="50"/>
                    </a:moveTo>
                    <a:cubicBezTo>
                      <a:pt x="14" y="33"/>
                      <a:pt x="8" y="1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47" name="Freeform 1791">
                <a:extLst>
                  <a:ext uri="{FF2B5EF4-FFF2-40B4-BE49-F238E27FC236}">
                    <a16:creationId xmlns:a16="http://schemas.microsoft.com/office/drawing/2014/main" id="{C80A033D-0D6C-4EF5-9440-5DD1D7812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782"/>
                <a:ext cx="10" cy="135"/>
              </a:xfrm>
              <a:custGeom>
                <a:avLst/>
                <a:gdLst>
                  <a:gd name="T0" fmla="*/ 0 w 4"/>
                  <a:gd name="T1" fmla="*/ 0 h 54"/>
                  <a:gd name="T2" fmla="*/ 33 w 4"/>
                  <a:gd name="T3" fmla="*/ 345 h 54"/>
                  <a:gd name="T4" fmla="*/ 63 w 4"/>
                  <a:gd name="T5" fmla="*/ 845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4">
                    <a:moveTo>
                      <a:pt x="0" y="0"/>
                    </a:moveTo>
                    <a:cubicBezTo>
                      <a:pt x="2" y="7"/>
                      <a:pt x="2" y="14"/>
                      <a:pt x="2" y="22"/>
                    </a:cubicBezTo>
                    <a:cubicBezTo>
                      <a:pt x="2" y="33"/>
                      <a:pt x="2" y="43"/>
                      <a:pt x="4" y="54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48" name="Freeform 1792">
                <a:extLst>
                  <a:ext uri="{FF2B5EF4-FFF2-40B4-BE49-F238E27FC236}">
                    <a16:creationId xmlns:a16="http://schemas.microsoft.com/office/drawing/2014/main" id="{CEB92674-1111-4062-A2EB-38E757FD0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857"/>
                <a:ext cx="33" cy="115"/>
              </a:xfrm>
              <a:custGeom>
                <a:avLst/>
                <a:gdLst>
                  <a:gd name="T0" fmla="*/ 0 w 13"/>
                  <a:gd name="T1" fmla="*/ 0 h 46"/>
                  <a:gd name="T2" fmla="*/ 180 w 13"/>
                  <a:gd name="T3" fmla="*/ 72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6">
                    <a:moveTo>
                      <a:pt x="0" y="0"/>
                    </a:moveTo>
                    <a:cubicBezTo>
                      <a:pt x="6" y="16"/>
                      <a:pt x="13" y="29"/>
                      <a:pt x="11" y="46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49" name="Freeform 1793">
                <a:extLst>
                  <a:ext uri="{FF2B5EF4-FFF2-40B4-BE49-F238E27FC236}">
                    <a16:creationId xmlns:a16="http://schemas.microsoft.com/office/drawing/2014/main" id="{82A99672-3CA8-481D-AAEB-B81FDBC7C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632"/>
                <a:ext cx="23" cy="115"/>
              </a:xfrm>
              <a:custGeom>
                <a:avLst/>
                <a:gdLst>
                  <a:gd name="T0" fmla="*/ 118 w 9"/>
                  <a:gd name="T1" fmla="*/ 0 h 46"/>
                  <a:gd name="T2" fmla="*/ 151 w 9"/>
                  <a:gd name="T3" fmla="*/ 72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6">
                    <a:moveTo>
                      <a:pt x="7" y="0"/>
                    </a:moveTo>
                    <a:cubicBezTo>
                      <a:pt x="0" y="9"/>
                      <a:pt x="6" y="36"/>
                      <a:pt x="9" y="46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50" name="Freeform 1794">
                <a:extLst>
                  <a:ext uri="{FF2B5EF4-FFF2-40B4-BE49-F238E27FC236}">
                    <a16:creationId xmlns:a16="http://schemas.microsoft.com/office/drawing/2014/main" id="{958E5DED-2E27-46B8-B236-D8FC7747A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697"/>
                <a:ext cx="10" cy="92"/>
              </a:xfrm>
              <a:custGeom>
                <a:avLst/>
                <a:gdLst>
                  <a:gd name="T0" fmla="*/ 50 w 4"/>
                  <a:gd name="T1" fmla="*/ 0 h 37"/>
                  <a:gd name="T2" fmla="*/ 63 w 4"/>
                  <a:gd name="T3" fmla="*/ 56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7">
                    <a:moveTo>
                      <a:pt x="3" y="0"/>
                    </a:moveTo>
                    <a:cubicBezTo>
                      <a:pt x="0" y="10"/>
                      <a:pt x="2" y="28"/>
                      <a:pt x="4" y="37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51" name="Freeform 1795">
                <a:extLst>
                  <a:ext uri="{FF2B5EF4-FFF2-40B4-BE49-F238E27FC236}">
                    <a16:creationId xmlns:a16="http://schemas.microsoft.com/office/drawing/2014/main" id="{AB2989D7-330A-44A9-9E6D-2A69C959A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1562"/>
                <a:ext cx="20" cy="130"/>
              </a:xfrm>
              <a:custGeom>
                <a:avLst/>
                <a:gdLst>
                  <a:gd name="T0" fmla="*/ 0 w 8"/>
                  <a:gd name="T1" fmla="*/ 0 h 52"/>
                  <a:gd name="T2" fmla="*/ 95 w 8"/>
                  <a:gd name="T3" fmla="*/ 300 h 52"/>
                  <a:gd name="T4" fmla="*/ 83 w 8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2">
                    <a:moveTo>
                      <a:pt x="0" y="0"/>
                    </a:moveTo>
                    <a:cubicBezTo>
                      <a:pt x="1" y="7"/>
                      <a:pt x="5" y="12"/>
                      <a:pt x="6" y="19"/>
                    </a:cubicBezTo>
                    <a:cubicBezTo>
                      <a:pt x="8" y="30"/>
                      <a:pt x="6" y="41"/>
                      <a:pt x="5" y="52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52" name="Freeform 1796">
                <a:extLst>
                  <a:ext uri="{FF2B5EF4-FFF2-40B4-BE49-F238E27FC236}">
                    <a16:creationId xmlns:a16="http://schemas.microsoft.com/office/drawing/2014/main" id="{E2D6EC3F-A112-45AB-AFB4-00BA371BD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657"/>
                <a:ext cx="20" cy="100"/>
              </a:xfrm>
              <a:custGeom>
                <a:avLst/>
                <a:gdLst>
                  <a:gd name="T0" fmla="*/ 20 w 8"/>
                  <a:gd name="T1" fmla="*/ 0 h 40"/>
                  <a:gd name="T2" fmla="*/ 125 w 8"/>
                  <a:gd name="T3" fmla="*/ 62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0">
                    <a:moveTo>
                      <a:pt x="1" y="0"/>
                    </a:moveTo>
                    <a:cubicBezTo>
                      <a:pt x="0" y="12"/>
                      <a:pt x="2" y="29"/>
                      <a:pt x="8" y="40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53" name="Freeform 1797">
                <a:extLst>
                  <a:ext uri="{FF2B5EF4-FFF2-40B4-BE49-F238E27FC236}">
                    <a16:creationId xmlns:a16="http://schemas.microsoft.com/office/drawing/2014/main" id="{0CC05995-D597-4433-87C3-4F87430BA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1662"/>
                <a:ext cx="8" cy="60"/>
              </a:xfrm>
              <a:custGeom>
                <a:avLst/>
                <a:gdLst>
                  <a:gd name="T0" fmla="*/ 0 w 3"/>
                  <a:gd name="T1" fmla="*/ 0 h 24"/>
                  <a:gd name="T2" fmla="*/ 35 w 3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4">
                    <a:moveTo>
                      <a:pt x="0" y="0"/>
                    </a:moveTo>
                    <a:cubicBezTo>
                      <a:pt x="1" y="9"/>
                      <a:pt x="3" y="16"/>
                      <a:pt x="2" y="24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54" name="Freeform 1798">
                <a:extLst>
                  <a:ext uri="{FF2B5EF4-FFF2-40B4-BE49-F238E27FC236}">
                    <a16:creationId xmlns:a16="http://schemas.microsoft.com/office/drawing/2014/main" id="{73418CB4-8CEB-4DCF-B728-98960E240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494"/>
                <a:ext cx="12" cy="128"/>
              </a:xfrm>
              <a:custGeom>
                <a:avLst/>
                <a:gdLst>
                  <a:gd name="T0" fmla="*/ 0 w 5"/>
                  <a:gd name="T1" fmla="*/ 806 h 51"/>
                  <a:gd name="T2" fmla="*/ 58 w 5"/>
                  <a:gd name="T3" fmla="*/ 459 h 51"/>
                  <a:gd name="T4" fmla="*/ 0 w 5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cubicBezTo>
                      <a:pt x="0" y="43"/>
                      <a:pt x="3" y="36"/>
                      <a:pt x="4" y="29"/>
                    </a:cubicBezTo>
                    <a:cubicBezTo>
                      <a:pt x="5" y="18"/>
                      <a:pt x="2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55" name="Freeform 1799">
                <a:extLst>
                  <a:ext uri="{FF2B5EF4-FFF2-40B4-BE49-F238E27FC236}">
                    <a16:creationId xmlns:a16="http://schemas.microsoft.com/office/drawing/2014/main" id="{EE7F049A-E467-4CA3-88F5-6121726E3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444"/>
                <a:ext cx="13" cy="113"/>
              </a:xfrm>
              <a:custGeom>
                <a:avLst/>
                <a:gdLst>
                  <a:gd name="T0" fmla="*/ 68 w 5"/>
                  <a:gd name="T1" fmla="*/ 0 h 45"/>
                  <a:gd name="T2" fmla="*/ 21 w 5"/>
                  <a:gd name="T3" fmla="*/ 188 h 45"/>
                  <a:gd name="T4" fmla="*/ 88 w 5"/>
                  <a:gd name="T5" fmla="*/ 71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5">
                    <a:moveTo>
                      <a:pt x="4" y="0"/>
                    </a:moveTo>
                    <a:cubicBezTo>
                      <a:pt x="0" y="3"/>
                      <a:pt x="1" y="8"/>
                      <a:pt x="1" y="12"/>
                    </a:cubicBezTo>
                    <a:cubicBezTo>
                      <a:pt x="1" y="23"/>
                      <a:pt x="1" y="35"/>
                      <a:pt x="5" y="45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56" name="Freeform 1800">
                <a:extLst>
                  <a:ext uri="{FF2B5EF4-FFF2-40B4-BE49-F238E27FC236}">
                    <a16:creationId xmlns:a16="http://schemas.microsoft.com/office/drawing/2014/main" id="{006F11B4-58A8-4F8E-95B7-C84D8A700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414"/>
                <a:ext cx="22" cy="90"/>
              </a:xfrm>
              <a:custGeom>
                <a:avLst/>
                <a:gdLst>
                  <a:gd name="T0" fmla="*/ 132 w 9"/>
                  <a:gd name="T1" fmla="*/ 0 h 36"/>
                  <a:gd name="T2" fmla="*/ 132 w 9"/>
                  <a:gd name="T3" fmla="*/ 250 h 36"/>
                  <a:gd name="T4" fmla="*/ 0 w 9"/>
                  <a:gd name="T5" fmla="*/ 56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6">
                    <a:moveTo>
                      <a:pt x="9" y="0"/>
                    </a:moveTo>
                    <a:cubicBezTo>
                      <a:pt x="7" y="4"/>
                      <a:pt x="9" y="11"/>
                      <a:pt x="9" y="16"/>
                    </a:cubicBezTo>
                    <a:cubicBezTo>
                      <a:pt x="8" y="24"/>
                      <a:pt x="3" y="29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57" name="Freeform 1801">
                <a:extLst>
                  <a:ext uri="{FF2B5EF4-FFF2-40B4-BE49-F238E27FC236}">
                    <a16:creationId xmlns:a16="http://schemas.microsoft.com/office/drawing/2014/main" id="{1F8B6840-9500-40F2-87BF-4DF68010B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404"/>
                <a:ext cx="8" cy="58"/>
              </a:xfrm>
              <a:custGeom>
                <a:avLst/>
                <a:gdLst>
                  <a:gd name="T0" fmla="*/ 56 w 3"/>
                  <a:gd name="T1" fmla="*/ 0 h 23"/>
                  <a:gd name="T2" fmla="*/ 35 w 3"/>
                  <a:gd name="T3" fmla="*/ 36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3">
                    <a:moveTo>
                      <a:pt x="3" y="0"/>
                    </a:moveTo>
                    <a:cubicBezTo>
                      <a:pt x="0" y="6"/>
                      <a:pt x="1" y="16"/>
                      <a:pt x="2" y="23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58" name="Freeform 1802">
                <a:extLst>
                  <a:ext uri="{FF2B5EF4-FFF2-40B4-BE49-F238E27FC236}">
                    <a16:creationId xmlns:a16="http://schemas.microsoft.com/office/drawing/2014/main" id="{7A81410E-70E6-41B7-8350-0746649BD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484"/>
                <a:ext cx="20" cy="93"/>
              </a:xfrm>
              <a:custGeom>
                <a:avLst/>
                <a:gdLst>
                  <a:gd name="T0" fmla="*/ 125 w 8"/>
                  <a:gd name="T1" fmla="*/ 0 h 37"/>
                  <a:gd name="T2" fmla="*/ 83 w 8"/>
                  <a:gd name="T3" fmla="*/ 588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7">
                    <a:moveTo>
                      <a:pt x="8" y="0"/>
                    </a:moveTo>
                    <a:cubicBezTo>
                      <a:pt x="0" y="8"/>
                      <a:pt x="5" y="27"/>
                      <a:pt x="5" y="37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59" name="Freeform 1803">
                <a:extLst>
                  <a:ext uri="{FF2B5EF4-FFF2-40B4-BE49-F238E27FC236}">
                    <a16:creationId xmlns:a16="http://schemas.microsoft.com/office/drawing/2014/main" id="{6AA8C5C8-D355-447E-B1DF-9506894DE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1469"/>
                <a:ext cx="20" cy="115"/>
              </a:xfrm>
              <a:custGeom>
                <a:avLst/>
                <a:gdLst>
                  <a:gd name="T0" fmla="*/ 0 w 8"/>
                  <a:gd name="T1" fmla="*/ 0 h 46"/>
                  <a:gd name="T2" fmla="*/ 33 w 8"/>
                  <a:gd name="T3" fmla="*/ 270 h 46"/>
                  <a:gd name="T4" fmla="*/ 125 w 8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6">
                    <a:moveTo>
                      <a:pt x="0" y="0"/>
                    </a:moveTo>
                    <a:cubicBezTo>
                      <a:pt x="1" y="6"/>
                      <a:pt x="2" y="11"/>
                      <a:pt x="2" y="17"/>
                    </a:cubicBezTo>
                    <a:cubicBezTo>
                      <a:pt x="2" y="28"/>
                      <a:pt x="5" y="36"/>
                      <a:pt x="8" y="46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0" name="Freeform 1804">
                <a:extLst>
                  <a:ext uri="{FF2B5EF4-FFF2-40B4-BE49-F238E27FC236}">
                    <a16:creationId xmlns:a16="http://schemas.microsoft.com/office/drawing/2014/main" id="{5B9E0143-65A8-4500-91E0-E8EACF28F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549"/>
                <a:ext cx="30" cy="123"/>
              </a:xfrm>
              <a:custGeom>
                <a:avLst/>
                <a:gdLst>
                  <a:gd name="T0" fmla="*/ 188 w 12"/>
                  <a:gd name="T1" fmla="*/ 0 h 49"/>
                  <a:gd name="T2" fmla="*/ 95 w 12"/>
                  <a:gd name="T3" fmla="*/ 301 h 49"/>
                  <a:gd name="T4" fmla="*/ 83 w 12"/>
                  <a:gd name="T5" fmla="*/ 77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9">
                    <a:moveTo>
                      <a:pt x="12" y="0"/>
                    </a:moveTo>
                    <a:cubicBezTo>
                      <a:pt x="8" y="5"/>
                      <a:pt x="7" y="13"/>
                      <a:pt x="6" y="19"/>
                    </a:cubicBezTo>
                    <a:cubicBezTo>
                      <a:pt x="5" y="27"/>
                      <a:pt x="0" y="42"/>
                      <a:pt x="5" y="49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1" name="Freeform 1805">
                <a:extLst>
                  <a:ext uri="{FF2B5EF4-FFF2-40B4-BE49-F238E27FC236}">
                    <a16:creationId xmlns:a16="http://schemas.microsoft.com/office/drawing/2014/main" id="{E54AC838-0E47-435A-8447-0D3B607CF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492"/>
                <a:ext cx="13" cy="120"/>
              </a:xfrm>
              <a:custGeom>
                <a:avLst/>
                <a:gdLst>
                  <a:gd name="T0" fmla="*/ 0 w 5"/>
                  <a:gd name="T1" fmla="*/ 0 h 48"/>
                  <a:gd name="T2" fmla="*/ 34 w 5"/>
                  <a:gd name="T3" fmla="*/ 75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8">
                    <a:moveTo>
                      <a:pt x="0" y="0"/>
                    </a:moveTo>
                    <a:cubicBezTo>
                      <a:pt x="5" y="16"/>
                      <a:pt x="1" y="32"/>
                      <a:pt x="2" y="48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2" name="Freeform 1806">
                <a:extLst>
                  <a:ext uri="{FF2B5EF4-FFF2-40B4-BE49-F238E27FC236}">
                    <a16:creationId xmlns:a16="http://schemas.microsoft.com/office/drawing/2014/main" id="{D4CDAEDC-B325-4C75-88BF-F39C72318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1594"/>
                <a:ext cx="12" cy="103"/>
              </a:xfrm>
              <a:custGeom>
                <a:avLst/>
                <a:gdLst>
                  <a:gd name="T0" fmla="*/ 70 w 5"/>
                  <a:gd name="T1" fmla="*/ 0 h 41"/>
                  <a:gd name="T2" fmla="*/ 58 w 5"/>
                  <a:gd name="T3" fmla="*/ 251 h 41"/>
                  <a:gd name="T4" fmla="*/ 0 w 5"/>
                  <a:gd name="T5" fmla="*/ 65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1">
                    <a:moveTo>
                      <a:pt x="5" y="0"/>
                    </a:moveTo>
                    <a:cubicBezTo>
                      <a:pt x="3" y="5"/>
                      <a:pt x="4" y="11"/>
                      <a:pt x="4" y="16"/>
                    </a:cubicBezTo>
                    <a:cubicBezTo>
                      <a:pt x="4" y="25"/>
                      <a:pt x="2" y="33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3" name="Freeform 1807">
                <a:extLst>
                  <a:ext uri="{FF2B5EF4-FFF2-40B4-BE49-F238E27FC236}">
                    <a16:creationId xmlns:a16="http://schemas.microsoft.com/office/drawing/2014/main" id="{6A0AFA35-05C4-41ED-B48A-1063A2558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654"/>
                <a:ext cx="20" cy="153"/>
              </a:xfrm>
              <a:custGeom>
                <a:avLst/>
                <a:gdLst>
                  <a:gd name="T0" fmla="*/ 83 w 8"/>
                  <a:gd name="T1" fmla="*/ 0 h 61"/>
                  <a:gd name="T2" fmla="*/ 113 w 8"/>
                  <a:gd name="T3" fmla="*/ 429 h 61"/>
                  <a:gd name="T4" fmla="*/ 0 w 8"/>
                  <a:gd name="T5" fmla="*/ 963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1">
                    <a:moveTo>
                      <a:pt x="5" y="0"/>
                    </a:moveTo>
                    <a:cubicBezTo>
                      <a:pt x="7" y="9"/>
                      <a:pt x="8" y="19"/>
                      <a:pt x="7" y="27"/>
                    </a:cubicBezTo>
                    <a:cubicBezTo>
                      <a:pt x="7" y="39"/>
                      <a:pt x="1" y="49"/>
                      <a:pt x="0" y="61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4" name="Freeform 1808">
                <a:extLst>
                  <a:ext uri="{FF2B5EF4-FFF2-40B4-BE49-F238E27FC236}">
                    <a16:creationId xmlns:a16="http://schemas.microsoft.com/office/drawing/2014/main" id="{FF3E65A1-24DE-4E8C-83C8-01392F612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747"/>
                <a:ext cx="15" cy="132"/>
              </a:xfrm>
              <a:custGeom>
                <a:avLst/>
                <a:gdLst>
                  <a:gd name="T0" fmla="*/ 63 w 6"/>
                  <a:gd name="T1" fmla="*/ 0 h 53"/>
                  <a:gd name="T2" fmla="*/ 33 w 6"/>
                  <a:gd name="T3" fmla="*/ 384 h 53"/>
                  <a:gd name="T4" fmla="*/ 95 w 6"/>
                  <a:gd name="T5" fmla="*/ 819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3">
                    <a:moveTo>
                      <a:pt x="4" y="0"/>
                    </a:moveTo>
                    <a:cubicBezTo>
                      <a:pt x="0" y="6"/>
                      <a:pt x="2" y="18"/>
                      <a:pt x="2" y="25"/>
                    </a:cubicBezTo>
                    <a:cubicBezTo>
                      <a:pt x="2" y="35"/>
                      <a:pt x="3" y="44"/>
                      <a:pt x="6" y="53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01" name="Group 1809">
              <a:extLst>
                <a:ext uri="{FF2B5EF4-FFF2-40B4-BE49-F238E27FC236}">
                  <a16:creationId xmlns:a16="http://schemas.microsoft.com/office/drawing/2014/main" id="{9E3277D9-0001-4326-A85D-240381957C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" y="1096"/>
              <a:ext cx="958" cy="1948"/>
              <a:chOff x="3605" y="1096"/>
              <a:chExt cx="958" cy="1948"/>
            </a:xfrm>
          </p:grpSpPr>
          <p:sp>
            <p:nvSpPr>
              <p:cNvPr id="24765" name="Freeform 1810">
                <a:extLst>
                  <a:ext uri="{FF2B5EF4-FFF2-40B4-BE49-F238E27FC236}">
                    <a16:creationId xmlns:a16="http://schemas.microsoft.com/office/drawing/2014/main" id="{9617214E-38E7-4740-835D-203DC6AE7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717"/>
                <a:ext cx="7" cy="85"/>
              </a:xfrm>
              <a:custGeom>
                <a:avLst/>
                <a:gdLst>
                  <a:gd name="T0" fmla="*/ 37 w 3"/>
                  <a:gd name="T1" fmla="*/ 0 h 34"/>
                  <a:gd name="T2" fmla="*/ 37 w 3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4">
                    <a:moveTo>
                      <a:pt x="3" y="0"/>
                    </a:moveTo>
                    <a:cubicBezTo>
                      <a:pt x="0" y="12"/>
                      <a:pt x="2" y="22"/>
                      <a:pt x="3" y="34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6" name="Freeform 1811">
                <a:extLst>
                  <a:ext uri="{FF2B5EF4-FFF2-40B4-BE49-F238E27FC236}">
                    <a16:creationId xmlns:a16="http://schemas.microsoft.com/office/drawing/2014/main" id="{7339490E-8B74-4FA6-96CC-09BF3503D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809"/>
                <a:ext cx="25" cy="135"/>
              </a:xfrm>
              <a:custGeom>
                <a:avLst/>
                <a:gdLst>
                  <a:gd name="T0" fmla="*/ 158 w 10"/>
                  <a:gd name="T1" fmla="*/ 0 h 54"/>
                  <a:gd name="T2" fmla="*/ 63 w 10"/>
                  <a:gd name="T3" fmla="*/ 845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4">
                    <a:moveTo>
                      <a:pt x="10" y="0"/>
                    </a:moveTo>
                    <a:cubicBezTo>
                      <a:pt x="6" y="17"/>
                      <a:pt x="0" y="37"/>
                      <a:pt x="4" y="54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7" name="Freeform 1812">
                <a:extLst>
                  <a:ext uri="{FF2B5EF4-FFF2-40B4-BE49-F238E27FC236}">
                    <a16:creationId xmlns:a16="http://schemas.microsoft.com/office/drawing/2014/main" id="{6BFA0AEE-8CF4-4DD7-B5CE-3CF8C25D6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889"/>
                <a:ext cx="25" cy="118"/>
              </a:xfrm>
              <a:custGeom>
                <a:avLst/>
                <a:gdLst>
                  <a:gd name="T0" fmla="*/ 158 w 10"/>
                  <a:gd name="T1" fmla="*/ 0 h 47"/>
                  <a:gd name="T2" fmla="*/ 0 w 10"/>
                  <a:gd name="T3" fmla="*/ 74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7">
                    <a:moveTo>
                      <a:pt x="10" y="0"/>
                    </a:moveTo>
                    <a:cubicBezTo>
                      <a:pt x="10" y="16"/>
                      <a:pt x="9" y="33"/>
                      <a:pt x="0" y="47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8" name="Freeform 1813">
                <a:extLst>
                  <a:ext uri="{FF2B5EF4-FFF2-40B4-BE49-F238E27FC236}">
                    <a16:creationId xmlns:a16="http://schemas.microsoft.com/office/drawing/2014/main" id="{33F4362A-3432-45CF-AA39-81ABBCB19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987"/>
                <a:ext cx="12" cy="135"/>
              </a:xfrm>
              <a:custGeom>
                <a:avLst/>
                <a:gdLst>
                  <a:gd name="T0" fmla="*/ 41 w 5"/>
                  <a:gd name="T1" fmla="*/ 0 h 54"/>
                  <a:gd name="T2" fmla="*/ 0 w 5"/>
                  <a:gd name="T3" fmla="*/ 363 h 54"/>
                  <a:gd name="T4" fmla="*/ 70 w 5"/>
                  <a:gd name="T5" fmla="*/ 845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4">
                    <a:moveTo>
                      <a:pt x="3" y="0"/>
                    </a:moveTo>
                    <a:cubicBezTo>
                      <a:pt x="0" y="6"/>
                      <a:pt x="0" y="16"/>
                      <a:pt x="0" y="23"/>
                    </a:cubicBezTo>
                    <a:cubicBezTo>
                      <a:pt x="0" y="33"/>
                      <a:pt x="0" y="46"/>
                      <a:pt x="5" y="54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9" name="Freeform 1814">
                <a:extLst>
                  <a:ext uri="{FF2B5EF4-FFF2-40B4-BE49-F238E27FC236}">
                    <a16:creationId xmlns:a16="http://schemas.microsoft.com/office/drawing/2014/main" id="{F7ED6C9C-D5B5-46B5-A7AD-2BAFC8D8D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027"/>
                <a:ext cx="8" cy="52"/>
              </a:xfrm>
              <a:custGeom>
                <a:avLst/>
                <a:gdLst>
                  <a:gd name="T0" fmla="*/ 56 w 3"/>
                  <a:gd name="T1" fmla="*/ 0 h 21"/>
                  <a:gd name="T2" fmla="*/ 35 w 3"/>
                  <a:gd name="T3" fmla="*/ 31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1">
                    <a:moveTo>
                      <a:pt x="3" y="0"/>
                    </a:moveTo>
                    <a:cubicBezTo>
                      <a:pt x="0" y="5"/>
                      <a:pt x="2" y="15"/>
                      <a:pt x="2" y="21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0" name="Freeform 1815">
                <a:extLst>
                  <a:ext uri="{FF2B5EF4-FFF2-40B4-BE49-F238E27FC236}">
                    <a16:creationId xmlns:a16="http://schemas.microsoft.com/office/drawing/2014/main" id="{3995BEF1-B6AA-430E-BEF0-774F103A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139"/>
                <a:ext cx="13" cy="128"/>
              </a:xfrm>
              <a:custGeom>
                <a:avLst/>
                <a:gdLst>
                  <a:gd name="T0" fmla="*/ 55 w 5"/>
                  <a:gd name="T1" fmla="*/ 0 h 51"/>
                  <a:gd name="T2" fmla="*/ 21 w 5"/>
                  <a:gd name="T3" fmla="*/ 301 h 51"/>
                  <a:gd name="T4" fmla="*/ 88 w 5"/>
                  <a:gd name="T5" fmla="*/ 806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1">
                    <a:moveTo>
                      <a:pt x="3" y="0"/>
                    </a:moveTo>
                    <a:cubicBezTo>
                      <a:pt x="0" y="5"/>
                      <a:pt x="1" y="14"/>
                      <a:pt x="1" y="19"/>
                    </a:cubicBezTo>
                    <a:cubicBezTo>
                      <a:pt x="1" y="30"/>
                      <a:pt x="2" y="40"/>
                      <a:pt x="5" y="51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1" name="Freeform 1816">
                <a:extLst>
                  <a:ext uri="{FF2B5EF4-FFF2-40B4-BE49-F238E27FC236}">
                    <a16:creationId xmlns:a16="http://schemas.microsoft.com/office/drawing/2014/main" id="{ACBC9A89-BB6A-4ACD-AEB0-C50FF6F9D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107"/>
                <a:ext cx="17" cy="100"/>
              </a:xfrm>
              <a:custGeom>
                <a:avLst/>
                <a:gdLst>
                  <a:gd name="T0" fmla="*/ 12 w 7"/>
                  <a:gd name="T1" fmla="*/ 0 h 40"/>
                  <a:gd name="T2" fmla="*/ 0 w 7"/>
                  <a:gd name="T3" fmla="*/ 62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0">
                    <a:moveTo>
                      <a:pt x="1" y="0"/>
                    </a:moveTo>
                    <a:cubicBezTo>
                      <a:pt x="2" y="13"/>
                      <a:pt x="7" y="28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2" name="Freeform 1817">
                <a:extLst>
                  <a:ext uri="{FF2B5EF4-FFF2-40B4-BE49-F238E27FC236}">
                    <a16:creationId xmlns:a16="http://schemas.microsoft.com/office/drawing/2014/main" id="{95D621CA-AAEF-48C4-90C1-48DA2AD4D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182"/>
                <a:ext cx="23" cy="130"/>
              </a:xfrm>
              <a:custGeom>
                <a:avLst/>
                <a:gdLst>
                  <a:gd name="T0" fmla="*/ 0 w 9"/>
                  <a:gd name="T1" fmla="*/ 0 h 52"/>
                  <a:gd name="T2" fmla="*/ 51 w 9"/>
                  <a:gd name="T3" fmla="*/ 813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2">
                    <a:moveTo>
                      <a:pt x="0" y="0"/>
                    </a:moveTo>
                    <a:cubicBezTo>
                      <a:pt x="5" y="15"/>
                      <a:pt x="9" y="37"/>
                      <a:pt x="3" y="52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3" name="Freeform 1818">
                <a:extLst>
                  <a:ext uri="{FF2B5EF4-FFF2-40B4-BE49-F238E27FC236}">
                    <a16:creationId xmlns:a16="http://schemas.microsoft.com/office/drawing/2014/main" id="{F0994D7C-F3A9-492E-8496-1725AB58D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257"/>
                <a:ext cx="28" cy="127"/>
              </a:xfrm>
              <a:custGeom>
                <a:avLst/>
                <a:gdLst>
                  <a:gd name="T0" fmla="*/ 64 w 11"/>
                  <a:gd name="T1" fmla="*/ 0 h 51"/>
                  <a:gd name="T2" fmla="*/ 181 w 11"/>
                  <a:gd name="T3" fmla="*/ 787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1">
                    <a:moveTo>
                      <a:pt x="4" y="0"/>
                    </a:moveTo>
                    <a:cubicBezTo>
                      <a:pt x="0" y="16"/>
                      <a:pt x="3" y="37"/>
                      <a:pt x="11" y="51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4" name="Freeform 1819">
                <a:extLst>
                  <a:ext uri="{FF2B5EF4-FFF2-40B4-BE49-F238E27FC236}">
                    <a16:creationId xmlns:a16="http://schemas.microsoft.com/office/drawing/2014/main" id="{0A6FD728-1EF4-4BFF-AFDD-FAEFF8F07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322"/>
                <a:ext cx="12" cy="125"/>
              </a:xfrm>
              <a:custGeom>
                <a:avLst/>
                <a:gdLst>
                  <a:gd name="T0" fmla="*/ 41 w 5"/>
                  <a:gd name="T1" fmla="*/ 0 h 50"/>
                  <a:gd name="T2" fmla="*/ 29 w 5"/>
                  <a:gd name="T3" fmla="*/ 345 h 50"/>
                  <a:gd name="T4" fmla="*/ 70 w 5"/>
                  <a:gd name="T5" fmla="*/ 78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0">
                    <a:moveTo>
                      <a:pt x="3" y="0"/>
                    </a:moveTo>
                    <a:cubicBezTo>
                      <a:pt x="0" y="6"/>
                      <a:pt x="1" y="15"/>
                      <a:pt x="2" y="22"/>
                    </a:cubicBezTo>
                    <a:cubicBezTo>
                      <a:pt x="3" y="31"/>
                      <a:pt x="3" y="41"/>
                      <a:pt x="5" y="50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5" name="Freeform 1820">
                <a:extLst>
                  <a:ext uri="{FF2B5EF4-FFF2-40B4-BE49-F238E27FC236}">
                    <a16:creationId xmlns:a16="http://schemas.microsoft.com/office/drawing/2014/main" id="{BD198B70-5517-466E-B2C7-05DAAC3BD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397"/>
                <a:ext cx="23" cy="100"/>
              </a:xfrm>
              <a:custGeom>
                <a:avLst/>
                <a:gdLst>
                  <a:gd name="T0" fmla="*/ 0 w 9"/>
                  <a:gd name="T1" fmla="*/ 0 h 40"/>
                  <a:gd name="T2" fmla="*/ 20 w 9"/>
                  <a:gd name="T3" fmla="*/ 62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0">
                    <a:moveTo>
                      <a:pt x="0" y="0"/>
                    </a:moveTo>
                    <a:cubicBezTo>
                      <a:pt x="2" y="13"/>
                      <a:pt x="9" y="27"/>
                      <a:pt x="1" y="40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6" name="Freeform 1821">
                <a:extLst>
                  <a:ext uri="{FF2B5EF4-FFF2-40B4-BE49-F238E27FC236}">
                    <a16:creationId xmlns:a16="http://schemas.microsoft.com/office/drawing/2014/main" id="{F810C9A8-9639-487C-8489-6D36523D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442"/>
                <a:ext cx="10" cy="60"/>
              </a:xfrm>
              <a:custGeom>
                <a:avLst/>
                <a:gdLst>
                  <a:gd name="T0" fmla="*/ 0 w 4"/>
                  <a:gd name="T1" fmla="*/ 0 h 24"/>
                  <a:gd name="T2" fmla="*/ 33 w 4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">
                    <a:moveTo>
                      <a:pt x="0" y="0"/>
                    </a:moveTo>
                    <a:cubicBezTo>
                      <a:pt x="2" y="7"/>
                      <a:pt x="4" y="16"/>
                      <a:pt x="2" y="24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7" name="Freeform 1822">
                <a:extLst>
                  <a:ext uri="{FF2B5EF4-FFF2-40B4-BE49-F238E27FC236}">
                    <a16:creationId xmlns:a16="http://schemas.microsoft.com/office/drawing/2014/main" id="{3C1FA483-640D-4442-9AEA-5B95B5ADF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372"/>
                <a:ext cx="10" cy="120"/>
              </a:xfrm>
              <a:custGeom>
                <a:avLst/>
                <a:gdLst>
                  <a:gd name="T0" fmla="*/ 50 w 4"/>
                  <a:gd name="T1" fmla="*/ 0 h 48"/>
                  <a:gd name="T2" fmla="*/ 50 w 4"/>
                  <a:gd name="T3" fmla="*/ 75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8">
                    <a:moveTo>
                      <a:pt x="3" y="0"/>
                    </a:moveTo>
                    <a:cubicBezTo>
                      <a:pt x="4" y="16"/>
                      <a:pt x="0" y="32"/>
                      <a:pt x="3" y="48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8" name="Freeform 1823">
                <a:extLst>
                  <a:ext uri="{FF2B5EF4-FFF2-40B4-BE49-F238E27FC236}">
                    <a16:creationId xmlns:a16="http://schemas.microsoft.com/office/drawing/2014/main" id="{36AA5C5F-5569-455E-9336-07C08F72B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317"/>
                <a:ext cx="5" cy="47"/>
              </a:xfrm>
              <a:custGeom>
                <a:avLst/>
                <a:gdLst>
                  <a:gd name="T0" fmla="*/ 33 w 2"/>
                  <a:gd name="T1" fmla="*/ 0 h 19"/>
                  <a:gd name="T2" fmla="*/ 0 w 2"/>
                  <a:gd name="T3" fmla="*/ 28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2" y="0"/>
                    </a:moveTo>
                    <a:cubicBezTo>
                      <a:pt x="1" y="7"/>
                      <a:pt x="0" y="13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9" name="Freeform 1824">
                <a:extLst>
                  <a:ext uri="{FF2B5EF4-FFF2-40B4-BE49-F238E27FC236}">
                    <a16:creationId xmlns:a16="http://schemas.microsoft.com/office/drawing/2014/main" id="{29D65DE5-69B3-4F12-BB22-058B8DDED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1997"/>
                <a:ext cx="8" cy="110"/>
              </a:xfrm>
              <a:custGeom>
                <a:avLst/>
                <a:gdLst>
                  <a:gd name="T0" fmla="*/ 0 w 3"/>
                  <a:gd name="T1" fmla="*/ 0 h 44"/>
                  <a:gd name="T2" fmla="*/ 0 w 3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4">
                    <a:moveTo>
                      <a:pt x="0" y="0"/>
                    </a:moveTo>
                    <a:cubicBezTo>
                      <a:pt x="3" y="15"/>
                      <a:pt x="2" y="28"/>
                      <a:pt x="0" y="44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0" name="Freeform 1825">
                <a:extLst>
                  <a:ext uri="{FF2B5EF4-FFF2-40B4-BE49-F238E27FC236}">
                    <a16:creationId xmlns:a16="http://schemas.microsoft.com/office/drawing/2014/main" id="{2A268B50-0D26-4972-9213-4A110276D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852"/>
                <a:ext cx="15" cy="130"/>
              </a:xfrm>
              <a:custGeom>
                <a:avLst/>
                <a:gdLst>
                  <a:gd name="T0" fmla="*/ 33 w 6"/>
                  <a:gd name="T1" fmla="*/ 0 h 52"/>
                  <a:gd name="T2" fmla="*/ 83 w 6"/>
                  <a:gd name="T3" fmla="*/ 300 h 52"/>
                  <a:gd name="T4" fmla="*/ 0 w 6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2">
                    <a:moveTo>
                      <a:pt x="2" y="0"/>
                    </a:moveTo>
                    <a:cubicBezTo>
                      <a:pt x="3" y="6"/>
                      <a:pt x="4" y="13"/>
                      <a:pt x="5" y="19"/>
                    </a:cubicBezTo>
                    <a:cubicBezTo>
                      <a:pt x="6" y="31"/>
                      <a:pt x="1" y="41"/>
                      <a:pt x="0" y="52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1" name="Freeform 1826">
                <a:extLst>
                  <a:ext uri="{FF2B5EF4-FFF2-40B4-BE49-F238E27FC236}">
                    <a16:creationId xmlns:a16="http://schemas.microsoft.com/office/drawing/2014/main" id="{16A5D5DA-60E8-4C27-8CB1-2146C50F1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919"/>
                <a:ext cx="15" cy="78"/>
              </a:xfrm>
              <a:custGeom>
                <a:avLst/>
                <a:gdLst>
                  <a:gd name="T0" fmla="*/ 50 w 6"/>
                  <a:gd name="T1" fmla="*/ 0 h 31"/>
                  <a:gd name="T2" fmla="*/ 83 w 6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1">
                    <a:moveTo>
                      <a:pt x="3" y="0"/>
                    </a:moveTo>
                    <a:cubicBezTo>
                      <a:pt x="0" y="8"/>
                      <a:pt x="6" y="22"/>
                      <a:pt x="5" y="31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2" name="Freeform 1827">
                <a:extLst>
                  <a:ext uri="{FF2B5EF4-FFF2-40B4-BE49-F238E27FC236}">
                    <a16:creationId xmlns:a16="http://schemas.microsoft.com/office/drawing/2014/main" id="{BA25D661-A1F4-4986-AF48-571D9690E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072"/>
                <a:ext cx="7" cy="92"/>
              </a:xfrm>
              <a:custGeom>
                <a:avLst/>
                <a:gdLst>
                  <a:gd name="T0" fmla="*/ 12 w 3"/>
                  <a:gd name="T1" fmla="*/ 0 h 37"/>
                  <a:gd name="T2" fmla="*/ 0 w 3"/>
                  <a:gd name="T3" fmla="*/ 56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7">
                    <a:moveTo>
                      <a:pt x="1" y="0"/>
                    </a:moveTo>
                    <a:cubicBezTo>
                      <a:pt x="3" y="10"/>
                      <a:pt x="2" y="25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3" name="Freeform 1828">
                <a:extLst>
                  <a:ext uri="{FF2B5EF4-FFF2-40B4-BE49-F238E27FC236}">
                    <a16:creationId xmlns:a16="http://schemas.microsoft.com/office/drawing/2014/main" id="{964BD7C2-B2E2-48EA-A822-CFE0A9A1A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424"/>
                <a:ext cx="17" cy="118"/>
              </a:xfrm>
              <a:custGeom>
                <a:avLst/>
                <a:gdLst>
                  <a:gd name="T0" fmla="*/ 0 w 7"/>
                  <a:gd name="T1" fmla="*/ 0 h 47"/>
                  <a:gd name="T2" fmla="*/ 12 w 7"/>
                  <a:gd name="T3" fmla="*/ 74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7">
                    <a:moveTo>
                      <a:pt x="0" y="0"/>
                    </a:moveTo>
                    <a:cubicBezTo>
                      <a:pt x="7" y="11"/>
                      <a:pt x="1" y="33"/>
                      <a:pt x="1" y="47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4" name="Freeform 1829">
                <a:extLst>
                  <a:ext uri="{FF2B5EF4-FFF2-40B4-BE49-F238E27FC236}">
                    <a16:creationId xmlns:a16="http://schemas.microsoft.com/office/drawing/2014/main" id="{A74AD9E8-3E0D-4DE4-8193-7E0E4727F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499"/>
                <a:ext cx="15" cy="70"/>
              </a:xfrm>
              <a:custGeom>
                <a:avLst/>
                <a:gdLst>
                  <a:gd name="T0" fmla="*/ 0 w 6"/>
                  <a:gd name="T1" fmla="*/ 0 h 28"/>
                  <a:gd name="T2" fmla="*/ 63 w 6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2" y="9"/>
                      <a:pt x="6" y="19"/>
                      <a:pt x="4" y="28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5" name="Freeform 1830">
                <a:extLst>
                  <a:ext uri="{FF2B5EF4-FFF2-40B4-BE49-F238E27FC236}">
                    <a16:creationId xmlns:a16="http://schemas.microsoft.com/office/drawing/2014/main" id="{9B4BDAE9-5408-4645-83C2-512CA4C08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1409"/>
                <a:ext cx="15" cy="68"/>
              </a:xfrm>
              <a:custGeom>
                <a:avLst/>
                <a:gdLst>
                  <a:gd name="T0" fmla="*/ 63 w 6"/>
                  <a:gd name="T1" fmla="*/ 431 h 27"/>
                  <a:gd name="T2" fmla="*/ 0 w 6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7">
                    <a:moveTo>
                      <a:pt x="4" y="27"/>
                    </a:moveTo>
                    <a:cubicBezTo>
                      <a:pt x="6" y="20"/>
                      <a:pt x="2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6" name="Freeform 1831">
                <a:extLst>
                  <a:ext uri="{FF2B5EF4-FFF2-40B4-BE49-F238E27FC236}">
                    <a16:creationId xmlns:a16="http://schemas.microsoft.com/office/drawing/2014/main" id="{A9F56976-EC11-4D65-B159-CEA788FCD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422"/>
                <a:ext cx="3" cy="25"/>
              </a:xfrm>
              <a:custGeom>
                <a:avLst/>
                <a:gdLst>
                  <a:gd name="T0" fmla="*/ 0 w 1"/>
                  <a:gd name="T1" fmla="*/ 158 h 10"/>
                  <a:gd name="T2" fmla="*/ 27 w 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10"/>
                    </a:moveTo>
                    <a:cubicBezTo>
                      <a:pt x="0" y="7"/>
                      <a:pt x="1" y="4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7" name="Freeform 1832">
                <a:extLst>
                  <a:ext uri="{FF2B5EF4-FFF2-40B4-BE49-F238E27FC236}">
                    <a16:creationId xmlns:a16="http://schemas.microsoft.com/office/drawing/2014/main" id="{A508140F-19F9-4D6B-A027-C2C80C814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237"/>
                <a:ext cx="20" cy="75"/>
              </a:xfrm>
              <a:custGeom>
                <a:avLst/>
                <a:gdLst>
                  <a:gd name="T0" fmla="*/ 0 w 8"/>
                  <a:gd name="T1" fmla="*/ 470 h 30"/>
                  <a:gd name="T2" fmla="*/ 125 w 8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0">
                    <a:moveTo>
                      <a:pt x="0" y="30"/>
                    </a:moveTo>
                    <a:cubicBezTo>
                      <a:pt x="5" y="20"/>
                      <a:pt x="6" y="1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DE5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8" name="Freeform 1833">
                <a:extLst>
                  <a:ext uri="{FF2B5EF4-FFF2-40B4-BE49-F238E27FC236}">
                    <a16:creationId xmlns:a16="http://schemas.microsoft.com/office/drawing/2014/main" id="{504ABE81-3776-42D7-9AD9-0FB48BA20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632"/>
                <a:ext cx="53" cy="27"/>
              </a:xfrm>
              <a:custGeom>
                <a:avLst/>
                <a:gdLst>
                  <a:gd name="T0" fmla="*/ 0 w 21"/>
                  <a:gd name="T1" fmla="*/ 162 h 11"/>
                  <a:gd name="T2" fmla="*/ 338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11"/>
                    </a:moveTo>
                    <a:cubicBezTo>
                      <a:pt x="5" y="6"/>
                      <a:pt x="13" y="1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9" name="Freeform 1834">
                <a:extLst>
                  <a:ext uri="{FF2B5EF4-FFF2-40B4-BE49-F238E27FC236}">
                    <a16:creationId xmlns:a16="http://schemas.microsoft.com/office/drawing/2014/main" id="{3272E52A-9ABE-4652-9B59-7719AB031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562"/>
                <a:ext cx="30" cy="72"/>
              </a:xfrm>
              <a:custGeom>
                <a:avLst/>
                <a:gdLst>
                  <a:gd name="T0" fmla="*/ 0 w 12"/>
                  <a:gd name="T1" fmla="*/ 444 h 29"/>
                  <a:gd name="T2" fmla="*/ 95 w 12"/>
                  <a:gd name="T3" fmla="*/ 184 h 29"/>
                  <a:gd name="T4" fmla="*/ 188 w 12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9">
                    <a:moveTo>
                      <a:pt x="0" y="29"/>
                    </a:moveTo>
                    <a:cubicBezTo>
                      <a:pt x="0" y="24"/>
                      <a:pt x="5" y="18"/>
                      <a:pt x="6" y="12"/>
                    </a:cubicBezTo>
                    <a:cubicBezTo>
                      <a:pt x="8" y="8"/>
                      <a:pt x="10" y="4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0" name="Freeform 1835">
                <a:extLst>
                  <a:ext uri="{FF2B5EF4-FFF2-40B4-BE49-F238E27FC236}">
                    <a16:creationId xmlns:a16="http://schemas.microsoft.com/office/drawing/2014/main" id="{351EB513-5652-4F58-A9EB-08E936E97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927"/>
                <a:ext cx="86" cy="15"/>
              </a:xfrm>
              <a:custGeom>
                <a:avLst/>
                <a:gdLst>
                  <a:gd name="T0" fmla="*/ 0 w 34"/>
                  <a:gd name="T1" fmla="*/ 95 h 6"/>
                  <a:gd name="T2" fmla="*/ 116 w 34"/>
                  <a:gd name="T3" fmla="*/ 33 h 6"/>
                  <a:gd name="T4" fmla="*/ 255 w 34"/>
                  <a:gd name="T5" fmla="*/ 0 h 6"/>
                  <a:gd name="T6" fmla="*/ 551 w 3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6">
                    <a:moveTo>
                      <a:pt x="0" y="6"/>
                    </a:moveTo>
                    <a:cubicBezTo>
                      <a:pt x="2" y="5"/>
                      <a:pt x="4" y="3"/>
                      <a:pt x="7" y="2"/>
                    </a:cubicBezTo>
                    <a:cubicBezTo>
                      <a:pt x="10" y="0"/>
                      <a:pt x="13" y="0"/>
                      <a:pt x="16" y="0"/>
                    </a:cubicBezTo>
                    <a:cubicBezTo>
                      <a:pt x="22" y="0"/>
                      <a:pt x="28" y="0"/>
                      <a:pt x="34" y="0"/>
                    </a:cubicBezTo>
                  </a:path>
                </a:pathLst>
              </a:custGeom>
              <a:noFill/>
              <a:ln w="4763" cap="rnd">
                <a:solidFill>
                  <a:srgbClr val="CB9B6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1" name="Freeform 1836">
                <a:extLst>
                  <a:ext uri="{FF2B5EF4-FFF2-40B4-BE49-F238E27FC236}">
                    <a16:creationId xmlns:a16="http://schemas.microsoft.com/office/drawing/2014/main" id="{DB350B92-5245-4FC7-B34B-D5AF83834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267"/>
                <a:ext cx="10" cy="127"/>
              </a:xfrm>
              <a:custGeom>
                <a:avLst/>
                <a:gdLst>
                  <a:gd name="T0" fmla="*/ 33 w 4"/>
                  <a:gd name="T1" fmla="*/ 0 h 51"/>
                  <a:gd name="T2" fmla="*/ 63 w 4"/>
                  <a:gd name="T3" fmla="*/ 311 h 51"/>
                  <a:gd name="T4" fmla="*/ 0 w 4"/>
                  <a:gd name="T5" fmla="*/ 787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1">
                    <a:moveTo>
                      <a:pt x="2" y="0"/>
                    </a:moveTo>
                    <a:cubicBezTo>
                      <a:pt x="2" y="7"/>
                      <a:pt x="4" y="13"/>
                      <a:pt x="4" y="20"/>
                    </a:cubicBezTo>
                    <a:cubicBezTo>
                      <a:pt x="4" y="31"/>
                      <a:pt x="0" y="41"/>
                      <a:pt x="0" y="51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2" name="Freeform 1837">
                <a:extLst>
                  <a:ext uri="{FF2B5EF4-FFF2-40B4-BE49-F238E27FC236}">
                    <a16:creationId xmlns:a16="http://schemas.microsoft.com/office/drawing/2014/main" id="{C37AA87E-3D34-42B6-AF59-B71CD6E4D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397"/>
                <a:ext cx="12" cy="115"/>
              </a:xfrm>
              <a:custGeom>
                <a:avLst/>
                <a:gdLst>
                  <a:gd name="T0" fmla="*/ 58 w 5"/>
                  <a:gd name="T1" fmla="*/ 0 h 46"/>
                  <a:gd name="T2" fmla="*/ 58 w 5"/>
                  <a:gd name="T3" fmla="*/ 283 h 46"/>
                  <a:gd name="T4" fmla="*/ 0 w 5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6">
                    <a:moveTo>
                      <a:pt x="4" y="0"/>
                    </a:moveTo>
                    <a:cubicBezTo>
                      <a:pt x="2" y="5"/>
                      <a:pt x="5" y="13"/>
                      <a:pt x="4" y="18"/>
                    </a:cubicBezTo>
                    <a:cubicBezTo>
                      <a:pt x="2" y="28"/>
                      <a:pt x="0" y="37"/>
                      <a:pt x="0" y="46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3" name="Freeform 1838">
                <a:extLst>
                  <a:ext uri="{FF2B5EF4-FFF2-40B4-BE49-F238E27FC236}">
                    <a16:creationId xmlns:a16="http://schemas.microsoft.com/office/drawing/2014/main" id="{39FBBC65-09E1-4037-B37C-9D3A7D8F4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449"/>
                <a:ext cx="18" cy="138"/>
              </a:xfrm>
              <a:custGeom>
                <a:avLst/>
                <a:gdLst>
                  <a:gd name="T0" fmla="*/ 85 w 7"/>
                  <a:gd name="T1" fmla="*/ 0 h 55"/>
                  <a:gd name="T2" fmla="*/ 118 w 7"/>
                  <a:gd name="T3" fmla="*/ 868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5">
                    <a:moveTo>
                      <a:pt x="5" y="0"/>
                    </a:moveTo>
                    <a:cubicBezTo>
                      <a:pt x="5" y="18"/>
                      <a:pt x="0" y="38"/>
                      <a:pt x="7" y="55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4" name="Freeform 1839">
                <a:extLst>
                  <a:ext uri="{FF2B5EF4-FFF2-40B4-BE49-F238E27FC236}">
                    <a16:creationId xmlns:a16="http://schemas.microsoft.com/office/drawing/2014/main" id="{682CE727-F798-41D1-94E2-C0E205B39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504"/>
                <a:ext cx="15" cy="143"/>
              </a:xfrm>
              <a:custGeom>
                <a:avLst/>
                <a:gdLst>
                  <a:gd name="T0" fmla="*/ 63 w 6"/>
                  <a:gd name="T1" fmla="*/ 0 h 57"/>
                  <a:gd name="T2" fmla="*/ 0 w 6"/>
                  <a:gd name="T3" fmla="*/ 901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7">
                    <a:moveTo>
                      <a:pt x="4" y="0"/>
                    </a:moveTo>
                    <a:cubicBezTo>
                      <a:pt x="4" y="19"/>
                      <a:pt x="6" y="39"/>
                      <a:pt x="0" y="57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5" name="Freeform 1840">
                <a:extLst>
                  <a:ext uri="{FF2B5EF4-FFF2-40B4-BE49-F238E27FC236}">
                    <a16:creationId xmlns:a16="http://schemas.microsoft.com/office/drawing/2014/main" id="{34CF7F64-FAC2-4663-BCD8-3CC6B5539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597"/>
                <a:ext cx="13" cy="105"/>
              </a:xfrm>
              <a:custGeom>
                <a:avLst/>
                <a:gdLst>
                  <a:gd name="T0" fmla="*/ 55 w 5"/>
                  <a:gd name="T1" fmla="*/ 0 h 42"/>
                  <a:gd name="T2" fmla="*/ 34 w 5"/>
                  <a:gd name="T3" fmla="*/ 300 h 42"/>
                  <a:gd name="T4" fmla="*/ 88 w 5"/>
                  <a:gd name="T5" fmla="*/ 6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2">
                    <a:moveTo>
                      <a:pt x="3" y="0"/>
                    </a:moveTo>
                    <a:cubicBezTo>
                      <a:pt x="0" y="5"/>
                      <a:pt x="2" y="14"/>
                      <a:pt x="2" y="19"/>
                    </a:cubicBezTo>
                    <a:cubicBezTo>
                      <a:pt x="2" y="26"/>
                      <a:pt x="1" y="36"/>
                      <a:pt x="5" y="4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6" name="Freeform 1841">
                <a:extLst>
                  <a:ext uri="{FF2B5EF4-FFF2-40B4-BE49-F238E27FC236}">
                    <a16:creationId xmlns:a16="http://schemas.microsoft.com/office/drawing/2014/main" id="{D8933E8F-2B9E-42B5-B232-58CEE4881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637"/>
                <a:ext cx="8" cy="72"/>
              </a:xfrm>
              <a:custGeom>
                <a:avLst/>
                <a:gdLst>
                  <a:gd name="T0" fmla="*/ 35 w 3"/>
                  <a:gd name="T1" fmla="*/ 0 h 29"/>
                  <a:gd name="T2" fmla="*/ 0 w 3"/>
                  <a:gd name="T3" fmla="*/ 444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9">
                    <a:moveTo>
                      <a:pt x="2" y="0"/>
                    </a:moveTo>
                    <a:cubicBezTo>
                      <a:pt x="1" y="10"/>
                      <a:pt x="3" y="19"/>
                      <a:pt x="0" y="29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7" name="Freeform 1842">
                <a:extLst>
                  <a:ext uri="{FF2B5EF4-FFF2-40B4-BE49-F238E27FC236}">
                    <a16:creationId xmlns:a16="http://schemas.microsoft.com/office/drawing/2014/main" id="{B8238CCE-1FF8-4556-9B25-0CEC91276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069"/>
                <a:ext cx="8" cy="133"/>
              </a:xfrm>
              <a:custGeom>
                <a:avLst/>
                <a:gdLst>
                  <a:gd name="T0" fmla="*/ 56 w 3"/>
                  <a:gd name="T1" fmla="*/ 0 h 53"/>
                  <a:gd name="T2" fmla="*/ 35 w 3"/>
                  <a:gd name="T3" fmla="*/ 83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3">
                    <a:moveTo>
                      <a:pt x="3" y="0"/>
                    </a:moveTo>
                    <a:cubicBezTo>
                      <a:pt x="0" y="17"/>
                      <a:pt x="0" y="37"/>
                      <a:pt x="2" y="53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8" name="Freeform 1843">
                <a:extLst>
                  <a:ext uri="{FF2B5EF4-FFF2-40B4-BE49-F238E27FC236}">
                    <a16:creationId xmlns:a16="http://schemas.microsoft.com/office/drawing/2014/main" id="{30D28E57-D598-4BF4-A4CF-D98DBAB09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127"/>
                <a:ext cx="13" cy="125"/>
              </a:xfrm>
              <a:custGeom>
                <a:avLst/>
                <a:gdLst>
                  <a:gd name="T0" fmla="*/ 88 w 5"/>
                  <a:gd name="T1" fmla="*/ 0 h 50"/>
                  <a:gd name="T2" fmla="*/ 0 w 5"/>
                  <a:gd name="T3" fmla="*/ 78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0">
                    <a:moveTo>
                      <a:pt x="5" y="0"/>
                    </a:moveTo>
                    <a:cubicBezTo>
                      <a:pt x="5" y="18"/>
                      <a:pt x="5" y="33"/>
                      <a:pt x="0" y="5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9" name="Freeform 1844">
                <a:extLst>
                  <a:ext uri="{FF2B5EF4-FFF2-40B4-BE49-F238E27FC236}">
                    <a16:creationId xmlns:a16="http://schemas.microsoft.com/office/drawing/2014/main" id="{D3213155-35BC-462A-B86B-1BCD8B3D7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1999"/>
                <a:ext cx="20" cy="103"/>
              </a:xfrm>
              <a:custGeom>
                <a:avLst/>
                <a:gdLst>
                  <a:gd name="T0" fmla="*/ 50 w 8"/>
                  <a:gd name="T1" fmla="*/ 651 h 41"/>
                  <a:gd name="T2" fmla="*/ 125 w 8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1">
                    <a:moveTo>
                      <a:pt x="3" y="41"/>
                    </a:moveTo>
                    <a:cubicBezTo>
                      <a:pt x="0" y="28"/>
                      <a:pt x="5" y="13"/>
                      <a:pt x="8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0" name="Freeform 1845">
                <a:extLst>
                  <a:ext uri="{FF2B5EF4-FFF2-40B4-BE49-F238E27FC236}">
                    <a16:creationId xmlns:a16="http://schemas.microsoft.com/office/drawing/2014/main" id="{74924718-9669-45AB-A288-FB87C0D9F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1927"/>
                <a:ext cx="28" cy="97"/>
              </a:xfrm>
              <a:custGeom>
                <a:avLst/>
                <a:gdLst>
                  <a:gd name="T0" fmla="*/ 181 w 11"/>
                  <a:gd name="T1" fmla="*/ 0 h 39"/>
                  <a:gd name="T2" fmla="*/ 117 w 11"/>
                  <a:gd name="T3" fmla="*/ 167 h 39"/>
                  <a:gd name="T4" fmla="*/ 20 w 11"/>
                  <a:gd name="T5" fmla="*/ 59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9">
                    <a:moveTo>
                      <a:pt x="11" y="0"/>
                    </a:moveTo>
                    <a:cubicBezTo>
                      <a:pt x="8" y="2"/>
                      <a:pt x="8" y="8"/>
                      <a:pt x="7" y="11"/>
                    </a:cubicBezTo>
                    <a:cubicBezTo>
                      <a:pt x="5" y="20"/>
                      <a:pt x="0" y="30"/>
                      <a:pt x="1" y="39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1" name="Freeform 1846">
                <a:extLst>
                  <a:ext uri="{FF2B5EF4-FFF2-40B4-BE49-F238E27FC236}">
                    <a16:creationId xmlns:a16="http://schemas.microsoft.com/office/drawing/2014/main" id="{C529987A-439C-4867-9B5C-3A70B0E25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1857"/>
                <a:ext cx="15" cy="125"/>
              </a:xfrm>
              <a:custGeom>
                <a:avLst/>
                <a:gdLst>
                  <a:gd name="T0" fmla="*/ 50 w 6"/>
                  <a:gd name="T1" fmla="*/ 0 h 50"/>
                  <a:gd name="T2" fmla="*/ 0 w 6"/>
                  <a:gd name="T3" fmla="*/ 78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0">
                    <a:moveTo>
                      <a:pt x="3" y="0"/>
                    </a:moveTo>
                    <a:cubicBezTo>
                      <a:pt x="5" y="16"/>
                      <a:pt x="6" y="35"/>
                      <a:pt x="0" y="5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2" name="Freeform 1847">
                <a:extLst>
                  <a:ext uri="{FF2B5EF4-FFF2-40B4-BE49-F238E27FC236}">
                    <a16:creationId xmlns:a16="http://schemas.microsoft.com/office/drawing/2014/main" id="{AAEDE2BC-5EDD-4DDA-93B1-191FCF539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1777"/>
                <a:ext cx="13" cy="122"/>
              </a:xfrm>
              <a:custGeom>
                <a:avLst/>
                <a:gdLst>
                  <a:gd name="T0" fmla="*/ 88 w 5"/>
                  <a:gd name="T1" fmla="*/ 0 h 49"/>
                  <a:gd name="T2" fmla="*/ 34 w 5"/>
                  <a:gd name="T3" fmla="*/ 291 h 49"/>
                  <a:gd name="T4" fmla="*/ 0 w 5"/>
                  <a:gd name="T5" fmla="*/ 75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9">
                    <a:moveTo>
                      <a:pt x="5" y="0"/>
                    </a:moveTo>
                    <a:cubicBezTo>
                      <a:pt x="2" y="6"/>
                      <a:pt x="3" y="13"/>
                      <a:pt x="2" y="19"/>
                    </a:cubicBezTo>
                    <a:cubicBezTo>
                      <a:pt x="0" y="29"/>
                      <a:pt x="0" y="39"/>
                      <a:pt x="0" y="49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3" name="Freeform 1848">
                <a:extLst>
                  <a:ext uri="{FF2B5EF4-FFF2-40B4-BE49-F238E27FC236}">
                    <a16:creationId xmlns:a16="http://schemas.microsoft.com/office/drawing/2014/main" id="{8ABE4A4B-5D47-4AE8-BF70-670A5F720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744"/>
                <a:ext cx="10" cy="98"/>
              </a:xfrm>
              <a:custGeom>
                <a:avLst/>
                <a:gdLst>
                  <a:gd name="T0" fmla="*/ 20 w 4"/>
                  <a:gd name="T1" fmla="*/ 0 h 39"/>
                  <a:gd name="T2" fmla="*/ 0 w 4"/>
                  <a:gd name="T3" fmla="*/ 61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9">
                    <a:moveTo>
                      <a:pt x="1" y="0"/>
                    </a:moveTo>
                    <a:cubicBezTo>
                      <a:pt x="3" y="14"/>
                      <a:pt x="4" y="26"/>
                      <a:pt x="0" y="39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4" name="Freeform 1849">
                <a:extLst>
                  <a:ext uri="{FF2B5EF4-FFF2-40B4-BE49-F238E27FC236}">
                    <a16:creationId xmlns:a16="http://schemas.microsoft.com/office/drawing/2014/main" id="{8054E48D-330A-4E5C-9368-5C75939CE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1629"/>
                <a:ext cx="13" cy="133"/>
              </a:xfrm>
              <a:custGeom>
                <a:avLst/>
                <a:gdLst>
                  <a:gd name="T0" fmla="*/ 0 w 5"/>
                  <a:gd name="T1" fmla="*/ 0 h 53"/>
                  <a:gd name="T2" fmla="*/ 88 w 5"/>
                  <a:gd name="T3" fmla="*/ 83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3">
                    <a:moveTo>
                      <a:pt x="0" y="0"/>
                    </a:moveTo>
                    <a:cubicBezTo>
                      <a:pt x="5" y="17"/>
                      <a:pt x="5" y="36"/>
                      <a:pt x="5" y="53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5" name="Freeform 1850">
                <a:extLst>
                  <a:ext uri="{FF2B5EF4-FFF2-40B4-BE49-F238E27FC236}">
                    <a16:creationId xmlns:a16="http://schemas.microsoft.com/office/drawing/2014/main" id="{7B4A9D65-705A-4C8A-809F-C15F346AE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599"/>
                <a:ext cx="5" cy="80"/>
              </a:xfrm>
              <a:custGeom>
                <a:avLst/>
                <a:gdLst>
                  <a:gd name="T0" fmla="*/ 0 w 2"/>
                  <a:gd name="T1" fmla="*/ 0 h 32"/>
                  <a:gd name="T2" fmla="*/ 33 w 2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2">
                    <a:moveTo>
                      <a:pt x="0" y="0"/>
                    </a:moveTo>
                    <a:cubicBezTo>
                      <a:pt x="1" y="11"/>
                      <a:pt x="2" y="21"/>
                      <a:pt x="2" y="3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6" name="Freeform 1851">
                <a:extLst>
                  <a:ext uri="{FF2B5EF4-FFF2-40B4-BE49-F238E27FC236}">
                    <a16:creationId xmlns:a16="http://schemas.microsoft.com/office/drawing/2014/main" id="{D7F1548E-416D-4BB1-9E64-D2B8386FD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469"/>
                <a:ext cx="20" cy="118"/>
              </a:xfrm>
              <a:custGeom>
                <a:avLst/>
                <a:gdLst>
                  <a:gd name="T0" fmla="*/ 0 w 8"/>
                  <a:gd name="T1" fmla="*/ 0 h 47"/>
                  <a:gd name="T2" fmla="*/ 125 w 8"/>
                  <a:gd name="T3" fmla="*/ 74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7">
                    <a:moveTo>
                      <a:pt x="0" y="0"/>
                    </a:moveTo>
                    <a:cubicBezTo>
                      <a:pt x="0" y="17"/>
                      <a:pt x="5" y="31"/>
                      <a:pt x="8" y="47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7" name="Freeform 1852">
                <a:extLst>
                  <a:ext uri="{FF2B5EF4-FFF2-40B4-BE49-F238E27FC236}">
                    <a16:creationId xmlns:a16="http://schemas.microsoft.com/office/drawing/2014/main" id="{B785D9E2-FC1E-4A3E-A4CA-AB31F7085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429"/>
                <a:ext cx="18" cy="65"/>
              </a:xfrm>
              <a:custGeom>
                <a:avLst/>
                <a:gdLst>
                  <a:gd name="T0" fmla="*/ 0 w 7"/>
                  <a:gd name="T1" fmla="*/ 0 h 26"/>
                  <a:gd name="T2" fmla="*/ 33 w 7"/>
                  <a:gd name="T3" fmla="*/ 83 h 26"/>
                  <a:gd name="T4" fmla="*/ 118 w 7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0" y="1"/>
                      <a:pt x="1" y="3"/>
                      <a:pt x="2" y="5"/>
                    </a:cubicBezTo>
                    <a:cubicBezTo>
                      <a:pt x="6" y="12"/>
                      <a:pt x="6" y="19"/>
                      <a:pt x="7" y="26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8" name="Freeform 1853">
                <a:extLst>
                  <a:ext uri="{FF2B5EF4-FFF2-40B4-BE49-F238E27FC236}">
                    <a16:creationId xmlns:a16="http://schemas.microsoft.com/office/drawing/2014/main" id="{628388D8-012B-4A8A-8435-850ECCD4D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437"/>
                <a:ext cx="15" cy="90"/>
              </a:xfrm>
              <a:custGeom>
                <a:avLst/>
                <a:gdLst>
                  <a:gd name="T0" fmla="*/ 95 w 6"/>
                  <a:gd name="T1" fmla="*/ 0 h 36"/>
                  <a:gd name="T2" fmla="*/ 20 w 6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6" y="0"/>
                    </a:moveTo>
                    <a:cubicBezTo>
                      <a:pt x="0" y="10"/>
                      <a:pt x="1" y="25"/>
                      <a:pt x="1" y="36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9" name="Freeform 1854">
                <a:extLst>
                  <a:ext uri="{FF2B5EF4-FFF2-40B4-BE49-F238E27FC236}">
                    <a16:creationId xmlns:a16="http://schemas.microsoft.com/office/drawing/2014/main" id="{317A41BA-20CC-4E58-9F5A-020E23939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457"/>
                <a:ext cx="17" cy="117"/>
              </a:xfrm>
              <a:custGeom>
                <a:avLst/>
                <a:gdLst>
                  <a:gd name="T0" fmla="*/ 100 w 7"/>
                  <a:gd name="T1" fmla="*/ 0 h 47"/>
                  <a:gd name="T2" fmla="*/ 0 w 7"/>
                  <a:gd name="T3" fmla="*/ 72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7">
                    <a:moveTo>
                      <a:pt x="7" y="0"/>
                    </a:moveTo>
                    <a:cubicBezTo>
                      <a:pt x="2" y="16"/>
                      <a:pt x="5" y="32"/>
                      <a:pt x="0" y="47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0" name="Freeform 1855">
                <a:extLst>
                  <a:ext uri="{FF2B5EF4-FFF2-40B4-BE49-F238E27FC236}">
                    <a16:creationId xmlns:a16="http://schemas.microsoft.com/office/drawing/2014/main" id="{58C60A52-323E-4FAA-BF75-7977E37CC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554"/>
                <a:ext cx="10" cy="105"/>
              </a:xfrm>
              <a:custGeom>
                <a:avLst/>
                <a:gdLst>
                  <a:gd name="T0" fmla="*/ 63 w 4"/>
                  <a:gd name="T1" fmla="*/ 0 h 42"/>
                  <a:gd name="T2" fmla="*/ 50 w 4"/>
                  <a:gd name="T3" fmla="*/ 220 h 42"/>
                  <a:gd name="T4" fmla="*/ 33 w 4"/>
                  <a:gd name="T5" fmla="*/ 6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2">
                    <a:moveTo>
                      <a:pt x="4" y="0"/>
                    </a:moveTo>
                    <a:cubicBezTo>
                      <a:pt x="3" y="4"/>
                      <a:pt x="3" y="10"/>
                      <a:pt x="3" y="14"/>
                    </a:cubicBezTo>
                    <a:cubicBezTo>
                      <a:pt x="2" y="23"/>
                      <a:pt x="0" y="33"/>
                      <a:pt x="2" y="4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1" name="Freeform 1856">
                <a:extLst>
                  <a:ext uri="{FF2B5EF4-FFF2-40B4-BE49-F238E27FC236}">
                    <a16:creationId xmlns:a16="http://schemas.microsoft.com/office/drawing/2014/main" id="{0283083B-5F25-4F4D-BCFC-00AFB70CF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664"/>
                <a:ext cx="15" cy="120"/>
              </a:xfrm>
              <a:custGeom>
                <a:avLst/>
                <a:gdLst>
                  <a:gd name="T0" fmla="*/ 50 w 6"/>
                  <a:gd name="T1" fmla="*/ 0 h 48"/>
                  <a:gd name="T2" fmla="*/ 50 w 6"/>
                  <a:gd name="T3" fmla="*/ 333 h 48"/>
                  <a:gd name="T4" fmla="*/ 95 w 6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8">
                    <a:moveTo>
                      <a:pt x="3" y="0"/>
                    </a:moveTo>
                    <a:cubicBezTo>
                      <a:pt x="0" y="5"/>
                      <a:pt x="3" y="15"/>
                      <a:pt x="3" y="21"/>
                    </a:cubicBezTo>
                    <a:cubicBezTo>
                      <a:pt x="3" y="29"/>
                      <a:pt x="2" y="41"/>
                      <a:pt x="6" y="48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2" name="Freeform 1857">
                <a:extLst>
                  <a:ext uri="{FF2B5EF4-FFF2-40B4-BE49-F238E27FC236}">
                    <a16:creationId xmlns:a16="http://schemas.microsoft.com/office/drawing/2014/main" id="{E868F7F2-C851-4B17-8366-959B425F8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809"/>
                <a:ext cx="13" cy="65"/>
              </a:xfrm>
              <a:custGeom>
                <a:avLst/>
                <a:gdLst>
                  <a:gd name="T0" fmla="*/ 0 w 5"/>
                  <a:gd name="T1" fmla="*/ 0 h 26"/>
                  <a:gd name="T2" fmla="*/ 88 w 5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6">
                    <a:moveTo>
                      <a:pt x="0" y="0"/>
                    </a:moveTo>
                    <a:cubicBezTo>
                      <a:pt x="3" y="6"/>
                      <a:pt x="4" y="18"/>
                      <a:pt x="5" y="26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3" name="Freeform 1858">
                <a:extLst>
                  <a:ext uri="{FF2B5EF4-FFF2-40B4-BE49-F238E27FC236}">
                    <a16:creationId xmlns:a16="http://schemas.microsoft.com/office/drawing/2014/main" id="{2DF25C30-B222-455D-9FD0-1D453B539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822"/>
                <a:ext cx="15" cy="130"/>
              </a:xfrm>
              <a:custGeom>
                <a:avLst/>
                <a:gdLst>
                  <a:gd name="T0" fmla="*/ 0 w 6"/>
                  <a:gd name="T1" fmla="*/ 0 h 52"/>
                  <a:gd name="T2" fmla="*/ 83 w 6"/>
                  <a:gd name="T3" fmla="*/ 375 h 52"/>
                  <a:gd name="T4" fmla="*/ 95 w 6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2">
                    <a:moveTo>
                      <a:pt x="0" y="0"/>
                    </a:moveTo>
                    <a:cubicBezTo>
                      <a:pt x="1" y="8"/>
                      <a:pt x="4" y="16"/>
                      <a:pt x="5" y="24"/>
                    </a:cubicBezTo>
                    <a:cubicBezTo>
                      <a:pt x="6" y="33"/>
                      <a:pt x="4" y="43"/>
                      <a:pt x="6" y="5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4" name="Freeform 1859">
                <a:extLst>
                  <a:ext uri="{FF2B5EF4-FFF2-40B4-BE49-F238E27FC236}">
                    <a16:creationId xmlns:a16="http://schemas.microsoft.com/office/drawing/2014/main" id="{E31AE9F4-C53E-4E48-8755-FC025A45E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1907"/>
                <a:ext cx="10" cy="122"/>
              </a:xfrm>
              <a:custGeom>
                <a:avLst/>
                <a:gdLst>
                  <a:gd name="T0" fmla="*/ 0 w 4"/>
                  <a:gd name="T1" fmla="*/ 0 h 49"/>
                  <a:gd name="T2" fmla="*/ 0 w 4"/>
                  <a:gd name="T3" fmla="*/ 321 h 49"/>
                  <a:gd name="T4" fmla="*/ 63 w 4"/>
                  <a:gd name="T5" fmla="*/ 75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9">
                    <a:moveTo>
                      <a:pt x="0" y="0"/>
                    </a:moveTo>
                    <a:cubicBezTo>
                      <a:pt x="0" y="7"/>
                      <a:pt x="0" y="14"/>
                      <a:pt x="0" y="21"/>
                    </a:cubicBezTo>
                    <a:cubicBezTo>
                      <a:pt x="1" y="31"/>
                      <a:pt x="4" y="40"/>
                      <a:pt x="4" y="49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5" name="Freeform 1860">
                <a:extLst>
                  <a:ext uri="{FF2B5EF4-FFF2-40B4-BE49-F238E27FC236}">
                    <a16:creationId xmlns:a16="http://schemas.microsoft.com/office/drawing/2014/main" id="{CD649EB8-FB17-4D99-993E-469093C03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954"/>
                <a:ext cx="2" cy="35"/>
              </a:xfrm>
              <a:custGeom>
                <a:avLst/>
                <a:gdLst>
                  <a:gd name="T0" fmla="*/ 0 w 1"/>
                  <a:gd name="T1" fmla="*/ 0 h 14"/>
                  <a:gd name="T2" fmla="*/ 8 w 1"/>
                  <a:gd name="T3" fmla="*/ 2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4">
                    <a:moveTo>
                      <a:pt x="0" y="0"/>
                    </a:moveTo>
                    <a:cubicBezTo>
                      <a:pt x="0" y="5"/>
                      <a:pt x="1" y="9"/>
                      <a:pt x="1" y="14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6" name="Freeform 1861">
                <a:extLst>
                  <a:ext uri="{FF2B5EF4-FFF2-40B4-BE49-F238E27FC236}">
                    <a16:creationId xmlns:a16="http://schemas.microsoft.com/office/drawing/2014/main" id="{0B2FDEC0-BADE-45F1-9A2C-E77963E32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974"/>
                <a:ext cx="12" cy="118"/>
              </a:xfrm>
              <a:custGeom>
                <a:avLst/>
                <a:gdLst>
                  <a:gd name="T0" fmla="*/ 29 w 5"/>
                  <a:gd name="T1" fmla="*/ 0 h 47"/>
                  <a:gd name="T2" fmla="*/ 0 w 5"/>
                  <a:gd name="T3" fmla="*/ 74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7">
                    <a:moveTo>
                      <a:pt x="2" y="0"/>
                    </a:moveTo>
                    <a:cubicBezTo>
                      <a:pt x="1" y="16"/>
                      <a:pt x="5" y="32"/>
                      <a:pt x="0" y="47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7" name="Freeform 1862">
                <a:extLst>
                  <a:ext uri="{FF2B5EF4-FFF2-40B4-BE49-F238E27FC236}">
                    <a16:creationId xmlns:a16="http://schemas.microsoft.com/office/drawing/2014/main" id="{2CC4ECD7-D97D-40E6-AE45-8D1B4CE34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052"/>
                <a:ext cx="5" cy="112"/>
              </a:xfrm>
              <a:custGeom>
                <a:avLst/>
                <a:gdLst>
                  <a:gd name="T0" fmla="*/ 0 w 2"/>
                  <a:gd name="T1" fmla="*/ 0 h 45"/>
                  <a:gd name="T2" fmla="*/ 20 w 2"/>
                  <a:gd name="T3" fmla="*/ 69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5">
                    <a:moveTo>
                      <a:pt x="0" y="0"/>
                    </a:moveTo>
                    <a:cubicBezTo>
                      <a:pt x="0" y="15"/>
                      <a:pt x="2" y="31"/>
                      <a:pt x="1" y="45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8" name="Freeform 1863">
                <a:extLst>
                  <a:ext uri="{FF2B5EF4-FFF2-40B4-BE49-F238E27FC236}">
                    <a16:creationId xmlns:a16="http://schemas.microsoft.com/office/drawing/2014/main" id="{F5BC222F-2045-420E-B829-23E36521F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104"/>
                <a:ext cx="7" cy="90"/>
              </a:xfrm>
              <a:custGeom>
                <a:avLst/>
                <a:gdLst>
                  <a:gd name="T0" fmla="*/ 0 w 3"/>
                  <a:gd name="T1" fmla="*/ 0 h 36"/>
                  <a:gd name="T2" fmla="*/ 0 w 3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6">
                    <a:moveTo>
                      <a:pt x="0" y="0"/>
                    </a:moveTo>
                    <a:cubicBezTo>
                      <a:pt x="0" y="12"/>
                      <a:pt x="3" y="24"/>
                      <a:pt x="0" y="36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9" name="Freeform 1864">
                <a:extLst>
                  <a:ext uri="{FF2B5EF4-FFF2-40B4-BE49-F238E27FC236}">
                    <a16:creationId xmlns:a16="http://schemas.microsoft.com/office/drawing/2014/main" id="{C4786CB8-6E2F-4748-B9E2-FBE3BCF74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179"/>
                <a:ext cx="5" cy="90"/>
              </a:xfrm>
              <a:custGeom>
                <a:avLst/>
                <a:gdLst>
                  <a:gd name="T0" fmla="*/ 33 w 2"/>
                  <a:gd name="T1" fmla="*/ 0 h 36"/>
                  <a:gd name="T2" fmla="*/ 20 w 2"/>
                  <a:gd name="T3" fmla="*/ 188 h 36"/>
                  <a:gd name="T4" fmla="*/ 33 w 2"/>
                  <a:gd name="T5" fmla="*/ 56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6">
                    <a:moveTo>
                      <a:pt x="2" y="0"/>
                    </a:moveTo>
                    <a:cubicBezTo>
                      <a:pt x="0" y="3"/>
                      <a:pt x="1" y="8"/>
                      <a:pt x="1" y="12"/>
                    </a:cubicBezTo>
                    <a:cubicBezTo>
                      <a:pt x="1" y="19"/>
                      <a:pt x="0" y="29"/>
                      <a:pt x="2" y="36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0" name="Freeform 1865">
                <a:extLst>
                  <a:ext uri="{FF2B5EF4-FFF2-40B4-BE49-F238E27FC236}">
                    <a16:creationId xmlns:a16="http://schemas.microsoft.com/office/drawing/2014/main" id="{D83639AB-1F32-4A22-A4AA-9BEC52737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224"/>
                <a:ext cx="5" cy="105"/>
              </a:xfrm>
              <a:custGeom>
                <a:avLst/>
                <a:gdLst>
                  <a:gd name="T0" fmla="*/ 0 w 2"/>
                  <a:gd name="T1" fmla="*/ 0 h 42"/>
                  <a:gd name="T2" fmla="*/ 33 w 2"/>
                  <a:gd name="T3" fmla="*/ 188 h 42"/>
                  <a:gd name="T4" fmla="*/ 0 w 2"/>
                  <a:gd name="T5" fmla="*/ 6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2">
                    <a:moveTo>
                      <a:pt x="0" y="0"/>
                    </a:moveTo>
                    <a:cubicBezTo>
                      <a:pt x="0" y="4"/>
                      <a:pt x="1" y="8"/>
                      <a:pt x="2" y="12"/>
                    </a:cubicBezTo>
                    <a:cubicBezTo>
                      <a:pt x="2" y="22"/>
                      <a:pt x="2" y="32"/>
                      <a:pt x="0" y="4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1" name="Freeform 1866">
                <a:extLst>
                  <a:ext uri="{FF2B5EF4-FFF2-40B4-BE49-F238E27FC236}">
                    <a16:creationId xmlns:a16="http://schemas.microsoft.com/office/drawing/2014/main" id="{AA152452-B572-4DBC-8A2A-F5B448A74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89"/>
                <a:ext cx="8" cy="100"/>
              </a:xfrm>
              <a:custGeom>
                <a:avLst/>
                <a:gdLst>
                  <a:gd name="T0" fmla="*/ 0 w 3"/>
                  <a:gd name="T1" fmla="*/ 0 h 40"/>
                  <a:gd name="T2" fmla="*/ 56 w 3"/>
                  <a:gd name="T3" fmla="*/ 62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0">
                    <a:moveTo>
                      <a:pt x="0" y="0"/>
                    </a:moveTo>
                    <a:cubicBezTo>
                      <a:pt x="0" y="14"/>
                      <a:pt x="3" y="27"/>
                      <a:pt x="3" y="4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2" name="Freeform 1867">
                <a:extLst>
                  <a:ext uri="{FF2B5EF4-FFF2-40B4-BE49-F238E27FC236}">
                    <a16:creationId xmlns:a16="http://schemas.microsoft.com/office/drawing/2014/main" id="{417C9052-AECC-41B4-88EF-5032B8898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344"/>
                <a:ext cx="5" cy="85"/>
              </a:xfrm>
              <a:custGeom>
                <a:avLst/>
                <a:gdLst>
                  <a:gd name="T0" fmla="*/ 20 w 2"/>
                  <a:gd name="T1" fmla="*/ 0 h 34"/>
                  <a:gd name="T2" fmla="*/ 0 w 2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4">
                    <a:moveTo>
                      <a:pt x="1" y="0"/>
                    </a:moveTo>
                    <a:cubicBezTo>
                      <a:pt x="1" y="11"/>
                      <a:pt x="2" y="23"/>
                      <a:pt x="0" y="34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3" name="Freeform 1868">
                <a:extLst>
                  <a:ext uri="{FF2B5EF4-FFF2-40B4-BE49-F238E27FC236}">
                    <a16:creationId xmlns:a16="http://schemas.microsoft.com/office/drawing/2014/main" id="{835912E5-7550-4289-B96A-2EF4EF304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409"/>
                <a:ext cx="5" cy="78"/>
              </a:xfrm>
              <a:custGeom>
                <a:avLst/>
                <a:gdLst>
                  <a:gd name="T0" fmla="*/ 33 w 2"/>
                  <a:gd name="T1" fmla="*/ 0 h 31"/>
                  <a:gd name="T2" fmla="*/ 33 w 2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1">
                    <a:moveTo>
                      <a:pt x="2" y="0"/>
                    </a:moveTo>
                    <a:cubicBezTo>
                      <a:pt x="0" y="9"/>
                      <a:pt x="0" y="23"/>
                      <a:pt x="2" y="31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4" name="Freeform 1869">
                <a:extLst>
                  <a:ext uri="{FF2B5EF4-FFF2-40B4-BE49-F238E27FC236}">
                    <a16:creationId xmlns:a16="http://schemas.microsoft.com/office/drawing/2014/main" id="{3BD9A133-FCCE-4DE9-86FB-90149D13A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444"/>
                <a:ext cx="5" cy="53"/>
              </a:xfrm>
              <a:custGeom>
                <a:avLst/>
                <a:gdLst>
                  <a:gd name="T0" fmla="*/ 0 w 2"/>
                  <a:gd name="T1" fmla="*/ 0 h 21"/>
                  <a:gd name="T2" fmla="*/ 20 w 2"/>
                  <a:gd name="T3" fmla="*/ 33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1">
                    <a:moveTo>
                      <a:pt x="0" y="0"/>
                    </a:moveTo>
                    <a:cubicBezTo>
                      <a:pt x="0" y="7"/>
                      <a:pt x="2" y="14"/>
                      <a:pt x="1" y="21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5" name="Freeform 1870">
                <a:extLst>
                  <a:ext uri="{FF2B5EF4-FFF2-40B4-BE49-F238E27FC236}">
                    <a16:creationId xmlns:a16="http://schemas.microsoft.com/office/drawing/2014/main" id="{2DDE3889-5555-4CD0-91B4-9E127B66E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449"/>
                <a:ext cx="17" cy="150"/>
              </a:xfrm>
              <a:custGeom>
                <a:avLst/>
                <a:gdLst>
                  <a:gd name="T0" fmla="*/ 70 w 7"/>
                  <a:gd name="T1" fmla="*/ 0 h 60"/>
                  <a:gd name="T2" fmla="*/ 87 w 7"/>
                  <a:gd name="T3" fmla="*/ 313 h 60"/>
                  <a:gd name="T4" fmla="*/ 0 w 7"/>
                  <a:gd name="T5" fmla="*/ 9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0">
                    <a:moveTo>
                      <a:pt x="5" y="0"/>
                    </a:moveTo>
                    <a:cubicBezTo>
                      <a:pt x="5" y="7"/>
                      <a:pt x="6" y="14"/>
                      <a:pt x="6" y="20"/>
                    </a:cubicBezTo>
                    <a:cubicBezTo>
                      <a:pt x="7" y="34"/>
                      <a:pt x="4" y="47"/>
                      <a:pt x="0" y="6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6" name="Freeform 1871">
                <a:extLst>
                  <a:ext uri="{FF2B5EF4-FFF2-40B4-BE49-F238E27FC236}">
                    <a16:creationId xmlns:a16="http://schemas.microsoft.com/office/drawing/2014/main" id="{A881FA02-A8FD-4731-B679-9DBF7C208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519"/>
                <a:ext cx="5" cy="48"/>
              </a:xfrm>
              <a:custGeom>
                <a:avLst/>
                <a:gdLst>
                  <a:gd name="T0" fmla="*/ 33 w 2"/>
                  <a:gd name="T1" fmla="*/ 0 h 19"/>
                  <a:gd name="T2" fmla="*/ 33 w 2"/>
                  <a:gd name="T3" fmla="*/ 30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2" y="0"/>
                    </a:moveTo>
                    <a:cubicBezTo>
                      <a:pt x="0" y="6"/>
                      <a:pt x="2" y="13"/>
                      <a:pt x="2" y="19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7" name="Freeform 1872">
                <a:extLst>
                  <a:ext uri="{FF2B5EF4-FFF2-40B4-BE49-F238E27FC236}">
                    <a16:creationId xmlns:a16="http://schemas.microsoft.com/office/drawing/2014/main" id="{1318EB48-112B-4691-A18B-0D17F4113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619"/>
                <a:ext cx="10" cy="90"/>
              </a:xfrm>
              <a:custGeom>
                <a:avLst/>
                <a:gdLst>
                  <a:gd name="T0" fmla="*/ 0 w 4"/>
                  <a:gd name="T1" fmla="*/ 0 h 36"/>
                  <a:gd name="T2" fmla="*/ 20 w 4"/>
                  <a:gd name="T3" fmla="*/ 220 h 36"/>
                  <a:gd name="T4" fmla="*/ 63 w 4"/>
                  <a:gd name="T5" fmla="*/ 56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6">
                    <a:moveTo>
                      <a:pt x="0" y="0"/>
                    </a:moveTo>
                    <a:cubicBezTo>
                      <a:pt x="0" y="3"/>
                      <a:pt x="1" y="10"/>
                      <a:pt x="1" y="14"/>
                    </a:cubicBezTo>
                    <a:cubicBezTo>
                      <a:pt x="2" y="20"/>
                      <a:pt x="0" y="32"/>
                      <a:pt x="4" y="36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8" name="Freeform 1873">
                <a:extLst>
                  <a:ext uri="{FF2B5EF4-FFF2-40B4-BE49-F238E27FC236}">
                    <a16:creationId xmlns:a16="http://schemas.microsoft.com/office/drawing/2014/main" id="{570C190F-859A-4091-A049-A79FBC5C1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612"/>
                <a:ext cx="7" cy="85"/>
              </a:xfrm>
              <a:custGeom>
                <a:avLst/>
                <a:gdLst>
                  <a:gd name="T0" fmla="*/ 0 w 3"/>
                  <a:gd name="T1" fmla="*/ 0 h 34"/>
                  <a:gd name="T2" fmla="*/ 12 w 3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4">
                    <a:moveTo>
                      <a:pt x="0" y="0"/>
                    </a:moveTo>
                    <a:cubicBezTo>
                      <a:pt x="3" y="10"/>
                      <a:pt x="1" y="23"/>
                      <a:pt x="1" y="34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9" name="Freeform 1874">
                <a:extLst>
                  <a:ext uri="{FF2B5EF4-FFF2-40B4-BE49-F238E27FC236}">
                    <a16:creationId xmlns:a16="http://schemas.microsoft.com/office/drawing/2014/main" id="{3DA22D75-9B90-41E7-A3D0-2C77FBCA6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729"/>
                <a:ext cx="803" cy="295"/>
              </a:xfrm>
              <a:custGeom>
                <a:avLst/>
                <a:gdLst>
                  <a:gd name="T0" fmla="*/ 0 w 321"/>
                  <a:gd name="T1" fmla="*/ 1033 h 118"/>
                  <a:gd name="T2" fmla="*/ 188 w 321"/>
                  <a:gd name="T3" fmla="*/ 1050 h 118"/>
                  <a:gd name="T4" fmla="*/ 375 w 321"/>
                  <a:gd name="T5" fmla="*/ 1270 h 118"/>
                  <a:gd name="T6" fmla="*/ 738 w 321"/>
                  <a:gd name="T7" fmla="*/ 1395 h 118"/>
                  <a:gd name="T8" fmla="*/ 1001 w 321"/>
                  <a:gd name="T9" fmla="*/ 1625 h 118"/>
                  <a:gd name="T10" fmla="*/ 1176 w 321"/>
                  <a:gd name="T11" fmla="*/ 1613 h 118"/>
                  <a:gd name="T12" fmla="*/ 1333 w 321"/>
                  <a:gd name="T13" fmla="*/ 1688 h 118"/>
                  <a:gd name="T14" fmla="*/ 1771 w 321"/>
                  <a:gd name="T15" fmla="*/ 1770 h 118"/>
                  <a:gd name="T16" fmla="*/ 1989 w 321"/>
                  <a:gd name="T17" fmla="*/ 1675 h 118"/>
                  <a:gd name="T18" fmla="*/ 2146 w 321"/>
                  <a:gd name="T19" fmla="*/ 1800 h 118"/>
                  <a:gd name="T20" fmla="*/ 2334 w 321"/>
                  <a:gd name="T21" fmla="*/ 1800 h 118"/>
                  <a:gd name="T22" fmla="*/ 2492 w 321"/>
                  <a:gd name="T23" fmla="*/ 1833 h 118"/>
                  <a:gd name="T24" fmla="*/ 2692 w 321"/>
                  <a:gd name="T25" fmla="*/ 1783 h 118"/>
                  <a:gd name="T26" fmla="*/ 2959 w 321"/>
                  <a:gd name="T27" fmla="*/ 1783 h 118"/>
                  <a:gd name="T28" fmla="*/ 3192 w 321"/>
                  <a:gd name="T29" fmla="*/ 1708 h 118"/>
                  <a:gd name="T30" fmla="*/ 3367 w 321"/>
                  <a:gd name="T31" fmla="*/ 1625 h 118"/>
                  <a:gd name="T32" fmla="*/ 3772 w 321"/>
                  <a:gd name="T33" fmla="*/ 1550 h 118"/>
                  <a:gd name="T34" fmla="*/ 4130 w 321"/>
                  <a:gd name="T35" fmla="*/ 1425 h 118"/>
                  <a:gd name="T36" fmla="*/ 4430 w 321"/>
                  <a:gd name="T37" fmla="*/ 1145 h 118"/>
                  <a:gd name="T38" fmla="*/ 4555 w 321"/>
                  <a:gd name="T39" fmla="*/ 1033 h 118"/>
                  <a:gd name="T40" fmla="*/ 4630 w 321"/>
                  <a:gd name="T41" fmla="*/ 908 h 118"/>
                  <a:gd name="T42" fmla="*/ 4838 w 321"/>
                  <a:gd name="T43" fmla="*/ 658 h 118"/>
                  <a:gd name="T44" fmla="*/ 4993 w 321"/>
                  <a:gd name="T45" fmla="*/ 333 h 118"/>
                  <a:gd name="T46" fmla="*/ 5026 w 321"/>
                  <a:gd name="T47" fmla="*/ 175 h 118"/>
                  <a:gd name="T48" fmla="*/ 4976 w 321"/>
                  <a:gd name="T49" fmla="*/ 0 h 1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21" h="118">
                    <a:moveTo>
                      <a:pt x="0" y="66"/>
                    </a:moveTo>
                    <a:cubicBezTo>
                      <a:pt x="1" y="68"/>
                      <a:pt x="9" y="66"/>
                      <a:pt x="12" y="67"/>
                    </a:cubicBezTo>
                    <a:cubicBezTo>
                      <a:pt x="17" y="70"/>
                      <a:pt x="20" y="76"/>
                      <a:pt x="24" y="81"/>
                    </a:cubicBezTo>
                    <a:cubicBezTo>
                      <a:pt x="29" y="88"/>
                      <a:pt x="39" y="85"/>
                      <a:pt x="47" y="89"/>
                    </a:cubicBezTo>
                    <a:cubicBezTo>
                      <a:pt x="54" y="93"/>
                      <a:pt x="57" y="101"/>
                      <a:pt x="64" y="104"/>
                    </a:cubicBezTo>
                    <a:cubicBezTo>
                      <a:pt x="68" y="105"/>
                      <a:pt x="71" y="102"/>
                      <a:pt x="75" y="103"/>
                    </a:cubicBezTo>
                    <a:cubicBezTo>
                      <a:pt x="78" y="103"/>
                      <a:pt x="82" y="106"/>
                      <a:pt x="85" y="108"/>
                    </a:cubicBezTo>
                    <a:cubicBezTo>
                      <a:pt x="94" y="114"/>
                      <a:pt x="101" y="118"/>
                      <a:pt x="113" y="113"/>
                    </a:cubicBezTo>
                    <a:cubicBezTo>
                      <a:pt x="117" y="111"/>
                      <a:pt x="122" y="106"/>
                      <a:pt x="127" y="107"/>
                    </a:cubicBezTo>
                    <a:cubicBezTo>
                      <a:pt x="131" y="108"/>
                      <a:pt x="133" y="113"/>
                      <a:pt x="137" y="115"/>
                    </a:cubicBezTo>
                    <a:cubicBezTo>
                      <a:pt x="142" y="117"/>
                      <a:pt x="144" y="115"/>
                      <a:pt x="149" y="115"/>
                    </a:cubicBezTo>
                    <a:cubicBezTo>
                      <a:pt x="153" y="114"/>
                      <a:pt x="155" y="117"/>
                      <a:pt x="159" y="117"/>
                    </a:cubicBezTo>
                    <a:cubicBezTo>
                      <a:pt x="163" y="117"/>
                      <a:pt x="167" y="115"/>
                      <a:pt x="172" y="114"/>
                    </a:cubicBezTo>
                    <a:cubicBezTo>
                      <a:pt x="178" y="114"/>
                      <a:pt x="183" y="115"/>
                      <a:pt x="189" y="114"/>
                    </a:cubicBezTo>
                    <a:cubicBezTo>
                      <a:pt x="194" y="113"/>
                      <a:pt x="200" y="112"/>
                      <a:pt x="204" y="109"/>
                    </a:cubicBezTo>
                    <a:cubicBezTo>
                      <a:pt x="208" y="106"/>
                      <a:pt x="210" y="103"/>
                      <a:pt x="215" y="104"/>
                    </a:cubicBezTo>
                    <a:cubicBezTo>
                      <a:pt x="225" y="104"/>
                      <a:pt x="233" y="109"/>
                      <a:pt x="241" y="99"/>
                    </a:cubicBezTo>
                    <a:cubicBezTo>
                      <a:pt x="248" y="91"/>
                      <a:pt x="254" y="93"/>
                      <a:pt x="264" y="91"/>
                    </a:cubicBezTo>
                    <a:cubicBezTo>
                      <a:pt x="275" y="88"/>
                      <a:pt x="278" y="82"/>
                      <a:pt x="283" y="73"/>
                    </a:cubicBezTo>
                    <a:cubicBezTo>
                      <a:pt x="286" y="68"/>
                      <a:pt x="288" y="69"/>
                      <a:pt x="291" y="66"/>
                    </a:cubicBezTo>
                    <a:cubicBezTo>
                      <a:pt x="294" y="64"/>
                      <a:pt x="294" y="60"/>
                      <a:pt x="296" y="58"/>
                    </a:cubicBezTo>
                    <a:cubicBezTo>
                      <a:pt x="302" y="51"/>
                      <a:pt x="310" y="52"/>
                      <a:pt x="309" y="42"/>
                    </a:cubicBezTo>
                    <a:cubicBezTo>
                      <a:pt x="309" y="33"/>
                      <a:pt x="316" y="29"/>
                      <a:pt x="319" y="21"/>
                    </a:cubicBezTo>
                    <a:cubicBezTo>
                      <a:pt x="321" y="18"/>
                      <a:pt x="321" y="14"/>
                      <a:pt x="321" y="11"/>
                    </a:cubicBezTo>
                    <a:cubicBezTo>
                      <a:pt x="320" y="8"/>
                      <a:pt x="317" y="1"/>
                      <a:pt x="318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0" name="Freeform 1875">
                <a:extLst>
                  <a:ext uri="{FF2B5EF4-FFF2-40B4-BE49-F238E27FC236}">
                    <a16:creationId xmlns:a16="http://schemas.microsoft.com/office/drawing/2014/main" id="{4E59C051-0643-4DAC-8267-99371339D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782"/>
                <a:ext cx="23" cy="57"/>
              </a:xfrm>
              <a:custGeom>
                <a:avLst/>
                <a:gdLst>
                  <a:gd name="T0" fmla="*/ 151 w 9"/>
                  <a:gd name="T1" fmla="*/ 0 h 23"/>
                  <a:gd name="T2" fmla="*/ 118 w 9"/>
                  <a:gd name="T3" fmla="*/ 228 h 23"/>
                  <a:gd name="T4" fmla="*/ 0 w 9"/>
                  <a:gd name="T5" fmla="*/ 34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3">
                    <a:moveTo>
                      <a:pt x="9" y="0"/>
                    </a:moveTo>
                    <a:cubicBezTo>
                      <a:pt x="9" y="5"/>
                      <a:pt x="9" y="10"/>
                      <a:pt x="7" y="15"/>
                    </a:cubicBezTo>
                    <a:cubicBezTo>
                      <a:pt x="5" y="18"/>
                      <a:pt x="2" y="20"/>
                      <a:pt x="0" y="23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1" name="Freeform 1876">
                <a:extLst>
                  <a:ext uri="{FF2B5EF4-FFF2-40B4-BE49-F238E27FC236}">
                    <a16:creationId xmlns:a16="http://schemas.microsoft.com/office/drawing/2014/main" id="{E7155215-EAA6-4A0B-AAE5-07D069F6A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817"/>
                <a:ext cx="62" cy="77"/>
              </a:xfrm>
              <a:custGeom>
                <a:avLst/>
                <a:gdLst>
                  <a:gd name="T0" fmla="*/ 0 w 25"/>
                  <a:gd name="T1" fmla="*/ 474 h 31"/>
                  <a:gd name="T2" fmla="*/ 216 w 25"/>
                  <a:gd name="T3" fmla="*/ 216 h 31"/>
                  <a:gd name="T4" fmla="*/ 382 w 25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1">
                    <a:moveTo>
                      <a:pt x="0" y="31"/>
                    </a:moveTo>
                    <a:cubicBezTo>
                      <a:pt x="10" y="30"/>
                      <a:pt x="13" y="23"/>
                      <a:pt x="14" y="14"/>
                    </a:cubicBezTo>
                    <a:cubicBezTo>
                      <a:pt x="23" y="17"/>
                      <a:pt x="25" y="6"/>
                      <a:pt x="25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2" name="Freeform 1877">
                <a:extLst>
                  <a:ext uri="{FF2B5EF4-FFF2-40B4-BE49-F238E27FC236}">
                    <a16:creationId xmlns:a16="http://schemas.microsoft.com/office/drawing/2014/main" id="{E6C99F34-5BDC-43F5-8543-33AB2A4B0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772"/>
                <a:ext cx="23" cy="47"/>
              </a:xfrm>
              <a:custGeom>
                <a:avLst/>
                <a:gdLst>
                  <a:gd name="T0" fmla="*/ 0 w 9"/>
                  <a:gd name="T1" fmla="*/ 287 h 19"/>
                  <a:gd name="T2" fmla="*/ 130 w 9"/>
                  <a:gd name="T3" fmla="*/ 134 h 19"/>
                  <a:gd name="T4" fmla="*/ 66 w 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0" y="19"/>
                    </a:moveTo>
                    <a:cubicBezTo>
                      <a:pt x="3" y="17"/>
                      <a:pt x="8" y="13"/>
                      <a:pt x="8" y="9"/>
                    </a:cubicBezTo>
                    <a:cubicBezTo>
                      <a:pt x="9" y="5"/>
                      <a:pt x="4" y="3"/>
                      <a:pt x="4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3" name="Freeform 1878">
                <a:extLst>
                  <a:ext uri="{FF2B5EF4-FFF2-40B4-BE49-F238E27FC236}">
                    <a16:creationId xmlns:a16="http://schemas.microsoft.com/office/drawing/2014/main" id="{BB5EBC91-0560-42AF-ADD8-B401AD2BC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724"/>
                <a:ext cx="13" cy="60"/>
              </a:xfrm>
              <a:custGeom>
                <a:avLst/>
                <a:gdLst>
                  <a:gd name="T0" fmla="*/ 0 w 5"/>
                  <a:gd name="T1" fmla="*/ 375 h 24"/>
                  <a:gd name="T2" fmla="*/ 88 w 5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4">
                    <a:moveTo>
                      <a:pt x="0" y="24"/>
                    </a:moveTo>
                    <a:cubicBezTo>
                      <a:pt x="0" y="16"/>
                      <a:pt x="5" y="7"/>
                      <a:pt x="5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4" name="Freeform 1879">
                <a:extLst>
                  <a:ext uri="{FF2B5EF4-FFF2-40B4-BE49-F238E27FC236}">
                    <a16:creationId xmlns:a16="http://schemas.microsoft.com/office/drawing/2014/main" id="{33E0695D-C64F-4306-A19F-34086C73B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729"/>
                <a:ext cx="10" cy="20"/>
              </a:xfrm>
              <a:custGeom>
                <a:avLst/>
                <a:gdLst>
                  <a:gd name="T0" fmla="*/ 0 w 4"/>
                  <a:gd name="T1" fmla="*/ 125 h 8"/>
                  <a:gd name="T2" fmla="*/ 63 w 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1" y="4"/>
                      <a:pt x="4" y="4"/>
                      <a:pt x="4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5" name="Freeform 1880">
                <a:extLst>
                  <a:ext uri="{FF2B5EF4-FFF2-40B4-BE49-F238E27FC236}">
                    <a16:creationId xmlns:a16="http://schemas.microsoft.com/office/drawing/2014/main" id="{12C80965-D46F-4AA1-B6CE-69F0DC22E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737"/>
                <a:ext cx="8" cy="17"/>
              </a:xfrm>
              <a:custGeom>
                <a:avLst/>
                <a:gdLst>
                  <a:gd name="T0" fmla="*/ 0 w 3"/>
                  <a:gd name="T1" fmla="*/ 0 h 7"/>
                  <a:gd name="T2" fmla="*/ 56 w 3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2" y="2"/>
                      <a:pt x="3" y="4"/>
                      <a:pt x="3" y="7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6" name="Freeform 1881">
                <a:extLst>
                  <a:ext uri="{FF2B5EF4-FFF2-40B4-BE49-F238E27FC236}">
                    <a16:creationId xmlns:a16="http://schemas.microsoft.com/office/drawing/2014/main" id="{937EB2EE-7116-47DB-8D88-49FB8E71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749"/>
                <a:ext cx="18" cy="53"/>
              </a:xfrm>
              <a:custGeom>
                <a:avLst/>
                <a:gdLst>
                  <a:gd name="T0" fmla="*/ 118 w 7"/>
                  <a:gd name="T1" fmla="*/ 0 h 21"/>
                  <a:gd name="T2" fmla="*/ 33 w 7"/>
                  <a:gd name="T3" fmla="*/ 33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7" y="0"/>
                    </a:moveTo>
                    <a:cubicBezTo>
                      <a:pt x="2" y="6"/>
                      <a:pt x="0" y="14"/>
                      <a:pt x="2" y="21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7" name="Freeform 1882">
                <a:extLst>
                  <a:ext uri="{FF2B5EF4-FFF2-40B4-BE49-F238E27FC236}">
                    <a16:creationId xmlns:a16="http://schemas.microsoft.com/office/drawing/2014/main" id="{5A52F2C1-DE15-40C6-83CB-6DE1733D1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824"/>
                <a:ext cx="33" cy="48"/>
              </a:xfrm>
              <a:custGeom>
                <a:avLst/>
                <a:gdLst>
                  <a:gd name="T0" fmla="*/ 213 w 13"/>
                  <a:gd name="T1" fmla="*/ 0 h 19"/>
                  <a:gd name="T2" fmla="*/ 0 w 13"/>
                  <a:gd name="T3" fmla="*/ 30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5" y="1"/>
                      <a:pt x="0" y="13"/>
                      <a:pt x="0" y="19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8" name="Freeform 1883">
                <a:extLst>
                  <a:ext uri="{FF2B5EF4-FFF2-40B4-BE49-F238E27FC236}">
                    <a16:creationId xmlns:a16="http://schemas.microsoft.com/office/drawing/2014/main" id="{E1322933-80D8-4AB1-A5CB-F1AEE167E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872"/>
                <a:ext cx="32" cy="40"/>
              </a:xfrm>
              <a:custGeom>
                <a:avLst/>
                <a:gdLst>
                  <a:gd name="T0" fmla="*/ 194 w 13"/>
                  <a:gd name="T1" fmla="*/ 33 h 16"/>
                  <a:gd name="T2" fmla="*/ 62 w 13"/>
                  <a:gd name="T3" fmla="*/ 95 h 16"/>
                  <a:gd name="T4" fmla="*/ 12 w 13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3" y="2"/>
                    </a:moveTo>
                    <a:cubicBezTo>
                      <a:pt x="10" y="0"/>
                      <a:pt x="6" y="3"/>
                      <a:pt x="4" y="6"/>
                    </a:cubicBezTo>
                    <a:cubicBezTo>
                      <a:pt x="0" y="10"/>
                      <a:pt x="2" y="13"/>
                      <a:pt x="1" y="16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9" name="Freeform 1884">
                <a:extLst>
                  <a:ext uri="{FF2B5EF4-FFF2-40B4-BE49-F238E27FC236}">
                    <a16:creationId xmlns:a16="http://schemas.microsoft.com/office/drawing/2014/main" id="{ED0208DE-38A6-486A-98B5-B08F43496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894"/>
                <a:ext cx="42" cy="40"/>
              </a:xfrm>
              <a:custGeom>
                <a:avLst/>
                <a:gdLst>
                  <a:gd name="T0" fmla="*/ 0 w 17"/>
                  <a:gd name="T1" fmla="*/ 250 h 16"/>
                  <a:gd name="T2" fmla="*/ 257 w 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16"/>
                    </a:moveTo>
                    <a:cubicBezTo>
                      <a:pt x="10" y="16"/>
                      <a:pt x="14" y="8"/>
                      <a:pt x="17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0" name="Freeform 1885">
                <a:extLst>
                  <a:ext uri="{FF2B5EF4-FFF2-40B4-BE49-F238E27FC236}">
                    <a16:creationId xmlns:a16="http://schemas.microsoft.com/office/drawing/2014/main" id="{1D59EC1A-897B-4F92-92C9-75B570250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882"/>
                <a:ext cx="35" cy="35"/>
              </a:xfrm>
              <a:custGeom>
                <a:avLst/>
                <a:gdLst>
                  <a:gd name="T0" fmla="*/ 0 w 14"/>
                  <a:gd name="T1" fmla="*/ 220 h 14"/>
                  <a:gd name="T2" fmla="*/ 220 w 1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7" y="14"/>
                      <a:pt x="13" y="6"/>
                      <a:pt x="14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1" name="Freeform 1886">
                <a:extLst>
                  <a:ext uri="{FF2B5EF4-FFF2-40B4-BE49-F238E27FC236}">
                    <a16:creationId xmlns:a16="http://schemas.microsoft.com/office/drawing/2014/main" id="{5B968D63-033F-4FE3-BD4B-75FA59734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849"/>
                <a:ext cx="28" cy="40"/>
              </a:xfrm>
              <a:custGeom>
                <a:avLst/>
                <a:gdLst>
                  <a:gd name="T0" fmla="*/ 0 w 11"/>
                  <a:gd name="T1" fmla="*/ 250 h 16"/>
                  <a:gd name="T2" fmla="*/ 181 w 1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0" y="16"/>
                    </a:moveTo>
                    <a:cubicBezTo>
                      <a:pt x="4" y="12"/>
                      <a:pt x="10" y="7"/>
                      <a:pt x="11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2" name="Freeform 1887">
                <a:extLst>
                  <a:ext uri="{FF2B5EF4-FFF2-40B4-BE49-F238E27FC236}">
                    <a16:creationId xmlns:a16="http://schemas.microsoft.com/office/drawing/2014/main" id="{57FAEE4E-BBF4-4125-832C-BB43974C2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939"/>
                <a:ext cx="180" cy="73"/>
              </a:xfrm>
              <a:custGeom>
                <a:avLst/>
                <a:gdLst>
                  <a:gd name="T0" fmla="*/ 0 w 72"/>
                  <a:gd name="T1" fmla="*/ 413 h 29"/>
                  <a:gd name="T2" fmla="*/ 250 w 72"/>
                  <a:gd name="T3" fmla="*/ 368 h 29"/>
                  <a:gd name="T4" fmla="*/ 458 w 72"/>
                  <a:gd name="T5" fmla="*/ 222 h 29"/>
                  <a:gd name="T6" fmla="*/ 688 w 72"/>
                  <a:gd name="T7" fmla="*/ 272 h 29"/>
                  <a:gd name="T8" fmla="*/ 845 w 72"/>
                  <a:gd name="T9" fmla="*/ 113 h 29"/>
                  <a:gd name="T10" fmla="*/ 970 w 72"/>
                  <a:gd name="T11" fmla="*/ 20 h 29"/>
                  <a:gd name="T12" fmla="*/ 1125 w 72"/>
                  <a:gd name="T13" fmla="*/ 3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9">
                    <a:moveTo>
                      <a:pt x="0" y="26"/>
                    </a:moveTo>
                    <a:cubicBezTo>
                      <a:pt x="6" y="28"/>
                      <a:pt x="12" y="29"/>
                      <a:pt x="16" y="23"/>
                    </a:cubicBezTo>
                    <a:cubicBezTo>
                      <a:pt x="19" y="19"/>
                      <a:pt x="23" y="13"/>
                      <a:pt x="29" y="14"/>
                    </a:cubicBezTo>
                    <a:cubicBezTo>
                      <a:pt x="35" y="16"/>
                      <a:pt x="37" y="19"/>
                      <a:pt x="44" y="17"/>
                    </a:cubicBezTo>
                    <a:cubicBezTo>
                      <a:pt x="50" y="15"/>
                      <a:pt x="51" y="11"/>
                      <a:pt x="54" y="7"/>
                    </a:cubicBezTo>
                    <a:cubicBezTo>
                      <a:pt x="56" y="5"/>
                      <a:pt x="59" y="2"/>
                      <a:pt x="62" y="1"/>
                    </a:cubicBezTo>
                    <a:cubicBezTo>
                      <a:pt x="65" y="0"/>
                      <a:pt x="68" y="3"/>
                      <a:pt x="72" y="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3" name="Freeform 1888">
                <a:extLst>
                  <a:ext uri="{FF2B5EF4-FFF2-40B4-BE49-F238E27FC236}">
                    <a16:creationId xmlns:a16="http://schemas.microsoft.com/office/drawing/2014/main" id="{5E1903DA-C1BC-417F-A93A-87D48D9BD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917"/>
                <a:ext cx="40" cy="27"/>
              </a:xfrm>
              <a:custGeom>
                <a:avLst/>
                <a:gdLst>
                  <a:gd name="T0" fmla="*/ 0 w 16"/>
                  <a:gd name="T1" fmla="*/ 162 h 11"/>
                  <a:gd name="T2" fmla="*/ 113 w 16"/>
                  <a:gd name="T3" fmla="*/ 42 h 11"/>
                  <a:gd name="T4" fmla="*/ 250 w 16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0" y="11"/>
                    </a:moveTo>
                    <a:cubicBezTo>
                      <a:pt x="2" y="8"/>
                      <a:pt x="3" y="5"/>
                      <a:pt x="7" y="3"/>
                    </a:cubicBezTo>
                    <a:cubicBezTo>
                      <a:pt x="9" y="2"/>
                      <a:pt x="13" y="2"/>
                      <a:pt x="16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4" name="Freeform 1889">
                <a:extLst>
                  <a:ext uri="{FF2B5EF4-FFF2-40B4-BE49-F238E27FC236}">
                    <a16:creationId xmlns:a16="http://schemas.microsoft.com/office/drawing/2014/main" id="{10E4BBF3-7449-41FC-9578-8A65EF21F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897"/>
                <a:ext cx="28" cy="27"/>
              </a:xfrm>
              <a:custGeom>
                <a:avLst/>
                <a:gdLst>
                  <a:gd name="T0" fmla="*/ 20 w 11"/>
                  <a:gd name="T1" fmla="*/ 162 h 11"/>
                  <a:gd name="T2" fmla="*/ 181 w 1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1">
                    <a:moveTo>
                      <a:pt x="1" y="11"/>
                    </a:moveTo>
                    <a:cubicBezTo>
                      <a:pt x="0" y="7"/>
                      <a:pt x="6" y="0"/>
                      <a:pt x="11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5" name="Freeform 1890">
                <a:extLst>
                  <a:ext uri="{FF2B5EF4-FFF2-40B4-BE49-F238E27FC236}">
                    <a16:creationId xmlns:a16="http://schemas.microsoft.com/office/drawing/2014/main" id="{C22CF260-C9BB-42D0-91A0-F704C4ECE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907"/>
                <a:ext cx="120" cy="70"/>
              </a:xfrm>
              <a:custGeom>
                <a:avLst/>
                <a:gdLst>
                  <a:gd name="T0" fmla="*/ 750 w 48"/>
                  <a:gd name="T1" fmla="*/ 50 h 28"/>
                  <a:gd name="T2" fmla="*/ 563 w 48"/>
                  <a:gd name="T3" fmla="*/ 238 h 28"/>
                  <a:gd name="T4" fmla="*/ 333 w 48"/>
                  <a:gd name="T5" fmla="*/ 375 h 28"/>
                  <a:gd name="T6" fmla="*/ 0 w 48"/>
                  <a:gd name="T7" fmla="*/ 4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28">
                    <a:moveTo>
                      <a:pt x="48" y="3"/>
                    </a:moveTo>
                    <a:cubicBezTo>
                      <a:pt x="42" y="0"/>
                      <a:pt x="37" y="11"/>
                      <a:pt x="36" y="15"/>
                    </a:cubicBezTo>
                    <a:cubicBezTo>
                      <a:pt x="31" y="16"/>
                      <a:pt x="21" y="17"/>
                      <a:pt x="21" y="24"/>
                    </a:cubicBezTo>
                    <a:cubicBezTo>
                      <a:pt x="15" y="18"/>
                      <a:pt x="6" y="24"/>
                      <a:pt x="0" y="28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6" name="Freeform 1891">
                <a:extLst>
                  <a:ext uri="{FF2B5EF4-FFF2-40B4-BE49-F238E27FC236}">
                    <a16:creationId xmlns:a16="http://schemas.microsoft.com/office/drawing/2014/main" id="{EC1FF34F-917A-43F3-AD64-C57ADEE4D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954"/>
                <a:ext cx="130" cy="58"/>
              </a:xfrm>
              <a:custGeom>
                <a:avLst/>
                <a:gdLst>
                  <a:gd name="T0" fmla="*/ 0 w 52"/>
                  <a:gd name="T1" fmla="*/ 318 h 23"/>
                  <a:gd name="T2" fmla="*/ 125 w 52"/>
                  <a:gd name="T3" fmla="*/ 338 h 23"/>
                  <a:gd name="T4" fmla="*/ 220 w 52"/>
                  <a:gd name="T5" fmla="*/ 255 h 23"/>
                  <a:gd name="T6" fmla="*/ 395 w 52"/>
                  <a:gd name="T7" fmla="*/ 272 h 23"/>
                  <a:gd name="T8" fmla="*/ 458 w 52"/>
                  <a:gd name="T9" fmla="*/ 209 h 23"/>
                  <a:gd name="T10" fmla="*/ 533 w 52"/>
                  <a:gd name="T11" fmla="*/ 179 h 23"/>
                  <a:gd name="T12" fmla="*/ 813 w 52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3">
                    <a:moveTo>
                      <a:pt x="0" y="20"/>
                    </a:moveTo>
                    <a:cubicBezTo>
                      <a:pt x="1" y="23"/>
                      <a:pt x="6" y="22"/>
                      <a:pt x="8" y="21"/>
                    </a:cubicBezTo>
                    <a:cubicBezTo>
                      <a:pt x="12" y="20"/>
                      <a:pt x="12" y="18"/>
                      <a:pt x="14" y="16"/>
                    </a:cubicBezTo>
                    <a:cubicBezTo>
                      <a:pt x="16" y="19"/>
                      <a:pt x="22" y="18"/>
                      <a:pt x="25" y="17"/>
                    </a:cubicBezTo>
                    <a:cubicBezTo>
                      <a:pt x="27" y="16"/>
                      <a:pt x="28" y="14"/>
                      <a:pt x="29" y="13"/>
                    </a:cubicBezTo>
                    <a:cubicBezTo>
                      <a:pt x="30" y="12"/>
                      <a:pt x="32" y="12"/>
                      <a:pt x="34" y="11"/>
                    </a:cubicBezTo>
                    <a:cubicBezTo>
                      <a:pt x="42" y="10"/>
                      <a:pt x="47" y="6"/>
                      <a:pt x="52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7" name="Freeform 1892">
                <a:extLst>
                  <a:ext uri="{FF2B5EF4-FFF2-40B4-BE49-F238E27FC236}">
                    <a16:creationId xmlns:a16="http://schemas.microsoft.com/office/drawing/2014/main" id="{93CE505D-9EC6-4994-94AD-452CBE301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999"/>
                <a:ext cx="245" cy="35"/>
              </a:xfrm>
              <a:custGeom>
                <a:avLst/>
                <a:gdLst>
                  <a:gd name="T0" fmla="*/ 0 w 98"/>
                  <a:gd name="T1" fmla="*/ 83 h 14"/>
                  <a:gd name="T2" fmla="*/ 125 w 98"/>
                  <a:gd name="T3" fmla="*/ 95 h 14"/>
                  <a:gd name="T4" fmla="*/ 250 w 98"/>
                  <a:gd name="T5" fmla="*/ 83 h 14"/>
                  <a:gd name="T6" fmla="*/ 488 w 98"/>
                  <a:gd name="T7" fmla="*/ 63 h 14"/>
                  <a:gd name="T8" fmla="*/ 675 w 98"/>
                  <a:gd name="T9" fmla="*/ 158 h 14"/>
                  <a:gd name="T10" fmla="*/ 875 w 98"/>
                  <a:gd name="T11" fmla="*/ 95 h 14"/>
                  <a:gd name="T12" fmla="*/ 1050 w 98"/>
                  <a:gd name="T13" fmla="*/ 175 h 14"/>
                  <a:gd name="T14" fmla="*/ 1238 w 98"/>
                  <a:gd name="T15" fmla="*/ 95 h 14"/>
                  <a:gd name="T16" fmla="*/ 1520 w 98"/>
                  <a:gd name="T17" fmla="*/ 63 h 14"/>
                  <a:gd name="T18" fmla="*/ 1533 w 98"/>
                  <a:gd name="T19" fmla="*/ 5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8" h="14">
                    <a:moveTo>
                      <a:pt x="0" y="5"/>
                    </a:moveTo>
                    <a:cubicBezTo>
                      <a:pt x="3" y="5"/>
                      <a:pt x="5" y="7"/>
                      <a:pt x="8" y="6"/>
                    </a:cubicBezTo>
                    <a:cubicBezTo>
                      <a:pt x="11" y="6"/>
                      <a:pt x="13" y="5"/>
                      <a:pt x="16" y="5"/>
                    </a:cubicBezTo>
                    <a:cubicBezTo>
                      <a:pt x="21" y="4"/>
                      <a:pt x="25" y="0"/>
                      <a:pt x="31" y="4"/>
                    </a:cubicBezTo>
                    <a:cubicBezTo>
                      <a:pt x="35" y="7"/>
                      <a:pt x="37" y="14"/>
                      <a:pt x="43" y="10"/>
                    </a:cubicBezTo>
                    <a:cubicBezTo>
                      <a:pt x="48" y="8"/>
                      <a:pt x="49" y="3"/>
                      <a:pt x="56" y="6"/>
                    </a:cubicBezTo>
                    <a:cubicBezTo>
                      <a:pt x="60" y="7"/>
                      <a:pt x="62" y="12"/>
                      <a:pt x="67" y="11"/>
                    </a:cubicBezTo>
                    <a:cubicBezTo>
                      <a:pt x="72" y="10"/>
                      <a:pt x="75" y="8"/>
                      <a:pt x="79" y="6"/>
                    </a:cubicBezTo>
                    <a:cubicBezTo>
                      <a:pt x="82" y="12"/>
                      <a:pt x="94" y="10"/>
                      <a:pt x="97" y="4"/>
                    </a:cubicBezTo>
                    <a:cubicBezTo>
                      <a:pt x="97" y="4"/>
                      <a:pt x="97" y="4"/>
                      <a:pt x="98" y="3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8" name="Freeform 1893">
                <a:extLst>
                  <a:ext uri="{FF2B5EF4-FFF2-40B4-BE49-F238E27FC236}">
                    <a16:creationId xmlns:a16="http://schemas.microsoft.com/office/drawing/2014/main" id="{DC8E3A3F-BA58-4687-BCFB-5027E19EF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3009"/>
                <a:ext cx="32" cy="10"/>
              </a:xfrm>
              <a:custGeom>
                <a:avLst/>
                <a:gdLst>
                  <a:gd name="T0" fmla="*/ 0 w 13"/>
                  <a:gd name="T1" fmla="*/ 63 h 4"/>
                  <a:gd name="T2" fmla="*/ 194 w 1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4" y="4"/>
                      <a:pt x="10" y="4"/>
                      <a:pt x="13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9" name="Freeform 1894">
                <a:extLst>
                  <a:ext uri="{FF2B5EF4-FFF2-40B4-BE49-F238E27FC236}">
                    <a16:creationId xmlns:a16="http://schemas.microsoft.com/office/drawing/2014/main" id="{7D7FFFDD-4507-4278-A0F5-B8EE96EDB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3024"/>
                <a:ext cx="48" cy="20"/>
              </a:xfrm>
              <a:custGeom>
                <a:avLst/>
                <a:gdLst>
                  <a:gd name="T0" fmla="*/ 0 w 19"/>
                  <a:gd name="T1" fmla="*/ 33 h 8"/>
                  <a:gd name="T2" fmla="*/ 306 w 1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0" y="2"/>
                    </a:moveTo>
                    <a:cubicBezTo>
                      <a:pt x="4" y="8"/>
                      <a:pt x="14" y="3"/>
                      <a:pt x="19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0" name="Freeform 1895">
                <a:extLst>
                  <a:ext uri="{FF2B5EF4-FFF2-40B4-BE49-F238E27FC236}">
                    <a16:creationId xmlns:a16="http://schemas.microsoft.com/office/drawing/2014/main" id="{C0BAF891-D36A-4D0D-A0EF-6E31EE295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27"/>
                <a:ext cx="30" cy="15"/>
              </a:xfrm>
              <a:custGeom>
                <a:avLst/>
                <a:gdLst>
                  <a:gd name="T0" fmla="*/ 0 w 12"/>
                  <a:gd name="T1" fmla="*/ 50 h 6"/>
                  <a:gd name="T2" fmla="*/ 188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3"/>
                    </a:moveTo>
                    <a:cubicBezTo>
                      <a:pt x="4" y="6"/>
                      <a:pt x="8" y="2"/>
                      <a:pt x="12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1" name="Freeform 1896">
                <a:extLst>
                  <a:ext uri="{FF2B5EF4-FFF2-40B4-BE49-F238E27FC236}">
                    <a16:creationId xmlns:a16="http://schemas.microsoft.com/office/drawing/2014/main" id="{5BE88D56-B09A-4E5F-9DB9-0614787DF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24"/>
                <a:ext cx="47" cy="10"/>
              </a:xfrm>
              <a:custGeom>
                <a:avLst/>
                <a:gdLst>
                  <a:gd name="T0" fmla="*/ 0 w 19"/>
                  <a:gd name="T1" fmla="*/ 33 h 4"/>
                  <a:gd name="T2" fmla="*/ 153 w 19"/>
                  <a:gd name="T3" fmla="*/ 50 h 4"/>
                  <a:gd name="T4" fmla="*/ 287 w 1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3" y="4"/>
                      <a:pt x="6" y="3"/>
                      <a:pt x="10" y="3"/>
                    </a:cubicBezTo>
                    <a:cubicBezTo>
                      <a:pt x="13" y="2"/>
                      <a:pt x="16" y="0"/>
                      <a:pt x="19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2" name="Freeform 1897">
                <a:extLst>
                  <a:ext uri="{FF2B5EF4-FFF2-40B4-BE49-F238E27FC236}">
                    <a16:creationId xmlns:a16="http://schemas.microsoft.com/office/drawing/2014/main" id="{CCB74043-CFAF-45E2-90EC-C71C0522E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999"/>
                <a:ext cx="55" cy="15"/>
              </a:xfrm>
              <a:custGeom>
                <a:avLst/>
                <a:gdLst>
                  <a:gd name="T0" fmla="*/ 0 w 22"/>
                  <a:gd name="T1" fmla="*/ 95 h 6"/>
                  <a:gd name="T2" fmla="*/ 158 w 22"/>
                  <a:gd name="T3" fmla="*/ 20 h 6"/>
                  <a:gd name="T4" fmla="*/ 270 w 22"/>
                  <a:gd name="T5" fmla="*/ 0 h 6"/>
                  <a:gd name="T6" fmla="*/ 345 w 22"/>
                  <a:gd name="T7" fmla="*/ 3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6">
                    <a:moveTo>
                      <a:pt x="0" y="6"/>
                    </a:moveTo>
                    <a:cubicBezTo>
                      <a:pt x="3" y="5"/>
                      <a:pt x="7" y="2"/>
                      <a:pt x="10" y="1"/>
                    </a:cubicBezTo>
                    <a:cubicBezTo>
                      <a:pt x="12" y="0"/>
                      <a:pt x="15" y="0"/>
                      <a:pt x="17" y="0"/>
                    </a:cubicBezTo>
                    <a:cubicBezTo>
                      <a:pt x="19" y="1"/>
                      <a:pt x="20" y="2"/>
                      <a:pt x="22" y="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3" name="Freeform 1898">
                <a:extLst>
                  <a:ext uri="{FF2B5EF4-FFF2-40B4-BE49-F238E27FC236}">
                    <a16:creationId xmlns:a16="http://schemas.microsoft.com/office/drawing/2014/main" id="{C38B6DC3-C2A1-4BEF-9F5B-AECF3802A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982"/>
                <a:ext cx="37" cy="17"/>
              </a:xfrm>
              <a:custGeom>
                <a:avLst/>
                <a:gdLst>
                  <a:gd name="T0" fmla="*/ 0 w 15"/>
                  <a:gd name="T1" fmla="*/ 100 h 7"/>
                  <a:gd name="T2" fmla="*/ 224 w 15"/>
                  <a:gd name="T3" fmla="*/ 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cubicBezTo>
                      <a:pt x="2" y="0"/>
                      <a:pt x="10" y="2"/>
                      <a:pt x="15" y="3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4" name="Freeform 1899">
                <a:extLst>
                  <a:ext uri="{FF2B5EF4-FFF2-40B4-BE49-F238E27FC236}">
                    <a16:creationId xmlns:a16="http://schemas.microsoft.com/office/drawing/2014/main" id="{BFD72C46-5F5C-4C41-8D47-7F917480A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972"/>
                <a:ext cx="38" cy="17"/>
              </a:xfrm>
              <a:custGeom>
                <a:avLst/>
                <a:gdLst>
                  <a:gd name="T0" fmla="*/ 0 w 15"/>
                  <a:gd name="T1" fmla="*/ 100 h 7"/>
                  <a:gd name="T2" fmla="*/ 243 w 15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cubicBezTo>
                      <a:pt x="2" y="3"/>
                      <a:pt x="11" y="0"/>
                      <a:pt x="15" y="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5" name="Freeform 1900">
                <a:extLst>
                  <a:ext uri="{FF2B5EF4-FFF2-40B4-BE49-F238E27FC236}">
                    <a16:creationId xmlns:a16="http://schemas.microsoft.com/office/drawing/2014/main" id="{4DC1FDE6-55C3-442F-A329-5622E6FCD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02"/>
                <a:ext cx="47" cy="10"/>
              </a:xfrm>
              <a:custGeom>
                <a:avLst/>
                <a:gdLst>
                  <a:gd name="T0" fmla="*/ 0 w 19"/>
                  <a:gd name="T1" fmla="*/ 63 h 4"/>
                  <a:gd name="T2" fmla="*/ 134 w 19"/>
                  <a:gd name="T3" fmla="*/ 0 h 4"/>
                  <a:gd name="T4" fmla="*/ 287 w 19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">
                    <a:moveTo>
                      <a:pt x="0" y="4"/>
                    </a:moveTo>
                    <a:cubicBezTo>
                      <a:pt x="2" y="2"/>
                      <a:pt x="5" y="0"/>
                      <a:pt x="9" y="0"/>
                    </a:cubicBezTo>
                    <a:cubicBezTo>
                      <a:pt x="12" y="0"/>
                      <a:pt x="16" y="2"/>
                      <a:pt x="19" y="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6" name="Freeform 1901">
                <a:extLst>
                  <a:ext uri="{FF2B5EF4-FFF2-40B4-BE49-F238E27FC236}">
                    <a16:creationId xmlns:a16="http://schemas.microsoft.com/office/drawing/2014/main" id="{D894B4D6-56D7-42D8-9D90-68333706C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989"/>
                <a:ext cx="45" cy="13"/>
              </a:xfrm>
              <a:custGeom>
                <a:avLst/>
                <a:gdLst>
                  <a:gd name="T0" fmla="*/ 0 w 18"/>
                  <a:gd name="T1" fmla="*/ 88 h 5"/>
                  <a:gd name="T2" fmla="*/ 283 w 18"/>
                  <a:gd name="T3" fmla="*/ 5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cubicBezTo>
                      <a:pt x="5" y="1"/>
                      <a:pt x="12" y="0"/>
                      <a:pt x="18" y="3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7" name="Freeform 1902">
                <a:extLst>
                  <a:ext uri="{FF2B5EF4-FFF2-40B4-BE49-F238E27FC236}">
                    <a16:creationId xmlns:a16="http://schemas.microsoft.com/office/drawing/2014/main" id="{58F6F0C2-6829-4A87-A136-E101900AE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3017"/>
                <a:ext cx="80" cy="12"/>
              </a:xfrm>
              <a:custGeom>
                <a:avLst/>
                <a:gdLst>
                  <a:gd name="T0" fmla="*/ 0 w 32"/>
                  <a:gd name="T1" fmla="*/ 0 h 5"/>
                  <a:gd name="T2" fmla="*/ 125 w 32"/>
                  <a:gd name="T3" fmla="*/ 41 h 5"/>
                  <a:gd name="T4" fmla="*/ 250 w 32"/>
                  <a:gd name="T5" fmla="*/ 0 h 5"/>
                  <a:gd name="T6" fmla="*/ 375 w 32"/>
                  <a:gd name="T7" fmla="*/ 58 h 5"/>
                  <a:gd name="T8" fmla="*/ 500 w 32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">
                    <a:moveTo>
                      <a:pt x="0" y="0"/>
                    </a:moveTo>
                    <a:cubicBezTo>
                      <a:pt x="1" y="2"/>
                      <a:pt x="5" y="3"/>
                      <a:pt x="8" y="3"/>
                    </a:cubicBezTo>
                    <a:cubicBezTo>
                      <a:pt x="10" y="3"/>
                      <a:pt x="14" y="0"/>
                      <a:pt x="16" y="0"/>
                    </a:cubicBezTo>
                    <a:cubicBezTo>
                      <a:pt x="19" y="0"/>
                      <a:pt x="22" y="3"/>
                      <a:pt x="24" y="4"/>
                    </a:cubicBezTo>
                    <a:cubicBezTo>
                      <a:pt x="27" y="5"/>
                      <a:pt x="31" y="4"/>
                      <a:pt x="32" y="4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8" name="Freeform 1903">
                <a:extLst>
                  <a:ext uri="{FF2B5EF4-FFF2-40B4-BE49-F238E27FC236}">
                    <a16:creationId xmlns:a16="http://schemas.microsoft.com/office/drawing/2014/main" id="{37503000-D5ED-4320-87E5-F4325C547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3002"/>
                <a:ext cx="53" cy="10"/>
              </a:xfrm>
              <a:custGeom>
                <a:avLst/>
                <a:gdLst>
                  <a:gd name="T0" fmla="*/ 0 w 21"/>
                  <a:gd name="T1" fmla="*/ 33 h 4"/>
                  <a:gd name="T2" fmla="*/ 179 w 21"/>
                  <a:gd name="T3" fmla="*/ 0 h 4"/>
                  <a:gd name="T4" fmla="*/ 338 w 21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">
                    <a:moveTo>
                      <a:pt x="0" y="2"/>
                    </a:moveTo>
                    <a:cubicBezTo>
                      <a:pt x="3" y="1"/>
                      <a:pt x="7" y="0"/>
                      <a:pt x="11" y="0"/>
                    </a:cubicBezTo>
                    <a:cubicBezTo>
                      <a:pt x="15" y="1"/>
                      <a:pt x="18" y="4"/>
                      <a:pt x="21" y="4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9" name="Freeform 1904">
                <a:extLst>
                  <a:ext uri="{FF2B5EF4-FFF2-40B4-BE49-F238E27FC236}">
                    <a16:creationId xmlns:a16="http://schemas.microsoft.com/office/drawing/2014/main" id="{E4F608DC-1AAB-453F-AE46-D71B445EA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997"/>
                <a:ext cx="42" cy="7"/>
              </a:xfrm>
              <a:custGeom>
                <a:avLst/>
                <a:gdLst>
                  <a:gd name="T0" fmla="*/ 0 w 17"/>
                  <a:gd name="T1" fmla="*/ 37 h 3"/>
                  <a:gd name="T2" fmla="*/ 133 w 17"/>
                  <a:gd name="T3" fmla="*/ 12 h 3"/>
                  <a:gd name="T4" fmla="*/ 257 w 17"/>
                  <a:gd name="T5" fmla="*/ 2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0" y="3"/>
                    </a:moveTo>
                    <a:cubicBezTo>
                      <a:pt x="0" y="3"/>
                      <a:pt x="7" y="1"/>
                      <a:pt x="9" y="1"/>
                    </a:cubicBezTo>
                    <a:cubicBezTo>
                      <a:pt x="12" y="0"/>
                      <a:pt x="14" y="2"/>
                      <a:pt x="17" y="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0" name="Freeform 1905">
                <a:extLst>
                  <a:ext uri="{FF2B5EF4-FFF2-40B4-BE49-F238E27FC236}">
                    <a16:creationId xmlns:a16="http://schemas.microsoft.com/office/drawing/2014/main" id="{CBED74EA-7756-4FCE-B7C4-2E9621676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992"/>
                <a:ext cx="68" cy="40"/>
              </a:xfrm>
              <a:custGeom>
                <a:avLst/>
                <a:gdLst>
                  <a:gd name="T0" fmla="*/ 0 w 27"/>
                  <a:gd name="T1" fmla="*/ 20 h 16"/>
                  <a:gd name="T2" fmla="*/ 146 w 27"/>
                  <a:gd name="T3" fmla="*/ 50 h 16"/>
                  <a:gd name="T4" fmla="*/ 222 w 27"/>
                  <a:gd name="T5" fmla="*/ 175 h 16"/>
                  <a:gd name="T6" fmla="*/ 431 w 27"/>
                  <a:gd name="T7" fmla="*/ 14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2" y="0"/>
                      <a:pt x="7" y="2"/>
                      <a:pt x="9" y="3"/>
                    </a:cubicBezTo>
                    <a:cubicBezTo>
                      <a:pt x="12" y="5"/>
                      <a:pt x="12" y="8"/>
                      <a:pt x="14" y="11"/>
                    </a:cubicBezTo>
                    <a:cubicBezTo>
                      <a:pt x="18" y="16"/>
                      <a:pt x="26" y="15"/>
                      <a:pt x="27" y="9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1" name="Freeform 1906">
                <a:extLst>
                  <a:ext uri="{FF2B5EF4-FFF2-40B4-BE49-F238E27FC236}">
                    <a16:creationId xmlns:a16="http://schemas.microsoft.com/office/drawing/2014/main" id="{D0C2D36C-8409-4E61-8F38-38261DC09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3024"/>
                <a:ext cx="90" cy="10"/>
              </a:xfrm>
              <a:custGeom>
                <a:avLst/>
                <a:gdLst>
                  <a:gd name="T0" fmla="*/ 0 w 36"/>
                  <a:gd name="T1" fmla="*/ 0 h 4"/>
                  <a:gd name="T2" fmla="*/ 145 w 36"/>
                  <a:gd name="T3" fmla="*/ 50 h 4"/>
                  <a:gd name="T4" fmla="*/ 283 w 36"/>
                  <a:gd name="T5" fmla="*/ 0 h 4"/>
                  <a:gd name="T6" fmla="*/ 425 w 36"/>
                  <a:gd name="T7" fmla="*/ 63 h 4"/>
                  <a:gd name="T8" fmla="*/ 563 w 36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">
                    <a:moveTo>
                      <a:pt x="0" y="0"/>
                    </a:moveTo>
                    <a:cubicBezTo>
                      <a:pt x="4" y="0"/>
                      <a:pt x="6" y="3"/>
                      <a:pt x="9" y="3"/>
                    </a:cubicBezTo>
                    <a:cubicBezTo>
                      <a:pt x="12" y="3"/>
                      <a:pt x="15" y="0"/>
                      <a:pt x="18" y="0"/>
                    </a:cubicBezTo>
                    <a:cubicBezTo>
                      <a:pt x="21" y="1"/>
                      <a:pt x="24" y="4"/>
                      <a:pt x="27" y="4"/>
                    </a:cubicBezTo>
                    <a:cubicBezTo>
                      <a:pt x="31" y="4"/>
                      <a:pt x="33" y="3"/>
                      <a:pt x="36" y="1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2" name="Freeform 1907">
                <a:extLst>
                  <a:ext uri="{FF2B5EF4-FFF2-40B4-BE49-F238E27FC236}">
                    <a16:creationId xmlns:a16="http://schemas.microsoft.com/office/drawing/2014/main" id="{4FCF5684-F675-4799-AC4E-67861C492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032"/>
                <a:ext cx="40" cy="10"/>
              </a:xfrm>
              <a:custGeom>
                <a:avLst/>
                <a:gdLst>
                  <a:gd name="T0" fmla="*/ 0 w 16"/>
                  <a:gd name="T1" fmla="*/ 0 h 4"/>
                  <a:gd name="T2" fmla="*/ 250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6" y="4"/>
                      <a:pt x="11" y="2"/>
                      <a:pt x="16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3" name="Freeform 1908">
                <a:extLst>
                  <a:ext uri="{FF2B5EF4-FFF2-40B4-BE49-F238E27FC236}">
                    <a16:creationId xmlns:a16="http://schemas.microsoft.com/office/drawing/2014/main" id="{FAA66445-D9D7-4038-B6D3-F6E3AA5D2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997"/>
                <a:ext cx="73" cy="17"/>
              </a:xfrm>
              <a:custGeom>
                <a:avLst/>
                <a:gdLst>
                  <a:gd name="T0" fmla="*/ 0 w 29"/>
                  <a:gd name="T1" fmla="*/ 12 h 7"/>
                  <a:gd name="T2" fmla="*/ 126 w 29"/>
                  <a:gd name="T3" fmla="*/ 29 h 7"/>
                  <a:gd name="T4" fmla="*/ 209 w 29"/>
                  <a:gd name="T5" fmla="*/ 100 h 7"/>
                  <a:gd name="T6" fmla="*/ 317 w 29"/>
                  <a:gd name="T7" fmla="*/ 12 h 7"/>
                  <a:gd name="T8" fmla="*/ 463 w 29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7">
                    <a:moveTo>
                      <a:pt x="0" y="1"/>
                    </a:moveTo>
                    <a:cubicBezTo>
                      <a:pt x="2" y="1"/>
                      <a:pt x="5" y="1"/>
                      <a:pt x="8" y="2"/>
                    </a:cubicBezTo>
                    <a:cubicBezTo>
                      <a:pt x="11" y="3"/>
                      <a:pt x="11" y="6"/>
                      <a:pt x="13" y="7"/>
                    </a:cubicBezTo>
                    <a:cubicBezTo>
                      <a:pt x="15" y="5"/>
                      <a:pt x="17" y="2"/>
                      <a:pt x="20" y="1"/>
                    </a:cubicBezTo>
                    <a:cubicBezTo>
                      <a:pt x="23" y="0"/>
                      <a:pt x="26" y="1"/>
                      <a:pt x="29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4" name="Freeform 1909">
                <a:extLst>
                  <a:ext uri="{FF2B5EF4-FFF2-40B4-BE49-F238E27FC236}">
                    <a16:creationId xmlns:a16="http://schemas.microsoft.com/office/drawing/2014/main" id="{50CBD5B0-804D-4E08-BA27-AA1189928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729"/>
                <a:ext cx="50" cy="143"/>
              </a:xfrm>
              <a:custGeom>
                <a:avLst/>
                <a:gdLst>
                  <a:gd name="T0" fmla="*/ 20 w 20"/>
                  <a:gd name="T1" fmla="*/ 0 h 57"/>
                  <a:gd name="T2" fmla="*/ 0 w 20"/>
                  <a:gd name="T3" fmla="*/ 20 h 57"/>
                  <a:gd name="T4" fmla="*/ 63 w 20"/>
                  <a:gd name="T5" fmla="*/ 271 h 57"/>
                  <a:gd name="T6" fmla="*/ 188 w 20"/>
                  <a:gd name="T7" fmla="*/ 472 h 57"/>
                  <a:gd name="T8" fmla="*/ 175 w 20"/>
                  <a:gd name="T9" fmla="*/ 585 h 57"/>
                  <a:gd name="T10" fmla="*/ 270 w 20"/>
                  <a:gd name="T11" fmla="*/ 680 h 57"/>
                  <a:gd name="T12" fmla="*/ 300 w 20"/>
                  <a:gd name="T13" fmla="*/ 901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57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8" y="2"/>
                      <a:pt x="3" y="12"/>
                      <a:pt x="4" y="17"/>
                    </a:cubicBezTo>
                    <a:cubicBezTo>
                      <a:pt x="5" y="22"/>
                      <a:pt x="12" y="24"/>
                      <a:pt x="12" y="30"/>
                    </a:cubicBezTo>
                    <a:cubicBezTo>
                      <a:pt x="11" y="33"/>
                      <a:pt x="10" y="35"/>
                      <a:pt x="11" y="37"/>
                    </a:cubicBezTo>
                    <a:cubicBezTo>
                      <a:pt x="12" y="40"/>
                      <a:pt x="15" y="41"/>
                      <a:pt x="17" y="43"/>
                    </a:cubicBezTo>
                    <a:cubicBezTo>
                      <a:pt x="20" y="47"/>
                      <a:pt x="16" y="53"/>
                      <a:pt x="19" y="57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5" name="Freeform 1910">
                <a:extLst>
                  <a:ext uri="{FF2B5EF4-FFF2-40B4-BE49-F238E27FC236}">
                    <a16:creationId xmlns:a16="http://schemas.microsoft.com/office/drawing/2014/main" id="{1812F3B9-669E-4852-8D95-B4FAB0DFD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729"/>
                <a:ext cx="47" cy="125"/>
              </a:xfrm>
              <a:custGeom>
                <a:avLst/>
                <a:gdLst>
                  <a:gd name="T0" fmla="*/ 42 w 19"/>
                  <a:gd name="T1" fmla="*/ 0 h 50"/>
                  <a:gd name="T2" fmla="*/ 42 w 19"/>
                  <a:gd name="T3" fmla="*/ 158 h 50"/>
                  <a:gd name="T4" fmla="*/ 166 w 19"/>
                  <a:gd name="T5" fmla="*/ 283 h 50"/>
                  <a:gd name="T6" fmla="*/ 195 w 19"/>
                  <a:gd name="T7" fmla="*/ 583 h 50"/>
                  <a:gd name="T8" fmla="*/ 287 w 19"/>
                  <a:gd name="T9" fmla="*/ 783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50">
                    <a:moveTo>
                      <a:pt x="3" y="0"/>
                    </a:moveTo>
                    <a:cubicBezTo>
                      <a:pt x="1" y="3"/>
                      <a:pt x="0" y="8"/>
                      <a:pt x="3" y="10"/>
                    </a:cubicBezTo>
                    <a:cubicBezTo>
                      <a:pt x="6" y="14"/>
                      <a:pt x="9" y="14"/>
                      <a:pt x="11" y="18"/>
                    </a:cubicBezTo>
                    <a:cubicBezTo>
                      <a:pt x="13" y="25"/>
                      <a:pt x="5" y="32"/>
                      <a:pt x="13" y="37"/>
                    </a:cubicBezTo>
                    <a:cubicBezTo>
                      <a:pt x="9" y="40"/>
                      <a:pt x="15" y="49"/>
                      <a:pt x="19" y="5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6" name="Freeform 1911">
                <a:extLst>
                  <a:ext uri="{FF2B5EF4-FFF2-40B4-BE49-F238E27FC236}">
                    <a16:creationId xmlns:a16="http://schemas.microsoft.com/office/drawing/2014/main" id="{275DACB4-9A7F-432D-8220-0245FECE4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769"/>
                <a:ext cx="12" cy="40"/>
              </a:xfrm>
              <a:custGeom>
                <a:avLst/>
                <a:gdLst>
                  <a:gd name="T0" fmla="*/ 12 w 5"/>
                  <a:gd name="T1" fmla="*/ 0 h 16"/>
                  <a:gd name="T2" fmla="*/ 70 w 5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1" y="0"/>
                    </a:moveTo>
                    <a:cubicBezTo>
                      <a:pt x="0" y="7"/>
                      <a:pt x="1" y="10"/>
                      <a:pt x="5" y="16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7" name="Freeform 1912">
                <a:extLst>
                  <a:ext uri="{FF2B5EF4-FFF2-40B4-BE49-F238E27FC236}">
                    <a16:creationId xmlns:a16="http://schemas.microsoft.com/office/drawing/2014/main" id="{C7C2F7DB-F4F8-4994-9C55-243ADD04A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729"/>
                <a:ext cx="13" cy="40"/>
              </a:xfrm>
              <a:custGeom>
                <a:avLst/>
                <a:gdLst>
                  <a:gd name="T0" fmla="*/ 55 w 5"/>
                  <a:gd name="T1" fmla="*/ 250 h 16"/>
                  <a:gd name="T2" fmla="*/ 34 w 5"/>
                  <a:gd name="T3" fmla="*/ 113 h 16"/>
                  <a:gd name="T4" fmla="*/ 0 w 5"/>
                  <a:gd name="T5" fmla="*/ 63 h 16"/>
                  <a:gd name="T6" fmla="*/ 34 w 5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3" y="16"/>
                    </a:moveTo>
                    <a:cubicBezTo>
                      <a:pt x="5" y="16"/>
                      <a:pt x="3" y="9"/>
                      <a:pt x="2" y="7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0" y="3"/>
                      <a:pt x="2" y="1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8" name="Freeform 1913">
                <a:extLst>
                  <a:ext uri="{FF2B5EF4-FFF2-40B4-BE49-F238E27FC236}">
                    <a16:creationId xmlns:a16="http://schemas.microsoft.com/office/drawing/2014/main" id="{C4F34C5A-29F2-4704-BD89-DA0964789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729"/>
                <a:ext cx="10" cy="28"/>
              </a:xfrm>
              <a:custGeom>
                <a:avLst/>
                <a:gdLst>
                  <a:gd name="T0" fmla="*/ 63 w 4"/>
                  <a:gd name="T1" fmla="*/ 0 h 11"/>
                  <a:gd name="T2" fmla="*/ 0 w 4"/>
                  <a:gd name="T3" fmla="*/ 18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4" y="4"/>
                      <a:pt x="2" y="7"/>
                      <a:pt x="0" y="11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9" name="Freeform 1914">
                <a:extLst>
                  <a:ext uri="{FF2B5EF4-FFF2-40B4-BE49-F238E27FC236}">
                    <a16:creationId xmlns:a16="http://schemas.microsoft.com/office/drawing/2014/main" id="{EEC2E1BC-EE06-41BB-99C6-E754E0F5C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747"/>
                <a:ext cx="7" cy="45"/>
              </a:xfrm>
              <a:custGeom>
                <a:avLst/>
                <a:gdLst>
                  <a:gd name="T0" fmla="*/ 0 w 3"/>
                  <a:gd name="T1" fmla="*/ 0 h 18"/>
                  <a:gd name="T2" fmla="*/ 37 w 3"/>
                  <a:gd name="T3" fmla="*/ 158 h 18"/>
                  <a:gd name="T4" fmla="*/ 12 w 3"/>
                  <a:gd name="T5" fmla="*/ 2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cubicBezTo>
                      <a:pt x="1" y="4"/>
                      <a:pt x="3" y="6"/>
                      <a:pt x="3" y="10"/>
                    </a:cubicBezTo>
                    <a:cubicBezTo>
                      <a:pt x="3" y="13"/>
                      <a:pt x="0" y="17"/>
                      <a:pt x="1" y="18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0" name="Freeform 1915">
                <a:extLst>
                  <a:ext uri="{FF2B5EF4-FFF2-40B4-BE49-F238E27FC236}">
                    <a16:creationId xmlns:a16="http://schemas.microsoft.com/office/drawing/2014/main" id="{BD8784F5-FDF2-4A03-867D-902D7DE47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782"/>
                <a:ext cx="15" cy="47"/>
              </a:xfrm>
              <a:custGeom>
                <a:avLst/>
                <a:gdLst>
                  <a:gd name="T0" fmla="*/ 0 w 6"/>
                  <a:gd name="T1" fmla="*/ 0 h 19"/>
                  <a:gd name="T2" fmla="*/ 50 w 6"/>
                  <a:gd name="T3" fmla="*/ 28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cubicBezTo>
                      <a:pt x="6" y="4"/>
                      <a:pt x="4" y="14"/>
                      <a:pt x="3" y="19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1" name="Freeform 1916">
                <a:extLst>
                  <a:ext uri="{FF2B5EF4-FFF2-40B4-BE49-F238E27FC236}">
                    <a16:creationId xmlns:a16="http://schemas.microsoft.com/office/drawing/2014/main" id="{CE60956C-BCA1-473D-AC7B-55710FA1C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809"/>
                <a:ext cx="12" cy="40"/>
              </a:xfrm>
              <a:custGeom>
                <a:avLst/>
                <a:gdLst>
                  <a:gd name="T0" fmla="*/ 0 w 5"/>
                  <a:gd name="T1" fmla="*/ 0 h 16"/>
                  <a:gd name="T2" fmla="*/ 70 w 5"/>
                  <a:gd name="T3" fmla="*/ 125 h 16"/>
                  <a:gd name="T4" fmla="*/ 41 w 5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2" y="3"/>
                      <a:pt x="4" y="4"/>
                      <a:pt x="5" y="8"/>
                    </a:cubicBezTo>
                    <a:cubicBezTo>
                      <a:pt x="5" y="10"/>
                      <a:pt x="1" y="15"/>
                      <a:pt x="3" y="16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2" name="Freeform 1917">
                <a:extLst>
                  <a:ext uri="{FF2B5EF4-FFF2-40B4-BE49-F238E27FC236}">
                    <a16:creationId xmlns:a16="http://schemas.microsoft.com/office/drawing/2014/main" id="{F1B01B7A-9BA0-4BE8-8D95-CB5D37855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837"/>
                <a:ext cx="27" cy="57"/>
              </a:xfrm>
              <a:custGeom>
                <a:avLst/>
                <a:gdLst>
                  <a:gd name="T0" fmla="*/ 0 w 11"/>
                  <a:gd name="T1" fmla="*/ 0 h 23"/>
                  <a:gd name="T2" fmla="*/ 29 w 11"/>
                  <a:gd name="T3" fmla="*/ 216 h 23"/>
                  <a:gd name="T4" fmla="*/ 71 w 11"/>
                  <a:gd name="T5" fmla="*/ 307 h 23"/>
                  <a:gd name="T6" fmla="*/ 162 w 11"/>
                  <a:gd name="T7" fmla="*/ 34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0" y="0"/>
                    </a:moveTo>
                    <a:cubicBezTo>
                      <a:pt x="7" y="4"/>
                      <a:pt x="1" y="9"/>
                      <a:pt x="2" y="14"/>
                    </a:cubicBezTo>
                    <a:cubicBezTo>
                      <a:pt x="2" y="16"/>
                      <a:pt x="4" y="19"/>
                      <a:pt x="5" y="20"/>
                    </a:cubicBezTo>
                    <a:cubicBezTo>
                      <a:pt x="8" y="21"/>
                      <a:pt x="10" y="20"/>
                      <a:pt x="11" y="23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3" name="Freeform 1918">
                <a:extLst>
                  <a:ext uri="{FF2B5EF4-FFF2-40B4-BE49-F238E27FC236}">
                    <a16:creationId xmlns:a16="http://schemas.microsoft.com/office/drawing/2014/main" id="{EB625DD7-C246-4C8D-BAED-EACBF786E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857"/>
                <a:ext cx="60" cy="55"/>
              </a:xfrm>
              <a:custGeom>
                <a:avLst/>
                <a:gdLst>
                  <a:gd name="T0" fmla="*/ 0 w 24"/>
                  <a:gd name="T1" fmla="*/ 0 h 22"/>
                  <a:gd name="T2" fmla="*/ 125 w 24"/>
                  <a:gd name="T3" fmla="*/ 250 h 22"/>
                  <a:gd name="T4" fmla="*/ 375 w 24"/>
                  <a:gd name="T5" fmla="*/ 34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2">
                    <a:moveTo>
                      <a:pt x="0" y="0"/>
                    </a:moveTo>
                    <a:cubicBezTo>
                      <a:pt x="7" y="0"/>
                      <a:pt x="5" y="11"/>
                      <a:pt x="8" y="16"/>
                    </a:cubicBezTo>
                    <a:cubicBezTo>
                      <a:pt x="13" y="22"/>
                      <a:pt x="18" y="20"/>
                      <a:pt x="24" y="2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4" name="Freeform 1919">
                <a:extLst>
                  <a:ext uri="{FF2B5EF4-FFF2-40B4-BE49-F238E27FC236}">
                    <a16:creationId xmlns:a16="http://schemas.microsoft.com/office/drawing/2014/main" id="{82009F02-4A47-4126-B346-9A024A2AA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917"/>
                <a:ext cx="70" cy="47"/>
              </a:xfrm>
              <a:custGeom>
                <a:avLst/>
                <a:gdLst>
                  <a:gd name="T0" fmla="*/ 0 w 28"/>
                  <a:gd name="T1" fmla="*/ 0 h 19"/>
                  <a:gd name="T2" fmla="*/ 158 w 28"/>
                  <a:gd name="T3" fmla="*/ 42 h 19"/>
                  <a:gd name="T4" fmla="*/ 208 w 28"/>
                  <a:gd name="T5" fmla="*/ 183 h 19"/>
                  <a:gd name="T6" fmla="*/ 438 w 28"/>
                  <a:gd name="T7" fmla="*/ 24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9">
                    <a:moveTo>
                      <a:pt x="0" y="0"/>
                    </a:moveTo>
                    <a:cubicBezTo>
                      <a:pt x="2" y="1"/>
                      <a:pt x="8" y="0"/>
                      <a:pt x="10" y="3"/>
                    </a:cubicBezTo>
                    <a:cubicBezTo>
                      <a:pt x="12" y="5"/>
                      <a:pt x="12" y="9"/>
                      <a:pt x="13" y="12"/>
                    </a:cubicBezTo>
                    <a:cubicBezTo>
                      <a:pt x="16" y="19"/>
                      <a:pt x="23" y="16"/>
                      <a:pt x="28" y="16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5" name="Freeform 1920">
                <a:extLst>
                  <a:ext uri="{FF2B5EF4-FFF2-40B4-BE49-F238E27FC236}">
                    <a16:creationId xmlns:a16="http://schemas.microsoft.com/office/drawing/2014/main" id="{E456CF69-6127-4725-B1DC-907DA6389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2909"/>
                <a:ext cx="32" cy="20"/>
              </a:xfrm>
              <a:custGeom>
                <a:avLst/>
                <a:gdLst>
                  <a:gd name="T0" fmla="*/ 0 w 13"/>
                  <a:gd name="T1" fmla="*/ 0 h 8"/>
                  <a:gd name="T2" fmla="*/ 62 w 13"/>
                  <a:gd name="T3" fmla="*/ 95 h 8"/>
                  <a:gd name="T4" fmla="*/ 194 w 13"/>
                  <a:gd name="T5" fmla="*/ 11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1" y="2"/>
                      <a:pt x="2" y="5"/>
                      <a:pt x="4" y="6"/>
                    </a:cubicBezTo>
                    <a:cubicBezTo>
                      <a:pt x="7" y="8"/>
                      <a:pt x="11" y="6"/>
                      <a:pt x="13" y="7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6" name="Freeform 1921">
                <a:extLst>
                  <a:ext uri="{FF2B5EF4-FFF2-40B4-BE49-F238E27FC236}">
                    <a16:creationId xmlns:a16="http://schemas.microsoft.com/office/drawing/2014/main" id="{706686D9-2E70-4941-89E7-05F609037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927"/>
                <a:ext cx="32" cy="20"/>
              </a:xfrm>
              <a:custGeom>
                <a:avLst/>
                <a:gdLst>
                  <a:gd name="T0" fmla="*/ 12 w 13"/>
                  <a:gd name="T1" fmla="*/ 0 h 8"/>
                  <a:gd name="T2" fmla="*/ 74 w 13"/>
                  <a:gd name="T3" fmla="*/ 95 h 8"/>
                  <a:gd name="T4" fmla="*/ 194 w 13"/>
                  <a:gd name="T5" fmla="*/ 9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" y="0"/>
                    </a:moveTo>
                    <a:cubicBezTo>
                      <a:pt x="0" y="1"/>
                      <a:pt x="3" y="5"/>
                      <a:pt x="5" y="6"/>
                    </a:cubicBezTo>
                    <a:cubicBezTo>
                      <a:pt x="8" y="8"/>
                      <a:pt x="10" y="7"/>
                      <a:pt x="13" y="6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7" name="Freeform 1922">
                <a:extLst>
                  <a:ext uri="{FF2B5EF4-FFF2-40B4-BE49-F238E27FC236}">
                    <a16:creationId xmlns:a16="http://schemas.microsoft.com/office/drawing/2014/main" id="{52149437-3696-489E-BFF3-C61A540A1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869"/>
                <a:ext cx="23" cy="28"/>
              </a:xfrm>
              <a:custGeom>
                <a:avLst/>
                <a:gdLst>
                  <a:gd name="T0" fmla="*/ 0 w 9"/>
                  <a:gd name="T1" fmla="*/ 0 h 11"/>
                  <a:gd name="T2" fmla="*/ 151 w 9"/>
                  <a:gd name="T3" fmla="*/ 18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5" y="2"/>
                      <a:pt x="9" y="6"/>
                      <a:pt x="9" y="11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8" name="Freeform 1923">
                <a:extLst>
                  <a:ext uri="{FF2B5EF4-FFF2-40B4-BE49-F238E27FC236}">
                    <a16:creationId xmlns:a16="http://schemas.microsoft.com/office/drawing/2014/main" id="{A47A2496-BFF7-4CDB-B7BF-C9F6F69D1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797"/>
                <a:ext cx="15" cy="30"/>
              </a:xfrm>
              <a:custGeom>
                <a:avLst/>
                <a:gdLst>
                  <a:gd name="T0" fmla="*/ 0 w 6"/>
                  <a:gd name="T1" fmla="*/ 0 h 12"/>
                  <a:gd name="T2" fmla="*/ 83 w 6"/>
                  <a:gd name="T3" fmla="*/ 83 h 12"/>
                  <a:gd name="T4" fmla="*/ 83 w 6"/>
                  <a:gd name="T5" fmla="*/ 18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0" y="1"/>
                      <a:pt x="4" y="3"/>
                      <a:pt x="5" y="5"/>
                    </a:cubicBezTo>
                    <a:cubicBezTo>
                      <a:pt x="6" y="7"/>
                      <a:pt x="4" y="10"/>
                      <a:pt x="5" y="1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9" name="Freeform 1924">
                <a:extLst>
                  <a:ext uri="{FF2B5EF4-FFF2-40B4-BE49-F238E27FC236}">
                    <a16:creationId xmlns:a16="http://schemas.microsoft.com/office/drawing/2014/main" id="{988F81F3-F5BE-4E35-96B2-CB24C436A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822"/>
                <a:ext cx="18" cy="42"/>
              </a:xfrm>
              <a:custGeom>
                <a:avLst/>
                <a:gdLst>
                  <a:gd name="T0" fmla="*/ 0 w 7"/>
                  <a:gd name="T1" fmla="*/ 0 h 17"/>
                  <a:gd name="T2" fmla="*/ 118 w 7"/>
                  <a:gd name="T3" fmla="*/ 25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7" y="2"/>
                      <a:pt x="5" y="12"/>
                      <a:pt x="7" y="17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0" name="Freeform 1925">
                <a:extLst>
                  <a:ext uri="{FF2B5EF4-FFF2-40B4-BE49-F238E27FC236}">
                    <a16:creationId xmlns:a16="http://schemas.microsoft.com/office/drawing/2014/main" id="{497DB113-8ECA-4FCF-AEAD-60FC789C7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849"/>
                <a:ext cx="23" cy="33"/>
              </a:xfrm>
              <a:custGeom>
                <a:avLst/>
                <a:gdLst>
                  <a:gd name="T0" fmla="*/ 0 w 9"/>
                  <a:gd name="T1" fmla="*/ 0 h 13"/>
                  <a:gd name="T2" fmla="*/ 97 w 9"/>
                  <a:gd name="T3" fmla="*/ 84 h 13"/>
                  <a:gd name="T4" fmla="*/ 151 w 9"/>
                  <a:gd name="T5" fmla="*/ 2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3" y="2"/>
                      <a:pt x="5" y="1"/>
                      <a:pt x="6" y="5"/>
                    </a:cubicBezTo>
                    <a:cubicBezTo>
                      <a:pt x="7" y="7"/>
                      <a:pt x="7" y="12"/>
                      <a:pt x="9" y="13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1" name="Freeform 1926">
                <a:extLst>
                  <a:ext uri="{FF2B5EF4-FFF2-40B4-BE49-F238E27FC236}">
                    <a16:creationId xmlns:a16="http://schemas.microsoft.com/office/drawing/2014/main" id="{D528564A-1414-4B22-9E3E-B2CE73F8F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877"/>
                <a:ext cx="25" cy="27"/>
              </a:xfrm>
              <a:custGeom>
                <a:avLst/>
                <a:gdLst>
                  <a:gd name="T0" fmla="*/ 0 w 10"/>
                  <a:gd name="T1" fmla="*/ 0 h 11"/>
                  <a:gd name="T2" fmla="*/ 158 w 10"/>
                  <a:gd name="T3" fmla="*/ 16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6" y="0"/>
                      <a:pt x="8" y="6"/>
                      <a:pt x="10" y="11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2" name="Freeform 1927">
                <a:extLst>
                  <a:ext uri="{FF2B5EF4-FFF2-40B4-BE49-F238E27FC236}">
                    <a16:creationId xmlns:a16="http://schemas.microsoft.com/office/drawing/2014/main" id="{AC2DDCE3-DD10-4809-ACC6-248EE26CF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2894"/>
                <a:ext cx="35" cy="28"/>
              </a:xfrm>
              <a:custGeom>
                <a:avLst/>
                <a:gdLst>
                  <a:gd name="T0" fmla="*/ 0 w 14"/>
                  <a:gd name="T1" fmla="*/ 0 h 11"/>
                  <a:gd name="T2" fmla="*/ 220 w 14"/>
                  <a:gd name="T3" fmla="*/ 18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8" y="0"/>
                      <a:pt x="10" y="6"/>
                      <a:pt x="14" y="11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3" name="Freeform 1928">
                <a:extLst>
                  <a:ext uri="{FF2B5EF4-FFF2-40B4-BE49-F238E27FC236}">
                    <a16:creationId xmlns:a16="http://schemas.microsoft.com/office/drawing/2014/main" id="{7749D355-E1C0-4013-92D4-37127A431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922"/>
                <a:ext cx="40" cy="30"/>
              </a:xfrm>
              <a:custGeom>
                <a:avLst/>
                <a:gdLst>
                  <a:gd name="T0" fmla="*/ 0 w 16"/>
                  <a:gd name="T1" fmla="*/ 20 h 12"/>
                  <a:gd name="T2" fmla="*/ 158 w 16"/>
                  <a:gd name="T3" fmla="*/ 63 h 12"/>
                  <a:gd name="T4" fmla="*/ 250 w 16"/>
                  <a:gd name="T5" fmla="*/ 18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0" y="1"/>
                    </a:moveTo>
                    <a:cubicBezTo>
                      <a:pt x="4" y="0"/>
                      <a:pt x="7" y="1"/>
                      <a:pt x="10" y="4"/>
                    </a:cubicBezTo>
                    <a:cubicBezTo>
                      <a:pt x="11" y="6"/>
                      <a:pt x="14" y="11"/>
                      <a:pt x="16" y="1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4" name="Freeform 1929">
                <a:extLst>
                  <a:ext uri="{FF2B5EF4-FFF2-40B4-BE49-F238E27FC236}">
                    <a16:creationId xmlns:a16="http://schemas.microsoft.com/office/drawing/2014/main" id="{9446A6EE-0513-4BBB-A67B-ABDE6DA4F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947"/>
                <a:ext cx="35" cy="37"/>
              </a:xfrm>
              <a:custGeom>
                <a:avLst/>
                <a:gdLst>
                  <a:gd name="T0" fmla="*/ 0 w 14"/>
                  <a:gd name="T1" fmla="*/ 30 h 15"/>
                  <a:gd name="T2" fmla="*/ 158 w 14"/>
                  <a:gd name="T3" fmla="*/ 74 h 15"/>
                  <a:gd name="T4" fmla="*/ 220 w 14"/>
                  <a:gd name="T5" fmla="*/ 2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0" y="2"/>
                    </a:moveTo>
                    <a:cubicBezTo>
                      <a:pt x="3" y="0"/>
                      <a:pt x="8" y="2"/>
                      <a:pt x="10" y="5"/>
                    </a:cubicBezTo>
                    <a:cubicBezTo>
                      <a:pt x="13" y="8"/>
                      <a:pt x="12" y="13"/>
                      <a:pt x="14" y="15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5" name="Freeform 1930">
                <a:extLst>
                  <a:ext uri="{FF2B5EF4-FFF2-40B4-BE49-F238E27FC236}">
                    <a16:creationId xmlns:a16="http://schemas.microsoft.com/office/drawing/2014/main" id="{B6FABC8F-3AA3-4258-9FF1-E50954AB5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967"/>
                <a:ext cx="37" cy="20"/>
              </a:xfrm>
              <a:custGeom>
                <a:avLst/>
                <a:gdLst>
                  <a:gd name="T0" fmla="*/ 0 w 15"/>
                  <a:gd name="T1" fmla="*/ 0 h 8"/>
                  <a:gd name="T2" fmla="*/ 224 w 1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cubicBezTo>
                      <a:pt x="5" y="0"/>
                      <a:pt x="13" y="3"/>
                      <a:pt x="15" y="8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" name="Freeform 1931">
                <a:extLst>
                  <a:ext uri="{FF2B5EF4-FFF2-40B4-BE49-F238E27FC236}">
                    <a16:creationId xmlns:a16="http://schemas.microsoft.com/office/drawing/2014/main" id="{7D1DC0A6-58D1-4875-B55C-ECBFFC0FE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974"/>
                <a:ext cx="38" cy="20"/>
              </a:xfrm>
              <a:custGeom>
                <a:avLst/>
                <a:gdLst>
                  <a:gd name="T0" fmla="*/ 0 w 15"/>
                  <a:gd name="T1" fmla="*/ 33 h 8"/>
                  <a:gd name="T2" fmla="*/ 160 w 15"/>
                  <a:gd name="T3" fmla="*/ 33 h 8"/>
                  <a:gd name="T4" fmla="*/ 243 w 15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0" y="2"/>
                    </a:moveTo>
                    <a:cubicBezTo>
                      <a:pt x="2" y="0"/>
                      <a:pt x="8" y="0"/>
                      <a:pt x="10" y="2"/>
                    </a:cubicBezTo>
                    <a:cubicBezTo>
                      <a:pt x="13" y="3"/>
                      <a:pt x="14" y="7"/>
                      <a:pt x="15" y="8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" name="Freeform 1932">
                <a:extLst>
                  <a:ext uri="{FF2B5EF4-FFF2-40B4-BE49-F238E27FC236}">
                    <a16:creationId xmlns:a16="http://schemas.microsoft.com/office/drawing/2014/main" id="{390F7444-DFCC-4E9D-A272-64D1EABF8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984"/>
                <a:ext cx="43" cy="20"/>
              </a:xfrm>
              <a:custGeom>
                <a:avLst/>
                <a:gdLst>
                  <a:gd name="T0" fmla="*/ 0 w 17"/>
                  <a:gd name="T1" fmla="*/ 50 h 8"/>
                  <a:gd name="T2" fmla="*/ 159 w 17"/>
                  <a:gd name="T3" fmla="*/ 20 h 8"/>
                  <a:gd name="T4" fmla="*/ 276 w 17"/>
                  <a:gd name="T5" fmla="*/ 125 h 8"/>
                  <a:gd name="T6" fmla="*/ 276 w 17"/>
                  <a:gd name="T7" fmla="*/ 1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0" y="3"/>
                    </a:moveTo>
                    <a:cubicBezTo>
                      <a:pt x="2" y="1"/>
                      <a:pt x="6" y="0"/>
                      <a:pt x="10" y="1"/>
                    </a:cubicBezTo>
                    <a:cubicBezTo>
                      <a:pt x="14" y="2"/>
                      <a:pt x="15" y="4"/>
                      <a:pt x="17" y="8"/>
                    </a:cubicBezTo>
                    <a:cubicBezTo>
                      <a:pt x="17" y="8"/>
                      <a:pt x="17" y="7"/>
                      <a:pt x="17" y="7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8" name="Freeform 1933">
                <a:extLst>
                  <a:ext uri="{FF2B5EF4-FFF2-40B4-BE49-F238E27FC236}">
                    <a16:creationId xmlns:a16="http://schemas.microsoft.com/office/drawing/2014/main" id="{CC01DB62-BE8B-4C5B-81DF-4BC5F5C9E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992"/>
                <a:ext cx="28" cy="12"/>
              </a:xfrm>
              <a:custGeom>
                <a:avLst/>
                <a:gdLst>
                  <a:gd name="T0" fmla="*/ 0 w 11"/>
                  <a:gd name="T1" fmla="*/ 70 h 5"/>
                  <a:gd name="T2" fmla="*/ 181 w 1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5"/>
                    </a:moveTo>
                    <a:cubicBezTo>
                      <a:pt x="3" y="2"/>
                      <a:pt x="6" y="0"/>
                      <a:pt x="11" y="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9" name="Freeform 1934">
                <a:extLst>
                  <a:ext uri="{FF2B5EF4-FFF2-40B4-BE49-F238E27FC236}">
                    <a16:creationId xmlns:a16="http://schemas.microsoft.com/office/drawing/2014/main" id="{5244094F-D94C-4659-BFDC-2E1685770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959"/>
                <a:ext cx="37" cy="18"/>
              </a:xfrm>
              <a:custGeom>
                <a:avLst/>
                <a:gdLst>
                  <a:gd name="T0" fmla="*/ 0 w 15"/>
                  <a:gd name="T1" fmla="*/ 0 h 7"/>
                  <a:gd name="T2" fmla="*/ 224 w 15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0" y="0"/>
                    </a:moveTo>
                    <a:cubicBezTo>
                      <a:pt x="0" y="6"/>
                      <a:pt x="11" y="6"/>
                      <a:pt x="15" y="7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0" name="Freeform 1935">
                <a:extLst>
                  <a:ext uri="{FF2B5EF4-FFF2-40B4-BE49-F238E27FC236}">
                    <a16:creationId xmlns:a16="http://schemas.microsoft.com/office/drawing/2014/main" id="{E5E082D5-756D-43FE-922B-51E6BA2FA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992"/>
                <a:ext cx="75" cy="27"/>
              </a:xfrm>
              <a:custGeom>
                <a:avLst/>
                <a:gdLst>
                  <a:gd name="T0" fmla="*/ 0 w 30"/>
                  <a:gd name="T1" fmla="*/ 0 h 11"/>
                  <a:gd name="T2" fmla="*/ 125 w 30"/>
                  <a:gd name="T3" fmla="*/ 61 h 11"/>
                  <a:gd name="T4" fmla="*/ 250 w 30"/>
                  <a:gd name="T5" fmla="*/ 42 h 11"/>
                  <a:gd name="T6" fmla="*/ 333 w 30"/>
                  <a:gd name="T7" fmla="*/ 150 h 11"/>
                  <a:gd name="T8" fmla="*/ 458 w 30"/>
                  <a:gd name="T9" fmla="*/ 162 h 11"/>
                  <a:gd name="T10" fmla="*/ 470 w 30"/>
                  <a:gd name="T11" fmla="*/ 15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1">
                    <a:moveTo>
                      <a:pt x="0" y="0"/>
                    </a:moveTo>
                    <a:cubicBezTo>
                      <a:pt x="2" y="3"/>
                      <a:pt x="4" y="5"/>
                      <a:pt x="8" y="4"/>
                    </a:cubicBezTo>
                    <a:cubicBezTo>
                      <a:pt x="10" y="4"/>
                      <a:pt x="14" y="2"/>
                      <a:pt x="16" y="3"/>
                    </a:cubicBezTo>
                    <a:cubicBezTo>
                      <a:pt x="18" y="4"/>
                      <a:pt x="18" y="9"/>
                      <a:pt x="21" y="10"/>
                    </a:cubicBezTo>
                    <a:cubicBezTo>
                      <a:pt x="23" y="11"/>
                      <a:pt x="27" y="11"/>
                      <a:pt x="29" y="11"/>
                    </a:cubicBezTo>
                    <a:cubicBezTo>
                      <a:pt x="29" y="11"/>
                      <a:pt x="29" y="11"/>
                      <a:pt x="30" y="1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1" name="Freeform 1936">
                <a:extLst>
                  <a:ext uri="{FF2B5EF4-FFF2-40B4-BE49-F238E27FC236}">
                    <a16:creationId xmlns:a16="http://schemas.microsoft.com/office/drawing/2014/main" id="{60DCEC87-5314-46BD-B1DD-027912ACF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2944"/>
                <a:ext cx="40" cy="23"/>
              </a:xfrm>
              <a:custGeom>
                <a:avLst/>
                <a:gdLst>
                  <a:gd name="T0" fmla="*/ 0 w 16"/>
                  <a:gd name="T1" fmla="*/ 0 h 9"/>
                  <a:gd name="T2" fmla="*/ 250 w 16"/>
                  <a:gd name="T3" fmla="*/ 13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">
                    <a:moveTo>
                      <a:pt x="0" y="0"/>
                    </a:moveTo>
                    <a:cubicBezTo>
                      <a:pt x="3" y="7"/>
                      <a:pt x="10" y="9"/>
                      <a:pt x="16" y="8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2" name="Freeform 1937">
                <a:extLst>
                  <a:ext uri="{FF2B5EF4-FFF2-40B4-BE49-F238E27FC236}">
                    <a16:creationId xmlns:a16="http://schemas.microsoft.com/office/drawing/2014/main" id="{82CEABC2-E4F1-47EB-8F13-0AF8CC4EF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972"/>
                <a:ext cx="47" cy="25"/>
              </a:xfrm>
              <a:custGeom>
                <a:avLst/>
                <a:gdLst>
                  <a:gd name="T0" fmla="*/ 0 w 19"/>
                  <a:gd name="T1" fmla="*/ 0 h 10"/>
                  <a:gd name="T2" fmla="*/ 121 w 19"/>
                  <a:gd name="T3" fmla="*/ 125 h 10"/>
                  <a:gd name="T4" fmla="*/ 287 w 19"/>
                  <a:gd name="T5" fmla="*/ 12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1" y="4"/>
                      <a:pt x="5" y="7"/>
                      <a:pt x="8" y="8"/>
                    </a:cubicBezTo>
                    <a:cubicBezTo>
                      <a:pt x="12" y="10"/>
                      <a:pt x="14" y="9"/>
                      <a:pt x="19" y="8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3" name="Freeform 1938">
                <a:extLst>
                  <a:ext uri="{FF2B5EF4-FFF2-40B4-BE49-F238E27FC236}">
                    <a16:creationId xmlns:a16="http://schemas.microsoft.com/office/drawing/2014/main" id="{3181A2E6-3695-4A51-94BD-383442F09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3002"/>
                <a:ext cx="32" cy="12"/>
              </a:xfrm>
              <a:custGeom>
                <a:avLst/>
                <a:gdLst>
                  <a:gd name="T0" fmla="*/ 0 w 13"/>
                  <a:gd name="T1" fmla="*/ 0 h 5"/>
                  <a:gd name="T2" fmla="*/ 194 w 13"/>
                  <a:gd name="T3" fmla="*/ 5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0"/>
                    </a:moveTo>
                    <a:cubicBezTo>
                      <a:pt x="2" y="4"/>
                      <a:pt x="9" y="5"/>
                      <a:pt x="13" y="4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4" name="Freeform 1939">
                <a:extLst>
                  <a:ext uri="{FF2B5EF4-FFF2-40B4-BE49-F238E27FC236}">
                    <a16:creationId xmlns:a16="http://schemas.microsoft.com/office/drawing/2014/main" id="{B7FB00CB-6B58-4AC0-A0E5-23A17EBD6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116"/>
                <a:ext cx="463" cy="288"/>
              </a:xfrm>
              <a:custGeom>
                <a:avLst/>
                <a:gdLst>
                  <a:gd name="T0" fmla="*/ 2901 w 185"/>
                  <a:gd name="T1" fmla="*/ 50 h 115"/>
                  <a:gd name="T2" fmla="*/ 2693 w 185"/>
                  <a:gd name="T3" fmla="*/ 50 h 115"/>
                  <a:gd name="T4" fmla="*/ 2555 w 185"/>
                  <a:gd name="T5" fmla="*/ 20 h 115"/>
                  <a:gd name="T6" fmla="*/ 2350 w 185"/>
                  <a:gd name="T7" fmla="*/ 50 h 115"/>
                  <a:gd name="T8" fmla="*/ 2067 w 185"/>
                  <a:gd name="T9" fmla="*/ 63 h 115"/>
                  <a:gd name="T10" fmla="*/ 1834 w 185"/>
                  <a:gd name="T11" fmla="*/ 125 h 115"/>
                  <a:gd name="T12" fmla="*/ 1679 w 185"/>
                  <a:gd name="T13" fmla="*/ 220 h 115"/>
                  <a:gd name="T14" fmla="*/ 1254 w 185"/>
                  <a:gd name="T15" fmla="*/ 283 h 115"/>
                  <a:gd name="T16" fmla="*/ 908 w 185"/>
                  <a:gd name="T17" fmla="*/ 408 h 115"/>
                  <a:gd name="T18" fmla="*/ 596 w 185"/>
                  <a:gd name="T19" fmla="*/ 689 h 115"/>
                  <a:gd name="T20" fmla="*/ 471 w 185"/>
                  <a:gd name="T21" fmla="*/ 804 h 115"/>
                  <a:gd name="T22" fmla="*/ 395 w 185"/>
                  <a:gd name="T23" fmla="*/ 929 h 115"/>
                  <a:gd name="T24" fmla="*/ 188 w 185"/>
                  <a:gd name="T25" fmla="*/ 1160 h 115"/>
                  <a:gd name="T26" fmla="*/ 33 w 185"/>
                  <a:gd name="T27" fmla="*/ 1475 h 115"/>
                  <a:gd name="T28" fmla="*/ 20 w 185"/>
                  <a:gd name="T29" fmla="*/ 1630 h 115"/>
                  <a:gd name="T30" fmla="*/ 50 w 185"/>
                  <a:gd name="T31" fmla="*/ 1806 h 11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85" h="115">
                    <a:moveTo>
                      <a:pt x="185" y="3"/>
                    </a:moveTo>
                    <a:cubicBezTo>
                      <a:pt x="180" y="0"/>
                      <a:pt x="177" y="3"/>
                      <a:pt x="172" y="3"/>
                    </a:cubicBezTo>
                    <a:cubicBezTo>
                      <a:pt x="169" y="3"/>
                      <a:pt x="167" y="0"/>
                      <a:pt x="163" y="1"/>
                    </a:cubicBezTo>
                    <a:cubicBezTo>
                      <a:pt x="158" y="1"/>
                      <a:pt x="154" y="3"/>
                      <a:pt x="150" y="3"/>
                    </a:cubicBezTo>
                    <a:cubicBezTo>
                      <a:pt x="144" y="4"/>
                      <a:pt x="139" y="2"/>
                      <a:pt x="132" y="4"/>
                    </a:cubicBezTo>
                    <a:cubicBezTo>
                      <a:pt x="127" y="4"/>
                      <a:pt x="121" y="5"/>
                      <a:pt x="117" y="8"/>
                    </a:cubicBezTo>
                    <a:cubicBezTo>
                      <a:pt x="113" y="11"/>
                      <a:pt x="112" y="14"/>
                      <a:pt x="107" y="14"/>
                    </a:cubicBezTo>
                    <a:cubicBezTo>
                      <a:pt x="97" y="13"/>
                      <a:pt x="88" y="9"/>
                      <a:pt x="80" y="18"/>
                    </a:cubicBezTo>
                    <a:cubicBezTo>
                      <a:pt x="74" y="26"/>
                      <a:pt x="67" y="24"/>
                      <a:pt x="58" y="26"/>
                    </a:cubicBezTo>
                    <a:cubicBezTo>
                      <a:pt x="46" y="29"/>
                      <a:pt x="43" y="35"/>
                      <a:pt x="38" y="44"/>
                    </a:cubicBezTo>
                    <a:cubicBezTo>
                      <a:pt x="36" y="49"/>
                      <a:pt x="34" y="48"/>
                      <a:pt x="30" y="51"/>
                    </a:cubicBezTo>
                    <a:cubicBezTo>
                      <a:pt x="27" y="53"/>
                      <a:pt x="27" y="56"/>
                      <a:pt x="25" y="59"/>
                    </a:cubicBezTo>
                    <a:cubicBezTo>
                      <a:pt x="20" y="66"/>
                      <a:pt x="12" y="64"/>
                      <a:pt x="12" y="74"/>
                    </a:cubicBezTo>
                    <a:cubicBezTo>
                      <a:pt x="12" y="83"/>
                      <a:pt x="5" y="87"/>
                      <a:pt x="2" y="94"/>
                    </a:cubicBezTo>
                    <a:cubicBezTo>
                      <a:pt x="1" y="98"/>
                      <a:pt x="0" y="101"/>
                      <a:pt x="1" y="104"/>
                    </a:cubicBezTo>
                    <a:cubicBezTo>
                      <a:pt x="1" y="107"/>
                      <a:pt x="5" y="114"/>
                      <a:pt x="3" y="115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5" name="Freeform 1940">
                <a:extLst>
                  <a:ext uri="{FF2B5EF4-FFF2-40B4-BE49-F238E27FC236}">
                    <a16:creationId xmlns:a16="http://schemas.microsoft.com/office/drawing/2014/main" id="{574686EC-F465-4C94-8C0C-86AF2B7BC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116"/>
                <a:ext cx="280" cy="128"/>
              </a:xfrm>
              <a:custGeom>
                <a:avLst/>
                <a:gdLst>
                  <a:gd name="T0" fmla="*/ 1750 w 112"/>
                  <a:gd name="T1" fmla="*/ 806 h 51"/>
                  <a:gd name="T2" fmla="*/ 1583 w 112"/>
                  <a:gd name="T3" fmla="*/ 776 h 51"/>
                  <a:gd name="T4" fmla="*/ 1395 w 112"/>
                  <a:gd name="T5" fmla="*/ 567 h 51"/>
                  <a:gd name="T6" fmla="*/ 1020 w 112"/>
                  <a:gd name="T7" fmla="*/ 442 h 51"/>
                  <a:gd name="T8" fmla="*/ 770 w 112"/>
                  <a:gd name="T9" fmla="*/ 221 h 51"/>
                  <a:gd name="T10" fmla="*/ 583 w 112"/>
                  <a:gd name="T11" fmla="*/ 238 h 51"/>
                  <a:gd name="T12" fmla="*/ 438 w 112"/>
                  <a:gd name="T13" fmla="*/ 158 h 51"/>
                  <a:gd name="T14" fmla="*/ 0 w 112"/>
                  <a:gd name="T15" fmla="*/ 83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51">
                    <a:moveTo>
                      <a:pt x="112" y="51"/>
                    </a:moveTo>
                    <a:cubicBezTo>
                      <a:pt x="111" y="48"/>
                      <a:pt x="104" y="51"/>
                      <a:pt x="101" y="49"/>
                    </a:cubicBezTo>
                    <a:cubicBezTo>
                      <a:pt x="96" y="46"/>
                      <a:pt x="92" y="41"/>
                      <a:pt x="89" y="36"/>
                    </a:cubicBezTo>
                    <a:cubicBezTo>
                      <a:pt x="83" y="29"/>
                      <a:pt x="73" y="32"/>
                      <a:pt x="65" y="28"/>
                    </a:cubicBezTo>
                    <a:cubicBezTo>
                      <a:pt x="59" y="24"/>
                      <a:pt x="55" y="16"/>
                      <a:pt x="49" y="14"/>
                    </a:cubicBezTo>
                    <a:cubicBezTo>
                      <a:pt x="45" y="12"/>
                      <a:pt x="41" y="15"/>
                      <a:pt x="37" y="15"/>
                    </a:cubicBezTo>
                    <a:cubicBezTo>
                      <a:pt x="34" y="14"/>
                      <a:pt x="30" y="12"/>
                      <a:pt x="28" y="10"/>
                    </a:cubicBezTo>
                    <a:cubicBezTo>
                      <a:pt x="19" y="4"/>
                      <a:pt x="11" y="0"/>
                      <a:pt x="0" y="5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6" name="Freeform 1941">
                <a:extLst>
                  <a:ext uri="{FF2B5EF4-FFF2-40B4-BE49-F238E27FC236}">
                    <a16:creationId xmlns:a16="http://schemas.microsoft.com/office/drawing/2014/main" id="{4B1C1020-8A76-4EC4-9360-12ADC74A7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296"/>
                <a:ext cx="22" cy="56"/>
              </a:xfrm>
              <a:custGeom>
                <a:avLst/>
                <a:gdLst>
                  <a:gd name="T0" fmla="*/ 0 w 9"/>
                  <a:gd name="T1" fmla="*/ 364 h 22"/>
                  <a:gd name="T2" fmla="*/ 42 w 9"/>
                  <a:gd name="T3" fmla="*/ 130 h 22"/>
                  <a:gd name="T4" fmla="*/ 132 w 9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13"/>
                      <a:pt x="3" y="8"/>
                    </a:cubicBezTo>
                    <a:cubicBezTo>
                      <a:pt x="4" y="5"/>
                      <a:pt x="8" y="3"/>
                      <a:pt x="9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7" name="Freeform 1942">
                <a:extLst>
                  <a:ext uri="{FF2B5EF4-FFF2-40B4-BE49-F238E27FC236}">
                    <a16:creationId xmlns:a16="http://schemas.microsoft.com/office/drawing/2014/main" id="{ED3575D5-D0F4-4829-A389-49C7A78A0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1244"/>
                <a:ext cx="62" cy="75"/>
              </a:xfrm>
              <a:custGeom>
                <a:avLst/>
                <a:gdLst>
                  <a:gd name="T0" fmla="*/ 382 w 25"/>
                  <a:gd name="T1" fmla="*/ 0 h 30"/>
                  <a:gd name="T2" fmla="*/ 154 w 25"/>
                  <a:gd name="T3" fmla="*/ 250 h 30"/>
                  <a:gd name="T4" fmla="*/ 0 w 25"/>
                  <a:gd name="T5" fmla="*/ 47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0">
                    <a:moveTo>
                      <a:pt x="25" y="0"/>
                    </a:moveTo>
                    <a:cubicBezTo>
                      <a:pt x="15" y="1"/>
                      <a:pt x="11" y="7"/>
                      <a:pt x="10" y="16"/>
                    </a:cubicBezTo>
                    <a:cubicBezTo>
                      <a:pt x="1" y="13"/>
                      <a:pt x="0" y="24"/>
                      <a:pt x="0" y="3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8" name="Freeform 1943">
                <a:extLst>
                  <a:ext uri="{FF2B5EF4-FFF2-40B4-BE49-F238E27FC236}">
                    <a16:creationId xmlns:a16="http://schemas.microsoft.com/office/drawing/2014/main" id="{97A590FD-6CEC-4279-AE30-8B14DEBAF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316"/>
                <a:ext cx="20" cy="46"/>
              </a:xfrm>
              <a:custGeom>
                <a:avLst/>
                <a:gdLst>
                  <a:gd name="T0" fmla="*/ 125 w 8"/>
                  <a:gd name="T1" fmla="*/ 0 h 18"/>
                  <a:gd name="T2" fmla="*/ 0 w 8"/>
                  <a:gd name="T3" fmla="*/ 169 h 18"/>
                  <a:gd name="T4" fmla="*/ 83 w 8"/>
                  <a:gd name="T5" fmla="*/ 30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cubicBezTo>
                      <a:pt x="5" y="2"/>
                      <a:pt x="0" y="6"/>
                      <a:pt x="0" y="10"/>
                    </a:cubicBezTo>
                    <a:cubicBezTo>
                      <a:pt x="0" y="13"/>
                      <a:pt x="4" y="15"/>
                      <a:pt x="5" y="18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9" name="Freeform 1944">
                <a:extLst>
                  <a:ext uri="{FF2B5EF4-FFF2-40B4-BE49-F238E27FC236}">
                    <a16:creationId xmlns:a16="http://schemas.microsoft.com/office/drawing/2014/main" id="{368E71FA-9B79-4969-9A14-140D13D58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352"/>
                <a:ext cx="12" cy="57"/>
              </a:xfrm>
              <a:custGeom>
                <a:avLst/>
                <a:gdLst>
                  <a:gd name="T0" fmla="*/ 70 w 5"/>
                  <a:gd name="T1" fmla="*/ 0 h 23"/>
                  <a:gd name="T2" fmla="*/ 0 w 5"/>
                  <a:gd name="T3" fmla="*/ 34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5" y="7"/>
                      <a:pt x="1" y="16"/>
                      <a:pt x="0" y="23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0" name="Freeform 1945">
                <a:extLst>
                  <a:ext uri="{FF2B5EF4-FFF2-40B4-BE49-F238E27FC236}">
                    <a16:creationId xmlns:a16="http://schemas.microsoft.com/office/drawing/2014/main" id="{60568374-0A9B-4B4C-ADAD-4AE3E5857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384"/>
                <a:ext cx="8" cy="20"/>
              </a:xfrm>
              <a:custGeom>
                <a:avLst/>
                <a:gdLst>
                  <a:gd name="T0" fmla="*/ 56 w 3"/>
                  <a:gd name="T1" fmla="*/ 0 h 8"/>
                  <a:gd name="T2" fmla="*/ 0 w 3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4"/>
                      <a:pt x="0" y="4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1" name="Freeform 1946">
                <a:extLst>
                  <a:ext uri="{FF2B5EF4-FFF2-40B4-BE49-F238E27FC236}">
                    <a16:creationId xmlns:a16="http://schemas.microsoft.com/office/drawing/2014/main" id="{8592835C-16D6-4EB1-9A4E-6A5EE92D8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379"/>
                <a:ext cx="10" cy="18"/>
              </a:xfrm>
              <a:custGeom>
                <a:avLst/>
                <a:gdLst>
                  <a:gd name="T0" fmla="*/ 63 w 4"/>
                  <a:gd name="T1" fmla="*/ 118 h 7"/>
                  <a:gd name="T2" fmla="*/ 20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cubicBezTo>
                      <a:pt x="2" y="5"/>
                      <a:pt x="0" y="3"/>
                      <a:pt x="1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2" name="Freeform 1947">
                <a:extLst>
                  <a:ext uri="{FF2B5EF4-FFF2-40B4-BE49-F238E27FC236}">
                    <a16:creationId xmlns:a16="http://schemas.microsoft.com/office/drawing/2014/main" id="{316C0B09-E461-457B-AD20-EF05B9F92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334"/>
                <a:ext cx="17" cy="50"/>
              </a:xfrm>
              <a:custGeom>
                <a:avLst/>
                <a:gdLst>
                  <a:gd name="T0" fmla="*/ 0 w 7"/>
                  <a:gd name="T1" fmla="*/ 313 h 20"/>
                  <a:gd name="T2" fmla="*/ 70 w 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0" y="20"/>
                    </a:moveTo>
                    <a:cubicBezTo>
                      <a:pt x="6" y="15"/>
                      <a:pt x="7" y="7"/>
                      <a:pt x="5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3" name="Freeform 1948">
                <a:extLst>
                  <a:ext uri="{FF2B5EF4-FFF2-40B4-BE49-F238E27FC236}">
                    <a16:creationId xmlns:a16="http://schemas.microsoft.com/office/drawing/2014/main" id="{F92A559F-0D19-4139-8991-15C6E80BF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264"/>
                <a:ext cx="32" cy="47"/>
              </a:xfrm>
              <a:custGeom>
                <a:avLst/>
                <a:gdLst>
                  <a:gd name="T0" fmla="*/ 0 w 13"/>
                  <a:gd name="T1" fmla="*/ 287 h 19"/>
                  <a:gd name="T2" fmla="*/ 194 w 1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0" y="19"/>
                    </a:moveTo>
                    <a:cubicBezTo>
                      <a:pt x="8" y="18"/>
                      <a:pt x="13" y="6"/>
                      <a:pt x="13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4" name="Freeform 1949">
                <a:extLst>
                  <a:ext uri="{FF2B5EF4-FFF2-40B4-BE49-F238E27FC236}">
                    <a16:creationId xmlns:a16="http://schemas.microsoft.com/office/drawing/2014/main" id="{30168F01-79A7-4767-8C03-9CBB432DD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224"/>
                <a:ext cx="33" cy="42"/>
              </a:xfrm>
              <a:custGeom>
                <a:avLst/>
                <a:gdLst>
                  <a:gd name="T0" fmla="*/ 0 w 13"/>
                  <a:gd name="T1" fmla="*/ 212 h 17"/>
                  <a:gd name="T2" fmla="*/ 160 w 13"/>
                  <a:gd name="T3" fmla="*/ 153 h 17"/>
                  <a:gd name="T4" fmla="*/ 193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0" y="14"/>
                    </a:moveTo>
                    <a:cubicBezTo>
                      <a:pt x="4" y="17"/>
                      <a:pt x="7" y="13"/>
                      <a:pt x="10" y="10"/>
                    </a:cubicBezTo>
                    <a:cubicBezTo>
                      <a:pt x="13" y="6"/>
                      <a:pt x="12" y="4"/>
                      <a:pt x="12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5" name="Freeform 1950">
                <a:extLst>
                  <a:ext uri="{FF2B5EF4-FFF2-40B4-BE49-F238E27FC236}">
                    <a16:creationId xmlns:a16="http://schemas.microsoft.com/office/drawing/2014/main" id="{FF604879-8ACA-4F92-97B0-57819ED7E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204"/>
                <a:ext cx="45" cy="37"/>
              </a:xfrm>
              <a:custGeom>
                <a:avLst/>
                <a:gdLst>
                  <a:gd name="T0" fmla="*/ 283 w 18"/>
                  <a:gd name="T1" fmla="*/ 0 h 15"/>
                  <a:gd name="T2" fmla="*/ 0 w 18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5">
                    <a:moveTo>
                      <a:pt x="18" y="0"/>
                    </a:moveTo>
                    <a:cubicBezTo>
                      <a:pt x="7" y="0"/>
                      <a:pt x="4" y="8"/>
                      <a:pt x="0" y="15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6" name="Freeform 1951">
                <a:extLst>
                  <a:ext uri="{FF2B5EF4-FFF2-40B4-BE49-F238E27FC236}">
                    <a16:creationId xmlns:a16="http://schemas.microsoft.com/office/drawing/2014/main" id="{163B8A0A-7C87-4420-B83A-5CDDFE925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219"/>
                <a:ext cx="33" cy="35"/>
              </a:xfrm>
              <a:custGeom>
                <a:avLst/>
                <a:gdLst>
                  <a:gd name="T0" fmla="*/ 213 w 13"/>
                  <a:gd name="T1" fmla="*/ 0 h 14"/>
                  <a:gd name="T2" fmla="*/ 0 w 13"/>
                  <a:gd name="T3" fmla="*/ 2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3" y="0"/>
                    </a:moveTo>
                    <a:cubicBezTo>
                      <a:pt x="7" y="0"/>
                      <a:pt x="1" y="8"/>
                      <a:pt x="0" y="14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7" name="Freeform 1952">
                <a:extLst>
                  <a:ext uri="{FF2B5EF4-FFF2-40B4-BE49-F238E27FC236}">
                    <a16:creationId xmlns:a16="http://schemas.microsoft.com/office/drawing/2014/main" id="{4AF3C209-4BF4-46FE-9EDC-485DAF656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249"/>
                <a:ext cx="25" cy="37"/>
              </a:xfrm>
              <a:custGeom>
                <a:avLst/>
                <a:gdLst>
                  <a:gd name="T0" fmla="*/ 158 w 10"/>
                  <a:gd name="T1" fmla="*/ 0 h 15"/>
                  <a:gd name="T2" fmla="*/ 0 w 10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10" y="0"/>
                    </a:moveTo>
                    <a:cubicBezTo>
                      <a:pt x="6" y="4"/>
                      <a:pt x="0" y="9"/>
                      <a:pt x="0" y="15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8" name="Freeform 1953">
                <a:extLst>
                  <a:ext uri="{FF2B5EF4-FFF2-40B4-BE49-F238E27FC236}">
                    <a16:creationId xmlns:a16="http://schemas.microsoft.com/office/drawing/2014/main" id="{31FBAAF4-029F-46F2-ABE0-395A5B766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129"/>
                <a:ext cx="177" cy="70"/>
              </a:xfrm>
              <a:custGeom>
                <a:avLst/>
                <a:gdLst>
                  <a:gd name="T0" fmla="*/ 1099 w 71"/>
                  <a:gd name="T1" fmla="*/ 33 h 28"/>
                  <a:gd name="T2" fmla="*/ 870 w 71"/>
                  <a:gd name="T3" fmla="*/ 83 h 28"/>
                  <a:gd name="T4" fmla="*/ 666 w 71"/>
                  <a:gd name="T5" fmla="*/ 220 h 28"/>
                  <a:gd name="T6" fmla="*/ 436 w 71"/>
                  <a:gd name="T7" fmla="*/ 175 h 28"/>
                  <a:gd name="T8" fmla="*/ 262 w 71"/>
                  <a:gd name="T9" fmla="*/ 333 h 28"/>
                  <a:gd name="T10" fmla="*/ 155 w 71"/>
                  <a:gd name="T11" fmla="*/ 425 h 28"/>
                  <a:gd name="T12" fmla="*/ 0 w 71"/>
                  <a:gd name="T13" fmla="*/ 40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8">
                    <a:moveTo>
                      <a:pt x="71" y="2"/>
                    </a:moveTo>
                    <a:cubicBezTo>
                      <a:pt x="66" y="1"/>
                      <a:pt x="60" y="0"/>
                      <a:pt x="56" y="5"/>
                    </a:cubicBezTo>
                    <a:cubicBezTo>
                      <a:pt x="52" y="9"/>
                      <a:pt x="49" y="15"/>
                      <a:pt x="43" y="14"/>
                    </a:cubicBezTo>
                    <a:cubicBezTo>
                      <a:pt x="37" y="12"/>
                      <a:pt x="34" y="9"/>
                      <a:pt x="28" y="11"/>
                    </a:cubicBezTo>
                    <a:cubicBezTo>
                      <a:pt x="22" y="13"/>
                      <a:pt x="21" y="17"/>
                      <a:pt x="17" y="21"/>
                    </a:cubicBezTo>
                    <a:cubicBezTo>
                      <a:pt x="15" y="23"/>
                      <a:pt x="13" y="26"/>
                      <a:pt x="10" y="27"/>
                    </a:cubicBezTo>
                    <a:cubicBezTo>
                      <a:pt x="6" y="28"/>
                      <a:pt x="3" y="25"/>
                      <a:pt x="0" y="26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9" name="Freeform 1954">
                <a:extLst>
                  <a:ext uri="{FF2B5EF4-FFF2-40B4-BE49-F238E27FC236}">
                    <a16:creationId xmlns:a16="http://schemas.microsoft.com/office/drawing/2014/main" id="{AABE0BD9-52D1-4055-A80F-405E3CE97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194"/>
                <a:ext cx="37" cy="27"/>
              </a:xfrm>
              <a:custGeom>
                <a:avLst/>
                <a:gdLst>
                  <a:gd name="T0" fmla="*/ 224 w 15"/>
                  <a:gd name="T1" fmla="*/ 0 h 11"/>
                  <a:gd name="T2" fmla="*/ 133 w 15"/>
                  <a:gd name="T3" fmla="*/ 120 h 11"/>
                  <a:gd name="T4" fmla="*/ 0 w 15"/>
                  <a:gd name="T5" fmla="*/ 16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5" y="0"/>
                    </a:moveTo>
                    <a:cubicBezTo>
                      <a:pt x="13" y="3"/>
                      <a:pt x="13" y="6"/>
                      <a:pt x="9" y="8"/>
                    </a:cubicBezTo>
                    <a:cubicBezTo>
                      <a:pt x="6" y="9"/>
                      <a:pt x="2" y="9"/>
                      <a:pt x="0" y="11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0" name="Freeform 1955">
                <a:extLst>
                  <a:ext uri="{FF2B5EF4-FFF2-40B4-BE49-F238E27FC236}">
                    <a16:creationId xmlns:a16="http://schemas.microsoft.com/office/drawing/2014/main" id="{27E1B41C-48EF-431C-9C27-349307460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171"/>
                <a:ext cx="38" cy="23"/>
              </a:xfrm>
              <a:custGeom>
                <a:avLst/>
                <a:gdLst>
                  <a:gd name="T0" fmla="*/ 0 w 15"/>
                  <a:gd name="T1" fmla="*/ 151 h 9"/>
                  <a:gd name="T2" fmla="*/ 243 w 1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5" y="8"/>
                      <a:pt x="14" y="7"/>
                      <a:pt x="15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1" name="Freeform 1956">
                <a:extLst>
                  <a:ext uri="{FF2B5EF4-FFF2-40B4-BE49-F238E27FC236}">
                    <a16:creationId xmlns:a16="http://schemas.microsoft.com/office/drawing/2014/main" id="{3E33DA0B-B6BD-4EF5-9978-DB18BDC32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1129"/>
                <a:ext cx="130" cy="55"/>
              </a:xfrm>
              <a:custGeom>
                <a:avLst/>
                <a:gdLst>
                  <a:gd name="T0" fmla="*/ 813 w 52"/>
                  <a:gd name="T1" fmla="*/ 33 h 22"/>
                  <a:gd name="T2" fmla="*/ 675 w 52"/>
                  <a:gd name="T3" fmla="*/ 20 h 22"/>
                  <a:gd name="T4" fmla="*/ 583 w 52"/>
                  <a:gd name="T5" fmla="*/ 95 h 22"/>
                  <a:gd name="T6" fmla="*/ 408 w 52"/>
                  <a:gd name="T7" fmla="*/ 95 h 22"/>
                  <a:gd name="T8" fmla="*/ 363 w 52"/>
                  <a:gd name="T9" fmla="*/ 158 h 22"/>
                  <a:gd name="T10" fmla="*/ 270 w 52"/>
                  <a:gd name="T11" fmla="*/ 175 h 22"/>
                  <a:gd name="T12" fmla="*/ 0 w 52"/>
                  <a:gd name="T13" fmla="*/ 34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2">
                    <a:moveTo>
                      <a:pt x="52" y="2"/>
                    </a:moveTo>
                    <a:cubicBezTo>
                      <a:pt x="50" y="0"/>
                      <a:pt x="45" y="1"/>
                      <a:pt x="43" y="1"/>
                    </a:cubicBezTo>
                    <a:cubicBezTo>
                      <a:pt x="40" y="2"/>
                      <a:pt x="39" y="5"/>
                      <a:pt x="37" y="6"/>
                    </a:cubicBezTo>
                    <a:cubicBezTo>
                      <a:pt x="35" y="4"/>
                      <a:pt x="29" y="4"/>
                      <a:pt x="26" y="6"/>
                    </a:cubicBezTo>
                    <a:cubicBezTo>
                      <a:pt x="25" y="7"/>
                      <a:pt x="24" y="9"/>
                      <a:pt x="23" y="10"/>
                    </a:cubicBezTo>
                    <a:cubicBezTo>
                      <a:pt x="21" y="11"/>
                      <a:pt x="19" y="10"/>
                      <a:pt x="17" y="11"/>
                    </a:cubicBezTo>
                    <a:cubicBezTo>
                      <a:pt x="10" y="13"/>
                      <a:pt x="4" y="16"/>
                      <a:pt x="0" y="2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2" name="Freeform 1957">
                <a:extLst>
                  <a:ext uri="{FF2B5EF4-FFF2-40B4-BE49-F238E27FC236}">
                    <a16:creationId xmlns:a16="http://schemas.microsoft.com/office/drawing/2014/main" id="{4A519123-95F4-4D4B-88BD-C7F828295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106"/>
                <a:ext cx="246" cy="33"/>
              </a:xfrm>
              <a:custGeom>
                <a:avLst/>
                <a:gdLst>
                  <a:gd name="T0" fmla="*/ 1551 w 98"/>
                  <a:gd name="T1" fmla="*/ 147 h 13"/>
                  <a:gd name="T2" fmla="*/ 1423 w 98"/>
                  <a:gd name="T3" fmla="*/ 117 h 13"/>
                  <a:gd name="T4" fmla="*/ 1298 w 98"/>
                  <a:gd name="T5" fmla="*/ 147 h 13"/>
                  <a:gd name="T6" fmla="*/ 1059 w 98"/>
                  <a:gd name="T7" fmla="*/ 160 h 13"/>
                  <a:gd name="T8" fmla="*/ 856 w 98"/>
                  <a:gd name="T9" fmla="*/ 51 h 13"/>
                  <a:gd name="T10" fmla="*/ 663 w 98"/>
                  <a:gd name="T11" fmla="*/ 129 h 13"/>
                  <a:gd name="T12" fmla="*/ 492 w 98"/>
                  <a:gd name="T13" fmla="*/ 51 h 13"/>
                  <a:gd name="T14" fmla="*/ 301 w 98"/>
                  <a:gd name="T15" fmla="*/ 129 h 13"/>
                  <a:gd name="T16" fmla="*/ 20 w 98"/>
                  <a:gd name="T17" fmla="*/ 160 h 13"/>
                  <a:gd name="T18" fmla="*/ 0 w 98"/>
                  <a:gd name="T19" fmla="*/ 16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8" h="13">
                    <a:moveTo>
                      <a:pt x="98" y="9"/>
                    </a:moveTo>
                    <a:cubicBezTo>
                      <a:pt x="95" y="8"/>
                      <a:pt x="93" y="7"/>
                      <a:pt x="90" y="7"/>
                    </a:cubicBezTo>
                    <a:cubicBezTo>
                      <a:pt x="87" y="7"/>
                      <a:pt x="84" y="8"/>
                      <a:pt x="82" y="9"/>
                    </a:cubicBezTo>
                    <a:cubicBezTo>
                      <a:pt x="76" y="10"/>
                      <a:pt x="72" y="13"/>
                      <a:pt x="67" y="10"/>
                    </a:cubicBezTo>
                    <a:cubicBezTo>
                      <a:pt x="63" y="7"/>
                      <a:pt x="61" y="0"/>
                      <a:pt x="54" y="3"/>
                    </a:cubicBezTo>
                    <a:cubicBezTo>
                      <a:pt x="49" y="6"/>
                      <a:pt x="48" y="11"/>
                      <a:pt x="42" y="8"/>
                    </a:cubicBezTo>
                    <a:cubicBezTo>
                      <a:pt x="37" y="6"/>
                      <a:pt x="36" y="2"/>
                      <a:pt x="31" y="3"/>
                    </a:cubicBezTo>
                    <a:cubicBezTo>
                      <a:pt x="25" y="3"/>
                      <a:pt x="22" y="5"/>
                      <a:pt x="19" y="8"/>
                    </a:cubicBezTo>
                    <a:cubicBezTo>
                      <a:pt x="15" y="2"/>
                      <a:pt x="3" y="4"/>
                      <a:pt x="1" y="10"/>
                    </a:cubicBezTo>
                    <a:cubicBezTo>
                      <a:pt x="1" y="10"/>
                      <a:pt x="0" y="10"/>
                      <a:pt x="0" y="1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3" name="Freeform 1958">
                <a:extLst>
                  <a:ext uri="{FF2B5EF4-FFF2-40B4-BE49-F238E27FC236}">
                    <a16:creationId xmlns:a16="http://schemas.microsoft.com/office/drawing/2014/main" id="{1754619D-C1EB-4F22-AE5C-C623986A9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119"/>
                <a:ext cx="30" cy="10"/>
              </a:xfrm>
              <a:custGeom>
                <a:avLst/>
                <a:gdLst>
                  <a:gd name="T0" fmla="*/ 188 w 12"/>
                  <a:gd name="T1" fmla="*/ 0 h 4"/>
                  <a:gd name="T2" fmla="*/ 0 w 1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12" y="0"/>
                    </a:moveTo>
                    <a:cubicBezTo>
                      <a:pt x="8" y="0"/>
                      <a:pt x="2" y="0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4" name="Freeform 1959">
                <a:extLst>
                  <a:ext uri="{FF2B5EF4-FFF2-40B4-BE49-F238E27FC236}">
                    <a16:creationId xmlns:a16="http://schemas.microsoft.com/office/drawing/2014/main" id="{5B895C0F-E445-4869-BDAD-41944CE3A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096"/>
                <a:ext cx="47" cy="20"/>
              </a:xfrm>
              <a:custGeom>
                <a:avLst/>
                <a:gdLst>
                  <a:gd name="T0" fmla="*/ 287 w 19"/>
                  <a:gd name="T1" fmla="*/ 95 h 8"/>
                  <a:gd name="T2" fmla="*/ 0 w 19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19" y="6"/>
                    </a:moveTo>
                    <a:cubicBezTo>
                      <a:pt x="14" y="0"/>
                      <a:pt x="4" y="4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5" name="Freeform 1960">
                <a:extLst>
                  <a:ext uri="{FF2B5EF4-FFF2-40B4-BE49-F238E27FC236}">
                    <a16:creationId xmlns:a16="http://schemas.microsoft.com/office/drawing/2014/main" id="{51273939-DCB0-4682-86A8-D64C4EF05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096"/>
                <a:ext cx="30" cy="15"/>
              </a:xfrm>
              <a:custGeom>
                <a:avLst/>
                <a:gdLst>
                  <a:gd name="T0" fmla="*/ 188 w 12"/>
                  <a:gd name="T1" fmla="*/ 50 h 6"/>
                  <a:gd name="T2" fmla="*/ 0 w 12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3"/>
                    </a:moveTo>
                    <a:cubicBezTo>
                      <a:pt x="8" y="0"/>
                      <a:pt x="3" y="5"/>
                      <a:pt x="0" y="6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6" name="Freeform 1961">
                <a:extLst>
                  <a:ext uri="{FF2B5EF4-FFF2-40B4-BE49-F238E27FC236}">
                    <a16:creationId xmlns:a16="http://schemas.microsoft.com/office/drawing/2014/main" id="{E1692BBC-74CF-42E0-B7D9-3AC40F9D7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106"/>
                <a:ext cx="48" cy="10"/>
              </a:xfrm>
              <a:custGeom>
                <a:avLst/>
                <a:gdLst>
                  <a:gd name="T0" fmla="*/ 306 w 19"/>
                  <a:gd name="T1" fmla="*/ 33 h 4"/>
                  <a:gd name="T2" fmla="*/ 129 w 19"/>
                  <a:gd name="T3" fmla="*/ 20 h 4"/>
                  <a:gd name="T4" fmla="*/ 0 w 19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">
                    <a:moveTo>
                      <a:pt x="19" y="2"/>
                    </a:moveTo>
                    <a:cubicBezTo>
                      <a:pt x="15" y="0"/>
                      <a:pt x="12" y="0"/>
                      <a:pt x="8" y="1"/>
                    </a:cubicBezTo>
                    <a:cubicBezTo>
                      <a:pt x="5" y="2"/>
                      <a:pt x="2" y="4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7" name="Freeform 1962">
                <a:extLst>
                  <a:ext uri="{FF2B5EF4-FFF2-40B4-BE49-F238E27FC236}">
                    <a16:creationId xmlns:a16="http://schemas.microsoft.com/office/drawing/2014/main" id="{4CAC4C6A-BBFC-4255-99E7-3725453E6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1124"/>
                <a:ext cx="56" cy="15"/>
              </a:xfrm>
              <a:custGeom>
                <a:avLst/>
                <a:gdLst>
                  <a:gd name="T0" fmla="*/ 364 w 22"/>
                  <a:gd name="T1" fmla="*/ 0 h 6"/>
                  <a:gd name="T2" fmla="*/ 181 w 22"/>
                  <a:gd name="T3" fmla="*/ 95 h 6"/>
                  <a:gd name="T4" fmla="*/ 84 w 22"/>
                  <a:gd name="T5" fmla="*/ 95 h 6"/>
                  <a:gd name="T6" fmla="*/ 0 w 22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6">
                    <a:moveTo>
                      <a:pt x="22" y="0"/>
                    </a:moveTo>
                    <a:cubicBezTo>
                      <a:pt x="19" y="2"/>
                      <a:pt x="15" y="4"/>
                      <a:pt x="11" y="6"/>
                    </a:cubicBezTo>
                    <a:cubicBezTo>
                      <a:pt x="9" y="6"/>
                      <a:pt x="7" y="6"/>
                      <a:pt x="5" y="6"/>
                    </a:cubicBezTo>
                    <a:cubicBezTo>
                      <a:pt x="3" y="6"/>
                      <a:pt x="1" y="4"/>
                      <a:pt x="0" y="5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8" name="Freeform 1963">
                <a:extLst>
                  <a:ext uri="{FF2B5EF4-FFF2-40B4-BE49-F238E27FC236}">
                    <a16:creationId xmlns:a16="http://schemas.microsoft.com/office/drawing/2014/main" id="{9741A9CA-DEC5-43B7-9160-56F80D996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111"/>
                <a:ext cx="80" cy="13"/>
              </a:xfrm>
              <a:custGeom>
                <a:avLst/>
                <a:gdLst>
                  <a:gd name="T0" fmla="*/ 500 w 32"/>
                  <a:gd name="T1" fmla="*/ 88 h 5"/>
                  <a:gd name="T2" fmla="*/ 395 w 32"/>
                  <a:gd name="T3" fmla="*/ 34 h 5"/>
                  <a:gd name="T4" fmla="*/ 250 w 32"/>
                  <a:gd name="T5" fmla="*/ 88 h 5"/>
                  <a:gd name="T6" fmla="*/ 125 w 32"/>
                  <a:gd name="T7" fmla="*/ 21 h 5"/>
                  <a:gd name="T8" fmla="*/ 0 w 3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">
                    <a:moveTo>
                      <a:pt x="32" y="5"/>
                    </a:moveTo>
                    <a:cubicBezTo>
                      <a:pt x="32" y="3"/>
                      <a:pt x="27" y="1"/>
                      <a:pt x="25" y="2"/>
                    </a:cubicBezTo>
                    <a:cubicBezTo>
                      <a:pt x="22" y="2"/>
                      <a:pt x="19" y="5"/>
                      <a:pt x="16" y="5"/>
                    </a:cubicBezTo>
                    <a:cubicBezTo>
                      <a:pt x="14" y="5"/>
                      <a:pt x="11" y="1"/>
                      <a:pt x="8" y="1"/>
                    </a:cubicBezTo>
                    <a:cubicBezTo>
                      <a:pt x="6" y="0"/>
                      <a:pt x="1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9" name="Freeform 1964">
                <a:extLst>
                  <a:ext uri="{FF2B5EF4-FFF2-40B4-BE49-F238E27FC236}">
                    <a16:creationId xmlns:a16="http://schemas.microsoft.com/office/drawing/2014/main" id="{0A7DD354-C85D-4849-9EFB-14DE86D8D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126"/>
                <a:ext cx="52" cy="13"/>
              </a:xfrm>
              <a:custGeom>
                <a:avLst/>
                <a:gdLst>
                  <a:gd name="T0" fmla="*/ 319 w 21"/>
                  <a:gd name="T1" fmla="*/ 34 h 5"/>
                  <a:gd name="T2" fmla="*/ 154 w 21"/>
                  <a:gd name="T3" fmla="*/ 68 h 5"/>
                  <a:gd name="T4" fmla="*/ 0 w 2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">
                    <a:moveTo>
                      <a:pt x="21" y="2"/>
                    </a:moveTo>
                    <a:cubicBezTo>
                      <a:pt x="17" y="4"/>
                      <a:pt x="14" y="5"/>
                      <a:pt x="10" y="4"/>
                    </a:cubicBezTo>
                    <a:cubicBezTo>
                      <a:pt x="6" y="3"/>
                      <a:pt x="3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0" name="Freeform 1965">
                <a:extLst>
                  <a:ext uri="{FF2B5EF4-FFF2-40B4-BE49-F238E27FC236}">
                    <a16:creationId xmlns:a16="http://schemas.microsoft.com/office/drawing/2014/main" id="{9D900646-D601-43B8-9CE0-3394C82FA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109"/>
                <a:ext cx="70" cy="37"/>
              </a:xfrm>
              <a:custGeom>
                <a:avLst/>
                <a:gdLst>
                  <a:gd name="T0" fmla="*/ 438 w 28"/>
                  <a:gd name="T1" fmla="*/ 212 h 15"/>
                  <a:gd name="T2" fmla="*/ 283 w 28"/>
                  <a:gd name="T3" fmla="*/ 183 h 15"/>
                  <a:gd name="T4" fmla="*/ 208 w 28"/>
                  <a:gd name="T5" fmla="*/ 74 h 15"/>
                  <a:gd name="T6" fmla="*/ 0 w 28"/>
                  <a:gd name="T7" fmla="*/ 10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5">
                    <a:moveTo>
                      <a:pt x="28" y="14"/>
                    </a:moveTo>
                    <a:cubicBezTo>
                      <a:pt x="25" y="15"/>
                      <a:pt x="20" y="14"/>
                      <a:pt x="18" y="12"/>
                    </a:cubicBezTo>
                    <a:cubicBezTo>
                      <a:pt x="15" y="10"/>
                      <a:pt x="15" y="7"/>
                      <a:pt x="13" y="5"/>
                    </a:cubicBezTo>
                    <a:cubicBezTo>
                      <a:pt x="10" y="0"/>
                      <a:pt x="2" y="1"/>
                      <a:pt x="0" y="7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1" name="Freeform 1966">
                <a:extLst>
                  <a:ext uri="{FF2B5EF4-FFF2-40B4-BE49-F238E27FC236}">
                    <a16:creationId xmlns:a16="http://schemas.microsoft.com/office/drawing/2014/main" id="{0A3F4FFF-455C-412F-ABF7-F99913A0F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106"/>
                <a:ext cx="90" cy="10"/>
              </a:xfrm>
              <a:custGeom>
                <a:avLst/>
                <a:gdLst>
                  <a:gd name="T0" fmla="*/ 563 w 36"/>
                  <a:gd name="T1" fmla="*/ 50 h 4"/>
                  <a:gd name="T2" fmla="*/ 425 w 36"/>
                  <a:gd name="T3" fmla="*/ 20 h 4"/>
                  <a:gd name="T4" fmla="*/ 300 w 36"/>
                  <a:gd name="T5" fmla="*/ 50 h 4"/>
                  <a:gd name="T6" fmla="*/ 145 w 36"/>
                  <a:gd name="T7" fmla="*/ 0 h 4"/>
                  <a:gd name="T8" fmla="*/ 0 w 36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">
                    <a:moveTo>
                      <a:pt x="36" y="3"/>
                    </a:moveTo>
                    <a:cubicBezTo>
                      <a:pt x="33" y="3"/>
                      <a:pt x="31" y="0"/>
                      <a:pt x="27" y="1"/>
                    </a:cubicBezTo>
                    <a:cubicBezTo>
                      <a:pt x="24" y="1"/>
                      <a:pt x="21" y="4"/>
                      <a:pt x="19" y="3"/>
                    </a:cubicBezTo>
                    <a:cubicBezTo>
                      <a:pt x="15" y="3"/>
                      <a:pt x="13" y="0"/>
                      <a:pt x="9" y="0"/>
                    </a:cubicBezTo>
                    <a:cubicBezTo>
                      <a:pt x="6" y="0"/>
                      <a:pt x="3" y="1"/>
                      <a:pt x="0" y="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2" name="Freeform 1967">
                <a:extLst>
                  <a:ext uri="{FF2B5EF4-FFF2-40B4-BE49-F238E27FC236}">
                    <a16:creationId xmlns:a16="http://schemas.microsoft.com/office/drawing/2014/main" id="{DDE8B19A-4D8D-4AA5-B7D0-2E9BDE8C5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099"/>
                <a:ext cx="40" cy="7"/>
              </a:xfrm>
              <a:custGeom>
                <a:avLst/>
                <a:gdLst>
                  <a:gd name="T0" fmla="*/ 250 w 16"/>
                  <a:gd name="T1" fmla="*/ 37 h 3"/>
                  <a:gd name="T2" fmla="*/ 0 w 16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cubicBezTo>
                      <a:pt x="11" y="0"/>
                      <a:pt x="6" y="1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3" name="Freeform 1968">
                <a:extLst>
                  <a:ext uri="{FF2B5EF4-FFF2-40B4-BE49-F238E27FC236}">
                    <a16:creationId xmlns:a16="http://schemas.microsoft.com/office/drawing/2014/main" id="{8C692882-F567-40EC-A363-8705E7B7B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124"/>
                <a:ext cx="35" cy="17"/>
              </a:xfrm>
              <a:custGeom>
                <a:avLst/>
                <a:gdLst>
                  <a:gd name="T0" fmla="*/ 220 w 14"/>
                  <a:gd name="T1" fmla="*/ 87 h 7"/>
                  <a:gd name="T2" fmla="*/ 95 w 14"/>
                  <a:gd name="T3" fmla="*/ 87 h 7"/>
                  <a:gd name="T4" fmla="*/ 0 w 1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6"/>
                    </a:moveTo>
                    <a:cubicBezTo>
                      <a:pt x="11" y="6"/>
                      <a:pt x="8" y="7"/>
                      <a:pt x="6" y="6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4" name="Freeform 1969">
                <a:extLst>
                  <a:ext uri="{FF2B5EF4-FFF2-40B4-BE49-F238E27FC236}">
                    <a16:creationId xmlns:a16="http://schemas.microsoft.com/office/drawing/2014/main" id="{1EFA0945-E7E9-404D-B807-E75CA5D04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264"/>
                <a:ext cx="48" cy="140"/>
              </a:xfrm>
              <a:custGeom>
                <a:avLst/>
                <a:gdLst>
                  <a:gd name="T0" fmla="*/ 306 w 19"/>
                  <a:gd name="T1" fmla="*/ 875 h 56"/>
                  <a:gd name="T2" fmla="*/ 306 w 19"/>
                  <a:gd name="T3" fmla="*/ 863 h 56"/>
                  <a:gd name="T4" fmla="*/ 255 w 19"/>
                  <a:gd name="T5" fmla="*/ 625 h 56"/>
                  <a:gd name="T6" fmla="*/ 129 w 19"/>
                  <a:gd name="T7" fmla="*/ 408 h 56"/>
                  <a:gd name="T8" fmla="*/ 147 w 19"/>
                  <a:gd name="T9" fmla="*/ 300 h 56"/>
                  <a:gd name="T10" fmla="*/ 51 w 19"/>
                  <a:gd name="T11" fmla="*/ 220 h 56"/>
                  <a:gd name="T12" fmla="*/ 0 w 19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6">
                    <a:moveTo>
                      <a:pt x="19" y="56"/>
                    </a:moveTo>
                    <a:cubicBezTo>
                      <a:pt x="19" y="56"/>
                      <a:pt x="19" y="56"/>
                      <a:pt x="19" y="55"/>
                    </a:cubicBezTo>
                    <a:cubicBezTo>
                      <a:pt x="12" y="54"/>
                      <a:pt x="17" y="44"/>
                      <a:pt x="16" y="40"/>
                    </a:cubicBezTo>
                    <a:cubicBezTo>
                      <a:pt x="14" y="34"/>
                      <a:pt x="8" y="33"/>
                      <a:pt x="8" y="26"/>
                    </a:cubicBezTo>
                    <a:cubicBezTo>
                      <a:pt x="8" y="24"/>
                      <a:pt x="10" y="22"/>
                      <a:pt x="9" y="19"/>
                    </a:cubicBezTo>
                    <a:cubicBezTo>
                      <a:pt x="7" y="17"/>
                      <a:pt x="4" y="16"/>
                      <a:pt x="3" y="14"/>
                    </a:cubicBezTo>
                    <a:cubicBezTo>
                      <a:pt x="0" y="10"/>
                      <a:pt x="3" y="4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5" name="Freeform 1970">
                <a:extLst>
                  <a:ext uri="{FF2B5EF4-FFF2-40B4-BE49-F238E27FC236}">
                    <a16:creationId xmlns:a16="http://schemas.microsoft.com/office/drawing/2014/main" id="{530AF61E-D963-4946-B742-EDDDD7C9A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281"/>
                <a:ext cx="45" cy="123"/>
              </a:xfrm>
              <a:custGeom>
                <a:avLst/>
                <a:gdLst>
                  <a:gd name="T0" fmla="*/ 250 w 18"/>
                  <a:gd name="T1" fmla="*/ 776 h 49"/>
                  <a:gd name="T2" fmla="*/ 250 w 18"/>
                  <a:gd name="T3" fmla="*/ 618 h 49"/>
                  <a:gd name="T4" fmla="*/ 125 w 18"/>
                  <a:gd name="T5" fmla="*/ 492 h 49"/>
                  <a:gd name="T6" fmla="*/ 83 w 18"/>
                  <a:gd name="T7" fmla="*/ 208 h 49"/>
                  <a:gd name="T8" fmla="*/ 0 w 18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9">
                    <a:moveTo>
                      <a:pt x="16" y="49"/>
                    </a:moveTo>
                    <a:cubicBezTo>
                      <a:pt x="18" y="46"/>
                      <a:pt x="18" y="42"/>
                      <a:pt x="16" y="39"/>
                    </a:cubicBezTo>
                    <a:cubicBezTo>
                      <a:pt x="13" y="36"/>
                      <a:pt x="9" y="36"/>
                      <a:pt x="8" y="31"/>
                    </a:cubicBezTo>
                    <a:cubicBezTo>
                      <a:pt x="5" y="24"/>
                      <a:pt x="14" y="18"/>
                      <a:pt x="5" y="13"/>
                    </a:cubicBezTo>
                    <a:cubicBezTo>
                      <a:pt x="9" y="9"/>
                      <a:pt x="4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6" name="Freeform 1971">
                <a:extLst>
                  <a:ext uri="{FF2B5EF4-FFF2-40B4-BE49-F238E27FC236}">
                    <a16:creationId xmlns:a16="http://schemas.microsoft.com/office/drawing/2014/main" id="{F76515AB-C3A0-40E4-9DA0-F73B546A1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1326"/>
                <a:ext cx="12" cy="38"/>
              </a:xfrm>
              <a:custGeom>
                <a:avLst/>
                <a:gdLst>
                  <a:gd name="T0" fmla="*/ 41 w 5"/>
                  <a:gd name="T1" fmla="*/ 243 h 15"/>
                  <a:gd name="T2" fmla="*/ 0 w 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3" y="15"/>
                    </a:moveTo>
                    <a:cubicBezTo>
                      <a:pt x="5" y="9"/>
                      <a:pt x="3" y="5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7" name="Freeform 1972">
                <a:extLst>
                  <a:ext uri="{FF2B5EF4-FFF2-40B4-BE49-F238E27FC236}">
                    <a16:creationId xmlns:a16="http://schemas.microsoft.com/office/drawing/2014/main" id="{88D1BAAB-AB0B-4B69-ADCD-3B37B8269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1364"/>
                <a:ext cx="15" cy="40"/>
              </a:xfrm>
              <a:custGeom>
                <a:avLst/>
                <a:gdLst>
                  <a:gd name="T0" fmla="*/ 50 w 6"/>
                  <a:gd name="T1" fmla="*/ 0 h 16"/>
                  <a:gd name="T2" fmla="*/ 50 w 6"/>
                  <a:gd name="T3" fmla="*/ 145 h 16"/>
                  <a:gd name="T4" fmla="*/ 95 w 6"/>
                  <a:gd name="T5" fmla="*/ 188 h 16"/>
                  <a:gd name="T6" fmla="*/ 63 w 6"/>
                  <a:gd name="T7" fmla="*/ 25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3" y="0"/>
                    </a:moveTo>
                    <a:cubicBezTo>
                      <a:pt x="0" y="0"/>
                      <a:pt x="2" y="7"/>
                      <a:pt x="3" y="9"/>
                    </a:cubicBezTo>
                    <a:cubicBezTo>
                      <a:pt x="4" y="10"/>
                      <a:pt x="6" y="11"/>
                      <a:pt x="6" y="12"/>
                    </a:cubicBezTo>
                    <a:cubicBezTo>
                      <a:pt x="6" y="13"/>
                      <a:pt x="4" y="15"/>
                      <a:pt x="4" y="16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8" name="Freeform 1973">
                <a:extLst>
                  <a:ext uri="{FF2B5EF4-FFF2-40B4-BE49-F238E27FC236}">
                    <a16:creationId xmlns:a16="http://schemas.microsoft.com/office/drawing/2014/main" id="{A13649BA-9444-48F7-B584-B5CB0E913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1377"/>
                <a:ext cx="10" cy="27"/>
              </a:xfrm>
              <a:custGeom>
                <a:avLst/>
                <a:gdLst>
                  <a:gd name="T0" fmla="*/ 20 w 4"/>
                  <a:gd name="T1" fmla="*/ 162 h 11"/>
                  <a:gd name="T2" fmla="*/ 63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1" y="11"/>
                    </a:moveTo>
                    <a:cubicBezTo>
                      <a:pt x="0" y="7"/>
                      <a:pt x="2" y="4"/>
                      <a:pt x="4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9" name="Freeform 1974">
                <a:extLst>
                  <a:ext uri="{FF2B5EF4-FFF2-40B4-BE49-F238E27FC236}">
                    <a16:creationId xmlns:a16="http://schemas.microsoft.com/office/drawing/2014/main" id="{70C46104-FF3C-4E85-A343-89FB85C9A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1341"/>
                <a:ext cx="10" cy="46"/>
              </a:xfrm>
              <a:custGeom>
                <a:avLst/>
                <a:gdLst>
                  <a:gd name="T0" fmla="*/ 63 w 4"/>
                  <a:gd name="T1" fmla="*/ 302 h 18"/>
                  <a:gd name="T2" fmla="*/ 0 w 4"/>
                  <a:gd name="T3" fmla="*/ 151 h 18"/>
                  <a:gd name="T4" fmla="*/ 50 w 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8">
                    <a:moveTo>
                      <a:pt x="4" y="18"/>
                    </a:moveTo>
                    <a:cubicBezTo>
                      <a:pt x="2" y="15"/>
                      <a:pt x="0" y="13"/>
                      <a:pt x="0" y="9"/>
                    </a:cubicBezTo>
                    <a:cubicBezTo>
                      <a:pt x="0" y="6"/>
                      <a:pt x="3" y="2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0" name="Freeform 1975">
                <a:extLst>
                  <a:ext uri="{FF2B5EF4-FFF2-40B4-BE49-F238E27FC236}">
                    <a16:creationId xmlns:a16="http://schemas.microsoft.com/office/drawing/2014/main" id="{6F708D00-9AE8-4D6B-86E9-3D1442648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306"/>
                <a:ext cx="15" cy="46"/>
              </a:xfrm>
              <a:custGeom>
                <a:avLst/>
                <a:gdLst>
                  <a:gd name="T0" fmla="*/ 95 w 6"/>
                  <a:gd name="T1" fmla="*/ 302 h 18"/>
                  <a:gd name="T2" fmla="*/ 33 w 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6" y="18"/>
                    </a:moveTo>
                    <a:cubicBezTo>
                      <a:pt x="0" y="15"/>
                      <a:pt x="1" y="5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1" name="Freeform 1976">
                <a:extLst>
                  <a:ext uri="{FF2B5EF4-FFF2-40B4-BE49-F238E27FC236}">
                    <a16:creationId xmlns:a16="http://schemas.microsoft.com/office/drawing/2014/main" id="{31D31641-6415-4B57-B43F-645A3239D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1286"/>
                <a:ext cx="12" cy="38"/>
              </a:xfrm>
              <a:custGeom>
                <a:avLst/>
                <a:gdLst>
                  <a:gd name="T0" fmla="*/ 70 w 5"/>
                  <a:gd name="T1" fmla="*/ 243 h 15"/>
                  <a:gd name="T2" fmla="*/ 0 w 5"/>
                  <a:gd name="T3" fmla="*/ 129 h 15"/>
                  <a:gd name="T4" fmla="*/ 29 w 5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5" y="15"/>
                    </a:moveTo>
                    <a:cubicBezTo>
                      <a:pt x="3" y="13"/>
                      <a:pt x="0" y="12"/>
                      <a:pt x="0" y="8"/>
                    </a:cubicBezTo>
                    <a:cubicBezTo>
                      <a:pt x="0" y="6"/>
                      <a:pt x="3" y="1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2" name="Freeform 1977">
                <a:extLst>
                  <a:ext uri="{FF2B5EF4-FFF2-40B4-BE49-F238E27FC236}">
                    <a16:creationId xmlns:a16="http://schemas.microsoft.com/office/drawing/2014/main" id="{2B104DE7-3982-4425-AC1A-5697327C1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241"/>
                <a:ext cx="30" cy="58"/>
              </a:xfrm>
              <a:custGeom>
                <a:avLst/>
                <a:gdLst>
                  <a:gd name="T0" fmla="*/ 188 w 12"/>
                  <a:gd name="T1" fmla="*/ 368 h 23"/>
                  <a:gd name="T2" fmla="*/ 145 w 12"/>
                  <a:gd name="T3" fmla="*/ 146 h 23"/>
                  <a:gd name="T4" fmla="*/ 95 w 12"/>
                  <a:gd name="T5" fmla="*/ 63 h 23"/>
                  <a:gd name="T6" fmla="*/ 0 w 12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12" y="23"/>
                    </a:moveTo>
                    <a:cubicBezTo>
                      <a:pt x="4" y="19"/>
                      <a:pt x="10" y="14"/>
                      <a:pt x="9" y="9"/>
                    </a:cubicBezTo>
                    <a:cubicBezTo>
                      <a:pt x="9" y="7"/>
                      <a:pt x="8" y="5"/>
                      <a:pt x="6" y="4"/>
                    </a:cubicBezTo>
                    <a:cubicBezTo>
                      <a:pt x="4" y="2"/>
                      <a:pt x="1" y="4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3" name="Freeform 1978">
                <a:extLst>
                  <a:ext uri="{FF2B5EF4-FFF2-40B4-BE49-F238E27FC236}">
                    <a16:creationId xmlns:a16="http://schemas.microsoft.com/office/drawing/2014/main" id="{FE29EA7F-8983-450F-83A9-DEADFFC12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226"/>
                <a:ext cx="63" cy="53"/>
              </a:xfrm>
              <a:custGeom>
                <a:avLst/>
                <a:gdLst>
                  <a:gd name="T0" fmla="*/ 401 w 25"/>
                  <a:gd name="T1" fmla="*/ 338 h 21"/>
                  <a:gd name="T2" fmla="*/ 255 w 25"/>
                  <a:gd name="T3" fmla="*/ 96 h 21"/>
                  <a:gd name="T4" fmla="*/ 0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25" y="21"/>
                    </a:moveTo>
                    <a:cubicBezTo>
                      <a:pt x="18" y="21"/>
                      <a:pt x="19" y="10"/>
                      <a:pt x="16" y="6"/>
                    </a:cubicBezTo>
                    <a:cubicBezTo>
                      <a:pt x="12" y="0"/>
                      <a:pt x="7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4" name="Freeform 1979">
                <a:extLst>
                  <a:ext uri="{FF2B5EF4-FFF2-40B4-BE49-F238E27FC236}">
                    <a16:creationId xmlns:a16="http://schemas.microsoft.com/office/drawing/2014/main" id="{42264BF5-E0E3-4E77-9EFD-6EEA3407A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1174"/>
                <a:ext cx="70" cy="47"/>
              </a:xfrm>
              <a:custGeom>
                <a:avLst/>
                <a:gdLst>
                  <a:gd name="T0" fmla="*/ 438 w 28"/>
                  <a:gd name="T1" fmla="*/ 287 h 19"/>
                  <a:gd name="T2" fmla="*/ 283 w 28"/>
                  <a:gd name="T3" fmla="*/ 245 h 19"/>
                  <a:gd name="T4" fmla="*/ 238 w 28"/>
                  <a:gd name="T5" fmla="*/ 104 h 19"/>
                  <a:gd name="T6" fmla="*/ 0 w 28"/>
                  <a:gd name="T7" fmla="*/ 4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9">
                    <a:moveTo>
                      <a:pt x="28" y="19"/>
                    </a:moveTo>
                    <a:cubicBezTo>
                      <a:pt x="25" y="18"/>
                      <a:pt x="20" y="18"/>
                      <a:pt x="18" y="16"/>
                    </a:cubicBezTo>
                    <a:cubicBezTo>
                      <a:pt x="16" y="14"/>
                      <a:pt x="16" y="10"/>
                      <a:pt x="15" y="7"/>
                    </a:cubicBezTo>
                    <a:cubicBezTo>
                      <a:pt x="11" y="0"/>
                      <a:pt x="5" y="3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5" name="Freeform 1980">
                <a:extLst>
                  <a:ext uri="{FF2B5EF4-FFF2-40B4-BE49-F238E27FC236}">
                    <a16:creationId xmlns:a16="http://schemas.microsoft.com/office/drawing/2014/main" id="{F0D870A3-8B74-4FF6-8DDF-2281969DA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209"/>
                <a:ext cx="32" cy="20"/>
              </a:xfrm>
              <a:custGeom>
                <a:avLst/>
                <a:gdLst>
                  <a:gd name="T0" fmla="*/ 194 w 13"/>
                  <a:gd name="T1" fmla="*/ 125 h 8"/>
                  <a:gd name="T2" fmla="*/ 121 w 13"/>
                  <a:gd name="T3" fmla="*/ 33 h 8"/>
                  <a:gd name="T4" fmla="*/ 0 w 13"/>
                  <a:gd name="T5" fmla="*/ 2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3" y="8"/>
                    </a:moveTo>
                    <a:cubicBezTo>
                      <a:pt x="11" y="6"/>
                      <a:pt x="10" y="3"/>
                      <a:pt x="8" y="2"/>
                    </a:cubicBezTo>
                    <a:cubicBezTo>
                      <a:pt x="5" y="0"/>
                      <a:pt x="2" y="2"/>
                      <a:pt x="0" y="1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6" name="Freeform 1981">
                <a:extLst>
                  <a:ext uri="{FF2B5EF4-FFF2-40B4-BE49-F238E27FC236}">
                    <a16:creationId xmlns:a16="http://schemas.microsoft.com/office/drawing/2014/main" id="{DD671439-171C-40D2-B588-E0866DFC0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191"/>
                <a:ext cx="35" cy="20"/>
              </a:xfrm>
              <a:custGeom>
                <a:avLst/>
                <a:gdLst>
                  <a:gd name="T0" fmla="*/ 208 w 14"/>
                  <a:gd name="T1" fmla="*/ 125 h 8"/>
                  <a:gd name="T2" fmla="*/ 145 w 14"/>
                  <a:gd name="T3" fmla="*/ 33 h 8"/>
                  <a:gd name="T4" fmla="*/ 0 w 14"/>
                  <a:gd name="T5" fmla="*/ 3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13" y="8"/>
                    </a:moveTo>
                    <a:cubicBezTo>
                      <a:pt x="14" y="7"/>
                      <a:pt x="10" y="3"/>
                      <a:pt x="9" y="2"/>
                    </a:cubicBezTo>
                    <a:cubicBezTo>
                      <a:pt x="6" y="0"/>
                      <a:pt x="3" y="1"/>
                      <a:pt x="0" y="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7" name="Freeform 1982">
                <a:extLst>
                  <a:ext uri="{FF2B5EF4-FFF2-40B4-BE49-F238E27FC236}">
                    <a16:creationId xmlns:a16="http://schemas.microsoft.com/office/drawing/2014/main" id="{4E6DF891-0B67-4285-9668-CAA48865A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239"/>
                <a:ext cx="25" cy="27"/>
              </a:xfrm>
              <a:custGeom>
                <a:avLst/>
                <a:gdLst>
                  <a:gd name="T0" fmla="*/ 158 w 10"/>
                  <a:gd name="T1" fmla="*/ 162 h 11"/>
                  <a:gd name="T2" fmla="*/ 0 w 1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10" y="11"/>
                    </a:moveTo>
                    <a:cubicBezTo>
                      <a:pt x="5" y="9"/>
                      <a:pt x="0" y="5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8" name="Freeform 1983">
                <a:extLst>
                  <a:ext uri="{FF2B5EF4-FFF2-40B4-BE49-F238E27FC236}">
                    <a16:creationId xmlns:a16="http://schemas.microsoft.com/office/drawing/2014/main" id="{16C545F6-CC0D-4105-8497-819C479CA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309"/>
                <a:ext cx="13" cy="27"/>
              </a:xfrm>
              <a:custGeom>
                <a:avLst/>
                <a:gdLst>
                  <a:gd name="T0" fmla="*/ 88 w 5"/>
                  <a:gd name="T1" fmla="*/ 162 h 11"/>
                  <a:gd name="T2" fmla="*/ 21 w 5"/>
                  <a:gd name="T3" fmla="*/ 103 h 11"/>
                  <a:gd name="T4" fmla="*/ 21 w 5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5" y="11"/>
                    </a:moveTo>
                    <a:cubicBezTo>
                      <a:pt x="5" y="10"/>
                      <a:pt x="1" y="9"/>
                      <a:pt x="1" y="7"/>
                    </a:cubicBezTo>
                    <a:cubicBezTo>
                      <a:pt x="0" y="4"/>
                      <a:pt x="1" y="1"/>
                      <a:pt x="1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9" name="Freeform 1984">
                <a:extLst>
                  <a:ext uri="{FF2B5EF4-FFF2-40B4-BE49-F238E27FC236}">
                    <a16:creationId xmlns:a16="http://schemas.microsoft.com/office/drawing/2014/main" id="{C33C68D4-7A7A-4FFD-9F3C-31622D009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271"/>
                <a:ext cx="18" cy="40"/>
              </a:xfrm>
              <a:custGeom>
                <a:avLst/>
                <a:gdLst>
                  <a:gd name="T0" fmla="*/ 118 w 7"/>
                  <a:gd name="T1" fmla="*/ 250 h 16"/>
                  <a:gd name="T2" fmla="*/ 0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7" y="16"/>
                    </a:moveTo>
                    <a:cubicBezTo>
                      <a:pt x="0" y="14"/>
                      <a:pt x="1" y="5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0" name="Freeform 1985">
                <a:extLst>
                  <a:ext uri="{FF2B5EF4-FFF2-40B4-BE49-F238E27FC236}">
                    <a16:creationId xmlns:a16="http://schemas.microsoft.com/office/drawing/2014/main" id="{CEA6104B-86C1-47F7-822C-6DC6CC7F1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1254"/>
                <a:ext cx="20" cy="32"/>
              </a:xfrm>
              <a:custGeom>
                <a:avLst/>
                <a:gdLst>
                  <a:gd name="T0" fmla="*/ 125 w 8"/>
                  <a:gd name="T1" fmla="*/ 194 h 13"/>
                  <a:gd name="T2" fmla="*/ 33 w 8"/>
                  <a:gd name="T3" fmla="*/ 121 h 13"/>
                  <a:gd name="T4" fmla="*/ 0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13"/>
                    </a:moveTo>
                    <a:cubicBezTo>
                      <a:pt x="6" y="11"/>
                      <a:pt x="4" y="12"/>
                      <a:pt x="2" y="8"/>
                    </a:cubicBezTo>
                    <a:cubicBezTo>
                      <a:pt x="1" y="6"/>
                      <a:pt x="1" y="2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1" name="Freeform 1986">
                <a:extLst>
                  <a:ext uri="{FF2B5EF4-FFF2-40B4-BE49-F238E27FC236}">
                    <a16:creationId xmlns:a16="http://schemas.microsoft.com/office/drawing/2014/main" id="{1DE4E47A-88C2-4EC7-9345-0FDF20E01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231"/>
                <a:ext cx="25" cy="30"/>
              </a:xfrm>
              <a:custGeom>
                <a:avLst/>
                <a:gdLst>
                  <a:gd name="T0" fmla="*/ 158 w 10"/>
                  <a:gd name="T1" fmla="*/ 188 h 12"/>
                  <a:gd name="T2" fmla="*/ 0 w 10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10" y="12"/>
                    </a:moveTo>
                    <a:cubicBezTo>
                      <a:pt x="4" y="11"/>
                      <a:pt x="1" y="5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2" name="Freeform 1987">
                <a:extLst>
                  <a:ext uri="{FF2B5EF4-FFF2-40B4-BE49-F238E27FC236}">
                    <a16:creationId xmlns:a16="http://schemas.microsoft.com/office/drawing/2014/main" id="{5105B479-9AF1-4802-B355-E5B3162B2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154"/>
                <a:ext cx="35" cy="37"/>
              </a:xfrm>
              <a:custGeom>
                <a:avLst/>
                <a:gdLst>
                  <a:gd name="T0" fmla="*/ 220 w 14"/>
                  <a:gd name="T1" fmla="*/ 195 h 15"/>
                  <a:gd name="T2" fmla="*/ 50 w 14"/>
                  <a:gd name="T3" fmla="*/ 153 h 15"/>
                  <a:gd name="T4" fmla="*/ 0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4" y="13"/>
                    </a:moveTo>
                    <a:cubicBezTo>
                      <a:pt x="11" y="15"/>
                      <a:pt x="6" y="13"/>
                      <a:pt x="3" y="10"/>
                    </a:cubicBezTo>
                    <a:cubicBezTo>
                      <a:pt x="1" y="7"/>
                      <a:pt x="1" y="2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3" name="Freeform 1988">
                <a:extLst>
                  <a:ext uri="{FF2B5EF4-FFF2-40B4-BE49-F238E27FC236}">
                    <a16:creationId xmlns:a16="http://schemas.microsoft.com/office/drawing/2014/main" id="{4FEDFC01-1183-463E-BF07-EA3E05530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154"/>
                <a:ext cx="40" cy="17"/>
              </a:xfrm>
              <a:custGeom>
                <a:avLst/>
                <a:gdLst>
                  <a:gd name="T0" fmla="*/ 250 w 16"/>
                  <a:gd name="T1" fmla="*/ 100 h 7"/>
                  <a:gd name="T2" fmla="*/ 0 w 1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16" y="7"/>
                    </a:moveTo>
                    <a:cubicBezTo>
                      <a:pt x="10" y="7"/>
                      <a:pt x="2" y="4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4" name="Freeform 1989">
                <a:extLst>
                  <a:ext uri="{FF2B5EF4-FFF2-40B4-BE49-F238E27FC236}">
                    <a16:creationId xmlns:a16="http://schemas.microsoft.com/office/drawing/2014/main" id="{07AB02A5-AD31-484F-9CAF-1B78B20D0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1161"/>
                <a:ext cx="40" cy="18"/>
              </a:xfrm>
              <a:custGeom>
                <a:avLst/>
                <a:gdLst>
                  <a:gd name="T0" fmla="*/ 250 w 16"/>
                  <a:gd name="T1" fmla="*/ 118 h 7"/>
                  <a:gd name="T2" fmla="*/ 0 w 1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16" y="7"/>
                    </a:moveTo>
                    <a:cubicBezTo>
                      <a:pt x="16" y="1"/>
                      <a:pt x="4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5" name="Freeform 1990">
                <a:extLst>
                  <a:ext uri="{FF2B5EF4-FFF2-40B4-BE49-F238E27FC236}">
                    <a16:creationId xmlns:a16="http://schemas.microsoft.com/office/drawing/2014/main" id="{CB621269-7047-4B4C-A025-46A0C8289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119"/>
                <a:ext cx="75" cy="27"/>
              </a:xfrm>
              <a:custGeom>
                <a:avLst/>
                <a:gdLst>
                  <a:gd name="T0" fmla="*/ 470 w 30"/>
                  <a:gd name="T1" fmla="*/ 162 h 11"/>
                  <a:gd name="T2" fmla="*/ 345 w 30"/>
                  <a:gd name="T3" fmla="*/ 103 h 11"/>
                  <a:gd name="T4" fmla="*/ 220 w 30"/>
                  <a:gd name="T5" fmla="*/ 120 h 11"/>
                  <a:gd name="T6" fmla="*/ 125 w 30"/>
                  <a:gd name="T7" fmla="*/ 29 h 11"/>
                  <a:gd name="T8" fmla="*/ 20 w 30"/>
                  <a:gd name="T9" fmla="*/ 12 h 11"/>
                  <a:gd name="T10" fmla="*/ 0 w 30"/>
                  <a:gd name="T11" fmla="*/ 1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1">
                    <a:moveTo>
                      <a:pt x="30" y="11"/>
                    </a:moveTo>
                    <a:cubicBezTo>
                      <a:pt x="28" y="9"/>
                      <a:pt x="25" y="7"/>
                      <a:pt x="22" y="7"/>
                    </a:cubicBezTo>
                    <a:cubicBezTo>
                      <a:pt x="19" y="7"/>
                      <a:pt x="16" y="9"/>
                      <a:pt x="14" y="8"/>
                    </a:cubicBezTo>
                    <a:cubicBezTo>
                      <a:pt x="11" y="7"/>
                      <a:pt x="12" y="3"/>
                      <a:pt x="8" y="2"/>
                    </a:cubicBezTo>
                    <a:cubicBezTo>
                      <a:pt x="6" y="1"/>
                      <a:pt x="3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6" name="Freeform 1991">
                <a:extLst>
                  <a:ext uri="{FF2B5EF4-FFF2-40B4-BE49-F238E27FC236}">
                    <a16:creationId xmlns:a16="http://schemas.microsoft.com/office/drawing/2014/main" id="{2C1B67E2-6BD1-4000-BFDB-02AB615A3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1171"/>
                <a:ext cx="42" cy="23"/>
              </a:xfrm>
              <a:custGeom>
                <a:avLst/>
                <a:gdLst>
                  <a:gd name="T0" fmla="*/ 257 w 17"/>
                  <a:gd name="T1" fmla="*/ 151 h 9"/>
                  <a:gd name="T2" fmla="*/ 0 w 17"/>
                  <a:gd name="T3" fmla="*/ 2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cubicBezTo>
                      <a:pt x="14" y="2"/>
                      <a:pt x="7" y="0"/>
                      <a:pt x="0" y="1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7" name="Freeform 1992">
                <a:extLst>
                  <a:ext uri="{FF2B5EF4-FFF2-40B4-BE49-F238E27FC236}">
                    <a16:creationId xmlns:a16="http://schemas.microsoft.com/office/drawing/2014/main" id="{7815D541-0AF4-48DA-B823-7D85D2314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141"/>
                <a:ext cx="47" cy="25"/>
              </a:xfrm>
              <a:custGeom>
                <a:avLst/>
                <a:gdLst>
                  <a:gd name="T0" fmla="*/ 287 w 19"/>
                  <a:gd name="T1" fmla="*/ 158 h 10"/>
                  <a:gd name="T2" fmla="*/ 153 w 19"/>
                  <a:gd name="T3" fmla="*/ 33 h 10"/>
                  <a:gd name="T4" fmla="*/ 0 w 19"/>
                  <a:gd name="T5" fmla="*/ 3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19" y="10"/>
                    </a:moveTo>
                    <a:cubicBezTo>
                      <a:pt x="18" y="6"/>
                      <a:pt x="14" y="4"/>
                      <a:pt x="10" y="2"/>
                    </a:cubicBezTo>
                    <a:cubicBezTo>
                      <a:pt x="6" y="0"/>
                      <a:pt x="4" y="1"/>
                      <a:pt x="0" y="2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8" name="Freeform 1993">
                <a:extLst>
                  <a:ext uri="{FF2B5EF4-FFF2-40B4-BE49-F238E27FC236}">
                    <a16:creationId xmlns:a16="http://schemas.microsoft.com/office/drawing/2014/main" id="{AEFBC9DA-0934-4F9F-B363-88AC937F7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126"/>
                <a:ext cx="32" cy="10"/>
              </a:xfrm>
              <a:custGeom>
                <a:avLst/>
                <a:gdLst>
                  <a:gd name="T0" fmla="*/ 194 w 13"/>
                  <a:gd name="T1" fmla="*/ 63 h 4"/>
                  <a:gd name="T2" fmla="*/ 0 w 13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13" y="4"/>
                    </a:moveTo>
                    <a:cubicBezTo>
                      <a:pt x="10" y="1"/>
                      <a:pt x="4" y="0"/>
                      <a:pt x="0" y="1"/>
                    </a:cubicBezTo>
                  </a:path>
                </a:pathLst>
              </a:custGeom>
              <a:noFill/>
              <a:ln w="4763" cap="flat">
                <a:solidFill>
                  <a:srgbClr val="40A3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9" name="Freeform 1994">
                <a:extLst>
                  <a:ext uri="{FF2B5EF4-FFF2-40B4-BE49-F238E27FC236}">
                    <a16:creationId xmlns:a16="http://schemas.microsoft.com/office/drawing/2014/main" id="{A99DAAB1-AD4F-4D25-9945-88277BD50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989"/>
                <a:ext cx="32" cy="13"/>
              </a:xfrm>
              <a:custGeom>
                <a:avLst/>
                <a:gdLst>
                  <a:gd name="T0" fmla="*/ 194 w 13"/>
                  <a:gd name="T1" fmla="*/ 34 h 5"/>
                  <a:gd name="T2" fmla="*/ 0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13" y="2"/>
                    </a:moveTo>
                    <a:cubicBezTo>
                      <a:pt x="9" y="3"/>
                      <a:pt x="1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0" name="Freeform 1995">
                <a:extLst>
                  <a:ext uri="{FF2B5EF4-FFF2-40B4-BE49-F238E27FC236}">
                    <a16:creationId xmlns:a16="http://schemas.microsoft.com/office/drawing/2014/main" id="{21C11ECD-108B-47B7-9338-B227C8AD0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022"/>
                <a:ext cx="35" cy="27"/>
              </a:xfrm>
              <a:custGeom>
                <a:avLst/>
                <a:gdLst>
                  <a:gd name="T0" fmla="*/ 0 w 14"/>
                  <a:gd name="T1" fmla="*/ 0 h 11"/>
                  <a:gd name="T2" fmla="*/ 220 w 14"/>
                  <a:gd name="T3" fmla="*/ 16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3" y="4"/>
                      <a:pt x="8" y="11"/>
                      <a:pt x="14" y="11"/>
                    </a:cubicBezTo>
                  </a:path>
                </a:pathLst>
              </a:custGeom>
              <a:noFill/>
              <a:ln w="4763" cap="rnd">
                <a:solidFill>
                  <a:srgbClr val="56A7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1" name="Freeform 1996">
                <a:extLst>
                  <a:ext uri="{FF2B5EF4-FFF2-40B4-BE49-F238E27FC236}">
                    <a16:creationId xmlns:a16="http://schemas.microsoft.com/office/drawing/2014/main" id="{5A37B872-CE78-4B22-AF87-69AAAC79E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422"/>
                <a:ext cx="23" cy="27"/>
              </a:xfrm>
              <a:custGeom>
                <a:avLst/>
                <a:gdLst>
                  <a:gd name="T0" fmla="*/ 51 w 9"/>
                  <a:gd name="T1" fmla="*/ 61 h 11"/>
                  <a:gd name="T2" fmla="*/ 51 w 9"/>
                  <a:gd name="T3" fmla="*/ 6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3" y="4"/>
                    </a:moveTo>
                    <a:cubicBezTo>
                      <a:pt x="0" y="11"/>
                      <a:pt x="9" y="0"/>
                      <a:pt x="3" y="4"/>
                    </a:cubicBezTo>
                  </a:path>
                </a:pathLst>
              </a:custGeom>
              <a:solidFill>
                <a:srgbClr val="C68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2" name="Freeform 1997">
                <a:extLst>
                  <a:ext uri="{FF2B5EF4-FFF2-40B4-BE49-F238E27FC236}">
                    <a16:creationId xmlns:a16="http://schemas.microsoft.com/office/drawing/2014/main" id="{B66E48E0-15D8-4277-82B8-2033C2341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537"/>
                <a:ext cx="10" cy="12"/>
              </a:xfrm>
              <a:custGeom>
                <a:avLst/>
                <a:gdLst>
                  <a:gd name="T0" fmla="*/ 20 w 4"/>
                  <a:gd name="T1" fmla="*/ 0 h 5"/>
                  <a:gd name="T2" fmla="*/ 33 w 4"/>
                  <a:gd name="T3" fmla="*/ 70 h 5"/>
                  <a:gd name="T4" fmla="*/ 33 w 4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1"/>
                      <a:pt x="0" y="4"/>
                      <a:pt x="2" y="5"/>
                    </a:cubicBezTo>
                    <a:cubicBezTo>
                      <a:pt x="4" y="4"/>
                      <a:pt x="4" y="1"/>
                      <a:pt x="2" y="1"/>
                    </a:cubicBezTo>
                  </a:path>
                </a:pathLst>
              </a:custGeom>
              <a:solidFill>
                <a:srgbClr val="C68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3" name="Freeform 1998">
                <a:extLst>
                  <a:ext uri="{FF2B5EF4-FFF2-40B4-BE49-F238E27FC236}">
                    <a16:creationId xmlns:a16="http://schemas.microsoft.com/office/drawing/2014/main" id="{28A94C92-1E8E-40C4-8E24-F571C99B7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667"/>
                <a:ext cx="3" cy="7"/>
              </a:xfrm>
              <a:custGeom>
                <a:avLst/>
                <a:gdLst>
                  <a:gd name="T0" fmla="*/ 27 w 1"/>
                  <a:gd name="T1" fmla="*/ 12 h 3"/>
                  <a:gd name="T2" fmla="*/ 27 w 1"/>
                  <a:gd name="T3" fmla="*/ 37 h 3"/>
                  <a:gd name="T4" fmla="*/ 27 w 1"/>
                  <a:gd name="T5" fmla="*/ 0 h 3"/>
                  <a:gd name="T6" fmla="*/ 0 w 1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2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0"/>
                      <a:pt x="1" y="1"/>
                      <a:pt x="0" y="2"/>
                    </a:cubicBezTo>
                  </a:path>
                </a:pathLst>
              </a:custGeom>
              <a:solidFill>
                <a:srgbClr val="B75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4" name="Freeform 1999">
                <a:extLst>
                  <a:ext uri="{FF2B5EF4-FFF2-40B4-BE49-F238E27FC236}">
                    <a16:creationId xmlns:a16="http://schemas.microsoft.com/office/drawing/2014/main" id="{4B8200D4-24A7-4E68-B601-6ECE5C4E8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239"/>
                <a:ext cx="10" cy="15"/>
              </a:xfrm>
              <a:custGeom>
                <a:avLst/>
                <a:gdLst>
                  <a:gd name="T0" fmla="*/ 20 w 4"/>
                  <a:gd name="T1" fmla="*/ 50 h 6"/>
                  <a:gd name="T2" fmla="*/ 20 w 4"/>
                  <a:gd name="T3" fmla="*/ 95 h 6"/>
                  <a:gd name="T4" fmla="*/ 20 w 4"/>
                  <a:gd name="T5" fmla="*/ 0 h 6"/>
                  <a:gd name="T6" fmla="*/ 20 w 4"/>
                  <a:gd name="T7" fmla="*/ 3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1" y="3"/>
                    </a:moveTo>
                    <a:cubicBezTo>
                      <a:pt x="1" y="4"/>
                      <a:pt x="0" y="5"/>
                      <a:pt x="1" y="6"/>
                    </a:cubicBezTo>
                    <a:cubicBezTo>
                      <a:pt x="4" y="5"/>
                      <a:pt x="3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solidFill>
                <a:srgbClr val="C68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5" name="Freeform 2000">
                <a:extLst>
                  <a:ext uri="{FF2B5EF4-FFF2-40B4-BE49-F238E27FC236}">
                    <a16:creationId xmlns:a16="http://schemas.microsoft.com/office/drawing/2014/main" id="{7D2C8430-C9DE-41D9-B0F1-A865D98A6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042"/>
                <a:ext cx="7" cy="15"/>
              </a:xfrm>
              <a:custGeom>
                <a:avLst/>
                <a:gdLst>
                  <a:gd name="T0" fmla="*/ 12 w 3"/>
                  <a:gd name="T1" fmla="*/ 33 h 6"/>
                  <a:gd name="T2" fmla="*/ 12 w 3"/>
                  <a:gd name="T3" fmla="*/ 95 h 6"/>
                  <a:gd name="T4" fmla="*/ 12 w 3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0" y="3"/>
                      <a:pt x="0" y="4"/>
                      <a:pt x="1" y="6"/>
                    </a:cubicBezTo>
                    <a:cubicBezTo>
                      <a:pt x="2" y="5"/>
                      <a:pt x="3" y="0"/>
                      <a:pt x="1" y="1"/>
                    </a:cubicBezTo>
                  </a:path>
                </a:pathLst>
              </a:custGeom>
              <a:solidFill>
                <a:srgbClr val="C68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6" name="Freeform 2001">
                <a:extLst>
                  <a:ext uri="{FF2B5EF4-FFF2-40B4-BE49-F238E27FC236}">
                    <a16:creationId xmlns:a16="http://schemas.microsoft.com/office/drawing/2014/main" id="{A59FF887-8FDF-4105-A18C-2A02E2F6A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19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C68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7" name="Freeform 2002">
                <a:extLst>
                  <a:ext uri="{FF2B5EF4-FFF2-40B4-BE49-F238E27FC236}">
                    <a16:creationId xmlns:a16="http://schemas.microsoft.com/office/drawing/2014/main" id="{B2B31150-F2C2-4DAA-A0C3-87A07A441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714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88 h 5"/>
                  <a:gd name="T4" fmla="*/ 0 w 2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2" y="3"/>
                      <a:pt x="1" y="1"/>
                      <a:pt x="0" y="1"/>
                    </a:cubicBezTo>
                  </a:path>
                </a:pathLst>
              </a:custGeom>
              <a:solidFill>
                <a:srgbClr val="C68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8" name="Freeform 2003">
                <a:extLst>
                  <a:ext uri="{FF2B5EF4-FFF2-40B4-BE49-F238E27FC236}">
                    <a16:creationId xmlns:a16="http://schemas.microsoft.com/office/drawing/2014/main" id="{04FCCDAF-343C-4506-88EE-ABF6C6EE9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1597"/>
                <a:ext cx="18" cy="17"/>
              </a:xfrm>
              <a:custGeom>
                <a:avLst/>
                <a:gdLst>
                  <a:gd name="T0" fmla="*/ 33 w 7"/>
                  <a:gd name="T1" fmla="*/ 29 h 7"/>
                  <a:gd name="T2" fmla="*/ 54 w 7"/>
                  <a:gd name="T3" fmla="*/ 100 h 7"/>
                  <a:gd name="T4" fmla="*/ 54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2"/>
                    </a:moveTo>
                    <a:cubicBezTo>
                      <a:pt x="0" y="3"/>
                      <a:pt x="1" y="7"/>
                      <a:pt x="3" y="7"/>
                    </a:cubicBezTo>
                    <a:cubicBezTo>
                      <a:pt x="7" y="7"/>
                      <a:pt x="5" y="1"/>
                      <a:pt x="3" y="0"/>
                    </a:cubicBezTo>
                  </a:path>
                </a:pathLst>
              </a:custGeom>
              <a:solidFill>
                <a:srgbClr val="C68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9" name="Freeform 2004">
                <a:extLst>
                  <a:ext uri="{FF2B5EF4-FFF2-40B4-BE49-F238E27FC236}">
                    <a16:creationId xmlns:a16="http://schemas.microsoft.com/office/drawing/2014/main" id="{62180070-10D1-45EA-9B00-F5D2A3090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1444"/>
                <a:ext cx="15" cy="23"/>
              </a:xfrm>
              <a:custGeom>
                <a:avLst/>
                <a:gdLst>
                  <a:gd name="T0" fmla="*/ 0 w 6"/>
                  <a:gd name="T1" fmla="*/ 33 h 9"/>
                  <a:gd name="T2" fmla="*/ 0 w 6"/>
                  <a:gd name="T3" fmla="*/ 2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2"/>
                    </a:moveTo>
                    <a:cubicBezTo>
                      <a:pt x="0" y="9"/>
                      <a:pt x="6" y="0"/>
                      <a:pt x="0" y="1"/>
                    </a:cubicBezTo>
                  </a:path>
                </a:pathLst>
              </a:custGeom>
              <a:solidFill>
                <a:srgbClr val="C68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0" name="Freeform 2005">
                <a:extLst>
                  <a:ext uri="{FF2B5EF4-FFF2-40B4-BE49-F238E27FC236}">
                    <a16:creationId xmlns:a16="http://schemas.microsoft.com/office/drawing/2014/main" id="{D7447AE4-6404-4C59-83A1-03F2A262F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512"/>
                <a:ext cx="13" cy="22"/>
              </a:xfrm>
              <a:custGeom>
                <a:avLst/>
                <a:gdLst>
                  <a:gd name="T0" fmla="*/ 0 w 5"/>
                  <a:gd name="T1" fmla="*/ 90 h 9"/>
                  <a:gd name="T2" fmla="*/ 21 w 5"/>
                  <a:gd name="T3" fmla="*/ 132 h 9"/>
                  <a:gd name="T4" fmla="*/ 0 w 5"/>
                  <a:gd name="T5" fmla="*/ 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0" y="6"/>
                    </a:moveTo>
                    <a:cubicBezTo>
                      <a:pt x="0" y="7"/>
                      <a:pt x="0" y="8"/>
                      <a:pt x="1" y="9"/>
                    </a:cubicBezTo>
                    <a:cubicBezTo>
                      <a:pt x="5" y="7"/>
                      <a:pt x="2" y="0"/>
                      <a:pt x="0" y="5"/>
                    </a:cubicBezTo>
                  </a:path>
                </a:pathLst>
              </a:custGeom>
              <a:solidFill>
                <a:srgbClr val="C68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1" name="Freeform 2006">
                <a:extLst>
                  <a:ext uri="{FF2B5EF4-FFF2-40B4-BE49-F238E27FC236}">
                    <a16:creationId xmlns:a16="http://schemas.microsoft.com/office/drawing/2014/main" id="{9CB97659-EBB2-4CA9-A94C-60379299B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28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4" y="1"/>
                      <a:pt x="0" y="0"/>
                      <a:pt x="0" y="4"/>
                    </a:cubicBezTo>
                  </a:path>
                </a:pathLst>
              </a:custGeom>
              <a:solidFill>
                <a:srgbClr val="C68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2" name="Freeform 2007">
                <a:extLst>
                  <a:ext uri="{FF2B5EF4-FFF2-40B4-BE49-F238E27FC236}">
                    <a16:creationId xmlns:a16="http://schemas.microsoft.com/office/drawing/2014/main" id="{46FC6227-4573-4C36-80A9-62F497E2F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02"/>
                <a:ext cx="23" cy="17"/>
              </a:xfrm>
              <a:custGeom>
                <a:avLst/>
                <a:gdLst>
                  <a:gd name="T0" fmla="*/ 66 w 9"/>
                  <a:gd name="T1" fmla="*/ 0 h 7"/>
                  <a:gd name="T2" fmla="*/ 84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0" y="5"/>
                      <a:pt x="9" y="7"/>
                      <a:pt x="5" y="0"/>
                    </a:cubicBezTo>
                  </a:path>
                </a:pathLst>
              </a:custGeom>
              <a:solidFill>
                <a:srgbClr val="C68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3" name="Freeform 2008">
                <a:extLst>
                  <a:ext uri="{FF2B5EF4-FFF2-40B4-BE49-F238E27FC236}">
                    <a16:creationId xmlns:a16="http://schemas.microsoft.com/office/drawing/2014/main" id="{6492BF76-5CCE-448E-8F90-D747D1BD9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127"/>
                <a:ext cx="8" cy="15"/>
              </a:xfrm>
              <a:custGeom>
                <a:avLst/>
                <a:gdLst>
                  <a:gd name="T0" fmla="*/ 0 w 3"/>
                  <a:gd name="T1" fmla="*/ 20 h 6"/>
                  <a:gd name="T2" fmla="*/ 56 w 3"/>
                  <a:gd name="T3" fmla="*/ 50 h 6"/>
                  <a:gd name="T4" fmla="*/ 0 w 3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1"/>
                    </a:moveTo>
                    <a:cubicBezTo>
                      <a:pt x="0" y="4"/>
                      <a:pt x="2" y="6"/>
                      <a:pt x="3" y="3"/>
                    </a:cubicBezTo>
                    <a:cubicBezTo>
                      <a:pt x="3" y="0"/>
                      <a:pt x="2" y="0"/>
                      <a:pt x="0" y="1"/>
                    </a:cubicBezTo>
                  </a:path>
                </a:pathLst>
              </a:custGeom>
              <a:solidFill>
                <a:srgbClr val="C68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4" name="Freeform 2009">
                <a:extLst>
                  <a:ext uri="{FF2B5EF4-FFF2-40B4-BE49-F238E27FC236}">
                    <a16:creationId xmlns:a16="http://schemas.microsoft.com/office/drawing/2014/main" id="{532E6FA6-7639-46D8-BF56-E50D41997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57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33 w 4"/>
                  <a:gd name="T3" fmla="*/ 63 h 4"/>
                  <a:gd name="T4" fmla="*/ 2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3"/>
                      <a:pt x="2" y="4"/>
                    </a:cubicBezTo>
                    <a:cubicBezTo>
                      <a:pt x="4" y="2"/>
                      <a:pt x="4" y="0"/>
                      <a:pt x="1" y="0"/>
                    </a:cubicBezTo>
                  </a:path>
                </a:pathLst>
              </a:custGeom>
              <a:solidFill>
                <a:srgbClr val="C68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602" name="Freeform 2010">
              <a:extLst>
                <a:ext uri="{FF2B5EF4-FFF2-40B4-BE49-F238E27FC236}">
                  <a16:creationId xmlns:a16="http://schemas.microsoft.com/office/drawing/2014/main" id="{5AD433DB-F45B-40C8-A592-3E3B4F021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884"/>
              <a:ext cx="8" cy="15"/>
            </a:xfrm>
            <a:custGeom>
              <a:avLst/>
              <a:gdLst>
                <a:gd name="T0" fmla="*/ 21 w 3"/>
                <a:gd name="T1" fmla="*/ 20 h 6"/>
                <a:gd name="T2" fmla="*/ 0 w 3"/>
                <a:gd name="T3" fmla="*/ 95 h 6"/>
                <a:gd name="T4" fmla="*/ 21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3" y="2"/>
                    <a:pt x="1" y="0"/>
                  </a:cubicBezTo>
                </a:path>
              </a:pathLst>
            </a:custGeom>
            <a:solidFill>
              <a:srgbClr val="C68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2011">
              <a:extLst>
                <a:ext uri="{FF2B5EF4-FFF2-40B4-BE49-F238E27FC236}">
                  <a16:creationId xmlns:a16="http://schemas.microsoft.com/office/drawing/2014/main" id="{1C85071A-6F64-44F0-A6A0-3FD03C9CC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787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12 w 3"/>
                <a:gd name="T3" fmla="*/ 63 h 4"/>
                <a:gd name="T4" fmla="*/ 0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2" y="0"/>
                    <a:pt x="0" y="1"/>
                  </a:cubicBezTo>
                </a:path>
              </a:pathLst>
            </a:custGeom>
            <a:solidFill>
              <a:srgbClr val="C68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2012">
              <a:extLst>
                <a:ext uri="{FF2B5EF4-FFF2-40B4-BE49-F238E27FC236}">
                  <a16:creationId xmlns:a16="http://schemas.microsoft.com/office/drawing/2014/main" id="{B73C7128-8EA4-4642-9845-237E2838A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597"/>
              <a:ext cx="12" cy="17"/>
            </a:xfrm>
            <a:custGeom>
              <a:avLst/>
              <a:gdLst>
                <a:gd name="T0" fmla="*/ 0 w 5"/>
                <a:gd name="T1" fmla="*/ 29 h 7"/>
                <a:gd name="T2" fmla="*/ 12 w 5"/>
                <a:gd name="T3" fmla="*/ 100 h 7"/>
                <a:gd name="T4" fmla="*/ 29 w 5"/>
                <a:gd name="T5" fmla="*/ 12 h 7"/>
                <a:gd name="T6" fmla="*/ 12 w 5"/>
                <a:gd name="T7" fmla="*/ 1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4"/>
                    <a:pt x="0" y="5"/>
                    <a:pt x="1" y="7"/>
                  </a:cubicBezTo>
                  <a:cubicBezTo>
                    <a:pt x="5" y="7"/>
                    <a:pt x="3" y="2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</a:path>
              </a:pathLst>
            </a:custGeom>
            <a:solidFill>
              <a:srgbClr val="C68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2013">
              <a:extLst>
                <a:ext uri="{FF2B5EF4-FFF2-40B4-BE49-F238E27FC236}">
                  <a16:creationId xmlns:a16="http://schemas.microsoft.com/office/drawing/2014/main" id="{849B6923-A83A-486E-8FC4-B460D7DF1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444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63 w 4"/>
                <a:gd name="T3" fmla="*/ 0 h 4"/>
                <a:gd name="T4" fmla="*/ 50 w 4"/>
                <a:gd name="T5" fmla="*/ 0 h 4"/>
                <a:gd name="T6" fmla="*/ 33 w 4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0" y="4"/>
                    <a:pt x="4" y="4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solidFill>
              <a:srgbClr val="C68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2014">
              <a:extLst>
                <a:ext uri="{FF2B5EF4-FFF2-40B4-BE49-F238E27FC236}">
                  <a16:creationId xmlns:a16="http://schemas.microsoft.com/office/drawing/2014/main" id="{BE0052BC-2541-441E-AD76-B00246CC0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334"/>
              <a:ext cx="8" cy="13"/>
            </a:xfrm>
            <a:custGeom>
              <a:avLst/>
              <a:gdLst>
                <a:gd name="T0" fmla="*/ 21 w 3"/>
                <a:gd name="T1" fmla="*/ 21 h 5"/>
                <a:gd name="T2" fmla="*/ 56 w 3"/>
                <a:gd name="T3" fmla="*/ 34 h 5"/>
                <a:gd name="T4" fmla="*/ 21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2"/>
                    <a:pt x="2" y="5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2015">
              <a:extLst>
                <a:ext uri="{FF2B5EF4-FFF2-40B4-BE49-F238E27FC236}">
                  <a16:creationId xmlns:a16="http://schemas.microsoft.com/office/drawing/2014/main" id="{1E005839-BA16-40B9-96A5-CF34FE0C6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319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2" y="1"/>
                    <a:pt x="2" y="1"/>
                    <a:pt x="0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2016">
              <a:extLst>
                <a:ext uri="{FF2B5EF4-FFF2-40B4-BE49-F238E27FC236}">
                  <a16:creationId xmlns:a16="http://schemas.microsoft.com/office/drawing/2014/main" id="{A5DD286F-5196-4E55-92DC-69B1F89E2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289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58 w 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5" y="4"/>
                    <a:pt x="4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2017">
              <a:extLst>
                <a:ext uri="{FF2B5EF4-FFF2-40B4-BE49-F238E27FC236}">
                  <a16:creationId xmlns:a16="http://schemas.microsoft.com/office/drawing/2014/main" id="{BF491564-27CF-495F-98A3-E1C5C780B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256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21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3"/>
                    <a:pt x="4" y="1"/>
                    <a:pt x="3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2018">
              <a:extLst>
                <a:ext uri="{FF2B5EF4-FFF2-40B4-BE49-F238E27FC236}">
                  <a16:creationId xmlns:a16="http://schemas.microsoft.com/office/drawing/2014/main" id="{1C285862-1D20-4261-8C40-E7905D827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1219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2019">
              <a:extLst>
                <a:ext uri="{FF2B5EF4-FFF2-40B4-BE49-F238E27FC236}">
                  <a16:creationId xmlns:a16="http://schemas.microsoft.com/office/drawing/2014/main" id="{B5161AAD-0333-4E47-AEB9-5189F376C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201"/>
              <a:ext cx="8" cy="5"/>
            </a:xfrm>
            <a:custGeom>
              <a:avLst/>
              <a:gdLst>
                <a:gd name="T0" fmla="*/ 21 w 3"/>
                <a:gd name="T1" fmla="*/ 20 h 2"/>
                <a:gd name="T2" fmla="*/ 0 w 3"/>
                <a:gd name="T3" fmla="*/ 33 h 2"/>
                <a:gd name="T4" fmla="*/ 56 w 3"/>
                <a:gd name="T5" fmla="*/ 0 h 2"/>
                <a:gd name="T6" fmla="*/ 21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2020">
              <a:extLst>
                <a:ext uri="{FF2B5EF4-FFF2-40B4-BE49-F238E27FC236}">
                  <a16:creationId xmlns:a16="http://schemas.microsoft.com/office/drawing/2014/main" id="{026A08DD-9CE4-4B8B-8CEE-ABB1D1ED2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18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2"/>
                    <a:pt x="1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2021">
              <a:extLst>
                <a:ext uri="{FF2B5EF4-FFF2-40B4-BE49-F238E27FC236}">
                  <a16:creationId xmlns:a16="http://schemas.microsoft.com/office/drawing/2014/main" id="{1B528526-B581-4C0C-B0FC-AAF977841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166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27 h 1"/>
                <a:gd name="T4" fmla="*/ 33 w 2"/>
                <a:gd name="T5" fmla="*/ 0 h 1"/>
                <a:gd name="T6" fmla="*/ 20 w 2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2022">
              <a:extLst>
                <a:ext uri="{FF2B5EF4-FFF2-40B4-BE49-F238E27FC236}">
                  <a16:creationId xmlns:a16="http://schemas.microsoft.com/office/drawing/2014/main" id="{42616682-1370-4BB9-B619-D8D7C034B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164"/>
              <a:ext cx="7" cy="7"/>
            </a:xfrm>
            <a:custGeom>
              <a:avLst/>
              <a:gdLst>
                <a:gd name="T0" fmla="*/ 28 w 3"/>
                <a:gd name="T1" fmla="*/ 0 h 3"/>
                <a:gd name="T2" fmla="*/ 37 w 3"/>
                <a:gd name="T3" fmla="*/ 12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1"/>
                    <a:pt x="1" y="3"/>
                    <a:pt x="3" y="1"/>
                  </a:cubicBezTo>
                  <a:cubicBezTo>
                    <a:pt x="2" y="0"/>
                    <a:pt x="2" y="1"/>
                    <a:pt x="2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2023">
              <a:extLst>
                <a:ext uri="{FF2B5EF4-FFF2-40B4-BE49-F238E27FC236}">
                  <a16:creationId xmlns:a16="http://schemas.microsoft.com/office/drawing/2014/main" id="{80CFA4C1-FDC5-4AB1-B040-A921D5975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16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0 h 2"/>
                <a:gd name="T4" fmla="*/ 33 w 2"/>
                <a:gd name="T5" fmla="*/ 2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2024">
              <a:extLst>
                <a:ext uri="{FF2B5EF4-FFF2-40B4-BE49-F238E27FC236}">
                  <a16:creationId xmlns:a16="http://schemas.microsoft.com/office/drawing/2014/main" id="{9CA3CEE6-B7DE-49D4-8072-E71EB435B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151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21 h 3"/>
                <a:gd name="T4" fmla="*/ 56 w 3"/>
                <a:gd name="T5" fmla="*/ 35 h 3"/>
                <a:gd name="T6" fmla="*/ 35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2025">
              <a:extLst>
                <a:ext uri="{FF2B5EF4-FFF2-40B4-BE49-F238E27FC236}">
                  <a16:creationId xmlns:a16="http://schemas.microsoft.com/office/drawing/2014/main" id="{E0C99E33-9D7E-4002-AA68-5FC93D233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362"/>
              <a:ext cx="5" cy="7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37 h 3"/>
                <a:gd name="T4" fmla="*/ 20 w 2"/>
                <a:gd name="T5" fmla="*/ 0 h 3"/>
                <a:gd name="T6" fmla="*/ 2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2026">
              <a:extLst>
                <a:ext uri="{FF2B5EF4-FFF2-40B4-BE49-F238E27FC236}">
                  <a16:creationId xmlns:a16="http://schemas.microsoft.com/office/drawing/2014/main" id="{B0E9BAA0-30D1-4491-AA5F-37EB04CED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139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2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3" y="4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Freeform 2027">
              <a:extLst>
                <a:ext uri="{FF2B5EF4-FFF2-40B4-BE49-F238E27FC236}">
                  <a16:creationId xmlns:a16="http://schemas.microsoft.com/office/drawing/2014/main" id="{6D25C72F-4F6B-4B2B-996D-38971BECE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121"/>
              <a:ext cx="3" cy="5"/>
            </a:xfrm>
            <a:custGeom>
              <a:avLst/>
              <a:gdLst>
                <a:gd name="T0" fmla="*/ 27 w 1"/>
                <a:gd name="T1" fmla="*/ 0 h 2"/>
                <a:gd name="T2" fmla="*/ 0 w 1"/>
                <a:gd name="T3" fmla="*/ 20 h 2"/>
                <a:gd name="T4" fmla="*/ 0 w 1"/>
                <a:gd name="T5" fmla="*/ 33 h 2"/>
                <a:gd name="T6" fmla="*/ 27 w 1"/>
                <a:gd name="T7" fmla="*/ 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Freeform 2028">
              <a:extLst>
                <a:ext uri="{FF2B5EF4-FFF2-40B4-BE49-F238E27FC236}">
                  <a16:creationId xmlns:a16="http://schemas.microsoft.com/office/drawing/2014/main" id="{73CBBE0B-5F31-467F-9C3C-CADD798E2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129"/>
              <a:ext cx="11" cy="7"/>
            </a:xfrm>
            <a:custGeom>
              <a:avLst/>
              <a:gdLst>
                <a:gd name="T0" fmla="*/ 22 w 4"/>
                <a:gd name="T1" fmla="*/ 12 h 3"/>
                <a:gd name="T2" fmla="*/ 0 w 4"/>
                <a:gd name="T3" fmla="*/ 12 h 3"/>
                <a:gd name="T4" fmla="*/ 0 w 4"/>
                <a:gd name="T5" fmla="*/ 28 h 3"/>
                <a:gd name="T6" fmla="*/ 22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4" y="1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Freeform 2029">
              <a:extLst>
                <a:ext uri="{FF2B5EF4-FFF2-40B4-BE49-F238E27FC236}">
                  <a16:creationId xmlns:a16="http://schemas.microsoft.com/office/drawing/2014/main" id="{9A96923D-34D1-46BC-9FDB-46C170D4C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11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0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Freeform 2030">
              <a:extLst>
                <a:ext uri="{FF2B5EF4-FFF2-40B4-BE49-F238E27FC236}">
                  <a16:creationId xmlns:a16="http://schemas.microsoft.com/office/drawing/2014/main" id="{CC4D4413-98D2-470A-A57A-254FB406A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106"/>
              <a:ext cx="8" cy="8"/>
            </a:xfrm>
            <a:custGeom>
              <a:avLst/>
              <a:gdLst>
                <a:gd name="T0" fmla="*/ 56 w 3"/>
                <a:gd name="T1" fmla="*/ 21 h 3"/>
                <a:gd name="T2" fmla="*/ 0 w 3"/>
                <a:gd name="T3" fmla="*/ 35 h 3"/>
                <a:gd name="T4" fmla="*/ 56 w 3"/>
                <a:gd name="T5" fmla="*/ 35 h 3"/>
                <a:gd name="T6" fmla="*/ 35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3"/>
                    <a:pt x="3" y="2"/>
                  </a:cubicBezTo>
                  <a:cubicBezTo>
                    <a:pt x="3" y="1"/>
                    <a:pt x="2" y="2"/>
                    <a:pt x="2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Freeform 2031">
              <a:extLst>
                <a:ext uri="{FF2B5EF4-FFF2-40B4-BE49-F238E27FC236}">
                  <a16:creationId xmlns:a16="http://schemas.microsoft.com/office/drawing/2014/main" id="{EFDE6DB4-9225-4DFE-A8C6-FA3E994F5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111"/>
              <a:ext cx="15" cy="8"/>
            </a:xfrm>
            <a:custGeom>
              <a:avLst/>
              <a:gdLst>
                <a:gd name="T0" fmla="*/ 33 w 6"/>
                <a:gd name="T1" fmla="*/ 0 h 3"/>
                <a:gd name="T2" fmla="*/ 5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cubicBezTo>
                    <a:pt x="0" y="3"/>
                    <a:pt x="6" y="1"/>
                    <a:pt x="3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Freeform 2032">
              <a:extLst>
                <a:ext uri="{FF2B5EF4-FFF2-40B4-BE49-F238E27FC236}">
                  <a16:creationId xmlns:a16="http://schemas.microsoft.com/office/drawing/2014/main" id="{10520813-C590-42AD-BC9D-B7DC893C9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116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63 w 4"/>
                <a:gd name="T3" fmla="*/ 21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0" y="1"/>
                    <a:pt x="2" y="3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2033">
              <a:extLst>
                <a:ext uri="{FF2B5EF4-FFF2-40B4-BE49-F238E27FC236}">
                  <a16:creationId xmlns:a16="http://schemas.microsoft.com/office/drawing/2014/main" id="{FDBBE9F4-CE4D-45C7-9BF8-4872F6523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114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8 w 1"/>
                <a:gd name="T5" fmla="*/ 8 h 1"/>
                <a:gd name="T6" fmla="*/ 8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2034">
              <a:extLst>
                <a:ext uri="{FF2B5EF4-FFF2-40B4-BE49-F238E27FC236}">
                  <a16:creationId xmlns:a16="http://schemas.microsoft.com/office/drawing/2014/main" id="{669C4397-F7B0-4FFF-A873-31483A059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129"/>
              <a:ext cx="10" cy="7"/>
            </a:xfrm>
            <a:custGeom>
              <a:avLst/>
              <a:gdLst>
                <a:gd name="T0" fmla="*/ 50 w 4"/>
                <a:gd name="T1" fmla="*/ 0 h 3"/>
                <a:gd name="T2" fmla="*/ 63 w 4"/>
                <a:gd name="T3" fmla="*/ 12 h 3"/>
                <a:gd name="T4" fmla="*/ 50 w 4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0" y="0"/>
                    <a:pt x="2" y="3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2035">
              <a:extLst>
                <a:ext uri="{FF2B5EF4-FFF2-40B4-BE49-F238E27FC236}">
                  <a16:creationId xmlns:a16="http://schemas.microsoft.com/office/drawing/2014/main" id="{A25477D7-E20C-4988-9D83-3EC052F4E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141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33 h 4"/>
                <a:gd name="T4" fmla="*/ 5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0" y="1"/>
                    <a:pt x="2" y="4"/>
                    <a:pt x="4" y="2"/>
                  </a:cubicBezTo>
                  <a:cubicBezTo>
                    <a:pt x="4" y="1"/>
                    <a:pt x="3" y="1"/>
                    <a:pt x="3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2036">
              <a:extLst>
                <a:ext uri="{FF2B5EF4-FFF2-40B4-BE49-F238E27FC236}">
                  <a16:creationId xmlns:a16="http://schemas.microsoft.com/office/drawing/2014/main" id="{E1A328E5-E9C2-4B63-B613-84C623D1E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156"/>
              <a:ext cx="5" cy="5"/>
            </a:xfrm>
            <a:custGeom>
              <a:avLst/>
              <a:gdLst>
                <a:gd name="T0" fmla="*/ 33 w 2"/>
                <a:gd name="T1" fmla="*/ 20 h 2"/>
                <a:gd name="T2" fmla="*/ 0 w 2"/>
                <a:gd name="T3" fmla="*/ 33 h 2"/>
                <a:gd name="T4" fmla="*/ 33 w 2"/>
                <a:gd name="T5" fmla="*/ 20 h 2"/>
                <a:gd name="T6" fmla="*/ 20 w 2"/>
                <a:gd name="T7" fmla="*/ 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2037">
              <a:extLst>
                <a:ext uri="{FF2B5EF4-FFF2-40B4-BE49-F238E27FC236}">
                  <a16:creationId xmlns:a16="http://schemas.microsoft.com/office/drawing/2014/main" id="{730E243D-B63C-45C4-86EF-DADA40A4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174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33 w 2"/>
                <a:gd name="T5" fmla="*/ 20 h 2"/>
                <a:gd name="T6" fmla="*/ 20 w 2"/>
                <a:gd name="T7" fmla="*/ 0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Freeform 2038">
              <a:extLst>
                <a:ext uri="{FF2B5EF4-FFF2-40B4-BE49-F238E27FC236}">
                  <a16:creationId xmlns:a16="http://schemas.microsoft.com/office/drawing/2014/main" id="{8FDFABE0-44F3-4C3A-8583-F23C8E3E6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166"/>
              <a:ext cx="8" cy="13"/>
            </a:xfrm>
            <a:custGeom>
              <a:avLst/>
              <a:gdLst>
                <a:gd name="T0" fmla="*/ 56 w 3"/>
                <a:gd name="T1" fmla="*/ 21 h 5"/>
                <a:gd name="T2" fmla="*/ 56 w 3"/>
                <a:gd name="T3" fmla="*/ 55 h 5"/>
                <a:gd name="T4" fmla="*/ 56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0" y="0"/>
                    <a:pt x="1" y="5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Freeform 2039">
              <a:extLst>
                <a:ext uri="{FF2B5EF4-FFF2-40B4-BE49-F238E27FC236}">
                  <a16:creationId xmlns:a16="http://schemas.microsoft.com/office/drawing/2014/main" id="{27DD6E64-7A2E-4336-BA48-7863AAE45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151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0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1" y="2"/>
                    <a:pt x="1" y="0"/>
                  </a:cubicBezTo>
                  <a:cubicBezTo>
                    <a:pt x="1" y="0"/>
                    <a:pt x="0" y="1"/>
                    <a:pt x="0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Freeform 2040">
              <a:extLst>
                <a:ext uri="{FF2B5EF4-FFF2-40B4-BE49-F238E27FC236}">
                  <a16:creationId xmlns:a16="http://schemas.microsoft.com/office/drawing/2014/main" id="{C1E3FFA4-71E4-4F5C-A924-08F488A93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184"/>
              <a:ext cx="5" cy="5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20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2"/>
                    <a:pt x="2" y="2"/>
                    <a:pt x="2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2041">
              <a:extLst>
                <a:ext uri="{FF2B5EF4-FFF2-40B4-BE49-F238E27FC236}">
                  <a16:creationId xmlns:a16="http://schemas.microsoft.com/office/drawing/2014/main" id="{4F527695-0380-4043-AE72-AA4111ED1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204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37 w 3"/>
                <a:gd name="T3" fmla="*/ 33 h 4"/>
                <a:gd name="T4" fmla="*/ 37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0" y="0"/>
                    <a:pt x="1" y="4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2042">
              <a:extLst>
                <a:ext uri="{FF2B5EF4-FFF2-40B4-BE49-F238E27FC236}">
                  <a16:creationId xmlns:a16="http://schemas.microsoft.com/office/drawing/2014/main" id="{B027E9D5-7E44-4AAD-8239-5E123998E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199"/>
              <a:ext cx="7" cy="5"/>
            </a:xfrm>
            <a:custGeom>
              <a:avLst/>
              <a:gdLst>
                <a:gd name="T0" fmla="*/ 12 w 3"/>
                <a:gd name="T1" fmla="*/ 0 h 2"/>
                <a:gd name="T2" fmla="*/ 37 w 3"/>
                <a:gd name="T3" fmla="*/ 20 h 2"/>
                <a:gd name="T4" fmla="*/ 28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2"/>
                    <a:pt x="2" y="2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Freeform 2043">
              <a:extLst>
                <a:ext uri="{FF2B5EF4-FFF2-40B4-BE49-F238E27FC236}">
                  <a16:creationId xmlns:a16="http://schemas.microsoft.com/office/drawing/2014/main" id="{AD652129-6284-4449-9BC4-EED82EBD6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214"/>
              <a:ext cx="5" cy="7"/>
            </a:xfrm>
            <a:custGeom>
              <a:avLst/>
              <a:gdLst>
                <a:gd name="T0" fmla="*/ 33 w 2"/>
                <a:gd name="T1" fmla="*/ 12 h 3"/>
                <a:gd name="T2" fmla="*/ 0 w 2"/>
                <a:gd name="T3" fmla="*/ 28 h 3"/>
                <a:gd name="T4" fmla="*/ 33 w 2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3"/>
                    <a:pt x="1" y="2"/>
                    <a:pt x="2" y="2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Freeform 2044">
              <a:extLst>
                <a:ext uri="{FF2B5EF4-FFF2-40B4-BE49-F238E27FC236}">
                  <a16:creationId xmlns:a16="http://schemas.microsoft.com/office/drawing/2014/main" id="{C9C1BC05-394C-448A-BCB0-65477E392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24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0 h 2"/>
                <a:gd name="T4" fmla="*/ 0 w 2"/>
                <a:gd name="T5" fmla="*/ 33 h 2"/>
                <a:gd name="T6" fmla="*/ 33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0"/>
                    <a:pt x="1" y="1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2045">
              <a:extLst>
                <a:ext uri="{FF2B5EF4-FFF2-40B4-BE49-F238E27FC236}">
                  <a16:creationId xmlns:a16="http://schemas.microsoft.com/office/drawing/2014/main" id="{E1A0A8F2-A990-469F-819B-1E829FF07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246"/>
              <a:ext cx="7" cy="8"/>
            </a:xfrm>
            <a:custGeom>
              <a:avLst/>
              <a:gdLst>
                <a:gd name="T0" fmla="*/ 28 w 3"/>
                <a:gd name="T1" fmla="*/ 0 h 3"/>
                <a:gd name="T2" fmla="*/ 37 w 3"/>
                <a:gd name="T3" fmla="*/ 35 h 3"/>
                <a:gd name="T4" fmla="*/ 37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1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2046">
              <a:extLst>
                <a:ext uri="{FF2B5EF4-FFF2-40B4-BE49-F238E27FC236}">
                  <a16:creationId xmlns:a16="http://schemas.microsoft.com/office/drawing/2014/main" id="{B34E7DAC-8694-48DA-9E03-3FCD2DE6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259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33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Freeform 2047">
              <a:extLst>
                <a:ext uri="{FF2B5EF4-FFF2-40B4-BE49-F238E27FC236}">
                  <a16:creationId xmlns:a16="http://schemas.microsoft.com/office/drawing/2014/main" id="{6082E6EF-39F7-4186-A8B5-863E53F0E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284"/>
              <a:ext cx="5" cy="7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37 h 3"/>
                <a:gd name="T4" fmla="*/ 20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1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2048">
              <a:extLst>
                <a:ext uri="{FF2B5EF4-FFF2-40B4-BE49-F238E27FC236}">
                  <a16:creationId xmlns:a16="http://schemas.microsoft.com/office/drawing/2014/main" id="{78023DF5-9E71-449C-9855-26597340B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29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0 h 2"/>
                <a:gd name="T4" fmla="*/ 33 w 2"/>
                <a:gd name="T5" fmla="*/ 33 h 2"/>
                <a:gd name="T6" fmla="*/ 33 w 2"/>
                <a:gd name="T7" fmla="*/ 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2049">
              <a:extLst>
                <a:ext uri="{FF2B5EF4-FFF2-40B4-BE49-F238E27FC236}">
                  <a16:creationId xmlns:a16="http://schemas.microsoft.com/office/drawing/2014/main" id="{B9C83AB7-2D4A-4FB0-8C52-D34792B8C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326"/>
              <a:ext cx="5" cy="8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56 h 3"/>
                <a:gd name="T4" fmla="*/ 2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1" y="2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2050">
              <a:extLst>
                <a:ext uri="{FF2B5EF4-FFF2-40B4-BE49-F238E27FC236}">
                  <a16:creationId xmlns:a16="http://schemas.microsoft.com/office/drawing/2014/main" id="{978F961A-B6A1-4661-86E7-F8D89FFA6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135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33 w 2"/>
                <a:gd name="T3" fmla="*/ 56 h 3"/>
                <a:gd name="T4" fmla="*/ 33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2051">
              <a:extLst>
                <a:ext uri="{FF2B5EF4-FFF2-40B4-BE49-F238E27FC236}">
                  <a16:creationId xmlns:a16="http://schemas.microsoft.com/office/drawing/2014/main" id="{9DE66392-CB2B-4148-8014-66086D964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341"/>
              <a:ext cx="5" cy="8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56 h 3"/>
                <a:gd name="T4" fmla="*/ 33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2052">
              <a:extLst>
                <a:ext uri="{FF2B5EF4-FFF2-40B4-BE49-F238E27FC236}">
                  <a16:creationId xmlns:a16="http://schemas.microsoft.com/office/drawing/2014/main" id="{BC088D53-C9C6-4FB0-9263-05FA39B1C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377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8 w 1"/>
                <a:gd name="T5" fmla="*/ 0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1" y="0"/>
                  </a:cubicBezTo>
                  <a:cubicBezTo>
                    <a:pt x="1" y="0"/>
                    <a:pt x="1" y="1"/>
                    <a:pt x="0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2053">
              <a:extLst>
                <a:ext uri="{FF2B5EF4-FFF2-40B4-BE49-F238E27FC236}">
                  <a16:creationId xmlns:a16="http://schemas.microsoft.com/office/drawing/2014/main" id="{DEDAD286-AD38-456B-9226-65B71BE66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804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33 h 2"/>
                <a:gd name="T4" fmla="*/ 33 w 2"/>
                <a:gd name="T5" fmla="*/ 0 h 2"/>
                <a:gd name="T6" fmla="*/ 2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2"/>
                    <a:pt x="1" y="2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0" y="0"/>
                    <a:pt x="0" y="1"/>
                    <a:pt x="1" y="2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2054">
              <a:extLst>
                <a:ext uri="{FF2B5EF4-FFF2-40B4-BE49-F238E27FC236}">
                  <a16:creationId xmlns:a16="http://schemas.microsoft.com/office/drawing/2014/main" id="{DEA1BE62-92F1-4AF7-9580-4487E6F8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834"/>
              <a:ext cx="12" cy="13"/>
            </a:xfrm>
            <a:custGeom>
              <a:avLst/>
              <a:gdLst>
                <a:gd name="T0" fmla="*/ 12 w 5"/>
                <a:gd name="T1" fmla="*/ 21 h 5"/>
                <a:gd name="T2" fmla="*/ 29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5"/>
                    <a:pt x="5" y="1"/>
                    <a:pt x="2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7" name="Freeform 2055">
              <a:extLst>
                <a:ext uri="{FF2B5EF4-FFF2-40B4-BE49-F238E27FC236}">
                  <a16:creationId xmlns:a16="http://schemas.microsoft.com/office/drawing/2014/main" id="{A59C5525-E30E-4147-86FB-323622F3C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847"/>
              <a:ext cx="18" cy="12"/>
            </a:xfrm>
            <a:custGeom>
              <a:avLst/>
              <a:gdLst>
                <a:gd name="T0" fmla="*/ 54 w 7"/>
                <a:gd name="T1" fmla="*/ 0 h 5"/>
                <a:gd name="T2" fmla="*/ 67 w 7"/>
                <a:gd name="T3" fmla="*/ 1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0" y="5"/>
                    <a:pt x="7" y="4"/>
                    <a:pt x="4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2056">
              <a:extLst>
                <a:ext uri="{FF2B5EF4-FFF2-40B4-BE49-F238E27FC236}">
                  <a16:creationId xmlns:a16="http://schemas.microsoft.com/office/drawing/2014/main" id="{3595E660-38D3-46B3-8A55-184BA3BFB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874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33 w 2"/>
                <a:gd name="T5" fmla="*/ 2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2057">
              <a:extLst>
                <a:ext uri="{FF2B5EF4-FFF2-40B4-BE49-F238E27FC236}">
                  <a16:creationId xmlns:a16="http://schemas.microsoft.com/office/drawing/2014/main" id="{7DEEC583-2C69-4E16-AF75-299B6716E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882"/>
              <a:ext cx="15" cy="5"/>
            </a:xfrm>
            <a:custGeom>
              <a:avLst/>
              <a:gdLst>
                <a:gd name="T0" fmla="*/ 50 w 6"/>
                <a:gd name="T1" fmla="*/ 0 h 2"/>
                <a:gd name="T2" fmla="*/ 5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3" y="0"/>
                  </a:moveTo>
                  <a:cubicBezTo>
                    <a:pt x="0" y="2"/>
                    <a:pt x="6" y="1"/>
                    <a:pt x="3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2058">
              <a:extLst>
                <a:ext uri="{FF2B5EF4-FFF2-40B4-BE49-F238E27FC236}">
                  <a16:creationId xmlns:a16="http://schemas.microsoft.com/office/drawing/2014/main" id="{EAE42805-0492-4FB0-8AC7-66D2FD832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902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4" y="4"/>
                    <a:pt x="4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2059">
              <a:extLst>
                <a:ext uri="{FF2B5EF4-FFF2-40B4-BE49-F238E27FC236}">
                  <a16:creationId xmlns:a16="http://schemas.microsoft.com/office/drawing/2014/main" id="{D945DB96-33AA-46F6-AF75-1286789AD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889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33 w 2"/>
                <a:gd name="T5" fmla="*/ 27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2060">
              <a:extLst>
                <a:ext uri="{FF2B5EF4-FFF2-40B4-BE49-F238E27FC236}">
                  <a16:creationId xmlns:a16="http://schemas.microsoft.com/office/drawing/2014/main" id="{9B0151EC-4C9A-4EC3-8AC8-E4349A7D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907"/>
              <a:ext cx="3" cy="5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33 h 2"/>
                <a:gd name="T4" fmla="*/ 27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2061">
              <a:extLst>
                <a:ext uri="{FF2B5EF4-FFF2-40B4-BE49-F238E27FC236}">
                  <a16:creationId xmlns:a16="http://schemas.microsoft.com/office/drawing/2014/main" id="{286E935E-BBBF-40AB-9D78-70E5BE8C5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927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50 w 4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4" y="4"/>
                    <a:pt x="3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2062">
              <a:extLst>
                <a:ext uri="{FF2B5EF4-FFF2-40B4-BE49-F238E27FC236}">
                  <a16:creationId xmlns:a16="http://schemas.microsoft.com/office/drawing/2014/main" id="{E683A918-3016-4F94-A623-B2B368B29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932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2063">
              <a:extLst>
                <a:ext uri="{FF2B5EF4-FFF2-40B4-BE49-F238E27FC236}">
                  <a16:creationId xmlns:a16="http://schemas.microsoft.com/office/drawing/2014/main" id="{DC4CAD38-84CD-4C25-A184-B6879C76E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959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1" y="2"/>
                    <a:pt x="0" y="2"/>
                    <a:pt x="0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2064">
              <a:extLst>
                <a:ext uri="{FF2B5EF4-FFF2-40B4-BE49-F238E27FC236}">
                  <a16:creationId xmlns:a16="http://schemas.microsoft.com/office/drawing/2014/main" id="{4CBE90FC-3C20-406D-B1D4-8EE75275E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974"/>
              <a:ext cx="7" cy="5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33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2065">
              <a:extLst>
                <a:ext uri="{FF2B5EF4-FFF2-40B4-BE49-F238E27FC236}">
                  <a16:creationId xmlns:a16="http://schemas.microsoft.com/office/drawing/2014/main" id="{A4550B05-7669-4389-ABF1-47D69DA18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982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8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2066">
              <a:extLst>
                <a:ext uri="{FF2B5EF4-FFF2-40B4-BE49-F238E27FC236}">
                  <a16:creationId xmlns:a16="http://schemas.microsoft.com/office/drawing/2014/main" id="{50CF4A08-F8AC-4E00-B32E-D0743B529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967"/>
              <a:ext cx="8" cy="7"/>
            </a:xfrm>
            <a:custGeom>
              <a:avLst/>
              <a:gdLst>
                <a:gd name="T0" fmla="*/ 21 w 3"/>
                <a:gd name="T1" fmla="*/ 12 h 3"/>
                <a:gd name="T2" fmla="*/ 0 w 3"/>
                <a:gd name="T3" fmla="*/ 12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3" y="0"/>
                    <a:pt x="0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2067">
              <a:extLst>
                <a:ext uri="{FF2B5EF4-FFF2-40B4-BE49-F238E27FC236}">
                  <a16:creationId xmlns:a16="http://schemas.microsoft.com/office/drawing/2014/main" id="{03EC25A0-742D-4607-8447-DF3BC1F3C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949"/>
              <a:ext cx="3" cy="5"/>
            </a:xfrm>
            <a:custGeom>
              <a:avLst/>
              <a:gdLst>
                <a:gd name="T0" fmla="*/ 27 w 1"/>
                <a:gd name="T1" fmla="*/ 20 h 2"/>
                <a:gd name="T2" fmla="*/ 0 w 1"/>
                <a:gd name="T3" fmla="*/ 20 h 2"/>
                <a:gd name="T4" fmla="*/ 0 w 1"/>
                <a:gd name="T5" fmla="*/ 33 h 2"/>
                <a:gd name="T6" fmla="*/ 27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2068">
              <a:extLst>
                <a:ext uri="{FF2B5EF4-FFF2-40B4-BE49-F238E27FC236}">
                  <a16:creationId xmlns:a16="http://schemas.microsoft.com/office/drawing/2014/main" id="{C8AA1651-37E8-4677-947B-762D3CAEE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952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8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1"/>
                    <a:pt x="1" y="0"/>
                  </a:cubicBezTo>
                  <a:cubicBezTo>
                    <a:pt x="0" y="0"/>
                    <a:pt x="1" y="0"/>
                    <a:pt x="0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Freeform 2069">
              <a:extLst>
                <a:ext uri="{FF2B5EF4-FFF2-40B4-BE49-F238E27FC236}">
                  <a16:creationId xmlns:a16="http://schemas.microsoft.com/office/drawing/2014/main" id="{0F8ADBCC-DB98-49B3-8A84-FA810A14C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989"/>
              <a:ext cx="20" cy="10"/>
            </a:xfrm>
            <a:custGeom>
              <a:avLst/>
              <a:gdLst>
                <a:gd name="T0" fmla="*/ 83 w 8"/>
                <a:gd name="T1" fmla="*/ 0 h 4"/>
                <a:gd name="T2" fmla="*/ 8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5" y="0"/>
                  </a:moveTo>
                  <a:cubicBezTo>
                    <a:pt x="0" y="1"/>
                    <a:pt x="8" y="4"/>
                    <a:pt x="5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2" name="Freeform 2070">
              <a:extLst>
                <a:ext uri="{FF2B5EF4-FFF2-40B4-BE49-F238E27FC236}">
                  <a16:creationId xmlns:a16="http://schemas.microsoft.com/office/drawing/2014/main" id="{951C6099-C140-484D-B220-0DDDF3DA2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979"/>
              <a:ext cx="22" cy="8"/>
            </a:xfrm>
            <a:custGeom>
              <a:avLst/>
              <a:gdLst>
                <a:gd name="T0" fmla="*/ 59 w 9"/>
                <a:gd name="T1" fmla="*/ 0 h 3"/>
                <a:gd name="T2" fmla="*/ 7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4" y="0"/>
                  </a:moveTo>
                  <a:cubicBezTo>
                    <a:pt x="0" y="2"/>
                    <a:pt x="9" y="3"/>
                    <a:pt x="5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3" name="Freeform 2071">
              <a:extLst>
                <a:ext uri="{FF2B5EF4-FFF2-40B4-BE49-F238E27FC236}">
                  <a16:creationId xmlns:a16="http://schemas.microsoft.com/office/drawing/2014/main" id="{A71B28AD-5A26-4201-B57A-DDC52D6AF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989"/>
              <a:ext cx="3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0 h 2"/>
                <a:gd name="T4" fmla="*/ 27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2"/>
                    <a:pt x="0" y="1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Freeform 2072">
              <a:extLst>
                <a:ext uri="{FF2B5EF4-FFF2-40B4-BE49-F238E27FC236}">
                  <a16:creationId xmlns:a16="http://schemas.microsoft.com/office/drawing/2014/main" id="{7370E894-540F-46C4-A413-736426D7A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3007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20 h 4"/>
                <a:gd name="T4" fmla="*/ 63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0" y="0"/>
                    <a:pt x="3" y="4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2073">
              <a:extLst>
                <a:ext uri="{FF2B5EF4-FFF2-40B4-BE49-F238E27FC236}">
                  <a16:creationId xmlns:a16="http://schemas.microsoft.com/office/drawing/2014/main" id="{C81F8B93-1785-4172-B4D8-450DE0687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004"/>
              <a:ext cx="20" cy="10"/>
            </a:xfrm>
            <a:custGeom>
              <a:avLst/>
              <a:gdLst>
                <a:gd name="T0" fmla="*/ 95 w 8"/>
                <a:gd name="T1" fmla="*/ 0 h 4"/>
                <a:gd name="T2" fmla="*/ 8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6" y="0"/>
                  </a:moveTo>
                  <a:cubicBezTo>
                    <a:pt x="0" y="0"/>
                    <a:pt x="8" y="4"/>
                    <a:pt x="5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2074">
              <a:extLst>
                <a:ext uri="{FF2B5EF4-FFF2-40B4-BE49-F238E27FC236}">
                  <a16:creationId xmlns:a16="http://schemas.microsoft.com/office/drawing/2014/main" id="{4D1844BC-F596-4C4D-8844-EF5C10F66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3014"/>
              <a:ext cx="18" cy="20"/>
            </a:xfrm>
            <a:custGeom>
              <a:avLst/>
              <a:gdLst>
                <a:gd name="T0" fmla="*/ 100 w 7"/>
                <a:gd name="T1" fmla="*/ 20 h 8"/>
                <a:gd name="T2" fmla="*/ 100 w 7"/>
                <a:gd name="T3" fmla="*/ 3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6" y="1"/>
                  </a:moveTo>
                  <a:cubicBezTo>
                    <a:pt x="0" y="0"/>
                    <a:pt x="7" y="8"/>
                    <a:pt x="6" y="2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2075">
              <a:extLst>
                <a:ext uri="{FF2B5EF4-FFF2-40B4-BE49-F238E27FC236}">
                  <a16:creationId xmlns:a16="http://schemas.microsoft.com/office/drawing/2014/main" id="{78493DE0-AEF1-4614-AED2-D28119ACC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014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1" y="2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2076">
              <a:extLst>
                <a:ext uri="{FF2B5EF4-FFF2-40B4-BE49-F238E27FC236}">
                  <a16:creationId xmlns:a16="http://schemas.microsoft.com/office/drawing/2014/main" id="{6F55B219-85B6-475E-B3D6-4E08DF031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3024"/>
              <a:ext cx="7" cy="8"/>
            </a:xfrm>
            <a:custGeom>
              <a:avLst/>
              <a:gdLst>
                <a:gd name="T0" fmla="*/ 37 w 3"/>
                <a:gd name="T1" fmla="*/ 21 h 3"/>
                <a:gd name="T2" fmla="*/ 12 w 3"/>
                <a:gd name="T3" fmla="*/ 56 h 3"/>
                <a:gd name="T4" fmla="*/ 37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2077">
              <a:extLst>
                <a:ext uri="{FF2B5EF4-FFF2-40B4-BE49-F238E27FC236}">
                  <a16:creationId xmlns:a16="http://schemas.microsoft.com/office/drawing/2014/main" id="{1366981D-DAB3-4635-A70E-B1F3BAD73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3012"/>
              <a:ext cx="8" cy="5"/>
            </a:xfrm>
            <a:custGeom>
              <a:avLst/>
              <a:gdLst>
                <a:gd name="T0" fmla="*/ 35 w 3"/>
                <a:gd name="T1" fmla="*/ 0 h 2"/>
                <a:gd name="T2" fmla="*/ 21 w 3"/>
                <a:gd name="T3" fmla="*/ 20 h 2"/>
                <a:gd name="T4" fmla="*/ 56 w 3"/>
                <a:gd name="T5" fmla="*/ 20 h 2"/>
                <a:gd name="T6" fmla="*/ 35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2078">
              <a:extLst>
                <a:ext uri="{FF2B5EF4-FFF2-40B4-BE49-F238E27FC236}">
                  <a16:creationId xmlns:a16="http://schemas.microsoft.com/office/drawing/2014/main" id="{A13A2D41-0289-401D-BDFD-41654A230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3009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63 w 4"/>
                <a:gd name="T3" fmla="*/ 33 h 4"/>
                <a:gd name="T4" fmla="*/ 5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0" y="1"/>
                    <a:pt x="2" y="4"/>
                    <a:pt x="4" y="2"/>
                  </a:cubicBezTo>
                  <a:cubicBezTo>
                    <a:pt x="4" y="1"/>
                    <a:pt x="3" y="1"/>
                    <a:pt x="3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2079">
              <a:extLst>
                <a:ext uri="{FF2B5EF4-FFF2-40B4-BE49-F238E27FC236}">
                  <a16:creationId xmlns:a16="http://schemas.microsoft.com/office/drawing/2014/main" id="{492E8C37-5247-453C-8382-062404144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3024"/>
              <a:ext cx="7" cy="10"/>
            </a:xfrm>
            <a:custGeom>
              <a:avLst/>
              <a:gdLst>
                <a:gd name="T0" fmla="*/ 37 w 3"/>
                <a:gd name="T1" fmla="*/ 20 h 4"/>
                <a:gd name="T2" fmla="*/ 37 w 3"/>
                <a:gd name="T3" fmla="*/ 33 h 4"/>
                <a:gd name="T4" fmla="*/ 37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1" y="0"/>
                    <a:pt x="0" y="4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2080">
              <a:extLst>
                <a:ext uri="{FF2B5EF4-FFF2-40B4-BE49-F238E27FC236}">
                  <a16:creationId xmlns:a16="http://schemas.microsoft.com/office/drawing/2014/main" id="{D9062F8C-AC98-4425-AF9C-CBD895F93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3012"/>
              <a:ext cx="5" cy="2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8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2081">
              <a:extLst>
                <a:ext uri="{FF2B5EF4-FFF2-40B4-BE49-F238E27FC236}">
                  <a16:creationId xmlns:a16="http://schemas.microsoft.com/office/drawing/2014/main" id="{5A90B9B6-9ECB-47D7-A959-09EB5B05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3004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21 h 3"/>
                <a:gd name="T4" fmla="*/ 33 w 2"/>
                <a:gd name="T5" fmla="*/ 21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2" y="3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2082">
              <a:extLst>
                <a:ext uri="{FF2B5EF4-FFF2-40B4-BE49-F238E27FC236}">
                  <a16:creationId xmlns:a16="http://schemas.microsoft.com/office/drawing/2014/main" id="{0BB41021-3273-4785-8087-C4674F1AD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3004"/>
              <a:ext cx="8" cy="8"/>
            </a:xfrm>
            <a:custGeom>
              <a:avLst/>
              <a:gdLst>
                <a:gd name="T0" fmla="*/ 56 w 3"/>
                <a:gd name="T1" fmla="*/ 21 h 3"/>
                <a:gd name="T2" fmla="*/ 21 w 3"/>
                <a:gd name="T3" fmla="*/ 35 h 3"/>
                <a:gd name="T4" fmla="*/ 56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3" y="3"/>
                    <a:pt x="3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2083">
              <a:extLst>
                <a:ext uri="{FF2B5EF4-FFF2-40B4-BE49-F238E27FC236}">
                  <a16:creationId xmlns:a16="http://schemas.microsoft.com/office/drawing/2014/main" id="{76CFF7CE-647C-41E6-A9EE-ECFF7656D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992"/>
              <a:ext cx="8" cy="7"/>
            </a:xfrm>
            <a:custGeom>
              <a:avLst/>
              <a:gdLst>
                <a:gd name="T0" fmla="*/ 56 w 3"/>
                <a:gd name="T1" fmla="*/ 0 h 3"/>
                <a:gd name="T2" fmla="*/ 56 w 3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0" y="2"/>
                    <a:pt x="3" y="3"/>
                    <a:pt x="3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2084">
              <a:extLst>
                <a:ext uri="{FF2B5EF4-FFF2-40B4-BE49-F238E27FC236}">
                  <a16:creationId xmlns:a16="http://schemas.microsoft.com/office/drawing/2014/main" id="{6885E3D7-5A30-4A9C-B9E5-DFDA0D9B6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999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2" y="1"/>
                  </a:cubicBezTo>
                  <a:cubicBezTo>
                    <a:pt x="1" y="0"/>
                    <a:pt x="1" y="1"/>
                    <a:pt x="0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2085">
              <a:extLst>
                <a:ext uri="{FF2B5EF4-FFF2-40B4-BE49-F238E27FC236}">
                  <a16:creationId xmlns:a16="http://schemas.microsoft.com/office/drawing/2014/main" id="{2EE89175-3B30-4730-BE6A-C8A33E5B1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014"/>
              <a:ext cx="7" cy="5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33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2"/>
                    <a:pt x="3" y="1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2086">
              <a:extLst>
                <a:ext uri="{FF2B5EF4-FFF2-40B4-BE49-F238E27FC236}">
                  <a16:creationId xmlns:a16="http://schemas.microsoft.com/office/drawing/2014/main" id="{2BF70263-E1FD-4133-8ED6-44402233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019"/>
              <a:ext cx="13" cy="10"/>
            </a:xfrm>
            <a:custGeom>
              <a:avLst/>
              <a:gdLst>
                <a:gd name="T0" fmla="*/ 88 w 5"/>
                <a:gd name="T1" fmla="*/ 0 h 4"/>
                <a:gd name="T2" fmla="*/ 88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0" y="0"/>
                    <a:pt x="4" y="4"/>
                    <a:pt x="5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2087">
              <a:extLst>
                <a:ext uri="{FF2B5EF4-FFF2-40B4-BE49-F238E27FC236}">
                  <a16:creationId xmlns:a16="http://schemas.microsoft.com/office/drawing/2014/main" id="{DE3BAE9F-852D-4C12-9F4B-EDF506811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979"/>
              <a:ext cx="7" cy="8"/>
            </a:xfrm>
            <a:custGeom>
              <a:avLst/>
              <a:gdLst>
                <a:gd name="T0" fmla="*/ 37 w 3"/>
                <a:gd name="T1" fmla="*/ 0 h 3"/>
                <a:gd name="T2" fmla="*/ 0 w 3"/>
                <a:gd name="T3" fmla="*/ 35 h 3"/>
                <a:gd name="T4" fmla="*/ 37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1" y="3"/>
                    <a:pt x="3" y="3"/>
                    <a:pt x="3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2088">
              <a:extLst>
                <a:ext uri="{FF2B5EF4-FFF2-40B4-BE49-F238E27FC236}">
                  <a16:creationId xmlns:a16="http://schemas.microsoft.com/office/drawing/2014/main" id="{5BD99FFF-D654-445F-B3E9-4040A349B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002"/>
              <a:ext cx="3" cy="5"/>
            </a:xfrm>
            <a:custGeom>
              <a:avLst/>
              <a:gdLst>
                <a:gd name="T0" fmla="*/ 27 w 1"/>
                <a:gd name="T1" fmla="*/ 0 h 2"/>
                <a:gd name="T2" fmla="*/ 0 w 1"/>
                <a:gd name="T3" fmla="*/ 33 h 2"/>
                <a:gd name="T4" fmla="*/ 27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2089">
              <a:extLst>
                <a:ext uri="{FF2B5EF4-FFF2-40B4-BE49-F238E27FC236}">
                  <a16:creationId xmlns:a16="http://schemas.microsoft.com/office/drawing/2014/main" id="{E4797D6E-59F9-48C0-A79A-2AF3C025C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972"/>
              <a:ext cx="5" cy="5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2090">
              <a:extLst>
                <a:ext uri="{FF2B5EF4-FFF2-40B4-BE49-F238E27FC236}">
                  <a16:creationId xmlns:a16="http://schemas.microsoft.com/office/drawing/2014/main" id="{6A767DE1-120D-412B-BED1-7F531B319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297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0 h 2"/>
                <a:gd name="T4" fmla="*/ 33 w 2"/>
                <a:gd name="T5" fmla="*/ 33 h 2"/>
                <a:gd name="T6" fmla="*/ 33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2" y="2"/>
                  </a:cubicBezTo>
                  <a:cubicBezTo>
                    <a:pt x="2" y="1"/>
                    <a:pt x="1" y="1"/>
                    <a:pt x="2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2091">
              <a:extLst>
                <a:ext uri="{FF2B5EF4-FFF2-40B4-BE49-F238E27FC236}">
                  <a16:creationId xmlns:a16="http://schemas.microsoft.com/office/drawing/2014/main" id="{70668151-48B8-40B2-8366-E08169D36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964"/>
              <a:ext cx="7" cy="5"/>
            </a:xfrm>
            <a:custGeom>
              <a:avLst/>
              <a:gdLst>
                <a:gd name="T0" fmla="*/ 37 w 3"/>
                <a:gd name="T1" fmla="*/ 20 h 2"/>
                <a:gd name="T2" fmla="*/ 28 w 3"/>
                <a:gd name="T3" fmla="*/ 33 h 2"/>
                <a:gd name="T4" fmla="*/ 37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1" y="0"/>
                    <a:pt x="0" y="1"/>
                    <a:pt x="2" y="2"/>
                  </a:cubicBezTo>
                  <a:cubicBezTo>
                    <a:pt x="2" y="2"/>
                    <a:pt x="2" y="2"/>
                    <a:pt x="3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Freeform 2092">
              <a:extLst>
                <a:ext uri="{FF2B5EF4-FFF2-40B4-BE49-F238E27FC236}">
                  <a16:creationId xmlns:a16="http://schemas.microsoft.com/office/drawing/2014/main" id="{9B397821-2911-4289-8723-A6CCD2278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949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5" name="Freeform 2093">
              <a:extLst>
                <a:ext uri="{FF2B5EF4-FFF2-40B4-BE49-F238E27FC236}">
                  <a16:creationId xmlns:a16="http://schemas.microsoft.com/office/drawing/2014/main" id="{AFCDB241-2820-43A4-9909-F5AF93D74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952"/>
              <a:ext cx="7" cy="5"/>
            </a:xfrm>
            <a:custGeom>
              <a:avLst/>
              <a:gdLst>
                <a:gd name="T0" fmla="*/ 37 w 3"/>
                <a:gd name="T1" fmla="*/ 0 h 2"/>
                <a:gd name="T2" fmla="*/ 12 w 3"/>
                <a:gd name="T3" fmla="*/ 33 h 2"/>
                <a:gd name="T4" fmla="*/ 37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2" y="1"/>
                    <a:pt x="3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6" name="Freeform 2094">
              <a:extLst>
                <a:ext uri="{FF2B5EF4-FFF2-40B4-BE49-F238E27FC236}">
                  <a16:creationId xmlns:a16="http://schemas.microsoft.com/office/drawing/2014/main" id="{482292A4-9529-44B8-AAB4-F65E21E85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929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3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0" y="3"/>
                    <a:pt x="4" y="2"/>
                    <a:pt x="2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7" name="Freeform 2095">
              <a:extLst>
                <a:ext uri="{FF2B5EF4-FFF2-40B4-BE49-F238E27FC236}">
                  <a16:creationId xmlns:a16="http://schemas.microsoft.com/office/drawing/2014/main" id="{105251AF-9EAC-4896-A9E4-D6FA8564D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932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33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2"/>
                    <a:pt x="2" y="2"/>
                    <a:pt x="2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2096">
              <a:extLst>
                <a:ext uri="{FF2B5EF4-FFF2-40B4-BE49-F238E27FC236}">
                  <a16:creationId xmlns:a16="http://schemas.microsoft.com/office/drawing/2014/main" id="{D7316305-6A6B-4E96-AA91-CEEDE7862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91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2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2097">
              <a:extLst>
                <a:ext uri="{FF2B5EF4-FFF2-40B4-BE49-F238E27FC236}">
                  <a16:creationId xmlns:a16="http://schemas.microsoft.com/office/drawing/2014/main" id="{FB1D2ABD-37F3-421B-8720-505BE7BAD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912"/>
              <a:ext cx="3" cy="5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33 h 2"/>
                <a:gd name="T4" fmla="*/ 27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2098">
              <a:extLst>
                <a:ext uri="{FF2B5EF4-FFF2-40B4-BE49-F238E27FC236}">
                  <a16:creationId xmlns:a16="http://schemas.microsoft.com/office/drawing/2014/main" id="{D2E21AC7-38D8-4F8B-B8E0-78D2A5CCA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88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35 h 3"/>
                <a:gd name="T4" fmla="*/ 33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3"/>
                    <a:pt x="2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2099">
              <a:extLst>
                <a:ext uri="{FF2B5EF4-FFF2-40B4-BE49-F238E27FC236}">
                  <a16:creationId xmlns:a16="http://schemas.microsoft.com/office/drawing/2014/main" id="{E520243A-ECD0-4A30-92DA-EC6322981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874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2100">
              <a:extLst>
                <a:ext uri="{FF2B5EF4-FFF2-40B4-BE49-F238E27FC236}">
                  <a16:creationId xmlns:a16="http://schemas.microsoft.com/office/drawing/2014/main" id="{9C5012E7-8B58-4F06-9D03-992815D2E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844"/>
              <a:ext cx="5" cy="5"/>
            </a:xfrm>
            <a:custGeom>
              <a:avLst/>
              <a:gdLst>
                <a:gd name="T0" fmla="*/ 33 w 2"/>
                <a:gd name="T1" fmla="*/ 0 h 2"/>
                <a:gd name="T2" fmla="*/ 20 w 2"/>
                <a:gd name="T3" fmla="*/ 0 h 2"/>
                <a:gd name="T4" fmla="*/ 20 w 2"/>
                <a:gd name="T5" fmla="*/ 33 h 2"/>
                <a:gd name="T6" fmla="*/ 3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2101">
              <a:extLst>
                <a:ext uri="{FF2B5EF4-FFF2-40B4-BE49-F238E27FC236}">
                  <a16:creationId xmlns:a16="http://schemas.microsoft.com/office/drawing/2014/main" id="{A1E7E59F-0571-4542-BB86-2FC319E2F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772"/>
              <a:ext cx="7" cy="5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33 h 2"/>
                <a:gd name="T4" fmla="*/ 28 w 3"/>
                <a:gd name="T5" fmla="*/ 0 h 2"/>
                <a:gd name="T6" fmla="*/ 12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3" y="1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4" name="Freeform 2102">
              <a:extLst>
                <a:ext uri="{FF2B5EF4-FFF2-40B4-BE49-F238E27FC236}">
                  <a16:creationId xmlns:a16="http://schemas.microsoft.com/office/drawing/2014/main" id="{46DCB8CE-09DD-43C5-B841-4CB1B3635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794"/>
              <a:ext cx="8" cy="5"/>
            </a:xfrm>
            <a:custGeom>
              <a:avLst/>
              <a:gdLst>
                <a:gd name="T0" fmla="*/ 35 w 3"/>
                <a:gd name="T1" fmla="*/ 20 h 2"/>
                <a:gd name="T2" fmla="*/ 21 w 3"/>
                <a:gd name="T3" fmla="*/ 33 h 2"/>
                <a:gd name="T4" fmla="*/ 21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5" name="Freeform 2103">
              <a:extLst>
                <a:ext uri="{FF2B5EF4-FFF2-40B4-BE49-F238E27FC236}">
                  <a16:creationId xmlns:a16="http://schemas.microsoft.com/office/drawing/2014/main" id="{B28B597E-9DFB-4EDD-A116-4A0D89EB1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57"/>
              <a:ext cx="5" cy="5"/>
            </a:xfrm>
            <a:custGeom>
              <a:avLst/>
              <a:gdLst>
                <a:gd name="T0" fmla="*/ 33 w 2"/>
                <a:gd name="T1" fmla="*/ 0 h 2"/>
                <a:gd name="T2" fmla="*/ 20 w 2"/>
                <a:gd name="T3" fmla="*/ 33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Freeform 2104">
              <a:extLst>
                <a:ext uri="{FF2B5EF4-FFF2-40B4-BE49-F238E27FC236}">
                  <a16:creationId xmlns:a16="http://schemas.microsoft.com/office/drawing/2014/main" id="{5F5F36B4-D92E-456A-A3B3-599D725C4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812"/>
              <a:ext cx="2" cy="7"/>
            </a:xfrm>
            <a:custGeom>
              <a:avLst/>
              <a:gdLst>
                <a:gd name="T0" fmla="*/ 8 w 1"/>
                <a:gd name="T1" fmla="*/ 0 h 3"/>
                <a:gd name="T2" fmla="*/ 8 w 1"/>
                <a:gd name="T3" fmla="*/ 37 h 3"/>
                <a:gd name="T4" fmla="*/ 8 w 1"/>
                <a:gd name="T5" fmla="*/ 28 h 3"/>
                <a:gd name="T6" fmla="*/ 8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Freeform 2105">
              <a:extLst>
                <a:ext uri="{FF2B5EF4-FFF2-40B4-BE49-F238E27FC236}">
                  <a16:creationId xmlns:a16="http://schemas.microsoft.com/office/drawing/2014/main" id="{2D09F4AD-8A3D-43A7-94DD-2BA4E2E0D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844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33 h 2"/>
                <a:gd name="T4" fmla="*/ 33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8" name="Freeform 2106">
              <a:extLst>
                <a:ext uri="{FF2B5EF4-FFF2-40B4-BE49-F238E27FC236}">
                  <a16:creationId xmlns:a16="http://schemas.microsoft.com/office/drawing/2014/main" id="{9F93A7A3-2C17-4594-9685-71B4B8C8D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864"/>
              <a:ext cx="5" cy="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27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B75A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2107">
              <a:extLst>
                <a:ext uri="{FF2B5EF4-FFF2-40B4-BE49-F238E27FC236}">
                  <a16:creationId xmlns:a16="http://schemas.microsoft.com/office/drawing/2014/main" id="{F6F05A26-220F-405F-ABF3-797F2057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549"/>
              <a:ext cx="40" cy="68"/>
            </a:xfrm>
            <a:custGeom>
              <a:avLst/>
              <a:gdLst>
                <a:gd name="T0" fmla="*/ 158 w 16"/>
                <a:gd name="T1" fmla="*/ 335 h 27"/>
                <a:gd name="T2" fmla="*/ 113 w 16"/>
                <a:gd name="T3" fmla="*/ 242 h 27"/>
                <a:gd name="T4" fmla="*/ 113 w 16"/>
                <a:gd name="T5" fmla="*/ 0 h 27"/>
                <a:gd name="T6" fmla="*/ 113 w 16"/>
                <a:gd name="T7" fmla="*/ 0 h 27"/>
                <a:gd name="T8" fmla="*/ 20 w 16"/>
                <a:gd name="T9" fmla="*/ 50 h 27"/>
                <a:gd name="T10" fmla="*/ 33 w 16"/>
                <a:gd name="T11" fmla="*/ 179 h 27"/>
                <a:gd name="T12" fmla="*/ 125 w 16"/>
                <a:gd name="T13" fmla="*/ 413 h 27"/>
                <a:gd name="T14" fmla="*/ 250 w 16"/>
                <a:gd name="T15" fmla="*/ 350 h 27"/>
                <a:gd name="T16" fmla="*/ 158 w 16"/>
                <a:gd name="T17" fmla="*/ 335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7">
                  <a:moveTo>
                    <a:pt x="10" y="21"/>
                  </a:moveTo>
                  <a:cubicBezTo>
                    <a:pt x="9" y="19"/>
                    <a:pt x="8" y="17"/>
                    <a:pt x="7" y="15"/>
                  </a:cubicBezTo>
                  <a:cubicBezTo>
                    <a:pt x="7" y="11"/>
                    <a:pt x="6" y="4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2" y="2"/>
                    <a:pt x="1" y="3"/>
                  </a:cubicBezTo>
                  <a:cubicBezTo>
                    <a:pt x="0" y="5"/>
                    <a:pt x="2" y="9"/>
                    <a:pt x="2" y="11"/>
                  </a:cubicBezTo>
                  <a:cubicBezTo>
                    <a:pt x="3" y="16"/>
                    <a:pt x="3" y="24"/>
                    <a:pt x="8" y="26"/>
                  </a:cubicBezTo>
                  <a:cubicBezTo>
                    <a:pt x="12" y="27"/>
                    <a:pt x="15" y="25"/>
                    <a:pt x="16" y="22"/>
                  </a:cubicBezTo>
                  <a:cubicBezTo>
                    <a:pt x="14" y="23"/>
                    <a:pt x="12" y="23"/>
                    <a:pt x="10" y="21"/>
                  </a:cubicBezTo>
                  <a:close/>
                </a:path>
              </a:pathLst>
            </a:custGeom>
            <a:solidFill>
              <a:srgbClr val="C9D3B8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Freeform 2108">
              <a:extLst>
                <a:ext uri="{FF2B5EF4-FFF2-40B4-BE49-F238E27FC236}">
                  <a16:creationId xmlns:a16="http://schemas.microsoft.com/office/drawing/2014/main" id="{27609170-E7F9-46B3-8E48-C4A554843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592"/>
              <a:ext cx="83" cy="32"/>
            </a:xfrm>
            <a:custGeom>
              <a:avLst/>
              <a:gdLst>
                <a:gd name="T0" fmla="*/ 410 w 33"/>
                <a:gd name="T1" fmla="*/ 121 h 13"/>
                <a:gd name="T2" fmla="*/ 254 w 33"/>
                <a:gd name="T3" fmla="*/ 133 h 13"/>
                <a:gd name="T4" fmla="*/ 96 w 33"/>
                <a:gd name="T5" fmla="*/ 0 h 13"/>
                <a:gd name="T6" fmla="*/ 96 w 33"/>
                <a:gd name="T7" fmla="*/ 0 h 13"/>
                <a:gd name="T8" fmla="*/ 50 w 33"/>
                <a:gd name="T9" fmla="*/ 74 h 13"/>
                <a:gd name="T10" fmla="*/ 304 w 33"/>
                <a:gd name="T11" fmla="*/ 194 h 13"/>
                <a:gd name="T12" fmla="*/ 493 w 33"/>
                <a:gd name="T13" fmla="*/ 42 h 13"/>
                <a:gd name="T14" fmla="*/ 410 w 33"/>
                <a:gd name="T15" fmla="*/ 121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3">
                  <a:moveTo>
                    <a:pt x="26" y="8"/>
                  </a:moveTo>
                  <a:cubicBezTo>
                    <a:pt x="23" y="9"/>
                    <a:pt x="20" y="9"/>
                    <a:pt x="16" y="9"/>
                  </a:cubicBezTo>
                  <a:cubicBezTo>
                    <a:pt x="12" y="9"/>
                    <a:pt x="0" y="6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1"/>
                    <a:pt x="2" y="3"/>
                    <a:pt x="3" y="5"/>
                  </a:cubicBezTo>
                  <a:cubicBezTo>
                    <a:pt x="3" y="12"/>
                    <a:pt x="13" y="13"/>
                    <a:pt x="19" y="13"/>
                  </a:cubicBezTo>
                  <a:cubicBezTo>
                    <a:pt x="24" y="12"/>
                    <a:pt x="33" y="11"/>
                    <a:pt x="31" y="3"/>
                  </a:cubicBezTo>
                  <a:cubicBezTo>
                    <a:pt x="30" y="5"/>
                    <a:pt x="29" y="7"/>
                    <a:pt x="26" y="8"/>
                  </a:cubicBezTo>
                  <a:close/>
                </a:path>
              </a:pathLst>
            </a:custGeom>
            <a:solidFill>
              <a:srgbClr val="C9D3B8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1" name="Freeform 2109">
              <a:extLst>
                <a:ext uri="{FF2B5EF4-FFF2-40B4-BE49-F238E27FC236}">
                  <a16:creationId xmlns:a16="http://schemas.microsoft.com/office/drawing/2014/main" id="{FB94143C-1444-4648-9B7A-FF6531D46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522"/>
              <a:ext cx="53" cy="52"/>
            </a:xfrm>
            <a:custGeom>
              <a:avLst/>
              <a:gdLst>
                <a:gd name="T0" fmla="*/ 114 w 21"/>
                <a:gd name="T1" fmla="*/ 287 h 21"/>
                <a:gd name="T2" fmla="*/ 146 w 21"/>
                <a:gd name="T3" fmla="*/ 12 h 21"/>
                <a:gd name="T4" fmla="*/ 126 w 21"/>
                <a:gd name="T5" fmla="*/ 30 h 21"/>
                <a:gd name="T6" fmla="*/ 159 w 21"/>
                <a:gd name="T7" fmla="*/ 215 h 21"/>
                <a:gd name="T8" fmla="*/ 0 w 21"/>
                <a:gd name="T9" fmla="*/ 275 h 21"/>
                <a:gd name="T10" fmla="*/ 114 w 21"/>
                <a:gd name="T11" fmla="*/ 28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">
                  <a:moveTo>
                    <a:pt x="7" y="19"/>
                  </a:moveTo>
                  <a:cubicBezTo>
                    <a:pt x="18" y="16"/>
                    <a:pt x="21" y="0"/>
                    <a:pt x="9" y="1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14" y="2"/>
                    <a:pt x="12" y="10"/>
                    <a:pt x="10" y="14"/>
                  </a:cubicBezTo>
                  <a:cubicBezTo>
                    <a:pt x="8" y="17"/>
                    <a:pt x="3" y="21"/>
                    <a:pt x="0" y="18"/>
                  </a:cubicBezTo>
                  <a:cubicBezTo>
                    <a:pt x="1" y="20"/>
                    <a:pt x="4" y="21"/>
                    <a:pt x="7" y="19"/>
                  </a:cubicBezTo>
                  <a:close/>
                </a:path>
              </a:pathLst>
            </a:custGeom>
            <a:solidFill>
              <a:srgbClr val="C9D3B8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2110">
              <a:extLst>
                <a:ext uri="{FF2B5EF4-FFF2-40B4-BE49-F238E27FC236}">
                  <a16:creationId xmlns:a16="http://schemas.microsoft.com/office/drawing/2014/main" id="{316C5E6F-99AF-4DA1-8CFD-7F97AC949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582"/>
              <a:ext cx="53" cy="47"/>
            </a:xfrm>
            <a:custGeom>
              <a:avLst/>
              <a:gdLst>
                <a:gd name="T0" fmla="*/ 209 w 21"/>
                <a:gd name="T1" fmla="*/ 0 h 19"/>
                <a:gd name="T2" fmla="*/ 255 w 21"/>
                <a:gd name="T3" fmla="*/ 74 h 19"/>
                <a:gd name="T4" fmla="*/ 192 w 21"/>
                <a:gd name="T5" fmla="*/ 183 h 19"/>
                <a:gd name="T6" fmla="*/ 0 w 21"/>
                <a:gd name="T7" fmla="*/ 195 h 19"/>
                <a:gd name="T8" fmla="*/ 126 w 21"/>
                <a:gd name="T9" fmla="*/ 275 h 19"/>
                <a:gd name="T10" fmla="*/ 209 w 21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9">
                  <a:moveTo>
                    <a:pt x="13" y="0"/>
                  </a:moveTo>
                  <a:cubicBezTo>
                    <a:pt x="14" y="1"/>
                    <a:pt x="16" y="3"/>
                    <a:pt x="16" y="5"/>
                  </a:cubicBezTo>
                  <a:cubicBezTo>
                    <a:pt x="16" y="7"/>
                    <a:pt x="14" y="10"/>
                    <a:pt x="12" y="12"/>
                  </a:cubicBezTo>
                  <a:cubicBezTo>
                    <a:pt x="9" y="16"/>
                    <a:pt x="4" y="15"/>
                    <a:pt x="0" y="13"/>
                  </a:cubicBezTo>
                  <a:cubicBezTo>
                    <a:pt x="1" y="16"/>
                    <a:pt x="4" y="17"/>
                    <a:pt x="8" y="18"/>
                  </a:cubicBezTo>
                  <a:cubicBezTo>
                    <a:pt x="20" y="19"/>
                    <a:pt x="21" y="5"/>
                    <a:pt x="13" y="0"/>
                  </a:cubicBezTo>
                  <a:close/>
                </a:path>
              </a:pathLst>
            </a:custGeom>
            <a:solidFill>
              <a:srgbClr val="C9D3B8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2111">
              <a:extLst>
                <a:ext uri="{FF2B5EF4-FFF2-40B4-BE49-F238E27FC236}">
                  <a16:creationId xmlns:a16="http://schemas.microsoft.com/office/drawing/2014/main" id="{07113B50-17A4-482A-98E4-42D9611F7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629"/>
              <a:ext cx="85" cy="55"/>
            </a:xfrm>
            <a:custGeom>
              <a:avLst/>
              <a:gdLst>
                <a:gd name="T0" fmla="*/ 425 w 34"/>
                <a:gd name="T1" fmla="*/ 95 h 22"/>
                <a:gd name="T2" fmla="*/ 300 w 34"/>
                <a:gd name="T3" fmla="*/ 20 h 22"/>
                <a:gd name="T4" fmla="*/ 270 w 34"/>
                <a:gd name="T5" fmla="*/ 20 h 22"/>
                <a:gd name="T6" fmla="*/ 395 w 34"/>
                <a:gd name="T7" fmla="*/ 145 h 22"/>
                <a:gd name="T8" fmla="*/ 270 w 34"/>
                <a:gd name="T9" fmla="*/ 270 h 22"/>
                <a:gd name="T10" fmla="*/ 50 w 34"/>
                <a:gd name="T11" fmla="*/ 300 h 22"/>
                <a:gd name="T12" fmla="*/ 0 w 34"/>
                <a:gd name="T13" fmla="*/ 313 h 22"/>
                <a:gd name="T14" fmla="*/ 238 w 34"/>
                <a:gd name="T15" fmla="*/ 333 h 22"/>
                <a:gd name="T16" fmla="*/ 425 w 34"/>
                <a:gd name="T17" fmla="*/ 95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22">
                  <a:moveTo>
                    <a:pt x="27" y="6"/>
                  </a:moveTo>
                  <a:cubicBezTo>
                    <a:pt x="25" y="3"/>
                    <a:pt x="22" y="1"/>
                    <a:pt x="19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20" y="0"/>
                    <a:pt x="24" y="5"/>
                    <a:pt x="25" y="9"/>
                  </a:cubicBezTo>
                  <a:cubicBezTo>
                    <a:pt x="26" y="14"/>
                    <a:pt x="21" y="17"/>
                    <a:pt x="17" y="17"/>
                  </a:cubicBezTo>
                  <a:cubicBezTo>
                    <a:pt x="12" y="18"/>
                    <a:pt x="8" y="18"/>
                    <a:pt x="3" y="19"/>
                  </a:cubicBezTo>
                  <a:cubicBezTo>
                    <a:pt x="2" y="19"/>
                    <a:pt x="1" y="20"/>
                    <a:pt x="0" y="20"/>
                  </a:cubicBezTo>
                  <a:cubicBezTo>
                    <a:pt x="4" y="22"/>
                    <a:pt x="10" y="21"/>
                    <a:pt x="15" y="21"/>
                  </a:cubicBezTo>
                  <a:cubicBezTo>
                    <a:pt x="24" y="21"/>
                    <a:pt x="34" y="17"/>
                    <a:pt x="27" y="6"/>
                  </a:cubicBezTo>
                  <a:close/>
                </a:path>
              </a:pathLst>
            </a:custGeom>
            <a:solidFill>
              <a:srgbClr val="C9D3B8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2112">
              <a:extLst>
                <a:ext uri="{FF2B5EF4-FFF2-40B4-BE49-F238E27FC236}">
                  <a16:creationId xmlns:a16="http://schemas.microsoft.com/office/drawing/2014/main" id="{99B4C962-AF53-4F11-9097-C43ED21BD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649"/>
              <a:ext cx="55" cy="45"/>
            </a:xfrm>
            <a:custGeom>
              <a:avLst/>
              <a:gdLst>
                <a:gd name="T0" fmla="*/ 175 w 22"/>
                <a:gd name="T1" fmla="*/ 125 h 18"/>
                <a:gd name="T2" fmla="*/ 50 w 22"/>
                <a:gd name="T3" fmla="*/ 0 h 18"/>
                <a:gd name="T4" fmla="*/ 0 w 22"/>
                <a:gd name="T5" fmla="*/ 63 h 18"/>
                <a:gd name="T6" fmla="*/ 208 w 22"/>
                <a:gd name="T7" fmla="*/ 220 h 18"/>
                <a:gd name="T8" fmla="*/ 333 w 22"/>
                <a:gd name="T9" fmla="*/ 175 h 18"/>
                <a:gd name="T10" fmla="*/ 175 w 22"/>
                <a:gd name="T11" fmla="*/ 12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8">
                  <a:moveTo>
                    <a:pt x="11" y="8"/>
                  </a:moveTo>
                  <a:cubicBezTo>
                    <a:pt x="9" y="7"/>
                    <a:pt x="1" y="3"/>
                    <a:pt x="3" y="0"/>
                  </a:cubicBezTo>
                  <a:cubicBezTo>
                    <a:pt x="1" y="0"/>
                    <a:pt x="0" y="1"/>
                    <a:pt x="0" y="4"/>
                  </a:cubicBezTo>
                  <a:cubicBezTo>
                    <a:pt x="0" y="6"/>
                    <a:pt x="11" y="13"/>
                    <a:pt x="13" y="14"/>
                  </a:cubicBezTo>
                  <a:cubicBezTo>
                    <a:pt x="19" y="18"/>
                    <a:pt x="22" y="15"/>
                    <a:pt x="21" y="11"/>
                  </a:cubicBezTo>
                  <a:cubicBezTo>
                    <a:pt x="18" y="13"/>
                    <a:pt x="14" y="10"/>
                    <a:pt x="11" y="8"/>
                  </a:cubicBezTo>
                  <a:close/>
                </a:path>
              </a:pathLst>
            </a:custGeom>
            <a:solidFill>
              <a:srgbClr val="C9D3B8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2113">
              <a:extLst>
                <a:ext uri="{FF2B5EF4-FFF2-40B4-BE49-F238E27FC236}">
                  <a16:creationId xmlns:a16="http://schemas.microsoft.com/office/drawing/2014/main" id="{B49C4077-4B0D-48E1-B21C-3199779F0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599"/>
              <a:ext cx="62" cy="55"/>
            </a:xfrm>
            <a:custGeom>
              <a:avLst/>
              <a:gdLst>
                <a:gd name="T0" fmla="*/ 350 w 25"/>
                <a:gd name="T1" fmla="*/ 270 h 22"/>
                <a:gd name="T2" fmla="*/ 228 w 25"/>
                <a:gd name="T3" fmla="*/ 250 h 22"/>
                <a:gd name="T4" fmla="*/ 124 w 25"/>
                <a:gd name="T5" fmla="*/ 188 h 22"/>
                <a:gd name="T6" fmla="*/ 92 w 25"/>
                <a:gd name="T7" fmla="*/ 0 h 22"/>
                <a:gd name="T8" fmla="*/ 74 w 25"/>
                <a:gd name="T9" fmla="*/ 0 h 22"/>
                <a:gd name="T10" fmla="*/ 30 w 25"/>
                <a:gd name="T11" fmla="*/ 95 h 22"/>
                <a:gd name="T12" fmla="*/ 246 w 25"/>
                <a:gd name="T13" fmla="*/ 313 h 22"/>
                <a:gd name="T14" fmla="*/ 382 w 25"/>
                <a:gd name="T15" fmla="*/ 283 h 22"/>
                <a:gd name="T16" fmla="*/ 350 w 25"/>
                <a:gd name="T17" fmla="*/ 27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2">
                  <a:moveTo>
                    <a:pt x="23" y="17"/>
                  </a:moveTo>
                  <a:cubicBezTo>
                    <a:pt x="21" y="16"/>
                    <a:pt x="18" y="17"/>
                    <a:pt x="15" y="16"/>
                  </a:cubicBezTo>
                  <a:cubicBezTo>
                    <a:pt x="13" y="15"/>
                    <a:pt x="10" y="13"/>
                    <a:pt x="8" y="12"/>
                  </a:cubicBezTo>
                  <a:cubicBezTo>
                    <a:pt x="6" y="10"/>
                    <a:pt x="0" y="2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2" y="3"/>
                    <a:pt x="2" y="6"/>
                  </a:cubicBezTo>
                  <a:cubicBezTo>
                    <a:pt x="3" y="13"/>
                    <a:pt x="11" y="18"/>
                    <a:pt x="16" y="20"/>
                  </a:cubicBezTo>
                  <a:cubicBezTo>
                    <a:pt x="21" y="22"/>
                    <a:pt x="24" y="21"/>
                    <a:pt x="25" y="18"/>
                  </a:cubicBezTo>
                  <a:cubicBezTo>
                    <a:pt x="24" y="18"/>
                    <a:pt x="24" y="17"/>
                    <a:pt x="23" y="17"/>
                  </a:cubicBezTo>
                  <a:close/>
                </a:path>
              </a:pathLst>
            </a:custGeom>
            <a:solidFill>
              <a:srgbClr val="C9D3B8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2114">
              <a:extLst>
                <a:ext uri="{FF2B5EF4-FFF2-40B4-BE49-F238E27FC236}">
                  <a16:creationId xmlns:a16="http://schemas.microsoft.com/office/drawing/2014/main" id="{B36823C0-1C21-40CE-A3F1-4D7D2D5C6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484"/>
              <a:ext cx="43" cy="73"/>
            </a:xfrm>
            <a:custGeom>
              <a:avLst/>
              <a:gdLst>
                <a:gd name="T0" fmla="*/ 180 w 17"/>
                <a:gd name="T1" fmla="*/ 0 h 29"/>
                <a:gd name="T2" fmla="*/ 147 w 17"/>
                <a:gd name="T3" fmla="*/ 400 h 29"/>
                <a:gd name="T4" fmla="*/ 276 w 17"/>
                <a:gd name="T5" fmla="*/ 463 h 29"/>
                <a:gd name="T6" fmla="*/ 180 w 17"/>
                <a:gd name="T7" fmla="*/ 400 h 29"/>
                <a:gd name="T8" fmla="*/ 116 w 17"/>
                <a:gd name="T9" fmla="*/ 272 h 29"/>
                <a:gd name="T10" fmla="*/ 192 w 17"/>
                <a:gd name="T11" fmla="*/ 0 h 29"/>
                <a:gd name="T12" fmla="*/ 180 w 1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9">
                  <a:moveTo>
                    <a:pt x="11" y="0"/>
                  </a:moveTo>
                  <a:cubicBezTo>
                    <a:pt x="0" y="1"/>
                    <a:pt x="1" y="21"/>
                    <a:pt x="9" y="25"/>
                  </a:cubicBezTo>
                  <a:cubicBezTo>
                    <a:pt x="11" y="27"/>
                    <a:pt x="14" y="29"/>
                    <a:pt x="17" y="29"/>
                  </a:cubicBezTo>
                  <a:cubicBezTo>
                    <a:pt x="15" y="28"/>
                    <a:pt x="13" y="27"/>
                    <a:pt x="11" y="25"/>
                  </a:cubicBezTo>
                  <a:cubicBezTo>
                    <a:pt x="9" y="23"/>
                    <a:pt x="8" y="20"/>
                    <a:pt x="7" y="17"/>
                  </a:cubicBezTo>
                  <a:cubicBezTo>
                    <a:pt x="5" y="11"/>
                    <a:pt x="9" y="6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C9D3B8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2115">
              <a:extLst>
                <a:ext uri="{FF2B5EF4-FFF2-40B4-BE49-F238E27FC236}">
                  <a16:creationId xmlns:a16="http://schemas.microsoft.com/office/drawing/2014/main" id="{05BE11AD-6AAB-46BD-9D0D-C6C4ECA49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1714"/>
              <a:ext cx="210" cy="403"/>
            </a:xfrm>
            <a:custGeom>
              <a:avLst/>
              <a:gdLst>
                <a:gd name="T0" fmla="*/ 1188 w 84"/>
                <a:gd name="T1" fmla="*/ 596 h 161"/>
                <a:gd name="T2" fmla="*/ 875 w 84"/>
                <a:gd name="T3" fmla="*/ 2255 h 161"/>
                <a:gd name="T4" fmla="*/ 1313 w 84"/>
                <a:gd name="T5" fmla="*/ 2413 h 161"/>
                <a:gd name="T6" fmla="*/ 33 w 84"/>
                <a:gd name="T7" fmla="*/ 1429 h 161"/>
                <a:gd name="T8" fmla="*/ 33 w 84"/>
                <a:gd name="T9" fmla="*/ 0 h 161"/>
                <a:gd name="T10" fmla="*/ 1270 w 84"/>
                <a:gd name="T11" fmla="*/ 533 h 161"/>
                <a:gd name="T12" fmla="*/ 1188 w 84"/>
                <a:gd name="T13" fmla="*/ 596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161">
                  <a:moveTo>
                    <a:pt x="76" y="38"/>
                  </a:moveTo>
                  <a:cubicBezTo>
                    <a:pt x="57" y="67"/>
                    <a:pt x="36" y="123"/>
                    <a:pt x="56" y="144"/>
                  </a:cubicBezTo>
                  <a:cubicBezTo>
                    <a:pt x="63" y="151"/>
                    <a:pt x="72" y="157"/>
                    <a:pt x="84" y="154"/>
                  </a:cubicBezTo>
                  <a:cubicBezTo>
                    <a:pt x="72" y="161"/>
                    <a:pt x="0" y="161"/>
                    <a:pt x="2" y="91"/>
                  </a:cubicBezTo>
                  <a:cubicBezTo>
                    <a:pt x="3" y="21"/>
                    <a:pt x="2" y="0"/>
                    <a:pt x="2" y="0"/>
                  </a:cubicBezTo>
                  <a:cubicBezTo>
                    <a:pt x="6" y="31"/>
                    <a:pt x="57" y="32"/>
                    <a:pt x="81" y="34"/>
                  </a:cubicBezTo>
                  <a:cubicBezTo>
                    <a:pt x="80" y="34"/>
                    <a:pt x="78" y="35"/>
                    <a:pt x="76" y="38"/>
                  </a:cubicBezTo>
                  <a:close/>
                </a:path>
              </a:pathLst>
            </a:custGeom>
            <a:solidFill>
              <a:srgbClr val="A0C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2116">
              <a:extLst>
                <a:ext uri="{FF2B5EF4-FFF2-40B4-BE49-F238E27FC236}">
                  <a16:creationId xmlns:a16="http://schemas.microsoft.com/office/drawing/2014/main" id="{3DA1C5C2-A9C1-4132-A902-D1139407E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712"/>
              <a:ext cx="220" cy="107"/>
            </a:xfrm>
            <a:custGeom>
              <a:avLst/>
              <a:gdLst>
                <a:gd name="T0" fmla="*/ 20 w 88"/>
                <a:gd name="T1" fmla="*/ 12 h 43"/>
                <a:gd name="T2" fmla="*/ 113 w 88"/>
                <a:gd name="T3" fmla="*/ 229 h 43"/>
                <a:gd name="T4" fmla="*/ 113 w 88"/>
                <a:gd name="T5" fmla="*/ 249 h 43"/>
                <a:gd name="T6" fmla="*/ 145 w 88"/>
                <a:gd name="T7" fmla="*/ 261 h 43"/>
                <a:gd name="T8" fmla="*/ 158 w 88"/>
                <a:gd name="T9" fmla="*/ 279 h 43"/>
                <a:gd name="T10" fmla="*/ 175 w 88"/>
                <a:gd name="T11" fmla="*/ 291 h 43"/>
                <a:gd name="T12" fmla="*/ 208 w 88"/>
                <a:gd name="T13" fmla="*/ 309 h 43"/>
                <a:gd name="T14" fmla="*/ 208 w 88"/>
                <a:gd name="T15" fmla="*/ 321 h 43"/>
                <a:gd name="T16" fmla="*/ 1238 w 88"/>
                <a:gd name="T17" fmla="*/ 537 h 43"/>
                <a:gd name="T18" fmla="*/ 1238 w 88"/>
                <a:gd name="T19" fmla="*/ 537 h 43"/>
                <a:gd name="T20" fmla="*/ 1250 w 88"/>
                <a:gd name="T21" fmla="*/ 537 h 43"/>
                <a:gd name="T22" fmla="*/ 1283 w 88"/>
                <a:gd name="T23" fmla="*/ 557 h 43"/>
                <a:gd name="T24" fmla="*/ 1300 w 88"/>
                <a:gd name="T25" fmla="*/ 557 h 43"/>
                <a:gd name="T26" fmla="*/ 1300 w 88"/>
                <a:gd name="T27" fmla="*/ 570 h 43"/>
                <a:gd name="T28" fmla="*/ 1300 w 88"/>
                <a:gd name="T29" fmla="*/ 570 h 43"/>
                <a:gd name="T30" fmla="*/ 1333 w 88"/>
                <a:gd name="T31" fmla="*/ 662 h 43"/>
                <a:gd name="T32" fmla="*/ 1333 w 88"/>
                <a:gd name="T33" fmla="*/ 662 h 43"/>
                <a:gd name="T34" fmla="*/ 1333 w 88"/>
                <a:gd name="T35" fmla="*/ 662 h 43"/>
                <a:gd name="T36" fmla="*/ 1175 w 88"/>
                <a:gd name="T37" fmla="*/ 465 h 43"/>
                <a:gd name="T38" fmla="*/ 113 w 88"/>
                <a:gd name="T39" fmla="*/ 42 h 43"/>
                <a:gd name="T40" fmla="*/ 63 w 88"/>
                <a:gd name="T41" fmla="*/ 12 h 43"/>
                <a:gd name="T42" fmla="*/ 20 w 88"/>
                <a:gd name="T43" fmla="*/ 12 h 43"/>
                <a:gd name="T44" fmla="*/ 20 w 88"/>
                <a:gd name="T45" fmla="*/ 12 h 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8" h="43">
                  <a:moveTo>
                    <a:pt x="1" y="1"/>
                  </a:moveTo>
                  <a:cubicBezTo>
                    <a:pt x="1" y="7"/>
                    <a:pt x="4" y="11"/>
                    <a:pt x="7" y="15"/>
                  </a:cubicBezTo>
                  <a:cubicBezTo>
                    <a:pt x="7" y="15"/>
                    <a:pt x="7" y="15"/>
                    <a:pt x="7" y="16"/>
                  </a:cubicBezTo>
                  <a:cubicBezTo>
                    <a:pt x="8" y="16"/>
                    <a:pt x="8" y="17"/>
                    <a:pt x="9" y="17"/>
                  </a:cubicBezTo>
                  <a:cubicBezTo>
                    <a:pt x="9" y="17"/>
                    <a:pt x="9" y="18"/>
                    <a:pt x="10" y="18"/>
                  </a:cubicBezTo>
                  <a:cubicBezTo>
                    <a:pt x="10" y="18"/>
                    <a:pt x="11" y="19"/>
                    <a:pt x="11" y="19"/>
                  </a:cubicBezTo>
                  <a:cubicBezTo>
                    <a:pt x="11" y="19"/>
                    <a:pt x="12" y="20"/>
                    <a:pt x="13" y="20"/>
                  </a:cubicBezTo>
                  <a:cubicBezTo>
                    <a:pt x="13" y="20"/>
                    <a:pt x="13" y="20"/>
                    <a:pt x="13" y="21"/>
                  </a:cubicBezTo>
                  <a:cubicBezTo>
                    <a:pt x="31" y="33"/>
                    <a:pt x="62" y="34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9" y="35"/>
                    <a:pt x="80" y="35"/>
                  </a:cubicBezTo>
                  <a:cubicBezTo>
                    <a:pt x="80" y="35"/>
                    <a:pt x="81" y="35"/>
                    <a:pt x="82" y="36"/>
                  </a:cubicBezTo>
                  <a:cubicBezTo>
                    <a:pt x="82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5" y="38"/>
                    <a:pt x="86" y="40"/>
                    <a:pt x="85" y="43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8" y="37"/>
                    <a:pt x="85" y="31"/>
                    <a:pt x="75" y="30"/>
                  </a:cubicBezTo>
                  <a:cubicBezTo>
                    <a:pt x="52" y="28"/>
                    <a:pt x="14" y="23"/>
                    <a:pt x="7" y="3"/>
                  </a:cubicBezTo>
                  <a:cubicBezTo>
                    <a:pt x="6" y="0"/>
                    <a:pt x="4" y="1"/>
                    <a:pt x="4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5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Freeform 2117">
              <a:extLst>
                <a:ext uri="{FF2B5EF4-FFF2-40B4-BE49-F238E27FC236}">
                  <a16:creationId xmlns:a16="http://schemas.microsoft.com/office/drawing/2014/main" id="{3A549BF2-AED6-4142-946B-D695615DE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712"/>
              <a:ext cx="216" cy="402"/>
            </a:xfrm>
            <a:custGeom>
              <a:avLst/>
              <a:gdLst>
                <a:gd name="T0" fmla="*/ 176 w 86"/>
                <a:gd name="T1" fmla="*/ 574 h 161"/>
                <a:gd name="T2" fmla="*/ 460 w 86"/>
                <a:gd name="T3" fmla="*/ 2225 h 161"/>
                <a:gd name="T4" fmla="*/ 0 w 86"/>
                <a:gd name="T5" fmla="*/ 2382 h 161"/>
                <a:gd name="T6" fmla="*/ 1331 w 86"/>
                <a:gd name="T7" fmla="*/ 1433 h 161"/>
                <a:gd name="T8" fmla="*/ 1364 w 86"/>
                <a:gd name="T9" fmla="*/ 0 h 161"/>
                <a:gd name="T10" fmla="*/ 95 w 86"/>
                <a:gd name="T11" fmla="*/ 512 h 161"/>
                <a:gd name="T12" fmla="*/ 176 w 86"/>
                <a:gd name="T13" fmla="*/ 574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61">
                  <a:moveTo>
                    <a:pt x="11" y="37"/>
                  </a:moveTo>
                  <a:cubicBezTo>
                    <a:pt x="29" y="66"/>
                    <a:pt x="49" y="123"/>
                    <a:pt x="29" y="143"/>
                  </a:cubicBezTo>
                  <a:cubicBezTo>
                    <a:pt x="21" y="151"/>
                    <a:pt x="12" y="155"/>
                    <a:pt x="0" y="153"/>
                  </a:cubicBezTo>
                  <a:cubicBezTo>
                    <a:pt x="12" y="160"/>
                    <a:pt x="84" y="161"/>
                    <a:pt x="84" y="92"/>
                  </a:cubicBezTo>
                  <a:cubicBezTo>
                    <a:pt x="85" y="22"/>
                    <a:pt x="86" y="0"/>
                    <a:pt x="86" y="0"/>
                  </a:cubicBezTo>
                  <a:cubicBezTo>
                    <a:pt x="81" y="31"/>
                    <a:pt x="31" y="32"/>
                    <a:pt x="6" y="33"/>
                  </a:cubicBezTo>
                  <a:cubicBezTo>
                    <a:pt x="8" y="33"/>
                    <a:pt x="10" y="34"/>
                    <a:pt x="11" y="37"/>
                  </a:cubicBezTo>
                  <a:close/>
                </a:path>
              </a:pathLst>
            </a:custGeom>
            <a:solidFill>
              <a:srgbClr val="0099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0" name="Freeform 2118">
              <a:extLst>
                <a:ext uri="{FF2B5EF4-FFF2-40B4-BE49-F238E27FC236}">
                  <a16:creationId xmlns:a16="http://schemas.microsoft.com/office/drawing/2014/main" id="{089EEF38-E2CE-4FEA-AAD2-19DBDC82D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712"/>
              <a:ext cx="223" cy="100"/>
            </a:xfrm>
            <a:custGeom>
              <a:avLst/>
              <a:gdLst>
                <a:gd name="T0" fmla="*/ 1401 w 89"/>
                <a:gd name="T1" fmla="*/ 20 h 40"/>
                <a:gd name="T2" fmla="*/ 1288 w 89"/>
                <a:gd name="T3" fmla="*/ 238 h 40"/>
                <a:gd name="T4" fmla="*/ 1288 w 89"/>
                <a:gd name="T5" fmla="*/ 238 h 40"/>
                <a:gd name="T6" fmla="*/ 1255 w 89"/>
                <a:gd name="T7" fmla="*/ 270 h 40"/>
                <a:gd name="T8" fmla="*/ 1243 w 89"/>
                <a:gd name="T9" fmla="*/ 270 h 40"/>
                <a:gd name="T10" fmla="*/ 1225 w 89"/>
                <a:gd name="T11" fmla="*/ 283 h 40"/>
                <a:gd name="T12" fmla="*/ 1193 w 89"/>
                <a:gd name="T13" fmla="*/ 313 h 40"/>
                <a:gd name="T14" fmla="*/ 1193 w 89"/>
                <a:gd name="T15" fmla="*/ 313 h 40"/>
                <a:gd name="T16" fmla="*/ 145 w 89"/>
                <a:gd name="T17" fmla="*/ 520 h 40"/>
                <a:gd name="T18" fmla="*/ 145 w 89"/>
                <a:gd name="T19" fmla="*/ 520 h 40"/>
                <a:gd name="T20" fmla="*/ 145 w 89"/>
                <a:gd name="T21" fmla="*/ 520 h 40"/>
                <a:gd name="T22" fmla="*/ 95 w 89"/>
                <a:gd name="T23" fmla="*/ 520 h 40"/>
                <a:gd name="T24" fmla="*/ 95 w 89"/>
                <a:gd name="T25" fmla="*/ 533 h 40"/>
                <a:gd name="T26" fmla="*/ 83 w 89"/>
                <a:gd name="T27" fmla="*/ 533 h 40"/>
                <a:gd name="T28" fmla="*/ 83 w 89"/>
                <a:gd name="T29" fmla="*/ 533 h 40"/>
                <a:gd name="T30" fmla="*/ 50 w 89"/>
                <a:gd name="T31" fmla="*/ 625 h 40"/>
                <a:gd name="T32" fmla="*/ 50 w 89"/>
                <a:gd name="T33" fmla="*/ 625 h 40"/>
                <a:gd name="T34" fmla="*/ 50 w 89"/>
                <a:gd name="T35" fmla="*/ 625 h 40"/>
                <a:gd name="T36" fmla="*/ 208 w 89"/>
                <a:gd name="T37" fmla="*/ 438 h 40"/>
                <a:gd name="T38" fmla="*/ 1305 w 89"/>
                <a:gd name="T39" fmla="*/ 33 h 40"/>
                <a:gd name="T40" fmla="*/ 1338 w 89"/>
                <a:gd name="T41" fmla="*/ 0 h 40"/>
                <a:gd name="T42" fmla="*/ 1381 w 89"/>
                <a:gd name="T43" fmla="*/ 0 h 40"/>
                <a:gd name="T44" fmla="*/ 1401 w 89"/>
                <a:gd name="T45" fmla="*/ 20 h 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9" h="40">
                  <a:moveTo>
                    <a:pt x="89" y="1"/>
                  </a:moveTo>
                  <a:cubicBezTo>
                    <a:pt x="88" y="6"/>
                    <a:pt x="85" y="11"/>
                    <a:pt x="82" y="15"/>
                  </a:cubicBezTo>
                  <a:cubicBezTo>
                    <a:pt x="82" y="15"/>
                    <a:pt x="82" y="15"/>
                    <a:pt x="82" y="15"/>
                  </a:cubicBezTo>
                  <a:cubicBezTo>
                    <a:pt x="81" y="16"/>
                    <a:pt x="80" y="16"/>
                    <a:pt x="80" y="17"/>
                  </a:cubicBezTo>
                  <a:cubicBezTo>
                    <a:pt x="80" y="17"/>
                    <a:pt x="79" y="17"/>
                    <a:pt x="79" y="17"/>
                  </a:cubicBezTo>
                  <a:cubicBezTo>
                    <a:pt x="79" y="18"/>
                    <a:pt x="78" y="18"/>
                    <a:pt x="78" y="18"/>
                  </a:cubicBezTo>
                  <a:cubicBezTo>
                    <a:pt x="77" y="19"/>
                    <a:pt x="77" y="19"/>
                    <a:pt x="76" y="20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58" y="32"/>
                    <a:pt x="27" y="32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8" y="33"/>
                    <a:pt x="7" y="33"/>
                    <a:pt x="6" y="33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0" y="34"/>
                    <a:pt x="4" y="29"/>
                    <a:pt x="13" y="28"/>
                  </a:cubicBezTo>
                  <a:cubicBezTo>
                    <a:pt x="37" y="26"/>
                    <a:pt x="75" y="22"/>
                    <a:pt x="83" y="2"/>
                  </a:cubicBezTo>
                  <a:cubicBezTo>
                    <a:pt x="83" y="0"/>
                    <a:pt x="85" y="0"/>
                    <a:pt x="85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89" y="0"/>
                    <a:pt x="89" y="1"/>
                  </a:cubicBezTo>
                  <a:close/>
                </a:path>
              </a:pathLst>
            </a:custGeom>
            <a:solidFill>
              <a:srgbClr val="55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2119">
              <a:extLst>
                <a:ext uri="{FF2B5EF4-FFF2-40B4-BE49-F238E27FC236}">
                  <a16:creationId xmlns:a16="http://schemas.microsoft.com/office/drawing/2014/main" id="{EA2039D9-04B4-4821-9D36-39A272DA7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854"/>
              <a:ext cx="140" cy="245"/>
            </a:xfrm>
            <a:custGeom>
              <a:avLst/>
              <a:gdLst>
                <a:gd name="T0" fmla="*/ 875 w 56"/>
                <a:gd name="T1" fmla="*/ 1533 h 98"/>
                <a:gd name="T2" fmla="*/ 0 w 56"/>
                <a:gd name="T3" fmla="*/ 938 h 98"/>
                <a:gd name="T4" fmla="*/ 458 w 56"/>
                <a:gd name="T5" fmla="*/ 1208 h 98"/>
                <a:gd name="T6" fmla="*/ 800 w 56"/>
                <a:gd name="T7" fmla="*/ 0 h 98"/>
                <a:gd name="T8" fmla="*/ 875 w 56"/>
                <a:gd name="T9" fmla="*/ 1533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98">
                  <a:moveTo>
                    <a:pt x="56" y="98"/>
                  </a:moveTo>
                  <a:cubicBezTo>
                    <a:pt x="37" y="98"/>
                    <a:pt x="10" y="87"/>
                    <a:pt x="0" y="60"/>
                  </a:cubicBezTo>
                  <a:cubicBezTo>
                    <a:pt x="10" y="72"/>
                    <a:pt x="27" y="84"/>
                    <a:pt x="29" y="77"/>
                  </a:cubicBezTo>
                  <a:cubicBezTo>
                    <a:pt x="32" y="69"/>
                    <a:pt x="20" y="35"/>
                    <a:pt x="51" y="0"/>
                  </a:cubicBezTo>
                  <a:cubicBezTo>
                    <a:pt x="45" y="15"/>
                    <a:pt x="16" y="76"/>
                    <a:pt x="56" y="98"/>
                  </a:cubicBezTo>
                  <a:close/>
                </a:path>
              </a:pathLst>
            </a:custGeom>
            <a:solidFill>
              <a:srgbClr val="C7D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Freeform 2120">
              <a:extLst>
                <a:ext uri="{FF2B5EF4-FFF2-40B4-BE49-F238E27FC236}">
                  <a16:creationId xmlns:a16="http://schemas.microsoft.com/office/drawing/2014/main" id="{E34CCD62-E225-4B3E-830E-4C169E452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747"/>
              <a:ext cx="118" cy="250"/>
            </a:xfrm>
            <a:custGeom>
              <a:avLst/>
              <a:gdLst>
                <a:gd name="T0" fmla="*/ 505 w 47"/>
                <a:gd name="T1" fmla="*/ 533 h 100"/>
                <a:gd name="T2" fmla="*/ 0 w 47"/>
                <a:gd name="T3" fmla="*/ 300 h 100"/>
                <a:gd name="T4" fmla="*/ 743 w 47"/>
                <a:gd name="T5" fmla="*/ 0 h 100"/>
                <a:gd name="T6" fmla="*/ 650 w 47"/>
                <a:gd name="T7" fmla="*/ 1563 h 100"/>
                <a:gd name="T8" fmla="*/ 505 w 47"/>
                <a:gd name="T9" fmla="*/ 533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00">
                  <a:moveTo>
                    <a:pt x="32" y="34"/>
                  </a:moveTo>
                  <a:cubicBezTo>
                    <a:pt x="26" y="25"/>
                    <a:pt x="10" y="22"/>
                    <a:pt x="0" y="19"/>
                  </a:cubicBezTo>
                  <a:cubicBezTo>
                    <a:pt x="26" y="20"/>
                    <a:pt x="40" y="10"/>
                    <a:pt x="47" y="0"/>
                  </a:cubicBezTo>
                  <a:cubicBezTo>
                    <a:pt x="47" y="18"/>
                    <a:pt x="46" y="87"/>
                    <a:pt x="41" y="100"/>
                  </a:cubicBezTo>
                  <a:cubicBezTo>
                    <a:pt x="43" y="77"/>
                    <a:pt x="41" y="48"/>
                    <a:pt x="32" y="34"/>
                  </a:cubicBezTo>
                  <a:close/>
                </a:path>
              </a:pathLst>
            </a:custGeom>
            <a:solidFill>
              <a:srgbClr val="008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3" name="Freeform 2121">
              <a:extLst>
                <a:ext uri="{FF2B5EF4-FFF2-40B4-BE49-F238E27FC236}">
                  <a16:creationId xmlns:a16="http://schemas.microsoft.com/office/drawing/2014/main" id="{9FA9CFC6-D2D5-42B1-89F4-AD2EAF430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747"/>
              <a:ext cx="113" cy="170"/>
            </a:xfrm>
            <a:custGeom>
              <a:avLst/>
              <a:gdLst>
                <a:gd name="T0" fmla="*/ 713 w 45"/>
                <a:gd name="T1" fmla="*/ 345 h 68"/>
                <a:gd name="T2" fmla="*/ 20 w 45"/>
                <a:gd name="T3" fmla="*/ 0 h 68"/>
                <a:gd name="T4" fmla="*/ 0 w 45"/>
                <a:gd name="T5" fmla="*/ 1063 h 68"/>
                <a:gd name="T6" fmla="*/ 239 w 45"/>
                <a:gd name="T7" fmla="*/ 375 h 68"/>
                <a:gd name="T8" fmla="*/ 713 w 45"/>
                <a:gd name="T9" fmla="*/ 345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8">
                  <a:moveTo>
                    <a:pt x="45" y="22"/>
                  </a:moveTo>
                  <a:cubicBezTo>
                    <a:pt x="30" y="20"/>
                    <a:pt x="8" y="12"/>
                    <a:pt x="1" y="0"/>
                  </a:cubicBezTo>
                  <a:cubicBezTo>
                    <a:pt x="1" y="0"/>
                    <a:pt x="0" y="58"/>
                    <a:pt x="0" y="68"/>
                  </a:cubicBezTo>
                  <a:cubicBezTo>
                    <a:pt x="2" y="48"/>
                    <a:pt x="6" y="26"/>
                    <a:pt x="15" y="24"/>
                  </a:cubicBezTo>
                  <a:cubicBezTo>
                    <a:pt x="23" y="21"/>
                    <a:pt x="40" y="23"/>
                    <a:pt x="45" y="22"/>
                  </a:cubicBezTo>
                  <a:close/>
                </a:path>
              </a:pathLst>
            </a:custGeom>
            <a:solidFill>
              <a:srgbClr val="7BB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4" name="Freeform 2122">
              <a:extLst>
                <a:ext uri="{FF2B5EF4-FFF2-40B4-BE49-F238E27FC236}">
                  <a16:creationId xmlns:a16="http://schemas.microsoft.com/office/drawing/2014/main" id="{78F954C3-6BC6-41BC-805F-EB85B34F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749"/>
              <a:ext cx="37" cy="125"/>
            </a:xfrm>
            <a:custGeom>
              <a:avLst/>
              <a:gdLst>
                <a:gd name="T0" fmla="*/ 195 w 15"/>
                <a:gd name="T1" fmla="*/ 783 h 50"/>
                <a:gd name="T2" fmla="*/ 224 w 15"/>
                <a:gd name="T3" fmla="*/ 0 h 50"/>
                <a:gd name="T4" fmla="*/ 0 w 15"/>
                <a:gd name="T5" fmla="*/ 175 h 50"/>
                <a:gd name="T6" fmla="*/ 195 w 15"/>
                <a:gd name="T7" fmla="*/ 783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0">
                  <a:moveTo>
                    <a:pt x="13" y="50"/>
                  </a:moveTo>
                  <a:cubicBezTo>
                    <a:pt x="14" y="39"/>
                    <a:pt x="15" y="0"/>
                    <a:pt x="15" y="0"/>
                  </a:cubicBezTo>
                  <a:cubicBezTo>
                    <a:pt x="15" y="0"/>
                    <a:pt x="12" y="6"/>
                    <a:pt x="0" y="11"/>
                  </a:cubicBezTo>
                  <a:cubicBezTo>
                    <a:pt x="6" y="11"/>
                    <a:pt x="12" y="35"/>
                    <a:pt x="13" y="50"/>
                  </a:cubicBezTo>
                  <a:close/>
                </a:path>
              </a:pathLst>
            </a:custGeom>
            <a:solidFill>
              <a:srgbClr val="008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5" name="Freeform 2123">
              <a:extLst>
                <a:ext uri="{FF2B5EF4-FFF2-40B4-BE49-F238E27FC236}">
                  <a16:creationId xmlns:a16="http://schemas.microsoft.com/office/drawing/2014/main" id="{A5B312C6-1322-40CE-AAC2-4CCEEA708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1714"/>
              <a:ext cx="210" cy="403"/>
            </a:xfrm>
            <a:custGeom>
              <a:avLst/>
              <a:gdLst>
                <a:gd name="T0" fmla="*/ 1188 w 84"/>
                <a:gd name="T1" fmla="*/ 596 h 161"/>
                <a:gd name="T2" fmla="*/ 875 w 84"/>
                <a:gd name="T3" fmla="*/ 2255 h 161"/>
                <a:gd name="T4" fmla="*/ 1313 w 84"/>
                <a:gd name="T5" fmla="*/ 2413 h 161"/>
                <a:gd name="T6" fmla="*/ 33 w 84"/>
                <a:gd name="T7" fmla="*/ 1429 h 161"/>
                <a:gd name="T8" fmla="*/ 33 w 84"/>
                <a:gd name="T9" fmla="*/ 0 h 161"/>
                <a:gd name="T10" fmla="*/ 1270 w 84"/>
                <a:gd name="T11" fmla="*/ 533 h 161"/>
                <a:gd name="T12" fmla="*/ 1188 w 84"/>
                <a:gd name="T13" fmla="*/ 596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161">
                  <a:moveTo>
                    <a:pt x="76" y="38"/>
                  </a:moveTo>
                  <a:cubicBezTo>
                    <a:pt x="57" y="67"/>
                    <a:pt x="36" y="123"/>
                    <a:pt x="56" y="144"/>
                  </a:cubicBezTo>
                  <a:cubicBezTo>
                    <a:pt x="63" y="151"/>
                    <a:pt x="72" y="157"/>
                    <a:pt x="84" y="154"/>
                  </a:cubicBezTo>
                  <a:cubicBezTo>
                    <a:pt x="72" y="161"/>
                    <a:pt x="0" y="161"/>
                    <a:pt x="2" y="91"/>
                  </a:cubicBezTo>
                  <a:cubicBezTo>
                    <a:pt x="3" y="21"/>
                    <a:pt x="2" y="0"/>
                    <a:pt x="2" y="0"/>
                  </a:cubicBezTo>
                  <a:cubicBezTo>
                    <a:pt x="6" y="31"/>
                    <a:pt x="57" y="32"/>
                    <a:pt x="81" y="34"/>
                  </a:cubicBezTo>
                  <a:cubicBezTo>
                    <a:pt x="80" y="34"/>
                    <a:pt x="78" y="35"/>
                    <a:pt x="76" y="3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6" name="Freeform 2124">
              <a:extLst>
                <a:ext uri="{FF2B5EF4-FFF2-40B4-BE49-F238E27FC236}">
                  <a16:creationId xmlns:a16="http://schemas.microsoft.com/office/drawing/2014/main" id="{D2A3CC20-5640-4D9A-98EF-3DF191A50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799"/>
              <a:ext cx="202" cy="335"/>
            </a:xfrm>
            <a:custGeom>
              <a:avLst/>
              <a:gdLst>
                <a:gd name="T0" fmla="*/ 696 w 81"/>
                <a:gd name="T1" fmla="*/ 0 h 134"/>
                <a:gd name="T2" fmla="*/ 621 w 81"/>
                <a:gd name="T3" fmla="*/ 63 h 134"/>
                <a:gd name="T4" fmla="*/ 312 w 81"/>
                <a:gd name="T5" fmla="*/ 1720 h 134"/>
                <a:gd name="T6" fmla="*/ 342 w 81"/>
                <a:gd name="T7" fmla="*/ 1750 h 134"/>
                <a:gd name="T8" fmla="*/ 571 w 81"/>
                <a:gd name="T9" fmla="*/ 1875 h 134"/>
                <a:gd name="T10" fmla="*/ 591 w 81"/>
                <a:gd name="T11" fmla="*/ 1875 h 134"/>
                <a:gd name="T12" fmla="*/ 591 w 81"/>
                <a:gd name="T13" fmla="*/ 1875 h 134"/>
                <a:gd name="T14" fmla="*/ 746 w 81"/>
                <a:gd name="T15" fmla="*/ 1875 h 134"/>
                <a:gd name="T16" fmla="*/ 746 w 81"/>
                <a:gd name="T17" fmla="*/ 1875 h 134"/>
                <a:gd name="T18" fmla="*/ 746 w 81"/>
                <a:gd name="T19" fmla="*/ 1875 h 134"/>
                <a:gd name="T20" fmla="*/ 915 w 81"/>
                <a:gd name="T21" fmla="*/ 1800 h 134"/>
                <a:gd name="T22" fmla="*/ 1132 w 81"/>
                <a:gd name="T23" fmla="*/ 1970 h 134"/>
                <a:gd name="T24" fmla="*/ 1195 w 81"/>
                <a:gd name="T25" fmla="*/ 2000 h 134"/>
                <a:gd name="T26" fmla="*/ 1257 w 81"/>
                <a:gd name="T27" fmla="*/ 908 h 134"/>
                <a:gd name="T28" fmla="*/ 1212 w 81"/>
                <a:gd name="T29" fmla="*/ 783 h 134"/>
                <a:gd name="T30" fmla="*/ 915 w 81"/>
                <a:gd name="T31" fmla="*/ 1550 h 134"/>
                <a:gd name="T32" fmla="*/ 449 w 81"/>
                <a:gd name="T33" fmla="*/ 1563 h 134"/>
                <a:gd name="T34" fmla="*/ 778 w 81"/>
                <a:gd name="T35" fmla="*/ 145 h 134"/>
                <a:gd name="T36" fmla="*/ 696 w 81"/>
                <a:gd name="T37" fmla="*/ 0 h 134"/>
                <a:gd name="T38" fmla="*/ 696 w 81"/>
                <a:gd name="T39" fmla="*/ 0 h 13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" h="134">
                  <a:moveTo>
                    <a:pt x="45" y="0"/>
                  </a:moveTo>
                  <a:cubicBezTo>
                    <a:pt x="44" y="0"/>
                    <a:pt x="42" y="1"/>
                    <a:pt x="40" y="4"/>
                  </a:cubicBezTo>
                  <a:cubicBezTo>
                    <a:pt x="21" y="33"/>
                    <a:pt x="0" y="89"/>
                    <a:pt x="20" y="110"/>
                  </a:cubicBezTo>
                  <a:cubicBezTo>
                    <a:pt x="21" y="110"/>
                    <a:pt x="22" y="111"/>
                    <a:pt x="22" y="112"/>
                  </a:cubicBezTo>
                  <a:cubicBezTo>
                    <a:pt x="27" y="116"/>
                    <a:pt x="32" y="119"/>
                    <a:pt x="37" y="120"/>
                  </a:cubicBezTo>
                  <a:cubicBezTo>
                    <a:pt x="37" y="120"/>
                    <a:pt x="37" y="120"/>
                    <a:pt x="38" y="120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41" y="121"/>
                    <a:pt x="44" y="121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51" y="119"/>
                    <a:pt x="54" y="118"/>
                    <a:pt x="59" y="115"/>
                  </a:cubicBezTo>
                  <a:cubicBezTo>
                    <a:pt x="64" y="113"/>
                    <a:pt x="75" y="118"/>
                    <a:pt x="73" y="126"/>
                  </a:cubicBezTo>
                  <a:cubicBezTo>
                    <a:pt x="71" y="134"/>
                    <a:pt x="76" y="128"/>
                    <a:pt x="77" y="128"/>
                  </a:cubicBezTo>
                  <a:cubicBezTo>
                    <a:pt x="77" y="127"/>
                    <a:pt x="81" y="58"/>
                    <a:pt x="81" y="5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73"/>
                    <a:pt x="69" y="90"/>
                    <a:pt x="59" y="99"/>
                  </a:cubicBezTo>
                  <a:cubicBezTo>
                    <a:pt x="49" y="109"/>
                    <a:pt x="39" y="110"/>
                    <a:pt x="29" y="100"/>
                  </a:cubicBezTo>
                  <a:cubicBezTo>
                    <a:pt x="16" y="85"/>
                    <a:pt x="32" y="38"/>
                    <a:pt x="50" y="9"/>
                  </a:cubicBezTo>
                  <a:cubicBezTo>
                    <a:pt x="54" y="4"/>
                    <a:pt x="49" y="0"/>
                    <a:pt x="45" y="0"/>
                  </a:cubicBezTo>
                  <a:cubicBezTo>
                    <a:pt x="46" y="0"/>
                    <a:pt x="45" y="0"/>
                    <a:pt x="45" y="0"/>
                  </a:cubicBezTo>
                  <a:close/>
                </a:path>
              </a:pathLst>
            </a:custGeom>
            <a:solidFill>
              <a:srgbClr val="53A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2125">
              <a:extLst>
                <a:ext uri="{FF2B5EF4-FFF2-40B4-BE49-F238E27FC236}">
                  <a16:creationId xmlns:a16="http://schemas.microsoft.com/office/drawing/2014/main" id="{0B8E35E1-4517-4AE8-BBA2-C1A9C3185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712"/>
              <a:ext cx="220" cy="107"/>
            </a:xfrm>
            <a:custGeom>
              <a:avLst/>
              <a:gdLst>
                <a:gd name="T0" fmla="*/ 20 w 88"/>
                <a:gd name="T1" fmla="*/ 12 h 43"/>
                <a:gd name="T2" fmla="*/ 113 w 88"/>
                <a:gd name="T3" fmla="*/ 229 h 43"/>
                <a:gd name="T4" fmla="*/ 113 w 88"/>
                <a:gd name="T5" fmla="*/ 249 h 43"/>
                <a:gd name="T6" fmla="*/ 145 w 88"/>
                <a:gd name="T7" fmla="*/ 261 h 43"/>
                <a:gd name="T8" fmla="*/ 158 w 88"/>
                <a:gd name="T9" fmla="*/ 279 h 43"/>
                <a:gd name="T10" fmla="*/ 175 w 88"/>
                <a:gd name="T11" fmla="*/ 291 h 43"/>
                <a:gd name="T12" fmla="*/ 208 w 88"/>
                <a:gd name="T13" fmla="*/ 309 h 43"/>
                <a:gd name="T14" fmla="*/ 208 w 88"/>
                <a:gd name="T15" fmla="*/ 321 h 43"/>
                <a:gd name="T16" fmla="*/ 1238 w 88"/>
                <a:gd name="T17" fmla="*/ 537 h 43"/>
                <a:gd name="T18" fmla="*/ 1238 w 88"/>
                <a:gd name="T19" fmla="*/ 537 h 43"/>
                <a:gd name="T20" fmla="*/ 1250 w 88"/>
                <a:gd name="T21" fmla="*/ 537 h 43"/>
                <a:gd name="T22" fmla="*/ 1283 w 88"/>
                <a:gd name="T23" fmla="*/ 557 h 43"/>
                <a:gd name="T24" fmla="*/ 1300 w 88"/>
                <a:gd name="T25" fmla="*/ 557 h 43"/>
                <a:gd name="T26" fmla="*/ 1300 w 88"/>
                <a:gd name="T27" fmla="*/ 570 h 43"/>
                <a:gd name="T28" fmla="*/ 1300 w 88"/>
                <a:gd name="T29" fmla="*/ 570 h 43"/>
                <a:gd name="T30" fmla="*/ 1333 w 88"/>
                <a:gd name="T31" fmla="*/ 662 h 43"/>
                <a:gd name="T32" fmla="*/ 1333 w 88"/>
                <a:gd name="T33" fmla="*/ 662 h 43"/>
                <a:gd name="T34" fmla="*/ 1333 w 88"/>
                <a:gd name="T35" fmla="*/ 662 h 43"/>
                <a:gd name="T36" fmla="*/ 1175 w 88"/>
                <a:gd name="T37" fmla="*/ 465 h 43"/>
                <a:gd name="T38" fmla="*/ 113 w 88"/>
                <a:gd name="T39" fmla="*/ 42 h 43"/>
                <a:gd name="T40" fmla="*/ 63 w 88"/>
                <a:gd name="T41" fmla="*/ 12 h 43"/>
                <a:gd name="T42" fmla="*/ 20 w 88"/>
                <a:gd name="T43" fmla="*/ 12 h 43"/>
                <a:gd name="T44" fmla="*/ 20 w 88"/>
                <a:gd name="T45" fmla="*/ 12 h 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8" h="43">
                  <a:moveTo>
                    <a:pt x="1" y="1"/>
                  </a:moveTo>
                  <a:cubicBezTo>
                    <a:pt x="1" y="7"/>
                    <a:pt x="4" y="11"/>
                    <a:pt x="7" y="15"/>
                  </a:cubicBezTo>
                  <a:cubicBezTo>
                    <a:pt x="7" y="15"/>
                    <a:pt x="7" y="15"/>
                    <a:pt x="7" y="16"/>
                  </a:cubicBezTo>
                  <a:cubicBezTo>
                    <a:pt x="8" y="16"/>
                    <a:pt x="8" y="17"/>
                    <a:pt x="9" y="17"/>
                  </a:cubicBezTo>
                  <a:cubicBezTo>
                    <a:pt x="9" y="17"/>
                    <a:pt x="9" y="18"/>
                    <a:pt x="10" y="18"/>
                  </a:cubicBezTo>
                  <a:cubicBezTo>
                    <a:pt x="10" y="18"/>
                    <a:pt x="11" y="19"/>
                    <a:pt x="11" y="19"/>
                  </a:cubicBezTo>
                  <a:cubicBezTo>
                    <a:pt x="11" y="19"/>
                    <a:pt x="12" y="20"/>
                    <a:pt x="13" y="20"/>
                  </a:cubicBezTo>
                  <a:cubicBezTo>
                    <a:pt x="13" y="20"/>
                    <a:pt x="13" y="20"/>
                    <a:pt x="13" y="21"/>
                  </a:cubicBezTo>
                  <a:cubicBezTo>
                    <a:pt x="31" y="33"/>
                    <a:pt x="62" y="34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9" y="35"/>
                    <a:pt x="80" y="35"/>
                  </a:cubicBezTo>
                  <a:cubicBezTo>
                    <a:pt x="80" y="35"/>
                    <a:pt x="81" y="35"/>
                    <a:pt x="82" y="36"/>
                  </a:cubicBezTo>
                  <a:cubicBezTo>
                    <a:pt x="82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5" y="38"/>
                    <a:pt x="86" y="40"/>
                    <a:pt x="85" y="43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8" y="37"/>
                    <a:pt x="85" y="31"/>
                    <a:pt x="75" y="30"/>
                  </a:cubicBezTo>
                  <a:cubicBezTo>
                    <a:pt x="52" y="28"/>
                    <a:pt x="14" y="23"/>
                    <a:pt x="7" y="3"/>
                  </a:cubicBezTo>
                  <a:cubicBezTo>
                    <a:pt x="6" y="0"/>
                    <a:pt x="4" y="1"/>
                    <a:pt x="4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1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2126">
              <a:extLst>
                <a:ext uri="{FF2B5EF4-FFF2-40B4-BE49-F238E27FC236}">
                  <a16:creationId xmlns:a16="http://schemas.microsoft.com/office/drawing/2014/main" id="{E35496D7-4446-4F27-A81D-7F1393559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712"/>
              <a:ext cx="216" cy="402"/>
            </a:xfrm>
            <a:custGeom>
              <a:avLst/>
              <a:gdLst>
                <a:gd name="T0" fmla="*/ 176 w 86"/>
                <a:gd name="T1" fmla="*/ 574 h 161"/>
                <a:gd name="T2" fmla="*/ 460 w 86"/>
                <a:gd name="T3" fmla="*/ 2225 h 161"/>
                <a:gd name="T4" fmla="*/ 0 w 86"/>
                <a:gd name="T5" fmla="*/ 2382 h 161"/>
                <a:gd name="T6" fmla="*/ 1331 w 86"/>
                <a:gd name="T7" fmla="*/ 1433 h 161"/>
                <a:gd name="T8" fmla="*/ 1364 w 86"/>
                <a:gd name="T9" fmla="*/ 0 h 161"/>
                <a:gd name="T10" fmla="*/ 95 w 86"/>
                <a:gd name="T11" fmla="*/ 512 h 161"/>
                <a:gd name="T12" fmla="*/ 176 w 86"/>
                <a:gd name="T13" fmla="*/ 574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61">
                  <a:moveTo>
                    <a:pt x="11" y="37"/>
                  </a:moveTo>
                  <a:cubicBezTo>
                    <a:pt x="29" y="66"/>
                    <a:pt x="49" y="123"/>
                    <a:pt x="29" y="143"/>
                  </a:cubicBezTo>
                  <a:cubicBezTo>
                    <a:pt x="21" y="151"/>
                    <a:pt x="12" y="155"/>
                    <a:pt x="0" y="153"/>
                  </a:cubicBezTo>
                  <a:cubicBezTo>
                    <a:pt x="12" y="160"/>
                    <a:pt x="84" y="161"/>
                    <a:pt x="84" y="92"/>
                  </a:cubicBezTo>
                  <a:cubicBezTo>
                    <a:pt x="85" y="22"/>
                    <a:pt x="86" y="0"/>
                    <a:pt x="86" y="0"/>
                  </a:cubicBezTo>
                  <a:cubicBezTo>
                    <a:pt x="81" y="31"/>
                    <a:pt x="31" y="32"/>
                    <a:pt x="6" y="33"/>
                  </a:cubicBezTo>
                  <a:cubicBezTo>
                    <a:pt x="8" y="33"/>
                    <a:pt x="10" y="34"/>
                    <a:pt x="11" y="3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Freeform 2127">
              <a:extLst>
                <a:ext uri="{FF2B5EF4-FFF2-40B4-BE49-F238E27FC236}">
                  <a16:creationId xmlns:a16="http://schemas.microsoft.com/office/drawing/2014/main" id="{448C0517-4334-4673-9B8A-2AA62A78A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792"/>
              <a:ext cx="208" cy="327"/>
            </a:xfrm>
            <a:custGeom>
              <a:avLst/>
              <a:gdLst>
                <a:gd name="T0" fmla="*/ 629 w 83"/>
                <a:gd name="T1" fmla="*/ 12 h 131"/>
                <a:gd name="T2" fmla="*/ 709 w 83"/>
                <a:gd name="T3" fmla="*/ 75 h 131"/>
                <a:gd name="T4" fmla="*/ 992 w 83"/>
                <a:gd name="T5" fmla="*/ 1725 h 131"/>
                <a:gd name="T6" fmla="*/ 942 w 83"/>
                <a:gd name="T7" fmla="*/ 1757 h 131"/>
                <a:gd name="T8" fmla="*/ 709 w 83"/>
                <a:gd name="T9" fmla="*/ 1882 h 131"/>
                <a:gd name="T10" fmla="*/ 709 w 83"/>
                <a:gd name="T11" fmla="*/ 1882 h 131"/>
                <a:gd name="T12" fmla="*/ 692 w 83"/>
                <a:gd name="T13" fmla="*/ 1882 h 131"/>
                <a:gd name="T14" fmla="*/ 534 w 83"/>
                <a:gd name="T15" fmla="*/ 1882 h 131"/>
                <a:gd name="T16" fmla="*/ 554 w 83"/>
                <a:gd name="T17" fmla="*/ 1882 h 131"/>
                <a:gd name="T18" fmla="*/ 554 w 83"/>
                <a:gd name="T19" fmla="*/ 1882 h 131"/>
                <a:gd name="T20" fmla="*/ 376 w 83"/>
                <a:gd name="T21" fmla="*/ 1807 h 131"/>
                <a:gd name="T22" fmla="*/ 175 w 83"/>
                <a:gd name="T23" fmla="*/ 1932 h 131"/>
                <a:gd name="T24" fmla="*/ 158 w 83"/>
                <a:gd name="T25" fmla="*/ 1962 h 131"/>
                <a:gd name="T26" fmla="*/ 50 w 83"/>
                <a:gd name="T27" fmla="*/ 1962 h 131"/>
                <a:gd name="T28" fmla="*/ 0 w 83"/>
                <a:gd name="T29" fmla="*/ 884 h 131"/>
                <a:gd name="T30" fmla="*/ 83 w 83"/>
                <a:gd name="T31" fmla="*/ 821 h 131"/>
                <a:gd name="T32" fmla="*/ 145 w 83"/>
                <a:gd name="T33" fmla="*/ 1071 h 131"/>
                <a:gd name="T34" fmla="*/ 363 w 83"/>
                <a:gd name="T35" fmla="*/ 1540 h 131"/>
                <a:gd name="T36" fmla="*/ 835 w 83"/>
                <a:gd name="T37" fmla="*/ 1570 h 131"/>
                <a:gd name="T38" fmla="*/ 554 w 83"/>
                <a:gd name="T39" fmla="*/ 155 h 131"/>
                <a:gd name="T40" fmla="*/ 629 w 83"/>
                <a:gd name="T41" fmla="*/ 12 h 131"/>
                <a:gd name="T42" fmla="*/ 629 w 83"/>
                <a:gd name="T43" fmla="*/ 12 h 13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3" h="131">
                  <a:moveTo>
                    <a:pt x="40" y="1"/>
                  </a:moveTo>
                  <a:cubicBezTo>
                    <a:pt x="42" y="1"/>
                    <a:pt x="44" y="2"/>
                    <a:pt x="45" y="5"/>
                  </a:cubicBezTo>
                  <a:cubicBezTo>
                    <a:pt x="63" y="34"/>
                    <a:pt x="83" y="91"/>
                    <a:pt x="63" y="111"/>
                  </a:cubicBezTo>
                  <a:cubicBezTo>
                    <a:pt x="62" y="112"/>
                    <a:pt x="61" y="113"/>
                    <a:pt x="60" y="113"/>
                  </a:cubicBezTo>
                  <a:cubicBezTo>
                    <a:pt x="56" y="117"/>
                    <a:pt x="51" y="120"/>
                    <a:pt x="45" y="121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5" y="121"/>
                    <a:pt x="44" y="121"/>
                    <a:pt x="44" y="121"/>
                  </a:cubicBezTo>
                  <a:cubicBezTo>
                    <a:pt x="41" y="122"/>
                    <a:pt x="38" y="121"/>
                    <a:pt x="34" y="121"/>
                  </a:cubicBezTo>
                  <a:cubicBezTo>
                    <a:pt x="34" y="121"/>
                    <a:pt x="35" y="121"/>
                    <a:pt x="35" y="121"/>
                  </a:cubicBezTo>
                  <a:cubicBezTo>
                    <a:pt x="35" y="121"/>
                    <a:pt x="35" y="121"/>
                    <a:pt x="35" y="121"/>
                  </a:cubicBezTo>
                  <a:cubicBezTo>
                    <a:pt x="32" y="120"/>
                    <a:pt x="28" y="118"/>
                    <a:pt x="24" y="116"/>
                  </a:cubicBezTo>
                  <a:cubicBezTo>
                    <a:pt x="19" y="113"/>
                    <a:pt x="10" y="116"/>
                    <a:pt x="11" y="124"/>
                  </a:cubicBezTo>
                  <a:cubicBezTo>
                    <a:pt x="11" y="125"/>
                    <a:pt x="10" y="126"/>
                    <a:pt x="10" y="126"/>
                  </a:cubicBezTo>
                  <a:cubicBezTo>
                    <a:pt x="10" y="131"/>
                    <a:pt x="4" y="126"/>
                    <a:pt x="3" y="126"/>
                  </a:cubicBezTo>
                  <a:cubicBezTo>
                    <a:pt x="3" y="125"/>
                    <a:pt x="0" y="57"/>
                    <a:pt x="0" y="57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6" y="60"/>
                    <a:pt x="8" y="63"/>
                    <a:pt x="9" y="69"/>
                  </a:cubicBezTo>
                  <a:cubicBezTo>
                    <a:pt x="12" y="83"/>
                    <a:pt x="17" y="93"/>
                    <a:pt x="23" y="99"/>
                  </a:cubicBezTo>
                  <a:cubicBezTo>
                    <a:pt x="34" y="110"/>
                    <a:pt x="44" y="111"/>
                    <a:pt x="53" y="101"/>
                  </a:cubicBezTo>
                  <a:cubicBezTo>
                    <a:pt x="67" y="87"/>
                    <a:pt x="53" y="39"/>
                    <a:pt x="35" y="10"/>
                  </a:cubicBezTo>
                  <a:cubicBezTo>
                    <a:pt x="32" y="4"/>
                    <a:pt x="37" y="0"/>
                    <a:pt x="40" y="1"/>
                  </a:cubicBezTo>
                  <a:cubicBezTo>
                    <a:pt x="39" y="1"/>
                    <a:pt x="40" y="1"/>
                    <a:pt x="40" y="1"/>
                  </a:cubicBezTo>
                  <a:close/>
                </a:path>
              </a:pathLst>
            </a:custGeom>
            <a:solidFill>
              <a:srgbClr val="53A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0" name="Freeform 2128">
              <a:extLst>
                <a:ext uri="{FF2B5EF4-FFF2-40B4-BE49-F238E27FC236}">
                  <a16:creationId xmlns:a16="http://schemas.microsoft.com/office/drawing/2014/main" id="{229C8093-4401-483E-A2C4-27364BAF5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712"/>
              <a:ext cx="223" cy="100"/>
            </a:xfrm>
            <a:custGeom>
              <a:avLst/>
              <a:gdLst>
                <a:gd name="T0" fmla="*/ 1401 w 89"/>
                <a:gd name="T1" fmla="*/ 20 h 40"/>
                <a:gd name="T2" fmla="*/ 1288 w 89"/>
                <a:gd name="T3" fmla="*/ 238 h 40"/>
                <a:gd name="T4" fmla="*/ 1288 w 89"/>
                <a:gd name="T5" fmla="*/ 238 h 40"/>
                <a:gd name="T6" fmla="*/ 1255 w 89"/>
                <a:gd name="T7" fmla="*/ 270 h 40"/>
                <a:gd name="T8" fmla="*/ 1243 w 89"/>
                <a:gd name="T9" fmla="*/ 270 h 40"/>
                <a:gd name="T10" fmla="*/ 1225 w 89"/>
                <a:gd name="T11" fmla="*/ 283 h 40"/>
                <a:gd name="T12" fmla="*/ 1193 w 89"/>
                <a:gd name="T13" fmla="*/ 313 h 40"/>
                <a:gd name="T14" fmla="*/ 1193 w 89"/>
                <a:gd name="T15" fmla="*/ 313 h 40"/>
                <a:gd name="T16" fmla="*/ 145 w 89"/>
                <a:gd name="T17" fmla="*/ 520 h 40"/>
                <a:gd name="T18" fmla="*/ 145 w 89"/>
                <a:gd name="T19" fmla="*/ 520 h 40"/>
                <a:gd name="T20" fmla="*/ 145 w 89"/>
                <a:gd name="T21" fmla="*/ 520 h 40"/>
                <a:gd name="T22" fmla="*/ 95 w 89"/>
                <a:gd name="T23" fmla="*/ 520 h 40"/>
                <a:gd name="T24" fmla="*/ 95 w 89"/>
                <a:gd name="T25" fmla="*/ 533 h 40"/>
                <a:gd name="T26" fmla="*/ 83 w 89"/>
                <a:gd name="T27" fmla="*/ 533 h 40"/>
                <a:gd name="T28" fmla="*/ 83 w 89"/>
                <a:gd name="T29" fmla="*/ 533 h 40"/>
                <a:gd name="T30" fmla="*/ 50 w 89"/>
                <a:gd name="T31" fmla="*/ 625 h 40"/>
                <a:gd name="T32" fmla="*/ 50 w 89"/>
                <a:gd name="T33" fmla="*/ 625 h 40"/>
                <a:gd name="T34" fmla="*/ 50 w 89"/>
                <a:gd name="T35" fmla="*/ 625 h 40"/>
                <a:gd name="T36" fmla="*/ 208 w 89"/>
                <a:gd name="T37" fmla="*/ 438 h 40"/>
                <a:gd name="T38" fmla="*/ 1305 w 89"/>
                <a:gd name="T39" fmla="*/ 33 h 40"/>
                <a:gd name="T40" fmla="*/ 1338 w 89"/>
                <a:gd name="T41" fmla="*/ 0 h 40"/>
                <a:gd name="T42" fmla="*/ 1381 w 89"/>
                <a:gd name="T43" fmla="*/ 0 h 40"/>
                <a:gd name="T44" fmla="*/ 1401 w 89"/>
                <a:gd name="T45" fmla="*/ 20 h 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9" h="40">
                  <a:moveTo>
                    <a:pt x="89" y="1"/>
                  </a:moveTo>
                  <a:cubicBezTo>
                    <a:pt x="88" y="6"/>
                    <a:pt x="85" y="11"/>
                    <a:pt x="82" y="15"/>
                  </a:cubicBezTo>
                  <a:cubicBezTo>
                    <a:pt x="82" y="15"/>
                    <a:pt x="82" y="15"/>
                    <a:pt x="82" y="15"/>
                  </a:cubicBezTo>
                  <a:cubicBezTo>
                    <a:pt x="81" y="16"/>
                    <a:pt x="80" y="16"/>
                    <a:pt x="80" y="17"/>
                  </a:cubicBezTo>
                  <a:cubicBezTo>
                    <a:pt x="80" y="17"/>
                    <a:pt x="79" y="17"/>
                    <a:pt x="79" y="17"/>
                  </a:cubicBezTo>
                  <a:cubicBezTo>
                    <a:pt x="79" y="18"/>
                    <a:pt x="78" y="18"/>
                    <a:pt x="78" y="18"/>
                  </a:cubicBezTo>
                  <a:cubicBezTo>
                    <a:pt x="77" y="19"/>
                    <a:pt x="77" y="19"/>
                    <a:pt x="76" y="20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58" y="32"/>
                    <a:pt x="27" y="32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8" y="33"/>
                    <a:pt x="7" y="33"/>
                    <a:pt x="6" y="33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0" y="34"/>
                    <a:pt x="4" y="29"/>
                    <a:pt x="13" y="28"/>
                  </a:cubicBezTo>
                  <a:cubicBezTo>
                    <a:pt x="37" y="26"/>
                    <a:pt x="75" y="22"/>
                    <a:pt x="83" y="2"/>
                  </a:cubicBezTo>
                  <a:cubicBezTo>
                    <a:pt x="83" y="0"/>
                    <a:pt x="85" y="0"/>
                    <a:pt x="85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89" y="0"/>
                    <a:pt x="89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1" name="Freeform 2129">
              <a:extLst>
                <a:ext uri="{FF2B5EF4-FFF2-40B4-BE49-F238E27FC236}">
                  <a16:creationId xmlns:a16="http://schemas.microsoft.com/office/drawing/2014/main" id="{6E7C66EF-1DC2-48D8-8DA6-A61018BF9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799"/>
              <a:ext cx="192" cy="315"/>
            </a:xfrm>
            <a:custGeom>
              <a:avLst/>
              <a:gdLst>
                <a:gd name="T0" fmla="*/ 1194 w 77"/>
                <a:gd name="T1" fmla="*/ 1000 h 126"/>
                <a:gd name="T2" fmla="*/ 915 w 77"/>
                <a:gd name="T3" fmla="*/ 1550 h 126"/>
                <a:gd name="T4" fmla="*/ 449 w 77"/>
                <a:gd name="T5" fmla="*/ 1563 h 126"/>
                <a:gd name="T6" fmla="*/ 778 w 77"/>
                <a:gd name="T7" fmla="*/ 145 h 126"/>
                <a:gd name="T8" fmla="*/ 696 w 77"/>
                <a:gd name="T9" fmla="*/ 0 h 126"/>
                <a:gd name="T10" fmla="*/ 696 w 77"/>
                <a:gd name="T11" fmla="*/ 0 h 126"/>
                <a:gd name="T12" fmla="*/ 621 w 77"/>
                <a:gd name="T13" fmla="*/ 63 h 126"/>
                <a:gd name="T14" fmla="*/ 312 w 77"/>
                <a:gd name="T15" fmla="*/ 1720 h 126"/>
                <a:gd name="T16" fmla="*/ 342 w 77"/>
                <a:gd name="T17" fmla="*/ 1750 h 126"/>
                <a:gd name="T18" fmla="*/ 571 w 77"/>
                <a:gd name="T19" fmla="*/ 1875 h 126"/>
                <a:gd name="T20" fmla="*/ 591 w 77"/>
                <a:gd name="T21" fmla="*/ 1875 h 126"/>
                <a:gd name="T22" fmla="*/ 591 w 77"/>
                <a:gd name="T23" fmla="*/ 1875 h 126"/>
                <a:gd name="T24" fmla="*/ 746 w 77"/>
                <a:gd name="T25" fmla="*/ 1875 h 126"/>
                <a:gd name="T26" fmla="*/ 746 w 77"/>
                <a:gd name="T27" fmla="*/ 1875 h 126"/>
                <a:gd name="T28" fmla="*/ 746 w 77"/>
                <a:gd name="T29" fmla="*/ 1875 h 126"/>
                <a:gd name="T30" fmla="*/ 915 w 77"/>
                <a:gd name="T31" fmla="*/ 1800 h 126"/>
                <a:gd name="T32" fmla="*/ 1132 w 77"/>
                <a:gd name="T33" fmla="*/ 1970 h 1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" h="126">
                  <a:moveTo>
                    <a:pt x="77" y="64"/>
                  </a:moveTo>
                  <a:cubicBezTo>
                    <a:pt x="74" y="80"/>
                    <a:pt x="66" y="92"/>
                    <a:pt x="59" y="99"/>
                  </a:cubicBezTo>
                  <a:cubicBezTo>
                    <a:pt x="49" y="109"/>
                    <a:pt x="39" y="110"/>
                    <a:pt x="29" y="100"/>
                  </a:cubicBezTo>
                  <a:cubicBezTo>
                    <a:pt x="16" y="85"/>
                    <a:pt x="32" y="38"/>
                    <a:pt x="50" y="9"/>
                  </a:cubicBezTo>
                  <a:cubicBezTo>
                    <a:pt x="54" y="4"/>
                    <a:pt x="49" y="0"/>
                    <a:pt x="45" y="0"/>
                  </a:cubicBezTo>
                  <a:cubicBezTo>
                    <a:pt x="46" y="0"/>
                    <a:pt x="45" y="0"/>
                    <a:pt x="45" y="0"/>
                  </a:cubicBezTo>
                  <a:cubicBezTo>
                    <a:pt x="44" y="0"/>
                    <a:pt x="42" y="1"/>
                    <a:pt x="40" y="4"/>
                  </a:cubicBezTo>
                  <a:cubicBezTo>
                    <a:pt x="21" y="33"/>
                    <a:pt x="0" y="89"/>
                    <a:pt x="20" y="110"/>
                  </a:cubicBezTo>
                  <a:cubicBezTo>
                    <a:pt x="21" y="110"/>
                    <a:pt x="22" y="111"/>
                    <a:pt x="22" y="112"/>
                  </a:cubicBezTo>
                  <a:cubicBezTo>
                    <a:pt x="27" y="116"/>
                    <a:pt x="32" y="119"/>
                    <a:pt x="37" y="120"/>
                  </a:cubicBezTo>
                  <a:cubicBezTo>
                    <a:pt x="37" y="120"/>
                    <a:pt x="37" y="120"/>
                    <a:pt x="38" y="120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41" y="121"/>
                    <a:pt x="44" y="121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51" y="119"/>
                    <a:pt x="54" y="118"/>
                    <a:pt x="59" y="115"/>
                  </a:cubicBezTo>
                  <a:cubicBezTo>
                    <a:pt x="64" y="113"/>
                    <a:pt x="75" y="119"/>
                    <a:pt x="73" y="1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2130">
              <a:extLst>
                <a:ext uri="{FF2B5EF4-FFF2-40B4-BE49-F238E27FC236}">
                  <a16:creationId xmlns:a16="http://schemas.microsoft.com/office/drawing/2014/main" id="{0FF86C60-7843-4A56-8799-316EC8BCC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792"/>
              <a:ext cx="185" cy="315"/>
            </a:xfrm>
            <a:custGeom>
              <a:avLst/>
              <a:gdLst>
                <a:gd name="T0" fmla="*/ 33 w 74"/>
                <a:gd name="T1" fmla="*/ 1063 h 126"/>
                <a:gd name="T2" fmla="*/ 220 w 74"/>
                <a:gd name="T3" fmla="*/ 1550 h 126"/>
                <a:gd name="T4" fmla="*/ 688 w 74"/>
                <a:gd name="T5" fmla="*/ 1583 h 126"/>
                <a:gd name="T6" fmla="*/ 408 w 74"/>
                <a:gd name="T7" fmla="*/ 158 h 126"/>
                <a:gd name="T8" fmla="*/ 488 w 74"/>
                <a:gd name="T9" fmla="*/ 20 h 126"/>
                <a:gd name="T10" fmla="*/ 488 w 74"/>
                <a:gd name="T11" fmla="*/ 20 h 126"/>
                <a:gd name="T12" fmla="*/ 563 w 74"/>
                <a:gd name="T13" fmla="*/ 83 h 126"/>
                <a:gd name="T14" fmla="*/ 845 w 74"/>
                <a:gd name="T15" fmla="*/ 1738 h 126"/>
                <a:gd name="T16" fmla="*/ 800 w 74"/>
                <a:gd name="T17" fmla="*/ 1770 h 126"/>
                <a:gd name="T18" fmla="*/ 563 w 74"/>
                <a:gd name="T19" fmla="*/ 1895 h 126"/>
                <a:gd name="T20" fmla="*/ 563 w 74"/>
                <a:gd name="T21" fmla="*/ 1895 h 126"/>
                <a:gd name="T22" fmla="*/ 550 w 74"/>
                <a:gd name="T23" fmla="*/ 1895 h 126"/>
                <a:gd name="T24" fmla="*/ 395 w 74"/>
                <a:gd name="T25" fmla="*/ 1895 h 126"/>
                <a:gd name="T26" fmla="*/ 408 w 74"/>
                <a:gd name="T27" fmla="*/ 1895 h 126"/>
                <a:gd name="T28" fmla="*/ 408 w 74"/>
                <a:gd name="T29" fmla="*/ 1895 h 126"/>
                <a:gd name="T30" fmla="*/ 238 w 74"/>
                <a:gd name="T31" fmla="*/ 1813 h 126"/>
                <a:gd name="T32" fmla="*/ 33 w 74"/>
                <a:gd name="T33" fmla="*/ 1970 h 1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4" h="126">
                  <a:moveTo>
                    <a:pt x="2" y="68"/>
                  </a:moveTo>
                  <a:cubicBezTo>
                    <a:pt x="2" y="79"/>
                    <a:pt x="8" y="93"/>
                    <a:pt x="14" y="99"/>
                  </a:cubicBezTo>
                  <a:cubicBezTo>
                    <a:pt x="25" y="110"/>
                    <a:pt x="35" y="111"/>
                    <a:pt x="44" y="101"/>
                  </a:cubicBezTo>
                  <a:cubicBezTo>
                    <a:pt x="58" y="87"/>
                    <a:pt x="44" y="39"/>
                    <a:pt x="26" y="10"/>
                  </a:cubicBezTo>
                  <a:cubicBezTo>
                    <a:pt x="23" y="4"/>
                    <a:pt x="28" y="0"/>
                    <a:pt x="31" y="1"/>
                  </a:cubicBezTo>
                  <a:cubicBezTo>
                    <a:pt x="30" y="1"/>
                    <a:pt x="31" y="1"/>
                    <a:pt x="31" y="1"/>
                  </a:cubicBezTo>
                  <a:cubicBezTo>
                    <a:pt x="33" y="1"/>
                    <a:pt x="35" y="2"/>
                    <a:pt x="36" y="5"/>
                  </a:cubicBezTo>
                  <a:cubicBezTo>
                    <a:pt x="54" y="34"/>
                    <a:pt x="74" y="91"/>
                    <a:pt x="54" y="111"/>
                  </a:cubicBezTo>
                  <a:cubicBezTo>
                    <a:pt x="53" y="112"/>
                    <a:pt x="52" y="113"/>
                    <a:pt x="51" y="113"/>
                  </a:cubicBezTo>
                  <a:cubicBezTo>
                    <a:pt x="47" y="117"/>
                    <a:pt x="42" y="120"/>
                    <a:pt x="36" y="121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6" y="121"/>
                    <a:pt x="35" y="121"/>
                    <a:pt x="35" y="121"/>
                  </a:cubicBezTo>
                  <a:cubicBezTo>
                    <a:pt x="32" y="122"/>
                    <a:pt x="29" y="121"/>
                    <a:pt x="25" y="121"/>
                  </a:cubicBezTo>
                  <a:cubicBezTo>
                    <a:pt x="25" y="121"/>
                    <a:pt x="26" y="121"/>
                    <a:pt x="26" y="121"/>
                  </a:cubicBezTo>
                  <a:cubicBezTo>
                    <a:pt x="26" y="121"/>
                    <a:pt x="26" y="121"/>
                    <a:pt x="26" y="121"/>
                  </a:cubicBezTo>
                  <a:cubicBezTo>
                    <a:pt x="23" y="120"/>
                    <a:pt x="19" y="118"/>
                    <a:pt x="15" y="116"/>
                  </a:cubicBezTo>
                  <a:cubicBezTo>
                    <a:pt x="10" y="113"/>
                    <a:pt x="0" y="118"/>
                    <a:pt x="2" y="1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2131">
              <a:extLst>
                <a:ext uri="{FF2B5EF4-FFF2-40B4-BE49-F238E27FC236}">
                  <a16:creationId xmlns:a16="http://schemas.microsoft.com/office/drawing/2014/main" id="{C3235D6E-F330-4943-AA01-0B933A933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404"/>
              <a:ext cx="25" cy="1330"/>
            </a:xfrm>
            <a:custGeom>
              <a:avLst/>
              <a:gdLst>
                <a:gd name="T0" fmla="*/ 158 w 10"/>
                <a:gd name="T1" fmla="*/ 0 h 532"/>
                <a:gd name="T2" fmla="*/ 0 w 10"/>
                <a:gd name="T3" fmla="*/ 1625 h 532"/>
                <a:gd name="T4" fmla="*/ 158 w 10"/>
                <a:gd name="T5" fmla="*/ 4095 h 532"/>
                <a:gd name="T6" fmla="*/ 158 w 10"/>
                <a:gd name="T7" fmla="*/ 8313 h 5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32">
                  <a:moveTo>
                    <a:pt x="10" y="0"/>
                  </a:moveTo>
                  <a:cubicBezTo>
                    <a:pt x="10" y="0"/>
                    <a:pt x="0" y="46"/>
                    <a:pt x="0" y="104"/>
                  </a:cubicBezTo>
                  <a:cubicBezTo>
                    <a:pt x="0" y="162"/>
                    <a:pt x="10" y="205"/>
                    <a:pt x="10" y="262"/>
                  </a:cubicBezTo>
                  <a:cubicBezTo>
                    <a:pt x="10" y="319"/>
                    <a:pt x="10" y="532"/>
                    <a:pt x="10" y="5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Freeform 2132">
              <a:extLst>
                <a:ext uri="{FF2B5EF4-FFF2-40B4-BE49-F238E27FC236}">
                  <a16:creationId xmlns:a16="http://schemas.microsoft.com/office/drawing/2014/main" id="{30C8A013-0CAB-4BC5-81FF-0B22BAF8D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404"/>
              <a:ext cx="43" cy="1330"/>
            </a:xfrm>
            <a:custGeom>
              <a:avLst/>
              <a:gdLst>
                <a:gd name="T0" fmla="*/ 0 w 17"/>
                <a:gd name="T1" fmla="*/ 8313 h 532"/>
                <a:gd name="T2" fmla="*/ 0 w 17"/>
                <a:gd name="T3" fmla="*/ 4583 h 532"/>
                <a:gd name="T4" fmla="*/ 210 w 17"/>
                <a:gd name="T5" fmla="*/ 1833 h 532"/>
                <a:gd name="T6" fmla="*/ 0 w 17"/>
                <a:gd name="T7" fmla="*/ 0 h 5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32">
                  <a:moveTo>
                    <a:pt x="0" y="532"/>
                  </a:moveTo>
                  <a:cubicBezTo>
                    <a:pt x="0" y="532"/>
                    <a:pt x="0" y="360"/>
                    <a:pt x="0" y="293"/>
                  </a:cubicBezTo>
                  <a:cubicBezTo>
                    <a:pt x="0" y="227"/>
                    <a:pt x="17" y="193"/>
                    <a:pt x="13" y="117"/>
                  </a:cubicBezTo>
                  <a:cubicBezTo>
                    <a:pt x="9" y="39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5" name="Freeform 2133">
              <a:extLst>
                <a:ext uri="{FF2B5EF4-FFF2-40B4-BE49-F238E27FC236}">
                  <a16:creationId xmlns:a16="http://schemas.microsoft.com/office/drawing/2014/main" id="{D3997D04-35DC-42FD-B9A6-D16FBD994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509"/>
              <a:ext cx="833" cy="490"/>
            </a:xfrm>
            <a:custGeom>
              <a:avLst/>
              <a:gdLst>
                <a:gd name="T0" fmla="*/ 0 w 333"/>
                <a:gd name="T1" fmla="*/ 0 h 196"/>
                <a:gd name="T2" fmla="*/ 125 w 333"/>
                <a:gd name="T3" fmla="*/ 500 h 196"/>
                <a:gd name="T4" fmla="*/ 238 w 333"/>
                <a:gd name="T5" fmla="*/ 738 h 196"/>
                <a:gd name="T6" fmla="*/ 395 w 333"/>
                <a:gd name="T7" fmla="*/ 895 h 196"/>
                <a:gd name="T8" fmla="*/ 563 w 333"/>
                <a:gd name="T9" fmla="*/ 1063 h 196"/>
                <a:gd name="T10" fmla="*/ 783 w 333"/>
                <a:gd name="T11" fmla="*/ 1208 h 196"/>
                <a:gd name="T12" fmla="*/ 1001 w 333"/>
                <a:gd name="T13" fmla="*/ 1363 h 196"/>
                <a:gd name="T14" fmla="*/ 1283 w 333"/>
                <a:gd name="T15" fmla="*/ 1458 h 196"/>
                <a:gd name="T16" fmla="*/ 1551 w 333"/>
                <a:gd name="T17" fmla="*/ 1563 h 196"/>
                <a:gd name="T18" fmla="*/ 1846 w 333"/>
                <a:gd name="T19" fmla="*/ 1613 h 196"/>
                <a:gd name="T20" fmla="*/ 2254 w 333"/>
                <a:gd name="T21" fmla="*/ 1708 h 196"/>
                <a:gd name="T22" fmla="*/ 2617 w 333"/>
                <a:gd name="T23" fmla="*/ 1688 h 196"/>
                <a:gd name="T24" fmla="*/ 2817 w 333"/>
                <a:gd name="T25" fmla="*/ 1708 h 196"/>
                <a:gd name="T26" fmla="*/ 3067 w 333"/>
                <a:gd name="T27" fmla="*/ 1675 h 196"/>
                <a:gd name="T28" fmla="*/ 3397 w 333"/>
                <a:gd name="T29" fmla="*/ 1625 h 196"/>
                <a:gd name="T30" fmla="*/ 3722 w 333"/>
                <a:gd name="T31" fmla="*/ 1533 h 196"/>
                <a:gd name="T32" fmla="*/ 3992 w 333"/>
                <a:gd name="T33" fmla="*/ 1470 h 196"/>
                <a:gd name="T34" fmla="*/ 4193 w 333"/>
                <a:gd name="T35" fmla="*/ 1345 h 196"/>
                <a:gd name="T36" fmla="*/ 4463 w 333"/>
                <a:gd name="T37" fmla="*/ 1208 h 196"/>
                <a:gd name="T38" fmla="*/ 4663 w 333"/>
                <a:gd name="T39" fmla="*/ 1050 h 196"/>
                <a:gd name="T40" fmla="*/ 4775 w 333"/>
                <a:gd name="T41" fmla="*/ 895 h 196"/>
                <a:gd name="T42" fmla="*/ 4930 w 333"/>
                <a:gd name="T43" fmla="*/ 750 h 196"/>
                <a:gd name="T44" fmla="*/ 5118 w 333"/>
                <a:gd name="T45" fmla="*/ 533 h 196"/>
                <a:gd name="T46" fmla="*/ 5163 w 333"/>
                <a:gd name="T47" fmla="*/ 333 h 196"/>
                <a:gd name="T48" fmla="*/ 5213 w 333"/>
                <a:gd name="T49" fmla="*/ 0 h 196"/>
                <a:gd name="T50" fmla="*/ 5213 w 333"/>
                <a:gd name="T51" fmla="*/ 1375 h 196"/>
                <a:gd name="T52" fmla="*/ 2617 w 333"/>
                <a:gd name="T53" fmla="*/ 3063 h 196"/>
                <a:gd name="T54" fmla="*/ 0 w 333"/>
                <a:gd name="T55" fmla="*/ 1375 h 196"/>
                <a:gd name="T56" fmla="*/ 0 w 333"/>
                <a:gd name="T57" fmla="*/ 0 h 19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33" h="196">
                  <a:moveTo>
                    <a:pt x="0" y="0"/>
                  </a:moveTo>
                  <a:cubicBezTo>
                    <a:pt x="0" y="11"/>
                    <a:pt x="3" y="22"/>
                    <a:pt x="8" y="32"/>
                  </a:cubicBezTo>
                  <a:cubicBezTo>
                    <a:pt x="10" y="37"/>
                    <a:pt x="12" y="43"/>
                    <a:pt x="15" y="47"/>
                  </a:cubicBezTo>
                  <a:cubicBezTo>
                    <a:pt x="18" y="51"/>
                    <a:pt x="22" y="54"/>
                    <a:pt x="25" y="57"/>
                  </a:cubicBezTo>
                  <a:cubicBezTo>
                    <a:pt x="29" y="61"/>
                    <a:pt x="32" y="65"/>
                    <a:pt x="36" y="68"/>
                  </a:cubicBezTo>
                  <a:cubicBezTo>
                    <a:pt x="40" y="72"/>
                    <a:pt x="45" y="74"/>
                    <a:pt x="50" y="77"/>
                  </a:cubicBezTo>
                  <a:cubicBezTo>
                    <a:pt x="55" y="80"/>
                    <a:pt x="58" y="84"/>
                    <a:pt x="64" y="87"/>
                  </a:cubicBezTo>
                  <a:cubicBezTo>
                    <a:pt x="69" y="90"/>
                    <a:pt x="77" y="91"/>
                    <a:pt x="82" y="93"/>
                  </a:cubicBezTo>
                  <a:cubicBezTo>
                    <a:pt x="88" y="95"/>
                    <a:pt x="93" y="99"/>
                    <a:pt x="99" y="100"/>
                  </a:cubicBezTo>
                  <a:cubicBezTo>
                    <a:pt x="105" y="102"/>
                    <a:pt x="111" y="102"/>
                    <a:pt x="118" y="103"/>
                  </a:cubicBezTo>
                  <a:cubicBezTo>
                    <a:pt x="127" y="105"/>
                    <a:pt x="135" y="109"/>
                    <a:pt x="144" y="109"/>
                  </a:cubicBezTo>
                  <a:cubicBezTo>
                    <a:pt x="151" y="110"/>
                    <a:pt x="159" y="108"/>
                    <a:pt x="167" y="108"/>
                  </a:cubicBezTo>
                  <a:cubicBezTo>
                    <a:pt x="171" y="108"/>
                    <a:pt x="176" y="110"/>
                    <a:pt x="180" y="109"/>
                  </a:cubicBezTo>
                  <a:cubicBezTo>
                    <a:pt x="186" y="109"/>
                    <a:pt x="191" y="107"/>
                    <a:pt x="196" y="107"/>
                  </a:cubicBezTo>
                  <a:cubicBezTo>
                    <a:pt x="203" y="106"/>
                    <a:pt x="210" y="106"/>
                    <a:pt x="217" y="104"/>
                  </a:cubicBezTo>
                  <a:cubicBezTo>
                    <a:pt x="224" y="103"/>
                    <a:pt x="231" y="100"/>
                    <a:pt x="238" y="98"/>
                  </a:cubicBezTo>
                  <a:cubicBezTo>
                    <a:pt x="244" y="96"/>
                    <a:pt x="250" y="96"/>
                    <a:pt x="255" y="94"/>
                  </a:cubicBezTo>
                  <a:cubicBezTo>
                    <a:pt x="259" y="92"/>
                    <a:pt x="263" y="88"/>
                    <a:pt x="268" y="86"/>
                  </a:cubicBezTo>
                  <a:cubicBezTo>
                    <a:pt x="273" y="83"/>
                    <a:pt x="280" y="80"/>
                    <a:pt x="285" y="77"/>
                  </a:cubicBezTo>
                  <a:cubicBezTo>
                    <a:pt x="290" y="74"/>
                    <a:pt x="293" y="70"/>
                    <a:pt x="298" y="67"/>
                  </a:cubicBezTo>
                  <a:cubicBezTo>
                    <a:pt x="300" y="64"/>
                    <a:pt x="302" y="60"/>
                    <a:pt x="305" y="57"/>
                  </a:cubicBezTo>
                  <a:cubicBezTo>
                    <a:pt x="309" y="54"/>
                    <a:pt x="312" y="52"/>
                    <a:pt x="315" y="48"/>
                  </a:cubicBezTo>
                  <a:cubicBezTo>
                    <a:pt x="319" y="44"/>
                    <a:pt x="324" y="39"/>
                    <a:pt x="327" y="34"/>
                  </a:cubicBezTo>
                  <a:cubicBezTo>
                    <a:pt x="329" y="30"/>
                    <a:pt x="328" y="26"/>
                    <a:pt x="330" y="21"/>
                  </a:cubicBezTo>
                  <a:cubicBezTo>
                    <a:pt x="332" y="15"/>
                    <a:pt x="333" y="7"/>
                    <a:pt x="333" y="0"/>
                  </a:cubicBezTo>
                  <a:cubicBezTo>
                    <a:pt x="333" y="88"/>
                    <a:pt x="333" y="88"/>
                    <a:pt x="333" y="88"/>
                  </a:cubicBezTo>
                  <a:cubicBezTo>
                    <a:pt x="333" y="147"/>
                    <a:pt x="258" y="196"/>
                    <a:pt x="167" y="196"/>
                  </a:cubicBezTo>
                  <a:cubicBezTo>
                    <a:pt x="75" y="196"/>
                    <a:pt x="0" y="147"/>
                    <a:pt x="0" y="8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6" name="Freeform 2134">
              <a:extLst>
                <a:ext uri="{FF2B5EF4-FFF2-40B4-BE49-F238E27FC236}">
                  <a16:creationId xmlns:a16="http://schemas.microsoft.com/office/drawing/2014/main" id="{B7D1762E-5008-43D8-8CC2-7F68AF88A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727"/>
              <a:ext cx="941" cy="723"/>
            </a:xfrm>
            <a:custGeom>
              <a:avLst/>
              <a:gdLst>
                <a:gd name="T0" fmla="*/ 0 w 376"/>
                <a:gd name="T1" fmla="*/ 1501 h 289"/>
                <a:gd name="T2" fmla="*/ 113 w 376"/>
                <a:gd name="T3" fmla="*/ 0 h 289"/>
                <a:gd name="T4" fmla="*/ 2963 w 376"/>
                <a:gd name="T5" fmla="*/ 1959 h 289"/>
                <a:gd name="T6" fmla="*/ 5811 w 376"/>
                <a:gd name="T7" fmla="*/ 0 h 289"/>
                <a:gd name="T8" fmla="*/ 5894 w 376"/>
                <a:gd name="T9" fmla="*/ 1721 h 289"/>
                <a:gd name="T10" fmla="*/ 5719 w 376"/>
                <a:gd name="T11" fmla="*/ 3147 h 289"/>
                <a:gd name="T12" fmla="*/ 2963 w 376"/>
                <a:gd name="T13" fmla="*/ 4526 h 289"/>
                <a:gd name="T14" fmla="*/ 125 w 376"/>
                <a:gd name="T15" fmla="*/ 2942 h 289"/>
                <a:gd name="T16" fmla="*/ 0 w 376"/>
                <a:gd name="T17" fmla="*/ 1501 h 2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289">
                  <a:moveTo>
                    <a:pt x="0" y="96"/>
                  </a:moveTo>
                  <a:cubicBezTo>
                    <a:pt x="0" y="50"/>
                    <a:pt x="7" y="0"/>
                    <a:pt x="7" y="0"/>
                  </a:cubicBezTo>
                  <a:cubicBezTo>
                    <a:pt x="7" y="66"/>
                    <a:pt x="88" y="125"/>
                    <a:pt x="189" y="125"/>
                  </a:cubicBezTo>
                  <a:cubicBezTo>
                    <a:pt x="289" y="125"/>
                    <a:pt x="371" y="66"/>
                    <a:pt x="371" y="0"/>
                  </a:cubicBezTo>
                  <a:cubicBezTo>
                    <a:pt x="371" y="0"/>
                    <a:pt x="376" y="70"/>
                    <a:pt x="376" y="110"/>
                  </a:cubicBezTo>
                  <a:cubicBezTo>
                    <a:pt x="376" y="150"/>
                    <a:pt x="369" y="191"/>
                    <a:pt x="365" y="201"/>
                  </a:cubicBezTo>
                  <a:cubicBezTo>
                    <a:pt x="344" y="252"/>
                    <a:pt x="273" y="289"/>
                    <a:pt x="189" y="289"/>
                  </a:cubicBezTo>
                  <a:cubicBezTo>
                    <a:pt x="97" y="289"/>
                    <a:pt x="21" y="245"/>
                    <a:pt x="8" y="188"/>
                  </a:cubicBezTo>
                  <a:cubicBezTo>
                    <a:pt x="0" y="166"/>
                    <a:pt x="0" y="143"/>
                    <a:pt x="0" y="9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7" name="Freeform 2135">
              <a:extLst>
                <a:ext uri="{FF2B5EF4-FFF2-40B4-BE49-F238E27FC236}">
                  <a16:creationId xmlns:a16="http://schemas.microsoft.com/office/drawing/2014/main" id="{FFC1861C-C09B-4363-89D8-B088D6146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04"/>
              <a:ext cx="910" cy="295"/>
            </a:xfrm>
            <a:custGeom>
              <a:avLst/>
              <a:gdLst>
                <a:gd name="T0" fmla="*/ 5688 w 364"/>
                <a:gd name="T1" fmla="*/ 1845 h 118"/>
                <a:gd name="T2" fmla="*/ 2845 w 364"/>
                <a:gd name="T3" fmla="*/ 0 h 118"/>
                <a:gd name="T4" fmla="*/ 0 w 364"/>
                <a:gd name="T5" fmla="*/ 1845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4" h="118">
                  <a:moveTo>
                    <a:pt x="364" y="118"/>
                  </a:moveTo>
                  <a:cubicBezTo>
                    <a:pt x="364" y="53"/>
                    <a:pt x="282" y="0"/>
                    <a:pt x="182" y="0"/>
                  </a:cubicBezTo>
                  <a:cubicBezTo>
                    <a:pt x="81" y="0"/>
                    <a:pt x="0" y="53"/>
                    <a:pt x="0" y="1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8" name="Freeform 2136">
              <a:extLst>
                <a:ext uri="{FF2B5EF4-FFF2-40B4-BE49-F238E27FC236}">
                  <a16:creationId xmlns:a16="http://schemas.microsoft.com/office/drawing/2014/main" id="{21939650-AC41-4A64-8EAC-75CACBD70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99"/>
              <a:ext cx="5" cy="115"/>
            </a:xfrm>
            <a:custGeom>
              <a:avLst/>
              <a:gdLst>
                <a:gd name="T0" fmla="*/ 2 w 5"/>
                <a:gd name="T1" fmla="*/ 0 h 115"/>
                <a:gd name="T2" fmla="*/ 0 w 5"/>
                <a:gd name="T3" fmla="*/ 115 h 115"/>
                <a:gd name="T4" fmla="*/ 5 w 5"/>
                <a:gd name="T5" fmla="*/ 115 h 115"/>
                <a:gd name="T6" fmla="*/ 2 w 5"/>
                <a:gd name="T7" fmla="*/ 0 h 115"/>
                <a:gd name="T8" fmla="*/ 2 w 5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5">
                  <a:moveTo>
                    <a:pt x="2" y="0"/>
                  </a:moveTo>
                  <a:lnTo>
                    <a:pt x="0" y="115"/>
                  </a:lnTo>
                  <a:lnTo>
                    <a:pt x="5" y="11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9" name="Freeform 2137">
              <a:extLst>
                <a:ext uri="{FF2B5EF4-FFF2-40B4-BE49-F238E27FC236}">
                  <a16:creationId xmlns:a16="http://schemas.microsoft.com/office/drawing/2014/main" id="{FB608075-4CD6-4ED6-BA6D-F82784F36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397"/>
              <a:ext cx="5" cy="112"/>
            </a:xfrm>
            <a:custGeom>
              <a:avLst/>
              <a:gdLst>
                <a:gd name="T0" fmla="*/ 2 w 5"/>
                <a:gd name="T1" fmla="*/ 0 h 112"/>
                <a:gd name="T2" fmla="*/ 0 w 5"/>
                <a:gd name="T3" fmla="*/ 112 h 112"/>
                <a:gd name="T4" fmla="*/ 5 w 5"/>
                <a:gd name="T5" fmla="*/ 112 h 112"/>
                <a:gd name="T6" fmla="*/ 2 w 5"/>
                <a:gd name="T7" fmla="*/ 0 h 112"/>
                <a:gd name="T8" fmla="*/ 2 w 5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2">
                  <a:moveTo>
                    <a:pt x="2" y="0"/>
                  </a:moveTo>
                  <a:lnTo>
                    <a:pt x="0" y="112"/>
                  </a:lnTo>
                  <a:lnTo>
                    <a:pt x="5" y="1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0" name="Line 2138">
              <a:extLst>
                <a:ext uri="{FF2B5EF4-FFF2-40B4-BE49-F238E27FC236}">
                  <a16:creationId xmlns:a16="http://schemas.microsoft.com/office/drawing/2014/main" id="{D0A4A35F-F01D-488A-83AB-8565E513F7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5" y="2507"/>
              <a:ext cx="102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1" name="Line 2139">
              <a:extLst>
                <a:ext uri="{FF2B5EF4-FFF2-40B4-BE49-F238E27FC236}">
                  <a16:creationId xmlns:a16="http://schemas.microsoft.com/office/drawing/2014/main" id="{C242A301-FBE1-4877-9A5A-68C23DD03C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0" y="2507"/>
              <a:ext cx="103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Line 2140">
              <a:extLst>
                <a:ext uri="{FF2B5EF4-FFF2-40B4-BE49-F238E27FC236}">
                  <a16:creationId xmlns:a16="http://schemas.microsoft.com/office/drawing/2014/main" id="{1FABA366-9726-4F0B-8B20-AD8FAB6901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5" y="2727"/>
              <a:ext cx="35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Line 2141">
              <a:extLst>
                <a:ext uri="{FF2B5EF4-FFF2-40B4-BE49-F238E27FC236}">
                  <a16:creationId xmlns:a16="http://schemas.microsoft.com/office/drawing/2014/main" id="{D0AC42A6-D6EF-47B3-ABD6-47054073FC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8" y="2727"/>
              <a:ext cx="35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4" name="Line 2142">
              <a:extLst>
                <a:ext uri="{FF2B5EF4-FFF2-40B4-BE49-F238E27FC236}">
                  <a16:creationId xmlns:a16="http://schemas.microsoft.com/office/drawing/2014/main" id="{382E2B7B-9E7D-4B85-ACD4-5E0B86B33A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5" y="1402"/>
              <a:ext cx="170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Line 2143">
              <a:extLst>
                <a:ext uri="{FF2B5EF4-FFF2-40B4-BE49-F238E27FC236}">
                  <a16:creationId xmlns:a16="http://schemas.microsoft.com/office/drawing/2014/main" id="{21CA787D-17EC-4556-8E0E-CFD2FBC8C9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8" y="1402"/>
              <a:ext cx="172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6" name="Freeform 2144">
              <a:extLst>
                <a:ext uri="{FF2B5EF4-FFF2-40B4-BE49-F238E27FC236}">
                  <a16:creationId xmlns:a16="http://schemas.microsoft.com/office/drawing/2014/main" id="{7AD60AC4-8645-42DA-8EF0-9EE2E47DE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239"/>
              <a:ext cx="538" cy="160"/>
            </a:xfrm>
            <a:custGeom>
              <a:avLst/>
              <a:gdLst>
                <a:gd name="T0" fmla="*/ 0 w 215"/>
                <a:gd name="T1" fmla="*/ 1000 h 64"/>
                <a:gd name="T2" fmla="*/ 50 w 215"/>
                <a:gd name="T3" fmla="*/ 813 h 64"/>
                <a:gd name="T4" fmla="*/ 113 w 215"/>
                <a:gd name="T5" fmla="*/ 625 h 64"/>
                <a:gd name="T6" fmla="*/ 270 w 215"/>
                <a:gd name="T7" fmla="*/ 488 h 64"/>
                <a:gd name="T8" fmla="*/ 408 w 215"/>
                <a:gd name="T9" fmla="*/ 333 h 64"/>
                <a:gd name="T10" fmla="*/ 646 w 215"/>
                <a:gd name="T11" fmla="*/ 238 h 64"/>
                <a:gd name="T12" fmla="*/ 896 w 215"/>
                <a:gd name="T13" fmla="*/ 113 h 64"/>
                <a:gd name="T14" fmla="*/ 1146 w 215"/>
                <a:gd name="T15" fmla="*/ 63 h 64"/>
                <a:gd name="T16" fmla="*/ 1366 w 215"/>
                <a:gd name="T17" fmla="*/ 20 h 64"/>
                <a:gd name="T18" fmla="*/ 1647 w 215"/>
                <a:gd name="T19" fmla="*/ 0 h 64"/>
                <a:gd name="T20" fmla="*/ 1847 w 215"/>
                <a:gd name="T21" fmla="*/ 0 h 64"/>
                <a:gd name="T22" fmla="*/ 2054 w 215"/>
                <a:gd name="T23" fmla="*/ 33 h 64"/>
                <a:gd name="T24" fmla="*/ 2272 w 215"/>
                <a:gd name="T25" fmla="*/ 63 h 64"/>
                <a:gd name="T26" fmla="*/ 2460 w 215"/>
                <a:gd name="T27" fmla="*/ 145 h 64"/>
                <a:gd name="T28" fmla="*/ 2680 w 215"/>
                <a:gd name="T29" fmla="*/ 208 h 64"/>
                <a:gd name="T30" fmla="*/ 2818 w 215"/>
                <a:gd name="T31" fmla="*/ 283 h 64"/>
                <a:gd name="T32" fmla="*/ 3005 w 215"/>
                <a:gd name="T33" fmla="*/ 395 h 64"/>
                <a:gd name="T34" fmla="*/ 3150 w 215"/>
                <a:gd name="T35" fmla="*/ 550 h 64"/>
                <a:gd name="T36" fmla="*/ 3288 w 215"/>
                <a:gd name="T37" fmla="*/ 708 h 64"/>
                <a:gd name="T38" fmla="*/ 3368 w 215"/>
                <a:gd name="T39" fmla="*/ 1000 h 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5" h="64">
                  <a:moveTo>
                    <a:pt x="0" y="64"/>
                  </a:moveTo>
                  <a:cubicBezTo>
                    <a:pt x="0" y="60"/>
                    <a:pt x="2" y="56"/>
                    <a:pt x="3" y="52"/>
                  </a:cubicBezTo>
                  <a:cubicBezTo>
                    <a:pt x="4" y="48"/>
                    <a:pt x="4" y="44"/>
                    <a:pt x="7" y="40"/>
                  </a:cubicBezTo>
                  <a:cubicBezTo>
                    <a:pt x="9" y="37"/>
                    <a:pt x="13" y="34"/>
                    <a:pt x="17" y="31"/>
                  </a:cubicBezTo>
                  <a:cubicBezTo>
                    <a:pt x="20" y="28"/>
                    <a:pt x="22" y="24"/>
                    <a:pt x="26" y="21"/>
                  </a:cubicBezTo>
                  <a:cubicBezTo>
                    <a:pt x="30" y="18"/>
                    <a:pt x="36" y="17"/>
                    <a:pt x="41" y="15"/>
                  </a:cubicBezTo>
                  <a:cubicBezTo>
                    <a:pt x="46" y="13"/>
                    <a:pt x="51" y="9"/>
                    <a:pt x="57" y="7"/>
                  </a:cubicBezTo>
                  <a:cubicBezTo>
                    <a:pt x="61" y="5"/>
                    <a:pt x="67" y="5"/>
                    <a:pt x="73" y="4"/>
                  </a:cubicBezTo>
                  <a:cubicBezTo>
                    <a:pt x="78" y="3"/>
                    <a:pt x="82" y="1"/>
                    <a:pt x="87" y="1"/>
                  </a:cubicBezTo>
                  <a:cubicBezTo>
                    <a:pt x="93" y="0"/>
                    <a:pt x="99" y="0"/>
                    <a:pt x="105" y="0"/>
                  </a:cubicBezTo>
                  <a:cubicBezTo>
                    <a:pt x="109" y="0"/>
                    <a:pt x="114" y="0"/>
                    <a:pt x="118" y="0"/>
                  </a:cubicBezTo>
                  <a:cubicBezTo>
                    <a:pt x="122" y="0"/>
                    <a:pt x="127" y="2"/>
                    <a:pt x="131" y="2"/>
                  </a:cubicBezTo>
                  <a:cubicBezTo>
                    <a:pt x="136" y="3"/>
                    <a:pt x="141" y="3"/>
                    <a:pt x="145" y="4"/>
                  </a:cubicBezTo>
                  <a:cubicBezTo>
                    <a:pt x="149" y="5"/>
                    <a:pt x="153" y="7"/>
                    <a:pt x="157" y="9"/>
                  </a:cubicBezTo>
                  <a:cubicBezTo>
                    <a:pt x="161" y="10"/>
                    <a:pt x="166" y="11"/>
                    <a:pt x="171" y="13"/>
                  </a:cubicBezTo>
                  <a:cubicBezTo>
                    <a:pt x="174" y="14"/>
                    <a:pt x="177" y="16"/>
                    <a:pt x="180" y="18"/>
                  </a:cubicBezTo>
                  <a:cubicBezTo>
                    <a:pt x="184" y="21"/>
                    <a:pt x="189" y="22"/>
                    <a:pt x="192" y="25"/>
                  </a:cubicBezTo>
                  <a:cubicBezTo>
                    <a:pt x="196" y="28"/>
                    <a:pt x="199" y="32"/>
                    <a:pt x="201" y="35"/>
                  </a:cubicBezTo>
                  <a:cubicBezTo>
                    <a:pt x="205" y="38"/>
                    <a:pt x="208" y="41"/>
                    <a:pt x="210" y="45"/>
                  </a:cubicBezTo>
                  <a:cubicBezTo>
                    <a:pt x="214" y="51"/>
                    <a:pt x="215" y="58"/>
                    <a:pt x="215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7" name="Freeform 2145">
              <a:extLst>
                <a:ext uri="{FF2B5EF4-FFF2-40B4-BE49-F238E27FC236}">
                  <a16:creationId xmlns:a16="http://schemas.microsoft.com/office/drawing/2014/main" id="{0791134A-A7D2-4CFE-8361-44F536FE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109"/>
              <a:ext cx="540" cy="318"/>
            </a:xfrm>
            <a:custGeom>
              <a:avLst/>
              <a:gdLst>
                <a:gd name="T0" fmla="*/ 3375 w 216"/>
                <a:gd name="T1" fmla="*/ 50 h 127"/>
                <a:gd name="T2" fmla="*/ 3375 w 216"/>
                <a:gd name="T3" fmla="*/ 83 h 127"/>
                <a:gd name="T4" fmla="*/ 3363 w 216"/>
                <a:gd name="T5" fmla="*/ 376 h 127"/>
                <a:gd name="T6" fmla="*/ 3375 w 216"/>
                <a:gd name="T7" fmla="*/ 659 h 127"/>
                <a:gd name="T8" fmla="*/ 3375 w 216"/>
                <a:gd name="T9" fmla="*/ 972 h 127"/>
                <a:gd name="T10" fmla="*/ 3095 w 216"/>
                <a:gd name="T11" fmla="*/ 1492 h 127"/>
                <a:gd name="T12" fmla="*/ 2845 w 216"/>
                <a:gd name="T13" fmla="*/ 1713 h 127"/>
                <a:gd name="T14" fmla="*/ 2563 w 216"/>
                <a:gd name="T15" fmla="*/ 1818 h 127"/>
                <a:gd name="T16" fmla="*/ 2238 w 216"/>
                <a:gd name="T17" fmla="*/ 1931 h 127"/>
                <a:gd name="T18" fmla="*/ 1720 w 216"/>
                <a:gd name="T19" fmla="*/ 1976 h 127"/>
                <a:gd name="T20" fmla="*/ 1438 w 216"/>
                <a:gd name="T21" fmla="*/ 1976 h 127"/>
                <a:gd name="T22" fmla="*/ 1158 w 216"/>
                <a:gd name="T23" fmla="*/ 1913 h 127"/>
                <a:gd name="T24" fmla="*/ 833 w 216"/>
                <a:gd name="T25" fmla="*/ 1850 h 127"/>
                <a:gd name="T26" fmla="*/ 595 w 216"/>
                <a:gd name="T27" fmla="*/ 1713 h 127"/>
                <a:gd name="T28" fmla="*/ 363 w 216"/>
                <a:gd name="T29" fmla="*/ 1600 h 127"/>
                <a:gd name="T30" fmla="*/ 188 w 216"/>
                <a:gd name="T31" fmla="*/ 1410 h 127"/>
                <a:gd name="T32" fmla="*/ 83 w 216"/>
                <a:gd name="T33" fmla="*/ 1272 h 127"/>
                <a:gd name="T34" fmla="*/ 0 w 216"/>
                <a:gd name="T35" fmla="*/ 972 h 127"/>
                <a:gd name="T36" fmla="*/ 0 w 216"/>
                <a:gd name="T37" fmla="*/ 0 h 1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" h="127">
                  <a:moveTo>
                    <a:pt x="216" y="3"/>
                  </a:moveTo>
                  <a:cubicBezTo>
                    <a:pt x="216" y="5"/>
                    <a:pt x="216" y="5"/>
                    <a:pt x="216" y="5"/>
                  </a:cubicBezTo>
                  <a:cubicBezTo>
                    <a:pt x="216" y="5"/>
                    <a:pt x="215" y="19"/>
                    <a:pt x="215" y="24"/>
                  </a:cubicBezTo>
                  <a:cubicBezTo>
                    <a:pt x="216" y="29"/>
                    <a:pt x="216" y="42"/>
                    <a:pt x="216" y="42"/>
                  </a:cubicBezTo>
                  <a:cubicBezTo>
                    <a:pt x="216" y="62"/>
                    <a:pt x="216" y="62"/>
                    <a:pt x="216" y="62"/>
                  </a:cubicBezTo>
                  <a:cubicBezTo>
                    <a:pt x="216" y="75"/>
                    <a:pt x="209" y="85"/>
                    <a:pt x="198" y="95"/>
                  </a:cubicBezTo>
                  <a:cubicBezTo>
                    <a:pt x="193" y="100"/>
                    <a:pt x="188" y="106"/>
                    <a:pt x="182" y="109"/>
                  </a:cubicBezTo>
                  <a:cubicBezTo>
                    <a:pt x="177" y="112"/>
                    <a:pt x="170" y="113"/>
                    <a:pt x="164" y="116"/>
                  </a:cubicBezTo>
                  <a:cubicBezTo>
                    <a:pt x="157" y="118"/>
                    <a:pt x="150" y="122"/>
                    <a:pt x="143" y="123"/>
                  </a:cubicBezTo>
                  <a:cubicBezTo>
                    <a:pt x="132" y="126"/>
                    <a:pt x="122" y="126"/>
                    <a:pt x="110" y="126"/>
                  </a:cubicBezTo>
                  <a:cubicBezTo>
                    <a:pt x="104" y="126"/>
                    <a:pt x="97" y="127"/>
                    <a:pt x="92" y="126"/>
                  </a:cubicBezTo>
                  <a:cubicBezTo>
                    <a:pt x="86" y="126"/>
                    <a:pt x="80" y="123"/>
                    <a:pt x="74" y="122"/>
                  </a:cubicBezTo>
                  <a:cubicBezTo>
                    <a:pt x="67" y="120"/>
                    <a:pt x="60" y="120"/>
                    <a:pt x="53" y="118"/>
                  </a:cubicBezTo>
                  <a:cubicBezTo>
                    <a:pt x="48" y="116"/>
                    <a:pt x="43" y="112"/>
                    <a:pt x="38" y="109"/>
                  </a:cubicBezTo>
                  <a:cubicBezTo>
                    <a:pt x="33" y="107"/>
                    <a:pt x="27" y="105"/>
                    <a:pt x="23" y="102"/>
                  </a:cubicBezTo>
                  <a:cubicBezTo>
                    <a:pt x="18" y="98"/>
                    <a:pt x="15" y="94"/>
                    <a:pt x="12" y="90"/>
                  </a:cubicBezTo>
                  <a:cubicBezTo>
                    <a:pt x="10" y="87"/>
                    <a:pt x="6" y="84"/>
                    <a:pt x="5" y="81"/>
                  </a:cubicBezTo>
                  <a:cubicBezTo>
                    <a:pt x="2" y="75"/>
                    <a:pt x="0" y="69"/>
                    <a:pt x="0" y="62"/>
                  </a:cubicBezTo>
                  <a:cubicBezTo>
                    <a:pt x="0" y="62"/>
                    <a:pt x="0" y="3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8" name="Freeform 2146">
              <a:extLst>
                <a:ext uri="{FF2B5EF4-FFF2-40B4-BE49-F238E27FC236}">
                  <a16:creationId xmlns:a16="http://schemas.microsoft.com/office/drawing/2014/main" id="{AC3C665E-3FAC-45B4-B2EC-70EEC9702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239"/>
              <a:ext cx="615" cy="720"/>
            </a:xfrm>
            <a:custGeom>
              <a:avLst/>
              <a:gdLst>
                <a:gd name="T0" fmla="*/ 250 w 246"/>
                <a:gd name="T1" fmla="*/ 4500 h 288"/>
                <a:gd name="T2" fmla="*/ 220 w 246"/>
                <a:gd name="T3" fmla="*/ 3988 h 288"/>
                <a:gd name="T4" fmla="*/ 0 w 246"/>
                <a:gd name="T5" fmla="*/ 2583 h 288"/>
                <a:gd name="T6" fmla="*/ 250 w 246"/>
                <a:gd name="T7" fmla="*/ 1000 h 288"/>
                <a:gd name="T8" fmla="*/ 300 w 246"/>
                <a:gd name="T9" fmla="*/ 813 h 288"/>
                <a:gd name="T10" fmla="*/ 363 w 246"/>
                <a:gd name="T11" fmla="*/ 625 h 288"/>
                <a:gd name="T12" fmla="*/ 520 w 246"/>
                <a:gd name="T13" fmla="*/ 488 h 288"/>
                <a:gd name="T14" fmla="*/ 658 w 246"/>
                <a:gd name="T15" fmla="*/ 333 h 288"/>
                <a:gd name="T16" fmla="*/ 895 w 246"/>
                <a:gd name="T17" fmla="*/ 238 h 288"/>
                <a:gd name="T18" fmla="*/ 1145 w 246"/>
                <a:gd name="T19" fmla="*/ 113 h 288"/>
                <a:gd name="T20" fmla="*/ 1395 w 246"/>
                <a:gd name="T21" fmla="*/ 63 h 288"/>
                <a:gd name="T22" fmla="*/ 1625 w 246"/>
                <a:gd name="T23" fmla="*/ 20 h 288"/>
                <a:gd name="T24" fmla="*/ 1895 w 246"/>
                <a:gd name="T25" fmla="*/ 0 h 288"/>
                <a:gd name="T26" fmla="*/ 2095 w 246"/>
                <a:gd name="T27" fmla="*/ 0 h 288"/>
                <a:gd name="T28" fmla="*/ 2300 w 246"/>
                <a:gd name="T29" fmla="*/ 33 h 288"/>
                <a:gd name="T30" fmla="*/ 2520 w 246"/>
                <a:gd name="T31" fmla="*/ 63 h 288"/>
                <a:gd name="T32" fmla="*/ 2708 w 246"/>
                <a:gd name="T33" fmla="*/ 145 h 288"/>
                <a:gd name="T34" fmla="*/ 2925 w 246"/>
                <a:gd name="T35" fmla="*/ 208 h 288"/>
                <a:gd name="T36" fmla="*/ 3063 w 246"/>
                <a:gd name="T37" fmla="*/ 283 h 288"/>
                <a:gd name="T38" fmla="*/ 3270 w 246"/>
                <a:gd name="T39" fmla="*/ 395 h 288"/>
                <a:gd name="T40" fmla="*/ 3408 w 246"/>
                <a:gd name="T41" fmla="*/ 550 h 288"/>
                <a:gd name="T42" fmla="*/ 3550 w 246"/>
                <a:gd name="T43" fmla="*/ 708 h 288"/>
                <a:gd name="T44" fmla="*/ 3625 w 246"/>
                <a:gd name="T45" fmla="*/ 1000 h 288"/>
                <a:gd name="T46" fmla="*/ 3845 w 246"/>
                <a:gd name="T47" fmla="*/ 2738 h 288"/>
                <a:gd name="T48" fmla="*/ 3688 w 246"/>
                <a:gd name="T49" fmla="*/ 4488 h 28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46" h="288">
                  <a:moveTo>
                    <a:pt x="16" y="288"/>
                  </a:moveTo>
                  <a:cubicBezTo>
                    <a:pt x="16" y="284"/>
                    <a:pt x="15" y="263"/>
                    <a:pt x="14" y="255"/>
                  </a:cubicBezTo>
                  <a:cubicBezTo>
                    <a:pt x="10" y="229"/>
                    <a:pt x="0" y="195"/>
                    <a:pt x="0" y="165"/>
                  </a:cubicBezTo>
                  <a:cubicBezTo>
                    <a:pt x="0" y="127"/>
                    <a:pt x="16" y="64"/>
                    <a:pt x="16" y="64"/>
                  </a:cubicBezTo>
                  <a:cubicBezTo>
                    <a:pt x="16" y="60"/>
                    <a:pt x="18" y="56"/>
                    <a:pt x="19" y="52"/>
                  </a:cubicBezTo>
                  <a:cubicBezTo>
                    <a:pt x="20" y="48"/>
                    <a:pt x="21" y="44"/>
                    <a:pt x="23" y="40"/>
                  </a:cubicBezTo>
                  <a:cubicBezTo>
                    <a:pt x="26" y="37"/>
                    <a:pt x="30" y="34"/>
                    <a:pt x="33" y="31"/>
                  </a:cubicBezTo>
                  <a:cubicBezTo>
                    <a:pt x="36" y="28"/>
                    <a:pt x="38" y="24"/>
                    <a:pt x="42" y="21"/>
                  </a:cubicBezTo>
                  <a:cubicBezTo>
                    <a:pt x="47" y="18"/>
                    <a:pt x="52" y="17"/>
                    <a:pt x="57" y="15"/>
                  </a:cubicBezTo>
                  <a:cubicBezTo>
                    <a:pt x="62" y="13"/>
                    <a:pt x="67" y="9"/>
                    <a:pt x="73" y="7"/>
                  </a:cubicBezTo>
                  <a:cubicBezTo>
                    <a:pt x="78" y="5"/>
                    <a:pt x="84" y="5"/>
                    <a:pt x="89" y="4"/>
                  </a:cubicBezTo>
                  <a:cubicBezTo>
                    <a:pt x="94" y="3"/>
                    <a:pt x="98" y="1"/>
                    <a:pt x="104" y="1"/>
                  </a:cubicBezTo>
                  <a:cubicBezTo>
                    <a:pt x="110" y="0"/>
                    <a:pt x="115" y="0"/>
                    <a:pt x="121" y="0"/>
                  </a:cubicBezTo>
                  <a:cubicBezTo>
                    <a:pt x="125" y="0"/>
                    <a:pt x="130" y="0"/>
                    <a:pt x="134" y="0"/>
                  </a:cubicBezTo>
                  <a:cubicBezTo>
                    <a:pt x="138" y="0"/>
                    <a:pt x="143" y="2"/>
                    <a:pt x="147" y="2"/>
                  </a:cubicBezTo>
                  <a:cubicBezTo>
                    <a:pt x="152" y="3"/>
                    <a:pt x="157" y="3"/>
                    <a:pt x="161" y="4"/>
                  </a:cubicBezTo>
                  <a:cubicBezTo>
                    <a:pt x="166" y="5"/>
                    <a:pt x="169" y="7"/>
                    <a:pt x="173" y="9"/>
                  </a:cubicBezTo>
                  <a:cubicBezTo>
                    <a:pt x="178" y="10"/>
                    <a:pt x="183" y="11"/>
                    <a:pt x="187" y="13"/>
                  </a:cubicBezTo>
                  <a:cubicBezTo>
                    <a:pt x="190" y="14"/>
                    <a:pt x="193" y="16"/>
                    <a:pt x="196" y="18"/>
                  </a:cubicBezTo>
                  <a:cubicBezTo>
                    <a:pt x="201" y="21"/>
                    <a:pt x="205" y="22"/>
                    <a:pt x="209" y="25"/>
                  </a:cubicBezTo>
                  <a:cubicBezTo>
                    <a:pt x="212" y="28"/>
                    <a:pt x="215" y="32"/>
                    <a:pt x="218" y="35"/>
                  </a:cubicBezTo>
                  <a:cubicBezTo>
                    <a:pt x="221" y="38"/>
                    <a:pt x="224" y="41"/>
                    <a:pt x="227" y="45"/>
                  </a:cubicBezTo>
                  <a:cubicBezTo>
                    <a:pt x="230" y="51"/>
                    <a:pt x="232" y="58"/>
                    <a:pt x="232" y="64"/>
                  </a:cubicBezTo>
                  <a:cubicBezTo>
                    <a:pt x="232" y="64"/>
                    <a:pt x="246" y="116"/>
                    <a:pt x="246" y="175"/>
                  </a:cubicBezTo>
                  <a:cubicBezTo>
                    <a:pt x="246" y="228"/>
                    <a:pt x="238" y="277"/>
                    <a:pt x="236" y="28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9" name="Freeform 2147">
              <a:extLst>
                <a:ext uri="{FF2B5EF4-FFF2-40B4-BE49-F238E27FC236}">
                  <a16:creationId xmlns:a16="http://schemas.microsoft.com/office/drawing/2014/main" id="{0C4AE9D4-92C8-4644-B524-63A5004E4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549"/>
              <a:ext cx="63" cy="70"/>
            </a:xfrm>
            <a:custGeom>
              <a:avLst/>
              <a:gdLst>
                <a:gd name="T0" fmla="*/ 113 w 25"/>
                <a:gd name="T1" fmla="*/ 0 h 28"/>
                <a:gd name="T2" fmla="*/ 20 w 25"/>
                <a:gd name="T3" fmla="*/ 50 h 28"/>
                <a:gd name="T4" fmla="*/ 33 w 25"/>
                <a:gd name="T5" fmla="*/ 175 h 28"/>
                <a:gd name="T6" fmla="*/ 126 w 25"/>
                <a:gd name="T7" fmla="*/ 408 h 28"/>
                <a:gd name="T8" fmla="*/ 272 w 25"/>
                <a:gd name="T9" fmla="*/ 238 h 28"/>
                <a:gd name="T10" fmla="*/ 305 w 25"/>
                <a:gd name="T11" fmla="*/ 125 h 28"/>
                <a:gd name="T12" fmla="*/ 401 w 25"/>
                <a:gd name="T13" fmla="*/ 83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8">
                  <a:moveTo>
                    <a:pt x="7" y="0"/>
                  </a:moveTo>
                  <a:cubicBezTo>
                    <a:pt x="7" y="0"/>
                    <a:pt x="2" y="1"/>
                    <a:pt x="1" y="3"/>
                  </a:cubicBezTo>
                  <a:cubicBezTo>
                    <a:pt x="0" y="5"/>
                    <a:pt x="2" y="9"/>
                    <a:pt x="2" y="11"/>
                  </a:cubicBezTo>
                  <a:cubicBezTo>
                    <a:pt x="3" y="16"/>
                    <a:pt x="3" y="24"/>
                    <a:pt x="8" y="26"/>
                  </a:cubicBezTo>
                  <a:cubicBezTo>
                    <a:pt x="15" y="28"/>
                    <a:pt x="18" y="20"/>
                    <a:pt x="17" y="15"/>
                  </a:cubicBezTo>
                  <a:cubicBezTo>
                    <a:pt x="16" y="10"/>
                    <a:pt x="16" y="11"/>
                    <a:pt x="19" y="8"/>
                  </a:cubicBezTo>
                  <a:cubicBezTo>
                    <a:pt x="21" y="7"/>
                    <a:pt x="23" y="6"/>
                    <a:pt x="25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0" name="Freeform 2148">
              <a:extLst>
                <a:ext uri="{FF2B5EF4-FFF2-40B4-BE49-F238E27FC236}">
                  <a16:creationId xmlns:a16="http://schemas.microsoft.com/office/drawing/2014/main" id="{1AD9D39C-7D79-4EAA-A3B5-D90F2C895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572"/>
              <a:ext cx="80" cy="52"/>
            </a:xfrm>
            <a:custGeom>
              <a:avLst/>
              <a:gdLst>
                <a:gd name="T0" fmla="*/ 95 w 32"/>
                <a:gd name="T1" fmla="*/ 0 h 21"/>
                <a:gd name="T2" fmla="*/ 20 w 32"/>
                <a:gd name="T3" fmla="*/ 196 h 21"/>
                <a:gd name="T4" fmla="*/ 270 w 32"/>
                <a:gd name="T5" fmla="*/ 319 h 21"/>
                <a:gd name="T6" fmla="*/ 458 w 32"/>
                <a:gd name="T7" fmla="*/ 166 h 21"/>
                <a:gd name="T8" fmla="*/ 220 w 32"/>
                <a:gd name="T9" fmla="*/ 74 h 21"/>
                <a:gd name="T10" fmla="*/ 208 w 32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1">
                  <a:moveTo>
                    <a:pt x="6" y="0"/>
                  </a:moveTo>
                  <a:cubicBezTo>
                    <a:pt x="13" y="6"/>
                    <a:pt x="0" y="7"/>
                    <a:pt x="1" y="13"/>
                  </a:cubicBezTo>
                  <a:cubicBezTo>
                    <a:pt x="1" y="20"/>
                    <a:pt x="11" y="21"/>
                    <a:pt x="17" y="21"/>
                  </a:cubicBezTo>
                  <a:cubicBezTo>
                    <a:pt x="22" y="20"/>
                    <a:pt x="32" y="18"/>
                    <a:pt x="29" y="11"/>
                  </a:cubicBezTo>
                  <a:cubicBezTo>
                    <a:pt x="27" y="4"/>
                    <a:pt x="19" y="8"/>
                    <a:pt x="14" y="5"/>
                  </a:cubicBezTo>
                  <a:cubicBezTo>
                    <a:pt x="14" y="3"/>
                    <a:pt x="14" y="2"/>
                    <a:pt x="13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1" name="Freeform 2149">
              <a:extLst>
                <a:ext uri="{FF2B5EF4-FFF2-40B4-BE49-F238E27FC236}">
                  <a16:creationId xmlns:a16="http://schemas.microsoft.com/office/drawing/2014/main" id="{89BB05D3-B0AF-4702-99A8-B47528971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627"/>
              <a:ext cx="107" cy="62"/>
            </a:xfrm>
            <a:custGeom>
              <a:avLst/>
              <a:gdLst>
                <a:gd name="T0" fmla="*/ 261 w 43"/>
                <a:gd name="T1" fmla="*/ 12 h 25"/>
                <a:gd name="T2" fmla="*/ 62 w 43"/>
                <a:gd name="T3" fmla="*/ 246 h 25"/>
                <a:gd name="T4" fmla="*/ 371 w 43"/>
                <a:gd name="T5" fmla="*/ 337 h 25"/>
                <a:gd name="T6" fmla="*/ 557 w 43"/>
                <a:gd name="T7" fmla="*/ 104 h 25"/>
                <a:gd name="T8" fmla="*/ 261 w 43"/>
                <a:gd name="T9" fmla="*/ 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5">
                  <a:moveTo>
                    <a:pt x="17" y="1"/>
                  </a:moveTo>
                  <a:cubicBezTo>
                    <a:pt x="9" y="3"/>
                    <a:pt x="0" y="7"/>
                    <a:pt x="4" y="16"/>
                  </a:cubicBezTo>
                  <a:cubicBezTo>
                    <a:pt x="9" y="25"/>
                    <a:pt x="17" y="22"/>
                    <a:pt x="24" y="22"/>
                  </a:cubicBezTo>
                  <a:cubicBezTo>
                    <a:pt x="33" y="22"/>
                    <a:pt x="43" y="18"/>
                    <a:pt x="36" y="7"/>
                  </a:cubicBezTo>
                  <a:cubicBezTo>
                    <a:pt x="32" y="0"/>
                    <a:pt x="24" y="1"/>
                    <a:pt x="17" y="1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2" name="Freeform 2150">
              <a:extLst>
                <a:ext uri="{FF2B5EF4-FFF2-40B4-BE49-F238E27FC236}">
                  <a16:creationId xmlns:a16="http://schemas.microsoft.com/office/drawing/2014/main" id="{815C22A6-EAD8-4805-8267-6509FB3B3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574"/>
              <a:ext cx="70" cy="55"/>
            </a:xfrm>
            <a:custGeom>
              <a:avLst/>
              <a:gdLst>
                <a:gd name="T0" fmla="*/ 238 w 28"/>
                <a:gd name="T1" fmla="*/ 20 h 22"/>
                <a:gd name="T2" fmla="*/ 220 w 28"/>
                <a:gd name="T3" fmla="*/ 333 h 22"/>
                <a:gd name="T4" fmla="*/ 238 w 28"/>
                <a:gd name="T5" fmla="*/ 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2">
                  <a:moveTo>
                    <a:pt x="15" y="1"/>
                  </a:moveTo>
                  <a:cubicBezTo>
                    <a:pt x="1" y="0"/>
                    <a:pt x="0" y="19"/>
                    <a:pt x="14" y="21"/>
                  </a:cubicBezTo>
                  <a:cubicBezTo>
                    <a:pt x="28" y="22"/>
                    <a:pt x="27" y="4"/>
                    <a:pt x="15" y="1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3" name="Freeform 2151">
              <a:extLst>
                <a:ext uri="{FF2B5EF4-FFF2-40B4-BE49-F238E27FC236}">
                  <a16:creationId xmlns:a16="http://schemas.microsoft.com/office/drawing/2014/main" id="{B8A75209-895E-442F-805F-A775F08E5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517"/>
              <a:ext cx="67" cy="60"/>
            </a:xfrm>
            <a:custGeom>
              <a:avLst/>
              <a:gdLst>
                <a:gd name="T0" fmla="*/ 0 w 27"/>
                <a:gd name="T1" fmla="*/ 50 h 24"/>
                <a:gd name="T2" fmla="*/ 62 w 27"/>
                <a:gd name="T3" fmla="*/ 208 h 24"/>
                <a:gd name="T4" fmla="*/ 184 w 27"/>
                <a:gd name="T5" fmla="*/ 333 h 24"/>
                <a:gd name="T6" fmla="*/ 184 w 27"/>
                <a:gd name="T7" fmla="*/ 50 h 24"/>
                <a:gd name="T8" fmla="*/ 74 w 27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0" y="3"/>
                  </a:moveTo>
                  <a:cubicBezTo>
                    <a:pt x="8" y="3"/>
                    <a:pt x="6" y="9"/>
                    <a:pt x="4" y="13"/>
                  </a:cubicBezTo>
                  <a:cubicBezTo>
                    <a:pt x="2" y="19"/>
                    <a:pt x="6" y="24"/>
                    <a:pt x="12" y="21"/>
                  </a:cubicBezTo>
                  <a:cubicBezTo>
                    <a:pt x="23" y="18"/>
                    <a:pt x="27" y="1"/>
                    <a:pt x="12" y="3"/>
                  </a:cubicBezTo>
                  <a:cubicBezTo>
                    <a:pt x="11" y="0"/>
                    <a:pt x="8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4" name="Freeform 2152">
              <a:extLst>
                <a:ext uri="{FF2B5EF4-FFF2-40B4-BE49-F238E27FC236}">
                  <a16:creationId xmlns:a16="http://schemas.microsoft.com/office/drawing/2014/main" id="{B0BCF095-7B65-4B01-ABC9-2DEEB587C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484"/>
              <a:ext cx="65" cy="80"/>
            </a:xfrm>
            <a:custGeom>
              <a:avLst/>
              <a:gdLst>
                <a:gd name="T0" fmla="*/ 175 w 26"/>
                <a:gd name="T1" fmla="*/ 0 h 32"/>
                <a:gd name="T2" fmla="*/ 145 w 26"/>
                <a:gd name="T3" fmla="*/ 395 h 32"/>
                <a:gd name="T4" fmla="*/ 345 w 26"/>
                <a:gd name="T5" fmla="*/ 438 h 32"/>
                <a:gd name="T6" fmla="*/ 300 w 26"/>
                <a:gd name="T7" fmla="*/ 220 h 32"/>
                <a:gd name="T8" fmla="*/ 375 w 26"/>
                <a:gd name="T9" fmla="*/ 15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11" y="0"/>
                  </a:moveTo>
                  <a:cubicBezTo>
                    <a:pt x="0" y="0"/>
                    <a:pt x="1" y="21"/>
                    <a:pt x="9" y="25"/>
                  </a:cubicBezTo>
                  <a:cubicBezTo>
                    <a:pt x="12" y="28"/>
                    <a:pt x="19" y="32"/>
                    <a:pt x="22" y="28"/>
                  </a:cubicBezTo>
                  <a:cubicBezTo>
                    <a:pt x="26" y="24"/>
                    <a:pt x="21" y="18"/>
                    <a:pt x="19" y="14"/>
                  </a:cubicBezTo>
                  <a:cubicBezTo>
                    <a:pt x="21" y="12"/>
                    <a:pt x="22" y="11"/>
                    <a:pt x="24" y="1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5" name="Freeform 2153">
              <a:extLst>
                <a:ext uri="{FF2B5EF4-FFF2-40B4-BE49-F238E27FC236}">
                  <a16:creationId xmlns:a16="http://schemas.microsoft.com/office/drawing/2014/main" id="{057602CC-403D-411E-99C3-A173A55DC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589"/>
              <a:ext cx="65" cy="68"/>
            </a:xfrm>
            <a:custGeom>
              <a:avLst/>
              <a:gdLst>
                <a:gd name="T0" fmla="*/ 175 w 26"/>
                <a:gd name="T1" fmla="*/ 83 h 27"/>
                <a:gd name="T2" fmla="*/ 20 w 26"/>
                <a:gd name="T3" fmla="*/ 159 h 27"/>
                <a:gd name="T4" fmla="*/ 238 w 26"/>
                <a:gd name="T5" fmla="*/ 380 h 27"/>
                <a:gd name="T6" fmla="*/ 345 w 26"/>
                <a:gd name="T7" fmla="*/ 254 h 27"/>
                <a:gd name="T8" fmla="*/ 175 w 26"/>
                <a:gd name="T9" fmla="*/ 8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11" y="5"/>
                  </a:moveTo>
                  <a:cubicBezTo>
                    <a:pt x="7" y="0"/>
                    <a:pt x="0" y="5"/>
                    <a:pt x="1" y="10"/>
                  </a:cubicBezTo>
                  <a:cubicBezTo>
                    <a:pt x="2" y="17"/>
                    <a:pt x="10" y="22"/>
                    <a:pt x="15" y="24"/>
                  </a:cubicBezTo>
                  <a:cubicBezTo>
                    <a:pt x="24" y="27"/>
                    <a:pt x="26" y="23"/>
                    <a:pt x="22" y="16"/>
                  </a:cubicBezTo>
                  <a:cubicBezTo>
                    <a:pt x="20" y="11"/>
                    <a:pt x="15" y="8"/>
                    <a:pt x="11" y="5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6" name="Freeform 2154">
              <a:extLst>
                <a:ext uri="{FF2B5EF4-FFF2-40B4-BE49-F238E27FC236}">
                  <a16:creationId xmlns:a16="http://schemas.microsoft.com/office/drawing/2014/main" id="{F67E8C26-5421-4DA7-BA37-001B88086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684"/>
              <a:ext cx="55" cy="20"/>
            </a:xfrm>
            <a:custGeom>
              <a:avLst/>
              <a:gdLst>
                <a:gd name="T0" fmla="*/ 0 w 22"/>
                <a:gd name="T1" fmla="*/ 50 h 8"/>
                <a:gd name="T2" fmla="*/ 345 w 22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0" y="3"/>
                  </a:moveTo>
                  <a:cubicBezTo>
                    <a:pt x="7" y="0"/>
                    <a:pt x="19" y="1"/>
                    <a:pt x="22" y="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7" name="Freeform 2155">
              <a:extLst>
                <a:ext uri="{FF2B5EF4-FFF2-40B4-BE49-F238E27FC236}">
                  <a16:creationId xmlns:a16="http://schemas.microsoft.com/office/drawing/2014/main" id="{BF652C40-2780-4CB8-A282-A7AC3EE5C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642"/>
              <a:ext cx="62" cy="62"/>
            </a:xfrm>
            <a:custGeom>
              <a:avLst/>
              <a:gdLst>
                <a:gd name="T0" fmla="*/ 184 w 25"/>
                <a:gd name="T1" fmla="*/ 62 h 25"/>
                <a:gd name="T2" fmla="*/ 0 w 25"/>
                <a:gd name="T3" fmla="*/ 104 h 25"/>
                <a:gd name="T4" fmla="*/ 196 w 25"/>
                <a:gd name="T5" fmla="*/ 258 h 25"/>
                <a:gd name="T6" fmla="*/ 184 w 25"/>
                <a:gd name="T7" fmla="*/ 6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12" y="4"/>
                  </a:moveTo>
                  <a:cubicBezTo>
                    <a:pt x="9" y="3"/>
                    <a:pt x="0" y="0"/>
                    <a:pt x="0" y="7"/>
                  </a:cubicBezTo>
                  <a:cubicBezTo>
                    <a:pt x="0" y="9"/>
                    <a:pt x="11" y="16"/>
                    <a:pt x="13" y="17"/>
                  </a:cubicBezTo>
                  <a:cubicBezTo>
                    <a:pt x="25" y="25"/>
                    <a:pt x="24" y="6"/>
                    <a:pt x="12" y="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8" name="Freeform 2156">
              <a:extLst>
                <a:ext uri="{FF2B5EF4-FFF2-40B4-BE49-F238E27FC236}">
                  <a16:creationId xmlns:a16="http://schemas.microsoft.com/office/drawing/2014/main" id="{E33DE75D-0BD4-4C89-BBFB-DD84AB697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262"/>
              <a:ext cx="591" cy="252"/>
            </a:xfrm>
            <a:custGeom>
              <a:avLst/>
              <a:gdLst>
                <a:gd name="T0" fmla="*/ 3185 w 236"/>
                <a:gd name="T1" fmla="*/ 1569 h 101"/>
                <a:gd name="T2" fmla="*/ 3706 w 236"/>
                <a:gd name="T3" fmla="*/ 758 h 101"/>
                <a:gd name="T4" fmla="*/ 3706 w 236"/>
                <a:gd name="T5" fmla="*/ 0 h 101"/>
                <a:gd name="T6" fmla="*/ 3594 w 236"/>
                <a:gd name="T7" fmla="*/ 404 h 101"/>
                <a:gd name="T8" fmla="*/ 3393 w 236"/>
                <a:gd name="T9" fmla="*/ 654 h 101"/>
                <a:gd name="T10" fmla="*/ 3268 w 236"/>
                <a:gd name="T11" fmla="*/ 791 h 101"/>
                <a:gd name="T12" fmla="*/ 2968 w 236"/>
                <a:gd name="T13" fmla="*/ 933 h 101"/>
                <a:gd name="T14" fmla="*/ 2797 w 236"/>
                <a:gd name="T15" fmla="*/ 1028 h 101"/>
                <a:gd name="T16" fmla="*/ 2422 w 236"/>
                <a:gd name="T17" fmla="*/ 1120 h 101"/>
                <a:gd name="T18" fmla="*/ 2139 w 236"/>
                <a:gd name="T19" fmla="*/ 1133 h 101"/>
                <a:gd name="T20" fmla="*/ 1856 w 236"/>
                <a:gd name="T21" fmla="*/ 1165 h 101"/>
                <a:gd name="T22" fmla="*/ 1555 w 236"/>
                <a:gd name="T23" fmla="*/ 1153 h 101"/>
                <a:gd name="T24" fmla="*/ 1242 w 236"/>
                <a:gd name="T25" fmla="*/ 1120 h 101"/>
                <a:gd name="T26" fmla="*/ 879 w 236"/>
                <a:gd name="T27" fmla="*/ 996 h 101"/>
                <a:gd name="T28" fmla="*/ 596 w 236"/>
                <a:gd name="T29" fmla="*/ 883 h 101"/>
                <a:gd name="T30" fmla="*/ 376 w 236"/>
                <a:gd name="T31" fmla="*/ 716 h 101"/>
                <a:gd name="T32" fmla="*/ 175 w 236"/>
                <a:gd name="T33" fmla="*/ 467 h 101"/>
                <a:gd name="T34" fmla="*/ 50 w 236"/>
                <a:gd name="T35" fmla="*/ 292 h 101"/>
                <a:gd name="T36" fmla="*/ 0 w 236"/>
                <a:gd name="T37" fmla="*/ 0 h 101"/>
                <a:gd name="T38" fmla="*/ 0 w 236"/>
                <a:gd name="T39" fmla="*/ 758 h 101"/>
                <a:gd name="T40" fmla="*/ 283 w 236"/>
                <a:gd name="T41" fmla="*/ 1382 h 10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6" h="101">
                  <a:moveTo>
                    <a:pt x="203" y="101"/>
                  </a:moveTo>
                  <a:cubicBezTo>
                    <a:pt x="224" y="88"/>
                    <a:pt x="236" y="69"/>
                    <a:pt x="236" y="49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236" y="9"/>
                    <a:pt x="234" y="18"/>
                    <a:pt x="229" y="26"/>
                  </a:cubicBezTo>
                  <a:cubicBezTo>
                    <a:pt x="226" y="32"/>
                    <a:pt x="221" y="37"/>
                    <a:pt x="216" y="42"/>
                  </a:cubicBezTo>
                  <a:cubicBezTo>
                    <a:pt x="214" y="44"/>
                    <a:pt x="211" y="49"/>
                    <a:pt x="208" y="51"/>
                  </a:cubicBezTo>
                  <a:cubicBezTo>
                    <a:pt x="202" y="55"/>
                    <a:pt x="195" y="57"/>
                    <a:pt x="189" y="60"/>
                  </a:cubicBezTo>
                  <a:cubicBezTo>
                    <a:pt x="185" y="62"/>
                    <a:pt x="182" y="65"/>
                    <a:pt x="178" y="66"/>
                  </a:cubicBezTo>
                  <a:cubicBezTo>
                    <a:pt x="171" y="69"/>
                    <a:pt x="162" y="70"/>
                    <a:pt x="154" y="72"/>
                  </a:cubicBezTo>
                  <a:cubicBezTo>
                    <a:pt x="148" y="73"/>
                    <a:pt x="142" y="72"/>
                    <a:pt x="136" y="73"/>
                  </a:cubicBezTo>
                  <a:cubicBezTo>
                    <a:pt x="130" y="73"/>
                    <a:pt x="124" y="75"/>
                    <a:pt x="118" y="75"/>
                  </a:cubicBezTo>
                  <a:cubicBezTo>
                    <a:pt x="112" y="75"/>
                    <a:pt x="105" y="75"/>
                    <a:pt x="99" y="74"/>
                  </a:cubicBezTo>
                  <a:cubicBezTo>
                    <a:pt x="92" y="73"/>
                    <a:pt x="86" y="74"/>
                    <a:pt x="79" y="72"/>
                  </a:cubicBezTo>
                  <a:cubicBezTo>
                    <a:pt x="71" y="71"/>
                    <a:pt x="63" y="67"/>
                    <a:pt x="56" y="64"/>
                  </a:cubicBezTo>
                  <a:cubicBezTo>
                    <a:pt x="50" y="62"/>
                    <a:pt x="44" y="60"/>
                    <a:pt x="38" y="57"/>
                  </a:cubicBezTo>
                  <a:cubicBezTo>
                    <a:pt x="33" y="54"/>
                    <a:pt x="28" y="49"/>
                    <a:pt x="24" y="46"/>
                  </a:cubicBezTo>
                  <a:cubicBezTo>
                    <a:pt x="19" y="41"/>
                    <a:pt x="15" y="35"/>
                    <a:pt x="11" y="30"/>
                  </a:cubicBezTo>
                  <a:cubicBezTo>
                    <a:pt x="8" y="26"/>
                    <a:pt x="5" y="23"/>
                    <a:pt x="3" y="19"/>
                  </a:cubicBezTo>
                  <a:cubicBezTo>
                    <a:pt x="1" y="13"/>
                    <a:pt x="0" y="6"/>
                    <a:pt x="0" y="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64"/>
                    <a:pt x="6" y="78"/>
                    <a:pt x="18" y="8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9" name="Freeform 2157">
              <a:extLst>
                <a:ext uri="{FF2B5EF4-FFF2-40B4-BE49-F238E27FC236}">
                  <a16:creationId xmlns:a16="http://schemas.microsoft.com/office/drawing/2014/main" id="{B28F6BC2-6CE0-4251-80BF-828700AE5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527"/>
              <a:ext cx="195" cy="45"/>
            </a:xfrm>
            <a:custGeom>
              <a:avLst/>
              <a:gdLst>
                <a:gd name="T0" fmla="*/ 0 w 78"/>
                <a:gd name="T1" fmla="*/ 283 h 18"/>
                <a:gd name="T2" fmla="*/ 1220 w 78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18">
                  <a:moveTo>
                    <a:pt x="0" y="18"/>
                  </a:moveTo>
                  <a:cubicBezTo>
                    <a:pt x="30" y="18"/>
                    <a:pt x="57" y="11"/>
                    <a:pt x="7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0" name="Freeform 2158">
              <a:extLst>
                <a:ext uri="{FF2B5EF4-FFF2-40B4-BE49-F238E27FC236}">
                  <a16:creationId xmlns:a16="http://schemas.microsoft.com/office/drawing/2014/main" id="{E0115380-7198-4EC1-9A49-696C3A343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562"/>
              <a:ext cx="73" cy="10"/>
            </a:xfrm>
            <a:custGeom>
              <a:avLst/>
              <a:gdLst>
                <a:gd name="T0" fmla="*/ 0 w 29"/>
                <a:gd name="T1" fmla="*/ 0 h 4"/>
                <a:gd name="T2" fmla="*/ 463 w 29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">
                  <a:moveTo>
                    <a:pt x="0" y="0"/>
                  </a:moveTo>
                  <a:cubicBezTo>
                    <a:pt x="9" y="2"/>
                    <a:pt x="19" y="4"/>
                    <a:pt x="29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1" name="Freeform 2159">
              <a:extLst>
                <a:ext uri="{FF2B5EF4-FFF2-40B4-BE49-F238E27FC236}">
                  <a16:creationId xmlns:a16="http://schemas.microsoft.com/office/drawing/2014/main" id="{2A338D6D-EB50-470E-9578-0C16533E9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512"/>
              <a:ext cx="77" cy="37"/>
            </a:xfrm>
            <a:custGeom>
              <a:avLst/>
              <a:gdLst>
                <a:gd name="T0" fmla="*/ 0 w 31"/>
                <a:gd name="T1" fmla="*/ 0 h 15"/>
                <a:gd name="T2" fmla="*/ 474 w 31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0" y="0"/>
                  </a:moveTo>
                  <a:cubicBezTo>
                    <a:pt x="9" y="6"/>
                    <a:pt x="19" y="11"/>
                    <a:pt x="31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2" name="Freeform 2160">
              <a:extLst>
                <a:ext uri="{FF2B5EF4-FFF2-40B4-BE49-F238E27FC236}">
                  <a16:creationId xmlns:a16="http://schemas.microsoft.com/office/drawing/2014/main" id="{257FDCE6-1E3D-4ED9-A28C-FA219B07E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517"/>
              <a:ext cx="80" cy="42"/>
            </a:xfrm>
            <a:custGeom>
              <a:avLst/>
              <a:gdLst>
                <a:gd name="T0" fmla="*/ 500 w 32"/>
                <a:gd name="T1" fmla="*/ 257 h 17"/>
                <a:gd name="T2" fmla="*/ 0 w 3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32" y="17"/>
                  </a:moveTo>
                  <a:cubicBezTo>
                    <a:pt x="20" y="13"/>
                    <a:pt x="9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3" name="Freeform 2161">
              <a:extLst>
                <a:ext uri="{FF2B5EF4-FFF2-40B4-BE49-F238E27FC236}">
                  <a16:creationId xmlns:a16="http://schemas.microsoft.com/office/drawing/2014/main" id="{FEBED033-862C-408A-875D-EB253FCDB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572"/>
              <a:ext cx="90" cy="12"/>
            </a:xfrm>
            <a:custGeom>
              <a:avLst/>
              <a:gdLst>
                <a:gd name="T0" fmla="*/ 563 w 36"/>
                <a:gd name="T1" fmla="*/ 70 h 5"/>
                <a:gd name="T2" fmla="*/ 0 w 3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">
                  <a:moveTo>
                    <a:pt x="36" y="5"/>
                  </a:moveTo>
                  <a:cubicBezTo>
                    <a:pt x="23" y="5"/>
                    <a:pt x="1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4" name="Freeform 2162">
              <a:extLst>
                <a:ext uri="{FF2B5EF4-FFF2-40B4-BE49-F238E27FC236}">
                  <a16:creationId xmlns:a16="http://schemas.microsoft.com/office/drawing/2014/main" id="{E8DA72C9-DFB8-4040-9860-D65E0B56C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534"/>
              <a:ext cx="205" cy="50"/>
            </a:xfrm>
            <a:custGeom>
              <a:avLst/>
              <a:gdLst>
                <a:gd name="T0" fmla="*/ 1283 w 82"/>
                <a:gd name="T1" fmla="*/ 0 h 20"/>
                <a:gd name="T2" fmla="*/ 0 w 82"/>
                <a:gd name="T3" fmla="*/ 3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0">
                  <a:moveTo>
                    <a:pt x="82" y="0"/>
                  </a:moveTo>
                  <a:cubicBezTo>
                    <a:pt x="60" y="12"/>
                    <a:pt x="31" y="20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5" name="Freeform 2163">
              <a:extLst>
                <a:ext uri="{FF2B5EF4-FFF2-40B4-BE49-F238E27FC236}">
                  <a16:creationId xmlns:a16="http://schemas.microsoft.com/office/drawing/2014/main" id="{F1C3BC99-F191-4B5A-BAB0-235DE1782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384"/>
              <a:ext cx="83" cy="138"/>
            </a:xfrm>
            <a:custGeom>
              <a:avLst/>
              <a:gdLst>
                <a:gd name="T0" fmla="*/ 526 w 33"/>
                <a:gd name="T1" fmla="*/ 0 h 55"/>
                <a:gd name="T2" fmla="*/ 0 w 33"/>
                <a:gd name="T3" fmla="*/ 868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5">
                  <a:moveTo>
                    <a:pt x="33" y="0"/>
                  </a:moveTo>
                  <a:cubicBezTo>
                    <a:pt x="33" y="21"/>
                    <a:pt x="21" y="41"/>
                    <a:pt x="0" y="5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6" name="Freeform 2164">
              <a:extLst>
                <a:ext uri="{FF2B5EF4-FFF2-40B4-BE49-F238E27FC236}">
                  <a16:creationId xmlns:a16="http://schemas.microsoft.com/office/drawing/2014/main" id="{DEF4DE88-5B09-40D2-96AA-E6ABB974D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272"/>
              <a:ext cx="5" cy="237"/>
            </a:xfrm>
            <a:custGeom>
              <a:avLst/>
              <a:gdLst>
                <a:gd name="T0" fmla="*/ 3 w 5"/>
                <a:gd name="T1" fmla="*/ 0 h 237"/>
                <a:gd name="T2" fmla="*/ 0 w 5"/>
                <a:gd name="T3" fmla="*/ 237 h 237"/>
                <a:gd name="T4" fmla="*/ 5 w 5"/>
                <a:gd name="T5" fmla="*/ 237 h 237"/>
                <a:gd name="T6" fmla="*/ 3 w 5"/>
                <a:gd name="T7" fmla="*/ 0 h 237"/>
                <a:gd name="T8" fmla="*/ 3 w 5"/>
                <a:gd name="T9" fmla="*/ 0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37">
                  <a:moveTo>
                    <a:pt x="3" y="0"/>
                  </a:moveTo>
                  <a:lnTo>
                    <a:pt x="0" y="237"/>
                  </a:lnTo>
                  <a:lnTo>
                    <a:pt x="5" y="23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7" name="Freeform 2165">
              <a:extLst>
                <a:ext uri="{FF2B5EF4-FFF2-40B4-BE49-F238E27FC236}">
                  <a16:creationId xmlns:a16="http://schemas.microsoft.com/office/drawing/2014/main" id="{2ABD9B4C-17AC-4D27-9EE6-4CFFF7FBE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279"/>
              <a:ext cx="5" cy="230"/>
            </a:xfrm>
            <a:custGeom>
              <a:avLst/>
              <a:gdLst>
                <a:gd name="T0" fmla="*/ 2 w 5"/>
                <a:gd name="T1" fmla="*/ 0 h 230"/>
                <a:gd name="T2" fmla="*/ 0 w 5"/>
                <a:gd name="T3" fmla="*/ 230 h 230"/>
                <a:gd name="T4" fmla="*/ 5 w 5"/>
                <a:gd name="T5" fmla="*/ 230 h 230"/>
                <a:gd name="T6" fmla="*/ 2 w 5"/>
                <a:gd name="T7" fmla="*/ 0 h 230"/>
                <a:gd name="T8" fmla="*/ 2 w 5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30">
                  <a:moveTo>
                    <a:pt x="2" y="0"/>
                  </a:moveTo>
                  <a:lnTo>
                    <a:pt x="0" y="230"/>
                  </a:lnTo>
                  <a:lnTo>
                    <a:pt x="5" y="23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8" name="Freeform 2166">
              <a:extLst>
                <a:ext uri="{FF2B5EF4-FFF2-40B4-BE49-F238E27FC236}">
                  <a16:creationId xmlns:a16="http://schemas.microsoft.com/office/drawing/2014/main" id="{6158D6A8-6731-4B12-A52A-5F449F278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384"/>
              <a:ext cx="43" cy="103"/>
            </a:xfrm>
            <a:custGeom>
              <a:avLst/>
              <a:gdLst>
                <a:gd name="T0" fmla="*/ 276 w 17"/>
                <a:gd name="T1" fmla="*/ 651 h 41"/>
                <a:gd name="T2" fmla="*/ 0 w 17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1">
                  <a:moveTo>
                    <a:pt x="17" y="41"/>
                  </a:moveTo>
                  <a:cubicBezTo>
                    <a:pt x="6" y="29"/>
                    <a:pt x="0" y="1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9" name="Freeform 2167">
              <a:extLst>
                <a:ext uri="{FF2B5EF4-FFF2-40B4-BE49-F238E27FC236}">
                  <a16:creationId xmlns:a16="http://schemas.microsoft.com/office/drawing/2014/main" id="{97701F7F-A8CB-4869-837C-A7AB8F976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202"/>
              <a:ext cx="5" cy="60"/>
            </a:xfrm>
            <a:custGeom>
              <a:avLst/>
              <a:gdLst>
                <a:gd name="T0" fmla="*/ 2 w 5"/>
                <a:gd name="T1" fmla="*/ 0 h 60"/>
                <a:gd name="T2" fmla="*/ 0 w 5"/>
                <a:gd name="T3" fmla="*/ 60 h 60"/>
                <a:gd name="T4" fmla="*/ 5 w 5"/>
                <a:gd name="T5" fmla="*/ 60 h 60"/>
                <a:gd name="T6" fmla="*/ 2 w 5"/>
                <a:gd name="T7" fmla="*/ 0 h 60"/>
                <a:gd name="T8" fmla="*/ 2 w 5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0">
                  <a:moveTo>
                    <a:pt x="2" y="0"/>
                  </a:moveTo>
                  <a:lnTo>
                    <a:pt x="0" y="60"/>
                  </a:lnTo>
                  <a:lnTo>
                    <a:pt x="5" y="6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0" name="Freeform 2168">
              <a:extLst>
                <a:ext uri="{FF2B5EF4-FFF2-40B4-BE49-F238E27FC236}">
                  <a16:creationId xmlns:a16="http://schemas.microsoft.com/office/drawing/2014/main" id="{D7799153-5041-496C-B376-8DEA97808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194"/>
              <a:ext cx="5" cy="68"/>
            </a:xfrm>
            <a:custGeom>
              <a:avLst/>
              <a:gdLst>
                <a:gd name="T0" fmla="*/ 3 w 5"/>
                <a:gd name="T1" fmla="*/ 0 h 68"/>
                <a:gd name="T2" fmla="*/ 0 w 5"/>
                <a:gd name="T3" fmla="*/ 68 h 68"/>
                <a:gd name="T4" fmla="*/ 5 w 5"/>
                <a:gd name="T5" fmla="*/ 68 h 68"/>
                <a:gd name="T6" fmla="*/ 3 w 5"/>
                <a:gd name="T7" fmla="*/ 0 h 68"/>
                <a:gd name="T8" fmla="*/ 3 w 5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8">
                  <a:moveTo>
                    <a:pt x="3" y="0"/>
                  </a:moveTo>
                  <a:lnTo>
                    <a:pt x="0" y="68"/>
                  </a:lnTo>
                  <a:lnTo>
                    <a:pt x="5" y="6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1" name="Freeform 2169">
              <a:extLst>
                <a:ext uri="{FF2B5EF4-FFF2-40B4-BE49-F238E27FC236}">
                  <a16:creationId xmlns:a16="http://schemas.microsoft.com/office/drawing/2014/main" id="{B66E1FF4-5982-4679-95D5-76D136557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1919"/>
              <a:ext cx="22" cy="43"/>
            </a:xfrm>
            <a:custGeom>
              <a:avLst/>
              <a:gdLst>
                <a:gd name="T0" fmla="*/ 71 w 9"/>
                <a:gd name="T1" fmla="*/ 33 h 17"/>
                <a:gd name="T2" fmla="*/ 12 w 9"/>
                <a:gd name="T3" fmla="*/ 276 h 17"/>
                <a:gd name="T4" fmla="*/ 12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5" y="2"/>
                  </a:moveTo>
                  <a:cubicBezTo>
                    <a:pt x="4" y="7"/>
                    <a:pt x="0" y="12"/>
                    <a:pt x="1" y="17"/>
                  </a:cubicBezTo>
                  <a:cubicBezTo>
                    <a:pt x="9" y="15"/>
                    <a:pt x="4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2" name="Freeform 2170">
              <a:extLst>
                <a:ext uri="{FF2B5EF4-FFF2-40B4-BE49-F238E27FC236}">
                  <a16:creationId xmlns:a16="http://schemas.microsoft.com/office/drawing/2014/main" id="{797594AB-7EB1-4EEA-AD8E-46ADDD29C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1972"/>
              <a:ext cx="12" cy="15"/>
            </a:xfrm>
            <a:custGeom>
              <a:avLst/>
              <a:gdLst>
                <a:gd name="T0" fmla="*/ 29 w 5"/>
                <a:gd name="T1" fmla="*/ 33 h 6"/>
                <a:gd name="T2" fmla="*/ 0 w 5"/>
                <a:gd name="T3" fmla="*/ 95 h 6"/>
                <a:gd name="T4" fmla="*/ 70 w 5"/>
                <a:gd name="T5" fmla="*/ 33 h 6"/>
                <a:gd name="T6" fmla="*/ 58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2" y="5"/>
                    <a:pt x="4" y="4"/>
                    <a:pt x="5" y="2"/>
                  </a:cubicBezTo>
                  <a:cubicBezTo>
                    <a:pt x="5" y="1"/>
                    <a:pt x="4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3" name="Freeform 2171">
              <a:extLst>
                <a:ext uri="{FF2B5EF4-FFF2-40B4-BE49-F238E27FC236}">
                  <a16:creationId xmlns:a16="http://schemas.microsoft.com/office/drawing/2014/main" id="{558886C6-9C8F-46E5-B6AA-9B431CE22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897"/>
              <a:ext cx="8" cy="10"/>
            </a:xfrm>
            <a:custGeom>
              <a:avLst/>
              <a:gdLst>
                <a:gd name="T0" fmla="*/ 0 w 3"/>
                <a:gd name="T1" fmla="*/ 63 h 4"/>
                <a:gd name="T2" fmla="*/ 56 w 3"/>
                <a:gd name="T3" fmla="*/ 20 h 4"/>
                <a:gd name="T4" fmla="*/ 0 w 3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4"/>
                    <a:pt x="3" y="3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4" name="Freeform 2172">
              <a:extLst>
                <a:ext uri="{FF2B5EF4-FFF2-40B4-BE49-F238E27FC236}">
                  <a16:creationId xmlns:a16="http://schemas.microsoft.com/office/drawing/2014/main" id="{DBD671C1-6585-45A8-A606-F4B444B18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104"/>
              <a:ext cx="978" cy="2346"/>
            </a:xfrm>
            <a:custGeom>
              <a:avLst/>
              <a:gdLst>
                <a:gd name="T0" fmla="*/ 5850 w 391"/>
                <a:gd name="T1" fmla="*/ 6463 h 938"/>
                <a:gd name="T2" fmla="*/ 6056 w 391"/>
                <a:gd name="T3" fmla="*/ 3709 h 938"/>
                <a:gd name="T4" fmla="*/ 5850 w 391"/>
                <a:gd name="T5" fmla="*/ 1876 h 938"/>
                <a:gd name="T6" fmla="*/ 5838 w 391"/>
                <a:gd name="T7" fmla="*/ 1846 h 938"/>
                <a:gd name="T8" fmla="*/ 5850 w 391"/>
                <a:gd name="T9" fmla="*/ 1846 h 938"/>
                <a:gd name="T10" fmla="*/ 3004 w 391"/>
                <a:gd name="T11" fmla="*/ 0 h 938"/>
                <a:gd name="T12" fmla="*/ 158 w 391"/>
                <a:gd name="T13" fmla="*/ 1846 h 938"/>
                <a:gd name="T14" fmla="*/ 158 w 391"/>
                <a:gd name="T15" fmla="*/ 1846 h 938"/>
                <a:gd name="T16" fmla="*/ 158 w 391"/>
                <a:gd name="T17" fmla="*/ 1876 h 938"/>
                <a:gd name="T18" fmla="*/ 0 w 391"/>
                <a:gd name="T19" fmla="*/ 3504 h 938"/>
                <a:gd name="T20" fmla="*/ 158 w 391"/>
                <a:gd name="T21" fmla="*/ 5975 h 938"/>
                <a:gd name="T22" fmla="*/ 158 w 391"/>
                <a:gd name="T23" fmla="*/ 10152 h 938"/>
                <a:gd name="T24" fmla="*/ 50 w 391"/>
                <a:gd name="T25" fmla="*/ 11652 h 938"/>
                <a:gd name="T26" fmla="*/ 175 w 391"/>
                <a:gd name="T27" fmla="*/ 13093 h 938"/>
                <a:gd name="T28" fmla="*/ 3004 w 391"/>
                <a:gd name="T29" fmla="*/ 14676 h 938"/>
                <a:gd name="T30" fmla="*/ 5755 w 391"/>
                <a:gd name="T31" fmla="*/ 13298 h 938"/>
                <a:gd name="T32" fmla="*/ 5931 w 391"/>
                <a:gd name="T33" fmla="*/ 11873 h 938"/>
                <a:gd name="T34" fmla="*/ 5850 w 391"/>
                <a:gd name="T35" fmla="*/ 10152 h 938"/>
                <a:gd name="T36" fmla="*/ 5850 w 391"/>
                <a:gd name="T37" fmla="*/ 6463 h 9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1" h="938">
                  <a:moveTo>
                    <a:pt x="374" y="413"/>
                  </a:moveTo>
                  <a:cubicBezTo>
                    <a:pt x="374" y="347"/>
                    <a:pt x="391" y="313"/>
                    <a:pt x="387" y="237"/>
                  </a:cubicBezTo>
                  <a:cubicBezTo>
                    <a:pt x="383" y="159"/>
                    <a:pt x="374" y="120"/>
                    <a:pt x="374" y="120"/>
                  </a:cubicBezTo>
                  <a:cubicBezTo>
                    <a:pt x="374" y="119"/>
                    <a:pt x="373" y="119"/>
                    <a:pt x="373" y="118"/>
                  </a:cubicBezTo>
                  <a:cubicBezTo>
                    <a:pt x="374" y="118"/>
                    <a:pt x="374" y="118"/>
                    <a:pt x="374" y="118"/>
                  </a:cubicBezTo>
                  <a:cubicBezTo>
                    <a:pt x="374" y="53"/>
                    <a:pt x="292" y="0"/>
                    <a:pt x="192" y="0"/>
                  </a:cubicBezTo>
                  <a:cubicBezTo>
                    <a:pt x="91" y="0"/>
                    <a:pt x="10" y="53"/>
                    <a:pt x="10" y="118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10" y="119"/>
                    <a:pt x="10" y="119"/>
                    <a:pt x="10" y="120"/>
                  </a:cubicBezTo>
                  <a:cubicBezTo>
                    <a:pt x="10" y="120"/>
                    <a:pt x="0" y="166"/>
                    <a:pt x="0" y="224"/>
                  </a:cubicBezTo>
                  <a:cubicBezTo>
                    <a:pt x="0" y="282"/>
                    <a:pt x="10" y="325"/>
                    <a:pt x="10" y="382"/>
                  </a:cubicBezTo>
                  <a:cubicBezTo>
                    <a:pt x="10" y="649"/>
                    <a:pt x="10" y="649"/>
                    <a:pt x="10" y="649"/>
                  </a:cubicBezTo>
                  <a:cubicBezTo>
                    <a:pt x="10" y="649"/>
                    <a:pt x="3" y="699"/>
                    <a:pt x="3" y="745"/>
                  </a:cubicBezTo>
                  <a:cubicBezTo>
                    <a:pt x="3" y="792"/>
                    <a:pt x="3" y="815"/>
                    <a:pt x="11" y="837"/>
                  </a:cubicBezTo>
                  <a:cubicBezTo>
                    <a:pt x="24" y="894"/>
                    <a:pt x="100" y="938"/>
                    <a:pt x="192" y="938"/>
                  </a:cubicBezTo>
                  <a:cubicBezTo>
                    <a:pt x="276" y="938"/>
                    <a:pt x="347" y="901"/>
                    <a:pt x="368" y="850"/>
                  </a:cubicBezTo>
                  <a:cubicBezTo>
                    <a:pt x="372" y="840"/>
                    <a:pt x="379" y="799"/>
                    <a:pt x="379" y="759"/>
                  </a:cubicBezTo>
                  <a:cubicBezTo>
                    <a:pt x="379" y="719"/>
                    <a:pt x="374" y="649"/>
                    <a:pt x="374" y="649"/>
                  </a:cubicBezTo>
                  <a:lnTo>
                    <a:pt x="374" y="413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701" name="Text Box 2173">
            <a:extLst>
              <a:ext uri="{FF2B5EF4-FFF2-40B4-BE49-F238E27FC236}">
                <a16:creationId xmlns:a16="http://schemas.microsoft.com/office/drawing/2014/main" id="{D540AE74-37BD-4E05-86A7-413948955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0" y="5716588"/>
            <a:ext cx="803275" cy="376237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Artery</a:t>
            </a:r>
          </a:p>
        </p:txBody>
      </p:sp>
      <p:sp>
        <p:nvSpPr>
          <p:cNvPr id="29702" name="Text Box 2174">
            <a:extLst>
              <a:ext uri="{FF2B5EF4-FFF2-40B4-BE49-F238E27FC236}">
                <a16:creationId xmlns:a16="http://schemas.microsoft.com/office/drawing/2014/main" id="{7C981859-C2A8-46E9-9937-74F7131253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8725" y="5716588"/>
            <a:ext cx="650875" cy="376237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Vein</a:t>
            </a:r>
          </a:p>
        </p:txBody>
      </p:sp>
      <p:sp>
        <p:nvSpPr>
          <p:cNvPr id="29703" name="Text Box 2175">
            <a:extLst>
              <a:ext uri="{FF2B5EF4-FFF2-40B4-BE49-F238E27FC236}">
                <a16:creationId xmlns:a16="http://schemas.microsoft.com/office/drawing/2014/main" id="{02EC27D0-45B6-4A2B-B75B-560FF855D8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0175" y="2735263"/>
            <a:ext cx="6286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Valve</a:t>
            </a:r>
          </a:p>
        </p:txBody>
      </p:sp>
      <p:sp>
        <p:nvSpPr>
          <p:cNvPr id="29704" name="Line 2176">
            <a:extLst>
              <a:ext uri="{FF2B5EF4-FFF2-40B4-BE49-F238E27FC236}">
                <a16:creationId xmlns:a16="http://schemas.microsoft.com/office/drawing/2014/main" id="{50E6E79A-2EEE-417A-B6EE-567197917B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77200" y="2897188"/>
            <a:ext cx="9906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9705" name="Text Box 2177">
            <a:extLst>
              <a:ext uri="{FF2B5EF4-FFF2-40B4-BE49-F238E27FC236}">
                <a16:creationId xmlns:a16="http://schemas.microsoft.com/office/drawing/2014/main" id="{9B912CE4-D2F8-4A69-BA57-4B4F4B7B59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6550" y="4649788"/>
            <a:ext cx="136207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Tunica externa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(adventitia)</a:t>
            </a:r>
          </a:p>
        </p:txBody>
      </p:sp>
      <p:sp>
        <p:nvSpPr>
          <p:cNvPr id="29706" name="Line 2178">
            <a:extLst>
              <a:ext uri="{FF2B5EF4-FFF2-40B4-BE49-F238E27FC236}">
                <a16:creationId xmlns:a16="http://schemas.microsoft.com/office/drawing/2014/main" id="{71871562-1DCD-4B60-933B-775B38DCEC2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6800" y="4802188"/>
            <a:ext cx="5334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9707" name="Line 2179">
            <a:extLst>
              <a:ext uri="{FF2B5EF4-FFF2-40B4-BE49-F238E27FC236}">
                <a16:creationId xmlns:a16="http://schemas.microsoft.com/office/drawing/2014/main" id="{07655311-6E59-443A-8DCC-37697F3716F8}"/>
              </a:ext>
            </a:extLst>
          </p:cNvPr>
          <p:cNvSpPr>
            <a:spLocks noChangeShapeType="1"/>
          </p:cNvSpPr>
          <p:nvPr/>
        </p:nvSpPr>
        <p:spPr bwMode="auto">
          <a:xfrm>
            <a:off x="6781800" y="4802188"/>
            <a:ext cx="5334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9708" name="Text Box 2180">
            <a:extLst>
              <a:ext uri="{FF2B5EF4-FFF2-40B4-BE49-F238E27FC236}">
                <a16:creationId xmlns:a16="http://schemas.microsoft.com/office/drawing/2014/main" id="{34CB3BBD-9B9D-4899-BFE6-7E6257F818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5288" y="3887788"/>
            <a:ext cx="12477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Tunica media</a:t>
            </a:r>
          </a:p>
        </p:txBody>
      </p:sp>
      <p:sp>
        <p:nvSpPr>
          <p:cNvPr id="29709" name="Line 2181">
            <a:extLst>
              <a:ext uri="{FF2B5EF4-FFF2-40B4-BE49-F238E27FC236}">
                <a16:creationId xmlns:a16="http://schemas.microsoft.com/office/drawing/2014/main" id="{36E2BD38-55EF-49F4-BB1D-044FC16A0AC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00600" y="4040188"/>
            <a:ext cx="6858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9710" name="Line 2182">
            <a:extLst>
              <a:ext uri="{FF2B5EF4-FFF2-40B4-BE49-F238E27FC236}">
                <a16:creationId xmlns:a16="http://schemas.microsoft.com/office/drawing/2014/main" id="{B2A6DCD3-C686-4089-AB46-9FAC2C1530D4}"/>
              </a:ext>
            </a:extLst>
          </p:cNvPr>
          <p:cNvSpPr>
            <a:spLocks noChangeShapeType="1"/>
          </p:cNvSpPr>
          <p:nvPr/>
        </p:nvSpPr>
        <p:spPr bwMode="auto">
          <a:xfrm>
            <a:off x="6705600" y="4040188"/>
            <a:ext cx="6096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9711" name="Text Box 2183">
            <a:extLst>
              <a:ext uri="{FF2B5EF4-FFF2-40B4-BE49-F238E27FC236}">
                <a16:creationId xmlns:a16="http://schemas.microsoft.com/office/drawing/2014/main" id="{35E11FA8-CF71-4289-B2D8-DBBC20D09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550" y="4040188"/>
            <a:ext cx="1066800" cy="739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External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elastic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lamina</a:t>
            </a:r>
          </a:p>
        </p:txBody>
      </p:sp>
      <p:sp>
        <p:nvSpPr>
          <p:cNvPr id="29712" name="Line 2184">
            <a:extLst>
              <a:ext uri="{FF2B5EF4-FFF2-40B4-BE49-F238E27FC236}">
                <a16:creationId xmlns:a16="http://schemas.microsoft.com/office/drawing/2014/main" id="{6EA063B9-AEFD-48D7-A4C2-F7E5A183D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048000" y="4421188"/>
            <a:ext cx="9144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9713" name="Text Box 2185">
            <a:extLst>
              <a:ext uri="{FF2B5EF4-FFF2-40B4-BE49-F238E27FC236}">
                <a16:creationId xmlns:a16="http://schemas.microsoft.com/office/drawing/2014/main" id="{C7B37839-2448-4C7B-8BF8-592A3FA4C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7825" y="2897188"/>
            <a:ext cx="127635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Tunica intima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(endothelium)</a:t>
            </a:r>
          </a:p>
        </p:txBody>
      </p:sp>
      <p:sp>
        <p:nvSpPr>
          <p:cNvPr id="29714" name="Line 2186">
            <a:extLst>
              <a:ext uri="{FF2B5EF4-FFF2-40B4-BE49-F238E27FC236}">
                <a16:creationId xmlns:a16="http://schemas.microsoft.com/office/drawing/2014/main" id="{1BD980C1-DE4B-4AC3-A9F8-F3246D0F556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72000" y="3049588"/>
            <a:ext cx="914400" cy="304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9715" name="Line 2187">
            <a:extLst>
              <a:ext uri="{FF2B5EF4-FFF2-40B4-BE49-F238E27FC236}">
                <a16:creationId xmlns:a16="http://schemas.microsoft.com/office/drawing/2014/main" id="{12DAD774-AAF3-4BD0-9E18-63E786458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6705600" y="3049588"/>
            <a:ext cx="914400" cy="685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9716" name="Text Box 2188">
            <a:extLst>
              <a:ext uri="{FF2B5EF4-FFF2-40B4-BE49-F238E27FC236}">
                <a16:creationId xmlns:a16="http://schemas.microsoft.com/office/drawing/2014/main" id="{B45EC362-A4BD-4825-8092-51DEB3D40F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9075" y="3506788"/>
            <a:ext cx="16033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Elastic membrane</a:t>
            </a:r>
          </a:p>
        </p:txBody>
      </p:sp>
      <p:sp>
        <p:nvSpPr>
          <p:cNvPr id="29717" name="Line 2189">
            <a:extLst>
              <a:ext uri="{FF2B5EF4-FFF2-40B4-BE49-F238E27FC236}">
                <a16:creationId xmlns:a16="http://schemas.microsoft.com/office/drawing/2014/main" id="{52979E36-9A46-4405-ACAA-1F41C757E9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72000" y="3659188"/>
            <a:ext cx="6858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9718" name="Line 2190">
            <a:extLst>
              <a:ext uri="{FF2B5EF4-FFF2-40B4-BE49-F238E27FC236}">
                <a16:creationId xmlns:a16="http://schemas.microsoft.com/office/drawing/2014/main" id="{B869212C-6C97-468F-A688-2941432E5E7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34200" y="3659188"/>
            <a:ext cx="609600" cy="304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>
            <a:extLst>
              <a:ext uri="{FF2B5EF4-FFF2-40B4-BE49-F238E27FC236}">
                <a16:creationId xmlns:a16="http://schemas.microsoft.com/office/drawing/2014/main" id="{F63B79A7-BD3A-4663-B72A-D23B8CAB2E2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Arterial wall (1)</a:t>
            </a:r>
          </a:p>
        </p:txBody>
      </p:sp>
      <p:grpSp>
        <p:nvGrpSpPr>
          <p:cNvPr id="25602" name="arterial-wall-cross-section-diagram">
            <a:extLst>
              <a:ext uri="{FF2B5EF4-FFF2-40B4-BE49-F238E27FC236}">
                <a16:creationId xmlns:a16="http://schemas.microsoft.com/office/drawing/2014/main" id="{716F1BD0-B7AE-43C4-B412-A52D24E82B8B}"/>
              </a:ext>
            </a:extLst>
          </p:cNvPr>
          <p:cNvGrpSpPr>
            <a:grpSpLocks/>
          </p:cNvGrpSpPr>
          <p:nvPr/>
        </p:nvGrpSpPr>
        <p:grpSpPr bwMode="auto">
          <a:xfrm>
            <a:off x="4025900" y="1417638"/>
            <a:ext cx="4171950" cy="4748212"/>
            <a:chOff x="1576" y="773"/>
            <a:chExt cx="2628" cy="2991"/>
          </a:xfrm>
        </p:grpSpPr>
        <p:sp>
          <p:nvSpPr>
            <p:cNvPr id="25603" name="Rectangle 4">
              <a:extLst>
                <a:ext uri="{FF2B5EF4-FFF2-40B4-BE49-F238E27FC236}">
                  <a16:creationId xmlns:a16="http://schemas.microsoft.com/office/drawing/2014/main" id="{C4914CFF-5DF0-4521-A990-5BB8D1875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775"/>
              <a:ext cx="2611" cy="2980"/>
            </a:xfrm>
            <a:prstGeom prst="rect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04" name="Freeform 5">
              <a:extLst>
                <a:ext uri="{FF2B5EF4-FFF2-40B4-BE49-F238E27FC236}">
                  <a16:creationId xmlns:a16="http://schemas.microsoft.com/office/drawing/2014/main" id="{27FA7750-4964-45AA-9031-B0B6EE156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775"/>
              <a:ext cx="1529" cy="2980"/>
            </a:xfrm>
            <a:custGeom>
              <a:avLst/>
              <a:gdLst>
                <a:gd name="T0" fmla="*/ 0 w 714"/>
                <a:gd name="T1" fmla="*/ 15563 h 1304"/>
                <a:gd name="T2" fmla="*/ 5746 w 714"/>
                <a:gd name="T3" fmla="*/ 15563 h 1304"/>
                <a:gd name="T4" fmla="*/ 5705 w 714"/>
                <a:gd name="T5" fmla="*/ 15311 h 1304"/>
                <a:gd name="T6" fmla="*/ 5902 w 714"/>
                <a:gd name="T7" fmla="*/ 12937 h 1304"/>
                <a:gd name="T8" fmla="*/ 5850 w 714"/>
                <a:gd name="T9" fmla="*/ 11207 h 1304"/>
                <a:gd name="T10" fmla="*/ 6107 w 714"/>
                <a:gd name="T11" fmla="*/ 9955 h 1304"/>
                <a:gd name="T12" fmla="*/ 6609 w 714"/>
                <a:gd name="T13" fmla="*/ 8821 h 1304"/>
                <a:gd name="T14" fmla="*/ 6970 w 714"/>
                <a:gd name="T15" fmla="*/ 7338 h 1304"/>
                <a:gd name="T16" fmla="*/ 6902 w 714"/>
                <a:gd name="T17" fmla="*/ 5990 h 1304"/>
                <a:gd name="T18" fmla="*/ 6433 w 714"/>
                <a:gd name="T19" fmla="*/ 5060 h 1304"/>
                <a:gd name="T20" fmla="*/ 6375 w 714"/>
                <a:gd name="T21" fmla="*/ 4884 h 1304"/>
                <a:gd name="T22" fmla="*/ 6384 w 714"/>
                <a:gd name="T23" fmla="*/ 4868 h 1304"/>
                <a:gd name="T24" fmla="*/ 6227 w 714"/>
                <a:gd name="T25" fmla="*/ 3666 h 1304"/>
                <a:gd name="T26" fmla="*/ 6274 w 714"/>
                <a:gd name="T27" fmla="*/ 1719 h 1304"/>
                <a:gd name="T28" fmla="*/ 5990 w 714"/>
                <a:gd name="T29" fmla="*/ 261 h 1304"/>
                <a:gd name="T30" fmla="*/ 5979 w 714"/>
                <a:gd name="T31" fmla="*/ 25 h 1304"/>
                <a:gd name="T32" fmla="*/ 5943 w 714"/>
                <a:gd name="T33" fmla="*/ 0 h 1304"/>
                <a:gd name="T34" fmla="*/ 0 w 714"/>
                <a:gd name="T35" fmla="*/ 0 h 1304"/>
                <a:gd name="T36" fmla="*/ 0 w 714"/>
                <a:gd name="T37" fmla="*/ 15563 h 130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14" h="1304">
                  <a:moveTo>
                    <a:pt x="0" y="1304"/>
                  </a:moveTo>
                  <a:cubicBezTo>
                    <a:pt x="585" y="1304"/>
                    <a:pt x="585" y="1304"/>
                    <a:pt x="585" y="1304"/>
                  </a:cubicBezTo>
                  <a:cubicBezTo>
                    <a:pt x="583" y="1296"/>
                    <a:pt x="582" y="1288"/>
                    <a:pt x="581" y="1283"/>
                  </a:cubicBezTo>
                  <a:cubicBezTo>
                    <a:pt x="572" y="1217"/>
                    <a:pt x="590" y="1148"/>
                    <a:pt x="601" y="1084"/>
                  </a:cubicBezTo>
                  <a:cubicBezTo>
                    <a:pt x="608" y="1041"/>
                    <a:pt x="606" y="988"/>
                    <a:pt x="596" y="939"/>
                  </a:cubicBezTo>
                  <a:cubicBezTo>
                    <a:pt x="602" y="875"/>
                    <a:pt x="613" y="855"/>
                    <a:pt x="622" y="834"/>
                  </a:cubicBezTo>
                  <a:cubicBezTo>
                    <a:pt x="637" y="801"/>
                    <a:pt x="659" y="772"/>
                    <a:pt x="673" y="739"/>
                  </a:cubicBezTo>
                  <a:cubicBezTo>
                    <a:pt x="691" y="696"/>
                    <a:pt x="706" y="663"/>
                    <a:pt x="710" y="615"/>
                  </a:cubicBezTo>
                  <a:cubicBezTo>
                    <a:pt x="714" y="580"/>
                    <a:pt x="713" y="537"/>
                    <a:pt x="703" y="502"/>
                  </a:cubicBezTo>
                  <a:cubicBezTo>
                    <a:pt x="694" y="471"/>
                    <a:pt x="669" y="452"/>
                    <a:pt x="655" y="424"/>
                  </a:cubicBezTo>
                  <a:cubicBezTo>
                    <a:pt x="653" y="419"/>
                    <a:pt x="651" y="414"/>
                    <a:pt x="649" y="409"/>
                  </a:cubicBezTo>
                  <a:cubicBezTo>
                    <a:pt x="649" y="408"/>
                    <a:pt x="650" y="408"/>
                    <a:pt x="650" y="408"/>
                  </a:cubicBezTo>
                  <a:cubicBezTo>
                    <a:pt x="664" y="398"/>
                    <a:pt x="643" y="330"/>
                    <a:pt x="634" y="307"/>
                  </a:cubicBezTo>
                  <a:cubicBezTo>
                    <a:pt x="613" y="253"/>
                    <a:pt x="637" y="201"/>
                    <a:pt x="639" y="144"/>
                  </a:cubicBezTo>
                  <a:cubicBezTo>
                    <a:pt x="640" y="100"/>
                    <a:pt x="617" y="64"/>
                    <a:pt x="610" y="22"/>
                  </a:cubicBezTo>
                  <a:cubicBezTo>
                    <a:pt x="610" y="19"/>
                    <a:pt x="610" y="11"/>
                    <a:pt x="609" y="2"/>
                  </a:cubicBezTo>
                  <a:cubicBezTo>
                    <a:pt x="605" y="0"/>
                    <a:pt x="605" y="0"/>
                    <a:pt x="60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304"/>
                  </a:lnTo>
                  <a:close/>
                </a:path>
              </a:pathLst>
            </a:custGeom>
            <a:solidFill>
              <a:srgbClr val="FAD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5" name="Freeform 6">
              <a:extLst>
                <a:ext uri="{FF2B5EF4-FFF2-40B4-BE49-F238E27FC236}">
                  <a16:creationId xmlns:a16="http://schemas.microsoft.com/office/drawing/2014/main" id="{63582CF8-E86B-4725-97B9-BB9C7FBD9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777"/>
              <a:ext cx="673" cy="2978"/>
            </a:xfrm>
            <a:custGeom>
              <a:avLst/>
              <a:gdLst>
                <a:gd name="T0" fmla="*/ 2017 w 314"/>
                <a:gd name="T1" fmla="*/ 3725 h 1303"/>
                <a:gd name="T2" fmla="*/ 1824 w 314"/>
                <a:gd name="T3" fmla="*/ 3104 h 1303"/>
                <a:gd name="T4" fmla="*/ 1635 w 314"/>
                <a:gd name="T5" fmla="*/ 2795 h 1303"/>
                <a:gd name="T6" fmla="*/ 1419 w 314"/>
                <a:gd name="T7" fmla="*/ 2423 h 1303"/>
                <a:gd name="T8" fmla="*/ 1093 w 314"/>
                <a:gd name="T9" fmla="*/ 2080 h 1303"/>
                <a:gd name="T10" fmla="*/ 904 w 314"/>
                <a:gd name="T11" fmla="*/ 1671 h 1303"/>
                <a:gd name="T12" fmla="*/ 887 w 314"/>
                <a:gd name="T13" fmla="*/ 1646 h 1303"/>
                <a:gd name="T14" fmla="*/ 1005 w 314"/>
                <a:gd name="T15" fmla="*/ 1028 h 1303"/>
                <a:gd name="T16" fmla="*/ 739 w 314"/>
                <a:gd name="T17" fmla="*/ 763 h 1303"/>
                <a:gd name="T18" fmla="*/ 836 w 314"/>
                <a:gd name="T19" fmla="*/ 178 h 1303"/>
                <a:gd name="T20" fmla="*/ 904 w 314"/>
                <a:gd name="T21" fmla="*/ 0 h 1303"/>
                <a:gd name="T22" fmla="*/ 362 w 314"/>
                <a:gd name="T23" fmla="*/ 0 h 1303"/>
                <a:gd name="T24" fmla="*/ 887 w 314"/>
                <a:gd name="T25" fmla="*/ 1959 h 1303"/>
                <a:gd name="T26" fmla="*/ 1938 w 314"/>
                <a:gd name="T27" fmla="*/ 6612 h 1303"/>
                <a:gd name="T28" fmla="*/ 0 w 314"/>
                <a:gd name="T29" fmla="*/ 15555 h 1303"/>
                <a:gd name="T30" fmla="*/ 1102 w 314"/>
                <a:gd name="T31" fmla="*/ 15555 h 1303"/>
                <a:gd name="T32" fmla="*/ 868 w 314"/>
                <a:gd name="T33" fmla="*/ 13910 h 1303"/>
                <a:gd name="T34" fmla="*/ 1301 w 314"/>
                <a:gd name="T35" fmla="*/ 13382 h 1303"/>
                <a:gd name="T36" fmla="*/ 1337 w 314"/>
                <a:gd name="T37" fmla="*/ 12787 h 1303"/>
                <a:gd name="T38" fmla="*/ 1318 w 314"/>
                <a:gd name="T39" fmla="*/ 12333 h 1303"/>
                <a:gd name="T40" fmla="*/ 1498 w 314"/>
                <a:gd name="T41" fmla="*/ 12035 h 1303"/>
                <a:gd name="T42" fmla="*/ 1447 w 314"/>
                <a:gd name="T43" fmla="*/ 11738 h 1303"/>
                <a:gd name="T44" fmla="*/ 1663 w 314"/>
                <a:gd name="T45" fmla="*/ 11439 h 1303"/>
                <a:gd name="T46" fmla="*/ 1723 w 314"/>
                <a:gd name="T47" fmla="*/ 10874 h 1303"/>
                <a:gd name="T48" fmla="*/ 1809 w 314"/>
                <a:gd name="T49" fmla="*/ 10040 h 1303"/>
                <a:gd name="T50" fmla="*/ 1833 w 314"/>
                <a:gd name="T51" fmla="*/ 10065 h 1303"/>
                <a:gd name="T52" fmla="*/ 2017 w 314"/>
                <a:gd name="T53" fmla="*/ 9549 h 1303"/>
                <a:gd name="T54" fmla="*/ 2325 w 314"/>
                <a:gd name="T55" fmla="*/ 9073 h 1303"/>
                <a:gd name="T56" fmla="*/ 2431 w 314"/>
                <a:gd name="T57" fmla="*/ 8358 h 1303"/>
                <a:gd name="T58" fmla="*/ 2668 w 314"/>
                <a:gd name="T59" fmla="*/ 7997 h 1303"/>
                <a:gd name="T60" fmla="*/ 2619 w 314"/>
                <a:gd name="T61" fmla="*/ 7403 h 1303"/>
                <a:gd name="T62" fmla="*/ 2788 w 314"/>
                <a:gd name="T63" fmla="*/ 6994 h 1303"/>
                <a:gd name="T64" fmla="*/ 2904 w 314"/>
                <a:gd name="T65" fmla="*/ 6399 h 1303"/>
                <a:gd name="T66" fmla="*/ 2962 w 314"/>
                <a:gd name="T67" fmla="*/ 5574 h 1303"/>
                <a:gd name="T68" fmla="*/ 2857 w 314"/>
                <a:gd name="T69" fmla="*/ 4283 h 1303"/>
                <a:gd name="T70" fmla="*/ 2017 w 314"/>
                <a:gd name="T71" fmla="*/ 3725 h 130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4" h="1303">
                  <a:moveTo>
                    <a:pt x="205" y="312"/>
                  </a:moveTo>
                  <a:cubicBezTo>
                    <a:pt x="196" y="303"/>
                    <a:pt x="187" y="271"/>
                    <a:pt x="185" y="260"/>
                  </a:cubicBezTo>
                  <a:cubicBezTo>
                    <a:pt x="181" y="242"/>
                    <a:pt x="180" y="242"/>
                    <a:pt x="166" y="234"/>
                  </a:cubicBezTo>
                  <a:cubicBezTo>
                    <a:pt x="149" y="225"/>
                    <a:pt x="153" y="218"/>
                    <a:pt x="144" y="203"/>
                  </a:cubicBezTo>
                  <a:cubicBezTo>
                    <a:pt x="136" y="189"/>
                    <a:pt x="122" y="189"/>
                    <a:pt x="111" y="174"/>
                  </a:cubicBezTo>
                  <a:cubicBezTo>
                    <a:pt x="100" y="159"/>
                    <a:pt x="100" y="145"/>
                    <a:pt x="92" y="140"/>
                  </a:cubicBezTo>
                  <a:cubicBezTo>
                    <a:pt x="90" y="138"/>
                    <a:pt x="90" y="138"/>
                    <a:pt x="90" y="138"/>
                  </a:cubicBezTo>
                  <a:cubicBezTo>
                    <a:pt x="90" y="123"/>
                    <a:pt x="107" y="98"/>
                    <a:pt x="102" y="86"/>
                  </a:cubicBezTo>
                  <a:cubicBezTo>
                    <a:pt x="99" y="75"/>
                    <a:pt x="76" y="76"/>
                    <a:pt x="75" y="64"/>
                  </a:cubicBezTo>
                  <a:cubicBezTo>
                    <a:pt x="73" y="42"/>
                    <a:pt x="79" y="36"/>
                    <a:pt x="85" y="15"/>
                  </a:cubicBezTo>
                  <a:cubicBezTo>
                    <a:pt x="86" y="11"/>
                    <a:pt x="91" y="5"/>
                    <a:pt x="92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50" y="56"/>
                    <a:pt x="64" y="114"/>
                    <a:pt x="90" y="164"/>
                  </a:cubicBezTo>
                  <a:cubicBezTo>
                    <a:pt x="153" y="288"/>
                    <a:pt x="181" y="409"/>
                    <a:pt x="197" y="554"/>
                  </a:cubicBezTo>
                  <a:cubicBezTo>
                    <a:pt x="227" y="832"/>
                    <a:pt x="41" y="1041"/>
                    <a:pt x="0" y="1303"/>
                  </a:cubicBezTo>
                  <a:cubicBezTo>
                    <a:pt x="112" y="1303"/>
                    <a:pt x="112" y="1303"/>
                    <a:pt x="112" y="1303"/>
                  </a:cubicBezTo>
                  <a:cubicBezTo>
                    <a:pt x="120" y="1209"/>
                    <a:pt x="70" y="1196"/>
                    <a:pt x="88" y="1165"/>
                  </a:cubicBezTo>
                  <a:cubicBezTo>
                    <a:pt x="102" y="1142"/>
                    <a:pt x="127" y="1149"/>
                    <a:pt x="132" y="1121"/>
                  </a:cubicBezTo>
                  <a:cubicBezTo>
                    <a:pt x="134" y="1104"/>
                    <a:pt x="132" y="1088"/>
                    <a:pt x="136" y="1071"/>
                  </a:cubicBezTo>
                  <a:cubicBezTo>
                    <a:pt x="138" y="1060"/>
                    <a:pt x="128" y="1043"/>
                    <a:pt x="134" y="1033"/>
                  </a:cubicBezTo>
                  <a:cubicBezTo>
                    <a:pt x="139" y="1025"/>
                    <a:pt x="151" y="1019"/>
                    <a:pt x="152" y="1008"/>
                  </a:cubicBezTo>
                  <a:cubicBezTo>
                    <a:pt x="153" y="999"/>
                    <a:pt x="146" y="993"/>
                    <a:pt x="147" y="983"/>
                  </a:cubicBezTo>
                  <a:cubicBezTo>
                    <a:pt x="148" y="967"/>
                    <a:pt x="159" y="966"/>
                    <a:pt x="169" y="958"/>
                  </a:cubicBezTo>
                  <a:cubicBezTo>
                    <a:pt x="188" y="940"/>
                    <a:pt x="179" y="933"/>
                    <a:pt x="175" y="911"/>
                  </a:cubicBezTo>
                  <a:cubicBezTo>
                    <a:pt x="171" y="886"/>
                    <a:pt x="187" y="865"/>
                    <a:pt x="184" y="841"/>
                  </a:cubicBezTo>
                  <a:cubicBezTo>
                    <a:pt x="186" y="843"/>
                    <a:pt x="186" y="843"/>
                    <a:pt x="186" y="843"/>
                  </a:cubicBezTo>
                  <a:cubicBezTo>
                    <a:pt x="191" y="831"/>
                    <a:pt x="199" y="811"/>
                    <a:pt x="205" y="800"/>
                  </a:cubicBezTo>
                  <a:cubicBezTo>
                    <a:pt x="215" y="779"/>
                    <a:pt x="230" y="782"/>
                    <a:pt x="236" y="760"/>
                  </a:cubicBezTo>
                  <a:cubicBezTo>
                    <a:pt x="240" y="742"/>
                    <a:pt x="240" y="712"/>
                    <a:pt x="247" y="700"/>
                  </a:cubicBezTo>
                  <a:cubicBezTo>
                    <a:pt x="253" y="689"/>
                    <a:pt x="268" y="688"/>
                    <a:pt x="271" y="670"/>
                  </a:cubicBezTo>
                  <a:cubicBezTo>
                    <a:pt x="275" y="651"/>
                    <a:pt x="264" y="639"/>
                    <a:pt x="266" y="620"/>
                  </a:cubicBezTo>
                  <a:cubicBezTo>
                    <a:pt x="269" y="604"/>
                    <a:pt x="274" y="600"/>
                    <a:pt x="283" y="586"/>
                  </a:cubicBezTo>
                  <a:cubicBezTo>
                    <a:pt x="294" y="571"/>
                    <a:pt x="296" y="554"/>
                    <a:pt x="295" y="536"/>
                  </a:cubicBezTo>
                  <a:cubicBezTo>
                    <a:pt x="293" y="504"/>
                    <a:pt x="291" y="498"/>
                    <a:pt x="301" y="467"/>
                  </a:cubicBezTo>
                  <a:cubicBezTo>
                    <a:pt x="314" y="424"/>
                    <a:pt x="307" y="383"/>
                    <a:pt x="290" y="359"/>
                  </a:cubicBezTo>
                  <a:cubicBezTo>
                    <a:pt x="274" y="335"/>
                    <a:pt x="219" y="326"/>
                    <a:pt x="205" y="312"/>
                  </a:cubicBez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6" name="Freeform 7">
              <a:extLst>
                <a:ext uri="{FF2B5EF4-FFF2-40B4-BE49-F238E27FC236}">
                  <a16:creationId xmlns:a16="http://schemas.microsoft.com/office/drawing/2014/main" id="{5F521E00-971B-4530-A625-BD3A1CCF7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775"/>
              <a:ext cx="930" cy="2980"/>
            </a:xfrm>
            <a:custGeom>
              <a:avLst/>
              <a:gdLst>
                <a:gd name="T0" fmla="*/ 326 w 434"/>
                <a:gd name="T1" fmla="*/ 0 h 1304"/>
                <a:gd name="T2" fmla="*/ 362 w 434"/>
                <a:gd name="T3" fmla="*/ 25 h 1304"/>
                <a:gd name="T4" fmla="*/ 373 w 434"/>
                <a:gd name="T5" fmla="*/ 261 h 1304"/>
                <a:gd name="T6" fmla="*/ 662 w 434"/>
                <a:gd name="T7" fmla="*/ 1719 h 1304"/>
                <a:gd name="T8" fmla="*/ 611 w 434"/>
                <a:gd name="T9" fmla="*/ 3666 h 1304"/>
                <a:gd name="T10" fmla="*/ 767 w 434"/>
                <a:gd name="T11" fmla="*/ 4868 h 1304"/>
                <a:gd name="T12" fmla="*/ 759 w 434"/>
                <a:gd name="T13" fmla="*/ 4884 h 1304"/>
                <a:gd name="T14" fmla="*/ 816 w 434"/>
                <a:gd name="T15" fmla="*/ 5060 h 1304"/>
                <a:gd name="T16" fmla="*/ 1290 w 434"/>
                <a:gd name="T17" fmla="*/ 5990 h 1304"/>
                <a:gd name="T18" fmla="*/ 1359 w 434"/>
                <a:gd name="T19" fmla="*/ 7338 h 1304"/>
                <a:gd name="T20" fmla="*/ 992 w 434"/>
                <a:gd name="T21" fmla="*/ 8821 h 1304"/>
                <a:gd name="T22" fmla="*/ 491 w 434"/>
                <a:gd name="T23" fmla="*/ 9955 h 1304"/>
                <a:gd name="T24" fmla="*/ 234 w 434"/>
                <a:gd name="T25" fmla="*/ 11207 h 1304"/>
                <a:gd name="T26" fmla="*/ 285 w 434"/>
                <a:gd name="T27" fmla="*/ 12937 h 1304"/>
                <a:gd name="T28" fmla="*/ 88 w 434"/>
                <a:gd name="T29" fmla="*/ 15311 h 1304"/>
                <a:gd name="T30" fmla="*/ 129 w 434"/>
                <a:gd name="T31" fmla="*/ 15563 h 1304"/>
                <a:gd name="T32" fmla="*/ 2038 w 434"/>
                <a:gd name="T33" fmla="*/ 15563 h 1304"/>
                <a:gd name="T34" fmla="*/ 3977 w 434"/>
                <a:gd name="T35" fmla="*/ 6623 h 1304"/>
                <a:gd name="T36" fmla="*/ 2921 w 434"/>
                <a:gd name="T37" fmla="*/ 1970 h 1304"/>
                <a:gd name="T38" fmla="*/ 2402 w 434"/>
                <a:gd name="T39" fmla="*/ 11 h 1304"/>
                <a:gd name="T40" fmla="*/ 2402 w 434"/>
                <a:gd name="T41" fmla="*/ 0 h 1304"/>
                <a:gd name="T42" fmla="*/ 326 w 434"/>
                <a:gd name="T43" fmla="*/ 0 h 130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34" h="1304">
                  <a:moveTo>
                    <a:pt x="33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38" y="11"/>
                    <a:pt x="38" y="19"/>
                    <a:pt x="38" y="22"/>
                  </a:cubicBezTo>
                  <a:cubicBezTo>
                    <a:pt x="45" y="64"/>
                    <a:pt x="68" y="100"/>
                    <a:pt x="67" y="144"/>
                  </a:cubicBezTo>
                  <a:cubicBezTo>
                    <a:pt x="65" y="201"/>
                    <a:pt x="41" y="253"/>
                    <a:pt x="62" y="307"/>
                  </a:cubicBezTo>
                  <a:cubicBezTo>
                    <a:pt x="71" y="330"/>
                    <a:pt x="92" y="398"/>
                    <a:pt x="78" y="408"/>
                  </a:cubicBezTo>
                  <a:cubicBezTo>
                    <a:pt x="78" y="408"/>
                    <a:pt x="77" y="408"/>
                    <a:pt x="77" y="409"/>
                  </a:cubicBezTo>
                  <a:cubicBezTo>
                    <a:pt x="79" y="414"/>
                    <a:pt x="81" y="419"/>
                    <a:pt x="83" y="424"/>
                  </a:cubicBezTo>
                  <a:cubicBezTo>
                    <a:pt x="97" y="452"/>
                    <a:pt x="122" y="471"/>
                    <a:pt x="131" y="502"/>
                  </a:cubicBezTo>
                  <a:cubicBezTo>
                    <a:pt x="141" y="537"/>
                    <a:pt x="142" y="580"/>
                    <a:pt x="138" y="615"/>
                  </a:cubicBezTo>
                  <a:cubicBezTo>
                    <a:pt x="134" y="663"/>
                    <a:pt x="119" y="696"/>
                    <a:pt x="101" y="739"/>
                  </a:cubicBezTo>
                  <a:cubicBezTo>
                    <a:pt x="87" y="772"/>
                    <a:pt x="65" y="801"/>
                    <a:pt x="50" y="834"/>
                  </a:cubicBezTo>
                  <a:cubicBezTo>
                    <a:pt x="41" y="855"/>
                    <a:pt x="30" y="875"/>
                    <a:pt x="24" y="939"/>
                  </a:cubicBezTo>
                  <a:cubicBezTo>
                    <a:pt x="34" y="988"/>
                    <a:pt x="36" y="1041"/>
                    <a:pt x="29" y="1084"/>
                  </a:cubicBezTo>
                  <a:cubicBezTo>
                    <a:pt x="18" y="1148"/>
                    <a:pt x="0" y="1217"/>
                    <a:pt x="9" y="1283"/>
                  </a:cubicBezTo>
                  <a:cubicBezTo>
                    <a:pt x="10" y="1288"/>
                    <a:pt x="11" y="1296"/>
                    <a:pt x="13" y="1304"/>
                  </a:cubicBezTo>
                  <a:cubicBezTo>
                    <a:pt x="207" y="1304"/>
                    <a:pt x="207" y="1304"/>
                    <a:pt x="207" y="1304"/>
                  </a:cubicBezTo>
                  <a:cubicBezTo>
                    <a:pt x="248" y="1042"/>
                    <a:pt x="434" y="833"/>
                    <a:pt x="404" y="555"/>
                  </a:cubicBezTo>
                  <a:cubicBezTo>
                    <a:pt x="388" y="410"/>
                    <a:pt x="360" y="289"/>
                    <a:pt x="297" y="165"/>
                  </a:cubicBezTo>
                  <a:cubicBezTo>
                    <a:pt x="271" y="115"/>
                    <a:pt x="257" y="57"/>
                    <a:pt x="244" y="1"/>
                  </a:cubicBezTo>
                  <a:cubicBezTo>
                    <a:pt x="244" y="0"/>
                    <a:pt x="244" y="0"/>
                    <a:pt x="244" y="0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rgbClr val="FFE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7" name="Freeform 8">
              <a:extLst>
                <a:ext uri="{FF2B5EF4-FFF2-40B4-BE49-F238E27FC236}">
                  <a16:creationId xmlns:a16="http://schemas.microsoft.com/office/drawing/2014/main" id="{055F218A-0138-4252-BAD7-2863C1EB7C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1" y="775"/>
              <a:ext cx="930" cy="2982"/>
            </a:xfrm>
            <a:custGeom>
              <a:avLst/>
              <a:gdLst>
                <a:gd name="T0" fmla="*/ 3977 w 434"/>
                <a:gd name="T1" fmla="*/ 6620 h 1305"/>
                <a:gd name="T2" fmla="*/ 2921 w 434"/>
                <a:gd name="T3" fmla="*/ 1967 h 1305"/>
                <a:gd name="T4" fmla="*/ 2402 w 434"/>
                <a:gd name="T5" fmla="*/ 11 h 1305"/>
                <a:gd name="T6" fmla="*/ 2402 w 434"/>
                <a:gd name="T7" fmla="*/ 0 h 1305"/>
                <a:gd name="T8" fmla="*/ 326 w 434"/>
                <a:gd name="T9" fmla="*/ 0 h 1305"/>
                <a:gd name="T10" fmla="*/ 362 w 434"/>
                <a:gd name="T11" fmla="*/ 25 h 1305"/>
                <a:gd name="T12" fmla="*/ 373 w 434"/>
                <a:gd name="T13" fmla="*/ 260 h 1305"/>
                <a:gd name="T14" fmla="*/ 662 w 434"/>
                <a:gd name="T15" fmla="*/ 1718 h 1305"/>
                <a:gd name="T16" fmla="*/ 611 w 434"/>
                <a:gd name="T17" fmla="*/ 3665 h 1305"/>
                <a:gd name="T18" fmla="*/ 767 w 434"/>
                <a:gd name="T19" fmla="*/ 4867 h 1305"/>
                <a:gd name="T20" fmla="*/ 759 w 434"/>
                <a:gd name="T21" fmla="*/ 4883 h 1305"/>
                <a:gd name="T22" fmla="*/ 816 w 434"/>
                <a:gd name="T23" fmla="*/ 5059 h 1305"/>
                <a:gd name="T24" fmla="*/ 1290 w 434"/>
                <a:gd name="T25" fmla="*/ 5989 h 1305"/>
                <a:gd name="T26" fmla="*/ 1359 w 434"/>
                <a:gd name="T27" fmla="*/ 7337 h 1305"/>
                <a:gd name="T28" fmla="*/ 992 w 434"/>
                <a:gd name="T29" fmla="*/ 8818 h 1305"/>
                <a:gd name="T30" fmla="*/ 491 w 434"/>
                <a:gd name="T31" fmla="*/ 9951 h 1305"/>
                <a:gd name="T32" fmla="*/ 234 w 434"/>
                <a:gd name="T33" fmla="*/ 11206 h 1305"/>
                <a:gd name="T34" fmla="*/ 285 w 434"/>
                <a:gd name="T35" fmla="*/ 12933 h 1305"/>
                <a:gd name="T36" fmla="*/ 88 w 434"/>
                <a:gd name="T37" fmla="*/ 15310 h 1305"/>
                <a:gd name="T38" fmla="*/ 129 w 434"/>
                <a:gd name="T39" fmla="*/ 15559 h 1305"/>
                <a:gd name="T40" fmla="*/ 2038 w 434"/>
                <a:gd name="T41" fmla="*/ 15559 h 1305"/>
                <a:gd name="T42" fmla="*/ 3977 w 434"/>
                <a:gd name="T43" fmla="*/ 6620 h 1305"/>
                <a:gd name="T44" fmla="*/ 2901 w 434"/>
                <a:gd name="T45" fmla="*/ 11921 h 1305"/>
                <a:gd name="T46" fmla="*/ 1956 w 434"/>
                <a:gd name="T47" fmla="*/ 15570 h 1305"/>
                <a:gd name="T48" fmla="*/ 206 w 434"/>
                <a:gd name="T49" fmla="*/ 15570 h 1305"/>
                <a:gd name="T50" fmla="*/ 189 w 434"/>
                <a:gd name="T51" fmla="*/ 15282 h 1305"/>
                <a:gd name="T52" fmla="*/ 165 w 434"/>
                <a:gd name="T53" fmla="*/ 14830 h 1305"/>
                <a:gd name="T54" fmla="*/ 317 w 434"/>
                <a:gd name="T55" fmla="*/ 13377 h 1305"/>
                <a:gd name="T56" fmla="*/ 373 w 434"/>
                <a:gd name="T57" fmla="*/ 12945 h 1305"/>
                <a:gd name="T58" fmla="*/ 422 w 434"/>
                <a:gd name="T59" fmla="*/ 12239 h 1305"/>
                <a:gd name="T60" fmla="*/ 334 w 434"/>
                <a:gd name="T61" fmla="*/ 11190 h 1305"/>
                <a:gd name="T62" fmla="*/ 559 w 434"/>
                <a:gd name="T63" fmla="*/ 10057 h 1305"/>
                <a:gd name="T64" fmla="*/ 591 w 434"/>
                <a:gd name="T65" fmla="*/ 9999 h 1305"/>
                <a:gd name="T66" fmla="*/ 816 w 434"/>
                <a:gd name="T67" fmla="*/ 9472 h 1305"/>
                <a:gd name="T68" fmla="*/ 1084 w 434"/>
                <a:gd name="T69" fmla="*/ 8866 h 1305"/>
                <a:gd name="T70" fmla="*/ 1112 w 434"/>
                <a:gd name="T71" fmla="*/ 8772 h 1305"/>
                <a:gd name="T72" fmla="*/ 1455 w 434"/>
                <a:gd name="T73" fmla="*/ 7351 h 1305"/>
                <a:gd name="T74" fmla="*/ 1474 w 434"/>
                <a:gd name="T75" fmla="*/ 6871 h 1305"/>
                <a:gd name="T76" fmla="*/ 1386 w 434"/>
                <a:gd name="T77" fmla="*/ 5953 h 1305"/>
                <a:gd name="T78" fmla="*/ 1112 w 434"/>
                <a:gd name="T79" fmla="*/ 5368 h 1305"/>
                <a:gd name="T80" fmla="*/ 904 w 434"/>
                <a:gd name="T81" fmla="*/ 4997 h 1305"/>
                <a:gd name="T82" fmla="*/ 868 w 434"/>
                <a:gd name="T83" fmla="*/ 4892 h 1305"/>
                <a:gd name="T84" fmla="*/ 904 w 434"/>
                <a:gd name="T85" fmla="*/ 4664 h 1305"/>
                <a:gd name="T86" fmla="*/ 699 w 434"/>
                <a:gd name="T87" fmla="*/ 3629 h 1305"/>
                <a:gd name="T88" fmla="*/ 619 w 434"/>
                <a:gd name="T89" fmla="*/ 3080 h 1305"/>
                <a:gd name="T90" fmla="*/ 688 w 434"/>
                <a:gd name="T91" fmla="*/ 2397 h 1305"/>
                <a:gd name="T92" fmla="*/ 759 w 434"/>
                <a:gd name="T93" fmla="*/ 1728 h 1305"/>
                <a:gd name="T94" fmla="*/ 759 w 434"/>
                <a:gd name="T95" fmla="*/ 1670 h 1305"/>
                <a:gd name="T96" fmla="*/ 602 w 434"/>
                <a:gd name="T97" fmla="*/ 809 h 1305"/>
                <a:gd name="T98" fmla="*/ 474 w 434"/>
                <a:gd name="T99" fmla="*/ 251 h 1305"/>
                <a:gd name="T100" fmla="*/ 474 w 434"/>
                <a:gd name="T101" fmla="*/ 0 h 1305"/>
                <a:gd name="T102" fmla="*/ 2323 w 434"/>
                <a:gd name="T103" fmla="*/ 0 h 1305"/>
                <a:gd name="T104" fmla="*/ 2833 w 434"/>
                <a:gd name="T105" fmla="*/ 2015 h 1305"/>
                <a:gd name="T106" fmla="*/ 3876 w 434"/>
                <a:gd name="T107" fmla="*/ 6631 h 1305"/>
                <a:gd name="T108" fmla="*/ 3909 w 434"/>
                <a:gd name="T109" fmla="*/ 7351 h 1305"/>
                <a:gd name="T110" fmla="*/ 2901 w 434"/>
                <a:gd name="T111" fmla="*/ 11921 h 13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34" h="1305">
                  <a:moveTo>
                    <a:pt x="404" y="555"/>
                  </a:moveTo>
                  <a:cubicBezTo>
                    <a:pt x="388" y="410"/>
                    <a:pt x="360" y="289"/>
                    <a:pt x="297" y="165"/>
                  </a:cubicBezTo>
                  <a:cubicBezTo>
                    <a:pt x="271" y="115"/>
                    <a:pt x="257" y="57"/>
                    <a:pt x="244" y="1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8" y="11"/>
                    <a:pt x="38" y="19"/>
                    <a:pt x="38" y="22"/>
                  </a:cubicBezTo>
                  <a:cubicBezTo>
                    <a:pt x="45" y="64"/>
                    <a:pt x="68" y="100"/>
                    <a:pt x="67" y="144"/>
                  </a:cubicBezTo>
                  <a:cubicBezTo>
                    <a:pt x="65" y="201"/>
                    <a:pt x="41" y="253"/>
                    <a:pt x="62" y="307"/>
                  </a:cubicBezTo>
                  <a:cubicBezTo>
                    <a:pt x="71" y="330"/>
                    <a:pt x="92" y="398"/>
                    <a:pt x="78" y="408"/>
                  </a:cubicBezTo>
                  <a:cubicBezTo>
                    <a:pt x="78" y="408"/>
                    <a:pt x="77" y="408"/>
                    <a:pt x="77" y="409"/>
                  </a:cubicBezTo>
                  <a:cubicBezTo>
                    <a:pt x="79" y="414"/>
                    <a:pt x="81" y="419"/>
                    <a:pt x="83" y="424"/>
                  </a:cubicBezTo>
                  <a:cubicBezTo>
                    <a:pt x="97" y="452"/>
                    <a:pt x="122" y="471"/>
                    <a:pt x="131" y="502"/>
                  </a:cubicBezTo>
                  <a:cubicBezTo>
                    <a:pt x="141" y="537"/>
                    <a:pt x="142" y="580"/>
                    <a:pt x="138" y="615"/>
                  </a:cubicBezTo>
                  <a:cubicBezTo>
                    <a:pt x="134" y="663"/>
                    <a:pt x="119" y="696"/>
                    <a:pt x="101" y="739"/>
                  </a:cubicBezTo>
                  <a:cubicBezTo>
                    <a:pt x="87" y="772"/>
                    <a:pt x="65" y="801"/>
                    <a:pt x="50" y="834"/>
                  </a:cubicBezTo>
                  <a:cubicBezTo>
                    <a:pt x="41" y="855"/>
                    <a:pt x="30" y="875"/>
                    <a:pt x="24" y="939"/>
                  </a:cubicBezTo>
                  <a:cubicBezTo>
                    <a:pt x="34" y="988"/>
                    <a:pt x="36" y="1041"/>
                    <a:pt x="29" y="1084"/>
                  </a:cubicBezTo>
                  <a:cubicBezTo>
                    <a:pt x="18" y="1148"/>
                    <a:pt x="0" y="1217"/>
                    <a:pt x="9" y="1283"/>
                  </a:cubicBezTo>
                  <a:cubicBezTo>
                    <a:pt x="10" y="1288"/>
                    <a:pt x="11" y="1296"/>
                    <a:pt x="13" y="1304"/>
                  </a:cubicBezTo>
                  <a:cubicBezTo>
                    <a:pt x="207" y="1304"/>
                    <a:pt x="207" y="1304"/>
                    <a:pt x="207" y="1304"/>
                  </a:cubicBezTo>
                  <a:cubicBezTo>
                    <a:pt x="248" y="1042"/>
                    <a:pt x="434" y="833"/>
                    <a:pt x="404" y="555"/>
                  </a:cubicBezTo>
                  <a:close/>
                  <a:moveTo>
                    <a:pt x="295" y="999"/>
                  </a:moveTo>
                  <a:cubicBezTo>
                    <a:pt x="256" y="1093"/>
                    <a:pt x="216" y="1200"/>
                    <a:pt x="199" y="1305"/>
                  </a:cubicBezTo>
                  <a:cubicBezTo>
                    <a:pt x="21" y="1305"/>
                    <a:pt x="21" y="1305"/>
                    <a:pt x="21" y="1305"/>
                  </a:cubicBezTo>
                  <a:cubicBezTo>
                    <a:pt x="21" y="1303"/>
                    <a:pt x="19" y="1281"/>
                    <a:pt x="19" y="1281"/>
                  </a:cubicBezTo>
                  <a:cubicBezTo>
                    <a:pt x="17" y="1269"/>
                    <a:pt x="17" y="1256"/>
                    <a:pt x="17" y="1243"/>
                  </a:cubicBezTo>
                  <a:cubicBezTo>
                    <a:pt x="17" y="1203"/>
                    <a:pt x="24" y="1162"/>
                    <a:pt x="32" y="1121"/>
                  </a:cubicBezTo>
                  <a:cubicBezTo>
                    <a:pt x="38" y="1085"/>
                    <a:pt x="38" y="1085"/>
                    <a:pt x="38" y="1085"/>
                  </a:cubicBezTo>
                  <a:cubicBezTo>
                    <a:pt x="42" y="1067"/>
                    <a:pt x="43" y="1047"/>
                    <a:pt x="43" y="1026"/>
                  </a:cubicBezTo>
                  <a:cubicBezTo>
                    <a:pt x="43" y="997"/>
                    <a:pt x="40" y="967"/>
                    <a:pt x="34" y="938"/>
                  </a:cubicBezTo>
                  <a:cubicBezTo>
                    <a:pt x="39" y="882"/>
                    <a:pt x="48" y="862"/>
                    <a:pt x="57" y="843"/>
                  </a:cubicBezTo>
                  <a:cubicBezTo>
                    <a:pt x="60" y="838"/>
                    <a:pt x="60" y="838"/>
                    <a:pt x="60" y="838"/>
                  </a:cubicBezTo>
                  <a:cubicBezTo>
                    <a:pt x="66" y="823"/>
                    <a:pt x="74" y="809"/>
                    <a:pt x="83" y="794"/>
                  </a:cubicBezTo>
                  <a:cubicBezTo>
                    <a:pt x="93" y="778"/>
                    <a:pt x="102" y="761"/>
                    <a:pt x="110" y="743"/>
                  </a:cubicBezTo>
                  <a:cubicBezTo>
                    <a:pt x="110" y="743"/>
                    <a:pt x="113" y="735"/>
                    <a:pt x="113" y="735"/>
                  </a:cubicBezTo>
                  <a:cubicBezTo>
                    <a:pt x="130" y="696"/>
                    <a:pt x="144" y="662"/>
                    <a:pt x="148" y="616"/>
                  </a:cubicBezTo>
                  <a:cubicBezTo>
                    <a:pt x="149" y="606"/>
                    <a:pt x="150" y="592"/>
                    <a:pt x="150" y="576"/>
                  </a:cubicBezTo>
                  <a:cubicBezTo>
                    <a:pt x="150" y="552"/>
                    <a:pt x="148" y="524"/>
                    <a:pt x="141" y="499"/>
                  </a:cubicBezTo>
                  <a:cubicBezTo>
                    <a:pt x="135" y="479"/>
                    <a:pt x="124" y="465"/>
                    <a:pt x="113" y="450"/>
                  </a:cubicBezTo>
                  <a:cubicBezTo>
                    <a:pt x="105" y="440"/>
                    <a:pt x="98" y="431"/>
                    <a:pt x="92" y="419"/>
                  </a:cubicBezTo>
                  <a:cubicBezTo>
                    <a:pt x="92" y="419"/>
                    <a:pt x="90" y="414"/>
                    <a:pt x="88" y="410"/>
                  </a:cubicBezTo>
                  <a:cubicBezTo>
                    <a:pt x="91" y="405"/>
                    <a:pt x="92" y="399"/>
                    <a:pt x="92" y="391"/>
                  </a:cubicBezTo>
                  <a:cubicBezTo>
                    <a:pt x="92" y="362"/>
                    <a:pt x="77" y="320"/>
                    <a:pt x="71" y="304"/>
                  </a:cubicBezTo>
                  <a:cubicBezTo>
                    <a:pt x="65" y="289"/>
                    <a:pt x="63" y="274"/>
                    <a:pt x="63" y="258"/>
                  </a:cubicBezTo>
                  <a:cubicBezTo>
                    <a:pt x="63" y="240"/>
                    <a:pt x="67" y="221"/>
                    <a:pt x="70" y="201"/>
                  </a:cubicBezTo>
                  <a:cubicBezTo>
                    <a:pt x="73" y="183"/>
                    <a:pt x="76" y="164"/>
                    <a:pt x="77" y="145"/>
                  </a:cubicBezTo>
                  <a:cubicBezTo>
                    <a:pt x="77" y="143"/>
                    <a:pt x="77" y="142"/>
                    <a:pt x="77" y="140"/>
                  </a:cubicBezTo>
                  <a:cubicBezTo>
                    <a:pt x="77" y="114"/>
                    <a:pt x="69" y="91"/>
                    <a:pt x="61" y="68"/>
                  </a:cubicBezTo>
                  <a:cubicBezTo>
                    <a:pt x="56" y="52"/>
                    <a:pt x="51" y="37"/>
                    <a:pt x="48" y="21"/>
                  </a:cubicBezTo>
                  <a:cubicBezTo>
                    <a:pt x="48" y="21"/>
                    <a:pt x="48" y="3"/>
                    <a:pt x="48" y="0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248" y="54"/>
                    <a:pt x="263" y="121"/>
                    <a:pt x="288" y="169"/>
                  </a:cubicBezTo>
                  <a:cubicBezTo>
                    <a:pt x="345" y="281"/>
                    <a:pt x="377" y="397"/>
                    <a:pt x="394" y="556"/>
                  </a:cubicBezTo>
                  <a:cubicBezTo>
                    <a:pt x="396" y="576"/>
                    <a:pt x="397" y="596"/>
                    <a:pt x="397" y="616"/>
                  </a:cubicBezTo>
                  <a:cubicBezTo>
                    <a:pt x="397" y="753"/>
                    <a:pt x="347" y="873"/>
                    <a:pt x="295" y="999"/>
                  </a:cubicBezTo>
                  <a:close/>
                </a:path>
              </a:pathLst>
            </a:custGeom>
            <a:solidFill>
              <a:srgbClr val="F6BD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9">
              <a:extLst>
                <a:ext uri="{FF2B5EF4-FFF2-40B4-BE49-F238E27FC236}">
                  <a16:creationId xmlns:a16="http://schemas.microsoft.com/office/drawing/2014/main" id="{244A4CD3-F5D6-45F0-AFBC-D7B196400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50"/>
              <a:ext cx="118" cy="402"/>
            </a:xfrm>
            <a:custGeom>
              <a:avLst/>
              <a:gdLst>
                <a:gd name="T0" fmla="*/ 446 w 55"/>
                <a:gd name="T1" fmla="*/ 0 h 176"/>
                <a:gd name="T2" fmla="*/ 266 w 55"/>
                <a:gd name="T3" fmla="*/ 882 h 176"/>
                <a:gd name="T4" fmla="*/ 19 w 55"/>
                <a:gd name="T5" fmla="*/ 2097 h 176"/>
                <a:gd name="T6" fmla="*/ 455 w 55"/>
                <a:gd name="T7" fmla="*/ 1190 h 176"/>
                <a:gd name="T8" fmla="*/ 515 w 55"/>
                <a:gd name="T9" fmla="*/ 557 h 176"/>
                <a:gd name="T10" fmla="*/ 474 w 55"/>
                <a:gd name="T11" fmla="*/ 0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76">
                  <a:moveTo>
                    <a:pt x="45" y="0"/>
                  </a:moveTo>
                  <a:cubicBezTo>
                    <a:pt x="41" y="26"/>
                    <a:pt x="34" y="49"/>
                    <a:pt x="27" y="74"/>
                  </a:cubicBezTo>
                  <a:cubicBezTo>
                    <a:pt x="17" y="105"/>
                    <a:pt x="0" y="143"/>
                    <a:pt x="2" y="176"/>
                  </a:cubicBezTo>
                  <a:cubicBezTo>
                    <a:pt x="2" y="163"/>
                    <a:pt x="27" y="78"/>
                    <a:pt x="46" y="100"/>
                  </a:cubicBezTo>
                  <a:cubicBezTo>
                    <a:pt x="55" y="83"/>
                    <a:pt x="52" y="65"/>
                    <a:pt x="52" y="47"/>
                  </a:cubicBezTo>
                  <a:cubicBezTo>
                    <a:pt x="51" y="31"/>
                    <a:pt x="54" y="14"/>
                    <a:pt x="48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10">
              <a:extLst>
                <a:ext uri="{FF2B5EF4-FFF2-40B4-BE49-F238E27FC236}">
                  <a16:creationId xmlns:a16="http://schemas.microsoft.com/office/drawing/2014/main" id="{5621351D-8121-47E5-94B4-B84151AE7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452"/>
              <a:ext cx="154" cy="725"/>
            </a:xfrm>
            <a:custGeom>
              <a:avLst/>
              <a:gdLst>
                <a:gd name="T0" fmla="*/ 0 w 72"/>
                <a:gd name="T1" fmla="*/ 2276 h 317"/>
                <a:gd name="T2" fmla="*/ 216 w 72"/>
                <a:gd name="T3" fmla="*/ 3792 h 317"/>
                <a:gd name="T4" fmla="*/ 507 w 72"/>
                <a:gd name="T5" fmla="*/ 2918 h 317"/>
                <a:gd name="T6" fmla="*/ 567 w 72"/>
                <a:gd name="T7" fmla="*/ 2138 h 317"/>
                <a:gd name="T8" fmla="*/ 402 w 72"/>
                <a:gd name="T9" fmla="*/ 0 h 317"/>
                <a:gd name="T10" fmla="*/ 449 w 72"/>
                <a:gd name="T11" fmla="*/ 1402 h 317"/>
                <a:gd name="T12" fmla="*/ 430 w 72"/>
                <a:gd name="T13" fmla="*/ 2008 h 317"/>
                <a:gd name="T14" fmla="*/ 394 w 72"/>
                <a:gd name="T15" fmla="*/ 2642 h 317"/>
                <a:gd name="T16" fmla="*/ 165 w 72"/>
                <a:gd name="T17" fmla="*/ 2454 h 3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317">
                  <a:moveTo>
                    <a:pt x="0" y="190"/>
                  </a:moveTo>
                  <a:cubicBezTo>
                    <a:pt x="24" y="225"/>
                    <a:pt x="23" y="276"/>
                    <a:pt x="22" y="317"/>
                  </a:cubicBezTo>
                  <a:cubicBezTo>
                    <a:pt x="27" y="291"/>
                    <a:pt x="45" y="269"/>
                    <a:pt x="52" y="244"/>
                  </a:cubicBezTo>
                  <a:cubicBezTo>
                    <a:pt x="57" y="222"/>
                    <a:pt x="60" y="201"/>
                    <a:pt x="58" y="179"/>
                  </a:cubicBezTo>
                  <a:cubicBezTo>
                    <a:pt x="53" y="115"/>
                    <a:pt x="72" y="59"/>
                    <a:pt x="41" y="0"/>
                  </a:cubicBezTo>
                  <a:cubicBezTo>
                    <a:pt x="52" y="42"/>
                    <a:pt x="55" y="73"/>
                    <a:pt x="46" y="117"/>
                  </a:cubicBezTo>
                  <a:cubicBezTo>
                    <a:pt x="43" y="135"/>
                    <a:pt x="41" y="149"/>
                    <a:pt x="44" y="168"/>
                  </a:cubicBezTo>
                  <a:cubicBezTo>
                    <a:pt x="46" y="185"/>
                    <a:pt x="51" y="205"/>
                    <a:pt x="40" y="221"/>
                  </a:cubicBezTo>
                  <a:cubicBezTo>
                    <a:pt x="32" y="218"/>
                    <a:pt x="22" y="212"/>
                    <a:pt x="17" y="205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11">
              <a:extLst>
                <a:ext uri="{FF2B5EF4-FFF2-40B4-BE49-F238E27FC236}">
                  <a16:creationId xmlns:a16="http://schemas.microsoft.com/office/drawing/2014/main" id="{9BB00626-D650-40A1-A9F2-0537FCB72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30"/>
              <a:ext cx="90" cy="146"/>
            </a:xfrm>
            <a:custGeom>
              <a:avLst/>
              <a:gdLst>
                <a:gd name="T0" fmla="*/ 0 w 42"/>
                <a:gd name="T1" fmla="*/ 452 h 64"/>
                <a:gd name="T2" fmla="*/ 234 w 42"/>
                <a:gd name="T3" fmla="*/ 735 h 64"/>
                <a:gd name="T4" fmla="*/ 414 w 42"/>
                <a:gd name="T5" fmla="*/ 381 h 64"/>
                <a:gd name="T6" fmla="*/ 189 w 42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4">
                  <a:moveTo>
                    <a:pt x="0" y="38"/>
                  </a:moveTo>
                  <a:cubicBezTo>
                    <a:pt x="6" y="47"/>
                    <a:pt x="10" y="64"/>
                    <a:pt x="24" y="62"/>
                  </a:cubicBezTo>
                  <a:cubicBezTo>
                    <a:pt x="37" y="60"/>
                    <a:pt x="41" y="43"/>
                    <a:pt x="42" y="32"/>
                  </a:cubicBezTo>
                  <a:cubicBezTo>
                    <a:pt x="42" y="15"/>
                    <a:pt x="34" y="6"/>
                    <a:pt x="19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12">
              <a:extLst>
                <a:ext uri="{FF2B5EF4-FFF2-40B4-BE49-F238E27FC236}">
                  <a16:creationId xmlns:a16="http://schemas.microsoft.com/office/drawing/2014/main" id="{CD3C6F91-9D7E-422D-90F0-E32FD54CE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146"/>
              <a:ext cx="90" cy="185"/>
            </a:xfrm>
            <a:custGeom>
              <a:avLst/>
              <a:gdLst>
                <a:gd name="T0" fmla="*/ 0 w 42"/>
                <a:gd name="T1" fmla="*/ 667 h 81"/>
                <a:gd name="T2" fmla="*/ 354 w 42"/>
                <a:gd name="T3" fmla="*/ 605 h 81"/>
                <a:gd name="T4" fmla="*/ 234 w 42"/>
                <a:gd name="T5" fmla="*/ 9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1">
                  <a:moveTo>
                    <a:pt x="0" y="56"/>
                  </a:moveTo>
                  <a:cubicBezTo>
                    <a:pt x="0" y="81"/>
                    <a:pt x="30" y="65"/>
                    <a:pt x="36" y="51"/>
                  </a:cubicBezTo>
                  <a:cubicBezTo>
                    <a:pt x="39" y="44"/>
                    <a:pt x="42" y="0"/>
                    <a:pt x="24" y="8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13">
              <a:extLst>
                <a:ext uri="{FF2B5EF4-FFF2-40B4-BE49-F238E27FC236}">
                  <a16:creationId xmlns:a16="http://schemas.microsoft.com/office/drawing/2014/main" id="{3ACC6213-9C37-4A50-A716-3C18E720C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205"/>
              <a:ext cx="267" cy="629"/>
            </a:xfrm>
            <a:custGeom>
              <a:avLst/>
              <a:gdLst>
                <a:gd name="T0" fmla="*/ 49 w 125"/>
                <a:gd name="T1" fmla="*/ 2454 h 275"/>
                <a:gd name="T2" fmla="*/ 41 w 125"/>
                <a:gd name="T3" fmla="*/ 2919 h 275"/>
                <a:gd name="T4" fmla="*/ 145 w 125"/>
                <a:gd name="T5" fmla="*/ 3291 h 275"/>
                <a:gd name="T6" fmla="*/ 643 w 125"/>
                <a:gd name="T7" fmla="*/ 1821 h 275"/>
                <a:gd name="T8" fmla="*/ 1218 w 125"/>
                <a:gd name="T9" fmla="*/ 0 h 275"/>
                <a:gd name="T10" fmla="*/ 547 w 125"/>
                <a:gd name="T11" fmla="*/ 1317 h 275"/>
                <a:gd name="T12" fmla="*/ 233 w 125"/>
                <a:gd name="T13" fmla="*/ 1349 h 275"/>
                <a:gd name="T14" fmla="*/ 156 w 125"/>
                <a:gd name="T15" fmla="*/ 1016 h 275"/>
                <a:gd name="T16" fmla="*/ 19 w 125"/>
                <a:gd name="T17" fmla="*/ 1638 h 275"/>
                <a:gd name="T18" fmla="*/ 60 w 125"/>
                <a:gd name="T19" fmla="*/ 2214 h 275"/>
                <a:gd name="T20" fmla="*/ 41 w 125"/>
                <a:gd name="T21" fmla="*/ 2594 h 2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275">
                  <a:moveTo>
                    <a:pt x="5" y="205"/>
                  </a:moveTo>
                  <a:cubicBezTo>
                    <a:pt x="5" y="217"/>
                    <a:pt x="2" y="233"/>
                    <a:pt x="4" y="244"/>
                  </a:cubicBezTo>
                  <a:cubicBezTo>
                    <a:pt x="5" y="255"/>
                    <a:pt x="12" y="265"/>
                    <a:pt x="15" y="275"/>
                  </a:cubicBezTo>
                  <a:cubicBezTo>
                    <a:pt x="19" y="229"/>
                    <a:pt x="46" y="192"/>
                    <a:pt x="66" y="152"/>
                  </a:cubicBezTo>
                  <a:cubicBezTo>
                    <a:pt x="90" y="106"/>
                    <a:pt x="117" y="51"/>
                    <a:pt x="125" y="0"/>
                  </a:cubicBezTo>
                  <a:cubicBezTo>
                    <a:pt x="125" y="38"/>
                    <a:pt x="93" y="92"/>
                    <a:pt x="56" y="110"/>
                  </a:cubicBezTo>
                  <a:cubicBezTo>
                    <a:pt x="46" y="114"/>
                    <a:pt x="33" y="119"/>
                    <a:pt x="24" y="113"/>
                  </a:cubicBezTo>
                  <a:cubicBezTo>
                    <a:pt x="14" y="106"/>
                    <a:pt x="16" y="96"/>
                    <a:pt x="16" y="85"/>
                  </a:cubicBezTo>
                  <a:cubicBezTo>
                    <a:pt x="8" y="98"/>
                    <a:pt x="0" y="122"/>
                    <a:pt x="2" y="137"/>
                  </a:cubicBezTo>
                  <a:cubicBezTo>
                    <a:pt x="4" y="154"/>
                    <a:pt x="7" y="167"/>
                    <a:pt x="6" y="185"/>
                  </a:cubicBezTo>
                  <a:cubicBezTo>
                    <a:pt x="5" y="196"/>
                    <a:pt x="4" y="206"/>
                    <a:pt x="4" y="217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14">
              <a:extLst>
                <a:ext uri="{FF2B5EF4-FFF2-40B4-BE49-F238E27FC236}">
                  <a16:creationId xmlns:a16="http://schemas.microsoft.com/office/drawing/2014/main" id="{9E9E0329-DC9D-4B74-BB81-63086A8EE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595"/>
              <a:ext cx="148" cy="231"/>
            </a:xfrm>
            <a:custGeom>
              <a:avLst/>
              <a:gdLst>
                <a:gd name="T0" fmla="*/ 234 w 69"/>
                <a:gd name="T1" fmla="*/ 11 h 101"/>
                <a:gd name="T2" fmla="*/ 433 w 69"/>
                <a:gd name="T3" fmla="*/ 1208 h 101"/>
                <a:gd name="T4" fmla="*/ 354 w 69"/>
                <a:gd name="T5" fmla="*/ 444 h 101"/>
                <a:gd name="T6" fmla="*/ 680 w 69"/>
                <a:gd name="T7" fmla="*/ 789 h 101"/>
                <a:gd name="T8" fmla="*/ 277 w 69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01">
                  <a:moveTo>
                    <a:pt x="24" y="1"/>
                  </a:moveTo>
                  <a:cubicBezTo>
                    <a:pt x="0" y="2"/>
                    <a:pt x="42" y="90"/>
                    <a:pt x="44" y="101"/>
                  </a:cubicBezTo>
                  <a:cubicBezTo>
                    <a:pt x="44" y="91"/>
                    <a:pt x="23" y="48"/>
                    <a:pt x="36" y="37"/>
                  </a:cubicBezTo>
                  <a:cubicBezTo>
                    <a:pt x="48" y="27"/>
                    <a:pt x="62" y="60"/>
                    <a:pt x="69" y="66"/>
                  </a:cubicBezTo>
                  <a:cubicBezTo>
                    <a:pt x="69" y="49"/>
                    <a:pt x="41" y="12"/>
                    <a:pt x="28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15">
              <a:extLst>
                <a:ext uri="{FF2B5EF4-FFF2-40B4-BE49-F238E27FC236}">
                  <a16:creationId xmlns:a16="http://schemas.microsoft.com/office/drawing/2014/main" id="{C1E02B88-567B-4616-AA3C-C4F22C564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818"/>
              <a:ext cx="90" cy="356"/>
            </a:xfrm>
            <a:custGeom>
              <a:avLst/>
              <a:gdLst>
                <a:gd name="T0" fmla="*/ 129 w 42"/>
                <a:gd name="T1" fmla="*/ 0 h 156"/>
                <a:gd name="T2" fmla="*/ 165 w 42"/>
                <a:gd name="T3" fmla="*/ 584 h 156"/>
                <a:gd name="T4" fmla="*/ 0 w 42"/>
                <a:gd name="T5" fmla="*/ 1317 h 156"/>
                <a:gd name="T6" fmla="*/ 234 w 42"/>
                <a:gd name="T7" fmla="*/ 1296 h 156"/>
                <a:gd name="T8" fmla="*/ 294 w 42"/>
                <a:gd name="T9" fmla="*/ 1853 h 156"/>
                <a:gd name="T10" fmla="*/ 302 w 42"/>
                <a:gd name="T11" fmla="*/ 954 h 156"/>
                <a:gd name="T12" fmla="*/ 206 w 42"/>
                <a:gd name="T13" fmla="*/ 155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56">
                  <a:moveTo>
                    <a:pt x="13" y="0"/>
                  </a:moveTo>
                  <a:cubicBezTo>
                    <a:pt x="15" y="16"/>
                    <a:pt x="18" y="32"/>
                    <a:pt x="17" y="49"/>
                  </a:cubicBezTo>
                  <a:cubicBezTo>
                    <a:pt x="16" y="71"/>
                    <a:pt x="4" y="89"/>
                    <a:pt x="0" y="111"/>
                  </a:cubicBezTo>
                  <a:cubicBezTo>
                    <a:pt x="10" y="101"/>
                    <a:pt x="16" y="92"/>
                    <a:pt x="24" y="109"/>
                  </a:cubicBezTo>
                  <a:cubicBezTo>
                    <a:pt x="30" y="122"/>
                    <a:pt x="29" y="142"/>
                    <a:pt x="30" y="156"/>
                  </a:cubicBezTo>
                  <a:cubicBezTo>
                    <a:pt x="42" y="147"/>
                    <a:pt x="32" y="96"/>
                    <a:pt x="31" y="80"/>
                  </a:cubicBezTo>
                  <a:cubicBezTo>
                    <a:pt x="29" y="58"/>
                    <a:pt x="21" y="35"/>
                    <a:pt x="21" y="13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16">
              <a:extLst>
                <a:ext uri="{FF2B5EF4-FFF2-40B4-BE49-F238E27FC236}">
                  <a16:creationId xmlns:a16="http://schemas.microsoft.com/office/drawing/2014/main" id="{0A610099-3F67-40E3-9807-D4C2E7E0F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3298"/>
              <a:ext cx="99" cy="158"/>
            </a:xfrm>
            <a:custGeom>
              <a:avLst/>
              <a:gdLst>
                <a:gd name="T0" fmla="*/ 52 w 46"/>
                <a:gd name="T1" fmla="*/ 337 h 69"/>
                <a:gd name="T2" fmla="*/ 260 w 46"/>
                <a:gd name="T3" fmla="*/ 687 h 69"/>
                <a:gd name="T4" fmla="*/ 200 w 46"/>
                <a:gd name="T5" fmla="*/ 131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9">
                  <a:moveTo>
                    <a:pt x="5" y="28"/>
                  </a:moveTo>
                  <a:cubicBezTo>
                    <a:pt x="0" y="43"/>
                    <a:pt x="8" y="69"/>
                    <a:pt x="26" y="57"/>
                  </a:cubicBezTo>
                  <a:cubicBezTo>
                    <a:pt x="40" y="47"/>
                    <a:pt x="46" y="0"/>
                    <a:pt x="20" y="11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17">
              <a:extLst>
                <a:ext uri="{FF2B5EF4-FFF2-40B4-BE49-F238E27FC236}">
                  <a16:creationId xmlns:a16="http://schemas.microsoft.com/office/drawing/2014/main" id="{2F8440D0-6F7F-4CF6-92B2-259C65577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905"/>
              <a:ext cx="146" cy="601"/>
            </a:xfrm>
            <a:custGeom>
              <a:avLst/>
              <a:gdLst>
                <a:gd name="T0" fmla="*/ 326 w 68"/>
                <a:gd name="T1" fmla="*/ 25 h 263"/>
                <a:gd name="T2" fmla="*/ 180 w 68"/>
                <a:gd name="T3" fmla="*/ 777 h 263"/>
                <a:gd name="T4" fmla="*/ 0 w 68"/>
                <a:gd name="T5" fmla="*/ 1755 h 263"/>
                <a:gd name="T6" fmla="*/ 258 w 68"/>
                <a:gd name="T7" fmla="*/ 1028 h 263"/>
                <a:gd name="T8" fmla="*/ 365 w 68"/>
                <a:gd name="T9" fmla="*/ 464 h 263"/>
                <a:gd name="T10" fmla="*/ 365 w 68"/>
                <a:gd name="T11" fmla="*/ 1979 h 263"/>
                <a:gd name="T12" fmla="*/ 494 w 68"/>
                <a:gd name="T13" fmla="*/ 2637 h 263"/>
                <a:gd name="T14" fmla="*/ 586 w 68"/>
                <a:gd name="T15" fmla="*/ 3138 h 263"/>
                <a:gd name="T16" fmla="*/ 507 w 68"/>
                <a:gd name="T17" fmla="*/ 2246 h 263"/>
                <a:gd name="T18" fmla="*/ 586 w 68"/>
                <a:gd name="T19" fmla="*/ 1515 h 263"/>
                <a:gd name="T20" fmla="*/ 535 w 68"/>
                <a:gd name="T21" fmla="*/ 670 h 263"/>
                <a:gd name="T22" fmla="*/ 337 w 68"/>
                <a:gd name="T23" fmla="*/ 0 h 2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263">
                  <a:moveTo>
                    <a:pt x="33" y="2"/>
                  </a:moveTo>
                  <a:cubicBezTo>
                    <a:pt x="13" y="12"/>
                    <a:pt x="18" y="47"/>
                    <a:pt x="18" y="65"/>
                  </a:cubicBezTo>
                  <a:cubicBezTo>
                    <a:pt x="18" y="96"/>
                    <a:pt x="10" y="119"/>
                    <a:pt x="0" y="147"/>
                  </a:cubicBezTo>
                  <a:cubicBezTo>
                    <a:pt x="13" y="129"/>
                    <a:pt x="24" y="108"/>
                    <a:pt x="26" y="86"/>
                  </a:cubicBezTo>
                  <a:cubicBezTo>
                    <a:pt x="27" y="77"/>
                    <a:pt x="26" y="39"/>
                    <a:pt x="37" y="39"/>
                  </a:cubicBezTo>
                  <a:cubicBezTo>
                    <a:pt x="51" y="84"/>
                    <a:pt x="37" y="121"/>
                    <a:pt x="37" y="166"/>
                  </a:cubicBezTo>
                  <a:cubicBezTo>
                    <a:pt x="36" y="187"/>
                    <a:pt x="45" y="202"/>
                    <a:pt x="50" y="221"/>
                  </a:cubicBezTo>
                  <a:cubicBezTo>
                    <a:pt x="54" y="234"/>
                    <a:pt x="55" y="254"/>
                    <a:pt x="59" y="263"/>
                  </a:cubicBezTo>
                  <a:cubicBezTo>
                    <a:pt x="68" y="243"/>
                    <a:pt x="52" y="210"/>
                    <a:pt x="51" y="188"/>
                  </a:cubicBezTo>
                  <a:cubicBezTo>
                    <a:pt x="50" y="166"/>
                    <a:pt x="58" y="148"/>
                    <a:pt x="59" y="127"/>
                  </a:cubicBezTo>
                  <a:cubicBezTo>
                    <a:pt x="60" y="105"/>
                    <a:pt x="59" y="77"/>
                    <a:pt x="54" y="56"/>
                  </a:cubicBezTo>
                  <a:cubicBezTo>
                    <a:pt x="50" y="36"/>
                    <a:pt x="39" y="19"/>
                    <a:pt x="34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18">
              <a:extLst>
                <a:ext uri="{FF2B5EF4-FFF2-40B4-BE49-F238E27FC236}">
                  <a16:creationId xmlns:a16="http://schemas.microsoft.com/office/drawing/2014/main" id="{F907E140-2B4C-4C2A-B1F0-0722C83B0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244"/>
              <a:ext cx="145" cy="446"/>
            </a:xfrm>
            <a:custGeom>
              <a:avLst/>
              <a:gdLst>
                <a:gd name="T0" fmla="*/ 290 w 68"/>
                <a:gd name="T1" fmla="*/ 983 h 195"/>
                <a:gd name="T2" fmla="*/ 341 w 68"/>
                <a:gd name="T3" fmla="*/ 455 h 195"/>
                <a:gd name="T4" fmla="*/ 446 w 68"/>
                <a:gd name="T5" fmla="*/ 121 h 195"/>
                <a:gd name="T6" fmla="*/ 582 w 68"/>
                <a:gd name="T7" fmla="*/ 25 h 195"/>
                <a:gd name="T8" fmla="*/ 563 w 68"/>
                <a:gd name="T9" fmla="*/ 371 h 195"/>
                <a:gd name="T10" fmla="*/ 642 w 68"/>
                <a:gd name="T11" fmla="*/ 2333 h 195"/>
                <a:gd name="T12" fmla="*/ 454 w 68"/>
                <a:gd name="T13" fmla="*/ 1516 h 195"/>
                <a:gd name="T14" fmla="*/ 418 w 68"/>
                <a:gd name="T15" fmla="*/ 983 h 195"/>
                <a:gd name="T16" fmla="*/ 241 w 68"/>
                <a:gd name="T17" fmla="*/ 1507 h 195"/>
                <a:gd name="T18" fmla="*/ 136 w 68"/>
                <a:gd name="T19" fmla="*/ 1757 h 195"/>
                <a:gd name="T20" fmla="*/ 0 w 68"/>
                <a:gd name="T21" fmla="*/ 1914 h 195"/>
                <a:gd name="T22" fmla="*/ 173 w 68"/>
                <a:gd name="T23" fmla="*/ 1496 h 195"/>
                <a:gd name="T24" fmla="*/ 290 w 68"/>
                <a:gd name="T25" fmla="*/ 958 h 1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195">
                  <a:moveTo>
                    <a:pt x="30" y="82"/>
                  </a:moveTo>
                  <a:cubicBezTo>
                    <a:pt x="29" y="68"/>
                    <a:pt x="32" y="52"/>
                    <a:pt x="35" y="38"/>
                  </a:cubicBezTo>
                  <a:cubicBezTo>
                    <a:pt x="37" y="30"/>
                    <a:pt x="41" y="17"/>
                    <a:pt x="46" y="10"/>
                  </a:cubicBezTo>
                  <a:cubicBezTo>
                    <a:pt x="48" y="7"/>
                    <a:pt x="56" y="0"/>
                    <a:pt x="60" y="2"/>
                  </a:cubicBezTo>
                  <a:cubicBezTo>
                    <a:pt x="68" y="7"/>
                    <a:pt x="59" y="25"/>
                    <a:pt x="58" y="31"/>
                  </a:cubicBezTo>
                  <a:cubicBezTo>
                    <a:pt x="48" y="86"/>
                    <a:pt x="55" y="141"/>
                    <a:pt x="66" y="195"/>
                  </a:cubicBezTo>
                  <a:cubicBezTo>
                    <a:pt x="56" y="174"/>
                    <a:pt x="49" y="151"/>
                    <a:pt x="47" y="127"/>
                  </a:cubicBezTo>
                  <a:cubicBezTo>
                    <a:pt x="46" y="116"/>
                    <a:pt x="53" y="89"/>
                    <a:pt x="43" y="82"/>
                  </a:cubicBezTo>
                  <a:cubicBezTo>
                    <a:pt x="33" y="93"/>
                    <a:pt x="31" y="112"/>
                    <a:pt x="25" y="126"/>
                  </a:cubicBezTo>
                  <a:cubicBezTo>
                    <a:pt x="22" y="133"/>
                    <a:pt x="19" y="141"/>
                    <a:pt x="14" y="147"/>
                  </a:cubicBezTo>
                  <a:cubicBezTo>
                    <a:pt x="9" y="152"/>
                    <a:pt x="4" y="153"/>
                    <a:pt x="0" y="160"/>
                  </a:cubicBezTo>
                  <a:cubicBezTo>
                    <a:pt x="7" y="149"/>
                    <a:pt x="13" y="137"/>
                    <a:pt x="18" y="125"/>
                  </a:cubicBezTo>
                  <a:cubicBezTo>
                    <a:pt x="25" y="110"/>
                    <a:pt x="26" y="96"/>
                    <a:pt x="30" y="8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19">
              <a:extLst>
                <a:ext uri="{FF2B5EF4-FFF2-40B4-BE49-F238E27FC236}">
                  <a16:creationId xmlns:a16="http://schemas.microsoft.com/office/drawing/2014/main" id="{E1F12DFB-26D8-4BDC-BD89-0D638593D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621"/>
              <a:ext cx="63" cy="451"/>
            </a:xfrm>
            <a:custGeom>
              <a:avLst/>
              <a:gdLst>
                <a:gd name="T0" fmla="*/ 113 w 29"/>
                <a:gd name="T1" fmla="*/ 398 h 197"/>
                <a:gd name="T2" fmla="*/ 226 w 29"/>
                <a:gd name="T3" fmla="*/ 1021 h 197"/>
                <a:gd name="T4" fmla="*/ 265 w 29"/>
                <a:gd name="T5" fmla="*/ 1330 h 197"/>
                <a:gd name="T6" fmla="*/ 141 w 29"/>
                <a:gd name="T7" fmla="*/ 1655 h 197"/>
                <a:gd name="T8" fmla="*/ 61 w 29"/>
                <a:gd name="T9" fmla="*/ 2363 h 197"/>
                <a:gd name="T10" fmla="*/ 0 w 29"/>
                <a:gd name="T11" fmla="*/ 1751 h 197"/>
                <a:gd name="T12" fmla="*/ 43 w 29"/>
                <a:gd name="T13" fmla="*/ 1545 h 197"/>
                <a:gd name="T14" fmla="*/ 72 w 29"/>
                <a:gd name="T15" fmla="*/ 1200 h 197"/>
                <a:gd name="T16" fmla="*/ 52 w 29"/>
                <a:gd name="T17" fmla="*/ 634 h 197"/>
                <a:gd name="T18" fmla="*/ 0 w 29"/>
                <a:gd name="T19" fmla="*/ 0 h 1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197">
                  <a:moveTo>
                    <a:pt x="11" y="33"/>
                  </a:moveTo>
                  <a:cubicBezTo>
                    <a:pt x="15" y="51"/>
                    <a:pt x="16" y="68"/>
                    <a:pt x="22" y="85"/>
                  </a:cubicBezTo>
                  <a:cubicBezTo>
                    <a:pt x="25" y="95"/>
                    <a:pt x="29" y="102"/>
                    <a:pt x="26" y="111"/>
                  </a:cubicBezTo>
                  <a:cubicBezTo>
                    <a:pt x="24" y="121"/>
                    <a:pt x="17" y="129"/>
                    <a:pt x="14" y="138"/>
                  </a:cubicBezTo>
                  <a:cubicBezTo>
                    <a:pt x="8" y="156"/>
                    <a:pt x="7" y="178"/>
                    <a:pt x="6" y="197"/>
                  </a:cubicBezTo>
                  <a:cubicBezTo>
                    <a:pt x="7" y="179"/>
                    <a:pt x="0" y="163"/>
                    <a:pt x="0" y="146"/>
                  </a:cubicBezTo>
                  <a:cubicBezTo>
                    <a:pt x="0" y="138"/>
                    <a:pt x="2" y="136"/>
                    <a:pt x="4" y="129"/>
                  </a:cubicBezTo>
                  <a:cubicBezTo>
                    <a:pt x="7" y="119"/>
                    <a:pt x="7" y="111"/>
                    <a:pt x="7" y="100"/>
                  </a:cubicBezTo>
                  <a:cubicBezTo>
                    <a:pt x="6" y="85"/>
                    <a:pt x="5" y="69"/>
                    <a:pt x="5" y="53"/>
                  </a:cubicBezTo>
                  <a:cubicBezTo>
                    <a:pt x="4" y="35"/>
                    <a:pt x="6" y="19"/>
                    <a:pt x="0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20">
              <a:extLst>
                <a:ext uri="{FF2B5EF4-FFF2-40B4-BE49-F238E27FC236}">
                  <a16:creationId xmlns:a16="http://schemas.microsoft.com/office/drawing/2014/main" id="{C4031B4A-9AFD-4CD7-A6E2-4F20B03E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839"/>
              <a:ext cx="86" cy="180"/>
            </a:xfrm>
            <a:custGeom>
              <a:avLst/>
              <a:gdLst>
                <a:gd name="T0" fmla="*/ 0 w 40"/>
                <a:gd name="T1" fmla="*/ 686 h 79"/>
                <a:gd name="T2" fmla="*/ 370 w 40"/>
                <a:gd name="T3" fmla="*/ 638 h 79"/>
                <a:gd name="T4" fmla="*/ 172 w 40"/>
                <a:gd name="T5" fmla="*/ 118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9">
                  <a:moveTo>
                    <a:pt x="0" y="58"/>
                  </a:moveTo>
                  <a:cubicBezTo>
                    <a:pt x="9" y="79"/>
                    <a:pt x="31" y="74"/>
                    <a:pt x="37" y="54"/>
                  </a:cubicBezTo>
                  <a:cubicBezTo>
                    <a:pt x="40" y="44"/>
                    <a:pt x="37" y="0"/>
                    <a:pt x="17" y="1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21">
              <a:extLst>
                <a:ext uri="{FF2B5EF4-FFF2-40B4-BE49-F238E27FC236}">
                  <a16:creationId xmlns:a16="http://schemas.microsoft.com/office/drawing/2014/main" id="{35CEE126-6362-4A2A-B20F-BB269B61F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3129"/>
              <a:ext cx="158" cy="550"/>
            </a:xfrm>
            <a:custGeom>
              <a:avLst/>
              <a:gdLst>
                <a:gd name="T0" fmla="*/ 49 w 74"/>
                <a:gd name="T1" fmla="*/ 1714 h 241"/>
                <a:gd name="T2" fmla="*/ 49 w 74"/>
                <a:gd name="T3" fmla="*/ 2376 h 241"/>
                <a:gd name="T4" fmla="*/ 156 w 74"/>
                <a:gd name="T5" fmla="*/ 2688 h 241"/>
                <a:gd name="T6" fmla="*/ 282 w 74"/>
                <a:gd name="T7" fmla="*/ 2198 h 241"/>
                <a:gd name="T8" fmla="*/ 333 w 74"/>
                <a:gd name="T9" fmla="*/ 1308 h 241"/>
                <a:gd name="T10" fmla="*/ 720 w 74"/>
                <a:gd name="T11" fmla="*/ 0 h 241"/>
                <a:gd name="T12" fmla="*/ 487 w 74"/>
                <a:gd name="T13" fmla="*/ 621 h 241"/>
                <a:gd name="T14" fmla="*/ 301 w 74"/>
                <a:gd name="T15" fmla="*/ 963 h 241"/>
                <a:gd name="T16" fmla="*/ 164 w 74"/>
                <a:gd name="T17" fmla="*/ 1463 h 241"/>
                <a:gd name="T18" fmla="*/ 105 w 74"/>
                <a:gd name="T19" fmla="*/ 1890 h 241"/>
                <a:gd name="T20" fmla="*/ 88 w 74"/>
                <a:gd name="T21" fmla="*/ 1865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241">
                  <a:moveTo>
                    <a:pt x="5" y="144"/>
                  </a:moveTo>
                  <a:cubicBezTo>
                    <a:pt x="0" y="161"/>
                    <a:pt x="3" y="183"/>
                    <a:pt x="5" y="200"/>
                  </a:cubicBezTo>
                  <a:cubicBezTo>
                    <a:pt x="6" y="208"/>
                    <a:pt x="9" y="221"/>
                    <a:pt x="16" y="226"/>
                  </a:cubicBezTo>
                  <a:cubicBezTo>
                    <a:pt x="36" y="241"/>
                    <a:pt x="29" y="194"/>
                    <a:pt x="29" y="185"/>
                  </a:cubicBezTo>
                  <a:cubicBezTo>
                    <a:pt x="28" y="159"/>
                    <a:pt x="27" y="136"/>
                    <a:pt x="34" y="110"/>
                  </a:cubicBezTo>
                  <a:cubicBezTo>
                    <a:pt x="42" y="81"/>
                    <a:pt x="71" y="31"/>
                    <a:pt x="74" y="0"/>
                  </a:cubicBezTo>
                  <a:cubicBezTo>
                    <a:pt x="68" y="10"/>
                    <a:pt x="54" y="42"/>
                    <a:pt x="50" y="52"/>
                  </a:cubicBezTo>
                  <a:cubicBezTo>
                    <a:pt x="45" y="63"/>
                    <a:pt x="37" y="72"/>
                    <a:pt x="31" y="81"/>
                  </a:cubicBezTo>
                  <a:cubicBezTo>
                    <a:pt x="24" y="95"/>
                    <a:pt x="20" y="108"/>
                    <a:pt x="17" y="123"/>
                  </a:cubicBezTo>
                  <a:cubicBezTo>
                    <a:pt x="15" y="134"/>
                    <a:pt x="15" y="149"/>
                    <a:pt x="11" y="159"/>
                  </a:cubicBezTo>
                  <a:cubicBezTo>
                    <a:pt x="10" y="159"/>
                    <a:pt x="9" y="158"/>
                    <a:pt x="9" y="157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22">
              <a:extLst>
                <a:ext uri="{FF2B5EF4-FFF2-40B4-BE49-F238E27FC236}">
                  <a16:creationId xmlns:a16="http://schemas.microsoft.com/office/drawing/2014/main" id="{B330C27E-5CF1-48C5-A8F3-F56899DB9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522"/>
              <a:ext cx="101" cy="235"/>
            </a:xfrm>
            <a:custGeom>
              <a:avLst/>
              <a:gdLst>
                <a:gd name="T0" fmla="*/ 28 w 47"/>
                <a:gd name="T1" fmla="*/ 511 h 103"/>
                <a:gd name="T2" fmla="*/ 120 w 47"/>
                <a:gd name="T3" fmla="*/ 1150 h 103"/>
                <a:gd name="T4" fmla="*/ 466 w 47"/>
                <a:gd name="T5" fmla="*/ 1177 h 103"/>
                <a:gd name="T6" fmla="*/ 406 w 47"/>
                <a:gd name="T7" fmla="*/ 0 h 103"/>
                <a:gd name="T8" fmla="*/ 337 w 47"/>
                <a:gd name="T9" fmla="*/ 322 h 103"/>
                <a:gd name="T10" fmla="*/ 277 w 47"/>
                <a:gd name="T11" fmla="*/ 808 h 103"/>
                <a:gd name="T12" fmla="*/ 69 w 47"/>
                <a:gd name="T13" fmla="*/ 63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3">
                  <a:moveTo>
                    <a:pt x="3" y="43"/>
                  </a:moveTo>
                  <a:cubicBezTo>
                    <a:pt x="0" y="56"/>
                    <a:pt x="0" y="89"/>
                    <a:pt x="12" y="97"/>
                  </a:cubicBezTo>
                  <a:cubicBezTo>
                    <a:pt x="21" y="103"/>
                    <a:pt x="37" y="99"/>
                    <a:pt x="47" y="99"/>
                  </a:cubicBezTo>
                  <a:cubicBezTo>
                    <a:pt x="27" y="73"/>
                    <a:pt x="41" y="28"/>
                    <a:pt x="41" y="0"/>
                  </a:cubicBezTo>
                  <a:cubicBezTo>
                    <a:pt x="41" y="9"/>
                    <a:pt x="36" y="18"/>
                    <a:pt x="34" y="27"/>
                  </a:cubicBezTo>
                  <a:cubicBezTo>
                    <a:pt x="31" y="41"/>
                    <a:pt x="31" y="55"/>
                    <a:pt x="28" y="68"/>
                  </a:cubicBezTo>
                  <a:cubicBezTo>
                    <a:pt x="21" y="95"/>
                    <a:pt x="6" y="69"/>
                    <a:pt x="7" y="53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23">
              <a:extLst>
                <a:ext uri="{FF2B5EF4-FFF2-40B4-BE49-F238E27FC236}">
                  <a16:creationId xmlns:a16="http://schemas.microsoft.com/office/drawing/2014/main" id="{E5809E64-54B9-4B2F-A9B2-7DDA7561E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565"/>
              <a:ext cx="85" cy="169"/>
            </a:xfrm>
            <a:custGeom>
              <a:avLst/>
              <a:gdLst>
                <a:gd name="T0" fmla="*/ 213 w 40"/>
                <a:gd name="T1" fmla="*/ 37 h 74"/>
                <a:gd name="T2" fmla="*/ 317 w 40"/>
                <a:gd name="T3" fmla="*/ 667 h 74"/>
                <a:gd name="T4" fmla="*/ 0 w 40"/>
                <a:gd name="T5" fmla="*/ 557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4">
                  <a:moveTo>
                    <a:pt x="22" y="3"/>
                  </a:moveTo>
                  <a:cubicBezTo>
                    <a:pt x="40" y="0"/>
                    <a:pt x="38" y="47"/>
                    <a:pt x="33" y="56"/>
                  </a:cubicBezTo>
                  <a:cubicBezTo>
                    <a:pt x="24" y="74"/>
                    <a:pt x="3" y="65"/>
                    <a:pt x="0" y="47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24">
              <a:extLst>
                <a:ext uri="{FF2B5EF4-FFF2-40B4-BE49-F238E27FC236}">
                  <a16:creationId xmlns:a16="http://schemas.microsoft.com/office/drawing/2014/main" id="{C51FBCAA-E22D-4B04-8998-601893D12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659"/>
              <a:ext cx="72" cy="94"/>
            </a:xfrm>
            <a:custGeom>
              <a:avLst/>
              <a:gdLst>
                <a:gd name="T0" fmla="*/ 0 w 34"/>
                <a:gd name="T1" fmla="*/ 447 h 41"/>
                <a:gd name="T2" fmla="*/ 265 w 34"/>
                <a:gd name="T3" fmla="*/ 0 h 41"/>
                <a:gd name="T4" fmla="*/ 322 w 34"/>
                <a:gd name="T5" fmla="*/ 49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1">
                  <a:moveTo>
                    <a:pt x="0" y="37"/>
                  </a:moveTo>
                  <a:cubicBezTo>
                    <a:pt x="11" y="35"/>
                    <a:pt x="25" y="11"/>
                    <a:pt x="28" y="0"/>
                  </a:cubicBezTo>
                  <a:cubicBezTo>
                    <a:pt x="29" y="13"/>
                    <a:pt x="34" y="28"/>
                    <a:pt x="34" y="41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25">
              <a:extLst>
                <a:ext uri="{FF2B5EF4-FFF2-40B4-BE49-F238E27FC236}">
                  <a16:creationId xmlns:a16="http://schemas.microsoft.com/office/drawing/2014/main" id="{6F09809E-2D95-4709-A37B-6D273EA74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3721"/>
              <a:ext cx="13" cy="29"/>
            </a:xfrm>
            <a:custGeom>
              <a:avLst/>
              <a:gdLst>
                <a:gd name="T0" fmla="*/ 0 w 6"/>
                <a:gd name="T1" fmla="*/ 145 h 13"/>
                <a:gd name="T2" fmla="*/ 20 w 6"/>
                <a:gd name="T3" fmla="*/ 0 h 13"/>
                <a:gd name="T4" fmla="*/ 61 w 6"/>
                <a:gd name="T5" fmla="*/ 1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1" y="9"/>
                    <a:pt x="1" y="4"/>
                    <a:pt x="2" y="0"/>
                  </a:cubicBezTo>
                  <a:cubicBezTo>
                    <a:pt x="3" y="4"/>
                    <a:pt x="4" y="8"/>
                    <a:pt x="6" y="11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26">
              <a:extLst>
                <a:ext uri="{FF2B5EF4-FFF2-40B4-BE49-F238E27FC236}">
                  <a16:creationId xmlns:a16="http://schemas.microsoft.com/office/drawing/2014/main" id="{47E069AF-67C0-46D9-A379-33E0D7F7E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621"/>
              <a:ext cx="129" cy="622"/>
            </a:xfrm>
            <a:custGeom>
              <a:avLst/>
              <a:gdLst>
                <a:gd name="T0" fmla="*/ 172 w 60"/>
                <a:gd name="T1" fmla="*/ 0 h 272"/>
                <a:gd name="T2" fmla="*/ 269 w 60"/>
                <a:gd name="T3" fmla="*/ 1182 h 272"/>
                <a:gd name="T4" fmla="*/ 467 w 60"/>
                <a:gd name="T5" fmla="*/ 1925 h 272"/>
                <a:gd name="T6" fmla="*/ 568 w 60"/>
                <a:gd name="T7" fmla="*/ 2369 h 272"/>
                <a:gd name="T8" fmla="*/ 568 w 60"/>
                <a:gd name="T9" fmla="*/ 3252 h 272"/>
                <a:gd name="T10" fmla="*/ 499 w 60"/>
                <a:gd name="T11" fmla="*/ 2511 h 272"/>
                <a:gd name="T12" fmla="*/ 318 w 60"/>
                <a:gd name="T13" fmla="*/ 1820 h 272"/>
                <a:gd name="T14" fmla="*/ 129 w 60"/>
                <a:gd name="T15" fmla="*/ 1496 h 272"/>
                <a:gd name="T16" fmla="*/ 0 w 60"/>
                <a:gd name="T17" fmla="*/ 1683 h 272"/>
                <a:gd name="T18" fmla="*/ 140 w 60"/>
                <a:gd name="T19" fmla="*/ 121 h 2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272">
                  <a:moveTo>
                    <a:pt x="17" y="0"/>
                  </a:moveTo>
                  <a:cubicBezTo>
                    <a:pt x="25" y="27"/>
                    <a:pt x="23" y="72"/>
                    <a:pt x="27" y="99"/>
                  </a:cubicBezTo>
                  <a:cubicBezTo>
                    <a:pt x="31" y="122"/>
                    <a:pt x="39" y="140"/>
                    <a:pt x="47" y="161"/>
                  </a:cubicBezTo>
                  <a:cubicBezTo>
                    <a:pt x="51" y="174"/>
                    <a:pt x="56" y="185"/>
                    <a:pt x="57" y="198"/>
                  </a:cubicBezTo>
                  <a:cubicBezTo>
                    <a:pt x="58" y="222"/>
                    <a:pt x="60" y="249"/>
                    <a:pt x="57" y="272"/>
                  </a:cubicBezTo>
                  <a:cubicBezTo>
                    <a:pt x="53" y="252"/>
                    <a:pt x="53" y="230"/>
                    <a:pt x="50" y="210"/>
                  </a:cubicBezTo>
                  <a:cubicBezTo>
                    <a:pt x="47" y="189"/>
                    <a:pt x="40" y="171"/>
                    <a:pt x="32" y="152"/>
                  </a:cubicBezTo>
                  <a:cubicBezTo>
                    <a:pt x="29" y="145"/>
                    <a:pt x="23" y="123"/>
                    <a:pt x="13" y="125"/>
                  </a:cubicBezTo>
                  <a:cubicBezTo>
                    <a:pt x="7" y="126"/>
                    <a:pt x="3" y="137"/>
                    <a:pt x="0" y="141"/>
                  </a:cubicBezTo>
                  <a:cubicBezTo>
                    <a:pt x="8" y="97"/>
                    <a:pt x="2" y="53"/>
                    <a:pt x="14" y="1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27">
              <a:extLst>
                <a:ext uri="{FF2B5EF4-FFF2-40B4-BE49-F238E27FC236}">
                  <a16:creationId xmlns:a16="http://schemas.microsoft.com/office/drawing/2014/main" id="{42D0E2BE-ADD4-44B0-8090-11892D6B6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3220"/>
              <a:ext cx="73" cy="144"/>
            </a:xfrm>
            <a:custGeom>
              <a:avLst/>
              <a:gdLst>
                <a:gd name="T0" fmla="*/ 0 w 34"/>
                <a:gd name="T1" fmla="*/ 475 h 63"/>
                <a:gd name="T2" fmla="*/ 318 w 34"/>
                <a:gd name="T3" fmla="*/ 443 h 63"/>
                <a:gd name="T4" fmla="*/ 88 w 34"/>
                <a:gd name="T5" fmla="*/ 73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63">
                  <a:moveTo>
                    <a:pt x="0" y="40"/>
                  </a:moveTo>
                  <a:cubicBezTo>
                    <a:pt x="1" y="63"/>
                    <a:pt x="29" y="57"/>
                    <a:pt x="32" y="37"/>
                  </a:cubicBezTo>
                  <a:cubicBezTo>
                    <a:pt x="34" y="26"/>
                    <a:pt x="24" y="0"/>
                    <a:pt x="9" y="6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28">
              <a:extLst>
                <a:ext uri="{FF2B5EF4-FFF2-40B4-BE49-F238E27FC236}">
                  <a16:creationId xmlns:a16="http://schemas.microsoft.com/office/drawing/2014/main" id="{70B1EED4-3FDE-4740-BDBF-D28723E10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314"/>
              <a:ext cx="64" cy="425"/>
            </a:xfrm>
            <a:custGeom>
              <a:avLst/>
              <a:gdLst>
                <a:gd name="T0" fmla="*/ 292 w 30"/>
                <a:gd name="T1" fmla="*/ 1540 h 186"/>
                <a:gd name="T2" fmla="*/ 0 w 30"/>
                <a:gd name="T3" fmla="*/ 2219 h 186"/>
                <a:gd name="T4" fmla="*/ 77 w 30"/>
                <a:gd name="T5" fmla="*/ 1931 h 186"/>
                <a:gd name="T6" fmla="*/ 145 w 30"/>
                <a:gd name="T7" fmla="*/ 1394 h 186"/>
                <a:gd name="T8" fmla="*/ 250 w 30"/>
                <a:gd name="T9" fmla="*/ 0 h 186"/>
                <a:gd name="T10" fmla="*/ 233 w 30"/>
                <a:gd name="T11" fmla="*/ 1076 h 186"/>
                <a:gd name="T12" fmla="*/ 282 w 30"/>
                <a:gd name="T13" fmla="*/ 1561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86">
                  <a:moveTo>
                    <a:pt x="30" y="129"/>
                  </a:moveTo>
                  <a:cubicBezTo>
                    <a:pt x="24" y="149"/>
                    <a:pt x="14" y="172"/>
                    <a:pt x="0" y="186"/>
                  </a:cubicBezTo>
                  <a:cubicBezTo>
                    <a:pt x="1" y="178"/>
                    <a:pt x="6" y="171"/>
                    <a:pt x="8" y="162"/>
                  </a:cubicBezTo>
                  <a:cubicBezTo>
                    <a:pt x="12" y="147"/>
                    <a:pt x="13" y="132"/>
                    <a:pt x="15" y="117"/>
                  </a:cubicBezTo>
                  <a:cubicBezTo>
                    <a:pt x="19" y="85"/>
                    <a:pt x="20" y="31"/>
                    <a:pt x="26" y="0"/>
                  </a:cubicBezTo>
                  <a:cubicBezTo>
                    <a:pt x="22" y="17"/>
                    <a:pt x="22" y="73"/>
                    <a:pt x="24" y="90"/>
                  </a:cubicBezTo>
                  <a:cubicBezTo>
                    <a:pt x="26" y="107"/>
                    <a:pt x="25" y="115"/>
                    <a:pt x="29" y="131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29">
              <a:extLst>
                <a:ext uri="{FF2B5EF4-FFF2-40B4-BE49-F238E27FC236}">
                  <a16:creationId xmlns:a16="http://schemas.microsoft.com/office/drawing/2014/main" id="{D563B882-5E71-40CB-A5A0-83040E48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3227"/>
              <a:ext cx="79" cy="530"/>
            </a:xfrm>
            <a:custGeom>
              <a:avLst/>
              <a:gdLst>
                <a:gd name="T0" fmla="*/ 137 w 37"/>
                <a:gd name="T1" fmla="*/ 2191 h 232"/>
                <a:gd name="T2" fmla="*/ 156 w 37"/>
                <a:gd name="T3" fmla="*/ 1430 h 232"/>
                <a:gd name="T4" fmla="*/ 273 w 37"/>
                <a:gd name="T5" fmla="*/ 909 h 232"/>
                <a:gd name="T6" fmla="*/ 342 w 37"/>
                <a:gd name="T7" fmla="*/ 800 h 232"/>
                <a:gd name="T8" fmla="*/ 310 w 37"/>
                <a:gd name="T9" fmla="*/ 512 h 232"/>
                <a:gd name="T10" fmla="*/ 293 w 37"/>
                <a:gd name="T11" fmla="*/ 0 h 232"/>
                <a:gd name="T12" fmla="*/ 214 w 37"/>
                <a:gd name="T13" fmla="*/ 621 h 232"/>
                <a:gd name="T14" fmla="*/ 41 w 37"/>
                <a:gd name="T15" fmla="*/ 1252 h 232"/>
                <a:gd name="T16" fmla="*/ 49 w 37"/>
                <a:gd name="T17" fmla="*/ 2227 h 232"/>
                <a:gd name="T18" fmla="*/ 49 w 37"/>
                <a:gd name="T19" fmla="*/ 2563 h 232"/>
                <a:gd name="T20" fmla="*/ 49 w 37"/>
                <a:gd name="T21" fmla="*/ 2767 h 232"/>
                <a:gd name="T22" fmla="*/ 137 w 37"/>
                <a:gd name="T23" fmla="*/ 2182 h 2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232">
                  <a:moveTo>
                    <a:pt x="14" y="184"/>
                  </a:moveTo>
                  <a:cubicBezTo>
                    <a:pt x="14" y="163"/>
                    <a:pt x="13" y="142"/>
                    <a:pt x="16" y="120"/>
                  </a:cubicBezTo>
                  <a:cubicBezTo>
                    <a:pt x="19" y="105"/>
                    <a:pt x="18" y="89"/>
                    <a:pt x="28" y="76"/>
                  </a:cubicBezTo>
                  <a:cubicBezTo>
                    <a:pt x="31" y="72"/>
                    <a:pt x="34" y="72"/>
                    <a:pt x="35" y="67"/>
                  </a:cubicBezTo>
                  <a:cubicBezTo>
                    <a:pt x="37" y="60"/>
                    <a:pt x="32" y="50"/>
                    <a:pt x="32" y="43"/>
                  </a:cubicBezTo>
                  <a:cubicBezTo>
                    <a:pt x="30" y="29"/>
                    <a:pt x="29" y="13"/>
                    <a:pt x="30" y="0"/>
                  </a:cubicBezTo>
                  <a:cubicBezTo>
                    <a:pt x="26" y="17"/>
                    <a:pt x="27" y="35"/>
                    <a:pt x="22" y="52"/>
                  </a:cubicBezTo>
                  <a:cubicBezTo>
                    <a:pt x="17" y="71"/>
                    <a:pt x="7" y="86"/>
                    <a:pt x="4" y="105"/>
                  </a:cubicBezTo>
                  <a:cubicBezTo>
                    <a:pt x="0" y="132"/>
                    <a:pt x="4" y="161"/>
                    <a:pt x="5" y="187"/>
                  </a:cubicBezTo>
                  <a:cubicBezTo>
                    <a:pt x="5" y="197"/>
                    <a:pt x="6" y="206"/>
                    <a:pt x="5" y="215"/>
                  </a:cubicBezTo>
                  <a:cubicBezTo>
                    <a:pt x="5" y="221"/>
                    <a:pt x="3" y="228"/>
                    <a:pt x="5" y="232"/>
                  </a:cubicBezTo>
                  <a:cubicBezTo>
                    <a:pt x="6" y="217"/>
                    <a:pt x="14" y="200"/>
                    <a:pt x="14" y="183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30">
              <a:extLst>
                <a:ext uri="{FF2B5EF4-FFF2-40B4-BE49-F238E27FC236}">
                  <a16:creationId xmlns:a16="http://schemas.microsoft.com/office/drawing/2014/main" id="{83EC6E91-7DA3-425C-B0E3-57CD5C500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321"/>
              <a:ext cx="84" cy="137"/>
            </a:xfrm>
            <a:custGeom>
              <a:avLst/>
              <a:gdLst>
                <a:gd name="T0" fmla="*/ 0 w 39"/>
                <a:gd name="T1" fmla="*/ 427 h 60"/>
                <a:gd name="T2" fmla="*/ 330 w 39"/>
                <a:gd name="T3" fmla="*/ 475 h 60"/>
                <a:gd name="T4" fmla="*/ 269 w 39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0">
                  <a:moveTo>
                    <a:pt x="0" y="36"/>
                  </a:moveTo>
                  <a:cubicBezTo>
                    <a:pt x="8" y="53"/>
                    <a:pt x="21" y="60"/>
                    <a:pt x="33" y="40"/>
                  </a:cubicBezTo>
                  <a:cubicBezTo>
                    <a:pt x="39" y="29"/>
                    <a:pt x="38" y="9"/>
                    <a:pt x="27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31">
              <a:extLst>
                <a:ext uri="{FF2B5EF4-FFF2-40B4-BE49-F238E27FC236}">
                  <a16:creationId xmlns:a16="http://schemas.microsoft.com/office/drawing/2014/main" id="{617C9040-F969-49B0-B9B4-5D5BB02CD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3419"/>
              <a:ext cx="92" cy="334"/>
            </a:xfrm>
            <a:custGeom>
              <a:avLst/>
              <a:gdLst>
                <a:gd name="T0" fmla="*/ 19 w 43"/>
                <a:gd name="T1" fmla="*/ 371 h 146"/>
                <a:gd name="T2" fmla="*/ 96 w 43"/>
                <a:gd name="T3" fmla="*/ 0 h 146"/>
                <a:gd name="T4" fmla="*/ 109 w 43"/>
                <a:gd name="T5" fmla="*/ 194 h 146"/>
                <a:gd name="T6" fmla="*/ 165 w 43"/>
                <a:gd name="T7" fmla="*/ 512 h 146"/>
                <a:gd name="T8" fmla="*/ 274 w 43"/>
                <a:gd name="T9" fmla="*/ 1052 h 146"/>
                <a:gd name="T10" fmla="*/ 421 w 43"/>
                <a:gd name="T11" fmla="*/ 1748 h 146"/>
                <a:gd name="T12" fmla="*/ 242 w 43"/>
                <a:gd name="T13" fmla="*/ 1711 h 146"/>
                <a:gd name="T14" fmla="*/ 205 w 43"/>
                <a:gd name="T15" fmla="*/ 968 h 146"/>
                <a:gd name="T16" fmla="*/ 128 w 43"/>
                <a:gd name="T17" fmla="*/ 634 h 146"/>
                <a:gd name="T18" fmla="*/ 51 w 43"/>
                <a:gd name="T19" fmla="*/ 455 h 1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46">
                  <a:moveTo>
                    <a:pt x="2" y="31"/>
                  </a:moveTo>
                  <a:cubicBezTo>
                    <a:pt x="4" y="22"/>
                    <a:pt x="0" y="4"/>
                    <a:pt x="10" y="0"/>
                  </a:cubicBezTo>
                  <a:cubicBezTo>
                    <a:pt x="12" y="4"/>
                    <a:pt x="11" y="11"/>
                    <a:pt x="11" y="16"/>
                  </a:cubicBezTo>
                  <a:cubicBezTo>
                    <a:pt x="12" y="25"/>
                    <a:pt x="15" y="34"/>
                    <a:pt x="17" y="43"/>
                  </a:cubicBezTo>
                  <a:cubicBezTo>
                    <a:pt x="20" y="58"/>
                    <a:pt x="24" y="73"/>
                    <a:pt x="28" y="88"/>
                  </a:cubicBezTo>
                  <a:cubicBezTo>
                    <a:pt x="33" y="107"/>
                    <a:pt x="40" y="127"/>
                    <a:pt x="43" y="146"/>
                  </a:cubicBezTo>
                  <a:cubicBezTo>
                    <a:pt x="37" y="143"/>
                    <a:pt x="31" y="143"/>
                    <a:pt x="25" y="143"/>
                  </a:cubicBezTo>
                  <a:cubicBezTo>
                    <a:pt x="33" y="125"/>
                    <a:pt x="26" y="99"/>
                    <a:pt x="21" y="81"/>
                  </a:cubicBezTo>
                  <a:cubicBezTo>
                    <a:pt x="19" y="72"/>
                    <a:pt x="17" y="62"/>
                    <a:pt x="13" y="53"/>
                  </a:cubicBezTo>
                  <a:cubicBezTo>
                    <a:pt x="11" y="48"/>
                    <a:pt x="7" y="44"/>
                    <a:pt x="5" y="38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32">
              <a:extLst>
                <a:ext uri="{FF2B5EF4-FFF2-40B4-BE49-F238E27FC236}">
                  <a16:creationId xmlns:a16="http://schemas.microsoft.com/office/drawing/2014/main" id="{631D9FDA-46FB-448A-9291-445996A38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3053"/>
              <a:ext cx="111" cy="553"/>
            </a:xfrm>
            <a:custGeom>
              <a:avLst/>
              <a:gdLst>
                <a:gd name="T0" fmla="*/ 0 w 52"/>
                <a:gd name="T1" fmla="*/ 1515 h 242"/>
                <a:gd name="T2" fmla="*/ 213 w 52"/>
                <a:gd name="T3" fmla="*/ 2210 h 242"/>
                <a:gd name="T4" fmla="*/ 310 w 52"/>
                <a:gd name="T5" fmla="*/ 2662 h 242"/>
                <a:gd name="T6" fmla="*/ 378 w 52"/>
                <a:gd name="T7" fmla="*/ 2888 h 242"/>
                <a:gd name="T8" fmla="*/ 310 w 52"/>
                <a:gd name="T9" fmla="*/ 1728 h 242"/>
                <a:gd name="T10" fmla="*/ 361 w 52"/>
                <a:gd name="T11" fmla="*/ 976 h 242"/>
                <a:gd name="T12" fmla="*/ 446 w 52"/>
                <a:gd name="T13" fmla="*/ 0 h 242"/>
                <a:gd name="T14" fmla="*/ 369 w 52"/>
                <a:gd name="T15" fmla="*/ 537 h 242"/>
                <a:gd name="T16" fmla="*/ 265 w 52"/>
                <a:gd name="T17" fmla="*/ 1076 h 242"/>
                <a:gd name="T18" fmla="*/ 68 w 52"/>
                <a:gd name="T19" fmla="*/ 1588 h 2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242">
                  <a:moveTo>
                    <a:pt x="0" y="127"/>
                  </a:moveTo>
                  <a:cubicBezTo>
                    <a:pt x="7" y="147"/>
                    <a:pt x="15" y="165"/>
                    <a:pt x="22" y="185"/>
                  </a:cubicBezTo>
                  <a:cubicBezTo>
                    <a:pt x="26" y="197"/>
                    <a:pt x="29" y="210"/>
                    <a:pt x="32" y="223"/>
                  </a:cubicBezTo>
                  <a:cubicBezTo>
                    <a:pt x="34" y="228"/>
                    <a:pt x="34" y="239"/>
                    <a:pt x="39" y="242"/>
                  </a:cubicBezTo>
                  <a:cubicBezTo>
                    <a:pt x="52" y="215"/>
                    <a:pt x="35" y="173"/>
                    <a:pt x="32" y="145"/>
                  </a:cubicBezTo>
                  <a:cubicBezTo>
                    <a:pt x="30" y="124"/>
                    <a:pt x="34" y="103"/>
                    <a:pt x="37" y="82"/>
                  </a:cubicBezTo>
                  <a:cubicBezTo>
                    <a:pt x="41" y="55"/>
                    <a:pt x="42" y="27"/>
                    <a:pt x="46" y="0"/>
                  </a:cubicBezTo>
                  <a:cubicBezTo>
                    <a:pt x="40" y="13"/>
                    <a:pt x="40" y="31"/>
                    <a:pt x="38" y="45"/>
                  </a:cubicBezTo>
                  <a:cubicBezTo>
                    <a:pt x="36" y="61"/>
                    <a:pt x="32" y="75"/>
                    <a:pt x="27" y="90"/>
                  </a:cubicBezTo>
                  <a:cubicBezTo>
                    <a:pt x="24" y="100"/>
                    <a:pt x="30" y="150"/>
                    <a:pt x="7" y="133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33">
              <a:extLst>
                <a:ext uri="{FF2B5EF4-FFF2-40B4-BE49-F238E27FC236}">
                  <a16:creationId xmlns:a16="http://schemas.microsoft.com/office/drawing/2014/main" id="{D8BF0527-BC05-4FD8-86A3-B3B65D8D3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843"/>
              <a:ext cx="97" cy="174"/>
            </a:xfrm>
            <a:custGeom>
              <a:avLst/>
              <a:gdLst>
                <a:gd name="T0" fmla="*/ 19 w 45"/>
                <a:gd name="T1" fmla="*/ 362 h 76"/>
                <a:gd name="T2" fmla="*/ 330 w 45"/>
                <a:gd name="T3" fmla="*/ 650 h 76"/>
                <a:gd name="T4" fmla="*/ 261 w 45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6">
                  <a:moveTo>
                    <a:pt x="2" y="30"/>
                  </a:moveTo>
                  <a:cubicBezTo>
                    <a:pt x="0" y="48"/>
                    <a:pt x="16" y="76"/>
                    <a:pt x="33" y="54"/>
                  </a:cubicBezTo>
                  <a:cubicBezTo>
                    <a:pt x="42" y="43"/>
                    <a:pt x="45" y="4"/>
                    <a:pt x="26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34">
              <a:extLst>
                <a:ext uri="{FF2B5EF4-FFF2-40B4-BE49-F238E27FC236}">
                  <a16:creationId xmlns:a16="http://schemas.microsoft.com/office/drawing/2014/main" id="{E2A9C05B-719A-4C74-901A-AB8B16BD9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323"/>
              <a:ext cx="156" cy="1024"/>
            </a:xfrm>
            <a:custGeom>
              <a:avLst/>
              <a:gdLst>
                <a:gd name="T0" fmla="*/ 128 w 73"/>
                <a:gd name="T1" fmla="*/ 194 h 448"/>
                <a:gd name="T2" fmla="*/ 224 w 73"/>
                <a:gd name="T3" fmla="*/ 48 h 448"/>
                <a:gd name="T4" fmla="*/ 265 w 73"/>
                <a:gd name="T5" fmla="*/ 491 h 448"/>
                <a:gd name="T6" fmla="*/ 310 w 73"/>
                <a:gd name="T7" fmla="*/ 1255 h 448"/>
                <a:gd name="T8" fmla="*/ 586 w 73"/>
                <a:gd name="T9" fmla="*/ 2841 h 448"/>
                <a:gd name="T10" fmla="*/ 671 w 73"/>
                <a:gd name="T11" fmla="*/ 4238 h 448"/>
                <a:gd name="T12" fmla="*/ 703 w 73"/>
                <a:gd name="T13" fmla="*/ 4523 h 448"/>
                <a:gd name="T14" fmla="*/ 603 w 73"/>
                <a:gd name="T15" fmla="*/ 4738 h 448"/>
                <a:gd name="T16" fmla="*/ 470 w 73"/>
                <a:gd name="T17" fmla="*/ 5351 h 448"/>
                <a:gd name="T18" fmla="*/ 547 w 73"/>
                <a:gd name="T19" fmla="*/ 4551 h 448"/>
                <a:gd name="T20" fmla="*/ 378 w 73"/>
                <a:gd name="T21" fmla="*/ 3845 h 448"/>
                <a:gd name="T22" fmla="*/ 77 w 73"/>
                <a:gd name="T23" fmla="*/ 3678 h 448"/>
                <a:gd name="T24" fmla="*/ 0 w 73"/>
                <a:gd name="T25" fmla="*/ 3463 h 448"/>
                <a:gd name="T26" fmla="*/ 241 w 73"/>
                <a:gd name="T27" fmla="*/ 3223 h 448"/>
                <a:gd name="T28" fmla="*/ 370 w 73"/>
                <a:gd name="T29" fmla="*/ 3214 h 448"/>
                <a:gd name="T30" fmla="*/ 430 w 73"/>
                <a:gd name="T31" fmla="*/ 2926 h 448"/>
                <a:gd name="T32" fmla="*/ 402 w 73"/>
                <a:gd name="T33" fmla="*/ 2565 h 448"/>
                <a:gd name="T34" fmla="*/ 342 w 73"/>
                <a:gd name="T35" fmla="*/ 2080 h 448"/>
                <a:gd name="T36" fmla="*/ 233 w 73"/>
                <a:gd name="T37" fmla="*/ 882 h 448"/>
                <a:gd name="T38" fmla="*/ 137 w 73"/>
                <a:gd name="T39" fmla="*/ 215 h 4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3" h="448">
                  <a:moveTo>
                    <a:pt x="13" y="16"/>
                  </a:moveTo>
                  <a:cubicBezTo>
                    <a:pt x="12" y="12"/>
                    <a:pt x="18" y="0"/>
                    <a:pt x="23" y="4"/>
                  </a:cubicBezTo>
                  <a:cubicBezTo>
                    <a:pt x="28" y="7"/>
                    <a:pt x="26" y="35"/>
                    <a:pt x="27" y="41"/>
                  </a:cubicBezTo>
                  <a:cubicBezTo>
                    <a:pt x="28" y="63"/>
                    <a:pt x="28" y="84"/>
                    <a:pt x="32" y="105"/>
                  </a:cubicBezTo>
                  <a:cubicBezTo>
                    <a:pt x="42" y="148"/>
                    <a:pt x="58" y="193"/>
                    <a:pt x="60" y="238"/>
                  </a:cubicBezTo>
                  <a:cubicBezTo>
                    <a:pt x="62" y="277"/>
                    <a:pt x="64" y="316"/>
                    <a:pt x="69" y="355"/>
                  </a:cubicBezTo>
                  <a:cubicBezTo>
                    <a:pt x="70" y="362"/>
                    <a:pt x="73" y="372"/>
                    <a:pt x="72" y="379"/>
                  </a:cubicBezTo>
                  <a:cubicBezTo>
                    <a:pt x="71" y="386"/>
                    <a:pt x="66" y="391"/>
                    <a:pt x="62" y="397"/>
                  </a:cubicBezTo>
                  <a:cubicBezTo>
                    <a:pt x="53" y="413"/>
                    <a:pt x="51" y="431"/>
                    <a:pt x="48" y="448"/>
                  </a:cubicBezTo>
                  <a:cubicBezTo>
                    <a:pt x="48" y="426"/>
                    <a:pt x="51" y="403"/>
                    <a:pt x="56" y="381"/>
                  </a:cubicBezTo>
                  <a:cubicBezTo>
                    <a:pt x="59" y="364"/>
                    <a:pt x="57" y="330"/>
                    <a:pt x="39" y="322"/>
                  </a:cubicBezTo>
                  <a:cubicBezTo>
                    <a:pt x="28" y="317"/>
                    <a:pt x="17" y="319"/>
                    <a:pt x="8" y="308"/>
                  </a:cubicBezTo>
                  <a:cubicBezTo>
                    <a:pt x="4" y="304"/>
                    <a:pt x="0" y="297"/>
                    <a:pt x="0" y="290"/>
                  </a:cubicBezTo>
                  <a:cubicBezTo>
                    <a:pt x="1" y="274"/>
                    <a:pt x="11" y="265"/>
                    <a:pt x="25" y="270"/>
                  </a:cubicBezTo>
                  <a:cubicBezTo>
                    <a:pt x="33" y="273"/>
                    <a:pt x="31" y="277"/>
                    <a:pt x="38" y="269"/>
                  </a:cubicBezTo>
                  <a:cubicBezTo>
                    <a:pt x="43" y="263"/>
                    <a:pt x="44" y="253"/>
                    <a:pt x="44" y="245"/>
                  </a:cubicBezTo>
                  <a:cubicBezTo>
                    <a:pt x="45" y="235"/>
                    <a:pt x="43" y="225"/>
                    <a:pt x="41" y="215"/>
                  </a:cubicBezTo>
                  <a:cubicBezTo>
                    <a:pt x="38" y="201"/>
                    <a:pt x="38" y="188"/>
                    <a:pt x="35" y="174"/>
                  </a:cubicBezTo>
                  <a:cubicBezTo>
                    <a:pt x="29" y="142"/>
                    <a:pt x="24" y="107"/>
                    <a:pt x="24" y="74"/>
                  </a:cubicBezTo>
                  <a:cubicBezTo>
                    <a:pt x="24" y="63"/>
                    <a:pt x="28" y="24"/>
                    <a:pt x="14" y="18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35">
              <a:extLst>
                <a:ext uri="{FF2B5EF4-FFF2-40B4-BE49-F238E27FC236}">
                  <a16:creationId xmlns:a16="http://schemas.microsoft.com/office/drawing/2014/main" id="{7CB491E9-D8B7-4B99-88C2-8325E8F96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279"/>
              <a:ext cx="167" cy="715"/>
            </a:xfrm>
            <a:custGeom>
              <a:avLst/>
              <a:gdLst>
                <a:gd name="T0" fmla="*/ 9 w 78"/>
                <a:gd name="T1" fmla="*/ 1978 h 313"/>
                <a:gd name="T2" fmla="*/ 88 w 78"/>
                <a:gd name="T3" fmla="*/ 2812 h 313"/>
                <a:gd name="T4" fmla="*/ 293 w 78"/>
                <a:gd name="T5" fmla="*/ 3730 h 313"/>
                <a:gd name="T6" fmla="*/ 206 w 78"/>
                <a:gd name="T7" fmla="*/ 3072 h 313"/>
                <a:gd name="T8" fmla="*/ 225 w 78"/>
                <a:gd name="T9" fmla="*/ 2572 h 313"/>
                <a:gd name="T10" fmla="*/ 430 w 78"/>
                <a:gd name="T11" fmla="*/ 1764 h 313"/>
                <a:gd name="T12" fmla="*/ 670 w 78"/>
                <a:gd name="T13" fmla="*/ 857 h 313"/>
                <a:gd name="T14" fmla="*/ 739 w 78"/>
                <a:gd name="T15" fmla="*/ 370 h 313"/>
                <a:gd name="T16" fmla="*/ 766 w 78"/>
                <a:gd name="T17" fmla="*/ 0 h 313"/>
                <a:gd name="T18" fmla="*/ 587 w 78"/>
                <a:gd name="T19" fmla="*/ 667 h 313"/>
                <a:gd name="T20" fmla="*/ 334 w 78"/>
                <a:gd name="T21" fmla="*/ 1476 h 313"/>
                <a:gd name="T22" fmla="*/ 188 w 78"/>
                <a:gd name="T23" fmla="*/ 2051 h 313"/>
                <a:gd name="T24" fmla="*/ 41 w 78"/>
                <a:gd name="T25" fmla="*/ 1827 h 313"/>
                <a:gd name="T26" fmla="*/ 19 w 78"/>
                <a:gd name="T27" fmla="*/ 1837 h 313"/>
                <a:gd name="T28" fmla="*/ 9 w 78"/>
                <a:gd name="T29" fmla="*/ 1811 h 3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313">
                  <a:moveTo>
                    <a:pt x="1" y="166"/>
                  </a:moveTo>
                  <a:cubicBezTo>
                    <a:pt x="7" y="190"/>
                    <a:pt x="6" y="213"/>
                    <a:pt x="9" y="236"/>
                  </a:cubicBezTo>
                  <a:cubicBezTo>
                    <a:pt x="12" y="263"/>
                    <a:pt x="20" y="289"/>
                    <a:pt x="30" y="313"/>
                  </a:cubicBezTo>
                  <a:cubicBezTo>
                    <a:pt x="31" y="295"/>
                    <a:pt x="21" y="276"/>
                    <a:pt x="21" y="258"/>
                  </a:cubicBezTo>
                  <a:cubicBezTo>
                    <a:pt x="21" y="244"/>
                    <a:pt x="21" y="229"/>
                    <a:pt x="23" y="216"/>
                  </a:cubicBezTo>
                  <a:cubicBezTo>
                    <a:pt x="27" y="191"/>
                    <a:pt x="36" y="171"/>
                    <a:pt x="44" y="148"/>
                  </a:cubicBezTo>
                  <a:cubicBezTo>
                    <a:pt x="53" y="123"/>
                    <a:pt x="57" y="98"/>
                    <a:pt x="68" y="72"/>
                  </a:cubicBezTo>
                  <a:cubicBezTo>
                    <a:pt x="73" y="60"/>
                    <a:pt x="73" y="44"/>
                    <a:pt x="75" y="31"/>
                  </a:cubicBezTo>
                  <a:cubicBezTo>
                    <a:pt x="77" y="20"/>
                    <a:pt x="78" y="11"/>
                    <a:pt x="78" y="0"/>
                  </a:cubicBezTo>
                  <a:cubicBezTo>
                    <a:pt x="71" y="18"/>
                    <a:pt x="68" y="38"/>
                    <a:pt x="60" y="56"/>
                  </a:cubicBezTo>
                  <a:cubicBezTo>
                    <a:pt x="50" y="79"/>
                    <a:pt x="39" y="100"/>
                    <a:pt x="34" y="124"/>
                  </a:cubicBezTo>
                  <a:cubicBezTo>
                    <a:pt x="32" y="134"/>
                    <a:pt x="32" y="168"/>
                    <a:pt x="19" y="172"/>
                  </a:cubicBezTo>
                  <a:cubicBezTo>
                    <a:pt x="7" y="175"/>
                    <a:pt x="7" y="161"/>
                    <a:pt x="4" y="153"/>
                  </a:cubicBezTo>
                  <a:cubicBezTo>
                    <a:pt x="3" y="153"/>
                    <a:pt x="3" y="154"/>
                    <a:pt x="2" y="154"/>
                  </a:cubicBezTo>
                  <a:cubicBezTo>
                    <a:pt x="0" y="154"/>
                    <a:pt x="1" y="152"/>
                    <a:pt x="1" y="152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36">
              <a:extLst>
                <a:ext uri="{FF2B5EF4-FFF2-40B4-BE49-F238E27FC236}">
                  <a16:creationId xmlns:a16="http://schemas.microsoft.com/office/drawing/2014/main" id="{AF203009-0A9F-4338-9591-D394E8797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773"/>
              <a:ext cx="180" cy="374"/>
            </a:xfrm>
            <a:custGeom>
              <a:avLst/>
              <a:gdLst>
                <a:gd name="T0" fmla="*/ 0 w 84"/>
                <a:gd name="T1" fmla="*/ 353 h 164"/>
                <a:gd name="T2" fmla="*/ 88 w 84"/>
                <a:gd name="T3" fmla="*/ 841 h 164"/>
                <a:gd name="T4" fmla="*/ 234 w 84"/>
                <a:gd name="T5" fmla="*/ 1377 h 164"/>
                <a:gd name="T6" fmla="*/ 354 w 84"/>
                <a:gd name="T7" fmla="*/ 1804 h 164"/>
                <a:gd name="T8" fmla="*/ 510 w 84"/>
                <a:gd name="T9" fmla="*/ 1824 h 164"/>
                <a:gd name="T10" fmla="*/ 639 w 84"/>
                <a:gd name="T11" fmla="*/ 935 h 164"/>
                <a:gd name="T12" fmla="*/ 827 w 84"/>
                <a:gd name="T13" fmla="*/ 57 h 164"/>
                <a:gd name="T14" fmla="*/ 579 w 84"/>
                <a:gd name="T15" fmla="*/ 25 h 164"/>
                <a:gd name="T16" fmla="*/ 501 w 84"/>
                <a:gd name="T17" fmla="*/ 57 h 164"/>
                <a:gd name="T18" fmla="*/ 501 w 84"/>
                <a:gd name="T19" fmla="*/ 271 h 164"/>
                <a:gd name="T20" fmla="*/ 454 w 84"/>
                <a:gd name="T21" fmla="*/ 568 h 164"/>
                <a:gd name="T22" fmla="*/ 405 w 84"/>
                <a:gd name="T23" fmla="*/ 1138 h 164"/>
                <a:gd name="T24" fmla="*/ 334 w 84"/>
                <a:gd name="T25" fmla="*/ 1197 h 164"/>
                <a:gd name="T26" fmla="*/ 225 w 84"/>
                <a:gd name="T27" fmla="*/ 1008 h 164"/>
                <a:gd name="T28" fmla="*/ 120 w 84"/>
                <a:gd name="T29" fmla="*/ 618 h 164"/>
                <a:gd name="T30" fmla="*/ 41 w 84"/>
                <a:gd name="T31" fmla="*/ 390 h 1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4" h="164">
                  <a:moveTo>
                    <a:pt x="0" y="30"/>
                  </a:moveTo>
                  <a:cubicBezTo>
                    <a:pt x="5" y="43"/>
                    <a:pt x="6" y="58"/>
                    <a:pt x="9" y="71"/>
                  </a:cubicBezTo>
                  <a:cubicBezTo>
                    <a:pt x="13" y="87"/>
                    <a:pt x="18" y="101"/>
                    <a:pt x="24" y="116"/>
                  </a:cubicBezTo>
                  <a:cubicBezTo>
                    <a:pt x="29" y="128"/>
                    <a:pt x="32" y="140"/>
                    <a:pt x="36" y="152"/>
                  </a:cubicBezTo>
                  <a:cubicBezTo>
                    <a:pt x="40" y="162"/>
                    <a:pt x="44" y="164"/>
                    <a:pt x="52" y="154"/>
                  </a:cubicBezTo>
                  <a:cubicBezTo>
                    <a:pt x="67" y="136"/>
                    <a:pt x="61" y="101"/>
                    <a:pt x="65" y="79"/>
                  </a:cubicBezTo>
                  <a:cubicBezTo>
                    <a:pt x="70" y="54"/>
                    <a:pt x="79" y="29"/>
                    <a:pt x="84" y="5"/>
                  </a:cubicBezTo>
                  <a:cubicBezTo>
                    <a:pt x="76" y="5"/>
                    <a:pt x="68" y="2"/>
                    <a:pt x="59" y="2"/>
                  </a:cubicBezTo>
                  <a:cubicBezTo>
                    <a:pt x="53" y="2"/>
                    <a:pt x="54" y="0"/>
                    <a:pt x="51" y="5"/>
                  </a:cubicBezTo>
                  <a:cubicBezTo>
                    <a:pt x="50" y="6"/>
                    <a:pt x="52" y="20"/>
                    <a:pt x="51" y="23"/>
                  </a:cubicBezTo>
                  <a:cubicBezTo>
                    <a:pt x="50" y="32"/>
                    <a:pt x="48" y="40"/>
                    <a:pt x="46" y="48"/>
                  </a:cubicBezTo>
                  <a:cubicBezTo>
                    <a:pt x="44" y="62"/>
                    <a:pt x="49" y="83"/>
                    <a:pt x="41" y="96"/>
                  </a:cubicBezTo>
                  <a:cubicBezTo>
                    <a:pt x="38" y="101"/>
                    <a:pt x="41" y="103"/>
                    <a:pt x="34" y="101"/>
                  </a:cubicBezTo>
                  <a:cubicBezTo>
                    <a:pt x="30" y="100"/>
                    <a:pt x="25" y="88"/>
                    <a:pt x="23" y="85"/>
                  </a:cubicBezTo>
                  <a:cubicBezTo>
                    <a:pt x="17" y="73"/>
                    <a:pt x="16" y="63"/>
                    <a:pt x="12" y="52"/>
                  </a:cubicBezTo>
                  <a:cubicBezTo>
                    <a:pt x="10" y="45"/>
                    <a:pt x="5" y="41"/>
                    <a:pt x="4" y="33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37">
              <a:extLst>
                <a:ext uri="{FF2B5EF4-FFF2-40B4-BE49-F238E27FC236}">
                  <a16:creationId xmlns:a16="http://schemas.microsoft.com/office/drawing/2014/main" id="{AAF40851-5770-47E5-AF7E-D59770F87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029"/>
              <a:ext cx="129" cy="527"/>
            </a:xfrm>
            <a:custGeom>
              <a:avLst/>
              <a:gdLst>
                <a:gd name="T0" fmla="*/ 28 w 60"/>
                <a:gd name="T1" fmla="*/ 73 h 231"/>
                <a:gd name="T2" fmla="*/ 69 w 60"/>
                <a:gd name="T3" fmla="*/ 938 h 231"/>
                <a:gd name="T4" fmla="*/ 277 w 60"/>
                <a:gd name="T5" fmla="*/ 1661 h 231"/>
                <a:gd name="T6" fmla="*/ 596 w 60"/>
                <a:gd name="T7" fmla="*/ 2742 h 231"/>
                <a:gd name="T8" fmla="*/ 338 w 60"/>
                <a:gd name="T9" fmla="*/ 1259 h 231"/>
                <a:gd name="T10" fmla="*/ 140 w 60"/>
                <a:gd name="T11" fmla="*/ 650 h 231"/>
                <a:gd name="T12" fmla="*/ 28 w 60"/>
                <a:gd name="T13" fmla="*/ 0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31">
                  <a:moveTo>
                    <a:pt x="3" y="6"/>
                  </a:moveTo>
                  <a:cubicBezTo>
                    <a:pt x="1" y="32"/>
                    <a:pt x="0" y="54"/>
                    <a:pt x="7" y="79"/>
                  </a:cubicBezTo>
                  <a:cubicBezTo>
                    <a:pt x="13" y="100"/>
                    <a:pt x="24" y="119"/>
                    <a:pt x="28" y="140"/>
                  </a:cubicBezTo>
                  <a:cubicBezTo>
                    <a:pt x="31" y="159"/>
                    <a:pt x="35" y="228"/>
                    <a:pt x="60" y="231"/>
                  </a:cubicBezTo>
                  <a:cubicBezTo>
                    <a:pt x="42" y="192"/>
                    <a:pt x="48" y="147"/>
                    <a:pt x="34" y="106"/>
                  </a:cubicBezTo>
                  <a:cubicBezTo>
                    <a:pt x="28" y="88"/>
                    <a:pt x="19" y="72"/>
                    <a:pt x="14" y="55"/>
                  </a:cubicBezTo>
                  <a:cubicBezTo>
                    <a:pt x="9" y="37"/>
                    <a:pt x="7" y="18"/>
                    <a:pt x="3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38">
              <a:extLst>
                <a:ext uri="{FF2B5EF4-FFF2-40B4-BE49-F238E27FC236}">
                  <a16:creationId xmlns:a16="http://schemas.microsoft.com/office/drawing/2014/main" id="{833469A5-591D-4134-9A7B-C6AEF50CE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779"/>
              <a:ext cx="88" cy="444"/>
            </a:xfrm>
            <a:custGeom>
              <a:avLst/>
              <a:gdLst>
                <a:gd name="T0" fmla="*/ 148 w 41"/>
                <a:gd name="T1" fmla="*/ 0 h 194"/>
                <a:gd name="T2" fmla="*/ 277 w 41"/>
                <a:gd name="T3" fmla="*/ 911 h 194"/>
                <a:gd name="T4" fmla="*/ 397 w 41"/>
                <a:gd name="T5" fmla="*/ 1581 h 194"/>
                <a:gd name="T6" fmla="*/ 318 w 41"/>
                <a:gd name="T7" fmla="*/ 2325 h 194"/>
                <a:gd name="T8" fmla="*/ 294 w 41"/>
                <a:gd name="T9" fmla="*/ 1488 h 194"/>
                <a:gd name="T10" fmla="*/ 69 w 41"/>
                <a:gd name="T11" fmla="*/ 865 h 194"/>
                <a:gd name="T12" fmla="*/ 28 w 41"/>
                <a:gd name="T13" fmla="*/ 167 h 194"/>
                <a:gd name="T14" fmla="*/ 41 w 41"/>
                <a:gd name="T15" fmla="*/ 0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94">
                  <a:moveTo>
                    <a:pt x="15" y="0"/>
                  </a:moveTo>
                  <a:cubicBezTo>
                    <a:pt x="9" y="26"/>
                    <a:pt x="20" y="52"/>
                    <a:pt x="28" y="76"/>
                  </a:cubicBezTo>
                  <a:cubicBezTo>
                    <a:pt x="34" y="93"/>
                    <a:pt x="39" y="114"/>
                    <a:pt x="40" y="132"/>
                  </a:cubicBezTo>
                  <a:cubicBezTo>
                    <a:pt x="41" y="154"/>
                    <a:pt x="35" y="173"/>
                    <a:pt x="32" y="194"/>
                  </a:cubicBezTo>
                  <a:cubicBezTo>
                    <a:pt x="36" y="171"/>
                    <a:pt x="34" y="146"/>
                    <a:pt x="30" y="124"/>
                  </a:cubicBezTo>
                  <a:cubicBezTo>
                    <a:pt x="26" y="103"/>
                    <a:pt x="12" y="90"/>
                    <a:pt x="7" y="72"/>
                  </a:cubicBezTo>
                  <a:cubicBezTo>
                    <a:pt x="1" y="51"/>
                    <a:pt x="0" y="35"/>
                    <a:pt x="3" y="14"/>
                  </a:cubicBezTo>
                  <a:cubicBezTo>
                    <a:pt x="4" y="10"/>
                    <a:pt x="6" y="2"/>
                    <a:pt x="4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39">
              <a:extLst>
                <a:ext uri="{FF2B5EF4-FFF2-40B4-BE49-F238E27FC236}">
                  <a16:creationId xmlns:a16="http://schemas.microsoft.com/office/drawing/2014/main" id="{D62CEF80-0159-42F2-85F3-289265C58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065"/>
              <a:ext cx="68" cy="139"/>
            </a:xfrm>
            <a:custGeom>
              <a:avLst/>
              <a:gdLst>
                <a:gd name="T0" fmla="*/ 0 w 32"/>
                <a:gd name="T1" fmla="*/ 451 h 61"/>
                <a:gd name="T2" fmla="*/ 257 w 32"/>
                <a:gd name="T3" fmla="*/ 508 h 61"/>
                <a:gd name="T4" fmla="*/ 128 w 32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1">
                  <a:moveTo>
                    <a:pt x="0" y="38"/>
                  </a:moveTo>
                  <a:cubicBezTo>
                    <a:pt x="7" y="52"/>
                    <a:pt x="18" y="61"/>
                    <a:pt x="27" y="43"/>
                  </a:cubicBezTo>
                  <a:cubicBezTo>
                    <a:pt x="32" y="33"/>
                    <a:pt x="29" y="0"/>
                    <a:pt x="13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40">
              <a:extLst>
                <a:ext uri="{FF2B5EF4-FFF2-40B4-BE49-F238E27FC236}">
                  <a16:creationId xmlns:a16="http://schemas.microsoft.com/office/drawing/2014/main" id="{2B3CBDE5-57B8-4A5D-BC3C-C0D95596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364"/>
              <a:ext cx="116" cy="311"/>
            </a:xfrm>
            <a:custGeom>
              <a:avLst/>
              <a:gdLst>
                <a:gd name="T0" fmla="*/ 0 w 54"/>
                <a:gd name="T1" fmla="*/ 931 h 136"/>
                <a:gd name="T2" fmla="*/ 286 w 54"/>
                <a:gd name="T3" fmla="*/ 1265 h 136"/>
                <a:gd name="T4" fmla="*/ 458 w 54"/>
                <a:gd name="T5" fmla="*/ 1626 h 136"/>
                <a:gd name="T6" fmla="*/ 346 w 54"/>
                <a:gd name="T7" fmla="*/ 883 h 136"/>
                <a:gd name="T8" fmla="*/ 217 w 54"/>
                <a:gd name="T9" fmla="*/ 444 h 136"/>
                <a:gd name="T10" fmla="*/ 170 w 54"/>
                <a:gd name="T11" fmla="*/ 0 h 136"/>
                <a:gd name="T12" fmla="*/ 241 w 54"/>
                <a:gd name="T13" fmla="*/ 727 h 136"/>
                <a:gd name="T14" fmla="*/ 249 w 54"/>
                <a:gd name="T15" fmla="*/ 1029 h 136"/>
                <a:gd name="T16" fmla="*/ 41 w 54"/>
                <a:gd name="T17" fmla="*/ 919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36">
                  <a:moveTo>
                    <a:pt x="0" y="78"/>
                  </a:moveTo>
                  <a:cubicBezTo>
                    <a:pt x="11" y="87"/>
                    <a:pt x="20" y="96"/>
                    <a:pt x="29" y="106"/>
                  </a:cubicBezTo>
                  <a:cubicBezTo>
                    <a:pt x="36" y="115"/>
                    <a:pt x="39" y="129"/>
                    <a:pt x="46" y="136"/>
                  </a:cubicBezTo>
                  <a:cubicBezTo>
                    <a:pt x="54" y="124"/>
                    <a:pt x="39" y="87"/>
                    <a:pt x="35" y="74"/>
                  </a:cubicBezTo>
                  <a:cubicBezTo>
                    <a:pt x="31" y="61"/>
                    <a:pt x="26" y="50"/>
                    <a:pt x="22" y="37"/>
                  </a:cubicBezTo>
                  <a:cubicBezTo>
                    <a:pt x="18" y="25"/>
                    <a:pt x="20" y="13"/>
                    <a:pt x="17" y="0"/>
                  </a:cubicBezTo>
                  <a:cubicBezTo>
                    <a:pt x="17" y="20"/>
                    <a:pt x="17" y="40"/>
                    <a:pt x="24" y="61"/>
                  </a:cubicBezTo>
                  <a:cubicBezTo>
                    <a:pt x="27" y="69"/>
                    <a:pt x="35" y="82"/>
                    <a:pt x="25" y="86"/>
                  </a:cubicBezTo>
                  <a:cubicBezTo>
                    <a:pt x="18" y="88"/>
                    <a:pt x="9" y="81"/>
                    <a:pt x="4" y="77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41">
              <a:extLst>
                <a:ext uri="{FF2B5EF4-FFF2-40B4-BE49-F238E27FC236}">
                  <a16:creationId xmlns:a16="http://schemas.microsoft.com/office/drawing/2014/main" id="{61CF079C-10F2-43E4-973B-D1352F219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1408"/>
              <a:ext cx="100" cy="756"/>
            </a:xfrm>
            <a:custGeom>
              <a:avLst/>
              <a:gdLst>
                <a:gd name="T0" fmla="*/ 453 w 47"/>
                <a:gd name="T1" fmla="*/ 25 h 331"/>
                <a:gd name="T2" fmla="*/ 394 w 47"/>
                <a:gd name="T3" fmla="*/ 1382 h 331"/>
                <a:gd name="T4" fmla="*/ 426 w 47"/>
                <a:gd name="T5" fmla="*/ 2384 h 331"/>
                <a:gd name="T6" fmla="*/ 334 w 47"/>
                <a:gd name="T7" fmla="*/ 3202 h 331"/>
                <a:gd name="T8" fmla="*/ 232 w 47"/>
                <a:gd name="T9" fmla="*/ 3574 h 331"/>
                <a:gd name="T10" fmla="*/ 145 w 47"/>
                <a:gd name="T11" fmla="*/ 3944 h 331"/>
                <a:gd name="T12" fmla="*/ 0 w 47"/>
                <a:gd name="T13" fmla="*/ 3230 h 331"/>
                <a:gd name="T14" fmla="*/ 128 w 47"/>
                <a:gd name="T15" fmla="*/ 3396 h 331"/>
                <a:gd name="T16" fmla="*/ 240 w 47"/>
                <a:gd name="T17" fmla="*/ 3035 h 331"/>
                <a:gd name="T18" fmla="*/ 317 w 47"/>
                <a:gd name="T19" fmla="*/ 2024 h 331"/>
                <a:gd name="T20" fmla="*/ 309 w 47"/>
                <a:gd name="T21" fmla="*/ 825 h 331"/>
                <a:gd name="T22" fmla="*/ 445 w 47"/>
                <a:gd name="T23" fmla="*/ 0 h 3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331">
                  <a:moveTo>
                    <a:pt x="47" y="2"/>
                  </a:moveTo>
                  <a:cubicBezTo>
                    <a:pt x="47" y="40"/>
                    <a:pt x="42" y="78"/>
                    <a:pt x="41" y="116"/>
                  </a:cubicBezTo>
                  <a:cubicBezTo>
                    <a:pt x="40" y="144"/>
                    <a:pt x="43" y="172"/>
                    <a:pt x="44" y="200"/>
                  </a:cubicBezTo>
                  <a:cubicBezTo>
                    <a:pt x="45" y="225"/>
                    <a:pt x="41" y="246"/>
                    <a:pt x="35" y="269"/>
                  </a:cubicBezTo>
                  <a:cubicBezTo>
                    <a:pt x="32" y="280"/>
                    <a:pt x="28" y="290"/>
                    <a:pt x="24" y="300"/>
                  </a:cubicBezTo>
                  <a:cubicBezTo>
                    <a:pt x="20" y="310"/>
                    <a:pt x="19" y="322"/>
                    <a:pt x="15" y="331"/>
                  </a:cubicBezTo>
                  <a:cubicBezTo>
                    <a:pt x="5" y="320"/>
                    <a:pt x="1" y="285"/>
                    <a:pt x="0" y="271"/>
                  </a:cubicBezTo>
                  <a:cubicBezTo>
                    <a:pt x="4" y="274"/>
                    <a:pt x="7" y="286"/>
                    <a:pt x="13" y="285"/>
                  </a:cubicBezTo>
                  <a:cubicBezTo>
                    <a:pt x="21" y="284"/>
                    <a:pt x="24" y="260"/>
                    <a:pt x="25" y="255"/>
                  </a:cubicBezTo>
                  <a:cubicBezTo>
                    <a:pt x="32" y="227"/>
                    <a:pt x="39" y="199"/>
                    <a:pt x="33" y="170"/>
                  </a:cubicBezTo>
                  <a:cubicBezTo>
                    <a:pt x="26" y="138"/>
                    <a:pt x="25" y="102"/>
                    <a:pt x="32" y="69"/>
                  </a:cubicBezTo>
                  <a:cubicBezTo>
                    <a:pt x="37" y="46"/>
                    <a:pt x="43" y="24"/>
                    <a:pt x="46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42">
              <a:extLst>
                <a:ext uri="{FF2B5EF4-FFF2-40B4-BE49-F238E27FC236}">
                  <a16:creationId xmlns:a16="http://schemas.microsoft.com/office/drawing/2014/main" id="{9088BBAF-8CA3-49DD-AEFA-17A1E1D03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314"/>
              <a:ext cx="105" cy="167"/>
            </a:xfrm>
            <a:custGeom>
              <a:avLst/>
              <a:gdLst>
                <a:gd name="T0" fmla="*/ 9 w 49"/>
                <a:gd name="T1" fmla="*/ 407 h 73"/>
                <a:gd name="T2" fmla="*/ 285 w 49"/>
                <a:gd name="T3" fmla="*/ 707 h 73"/>
                <a:gd name="T4" fmla="*/ 266 w 49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73">
                  <a:moveTo>
                    <a:pt x="1" y="34"/>
                  </a:moveTo>
                  <a:cubicBezTo>
                    <a:pt x="0" y="50"/>
                    <a:pt x="11" y="73"/>
                    <a:pt x="29" y="59"/>
                  </a:cubicBezTo>
                  <a:cubicBezTo>
                    <a:pt x="49" y="44"/>
                    <a:pt x="40" y="15"/>
                    <a:pt x="27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43">
              <a:extLst>
                <a:ext uri="{FF2B5EF4-FFF2-40B4-BE49-F238E27FC236}">
                  <a16:creationId xmlns:a16="http://schemas.microsoft.com/office/drawing/2014/main" id="{C9ADEDAC-2957-4A41-A01E-6290698E9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786"/>
              <a:ext cx="150" cy="473"/>
            </a:xfrm>
            <a:custGeom>
              <a:avLst/>
              <a:gdLst>
                <a:gd name="T0" fmla="*/ 688 w 70"/>
                <a:gd name="T1" fmla="*/ 0 h 207"/>
                <a:gd name="T2" fmla="*/ 523 w 70"/>
                <a:gd name="T3" fmla="*/ 704 h 207"/>
                <a:gd name="T4" fmla="*/ 362 w 70"/>
                <a:gd name="T5" fmla="*/ 1357 h 207"/>
                <a:gd name="T6" fmla="*/ 266 w 70"/>
                <a:gd name="T7" fmla="*/ 1931 h 207"/>
                <a:gd name="T8" fmla="*/ 216 w 70"/>
                <a:gd name="T9" fmla="*/ 2470 h 207"/>
                <a:gd name="T10" fmla="*/ 189 w 70"/>
                <a:gd name="T11" fmla="*/ 1661 h 207"/>
                <a:gd name="T12" fmla="*/ 129 w 70"/>
                <a:gd name="T13" fmla="*/ 1252 h 207"/>
                <a:gd name="T14" fmla="*/ 60 w 70"/>
                <a:gd name="T15" fmla="*/ 788 h 207"/>
                <a:gd name="T16" fmla="*/ 206 w 70"/>
                <a:gd name="T17" fmla="*/ 882 h 207"/>
                <a:gd name="T18" fmla="*/ 405 w 70"/>
                <a:gd name="T19" fmla="*/ 585 h 207"/>
                <a:gd name="T20" fmla="*/ 559 w 70"/>
                <a:gd name="T21" fmla="*/ 240 h 207"/>
                <a:gd name="T22" fmla="*/ 671 w 70"/>
                <a:gd name="T23" fmla="*/ 11 h 2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207">
                  <a:moveTo>
                    <a:pt x="70" y="0"/>
                  </a:moveTo>
                  <a:cubicBezTo>
                    <a:pt x="61" y="18"/>
                    <a:pt x="59" y="40"/>
                    <a:pt x="53" y="59"/>
                  </a:cubicBezTo>
                  <a:cubicBezTo>
                    <a:pt x="47" y="77"/>
                    <a:pt x="42" y="95"/>
                    <a:pt x="37" y="114"/>
                  </a:cubicBezTo>
                  <a:cubicBezTo>
                    <a:pt x="33" y="130"/>
                    <a:pt x="28" y="146"/>
                    <a:pt x="27" y="162"/>
                  </a:cubicBezTo>
                  <a:cubicBezTo>
                    <a:pt x="25" y="176"/>
                    <a:pt x="27" y="194"/>
                    <a:pt x="22" y="207"/>
                  </a:cubicBezTo>
                  <a:cubicBezTo>
                    <a:pt x="20" y="184"/>
                    <a:pt x="23" y="162"/>
                    <a:pt x="19" y="139"/>
                  </a:cubicBezTo>
                  <a:cubicBezTo>
                    <a:pt x="17" y="128"/>
                    <a:pt x="16" y="117"/>
                    <a:pt x="13" y="105"/>
                  </a:cubicBezTo>
                  <a:cubicBezTo>
                    <a:pt x="11" y="97"/>
                    <a:pt x="0" y="74"/>
                    <a:pt x="6" y="66"/>
                  </a:cubicBezTo>
                  <a:cubicBezTo>
                    <a:pt x="13" y="56"/>
                    <a:pt x="13" y="72"/>
                    <a:pt x="21" y="74"/>
                  </a:cubicBezTo>
                  <a:cubicBezTo>
                    <a:pt x="33" y="78"/>
                    <a:pt x="38" y="57"/>
                    <a:pt x="41" y="49"/>
                  </a:cubicBezTo>
                  <a:cubicBezTo>
                    <a:pt x="45" y="38"/>
                    <a:pt x="51" y="29"/>
                    <a:pt x="57" y="20"/>
                  </a:cubicBezTo>
                  <a:cubicBezTo>
                    <a:pt x="61" y="14"/>
                    <a:pt x="63" y="6"/>
                    <a:pt x="68" y="1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44">
              <a:extLst>
                <a:ext uri="{FF2B5EF4-FFF2-40B4-BE49-F238E27FC236}">
                  <a16:creationId xmlns:a16="http://schemas.microsoft.com/office/drawing/2014/main" id="{C1B89D95-7742-4A89-98EF-4C2C077F9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163"/>
              <a:ext cx="197" cy="739"/>
            </a:xfrm>
            <a:custGeom>
              <a:avLst/>
              <a:gdLst>
                <a:gd name="T0" fmla="*/ 69 w 92"/>
                <a:gd name="T1" fmla="*/ 2093 h 323"/>
                <a:gd name="T2" fmla="*/ 96 w 92"/>
                <a:gd name="T3" fmla="*/ 2370 h 323"/>
                <a:gd name="T4" fmla="*/ 156 w 92"/>
                <a:gd name="T5" fmla="*/ 2622 h 323"/>
                <a:gd name="T6" fmla="*/ 257 w 92"/>
                <a:gd name="T7" fmla="*/ 3134 h 323"/>
                <a:gd name="T8" fmla="*/ 370 w 92"/>
                <a:gd name="T9" fmla="*/ 3869 h 323"/>
                <a:gd name="T10" fmla="*/ 385 w 92"/>
                <a:gd name="T11" fmla="*/ 3471 h 323"/>
                <a:gd name="T12" fmla="*/ 394 w 92"/>
                <a:gd name="T13" fmla="*/ 2947 h 323"/>
                <a:gd name="T14" fmla="*/ 542 w 92"/>
                <a:gd name="T15" fmla="*/ 1988 h 323"/>
                <a:gd name="T16" fmla="*/ 816 w 92"/>
                <a:gd name="T17" fmla="*/ 984 h 323"/>
                <a:gd name="T18" fmla="*/ 884 w 92"/>
                <a:gd name="T19" fmla="*/ 444 h 323"/>
                <a:gd name="T20" fmla="*/ 852 w 92"/>
                <a:gd name="T21" fmla="*/ 0 h 323"/>
                <a:gd name="T22" fmla="*/ 756 w 92"/>
                <a:gd name="T23" fmla="*/ 826 h 323"/>
                <a:gd name="T24" fmla="*/ 619 w 92"/>
                <a:gd name="T25" fmla="*/ 1272 h 323"/>
                <a:gd name="T26" fmla="*/ 473 w 92"/>
                <a:gd name="T27" fmla="*/ 1581 h 323"/>
                <a:gd name="T28" fmla="*/ 362 w 92"/>
                <a:gd name="T29" fmla="*/ 2158 h 323"/>
                <a:gd name="T30" fmla="*/ 197 w 92"/>
                <a:gd name="T31" fmla="*/ 1988 h 323"/>
                <a:gd name="T32" fmla="*/ 88 w 92"/>
                <a:gd name="T33" fmla="*/ 817 h 323"/>
                <a:gd name="T34" fmla="*/ 28 w 92"/>
                <a:gd name="T35" fmla="*/ 1329 h 323"/>
                <a:gd name="T36" fmla="*/ 60 w 92"/>
                <a:gd name="T37" fmla="*/ 1963 h 3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2" h="323">
                  <a:moveTo>
                    <a:pt x="7" y="175"/>
                  </a:moveTo>
                  <a:cubicBezTo>
                    <a:pt x="11" y="181"/>
                    <a:pt x="9" y="191"/>
                    <a:pt x="10" y="198"/>
                  </a:cubicBezTo>
                  <a:cubicBezTo>
                    <a:pt x="11" y="205"/>
                    <a:pt x="14" y="212"/>
                    <a:pt x="16" y="219"/>
                  </a:cubicBezTo>
                  <a:cubicBezTo>
                    <a:pt x="20" y="234"/>
                    <a:pt x="23" y="248"/>
                    <a:pt x="26" y="262"/>
                  </a:cubicBezTo>
                  <a:cubicBezTo>
                    <a:pt x="30" y="281"/>
                    <a:pt x="30" y="306"/>
                    <a:pt x="38" y="323"/>
                  </a:cubicBezTo>
                  <a:cubicBezTo>
                    <a:pt x="47" y="319"/>
                    <a:pt x="40" y="298"/>
                    <a:pt x="39" y="290"/>
                  </a:cubicBezTo>
                  <a:cubicBezTo>
                    <a:pt x="38" y="276"/>
                    <a:pt x="40" y="260"/>
                    <a:pt x="40" y="246"/>
                  </a:cubicBezTo>
                  <a:cubicBezTo>
                    <a:pt x="41" y="219"/>
                    <a:pt x="49" y="193"/>
                    <a:pt x="55" y="166"/>
                  </a:cubicBezTo>
                  <a:cubicBezTo>
                    <a:pt x="62" y="138"/>
                    <a:pt x="77" y="112"/>
                    <a:pt x="83" y="82"/>
                  </a:cubicBezTo>
                  <a:cubicBezTo>
                    <a:pt x="85" y="68"/>
                    <a:pt x="91" y="52"/>
                    <a:pt x="90" y="37"/>
                  </a:cubicBezTo>
                  <a:cubicBezTo>
                    <a:pt x="89" y="26"/>
                    <a:pt x="90" y="11"/>
                    <a:pt x="87" y="0"/>
                  </a:cubicBezTo>
                  <a:cubicBezTo>
                    <a:pt x="92" y="21"/>
                    <a:pt x="81" y="48"/>
                    <a:pt x="77" y="69"/>
                  </a:cubicBezTo>
                  <a:cubicBezTo>
                    <a:pt x="75" y="84"/>
                    <a:pt x="71" y="95"/>
                    <a:pt x="63" y="106"/>
                  </a:cubicBezTo>
                  <a:cubicBezTo>
                    <a:pt x="57" y="115"/>
                    <a:pt x="51" y="122"/>
                    <a:pt x="48" y="132"/>
                  </a:cubicBezTo>
                  <a:cubicBezTo>
                    <a:pt x="45" y="140"/>
                    <a:pt x="45" y="176"/>
                    <a:pt x="37" y="180"/>
                  </a:cubicBezTo>
                  <a:cubicBezTo>
                    <a:pt x="28" y="184"/>
                    <a:pt x="22" y="172"/>
                    <a:pt x="20" y="166"/>
                  </a:cubicBezTo>
                  <a:cubicBezTo>
                    <a:pt x="8" y="139"/>
                    <a:pt x="6" y="97"/>
                    <a:pt x="9" y="68"/>
                  </a:cubicBezTo>
                  <a:cubicBezTo>
                    <a:pt x="0" y="75"/>
                    <a:pt x="4" y="100"/>
                    <a:pt x="3" y="111"/>
                  </a:cubicBezTo>
                  <a:cubicBezTo>
                    <a:pt x="1" y="130"/>
                    <a:pt x="5" y="146"/>
                    <a:pt x="6" y="164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45">
              <a:extLst>
                <a:ext uri="{FF2B5EF4-FFF2-40B4-BE49-F238E27FC236}">
                  <a16:creationId xmlns:a16="http://schemas.microsoft.com/office/drawing/2014/main" id="{66C50BDD-3B9A-4DBF-BC6E-26228DF4D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127"/>
              <a:ext cx="99" cy="169"/>
            </a:xfrm>
            <a:custGeom>
              <a:avLst/>
              <a:gdLst>
                <a:gd name="T0" fmla="*/ 9 w 46"/>
                <a:gd name="T1" fmla="*/ 443 h 74"/>
                <a:gd name="T2" fmla="*/ 338 w 46"/>
                <a:gd name="T3" fmla="*/ 687 h 74"/>
                <a:gd name="T4" fmla="*/ 278 w 4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74">
                  <a:moveTo>
                    <a:pt x="1" y="37"/>
                  </a:moveTo>
                  <a:cubicBezTo>
                    <a:pt x="0" y="56"/>
                    <a:pt x="18" y="74"/>
                    <a:pt x="34" y="58"/>
                  </a:cubicBezTo>
                  <a:cubicBezTo>
                    <a:pt x="46" y="48"/>
                    <a:pt x="46" y="5"/>
                    <a:pt x="28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46">
              <a:extLst>
                <a:ext uri="{FF2B5EF4-FFF2-40B4-BE49-F238E27FC236}">
                  <a16:creationId xmlns:a16="http://schemas.microsoft.com/office/drawing/2014/main" id="{DCB9519C-66B1-4324-ADE1-83942B347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719"/>
              <a:ext cx="173" cy="720"/>
            </a:xfrm>
            <a:custGeom>
              <a:avLst/>
              <a:gdLst>
                <a:gd name="T0" fmla="*/ 594 w 81"/>
                <a:gd name="T1" fmla="*/ 37 h 315"/>
                <a:gd name="T2" fmla="*/ 703 w 81"/>
                <a:gd name="T3" fmla="*/ 1792 h 315"/>
                <a:gd name="T4" fmla="*/ 489 w 81"/>
                <a:gd name="T5" fmla="*/ 3150 h 315"/>
                <a:gd name="T6" fmla="*/ 402 w 81"/>
                <a:gd name="T7" fmla="*/ 3641 h 315"/>
                <a:gd name="T8" fmla="*/ 173 w 81"/>
                <a:gd name="T9" fmla="*/ 3584 h 315"/>
                <a:gd name="T10" fmla="*/ 41 w 81"/>
                <a:gd name="T11" fmla="*/ 2914 h 315"/>
                <a:gd name="T12" fmla="*/ 68 w 81"/>
                <a:gd name="T13" fmla="*/ 1813 h 315"/>
                <a:gd name="T14" fmla="*/ 128 w 81"/>
                <a:gd name="T15" fmla="*/ 2471 h 315"/>
                <a:gd name="T16" fmla="*/ 173 w 81"/>
                <a:gd name="T17" fmla="*/ 2999 h 315"/>
                <a:gd name="T18" fmla="*/ 410 w 81"/>
                <a:gd name="T19" fmla="*/ 2219 h 315"/>
                <a:gd name="T20" fmla="*/ 594 w 81"/>
                <a:gd name="T21" fmla="*/ 1040 h 315"/>
                <a:gd name="T22" fmla="*/ 575 w 81"/>
                <a:gd name="T23" fmla="*/ 427 h 315"/>
                <a:gd name="T24" fmla="*/ 594 w 81"/>
                <a:gd name="T25" fmla="*/ 0 h 3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315">
                  <a:moveTo>
                    <a:pt x="61" y="3"/>
                  </a:moveTo>
                  <a:cubicBezTo>
                    <a:pt x="75" y="51"/>
                    <a:pt x="81" y="101"/>
                    <a:pt x="72" y="150"/>
                  </a:cubicBezTo>
                  <a:cubicBezTo>
                    <a:pt x="66" y="188"/>
                    <a:pt x="60" y="227"/>
                    <a:pt x="50" y="264"/>
                  </a:cubicBezTo>
                  <a:cubicBezTo>
                    <a:pt x="47" y="275"/>
                    <a:pt x="47" y="296"/>
                    <a:pt x="41" y="305"/>
                  </a:cubicBezTo>
                  <a:cubicBezTo>
                    <a:pt x="35" y="315"/>
                    <a:pt x="24" y="307"/>
                    <a:pt x="18" y="300"/>
                  </a:cubicBezTo>
                  <a:cubicBezTo>
                    <a:pt x="5" y="285"/>
                    <a:pt x="3" y="263"/>
                    <a:pt x="4" y="244"/>
                  </a:cubicBezTo>
                  <a:cubicBezTo>
                    <a:pt x="6" y="214"/>
                    <a:pt x="0" y="181"/>
                    <a:pt x="7" y="152"/>
                  </a:cubicBezTo>
                  <a:cubicBezTo>
                    <a:pt x="9" y="170"/>
                    <a:pt x="12" y="189"/>
                    <a:pt x="13" y="207"/>
                  </a:cubicBezTo>
                  <a:cubicBezTo>
                    <a:pt x="14" y="219"/>
                    <a:pt x="10" y="242"/>
                    <a:pt x="18" y="251"/>
                  </a:cubicBezTo>
                  <a:cubicBezTo>
                    <a:pt x="37" y="272"/>
                    <a:pt x="41" y="196"/>
                    <a:pt x="42" y="186"/>
                  </a:cubicBezTo>
                  <a:cubicBezTo>
                    <a:pt x="45" y="152"/>
                    <a:pt x="63" y="123"/>
                    <a:pt x="61" y="87"/>
                  </a:cubicBezTo>
                  <a:cubicBezTo>
                    <a:pt x="60" y="70"/>
                    <a:pt x="59" y="53"/>
                    <a:pt x="59" y="36"/>
                  </a:cubicBezTo>
                  <a:cubicBezTo>
                    <a:pt x="59" y="25"/>
                    <a:pt x="64" y="11"/>
                    <a:pt x="61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47">
              <a:extLst>
                <a:ext uri="{FF2B5EF4-FFF2-40B4-BE49-F238E27FC236}">
                  <a16:creationId xmlns:a16="http://schemas.microsoft.com/office/drawing/2014/main" id="{07B76839-AACB-4086-9FDB-C8A39BEBB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627"/>
              <a:ext cx="115" cy="179"/>
            </a:xfrm>
            <a:custGeom>
              <a:avLst/>
              <a:gdLst>
                <a:gd name="T0" fmla="*/ 0 w 54"/>
                <a:gd name="T1" fmla="*/ 447 h 78"/>
                <a:gd name="T2" fmla="*/ 349 w 54"/>
                <a:gd name="T3" fmla="*/ 737 h 78"/>
                <a:gd name="T4" fmla="*/ 249 w 54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8">
                  <a:moveTo>
                    <a:pt x="0" y="37"/>
                  </a:moveTo>
                  <a:cubicBezTo>
                    <a:pt x="3" y="55"/>
                    <a:pt x="18" y="78"/>
                    <a:pt x="36" y="61"/>
                  </a:cubicBezTo>
                  <a:cubicBezTo>
                    <a:pt x="54" y="45"/>
                    <a:pt x="41" y="14"/>
                    <a:pt x="26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48">
              <a:extLst>
                <a:ext uri="{FF2B5EF4-FFF2-40B4-BE49-F238E27FC236}">
                  <a16:creationId xmlns:a16="http://schemas.microsoft.com/office/drawing/2014/main" id="{05B41CD8-6CC7-4E27-BF60-665E0EB84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182"/>
              <a:ext cx="105" cy="230"/>
            </a:xfrm>
            <a:custGeom>
              <a:avLst/>
              <a:gdLst>
                <a:gd name="T0" fmla="*/ 0 w 49"/>
                <a:gd name="T1" fmla="*/ 0 h 101"/>
                <a:gd name="T2" fmla="*/ 225 w 49"/>
                <a:gd name="T3" fmla="*/ 342 h 101"/>
                <a:gd name="T4" fmla="*/ 482 w 49"/>
                <a:gd name="T5" fmla="*/ 1193 h 101"/>
                <a:gd name="T6" fmla="*/ 129 w 49"/>
                <a:gd name="T7" fmla="*/ 451 h 101"/>
                <a:gd name="T8" fmla="*/ 69 w 49"/>
                <a:gd name="T9" fmla="*/ 1100 h 101"/>
                <a:gd name="T10" fmla="*/ 19 w 49"/>
                <a:gd name="T11" fmla="*/ 451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01">
                  <a:moveTo>
                    <a:pt x="0" y="0"/>
                  </a:moveTo>
                  <a:cubicBezTo>
                    <a:pt x="9" y="3"/>
                    <a:pt x="18" y="21"/>
                    <a:pt x="23" y="29"/>
                  </a:cubicBezTo>
                  <a:cubicBezTo>
                    <a:pt x="36" y="51"/>
                    <a:pt x="47" y="76"/>
                    <a:pt x="49" y="101"/>
                  </a:cubicBezTo>
                  <a:cubicBezTo>
                    <a:pt x="47" y="93"/>
                    <a:pt x="27" y="34"/>
                    <a:pt x="13" y="38"/>
                  </a:cubicBezTo>
                  <a:cubicBezTo>
                    <a:pt x="5" y="41"/>
                    <a:pt x="8" y="85"/>
                    <a:pt x="7" y="93"/>
                  </a:cubicBezTo>
                  <a:cubicBezTo>
                    <a:pt x="4" y="76"/>
                    <a:pt x="1" y="56"/>
                    <a:pt x="2" y="38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Line 49">
              <a:extLst>
                <a:ext uri="{FF2B5EF4-FFF2-40B4-BE49-F238E27FC236}">
                  <a16:creationId xmlns:a16="http://schemas.microsoft.com/office/drawing/2014/main" id="{0D129AA1-FE3E-4CE6-A01D-663292082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4" y="118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Line 50">
              <a:extLst>
                <a:ext uri="{FF2B5EF4-FFF2-40B4-BE49-F238E27FC236}">
                  <a16:creationId xmlns:a16="http://schemas.microsoft.com/office/drawing/2014/main" id="{94D1E2C1-CAC6-4B38-AA99-6C0DB74B15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4" y="118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51">
              <a:extLst>
                <a:ext uri="{FF2B5EF4-FFF2-40B4-BE49-F238E27FC236}">
                  <a16:creationId xmlns:a16="http://schemas.microsoft.com/office/drawing/2014/main" id="{A24E59F6-CE41-4551-B3F8-64E31960D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855"/>
              <a:ext cx="94" cy="601"/>
            </a:xfrm>
            <a:custGeom>
              <a:avLst/>
              <a:gdLst>
                <a:gd name="T0" fmla="*/ 301 w 44"/>
                <a:gd name="T1" fmla="*/ 0 h 263"/>
                <a:gd name="T2" fmla="*/ 310 w 44"/>
                <a:gd name="T3" fmla="*/ 704 h 263"/>
                <a:gd name="T4" fmla="*/ 378 w 44"/>
                <a:gd name="T5" fmla="*/ 1504 h 263"/>
                <a:gd name="T6" fmla="*/ 421 w 44"/>
                <a:gd name="T7" fmla="*/ 2162 h 263"/>
                <a:gd name="T8" fmla="*/ 361 w 44"/>
                <a:gd name="T9" fmla="*/ 2914 h 263"/>
                <a:gd name="T10" fmla="*/ 333 w 44"/>
                <a:gd name="T11" fmla="*/ 2329 h 263"/>
                <a:gd name="T12" fmla="*/ 273 w 44"/>
                <a:gd name="T13" fmla="*/ 1755 h 263"/>
                <a:gd name="T14" fmla="*/ 173 w 44"/>
                <a:gd name="T15" fmla="*/ 2422 h 263"/>
                <a:gd name="T16" fmla="*/ 0 w 44"/>
                <a:gd name="T17" fmla="*/ 3138 h 263"/>
                <a:gd name="T18" fmla="*/ 60 w 44"/>
                <a:gd name="T19" fmla="*/ 2804 h 263"/>
                <a:gd name="T20" fmla="*/ 96 w 44"/>
                <a:gd name="T21" fmla="*/ 2267 h 263"/>
                <a:gd name="T22" fmla="*/ 145 w 44"/>
                <a:gd name="T23" fmla="*/ 1645 h 263"/>
                <a:gd name="T24" fmla="*/ 273 w 44"/>
                <a:gd name="T25" fmla="*/ 85 h 2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263">
                  <a:moveTo>
                    <a:pt x="31" y="0"/>
                  </a:moveTo>
                  <a:cubicBezTo>
                    <a:pt x="26" y="17"/>
                    <a:pt x="31" y="42"/>
                    <a:pt x="32" y="59"/>
                  </a:cubicBezTo>
                  <a:cubicBezTo>
                    <a:pt x="33" y="82"/>
                    <a:pt x="37" y="104"/>
                    <a:pt x="39" y="126"/>
                  </a:cubicBezTo>
                  <a:cubicBezTo>
                    <a:pt x="41" y="145"/>
                    <a:pt x="44" y="163"/>
                    <a:pt x="43" y="181"/>
                  </a:cubicBezTo>
                  <a:cubicBezTo>
                    <a:pt x="42" y="202"/>
                    <a:pt x="37" y="223"/>
                    <a:pt x="37" y="244"/>
                  </a:cubicBezTo>
                  <a:cubicBezTo>
                    <a:pt x="32" y="228"/>
                    <a:pt x="34" y="211"/>
                    <a:pt x="34" y="195"/>
                  </a:cubicBezTo>
                  <a:cubicBezTo>
                    <a:pt x="34" y="181"/>
                    <a:pt x="37" y="159"/>
                    <a:pt x="28" y="147"/>
                  </a:cubicBezTo>
                  <a:cubicBezTo>
                    <a:pt x="15" y="157"/>
                    <a:pt x="21" y="189"/>
                    <a:pt x="18" y="203"/>
                  </a:cubicBezTo>
                  <a:cubicBezTo>
                    <a:pt x="15" y="222"/>
                    <a:pt x="10" y="248"/>
                    <a:pt x="0" y="263"/>
                  </a:cubicBezTo>
                  <a:cubicBezTo>
                    <a:pt x="0" y="255"/>
                    <a:pt x="5" y="245"/>
                    <a:pt x="6" y="235"/>
                  </a:cubicBezTo>
                  <a:cubicBezTo>
                    <a:pt x="8" y="220"/>
                    <a:pt x="9" y="205"/>
                    <a:pt x="10" y="190"/>
                  </a:cubicBezTo>
                  <a:cubicBezTo>
                    <a:pt x="11" y="173"/>
                    <a:pt x="12" y="156"/>
                    <a:pt x="15" y="138"/>
                  </a:cubicBezTo>
                  <a:cubicBezTo>
                    <a:pt x="24" y="95"/>
                    <a:pt x="17" y="51"/>
                    <a:pt x="28" y="7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52">
              <a:extLst>
                <a:ext uri="{FF2B5EF4-FFF2-40B4-BE49-F238E27FC236}">
                  <a16:creationId xmlns:a16="http://schemas.microsoft.com/office/drawing/2014/main" id="{FC4EE774-DB3B-4796-B495-1B722D37F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593"/>
              <a:ext cx="118" cy="644"/>
            </a:xfrm>
            <a:custGeom>
              <a:avLst/>
              <a:gdLst>
                <a:gd name="T0" fmla="*/ 217 w 55"/>
                <a:gd name="T1" fmla="*/ 215 h 282"/>
                <a:gd name="T2" fmla="*/ 423 w 55"/>
                <a:gd name="T3" fmla="*/ 1430 h 282"/>
                <a:gd name="T4" fmla="*/ 455 w 55"/>
                <a:gd name="T5" fmla="*/ 2275 h 282"/>
                <a:gd name="T6" fmla="*/ 217 w 55"/>
                <a:gd name="T7" fmla="*/ 2857 h 282"/>
                <a:gd name="T8" fmla="*/ 0 w 55"/>
                <a:gd name="T9" fmla="*/ 3359 h 282"/>
                <a:gd name="T10" fmla="*/ 217 w 55"/>
                <a:gd name="T11" fmla="*/ 2633 h 282"/>
                <a:gd name="T12" fmla="*/ 345 w 55"/>
                <a:gd name="T13" fmla="*/ 1669 h 282"/>
                <a:gd name="T14" fmla="*/ 157 w 55"/>
                <a:gd name="T15" fmla="*/ 0 h 2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282">
                  <a:moveTo>
                    <a:pt x="22" y="18"/>
                  </a:moveTo>
                  <a:cubicBezTo>
                    <a:pt x="31" y="53"/>
                    <a:pt x="39" y="85"/>
                    <a:pt x="43" y="120"/>
                  </a:cubicBezTo>
                  <a:cubicBezTo>
                    <a:pt x="45" y="143"/>
                    <a:pt x="55" y="169"/>
                    <a:pt x="46" y="191"/>
                  </a:cubicBezTo>
                  <a:cubicBezTo>
                    <a:pt x="39" y="208"/>
                    <a:pt x="31" y="225"/>
                    <a:pt x="22" y="240"/>
                  </a:cubicBezTo>
                  <a:cubicBezTo>
                    <a:pt x="14" y="255"/>
                    <a:pt x="11" y="270"/>
                    <a:pt x="0" y="282"/>
                  </a:cubicBezTo>
                  <a:cubicBezTo>
                    <a:pt x="11" y="265"/>
                    <a:pt x="17" y="241"/>
                    <a:pt x="22" y="221"/>
                  </a:cubicBezTo>
                  <a:cubicBezTo>
                    <a:pt x="29" y="195"/>
                    <a:pt x="39" y="168"/>
                    <a:pt x="35" y="140"/>
                  </a:cubicBezTo>
                  <a:cubicBezTo>
                    <a:pt x="29" y="93"/>
                    <a:pt x="18" y="47"/>
                    <a:pt x="16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53">
              <a:extLst>
                <a:ext uri="{FF2B5EF4-FFF2-40B4-BE49-F238E27FC236}">
                  <a16:creationId xmlns:a16="http://schemas.microsoft.com/office/drawing/2014/main" id="{B2C4D820-55E8-4E85-9841-95F9C833A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025"/>
              <a:ext cx="259" cy="411"/>
            </a:xfrm>
            <a:custGeom>
              <a:avLst/>
              <a:gdLst>
                <a:gd name="T0" fmla="*/ 120 w 121"/>
                <a:gd name="T1" fmla="*/ 1048 h 180"/>
                <a:gd name="T2" fmla="*/ 362 w 121"/>
                <a:gd name="T3" fmla="*/ 2142 h 180"/>
                <a:gd name="T4" fmla="*/ 490 w 121"/>
                <a:gd name="T5" fmla="*/ 1706 h 180"/>
                <a:gd name="T6" fmla="*/ 738 w 121"/>
                <a:gd name="T7" fmla="*/ 1190 h 180"/>
                <a:gd name="T8" fmla="*/ 912 w 121"/>
                <a:gd name="T9" fmla="*/ 797 h 180"/>
                <a:gd name="T10" fmla="*/ 1090 w 121"/>
                <a:gd name="T11" fmla="*/ 0 h 180"/>
                <a:gd name="T12" fmla="*/ 980 w 121"/>
                <a:gd name="T13" fmla="*/ 324 h 180"/>
                <a:gd name="T14" fmla="*/ 670 w 121"/>
                <a:gd name="T15" fmla="*/ 1037 h 180"/>
                <a:gd name="T16" fmla="*/ 0 w 121"/>
                <a:gd name="T17" fmla="*/ 715 h 180"/>
                <a:gd name="T18" fmla="*/ 41 w 121"/>
                <a:gd name="T19" fmla="*/ 824 h 1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180">
                  <a:moveTo>
                    <a:pt x="12" y="88"/>
                  </a:moveTo>
                  <a:cubicBezTo>
                    <a:pt x="25" y="118"/>
                    <a:pt x="26" y="151"/>
                    <a:pt x="37" y="180"/>
                  </a:cubicBezTo>
                  <a:cubicBezTo>
                    <a:pt x="46" y="173"/>
                    <a:pt x="46" y="154"/>
                    <a:pt x="50" y="143"/>
                  </a:cubicBezTo>
                  <a:cubicBezTo>
                    <a:pt x="57" y="128"/>
                    <a:pt x="68" y="116"/>
                    <a:pt x="75" y="100"/>
                  </a:cubicBezTo>
                  <a:cubicBezTo>
                    <a:pt x="80" y="89"/>
                    <a:pt x="87" y="78"/>
                    <a:pt x="93" y="67"/>
                  </a:cubicBezTo>
                  <a:cubicBezTo>
                    <a:pt x="99" y="54"/>
                    <a:pt x="121" y="11"/>
                    <a:pt x="111" y="0"/>
                  </a:cubicBezTo>
                  <a:cubicBezTo>
                    <a:pt x="106" y="7"/>
                    <a:pt x="104" y="18"/>
                    <a:pt x="100" y="27"/>
                  </a:cubicBezTo>
                  <a:cubicBezTo>
                    <a:pt x="90" y="47"/>
                    <a:pt x="78" y="66"/>
                    <a:pt x="68" y="87"/>
                  </a:cubicBezTo>
                  <a:cubicBezTo>
                    <a:pt x="46" y="130"/>
                    <a:pt x="15" y="81"/>
                    <a:pt x="0" y="60"/>
                  </a:cubicBezTo>
                  <a:cubicBezTo>
                    <a:pt x="1" y="63"/>
                    <a:pt x="2" y="66"/>
                    <a:pt x="4" y="69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54">
              <a:extLst>
                <a:ext uri="{FF2B5EF4-FFF2-40B4-BE49-F238E27FC236}">
                  <a16:creationId xmlns:a16="http://schemas.microsoft.com/office/drawing/2014/main" id="{E54275CE-1FA8-4BBA-B1D1-CB09E9501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835"/>
              <a:ext cx="124" cy="201"/>
            </a:xfrm>
            <a:custGeom>
              <a:avLst/>
              <a:gdLst>
                <a:gd name="T0" fmla="*/ 19 w 58"/>
                <a:gd name="T1" fmla="*/ 667 h 88"/>
                <a:gd name="T2" fmla="*/ 449 w 58"/>
                <a:gd name="T3" fmla="*/ 751 h 88"/>
                <a:gd name="T4" fmla="*/ 274 w 58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88">
                  <a:moveTo>
                    <a:pt x="2" y="56"/>
                  </a:moveTo>
                  <a:cubicBezTo>
                    <a:pt x="0" y="88"/>
                    <a:pt x="35" y="88"/>
                    <a:pt x="46" y="63"/>
                  </a:cubicBezTo>
                  <a:cubicBezTo>
                    <a:pt x="58" y="37"/>
                    <a:pt x="47" y="17"/>
                    <a:pt x="28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55">
              <a:extLst>
                <a:ext uri="{FF2B5EF4-FFF2-40B4-BE49-F238E27FC236}">
                  <a16:creationId xmlns:a16="http://schemas.microsoft.com/office/drawing/2014/main" id="{CA3C338F-29B0-4207-82B3-7C285967F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047"/>
              <a:ext cx="156" cy="722"/>
            </a:xfrm>
            <a:custGeom>
              <a:avLst/>
              <a:gdLst>
                <a:gd name="T0" fmla="*/ 156 w 73"/>
                <a:gd name="T1" fmla="*/ 1122 h 316"/>
                <a:gd name="T2" fmla="*/ 109 w 73"/>
                <a:gd name="T3" fmla="*/ 2746 h 316"/>
                <a:gd name="T4" fmla="*/ 28 w 73"/>
                <a:gd name="T5" fmla="*/ 3352 h 316"/>
                <a:gd name="T6" fmla="*/ 60 w 73"/>
                <a:gd name="T7" fmla="*/ 3770 h 316"/>
                <a:gd name="T8" fmla="*/ 156 w 73"/>
                <a:gd name="T9" fmla="*/ 3388 h 316"/>
                <a:gd name="T10" fmla="*/ 293 w 73"/>
                <a:gd name="T11" fmla="*/ 2909 h 316"/>
                <a:gd name="T12" fmla="*/ 489 w 73"/>
                <a:gd name="T13" fmla="*/ 2109 h 316"/>
                <a:gd name="T14" fmla="*/ 671 w 73"/>
                <a:gd name="T15" fmla="*/ 1122 h 316"/>
                <a:gd name="T16" fmla="*/ 712 w 73"/>
                <a:gd name="T17" fmla="*/ 0 h 316"/>
                <a:gd name="T18" fmla="*/ 594 w 73"/>
                <a:gd name="T19" fmla="*/ 528 h 316"/>
                <a:gd name="T20" fmla="*/ 506 w 73"/>
                <a:gd name="T21" fmla="*/ 1158 h 316"/>
                <a:gd name="T22" fmla="*/ 421 w 73"/>
                <a:gd name="T23" fmla="*/ 1515 h 316"/>
                <a:gd name="T24" fmla="*/ 233 w 73"/>
                <a:gd name="T25" fmla="*/ 1190 h 3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3" h="316">
                  <a:moveTo>
                    <a:pt x="16" y="94"/>
                  </a:moveTo>
                  <a:cubicBezTo>
                    <a:pt x="26" y="142"/>
                    <a:pt x="18" y="184"/>
                    <a:pt x="11" y="230"/>
                  </a:cubicBezTo>
                  <a:cubicBezTo>
                    <a:pt x="9" y="248"/>
                    <a:pt x="5" y="264"/>
                    <a:pt x="3" y="281"/>
                  </a:cubicBezTo>
                  <a:cubicBezTo>
                    <a:pt x="2" y="289"/>
                    <a:pt x="0" y="310"/>
                    <a:pt x="6" y="316"/>
                  </a:cubicBezTo>
                  <a:cubicBezTo>
                    <a:pt x="13" y="309"/>
                    <a:pt x="13" y="294"/>
                    <a:pt x="16" y="284"/>
                  </a:cubicBezTo>
                  <a:cubicBezTo>
                    <a:pt x="21" y="271"/>
                    <a:pt x="25" y="257"/>
                    <a:pt x="30" y="244"/>
                  </a:cubicBezTo>
                  <a:cubicBezTo>
                    <a:pt x="38" y="222"/>
                    <a:pt x="45" y="200"/>
                    <a:pt x="50" y="177"/>
                  </a:cubicBezTo>
                  <a:cubicBezTo>
                    <a:pt x="56" y="150"/>
                    <a:pt x="67" y="122"/>
                    <a:pt x="69" y="94"/>
                  </a:cubicBezTo>
                  <a:cubicBezTo>
                    <a:pt x="70" y="63"/>
                    <a:pt x="68" y="31"/>
                    <a:pt x="73" y="0"/>
                  </a:cubicBezTo>
                  <a:cubicBezTo>
                    <a:pt x="66" y="13"/>
                    <a:pt x="64" y="30"/>
                    <a:pt x="61" y="44"/>
                  </a:cubicBezTo>
                  <a:cubicBezTo>
                    <a:pt x="57" y="61"/>
                    <a:pt x="54" y="78"/>
                    <a:pt x="52" y="97"/>
                  </a:cubicBezTo>
                  <a:cubicBezTo>
                    <a:pt x="51" y="101"/>
                    <a:pt x="50" y="126"/>
                    <a:pt x="43" y="127"/>
                  </a:cubicBezTo>
                  <a:cubicBezTo>
                    <a:pt x="33" y="128"/>
                    <a:pt x="29" y="106"/>
                    <a:pt x="24" y="10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56">
              <a:extLst>
                <a:ext uri="{FF2B5EF4-FFF2-40B4-BE49-F238E27FC236}">
                  <a16:creationId xmlns:a16="http://schemas.microsoft.com/office/drawing/2014/main" id="{EE995360-3FB9-47C0-950F-6FA3EBB3F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800"/>
              <a:ext cx="126" cy="843"/>
            </a:xfrm>
            <a:custGeom>
              <a:avLst/>
              <a:gdLst>
                <a:gd name="T0" fmla="*/ 256 w 59"/>
                <a:gd name="T1" fmla="*/ 0 h 369"/>
                <a:gd name="T2" fmla="*/ 389 w 59"/>
                <a:gd name="T3" fmla="*/ 1252 h 369"/>
                <a:gd name="T4" fmla="*/ 534 w 59"/>
                <a:gd name="T5" fmla="*/ 2275 h 369"/>
                <a:gd name="T6" fmla="*/ 293 w 59"/>
                <a:gd name="T7" fmla="*/ 3075 h 369"/>
                <a:gd name="T8" fmla="*/ 137 w 59"/>
                <a:gd name="T9" fmla="*/ 3658 h 369"/>
                <a:gd name="T10" fmla="*/ 41 w 59"/>
                <a:gd name="T11" fmla="*/ 4400 h 369"/>
                <a:gd name="T12" fmla="*/ 41 w 59"/>
                <a:gd name="T13" fmla="*/ 3194 h 369"/>
                <a:gd name="T14" fmla="*/ 301 w 59"/>
                <a:gd name="T15" fmla="*/ 2052 h 369"/>
                <a:gd name="T16" fmla="*/ 265 w 59"/>
                <a:gd name="T17" fmla="*/ 1076 h 369"/>
                <a:gd name="T18" fmla="*/ 241 w 59"/>
                <a:gd name="T19" fmla="*/ 251 h 3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369">
                  <a:moveTo>
                    <a:pt x="26" y="0"/>
                  </a:moveTo>
                  <a:cubicBezTo>
                    <a:pt x="33" y="35"/>
                    <a:pt x="32" y="71"/>
                    <a:pt x="40" y="105"/>
                  </a:cubicBezTo>
                  <a:cubicBezTo>
                    <a:pt x="45" y="132"/>
                    <a:pt x="59" y="163"/>
                    <a:pt x="55" y="191"/>
                  </a:cubicBezTo>
                  <a:cubicBezTo>
                    <a:pt x="51" y="216"/>
                    <a:pt x="40" y="236"/>
                    <a:pt x="30" y="258"/>
                  </a:cubicBezTo>
                  <a:cubicBezTo>
                    <a:pt x="24" y="272"/>
                    <a:pt x="16" y="293"/>
                    <a:pt x="14" y="307"/>
                  </a:cubicBezTo>
                  <a:cubicBezTo>
                    <a:pt x="12" y="321"/>
                    <a:pt x="12" y="358"/>
                    <a:pt x="4" y="369"/>
                  </a:cubicBezTo>
                  <a:cubicBezTo>
                    <a:pt x="2" y="346"/>
                    <a:pt x="0" y="291"/>
                    <a:pt x="4" y="268"/>
                  </a:cubicBezTo>
                  <a:cubicBezTo>
                    <a:pt x="10" y="234"/>
                    <a:pt x="34" y="208"/>
                    <a:pt x="31" y="172"/>
                  </a:cubicBezTo>
                  <a:cubicBezTo>
                    <a:pt x="28" y="145"/>
                    <a:pt x="31" y="117"/>
                    <a:pt x="27" y="90"/>
                  </a:cubicBezTo>
                  <a:cubicBezTo>
                    <a:pt x="24" y="68"/>
                    <a:pt x="31" y="42"/>
                    <a:pt x="25" y="21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57">
              <a:extLst>
                <a:ext uri="{FF2B5EF4-FFF2-40B4-BE49-F238E27FC236}">
                  <a16:creationId xmlns:a16="http://schemas.microsoft.com/office/drawing/2014/main" id="{D6EC60FF-C44A-4837-BA0B-A6B55DB16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779"/>
              <a:ext cx="60" cy="76"/>
            </a:xfrm>
            <a:custGeom>
              <a:avLst/>
              <a:gdLst>
                <a:gd name="T0" fmla="*/ 0 w 28"/>
                <a:gd name="T1" fmla="*/ 403 h 33"/>
                <a:gd name="T2" fmla="*/ 249 w 28"/>
                <a:gd name="T3" fmla="*/ 233 h 33"/>
                <a:gd name="T4" fmla="*/ 276 w 28"/>
                <a:gd name="T5" fmla="*/ 12 h 33"/>
                <a:gd name="T6" fmla="*/ 137 w 28"/>
                <a:gd name="T7" fmla="*/ 2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3">
                  <a:moveTo>
                    <a:pt x="0" y="33"/>
                  </a:moveTo>
                  <a:cubicBezTo>
                    <a:pt x="11" y="30"/>
                    <a:pt x="20" y="31"/>
                    <a:pt x="25" y="19"/>
                  </a:cubicBezTo>
                  <a:cubicBezTo>
                    <a:pt x="28" y="13"/>
                    <a:pt x="26" y="6"/>
                    <a:pt x="28" y="1"/>
                  </a:cubicBezTo>
                  <a:cubicBezTo>
                    <a:pt x="23" y="0"/>
                    <a:pt x="18" y="0"/>
                    <a:pt x="14" y="2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58">
              <a:extLst>
                <a:ext uri="{FF2B5EF4-FFF2-40B4-BE49-F238E27FC236}">
                  <a16:creationId xmlns:a16="http://schemas.microsoft.com/office/drawing/2014/main" id="{39FB73F7-477B-4874-911D-A50D9882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965"/>
              <a:ext cx="75" cy="166"/>
            </a:xfrm>
            <a:custGeom>
              <a:avLst/>
              <a:gdLst>
                <a:gd name="T0" fmla="*/ 0 w 35"/>
                <a:gd name="T1" fmla="*/ 564 h 73"/>
                <a:gd name="T2" fmla="*/ 326 w 35"/>
                <a:gd name="T3" fmla="*/ 543 h 73"/>
                <a:gd name="T4" fmla="*/ 129 w 35"/>
                <a:gd name="T5" fmla="*/ 15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3">
                  <a:moveTo>
                    <a:pt x="0" y="48"/>
                  </a:moveTo>
                  <a:cubicBezTo>
                    <a:pt x="4" y="73"/>
                    <a:pt x="27" y="69"/>
                    <a:pt x="33" y="46"/>
                  </a:cubicBezTo>
                  <a:cubicBezTo>
                    <a:pt x="35" y="39"/>
                    <a:pt x="20" y="0"/>
                    <a:pt x="13" y="13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59">
              <a:extLst>
                <a:ext uri="{FF2B5EF4-FFF2-40B4-BE49-F238E27FC236}">
                  <a16:creationId xmlns:a16="http://schemas.microsoft.com/office/drawing/2014/main" id="{F6D704D1-5FA5-4021-AE0D-24F84C715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323"/>
              <a:ext cx="75" cy="526"/>
            </a:xfrm>
            <a:custGeom>
              <a:avLst/>
              <a:gdLst>
                <a:gd name="T0" fmla="*/ 156 w 35"/>
                <a:gd name="T1" fmla="*/ 476 h 230"/>
                <a:gd name="T2" fmla="*/ 294 w 35"/>
                <a:gd name="T3" fmla="*/ 0 h 230"/>
                <a:gd name="T4" fmla="*/ 345 w 35"/>
                <a:gd name="T5" fmla="*/ 370 h 230"/>
                <a:gd name="T6" fmla="*/ 294 w 35"/>
                <a:gd name="T7" fmla="*/ 780 h 230"/>
                <a:gd name="T8" fmla="*/ 216 w 35"/>
                <a:gd name="T9" fmla="*/ 1532 h 230"/>
                <a:gd name="T10" fmla="*/ 148 w 35"/>
                <a:gd name="T11" fmla="*/ 2308 h 230"/>
                <a:gd name="T12" fmla="*/ 266 w 35"/>
                <a:gd name="T13" fmla="*/ 2751 h 230"/>
                <a:gd name="T14" fmla="*/ 148 w 35"/>
                <a:gd name="T15" fmla="*/ 1663 h 230"/>
                <a:gd name="T16" fmla="*/ 225 w 35"/>
                <a:gd name="T17" fmla="*/ 1031 h 230"/>
                <a:gd name="T18" fmla="*/ 180 w 35"/>
                <a:gd name="T19" fmla="*/ 670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30">
                  <a:moveTo>
                    <a:pt x="16" y="40"/>
                  </a:moveTo>
                  <a:cubicBezTo>
                    <a:pt x="21" y="27"/>
                    <a:pt x="23" y="13"/>
                    <a:pt x="30" y="0"/>
                  </a:cubicBezTo>
                  <a:cubicBezTo>
                    <a:pt x="35" y="5"/>
                    <a:pt x="35" y="24"/>
                    <a:pt x="35" y="31"/>
                  </a:cubicBezTo>
                  <a:cubicBezTo>
                    <a:pt x="35" y="43"/>
                    <a:pt x="32" y="54"/>
                    <a:pt x="30" y="65"/>
                  </a:cubicBezTo>
                  <a:cubicBezTo>
                    <a:pt x="27" y="86"/>
                    <a:pt x="24" y="107"/>
                    <a:pt x="22" y="128"/>
                  </a:cubicBezTo>
                  <a:cubicBezTo>
                    <a:pt x="20" y="150"/>
                    <a:pt x="14" y="172"/>
                    <a:pt x="15" y="193"/>
                  </a:cubicBezTo>
                  <a:cubicBezTo>
                    <a:pt x="16" y="206"/>
                    <a:pt x="27" y="218"/>
                    <a:pt x="27" y="230"/>
                  </a:cubicBezTo>
                  <a:cubicBezTo>
                    <a:pt x="0" y="201"/>
                    <a:pt x="13" y="166"/>
                    <a:pt x="15" y="139"/>
                  </a:cubicBezTo>
                  <a:cubicBezTo>
                    <a:pt x="17" y="121"/>
                    <a:pt x="22" y="104"/>
                    <a:pt x="23" y="86"/>
                  </a:cubicBezTo>
                  <a:cubicBezTo>
                    <a:pt x="24" y="76"/>
                    <a:pt x="19" y="67"/>
                    <a:pt x="18" y="56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60">
              <a:extLst>
                <a:ext uri="{FF2B5EF4-FFF2-40B4-BE49-F238E27FC236}">
                  <a16:creationId xmlns:a16="http://schemas.microsoft.com/office/drawing/2014/main" id="{470D79C9-9CF1-481B-999C-FC7237863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719"/>
              <a:ext cx="62" cy="564"/>
            </a:xfrm>
            <a:custGeom>
              <a:avLst/>
              <a:gdLst>
                <a:gd name="T0" fmla="*/ 214 w 29"/>
                <a:gd name="T1" fmla="*/ 573 h 247"/>
                <a:gd name="T2" fmla="*/ 197 w 29"/>
                <a:gd name="T3" fmla="*/ 991 h 247"/>
                <a:gd name="T4" fmla="*/ 165 w 29"/>
                <a:gd name="T5" fmla="*/ 1455 h 247"/>
                <a:gd name="T6" fmla="*/ 137 w 29"/>
                <a:gd name="T7" fmla="*/ 2012 h 247"/>
                <a:gd name="T8" fmla="*/ 77 w 29"/>
                <a:gd name="T9" fmla="*/ 2941 h 247"/>
                <a:gd name="T10" fmla="*/ 9 w 29"/>
                <a:gd name="T11" fmla="*/ 1882 h 247"/>
                <a:gd name="T12" fmla="*/ 68 w 29"/>
                <a:gd name="T13" fmla="*/ 975 h 247"/>
                <a:gd name="T14" fmla="*/ 68 w 29"/>
                <a:gd name="T15" fmla="*/ 390 h 247"/>
                <a:gd name="T16" fmla="*/ 109 w 29"/>
                <a:gd name="T17" fmla="*/ 0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47">
                  <a:moveTo>
                    <a:pt x="22" y="48"/>
                  </a:moveTo>
                  <a:cubicBezTo>
                    <a:pt x="29" y="59"/>
                    <a:pt x="22" y="72"/>
                    <a:pt x="20" y="83"/>
                  </a:cubicBezTo>
                  <a:cubicBezTo>
                    <a:pt x="18" y="95"/>
                    <a:pt x="19" y="110"/>
                    <a:pt x="17" y="122"/>
                  </a:cubicBezTo>
                  <a:cubicBezTo>
                    <a:pt x="15" y="136"/>
                    <a:pt x="15" y="156"/>
                    <a:pt x="14" y="169"/>
                  </a:cubicBezTo>
                  <a:cubicBezTo>
                    <a:pt x="13" y="189"/>
                    <a:pt x="17" y="230"/>
                    <a:pt x="8" y="247"/>
                  </a:cubicBezTo>
                  <a:cubicBezTo>
                    <a:pt x="7" y="225"/>
                    <a:pt x="2" y="181"/>
                    <a:pt x="1" y="158"/>
                  </a:cubicBezTo>
                  <a:cubicBezTo>
                    <a:pt x="0" y="132"/>
                    <a:pt x="4" y="109"/>
                    <a:pt x="7" y="82"/>
                  </a:cubicBezTo>
                  <a:cubicBezTo>
                    <a:pt x="9" y="66"/>
                    <a:pt x="4" y="50"/>
                    <a:pt x="7" y="33"/>
                  </a:cubicBezTo>
                  <a:cubicBezTo>
                    <a:pt x="9" y="23"/>
                    <a:pt x="12" y="11"/>
                    <a:pt x="11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61">
              <a:extLst>
                <a:ext uri="{FF2B5EF4-FFF2-40B4-BE49-F238E27FC236}">
                  <a16:creationId xmlns:a16="http://schemas.microsoft.com/office/drawing/2014/main" id="{4BAB1154-D9B3-4C79-94BC-2425F5A30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2409"/>
              <a:ext cx="148" cy="418"/>
            </a:xfrm>
            <a:custGeom>
              <a:avLst/>
              <a:gdLst>
                <a:gd name="T0" fmla="*/ 0 w 69"/>
                <a:gd name="T1" fmla="*/ 1263 h 183"/>
                <a:gd name="T2" fmla="*/ 77 w 69"/>
                <a:gd name="T3" fmla="*/ 1958 h 183"/>
                <a:gd name="T4" fmla="*/ 317 w 69"/>
                <a:gd name="T5" fmla="*/ 2124 h 183"/>
                <a:gd name="T6" fmla="*/ 423 w 69"/>
                <a:gd name="T7" fmla="*/ 1679 h 183"/>
                <a:gd name="T8" fmla="*/ 551 w 69"/>
                <a:gd name="T9" fmla="*/ 1169 h 183"/>
                <a:gd name="T10" fmla="*/ 671 w 69"/>
                <a:gd name="T11" fmla="*/ 0 h 183"/>
                <a:gd name="T12" fmla="*/ 386 w 69"/>
                <a:gd name="T13" fmla="*/ 1373 h 183"/>
                <a:gd name="T14" fmla="*/ 19 w 69"/>
                <a:gd name="T15" fmla="*/ 1252 h 1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183">
                  <a:moveTo>
                    <a:pt x="0" y="106"/>
                  </a:moveTo>
                  <a:cubicBezTo>
                    <a:pt x="5" y="124"/>
                    <a:pt x="2" y="146"/>
                    <a:pt x="8" y="164"/>
                  </a:cubicBezTo>
                  <a:cubicBezTo>
                    <a:pt x="13" y="183"/>
                    <a:pt x="24" y="164"/>
                    <a:pt x="32" y="178"/>
                  </a:cubicBezTo>
                  <a:cubicBezTo>
                    <a:pt x="39" y="169"/>
                    <a:pt x="40" y="152"/>
                    <a:pt x="43" y="141"/>
                  </a:cubicBezTo>
                  <a:cubicBezTo>
                    <a:pt x="47" y="127"/>
                    <a:pt x="52" y="112"/>
                    <a:pt x="56" y="98"/>
                  </a:cubicBezTo>
                  <a:cubicBezTo>
                    <a:pt x="64" y="66"/>
                    <a:pt x="69" y="33"/>
                    <a:pt x="68" y="0"/>
                  </a:cubicBezTo>
                  <a:cubicBezTo>
                    <a:pt x="56" y="36"/>
                    <a:pt x="62" y="81"/>
                    <a:pt x="39" y="115"/>
                  </a:cubicBezTo>
                  <a:cubicBezTo>
                    <a:pt x="27" y="134"/>
                    <a:pt x="5" y="126"/>
                    <a:pt x="2" y="105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62">
              <a:extLst>
                <a:ext uri="{FF2B5EF4-FFF2-40B4-BE49-F238E27FC236}">
                  <a16:creationId xmlns:a16="http://schemas.microsoft.com/office/drawing/2014/main" id="{B7057DFD-BD14-4DCD-BEA7-A003C731B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905"/>
              <a:ext cx="162" cy="850"/>
            </a:xfrm>
            <a:custGeom>
              <a:avLst/>
              <a:gdLst>
                <a:gd name="T0" fmla="*/ 136 w 76"/>
                <a:gd name="T1" fmla="*/ 0 h 372"/>
                <a:gd name="T2" fmla="*/ 164 w 76"/>
                <a:gd name="T3" fmla="*/ 1478 h 372"/>
                <a:gd name="T4" fmla="*/ 386 w 76"/>
                <a:gd name="T5" fmla="*/ 2694 h 372"/>
                <a:gd name="T6" fmla="*/ 718 w 76"/>
                <a:gd name="T7" fmla="*/ 4428 h 372"/>
                <a:gd name="T8" fmla="*/ 541 w 76"/>
                <a:gd name="T9" fmla="*/ 4401 h 372"/>
                <a:gd name="T10" fmla="*/ 514 w 76"/>
                <a:gd name="T11" fmla="*/ 3807 h 372"/>
                <a:gd name="T12" fmla="*/ 164 w 76"/>
                <a:gd name="T13" fmla="*/ 2637 h 372"/>
                <a:gd name="T14" fmla="*/ 96 w 76"/>
                <a:gd name="T15" fmla="*/ 752 h 3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372">
                  <a:moveTo>
                    <a:pt x="14" y="0"/>
                  </a:moveTo>
                  <a:cubicBezTo>
                    <a:pt x="15" y="42"/>
                    <a:pt x="12" y="82"/>
                    <a:pt x="17" y="124"/>
                  </a:cubicBezTo>
                  <a:cubicBezTo>
                    <a:pt x="22" y="158"/>
                    <a:pt x="28" y="193"/>
                    <a:pt x="40" y="226"/>
                  </a:cubicBezTo>
                  <a:cubicBezTo>
                    <a:pt x="57" y="271"/>
                    <a:pt x="76" y="322"/>
                    <a:pt x="74" y="371"/>
                  </a:cubicBezTo>
                  <a:cubicBezTo>
                    <a:pt x="68" y="372"/>
                    <a:pt x="62" y="371"/>
                    <a:pt x="56" y="369"/>
                  </a:cubicBezTo>
                  <a:cubicBezTo>
                    <a:pt x="55" y="353"/>
                    <a:pt x="56" y="335"/>
                    <a:pt x="53" y="319"/>
                  </a:cubicBezTo>
                  <a:cubicBezTo>
                    <a:pt x="46" y="285"/>
                    <a:pt x="28" y="254"/>
                    <a:pt x="17" y="221"/>
                  </a:cubicBezTo>
                  <a:cubicBezTo>
                    <a:pt x="0" y="171"/>
                    <a:pt x="6" y="115"/>
                    <a:pt x="10" y="63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63">
              <a:extLst>
                <a:ext uri="{FF2B5EF4-FFF2-40B4-BE49-F238E27FC236}">
                  <a16:creationId xmlns:a16="http://schemas.microsoft.com/office/drawing/2014/main" id="{C0F368E2-37C1-4210-8655-06047D8F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3698"/>
              <a:ext cx="42" cy="61"/>
            </a:xfrm>
            <a:custGeom>
              <a:avLst/>
              <a:gdLst>
                <a:gd name="T0" fmla="*/ 0 w 20"/>
                <a:gd name="T1" fmla="*/ 0 h 27"/>
                <a:gd name="T2" fmla="*/ 185 w 20"/>
                <a:gd name="T3" fmla="*/ 312 h 27"/>
                <a:gd name="T4" fmla="*/ 76 w 20"/>
                <a:gd name="T5" fmla="*/ 27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7">
                  <a:moveTo>
                    <a:pt x="0" y="0"/>
                  </a:moveTo>
                  <a:cubicBezTo>
                    <a:pt x="9" y="4"/>
                    <a:pt x="20" y="18"/>
                    <a:pt x="20" y="27"/>
                  </a:cubicBezTo>
                  <a:cubicBezTo>
                    <a:pt x="17" y="24"/>
                    <a:pt x="12" y="25"/>
                    <a:pt x="8" y="24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64">
              <a:extLst>
                <a:ext uri="{FF2B5EF4-FFF2-40B4-BE49-F238E27FC236}">
                  <a16:creationId xmlns:a16="http://schemas.microsoft.com/office/drawing/2014/main" id="{05405CB3-2F1E-4F4E-BA3E-A6F59DE38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254"/>
              <a:ext cx="77" cy="483"/>
            </a:xfrm>
            <a:custGeom>
              <a:avLst/>
              <a:gdLst>
                <a:gd name="T0" fmla="*/ 0 w 36"/>
                <a:gd name="T1" fmla="*/ 1918 h 211"/>
                <a:gd name="T2" fmla="*/ 178 w 36"/>
                <a:gd name="T3" fmla="*/ 2268 h 211"/>
                <a:gd name="T4" fmla="*/ 242 w 36"/>
                <a:gd name="T5" fmla="*/ 2532 h 211"/>
                <a:gd name="T6" fmla="*/ 265 w 36"/>
                <a:gd name="T7" fmla="*/ 1907 h 211"/>
                <a:gd name="T8" fmla="*/ 242 w 36"/>
                <a:gd name="T9" fmla="*/ 1284 h 211"/>
                <a:gd name="T10" fmla="*/ 242 w 36"/>
                <a:gd name="T11" fmla="*/ 671 h 211"/>
                <a:gd name="T12" fmla="*/ 342 w 36"/>
                <a:gd name="T13" fmla="*/ 0 h 211"/>
                <a:gd name="T14" fmla="*/ 128 w 36"/>
                <a:gd name="T15" fmla="*/ 996 h 211"/>
                <a:gd name="T16" fmla="*/ 19 w 36"/>
                <a:gd name="T17" fmla="*/ 1703 h 2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11">
                  <a:moveTo>
                    <a:pt x="0" y="160"/>
                  </a:moveTo>
                  <a:cubicBezTo>
                    <a:pt x="8" y="168"/>
                    <a:pt x="14" y="179"/>
                    <a:pt x="18" y="189"/>
                  </a:cubicBezTo>
                  <a:cubicBezTo>
                    <a:pt x="20" y="195"/>
                    <a:pt x="20" y="207"/>
                    <a:pt x="25" y="211"/>
                  </a:cubicBezTo>
                  <a:cubicBezTo>
                    <a:pt x="36" y="198"/>
                    <a:pt x="27" y="175"/>
                    <a:pt x="27" y="159"/>
                  </a:cubicBezTo>
                  <a:cubicBezTo>
                    <a:pt x="27" y="142"/>
                    <a:pt x="25" y="125"/>
                    <a:pt x="25" y="107"/>
                  </a:cubicBezTo>
                  <a:cubicBezTo>
                    <a:pt x="25" y="90"/>
                    <a:pt x="25" y="73"/>
                    <a:pt x="25" y="56"/>
                  </a:cubicBezTo>
                  <a:cubicBezTo>
                    <a:pt x="25" y="36"/>
                    <a:pt x="31" y="19"/>
                    <a:pt x="35" y="0"/>
                  </a:cubicBezTo>
                  <a:cubicBezTo>
                    <a:pt x="16" y="21"/>
                    <a:pt x="13" y="57"/>
                    <a:pt x="13" y="83"/>
                  </a:cubicBezTo>
                  <a:cubicBezTo>
                    <a:pt x="13" y="98"/>
                    <a:pt x="21" y="142"/>
                    <a:pt x="2" y="142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65">
              <a:extLst>
                <a:ext uri="{FF2B5EF4-FFF2-40B4-BE49-F238E27FC236}">
                  <a16:creationId xmlns:a16="http://schemas.microsoft.com/office/drawing/2014/main" id="{53DCF655-90FE-4D17-8041-B16CA465B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793"/>
              <a:ext cx="212" cy="596"/>
            </a:xfrm>
            <a:custGeom>
              <a:avLst/>
              <a:gdLst>
                <a:gd name="T0" fmla="*/ 972 w 99"/>
                <a:gd name="T1" fmla="*/ 0 h 261"/>
                <a:gd name="T2" fmla="*/ 602 w 99"/>
                <a:gd name="T3" fmla="*/ 1251 h 261"/>
                <a:gd name="T4" fmla="*/ 120 w 99"/>
                <a:gd name="T5" fmla="*/ 2653 h 261"/>
                <a:gd name="T6" fmla="*/ 0 w 99"/>
                <a:gd name="T7" fmla="*/ 2905 h 261"/>
                <a:gd name="T8" fmla="*/ 542 w 99"/>
                <a:gd name="T9" fmla="*/ 1142 h 261"/>
                <a:gd name="T10" fmla="*/ 972 w 99"/>
                <a:gd name="T11" fmla="*/ 0 h 2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261">
                  <a:moveTo>
                    <a:pt x="99" y="0"/>
                  </a:moveTo>
                  <a:cubicBezTo>
                    <a:pt x="95" y="31"/>
                    <a:pt x="84" y="58"/>
                    <a:pt x="61" y="105"/>
                  </a:cubicBezTo>
                  <a:cubicBezTo>
                    <a:pt x="38" y="152"/>
                    <a:pt x="21" y="185"/>
                    <a:pt x="12" y="223"/>
                  </a:cubicBezTo>
                  <a:cubicBezTo>
                    <a:pt x="3" y="261"/>
                    <a:pt x="0" y="244"/>
                    <a:pt x="0" y="244"/>
                  </a:cubicBezTo>
                  <a:cubicBezTo>
                    <a:pt x="12" y="182"/>
                    <a:pt x="29" y="140"/>
                    <a:pt x="55" y="96"/>
                  </a:cubicBezTo>
                  <a:cubicBezTo>
                    <a:pt x="81" y="52"/>
                    <a:pt x="99" y="0"/>
                    <a:pt x="99" y="0"/>
                  </a:cubicBezTo>
                  <a:close/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66">
              <a:extLst>
                <a:ext uri="{FF2B5EF4-FFF2-40B4-BE49-F238E27FC236}">
                  <a16:creationId xmlns:a16="http://schemas.microsoft.com/office/drawing/2014/main" id="{FD5581C1-A3DF-4C53-9DB8-585449370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525"/>
              <a:ext cx="88" cy="170"/>
            </a:xfrm>
            <a:custGeom>
              <a:avLst/>
              <a:gdLst>
                <a:gd name="T0" fmla="*/ 0 w 41"/>
                <a:gd name="T1" fmla="*/ 691 h 74"/>
                <a:gd name="T2" fmla="*/ 378 w 41"/>
                <a:gd name="T3" fmla="*/ 561 h 74"/>
                <a:gd name="T4" fmla="*/ 208 w 41"/>
                <a:gd name="T5" fmla="*/ 11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74">
                  <a:moveTo>
                    <a:pt x="0" y="57"/>
                  </a:moveTo>
                  <a:cubicBezTo>
                    <a:pt x="14" y="74"/>
                    <a:pt x="31" y="69"/>
                    <a:pt x="38" y="46"/>
                  </a:cubicBezTo>
                  <a:cubicBezTo>
                    <a:pt x="41" y="39"/>
                    <a:pt x="37" y="0"/>
                    <a:pt x="21" y="9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67">
              <a:extLst>
                <a:ext uri="{FF2B5EF4-FFF2-40B4-BE49-F238E27FC236}">
                  <a16:creationId xmlns:a16="http://schemas.microsoft.com/office/drawing/2014/main" id="{0164FEEC-C75E-426B-A8FD-534C1C647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995"/>
              <a:ext cx="79" cy="407"/>
            </a:xfrm>
            <a:custGeom>
              <a:avLst/>
              <a:gdLst>
                <a:gd name="T0" fmla="*/ 0 w 37"/>
                <a:gd name="T1" fmla="*/ 780 h 178"/>
                <a:gd name="T2" fmla="*/ 224 w 37"/>
                <a:gd name="T3" fmla="*/ 215 h 178"/>
                <a:gd name="T4" fmla="*/ 342 w 37"/>
                <a:gd name="T5" fmla="*/ 444 h 178"/>
                <a:gd name="T6" fmla="*/ 333 w 37"/>
                <a:gd name="T7" fmla="*/ 1150 h 178"/>
                <a:gd name="T8" fmla="*/ 233 w 37"/>
                <a:gd name="T9" fmla="*/ 2129 h 178"/>
                <a:gd name="T10" fmla="*/ 233 w 37"/>
                <a:gd name="T11" fmla="*/ 1077 h 178"/>
                <a:gd name="T12" fmla="*/ 88 w 37"/>
                <a:gd name="T13" fmla="*/ 707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78">
                  <a:moveTo>
                    <a:pt x="0" y="65"/>
                  </a:moveTo>
                  <a:cubicBezTo>
                    <a:pt x="10" y="51"/>
                    <a:pt x="13" y="33"/>
                    <a:pt x="23" y="18"/>
                  </a:cubicBezTo>
                  <a:cubicBezTo>
                    <a:pt x="36" y="0"/>
                    <a:pt x="34" y="25"/>
                    <a:pt x="35" y="37"/>
                  </a:cubicBezTo>
                  <a:cubicBezTo>
                    <a:pt x="37" y="57"/>
                    <a:pt x="35" y="76"/>
                    <a:pt x="34" y="96"/>
                  </a:cubicBezTo>
                  <a:cubicBezTo>
                    <a:pt x="32" y="123"/>
                    <a:pt x="31" y="152"/>
                    <a:pt x="24" y="178"/>
                  </a:cubicBezTo>
                  <a:cubicBezTo>
                    <a:pt x="24" y="149"/>
                    <a:pt x="25" y="120"/>
                    <a:pt x="24" y="90"/>
                  </a:cubicBezTo>
                  <a:cubicBezTo>
                    <a:pt x="24" y="81"/>
                    <a:pt x="20" y="62"/>
                    <a:pt x="9" y="59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68">
              <a:extLst>
                <a:ext uri="{FF2B5EF4-FFF2-40B4-BE49-F238E27FC236}">
                  <a16:creationId xmlns:a16="http://schemas.microsoft.com/office/drawing/2014/main" id="{B83A4D16-4E48-4DCE-8B25-EBA41166E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144"/>
              <a:ext cx="122" cy="594"/>
            </a:xfrm>
            <a:custGeom>
              <a:avLst/>
              <a:gdLst>
                <a:gd name="T0" fmla="*/ 19 w 57"/>
                <a:gd name="T1" fmla="*/ 715 h 260"/>
                <a:gd name="T2" fmla="*/ 9 w 57"/>
                <a:gd name="T3" fmla="*/ 324 h 260"/>
                <a:gd name="T4" fmla="*/ 41 w 57"/>
                <a:gd name="T5" fmla="*/ 0 h 260"/>
                <a:gd name="T6" fmla="*/ 462 w 57"/>
                <a:gd name="T7" fmla="*/ 3100 h 260"/>
                <a:gd name="T8" fmla="*/ 302 w 57"/>
                <a:gd name="T9" fmla="*/ 1718 h 260"/>
                <a:gd name="T10" fmla="*/ 137 w 57"/>
                <a:gd name="T11" fmla="*/ 966 h 260"/>
                <a:gd name="T12" fmla="*/ 28 w 57"/>
                <a:gd name="T13" fmla="*/ 777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60">
                  <a:moveTo>
                    <a:pt x="2" y="60"/>
                  </a:moveTo>
                  <a:cubicBezTo>
                    <a:pt x="0" y="49"/>
                    <a:pt x="1" y="38"/>
                    <a:pt x="1" y="27"/>
                  </a:cubicBezTo>
                  <a:cubicBezTo>
                    <a:pt x="1" y="19"/>
                    <a:pt x="1" y="7"/>
                    <a:pt x="4" y="0"/>
                  </a:cubicBezTo>
                  <a:cubicBezTo>
                    <a:pt x="36" y="83"/>
                    <a:pt x="57" y="171"/>
                    <a:pt x="47" y="260"/>
                  </a:cubicBezTo>
                  <a:cubicBezTo>
                    <a:pt x="47" y="220"/>
                    <a:pt x="36" y="184"/>
                    <a:pt x="31" y="144"/>
                  </a:cubicBezTo>
                  <a:cubicBezTo>
                    <a:pt x="29" y="123"/>
                    <a:pt x="22" y="101"/>
                    <a:pt x="14" y="81"/>
                  </a:cubicBezTo>
                  <a:cubicBezTo>
                    <a:pt x="11" y="74"/>
                    <a:pt x="5" y="72"/>
                    <a:pt x="3" y="65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69">
              <a:extLst>
                <a:ext uri="{FF2B5EF4-FFF2-40B4-BE49-F238E27FC236}">
                  <a16:creationId xmlns:a16="http://schemas.microsoft.com/office/drawing/2014/main" id="{FC42F97C-9B64-4C6A-9E89-07CA3D4C4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256"/>
              <a:ext cx="84" cy="272"/>
            </a:xfrm>
            <a:custGeom>
              <a:avLst/>
              <a:gdLst>
                <a:gd name="T0" fmla="*/ 149 w 39"/>
                <a:gd name="T1" fmla="*/ 0 h 119"/>
                <a:gd name="T2" fmla="*/ 112 w 39"/>
                <a:gd name="T3" fmla="*/ 679 h 119"/>
                <a:gd name="T4" fmla="*/ 80 w 39"/>
                <a:gd name="T5" fmla="*/ 976 h 119"/>
                <a:gd name="T6" fmla="*/ 9 w 39"/>
                <a:gd name="T7" fmla="*/ 1422 h 119"/>
                <a:gd name="T8" fmla="*/ 172 w 39"/>
                <a:gd name="T9" fmla="*/ 727 h 119"/>
                <a:gd name="T10" fmla="*/ 278 w 39"/>
                <a:gd name="T11" fmla="*/ 491 h 119"/>
                <a:gd name="T12" fmla="*/ 390 w 39"/>
                <a:gd name="T13" fmla="*/ 597 h 119"/>
                <a:gd name="T14" fmla="*/ 302 w 39"/>
                <a:gd name="T15" fmla="*/ 240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19">
                  <a:moveTo>
                    <a:pt x="15" y="0"/>
                  </a:moveTo>
                  <a:cubicBezTo>
                    <a:pt x="15" y="19"/>
                    <a:pt x="13" y="39"/>
                    <a:pt x="11" y="57"/>
                  </a:cubicBezTo>
                  <a:cubicBezTo>
                    <a:pt x="10" y="66"/>
                    <a:pt x="9" y="73"/>
                    <a:pt x="8" y="82"/>
                  </a:cubicBezTo>
                  <a:cubicBezTo>
                    <a:pt x="6" y="93"/>
                    <a:pt x="0" y="107"/>
                    <a:pt x="1" y="119"/>
                  </a:cubicBezTo>
                  <a:cubicBezTo>
                    <a:pt x="10" y="99"/>
                    <a:pt x="13" y="82"/>
                    <a:pt x="17" y="61"/>
                  </a:cubicBezTo>
                  <a:cubicBezTo>
                    <a:pt x="18" y="56"/>
                    <a:pt x="22" y="43"/>
                    <a:pt x="28" y="41"/>
                  </a:cubicBezTo>
                  <a:cubicBezTo>
                    <a:pt x="33" y="40"/>
                    <a:pt x="36" y="47"/>
                    <a:pt x="39" y="50"/>
                  </a:cubicBezTo>
                  <a:cubicBezTo>
                    <a:pt x="37" y="40"/>
                    <a:pt x="33" y="31"/>
                    <a:pt x="30" y="2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70">
              <a:extLst>
                <a:ext uri="{FF2B5EF4-FFF2-40B4-BE49-F238E27FC236}">
                  <a16:creationId xmlns:a16="http://schemas.microsoft.com/office/drawing/2014/main" id="{ADBF218E-3380-41F8-A98B-3F66C74DA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654"/>
              <a:ext cx="64" cy="103"/>
            </a:xfrm>
            <a:custGeom>
              <a:avLst/>
              <a:gdLst>
                <a:gd name="T0" fmla="*/ 0 w 30"/>
                <a:gd name="T1" fmla="*/ 504 h 45"/>
                <a:gd name="T2" fmla="*/ 128 w 30"/>
                <a:gd name="T3" fmla="*/ 224 h 45"/>
                <a:gd name="T4" fmla="*/ 224 w 30"/>
                <a:gd name="T5" fmla="*/ 0 h 45"/>
                <a:gd name="T6" fmla="*/ 205 w 30"/>
                <a:gd name="T7" fmla="*/ 54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5">
                  <a:moveTo>
                    <a:pt x="0" y="42"/>
                  </a:moveTo>
                  <a:cubicBezTo>
                    <a:pt x="5" y="34"/>
                    <a:pt x="10" y="28"/>
                    <a:pt x="13" y="19"/>
                  </a:cubicBezTo>
                  <a:cubicBezTo>
                    <a:pt x="16" y="13"/>
                    <a:pt x="18" y="4"/>
                    <a:pt x="23" y="0"/>
                  </a:cubicBezTo>
                  <a:cubicBezTo>
                    <a:pt x="30" y="14"/>
                    <a:pt x="20" y="31"/>
                    <a:pt x="21" y="45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71">
              <a:extLst>
                <a:ext uri="{FF2B5EF4-FFF2-40B4-BE49-F238E27FC236}">
                  <a16:creationId xmlns:a16="http://schemas.microsoft.com/office/drawing/2014/main" id="{A0FCCFAD-C348-4F0B-9794-8D3E7EBF8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804"/>
              <a:ext cx="112" cy="185"/>
            </a:xfrm>
            <a:custGeom>
              <a:avLst/>
              <a:gdLst>
                <a:gd name="T0" fmla="*/ 0 w 52"/>
                <a:gd name="T1" fmla="*/ 455 h 81"/>
                <a:gd name="T2" fmla="*/ 140 w 52"/>
                <a:gd name="T3" fmla="*/ 0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81">
                  <a:moveTo>
                    <a:pt x="0" y="38"/>
                  </a:moveTo>
                  <a:cubicBezTo>
                    <a:pt x="21" y="81"/>
                    <a:pt x="52" y="13"/>
                    <a:pt x="14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72">
              <a:extLst>
                <a:ext uri="{FF2B5EF4-FFF2-40B4-BE49-F238E27FC236}">
                  <a16:creationId xmlns:a16="http://schemas.microsoft.com/office/drawing/2014/main" id="{4DEFECE2-A16C-4F2C-A44F-5A0FBDA4A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338"/>
              <a:ext cx="105" cy="430"/>
            </a:xfrm>
            <a:custGeom>
              <a:avLst/>
              <a:gdLst>
                <a:gd name="T0" fmla="*/ 257 w 49"/>
                <a:gd name="T1" fmla="*/ 25 h 188"/>
                <a:gd name="T2" fmla="*/ 345 w 49"/>
                <a:gd name="T3" fmla="*/ 1162 h 188"/>
                <a:gd name="T4" fmla="*/ 482 w 49"/>
                <a:gd name="T5" fmla="*/ 2251 h 188"/>
                <a:gd name="T6" fmla="*/ 257 w 49"/>
                <a:gd name="T7" fmla="*/ 947 h 188"/>
                <a:gd name="T8" fmla="*/ 0 w 49"/>
                <a:gd name="T9" fmla="*/ 801 h 188"/>
                <a:gd name="T10" fmla="*/ 225 w 49"/>
                <a:gd name="T11" fmla="*/ 0 h 1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88">
                  <a:moveTo>
                    <a:pt x="26" y="2"/>
                  </a:moveTo>
                  <a:cubicBezTo>
                    <a:pt x="41" y="29"/>
                    <a:pt x="35" y="67"/>
                    <a:pt x="35" y="97"/>
                  </a:cubicBezTo>
                  <a:cubicBezTo>
                    <a:pt x="35" y="129"/>
                    <a:pt x="44" y="158"/>
                    <a:pt x="49" y="188"/>
                  </a:cubicBezTo>
                  <a:cubicBezTo>
                    <a:pt x="33" y="153"/>
                    <a:pt x="30" y="117"/>
                    <a:pt x="26" y="79"/>
                  </a:cubicBezTo>
                  <a:cubicBezTo>
                    <a:pt x="24" y="56"/>
                    <a:pt x="13" y="40"/>
                    <a:pt x="0" y="67"/>
                  </a:cubicBezTo>
                  <a:cubicBezTo>
                    <a:pt x="7" y="46"/>
                    <a:pt x="8" y="17"/>
                    <a:pt x="23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73">
              <a:extLst>
                <a:ext uri="{FF2B5EF4-FFF2-40B4-BE49-F238E27FC236}">
                  <a16:creationId xmlns:a16="http://schemas.microsoft.com/office/drawing/2014/main" id="{968C6DA7-0DE2-4A8D-9780-E8897AA32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928"/>
              <a:ext cx="110" cy="667"/>
            </a:xfrm>
            <a:custGeom>
              <a:avLst/>
              <a:gdLst>
                <a:gd name="T0" fmla="*/ 373 w 51"/>
                <a:gd name="T1" fmla="*/ 704 h 292"/>
                <a:gd name="T2" fmla="*/ 261 w 51"/>
                <a:gd name="T3" fmla="*/ 1455 h 292"/>
                <a:gd name="T4" fmla="*/ 242 w 51"/>
                <a:gd name="T5" fmla="*/ 2218 h 292"/>
                <a:gd name="T6" fmla="*/ 250 w 51"/>
                <a:gd name="T7" fmla="*/ 3481 h 292"/>
                <a:gd name="T8" fmla="*/ 129 w 51"/>
                <a:gd name="T9" fmla="*/ 2885 h 292"/>
                <a:gd name="T10" fmla="*/ 60 w 51"/>
                <a:gd name="T11" fmla="*/ 2312 h 292"/>
                <a:gd name="T12" fmla="*/ 60 w 51"/>
                <a:gd name="T13" fmla="*/ 1775 h 292"/>
                <a:gd name="T14" fmla="*/ 19 w 51"/>
                <a:gd name="T15" fmla="*/ 907 h 292"/>
                <a:gd name="T16" fmla="*/ 129 w 51"/>
                <a:gd name="T17" fmla="*/ 1393 h 292"/>
                <a:gd name="T18" fmla="*/ 190 w 51"/>
                <a:gd name="T19" fmla="*/ 1048 h 292"/>
                <a:gd name="T20" fmla="*/ 250 w 51"/>
                <a:gd name="T21" fmla="*/ 678 h 292"/>
                <a:gd name="T22" fmla="*/ 470 w 51"/>
                <a:gd name="T23" fmla="*/ 0 h 292"/>
                <a:gd name="T24" fmla="*/ 349 w 51"/>
                <a:gd name="T25" fmla="*/ 740 h 2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292">
                  <a:moveTo>
                    <a:pt x="37" y="59"/>
                  </a:moveTo>
                  <a:cubicBezTo>
                    <a:pt x="37" y="80"/>
                    <a:pt x="29" y="102"/>
                    <a:pt x="26" y="122"/>
                  </a:cubicBezTo>
                  <a:cubicBezTo>
                    <a:pt x="23" y="144"/>
                    <a:pt x="24" y="164"/>
                    <a:pt x="24" y="186"/>
                  </a:cubicBezTo>
                  <a:cubicBezTo>
                    <a:pt x="24" y="218"/>
                    <a:pt x="27" y="261"/>
                    <a:pt x="25" y="292"/>
                  </a:cubicBezTo>
                  <a:cubicBezTo>
                    <a:pt x="17" y="281"/>
                    <a:pt x="14" y="255"/>
                    <a:pt x="13" y="242"/>
                  </a:cubicBezTo>
                  <a:cubicBezTo>
                    <a:pt x="11" y="225"/>
                    <a:pt x="7" y="210"/>
                    <a:pt x="6" y="194"/>
                  </a:cubicBezTo>
                  <a:cubicBezTo>
                    <a:pt x="5" y="179"/>
                    <a:pt x="5" y="164"/>
                    <a:pt x="6" y="149"/>
                  </a:cubicBezTo>
                  <a:cubicBezTo>
                    <a:pt x="7" y="125"/>
                    <a:pt x="0" y="100"/>
                    <a:pt x="2" y="76"/>
                  </a:cubicBezTo>
                  <a:cubicBezTo>
                    <a:pt x="10" y="88"/>
                    <a:pt x="5" y="105"/>
                    <a:pt x="13" y="117"/>
                  </a:cubicBezTo>
                  <a:cubicBezTo>
                    <a:pt x="20" y="112"/>
                    <a:pt x="18" y="96"/>
                    <a:pt x="19" y="88"/>
                  </a:cubicBezTo>
                  <a:cubicBezTo>
                    <a:pt x="20" y="78"/>
                    <a:pt x="21" y="67"/>
                    <a:pt x="25" y="57"/>
                  </a:cubicBezTo>
                  <a:cubicBezTo>
                    <a:pt x="32" y="39"/>
                    <a:pt x="46" y="21"/>
                    <a:pt x="47" y="0"/>
                  </a:cubicBezTo>
                  <a:cubicBezTo>
                    <a:pt x="51" y="17"/>
                    <a:pt x="40" y="46"/>
                    <a:pt x="35" y="62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74">
              <a:extLst>
                <a:ext uri="{FF2B5EF4-FFF2-40B4-BE49-F238E27FC236}">
                  <a16:creationId xmlns:a16="http://schemas.microsoft.com/office/drawing/2014/main" id="{05E0D5D6-58E2-42AB-965B-3A0F437FE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554"/>
              <a:ext cx="120" cy="706"/>
            </a:xfrm>
            <a:custGeom>
              <a:avLst/>
              <a:gdLst>
                <a:gd name="T0" fmla="*/ 28 w 56"/>
                <a:gd name="T1" fmla="*/ 763 h 309"/>
                <a:gd name="T2" fmla="*/ 216 w 56"/>
                <a:gd name="T3" fmla="*/ 2360 h 309"/>
                <a:gd name="T4" fmla="*/ 285 w 56"/>
                <a:gd name="T5" fmla="*/ 3685 h 309"/>
                <a:gd name="T6" fmla="*/ 317 w 56"/>
                <a:gd name="T7" fmla="*/ 3210 h 309"/>
                <a:gd name="T8" fmla="*/ 362 w 56"/>
                <a:gd name="T9" fmla="*/ 2767 h 309"/>
                <a:gd name="T10" fmla="*/ 345 w 56"/>
                <a:gd name="T11" fmla="*/ 2015 h 309"/>
                <a:gd name="T12" fmla="*/ 422 w 56"/>
                <a:gd name="T13" fmla="*/ 1097 h 309"/>
                <a:gd name="T14" fmla="*/ 551 w 56"/>
                <a:gd name="T15" fmla="*/ 0 h 309"/>
                <a:gd name="T16" fmla="*/ 441 w 56"/>
                <a:gd name="T17" fmla="*/ 621 h 309"/>
                <a:gd name="T18" fmla="*/ 362 w 56"/>
                <a:gd name="T19" fmla="*/ 809 h 309"/>
                <a:gd name="T20" fmla="*/ 317 w 56"/>
                <a:gd name="T21" fmla="*/ 1040 h 309"/>
                <a:gd name="T22" fmla="*/ 0 w 56"/>
                <a:gd name="T23" fmla="*/ 260 h 3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309">
                  <a:moveTo>
                    <a:pt x="3" y="64"/>
                  </a:moveTo>
                  <a:cubicBezTo>
                    <a:pt x="12" y="108"/>
                    <a:pt x="17" y="153"/>
                    <a:pt x="22" y="198"/>
                  </a:cubicBezTo>
                  <a:cubicBezTo>
                    <a:pt x="26" y="234"/>
                    <a:pt x="16" y="274"/>
                    <a:pt x="29" y="309"/>
                  </a:cubicBezTo>
                  <a:cubicBezTo>
                    <a:pt x="33" y="297"/>
                    <a:pt x="31" y="282"/>
                    <a:pt x="32" y="269"/>
                  </a:cubicBezTo>
                  <a:cubicBezTo>
                    <a:pt x="33" y="256"/>
                    <a:pt x="35" y="244"/>
                    <a:pt x="37" y="232"/>
                  </a:cubicBezTo>
                  <a:cubicBezTo>
                    <a:pt x="42" y="211"/>
                    <a:pt x="37" y="190"/>
                    <a:pt x="35" y="169"/>
                  </a:cubicBezTo>
                  <a:cubicBezTo>
                    <a:pt x="32" y="142"/>
                    <a:pt x="37" y="117"/>
                    <a:pt x="43" y="92"/>
                  </a:cubicBezTo>
                  <a:cubicBezTo>
                    <a:pt x="50" y="61"/>
                    <a:pt x="53" y="32"/>
                    <a:pt x="56" y="0"/>
                  </a:cubicBezTo>
                  <a:cubicBezTo>
                    <a:pt x="53" y="18"/>
                    <a:pt x="53" y="36"/>
                    <a:pt x="45" y="52"/>
                  </a:cubicBezTo>
                  <a:cubicBezTo>
                    <a:pt x="42" y="58"/>
                    <a:pt x="39" y="62"/>
                    <a:pt x="37" y="68"/>
                  </a:cubicBezTo>
                  <a:cubicBezTo>
                    <a:pt x="35" y="75"/>
                    <a:pt x="37" y="82"/>
                    <a:pt x="32" y="87"/>
                  </a:cubicBezTo>
                  <a:cubicBezTo>
                    <a:pt x="10" y="82"/>
                    <a:pt x="8" y="40"/>
                    <a:pt x="0" y="22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75">
              <a:extLst>
                <a:ext uri="{FF2B5EF4-FFF2-40B4-BE49-F238E27FC236}">
                  <a16:creationId xmlns:a16="http://schemas.microsoft.com/office/drawing/2014/main" id="{8FFD4DEF-491F-48D2-894C-42076A0D2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328"/>
              <a:ext cx="77" cy="187"/>
            </a:xfrm>
            <a:custGeom>
              <a:avLst/>
              <a:gdLst>
                <a:gd name="T0" fmla="*/ 0 w 36"/>
                <a:gd name="T1" fmla="*/ 675 h 82"/>
                <a:gd name="T2" fmla="*/ 302 w 36"/>
                <a:gd name="T3" fmla="*/ 734 h 82"/>
                <a:gd name="T4" fmla="*/ 156 w 36"/>
                <a:gd name="T5" fmla="*/ 141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82">
                  <a:moveTo>
                    <a:pt x="0" y="57"/>
                  </a:moveTo>
                  <a:cubicBezTo>
                    <a:pt x="7" y="76"/>
                    <a:pt x="21" y="82"/>
                    <a:pt x="31" y="62"/>
                  </a:cubicBezTo>
                  <a:cubicBezTo>
                    <a:pt x="36" y="53"/>
                    <a:pt x="34" y="0"/>
                    <a:pt x="16" y="12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76">
              <a:extLst>
                <a:ext uri="{FF2B5EF4-FFF2-40B4-BE49-F238E27FC236}">
                  <a16:creationId xmlns:a16="http://schemas.microsoft.com/office/drawing/2014/main" id="{D3EB1689-8AB5-4629-B3C3-D5D344D08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923"/>
              <a:ext cx="101" cy="451"/>
            </a:xfrm>
            <a:custGeom>
              <a:avLst/>
              <a:gdLst>
                <a:gd name="T0" fmla="*/ 0 w 47"/>
                <a:gd name="T1" fmla="*/ 911 h 197"/>
                <a:gd name="T2" fmla="*/ 129 w 47"/>
                <a:gd name="T3" fmla="*/ 410 h 197"/>
                <a:gd name="T4" fmla="*/ 208 w 47"/>
                <a:gd name="T5" fmla="*/ 0 h 197"/>
                <a:gd name="T6" fmla="*/ 208 w 47"/>
                <a:gd name="T7" fmla="*/ 224 h 197"/>
                <a:gd name="T8" fmla="*/ 217 w 47"/>
                <a:gd name="T9" fmla="*/ 614 h 197"/>
                <a:gd name="T10" fmla="*/ 277 w 47"/>
                <a:gd name="T11" fmla="*/ 1174 h 197"/>
                <a:gd name="T12" fmla="*/ 466 w 47"/>
                <a:gd name="T13" fmla="*/ 2363 h 197"/>
                <a:gd name="T14" fmla="*/ 258 w 47"/>
                <a:gd name="T15" fmla="*/ 1378 h 197"/>
                <a:gd name="T16" fmla="*/ 19 w 47"/>
                <a:gd name="T17" fmla="*/ 923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97">
                  <a:moveTo>
                    <a:pt x="0" y="76"/>
                  </a:moveTo>
                  <a:cubicBezTo>
                    <a:pt x="3" y="62"/>
                    <a:pt x="10" y="48"/>
                    <a:pt x="13" y="34"/>
                  </a:cubicBezTo>
                  <a:cubicBezTo>
                    <a:pt x="15" y="24"/>
                    <a:pt x="15" y="7"/>
                    <a:pt x="21" y="0"/>
                  </a:cubicBezTo>
                  <a:cubicBezTo>
                    <a:pt x="23" y="6"/>
                    <a:pt x="21" y="13"/>
                    <a:pt x="21" y="19"/>
                  </a:cubicBezTo>
                  <a:cubicBezTo>
                    <a:pt x="20" y="30"/>
                    <a:pt x="22" y="40"/>
                    <a:pt x="22" y="51"/>
                  </a:cubicBezTo>
                  <a:cubicBezTo>
                    <a:pt x="22" y="67"/>
                    <a:pt x="24" y="82"/>
                    <a:pt x="28" y="98"/>
                  </a:cubicBezTo>
                  <a:cubicBezTo>
                    <a:pt x="37" y="131"/>
                    <a:pt x="45" y="163"/>
                    <a:pt x="47" y="197"/>
                  </a:cubicBezTo>
                  <a:cubicBezTo>
                    <a:pt x="37" y="171"/>
                    <a:pt x="31" y="142"/>
                    <a:pt x="26" y="115"/>
                  </a:cubicBezTo>
                  <a:cubicBezTo>
                    <a:pt x="25" y="110"/>
                    <a:pt x="13" y="64"/>
                    <a:pt x="2" y="77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77">
              <a:extLst>
                <a:ext uri="{FF2B5EF4-FFF2-40B4-BE49-F238E27FC236}">
                  <a16:creationId xmlns:a16="http://schemas.microsoft.com/office/drawing/2014/main" id="{D08BE269-B368-4A1E-8D8F-58CF2DF07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775"/>
              <a:ext cx="81" cy="388"/>
            </a:xfrm>
            <a:custGeom>
              <a:avLst/>
              <a:gdLst>
                <a:gd name="T0" fmla="*/ 358 w 38"/>
                <a:gd name="T1" fmla="*/ 0 h 170"/>
                <a:gd name="T2" fmla="*/ 350 w 38"/>
                <a:gd name="T3" fmla="*/ 354 h 170"/>
                <a:gd name="T4" fmla="*/ 213 w 38"/>
                <a:gd name="T5" fmla="*/ 808 h 170"/>
                <a:gd name="T6" fmla="*/ 19 w 38"/>
                <a:gd name="T7" fmla="*/ 2022 h 170"/>
                <a:gd name="T8" fmla="*/ 60 w 38"/>
                <a:gd name="T9" fmla="*/ 1214 h 170"/>
                <a:gd name="T10" fmla="*/ 104 w 38"/>
                <a:gd name="T11" fmla="*/ 520 h 170"/>
                <a:gd name="T12" fmla="*/ 0 w 38"/>
                <a:gd name="T13" fmla="*/ 0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70">
                  <a:moveTo>
                    <a:pt x="37" y="0"/>
                  </a:moveTo>
                  <a:cubicBezTo>
                    <a:pt x="37" y="10"/>
                    <a:pt x="38" y="21"/>
                    <a:pt x="36" y="30"/>
                  </a:cubicBezTo>
                  <a:cubicBezTo>
                    <a:pt x="32" y="43"/>
                    <a:pt x="26" y="55"/>
                    <a:pt x="22" y="68"/>
                  </a:cubicBezTo>
                  <a:cubicBezTo>
                    <a:pt x="13" y="102"/>
                    <a:pt x="1" y="135"/>
                    <a:pt x="2" y="170"/>
                  </a:cubicBezTo>
                  <a:cubicBezTo>
                    <a:pt x="2" y="146"/>
                    <a:pt x="2" y="125"/>
                    <a:pt x="6" y="102"/>
                  </a:cubicBezTo>
                  <a:cubicBezTo>
                    <a:pt x="9" y="83"/>
                    <a:pt x="14" y="63"/>
                    <a:pt x="11" y="44"/>
                  </a:cubicBezTo>
                  <a:cubicBezTo>
                    <a:pt x="10" y="30"/>
                    <a:pt x="6" y="13"/>
                    <a:pt x="0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78">
              <a:extLst>
                <a:ext uri="{FF2B5EF4-FFF2-40B4-BE49-F238E27FC236}">
                  <a16:creationId xmlns:a16="http://schemas.microsoft.com/office/drawing/2014/main" id="{B186891F-9B84-42A8-B3DB-32B96D193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438"/>
              <a:ext cx="32" cy="180"/>
            </a:xfrm>
            <a:custGeom>
              <a:avLst/>
              <a:gdLst>
                <a:gd name="T0" fmla="*/ 9 w 15"/>
                <a:gd name="T1" fmla="*/ 0 h 79"/>
                <a:gd name="T2" fmla="*/ 105 w 15"/>
                <a:gd name="T3" fmla="*/ 519 h 79"/>
                <a:gd name="T4" fmla="*/ 0 w 15"/>
                <a:gd name="T5" fmla="*/ 934 h 79"/>
                <a:gd name="T6" fmla="*/ 0 w 15"/>
                <a:gd name="T7" fmla="*/ 768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9">
                  <a:moveTo>
                    <a:pt x="1" y="0"/>
                  </a:moveTo>
                  <a:cubicBezTo>
                    <a:pt x="1" y="17"/>
                    <a:pt x="15" y="27"/>
                    <a:pt x="11" y="44"/>
                  </a:cubicBezTo>
                  <a:cubicBezTo>
                    <a:pt x="9" y="57"/>
                    <a:pt x="4" y="67"/>
                    <a:pt x="0" y="79"/>
                  </a:cubicBezTo>
                  <a:cubicBezTo>
                    <a:pt x="0" y="75"/>
                    <a:pt x="0" y="70"/>
                    <a:pt x="0" y="65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79">
              <a:extLst>
                <a:ext uri="{FF2B5EF4-FFF2-40B4-BE49-F238E27FC236}">
                  <a16:creationId xmlns:a16="http://schemas.microsoft.com/office/drawing/2014/main" id="{4E792E07-FDB0-43CC-9CCE-6CA74E347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760"/>
              <a:ext cx="105" cy="733"/>
            </a:xfrm>
            <a:custGeom>
              <a:avLst/>
              <a:gdLst>
                <a:gd name="T0" fmla="*/ 317 w 49"/>
                <a:gd name="T1" fmla="*/ 438 h 321"/>
                <a:gd name="T2" fmla="*/ 386 w 49"/>
                <a:gd name="T3" fmla="*/ 1585 h 321"/>
                <a:gd name="T4" fmla="*/ 463 w 49"/>
                <a:gd name="T5" fmla="*/ 2596 h 321"/>
                <a:gd name="T6" fmla="*/ 285 w 49"/>
                <a:gd name="T7" fmla="*/ 3165 h 321"/>
                <a:gd name="T8" fmla="*/ 156 w 49"/>
                <a:gd name="T9" fmla="*/ 3823 h 321"/>
                <a:gd name="T10" fmla="*/ 165 w 49"/>
                <a:gd name="T11" fmla="*/ 3514 h 321"/>
                <a:gd name="T12" fmla="*/ 189 w 49"/>
                <a:gd name="T13" fmla="*/ 3035 h 321"/>
                <a:gd name="T14" fmla="*/ 285 w 49"/>
                <a:gd name="T15" fmla="*/ 2311 h 321"/>
                <a:gd name="T16" fmla="*/ 19 w 49"/>
                <a:gd name="T17" fmla="*/ 2048 h 321"/>
                <a:gd name="T18" fmla="*/ 120 w 49"/>
                <a:gd name="T19" fmla="*/ 1523 h 321"/>
                <a:gd name="T20" fmla="*/ 216 w 49"/>
                <a:gd name="T21" fmla="*/ 1633 h 321"/>
                <a:gd name="T22" fmla="*/ 266 w 49"/>
                <a:gd name="T23" fmla="*/ 1299 h 321"/>
                <a:gd name="T24" fmla="*/ 257 w 49"/>
                <a:gd name="T25" fmla="*/ 724 h 321"/>
                <a:gd name="T26" fmla="*/ 276 w 49"/>
                <a:gd name="T27" fmla="*/ 324 h 321"/>
                <a:gd name="T28" fmla="*/ 257 w 49"/>
                <a:gd name="T29" fmla="*/ 0 h 3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321">
                  <a:moveTo>
                    <a:pt x="32" y="37"/>
                  </a:moveTo>
                  <a:cubicBezTo>
                    <a:pt x="38" y="69"/>
                    <a:pt x="37" y="101"/>
                    <a:pt x="39" y="133"/>
                  </a:cubicBezTo>
                  <a:cubicBezTo>
                    <a:pt x="41" y="161"/>
                    <a:pt x="45" y="189"/>
                    <a:pt x="47" y="218"/>
                  </a:cubicBezTo>
                  <a:cubicBezTo>
                    <a:pt x="49" y="236"/>
                    <a:pt x="37" y="250"/>
                    <a:pt x="29" y="266"/>
                  </a:cubicBezTo>
                  <a:cubicBezTo>
                    <a:pt x="22" y="282"/>
                    <a:pt x="26" y="308"/>
                    <a:pt x="16" y="321"/>
                  </a:cubicBezTo>
                  <a:cubicBezTo>
                    <a:pt x="11" y="315"/>
                    <a:pt x="17" y="303"/>
                    <a:pt x="17" y="295"/>
                  </a:cubicBezTo>
                  <a:cubicBezTo>
                    <a:pt x="17" y="282"/>
                    <a:pt x="17" y="269"/>
                    <a:pt x="19" y="255"/>
                  </a:cubicBezTo>
                  <a:cubicBezTo>
                    <a:pt x="22" y="238"/>
                    <a:pt x="36" y="211"/>
                    <a:pt x="29" y="194"/>
                  </a:cubicBezTo>
                  <a:cubicBezTo>
                    <a:pt x="23" y="181"/>
                    <a:pt x="4" y="189"/>
                    <a:pt x="2" y="172"/>
                  </a:cubicBezTo>
                  <a:cubicBezTo>
                    <a:pt x="0" y="160"/>
                    <a:pt x="7" y="140"/>
                    <a:pt x="12" y="128"/>
                  </a:cubicBezTo>
                  <a:cubicBezTo>
                    <a:pt x="17" y="129"/>
                    <a:pt x="20" y="133"/>
                    <a:pt x="22" y="137"/>
                  </a:cubicBezTo>
                  <a:cubicBezTo>
                    <a:pt x="29" y="132"/>
                    <a:pt x="27" y="118"/>
                    <a:pt x="27" y="109"/>
                  </a:cubicBezTo>
                  <a:cubicBezTo>
                    <a:pt x="26" y="93"/>
                    <a:pt x="26" y="77"/>
                    <a:pt x="26" y="61"/>
                  </a:cubicBezTo>
                  <a:cubicBezTo>
                    <a:pt x="26" y="49"/>
                    <a:pt x="28" y="38"/>
                    <a:pt x="28" y="27"/>
                  </a:cubicBezTo>
                  <a:cubicBezTo>
                    <a:pt x="28" y="18"/>
                    <a:pt x="25" y="9"/>
                    <a:pt x="26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80">
              <a:extLst>
                <a:ext uri="{FF2B5EF4-FFF2-40B4-BE49-F238E27FC236}">
                  <a16:creationId xmlns:a16="http://schemas.microsoft.com/office/drawing/2014/main" id="{909699DE-8E57-4BE0-9B5B-E3DFA908D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270"/>
              <a:ext cx="90" cy="489"/>
            </a:xfrm>
            <a:custGeom>
              <a:avLst/>
              <a:gdLst>
                <a:gd name="T0" fmla="*/ 156 w 42"/>
                <a:gd name="T1" fmla="*/ 361 h 214"/>
                <a:gd name="T2" fmla="*/ 373 w 42"/>
                <a:gd name="T3" fmla="*/ 1691 h 214"/>
                <a:gd name="T4" fmla="*/ 189 w 42"/>
                <a:gd name="T5" fmla="*/ 2552 h 214"/>
                <a:gd name="T6" fmla="*/ 0 w 42"/>
                <a:gd name="T7" fmla="*/ 2516 h 214"/>
                <a:gd name="T8" fmla="*/ 156 w 42"/>
                <a:gd name="T9" fmla="*/ 1325 h 214"/>
                <a:gd name="T10" fmla="*/ 88 w 42"/>
                <a:gd name="T11" fmla="*/ 560 h 214"/>
                <a:gd name="T12" fmla="*/ 109 w 42"/>
                <a:gd name="T13" fmla="*/ 0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14">
                  <a:moveTo>
                    <a:pt x="16" y="30"/>
                  </a:moveTo>
                  <a:cubicBezTo>
                    <a:pt x="17" y="69"/>
                    <a:pt x="31" y="105"/>
                    <a:pt x="38" y="142"/>
                  </a:cubicBezTo>
                  <a:cubicBezTo>
                    <a:pt x="42" y="167"/>
                    <a:pt x="25" y="191"/>
                    <a:pt x="19" y="214"/>
                  </a:cubicBezTo>
                  <a:cubicBezTo>
                    <a:pt x="13" y="212"/>
                    <a:pt x="6" y="213"/>
                    <a:pt x="0" y="211"/>
                  </a:cubicBezTo>
                  <a:cubicBezTo>
                    <a:pt x="22" y="181"/>
                    <a:pt x="19" y="146"/>
                    <a:pt x="16" y="111"/>
                  </a:cubicBezTo>
                  <a:cubicBezTo>
                    <a:pt x="13" y="90"/>
                    <a:pt x="10" y="68"/>
                    <a:pt x="9" y="47"/>
                  </a:cubicBezTo>
                  <a:cubicBezTo>
                    <a:pt x="8" y="31"/>
                    <a:pt x="12" y="16"/>
                    <a:pt x="11" y="0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81">
              <a:extLst>
                <a:ext uri="{FF2B5EF4-FFF2-40B4-BE49-F238E27FC236}">
                  <a16:creationId xmlns:a16="http://schemas.microsoft.com/office/drawing/2014/main" id="{F16DA55A-EDAF-4276-B51D-FEE70F51A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571"/>
              <a:ext cx="47" cy="320"/>
            </a:xfrm>
            <a:custGeom>
              <a:avLst/>
              <a:gdLst>
                <a:gd name="T0" fmla="*/ 0 w 22"/>
                <a:gd name="T1" fmla="*/ 0 h 140"/>
                <a:gd name="T2" fmla="*/ 165 w 22"/>
                <a:gd name="T3" fmla="*/ 752 h 140"/>
                <a:gd name="T4" fmla="*/ 214 w 22"/>
                <a:gd name="T5" fmla="*/ 1671 h 140"/>
                <a:gd name="T6" fmla="*/ 19 w 22"/>
                <a:gd name="T7" fmla="*/ 679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0">
                  <a:moveTo>
                    <a:pt x="0" y="0"/>
                  </a:moveTo>
                  <a:cubicBezTo>
                    <a:pt x="13" y="18"/>
                    <a:pt x="15" y="40"/>
                    <a:pt x="17" y="63"/>
                  </a:cubicBezTo>
                  <a:cubicBezTo>
                    <a:pt x="20" y="90"/>
                    <a:pt x="22" y="118"/>
                    <a:pt x="22" y="140"/>
                  </a:cubicBezTo>
                  <a:cubicBezTo>
                    <a:pt x="22" y="113"/>
                    <a:pt x="15" y="80"/>
                    <a:pt x="2" y="57"/>
                  </a:cubicBezTo>
                </a:path>
              </a:pathLst>
            </a:custGeom>
            <a:solidFill>
              <a:srgbClr val="F6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82">
              <a:extLst>
                <a:ext uri="{FF2B5EF4-FFF2-40B4-BE49-F238E27FC236}">
                  <a16:creationId xmlns:a16="http://schemas.microsoft.com/office/drawing/2014/main" id="{649FE748-5998-4253-A622-BEF299EEA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979"/>
              <a:ext cx="20" cy="37"/>
            </a:xfrm>
            <a:custGeom>
              <a:avLst/>
              <a:gdLst>
                <a:gd name="T0" fmla="*/ 20 w 9"/>
                <a:gd name="T1" fmla="*/ 0 h 16"/>
                <a:gd name="T2" fmla="*/ 0 w 9"/>
                <a:gd name="T3" fmla="*/ 199 h 16"/>
                <a:gd name="T4" fmla="*/ 98 w 9"/>
                <a:gd name="T5" fmla="*/ 7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0" y="5"/>
                    <a:pt x="0" y="11"/>
                    <a:pt x="0" y="16"/>
                  </a:cubicBezTo>
                  <a:cubicBezTo>
                    <a:pt x="3" y="13"/>
                    <a:pt x="6" y="9"/>
                    <a:pt x="9" y="6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83">
              <a:extLst>
                <a:ext uri="{FF2B5EF4-FFF2-40B4-BE49-F238E27FC236}">
                  <a16:creationId xmlns:a16="http://schemas.microsoft.com/office/drawing/2014/main" id="{25C023DF-699B-405A-A3F8-526567543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224"/>
              <a:ext cx="19" cy="18"/>
            </a:xfrm>
            <a:custGeom>
              <a:avLst/>
              <a:gdLst>
                <a:gd name="T0" fmla="*/ 0 w 9"/>
                <a:gd name="T1" fmla="*/ 0 h 8"/>
                <a:gd name="T2" fmla="*/ 57 w 9"/>
                <a:gd name="T3" fmla="*/ 92 h 8"/>
                <a:gd name="T4" fmla="*/ 84 w 9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3"/>
                    <a:pt x="3" y="6"/>
                    <a:pt x="6" y="8"/>
                  </a:cubicBezTo>
                  <a:cubicBezTo>
                    <a:pt x="7" y="6"/>
                    <a:pt x="8" y="3"/>
                    <a:pt x="9" y="1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84">
              <a:extLst>
                <a:ext uri="{FF2B5EF4-FFF2-40B4-BE49-F238E27FC236}">
                  <a16:creationId xmlns:a16="http://schemas.microsoft.com/office/drawing/2014/main" id="{A95D3A98-127F-44FE-8022-5372DBC52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904"/>
              <a:ext cx="13" cy="39"/>
            </a:xfrm>
            <a:custGeom>
              <a:avLst/>
              <a:gdLst>
                <a:gd name="T0" fmla="*/ 0 w 6"/>
                <a:gd name="T1" fmla="*/ 0 h 17"/>
                <a:gd name="T2" fmla="*/ 0 w 6"/>
                <a:gd name="T3" fmla="*/ 204 h 17"/>
                <a:gd name="T4" fmla="*/ 61 w 6"/>
                <a:gd name="T5" fmla="*/ 12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2" y="6"/>
                    <a:pt x="0" y="11"/>
                    <a:pt x="0" y="17"/>
                  </a:cubicBezTo>
                  <a:cubicBezTo>
                    <a:pt x="2" y="15"/>
                    <a:pt x="4" y="12"/>
                    <a:pt x="6" y="10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85">
              <a:extLst>
                <a:ext uri="{FF2B5EF4-FFF2-40B4-BE49-F238E27FC236}">
                  <a16:creationId xmlns:a16="http://schemas.microsoft.com/office/drawing/2014/main" id="{07EA75EF-6057-425E-BAC1-B6FAF8F80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540"/>
              <a:ext cx="32" cy="44"/>
            </a:xfrm>
            <a:custGeom>
              <a:avLst/>
              <a:gdLst>
                <a:gd name="T0" fmla="*/ 41 w 15"/>
                <a:gd name="T1" fmla="*/ 0 h 19"/>
                <a:gd name="T2" fmla="*/ 28 w 15"/>
                <a:gd name="T3" fmla="*/ 236 h 19"/>
                <a:gd name="T4" fmla="*/ 145 w 15"/>
                <a:gd name="T5" fmla="*/ 134 h 19"/>
                <a:gd name="T6" fmla="*/ 68 w 1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4" y="0"/>
                  </a:moveTo>
                  <a:cubicBezTo>
                    <a:pt x="2" y="5"/>
                    <a:pt x="0" y="15"/>
                    <a:pt x="3" y="19"/>
                  </a:cubicBezTo>
                  <a:cubicBezTo>
                    <a:pt x="6" y="15"/>
                    <a:pt x="10" y="11"/>
                    <a:pt x="15" y="11"/>
                  </a:cubicBezTo>
                  <a:cubicBezTo>
                    <a:pt x="13" y="7"/>
                    <a:pt x="8" y="5"/>
                    <a:pt x="7" y="0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86">
              <a:extLst>
                <a:ext uri="{FF2B5EF4-FFF2-40B4-BE49-F238E27FC236}">
                  <a16:creationId xmlns:a16="http://schemas.microsoft.com/office/drawing/2014/main" id="{E389DEB4-13C5-4B2A-AFD3-52B430371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145"/>
              <a:ext cx="26" cy="53"/>
            </a:xfrm>
            <a:custGeom>
              <a:avLst/>
              <a:gdLst>
                <a:gd name="T0" fmla="*/ 0 w 12"/>
                <a:gd name="T1" fmla="*/ 111 h 23"/>
                <a:gd name="T2" fmla="*/ 121 w 12"/>
                <a:gd name="T3" fmla="*/ 281 h 23"/>
                <a:gd name="T4" fmla="*/ 104 w 1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9"/>
                  </a:moveTo>
                  <a:cubicBezTo>
                    <a:pt x="4" y="13"/>
                    <a:pt x="9" y="19"/>
                    <a:pt x="12" y="23"/>
                  </a:cubicBezTo>
                  <a:cubicBezTo>
                    <a:pt x="9" y="17"/>
                    <a:pt x="9" y="7"/>
                    <a:pt x="10" y="0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87">
              <a:extLst>
                <a:ext uri="{FF2B5EF4-FFF2-40B4-BE49-F238E27FC236}">
                  <a16:creationId xmlns:a16="http://schemas.microsoft.com/office/drawing/2014/main" id="{202AC82B-2659-4525-8808-17E9C2B11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278"/>
              <a:ext cx="20" cy="34"/>
            </a:xfrm>
            <a:custGeom>
              <a:avLst/>
              <a:gdLst>
                <a:gd name="T0" fmla="*/ 20 w 9"/>
                <a:gd name="T1" fmla="*/ 73 h 15"/>
                <a:gd name="T2" fmla="*/ 0 w 9"/>
                <a:gd name="T3" fmla="*/ 175 h 15"/>
                <a:gd name="T4" fmla="*/ 89 w 9"/>
                <a:gd name="T5" fmla="*/ 150 h 15"/>
                <a:gd name="T6" fmla="*/ 89 w 9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6"/>
                  </a:moveTo>
                  <a:cubicBezTo>
                    <a:pt x="0" y="9"/>
                    <a:pt x="0" y="12"/>
                    <a:pt x="0" y="15"/>
                  </a:cubicBezTo>
                  <a:cubicBezTo>
                    <a:pt x="2" y="14"/>
                    <a:pt x="5" y="12"/>
                    <a:pt x="8" y="13"/>
                  </a:cubicBezTo>
                  <a:cubicBezTo>
                    <a:pt x="9" y="9"/>
                    <a:pt x="8" y="5"/>
                    <a:pt x="8" y="0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Freeform 88">
              <a:extLst>
                <a:ext uri="{FF2B5EF4-FFF2-40B4-BE49-F238E27FC236}">
                  <a16:creationId xmlns:a16="http://schemas.microsoft.com/office/drawing/2014/main" id="{99AE92C4-DD93-4EA9-A218-80DCADC34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268"/>
              <a:ext cx="15" cy="28"/>
            </a:xfrm>
            <a:custGeom>
              <a:avLst/>
              <a:gdLst>
                <a:gd name="T0" fmla="*/ 19 w 7"/>
                <a:gd name="T1" fmla="*/ 0 h 12"/>
                <a:gd name="T2" fmla="*/ 0 w 7"/>
                <a:gd name="T3" fmla="*/ 142 h 12"/>
                <a:gd name="T4" fmla="*/ 69 w 7"/>
                <a:gd name="T5" fmla="*/ 14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2" y="0"/>
                  </a:moveTo>
                  <a:cubicBezTo>
                    <a:pt x="2" y="4"/>
                    <a:pt x="1" y="8"/>
                    <a:pt x="0" y="11"/>
                  </a:cubicBezTo>
                  <a:cubicBezTo>
                    <a:pt x="2" y="12"/>
                    <a:pt x="5" y="12"/>
                    <a:pt x="7" y="11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89">
              <a:extLst>
                <a:ext uri="{FF2B5EF4-FFF2-40B4-BE49-F238E27FC236}">
                  <a16:creationId xmlns:a16="http://schemas.microsoft.com/office/drawing/2014/main" id="{38D00408-897A-4637-B12D-AF0054D15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809"/>
              <a:ext cx="13" cy="32"/>
            </a:xfrm>
            <a:custGeom>
              <a:avLst/>
              <a:gdLst>
                <a:gd name="T0" fmla="*/ 52 w 6"/>
                <a:gd name="T1" fmla="*/ 0 h 14"/>
                <a:gd name="T2" fmla="*/ 0 w 6"/>
                <a:gd name="T3" fmla="*/ 158 h 14"/>
                <a:gd name="T4" fmla="*/ 61 w 6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1" y="2"/>
                    <a:pt x="0" y="8"/>
                    <a:pt x="0" y="13"/>
                  </a:cubicBezTo>
                  <a:cubicBezTo>
                    <a:pt x="2" y="13"/>
                    <a:pt x="6" y="14"/>
                    <a:pt x="6" y="14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90">
              <a:extLst>
                <a:ext uri="{FF2B5EF4-FFF2-40B4-BE49-F238E27FC236}">
                  <a16:creationId xmlns:a16="http://schemas.microsoft.com/office/drawing/2014/main" id="{F25FB9FA-3051-4B0E-9A5E-720F72035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823"/>
              <a:ext cx="13" cy="43"/>
            </a:xfrm>
            <a:custGeom>
              <a:avLst/>
              <a:gdLst>
                <a:gd name="T0" fmla="*/ 9 w 6"/>
                <a:gd name="T1" fmla="*/ 0 h 19"/>
                <a:gd name="T2" fmla="*/ 20 w 6"/>
                <a:gd name="T3" fmla="*/ 220 h 19"/>
                <a:gd name="T4" fmla="*/ 61 w 6"/>
                <a:gd name="T5" fmla="*/ 19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">
                  <a:moveTo>
                    <a:pt x="1" y="0"/>
                  </a:moveTo>
                  <a:cubicBezTo>
                    <a:pt x="1" y="6"/>
                    <a:pt x="0" y="14"/>
                    <a:pt x="2" y="19"/>
                  </a:cubicBezTo>
                  <a:cubicBezTo>
                    <a:pt x="3" y="18"/>
                    <a:pt x="5" y="18"/>
                    <a:pt x="6" y="17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91">
              <a:extLst>
                <a:ext uri="{FF2B5EF4-FFF2-40B4-BE49-F238E27FC236}">
                  <a16:creationId xmlns:a16="http://schemas.microsoft.com/office/drawing/2014/main" id="{C25C94DE-2956-4F3B-A65B-26A886CA4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000"/>
              <a:ext cx="19" cy="36"/>
            </a:xfrm>
            <a:custGeom>
              <a:avLst/>
              <a:gdLst>
                <a:gd name="T0" fmla="*/ 0 w 9"/>
                <a:gd name="T1" fmla="*/ 45 h 16"/>
                <a:gd name="T2" fmla="*/ 36 w 9"/>
                <a:gd name="T3" fmla="*/ 182 h 16"/>
                <a:gd name="T4" fmla="*/ 84 w 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0" y="4"/>
                  </a:moveTo>
                  <a:cubicBezTo>
                    <a:pt x="1" y="8"/>
                    <a:pt x="2" y="12"/>
                    <a:pt x="4" y="16"/>
                  </a:cubicBezTo>
                  <a:cubicBezTo>
                    <a:pt x="6" y="11"/>
                    <a:pt x="5" y="4"/>
                    <a:pt x="9" y="0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92">
              <a:extLst>
                <a:ext uri="{FF2B5EF4-FFF2-40B4-BE49-F238E27FC236}">
                  <a16:creationId xmlns:a16="http://schemas.microsoft.com/office/drawing/2014/main" id="{991EA150-B954-4429-AE2B-E44783433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812"/>
              <a:ext cx="26" cy="64"/>
            </a:xfrm>
            <a:custGeom>
              <a:avLst/>
              <a:gdLst>
                <a:gd name="T0" fmla="*/ 33 w 12"/>
                <a:gd name="T1" fmla="*/ 0 h 28"/>
                <a:gd name="T2" fmla="*/ 72 w 12"/>
                <a:gd name="T3" fmla="*/ 334 h 28"/>
                <a:gd name="T4" fmla="*/ 121 w 12"/>
                <a:gd name="T5" fmla="*/ 7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8">
                  <a:moveTo>
                    <a:pt x="3" y="0"/>
                  </a:moveTo>
                  <a:cubicBezTo>
                    <a:pt x="0" y="8"/>
                    <a:pt x="5" y="21"/>
                    <a:pt x="7" y="28"/>
                  </a:cubicBezTo>
                  <a:cubicBezTo>
                    <a:pt x="10" y="22"/>
                    <a:pt x="8" y="12"/>
                    <a:pt x="12" y="6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93">
              <a:extLst>
                <a:ext uri="{FF2B5EF4-FFF2-40B4-BE49-F238E27FC236}">
                  <a16:creationId xmlns:a16="http://schemas.microsoft.com/office/drawing/2014/main" id="{084973F1-2444-41D5-B62B-627CC3DFD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077"/>
              <a:ext cx="26" cy="67"/>
            </a:xfrm>
            <a:custGeom>
              <a:avLst/>
              <a:gdLst>
                <a:gd name="T0" fmla="*/ 33 w 12"/>
                <a:gd name="T1" fmla="*/ 0 h 29"/>
                <a:gd name="T2" fmla="*/ 9 w 12"/>
                <a:gd name="T3" fmla="*/ 358 h 29"/>
                <a:gd name="T4" fmla="*/ 121 w 12"/>
                <a:gd name="T5" fmla="*/ 24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3" y="0"/>
                  </a:moveTo>
                  <a:cubicBezTo>
                    <a:pt x="1" y="8"/>
                    <a:pt x="0" y="21"/>
                    <a:pt x="1" y="29"/>
                  </a:cubicBezTo>
                  <a:cubicBezTo>
                    <a:pt x="5" y="25"/>
                    <a:pt x="6" y="19"/>
                    <a:pt x="12" y="20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94">
              <a:extLst>
                <a:ext uri="{FF2B5EF4-FFF2-40B4-BE49-F238E27FC236}">
                  <a16:creationId xmlns:a16="http://schemas.microsoft.com/office/drawing/2014/main" id="{D50C1495-CF74-4DB8-B287-22F174400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269"/>
              <a:ext cx="20" cy="37"/>
            </a:xfrm>
            <a:custGeom>
              <a:avLst/>
              <a:gdLst>
                <a:gd name="T0" fmla="*/ 44 w 9"/>
                <a:gd name="T1" fmla="*/ 0 h 16"/>
                <a:gd name="T2" fmla="*/ 0 w 9"/>
                <a:gd name="T3" fmla="*/ 199 h 16"/>
                <a:gd name="T4" fmla="*/ 98 w 9"/>
                <a:gd name="T5" fmla="*/ 1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4" y="0"/>
                  </a:moveTo>
                  <a:cubicBezTo>
                    <a:pt x="3" y="5"/>
                    <a:pt x="1" y="11"/>
                    <a:pt x="0" y="16"/>
                  </a:cubicBezTo>
                  <a:cubicBezTo>
                    <a:pt x="4" y="16"/>
                    <a:pt x="6" y="12"/>
                    <a:pt x="9" y="12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95">
              <a:extLst>
                <a:ext uri="{FF2B5EF4-FFF2-40B4-BE49-F238E27FC236}">
                  <a16:creationId xmlns:a16="http://schemas.microsoft.com/office/drawing/2014/main" id="{5314267D-A7BE-4E0E-89F3-DD550832D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562"/>
              <a:ext cx="23" cy="57"/>
            </a:xfrm>
            <a:custGeom>
              <a:avLst/>
              <a:gdLst>
                <a:gd name="T0" fmla="*/ 0 w 11"/>
                <a:gd name="T1" fmla="*/ 82 h 25"/>
                <a:gd name="T2" fmla="*/ 92 w 11"/>
                <a:gd name="T3" fmla="*/ 296 h 25"/>
                <a:gd name="T4" fmla="*/ 100 w 1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0" y="7"/>
                  </a:moveTo>
                  <a:cubicBezTo>
                    <a:pt x="6" y="12"/>
                    <a:pt x="5" y="21"/>
                    <a:pt x="10" y="25"/>
                  </a:cubicBezTo>
                  <a:cubicBezTo>
                    <a:pt x="10" y="17"/>
                    <a:pt x="10" y="9"/>
                    <a:pt x="11" y="0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96">
              <a:extLst>
                <a:ext uri="{FF2B5EF4-FFF2-40B4-BE49-F238E27FC236}">
                  <a16:creationId xmlns:a16="http://schemas.microsoft.com/office/drawing/2014/main" id="{EAD32F3C-03E5-4A1E-93A4-B61E6DE89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800"/>
              <a:ext cx="38" cy="68"/>
            </a:xfrm>
            <a:custGeom>
              <a:avLst/>
              <a:gdLst>
                <a:gd name="T0" fmla="*/ 0 w 18"/>
                <a:gd name="T1" fmla="*/ 186 h 30"/>
                <a:gd name="T2" fmla="*/ 133 w 18"/>
                <a:gd name="T3" fmla="*/ 349 h 30"/>
                <a:gd name="T4" fmla="*/ 169 w 1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0">
                  <a:moveTo>
                    <a:pt x="0" y="16"/>
                  </a:moveTo>
                  <a:cubicBezTo>
                    <a:pt x="9" y="19"/>
                    <a:pt x="9" y="22"/>
                    <a:pt x="14" y="30"/>
                  </a:cubicBezTo>
                  <a:cubicBezTo>
                    <a:pt x="14" y="19"/>
                    <a:pt x="14" y="10"/>
                    <a:pt x="18" y="0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97">
              <a:extLst>
                <a:ext uri="{FF2B5EF4-FFF2-40B4-BE49-F238E27FC236}">
                  <a16:creationId xmlns:a16="http://schemas.microsoft.com/office/drawing/2014/main" id="{7280C3BD-1BCA-4241-A97C-AD3A16B4E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496"/>
              <a:ext cx="15" cy="50"/>
            </a:xfrm>
            <a:custGeom>
              <a:avLst/>
              <a:gdLst>
                <a:gd name="T0" fmla="*/ 0 w 7"/>
                <a:gd name="T1" fmla="*/ 0 h 22"/>
                <a:gd name="T2" fmla="*/ 19 w 7"/>
                <a:gd name="T3" fmla="*/ 259 h 22"/>
                <a:gd name="T4" fmla="*/ 69 w 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2" y="7"/>
                    <a:pt x="0" y="16"/>
                    <a:pt x="2" y="22"/>
                  </a:cubicBezTo>
                  <a:cubicBezTo>
                    <a:pt x="5" y="15"/>
                    <a:pt x="3" y="7"/>
                    <a:pt x="7" y="0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Freeform 98">
              <a:extLst>
                <a:ext uri="{FF2B5EF4-FFF2-40B4-BE49-F238E27FC236}">
                  <a16:creationId xmlns:a16="http://schemas.microsoft.com/office/drawing/2014/main" id="{5C7C6D20-7D86-47AC-B7B3-3A6194396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521"/>
              <a:ext cx="21" cy="98"/>
            </a:xfrm>
            <a:custGeom>
              <a:avLst/>
              <a:gdLst>
                <a:gd name="T0" fmla="*/ 57 w 10"/>
                <a:gd name="T1" fmla="*/ 0 h 43"/>
                <a:gd name="T2" fmla="*/ 0 w 10"/>
                <a:gd name="T3" fmla="*/ 508 h 43"/>
                <a:gd name="T4" fmla="*/ 92 w 10"/>
                <a:gd name="T5" fmla="*/ 37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3">
                  <a:moveTo>
                    <a:pt x="6" y="0"/>
                  </a:moveTo>
                  <a:cubicBezTo>
                    <a:pt x="3" y="14"/>
                    <a:pt x="2" y="29"/>
                    <a:pt x="0" y="43"/>
                  </a:cubicBezTo>
                  <a:cubicBezTo>
                    <a:pt x="1" y="38"/>
                    <a:pt x="5" y="34"/>
                    <a:pt x="10" y="32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99">
              <a:extLst>
                <a:ext uri="{FF2B5EF4-FFF2-40B4-BE49-F238E27FC236}">
                  <a16:creationId xmlns:a16="http://schemas.microsoft.com/office/drawing/2014/main" id="{525808AC-0583-4F8E-993A-30303E81B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779"/>
              <a:ext cx="13" cy="80"/>
            </a:xfrm>
            <a:custGeom>
              <a:avLst/>
              <a:gdLst>
                <a:gd name="T0" fmla="*/ 52 w 6"/>
                <a:gd name="T1" fmla="*/ 0 h 35"/>
                <a:gd name="T2" fmla="*/ 0 w 6"/>
                <a:gd name="T3" fmla="*/ 345 h 35"/>
                <a:gd name="T4" fmla="*/ 52 w 6"/>
                <a:gd name="T5" fmla="*/ 41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5">
                  <a:moveTo>
                    <a:pt x="5" y="0"/>
                  </a:moveTo>
                  <a:cubicBezTo>
                    <a:pt x="6" y="10"/>
                    <a:pt x="0" y="20"/>
                    <a:pt x="0" y="29"/>
                  </a:cubicBezTo>
                  <a:cubicBezTo>
                    <a:pt x="3" y="30"/>
                    <a:pt x="4" y="33"/>
                    <a:pt x="5" y="35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100">
              <a:extLst>
                <a:ext uri="{FF2B5EF4-FFF2-40B4-BE49-F238E27FC236}">
                  <a16:creationId xmlns:a16="http://schemas.microsoft.com/office/drawing/2014/main" id="{676AA2F5-CCB3-4AE9-9ABD-80D98C423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964"/>
              <a:ext cx="19" cy="46"/>
            </a:xfrm>
            <a:custGeom>
              <a:avLst/>
              <a:gdLst>
                <a:gd name="T0" fmla="*/ 0 w 9"/>
                <a:gd name="T1" fmla="*/ 74 h 20"/>
                <a:gd name="T2" fmla="*/ 76 w 9"/>
                <a:gd name="T3" fmla="*/ 244 h 20"/>
                <a:gd name="T4" fmla="*/ 76 w 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0" y="6"/>
                  </a:moveTo>
                  <a:cubicBezTo>
                    <a:pt x="3" y="10"/>
                    <a:pt x="5" y="16"/>
                    <a:pt x="8" y="20"/>
                  </a:cubicBezTo>
                  <a:cubicBezTo>
                    <a:pt x="9" y="14"/>
                    <a:pt x="6" y="7"/>
                    <a:pt x="8" y="0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101">
              <a:extLst>
                <a:ext uri="{FF2B5EF4-FFF2-40B4-BE49-F238E27FC236}">
                  <a16:creationId xmlns:a16="http://schemas.microsoft.com/office/drawing/2014/main" id="{CEF2C069-C32E-4C7F-B59A-103060E21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852"/>
              <a:ext cx="23" cy="39"/>
            </a:xfrm>
            <a:custGeom>
              <a:avLst/>
              <a:gdLst>
                <a:gd name="T0" fmla="*/ 27 w 11"/>
                <a:gd name="T1" fmla="*/ 0 h 17"/>
                <a:gd name="T2" fmla="*/ 0 w 11"/>
                <a:gd name="T3" fmla="*/ 204 h 17"/>
                <a:gd name="T4" fmla="*/ 100 w 11"/>
                <a:gd name="T5" fmla="*/ 12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3" y="0"/>
                  </a:moveTo>
                  <a:cubicBezTo>
                    <a:pt x="2" y="5"/>
                    <a:pt x="1" y="11"/>
                    <a:pt x="0" y="17"/>
                  </a:cubicBezTo>
                  <a:cubicBezTo>
                    <a:pt x="4" y="14"/>
                    <a:pt x="7" y="12"/>
                    <a:pt x="11" y="10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102">
              <a:extLst>
                <a:ext uri="{FF2B5EF4-FFF2-40B4-BE49-F238E27FC236}">
                  <a16:creationId xmlns:a16="http://schemas.microsoft.com/office/drawing/2014/main" id="{6B071D17-D453-4A37-BCB1-4E022AA45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768"/>
              <a:ext cx="23" cy="43"/>
            </a:xfrm>
            <a:custGeom>
              <a:avLst/>
              <a:gdLst>
                <a:gd name="T0" fmla="*/ 44 w 11"/>
                <a:gd name="T1" fmla="*/ 0 h 19"/>
                <a:gd name="T2" fmla="*/ 27 w 11"/>
                <a:gd name="T3" fmla="*/ 220 h 19"/>
                <a:gd name="T4" fmla="*/ 100 w 11"/>
                <a:gd name="T5" fmla="*/ 13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5" y="0"/>
                  </a:moveTo>
                  <a:cubicBezTo>
                    <a:pt x="2" y="5"/>
                    <a:pt x="0" y="14"/>
                    <a:pt x="3" y="19"/>
                  </a:cubicBezTo>
                  <a:cubicBezTo>
                    <a:pt x="6" y="17"/>
                    <a:pt x="7" y="12"/>
                    <a:pt x="11" y="12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103">
              <a:extLst>
                <a:ext uri="{FF2B5EF4-FFF2-40B4-BE49-F238E27FC236}">
                  <a16:creationId xmlns:a16="http://schemas.microsoft.com/office/drawing/2014/main" id="{A25E64CF-1C21-49E4-867E-F70E8CFD5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473"/>
              <a:ext cx="26" cy="43"/>
            </a:xfrm>
            <a:custGeom>
              <a:avLst/>
              <a:gdLst>
                <a:gd name="T0" fmla="*/ 0 w 12"/>
                <a:gd name="T1" fmla="*/ 36 h 19"/>
                <a:gd name="T2" fmla="*/ 61 w 12"/>
                <a:gd name="T3" fmla="*/ 220 h 19"/>
                <a:gd name="T4" fmla="*/ 121 w 1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0" y="3"/>
                  </a:moveTo>
                  <a:cubicBezTo>
                    <a:pt x="4" y="6"/>
                    <a:pt x="5" y="13"/>
                    <a:pt x="6" y="19"/>
                  </a:cubicBezTo>
                  <a:cubicBezTo>
                    <a:pt x="8" y="13"/>
                    <a:pt x="9" y="5"/>
                    <a:pt x="12" y="0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3" name="Freeform 104">
              <a:extLst>
                <a:ext uri="{FF2B5EF4-FFF2-40B4-BE49-F238E27FC236}">
                  <a16:creationId xmlns:a16="http://schemas.microsoft.com/office/drawing/2014/main" id="{764EF367-5BFD-454A-826E-26A20E299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3661"/>
              <a:ext cx="43" cy="60"/>
            </a:xfrm>
            <a:custGeom>
              <a:avLst/>
              <a:gdLst>
                <a:gd name="T0" fmla="*/ 0 w 20"/>
                <a:gd name="T1" fmla="*/ 0 h 26"/>
                <a:gd name="T2" fmla="*/ 60 w 20"/>
                <a:gd name="T3" fmla="*/ 318 h 26"/>
                <a:gd name="T4" fmla="*/ 140 w 20"/>
                <a:gd name="T5" fmla="*/ 171 h 26"/>
                <a:gd name="T6" fmla="*/ 198 w 20"/>
                <a:gd name="T7" fmla="*/ 48 h 26"/>
                <a:gd name="T8" fmla="*/ 80 w 20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2" y="9"/>
                    <a:pt x="4" y="18"/>
                    <a:pt x="6" y="26"/>
                  </a:cubicBezTo>
                  <a:cubicBezTo>
                    <a:pt x="9" y="26"/>
                    <a:pt x="12" y="17"/>
                    <a:pt x="14" y="14"/>
                  </a:cubicBezTo>
                  <a:cubicBezTo>
                    <a:pt x="16" y="11"/>
                    <a:pt x="19" y="7"/>
                    <a:pt x="20" y="4"/>
                  </a:cubicBezTo>
                  <a:cubicBezTo>
                    <a:pt x="17" y="7"/>
                    <a:pt x="11" y="7"/>
                    <a:pt x="8" y="5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Freeform 105">
              <a:extLst>
                <a:ext uri="{FF2B5EF4-FFF2-40B4-BE49-F238E27FC236}">
                  <a16:creationId xmlns:a16="http://schemas.microsoft.com/office/drawing/2014/main" id="{813BAB5B-467A-4400-969F-7A4D9C5A8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716"/>
              <a:ext cx="17" cy="37"/>
            </a:xfrm>
            <a:custGeom>
              <a:avLst/>
              <a:gdLst>
                <a:gd name="T0" fmla="*/ 28 w 8"/>
                <a:gd name="T1" fmla="*/ 0 h 16"/>
                <a:gd name="T2" fmla="*/ 0 w 8"/>
                <a:gd name="T3" fmla="*/ 199 h 16"/>
                <a:gd name="T4" fmla="*/ 77 w 8"/>
                <a:gd name="T5" fmla="*/ 187 h 16"/>
                <a:gd name="T6" fmla="*/ 77 w 8"/>
                <a:gd name="T7" fmla="*/ 16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6">
                  <a:moveTo>
                    <a:pt x="3" y="0"/>
                  </a:moveTo>
                  <a:cubicBezTo>
                    <a:pt x="3" y="6"/>
                    <a:pt x="2" y="11"/>
                    <a:pt x="0" y="16"/>
                  </a:cubicBezTo>
                  <a:cubicBezTo>
                    <a:pt x="3" y="14"/>
                    <a:pt x="6" y="15"/>
                    <a:pt x="8" y="15"/>
                  </a:cubicBezTo>
                  <a:cubicBezTo>
                    <a:pt x="8" y="14"/>
                    <a:pt x="8" y="14"/>
                    <a:pt x="8" y="13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5" name="Freeform 106">
              <a:extLst>
                <a:ext uri="{FF2B5EF4-FFF2-40B4-BE49-F238E27FC236}">
                  <a16:creationId xmlns:a16="http://schemas.microsoft.com/office/drawing/2014/main" id="{1EAB5440-8AB4-4AFB-A1DB-991E6DC6F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3643"/>
              <a:ext cx="15" cy="27"/>
            </a:xfrm>
            <a:custGeom>
              <a:avLst/>
              <a:gdLst>
                <a:gd name="T0" fmla="*/ 9 w 7"/>
                <a:gd name="T1" fmla="*/ 45 h 12"/>
                <a:gd name="T2" fmla="*/ 19 w 7"/>
                <a:gd name="T3" fmla="*/ 137 h 12"/>
                <a:gd name="T4" fmla="*/ 69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1" y="4"/>
                  </a:moveTo>
                  <a:cubicBezTo>
                    <a:pt x="0" y="7"/>
                    <a:pt x="0" y="10"/>
                    <a:pt x="2" y="12"/>
                  </a:cubicBezTo>
                  <a:cubicBezTo>
                    <a:pt x="3" y="7"/>
                    <a:pt x="4" y="4"/>
                    <a:pt x="7" y="0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Freeform 107">
              <a:extLst>
                <a:ext uri="{FF2B5EF4-FFF2-40B4-BE49-F238E27FC236}">
                  <a16:creationId xmlns:a16="http://schemas.microsoft.com/office/drawing/2014/main" id="{B1ED1327-C94A-4A78-97FF-30D23236A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3382"/>
              <a:ext cx="19" cy="30"/>
            </a:xfrm>
            <a:custGeom>
              <a:avLst/>
              <a:gdLst>
                <a:gd name="T0" fmla="*/ 0 w 9"/>
                <a:gd name="T1" fmla="*/ 85 h 13"/>
                <a:gd name="T2" fmla="*/ 76 w 9"/>
                <a:gd name="T3" fmla="*/ 159 h 13"/>
                <a:gd name="T4" fmla="*/ 76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7"/>
                  </a:moveTo>
                  <a:cubicBezTo>
                    <a:pt x="4" y="8"/>
                    <a:pt x="7" y="9"/>
                    <a:pt x="8" y="13"/>
                  </a:cubicBezTo>
                  <a:cubicBezTo>
                    <a:pt x="9" y="9"/>
                    <a:pt x="6" y="3"/>
                    <a:pt x="8" y="0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7" name="Freeform 108">
              <a:extLst>
                <a:ext uri="{FF2B5EF4-FFF2-40B4-BE49-F238E27FC236}">
                  <a16:creationId xmlns:a16="http://schemas.microsoft.com/office/drawing/2014/main" id="{151507C3-4D42-426B-9EBC-A25E43A8D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3620"/>
              <a:ext cx="21" cy="48"/>
            </a:xfrm>
            <a:custGeom>
              <a:avLst/>
              <a:gdLst>
                <a:gd name="T0" fmla="*/ 0 w 10"/>
                <a:gd name="T1" fmla="*/ 11 h 21"/>
                <a:gd name="T2" fmla="*/ 36 w 10"/>
                <a:gd name="T3" fmla="*/ 121 h 21"/>
                <a:gd name="T4" fmla="*/ 76 w 10"/>
                <a:gd name="T5" fmla="*/ 251 h 21"/>
                <a:gd name="T6" fmla="*/ 84 w 10"/>
                <a:gd name="T7" fmla="*/ 110 h 21"/>
                <a:gd name="T8" fmla="*/ 84 w 10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1">
                  <a:moveTo>
                    <a:pt x="0" y="1"/>
                  </a:moveTo>
                  <a:cubicBezTo>
                    <a:pt x="1" y="4"/>
                    <a:pt x="2" y="7"/>
                    <a:pt x="4" y="10"/>
                  </a:cubicBezTo>
                  <a:cubicBezTo>
                    <a:pt x="5" y="13"/>
                    <a:pt x="6" y="19"/>
                    <a:pt x="8" y="21"/>
                  </a:cubicBezTo>
                  <a:cubicBezTo>
                    <a:pt x="9" y="17"/>
                    <a:pt x="9" y="13"/>
                    <a:pt x="9" y="9"/>
                  </a:cubicBezTo>
                  <a:cubicBezTo>
                    <a:pt x="9" y="7"/>
                    <a:pt x="10" y="2"/>
                    <a:pt x="9" y="0"/>
                  </a:cubicBezTo>
                </a:path>
              </a:pathLst>
            </a:custGeom>
            <a:solidFill>
              <a:srgbClr val="DC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Freeform 109">
              <a:extLst>
                <a:ext uri="{FF2B5EF4-FFF2-40B4-BE49-F238E27FC236}">
                  <a16:creationId xmlns:a16="http://schemas.microsoft.com/office/drawing/2014/main" id="{4716C65B-6C36-4B33-BB18-DFC8F3BD0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486"/>
              <a:ext cx="133" cy="310"/>
            </a:xfrm>
            <a:custGeom>
              <a:avLst/>
              <a:gdLst>
                <a:gd name="T0" fmla="*/ 345 w 62"/>
                <a:gd name="T1" fmla="*/ 618 h 136"/>
                <a:gd name="T2" fmla="*/ 97 w 62"/>
                <a:gd name="T3" fmla="*/ 1612 h 136"/>
                <a:gd name="T4" fmla="*/ 266 w 62"/>
                <a:gd name="T5" fmla="*/ 1101 h 136"/>
                <a:gd name="T6" fmla="*/ 515 w 62"/>
                <a:gd name="T7" fmla="*/ 768 h 136"/>
                <a:gd name="T8" fmla="*/ 526 w 62"/>
                <a:gd name="T9" fmla="*/ 369 h 136"/>
                <a:gd name="T10" fmla="*/ 594 w 62"/>
                <a:gd name="T11" fmla="*/ 0 h 136"/>
                <a:gd name="T12" fmla="*/ 423 w 62"/>
                <a:gd name="T13" fmla="*/ 520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36">
                  <a:moveTo>
                    <a:pt x="35" y="52"/>
                  </a:moveTo>
                  <a:cubicBezTo>
                    <a:pt x="27" y="71"/>
                    <a:pt x="0" y="118"/>
                    <a:pt x="10" y="136"/>
                  </a:cubicBezTo>
                  <a:cubicBezTo>
                    <a:pt x="17" y="123"/>
                    <a:pt x="19" y="107"/>
                    <a:pt x="27" y="93"/>
                  </a:cubicBezTo>
                  <a:cubicBezTo>
                    <a:pt x="34" y="81"/>
                    <a:pt x="45" y="76"/>
                    <a:pt x="52" y="65"/>
                  </a:cubicBezTo>
                  <a:cubicBezTo>
                    <a:pt x="62" y="51"/>
                    <a:pt x="54" y="44"/>
                    <a:pt x="53" y="31"/>
                  </a:cubicBezTo>
                  <a:cubicBezTo>
                    <a:pt x="53" y="20"/>
                    <a:pt x="60" y="11"/>
                    <a:pt x="60" y="0"/>
                  </a:cubicBezTo>
                  <a:cubicBezTo>
                    <a:pt x="48" y="7"/>
                    <a:pt x="45" y="31"/>
                    <a:pt x="43" y="44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9" name="Freeform 110">
              <a:extLst>
                <a:ext uri="{FF2B5EF4-FFF2-40B4-BE49-F238E27FC236}">
                  <a16:creationId xmlns:a16="http://schemas.microsoft.com/office/drawing/2014/main" id="{6761AB7E-F2B1-4832-A2AE-A8B517681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538"/>
              <a:ext cx="92" cy="233"/>
            </a:xfrm>
            <a:custGeom>
              <a:avLst/>
              <a:gdLst>
                <a:gd name="T0" fmla="*/ 353 w 43"/>
                <a:gd name="T1" fmla="*/ 0 h 102"/>
                <a:gd name="T2" fmla="*/ 188 w 43"/>
                <a:gd name="T3" fmla="*/ 1215 h 102"/>
                <a:gd name="T4" fmla="*/ 394 w 43"/>
                <a:gd name="T5" fmla="*/ 740 h 102"/>
                <a:gd name="T6" fmla="*/ 310 w 43"/>
                <a:gd name="T7" fmla="*/ 194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02">
                  <a:moveTo>
                    <a:pt x="36" y="0"/>
                  </a:moveTo>
                  <a:cubicBezTo>
                    <a:pt x="29" y="15"/>
                    <a:pt x="0" y="93"/>
                    <a:pt x="19" y="102"/>
                  </a:cubicBezTo>
                  <a:cubicBezTo>
                    <a:pt x="23" y="86"/>
                    <a:pt x="16" y="62"/>
                    <a:pt x="40" y="62"/>
                  </a:cubicBezTo>
                  <a:cubicBezTo>
                    <a:pt x="43" y="46"/>
                    <a:pt x="28" y="33"/>
                    <a:pt x="32" y="16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Freeform 111">
              <a:extLst>
                <a:ext uri="{FF2B5EF4-FFF2-40B4-BE49-F238E27FC236}">
                  <a16:creationId xmlns:a16="http://schemas.microsoft.com/office/drawing/2014/main" id="{6B91923D-ABB3-44A1-A7D4-D42FC2B51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370"/>
              <a:ext cx="73" cy="190"/>
            </a:xfrm>
            <a:custGeom>
              <a:avLst/>
              <a:gdLst>
                <a:gd name="T0" fmla="*/ 69 w 34"/>
                <a:gd name="T1" fmla="*/ 11 h 83"/>
                <a:gd name="T2" fmla="*/ 170 w 34"/>
                <a:gd name="T3" fmla="*/ 996 h 83"/>
                <a:gd name="T4" fmla="*/ 137 w 34"/>
                <a:gd name="T5" fmla="*/ 549 h 83"/>
                <a:gd name="T6" fmla="*/ 240 w 34"/>
                <a:gd name="T7" fmla="*/ 167 h 83"/>
                <a:gd name="T8" fmla="*/ 309 w 34"/>
                <a:gd name="T9" fmla="*/ 57 h 83"/>
                <a:gd name="T10" fmla="*/ 97 w 34"/>
                <a:gd name="T11" fmla="*/ 11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83">
                  <a:moveTo>
                    <a:pt x="7" y="1"/>
                  </a:moveTo>
                  <a:cubicBezTo>
                    <a:pt x="0" y="24"/>
                    <a:pt x="1" y="64"/>
                    <a:pt x="17" y="83"/>
                  </a:cubicBezTo>
                  <a:cubicBezTo>
                    <a:pt x="17" y="70"/>
                    <a:pt x="14" y="58"/>
                    <a:pt x="14" y="46"/>
                  </a:cubicBezTo>
                  <a:cubicBezTo>
                    <a:pt x="14" y="31"/>
                    <a:pt x="19" y="26"/>
                    <a:pt x="24" y="14"/>
                  </a:cubicBezTo>
                  <a:cubicBezTo>
                    <a:pt x="26" y="10"/>
                    <a:pt x="34" y="11"/>
                    <a:pt x="31" y="5"/>
                  </a:cubicBezTo>
                  <a:cubicBezTo>
                    <a:pt x="28" y="0"/>
                    <a:pt x="15" y="3"/>
                    <a:pt x="10" y="1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1" name="Freeform 112">
              <a:extLst>
                <a:ext uri="{FF2B5EF4-FFF2-40B4-BE49-F238E27FC236}">
                  <a16:creationId xmlns:a16="http://schemas.microsoft.com/office/drawing/2014/main" id="{3714F165-7B80-47BC-979A-2EA20C995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612"/>
              <a:ext cx="101" cy="229"/>
            </a:xfrm>
            <a:custGeom>
              <a:avLst/>
              <a:gdLst>
                <a:gd name="T0" fmla="*/ 97 w 47"/>
                <a:gd name="T1" fmla="*/ 362 h 100"/>
                <a:gd name="T2" fmla="*/ 60 w 47"/>
                <a:gd name="T3" fmla="*/ 1200 h 100"/>
                <a:gd name="T4" fmla="*/ 198 w 47"/>
                <a:gd name="T5" fmla="*/ 513 h 100"/>
                <a:gd name="T6" fmla="*/ 346 w 47"/>
                <a:gd name="T7" fmla="*/ 0 h 100"/>
                <a:gd name="T8" fmla="*/ 120 w 47"/>
                <a:gd name="T9" fmla="*/ 289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00">
                  <a:moveTo>
                    <a:pt x="10" y="30"/>
                  </a:moveTo>
                  <a:cubicBezTo>
                    <a:pt x="2" y="52"/>
                    <a:pt x="0" y="78"/>
                    <a:pt x="6" y="100"/>
                  </a:cubicBezTo>
                  <a:cubicBezTo>
                    <a:pt x="11" y="80"/>
                    <a:pt x="6" y="61"/>
                    <a:pt x="20" y="43"/>
                  </a:cubicBezTo>
                  <a:cubicBezTo>
                    <a:pt x="29" y="32"/>
                    <a:pt x="47" y="16"/>
                    <a:pt x="35" y="0"/>
                  </a:cubicBezTo>
                  <a:cubicBezTo>
                    <a:pt x="29" y="8"/>
                    <a:pt x="25" y="24"/>
                    <a:pt x="12" y="24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Freeform 113">
              <a:extLst>
                <a:ext uri="{FF2B5EF4-FFF2-40B4-BE49-F238E27FC236}">
                  <a16:creationId xmlns:a16="http://schemas.microsoft.com/office/drawing/2014/main" id="{0976DF6A-CE2F-4D1F-BF86-9E155848F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924"/>
              <a:ext cx="62" cy="224"/>
            </a:xfrm>
            <a:custGeom>
              <a:avLst/>
              <a:gdLst>
                <a:gd name="T0" fmla="*/ 120 w 29"/>
                <a:gd name="T1" fmla="*/ 0 h 98"/>
                <a:gd name="T2" fmla="*/ 109 w 29"/>
                <a:gd name="T3" fmla="*/ 560 h 98"/>
                <a:gd name="T4" fmla="*/ 51 w 29"/>
                <a:gd name="T5" fmla="*/ 1170 h 98"/>
                <a:gd name="T6" fmla="*/ 284 w 29"/>
                <a:gd name="T7" fmla="*/ 752 h 98"/>
                <a:gd name="T8" fmla="*/ 156 w 29"/>
                <a:gd name="T9" fmla="*/ 110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8">
                  <a:moveTo>
                    <a:pt x="12" y="0"/>
                  </a:moveTo>
                  <a:cubicBezTo>
                    <a:pt x="12" y="16"/>
                    <a:pt x="13" y="31"/>
                    <a:pt x="11" y="47"/>
                  </a:cubicBezTo>
                  <a:cubicBezTo>
                    <a:pt x="8" y="63"/>
                    <a:pt x="0" y="82"/>
                    <a:pt x="5" y="98"/>
                  </a:cubicBezTo>
                  <a:cubicBezTo>
                    <a:pt x="16" y="89"/>
                    <a:pt x="11" y="66"/>
                    <a:pt x="29" y="63"/>
                  </a:cubicBezTo>
                  <a:cubicBezTo>
                    <a:pt x="17" y="48"/>
                    <a:pt x="16" y="28"/>
                    <a:pt x="16" y="9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3" name="Freeform 114">
              <a:extLst>
                <a:ext uri="{FF2B5EF4-FFF2-40B4-BE49-F238E27FC236}">
                  <a16:creationId xmlns:a16="http://schemas.microsoft.com/office/drawing/2014/main" id="{1B29D23D-0894-46CD-94BC-041C447D2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889"/>
              <a:ext cx="69" cy="137"/>
            </a:xfrm>
            <a:custGeom>
              <a:avLst/>
              <a:gdLst>
                <a:gd name="T0" fmla="*/ 181 w 32"/>
                <a:gd name="T1" fmla="*/ 0 h 60"/>
                <a:gd name="T2" fmla="*/ 69 w 32"/>
                <a:gd name="T3" fmla="*/ 715 h 60"/>
                <a:gd name="T4" fmla="*/ 173 w 32"/>
                <a:gd name="T5" fmla="*/ 406 h 60"/>
                <a:gd name="T6" fmla="*/ 201 w 32"/>
                <a:gd name="T7" fmla="*/ 24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60">
                  <a:moveTo>
                    <a:pt x="18" y="0"/>
                  </a:moveTo>
                  <a:cubicBezTo>
                    <a:pt x="6" y="14"/>
                    <a:pt x="0" y="43"/>
                    <a:pt x="7" y="60"/>
                  </a:cubicBezTo>
                  <a:cubicBezTo>
                    <a:pt x="16" y="54"/>
                    <a:pt x="13" y="42"/>
                    <a:pt x="17" y="34"/>
                  </a:cubicBezTo>
                  <a:cubicBezTo>
                    <a:pt x="19" y="28"/>
                    <a:pt x="32" y="33"/>
                    <a:pt x="20" y="20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Freeform 115">
              <a:extLst>
                <a:ext uri="{FF2B5EF4-FFF2-40B4-BE49-F238E27FC236}">
                  <a16:creationId xmlns:a16="http://schemas.microsoft.com/office/drawing/2014/main" id="{49A2C104-9F44-49EF-B85B-6203ECFDC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013"/>
              <a:ext cx="78" cy="226"/>
            </a:xfrm>
            <a:custGeom>
              <a:avLst/>
              <a:gdLst>
                <a:gd name="T0" fmla="*/ 245 w 36"/>
                <a:gd name="T1" fmla="*/ 0 h 99"/>
                <a:gd name="T2" fmla="*/ 61 w 36"/>
                <a:gd name="T3" fmla="*/ 1178 h 99"/>
                <a:gd name="T4" fmla="*/ 121 w 36"/>
                <a:gd name="T5" fmla="*/ 797 h 99"/>
                <a:gd name="T6" fmla="*/ 306 w 36"/>
                <a:gd name="T7" fmla="*/ 557 h 99"/>
                <a:gd name="T8" fmla="*/ 253 w 36"/>
                <a:gd name="T9" fmla="*/ 13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99">
                  <a:moveTo>
                    <a:pt x="24" y="0"/>
                  </a:moveTo>
                  <a:cubicBezTo>
                    <a:pt x="11" y="31"/>
                    <a:pt x="0" y="66"/>
                    <a:pt x="6" y="99"/>
                  </a:cubicBezTo>
                  <a:cubicBezTo>
                    <a:pt x="8" y="89"/>
                    <a:pt x="8" y="77"/>
                    <a:pt x="12" y="67"/>
                  </a:cubicBezTo>
                  <a:cubicBezTo>
                    <a:pt x="16" y="57"/>
                    <a:pt x="25" y="54"/>
                    <a:pt x="30" y="47"/>
                  </a:cubicBezTo>
                  <a:cubicBezTo>
                    <a:pt x="36" y="38"/>
                    <a:pt x="24" y="26"/>
                    <a:pt x="25" y="11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5" name="Freeform 116">
              <a:extLst>
                <a:ext uri="{FF2B5EF4-FFF2-40B4-BE49-F238E27FC236}">
                  <a16:creationId xmlns:a16="http://schemas.microsoft.com/office/drawing/2014/main" id="{A3E51988-C13F-4F8B-9923-73D363246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807"/>
              <a:ext cx="43" cy="256"/>
            </a:xfrm>
            <a:custGeom>
              <a:avLst/>
              <a:gdLst>
                <a:gd name="T0" fmla="*/ 0 w 20"/>
                <a:gd name="T1" fmla="*/ 57 h 112"/>
                <a:gd name="T2" fmla="*/ 198 w 20"/>
                <a:gd name="T3" fmla="*/ 1337 h 112"/>
                <a:gd name="T4" fmla="*/ 129 w 20"/>
                <a:gd name="T5" fmla="*/ 334 h 112"/>
                <a:gd name="T6" fmla="*/ 120 w 20"/>
                <a:gd name="T7" fmla="*/ 0 h 112"/>
                <a:gd name="T8" fmla="*/ 69 w 20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2">
                  <a:moveTo>
                    <a:pt x="0" y="5"/>
                  </a:moveTo>
                  <a:cubicBezTo>
                    <a:pt x="8" y="41"/>
                    <a:pt x="3" y="78"/>
                    <a:pt x="20" y="112"/>
                  </a:cubicBezTo>
                  <a:cubicBezTo>
                    <a:pt x="16" y="84"/>
                    <a:pt x="11" y="57"/>
                    <a:pt x="13" y="28"/>
                  </a:cubicBezTo>
                  <a:cubicBezTo>
                    <a:pt x="14" y="18"/>
                    <a:pt x="15" y="10"/>
                    <a:pt x="12" y="0"/>
                  </a:cubicBezTo>
                  <a:cubicBezTo>
                    <a:pt x="10" y="0"/>
                    <a:pt x="8" y="0"/>
                    <a:pt x="7" y="0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Freeform 117">
              <a:extLst>
                <a:ext uri="{FF2B5EF4-FFF2-40B4-BE49-F238E27FC236}">
                  <a16:creationId xmlns:a16="http://schemas.microsoft.com/office/drawing/2014/main" id="{BF9932A2-F67A-4514-8293-83D404926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837"/>
              <a:ext cx="73" cy="272"/>
            </a:xfrm>
            <a:custGeom>
              <a:avLst/>
              <a:gdLst>
                <a:gd name="T0" fmla="*/ 0 w 34"/>
                <a:gd name="T1" fmla="*/ 0 h 119"/>
                <a:gd name="T2" fmla="*/ 148 w 34"/>
                <a:gd name="T3" fmla="*/ 706 h 119"/>
                <a:gd name="T4" fmla="*/ 277 w 34"/>
                <a:gd name="T5" fmla="*/ 1422 h 119"/>
                <a:gd name="T6" fmla="*/ 337 w 34"/>
                <a:gd name="T7" fmla="*/ 537 h 119"/>
                <a:gd name="T8" fmla="*/ 137 w 34"/>
                <a:gd name="T9" fmla="*/ 158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19">
                  <a:moveTo>
                    <a:pt x="0" y="0"/>
                  </a:moveTo>
                  <a:cubicBezTo>
                    <a:pt x="5" y="20"/>
                    <a:pt x="12" y="39"/>
                    <a:pt x="15" y="59"/>
                  </a:cubicBezTo>
                  <a:cubicBezTo>
                    <a:pt x="18" y="78"/>
                    <a:pt x="16" y="103"/>
                    <a:pt x="28" y="119"/>
                  </a:cubicBezTo>
                  <a:cubicBezTo>
                    <a:pt x="20" y="92"/>
                    <a:pt x="26" y="70"/>
                    <a:pt x="34" y="45"/>
                  </a:cubicBezTo>
                  <a:cubicBezTo>
                    <a:pt x="19" y="44"/>
                    <a:pt x="13" y="27"/>
                    <a:pt x="14" y="13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7" name="Freeform 118">
              <a:extLst>
                <a:ext uri="{FF2B5EF4-FFF2-40B4-BE49-F238E27FC236}">
                  <a16:creationId xmlns:a16="http://schemas.microsoft.com/office/drawing/2014/main" id="{1D7023AD-8058-403E-B4E8-7C3F56204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910"/>
              <a:ext cx="60" cy="365"/>
            </a:xfrm>
            <a:custGeom>
              <a:avLst/>
              <a:gdLst>
                <a:gd name="T0" fmla="*/ 0 w 28"/>
                <a:gd name="T1" fmla="*/ 0 h 160"/>
                <a:gd name="T2" fmla="*/ 276 w 28"/>
                <a:gd name="T3" fmla="*/ 1900 h 1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0">
                  <a:moveTo>
                    <a:pt x="0" y="0"/>
                  </a:moveTo>
                  <a:cubicBezTo>
                    <a:pt x="4" y="55"/>
                    <a:pt x="13" y="107"/>
                    <a:pt x="28" y="160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Freeform 119">
              <a:extLst>
                <a:ext uri="{FF2B5EF4-FFF2-40B4-BE49-F238E27FC236}">
                  <a16:creationId xmlns:a16="http://schemas.microsoft.com/office/drawing/2014/main" id="{541C35A0-3535-408E-AACA-A53691BFD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1209"/>
              <a:ext cx="52" cy="155"/>
            </a:xfrm>
            <a:custGeom>
              <a:avLst/>
              <a:gdLst>
                <a:gd name="T0" fmla="*/ 80 w 24"/>
                <a:gd name="T1" fmla="*/ 25 h 68"/>
                <a:gd name="T2" fmla="*/ 52 w 24"/>
                <a:gd name="T3" fmla="*/ 805 h 68"/>
                <a:gd name="T4" fmla="*/ 245 w 24"/>
                <a:gd name="T5" fmla="*/ 155 h 68"/>
                <a:gd name="T6" fmla="*/ 173 w 24"/>
                <a:gd name="T7" fmla="*/ 0 h 68"/>
                <a:gd name="T8" fmla="*/ 141 w 24"/>
                <a:gd name="T9" fmla="*/ 48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8">
                  <a:moveTo>
                    <a:pt x="8" y="2"/>
                  </a:moveTo>
                  <a:cubicBezTo>
                    <a:pt x="2" y="21"/>
                    <a:pt x="0" y="49"/>
                    <a:pt x="5" y="68"/>
                  </a:cubicBezTo>
                  <a:cubicBezTo>
                    <a:pt x="8" y="55"/>
                    <a:pt x="1" y="10"/>
                    <a:pt x="24" y="13"/>
                  </a:cubicBezTo>
                  <a:cubicBezTo>
                    <a:pt x="24" y="7"/>
                    <a:pt x="22" y="2"/>
                    <a:pt x="17" y="0"/>
                  </a:cubicBezTo>
                  <a:cubicBezTo>
                    <a:pt x="16" y="1"/>
                    <a:pt x="15" y="2"/>
                    <a:pt x="14" y="4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9" name="Freeform 120">
              <a:extLst>
                <a:ext uri="{FF2B5EF4-FFF2-40B4-BE49-F238E27FC236}">
                  <a16:creationId xmlns:a16="http://schemas.microsoft.com/office/drawing/2014/main" id="{6ECE2017-0CA5-40B2-B591-D96A75101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509"/>
              <a:ext cx="92" cy="254"/>
            </a:xfrm>
            <a:custGeom>
              <a:avLst/>
              <a:gdLst>
                <a:gd name="T0" fmla="*/ 0 w 43"/>
                <a:gd name="T1" fmla="*/ 1329 h 111"/>
                <a:gd name="T2" fmla="*/ 137 w 43"/>
                <a:gd name="T3" fmla="*/ 513 h 111"/>
                <a:gd name="T4" fmla="*/ 342 w 43"/>
                <a:gd name="T5" fmla="*/ 0 h 111"/>
                <a:gd name="T6" fmla="*/ 310 w 43"/>
                <a:gd name="T7" fmla="*/ 430 h 111"/>
                <a:gd name="T8" fmla="*/ 265 w 43"/>
                <a:gd name="T9" fmla="*/ 670 h 111"/>
                <a:gd name="T10" fmla="*/ 145 w 43"/>
                <a:gd name="T11" fmla="*/ 874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111">
                  <a:moveTo>
                    <a:pt x="0" y="111"/>
                  </a:moveTo>
                  <a:cubicBezTo>
                    <a:pt x="8" y="89"/>
                    <a:pt x="6" y="65"/>
                    <a:pt x="14" y="43"/>
                  </a:cubicBezTo>
                  <a:cubicBezTo>
                    <a:pt x="19" y="27"/>
                    <a:pt x="32" y="19"/>
                    <a:pt x="35" y="0"/>
                  </a:cubicBezTo>
                  <a:cubicBezTo>
                    <a:pt x="43" y="13"/>
                    <a:pt x="36" y="24"/>
                    <a:pt x="32" y="36"/>
                  </a:cubicBezTo>
                  <a:cubicBezTo>
                    <a:pt x="30" y="42"/>
                    <a:pt x="30" y="50"/>
                    <a:pt x="27" y="56"/>
                  </a:cubicBezTo>
                  <a:cubicBezTo>
                    <a:pt x="24" y="63"/>
                    <a:pt x="17" y="65"/>
                    <a:pt x="15" y="73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Freeform 121">
              <a:extLst>
                <a:ext uri="{FF2B5EF4-FFF2-40B4-BE49-F238E27FC236}">
                  <a16:creationId xmlns:a16="http://schemas.microsoft.com/office/drawing/2014/main" id="{3A570274-5970-41F2-B1ED-E16B9116C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361"/>
              <a:ext cx="90" cy="219"/>
            </a:xfrm>
            <a:custGeom>
              <a:avLst/>
              <a:gdLst>
                <a:gd name="T0" fmla="*/ 394 w 42"/>
                <a:gd name="T1" fmla="*/ 11 h 96"/>
                <a:gd name="T2" fmla="*/ 88 w 42"/>
                <a:gd name="T3" fmla="*/ 1141 h 96"/>
                <a:gd name="T4" fmla="*/ 257 w 42"/>
                <a:gd name="T5" fmla="*/ 463 h 96"/>
                <a:gd name="T6" fmla="*/ 394 w 42"/>
                <a:gd name="T7" fmla="*/ 285 h 96"/>
                <a:gd name="T8" fmla="*/ 405 w 42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96">
                  <a:moveTo>
                    <a:pt x="40" y="1"/>
                  </a:moveTo>
                  <a:cubicBezTo>
                    <a:pt x="19" y="30"/>
                    <a:pt x="0" y="58"/>
                    <a:pt x="9" y="96"/>
                  </a:cubicBezTo>
                  <a:cubicBezTo>
                    <a:pt x="9" y="74"/>
                    <a:pt x="11" y="55"/>
                    <a:pt x="26" y="39"/>
                  </a:cubicBezTo>
                  <a:cubicBezTo>
                    <a:pt x="31" y="33"/>
                    <a:pt x="37" y="32"/>
                    <a:pt x="40" y="24"/>
                  </a:cubicBezTo>
                  <a:cubicBezTo>
                    <a:pt x="42" y="16"/>
                    <a:pt x="38" y="7"/>
                    <a:pt x="41" y="0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1" name="Freeform 122">
              <a:extLst>
                <a:ext uri="{FF2B5EF4-FFF2-40B4-BE49-F238E27FC236}">
                  <a16:creationId xmlns:a16="http://schemas.microsoft.com/office/drawing/2014/main" id="{2815CE97-26E4-446E-B509-D456FFF48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110"/>
              <a:ext cx="100" cy="190"/>
            </a:xfrm>
            <a:custGeom>
              <a:avLst/>
              <a:gdLst>
                <a:gd name="T0" fmla="*/ 394 w 47"/>
                <a:gd name="T1" fmla="*/ 0 h 83"/>
                <a:gd name="T2" fmla="*/ 181 w 47"/>
                <a:gd name="T3" fmla="*/ 540 h 83"/>
                <a:gd name="T4" fmla="*/ 28 w 47"/>
                <a:gd name="T5" fmla="*/ 996 h 83"/>
                <a:gd name="T6" fmla="*/ 289 w 47"/>
                <a:gd name="T7" fmla="*/ 597 h 83"/>
                <a:gd name="T8" fmla="*/ 413 w 47"/>
                <a:gd name="T9" fmla="*/ 565 h 83"/>
                <a:gd name="T10" fmla="*/ 357 w 47"/>
                <a:gd name="T11" fmla="*/ 215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83">
                  <a:moveTo>
                    <a:pt x="41" y="0"/>
                  </a:moveTo>
                  <a:cubicBezTo>
                    <a:pt x="32" y="14"/>
                    <a:pt x="28" y="31"/>
                    <a:pt x="19" y="45"/>
                  </a:cubicBezTo>
                  <a:cubicBezTo>
                    <a:pt x="10" y="58"/>
                    <a:pt x="0" y="65"/>
                    <a:pt x="3" y="83"/>
                  </a:cubicBezTo>
                  <a:cubicBezTo>
                    <a:pt x="10" y="64"/>
                    <a:pt x="11" y="56"/>
                    <a:pt x="30" y="50"/>
                  </a:cubicBezTo>
                  <a:cubicBezTo>
                    <a:pt x="37" y="48"/>
                    <a:pt x="39" y="53"/>
                    <a:pt x="43" y="47"/>
                  </a:cubicBezTo>
                  <a:cubicBezTo>
                    <a:pt x="47" y="40"/>
                    <a:pt x="39" y="25"/>
                    <a:pt x="37" y="18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Freeform 123">
              <a:extLst>
                <a:ext uri="{FF2B5EF4-FFF2-40B4-BE49-F238E27FC236}">
                  <a16:creationId xmlns:a16="http://schemas.microsoft.com/office/drawing/2014/main" id="{379FAD3B-C8BD-4979-9BDE-58C52ED0A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987"/>
              <a:ext cx="69" cy="208"/>
            </a:xfrm>
            <a:custGeom>
              <a:avLst/>
              <a:gdLst>
                <a:gd name="T0" fmla="*/ 101 w 32"/>
                <a:gd name="T1" fmla="*/ 121 h 91"/>
                <a:gd name="T2" fmla="*/ 80 w 32"/>
                <a:gd name="T3" fmla="*/ 1086 h 91"/>
                <a:gd name="T4" fmla="*/ 173 w 32"/>
                <a:gd name="T5" fmla="*/ 325 h 91"/>
                <a:gd name="T6" fmla="*/ 173 w 32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91">
                  <a:moveTo>
                    <a:pt x="10" y="10"/>
                  </a:moveTo>
                  <a:cubicBezTo>
                    <a:pt x="2" y="31"/>
                    <a:pt x="0" y="70"/>
                    <a:pt x="8" y="91"/>
                  </a:cubicBezTo>
                  <a:cubicBezTo>
                    <a:pt x="15" y="72"/>
                    <a:pt x="7" y="48"/>
                    <a:pt x="17" y="27"/>
                  </a:cubicBezTo>
                  <a:cubicBezTo>
                    <a:pt x="21" y="18"/>
                    <a:pt x="32" y="7"/>
                    <a:pt x="17" y="0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3" name="Freeform 124">
              <a:extLst>
                <a:ext uri="{FF2B5EF4-FFF2-40B4-BE49-F238E27FC236}">
                  <a16:creationId xmlns:a16="http://schemas.microsoft.com/office/drawing/2014/main" id="{BF6F9A36-6E0A-4274-843A-281D745FB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3321"/>
              <a:ext cx="52" cy="217"/>
            </a:xfrm>
            <a:custGeom>
              <a:avLst/>
              <a:gdLst>
                <a:gd name="T0" fmla="*/ 141 w 24"/>
                <a:gd name="T1" fmla="*/ 11 h 95"/>
                <a:gd name="T2" fmla="*/ 121 w 24"/>
                <a:gd name="T3" fmla="*/ 1133 h 95"/>
                <a:gd name="T4" fmla="*/ 132 w 24"/>
                <a:gd name="T5" fmla="*/ 455 h 95"/>
                <a:gd name="T6" fmla="*/ 173 w 24"/>
                <a:gd name="T7" fmla="*/ 0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95">
                  <a:moveTo>
                    <a:pt x="14" y="1"/>
                  </a:moveTo>
                  <a:cubicBezTo>
                    <a:pt x="1" y="28"/>
                    <a:pt x="0" y="68"/>
                    <a:pt x="12" y="95"/>
                  </a:cubicBezTo>
                  <a:cubicBezTo>
                    <a:pt x="8" y="77"/>
                    <a:pt x="7" y="56"/>
                    <a:pt x="13" y="38"/>
                  </a:cubicBezTo>
                  <a:cubicBezTo>
                    <a:pt x="18" y="22"/>
                    <a:pt x="24" y="17"/>
                    <a:pt x="17" y="0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4" name="Freeform 125">
              <a:extLst>
                <a:ext uri="{FF2B5EF4-FFF2-40B4-BE49-F238E27FC236}">
                  <a16:creationId xmlns:a16="http://schemas.microsoft.com/office/drawing/2014/main" id="{C50D485F-23B2-497D-97AD-4BEF2DAC9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174"/>
              <a:ext cx="66" cy="163"/>
            </a:xfrm>
            <a:custGeom>
              <a:avLst/>
              <a:gdLst>
                <a:gd name="T0" fmla="*/ 232 w 31"/>
                <a:gd name="T1" fmla="*/ 0 h 71"/>
                <a:gd name="T2" fmla="*/ 68 w 31"/>
                <a:gd name="T3" fmla="*/ 859 h 71"/>
                <a:gd name="T4" fmla="*/ 204 w 31"/>
                <a:gd name="T5" fmla="*/ 411 h 71"/>
                <a:gd name="T6" fmla="*/ 273 w 31"/>
                <a:gd name="T7" fmla="*/ 25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1">
                  <a:moveTo>
                    <a:pt x="24" y="0"/>
                  </a:moveTo>
                  <a:cubicBezTo>
                    <a:pt x="13" y="18"/>
                    <a:pt x="0" y="50"/>
                    <a:pt x="7" y="71"/>
                  </a:cubicBezTo>
                  <a:cubicBezTo>
                    <a:pt x="10" y="54"/>
                    <a:pt x="10" y="49"/>
                    <a:pt x="21" y="34"/>
                  </a:cubicBezTo>
                  <a:cubicBezTo>
                    <a:pt x="31" y="22"/>
                    <a:pt x="29" y="17"/>
                    <a:pt x="28" y="2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5" name="Freeform 126">
              <a:extLst>
                <a:ext uri="{FF2B5EF4-FFF2-40B4-BE49-F238E27FC236}">
                  <a16:creationId xmlns:a16="http://schemas.microsoft.com/office/drawing/2014/main" id="{67915A73-CFCD-4821-8F04-7251CD0C6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3485"/>
              <a:ext cx="64" cy="222"/>
            </a:xfrm>
            <a:custGeom>
              <a:avLst/>
              <a:gdLst>
                <a:gd name="T0" fmla="*/ 87 w 30"/>
                <a:gd name="T1" fmla="*/ 1163 h 97"/>
                <a:gd name="T2" fmla="*/ 105 w 30"/>
                <a:gd name="T3" fmla="*/ 0 h 97"/>
                <a:gd name="T4" fmla="*/ 205 w 30"/>
                <a:gd name="T5" fmla="*/ 504 h 97"/>
                <a:gd name="T6" fmla="*/ 292 w 30"/>
                <a:gd name="T7" fmla="*/ 696 h 97"/>
                <a:gd name="T8" fmla="*/ 156 w 30"/>
                <a:gd name="T9" fmla="*/ 96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97">
                  <a:moveTo>
                    <a:pt x="9" y="97"/>
                  </a:moveTo>
                  <a:cubicBezTo>
                    <a:pt x="19" y="66"/>
                    <a:pt x="0" y="29"/>
                    <a:pt x="11" y="0"/>
                  </a:cubicBezTo>
                  <a:cubicBezTo>
                    <a:pt x="21" y="13"/>
                    <a:pt x="16" y="28"/>
                    <a:pt x="21" y="42"/>
                  </a:cubicBezTo>
                  <a:cubicBezTo>
                    <a:pt x="23" y="47"/>
                    <a:pt x="30" y="53"/>
                    <a:pt x="30" y="58"/>
                  </a:cubicBezTo>
                  <a:cubicBezTo>
                    <a:pt x="29" y="66"/>
                    <a:pt x="19" y="74"/>
                    <a:pt x="16" y="81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6" name="Freeform 127">
              <a:extLst>
                <a:ext uri="{FF2B5EF4-FFF2-40B4-BE49-F238E27FC236}">
                  <a16:creationId xmlns:a16="http://schemas.microsoft.com/office/drawing/2014/main" id="{477EDCAE-AFF0-4FCF-84B7-50657B439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910"/>
              <a:ext cx="39" cy="210"/>
            </a:xfrm>
            <a:custGeom>
              <a:avLst/>
              <a:gdLst>
                <a:gd name="T0" fmla="*/ 0 w 18"/>
                <a:gd name="T1" fmla="*/ 0 h 92"/>
                <a:gd name="T2" fmla="*/ 141 w 18"/>
                <a:gd name="T3" fmla="*/ 657 h 92"/>
                <a:gd name="T4" fmla="*/ 165 w 18"/>
                <a:gd name="T5" fmla="*/ 1093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2">
                  <a:moveTo>
                    <a:pt x="0" y="0"/>
                  </a:moveTo>
                  <a:cubicBezTo>
                    <a:pt x="1" y="19"/>
                    <a:pt x="9" y="36"/>
                    <a:pt x="14" y="55"/>
                  </a:cubicBezTo>
                  <a:cubicBezTo>
                    <a:pt x="18" y="69"/>
                    <a:pt x="15" y="77"/>
                    <a:pt x="16" y="92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7" name="Freeform 128">
              <a:extLst>
                <a:ext uri="{FF2B5EF4-FFF2-40B4-BE49-F238E27FC236}">
                  <a16:creationId xmlns:a16="http://schemas.microsoft.com/office/drawing/2014/main" id="{B49BFFED-D6D0-43C6-B55E-7655D491D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369"/>
              <a:ext cx="62" cy="258"/>
            </a:xfrm>
            <a:custGeom>
              <a:avLst/>
              <a:gdLst>
                <a:gd name="T0" fmla="*/ 284 w 29"/>
                <a:gd name="T1" fmla="*/ 192 h 113"/>
                <a:gd name="T2" fmla="*/ 77 w 29"/>
                <a:gd name="T3" fmla="*/ 491 h 113"/>
                <a:gd name="T4" fmla="*/ 60 w 29"/>
                <a:gd name="T5" fmla="*/ 1345 h 113"/>
                <a:gd name="T6" fmla="*/ 120 w 29"/>
                <a:gd name="T7" fmla="*/ 954 h 113"/>
                <a:gd name="T8" fmla="*/ 156 w 29"/>
                <a:gd name="T9" fmla="*/ 797 h 113"/>
                <a:gd name="T10" fmla="*/ 214 w 29"/>
                <a:gd name="T11" fmla="*/ 788 h 113"/>
                <a:gd name="T12" fmla="*/ 257 w 29"/>
                <a:gd name="T13" fmla="*/ 687 h 113"/>
                <a:gd name="T14" fmla="*/ 197 w 29"/>
                <a:gd name="T15" fmla="*/ 308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13">
                  <a:moveTo>
                    <a:pt x="29" y="16"/>
                  </a:moveTo>
                  <a:cubicBezTo>
                    <a:pt x="15" y="0"/>
                    <a:pt x="9" y="33"/>
                    <a:pt x="8" y="41"/>
                  </a:cubicBezTo>
                  <a:cubicBezTo>
                    <a:pt x="6" y="63"/>
                    <a:pt x="0" y="92"/>
                    <a:pt x="6" y="113"/>
                  </a:cubicBezTo>
                  <a:cubicBezTo>
                    <a:pt x="10" y="103"/>
                    <a:pt x="10" y="91"/>
                    <a:pt x="12" y="80"/>
                  </a:cubicBezTo>
                  <a:cubicBezTo>
                    <a:pt x="13" y="78"/>
                    <a:pt x="15" y="68"/>
                    <a:pt x="16" y="67"/>
                  </a:cubicBezTo>
                  <a:cubicBezTo>
                    <a:pt x="17" y="66"/>
                    <a:pt x="22" y="66"/>
                    <a:pt x="22" y="66"/>
                  </a:cubicBezTo>
                  <a:cubicBezTo>
                    <a:pt x="26" y="60"/>
                    <a:pt x="27" y="68"/>
                    <a:pt x="26" y="58"/>
                  </a:cubicBezTo>
                  <a:cubicBezTo>
                    <a:pt x="25" y="44"/>
                    <a:pt x="14" y="42"/>
                    <a:pt x="20" y="26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8" name="Freeform 129">
              <a:extLst>
                <a:ext uri="{FF2B5EF4-FFF2-40B4-BE49-F238E27FC236}">
                  <a16:creationId xmlns:a16="http://schemas.microsoft.com/office/drawing/2014/main" id="{A4D29595-8538-4D66-8D74-37BDA888D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641"/>
              <a:ext cx="32" cy="41"/>
            </a:xfrm>
            <a:custGeom>
              <a:avLst/>
              <a:gdLst>
                <a:gd name="T0" fmla="*/ 19 w 15"/>
                <a:gd name="T1" fmla="*/ 36 h 18"/>
                <a:gd name="T2" fmla="*/ 19 w 15"/>
                <a:gd name="T3" fmla="*/ 212 h 18"/>
                <a:gd name="T4" fmla="*/ 96 w 1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2" y="3"/>
                  </a:moveTo>
                  <a:cubicBezTo>
                    <a:pt x="0" y="8"/>
                    <a:pt x="0" y="13"/>
                    <a:pt x="2" y="18"/>
                  </a:cubicBezTo>
                  <a:cubicBezTo>
                    <a:pt x="9" y="17"/>
                    <a:pt x="15" y="6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9" name="Freeform 130">
              <a:extLst>
                <a:ext uri="{FF2B5EF4-FFF2-40B4-BE49-F238E27FC236}">
                  <a16:creationId xmlns:a16="http://schemas.microsoft.com/office/drawing/2014/main" id="{A6486A74-D82F-4CDE-9ABC-E09F6722E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611"/>
              <a:ext cx="43" cy="44"/>
            </a:xfrm>
            <a:custGeom>
              <a:avLst/>
              <a:gdLst>
                <a:gd name="T0" fmla="*/ 101 w 20"/>
                <a:gd name="T1" fmla="*/ 0 h 19"/>
                <a:gd name="T2" fmla="*/ 0 w 20"/>
                <a:gd name="T3" fmla="*/ 236 h 19"/>
                <a:gd name="T4" fmla="*/ 198 w 20"/>
                <a:gd name="T5" fmla="*/ 4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10" y="0"/>
                  </a:moveTo>
                  <a:cubicBezTo>
                    <a:pt x="5" y="5"/>
                    <a:pt x="0" y="12"/>
                    <a:pt x="0" y="19"/>
                  </a:cubicBezTo>
                  <a:cubicBezTo>
                    <a:pt x="7" y="19"/>
                    <a:pt x="14" y="9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0" name="Freeform 131">
              <a:extLst>
                <a:ext uri="{FF2B5EF4-FFF2-40B4-BE49-F238E27FC236}">
                  <a16:creationId xmlns:a16="http://schemas.microsoft.com/office/drawing/2014/main" id="{54DFBE72-02F6-4425-AB62-0D9B26D79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592"/>
              <a:ext cx="37" cy="57"/>
            </a:xfrm>
            <a:custGeom>
              <a:avLst/>
              <a:gdLst>
                <a:gd name="T0" fmla="*/ 81 w 17"/>
                <a:gd name="T1" fmla="*/ 0 h 25"/>
                <a:gd name="T2" fmla="*/ 176 w 17"/>
                <a:gd name="T3" fmla="*/ 1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5">
                  <a:moveTo>
                    <a:pt x="8" y="0"/>
                  </a:moveTo>
                  <a:cubicBezTo>
                    <a:pt x="0" y="11"/>
                    <a:pt x="8" y="25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1" name="Freeform 132">
              <a:extLst>
                <a:ext uri="{FF2B5EF4-FFF2-40B4-BE49-F238E27FC236}">
                  <a16:creationId xmlns:a16="http://schemas.microsoft.com/office/drawing/2014/main" id="{EF028BD1-E4F3-45BA-AAE5-25BEBC1D4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409"/>
              <a:ext cx="43" cy="39"/>
            </a:xfrm>
            <a:custGeom>
              <a:avLst/>
              <a:gdLst>
                <a:gd name="T0" fmla="*/ 60 w 20"/>
                <a:gd name="T1" fmla="*/ 0 h 17"/>
                <a:gd name="T2" fmla="*/ 181 w 20"/>
                <a:gd name="T3" fmla="*/ 5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6" y="0"/>
                  </a:moveTo>
                  <a:cubicBezTo>
                    <a:pt x="0" y="16"/>
                    <a:pt x="20" y="17"/>
                    <a:pt x="1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2" name="Freeform 133">
              <a:extLst>
                <a:ext uri="{FF2B5EF4-FFF2-40B4-BE49-F238E27FC236}">
                  <a16:creationId xmlns:a16="http://schemas.microsoft.com/office/drawing/2014/main" id="{D726A4E4-3383-471B-98A1-5B3B1C5E2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692"/>
              <a:ext cx="37" cy="41"/>
            </a:xfrm>
            <a:custGeom>
              <a:avLst/>
              <a:gdLst>
                <a:gd name="T0" fmla="*/ 44 w 17"/>
                <a:gd name="T1" fmla="*/ 11 h 18"/>
                <a:gd name="T2" fmla="*/ 33 w 17"/>
                <a:gd name="T3" fmla="*/ 212 h 18"/>
                <a:gd name="T4" fmla="*/ 176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4" y="1"/>
                  </a:moveTo>
                  <a:cubicBezTo>
                    <a:pt x="1" y="7"/>
                    <a:pt x="0" y="13"/>
                    <a:pt x="3" y="18"/>
                  </a:cubicBezTo>
                  <a:cubicBezTo>
                    <a:pt x="11" y="16"/>
                    <a:pt x="15" y="8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3" name="Freeform 134">
              <a:extLst>
                <a:ext uri="{FF2B5EF4-FFF2-40B4-BE49-F238E27FC236}">
                  <a16:creationId xmlns:a16="http://schemas.microsoft.com/office/drawing/2014/main" id="{001E3FE9-2680-48E1-B00A-6574EA10A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051"/>
              <a:ext cx="34" cy="39"/>
            </a:xfrm>
            <a:custGeom>
              <a:avLst/>
              <a:gdLst>
                <a:gd name="T0" fmla="*/ 28 w 16"/>
                <a:gd name="T1" fmla="*/ 37 h 17"/>
                <a:gd name="T2" fmla="*/ 40 w 16"/>
                <a:gd name="T3" fmla="*/ 204 h 17"/>
                <a:gd name="T4" fmla="*/ 85 w 1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3" y="3"/>
                  </a:moveTo>
                  <a:cubicBezTo>
                    <a:pt x="0" y="8"/>
                    <a:pt x="1" y="13"/>
                    <a:pt x="4" y="17"/>
                  </a:cubicBezTo>
                  <a:cubicBezTo>
                    <a:pt x="11" y="16"/>
                    <a:pt x="16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4" name="Freeform 135">
              <a:extLst>
                <a:ext uri="{FF2B5EF4-FFF2-40B4-BE49-F238E27FC236}">
                  <a16:creationId xmlns:a16="http://schemas.microsoft.com/office/drawing/2014/main" id="{53091455-09C2-4168-ACA9-81091B604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3188"/>
              <a:ext cx="25" cy="30"/>
            </a:xfrm>
            <a:custGeom>
              <a:avLst/>
              <a:gdLst>
                <a:gd name="T0" fmla="*/ 8 w 12"/>
                <a:gd name="T1" fmla="*/ 28 h 13"/>
                <a:gd name="T2" fmla="*/ 17 w 12"/>
                <a:gd name="T3" fmla="*/ 159 h 13"/>
                <a:gd name="T4" fmla="*/ 56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" y="2"/>
                  </a:moveTo>
                  <a:cubicBezTo>
                    <a:pt x="0" y="6"/>
                    <a:pt x="1" y="9"/>
                    <a:pt x="2" y="13"/>
                  </a:cubicBezTo>
                  <a:cubicBezTo>
                    <a:pt x="7" y="10"/>
                    <a:pt x="12" y="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5" name="Freeform 136">
              <a:extLst>
                <a:ext uri="{FF2B5EF4-FFF2-40B4-BE49-F238E27FC236}">
                  <a16:creationId xmlns:a16="http://schemas.microsoft.com/office/drawing/2014/main" id="{8C075BED-8B97-4383-A3DE-A897D4D78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3362"/>
              <a:ext cx="24" cy="32"/>
            </a:xfrm>
            <a:custGeom>
              <a:avLst/>
              <a:gdLst>
                <a:gd name="T0" fmla="*/ 0 w 11"/>
                <a:gd name="T1" fmla="*/ 121 h 14"/>
                <a:gd name="T2" fmla="*/ 44 w 11"/>
                <a:gd name="T3" fmla="*/ 167 h 14"/>
                <a:gd name="T4" fmla="*/ 113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10"/>
                  </a:moveTo>
                  <a:cubicBezTo>
                    <a:pt x="1" y="12"/>
                    <a:pt x="3" y="13"/>
                    <a:pt x="4" y="14"/>
                  </a:cubicBezTo>
                  <a:cubicBezTo>
                    <a:pt x="9" y="11"/>
                    <a:pt x="11" y="6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6" name="Freeform 137">
              <a:extLst>
                <a:ext uri="{FF2B5EF4-FFF2-40B4-BE49-F238E27FC236}">
                  <a16:creationId xmlns:a16="http://schemas.microsoft.com/office/drawing/2014/main" id="{2C1317DA-A5C9-487F-9FBD-BBC11242F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059"/>
              <a:ext cx="30" cy="32"/>
            </a:xfrm>
            <a:custGeom>
              <a:avLst/>
              <a:gdLst>
                <a:gd name="T0" fmla="*/ 96 w 14"/>
                <a:gd name="T1" fmla="*/ 0 h 14"/>
                <a:gd name="T2" fmla="*/ 0 w 14"/>
                <a:gd name="T3" fmla="*/ 167 h 14"/>
                <a:gd name="T4" fmla="*/ 137 w 14"/>
                <a:gd name="T5" fmla="*/ 5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0" y="0"/>
                  </a:moveTo>
                  <a:cubicBezTo>
                    <a:pt x="4" y="3"/>
                    <a:pt x="1" y="8"/>
                    <a:pt x="0" y="14"/>
                  </a:cubicBezTo>
                  <a:cubicBezTo>
                    <a:pt x="5" y="13"/>
                    <a:pt x="9" y="8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7" name="Freeform 138">
              <a:extLst>
                <a:ext uri="{FF2B5EF4-FFF2-40B4-BE49-F238E27FC236}">
                  <a16:creationId xmlns:a16="http://schemas.microsoft.com/office/drawing/2014/main" id="{5113C38A-A4B7-4457-8250-A0940EF73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451"/>
              <a:ext cx="43" cy="92"/>
            </a:xfrm>
            <a:custGeom>
              <a:avLst/>
              <a:gdLst>
                <a:gd name="T0" fmla="*/ 80 w 20"/>
                <a:gd name="T1" fmla="*/ 0 h 40"/>
                <a:gd name="T2" fmla="*/ 101 w 20"/>
                <a:gd name="T3" fmla="*/ 317 h 40"/>
                <a:gd name="T4" fmla="*/ 0 w 20"/>
                <a:gd name="T5" fmla="*/ 476 h 40"/>
                <a:gd name="T6" fmla="*/ 9 w 20"/>
                <a:gd name="T7" fmla="*/ 42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0">
                  <a:moveTo>
                    <a:pt x="8" y="0"/>
                  </a:moveTo>
                  <a:cubicBezTo>
                    <a:pt x="2" y="7"/>
                    <a:pt x="9" y="18"/>
                    <a:pt x="10" y="26"/>
                  </a:cubicBezTo>
                  <a:cubicBezTo>
                    <a:pt x="20" y="32"/>
                    <a:pt x="8" y="40"/>
                    <a:pt x="0" y="39"/>
                  </a:cubicBezTo>
                  <a:cubicBezTo>
                    <a:pt x="0" y="38"/>
                    <a:pt x="0" y="36"/>
                    <a:pt x="1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8" name="Freeform 139">
              <a:extLst>
                <a:ext uri="{FF2B5EF4-FFF2-40B4-BE49-F238E27FC236}">
                  <a16:creationId xmlns:a16="http://schemas.microsoft.com/office/drawing/2014/main" id="{3BF6AD6E-A7D5-48BF-878C-9CD33A982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086"/>
              <a:ext cx="36" cy="36"/>
            </a:xfrm>
            <a:custGeom>
              <a:avLst/>
              <a:gdLst>
                <a:gd name="T0" fmla="*/ 161 w 17"/>
                <a:gd name="T1" fmla="*/ 0 h 16"/>
                <a:gd name="T2" fmla="*/ 0 w 17"/>
                <a:gd name="T3" fmla="*/ 162 h 16"/>
                <a:gd name="T4" fmla="*/ 161 w 17"/>
                <a:gd name="T5" fmla="*/ 17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0"/>
                  </a:moveTo>
                  <a:cubicBezTo>
                    <a:pt x="10" y="3"/>
                    <a:pt x="3" y="7"/>
                    <a:pt x="0" y="14"/>
                  </a:cubicBezTo>
                  <a:cubicBezTo>
                    <a:pt x="5" y="16"/>
                    <a:pt x="11" y="15"/>
                    <a:pt x="1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9" name="Freeform 140">
              <a:extLst>
                <a:ext uri="{FF2B5EF4-FFF2-40B4-BE49-F238E27FC236}">
                  <a16:creationId xmlns:a16="http://schemas.microsoft.com/office/drawing/2014/main" id="{326790FA-2CD5-4ECB-AA16-E99D84869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937"/>
              <a:ext cx="24" cy="41"/>
            </a:xfrm>
            <a:custGeom>
              <a:avLst/>
              <a:gdLst>
                <a:gd name="T0" fmla="*/ 52 w 11"/>
                <a:gd name="T1" fmla="*/ 0 h 18"/>
                <a:gd name="T2" fmla="*/ 113 w 11"/>
                <a:gd name="T3" fmla="*/ 13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5" y="0"/>
                  </a:moveTo>
                  <a:cubicBezTo>
                    <a:pt x="0" y="8"/>
                    <a:pt x="2" y="18"/>
                    <a:pt x="1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0" name="Freeform 141">
              <a:extLst>
                <a:ext uri="{FF2B5EF4-FFF2-40B4-BE49-F238E27FC236}">
                  <a16:creationId xmlns:a16="http://schemas.microsoft.com/office/drawing/2014/main" id="{8972D532-378F-46F5-A5CC-246A1582B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926"/>
              <a:ext cx="27" cy="45"/>
            </a:xfrm>
            <a:custGeom>
              <a:avLst/>
              <a:gdLst>
                <a:gd name="T0" fmla="*/ 73 w 13"/>
                <a:gd name="T1" fmla="*/ 0 h 20"/>
                <a:gd name="T2" fmla="*/ 0 w 13"/>
                <a:gd name="T3" fmla="*/ 162 h 20"/>
                <a:gd name="T4" fmla="*/ 116 w 13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8" y="0"/>
                  </a:moveTo>
                  <a:cubicBezTo>
                    <a:pt x="5" y="5"/>
                    <a:pt x="1" y="9"/>
                    <a:pt x="0" y="14"/>
                  </a:cubicBezTo>
                  <a:cubicBezTo>
                    <a:pt x="4" y="15"/>
                    <a:pt x="9" y="17"/>
                    <a:pt x="13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1" name="Freeform 142">
              <a:extLst>
                <a:ext uri="{FF2B5EF4-FFF2-40B4-BE49-F238E27FC236}">
                  <a16:creationId xmlns:a16="http://schemas.microsoft.com/office/drawing/2014/main" id="{9C05EF27-5457-4E5D-8547-D98370B39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819"/>
              <a:ext cx="249" cy="802"/>
            </a:xfrm>
            <a:custGeom>
              <a:avLst/>
              <a:gdLst>
                <a:gd name="T0" fmla="*/ 326 w 116"/>
                <a:gd name="T1" fmla="*/ 2543 h 351"/>
                <a:gd name="T2" fmla="*/ 180 w 116"/>
                <a:gd name="T3" fmla="*/ 3519 h 351"/>
                <a:gd name="T4" fmla="*/ 60 w 116"/>
                <a:gd name="T5" fmla="*/ 4186 h 351"/>
                <a:gd name="T6" fmla="*/ 326 w 116"/>
                <a:gd name="T7" fmla="*/ 3734 h 351"/>
                <a:gd name="T8" fmla="*/ 483 w 116"/>
                <a:gd name="T9" fmla="*/ 3222 h 351"/>
                <a:gd name="T10" fmla="*/ 663 w 116"/>
                <a:gd name="T11" fmla="*/ 2730 h 351"/>
                <a:gd name="T12" fmla="*/ 751 w 116"/>
                <a:gd name="T13" fmla="*/ 2303 h 351"/>
                <a:gd name="T14" fmla="*/ 783 w 116"/>
                <a:gd name="T15" fmla="*/ 1743 h 351"/>
                <a:gd name="T16" fmla="*/ 968 w 116"/>
                <a:gd name="T17" fmla="*/ 1227 h 351"/>
                <a:gd name="T18" fmla="*/ 1028 w 116"/>
                <a:gd name="T19" fmla="*/ 548 h 351"/>
                <a:gd name="T20" fmla="*/ 1138 w 116"/>
                <a:gd name="T21" fmla="*/ 0 h 351"/>
                <a:gd name="T22" fmla="*/ 889 w 116"/>
                <a:gd name="T23" fmla="*/ 658 h 351"/>
                <a:gd name="T24" fmla="*/ 723 w 116"/>
                <a:gd name="T25" fmla="*/ 1394 h 351"/>
                <a:gd name="T26" fmla="*/ 515 w 116"/>
                <a:gd name="T27" fmla="*/ 2088 h 351"/>
                <a:gd name="T28" fmla="*/ 414 w 116"/>
                <a:gd name="T29" fmla="*/ 2804 h 351"/>
                <a:gd name="T30" fmla="*/ 326 w 116"/>
                <a:gd name="T31" fmla="*/ 2495 h 3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" h="351">
                  <a:moveTo>
                    <a:pt x="33" y="213"/>
                  </a:moveTo>
                  <a:cubicBezTo>
                    <a:pt x="29" y="240"/>
                    <a:pt x="23" y="268"/>
                    <a:pt x="18" y="295"/>
                  </a:cubicBezTo>
                  <a:cubicBezTo>
                    <a:pt x="17" y="305"/>
                    <a:pt x="0" y="349"/>
                    <a:pt x="6" y="351"/>
                  </a:cubicBezTo>
                  <a:cubicBezTo>
                    <a:pt x="17" y="340"/>
                    <a:pt x="23" y="325"/>
                    <a:pt x="33" y="313"/>
                  </a:cubicBezTo>
                  <a:cubicBezTo>
                    <a:pt x="44" y="300"/>
                    <a:pt x="47" y="287"/>
                    <a:pt x="49" y="270"/>
                  </a:cubicBezTo>
                  <a:cubicBezTo>
                    <a:pt x="52" y="251"/>
                    <a:pt x="55" y="243"/>
                    <a:pt x="67" y="229"/>
                  </a:cubicBezTo>
                  <a:cubicBezTo>
                    <a:pt x="79" y="215"/>
                    <a:pt x="78" y="210"/>
                    <a:pt x="76" y="193"/>
                  </a:cubicBezTo>
                  <a:cubicBezTo>
                    <a:pt x="73" y="175"/>
                    <a:pt x="71" y="162"/>
                    <a:pt x="79" y="146"/>
                  </a:cubicBezTo>
                  <a:cubicBezTo>
                    <a:pt x="87" y="132"/>
                    <a:pt x="95" y="119"/>
                    <a:pt x="98" y="103"/>
                  </a:cubicBezTo>
                  <a:cubicBezTo>
                    <a:pt x="102" y="85"/>
                    <a:pt x="99" y="65"/>
                    <a:pt x="104" y="46"/>
                  </a:cubicBezTo>
                  <a:cubicBezTo>
                    <a:pt x="108" y="31"/>
                    <a:pt x="116" y="16"/>
                    <a:pt x="115" y="0"/>
                  </a:cubicBezTo>
                  <a:cubicBezTo>
                    <a:pt x="102" y="15"/>
                    <a:pt x="101" y="38"/>
                    <a:pt x="90" y="55"/>
                  </a:cubicBezTo>
                  <a:cubicBezTo>
                    <a:pt x="78" y="76"/>
                    <a:pt x="78" y="94"/>
                    <a:pt x="73" y="117"/>
                  </a:cubicBezTo>
                  <a:cubicBezTo>
                    <a:pt x="68" y="137"/>
                    <a:pt x="55" y="154"/>
                    <a:pt x="52" y="175"/>
                  </a:cubicBezTo>
                  <a:cubicBezTo>
                    <a:pt x="49" y="196"/>
                    <a:pt x="52" y="216"/>
                    <a:pt x="42" y="235"/>
                  </a:cubicBezTo>
                  <a:cubicBezTo>
                    <a:pt x="31" y="235"/>
                    <a:pt x="32" y="216"/>
                    <a:pt x="33" y="209"/>
                  </a:cubicBezTo>
                </a:path>
              </a:pathLst>
            </a:custGeom>
            <a:solidFill>
              <a:srgbClr val="AE6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2" name="Freeform 143">
              <a:extLst>
                <a:ext uri="{FF2B5EF4-FFF2-40B4-BE49-F238E27FC236}">
                  <a16:creationId xmlns:a16="http://schemas.microsoft.com/office/drawing/2014/main" id="{61657D4D-1842-4163-8F1F-E74EF0CC7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739"/>
              <a:ext cx="173" cy="208"/>
            </a:xfrm>
            <a:custGeom>
              <a:avLst/>
              <a:gdLst>
                <a:gd name="T0" fmla="*/ 0 w 81"/>
                <a:gd name="T1" fmla="*/ 345 h 91"/>
                <a:gd name="T2" fmla="*/ 643 w 81"/>
                <a:gd name="T3" fmla="*/ 743 h 91"/>
                <a:gd name="T4" fmla="*/ 762 w 81"/>
                <a:gd name="T5" fmla="*/ 297 h 91"/>
                <a:gd name="T6" fmla="*/ 626 w 81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91">
                  <a:moveTo>
                    <a:pt x="0" y="29"/>
                  </a:moveTo>
                  <a:cubicBezTo>
                    <a:pt x="5" y="58"/>
                    <a:pt x="39" y="91"/>
                    <a:pt x="66" y="62"/>
                  </a:cubicBezTo>
                  <a:cubicBezTo>
                    <a:pt x="76" y="53"/>
                    <a:pt x="81" y="37"/>
                    <a:pt x="78" y="25"/>
                  </a:cubicBezTo>
                  <a:cubicBezTo>
                    <a:pt x="76" y="14"/>
                    <a:pt x="68" y="8"/>
                    <a:pt x="64" y="0"/>
                  </a:cubicBezTo>
                </a:path>
              </a:pathLst>
            </a:custGeom>
            <a:solidFill>
              <a:srgbClr val="AE6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3" name="Freeform 144">
              <a:extLst>
                <a:ext uri="{FF2B5EF4-FFF2-40B4-BE49-F238E27FC236}">
                  <a16:creationId xmlns:a16="http://schemas.microsoft.com/office/drawing/2014/main" id="{F71A37CA-C49B-4B18-9E36-DB0DA038D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234"/>
              <a:ext cx="191" cy="313"/>
            </a:xfrm>
            <a:custGeom>
              <a:avLst/>
              <a:gdLst>
                <a:gd name="T0" fmla="*/ 258 w 89"/>
                <a:gd name="T1" fmla="*/ 443 h 137"/>
                <a:gd name="T2" fmla="*/ 466 w 89"/>
                <a:gd name="T3" fmla="*/ 642 h 137"/>
                <a:gd name="T4" fmla="*/ 562 w 89"/>
                <a:gd name="T5" fmla="*/ 1024 h 137"/>
                <a:gd name="T6" fmla="*/ 880 w 89"/>
                <a:gd name="T7" fmla="*/ 1560 h 137"/>
                <a:gd name="T8" fmla="*/ 554 w 89"/>
                <a:gd name="T9" fmla="*/ 1634 h 137"/>
                <a:gd name="T10" fmla="*/ 0 w 89"/>
                <a:gd name="T11" fmla="*/ 0 h 137"/>
                <a:gd name="T12" fmla="*/ 165 w 89"/>
                <a:gd name="T13" fmla="*/ 178 h 137"/>
                <a:gd name="T14" fmla="*/ 277 w 89"/>
                <a:gd name="T15" fmla="*/ 443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37">
                  <a:moveTo>
                    <a:pt x="26" y="37"/>
                  </a:moveTo>
                  <a:cubicBezTo>
                    <a:pt x="32" y="45"/>
                    <a:pt x="41" y="45"/>
                    <a:pt x="47" y="54"/>
                  </a:cubicBezTo>
                  <a:cubicBezTo>
                    <a:pt x="53" y="64"/>
                    <a:pt x="54" y="75"/>
                    <a:pt x="57" y="86"/>
                  </a:cubicBezTo>
                  <a:cubicBezTo>
                    <a:pt x="63" y="107"/>
                    <a:pt x="71" y="120"/>
                    <a:pt x="89" y="131"/>
                  </a:cubicBezTo>
                  <a:cubicBezTo>
                    <a:pt x="71" y="135"/>
                    <a:pt x="68" y="120"/>
                    <a:pt x="56" y="137"/>
                  </a:cubicBezTo>
                  <a:cubicBezTo>
                    <a:pt x="35" y="92"/>
                    <a:pt x="17" y="46"/>
                    <a:pt x="0" y="0"/>
                  </a:cubicBezTo>
                  <a:cubicBezTo>
                    <a:pt x="5" y="6"/>
                    <a:pt x="13" y="10"/>
                    <a:pt x="17" y="15"/>
                  </a:cubicBezTo>
                  <a:cubicBezTo>
                    <a:pt x="22" y="22"/>
                    <a:pt x="23" y="30"/>
                    <a:pt x="28" y="37"/>
                  </a:cubicBezTo>
                </a:path>
              </a:pathLst>
            </a:custGeom>
            <a:solidFill>
              <a:srgbClr val="AE6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4" name="Freeform 145">
              <a:extLst>
                <a:ext uri="{FF2B5EF4-FFF2-40B4-BE49-F238E27FC236}">
                  <a16:creationId xmlns:a16="http://schemas.microsoft.com/office/drawing/2014/main" id="{C443128A-4678-4D4A-84CF-57FD26D58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442"/>
              <a:ext cx="84" cy="236"/>
            </a:xfrm>
            <a:custGeom>
              <a:avLst/>
              <a:gdLst>
                <a:gd name="T0" fmla="*/ 0 w 39"/>
                <a:gd name="T1" fmla="*/ 0 h 103"/>
                <a:gd name="T2" fmla="*/ 200 w 39"/>
                <a:gd name="T3" fmla="*/ 603 h 103"/>
                <a:gd name="T4" fmla="*/ 338 w 39"/>
                <a:gd name="T5" fmla="*/ 1240 h 103"/>
                <a:gd name="T6" fmla="*/ 381 w 39"/>
                <a:gd name="T7" fmla="*/ 504 h 103"/>
                <a:gd name="T8" fmla="*/ 250 w 39"/>
                <a:gd name="T9" fmla="*/ 362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3">
                  <a:moveTo>
                    <a:pt x="0" y="0"/>
                  </a:moveTo>
                  <a:cubicBezTo>
                    <a:pt x="9" y="13"/>
                    <a:pt x="15" y="35"/>
                    <a:pt x="20" y="50"/>
                  </a:cubicBezTo>
                  <a:cubicBezTo>
                    <a:pt x="25" y="67"/>
                    <a:pt x="30" y="85"/>
                    <a:pt x="34" y="103"/>
                  </a:cubicBezTo>
                  <a:cubicBezTo>
                    <a:pt x="31" y="94"/>
                    <a:pt x="18" y="43"/>
                    <a:pt x="38" y="42"/>
                  </a:cubicBezTo>
                  <a:cubicBezTo>
                    <a:pt x="39" y="34"/>
                    <a:pt x="30" y="33"/>
                    <a:pt x="25" y="30"/>
                  </a:cubicBezTo>
                </a:path>
              </a:pathLst>
            </a:custGeom>
            <a:solidFill>
              <a:srgbClr val="AE6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5" name="Freeform 146">
              <a:extLst>
                <a:ext uri="{FF2B5EF4-FFF2-40B4-BE49-F238E27FC236}">
                  <a16:creationId xmlns:a16="http://schemas.microsoft.com/office/drawing/2014/main" id="{0C80B4AB-00DE-4E46-83FA-DFDD546A5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784"/>
              <a:ext cx="100" cy="261"/>
            </a:xfrm>
            <a:custGeom>
              <a:avLst/>
              <a:gdLst>
                <a:gd name="T0" fmla="*/ 77 w 47"/>
                <a:gd name="T1" fmla="*/ 277 h 114"/>
                <a:gd name="T2" fmla="*/ 240 w 47"/>
                <a:gd name="T3" fmla="*/ 923 h 114"/>
                <a:gd name="T4" fmla="*/ 385 w 47"/>
                <a:gd name="T5" fmla="*/ 1369 h 114"/>
                <a:gd name="T6" fmla="*/ 445 w 47"/>
                <a:gd name="T7" fmla="*/ 1033 h 114"/>
                <a:gd name="T8" fmla="*/ 257 w 47"/>
                <a:gd name="T9" fmla="*/ 838 h 114"/>
                <a:gd name="T10" fmla="*/ 257 w 47"/>
                <a:gd name="T11" fmla="*/ 25 h 114"/>
                <a:gd name="T12" fmla="*/ 0 w 47"/>
                <a:gd name="T13" fmla="*/ 0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14">
                  <a:moveTo>
                    <a:pt x="8" y="23"/>
                  </a:moveTo>
                  <a:cubicBezTo>
                    <a:pt x="14" y="41"/>
                    <a:pt x="17" y="60"/>
                    <a:pt x="25" y="77"/>
                  </a:cubicBezTo>
                  <a:cubicBezTo>
                    <a:pt x="29" y="88"/>
                    <a:pt x="32" y="107"/>
                    <a:pt x="40" y="114"/>
                  </a:cubicBezTo>
                  <a:cubicBezTo>
                    <a:pt x="42" y="109"/>
                    <a:pt x="47" y="91"/>
                    <a:pt x="46" y="86"/>
                  </a:cubicBezTo>
                  <a:cubicBezTo>
                    <a:pt x="43" y="81"/>
                    <a:pt x="30" y="76"/>
                    <a:pt x="27" y="70"/>
                  </a:cubicBezTo>
                  <a:cubicBezTo>
                    <a:pt x="14" y="48"/>
                    <a:pt x="24" y="24"/>
                    <a:pt x="27" y="2"/>
                  </a:cubicBezTo>
                  <a:cubicBezTo>
                    <a:pt x="19" y="5"/>
                    <a:pt x="8" y="2"/>
                    <a:pt x="0" y="0"/>
                  </a:cubicBezTo>
                </a:path>
              </a:pathLst>
            </a:custGeom>
            <a:solidFill>
              <a:srgbClr val="AE6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6" name="Freeform 147">
              <a:extLst>
                <a:ext uri="{FF2B5EF4-FFF2-40B4-BE49-F238E27FC236}">
                  <a16:creationId xmlns:a16="http://schemas.microsoft.com/office/drawing/2014/main" id="{934460B6-7E33-416A-9A7B-72DCD5C6A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704"/>
              <a:ext cx="167" cy="486"/>
            </a:xfrm>
            <a:custGeom>
              <a:avLst/>
              <a:gdLst>
                <a:gd name="T0" fmla="*/ 687 w 78"/>
                <a:gd name="T1" fmla="*/ 0 h 213"/>
                <a:gd name="T2" fmla="*/ 679 w 78"/>
                <a:gd name="T3" fmla="*/ 901 h 213"/>
                <a:gd name="T4" fmla="*/ 473 w 78"/>
                <a:gd name="T5" fmla="*/ 1401 h 213"/>
                <a:gd name="T6" fmla="*/ 362 w 78"/>
                <a:gd name="T7" fmla="*/ 1901 h 213"/>
                <a:gd name="T8" fmla="*/ 180 w 78"/>
                <a:gd name="T9" fmla="*/ 2530 h 213"/>
                <a:gd name="T10" fmla="*/ 188 w 78"/>
                <a:gd name="T11" fmla="*/ 1780 h 213"/>
                <a:gd name="T12" fmla="*/ 394 w 78"/>
                <a:gd name="T13" fmla="*/ 1113 h 213"/>
                <a:gd name="T14" fmla="*/ 715 w 78"/>
                <a:gd name="T15" fmla="*/ 73 h 2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213">
                  <a:moveTo>
                    <a:pt x="70" y="0"/>
                  </a:moveTo>
                  <a:cubicBezTo>
                    <a:pt x="78" y="23"/>
                    <a:pt x="65" y="53"/>
                    <a:pt x="69" y="76"/>
                  </a:cubicBezTo>
                  <a:cubicBezTo>
                    <a:pt x="72" y="99"/>
                    <a:pt x="65" y="106"/>
                    <a:pt x="48" y="118"/>
                  </a:cubicBezTo>
                  <a:cubicBezTo>
                    <a:pt x="26" y="133"/>
                    <a:pt x="39" y="141"/>
                    <a:pt x="37" y="160"/>
                  </a:cubicBezTo>
                  <a:cubicBezTo>
                    <a:pt x="35" y="180"/>
                    <a:pt x="8" y="187"/>
                    <a:pt x="18" y="213"/>
                  </a:cubicBezTo>
                  <a:cubicBezTo>
                    <a:pt x="0" y="193"/>
                    <a:pt x="11" y="171"/>
                    <a:pt x="19" y="150"/>
                  </a:cubicBezTo>
                  <a:cubicBezTo>
                    <a:pt x="23" y="142"/>
                    <a:pt x="32" y="120"/>
                    <a:pt x="40" y="94"/>
                  </a:cubicBezTo>
                  <a:cubicBezTo>
                    <a:pt x="49" y="62"/>
                    <a:pt x="63" y="22"/>
                    <a:pt x="73" y="6"/>
                  </a:cubicBezTo>
                </a:path>
              </a:pathLst>
            </a:custGeom>
            <a:solidFill>
              <a:srgbClr val="AE6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7" name="Freeform 148">
              <a:extLst>
                <a:ext uri="{FF2B5EF4-FFF2-40B4-BE49-F238E27FC236}">
                  <a16:creationId xmlns:a16="http://schemas.microsoft.com/office/drawing/2014/main" id="{1D763912-1AD9-496C-8EA8-ED06CEB9A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3437"/>
              <a:ext cx="126" cy="322"/>
            </a:xfrm>
            <a:custGeom>
              <a:avLst/>
              <a:gdLst>
                <a:gd name="T0" fmla="*/ 318 w 59"/>
                <a:gd name="T1" fmla="*/ 418 h 141"/>
                <a:gd name="T2" fmla="*/ 574 w 59"/>
                <a:gd name="T3" fmla="*/ 1679 h 141"/>
                <a:gd name="T4" fmla="*/ 273 w 59"/>
                <a:gd name="T5" fmla="*/ 1633 h 141"/>
                <a:gd name="T6" fmla="*/ 188 w 59"/>
                <a:gd name="T7" fmla="*/ 1000 h 141"/>
                <a:gd name="T8" fmla="*/ 369 w 59"/>
                <a:gd name="T9" fmla="*/ 1158 h 141"/>
                <a:gd name="T10" fmla="*/ 333 w 59"/>
                <a:gd name="T11" fmla="*/ 0 h 141"/>
                <a:gd name="T12" fmla="*/ 361 w 59"/>
                <a:gd name="T13" fmla="*/ 464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141">
                  <a:moveTo>
                    <a:pt x="33" y="35"/>
                  </a:moveTo>
                  <a:cubicBezTo>
                    <a:pt x="56" y="69"/>
                    <a:pt x="53" y="104"/>
                    <a:pt x="59" y="141"/>
                  </a:cubicBezTo>
                  <a:cubicBezTo>
                    <a:pt x="51" y="137"/>
                    <a:pt x="38" y="137"/>
                    <a:pt x="28" y="137"/>
                  </a:cubicBezTo>
                  <a:cubicBezTo>
                    <a:pt x="39" y="119"/>
                    <a:pt x="28" y="99"/>
                    <a:pt x="19" y="84"/>
                  </a:cubicBezTo>
                  <a:cubicBezTo>
                    <a:pt x="27" y="85"/>
                    <a:pt x="34" y="90"/>
                    <a:pt x="38" y="97"/>
                  </a:cubicBezTo>
                  <a:cubicBezTo>
                    <a:pt x="46" y="80"/>
                    <a:pt x="0" y="5"/>
                    <a:pt x="34" y="0"/>
                  </a:cubicBezTo>
                  <a:cubicBezTo>
                    <a:pt x="27" y="9"/>
                    <a:pt x="28" y="32"/>
                    <a:pt x="37" y="39"/>
                  </a:cubicBezTo>
                </a:path>
              </a:pathLst>
            </a:custGeom>
            <a:solidFill>
              <a:srgbClr val="AE6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8" name="Freeform 149">
              <a:extLst>
                <a:ext uri="{FF2B5EF4-FFF2-40B4-BE49-F238E27FC236}">
                  <a16:creationId xmlns:a16="http://schemas.microsoft.com/office/drawing/2014/main" id="{F3A87B0B-9A03-4740-A9D3-B84D0C162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067"/>
              <a:ext cx="62" cy="320"/>
            </a:xfrm>
            <a:custGeom>
              <a:avLst/>
              <a:gdLst>
                <a:gd name="T0" fmla="*/ 284 w 29"/>
                <a:gd name="T1" fmla="*/ 130 h 140"/>
                <a:gd name="T2" fmla="*/ 233 w 29"/>
                <a:gd name="T3" fmla="*/ 585 h 140"/>
                <a:gd name="T4" fmla="*/ 242 w 29"/>
                <a:gd name="T5" fmla="*/ 1061 h 140"/>
                <a:gd name="T6" fmla="*/ 0 w 29"/>
                <a:gd name="T7" fmla="*/ 1671 h 140"/>
                <a:gd name="T8" fmla="*/ 145 w 29"/>
                <a:gd name="T9" fmla="*/ 825 h 140"/>
                <a:gd name="T10" fmla="*/ 197 w 29"/>
                <a:gd name="T11" fmla="*/ 0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40">
                  <a:moveTo>
                    <a:pt x="29" y="11"/>
                  </a:moveTo>
                  <a:cubicBezTo>
                    <a:pt x="26" y="25"/>
                    <a:pt x="22" y="35"/>
                    <a:pt x="24" y="49"/>
                  </a:cubicBezTo>
                  <a:cubicBezTo>
                    <a:pt x="25" y="63"/>
                    <a:pt x="26" y="76"/>
                    <a:pt x="25" y="89"/>
                  </a:cubicBezTo>
                  <a:cubicBezTo>
                    <a:pt x="24" y="115"/>
                    <a:pt x="21" y="126"/>
                    <a:pt x="0" y="140"/>
                  </a:cubicBezTo>
                  <a:cubicBezTo>
                    <a:pt x="17" y="119"/>
                    <a:pt x="21" y="95"/>
                    <a:pt x="15" y="69"/>
                  </a:cubicBezTo>
                  <a:cubicBezTo>
                    <a:pt x="9" y="47"/>
                    <a:pt x="6" y="21"/>
                    <a:pt x="20" y="0"/>
                  </a:cubicBezTo>
                </a:path>
              </a:pathLst>
            </a:custGeom>
            <a:solidFill>
              <a:srgbClr val="AE6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9" name="Freeform 150">
              <a:extLst>
                <a:ext uri="{FF2B5EF4-FFF2-40B4-BE49-F238E27FC236}">
                  <a16:creationId xmlns:a16="http://schemas.microsoft.com/office/drawing/2014/main" id="{CDB5D5A2-28DC-4A46-8F9C-A60DFAD7F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973"/>
              <a:ext cx="184" cy="457"/>
            </a:xfrm>
            <a:custGeom>
              <a:avLst/>
              <a:gdLst>
                <a:gd name="T0" fmla="*/ 0 w 86"/>
                <a:gd name="T1" fmla="*/ 2386 h 200"/>
                <a:gd name="T2" fmla="*/ 370 w 86"/>
                <a:gd name="T3" fmla="*/ 1113 h 200"/>
                <a:gd name="T4" fmla="*/ 843 w 86"/>
                <a:gd name="T5" fmla="*/ 0 h 200"/>
                <a:gd name="T6" fmla="*/ 627 w 86"/>
                <a:gd name="T7" fmla="*/ 809 h 200"/>
                <a:gd name="T8" fmla="*/ 627 w 86"/>
                <a:gd name="T9" fmla="*/ 1394 h 200"/>
                <a:gd name="T10" fmla="*/ 225 w 86"/>
                <a:gd name="T11" fmla="*/ 1718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200">
                  <a:moveTo>
                    <a:pt x="0" y="200"/>
                  </a:moveTo>
                  <a:cubicBezTo>
                    <a:pt x="10" y="164"/>
                    <a:pt x="24" y="128"/>
                    <a:pt x="38" y="93"/>
                  </a:cubicBezTo>
                  <a:cubicBezTo>
                    <a:pt x="50" y="61"/>
                    <a:pt x="65" y="27"/>
                    <a:pt x="86" y="0"/>
                  </a:cubicBezTo>
                  <a:cubicBezTo>
                    <a:pt x="85" y="22"/>
                    <a:pt x="68" y="45"/>
                    <a:pt x="64" y="68"/>
                  </a:cubicBezTo>
                  <a:cubicBezTo>
                    <a:pt x="61" y="85"/>
                    <a:pt x="65" y="100"/>
                    <a:pt x="64" y="117"/>
                  </a:cubicBezTo>
                  <a:cubicBezTo>
                    <a:pt x="54" y="88"/>
                    <a:pt x="29" y="131"/>
                    <a:pt x="23" y="144"/>
                  </a:cubicBezTo>
                </a:path>
              </a:pathLst>
            </a:custGeom>
            <a:solidFill>
              <a:srgbClr val="AE6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0" name="Freeform 151">
              <a:extLst>
                <a:ext uri="{FF2B5EF4-FFF2-40B4-BE49-F238E27FC236}">
                  <a16:creationId xmlns:a16="http://schemas.microsoft.com/office/drawing/2014/main" id="{3451ACA5-A02D-4FA4-8681-9755587A9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2324"/>
              <a:ext cx="126" cy="270"/>
            </a:xfrm>
            <a:custGeom>
              <a:avLst/>
              <a:gdLst>
                <a:gd name="T0" fmla="*/ 224 w 59"/>
                <a:gd name="T1" fmla="*/ 622 h 118"/>
                <a:gd name="T2" fmla="*/ 49 w 59"/>
                <a:gd name="T3" fmla="*/ 1414 h 118"/>
                <a:gd name="T4" fmla="*/ 389 w 59"/>
                <a:gd name="T5" fmla="*/ 817 h 118"/>
                <a:gd name="T6" fmla="*/ 429 w 59"/>
                <a:gd name="T7" fmla="*/ 430 h 118"/>
                <a:gd name="T8" fmla="*/ 574 w 59"/>
                <a:gd name="T9" fmla="*/ 0 h 118"/>
                <a:gd name="T10" fmla="*/ 389 w 59"/>
                <a:gd name="T11" fmla="*/ 346 h 118"/>
                <a:gd name="T12" fmla="*/ 282 w 59"/>
                <a:gd name="T13" fmla="*/ 744 h 118"/>
                <a:gd name="T14" fmla="*/ 196 w 59"/>
                <a:gd name="T15" fmla="*/ 634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118">
                  <a:moveTo>
                    <a:pt x="23" y="52"/>
                  </a:moveTo>
                  <a:cubicBezTo>
                    <a:pt x="18" y="69"/>
                    <a:pt x="0" y="102"/>
                    <a:pt x="5" y="118"/>
                  </a:cubicBezTo>
                  <a:cubicBezTo>
                    <a:pt x="16" y="107"/>
                    <a:pt x="35" y="84"/>
                    <a:pt x="40" y="68"/>
                  </a:cubicBezTo>
                  <a:cubicBezTo>
                    <a:pt x="43" y="58"/>
                    <a:pt x="41" y="46"/>
                    <a:pt x="44" y="36"/>
                  </a:cubicBezTo>
                  <a:cubicBezTo>
                    <a:pt x="47" y="24"/>
                    <a:pt x="54" y="12"/>
                    <a:pt x="59" y="0"/>
                  </a:cubicBezTo>
                  <a:cubicBezTo>
                    <a:pt x="52" y="9"/>
                    <a:pt x="45" y="19"/>
                    <a:pt x="40" y="29"/>
                  </a:cubicBezTo>
                  <a:cubicBezTo>
                    <a:pt x="35" y="39"/>
                    <a:pt x="36" y="54"/>
                    <a:pt x="29" y="62"/>
                  </a:cubicBezTo>
                  <a:cubicBezTo>
                    <a:pt x="25" y="61"/>
                    <a:pt x="22" y="58"/>
                    <a:pt x="20" y="53"/>
                  </a:cubicBezTo>
                </a:path>
              </a:pathLst>
            </a:custGeom>
            <a:solidFill>
              <a:srgbClr val="9C27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1" name="Freeform 152">
              <a:extLst>
                <a:ext uri="{FF2B5EF4-FFF2-40B4-BE49-F238E27FC236}">
                  <a16:creationId xmlns:a16="http://schemas.microsoft.com/office/drawing/2014/main" id="{F56D1111-2716-4A19-A797-D09F3C593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857"/>
              <a:ext cx="137" cy="375"/>
            </a:xfrm>
            <a:custGeom>
              <a:avLst/>
              <a:gdLst>
                <a:gd name="T0" fmla="*/ 531 w 64"/>
                <a:gd name="T1" fmla="*/ 0 h 164"/>
                <a:gd name="T2" fmla="*/ 381 w 64"/>
                <a:gd name="T3" fmla="*/ 540 h 164"/>
                <a:gd name="T4" fmla="*/ 248 w 64"/>
                <a:gd name="T5" fmla="*/ 910 h 164"/>
                <a:gd name="T6" fmla="*/ 156 w 64"/>
                <a:gd name="T7" fmla="*/ 1349 h 164"/>
                <a:gd name="T8" fmla="*/ 109 w 64"/>
                <a:gd name="T9" fmla="*/ 1960 h 164"/>
                <a:gd name="T10" fmla="*/ 60 w 64"/>
                <a:gd name="T11" fmla="*/ 1317 h 164"/>
                <a:gd name="T12" fmla="*/ 148 w 64"/>
                <a:gd name="T13" fmla="*/ 846 h 164"/>
                <a:gd name="T14" fmla="*/ 413 w 64"/>
                <a:gd name="T15" fmla="*/ 476 h 164"/>
                <a:gd name="T16" fmla="*/ 559 w 64"/>
                <a:gd name="T17" fmla="*/ 0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64">
                  <a:moveTo>
                    <a:pt x="54" y="0"/>
                  </a:moveTo>
                  <a:cubicBezTo>
                    <a:pt x="64" y="20"/>
                    <a:pt x="54" y="34"/>
                    <a:pt x="39" y="45"/>
                  </a:cubicBezTo>
                  <a:cubicBezTo>
                    <a:pt x="26" y="56"/>
                    <a:pt x="23" y="59"/>
                    <a:pt x="25" y="76"/>
                  </a:cubicBezTo>
                  <a:cubicBezTo>
                    <a:pt x="26" y="95"/>
                    <a:pt x="24" y="98"/>
                    <a:pt x="16" y="113"/>
                  </a:cubicBezTo>
                  <a:cubicBezTo>
                    <a:pt x="8" y="129"/>
                    <a:pt x="12" y="147"/>
                    <a:pt x="11" y="164"/>
                  </a:cubicBezTo>
                  <a:cubicBezTo>
                    <a:pt x="7" y="145"/>
                    <a:pt x="0" y="128"/>
                    <a:pt x="6" y="110"/>
                  </a:cubicBezTo>
                  <a:cubicBezTo>
                    <a:pt x="11" y="96"/>
                    <a:pt x="13" y="86"/>
                    <a:pt x="15" y="71"/>
                  </a:cubicBezTo>
                  <a:cubicBezTo>
                    <a:pt x="19" y="52"/>
                    <a:pt x="31" y="53"/>
                    <a:pt x="42" y="40"/>
                  </a:cubicBezTo>
                  <a:cubicBezTo>
                    <a:pt x="50" y="30"/>
                    <a:pt x="52" y="12"/>
                    <a:pt x="57" y="0"/>
                  </a:cubicBezTo>
                </a:path>
              </a:pathLst>
            </a:custGeom>
            <a:solidFill>
              <a:srgbClr val="9C27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2" name="Freeform 153">
              <a:extLst>
                <a:ext uri="{FF2B5EF4-FFF2-40B4-BE49-F238E27FC236}">
                  <a16:creationId xmlns:a16="http://schemas.microsoft.com/office/drawing/2014/main" id="{877CF94B-0517-484C-99A6-0E20E61A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3632"/>
              <a:ext cx="66" cy="125"/>
            </a:xfrm>
            <a:custGeom>
              <a:avLst/>
              <a:gdLst>
                <a:gd name="T0" fmla="*/ 0 w 31"/>
                <a:gd name="T1" fmla="*/ 202 h 55"/>
                <a:gd name="T2" fmla="*/ 196 w 31"/>
                <a:gd name="T3" fmla="*/ 0 h 55"/>
                <a:gd name="T4" fmla="*/ 300 w 31"/>
                <a:gd name="T5" fmla="*/ 636 h 55"/>
                <a:gd name="T6" fmla="*/ 9 w 31"/>
                <a:gd name="T7" fmla="*/ 60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5">
                  <a:moveTo>
                    <a:pt x="0" y="17"/>
                  </a:moveTo>
                  <a:cubicBezTo>
                    <a:pt x="15" y="29"/>
                    <a:pt x="16" y="13"/>
                    <a:pt x="20" y="0"/>
                  </a:cubicBezTo>
                  <a:cubicBezTo>
                    <a:pt x="28" y="14"/>
                    <a:pt x="31" y="38"/>
                    <a:pt x="31" y="54"/>
                  </a:cubicBezTo>
                  <a:cubicBezTo>
                    <a:pt x="20" y="55"/>
                    <a:pt x="11" y="54"/>
                    <a:pt x="1" y="52"/>
                  </a:cubicBezTo>
                </a:path>
              </a:pathLst>
            </a:custGeom>
            <a:solidFill>
              <a:srgbClr val="9C27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3" name="Freeform 154">
              <a:extLst>
                <a:ext uri="{FF2B5EF4-FFF2-40B4-BE49-F238E27FC236}">
                  <a16:creationId xmlns:a16="http://schemas.microsoft.com/office/drawing/2014/main" id="{43DC3215-1B42-4335-A321-1FA835DAB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760"/>
              <a:ext cx="124" cy="132"/>
            </a:xfrm>
            <a:custGeom>
              <a:avLst/>
              <a:gdLst>
                <a:gd name="T0" fmla="*/ 0 w 58"/>
                <a:gd name="T1" fmla="*/ 482 h 58"/>
                <a:gd name="T2" fmla="*/ 421 w 58"/>
                <a:gd name="T3" fmla="*/ 482 h 58"/>
                <a:gd name="T4" fmla="*/ 458 w 58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8">
                  <a:moveTo>
                    <a:pt x="0" y="41"/>
                  </a:moveTo>
                  <a:cubicBezTo>
                    <a:pt x="17" y="47"/>
                    <a:pt x="25" y="58"/>
                    <a:pt x="43" y="41"/>
                  </a:cubicBezTo>
                  <a:cubicBezTo>
                    <a:pt x="58" y="27"/>
                    <a:pt x="52" y="17"/>
                    <a:pt x="47" y="0"/>
                  </a:cubicBezTo>
                </a:path>
              </a:pathLst>
            </a:custGeom>
            <a:solidFill>
              <a:srgbClr val="9C27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4" name="Freeform 155">
              <a:extLst>
                <a:ext uri="{FF2B5EF4-FFF2-40B4-BE49-F238E27FC236}">
                  <a16:creationId xmlns:a16="http://schemas.microsoft.com/office/drawing/2014/main" id="{AAF1FE50-39D3-4F16-BA17-3ACBF13EE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523"/>
              <a:ext cx="92" cy="247"/>
            </a:xfrm>
            <a:custGeom>
              <a:avLst/>
              <a:gdLst>
                <a:gd name="T0" fmla="*/ 274 w 43"/>
                <a:gd name="T1" fmla="*/ 158 h 108"/>
                <a:gd name="T2" fmla="*/ 178 w 43"/>
                <a:gd name="T3" fmla="*/ 1292 h 108"/>
                <a:gd name="T4" fmla="*/ 334 w 43"/>
                <a:gd name="T5" fmla="*/ 382 h 108"/>
                <a:gd name="T6" fmla="*/ 402 w 43"/>
                <a:gd name="T7" fmla="*/ 167 h 108"/>
                <a:gd name="T8" fmla="*/ 274 w 43"/>
                <a:gd name="T9" fmla="*/ 7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08">
                  <a:moveTo>
                    <a:pt x="28" y="13"/>
                  </a:moveTo>
                  <a:cubicBezTo>
                    <a:pt x="0" y="34"/>
                    <a:pt x="16" y="78"/>
                    <a:pt x="18" y="108"/>
                  </a:cubicBezTo>
                  <a:cubicBezTo>
                    <a:pt x="17" y="81"/>
                    <a:pt x="21" y="54"/>
                    <a:pt x="34" y="32"/>
                  </a:cubicBezTo>
                  <a:cubicBezTo>
                    <a:pt x="38" y="25"/>
                    <a:pt x="43" y="25"/>
                    <a:pt x="41" y="14"/>
                  </a:cubicBezTo>
                  <a:cubicBezTo>
                    <a:pt x="39" y="7"/>
                    <a:pt x="36" y="0"/>
                    <a:pt x="28" y="6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5" name="Freeform 156">
              <a:extLst>
                <a:ext uri="{FF2B5EF4-FFF2-40B4-BE49-F238E27FC236}">
                  <a16:creationId xmlns:a16="http://schemas.microsoft.com/office/drawing/2014/main" id="{DE6B764D-AB00-4083-A067-004818A9E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576"/>
              <a:ext cx="170" cy="562"/>
            </a:xfrm>
            <a:custGeom>
              <a:avLst/>
              <a:gdLst>
                <a:gd name="T0" fmla="*/ 398 w 79"/>
                <a:gd name="T1" fmla="*/ 1288 h 246"/>
                <a:gd name="T2" fmla="*/ 121 w 79"/>
                <a:gd name="T3" fmla="*/ 2134 h 246"/>
                <a:gd name="T4" fmla="*/ 69 w 79"/>
                <a:gd name="T5" fmla="*/ 2767 h 246"/>
                <a:gd name="T6" fmla="*/ 458 w 79"/>
                <a:gd name="T7" fmla="*/ 2337 h 246"/>
                <a:gd name="T8" fmla="*/ 760 w 79"/>
                <a:gd name="T9" fmla="*/ 1227 h 246"/>
                <a:gd name="T10" fmla="*/ 398 w 79"/>
                <a:gd name="T11" fmla="*/ 2040 h 246"/>
                <a:gd name="T12" fmla="*/ 667 w 79"/>
                <a:gd name="T13" fmla="*/ 893 h 246"/>
                <a:gd name="T14" fmla="*/ 779 w 79"/>
                <a:gd name="T15" fmla="*/ 0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246">
                  <a:moveTo>
                    <a:pt x="40" y="108"/>
                  </a:moveTo>
                  <a:cubicBezTo>
                    <a:pt x="29" y="131"/>
                    <a:pt x="20" y="155"/>
                    <a:pt x="12" y="179"/>
                  </a:cubicBezTo>
                  <a:cubicBezTo>
                    <a:pt x="9" y="188"/>
                    <a:pt x="0" y="224"/>
                    <a:pt x="7" y="232"/>
                  </a:cubicBezTo>
                  <a:cubicBezTo>
                    <a:pt x="19" y="246"/>
                    <a:pt x="41" y="206"/>
                    <a:pt x="46" y="196"/>
                  </a:cubicBezTo>
                  <a:cubicBezTo>
                    <a:pt x="61" y="167"/>
                    <a:pt x="61" y="131"/>
                    <a:pt x="76" y="103"/>
                  </a:cubicBezTo>
                  <a:cubicBezTo>
                    <a:pt x="66" y="119"/>
                    <a:pt x="63" y="167"/>
                    <a:pt x="40" y="171"/>
                  </a:cubicBezTo>
                  <a:cubicBezTo>
                    <a:pt x="23" y="150"/>
                    <a:pt x="60" y="96"/>
                    <a:pt x="67" y="75"/>
                  </a:cubicBezTo>
                  <a:cubicBezTo>
                    <a:pt x="75" y="52"/>
                    <a:pt x="79" y="25"/>
                    <a:pt x="78" y="0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6" name="Freeform 157">
              <a:extLst>
                <a:ext uri="{FF2B5EF4-FFF2-40B4-BE49-F238E27FC236}">
                  <a16:creationId xmlns:a16="http://schemas.microsoft.com/office/drawing/2014/main" id="{703D8DC2-2B9B-4AD0-8D94-281E2FA2C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608"/>
              <a:ext cx="169" cy="514"/>
            </a:xfrm>
            <a:custGeom>
              <a:avLst/>
              <a:gdLst>
                <a:gd name="T0" fmla="*/ 586 w 79"/>
                <a:gd name="T1" fmla="*/ 825 h 225"/>
                <a:gd name="T2" fmla="*/ 663 w 79"/>
                <a:gd name="T3" fmla="*/ 0 h 225"/>
                <a:gd name="T4" fmla="*/ 265 w 79"/>
                <a:gd name="T5" fmla="*/ 1023 h 225"/>
                <a:gd name="T6" fmla="*/ 128 w 79"/>
                <a:gd name="T7" fmla="*/ 1775 h 225"/>
                <a:gd name="T8" fmla="*/ 19 w 79"/>
                <a:gd name="T9" fmla="*/ 2682 h 225"/>
                <a:gd name="T10" fmla="*/ 539 w 79"/>
                <a:gd name="T11" fmla="*/ 631 h 225"/>
                <a:gd name="T12" fmla="*/ 586 w 79"/>
                <a:gd name="T13" fmla="*/ 763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25">
                  <a:moveTo>
                    <a:pt x="60" y="69"/>
                  </a:moveTo>
                  <a:cubicBezTo>
                    <a:pt x="64" y="48"/>
                    <a:pt x="79" y="21"/>
                    <a:pt x="68" y="0"/>
                  </a:cubicBezTo>
                  <a:cubicBezTo>
                    <a:pt x="32" y="15"/>
                    <a:pt x="40" y="57"/>
                    <a:pt x="27" y="86"/>
                  </a:cubicBezTo>
                  <a:cubicBezTo>
                    <a:pt x="18" y="107"/>
                    <a:pt x="15" y="127"/>
                    <a:pt x="13" y="149"/>
                  </a:cubicBezTo>
                  <a:cubicBezTo>
                    <a:pt x="10" y="174"/>
                    <a:pt x="0" y="201"/>
                    <a:pt x="2" y="225"/>
                  </a:cubicBezTo>
                  <a:cubicBezTo>
                    <a:pt x="32" y="175"/>
                    <a:pt x="17" y="99"/>
                    <a:pt x="55" y="53"/>
                  </a:cubicBezTo>
                  <a:cubicBezTo>
                    <a:pt x="59" y="55"/>
                    <a:pt x="61" y="59"/>
                    <a:pt x="60" y="64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7" name="Freeform 158">
              <a:extLst>
                <a:ext uri="{FF2B5EF4-FFF2-40B4-BE49-F238E27FC236}">
                  <a16:creationId xmlns:a16="http://schemas.microsoft.com/office/drawing/2014/main" id="{1C1F969D-2C77-45E8-90DB-0FB686A83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393"/>
              <a:ext cx="155" cy="370"/>
            </a:xfrm>
            <a:custGeom>
              <a:avLst/>
              <a:gdLst>
                <a:gd name="T0" fmla="*/ 719 w 72"/>
                <a:gd name="T1" fmla="*/ 37 h 162"/>
                <a:gd name="T2" fmla="*/ 418 w 72"/>
                <a:gd name="T3" fmla="*/ 991 h 162"/>
                <a:gd name="T4" fmla="*/ 0 w 72"/>
                <a:gd name="T5" fmla="*/ 1930 h 162"/>
                <a:gd name="T6" fmla="*/ 676 w 72"/>
                <a:gd name="T7" fmla="*/ 0 h 1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162">
                  <a:moveTo>
                    <a:pt x="72" y="3"/>
                  </a:moveTo>
                  <a:cubicBezTo>
                    <a:pt x="65" y="34"/>
                    <a:pt x="59" y="56"/>
                    <a:pt x="42" y="83"/>
                  </a:cubicBezTo>
                  <a:cubicBezTo>
                    <a:pt x="26" y="108"/>
                    <a:pt x="10" y="134"/>
                    <a:pt x="0" y="162"/>
                  </a:cubicBezTo>
                  <a:cubicBezTo>
                    <a:pt x="15" y="106"/>
                    <a:pt x="51" y="56"/>
                    <a:pt x="68" y="0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8" name="Freeform 159">
              <a:extLst>
                <a:ext uri="{FF2B5EF4-FFF2-40B4-BE49-F238E27FC236}">
                  <a16:creationId xmlns:a16="http://schemas.microsoft.com/office/drawing/2014/main" id="{83F0002B-E79F-4673-AF58-936870466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940"/>
              <a:ext cx="75" cy="608"/>
            </a:xfrm>
            <a:custGeom>
              <a:avLst/>
              <a:gdLst>
                <a:gd name="T0" fmla="*/ 276 w 35"/>
                <a:gd name="T1" fmla="*/ 763 h 266"/>
                <a:gd name="T2" fmla="*/ 234 w 35"/>
                <a:gd name="T3" fmla="*/ 2043 h 266"/>
                <a:gd name="T4" fmla="*/ 0 w 35"/>
                <a:gd name="T5" fmla="*/ 3177 h 266"/>
                <a:gd name="T6" fmla="*/ 197 w 35"/>
                <a:gd name="T7" fmla="*/ 1504 h 266"/>
                <a:gd name="T8" fmla="*/ 156 w 35"/>
                <a:gd name="T9" fmla="*/ 706 h 266"/>
                <a:gd name="T10" fmla="*/ 120 w 35"/>
                <a:gd name="T11" fmla="*/ 0 h 266"/>
                <a:gd name="T12" fmla="*/ 276 w 35"/>
                <a:gd name="T13" fmla="*/ 779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66">
                  <a:moveTo>
                    <a:pt x="28" y="64"/>
                  </a:moveTo>
                  <a:cubicBezTo>
                    <a:pt x="35" y="96"/>
                    <a:pt x="29" y="138"/>
                    <a:pt x="24" y="171"/>
                  </a:cubicBezTo>
                  <a:cubicBezTo>
                    <a:pt x="19" y="203"/>
                    <a:pt x="10" y="235"/>
                    <a:pt x="0" y="266"/>
                  </a:cubicBezTo>
                  <a:cubicBezTo>
                    <a:pt x="11" y="221"/>
                    <a:pt x="16" y="173"/>
                    <a:pt x="20" y="126"/>
                  </a:cubicBezTo>
                  <a:cubicBezTo>
                    <a:pt x="22" y="104"/>
                    <a:pt x="18" y="81"/>
                    <a:pt x="16" y="59"/>
                  </a:cubicBezTo>
                  <a:cubicBezTo>
                    <a:pt x="14" y="41"/>
                    <a:pt x="18" y="16"/>
                    <a:pt x="12" y="0"/>
                  </a:cubicBezTo>
                  <a:cubicBezTo>
                    <a:pt x="20" y="20"/>
                    <a:pt x="26" y="44"/>
                    <a:pt x="28" y="65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9" name="Freeform 160">
              <a:extLst>
                <a:ext uri="{FF2B5EF4-FFF2-40B4-BE49-F238E27FC236}">
                  <a16:creationId xmlns:a16="http://schemas.microsoft.com/office/drawing/2014/main" id="{32061E48-02EF-4979-BD49-C7EEF58F3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257"/>
              <a:ext cx="169" cy="843"/>
            </a:xfrm>
            <a:custGeom>
              <a:avLst/>
              <a:gdLst>
                <a:gd name="T0" fmla="*/ 137 w 79"/>
                <a:gd name="T1" fmla="*/ 1373 h 369"/>
                <a:gd name="T2" fmla="*/ 302 w 79"/>
                <a:gd name="T3" fmla="*/ 3445 h 369"/>
                <a:gd name="T4" fmla="*/ 449 w 79"/>
                <a:gd name="T5" fmla="*/ 4124 h 369"/>
                <a:gd name="T6" fmla="*/ 507 w 79"/>
                <a:gd name="T7" fmla="*/ 3612 h 369"/>
                <a:gd name="T8" fmla="*/ 507 w 79"/>
                <a:gd name="T9" fmla="*/ 3767 h 369"/>
                <a:gd name="T10" fmla="*/ 394 w 79"/>
                <a:gd name="T11" fmla="*/ 2885 h 369"/>
                <a:gd name="T12" fmla="*/ 257 w 79"/>
                <a:gd name="T13" fmla="*/ 1848 h 369"/>
                <a:gd name="T14" fmla="*/ 481 w 79"/>
                <a:gd name="T15" fmla="*/ 2609 h 369"/>
                <a:gd name="T16" fmla="*/ 715 w 79"/>
                <a:gd name="T17" fmla="*/ 3767 h 369"/>
                <a:gd name="T18" fmla="*/ 627 w 79"/>
                <a:gd name="T19" fmla="*/ 2876 h 369"/>
                <a:gd name="T20" fmla="*/ 381 w 79"/>
                <a:gd name="T21" fmla="*/ 1857 h 369"/>
                <a:gd name="T22" fmla="*/ 0 w 79"/>
                <a:gd name="T23" fmla="*/ 0 h 3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369">
                  <a:moveTo>
                    <a:pt x="14" y="115"/>
                  </a:moveTo>
                  <a:cubicBezTo>
                    <a:pt x="16" y="173"/>
                    <a:pt x="26" y="232"/>
                    <a:pt x="31" y="289"/>
                  </a:cubicBezTo>
                  <a:cubicBezTo>
                    <a:pt x="33" y="305"/>
                    <a:pt x="34" y="334"/>
                    <a:pt x="46" y="346"/>
                  </a:cubicBezTo>
                  <a:cubicBezTo>
                    <a:pt x="68" y="369"/>
                    <a:pt x="58" y="314"/>
                    <a:pt x="52" y="303"/>
                  </a:cubicBezTo>
                  <a:cubicBezTo>
                    <a:pt x="53" y="307"/>
                    <a:pt x="53" y="312"/>
                    <a:pt x="52" y="316"/>
                  </a:cubicBezTo>
                  <a:cubicBezTo>
                    <a:pt x="32" y="297"/>
                    <a:pt x="39" y="267"/>
                    <a:pt x="40" y="242"/>
                  </a:cubicBezTo>
                  <a:cubicBezTo>
                    <a:pt x="40" y="212"/>
                    <a:pt x="33" y="184"/>
                    <a:pt x="26" y="155"/>
                  </a:cubicBezTo>
                  <a:cubicBezTo>
                    <a:pt x="41" y="154"/>
                    <a:pt x="46" y="209"/>
                    <a:pt x="49" y="219"/>
                  </a:cubicBezTo>
                  <a:cubicBezTo>
                    <a:pt x="58" y="251"/>
                    <a:pt x="63" y="285"/>
                    <a:pt x="73" y="316"/>
                  </a:cubicBezTo>
                  <a:cubicBezTo>
                    <a:pt x="79" y="293"/>
                    <a:pt x="69" y="264"/>
                    <a:pt x="64" y="241"/>
                  </a:cubicBezTo>
                  <a:cubicBezTo>
                    <a:pt x="57" y="212"/>
                    <a:pt x="46" y="185"/>
                    <a:pt x="39" y="156"/>
                  </a:cubicBezTo>
                  <a:cubicBezTo>
                    <a:pt x="25" y="105"/>
                    <a:pt x="8" y="52"/>
                    <a:pt x="0" y="0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0" name="Freeform 161">
              <a:extLst>
                <a:ext uri="{FF2B5EF4-FFF2-40B4-BE49-F238E27FC236}">
                  <a16:creationId xmlns:a16="http://schemas.microsoft.com/office/drawing/2014/main" id="{7585BE22-0445-4584-A30C-312FCAABA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857"/>
              <a:ext cx="221" cy="679"/>
            </a:xfrm>
            <a:custGeom>
              <a:avLst/>
              <a:gdLst>
                <a:gd name="T0" fmla="*/ 120 w 103"/>
                <a:gd name="T1" fmla="*/ 1040 h 297"/>
                <a:gd name="T2" fmla="*/ 345 w 103"/>
                <a:gd name="T3" fmla="*/ 2138 h 297"/>
                <a:gd name="T4" fmla="*/ 515 w 103"/>
                <a:gd name="T5" fmla="*/ 2990 h 297"/>
                <a:gd name="T6" fmla="*/ 828 w 103"/>
                <a:gd name="T7" fmla="*/ 3491 h 297"/>
                <a:gd name="T8" fmla="*/ 792 w 103"/>
                <a:gd name="T9" fmla="*/ 2618 h 297"/>
                <a:gd name="T10" fmla="*/ 732 w 103"/>
                <a:gd name="T11" fmla="*/ 2990 h 297"/>
                <a:gd name="T12" fmla="*/ 266 w 103"/>
                <a:gd name="T13" fmla="*/ 1349 h 297"/>
                <a:gd name="T14" fmla="*/ 69 w 103"/>
                <a:gd name="T15" fmla="*/ 585 h 297"/>
                <a:gd name="T16" fmla="*/ 0 w 103"/>
                <a:gd name="T17" fmla="*/ 0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297">
                  <a:moveTo>
                    <a:pt x="12" y="87"/>
                  </a:moveTo>
                  <a:cubicBezTo>
                    <a:pt x="19" y="118"/>
                    <a:pt x="26" y="148"/>
                    <a:pt x="35" y="179"/>
                  </a:cubicBezTo>
                  <a:cubicBezTo>
                    <a:pt x="42" y="202"/>
                    <a:pt x="44" y="227"/>
                    <a:pt x="52" y="250"/>
                  </a:cubicBezTo>
                  <a:cubicBezTo>
                    <a:pt x="56" y="259"/>
                    <a:pt x="70" y="297"/>
                    <a:pt x="84" y="292"/>
                  </a:cubicBezTo>
                  <a:cubicBezTo>
                    <a:pt x="103" y="286"/>
                    <a:pt x="86" y="230"/>
                    <a:pt x="80" y="219"/>
                  </a:cubicBezTo>
                  <a:cubicBezTo>
                    <a:pt x="81" y="229"/>
                    <a:pt x="86" y="245"/>
                    <a:pt x="74" y="250"/>
                  </a:cubicBezTo>
                  <a:cubicBezTo>
                    <a:pt x="42" y="215"/>
                    <a:pt x="41" y="157"/>
                    <a:pt x="27" y="113"/>
                  </a:cubicBezTo>
                  <a:cubicBezTo>
                    <a:pt x="19" y="91"/>
                    <a:pt x="17" y="69"/>
                    <a:pt x="7" y="49"/>
                  </a:cubicBezTo>
                  <a:cubicBezTo>
                    <a:pt x="0" y="33"/>
                    <a:pt x="0" y="18"/>
                    <a:pt x="0" y="0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1" name="Freeform 162">
              <a:extLst>
                <a:ext uri="{FF2B5EF4-FFF2-40B4-BE49-F238E27FC236}">
                  <a16:creationId xmlns:a16="http://schemas.microsoft.com/office/drawing/2014/main" id="{65EE1635-FBAA-40CF-8ADC-B7A087E19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791"/>
              <a:ext cx="144" cy="624"/>
            </a:xfrm>
            <a:custGeom>
              <a:avLst/>
              <a:gdLst>
                <a:gd name="T0" fmla="*/ 0 w 67"/>
                <a:gd name="T1" fmla="*/ 37 h 273"/>
                <a:gd name="T2" fmla="*/ 148 w 67"/>
                <a:gd name="T3" fmla="*/ 873 h 273"/>
                <a:gd name="T4" fmla="*/ 318 w 67"/>
                <a:gd name="T5" fmla="*/ 1671 h 273"/>
                <a:gd name="T6" fmla="*/ 664 w 67"/>
                <a:gd name="T7" fmla="*/ 3259 h 273"/>
                <a:gd name="T8" fmla="*/ 578 w 67"/>
                <a:gd name="T9" fmla="*/ 2304 h 273"/>
                <a:gd name="T10" fmla="*/ 277 w 67"/>
                <a:gd name="T11" fmla="*/ 1113 h 273"/>
                <a:gd name="T12" fmla="*/ 120 w 67"/>
                <a:gd name="T13" fmla="*/ 0 h 2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273">
                  <a:moveTo>
                    <a:pt x="0" y="3"/>
                  </a:moveTo>
                  <a:cubicBezTo>
                    <a:pt x="9" y="24"/>
                    <a:pt x="10" y="50"/>
                    <a:pt x="15" y="73"/>
                  </a:cubicBezTo>
                  <a:cubicBezTo>
                    <a:pt x="21" y="96"/>
                    <a:pt x="25" y="118"/>
                    <a:pt x="32" y="140"/>
                  </a:cubicBezTo>
                  <a:cubicBezTo>
                    <a:pt x="45" y="184"/>
                    <a:pt x="60" y="227"/>
                    <a:pt x="67" y="273"/>
                  </a:cubicBezTo>
                  <a:cubicBezTo>
                    <a:pt x="64" y="246"/>
                    <a:pt x="61" y="220"/>
                    <a:pt x="58" y="193"/>
                  </a:cubicBezTo>
                  <a:cubicBezTo>
                    <a:pt x="53" y="158"/>
                    <a:pt x="39" y="127"/>
                    <a:pt x="28" y="93"/>
                  </a:cubicBezTo>
                  <a:cubicBezTo>
                    <a:pt x="18" y="63"/>
                    <a:pt x="13" y="31"/>
                    <a:pt x="12" y="0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2" name="Freeform 163">
              <a:extLst>
                <a:ext uri="{FF2B5EF4-FFF2-40B4-BE49-F238E27FC236}">
                  <a16:creationId xmlns:a16="http://schemas.microsoft.com/office/drawing/2014/main" id="{24C801B6-D6CC-4AFE-AF21-F75F7628A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939"/>
              <a:ext cx="75" cy="414"/>
            </a:xfrm>
            <a:custGeom>
              <a:avLst/>
              <a:gdLst>
                <a:gd name="T0" fmla="*/ 129 w 35"/>
                <a:gd name="T1" fmla="*/ 261 h 181"/>
                <a:gd name="T2" fmla="*/ 156 w 35"/>
                <a:gd name="T3" fmla="*/ 1601 h 181"/>
                <a:gd name="T4" fmla="*/ 129 w 35"/>
                <a:gd name="T5" fmla="*/ 1999 h 181"/>
                <a:gd name="T6" fmla="*/ 317 w 35"/>
                <a:gd name="T7" fmla="*/ 1805 h 181"/>
                <a:gd name="T8" fmla="*/ 285 w 35"/>
                <a:gd name="T9" fmla="*/ 1841 h 181"/>
                <a:gd name="T10" fmla="*/ 326 w 35"/>
                <a:gd name="T11" fmla="*/ 874 h 181"/>
                <a:gd name="T12" fmla="*/ 0 w 35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81">
                  <a:moveTo>
                    <a:pt x="13" y="22"/>
                  </a:moveTo>
                  <a:cubicBezTo>
                    <a:pt x="26" y="53"/>
                    <a:pt x="19" y="101"/>
                    <a:pt x="16" y="134"/>
                  </a:cubicBezTo>
                  <a:cubicBezTo>
                    <a:pt x="15" y="141"/>
                    <a:pt x="10" y="161"/>
                    <a:pt x="13" y="167"/>
                  </a:cubicBezTo>
                  <a:cubicBezTo>
                    <a:pt x="22" y="181"/>
                    <a:pt x="33" y="161"/>
                    <a:pt x="32" y="151"/>
                  </a:cubicBezTo>
                  <a:cubicBezTo>
                    <a:pt x="31" y="152"/>
                    <a:pt x="30" y="153"/>
                    <a:pt x="29" y="154"/>
                  </a:cubicBezTo>
                  <a:cubicBezTo>
                    <a:pt x="15" y="139"/>
                    <a:pt x="35" y="93"/>
                    <a:pt x="33" y="73"/>
                  </a:cubicBezTo>
                  <a:cubicBezTo>
                    <a:pt x="29" y="45"/>
                    <a:pt x="10" y="26"/>
                    <a:pt x="0" y="0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3" name="Freeform 164">
              <a:extLst>
                <a:ext uri="{FF2B5EF4-FFF2-40B4-BE49-F238E27FC236}">
                  <a16:creationId xmlns:a16="http://schemas.microsoft.com/office/drawing/2014/main" id="{A10A30E8-2E7D-405C-86E5-D3D22EA5B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232"/>
              <a:ext cx="139" cy="681"/>
            </a:xfrm>
            <a:custGeom>
              <a:avLst/>
              <a:gdLst>
                <a:gd name="T0" fmla="*/ 0 w 65"/>
                <a:gd name="T1" fmla="*/ 0 h 298"/>
                <a:gd name="T2" fmla="*/ 173 w 65"/>
                <a:gd name="T3" fmla="*/ 930 h 298"/>
                <a:gd name="T4" fmla="*/ 361 w 65"/>
                <a:gd name="T5" fmla="*/ 1828 h 298"/>
                <a:gd name="T6" fmla="*/ 481 w 65"/>
                <a:gd name="T7" fmla="*/ 2731 h 298"/>
                <a:gd name="T8" fmla="*/ 518 w 65"/>
                <a:gd name="T9" fmla="*/ 3556 h 298"/>
                <a:gd name="T10" fmla="*/ 430 w 65"/>
                <a:gd name="T11" fmla="*/ 1645 h 298"/>
                <a:gd name="T12" fmla="*/ 242 w 65"/>
                <a:gd name="T13" fmla="*/ 800 h 298"/>
                <a:gd name="T14" fmla="*/ 68 w 65"/>
                <a:gd name="T15" fmla="*/ 194 h 2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298">
                  <a:moveTo>
                    <a:pt x="0" y="0"/>
                  </a:moveTo>
                  <a:cubicBezTo>
                    <a:pt x="11" y="22"/>
                    <a:pt x="13" y="54"/>
                    <a:pt x="18" y="78"/>
                  </a:cubicBezTo>
                  <a:cubicBezTo>
                    <a:pt x="23" y="104"/>
                    <a:pt x="30" y="128"/>
                    <a:pt x="37" y="153"/>
                  </a:cubicBezTo>
                  <a:cubicBezTo>
                    <a:pt x="44" y="178"/>
                    <a:pt x="47" y="202"/>
                    <a:pt x="49" y="229"/>
                  </a:cubicBezTo>
                  <a:cubicBezTo>
                    <a:pt x="50" y="242"/>
                    <a:pt x="45" y="291"/>
                    <a:pt x="53" y="298"/>
                  </a:cubicBezTo>
                  <a:cubicBezTo>
                    <a:pt x="65" y="245"/>
                    <a:pt x="57" y="190"/>
                    <a:pt x="44" y="138"/>
                  </a:cubicBezTo>
                  <a:cubicBezTo>
                    <a:pt x="38" y="115"/>
                    <a:pt x="33" y="90"/>
                    <a:pt x="25" y="67"/>
                  </a:cubicBezTo>
                  <a:cubicBezTo>
                    <a:pt x="20" y="50"/>
                    <a:pt x="10" y="34"/>
                    <a:pt x="7" y="16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4" name="Freeform 165">
              <a:extLst>
                <a:ext uri="{FF2B5EF4-FFF2-40B4-BE49-F238E27FC236}">
                  <a16:creationId xmlns:a16="http://schemas.microsoft.com/office/drawing/2014/main" id="{84610423-01D4-4280-AA1B-0F366A96F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04"/>
              <a:ext cx="96" cy="302"/>
            </a:xfrm>
            <a:custGeom>
              <a:avLst/>
              <a:gdLst>
                <a:gd name="T0" fmla="*/ 49 w 45"/>
                <a:gd name="T1" fmla="*/ 732 h 132"/>
                <a:gd name="T2" fmla="*/ 9 w 45"/>
                <a:gd name="T3" fmla="*/ 334 h 132"/>
                <a:gd name="T4" fmla="*/ 233 w 45"/>
                <a:gd name="T5" fmla="*/ 968 h 132"/>
                <a:gd name="T6" fmla="*/ 309 w 45"/>
                <a:gd name="T7" fmla="*/ 1366 h 132"/>
                <a:gd name="T8" fmla="*/ 437 w 45"/>
                <a:gd name="T9" fmla="*/ 1581 h 132"/>
                <a:gd name="T10" fmla="*/ 273 w 45"/>
                <a:gd name="T11" fmla="*/ 492 h 132"/>
                <a:gd name="T12" fmla="*/ 9 w 45"/>
                <a:gd name="T13" fmla="*/ 178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32">
                  <a:moveTo>
                    <a:pt x="5" y="61"/>
                  </a:moveTo>
                  <a:cubicBezTo>
                    <a:pt x="0" y="52"/>
                    <a:pt x="0" y="39"/>
                    <a:pt x="1" y="28"/>
                  </a:cubicBezTo>
                  <a:cubicBezTo>
                    <a:pt x="14" y="28"/>
                    <a:pt x="21" y="71"/>
                    <a:pt x="24" y="81"/>
                  </a:cubicBezTo>
                  <a:cubicBezTo>
                    <a:pt x="26" y="92"/>
                    <a:pt x="27" y="104"/>
                    <a:pt x="32" y="114"/>
                  </a:cubicBezTo>
                  <a:cubicBezTo>
                    <a:pt x="35" y="121"/>
                    <a:pt x="41" y="125"/>
                    <a:pt x="45" y="132"/>
                  </a:cubicBezTo>
                  <a:cubicBezTo>
                    <a:pt x="33" y="102"/>
                    <a:pt x="36" y="72"/>
                    <a:pt x="28" y="41"/>
                  </a:cubicBezTo>
                  <a:cubicBezTo>
                    <a:pt x="25" y="32"/>
                    <a:pt x="16" y="0"/>
                    <a:pt x="1" y="15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5" name="Freeform 166">
              <a:extLst>
                <a:ext uri="{FF2B5EF4-FFF2-40B4-BE49-F238E27FC236}">
                  <a16:creationId xmlns:a16="http://schemas.microsoft.com/office/drawing/2014/main" id="{84C42A58-2A9E-4946-AB05-EC01289E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787"/>
              <a:ext cx="64" cy="588"/>
            </a:xfrm>
            <a:custGeom>
              <a:avLst/>
              <a:gdLst>
                <a:gd name="T0" fmla="*/ 87 w 30"/>
                <a:gd name="T1" fmla="*/ 0 h 257"/>
                <a:gd name="T2" fmla="*/ 105 w 30"/>
                <a:gd name="T3" fmla="*/ 1952 h 257"/>
                <a:gd name="T4" fmla="*/ 0 w 30"/>
                <a:gd name="T5" fmla="*/ 3077 h 257"/>
                <a:gd name="T6" fmla="*/ 41 w 30"/>
                <a:gd name="T7" fmla="*/ 1702 h 257"/>
                <a:gd name="T8" fmla="*/ 96 w 30"/>
                <a:gd name="T9" fmla="*/ 1151 h 257"/>
                <a:gd name="T10" fmla="*/ 117 w 30"/>
                <a:gd name="T11" fmla="*/ 492 h 2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57">
                  <a:moveTo>
                    <a:pt x="9" y="0"/>
                  </a:moveTo>
                  <a:cubicBezTo>
                    <a:pt x="30" y="52"/>
                    <a:pt x="11" y="109"/>
                    <a:pt x="11" y="163"/>
                  </a:cubicBezTo>
                  <a:cubicBezTo>
                    <a:pt x="11" y="198"/>
                    <a:pt x="12" y="226"/>
                    <a:pt x="0" y="257"/>
                  </a:cubicBezTo>
                  <a:cubicBezTo>
                    <a:pt x="13" y="222"/>
                    <a:pt x="5" y="179"/>
                    <a:pt x="4" y="142"/>
                  </a:cubicBezTo>
                  <a:cubicBezTo>
                    <a:pt x="4" y="126"/>
                    <a:pt x="7" y="111"/>
                    <a:pt x="10" y="96"/>
                  </a:cubicBezTo>
                  <a:cubicBezTo>
                    <a:pt x="13" y="78"/>
                    <a:pt x="12" y="60"/>
                    <a:pt x="12" y="41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6" name="Freeform 167">
              <a:extLst>
                <a:ext uri="{FF2B5EF4-FFF2-40B4-BE49-F238E27FC236}">
                  <a16:creationId xmlns:a16="http://schemas.microsoft.com/office/drawing/2014/main" id="{B7EF01E7-5246-498E-ACD4-269E30368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826"/>
              <a:ext cx="90" cy="677"/>
            </a:xfrm>
            <a:custGeom>
              <a:avLst/>
              <a:gdLst>
                <a:gd name="T0" fmla="*/ 109 w 42"/>
                <a:gd name="T1" fmla="*/ 0 h 296"/>
                <a:gd name="T2" fmla="*/ 345 w 42"/>
                <a:gd name="T3" fmla="*/ 2191 h 296"/>
                <a:gd name="T4" fmla="*/ 0 w 42"/>
                <a:gd name="T5" fmla="*/ 3541 h 296"/>
                <a:gd name="T6" fmla="*/ 257 w 42"/>
                <a:gd name="T7" fmla="*/ 2024 h 296"/>
                <a:gd name="T8" fmla="*/ 197 w 42"/>
                <a:gd name="T9" fmla="*/ 650 h 2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96">
                  <a:moveTo>
                    <a:pt x="11" y="0"/>
                  </a:moveTo>
                  <a:cubicBezTo>
                    <a:pt x="26" y="61"/>
                    <a:pt x="42" y="120"/>
                    <a:pt x="35" y="183"/>
                  </a:cubicBezTo>
                  <a:cubicBezTo>
                    <a:pt x="31" y="220"/>
                    <a:pt x="18" y="263"/>
                    <a:pt x="0" y="296"/>
                  </a:cubicBezTo>
                  <a:cubicBezTo>
                    <a:pt x="22" y="260"/>
                    <a:pt x="22" y="209"/>
                    <a:pt x="26" y="169"/>
                  </a:cubicBezTo>
                  <a:cubicBezTo>
                    <a:pt x="30" y="129"/>
                    <a:pt x="21" y="93"/>
                    <a:pt x="20" y="54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7" name="Freeform 168">
              <a:extLst>
                <a:ext uri="{FF2B5EF4-FFF2-40B4-BE49-F238E27FC236}">
                  <a16:creationId xmlns:a16="http://schemas.microsoft.com/office/drawing/2014/main" id="{8BBE74BA-0BF3-44E6-A39B-892D6E89F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234"/>
              <a:ext cx="146" cy="521"/>
            </a:xfrm>
            <a:custGeom>
              <a:avLst/>
              <a:gdLst>
                <a:gd name="T0" fmla="*/ 60 w 68"/>
                <a:gd name="T1" fmla="*/ 2386 h 228"/>
                <a:gd name="T2" fmla="*/ 148 w 68"/>
                <a:gd name="T3" fmla="*/ 1670 h 228"/>
                <a:gd name="T4" fmla="*/ 286 w 68"/>
                <a:gd name="T5" fmla="*/ 1097 h 228"/>
                <a:gd name="T6" fmla="*/ 494 w 68"/>
                <a:gd name="T7" fmla="*/ 464 h 228"/>
                <a:gd name="T8" fmla="*/ 663 w 68"/>
                <a:gd name="T9" fmla="*/ 0 h 228"/>
                <a:gd name="T10" fmla="*/ 434 w 68"/>
                <a:gd name="T11" fmla="*/ 752 h 228"/>
                <a:gd name="T12" fmla="*/ 294 w 68"/>
                <a:gd name="T13" fmla="*/ 1645 h 228"/>
                <a:gd name="T14" fmla="*/ 318 w 68"/>
                <a:gd name="T15" fmla="*/ 2340 h 228"/>
                <a:gd name="T16" fmla="*/ 414 w 68"/>
                <a:gd name="T17" fmla="*/ 2662 h 228"/>
                <a:gd name="T18" fmla="*/ 88 w 68"/>
                <a:gd name="T19" fmla="*/ 2648 h 2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28">
                  <a:moveTo>
                    <a:pt x="6" y="200"/>
                  </a:moveTo>
                  <a:cubicBezTo>
                    <a:pt x="0" y="183"/>
                    <a:pt x="12" y="158"/>
                    <a:pt x="15" y="140"/>
                  </a:cubicBezTo>
                  <a:cubicBezTo>
                    <a:pt x="19" y="124"/>
                    <a:pt x="24" y="108"/>
                    <a:pt x="29" y="92"/>
                  </a:cubicBezTo>
                  <a:cubicBezTo>
                    <a:pt x="35" y="74"/>
                    <a:pt x="43" y="57"/>
                    <a:pt x="50" y="39"/>
                  </a:cubicBezTo>
                  <a:cubicBezTo>
                    <a:pt x="55" y="27"/>
                    <a:pt x="57" y="9"/>
                    <a:pt x="67" y="0"/>
                  </a:cubicBezTo>
                  <a:cubicBezTo>
                    <a:pt x="68" y="23"/>
                    <a:pt x="51" y="42"/>
                    <a:pt x="44" y="63"/>
                  </a:cubicBezTo>
                  <a:cubicBezTo>
                    <a:pt x="35" y="87"/>
                    <a:pt x="34" y="112"/>
                    <a:pt x="30" y="138"/>
                  </a:cubicBezTo>
                  <a:cubicBezTo>
                    <a:pt x="27" y="156"/>
                    <a:pt x="22" y="179"/>
                    <a:pt x="32" y="196"/>
                  </a:cubicBezTo>
                  <a:cubicBezTo>
                    <a:pt x="37" y="205"/>
                    <a:pt x="56" y="212"/>
                    <a:pt x="42" y="223"/>
                  </a:cubicBezTo>
                  <a:cubicBezTo>
                    <a:pt x="32" y="217"/>
                    <a:pt x="20" y="228"/>
                    <a:pt x="9" y="222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8" name="Freeform 169">
              <a:extLst>
                <a:ext uri="{FF2B5EF4-FFF2-40B4-BE49-F238E27FC236}">
                  <a16:creationId xmlns:a16="http://schemas.microsoft.com/office/drawing/2014/main" id="{0FD63483-5008-4E3F-98A1-49DDAF1CA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934"/>
              <a:ext cx="216" cy="652"/>
            </a:xfrm>
            <a:custGeom>
              <a:avLst/>
              <a:gdLst>
                <a:gd name="T0" fmla="*/ 0 w 101"/>
                <a:gd name="T1" fmla="*/ 3413 h 285"/>
                <a:gd name="T2" fmla="*/ 274 w 101"/>
                <a:gd name="T3" fmla="*/ 2215 h 285"/>
                <a:gd name="T4" fmla="*/ 539 w 101"/>
                <a:gd name="T5" fmla="*/ 1366 h 285"/>
                <a:gd name="T6" fmla="*/ 988 w 101"/>
                <a:gd name="T7" fmla="*/ 0 h 285"/>
                <a:gd name="T8" fmla="*/ 663 w 101"/>
                <a:gd name="T9" fmla="*/ 1293 h 285"/>
                <a:gd name="T10" fmla="*/ 481 w 101"/>
                <a:gd name="T11" fmla="*/ 2313 h 285"/>
                <a:gd name="T12" fmla="*/ 145 w 101"/>
                <a:gd name="T13" fmla="*/ 3088 h 2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85">
                  <a:moveTo>
                    <a:pt x="0" y="285"/>
                  </a:moveTo>
                  <a:cubicBezTo>
                    <a:pt x="9" y="251"/>
                    <a:pt x="17" y="218"/>
                    <a:pt x="28" y="185"/>
                  </a:cubicBezTo>
                  <a:cubicBezTo>
                    <a:pt x="36" y="161"/>
                    <a:pt x="45" y="138"/>
                    <a:pt x="55" y="114"/>
                  </a:cubicBezTo>
                  <a:cubicBezTo>
                    <a:pt x="70" y="76"/>
                    <a:pt x="82" y="35"/>
                    <a:pt x="101" y="0"/>
                  </a:cubicBezTo>
                  <a:cubicBezTo>
                    <a:pt x="96" y="37"/>
                    <a:pt x="77" y="72"/>
                    <a:pt x="68" y="108"/>
                  </a:cubicBezTo>
                  <a:cubicBezTo>
                    <a:pt x="62" y="135"/>
                    <a:pt x="61" y="168"/>
                    <a:pt x="49" y="193"/>
                  </a:cubicBezTo>
                  <a:cubicBezTo>
                    <a:pt x="39" y="214"/>
                    <a:pt x="17" y="234"/>
                    <a:pt x="15" y="258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9" name="Freeform 170">
              <a:extLst>
                <a:ext uri="{FF2B5EF4-FFF2-40B4-BE49-F238E27FC236}">
                  <a16:creationId xmlns:a16="http://schemas.microsoft.com/office/drawing/2014/main" id="{91B6FC36-213D-48CE-9025-108CF4E8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161"/>
              <a:ext cx="221" cy="603"/>
            </a:xfrm>
            <a:custGeom>
              <a:avLst/>
              <a:gdLst>
                <a:gd name="T0" fmla="*/ 1017 w 103"/>
                <a:gd name="T1" fmla="*/ 0 h 264"/>
                <a:gd name="T2" fmla="*/ 345 w 103"/>
                <a:gd name="T3" fmla="*/ 1738 h 264"/>
                <a:gd name="T4" fmla="*/ 129 w 103"/>
                <a:gd name="T5" fmla="*/ 2588 h 264"/>
                <a:gd name="T6" fmla="*/ 19 w 103"/>
                <a:gd name="T7" fmla="*/ 3088 h 264"/>
                <a:gd name="T8" fmla="*/ 309 w 103"/>
                <a:gd name="T9" fmla="*/ 2357 h 264"/>
                <a:gd name="T10" fmla="*/ 811 w 103"/>
                <a:gd name="T11" fmla="*/ 594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264">
                  <a:moveTo>
                    <a:pt x="103" y="0"/>
                  </a:moveTo>
                  <a:cubicBezTo>
                    <a:pt x="77" y="47"/>
                    <a:pt x="52" y="95"/>
                    <a:pt x="35" y="146"/>
                  </a:cubicBezTo>
                  <a:cubicBezTo>
                    <a:pt x="27" y="169"/>
                    <a:pt x="20" y="193"/>
                    <a:pt x="13" y="217"/>
                  </a:cubicBezTo>
                  <a:cubicBezTo>
                    <a:pt x="8" y="230"/>
                    <a:pt x="0" y="244"/>
                    <a:pt x="2" y="259"/>
                  </a:cubicBezTo>
                  <a:cubicBezTo>
                    <a:pt x="19" y="264"/>
                    <a:pt x="27" y="211"/>
                    <a:pt x="31" y="198"/>
                  </a:cubicBezTo>
                  <a:cubicBezTo>
                    <a:pt x="47" y="149"/>
                    <a:pt x="64" y="99"/>
                    <a:pt x="82" y="50"/>
                  </a:cubicBezTo>
                </a:path>
              </a:pathLst>
            </a:custGeom>
            <a:solidFill>
              <a:srgbClr val="FFE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0" name="Freeform 171">
              <a:extLst>
                <a:ext uri="{FF2B5EF4-FFF2-40B4-BE49-F238E27FC236}">
                  <a16:creationId xmlns:a16="http://schemas.microsoft.com/office/drawing/2014/main" id="{4256FBEA-4CA6-4026-BA61-49F25C16D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716"/>
              <a:ext cx="80" cy="455"/>
            </a:xfrm>
            <a:custGeom>
              <a:avLst/>
              <a:gdLst>
                <a:gd name="T0" fmla="*/ 0 w 37"/>
                <a:gd name="T1" fmla="*/ 0 h 199"/>
                <a:gd name="T2" fmla="*/ 242 w 37"/>
                <a:gd name="T3" fmla="*/ 947 h 199"/>
                <a:gd name="T4" fmla="*/ 355 w 37"/>
                <a:gd name="T5" fmla="*/ 1886 h 199"/>
                <a:gd name="T6" fmla="*/ 365 w 37"/>
                <a:gd name="T7" fmla="*/ 2378 h 1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99">
                  <a:moveTo>
                    <a:pt x="0" y="0"/>
                  </a:moveTo>
                  <a:cubicBezTo>
                    <a:pt x="7" y="27"/>
                    <a:pt x="18" y="52"/>
                    <a:pt x="24" y="79"/>
                  </a:cubicBezTo>
                  <a:cubicBezTo>
                    <a:pt x="29" y="105"/>
                    <a:pt x="31" y="132"/>
                    <a:pt x="35" y="158"/>
                  </a:cubicBezTo>
                  <a:cubicBezTo>
                    <a:pt x="37" y="173"/>
                    <a:pt x="36" y="184"/>
                    <a:pt x="36" y="19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1" name="Freeform 172">
              <a:extLst>
                <a:ext uri="{FF2B5EF4-FFF2-40B4-BE49-F238E27FC236}">
                  <a16:creationId xmlns:a16="http://schemas.microsoft.com/office/drawing/2014/main" id="{E7E2107F-ED94-40F7-B4B4-A13D7B62F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3056"/>
              <a:ext cx="77" cy="173"/>
            </a:xfrm>
            <a:custGeom>
              <a:avLst/>
              <a:gdLst>
                <a:gd name="T0" fmla="*/ 353 w 36"/>
                <a:gd name="T1" fmla="*/ 0 h 76"/>
                <a:gd name="T2" fmla="*/ 0 w 36"/>
                <a:gd name="T3" fmla="*/ 897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6">
                  <a:moveTo>
                    <a:pt x="36" y="0"/>
                  </a:moveTo>
                  <a:cubicBezTo>
                    <a:pt x="34" y="26"/>
                    <a:pt x="12" y="53"/>
                    <a:pt x="0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2" name="Freeform 173">
              <a:extLst>
                <a:ext uri="{FF2B5EF4-FFF2-40B4-BE49-F238E27FC236}">
                  <a16:creationId xmlns:a16="http://schemas.microsoft.com/office/drawing/2014/main" id="{9819D616-BF2C-4599-AE22-A93FE2EE5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035"/>
              <a:ext cx="103" cy="126"/>
            </a:xfrm>
            <a:custGeom>
              <a:avLst/>
              <a:gdLst>
                <a:gd name="T0" fmla="*/ 0 w 48"/>
                <a:gd name="T1" fmla="*/ 520 h 55"/>
                <a:gd name="T2" fmla="*/ 474 w 48"/>
                <a:gd name="T3" fmla="*/ 0 h 55"/>
                <a:gd name="T4" fmla="*/ 197 w 48"/>
                <a:gd name="T5" fmla="*/ 41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5">
                  <a:moveTo>
                    <a:pt x="0" y="43"/>
                  </a:moveTo>
                  <a:cubicBezTo>
                    <a:pt x="24" y="55"/>
                    <a:pt x="44" y="18"/>
                    <a:pt x="48" y="0"/>
                  </a:cubicBezTo>
                  <a:cubicBezTo>
                    <a:pt x="44" y="14"/>
                    <a:pt x="31" y="26"/>
                    <a:pt x="20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3" name="Freeform 174">
              <a:extLst>
                <a:ext uri="{FF2B5EF4-FFF2-40B4-BE49-F238E27FC236}">
                  <a16:creationId xmlns:a16="http://schemas.microsoft.com/office/drawing/2014/main" id="{D429E7F2-EAB1-4A01-AE88-F53AED91F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3350"/>
              <a:ext cx="49" cy="211"/>
            </a:xfrm>
            <a:custGeom>
              <a:avLst/>
              <a:gdLst>
                <a:gd name="T0" fmla="*/ 222 w 23"/>
                <a:gd name="T1" fmla="*/ 0 h 92"/>
                <a:gd name="T2" fmla="*/ 0 w 23"/>
                <a:gd name="T3" fmla="*/ 111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2">
                  <a:moveTo>
                    <a:pt x="23" y="0"/>
                  </a:moveTo>
                  <a:cubicBezTo>
                    <a:pt x="14" y="31"/>
                    <a:pt x="0" y="59"/>
                    <a:pt x="0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4" name="Freeform 175">
              <a:extLst>
                <a:ext uri="{FF2B5EF4-FFF2-40B4-BE49-F238E27FC236}">
                  <a16:creationId xmlns:a16="http://schemas.microsoft.com/office/drawing/2014/main" id="{808195A1-0834-4062-96C8-97A374553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873"/>
              <a:ext cx="30" cy="256"/>
            </a:xfrm>
            <a:custGeom>
              <a:avLst/>
              <a:gdLst>
                <a:gd name="T0" fmla="*/ 137 w 14"/>
                <a:gd name="T1" fmla="*/ 0 h 112"/>
                <a:gd name="T2" fmla="*/ 19 w 14"/>
                <a:gd name="T3" fmla="*/ 133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2">
                  <a:moveTo>
                    <a:pt x="14" y="0"/>
                  </a:moveTo>
                  <a:cubicBezTo>
                    <a:pt x="2" y="37"/>
                    <a:pt x="0" y="73"/>
                    <a:pt x="2" y="1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5" name="Freeform 176">
              <a:extLst>
                <a:ext uri="{FF2B5EF4-FFF2-40B4-BE49-F238E27FC236}">
                  <a16:creationId xmlns:a16="http://schemas.microsoft.com/office/drawing/2014/main" id="{6E9AAF4D-B443-4E18-B750-C5ABC1EFE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827"/>
              <a:ext cx="82" cy="311"/>
            </a:xfrm>
            <a:custGeom>
              <a:avLst/>
              <a:gdLst>
                <a:gd name="T0" fmla="*/ 0 w 38"/>
                <a:gd name="T1" fmla="*/ 0 h 136"/>
                <a:gd name="T2" fmla="*/ 140 w 38"/>
                <a:gd name="T3" fmla="*/ 837 h 136"/>
                <a:gd name="T4" fmla="*/ 382 w 38"/>
                <a:gd name="T5" fmla="*/ 1626 h 1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6">
                  <a:moveTo>
                    <a:pt x="0" y="0"/>
                  </a:moveTo>
                  <a:cubicBezTo>
                    <a:pt x="2" y="24"/>
                    <a:pt x="9" y="47"/>
                    <a:pt x="14" y="70"/>
                  </a:cubicBezTo>
                  <a:cubicBezTo>
                    <a:pt x="17" y="86"/>
                    <a:pt x="28" y="129"/>
                    <a:pt x="38" y="1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6" name="Freeform 177">
              <a:extLst>
                <a:ext uri="{FF2B5EF4-FFF2-40B4-BE49-F238E27FC236}">
                  <a16:creationId xmlns:a16="http://schemas.microsoft.com/office/drawing/2014/main" id="{13D213F3-C887-4819-837D-27C1CB350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422"/>
              <a:ext cx="37" cy="128"/>
            </a:xfrm>
            <a:custGeom>
              <a:avLst/>
              <a:gdLst>
                <a:gd name="T0" fmla="*/ 52 w 17"/>
                <a:gd name="T1" fmla="*/ 0 h 56"/>
                <a:gd name="T2" fmla="*/ 0 w 17"/>
                <a:gd name="T3" fmla="*/ 670 h 56"/>
                <a:gd name="T4" fmla="*/ 104 w 17"/>
                <a:gd name="T5" fmla="*/ 9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6">
                  <a:moveTo>
                    <a:pt x="5" y="0"/>
                  </a:moveTo>
                  <a:cubicBezTo>
                    <a:pt x="13" y="16"/>
                    <a:pt x="11" y="43"/>
                    <a:pt x="0" y="56"/>
                  </a:cubicBezTo>
                  <a:cubicBezTo>
                    <a:pt x="17" y="41"/>
                    <a:pt x="13" y="32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7" name="Freeform 178">
              <a:extLst>
                <a:ext uri="{FF2B5EF4-FFF2-40B4-BE49-F238E27FC236}">
                  <a16:creationId xmlns:a16="http://schemas.microsoft.com/office/drawing/2014/main" id="{7F6ACF82-6C79-4DB7-ACA5-78F0BCD76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274"/>
              <a:ext cx="60" cy="279"/>
            </a:xfrm>
            <a:custGeom>
              <a:avLst/>
              <a:gdLst>
                <a:gd name="T0" fmla="*/ 276 w 28"/>
                <a:gd name="T1" fmla="*/ 0 h 122"/>
                <a:gd name="T2" fmla="*/ 0 w 28"/>
                <a:gd name="T3" fmla="*/ 1459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2">
                  <a:moveTo>
                    <a:pt x="28" y="0"/>
                  </a:moveTo>
                  <a:cubicBezTo>
                    <a:pt x="26" y="41"/>
                    <a:pt x="12" y="83"/>
                    <a:pt x="0" y="1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8" name="Freeform 179">
              <a:extLst>
                <a:ext uri="{FF2B5EF4-FFF2-40B4-BE49-F238E27FC236}">
                  <a16:creationId xmlns:a16="http://schemas.microsoft.com/office/drawing/2014/main" id="{AEE1A371-689C-4A79-B65C-1F6BB0603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439"/>
              <a:ext cx="48" cy="146"/>
            </a:xfrm>
            <a:custGeom>
              <a:avLst/>
              <a:gdLst>
                <a:gd name="T0" fmla="*/ 9 w 22"/>
                <a:gd name="T1" fmla="*/ 354 h 64"/>
                <a:gd name="T2" fmla="*/ 209 w 22"/>
                <a:gd name="T3" fmla="*/ 760 h 64"/>
                <a:gd name="T4" fmla="*/ 0 w 22"/>
                <a:gd name="T5" fmla="*/ 333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4">
                  <a:moveTo>
                    <a:pt x="1" y="30"/>
                  </a:moveTo>
                  <a:cubicBezTo>
                    <a:pt x="15" y="19"/>
                    <a:pt x="20" y="55"/>
                    <a:pt x="20" y="64"/>
                  </a:cubicBezTo>
                  <a:cubicBezTo>
                    <a:pt x="22" y="53"/>
                    <a:pt x="12" y="0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9" name="Freeform 180">
              <a:extLst>
                <a:ext uri="{FF2B5EF4-FFF2-40B4-BE49-F238E27FC236}">
                  <a16:creationId xmlns:a16="http://schemas.microsoft.com/office/drawing/2014/main" id="{CABFFDBD-923F-46A0-8AB3-49C65C5A5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283"/>
              <a:ext cx="58" cy="281"/>
            </a:xfrm>
            <a:custGeom>
              <a:avLst/>
              <a:gdLst>
                <a:gd name="T0" fmla="*/ 249 w 27"/>
                <a:gd name="T1" fmla="*/ 0 h 123"/>
                <a:gd name="T2" fmla="*/ 0 w 27"/>
                <a:gd name="T3" fmla="*/ 1467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3">
                  <a:moveTo>
                    <a:pt x="25" y="0"/>
                  </a:moveTo>
                  <a:cubicBezTo>
                    <a:pt x="27" y="43"/>
                    <a:pt x="11" y="83"/>
                    <a:pt x="0" y="1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0" name="Freeform 181">
              <a:extLst>
                <a:ext uri="{FF2B5EF4-FFF2-40B4-BE49-F238E27FC236}">
                  <a16:creationId xmlns:a16="http://schemas.microsoft.com/office/drawing/2014/main" id="{ADE87AAF-6229-47CA-B06A-2F145F432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469"/>
              <a:ext cx="53" cy="195"/>
            </a:xfrm>
            <a:custGeom>
              <a:avLst/>
              <a:gdLst>
                <a:gd name="T0" fmla="*/ 237 w 25"/>
                <a:gd name="T1" fmla="*/ 0 h 85"/>
                <a:gd name="T2" fmla="*/ 8 w 25"/>
                <a:gd name="T3" fmla="*/ 1025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5">
                  <a:moveTo>
                    <a:pt x="25" y="0"/>
                  </a:moveTo>
                  <a:cubicBezTo>
                    <a:pt x="13" y="25"/>
                    <a:pt x="0" y="58"/>
                    <a:pt x="1" y="8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1" name="Freeform 182">
              <a:extLst>
                <a:ext uri="{FF2B5EF4-FFF2-40B4-BE49-F238E27FC236}">
                  <a16:creationId xmlns:a16="http://schemas.microsoft.com/office/drawing/2014/main" id="{741B9D44-668A-474B-B454-7D5C58AA2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531"/>
              <a:ext cx="82" cy="229"/>
            </a:xfrm>
            <a:custGeom>
              <a:avLst/>
              <a:gdLst>
                <a:gd name="T0" fmla="*/ 60 w 38"/>
                <a:gd name="T1" fmla="*/ 373 h 100"/>
                <a:gd name="T2" fmla="*/ 382 w 38"/>
                <a:gd name="T3" fmla="*/ 1200 h 100"/>
                <a:gd name="T4" fmla="*/ 0 w 38"/>
                <a:gd name="T5" fmla="*/ 346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0">
                  <a:moveTo>
                    <a:pt x="6" y="31"/>
                  </a:moveTo>
                  <a:cubicBezTo>
                    <a:pt x="31" y="25"/>
                    <a:pt x="34" y="85"/>
                    <a:pt x="38" y="100"/>
                  </a:cubicBezTo>
                  <a:cubicBezTo>
                    <a:pt x="38" y="87"/>
                    <a:pt x="34" y="0"/>
                    <a:pt x="0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2" name="Freeform 183">
              <a:extLst>
                <a:ext uri="{FF2B5EF4-FFF2-40B4-BE49-F238E27FC236}">
                  <a16:creationId xmlns:a16="http://schemas.microsoft.com/office/drawing/2014/main" id="{9F81225F-3A72-4936-A5E4-EB6FC2BDC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492"/>
              <a:ext cx="30" cy="224"/>
            </a:xfrm>
            <a:custGeom>
              <a:avLst/>
              <a:gdLst>
                <a:gd name="T0" fmla="*/ 0 w 14"/>
                <a:gd name="T1" fmla="*/ 0 h 98"/>
                <a:gd name="T2" fmla="*/ 129 w 14"/>
                <a:gd name="T3" fmla="*/ 1170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8">
                  <a:moveTo>
                    <a:pt x="0" y="0"/>
                  </a:moveTo>
                  <a:cubicBezTo>
                    <a:pt x="8" y="32"/>
                    <a:pt x="14" y="65"/>
                    <a:pt x="13" y="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3" name="Freeform 184">
              <a:extLst>
                <a:ext uri="{FF2B5EF4-FFF2-40B4-BE49-F238E27FC236}">
                  <a16:creationId xmlns:a16="http://schemas.microsoft.com/office/drawing/2014/main" id="{7845B8C8-7CE2-4EC7-8FC2-EC114618B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045"/>
              <a:ext cx="68" cy="246"/>
            </a:xfrm>
            <a:custGeom>
              <a:avLst/>
              <a:gdLst>
                <a:gd name="T0" fmla="*/ 0 w 32"/>
                <a:gd name="T1" fmla="*/ 0 h 108"/>
                <a:gd name="T2" fmla="*/ 308 w 32"/>
                <a:gd name="T3" fmla="*/ 1276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08">
                  <a:moveTo>
                    <a:pt x="0" y="0"/>
                  </a:moveTo>
                  <a:cubicBezTo>
                    <a:pt x="12" y="36"/>
                    <a:pt x="28" y="70"/>
                    <a:pt x="32" y="10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4" name="Freeform 185">
              <a:extLst>
                <a:ext uri="{FF2B5EF4-FFF2-40B4-BE49-F238E27FC236}">
                  <a16:creationId xmlns:a16="http://schemas.microsoft.com/office/drawing/2014/main" id="{B8CBCEFC-324E-4E79-8881-E1738D740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337"/>
              <a:ext cx="69" cy="334"/>
            </a:xfrm>
            <a:custGeom>
              <a:avLst/>
              <a:gdLst>
                <a:gd name="T0" fmla="*/ 28 w 32"/>
                <a:gd name="T1" fmla="*/ 0 h 146"/>
                <a:gd name="T2" fmla="*/ 162 w 32"/>
                <a:gd name="T3" fmla="*/ 862 h 146"/>
                <a:gd name="T4" fmla="*/ 321 w 32"/>
                <a:gd name="T5" fmla="*/ 1748 h 146"/>
                <a:gd name="T6" fmla="*/ 233 w 32"/>
                <a:gd name="T7" fmla="*/ 743 h 146"/>
                <a:gd name="T8" fmla="*/ 28 w 32"/>
                <a:gd name="T9" fmla="*/ 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6">
                  <a:moveTo>
                    <a:pt x="3" y="0"/>
                  </a:moveTo>
                  <a:cubicBezTo>
                    <a:pt x="1" y="32"/>
                    <a:pt x="8" y="49"/>
                    <a:pt x="16" y="72"/>
                  </a:cubicBezTo>
                  <a:cubicBezTo>
                    <a:pt x="24" y="94"/>
                    <a:pt x="32" y="121"/>
                    <a:pt x="32" y="146"/>
                  </a:cubicBezTo>
                  <a:cubicBezTo>
                    <a:pt x="32" y="93"/>
                    <a:pt x="28" y="76"/>
                    <a:pt x="23" y="62"/>
                  </a:cubicBezTo>
                  <a:cubicBezTo>
                    <a:pt x="17" y="49"/>
                    <a:pt x="0" y="17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5" name="Freeform 186">
              <a:extLst>
                <a:ext uri="{FF2B5EF4-FFF2-40B4-BE49-F238E27FC236}">
                  <a16:creationId xmlns:a16="http://schemas.microsoft.com/office/drawing/2014/main" id="{62C1362C-632F-4DC1-90AD-EE6C11BBB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324"/>
              <a:ext cx="219" cy="825"/>
            </a:xfrm>
            <a:custGeom>
              <a:avLst/>
              <a:gdLst>
                <a:gd name="T0" fmla="*/ 1009 w 102"/>
                <a:gd name="T1" fmla="*/ 0 h 361"/>
                <a:gd name="T2" fmla="*/ 378 w 102"/>
                <a:gd name="T3" fmla="*/ 1671 h 361"/>
                <a:gd name="T4" fmla="*/ 41 w 102"/>
                <a:gd name="T5" fmla="*/ 3101 h 361"/>
                <a:gd name="T6" fmla="*/ 120 w 102"/>
                <a:gd name="T7" fmla="*/ 4308 h 361"/>
                <a:gd name="T8" fmla="*/ 157 w 102"/>
                <a:gd name="T9" fmla="*/ 2795 h 361"/>
                <a:gd name="T10" fmla="*/ 1009 w 102"/>
                <a:gd name="T11" fmla="*/ 0 h 3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361">
                  <a:moveTo>
                    <a:pt x="102" y="0"/>
                  </a:moveTo>
                  <a:cubicBezTo>
                    <a:pt x="86" y="58"/>
                    <a:pt x="60" y="101"/>
                    <a:pt x="38" y="140"/>
                  </a:cubicBezTo>
                  <a:cubicBezTo>
                    <a:pt x="17" y="178"/>
                    <a:pt x="0" y="232"/>
                    <a:pt x="4" y="260"/>
                  </a:cubicBezTo>
                  <a:cubicBezTo>
                    <a:pt x="8" y="288"/>
                    <a:pt x="12" y="356"/>
                    <a:pt x="12" y="361"/>
                  </a:cubicBezTo>
                  <a:cubicBezTo>
                    <a:pt x="18" y="309"/>
                    <a:pt x="12" y="278"/>
                    <a:pt x="16" y="234"/>
                  </a:cubicBezTo>
                  <a:cubicBezTo>
                    <a:pt x="22" y="164"/>
                    <a:pt x="96" y="61"/>
                    <a:pt x="1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6" name="Freeform 187">
              <a:extLst>
                <a:ext uri="{FF2B5EF4-FFF2-40B4-BE49-F238E27FC236}">
                  <a16:creationId xmlns:a16="http://schemas.microsoft.com/office/drawing/2014/main" id="{5F80E0BF-7567-4B01-8ED3-7CC8CE7F7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3426"/>
              <a:ext cx="22" cy="306"/>
            </a:xfrm>
            <a:custGeom>
              <a:avLst/>
              <a:gdLst>
                <a:gd name="T0" fmla="*/ 106 w 10"/>
                <a:gd name="T1" fmla="*/ 0 h 134"/>
                <a:gd name="T2" fmla="*/ 88 w 10"/>
                <a:gd name="T3" fmla="*/ 1596 h 1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4">
                  <a:moveTo>
                    <a:pt x="10" y="0"/>
                  </a:moveTo>
                  <a:cubicBezTo>
                    <a:pt x="2" y="59"/>
                    <a:pt x="0" y="104"/>
                    <a:pt x="8" y="1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7" name="Freeform 188">
              <a:extLst>
                <a:ext uri="{FF2B5EF4-FFF2-40B4-BE49-F238E27FC236}">
                  <a16:creationId xmlns:a16="http://schemas.microsoft.com/office/drawing/2014/main" id="{ADE64370-490F-49BB-9DBB-815AC6964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792"/>
              <a:ext cx="130" cy="368"/>
            </a:xfrm>
            <a:custGeom>
              <a:avLst/>
              <a:gdLst>
                <a:gd name="T0" fmla="*/ 418 w 61"/>
                <a:gd name="T1" fmla="*/ 464 h 161"/>
                <a:gd name="T2" fmla="*/ 145 w 61"/>
                <a:gd name="T3" fmla="*/ 1922 h 161"/>
                <a:gd name="T4" fmla="*/ 264 w 61"/>
                <a:gd name="T5" fmla="*/ 1301 h 161"/>
                <a:gd name="T6" fmla="*/ 473 w 61"/>
                <a:gd name="T7" fmla="*/ 873 h 161"/>
                <a:gd name="T8" fmla="*/ 590 w 61"/>
                <a:gd name="T9" fmla="*/ 0 h 161"/>
                <a:gd name="T10" fmla="*/ 418 w 61"/>
                <a:gd name="T11" fmla="*/ 537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61">
                  <a:moveTo>
                    <a:pt x="43" y="39"/>
                  </a:moveTo>
                  <a:cubicBezTo>
                    <a:pt x="33" y="73"/>
                    <a:pt x="0" y="126"/>
                    <a:pt x="15" y="161"/>
                  </a:cubicBezTo>
                  <a:cubicBezTo>
                    <a:pt x="20" y="144"/>
                    <a:pt x="21" y="126"/>
                    <a:pt x="27" y="109"/>
                  </a:cubicBezTo>
                  <a:cubicBezTo>
                    <a:pt x="32" y="95"/>
                    <a:pt x="42" y="86"/>
                    <a:pt x="49" y="73"/>
                  </a:cubicBezTo>
                  <a:cubicBezTo>
                    <a:pt x="60" y="50"/>
                    <a:pt x="55" y="24"/>
                    <a:pt x="61" y="0"/>
                  </a:cubicBezTo>
                  <a:cubicBezTo>
                    <a:pt x="53" y="13"/>
                    <a:pt x="49" y="31"/>
                    <a:pt x="43" y="45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8" name="Freeform 189">
              <a:extLst>
                <a:ext uri="{FF2B5EF4-FFF2-40B4-BE49-F238E27FC236}">
                  <a16:creationId xmlns:a16="http://schemas.microsoft.com/office/drawing/2014/main" id="{9FF6D0D5-CF08-4EDB-83DE-074289A80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904"/>
              <a:ext cx="54" cy="96"/>
            </a:xfrm>
            <a:custGeom>
              <a:avLst/>
              <a:gdLst>
                <a:gd name="T0" fmla="*/ 149 w 25"/>
                <a:gd name="T1" fmla="*/ 0 h 42"/>
                <a:gd name="T2" fmla="*/ 19 w 25"/>
                <a:gd name="T3" fmla="*/ 501 h 42"/>
                <a:gd name="T4" fmla="*/ 173 w 25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2">
                  <a:moveTo>
                    <a:pt x="15" y="0"/>
                  </a:moveTo>
                  <a:cubicBezTo>
                    <a:pt x="8" y="12"/>
                    <a:pt x="0" y="29"/>
                    <a:pt x="2" y="42"/>
                  </a:cubicBezTo>
                  <a:cubicBezTo>
                    <a:pt x="10" y="30"/>
                    <a:pt x="25" y="1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9" name="Freeform 190">
              <a:extLst>
                <a:ext uri="{FF2B5EF4-FFF2-40B4-BE49-F238E27FC236}">
                  <a16:creationId xmlns:a16="http://schemas.microsoft.com/office/drawing/2014/main" id="{BC9038CD-75EC-4AA1-BE6E-F89118C0A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505"/>
              <a:ext cx="50" cy="199"/>
            </a:xfrm>
            <a:custGeom>
              <a:avLst/>
              <a:gdLst>
                <a:gd name="T0" fmla="*/ 72 w 23"/>
                <a:gd name="T1" fmla="*/ 73 h 87"/>
                <a:gd name="T2" fmla="*/ 80 w 23"/>
                <a:gd name="T3" fmla="*/ 1041 h 87"/>
                <a:gd name="T4" fmla="*/ 174 w 23"/>
                <a:gd name="T5" fmla="*/ 334 h 87"/>
                <a:gd name="T6" fmla="*/ 217 w 23"/>
                <a:gd name="T7" fmla="*/ 167 h 87"/>
                <a:gd name="T8" fmla="*/ 124 w 23"/>
                <a:gd name="T9" fmla="*/ 37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7">
                  <a:moveTo>
                    <a:pt x="7" y="6"/>
                  </a:moveTo>
                  <a:cubicBezTo>
                    <a:pt x="3" y="33"/>
                    <a:pt x="0" y="60"/>
                    <a:pt x="8" y="87"/>
                  </a:cubicBezTo>
                  <a:cubicBezTo>
                    <a:pt x="7" y="64"/>
                    <a:pt x="9" y="49"/>
                    <a:pt x="17" y="28"/>
                  </a:cubicBezTo>
                  <a:cubicBezTo>
                    <a:pt x="19" y="22"/>
                    <a:pt x="23" y="23"/>
                    <a:pt x="21" y="14"/>
                  </a:cubicBezTo>
                  <a:cubicBezTo>
                    <a:pt x="21" y="9"/>
                    <a:pt x="18" y="0"/>
                    <a:pt x="12" y="3"/>
                  </a:cubicBezTo>
                </a:path>
              </a:pathLst>
            </a:custGeom>
            <a:solidFill>
              <a:srgbClr val="FEF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0" name="Freeform 191">
              <a:extLst>
                <a:ext uri="{FF2B5EF4-FFF2-40B4-BE49-F238E27FC236}">
                  <a16:creationId xmlns:a16="http://schemas.microsoft.com/office/drawing/2014/main" id="{1DF3676D-2E47-4ED1-A9BA-07D4C6489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532"/>
              <a:ext cx="24" cy="41"/>
            </a:xfrm>
            <a:custGeom>
              <a:avLst/>
              <a:gdLst>
                <a:gd name="T0" fmla="*/ 20 w 11"/>
                <a:gd name="T1" fmla="*/ 0 h 18"/>
                <a:gd name="T2" fmla="*/ 52 w 11"/>
                <a:gd name="T3" fmla="*/ 212 h 18"/>
                <a:gd name="T4" fmla="*/ 72 w 11"/>
                <a:gd name="T5" fmla="*/ 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2" y="0"/>
                  </a:moveTo>
                  <a:cubicBezTo>
                    <a:pt x="0" y="6"/>
                    <a:pt x="0" y="14"/>
                    <a:pt x="5" y="18"/>
                  </a:cubicBezTo>
                  <a:cubicBezTo>
                    <a:pt x="10" y="16"/>
                    <a:pt x="11" y="8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1" name="Freeform 192">
              <a:extLst>
                <a:ext uri="{FF2B5EF4-FFF2-40B4-BE49-F238E27FC236}">
                  <a16:creationId xmlns:a16="http://schemas.microsoft.com/office/drawing/2014/main" id="{3DAB4F17-C921-41D1-8327-B0C5D7115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573"/>
              <a:ext cx="103" cy="167"/>
            </a:xfrm>
            <a:custGeom>
              <a:avLst/>
              <a:gdLst>
                <a:gd name="T0" fmla="*/ 28 w 48"/>
                <a:gd name="T1" fmla="*/ 85 h 73"/>
                <a:gd name="T2" fmla="*/ 189 w 48"/>
                <a:gd name="T3" fmla="*/ 764 h 73"/>
                <a:gd name="T4" fmla="*/ 326 w 48"/>
                <a:gd name="T5" fmla="*/ 288 h 73"/>
                <a:gd name="T6" fmla="*/ 474 w 48"/>
                <a:gd name="T7" fmla="*/ 0 h 73"/>
                <a:gd name="T8" fmla="*/ 112 w 48"/>
                <a:gd name="T9" fmla="*/ 41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3">
                  <a:moveTo>
                    <a:pt x="3" y="7"/>
                  </a:moveTo>
                  <a:cubicBezTo>
                    <a:pt x="6" y="18"/>
                    <a:pt x="0" y="73"/>
                    <a:pt x="19" y="64"/>
                  </a:cubicBezTo>
                  <a:cubicBezTo>
                    <a:pt x="25" y="61"/>
                    <a:pt x="30" y="31"/>
                    <a:pt x="33" y="24"/>
                  </a:cubicBezTo>
                  <a:cubicBezTo>
                    <a:pt x="38" y="16"/>
                    <a:pt x="45" y="9"/>
                    <a:pt x="48" y="0"/>
                  </a:cubicBezTo>
                  <a:cubicBezTo>
                    <a:pt x="39" y="8"/>
                    <a:pt x="26" y="41"/>
                    <a:pt x="11" y="35"/>
                  </a:cubicBezTo>
                </a:path>
              </a:pathLst>
            </a:custGeom>
            <a:solidFill>
              <a:srgbClr val="ED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2" name="Freeform 193">
              <a:extLst>
                <a:ext uri="{FF2B5EF4-FFF2-40B4-BE49-F238E27FC236}">
                  <a16:creationId xmlns:a16="http://schemas.microsoft.com/office/drawing/2014/main" id="{6C057774-3754-4B91-A6A7-2B528E038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263"/>
              <a:ext cx="77" cy="214"/>
            </a:xfrm>
            <a:custGeom>
              <a:avLst/>
              <a:gdLst>
                <a:gd name="T0" fmla="*/ 0 w 36"/>
                <a:gd name="T1" fmla="*/ 451 h 94"/>
                <a:gd name="T2" fmla="*/ 353 w 36"/>
                <a:gd name="T3" fmla="*/ 0 h 94"/>
                <a:gd name="T4" fmla="*/ 77 w 36"/>
                <a:gd name="T5" fmla="*/ 555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4">
                  <a:moveTo>
                    <a:pt x="0" y="38"/>
                  </a:moveTo>
                  <a:cubicBezTo>
                    <a:pt x="17" y="94"/>
                    <a:pt x="34" y="23"/>
                    <a:pt x="36" y="0"/>
                  </a:cubicBezTo>
                  <a:cubicBezTo>
                    <a:pt x="28" y="11"/>
                    <a:pt x="27" y="50"/>
                    <a:pt x="8" y="47"/>
                  </a:cubicBezTo>
                </a:path>
              </a:pathLst>
            </a:custGeom>
            <a:solidFill>
              <a:srgbClr val="ED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3" name="Freeform 194">
              <a:extLst>
                <a:ext uri="{FF2B5EF4-FFF2-40B4-BE49-F238E27FC236}">
                  <a16:creationId xmlns:a16="http://schemas.microsoft.com/office/drawing/2014/main" id="{82DFA86A-E35C-4FF5-9168-C5E799904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966"/>
              <a:ext cx="54" cy="99"/>
            </a:xfrm>
            <a:custGeom>
              <a:avLst/>
              <a:gdLst>
                <a:gd name="T0" fmla="*/ 0 w 25"/>
                <a:gd name="T1" fmla="*/ 48 h 43"/>
                <a:gd name="T2" fmla="*/ 112 w 25"/>
                <a:gd name="T3" fmla="*/ 525 h 43"/>
                <a:gd name="T4" fmla="*/ 253 w 25"/>
                <a:gd name="T5" fmla="*/ 0 h 43"/>
                <a:gd name="T6" fmla="*/ 52 w 25"/>
                <a:gd name="T7" fmla="*/ 196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3">
                  <a:moveTo>
                    <a:pt x="0" y="4"/>
                  </a:moveTo>
                  <a:cubicBezTo>
                    <a:pt x="4" y="16"/>
                    <a:pt x="1" y="35"/>
                    <a:pt x="11" y="43"/>
                  </a:cubicBezTo>
                  <a:cubicBezTo>
                    <a:pt x="21" y="32"/>
                    <a:pt x="24" y="14"/>
                    <a:pt x="25" y="0"/>
                  </a:cubicBezTo>
                  <a:cubicBezTo>
                    <a:pt x="23" y="6"/>
                    <a:pt x="12" y="31"/>
                    <a:pt x="5" y="16"/>
                  </a:cubicBezTo>
                </a:path>
              </a:pathLst>
            </a:custGeom>
            <a:solidFill>
              <a:srgbClr val="ED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4" name="Freeform 195">
              <a:extLst>
                <a:ext uri="{FF2B5EF4-FFF2-40B4-BE49-F238E27FC236}">
                  <a16:creationId xmlns:a16="http://schemas.microsoft.com/office/drawing/2014/main" id="{D5025E86-5380-45C9-B088-ABBE9B6C7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469"/>
              <a:ext cx="60" cy="183"/>
            </a:xfrm>
            <a:custGeom>
              <a:avLst/>
              <a:gdLst>
                <a:gd name="T0" fmla="*/ 0 w 28"/>
                <a:gd name="T1" fmla="*/ 679 h 80"/>
                <a:gd name="T2" fmla="*/ 180 w 28"/>
                <a:gd name="T3" fmla="*/ 958 h 80"/>
                <a:gd name="T4" fmla="*/ 197 w 28"/>
                <a:gd name="T5" fmla="*/ 382 h 80"/>
                <a:gd name="T6" fmla="*/ 197 w 28"/>
                <a:gd name="T7" fmla="*/ 0 h 80"/>
                <a:gd name="T8" fmla="*/ 129 w 28"/>
                <a:gd name="T9" fmla="*/ 67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0">
                  <a:moveTo>
                    <a:pt x="0" y="57"/>
                  </a:moveTo>
                  <a:cubicBezTo>
                    <a:pt x="5" y="65"/>
                    <a:pt x="10" y="76"/>
                    <a:pt x="18" y="80"/>
                  </a:cubicBezTo>
                  <a:cubicBezTo>
                    <a:pt x="28" y="66"/>
                    <a:pt x="21" y="47"/>
                    <a:pt x="20" y="32"/>
                  </a:cubicBezTo>
                  <a:cubicBezTo>
                    <a:pt x="20" y="22"/>
                    <a:pt x="23" y="9"/>
                    <a:pt x="20" y="0"/>
                  </a:cubicBezTo>
                  <a:cubicBezTo>
                    <a:pt x="11" y="18"/>
                    <a:pt x="16" y="38"/>
                    <a:pt x="13" y="57"/>
                  </a:cubicBezTo>
                </a:path>
              </a:pathLst>
            </a:custGeom>
            <a:solidFill>
              <a:srgbClr val="ED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5" name="Freeform 196">
              <a:extLst>
                <a:ext uri="{FF2B5EF4-FFF2-40B4-BE49-F238E27FC236}">
                  <a16:creationId xmlns:a16="http://schemas.microsoft.com/office/drawing/2014/main" id="{33D5298C-0B60-4E45-826A-E8DCC985E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752"/>
              <a:ext cx="36" cy="194"/>
            </a:xfrm>
            <a:custGeom>
              <a:avLst/>
              <a:gdLst>
                <a:gd name="T0" fmla="*/ 0 w 17"/>
                <a:gd name="T1" fmla="*/ 0 h 85"/>
                <a:gd name="T2" fmla="*/ 144 w 17"/>
                <a:gd name="T3" fmla="*/ 557 h 85"/>
                <a:gd name="T4" fmla="*/ 0 w 17"/>
                <a:gd name="T5" fmla="*/ 1011 h 85"/>
                <a:gd name="T6" fmla="*/ 0 w 17"/>
                <a:gd name="T7" fmla="*/ 178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85">
                  <a:moveTo>
                    <a:pt x="0" y="0"/>
                  </a:moveTo>
                  <a:cubicBezTo>
                    <a:pt x="2" y="16"/>
                    <a:pt x="13" y="31"/>
                    <a:pt x="15" y="47"/>
                  </a:cubicBezTo>
                  <a:cubicBezTo>
                    <a:pt x="17" y="64"/>
                    <a:pt x="5" y="70"/>
                    <a:pt x="0" y="85"/>
                  </a:cubicBezTo>
                  <a:cubicBezTo>
                    <a:pt x="11" y="68"/>
                    <a:pt x="3" y="33"/>
                    <a:pt x="0" y="15"/>
                  </a:cubicBezTo>
                </a:path>
              </a:pathLst>
            </a:custGeom>
            <a:solidFill>
              <a:srgbClr val="ED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6" name="Freeform 197">
              <a:extLst>
                <a:ext uri="{FF2B5EF4-FFF2-40B4-BE49-F238E27FC236}">
                  <a16:creationId xmlns:a16="http://schemas.microsoft.com/office/drawing/2014/main" id="{919ADDAA-4AA9-41FE-9C22-455BEF1FE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3396"/>
              <a:ext cx="43" cy="185"/>
            </a:xfrm>
            <a:custGeom>
              <a:avLst/>
              <a:gdLst>
                <a:gd name="T0" fmla="*/ 88 w 20"/>
                <a:gd name="T1" fmla="*/ 0 h 81"/>
                <a:gd name="T2" fmla="*/ 189 w 20"/>
                <a:gd name="T3" fmla="*/ 966 h 81"/>
                <a:gd name="T4" fmla="*/ 19 w 20"/>
                <a:gd name="T5" fmla="*/ 85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1">
                  <a:moveTo>
                    <a:pt x="9" y="0"/>
                  </a:moveTo>
                  <a:cubicBezTo>
                    <a:pt x="17" y="26"/>
                    <a:pt x="20" y="54"/>
                    <a:pt x="19" y="81"/>
                  </a:cubicBezTo>
                  <a:cubicBezTo>
                    <a:pt x="17" y="56"/>
                    <a:pt x="0" y="33"/>
                    <a:pt x="2" y="7"/>
                  </a:cubicBezTo>
                </a:path>
              </a:pathLst>
            </a:custGeom>
            <a:solidFill>
              <a:srgbClr val="ED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7" name="Freeform 198">
              <a:extLst>
                <a:ext uri="{FF2B5EF4-FFF2-40B4-BE49-F238E27FC236}">
                  <a16:creationId xmlns:a16="http://schemas.microsoft.com/office/drawing/2014/main" id="{80A43B41-0DB5-405C-91B4-8DFC06F9C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187"/>
              <a:ext cx="60" cy="158"/>
            </a:xfrm>
            <a:custGeom>
              <a:avLst/>
              <a:gdLst>
                <a:gd name="T0" fmla="*/ 0 w 28"/>
                <a:gd name="T1" fmla="*/ 634 h 69"/>
                <a:gd name="T2" fmla="*/ 60 w 28"/>
                <a:gd name="T3" fmla="*/ 0 h 69"/>
                <a:gd name="T4" fmla="*/ 249 w 28"/>
                <a:gd name="T5" fmla="*/ 829 h 69"/>
                <a:gd name="T6" fmla="*/ 88 w 28"/>
                <a:gd name="T7" fmla="*/ 41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9">
                  <a:moveTo>
                    <a:pt x="0" y="53"/>
                  </a:moveTo>
                  <a:cubicBezTo>
                    <a:pt x="5" y="37"/>
                    <a:pt x="5" y="17"/>
                    <a:pt x="6" y="0"/>
                  </a:cubicBezTo>
                  <a:cubicBezTo>
                    <a:pt x="12" y="20"/>
                    <a:pt x="28" y="48"/>
                    <a:pt x="25" y="69"/>
                  </a:cubicBezTo>
                  <a:cubicBezTo>
                    <a:pt x="21" y="60"/>
                    <a:pt x="20" y="36"/>
                    <a:pt x="9" y="34"/>
                  </a:cubicBezTo>
                </a:path>
              </a:pathLst>
            </a:custGeom>
            <a:solidFill>
              <a:srgbClr val="ED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8" name="Freeform 199">
              <a:extLst>
                <a:ext uri="{FF2B5EF4-FFF2-40B4-BE49-F238E27FC236}">
                  <a16:creationId xmlns:a16="http://schemas.microsoft.com/office/drawing/2014/main" id="{600B741E-6B3B-4E9E-8081-009843FE6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290"/>
              <a:ext cx="78" cy="123"/>
            </a:xfrm>
            <a:custGeom>
              <a:avLst/>
              <a:gdLst>
                <a:gd name="T0" fmla="*/ 0 w 36"/>
                <a:gd name="T1" fmla="*/ 48 h 54"/>
                <a:gd name="T2" fmla="*/ 165 w 36"/>
                <a:gd name="T3" fmla="*/ 638 h 54"/>
                <a:gd name="T4" fmla="*/ 366 w 36"/>
                <a:gd name="T5" fmla="*/ 0 h 54"/>
                <a:gd name="T6" fmla="*/ 93 w 36"/>
                <a:gd name="T7" fmla="*/ 187 h 54"/>
                <a:gd name="T8" fmla="*/ 72 w 36"/>
                <a:gd name="T9" fmla="*/ 8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4">
                  <a:moveTo>
                    <a:pt x="0" y="4"/>
                  </a:moveTo>
                  <a:cubicBezTo>
                    <a:pt x="5" y="18"/>
                    <a:pt x="5" y="44"/>
                    <a:pt x="16" y="54"/>
                  </a:cubicBezTo>
                  <a:cubicBezTo>
                    <a:pt x="26" y="37"/>
                    <a:pt x="23" y="16"/>
                    <a:pt x="36" y="0"/>
                  </a:cubicBezTo>
                  <a:cubicBezTo>
                    <a:pt x="29" y="8"/>
                    <a:pt x="19" y="16"/>
                    <a:pt x="9" y="16"/>
                  </a:cubicBezTo>
                  <a:cubicBezTo>
                    <a:pt x="7" y="13"/>
                    <a:pt x="6" y="10"/>
                    <a:pt x="7" y="7"/>
                  </a:cubicBezTo>
                </a:path>
              </a:pathLst>
            </a:custGeom>
            <a:solidFill>
              <a:srgbClr val="ED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9" name="Freeform 200">
              <a:extLst>
                <a:ext uri="{FF2B5EF4-FFF2-40B4-BE49-F238E27FC236}">
                  <a16:creationId xmlns:a16="http://schemas.microsoft.com/office/drawing/2014/main" id="{B261C5DF-AC44-4B34-8F13-AA99ACEE8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632"/>
              <a:ext cx="64" cy="208"/>
            </a:xfrm>
            <a:custGeom>
              <a:avLst/>
              <a:gdLst>
                <a:gd name="T0" fmla="*/ 0 w 30"/>
                <a:gd name="T1" fmla="*/ 121 h 91"/>
                <a:gd name="T2" fmla="*/ 196 w 30"/>
                <a:gd name="T3" fmla="*/ 1077 h 91"/>
                <a:gd name="T4" fmla="*/ 224 w 30"/>
                <a:gd name="T5" fmla="*/ 1086 h 91"/>
                <a:gd name="T6" fmla="*/ 205 w 30"/>
                <a:gd name="T7" fmla="*/ 574 h 91"/>
                <a:gd name="T8" fmla="*/ 250 w 30"/>
                <a:gd name="T9" fmla="*/ 0 h 91"/>
                <a:gd name="T10" fmla="*/ 117 w 30"/>
                <a:gd name="T11" fmla="*/ 309 h 91"/>
                <a:gd name="T12" fmla="*/ 68 w 30"/>
                <a:gd name="T13" fmla="*/ 194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91">
                  <a:moveTo>
                    <a:pt x="0" y="10"/>
                  </a:moveTo>
                  <a:cubicBezTo>
                    <a:pt x="7" y="36"/>
                    <a:pt x="9" y="67"/>
                    <a:pt x="20" y="90"/>
                  </a:cubicBezTo>
                  <a:cubicBezTo>
                    <a:pt x="21" y="91"/>
                    <a:pt x="22" y="91"/>
                    <a:pt x="23" y="91"/>
                  </a:cubicBezTo>
                  <a:cubicBezTo>
                    <a:pt x="28" y="78"/>
                    <a:pt x="21" y="62"/>
                    <a:pt x="21" y="48"/>
                  </a:cubicBezTo>
                  <a:cubicBezTo>
                    <a:pt x="20" y="33"/>
                    <a:pt x="30" y="13"/>
                    <a:pt x="26" y="0"/>
                  </a:cubicBezTo>
                  <a:cubicBezTo>
                    <a:pt x="19" y="7"/>
                    <a:pt x="22" y="23"/>
                    <a:pt x="12" y="26"/>
                  </a:cubicBezTo>
                  <a:cubicBezTo>
                    <a:pt x="10" y="23"/>
                    <a:pt x="8" y="20"/>
                    <a:pt x="7" y="16"/>
                  </a:cubicBezTo>
                </a:path>
              </a:pathLst>
            </a:custGeom>
            <a:solidFill>
              <a:srgbClr val="ED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0" name="Freeform 201">
              <a:extLst>
                <a:ext uri="{FF2B5EF4-FFF2-40B4-BE49-F238E27FC236}">
                  <a16:creationId xmlns:a16="http://schemas.microsoft.com/office/drawing/2014/main" id="{7FFC0A23-E2CE-4E78-AF02-E67D77290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931"/>
              <a:ext cx="32" cy="270"/>
            </a:xfrm>
            <a:custGeom>
              <a:avLst/>
              <a:gdLst>
                <a:gd name="T0" fmla="*/ 9 w 15"/>
                <a:gd name="T1" fmla="*/ 297 h 118"/>
                <a:gd name="T2" fmla="*/ 60 w 15"/>
                <a:gd name="T3" fmla="*/ 1414 h 118"/>
                <a:gd name="T4" fmla="*/ 96 w 15"/>
                <a:gd name="T5" fmla="*/ 634 h 118"/>
                <a:gd name="T6" fmla="*/ 68 w 15"/>
                <a:gd name="T7" fmla="*/ 0 h 118"/>
                <a:gd name="T8" fmla="*/ 28 w 15"/>
                <a:gd name="T9" fmla="*/ 252 h 118"/>
                <a:gd name="T10" fmla="*/ 0 w 15"/>
                <a:gd name="T11" fmla="*/ 224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18">
                  <a:moveTo>
                    <a:pt x="1" y="25"/>
                  </a:moveTo>
                  <a:cubicBezTo>
                    <a:pt x="9" y="54"/>
                    <a:pt x="4" y="88"/>
                    <a:pt x="6" y="118"/>
                  </a:cubicBezTo>
                  <a:cubicBezTo>
                    <a:pt x="15" y="99"/>
                    <a:pt x="8" y="74"/>
                    <a:pt x="10" y="53"/>
                  </a:cubicBezTo>
                  <a:cubicBezTo>
                    <a:pt x="13" y="35"/>
                    <a:pt x="10" y="18"/>
                    <a:pt x="7" y="0"/>
                  </a:cubicBezTo>
                  <a:cubicBezTo>
                    <a:pt x="6" y="7"/>
                    <a:pt x="7" y="15"/>
                    <a:pt x="3" y="21"/>
                  </a:cubicBezTo>
                  <a:cubicBezTo>
                    <a:pt x="0" y="22"/>
                    <a:pt x="1" y="20"/>
                    <a:pt x="0" y="19"/>
                  </a:cubicBezTo>
                </a:path>
              </a:pathLst>
            </a:custGeom>
            <a:solidFill>
              <a:srgbClr val="ED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1" name="Freeform 202">
              <a:extLst>
                <a:ext uri="{FF2B5EF4-FFF2-40B4-BE49-F238E27FC236}">
                  <a16:creationId xmlns:a16="http://schemas.microsoft.com/office/drawing/2014/main" id="{03533D18-14F1-4E6D-B8A0-7CDC58718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314"/>
              <a:ext cx="56" cy="235"/>
            </a:xfrm>
            <a:custGeom>
              <a:avLst/>
              <a:gdLst>
                <a:gd name="T0" fmla="*/ 0 w 26"/>
                <a:gd name="T1" fmla="*/ 155 h 103"/>
                <a:gd name="T2" fmla="*/ 80 w 26"/>
                <a:gd name="T3" fmla="*/ 723 h 103"/>
                <a:gd name="T4" fmla="*/ 190 w 26"/>
                <a:gd name="T5" fmla="*/ 1223 h 103"/>
                <a:gd name="T6" fmla="*/ 200 w 26"/>
                <a:gd name="T7" fmla="*/ 557 h 103"/>
                <a:gd name="T8" fmla="*/ 157 w 26"/>
                <a:gd name="T9" fmla="*/ 0 h 103"/>
                <a:gd name="T10" fmla="*/ 88 w 26"/>
                <a:gd name="T11" fmla="*/ 322 h 103"/>
                <a:gd name="T12" fmla="*/ 69 w 26"/>
                <a:gd name="T13" fmla="*/ 251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03">
                  <a:moveTo>
                    <a:pt x="0" y="13"/>
                  </a:moveTo>
                  <a:cubicBezTo>
                    <a:pt x="4" y="28"/>
                    <a:pt x="5" y="45"/>
                    <a:pt x="8" y="61"/>
                  </a:cubicBezTo>
                  <a:cubicBezTo>
                    <a:pt x="11" y="75"/>
                    <a:pt x="18" y="89"/>
                    <a:pt x="19" y="103"/>
                  </a:cubicBezTo>
                  <a:cubicBezTo>
                    <a:pt x="26" y="91"/>
                    <a:pt x="21" y="63"/>
                    <a:pt x="20" y="47"/>
                  </a:cubicBezTo>
                  <a:cubicBezTo>
                    <a:pt x="18" y="32"/>
                    <a:pt x="20" y="14"/>
                    <a:pt x="16" y="0"/>
                  </a:cubicBezTo>
                  <a:cubicBezTo>
                    <a:pt x="17" y="9"/>
                    <a:pt x="15" y="20"/>
                    <a:pt x="9" y="27"/>
                  </a:cubicBezTo>
                  <a:cubicBezTo>
                    <a:pt x="8" y="25"/>
                    <a:pt x="8" y="24"/>
                    <a:pt x="7" y="21"/>
                  </a:cubicBezTo>
                </a:path>
              </a:pathLst>
            </a:custGeom>
            <a:solidFill>
              <a:srgbClr val="ED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2" name="Freeform 203">
              <a:extLst>
                <a:ext uri="{FF2B5EF4-FFF2-40B4-BE49-F238E27FC236}">
                  <a16:creationId xmlns:a16="http://schemas.microsoft.com/office/drawing/2014/main" id="{7795B8A5-D537-4F48-AE12-DBAC7DDFD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574"/>
              <a:ext cx="51" cy="142"/>
            </a:xfrm>
            <a:custGeom>
              <a:avLst/>
              <a:gdLst>
                <a:gd name="T0" fmla="*/ 0 w 24"/>
                <a:gd name="T1" fmla="*/ 337 h 62"/>
                <a:gd name="T2" fmla="*/ 221 w 24"/>
                <a:gd name="T3" fmla="*/ 744 h 62"/>
                <a:gd name="T4" fmla="*/ 136 w 24"/>
                <a:gd name="T5" fmla="*/ 0 h 62"/>
                <a:gd name="T6" fmla="*/ 96 w 24"/>
                <a:gd name="T7" fmla="*/ 30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2">
                  <a:moveTo>
                    <a:pt x="0" y="28"/>
                  </a:moveTo>
                  <a:cubicBezTo>
                    <a:pt x="14" y="36"/>
                    <a:pt x="19" y="48"/>
                    <a:pt x="23" y="62"/>
                  </a:cubicBezTo>
                  <a:cubicBezTo>
                    <a:pt x="24" y="44"/>
                    <a:pt x="20" y="17"/>
                    <a:pt x="14" y="0"/>
                  </a:cubicBezTo>
                  <a:cubicBezTo>
                    <a:pt x="15" y="8"/>
                    <a:pt x="18" y="20"/>
                    <a:pt x="10" y="25"/>
                  </a:cubicBezTo>
                </a:path>
              </a:pathLst>
            </a:custGeom>
            <a:solidFill>
              <a:srgbClr val="ED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3" name="Freeform 204">
              <a:extLst>
                <a:ext uri="{FF2B5EF4-FFF2-40B4-BE49-F238E27FC236}">
                  <a16:creationId xmlns:a16="http://schemas.microsoft.com/office/drawing/2014/main" id="{1C6A5280-F748-4BD9-83F2-B35FE554B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329"/>
              <a:ext cx="248" cy="176"/>
            </a:xfrm>
            <a:custGeom>
              <a:avLst/>
              <a:gdLst>
                <a:gd name="T0" fmla="*/ 205 w 116"/>
                <a:gd name="T1" fmla="*/ 261 h 77"/>
                <a:gd name="T2" fmla="*/ 28 w 116"/>
                <a:gd name="T3" fmla="*/ 679 h 77"/>
                <a:gd name="T4" fmla="*/ 214 w 116"/>
                <a:gd name="T5" fmla="*/ 846 h 77"/>
                <a:gd name="T6" fmla="*/ 755 w 116"/>
                <a:gd name="T7" fmla="*/ 846 h 77"/>
                <a:gd name="T8" fmla="*/ 1133 w 116"/>
                <a:gd name="T9" fmla="*/ 743 h 77"/>
                <a:gd name="T10" fmla="*/ 498 w 116"/>
                <a:gd name="T11" fmla="*/ 597 h 77"/>
                <a:gd name="T12" fmla="*/ 284 w 116"/>
                <a:gd name="T13" fmla="*/ 370 h 77"/>
                <a:gd name="T14" fmla="*/ 353 w 116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77">
                  <a:moveTo>
                    <a:pt x="21" y="22"/>
                  </a:moveTo>
                  <a:cubicBezTo>
                    <a:pt x="9" y="29"/>
                    <a:pt x="6" y="45"/>
                    <a:pt x="3" y="57"/>
                  </a:cubicBezTo>
                  <a:cubicBezTo>
                    <a:pt x="0" y="76"/>
                    <a:pt x="5" y="77"/>
                    <a:pt x="22" y="71"/>
                  </a:cubicBezTo>
                  <a:cubicBezTo>
                    <a:pt x="41" y="65"/>
                    <a:pt x="57" y="70"/>
                    <a:pt x="77" y="71"/>
                  </a:cubicBezTo>
                  <a:cubicBezTo>
                    <a:pt x="88" y="72"/>
                    <a:pt x="112" y="75"/>
                    <a:pt x="116" y="62"/>
                  </a:cubicBezTo>
                  <a:cubicBezTo>
                    <a:pt x="92" y="71"/>
                    <a:pt x="73" y="65"/>
                    <a:pt x="51" y="50"/>
                  </a:cubicBezTo>
                  <a:cubicBezTo>
                    <a:pt x="44" y="46"/>
                    <a:pt x="32" y="39"/>
                    <a:pt x="29" y="31"/>
                  </a:cubicBezTo>
                  <a:cubicBezTo>
                    <a:pt x="26" y="21"/>
                    <a:pt x="36" y="10"/>
                    <a:pt x="36" y="0"/>
                  </a:cubicBezTo>
                </a:path>
              </a:pathLst>
            </a:custGeom>
            <a:solidFill>
              <a:srgbClr val="EF9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4" name="Freeform 205">
              <a:extLst>
                <a:ext uri="{FF2B5EF4-FFF2-40B4-BE49-F238E27FC236}">
                  <a16:creationId xmlns:a16="http://schemas.microsoft.com/office/drawing/2014/main" id="{FF91AE7E-072E-4E76-962A-D7FA350EC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970"/>
              <a:ext cx="176" cy="117"/>
            </a:xfrm>
            <a:custGeom>
              <a:avLst/>
              <a:gdLst>
                <a:gd name="T0" fmla="*/ 52 w 82"/>
                <a:gd name="T1" fmla="*/ 0 h 51"/>
                <a:gd name="T2" fmla="*/ 77 w 82"/>
                <a:gd name="T3" fmla="*/ 374 h 51"/>
                <a:gd name="T4" fmla="*/ 157 w 82"/>
                <a:gd name="T5" fmla="*/ 374 h 51"/>
                <a:gd name="T6" fmla="*/ 294 w 82"/>
                <a:gd name="T7" fmla="*/ 436 h 51"/>
                <a:gd name="T8" fmla="*/ 811 w 82"/>
                <a:gd name="T9" fmla="*/ 422 h 51"/>
                <a:gd name="T10" fmla="*/ 217 w 82"/>
                <a:gd name="T11" fmla="*/ 122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51">
                  <a:moveTo>
                    <a:pt x="5" y="0"/>
                  </a:moveTo>
                  <a:cubicBezTo>
                    <a:pt x="5" y="9"/>
                    <a:pt x="0" y="26"/>
                    <a:pt x="8" y="31"/>
                  </a:cubicBezTo>
                  <a:cubicBezTo>
                    <a:pt x="11" y="31"/>
                    <a:pt x="13" y="31"/>
                    <a:pt x="16" y="31"/>
                  </a:cubicBezTo>
                  <a:cubicBezTo>
                    <a:pt x="22" y="32"/>
                    <a:pt x="25" y="33"/>
                    <a:pt x="30" y="36"/>
                  </a:cubicBezTo>
                  <a:cubicBezTo>
                    <a:pt x="48" y="46"/>
                    <a:pt x="64" y="51"/>
                    <a:pt x="82" y="35"/>
                  </a:cubicBezTo>
                  <a:cubicBezTo>
                    <a:pt x="58" y="44"/>
                    <a:pt x="39" y="25"/>
                    <a:pt x="22" y="10"/>
                  </a:cubicBezTo>
                </a:path>
              </a:pathLst>
            </a:custGeom>
            <a:solidFill>
              <a:srgbClr val="EF9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5" name="Freeform 206">
              <a:extLst>
                <a:ext uri="{FF2B5EF4-FFF2-40B4-BE49-F238E27FC236}">
                  <a16:creationId xmlns:a16="http://schemas.microsoft.com/office/drawing/2014/main" id="{33D34206-5FF1-479E-8F8D-30298A268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074"/>
              <a:ext cx="227" cy="146"/>
            </a:xfrm>
            <a:custGeom>
              <a:avLst/>
              <a:gdLst>
                <a:gd name="T0" fmla="*/ 767 w 106"/>
                <a:gd name="T1" fmla="*/ 0 h 64"/>
                <a:gd name="T2" fmla="*/ 0 w 106"/>
                <a:gd name="T3" fmla="*/ 735 h 64"/>
                <a:gd name="T4" fmla="*/ 518 w 106"/>
                <a:gd name="T5" fmla="*/ 593 h 64"/>
                <a:gd name="T6" fmla="*/ 1041 w 106"/>
                <a:gd name="T7" fmla="*/ 520 h 64"/>
                <a:gd name="T8" fmla="*/ 904 w 106"/>
                <a:gd name="T9" fmla="*/ 37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64">
                  <a:moveTo>
                    <a:pt x="78" y="0"/>
                  </a:moveTo>
                  <a:cubicBezTo>
                    <a:pt x="83" y="49"/>
                    <a:pt x="15" y="30"/>
                    <a:pt x="0" y="62"/>
                  </a:cubicBezTo>
                  <a:cubicBezTo>
                    <a:pt x="18" y="64"/>
                    <a:pt x="37" y="54"/>
                    <a:pt x="53" y="50"/>
                  </a:cubicBezTo>
                  <a:cubicBezTo>
                    <a:pt x="70" y="47"/>
                    <a:pt x="91" y="51"/>
                    <a:pt x="106" y="44"/>
                  </a:cubicBezTo>
                  <a:cubicBezTo>
                    <a:pt x="79" y="53"/>
                    <a:pt x="89" y="16"/>
                    <a:pt x="92" y="3"/>
                  </a:cubicBezTo>
                </a:path>
              </a:pathLst>
            </a:custGeom>
            <a:solidFill>
              <a:srgbClr val="EF9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6" name="Freeform 207">
              <a:extLst>
                <a:ext uri="{FF2B5EF4-FFF2-40B4-BE49-F238E27FC236}">
                  <a16:creationId xmlns:a16="http://schemas.microsoft.com/office/drawing/2014/main" id="{213A7047-5345-454B-8387-734B5F7A2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800"/>
              <a:ext cx="188" cy="171"/>
            </a:xfrm>
            <a:custGeom>
              <a:avLst/>
              <a:gdLst>
                <a:gd name="T0" fmla="*/ 88 w 88"/>
                <a:gd name="T1" fmla="*/ 25 h 75"/>
                <a:gd name="T2" fmla="*/ 77 w 88"/>
                <a:gd name="T3" fmla="*/ 406 h 75"/>
                <a:gd name="T4" fmla="*/ 19 w 88"/>
                <a:gd name="T5" fmla="*/ 796 h 75"/>
                <a:gd name="T6" fmla="*/ 145 w 88"/>
                <a:gd name="T7" fmla="*/ 768 h 75"/>
                <a:gd name="T8" fmla="*/ 402 w 88"/>
                <a:gd name="T9" fmla="*/ 759 h 75"/>
                <a:gd name="T10" fmla="*/ 859 w 88"/>
                <a:gd name="T11" fmla="*/ 889 h 75"/>
                <a:gd name="T12" fmla="*/ 241 w 88"/>
                <a:gd name="T13" fmla="*/ 508 h 75"/>
                <a:gd name="T14" fmla="*/ 145 w 88"/>
                <a:gd name="T15" fmla="*/ 223 h 75"/>
                <a:gd name="T16" fmla="*/ 77 w 88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75">
                  <a:moveTo>
                    <a:pt x="9" y="2"/>
                  </a:moveTo>
                  <a:cubicBezTo>
                    <a:pt x="0" y="11"/>
                    <a:pt x="8" y="24"/>
                    <a:pt x="8" y="34"/>
                  </a:cubicBezTo>
                  <a:cubicBezTo>
                    <a:pt x="9" y="46"/>
                    <a:pt x="3" y="56"/>
                    <a:pt x="2" y="67"/>
                  </a:cubicBezTo>
                  <a:cubicBezTo>
                    <a:pt x="8" y="69"/>
                    <a:pt x="9" y="66"/>
                    <a:pt x="15" y="65"/>
                  </a:cubicBezTo>
                  <a:cubicBezTo>
                    <a:pt x="23" y="63"/>
                    <a:pt x="32" y="63"/>
                    <a:pt x="41" y="64"/>
                  </a:cubicBezTo>
                  <a:cubicBezTo>
                    <a:pt x="57" y="65"/>
                    <a:pt x="73" y="69"/>
                    <a:pt x="88" y="75"/>
                  </a:cubicBezTo>
                  <a:cubicBezTo>
                    <a:pt x="74" y="52"/>
                    <a:pt x="47" y="56"/>
                    <a:pt x="25" y="43"/>
                  </a:cubicBezTo>
                  <a:cubicBezTo>
                    <a:pt x="13" y="36"/>
                    <a:pt x="14" y="31"/>
                    <a:pt x="15" y="19"/>
                  </a:cubicBezTo>
                  <a:cubicBezTo>
                    <a:pt x="16" y="11"/>
                    <a:pt x="17" y="4"/>
                    <a:pt x="8" y="0"/>
                  </a:cubicBezTo>
                </a:path>
              </a:pathLst>
            </a:custGeom>
            <a:solidFill>
              <a:srgbClr val="EF9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7" name="Freeform 208">
              <a:extLst>
                <a:ext uri="{FF2B5EF4-FFF2-40B4-BE49-F238E27FC236}">
                  <a16:creationId xmlns:a16="http://schemas.microsoft.com/office/drawing/2014/main" id="{38A2C359-06BA-49C3-991F-C5E47BE80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401"/>
              <a:ext cx="324" cy="176"/>
            </a:xfrm>
            <a:custGeom>
              <a:avLst/>
              <a:gdLst>
                <a:gd name="T0" fmla="*/ 474 w 151"/>
                <a:gd name="T1" fmla="*/ 0 h 77"/>
                <a:gd name="T2" fmla="*/ 285 w 151"/>
                <a:gd name="T3" fmla="*/ 288 h 77"/>
                <a:gd name="T4" fmla="*/ 60 w 151"/>
                <a:gd name="T5" fmla="*/ 370 h 77"/>
                <a:gd name="T6" fmla="*/ 157 w 151"/>
                <a:gd name="T7" fmla="*/ 727 h 77"/>
                <a:gd name="T8" fmla="*/ 326 w 151"/>
                <a:gd name="T9" fmla="*/ 837 h 77"/>
                <a:gd name="T10" fmla="*/ 526 w 151"/>
                <a:gd name="T11" fmla="*/ 633 h 77"/>
                <a:gd name="T12" fmla="*/ 820 w 151"/>
                <a:gd name="T13" fmla="*/ 491 h 77"/>
                <a:gd name="T14" fmla="*/ 1129 w 151"/>
                <a:gd name="T15" fmla="*/ 464 h 77"/>
                <a:gd name="T16" fmla="*/ 1491 w 151"/>
                <a:gd name="T17" fmla="*/ 501 h 77"/>
                <a:gd name="T18" fmla="*/ 1026 w 151"/>
                <a:gd name="T19" fmla="*/ 418 h 77"/>
                <a:gd name="T20" fmla="*/ 571 w 151"/>
                <a:gd name="T21" fmla="*/ 475 h 77"/>
                <a:gd name="T22" fmla="*/ 397 w 151"/>
                <a:gd name="T23" fmla="*/ 325 h 77"/>
                <a:gd name="T24" fmla="*/ 551 w 151"/>
                <a:gd name="T25" fmla="*/ 121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1" h="77">
                  <a:moveTo>
                    <a:pt x="48" y="0"/>
                  </a:moveTo>
                  <a:cubicBezTo>
                    <a:pt x="40" y="8"/>
                    <a:pt x="39" y="18"/>
                    <a:pt x="29" y="24"/>
                  </a:cubicBezTo>
                  <a:cubicBezTo>
                    <a:pt x="23" y="28"/>
                    <a:pt x="10" y="26"/>
                    <a:pt x="6" y="31"/>
                  </a:cubicBezTo>
                  <a:cubicBezTo>
                    <a:pt x="0" y="37"/>
                    <a:pt x="13" y="56"/>
                    <a:pt x="16" y="61"/>
                  </a:cubicBezTo>
                  <a:cubicBezTo>
                    <a:pt x="22" y="72"/>
                    <a:pt x="23" y="77"/>
                    <a:pt x="33" y="70"/>
                  </a:cubicBezTo>
                  <a:cubicBezTo>
                    <a:pt x="40" y="66"/>
                    <a:pt x="45" y="58"/>
                    <a:pt x="53" y="53"/>
                  </a:cubicBezTo>
                  <a:cubicBezTo>
                    <a:pt x="63" y="48"/>
                    <a:pt x="72" y="44"/>
                    <a:pt x="83" y="41"/>
                  </a:cubicBezTo>
                  <a:cubicBezTo>
                    <a:pt x="94" y="38"/>
                    <a:pt x="103" y="39"/>
                    <a:pt x="114" y="39"/>
                  </a:cubicBezTo>
                  <a:cubicBezTo>
                    <a:pt x="125" y="40"/>
                    <a:pt x="143" y="36"/>
                    <a:pt x="151" y="42"/>
                  </a:cubicBezTo>
                  <a:cubicBezTo>
                    <a:pt x="135" y="41"/>
                    <a:pt x="120" y="35"/>
                    <a:pt x="104" y="35"/>
                  </a:cubicBezTo>
                  <a:cubicBezTo>
                    <a:pt x="89" y="35"/>
                    <a:pt x="73" y="42"/>
                    <a:pt x="58" y="40"/>
                  </a:cubicBezTo>
                  <a:cubicBezTo>
                    <a:pt x="51" y="39"/>
                    <a:pt x="40" y="35"/>
                    <a:pt x="40" y="27"/>
                  </a:cubicBezTo>
                  <a:cubicBezTo>
                    <a:pt x="40" y="18"/>
                    <a:pt x="53" y="18"/>
                    <a:pt x="56" y="10"/>
                  </a:cubicBezTo>
                </a:path>
              </a:pathLst>
            </a:custGeom>
            <a:solidFill>
              <a:srgbClr val="EF9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8" name="Freeform 209">
              <a:extLst>
                <a:ext uri="{FF2B5EF4-FFF2-40B4-BE49-F238E27FC236}">
                  <a16:creationId xmlns:a16="http://schemas.microsoft.com/office/drawing/2014/main" id="{EA7F9CA9-AF6B-4B6A-B88F-C10835EF0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465"/>
              <a:ext cx="58" cy="61"/>
            </a:xfrm>
            <a:custGeom>
              <a:avLst/>
              <a:gdLst>
                <a:gd name="T0" fmla="*/ 226 w 27"/>
                <a:gd name="T1" fmla="*/ 0 h 27"/>
                <a:gd name="T2" fmla="*/ 41 w 27"/>
                <a:gd name="T3" fmla="*/ 72 h 27"/>
                <a:gd name="T4" fmla="*/ 180 w 27"/>
                <a:gd name="T5" fmla="*/ 312 h 27"/>
                <a:gd name="T6" fmla="*/ 269 w 27"/>
                <a:gd name="T7" fmla="*/ 8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7">
                  <a:moveTo>
                    <a:pt x="23" y="0"/>
                  </a:moveTo>
                  <a:cubicBezTo>
                    <a:pt x="18" y="3"/>
                    <a:pt x="6" y="1"/>
                    <a:pt x="4" y="6"/>
                  </a:cubicBezTo>
                  <a:cubicBezTo>
                    <a:pt x="0" y="14"/>
                    <a:pt x="13" y="24"/>
                    <a:pt x="18" y="27"/>
                  </a:cubicBezTo>
                  <a:cubicBezTo>
                    <a:pt x="20" y="20"/>
                    <a:pt x="21" y="13"/>
                    <a:pt x="27" y="7"/>
                  </a:cubicBezTo>
                </a:path>
              </a:pathLst>
            </a:custGeom>
            <a:solidFill>
              <a:srgbClr val="FAD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9" name="Freeform 210">
              <a:extLst>
                <a:ext uri="{FF2B5EF4-FFF2-40B4-BE49-F238E27FC236}">
                  <a16:creationId xmlns:a16="http://schemas.microsoft.com/office/drawing/2014/main" id="{EE49A3B4-B131-4C79-8C7D-4FDD88C94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870"/>
              <a:ext cx="60" cy="78"/>
            </a:xfrm>
            <a:custGeom>
              <a:avLst/>
              <a:gdLst>
                <a:gd name="T0" fmla="*/ 19 w 28"/>
                <a:gd name="T1" fmla="*/ 0 h 34"/>
                <a:gd name="T2" fmla="*/ 19 w 28"/>
                <a:gd name="T3" fmla="*/ 301 h 34"/>
                <a:gd name="T4" fmla="*/ 276 w 28"/>
                <a:gd name="T5" fmla="*/ 301 h 34"/>
                <a:gd name="T6" fmla="*/ 88 w 28"/>
                <a:gd name="T7" fmla="*/ 264 h 34"/>
                <a:gd name="T8" fmla="*/ 109 w 28"/>
                <a:gd name="T9" fmla="*/ 7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2" y="0"/>
                  </a:moveTo>
                  <a:cubicBezTo>
                    <a:pt x="5" y="7"/>
                    <a:pt x="0" y="21"/>
                    <a:pt x="2" y="25"/>
                  </a:cubicBezTo>
                  <a:cubicBezTo>
                    <a:pt x="9" y="34"/>
                    <a:pt x="20" y="18"/>
                    <a:pt x="28" y="25"/>
                  </a:cubicBezTo>
                  <a:cubicBezTo>
                    <a:pt x="22" y="23"/>
                    <a:pt x="15" y="21"/>
                    <a:pt x="9" y="22"/>
                  </a:cubicBezTo>
                  <a:cubicBezTo>
                    <a:pt x="7" y="17"/>
                    <a:pt x="9" y="11"/>
                    <a:pt x="11" y="6"/>
                  </a:cubicBezTo>
                </a:path>
              </a:pathLst>
            </a:custGeom>
            <a:solidFill>
              <a:srgbClr val="FAD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0" name="Freeform 211">
              <a:extLst>
                <a:ext uri="{FF2B5EF4-FFF2-40B4-BE49-F238E27FC236}">
                  <a16:creationId xmlns:a16="http://schemas.microsoft.com/office/drawing/2014/main" id="{9314B2E1-167A-4EF8-AC9D-37CD599B7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416"/>
              <a:ext cx="88" cy="57"/>
            </a:xfrm>
            <a:custGeom>
              <a:avLst/>
              <a:gdLst>
                <a:gd name="T0" fmla="*/ 225 w 41"/>
                <a:gd name="T1" fmla="*/ 0 h 25"/>
                <a:gd name="T2" fmla="*/ 197 w 41"/>
                <a:gd name="T3" fmla="*/ 285 h 25"/>
                <a:gd name="T4" fmla="*/ 406 w 41"/>
                <a:gd name="T5" fmla="*/ 239 h 25"/>
                <a:gd name="T6" fmla="*/ 217 w 41"/>
                <a:gd name="T7" fmla="*/ 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5">
                  <a:moveTo>
                    <a:pt x="23" y="0"/>
                  </a:moveTo>
                  <a:cubicBezTo>
                    <a:pt x="17" y="7"/>
                    <a:pt x="0" y="23"/>
                    <a:pt x="20" y="24"/>
                  </a:cubicBezTo>
                  <a:cubicBezTo>
                    <a:pt x="30" y="25"/>
                    <a:pt x="30" y="17"/>
                    <a:pt x="41" y="20"/>
                  </a:cubicBezTo>
                  <a:cubicBezTo>
                    <a:pt x="37" y="12"/>
                    <a:pt x="25" y="15"/>
                    <a:pt x="22" y="7"/>
                  </a:cubicBezTo>
                </a:path>
              </a:pathLst>
            </a:custGeom>
            <a:solidFill>
              <a:srgbClr val="FAD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1" name="Freeform 212">
              <a:extLst>
                <a:ext uri="{FF2B5EF4-FFF2-40B4-BE49-F238E27FC236}">
                  <a16:creationId xmlns:a16="http://schemas.microsoft.com/office/drawing/2014/main" id="{A48DF042-3B63-4BB6-B3E7-E0ECC0B64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000"/>
              <a:ext cx="56" cy="41"/>
            </a:xfrm>
            <a:custGeom>
              <a:avLst/>
              <a:gdLst>
                <a:gd name="T0" fmla="*/ 101 w 26"/>
                <a:gd name="T1" fmla="*/ 0 h 18"/>
                <a:gd name="T2" fmla="*/ 129 w 26"/>
                <a:gd name="T3" fmla="*/ 2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10" y="0"/>
                  </a:moveTo>
                  <a:cubicBezTo>
                    <a:pt x="0" y="18"/>
                    <a:pt x="26" y="11"/>
                    <a:pt x="13" y="2"/>
                  </a:cubicBezTo>
                </a:path>
              </a:pathLst>
            </a:custGeom>
            <a:solidFill>
              <a:srgbClr val="FAD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2" name="Freeform 213">
              <a:extLst>
                <a:ext uri="{FF2B5EF4-FFF2-40B4-BE49-F238E27FC236}">
                  <a16:creationId xmlns:a16="http://schemas.microsoft.com/office/drawing/2014/main" id="{A4B7242C-CB7D-4E61-B81A-F67C3498D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459"/>
              <a:ext cx="23" cy="18"/>
            </a:xfrm>
            <a:custGeom>
              <a:avLst/>
              <a:gdLst>
                <a:gd name="T0" fmla="*/ 0 w 11"/>
                <a:gd name="T1" fmla="*/ 81 h 8"/>
                <a:gd name="T2" fmla="*/ 100 w 11"/>
                <a:gd name="T3" fmla="*/ 45 h 8"/>
                <a:gd name="T4" fmla="*/ 27 w 11"/>
                <a:gd name="T5" fmla="*/ 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7"/>
                  </a:moveTo>
                  <a:cubicBezTo>
                    <a:pt x="5" y="8"/>
                    <a:pt x="9" y="7"/>
                    <a:pt x="11" y="4"/>
                  </a:cubicBezTo>
                  <a:cubicBezTo>
                    <a:pt x="9" y="0"/>
                    <a:pt x="6" y="0"/>
                    <a:pt x="3" y="2"/>
                  </a:cubicBezTo>
                </a:path>
              </a:pathLst>
            </a:custGeom>
            <a:solidFill>
              <a:srgbClr val="FAD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3" name="Freeform 214">
              <a:extLst>
                <a:ext uri="{FF2B5EF4-FFF2-40B4-BE49-F238E27FC236}">
                  <a16:creationId xmlns:a16="http://schemas.microsoft.com/office/drawing/2014/main" id="{43EBDCA3-8AC6-471D-9BA9-3466339C2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131"/>
              <a:ext cx="104" cy="62"/>
            </a:xfrm>
            <a:custGeom>
              <a:avLst/>
              <a:gdLst>
                <a:gd name="T0" fmla="*/ 0 w 49"/>
                <a:gd name="T1" fmla="*/ 289 h 27"/>
                <a:gd name="T2" fmla="*/ 289 w 49"/>
                <a:gd name="T3" fmla="*/ 216 h 27"/>
                <a:gd name="T4" fmla="*/ 469 w 49"/>
                <a:gd name="T5" fmla="*/ 0 h 27"/>
                <a:gd name="T6" fmla="*/ 257 w 49"/>
                <a:gd name="T7" fmla="*/ 131 h 27"/>
                <a:gd name="T8" fmla="*/ 125 w 49"/>
                <a:gd name="T9" fmla="*/ 25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7">
                  <a:moveTo>
                    <a:pt x="0" y="24"/>
                  </a:moveTo>
                  <a:cubicBezTo>
                    <a:pt x="8" y="27"/>
                    <a:pt x="22" y="20"/>
                    <a:pt x="30" y="18"/>
                  </a:cubicBezTo>
                  <a:cubicBezTo>
                    <a:pt x="40" y="15"/>
                    <a:pt x="48" y="12"/>
                    <a:pt x="49" y="0"/>
                  </a:cubicBezTo>
                  <a:cubicBezTo>
                    <a:pt x="44" y="5"/>
                    <a:pt x="34" y="21"/>
                    <a:pt x="27" y="11"/>
                  </a:cubicBezTo>
                  <a:cubicBezTo>
                    <a:pt x="22" y="14"/>
                    <a:pt x="18" y="18"/>
                    <a:pt x="13" y="21"/>
                  </a:cubicBezTo>
                </a:path>
              </a:pathLst>
            </a:custGeom>
            <a:solidFill>
              <a:srgbClr val="FAD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4" name="Freeform 215">
              <a:extLst>
                <a:ext uri="{FF2B5EF4-FFF2-40B4-BE49-F238E27FC236}">
                  <a16:creationId xmlns:a16="http://schemas.microsoft.com/office/drawing/2014/main" id="{EED6E8F8-4EAB-46FA-AA90-02969961A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1163"/>
              <a:ext cx="53" cy="25"/>
            </a:xfrm>
            <a:custGeom>
              <a:avLst/>
              <a:gdLst>
                <a:gd name="T0" fmla="*/ 36 w 25"/>
                <a:gd name="T1" fmla="*/ 57 h 11"/>
                <a:gd name="T2" fmla="*/ 0 w 25"/>
                <a:gd name="T3" fmla="*/ 93 h 11"/>
                <a:gd name="T4" fmla="*/ 237 w 25"/>
                <a:gd name="T5" fmla="*/ 25 h 11"/>
                <a:gd name="T6" fmla="*/ 112 w 2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4" y="5"/>
                  </a:moveTo>
                  <a:cubicBezTo>
                    <a:pt x="2" y="5"/>
                    <a:pt x="1" y="6"/>
                    <a:pt x="0" y="8"/>
                  </a:cubicBezTo>
                  <a:cubicBezTo>
                    <a:pt x="9" y="11"/>
                    <a:pt x="18" y="9"/>
                    <a:pt x="25" y="2"/>
                  </a:cubicBezTo>
                  <a:cubicBezTo>
                    <a:pt x="20" y="1"/>
                    <a:pt x="16" y="1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5" name="Freeform 216">
              <a:extLst>
                <a:ext uri="{FF2B5EF4-FFF2-40B4-BE49-F238E27FC236}">
                  <a16:creationId xmlns:a16="http://schemas.microsoft.com/office/drawing/2014/main" id="{B872F803-C765-424D-B229-1FCB8C162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407"/>
              <a:ext cx="42" cy="75"/>
            </a:xfrm>
            <a:custGeom>
              <a:avLst/>
              <a:gdLst>
                <a:gd name="T0" fmla="*/ 128 w 20"/>
                <a:gd name="T1" fmla="*/ 0 h 33"/>
                <a:gd name="T2" fmla="*/ 185 w 20"/>
                <a:gd name="T3" fmla="*/ 305 h 33"/>
                <a:gd name="T4" fmla="*/ 141 w 20"/>
                <a:gd name="T5" fmla="*/ 10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3">
                  <a:moveTo>
                    <a:pt x="14" y="0"/>
                  </a:moveTo>
                  <a:cubicBezTo>
                    <a:pt x="8" y="1"/>
                    <a:pt x="0" y="33"/>
                    <a:pt x="20" y="26"/>
                  </a:cubicBezTo>
                  <a:cubicBezTo>
                    <a:pt x="12" y="25"/>
                    <a:pt x="10" y="15"/>
                    <a:pt x="1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6" name="Freeform 217">
              <a:extLst>
                <a:ext uri="{FF2B5EF4-FFF2-40B4-BE49-F238E27FC236}">
                  <a16:creationId xmlns:a16="http://schemas.microsoft.com/office/drawing/2014/main" id="{971721B1-19A4-4697-8036-4A21D5D5B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476"/>
              <a:ext cx="35" cy="53"/>
            </a:xfrm>
            <a:custGeom>
              <a:avLst/>
              <a:gdLst>
                <a:gd name="T0" fmla="*/ 0 w 16"/>
                <a:gd name="T1" fmla="*/ 28 h 23"/>
                <a:gd name="T2" fmla="*/ 105 w 16"/>
                <a:gd name="T3" fmla="*/ 281 h 23"/>
                <a:gd name="T4" fmla="*/ 85 w 16"/>
                <a:gd name="T5" fmla="*/ 111 h 23"/>
                <a:gd name="T6" fmla="*/ 133 w 16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0" y="2"/>
                  </a:moveTo>
                  <a:cubicBezTo>
                    <a:pt x="3" y="9"/>
                    <a:pt x="5" y="18"/>
                    <a:pt x="10" y="23"/>
                  </a:cubicBezTo>
                  <a:cubicBezTo>
                    <a:pt x="9" y="18"/>
                    <a:pt x="7" y="13"/>
                    <a:pt x="8" y="9"/>
                  </a:cubicBezTo>
                  <a:cubicBezTo>
                    <a:pt x="9" y="4"/>
                    <a:pt x="16" y="6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7" name="Freeform 218">
              <a:extLst>
                <a:ext uri="{FF2B5EF4-FFF2-40B4-BE49-F238E27FC236}">
                  <a16:creationId xmlns:a16="http://schemas.microsoft.com/office/drawing/2014/main" id="{D19D63AC-DB04-479E-9F98-862090234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481"/>
              <a:ext cx="257" cy="274"/>
            </a:xfrm>
            <a:custGeom>
              <a:avLst/>
              <a:gdLst>
                <a:gd name="T0" fmla="*/ 285 w 120"/>
                <a:gd name="T1" fmla="*/ 1429 h 120"/>
                <a:gd name="T2" fmla="*/ 1178 w 120"/>
                <a:gd name="T3" fmla="*/ 1429 h 120"/>
                <a:gd name="T4" fmla="*/ 1178 w 120"/>
                <a:gd name="T5" fmla="*/ 84 h 120"/>
                <a:gd name="T6" fmla="*/ 921 w 120"/>
                <a:gd name="T7" fmla="*/ 25 h 120"/>
                <a:gd name="T8" fmla="*/ 60 w 120"/>
                <a:gd name="T9" fmla="*/ 1023 h 120"/>
                <a:gd name="T10" fmla="*/ 285 w 120"/>
                <a:gd name="T11" fmla="*/ 1429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29" y="120"/>
                  </a:moveTo>
                  <a:cubicBezTo>
                    <a:pt x="120" y="120"/>
                    <a:pt x="120" y="120"/>
                    <a:pt x="120" y="120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12" y="4"/>
                    <a:pt x="103" y="3"/>
                    <a:pt x="94" y="2"/>
                  </a:cubicBezTo>
                  <a:cubicBezTo>
                    <a:pt x="39" y="0"/>
                    <a:pt x="0" y="32"/>
                    <a:pt x="6" y="86"/>
                  </a:cubicBezTo>
                  <a:cubicBezTo>
                    <a:pt x="8" y="99"/>
                    <a:pt x="17" y="111"/>
                    <a:pt x="29" y="12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8" name="Freeform 219">
              <a:extLst>
                <a:ext uri="{FF2B5EF4-FFF2-40B4-BE49-F238E27FC236}">
                  <a16:creationId xmlns:a16="http://schemas.microsoft.com/office/drawing/2014/main" id="{3CD270BE-7214-4417-A2FD-425D6E95E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494"/>
              <a:ext cx="167" cy="261"/>
            </a:xfrm>
            <a:custGeom>
              <a:avLst/>
              <a:gdLst>
                <a:gd name="T0" fmla="*/ 302 w 78"/>
                <a:gd name="T1" fmla="*/ 1369 h 114"/>
                <a:gd name="T2" fmla="*/ 334 w 78"/>
                <a:gd name="T3" fmla="*/ 1369 h 114"/>
                <a:gd name="T4" fmla="*/ 120 w 78"/>
                <a:gd name="T5" fmla="*/ 971 h 114"/>
                <a:gd name="T6" fmla="*/ 766 w 78"/>
                <a:gd name="T7" fmla="*/ 0 h 114"/>
                <a:gd name="T8" fmla="*/ 60 w 78"/>
                <a:gd name="T9" fmla="*/ 948 h 114"/>
                <a:gd name="T10" fmla="*/ 302 w 78"/>
                <a:gd name="T11" fmla="*/ 1369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14">
                  <a:moveTo>
                    <a:pt x="31" y="114"/>
                  </a:moveTo>
                  <a:cubicBezTo>
                    <a:pt x="34" y="114"/>
                    <a:pt x="34" y="114"/>
                    <a:pt x="34" y="114"/>
                  </a:cubicBezTo>
                  <a:cubicBezTo>
                    <a:pt x="22" y="105"/>
                    <a:pt x="14" y="93"/>
                    <a:pt x="12" y="81"/>
                  </a:cubicBezTo>
                  <a:cubicBezTo>
                    <a:pt x="7" y="35"/>
                    <a:pt x="36" y="5"/>
                    <a:pt x="78" y="0"/>
                  </a:cubicBezTo>
                  <a:cubicBezTo>
                    <a:pt x="32" y="2"/>
                    <a:pt x="0" y="32"/>
                    <a:pt x="6" y="79"/>
                  </a:cubicBezTo>
                  <a:cubicBezTo>
                    <a:pt x="8" y="93"/>
                    <a:pt x="17" y="105"/>
                    <a:pt x="31" y="11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9" name="Freeform 220">
              <a:extLst>
                <a:ext uri="{FF2B5EF4-FFF2-40B4-BE49-F238E27FC236}">
                  <a16:creationId xmlns:a16="http://schemas.microsoft.com/office/drawing/2014/main" id="{9F2F0D44-40FC-4B64-8546-E41223B17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3494"/>
              <a:ext cx="13" cy="1"/>
            </a:xfrm>
            <a:custGeom>
              <a:avLst/>
              <a:gdLst>
                <a:gd name="T0" fmla="*/ 0 w 6"/>
                <a:gd name="T1" fmla="*/ 0 h 1"/>
                <a:gd name="T2" fmla="*/ 0 w 6"/>
                <a:gd name="T3" fmla="*/ 0 h 1"/>
                <a:gd name="T4" fmla="*/ 0 w 6"/>
                <a:gd name="T5" fmla="*/ 0 h 1"/>
                <a:gd name="T6" fmla="*/ 0 w 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0" name="Freeform 221">
              <a:extLst>
                <a:ext uri="{FF2B5EF4-FFF2-40B4-BE49-F238E27FC236}">
                  <a16:creationId xmlns:a16="http://schemas.microsoft.com/office/drawing/2014/main" id="{9E016696-41B9-4799-8022-F69C4B1E4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3538"/>
              <a:ext cx="210" cy="212"/>
            </a:xfrm>
            <a:custGeom>
              <a:avLst/>
              <a:gdLst>
                <a:gd name="T0" fmla="*/ 964 w 98"/>
                <a:gd name="T1" fmla="*/ 832 h 93"/>
                <a:gd name="T2" fmla="*/ 964 w 98"/>
                <a:gd name="T3" fmla="*/ 239 h 93"/>
                <a:gd name="T4" fmla="*/ 602 w 98"/>
                <a:gd name="T5" fmla="*/ 25 h 93"/>
                <a:gd name="T6" fmla="*/ 120 w 98"/>
                <a:gd name="T7" fmla="*/ 711 h 93"/>
                <a:gd name="T8" fmla="*/ 964 w 98"/>
                <a:gd name="T9" fmla="*/ 83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93">
                  <a:moveTo>
                    <a:pt x="98" y="70"/>
                  </a:moveTo>
                  <a:cubicBezTo>
                    <a:pt x="98" y="20"/>
                    <a:pt x="98" y="20"/>
                    <a:pt x="98" y="20"/>
                  </a:cubicBezTo>
                  <a:cubicBezTo>
                    <a:pt x="90" y="8"/>
                    <a:pt x="76" y="0"/>
                    <a:pt x="61" y="2"/>
                  </a:cubicBezTo>
                  <a:cubicBezTo>
                    <a:pt x="13" y="8"/>
                    <a:pt x="0" y="37"/>
                    <a:pt x="12" y="60"/>
                  </a:cubicBezTo>
                  <a:cubicBezTo>
                    <a:pt x="29" y="93"/>
                    <a:pt x="79" y="92"/>
                    <a:pt x="98" y="7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1" name="Freeform 222">
              <a:extLst>
                <a:ext uri="{FF2B5EF4-FFF2-40B4-BE49-F238E27FC236}">
                  <a16:creationId xmlns:a16="http://schemas.microsoft.com/office/drawing/2014/main" id="{DEAEF419-21D6-4EA9-88CB-5EC985AEF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3547"/>
              <a:ext cx="45" cy="75"/>
            </a:xfrm>
            <a:custGeom>
              <a:avLst/>
              <a:gdLst>
                <a:gd name="T0" fmla="*/ 206 w 21"/>
                <a:gd name="T1" fmla="*/ 386 h 33"/>
                <a:gd name="T2" fmla="*/ 206 w 21"/>
                <a:gd name="T3" fmla="*/ 186 h 33"/>
                <a:gd name="T4" fmla="*/ 0 w 21"/>
                <a:gd name="T5" fmla="*/ 0 h 33"/>
                <a:gd name="T6" fmla="*/ 206 w 21"/>
                <a:gd name="T7" fmla="*/ 38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3">
                  <a:moveTo>
                    <a:pt x="21" y="33"/>
                  </a:moveTo>
                  <a:cubicBezTo>
                    <a:pt x="21" y="16"/>
                    <a:pt x="21" y="16"/>
                    <a:pt x="21" y="16"/>
                  </a:cubicBezTo>
                  <a:cubicBezTo>
                    <a:pt x="16" y="9"/>
                    <a:pt x="9" y="3"/>
                    <a:pt x="0" y="0"/>
                  </a:cubicBezTo>
                  <a:cubicBezTo>
                    <a:pt x="11" y="7"/>
                    <a:pt x="19" y="20"/>
                    <a:pt x="21" y="3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2" name="Freeform 223">
              <a:extLst>
                <a:ext uri="{FF2B5EF4-FFF2-40B4-BE49-F238E27FC236}">
                  <a16:creationId xmlns:a16="http://schemas.microsoft.com/office/drawing/2014/main" id="{D5D03CA8-E1BD-4128-985D-C9C61D52B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3650"/>
              <a:ext cx="148" cy="96"/>
            </a:xfrm>
            <a:custGeom>
              <a:avLst/>
              <a:gdLst>
                <a:gd name="T0" fmla="*/ 680 w 69"/>
                <a:gd name="T1" fmla="*/ 251 h 42"/>
                <a:gd name="T2" fmla="*/ 680 w 69"/>
                <a:gd name="T3" fmla="*/ 0 h 42"/>
                <a:gd name="T4" fmla="*/ 631 w 69"/>
                <a:gd name="T5" fmla="*/ 158 h 42"/>
                <a:gd name="T6" fmla="*/ 0 w 69"/>
                <a:gd name="T7" fmla="*/ 345 h 42"/>
                <a:gd name="T8" fmla="*/ 680 w 69"/>
                <a:gd name="T9" fmla="*/ 25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2">
                  <a:moveTo>
                    <a:pt x="69" y="21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8" y="5"/>
                    <a:pt x="66" y="9"/>
                    <a:pt x="64" y="13"/>
                  </a:cubicBezTo>
                  <a:cubicBezTo>
                    <a:pt x="52" y="31"/>
                    <a:pt x="23" y="38"/>
                    <a:pt x="0" y="29"/>
                  </a:cubicBezTo>
                  <a:cubicBezTo>
                    <a:pt x="22" y="42"/>
                    <a:pt x="54" y="38"/>
                    <a:pt x="69" y="2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3" name="Freeform 224">
              <a:extLst>
                <a:ext uri="{FF2B5EF4-FFF2-40B4-BE49-F238E27FC236}">
                  <a16:creationId xmlns:a16="http://schemas.microsoft.com/office/drawing/2014/main" id="{3EA69513-0933-4AF5-AC4B-E93868A19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3554"/>
              <a:ext cx="71" cy="87"/>
            </a:xfrm>
            <a:custGeom>
              <a:avLst/>
              <a:gdLst>
                <a:gd name="T0" fmla="*/ 329 w 33"/>
                <a:gd name="T1" fmla="*/ 0 h 38"/>
                <a:gd name="T2" fmla="*/ 9 w 33"/>
                <a:gd name="T3" fmla="*/ 456 h 38"/>
                <a:gd name="T4" fmla="*/ 329 w 33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8">
                  <a:moveTo>
                    <a:pt x="33" y="0"/>
                  </a:moveTo>
                  <a:cubicBezTo>
                    <a:pt x="15" y="5"/>
                    <a:pt x="0" y="20"/>
                    <a:pt x="1" y="38"/>
                  </a:cubicBezTo>
                  <a:cubicBezTo>
                    <a:pt x="6" y="27"/>
                    <a:pt x="12" y="12"/>
                    <a:pt x="33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4" name="Freeform 225">
              <a:extLst>
                <a:ext uri="{FF2B5EF4-FFF2-40B4-BE49-F238E27FC236}">
                  <a16:creationId xmlns:a16="http://schemas.microsoft.com/office/drawing/2014/main" id="{084E99C9-831B-47F3-BA5B-5D1B46599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481"/>
              <a:ext cx="257" cy="274"/>
            </a:xfrm>
            <a:custGeom>
              <a:avLst/>
              <a:gdLst>
                <a:gd name="T0" fmla="*/ 285 w 120"/>
                <a:gd name="T1" fmla="*/ 1429 h 120"/>
                <a:gd name="T2" fmla="*/ 1178 w 120"/>
                <a:gd name="T3" fmla="*/ 1429 h 120"/>
                <a:gd name="T4" fmla="*/ 1178 w 120"/>
                <a:gd name="T5" fmla="*/ 84 h 120"/>
                <a:gd name="T6" fmla="*/ 921 w 120"/>
                <a:gd name="T7" fmla="*/ 25 h 120"/>
                <a:gd name="T8" fmla="*/ 60 w 120"/>
                <a:gd name="T9" fmla="*/ 1023 h 120"/>
                <a:gd name="T10" fmla="*/ 285 w 120"/>
                <a:gd name="T11" fmla="*/ 1429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29" y="120"/>
                  </a:moveTo>
                  <a:cubicBezTo>
                    <a:pt x="120" y="120"/>
                    <a:pt x="120" y="120"/>
                    <a:pt x="120" y="120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12" y="4"/>
                    <a:pt x="103" y="3"/>
                    <a:pt x="94" y="2"/>
                  </a:cubicBezTo>
                  <a:cubicBezTo>
                    <a:pt x="39" y="0"/>
                    <a:pt x="0" y="32"/>
                    <a:pt x="6" y="86"/>
                  </a:cubicBezTo>
                  <a:cubicBezTo>
                    <a:pt x="8" y="99"/>
                    <a:pt x="17" y="111"/>
                    <a:pt x="29" y="12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5" name="Freeform 226">
              <a:extLst>
                <a:ext uri="{FF2B5EF4-FFF2-40B4-BE49-F238E27FC236}">
                  <a16:creationId xmlns:a16="http://schemas.microsoft.com/office/drawing/2014/main" id="{AA040FE3-193A-48E5-A0D5-F6BF7B41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538"/>
              <a:ext cx="79" cy="50"/>
            </a:xfrm>
            <a:custGeom>
              <a:avLst/>
              <a:gdLst>
                <a:gd name="T0" fmla="*/ 350 w 37"/>
                <a:gd name="T1" fmla="*/ 248 h 22"/>
                <a:gd name="T2" fmla="*/ 361 w 37"/>
                <a:gd name="T3" fmla="*/ 259 h 22"/>
                <a:gd name="T4" fmla="*/ 361 w 37"/>
                <a:gd name="T5" fmla="*/ 223 h 22"/>
                <a:gd name="T6" fmla="*/ 0 w 37"/>
                <a:gd name="T7" fmla="*/ 25 h 22"/>
                <a:gd name="T8" fmla="*/ 350 w 37"/>
                <a:gd name="T9" fmla="*/ 24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2">
                  <a:moveTo>
                    <a:pt x="36" y="21"/>
                  </a:moveTo>
                  <a:cubicBezTo>
                    <a:pt x="36" y="21"/>
                    <a:pt x="37" y="21"/>
                    <a:pt x="37" y="22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28" y="6"/>
                    <a:pt x="14" y="0"/>
                    <a:pt x="0" y="2"/>
                  </a:cubicBezTo>
                  <a:cubicBezTo>
                    <a:pt x="14" y="0"/>
                    <a:pt x="28" y="7"/>
                    <a:pt x="36" y="2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6" name="Freeform 227">
              <a:extLst>
                <a:ext uri="{FF2B5EF4-FFF2-40B4-BE49-F238E27FC236}">
                  <a16:creationId xmlns:a16="http://schemas.microsoft.com/office/drawing/2014/main" id="{5B051BFE-E0A0-411A-8890-FE572A3DE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675"/>
              <a:ext cx="184" cy="62"/>
            </a:xfrm>
            <a:custGeom>
              <a:avLst/>
              <a:gdLst>
                <a:gd name="T0" fmla="*/ 430 w 86"/>
                <a:gd name="T1" fmla="*/ 317 h 27"/>
                <a:gd name="T2" fmla="*/ 843 w 86"/>
                <a:gd name="T3" fmla="*/ 131 h 27"/>
                <a:gd name="T4" fmla="*/ 843 w 86"/>
                <a:gd name="T5" fmla="*/ 110 h 27"/>
                <a:gd name="T6" fmla="*/ 430 w 86"/>
                <a:gd name="T7" fmla="*/ 301 h 27"/>
                <a:gd name="T8" fmla="*/ 0 w 86"/>
                <a:gd name="T9" fmla="*/ 0 h 27"/>
                <a:gd name="T10" fmla="*/ 430 w 86"/>
                <a:gd name="T11" fmla="*/ 31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27">
                  <a:moveTo>
                    <a:pt x="44" y="26"/>
                  </a:moveTo>
                  <a:cubicBezTo>
                    <a:pt x="61" y="27"/>
                    <a:pt x="77" y="21"/>
                    <a:pt x="86" y="11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77" y="19"/>
                    <a:pt x="61" y="26"/>
                    <a:pt x="44" y="25"/>
                  </a:cubicBezTo>
                  <a:cubicBezTo>
                    <a:pt x="24" y="24"/>
                    <a:pt x="8" y="15"/>
                    <a:pt x="0" y="0"/>
                  </a:cubicBezTo>
                  <a:cubicBezTo>
                    <a:pt x="8" y="15"/>
                    <a:pt x="24" y="25"/>
                    <a:pt x="44" y="2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7" name="Freeform 228">
              <a:extLst>
                <a:ext uri="{FF2B5EF4-FFF2-40B4-BE49-F238E27FC236}">
                  <a16:creationId xmlns:a16="http://schemas.microsoft.com/office/drawing/2014/main" id="{FF1F7A0B-30D2-4A12-929E-7AA1D643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805"/>
              <a:ext cx="338" cy="310"/>
            </a:xfrm>
            <a:custGeom>
              <a:avLst/>
              <a:gdLst>
                <a:gd name="T0" fmla="*/ 997 w 158"/>
                <a:gd name="T1" fmla="*/ 187 h 136"/>
                <a:gd name="T2" fmla="*/ 490 w 158"/>
                <a:gd name="T3" fmla="*/ 73 h 136"/>
                <a:gd name="T4" fmla="*/ 137 w 158"/>
                <a:gd name="T5" fmla="*/ 451 h 136"/>
                <a:gd name="T6" fmla="*/ 774 w 158"/>
                <a:gd name="T7" fmla="*/ 1518 h 136"/>
                <a:gd name="T8" fmla="*/ 1506 w 158"/>
                <a:gd name="T9" fmla="*/ 862 h 136"/>
                <a:gd name="T10" fmla="*/ 997 w 158"/>
                <a:gd name="T11" fmla="*/ 187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36">
                  <a:moveTo>
                    <a:pt x="102" y="16"/>
                  </a:moveTo>
                  <a:cubicBezTo>
                    <a:pt x="84" y="7"/>
                    <a:pt x="68" y="0"/>
                    <a:pt x="50" y="6"/>
                  </a:cubicBezTo>
                  <a:cubicBezTo>
                    <a:pt x="35" y="12"/>
                    <a:pt x="21" y="21"/>
                    <a:pt x="14" y="38"/>
                  </a:cubicBezTo>
                  <a:cubicBezTo>
                    <a:pt x="0" y="75"/>
                    <a:pt x="32" y="120"/>
                    <a:pt x="79" y="128"/>
                  </a:cubicBezTo>
                  <a:cubicBezTo>
                    <a:pt x="126" y="136"/>
                    <a:pt x="158" y="102"/>
                    <a:pt x="154" y="73"/>
                  </a:cubicBezTo>
                  <a:cubicBezTo>
                    <a:pt x="148" y="46"/>
                    <a:pt x="137" y="37"/>
                    <a:pt x="102" y="1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8" name="Freeform 229">
              <a:extLst>
                <a:ext uri="{FF2B5EF4-FFF2-40B4-BE49-F238E27FC236}">
                  <a16:creationId xmlns:a16="http://schemas.microsoft.com/office/drawing/2014/main" id="{97A99EF0-9E4C-4EB2-B895-9F76662C1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921"/>
              <a:ext cx="283" cy="190"/>
            </a:xfrm>
            <a:custGeom>
              <a:avLst/>
              <a:gdLst>
                <a:gd name="T0" fmla="*/ 1258 w 132"/>
                <a:gd name="T1" fmla="*/ 261 h 83"/>
                <a:gd name="T2" fmla="*/ 1173 w 132"/>
                <a:gd name="T3" fmla="*/ 0 h 83"/>
                <a:gd name="T4" fmla="*/ 1233 w 132"/>
                <a:gd name="T5" fmla="*/ 215 h 83"/>
                <a:gd name="T6" fmla="*/ 534 w 132"/>
                <a:gd name="T7" fmla="*/ 854 h 83"/>
                <a:gd name="T8" fmla="*/ 0 w 132"/>
                <a:gd name="T9" fmla="*/ 430 h 83"/>
                <a:gd name="T10" fmla="*/ 562 w 132"/>
                <a:gd name="T11" fmla="*/ 902 h 83"/>
                <a:gd name="T12" fmla="*/ 1258 w 132"/>
                <a:gd name="T13" fmla="*/ 26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83">
                  <a:moveTo>
                    <a:pt x="128" y="22"/>
                  </a:moveTo>
                  <a:cubicBezTo>
                    <a:pt x="126" y="13"/>
                    <a:pt x="123" y="6"/>
                    <a:pt x="119" y="0"/>
                  </a:cubicBezTo>
                  <a:cubicBezTo>
                    <a:pt x="122" y="5"/>
                    <a:pt x="124" y="11"/>
                    <a:pt x="125" y="18"/>
                  </a:cubicBezTo>
                  <a:cubicBezTo>
                    <a:pt x="129" y="46"/>
                    <a:pt x="99" y="78"/>
                    <a:pt x="54" y="71"/>
                  </a:cubicBezTo>
                  <a:cubicBezTo>
                    <a:pt x="31" y="67"/>
                    <a:pt x="11" y="53"/>
                    <a:pt x="0" y="36"/>
                  </a:cubicBezTo>
                  <a:cubicBezTo>
                    <a:pt x="11" y="55"/>
                    <a:pt x="32" y="71"/>
                    <a:pt x="57" y="75"/>
                  </a:cubicBezTo>
                  <a:cubicBezTo>
                    <a:pt x="101" y="83"/>
                    <a:pt x="132" y="50"/>
                    <a:pt x="128" y="2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9" name="Freeform 230">
              <a:extLst>
                <a:ext uri="{FF2B5EF4-FFF2-40B4-BE49-F238E27FC236}">
                  <a16:creationId xmlns:a16="http://schemas.microsoft.com/office/drawing/2014/main" id="{3E5767CE-3205-4272-ACBA-770A81D2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809"/>
              <a:ext cx="283" cy="206"/>
            </a:xfrm>
            <a:custGeom>
              <a:avLst/>
              <a:gdLst>
                <a:gd name="T0" fmla="*/ 96 w 132"/>
                <a:gd name="T1" fmla="*/ 492 h 90"/>
                <a:gd name="T2" fmla="*/ 433 w 132"/>
                <a:gd name="T3" fmla="*/ 130 h 90"/>
                <a:gd name="T4" fmla="*/ 915 w 132"/>
                <a:gd name="T5" fmla="*/ 240 h 90"/>
                <a:gd name="T6" fmla="*/ 1301 w 132"/>
                <a:gd name="T7" fmla="*/ 586 h 90"/>
                <a:gd name="T8" fmla="*/ 888 w 132"/>
                <a:gd name="T9" fmla="*/ 195 h 90"/>
                <a:gd name="T10" fmla="*/ 405 w 132"/>
                <a:gd name="T11" fmla="*/ 85 h 90"/>
                <a:gd name="T12" fmla="*/ 69 w 132"/>
                <a:gd name="T13" fmla="*/ 446 h 90"/>
                <a:gd name="T14" fmla="*/ 165 w 132"/>
                <a:gd name="T15" fmla="*/ 1080 h 90"/>
                <a:gd name="T16" fmla="*/ 96 w 132"/>
                <a:gd name="T17" fmla="*/ 492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90">
                  <a:moveTo>
                    <a:pt x="10" y="41"/>
                  </a:moveTo>
                  <a:cubicBezTo>
                    <a:pt x="16" y="25"/>
                    <a:pt x="30" y="16"/>
                    <a:pt x="44" y="11"/>
                  </a:cubicBezTo>
                  <a:cubicBezTo>
                    <a:pt x="61" y="5"/>
                    <a:pt x="76" y="11"/>
                    <a:pt x="93" y="20"/>
                  </a:cubicBezTo>
                  <a:cubicBezTo>
                    <a:pt x="113" y="32"/>
                    <a:pt x="124" y="39"/>
                    <a:pt x="132" y="49"/>
                  </a:cubicBezTo>
                  <a:cubicBezTo>
                    <a:pt x="124" y="37"/>
                    <a:pt x="113" y="29"/>
                    <a:pt x="90" y="16"/>
                  </a:cubicBezTo>
                  <a:cubicBezTo>
                    <a:pt x="73" y="7"/>
                    <a:pt x="58" y="0"/>
                    <a:pt x="41" y="7"/>
                  </a:cubicBezTo>
                  <a:cubicBezTo>
                    <a:pt x="27" y="12"/>
                    <a:pt x="13" y="21"/>
                    <a:pt x="7" y="37"/>
                  </a:cubicBezTo>
                  <a:cubicBezTo>
                    <a:pt x="0" y="54"/>
                    <a:pt x="5" y="74"/>
                    <a:pt x="17" y="90"/>
                  </a:cubicBezTo>
                  <a:cubicBezTo>
                    <a:pt x="7" y="75"/>
                    <a:pt x="4" y="57"/>
                    <a:pt x="10" y="41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0" name="Freeform 231">
              <a:extLst>
                <a:ext uri="{FF2B5EF4-FFF2-40B4-BE49-F238E27FC236}">
                  <a16:creationId xmlns:a16="http://schemas.microsoft.com/office/drawing/2014/main" id="{271E56F2-2239-4F2F-8B2D-D2C853AE1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862"/>
              <a:ext cx="223" cy="194"/>
            </a:xfrm>
            <a:custGeom>
              <a:avLst/>
              <a:gdLst>
                <a:gd name="T0" fmla="*/ 860 w 104"/>
                <a:gd name="T1" fmla="*/ 406 h 85"/>
                <a:gd name="T2" fmla="*/ 337 w 104"/>
                <a:gd name="T3" fmla="*/ 751 h 85"/>
                <a:gd name="T4" fmla="*/ 249 w 104"/>
                <a:gd name="T5" fmla="*/ 110 h 85"/>
                <a:gd name="T6" fmla="*/ 860 w 104"/>
                <a:gd name="T7" fmla="*/ 406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85">
                  <a:moveTo>
                    <a:pt x="87" y="34"/>
                  </a:moveTo>
                  <a:cubicBezTo>
                    <a:pt x="104" y="64"/>
                    <a:pt x="69" y="85"/>
                    <a:pt x="34" y="63"/>
                  </a:cubicBezTo>
                  <a:cubicBezTo>
                    <a:pt x="0" y="41"/>
                    <a:pt x="12" y="15"/>
                    <a:pt x="25" y="9"/>
                  </a:cubicBezTo>
                  <a:cubicBezTo>
                    <a:pt x="41" y="0"/>
                    <a:pt x="76" y="16"/>
                    <a:pt x="87" y="3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1" name="Freeform 232">
              <a:extLst>
                <a:ext uri="{FF2B5EF4-FFF2-40B4-BE49-F238E27FC236}">
                  <a16:creationId xmlns:a16="http://schemas.microsoft.com/office/drawing/2014/main" id="{70969450-8C4C-4145-A40A-9527EB14B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912"/>
              <a:ext cx="175" cy="133"/>
            </a:xfrm>
            <a:custGeom>
              <a:avLst/>
              <a:gdLst>
                <a:gd name="T0" fmla="*/ 796 w 82"/>
                <a:gd name="T1" fmla="*/ 353 h 58"/>
                <a:gd name="T2" fmla="*/ 265 w 82"/>
                <a:gd name="T3" fmla="*/ 410 h 58"/>
                <a:gd name="T4" fmla="*/ 41 w 82"/>
                <a:gd name="T5" fmla="*/ 0 h 58"/>
                <a:gd name="T6" fmla="*/ 241 w 82"/>
                <a:gd name="T7" fmla="*/ 495 h 58"/>
                <a:gd name="T8" fmla="*/ 796 w 82"/>
                <a:gd name="T9" fmla="*/ 35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58">
                  <a:moveTo>
                    <a:pt x="82" y="29"/>
                  </a:moveTo>
                  <a:cubicBezTo>
                    <a:pt x="76" y="44"/>
                    <a:pt x="51" y="50"/>
                    <a:pt x="27" y="34"/>
                  </a:cubicBezTo>
                  <a:cubicBezTo>
                    <a:pt x="8" y="23"/>
                    <a:pt x="3" y="10"/>
                    <a:pt x="4" y="0"/>
                  </a:cubicBezTo>
                  <a:cubicBezTo>
                    <a:pt x="0" y="11"/>
                    <a:pt x="3" y="26"/>
                    <a:pt x="25" y="41"/>
                  </a:cubicBezTo>
                  <a:cubicBezTo>
                    <a:pt x="53" y="58"/>
                    <a:pt x="81" y="49"/>
                    <a:pt x="82" y="29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2" name="Freeform 233">
              <a:extLst>
                <a:ext uri="{FF2B5EF4-FFF2-40B4-BE49-F238E27FC236}">
                  <a16:creationId xmlns:a16="http://schemas.microsoft.com/office/drawing/2014/main" id="{14E338B0-C44A-4534-9392-2F4965F11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873"/>
              <a:ext cx="93" cy="44"/>
            </a:xfrm>
            <a:custGeom>
              <a:avLst/>
              <a:gdLst>
                <a:gd name="T0" fmla="*/ 435 w 43"/>
                <a:gd name="T1" fmla="*/ 236 h 19"/>
                <a:gd name="T2" fmla="*/ 0 w 43"/>
                <a:gd name="T3" fmla="*/ 12 h 19"/>
                <a:gd name="T4" fmla="*/ 435 w 43"/>
                <a:gd name="T5" fmla="*/ 23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9">
                  <a:moveTo>
                    <a:pt x="43" y="19"/>
                  </a:moveTo>
                  <a:cubicBezTo>
                    <a:pt x="32" y="8"/>
                    <a:pt x="11" y="0"/>
                    <a:pt x="0" y="1"/>
                  </a:cubicBezTo>
                  <a:cubicBezTo>
                    <a:pt x="10" y="4"/>
                    <a:pt x="30" y="10"/>
                    <a:pt x="43" y="19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3" name="Freeform 234">
              <a:extLst>
                <a:ext uri="{FF2B5EF4-FFF2-40B4-BE49-F238E27FC236}">
                  <a16:creationId xmlns:a16="http://schemas.microsoft.com/office/drawing/2014/main" id="{90E2576E-7442-4FCC-B8D4-524136997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969"/>
              <a:ext cx="144" cy="85"/>
            </a:xfrm>
            <a:custGeom>
              <a:avLst/>
              <a:gdLst>
                <a:gd name="T0" fmla="*/ 0 w 67"/>
                <a:gd name="T1" fmla="*/ 0 h 37"/>
                <a:gd name="T2" fmla="*/ 664 w 67"/>
                <a:gd name="T3" fmla="*/ 253 h 37"/>
                <a:gd name="T4" fmla="*/ 0 w 67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7">
                  <a:moveTo>
                    <a:pt x="0" y="0"/>
                  </a:moveTo>
                  <a:cubicBezTo>
                    <a:pt x="5" y="10"/>
                    <a:pt x="39" y="37"/>
                    <a:pt x="67" y="21"/>
                  </a:cubicBezTo>
                  <a:cubicBezTo>
                    <a:pt x="57" y="30"/>
                    <a:pt x="20" y="3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4" name="Freeform 235">
              <a:extLst>
                <a:ext uri="{FF2B5EF4-FFF2-40B4-BE49-F238E27FC236}">
                  <a16:creationId xmlns:a16="http://schemas.microsoft.com/office/drawing/2014/main" id="{F359BCF1-6CEC-4891-BF91-2AEC5F539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805"/>
              <a:ext cx="338" cy="310"/>
            </a:xfrm>
            <a:custGeom>
              <a:avLst/>
              <a:gdLst>
                <a:gd name="T0" fmla="*/ 997 w 158"/>
                <a:gd name="T1" fmla="*/ 187 h 136"/>
                <a:gd name="T2" fmla="*/ 490 w 158"/>
                <a:gd name="T3" fmla="*/ 73 h 136"/>
                <a:gd name="T4" fmla="*/ 137 w 158"/>
                <a:gd name="T5" fmla="*/ 451 h 136"/>
                <a:gd name="T6" fmla="*/ 774 w 158"/>
                <a:gd name="T7" fmla="*/ 1518 h 136"/>
                <a:gd name="T8" fmla="*/ 1506 w 158"/>
                <a:gd name="T9" fmla="*/ 862 h 136"/>
                <a:gd name="T10" fmla="*/ 997 w 158"/>
                <a:gd name="T11" fmla="*/ 187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36">
                  <a:moveTo>
                    <a:pt x="102" y="16"/>
                  </a:moveTo>
                  <a:cubicBezTo>
                    <a:pt x="84" y="7"/>
                    <a:pt x="68" y="0"/>
                    <a:pt x="50" y="6"/>
                  </a:cubicBezTo>
                  <a:cubicBezTo>
                    <a:pt x="35" y="12"/>
                    <a:pt x="21" y="21"/>
                    <a:pt x="14" y="38"/>
                  </a:cubicBezTo>
                  <a:cubicBezTo>
                    <a:pt x="0" y="75"/>
                    <a:pt x="32" y="120"/>
                    <a:pt x="79" y="128"/>
                  </a:cubicBezTo>
                  <a:cubicBezTo>
                    <a:pt x="126" y="136"/>
                    <a:pt x="158" y="102"/>
                    <a:pt x="154" y="73"/>
                  </a:cubicBezTo>
                  <a:cubicBezTo>
                    <a:pt x="148" y="46"/>
                    <a:pt x="137" y="37"/>
                    <a:pt x="102" y="1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5" name="Freeform 236">
              <a:extLst>
                <a:ext uri="{FF2B5EF4-FFF2-40B4-BE49-F238E27FC236}">
                  <a16:creationId xmlns:a16="http://schemas.microsoft.com/office/drawing/2014/main" id="{63C489A8-6606-4C6B-AACC-DD73246C6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882"/>
              <a:ext cx="176" cy="156"/>
            </a:xfrm>
            <a:custGeom>
              <a:avLst/>
              <a:gdLst>
                <a:gd name="T0" fmla="*/ 751 w 82"/>
                <a:gd name="T1" fmla="*/ 301 h 68"/>
                <a:gd name="T2" fmla="*/ 723 w 82"/>
                <a:gd name="T3" fmla="*/ 663 h 68"/>
                <a:gd name="T4" fmla="*/ 240 w 82"/>
                <a:gd name="T5" fmla="*/ 642 h 68"/>
                <a:gd name="T6" fmla="*/ 9 w 82"/>
                <a:gd name="T7" fmla="*/ 243 h 68"/>
                <a:gd name="T8" fmla="*/ 137 w 82"/>
                <a:gd name="T9" fmla="*/ 0 h 68"/>
                <a:gd name="T10" fmla="*/ 137 w 82"/>
                <a:gd name="T11" fmla="*/ 0 h 68"/>
                <a:gd name="T12" fmla="*/ 0 w 82"/>
                <a:gd name="T13" fmla="*/ 243 h 68"/>
                <a:gd name="T14" fmla="*/ 225 w 82"/>
                <a:gd name="T15" fmla="*/ 652 h 68"/>
                <a:gd name="T16" fmla="*/ 732 w 82"/>
                <a:gd name="T17" fmla="*/ 674 h 68"/>
                <a:gd name="T18" fmla="*/ 751 w 82"/>
                <a:gd name="T19" fmla="*/ 301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68">
                  <a:moveTo>
                    <a:pt x="76" y="25"/>
                  </a:moveTo>
                  <a:cubicBezTo>
                    <a:pt x="82" y="36"/>
                    <a:pt x="81" y="47"/>
                    <a:pt x="73" y="55"/>
                  </a:cubicBezTo>
                  <a:cubicBezTo>
                    <a:pt x="64" y="64"/>
                    <a:pt x="45" y="67"/>
                    <a:pt x="24" y="53"/>
                  </a:cubicBezTo>
                  <a:cubicBezTo>
                    <a:pt x="4" y="41"/>
                    <a:pt x="1" y="29"/>
                    <a:pt x="1" y="20"/>
                  </a:cubicBezTo>
                  <a:cubicBezTo>
                    <a:pt x="2" y="11"/>
                    <a:pt x="8" y="3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3"/>
                    <a:pt x="0" y="10"/>
                    <a:pt x="0" y="20"/>
                  </a:cubicBezTo>
                  <a:cubicBezTo>
                    <a:pt x="0" y="29"/>
                    <a:pt x="3" y="42"/>
                    <a:pt x="23" y="54"/>
                  </a:cubicBezTo>
                  <a:cubicBezTo>
                    <a:pt x="45" y="68"/>
                    <a:pt x="65" y="65"/>
                    <a:pt x="74" y="56"/>
                  </a:cubicBezTo>
                  <a:cubicBezTo>
                    <a:pt x="82" y="48"/>
                    <a:pt x="82" y="37"/>
                    <a:pt x="76" y="2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6" name="Freeform 237">
              <a:extLst>
                <a:ext uri="{FF2B5EF4-FFF2-40B4-BE49-F238E27FC236}">
                  <a16:creationId xmlns:a16="http://schemas.microsoft.com/office/drawing/2014/main" id="{1684346B-69E3-45FD-9AD0-02850C1C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727"/>
              <a:ext cx="360" cy="198"/>
            </a:xfrm>
            <a:custGeom>
              <a:avLst/>
              <a:gdLst>
                <a:gd name="T0" fmla="*/ 197 w 168"/>
                <a:gd name="T1" fmla="*/ 369 h 87"/>
                <a:gd name="T2" fmla="*/ 294 w 168"/>
                <a:gd name="T3" fmla="*/ 906 h 87"/>
                <a:gd name="T4" fmla="*/ 1213 w 168"/>
                <a:gd name="T5" fmla="*/ 897 h 87"/>
                <a:gd name="T6" fmla="*/ 1635 w 168"/>
                <a:gd name="T7" fmla="*/ 398 h 87"/>
                <a:gd name="T8" fmla="*/ 197 w 168"/>
                <a:gd name="T9" fmla="*/ 369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87">
                  <a:moveTo>
                    <a:pt x="20" y="31"/>
                  </a:moveTo>
                  <a:cubicBezTo>
                    <a:pt x="0" y="49"/>
                    <a:pt x="7" y="67"/>
                    <a:pt x="30" y="77"/>
                  </a:cubicBezTo>
                  <a:cubicBezTo>
                    <a:pt x="52" y="87"/>
                    <a:pt x="92" y="85"/>
                    <a:pt x="123" y="76"/>
                  </a:cubicBezTo>
                  <a:cubicBezTo>
                    <a:pt x="161" y="65"/>
                    <a:pt x="168" y="49"/>
                    <a:pt x="166" y="34"/>
                  </a:cubicBezTo>
                  <a:cubicBezTo>
                    <a:pt x="162" y="3"/>
                    <a:pt x="58" y="0"/>
                    <a:pt x="20" y="3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7" name="Freeform 238">
              <a:extLst>
                <a:ext uri="{FF2B5EF4-FFF2-40B4-BE49-F238E27FC236}">
                  <a16:creationId xmlns:a16="http://schemas.microsoft.com/office/drawing/2014/main" id="{BCE56FE2-C067-479C-9997-56AB78A6C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729"/>
              <a:ext cx="302" cy="144"/>
            </a:xfrm>
            <a:custGeom>
              <a:avLst/>
              <a:gdLst>
                <a:gd name="T0" fmla="*/ 0 w 141"/>
                <a:gd name="T1" fmla="*/ 345 h 63"/>
                <a:gd name="T2" fmla="*/ 1334 w 141"/>
                <a:gd name="T3" fmla="*/ 427 h 63"/>
                <a:gd name="T4" fmla="*/ 1206 w 141"/>
                <a:gd name="T5" fmla="*/ 752 h 63"/>
                <a:gd name="T6" fmla="*/ 1377 w 141"/>
                <a:gd name="T7" fmla="*/ 391 h 63"/>
                <a:gd name="T8" fmla="*/ 0 w 141"/>
                <a:gd name="T9" fmla="*/ 34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63">
                  <a:moveTo>
                    <a:pt x="0" y="29"/>
                  </a:moveTo>
                  <a:cubicBezTo>
                    <a:pt x="41" y="3"/>
                    <a:pt x="132" y="7"/>
                    <a:pt x="136" y="36"/>
                  </a:cubicBezTo>
                  <a:cubicBezTo>
                    <a:pt x="137" y="45"/>
                    <a:pt x="134" y="55"/>
                    <a:pt x="123" y="63"/>
                  </a:cubicBezTo>
                  <a:cubicBezTo>
                    <a:pt x="138" y="54"/>
                    <a:pt x="141" y="43"/>
                    <a:pt x="140" y="33"/>
                  </a:cubicBezTo>
                  <a:cubicBezTo>
                    <a:pt x="135" y="4"/>
                    <a:pt x="39" y="0"/>
                    <a:pt x="0" y="2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8" name="Freeform 239">
              <a:extLst>
                <a:ext uri="{FF2B5EF4-FFF2-40B4-BE49-F238E27FC236}">
                  <a16:creationId xmlns:a16="http://schemas.microsoft.com/office/drawing/2014/main" id="{9A404A2E-6CE0-4BCA-8DF3-BB3EC8EEE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13"/>
              <a:ext cx="246" cy="108"/>
            </a:xfrm>
            <a:custGeom>
              <a:avLst/>
              <a:gdLst>
                <a:gd name="T0" fmla="*/ 1125 w 115"/>
                <a:gd name="T1" fmla="*/ 448 h 47"/>
                <a:gd name="T2" fmla="*/ 285 w 115"/>
                <a:gd name="T3" fmla="*/ 402 h 47"/>
                <a:gd name="T4" fmla="*/ 109 w 115"/>
                <a:gd name="T5" fmla="*/ 0 h 47"/>
                <a:gd name="T6" fmla="*/ 265 w 115"/>
                <a:gd name="T7" fmla="*/ 460 h 47"/>
                <a:gd name="T8" fmla="*/ 1125 w 115"/>
                <a:gd name="T9" fmla="*/ 448 h 47"/>
                <a:gd name="T10" fmla="*/ 1125 w 115"/>
                <a:gd name="T11" fmla="*/ 448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7">
                  <a:moveTo>
                    <a:pt x="115" y="37"/>
                  </a:moveTo>
                  <a:cubicBezTo>
                    <a:pt x="85" y="45"/>
                    <a:pt x="51" y="43"/>
                    <a:pt x="29" y="33"/>
                  </a:cubicBezTo>
                  <a:cubicBezTo>
                    <a:pt x="13" y="25"/>
                    <a:pt x="4" y="13"/>
                    <a:pt x="11" y="0"/>
                  </a:cubicBezTo>
                  <a:cubicBezTo>
                    <a:pt x="0" y="15"/>
                    <a:pt x="8" y="29"/>
                    <a:pt x="27" y="38"/>
                  </a:cubicBezTo>
                  <a:cubicBezTo>
                    <a:pt x="48" y="47"/>
                    <a:pt x="85" y="45"/>
                    <a:pt x="115" y="37"/>
                  </a:cubicBezTo>
                  <a:cubicBezTo>
                    <a:pt x="115" y="37"/>
                    <a:pt x="115" y="37"/>
                    <a:pt x="115" y="37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9" name="Freeform 240">
              <a:extLst>
                <a:ext uri="{FF2B5EF4-FFF2-40B4-BE49-F238E27FC236}">
                  <a16:creationId xmlns:a16="http://schemas.microsoft.com/office/drawing/2014/main" id="{6785C21C-271D-4A01-A9E5-9EB6A1625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772"/>
              <a:ext cx="235" cy="103"/>
            </a:xfrm>
            <a:custGeom>
              <a:avLst/>
              <a:gdLst>
                <a:gd name="T0" fmla="*/ 1064 w 110"/>
                <a:gd name="T1" fmla="*/ 224 h 45"/>
                <a:gd name="T2" fmla="*/ 378 w 110"/>
                <a:gd name="T3" fmla="*/ 504 h 45"/>
                <a:gd name="T4" fmla="*/ 197 w 110"/>
                <a:gd name="T5" fmla="*/ 167 h 45"/>
                <a:gd name="T6" fmla="*/ 1064 w 110"/>
                <a:gd name="T7" fmla="*/ 22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45">
                  <a:moveTo>
                    <a:pt x="109" y="19"/>
                  </a:moveTo>
                  <a:cubicBezTo>
                    <a:pt x="107" y="37"/>
                    <a:pt x="64" y="45"/>
                    <a:pt x="39" y="42"/>
                  </a:cubicBezTo>
                  <a:cubicBezTo>
                    <a:pt x="14" y="38"/>
                    <a:pt x="0" y="26"/>
                    <a:pt x="20" y="14"/>
                  </a:cubicBezTo>
                  <a:cubicBezTo>
                    <a:pt x="43" y="1"/>
                    <a:pt x="110" y="0"/>
                    <a:pt x="109" y="1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0" name="Freeform 241">
              <a:extLst>
                <a:ext uri="{FF2B5EF4-FFF2-40B4-BE49-F238E27FC236}">
                  <a16:creationId xmlns:a16="http://schemas.microsoft.com/office/drawing/2014/main" id="{DA3A20D4-9A37-424C-B7FB-EB48828E6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813"/>
              <a:ext cx="220" cy="62"/>
            </a:xfrm>
            <a:custGeom>
              <a:avLst/>
              <a:gdLst>
                <a:gd name="T0" fmla="*/ 333 w 103"/>
                <a:gd name="T1" fmla="*/ 216 h 27"/>
                <a:gd name="T2" fmla="*/ 60 w 103"/>
                <a:gd name="T3" fmla="*/ 48 h 27"/>
                <a:gd name="T4" fmla="*/ 320 w 103"/>
                <a:gd name="T5" fmla="*/ 289 h 27"/>
                <a:gd name="T6" fmla="*/ 1004 w 103"/>
                <a:gd name="T7" fmla="*/ 11 h 27"/>
                <a:gd name="T8" fmla="*/ 1004 w 103"/>
                <a:gd name="T9" fmla="*/ 0 h 27"/>
                <a:gd name="T10" fmla="*/ 333 w 103"/>
                <a:gd name="T11" fmla="*/ 21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27">
                  <a:moveTo>
                    <a:pt x="34" y="18"/>
                  </a:moveTo>
                  <a:cubicBezTo>
                    <a:pt x="18" y="16"/>
                    <a:pt x="7" y="11"/>
                    <a:pt x="6" y="4"/>
                  </a:cubicBezTo>
                  <a:cubicBezTo>
                    <a:pt x="0" y="13"/>
                    <a:pt x="13" y="21"/>
                    <a:pt x="33" y="24"/>
                  </a:cubicBezTo>
                  <a:cubicBezTo>
                    <a:pt x="58" y="27"/>
                    <a:pt x="101" y="19"/>
                    <a:pt x="103" y="1"/>
                  </a:cubicBezTo>
                  <a:cubicBezTo>
                    <a:pt x="103" y="1"/>
                    <a:pt x="103" y="0"/>
                    <a:pt x="103" y="0"/>
                  </a:cubicBezTo>
                  <a:cubicBezTo>
                    <a:pt x="95" y="15"/>
                    <a:pt x="57" y="22"/>
                    <a:pt x="34" y="1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1" name="Freeform 242">
              <a:extLst>
                <a:ext uri="{FF2B5EF4-FFF2-40B4-BE49-F238E27FC236}">
                  <a16:creationId xmlns:a16="http://schemas.microsoft.com/office/drawing/2014/main" id="{3DE39033-96B5-4B80-8C87-ECA7BDA1C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777"/>
              <a:ext cx="146" cy="25"/>
            </a:xfrm>
            <a:custGeom>
              <a:avLst/>
              <a:gdLst>
                <a:gd name="T0" fmla="*/ 0 w 68"/>
                <a:gd name="T1" fmla="*/ 57 h 11"/>
                <a:gd name="T2" fmla="*/ 672 w 68"/>
                <a:gd name="T3" fmla="*/ 130 h 11"/>
                <a:gd name="T4" fmla="*/ 0 w 68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1">
                  <a:moveTo>
                    <a:pt x="0" y="5"/>
                  </a:moveTo>
                  <a:cubicBezTo>
                    <a:pt x="20" y="2"/>
                    <a:pt x="56" y="0"/>
                    <a:pt x="68" y="11"/>
                  </a:cubicBezTo>
                  <a:cubicBezTo>
                    <a:pt x="63" y="8"/>
                    <a:pt x="29" y="1"/>
                    <a:pt x="0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2" name="Freeform 243">
              <a:extLst>
                <a:ext uri="{FF2B5EF4-FFF2-40B4-BE49-F238E27FC236}">
                  <a16:creationId xmlns:a16="http://schemas.microsoft.com/office/drawing/2014/main" id="{94095009-29BA-4A75-8B20-409793A3E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763"/>
              <a:ext cx="126" cy="39"/>
            </a:xfrm>
            <a:custGeom>
              <a:avLst/>
              <a:gdLst>
                <a:gd name="T0" fmla="*/ 0 w 59"/>
                <a:gd name="T1" fmla="*/ 94 h 17"/>
                <a:gd name="T2" fmla="*/ 574 w 59"/>
                <a:gd name="T3" fmla="*/ 204 h 17"/>
                <a:gd name="T4" fmla="*/ 0 w 59"/>
                <a:gd name="T5" fmla="*/ 9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8"/>
                  </a:moveTo>
                  <a:cubicBezTo>
                    <a:pt x="14" y="6"/>
                    <a:pt x="50" y="4"/>
                    <a:pt x="59" y="17"/>
                  </a:cubicBezTo>
                  <a:cubicBezTo>
                    <a:pt x="54" y="10"/>
                    <a:pt x="41" y="0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3" name="Freeform 244">
              <a:extLst>
                <a:ext uri="{FF2B5EF4-FFF2-40B4-BE49-F238E27FC236}">
                  <a16:creationId xmlns:a16="http://schemas.microsoft.com/office/drawing/2014/main" id="{57643682-6094-4BE5-BEEE-6C6CACCE3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852"/>
              <a:ext cx="150" cy="32"/>
            </a:xfrm>
            <a:custGeom>
              <a:avLst/>
              <a:gdLst>
                <a:gd name="T0" fmla="*/ 0 w 70"/>
                <a:gd name="T1" fmla="*/ 73 h 14"/>
                <a:gd name="T2" fmla="*/ 688 w 70"/>
                <a:gd name="T3" fmla="*/ 0 h 14"/>
                <a:gd name="T4" fmla="*/ 0 w 70"/>
                <a:gd name="T5" fmla="*/ 7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4">
                  <a:moveTo>
                    <a:pt x="0" y="6"/>
                  </a:moveTo>
                  <a:cubicBezTo>
                    <a:pt x="7" y="10"/>
                    <a:pt x="44" y="14"/>
                    <a:pt x="70" y="0"/>
                  </a:cubicBezTo>
                  <a:cubicBezTo>
                    <a:pt x="59" y="5"/>
                    <a:pt x="28" y="13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4" name="Freeform 245">
              <a:extLst>
                <a:ext uri="{FF2B5EF4-FFF2-40B4-BE49-F238E27FC236}">
                  <a16:creationId xmlns:a16="http://schemas.microsoft.com/office/drawing/2014/main" id="{A643E6D2-A6D7-4F13-BEED-3D89A199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727"/>
              <a:ext cx="360" cy="198"/>
            </a:xfrm>
            <a:custGeom>
              <a:avLst/>
              <a:gdLst>
                <a:gd name="T0" fmla="*/ 197 w 168"/>
                <a:gd name="T1" fmla="*/ 369 h 87"/>
                <a:gd name="T2" fmla="*/ 294 w 168"/>
                <a:gd name="T3" fmla="*/ 906 h 87"/>
                <a:gd name="T4" fmla="*/ 1213 w 168"/>
                <a:gd name="T5" fmla="*/ 897 h 87"/>
                <a:gd name="T6" fmla="*/ 1635 w 168"/>
                <a:gd name="T7" fmla="*/ 398 h 87"/>
                <a:gd name="T8" fmla="*/ 197 w 168"/>
                <a:gd name="T9" fmla="*/ 369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87">
                  <a:moveTo>
                    <a:pt x="20" y="31"/>
                  </a:moveTo>
                  <a:cubicBezTo>
                    <a:pt x="0" y="49"/>
                    <a:pt x="7" y="67"/>
                    <a:pt x="30" y="77"/>
                  </a:cubicBezTo>
                  <a:cubicBezTo>
                    <a:pt x="52" y="87"/>
                    <a:pt x="92" y="85"/>
                    <a:pt x="123" y="76"/>
                  </a:cubicBezTo>
                  <a:cubicBezTo>
                    <a:pt x="161" y="65"/>
                    <a:pt x="168" y="49"/>
                    <a:pt x="166" y="34"/>
                  </a:cubicBezTo>
                  <a:cubicBezTo>
                    <a:pt x="162" y="3"/>
                    <a:pt x="58" y="0"/>
                    <a:pt x="20" y="3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5" name="Freeform 246">
              <a:extLst>
                <a:ext uri="{FF2B5EF4-FFF2-40B4-BE49-F238E27FC236}">
                  <a16:creationId xmlns:a16="http://schemas.microsoft.com/office/drawing/2014/main" id="{3AC4D382-D6CC-4C19-9176-A166B215F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804"/>
              <a:ext cx="214" cy="69"/>
            </a:xfrm>
            <a:custGeom>
              <a:avLst/>
              <a:gdLst>
                <a:gd name="T0" fmla="*/ 9 w 100"/>
                <a:gd name="T1" fmla="*/ 159 h 30"/>
                <a:gd name="T2" fmla="*/ 293 w 100"/>
                <a:gd name="T3" fmla="*/ 338 h 30"/>
                <a:gd name="T4" fmla="*/ 871 w 100"/>
                <a:gd name="T5" fmla="*/ 232 h 30"/>
                <a:gd name="T6" fmla="*/ 980 w 100"/>
                <a:gd name="T7" fmla="*/ 64 h 30"/>
                <a:gd name="T8" fmla="*/ 980 w 100"/>
                <a:gd name="T9" fmla="*/ 64 h 30"/>
                <a:gd name="T10" fmla="*/ 871 w 100"/>
                <a:gd name="T11" fmla="*/ 216 h 30"/>
                <a:gd name="T12" fmla="*/ 293 w 100"/>
                <a:gd name="T13" fmla="*/ 329 h 30"/>
                <a:gd name="T14" fmla="*/ 19 w 100"/>
                <a:gd name="T15" fmla="*/ 159 h 30"/>
                <a:gd name="T16" fmla="*/ 109 w 100"/>
                <a:gd name="T17" fmla="*/ 0 h 30"/>
                <a:gd name="T18" fmla="*/ 109 w 100"/>
                <a:gd name="T19" fmla="*/ 0 h 30"/>
                <a:gd name="T20" fmla="*/ 9 w 100"/>
                <a:gd name="T21" fmla="*/ 159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30">
                  <a:moveTo>
                    <a:pt x="1" y="13"/>
                  </a:moveTo>
                  <a:cubicBezTo>
                    <a:pt x="2" y="20"/>
                    <a:pt x="13" y="26"/>
                    <a:pt x="30" y="28"/>
                  </a:cubicBezTo>
                  <a:cubicBezTo>
                    <a:pt x="47" y="30"/>
                    <a:pt x="74" y="27"/>
                    <a:pt x="89" y="19"/>
                  </a:cubicBezTo>
                  <a:cubicBezTo>
                    <a:pt x="96" y="15"/>
                    <a:pt x="100" y="10"/>
                    <a:pt x="100" y="5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100" y="10"/>
                    <a:pt x="95" y="14"/>
                    <a:pt x="89" y="18"/>
                  </a:cubicBezTo>
                  <a:cubicBezTo>
                    <a:pt x="74" y="27"/>
                    <a:pt x="47" y="29"/>
                    <a:pt x="30" y="27"/>
                  </a:cubicBezTo>
                  <a:cubicBezTo>
                    <a:pt x="14" y="25"/>
                    <a:pt x="3" y="19"/>
                    <a:pt x="2" y="13"/>
                  </a:cubicBezTo>
                  <a:cubicBezTo>
                    <a:pt x="2" y="9"/>
                    <a:pt x="4" y="4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4"/>
                    <a:pt x="0" y="9"/>
                    <a:pt x="1" y="1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6" name="Freeform 247">
              <a:extLst>
                <a:ext uri="{FF2B5EF4-FFF2-40B4-BE49-F238E27FC236}">
                  <a16:creationId xmlns:a16="http://schemas.microsoft.com/office/drawing/2014/main" id="{0C101B3A-ED31-41C7-B047-F87B1FACB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523"/>
              <a:ext cx="478" cy="306"/>
            </a:xfrm>
            <a:custGeom>
              <a:avLst/>
              <a:gdLst>
                <a:gd name="T0" fmla="*/ 405 w 223"/>
                <a:gd name="T1" fmla="*/ 203 h 134"/>
                <a:gd name="T2" fmla="*/ 51 w 223"/>
                <a:gd name="T3" fmla="*/ 964 h 134"/>
                <a:gd name="T4" fmla="*/ 1213 w 223"/>
                <a:gd name="T5" fmla="*/ 1455 h 134"/>
                <a:gd name="T6" fmla="*/ 2169 w 223"/>
                <a:gd name="T7" fmla="*/ 594 h 134"/>
                <a:gd name="T8" fmla="*/ 1833 w 223"/>
                <a:gd name="T9" fmla="*/ 84 h 134"/>
                <a:gd name="T10" fmla="*/ 1112 w 223"/>
                <a:gd name="T11" fmla="*/ 130 h 134"/>
                <a:gd name="T12" fmla="*/ 405 w 223"/>
                <a:gd name="T13" fmla="*/ 203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134">
                  <a:moveTo>
                    <a:pt x="41" y="17"/>
                  </a:moveTo>
                  <a:cubicBezTo>
                    <a:pt x="14" y="29"/>
                    <a:pt x="0" y="50"/>
                    <a:pt x="5" y="81"/>
                  </a:cubicBezTo>
                  <a:cubicBezTo>
                    <a:pt x="14" y="121"/>
                    <a:pt x="61" y="134"/>
                    <a:pt x="123" y="122"/>
                  </a:cubicBezTo>
                  <a:cubicBezTo>
                    <a:pt x="184" y="109"/>
                    <a:pt x="213" y="94"/>
                    <a:pt x="220" y="50"/>
                  </a:cubicBezTo>
                  <a:cubicBezTo>
                    <a:pt x="223" y="29"/>
                    <a:pt x="210" y="13"/>
                    <a:pt x="186" y="7"/>
                  </a:cubicBezTo>
                  <a:cubicBezTo>
                    <a:pt x="161" y="0"/>
                    <a:pt x="145" y="7"/>
                    <a:pt x="113" y="11"/>
                  </a:cubicBezTo>
                  <a:cubicBezTo>
                    <a:pt x="96" y="14"/>
                    <a:pt x="66" y="6"/>
                    <a:pt x="41" y="1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7" name="Freeform 248">
              <a:extLst>
                <a:ext uri="{FF2B5EF4-FFF2-40B4-BE49-F238E27FC236}">
                  <a16:creationId xmlns:a16="http://schemas.microsoft.com/office/drawing/2014/main" id="{47CE3DB3-CE69-4A7A-8793-21E958503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589"/>
              <a:ext cx="328" cy="138"/>
            </a:xfrm>
            <a:custGeom>
              <a:avLst/>
              <a:gdLst>
                <a:gd name="T0" fmla="*/ 1361 w 153"/>
                <a:gd name="T1" fmla="*/ 110 h 60"/>
                <a:gd name="T2" fmla="*/ 707 w 153"/>
                <a:gd name="T3" fmla="*/ 610 h 60"/>
                <a:gd name="T4" fmla="*/ 257 w 153"/>
                <a:gd name="T5" fmla="*/ 170 h 60"/>
                <a:gd name="T6" fmla="*/ 828 w 153"/>
                <a:gd name="T7" fmla="*/ 94 h 60"/>
                <a:gd name="T8" fmla="*/ 1361 w 153"/>
                <a:gd name="T9" fmla="*/ 11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60">
                  <a:moveTo>
                    <a:pt x="138" y="9"/>
                  </a:moveTo>
                  <a:cubicBezTo>
                    <a:pt x="153" y="17"/>
                    <a:pt x="133" y="40"/>
                    <a:pt x="72" y="50"/>
                  </a:cubicBezTo>
                  <a:cubicBezTo>
                    <a:pt x="10" y="60"/>
                    <a:pt x="0" y="29"/>
                    <a:pt x="26" y="14"/>
                  </a:cubicBezTo>
                  <a:cubicBezTo>
                    <a:pt x="42" y="4"/>
                    <a:pt x="50" y="8"/>
                    <a:pt x="84" y="8"/>
                  </a:cubicBezTo>
                  <a:cubicBezTo>
                    <a:pt x="118" y="7"/>
                    <a:pt x="122" y="0"/>
                    <a:pt x="138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8" name="Freeform 249">
              <a:extLst>
                <a:ext uri="{FF2B5EF4-FFF2-40B4-BE49-F238E27FC236}">
                  <a16:creationId xmlns:a16="http://schemas.microsoft.com/office/drawing/2014/main" id="{EC88B37C-5C83-4D91-9B08-864D9FA3B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631"/>
              <a:ext cx="295" cy="93"/>
            </a:xfrm>
            <a:custGeom>
              <a:avLst/>
              <a:gdLst>
                <a:gd name="T0" fmla="*/ 686 w 138"/>
                <a:gd name="T1" fmla="*/ 377 h 41"/>
                <a:gd name="T2" fmla="*/ 1349 w 138"/>
                <a:gd name="T3" fmla="*/ 45 h 41"/>
                <a:gd name="T4" fmla="*/ 695 w 138"/>
                <a:gd name="T5" fmla="*/ 268 h 41"/>
                <a:gd name="T6" fmla="*/ 173 w 138"/>
                <a:gd name="T7" fmla="*/ 0 h 41"/>
                <a:gd name="T8" fmla="*/ 686 w 138"/>
                <a:gd name="T9" fmla="*/ 37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41">
                  <a:moveTo>
                    <a:pt x="70" y="32"/>
                  </a:moveTo>
                  <a:cubicBezTo>
                    <a:pt x="108" y="25"/>
                    <a:pt x="131" y="14"/>
                    <a:pt x="138" y="4"/>
                  </a:cubicBezTo>
                  <a:cubicBezTo>
                    <a:pt x="119" y="17"/>
                    <a:pt x="93" y="21"/>
                    <a:pt x="71" y="23"/>
                  </a:cubicBezTo>
                  <a:cubicBezTo>
                    <a:pt x="55" y="24"/>
                    <a:pt x="6" y="30"/>
                    <a:pt x="18" y="0"/>
                  </a:cubicBezTo>
                  <a:cubicBezTo>
                    <a:pt x="0" y="16"/>
                    <a:pt x="13" y="41"/>
                    <a:pt x="70" y="3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9" name="Freeform 250">
              <a:extLst>
                <a:ext uri="{FF2B5EF4-FFF2-40B4-BE49-F238E27FC236}">
                  <a16:creationId xmlns:a16="http://schemas.microsoft.com/office/drawing/2014/main" id="{0445DBFD-D265-4875-825A-890F0F4F2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592"/>
              <a:ext cx="214" cy="27"/>
            </a:xfrm>
            <a:custGeom>
              <a:avLst/>
              <a:gdLst>
                <a:gd name="T0" fmla="*/ 509 w 100"/>
                <a:gd name="T1" fmla="*/ 126 h 12"/>
                <a:gd name="T2" fmla="*/ 775 w 100"/>
                <a:gd name="T3" fmla="*/ 81 h 12"/>
                <a:gd name="T4" fmla="*/ 980 w 100"/>
                <a:gd name="T5" fmla="*/ 72 h 12"/>
                <a:gd name="T6" fmla="*/ 490 w 100"/>
                <a:gd name="T7" fmla="*/ 81 h 12"/>
                <a:gd name="T8" fmla="*/ 0 w 100"/>
                <a:gd name="T9" fmla="*/ 101 h 12"/>
                <a:gd name="T10" fmla="*/ 225 w 100"/>
                <a:gd name="T11" fmla="*/ 117 h 12"/>
                <a:gd name="T12" fmla="*/ 509 w 100"/>
                <a:gd name="T13" fmla="*/ 12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2">
                  <a:moveTo>
                    <a:pt x="52" y="11"/>
                  </a:moveTo>
                  <a:cubicBezTo>
                    <a:pt x="62" y="10"/>
                    <a:pt x="68" y="9"/>
                    <a:pt x="79" y="7"/>
                  </a:cubicBezTo>
                  <a:cubicBezTo>
                    <a:pt x="85" y="6"/>
                    <a:pt x="94" y="7"/>
                    <a:pt x="100" y="6"/>
                  </a:cubicBezTo>
                  <a:cubicBezTo>
                    <a:pt x="88" y="0"/>
                    <a:pt x="81" y="6"/>
                    <a:pt x="50" y="7"/>
                  </a:cubicBezTo>
                  <a:cubicBezTo>
                    <a:pt x="22" y="7"/>
                    <a:pt x="12" y="4"/>
                    <a:pt x="0" y="9"/>
                  </a:cubicBezTo>
                  <a:cubicBezTo>
                    <a:pt x="6" y="8"/>
                    <a:pt x="18" y="9"/>
                    <a:pt x="23" y="10"/>
                  </a:cubicBezTo>
                  <a:cubicBezTo>
                    <a:pt x="32" y="12"/>
                    <a:pt x="42" y="12"/>
                    <a:pt x="52" y="1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0" name="Freeform 251">
              <a:extLst>
                <a:ext uri="{FF2B5EF4-FFF2-40B4-BE49-F238E27FC236}">
                  <a16:creationId xmlns:a16="http://schemas.microsoft.com/office/drawing/2014/main" id="{66B1B40B-C045-4722-BA50-544389627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551"/>
              <a:ext cx="158" cy="210"/>
            </a:xfrm>
            <a:custGeom>
              <a:avLst/>
              <a:gdLst>
                <a:gd name="T0" fmla="*/ 720 w 74"/>
                <a:gd name="T1" fmla="*/ 37 h 92"/>
                <a:gd name="T2" fmla="*/ 96 w 74"/>
                <a:gd name="T3" fmla="*/ 427 h 92"/>
                <a:gd name="T4" fmla="*/ 205 w 74"/>
                <a:gd name="T5" fmla="*/ 1093 h 92"/>
                <a:gd name="T6" fmla="*/ 173 w 74"/>
                <a:gd name="T7" fmla="*/ 381 h 92"/>
                <a:gd name="T8" fmla="*/ 720 w 74"/>
                <a:gd name="T9" fmla="*/ 37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2">
                  <a:moveTo>
                    <a:pt x="74" y="3"/>
                  </a:moveTo>
                  <a:cubicBezTo>
                    <a:pt x="56" y="0"/>
                    <a:pt x="20" y="12"/>
                    <a:pt x="10" y="36"/>
                  </a:cubicBezTo>
                  <a:cubicBezTo>
                    <a:pt x="0" y="59"/>
                    <a:pt x="11" y="84"/>
                    <a:pt x="21" y="92"/>
                  </a:cubicBezTo>
                  <a:cubicBezTo>
                    <a:pt x="18" y="86"/>
                    <a:pt x="1" y="55"/>
                    <a:pt x="18" y="32"/>
                  </a:cubicBezTo>
                  <a:cubicBezTo>
                    <a:pt x="35" y="8"/>
                    <a:pt x="62" y="3"/>
                    <a:pt x="74" y="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1" name="Freeform 252">
              <a:extLst>
                <a:ext uri="{FF2B5EF4-FFF2-40B4-BE49-F238E27FC236}">
                  <a16:creationId xmlns:a16="http://schemas.microsoft.com/office/drawing/2014/main" id="{B2302C6D-4DFA-4623-A745-922851D55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2519"/>
              <a:ext cx="185" cy="52"/>
            </a:xfrm>
            <a:custGeom>
              <a:avLst/>
              <a:gdLst>
                <a:gd name="T0" fmla="*/ 0 w 86"/>
                <a:gd name="T1" fmla="*/ 183 h 23"/>
                <a:gd name="T2" fmla="*/ 856 w 86"/>
                <a:gd name="T3" fmla="*/ 267 h 23"/>
                <a:gd name="T4" fmla="*/ 439 w 86"/>
                <a:gd name="T5" fmla="*/ 138 h 23"/>
                <a:gd name="T6" fmla="*/ 0 w 86"/>
                <a:gd name="T7" fmla="*/ 18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23">
                  <a:moveTo>
                    <a:pt x="0" y="16"/>
                  </a:moveTo>
                  <a:cubicBezTo>
                    <a:pt x="20" y="12"/>
                    <a:pt x="54" y="0"/>
                    <a:pt x="86" y="23"/>
                  </a:cubicBezTo>
                  <a:cubicBezTo>
                    <a:pt x="79" y="19"/>
                    <a:pt x="62" y="13"/>
                    <a:pt x="44" y="12"/>
                  </a:cubicBezTo>
                  <a:cubicBezTo>
                    <a:pt x="28" y="11"/>
                    <a:pt x="7" y="17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2" name="Freeform 253">
              <a:extLst>
                <a:ext uri="{FF2B5EF4-FFF2-40B4-BE49-F238E27FC236}">
                  <a16:creationId xmlns:a16="http://schemas.microsoft.com/office/drawing/2014/main" id="{31CE5FDA-BD28-4AF4-A07E-27921308E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647"/>
              <a:ext cx="259" cy="80"/>
            </a:xfrm>
            <a:custGeom>
              <a:avLst/>
              <a:gdLst>
                <a:gd name="T0" fmla="*/ 0 w 121"/>
                <a:gd name="T1" fmla="*/ 277 h 35"/>
                <a:gd name="T2" fmla="*/ 578 w 121"/>
                <a:gd name="T3" fmla="*/ 309 h 35"/>
                <a:gd name="T4" fmla="*/ 1186 w 121"/>
                <a:gd name="T5" fmla="*/ 0 h 35"/>
                <a:gd name="T6" fmla="*/ 578 w 121"/>
                <a:gd name="T7" fmla="*/ 345 h 35"/>
                <a:gd name="T8" fmla="*/ 0 w 121"/>
                <a:gd name="T9" fmla="*/ 27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5">
                  <a:moveTo>
                    <a:pt x="0" y="23"/>
                  </a:moveTo>
                  <a:cubicBezTo>
                    <a:pt x="12" y="29"/>
                    <a:pt x="32" y="32"/>
                    <a:pt x="59" y="26"/>
                  </a:cubicBezTo>
                  <a:cubicBezTo>
                    <a:pt x="90" y="19"/>
                    <a:pt x="110" y="12"/>
                    <a:pt x="121" y="0"/>
                  </a:cubicBezTo>
                  <a:cubicBezTo>
                    <a:pt x="116" y="7"/>
                    <a:pt x="100" y="23"/>
                    <a:pt x="59" y="29"/>
                  </a:cubicBezTo>
                  <a:cubicBezTo>
                    <a:pt x="22" y="35"/>
                    <a:pt x="11" y="30"/>
                    <a:pt x="0" y="23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3" name="Freeform 254">
              <a:extLst>
                <a:ext uri="{FF2B5EF4-FFF2-40B4-BE49-F238E27FC236}">
                  <a16:creationId xmlns:a16="http://schemas.microsoft.com/office/drawing/2014/main" id="{8A4DFF4D-B1C1-47B2-A96D-A200B9CF4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631"/>
              <a:ext cx="319" cy="176"/>
            </a:xfrm>
            <a:custGeom>
              <a:avLst/>
              <a:gdLst>
                <a:gd name="T0" fmla="*/ 0 w 149"/>
                <a:gd name="T1" fmla="*/ 894 h 77"/>
                <a:gd name="T2" fmla="*/ 1237 w 149"/>
                <a:gd name="T3" fmla="*/ 528 h 77"/>
                <a:gd name="T4" fmla="*/ 1462 w 149"/>
                <a:gd name="T5" fmla="*/ 0 h 77"/>
                <a:gd name="T6" fmla="*/ 1021 w 149"/>
                <a:gd name="T7" fmla="*/ 597 h 77"/>
                <a:gd name="T8" fmla="*/ 0 w 149"/>
                <a:gd name="T9" fmla="*/ 89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77">
                  <a:moveTo>
                    <a:pt x="0" y="75"/>
                  </a:moveTo>
                  <a:cubicBezTo>
                    <a:pt x="20" y="77"/>
                    <a:pt x="95" y="70"/>
                    <a:pt x="126" y="44"/>
                  </a:cubicBezTo>
                  <a:cubicBezTo>
                    <a:pt x="134" y="38"/>
                    <a:pt x="146" y="22"/>
                    <a:pt x="149" y="0"/>
                  </a:cubicBezTo>
                  <a:cubicBezTo>
                    <a:pt x="148" y="5"/>
                    <a:pt x="144" y="30"/>
                    <a:pt x="104" y="50"/>
                  </a:cubicBezTo>
                  <a:cubicBezTo>
                    <a:pt x="65" y="69"/>
                    <a:pt x="0" y="75"/>
                    <a:pt x="0" y="7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4" name="Freeform 255">
              <a:extLst>
                <a:ext uri="{FF2B5EF4-FFF2-40B4-BE49-F238E27FC236}">
                  <a16:creationId xmlns:a16="http://schemas.microsoft.com/office/drawing/2014/main" id="{F4BDACC4-FF38-41F3-ACB7-7FE42C23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523"/>
              <a:ext cx="478" cy="306"/>
            </a:xfrm>
            <a:custGeom>
              <a:avLst/>
              <a:gdLst>
                <a:gd name="T0" fmla="*/ 405 w 223"/>
                <a:gd name="T1" fmla="*/ 203 h 134"/>
                <a:gd name="T2" fmla="*/ 51 w 223"/>
                <a:gd name="T3" fmla="*/ 964 h 134"/>
                <a:gd name="T4" fmla="*/ 1213 w 223"/>
                <a:gd name="T5" fmla="*/ 1455 h 134"/>
                <a:gd name="T6" fmla="*/ 2169 w 223"/>
                <a:gd name="T7" fmla="*/ 594 h 134"/>
                <a:gd name="T8" fmla="*/ 1833 w 223"/>
                <a:gd name="T9" fmla="*/ 84 h 134"/>
                <a:gd name="T10" fmla="*/ 1112 w 223"/>
                <a:gd name="T11" fmla="*/ 130 h 134"/>
                <a:gd name="T12" fmla="*/ 405 w 223"/>
                <a:gd name="T13" fmla="*/ 203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134">
                  <a:moveTo>
                    <a:pt x="41" y="17"/>
                  </a:moveTo>
                  <a:cubicBezTo>
                    <a:pt x="14" y="29"/>
                    <a:pt x="0" y="50"/>
                    <a:pt x="5" y="81"/>
                  </a:cubicBezTo>
                  <a:cubicBezTo>
                    <a:pt x="14" y="121"/>
                    <a:pt x="61" y="134"/>
                    <a:pt x="123" y="122"/>
                  </a:cubicBezTo>
                  <a:cubicBezTo>
                    <a:pt x="184" y="109"/>
                    <a:pt x="213" y="94"/>
                    <a:pt x="220" y="50"/>
                  </a:cubicBezTo>
                  <a:cubicBezTo>
                    <a:pt x="223" y="29"/>
                    <a:pt x="210" y="13"/>
                    <a:pt x="186" y="7"/>
                  </a:cubicBezTo>
                  <a:cubicBezTo>
                    <a:pt x="161" y="0"/>
                    <a:pt x="145" y="7"/>
                    <a:pt x="113" y="11"/>
                  </a:cubicBezTo>
                  <a:cubicBezTo>
                    <a:pt x="96" y="14"/>
                    <a:pt x="66" y="6"/>
                    <a:pt x="41" y="1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5" name="Freeform 256">
              <a:extLst>
                <a:ext uri="{FF2B5EF4-FFF2-40B4-BE49-F238E27FC236}">
                  <a16:creationId xmlns:a16="http://schemas.microsoft.com/office/drawing/2014/main" id="{6A902BE0-C4B0-4FB7-9DAE-CC25D668E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610"/>
              <a:ext cx="287" cy="110"/>
            </a:xfrm>
            <a:custGeom>
              <a:avLst/>
              <a:gdLst>
                <a:gd name="T0" fmla="*/ 1257 w 134"/>
                <a:gd name="T1" fmla="*/ 0 h 48"/>
                <a:gd name="T2" fmla="*/ 1298 w 134"/>
                <a:gd name="T3" fmla="*/ 94 h 48"/>
                <a:gd name="T4" fmla="*/ 610 w 134"/>
                <a:gd name="T5" fmla="*/ 484 h 48"/>
                <a:gd name="T6" fmla="*/ 41 w 134"/>
                <a:gd name="T7" fmla="*/ 337 h 48"/>
                <a:gd name="T8" fmla="*/ 156 w 134"/>
                <a:gd name="T9" fmla="*/ 57 h 48"/>
                <a:gd name="T10" fmla="*/ 156 w 134"/>
                <a:gd name="T11" fmla="*/ 57 h 48"/>
                <a:gd name="T12" fmla="*/ 28 w 134"/>
                <a:gd name="T13" fmla="*/ 337 h 48"/>
                <a:gd name="T14" fmla="*/ 610 w 134"/>
                <a:gd name="T15" fmla="*/ 504 h 48"/>
                <a:gd name="T16" fmla="*/ 1317 w 134"/>
                <a:gd name="T17" fmla="*/ 94 h 48"/>
                <a:gd name="T18" fmla="*/ 1257 w 134"/>
                <a:gd name="T19" fmla="*/ 0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48">
                  <a:moveTo>
                    <a:pt x="128" y="0"/>
                  </a:moveTo>
                  <a:cubicBezTo>
                    <a:pt x="130" y="1"/>
                    <a:pt x="133" y="4"/>
                    <a:pt x="132" y="8"/>
                  </a:cubicBezTo>
                  <a:cubicBezTo>
                    <a:pt x="131" y="16"/>
                    <a:pt x="111" y="32"/>
                    <a:pt x="62" y="40"/>
                  </a:cubicBezTo>
                  <a:cubicBezTo>
                    <a:pt x="25" y="46"/>
                    <a:pt x="8" y="37"/>
                    <a:pt x="4" y="28"/>
                  </a:cubicBezTo>
                  <a:cubicBezTo>
                    <a:pt x="1" y="20"/>
                    <a:pt x="6" y="11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5" y="12"/>
                    <a:pt x="0" y="20"/>
                    <a:pt x="3" y="28"/>
                  </a:cubicBezTo>
                  <a:cubicBezTo>
                    <a:pt x="7" y="39"/>
                    <a:pt x="24" y="48"/>
                    <a:pt x="62" y="42"/>
                  </a:cubicBezTo>
                  <a:cubicBezTo>
                    <a:pt x="109" y="34"/>
                    <a:pt x="132" y="19"/>
                    <a:pt x="134" y="8"/>
                  </a:cubicBezTo>
                  <a:cubicBezTo>
                    <a:pt x="134" y="4"/>
                    <a:pt x="132" y="2"/>
                    <a:pt x="12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6" name="Freeform 257">
              <a:extLst>
                <a:ext uri="{FF2B5EF4-FFF2-40B4-BE49-F238E27FC236}">
                  <a16:creationId xmlns:a16="http://schemas.microsoft.com/office/drawing/2014/main" id="{07348EBF-F156-4C1D-B7E6-F449D9D6F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921"/>
              <a:ext cx="352" cy="349"/>
            </a:xfrm>
            <a:custGeom>
              <a:avLst/>
              <a:gdLst>
                <a:gd name="T0" fmla="*/ 148 w 164"/>
                <a:gd name="T1" fmla="*/ 833 h 153"/>
                <a:gd name="T2" fmla="*/ 157 w 164"/>
                <a:gd name="T3" fmla="*/ 1519 h 153"/>
                <a:gd name="T4" fmla="*/ 1120 w 164"/>
                <a:gd name="T5" fmla="*/ 1307 h 153"/>
                <a:gd name="T6" fmla="*/ 1502 w 164"/>
                <a:gd name="T7" fmla="*/ 260 h 153"/>
                <a:gd name="T8" fmla="*/ 1097 w 164"/>
                <a:gd name="T9" fmla="*/ 57 h 153"/>
                <a:gd name="T10" fmla="*/ 622 w 164"/>
                <a:gd name="T11" fmla="*/ 438 h 153"/>
                <a:gd name="T12" fmla="*/ 148 w 164"/>
                <a:gd name="T13" fmla="*/ 833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153">
                  <a:moveTo>
                    <a:pt x="15" y="70"/>
                  </a:moveTo>
                  <a:cubicBezTo>
                    <a:pt x="1" y="89"/>
                    <a:pt x="0" y="109"/>
                    <a:pt x="16" y="128"/>
                  </a:cubicBezTo>
                  <a:cubicBezTo>
                    <a:pt x="38" y="153"/>
                    <a:pt x="76" y="143"/>
                    <a:pt x="113" y="110"/>
                  </a:cubicBezTo>
                  <a:cubicBezTo>
                    <a:pt x="150" y="77"/>
                    <a:pt x="164" y="55"/>
                    <a:pt x="152" y="22"/>
                  </a:cubicBezTo>
                  <a:cubicBezTo>
                    <a:pt x="146" y="6"/>
                    <a:pt x="131" y="0"/>
                    <a:pt x="111" y="5"/>
                  </a:cubicBezTo>
                  <a:cubicBezTo>
                    <a:pt x="91" y="10"/>
                    <a:pt x="83" y="22"/>
                    <a:pt x="63" y="37"/>
                  </a:cubicBezTo>
                  <a:cubicBezTo>
                    <a:pt x="52" y="45"/>
                    <a:pt x="28" y="52"/>
                    <a:pt x="15" y="70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7" name="Freeform 258">
              <a:extLst>
                <a:ext uri="{FF2B5EF4-FFF2-40B4-BE49-F238E27FC236}">
                  <a16:creationId xmlns:a16="http://schemas.microsoft.com/office/drawing/2014/main" id="{92AD708D-1D3C-42D3-B032-739E1C45D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998"/>
              <a:ext cx="214" cy="197"/>
            </a:xfrm>
            <a:custGeom>
              <a:avLst/>
              <a:gdLst>
                <a:gd name="T0" fmla="*/ 852 w 100"/>
                <a:gd name="T1" fmla="*/ 0 h 86"/>
                <a:gd name="T2" fmla="*/ 559 w 100"/>
                <a:gd name="T3" fmla="*/ 662 h 86"/>
                <a:gd name="T4" fmla="*/ 109 w 100"/>
                <a:gd name="T5" fmla="*/ 577 h 86"/>
                <a:gd name="T6" fmla="*/ 482 w 100"/>
                <a:gd name="T7" fmla="*/ 252 h 86"/>
                <a:gd name="T8" fmla="*/ 852 w 100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86">
                  <a:moveTo>
                    <a:pt x="87" y="0"/>
                  </a:moveTo>
                  <a:cubicBezTo>
                    <a:pt x="100" y="0"/>
                    <a:pt x="95" y="24"/>
                    <a:pt x="57" y="55"/>
                  </a:cubicBezTo>
                  <a:cubicBezTo>
                    <a:pt x="19" y="86"/>
                    <a:pt x="0" y="69"/>
                    <a:pt x="11" y="48"/>
                  </a:cubicBezTo>
                  <a:cubicBezTo>
                    <a:pt x="18" y="35"/>
                    <a:pt x="26" y="35"/>
                    <a:pt x="49" y="21"/>
                  </a:cubicBezTo>
                  <a:cubicBezTo>
                    <a:pt x="72" y="7"/>
                    <a:pt x="72" y="1"/>
                    <a:pt x="87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8" name="Freeform 259">
              <a:extLst>
                <a:ext uri="{FF2B5EF4-FFF2-40B4-BE49-F238E27FC236}">
                  <a16:creationId xmlns:a16="http://schemas.microsoft.com/office/drawing/2014/main" id="{9E2D5530-99FE-4DEA-A6C7-042A0C6E3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019"/>
              <a:ext cx="193" cy="171"/>
            </a:xfrm>
            <a:custGeom>
              <a:avLst/>
              <a:gdLst>
                <a:gd name="T0" fmla="*/ 534 w 90"/>
                <a:gd name="T1" fmla="*/ 545 h 75"/>
                <a:gd name="T2" fmla="*/ 888 w 90"/>
                <a:gd name="T3" fmla="*/ 0 h 75"/>
                <a:gd name="T4" fmla="*/ 502 w 90"/>
                <a:gd name="T5" fmla="*/ 463 h 75"/>
                <a:gd name="T6" fmla="*/ 60 w 90"/>
                <a:gd name="T7" fmla="*/ 520 h 75"/>
                <a:gd name="T8" fmla="*/ 534 w 90"/>
                <a:gd name="T9" fmla="*/ 54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75">
                  <a:moveTo>
                    <a:pt x="54" y="46"/>
                  </a:moveTo>
                  <a:cubicBezTo>
                    <a:pt x="78" y="26"/>
                    <a:pt x="89" y="9"/>
                    <a:pt x="90" y="0"/>
                  </a:cubicBezTo>
                  <a:cubicBezTo>
                    <a:pt x="82" y="16"/>
                    <a:pt x="66" y="29"/>
                    <a:pt x="51" y="39"/>
                  </a:cubicBezTo>
                  <a:cubicBezTo>
                    <a:pt x="41" y="46"/>
                    <a:pt x="9" y="70"/>
                    <a:pt x="6" y="44"/>
                  </a:cubicBezTo>
                  <a:cubicBezTo>
                    <a:pt x="0" y="63"/>
                    <a:pt x="19" y="75"/>
                    <a:pt x="54" y="46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9" name="Freeform 260">
              <a:extLst>
                <a:ext uri="{FF2B5EF4-FFF2-40B4-BE49-F238E27FC236}">
                  <a16:creationId xmlns:a16="http://schemas.microsoft.com/office/drawing/2014/main" id="{2B635D19-3F4F-4AC1-9A75-C9437CC17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001"/>
              <a:ext cx="146" cy="93"/>
            </a:xfrm>
            <a:custGeom>
              <a:avLst/>
              <a:gdLst>
                <a:gd name="T0" fmla="*/ 365 w 68"/>
                <a:gd name="T1" fmla="*/ 256 h 41"/>
                <a:gd name="T2" fmla="*/ 535 w 68"/>
                <a:gd name="T3" fmla="*/ 102 h 41"/>
                <a:gd name="T4" fmla="*/ 672 w 68"/>
                <a:gd name="T5" fmla="*/ 0 h 41"/>
                <a:gd name="T6" fmla="*/ 337 w 68"/>
                <a:gd name="T7" fmla="*/ 231 h 41"/>
                <a:gd name="T8" fmla="*/ 0 w 68"/>
                <a:gd name="T9" fmla="*/ 479 h 41"/>
                <a:gd name="T10" fmla="*/ 157 w 68"/>
                <a:gd name="T11" fmla="*/ 386 h 41"/>
                <a:gd name="T12" fmla="*/ 365 w 68"/>
                <a:gd name="T13" fmla="*/ 25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41">
                  <a:moveTo>
                    <a:pt x="37" y="22"/>
                  </a:moveTo>
                  <a:cubicBezTo>
                    <a:pt x="44" y="17"/>
                    <a:pt x="47" y="14"/>
                    <a:pt x="54" y="9"/>
                  </a:cubicBezTo>
                  <a:cubicBezTo>
                    <a:pt x="58" y="5"/>
                    <a:pt x="64" y="2"/>
                    <a:pt x="68" y="0"/>
                  </a:cubicBezTo>
                  <a:cubicBezTo>
                    <a:pt x="57" y="1"/>
                    <a:pt x="55" y="7"/>
                    <a:pt x="34" y="20"/>
                  </a:cubicBezTo>
                  <a:cubicBezTo>
                    <a:pt x="15" y="31"/>
                    <a:pt x="6" y="33"/>
                    <a:pt x="0" y="41"/>
                  </a:cubicBezTo>
                  <a:cubicBezTo>
                    <a:pt x="4" y="38"/>
                    <a:pt x="12" y="34"/>
                    <a:pt x="16" y="33"/>
                  </a:cubicBezTo>
                  <a:cubicBezTo>
                    <a:pt x="24" y="30"/>
                    <a:pt x="30" y="27"/>
                    <a:pt x="37" y="2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0" name="Freeform 261">
              <a:extLst>
                <a:ext uri="{FF2B5EF4-FFF2-40B4-BE49-F238E27FC236}">
                  <a16:creationId xmlns:a16="http://schemas.microsoft.com/office/drawing/2014/main" id="{3A08206F-C266-4FA4-8FE4-2E78BD953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044"/>
              <a:ext cx="73" cy="190"/>
            </a:xfrm>
            <a:custGeom>
              <a:avLst/>
              <a:gdLst>
                <a:gd name="T0" fmla="*/ 337 w 34"/>
                <a:gd name="T1" fmla="*/ 0 h 83"/>
                <a:gd name="T2" fmla="*/ 28 w 34"/>
                <a:gd name="T3" fmla="*/ 577 h 83"/>
                <a:gd name="T4" fmla="*/ 326 w 34"/>
                <a:gd name="T5" fmla="*/ 996 h 83"/>
                <a:gd name="T6" fmla="*/ 69 w 34"/>
                <a:gd name="T7" fmla="*/ 504 h 83"/>
                <a:gd name="T8" fmla="*/ 337 w 34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83">
                  <a:moveTo>
                    <a:pt x="34" y="0"/>
                  </a:moveTo>
                  <a:cubicBezTo>
                    <a:pt x="21" y="6"/>
                    <a:pt x="0" y="28"/>
                    <a:pt x="3" y="48"/>
                  </a:cubicBezTo>
                  <a:cubicBezTo>
                    <a:pt x="6" y="68"/>
                    <a:pt x="23" y="81"/>
                    <a:pt x="33" y="83"/>
                  </a:cubicBezTo>
                  <a:cubicBezTo>
                    <a:pt x="28" y="80"/>
                    <a:pt x="5" y="65"/>
                    <a:pt x="7" y="42"/>
                  </a:cubicBezTo>
                  <a:cubicBezTo>
                    <a:pt x="9" y="19"/>
                    <a:pt x="26" y="5"/>
                    <a:pt x="34" y="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1" name="Freeform 262">
              <a:extLst>
                <a:ext uri="{FF2B5EF4-FFF2-40B4-BE49-F238E27FC236}">
                  <a16:creationId xmlns:a16="http://schemas.microsoft.com/office/drawing/2014/main" id="{2D61E831-FC5D-48AB-85E7-3D598D838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2928"/>
              <a:ext cx="135" cy="75"/>
            </a:xfrm>
            <a:custGeom>
              <a:avLst/>
              <a:gdLst>
                <a:gd name="T0" fmla="*/ 0 w 63"/>
                <a:gd name="T1" fmla="*/ 386 h 33"/>
                <a:gd name="T2" fmla="*/ 619 w 63"/>
                <a:gd name="T3" fmla="*/ 45 h 33"/>
                <a:gd name="T4" fmla="*/ 285 w 63"/>
                <a:gd name="T5" fmla="*/ 155 h 33"/>
                <a:gd name="T6" fmla="*/ 0 w 63"/>
                <a:gd name="T7" fmla="*/ 38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3">
                  <a:moveTo>
                    <a:pt x="0" y="33"/>
                  </a:moveTo>
                  <a:cubicBezTo>
                    <a:pt x="13" y="23"/>
                    <a:pt x="31" y="0"/>
                    <a:pt x="63" y="4"/>
                  </a:cubicBezTo>
                  <a:cubicBezTo>
                    <a:pt x="56" y="4"/>
                    <a:pt x="42" y="7"/>
                    <a:pt x="29" y="13"/>
                  </a:cubicBezTo>
                  <a:cubicBezTo>
                    <a:pt x="18" y="18"/>
                    <a:pt x="5" y="31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2" name="Freeform 263">
              <a:extLst>
                <a:ext uri="{FF2B5EF4-FFF2-40B4-BE49-F238E27FC236}">
                  <a16:creationId xmlns:a16="http://schemas.microsoft.com/office/drawing/2014/main" id="{E0DF2404-1E75-414B-A94D-7147816CE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024"/>
              <a:ext cx="160" cy="146"/>
            </a:xfrm>
            <a:custGeom>
              <a:avLst/>
              <a:gdLst>
                <a:gd name="T0" fmla="*/ 0 w 75"/>
                <a:gd name="T1" fmla="*/ 751 h 64"/>
                <a:gd name="T2" fmla="*/ 410 w 75"/>
                <a:gd name="T3" fmla="*/ 500 h 64"/>
                <a:gd name="T4" fmla="*/ 727 w 75"/>
                <a:gd name="T5" fmla="*/ 0 h 64"/>
                <a:gd name="T6" fmla="*/ 418 w 75"/>
                <a:gd name="T7" fmla="*/ 536 h 64"/>
                <a:gd name="T8" fmla="*/ 0 w 75"/>
                <a:gd name="T9" fmla="*/ 75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4">
                  <a:moveTo>
                    <a:pt x="0" y="63"/>
                  </a:moveTo>
                  <a:cubicBezTo>
                    <a:pt x="10" y="63"/>
                    <a:pt x="25" y="57"/>
                    <a:pt x="42" y="42"/>
                  </a:cubicBezTo>
                  <a:cubicBezTo>
                    <a:pt x="61" y="25"/>
                    <a:pt x="72" y="12"/>
                    <a:pt x="75" y="0"/>
                  </a:cubicBezTo>
                  <a:cubicBezTo>
                    <a:pt x="74" y="6"/>
                    <a:pt x="69" y="24"/>
                    <a:pt x="43" y="45"/>
                  </a:cubicBezTo>
                  <a:cubicBezTo>
                    <a:pt x="19" y="63"/>
                    <a:pt x="11" y="64"/>
                    <a:pt x="0" y="63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3" name="Freeform 264">
              <a:extLst>
                <a:ext uri="{FF2B5EF4-FFF2-40B4-BE49-F238E27FC236}">
                  <a16:creationId xmlns:a16="http://schemas.microsoft.com/office/drawing/2014/main" id="{AF9C2130-1CD5-43FD-9B1C-6E83C1AD2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969"/>
              <a:ext cx="174" cy="253"/>
            </a:xfrm>
            <a:custGeom>
              <a:avLst/>
              <a:gdLst>
                <a:gd name="T0" fmla="*/ 0 w 81"/>
                <a:gd name="T1" fmla="*/ 1315 h 111"/>
                <a:gd name="T2" fmla="*/ 743 w 81"/>
                <a:gd name="T3" fmla="*/ 463 h 111"/>
                <a:gd name="T4" fmla="*/ 724 w 81"/>
                <a:gd name="T5" fmla="*/ 0 h 111"/>
                <a:gd name="T6" fmla="*/ 614 w 81"/>
                <a:gd name="T7" fmla="*/ 618 h 111"/>
                <a:gd name="T8" fmla="*/ 0 w 81"/>
                <a:gd name="T9" fmla="*/ 1315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11">
                  <a:moveTo>
                    <a:pt x="0" y="111"/>
                  </a:moveTo>
                  <a:cubicBezTo>
                    <a:pt x="14" y="104"/>
                    <a:pt x="63" y="69"/>
                    <a:pt x="75" y="39"/>
                  </a:cubicBezTo>
                  <a:cubicBezTo>
                    <a:pt x="77" y="32"/>
                    <a:pt x="80" y="16"/>
                    <a:pt x="73" y="0"/>
                  </a:cubicBezTo>
                  <a:cubicBezTo>
                    <a:pt x="74" y="3"/>
                    <a:pt x="81" y="23"/>
                    <a:pt x="62" y="52"/>
                  </a:cubicBezTo>
                  <a:cubicBezTo>
                    <a:pt x="42" y="81"/>
                    <a:pt x="0" y="111"/>
                    <a:pt x="0" y="11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4" name="Freeform 265">
              <a:extLst>
                <a:ext uri="{FF2B5EF4-FFF2-40B4-BE49-F238E27FC236}">
                  <a16:creationId xmlns:a16="http://schemas.microsoft.com/office/drawing/2014/main" id="{E8CB1239-4E49-44AE-BEB9-5EF481E26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921"/>
              <a:ext cx="352" cy="349"/>
            </a:xfrm>
            <a:custGeom>
              <a:avLst/>
              <a:gdLst>
                <a:gd name="T0" fmla="*/ 148 w 164"/>
                <a:gd name="T1" fmla="*/ 833 h 153"/>
                <a:gd name="T2" fmla="*/ 157 w 164"/>
                <a:gd name="T3" fmla="*/ 1519 h 153"/>
                <a:gd name="T4" fmla="*/ 1120 w 164"/>
                <a:gd name="T5" fmla="*/ 1307 h 153"/>
                <a:gd name="T6" fmla="*/ 1502 w 164"/>
                <a:gd name="T7" fmla="*/ 260 h 153"/>
                <a:gd name="T8" fmla="*/ 1097 w 164"/>
                <a:gd name="T9" fmla="*/ 57 h 153"/>
                <a:gd name="T10" fmla="*/ 622 w 164"/>
                <a:gd name="T11" fmla="*/ 438 h 153"/>
                <a:gd name="T12" fmla="*/ 148 w 164"/>
                <a:gd name="T13" fmla="*/ 833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153">
                  <a:moveTo>
                    <a:pt x="15" y="70"/>
                  </a:moveTo>
                  <a:cubicBezTo>
                    <a:pt x="1" y="89"/>
                    <a:pt x="0" y="109"/>
                    <a:pt x="16" y="128"/>
                  </a:cubicBezTo>
                  <a:cubicBezTo>
                    <a:pt x="38" y="153"/>
                    <a:pt x="76" y="143"/>
                    <a:pt x="113" y="110"/>
                  </a:cubicBezTo>
                  <a:cubicBezTo>
                    <a:pt x="150" y="77"/>
                    <a:pt x="164" y="55"/>
                    <a:pt x="152" y="22"/>
                  </a:cubicBezTo>
                  <a:cubicBezTo>
                    <a:pt x="146" y="6"/>
                    <a:pt x="131" y="0"/>
                    <a:pt x="111" y="5"/>
                  </a:cubicBezTo>
                  <a:cubicBezTo>
                    <a:pt x="91" y="10"/>
                    <a:pt x="83" y="22"/>
                    <a:pt x="63" y="37"/>
                  </a:cubicBezTo>
                  <a:cubicBezTo>
                    <a:pt x="52" y="45"/>
                    <a:pt x="28" y="52"/>
                    <a:pt x="15" y="7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5" name="Freeform 266">
              <a:extLst>
                <a:ext uri="{FF2B5EF4-FFF2-40B4-BE49-F238E27FC236}">
                  <a16:creationId xmlns:a16="http://schemas.microsoft.com/office/drawing/2014/main" id="{873E93C9-4D05-4D33-8BFF-A7F5A0595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998"/>
              <a:ext cx="195" cy="172"/>
            </a:xfrm>
            <a:custGeom>
              <a:avLst/>
              <a:gdLst>
                <a:gd name="T0" fmla="*/ 799 w 91"/>
                <a:gd name="T1" fmla="*/ 0 h 75"/>
                <a:gd name="T2" fmla="*/ 855 w 91"/>
                <a:gd name="T3" fmla="*/ 48 h 75"/>
                <a:gd name="T4" fmla="*/ 501 w 91"/>
                <a:gd name="T5" fmla="*/ 651 h 75"/>
                <a:gd name="T6" fmla="*/ 60 w 91"/>
                <a:gd name="T7" fmla="*/ 830 h 75"/>
                <a:gd name="T8" fmla="*/ 51 w 91"/>
                <a:gd name="T9" fmla="*/ 578 h 75"/>
                <a:gd name="T10" fmla="*/ 51 w 91"/>
                <a:gd name="T11" fmla="*/ 578 h 75"/>
                <a:gd name="T12" fmla="*/ 51 w 91"/>
                <a:gd name="T13" fmla="*/ 846 h 75"/>
                <a:gd name="T14" fmla="*/ 501 w 91"/>
                <a:gd name="T15" fmla="*/ 663 h 75"/>
                <a:gd name="T16" fmla="*/ 868 w 91"/>
                <a:gd name="T17" fmla="*/ 48 h 75"/>
                <a:gd name="T18" fmla="*/ 799 w 91"/>
                <a:gd name="T19" fmla="*/ 0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75">
                  <a:moveTo>
                    <a:pt x="81" y="0"/>
                  </a:moveTo>
                  <a:cubicBezTo>
                    <a:pt x="83" y="0"/>
                    <a:pt x="85" y="1"/>
                    <a:pt x="87" y="4"/>
                  </a:cubicBezTo>
                  <a:cubicBezTo>
                    <a:pt x="89" y="10"/>
                    <a:pt x="82" y="29"/>
                    <a:pt x="51" y="54"/>
                  </a:cubicBezTo>
                  <a:cubicBezTo>
                    <a:pt x="28" y="73"/>
                    <a:pt x="12" y="74"/>
                    <a:pt x="6" y="69"/>
                  </a:cubicBezTo>
                  <a:cubicBezTo>
                    <a:pt x="1" y="65"/>
                    <a:pt x="1" y="57"/>
                    <a:pt x="5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0" y="57"/>
                    <a:pt x="0" y="65"/>
                    <a:pt x="5" y="70"/>
                  </a:cubicBezTo>
                  <a:cubicBezTo>
                    <a:pt x="12" y="75"/>
                    <a:pt x="28" y="75"/>
                    <a:pt x="51" y="55"/>
                  </a:cubicBezTo>
                  <a:cubicBezTo>
                    <a:pt x="81" y="31"/>
                    <a:pt x="91" y="12"/>
                    <a:pt x="88" y="4"/>
                  </a:cubicBezTo>
                  <a:cubicBezTo>
                    <a:pt x="87" y="1"/>
                    <a:pt x="84" y="0"/>
                    <a:pt x="81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6" name="Freeform 267">
              <a:extLst>
                <a:ext uri="{FF2B5EF4-FFF2-40B4-BE49-F238E27FC236}">
                  <a16:creationId xmlns:a16="http://schemas.microsoft.com/office/drawing/2014/main" id="{A245CF69-5F06-46FD-B09B-1D481337A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524"/>
              <a:ext cx="392" cy="231"/>
            </a:xfrm>
            <a:custGeom>
              <a:avLst/>
              <a:gdLst>
                <a:gd name="T0" fmla="*/ 1660 w 183"/>
                <a:gd name="T1" fmla="*/ 1208 h 101"/>
                <a:gd name="T2" fmla="*/ 1506 w 183"/>
                <a:gd name="T3" fmla="*/ 215 h 101"/>
                <a:gd name="T4" fmla="*/ 591 w 183"/>
                <a:gd name="T5" fmla="*/ 178 h 101"/>
                <a:gd name="T6" fmla="*/ 88 w 183"/>
                <a:gd name="T7" fmla="*/ 634 h 101"/>
                <a:gd name="T8" fmla="*/ 41 w 183"/>
                <a:gd name="T9" fmla="*/ 1208 h 101"/>
                <a:gd name="T10" fmla="*/ 1660 w 183"/>
                <a:gd name="T11" fmla="*/ 1208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101">
                  <a:moveTo>
                    <a:pt x="169" y="101"/>
                  </a:moveTo>
                  <a:cubicBezTo>
                    <a:pt x="183" y="70"/>
                    <a:pt x="174" y="35"/>
                    <a:pt x="153" y="18"/>
                  </a:cubicBezTo>
                  <a:cubicBezTo>
                    <a:pt x="124" y="0"/>
                    <a:pt x="107" y="2"/>
                    <a:pt x="60" y="15"/>
                  </a:cubicBezTo>
                  <a:cubicBezTo>
                    <a:pt x="37" y="23"/>
                    <a:pt x="17" y="31"/>
                    <a:pt x="9" y="53"/>
                  </a:cubicBezTo>
                  <a:cubicBezTo>
                    <a:pt x="3" y="68"/>
                    <a:pt x="0" y="85"/>
                    <a:pt x="4" y="101"/>
                  </a:cubicBezTo>
                  <a:lnTo>
                    <a:pt x="169" y="101"/>
                  </a:ln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7" name="Freeform 268">
              <a:extLst>
                <a:ext uri="{FF2B5EF4-FFF2-40B4-BE49-F238E27FC236}">
                  <a16:creationId xmlns:a16="http://schemas.microsoft.com/office/drawing/2014/main" id="{6700794F-C1E0-4189-89AA-8841832A6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3547"/>
              <a:ext cx="120" cy="208"/>
            </a:xfrm>
            <a:custGeom>
              <a:avLst/>
              <a:gdLst>
                <a:gd name="T0" fmla="*/ 354 w 56"/>
                <a:gd name="T1" fmla="*/ 1086 h 91"/>
                <a:gd name="T2" fmla="*/ 422 w 56"/>
                <a:gd name="T3" fmla="*/ 1086 h 91"/>
                <a:gd name="T4" fmla="*/ 276 w 56"/>
                <a:gd name="T5" fmla="*/ 142 h 91"/>
                <a:gd name="T6" fmla="*/ 0 w 56"/>
                <a:gd name="T7" fmla="*/ 0 h 91"/>
                <a:gd name="T8" fmla="*/ 216 w 56"/>
                <a:gd name="T9" fmla="*/ 121 h 91"/>
                <a:gd name="T10" fmla="*/ 354 w 56"/>
                <a:gd name="T11" fmla="*/ 1086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91">
                  <a:moveTo>
                    <a:pt x="36" y="91"/>
                  </a:moveTo>
                  <a:cubicBezTo>
                    <a:pt x="43" y="91"/>
                    <a:pt x="43" y="91"/>
                    <a:pt x="43" y="91"/>
                  </a:cubicBezTo>
                  <a:cubicBezTo>
                    <a:pt x="56" y="61"/>
                    <a:pt x="48" y="28"/>
                    <a:pt x="28" y="12"/>
                  </a:cubicBezTo>
                  <a:cubicBezTo>
                    <a:pt x="18" y="5"/>
                    <a:pt x="10" y="1"/>
                    <a:pt x="0" y="0"/>
                  </a:cubicBezTo>
                  <a:cubicBezTo>
                    <a:pt x="7" y="2"/>
                    <a:pt x="14" y="5"/>
                    <a:pt x="22" y="10"/>
                  </a:cubicBezTo>
                  <a:cubicBezTo>
                    <a:pt x="43" y="26"/>
                    <a:pt x="50" y="61"/>
                    <a:pt x="36" y="9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8" name="Freeform 269">
              <a:extLst>
                <a:ext uri="{FF2B5EF4-FFF2-40B4-BE49-F238E27FC236}">
                  <a16:creationId xmlns:a16="http://schemas.microsoft.com/office/drawing/2014/main" id="{D9158101-E145-4162-A39D-F5B11465A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538"/>
              <a:ext cx="257" cy="217"/>
            </a:xfrm>
            <a:custGeom>
              <a:avLst/>
              <a:gdLst>
                <a:gd name="T0" fmla="*/ 109 w 120"/>
                <a:gd name="T1" fmla="*/ 1133 h 95"/>
                <a:gd name="T2" fmla="*/ 148 w 120"/>
                <a:gd name="T3" fmla="*/ 585 h 95"/>
                <a:gd name="T4" fmla="*/ 619 w 120"/>
                <a:gd name="T5" fmla="*/ 167 h 95"/>
                <a:gd name="T6" fmla="*/ 1178 w 120"/>
                <a:gd name="T7" fmla="*/ 48 h 95"/>
                <a:gd name="T8" fmla="*/ 559 w 120"/>
                <a:gd name="T9" fmla="*/ 158 h 95"/>
                <a:gd name="T10" fmla="*/ 88 w 120"/>
                <a:gd name="T11" fmla="*/ 573 h 95"/>
                <a:gd name="T12" fmla="*/ 51 w 120"/>
                <a:gd name="T13" fmla="*/ 1133 h 95"/>
                <a:gd name="T14" fmla="*/ 109 w 120"/>
                <a:gd name="T15" fmla="*/ 1133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95">
                  <a:moveTo>
                    <a:pt x="11" y="95"/>
                  </a:moveTo>
                  <a:cubicBezTo>
                    <a:pt x="7" y="79"/>
                    <a:pt x="10" y="63"/>
                    <a:pt x="15" y="49"/>
                  </a:cubicBezTo>
                  <a:cubicBezTo>
                    <a:pt x="23" y="29"/>
                    <a:pt x="41" y="21"/>
                    <a:pt x="63" y="14"/>
                  </a:cubicBezTo>
                  <a:cubicBezTo>
                    <a:pt x="89" y="6"/>
                    <a:pt x="106" y="2"/>
                    <a:pt x="120" y="4"/>
                  </a:cubicBezTo>
                  <a:cubicBezTo>
                    <a:pt x="104" y="0"/>
                    <a:pt x="87" y="4"/>
                    <a:pt x="57" y="13"/>
                  </a:cubicBezTo>
                  <a:cubicBezTo>
                    <a:pt x="35" y="20"/>
                    <a:pt x="17" y="28"/>
                    <a:pt x="9" y="48"/>
                  </a:cubicBezTo>
                  <a:cubicBezTo>
                    <a:pt x="3" y="63"/>
                    <a:pt x="0" y="79"/>
                    <a:pt x="5" y="95"/>
                  </a:cubicBezTo>
                  <a:lnTo>
                    <a:pt x="11" y="95"/>
                  </a:ln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9" name="Freeform 270">
              <a:extLst>
                <a:ext uri="{FF2B5EF4-FFF2-40B4-BE49-F238E27FC236}">
                  <a16:creationId xmlns:a16="http://schemas.microsoft.com/office/drawing/2014/main" id="{33C9E8B7-4BFA-4351-A509-A80004A1E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600"/>
              <a:ext cx="231" cy="155"/>
            </a:xfrm>
            <a:custGeom>
              <a:avLst/>
              <a:gdLst>
                <a:gd name="T0" fmla="*/ 800 w 108"/>
                <a:gd name="T1" fmla="*/ 805 h 68"/>
                <a:gd name="T2" fmla="*/ 732 w 108"/>
                <a:gd name="T3" fmla="*/ 73 h 68"/>
                <a:gd name="T4" fmla="*/ 19 w 108"/>
                <a:gd name="T5" fmla="*/ 472 h 68"/>
                <a:gd name="T6" fmla="*/ 88 w 108"/>
                <a:gd name="T7" fmla="*/ 805 h 68"/>
                <a:gd name="T8" fmla="*/ 800 w 108"/>
                <a:gd name="T9" fmla="*/ 805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8">
                  <a:moveTo>
                    <a:pt x="82" y="68"/>
                  </a:moveTo>
                  <a:cubicBezTo>
                    <a:pt x="108" y="49"/>
                    <a:pt x="108" y="15"/>
                    <a:pt x="75" y="6"/>
                  </a:cubicBezTo>
                  <a:cubicBezTo>
                    <a:pt x="50" y="0"/>
                    <a:pt x="7" y="17"/>
                    <a:pt x="2" y="40"/>
                  </a:cubicBezTo>
                  <a:cubicBezTo>
                    <a:pt x="0" y="48"/>
                    <a:pt x="2" y="59"/>
                    <a:pt x="9" y="68"/>
                  </a:cubicBezTo>
                  <a:lnTo>
                    <a:pt x="82" y="68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0" name="Freeform 271">
              <a:extLst>
                <a:ext uri="{FF2B5EF4-FFF2-40B4-BE49-F238E27FC236}">
                  <a16:creationId xmlns:a16="http://schemas.microsoft.com/office/drawing/2014/main" id="{1BAA52AB-1FCC-4FC9-AF09-C5A689B28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741"/>
              <a:ext cx="15" cy="14"/>
            </a:xfrm>
            <a:custGeom>
              <a:avLst/>
              <a:gdLst>
                <a:gd name="T0" fmla="*/ 69 w 7"/>
                <a:gd name="T1" fmla="*/ 77 h 6"/>
                <a:gd name="T2" fmla="*/ 0 w 7"/>
                <a:gd name="T3" fmla="*/ 0 h 6"/>
                <a:gd name="T4" fmla="*/ 41 w 7"/>
                <a:gd name="T5" fmla="*/ 77 h 6"/>
                <a:gd name="T6" fmla="*/ 69 w 7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4" y="4"/>
                    <a:pt x="2" y="2"/>
                    <a:pt x="0" y="0"/>
                  </a:cubicBezTo>
                  <a:cubicBezTo>
                    <a:pt x="1" y="2"/>
                    <a:pt x="2" y="4"/>
                    <a:pt x="4" y="6"/>
                  </a:cubicBezTo>
                  <a:lnTo>
                    <a:pt x="7" y="6"/>
                  </a:ln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1" name="Freeform 272">
              <a:extLst>
                <a:ext uri="{FF2B5EF4-FFF2-40B4-BE49-F238E27FC236}">
                  <a16:creationId xmlns:a16="http://schemas.microsoft.com/office/drawing/2014/main" id="{DC5E08E9-5C91-4E6A-A730-9A3AF03A8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3638"/>
              <a:ext cx="88" cy="117"/>
            </a:xfrm>
            <a:custGeom>
              <a:avLst/>
              <a:gdLst>
                <a:gd name="T0" fmla="*/ 0 w 41"/>
                <a:gd name="T1" fmla="*/ 615 h 51"/>
                <a:gd name="T2" fmla="*/ 157 w 41"/>
                <a:gd name="T3" fmla="*/ 615 h 51"/>
                <a:gd name="T4" fmla="*/ 277 w 41"/>
                <a:gd name="T5" fmla="*/ 0 h 51"/>
                <a:gd name="T6" fmla="*/ 0 w 41"/>
                <a:gd name="T7" fmla="*/ 61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1">
                  <a:moveTo>
                    <a:pt x="0" y="51"/>
                  </a:moveTo>
                  <a:cubicBezTo>
                    <a:pt x="16" y="51"/>
                    <a:pt x="16" y="51"/>
                    <a:pt x="16" y="51"/>
                  </a:cubicBezTo>
                  <a:cubicBezTo>
                    <a:pt x="36" y="37"/>
                    <a:pt x="41" y="15"/>
                    <a:pt x="28" y="0"/>
                  </a:cubicBezTo>
                  <a:cubicBezTo>
                    <a:pt x="36" y="17"/>
                    <a:pt x="25" y="40"/>
                    <a:pt x="0" y="5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2" name="Freeform 273">
              <a:extLst>
                <a:ext uri="{FF2B5EF4-FFF2-40B4-BE49-F238E27FC236}">
                  <a16:creationId xmlns:a16="http://schemas.microsoft.com/office/drawing/2014/main" id="{EA2FD8B4-6838-413D-87A0-D51CD6B88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609"/>
              <a:ext cx="107" cy="55"/>
            </a:xfrm>
            <a:custGeom>
              <a:avLst/>
              <a:gdLst>
                <a:gd name="T0" fmla="*/ 490 w 50"/>
                <a:gd name="T1" fmla="*/ 11 h 24"/>
                <a:gd name="T2" fmla="*/ 0 w 50"/>
                <a:gd name="T3" fmla="*/ 289 h 24"/>
                <a:gd name="T4" fmla="*/ 490 w 50"/>
                <a:gd name="T5" fmla="*/ 1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4">
                  <a:moveTo>
                    <a:pt x="50" y="1"/>
                  </a:moveTo>
                  <a:cubicBezTo>
                    <a:pt x="33" y="0"/>
                    <a:pt x="7" y="12"/>
                    <a:pt x="0" y="24"/>
                  </a:cubicBezTo>
                  <a:cubicBezTo>
                    <a:pt x="10" y="17"/>
                    <a:pt x="33" y="3"/>
                    <a:pt x="50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3" name="Freeform 274">
              <a:extLst>
                <a:ext uri="{FF2B5EF4-FFF2-40B4-BE49-F238E27FC236}">
                  <a16:creationId xmlns:a16="http://schemas.microsoft.com/office/drawing/2014/main" id="{DCF89462-2041-44B9-9CC1-BC349D52C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524"/>
              <a:ext cx="392" cy="231"/>
            </a:xfrm>
            <a:custGeom>
              <a:avLst/>
              <a:gdLst>
                <a:gd name="T0" fmla="*/ 1660 w 183"/>
                <a:gd name="T1" fmla="*/ 1208 h 101"/>
                <a:gd name="T2" fmla="*/ 1506 w 183"/>
                <a:gd name="T3" fmla="*/ 215 h 101"/>
                <a:gd name="T4" fmla="*/ 591 w 183"/>
                <a:gd name="T5" fmla="*/ 178 h 101"/>
                <a:gd name="T6" fmla="*/ 88 w 183"/>
                <a:gd name="T7" fmla="*/ 634 h 101"/>
                <a:gd name="T8" fmla="*/ 41 w 183"/>
                <a:gd name="T9" fmla="*/ 1208 h 101"/>
                <a:gd name="T10" fmla="*/ 1660 w 183"/>
                <a:gd name="T11" fmla="*/ 1208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101">
                  <a:moveTo>
                    <a:pt x="169" y="101"/>
                  </a:moveTo>
                  <a:cubicBezTo>
                    <a:pt x="183" y="70"/>
                    <a:pt x="174" y="35"/>
                    <a:pt x="153" y="18"/>
                  </a:cubicBezTo>
                  <a:cubicBezTo>
                    <a:pt x="124" y="0"/>
                    <a:pt x="107" y="2"/>
                    <a:pt x="60" y="15"/>
                  </a:cubicBezTo>
                  <a:cubicBezTo>
                    <a:pt x="37" y="23"/>
                    <a:pt x="17" y="31"/>
                    <a:pt x="9" y="53"/>
                  </a:cubicBezTo>
                  <a:cubicBezTo>
                    <a:pt x="3" y="68"/>
                    <a:pt x="0" y="85"/>
                    <a:pt x="4" y="101"/>
                  </a:cubicBezTo>
                  <a:lnTo>
                    <a:pt x="169" y="10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4" name="Freeform 275">
              <a:extLst>
                <a:ext uri="{FF2B5EF4-FFF2-40B4-BE49-F238E27FC236}">
                  <a16:creationId xmlns:a16="http://schemas.microsoft.com/office/drawing/2014/main" id="{10AF6BEF-D085-4EDF-98F4-DDBBFA3D0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613"/>
              <a:ext cx="58" cy="142"/>
            </a:xfrm>
            <a:custGeom>
              <a:avLst/>
              <a:gdLst>
                <a:gd name="T0" fmla="*/ 249 w 27"/>
                <a:gd name="T1" fmla="*/ 346 h 62"/>
                <a:gd name="T2" fmla="*/ 60 w 27"/>
                <a:gd name="T3" fmla="*/ 744 h 62"/>
                <a:gd name="T4" fmla="*/ 88 w 27"/>
                <a:gd name="T5" fmla="*/ 744 h 62"/>
                <a:gd name="T6" fmla="*/ 269 w 27"/>
                <a:gd name="T7" fmla="*/ 346 h 62"/>
                <a:gd name="T8" fmla="*/ 0 w 27"/>
                <a:gd name="T9" fmla="*/ 0 h 62"/>
                <a:gd name="T10" fmla="*/ 249 w 27"/>
                <a:gd name="T11" fmla="*/ 346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2">
                  <a:moveTo>
                    <a:pt x="25" y="29"/>
                  </a:moveTo>
                  <a:cubicBezTo>
                    <a:pt x="26" y="40"/>
                    <a:pt x="20" y="53"/>
                    <a:pt x="6" y="62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21" y="53"/>
                    <a:pt x="27" y="40"/>
                    <a:pt x="27" y="29"/>
                  </a:cubicBezTo>
                  <a:cubicBezTo>
                    <a:pt x="26" y="15"/>
                    <a:pt x="16" y="5"/>
                    <a:pt x="0" y="0"/>
                  </a:cubicBezTo>
                  <a:cubicBezTo>
                    <a:pt x="16" y="4"/>
                    <a:pt x="25" y="15"/>
                    <a:pt x="25" y="2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5" name="Freeform 276">
              <a:extLst>
                <a:ext uri="{FF2B5EF4-FFF2-40B4-BE49-F238E27FC236}">
                  <a16:creationId xmlns:a16="http://schemas.microsoft.com/office/drawing/2014/main" id="{48D58820-75D9-4E15-AB81-8D69700FE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691"/>
              <a:ext cx="21" cy="64"/>
            </a:xfrm>
            <a:custGeom>
              <a:avLst/>
              <a:gdLst>
                <a:gd name="T0" fmla="*/ 92 w 10"/>
                <a:gd name="T1" fmla="*/ 334 h 28"/>
                <a:gd name="T2" fmla="*/ 17 w 10"/>
                <a:gd name="T3" fmla="*/ 0 h 28"/>
                <a:gd name="T4" fmla="*/ 76 w 10"/>
                <a:gd name="T5" fmla="*/ 334 h 28"/>
                <a:gd name="T6" fmla="*/ 92 w 10"/>
                <a:gd name="T7" fmla="*/ 33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8">
                  <a:moveTo>
                    <a:pt x="10" y="28"/>
                  </a:moveTo>
                  <a:cubicBezTo>
                    <a:pt x="2" y="19"/>
                    <a:pt x="0" y="7"/>
                    <a:pt x="2" y="0"/>
                  </a:cubicBezTo>
                  <a:cubicBezTo>
                    <a:pt x="0" y="7"/>
                    <a:pt x="1" y="19"/>
                    <a:pt x="8" y="28"/>
                  </a:cubicBezTo>
                  <a:lnTo>
                    <a:pt x="10" y="2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6" name="Freeform 277">
              <a:extLst>
                <a:ext uri="{FF2B5EF4-FFF2-40B4-BE49-F238E27FC236}">
                  <a16:creationId xmlns:a16="http://schemas.microsoft.com/office/drawing/2014/main" id="{25B6577C-8A00-4B6C-B340-AB8A842C9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077"/>
              <a:ext cx="266" cy="307"/>
            </a:xfrm>
            <a:custGeom>
              <a:avLst/>
              <a:gdLst>
                <a:gd name="T0" fmla="*/ 1146 w 124"/>
                <a:gd name="T1" fmla="*/ 1285 h 134"/>
                <a:gd name="T2" fmla="*/ 1225 w 124"/>
                <a:gd name="T3" fmla="*/ 1212 h 134"/>
                <a:gd name="T4" fmla="*/ 1225 w 124"/>
                <a:gd name="T5" fmla="*/ 121 h 134"/>
                <a:gd name="T6" fmla="*/ 534 w 124"/>
                <a:gd name="T7" fmla="*/ 131 h 134"/>
                <a:gd name="T8" fmla="*/ 97 w 124"/>
                <a:gd name="T9" fmla="*/ 483 h 134"/>
                <a:gd name="T10" fmla="*/ 69 w 124"/>
                <a:gd name="T11" fmla="*/ 1061 h 134"/>
                <a:gd name="T12" fmla="*/ 1146 w 124"/>
                <a:gd name="T13" fmla="*/ 1285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4">
                  <a:moveTo>
                    <a:pt x="116" y="107"/>
                  </a:moveTo>
                  <a:cubicBezTo>
                    <a:pt x="119" y="105"/>
                    <a:pt x="121" y="103"/>
                    <a:pt x="124" y="101"/>
                  </a:cubicBezTo>
                  <a:cubicBezTo>
                    <a:pt x="124" y="10"/>
                    <a:pt x="124" y="10"/>
                    <a:pt x="124" y="10"/>
                  </a:cubicBezTo>
                  <a:cubicBezTo>
                    <a:pt x="104" y="0"/>
                    <a:pt x="89" y="2"/>
                    <a:pt x="54" y="11"/>
                  </a:cubicBezTo>
                  <a:cubicBezTo>
                    <a:pt x="34" y="17"/>
                    <a:pt x="18" y="23"/>
                    <a:pt x="10" y="40"/>
                  </a:cubicBezTo>
                  <a:cubicBezTo>
                    <a:pt x="3" y="55"/>
                    <a:pt x="0" y="72"/>
                    <a:pt x="7" y="88"/>
                  </a:cubicBezTo>
                  <a:cubicBezTo>
                    <a:pt x="22" y="124"/>
                    <a:pt x="77" y="134"/>
                    <a:pt x="116" y="10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7" name="Freeform 278">
              <a:extLst>
                <a:ext uri="{FF2B5EF4-FFF2-40B4-BE49-F238E27FC236}">
                  <a16:creationId xmlns:a16="http://schemas.microsoft.com/office/drawing/2014/main" id="{581CB154-9C8C-4462-A50C-AA90BFD00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285"/>
              <a:ext cx="163" cy="74"/>
            </a:xfrm>
            <a:custGeom>
              <a:avLst/>
              <a:gdLst>
                <a:gd name="T0" fmla="*/ 663 w 76"/>
                <a:gd name="T1" fmla="*/ 171 h 32"/>
                <a:gd name="T2" fmla="*/ 751 w 76"/>
                <a:gd name="T3" fmla="*/ 86 h 32"/>
                <a:gd name="T4" fmla="*/ 751 w 76"/>
                <a:gd name="T5" fmla="*/ 0 h 32"/>
                <a:gd name="T6" fmla="*/ 611 w 76"/>
                <a:gd name="T7" fmla="*/ 150 h 32"/>
                <a:gd name="T8" fmla="*/ 0 w 76"/>
                <a:gd name="T9" fmla="*/ 321 h 32"/>
                <a:gd name="T10" fmla="*/ 663 w 76"/>
                <a:gd name="T11" fmla="*/ 17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32">
                  <a:moveTo>
                    <a:pt x="67" y="14"/>
                  </a:moveTo>
                  <a:cubicBezTo>
                    <a:pt x="71" y="12"/>
                    <a:pt x="73" y="9"/>
                    <a:pt x="76" y="7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2" y="5"/>
                    <a:pt x="68" y="9"/>
                    <a:pt x="62" y="12"/>
                  </a:cubicBezTo>
                  <a:cubicBezTo>
                    <a:pt x="43" y="26"/>
                    <a:pt x="20" y="30"/>
                    <a:pt x="0" y="26"/>
                  </a:cubicBezTo>
                  <a:cubicBezTo>
                    <a:pt x="21" y="32"/>
                    <a:pt x="47" y="28"/>
                    <a:pt x="67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8" name="Freeform 279">
              <a:extLst>
                <a:ext uri="{FF2B5EF4-FFF2-40B4-BE49-F238E27FC236}">
                  <a16:creationId xmlns:a16="http://schemas.microsoft.com/office/drawing/2014/main" id="{82D39C9A-402E-4BFD-961F-17E6564B4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093"/>
              <a:ext cx="39" cy="21"/>
            </a:xfrm>
            <a:custGeom>
              <a:avLst/>
              <a:gdLst>
                <a:gd name="T0" fmla="*/ 184 w 18"/>
                <a:gd name="T1" fmla="*/ 86 h 9"/>
                <a:gd name="T2" fmla="*/ 0 w 18"/>
                <a:gd name="T3" fmla="*/ 0 h 9"/>
                <a:gd name="T4" fmla="*/ 184 w 18"/>
                <a:gd name="T5" fmla="*/ 114 h 9"/>
                <a:gd name="T6" fmla="*/ 184 w 18"/>
                <a:gd name="T7" fmla="*/ 8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9">
                  <a:moveTo>
                    <a:pt x="18" y="7"/>
                  </a:moveTo>
                  <a:cubicBezTo>
                    <a:pt x="12" y="3"/>
                    <a:pt x="6" y="1"/>
                    <a:pt x="0" y="0"/>
                  </a:cubicBezTo>
                  <a:cubicBezTo>
                    <a:pt x="6" y="2"/>
                    <a:pt x="12" y="5"/>
                    <a:pt x="18" y="9"/>
                  </a:cubicBezTo>
                  <a:lnTo>
                    <a:pt x="18" y="7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9" name="Freeform 280">
              <a:extLst>
                <a:ext uri="{FF2B5EF4-FFF2-40B4-BE49-F238E27FC236}">
                  <a16:creationId xmlns:a16="http://schemas.microsoft.com/office/drawing/2014/main" id="{ADA76D37-24C3-41C5-BB92-38744013E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087"/>
              <a:ext cx="220" cy="260"/>
            </a:xfrm>
            <a:custGeom>
              <a:avLst/>
              <a:gdLst>
                <a:gd name="T0" fmla="*/ 105 w 103"/>
                <a:gd name="T1" fmla="*/ 983 h 114"/>
                <a:gd name="T2" fmla="*/ 137 w 103"/>
                <a:gd name="T3" fmla="*/ 452 h 114"/>
                <a:gd name="T4" fmla="*/ 547 w 103"/>
                <a:gd name="T5" fmla="*/ 130 h 114"/>
                <a:gd name="T6" fmla="*/ 1004 w 103"/>
                <a:gd name="T7" fmla="*/ 48 h 114"/>
                <a:gd name="T8" fmla="*/ 498 w 103"/>
                <a:gd name="T9" fmla="*/ 119 h 114"/>
                <a:gd name="T10" fmla="*/ 88 w 103"/>
                <a:gd name="T11" fmla="*/ 438 h 114"/>
                <a:gd name="T12" fmla="*/ 60 w 103"/>
                <a:gd name="T13" fmla="*/ 972 h 114"/>
                <a:gd name="T14" fmla="*/ 498 w 103"/>
                <a:gd name="T15" fmla="*/ 1352 h 114"/>
                <a:gd name="T16" fmla="*/ 105 w 103"/>
                <a:gd name="T17" fmla="*/ 983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14">
                  <a:moveTo>
                    <a:pt x="11" y="83"/>
                  </a:moveTo>
                  <a:cubicBezTo>
                    <a:pt x="5" y="68"/>
                    <a:pt x="8" y="52"/>
                    <a:pt x="14" y="38"/>
                  </a:cubicBezTo>
                  <a:cubicBezTo>
                    <a:pt x="22" y="22"/>
                    <a:pt x="37" y="16"/>
                    <a:pt x="56" y="11"/>
                  </a:cubicBezTo>
                  <a:cubicBezTo>
                    <a:pt x="78" y="5"/>
                    <a:pt x="91" y="2"/>
                    <a:pt x="103" y="4"/>
                  </a:cubicBezTo>
                  <a:cubicBezTo>
                    <a:pt x="90" y="0"/>
                    <a:pt x="76" y="3"/>
                    <a:pt x="51" y="10"/>
                  </a:cubicBezTo>
                  <a:cubicBezTo>
                    <a:pt x="32" y="15"/>
                    <a:pt x="17" y="21"/>
                    <a:pt x="9" y="37"/>
                  </a:cubicBezTo>
                  <a:cubicBezTo>
                    <a:pt x="3" y="51"/>
                    <a:pt x="0" y="67"/>
                    <a:pt x="6" y="82"/>
                  </a:cubicBezTo>
                  <a:cubicBezTo>
                    <a:pt x="14" y="100"/>
                    <a:pt x="31" y="111"/>
                    <a:pt x="51" y="114"/>
                  </a:cubicBezTo>
                  <a:cubicBezTo>
                    <a:pt x="33" y="110"/>
                    <a:pt x="18" y="99"/>
                    <a:pt x="11" y="8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0" name="Freeform 281">
              <a:extLst>
                <a:ext uri="{FF2B5EF4-FFF2-40B4-BE49-F238E27FC236}">
                  <a16:creationId xmlns:a16="http://schemas.microsoft.com/office/drawing/2014/main" id="{E90D01B5-8B23-4DE1-B4F7-01F9D6BC5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135"/>
              <a:ext cx="214" cy="162"/>
            </a:xfrm>
            <a:custGeom>
              <a:avLst/>
              <a:gdLst>
                <a:gd name="T0" fmla="*/ 655 w 100"/>
                <a:gd name="T1" fmla="*/ 57 h 71"/>
                <a:gd name="T2" fmla="*/ 490 w 100"/>
                <a:gd name="T3" fmla="*/ 735 h 71"/>
                <a:gd name="T4" fmla="*/ 51 w 100"/>
                <a:gd name="T5" fmla="*/ 370 h 71"/>
                <a:gd name="T6" fmla="*/ 655 w 100"/>
                <a:gd name="T7" fmla="*/ 57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1">
                  <a:moveTo>
                    <a:pt x="67" y="5"/>
                  </a:moveTo>
                  <a:cubicBezTo>
                    <a:pt x="100" y="14"/>
                    <a:pt x="90" y="54"/>
                    <a:pt x="50" y="62"/>
                  </a:cubicBezTo>
                  <a:cubicBezTo>
                    <a:pt x="10" y="71"/>
                    <a:pt x="0" y="45"/>
                    <a:pt x="5" y="31"/>
                  </a:cubicBezTo>
                  <a:cubicBezTo>
                    <a:pt x="10" y="13"/>
                    <a:pt x="47" y="0"/>
                    <a:pt x="67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1" name="Freeform 282">
              <a:extLst>
                <a:ext uri="{FF2B5EF4-FFF2-40B4-BE49-F238E27FC236}">
                  <a16:creationId xmlns:a16="http://schemas.microsoft.com/office/drawing/2014/main" id="{FF1D3522-63F3-4081-AE51-40E712496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167"/>
              <a:ext cx="191" cy="123"/>
            </a:xfrm>
            <a:custGeom>
              <a:avLst/>
              <a:gdLst>
                <a:gd name="T0" fmla="*/ 751 w 89"/>
                <a:gd name="T1" fmla="*/ 0 h 54"/>
                <a:gd name="T2" fmla="*/ 406 w 89"/>
                <a:gd name="T3" fmla="*/ 508 h 54"/>
                <a:gd name="T4" fmla="*/ 0 w 89"/>
                <a:gd name="T5" fmla="*/ 399 h 54"/>
                <a:gd name="T6" fmla="*/ 434 w 89"/>
                <a:gd name="T7" fmla="*/ 565 h 54"/>
                <a:gd name="T8" fmla="*/ 751 w 89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4">
                  <a:moveTo>
                    <a:pt x="76" y="0"/>
                  </a:moveTo>
                  <a:cubicBezTo>
                    <a:pt x="82" y="15"/>
                    <a:pt x="69" y="37"/>
                    <a:pt x="41" y="43"/>
                  </a:cubicBezTo>
                  <a:cubicBezTo>
                    <a:pt x="19" y="48"/>
                    <a:pt x="7" y="42"/>
                    <a:pt x="0" y="34"/>
                  </a:cubicBezTo>
                  <a:cubicBezTo>
                    <a:pt x="5" y="45"/>
                    <a:pt x="18" y="54"/>
                    <a:pt x="44" y="48"/>
                  </a:cubicBezTo>
                  <a:cubicBezTo>
                    <a:pt x="76" y="41"/>
                    <a:pt x="89" y="15"/>
                    <a:pt x="76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2" name="Freeform 283">
              <a:extLst>
                <a:ext uri="{FF2B5EF4-FFF2-40B4-BE49-F238E27FC236}">
                  <a16:creationId xmlns:a16="http://schemas.microsoft.com/office/drawing/2014/main" id="{998EE8B0-2910-4F84-A49A-F6B75FA02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141"/>
              <a:ext cx="92" cy="44"/>
            </a:xfrm>
            <a:custGeom>
              <a:avLst/>
              <a:gdLst>
                <a:gd name="T0" fmla="*/ 421 w 43"/>
                <a:gd name="T1" fmla="*/ 12 h 19"/>
                <a:gd name="T2" fmla="*/ 0 w 43"/>
                <a:gd name="T3" fmla="*/ 236 h 19"/>
                <a:gd name="T4" fmla="*/ 421 w 43"/>
                <a:gd name="T5" fmla="*/ 1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9">
                  <a:moveTo>
                    <a:pt x="43" y="1"/>
                  </a:moveTo>
                  <a:cubicBezTo>
                    <a:pt x="28" y="0"/>
                    <a:pt x="7" y="9"/>
                    <a:pt x="0" y="19"/>
                  </a:cubicBezTo>
                  <a:cubicBezTo>
                    <a:pt x="9" y="13"/>
                    <a:pt x="28" y="3"/>
                    <a:pt x="43" y="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3" name="Freeform 284">
              <a:extLst>
                <a:ext uri="{FF2B5EF4-FFF2-40B4-BE49-F238E27FC236}">
                  <a16:creationId xmlns:a16="http://schemas.microsoft.com/office/drawing/2014/main" id="{8D30771D-93A1-4AC7-A924-DDDAF81D1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10"/>
              <a:ext cx="133" cy="96"/>
            </a:xfrm>
            <a:custGeom>
              <a:avLst/>
              <a:gdLst>
                <a:gd name="T0" fmla="*/ 0 w 62"/>
                <a:gd name="T1" fmla="*/ 370 h 42"/>
                <a:gd name="T2" fmla="*/ 611 w 62"/>
                <a:gd name="T3" fmla="*/ 0 h 42"/>
                <a:gd name="T4" fmla="*/ 0 w 62"/>
                <a:gd name="T5" fmla="*/ 37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2">
                  <a:moveTo>
                    <a:pt x="0" y="31"/>
                  </a:moveTo>
                  <a:cubicBezTo>
                    <a:pt x="11" y="35"/>
                    <a:pt x="54" y="31"/>
                    <a:pt x="62" y="0"/>
                  </a:cubicBezTo>
                  <a:cubicBezTo>
                    <a:pt x="62" y="14"/>
                    <a:pt x="38" y="42"/>
                    <a:pt x="0" y="3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4" name="Freeform 285">
              <a:extLst>
                <a:ext uri="{FF2B5EF4-FFF2-40B4-BE49-F238E27FC236}">
                  <a16:creationId xmlns:a16="http://schemas.microsoft.com/office/drawing/2014/main" id="{C3FCDC32-01AF-4E97-B896-0C6556E29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077"/>
              <a:ext cx="266" cy="307"/>
            </a:xfrm>
            <a:custGeom>
              <a:avLst/>
              <a:gdLst>
                <a:gd name="T0" fmla="*/ 1146 w 124"/>
                <a:gd name="T1" fmla="*/ 1285 h 134"/>
                <a:gd name="T2" fmla="*/ 1225 w 124"/>
                <a:gd name="T3" fmla="*/ 1212 h 134"/>
                <a:gd name="T4" fmla="*/ 1225 w 124"/>
                <a:gd name="T5" fmla="*/ 121 h 134"/>
                <a:gd name="T6" fmla="*/ 534 w 124"/>
                <a:gd name="T7" fmla="*/ 131 h 134"/>
                <a:gd name="T8" fmla="*/ 97 w 124"/>
                <a:gd name="T9" fmla="*/ 483 h 134"/>
                <a:gd name="T10" fmla="*/ 69 w 124"/>
                <a:gd name="T11" fmla="*/ 1061 h 134"/>
                <a:gd name="T12" fmla="*/ 1146 w 124"/>
                <a:gd name="T13" fmla="*/ 1285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4">
                  <a:moveTo>
                    <a:pt x="116" y="107"/>
                  </a:moveTo>
                  <a:cubicBezTo>
                    <a:pt x="119" y="105"/>
                    <a:pt x="121" y="103"/>
                    <a:pt x="124" y="101"/>
                  </a:cubicBezTo>
                  <a:cubicBezTo>
                    <a:pt x="124" y="10"/>
                    <a:pt x="124" y="10"/>
                    <a:pt x="124" y="10"/>
                  </a:cubicBezTo>
                  <a:cubicBezTo>
                    <a:pt x="104" y="0"/>
                    <a:pt x="89" y="2"/>
                    <a:pt x="54" y="11"/>
                  </a:cubicBezTo>
                  <a:cubicBezTo>
                    <a:pt x="34" y="17"/>
                    <a:pt x="18" y="23"/>
                    <a:pt x="10" y="40"/>
                  </a:cubicBezTo>
                  <a:cubicBezTo>
                    <a:pt x="3" y="55"/>
                    <a:pt x="0" y="72"/>
                    <a:pt x="7" y="88"/>
                  </a:cubicBezTo>
                  <a:cubicBezTo>
                    <a:pt x="22" y="124"/>
                    <a:pt x="77" y="134"/>
                    <a:pt x="116" y="10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5" name="Freeform 286">
              <a:extLst>
                <a:ext uri="{FF2B5EF4-FFF2-40B4-BE49-F238E27FC236}">
                  <a16:creationId xmlns:a16="http://schemas.microsoft.com/office/drawing/2014/main" id="{91CE53D6-436C-4C4A-8D7A-3F400B3F2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2146"/>
              <a:ext cx="182" cy="144"/>
            </a:xfrm>
            <a:custGeom>
              <a:avLst/>
              <a:gdLst>
                <a:gd name="T0" fmla="*/ 627 w 85"/>
                <a:gd name="T1" fmla="*/ 0 h 63"/>
                <a:gd name="T2" fmla="*/ 816 w 85"/>
                <a:gd name="T3" fmla="*/ 277 h 63"/>
                <a:gd name="T4" fmla="*/ 462 w 85"/>
                <a:gd name="T5" fmla="*/ 679 h 63"/>
                <a:gd name="T6" fmla="*/ 77 w 85"/>
                <a:gd name="T7" fmla="*/ 585 h 63"/>
                <a:gd name="T8" fmla="*/ 19 w 85"/>
                <a:gd name="T9" fmla="*/ 309 h 63"/>
                <a:gd name="T10" fmla="*/ 19 w 85"/>
                <a:gd name="T11" fmla="*/ 309 h 63"/>
                <a:gd name="T12" fmla="*/ 69 w 85"/>
                <a:gd name="T13" fmla="*/ 597 h 63"/>
                <a:gd name="T14" fmla="*/ 462 w 85"/>
                <a:gd name="T15" fmla="*/ 695 h 63"/>
                <a:gd name="T16" fmla="*/ 835 w 85"/>
                <a:gd name="T17" fmla="*/ 277 h 63"/>
                <a:gd name="T18" fmla="*/ 627 w 85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63">
                  <a:moveTo>
                    <a:pt x="64" y="0"/>
                  </a:moveTo>
                  <a:cubicBezTo>
                    <a:pt x="77" y="4"/>
                    <a:pt x="84" y="12"/>
                    <a:pt x="83" y="23"/>
                  </a:cubicBezTo>
                  <a:cubicBezTo>
                    <a:pt x="83" y="36"/>
                    <a:pt x="71" y="52"/>
                    <a:pt x="47" y="57"/>
                  </a:cubicBezTo>
                  <a:cubicBezTo>
                    <a:pt x="25" y="62"/>
                    <a:pt x="13" y="56"/>
                    <a:pt x="8" y="49"/>
                  </a:cubicBezTo>
                  <a:cubicBezTo>
                    <a:pt x="1" y="42"/>
                    <a:pt x="0" y="32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33"/>
                    <a:pt x="0" y="43"/>
                    <a:pt x="7" y="50"/>
                  </a:cubicBezTo>
                  <a:cubicBezTo>
                    <a:pt x="13" y="57"/>
                    <a:pt x="24" y="63"/>
                    <a:pt x="47" y="58"/>
                  </a:cubicBezTo>
                  <a:cubicBezTo>
                    <a:pt x="72" y="52"/>
                    <a:pt x="84" y="36"/>
                    <a:pt x="85" y="23"/>
                  </a:cubicBezTo>
                  <a:cubicBezTo>
                    <a:pt x="85" y="12"/>
                    <a:pt x="77" y="4"/>
                    <a:pt x="64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6" name="Freeform 287">
              <a:extLst>
                <a:ext uri="{FF2B5EF4-FFF2-40B4-BE49-F238E27FC236}">
                  <a16:creationId xmlns:a16="http://schemas.microsoft.com/office/drawing/2014/main" id="{C12C02D0-5A7E-4C5C-961A-3EDEE3FC6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068"/>
              <a:ext cx="340" cy="309"/>
            </a:xfrm>
            <a:custGeom>
              <a:avLst/>
              <a:gdLst>
                <a:gd name="T0" fmla="*/ 979 w 159"/>
                <a:gd name="T1" fmla="*/ 195 h 135"/>
                <a:gd name="T2" fmla="*/ 470 w 159"/>
                <a:gd name="T3" fmla="*/ 94 h 135"/>
                <a:gd name="T4" fmla="*/ 128 w 159"/>
                <a:gd name="T5" fmla="*/ 492 h 135"/>
                <a:gd name="T6" fmla="*/ 791 w 159"/>
                <a:gd name="T7" fmla="*/ 1536 h 135"/>
                <a:gd name="T8" fmla="*/ 1514 w 159"/>
                <a:gd name="T9" fmla="*/ 838 h 135"/>
                <a:gd name="T10" fmla="*/ 979 w 159"/>
                <a:gd name="T11" fmla="*/ 195 h 1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135">
                  <a:moveTo>
                    <a:pt x="100" y="16"/>
                  </a:moveTo>
                  <a:cubicBezTo>
                    <a:pt x="82" y="7"/>
                    <a:pt x="66" y="0"/>
                    <a:pt x="48" y="8"/>
                  </a:cubicBezTo>
                  <a:cubicBezTo>
                    <a:pt x="33" y="14"/>
                    <a:pt x="19" y="24"/>
                    <a:pt x="13" y="41"/>
                  </a:cubicBezTo>
                  <a:cubicBezTo>
                    <a:pt x="0" y="78"/>
                    <a:pt x="34" y="122"/>
                    <a:pt x="81" y="128"/>
                  </a:cubicBezTo>
                  <a:cubicBezTo>
                    <a:pt x="129" y="135"/>
                    <a:pt x="159" y="99"/>
                    <a:pt x="155" y="70"/>
                  </a:cubicBezTo>
                  <a:cubicBezTo>
                    <a:pt x="148" y="43"/>
                    <a:pt x="136" y="35"/>
                    <a:pt x="100" y="1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7" name="Freeform 288">
              <a:extLst>
                <a:ext uri="{FF2B5EF4-FFF2-40B4-BE49-F238E27FC236}">
                  <a16:creationId xmlns:a16="http://schemas.microsoft.com/office/drawing/2014/main" id="{2DB62E4A-8242-417C-BF5F-27E97928E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180"/>
              <a:ext cx="283" cy="190"/>
            </a:xfrm>
            <a:custGeom>
              <a:avLst/>
              <a:gdLst>
                <a:gd name="T0" fmla="*/ 1258 w 132"/>
                <a:gd name="T1" fmla="*/ 261 h 83"/>
                <a:gd name="T2" fmla="*/ 1162 w 132"/>
                <a:gd name="T3" fmla="*/ 0 h 83"/>
                <a:gd name="T4" fmla="*/ 1233 w 132"/>
                <a:gd name="T5" fmla="*/ 215 h 83"/>
                <a:gd name="T6" fmla="*/ 542 w 132"/>
                <a:gd name="T7" fmla="*/ 874 h 83"/>
                <a:gd name="T8" fmla="*/ 0 w 132"/>
                <a:gd name="T9" fmla="*/ 483 h 83"/>
                <a:gd name="T10" fmla="*/ 570 w 132"/>
                <a:gd name="T11" fmla="*/ 939 h 83"/>
                <a:gd name="T12" fmla="*/ 1258 w 132"/>
                <a:gd name="T13" fmla="*/ 26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83">
                  <a:moveTo>
                    <a:pt x="128" y="22"/>
                  </a:moveTo>
                  <a:cubicBezTo>
                    <a:pt x="125" y="13"/>
                    <a:pt x="122" y="6"/>
                    <a:pt x="118" y="0"/>
                  </a:cubicBezTo>
                  <a:cubicBezTo>
                    <a:pt x="121" y="5"/>
                    <a:pt x="123" y="11"/>
                    <a:pt x="125" y="18"/>
                  </a:cubicBezTo>
                  <a:cubicBezTo>
                    <a:pt x="129" y="45"/>
                    <a:pt x="100" y="79"/>
                    <a:pt x="55" y="73"/>
                  </a:cubicBezTo>
                  <a:cubicBezTo>
                    <a:pt x="32" y="70"/>
                    <a:pt x="12" y="57"/>
                    <a:pt x="0" y="40"/>
                  </a:cubicBezTo>
                  <a:cubicBezTo>
                    <a:pt x="12" y="59"/>
                    <a:pt x="33" y="74"/>
                    <a:pt x="58" y="78"/>
                  </a:cubicBezTo>
                  <a:cubicBezTo>
                    <a:pt x="103" y="83"/>
                    <a:pt x="132" y="50"/>
                    <a:pt x="128" y="2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8" name="Freeform 289">
              <a:extLst>
                <a:ext uri="{FF2B5EF4-FFF2-40B4-BE49-F238E27FC236}">
                  <a16:creationId xmlns:a16="http://schemas.microsoft.com/office/drawing/2014/main" id="{90BF90F1-F4C6-4E50-859B-75900948A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075"/>
              <a:ext cx="281" cy="208"/>
            </a:xfrm>
            <a:custGeom>
              <a:avLst/>
              <a:gdLst>
                <a:gd name="T0" fmla="*/ 97 w 131"/>
                <a:gd name="T1" fmla="*/ 501 h 91"/>
                <a:gd name="T2" fmla="*/ 423 w 131"/>
                <a:gd name="T3" fmla="*/ 130 h 91"/>
                <a:gd name="T4" fmla="*/ 907 w 131"/>
                <a:gd name="T5" fmla="*/ 224 h 91"/>
                <a:gd name="T6" fmla="*/ 1293 w 131"/>
                <a:gd name="T7" fmla="*/ 549 h 91"/>
                <a:gd name="T8" fmla="*/ 869 w 131"/>
                <a:gd name="T9" fmla="*/ 178 h 91"/>
                <a:gd name="T10" fmla="*/ 386 w 131"/>
                <a:gd name="T11" fmla="*/ 85 h 91"/>
                <a:gd name="T12" fmla="*/ 69 w 131"/>
                <a:gd name="T13" fmla="*/ 455 h 91"/>
                <a:gd name="T14" fmla="*/ 180 w 131"/>
                <a:gd name="T15" fmla="*/ 1086 h 91"/>
                <a:gd name="T16" fmla="*/ 97 w 131"/>
                <a:gd name="T17" fmla="*/ 501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91">
                  <a:moveTo>
                    <a:pt x="10" y="42"/>
                  </a:moveTo>
                  <a:cubicBezTo>
                    <a:pt x="15" y="26"/>
                    <a:pt x="29" y="17"/>
                    <a:pt x="43" y="11"/>
                  </a:cubicBezTo>
                  <a:cubicBezTo>
                    <a:pt x="59" y="4"/>
                    <a:pt x="74" y="10"/>
                    <a:pt x="92" y="19"/>
                  </a:cubicBezTo>
                  <a:cubicBezTo>
                    <a:pt x="112" y="29"/>
                    <a:pt x="124" y="37"/>
                    <a:pt x="131" y="46"/>
                  </a:cubicBezTo>
                  <a:cubicBezTo>
                    <a:pt x="124" y="34"/>
                    <a:pt x="111" y="27"/>
                    <a:pt x="88" y="15"/>
                  </a:cubicBezTo>
                  <a:cubicBezTo>
                    <a:pt x="71" y="6"/>
                    <a:pt x="56" y="0"/>
                    <a:pt x="39" y="7"/>
                  </a:cubicBezTo>
                  <a:cubicBezTo>
                    <a:pt x="25" y="12"/>
                    <a:pt x="12" y="22"/>
                    <a:pt x="7" y="38"/>
                  </a:cubicBezTo>
                  <a:cubicBezTo>
                    <a:pt x="0" y="56"/>
                    <a:pt x="6" y="75"/>
                    <a:pt x="18" y="91"/>
                  </a:cubicBezTo>
                  <a:cubicBezTo>
                    <a:pt x="8" y="76"/>
                    <a:pt x="4" y="58"/>
                    <a:pt x="10" y="4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9" name="Freeform 290">
              <a:extLst>
                <a:ext uri="{FF2B5EF4-FFF2-40B4-BE49-F238E27FC236}">
                  <a16:creationId xmlns:a16="http://schemas.microsoft.com/office/drawing/2014/main" id="{005725CE-1BA9-48C8-9AB6-35A4D3121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125"/>
              <a:ext cx="225" cy="192"/>
            </a:xfrm>
            <a:custGeom>
              <a:avLst/>
              <a:gdLst>
                <a:gd name="T0" fmla="*/ 855 w 105"/>
                <a:gd name="T1" fmla="*/ 391 h 84"/>
                <a:gd name="T2" fmla="*/ 345 w 105"/>
                <a:gd name="T3" fmla="*/ 752 h 84"/>
                <a:gd name="T4" fmla="*/ 234 w 105"/>
                <a:gd name="T5" fmla="*/ 121 h 84"/>
                <a:gd name="T6" fmla="*/ 855 w 105"/>
                <a:gd name="T7" fmla="*/ 391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84">
                  <a:moveTo>
                    <a:pt x="87" y="33"/>
                  </a:moveTo>
                  <a:cubicBezTo>
                    <a:pt x="105" y="62"/>
                    <a:pt x="71" y="84"/>
                    <a:pt x="35" y="63"/>
                  </a:cubicBezTo>
                  <a:cubicBezTo>
                    <a:pt x="0" y="43"/>
                    <a:pt x="11" y="17"/>
                    <a:pt x="24" y="10"/>
                  </a:cubicBezTo>
                  <a:cubicBezTo>
                    <a:pt x="40" y="0"/>
                    <a:pt x="75" y="16"/>
                    <a:pt x="87" y="3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0" name="Freeform 291">
              <a:extLst>
                <a:ext uri="{FF2B5EF4-FFF2-40B4-BE49-F238E27FC236}">
                  <a16:creationId xmlns:a16="http://schemas.microsoft.com/office/drawing/2014/main" id="{8B030961-DB85-479E-80C7-97B302F8E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178"/>
              <a:ext cx="178" cy="130"/>
            </a:xfrm>
            <a:custGeom>
              <a:avLst/>
              <a:gdLst>
                <a:gd name="T0" fmla="*/ 819 w 83"/>
                <a:gd name="T1" fmla="*/ 322 h 57"/>
                <a:gd name="T2" fmla="*/ 266 w 83"/>
                <a:gd name="T3" fmla="*/ 406 h 57"/>
                <a:gd name="T4" fmla="*/ 41 w 83"/>
                <a:gd name="T5" fmla="*/ 0 h 57"/>
                <a:gd name="T6" fmla="*/ 257 w 83"/>
                <a:gd name="T7" fmla="*/ 474 h 57"/>
                <a:gd name="T8" fmla="*/ 819 w 83"/>
                <a:gd name="T9" fmla="*/ 3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57">
                  <a:moveTo>
                    <a:pt x="83" y="27"/>
                  </a:moveTo>
                  <a:cubicBezTo>
                    <a:pt x="77" y="42"/>
                    <a:pt x="53" y="49"/>
                    <a:pt x="27" y="34"/>
                  </a:cubicBezTo>
                  <a:cubicBezTo>
                    <a:pt x="9" y="23"/>
                    <a:pt x="3" y="11"/>
                    <a:pt x="4" y="0"/>
                  </a:cubicBezTo>
                  <a:cubicBezTo>
                    <a:pt x="0" y="12"/>
                    <a:pt x="4" y="27"/>
                    <a:pt x="26" y="40"/>
                  </a:cubicBezTo>
                  <a:cubicBezTo>
                    <a:pt x="54" y="57"/>
                    <a:pt x="82" y="47"/>
                    <a:pt x="83" y="2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1" name="Freeform 292">
              <a:extLst>
                <a:ext uri="{FF2B5EF4-FFF2-40B4-BE49-F238E27FC236}">
                  <a16:creationId xmlns:a16="http://schemas.microsoft.com/office/drawing/2014/main" id="{7D0D1A33-8988-443F-B7EF-D005F57DF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137"/>
              <a:ext cx="94" cy="41"/>
            </a:xfrm>
            <a:custGeom>
              <a:avLst/>
              <a:gdLst>
                <a:gd name="T0" fmla="*/ 429 w 44"/>
                <a:gd name="T1" fmla="*/ 212 h 18"/>
                <a:gd name="T2" fmla="*/ 0 w 44"/>
                <a:gd name="T3" fmla="*/ 25 h 18"/>
                <a:gd name="T4" fmla="*/ 429 w 44"/>
                <a:gd name="T5" fmla="*/ 2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8">
                  <a:moveTo>
                    <a:pt x="44" y="18"/>
                  </a:moveTo>
                  <a:cubicBezTo>
                    <a:pt x="34" y="8"/>
                    <a:pt x="12" y="0"/>
                    <a:pt x="0" y="2"/>
                  </a:cubicBezTo>
                  <a:cubicBezTo>
                    <a:pt x="11" y="4"/>
                    <a:pt x="32" y="10"/>
                    <a:pt x="44" y="1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2" name="Freeform 293">
              <a:extLst>
                <a:ext uri="{FF2B5EF4-FFF2-40B4-BE49-F238E27FC236}">
                  <a16:creationId xmlns:a16="http://schemas.microsoft.com/office/drawing/2014/main" id="{244D8C19-B59A-4381-ADD8-AA47FE820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235"/>
              <a:ext cx="144" cy="82"/>
            </a:xfrm>
            <a:custGeom>
              <a:avLst/>
              <a:gdLst>
                <a:gd name="T0" fmla="*/ 0 w 67"/>
                <a:gd name="T1" fmla="*/ 0 h 36"/>
                <a:gd name="T2" fmla="*/ 664 w 67"/>
                <a:gd name="T3" fmla="*/ 223 h 36"/>
                <a:gd name="T4" fmla="*/ 0 w 67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6">
                  <a:moveTo>
                    <a:pt x="0" y="0"/>
                  </a:moveTo>
                  <a:cubicBezTo>
                    <a:pt x="5" y="10"/>
                    <a:pt x="40" y="36"/>
                    <a:pt x="67" y="19"/>
                  </a:cubicBezTo>
                  <a:cubicBezTo>
                    <a:pt x="57" y="29"/>
                    <a:pt x="20" y="33"/>
                    <a:pt x="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3" name="Freeform 294">
              <a:extLst>
                <a:ext uri="{FF2B5EF4-FFF2-40B4-BE49-F238E27FC236}">
                  <a16:creationId xmlns:a16="http://schemas.microsoft.com/office/drawing/2014/main" id="{2CEC968F-2AE6-44A6-B93F-C0A3B2D92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068"/>
              <a:ext cx="340" cy="309"/>
            </a:xfrm>
            <a:custGeom>
              <a:avLst/>
              <a:gdLst>
                <a:gd name="T0" fmla="*/ 979 w 159"/>
                <a:gd name="T1" fmla="*/ 195 h 135"/>
                <a:gd name="T2" fmla="*/ 470 w 159"/>
                <a:gd name="T3" fmla="*/ 94 h 135"/>
                <a:gd name="T4" fmla="*/ 128 w 159"/>
                <a:gd name="T5" fmla="*/ 492 h 135"/>
                <a:gd name="T6" fmla="*/ 791 w 159"/>
                <a:gd name="T7" fmla="*/ 1536 h 135"/>
                <a:gd name="T8" fmla="*/ 1514 w 159"/>
                <a:gd name="T9" fmla="*/ 838 h 135"/>
                <a:gd name="T10" fmla="*/ 979 w 159"/>
                <a:gd name="T11" fmla="*/ 195 h 1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135">
                  <a:moveTo>
                    <a:pt x="100" y="16"/>
                  </a:moveTo>
                  <a:cubicBezTo>
                    <a:pt x="82" y="7"/>
                    <a:pt x="66" y="0"/>
                    <a:pt x="48" y="8"/>
                  </a:cubicBezTo>
                  <a:cubicBezTo>
                    <a:pt x="33" y="14"/>
                    <a:pt x="19" y="24"/>
                    <a:pt x="13" y="41"/>
                  </a:cubicBezTo>
                  <a:cubicBezTo>
                    <a:pt x="0" y="78"/>
                    <a:pt x="34" y="122"/>
                    <a:pt x="81" y="128"/>
                  </a:cubicBezTo>
                  <a:cubicBezTo>
                    <a:pt x="129" y="135"/>
                    <a:pt x="159" y="99"/>
                    <a:pt x="155" y="70"/>
                  </a:cubicBezTo>
                  <a:cubicBezTo>
                    <a:pt x="148" y="43"/>
                    <a:pt x="136" y="35"/>
                    <a:pt x="100" y="1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4" name="Freeform 295">
              <a:extLst>
                <a:ext uri="{FF2B5EF4-FFF2-40B4-BE49-F238E27FC236}">
                  <a16:creationId xmlns:a16="http://schemas.microsoft.com/office/drawing/2014/main" id="{4A60FE7C-EBE9-4C08-8D7A-BD8442AD1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148"/>
              <a:ext cx="178" cy="153"/>
            </a:xfrm>
            <a:custGeom>
              <a:avLst/>
              <a:gdLst>
                <a:gd name="T0" fmla="*/ 751 w 83"/>
                <a:gd name="T1" fmla="*/ 276 h 67"/>
                <a:gd name="T2" fmla="*/ 731 w 83"/>
                <a:gd name="T3" fmla="*/ 630 h 67"/>
                <a:gd name="T4" fmla="*/ 249 w 83"/>
                <a:gd name="T5" fmla="*/ 630 h 67"/>
                <a:gd name="T6" fmla="*/ 9 w 83"/>
                <a:gd name="T7" fmla="*/ 251 h 67"/>
                <a:gd name="T8" fmla="*/ 129 w 83"/>
                <a:gd name="T9" fmla="*/ 0 h 67"/>
                <a:gd name="T10" fmla="*/ 129 w 83"/>
                <a:gd name="T11" fmla="*/ 0 h 67"/>
                <a:gd name="T12" fmla="*/ 0 w 83"/>
                <a:gd name="T13" fmla="*/ 251 h 67"/>
                <a:gd name="T14" fmla="*/ 234 w 83"/>
                <a:gd name="T15" fmla="*/ 642 h 67"/>
                <a:gd name="T16" fmla="*/ 740 w 83"/>
                <a:gd name="T17" fmla="*/ 642 h 67"/>
                <a:gd name="T18" fmla="*/ 751 w 83"/>
                <a:gd name="T19" fmla="*/ 276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67">
                  <a:moveTo>
                    <a:pt x="76" y="23"/>
                  </a:moveTo>
                  <a:cubicBezTo>
                    <a:pt x="83" y="34"/>
                    <a:pt x="82" y="45"/>
                    <a:pt x="74" y="53"/>
                  </a:cubicBezTo>
                  <a:cubicBezTo>
                    <a:pt x="66" y="62"/>
                    <a:pt x="46" y="66"/>
                    <a:pt x="25" y="53"/>
                  </a:cubicBezTo>
                  <a:cubicBezTo>
                    <a:pt x="5" y="41"/>
                    <a:pt x="1" y="29"/>
                    <a:pt x="1" y="21"/>
                  </a:cubicBezTo>
                  <a:cubicBezTo>
                    <a:pt x="1" y="11"/>
                    <a:pt x="7" y="3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3"/>
                    <a:pt x="0" y="11"/>
                    <a:pt x="0" y="21"/>
                  </a:cubicBezTo>
                  <a:cubicBezTo>
                    <a:pt x="0" y="29"/>
                    <a:pt x="4" y="42"/>
                    <a:pt x="24" y="54"/>
                  </a:cubicBezTo>
                  <a:cubicBezTo>
                    <a:pt x="46" y="67"/>
                    <a:pt x="66" y="63"/>
                    <a:pt x="75" y="54"/>
                  </a:cubicBezTo>
                  <a:cubicBezTo>
                    <a:pt x="83" y="46"/>
                    <a:pt x="83" y="34"/>
                    <a:pt x="76" y="2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5" name="Freeform 296">
              <a:extLst>
                <a:ext uri="{FF2B5EF4-FFF2-40B4-BE49-F238E27FC236}">
                  <a16:creationId xmlns:a16="http://schemas.microsoft.com/office/drawing/2014/main" id="{93D56266-2239-42DE-9600-E9FF0D2BC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3158"/>
              <a:ext cx="424" cy="259"/>
            </a:xfrm>
            <a:custGeom>
              <a:avLst/>
              <a:gdLst>
                <a:gd name="T0" fmla="*/ 197 w 198"/>
                <a:gd name="T1" fmla="*/ 435 h 113"/>
                <a:gd name="T2" fmla="*/ 362 w 198"/>
                <a:gd name="T3" fmla="*/ 1155 h 113"/>
                <a:gd name="T4" fmla="*/ 1454 w 198"/>
                <a:gd name="T5" fmla="*/ 1265 h 113"/>
                <a:gd name="T6" fmla="*/ 1904 w 198"/>
                <a:gd name="T7" fmla="*/ 672 h 113"/>
                <a:gd name="T8" fmla="*/ 197 w 198"/>
                <a:gd name="T9" fmla="*/ 435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13">
                  <a:moveTo>
                    <a:pt x="20" y="36"/>
                  </a:moveTo>
                  <a:cubicBezTo>
                    <a:pt x="0" y="57"/>
                    <a:pt x="10" y="80"/>
                    <a:pt x="37" y="96"/>
                  </a:cubicBezTo>
                  <a:cubicBezTo>
                    <a:pt x="65" y="112"/>
                    <a:pt x="111" y="113"/>
                    <a:pt x="148" y="105"/>
                  </a:cubicBezTo>
                  <a:cubicBezTo>
                    <a:pt x="190" y="95"/>
                    <a:pt x="198" y="75"/>
                    <a:pt x="194" y="56"/>
                  </a:cubicBezTo>
                  <a:cubicBezTo>
                    <a:pt x="185" y="16"/>
                    <a:pt x="62" y="0"/>
                    <a:pt x="20" y="36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6" name="Freeform 297">
              <a:extLst>
                <a:ext uri="{FF2B5EF4-FFF2-40B4-BE49-F238E27FC236}">
                  <a16:creationId xmlns:a16="http://schemas.microsoft.com/office/drawing/2014/main" id="{2A63C49F-03FE-447D-ACB6-30F088198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163"/>
              <a:ext cx="359" cy="208"/>
            </a:xfrm>
            <a:custGeom>
              <a:avLst/>
              <a:gdLst>
                <a:gd name="T0" fmla="*/ 0 w 168"/>
                <a:gd name="T1" fmla="*/ 382 h 91"/>
                <a:gd name="T2" fmla="*/ 1579 w 168"/>
                <a:gd name="T3" fmla="*/ 679 h 91"/>
                <a:gd name="T4" fmla="*/ 1453 w 168"/>
                <a:gd name="T5" fmla="*/ 1086 h 91"/>
                <a:gd name="T6" fmla="*/ 1622 w 168"/>
                <a:gd name="T7" fmla="*/ 642 h 91"/>
                <a:gd name="T8" fmla="*/ 0 w 168"/>
                <a:gd name="T9" fmla="*/ 38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91">
                  <a:moveTo>
                    <a:pt x="0" y="32"/>
                  </a:moveTo>
                  <a:cubicBezTo>
                    <a:pt x="46" y="4"/>
                    <a:pt x="153" y="20"/>
                    <a:pt x="162" y="57"/>
                  </a:cubicBezTo>
                  <a:cubicBezTo>
                    <a:pt x="164" y="69"/>
                    <a:pt x="162" y="81"/>
                    <a:pt x="149" y="91"/>
                  </a:cubicBezTo>
                  <a:cubicBezTo>
                    <a:pt x="166" y="80"/>
                    <a:pt x="168" y="67"/>
                    <a:pt x="166" y="54"/>
                  </a:cubicBezTo>
                  <a:cubicBezTo>
                    <a:pt x="157" y="16"/>
                    <a:pt x="43" y="0"/>
                    <a:pt x="0" y="3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7" name="Freeform 298">
              <a:extLst>
                <a:ext uri="{FF2B5EF4-FFF2-40B4-BE49-F238E27FC236}">
                  <a16:creationId xmlns:a16="http://schemas.microsoft.com/office/drawing/2014/main" id="{E2553DDE-4EDF-4370-A37A-B53437A42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261"/>
              <a:ext cx="295" cy="151"/>
            </a:xfrm>
            <a:custGeom>
              <a:avLst/>
              <a:gdLst>
                <a:gd name="T0" fmla="*/ 1349 w 138"/>
                <a:gd name="T1" fmla="*/ 696 h 66"/>
                <a:gd name="T2" fmla="*/ 353 w 138"/>
                <a:gd name="T3" fmla="*/ 529 h 66"/>
                <a:gd name="T4" fmla="*/ 109 w 138"/>
                <a:gd name="T5" fmla="*/ 0 h 66"/>
                <a:gd name="T6" fmla="*/ 333 w 138"/>
                <a:gd name="T7" fmla="*/ 586 h 66"/>
                <a:gd name="T8" fmla="*/ 1349 w 138"/>
                <a:gd name="T9" fmla="*/ 696 h 66"/>
                <a:gd name="T10" fmla="*/ 1349 w 138"/>
                <a:gd name="T11" fmla="*/ 696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66">
                  <a:moveTo>
                    <a:pt x="138" y="58"/>
                  </a:moveTo>
                  <a:cubicBezTo>
                    <a:pt x="103" y="66"/>
                    <a:pt x="63" y="59"/>
                    <a:pt x="36" y="44"/>
                  </a:cubicBezTo>
                  <a:cubicBezTo>
                    <a:pt x="16" y="32"/>
                    <a:pt x="5" y="16"/>
                    <a:pt x="11" y="0"/>
                  </a:cubicBezTo>
                  <a:cubicBezTo>
                    <a:pt x="0" y="17"/>
                    <a:pt x="11" y="36"/>
                    <a:pt x="34" y="49"/>
                  </a:cubicBezTo>
                  <a:cubicBezTo>
                    <a:pt x="60" y="64"/>
                    <a:pt x="103" y="66"/>
                    <a:pt x="138" y="58"/>
                  </a:cubicBezTo>
                  <a:cubicBezTo>
                    <a:pt x="138" y="58"/>
                    <a:pt x="138" y="58"/>
                    <a:pt x="138" y="58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8" name="Freeform 299">
              <a:extLst>
                <a:ext uri="{FF2B5EF4-FFF2-40B4-BE49-F238E27FC236}">
                  <a16:creationId xmlns:a16="http://schemas.microsoft.com/office/drawing/2014/main" id="{4CE088ED-8173-4503-B518-1CBBD2E5E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222"/>
              <a:ext cx="272" cy="135"/>
            </a:xfrm>
            <a:custGeom>
              <a:avLst/>
              <a:gdLst>
                <a:gd name="T0" fmla="*/ 1249 w 127"/>
                <a:gd name="T1" fmla="*/ 371 h 59"/>
                <a:gd name="T2" fmla="*/ 463 w 127"/>
                <a:gd name="T3" fmla="*/ 622 h 59"/>
                <a:gd name="T4" fmla="*/ 216 w 127"/>
                <a:gd name="T5" fmla="*/ 178 h 59"/>
                <a:gd name="T6" fmla="*/ 1249 w 127"/>
                <a:gd name="T7" fmla="*/ 37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59">
                  <a:moveTo>
                    <a:pt x="127" y="31"/>
                  </a:moveTo>
                  <a:cubicBezTo>
                    <a:pt x="127" y="53"/>
                    <a:pt x="77" y="59"/>
                    <a:pt x="47" y="52"/>
                  </a:cubicBezTo>
                  <a:cubicBezTo>
                    <a:pt x="17" y="45"/>
                    <a:pt x="0" y="28"/>
                    <a:pt x="22" y="15"/>
                  </a:cubicBezTo>
                  <a:cubicBezTo>
                    <a:pt x="48" y="0"/>
                    <a:pt x="126" y="7"/>
                    <a:pt x="127" y="3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9" name="Freeform 300">
              <a:extLst>
                <a:ext uri="{FF2B5EF4-FFF2-40B4-BE49-F238E27FC236}">
                  <a16:creationId xmlns:a16="http://schemas.microsoft.com/office/drawing/2014/main" id="{9343473B-CFFC-4249-BB36-C5CA19EA6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275"/>
              <a:ext cx="255" cy="82"/>
            </a:xfrm>
            <a:custGeom>
              <a:avLst/>
              <a:gdLst>
                <a:gd name="T0" fmla="*/ 394 w 119"/>
                <a:gd name="T1" fmla="*/ 260 h 36"/>
                <a:gd name="T2" fmla="*/ 51 w 119"/>
                <a:gd name="T3" fmla="*/ 0 h 36"/>
                <a:gd name="T4" fmla="*/ 386 w 119"/>
                <a:gd name="T5" fmla="*/ 342 h 36"/>
                <a:gd name="T6" fmla="*/ 1170 w 119"/>
                <a:gd name="T7" fmla="*/ 93 h 36"/>
                <a:gd name="T8" fmla="*/ 1170 w 119"/>
                <a:gd name="T9" fmla="*/ 82 h 36"/>
                <a:gd name="T10" fmla="*/ 394 w 119"/>
                <a:gd name="T11" fmla="*/ 26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36">
                  <a:moveTo>
                    <a:pt x="40" y="22"/>
                  </a:moveTo>
                  <a:cubicBezTo>
                    <a:pt x="21" y="18"/>
                    <a:pt x="7" y="9"/>
                    <a:pt x="5" y="0"/>
                  </a:cubicBezTo>
                  <a:cubicBezTo>
                    <a:pt x="0" y="11"/>
                    <a:pt x="15" y="23"/>
                    <a:pt x="39" y="29"/>
                  </a:cubicBezTo>
                  <a:cubicBezTo>
                    <a:pt x="69" y="36"/>
                    <a:pt x="119" y="30"/>
                    <a:pt x="119" y="8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2" y="25"/>
                    <a:pt x="68" y="29"/>
                    <a:pt x="40" y="22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0" name="Freeform 301">
              <a:extLst>
                <a:ext uri="{FF2B5EF4-FFF2-40B4-BE49-F238E27FC236}">
                  <a16:creationId xmlns:a16="http://schemas.microsoft.com/office/drawing/2014/main" id="{E5541A64-F514-485F-9A70-15EB88D59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234"/>
              <a:ext cx="174" cy="39"/>
            </a:xfrm>
            <a:custGeom>
              <a:avLst/>
              <a:gdLst>
                <a:gd name="T0" fmla="*/ 0 w 81"/>
                <a:gd name="T1" fmla="*/ 37 h 17"/>
                <a:gd name="T2" fmla="*/ 803 w 81"/>
                <a:gd name="T3" fmla="*/ 204 h 17"/>
                <a:gd name="T4" fmla="*/ 0 w 81"/>
                <a:gd name="T5" fmla="*/ 3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7">
                  <a:moveTo>
                    <a:pt x="0" y="3"/>
                  </a:moveTo>
                  <a:cubicBezTo>
                    <a:pt x="23" y="0"/>
                    <a:pt x="66" y="2"/>
                    <a:pt x="81" y="17"/>
                  </a:cubicBezTo>
                  <a:cubicBezTo>
                    <a:pt x="74" y="13"/>
                    <a:pt x="34" y="1"/>
                    <a:pt x="0" y="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1" name="Freeform 302">
              <a:extLst>
                <a:ext uri="{FF2B5EF4-FFF2-40B4-BE49-F238E27FC236}">
                  <a16:creationId xmlns:a16="http://schemas.microsoft.com/office/drawing/2014/main" id="{627EFFBD-E971-4FCE-A3EA-542C63875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220"/>
              <a:ext cx="150" cy="55"/>
            </a:xfrm>
            <a:custGeom>
              <a:avLst/>
              <a:gdLst>
                <a:gd name="T0" fmla="*/ 0 w 70"/>
                <a:gd name="T1" fmla="*/ 73 h 24"/>
                <a:gd name="T2" fmla="*/ 688 w 70"/>
                <a:gd name="T3" fmla="*/ 289 h 24"/>
                <a:gd name="T4" fmla="*/ 0 w 70"/>
                <a:gd name="T5" fmla="*/ 7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24">
                  <a:moveTo>
                    <a:pt x="0" y="6"/>
                  </a:moveTo>
                  <a:cubicBezTo>
                    <a:pt x="16" y="4"/>
                    <a:pt x="59" y="7"/>
                    <a:pt x="70" y="24"/>
                  </a:cubicBezTo>
                  <a:cubicBezTo>
                    <a:pt x="64" y="15"/>
                    <a:pt x="47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2" name="Freeform 303">
              <a:extLst>
                <a:ext uri="{FF2B5EF4-FFF2-40B4-BE49-F238E27FC236}">
                  <a16:creationId xmlns:a16="http://schemas.microsoft.com/office/drawing/2014/main" id="{5ECCADD0-9FDA-4865-BF13-4B3427319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3334"/>
              <a:ext cx="175" cy="37"/>
            </a:xfrm>
            <a:custGeom>
              <a:avLst/>
              <a:gdLst>
                <a:gd name="T0" fmla="*/ 0 w 82"/>
                <a:gd name="T1" fmla="*/ 0 h 16"/>
                <a:gd name="T2" fmla="*/ 796 w 82"/>
                <a:gd name="T3" fmla="*/ 12 h 16"/>
                <a:gd name="T4" fmla="*/ 0 w 8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6">
                  <a:moveTo>
                    <a:pt x="0" y="0"/>
                  </a:moveTo>
                  <a:cubicBezTo>
                    <a:pt x="9" y="7"/>
                    <a:pt x="53" y="16"/>
                    <a:pt x="82" y="1"/>
                  </a:cubicBezTo>
                  <a:cubicBezTo>
                    <a:pt x="69" y="6"/>
                    <a:pt x="34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3" name="Freeform 304">
              <a:extLst>
                <a:ext uri="{FF2B5EF4-FFF2-40B4-BE49-F238E27FC236}">
                  <a16:creationId xmlns:a16="http://schemas.microsoft.com/office/drawing/2014/main" id="{FC1616EE-BCCB-4E7E-8FCC-A47A5825C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3158"/>
              <a:ext cx="424" cy="259"/>
            </a:xfrm>
            <a:custGeom>
              <a:avLst/>
              <a:gdLst>
                <a:gd name="T0" fmla="*/ 197 w 198"/>
                <a:gd name="T1" fmla="*/ 435 h 113"/>
                <a:gd name="T2" fmla="*/ 362 w 198"/>
                <a:gd name="T3" fmla="*/ 1155 h 113"/>
                <a:gd name="T4" fmla="*/ 1454 w 198"/>
                <a:gd name="T5" fmla="*/ 1265 h 113"/>
                <a:gd name="T6" fmla="*/ 1904 w 198"/>
                <a:gd name="T7" fmla="*/ 672 h 113"/>
                <a:gd name="T8" fmla="*/ 197 w 198"/>
                <a:gd name="T9" fmla="*/ 435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13">
                  <a:moveTo>
                    <a:pt x="20" y="36"/>
                  </a:moveTo>
                  <a:cubicBezTo>
                    <a:pt x="0" y="57"/>
                    <a:pt x="10" y="80"/>
                    <a:pt x="37" y="96"/>
                  </a:cubicBezTo>
                  <a:cubicBezTo>
                    <a:pt x="65" y="112"/>
                    <a:pt x="111" y="113"/>
                    <a:pt x="148" y="105"/>
                  </a:cubicBezTo>
                  <a:cubicBezTo>
                    <a:pt x="190" y="95"/>
                    <a:pt x="198" y="75"/>
                    <a:pt x="194" y="56"/>
                  </a:cubicBezTo>
                  <a:cubicBezTo>
                    <a:pt x="185" y="16"/>
                    <a:pt x="62" y="0"/>
                    <a:pt x="20" y="3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4" name="Freeform 305">
              <a:extLst>
                <a:ext uri="{FF2B5EF4-FFF2-40B4-BE49-F238E27FC236}">
                  <a16:creationId xmlns:a16="http://schemas.microsoft.com/office/drawing/2014/main" id="{8ECCB556-B006-4B8E-A006-FE8149277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257"/>
              <a:ext cx="250" cy="96"/>
            </a:xfrm>
            <a:custGeom>
              <a:avLst/>
              <a:gdLst>
                <a:gd name="T0" fmla="*/ 19 w 117"/>
                <a:gd name="T1" fmla="*/ 178 h 42"/>
                <a:gd name="T2" fmla="*/ 361 w 117"/>
                <a:gd name="T3" fmla="*/ 443 h 42"/>
                <a:gd name="T4" fmla="*/ 1032 w 117"/>
                <a:gd name="T5" fmla="*/ 382 h 42"/>
                <a:gd name="T6" fmla="*/ 1141 w 117"/>
                <a:gd name="T7" fmla="*/ 194 h 42"/>
                <a:gd name="T8" fmla="*/ 1141 w 117"/>
                <a:gd name="T9" fmla="*/ 194 h 42"/>
                <a:gd name="T10" fmla="*/ 1032 w 117"/>
                <a:gd name="T11" fmla="*/ 370 h 42"/>
                <a:gd name="T12" fmla="*/ 361 w 117"/>
                <a:gd name="T13" fmla="*/ 427 h 42"/>
                <a:gd name="T14" fmla="*/ 28 w 117"/>
                <a:gd name="T15" fmla="*/ 178 h 42"/>
                <a:gd name="T16" fmla="*/ 120 w 117"/>
                <a:gd name="T17" fmla="*/ 0 h 42"/>
                <a:gd name="T18" fmla="*/ 120 w 117"/>
                <a:gd name="T19" fmla="*/ 0 h 42"/>
                <a:gd name="T20" fmla="*/ 19 w 117"/>
                <a:gd name="T21" fmla="*/ 178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7" h="42">
                  <a:moveTo>
                    <a:pt x="2" y="15"/>
                  </a:moveTo>
                  <a:cubicBezTo>
                    <a:pt x="4" y="24"/>
                    <a:pt x="17" y="33"/>
                    <a:pt x="37" y="37"/>
                  </a:cubicBezTo>
                  <a:cubicBezTo>
                    <a:pt x="57" y="42"/>
                    <a:pt x="89" y="42"/>
                    <a:pt x="106" y="32"/>
                  </a:cubicBezTo>
                  <a:cubicBezTo>
                    <a:pt x="114" y="28"/>
                    <a:pt x="117" y="22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22"/>
                    <a:pt x="113" y="27"/>
                    <a:pt x="106" y="31"/>
                  </a:cubicBezTo>
                  <a:cubicBezTo>
                    <a:pt x="89" y="41"/>
                    <a:pt x="58" y="41"/>
                    <a:pt x="37" y="36"/>
                  </a:cubicBezTo>
                  <a:cubicBezTo>
                    <a:pt x="18" y="32"/>
                    <a:pt x="5" y="24"/>
                    <a:pt x="3" y="15"/>
                  </a:cubicBezTo>
                  <a:cubicBezTo>
                    <a:pt x="2" y="10"/>
                    <a:pt x="5" y="4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4" y="4"/>
                    <a:pt x="0" y="9"/>
                    <a:pt x="2" y="1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5" name="Freeform 306">
              <a:extLst>
                <a:ext uri="{FF2B5EF4-FFF2-40B4-BE49-F238E27FC236}">
                  <a16:creationId xmlns:a16="http://schemas.microsoft.com/office/drawing/2014/main" id="{CA5F4282-0FEA-4D86-AA41-15C165B92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289"/>
              <a:ext cx="287" cy="285"/>
            </a:xfrm>
            <a:custGeom>
              <a:avLst/>
              <a:gdLst>
                <a:gd name="T0" fmla="*/ 1266 w 134"/>
                <a:gd name="T1" fmla="*/ 1471 h 125"/>
                <a:gd name="T2" fmla="*/ 1317 w 134"/>
                <a:gd name="T3" fmla="*/ 1482 h 125"/>
                <a:gd name="T4" fmla="*/ 1317 w 134"/>
                <a:gd name="T5" fmla="*/ 308 h 125"/>
                <a:gd name="T6" fmla="*/ 371 w 134"/>
                <a:gd name="T7" fmla="*/ 57 h 125"/>
                <a:gd name="T8" fmla="*/ 197 w 134"/>
                <a:gd name="T9" fmla="*/ 759 h 125"/>
                <a:gd name="T10" fmla="*/ 1266 w 134"/>
                <a:gd name="T11" fmla="*/ 1471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25">
                  <a:moveTo>
                    <a:pt x="129" y="124"/>
                  </a:moveTo>
                  <a:cubicBezTo>
                    <a:pt x="130" y="124"/>
                    <a:pt x="132" y="125"/>
                    <a:pt x="134" y="125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02" y="10"/>
                    <a:pt x="65" y="0"/>
                    <a:pt x="38" y="5"/>
                  </a:cubicBezTo>
                  <a:cubicBezTo>
                    <a:pt x="4" y="13"/>
                    <a:pt x="0" y="37"/>
                    <a:pt x="20" y="64"/>
                  </a:cubicBezTo>
                  <a:cubicBezTo>
                    <a:pt x="39" y="91"/>
                    <a:pt x="86" y="114"/>
                    <a:pt x="129" y="124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6" name="Freeform 307">
              <a:extLst>
                <a:ext uri="{FF2B5EF4-FFF2-40B4-BE49-F238E27FC236}">
                  <a16:creationId xmlns:a16="http://schemas.microsoft.com/office/drawing/2014/main" id="{F7402F9F-112F-4BFB-B862-BCFE68C6A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296"/>
              <a:ext cx="191" cy="61"/>
            </a:xfrm>
            <a:custGeom>
              <a:avLst/>
              <a:gdLst>
                <a:gd name="T0" fmla="*/ 880 w 89"/>
                <a:gd name="T1" fmla="*/ 312 h 27"/>
                <a:gd name="T2" fmla="*/ 880 w 89"/>
                <a:gd name="T3" fmla="*/ 276 h 27"/>
                <a:gd name="T4" fmla="*/ 0 w 89"/>
                <a:gd name="T5" fmla="*/ 36 h 27"/>
                <a:gd name="T6" fmla="*/ 880 w 89"/>
                <a:gd name="T7" fmla="*/ 3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27">
                  <a:moveTo>
                    <a:pt x="89" y="27"/>
                  </a:moveTo>
                  <a:cubicBezTo>
                    <a:pt x="89" y="24"/>
                    <a:pt x="89" y="24"/>
                    <a:pt x="89" y="24"/>
                  </a:cubicBezTo>
                  <a:cubicBezTo>
                    <a:pt x="59" y="9"/>
                    <a:pt x="26" y="0"/>
                    <a:pt x="0" y="3"/>
                  </a:cubicBezTo>
                  <a:cubicBezTo>
                    <a:pt x="27" y="2"/>
                    <a:pt x="60" y="12"/>
                    <a:pt x="89" y="2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7" name="Freeform 308">
              <a:extLst>
                <a:ext uri="{FF2B5EF4-FFF2-40B4-BE49-F238E27FC236}">
                  <a16:creationId xmlns:a16="http://schemas.microsoft.com/office/drawing/2014/main" id="{785D090B-6DB2-4387-B9D8-8D795A28A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3314"/>
              <a:ext cx="255" cy="251"/>
            </a:xfrm>
            <a:custGeom>
              <a:avLst/>
              <a:gdLst>
                <a:gd name="T0" fmla="*/ 1170 w 119"/>
                <a:gd name="T1" fmla="*/ 1307 h 110"/>
                <a:gd name="T2" fmla="*/ 216 w 119"/>
                <a:gd name="T3" fmla="*/ 593 h 110"/>
                <a:gd name="T4" fmla="*/ 216 w 119"/>
                <a:gd name="T5" fmla="*/ 0 h 110"/>
                <a:gd name="T6" fmla="*/ 156 w 119"/>
                <a:gd name="T7" fmla="*/ 630 h 110"/>
                <a:gd name="T8" fmla="*/ 1170 w 119"/>
                <a:gd name="T9" fmla="*/ 1307 h 110"/>
                <a:gd name="T10" fmla="*/ 1170 w 119"/>
                <a:gd name="T11" fmla="*/ 1307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110">
                  <a:moveTo>
                    <a:pt x="119" y="110"/>
                  </a:moveTo>
                  <a:cubicBezTo>
                    <a:pt x="78" y="100"/>
                    <a:pt x="41" y="75"/>
                    <a:pt x="22" y="50"/>
                  </a:cubicBezTo>
                  <a:cubicBezTo>
                    <a:pt x="8" y="30"/>
                    <a:pt x="6" y="10"/>
                    <a:pt x="22" y="0"/>
                  </a:cubicBezTo>
                  <a:cubicBezTo>
                    <a:pt x="0" y="10"/>
                    <a:pt x="0" y="31"/>
                    <a:pt x="16" y="53"/>
                  </a:cubicBezTo>
                  <a:cubicBezTo>
                    <a:pt x="34" y="78"/>
                    <a:pt x="78" y="101"/>
                    <a:pt x="119" y="110"/>
                  </a:cubicBezTo>
                  <a:cubicBezTo>
                    <a:pt x="119" y="110"/>
                    <a:pt x="119" y="110"/>
                    <a:pt x="119" y="110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8" name="Freeform 309">
              <a:extLst>
                <a:ext uri="{FF2B5EF4-FFF2-40B4-BE49-F238E27FC236}">
                  <a16:creationId xmlns:a16="http://schemas.microsoft.com/office/drawing/2014/main" id="{3969AD76-6C9B-475A-80EB-24777DC3F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3346"/>
              <a:ext cx="210" cy="162"/>
            </a:xfrm>
            <a:custGeom>
              <a:avLst/>
              <a:gdLst>
                <a:gd name="T0" fmla="*/ 345 w 98"/>
                <a:gd name="T1" fmla="*/ 520 h 71"/>
                <a:gd name="T2" fmla="*/ 964 w 98"/>
                <a:gd name="T3" fmla="*/ 844 h 71"/>
                <a:gd name="T4" fmla="*/ 964 w 98"/>
                <a:gd name="T5" fmla="*/ 272 h 71"/>
                <a:gd name="T6" fmla="*/ 302 w 98"/>
                <a:gd name="T7" fmla="*/ 0 h 71"/>
                <a:gd name="T8" fmla="*/ 345 w 98"/>
                <a:gd name="T9" fmla="*/ 52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71">
                  <a:moveTo>
                    <a:pt x="35" y="44"/>
                  </a:moveTo>
                  <a:cubicBezTo>
                    <a:pt x="51" y="56"/>
                    <a:pt x="76" y="68"/>
                    <a:pt x="98" y="71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76" y="10"/>
                    <a:pt x="48" y="0"/>
                    <a:pt x="31" y="0"/>
                  </a:cubicBezTo>
                  <a:cubicBezTo>
                    <a:pt x="0" y="1"/>
                    <a:pt x="8" y="24"/>
                    <a:pt x="35" y="4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9" name="Freeform 310">
              <a:extLst>
                <a:ext uri="{FF2B5EF4-FFF2-40B4-BE49-F238E27FC236}">
                  <a16:creationId xmlns:a16="http://schemas.microsoft.com/office/drawing/2014/main" id="{A45061F4-9527-4595-8AC8-A680722B4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353"/>
              <a:ext cx="202" cy="155"/>
            </a:xfrm>
            <a:custGeom>
              <a:avLst/>
              <a:gdLst>
                <a:gd name="T0" fmla="*/ 309 w 94"/>
                <a:gd name="T1" fmla="*/ 483 h 68"/>
                <a:gd name="T2" fmla="*/ 933 w 94"/>
                <a:gd name="T3" fmla="*/ 805 h 68"/>
                <a:gd name="T4" fmla="*/ 933 w 94"/>
                <a:gd name="T5" fmla="*/ 732 h 68"/>
                <a:gd name="T6" fmla="*/ 355 w 94"/>
                <a:gd name="T7" fmla="*/ 426 h 68"/>
                <a:gd name="T8" fmla="*/ 120 w 94"/>
                <a:gd name="T9" fmla="*/ 0 h 68"/>
                <a:gd name="T10" fmla="*/ 309 w 94"/>
                <a:gd name="T11" fmla="*/ 483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8">
                  <a:moveTo>
                    <a:pt x="31" y="41"/>
                  </a:moveTo>
                  <a:cubicBezTo>
                    <a:pt x="47" y="53"/>
                    <a:pt x="72" y="65"/>
                    <a:pt x="94" y="68"/>
                  </a:cubicBezTo>
                  <a:cubicBezTo>
                    <a:pt x="94" y="62"/>
                    <a:pt x="94" y="62"/>
                    <a:pt x="94" y="62"/>
                  </a:cubicBezTo>
                  <a:cubicBezTo>
                    <a:pt x="73" y="58"/>
                    <a:pt x="50" y="47"/>
                    <a:pt x="36" y="36"/>
                  </a:cubicBezTo>
                  <a:cubicBezTo>
                    <a:pt x="18" y="23"/>
                    <a:pt x="9" y="9"/>
                    <a:pt x="12" y="0"/>
                  </a:cubicBezTo>
                  <a:cubicBezTo>
                    <a:pt x="0" y="7"/>
                    <a:pt x="9" y="25"/>
                    <a:pt x="31" y="41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0" name="Freeform 311">
              <a:extLst>
                <a:ext uri="{FF2B5EF4-FFF2-40B4-BE49-F238E27FC236}">
                  <a16:creationId xmlns:a16="http://schemas.microsoft.com/office/drawing/2014/main" id="{49614CC5-0999-42FB-B904-42CE40152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424"/>
              <a:ext cx="174" cy="89"/>
            </a:xfrm>
            <a:custGeom>
              <a:avLst/>
              <a:gdLst>
                <a:gd name="T0" fmla="*/ 0 w 81"/>
                <a:gd name="T1" fmla="*/ 0 h 39"/>
                <a:gd name="T2" fmla="*/ 803 w 81"/>
                <a:gd name="T3" fmla="*/ 463 h 39"/>
                <a:gd name="T4" fmla="*/ 0 w 8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39">
                  <a:moveTo>
                    <a:pt x="0" y="0"/>
                  </a:moveTo>
                  <a:cubicBezTo>
                    <a:pt x="5" y="10"/>
                    <a:pt x="42" y="38"/>
                    <a:pt x="81" y="39"/>
                  </a:cubicBezTo>
                  <a:cubicBezTo>
                    <a:pt x="66" y="37"/>
                    <a:pt x="28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1" name="Freeform 312">
              <a:extLst>
                <a:ext uri="{FF2B5EF4-FFF2-40B4-BE49-F238E27FC236}">
                  <a16:creationId xmlns:a16="http://schemas.microsoft.com/office/drawing/2014/main" id="{7D70144F-EE94-4275-B99A-1BA01BD30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289"/>
              <a:ext cx="287" cy="285"/>
            </a:xfrm>
            <a:custGeom>
              <a:avLst/>
              <a:gdLst>
                <a:gd name="T0" fmla="*/ 1266 w 134"/>
                <a:gd name="T1" fmla="*/ 1471 h 125"/>
                <a:gd name="T2" fmla="*/ 1317 w 134"/>
                <a:gd name="T3" fmla="*/ 1482 h 125"/>
                <a:gd name="T4" fmla="*/ 1317 w 134"/>
                <a:gd name="T5" fmla="*/ 308 h 125"/>
                <a:gd name="T6" fmla="*/ 371 w 134"/>
                <a:gd name="T7" fmla="*/ 57 h 125"/>
                <a:gd name="T8" fmla="*/ 197 w 134"/>
                <a:gd name="T9" fmla="*/ 759 h 125"/>
                <a:gd name="T10" fmla="*/ 1266 w 134"/>
                <a:gd name="T11" fmla="*/ 1471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25">
                  <a:moveTo>
                    <a:pt x="129" y="124"/>
                  </a:moveTo>
                  <a:cubicBezTo>
                    <a:pt x="130" y="124"/>
                    <a:pt x="132" y="125"/>
                    <a:pt x="134" y="125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02" y="10"/>
                    <a:pt x="65" y="0"/>
                    <a:pt x="38" y="5"/>
                  </a:cubicBezTo>
                  <a:cubicBezTo>
                    <a:pt x="4" y="13"/>
                    <a:pt x="0" y="37"/>
                    <a:pt x="20" y="64"/>
                  </a:cubicBezTo>
                  <a:cubicBezTo>
                    <a:pt x="39" y="91"/>
                    <a:pt x="86" y="114"/>
                    <a:pt x="129" y="12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2" name="Freeform 313">
              <a:extLst>
                <a:ext uri="{FF2B5EF4-FFF2-40B4-BE49-F238E27FC236}">
                  <a16:creationId xmlns:a16="http://schemas.microsoft.com/office/drawing/2014/main" id="{AD276DC4-8F22-4524-8FEE-4E3F13BEE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3346"/>
              <a:ext cx="193" cy="164"/>
            </a:xfrm>
            <a:custGeom>
              <a:avLst/>
              <a:gdLst>
                <a:gd name="T0" fmla="*/ 257 w 90"/>
                <a:gd name="T1" fmla="*/ 519 h 72"/>
                <a:gd name="T2" fmla="*/ 888 w 90"/>
                <a:gd name="T3" fmla="*/ 852 h 72"/>
                <a:gd name="T4" fmla="*/ 888 w 90"/>
                <a:gd name="T5" fmla="*/ 841 h 72"/>
                <a:gd name="T6" fmla="*/ 266 w 90"/>
                <a:gd name="T7" fmla="*/ 519 h 72"/>
                <a:gd name="T8" fmla="*/ 41 w 90"/>
                <a:gd name="T9" fmla="*/ 109 h 72"/>
                <a:gd name="T10" fmla="*/ 225 w 90"/>
                <a:gd name="T11" fmla="*/ 0 h 72"/>
                <a:gd name="T12" fmla="*/ 28 w 90"/>
                <a:gd name="T13" fmla="*/ 109 h 72"/>
                <a:gd name="T14" fmla="*/ 257 w 90"/>
                <a:gd name="T15" fmla="*/ 519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72">
                  <a:moveTo>
                    <a:pt x="26" y="44"/>
                  </a:moveTo>
                  <a:cubicBezTo>
                    <a:pt x="42" y="56"/>
                    <a:pt x="68" y="68"/>
                    <a:pt x="90" y="72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68" y="67"/>
                    <a:pt x="42" y="55"/>
                    <a:pt x="27" y="44"/>
                  </a:cubicBezTo>
                  <a:cubicBezTo>
                    <a:pt x="10" y="31"/>
                    <a:pt x="1" y="17"/>
                    <a:pt x="4" y="9"/>
                  </a:cubicBezTo>
                  <a:cubicBezTo>
                    <a:pt x="6" y="4"/>
                    <a:pt x="13" y="1"/>
                    <a:pt x="23" y="0"/>
                  </a:cubicBezTo>
                  <a:cubicBezTo>
                    <a:pt x="12" y="1"/>
                    <a:pt x="5" y="3"/>
                    <a:pt x="3" y="9"/>
                  </a:cubicBezTo>
                  <a:cubicBezTo>
                    <a:pt x="0" y="17"/>
                    <a:pt x="9" y="31"/>
                    <a:pt x="26" y="4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3" name="Freeform 314">
              <a:extLst>
                <a:ext uri="{FF2B5EF4-FFF2-40B4-BE49-F238E27FC236}">
                  <a16:creationId xmlns:a16="http://schemas.microsoft.com/office/drawing/2014/main" id="{0818D21A-BAE0-48AB-8E06-D904D1BFA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998"/>
              <a:ext cx="340" cy="291"/>
            </a:xfrm>
            <a:custGeom>
              <a:avLst/>
              <a:gdLst>
                <a:gd name="T0" fmla="*/ 654 w 159"/>
                <a:gd name="T1" fmla="*/ 25 h 127"/>
                <a:gd name="T2" fmla="*/ 165 w 159"/>
                <a:gd name="T3" fmla="*/ 241 h 127"/>
                <a:gd name="T4" fmla="*/ 28 w 159"/>
                <a:gd name="T5" fmla="*/ 793 h 127"/>
                <a:gd name="T6" fmla="*/ 1037 w 159"/>
                <a:gd name="T7" fmla="*/ 1313 h 127"/>
                <a:gd name="T8" fmla="*/ 1381 w 159"/>
                <a:gd name="T9" fmla="*/ 264 h 127"/>
                <a:gd name="T10" fmla="*/ 654 w 159"/>
                <a:gd name="T11" fmla="*/ 25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127">
                  <a:moveTo>
                    <a:pt x="67" y="2"/>
                  </a:moveTo>
                  <a:cubicBezTo>
                    <a:pt x="46" y="3"/>
                    <a:pt x="29" y="5"/>
                    <a:pt x="17" y="20"/>
                  </a:cubicBezTo>
                  <a:cubicBezTo>
                    <a:pt x="7" y="33"/>
                    <a:pt x="0" y="49"/>
                    <a:pt x="3" y="66"/>
                  </a:cubicBezTo>
                  <a:cubicBezTo>
                    <a:pt x="10" y="105"/>
                    <a:pt x="62" y="127"/>
                    <a:pt x="106" y="109"/>
                  </a:cubicBezTo>
                  <a:cubicBezTo>
                    <a:pt x="150" y="91"/>
                    <a:pt x="159" y="45"/>
                    <a:pt x="141" y="22"/>
                  </a:cubicBezTo>
                  <a:cubicBezTo>
                    <a:pt x="121" y="2"/>
                    <a:pt x="107" y="0"/>
                    <a:pt x="67" y="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4" name="Freeform 315">
              <a:extLst>
                <a:ext uri="{FF2B5EF4-FFF2-40B4-BE49-F238E27FC236}">
                  <a16:creationId xmlns:a16="http://schemas.microsoft.com/office/drawing/2014/main" id="{A8FB1CF0-7E43-4CA7-BC85-8BC42C9D9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021"/>
              <a:ext cx="255" cy="243"/>
            </a:xfrm>
            <a:custGeom>
              <a:avLst/>
              <a:gdLst>
                <a:gd name="T0" fmla="*/ 1005 w 119"/>
                <a:gd name="T1" fmla="*/ 167 h 106"/>
                <a:gd name="T2" fmla="*/ 808 w 119"/>
                <a:gd name="T3" fmla="*/ 0 h 106"/>
                <a:gd name="T4" fmla="*/ 956 w 119"/>
                <a:gd name="T5" fmla="*/ 147 h 106"/>
                <a:gd name="T6" fmla="*/ 630 w 119"/>
                <a:gd name="T7" fmla="*/ 1130 h 106"/>
                <a:gd name="T8" fmla="*/ 0 w 119"/>
                <a:gd name="T9" fmla="*/ 1119 h 106"/>
                <a:gd name="T10" fmla="*/ 679 w 119"/>
                <a:gd name="T11" fmla="*/ 1167 h 106"/>
                <a:gd name="T12" fmla="*/ 1005 w 119"/>
                <a:gd name="T13" fmla="*/ 167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06">
                  <a:moveTo>
                    <a:pt x="102" y="14"/>
                  </a:moveTo>
                  <a:cubicBezTo>
                    <a:pt x="95" y="7"/>
                    <a:pt x="89" y="3"/>
                    <a:pt x="82" y="0"/>
                  </a:cubicBezTo>
                  <a:cubicBezTo>
                    <a:pt x="87" y="3"/>
                    <a:pt x="92" y="7"/>
                    <a:pt x="97" y="12"/>
                  </a:cubicBezTo>
                  <a:cubicBezTo>
                    <a:pt x="114" y="34"/>
                    <a:pt x="106" y="77"/>
                    <a:pt x="64" y="94"/>
                  </a:cubicBezTo>
                  <a:cubicBezTo>
                    <a:pt x="42" y="103"/>
                    <a:pt x="19" y="102"/>
                    <a:pt x="0" y="93"/>
                  </a:cubicBezTo>
                  <a:cubicBezTo>
                    <a:pt x="19" y="104"/>
                    <a:pt x="45" y="106"/>
                    <a:pt x="69" y="97"/>
                  </a:cubicBezTo>
                  <a:cubicBezTo>
                    <a:pt x="110" y="80"/>
                    <a:pt x="119" y="36"/>
                    <a:pt x="102" y="1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5" name="Freeform 316">
              <a:extLst>
                <a:ext uri="{FF2B5EF4-FFF2-40B4-BE49-F238E27FC236}">
                  <a16:creationId xmlns:a16="http://schemas.microsoft.com/office/drawing/2014/main" id="{FC70A31B-399E-48C8-9262-D24A2565E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005"/>
              <a:ext cx="248" cy="233"/>
            </a:xfrm>
            <a:custGeom>
              <a:avLst/>
              <a:gdLst>
                <a:gd name="T0" fmla="*/ 77 w 116"/>
                <a:gd name="T1" fmla="*/ 763 h 102"/>
                <a:gd name="T2" fmla="*/ 205 w 116"/>
                <a:gd name="T3" fmla="*/ 251 h 102"/>
                <a:gd name="T4" fmla="*/ 663 w 116"/>
                <a:gd name="T5" fmla="*/ 37 h 102"/>
                <a:gd name="T6" fmla="*/ 1133 w 116"/>
                <a:gd name="T7" fmla="*/ 85 h 102"/>
                <a:gd name="T8" fmla="*/ 618 w 116"/>
                <a:gd name="T9" fmla="*/ 11 h 102"/>
                <a:gd name="T10" fmla="*/ 156 w 116"/>
                <a:gd name="T11" fmla="*/ 224 h 102"/>
                <a:gd name="T12" fmla="*/ 28 w 116"/>
                <a:gd name="T13" fmla="*/ 740 h 102"/>
                <a:gd name="T14" fmla="*/ 393 w 116"/>
                <a:gd name="T15" fmla="*/ 1215 h 102"/>
                <a:gd name="T16" fmla="*/ 77 w 116"/>
                <a:gd name="T17" fmla="*/ 763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02">
                  <a:moveTo>
                    <a:pt x="8" y="64"/>
                  </a:moveTo>
                  <a:cubicBezTo>
                    <a:pt x="5" y="48"/>
                    <a:pt x="12" y="33"/>
                    <a:pt x="21" y="21"/>
                  </a:cubicBezTo>
                  <a:cubicBezTo>
                    <a:pt x="32" y="7"/>
                    <a:pt x="49" y="4"/>
                    <a:pt x="68" y="3"/>
                  </a:cubicBezTo>
                  <a:cubicBezTo>
                    <a:pt x="90" y="2"/>
                    <a:pt x="104" y="3"/>
                    <a:pt x="116" y="7"/>
                  </a:cubicBezTo>
                  <a:cubicBezTo>
                    <a:pt x="103" y="1"/>
                    <a:pt x="89" y="0"/>
                    <a:pt x="63" y="1"/>
                  </a:cubicBezTo>
                  <a:cubicBezTo>
                    <a:pt x="44" y="2"/>
                    <a:pt x="27" y="5"/>
                    <a:pt x="16" y="19"/>
                  </a:cubicBezTo>
                  <a:cubicBezTo>
                    <a:pt x="7" y="31"/>
                    <a:pt x="0" y="45"/>
                    <a:pt x="3" y="62"/>
                  </a:cubicBezTo>
                  <a:cubicBezTo>
                    <a:pt x="7" y="81"/>
                    <a:pt x="21" y="95"/>
                    <a:pt x="40" y="102"/>
                  </a:cubicBezTo>
                  <a:cubicBezTo>
                    <a:pt x="23" y="95"/>
                    <a:pt x="11" y="81"/>
                    <a:pt x="8" y="6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6" name="Freeform 317">
              <a:extLst>
                <a:ext uri="{FF2B5EF4-FFF2-40B4-BE49-F238E27FC236}">
                  <a16:creationId xmlns:a16="http://schemas.microsoft.com/office/drawing/2014/main" id="{70A0C511-BA88-4483-8817-5EFA04BA9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044"/>
              <a:ext cx="222" cy="142"/>
            </a:xfrm>
            <a:custGeom>
              <a:avLst/>
              <a:gdLst>
                <a:gd name="T0" fmla="*/ 711 w 104"/>
                <a:gd name="T1" fmla="*/ 110 h 62"/>
                <a:gd name="T2" fmla="*/ 429 w 104"/>
                <a:gd name="T3" fmla="*/ 735 h 62"/>
                <a:gd name="T4" fmla="*/ 68 w 104"/>
                <a:gd name="T5" fmla="*/ 252 h 62"/>
                <a:gd name="T6" fmla="*/ 711 w 104"/>
                <a:gd name="T7" fmla="*/ 11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62">
                  <a:moveTo>
                    <a:pt x="73" y="9"/>
                  </a:moveTo>
                  <a:cubicBezTo>
                    <a:pt x="104" y="26"/>
                    <a:pt x="85" y="62"/>
                    <a:pt x="44" y="61"/>
                  </a:cubicBezTo>
                  <a:cubicBezTo>
                    <a:pt x="3" y="61"/>
                    <a:pt x="0" y="33"/>
                    <a:pt x="7" y="21"/>
                  </a:cubicBezTo>
                  <a:cubicBezTo>
                    <a:pt x="17" y="4"/>
                    <a:pt x="55" y="0"/>
                    <a:pt x="73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7" name="Freeform 318">
              <a:extLst>
                <a:ext uri="{FF2B5EF4-FFF2-40B4-BE49-F238E27FC236}">
                  <a16:creationId xmlns:a16="http://schemas.microsoft.com/office/drawing/2014/main" id="{A560AA46-B0E0-451A-8ED1-AD4E69019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3094"/>
              <a:ext cx="193" cy="92"/>
            </a:xfrm>
            <a:custGeom>
              <a:avLst/>
              <a:gdLst>
                <a:gd name="T0" fmla="*/ 800 w 90"/>
                <a:gd name="T1" fmla="*/ 0 h 40"/>
                <a:gd name="T2" fmla="*/ 362 w 90"/>
                <a:gd name="T3" fmla="*/ 402 h 40"/>
                <a:gd name="T4" fmla="*/ 0 w 90"/>
                <a:gd name="T5" fmla="*/ 195 h 40"/>
                <a:gd name="T6" fmla="*/ 386 w 90"/>
                <a:gd name="T7" fmla="*/ 476 h 40"/>
                <a:gd name="T8" fmla="*/ 800 w 90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40">
                  <a:moveTo>
                    <a:pt x="81" y="0"/>
                  </a:moveTo>
                  <a:cubicBezTo>
                    <a:pt x="84" y="16"/>
                    <a:pt x="66" y="34"/>
                    <a:pt x="37" y="33"/>
                  </a:cubicBezTo>
                  <a:cubicBezTo>
                    <a:pt x="15" y="33"/>
                    <a:pt x="4" y="25"/>
                    <a:pt x="0" y="16"/>
                  </a:cubicBezTo>
                  <a:cubicBezTo>
                    <a:pt x="2" y="28"/>
                    <a:pt x="13" y="39"/>
                    <a:pt x="39" y="39"/>
                  </a:cubicBezTo>
                  <a:cubicBezTo>
                    <a:pt x="72" y="40"/>
                    <a:pt x="90" y="17"/>
                    <a:pt x="81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8" name="Freeform 319">
              <a:extLst>
                <a:ext uri="{FF2B5EF4-FFF2-40B4-BE49-F238E27FC236}">
                  <a16:creationId xmlns:a16="http://schemas.microsoft.com/office/drawing/2014/main" id="{A4CD80BB-483B-409A-9E0C-FAA560C2C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046"/>
              <a:ext cx="98" cy="28"/>
            </a:xfrm>
            <a:custGeom>
              <a:avLst/>
              <a:gdLst>
                <a:gd name="T0" fmla="*/ 445 w 46"/>
                <a:gd name="T1" fmla="*/ 49 h 12"/>
                <a:gd name="T2" fmla="*/ 0 w 46"/>
                <a:gd name="T3" fmla="*/ 152 h 12"/>
                <a:gd name="T4" fmla="*/ 445 w 46"/>
                <a:gd name="T5" fmla="*/ 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2">
                  <a:moveTo>
                    <a:pt x="46" y="4"/>
                  </a:moveTo>
                  <a:cubicBezTo>
                    <a:pt x="32" y="0"/>
                    <a:pt x="9" y="5"/>
                    <a:pt x="0" y="12"/>
                  </a:cubicBezTo>
                  <a:cubicBezTo>
                    <a:pt x="10" y="9"/>
                    <a:pt x="31" y="3"/>
                    <a:pt x="46" y="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9" name="Freeform 320">
              <a:extLst>
                <a:ext uri="{FF2B5EF4-FFF2-40B4-BE49-F238E27FC236}">
                  <a16:creationId xmlns:a16="http://schemas.microsoft.com/office/drawing/2014/main" id="{723A24B7-FE10-4961-B97A-C63FF4193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138"/>
              <a:ext cx="146" cy="80"/>
            </a:xfrm>
            <a:custGeom>
              <a:avLst/>
              <a:gdLst>
                <a:gd name="T0" fmla="*/ 0 w 68"/>
                <a:gd name="T1" fmla="*/ 203 h 35"/>
                <a:gd name="T2" fmla="*/ 672 w 68"/>
                <a:gd name="T3" fmla="*/ 0 h 35"/>
                <a:gd name="T4" fmla="*/ 0 w 68"/>
                <a:gd name="T5" fmla="*/ 20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5">
                  <a:moveTo>
                    <a:pt x="0" y="17"/>
                  </a:moveTo>
                  <a:cubicBezTo>
                    <a:pt x="10" y="23"/>
                    <a:pt x="53" y="28"/>
                    <a:pt x="68" y="0"/>
                  </a:cubicBezTo>
                  <a:cubicBezTo>
                    <a:pt x="65" y="13"/>
                    <a:pt x="35" y="35"/>
                    <a:pt x="0" y="17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0" name="Freeform 321">
              <a:extLst>
                <a:ext uri="{FF2B5EF4-FFF2-40B4-BE49-F238E27FC236}">
                  <a16:creationId xmlns:a16="http://schemas.microsoft.com/office/drawing/2014/main" id="{6852D482-707D-46F4-AFC3-1E2957316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998"/>
              <a:ext cx="340" cy="291"/>
            </a:xfrm>
            <a:custGeom>
              <a:avLst/>
              <a:gdLst>
                <a:gd name="T0" fmla="*/ 654 w 159"/>
                <a:gd name="T1" fmla="*/ 25 h 127"/>
                <a:gd name="T2" fmla="*/ 165 w 159"/>
                <a:gd name="T3" fmla="*/ 241 h 127"/>
                <a:gd name="T4" fmla="*/ 28 w 159"/>
                <a:gd name="T5" fmla="*/ 793 h 127"/>
                <a:gd name="T6" fmla="*/ 1037 w 159"/>
                <a:gd name="T7" fmla="*/ 1313 h 127"/>
                <a:gd name="T8" fmla="*/ 1381 w 159"/>
                <a:gd name="T9" fmla="*/ 264 h 127"/>
                <a:gd name="T10" fmla="*/ 654 w 159"/>
                <a:gd name="T11" fmla="*/ 25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127">
                  <a:moveTo>
                    <a:pt x="67" y="2"/>
                  </a:moveTo>
                  <a:cubicBezTo>
                    <a:pt x="46" y="3"/>
                    <a:pt x="29" y="5"/>
                    <a:pt x="17" y="20"/>
                  </a:cubicBezTo>
                  <a:cubicBezTo>
                    <a:pt x="7" y="33"/>
                    <a:pt x="0" y="49"/>
                    <a:pt x="3" y="66"/>
                  </a:cubicBezTo>
                  <a:cubicBezTo>
                    <a:pt x="10" y="105"/>
                    <a:pt x="62" y="127"/>
                    <a:pt x="106" y="109"/>
                  </a:cubicBezTo>
                  <a:cubicBezTo>
                    <a:pt x="150" y="91"/>
                    <a:pt x="159" y="45"/>
                    <a:pt x="141" y="22"/>
                  </a:cubicBezTo>
                  <a:cubicBezTo>
                    <a:pt x="121" y="2"/>
                    <a:pt x="107" y="0"/>
                    <a:pt x="67" y="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1" name="Freeform 322">
              <a:extLst>
                <a:ext uri="{FF2B5EF4-FFF2-40B4-BE49-F238E27FC236}">
                  <a16:creationId xmlns:a16="http://schemas.microsoft.com/office/drawing/2014/main" id="{2D822AC6-7C82-4463-91AE-C7A542E83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065"/>
              <a:ext cx="191" cy="121"/>
            </a:xfrm>
            <a:custGeom>
              <a:avLst/>
              <a:gdLst>
                <a:gd name="T0" fmla="*/ 700 w 89"/>
                <a:gd name="T1" fmla="*/ 0 h 53"/>
                <a:gd name="T2" fmla="*/ 839 w 89"/>
                <a:gd name="T3" fmla="*/ 324 h 53"/>
                <a:gd name="T4" fmla="*/ 414 w 89"/>
                <a:gd name="T5" fmla="*/ 621 h 53"/>
                <a:gd name="T6" fmla="*/ 60 w 89"/>
                <a:gd name="T7" fmla="*/ 427 h 53"/>
                <a:gd name="T8" fmla="*/ 52 w 89"/>
                <a:gd name="T9" fmla="*/ 142 h 53"/>
                <a:gd name="T10" fmla="*/ 52 w 89"/>
                <a:gd name="T11" fmla="*/ 142 h 53"/>
                <a:gd name="T12" fmla="*/ 52 w 89"/>
                <a:gd name="T13" fmla="*/ 427 h 53"/>
                <a:gd name="T14" fmla="*/ 414 w 89"/>
                <a:gd name="T15" fmla="*/ 630 h 53"/>
                <a:gd name="T16" fmla="*/ 852 w 89"/>
                <a:gd name="T17" fmla="*/ 324 h 53"/>
                <a:gd name="T18" fmla="*/ 700 w 89"/>
                <a:gd name="T19" fmla="*/ 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53">
                  <a:moveTo>
                    <a:pt x="71" y="0"/>
                  </a:moveTo>
                  <a:cubicBezTo>
                    <a:pt x="83" y="7"/>
                    <a:pt x="88" y="17"/>
                    <a:pt x="85" y="27"/>
                  </a:cubicBezTo>
                  <a:cubicBezTo>
                    <a:pt x="82" y="39"/>
                    <a:pt x="67" y="52"/>
                    <a:pt x="42" y="52"/>
                  </a:cubicBezTo>
                  <a:cubicBezTo>
                    <a:pt x="19" y="52"/>
                    <a:pt x="10" y="43"/>
                    <a:pt x="6" y="36"/>
                  </a:cubicBezTo>
                  <a:cubicBezTo>
                    <a:pt x="1" y="27"/>
                    <a:pt x="2" y="17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2" y="18"/>
                    <a:pt x="0" y="27"/>
                    <a:pt x="5" y="36"/>
                  </a:cubicBezTo>
                  <a:cubicBezTo>
                    <a:pt x="9" y="44"/>
                    <a:pt x="19" y="53"/>
                    <a:pt x="42" y="53"/>
                  </a:cubicBezTo>
                  <a:cubicBezTo>
                    <a:pt x="68" y="53"/>
                    <a:pt x="83" y="40"/>
                    <a:pt x="86" y="27"/>
                  </a:cubicBezTo>
                  <a:cubicBezTo>
                    <a:pt x="89" y="17"/>
                    <a:pt x="83" y="7"/>
                    <a:pt x="71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2" name="Freeform 323">
              <a:extLst>
                <a:ext uri="{FF2B5EF4-FFF2-40B4-BE49-F238E27FC236}">
                  <a16:creationId xmlns:a16="http://schemas.microsoft.com/office/drawing/2014/main" id="{527F448C-F7DC-4A65-A1C6-5BFC9FDD3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045"/>
              <a:ext cx="283" cy="418"/>
            </a:xfrm>
            <a:custGeom>
              <a:avLst/>
              <a:gdLst>
                <a:gd name="T0" fmla="*/ 1301 w 132"/>
                <a:gd name="T1" fmla="*/ 2181 h 183"/>
                <a:gd name="T2" fmla="*/ 1301 w 132"/>
                <a:gd name="T3" fmla="*/ 381 h 183"/>
                <a:gd name="T4" fmla="*/ 1121 w 132"/>
                <a:gd name="T5" fmla="*/ 178 h 183"/>
                <a:gd name="T6" fmla="*/ 602 w 132"/>
                <a:gd name="T7" fmla="*/ 48 h 183"/>
                <a:gd name="T8" fmla="*/ 362 w 132"/>
                <a:gd name="T9" fmla="*/ 1560 h 183"/>
                <a:gd name="T10" fmla="*/ 1301 w 132"/>
                <a:gd name="T11" fmla="*/ 2181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83">
                  <a:moveTo>
                    <a:pt x="132" y="183"/>
                  </a:moveTo>
                  <a:cubicBezTo>
                    <a:pt x="132" y="32"/>
                    <a:pt x="132" y="32"/>
                    <a:pt x="132" y="32"/>
                  </a:cubicBezTo>
                  <a:cubicBezTo>
                    <a:pt x="126" y="25"/>
                    <a:pt x="120" y="19"/>
                    <a:pt x="114" y="15"/>
                  </a:cubicBezTo>
                  <a:cubicBezTo>
                    <a:pt x="97" y="5"/>
                    <a:pt x="78" y="0"/>
                    <a:pt x="61" y="4"/>
                  </a:cubicBezTo>
                  <a:cubicBezTo>
                    <a:pt x="1" y="17"/>
                    <a:pt x="0" y="82"/>
                    <a:pt x="37" y="131"/>
                  </a:cubicBezTo>
                  <a:cubicBezTo>
                    <a:pt x="64" y="166"/>
                    <a:pt x="102" y="182"/>
                    <a:pt x="132" y="183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3" name="Freeform 324">
              <a:extLst>
                <a:ext uri="{FF2B5EF4-FFF2-40B4-BE49-F238E27FC236}">
                  <a16:creationId xmlns:a16="http://schemas.microsoft.com/office/drawing/2014/main" id="{CF2C1148-C07E-495D-9529-24B21F14B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061"/>
              <a:ext cx="124" cy="86"/>
            </a:xfrm>
            <a:custGeom>
              <a:avLst/>
              <a:gdLst>
                <a:gd name="T0" fmla="*/ 567 w 58"/>
                <a:gd name="T1" fmla="*/ 441 h 38"/>
                <a:gd name="T2" fmla="*/ 567 w 58"/>
                <a:gd name="T3" fmla="*/ 349 h 38"/>
                <a:gd name="T4" fmla="*/ 402 w 58"/>
                <a:gd name="T5" fmla="*/ 163 h 38"/>
                <a:gd name="T6" fmla="*/ 0 w 58"/>
                <a:gd name="T7" fmla="*/ 11 h 38"/>
                <a:gd name="T8" fmla="*/ 342 w 58"/>
                <a:gd name="T9" fmla="*/ 163 h 38"/>
                <a:gd name="T10" fmla="*/ 567 w 58"/>
                <a:gd name="T11" fmla="*/ 441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8">
                  <a:moveTo>
                    <a:pt x="58" y="38"/>
                  </a:moveTo>
                  <a:cubicBezTo>
                    <a:pt x="58" y="30"/>
                    <a:pt x="58" y="30"/>
                    <a:pt x="58" y="30"/>
                  </a:cubicBezTo>
                  <a:cubicBezTo>
                    <a:pt x="52" y="23"/>
                    <a:pt x="47" y="17"/>
                    <a:pt x="41" y="14"/>
                  </a:cubicBezTo>
                  <a:cubicBezTo>
                    <a:pt x="26" y="5"/>
                    <a:pt x="14" y="0"/>
                    <a:pt x="0" y="1"/>
                  </a:cubicBezTo>
                  <a:cubicBezTo>
                    <a:pt x="13" y="1"/>
                    <a:pt x="22" y="7"/>
                    <a:pt x="35" y="14"/>
                  </a:cubicBezTo>
                  <a:cubicBezTo>
                    <a:pt x="43" y="19"/>
                    <a:pt x="50" y="29"/>
                    <a:pt x="58" y="3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4" name="Freeform 325">
              <a:extLst>
                <a:ext uri="{FF2B5EF4-FFF2-40B4-BE49-F238E27FC236}">
                  <a16:creationId xmlns:a16="http://schemas.microsoft.com/office/drawing/2014/main" id="{56C39CC2-D8DC-453B-90EB-30573ABA1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061"/>
              <a:ext cx="270" cy="395"/>
            </a:xfrm>
            <a:custGeom>
              <a:avLst/>
              <a:gdLst>
                <a:gd name="T0" fmla="*/ 1241 w 126"/>
                <a:gd name="T1" fmla="*/ 2048 h 173"/>
                <a:gd name="T2" fmla="*/ 1241 w 126"/>
                <a:gd name="T3" fmla="*/ 2032 h 173"/>
                <a:gd name="T4" fmla="*/ 405 w 126"/>
                <a:gd name="T5" fmla="*/ 1438 h 173"/>
                <a:gd name="T6" fmla="*/ 630 w 126"/>
                <a:gd name="T7" fmla="*/ 0 h 173"/>
                <a:gd name="T8" fmla="*/ 647 w 126"/>
                <a:gd name="T9" fmla="*/ 0 h 173"/>
                <a:gd name="T10" fmla="*/ 559 w 126"/>
                <a:gd name="T11" fmla="*/ 11 h 173"/>
                <a:gd name="T12" fmla="*/ 334 w 126"/>
                <a:gd name="T13" fmla="*/ 1454 h 173"/>
                <a:gd name="T14" fmla="*/ 1241 w 126"/>
                <a:gd name="T15" fmla="*/ 2048 h 1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173">
                  <a:moveTo>
                    <a:pt x="126" y="172"/>
                  </a:moveTo>
                  <a:cubicBezTo>
                    <a:pt x="126" y="171"/>
                    <a:pt x="126" y="171"/>
                    <a:pt x="126" y="171"/>
                  </a:cubicBezTo>
                  <a:cubicBezTo>
                    <a:pt x="99" y="169"/>
                    <a:pt x="65" y="153"/>
                    <a:pt x="41" y="121"/>
                  </a:cubicBezTo>
                  <a:cubicBezTo>
                    <a:pt x="7" y="75"/>
                    <a:pt x="8" y="12"/>
                    <a:pt x="64" y="0"/>
                  </a:cubicBezTo>
                  <a:cubicBezTo>
                    <a:pt x="64" y="0"/>
                    <a:pt x="65" y="0"/>
                    <a:pt x="66" y="0"/>
                  </a:cubicBezTo>
                  <a:cubicBezTo>
                    <a:pt x="63" y="0"/>
                    <a:pt x="60" y="1"/>
                    <a:pt x="57" y="1"/>
                  </a:cubicBezTo>
                  <a:cubicBezTo>
                    <a:pt x="1" y="13"/>
                    <a:pt x="0" y="76"/>
                    <a:pt x="34" y="122"/>
                  </a:cubicBezTo>
                  <a:cubicBezTo>
                    <a:pt x="60" y="157"/>
                    <a:pt x="98" y="173"/>
                    <a:pt x="126" y="172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5" name="Freeform 326">
              <a:extLst>
                <a:ext uri="{FF2B5EF4-FFF2-40B4-BE49-F238E27FC236}">
                  <a16:creationId xmlns:a16="http://schemas.microsoft.com/office/drawing/2014/main" id="{6695E4AE-1163-4499-8BF0-B511B3328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147"/>
              <a:ext cx="176" cy="231"/>
            </a:xfrm>
            <a:custGeom>
              <a:avLst/>
              <a:gdLst>
                <a:gd name="T0" fmla="*/ 811 w 82"/>
                <a:gd name="T1" fmla="*/ 1162 h 101"/>
                <a:gd name="T2" fmla="*/ 811 w 82"/>
                <a:gd name="T3" fmla="*/ 549 h 101"/>
                <a:gd name="T4" fmla="*/ 768 w 82"/>
                <a:gd name="T5" fmla="*/ 492 h 101"/>
                <a:gd name="T6" fmla="*/ 326 w 82"/>
                <a:gd name="T7" fmla="*/ 57 h 101"/>
                <a:gd name="T8" fmla="*/ 165 w 82"/>
                <a:gd name="T9" fmla="*/ 613 h 101"/>
                <a:gd name="T10" fmla="*/ 811 w 82"/>
                <a:gd name="T11" fmla="*/ 1162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01">
                  <a:moveTo>
                    <a:pt x="82" y="97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1" y="45"/>
                    <a:pt x="79" y="43"/>
                    <a:pt x="78" y="41"/>
                  </a:cubicBezTo>
                  <a:cubicBezTo>
                    <a:pt x="61" y="19"/>
                    <a:pt x="50" y="9"/>
                    <a:pt x="33" y="5"/>
                  </a:cubicBezTo>
                  <a:cubicBezTo>
                    <a:pt x="14" y="0"/>
                    <a:pt x="0" y="19"/>
                    <a:pt x="17" y="51"/>
                  </a:cubicBezTo>
                  <a:cubicBezTo>
                    <a:pt x="32" y="78"/>
                    <a:pt x="59" y="101"/>
                    <a:pt x="82" y="97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6" name="Freeform 327">
              <a:extLst>
                <a:ext uri="{FF2B5EF4-FFF2-40B4-BE49-F238E27FC236}">
                  <a16:creationId xmlns:a16="http://schemas.microsoft.com/office/drawing/2014/main" id="{8D2CD371-171A-4AE6-958B-2F4241207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1157"/>
              <a:ext cx="169" cy="221"/>
            </a:xfrm>
            <a:custGeom>
              <a:avLst/>
              <a:gdLst>
                <a:gd name="T0" fmla="*/ 774 w 79"/>
                <a:gd name="T1" fmla="*/ 1100 h 97"/>
                <a:gd name="T2" fmla="*/ 774 w 79"/>
                <a:gd name="T3" fmla="*/ 1064 h 97"/>
                <a:gd name="T4" fmla="*/ 216 w 79"/>
                <a:gd name="T5" fmla="*/ 508 h 97"/>
                <a:gd name="T6" fmla="*/ 205 w 79"/>
                <a:gd name="T7" fmla="*/ 0 h 97"/>
                <a:gd name="T8" fmla="*/ 137 w 79"/>
                <a:gd name="T9" fmla="*/ 556 h 97"/>
                <a:gd name="T10" fmla="*/ 774 w 79"/>
                <a:gd name="T11" fmla="*/ 110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97">
                  <a:moveTo>
                    <a:pt x="79" y="93"/>
                  </a:moveTo>
                  <a:cubicBezTo>
                    <a:pt x="79" y="90"/>
                    <a:pt x="79" y="90"/>
                    <a:pt x="79" y="90"/>
                  </a:cubicBezTo>
                  <a:cubicBezTo>
                    <a:pt x="58" y="88"/>
                    <a:pt x="35" y="67"/>
                    <a:pt x="22" y="43"/>
                  </a:cubicBezTo>
                  <a:cubicBezTo>
                    <a:pt x="11" y="22"/>
                    <a:pt x="13" y="7"/>
                    <a:pt x="21" y="0"/>
                  </a:cubicBezTo>
                  <a:cubicBezTo>
                    <a:pt x="7" y="3"/>
                    <a:pt x="0" y="20"/>
                    <a:pt x="14" y="47"/>
                  </a:cubicBezTo>
                  <a:cubicBezTo>
                    <a:pt x="29" y="74"/>
                    <a:pt x="56" y="97"/>
                    <a:pt x="79" y="9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7" name="Freeform 328">
              <a:extLst>
                <a:ext uri="{FF2B5EF4-FFF2-40B4-BE49-F238E27FC236}">
                  <a16:creationId xmlns:a16="http://schemas.microsoft.com/office/drawing/2014/main" id="{E5A17A74-71E1-4D69-85D9-850C352AF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1184"/>
              <a:ext cx="60" cy="87"/>
            </a:xfrm>
            <a:custGeom>
              <a:avLst/>
              <a:gdLst>
                <a:gd name="T0" fmla="*/ 276 w 28"/>
                <a:gd name="T1" fmla="*/ 456 h 38"/>
                <a:gd name="T2" fmla="*/ 276 w 28"/>
                <a:gd name="T3" fmla="*/ 337 h 38"/>
                <a:gd name="T4" fmla="*/ 0 w 28"/>
                <a:gd name="T5" fmla="*/ 0 h 38"/>
                <a:gd name="T6" fmla="*/ 197 w 28"/>
                <a:gd name="T7" fmla="*/ 337 h 38"/>
                <a:gd name="T8" fmla="*/ 276 w 28"/>
                <a:gd name="T9" fmla="*/ 456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8">
                  <a:moveTo>
                    <a:pt x="28" y="38"/>
                  </a:moveTo>
                  <a:cubicBezTo>
                    <a:pt x="28" y="28"/>
                    <a:pt x="28" y="28"/>
                    <a:pt x="28" y="28"/>
                  </a:cubicBezTo>
                  <a:cubicBezTo>
                    <a:pt x="19" y="17"/>
                    <a:pt x="8" y="7"/>
                    <a:pt x="0" y="0"/>
                  </a:cubicBezTo>
                  <a:cubicBezTo>
                    <a:pt x="0" y="1"/>
                    <a:pt x="10" y="17"/>
                    <a:pt x="20" y="28"/>
                  </a:cubicBezTo>
                  <a:cubicBezTo>
                    <a:pt x="23" y="31"/>
                    <a:pt x="25" y="34"/>
                    <a:pt x="28" y="3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8" name="Freeform 329">
              <a:extLst>
                <a:ext uri="{FF2B5EF4-FFF2-40B4-BE49-F238E27FC236}">
                  <a16:creationId xmlns:a16="http://schemas.microsoft.com/office/drawing/2014/main" id="{A57715E9-839B-4E88-81E2-24FE668EB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220"/>
              <a:ext cx="118" cy="151"/>
            </a:xfrm>
            <a:custGeom>
              <a:avLst/>
              <a:gdLst>
                <a:gd name="T0" fmla="*/ 0 w 55"/>
                <a:gd name="T1" fmla="*/ 0 h 66"/>
                <a:gd name="T2" fmla="*/ 543 w 55"/>
                <a:gd name="T3" fmla="*/ 789 h 66"/>
                <a:gd name="T4" fmla="*/ 0 w 55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6">
                  <a:moveTo>
                    <a:pt x="0" y="0"/>
                  </a:moveTo>
                  <a:cubicBezTo>
                    <a:pt x="1" y="14"/>
                    <a:pt x="23" y="52"/>
                    <a:pt x="55" y="66"/>
                  </a:cubicBezTo>
                  <a:cubicBezTo>
                    <a:pt x="44" y="65"/>
                    <a:pt x="3" y="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29" name="Freeform 330">
              <a:extLst>
                <a:ext uri="{FF2B5EF4-FFF2-40B4-BE49-F238E27FC236}">
                  <a16:creationId xmlns:a16="http://schemas.microsoft.com/office/drawing/2014/main" id="{E4211DA2-A665-4964-9D21-9897D1B00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045"/>
              <a:ext cx="283" cy="418"/>
            </a:xfrm>
            <a:custGeom>
              <a:avLst/>
              <a:gdLst>
                <a:gd name="T0" fmla="*/ 1301 w 132"/>
                <a:gd name="T1" fmla="*/ 2181 h 183"/>
                <a:gd name="T2" fmla="*/ 1301 w 132"/>
                <a:gd name="T3" fmla="*/ 381 h 183"/>
                <a:gd name="T4" fmla="*/ 1121 w 132"/>
                <a:gd name="T5" fmla="*/ 178 h 183"/>
                <a:gd name="T6" fmla="*/ 602 w 132"/>
                <a:gd name="T7" fmla="*/ 48 h 183"/>
                <a:gd name="T8" fmla="*/ 362 w 132"/>
                <a:gd name="T9" fmla="*/ 1560 h 183"/>
                <a:gd name="T10" fmla="*/ 1301 w 132"/>
                <a:gd name="T11" fmla="*/ 2181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83">
                  <a:moveTo>
                    <a:pt x="132" y="183"/>
                  </a:moveTo>
                  <a:cubicBezTo>
                    <a:pt x="132" y="32"/>
                    <a:pt x="132" y="32"/>
                    <a:pt x="132" y="32"/>
                  </a:cubicBezTo>
                  <a:cubicBezTo>
                    <a:pt x="126" y="25"/>
                    <a:pt x="120" y="19"/>
                    <a:pt x="114" y="15"/>
                  </a:cubicBezTo>
                  <a:cubicBezTo>
                    <a:pt x="97" y="5"/>
                    <a:pt x="78" y="0"/>
                    <a:pt x="61" y="4"/>
                  </a:cubicBezTo>
                  <a:cubicBezTo>
                    <a:pt x="1" y="17"/>
                    <a:pt x="0" y="82"/>
                    <a:pt x="37" y="131"/>
                  </a:cubicBezTo>
                  <a:cubicBezTo>
                    <a:pt x="64" y="166"/>
                    <a:pt x="102" y="182"/>
                    <a:pt x="132" y="18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0" name="Freeform 331">
              <a:extLst>
                <a:ext uri="{FF2B5EF4-FFF2-40B4-BE49-F238E27FC236}">
                  <a16:creationId xmlns:a16="http://schemas.microsoft.com/office/drawing/2014/main" id="{82039A9C-3873-4EEC-9AC7-9303FCB74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154"/>
              <a:ext cx="163" cy="220"/>
            </a:xfrm>
            <a:custGeom>
              <a:avLst/>
              <a:gdLst>
                <a:gd name="T0" fmla="*/ 611 w 76"/>
                <a:gd name="T1" fmla="*/ 1130 h 96"/>
                <a:gd name="T2" fmla="*/ 751 w 76"/>
                <a:gd name="T3" fmla="*/ 1146 h 96"/>
                <a:gd name="T4" fmla="*/ 751 w 76"/>
                <a:gd name="T5" fmla="*/ 1130 h 96"/>
                <a:gd name="T6" fmla="*/ 611 w 76"/>
                <a:gd name="T7" fmla="*/ 1118 h 96"/>
                <a:gd name="T8" fmla="*/ 120 w 76"/>
                <a:gd name="T9" fmla="*/ 566 h 96"/>
                <a:gd name="T10" fmla="*/ 77 w 76"/>
                <a:gd name="T11" fmla="*/ 94 h 96"/>
                <a:gd name="T12" fmla="*/ 266 w 76"/>
                <a:gd name="T13" fmla="*/ 25 h 96"/>
                <a:gd name="T14" fmla="*/ 69 w 76"/>
                <a:gd name="T15" fmla="*/ 85 h 96"/>
                <a:gd name="T16" fmla="*/ 97 w 76"/>
                <a:gd name="T17" fmla="*/ 578 h 96"/>
                <a:gd name="T18" fmla="*/ 611 w 76"/>
                <a:gd name="T19" fmla="*/ 1130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96">
                  <a:moveTo>
                    <a:pt x="62" y="94"/>
                  </a:moveTo>
                  <a:cubicBezTo>
                    <a:pt x="67" y="96"/>
                    <a:pt x="72" y="96"/>
                    <a:pt x="76" y="95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2" y="94"/>
                    <a:pt x="67" y="94"/>
                    <a:pt x="62" y="93"/>
                  </a:cubicBezTo>
                  <a:cubicBezTo>
                    <a:pt x="45" y="89"/>
                    <a:pt x="24" y="71"/>
                    <a:pt x="12" y="47"/>
                  </a:cubicBezTo>
                  <a:cubicBezTo>
                    <a:pt x="3" y="31"/>
                    <a:pt x="2" y="17"/>
                    <a:pt x="8" y="8"/>
                  </a:cubicBezTo>
                  <a:cubicBezTo>
                    <a:pt x="12" y="3"/>
                    <a:pt x="19" y="0"/>
                    <a:pt x="27" y="2"/>
                  </a:cubicBezTo>
                  <a:cubicBezTo>
                    <a:pt x="19" y="0"/>
                    <a:pt x="11" y="2"/>
                    <a:pt x="7" y="7"/>
                  </a:cubicBezTo>
                  <a:cubicBezTo>
                    <a:pt x="0" y="16"/>
                    <a:pt x="1" y="32"/>
                    <a:pt x="10" y="48"/>
                  </a:cubicBezTo>
                  <a:cubicBezTo>
                    <a:pt x="23" y="72"/>
                    <a:pt x="44" y="90"/>
                    <a:pt x="62" y="9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1" name="Freeform 332">
              <a:extLst>
                <a:ext uri="{FF2B5EF4-FFF2-40B4-BE49-F238E27FC236}">
                  <a16:creationId xmlns:a16="http://schemas.microsoft.com/office/drawing/2014/main" id="{AC9C88BB-88EC-4053-961A-F6BAE7281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211"/>
              <a:ext cx="388" cy="389"/>
            </a:xfrm>
            <a:custGeom>
              <a:avLst/>
              <a:gdLst>
                <a:gd name="T0" fmla="*/ 1595 w 181"/>
                <a:gd name="T1" fmla="*/ 1105 h 170"/>
                <a:gd name="T2" fmla="*/ 928 w 181"/>
                <a:gd name="T3" fmla="*/ 25 h 170"/>
                <a:gd name="T4" fmla="*/ 69 w 181"/>
                <a:gd name="T5" fmla="*/ 1032 h 170"/>
                <a:gd name="T6" fmla="*/ 1595 w 181"/>
                <a:gd name="T7" fmla="*/ 1105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170">
                  <a:moveTo>
                    <a:pt x="162" y="92"/>
                  </a:moveTo>
                  <a:cubicBezTo>
                    <a:pt x="181" y="47"/>
                    <a:pt x="149" y="5"/>
                    <a:pt x="94" y="2"/>
                  </a:cubicBezTo>
                  <a:cubicBezTo>
                    <a:pt x="39" y="0"/>
                    <a:pt x="0" y="32"/>
                    <a:pt x="7" y="86"/>
                  </a:cubicBezTo>
                  <a:cubicBezTo>
                    <a:pt x="13" y="140"/>
                    <a:pt x="136" y="170"/>
                    <a:pt x="162" y="92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2" name="Freeform 333">
              <a:extLst>
                <a:ext uri="{FF2B5EF4-FFF2-40B4-BE49-F238E27FC236}">
                  <a16:creationId xmlns:a16="http://schemas.microsoft.com/office/drawing/2014/main" id="{D6C0C4C2-F281-4FC7-9086-F041BEC8B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239"/>
              <a:ext cx="263" cy="299"/>
            </a:xfrm>
            <a:custGeom>
              <a:avLst/>
              <a:gdLst>
                <a:gd name="T0" fmla="*/ 695 w 123"/>
                <a:gd name="T1" fmla="*/ 0 h 131"/>
                <a:gd name="T2" fmla="*/ 996 w 123"/>
                <a:gd name="T3" fmla="*/ 902 h 131"/>
                <a:gd name="T4" fmla="*/ 0 w 123"/>
                <a:gd name="T5" fmla="*/ 1365 h 131"/>
                <a:gd name="T6" fmla="*/ 1056 w 123"/>
                <a:gd name="T7" fmla="*/ 938 h 131"/>
                <a:gd name="T8" fmla="*/ 695 w 123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31">
                  <a:moveTo>
                    <a:pt x="71" y="0"/>
                  </a:moveTo>
                  <a:cubicBezTo>
                    <a:pt x="101" y="14"/>
                    <a:pt x="116" y="44"/>
                    <a:pt x="102" y="76"/>
                  </a:cubicBezTo>
                  <a:cubicBezTo>
                    <a:pt x="87" y="121"/>
                    <a:pt x="37" y="128"/>
                    <a:pt x="0" y="115"/>
                  </a:cubicBezTo>
                  <a:cubicBezTo>
                    <a:pt x="38" y="131"/>
                    <a:pt x="92" y="127"/>
                    <a:pt x="108" y="79"/>
                  </a:cubicBezTo>
                  <a:cubicBezTo>
                    <a:pt x="123" y="45"/>
                    <a:pt x="106" y="12"/>
                    <a:pt x="7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3" name="Freeform 334">
              <a:extLst>
                <a:ext uri="{FF2B5EF4-FFF2-40B4-BE49-F238E27FC236}">
                  <a16:creationId xmlns:a16="http://schemas.microsoft.com/office/drawing/2014/main" id="{35E5A587-56C1-402E-925A-D26B42F6D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225"/>
              <a:ext cx="180" cy="288"/>
            </a:xfrm>
            <a:custGeom>
              <a:avLst/>
              <a:gdLst>
                <a:gd name="T0" fmla="*/ 482 w 84"/>
                <a:gd name="T1" fmla="*/ 1467 h 126"/>
                <a:gd name="T2" fmla="*/ 129 w 84"/>
                <a:gd name="T3" fmla="*/ 955 h 126"/>
                <a:gd name="T4" fmla="*/ 776 w 84"/>
                <a:gd name="T5" fmla="*/ 0 h 126"/>
                <a:gd name="T6" fmla="*/ 767 w 84"/>
                <a:gd name="T7" fmla="*/ 0 h 126"/>
                <a:gd name="T8" fmla="*/ 60 w 84"/>
                <a:gd name="T9" fmla="*/ 946 h 126"/>
                <a:gd name="T10" fmla="*/ 482 w 84"/>
                <a:gd name="T11" fmla="*/ 1467 h 126"/>
                <a:gd name="T12" fmla="*/ 482 w 84"/>
                <a:gd name="T13" fmla="*/ 1467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126">
                  <a:moveTo>
                    <a:pt x="49" y="123"/>
                  </a:moveTo>
                  <a:cubicBezTo>
                    <a:pt x="29" y="114"/>
                    <a:pt x="15" y="98"/>
                    <a:pt x="13" y="80"/>
                  </a:cubicBezTo>
                  <a:cubicBezTo>
                    <a:pt x="7" y="35"/>
                    <a:pt x="36" y="5"/>
                    <a:pt x="79" y="0"/>
                  </a:cubicBezTo>
                  <a:cubicBezTo>
                    <a:pt x="84" y="0"/>
                    <a:pt x="82" y="0"/>
                    <a:pt x="78" y="0"/>
                  </a:cubicBezTo>
                  <a:cubicBezTo>
                    <a:pt x="32" y="2"/>
                    <a:pt x="0" y="32"/>
                    <a:pt x="6" y="79"/>
                  </a:cubicBezTo>
                  <a:cubicBezTo>
                    <a:pt x="9" y="99"/>
                    <a:pt x="26" y="115"/>
                    <a:pt x="49" y="123"/>
                  </a:cubicBezTo>
                  <a:cubicBezTo>
                    <a:pt x="56" y="126"/>
                    <a:pt x="56" y="126"/>
                    <a:pt x="49" y="123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4" name="Freeform 335">
              <a:extLst>
                <a:ext uri="{FF2B5EF4-FFF2-40B4-BE49-F238E27FC236}">
                  <a16:creationId xmlns:a16="http://schemas.microsoft.com/office/drawing/2014/main" id="{78F1C2D0-ABBB-4B84-B3A6-074246662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262"/>
              <a:ext cx="250" cy="221"/>
            </a:xfrm>
            <a:custGeom>
              <a:avLst/>
              <a:gdLst>
                <a:gd name="T0" fmla="*/ 128 w 117"/>
                <a:gd name="T1" fmla="*/ 747 h 97"/>
                <a:gd name="T2" fmla="*/ 987 w 117"/>
                <a:gd name="T3" fmla="*/ 816 h 97"/>
                <a:gd name="T4" fmla="*/ 603 w 117"/>
                <a:gd name="T5" fmla="*/ 57 h 97"/>
                <a:gd name="T6" fmla="*/ 128 w 117"/>
                <a:gd name="T7" fmla="*/ 74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7">
                  <a:moveTo>
                    <a:pt x="13" y="63"/>
                  </a:moveTo>
                  <a:cubicBezTo>
                    <a:pt x="31" y="97"/>
                    <a:pt x="84" y="95"/>
                    <a:pt x="101" y="69"/>
                  </a:cubicBezTo>
                  <a:cubicBezTo>
                    <a:pt x="117" y="44"/>
                    <a:pt x="94" y="0"/>
                    <a:pt x="62" y="5"/>
                  </a:cubicBezTo>
                  <a:cubicBezTo>
                    <a:pt x="13" y="11"/>
                    <a:pt x="0" y="40"/>
                    <a:pt x="13" y="6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5" name="Freeform 336">
              <a:extLst>
                <a:ext uri="{FF2B5EF4-FFF2-40B4-BE49-F238E27FC236}">
                  <a16:creationId xmlns:a16="http://schemas.microsoft.com/office/drawing/2014/main" id="{B4E075FD-2471-47D4-B719-CD8DD9FD8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278"/>
              <a:ext cx="180" cy="201"/>
            </a:xfrm>
            <a:custGeom>
              <a:avLst/>
              <a:gdLst>
                <a:gd name="T0" fmla="*/ 463 w 84"/>
                <a:gd name="T1" fmla="*/ 0 h 88"/>
                <a:gd name="T2" fmla="*/ 619 w 84"/>
                <a:gd name="T3" fmla="*/ 690 h 88"/>
                <a:gd name="T4" fmla="*/ 0 w 84"/>
                <a:gd name="T5" fmla="*/ 882 h 88"/>
                <a:gd name="T6" fmla="*/ 699 w 84"/>
                <a:gd name="T7" fmla="*/ 740 h 88"/>
                <a:gd name="T8" fmla="*/ 463 w 84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88">
                  <a:moveTo>
                    <a:pt x="47" y="0"/>
                  </a:moveTo>
                  <a:cubicBezTo>
                    <a:pt x="66" y="11"/>
                    <a:pt x="75" y="40"/>
                    <a:pt x="63" y="58"/>
                  </a:cubicBezTo>
                  <a:cubicBezTo>
                    <a:pt x="52" y="76"/>
                    <a:pt x="22" y="83"/>
                    <a:pt x="0" y="74"/>
                  </a:cubicBezTo>
                  <a:cubicBezTo>
                    <a:pt x="23" y="88"/>
                    <a:pt x="58" y="82"/>
                    <a:pt x="71" y="62"/>
                  </a:cubicBezTo>
                  <a:cubicBezTo>
                    <a:pt x="84" y="41"/>
                    <a:pt x="71" y="8"/>
                    <a:pt x="4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6" name="Freeform 337">
              <a:extLst>
                <a:ext uri="{FF2B5EF4-FFF2-40B4-BE49-F238E27FC236}">
                  <a16:creationId xmlns:a16="http://schemas.microsoft.com/office/drawing/2014/main" id="{EE1F3BCF-CB5C-4442-9E9A-23C76B76C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284"/>
              <a:ext cx="70" cy="87"/>
            </a:xfrm>
            <a:custGeom>
              <a:avLst/>
              <a:gdLst>
                <a:gd name="T0" fmla="*/ 314 w 33"/>
                <a:gd name="T1" fmla="*/ 0 h 38"/>
                <a:gd name="T2" fmla="*/ 8 w 33"/>
                <a:gd name="T3" fmla="*/ 456 h 38"/>
                <a:gd name="T4" fmla="*/ 314 w 33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8">
                  <a:moveTo>
                    <a:pt x="33" y="0"/>
                  </a:moveTo>
                  <a:cubicBezTo>
                    <a:pt x="15" y="5"/>
                    <a:pt x="0" y="20"/>
                    <a:pt x="1" y="38"/>
                  </a:cubicBezTo>
                  <a:cubicBezTo>
                    <a:pt x="7" y="26"/>
                    <a:pt x="12" y="11"/>
                    <a:pt x="33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7" name="Freeform 338">
              <a:extLst>
                <a:ext uri="{FF2B5EF4-FFF2-40B4-BE49-F238E27FC236}">
                  <a16:creationId xmlns:a16="http://schemas.microsoft.com/office/drawing/2014/main" id="{E5865C94-321C-456E-8B58-BB611A15F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316"/>
              <a:ext cx="144" cy="151"/>
            </a:xfrm>
            <a:custGeom>
              <a:avLst/>
              <a:gdLst>
                <a:gd name="T0" fmla="*/ 389 w 67"/>
                <a:gd name="T1" fmla="*/ 0 h 66"/>
                <a:gd name="T2" fmla="*/ 0 w 67"/>
                <a:gd name="T3" fmla="*/ 789 h 66"/>
                <a:gd name="T4" fmla="*/ 389 w 67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6">
                  <a:moveTo>
                    <a:pt x="39" y="0"/>
                  </a:moveTo>
                  <a:cubicBezTo>
                    <a:pt x="48" y="18"/>
                    <a:pt x="58" y="61"/>
                    <a:pt x="0" y="66"/>
                  </a:cubicBezTo>
                  <a:cubicBezTo>
                    <a:pt x="26" y="66"/>
                    <a:pt x="67" y="55"/>
                    <a:pt x="39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8" name="Freeform 339">
              <a:extLst>
                <a:ext uri="{FF2B5EF4-FFF2-40B4-BE49-F238E27FC236}">
                  <a16:creationId xmlns:a16="http://schemas.microsoft.com/office/drawing/2014/main" id="{58388119-A3A8-4129-893F-4526E3B28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211"/>
              <a:ext cx="388" cy="389"/>
            </a:xfrm>
            <a:custGeom>
              <a:avLst/>
              <a:gdLst>
                <a:gd name="T0" fmla="*/ 1595 w 181"/>
                <a:gd name="T1" fmla="*/ 1105 h 170"/>
                <a:gd name="T2" fmla="*/ 928 w 181"/>
                <a:gd name="T3" fmla="*/ 25 h 170"/>
                <a:gd name="T4" fmla="*/ 69 w 181"/>
                <a:gd name="T5" fmla="*/ 1032 h 170"/>
                <a:gd name="T6" fmla="*/ 1595 w 181"/>
                <a:gd name="T7" fmla="*/ 1105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170">
                  <a:moveTo>
                    <a:pt x="162" y="92"/>
                  </a:moveTo>
                  <a:cubicBezTo>
                    <a:pt x="181" y="47"/>
                    <a:pt x="149" y="5"/>
                    <a:pt x="94" y="2"/>
                  </a:cubicBezTo>
                  <a:cubicBezTo>
                    <a:pt x="39" y="0"/>
                    <a:pt x="0" y="32"/>
                    <a:pt x="7" y="86"/>
                  </a:cubicBezTo>
                  <a:cubicBezTo>
                    <a:pt x="13" y="140"/>
                    <a:pt x="136" y="170"/>
                    <a:pt x="162" y="9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9" name="Freeform 340">
              <a:extLst>
                <a:ext uri="{FF2B5EF4-FFF2-40B4-BE49-F238E27FC236}">
                  <a16:creationId xmlns:a16="http://schemas.microsoft.com/office/drawing/2014/main" id="{54686079-5003-4D8B-922D-D2DA63395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268"/>
              <a:ext cx="208" cy="199"/>
            </a:xfrm>
            <a:custGeom>
              <a:avLst/>
              <a:gdLst>
                <a:gd name="T0" fmla="*/ 482 w 97"/>
                <a:gd name="T1" fmla="*/ 25 h 87"/>
                <a:gd name="T2" fmla="*/ 836 w 97"/>
                <a:gd name="T3" fmla="*/ 252 h 87"/>
                <a:gd name="T4" fmla="*/ 860 w 97"/>
                <a:gd name="T5" fmla="*/ 789 h 87"/>
                <a:gd name="T6" fmla="*/ 422 w 97"/>
                <a:gd name="T7" fmla="*/ 1016 h 87"/>
                <a:gd name="T8" fmla="*/ 0 w 97"/>
                <a:gd name="T9" fmla="*/ 716 h 87"/>
                <a:gd name="T10" fmla="*/ 0 w 97"/>
                <a:gd name="T11" fmla="*/ 716 h 87"/>
                <a:gd name="T12" fmla="*/ 422 w 97"/>
                <a:gd name="T13" fmla="*/ 1032 h 87"/>
                <a:gd name="T14" fmla="*/ 868 w 97"/>
                <a:gd name="T15" fmla="*/ 789 h 87"/>
                <a:gd name="T16" fmla="*/ 847 w 97"/>
                <a:gd name="T17" fmla="*/ 240 h 87"/>
                <a:gd name="T18" fmla="*/ 482 w 97"/>
                <a:gd name="T19" fmla="*/ 25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87">
                  <a:moveTo>
                    <a:pt x="49" y="2"/>
                  </a:moveTo>
                  <a:cubicBezTo>
                    <a:pt x="62" y="0"/>
                    <a:pt x="76" y="7"/>
                    <a:pt x="85" y="21"/>
                  </a:cubicBezTo>
                  <a:cubicBezTo>
                    <a:pt x="94" y="35"/>
                    <a:pt x="95" y="53"/>
                    <a:pt x="87" y="66"/>
                  </a:cubicBezTo>
                  <a:cubicBezTo>
                    <a:pt x="79" y="78"/>
                    <a:pt x="62" y="86"/>
                    <a:pt x="43" y="85"/>
                  </a:cubicBezTo>
                  <a:cubicBezTo>
                    <a:pt x="24" y="84"/>
                    <a:pt x="8" y="75"/>
                    <a:pt x="0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8" y="75"/>
                    <a:pt x="23" y="85"/>
                    <a:pt x="43" y="86"/>
                  </a:cubicBezTo>
                  <a:cubicBezTo>
                    <a:pt x="62" y="87"/>
                    <a:pt x="80" y="79"/>
                    <a:pt x="88" y="66"/>
                  </a:cubicBezTo>
                  <a:cubicBezTo>
                    <a:pt x="97" y="54"/>
                    <a:pt x="96" y="35"/>
                    <a:pt x="86" y="20"/>
                  </a:cubicBezTo>
                  <a:cubicBezTo>
                    <a:pt x="77" y="6"/>
                    <a:pt x="63" y="0"/>
                    <a:pt x="49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0" name="Freeform 341">
              <a:extLst>
                <a:ext uri="{FF2B5EF4-FFF2-40B4-BE49-F238E27FC236}">
                  <a16:creationId xmlns:a16="http://schemas.microsoft.com/office/drawing/2014/main" id="{6B1F9DAB-A27D-4E33-83BF-533067F3A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00"/>
              <a:ext cx="292" cy="314"/>
            </a:xfrm>
            <a:custGeom>
              <a:avLst/>
              <a:gdLst>
                <a:gd name="T0" fmla="*/ 1129 w 136"/>
                <a:gd name="T1" fmla="*/ 1407 h 137"/>
                <a:gd name="T2" fmla="*/ 1346 w 136"/>
                <a:gd name="T3" fmla="*/ 1249 h 137"/>
                <a:gd name="T4" fmla="*/ 1346 w 136"/>
                <a:gd name="T5" fmla="*/ 121 h 137"/>
                <a:gd name="T6" fmla="*/ 715 w 136"/>
                <a:gd name="T7" fmla="*/ 11 h 137"/>
                <a:gd name="T8" fmla="*/ 180 w 136"/>
                <a:gd name="T9" fmla="*/ 252 h 137"/>
                <a:gd name="T10" fmla="*/ 28 w 136"/>
                <a:gd name="T11" fmla="*/ 857 h 137"/>
                <a:gd name="T12" fmla="*/ 1129 w 136"/>
                <a:gd name="T13" fmla="*/ 1407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6" h="137">
                  <a:moveTo>
                    <a:pt x="114" y="117"/>
                  </a:moveTo>
                  <a:cubicBezTo>
                    <a:pt x="123" y="114"/>
                    <a:pt x="130" y="109"/>
                    <a:pt x="136" y="104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21" y="1"/>
                    <a:pt x="104" y="0"/>
                    <a:pt x="72" y="1"/>
                  </a:cubicBezTo>
                  <a:cubicBezTo>
                    <a:pt x="50" y="2"/>
                    <a:pt x="31" y="5"/>
                    <a:pt x="18" y="21"/>
                  </a:cubicBezTo>
                  <a:cubicBezTo>
                    <a:pt x="8" y="35"/>
                    <a:pt x="0" y="52"/>
                    <a:pt x="3" y="71"/>
                  </a:cubicBezTo>
                  <a:cubicBezTo>
                    <a:pt x="11" y="113"/>
                    <a:pt x="67" y="137"/>
                    <a:pt x="114" y="117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1" name="Freeform 342">
              <a:extLst>
                <a:ext uri="{FF2B5EF4-FFF2-40B4-BE49-F238E27FC236}">
                  <a16:creationId xmlns:a16="http://schemas.microsoft.com/office/drawing/2014/main" id="{983FBBED-96C3-42B1-A2F9-9C8CD881A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723"/>
              <a:ext cx="17" cy="12"/>
            </a:xfrm>
            <a:custGeom>
              <a:avLst/>
              <a:gdLst>
                <a:gd name="T0" fmla="*/ 77 w 8"/>
                <a:gd name="T1" fmla="*/ 58 h 5"/>
                <a:gd name="T2" fmla="*/ 0 w 8"/>
                <a:gd name="T3" fmla="*/ 0 h 5"/>
                <a:gd name="T4" fmla="*/ 77 w 8"/>
                <a:gd name="T5" fmla="*/ 70 h 5"/>
                <a:gd name="T6" fmla="*/ 77 w 8"/>
                <a:gd name="T7" fmla="*/ 5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8" y="4"/>
                  </a:moveTo>
                  <a:cubicBezTo>
                    <a:pt x="5" y="2"/>
                    <a:pt x="3" y="1"/>
                    <a:pt x="0" y="0"/>
                  </a:cubicBezTo>
                  <a:cubicBezTo>
                    <a:pt x="3" y="1"/>
                    <a:pt x="5" y="3"/>
                    <a:pt x="8" y="5"/>
                  </a:cubicBezTo>
                  <a:lnTo>
                    <a:pt x="8" y="4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2" name="Freeform 343">
              <a:extLst>
                <a:ext uri="{FF2B5EF4-FFF2-40B4-BE49-F238E27FC236}">
                  <a16:creationId xmlns:a16="http://schemas.microsoft.com/office/drawing/2014/main" id="{2782433C-F118-4DEF-98FE-B00AB5E92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915"/>
              <a:ext cx="206" cy="71"/>
            </a:xfrm>
            <a:custGeom>
              <a:avLst/>
              <a:gdLst>
                <a:gd name="T0" fmla="*/ 732 w 96"/>
                <a:gd name="T1" fmla="*/ 252 h 31"/>
                <a:gd name="T2" fmla="*/ 948 w 96"/>
                <a:gd name="T3" fmla="*/ 94 h 31"/>
                <a:gd name="T4" fmla="*/ 948 w 96"/>
                <a:gd name="T5" fmla="*/ 0 h 31"/>
                <a:gd name="T6" fmla="*/ 682 w 96"/>
                <a:gd name="T7" fmla="*/ 215 h 31"/>
                <a:gd name="T8" fmla="*/ 0 w 96"/>
                <a:gd name="T9" fmla="*/ 204 h 31"/>
                <a:gd name="T10" fmla="*/ 732 w 96"/>
                <a:gd name="T11" fmla="*/ 252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31">
                  <a:moveTo>
                    <a:pt x="74" y="21"/>
                  </a:moveTo>
                  <a:cubicBezTo>
                    <a:pt x="83" y="17"/>
                    <a:pt x="90" y="13"/>
                    <a:pt x="96" y="8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89" y="7"/>
                    <a:pt x="80" y="14"/>
                    <a:pt x="69" y="18"/>
                  </a:cubicBezTo>
                  <a:cubicBezTo>
                    <a:pt x="45" y="28"/>
                    <a:pt x="20" y="26"/>
                    <a:pt x="0" y="17"/>
                  </a:cubicBezTo>
                  <a:cubicBezTo>
                    <a:pt x="20" y="28"/>
                    <a:pt x="49" y="31"/>
                    <a:pt x="74" y="2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3" name="Freeform 344">
              <a:extLst>
                <a:ext uri="{FF2B5EF4-FFF2-40B4-BE49-F238E27FC236}">
                  <a16:creationId xmlns:a16="http://schemas.microsoft.com/office/drawing/2014/main" id="{AEB0BE52-1569-4526-8902-F7FF5C786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707"/>
              <a:ext cx="268" cy="252"/>
            </a:xfrm>
            <a:custGeom>
              <a:avLst/>
              <a:gdLst>
                <a:gd name="T0" fmla="*/ 88 w 125"/>
                <a:gd name="T1" fmla="*/ 829 h 110"/>
                <a:gd name="T2" fmla="*/ 225 w 125"/>
                <a:gd name="T3" fmla="*/ 263 h 110"/>
                <a:gd name="T4" fmla="*/ 723 w 125"/>
                <a:gd name="T5" fmla="*/ 37 h 110"/>
                <a:gd name="T6" fmla="*/ 1233 w 125"/>
                <a:gd name="T7" fmla="*/ 85 h 110"/>
                <a:gd name="T8" fmla="*/ 671 w 125"/>
                <a:gd name="T9" fmla="*/ 11 h 110"/>
                <a:gd name="T10" fmla="*/ 180 w 125"/>
                <a:gd name="T11" fmla="*/ 241 h 110"/>
                <a:gd name="T12" fmla="*/ 41 w 125"/>
                <a:gd name="T13" fmla="*/ 804 h 110"/>
                <a:gd name="T14" fmla="*/ 422 w 125"/>
                <a:gd name="T15" fmla="*/ 1322 h 110"/>
                <a:gd name="T16" fmla="*/ 88 w 125"/>
                <a:gd name="T17" fmla="*/ 829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110">
                  <a:moveTo>
                    <a:pt x="9" y="69"/>
                  </a:moveTo>
                  <a:cubicBezTo>
                    <a:pt x="6" y="51"/>
                    <a:pt x="13" y="35"/>
                    <a:pt x="23" y="22"/>
                  </a:cubicBezTo>
                  <a:cubicBezTo>
                    <a:pt x="35" y="7"/>
                    <a:pt x="52" y="4"/>
                    <a:pt x="73" y="3"/>
                  </a:cubicBezTo>
                  <a:cubicBezTo>
                    <a:pt x="98" y="2"/>
                    <a:pt x="113" y="2"/>
                    <a:pt x="125" y="7"/>
                  </a:cubicBezTo>
                  <a:cubicBezTo>
                    <a:pt x="112" y="0"/>
                    <a:pt x="96" y="0"/>
                    <a:pt x="68" y="1"/>
                  </a:cubicBezTo>
                  <a:cubicBezTo>
                    <a:pt x="47" y="2"/>
                    <a:pt x="30" y="4"/>
                    <a:pt x="18" y="20"/>
                  </a:cubicBezTo>
                  <a:cubicBezTo>
                    <a:pt x="8" y="33"/>
                    <a:pt x="0" y="49"/>
                    <a:pt x="4" y="67"/>
                  </a:cubicBezTo>
                  <a:cubicBezTo>
                    <a:pt x="7" y="87"/>
                    <a:pt x="23" y="102"/>
                    <a:pt x="43" y="110"/>
                  </a:cubicBezTo>
                  <a:cubicBezTo>
                    <a:pt x="25" y="102"/>
                    <a:pt x="12" y="87"/>
                    <a:pt x="9" y="69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4" name="Freeform 345">
              <a:extLst>
                <a:ext uri="{FF2B5EF4-FFF2-40B4-BE49-F238E27FC236}">
                  <a16:creationId xmlns:a16="http://schemas.microsoft.com/office/drawing/2014/main" id="{1B4CC5D4-34C8-4817-8736-715340091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748"/>
              <a:ext cx="242" cy="154"/>
            </a:xfrm>
            <a:custGeom>
              <a:avLst/>
              <a:gdLst>
                <a:gd name="T0" fmla="*/ 784 w 113"/>
                <a:gd name="T1" fmla="*/ 122 h 67"/>
                <a:gd name="T2" fmla="*/ 473 w 113"/>
                <a:gd name="T3" fmla="*/ 802 h 67"/>
                <a:gd name="T4" fmla="*/ 77 w 113"/>
                <a:gd name="T5" fmla="*/ 269 h 67"/>
                <a:gd name="T6" fmla="*/ 784 w 113"/>
                <a:gd name="T7" fmla="*/ 122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67">
                  <a:moveTo>
                    <a:pt x="80" y="10"/>
                  </a:moveTo>
                  <a:cubicBezTo>
                    <a:pt x="113" y="28"/>
                    <a:pt x="92" y="67"/>
                    <a:pt x="48" y="66"/>
                  </a:cubicBezTo>
                  <a:cubicBezTo>
                    <a:pt x="3" y="66"/>
                    <a:pt x="0" y="36"/>
                    <a:pt x="8" y="22"/>
                  </a:cubicBezTo>
                  <a:cubicBezTo>
                    <a:pt x="18" y="4"/>
                    <a:pt x="59" y="0"/>
                    <a:pt x="8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5" name="Freeform 346">
              <a:extLst>
                <a:ext uri="{FF2B5EF4-FFF2-40B4-BE49-F238E27FC236}">
                  <a16:creationId xmlns:a16="http://schemas.microsoft.com/office/drawing/2014/main" id="{C834E661-3C04-49B1-AC36-D3C553C4C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801"/>
              <a:ext cx="210" cy="101"/>
            </a:xfrm>
            <a:custGeom>
              <a:avLst/>
              <a:gdLst>
                <a:gd name="T0" fmla="*/ 868 w 98"/>
                <a:gd name="T1" fmla="*/ 0 h 44"/>
                <a:gd name="T2" fmla="*/ 405 w 98"/>
                <a:gd name="T3" fmla="*/ 448 h 44"/>
                <a:gd name="T4" fmla="*/ 0 w 98"/>
                <a:gd name="T5" fmla="*/ 216 h 44"/>
                <a:gd name="T6" fmla="*/ 422 w 98"/>
                <a:gd name="T7" fmla="*/ 521 h 44"/>
                <a:gd name="T8" fmla="*/ 868 w 98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44">
                  <a:moveTo>
                    <a:pt x="88" y="0"/>
                  </a:moveTo>
                  <a:cubicBezTo>
                    <a:pt x="91" y="18"/>
                    <a:pt x="72" y="37"/>
                    <a:pt x="41" y="37"/>
                  </a:cubicBezTo>
                  <a:cubicBezTo>
                    <a:pt x="17" y="37"/>
                    <a:pt x="5" y="28"/>
                    <a:pt x="0" y="18"/>
                  </a:cubicBezTo>
                  <a:cubicBezTo>
                    <a:pt x="3" y="30"/>
                    <a:pt x="14" y="43"/>
                    <a:pt x="43" y="43"/>
                  </a:cubicBezTo>
                  <a:cubicBezTo>
                    <a:pt x="78" y="44"/>
                    <a:pt x="98" y="19"/>
                    <a:pt x="88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6" name="Freeform 347">
              <a:extLst>
                <a:ext uri="{FF2B5EF4-FFF2-40B4-BE49-F238E27FC236}">
                  <a16:creationId xmlns:a16="http://schemas.microsoft.com/office/drawing/2014/main" id="{3F96C21B-ADD0-47DE-A246-4B2A340CA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751"/>
              <a:ext cx="105" cy="29"/>
            </a:xfrm>
            <a:custGeom>
              <a:avLst/>
              <a:gdLst>
                <a:gd name="T0" fmla="*/ 482 w 49"/>
                <a:gd name="T1" fmla="*/ 56 h 13"/>
                <a:gd name="T2" fmla="*/ 0 w 49"/>
                <a:gd name="T3" fmla="*/ 145 h 13"/>
                <a:gd name="T4" fmla="*/ 482 w 49"/>
                <a:gd name="T5" fmla="*/ 5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3">
                  <a:moveTo>
                    <a:pt x="49" y="5"/>
                  </a:moveTo>
                  <a:cubicBezTo>
                    <a:pt x="34" y="0"/>
                    <a:pt x="9" y="5"/>
                    <a:pt x="0" y="13"/>
                  </a:cubicBezTo>
                  <a:cubicBezTo>
                    <a:pt x="10" y="9"/>
                    <a:pt x="33" y="3"/>
                    <a:pt x="49" y="5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7" name="Freeform 348">
              <a:extLst>
                <a:ext uri="{FF2B5EF4-FFF2-40B4-BE49-F238E27FC236}">
                  <a16:creationId xmlns:a16="http://schemas.microsoft.com/office/drawing/2014/main" id="{2EAF908E-2E63-4D06-90F2-348B4C12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849"/>
              <a:ext cx="156" cy="87"/>
            </a:xfrm>
            <a:custGeom>
              <a:avLst/>
              <a:gdLst>
                <a:gd name="T0" fmla="*/ 0 w 73"/>
                <a:gd name="T1" fmla="*/ 215 h 38"/>
                <a:gd name="T2" fmla="*/ 712 w 73"/>
                <a:gd name="T3" fmla="*/ 0 h 38"/>
                <a:gd name="T4" fmla="*/ 0 w 73"/>
                <a:gd name="T5" fmla="*/ 21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8">
                  <a:moveTo>
                    <a:pt x="0" y="18"/>
                  </a:moveTo>
                  <a:cubicBezTo>
                    <a:pt x="10" y="25"/>
                    <a:pt x="57" y="31"/>
                    <a:pt x="73" y="0"/>
                  </a:cubicBezTo>
                  <a:cubicBezTo>
                    <a:pt x="70" y="15"/>
                    <a:pt x="37" y="38"/>
                    <a:pt x="0" y="18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8" name="Freeform 349">
              <a:extLst>
                <a:ext uri="{FF2B5EF4-FFF2-40B4-BE49-F238E27FC236}">
                  <a16:creationId xmlns:a16="http://schemas.microsoft.com/office/drawing/2014/main" id="{72013AB9-E31F-42E9-AE5B-D26DD4B76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00"/>
              <a:ext cx="292" cy="314"/>
            </a:xfrm>
            <a:custGeom>
              <a:avLst/>
              <a:gdLst>
                <a:gd name="T0" fmla="*/ 1129 w 136"/>
                <a:gd name="T1" fmla="*/ 1407 h 137"/>
                <a:gd name="T2" fmla="*/ 1346 w 136"/>
                <a:gd name="T3" fmla="*/ 1249 h 137"/>
                <a:gd name="T4" fmla="*/ 1346 w 136"/>
                <a:gd name="T5" fmla="*/ 121 h 137"/>
                <a:gd name="T6" fmla="*/ 715 w 136"/>
                <a:gd name="T7" fmla="*/ 11 h 137"/>
                <a:gd name="T8" fmla="*/ 180 w 136"/>
                <a:gd name="T9" fmla="*/ 252 h 137"/>
                <a:gd name="T10" fmla="*/ 28 w 136"/>
                <a:gd name="T11" fmla="*/ 857 h 137"/>
                <a:gd name="T12" fmla="*/ 1129 w 136"/>
                <a:gd name="T13" fmla="*/ 1407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6" h="137">
                  <a:moveTo>
                    <a:pt x="114" y="117"/>
                  </a:moveTo>
                  <a:cubicBezTo>
                    <a:pt x="123" y="114"/>
                    <a:pt x="130" y="109"/>
                    <a:pt x="136" y="104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21" y="1"/>
                    <a:pt x="104" y="0"/>
                    <a:pt x="72" y="1"/>
                  </a:cubicBezTo>
                  <a:cubicBezTo>
                    <a:pt x="50" y="2"/>
                    <a:pt x="31" y="5"/>
                    <a:pt x="18" y="21"/>
                  </a:cubicBezTo>
                  <a:cubicBezTo>
                    <a:pt x="8" y="35"/>
                    <a:pt x="0" y="52"/>
                    <a:pt x="3" y="71"/>
                  </a:cubicBezTo>
                  <a:cubicBezTo>
                    <a:pt x="11" y="113"/>
                    <a:pt x="67" y="137"/>
                    <a:pt x="114" y="11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9" name="Freeform 350">
              <a:extLst>
                <a:ext uri="{FF2B5EF4-FFF2-40B4-BE49-F238E27FC236}">
                  <a16:creationId xmlns:a16="http://schemas.microsoft.com/office/drawing/2014/main" id="{A6C55631-6257-4799-8B9D-7FB30EE92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771"/>
              <a:ext cx="208" cy="131"/>
            </a:xfrm>
            <a:custGeom>
              <a:avLst/>
              <a:gdLst>
                <a:gd name="T0" fmla="*/ 768 w 97"/>
                <a:gd name="T1" fmla="*/ 0 h 57"/>
                <a:gd name="T2" fmla="*/ 916 w 97"/>
                <a:gd name="T3" fmla="*/ 354 h 57"/>
                <a:gd name="T4" fmla="*/ 455 w 97"/>
                <a:gd name="T5" fmla="*/ 680 h 57"/>
                <a:gd name="T6" fmla="*/ 60 w 97"/>
                <a:gd name="T7" fmla="*/ 460 h 57"/>
                <a:gd name="T8" fmla="*/ 60 w 97"/>
                <a:gd name="T9" fmla="*/ 147 h 57"/>
                <a:gd name="T10" fmla="*/ 60 w 97"/>
                <a:gd name="T11" fmla="*/ 147 h 57"/>
                <a:gd name="T12" fmla="*/ 51 w 97"/>
                <a:gd name="T13" fmla="*/ 476 h 57"/>
                <a:gd name="T14" fmla="*/ 455 w 97"/>
                <a:gd name="T15" fmla="*/ 692 h 57"/>
                <a:gd name="T16" fmla="*/ 928 w 97"/>
                <a:gd name="T17" fmla="*/ 354 h 57"/>
                <a:gd name="T18" fmla="*/ 768 w 97"/>
                <a:gd name="T19" fmla="*/ 0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57">
                  <a:moveTo>
                    <a:pt x="78" y="0"/>
                  </a:moveTo>
                  <a:cubicBezTo>
                    <a:pt x="90" y="7"/>
                    <a:pt x="95" y="18"/>
                    <a:pt x="93" y="29"/>
                  </a:cubicBezTo>
                  <a:cubicBezTo>
                    <a:pt x="89" y="42"/>
                    <a:pt x="73" y="56"/>
                    <a:pt x="46" y="56"/>
                  </a:cubicBezTo>
                  <a:cubicBezTo>
                    <a:pt x="21" y="55"/>
                    <a:pt x="11" y="46"/>
                    <a:pt x="6" y="38"/>
                  </a:cubicBezTo>
                  <a:cubicBezTo>
                    <a:pt x="1" y="29"/>
                    <a:pt x="2" y="18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2" y="19"/>
                    <a:pt x="0" y="29"/>
                    <a:pt x="5" y="39"/>
                  </a:cubicBezTo>
                  <a:cubicBezTo>
                    <a:pt x="10" y="47"/>
                    <a:pt x="20" y="57"/>
                    <a:pt x="46" y="57"/>
                  </a:cubicBezTo>
                  <a:cubicBezTo>
                    <a:pt x="74" y="57"/>
                    <a:pt x="90" y="43"/>
                    <a:pt x="94" y="29"/>
                  </a:cubicBezTo>
                  <a:cubicBezTo>
                    <a:pt x="97" y="18"/>
                    <a:pt x="91" y="7"/>
                    <a:pt x="7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0" name="Freeform 351">
              <a:extLst>
                <a:ext uri="{FF2B5EF4-FFF2-40B4-BE49-F238E27FC236}">
                  <a16:creationId xmlns:a16="http://schemas.microsoft.com/office/drawing/2014/main" id="{D3BDDB5D-6DCA-4CE0-8F6F-4E5960B5E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910"/>
              <a:ext cx="343" cy="288"/>
            </a:xfrm>
            <a:custGeom>
              <a:avLst/>
              <a:gdLst>
                <a:gd name="T0" fmla="*/ 662 w 160"/>
                <a:gd name="T1" fmla="*/ 11 h 126"/>
                <a:gd name="T2" fmla="*/ 180 w 160"/>
                <a:gd name="T3" fmla="*/ 240 h 126"/>
                <a:gd name="T4" fmla="*/ 41 w 160"/>
                <a:gd name="T5" fmla="*/ 789 h 126"/>
                <a:gd name="T6" fmla="*/ 1044 w 160"/>
                <a:gd name="T7" fmla="*/ 1291 h 126"/>
                <a:gd name="T8" fmla="*/ 1387 w 160"/>
                <a:gd name="T9" fmla="*/ 251 h 126"/>
                <a:gd name="T10" fmla="*/ 662 w 160"/>
                <a:gd name="T11" fmla="*/ 11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0" h="126">
                  <a:moveTo>
                    <a:pt x="67" y="1"/>
                  </a:moveTo>
                  <a:cubicBezTo>
                    <a:pt x="47" y="2"/>
                    <a:pt x="29" y="5"/>
                    <a:pt x="18" y="20"/>
                  </a:cubicBezTo>
                  <a:cubicBezTo>
                    <a:pt x="8" y="32"/>
                    <a:pt x="0" y="48"/>
                    <a:pt x="4" y="66"/>
                  </a:cubicBezTo>
                  <a:cubicBezTo>
                    <a:pt x="11" y="104"/>
                    <a:pt x="62" y="126"/>
                    <a:pt x="106" y="108"/>
                  </a:cubicBezTo>
                  <a:cubicBezTo>
                    <a:pt x="150" y="90"/>
                    <a:pt x="160" y="44"/>
                    <a:pt x="141" y="21"/>
                  </a:cubicBezTo>
                  <a:cubicBezTo>
                    <a:pt x="122" y="2"/>
                    <a:pt x="108" y="0"/>
                    <a:pt x="67" y="1"/>
                  </a:cubicBezTo>
                  <a:close/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1" name="Freeform 352">
              <a:extLst>
                <a:ext uri="{FF2B5EF4-FFF2-40B4-BE49-F238E27FC236}">
                  <a16:creationId xmlns:a16="http://schemas.microsoft.com/office/drawing/2014/main" id="{EB3431F3-A66C-4FBB-8984-2B2EA838B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930"/>
              <a:ext cx="257" cy="245"/>
            </a:xfrm>
            <a:custGeom>
              <a:avLst/>
              <a:gdLst>
                <a:gd name="T0" fmla="*/ 1000 w 120"/>
                <a:gd name="T1" fmla="*/ 179 h 107"/>
                <a:gd name="T2" fmla="*/ 807 w 120"/>
                <a:gd name="T3" fmla="*/ 0 h 107"/>
                <a:gd name="T4" fmla="*/ 953 w 120"/>
                <a:gd name="T5" fmla="*/ 142 h 107"/>
                <a:gd name="T6" fmla="*/ 628 w 120"/>
                <a:gd name="T7" fmla="*/ 1143 h 107"/>
                <a:gd name="T8" fmla="*/ 0 w 120"/>
                <a:gd name="T9" fmla="*/ 1127 h 107"/>
                <a:gd name="T10" fmla="*/ 679 w 120"/>
                <a:gd name="T11" fmla="*/ 1163 h 107"/>
                <a:gd name="T12" fmla="*/ 1000 w 120"/>
                <a:gd name="T13" fmla="*/ 179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07">
                  <a:moveTo>
                    <a:pt x="102" y="15"/>
                  </a:moveTo>
                  <a:cubicBezTo>
                    <a:pt x="95" y="8"/>
                    <a:pt x="89" y="3"/>
                    <a:pt x="82" y="0"/>
                  </a:cubicBezTo>
                  <a:cubicBezTo>
                    <a:pt x="87" y="3"/>
                    <a:pt x="92" y="7"/>
                    <a:pt x="97" y="12"/>
                  </a:cubicBezTo>
                  <a:cubicBezTo>
                    <a:pt x="115" y="34"/>
                    <a:pt x="106" y="78"/>
                    <a:pt x="64" y="95"/>
                  </a:cubicBezTo>
                  <a:cubicBezTo>
                    <a:pt x="43" y="104"/>
                    <a:pt x="19" y="102"/>
                    <a:pt x="0" y="94"/>
                  </a:cubicBezTo>
                  <a:cubicBezTo>
                    <a:pt x="19" y="104"/>
                    <a:pt x="45" y="107"/>
                    <a:pt x="69" y="97"/>
                  </a:cubicBezTo>
                  <a:cubicBezTo>
                    <a:pt x="111" y="80"/>
                    <a:pt x="120" y="36"/>
                    <a:pt x="102" y="1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2" name="Freeform 353">
              <a:extLst>
                <a:ext uri="{FF2B5EF4-FFF2-40B4-BE49-F238E27FC236}">
                  <a16:creationId xmlns:a16="http://schemas.microsoft.com/office/drawing/2014/main" id="{02D1F1F0-982E-4E8A-8CC2-E86841DFF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917"/>
              <a:ext cx="246" cy="233"/>
            </a:xfrm>
            <a:custGeom>
              <a:avLst/>
              <a:gdLst>
                <a:gd name="T0" fmla="*/ 68 w 115"/>
                <a:gd name="T1" fmla="*/ 763 h 102"/>
                <a:gd name="T2" fmla="*/ 205 w 115"/>
                <a:gd name="T3" fmla="*/ 240 h 102"/>
                <a:gd name="T4" fmla="*/ 655 w 115"/>
                <a:gd name="T5" fmla="*/ 37 h 102"/>
                <a:gd name="T6" fmla="*/ 1125 w 115"/>
                <a:gd name="T7" fmla="*/ 73 h 102"/>
                <a:gd name="T8" fmla="*/ 610 w 115"/>
                <a:gd name="T9" fmla="*/ 0 h 102"/>
                <a:gd name="T10" fmla="*/ 156 w 115"/>
                <a:gd name="T11" fmla="*/ 215 h 102"/>
                <a:gd name="T12" fmla="*/ 28 w 115"/>
                <a:gd name="T13" fmla="*/ 726 h 102"/>
                <a:gd name="T14" fmla="*/ 381 w 115"/>
                <a:gd name="T15" fmla="*/ 1215 h 102"/>
                <a:gd name="T16" fmla="*/ 68 w 115"/>
                <a:gd name="T17" fmla="*/ 763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02">
                  <a:moveTo>
                    <a:pt x="7" y="64"/>
                  </a:moveTo>
                  <a:cubicBezTo>
                    <a:pt x="4" y="47"/>
                    <a:pt x="11" y="32"/>
                    <a:pt x="21" y="20"/>
                  </a:cubicBezTo>
                  <a:cubicBezTo>
                    <a:pt x="32" y="6"/>
                    <a:pt x="48" y="4"/>
                    <a:pt x="67" y="3"/>
                  </a:cubicBezTo>
                  <a:cubicBezTo>
                    <a:pt x="90" y="2"/>
                    <a:pt x="104" y="2"/>
                    <a:pt x="115" y="6"/>
                  </a:cubicBezTo>
                  <a:cubicBezTo>
                    <a:pt x="103" y="0"/>
                    <a:pt x="88" y="0"/>
                    <a:pt x="62" y="0"/>
                  </a:cubicBezTo>
                  <a:cubicBezTo>
                    <a:pt x="43" y="2"/>
                    <a:pt x="27" y="4"/>
                    <a:pt x="16" y="18"/>
                  </a:cubicBezTo>
                  <a:cubicBezTo>
                    <a:pt x="6" y="30"/>
                    <a:pt x="0" y="45"/>
                    <a:pt x="3" y="61"/>
                  </a:cubicBezTo>
                  <a:cubicBezTo>
                    <a:pt x="6" y="80"/>
                    <a:pt x="20" y="94"/>
                    <a:pt x="39" y="102"/>
                  </a:cubicBezTo>
                  <a:cubicBezTo>
                    <a:pt x="23" y="94"/>
                    <a:pt x="11" y="80"/>
                    <a:pt x="7" y="64"/>
                  </a:cubicBezTo>
                  <a:close/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3" name="Freeform 354">
              <a:extLst>
                <a:ext uri="{FF2B5EF4-FFF2-40B4-BE49-F238E27FC236}">
                  <a16:creationId xmlns:a16="http://schemas.microsoft.com/office/drawing/2014/main" id="{A421AF9D-BB8E-4772-AC03-AFAB5027F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955"/>
              <a:ext cx="222" cy="140"/>
            </a:xfrm>
            <a:custGeom>
              <a:avLst/>
              <a:gdLst>
                <a:gd name="T0" fmla="*/ 719 w 104"/>
                <a:gd name="T1" fmla="*/ 110 h 61"/>
                <a:gd name="T2" fmla="*/ 429 w 104"/>
                <a:gd name="T3" fmla="*/ 737 h 61"/>
                <a:gd name="T4" fmla="*/ 77 w 104"/>
                <a:gd name="T5" fmla="*/ 243 h 61"/>
                <a:gd name="T6" fmla="*/ 719 w 104"/>
                <a:gd name="T7" fmla="*/ 11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61">
                  <a:moveTo>
                    <a:pt x="74" y="9"/>
                  </a:moveTo>
                  <a:cubicBezTo>
                    <a:pt x="104" y="25"/>
                    <a:pt x="85" y="61"/>
                    <a:pt x="44" y="61"/>
                  </a:cubicBezTo>
                  <a:cubicBezTo>
                    <a:pt x="3" y="60"/>
                    <a:pt x="0" y="32"/>
                    <a:pt x="8" y="20"/>
                  </a:cubicBezTo>
                  <a:cubicBezTo>
                    <a:pt x="17" y="4"/>
                    <a:pt x="55" y="0"/>
                    <a:pt x="74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4" name="Freeform 355">
              <a:extLst>
                <a:ext uri="{FF2B5EF4-FFF2-40B4-BE49-F238E27FC236}">
                  <a16:creationId xmlns:a16="http://schemas.microsoft.com/office/drawing/2014/main" id="{2B3D4A74-1F83-4A8B-9C0D-00D437B09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003"/>
              <a:ext cx="195" cy="92"/>
            </a:xfrm>
            <a:custGeom>
              <a:avLst/>
              <a:gdLst>
                <a:gd name="T0" fmla="*/ 808 w 91"/>
                <a:gd name="T1" fmla="*/ 0 h 40"/>
                <a:gd name="T2" fmla="*/ 362 w 91"/>
                <a:gd name="T3" fmla="*/ 412 h 40"/>
                <a:gd name="T4" fmla="*/ 0 w 91"/>
                <a:gd name="T5" fmla="*/ 195 h 40"/>
                <a:gd name="T6" fmla="*/ 386 w 91"/>
                <a:gd name="T7" fmla="*/ 488 h 40"/>
                <a:gd name="T8" fmla="*/ 808 w 9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40">
                  <a:moveTo>
                    <a:pt x="82" y="0"/>
                  </a:moveTo>
                  <a:cubicBezTo>
                    <a:pt x="84" y="16"/>
                    <a:pt x="66" y="34"/>
                    <a:pt x="37" y="34"/>
                  </a:cubicBezTo>
                  <a:cubicBezTo>
                    <a:pt x="16" y="34"/>
                    <a:pt x="4" y="26"/>
                    <a:pt x="0" y="16"/>
                  </a:cubicBezTo>
                  <a:cubicBezTo>
                    <a:pt x="2" y="28"/>
                    <a:pt x="13" y="40"/>
                    <a:pt x="39" y="40"/>
                  </a:cubicBezTo>
                  <a:cubicBezTo>
                    <a:pt x="72" y="40"/>
                    <a:pt x="91" y="18"/>
                    <a:pt x="82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5" name="Freeform 356">
              <a:extLst>
                <a:ext uri="{FF2B5EF4-FFF2-40B4-BE49-F238E27FC236}">
                  <a16:creationId xmlns:a16="http://schemas.microsoft.com/office/drawing/2014/main" id="{A1ABFBA7-8217-41C4-B40B-662F26EA9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958"/>
              <a:ext cx="98" cy="25"/>
            </a:xfrm>
            <a:custGeom>
              <a:avLst/>
              <a:gdLst>
                <a:gd name="T0" fmla="*/ 445 w 46"/>
                <a:gd name="T1" fmla="*/ 45 h 11"/>
                <a:gd name="T2" fmla="*/ 0 w 46"/>
                <a:gd name="T3" fmla="*/ 130 h 11"/>
                <a:gd name="T4" fmla="*/ 445 w 46"/>
                <a:gd name="T5" fmla="*/ 4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1">
                  <a:moveTo>
                    <a:pt x="46" y="4"/>
                  </a:moveTo>
                  <a:cubicBezTo>
                    <a:pt x="31" y="0"/>
                    <a:pt x="8" y="4"/>
                    <a:pt x="0" y="11"/>
                  </a:cubicBezTo>
                  <a:cubicBezTo>
                    <a:pt x="9" y="8"/>
                    <a:pt x="31" y="2"/>
                    <a:pt x="46" y="4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6" name="Freeform 357">
              <a:extLst>
                <a:ext uri="{FF2B5EF4-FFF2-40B4-BE49-F238E27FC236}">
                  <a16:creationId xmlns:a16="http://schemas.microsoft.com/office/drawing/2014/main" id="{9D8C50C2-4B70-4DF3-9181-03A164557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047"/>
              <a:ext cx="144" cy="82"/>
            </a:xfrm>
            <a:custGeom>
              <a:avLst/>
              <a:gdLst>
                <a:gd name="T0" fmla="*/ 0 w 67"/>
                <a:gd name="T1" fmla="*/ 203 h 36"/>
                <a:gd name="T2" fmla="*/ 664 w 67"/>
                <a:gd name="T3" fmla="*/ 0 h 36"/>
                <a:gd name="T4" fmla="*/ 0 w 67"/>
                <a:gd name="T5" fmla="*/ 20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6">
                  <a:moveTo>
                    <a:pt x="0" y="17"/>
                  </a:moveTo>
                  <a:cubicBezTo>
                    <a:pt x="9" y="23"/>
                    <a:pt x="53" y="29"/>
                    <a:pt x="67" y="0"/>
                  </a:cubicBezTo>
                  <a:cubicBezTo>
                    <a:pt x="64" y="14"/>
                    <a:pt x="34" y="36"/>
                    <a:pt x="0" y="17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7" name="Freeform 358">
              <a:extLst>
                <a:ext uri="{FF2B5EF4-FFF2-40B4-BE49-F238E27FC236}">
                  <a16:creationId xmlns:a16="http://schemas.microsoft.com/office/drawing/2014/main" id="{FEDD9C72-B70C-48D4-A3A8-88CAF0B2F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910"/>
              <a:ext cx="343" cy="288"/>
            </a:xfrm>
            <a:custGeom>
              <a:avLst/>
              <a:gdLst>
                <a:gd name="T0" fmla="*/ 662 w 160"/>
                <a:gd name="T1" fmla="*/ 11 h 126"/>
                <a:gd name="T2" fmla="*/ 180 w 160"/>
                <a:gd name="T3" fmla="*/ 240 h 126"/>
                <a:gd name="T4" fmla="*/ 41 w 160"/>
                <a:gd name="T5" fmla="*/ 789 h 126"/>
                <a:gd name="T6" fmla="*/ 1044 w 160"/>
                <a:gd name="T7" fmla="*/ 1291 h 126"/>
                <a:gd name="T8" fmla="*/ 1387 w 160"/>
                <a:gd name="T9" fmla="*/ 251 h 126"/>
                <a:gd name="T10" fmla="*/ 662 w 160"/>
                <a:gd name="T11" fmla="*/ 11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0" h="126">
                  <a:moveTo>
                    <a:pt x="67" y="1"/>
                  </a:moveTo>
                  <a:cubicBezTo>
                    <a:pt x="47" y="2"/>
                    <a:pt x="29" y="5"/>
                    <a:pt x="18" y="20"/>
                  </a:cubicBezTo>
                  <a:cubicBezTo>
                    <a:pt x="8" y="32"/>
                    <a:pt x="0" y="48"/>
                    <a:pt x="4" y="66"/>
                  </a:cubicBezTo>
                  <a:cubicBezTo>
                    <a:pt x="11" y="104"/>
                    <a:pt x="62" y="126"/>
                    <a:pt x="106" y="108"/>
                  </a:cubicBezTo>
                  <a:cubicBezTo>
                    <a:pt x="150" y="90"/>
                    <a:pt x="160" y="44"/>
                    <a:pt x="141" y="21"/>
                  </a:cubicBezTo>
                  <a:cubicBezTo>
                    <a:pt x="122" y="2"/>
                    <a:pt x="108" y="0"/>
                    <a:pt x="67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8" name="Freeform 359">
              <a:extLst>
                <a:ext uri="{FF2B5EF4-FFF2-40B4-BE49-F238E27FC236}">
                  <a16:creationId xmlns:a16="http://schemas.microsoft.com/office/drawing/2014/main" id="{40EA92D8-F002-4BEC-BDF8-350ED3632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976"/>
              <a:ext cx="191" cy="121"/>
            </a:xfrm>
            <a:custGeom>
              <a:avLst/>
              <a:gdLst>
                <a:gd name="T0" fmla="*/ 715 w 89"/>
                <a:gd name="T1" fmla="*/ 0 h 53"/>
                <a:gd name="T2" fmla="*/ 852 w 89"/>
                <a:gd name="T3" fmla="*/ 308 h 53"/>
                <a:gd name="T4" fmla="*/ 414 w 89"/>
                <a:gd name="T5" fmla="*/ 605 h 53"/>
                <a:gd name="T6" fmla="*/ 60 w 89"/>
                <a:gd name="T7" fmla="*/ 418 h 53"/>
                <a:gd name="T8" fmla="*/ 60 w 89"/>
                <a:gd name="T9" fmla="*/ 130 h 53"/>
                <a:gd name="T10" fmla="*/ 60 w 89"/>
                <a:gd name="T11" fmla="*/ 130 h 53"/>
                <a:gd name="T12" fmla="*/ 52 w 89"/>
                <a:gd name="T13" fmla="*/ 427 h 53"/>
                <a:gd name="T14" fmla="*/ 414 w 89"/>
                <a:gd name="T15" fmla="*/ 621 h 53"/>
                <a:gd name="T16" fmla="*/ 861 w 89"/>
                <a:gd name="T17" fmla="*/ 324 h 53"/>
                <a:gd name="T18" fmla="*/ 715 w 89"/>
                <a:gd name="T19" fmla="*/ 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53">
                  <a:moveTo>
                    <a:pt x="72" y="0"/>
                  </a:moveTo>
                  <a:cubicBezTo>
                    <a:pt x="83" y="6"/>
                    <a:pt x="88" y="16"/>
                    <a:pt x="86" y="26"/>
                  </a:cubicBezTo>
                  <a:cubicBezTo>
                    <a:pt x="82" y="39"/>
                    <a:pt x="68" y="52"/>
                    <a:pt x="42" y="51"/>
                  </a:cubicBezTo>
                  <a:cubicBezTo>
                    <a:pt x="20" y="51"/>
                    <a:pt x="10" y="42"/>
                    <a:pt x="6" y="35"/>
                  </a:cubicBezTo>
                  <a:cubicBezTo>
                    <a:pt x="1" y="27"/>
                    <a:pt x="2" y="17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2" y="17"/>
                    <a:pt x="0" y="27"/>
                    <a:pt x="5" y="36"/>
                  </a:cubicBezTo>
                  <a:cubicBezTo>
                    <a:pt x="9" y="43"/>
                    <a:pt x="19" y="52"/>
                    <a:pt x="42" y="52"/>
                  </a:cubicBezTo>
                  <a:cubicBezTo>
                    <a:pt x="68" y="53"/>
                    <a:pt x="83" y="39"/>
                    <a:pt x="87" y="27"/>
                  </a:cubicBezTo>
                  <a:cubicBezTo>
                    <a:pt x="89" y="16"/>
                    <a:pt x="84" y="6"/>
                    <a:pt x="72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9" name="Freeform 360">
              <a:extLst>
                <a:ext uri="{FF2B5EF4-FFF2-40B4-BE49-F238E27FC236}">
                  <a16:creationId xmlns:a16="http://schemas.microsoft.com/office/drawing/2014/main" id="{168D9B19-6A88-4F9E-AA19-86CD2B4C8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3616"/>
              <a:ext cx="53" cy="139"/>
            </a:xfrm>
            <a:custGeom>
              <a:avLst/>
              <a:gdLst>
                <a:gd name="T0" fmla="*/ 237 w 25"/>
                <a:gd name="T1" fmla="*/ 0 h 61"/>
                <a:gd name="T2" fmla="*/ 0 w 25"/>
                <a:gd name="T3" fmla="*/ 72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1">
                  <a:moveTo>
                    <a:pt x="25" y="0"/>
                  </a:moveTo>
                  <a:cubicBezTo>
                    <a:pt x="25" y="9"/>
                    <a:pt x="1" y="47"/>
                    <a:pt x="0" y="6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0" name="Freeform 361">
              <a:extLst>
                <a:ext uri="{FF2B5EF4-FFF2-40B4-BE49-F238E27FC236}">
                  <a16:creationId xmlns:a16="http://schemas.microsoft.com/office/drawing/2014/main" id="{08BE1B67-2618-40DF-A144-F5BA945E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756"/>
              <a:ext cx="165" cy="1003"/>
            </a:xfrm>
            <a:custGeom>
              <a:avLst/>
              <a:gdLst>
                <a:gd name="T0" fmla="*/ 759 w 77"/>
                <a:gd name="T1" fmla="*/ 610 h 439"/>
                <a:gd name="T2" fmla="*/ 579 w 77"/>
                <a:gd name="T3" fmla="*/ 0 h 439"/>
                <a:gd name="T4" fmla="*/ 611 w 77"/>
                <a:gd name="T5" fmla="*/ 727 h 439"/>
                <a:gd name="T6" fmla="*/ 441 w 77"/>
                <a:gd name="T7" fmla="*/ 1560 h 439"/>
                <a:gd name="T8" fmla="*/ 88 w 77"/>
                <a:gd name="T9" fmla="*/ 3158 h 439"/>
                <a:gd name="T10" fmla="*/ 189 w 77"/>
                <a:gd name="T11" fmla="*/ 3806 h 439"/>
                <a:gd name="T12" fmla="*/ 189 w 77"/>
                <a:gd name="T13" fmla="*/ 4901 h 439"/>
                <a:gd name="T14" fmla="*/ 249 w 77"/>
                <a:gd name="T15" fmla="*/ 5237 h 4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439">
                  <a:moveTo>
                    <a:pt x="77" y="51"/>
                  </a:moveTo>
                  <a:cubicBezTo>
                    <a:pt x="72" y="32"/>
                    <a:pt x="66" y="15"/>
                    <a:pt x="59" y="0"/>
                  </a:cubicBezTo>
                  <a:cubicBezTo>
                    <a:pt x="55" y="21"/>
                    <a:pt x="63" y="40"/>
                    <a:pt x="62" y="61"/>
                  </a:cubicBezTo>
                  <a:cubicBezTo>
                    <a:pt x="61" y="84"/>
                    <a:pt x="54" y="109"/>
                    <a:pt x="45" y="131"/>
                  </a:cubicBezTo>
                  <a:cubicBezTo>
                    <a:pt x="29" y="173"/>
                    <a:pt x="0" y="218"/>
                    <a:pt x="9" y="265"/>
                  </a:cubicBezTo>
                  <a:cubicBezTo>
                    <a:pt x="13" y="284"/>
                    <a:pt x="19" y="299"/>
                    <a:pt x="19" y="319"/>
                  </a:cubicBezTo>
                  <a:cubicBezTo>
                    <a:pt x="19" y="349"/>
                    <a:pt x="14" y="383"/>
                    <a:pt x="19" y="411"/>
                  </a:cubicBezTo>
                  <a:cubicBezTo>
                    <a:pt x="21" y="419"/>
                    <a:pt x="22" y="429"/>
                    <a:pt x="25" y="43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1" name="Line 362">
              <a:extLst>
                <a:ext uri="{FF2B5EF4-FFF2-40B4-BE49-F238E27FC236}">
                  <a16:creationId xmlns:a16="http://schemas.microsoft.com/office/drawing/2014/main" id="{584D5F19-480F-4525-B95D-CD6457246B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7" y="3755"/>
              <a:ext cx="1" cy="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2" name="Freeform 363">
              <a:extLst>
                <a:ext uri="{FF2B5EF4-FFF2-40B4-BE49-F238E27FC236}">
                  <a16:creationId xmlns:a16="http://schemas.microsoft.com/office/drawing/2014/main" id="{30A9D9C7-463A-4BFA-8B31-ADA69CAF5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892"/>
              <a:ext cx="249" cy="1369"/>
            </a:xfrm>
            <a:custGeom>
              <a:avLst/>
              <a:gdLst>
                <a:gd name="T0" fmla="*/ 603 w 116"/>
                <a:gd name="T1" fmla="*/ 7151 h 599"/>
                <a:gd name="T2" fmla="*/ 554 w 116"/>
                <a:gd name="T3" fmla="*/ 5705 h 599"/>
                <a:gd name="T4" fmla="*/ 120 w 116"/>
                <a:gd name="T5" fmla="*/ 4002 h 599"/>
                <a:gd name="T6" fmla="*/ 189 w 116"/>
                <a:gd name="T7" fmla="*/ 1662 h 599"/>
                <a:gd name="T8" fmla="*/ 543 w 116"/>
                <a:gd name="T9" fmla="*/ 0 h 599"/>
                <a:gd name="T10" fmla="*/ 880 w 116"/>
                <a:gd name="T11" fmla="*/ 2816 h 599"/>
                <a:gd name="T12" fmla="*/ 1069 w 116"/>
                <a:gd name="T13" fmla="*/ 3332 h 599"/>
                <a:gd name="T14" fmla="*/ 1088 w 116"/>
                <a:gd name="T15" fmla="*/ 4523 h 5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599">
                  <a:moveTo>
                    <a:pt x="61" y="599"/>
                  </a:moveTo>
                  <a:cubicBezTo>
                    <a:pt x="71" y="563"/>
                    <a:pt x="66" y="510"/>
                    <a:pt x="56" y="478"/>
                  </a:cubicBezTo>
                  <a:cubicBezTo>
                    <a:pt x="40" y="428"/>
                    <a:pt x="20" y="388"/>
                    <a:pt x="12" y="335"/>
                  </a:cubicBezTo>
                  <a:cubicBezTo>
                    <a:pt x="1" y="265"/>
                    <a:pt x="0" y="207"/>
                    <a:pt x="19" y="139"/>
                  </a:cubicBezTo>
                  <a:cubicBezTo>
                    <a:pt x="34" y="90"/>
                    <a:pt x="54" y="53"/>
                    <a:pt x="55" y="0"/>
                  </a:cubicBezTo>
                  <a:cubicBezTo>
                    <a:pt x="99" y="73"/>
                    <a:pt x="42" y="165"/>
                    <a:pt x="89" y="236"/>
                  </a:cubicBezTo>
                  <a:cubicBezTo>
                    <a:pt x="100" y="254"/>
                    <a:pt x="106" y="265"/>
                    <a:pt x="108" y="279"/>
                  </a:cubicBezTo>
                  <a:cubicBezTo>
                    <a:pt x="110" y="289"/>
                    <a:pt x="116" y="358"/>
                    <a:pt x="110" y="37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3" name="Freeform 364">
              <a:extLst>
                <a:ext uri="{FF2B5EF4-FFF2-40B4-BE49-F238E27FC236}">
                  <a16:creationId xmlns:a16="http://schemas.microsoft.com/office/drawing/2014/main" id="{6096FBE7-23F6-4708-9348-C02BE8F43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689"/>
              <a:ext cx="7" cy="66"/>
            </a:xfrm>
            <a:custGeom>
              <a:avLst/>
              <a:gdLst>
                <a:gd name="T0" fmla="*/ 0 w 3"/>
                <a:gd name="T1" fmla="*/ 341 h 29"/>
                <a:gd name="T2" fmla="*/ 37 w 3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9">
                  <a:moveTo>
                    <a:pt x="0" y="29"/>
                  </a:moveTo>
                  <a:cubicBezTo>
                    <a:pt x="2" y="20"/>
                    <a:pt x="3" y="11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4" name="Freeform 365">
              <a:extLst>
                <a:ext uri="{FF2B5EF4-FFF2-40B4-BE49-F238E27FC236}">
                  <a16:creationId xmlns:a16="http://schemas.microsoft.com/office/drawing/2014/main" id="{8CA20BCC-AB7F-4456-8806-671B4CC96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882"/>
              <a:ext cx="141" cy="873"/>
            </a:xfrm>
            <a:custGeom>
              <a:avLst/>
              <a:gdLst>
                <a:gd name="T0" fmla="*/ 643 w 66"/>
                <a:gd name="T1" fmla="*/ 0 h 382"/>
                <a:gd name="T2" fmla="*/ 410 w 66"/>
                <a:gd name="T3" fmla="*/ 1252 h 382"/>
                <a:gd name="T4" fmla="*/ 19 w 66"/>
                <a:gd name="T5" fmla="*/ 2971 h 382"/>
                <a:gd name="T6" fmla="*/ 60 w 66"/>
                <a:gd name="T7" fmla="*/ 4559 h 3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382">
                  <a:moveTo>
                    <a:pt x="66" y="0"/>
                  </a:moveTo>
                  <a:cubicBezTo>
                    <a:pt x="40" y="18"/>
                    <a:pt x="46" y="76"/>
                    <a:pt x="42" y="105"/>
                  </a:cubicBezTo>
                  <a:cubicBezTo>
                    <a:pt x="35" y="155"/>
                    <a:pt x="4" y="198"/>
                    <a:pt x="2" y="249"/>
                  </a:cubicBezTo>
                  <a:cubicBezTo>
                    <a:pt x="0" y="293"/>
                    <a:pt x="4" y="337"/>
                    <a:pt x="6" y="38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5" name="Freeform 366">
              <a:extLst>
                <a:ext uri="{FF2B5EF4-FFF2-40B4-BE49-F238E27FC236}">
                  <a16:creationId xmlns:a16="http://schemas.microsoft.com/office/drawing/2014/main" id="{FAA5AB31-B98F-4AE7-9DFD-7231DD8E7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224"/>
              <a:ext cx="210" cy="1458"/>
            </a:xfrm>
            <a:custGeom>
              <a:avLst/>
              <a:gdLst>
                <a:gd name="T0" fmla="*/ 964 w 98"/>
                <a:gd name="T1" fmla="*/ 158 h 638"/>
                <a:gd name="T2" fmla="*/ 904 w 98"/>
                <a:gd name="T3" fmla="*/ 0 h 638"/>
                <a:gd name="T4" fmla="*/ 454 w 98"/>
                <a:gd name="T5" fmla="*/ 1515 h 638"/>
                <a:gd name="T6" fmla="*/ 88 w 98"/>
                <a:gd name="T7" fmla="*/ 3698 h 638"/>
                <a:gd name="T8" fmla="*/ 197 w 98"/>
                <a:gd name="T9" fmla="*/ 6250 h 638"/>
                <a:gd name="T10" fmla="*/ 334 w 98"/>
                <a:gd name="T11" fmla="*/ 7521 h 638"/>
                <a:gd name="T12" fmla="*/ 579 w 98"/>
                <a:gd name="T13" fmla="*/ 7317 h 6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638">
                  <a:moveTo>
                    <a:pt x="98" y="13"/>
                  </a:moveTo>
                  <a:cubicBezTo>
                    <a:pt x="97" y="9"/>
                    <a:pt x="94" y="4"/>
                    <a:pt x="92" y="0"/>
                  </a:cubicBezTo>
                  <a:cubicBezTo>
                    <a:pt x="56" y="12"/>
                    <a:pt x="59" y="98"/>
                    <a:pt x="46" y="127"/>
                  </a:cubicBezTo>
                  <a:cubicBezTo>
                    <a:pt x="19" y="189"/>
                    <a:pt x="0" y="240"/>
                    <a:pt x="9" y="310"/>
                  </a:cubicBezTo>
                  <a:cubicBezTo>
                    <a:pt x="18" y="387"/>
                    <a:pt x="18" y="446"/>
                    <a:pt x="20" y="524"/>
                  </a:cubicBezTo>
                  <a:cubicBezTo>
                    <a:pt x="20" y="548"/>
                    <a:pt x="15" y="612"/>
                    <a:pt x="34" y="630"/>
                  </a:cubicBezTo>
                  <a:cubicBezTo>
                    <a:pt x="42" y="638"/>
                    <a:pt x="60" y="631"/>
                    <a:pt x="59" y="61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6" name="Freeform 367">
              <a:extLst>
                <a:ext uri="{FF2B5EF4-FFF2-40B4-BE49-F238E27FC236}">
                  <a16:creationId xmlns:a16="http://schemas.microsoft.com/office/drawing/2014/main" id="{E706269E-20B9-4D6A-B43F-FBF217702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777"/>
              <a:ext cx="124" cy="1122"/>
            </a:xfrm>
            <a:custGeom>
              <a:avLst/>
              <a:gdLst>
                <a:gd name="T0" fmla="*/ 0 w 58"/>
                <a:gd name="T1" fmla="*/ 0 h 491"/>
                <a:gd name="T2" fmla="*/ 145 w 58"/>
                <a:gd name="T3" fmla="*/ 845 h 491"/>
                <a:gd name="T4" fmla="*/ 378 w 58"/>
                <a:gd name="T5" fmla="*/ 1728 h 491"/>
                <a:gd name="T6" fmla="*/ 507 w 58"/>
                <a:gd name="T7" fmla="*/ 2758 h 491"/>
                <a:gd name="T8" fmla="*/ 470 w 58"/>
                <a:gd name="T9" fmla="*/ 4799 h 491"/>
                <a:gd name="T10" fmla="*/ 490 w 58"/>
                <a:gd name="T11" fmla="*/ 5859 h 4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91">
                  <a:moveTo>
                    <a:pt x="0" y="0"/>
                  </a:moveTo>
                  <a:cubicBezTo>
                    <a:pt x="3" y="23"/>
                    <a:pt x="12" y="49"/>
                    <a:pt x="15" y="71"/>
                  </a:cubicBezTo>
                  <a:cubicBezTo>
                    <a:pt x="19" y="98"/>
                    <a:pt x="30" y="119"/>
                    <a:pt x="39" y="145"/>
                  </a:cubicBezTo>
                  <a:cubicBezTo>
                    <a:pt x="48" y="173"/>
                    <a:pt x="49" y="202"/>
                    <a:pt x="52" y="231"/>
                  </a:cubicBezTo>
                  <a:cubicBezTo>
                    <a:pt x="58" y="289"/>
                    <a:pt x="48" y="343"/>
                    <a:pt x="48" y="402"/>
                  </a:cubicBezTo>
                  <a:cubicBezTo>
                    <a:pt x="48" y="428"/>
                    <a:pt x="51" y="455"/>
                    <a:pt x="50" y="49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7" name="Freeform 368">
              <a:extLst>
                <a:ext uri="{FF2B5EF4-FFF2-40B4-BE49-F238E27FC236}">
                  <a16:creationId xmlns:a16="http://schemas.microsoft.com/office/drawing/2014/main" id="{84974FE6-F9F7-46B4-BA5E-E1CC55186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782"/>
              <a:ext cx="132" cy="1442"/>
            </a:xfrm>
            <a:custGeom>
              <a:avLst/>
              <a:gdLst>
                <a:gd name="T0" fmla="*/ 581 w 62"/>
                <a:gd name="T1" fmla="*/ 7530 h 631"/>
                <a:gd name="T2" fmla="*/ 445 w 62"/>
                <a:gd name="T3" fmla="*/ 6193 h 631"/>
                <a:gd name="T4" fmla="*/ 172 w 62"/>
                <a:gd name="T5" fmla="*/ 3928 h 631"/>
                <a:gd name="T6" fmla="*/ 196 w 62"/>
                <a:gd name="T7" fmla="*/ 1394 h 631"/>
                <a:gd name="T8" fmla="*/ 502 w 6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1">
                  <a:moveTo>
                    <a:pt x="60" y="631"/>
                  </a:moveTo>
                  <a:cubicBezTo>
                    <a:pt x="62" y="594"/>
                    <a:pt x="45" y="558"/>
                    <a:pt x="46" y="519"/>
                  </a:cubicBezTo>
                  <a:cubicBezTo>
                    <a:pt x="49" y="455"/>
                    <a:pt x="29" y="391"/>
                    <a:pt x="18" y="329"/>
                  </a:cubicBezTo>
                  <a:cubicBezTo>
                    <a:pt x="5" y="262"/>
                    <a:pt x="0" y="184"/>
                    <a:pt x="20" y="117"/>
                  </a:cubicBezTo>
                  <a:cubicBezTo>
                    <a:pt x="32" y="78"/>
                    <a:pt x="44" y="39"/>
                    <a:pt x="52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8" name="Freeform 369">
              <a:extLst>
                <a:ext uri="{FF2B5EF4-FFF2-40B4-BE49-F238E27FC236}">
                  <a16:creationId xmlns:a16="http://schemas.microsoft.com/office/drawing/2014/main" id="{54153088-E3AB-4EB9-AE34-C7506F18A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125"/>
              <a:ext cx="236" cy="1410"/>
            </a:xfrm>
            <a:custGeom>
              <a:avLst/>
              <a:gdLst>
                <a:gd name="T0" fmla="*/ 551 w 110"/>
                <a:gd name="T1" fmla="*/ 7363 h 617"/>
                <a:gd name="T2" fmla="*/ 800 w 110"/>
                <a:gd name="T3" fmla="*/ 6168 h 617"/>
                <a:gd name="T4" fmla="*/ 1000 w 110"/>
                <a:gd name="T5" fmla="*/ 4774 h 617"/>
                <a:gd name="T6" fmla="*/ 897 w 110"/>
                <a:gd name="T7" fmla="*/ 3380 h 617"/>
                <a:gd name="T8" fmla="*/ 639 w 110"/>
                <a:gd name="T9" fmla="*/ 1431 h 617"/>
                <a:gd name="T10" fmla="*/ 326 w 110"/>
                <a:gd name="T11" fmla="*/ 574 h 617"/>
                <a:gd name="T12" fmla="*/ 0 w 110"/>
                <a:gd name="T13" fmla="*/ 288 h 6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617">
                  <a:moveTo>
                    <a:pt x="56" y="617"/>
                  </a:moveTo>
                  <a:cubicBezTo>
                    <a:pt x="61" y="584"/>
                    <a:pt x="74" y="549"/>
                    <a:pt x="81" y="517"/>
                  </a:cubicBezTo>
                  <a:cubicBezTo>
                    <a:pt x="89" y="478"/>
                    <a:pt x="94" y="439"/>
                    <a:pt x="101" y="400"/>
                  </a:cubicBezTo>
                  <a:cubicBezTo>
                    <a:pt x="110" y="353"/>
                    <a:pt x="105" y="327"/>
                    <a:pt x="91" y="283"/>
                  </a:cubicBezTo>
                  <a:cubicBezTo>
                    <a:pt x="76" y="231"/>
                    <a:pt x="75" y="174"/>
                    <a:pt x="65" y="120"/>
                  </a:cubicBezTo>
                  <a:cubicBezTo>
                    <a:pt x="60" y="91"/>
                    <a:pt x="49" y="71"/>
                    <a:pt x="33" y="48"/>
                  </a:cubicBezTo>
                  <a:cubicBezTo>
                    <a:pt x="28" y="42"/>
                    <a:pt x="1" y="0"/>
                    <a:pt x="0" y="2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9" name="Freeform 370">
              <a:extLst>
                <a:ext uri="{FF2B5EF4-FFF2-40B4-BE49-F238E27FC236}">
                  <a16:creationId xmlns:a16="http://schemas.microsoft.com/office/drawing/2014/main" id="{32A8A5E9-4ADD-469D-A804-535B39624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777"/>
              <a:ext cx="126" cy="389"/>
            </a:xfrm>
            <a:custGeom>
              <a:avLst/>
              <a:gdLst>
                <a:gd name="T0" fmla="*/ 0 w 59"/>
                <a:gd name="T1" fmla="*/ 2027 h 170"/>
                <a:gd name="T2" fmla="*/ 318 w 59"/>
                <a:gd name="T3" fmla="*/ 968 h 170"/>
                <a:gd name="T4" fmla="*/ 574 w 59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0">
                  <a:moveTo>
                    <a:pt x="0" y="169"/>
                  </a:moveTo>
                  <a:cubicBezTo>
                    <a:pt x="34" y="170"/>
                    <a:pt x="29" y="102"/>
                    <a:pt x="33" y="81"/>
                  </a:cubicBezTo>
                  <a:cubicBezTo>
                    <a:pt x="39" y="56"/>
                    <a:pt x="50" y="28"/>
                    <a:pt x="59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0" name="Freeform 371">
              <a:extLst>
                <a:ext uri="{FF2B5EF4-FFF2-40B4-BE49-F238E27FC236}">
                  <a16:creationId xmlns:a16="http://schemas.microsoft.com/office/drawing/2014/main" id="{B382AC8A-B37F-4908-B8C3-F8DFF6BB8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300"/>
              <a:ext cx="148" cy="1730"/>
            </a:xfrm>
            <a:custGeom>
              <a:avLst/>
              <a:gdLst>
                <a:gd name="T0" fmla="*/ 455 w 69"/>
                <a:gd name="T1" fmla="*/ 9036 h 757"/>
                <a:gd name="T2" fmla="*/ 97 w 69"/>
                <a:gd name="T3" fmla="*/ 6936 h 757"/>
                <a:gd name="T4" fmla="*/ 157 w 69"/>
                <a:gd name="T5" fmla="*/ 3833 h 757"/>
                <a:gd name="T6" fmla="*/ 97 w 69"/>
                <a:gd name="T7" fmla="*/ 2032 h 757"/>
                <a:gd name="T8" fmla="*/ 423 w 69"/>
                <a:gd name="T9" fmla="*/ 658 h 757"/>
                <a:gd name="T10" fmla="*/ 680 w 69"/>
                <a:gd name="T11" fmla="*/ 37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757">
                  <a:moveTo>
                    <a:pt x="46" y="757"/>
                  </a:moveTo>
                  <a:cubicBezTo>
                    <a:pt x="23" y="708"/>
                    <a:pt x="16" y="635"/>
                    <a:pt x="10" y="581"/>
                  </a:cubicBezTo>
                  <a:cubicBezTo>
                    <a:pt x="0" y="495"/>
                    <a:pt x="26" y="409"/>
                    <a:pt x="16" y="321"/>
                  </a:cubicBezTo>
                  <a:cubicBezTo>
                    <a:pt x="11" y="272"/>
                    <a:pt x="4" y="219"/>
                    <a:pt x="10" y="170"/>
                  </a:cubicBezTo>
                  <a:cubicBezTo>
                    <a:pt x="14" y="130"/>
                    <a:pt x="34" y="94"/>
                    <a:pt x="43" y="55"/>
                  </a:cubicBezTo>
                  <a:cubicBezTo>
                    <a:pt x="47" y="42"/>
                    <a:pt x="54" y="0"/>
                    <a:pt x="69" y="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1" name="Freeform 372">
              <a:extLst>
                <a:ext uri="{FF2B5EF4-FFF2-40B4-BE49-F238E27FC236}">
                  <a16:creationId xmlns:a16="http://schemas.microsoft.com/office/drawing/2014/main" id="{A144523E-FF63-4C95-A35C-E33457AB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3659"/>
              <a:ext cx="60" cy="94"/>
            </a:xfrm>
            <a:custGeom>
              <a:avLst/>
              <a:gdLst>
                <a:gd name="T0" fmla="*/ 276 w 28"/>
                <a:gd name="T1" fmla="*/ 0 h 41"/>
                <a:gd name="T2" fmla="*/ 0 w 28"/>
                <a:gd name="T3" fmla="*/ 495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1">
                  <a:moveTo>
                    <a:pt x="28" y="0"/>
                  </a:moveTo>
                  <a:cubicBezTo>
                    <a:pt x="21" y="14"/>
                    <a:pt x="10" y="27"/>
                    <a:pt x="0" y="4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2" name="Freeform 373">
              <a:extLst>
                <a:ext uri="{FF2B5EF4-FFF2-40B4-BE49-F238E27FC236}">
                  <a16:creationId xmlns:a16="http://schemas.microsoft.com/office/drawing/2014/main" id="{AA6F2745-DE2D-443C-9053-B3CB5EC82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599"/>
              <a:ext cx="86" cy="1156"/>
            </a:xfrm>
            <a:custGeom>
              <a:avLst/>
              <a:gdLst>
                <a:gd name="T0" fmla="*/ 398 w 40"/>
                <a:gd name="T1" fmla="*/ 6034 h 506"/>
                <a:gd name="T2" fmla="*/ 357 w 40"/>
                <a:gd name="T3" fmla="*/ 5810 h 506"/>
                <a:gd name="T4" fmla="*/ 0 w 40"/>
                <a:gd name="T5" fmla="*/ 2933 h 506"/>
                <a:gd name="T6" fmla="*/ 172 w 40"/>
                <a:gd name="T7" fmla="*/ 992 h 506"/>
                <a:gd name="T8" fmla="*/ 370 w 40"/>
                <a:gd name="T9" fmla="*/ 0 h 5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06">
                  <a:moveTo>
                    <a:pt x="40" y="506"/>
                  </a:moveTo>
                  <a:cubicBezTo>
                    <a:pt x="39" y="499"/>
                    <a:pt x="38" y="493"/>
                    <a:pt x="36" y="487"/>
                  </a:cubicBezTo>
                  <a:cubicBezTo>
                    <a:pt x="17" y="405"/>
                    <a:pt x="0" y="330"/>
                    <a:pt x="0" y="246"/>
                  </a:cubicBezTo>
                  <a:cubicBezTo>
                    <a:pt x="1" y="191"/>
                    <a:pt x="17" y="138"/>
                    <a:pt x="17" y="83"/>
                  </a:cubicBezTo>
                  <a:cubicBezTo>
                    <a:pt x="17" y="55"/>
                    <a:pt x="17" y="22"/>
                    <a:pt x="37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3" name="Freeform 374">
              <a:extLst>
                <a:ext uri="{FF2B5EF4-FFF2-40B4-BE49-F238E27FC236}">
                  <a16:creationId xmlns:a16="http://schemas.microsoft.com/office/drawing/2014/main" id="{752ECEC6-7ADF-4090-B0E0-D92F3066B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832"/>
              <a:ext cx="259" cy="925"/>
            </a:xfrm>
            <a:custGeom>
              <a:avLst/>
              <a:gdLst>
                <a:gd name="T0" fmla="*/ 1186 w 121"/>
                <a:gd name="T1" fmla="*/ 4826 h 405"/>
                <a:gd name="T2" fmla="*/ 775 w 121"/>
                <a:gd name="T3" fmla="*/ 2670 h 405"/>
                <a:gd name="T4" fmla="*/ 586 w 121"/>
                <a:gd name="T5" fmla="*/ 658 h 405"/>
                <a:gd name="T6" fmla="*/ 471 w 121"/>
                <a:gd name="T7" fmla="*/ 37 h 405"/>
                <a:gd name="T8" fmla="*/ 96 w 121"/>
                <a:gd name="T9" fmla="*/ 1955 h 405"/>
                <a:gd name="T10" fmla="*/ 51 w 121"/>
                <a:gd name="T11" fmla="*/ 4586 h 405"/>
                <a:gd name="T12" fmla="*/ 28 w 121"/>
                <a:gd name="T13" fmla="*/ 4815 h 4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405">
                  <a:moveTo>
                    <a:pt x="121" y="405"/>
                  </a:moveTo>
                  <a:cubicBezTo>
                    <a:pt x="121" y="341"/>
                    <a:pt x="95" y="285"/>
                    <a:pt x="79" y="224"/>
                  </a:cubicBezTo>
                  <a:cubicBezTo>
                    <a:pt x="63" y="168"/>
                    <a:pt x="60" y="113"/>
                    <a:pt x="60" y="55"/>
                  </a:cubicBezTo>
                  <a:cubicBezTo>
                    <a:pt x="60" y="45"/>
                    <a:pt x="67" y="0"/>
                    <a:pt x="48" y="3"/>
                  </a:cubicBezTo>
                  <a:cubicBezTo>
                    <a:pt x="29" y="5"/>
                    <a:pt x="13" y="148"/>
                    <a:pt x="10" y="164"/>
                  </a:cubicBezTo>
                  <a:cubicBezTo>
                    <a:pt x="0" y="237"/>
                    <a:pt x="12" y="312"/>
                    <a:pt x="5" y="385"/>
                  </a:cubicBezTo>
                  <a:cubicBezTo>
                    <a:pt x="4" y="391"/>
                    <a:pt x="4" y="397"/>
                    <a:pt x="3" y="40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4" name="Freeform 375">
              <a:extLst>
                <a:ext uri="{FF2B5EF4-FFF2-40B4-BE49-F238E27FC236}">
                  <a16:creationId xmlns:a16="http://schemas.microsoft.com/office/drawing/2014/main" id="{6896C7D2-8965-45E0-82A8-27F18BB00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048"/>
              <a:ext cx="257" cy="1609"/>
            </a:xfrm>
            <a:custGeom>
              <a:avLst/>
              <a:gdLst>
                <a:gd name="T0" fmla="*/ 531 w 120"/>
                <a:gd name="T1" fmla="*/ 8264 h 704"/>
                <a:gd name="T2" fmla="*/ 610 w 120"/>
                <a:gd name="T3" fmla="*/ 8358 h 704"/>
                <a:gd name="T4" fmla="*/ 628 w 120"/>
                <a:gd name="T5" fmla="*/ 7151 h 704"/>
                <a:gd name="T6" fmla="*/ 885 w 120"/>
                <a:gd name="T7" fmla="*/ 4608 h 704"/>
                <a:gd name="T8" fmla="*/ 981 w 120"/>
                <a:gd name="T9" fmla="*/ 1698 h 704"/>
                <a:gd name="T10" fmla="*/ 510 w 120"/>
                <a:gd name="T11" fmla="*/ 0 h 704"/>
                <a:gd name="T12" fmla="*/ 345 w 120"/>
                <a:gd name="T13" fmla="*/ 2434 h 704"/>
                <a:gd name="T14" fmla="*/ 0 w 120"/>
                <a:gd name="T15" fmla="*/ 4320 h 7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704">
                  <a:moveTo>
                    <a:pt x="54" y="692"/>
                  </a:moveTo>
                  <a:cubicBezTo>
                    <a:pt x="56" y="696"/>
                    <a:pt x="56" y="704"/>
                    <a:pt x="62" y="700"/>
                  </a:cubicBezTo>
                  <a:cubicBezTo>
                    <a:pt x="80" y="678"/>
                    <a:pt x="64" y="626"/>
                    <a:pt x="64" y="599"/>
                  </a:cubicBezTo>
                  <a:cubicBezTo>
                    <a:pt x="64" y="525"/>
                    <a:pt x="70" y="456"/>
                    <a:pt x="90" y="386"/>
                  </a:cubicBezTo>
                  <a:cubicBezTo>
                    <a:pt x="113" y="305"/>
                    <a:pt x="120" y="224"/>
                    <a:pt x="100" y="142"/>
                  </a:cubicBezTo>
                  <a:cubicBezTo>
                    <a:pt x="89" y="98"/>
                    <a:pt x="64" y="49"/>
                    <a:pt x="52" y="0"/>
                  </a:cubicBezTo>
                  <a:cubicBezTo>
                    <a:pt x="51" y="76"/>
                    <a:pt x="43" y="158"/>
                    <a:pt x="35" y="204"/>
                  </a:cubicBezTo>
                  <a:cubicBezTo>
                    <a:pt x="26" y="257"/>
                    <a:pt x="5" y="308"/>
                    <a:pt x="0" y="36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5" name="Freeform 376">
              <a:extLst>
                <a:ext uri="{FF2B5EF4-FFF2-40B4-BE49-F238E27FC236}">
                  <a16:creationId xmlns:a16="http://schemas.microsoft.com/office/drawing/2014/main" id="{4DBB1ABE-A927-497D-BC15-2BCB9EED1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3382"/>
              <a:ext cx="60" cy="371"/>
            </a:xfrm>
            <a:custGeom>
              <a:avLst/>
              <a:gdLst>
                <a:gd name="T0" fmla="*/ 276 w 28"/>
                <a:gd name="T1" fmla="*/ 0 h 162"/>
                <a:gd name="T2" fmla="*/ 96 w 28"/>
                <a:gd name="T3" fmla="*/ 866 h 162"/>
                <a:gd name="T4" fmla="*/ 0 w 28"/>
                <a:gd name="T5" fmla="*/ 1947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2">
                  <a:moveTo>
                    <a:pt x="28" y="0"/>
                  </a:moveTo>
                  <a:cubicBezTo>
                    <a:pt x="9" y="9"/>
                    <a:pt x="11" y="54"/>
                    <a:pt x="10" y="72"/>
                  </a:cubicBezTo>
                  <a:cubicBezTo>
                    <a:pt x="9" y="104"/>
                    <a:pt x="7" y="133"/>
                    <a:pt x="0" y="16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6" name="Freeform 377">
              <a:extLst>
                <a:ext uri="{FF2B5EF4-FFF2-40B4-BE49-F238E27FC236}">
                  <a16:creationId xmlns:a16="http://schemas.microsoft.com/office/drawing/2014/main" id="{90C0F3DC-37DC-4873-A6F2-F633EC984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620"/>
              <a:ext cx="58" cy="135"/>
            </a:xfrm>
            <a:custGeom>
              <a:avLst/>
              <a:gdLst>
                <a:gd name="T0" fmla="*/ 269 w 27"/>
                <a:gd name="T1" fmla="*/ 707 h 59"/>
                <a:gd name="T2" fmla="*/ 249 w 27"/>
                <a:gd name="T3" fmla="*/ 597 h 59"/>
                <a:gd name="T4" fmla="*/ 0 w 27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9">
                  <a:moveTo>
                    <a:pt x="27" y="59"/>
                  </a:moveTo>
                  <a:cubicBezTo>
                    <a:pt x="26" y="56"/>
                    <a:pt x="26" y="53"/>
                    <a:pt x="25" y="50"/>
                  </a:cubicBezTo>
                  <a:cubicBezTo>
                    <a:pt x="22" y="35"/>
                    <a:pt x="11" y="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7" name="Freeform 378">
              <a:extLst>
                <a:ext uri="{FF2B5EF4-FFF2-40B4-BE49-F238E27FC236}">
                  <a16:creationId xmlns:a16="http://schemas.microsoft.com/office/drawing/2014/main" id="{CE2CC236-3995-444C-939E-0883B663F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731"/>
              <a:ext cx="223" cy="1026"/>
            </a:xfrm>
            <a:custGeom>
              <a:avLst/>
              <a:gdLst>
                <a:gd name="T0" fmla="*/ 96 w 104"/>
                <a:gd name="T1" fmla="*/ 5356 h 449"/>
                <a:gd name="T2" fmla="*/ 69 w 104"/>
                <a:gd name="T3" fmla="*/ 4355 h 449"/>
                <a:gd name="T4" fmla="*/ 277 w 104"/>
                <a:gd name="T5" fmla="*/ 2360 h 449"/>
                <a:gd name="T6" fmla="*/ 1025 w 104"/>
                <a:gd name="T7" fmla="*/ 0 h 4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449">
                  <a:moveTo>
                    <a:pt x="10" y="449"/>
                  </a:moveTo>
                  <a:cubicBezTo>
                    <a:pt x="9" y="419"/>
                    <a:pt x="9" y="389"/>
                    <a:pt x="7" y="365"/>
                  </a:cubicBezTo>
                  <a:cubicBezTo>
                    <a:pt x="0" y="308"/>
                    <a:pt x="3" y="251"/>
                    <a:pt x="28" y="198"/>
                  </a:cubicBezTo>
                  <a:cubicBezTo>
                    <a:pt x="48" y="156"/>
                    <a:pt x="97" y="76"/>
                    <a:pt x="104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8" name="Freeform 379">
              <a:extLst>
                <a:ext uri="{FF2B5EF4-FFF2-40B4-BE49-F238E27FC236}">
                  <a16:creationId xmlns:a16="http://schemas.microsoft.com/office/drawing/2014/main" id="{3A37B8D5-9273-4406-AA27-DB70F76D3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1986"/>
              <a:ext cx="268" cy="649"/>
            </a:xfrm>
            <a:custGeom>
              <a:avLst/>
              <a:gdLst>
                <a:gd name="T0" fmla="*/ 28 w 125"/>
                <a:gd name="T1" fmla="*/ 3389 h 284"/>
                <a:gd name="T2" fmla="*/ 731 w 125"/>
                <a:gd name="T3" fmla="*/ 955 h 284"/>
                <a:gd name="T4" fmla="*/ 1233 w 125"/>
                <a:gd name="T5" fmla="*/ 25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84">
                  <a:moveTo>
                    <a:pt x="3" y="284"/>
                  </a:moveTo>
                  <a:cubicBezTo>
                    <a:pt x="0" y="204"/>
                    <a:pt x="34" y="147"/>
                    <a:pt x="74" y="80"/>
                  </a:cubicBezTo>
                  <a:cubicBezTo>
                    <a:pt x="82" y="67"/>
                    <a:pt x="105" y="0"/>
                    <a:pt x="125" y="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9" name="Freeform 380">
              <a:extLst>
                <a:ext uri="{FF2B5EF4-FFF2-40B4-BE49-F238E27FC236}">
                  <a16:creationId xmlns:a16="http://schemas.microsoft.com/office/drawing/2014/main" id="{2907F56E-5C77-4A12-8998-64D4C2CF0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441"/>
              <a:ext cx="32" cy="212"/>
            </a:xfrm>
            <a:custGeom>
              <a:avLst/>
              <a:gdLst>
                <a:gd name="T0" fmla="*/ 0 w 15"/>
                <a:gd name="T1" fmla="*/ 1101 h 93"/>
                <a:gd name="T2" fmla="*/ 145 w 15"/>
                <a:gd name="T3" fmla="*/ 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3">
                  <a:moveTo>
                    <a:pt x="0" y="93"/>
                  </a:moveTo>
                  <a:cubicBezTo>
                    <a:pt x="8" y="70"/>
                    <a:pt x="10" y="27"/>
                    <a:pt x="15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0" name="Freeform 381">
              <a:extLst>
                <a:ext uri="{FF2B5EF4-FFF2-40B4-BE49-F238E27FC236}">
                  <a16:creationId xmlns:a16="http://schemas.microsoft.com/office/drawing/2014/main" id="{215FF108-8D02-4810-BF97-246439F66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775"/>
              <a:ext cx="120" cy="1248"/>
            </a:xfrm>
            <a:custGeom>
              <a:avLst/>
              <a:gdLst>
                <a:gd name="T0" fmla="*/ 510 w 56"/>
                <a:gd name="T1" fmla="*/ 6521 h 546"/>
                <a:gd name="T2" fmla="*/ 120 w 56"/>
                <a:gd name="T3" fmla="*/ 3344 h 546"/>
                <a:gd name="T4" fmla="*/ 120 w 56"/>
                <a:gd name="T5" fmla="*/ 1682 h 546"/>
                <a:gd name="T6" fmla="*/ 19 w 56"/>
                <a:gd name="T7" fmla="*/ 0 h 5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46">
                  <a:moveTo>
                    <a:pt x="52" y="546"/>
                  </a:moveTo>
                  <a:cubicBezTo>
                    <a:pt x="56" y="458"/>
                    <a:pt x="10" y="370"/>
                    <a:pt x="12" y="280"/>
                  </a:cubicBezTo>
                  <a:cubicBezTo>
                    <a:pt x="13" y="234"/>
                    <a:pt x="17" y="187"/>
                    <a:pt x="12" y="141"/>
                  </a:cubicBezTo>
                  <a:cubicBezTo>
                    <a:pt x="6" y="94"/>
                    <a:pt x="0" y="48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1" name="Freeform 382">
              <a:extLst>
                <a:ext uri="{FF2B5EF4-FFF2-40B4-BE49-F238E27FC236}">
                  <a16:creationId xmlns:a16="http://schemas.microsoft.com/office/drawing/2014/main" id="{2B28DC96-D9DA-4E50-9100-08AD6DC1B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777"/>
              <a:ext cx="107" cy="546"/>
            </a:xfrm>
            <a:custGeom>
              <a:avLst/>
              <a:gdLst>
                <a:gd name="T0" fmla="*/ 413 w 50"/>
                <a:gd name="T1" fmla="*/ 2849 h 239"/>
                <a:gd name="T2" fmla="*/ 334 w 50"/>
                <a:gd name="T3" fmla="*/ 1560 h 239"/>
                <a:gd name="T4" fmla="*/ 0 w 50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39">
                  <a:moveTo>
                    <a:pt x="42" y="239"/>
                  </a:moveTo>
                  <a:cubicBezTo>
                    <a:pt x="50" y="204"/>
                    <a:pt x="41" y="164"/>
                    <a:pt x="34" y="131"/>
                  </a:cubicBezTo>
                  <a:cubicBezTo>
                    <a:pt x="24" y="87"/>
                    <a:pt x="7" y="44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2" name="Freeform 383">
              <a:extLst>
                <a:ext uri="{FF2B5EF4-FFF2-40B4-BE49-F238E27FC236}">
                  <a16:creationId xmlns:a16="http://schemas.microsoft.com/office/drawing/2014/main" id="{C4406E67-FD97-48FE-98C3-2ABFA8E1B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784"/>
              <a:ext cx="235" cy="1266"/>
            </a:xfrm>
            <a:custGeom>
              <a:avLst/>
              <a:gdLst>
                <a:gd name="T0" fmla="*/ 1072 w 110"/>
                <a:gd name="T1" fmla="*/ 121 h 554"/>
                <a:gd name="T2" fmla="*/ 808 w 110"/>
                <a:gd name="T3" fmla="*/ 1958 h 554"/>
                <a:gd name="T4" fmla="*/ 410 w 110"/>
                <a:gd name="T5" fmla="*/ 4298 h 554"/>
                <a:gd name="T6" fmla="*/ 0 w 110"/>
                <a:gd name="T7" fmla="*/ 6611 h 5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554">
                  <a:moveTo>
                    <a:pt x="110" y="10"/>
                  </a:moveTo>
                  <a:cubicBezTo>
                    <a:pt x="100" y="0"/>
                    <a:pt x="83" y="151"/>
                    <a:pt x="83" y="164"/>
                  </a:cubicBezTo>
                  <a:cubicBezTo>
                    <a:pt x="79" y="233"/>
                    <a:pt x="68" y="295"/>
                    <a:pt x="42" y="360"/>
                  </a:cubicBezTo>
                  <a:cubicBezTo>
                    <a:pt x="15" y="425"/>
                    <a:pt x="0" y="484"/>
                    <a:pt x="0" y="55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3" name="Freeform 384">
              <a:extLst>
                <a:ext uri="{FF2B5EF4-FFF2-40B4-BE49-F238E27FC236}">
                  <a16:creationId xmlns:a16="http://schemas.microsoft.com/office/drawing/2014/main" id="{6AD812F3-9B86-4204-92A0-D344F7A97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773"/>
              <a:ext cx="81" cy="1058"/>
            </a:xfrm>
            <a:custGeom>
              <a:avLst/>
              <a:gdLst>
                <a:gd name="T0" fmla="*/ 273 w 38"/>
                <a:gd name="T1" fmla="*/ 5525 h 463"/>
                <a:gd name="T2" fmla="*/ 232 w 38"/>
                <a:gd name="T3" fmla="*/ 4474 h 463"/>
                <a:gd name="T4" fmla="*/ 350 w 38"/>
                <a:gd name="T5" fmla="*/ 3044 h 463"/>
                <a:gd name="T6" fmla="*/ 0 w 38"/>
                <a:gd name="T7" fmla="*/ 0 h 4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63">
                  <a:moveTo>
                    <a:pt x="28" y="463"/>
                  </a:moveTo>
                  <a:cubicBezTo>
                    <a:pt x="9" y="443"/>
                    <a:pt x="20" y="399"/>
                    <a:pt x="24" y="375"/>
                  </a:cubicBezTo>
                  <a:cubicBezTo>
                    <a:pt x="31" y="335"/>
                    <a:pt x="38" y="295"/>
                    <a:pt x="36" y="255"/>
                  </a:cubicBezTo>
                  <a:cubicBezTo>
                    <a:pt x="31" y="170"/>
                    <a:pt x="14" y="8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4" name="Freeform 385">
              <a:extLst>
                <a:ext uri="{FF2B5EF4-FFF2-40B4-BE49-F238E27FC236}">
                  <a16:creationId xmlns:a16="http://schemas.microsoft.com/office/drawing/2014/main" id="{754AB17F-02F5-4415-9B47-C2D53A374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264"/>
              <a:ext cx="251" cy="1675"/>
            </a:xfrm>
            <a:custGeom>
              <a:avLst/>
              <a:gdLst>
                <a:gd name="T0" fmla="*/ 197 w 117"/>
                <a:gd name="T1" fmla="*/ 8747 h 733"/>
                <a:gd name="T2" fmla="*/ 129 w 117"/>
                <a:gd name="T3" fmla="*/ 7875 h 733"/>
                <a:gd name="T4" fmla="*/ 9 w 117"/>
                <a:gd name="T5" fmla="*/ 5802 h 733"/>
                <a:gd name="T6" fmla="*/ 165 w 117"/>
                <a:gd name="T7" fmla="*/ 3901 h 733"/>
                <a:gd name="T8" fmla="*/ 584 w 117"/>
                <a:gd name="T9" fmla="*/ 2507 h 733"/>
                <a:gd name="T10" fmla="*/ 897 w 117"/>
                <a:gd name="T11" fmla="*/ 704 h 733"/>
                <a:gd name="T12" fmla="*/ 1154 w 117"/>
                <a:gd name="T13" fmla="*/ 0 h 7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733">
                  <a:moveTo>
                    <a:pt x="20" y="733"/>
                  </a:moveTo>
                  <a:cubicBezTo>
                    <a:pt x="27" y="697"/>
                    <a:pt x="17" y="681"/>
                    <a:pt x="13" y="660"/>
                  </a:cubicBezTo>
                  <a:cubicBezTo>
                    <a:pt x="3" y="602"/>
                    <a:pt x="0" y="544"/>
                    <a:pt x="1" y="486"/>
                  </a:cubicBezTo>
                  <a:cubicBezTo>
                    <a:pt x="1" y="433"/>
                    <a:pt x="4" y="379"/>
                    <a:pt x="17" y="327"/>
                  </a:cubicBezTo>
                  <a:cubicBezTo>
                    <a:pt x="27" y="286"/>
                    <a:pt x="47" y="250"/>
                    <a:pt x="59" y="210"/>
                  </a:cubicBezTo>
                  <a:cubicBezTo>
                    <a:pt x="74" y="160"/>
                    <a:pt x="70" y="108"/>
                    <a:pt x="91" y="59"/>
                  </a:cubicBezTo>
                  <a:cubicBezTo>
                    <a:pt x="99" y="41"/>
                    <a:pt x="107" y="16"/>
                    <a:pt x="117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5" name="Freeform 386">
              <a:extLst>
                <a:ext uri="{FF2B5EF4-FFF2-40B4-BE49-F238E27FC236}">
                  <a16:creationId xmlns:a16="http://schemas.microsoft.com/office/drawing/2014/main" id="{952D7B8B-2D01-421E-8F01-B4EA47A6F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773"/>
              <a:ext cx="81" cy="1277"/>
            </a:xfrm>
            <a:custGeom>
              <a:avLst/>
              <a:gdLst>
                <a:gd name="T0" fmla="*/ 205 w 38"/>
                <a:gd name="T1" fmla="*/ 6664 h 559"/>
                <a:gd name="T2" fmla="*/ 350 w 38"/>
                <a:gd name="T3" fmla="*/ 3778 h 559"/>
                <a:gd name="T4" fmla="*/ 87 w 38"/>
                <a:gd name="T5" fmla="*/ 1325 h 559"/>
                <a:gd name="T6" fmla="*/ 0 w 38"/>
                <a:gd name="T7" fmla="*/ 0 h 5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59">
                  <a:moveTo>
                    <a:pt x="21" y="559"/>
                  </a:moveTo>
                  <a:cubicBezTo>
                    <a:pt x="6" y="482"/>
                    <a:pt x="33" y="395"/>
                    <a:pt x="36" y="317"/>
                  </a:cubicBezTo>
                  <a:cubicBezTo>
                    <a:pt x="38" y="246"/>
                    <a:pt x="15" y="181"/>
                    <a:pt x="9" y="111"/>
                  </a:cubicBezTo>
                  <a:cubicBezTo>
                    <a:pt x="6" y="75"/>
                    <a:pt x="3" y="37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6" name="Freeform 387">
              <a:extLst>
                <a:ext uri="{FF2B5EF4-FFF2-40B4-BE49-F238E27FC236}">
                  <a16:creationId xmlns:a16="http://schemas.microsoft.com/office/drawing/2014/main" id="{6399FAD0-E4C6-4BDF-B424-00909C7E4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864"/>
              <a:ext cx="107" cy="1492"/>
            </a:xfrm>
            <a:custGeom>
              <a:avLst/>
              <a:gdLst>
                <a:gd name="T0" fmla="*/ 490 w 50"/>
                <a:gd name="T1" fmla="*/ 7789 h 653"/>
                <a:gd name="T2" fmla="*/ 233 w 50"/>
                <a:gd name="T3" fmla="*/ 5822 h 653"/>
                <a:gd name="T4" fmla="*/ 0 w 50"/>
                <a:gd name="T5" fmla="*/ 2961 h 653"/>
                <a:gd name="T6" fmla="*/ 293 w 50"/>
                <a:gd name="T7" fmla="*/ 475 h 653"/>
                <a:gd name="T8" fmla="*/ 422 w 50"/>
                <a:gd name="T9" fmla="*/ 0 h 6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53">
                  <a:moveTo>
                    <a:pt x="50" y="653"/>
                  </a:moveTo>
                  <a:cubicBezTo>
                    <a:pt x="20" y="613"/>
                    <a:pt x="30" y="534"/>
                    <a:pt x="24" y="488"/>
                  </a:cubicBezTo>
                  <a:cubicBezTo>
                    <a:pt x="13" y="409"/>
                    <a:pt x="0" y="328"/>
                    <a:pt x="0" y="248"/>
                  </a:cubicBezTo>
                  <a:cubicBezTo>
                    <a:pt x="0" y="176"/>
                    <a:pt x="8" y="108"/>
                    <a:pt x="30" y="40"/>
                  </a:cubicBezTo>
                  <a:cubicBezTo>
                    <a:pt x="34" y="27"/>
                    <a:pt x="36" y="6"/>
                    <a:pt x="43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7" name="Freeform 388">
              <a:extLst>
                <a:ext uri="{FF2B5EF4-FFF2-40B4-BE49-F238E27FC236}">
                  <a16:creationId xmlns:a16="http://schemas.microsoft.com/office/drawing/2014/main" id="{2B0AEDCB-7924-49E2-BEF3-EC4492362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299"/>
              <a:ext cx="116" cy="1387"/>
            </a:xfrm>
            <a:custGeom>
              <a:avLst/>
              <a:gdLst>
                <a:gd name="T0" fmla="*/ 535 w 54"/>
                <a:gd name="T1" fmla="*/ 6871 h 607"/>
                <a:gd name="T2" fmla="*/ 189 w 54"/>
                <a:gd name="T3" fmla="*/ 5153 h 607"/>
                <a:gd name="T4" fmla="*/ 97 w 54"/>
                <a:gd name="T5" fmla="*/ 2756 h 607"/>
                <a:gd name="T6" fmla="*/ 189 w 54"/>
                <a:gd name="T7" fmla="*/ 642 h 607"/>
                <a:gd name="T8" fmla="*/ 415 w 54"/>
                <a:gd name="T9" fmla="*/ 0 h 6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07">
                  <a:moveTo>
                    <a:pt x="54" y="576"/>
                  </a:moveTo>
                  <a:cubicBezTo>
                    <a:pt x="39" y="607"/>
                    <a:pt x="19" y="469"/>
                    <a:pt x="19" y="432"/>
                  </a:cubicBezTo>
                  <a:cubicBezTo>
                    <a:pt x="17" y="364"/>
                    <a:pt x="16" y="298"/>
                    <a:pt x="10" y="231"/>
                  </a:cubicBezTo>
                  <a:cubicBezTo>
                    <a:pt x="4" y="172"/>
                    <a:pt x="0" y="111"/>
                    <a:pt x="19" y="54"/>
                  </a:cubicBezTo>
                  <a:cubicBezTo>
                    <a:pt x="23" y="39"/>
                    <a:pt x="29" y="7"/>
                    <a:pt x="42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8" name="Freeform 389">
              <a:extLst>
                <a:ext uri="{FF2B5EF4-FFF2-40B4-BE49-F238E27FC236}">
                  <a16:creationId xmlns:a16="http://schemas.microsoft.com/office/drawing/2014/main" id="{1D353DEF-1FA5-483E-A18A-738D0E43D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597"/>
              <a:ext cx="52" cy="160"/>
            </a:xfrm>
            <a:custGeom>
              <a:avLst/>
              <a:gdLst>
                <a:gd name="T0" fmla="*/ 234 w 24"/>
                <a:gd name="T1" fmla="*/ 0 h 70"/>
                <a:gd name="T2" fmla="*/ 0 w 24"/>
                <a:gd name="T3" fmla="*/ 837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0">
                  <a:moveTo>
                    <a:pt x="23" y="0"/>
                  </a:moveTo>
                  <a:cubicBezTo>
                    <a:pt x="24" y="24"/>
                    <a:pt x="12" y="48"/>
                    <a:pt x="0" y="7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9" name="Freeform 390">
              <a:extLst>
                <a:ext uri="{FF2B5EF4-FFF2-40B4-BE49-F238E27FC236}">
                  <a16:creationId xmlns:a16="http://schemas.microsoft.com/office/drawing/2014/main" id="{68A19311-CC37-4B40-8891-F5CACCF21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497"/>
              <a:ext cx="54" cy="181"/>
            </a:xfrm>
            <a:custGeom>
              <a:avLst/>
              <a:gdLst>
                <a:gd name="T0" fmla="*/ 0 w 25"/>
                <a:gd name="T1" fmla="*/ 951 h 79"/>
                <a:gd name="T2" fmla="*/ 112 w 25"/>
                <a:gd name="T3" fmla="*/ 577 h 79"/>
                <a:gd name="T4" fmla="*/ 253 w 25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79">
                  <a:moveTo>
                    <a:pt x="0" y="79"/>
                  </a:moveTo>
                  <a:cubicBezTo>
                    <a:pt x="4" y="69"/>
                    <a:pt x="8" y="59"/>
                    <a:pt x="11" y="48"/>
                  </a:cubicBezTo>
                  <a:cubicBezTo>
                    <a:pt x="14" y="34"/>
                    <a:pt x="15" y="6"/>
                    <a:pt x="25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0" name="Freeform 391">
              <a:extLst>
                <a:ext uri="{FF2B5EF4-FFF2-40B4-BE49-F238E27FC236}">
                  <a16:creationId xmlns:a16="http://schemas.microsoft.com/office/drawing/2014/main" id="{E1FF9B99-6179-4BB2-BD65-7CF8942F0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528"/>
              <a:ext cx="44" cy="119"/>
            </a:xfrm>
            <a:custGeom>
              <a:avLst/>
              <a:gdLst>
                <a:gd name="T0" fmla="*/ 193 w 21"/>
                <a:gd name="T1" fmla="*/ 622 h 52"/>
                <a:gd name="T2" fmla="*/ 0 w 21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2">
                  <a:moveTo>
                    <a:pt x="21" y="52"/>
                  </a:moveTo>
                  <a:cubicBezTo>
                    <a:pt x="19" y="34"/>
                    <a:pt x="9" y="17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1" name="Freeform 392">
              <a:extLst>
                <a:ext uri="{FF2B5EF4-FFF2-40B4-BE49-F238E27FC236}">
                  <a16:creationId xmlns:a16="http://schemas.microsoft.com/office/drawing/2014/main" id="{64C54888-C9F6-44C3-A760-3A18CCC8E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492"/>
              <a:ext cx="51" cy="87"/>
            </a:xfrm>
            <a:custGeom>
              <a:avLst/>
              <a:gdLst>
                <a:gd name="T0" fmla="*/ 230 w 24"/>
                <a:gd name="T1" fmla="*/ 456 h 38"/>
                <a:gd name="T2" fmla="*/ 0 w 24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8">
                  <a:moveTo>
                    <a:pt x="24" y="38"/>
                  </a:moveTo>
                  <a:cubicBezTo>
                    <a:pt x="14" y="29"/>
                    <a:pt x="4" y="2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2" name="Freeform 393">
              <a:extLst>
                <a:ext uri="{FF2B5EF4-FFF2-40B4-BE49-F238E27FC236}">
                  <a16:creationId xmlns:a16="http://schemas.microsoft.com/office/drawing/2014/main" id="{D34DBF35-19AD-41EB-81E5-4F3E8EABC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273"/>
              <a:ext cx="15" cy="18"/>
            </a:xfrm>
            <a:custGeom>
              <a:avLst/>
              <a:gdLst>
                <a:gd name="T0" fmla="*/ 69 w 7"/>
                <a:gd name="T1" fmla="*/ 0 h 8"/>
                <a:gd name="T2" fmla="*/ 0 w 7"/>
                <a:gd name="T3" fmla="*/ 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8"/>
                    <a:pt x="0" y="7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3" name="Freeform 394">
              <a:extLst>
                <a:ext uri="{FF2B5EF4-FFF2-40B4-BE49-F238E27FC236}">
                  <a16:creationId xmlns:a16="http://schemas.microsoft.com/office/drawing/2014/main" id="{5F0B94BC-4708-4BB2-8B99-642F26D5C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487"/>
              <a:ext cx="17" cy="22"/>
            </a:xfrm>
            <a:custGeom>
              <a:avLst/>
              <a:gdLst>
                <a:gd name="T0" fmla="*/ 77 w 8"/>
                <a:gd name="T1" fmla="*/ 9 h 10"/>
                <a:gd name="T2" fmla="*/ 0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1"/>
                  </a:moveTo>
                  <a:cubicBezTo>
                    <a:pt x="7" y="10"/>
                    <a:pt x="1" y="4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4" name="Freeform 395">
              <a:extLst>
                <a:ext uri="{FF2B5EF4-FFF2-40B4-BE49-F238E27FC236}">
                  <a16:creationId xmlns:a16="http://schemas.microsoft.com/office/drawing/2014/main" id="{3E3D0208-C579-40E0-B828-771B1C88E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390"/>
              <a:ext cx="41" cy="118"/>
            </a:xfrm>
            <a:custGeom>
              <a:avLst/>
              <a:gdLst>
                <a:gd name="T0" fmla="*/ 190 w 19"/>
                <a:gd name="T1" fmla="*/ 608 h 52"/>
                <a:gd name="T2" fmla="*/ 0 w 19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2">
                  <a:moveTo>
                    <a:pt x="19" y="52"/>
                  </a:moveTo>
                  <a:cubicBezTo>
                    <a:pt x="12" y="41"/>
                    <a:pt x="3" y="1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5" name="Freeform 396">
              <a:extLst>
                <a:ext uri="{FF2B5EF4-FFF2-40B4-BE49-F238E27FC236}">
                  <a16:creationId xmlns:a16="http://schemas.microsoft.com/office/drawing/2014/main" id="{FBC44A79-FCE0-47B2-A2DD-212DF613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114"/>
              <a:ext cx="23" cy="37"/>
            </a:xfrm>
            <a:custGeom>
              <a:avLst/>
              <a:gdLst>
                <a:gd name="T0" fmla="*/ 8 w 11"/>
                <a:gd name="T1" fmla="*/ 199 h 16"/>
                <a:gd name="T2" fmla="*/ 100 w 11"/>
                <a:gd name="T3" fmla="*/ 12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1" y="16"/>
                  </a:moveTo>
                  <a:cubicBezTo>
                    <a:pt x="0" y="8"/>
                    <a:pt x="11" y="0"/>
                    <a:pt x="11" y="1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6" name="Freeform 397">
              <a:extLst>
                <a:ext uri="{FF2B5EF4-FFF2-40B4-BE49-F238E27FC236}">
                  <a16:creationId xmlns:a16="http://schemas.microsoft.com/office/drawing/2014/main" id="{3E48FEBB-07EB-43A4-86B1-BE6BECF21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792"/>
              <a:ext cx="13" cy="116"/>
            </a:xfrm>
            <a:custGeom>
              <a:avLst/>
              <a:gdLst>
                <a:gd name="T0" fmla="*/ 0 w 6"/>
                <a:gd name="T1" fmla="*/ 0 h 51"/>
                <a:gd name="T2" fmla="*/ 43 w 6"/>
                <a:gd name="T3" fmla="*/ 389 h 51"/>
                <a:gd name="T4" fmla="*/ 43 w 6"/>
                <a:gd name="T5" fmla="*/ 60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1">
                  <a:moveTo>
                    <a:pt x="0" y="0"/>
                  </a:moveTo>
                  <a:cubicBezTo>
                    <a:pt x="0" y="11"/>
                    <a:pt x="4" y="22"/>
                    <a:pt x="4" y="33"/>
                  </a:cubicBezTo>
                  <a:cubicBezTo>
                    <a:pt x="5" y="38"/>
                    <a:pt x="6" y="47"/>
                    <a:pt x="4" y="5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7" name="Freeform 398">
              <a:extLst>
                <a:ext uri="{FF2B5EF4-FFF2-40B4-BE49-F238E27FC236}">
                  <a16:creationId xmlns:a16="http://schemas.microsoft.com/office/drawing/2014/main" id="{C589D3F5-0FA2-4E82-AF4D-3189A733B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954"/>
              <a:ext cx="36" cy="53"/>
            </a:xfrm>
            <a:custGeom>
              <a:avLst/>
              <a:gdLst>
                <a:gd name="T0" fmla="*/ 0 w 17"/>
                <a:gd name="T1" fmla="*/ 0 h 23"/>
                <a:gd name="T2" fmla="*/ 161 w 17"/>
                <a:gd name="T3" fmla="*/ 15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3">
                  <a:moveTo>
                    <a:pt x="0" y="0"/>
                  </a:moveTo>
                  <a:cubicBezTo>
                    <a:pt x="0" y="9"/>
                    <a:pt x="9" y="23"/>
                    <a:pt x="17" y="1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8" name="Freeform 399">
              <a:extLst>
                <a:ext uri="{FF2B5EF4-FFF2-40B4-BE49-F238E27FC236}">
                  <a16:creationId xmlns:a16="http://schemas.microsoft.com/office/drawing/2014/main" id="{67D87368-CC3F-4F1F-8B6A-05C1BBE09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201"/>
              <a:ext cx="19" cy="32"/>
            </a:xfrm>
            <a:custGeom>
              <a:avLst/>
              <a:gdLst>
                <a:gd name="T0" fmla="*/ 0 w 9"/>
                <a:gd name="T1" fmla="*/ 0 h 14"/>
                <a:gd name="T2" fmla="*/ 84 w 9"/>
                <a:gd name="T3" fmla="*/ 9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2" y="3"/>
                    <a:pt x="4" y="14"/>
                    <a:pt x="9" y="8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9" name="Freeform 400">
              <a:extLst>
                <a:ext uri="{FF2B5EF4-FFF2-40B4-BE49-F238E27FC236}">
                  <a16:creationId xmlns:a16="http://schemas.microsoft.com/office/drawing/2014/main" id="{D099CE4F-0A49-4777-A8F3-FC5FA02F9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922"/>
              <a:ext cx="23" cy="28"/>
            </a:xfrm>
            <a:custGeom>
              <a:avLst/>
              <a:gdLst>
                <a:gd name="T0" fmla="*/ 0 w 11"/>
                <a:gd name="T1" fmla="*/ 152 h 12"/>
                <a:gd name="T2" fmla="*/ 100 w 11"/>
                <a:gd name="T3" fmla="*/ 7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2" y="8"/>
                    <a:pt x="6" y="0"/>
                    <a:pt x="11" y="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0" name="Freeform 401">
              <a:extLst>
                <a:ext uri="{FF2B5EF4-FFF2-40B4-BE49-F238E27FC236}">
                  <a16:creationId xmlns:a16="http://schemas.microsoft.com/office/drawing/2014/main" id="{48B22DF4-9CAD-4D44-ADDD-45638A838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466"/>
              <a:ext cx="34" cy="18"/>
            </a:xfrm>
            <a:custGeom>
              <a:avLst/>
              <a:gdLst>
                <a:gd name="T0" fmla="*/ 0 w 16"/>
                <a:gd name="T1" fmla="*/ 11 h 8"/>
                <a:gd name="T2" fmla="*/ 153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1"/>
                  </a:moveTo>
                  <a:cubicBezTo>
                    <a:pt x="7" y="8"/>
                    <a:pt x="10" y="5"/>
                    <a:pt x="16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1" name="Freeform 402">
              <a:extLst>
                <a:ext uri="{FF2B5EF4-FFF2-40B4-BE49-F238E27FC236}">
                  <a16:creationId xmlns:a16="http://schemas.microsoft.com/office/drawing/2014/main" id="{FC88B209-A489-4E07-81EE-351948460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795"/>
              <a:ext cx="15" cy="18"/>
            </a:xfrm>
            <a:custGeom>
              <a:avLst/>
              <a:gdLst>
                <a:gd name="T0" fmla="*/ 9 w 7"/>
                <a:gd name="T1" fmla="*/ 92 h 8"/>
                <a:gd name="T2" fmla="*/ 69 w 7"/>
                <a:gd name="T3" fmla="*/ 3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8"/>
                  </a:moveTo>
                  <a:cubicBezTo>
                    <a:pt x="0" y="4"/>
                    <a:pt x="5" y="0"/>
                    <a:pt x="7" y="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2" name="Freeform 403">
              <a:extLst>
                <a:ext uri="{FF2B5EF4-FFF2-40B4-BE49-F238E27FC236}">
                  <a16:creationId xmlns:a16="http://schemas.microsoft.com/office/drawing/2014/main" id="{79BC91FB-3BE3-4B55-9B9B-25300135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827"/>
              <a:ext cx="15" cy="82"/>
            </a:xfrm>
            <a:custGeom>
              <a:avLst/>
              <a:gdLst>
                <a:gd name="T0" fmla="*/ 19 w 7"/>
                <a:gd name="T1" fmla="*/ 0 h 36"/>
                <a:gd name="T2" fmla="*/ 0 w 7"/>
                <a:gd name="T3" fmla="*/ 42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6">
                  <a:moveTo>
                    <a:pt x="2" y="0"/>
                  </a:moveTo>
                  <a:cubicBezTo>
                    <a:pt x="7" y="8"/>
                    <a:pt x="3" y="27"/>
                    <a:pt x="0" y="3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3" name="Freeform 404">
              <a:extLst>
                <a:ext uri="{FF2B5EF4-FFF2-40B4-BE49-F238E27FC236}">
                  <a16:creationId xmlns:a16="http://schemas.microsoft.com/office/drawing/2014/main" id="{D9D80EDB-B3E5-4621-85C4-029724766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973"/>
              <a:ext cx="13" cy="5"/>
            </a:xfrm>
            <a:custGeom>
              <a:avLst/>
              <a:gdLst>
                <a:gd name="T0" fmla="*/ 0 w 6"/>
                <a:gd name="T1" fmla="*/ 0 h 2"/>
                <a:gd name="T2" fmla="*/ 6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4" name="Freeform 405">
              <a:extLst>
                <a:ext uri="{FF2B5EF4-FFF2-40B4-BE49-F238E27FC236}">
                  <a16:creationId xmlns:a16="http://schemas.microsoft.com/office/drawing/2014/main" id="{8B5CBDBF-6658-435A-800F-30F1E624C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818"/>
              <a:ext cx="17" cy="55"/>
            </a:xfrm>
            <a:custGeom>
              <a:avLst/>
              <a:gdLst>
                <a:gd name="T0" fmla="*/ 0 w 8"/>
                <a:gd name="T1" fmla="*/ 167 h 24"/>
                <a:gd name="T2" fmla="*/ 77 w 8"/>
                <a:gd name="T3" fmla="*/ 289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14"/>
                  </a:moveTo>
                  <a:cubicBezTo>
                    <a:pt x="6" y="0"/>
                    <a:pt x="7" y="21"/>
                    <a:pt x="8" y="2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5" name="Freeform 406">
              <a:extLst>
                <a:ext uri="{FF2B5EF4-FFF2-40B4-BE49-F238E27FC236}">
                  <a16:creationId xmlns:a16="http://schemas.microsoft.com/office/drawing/2014/main" id="{149D3C4A-896B-4678-B7DF-D037D0B6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3636"/>
              <a:ext cx="20" cy="59"/>
            </a:xfrm>
            <a:custGeom>
              <a:avLst/>
              <a:gdLst>
                <a:gd name="T0" fmla="*/ 98 w 9"/>
                <a:gd name="T1" fmla="*/ 0 h 26"/>
                <a:gd name="T2" fmla="*/ 20 w 9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4" y="5"/>
                    <a:pt x="0" y="20"/>
                    <a:pt x="2" y="2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6" name="Freeform 407">
              <a:extLst>
                <a:ext uri="{FF2B5EF4-FFF2-40B4-BE49-F238E27FC236}">
                  <a16:creationId xmlns:a16="http://schemas.microsoft.com/office/drawing/2014/main" id="{2E9EE43C-9EC2-46F2-B9CA-4E131C9E5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648"/>
              <a:ext cx="13" cy="84"/>
            </a:xfrm>
            <a:custGeom>
              <a:avLst/>
              <a:gdLst>
                <a:gd name="T0" fmla="*/ 9 w 6"/>
                <a:gd name="T1" fmla="*/ 0 h 37"/>
                <a:gd name="T2" fmla="*/ 61 w 6"/>
                <a:gd name="T3" fmla="*/ 434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7">
                  <a:moveTo>
                    <a:pt x="1" y="0"/>
                  </a:moveTo>
                  <a:cubicBezTo>
                    <a:pt x="0" y="13"/>
                    <a:pt x="6" y="25"/>
                    <a:pt x="6" y="3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7" name="Freeform 408">
              <a:extLst>
                <a:ext uri="{FF2B5EF4-FFF2-40B4-BE49-F238E27FC236}">
                  <a16:creationId xmlns:a16="http://schemas.microsoft.com/office/drawing/2014/main" id="{665C7DB5-FA45-44DC-B7ED-A5544F47D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3609"/>
              <a:ext cx="32" cy="89"/>
            </a:xfrm>
            <a:custGeom>
              <a:avLst/>
              <a:gdLst>
                <a:gd name="T0" fmla="*/ 0 w 15"/>
                <a:gd name="T1" fmla="*/ 0 h 39"/>
                <a:gd name="T2" fmla="*/ 128 w 15"/>
                <a:gd name="T3" fmla="*/ 46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5" y="7"/>
                    <a:pt x="15" y="30"/>
                    <a:pt x="13" y="3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8" name="Freeform 409">
              <a:extLst>
                <a:ext uri="{FF2B5EF4-FFF2-40B4-BE49-F238E27FC236}">
                  <a16:creationId xmlns:a16="http://schemas.microsoft.com/office/drawing/2014/main" id="{0291BD81-A66A-42B7-B6C9-FB667A4A7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779"/>
              <a:ext cx="53" cy="64"/>
            </a:xfrm>
            <a:custGeom>
              <a:avLst/>
              <a:gdLst>
                <a:gd name="T0" fmla="*/ 0 w 25"/>
                <a:gd name="T1" fmla="*/ 334 h 28"/>
                <a:gd name="T2" fmla="*/ 237 w 2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8">
                  <a:moveTo>
                    <a:pt x="0" y="28"/>
                  </a:moveTo>
                  <a:cubicBezTo>
                    <a:pt x="12" y="20"/>
                    <a:pt x="19" y="13"/>
                    <a:pt x="25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9" name="Freeform 410">
              <a:extLst>
                <a:ext uri="{FF2B5EF4-FFF2-40B4-BE49-F238E27FC236}">
                  <a16:creationId xmlns:a16="http://schemas.microsoft.com/office/drawing/2014/main" id="{5B3AC2B5-D961-46D0-9E0D-BC6C8D475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233"/>
              <a:ext cx="24" cy="100"/>
            </a:xfrm>
            <a:custGeom>
              <a:avLst/>
              <a:gdLst>
                <a:gd name="T0" fmla="*/ 81 w 11"/>
                <a:gd name="T1" fmla="*/ 0 h 44"/>
                <a:gd name="T2" fmla="*/ 0 w 11"/>
                <a:gd name="T3" fmla="*/ 51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4">
                  <a:moveTo>
                    <a:pt x="8" y="0"/>
                  </a:moveTo>
                  <a:cubicBezTo>
                    <a:pt x="11" y="11"/>
                    <a:pt x="6" y="33"/>
                    <a:pt x="0" y="4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0" name="Freeform 411">
              <a:extLst>
                <a:ext uri="{FF2B5EF4-FFF2-40B4-BE49-F238E27FC236}">
                  <a16:creationId xmlns:a16="http://schemas.microsoft.com/office/drawing/2014/main" id="{429AF388-2484-4B1B-8A11-5484F5E7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562"/>
              <a:ext cx="30" cy="18"/>
            </a:xfrm>
            <a:custGeom>
              <a:avLst/>
              <a:gdLst>
                <a:gd name="T0" fmla="*/ 0 w 14"/>
                <a:gd name="T1" fmla="*/ 25 h 8"/>
                <a:gd name="T2" fmla="*/ 137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2"/>
                  </a:moveTo>
                  <a:cubicBezTo>
                    <a:pt x="4" y="8"/>
                    <a:pt x="12" y="5"/>
                    <a:pt x="14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1" name="Freeform 412">
              <a:extLst>
                <a:ext uri="{FF2B5EF4-FFF2-40B4-BE49-F238E27FC236}">
                  <a16:creationId xmlns:a16="http://schemas.microsoft.com/office/drawing/2014/main" id="{7F5AF2A1-F428-4408-9FCA-C6C866718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991"/>
              <a:ext cx="22" cy="16"/>
            </a:xfrm>
            <a:custGeom>
              <a:avLst/>
              <a:gdLst>
                <a:gd name="T0" fmla="*/ 0 w 10"/>
                <a:gd name="T1" fmla="*/ 0 h 7"/>
                <a:gd name="T2" fmla="*/ 106 w 10"/>
                <a:gd name="T3" fmla="*/ 2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2" y="5"/>
                    <a:pt x="7" y="7"/>
                    <a:pt x="10" y="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2" name="Freeform 413">
              <a:extLst>
                <a:ext uri="{FF2B5EF4-FFF2-40B4-BE49-F238E27FC236}">
                  <a16:creationId xmlns:a16="http://schemas.microsoft.com/office/drawing/2014/main" id="{A3D53545-93CE-4DCB-B153-AD3DF67D8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289"/>
              <a:ext cx="19" cy="14"/>
            </a:xfrm>
            <a:custGeom>
              <a:avLst/>
              <a:gdLst>
                <a:gd name="T0" fmla="*/ 0 w 9"/>
                <a:gd name="T1" fmla="*/ 77 h 6"/>
                <a:gd name="T2" fmla="*/ 84 w 9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1" y="2"/>
                    <a:pt x="6" y="0"/>
                    <a:pt x="9" y="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3" name="Freeform 414">
              <a:extLst>
                <a:ext uri="{FF2B5EF4-FFF2-40B4-BE49-F238E27FC236}">
                  <a16:creationId xmlns:a16="http://schemas.microsoft.com/office/drawing/2014/main" id="{F416E2E3-5F43-4B10-8EE7-669706AE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791"/>
              <a:ext cx="9" cy="98"/>
            </a:xfrm>
            <a:custGeom>
              <a:avLst/>
              <a:gdLst>
                <a:gd name="T0" fmla="*/ 45 w 4"/>
                <a:gd name="T1" fmla="*/ 0 h 43"/>
                <a:gd name="T2" fmla="*/ 0 w 4"/>
                <a:gd name="T3" fmla="*/ 50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4" y="0"/>
                  </a:moveTo>
                  <a:cubicBezTo>
                    <a:pt x="1" y="14"/>
                    <a:pt x="4" y="30"/>
                    <a:pt x="0" y="4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4" name="Freeform 415">
              <a:extLst>
                <a:ext uri="{FF2B5EF4-FFF2-40B4-BE49-F238E27FC236}">
                  <a16:creationId xmlns:a16="http://schemas.microsoft.com/office/drawing/2014/main" id="{21C9AAA1-3FD3-40FD-AAD0-A39D6ED2B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841"/>
              <a:ext cx="20" cy="7"/>
            </a:xfrm>
            <a:custGeom>
              <a:avLst/>
              <a:gdLst>
                <a:gd name="T0" fmla="*/ 0 w 9"/>
                <a:gd name="T1" fmla="*/ 28 h 3"/>
                <a:gd name="T2" fmla="*/ 98 w 9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3" y="0"/>
                    <a:pt x="7" y="0"/>
                    <a:pt x="9" y="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5" name="Freeform 416">
              <a:extLst>
                <a:ext uri="{FF2B5EF4-FFF2-40B4-BE49-F238E27FC236}">
                  <a16:creationId xmlns:a16="http://schemas.microsoft.com/office/drawing/2014/main" id="{85D4A92A-E26F-40B5-B170-3EE78CFF4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136"/>
              <a:ext cx="17" cy="78"/>
            </a:xfrm>
            <a:custGeom>
              <a:avLst/>
              <a:gdLst>
                <a:gd name="T0" fmla="*/ 40 w 8"/>
                <a:gd name="T1" fmla="*/ 0 h 34"/>
                <a:gd name="T2" fmla="*/ 77 w 8"/>
                <a:gd name="T3" fmla="*/ 411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4">
                  <a:moveTo>
                    <a:pt x="4" y="0"/>
                  </a:moveTo>
                  <a:cubicBezTo>
                    <a:pt x="0" y="11"/>
                    <a:pt x="0" y="25"/>
                    <a:pt x="8" y="3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6" name="Freeform 417">
              <a:extLst>
                <a:ext uri="{FF2B5EF4-FFF2-40B4-BE49-F238E27FC236}">
                  <a16:creationId xmlns:a16="http://schemas.microsoft.com/office/drawing/2014/main" id="{55DCDE40-00B5-4ED6-B112-317891A9F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392"/>
              <a:ext cx="28" cy="36"/>
            </a:xfrm>
            <a:custGeom>
              <a:avLst/>
              <a:gdLst>
                <a:gd name="T0" fmla="*/ 0 w 13"/>
                <a:gd name="T1" fmla="*/ 81 h 16"/>
                <a:gd name="T2" fmla="*/ 129 w 13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7"/>
                  </a:moveTo>
                  <a:cubicBezTo>
                    <a:pt x="7" y="0"/>
                    <a:pt x="12" y="11"/>
                    <a:pt x="13" y="1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7" name="Freeform 418">
              <a:extLst>
                <a:ext uri="{FF2B5EF4-FFF2-40B4-BE49-F238E27FC236}">
                  <a16:creationId xmlns:a16="http://schemas.microsoft.com/office/drawing/2014/main" id="{6EE6B547-94A7-4DD5-879D-5467183F5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756"/>
              <a:ext cx="165" cy="1003"/>
            </a:xfrm>
            <a:custGeom>
              <a:avLst/>
              <a:gdLst>
                <a:gd name="T0" fmla="*/ 759 w 77"/>
                <a:gd name="T1" fmla="*/ 631 h 439"/>
                <a:gd name="T2" fmla="*/ 579 w 77"/>
                <a:gd name="T3" fmla="*/ 0 h 439"/>
                <a:gd name="T4" fmla="*/ 611 w 77"/>
                <a:gd name="T5" fmla="*/ 727 h 439"/>
                <a:gd name="T6" fmla="*/ 441 w 77"/>
                <a:gd name="T7" fmla="*/ 1560 h 439"/>
                <a:gd name="T8" fmla="*/ 88 w 77"/>
                <a:gd name="T9" fmla="*/ 3158 h 439"/>
                <a:gd name="T10" fmla="*/ 180 w 77"/>
                <a:gd name="T11" fmla="*/ 3806 h 439"/>
                <a:gd name="T12" fmla="*/ 189 w 77"/>
                <a:gd name="T13" fmla="*/ 4901 h 439"/>
                <a:gd name="T14" fmla="*/ 249 w 77"/>
                <a:gd name="T15" fmla="*/ 5237 h 4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439">
                  <a:moveTo>
                    <a:pt x="77" y="53"/>
                  </a:moveTo>
                  <a:cubicBezTo>
                    <a:pt x="73" y="34"/>
                    <a:pt x="66" y="16"/>
                    <a:pt x="59" y="0"/>
                  </a:cubicBezTo>
                  <a:cubicBezTo>
                    <a:pt x="55" y="21"/>
                    <a:pt x="62" y="40"/>
                    <a:pt x="62" y="61"/>
                  </a:cubicBezTo>
                  <a:cubicBezTo>
                    <a:pt x="61" y="84"/>
                    <a:pt x="53" y="109"/>
                    <a:pt x="45" y="131"/>
                  </a:cubicBezTo>
                  <a:cubicBezTo>
                    <a:pt x="29" y="173"/>
                    <a:pt x="0" y="218"/>
                    <a:pt x="9" y="265"/>
                  </a:cubicBezTo>
                  <a:cubicBezTo>
                    <a:pt x="13" y="284"/>
                    <a:pt x="18" y="299"/>
                    <a:pt x="18" y="319"/>
                  </a:cubicBezTo>
                  <a:cubicBezTo>
                    <a:pt x="19" y="349"/>
                    <a:pt x="13" y="383"/>
                    <a:pt x="19" y="411"/>
                  </a:cubicBezTo>
                  <a:cubicBezTo>
                    <a:pt x="20" y="419"/>
                    <a:pt x="22" y="429"/>
                    <a:pt x="25" y="439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8" name="Freeform 419">
              <a:extLst>
                <a:ext uri="{FF2B5EF4-FFF2-40B4-BE49-F238E27FC236}">
                  <a16:creationId xmlns:a16="http://schemas.microsoft.com/office/drawing/2014/main" id="{2C9A603C-8B6D-44D0-88CD-EDD31E15E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877"/>
              <a:ext cx="79" cy="878"/>
            </a:xfrm>
            <a:custGeom>
              <a:avLst/>
              <a:gdLst>
                <a:gd name="T0" fmla="*/ 128 w 37"/>
                <a:gd name="T1" fmla="*/ 4591 h 384"/>
                <a:gd name="T2" fmla="*/ 88 w 37"/>
                <a:gd name="T3" fmla="*/ 4340 h 384"/>
                <a:gd name="T4" fmla="*/ 282 w 37"/>
                <a:gd name="T5" fmla="*/ 1959 h 384"/>
                <a:gd name="T6" fmla="*/ 196 w 37"/>
                <a:gd name="T7" fmla="*/ 0 h 3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4">
                  <a:moveTo>
                    <a:pt x="13" y="384"/>
                  </a:moveTo>
                  <a:cubicBezTo>
                    <a:pt x="11" y="376"/>
                    <a:pt x="10" y="368"/>
                    <a:pt x="9" y="363"/>
                  </a:cubicBezTo>
                  <a:cubicBezTo>
                    <a:pt x="0" y="297"/>
                    <a:pt x="18" y="228"/>
                    <a:pt x="29" y="164"/>
                  </a:cubicBezTo>
                  <a:cubicBezTo>
                    <a:pt x="37" y="115"/>
                    <a:pt x="34" y="54"/>
                    <a:pt x="20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9" name="Freeform 420">
              <a:extLst>
                <a:ext uri="{FF2B5EF4-FFF2-40B4-BE49-F238E27FC236}">
                  <a16:creationId xmlns:a16="http://schemas.microsoft.com/office/drawing/2014/main" id="{C8064AD6-A79B-4F79-B564-C4405E504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892"/>
              <a:ext cx="251" cy="1369"/>
            </a:xfrm>
            <a:custGeom>
              <a:avLst/>
              <a:gdLst>
                <a:gd name="T0" fmla="*/ 611 w 117"/>
                <a:gd name="T1" fmla="*/ 7151 h 599"/>
                <a:gd name="T2" fmla="*/ 551 w 117"/>
                <a:gd name="T3" fmla="*/ 5705 h 599"/>
                <a:gd name="T4" fmla="*/ 120 w 117"/>
                <a:gd name="T5" fmla="*/ 4002 h 599"/>
                <a:gd name="T6" fmla="*/ 197 w 117"/>
                <a:gd name="T7" fmla="*/ 1662 h 599"/>
                <a:gd name="T8" fmla="*/ 551 w 117"/>
                <a:gd name="T9" fmla="*/ 0 h 599"/>
                <a:gd name="T10" fmla="*/ 880 w 117"/>
                <a:gd name="T11" fmla="*/ 2816 h 599"/>
                <a:gd name="T12" fmla="*/ 1077 w 117"/>
                <a:gd name="T13" fmla="*/ 3332 h 599"/>
                <a:gd name="T14" fmla="*/ 1096 w 117"/>
                <a:gd name="T15" fmla="*/ 4523 h 5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599">
                  <a:moveTo>
                    <a:pt x="62" y="599"/>
                  </a:moveTo>
                  <a:cubicBezTo>
                    <a:pt x="71" y="563"/>
                    <a:pt x="66" y="510"/>
                    <a:pt x="56" y="478"/>
                  </a:cubicBezTo>
                  <a:cubicBezTo>
                    <a:pt x="40" y="428"/>
                    <a:pt x="20" y="388"/>
                    <a:pt x="12" y="335"/>
                  </a:cubicBezTo>
                  <a:cubicBezTo>
                    <a:pt x="2" y="265"/>
                    <a:pt x="0" y="207"/>
                    <a:pt x="20" y="139"/>
                  </a:cubicBezTo>
                  <a:cubicBezTo>
                    <a:pt x="35" y="90"/>
                    <a:pt x="55" y="53"/>
                    <a:pt x="56" y="0"/>
                  </a:cubicBezTo>
                  <a:cubicBezTo>
                    <a:pt x="100" y="73"/>
                    <a:pt x="43" y="165"/>
                    <a:pt x="89" y="236"/>
                  </a:cubicBezTo>
                  <a:cubicBezTo>
                    <a:pt x="101" y="254"/>
                    <a:pt x="107" y="265"/>
                    <a:pt x="109" y="279"/>
                  </a:cubicBezTo>
                  <a:cubicBezTo>
                    <a:pt x="111" y="289"/>
                    <a:pt x="117" y="358"/>
                    <a:pt x="111" y="379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0" name="Freeform 421">
              <a:extLst>
                <a:ext uri="{FF2B5EF4-FFF2-40B4-BE49-F238E27FC236}">
                  <a16:creationId xmlns:a16="http://schemas.microsoft.com/office/drawing/2014/main" id="{67817C64-A788-4BA3-860E-75FA62EC6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3689"/>
              <a:ext cx="8" cy="66"/>
            </a:xfrm>
            <a:custGeom>
              <a:avLst/>
              <a:gdLst>
                <a:gd name="T0" fmla="*/ 0 w 4"/>
                <a:gd name="T1" fmla="*/ 341 h 29"/>
                <a:gd name="T2" fmla="*/ 32 w 4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29"/>
                  </a:moveTo>
                  <a:cubicBezTo>
                    <a:pt x="2" y="20"/>
                    <a:pt x="4" y="11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1" name="Freeform 422">
              <a:extLst>
                <a:ext uri="{FF2B5EF4-FFF2-40B4-BE49-F238E27FC236}">
                  <a16:creationId xmlns:a16="http://schemas.microsoft.com/office/drawing/2014/main" id="{E9291E75-0A3A-41B8-868C-FAE4C9C8A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882"/>
              <a:ext cx="142" cy="873"/>
            </a:xfrm>
            <a:custGeom>
              <a:avLst/>
              <a:gdLst>
                <a:gd name="T0" fmla="*/ 658 w 66"/>
                <a:gd name="T1" fmla="*/ 0 h 382"/>
                <a:gd name="T2" fmla="*/ 417 w 66"/>
                <a:gd name="T3" fmla="*/ 1252 h 382"/>
                <a:gd name="T4" fmla="*/ 19 w 66"/>
                <a:gd name="T5" fmla="*/ 2971 h 382"/>
                <a:gd name="T6" fmla="*/ 60 w 66"/>
                <a:gd name="T7" fmla="*/ 4559 h 3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382">
                  <a:moveTo>
                    <a:pt x="66" y="0"/>
                  </a:moveTo>
                  <a:cubicBezTo>
                    <a:pt x="40" y="18"/>
                    <a:pt x="46" y="76"/>
                    <a:pt x="42" y="105"/>
                  </a:cubicBezTo>
                  <a:cubicBezTo>
                    <a:pt x="35" y="155"/>
                    <a:pt x="3" y="198"/>
                    <a:pt x="2" y="249"/>
                  </a:cubicBezTo>
                  <a:cubicBezTo>
                    <a:pt x="0" y="293"/>
                    <a:pt x="4" y="337"/>
                    <a:pt x="6" y="382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2" name="Freeform 423">
              <a:extLst>
                <a:ext uri="{FF2B5EF4-FFF2-40B4-BE49-F238E27FC236}">
                  <a16:creationId xmlns:a16="http://schemas.microsoft.com/office/drawing/2014/main" id="{A71D2981-D647-48B1-8467-7945CBDAC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224"/>
              <a:ext cx="212" cy="1458"/>
            </a:xfrm>
            <a:custGeom>
              <a:avLst/>
              <a:gdLst>
                <a:gd name="T0" fmla="*/ 972 w 99"/>
                <a:gd name="T1" fmla="*/ 158 h 638"/>
                <a:gd name="T2" fmla="*/ 904 w 99"/>
                <a:gd name="T3" fmla="*/ 0 h 638"/>
                <a:gd name="T4" fmla="*/ 463 w 99"/>
                <a:gd name="T5" fmla="*/ 1515 h 638"/>
                <a:gd name="T6" fmla="*/ 88 w 99"/>
                <a:gd name="T7" fmla="*/ 3698 h 638"/>
                <a:gd name="T8" fmla="*/ 197 w 99"/>
                <a:gd name="T9" fmla="*/ 6250 h 638"/>
                <a:gd name="T10" fmla="*/ 345 w 99"/>
                <a:gd name="T11" fmla="*/ 7521 h 638"/>
                <a:gd name="T12" fmla="*/ 578 w 99"/>
                <a:gd name="T13" fmla="*/ 7317 h 6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638">
                  <a:moveTo>
                    <a:pt x="99" y="13"/>
                  </a:moveTo>
                  <a:cubicBezTo>
                    <a:pt x="98" y="9"/>
                    <a:pt x="95" y="4"/>
                    <a:pt x="92" y="0"/>
                  </a:cubicBezTo>
                  <a:cubicBezTo>
                    <a:pt x="57" y="12"/>
                    <a:pt x="60" y="98"/>
                    <a:pt x="47" y="127"/>
                  </a:cubicBezTo>
                  <a:cubicBezTo>
                    <a:pt x="19" y="189"/>
                    <a:pt x="0" y="240"/>
                    <a:pt x="9" y="310"/>
                  </a:cubicBezTo>
                  <a:cubicBezTo>
                    <a:pt x="19" y="387"/>
                    <a:pt x="19" y="446"/>
                    <a:pt x="20" y="524"/>
                  </a:cubicBezTo>
                  <a:cubicBezTo>
                    <a:pt x="21" y="548"/>
                    <a:pt x="16" y="612"/>
                    <a:pt x="35" y="630"/>
                  </a:cubicBezTo>
                  <a:cubicBezTo>
                    <a:pt x="43" y="638"/>
                    <a:pt x="61" y="631"/>
                    <a:pt x="59" y="613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3" name="Freeform 424">
              <a:extLst>
                <a:ext uri="{FF2B5EF4-FFF2-40B4-BE49-F238E27FC236}">
                  <a16:creationId xmlns:a16="http://schemas.microsoft.com/office/drawing/2014/main" id="{D98492F0-323D-4F70-8019-F3B71702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777"/>
              <a:ext cx="122" cy="1122"/>
            </a:xfrm>
            <a:custGeom>
              <a:avLst/>
              <a:gdLst>
                <a:gd name="T0" fmla="*/ 0 w 57"/>
                <a:gd name="T1" fmla="*/ 0 h 491"/>
                <a:gd name="T2" fmla="*/ 146 w 57"/>
                <a:gd name="T3" fmla="*/ 845 h 491"/>
                <a:gd name="T4" fmla="*/ 370 w 57"/>
                <a:gd name="T5" fmla="*/ 1728 h 491"/>
                <a:gd name="T6" fmla="*/ 509 w 57"/>
                <a:gd name="T7" fmla="*/ 2758 h 491"/>
                <a:gd name="T8" fmla="*/ 471 w 57"/>
                <a:gd name="T9" fmla="*/ 4799 h 491"/>
                <a:gd name="T10" fmla="*/ 490 w 57"/>
                <a:gd name="T11" fmla="*/ 5859 h 4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91">
                  <a:moveTo>
                    <a:pt x="0" y="0"/>
                  </a:moveTo>
                  <a:cubicBezTo>
                    <a:pt x="3" y="23"/>
                    <a:pt x="11" y="49"/>
                    <a:pt x="15" y="71"/>
                  </a:cubicBezTo>
                  <a:cubicBezTo>
                    <a:pt x="19" y="98"/>
                    <a:pt x="30" y="119"/>
                    <a:pt x="38" y="145"/>
                  </a:cubicBezTo>
                  <a:cubicBezTo>
                    <a:pt x="48" y="173"/>
                    <a:pt x="49" y="202"/>
                    <a:pt x="52" y="231"/>
                  </a:cubicBezTo>
                  <a:cubicBezTo>
                    <a:pt x="57" y="289"/>
                    <a:pt x="48" y="343"/>
                    <a:pt x="48" y="402"/>
                  </a:cubicBezTo>
                  <a:cubicBezTo>
                    <a:pt x="47" y="428"/>
                    <a:pt x="51" y="455"/>
                    <a:pt x="50" y="491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4" name="Freeform 425">
              <a:extLst>
                <a:ext uri="{FF2B5EF4-FFF2-40B4-BE49-F238E27FC236}">
                  <a16:creationId xmlns:a16="http://schemas.microsoft.com/office/drawing/2014/main" id="{0400A876-E8B8-47B4-84C4-1409F8D53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782"/>
              <a:ext cx="133" cy="1442"/>
            </a:xfrm>
            <a:custGeom>
              <a:avLst/>
              <a:gdLst>
                <a:gd name="T0" fmla="*/ 594 w 62"/>
                <a:gd name="T1" fmla="*/ 7530 h 631"/>
                <a:gd name="T2" fmla="*/ 455 w 62"/>
                <a:gd name="T3" fmla="*/ 6193 h 631"/>
                <a:gd name="T4" fmla="*/ 165 w 62"/>
                <a:gd name="T5" fmla="*/ 3928 h 631"/>
                <a:gd name="T6" fmla="*/ 197 w 62"/>
                <a:gd name="T7" fmla="*/ 1394 h 631"/>
                <a:gd name="T8" fmla="*/ 515 w 6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1">
                  <a:moveTo>
                    <a:pt x="60" y="631"/>
                  </a:moveTo>
                  <a:cubicBezTo>
                    <a:pt x="62" y="594"/>
                    <a:pt x="44" y="558"/>
                    <a:pt x="46" y="519"/>
                  </a:cubicBezTo>
                  <a:cubicBezTo>
                    <a:pt x="49" y="455"/>
                    <a:pt x="29" y="391"/>
                    <a:pt x="17" y="329"/>
                  </a:cubicBezTo>
                  <a:cubicBezTo>
                    <a:pt x="4" y="262"/>
                    <a:pt x="0" y="184"/>
                    <a:pt x="20" y="117"/>
                  </a:cubicBezTo>
                  <a:cubicBezTo>
                    <a:pt x="31" y="78"/>
                    <a:pt x="43" y="39"/>
                    <a:pt x="52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5" name="Freeform 426">
              <a:extLst>
                <a:ext uri="{FF2B5EF4-FFF2-40B4-BE49-F238E27FC236}">
                  <a16:creationId xmlns:a16="http://schemas.microsoft.com/office/drawing/2014/main" id="{1493BF61-4EB5-438E-BAD3-D99D50EEA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125"/>
              <a:ext cx="238" cy="1410"/>
            </a:xfrm>
            <a:custGeom>
              <a:avLst/>
              <a:gdLst>
                <a:gd name="T0" fmla="*/ 562 w 111"/>
                <a:gd name="T1" fmla="*/ 7363 h 617"/>
                <a:gd name="T2" fmla="*/ 800 w 111"/>
                <a:gd name="T3" fmla="*/ 6168 h 617"/>
                <a:gd name="T4" fmla="*/ 1008 w 111"/>
                <a:gd name="T5" fmla="*/ 4774 h 617"/>
                <a:gd name="T6" fmla="*/ 905 w 111"/>
                <a:gd name="T7" fmla="*/ 3380 h 617"/>
                <a:gd name="T8" fmla="*/ 652 w 111"/>
                <a:gd name="T9" fmla="*/ 1431 h 617"/>
                <a:gd name="T10" fmla="*/ 326 w 111"/>
                <a:gd name="T11" fmla="*/ 574 h 617"/>
                <a:gd name="T12" fmla="*/ 0 w 111"/>
                <a:gd name="T13" fmla="*/ 288 h 6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617">
                  <a:moveTo>
                    <a:pt x="57" y="617"/>
                  </a:moveTo>
                  <a:cubicBezTo>
                    <a:pt x="61" y="584"/>
                    <a:pt x="75" y="549"/>
                    <a:pt x="81" y="517"/>
                  </a:cubicBezTo>
                  <a:cubicBezTo>
                    <a:pt x="90" y="478"/>
                    <a:pt x="95" y="439"/>
                    <a:pt x="102" y="400"/>
                  </a:cubicBezTo>
                  <a:cubicBezTo>
                    <a:pt x="111" y="353"/>
                    <a:pt x="105" y="327"/>
                    <a:pt x="92" y="283"/>
                  </a:cubicBezTo>
                  <a:cubicBezTo>
                    <a:pt x="76" y="231"/>
                    <a:pt x="76" y="174"/>
                    <a:pt x="66" y="120"/>
                  </a:cubicBezTo>
                  <a:cubicBezTo>
                    <a:pt x="60" y="91"/>
                    <a:pt x="50" y="71"/>
                    <a:pt x="33" y="48"/>
                  </a:cubicBezTo>
                  <a:cubicBezTo>
                    <a:pt x="29" y="42"/>
                    <a:pt x="2" y="0"/>
                    <a:pt x="0" y="24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6" name="Freeform 427">
              <a:extLst>
                <a:ext uri="{FF2B5EF4-FFF2-40B4-BE49-F238E27FC236}">
                  <a16:creationId xmlns:a16="http://schemas.microsoft.com/office/drawing/2014/main" id="{79BD77D4-4A17-494B-A9F7-8DE6D20CD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47"/>
              <a:ext cx="261" cy="1376"/>
            </a:xfrm>
            <a:custGeom>
              <a:avLst/>
              <a:gdLst>
                <a:gd name="T0" fmla="*/ 41 w 122"/>
                <a:gd name="T1" fmla="*/ 7189 h 602"/>
                <a:gd name="T2" fmla="*/ 293 w 122"/>
                <a:gd name="T3" fmla="*/ 5925 h 602"/>
                <a:gd name="T4" fmla="*/ 792 w 122"/>
                <a:gd name="T5" fmla="*/ 4791 h 602"/>
                <a:gd name="T6" fmla="*/ 1153 w 122"/>
                <a:gd name="T7" fmla="*/ 3307 h 602"/>
                <a:gd name="T8" fmla="*/ 1085 w 122"/>
                <a:gd name="T9" fmla="*/ 1959 h 602"/>
                <a:gd name="T10" fmla="*/ 618 w 122"/>
                <a:gd name="T11" fmla="*/ 1029 h 602"/>
                <a:gd name="T12" fmla="*/ 274 w 122"/>
                <a:gd name="T13" fmla="*/ 240 h 602"/>
                <a:gd name="T14" fmla="*/ 9 w 122"/>
                <a:gd name="T15" fmla="*/ 297 h 6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602">
                  <a:moveTo>
                    <a:pt x="4" y="602"/>
                  </a:moveTo>
                  <a:cubicBezTo>
                    <a:pt x="10" y="537"/>
                    <a:pt x="21" y="517"/>
                    <a:pt x="30" y="496"/>
                  </a:cubicBezTo>
                  <a:cubicBezTo>
                    <a:pt x="45" y="463"/>
                    <a:pt x="67" y="434"/>
                    <a:pt x="81" y="401"/>
                  </a:cubicBezTo>
                  <a:cubicBezTo>
                    <a:pt x="99" y="358"/>
                    <a:pt x="114" y="325"/>
                    <a:pt x="118" y="277"/>
                  </a:cubicBezTo>
                  <a:cubicBezTo>
                    <a:pt x="122" y="242"/>
                    <a:pt x="121" y="199"/>
                    <a:pt x="111" y="164"/>
                  </a:cubicBezTo>
                  <a:cubicBezTo>
                    <a:pt x="102" y="133"/>
                    <a:pt x="77" y="114"/>
                    <a:pt x="63" y="86"/>
                  </a:cubicBezTo>
                  <a:cubicBezTo>
                    <a:pt x="52" y="63"/>
                    <a:pt x="49" y="38"/>
                    <a:pt x="28" y="20"/>
                  </a:cubicBezTo>
                  <a:cubicBezTo>
                    <a:pt x="20" y="13"/>
                    <a:pt x="0" y="0"/>
                    <a:pt x="1" y="25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7" name="Freeform 428">
              <a:extLst>
                <a:ext uri="{FF2B5EF4-FFF2-40B4-BE49-F238E27FC236}">
                  <a16:creationId xmlns:a16="http://schemas.microsoft.com/office/drawing/2014/main" id="{ABD4E34B-7535-4A98-B525-B7F05DB23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777"/>
              <a:ext cx="125" cy="389"/>
            </a:xfrm>
            <a:custGeom>
              <a:avLst/>
              <a:gdLst>
                <a:gd name="T0" fmla="*/ 0 w 58"/>
                <a:gd name="T1" fmla="*/ 2027 h 170"/>
                <a:gd name="T2" fmla="*/ 330 w 58"/>
                <a:gd name="T3" fmla="*/ 968 h 170"/>
                <a:gd name="T4" fmla="*/ 580 w 58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70">
                  <a:moveTo>
                    <a:pt x="0" y="169"/>
                  </a:moveTo>
                  <a:cubicBezTo>
                    <a:pt x="34" y="170"/>
                    <a:pt x="28" y="102"/>
                    <a:pt x="33" y="81"/>
                  </a:cubicBezTo>
                  <a:cubicBezTo>
                    <a:pt x="39" y="56"/>
                    <a:pt x="49" y="28"/>
                    <a:pt x="58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8" name="Freeform 429">
              <a:extLst>
                <a:ext uri="{FF2B5EF4-FFF2-40B4-BE49-F238E27FC236}">
                  <a16:creationId xmlns:a16="http://schemas.microsoft.com/office/drawing/2014/main" id="{8D409339-2419-40BD-BEAB-0E1872A08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779"/>
              <a:ext cx="118" cy="928"/>
            </a:xfrm>
            <a:custGeom>
              <a:avLst/>
              <a:gdLst>
                <a:gd name="T0" fmla="*/ 405 w 55"/>
                <a:gd name="T1" fmla="*/ 4848 h 406"/>
                <a:gd name="T2" fmla="*/ 249 w 55"/>
                <a:gd name="T3" fmla="*/ 3641 h 406"/>
                <a:gd name="T4" fmla="*/ 294 w 55"/>
                <a:gd name="T5" fmla="*/ 1698 h 406"/>
                <a:gd name="T6" fmla="*/ 9 w 55"/>
                <a:gd name="T7" fmla="*/ 240 h 406"/>
                <a:gd name="T8" fmla="*/ 0 w 55"/>
                <a:gd name="T9" fmla="*/ 0 h 4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06">
                  <a:moveTo>
                    <a:pt x="41" y="406"/>
                  </a:moveTo>
                  <a:cubicBezTo>
                    <a:pt x="55" y="396"/>
                    <a:pt x="34" y="328"/>
                    <a:pt x="25" y="305"/>
                  </a:cubicBezTo>
                  <a:cubicBezTo>
                    <a:pt x="4" y="251"/>
                    <a:pt x="28" y="199"/>
                    <a:pt x="30" y="142"/>
                  </a:cubicBezTo>
                  <a:cubicBezTo>
                    <a:pt x="31" y="98"/>
                    <a:pt x="8" y="62"/>
                    <a:pt x="1" y="20"/>
                  </a:cubicBezTo>
                  <a:cubicBezTo>
                    <a:pt x="1" y="17"/>
                    <a:pt x="1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9" name="Freeform 430">
              <a:extLst>
                <a:ext uri="{FF2B5EF4-FFF2-40B4-BE49-F238E27FC236}">
                  <a16:creationId xmlns:a16="http://schemas.microsoft.com/office/drawing/2014/main" id="{C8A60CEC-DDC1-4216-8236-BF7D55043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300"/>
              <a:ext cx="148" cy="1730"/>
            </a:xfrm>
            <a:custGeom>
              <a:avLst/>
              <a:gdLst>
                <a:gd name="T0" fmla="*/ 455 w 69"/>
                <a:gd name="T1" fmla="*/ 9036 h 757"/>
                <a:gd name="T2" fmla="*/ 97 w 69"/>
                <a:gd name="T3" fmla="*/ 6936 h 757"/>
                <a:gd name="T4" fmla="*/ 165 w 69"/>
                <a:gd name="T5" fmla="*/ 3833 h 757"/>
                <a:gd name="T6" fmla="*/ 97 w 69"/>
                <a:gd name="T7" fmla="*/ 2032 h 757"/>
                <a:gd name="T8" fmla="*/ 433 w 69"/>
                <a:gd name="T9" fmla="*/ 658 h 757"/>
                <a:gd name="T10" fmla="*/ 680 w 69"/>
                <a:gd name="T11" fmla="*/ 37 h 7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757">
                  <a:moveTo>
                    <a:pt x="46" y="757"/>
                  </a:moveTo>
                  <a:cubicBezTo>
                    <a:pt x="23" y="708"/>
                    <a:pt x="16" y="635"/>
                    <a:pt x="10" y="581"/>
                  </a:cubicBezTo>
                  <a:cubicBezTo>
                    <a:pt x="0" y="495"/>
                    <a:pt x="26" y="409"/>
                    <a:pt x="17" y="321"/>
                  </a:cubicBezTo>
                  <a:cubicBezTo>
                    <a:pt x="12" y="272"/>
                    <a:pt x="4" y="219"/>
                    <a:pt x="10" y="170"/>
                  </a:cubicBezTo>
                  <a:cubicBezTo>
                    <a:pt x="15" y="130"/>
                    <a:pt x="34" y="94"/>
                    <a:pt x="44" y="55"/>
                  </a:cubicBezTo>
                  <a:cubicBezTo>
                    <a:pt x="47" y="42"/>
                    <a:pt x="55" y="0"/>
                    <a:pt x="69" y="3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0" name="Freeform 431">
              <a:extLst>
                <a:ext uri="{FF2B5EF4-FFF2-40B4-BE49-F238E27FC236}">
                  <a16:creationId xmlns:a16="http://schemas.microsoft.com/office/drawing/2014/main" id="{49ACA5BD-ADBF-4721-9446-67FAFFD0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659"/>
              <a:ext cx="58" cy="94"/>
            </a:xfrm>
            <a:custGeom>
              <a:avLst/>
              <a:gdLst>
                <a:gd name="T0" fmla="*/ 269 w 27"/>
                <a:gd name="T1" fmla="*/ 0 h 41"/>
                <a:gd name="T2" fmla="*/ 0 w 27"/>
                <a:gd name="T3" fmla="*/ 495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1">
                  <a:moveTo>
                    <a:pt x="27" y="0"/>
                  </a:moveTo>
                  <a:cubicBezTo>
                    <a:pt x="20" y="14"/>
                    <a:pt x="10" y="27"/>
                    <a:pt x="0" y="41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1" name="Freeform 432">
              <a:extLst>
                <a:ext uri="{FF2B5EF4-FFF2-40B4-BE49-F238E27FC236}">
                  <a16:creationId xmlns:a16="http://schemas.microsoft.com/office/drawing/2014/main" id="{D7CAF9ED-C4DC-424B-9777-9A1DD6AAD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599"/>
              <a:ext cx="87" cy="1156"/>
            </a:xfrm>
            <a:custGeom>
              <a:avLst/>
              <a:gdLst>
                <a:gd name="T0" fmla="*/ 393 w 41"/>
                <a:gd name="T1" fmla="*/ 6034 h 506"/>
                <a:gd name="T2" fmla="*/ 356 w 41"/>
                <a:gd name="T3" fmla="*/ 5810 h 506"/>
                <a:gd name="T4" fmla="*/ 8 w 41"/>
                <a:gd name="T5" fmla="*/ 2933 h 506"/>
                <a:gd name="T6" fmla="*/ 172 w 41"/>
                <a:gd name="T7" fmla="*/ 992 h 506"/>
                <a:gd name="T8" fmla="*/ 365 w 41"/>
                <a:gd name="T9" fmla="*/ 0 h 5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06">
                  <a:moveTo>
                    <a:pt x="41" y="506"/>
                  </a:moveTo>
                  <a:cubicBezTo>
                    <a:pt x="40" y="499"/>
                    <a:pt x="39" y="493"/>
                    <a:pt x="37" y="487"/>
                  </a:cubicBezTo>
                  <a:cubicBezTo>
                    <a:pt x="18" y="405"/>
                    <a:pt x="0" y="330"/>
                    <a:pt x="1" y="246"/>
                  </a:cubicBezTo>
                  <a:cubicBezTo>
                    <a:pt x="2" y="191"/>
                    <a:pt x="18" y="138"/>
                    <a:pt x="18" y="83"/>
                  </a:cubicBezTo>
                  <a:cubicBezTo>
                    <a:pt x="18" y="55"/>
                    <a:pt x="18" y="22"/>
                    <a:pt x="38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2" name="Freeform 433">
              <a:extLst>
                <a:ext uri="{FF2B5EF4-FFF2-40B4-BE49-F238E27FC236}">
                  <a16:creationId xmlns:a16="http://schemas.microsoft.com/office/drawing/2014/main" id="{79BA9674-3B5E-4CD6-B2C3-7D3541CAD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832"/>
              <a:ext cx="261" cy="925"/>
            </a:xfrm>
            <a:custGeom>
              <a:avLst/>
              <a:gdLst>
                <a:gd name="T0" fmla="*/ 1185 w 122"/>
                <a:gd name="T1" fmla="*/ 4826 h 405"/>
                <a:gd name="T2" fmla="*/ 774 w 122"/>
                <a:gd name="T3" fmla="*/ 2670 h 405"/>
                <a:gd name="T4" fmla="*/ 599 w 122"/>
                <a:gd name="T5" fmla="*/ 658 h 405"/>
                <a:gd name="T6" fmla="*/ 471 w 122"/>
                <a:gd name="T7" fmla="*/ 37 h 405"/>
                <a:gd name="T8" fmla="*/ 109 w 122"/>
                <a:gd name="T9" fmla="*/ 1955 h 405"/>
                <a:gd name="T10" fmla="*/ 60 w 122"/>
                <a:gd name="T11" fmla="*/ 4586 h 405"/>
                <a:gd name="T12" fmla="*/ 41 w 122"/>
                <a:gd name="T13" fmla="*/ 4815 h 4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405">
                  <a:moveTo>
                    <a:pt x="121" y="405"/>
                  </a:moveTo>
                  <a:cubicBezTo>
                    <a:pt x="122" y="341"/>
                    <a:pt x="96" y="285"/>
                    <a:pt x="79" y="224"/>
                  </a:cubicBezTo>
                  <a:cubicBezTo>
                    <a:pt x="64" y="168"/>
                    <a:pt x="61" y="113"/>
                    <a:pt x="61" y="55"/>
                  </a:cubicBezTo>
                  <a:cubicBezTo>
                    <a:pt x="61" y="45"/>
                    <a:pt x="68" y="0"/>
                    <a:pt x="48" y="3"/>
                  </a:cubicBezTo>
                  <a:cubicBezTo>
                    <a:pt x="30" y="5"/>
                    <a:pt x="13" y="148"/>
                    <a:pt x="11" y="164"/>
                  </a:cubicBezTo>
                  <a:cubicBezTo>
                    <a:pt x="0" y="237"/>
                    <a:pt x="13" y="312"/>
                    <a:pt x="6" y="385"/>
                  </a:cubicBezTo>
                  <a:cubicBezTo>
                    <a:pt x="5" y="391"/>
                    <a:pt x="4" y="397"/>
                    <a:pt x="4" y="404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3" name="Freeform 434">
              <a:extLst>
                <a:ext uri="{FF2B5EF4-FFF2-40B4-BE49-F238E27FC236}">
                  <a16:creationId xmlns:a16="http://schemas.microsoft.com/office/drawing/2014/main" id="{F76B3560-9393-4478-BB5A-EDCA18787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048"/>
              <a:ext cx="257" cy="1609"/>
            </a:xfrm>
            <a:custGeom>
              <a:avLst/>
              <a:gdLst>
                <a:gd name="T0" fmla="*/ 542 w 120"/>
                <a:gd name="T1" fmla="*/ 8264 h 704"/>
                <a:gd name="T2" fmla="*/ 610 w 120"/>
                <a:gd name="T3" fmla="*/ 8358 h 704"/>
                <a:gd name="T4" fmla="*/ 628 w 120"/>
                <a:gd name="T5" fmla="*/ 7151 h 704"/>
                <a:gd name="T6" fmla="*/ 895 w 120"/>
                <a:gd name="T7" fmla="*/ 4608 h 704"/>
                <a:gd name="T8" fmla="*/ 981 w 120"/>
                <a:gd name="T9" fmla="*/ 1698 h 704"/>
                <a:gd name="T10" fmla="*/ 523 w 120"/>
                <a:gd name="T11" fmla="*/ 0 h 704"/>
                <a:gd name="T12" fmla="*/ 353 w 120"/>
                <a:gd name="T13" fmla="*/ 2434 h 704"/>
                <a:gd name="T14" fmla="*/ 0 w 120"/>
                <a:gd name="T15" fmla="*/ 4320 h 7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704">
                  <a:moveTo>
                    <a:pt x="55" y="692"/>
                  </a:moveTo>
                  <a:cubicBezTo>
                    <a:pt x="56" y="696"/>
                    <a:pt x="57" y="704"/>
                    <a:pt x="62" y="700"/>
                  </a:cubicBezTo>
                  <a:cubicBezTo>
                    <a:pt x="80" y="678"/>
                    <a:pt x="64" y="626"/>
                    <a:pt x="64" y="599"/>
                  </a:cubicBezTo>
                  <a:cubicBezTo>
                    <a:pt x="64" y="525"/>
                    <a:pt x="71" y="456"/>
                    <a:pt x="91" y="386"/>
                  </a:cubicBezTo>
                  <a:cubicBezTo>
                    <a:pt x="114" y="305"/>
                    <a:pt x="120" y="224"/>
                    <a:pt x="100" y="142"/>
                  </a:cubicBezTo>
                  <a:cubicBezTo>
                    <a:pt x="90" y="98"/>
                    <a:pt x="64" y="49"/>
                    <a:pt x="53" y="0"/>
                  </a:cubicBezTo>
                  <a:cubicBezTo>
                    <a:pt x="52" y="76"/>
                    <a:pt x="44" y="158"/>
                    <a:pt x="36" y="204"/>
                  </a:cubicBezTo>
                  <a:cubicBezTo>
                    <a:pt x="26" y="257"/>
                    <a:pt x="5" y="308"/>
                    <a:pt x="0" y="362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4" name="Freeform 435">
              <a:extLst>
                <a:ext uri="{FF2B5EF4-FFF2-40B4-BE49-F238E27FC236}">
                  <a16:creationId xmlns:a16="http://schemas.microsoft.com/office/drawing/2014/main" id="{ADCF8DBD-74E7-4B84-9987-721737E36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3382"/>
              <a:ext cx="63" cy="371"/>
            </a:xfrm>
            <a:custGeom>
              <a:avLst/>
              <a:gdLst>
                <a:gd name="T0" fmla="*/ 298 w 29"/>
                <a:gd name="T1" fmla="*/ 0 h 162"/>
                <a:gd name="T2" fmla="*/ 113 w 29"/>
                <a:gd name="T3" fmla="*/ 866 h 162"/>
                <a:gd name="T4" fmla="*/ 0 w 29"/>
                <a:gd name="T5" fmla="*/ 1947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62">
                  <a:moveTo>
                    <a:pt x="29" y="0"/>
                  </a:moveTo>
                  <a:cubicBezTo>
                    <a:pt x="10" y="9"/>
                    <a:pt x="12" y="54"/>
                    <a:pt x="11" y="72"/>
                  </a:cubicBezTo>
                  <a:cubicBezTo>
                    <a:pt x="9" y="104"/>
                    <a:pt x="7" y="133"/>
                    <a:pt x="0" y="162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5" name="Freeform 436">
              <a:extLst>
                <a:ext uri="{FF2B5EF4-FFF2-40B4-BE49-F238E27FC236}">
                  <a16:creationId xmlns:a16="http://schemas.microsoft.com/office/drawing/2014/main" id="{76521F14-6870-4E0D-912A-AF36CF49C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3620"/>
              <a:ext cx="57" cy="135"/>
            </a:xfrm>
            <a:custGeom>
              <a:avLst/>
              <a:gdLst>
                <a:gd name="T0" fmla="*/ 253 w 27"/>
                <a:gd name="T1" fmla="*/ 707 h 59"/>
                <a:gd name="T2" fmla="*/ 236 w 27"/>
                <a:gd name="T3" fmla="*/ 597 h 59"/>
                <a:gd name="T4" fmla="*/ 0 w 27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9">
                  <a:moveTo>
                    <a:pt x="27" y="59"/>
                  </a:moveTo>
                  <a:cubicBezTo>
                    <a:pt x="26" y="56"/>
                    <a:pt x="25" y="53"/>
                    <a:pt x="25" y="50"/>
                  </a:cubicBezTo>
                  <a:cubicBezTo>
                    <a:pt x="21" y="35"/>
                    <a:pt x="11" y="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6" name="Freeform 437">
              <a:extLst>
                <a:ext uri="{FF2B5EF4-FFF2-40B4-BE49-F238E27FC236}">
                  <a16:creationId xmlns:a16="http://schemas.microsoft.com/office/drawing/2014/main" id="{A018D1F3-82C6-4FFE-A521-82F65DC66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731"/>
              <a:ext cx="223" cy="1026"/>
            </a:xfrm>
            <a:custGeom>
              <a:avLst/>
              <a:gdLst>
                <a:gd name="T0" fmla="*/ 96 w 104"/>
                <a:gd name="T1" fmla="*/ 5356 h 449"/>
                <a:gd name="T2" fmla="*/ 60 w 104"/>
                <a:gd name="T3" fmla="*/ 4355 h 449"/>
                <a:gd name="T4" fmla="*/ 277 w 104"/>
                <a:gd name="T5" fmla="*/ 2360 h 449"/>
                <a:gd name="T6" fmla="*/ 1025 w 104"/>
                <a:gd name="T7" fmla="*/ 0 h 4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449">
                  <a:moveTo>
                    <a:pt x="10" y="449"/>
                  </a:moveTo>
                  <a:cubicBezTo>
                    <a:pt x="8" y="419"/>
                    <a:pt x="9" y="389"/>
                    <a:pt x="6" y="365"/>
                  </a:cubicBezTo>
                  <a:cubicBezTo>
                    <a:pt x="0" y="308"/>
                    <a:pt x="3" y="251"/>
                    <a:pt x="28" y="198"/>
                  </a:cubicBezTo>
                  <a:cubicBezTo>
                    <a:pt x="48" y="156"/>
                    <a:pt x="97" y="76"/>
                    <a:pt x="104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7" name="Freeform 438">
              <a:extLst>
                <a:ext uri="{FF2B5EF4-FFF2-40B4-BE49-F238E27FC236}">
                  <a16:creationId xmlns:a16="http://schemas.microsoft.com/office/drawing/2014/main" id="{ACD29858-8E72-4F94-90F3-3DB4A9471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986"/>
              <a:ext cx="266" cy="649"/>
            </a:xfrm>
            <a:custGeom>
              <a:avLst/>
              <a:gdLst>
                <a:gd name="T0" fmla="*/ 19 w 124"/>
                <a:gd name="T1" fmla="*/ 3389 h 284"/>
                <a:gd name="T2" fmla="*/ 723 w 124"/>
                <a:gd name="T3" fmla="*/ 955 h 284"/>
                <a:gd name="T4" fmla="*/ 1225 w 124"/>
                <a:gd name="T5" fmla="*/ 25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284">
                  <a:moveTo>
                    <a:pt x="2" y="284"/>
                  </a:moveTo>
                  <a:cubicBezTo>
                    <a:pt x="0" y="204"/>
                    <a:pt x="34" y="147"/>
                    <a:pt x="73" y="80"/>
                  </a:cubicBezTo>
                  <a:cubicBezTo>
                    <a:pt x="81" y="67"/>
                    <a:pt x="104" y="0"/>
                    <a:pt x="124" y="2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8" name="Freeform 439">
              <a:extLst>
                <a:ext uri="{FF2B5EF4-FFF2-40B4-BE49-F238E27FC236}">
                  <a16:creationId xmlns:a16="http://schemas.microsoft.com/office/drawing/2014/main" id="{97701AFC-4E7F-4D3D-8BE5-9E9062105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441"/>
              <a:ext cx="32" cy="212"/>
            </a:xfrm>
            <a:custGeom>
              <a:avLst/>
              <a:gdLst>
                <a:gd name="T0" fmla="*/ 0 w 15"/>
                <a:gd name="T1" fmla="*/ 1101 h 93"/>
                <a:gd name="T2" fmla="*/ 145 w 15"/>
                <a:gd name="T3" fmla="*/ 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3">
                  <a:moveTo>
                    <a:pt x="0" y="93"/>
                  </a:moveTo>
                  <a:cubicBezTo>
                    <a:pt x="9" y="70"/>
                    <a:pt x="10" y="27"/>
                    <a:pt x="15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9" name="Freeform 440">
              <a:extLst>
                <a:ext uri="{FF2B5EF4-FFF2-40B4-BE49-F238E27FC236}">
                  <a16:creationId xmlns:a16="http://schemas.microsoft.com/office/drawing/2014/main" id="{2B03A7EF-1746-4051-A024-AB025AC74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775"/>
              <a:ext cx="120" cy="1248"/>
            </a:xfrm>
            <a:custGeom>
              <a:avLst/>
              <a:gdLst>
                <a:gd name="T0" fmla="*/ 510 w 56"/>
                <a:gd name="T1" fmla="*/ 6521 h 546"/>
                <a:gd name="T2" fmla="*/ 109 w 56"/>
                <a:gd name="T3" fmla="*/ 3344 h 546"/>
                <a:gd name="T4" fmla="*/ 109 w 56"/>
                <a:gd name="T5" fmla="*/ 1682 h 546"/>
                <a:gd name="T6" fmla="*/ 19 w 56"/>
                <a:gd name="T7" fmla="*/ 0 h 5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46">
                  <a:moveTo>
                    <a:pt x="52" y="546"/>
                  </a:moveTo>
                  <a:cubicBezTo>
                    <a:pt x="56" y="458"/>
                    <a:pt x="10" y="370"/>
                    <a:pt x="11" y="280"/>
                  </a:cubicBezTo>
                  <a:cubicBezTo>
                    <a:pt x="12" y="234"/>
                    <a:pt x="17" y="187"/>
                    <a:pt x="11" y="141"/>
                  </a:cubicBezTo>
                  <a:cubicBezTo>
                    <a:pt x="6" y="94"/>
                    <a:pt x="0" y="48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0" name="Freeform 441">
              <a:extLst>
                <a:ext uri="{FF2B5EF4-FFF2-40B4-BE49-F238E27FC236}">
                  <a16:creationId xmlns:a16="http://schemas.microsoft.com/office/drawing/2014/main" id="{A2781390-09F0-4DA4-920F-FE04F0F63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777"/>
              <a:ext cx="109" cy="546"/>
            </a:xfrm>
            <a:custGeom>
              <a:avLst/>
              <a:gdLst>
                <a:gd name="T0" fmla="*/ 410 w 51"/>
                <a:gd name="T1" fmla="*/ 2849 h 239"/>
                <a:gd name="T2" fmla="*/ 333 w 51"/>
                <a:gd name="T3" fmla="*/ 1560 h 239"/>
                <a:gd name="T4" fmla="*/ 0 w 51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39">
                  <a:moveTo>
                    <a:pt x="42" y="239"/>
                  </a:moveTo>
                  <a:cubicBezTo>
                    <a:pt x="51" y="204"/>
                    <a:pt x="42" y="164"/>
                    <a:pt x="34" y="131"/>
                  </a:cubicBezTo>
                  <a:cubicBezTo>
                    <a:pt x="25" y="87"/>
                    <a:pt x="8" y="44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1" name="Freeform 442">
              <a:extLst>
                <a:ext uri="{FF2B5EF4-FFF2-40B4-BE49-F238E27FC236}">
                  <a16:creationId xmlns:a16="http://schemas.microsoft.com/office/drawing/2014/main" id="{1AB77CDB-54B5-439E-A432-9DA5FB5D4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784"/>
              <a:ext cx="236" cy="1266"/>
            </a:xfrm>
            <a:custGeom>
              <a:avLst/>
              <a:gdLst>
                <a:gd name="T0" fmla="*/ 1086 w 110"/>
                <a:gd name="T1" fmla="*/ 121 h 554"/>
                <a:gd name="T2" fmla="*/ 811 w 110"/>
                <a:gd name="T3" fmla="*/ 1958 h 554"/>
                <a:gd name="T4" fmla="*/ 405 w 110"/>
                <a:gd name="T5" fmla="*/ 4298 h 554"/>
                <a:gd name="T6" fmla="*/ 0 w 110"/>
                <a:gd name="T7" fmla="*/ 6611 h 5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554">
                  <a:moveTo>
                    <a:pt x="110" y="10"/>
                  </a:moveTo>
                  <a:cubicBezTo>
                    <a:pt x="100" y="0"/>
                    <a:pt x="83" y="151"/>
                    <a:pt x="82" y="164"/>
                  </a:cubicBezTo>
                  <a:cubicBezTo>
                    <a:pt x="79" y="233"/>
                    <a:pt x="68" y="295"/>
                    <a:pt x="41" y="360"/>
                  </a:cubicBezTo>
                  <a:cubicBezTo>
                    <a:pt x="14" y="425"/>
                    <a:pt x="0" y="484"/>
                    <a:pt x="0" y="554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2" name="Freeform 443">
              <a:extLst>
                <a:ext uri="{FF2B5EF4-FFF2-40B4-BE49-F238E27FC236}">
                  <a16:creationId xmlns:a16="http://schemas.microsoft.com/office/drawing/2014/main" id="{E9F1AA2B-787A-4444-B24F-8A41144C7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773"/>
              <a:ext cx="80" cy="1058"/>
            </a:xfrm>
            <a:custGeom>
              <a:avLst/>
              <a:gdLst>
                <a:gd name="T0" fmla="*/ 285 w 37"/>
                <a:gd name="T1" fmla="*/ 5525 h 463"/>
                <a:gd name="T2" fmla="*/ 242 w 37"/>
                <a:gd name="T3" fmla="*/ 4474 h 463"/>
                <a:gd name="T4" fmla="*/ 355 w 37"/>
                <a:gd name="T5" fmla="*/ 3044 h 463"/>
                <a:gd name="T6" fmla="*/ 0 w 37"/>
                <a:gd name="T7" fmla="*/ 0 h 4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63">
                  <a:moveTo>
                    <a:pt x="28" y="463"/>
                  </a:moveTo>
                  <a:cubicBezTo>
                    <a:pt x="8" y="443"/>
                    <a:pt x="20" y="399"/>
                    <a:pt x="24" y="375"/>
                  </a:cubicBezTo>
                  <a:cubicBezTo>
                    <a:pt x="30" y="335"/>
                    <a:pt x="37" y="295"/>
                    <a:pt x="35" y="255"/>
                  </a:cubicBezTo>
                  <a:cubicBezTo>
                    <a:pt x="31" y="170"/>
                    <a:pt x="14" y="8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3" name="Freeform 444">
              <a:extLst>
                <a:ext uri="{FF2B5EF4-FFF2-40B4-BE49-F238E27FC236}">
                  <a16:creationId xmlns:a16="http://schemas.microsoft.com/office/drawing/2014/main" id="{8AC77FEF-0320-4D41-AEEE-10C15C72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264"/>
              <a:ext cx="249" cy="1675"/>
            </a:xfrm>
            <a:custGeom>
              <a:avLst/>
              <a:gdLst>
                <a:gd name="T0" fmla="*/ 197 w 116"/>
                <a:gd name="T1" fmla="*/ 8747 h 733"/>
                <a:gd name="T2" fmla="*/ 129 w 116"/>
                <a:gd name="T3" fmla="*/ 7875 h 733"/>
                <a:gd name="T4" fmla="*/ 0 w 116"/>
                <a:gd name="T5" fmla="*/ 5802 h 733"/>
                <a:gd name="T6" fmla="*/ 165 w 116"/>
                <a:gd name="T7" fmla="*/ 3901 h 733"/>
                <a:gd name="T8" fmla="*/ 586 w 116"/>
                <a:gd name="T9" fmla="*/ 2507 h 733"/>
                <a:gd name="T10" fmla="*/ 899 w 116"/>
                <a:gd name="T11" fmla="*/ 704 h 733"/>
                <a:gd name="T12" fmla="*/ 1146 w 116"/>
                <a:gd name="T13" fmla="*/ 0 h 7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733">
                  <a:moveTo>
                    <a:pt x="20" y="733"/>
                  </a:moveTo>
                  <a:cubicBezTo>
                    <a:pt x="27" y="697"/>
                    <a:pt x="17" y="681"/>
                    <a:pt x="13" y="660"/>
                  </a:cubicBezTo>
                  <a:cubicBezTo>
                    <a:pt x="3" y="602"/>
                    <a:pt x="0" y="544"/>
                    <a:pt x="0" y="486"/>
                  </a:cubicBezTo>
                  <a:cubicBezTo>
                    <a:pt x="1" y="433"/>
                    <a:pt x="4" y="379"/>
                    <a:pt x="17" y="327"/>
                  </a:cubicBezTo>
                  <a:cubicBezTo>
                    <a:pt x="27" y="286"/>
                    <a:pt x="47" y="250"/>
                    <a:pt x="59" y="210"/>
                  </a:cubicBezTo>
                  <a:cubicBezTo>
                    <a:pt x="73" y="160"/>
                    <a:pt x="69" y="108"/>
                    <a:pt x="91" y="59"/>
                  </a:cubicBezTo>
                  <a:cubicBezTo>
                    <a:pt x="99" y="41"/>
                    <a:pt x="106" y="16"/>
                    <a:pt x="116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4" name="Freeform 445">
              <a:extLst>
                <a:ext uri="{FF2B5EF4-FFF2-40B4-BE49-F238E27FC236}">
                  <a16:creationId xmlns:a16="http://schemas.microsoft.com/office/drawing/2014/main" id="{19F2D084-4AC8-45FC-A00B-8C833CA18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773"/>
              <a:ext cx="79" cy="1277"/>
            </a:xfrm>
            <a:custGeom>
              <a:avLst/>
              <a:gdLst>
                <a:gd name="T0" fmla="*/ 196 w 37"/>
                <a:gd name="T1" fmla="*/ 6664 h 559"/>
                <a:gd name="T2" fmla="*/ 342 w 37"/>
                <a:gd name="T3" fmla="*/ 3778 h 559"/>
                <a:gd name="T4" fmla="*/ 88 w 37"/>
                <a:gd name="T5" fmla="*/ 1325 h 559"/>
                <a:gd name="T6" fmla="*/ 0 w 37"/>
                <a:gd name="T7" fmla="*/ 0 h 5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59">
                  <a:moveTo>
                    <a:pt x="20" y="559"/>
                  </a:moveTo>
                  <a:cubicBezTo>
                    <a:pt x="6" y="482"/>
                    <a:pt x="33" y="395"/>
                    <a:pt x="35" y="317"/>
                  </a:cubicBezTo>
                  <a:cubicBezTo>
                    <a:pt x="37" y="246"/>
                    <a:pt x="15" y="181"/>
                    <a:pt x="9" y="111"/>
                  </a:cubicBezTo>
                  <a:cubicBezTo>
                    <a:pt x="6" y="75"/>
                    <a:pt x="2" y="37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5" name="Freeform 446">
              <a:extLst>
                <a:ext uri="{FF2B5EF4-FFF2-40B4-BE49-F238E27FC236}">
                  <a16:creationId xmlns:a16="http://schemas.microsoft.com/office/drawing/2014/main" id="{65A5C97E-44A8-401A-BC12-25C6CBEF6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864"/>
              <a:ext cx="107" cy="1492"/>
            </a:xfrm>
            <a:custGeom>
              <a:avLst/>
              <a:gdLst>
                <a:gd name="T0" fmla="*/ 490 w 50"/>
                <a:gd name="T1" fmla="*/ 7789 h 653"/>
                <a:gd name="T2" fmla="*/ 248 w 50"/>
                <a:gd name="T3" fmla="*/ 5822 h 653"/>
                <a:gd name="T4" fmla="*/ 0 w 50"/>
                <a:gd name="T5" fmla="*/ 2961 h 653"/>
                <a:gd name="T6" fmla="*/ 302 w 50"/>
                <a:gd name="T7" fmla="*/ 475 h 653"/>
                <a:gd name="T8" fmla="*/ 422 w 50"/>
                <a:gd name="T9" fmla="*/ 0 h 6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53">
                  <a:moveTo>
                    <a:pt x="50" y="653"/>
                  </a:moveTo>
                  <a:cubicBezTo>
                    <a:pt x="21" y="613"/>
                    <a:pt x="31" y="534"/>
                    <a:pt x="25" y="488"/>
                  </a:cubicBezTo>
                  <a:cubicBezTo>
                    <a:pt x="14" y="409"/>
                    <a:pt x="0" y="328"/>
                    <a:pt x="0" y="248"/>
                  </a:cubicBezTo>
                  <a:cubicBezTo>
                    <a:pt x="0" y="176"/>
                    <a:pt x="9" y="108"/>
                    <a:pt x="31" y="40"/>
                  </a:cubicBezTo>
                  <a:cubicBezTo>
                    <a:pt x="35" y="27"/>
                    <a:pt x="36" y="6"/>
                    <a:pt x="43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6" name="Freeform 447">
              <a:extLst>
                <a:ext uri="{FF2B5EF4-FFF2-40B4-BE49-F238E27FC236}">
                  <a16:creationId xmlns:a16="http://schemas.microsoft.com/office/drawing/2014/main" id="{4B2E311E-51A6-4D28-AD08-B989080BE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299"/>
              <a:ext cx="114" cy="1387"/>
            </a:xfrm>
            <a:custGeom>
              <a:avLst/>
              <a:gdLst>
                <a:gd name="T0" fmla="*/ 527 w 53"/>
                <a:gd name="T1" fmla="*/ 6871 h 607"/>
                <a:gd name="T2" fmla="*/ 181 w 53"/>
                <a:gd name="T3" fmla="*/ 5153 h 607"/>
                <a:gd name="T4" fmla="*/ 88 w 53"/>
                <a:gd name="T5" fmla="*/ 2756 h 607"/>
                <a:gd name="T6" fmla="*/ 181 w 53"/>
                <a:gd name="T7" fmla="*/ 642 h 607"/>
                <a:gd name="T8" fmla="*/ 417 w 53"/>
                <a:gd name="T9" fmla="*/ 0 h 6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07">
                  <a:moveTo>
                    <a:pt x="53" y="576"/>
                  </a:moveTo>
                  <a:cubicBezTo>
                    <a:pt x="39" y="607"/>
                    <a:pt x="19" y="469"/>
                    <a:pt x="18" y="432"/>
                  </a:cubicBezTo>
                  <a:cubicBezTo>
                    <a:pt x="17" y="364"/>
                    <a:pt x="16" y="298"/>
                    <a:pt x="9" y="231"/>
                  </a:cubicBezTo>
                  <a:cubicBezTo>
                    <a:pt x="3" y="172"/>
                    <a:pt x="0" y="111"/>
                    <a:pt x="18" y="54"/>
                  </a:cubicBezTo>
                  <a:cubicBezTo>
                    <a:pt x="23" y="39"/>
                    <a:pt x="29" y="7"/>
                    <a:pt x="42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7" name="Freeform 448">
              <a:extLst>
                <a:ext uri="{FF2B5EF4-FFF2-40B4-BE49-F238E27FC236}">
                  <a16:creationId xmlns:a16="http://schemas.microsoft.com/office/drawing/2014/main" id="{C690AE8F-D6C2-49EB-9268-4F551FE39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597"/>
              <a:ext cx="49" cy="160"/>
            </a:xfrm>
            <a:custGeom>
              <a:avLst/>
              <a:gdLst>
                <a:gd name="T0" fmla="*/ 222 w 23"/>
                <a:gd name="T1" fmla="*/ 0 h 70"/>
                <a:gd name="T2" fmla="*/ 0 w 23"/>
                <a:gd name="T3" fmla="*/ 837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0">
                  <a:moveTo>
                    <a:pt x="23" y="0"/>
                  </a:moveTo>
                  <a:cubicBezTo>
                    <a:pt x="23" y="24"/>
                    <a:pt x="12" y="48"/>
                    <a:pt x="0" y="7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8" name="Freeform 449">
              <a:extLst>
                <a:ext uri="{FF2B5EF4-FFF2-40B4-BE49-F238E27FC236}">
                  <a16:creationId xmlns:a16="http://schemas.microsoft.com/office/drawing/2014/main" id="{4881C0DD-A304-4936-A836-18FF88F51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497"/>
              <a:ext cx="53" cy="181"/>
            </a:xfrm>
            <a:custGeom>
              <a:avLst/>
              <a:gdLst>
                <a:gd name="T0" fmla="*/ 0 w 25"/>
                <a:gd name="T1" fmla="*/ 951 h 79"/>
                <a:gd name="T2" fmla="*/ 95 w 25"/>
                <a:gd name="T3" fmla="*/ 577 h 79"/>
                <a:gd name="T4" fmla="*/ 237 w 25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79">
                  <a:moveTo>
                    <a:pt x="0" y="79"/>
                  </a:moveTo>
                  <a:cubicBezTo>
                    <a:pt x="4" y="69"/>
                    <a:pt x="8" y="59"/>
                    <a:pt x="10" y="48"/>
                  </a:cubicBezTo>
                  <a:cubicBezTo>
                    <a:pt x="14" y="34"/>
                    <a:pt x="15" y="6"/>
                    <a:pt x="25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9" name="Freeform 450">
              <a:extLst>
                <a:ext uri="{FF2B5EF4-FFF2-40B4-BE49-F238E27FC236}">
                  <a16:creationId xmlns:a16="http://schemas.microsoft.com/office/drawing/2014/main" id="{C9ADA7F9-5664-4602-B835-B75F9152B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2528"/>
              <a:ext cx="45" cy="119"/>
            </a:xfrm>
            <a:custGeom>
              <a:avLst/>
              <a:gdLst>
                <a:gd name="T0" fmla="*/ 206 w 21"/>
                <a:gd name="T1" fmla="*/ 622 h 52"/>
                <a:gd name="T2" fmla="*/ 0 w 21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2">
                  <a:moveTo>
                    <a:pt x="21" y="52"/>
                  </a:moveTo>
                  <a:cubicBezTo>
                    <a:pt x="19" y="34"/>
                    <a:pt x="9" y="17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0" name="Freeform 451">
              <a:extLst>
                <a:ext uri="{FF2B5EF4-FFF2-40B4-BE49-F238E27FC236}">
                  <a16:creationId xmlns:a16="http://schemas.microsoft.com/office/drawing/2014/main" id="{032AA908-ACC1-4E4B-8CCB-B051E4032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492"/>
              <a:ext cx="51" cy="87"/>
            </a:xfrm>
            <a:custGeom>
              <a:avLst/>
              <a:gdLst>
                <a:gd name="T0" fmla="*/ 230 w 24"/>
                <a:gd name="T1" fmla="*/ 456 h 38"/>
                <a:gd name="T2" fmla="*/ 0 w 24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8">
                  <a:moveTo>
                    <a:pt x="24" y="38"/>
                  </a:moveTo>
                  <a:cubicBezTo>
                    <a:pt x="13" y="29"/>
                    <a:pt x="3" y="2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1" name="Freeform 452">
              <a:extLst>
                <a:ext uri="{FF2B5EF4-FFF2-40B4-BE49-F238E27FC236}">
                  <a16:creationId xmlns:a16="http://schemas.microsoft.com/office/drawing/2014/main" id="{0B951624-C48A-4212-81B9-DC424D200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273"/>
              <a:ext cx="17" cy="18"/>
            </a:xfrm>
            <a:custGeom>
              <a:avLst/>
              <a:gdLst>
                <a:gd name="T0" fmla="*/ 77 w 8"/>
                <a:gd name="T1" fmla="*/ 0 h 8"/>
                <a:gd name="T2" fmla="*/ 0 w 8"/>
                <a:gd name="T3" fmla="*/ 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8"/>
                    <a:pt x="1" y="7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2" name="Freeform 453">
              <a:extLst>
                <a:ext uri="{FF2B5EF4-FFF2-40B4-BE49-F238E27FC236}">
                  <a16:creationId xmlns:a16="http://schemas.microsoft.com/office/drawing/2014/main" id="{6C46D96C-FA79-460E-8B6F-162FE72CA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487"/>
              <a:ext cx="17" cy="22"/>
            </a:xfrm>
            <a:custGeom>
              <a:avLst/>
              <a:gdLst>
                <a:gd name="T0" fmla="*/ 77 w 8"/>
                <a:gd name="T1" fmla="*/ 9 h 10"/>
                <a:gd name="T2" fmla="*/ 0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1"/>
                  </a:moveTo>
                  <a:cubicBezTo>
                    <a:pt x="6" y="10"/>
                    <a:pt x="0" y="4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3" name="Freeform 454">
              <a:extLst>
                <a:ext uri="{FF2B5EF4-FFF2-40B4-BE49-F238E27FC236}">
                  <a16:creationId xmlns:a16="http://schemas.microsoft.com/office/drawing/2014/main" id="{163D6064-4F2F-43AE-8BD7-5774D56BF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390"/>
              <a:ext cx="40" cy="118"/>
            </a:xfrm>
            <a:custGeom>
              <a:avLst/>
              <a:gdLst>
                <a:gd name="T0" fmla="*/ 177 w 19"/>
                <a:gd name="T1" fmla="*/ 608 h 52"/>
                <a:gd name="T2" fmla="*/ 0 w 19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2">
                  <a:moveTo>
                    <a:pt x="19" y="52"/>
                  </a:moveTo>
                  <a:cubicBezTo>
                    <a:pt x="12" y="41"/>
                    <a:pt x="3" y="1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4" name="Freeform 455">
              <a:extLst>
                <a:ext uri="{FF2B5EF4-FFF2-40B4-BE49-F238E27FC236}">
                  <a16:creationId xmlns:a16="http://schemas.microsoft.com/office/drawing/2014/main" id="{80A42B39-35B3-4B90-9504-4619C4ED0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14"/>
              <a:ext cx="24" cy="37"/>
            </a:xfrm>
            <a:custGeom>
              <a:avLst/>
              <a:gdLst>
                <a:gd name="T0" fmla="*/ 0 w 11"/>
                <a:gd name="T1" fmla="*/ 199 h 16"/>
                <a:gd name="T2" fmla="*/ 113 w 11"/>
                <a:gd name="T3" fmla="*/ 12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0" y="8"/>
                    <a:pt x="11" y="0"/>
                    <a:pt x="11" y="1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5" name="Freeform 456">
              <a:extLst>
                <a:ext uri="{FF2B5EF4-FFF2-40B4-BE49-F238E27FC236}">
                  <a16:creationId xmlns:a16="http://schemas.microsoft.com/office/drawing/2014/main" id="{6D7BF496-304E-47B5-AE48-AF50B55EE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792"/>
              <a:ext cx="15" cy="116"/>
            </a:xfrm>
            <a:custGeom>
              <a:avLst/>
              <a:gdLst>
                <a:gd name="T0" fmla="*/ 0 w 7"/>
                <a:gd name="T1" fmla="*/ 0 h 51"/>
                <a:gd name="T2" fmla="*/ 51 w 7"/>
                <a:gd name="T3" fmla="*/ 389 h 51"/>
                <a:gd name="T4" fmla="*/ 51 w 7"/>
                <a:gd name="T5" fmla="*/ 60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1">
                  <a:moveTo>
                    <a:pt x="0" y="0"/>
                  </a:moveTo>
                  <a:cubicBezTo>
                    <a:pt x="0" y="11"/>
                    <a:pt x="4" y="22"/>
                    <a:pt x="5" y="33"/>
                  </a:cubicBezTo>
                  <a:cubicBezTo>
                    <a:pt x="5" y="38"/>
                    <a:pt x="7" y="47"/>
                    <a:pt x="5" y="51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6" name="Freeform 457">
              <a:extLst>
                <a:ext uri="{FF2B5EF4-FFF2-40B4-BE49-F238E27FC236}">
                  <a16:creationId xmlns:a16="http://schemas.microsoft.com/office/drawing/2014/main" id="{51D7C81B-979A-42FB-8934-81CC49C8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954"/>
              <a:ext cx="37" cy="53"/>
            </a:xfrm>
            <a:custGeom>
              <a:avLst/>
              <a:gdLst>
                <a:gd name="T0" fmla="*/ 0 w 17"/>
                <a:gd name="T1" fmla="*/ 0 h 23"/>
                <a:gd name="T2" fmla="*/ 176 w 17"/>
                <a:gd name="T3" fmla="*/ 15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3">
                  <a:moveTo>
                    <a:pt x="0" y="0"/>
                  </a:moveTo>
                  <a:cubicBezTo>
                    <a:pt x="0" y="9"/>
                    <a:pt x="9" y="23"/>
                    <a:pt x="17" y="13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7" name="Freeform 458">
              <a:extLst>
                <a:ext uri="{FF2B5EF4-FFF2-40B4-BE49-F238E27FC236}">
                  <a16:creationId xmlns:a16="http://schemas.microsoft.com/office/drawing/2014/main" id="{05CB19C5-1E52-49A7-8239-26CCEF900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201"/>
              <a:ext cx="22" cy="32"/>
            </a:xfrm>
            <a:custGeom>
              <a:avLst/>
              <a:gdLst>
                <a:gd name="T0" fmla="*/ 0 w 10"/>
                <a:gd name="T1" fmla="*/ 0 h 14"/>
                <a:gd name="T2" fmla="*/ 106 w 10"/>
                <a:gd name="T3" fmla="*/ 9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2" y="3"/>
                    <a:pt x="4" y="14"/>
                    <a:pt x="10" y="8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8" name="Freeform 459">
              <a:extLst>
                <a:ext uri="{FF2B5EF4-FFF2-40B4-BE49-F238E27FC236}">
                  <a16:creationId xmlns:a16="http://schemas.microsoft.com/office/drawing/2014/main" id="{1C3D2C4E-7334-4AF8-8C62-475345F78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922"/>
              <a:ext cx="24" cy="28"/>
            </a:xfrm>
            <a:custGeom>
              <a:avLst/>
              <a:gdLst>
                <a:gd name="T0" fmla="*/ 0 w 11"/>
                <a:gd name="T1" fmla="*/ 152 h 12"/>
                <a:gd name="T2" fmla="*/ 113 w 11"/>
                <a:gd name="T3" fmla="*/ 7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2" y="8"/>
                    <a:pt x="5" y="0"/>
                    <a:pt x="11" y="6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9" name="Freeform 460">
              <a:extLst>
                <a:ext uri="{FF2B5EF4-FFF2-40B4-BE49-F238E27FC236}">
                  <a16:creationId xmlns:a16="http://schemas.microsoft.com/office/drawing/2014/main" id="{0D619B4C-A5EE-4CF3-AA5F-BABD4C19C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466"/>
              <a:ext cx="34" cy="18"/>
            </a:xfrm>
            <a:custGeom>
              <a:avLst/>
              <a:gdLst>
                <a:gd name="T0" fmla="*/ 0 w 16"/>
                <a:gd name="T1" fmla="*/ 11 h 8"/>
                <a:gd name="T2" fmla="*/ 153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1"/>
                  </a:moveTo>
                  <a:cubicBezTo>
                    <a:pt x="7" y="8"/>
                    <a:pt x="10" y="5"/>
                    <a:pt x="16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0" name="Freeform 461">
              <a:extLst>
                <a:ext uri="{FF2B5EF4-FFF2-40B4-BE49-F238E27FC236}">
                  <a16:creationId xmlns:a16="http://schemas.microsoft.com/office/drawing/2014/main" id="{24ABA10F-0DD0-463B-A136-A9351EE17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795"/>
              <a:ext cx="17" cy="18"/>
            </a:xfrm>
            <a:custGeom>
              <a:avLst/>
              <a:gdLst>
                <a:gd name="T0" fmla="*/ 9 w 8"/>
                <a:gd name="T1" fmla="*/ 92 h 8"/>
                <a:gd name="T2" fmla="*/ 77 w 8"/>
                <a:gd name="T3" fmla="*/ 3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1" y="8"/>
                  </a:moveTo>
                  <a:cubicBezTo>
                    <a:pt x="0" y="4"/>
                    <a:pt x="5" y="0"/>
                    <a:pt x="8" y="3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1" name="Freeform 462">
              <a:extLst>
                <a:ext uri="{FF2B5EF4-FFF2-40B4-BE49-F238E27FC236}">
                  <a16:creationId xmlns:a16="http://schemas.microsoft.com/office/drawing/2014/main" id="{1B5E4C55-1A1B-4968-A175-79B2DC02D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827"/>
              <a:ext cx="17" cy="82"/>
            </a:xfrm>
            <a:custGeom>
              <a:avLst/>
              <a:gdLst>
                <a:gd name="T0" fmla="*/ 19 w 8"/>
                <a:gd name="T1" fmla="*/ 0 h 36"/>
                <a:gd name="T2" fmla="*/ 0 w 8"/>
                <a:gd name="T3" fmla="*/ 42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2" y="0"/>
                  </a:moveTo>
                  <a:cubicBezTo>
                    <a:pt x="8" y="8"/>
                    <a:pt x="4" y="27"/>
                    <a:pt x="0" y="36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2" name="Freeform 463">
              <a:extLst>
                <a:ext uri="{FF2B5EF4-FFF2-40B4-BE49-F238E27FC236}">
                  <a16:creationId xmlns:a16="http://schemas.microsoft.com/office/drawing/2014/main" id="{0DEA2F9C-BCE4-4706-9B39-DB1ACA6FE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973"/>
              <a:ext cx="11" cy="5"/>
            </a:xfrm>
            <a:custGeom>
              <a:avLst/>
              <a:gdLst>
                <a:gd name="T0" fmla="*/ 0 w 5"/>
                <a:gd name="T1" fmla="*/ 0 h 2"/>
                <a:gd name="T2" fmla="*/ 53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2"/>
                    <a:pt x="3" y="2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3" name="Freeform 464">
              <a:extLst>
                <a:ext uri="{FF2B5EF4-FFF2-40B4-BE49-F238E27FC236}">
                  <a16:creationId xmlns:a16="http://schemas.microsoft.com/office/drawing/2014/main" id="{B88ED71C-4B03-4DE0-85B3-EADF28B6B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818"/>
              <a:ext cx="17" cy="55"/>
            </a:xfrm>
            <a:custGeom>
              <a:avLst/>
              <a:gdLst>
                <a:gd name="T0" fmla="*/ 0 w 8"/>
                <a:gd name="T1" fmla="*/ 167 h 24"/>
                <a:gd name="T2" fmla="*/ 77 w 8"/>
                <a:gd name="T3" fmla="*/ 289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14"/>
                  </a:moveTo>
                  <a:cubicBezTo>
                    <a:pt x="5" y="0"/>
                    <a:pt x="7" y="21"/>
                    <a:pt x="8" y="24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4" name="Freeform 465">
              <a:extLst>
                <a:ext uri="{FF2B5EF4-FFF2-40B4-BE49-F238E27FC236}">
                  <a16:creationId xmlns:a16="http://schemas.microsoft.com/office/drawing/2014/main" id="{796E8236-8099-441C-9EC9-FE46CB156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636"/>
              <a:ext cx="19" cy="59"/>
            </a:xfrm>
            <a:custGeom>
              <a:avLst/>
              <a:gdLst>
                <a:gd name="T0" fmla="*/ 84 w 9"/>
                <a:gd name="T1" fmla="*/ 0 h 26"/>
                <a:gd name="T2" fmla="*/ 27 w 9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5" y="5"/>
                    <a:pt x="0" y="20"/>
                    <a:pt x="3" y="26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5" name="Freeform 466">
              <a:extLst>
                <a:ext uri="{FF2B5EF4-FFF2-40B4-BE49-F238E27FC236}">
                  <a16:creationId xmlns:a16="http://schemas.microsoft.com/office/drawing/2014/main" id="{962CF1F5-8C78-400A-BFD5-3D0337C35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648"/>
              <a:ext cx="12" cy="84"/>
            </a:xfrm>
            <a:custGeom>
              <a:avLst/>
              <a:gdLst>
                <a:gd name="T0" fmla="*/ 0 w 6"/>
                <a:gd name="T1" fmla="*/ 0 h 37"/>
                <a:gd name="T2" fmla="*/ 48 w 6"/>
                <a:gd name="T3" fmla="*/ 434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7">
                  <a:moveTo>
                    <a:pt x="0" y="0"/>
                  </a:moveTo>
                  <a:cubicBezTo>
                    <a:pt x="0" y="13"/>
                    <a:pt x="6" y="25"/>
                    <a:pt x="6" y="37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6" name="Freeform 467">
              <a:extLst>
                <a:ext uri="{FF2B5EF4-FFF2-40B4-BE49-F238E27FC236}">
                  <a16:creationId xmlns:a16="http://schemas.microsoft.com/office/drawing/2014/main" id="{6C039356-1808-4E27-AE16-CAF43D0CE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3609"/>
              <a:ext cx="30" cy="89"/>
            </a:xfrm>
            <a:custGeom>
              <a:avLst/>
              <a:gdLst>
                <a:gd name="T0" fmla="*/ 0 w 14"/>
                <a:gd name="T1" fmla="*/ 0 h 39"/>
                <a:gd name="T2" fmla="*/ 120 w 14"/>
                <a:gd name="T3" fmla="*/ 46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9">
                  <a:moveTo>
                    <a:pt x="0" y="0"/>
                  </a:moveTo>
                  <a:cubicBezTo>
                    <a:pt x="5" y="7"/>
                    <a:pt x="14" y="30"/>
                    <a:pt x="12" y="39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7" name="Freeform 468">
              <a:extLst>
                <a:ext uri="{FF2B5EF4-FFF2-40B4-BE49-F238E27FC236}">
                  <a16:creationId xmlns:a16="http://schemas.microsoft.com/office/drawing/2014/main" id="{F30458CC-3FDC-4EC6-AE50-A59F0C4B4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779"/>
              <a:ext cx="56" cy="64"/>
            </a:xfrm>
            <a:custGeom>
              <a:avLst/>
              <a:gdLst>
                <a:gd name="T0" fmla="*/ 0 w 26"/>
                <a:gd name="T1" fmla="*/ 334 h 28"/>
                <a:gd name="T2" fmla="*/ 261 w 26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8">
                  <a:moveTo>
                    <a:pt x="0" y="28"/>
                  </a:moveTo>
                  <a:cubicBezTo>
                    <a:pt x="13" y="20"/>
                    <a:pt x="20" y="13"/>
                    <a:pt x="26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8" name="Freeform 469">
              <a:extLst>
                <a:ext uri="{FF2B5EF4-FFF2-40B4-BE49-F238E27FC236}">
                  <a16:creationId xmlns:a16="http://schemas.microsoft.com/office/drawing/2014/main" id="{E3F5802B-4CC7-42CE-BFFB-D3EADC355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233"/>
              <a:ext cx="21" cy="100"/>
            </a:xfrm>
            <a:custGeom>
              <a:avLst/>
              <a:gdLst>
                <a:gd name="T0" fmla="*/ 67 w 10"/>
                <a:gd name="T1" fmla="*/ 0 h 44"/>
                <a:gd name="T2" fmla="*/ 0 w 10"/>
                <a:gd name="T3" fmla="*/ 51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4">
                  <a:moveTo>
                    <a:pt x="7" y="0"/>
                  </a:moveTo>
                  <a:cubicBezTo>
                    <a:pt x="10" y="11"/>
                    <a:pt x="6" y="33"/>
                    <a:pt x="0" y="44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9" name="Freeform 470">
              <a:extLst>
                <a:ext uri="{FF2B5EF4-FFF2-40B4-BE49-F238E27FC236}">
                  <a16:creationId xmlns:a16="http://schemas.microsoft.com/office/drawing/2014/main" id="{E1E8E91C-55E0-49D4-A05C-265749BAA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562"/>
              <a:ext cx="28" cy="18"/>
            </a:xfrm>
            <a:custGeom>
              <a:avLst/>
              <a:gdLst>
                <a:gd name="T0" fmla="*/ 0 w 13"/>
                <a:gd name="T1" fmla="*/ 25 h 8"/>
                <a:gd name="T2" fmla="*/ 129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2"/>
                  </a:moveTo>
                  <a:cubicBezTo>
                    <a:pt x="3" y="8"/>
                    <a:pt x="11" y="5"/>
                    <a:pt x="13" y="0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0" name="Freeform 471">
              <a:extLst>
                <a:ext uri="{FF2B5EF4-FFF2-40B4-BE49-F238E27FC236}">
                  <a16:creationId xmlns:a16="http://schemas.microsoft.com/office/drawing/2014/main" id="{39E1C097-7529-4A4A-A722-68285D396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991"/>
              <a:ext cx="21" cy="16"/>
            </a:xfrm>
            <a:custGeom>
              <a:avLst/>
              <a:gdLst>
                <a:gd name="T0" fmla="*/ 0 w 10"/>
                <a:gd name="T1" fmla="*/ 0 h 7"/>
                <a:gd name="T2" fmla="*/ 92 w 10"/>
                <a:gd name="T3" fmla="*/ 2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2" y="5"/>
                    <a:pt x="6" y="7"/>
                    <a:pt x="10" y="2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1" name="Freeform 472">
              <a:extLst>
                <a:ext uri="{FF2B5EF4-FFF2-40B4-BE49-F238E27FC236}">
                  <a16:creationId xmlns:a16="http://schemas.microsoft.com/office/drawing/2014/main" id="{E3B75594-2AED-4B29-ACDC-25308530A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289"/>
              <a:ext cx="21" cy="14"/>
            </a:xfrm>
            <a:custGeom>
              <a:avLst/>
              <a:gdLst>
                <a:gd name="T0" fmla="*/ 0 w 10"/>
                <a:gd name="T1" fmla="*/ 77 h 6"/>
                <a:gd name="T2" fmla="*/ 92 w 10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2" y="2"/>
                    <a:pt x="6" y="0"/>
                    <a:pt x="10" y="3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2" name="Freeform 473">
              <a:extLst>
                <a:ext uri="{FF2B5EF4-FFF2-40B4-BE49-F238E27FC236}">
                  <a16:creationId xmlns:a16="http://schemas.microsoft.com/office/drawing/2014/main" id="{B6A80D70-2C38-4C82-BB23-B803D02A5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791"/>
              <a:ext cx="11" cy="98"/>
            </a:xfrm>
            <a:custGeom>
              <a:avLst/>
              <a:gdLst>
                <a:gd name="T0" fmla="*/ 44 w 5"/>
                <a:gd name="T1" fmla="*/ 0 h 43"/>
                <a:gd name="T2" fmla="*/ 0 w 5"/>
                <a:gd name="T3" fmla="*/ 50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3">
                  <a:moveTo>
                    <a:pt x="4" y="0"/>
                  </a:moveTo>
                  <a:cubicBezTo>
                    <a:pt x="1" y="14"/>
                    <a:pt x="5" y="30"/>
                    <a:pt x="0" y="43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3" name="Freeform 474">
              <a:extLst>
                <a:ext uri="{FF2B5EF4-FFF2-40B4-BE49-F238E27FC236}">
                  <a16:creationId xmlns:a16="http://schemas.microsoft.com/office/drawing/2014/main" id="{9410F164-A1D7-4CBB-926C-C4516575B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841"/>
              <a:ext cx="17" cy="7"/>
            </a:xfrm>
            <a:custGeom>
              <a:avLst/>
              <a:gdLst>
                <a:gd name="T0" fmla="*/ 0 w 8"/>
                <a:gd name="T1" fmla="*/ 28 h 3"/>
                <a:gd name="T2" fmla="*/ 77 w 8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3" y="0"/>
                    <a:pt x="7" y="0"/>
                    <a:pt x="8" y="3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4" name="Freeform 475">
              <a:extLst>
                <a:ext uri="{FF2B5EF4-FFF2-40B4-BE49-F238E27FC236}">
                  <a16:creationId xmlns:a16="http://schemas.microsoft.com/office/drawing/2014/main" id="{286FEDF5-AB50-4D75-A805-C120B51B2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136"/>
              <a:ext cx="17" cy="78"/>
            </a:xfrm>
            <a:custGeom>
              <a:avLst/>
              <a:gdLst>
                <a:gd name="T0" fmla="*/ 40 w 8"/>
                <a:gd name="T1" fmla="*/ 0 h 34"/>
                <a:gd name="T2" fmla="*/ 77 w 8"/>
                <a:gd name="T3" fmla="*/ 411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4">
                  <a:moveTo>
                    <a:pt x="4" y="0"/>
                  </a:moveTo>
                  <a:cubicBezTo>
                    <a:pt x="0" y="11"/>
                    <a:pt x="1" y="25"/>
                    <a:pt x="8" y="34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5" name="Freeform 476">
              <a:extLst>
                <a:ext uri="{FF2B5EF4-FFF2-40B4-BE49-F238E27FC236}">
                  <a16:creationId xmlns:a16="http://schemas.microsoft.com/office/drawing/2014/main" id="{F72FD415-A132-4EF8-B364-49A59DF5C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3392"/>
              <a:ext cx="28" cy="36"/>
            </a:xfrm>
            <a:custGeom>
              <a:avLst/>
              <a:gdLst>
                <a:gd name="T0" fmla="*/ 0 w 13"/>
                <a:gd name="T1" fmla="*/ 81 h 16"/>
                <a:gd name="T2" fmla="*/ 129 w 13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7"/>
                  </a:moveTo>
                  <a:cubicBezTo>
                    <a:pt x="7" y="0"/>
                    <a:pt x="12" y="11"/>
                    <a:pt x="13" y="16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6" name="Freeform 477">
              <a:extLst>
                <a:ext uri="{FF2B5EF4-FFF2-40B4-BE49-F238E27FC236}">
                  <a16:creationId xmlns:a16="http://schemas.microsoft.com/office/drawing/2014/main" id="{E62E21AD-9ECD-4BF3-9EFF-2DBABC9F7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3616"/>
              <a:ext cx="54" cy="139"/>
            </a:xfrm>
            <a:custGeom>
              <a:avLst/>
              <a:gdLst>
                <a:gd name="T0" fmla="*/ 253 w 25"/>
                <a:gd name="T1" fmla="*/ 0 h 61"/>
                <a:gd name="T2" fmla="*/ 0 w 25"/>
                <a:gd name="T3" fmla="*/ 72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1">
                  <a:moveTo>
                    <a:pt x="25" y="0"/>
                  </a:moveTo>
                  <a:cubicBezTo>
                    <a:pt x="25" y="9"/>
                    <a:pt x="1" y="47"/>
                    <a:pt x="0" y="61"/>
                  </a:cubicBezTo>
                </a:path>
              </a:pathLst>
            </a:custGeom>
            <a:noFill/>
            <a:ln w="9525" cap="flat">
              <a:solidFill>
                <a:srgbClr val="A268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7" name="Freeform 478">
              <a:extLst>
                <a:ext uri="{FF2B5EF4-FFF2-40B4-BE49-F238E27FC236}">
                  <a16:creationId xmlns:a16="http://schemas.microsoft.com/office/drawing/2014/main" id="{B149A304-2384-4240-8F8B-467DD1717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1607"/>
              <a:ext cx="188" cy="288"/>
            </a:xfrm>
            <a:custGeom>
              <a:avLst/>
              <a:gdLst>
                <a:gd name="T0" fmla="*/ 594 w 88"/>
                <a:gd name="T1" fmla="*/ 1291 h 126"/>
                <a:gd name="T2" fmla="*/ 575 w 88"/>
                <a:gd name="T3" fmla="*/ 345 h 126"/>
                <a:gd name="T4" fmla="*/ 19 w 88"/>
                <a:gd name="T5" fmla="*/ 658 h 126"/>
                <a:gd name="T6" fmla="*/ 594 w 88"/>
                <a:gd name="T7" fmla="*/ 1291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126">
                  <a:moveTo>
                    <a:pt x="61" y="108"/>
                  </a:moveTo>
                  <a:cubicBezTo>
                    <a:pt x="88" y="89"/>
                    <a:pt x="83" y="53"/>
                    <a:pt x="59" y="29"/>
                  </a:cubicBezTo>
                  <a:cubicBezTo>
                    <a:pt x="30" y="0"/>
                    <a:pt x="4" y="29"/>
                    <a:pt x="2" y="55"/>
                  </a:cubicBezTo>
                  <a:cubicBezTo>
                    <a:pt x="0" y="88"/>
                    <a:pt x="33" y="126"/>
                    <a:pt x="61" y="108"/>
                  </a:cubicBezTo>
                  <a:close/>
                </a:path>
              </a:pathLst>
            </a:custGeom>
            <a:solidFill>
              <a:srgbClr val="DBA9B2"/>
            </a:solidFill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78" name="Freeform 479">
              <a:extLst>
                <a:ext uri="{FF2B5EF4-FFF2-40B4-BE49-F238E27FC236}">
                  <a16:creationId xmlns:a16="http://schemas.microsoft.com/office/drawing/2014/main" id="{9338A136-F2EC-4710-B4B8-48AA6286D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595"/>
              <a:ext cx="139" cy="160"/>
            </a:xfrm>
            <a:custGeom>
              <a:avLst/>
              <a:gdLst>
                <a:gd name="T0" fmla="*/ 156 w 65"/>
                <a:gd name="T1" fmla="*/ 194 h 70"/>
                <a:gd name="T2" fmla="*/ 41 w 65"/>
                <a:gd name="T3" fmla="*/ 837 h 70"/>
                <a:gd name="T4" fmla="*/ 618 w 65"/>
                <a:gd name="T5" fmla="*/ 837 h 70"/>
                <a:gd name="T6" fmla="*/ 627 w 65"/>
                <a:gd name="T7" fmla="*/ 537 h 70"/>
                <a:gd name="T8" fmla="*/ 156 w 65"/>
                <a:gd name="T9" fmla="*/ 19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0">
                  <a:moveTo>
                    <a:pt x="16" y="16"/>
                  </a:moveTo>
                  <a:cubicBezTo>
                    <a:pt x="4" y="28"/>
                    <a:pt x="0" y="51"/>
                    <a:pt x="4" y="70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5" y="63"/>
                    <a:pt x="65" y="54"/>
                    <a:pt x="64" y="45"/>
                  </a:cubicBezTo>
                  <a:cubicBezTo>
                    <a:pt x="61" y="8"/>
                    <a:pt x="32" y="0"/>
                    <a:pt x="16" y="16"/>
                  </a:cubicBezTo>
                  <a:close/>
                </a:path>
              </a:pathLst>
            </a:custGeom>
            <a:solidFill>
              <a:srgbClr val="DBA9B2"/>
            </a:solidFill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79" name="Freeform 480">
              <a:extLst>
                <a:ext uri="{FF2B5EF4-FFF2-40B4-BE49-F238E27FC236}">
                  <a16:creationId xmlns:a16="http://schemas.microsoft.com/office/drawing/2014/main" id="{3E20CA99-2E65-498B-89A8-F302AD0D9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135"/>
              <a:ext cx="90" cy="157"/>
            </a:xfrm>
            <a:custGeom>
              <a:avLst/>
              <a:gdLst>
                <a:gd name="T0" fmla="*/ 28 w 42"/>
                <a:gd name="T1" fmla="*/ 369 h 69"/>
                <a:gd name="T2" fmla="*/ 257 w 42"/>
                <a:gd name="T3" fmla="*/ 11 h 69"/>
                <a:gd name="T4" fmla="*/ 386 w 42"/>
                <a:gd name="T5" fmla="*/ 425 h 69"/>
                <a:gd name="T6" fmla="*/ 148 w 42"/>
                <a:gd name="T7" fmla="*/ 803 h 69"/>
                <a:gd name="T8" fmla="*/ 28 w 42"/>
                <a:gd name="T9" fmla="*/ 3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69">
                  <a:moveTo>
                    <a:pt x="3" y="31"/>
                  </a:moveTo>
                  <a:cubicBezTo>
                    <a:pt x="6" y="13"/>
                    <a:pt x="15" y="0"/>
                    <a:pt x="26" y="1"/>
                  </a:cubicBezTo>
                  <a:cubicBezTo>
                    <a:pt x="36" y="3"/>
                    <a:pt x="42" y="19"/>
                    <a:pt x="39" y="36"/>
                  </a:cubicBezTo>
                  <a:cubicBezTo>
                    <a:pt x="36" y="54"/>
                    <a:pt x="25" y="69"/>
                    <a:pt x="15" y="68"/>
                  </a:cubicBezTo>
                  <a:cubicBezTo>
                    <a:pt x="5" y="66"/>
                    <a:pt x="0" y="48"/>
                    <a:pt x="3" y="31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0" name="Freeform 481">
              <a:extLst>
                <a:ext uri="{FF2B5EF4-FFF2-40B4-BE49-F238E27FC236}">
                  <a16:creationId xmlns:a16="http://schemas.microsoft.com/office/drawing/2014/main" id="{DD36211A-B3DE-4FC8-897F-DD46EA689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1099"/>
              <a:ext cx="82" cy="147"/>
            </a:xfrm>
            <a:custGeom>
              <a:avLst/>
              <a:gdLst>
                <a:gd name="T0" fmla="*/ 9 w 38"/>
                <a:gd name="T1" fmla="*/ 390 h 64"/>
                <a:gd name="T2" fmla="*/ 201 w 38"/>
                <a:gd name="T3" fmla="*/ 11 h 64"/>
                <a:gd name="T4" fmla="*/ 373 w 38"/>
                <a:gd name="T5" fmla="*/ 402 h 64"/>
                <a:gd name="T6" fmla="*/ 173 w 38"/>
                <a:gd name="T7" fmla="*/ 776 h 64"/>
                <a:gd name="T8" fmla="*/ 9 w 38"/>
                <a:gd name="T9" fmla="*/ 39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4">
                  <a:moveTo>
                    <a:pt x="1" y="32"/>
                  </a:moveTo>
                  <a:cubicBezTo>
                    <a:pt x="2" y="14"/>
                    <a:pt x="10" y="0"/>
                    <a:pt x="20" y="1"/>
                  </a:cubicBezTo>
                  <a:cubicBezTo>
                    <a:pt x="31" y="1"/>
                    <a:pt x="38" y="16"/>
                    <a:pt x="37" y="33"/>
                  </a:cubicBezTo>
                  <a:cubicBezTo>
                    <a:pt x="36" y="50"/>
                    <a:pt x="27" y="64"/>
                    <a:pt x="17" y="64"/>
                  </a:cubicBezTo>
                  <a:cubicBezTo>
                    <a:pt x="6" y="63"/>
                    <a:pt x="0" y="49"/>
                    <a:pt x="1" y="32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1" name="Freeform 482">
              <a:extLst>
                <a:ext uri="{FF2B5EF4-FFF2-40B4-BE49-F238E27FC236}">
                  <a16:creationId xmlns:a16="http://schemas.microsoft.com/office/drawing/2014/main" id="{52410C2C-B761-4B51-BBDA-DFCF2BFE9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530"/>
              <a:ext cx="90" cy="149"/>
            </a:xfrm>
            <a:custGeom>
              <a:avLst/>
              <a:gdLst>
                <a:gd name="T0" fmla="*/ 28 w 42"/>
                <a:gd name="T1" fmla="*/ 337 h 65"/>
                <a:gd name="T2" fmla="*/ 257 w 42"/>
                <a:gd name="T3" fmla="*/ 25 h 65"/>
                <a:gd name="T4" fmla="*/ 394 w 42"/>
                <a:gd name="T5" fmla="*/ 410 h 65"/>
                <a:gd name="T6" fmla="*/ 156 w 42"/>
                <a:gd name="T7" fmla="*/ 756 h 65"/>
                <a:gd name="T8" fmla="*/ 28 w 42"/>
                <a:gd name="T9" fmla="*/ 33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65">
                  <a:moveTo>
                    <a:pt x="3" y="28"/>
                  </a:moveTo>
                  <a:cubicBezTo>
                    <a:pt x="5" y="10"/>
                    <a:pt x="16" y="0"/>
                    <a:pt x="26" y="2"/>
                  </a:cubicBezTo>
                  <a:cubicBezTo>
                    <a:pt x="36" y="3"/>
                    <a:pt x="42" y="16"/>
                    <a:pt x="40" y="34"/>
                  </a:cubicBezTo>
                  <a:cubicBezTo>
                    <a:pt x="37" y="51"/>
                    <a:pt x="26" y="65"/>
                    <a:pt x="16" y="63"/>
                  </a:cubicBezTo>
                  <a:cubicBezTo>
                    <a:pt x="6" y="62"/>
                    <a:pt x="0" y="45"/>
                    <a:pt x="3" y="28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2" name="Freeform 483">
              <a:extLst>
                <a:ext uri="{FF2B5EF4-FFF2-40B4-BE49-F238E27FC236}">
                  <a16:creationId xmlns:a16="http://schemas.microsoft.com/office/drawing/2014/main" id="{2E37AB3F-E535-4E62-A370-99B2FF887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823"/>
              <a:ext cx="85" cy="143"/>
            </a:xfrm>
            <a:custGeom>
              <a:avLst/>
              <a:gdLst>
                <a:gd name="T0" fmla="*/ 9 w 40"/>
                <a:gd name="T1" fmla="*/ 361 h 63"/>
                <a:gd name="T2" fmla="*/ 213 w 40"/>
                <a:gd name="T3" fmla="*/ 0 h 63"/>
                <a:gd name="T4" fmla="*/ 374 w 40"/>
                <a:gd name="T5" fmla="*/ 386 h 63"/>
                <a:gd name="T6" fmla="*/ 172 w 40"/>
                <a:gd name="T7" fmla="*/ 726 h 63"/>
                <a:gd name="T8" fmla="*/ 9 w 40"/>
                <a:gd name="T9" fmla="*/ 361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3">
                  <a:moveTo>
                    <a:pt x="1" y="31"/>
                  </a:moveTo>
                  <a:cubicBezTo>
                    <a:pt x="2" y="13"/>
                    <a:pt x="11" y="0"/>
                    <a:pt x="22" y="0"/>
                  </a:cubicBezTo>
                  <a:cubicBezTo>
                    <a:pt x="32" y="1"/>
                    <a:pt x="40" y="15"/>
                    <a:pt x="39" y="33"/>
                  </a:cubicBezTo>
                  <a:cubicBezTo>
                    <a:pt x="38" y="51"/>
                    <a:pt x="29" y="63"/>
                    <a:pt x="18" y="62"/>
                  </a:cubicBezTo>
                  <a:cubicBezTo>
                    <a:pt x="8" y="62"/>
                    <a:pt x="0" y="49"/>
                    <a:pt x="1" y="31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3" name="Freeform 484">
              <a:extLst>
                <a:ext uri="{FF2B5EF4-FFF2-40B4-BE49-F238E27FC236}">
                  <a16:creationId xmlns:a16="http://schemas.microsoft.com/office/drawing/2014/main" id="{768AFF11-F575-4C56-8019-1122507DF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616"/>
              <a:ext cx="88" cy="151"/>
            </a:xfrm>
            <a:custGeom>
              <a:avLst/>
              <a:gdLst>
                <a:gd name="T0" fmla="*/ 28 w 41"/>
                <a:gd name="T1" fmla="*/ 444 h 66"/>
                <a:gd name="T2" fmla="*/ 148 w 41"/>
                <a:gd name="T3" fmla="*/ 25 h 66"/>
                <a:gd name="T4" fmla="*/ 378 w 41"/>
                <a:gd name="T5" fmla="*/ 371 h 66"/>
                <a:gd name="T6" fmla="*/ 249 w 41"/>
                <a:gd name="T7" fmla="*/ 764 h 66"/>
                <a:gd name="T8" fmla="*/ 28 w 41"/>
                <a:gd name="T9" fmla="*/ 444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6">
                  <a:moveTo>
                    <a:pt x="3" y="37"/>
                  </a:moveTo>
                  <a:cubicBezTo>
                    <a:pt x="0" y="20"/>
                    <a:pt x="5" y="4"/>
                    <a:pt x="15" y="2"/>
                  </a:cubicBezTo>
                  <a:cubicBezTo>
                    <a:pt x="25" y="0"/>
                    <a:pt x="35" y="14"/>
                    <a:pt x="38" y="31"/>
                  </a:cubicBezTo>
                  <a:cubicBezTo>
                    <a:pt x="41" y="49"/>
                    <a:pt x="35" y="63"/>
                    <a:pt x="25" y="64"/>
                  </a:cubicBezTo>
                  <a:cubicBezTo>
                    <a:pt x="15" y="66"/>
                    <a:pt x="6" y="55"/>
                    <a:pt x="3" y="37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4" name="Freeform 485">
              <a:extLst>
                <a:ext uri="{FF2B5EF4-FFF2-40B4-BE49-F238E27FC236}">
                  <a16:creationId xmlns:a16="http://schemas.microsoft.com/office/drawing/2014/main" id="{1A116D57-26C6-4C4F-B124-BD935D20C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841"/>
              <a:ext cx="86" cy="148"/>
            </a:xfrm>
            <a:custGeom>
              <a:avLst/>
              <a:gdLst>
                <a:gd name="T0" fmla="*/ 0 w 40"/>
                <a:gd name="T1" fmla="*/ 369 h 65"/>
                <a:gd name="T2" fmla="*/ 189 w 40"/>
                <a:gd name="T3" fmla="*/ 0 h 65"/>
                <a:gd name="T4" fmla="*/ 389 w 40"/>
                <a:gd name="T5" fmla="*/ 378 h 65"/>
                <a:gd name="T6" fmla="*/ 172 w 40"/>
                <a:gd name="T7" fmla="*/ 756 h 65"/>
                <a:gd name="T8" fmla="*/ 0 w 40"/>
                <a:gd name="T9" fmla="*/ 36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5">
                  <a:moveTo>
                    <a:pt x="0" y="31"/>
                  </a:moveTo>
                  <a:cubicBezTo>
                    <a:pt x="1" y="13"/>
                    <a:pt x="9" y="0"/>
                    <a:pt x="19" y="0"/>
                  </a:cubicBezTo>
                  <a:cubicBezTo>
                    <a:pt x="30" y="1"/>
                    <a:pt x="40" y="14"/>
                    <a:pt x="39" y="32"/>
                  </a:cubicBezTo>
                  <a:cubicBezTo>
                    <a:pt x="38" y="50"/>
                    <a:pt x="27" y="65"/>
                    <a:pt x="17" y="64"/>
                  </a:cubicBezTo>
                  <a:cubicBezTo>
                    <a:pt x="7" y="64"/>
                    <a:pt x="0" y="48"/>
                    <a:pt x="0" y="31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5" name="Freeform 486">
              <a:extLst>
                <a:ext uri="{FF2B5EF4-FFF2-40B4-BE49-F238E27FC236}">
                  <a16:creationId xmlns:a16="http://schemas.microsoft.com/office/drawing/2014/main" id="{EF9FECE0-29AC-4FC8-8367-99E0112BD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305"/>
              <a:ext cx="77" cy="112"/>
            </a:xfrm>
            <a:custGeom>
              <a:avLst/>
              <a:gdLst>
                <a:gd name="T0" fmla="*/ 0 w 36"/>
                <a:gd name="T1" fmla="*/ 277 h 49"/>
                <a:gd name="T2" fmla="*/ 178 w 36"/>
                <a:gd name="T3" fmla="*/ 0 h 49"/>
                <a:gd name="T4" fmla="*/ 342 w 36"/>
                <a:gd name="T5" fmla="*/ 288 h 49"/>
                <a:gd name="T6" fmla="*/ 156 w 36"/>
                <a:gd name="T7" fmla="*/ 585 h 49"/>
                <a:gd name="T8" fmla="*/ 0 w 36"/>
                <a:gd name="T9" fmla="*/ 27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9">
                  <a:moveTo>
                    <a:pt x="0" y="23"/>
                  </a:moveTo>
                  <a:cubicBezTo>
                    <a:pt x="1" y="10"/>
                    <a:pt x="8" y="0"/>
                    <a:pt x="18" y="0"/>
                  </a:cubicBezTo>
                  <a:cubicBezTo>
                    <a:pt x="28" y="1"/>
                    <a:pt x="36" y="11"/>
                    <a:pt x="35" y="24"/>
                  </a:cubicBezTo>
                  <a:cubicBezTo>
                    <a:pt x="35" y="38"/>
                    <a:pt x="25" y="49"/>
                    <a:pt x="16" y="49"/>
                  </a:cubicBezTo>
                  <a:cubicBezTo>
                    <a:pt x="6" y="49"/>
                    <a:pt x="0" y="37"/>
                    <a:pt x="0" y="23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6" name="Freeform 487">
              <a:extLst>
                <a:ext uri="{FF2B5EF4-FFF2-40B4-BE49-F238E27FC236}">
                  <a16:creationId xmlns:a16="http://schemas.microsoft.com/office/drawing/2014/main" id="{BFB6FE40-FC1A-4865-A143-EC412EAD2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1294"/>
              <a:ext cx="81" cy="139"/>
            </a:xfrm>
            <a:custGeom>
              <a:avLst/>
              <a:gdLst>
                <a:gd name="T0" fmla="*/ 9 w 38"/>
                <a:gd name="T1" fmla="*/ 353 h 61"/>
                <a:gd name="T2" fmla="*/ 173 w 38"/>
                <a:gd name="T3" fmla="*/ 0 h 61"/>
                <a:gd name="T4" fmla="*/ 369 w 38"/>
                <a:gd name="T5" fmla="*/ 342 h 61"/>
                <a:gd name="T6" fmla="*/ 196 w 38"/>
                <a:gd name="T7" fmla="*/ 722 h 61"/>
                <a:gd name="T8" fmla="*/ 9 w 38"/>
                <a:gd name="T9" fmla="*/ 35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1">
                  <a:moveTo>
                    <a:pt x="1" y="30"/>
                  </a:moveTo>
                  <a:cubicBezTo>
                    <a:pt x="0" y="13"/>
                    <a:pt x="8" y="1"/>
                    <a:pt x="18" y="0"/>
                  </a:cubicBezTo>
                  <a:cubicBezTo>
                    <a:pt x="28" y="0"/>
                    <a:pt x="37" y="12"/>
                    <a:pt x="38" y="29"/>
                  </a:cubicBezTo>
                  <a:cubicBezTo>
                    <a:pt x="38" y="47"/>
                    <a:pt x="30" y="61"/>
                    <a:pt x="20" y="61"/>
                  </a:cubicBezTo>
                  <a:cubicBezTo>
                    <a:pt x="9" y="61"/>
                    <a:pt x="1" y="48"/>
                    <a:pt x="1" y="30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7" name="Freeform 488">
              <a:extLst>
                <a:ext uri="{FF2B5EF4-FFF2-40B4-BE49-F238E27FC236}">
                  <a16:creationId xmlns:a16="http://schemas.microsoft.com/office/drawing/2014/main" id="{A9438B0F-6E69-4348-BD1F-E9B993834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040"/>
              <a:ext cx="71" cy="123"/>
            </a:xfrm>
            <a:custGeom>
              <a:avLst/>
              <a:gdLst>
                <a:gd name="T0" fmla="*/ 9 w 33"/>
                <a:gd name="T1" fmla="*/ 342 h 54"/>
                <a:gd name="T2" fmla="*/ 129 w 33"/>
                <a:gd name="T3" fmla="*/ 11 h 54"/>
                <a:gd name="T4" fmla="*/ 318 w 33"/>
                <a:gd name="T5" fmla="*/ 305 h 54"/>
                <a:gd name="T6" fmla="*/ 189 w 33"/>
                <a:gd name="T7" fmla="*/ 638 h 54"/>
                <a:gd name="T8" fmla="*/ 9 w 33"/>
                <a:gd name="T9" fmla="*/ 34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4">
                  <a:moveTo>
                    <a:pt x="1" y="29"/>
                  </a:moveTo>
                  <a:cubicBezTo>
                    <a:pt x="0" y="15"/>
                    <a:pt x="5" y="2"/>
                    <a:pt x="13" y="1"/>
                  </a:cubicBezTo>
                  <a:cubicBezTo>
                    <a:pt x="22" y="0"/>
                    <a:pt x="30" y="11"/>
                    <a:pt x="32" y="26"/>
                  </a:cubicBezTo>
                  <a:cubicBezTo>
                    <a:pt x="33" y="41"/>
                    <a:pt x="28" y="53"/>
                    <a:pt x="19" y="54"/>
                  </a:cubicBezTo>
                  <a:cubicBezTo>
                    <a:pt x="10" y="54"/>
                    <a:pt x="3" y="44"/>
                    <a:pt x="1" y="29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8" name="Freeform 489">
              <a:extLst>
                <a:ext uri="{FF2B5EF4-FFF2-40B4-BE49-F238E27FC236}">
                  <a16:creationId xmlns:a16="http://schemas.microsoft.com/office/drawing/2014/main" id="{27A8FD82-9353-4E78-9F17-B90835559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525"/>
              <a:ext cx="77" cy="128"/>
            </a:xfrm>
            <a:custGeom>
              <a:avLst/>
              <a:gdLst>
                <a:gd name="T0" fmla="*/ 9 w 36"/>
                <a:gd name="T1" fmla="*/ 325 h 56"/>
                <a:gd name="T2" fmla="*/ 145 w 36"/>
                <a:gd name="T3" fmla="*/ 11 h 56"/>
                <a:gd name="T4" fmla="*/ 342 w 36"/>
                <a:gd name="T5" fmla="*/ 288 h 56"/>
                <a:gd name="T6" fmla="*/ 205 w 36"/>
                <a:gd name="T7" fmla="*/ 658 h 56"/>
                <a:gd name="T8" fmla="*/ 9 w 36"/>
                <a:gd name="T9" fmla="*/ 32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6">
                  <a:moveTo>
                    <a:pt x="1" y="27"/>
                  </a:moveTo>
                  <a:cubicBezTo>
                    <a:pt x="0" y="13"/>
                    <a:pt x="6" y="2"/>
                    <a:pt x="15" y="1"/>
                  </a:cubicBezTo>
                  <a:cubicBezTo>
                    <a:pt x="24" y="0"/>
                    <a:pt x="33" y="9"/>
                    <a:pt x="35" y="24"/>
                  </a:cubicBezTo>
                  <a:cubicBezTo>
                    <a:pt x="36" y="39"/>
                    <a:pt x="30" y="54"/>
                    <a:pt x="21" y="55"/>
                  </a:cubicBezTo>
                  <a:cubicBezTo>
                    <a:pt x="12" y="56"/>
                    <a:pt x="3" y="42"/>
                    <a:pt x="1" y="27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9" name="Freeform 490">
              <a:extLst>
                <a:ext uri="{FF2B5EF4-FFF2-40B4-BE49-F238E27FC236}">
                  <a16:creationId xmlns:a16="http://schemas.microsoft.com/office/drawing/2014/main" id="{345A5E70-091A-41B4-BF18-F4F702D69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3298"/>
              <a:ext cx="75" cy="132"/>
            </a:xfrm>
            <a:custGeom>
              <a:avLst/>
              <a:gdLst>
                <a:gd name="T0" fmla="*/ 19 w 35"/>
                <a:gd name="T1" fmla="*/ 332 h 58"/>
                <a:gd name="T2" fmla="*/ 216 w 35"/>
                <a:gd name="T3" fmla="*/ 11 h 58"/>
                <a:gd name="T4" fmla="*/ 326 w 35"/>
                <a:gd name="T5" fmla="*/ 389 h 58"/>
                <a:gd name="T6" fmla="*/ 129 w 35"/>
                <a:gd name="T7" fmla="*/ 674 h 58"/>
                <a:gd name="T8" fmla="*/ 19 w 35"/>
                <a:gd name="T9" fmla="*/ 33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58">
                  <a:moveTo>
                    <a:pt x="2" y="28"/>
                  </a:moveTo>
                  <a:cubicBezTo>
                    <a:pt x="4" y="13"/>
                    <a:pt x="13" y="0"/>
                    <a:pt x="22" y="1"/>
                  </a:cubicBezTo>
                  <a:cubicBezTo>
                    <a:pt x="30" y="2"/>
                    <a:pt x="35" y="18"/>
                    <a:pt x="33" y="33"/>
                  </a:cubicBezTo>
                  <a:cubicBezTo>
                    <a:pt x="30" y="48"/>
                    <a:pt x="21" y="58"/>
                    <a:pt x="13" y="57"/>
                  </a:cubicBezTo>
                  <a:cubicBezTo>
                    <a:pt x="4" y="55"/>
                    <a:pt x="0" y="43"/>
                    <a:pt x="2" y="28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0" name="Freeform 491">
              <a:extLst>
                <a:ext uri="{FF2B5EF4-FFF2-40B4-BE49-F238E27FC236}">
                  <a16:creationId xmlns:a16="http://schemas.microsoft.com/office/drawing/2014/main" id="{F7C4B174-6BCF-424C-8E0B-83083EA0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3209"/>
              <a:ext cx="75" cy="128"/>
            </a:xfrm>
            <a:custGeom>
              <a:avLst/>
              <a:gdLst>
                <a:gd name="T0" fmla="*/ 19 w 35"/>
                <a:gd name="T1" fmla="*/ 345 h 56"/>
                <a:gd name="T2" fmla="*/ 120 w 35"/>
                <a:gd name="T3" fmla="*/ 25 h 56"/>
                <a:gd name="T4" fmla="*/ 326 w 35"/>
                <a:gd name="T5" fmla="*/ 288 h 56"/>
                <a:gd name="T6" fmla="*/ 206 w 35"/>
                <a:gd name="T7" fmla="*/ 658 h 56"/>
                <a:gd name="T8" fmla="*/ 19 w 35"/>
                <a:gd name="T9" fmla="*/ 34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56">
                  <a:moveTo>
                    <a:pt x="2" y="29"/>
                  </a:moveTo>
                  <a:cubicBezTo>
                    <a:pt x="0" y="14"/>
                    <a:pt x="4" y="3"/>
                    <a:pt x="12" y="2"/>
                  </a:cubicBezTo>
                  <a:cubicBezTo>
                    <a:pt x="21" y="0"/>
                    <a:pt x="30" y="9"/>
                    <a:pt x="33" y="24"/>
                  </a:cubicBezTo>
                  <a:cubicBezTo>
                    <a:pt x="35" y="38"/>
                    <a:pt x="30" y="53"/>
                    <a:pt x="21" y="55"/>
                  </a:cubicBezTo>
                  <a:cubicBezTo>
                    <a:pt x="13" y="56"/>
                    <a:pt x="5" y="43"/>
                    <a:pt x="2" y="29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1" name="Freeform 492">
              <a:extLst>
                <a:ext uri="{FF2B5EF4-FFF2-40B4-BE49-F238E27FC236}">
                  <a16:creationId xmlns:a16="http://schemas.microsoft.com/office/drawing/2014/main" id="{2CF6BAD5-1B61-423F-9175-DE87BA05A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781"/>
              <a:ext cx="79" cy="128"/>
            </a:xfrm>
            <a:custGeom>
              <a:avLst/>
              <a:gdLst>
                <a:gd name="T0" fmla="*/ 19 w 37"/>
                <a:gd name="T1" fmla="*/ 370 h 56"/>
                <a:gd name="T2" fmla="*/ 128 w 37"/>
                <a:gd name="T3" fmla="*/ 11 h 56"/>
                <a:gd name="T4" fmla="*/ 342 w 37"/>
                <a:gd name="T5" fmla="*/ 309 h 56"/>
                <a:gd name="T6" fmla="*/ 214 w 37"/>
                <a:gd name="T7" fmla="*/ 642 h 56"/>
                <a:gd name="T8" fmla="*/ 19 w 37"/>
                <a:gd name="T9" fmla="*/ 37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6">
                  <a:moveTo>
                    <a:pt x="2" y="31"/>
                  </a:moveTo>
                  <a:cubicBezTo>
                    <a:pt x="0" y="17"/>
                    <a:pt x="5" y="2"/>
                    <a:pt x="13" y="1"/>
                  </a:cubicBezTo>
                  <a:cubicBezTo>
                    <a:pt x="22" y="0"/>
                    <a:pt x="32" y="11"/>
                    <a:pt x="35" y="26"/>
                  </a:cubicBezTo>
                  <a:cubicBezTo>
                    <a:pt x="37" y="40"/>
                    <a:pt x="31" y="53"/>
                    <a:pt x="22" y="54"/>
                  </a:cubicBezTo>
                  <a:cubicBezTo>
                    <a:pt x="14" y="56"/>
                    <a:pt x="5" y="46"/>
                    <a:pt x="2" y="31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2" name="Freeform 493">
              <a:extLst>
                <a:ext uri="{FF2B5EF4-FFF2-40B4-BE49-F238E27FC236}">
                  <a16:creationId xmlns:a16="http://schemas.microsoft.com/office/drawing/2014/main" id="{106F463F-2767-407C-A621-AFAFF4010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3556"/>
              <a:ext cx="86" cy="146"/>
            </a:xfrm>
            <a:custGeom>
              <a:avLst/>
              <a:gdLst>
                <a:gd name="T0" fmla="*/ 9 w 40"/>
                <a:gd name="T1" fmla="*/ 370 h 64"/>
                <a:gd name="T2" fmla="*/ 226 w 40"/>
                <a:gd name="T3" fmla="*/ 0 h 64"/>
                <a:gd name="T4" fmla="*/ 389 w 40"/>
                <a:gd name="T5" fmla="*/ 406 h 64"/>
                <a:gd name="T6" fmla="*/ 181 w 40"/>
                <a:gd name="T7" fmla="*/ 751 h 64"/>
                <a:gd name="T8" fmla="*/ 9 w 40"/>
                <a:gd name="T9" fmla="*/ 37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4">
                  <a:moveTo>
                    <a:pt x="1" y="31"/>
                  </a:moveTo>
                  <a:cubicBezTo>
                    <a:pt x="2" y="13"/>
                    <a:pt x="13" y="0"/>
                    <a:pt x="23" y="0"/>
                  </a:cubicBezTo>
                  <a:cubicBezTo>
                    <a:pt x="33" y="1"/>
                    <a:pt x="40" y="16"/>
                    <a:pt x="39" y="34"/>
                  </a:cubicBezTo>
                  <a:cubicBezTo>
                    <a:pt x="37" y="51"/>
                    <a:pt x="29" y="64"/>
                    <a:pt x="18" y="63"/>
                  </a:cubicBezTo>
                  <a:cubicBezTo>
                    <a:pt x="8" y="62"/>
                    <a:pt x="0" y="49"/>
                    <a:pt x="1" y="31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3" name="Freeform 494">
              <a:extLst>
                <a:ext uri="{FF2B5EF4-FFF2-40B4-BE49-F238E27FC236}">
                  <a16:creationId xmlns:a16="http://schemas.microsoft.com/office/drawing/2014/main" id="{EF49D6DB-26CE-4F67-878D-5F64D0326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872"/>
              <a:ext cx="109" cy="148"/>
            </a:xfrm>
            <a:custGeom>
              <a:avLst/>
              <a:gdLst>
                <a:gd name="T0" fmla="*/ 9 w 51"/>
                <a:gd name="T1" fmla="*/ 398 h 65"/>
                <a:gd name="T2" fmla="*/ 224 w 51"/>
                <a:gd name="T3" fmla="*/ 11 h 65"/>
                <a:gd name="T4" fmla="*/ 498 w 51"/>
                <a:gd name="T5" fmla="*/ 389 h 65"/>
                <a:gd name="T6" fmla="*/ 256 w 51"/>
                <a:gd name="T7" fmla="*/ 756 h 65"/>
                <a:gd name="T8" fmla="*/ 9 w 51"/>
                <a:gd name="T9" fmla="*/ 39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65">
                  <a:moveTo>
                    <a:pt x="1" y="34"/>
                  </a:moveTo>
                  <a:cubicBezTo>
                    <a:pt x="0" y="17"/>
                    <a:pt x="10" y="1"/>
                    <a:pt x="23" y="1"/>
                  </a:cubicBezTo>
                  <a:cubicBezTo>
                    <a:pt x="37" y="0"/>
                    <a:pt x="50" y="16"/>
                    <a:pt x="51" y="33"/>
                  </a:cubicBezTo>
                  <a:cubicBezTo>
                    <a:pt x="51" y="50"/>
                    <a:pt x="39" y="64"/>
                    <a:pt x="26" y="64"/>
                  </a:cubicBezTo>
                  <a:cubicBezTo>
                    <a:pt x="13" y="65"/>
                    <a:pt x="1" y="51"/>
                    <a:pt x="1" y="34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4" name="Freeform 495">
              <a:extLst>
                <a:ext uri="{FF2B5EF4-FFF2-40B4-BE49-F238E27FC236}">
                  <a16:creationId xmlns:a16="http://schemas.microsoft.com/office/drawing/2014/main" id="{F543AED4-6CCA-4ACC-B991-05F491FA6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60"/>
              <a:ext cx="97" cy="176"/>
            </a:xfrm>
            <a:custGeom>
              <a:avLst/>
              <a:gdLst>
                <a:gd name="T0" fmla="*/ 0 w 45"/>
                <a:gd name="T1" fmla="*/ 475 h 77"/>
                <a:gd name="T2" fmla="*/ 41 w 45"/>
                <a:gd name="T3" fmla="*/ 178 h 77"/>
                <a:gd name="T4" fmla="*/ 209 w 45"/>
                <a:gd name="T5" fmla="*/ 0 h 77"/>
                <a:gd name="T6" fmla="*/ 390 w 45"/>
                <a:gd name="T7" fmla="*/ 194 h 77"/>
                <a:gd name="T8" fmla="*/ 442 w 45"/>
                <a:gd name="T9" fmla="*/ 464 h 77"/>
                <a:gd name="T10" fmla="*/ 233 w 45"/>
                <a:gd name="T11" fmla="*/ 919 h 77"/>
                <a:gd name="T12" fmla="*/ 0 w 45"/>
                <a:gd name="T13" fmla="*/ 475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7">
                  <a:moveTo>
                    <a:pt x="0" y="40"/>
                  </a:moveTo>
                  <a:cubicBezTo>
                    <a:pt x="0" y="31"/>
                    <a:pt x="1" y="22"/>
                    <a:pt x="4" y="15"/>
                  </a:cubicBezTo>
                  <a:cubicBezTo>
                    <a:pt x="7" y="5"/>
                    <a:pt x="14" y="1"/>
                    <a:pt x="21" y="0"/>
                  </a:cubicBezTo>
                  <a:cubicBezTo>
                    <a:pt x="28" y="0"/>
                    <a:pt x="35" y="6"/>
                    <a:pt x="39" y="16"/>
                  </a:cubicBezTo>
                  <a:cubicBezTo>
                    <a:pt x="42" y="22"/>
                    <a:pt x="44" y="30"/>
                    <a:pt x="44" y="39"/>
                  </a:cubicBezTo>
                  <a:cubicBezTo>
                    <a:pt x="45" y="60"/>
                    <a:pt x="35" y="76"/>
                    <a:pt x="23" y="77"/>
                  </a:cubicBezTo>
                  <a:cubicBezTo>
                    <a:pt x="12" y="77"/>
                    <a:pt x="1" y="62"/>
                    <a:pt x="0" y="40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5" name="Freeform 496">
              <a:extLst>
                <a:ext uri="{FF2B5EF4-FFF2-40B4-BE49-F238E27FC236}">
                  <a16:creationId xmlns:a16="http://schemas.microsoft.com/office/drawing/2014/main" id="{C7540C46-83D7-4B5B-B2D3-7392C9098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962"/>
              <a:ext cx="70" cy="142"/>
            </a:xfrm>
            <a:custGeom>
              <a:avLst/>
              <a:gdLst>
                <a:gd name="T0" fmla="*/ 0 w 33"/>
                <a:gd name="T1" fmla="*/ 382 h 62"/>
                <a:gd name="T2" fmla="*/ 136 w 33"/>
                <a:gd name="T3" fmla="*/ 11 h 62"/>
                <a:gd name="T4" fmla="*/ 305 w 33"/>
                <a:gd name="T5" fmla="*/ 373 h 62"/>
                <a:gd name="T6" fmla="*/ 153 w 33"/>
                <a:gd name="T7" fmla="*/ 735 h 62"/>
                <a:gd name="T8" fmla="*/ 0 w 33"/>
                <a:gd name="T9" fmla="*/ 38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2">
                  <a:moveTo>
                    <a:pt x="0" y="32"/>
                  </a:moveTo>
                  <a:cubicBezTo>
                    <a:pt x="0" y="15"/>
                    <a:pt x="5" y="1"/>
                    <a:pt x="14" y="1"/>
                  </a:cubicBezTo>
                  <a:cubicBezTo>
                    <a:pt x="24" y="0"/>
                    <a:pt x="32" y="14"/>
                    <a:pt x="32" y="31"/>
                  </a:cubicBezTo>
                  <a:cubicBezTo>
                    <a:pt x="33" y="48"/>
                    <a:pt x="26" y="61"/>
                    <a:pt x="16" y="61"/>
                  </a:cubicBezTo>
                  <a:cubicBezTo>
                    <a:pt x="7" y="62"/>
                    <a:pt x="1" y="49"/>
                    <a:pt x="0" y="32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6" name="Freeform 497">
              <a:extLst>
                <a:ext uri="{FF2B5EF4-FFF2-40B4-BE49-F238E27FC236}">
                  <a16:creationId xmlns:a16="http://schemas.microsoft.com/office/drawing/2014/main" id="{346CEED1-FEA2-4AFA-A321-54780AAD7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824"/>
              <a:ext cx="97" cy="178"/>
            </a:xfrm>
            <a:custGeom>
              <a:avLst/>
              <a:gdLst>
                <a:gd name="T0" fmla="*/ 9 w 45"/>
                <a:gd name="T1" fmla="*/ 463 h 78"/>
                <a:gd name="T2" fmla="*/ 69 w 45"/>
                <a:gd name="T3" fmla="*/ 192 h 78"/>
                <a:gd name="T4" fmla="*/ 218 w 45"/>
                <a:gd name="T5" fmla="*/ 0 h 78"/>
                <a:gd name="T6" fmla="*/ 422 w 45"/>
                <a:gd name="T7" fmla="*/ 167 h 78"/>
                <a:gd name="T8" fmla="*/ 451 w 45"/>
                <a:gd name="T9" fmla="*/ 454 h 78"/>
                <a:gd name="T10" fmla="*/ 399 w 45"/>
                <a:gd name="T11" fmla="*/ 735 h 78"/>
                <a:gd name="T12" fmla="*/ 250 w 45"/>
                <a:gd name="T13" fmla="*/ 927 h 78"/>
                <a:gd name="T14" fmla="*/ 69 w 45"/>
                <a:gd name="T15" fmla="*/ 751 h 78"/>
                <a:gd name="T16" fmla="*/ 9 w 45"/>
                <a:gd name="T17" fmla="*/ 463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78">
                  <a:moveTo>
                    <a:pt x="1" y="39"/>
                  </a:moveTo>
                  <a:cubicBezTo>
                    <a:pt x="0" y="30"/>
                    <a:pt x="4" y="23"/>
                    <a:pt x="7" y="16"/>
                  </a:cubicBezTo>
                  <a:cubicBezTo>
                    <a:pt x="11" y="7"/>
                    <a:pt x="15" y="1"/>
                    <a:pt x="22" y="0"/>
                  </a:cubicBezTo>
                  <a:cubicBezTo>
                    <a:pt x="29" y="0"/>
                    <a:pt x="37" y="5"/>
                    <a:pt x="42" y="14"/>
                  </a:cubicBezTo>
                  <a:cubicBezTo>
                    <a:pt x="45" y="20"/>
                    <a:pt x="45" y="29"/>
                    <a:pt x="45" y="38"/>
                  </a:cubicBezTo>
                  <a:cubicBezTo>
                    <a:pt x="45" y="47"/>
                    <a:pt x="43" y="55"/>
                    <a:pt x="40" y="62"/>
                  </a:cubicBezTo>
                  <a:cubicBezTo>
                    <a:pt x="36" y="71"/>
                    <a:pt x="31" y="78"/>
                    <a:pt x="25" y="78"/>
                  </a:cubicBezTo>
                  <a:cubicBezTo>
                    <a:pt x="17" y="78"/>
                    <a:pt x="12" y="72"/>
                    <a:pt x="7" y="63"/>
                  </a:cubicBezTo>
                  <a:cubicBezTo>
                    <a:pt x="4" y="56"/>
                    <a:pt x="1" y="48"/>
                    <a:pt x="1" y="39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7" name="Freeform 498">
              <a:extLst>
                <a:ext uri="{FF2B5EF4-FFF2-40B4-BE49-F238E27FC236}">
                  <a16:creationId xmlns:a16="http://schemas.microsoft.com/office/drawing/2014/main" id="{158627E4-73D9-4FB1-96A6-5B6239D1B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339"/>
              <a:ext cx="79" cy="140"/>
            </a:xfrm>
            <a:custGeom>
              <a:avLst/>
              <a:gdLst>
                <a:gd name="T0" fmla="*/ 9 w 37"/>
                <a:gd name="T1" fmla="*/ 386 h 61"/>
                <a:gd name="T2" fmla="*/ 164 w 37"/>
                <a:gd name="T3" fmla="*/ 11 h 61"/>
                <a:gd name="T4" fmla="*/ 350 w 37"/>
                <a:gd name="T5" fmla="*/ 374 h 61"/>
                <a:gd name="T6" fmla="*/ 188 w 37"/>
                <a:gd name="T7" fmla="*/ 737 h 61"/>
                <a:gd name="T8" fmla="*/ 9 w 37"/>
                <a:gd name="T9" fmla="*/ 38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1">
                  <a:moveTo>
                    <a:pt x="1" y="32"/>
                  </a:moveTo>
                  <a:cubicBezTo>
                    <a:pt x="0" y="16"/>
                    <a:pt x="8" y="1"/>
                    <a:pt x="17" y="1"/>
                  </a:cubicBezTo>
                  <a:cubicBezTo>
                    <a:pt x="27" y="0"/>
                    <a:pt x="36" y="15"/>
                    <a:pt x="36" y="31"/>
                  </a:cubicBezTo>
                  <a:cubicBezTo>
                    <a:pt x="37" y="47"/>
                    <a:pt x="28" y="60"/>
                    <a:pt x="19" y="61"/>
                  </a:cubicBezTo>
                  <a:cubicBezTo>
                    <a:pt x="10" y="61"/>
                    <a:pt x="1" y="48"/>
                    <a:pt x="1" y="32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8" name="Freeform 499">
              <a:extLst>
                <a:ext uri="{FF2B5EF4-FFF2-40B4-BE49-F238E27FC236}">
                  <a16:creationId xmlns:a16="http://schemas.microsoft.com/office/drawing/2014/main" id="{1CEE9A28-C0ED-4AD7-A1B5-804F51476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029"/>
              <a:ext cx="57" cy="138"/>
            </a:xfrm>
            <a:custGeom>
              <a:avLst/>
              <a:gdLst>
                <a:gd name="T0" fmla="*/ 0 w 27"/>
                <a:gd name="T1" fmla="*/ 646 h 60"/>
                <a:gd name="T2" fmla="*/ 103 w 27"/>
                <a:gd name="T3" fmla="*/ 720 h 60"/>
                <a:gd name="T4" fmla="*/ 253 w 27"/>
                <a:gd name="T5" fmla="*/ 354 h 60"/>
                <a:gd name="T6" fmla="*/ 84 w 27"/>
                <a:gd name="T7" fmla="*/ 0 h 60"/>
                <a:gd name="T8" fmla="*/ 0 w 27"/>
                <a:gd name="T9" fmla="*/ 64 h 60"/>
                <a:gd name="T10" fmla="*/ 0 w 27"/>
                <a:gd name="T11" fmla="*/ 646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0">
                  <a:moveTo>
                    <a:pt x="0" y="53"/>
                  </a:moveTo>
                  <a:cubicBezTo>
                    <a:pt x="3" y="57"/>
                    <a:pt x="7" y="60"/>
                    <a:pt x="11" y="59"/>
                  </a:cubicBezTo>
                  <a:cubicBezTo>
                    <a:pt x="21" y="59"/>
                    <a:pt x="27" y="45"/>
                    <a:pt x="27" y="29"/>
                  </a:cubicBezTo>
                  <a:cubicBezTo>
                    <a:pt x="26" y="13"/>
                    <a:pt x="19" y="0"/>
                    <a:pt x="9" y="0"/>
                  </a:cubicBezTo>
                  <a:cubicBezTo>
                    <a:pt x="6" y="0"/>
                    <a:pt x="3" y="2"/>
                    <a:pt x="0" y="5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9" name="Freeform 500">
              <a:extLst>
                <a:ext uri="{FF2B5EF4-FFF2-40B4-BE49-F238E27FC236}">
                  <a16:creationId xmlns:a16="http://schemas.microsoft.com/office/drawing/2014/main" id="{99E0A920-5059-4D11-ACAE-3AEA4D062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775"/>
              <a:ext cx="96" cy="84"/>
            </a:xfrm>
            <a:custGeom>
              <a:avLst/>
              <a:gdLst>
                <a:gd name="T0" fmla="*/ 241 w 45"/>
                <a:gd name="T1" fmla="*/ 422 h 37"/>
                <a:gd name="T2" fmla="*/ 437 w 45"/>
                <a:gd name="T3" fmla="*/ 0 h 37"/>
                <a:gd name="T4" fmla="*/ 0 w 45"/>
                <a:gd name="T5" fmla="*/ 0 h 37"/>
                <a:gd name="T6" fmla="*/ 241 w 45"/>
                <a:gd name="T7" fmla="*/ 42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7">
                  <a:moveTo>
                    <a:pt x="25" y="36"/>
                  </a:moveTo>
                  <a:cubicBezTo>
                    <a:pt x="36" y="36"/>
                    <a:pt x="45" y="20"/>
                    <a:pt x="4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1"/>
                    <a:pt x="13" y="37"/>
                    <a:pt x="25" y="36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0" name="Freeform 501">
              <a:extLst>
                <a:ext uri="{FF2B5EF4-FFF2-40B4-BE49-F238E27FC236}">
                  <a16:creationId xmlns:a16="http://schemas.microsoft.com/office/drawing/2014/main" id="{F3FA2047-2081-4B26-8658-34809EE62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686"/>
              <a:ext cx="88" cy="69"/>
            </a:xfrm>
            <a:custGeom>
              <a:avLst/>
              <a:gdLst>
                <a:gd name="T0" fmla="*/ 0 w 41"/>
                <a:gd name="T1" fmla="*/ 366 h 30"/>
                <a:gd name="T2" fmla="*/ 406 w 41"/>
                <a:gd name="T3" fmla="*/ 366 h 30"/>
                <a:gd name="T4" fmla="*/ 189 w 41"/>
                <a:gd name="T5" fmla="*/ 0 h 30"/>
                <a:gd name="T6" fmla="*/ 0 w 41"/>
                <a:gd name="T7" fmla="*/ 36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0">
                  <a:moveTo>
                    <a:pt x="0" y="30"/>
                  </a:moveTo>
                  <a:cubicBezTo>
                    <a:pt x="41" y="30"/>
                    <a:pt x="41" y="30"/>
                    <a:pt x="41" y="30"/>
                  </a:cubicBezTo>
                  <a:cubicBezTo>
                    <a:pt x="39" y="12"/>
                    <a:pt x="29" y="0"/>
                    <a:pt x="19" y="0"/>
                  </a:cubicBezTo>
                  <a:cubicBezTo>
                    <a:pt x="9" y="1"/>
                    <a:pt x="1" y="13"/>
                    <a:pt x="0" y="30"/>
                  </a:cubicBezTo>
                  <a:close/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1" name="Freeform 502">
              <a:extLst>
                <a:ext uri="{FF2B5EF4-FFF2-40B4-BE49-F238E27FC236}">
                  <a16:creationId xmlns:a16="http://schemas.microsoft.com/office/drawing/2014/main" id="{F5124542-4077-4D37-9E16-92574D20A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548"/>
              <a:ext cx="47" cy="64"/>
            </a:xfrm>
            <a:custGeom>
              <a:avLst/>
              <a:gdLst>
                <a:gd name="T0" fmla="*/ 77 w 22"/>
                <a:gd name="T1" fmla="*/ 25 h 28"/>
                <a:gd name="T2" fmla="*/ 120 w 22"/>
                <a:gd name="T3" fmla="*/ 334 h 28"/>
                <a:gd name="T4" fmla="*/ 214 w 22"/>
                <a:gd name="T5" fmla="*/ 121 h 28"/>
                <a:gd name="T6" fmla="*/ 156 w 22"/>
                <a:gd name="T7" fmla="*/ 0 h 28"/>
                <a:gd name="T8" fmla="*/ 128 w 22"/>
                <a:gd name="T9" fmla="*/ 3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8" y="2"/>
                  </a:moveTo>
                  <a:cubicBezTo>
                    <a:pt x="0" y="9"/>
                    <a:pt x="1" y="25"/>
                    <a:pt x="12" y="28"/>
                  </a:cubicBezTo>
                  <a:cubicBezTo>
                    <a:pt x="14" y="21"/>
                    <a:pt x="14" y="12"/>
                    <a:pt x="22" y="10"/>
                  </a:cubicBezTo>
                  <a:cubicBezTo>
                    <a:pt x="21" y="7"/>
                    <a:pt x="19" y="3"/>
                    <a:pt x="16" y="0"/>
                  </a:cubicBezTo>
                  <a:cubicBezTo>
                    <a:pt x="13" y="0"/>
                    <a:pt x="14" y="2"/>
                    <a:pt x="13" y="3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2" name="Freeform 503">
              <a:extLst>
                <a:ext uri="{FF2B5EF4-FFF2-40B4-BE49-F238E27FC236}">
                  <a16:creationId xmlns:a16="http://schemas.microsoft.com/office/drawing/2014/main" id="{790F69C0-9563-434A-92E6-E30E8ED80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164"/>
              <a:ext cx="66" cy="78"/>
            </a:xfrm>
            <a:custGeom>
              <a:avLst/>
              <a:gdLst>
                <a:gd name="T0" fmla="*/ 153 w 31"/>
                <a:gd name="T1" fmla="*/ 0 h 34"/>
                <a:gd name="T2" fmla="*/ 49 w 31"/>
                <a:gd name="T3" fmla="*/ 411 h 34"/>
                <a:gd name="T4" fmla="*/ 204 w 31"/>
                <a:gd name="T5" fmla="*/ 4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4">
                  <a:moveTo>
                    <a:pt x="16" y="0"/>
                  </a:moveTo>
                  <a:cubicBezTo>
                    <a:pt x="3" y="4"/>
                    <a:pt x="0" y="24"/>
                    <a:pt x="5" y="34"/>
                  </a:cubicBezTo>
                  <a:cubicBezTo>
                    <a:pt x="13" y="31"/>
                    <a:pt x="31" y="12"/>
                    <a:pt x="21" y="4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3" name="Freeform 504">
              <a:extLst>
                <a:ext uri="{FF2B5EF4-FFF2-40B4-BE49-F238E27FC236}">
                  <a16:creationId xmlns:a16="http://schemas.microsoft.com/office/drawing/2014/main" id="{A356C76F-D98E-4006-A618-141525EB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899"/>
              <a:ext cx="52" cy="89"/>
            </a:xfrm>
            <a:custGeom>
              <a:avLst/>
              <a:gdLst>
                <a:gd name="T0" fmla="*/ 165 w 24"/>
                <a:gd name="T1" fmla="*/ 0 h 39"/>
                <a:gd name="T2" fmla="*/ 202 w 24"/>
                <a:gd name="T3" fmla="*/ 297 h 39"/>
                <a:gd name="T4" fmla="*/ 202 w 24"/>
                <a:gd name="T5" fmla="*/ 3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9">
                  <a:moveTo>
                    <a:pt x="16" y="0"/>
                  </a:moveTo>
                  <a:cubicBezTo>
                    <a:pt x="0" y="11"/>
                    <a:pt x="8" y="39"/>
                    <a:pt x="20" y="25"/>
                  </a:cubicBezTo>
                  <a:cubicBezTo>
                    <a:pt x="24" y="20"/>
                    <a:pt x="22" y="6"/>
                    <a:pt x="20" y="3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4" name="Freeform 505">
              <a:extLst>
                <a:ext uri="{FF2B5EF4-FFF2-40B4-BE49-F238E27FC236}">
                  <a16:creationId xmlns:a16="http://schemas.microsoft.com/office/drawing/2014/main" id="{7810AF4C-7BEB-4A6A-ADAD-CCAC45BA5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646"/>
              <a:ext cx="54" cy="73"/>
            </a:xfrm>
            <a:custGeom>
              <a:avLst/>
              <a:gdLst>
                <a:gd name="T0" fmla="*/ 140 w 25"/>
                <a:gd name="T1" fmla="*/ 25 h 32"/>
                <a:gd name="T2" fmla="*/ 140 w 25"/>
                <a:gd name="T3" fmla="*/ 381 h 32"/>
                <a:gd name="T4" fmla="*/ 253 w 25"/>
                <a:gd name="T5" fmla="*/ 11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2">
                  <a:moveTo>
                    <a:pt x="14" y="2"/>
                  </a:moveTo>
                  <a:cubicBezTo>
                    <a:pt x="0" y="0"/>
                    <a:pt x="9" y="26"/>
                    <a:pt x="14" y="32"/>
                  </a:cubicBezTo>
                  <a:cubicBezTo>
                    <a:pt x="15" y="23"/>
                    <a:pt x="15" y="12"/>
                    <a:pt x="25" y="9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5" name="Freeform 506">
              <a:extLst>
                <a:ext uri="{FF2B5EF4-FFF2-40B4-BE49-F238E27FC236}">
                  <a16:creationId xmlns:a16="http://schemas.microsoft.com/office/drawing/2014/main" id="{FBB721D8-F2FD-436E-AC0F-4D10590AE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14"/>
              <a:ext cx="45" cy="66"/>
            </a:xfrm>
            <a:custGeom>
              <a:avLst/>
              <a:gdLst>
                <a:gd name="T0" fmla="*/ 120 w 21"/>
                <a:gd name="T1" fmla="*/ 0 h 29"/>
                <a:gd name="T2" fmla="*/ 88 w 21"/>
                <a:gd name="T3" fmla="*/ 341 h 29"/>
                <a:gd name="T4" fmla="*/ 156 w 21"/>
                <a:gd name="T5" fmla="*/ 93 h 29"/>
                <a:gd name="T6" fmla="*/ 206 w 21"/>
                <a:gd name="T7" fmla="*/ 4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9">
                  <a:moveTo>
                    <a:pt x="12" y="0"/>
                  </a:moveTo>
                  <a:cubicBezTo>
                    <a:pt x="3" y="7"/>
                    <a:pt x="0" y="21"/>
                    <a:pt x="9" y="29"/>
                  </a:cubicBezTo>
                  <a:cubicBezTo>
                    <a:pt x="13" y="23"/>
                    <a:pt x="12" y="15"/>
                    <a:pt x="16" y="8"/>
                  </a:cubicBezTo>
                  <a:cubicBezTo>
                    <a:pt x="18" y="6"/>
                    <a:pt x="20" y="6"/>
                    <a:pt x="21" y="4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6" name="Freeform 507">
              <a:extLst>
                <a:ext uri="{FF2B5EF4-FFF2-40B4-BE49-F238E27FC236}">
                  <a16:creationId xmlns:a16="http://schemas.microsoft.com/office/drawing/2014/main" id="{F76D8D01-E5C8-46AD-AB3F-6DD39870E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842"/>
              <a:ext cx="66" cy="96"/>
            </a:xfrm>
            <a:custGeom>
              <a:avLst/>
              <a:gdLst>
                <a:gd name="T0" fmla="*/ 164 w 31"/>
                <a:gd name="T1" fmla="*/ 48 h 42"/>
                <a:gd name="T2" fmla="*/ 9 w 31"/>
                <a:gd name="T3" fmla="*/ 334 h 42"/>
                <a:gd name="T4" fmla="*/ 104 w 31"/>
                <a:gd name="T5" fmla="*/ 501 h 42"/>
                <a:gd name="T6" fmla="*/ 290 w 31"/>
                <a:gd name="T7" fmla="*/ 130 h 42"/>
                <a:gd name="T8" fmla="*/ 221 w 31"/>
                <a:gd name="T9" fmla="*/ 3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2">
                  <a:moveTo>
                    <a:pt x="17" y="4"/>
                  </a:moveTo>
                  <a:cubicBezTo>
                    <a:pt x="10" y="6"/>
                    <a:pt x="0" y="20"/>
                    <a:pt x="1" y="28"/>
                  </a:cubicBezTo>
                  <a:cubicBezTo>
                    <a:pt x="2" y="34"/>
                    <a:pt x="10" y="35"/>
                    <a:pt x="11" y="42"/>
                  </a:cubicBezTo>
                  <a:cubicBezTo>
                    <a:pt x="16" y="32"/>
                    <a:pt x="14" y="9"/>
                    <a:pt x="30" y="11"/>
                  </a:cubicBezTo>
                  <a:cubicBezTo>
                    <a:pt x="31" y="4"/>
                    <a:pt x="29" y="0"/>
                    <a:pt x="23" y="3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7" name="Freeform 508">
              <a:extLst>
                <a:ext uri="{FF2B5EF4-FFF2-40B4-BE49-F238E27FC236}">
                  <a16:creationId xmlns:a16="http://schemas.microsoft.com/office/drawing/2014/main" id="{43F540D8-B819-428B-B1F9-3A080C8AE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2283"/>
              <a:ext cx="73" cy="98"/>
            </a:xfrm>
            <a:custGeom>
              <a:avLst/>
              <a:gdLst>
                <a:gd name="T0" fmla="*/ 148 w 34"/>
                <a:gd name="T1" fmla="*/ 25 h 43"/>
                <a:gd name="T2" fmla="*/ 97 w 34"/>
                <a:gd name="T3" fmla="*/ 508 h 43"/>
                <a:gd name="T4" fmla="*/ 326 w 34"/>
                <a:gd name="T5" fmla="*/ 248 h 43"/>
                <a:gd name="T6" fmla="*/ 208 w 34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3">
                  <a:moveTo>
                    <a:pt x="15" y="2"/>
                  </a:moveTo>
                  <a:cubicBezTo>
                    <a:pt x="0" y="7"/>
                    <a:pt x="6" y="32"/>
                    <a:pt x="10" y="43"/>
                  </a:cubicBezTo>
                  <a:cubicBezTo>
                    <a:pt x="16" y="32"/>
                    <a:pt x="14" y="6"/>
                    <a:pt x="33" y="21"/>
                  </a:cubicBezTo>
                  <a:cubicBezTo>
                    <a:pt x="34" y="13"/>
                    <a:pt x="28" y="5"/>
                    <a:pt x="21" y="0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8" name="Freeform 509">
              <a:extLst>
                <a:ext uri="{FF2B5EF4-FFF2-40B4-BE49-F238E27FC236}">
                  <a16:creationId xmlns:a16="http://schemas.microsoft.com/office/drawing/2014/main" id="{D76EF908-ECE2-4573-B57F-C2AFA3021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811"/>
              <a:ext cx="52" cy="53"/>
            </a:xfrm>
            <a:custGeom>
              <a:avLst/>
              <a:gdLst>
                <a:gd name="T0" fmla="*/ 113 w 24"/>
                <a:gd name="T1" fmla="*/ 0 h 23"/>
                <a:gd name="T2" fmla="*/ 156 w 24"/>
                <a:gd name="T3" fmla="*/ 281 h 23"/>
                <a:gd name="T4" fmla="*/ 245 w 24"/>
                <a:gd name="T5" fmla="*/ 12 h 23"/>
                <a:gd name="T6" fmla="*/ 202 w 24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3">
                  <a:moveTo>
                    <a:pt x="11" y="0"/>
                  </a:moveTo>
                  <a:cubicBezTo>
                    <a:pt x="0" y="4"/>
                    <a:pt x="6" y="21"/>
                    <a:pt x="15" y="23"/>
                  </a:cubicBezTo>
                  <a:cubicBezTo>
                    <a:pt x="21" y="16"/>
                    <a:pt x="13" y="5"/>
                    <a:pt x="24" y="1"/>
                  </a:cubicBezTo>
                  <a:cubicBezTo>
                    <a:pt x="23" y="0"/>
                    <a:pt x="22" y="1"/>
                    <a:pt x="20" y="0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9" name="Freeform 510">
              <a:extLst>
                <a:ext uri="{FF2B5EF4-FFF2-40B4-BE49-F238E27FC236}">
                  <a16:creationId xmlns:a16="http://schemas.microsoft.com/office/drawing/2014/main" id="{6CF80AE6-2B29-477D-80E6-77891D90A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848"/>
              <a:ext cx="66" cy="75"/>
            </a:xfrm>
            <a:custGeom>
              <a:avLst/>
              <a:gdLst>
                <a:gd name="T0" fmla="*/ 172 w 31"/>
                <a:gd name="T1" fmla="*/ 0 h 33"/>
                <a:gd name="T2" fmla="*/ 96 w 31"/>
                <a:gd name="T3" fmla="*/ 330 h 33"/>
                <a:gd name="T4" fmla="*/ 204 w 31"/>
                <a:gd name="T5" fmla="*/ 155 h 33"/>
                <a:gd name="T6" fmla="*/ 281 w 31"/>
                <a:gd name="T7" fmla="*/ 186 h 33"/>
                <a:gd name="T8" fmla="*/ 241 w 31"/>
                <a:gd name="T9" fmla="*/ 4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18" y="0"/>
                  </a:moveTo>
                  <a:cubicBezTo>
                    <a:pt x="15" y="5"/>
                    <a:pt x="0" y="22"/>
                    <a:pt x="10" y="28"/>
                  </a:cubicBezTo>
                  <a:cubicBezTo>
                    <a:pt x="18" y="33"/>
                    <a:pt x="19" y="18"/>
                    <a:pt x="21" y="13"/>
                  </a:cubicBezTo>
                  <a:cubicBezTo>
                    <a:pt x="23" y="15"/>
                    <a:pt x="27" y="15"/>
                    <a:pt x="29" y="16"/>
                  </a:cubicBezTo>
                  <a:cubicBezTo>
                    <a:pt x="31" y="12"/>
                    <a:pt x="29" y="7"/>
                    <a:pt x="25" y="4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0" name="Freeform 511">
              <a:extLst>
                <a:ext uri="{FF2B5EF4-FFF2-40B4-BE49-F238E27FC236}">
                  <a16:creationId xmlns:a16="http://schemas.microsoft.com/office/drawing/2014/main" id="{2185B2E9-C9E1-48FB-9331-2878634C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564"/>
              <a:ext cx="58" cy="67"/>
            </a:xfrm>
            <a:custGeom>
              <a:avLst/>
              <a:gdLst>
                <a:gd name="T0" fmla="*/ 157 w 27"/>
                <a:gd name="T1" fmla="*/ 0 h 29"/>
                <a:gd name="T2" fmla="*/ 97 w 27"/>
                <a:gd name="T3" fmla="*/ 358 h 29"/>
                <a:gd name="T4" fmla="*/ 189 w 27"/>
                <a:gd name="T5" fmla="*/ 159 h 29"/>
                <a:gd name="T6" fmla="*/ 258 w 27"/>
                <a:gd name="T7" fmla="*/ 196 h 29"/>
                <a:gd name="T8" fmla="*/ 249 w 27"/>
                <a:gd name="T9" fmla="*/ 4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9">
                  <a:moveTo>
                    <a:pt x="16" y="0"/>
                  </a:moveTo>
                  <a:cubicBezTo>
                    <a:pt x="6" y="5"/>
                    <a:pt x="0" y="23"/>
                    <a:pt x="10" y="29"/>
                  </a:cubicBezTo>
                  <a:cubicBezTo>
                    <a:pt x="15" y="25"/>
                    <a:pt x="17" y="19"/>
                    <a:pt x="19" y="13"/>
                  </a:cubicBezTo>
                  <a:cubicBezTo>
                    <a:pt x="20" y="14"/>
                    <a:pt x="25" y="15"/>
                    <a:pt x="26" y="16"/>
                  </a:cubicBezTo>
                  <a:cubicBezTo>
                    <a:pt x="27" y="12"/>
                    <a:pt x="27" y="8"/>
                    <a:pt x="25" y="4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1" name="Freeform 512">
              <a:extLst>
                <a:ext uri="{FF2B5EF4-FFF2-40B4-BE49-F238E27FC236}">
                  <a16:creationId xmlns:a16="http://schemas.microsoft.com/office/drawing/2014/main" id="{E811E20F-AC88-4CF3-A932-3DA5FC164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864"/>
              <a:ext cx="54" cy="77"/>
            </a:xfrm>
            <a:custGeom>
              <a:avLst/>
              <a:gdLst>
                <a:gd name="T0" fmla="*/ 130 w 25"/>
                <a:gd name="T1" fmla="*/ 93 h 34"/>
                <a:gd name="T2" fmla="*/ 89 w 25"/>
                <a:gd name="T3" fmla="*/ 394 h 34"/>
                <a:gd name="T4" fmla="*/ 253 w 25"/>
                <a:gd name="T5" fmla="*/ 102 h 34"/>
                <a:gd name="T6" fmla="*/ 164 w 25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3" y="8"/>
                  </a:moveTo>
                  <a:cubicBezTo>
                    <a:pt x="0" y="8"/>
                    <a:pt x="2" y="27"/>
                    <a:pt x="9" y="34"/>
                  </a:cubicBezTo>
                  <a:cubicBezTo>
                    <a:pt x="18" y="28"/>
                    <a:pt x="8" y="5"/>
                    <a:pt x="25" y="9"/>
                  </a:cubicBezTo>
                  <a:cubicBezTo>
                    <a:pt x="24" y="4"/>
                    <a:pt x="20" y="1"/>
                    <a:pt x="16" y="0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2" name="Freeform 513">
              <a:extLst>
                <a:ext uri="{FF2B5EF4-FFF2-40B4-BE49-F238E27FC236}">
                  <a16:creationId xmlns:a16="http://schemas.microsoft.com/office/drawing/2014/main" id="{710D8E13-0C44-4BA6-AA31-30E816E48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3238"/>
              <a:ext cx="38" cy="53"/>
            </a:xfrm>
            <a:custGeom>
              <a:avLst/>
              <a:gdLst>
                <a:gd name="T0" fmla="*/ 36 w 18"/>
                <a:gd name="T1" fmla="*/ 0 h 23"/>
                <a:gd name="T2" fmla="*/ 36 w 18"/>
                <a:gd name="T3" fmla="*/ 281 h 23"/>
                <a:gd name="T4" fmla="*/ 93 w 18"/>
                <a:gd name="T5" fmla="*/ 65 h 23"/>
                <a:gd name="T6" fmla="*/ 169 w 18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3">
                  <a:moveTo>
                    <a:pt x="4" y="0"/>
                  </a:moveTo>
                  <a:cubicBezTo>
                    <a:pt x="1" y="6"/>
                    <a:pt x="0" y="16"/>
                    <a:pt x="4" y="23"/>
                  </a:cubicBezTo>
                  <a:cubicBezTo>
                    <a:pt x="10" y="19"/>
                    <a:pt x="10" y="12"/>
                    <a:pt x="10" y="5"/>
                  </a:cubicBezTo>
                  <a:cubicBezTo>
                    <a:pt x="14" y="5"/>
                    <a:pt x="15" y="2"/>
                    <a:pt x="18" y="1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3" name="Freeform 514">
              <a:extLst>
                <a:ext uri="{FF2B5EF4-FFF2-40B4-BE49-F238E27FC236}">
                  <a16:creationId xmlns:a16="http://schemas.microsoft.com/office/drawing/2014/main" id="{B090B080-C593-4ED4-B1BC-A2DE63366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3330"/>
              <a:ext cx="28" cy="55"/>
            </a:xfrm>
            <a:custGeom>
              <a:avLst/>
              <a:gdLst>
                <a:gd name="T0" fmla="*/ 80 w 13"/>
                <a:gd name="T1" fmla="*/ 11 h 24"/>
                <a:gd name="T2" fmla="*/ 9 w 13"/>
                <a:gd name="T3" fmla="*/ 289 h 24"/>
                <a:gd name="T4" fmla="*/ 129 w 1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8" y="1"/>
                  </a:moveTo>
                  <a:cubicBezTo>
                    <a:pt x="3" y="8"/>
                    <a:pt x="0" y="16"/>
                    <a:pt x="1" y="24"/>
                  </a:cubicBezTo>
                  <a:cubicBezTo>
                    <a:pt x="13" y="22"/>
                    <a:pt x="8" y="7"/>
                    <a:pt x="13" y="0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4" name="Freeform 515">
              <a:extLst>
                <a:ext uri="{FF2B5EF4-FFF2-40B4-BE49-F238E27FC236}">
                  <a16:creationId xmlns:a16="http://schemas.microsoft.com/office/drawing/2014/main" id="{A5654A34-CE7B-4470-A20D-5B48981E0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3579"/>
              <a:ext cx="65" cy="66"/>
            </a:xfrm>
            <a:custGeom>
              <a:avLst/>
              <a:gdLst>
                <a:gd name="T0" fmla="*/ 234 w 30"/>
                <a:gd name="T1" fmla="*/ 0 h 29"/>
                <a:gd name="T2" fmla="*/ 132 w 30"/>
                <a:gd name="T3" fmla="*/ 305 h 29"/>
                <a:gd name="T4" fmla="*/ 262 w 30"/>
                <a:gd name="T5" fmla="*/ 93 h 29"/>
                <a:gd name="T6" fmla="*/ 286 w 30"/>
                <a:gd name="T7" fmla="*/ 130 h 29"/>
                <a:gd name="T8" fmla="*/ 306 w 30"/>
                <a:gd name="T9" fmla="*/ 4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23" y="0"/>
                  </a:moveTo>
                  <a:cubicBezTo>
                    <a:pt x="18" y="3"/>
                    <a:pt x="0" y="21"/>
                    <a:pt x="13" y="26"/>
                  </a:cubicBezTo>
                  <a:cubicBezTo>
                    <a:pt x="21" y="29"/>
                    <a:pt x="21" y="12"/>
                    <a:pt x="26" y="8"/>
                  </a:cubicBezTo>
                  <a:cubicBezTo>
                    <a:pt x="27" y="9"/>
                    <a:pt x="27" y="10"/>
                    <a:pt x="28" y="11"/>
                  </a:cubicBezTo>
                  <a:cubicBezTo>
                    <a:pt x="29" y="9"/>
                    <a:pt x="30" y="6"/>
                    <a:pt x="30" y="4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5" name="Freeform 516">
              <a:extLst>
                <a:ext uri="{FF2B5EF4-FFF2-40B4-BE49-F238E27FC236}">
                  <a16:creationId xmlns:a16="http://schemas.microsoft.com/office/drawing/2014/main" id="{2DC91246-6B22-414B-BE3F-491F76EE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325"/>
              <a:ext cx="43" cy="57"/>
            </a:xfrm>
            <a:custGeom>
              <a:avLst/>
              <a:gdLst>
                <a:gd name="T0" fmla="*/ 101 w 20"/>
                <a:gd name="T1" fmla="*/ 0 h 25"/>
                <a:gd name="T2" fmla="*/ 69 w 20"/>
                <a:gd name="T3" fmla="*/ 296 h 25"/>
                <a:gd name="T4" fmla="*/ 129 w 20"/>
                <a:gd name="T5" fmla="*/ 82 h 25"/>
                <a:gd name="T6" fmla="*/ 198 w 20"/>
                <a:gd name="T7" fmla="*/ 109 h 25"/>
                <a:gd name="T8" fmla="*/ 189 w 20"/>
                <a:gd name="T9" fmla="*/ 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10" y="0"/>
                  </a:moveTo>
                  <a:cubicBezTo>
                    <a:pt x="3" y="7"/>
                    <a:pt x="0" y="18"/>
                    <a:pt x="7" y="25"/>
                  </a:cubicBezTo>
                  <a:cubicBezTo>
                    <a:pt x="13" y="22"/>
                    <a:pt x="13" y="14"/>
                    <a:pt x="13" y="7"/>
                  </a:cubicBezTo>
                  <a:cubicBezTo>
                    <a:pt x="15" y="8"/>
                    <a:pt x="18" y="8"/>
                    <a:pt x="20" y="9"/>
                  </a:cubicBezTo>
                  <a:cubicBezTo>
                    <a:pt x="20" y="8"/>
                    <a:pt x="19" y="6"/>
                    <a:pt x="19" y="4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" name="Freeform 517">
              <a:extLst>
                <a:ext uri="{FF2B5EF4-FFF2-40B4-BE49-F238E27FC236}">
                  <a16:creationId xmlns:a16="http://schemas.microsoft.com/office/drawing/2014/main" id="{9A464E1C-B946-49DD-9297-BF692675A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3698"/>
              <a:ext cx="35" cy="43"/>
            </a:xfrm>
            <a:custGeom>
              <a:avLst/>
              <a:gdLst>
                <a:gd name="T0" fmla="*/ 0 w 16"/>
                <a:gd name="T1" fmla="*/ 220 h 19"/>
                <a:gd name="T2" fmla="*/ 168 w 16"/>
                <a:gd name="T3" fmla="*/ 163 h 19"/>
                <a:gd name="T4" fmla="*/ 125 w 16"/>
                <a:gd name="T5" fmla="*/ 17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cubicBezTo>
                    <a:pt x="3" y="8"/>
                    <a:pt x="12" y="0"/>
                    <a:pt x="16" y="14"/>
                  </a:cubicBezTo>
                  <a:cubicBezTo>
                    <a:pt x="15" y="9"/>
                    <a:pt x="14" y="15"/>
                    <a:pt x="12" y="15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7" name="Freeform 518">
              <a:extLst>
                <a:ext uri="{FF2B5EF4-FFF2-40B4-BE49-F238E27FC236}">
                  <a16:creationId xmlns:a16="http://schemas.microsoft.com/office/drawing/2014/main" id="{E229E252-BCAE-438B-A83D-438C893EC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055"/>
              <a:ext cx="43" cy="54"/>
            </a:xfrm>
            <a:custGeom>
              <a:avLst/>
              <a:gdLst>
                <a:gd name="T0" fmla="*/ 9 w 20"/>
                <a:gd name="T1" fmla="*/ 45 h 24"/>
                <a:gd name="T2" fmla="*/ 41 w 20"/>
                <a:gd name="T3" fmla="*/ 275 h 24"/>
                <a:gd name="T4" fmla="*/ 69 w 2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1" y="4"/>
                  </a:moveTo>
                  <a:cubicBezTo>
                    <a:pt x="0" y="11"/>
                    <a:pt x="0" y="19"/>
                    <a:pt x="4" y="24"/>
                  </a:cubicBezTo>
                  <a:cubicBezTo>
                    <a:pt x="8" y="15"/>
                    <a:pt x="20" y="4"/>
                    <a:pt x="7" y="0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" name="Freeform 519">
              <a:extLst>
                <a:ext uri="{FF2B5EF4-FFF2-40B4-BE49-F238E27FC236}">
                  <a16:creationId xmlns:a16="http://schemas.microsoft.com/office/drawing/2014/main" id="{BB066F63-7734-407A-9E6A-3B8593694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364"/>
              <a:ext cx="32" cy="55"/>
            </a:xfrm>
            <a:custGeom>
              <a:avLst/>
              <a:gdLst>
                <a:gd name="T0" fmla="*/ 19 w 15"/>
                <a:gd name="T1" fmla="*/ 11 h 24"/>
                <a:gd name="T2" fmla="*/ 41 w 15"/>
                <a:gd name="T3" fmla="*/ 289 h 24"/>
                <a:gd name="T4" fmla="*/ 145 w 15"/>
                <a:gd name="T5" fmla="*/ 94 h 24"/>
                <a:gd name="T6" fmla="*/ 96 w 15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2" y="1"/>
                  </a:moveTo>
                  <a:cubicBezTo>
                    <a:pt x="0" y="9"/>
                    <a:pt x="0" y="17"/>
                    <a:pt x="4" y="24"/>
                  </a:cubicBezTo>
                  <a:cubicBezTo>
                    <a:pt x="8" y="18"/>
                    <a:pt x="7" y="10"/>
                    <a:pt x="15" y="8"/>
                  </a:cubicBezTo>
                  <a:cubicBezTo>
                    <a:pt x="14" y="5"/>
                    <a:pt x="12" y="2"/>
                    <a:pt x="10" y="0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9" name="Freeform 520">
              <a:extLst>
                <a:ext uri="{FF2B5EF4-FFF2-40B4-BE49-F238E27FC236}">
                  <a16:creationId xmlns:a16="http://schemas.microsoft.com/office/drawing/2014/main" id="{E67C6938-ECB5-4529-967D-6C4603FD3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985"/>
              <a:ext cx="45" cy="60"/>
            </a:xfrm>
            <a:custGeom>
              <a:avLst/>
              <a:gdLst>
                <a:gd name="T0" fmla="*/ 129 w 21"/>
                <a:gd name="T1" fmla="*/ 0 h 26"/>
                <a:gd name="T2" fmla="*/ 88 w 21"/>
                <a:gd name="T3" fmla="*/ 318 h 26"/>
                <a:gd name="T4" fmla="*/ 165 w 21"/>
                <a:gd name="T5" fmla="*/ 74 h 26"/>
                <a:gd name="T6" fmla="*/ 206 w 21"/>
                <a:gd name="T7" fmla="*/ 8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6">
                  <a:moveTo>
                    <a:pt x="13" y="0"/>
                  </a:moveTo>
                  <a:cubicBezTo>
                    <a:pt x="3" y="6"/>
                    <a:pt x="0" y="18"/>
                    <a:pt x="9" y="26"/>
                  </a:cubicBezTo>
                  <a:cubicBezTo>
                    <a:pt x="14" y="21"/>
                    <a:pt x="15" y="13"/>
                    <a:pt x="17" y="6"/>
                  </a:cubicBezTo>
                  <a:cubicBezTo>
                    <a:pt x="18" y="5"/>
                    <a:pt x="20" y="6"/>
                    <a:pt x="21" y="7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0" name="Freeform 521">
              <a:extLst>
                <a:ext uri="{FF2B5EF4-FFF2-40B4-BE49-F238E27FC236}">
                  <a16:creationId xmlns:a16="http://schemas.microsoft.com/office/drawing/2014/main" id="{0D6775BE-8DDC-4CF2-8B09-39DF15F23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129"/>
              <a:ext cx="45" cy="78"/>
            </a:xfrm>
            <a:custGeom>
              <a:avLst/>
              <a:gdLst>
                <a:gd name="T0" fmla="*/ 109 w 21"/>
                <a:gd name="T1" fmla="*/ 0 h 34"/>
                <a:gd name="T2" fmla="*/ 77 w 21"/>
                <a:gd name="T3" fmla="*/ 411 h 34"/>
                <a:gd name="T4" fmla="*/ 206 w 21"/>
                <a:gd name="T5" fmla="*/ 5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4">
                  <a:moveTo>
                    <a:pt x="11" y="0"/>
                  </a:moveTo>
                  <a:cubicBezTo>
                    <a:pt x="2" y="8"/>
                    <a:pt x="0" y="25"/>
                    <a:pt x="8" y="34"/>
                  </a:cubicBezTo>
                  <a:cubicBezTo>
                    <a:pt x="16" y="27"/>
                    <a:pt x="12" y="12"/>
                    <a:pt x="21" y="5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1" name="Freeform 522">
              <a:extLst>
                <a:ext uri="{FF2B5EF4-FFF2-40B4-BE49-F238E27FC236}">
                  <a16:creationId xmlns:a16="http://schemas.microsoft.com/office/drawing/2014/main" id="{B8BD461F-B87C-47DF-ADF7-B70A48855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063"/>
              <a:ext cx="37" cy="57"/>
            </a:xfrm>
            <a:custGeom>
              <a:avLst/>
              <a:gdLst>
                <a:gd name="T0" fmla="*/ 81 w 17"/>
                <a:gd name="T1" fmla="*/ 0 h 25"/>
                <a:gd name="T2" fmla="*/ 124 w 17"/>
                <a:gd name="T3" fmla="*/ 296 h 25"/>
                <a:gd name="T4" fmla="*/ 104 w 17"/>
                <a:gd name="T5" fmla="*/ 7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8" y="0"/>
                  </a:moveTo>
                  <a:cubicBezTo>
                    <a:pt x="2" y="7"/>
                    <a:pt x="0" y="24"/>
                    <a:pt x="12" y="25"/>
                  </a:cubicBezTo>
                  <a:cubicBezTo>
                    <a:pt x="17" y="18"/>
                    <a:pt x="11" y="13"/>
                    <a:pt x="10" y="6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2" name="Freeform 523">
              <a:extLst>
                <a:ext uri="{FF2B5EF4-FFF2-40B4-BE49-F238E27FC236}">
                  <a16:creationId xmlns:a16="http://schemas.microsoft.com/office/drawing/2014/main" id="{9E4B2BE6-B591-4EB0-9D82-DBED931C4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784"/>
              <a:ext cx="43" cy="43"/>
            </a:xfrm>
            <a:custGeom>
              <a:avLst/>
              <a:gdLst>
                <a:gd name="T0" fmla="*/ 0 w 20"/>
                <a:gd name="T1" fmla="*/ 0 h 19"/>
                <a:gd name="T2" fmla="*/ 120 w 20"/>
                <a:gd name="T3" fmla="*/ 174 h 19"/>
                <a:gd name="T4" fmla="*/ 198 w 20"/>
                <a:gd name="T5" fmla="*/ 2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0" y="10"/>
                    <a:pt x="4" y="19"/>
                    <a:pt x="12" y="15"/>
                  </a:cubicBezTo>
                  <a:cubicBezTo>
                    <a:pt x="13" y="15"/>
                    <a:pt x="13" y="4"/>
                    <a:pt x="20" y="2"/>
                  </a:cubicBezTo>
                </a:path>
              </a:pathLst>
            </a:custGeom>
            <a:solidFill>
              <a:srgbClr val="C3A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3" name="Freeform 524">
              <a:extLst>
                <a:ext uri="{FF2B5EF4-FFF2-40B4-BE49-F238E27FC236}">
                  <a16:creationId xmlns:a16="http://schemas.microsoft.com/office/drawing/2014/main" id="{C120D736-68CC-4305-9830-6BF7FD994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217"/>
              <a:ext cx="43" cy="59"/>
            </a:xfrm>
            <a:custGeom>
              <a:avLst/>
              <a:gdLst>
                <a:gd name="T0" fmla="*/ 19 w 20"/>
                <a:gd name="T1" fmla="*/ 247 h 26"/>
                <a:gd name="T2" fmla="*/ 19 w 20"/>
                <a:gd name="T3" fmla="*/ 304 h 26"/>
                <a:gd name="T4" fmla="*/ 198 w 20"/>
                <a:gd name="T5" fmla="*/ 0 h 26"/>
                <a:gd name="T6" fmla="*/ 41 w 20"/>
                <a:gd name="T7" fmla="*/ 17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2" y="21"/>
                  </a:moveTo>
                  <a:cubicBezTo>
                    <a:pt x="0" y="23"/>
                    <a:pt x="0" y="25"/>
                    <a:pt x="2" y="26"/>
                  </a:cubicBezTo>
                  <a:cubicBezTo>
                    <a:pt x="10" y="22"/>
                    <a:pt x="20" y="10"/>
                    <a:pt x="20" y="0"/>
                  </a:cubicBezTo>
                  <a:cubicBezTo>
                    <a:pt x="17" y="6"/>
                    <a:pt x="12" y="12"/>
                    <a:pt x="4" y="15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4" name="Freeform 525">
              <a:extLst>
                <a:ext uri="{FF2B5EF4-FFF2-40B4-BE49-F238E27FC236}">
                  <a16:creationId xmlns:a16="http://schemas.microsoft.com/office/drawing/2014/main" id="{0CBCD966-F63D-4EF2-BFFB-929180C7C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587"/>
              <a:ext cx="43" cy="53"/>
            </a:xfrm>
            <a:custGeom>
              <a:avLst/>
              <a:gdLst>
                <a:gd name="T0" fmla="*/ 0 w 20"/>
                <a:gd name="T1" fmla="*/ 217 h 23"/>
                <a:gd name="T2" fmla="*/ 120 w 20"/>
                <a:gd name="T3" fmla="*/ 0 h 23"/>
                <a:gd name="T4" fmla="*/ 60 w 20"/>
                <a:gd name="T5" fmla="*/ 1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18"/>
                  </a:moveTo>
                  <a:cubicBezTo>
                    <a:pt x="11" y="23"/>
                    <a:pt x="20" y="7"/>
                    <a:pt x="12" y="0"/>
                  </a:cubicBezTo>
                  <a:cubicBezTo>
                    <a:pt x="11" y="4"/>
                    <a:pt x="9" y="8"/>
                    <a:pt x="6" y="11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5" name="Freeform 526">
              <a:extLst>
                <a:ext uri="{FF2B5EF4-FFF2-40B4-BE49-F238E27FC236}">
                  <a16:creationId xmlns:a16="http://schemas.microsoft.com/office/drawing/2014/main" id="{C0745823-3F42-42F0-84A7-6C4E01A37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914"/>
              <a:ext cx="28" cy="62"/>
            </a:xfrm>
            <a:custGeom>
              <a:avLst/>
              <a:gdLst>
                <a:gd name="T0" fmla="*/ 0 w 13"/>
                <a:gd name="T1" fmla="*/ 317 h 27"/>
                <a:gd name="T2" fmla="*/ 88 w 13"/>
                <a:gd name="T3" fmla="*/ 0 h 27"/>
                <a:gd name="T4" fmla="*/ 19 w 13"/>
                <a:gd name="T5" fmla="*/ 21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0" y="26"/>
                  </a:moveTo>
                  <a:cubicBezTo>
                    <a:pt x="11" y="27"/>
                    <a:pt x="13" y="8"/>
                    <a:pt x="9" y="0"/>
                  </a:cubicBezTo>
                  <a:cubicBezTo>
                    <a:pt x="5" y="5"/>
                    <a:pt x="5" y="12"/>
                    <a:pt x="2" y="18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6" name="Freeform 527">
              <a:extLst>
                <a:ext uri="{FF2B5EF4-FFF2-40B4-BE49-F238E27FC236}">
                  <a16:creationId xmlns:a16="http://schemas.microsoft.com/office/drawing/2014/main" id="{1A4BD6D6-A3A5-4517-9139-CE1E8790E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633"/>
              <a:ext cx="28" cy="39"/>
            </a:xfrm>
            <a:custGeom>
              <a:avLst/>
              <a:gdLst>
                <a:gd name="T0" fmla="*/ 19 w 13"/>
                <a:gd name="T1" fmla="*/ 204 h 17"/>
                <a:gd name="T2" fmla="*/ 121 w 13"/>
                <a:gd name="T3" fmla="*/ 25 h 17"/>
                <a:gd name="T4" fmla="*/ 0 w 13"/>
                <a:gd name="T5" fmla="*/ 15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2" y="17"/>
                  </a:moveTo>
                  <a:cubicBezTo>
                    <a:pt x="8" y="14"/>
                    <a:pt x="13" y="8"/>
                    <a:pt x="12" y="2"/>
                  </a:cubicBezTo>
                  <a:cubicBezTo>
                    <a:pt x="5" y="0"/>
                    <a:pt x="1" y="6"/>
                    <a:pt x="0" y="13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7" name="Freeform 528">
              <a:extLst>
                <a:ext uri="{FF2B5EF4-FFF2-40B4-BE49-F238E27FC236}">
                  <a16:creationId xmlns:a16="http://schemas.microsoft.com/office/drawing/2014/main" id="{04855A0B-9C9E-4D17-B20D-0B279E0C6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898"/>
              <a:ext cx="42" cy="59"/>
            </a:xfrm>
            <a:custGeom>
              <a:avLst/>
              <a:gdLst>
                <a:gd name="T0" fmla="*/ 8 w 20"/>
                <a:gd name="T1" fmla="*/ 211 h 26"/>
                <a:gd name="T2" fmla="*/ 149 w 20"/>
                <a:gd name="T3" fmla="*/ 0 h 26"/>
                <a:gd name="T4" fmla="*/ 0 w 20"/>
                <a:gd name="T5" fmla="*/ 21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1" y="18"/>
                  </a:moveTo>
                  <a:cubicBezTo>
                    <a:pt x="11" y="26"/>
                    <a:pt x="20" y="7"/>
                    <a:pt x="16" y="0"/>
                  </a:cubicBezTo>
                  <a:cubicBezTo>
                    <a:pt x="14" y="10"/>
                    <a:pt x="10" y="16"/>
                    <a:pt x="0" y="18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8" name="Freeform 529">
              <a:extLst>
                <a:ext uri="{FF2B5EF4-FFF2-40B4-BE49-F238E27FC236}">
                  <a16:creationId xmlns:a16="http://schemas.microsoft.com/office/drawing/2014/main" id="{4BEA0DC4-DE4B-47BB-B965-74CC34AEB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369"/>
              <a:ext cx="24" cy="43"/>
            </a:xfrm>
            <a:custGeom>
              <a:avLst/>
              <a:gdLst>
                <a:gd name="T0" fmla="*/ 0 w 11"/>
                <a:gd name="T1" fmla="*/ 220 h 19"/>
                <a:gd name="T2" fmla="*/ 96 w 11"/>
                <a:gd name="T3" fmla="*/ 0 h 19"/>
                <a:gd name="T4" fmla="*/ 0 w 11"/>
                <a:gd name="T5" fmla="*/ 18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19"/>
                  </a:moveTo>
                  <a:cubicBezTo>
                    <a:pt x="6" y="16"/>
                    <a:pt x="11" y="8"/>
                    <a:pt x="9" y="0"/>
                  </a:cubicBezTo>
                  <a:cubicBezTo>
                    <a:pt x="5" y="4"/>
                    <a:pt x="2" y="10"/>
                    <a:pt x="0" y="16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9" name="Freeform 530">
              <a:extLst>
                <a:ext uri="{FF2B5EF4-FFF2-40B4-BE49-F238E27FC236}">
                  <a16:creationId xmlns:a16="http://schemas.microsoft.com/office/drawing/2014/main" id="{8E6F61B3-29C3-427E-8DBB-7CF8B6712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268"/>
              <a:ext cx="26" cy="62"/>
            </a:xfrm>
            <a:custGeom>
              <a:avLst/>
              <a:gdLst>
                <a:gd name="T0" fmla="*/ 0 w 12"/>
                <a:gd name="T1" fmla="*/ 326 h 27"/>
                <a:gd name="T2" fmla="*/ 43 w 12"/>
                <a:gd name="T3" fmla="*/ 0 h 27"/>
                <a:gd name="T4" fmla="*/ 20 w 12"/>
                <a:gd name="T5" fmla="*/ 23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7" y="19"/>
                    <a:pt x="12" y="9"/>
                    <a:pt x="4" y="0"/>
                  </a:cubicBezTo>
                  <a:cubicBezTo>
                    <a:pt x="2" y="6"/>
                    <a:pt x="3" y="13"/>
                    <a:pt x="2" y="19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0" name="Freeform 531">
              <a:extLst>
                <a:ext uri="{FF2B5EF4-FFF2-40B4-BE49-F238E27FC236}">
                  <a16:creationId xmlns:a16="http://schemas.microsoft.com/office/drawing/2014/main" id="{A80ED62A-4516-49D4-B6C5-BB4F265FC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353"/>
              <a:ext cx="26" cy="45"/>
            </a:xfrm>
            <a:custGeom>
              <a:avLst/>
              <a:gdLst>
                <a:gd name="T0" fmla="*/ 9 w 12"/>
                <a:gd name="T1" fmla="*/ 227 h 20"/>
                <a:gd name="T2" fmla="*/ 52 w 12"/>
                <a:gd name="T3" fmla="*/ 0 h 20"/>
                <a:gd name="T4" fmla="*/ 0 w 12"/>
                <a:gd name="T5" fmla="*/ 20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1" y="20"/>
                  </a:moveTo>
                  <a:cubicBezTo>
                    <a:pt x="8" y="16"/>
                    <a:pt x="12" y="6"/>
                    <a:pt x="5" y="0"/>
                  </a:cubicBezTo>
                  <a:cubicBezTo>
                    <a:pt x="4" y="6"/>
                    <a:pt x="5" y="14"/>
                    <a:pt x="0" y="18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1" name="Freeform 532">
              <a:extLst>
                <a:ext uri="{FF2B5EF4-FFF2-40B4-BE49-F238E27FC236}">
                  <a16:creationId xmlns:a16="http://schemas.microsoft.com/office/drawing/2014/main" id="{C72F2495-3A45-4D21-918D-8DBDB77F1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3629"/>
              <a:ext cx="52" cy="89"/>
            </a:xfrm>
            <a:custGeom>
              <a:avLst/>
              <a:gdLst>
                <a:gd name="T0" fmla="*/ 0 w 24"/>
                <a:gd name="T1" fmla="*/ 215 h 39"/>
                <a:gd name="T2" fmla="*/ 225 w 24"/>
                <a:gd name="T3" fmla="*/ 0 h 39"/>
                <a:gd name="T4" fmla="*/ 33 w 24"/>
                <a:gd name="T5" fmla="*/ 21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9">
                  <a:moveTo>
                    <a:pt x="0" y="18"/>
                  </a:moveTo>
                  <a:cubicBezTo>
                    <a:pt x="9" y="39"/>
                    <a:pt x="24" y="11"/>
                    <a:pt x="22" y="0"/>
                  </a:cubicBezTo>
                  <a:cubicBezTo>
                    <a:pt x="16" y="8"/>
                    <a:pt x="16" y="18"/>
                    <a:pt x="3" y="18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2" name="Freeform 533">
              <a:extLst>
                <a:ext uri="{FF2B5EF4-FFF2-40B4-BE49-F238E27FC236}">
                  <a16:creationId xmlns:a16="http://schemas.microsoft.com/office/drawing/2014/main" id="{ED4EAE32-8BC1-4242-A945-1B3418744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908"/>
              <a:ext cx="58" cy="94"/>
            </a:xfrm>
            <a:custGeom>
              <a:avLst/>
              <a:gdLst>
                <a:gd name="T0" fmla="*/ 0 w 27"/>
                <a:gd name="T1" fmla="*/ 337 h 41"/>
                <a:gd name="T2" fmla="*/ 180 w 27"/>
                <a:gd name="T3" fmla="*/ 0 h 41"/>
                <a:gd name="T4" fmla="*/ 19 w 27"/>
                <a:gd name="T5" fmla="*/ 289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1">
                  <a:moveTo>
                    <a:pt x="0" y="28"/>
                  </a:moveTo>
                  <a:cubicBezTo>
                    <a:pt x="5" y="41"/>
                    <a:pt x="27" y="10"/>
                    <a:pt x="18" y="0"/>
                  </a:cubicBezTo>
                  <a:cubicBezTo>
                    <a:pt x="15" y="8"/>
                    <a:pt x="16" y="25"/>
                    <a:pt x="2" y="24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3" name="Freeform 534">
              <a:extLst>
                <a:ext uri="{FF2B5EF4-FFF2-40B4-BE49-F238E27FC236}">
                  <a16:creationId xmlns:a16="http://schemas.microsoft.com/office/drawing/2014/main" id="{AE29B2D3-9256-4579-A8C3-57BB91787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29"/>
              <a:ext cx="38" cy="73"/>
            </a:xfrm>
            <a:custGeom>
              <a:avLst/>
              <a:gdLst>
                <a:gd name="T0" fmla="*/ 0 w 18"/>
                <a:gd name="T1" fmla="*/ 370 h 32"/>
                <a:gd name="T2" fmla="*/ 57 w 18"/>
                <a:gd name="T3" fmla="*/ 0 h 32"/>
                <a:gd name="T4" fmla="*/ 8 w 18"/>
                <a:gd name="T5" fmla="*/ 27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2">
                  <a:moveTo>
                    <a:pt x="0" y="31"/>
                  </a:moveTo>
                  <a:cubicBezTo>
                    <a:pt x="18" y="32"/>
                    <a:pt x="18" y="7"/>
                    <a:pt x="6" y="0"/>
                  </a:cubicBezTo>
                  <a:cubicBezTo>
                    <a:pt x="5" y="8"/>
                    <a:pt x="5" y="18"/>
                    <a:pt x="1" y="23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4" name="Freeform 535">
              <a:extLst>
                <a:ext uri="{FF2B5EF4-FFF2-40B4-BE49-F238E27FC236}">
                  <a16:creationId xmlns:a16="http://schemas.microsoft.com/office/drawing/2014/main" id="{F61A2F5D-1FEC-4D7E-B510-44B698D74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696"/>
              <a:ext cx="22" cy="46"/>
            </a:xfrm>
            <a:custGeom>
              <a:avLst/>
              <a:gdLst>
                <a:gd name="T0" fmla="*/ 20 w 10"/>
                <a:gd name="T1" fmla="*/ 244 h 20"/>
                <a:gd name="T2" fmla="*/ 44 w 10"/>
                <a:gd name="T3" fmla="*/ 0 h 20"/>
                <a:gd name="T4" fmla="*/ 0 w 10"/>
                <a:gd name="T5" fmla="*/ 19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2" y="20"/>
                  </a:moveTo>
                  <a:cubicBezTo>
                    <a:pt x="9" y="15"/>
                    <a:pt x="10" y="6"/>
                    <a:pt x="4" y="0"/>
                  </a:cubicBezTo>
                  <a:cubicBezTo>
                    <a:pt x="4" y="6"/>
                    <a:pt x="3" y="12"/>
                    <a:pt x="0" y="16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5" name="Freeform 536">
              <a:extLst>
                <a:ext uri="{FF2B5EF4-FFF2-40B4-BE49-F238E27FC236}">
                  <a16:creationId xmlns:a16="http://schemas.microsoft.com/office/drawing/2014/main" id="{B459A430-DEC5-4D5F-8759-9E2B66C16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355"/>
              <a:ext cx="34" cy="55"/>
            </a:xfrm>
            <a:custGeom>
              <a:avLst/>
              <a:gdLst>
                <a:gd name="T0" fmla="*/ 28 w 16"/>
                <a:gd name="T1" fmla="*/ 215 h 24"/>
                <a:gd name="T2" fmla="*/ 19 w 16"/>
                <a:gd name="T3" fmla="*/ 289 h 24"/>
                <a:gd name="T4" fmla="*/ 85 w 16"/>
                <a:gd name="T5" fmla="*/ 0 h 24"/>
                <a:gd name="T6" fmla="*/ 0 w 16"/>
                <a:gd name="T7" fmla="*/ 21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3" y="18"/>
                  </a:moveTo>
                  <a:cubicBezTo>
                    <a:pt x="2" y="20"/>
                    <a:pt x="1" y="22"/>
                    <a:pt x="2" y="24"/>
                  </a:cubicBezTo>
                  <a:cubicBezTo>
                    <a:pt x="11" y="20"/>
                    <a:pt x="16" y="7"/>
                    <a:pt x="9" y="0"/>
                  </a:cubicBezTo>
                  <a:cubicBezTo>
                    <a:pt x="8" y="7"/>
                    <a:pt x="7" y="15"/>
                    <a:pt x="0" y="18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6" name="Freeform 537">
              <a:extLst>
                <a:ext uri="{FF2B5EF4-FFF2-40B4-BE49-F238E27FC236}">
                  <a16:creationId xmlns:a16="http://schemas.microsoft.com/office/drawing/2014/main" id="{88115811-E172-420D-87D1-4244EBDBA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161"/>
              <a:ext cx="21" cy="66"/>
            </a:xfrm>
            <a:custGeom>
              <a:avLst/>
              <a:gdLst>
                <a:gd name="T0" fmla="*/ 17 w 10"/>
                <a:gd name="T1" fmla="*/ 341 h 29"/>
                <a:gd name="T2" fmla="*/ 67 w 10"/>
                <a:gd name="T3" fmla="*/ 0 h 29"/>
                <a:gd name="T4" fmla="*/ 0 w 10"/>
                <a:gd name="T5" fmla="*/ 30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">
                  <a:moveTo>
                    <a:pt x="2" y="29"/>
                  </a:moveTo>
                  <a:cubicBezTo>
                    <a:pt x="10" y="22"/>
                    <a:pt x="9" y="9"/>
                    <a:pt x="7" y="0"/>
                  </a:cubicBezTo>
                  <a:cubicBezTo>
                    <a:pt x="8" y="9"/>
                    <a:pt x="5" y="18"/>
                    <a:pt x="0" y="26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7" name="Freeform 538">
              <a:extLst>
                <a:ext uri="{FF2B5EF4-FFF2-40B4-BE49-F238E27FC236}">
                  <a16:creationId xmlns:a16="http://schemas.microsoft.com/office/drawing/2014/main" id="{54699061-4F3C-41CA-B564-01AA45006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088"/>
              <a:ext cx="24" cy="50"/>
            </a:xfrm>
            <a:custGeom>
              <a:avLst/>
              <a:gdLst>
                <a:gd name="T0" fmla="*/ 0 w 11"/>
                <a:gd name="T1" fmla="*/ 259 h 22"/>
                <a:gd name="T2" fmla="*/ 61 w 11"/>
                <a:gd name="T3" fmla="*/ 0 h 22"/>
                <a:gd name="T4" fmla="*/ 20 w 11"/>
                <a:gd name="T5" fmla="*/ 21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0" y="22"/>
                  </a:moveTo>
                  <a:cubicBezTo>
                    <a:pt x="11" y="21"/>
                    <a:pt x="11" y="7"/>
                    <a:pt x="6" y="0"/>
                  </a:cubicBezTo>
                  <a:cubicBezTo>
                    <a:pt x="3" y="5"/>
                    <a:pt x="5" y="12"/>
                    <a:pt x="2" y="18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8" name="Freeform 539">
              <a:extLst>
                <a:ext uri="{FF2B5EF4-FFF2-40B4-BE49-F238E27FC236}">
                  <a16:creationId xmlns:a16="http://schemas.microsoft.com/office/drawing/2014/main" id="{07336A6D-33DE-401F-BF0F-B4ECA3CD0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795"/>
              <a:ext cx="33" cy="42"/>
            </a:xfrm>
            <a:custGeom>
              <a:avLst/>
              <a:gdLst>
                <a:gd name="T0" fmla="*/ 20 w 15"/>
                <a:gd name="T1" fmla="*/ 229 h 18"/>
                <a:gd name="T2" fmla="*/ 88 w 15"/>
                <a:gd name="T3" fmla="*/ 0 h 18"/>
                <a:gd name="T4" fmla="*/ 0 w 15"/>
                <a:gd name="T5" fmla="*/ 19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2" y="18"/>
                  </a:moveTo>
                  <a:cubicBezTo>
                    <a:pt x="9" y="15"/>
                    <a:pt x="15" y="5"/>
                    <a:pt x="8" y="0"/>
                  </a:cubicBezTo>
                  <a:cubicBezTo>
                    <a:pt x="4" y="5"/>
                    <a:pt x="4" y="11"/>
                    <a:pt x="0" y="15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9" name="Freeform 540">
              <a:extLst>
                <a:ext uri="{FF2B5EF4-FFF2-40B4-BE49-F238E27FC236}">
                  <a16:creationId xmlns:a16="http://schemas.microsoft.com/office/drawing/2014/main" id="{F6F046DD-6E4F-42C9-B6DF-E13355F74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026"/>
              <a:ext cx="51" cy="60"/>
            </a:xfrm>
            <a:custGeom>
              <a:avLst/>
              <a:gdLst>
                <a:gd name="T0" fmla="*/ 19 w 24"/>
                <a:gd name="T1" fmla="*/ 224 h 26"/>
                <a:gd name="T2" fmla="*/ 77 w 24"/>
                <a:gd name="T3" fmla="*/ 318 h 26"/>
                <a:gd name="T4" fmla="*/ 153 w 24"/>
                <a:gd name="T5" fmla="*/ 0 h 26"/>
                <a:gd name="T6" fmla="*/ 0 w 24"/>
                <a:gd name="T7" fmla="*/ 27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2" y="18"/>
                  </a:moveTo>
                  <a:cubicBezTo>
                    <a:pt x="3" y="22"/>
                    <a:pt x="5" y="24"/>
                    <a:pt x="8" y="26"/>
                  </a:cubicBezTo>
                  <a:cubicBezTo>
                    <a:pt x="17" y="21"/>
                    <a:pt x="24" y="10"/>
                    <a:pt x="16" y="0"/>
                  </a:cubicBezTo>
                  <a:cubicBezTo>
                    <a:pt x="18" y="14"/>
                    <a:pt x="11" y="17"/>
                    <a:pt x="0" y="22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0" name="Freeform 541">
              <a:extLst>
                <a:ext uri="{FF2B5EF4-FFF2-40B4-BE49-F238E27FC236}">
                  <a16:creationId xmlns:a16="http://schemas.microsoft.com/office/drawing/2014/main" id="{BFBA2CF8-B21A-4E59-80DD-AB030BAF6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403"/>
              <a:ext cx="58" cy="76"/>
            </a:xfrm>
            <a:custGeom>
              <a:avLst/>
              <a:gdLst>
                <a:gd name="T0" fmla="*/ 41 w 27"/>
                <a:gd name="T1" fmla="*/ 233 h 33"/>
                <a:gd name="T2" fmla="*/ 189 w 27"/>
                <a:gd name="T3" fmla="*/ 0 h 33"/>
                <a:gd name="T4" fmla="*/ 0 w 27"/>
                <a:gd name="T5" fmla="*/ 25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3">
                  <a:moveTo>
                    <a:pt x="4" y="19"/>
                  </a:moveTo>
                  <a:cubicBezTo>
                    <a:pt x="8" y="33"/>
                    <a:pt x="27" y="12"/>
                    <a:pt x="19" y="0"/>
                  </a:cubicBezTo>
                  <a:cubicBezTo>
                    <a:pt x="18" y="15"/>
                    <a:pt x="11" y="14"/>
                    <a:pt x="0" y="21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1" name="Freeform 542">
              <a:extLst>
                <a:ext uri="{FF2B5EF4-FFF2-40B4-BE49-F238E27FC236}">
                  <a16:creationId xmlns:a16="http://schemas.microsoft.com/office/drawing/2014/main" id="{A7958660-9E7C-476D-8710-1FF6244EA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352"/>
              <a:ext cx="51" cy="84"/>
            </a:xfrm>
            <a:custGeom>
              <a:avLst/>
              <a:gdLst>
                <a:gd name="T0" fmla="*/ 0 w 24"/>
                <a:gd name="T1" fmla="*/ 259 h 37"/>
                <a:gd name="T2" fmla="*/ 153 w 24"/>
                <a:gd name="T3" fmla="*/ 0 h 37"/>
                <a:gd name="T4" fmla="*/ 9 w 24"/>
                <a:gd name="T5" fmla="*/ 20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7">
                  <a:moveTo>
                    <a:pt x="0" y="22"/>
                  </a:moveTo>
                  <a:cubicBezTo>
                    <a:pt x="11" y="37"/>
                    <a:pt x="24" y="12"/>
                    <a:pt x="16" y="0"/>
                  </a:cubicBezTo>
                  <a:cubicBezTo>
                    <a:pt x="16" y="9"/>
                    <a:pt x="10" y="15"/>
                    <a:pt x="1" y="17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2" name="Freeform 543">
              <a:extLst>
                <a:ext uri="{FF2B5EF4-FFF2-40B4-BE49-F238E27FC236}">
                  <a16:creationId xmlns:a16="http://schemas.microsoft.com/office/drawing/2014/main" id="{B11EAECD-F94C-491C-8D71-2DF710DA2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096"/>
              <a:ext cx="27" cy="45"/>
            </a:xfrm>
            <a:custGeom>
              <a:avLst/>
              <a:gdLst>
                <a:gd name="T0" fmla="*/ 17 w 13"/>
                <a:gd name="T1" fmla="*/ 227 h 20"/>
                <a:gd name="T2" fmla="*/ 91 w 13"/>
                <a:gd name="T3" fmla="*/ 0 h 20"/>
                <a:gd name="T4" fmla="*/ 0 w 13"/>
                <a:gd name="T5" fmla="*/ 18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2" y="20"/>
                  </a:moveTo>
                  <a:cubicBezTo>
                    <a:pt x="9" y="17"/>
                    <a:pt x="13" y="8"/>
                    <a:pt x="10" y="0"/>
                  </a:cubicBezTo>
                  <a:cubicBezTo>
                    <a:pt x="6" y="4"/>
                    <a:pt x="2" y="10"/>
                    <a:pt x="0" y="16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3" name="Freeform 544">
              <a:extLst>
                <a:ext uri="{FF2B5EF4-FFF2-40B4-BE49-F238E27FC236}">
                  <a16:creationId xmlns:a16="http://schemas.microsoft.com/office/drawing/2014/main" id="{1D35456B-916B-461B-B6A8-DE69CA1A8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845"/>
              <a:ext cx="26" cy="44"/>
            </a:xfrm>
            <a:custGeom>
              <a:avLst/>
              <a:gdLst>
                <a:gd name="T0" fmla="*/ 0 w 12"/>
                <a:gd name="T1" fmla="*/ 225 h 19"/>
                <a:gd name="T2" fmla="*/ 52 w 12"/>
                <a:gd name="T3" fmla="*/ 0 h 19"/>
                <a:gd name="T4" fmla="*/ 33 w 12"/>
                <a:gd name="T5" fmla="*/ 19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0" y="18"/>
                  </a:moveTo>
                  <a:cubicBezTo>
                    <a:pt x="8" y="19"/>
                    <a:pt x="12" y="5"/>
                    <a:pt x="5" y="0"/>
                  </a:cubicBezTo>
                  <a:cubicBezTo>
                    <a:pt x="1" y="4"/>
                    <a:pt x="1" y="10"/>
                    <a:pt x="3" y="16"/>
                  </a:cubicBezTo>
                </a:path>
              </a:pathLst>
            </a:custGeom>
            <a:solidFill>
              <a:srgbClr val="843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4" name="Freeform 545">
              <a:extLst>
                <a:ext uri="{FF2B5EF4-FFF2-40B4-BE49-F238E27FC236}">
                  <a16:creationId xmlns:a16="http://schemas.microsoft.com/office/drawing/2014/main" id="{6691BFA0-9689-4E13-8A6F-0EE010187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376"/>
              <a:ext cx="20" cy="20"/>
            </a:xfrm>
            <a:custGeom>
              <a:avLst/>
              <a:gdLst>
                <a:gd name="T0" fmla="*/ 9 w 9"/>
                <a:gd name="T1" fmla="*/ 0 h 9"/>
                <a:gd name="T2" fmla="*/ 36 w 9"/>
                <a:gd name="T3" fmla="*/ 98 h 9"/>
                <a:gd name="T4" fmla="*/ 80 w 9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1" y="0"/>
                  </a:moveTo>
                  <a:cubicBezTo>
                    <a:pt x="0" y="3"/>
                    <a:pt x="1" y="6"/>
                    <a:pt x="3" y="9"/>
                  </a:cubicBezTo>
                  <a:cubicBezTo>
                    <a:pt x="8" y="8"/>
                    <a:pt x="9" y="3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5" name="Freeform 546">
              <a:extLst>
                <a:ext uri="{FF2B5EF4-FFF2-40B4-BE49-F238E27FC236}">
                  <a16:creationId xmlns:a16="http://schemas.microsoft.com/office/drawing/2014/main" id="{4BF37C80-C779-421C-B2BB-D8B40ECE6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863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40 w 5"/>
                <a:gd name="T3" fmla="*/ 11 h 4"/>
                <a:gd name="T4" fmla="*/ 16 w 5"/>
                <a:gd name="T5" fmla="*/ 45 h 4"/>
                <a:gd name="T6" fmla="*/ 0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0"/>
                    <a:pt x="5" y="0"/>
                    <a:pt x="5" y="1"/>
                  </a:cubicBezTo>
                  <a:cubicBezTo>
                    <a:pt x="4" y="2"/>
                    <a:pt x="4" y="3"/>
                    <a:pt x="2" y="4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6" name="Freeform 547">
              <a:extLst>
                <a:ext uri="{FF2B5EF4-FFF2-40B4-BE49-F238E27FC236}">
                  <a16:creationId xmlns:a16="http://schemas.microsoft.com/office/drawing/2014/main" id="{14DE9358-2924-40BB-929E-E6F8C3A24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879"/>
              <a:ext cx="57" cy="39"/>
            </a:xfrm>
            <a:custGeom>
              <a:avLst/>
              <a:gdLst>
                <a:gd name="T0" fmla="*/ 68 w 27"/>
                <a:gd name="T1" fmla="*/ 11 h 17"/>
                <a:gd name="T2" fmla="*/ 112 w 2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7" y="1"/>
                  </a:moveTo>
                  <a:cubicBezTo>
                    <a:pt x="0" y="17"/>
                    <a:pt x="27" y="2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7" name="Freeform 548">
              <a:extLst>
                <a:ext uri="{FF2B5EF4-FFF2-40B4-BE49-F238E27FC236}">
                  <a16:creationId xmlns:a16="http://schemas.microsoft.com/office/drawing/2014/main" id="{E0A0A46A-058B-470F-99FF-C04CF2F52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920"/>
              <a:ext cx="26" cy="25"/>
            </a:xfrm>
            <a:custGeom>
              <a:avLst/>
              <a:gdLst>
                <a:gd name="T0" fmla="*/ 20 w 12"/>
                <a:gd name="T1" fmla="*/ 0 h 11"/>
                <a:gd name="T2" fmla="*/ 20 w 12"/>
                <a:gd name="T3" fmla="*/ 130 h 11"/>
                <a:gd name="T4" fmla="*/ 80 w 12"/>
                <a:gd name="T5" fmla="*/ 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0"/>
                  </a:moveTo>
                  <a:cubicBezTo>
                    <a:pt x="0" y="4"/>
                    <a:pt x="0" y="8"/>
                    <a:pt x="2" y="11"/>
                  </a:cubicBezTo>
                  <a:cubicBezTo>
                    <a:pt x="7" y="11"/>
                    <a:pt x="12" y="6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8" name="Freeform 549">
              <a:extLst>
                <a:ext uri="{FF2B5EF4-FFF2-40B4-BE49-F238E27FC236}">
                  <a16:creationId xmlns:a16="http://schemas.microsoft.com/office/drawing/2014/main" id="{A9C39E3E-97DB-4050-8B79-3FA0510F4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659"/>
              <a:ext cx="24" cy="21"/>
            </a:xfrm>
            <a:custGeom>
              <a:avLst/>
              <a:gdLst>
                <a:gd name="T0" fmla="*/ 52 w 11"/>
                <a:gd name="T1" fmla="*/ 0 h 9"/>
                <a:gd name="T2" fmla="*/ 20 w 11"/>
                <a:gd name="T3" fmla="*/ 114 h 9"/>
                <a:gd name="T4" fmla="*/ 81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1" y="2"/>
                    <a:pt x="0" y="5"/>
                    <a:pt x="2" y="9"/>
                  </a:cubicBezTo>
                  <a:cubicBezTo>
                    <a:pt x="7" y="9"/>
                    <a:pt x="11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9" name="Freeform 550">
              <a:extLst>
                <a:ext uri="{FF2B5EF4-FFF2-40B4-BE49-F238E27FC236}">
                  <a16:creationId xmlns:a16="http://schemas.microsoft.com/office/drawing/2014/main" id="{13F68D78-E596-429D-A2DA-0A1DDAF89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657"/>
              <a:ext cx="15" cy="14"/>
            </a:xfrm>
            <a:custGeom>
              <a:avLst/>
              <a:gdLst>
                <a:gd name="T0" fmla="*/ 19 w 7"/>
                <a:gd name="T1" fmla="*/ 0 h 6"/>
                <a:gd name="T2" fmla="*/ 9 w 7"/>
                <a:gd name="T3" fmla="*/ 65 h 6"/>
                <a:gd name="T4" fmla="*/ 69 w 7"/>
                <a:gd name="T5" fmla="*/ 37 h 6"/>
                <a:gd name="T6" fmla="*/ 51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4" y="6"/>
                    <a:pt x="4" y="6"/>
                    <a:pt x="7" y="3"/>
                  </a:cubicBezTo>
                  <a:cubicBezTo>
                    <a:pt x="6" y="2"/>
                    <a:pt x="6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0" name="Freeform 551">
              <a:extLst>
                <a:ext uri="{FF2B5EF4-FFF2-40B4-BE49-F238E27FC236}">
                  <a16:creationId xmlns:a16="http://schemas.microsoft.com/office/drawing/2014/main" id="{B37A4C77-E097-4802-9AB9-3C08FEBAB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321"/>
              <a:ext cx="40" cy="39"/>
            </a:xfrm>
            <a:custGeom>
              <a:avLst/>
              <a:gdLst>
                <a:gd name="T0" fmla="*/ 120 w 19"/>
                <a:gd name="T1" fmla="*/ 0 h 17"/>
                <a:gd name="T2" fmla="*/ 160 w 19"/>
                <a:gd name="T3" fmla="*/ 2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13" y="0"/>
                  </a:moveTo>
                  <a:cubicBezTo>
                    <a:pt x="0" y="6"/>
                    <a:pt x="19" y="17"/>
                    <a:pt x="1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1" name="Freeform 552">
              <a:extLst>
                <a:ext uri="{FF2B5EF4-FFF2-40B4-BE49-F238E27FC236}">
                  <a16:creationId xmlns:a16="http://schemas.microsoft.com/office/drawing/2014/main" id="{2C1F2F2B-A56A-4BC5-B517-00B2B63BC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143"/>
              <a:ext cx="20" cy="18"/>
            </a:xfrm>
            <a:custGeom>
              <a:avLst/>
              <a:gdLst>
                <a:gd name="T0" fmla="*/ 0 w 9"/>
                <a:gd name="T1" fmla="*/ 25 h 8"/>
                <a:gd name="T2" fmla="*/ 36 w 9"/>
                <a:gd name="T3" fmla="*/ 92 h 8"/>
                <a:gd name="T4" fmla="*/ 89 w 9"/>
                <a:gd name="T5" fmla="*/ 11 h 8"/>
                <a:gd name="T6" fmla="*/ 44 w 9"/>
                <a:gd name="T7" fmla="*/ 1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0" y="4"/>
                    <a:pt x="1" y="7"/>
                    <a:pt x="3" y="8"/>
                  </a:cubicBezTo>
                  <a:cubicBezTo>
                    <a:pt x="7" y="7"/>
                    <a:pt x="9" y="5"/>
                    <a:pt x="8" y="1"/>
                  </a:cubicBezTo>
                  <a:cubicBezTo>
                    <a:pt x="7" y="0"/>
                    <a:pt x="6" y="0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2" name="Freeform 553">
              <a:extLst>
                <a:ext uri="{FF2B5EF4-FFF2-40B4-BE49-F238E27FC236}">
                  <a16:creationId xmlns:a16="http://schemas.microsoft.com/office/drawing/2014/main" id="{FB049167-CB12-41E8-B835-6C8290637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348"/>
              <a:ext cx="11" cy="16"/>
            </a:xfrm>
            <a:custGeom>
              <a:avLst/>
              <a:gdLst>
                <a:gd name="T0" fmla="*/ 0 w 5"/>
                <a:gd name="T1" fmla="*/ 25 h 7"/>
                <a:gd name="T2" fmla="*/ 20 w 5"/>
                <a:gd name="T3" fmla="*/ 85 h 7"/>
                <a:gd name="T4" fmla="*/ 9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5" y="4"/>
                    <a:pt x="5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3" name="Freeform 554">
              <a:extLst>
                <a:ext uri="{FF2B5EF4-FFF2-40B4-BE49-F238E27FC236}">
                  <a16:creationId xmlns:a16="http://schemas.microsoft.com/office/drawing/2014/main" id="{2EE5169C-9D81-4656-8D92-A8CC46E6E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173"/>
              <a:ext cx="8" cy="13"/>
            </a:xfrm>
            <a:custGeom>
              <a:avLst/>
              <a:gdLst>
                <a:gd name="T0" fmla="*/ 0 w 4"/>
                <a:gd name="T1" fmla="*/ 9 h 6"/>
                <a:gd name="T2" fmla="*/ 32 w 4"/>
                <a:gd name="T3" fmla="*/ 43 h 6"/>
                <a:gd name="T4" fmla="*/ 16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1" y="4"/>
                    <a:pt x="1" y="6"/>
                    <a:pt x="4" y="4"/>
                  </a:cubicBezTo>
                  <a:cubicBezTo>
                    <a:pt x="4" y="1"/>
                    <a:pt x="3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4" name="Freeform 555">
              <a:extLst>
                <a:ext uri="{FF2B5EF4-FFF2-40B4-BE49-F238E27FC236}">
                  <a16:creationId xmlns:a16="http://schemas.microsoft.com/office/drawing/2014/main" id="{056026F3-D662-4992-99AB-C3A9E5823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997"/>
              <a:ext cx="15" cy="18"/>
            </a:xfrm>
            <a:custGeom>
              <a:avLst/>
              <a:gdLst>
                <a:gd name="T0" fmla="*/ 0 w 7"/>
                <a:gd name="T1" fmla="*/ 0 h 8"/>
                <a:gd name="T2" fmla="*/ 28 w 7"/>
                <a:gd name="T3" fmla="*/ 92 h 8"/>
                <a:gd name="T4" fmla="*/ 69 w 7"/>
                <a:gd name="T5" fmla="*/ 45 h 8"/>
                <a:gd name="T6" fmla="*/ 28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3"/>
                    <a:pt x="1" y="6"/>
                    <a:pt x="3" y="8"/>
                  </a:cubicBezTo>
                  <a:cubicBezTo>
                    <a:pt x="5" y="7"/>
                    <a:pt x="6" y="7"/>
                    <a:pt x="7" y="4"/>
                  </a:cubicBezTo>
                  <a:cubicBezTo>
                    <a:pt x="6" y="2"/>
                    <a:pt x="5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5" name="Freeform 556">
              <a:extLst>
                <a:ext uri="{FF2B5EF4-FFF2-40B4-BE49-F238E27FC236}">
                  <a16:creationId xmlns:a16="http://schemas.microsoft.com/office/drawing/2014/main" id="{C5449405-EEE3-4578-ABEE-3377F5890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364"/>
              <a:ext cx="8" cy="14"/>
            </a:xfrm>
            <a:custGeom>
              <a:avLst/>
              <a:gdLst>
                <a:gd name="T0" fmla="*/ 0 w 4"/>
                <a:gd name="T1" fmla="*/ 77 h 6"/>
                <a:gd name="T2" fmla="*/ 16 w 4"/>
                <a:gd name="T3" fmla="*/ 12 h 6"/>
                <a:gd name="T4" fmla="*/ 0 w 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2" y="4"/>
                    <a:pt x="4" y="4"/>
                    <a:pt x="2" y="1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6" name="Freeform 557">
              <a:extLst>
                <a:ext uri="{FF2B5EF4-FFF2-40B4-BE49-F238E27FC236}">
                  <a16:creationId xmlns:a16="http://schemas.microsoft.com/office/drawing/2014/main" id="{794666CB-DDB7-497D-90D5-F83B74A99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066"/>
              <a:ext cx="13" cy="18"/>
            </a:xfrm>
            <a:custGeom>
              <a:avLst/>
              <a:gdLst>
                <a:gd name="T0" fmla="*/ 20 w 6"/>
                <a:gd name="T1" fmla="*/ 56 h 8"/>
                <a:gd name="T2" fmla="*/ 43 w 6"/>
                <a:gd name="T3" fmla="*/ 56 h 8"/>
                <a:gd name="T4" fmla="*/ 52 w 6"/>
                <a:gd name="T5" fmla="*/ 0 h 8"/>
                <a:gd name="T6" fmla="*/ 9 w 6"/>
                <a:gd name="T7" fmla="*/ 9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2" y="5"/>
                  </a:moveTo>
                  <a:cubicBezTo>
                    <a:pt x="2" y="5"/>
                    <a:pt x="3" y="5"/>
                    <a:pt x="4" y="5"/>
                  </a:cubicBezTo>
                  <a:cubicBezTo>
                    <a:pt x="5" y="3"/>
                    <a:pt x="6" y="2"/>
                    <a:pt x="5" y="0"/>
                  </a:cubicBezTo>
                  <a:cubicBezTo>
                    <a:pt x="2" y="1"/>
                    <a:pt x="0" y="5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7" name="Freeform 558">
              <a:extLst>
                <a:ext uri="{FF2B5EF4-FFF2-40B4-BE49-F238E27FC236}">
                  <a16:creationId xmlns:a16="http://schemas.microsoft.com/office/drawing/2014/main" id="{87B56C47-9DDF-42D7-A707-800D1508A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301"/>
              <a:ext cx="26" cy="26"/>
            </a:xfrm>
            <a:custGeom>
              <a:avLst/>
              <a:gdLst>
                <a:gd name="T0" fmla="*/ 20 w 12"/>
                <a:gd name="T1" fmla="*/ 12 h 11"/>
                <a:gd name="T2" fmla="*/ 33 w 12"/>
                <a:gd name="T3" fmla="*/ 144 h 11"/>
                <a:gd name="T4" fmla="*/ 121 w 12"/>
                <a:gd name="T5" fmla="*/ 40 h 11"/>
                <a:gd name="T6" fmla="*/ 52 w 12"/>
                <a:gd name="T7" fmla="*/ 12 h 11"/>
                <a:gd name="T8" fmla="*/ 52 w 12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2" y="1"/>
                  </a:moveTo>
                  <a:cubicBezTo>
                    <a:pt x="0" y="5"/>
                    <a:pt x="0" y="8"/>
                    <a:pt x="3" y="11"/>
                  </a:cubicBezTo>
                  <a:cubicBezTo>
                    <a:pt x="7" y="9"/>
                    <a:pt x="7" y="3"/>
                    <a:pt x="12" y="3"/>
                  </a:cubicBezTo>
                  <a:cubicBezTo>
                    <a:pt x="11" y="0"/>
                    <a:pt x="9" y="0"/>
                    <a:pt x="5" y="1"/>
                  </a:cubicBezTo>
                  <a:cubicBezTo>
                    <a:pt x="3" y="2"/>
                    <a:pt x="5" y="2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8" name="Freeform 559">
              <a:extLst>
                <a:ext uri="{FF2B5EF4-FFF2-40B4-BE49-F238E27FC236}">
                  <a16:creationId xmlns:a16="http://schemas.microsoft.com/office/drawing/2014/main" id="{A2ED10B7-E480-4B9A-BCB7-3DAAF3601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308"/>
              <a:ext cx="11" cy="14"/>
            </a:xfrm>
            <a:custGeom>
              <a:avLst/>
              <a:gdLst>
                <a:gd name="T0" fmla="*/ 0 w 5"/>
                <a:gd name="T1" fmla="*/ 0 h 6"/>
                <a:gd name="T2" fmla="*/ 9 w 5"/>
                <a:gd name="T3" fmla="*/ 77 h 6"/>
                <a:gd name="T4" fmla="*/ 2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4" y="4"/>
                    <a:pt x="5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9" name="Freeform 560">
              <a:extLst>
                <a:ext uri="{FF2B5EF4-FFF2-40B4-BE49-F238E27FC236}">
                  <a16:creationId xmlns:a16="http://schemas.microsoft.com/office/drawing/2014/main" id="{878C6C82-04EA-42F5-9344-8FA0E3B6A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569"/>
              <a:ext cx="37" cy="43"/>
            </a:xfrm>
            <a:custGeom>
              <a:avLst/>
              <a:gdLst>
                <a:gd name="T0" fmla="*/ 44 w 17"/>
                <a:gd name="T1" fmla="*/ 72 h 19"/>
                <a:gd name="T2" fmla="*/ 44 w 17"/>
                <a:gd name="T3" fmla="*/ 220 h 19"/>
                <a:gd name="T4" fmla="*/ 104 w 17"/>
                <a:gd name="T5" fmla="*/ 93 h 19"/>
                <a:gd name="T6" fmla="*/ 157 w 17"/>
                <a:gd name="T7" fmla="*/ 118 h 19"/>
                <a:gd name="T8" fmla="*/ 81 w 17"/>
                <a:gd name="T9" fmla="*/ 4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4" y="6"/>
                  </a:moveTo>
                  <a:cubicBezTo>
                    <a:pt x="1" y="10"/>
                    <a:pt x="0" y="16"/>
                    <a:pt x="4" y="19"/>
                  </a:cubicBezTo>
                  <a:cubicBezTo>
                    <a:pt x="7" y="16"/>
                    <a:pt x="8" y="11"/>
                    <a:pt x="10" y="8"/>
                  </a:cubicBezTo>
                  <a:cubicBezTo>
                    <a:pt x="11" y="9"/>
                    <a:pt x="14" y="9"/>
                    <a:pt x="15" y="10"/>
                  </a:cubicBezTo>
                  <a:cubicBezTo>
                    <a:pt x="17" y="4"/>
                    <a:pt x="13" y="0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0" name="Freeform 561">
              <a:extLst>
                <a:ext uri="{FF2B5EF4-FFF2-40B4-BE49-F238E27FC236}">
                  <a16:creationId xmlns:a16="http://schemas.microsoft.com/office/drawing/2014/main" id="{7CACEA1E-6837-4309-86D1-522E057E1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557"/>
              <a:ext cx="38" cy="32"/>
            </a:xfrm>
            <a:custGeom>
              <a:avLst/>
              <a:gdLst>
                <a:gd name="T0" fmla="*/ 76 w 18"/>
                <a:gd name="T1" fmla="*/ 0 h 14"/>
                <a:gd name="T2" fmla="*/ 76 w 18"/>
                <a:gd name="T3" fmla="*/ 130 h 14"/>
                <a:gd name="T4" fmla="*/ 169 w 18"/>
                <a:gd name="T5" fmla="*/ 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8" y="0"/>
                  </a:moveTo>
                  <a:cubicBezTo>
                    <a:pt x="1" y="2"/>
                    <a:pt x="0" y="14"/>
                    <a:pt x="8" y="11"/>
                  </a:cubicBezTo>
                  <a:cubicBezTo>
                    <a:pt x="14" y="9"/>
                    <a:pt x="9" y="1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1" name="Freeform 562">
              <a:extLst>
                <a:ext uri="{FF2B5EF4-FFF2-40B4-BE49-F238E27FC236}">
                  <a16:creationId xmlns:a16="http://schemas.microsoft.com/office/drawing/2014/main" id="{1DE34B0D-5B22-4D32-81F1-C86565FE8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176"/>
              <a:ext cx="11" cy="13"/>
            </a:xfrm>
            <a:custGeom>
              <a:avLst/>
              <a:gdLst>
                <a:gd name="T0" fmla="*/ 44 w 5"/>
                <a:gd name="T1" fmla="*/ 52 h 6"/>
                <a:gd name="T2" fmla="*/ 9 w 5"/>
                <a:gd name="T3" fmla="*/ 61 h 6"/>
                <a:gd name="T4" fmla="*/ 44 w 5"/>
                <a:gd name="T5" fmla="*/ 0 h 6"/>
                <a:gd name="T6" fmla="*/ 44 w 5"/>
                <a:gd name="T7" fmla="*/ 5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3" y="6"/>
                    <a:pt x="3" y="6"/>
                    <a:pt x="1" y="6"/>
                  </a:cubicBezTo>
                  <a:cubicBezTo>
                    <a:pt x="0" y="4"/>
                    <a:pt x="2" y="1"/>
                    <a:pt x="4" y="0"/>
                  </a:cubicBezTo>
                  <a:cubicBezTo>
                    <a:pt x="5" y="2"/>
                    <a:pt x="5" y="4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2" name="Freeform 563">
              <a:extLst>
                <a:ext uri="{FF2B5EF4-FFF2-40B4-BE49-F238E27FC236}">
                  <a16:creationId xmlns:a16="http://schemas.microsoft.com/office/drawing/2014/main" id="{60F7A80E-441C-4AB6-9F9F-BF6B92A02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180"/>
              <a:ext cx="15" cy="35"/>
            </a:xfrm>
            <a:custGeom>
              <a:avLst/>
              <a:gdLst>
                <a:gd name="T0" fmla="*/ 69 w 7"/>
                <a:gd name="T1" fmla="*/ 0 h 15"/>
                <a:gd name="T2" fmla="*/ 9 w 7"/>
                <a:gd name="T3" fmla="*/ 191 h 15"/>
                <a:gd name="T4" fmla="*/ 69 w 7"/>
                <a:gd name="T5" fmla="*/ 3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2" y="3"/>
                    <a:pt x="0" y="10"/>
                    <a:pt x="1" y="15"/>
                  </a:cubicBezTo>
                  <a:cubicBezTo>
                    <a:pt x="6" y="14"/>
                    <a:pt x="7" y="8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3" name="Freeform 564">
              <a:extLst>
                <a:ext uri="{FF2B5EF4-FFF2-40B4-BE49-F238E27FC236}">
                  <a16:creationId xmlns:a16="http://schemas.microsoft.com/office/drawing/2014/main" id="{7DCECB7A-6A04-4B45-8F7F-CEB6CE684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884"/>
              <a:ext cx="19" cy="37"/>
            </a:xfrm>
            <a:custGeom>
              <a:avLst/>
              <a:gdLst>
                <a:gd name="T0" fmla="*/ 17 w 9"/>
                <a:gd name="T1" fmla="*/ 86 h 16"/>
                <a:gd name="T2" fmla="*/ 17 w 9"/>
                <a:gd name="T3" fmla="*/ 199 h 16"/>
                <a:gd name="T4" fmla="*/ 68 w 9"/>
                <a:gd name="T5" fmla="*/ 0 h 16"/>
                <a:gd name="T6" fmla="*/ 17 w 9"/>
                <a:gd name="T7" fmla="*/ 8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2" y="7"/>
                  </a:moveTo>
                  <a:cubicBezTo>
                    <a:pt x="0" y="10"/>
                    <a:pt x="0" y="13"/>
                    <a:pt x="2" y="16"/>
                  </a:cubicBezTo>
                  <a:cubicBezTo>
                    <a:pt x="9" y="15"/>
                    <a:pt x="9" y="5"/>
                    <a:pt x="7" y="0"/>
                  </a:cubicBezTo>
                  <a:cubicBezTo>
                    <a:pt x="4" y="1"/>
                    <a:pt x="3" y="3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4" name="Freeform 565">
              <a:extLst>
                <a:ext uri="{FF2B5EF4-FFF2-40B4-BE49-F238E27FC236}">
                  <a16:creationId xmlns:a16="http://schemas.microsoft.com/office/drawing/2014/main" id="{16843BC8-73F2-4B0A-AEE0-EF7913AEC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868"/>
              <a:ext cx="26" cy="32"/>
            </a:xfrm>
            <a:custGeom>
              <a:avLst/>
              <a:gdLst>
                <a:gd name="T0" fmla="*/ 9 w 12"/>
                <a:gd name="T1" fmla="*/ 48 h 14"/>
                <a:gd name="T2" fmla="*/ 9 w 12"/>
                <a:gd name="T3" fmla="*/ 167 h 14"/>
                <a:gd name="T4" fmla="*/ 104 w 12"/>
                <a:gd name="T5" fmla="*/ 0 h 14"/>
                <a:gd name="T6" fmla="*/ 20 w 12"/>
                <a:gd name="T7" fmla="*/ 11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" y="4"/>
                  </a:moveTo>
                  <a:cubicBezTo>
                    <a:pt x="0" y="7"/>
                    <a:pt x="0" y="11"/>
                    <a:pt x="1" y="14"/>
                  </a:cubicBezTo>
                  <a:cubicBezTo>
                    <a:pt x="6" y="11"/>
                    <a:pt x="12" y="6"/>
                    <a:pt x="10" y="0"/>
                  </a:cubicBezTo>
                  <a:cubicBezTo>
                    <a:pt x="6" y="1"/>
                    <a:pt x="4" y="5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5" name="Freeform 566">
              <a:extLst>
                <a:ext uri="{FF2B5EF4-FFF2-40B4-BE49-F238E27FC236}">
                  <a16:creationId xmlns:a16="http://schemas.microsoft.com/office/drawing/2014/main" id="{8C14197C-010A-4AF3-A691-5DED75CA1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323"/>
              <a:ext cx="45" cy="50"/>
            </a:xfrm>
            <a:custGeom>
              <a:avLst/>
              <a:gdLst>
                <a:gd name="T0" fmla="*/ 41 w 21"/>
                <a:gd name="T1" fmla="*/ 186 h 22"/>
                <a:gd name="T2" fmla="*/ 60 w 21"/>
                <a:gd name="T3" fmla="*/ 259 h 22"/>
                <a:gd name="T4" fmla="*/ 41 w 21"/>
                <a:gd name="T5" fmla="*/ 18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4" y="16"/>
                  </a:moveTo>
                  <a:cubicBezTo>
                    <a:pt x="3" y="19"/>
                    <a:pt x="4" y="21"/>
                    <a:pt x="6" y="22"/>
                  </a:cubicBezTo>
                  <a:cubicBezTo>
                    <a:pt x="21" y="17"/>
                    <a:pt x="0" y="0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6" name="Freeform 567">
              <a:extLst>
                <a:ext uri="{FF2B5EF4-FFF2-40B4-BE49-F238E27FC236}">
                  <a16:creationId xmlns:a16="http://schemas.microsoft.com/office/drawing/2014/main" id="{6887D1D8-571F-4089-A01E-7F1D9134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3250"/>
              <a:ext cx="54" cy="27"/>
            </a:xfrm>
            <a:custGeom>
              <a:avLst/>
              <a:gdLst>
                <a:gd name="T0" fmla="*/ 140 w 25"/>
                <a:gd name="T1" fmla="*/ 11 h 12"/>
                <a:gd name="T2" fmla="*/ 173 w 25"/>
                <a:gd name="T3" fmla="*/ 0 h 12"/>
                <a:gd name="T4" fmla="*/ 140 w 25"/>
                <a:gd name="T5" fmla="*/ 2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14" y="1"/>
                  </a:moveTo>
                  <a:cubicBezTo>
                    <a:pt x="0" y="8"/>
                    <a:pt x="25" y="12"/>
                    <a:pt x="17" y="0"/>
                  </a:cubicBezTo>
                  <a:cubicBezTo>
                    <a:pt x="16" y="0"/>
                    <a:pt x="15" y="0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7" name="Freeform 568">
              <a:extLst>
                <a:ext uri="{FF2B5EF4-FFF2-40B4-BE49-F238E27FC236}">
                  <a16:creationId xmlns:a16="http://schemas.microsoft.com/office/drawing/2014/main" id="{13F4D38F-A60C-485D-8A25-24EB2CE9A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330"/>
              <a:ext cx="28" cy="41"/>
            </a:xfrm>
            <a:custGeom>
              <a:avLst/>
              <a:gdLst>
                <a:gd name="T0" fmla="*/ 19 w 13"/>
                <a:gd name="T1" fmla="*/ 73 h 18"/>
                <a:gd name="T2" fmla="*/ 60 w 13"/>
                <a:gd name="T3" fmla="*/ 175 h 18"/>
                <a:gd name="T4" fmla="*/ 19 w 13"/>
                <a:gd name="T5" fmla="*/ 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2" y="6"/>
                  </a:moveTo>
                  <a:cubicBezTo>
                    <a:pt x="0" y="10"/>
                    <a:pt x="0" y="18"/>
                    <a:pt x="6" y="15"/>
                  </a:cubicBezTo>
                  <a:cubicBezTo>
                    <a:pt x="13" y="12"/>
                    <a:pt x="10" y="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8" name="Freeform 569">
              <a:extLst>
                <a:ext uri="{FF2B5EF4-FFF2-40B4-BE49-F238E27FC236}">
                  <a16:creationId xmlns:a16="http://schemas.microsoft.com/office/drawing/2014/main" id="{5EA38993-F443-451D-A6CC-5182C538A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866"/>
              <a:ext cx="11" cy="18"/>
            </a:xfrm>
            <a:custGeom>
              <a:avLst/>
              <a:gdLst>
                <a:gd name="T0" fmla="*/ 0 w 5"/>
                <a:gd name="T1" fmla="*/ 45 h 8"/>
                <a:gd name="T2" fmla="*/ 20 w 5"/>
                <a:gd name="T3" fmla="*/ 92 h 8"/>
                <a:gd name="T4" fmla="*/ 20 w 5"/>
                <a:gd name="T5" fmla="*/ 0 h 8"/>
                <a:gd name="T6" fmla="*/ 9 w 5"/>
                <a:gd name="T7" fmla="*/ 1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0" y="6"/>
                    <a:pt x="1" y="7"/>
                    <a:pt x="2" y="8"/>
                  </a:cubicBezTo>
                  <a:cubicBezTo>
                    <a:pt x="5" y="6"/>
                    <a:pt x="5" y="3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9" name="Freeform 570">
              <a:extLst>
                <a:ext uri="{FF2B5EF4-FFF2-40B4-BE49-F238E27FC236}">
                  <a16:creationId xmlns:a16="http://schemas.microsoft.com/office/drawing/2014/main" id="{65B00F05-13EC-49D2-ADAA-E2839E3C5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820"/>
              <a:ext cx="51" cy="37"/>
            </a:xfrm>
            <a:custGeom>
              <a:avLst/>
              <a:gdLst>
                <a:gd name="T0" fmla="*/ 145 w 24"/>
                <a:gd name="T1" fmla="*/ 0 h 16"/>
                <a:gd name="T2" fmla="*/ 164 w 24"/>
                <a:gd name="T3" fmla="*/ 12 h 16"/>
                <a:gd name="T4" fmla="*/ 145 w 24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6">
                  <a:moveTo>
                    <a:pt x="15" y="0"/>
                  </a:moveTo>
                  <a:cubicBezTo>
                    <a:pt x="0" y="2"/>
                    <a:pt x="24" y="16"/>
                    <a:pt x="17" y="1"/>
                  </a:cubicBezTo>
                  <a:cubicBezTo>
                    <a:pt x="15" y="0"/>
                    <a:pt x="16" y="2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0" name="Freeform 571">
              <a:extLst>
                <a:ext uri="{FF2B5EF4-FFF2-40B4-BE49-F238E27FC236}">
                  <a16:creationId xmlns:a16="http://schemas.microsoft.com/office/drawing/2014/main" id="{9BC855AD-1E4D-4C93-8E76-7162AFAF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864"/>
              <a:ext cx="13" cy="16"/>
            </a:xfrm>
            <a:custGeom>
              <a:avLst/>
              <a:gdLst>
                <a:gd name="T0" fmla="*/ 0 w 6"/>
                <a:gd name="T1" fmla="*/ 57 h 7"/>
                <a:gd name="T2" fmla="*/ 61 w 6"/>
                <a:gd name="T3" fmla="*/ 11 h 7"/>
                <a:gd name="T4" fmla="*/ 20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4" y="7"/>
                    <a:pt x="6" y="5"/>
                    <a:pt x="6" y="1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1" name="Freeform 572">
              <a:extLst>
                <a:ext uri="{FF2B5EF4-FFF2-40B4-BE49-F238E27FC236}">
                  <a16:creationId xmlns:a16="http://schemas.microsoft.com/office/drawing/2014/main" id="{7F994201-1926-4B00-923E-A5EA2CEB7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899"/>
              <a:ext cx="19" cy="19"/>
            </a:xfrm>
            <a:custGeom>
              <a:avLst/>
              <a:gdLst>
                <a:gd name="T0" fmla="*/ 8 w 9"/>
                <a:gd name="T1" fmla="*/ 12 h 8"/>
                <a:gd name="T2" fmla="*/ 49 w 9"/>
                <a:gd name="T3" fmla="*/ 69 h 8"/>
                <a:gd name="T4" fmla="*/ 27 w 9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1"/>
                  </a:moveTo>
                  <a:cubicBezTo>
                    <a:pt x="0" y="5"/>
                    <a:pt x="2" y="8"/>
                    <a:pt x="5" y="5"/>
                  </a:cubicBezTo>
                  <a:cubicBezTo>
                    <a:pt x="9" y="3"/>
                    <a:pt x="6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2" name="Freeform 573">
              <a:extLst>
                <a:ext uri="{FF2B5EF4-FFF2-40B4-BE49-F238E27FC236}">
                  <a16:creationId xmlns:a16="http://schemas.microsoft.com/office/drawing/2014/main" id="{0C29FCD6-02DA-4C44-8EC4-81884EE13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961"/>
              <a:ext cx="12" cy="11"/>
            </a:xfrm>
            <a:custGeom>
              <a:avLst/>
              <a:gdLst>
                <a:gd name="T0" fmla="*/ 0 w 6"/>
                <a:gd name="T1" fmla="*/ 20 h 5"/>
                <a:gd name="T2" fmla="*/ 8 w 6"/>
                <a:gd name="T3" fmla="*/ 53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6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3" name="Freeform 574">
              <a:extLst>
                <a:ext uri="{FF2B5EF4-FFF2-40B4-BE49-F238E27FC236}">
                  <a16:creationId xmlns:a16="http://schemas.microsoft.com/office/drawing/2014/main" id="{B4D17547-6AF5-4E1B-B971-A88B7B100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668"/>
              <a:ext cx="75" cy="151"/>
            </a:xfrm>
            <a:custGeom>
              <a:avLst/>
              <a:gdLst>
                <a:gd name="T0" fmla="*/ 96 w 35"/>
                <a:gd name="T1" fmla="*/ 121 h 66"/>
                <a:gd name="T2" fmla="*/ 77 w 35"/>
                <a:gd name="T3" fmla="*/ 480 h 66"/>
                <a:gd name="T4" fmla="*/ 317 w 35"/>
                <a:gd name="T5" fmla="*/ 540 h 66"/>
                <a:gd name="T6" fmla="*/ 285 w 35"/>
                <a:gd name="T7" fmla="*/ 361 h 66"/>
                <a:gd name="T8" fmla="*/ 334 w 35"/>
                <a:gd name="T9" fmla="*/ 288 h 66"/>
                <a:gd name="T10" fmla="*/ 129 w 35"/>
                <a:gd name="T11" fmla="*/ 142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6">
                  <a:moveTo>
                    <a:pt x="10" y="10"/>
                  </a:moveTo>
                  <a:cubicBezTo>
                    <a:pt x="3" y="22"/>
                    <a:pt x="0" y="27"/>
                    <a:pt x="8" y="40"/>
                  </a:cubicBezTo>
                  <a:cubicBezTo>
                    <a:pt x="14" y="50"/>
                    <a:pt x="33" y="66"/>
                    <a:pt x="32" y="45"/>
                  </a:cubicBezTo>
                  <a:cubicBezTo>
                    <a:pt x="32" y="40"/>
                    <a:pt x="28" y="35"/>
                    <a:pt x="29" y="30"/>
                  </a:cubicBezTo>
                  <a:cubicBezTo>
                    <a:pt x="29" y="28"/>
                    <a:pt x="34" y="27"/>
                    <a:pt x="34" y="24"/>
                  </a:cubicBezTo>
                  <a:cubicBezTo>
                    <a:pt x="35" y="15"/>
                    <a:pt x="18" y="0"/>
                    <a:pt x="13" y="12"/>
                  </a:cubicBezTo>
                </a:path>
              </a:pathLst>
            </a:custGeom>
            <a:solidFill>
              <a:srgbClr val="EA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4" name="Freeform 575">
              <a:extLst>
                <a:ext uri="{FF2B5EF4-FFF2-40B4-BE49-F238E27FC236}">
                  <a16:creationId xmlns:a16="http://schemas.microsoft.com/office/drawing/2014/main" id="{63D1F270-F6B4-406C-B4C1-B7F902D0F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627"/>
              <a:ext cx="80" cy="103"/>
            </a:xfrm>
            <a:custGeom>
              <a:avLst/>
              <a:gdLst>
                <a:gd name="T0" fmla="*/ 41 w 37"/>
                <a:gd name="T1" fmla="*/ 540 h 45"/>
                <a:gd name="T2" fmla="*/ 121 w 37"/>
                <a:gd name="T3" fmla="*/ 57 h 45"/>
                <a:gd name="T4" fmla="*/ 374 w 37"/>
                <a:gd name="T5" fmla="*/ 204 h 45"/>
                <a:gd name="T6" fmla="*/ 104 w 37"/>
                <a:gd name="T7" fmla="*/ 41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5">
                  <a:moveTo>
                    <a:pt x="4" y="45"/>
                  </a:moveTo>
                  <a:cubicBezTo>
                    <a:pt x="0" y="37"/>
                    <a:pt x="4" y="10"/>
                    <a:pt x="12" y="5"/>
                  </a:cubicBezTo>
                  <a:cubicBezTo>
                    <a:pt x="20" y="0"/>
                    <a:pt x="29" y="11"/>
                    <a:pt x="37" y="17"/>
                  </a:cubicBezTo>
                  <a:cubicBezTo>
                    <a:pt x="27" y="22"/>
                    <a:pt x="14" y="22"/>
                    <a:pt x="10" y="34"/>
                  </a:cubicBezTo>
                </a:path>
              </a:pathLst>
            </a:custGeom>
            <a:solidFill>
              <a:srgbClr val="EA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5" name="Freeform 576">
              <a:extLst>
                <a:ext uri="{FF2B5EF4-FFF2-40B4-BE49-F238E27FC236}">
                  <a16:creationId xmlns:a16="http://schemas.microsoft.com/office/drawing/2014/main" id="{8602E28B-CC89-4F2E-A9E6-230A9CA96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737"/>
              <a:ext cx="70" cy="130"/>
            </a:xfrm>
            <a:custGeom>
              <a:avLst/>
              <a:gdLst>
                <a:gd name="T0" fmla="*/ 0 w 33"/>
                <a:gd name="T1" fmla="*/ 536 h 57"/>
                <a:gd name="T2" fmla="*/ 189 w 33"/>
                <a:gd name="T3" fmla="*/ 0 h 57"/>
                <a:gd name="T4" fmla="*/ 95 w 33"/>
                <a:gd name="T5" fmla="*/ 39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7">
                  <a:moveTo>
                    <a:pt x="0" y="45"/>
                  </a:moveTo>
                  <a:cubicBezTo>
                    <a:pt x="22" y="57"/>
                    <a:pt x="33" y="12"/>
                    <a:pt x="20" y="0"/>
                  </a:cubicBezTo>
                  <a:cubicBezTo>
                    <a:pt x="23" y="14"/>
                    <a:pt x="19" y="22"/>
                    <a:pt x="10" y="33"/>
                  </a:cubicBezTo>
                </a:path>
              </a:pathLst>
            </a:custGeom>
            <a:solidFill>
              <a:srgbClr val="BE5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6" name="Freeform 577">
              <a:extLst>
                <a:ext uri="{FF2B5EF4-FFF2-40B4-BE49-F238E27FC236}">
                  <a16:creationId xmlns:a16="http://schemas.microsoft.com/office/drawing/2014/main" id="{2837FE6F-BF01-43DF-80DE-19973A2FD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98"/>
              <a:ext cx="43" cy="50"/>
            </a:xfrm>
            <a:custGeom>
              <a:avLst/>
              <a:gdLst>
                <a:gd name="T0" fmla="*/ 80 w 20"/>
                <a:gd name="T1" fmla="*/ 0 h 22"/>
                <a:gd name="T2" fmla="*/ 41 w 20"/>
                <a:gd name="T3" fmla="*/ 259 h 22"/>
                <a:gd name="T4" fmla="*/ 198 w 20"/>
                <a:gd name="T5" fmla="*/ 73 h 22"/>
                <a:gd name="T6" fmla="*/ 140 w 2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8" y="0"/>
                  </a:moveTo>
                  <a:cubicBezTo>
                    <a:pt x="2" y="7"/>
                    <a:pt x="0" y="14"/>
                    <a:pt x="4" y="22"/>
                  </a:cubicBezTo>
                  <a:cubicBezTo>
                    <a:pt x="12" y="20"/>
                    <a:pt x="12" y="11"/>
                    <a:pt x="20" y="6"/>
                  </a:cubicBezTo>
                  <a:cubicBezTo>
                    <a:pt x="19" y="2"/>
                    <a:pt x="17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7" name="Freeform 578">
              <a:extLst>
                <a:ext uri="{FF2B5EF4-FFF2-40B4-BE49-F238E27FC236}">
                  <a16:creationId xmlns:a16="http://schemas.microsoft.com/office/drawing/2014/main" id="{9D4F583D-93A6-4838-B583-85E796544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1694"/>
              <a:ext cx="23" cy="22"/>
            </a:xfrm>
            <a:custGeom>
              <a:avLst/>
              <a:gdLst>
                <a:gd name="T0" fmla="*/ 17 w 11"/>
                <a:gd name="T1" fmla="*/ 0 h 10"/>
                <a:gd name="T2" fmla="*/ 56 w 11"/>
                <a:gd name="T3" fmla="*/ 106 h 10"/>
                <a:gd name="T4" fmla="*/ 17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2" y="0"/>
                  </a:moveTo>
                  <a:cubicBezTo>
                    <a:pt x="4" y="5"/>
                    <a:pt x="0" y="8"/>
                    <a:pt x="6" y="10"/>
                  </a:cubicBezTo>
                  <a:cubicBezTo>
                    <a:pt x="11" y="4"/>
                    <a:pt x="5" y="5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8" name="Freeform 579">
              <a:extLst>
                <a:ext uri="{FF2B5EF4-FFF2-40B4-BE49-F238E27FC236}">
                  <a16:creationId xmlns:a16="http://schemas.microsoft.com/office/drawing/2014/main" id="{C3779321-B14F-4417-9605-0D29F7EC8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3668"/>
              <a:ext cx="22" cy="27"/>
            </a:xfrm>
            <a:custGeom>
              <a:avLst/>
              <a:gdLst>
                <a:gd name="T0" fmla="*/ 0 w 10"/>
                <a:gd name="T1" fmla="*/ 25 h 12"/>
                <a:gd name="T2" fmla="*/ 44 w 10"/>
                <a:gd name="T3" fmla="*/ 137 h 12"/>
                <a:gd name="T4" fmla="*/ 106 w 10"/>
                <a:gd name="T5" fmla="*/ 11 h 12"/>
                <a:gd name="T6" fmla="*/ 20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2"/>
                  </a:moveTo>
                  <a:cubicBezTo>
                    <a:pt x="0" y="7"/>
                    <a:pt x="1" y="10"/>
                    <a:pt x="4" y="12"/>
                  </a:cubicBezTo>
                  <a:cubicBezTo>
                    <a:pt x="9" y="9"/>
                    <a:pt x="10" y="8"/>
                    <a:pt x="10" y="1"/>
                  </a:cubicBezTo>
                  <a:cubicBezTo>
                    <a:pt x="7" y="0"/>
                    <a:pt x="5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9" name="Freeform 580">
              <a:extLst>
                <a:ext uri="{FF2B5EF4-FFF2-40B4-BE49-F238E27FC236}">
                  <a16:creationId xmlns:a16="http://schemas.microsoft.com/office/drawing/2014/main" id="{756CB238-23BC-4D50-AD09-35FF64C7D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052"/>
              <a:ext cx="20" cy="85"/>
            </a:xfrm>
            <a:custGeom>
              <a:avLst/>
              <a:gdLst>
                <a:gd name="T0" fmla="*/ 9 w 9"/>
                <a:gd name="T1" fmla="*/ 57 h 37"/>
                <a:gd name="T2" fmla="*/ 0 w 9"/>
                <a:gd name="T3" fmla="*/ 57 h 37"/>
                <a:gd name="T4" fmla="*/ 0 w 9"/>
                <a:gd name="T5" fmla="*/ 85 h 37"/>
                <a:gd name="T6" fmla="*/ 9 w 9"/>
                <a:gd name="T7" fmla="*/ 131 h 37"/>
                <a:gd name="T8" fmla="*/ 9 w 9"/>
                <a:gd name="T9" fmla="*/ 170 h 37"/>
                <a:gd name="T10" fmla="*/ 9 w 9"/>
                <a:gd name="T11" fmla="*/ 207 h 37"/>
                <a:gd name="T12" fmla="*/ 44 w 9"/>
                <a:gd name="T13" fmla="*/ 448 h 37"/>
                <a:gd name="T14" fmla="*/ 89 w 9"/>
                <a:gd name="T15" fmla="*/ 439 h 37"/>
                <a:gd name="T16" fmla="*/ 80 w 9"/>
                <a:gd name="T17" fmla="*/ 391 h 37"/>
                <a:gd name="T18" fmla="*/ 98 w 9"/>
                <a:gd name="T19" fmla="*/ 391 h 37"/>
                <a:gd name="T20" fmla="*/ 98 w 9"/>
                <a:gd name="T21" fmla="*/ 365 h 37"/>
                <a:gd name="T22" fmla="*/ 80 w 9"/>
                <a:gd name="T23" fmla="*/ 207 h 37"/>
                <a:gd name="T24" fmla="*/ 80 w 9"/>
                <a:gd name="T25" fmla="*/ 74 h 37"/>
                <a:gd name="T26" fmla="*/ 53 w 9"/>
                <a:gd name="T27" fmla="*/ 74 h 37"/>
                <a:gd name="T28" fmla="*/ 53 w 9"/>
                <a:gd name="T29" fmla="*/ 0 h 37"/>
                <a:gd name="T30" fmla="*/ 9 w 9"/>
                <a:gd name="T31" fmla="*/ 0 h 37"/>
                <a:gd name="T32" fmla="*/ 9 w 9"/>
                <a:gd name="T33" fmla="*/ 57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" h="37">
                  <a:moveTo>
                    <a:pt x="1" y="5"/>
                  </a:moveTo>
                  <a:cubicBezTo>
                    <a:pt x="1" y="5"/>
                    <a:pt x="0" y="5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9"/>
                    <a:pt x="1" y="10"/>
                    <a:pt x="1" y="11"/>
                  </a:cubicBezTo>
                  <a:cubicBezTo>
                    <a:pt x="1" y="12"/>
                    <a:pt x="1" y="13"/>
                    <a:pt x="1" y="14"/>
                  </a:cubicBezTo>
                  <a:cubicBezTo>
                    <a:pt x="1" y="15"/>
                    <a:pt x="1" y="16"/>
                    <a:pt x="1" y="17"/>
                  </a:cubicBezTo>
                  <a:cubicBezTo>
                    <a:pt x="2" y="25"/>
                    <a:pt x="3" y="33"/>
                    <a:pt x="4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5"/>
                    <a:pt x="7" y="33"/>
                    <a:pt x="7" y="32"/>
                  </a:cubicBezTo>
                  <a:cubicBezTo>
                    <a:pt x="8" y="32"/>
                    <a:pt x="9" y="32"/>
                    <a:pt x="9" y="32"/>
                  </a:cubicBezTo>
                  <a:cubicBezTo>
                    <a:pt x="9" y="31"/>
                    <a:pt x="9" y="31"/>
                    <a:pt x="9" y="30"/>
                  </a:cubicBezTo>
                  <a:cubicBezTo>
                    <a:pt x="9" y="26"/>
                    <a:pt x="8" y="21"/>
                    <a:pt x="7" y="17"/>
                  </a:cubicBezTo>
                  <a:cubicBezTo>
                    <a:pt x="7" y="14"/>
                    <a:pt x="7" y="10"/>
                    <a:pt x="7" y="6"/>
                  </a:cubicBezTo>
                  <a:cubicBezTo>
                    <a:pt x="7" y="6"/>
                    <a:pt x="6" y="6"/>
                    <a:pt x="5" y="6"/>
                  </a:cubicBezTo>
                  <a:cubicBezTo>
                    <a:pt x="5" y="6"/>
                    <a:pt x="5" y="0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1" y="3"/>
                    <a:pt x="1" y="5"/>
                  </a:cubicBezTo>
                  <a:close/>
                </a:path>
              </a:pathLst>
            </a:custGeom>
            <a:solidFill>
              <a:srgbClr val="FFE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0" name="Freeform 581">
              <a:extLst>
                <a:ext uri="{FF2B5EF4-FFF2-40B4-BE49-F238E27FC236}">
                  <a16:creationId xmlns:a16="http://schemas.microsoft.com/office/drawing/2014/main" id="{EA019789-A1BD-44F9-9381-91A8330B4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157"/>
              <a:ext cx="15" cy="46"/>
            </a:xfrm>
            <a:custGeom>
              <a:avLst/>
              <a:gdLst>
                <a:gd name="T0" fmla="*/ 28 w 7"/>
                <a:gd name="T1" fmla="*/ 244 h 20"/>
                <a:gd name="T2" fmla="*/ 60 w 7"/>
                <a:gd name="T3" fmla="*/ 232 h 20"/>
                <a:gd name="T4" fmla="*/ 69 w 7"/>
                <a:gd name="T5" fmla="*/ 12 h 20"/>
                <a:gd name="T6" fmla="*/ 28 w 7"/>
                <a:gd name="T7" fmla="*/ 0 h 20"/>
                <a:gd name="T8" fmla="*/ 28 w 7"/>
                <a:gd name="T9" fmla="*/ 24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0">
                  <a:moveTo>
                    <a:pt x="3" y="20"/>
                  </a:moveTo>
                  <a:cubicBezTo>
                    <a:pt x="6" y="19"/>
                    <a:pt x="6" y="19"/>
                    <a:pt x="6" y="19"/>
                  </a:cubicBezTo>
                  <a:cubicBezTo>
                    <a:pt x="5" y="15"/>
                    <a:pt x="5" y="8"/>
                    <a:pt x="7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0" y="14"/>
                    <a:pt x="3" y="20"/>
                  </a:cubicBezTo>
                  <a:close/>
                </a:path>
              </a:pathLst>
            </a:custGeom>
            <a:solidFill>
              <a:srgbClr val="FFE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1" name="Freeform 582">
              <a:extLst>
                <a:ext uri="{FF2B5EF4-FFF2-40B4-BE49-F238E27FC236}">
                  <a16:creationId xmlns:a16="http://schemas.microsoft.com/office/drawing/2014/main" id="{E323DB4D-8725-40AE-88D0-79D0B26F9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327"/>
              <a:ext cx="20" cy="25"/>
            </a:xfrm>
            <a:custGeom>
              <a:avLst/>
              <a:gdLst>
                <a:gd name="T0" fmla="*/ 44 w 9"/>
                <a:gd name="T1" fmla="*/ 36 h 11"/>
                <a:gd name="T2" fmla="*/ 20 w 9"/>
                <a:gd name="T3" fmla="*/ 57 h 11"/>
                <a:gd name="T4" fmla="*/ 20 w 9"/>
                <a:gd name="T5" fmla="*/ 57 h 11"/>
                <a:gd name="T6" fmla="*/ 0 w 9"/>
                <a:gd name="T7" fmla="*/ 118 h 11"/>
                <a:gd name="T8" fmla="*/ 0 w 9"/>
                <a:gd name="T9" fmla="*/ 118 h 11"/>
                <a:gd name="T10" fmla="*/ 0 w 9"/>
                <a:gd name="T11" fmla="*/ 118 h 11"/>
                <a:gd name="T12" fmla="*/ 44 w 9"/>
                <a:gd name="T13" fmla="*/ 130 h 11"/>
                <a:gd name="T14" fmla="*/ 44 w 9"/>
                <a:gd name="T15" fmla="*/ 130 h 11"/>
                <a:gd name="T16" fmla="*/ 80 w 9"/>
                <a:gd name="T17" fmla="*/ 73 h 11"/>
                <a:gd name="T18" fmla="*/ 98 w 9"/>
                <a:gd name="T19" fmla="*/ 36 h 11"/>
                <a:gd name="T20" fmla="*/ 64 w 9"/>
                <a:gd name="T21" fmla="*/ 0 h 11"/>
                <a:gd name="T22" fmla="*/ 44 w 9"/>
                <a:gd name="T23" fmla="*/ 36 h 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11">
                  <a:moveTo>
                    <a:pt x="4" y="3"/>
                  </a:moveTo>
                  <a:cubicBezTo>
                    <a:pt x="3" y="4"/>
                    <a:pt x="3" y="4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9"/>
                    <a:pt x="6" y="7"/>
                    <a:pt x="7" y="6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FFE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2" name="Freeform 583">
              <a:extLst>
                <a:ext uri="{FF2B5EF4-FFF2-40B4-BE49-F238E27FC236}">
                  <a16:creationId xmlns:a16="http://schemas.microsoft.com/office/drawing/2014/main" id="{1481D653-1364-4259-B061-AA41F732D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871"/>
              <a:ext cx="11" cy="43"/>
            </a:xfrm>
            <a:custGeom>
              <a:avLst/>
              <a:gdLst>
                <a:gd name="T0" fmla="*/ 0 w 5"/>
                <a:gd name="T1" fmla="*/ 0 h 19"/>
                <a:gd name="T2" fmla="*/ 20 w 5"/>
                <a:gd name="T3" fmla="*/ 149 h 19"/>
                <a:gd name="T4" fmla="*/ 33 w 5"/>
                <a:gd name="T5" fmla="*/ 11 h 19"/>
                <a:gd name="T6" fmla="*/ 44 w 5"/>
                <a:gd name="T7" fmla="*/ 220 h 19"/>
                <a:gd name="T8" fmla="*/ 44 w 5"/>
                <a:gd name="T9" fmla="*/ 18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1" y="4"/>
                    <a:pt x="1" y="8"/>
                    <a:pt x="2" y="13"/>
                  </a:cubicBezTo>
                  <a:cubicBezTo>
                    <a:pt x="2" y="9"/>
                    <a:pt x="3" y="5"/>
                    <a:pt x="3" y="1"/>
                  </a:cubicBezTo>
                  <a:cubicBezTo>
                    <a:pt x="4" y="7"/>
                    <a:pt x="5" y="13"/>
                    <a:pt x="4" y="19"/>
                  </a:cubicBezTo>
                  <a:cubicBezTo>
                    <a:pt x="4" y="18"/>
                    <a:pt x="4" y="17"/>
                    <a:pt x="4" y="16"/>
                  </a:cubicBezTo>
                </a:path>
              </a:pathLst>
            </a:custGeom>
            <a:noFill/>
            <a:ln w="12700" cap="flat">
              <a:solidFill>
                <a:srgbClr val="FFED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3" name="Freeform 584">
              <a:extLst>
                <a:ext uri="{FF2B5EF4-FFF2-40B4-BE49-F238E27FC236}">
                  <a16:creationId xmlns:a16="http://schemas.microsoft.com/office/drawing/2014/main" id="{94D2B3F0-4EC7-43D7-BAB1-F373F8700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777"/>
              <a:ext cx="73" cy="313"/>
            </a:xfrm>
            <a:custGeom>
              <a:avLst/>
              <a:gdLst>
                <a:gd name="T0" fmla="*/ 170 w 34"/>
                <a:gd name="T1" fmla="*/ 1634 h 137"/>
                <a:gd name="T2" fmla="*/ 286 w 34"/>
                <a:gd name="T3" fmla="*/ 1012 h 137"/>
                <a:gd name="T4" fmla="*/ 19 w 34"/>
                <a:gd name="T5" fmla="*/ 763 h 137"/>
                <a:gd name="T6" fmla="*/ 120 w 34"/>
                <a:gd name="T7" fmla="*/ 178 h 137"/>
                <a:gd name="T8" fmla="*/ 189 w 34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37">
                  <a:moveTo>
                    <a:pt x="17" y="137"/>
                  </a:moveTo>
                  <a:cubicBezTo>
                    <a:pt x="17" y="123"/>
                    <a:pt x="34" y="98"/>
                    <a:pt x="29" y="85"/>
                  </a:cubicBezTo>
                  <a:cubicBezTo>
                    <a:pt x="26" y="75"/>
                    <a:pt x="3" y="75"/>
                    <a:pt x="2" y="64"/>
                  </a:cubicBezTo>
                  <a:cubicBezTo>
                    <a:pt x="0" y="42"/>
                    <a:pt x="6" y="35"/>
                    <a:pt x="12" y="15"/>
                  </a:cubicBezTo>
                  <a:cubicBezTo>
                    <a:pt x="13" y="10"/>
                    <a:pt x="18" y="4"/>
                    <a:pt x="19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4" name="Freeform 585">
              <a:extLst>
                <a:ext uri="{FF2B5EF4-FFF2-40B4-BE49-F238E27FC236}">
                  <a16:creationId xmlns:a16="http://schemas.microsoft.com/office/drawing/2014/main" id="{3592F625-6693-4DF0-812C-B3C543BFA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775"/>
              <a:ext cx="464" cy="2987"/>
            </a:xfrm>
            <a:custGeom>
              <a:avLst/>
              <a:gdLst>
                <a:gd name="T0" fmla="*/ 402 w 217"/>
                <a:gd name="T1" fmla="*/ 37 h 1307"/>
                <a:gd name="T2" fmla="*/ 370 w 217"/>
                <a:gd name="T3" fmla="*/ 25 h 1307"/>
                <a:gd name="T4" fmla="*/ 892 w 217"/>
                <a:gd name="T5" fmla="*/ 1995 h 1307"/>
                <a:gd name="T6" fmla="*/ 1933 w 217"/>
                <a:gd name="T7" fmla="*/ 6623 h 1307"/>
                <a:gd name="T8" fmla="*/ 960 w 217"/>
                <a:gd name="T9" fmla="*/ 11950 h 1307"/>
                <a:gd name="T10" fmla="*/ 9 w 217"/>
                <a:gd name="T11" fmla="*/ 15563 h 1307"/>
                <a:gd name="T12" fmla="*/ 41 w 217"/>
                <a:gd name="T13" fmla="*/ 15543 h 1307"/>
                <a:gd name="T14" fmla="*/ 9 w 217"/>
                <a:gd name="T15" fmla="*/ 15563 h 1307"/>
                <a:gd name="T16" fmla="*/ 1161 w 217"/>
                <a:gd name="T17" fmla="*/ 11998 h 1307"/>
                <a:gd name="T18" fmla="*/ 1664 w 217"/>
                <a:gd name="T19" fmla="*/ 10003 h 1307"/>
                <a:gd name="T20" fmla="*/ 1683 w 217"/>
                <a:gd name="T21" fmla="*/ 9761 h 1307"/>
                <a:gd name="T22" fmla="*/ 1880 w 217"/>
                <a:gd name="T23" fmla="*/ 9491 h 1307"/>
                <a:gd name="T24" fmla="*/ 2025 w 217"/>
                <a:gd name="T25" fmla="*/ 6518 h 1307"/>
                <a:gd name="T26" fmla="*/ 947 w 217"/>
                <a:gd name="T27" fmla="*/ 1995 h 1307"/>
                <a:gd name="T28" fmla="*/ 808 w 217"/>
                <a:gd name="T29" fmla="*/ 1661 h 1307"/>
                <a:gd name="T30" fmla="*/ 772 w 217"/>
                <a:gd name="T31" fmla="*/ 1458 h 1307"/>
                <a:gd name="T32" fmla="*/ 393 w 217"/>
                <a:gd name="T33" fmla="*/ 37 h 1307"/>
                <a:gd name="T34" fmla="*/ 402 w 217"/>
                <a:gd name="T35" fmla="*/ 37 h 13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7" h="1307">
                  <a:moveTo>
                    <a:pt x="41" y="3"/>
                  </a:moveTo>
                  <a:cubicBezTo>
                    <a:pt x="43" y="3"/>
                    <a:pt x="37" y="0"/>
                    <a:pt x="38" y="2"/>
                  </a:cubicBezTo>
                  <a:cubicBezTo>
                    <a:pt x="51" y="58"/>
                    <a:pt x="65" y="116"/>
                    <a:pt x="91" y="167"/>
                  </a:cubicBezTo>
                  <a:cubicBezTo>
                    <a:pt x="149" y="279"/>
                    <a:pt x="180" y="395"/>
                    <a:pt x="198" y="555"/>
                  </a:cubicBezTo>
                  <a:cubicBezTo>
                    <a:pt x="215" y="720"/>
                    <a:pt x="156" y="863"/>
                    <a:pt x="98" y="1001"/>
                  </a:cubicBezTo>
                  <a:cubicBezTo>
                    <a:pt x="59" y="1097"/>
                    <a:pt x="17" y="1197"/>
                    <a:pt x="1" y="1304"/>
                  </a:cubicBezTo>
                  <a:cubicBezTo>
                    <a:pt x="0" y="1306"/>
                    <a:pt x="1" y="1301"/>
                    <a:pt x="4" y="1302"/>
                  </a:cubicBezTo>
                  <a:cubicBezTo>
                    <a:pt x="6" y="1302"/>
                    <a:pt x="1" y="1307"/>
                    <a:pt x="1" y="1304"/>
                  </a:cubicBezTo>
                  <a:cubicBezTo>
                    <a:pt x="17" y="1198"/>
                    <a:pt x="79" y="1101"/>
                    <a:pt x="119" y="1005"/>
                  </a:cubicBezTo>
                  <a:cubicBezTo>
                    <a:pt x="141" y="951"/>
                    <a:pt x="151" y="895"/>
                    <a:pt x="170" y="838"/>
                  </a:cubicBezTo>
                  <a:cubicBezTo>
                    <a:pt x="171" y="835"/>
                    <a:pt x="171" y="821"/>
                    <a:pt x="172" y="818"/>
                  </a:cubicBezTo>
                  <a:cubicBezTo>
                    <a:pt x="174" y="810"/>
                    <a:pt x="190" y="803"/>
                    <a:pt x="192" y="795"/>
                  </a:cubicBezTo>
                  <a:cubicBezTo>
                    <a:pt x="215" y="717"/>
                    <a:pt x="217" y="635"/>
                    <a:pt x="207" y="546"/>
                  </a:cubicBezTo>
                  <a:cubicBezTo>
                    <a:pt x="190" y="386"/>
                    <a:pt x="155" y="281"/>
                    <a:pt x="97" y="167"/>
                  </a:cubicBezTo>
                  <a:cubicBezTo>
                    <a:pt x="94" y="162"/>
                    <a:pt x="86" y="145"/>
                    <a:pt x="83" y="139"/>
                  </a:cubicBezTo>
                  <a:cubicBezTo>
                    <a:pt x="79" y="132"/>
                    <a:pt x="82" y="130"/>
                    <a:pt x="79" y="122"/>
                  </a:cubicBezTo>
                  <a:cubicBezTo>
                    <a:pt x="62" y="84"/>
                    <a:pt x="49" y="44"/>
                    <a:pt x="40" y="3"/>
                  </a:cubicBezTo>
                  <a:cubicBezTo>
                    <a:pt x="39" y="1"/>
                    <a:pt x="40" y="3"/>
                    <a:pt x="41" y="3"/>
                  </a:cubicBezTo>
                  <a:close/>
                </a:path>
              </a:pathLst>
            </a:custGeom>
            <a:solidFill>
              <a:srgbClr val="AE6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5" name="Freeform 586">
              <a:extLst>
                <a:ext uri="{FF2B5EF4-FFF2-40B4-BE49-F238E27FC236}">
                  <a16:creationId xmlns:a16="http://schemas.microsoft.com/office/drawing/2014/main" id="{B77FE543-CAB1-43EC-A5C8-28DEEB6B8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083"/>
              <a:ext cx="509" cy="1621"/>
            </a:xfrm>
            <a:custGeom>
              <a:avLst/>
              <a:gdLst>
                <a:gd name="T0" fmla="*/ 1065 w 238"/>
                <a:gd name="T1" fmla="*/ 8473 h 709"/>
                <a:gd name="T2" fmla="*/ 1253 w 238"/>
                <a:gd name="T3" fmla="*/ 7961 h 709"/>
                <a:gd name="T4" fmla="*/ 1555 w 238"/>
                <a:gd name="T5" fmla="*/ 7481 h 709"/>
                <a:gd name="T6" fmla="*/ 1664 w 238"/>
                <a:gd name="T7" fmla="*/ 6763 h 709"/>
                <a:gd name="T8" fmla="*/ 1899 w 238"/>
                <a:gd name="T9" fmla="*/ 6404 h 709"/>
                <a:gd name="T10" fmla="*/ 1856 w 238"/>
                <a:gd name="T11" fmla="*/ 5807 h 709"/>
                <a:gd name="T12" fmla="*/ 2017 w 238"/>
                <a:gd name="T13" fmla="*/ 5400 h 709"/>
                <a:gd name="T14" fmla="*/ 2132 w 238"/>
                <a:gd name="T15" fmla="*/ 4804 h 709"/>
                <a:gd name="T16" fmla="*/ 2190 w 238"/>
                <a:gd name="T17" fmla="*/ 3978 h 709"/>
                <a:gd name="T18" fmla="*/ 2085 w 238"/>
                <a:gd name="T19" fmla="*/ 2686 h 709"/>
                <a:gd name="T20" fmla="*/ 1253 w 238"/>
                <a:gd name="T21" fmla="*/ 2129 h 709"/>
                <a:gd name="T22" fmla="*/ 1056 w 238"/>
                <a:gd name="T23" fmla="*/ 1504 h 709"/>
                <a:gd name="T24" fmla="*/ 868 w 238"/>
                <a:gd name="T25" fmla="*/ 1198 h 709"/>
                <a:gd name="T26" fmla="*/ 654 w 238"/>
                <a:gd name="T27" fmla="*/ 825 h 709"/>
                <a:gd name="T28" fmla="*/ 334 w 238"/>
                <a:gd name="T29" fmla="*/ 476 h 709"/>
                <a:gd name="T30" fmla="*/ 0 w 238"/>
                <a:gd name="T31" fmla="*/ 48 h 70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8" h="709">
                  <a:moveTo>
                    <a:pt x="109" y="709"/>
                  </a:moveTo>
                  <a:cubicBezTo>
                    <a:pt x="114" y="697"/>
                    <a:pt x="122" y="677"/>
                    <a:pt x="128" y="666"/>
                  </a:cubicBezTo>
                  <a:cubicBezTo>
                    <a:pt x="138" y="645"/>
                    <a:pt x="153" y="648"/>
                    <a:pt x="159" y="626"/>
                  </a:cubicBezTo>
                  <a:cubicBezTo>
                    <a:pt x="163" y="608"/>
                    <a:pt x="164" y="578"/>
                    <a:pt x="170" y="566"/>
                  </a:cubicBezTo>
                  <a:cubicBezTo>
                    <a:pt x="177" y="555"/>
                    <a:pt x="191" y="554"/>
                    <a:pt x="194" y="536"/>
                  </a:cubicBezTo>
                  <a:cubicBezTo>
                    <a:pt x="198" y="517"/>
                    <a:pt x="187" y="505"/>
                    <a:pt x="190" y="486"/>
                  </a:cubicBezTo>
                  <a:cubicBezTo>
                    <a:pt x="192" y="470"/>
                    <a:pt x="197" y="466"/>
                    <a:pt x="206" y="452"/>
                  </a:cubicBezTo>
                  <a:cubicBezTo>
                    <a:pt x="217" y="437"/>
                    <a:pt x="220" y="420"/>
                    <a:pt x="218" y="402"/>
                  </a:cubicBezTo>
                  <a:cubicBezTo>
                    <a:pt x="216" y="370"/>
                    <a:pt x="214" y="364"/>
                    <a:pt x="224" y="333"/>
                  </a:cubicBezTo>
                  <a:cubicBezTo>
                    <a:pt x="238" y="290"/>
                    <a:pt x="230" y="249"/>
                    <a:pt x="213" y="225"/>
                  </a:cubicBezTo>
                  <a:cubicBezTo>
                    <a:pt x="197" y="201"/>
                    <a:pt x="142" y="192"/>
                    <a:pt x="128" y="178"/>
                  </a:cubicBezTo>
                  <a:cubicBezTo>
                    <a:pt x="119" y="169"/>
                    <a:pt x="110" y="137"/>
                    <a:pt x="108" y="126"/>
                  </a:cubicBezTo>
                  <a:cubicBezTo>
                    <a:pt x="104" y="108"/>
                    <a:pt x="104" y="108"/>
                    <a:pt x="89" y="100"/>
                  </a:cubicBezTo>
                  <a:cubicBezTo>
                    <a:pt x="72" y="91"/>
                    <a:pt x="76" y="84"/>
                    <a:pt x="67" y="69"/>
                  </a:cubicBezTo>
                  <a:cubicBezTo>
                    <a:pt x="59" y="55"/>
                    <a:pt x="45" y="55"/>
                    <a:pt x="34" y="40"/>
                  </a:cubicBezTo>
                  <a:cubicBezTo>
                    <a:pt x="19" y="19"/>
                    <a:pt x="25" y="0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6" name="Freeform 587">
              <a:extLst>
                <a:ext uri="{FF2B5EF4-FFF2-40B4-BE49-F238E27FC236}">
                  <a16:creationId xmlns:a16="http://schemas.microsoft.com/office/drawing/2014/main" id="{DE01EE68-9C75-43FB-9FF1-A67D93684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633"/>
              <a:ext cx="252" cy="1122"/>
            </a:xfrm>
            <a:custGeom>
              <a:avLst/>
              <a:gdLst>
                <a:gd name="T0" fmla="*/ 976 w 118"/>
                <a:gd name="T1" fmla="*/ 0 h 491"/>
                <a:gd name="T2" fmla="*/ 1121 w 118"/>
                <a:gd name="T3" fmla="*/ 345 h 491"/>
                <a:gd name="T4" fmla="*/ 1021 w 118"/>
                <a:gd name="T5" fmla="*/ 1179 h 491"/>
                <a:gd name="T6" fmla="*/ 963 w 118"/>
                <a:gd name="T7" fmla="*/ 1744 h 491"/>
                <a:gd name="T8" fmla="*/ 747 w 118"/>
                <a:gd name="T9" fmla="*/ 2041 h 491"/>
                <a:gd name="T10" fmla="*/ 799 w 118"/>
                <a:gd name="T11" fmla="*/ 2340 h 491"/>
                <a:gd name="T12" fmla="*/ 626 w 118"/>
                <a:gd name="T13" fmla="*/ 2637 h 491"/>
                <a:gd name="T14" fmla="*/ 643 w 118"/>
                <a:gd name="T15" fmla="*/ 3092 h 491"/>
                <a:gd name="T16" fmla="*/ 602 w 118"/>
                <a:gd name="T17" fmla="*/ 3686 h 491"/>
                <a:gd name="T18" fmla="*/ 173 w 118"/>
                <a:gd name="T19" fmla="*/ 4214 h 491"/>
                <a:gd name="T20" fmla="*/ 410 w 118"/>
                <a:gd name="T21" fmla="*/ 5859 h 4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491">
                  <a:moveTo>
                    <a:pt x="100" y="0"/>
                  </a:moveTo>
                  <a:cubicBezTo>
                    <a:pt x="108" y="9"/>
                    <a:pt x="114" y="20"/>
                    <a:pt x="115" y="29"/>
                  </a:cubicBezTo>
                  <a:cubicBezTo>
                    <a:pt x="117" y="53"/>
                    <a:pt x="102" y="74"/>
                    <a:pt x="105" y="99"/>
                  </a:cubicBezTo>
                  <a:cubicBezTo>
                    <a:pt x="109" y="121"/>
                    <a:pt x="118" y="128"/>
                    <a:pt x="99" y="146"/>
                  </a:cubicBezTo>
                  <a:cubicBezTo>
                    <a:pt x="89" y="154"/>
                    <a:pt x="78" y="155"/>
                    <a:pt x="77" y="171"/>
                  </a:cubicBezTo>
                  <a:cubicBezTo>
                    <a:pt x="76" y="181"/>
                    <a:pt x="83" y="187"/>
                    <a:pt x="82" y="196"/>
                  </a:cubicBezTo>
                  <a:cubicBezTo>
                    <a:pt x="81" y="207"/>
                    <a:pt x="70" y="213"/>
                    <a:pt x="64" y="221"/>
                  </a:cubicBezTo>
                  <a:cubicBezTo>
                    <a:pt x="58" y="231"/>
                    <a:pt x="68" y="248"/>
                    <a:pt x="66" y="259"/>
                  </a:cubicBezTo>
                  <a:cubicBezTo>
                    <a:pt x="63" y="276"/>
                    <a:pt x="64" y="292"/>
                    <a:pt x="62" y="309"/>
                  </a:cubicBezTo>
                  <a:cubicBezTo>
                    <a:pt x="58" y="337"/>
                    <a:pt x="32" y="330"/>
                    <a:pt x="18" y="353"/>
                  </a:cubicBezTo>
                  <a:cubicBezTo>
                    <a:pt x="0" y="384"/>
                    <a:pt x="50" y="397"/>
                    <a:pt x="42" y="49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7" name="Freeform 588">
              <a:extLst>
                <a:ext uri="{FF2B5EF4-FFF2-40B4-BE49-F238E27FC236}">
                  <a16:creationId xmlns:a16="http://schemas.microsoft.com/office/drawing/2014/main" id="{DC55F239-8807-4A5A-AD6C-5E75364EE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083"/>
              <a:ext cx="508" cy="1621"/>
            </a:xfrm>
            <a:custGeom>
              <a:avLst/>
              <a:gdLst>
                <a:gd name="T0" fmla="*/ 1076 w 237"/>
                <a:gd name="T1" fmla="*/ 8473 h 709"/>
                <a:gd name="T2" fmla="*/ 1258 w 237"/>
                <a:gd name="T3" fmla="*/ 7961 h 709"/>
                <a:gd name="T4" fmla="*/ 1567 w 237"/>
                <a:gd name="T5" fmla="*/ 7481 h 709"/>
                <a:gd name="T6" fmla="*/ 1672 w 237"/>
                <a:gd name="T7" fmla="*/ 6763 h 709"/>
                <a:gd name="T8" fmla="*/ 1912 w 237"/>
                <a:gd name="T9" fmla="*/ 6404 h 709"/>
                <a:gd name="T10" fmla="*/ 1861 w 237"/>
                <a:gd name="T11" fmla="*/ 5807 h 709"/>
                <a:gd name="T12" fmla="*/ 2030 w 237"/>
                <a:gd name="T13" fmla="*/ 5400 h 709"/>
                <a:gd name="T14" fmla="*/ 2146 w 237"/>
                <a:gd name="T15" fmla="*/ 4804 h 709"/>
                <a:gd name="T16" fmla="*/ 2206 w 237"/>
                <a:gd name="T17" fmla="*/ 3978 h 709"/>
                <a:gd name="T18" fmla="*/ 2101 w 237"/>
                <a:gd name="T19" fmla="*/ 2686 h 709"/>
                <a:gd name="T20" fmla="*/ 1258 w 237"/>
                <a:gd name="T21" fmla="*/ 2129 h 709"/>
                <a:gd name="T22" fmla="*/ 1061 w 237"/>
                <a:gd name="T23" fmla="*/ 1504 h 709"/>
                <a:gd name="T24" fmla="*/ 877 w 237"/>
                <a:gd name="T25" fmla="*/ 1198 h 709"/>
                <a:gd name="T26" fmla="*/ 662 w 237"/>
                <a:gd name="T27" fmla="*/ 825 h 709"/>
                <a:gd name="T28" fmla="*/ 334 w 237"/>
                <a:gd name="T29" fmla="*/ 476 h 709"/>
                <a:gd name="T30" fmla="*/ 0 w 237"/>
                <a:gd name="T31" fmla="*/ 48 h 70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7" h="709">
                  <a:moveTo>
                    <a:pt x="109" y="709"/>
                  </a:moveTo>
                  <a:cubicBezTo>
                    <a:pt x="114" y="697"/>
                    <a:pt x="122" y="677"/>
                    <a:pt x="128" y="666"/>
                  </a:cubicBezTo>
                  <a:cubicBezTo>
                    <a:pt x="138" y="645"/>
                    <a:pt x="153" y="648"/>
                    <a:pt x="159" y="626"/>
                  </a:cubicBezTo>
                  <a:cubicBezTo>
                    <a:pt x="163" y="608"/>
                    <a:pt x="163" y="578"/>
                    <a:pt x="170" y="566"/>
                  </a:cubicBezTo>
                  <a:cubicBezTo>
                    <a:pt x="176" y="555"/>
                    <a:pt x="191" y="554"/>
                    <a:pt x="194" y="536"/>
                  </a:cubicBezTo>
                  <a:cubicBezTo>
                    <a:pt x="198" y="517"/>
                    <a:pt x="187" y="505"/>
                    <a:pt x="189" y="486"/>
                  </a:cubicBezTo>
                  <a:cubicBezTo>
                    <a:pt x="192" y="470"/>
                    <a:pt x="197" y="466"/>
                    <a:pt x="206" y="452"/>
                  </a:cubicBezTo>
                  <a:cubicBezTo>
                    <a:pt x="217" y="437"/>
                    <a:pt x="219" y="420"/>
                    <a:pt x="218" y="402"/>
                  </a:cubicBezTo>
                  <a:cubicBezTo>
                    <a:pt x="216" y="370"/>
                    <a:pt x="214" y="364"/>
                    <a:pt x="224" y="333"/>
                  </a:cubicBezTo>
                  <a:cubicBezTo>
                    <a:pt x="237" y="290"/>
                    <a:pt x="230" y="249"/>
                    <a:pt x="213" y="225"/>
                  </a:cubicBezTo>
                  <a:cubicBezTo>
                    <a:pt x="197" y="201"/>
                    <a:pt x="142" y="192"/>
                    <a:pt x="128" y="178"/>
                  </a:cubicBezTo>
                  <a:cubicBezTo>
                    <a:pt x="119" y="169"/>
                    <a:pt x="110" y="137"/>
                    <a:pt x="108" y="126"/>
                  </a:cubicBezTo>
                  <a:cubicBezTo>
                    <a:pt x="104" y="108"/>
                    <a:pt x="103" y="108"/>
                    <a:pt x="89" y="100"/>
                  </a:cubicBezTo>
                  <a:cubicBezTo>
                    <a:pt x="72" y="91"/>
                    <a:pt x="76" y="84"/>
                    <a:pt x="67" y="69"/>
                  </a:cubicBezTo>
                  <a:cubicBezTo>
                    <a:pt x="59" y="55"/>
                    <a:pt x="45" y="55"/>
                    <a:pt x="34" y="40"/>
                  </a:cubicBezTo>
                  <a:cubicBezTo>
                    <a:pt x="19" y="19"/>
                    <a:pt x="25" y="0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0046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8" name="Freeform 589">
              <a:extLst>
                <a:ext uri="{FF2B5EF4-FFF2-40B4-BE49-F238E27FC236}">
                  <a16:creationId xmlns:a16="http://schemas.microsoft.com/office/drawing/2014/main" id="{FF0D4C84-AE89-4E1F-BC7B-CFC2AD669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777"/>
              <a:ext cx="72" cy="316"/>
            </a:xfrm>
            <a:custGeom>
              <a:avLst/>
              <a:gdLst>
                <a:gd name="T0" fmla="*/ 161 w 34"/>
                <a:gd name="T1" fmla="*/ 1658 h 138"/>
                <a:gd name="T2" fmla="*/ 273 w 34"/>
                <a:gd name="T3" fmla="*/ 1033 h 138"/>
                <a:gd name="T4" fmla="*/ 17 w 34"/>
                <a:gd name="T5" fmla="*/ 772 h 138"/>
                <a:gd name="T6" fmla="*/ 112 w 34"/>
                <a:gd name="T7" fmla="*/ 179 h 138"/>
                <a:gd name="T8" fmla="*/ 180 w 34"/>
                <a:gd name="T9" fmla="*/ 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38">
                  <a:moveTo>
                    <a:pt x="17" y="138"/>
                  </a:moveTo>
                  <a:cubicBezTo>
                    <a:pt x="17" y="123"/>
                    <a:pt x="34" y="98"/>
                    <a:pt x="29" y="86"/>
                  </a:cubicBezTo>
                  <a:cubicBezTo>
                    <a:pt x="26" y="75"/>
                    <a:pt x="3" y="76"/>
                    <a:pt x="2" y="64"/>
                  </a:cubicBezTo>
                  <a:cubicBezTo>
                    <a:pt x="0" y="42"/>
                    <a:pt x="6" y="36"/>
                    <a:pt x="12" y="15"/>
                  </a:cubicBezTo>
                  <a:cubicBezTo>
                    <a:pt x="13" y="11"/>
                    <a:pt x="18" y="5"/>
                    <a:pt x="19" y="0"/>
                  </a:cubicBezTo>
                </a:path>
              </a:pathLst>
            </a:custGeom>
            <a:noFill/>
            <a:ln w="9525" cap="flat">
              <a:solidFill>
                <a:srgbClr val="0046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9" name="Freeform 590">
              <a:extLst>
                <a:ext uri="{FF2B5EF4-FFF2-40B4-BE49-F238E27FC236}">
                  <a16:creationId xmlns:a16="http://schemas.microsoft.com/office/drawing/2014/main" id="{93762305-16D7-4285-9A24-42DD83915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633"/>
              <a:ext cx="253" cy="1122"/>
            </a:xfrm>
            <a:custGeom>
              <a:avLst/>
              <a:gdLst>
                <a:gd name="T0" fmla="*/ 984 w 118"/>
                <a:gd name="T1" fmla="*/ 0 h 491"/>
                <a:gd name="T2" fmla="*/ 1121 w 118"/>
                <a:gd name="T3" fmla="*/ 345 h 491"/>
                <a:gd name="T4" fmla="*/ 1033 w 118"/>
                <a:gd name="T5" fmla="*/ 1179 h 491"/>
                <a:gd name="T6" fmla="*/ 976 w 118"/>
                <a:gd name="T7" fmla="*/ 1744 h 491"/>
                <a:gd name="T8" fmla="*/ 759 w 118"/>
                <a:gd name="T9" fmla="*/ 2041 h 491"/>
                <a:gd name="T10" fmla="*/ 808 w 118"/>
                <a:gd name="T11" fmla="*/ 2340 h 491"/>
                <a:gd name="T12" fmla="*/ 630 w 118"/>
                <a:gd name="T13" fmla="*/ 2637 h 491"/>
                <a:gd name="T14" fmla="*/ 652 w 118"/>
                <a:gd name="T15" fmla="*/ 3092 h 491"/>
                <a:gd name="T16" fmla="*/ 611 w 118"/>
                <a:gd name="T17" fmla="*/ 3686 h 491"/>
                <a:gd name="T18" fmla="*/ 180 w 118"/>
                <a:gd name="T19" fmla="*/ 4214 h 491"/>
                <a:gd name="T20" fmla="*/ 414 w 118"/>
                <a:gd name="T21" fmla="*/ 5859 h 4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491">
                  <a:moveTo>
                    <a:pt x="100" y="0"/>
                  </a:moveTo>
                  <a:cubicBezTo>
                    <a:pt x="107" y="9"/>
                    <a:pt x="113" y="20"/>
                    <a:pt x="114" y="29"/>
                  </a:cubicBezTo>
                  <a:cubicBezTo>
                    <a:pt x="117" y="53"/>
                    <a:pt x="101" y="74"/>
                    <a:pt x="105" y="99"/>
                  </a:cubicBezTo>
                  <a:cubicBezTo>
                    <a:pt x="109" y="121"/>
                    <a:pt x="118" y="128"/>
                    <a:pt x="99" y="146"/>
                  </a:cubicBezTo>
                  <a:cubicBezTo>
                    <a:pt x="89" y="154"/>
                    <a:pt x="78" y="155"/>
                    <a:pt x="77" y="171"/>
                  </a:cubicBezTo>
                  <a:cubicBezTo>
                    <a:pt x="76" y="181"/>
                    <a:pt x="83" y="187"/>
                    <a:pt x="82" y="196"/>
                  </a:cubicBezTo>
                  <a:cubicBezTo>
                    <a:pt x="81" y="207"/>
                    <a:pt x="69" y="213"/>
                    <a:pt x="64" y="221"/>
                  </a:cubicBezTo>
                  <a:cubicBezTo>
                    <a:pt x="58" y="231"/>
                    <a:pt x="68" y="248"/>
                    <a:pt x="66" y="259"/>
                  </a:cubicBezTo>
                  <a:cubicBezTo>
                    <a:pt x="62" y="276"/>
                    <a:pt x="64" y="292"/>
                    <a:pt x="62" y="309"/>
                  </a:cubicBezTo>
                  <a:cubicBezTo>
                    <a:pt x="57" y="337"/>
                    <a:pt x="32" y="330"/>
                    <a:pt x="18" y="353"/>
                  </a:cubicBezTo>
                  <a:cubicBezTo>
                    <a:pt x="0" y="384"/>
                    <a:pt x="50" y="397"/>
                    <a:pt x="42" y="491"/>
                  </a:cubicBezTo>
                </a:path>
              </a:pathLst>
            </a:custGeom>
            <a:noFill/>
            <a:ln w="9525" cap="flat">
              <a:solidFill>
                <a:srgbClr val="0046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0" name="Freeform 591">
              <a:extLst>
                <a:ext uri="{FF2B5EF4-FFF2-40B4-BE49-F238E27FC236}">
                  <a16:creationId xmlns:a16="http://schemas.microsoft.com/office/drawing/2014/main" id="{25671447-9D86-49FA-8EE6-5D22760D0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101"/>
              <a:ext cx="6" cy="7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16 w 3"/>
                <a:gd name="T5" fmla="*/ 37 h 3"/>
                <a:gd name="T6" fmla="*/ 24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1" name="Freeform 592">
              <a:extLst>
                <a:ext uri="{FF2B5EF4-FFF2-40B4-BE49-F238E27FC236}">
                  <a16:creationId xmlns:a16="http://schemas.microsoft.com/office/drawing/2014/main" id="{E04D3B58-343E-4F45-B5DF-632AC3253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001"/>
              <a:ext cx="9" cy="11"/>
            </a:xfrm>
            <a:custGeom>
              <a:avLst/>
              <a:gdLst>
                <a:gd name="T0" fmla="*/ 0 w 4"/>
                <a:gd name="T1" fmla="*/ 33 h 5"/>
                <a:gd name="T2" fmla="*/ 25 w 4"/>
                <a:gd name="T3" fmla="*/ 53 h 5"/>
                <a:gd name="T4" fmla="*/ 45 w 4"/>
                <a:gd name="T5" fmla="*/ 0 h 5"/>
                <a:gd name="T6" fmla="*/ 0 w 4"/>
                <a:gd name="T7" fmla="*/ 9 h 5"/>
                <a:gd name="T8" fmla="*/ 0 w 4"/>
                <a:gd name="T9" fmla="*/ 3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4"/>
                    <a:pt x="1" y="5"/>
                    <a:pt x="2" y="5"/>
                  </a:cubicBezTo>
                  <a:cubicBezTo>
                    <a:pt x="3" y="4"/>
                    <a:pt x="3" y="2"/>
                    <a:pt x="4" y="0"/>
                  </a:cubicBezTo>
                  <a:cubicBezTo>
                    <a:pt x="3" y="0"/>
                    <a:pt x="2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2" name="Freeform 593">
              <a:extLst>
                <a:ext uri="{FF2B5EF4-FFF2-40B4-BE49-F238E27FC236}">
                  <a16:creationId xmlns:a16="http://schemas.microsoft.com/office/drawing/2014/main" id="{BCA82030-4CD7-4B8A-AADF-C0EB82CE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046"/>
              <a:ext cx="9" cy="10"/>
            </a:xfrm>
            <a:custGeom>
              <a:avLst/>
              <a:gdLst>
                <a:gd name="T0" fmla="*/ 11 w 4"/>
                <a:gd name="T1" fmla="*/ 0 h 4"/>
                <a:gd name="T2" fmla="*/ 0 w 4"/>
                <a:gd name="T3" fmla="*/ 33 h 4"/>
                <a:gd name="T4" fmla="*/ 25 w 4"/>
                <a:gd name="T5" fmla="*/ 63 h 4"/>
                <a:gd name="T6" fmla="*/ 45 w 4"/>
                <a:gd name="T7" fmla="*/ 0 h 4"/>
                <a:gd name="T8" fmla="*/ 11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3"/>
                    <a:pt x="3" y="2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3" name="Freeform 594">
              <a:extLst>
                <a:ext uri="{FF2B5EF4-FFF2-40B4-BE49-F238E27FC236}">
                  <a16:creationId xmlns:a16="http://schemas.microsoft.com/office/drawing/2014/main" id="{D1CFC4E8-B00E-45AF-BDFF-D3AF4E59C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209"/>
              <a:ext cx="122" cy="393"/>
            </a:xfrm>
            <a:custGeom>
              <a:avLst/>
              <a:gdLst>
                <a:gd name="T0" fmla="*/ 518 w 57"/>
                <a:gd name="T1" fmla="*/ 0 h 172"/>
                <a:gd name="T2" fmla="*/ 293 w 57"/>
                <a:gd name="T3" fmla="*/ 727 h 172"/>
                <a:gd name="T4" fmla="*/ 0 w 57"/>
                <a:gd name="T5" fmla="*/ 2052 h 172"/>
                <a:gd name="T6" fmla="*/ 19 w 57"/>
                <a:gd name="T7" fmla="*/ 2052 h 172"/>
                <a:gd name="T8" fmla="*/ 28 w 57"/>
                <a:gd name="T9" fmla="*/ 2052 h 172"/>
                <a:gd name="T10" fmla="*/ 312 w 57"/>
                <a:gd name="T11" fmla="*/ 740 h 172"/>
                <a:gd name="T12" fmla="*/ 559 w 57"/>
                <a:gd name="T13" fmla="*/ 0 h 172"/>
                <a:gd name="T14" fmla="*/ 518 w 57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72">
                  <a:moveTo>
                    <a:pt x="53" y="0"/>
                  </a:moveTo>
                  <a:cubicBezTo>
                    <a:pt x="45" y="20"/>
                    <a:pt x="37" y="40"/>
                    <a:pt x="30" y="61"/>
                  </a:cubicBezTo>
                  <a:cubicBezTo>
                    <a:pt x="22" y="82"/>
                    <a:pt x="6" y="131"/>
                    <a:pt x="0" y="172"/>
                  </a:cubicBezTo>
                  <a:cubicBezTo>
                    <a:pt x="1" y="172"/>
                    <a:pt x="2" y="172"/>
                    <a:pt x="2" y="172"/>
                  </a:cubicBezTo>
                  <a:cubicBezTo>
                    <a:pt x="3" y="172"/>
                    <a:pt x="3" y="172"/>
                    <a:pt x="3" y="172"/>
                  </a:cubicBezTo>
                  <a:cubicBezTo>
                    <a:pt x="9" y="135"/>
                    <a:pt x="22" y="90"/>
                    <a:pt x="32" y="62"/>
                  </a:cubicBezTo>
                  <a:cubicBezTo>
                    <a:pt x="40" y="41"/>
                    <a:pt x="48" y="20"/>
                    <a:pt x="57" y="0"/>
                  </a:cubicBezTo>
                  <a:cubicBezTo>
                    <a:pt x="56" y="0"/>
                    <a:pt x="55" y="0"/>
                    <a:pt x="5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4" name="Freeform 595">
              <a:extLst>
                <a:ext uri="{FF2B5EF4-FFF2-40B4-BE49-F238E27FC236}">
                  <a16:creationId xmlns:a16="http://schemas.microsoft.com/office/drawing/2014/main" id="{1FFB985F-8214-4BBC-8F47-91CD092EF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017"/>
              <a:ext cx="12" cy="20"/>
            </a:xfrm>
            <a:custGeom>
              <a:avLst/>
              <a:gdLst>
                <a:gd name="T0" fmla="*/ 32 w 6"/>
                <a:gd name="T1" fmla="*/ 98 h 9"/>
                <a:gd name="T2" fmla="*/ 48 w 6"/>
                <a:gd name="T3" fmla="*/ 36 h 9"/>
                <a:gd name="T4" fmla="*/ 32 w 6"/>
                <a:gd name="T5" fmla="*/ 0 h 9"/>
                <a:gd name="T6" fmla="*/ 0 w 6"/>
                <a:gd name="T7" fmla="*/ 98 h 9"/>
                <a:gd name="T8" fmla="*/ 32 w 6"/>
                <a:gd name="T9" fmla="*/ 9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4" y="9"/>
                  </a:moveTo>
                  <a:cubicBezTo>
                    <a:pt x="5" y="7"/>
                    <a:pt x="5" y="5"/>
                    <a:pt x="6" y="3"/>
                  </a:cubicBezTo>
                  <a:cubicBezTo>
                    <a:pt x="5" y="2"/>
                    <a:pt x="5" y="1"/>
                    <a:pt x="4" y="0"/>
                  </a:cubicBezTo>
                  <a:cubicBezTo>
                    <a:pt x="3" y="3"/>
                    <a:pt x="2" y="6"/>
                    <a:pt x="0" y="9"/>
                  </a:cubicBezTo>
                  <a:cubicBezTo>
                    <a:pt x="2" y="9"/>
                    <a:pt x="3" y="9"/>
                    <a:pt x="4" y="9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5" name="Freeform 596">
              <a:extLst>
                <a:ext uri="{FF2B5EF4-FFF2-40B4-BE49-F238E27FC236}">
                  <a16:creationId xmlns:a16="http://schemas.microsoft.com/office/drawing/2014/main" id="{F934786E-1253-4874-A8C9-0A9155C4C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966"/>
              <a:ext cx="9" cy="7"/>
            </a:xfrm>
            <a:custGeom>
              <a:avLst/>
              <a:gdLst>
                <a:gd name="T0" fmla="*/ 0 w 4"/>
                <a:gd name="T1" fmla="*/ 0 h 3"/>
                <a:gd name="T2" fmla="*/ 0 w 4"/>
                <a:gd name="T3" fmla="*/ 12 h 3"/>
                <a:gd name="T4" fmla="*/ 36 w 4"/>
                <a:gd name="T5" fmla="*/ 37 h 3"/>
                <a:gd name="T6" fmla="*/ 45 w 4"/>
                <a:gd name="T7" fmla="*/ 0 h 3"/>
                <a:gd name="T8" fmla="*/ 36 w 4"/>
                <a:gd name="T9" fmla="*/ 0 h 3"/>
                <a:gd name="T10" fmla="*/ 0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6" name="Freeform 597">
              <a:extLst>
                <a:ext uri="{FF2B5EF4-FFF2-40B4-BE49-F238E27FC236}">
                  <a16:creationId xmlns:a16="http://schemas.microsoft.com/office/drawing/2014/main" id="{1069F18D-DBF4-4929-BD78-2AC1319B5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948"/>
              <a:ext cx="8" cy="9"/>
            </a:xfrm>
            <a:custGeom>
              <a:avLst/>
              <a:gdLst>
                <a:gd name="T0" fmla="*/ 0 w 4"/>
                <a:gd name="T1" fmla="*/ 45 h 4"/>
                <a:gd name="T2" fmla="*/ 8 w 4"/>
                <a:gd name="T3" fmla="*/ 45 h 4"/>
                <a:gd name="T4" fmla="*/ 24 w 4"/>
                <a:gd name="T5" fmla="*/ 45 h 4"/>
                <a:gd name="T6" fmla="*/ 32 w 4"/>
                <a:gd name="T7" fmla="*/ 11 h 4"/>
                <a:gd name="T8" fmla="*/ 16 w 4"/>
                <a:gd name="T9" fmla="*/ 0 h 4"/>
                <a:gd name="T10" fmla="*/ 0 w 4"/>
                <a:gd name="T11" fmla="*/ 45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4"/>
                    <a:pt x="1" y="4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7" name="Freeform 598">
              <a:extLst>
                <a:ext uri="{FF2B5EF4-FFF2-40B4-BE49-F238E27FC236}">
                  <a16:creationId xmlns:a16="http://schemas.microsoft.com/office/drawing/2014/main" id="{92A3B6D8-AF9B-449D-BC4D-7DE93A88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113"/>
              <a:ext cx="39" cy="87"/>
            </a:xfrm>
            <a:custGeom>
              <a:avLst/>
              <a:gdLst>
                <a:gd name="T0" fmla="*/ 43 w 18"/>
                <a:gd name="T1" fmla="*/ 446 h 38"/>
                <a:gd name="T2" fmla="*/ 132 w 18"/>
                <a:gd name="T3" fmla="*/ 195 h 38"/>
                <a:gd name="T4" fmla="*/ 184 w 18"/>
                <a:gd name="T5" fmla="*/ 25 h 38"/>
                <a:gd name="T6" fmla="*/ 173 w 18"/>
                <a:gd name="T7" fmla="*/ 11 h 38"/>
                <a:gd name="T8" fmla="*/ 165 w 18"/>
                <a:gd name="T9" fmla="*/ 0 h 38"/>
                <a:gd name="T10" fmla="*/ 104 w 18"/>
                <a:gd name="T11" fmla="*/ 179 h 38"/>
                <a:gd name="T12" fmla="*/ 0 w 18"/>
                <a:gd name="T13" fmla="*/ 456 h 38"/>
                <a:gd name="T14" fmla="*/ 43 w 18"/>
                <a:gd name="T15" fmla="*/ 446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8">
                  <a:moveTo>
                    <a:pt x="4" y="37"/>
                  </a:moveTo>
                  <a:cubicBezTo>
                    <a:pt x="7" y="30"/>
                    <a:pt x="10" y="23"/>
                    <a:pt x="13" y="16"/>
                  </a:cubicBezTo>
                  <a:cubicBezTo>
                    <a:pt x="14" y="11"/>
                    <a:pt x="16" y="7"/>
                    <a:pt x="18" y="2"/>
                  </a:cubicBezTo>
                  <a:cubicBezTo>
                    <a:pt x="18" y="2"/>
                    <a:pt x="18" y="1"/>
                    <a:pt x="17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5"/>
                    <a:pt x="12" y="10"/>
                    <a:pt x="10" y="15"/>
                  </a:cubicBezTo>
                  <a:cubicBezTo>
                    <a:pt x="7" y="22"/>
                    <a:pt x="3" y="30"/>
                    <a:pt x="0" y="38"/>
                  </a:cubicBezTo>
                  <a:cubicBezTo>
                    <a:pt x="1" y="38"/>
                    <a:pt x="3" y="37"/>
                    <a:pt x="4" y="37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8" name="Freeform 599">
              <a:extLst>
                <a:ext uri="{FF2B5EF4-FFF2-40B4-BE49-F238E27FC236}">
                  <a16:creationId xmlns:a16="http://schemas.microsoft.com/office/drawing/2014/main" id="{04414797-3761-42D2-AB2D-624E7E8F1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3060"/>
              <a:ext cx="17" cy="32"/>
            </a:xfrm>
            <a:custGeom>
              <a:avLst/>
              <a:gdLst>
                <a:gd name="T0" fmla="*/ 28 w 8"/>
                <a:gd name="T1" fmla="*/ 167 h 14"/>
                <a:gd name="T2" fmla="*/ 77 w 8"/>
                <a:gd name="T3" fmla="*/ 25 h 14"/>
                <a:gd name="T4" fmla="*/ 49 w 8"/>
                <a:gd name="T5" fmla="*/ 0 h 14"/>
                <a:gd name="T6" fmla="*/ 0 w 8"/>
                <a:gd name="T7" fmla="*/ 167 h 14"/>
                <a:gd name="T8" fmla="*/ 28 w 8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3" y="14"/>
                  </a:moveTo>
                  <a:cubicBezTo>
                    <a:pt x="5" y="10"/>
                    <a:pt x="6" y="6"/>
                    <a:pt x="8" y="2"/>
                  </a:cubicBezTo>
                  <a:cubicBezTo>
                    <a:pt x="7" y="2"/>
                    <a:pt x="6" y="1"/>
                    <a:pt x="5" y="0"/>
                  </a:cubicBezTo>
                  <a:cubicBezTo>
                    <a:pt x="3" y="5"/>
                    <a:pt x="2" y="10"/>
                    <a:pt x="0" y="14"/>
                  </a:cubicBezTo>
                  <a:cubicBezTo>
                    <a:pt x="1" y="14"/>
                    <a:pt x="2" y="14"/>
                    <a:pt x="3" y="1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9" name="Freeform 600">
              <a:extLst>
                <a:ext uri="{FF2B5EF4-FFF2-40B4-BE49-F238E27FC236}">
                  <a16:creationId xmlns:a16="http://schemas.microsoft.com/office/drawing/2014/main" id="{2EBB7D4B-30F1-4EAA-B089-B12FAF829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691"/>
              <a:ext cx="7" cy="7"/>
            </a:xfrm>
            <a:custGeom>
              <a:avLst/>
              <a:gdLst>
                <a:gd name="T0" fmla="*/ 37 w 3"/>
                <a:gd name="T1" fmla="*/ 0 h 3"/>
                <a:gd name="T2" fmla="*/ 0 w 3"/>
                <a:gd name="T3" fmla="*/ 37 h 3"/>
                <a:gd name="T4" fmla="*/ 37 w 3"/>
                <a:gd name="T5" fmla="*/ 28 h 3"/>
                <a:gd name="T6" fmla="*/ 37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0" name="Freeform 601">
              <a:extLst>
                <a:ext uri="{FF2B5EF4-FFF2-40B4-BE49-F238E27FC236}">
                  <a16:creationId xmlns:a16="http://schemas.microsoft.com/office/drawing/2014/main" id="{883960BC-E935-4205-BFF7-5EB6ED645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611"/>
              <a:ext cx="9" cy="34"/>
            </a:xfrm>
            <a:custGeom>
              <a:avLst/>
              <a:gdLst>
                <a:gd name="T0" fmla="*/ 11 w 4"/>
                <a:gd name="T1" fmla="*/ 0 h 15"/>
                <a:gd name="T2" fmla="*/ 0 w 4"/>
                <a:gd name="T3" fmla="*/ 175 h 15"/>
                <a:gd name="T4" fmla="*/ 0 w 4"/>
                <a:gd name="T5" fmla="*/ 165 h 15"/>
                <a:gd name="T6" fmla="*/ 36 w 4"/>
                <a:gd name="T7" fmla="*/ 129 h 15"/>
                <a:gd name="T8" fmla="*/ 45 w 4"/>
                <a:gd name="T9" fmla="*/ 0 h 15"/>
                <a:gd name="T10" fmla="*/ 45 w 4"/>
                <a:gd name="T11" fmla="*/ 0 h 15"/>
                <a:gd name="T12" fmla="*/ 11 w 4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5">
                  <a:moveTo>
                    <a:pt x="1" y="0"/>
                  </a:moveTo>
                  <a:cubicBezTo>
                    <a:pt x="1" y="5"/>
                    <a:pt x="0" y="10"/>
                    <a:pt x="0" y="15"/>
                  </a:cubicBezTo>
                  <a:cubicBezTo>
                    <a:pt x="0" y="15"/>
                    <a:pt x="0" y="15"/>
                    <a:pt x="0" y="14"/>
                  </a:cubicBezTo>
                  <a:cubicBezTo>
                    <a:pt x="1" y="13"/>
                    <a:pt x="2" y="12"/>
                    <a:pt x="3" y="11"/>
                  </a:cubicBezTo>
                  <a:cubicBezTo>
                    <a:pt x="3" y="8"/>
                    <a:pt x="4" y="4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1" name="Freeform 602">
              <a:extLst>
                <a:ext uri="{FF2B5EF4-FFF2-40B4-BE49-F238E27FC236}">
                  <a16:creationId xmlns:a16="http://schemas.microsoft.com/office/drawing/2014/main" id="{EAFCC693-7EF0-478B-8CF8-A2AA9C039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705"/>
              <a:ext cx="7" cy="6"/>
            </a:xfrm>
            <a:custGeom>
              <a:avLst/>
              <a:gdLst>
                <a:gd name="T0" fmla="*/ 12 w 3"/>
                <a:gd name="T1" fmla="*/ 24 h 3"/>
                <a:gd name="T2" fmla="*/ 37 w 3"/>
                <a:gd name="T3" fmla="*/ 8 h 3"/>
                <a:gd name="T4" fmla="*/ 37 w 3"/>
                <a:gd name="T5" fmla="*/ 0 h 3"/>
                <a:gd name="T6" fmla="*/ 0 w 3"/>
                <a:gd name="T7" fmla="*/ 8 h 3"/>
                <a:gd name="T8" fmla="*/ 12 w 3"/>
                <a:gd name="T9" fmla="*/ 16 h 3"/>
                <a:gd name="T10" fmla="*/ 12 w 3"/>
                <a:gd name="T11" fmla="*/ 24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2" name="Freeform 603">
              <a:extLst>
                <a:ext uri="{FF2B5EF4-FFF2-40B4-BE49-F238E27FC236}">
                  <a16:creationId xmlns:a16="http://schemas.microsoft.com/office/drawing/2014/main" id="{72C2712D-0BDE-43EA-9D65-E9B4A15AD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925"/>
              <a:ext cx="11" cy="16"/>
            </a:xfrm>
            <a:custGeom>
              <a:avLst/>
              <a:gdLst>
                <a:gd name="T0" fmla="*/ 33 w 5"/>
                <a:gd name="T1" fmla="*/ 85 h 7"/>
                <a:gd name="T2" fmla="*/ 44 w 5"/>
                <a:gd name="T3" fmla="*/ 37 h 7"/>
                <a:gd name="T4" fmla="*/ 44 w 5"/>
                <a:gd name="T5" fmla="*/ 11 h 7"/>
                <a:gd name="T6" fmla="*/ 20 w 5"/>
                <a:gd name="T7" fmla="*/ 25 h 7"/>
                <a:gd name="T8" fmla="*/ 0 w 5"/>
                <a:gd name="T9" fmla="*/ 73 h 7"/>
                <a:gd name="T10" fmla="*/ 33 w 5"/>
                <a:gd name="T11" fmla="*/ 85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3" y="6"/>
                    <a:pt x="4" y="4"/>
                    <a:pt x="4" y="3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3" y="0"/>
                    <a:pt x="2" y="1"/>
                    <a:pt x="2" y="2"/>
                  </a:cubicBezTo>
                  <a:cubicBezTo>
                    <a:pt x="1" y="3"/>
                    <a:pt x="1" y="4"/>
                    <a:pt x="0" y="6"/>
                  </a:cubicBezTo>
                  <a:cubicBezTo>
                    <a:pt x="1" y="6"/>
                    <a:pt x="2" y="7"/>
                    <a:pt x="3" y="7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3" name="Freeform 604">
              <a:extLst>
                <a:ext uri="{FF2B5EF4-FFF2-40B4-BE49-F238E27FC236}">
                  <a16:creationId xmlns:a16="http://schemas.microsoft.com/office/drawing/2014/main" id="{188622A0-9F86-4825-A2C4-CD128C983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978"/>
              <a:ext cx="10" cy="14"/>
            </a:xfrm>
            <a:custGeom>
              <a:avLst/>
              <a:gdLst>
                <a:gd name="T0" fmla="*/ 0 w 5"/>
                <a:gd name="T1" fmla="*/ 77 h 6"/>
                <a:gd name="T2" fmla="*/ 32 w 5"/>
                <a:gd name="T3" fmla="*/ 49 h 6"/>
                <a:gd name="T4" fmla="*/ 40 w 5"/>
                <a:gd name="T5" fmla="*/ 37 h 6"/>
                <a:gd name="T6" fmla="*/ 24 w 5"/>
                <a:gd name="T7" fmla="*/ 0 h 6"/>
                <a:gd name="T8" fmla="*/ 0 w 5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2" y="6"/>
                    <a:pt x="3" y="5"/>
                    <a:pt x="4" y="4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2" y="2"/>
                    <a:pt x="1" y="4"/>
                    <a:pt x="0" y="6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4" name="Freeform 605">
              <a:extLst>
                <a:ext uri="{FF2B5EF4-FFF2-40B4-BE49-F238E27FC236}">
                  <a16:creationId xmlns:a16="http://schemas.microsoft.com/office/drawing/2014/main" id="{1E486853-3391-4383-9C4F-1BFD5501D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652"/>
              <a:ext cx="9" cy="14"/>
            </a:xfrm>
            <a:custGeom>
              <a:avLst/>
              <a:gdLst>
                <a:gd name="T0" fmla="*/ 0 w 4"/>
                <a:gd name="T1" fmla="*/ 77 h 6"/>
                <a:gd name="T2" fmla="*/ 36 w 4"/>
                <a:gd name="T3" fmla="*/ 65 h 6"/>
                <a:gd name="T4" fmla="*/ 45 w 4"/>
                <a:gd name="T5" fmla="*/ 0 h 6"/>
                <a:gd name="T6" fmla="*/ 0 w 4"/>
                <a:gd name="T7" fmla="*/ 37 h 6"/>
                <a:gd name="T8" fmla="*/ 0 w 4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5"/>
                    <a:pt x="2" y="5"/>
                    <a:pt x="3" y="5"/>
                  </a:cubicBezTo>
                  <a:cubicBezTo>
                    <a:pt x="3" y="3"/>
                    <a:pt x="4" y="1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5" name="Freeform 606">
              <a:extLst>
                <a:ext uri="{FF2B5EF4-FFF2-40B4-BE49-F238E27FC236}">
                  <a16:creationId xmlns:a16="http://schemas.microsoft.com/office/drawing/2014/main" id="{63787489-AB5F-4209-BC7C-83CDE335A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673"/>
              <a:ext cx="7" cy="11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9 h 5"/>
                <a:gd name="T4" fmla="*/ 0 w 3"/>
                <a:gd name="T5" fmla="*/ 53 h 5"/>
                <a:gd name="T6" fmla="*/ 37 w 3"/>
                <a:gd name="T7" fmla="*/ 20 h 5"/>
                <a:gd name="T8" fmla="*/ 37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1" y="4"/>
                    <a:pt x="2" y="3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6" name="Freeform 607">
              <a:extLst>
                <a:ext uri="{FF2B5EF4-FFF2-40B4-BE49-F238E27FC236}">
                  <a16:creationId xmlns:a16="http://schemas.microsoft.com/office/drawing/2014/main" id="{5D21C5B5-C322-4A23-BD69-720CF5FF6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336"/>
              <a:ext cx="8" cy="11"/>
            </a:xfrm>
            <a:custGeom>
              <a:avLst/>
              <a:gdLst>
                <a:gd name="T0" fmla="*/ 24 w 4"/>
                <a:gd name="T1" fmla="*/ 53 h 5"/>
                <a:gd name="T2" fmla="*/ 32 w 4"/>
                <a:gd name="T3" fmla="*/ 0 h 5"/>
                <a:gd name="T4" fmla="*/ 8 w 4"/>
                <a:gd name="T5" fmla="*/ 0 h 5"/>
                <a:gd name="T6" fmla="*/ 0 w 4"/>
                <a:gd name="T7" fmla="*/ 53 h 5"/>
                <a:gd name="T8" fmla="*/ 24 w 4"/>
                <a:gd name="T9" fmla="*/ 5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5"/>
                  </a:moveTo>
                  <a:cubicBezTo>
                    <a:pt x="3" y="3"/>
                    <a:pt x="4" y="2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2"/>
                    <a:pt x="0" y="3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7" name="Freeform 608">
              <a:extLst>
                <a:ext uri="{FF2B5EF4-FFF2-40B4-BE49-F238E27FC236}">
                  <a16:creationId xmlns:a16="http://schemas.microsoft.com/office/drawing/2014/main" id="{11AD4075-6FB5-42D3-9EED-080933CA9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235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8 h 1"/>
                <a:gd name="T4" fmla="*/ 16 w 2"/>
                <a:gd name="T5" fmla="*/ 0 h 1"/>
                <a:gd name="T6" fmla="*/ 0 w 2"/>
                <a:gd name="T7" fmla="*/ 8 h 1"/>
                <a:gd name="T8" fmla="*/ 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8" name="Freeform 609">
              <a:extLst>
                <a:ext uri="{FF2B5EF4-FFF2-40B4-BE49-F238E27FC236}">
                  <a16:creationId xmlns:a16="http://schemas.microsoft.com/office/drawing/2014/main" id="{0B9798D9-D13D-42E2-AD8E-B771D5B79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411"/>
              <a:ext cx="19" cy="62"/>
            </a:xfrm>
            <a:custGeom>
              <a:avLst/>
              <a:gdLst>
                <a:gd name="T0" fmla="*/ 84 w 9"/>
                <a:gd name="T1" fmla="*/ 25 h 27"/>
                <a:gd name="T2" fmla="*/ 57 w 9"/>
                <a:gd name="T3" fmla="*/ 0 h 27"/>
                <a:gd name="T4" fmla="*/ 0 w 9"/>
                <a:gd name="T5" fmla="*/ 326 h 27"/>
                <a:gd name="T6" fmla="*/ 27 w 9"/>
                <a:gd name="T7" fmla="*/ 326 h 27"/>
                <a:gd name="T8" fmla="*/ 84 w 9"/>
                <a:gd name="T9" fmla="*/ 2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7">
                  <a:moveTo>
                    <a:pt x="9" y="2"/>
                  </a:moveTo>
                  <a:cubicBezTo>
                    <a:pt x="8" y="1"/>
                    <a:pt x="7" y="1"/>
                    <a:pt x="6" y="0"/>
                  </a:cubicBezTo>
                  <a:cubicBezTo>
                    <a:pt x="5" y="9"/>
                    <a:pt x="3" y="18"/>
                    <a:pt x="0" y="27"/>
                  </a:cubicBezTo>
                  <a:cubicBezTo>
                    <a:pt x="1" y="27"/>
                    <a:pt x="2" y="27"/>
                    <a:pt x="3" y="27"/>
                  </a:cubicBezTo>
                  <a:cubicBezTo>
                    <a:pt x="6" y="18"/>
                    <a:pt x="7" y="10"/>
                    <a:pt x="9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9" name="Freeform 610">
              <a:extLst>
                <a:ext uri="{FF2B5EF4-FFF2-40B4-BE49-F238E27FC236}">
                  <a16:creationId xmlns:a16="http://schemas.microsoft.com/office/drawing/2014/main" id="{05CE026B-6E91-4CD3-9FEF-D44F05F71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247"/>
              <a:ext cx="8" cy="13"/>
            </a:xfrm>
            <a:custGeom>
              <a:avLst/>
              <a:gdLst>
                <a:gd name="T0" fmla="*/ 32 w 4"/>
                <a:gd name="T1" fmla="*/ 43 h 6"/>
                <a:gd name="T2" fmla="*/ 32 w 4"/>
                <a:gd name="T3" fmla="*/ 0 h 6"/>
                <a:gd name="T4" fmla="*/ 24 w 4"/>
                <a:gd name="T5" fmla="*/ 0 h 6"/>
                <a:gd name="T6" fmla="*/ 8 w 4"/>
                <a:gd name="T7" fmla="*/ 0 h 6"/>
                <a:gd name="T8" fmla="*/ 0 w 4"/>
                <a:gd name="T9" fmla="*/ 61 h 6"/>
                <a:gd name="T10" fmla="*/ 32 w 4"/>
                <a:gd name="T11" fmla="*/ 43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4" y="4"/>
                  </a:moveTo>
                  <a:cubicBezTo>
                    <a:pt x="4" y="3"/>
                    <a:pt x="4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1" y="4"/>
                    <a:pt x="0" y="6"/>
                  </a:cubicBezTo>
                  <a:cubicBezTo>
                    <a:pt x="2" y="6"/>
                    <a:pt x="3" y="5"/>
                    <a:pt x="4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0" name="Freeform 611">
              <a:extLst>
                <a:ext uri="{FF2B5EF4-FFF2-40B4-BE49-F238E27FC236}">
                  <a16:creationId xmlns:a16="http://schemas.microsoft.com/office/drawing/2014/main" id="{02CFB95D-54C5-4946-ACFE-312DD140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315"/>
              <a:ext cx="9" cy="12"/>
            </a:xfrm>
            <a:custGeom>
              <a:avLst/>
              <a:gdLst>
                <a:gd name="T0" fmla="*/ 36 w 4"/>
                <a:gd name="T1" fmla="*/ 70 h 5"/>
                <a:gd name="T2" fmla="*/ 45 w 4"/>
                <a:gd name="T3" fmla="*/ 0 h 5"/>
                <a:gd name="T4" fmla="*/ 11 w 4"/>
                <a:gd name="T5" fmla="*/ 29 h 5"/>
                <a:gd name="T6" fmla="*/ 0 w 4"/>
                <a:gd name="T7" fmla="*/ 70 h 5"/>
                <a:gd name="T8" fmla="*/ 36 w 4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5"/>
                  </a:moveTo>
                  <a:cubicBezTo>
                    <a:pt x="4" y="4"/>
                    <a:pt x="4" y="2"/>
                    <a:pt x="4" y="0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1" name="Freeform 612">
              <a:extLst>
                <a:ext uri="{FF2B5EF4-FFF2-40B4-BE49-F238E27FC236}">
                  <a16:creationId xmlns:a16="http://schemas.microsoft.com/office/drawing/2014/main" id="{1DF911D9-C21C-4618-80A6-57831C3A8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356"/>
              <a:ext cx="15" cy="51"/>
            </a:xfrm>
            <a:custGeom>
              <a:avLst/>
              <a:gdLst>
                <a:gd name="T0" fmla="*/ 69 w 7"/>
                <a:gd name="T1" fmla="*/ 0 h 22"/>
                <a:gd name="T2" fmla="*/ 51 w 7"/>
                <a:gd name="T3" fmla="*/ 0 h 22"/>
                <a:gd name="T4" fmla="*/ 41 w 7"/>
                <a:gd name="T5" fmla="*/ 0 h 22"/>
                <a:gd name="T6" fmla="*/ 0 w 7"/>
                <a:gd name="T7" fmla="*/ 248 h 22"/>
                <a:gd name="T8" fmla="*/ 28 w 7"/>
                <a:gd name="T9" fmla="*/ 274 h 22"/>
                <a:gd name="T10" fmla="*/ 69 w 7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6"/>
                    <a:pt x="2" y="13"/>
                    <a:pt x="0" y="20"/>
                  </a:cubicBezTo>
                  <a:cubicBezTo>
                    <a:pt x="1" y="21"/>
                    <a:pt x="2" y="21"/>
                    <a:pt x="3" y="22"/>
                  </a:cubicBezTo>
                  <a:cubicBezTo>
                    <a:pt x="5" y="14"/>
                    <a:pt x="6" y="7"/>
                    <a:pt x="7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2" name="Freeform 613">
              <a:extLst>
                <a:ext uri="{FF2B5EF4-FFF2-40B4-BE49-F238E27FC236}">
                  <a16:creationId xmlns:a16="http://schemas.microsoft.com/office/drawing/2014/main" id="{942FBABB-FC55-4D3E-B612-BCB42400C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88"/>
              <a:ext cx="9" cy="20"/>
            </a:xfrm>
            <a:custGeom>
              <a:avLst/>
              <a:gdLst>
                <a:gd name="T0" fmla="*/ 36 w 4"/>
                <a:gd name="T1" fmla="*/ 89 h 9"/>
                <a:gd name="T2" fmla="*/ 45 w 4"/>
                <a:gd name="T3" fmla="*/ 9 h 9"/>
                <a:gd name="T4" fmla="*/ 11 w 4"/>
                <a:gd name="T5" fmla="*/ 0 h 9"/>
                <a:gd name="T6" fmla="*/ 0 w 4"/>
                <a:gd name="T7" fmla="*/ 98 h 9"/>
                <a:gd name="T8" fmla="*/ 36 w 4"/>
                <a:gd name="T9" fmla="*/ 8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3" y="8"/>
                  </a:moveTo>
                  <a:cubicBezTo>
                    <a:pt x="3" y="5"/>
                    <a:pt x="4" y="3"/>
                    <a:pt x="4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3"/>
                    <a:pt x="0" y="6"/>
                    <a:pt x="0" y="9"/>
                  </a:cubicBezTo>
                  <a:cubicBezTo>
                    <a:pt x="1" y="9"/>
                    <a:pt x="2" y="8"/>
                    <a:pt x="3" y="8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3" name="Freeform 614">
              <a:extLst>
                <a:ext uri="{FF2B5EF4-FFF2-40B4-BE49-F238E27FC236}">
                  <a16:creationId xmlns:a16="http://schemas.microsoft.com/office/drawing/2014/main" id="{9D3838F4-5E84-4D12-801E-DB5C4C388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201"/>
              <a:ext cx="6" cy="7"/>
            </a:xfrm>
            <a:custGeom>
              <a:avLst/>
              <a:gdLst>
                <a:gd name="T0" fmla="*/ 24 w 3"/>
                <a:gd name="T1" fmla="*/ 37 h 3"/>
                <a:gd name="T2" fmla="*/ 24 w 3"/>
                <a:gd name="T3" fmla="*/ 28 h 3"/>
                <a:gd name="T4" fmla="*/ 16 w 3"/>
                <a:gd name="T5" fmla="*/ 12 h 3"/>
                <a:gd name="T6" fmla="*/ 0 w 3"/>
                <a:gd name="T7" fmla="*/ 28 h 3"/>
                <a:gd name="T8" fmla="*/ 0 w 3"/>
                <a:gd name="T9" fmla="*/ 37 h 3"/>
                <a:gd name="T10" fmla="*/ 24 w 3"/>
                <a:gd name="T11" fmla="*/ 37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4" name="Freeform 615">
              <a:extLst>
                <a:ext uri="{FF2B5EF4-FFF2-40B4-BE49-F238E27FC236}">
                  <a16:creationId xmlns:a16="http://schemas.microsoft.com/office/drawing/2014/main" id="{F99CCAA9-518E-4C5C-8A05-CA54F88F0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217"/>
              <a:ext cx="6" cy="11"/>
            </a:xfrm>
            <a:custGeom>
              <a:avLst/>
              <a:gdLst>
                <a:gd name="T0" fmla="*/ 24 w 3"/>
                <a:gd name="T1" fmla="*/ 20 h 5"/>
                <a:gd name="T2" fmla="*/ 24 w 3"/>
                <a:gd name="T3" fmla="*/ 0 h 5"/>
                <a:gd name="T4" fmla="*/ 0 w 3"/>
                <a:gd name="T5" fmla="*/ 0 h 5"/>
                <a:gd name="T6" fmla="*/ 0 w 3"/>
                <a:gd name="T7" fmla="*/ 53 h 5"/>
                <a:gd name="T8" fmla="*/ 24 w 3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"/>
                    <a:pt x="0" y="3"/>
                    <a:pt x="0" y="5"/>
                  </a:cubicBezTo>
                  <a:cubicBezTo>
                    <a:pt x="1" y="4"/>
                    <a:pt x="2" y="3"/>
                    <a:pt x="3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5" name="Freeform 616">
              <a:extLst>
                <a:ext uri="{FF2B5EF4-FFF2-40B4-BE49-F238E27FC236}">
                  <a16:creationId xmlns:a16="http://schemas.microsoft.com/office/drawing/2014/main" id="{C0B42F2C-8C7C-4E32-B698-F90871A3D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267"/>
              <a:ext cx="9" cy="14"/>
            </a:xfrm>
            <a:custGeom>
              <a:avLst/>
              <a:gdLst>
                <a:gd name="T0" fmla="*/ 11 w 4"/>
                <a:gd name="T1" fmla="*/ 28 h 6"/>
                <a:gd name="T2" fmla="*/ 0 w 4"/>
                <a:gd name="T3" fmla="*/ 65 h 6"/>
                <a:gd name="T4" fmla="*/ 36 w 4"/>
                <a:gd name="T5" fmla="*/ 77 h 6"/>
                <a:gd name="T6" fmla="*/ 45 w 4"/>
                <a:gd name="T7" fmla="*/ 0 h 6"/>
                <a:gd name="T8" fmla="*/ 25 w 4"/>
                <a:gd name="T9" fmla="*/ 12 h 6"/>
                <a:gd name="T10" fmla="*/ 11 w 4"/>
                <a:gd name="T11" fmla="*/ 28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1" y="5"/>
                    <a:pt x="2" y="5"/>
                    <a:pt x="3" y="6"/>
                  </a:cubicBezTo>
                  <a:cubicBezTo>
                    <a:pt x="4" y="4"/>
                    <a:pt x="4" y="2"/>
                    <a:pt x="4" y="0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" name="Freeform 617">
              <a:extLst>
                <a:ext uri="{FF2B5EF4-FFF2-40B4-BE49-F238E27FC236}">
                  <a16:creationId xmlns:a16="http://schemas.microsoft.com/office/drawing/2014/main" id="{ABAF7D65-CF9D-4BC2-8EE6-A6338B2CD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880"/>
              <a:ext cx="19" cy="36"/>
            </a:xfrm>
            <a:custGeom>
              <a:avLst/>
              <a:gdLst>
                <a:gd name="T0" fmla="*/ 76 w 9"/>
                <a:gd name="T1" fmla="*/ 0 h 16"/>
                <a:gd name="T2" fmla="*/ 57 w 9"/>
                <a:gd name="T3" fmla="*/ 0 h 16"/>
                <a:gd name="T4" fmla="*/ 49 w 9"/>
                <a:gd name="T5" fmla="*/ 25 h 16"/>
                <a:gd name="T6" fmla="*/ 0 w 9"/>
                <a:gd name="T7" fmla="*/ 162 h 16"/>
                <a:gd name="T8" fmla="*/ 17 w 9"/>
                <a:gd name="T9" fmla="*/ 173 h 16"/>
                <a:gd name="T10" fmla="*/ 27 w 9"/>
                <a:gd name="T11" fmla="*/ 182 h 16"/>
                <a:gd name="T12" fmla="*/ 76 w 9"/>
                <a:gd name="T13" fmla="*/ 45 h 16"/>
                <a:gd name="T14" fmla="*/ 84 w 9"/>
                <a:gd name="T15" fmla="*/ 0 h 16"/>
                <a:gd name="T16" fmla="*/ 76 w 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6">
                  <a:moveTo>
                    <a:pt x="8" y="0"/>
                  </a:moveTo>
                  <a:cubicBezTo>
                    <a:pt x="8" y="0"/>
                    <a:pt x="7" y="0"/>
                    <a:pt x="6" y="0"/>
                  </a:cubicBezTo>
                  <a:cubicBezTo>
                    <a:pt x="6" y="1"/>
                    <a:pt x="5" y="2"/>
                    <a:pt x="5" y="2"/>
                  </a:cubicBezTo>
                  <a:cubicBezTo>
                    <a:pt x="3" y="6"/>
                    <a:pt x="2" y="10"/>
                    <a:pt x="0" y="14"/>
                  </a:cubicBezTo>
                  <a:cubicBezTo>
                    <a:pt x="1" y="15"/>
                    <a:pt x="1" y="15"/>
                    <a:pt x="2" y="15"/>
                  </a:cubicBezTo>
                  <a:cubicBezTo>
                    <a:pt x="2" y="16"/>
                    <a:pt x="2" y="16"/>
                    <a:pt x="3" y="16"/>
                  </a:cubicBezTo>
                  <a:cubicBezTo>
                    <a:pt x="4" y="12"/>
                    <a:pt x="6" y="8"/>
                    <a:pt x="8" y="4"/>
                  </a:cubicBezTo>
                  <a:cubicBezTo>
                    <a:pt x="8" y="2"/>
                    <a:pt x="9" y="1"/>
                    <a:pt x="9" y="0"/>
                  </a:cubicBezTo>
                  <a:cubicBezTo>
                    <a:pt x="9" y="0"/>
                    <a:pt x="9" y="0"/>
                    <a:pt x="8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7" name="Freeform 618">
              <a:extLst>
                <a:ext uri="{FF2B5EF4-FFF2-40B4-BE49-F238E27FC236}">
                  <a16:creationId xmlns:a16="http://schemas.microsoft.com/office/drawing/2014/main" id="{E6256498-D642-4095-AEBF-23BA38071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827"/>
              <a:ext cx="17" cy="32"/>
            </a:xfrm>
            <a:custGeom>
              <a:avLst/>
              <a:gdLst>
                <a:gd name="T0" fmla="*/ 60 w 8"/>
                <a:gd name="T1" fmla="*/ 11 h 14"/>
                <a:gd name="T2" fmla="*/ 40 w 8"/>
                <a:gd name="T3" fmla="*/ 25 h 14"/>
                <a:gd name="T4" fmla="*/ 0 w 8"/>
                <a:gd name="T5" fmla="*/ 142 h 14"/>
                <a:gd name="T6" fmla="*/ 28 w 8"/>
                <a:gd name="T7" fmla="*/ 167 h 14"/>
                <a:gd name="T8" fmla="*/ 77 w 8"/>
                <a:gd name="T9" fmla="*/ 0 h 14"/>
                <a:gd name="T10" fmla="*/ 60 w 8"/>
                <a:gd name="T11" fmla="*/ 1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4">
                  <a:moveTo>
                    <a:pt x="6" y="1"/>
                  </a:moveTo>
                  <a:cubicBezTo>
                    <a:pt x="6" y="1"/>
                    <a:pt x="5" y="1"/>
                    <a:pt x="4" y="2"/>
                  </a:cubicBezTo>
                  <a:cubicBezTo>
                    <a:pt x="3" y="5"/>
                    <a:pt x="2" y="8"/>
                    <a:pt x="0" y="12"/>
                  </a:cubicBezTo>
                  <a:cubicBezTo>
                    <a:pt x="1" y="13"/>
                    <a:pt x="2" y="13"/>
                    <a:pt x="3" y="14"/>
                  </a:cubicBezTo>
                  <a:cubicBezTo>
                    <a:pt x="4" y="9"/>
                    <a:pt x="6" y="5"/>
                    <a:pt x="8" y="0"/>
                  </a:cubicBezTo>
                  <a:cubicBezTo>
                    <a:pt x="7" y="0"/>
                    <a:pt x="7" y="1"/>
                    <a:pt x="6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8" name="Freeform 619">
              <a:extLst>
                <a:ext uri="{FF2B5EF4-FFF2-40B4-BE49-F238E27FC236}">
                  <a16:creationId xmlns:a16="http://schemas.microsoft.com/office/drawing/2014/main" id="{C5A2B42C-B88D-4ECF-9F6F-24CF6323F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864"/>
              <a:ext cx="7" cy="6"/>
            </a:xfrm>
            <a:custGeom>
              <a:avLst/>
              <a:gdLst>
                <a:gd name="T0" fmla="*/ 37 w 3"/>
                <a:gd name="T1" fmla="*/ 24 h 3"/>
                <a:gd name="T2" fmla="*/ 37 w 3"/>
                <a:gd name="T3" fmla="*/ 16 h 3"/>
                <a:gd name="T4" fmla="*/ 37 w 3"/>
                <a:gd name="T5" fmla="*/ 16 h 3"/>
                <a:gd name="T6" fmla="*/ 12 w 3"/>
                <a:gd name="T7" fmla="*/ 0 h 3"/>
                <a:gd name="T8" fmla="*/ 0 w 3"/>
                <a:gd name="T9" fmla="*/ 24 h 3"/>
                <a:gd name="T10" fmla="*/ 0 w 3"/>
                <a:gd name="T11" fmla="*/ 24 h 3"/>
                <a:gd name="T12" fmla="*/ 37 w 3"/>
                <a:gd name="T13" fmla="*/ 24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9" name="Freeform 620">
              <a:extLst>
                <a:ext uri="{FF2B5EF4-FFF2-40B4-BE49-F238E27FC236}">
                  <a16:creationId xmlns:a16="http://schemas.microsoft.com/office/drawing/2014/main" id="{99979A83-788B-4129-AF1F-C153C430E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482"/>
              <a:ext cx="197" cy="638"/>
            </a:xfrm>
            <a:custGeom>
              <a:avLst/>
              <a:gdLst>
                <a:gd name="T0" fmla="*/ 518 w 92"/>
                <a:gd name="T1" fmla="*/ 2694 h 279"/>
                <a:gd name="T2" fmla="*/ 499 w 92"/>
                <a:gd name="T3" fmla="*/ 2641 h 279"/>
                <a:gd name="T4" fmla="*/ 362 w 92"/>
                <a:gd name="T5" fmla="*/ 2991 h 279"/>
                <a:gd name="T6" fmla="*/ 96 w 92"/>
                <a:gd name="T7" fmla="*/ 3279 h 279"/>
                <a:gd name="T8" fmla="*/ 60 w 92"/>
                <a:gd name="T9" fmla="*/ 3243 h 279"/>
                <a:gd name="T10" fmla="*/ 69 w 92"/>
                <a:gd name="T11" fmla="*/ 3060 h 279"/>
                <a:gd name="T12" fmla="*/ 77 w 92"/>
                <a:gd name="T13" fmla="*/ 3002 h 279"/>
                <a:gd name="T14" fmla="*/ 441 w 92"/>
                <a:gd name="T15" fmla="*/ 1674 h 279"/>
                <a:gd name="T16" fmla="*/ 578 w 92"/>
                <a:gd name="T17" fmla="*/ 1255 h 279"/>
                <a:gd name="T18" fmla="*/ 904 w 92"/>
                <a:gd name="T19" fmla="*/ 0 h 279"/>
                <a:gd name="T20" fmla="*/ 884 w 92"/>
                <a:gd name="T21" fmla="*/ 0 h 279"/>
                <a:gd name="T22" fmla="*/ 876 w 92"/>
                <a:gd name="T23" fmla="*/ 0 h 279"/>
                <a:gd name="T24" fmla="*/ 550 w 92"/>
                <a:gd name="T25" fmla="*/ 1244 h 279"/>
                <a:gd name="T26" fmla="*/ 422 w 92"/>
                <a:gd name="T27" fmla="*/ 1662 h 279"/>
                <a:gd name="T28" fmla="*/ 51 w 92"/>
                <a:gd name="T29" fmla="*/ 3002 h 279"/>
                <a:gd name="T30" fmla="*/ 41 w 92"/>
                <a:gd name="T31" fmla="*/ 3048 h 279"/>
                <a:gd name="T32" fmla="*/ 28 w 92"/>
                <a:gd name="T33" fmla="*/ 3263 h 279"/>
                <a:gd name="T34" fmla="*/ 96 w 92"/>
                <a:gd name="T35" fmla="*/ 3311 h 279"/>
                <a:gd name="T36" fmla="*/ 394 w 92"/>
                <a:gd name="T37" fmla="*/ 3012 h 279"/>
                <a:gd name="T38" fmla="*/ 518 w 92"/>
                <a:gd name="T39" fmla="*/ 2694 h 279"/>
                <a:gd name="T40" fmla="*/ 518 w 92"/>
                <a:gd name="T41" fmla="*/ 2694 h 27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279">
                  <a:moveTo>
                    <a:pt x="53" y="225"/>
                  </a:moveTo>
                  <a:cubicBezTo>
                    <a:pt x="52" y="224"/>
                    <a:pt x="52" y="223"/>
                    <a:pt x="51" y="221"/>
                  </a:cubicBezTo>
                  <a:cubicBezTo>
                    <a:pt x="47" y="232"/>
                    <a:pt x="43" y="242"/>
                    <a:pt x="37" y="250"/>
                  </a:cubicBezTo>
                  <a:cubicBezTo>
                    <a:pt x="31" y="259"/>
                    <a:pt x="17" y="275"/>
                    <a:pt x="10" y="274"/>
                  </a:cubicBezTo>
                  <a:cubicBezTo>
                    <a:pt x="8" y="273"/>
                    <a:pt x="7" y="272"/>
                    <a:pt x="6" y="271"/>
                  </a:cubicBezTo>
                  <a:cubicBezTo>
                    <a:pt x="4" y="268"/>
                    <a:pt x="5" y="261"/>
                    <a:pt x="7" y="256"/>
                  </a:cubicBezTo>
                  <a:cubicBezTo>
                    <a:pt x="8" y="251"/>
                    <a:pt x="8" y="251"/>
                    <a:pt x="8" y="251"/>
                  </a:cubicBezTo>
                  <a:cubicBezTo>
                    <a:pt x="16" y="213"/>
                    <a:pt x="31" y="176"/>
                    <a:pt x="45" y="140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73" y="69"/>
                    <a:pt x="84" y="34"/>
                    <a:pt x="92" y="0"/>
                  </a:cubicBezTo>
                  <a:cubicBezTo>
                    <a:pt x="92" y="0"/>
                    <a:pt x="91" y="0"/>
                    <a:pt x="90" y="0"/>
                  </a:cubicBezTo>
                  <a:cubicBezTo>
                    <a:pt x="90" y="0"/>
                    <a:pt x="90" y="0"/>
                    <a:pt x="89" y="0"/>
                  </a:cubicBezTo>
                  <a:cubicBezTo>
                    <a:pt x="81" y="33"/>
                    <a:pt x="70" y="68"/>
                    <a:pt x="56" y="104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28" y="175"/>
                    <a:pt x="13" y="213"/>
                    <a:pt x="5" y="251"/>
                  </a:cubicBezTo>
                  <a:cubicBezTo>
                    <a:pt x="4" y="255"/>
                    <a:pt x="4" y="255"/>
                    <a:pt x="4" y="255"/>
                  </a:cubicBezTo>
                  <a:cubicBezTo>
                    <a:pt x="2" y="262"/>
                    <a:pt x="0" y="268"/>
                    <a:pt x="3" y="273"/>
                  </a:cubicBezTo>
                  <a:cubicBezTo>
                    <a:pt x="5" y="275"/>
                    <a:pt x="7" y="276"/>
                    <a:pt x="10" y="277"/>
                  </a:cubicBezTo>
                  <a:cubicBezTo>
                    <a:pt x="21" y="279"/>
                    <a:pt x="40" y="252"/>
                    <a:pt x="40" y="252"/>
                  </a:cubicBezTo>
                  <a:cubicBezTo>
                    <a:pt x="45" y="244"/>
                    <a:pt x="49" y="235"/>
                    <a:pt x="53" y="225"/>
                  </a:cubicBezTo>
                  <a:cubicBezTo>
                    <a:pt x="53" y="225"/>
                    <a:pt x="53" y="225"/>
                    <a:pt x="53" y="22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0" name="Freeform 621">
              <a:extLst>
                <a:ext uri="{FF2B5EF4-FFF2-40B4-BE49-F238E27FC236}">
                  <a16:creationId xmlns:a16="http://schemas.microsoft.com/office/drawing/2014/main" id="{0048481A-680D-4AD2-8DF6-815FE3767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816"/>
              <a:ext cx="5" cy="4"/>
            </a:xfrm>
            <a:custGeom>
              <a:avLst/>
              <a:gdLst>
                <a:gd name="T0" fmla="*/ 33 w 2"/>
                <a:gd name="T1" fmla="*/ 8 h 2"/>
                <a:gd name="T2" fmla="*/ 20 w 2"/>
                <a:gd name="T3" fmla="*/ 0 h 2"/>
                <a:gd name="T4" fmla="*/ 0 w 2"/>
                <a:gd name="T5" fmla="*/ 0 h 2"/>
                <a:gd name="T6" fmla="*/ 0 w 2"/>
                <a:gd name="T7" fmla="*/ 16 h 2"/>
                <a:gd name="T8" fmla="*/ 33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" name="Freeform 622">
              <a:extLst>
                <a:ext uri="{FF2B5EF4-FFF2-40B4-BE49-F238E27FC236}">
                  <a16:creationId xmlns:a16="http://schemas.microsoft.com/office/drawing/2014/main" id="{FAA5AEF6-745B-444C-9E44-353D7B3DF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756"/>
              <a:ext cx="6" cy="9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11 h 4"/>
                <a:gd name="T4" fmla="*/ 0 w 3"/>
                <a:gd name="T5" fmla="*/ 36 h 4"/>
                <a:gd name="T6" fmla="*/ 16 w 3"/>
                <a:gd name="T7" fmla="*/ 45 h 4"/>
                <a:gd name="T8" fmla="*/ 24 w 3"/>
                <a:gd name="T9" fmla="*/ 25 h 4"/>
                <a:gd name="T10" fmla="*/ 16 w 3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2" y="4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2" name="Freeform 623">
              <a:extLst>
                <a:ext uri="{FF2B5EF4-FFF2-40B4-BE49-F238E27FC236}">
                  <a16:creationId xmlns:a16="http://schemas.microsoft.com/office/drawing/2014/main" id="{456A44DD-56C4-4369-AB80-7BC946803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791"/>
              <a:ext cx="10" cy="20"/>
            </a:xfrm>
            <a:custGeom>
              <a:avLst/>
              <a:gdLst>
                <a:gd name="T0" fmla="*/ 40 w 5"/>
                <a:gd name="T1" fmla="*/ 0 h 9"/>
                <a:gd name="T2" fmla="*/ 8 w 5"/>
                <a:gd name="T3" fmla="*/ 9 h 9"/>
                <a:gd name="T4" fmla="*/ 0 w 5"/>
                <a:gd name="T5" fmla="*/ 80 h 9"/>
                <a:gd name="T6" fmla="*/ 8 w 5"/>
                <a:gd name="T7" fmla="*/ 89 h 9"/>
                <a:gd name="T8" fmla="*/ 16 w 5"/>
                <a:gd name="T9" fmla="*/ 98 h 9"/>
                <a:gd name="T10" fmla="*/ 40 w 5"/>
                <a:gd name="T11" fmla="*/ 0 h 9"/>
                <a:gd name="T12" fmla="*/ 40 w 5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4" y="0"/>
                    <a:pt x="2" y="1"/>
                    <a:pt x="1" y="1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6"/>
                    <a:pt x="4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3" name="Freeform 624">
              <a:extLst>
                <a:ext uri="{FF2B5EF4-FFF2-40B4-BE49-F238E27FC236}">
                  <a16:creationId xmlns:a16="http://schemas.microsoft.com/office/drawing/2014/main" id="{E0A7B5EF-04E0-47C4-AC5C-E465D5D0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921"/>
              <a:ext cx="15" cy="29"/>
            </a:xfrm>
            <a:custGeom>
              <a:avLst/>
              <a:gdLst>
                <a:gd name="T0" fmla="*/ 28 w 7"/>
                <a:gd name="T1" fmla="*/ 145 h 13"/>
                <a:gd name="T2" fmla="*/ 28 w 7"/>
                <a:gd name="T3" fmla="*/ 145 h 13"/>
                <a:gd name="T4" fmla="*/ 69 w 7"/>
                <a:gd name="T5" fmla="*/ 20 h 13"/>
                <a:gd name="T6" fmla="*/ 41 w 7"/>
                <a:gd name="T7" fmla="*/ 9 h 13"/>
                <a:gd name="T8" fmla="*/ 41 w 7"/>
                <a:gd name="T9" fmla="*/ 0 h 13"/>
                <a:gd name="T10" fmla="*/ 0 w 7"/>
                <a:gd name="T11" fmla="*/ 125 h 13"/>
                <a:gd name="T12" fmla="*/ 28 w 7"/>
                <a:gd name="T13" fmla="*/ 14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3" y="13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4" y="9"/>
                    <a:pt x="5" y="6"/>
                    <a:pt x="7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4"/>
                    <a:pt x="2" y="7"/>
                    <a:pt x="0" y="11"/>
                  </a:cubicBezTo>
                  <a:cubicBezTo>
                    <a:pt x="1" y="12"/>
                    <a:pt x="2" y="12"/>
                    <a:pt x="3" y="1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4" name="Freeform 625">
              <a:extLst>
                <a:ext uri="{FF2B5EF4-FFF2-40B4-BE49-F238E27FC236}">
                  <a16:creationId xmlns:a16="http://schemas.microsoft.com/office/drawing/2014/main" id="{4D197AD9-AEF5-405A-A618-E530AD136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960"/>
              <a:ext cx="11" cy="25"/>
            </a:xfrm>
            <a:custGeom>
              <a:avLst/>
              <a:gdLst>
                <a:gd name="T0" fmla="*/ 20 w 5"/>
                <a:gd name="T1" fmla="*/ 0 h 11"/>
                <a:gd name="T2" fmla="*/ 0 w 5"/>
                <a:gd name="T3" fmla="*/ 82 h 11"/>
                <a:gd name="T4" fmla="*/ 20 w 5"/>
                <a:gd name="T5" fmla="*/ 130 h 11"/>
                <a:gd name="T6" fmla="*/ 53 w 5"/>
                <a:gd name="T7" fmla="*/ 11 h 11"/>
                <a:gd name="T8" fmla="*/ 20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2" y="2"/>
                    <a:pt x="1" y="5"/>
                    <a:pt x="0" y="7"/>
                  </a:cubicBezTo>
                  <a:cubicBezTo>
                    <a:pt x="1" y="8"/>
                    <a:pt x="1" y="10"/>
                    <a:pt x="2" y="11"/>
                  </a:cubicBezTo>
                  <a:cubicBezTo>
                    <a:pt x="3" y="8"/>
                    <a:pt x="4" y="4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5" name="Freeform 626">
              <a:extLst>
                <a:ext uri="{FF2B5EF4-FFF2-40B4-BE49-F238E27FC236}">
                  <a16:creationId xmlns:a16="http://schemas.microsoft.com/office/drawing/2014/main" id="{3D39BA55-49ED-44FD-8685-3AA236F9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772"/>
              <a:ext cx="7" cy="5"/>
            </a:xfrm>
            <a:custGeom>
              <a:avLst/>
              <a:gdLst>
                <a:gd name="T0" fmla="*/ 37 w 3"/>
                <a:gd name="T1" fmla="*/ 33 h 2"/>
                <a:gd name="T2" fmla="*/ 37 w 3"/>
                <a:gd name="T3" fmla="*/ 20 h 2"/>
                <a:gd name="T4" fmla="*/ 0 w 3"/>
                <a:gd name="T5" fmla="*/ 0 h 2"/>
                <a:gd name="T6" fmla="*/ 0 w 3"/>
                <a:gd name="T7" fmla="*/ 20 h 2"/>
                <a:gd name="T8" fmla="*/ 37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2"/>
                    <a:pt x="3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6" name="Freeform 627">
              <a:extLst>
                <a:ext uri="{FF2B5EF4-FFF2-40B4-BE49-F238E27FC236}">
                  <a16:creationId xmlns:a16="http://schemas.microsoft.com/office/drawing/2014/main" id="{6975D476-C23F-4BE9-8278-88A7D062B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409"/>
              <a:ext cx="10" cy="18"/>
            </a:xfrm>
            <a:custGeom>
              <a:avLst/>
              <a:gdLst>
                <a:gd name="T0" fmla="*/ 16 w 5"/>
                <a:gd name="T1" fmla="*/ 0 h 8"/>
                <a:gd name="T2" fmla="*/ 0 w 5"/>
                <a:gd name="T3" fmla="*/ 56 h 8"/>
                <a:gd name="T4" fmla="*/ 16 w 5"/>
                <a:gd name="T5" fmla="*/ 92 h 8"/>
                <a:gd name="T6" fmla="*/ 40 w 5"/>
                <a:gd name="T7" fmla="*/ 11 h 8"/>
                <a:gd name="T8" fmla="*/ 16 w 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1" y="2"/>
                    <a:pt x="0" y="4"/>
                    <a:pt x="0" y="5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3" y="5"/>
                    <a:pt x="4" y="3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7" name="Freeform 628">
              <a:extLst>
                <a:ext uri="{FF2B5EF4-FFF2-40B4-BE49-F238E27FC236}">
                  <a16:creationId xmlns:a16="http://schemas.microsoft.com/office/drawing/2014/main" id="{EB22AD5F-DBED-40DC-A167-D78768DB0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443"/>
              <a:ext cx="13" cy="25"/>
            </a:xfrm>
            <a:custGeom>
              <a:avLst/>
              <a:gdLst>
                <a:gd name="T0" fmla="*/ 0 w 6"/>
                <a:gd name="T1" fmla="*/ 93 h 11"/>
                <a:gd name="T2" fmla="*/ 20 w 6"/>
                <a:gd name="T3" fmla="*/ 130 h 11"/>
                <a:gd name="T4" fmla="*/ 61 w 6"/>
                <a:gd name="T5" fmla="*/ 0 h 11"/>
                <a:gd name="T6" fmla="*/ 33 w 6"/>
                <a:gd name="T7" fmla="*/ 0 h 11"/>
                <a:gd name="T8" fmla="*/ 0 w 6"/>
                <a:gd name="T9" fmla="*/ 9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0" y="8"/>
                  </a:moveTo>
                  <a:cubicBezTo>
                    <a:pt x="0" y="9"/>
                    <a:pt x="1" y="10"/>
                    <a:pt x="2" y="11"/>
                  </a:cubicBezTo>
                  <a:cubicBezTo>
                    <a:pt x="3" y="7"/>
                    <a:pt x="5" y="4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2"/>
                    <a:pt x="1" y="5"/>
                    <a:pt x="0" y="8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8" name="Freeform 629">
              <a:extLst>
                <a:ext uri="{FF2B5EF4-FFF2-40B4-BE49-F238E27FC236}">
                  <a16:creationId xmlns:a16="http://schemas.microsoft.com/office/drawing/2014/main" id="{E2544645-D9D8-4B96-A28E-ABA0E5E5F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140"/>
              <a:ext cx="6" cy="37"/>
            </a:xfrm>
            <a:custGeom>
              <a:avLst/>
              <a:gdLst>
                <a:gd name="T0" fmla="*/ 0 w 3"/>
                <a:gd name="T1" fmla="*/ 199 h 16"/>
                <a:gd name="T2" fmla="*/ 24 w 3"/>
                <a:gd name="T3" fmla="*/ 199 h 16"/>
                <a:gd name="T4" fmla="*/ 24 w 3"/>
                <a:gd name="T5" fmla="*/ 37 h 16"/>
                <a:gd name="T6" fmla="*/ 8 w 3"/>
                <a:gd name="T7" fmla="*/ 0 h 16"/>
                <a:gd name="T8" fmla="*/ 0 w 3"/>
                <a:gd name="T9" fmla="*/ 19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6">
                  <a:moveTo>
                    <a:pt x="0" y="16"/>
                  </a:moveTo>
                  <a:cubicBezTo>
                    <a:pt x="1" y="16"/>
                    <a:pt x="2" y="16"/>
                    <a:pt x="3" y="16"/>
                  </a:cubicBezTo>
                  <a:cubicBezTo>
                    <a:pt x="3" y="12"/>
                    <a:pt x="3" y="7"/>
                    <a:pt x="3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5"/>
                    <a:pt x="0" y="11"/>
                    <a:pt x="0" y="16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9" name="Freeform 630">
              <a:extLst>
                <a:ext uri="{FF2B5EF4-FFF2-40B4-BE49-F238E27FC236}">
                  <a16:creationId xmlns:a16="http://schemas.microsoft.com/office/drawing/2014/main" id="{AD4362AA-6302-48FC-8E51-852F65B60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033"/>
              <a:ext cx="9" cy="82"/>
            </a:xfrm>
            <a:custGeom>
              <a:avLst/>
              <a:gdLst>
                <a:gd name="T0" fmla="*/ 11 w 4"/>
                <a:gd name="T1" fmla="*/ 0 h 36"/>
                <a:gd name="T2" fmla="*/ 0 w 4"/>
                <a:gd name="T3" fmla="*/ 342 h 36"/>
                <a:gd name="T4" fmla="*/ 0 w 4"/>
                <a:gd name="T5" fmla="*/ 426 h 36"/>
                <a:gd name="T6" fmla="*/ 36 w 4"/>
                <a:gd name="T7" fmla="*/ 426 h 36"/>
                <a:gd name="T8" fmla="*/ 36 w 4"/>
                <a:gd name="T9" fmla="*/ 342 h 36"/>
                <a:gd name="T10" fmla="*/ 45 w 4"/>
                <a:gd name="T11" fmla="*/ 48 h 36"/>
                <a:gd name="T12" fmla="*/ 25 w 4"/>
                <a:gd name="T13" fmla="*/ 11 h 36"/>
                <a:gd name="T14" fmla="*/ 11 w 4"/>
                <a:gd name="T15" fmla="*/ 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6">
                  <a:moveTo>
                    <a:pt x="1" y="0"/>
                  </a:moveTo>
                  <a:cubicBezTo>
                    <a:pt x="1" y="10"/>
                    <a:pt x="1" y="19"/>
                    <a:pt x="0" y="29"/>
                  </a:cubicBezTo>
                  <a:cubicBezTo>
                    <a:pt x="0" y="31"/>
                    <a:pt x="0" y="34"/>
                    <a:pt x="0" y="36"/>
                  </a:cubicBezTo>
                  <a:cubicBezTo>
                    <a:pt x="1" y="36"/>
                    <a:pt x="2" y="36"/>
                    <a:pt x="3" y="36"/>
                  </a:cubicBezTo>
                  <a:cubicBezTo>
                    <a:pt x="3" y="34"/>
                    <a:pt x="3" y="31"/>
                    <a:pt x="3" y="29"/>
                  </a:cubicBezTo>
                  <a:cubicBezTo>
                    <a:pt x="4" y="21"/>
                    <a:pt x="4" y="12"/>
                    <a:pt x="4" y="4"/>
                  </a:cubicBezTo>
                  <a:cubicBezTo>
                    <a:pt x="4" y="3"/>
                    <a:pt x="3" y="2"/>
                    <a:pt x="2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0" name="Freeform 631">
              <a:extLst>
                <a:ext uri="{FF2B5EF4-FFF2-40B4-BE49-F238E27FC236}">
                  <a16:creationId xmlns:a16="http://schemas.microsoft.com/office/drawing/2014/main" id="{E10B71E9-5559-40A4-B4A0-1DF410EB5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388"/>
              <a:ext cx="9" cy="9"/>
            </a:xfrm>
            <a:custGeom>
              <a:avLst/>
              <a:gdLst>
                <a:gd name="T0" fmla="*/ 11 w 4"/>
                <a:gd name="T1" fmla="*/ 0 h 4"/>
                <a:gd name="T2" fmla="*/ 0 w 4"/>
                <a:gd name="T3" fmla="*/ 11 h 4"/>
                <a:gd name="T4" fmla="*/ 36 w 4"/>
                <a:gd name="T5" fmla="*/ 45 h 4"/>
                <a:gd name="T6" fmla="*/ 45 w 4"/>
                <a:gd name="T7" fmla="*/ 11 h 4"/>
                <a:gd name="T8" fmla="*/ 11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2" y="3"/>
                    <a:pt x="3" y="4"/>
                  </a:cubicBezTo>
                  <a:cubicBezTo>
                    <a:pt x="3" y="3"/>
                    <a:pt x="3" y="2"/>
                    <a:pt x="4" y="1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1" name="Freeform 632">
              <a:extLst>
                <a:ext uri="{FF2B5EF4-FFF2-40B4-BE49-F238E27FC236}">
                  <a16:creationId xmlns:a16="http://schemas.microsoft.com/office/drawing/2014/main" id="{82E70E9F-3D45-4565-A02C-0A0867376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365"/>
              <a:ext cx="8" cy="16"/>
            </a:xfrm>
            <a:custGeom>
              <a:avLst/>
              <a:gdLst>
                <a:gd name="T0" fmla="*/ 24 w 4"/>
                <a:gd name="T1" fmla="*/ 85 h 7"/>
                <a:gd name="T2" fmla="*/ 32 w 4"/>
                <a:gd name="T3" fmla="*/ 25 h 7"/>
                <a:gd name="T4" fmla="*/ 24 w 4"/>
                <a:gd name="T5" fmla="*/ 0 h 7"/>
                <a:gd name="T6" fmla="*/ 8 w 4"/>
                <a:gd name="T7" fmla="*/ 11 h 7"/>
                <a:gd name="T8" fmla="*/ 0 w 4"/>
                <a:gd name="T9" fmla="*/ 73 h 7"/>
                <a:gd name="T10" fmla="*/ 24 w 4"/>
                <a:gd name="T11" fmla="*/ 85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7">
                  <a:moveTo>
                    <a:pt x="3" y="7"/>
                  </a:moveTo>
                  <a:cubicBezTo>
                    <a:pt x="3" y="5"/>
                    <a:pt x="4" y="4"/>
                    <a:pt x="4" y="2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3"/>
                    <a:pt x="0" y="5"/>
                    <a:pt x="0" y="6"/>
                  </a:cubicBezTo>
                  <a:cubicBezTo>
                    <a:pt x="1" y="6"/>
                    <a:pt x="2" y="7"/>
                    <a:pt x="3" y="7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2" name="Freeform 633">
              <a:extLst>
                <a:ext uri="{FF2B5EF4-FFF2-40B4-BE49-F238E27FC236}">
                  <a16:creationId xmlns:a16="http://schemas.microsoft.com/office/drawing/2014/main" id="{8ECC8E09-F785-4DA6-BB02-DBD4D5597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546"/>
              <a:ext cx="6" cy="9"/>
            </a:xfrm>
            <a:custGeom>
              <a:avLst/>
              <a:gdLst>
                <a:gd name="T0" fmla="*/ 0 w 3"/>
                <a:gd name="T1" fmla="*/ 36 h 4"/>
                <a:gd name="T2" fmla="*/ 24 w 3"/>
                <a:gd name="T3" fmla="*/ 45 h 4"/>
                <a:gd name="T4" fmla="*/ 24 w 3"/>
                <a:gd name="T5" fmla="*/ 36 h 4"/>
                <a:gd name="T6" fmla="*/ 16 w 3"/>
                <a:gd name="T7" fmla="*/ 0 h 4"/>
                <a:gd name="T8" fmla="*/ 0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1" y="3"/>
                    <a:pt x="2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3" name="Freeform 634">
              <a:extLst>
                <a:ext uri="{FF2B5EF4-FFF2-40B4-BE49-F238E27FC236}">
                  <a16:creationId xmlns:a16="http://schemas.microsoft.com/office/drawing/2014/main" id="{79C1EE49-5D59-4752-9A2B-382A3E13C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432"/>
              <a:ext cx="5" cy="2"/>
            </a:xfrm>
            <a:custGeom>
              <a:avLst/>
              <a:gdLst>
                <a:gd name="T0" fmla="*/ 33 w 2"/>
                <a:gd name="T1" fmla="*/ 8 h 1"/>
                <a:gd name="T2" fmla="*/ 0 w 2"/>
                <a:gd name="T3" fmla="*/ 0 h 1"/>
                <a:gd name="T4" fmla="*/ 0 w 2"/>
                <a:gd name="T5" fmla="*/ 8 h 1"/>
                <a:gd name="T6" fmla="*/ 33 w 2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4" name="Freeform 635">
              <a:extLst>
                <a:ext uri="{FF2B5EF4-FFF2-40B4-BE49-F238E27FC236}">
                  <a16:creationId xmlns:a16="http://schemas.microsoft.com/office/drawing/2014/main" id="{31DF7C7B-6681-42C3-B90E-8218C493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491"/>
              <a:ext cx="28" cy="50"/>
            </a:xfrm>
            <a:custGeom>
              <a:avLst/>
              <a:gdLst>
                <a:gd name="T0" fmla="*/ 101 w 13"/>
                <a:gd name="T1" fmla="*/ 0 h 22"/>
                <a:gd name="T2" fmla="*/ 0 w 13"/>
                <a:gd name="T3" fmla="*/ 223 h 22"/>
                <a:gd name="T4" fmla="*/ 19 w 13"/>
                <a:gd name="T5" fmla="*/ 259 h 22"/>
                <a:gd name="T6" fmla="*/ 129 w 13"/>
                <a:gd name="T7" fmla="*/ 0 h 22"/>
                <a:gd name="T8" fmla="*/ 101 w 13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0" y="0"/>
                  </a:moveTo>
                  <a:cubicBezTo>
                    <a:pt x="7" y="6"/>
                    <a:pt x="3" y="13"/>
                    <a:pt x="0" y="19"/>
                  </a:cubicBezTo>
                  <a:cubicBezTo>
                    <a:pt x="1" y="20"/>
                    <a:pt x="1" y="21"/>
                    <a:pt x="2" y="22"/>
                  </a:cubicBezTo>
                  <a:cubicBezTo>
                    <a:pt x="6" y="15"/>
                    <a:pt x="9" y="8"/>
                    <a:pt x="13" y="0"/>
                  </a:cubicBezTo>
                  <a:cubicBezTo>
                    <a:pt x="12" y="0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5" name="Freeform 636">
              <a:extLst>
                <a:ext uri="{FF2B5EF4-FFF2-40B4-BE49-F238E27FC236}">
                  <a16:creationId xmlns:a16="http://schemas.microsoft.com/office/drawing/2014/main" id="{D7C57C16-E03B-40F4-B374-7CEC4F474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471"/>
              <a:ext cx="9" cy="13"/>
            </a:xfrm>
            <a:custGeom>
              <a:avLst/>
              <a:gdLst>
                <a:gd name="T0" fmla="*/ 25 w 4"/>
                <a:gd name="T1" fmla="*/ 0 h 6"/>
                <a:gd name="T2" fmla="*/ 0 w 4"/>
                <a:gd name="T3" fmla="*/ 52 h 6"/>
                <a:gd name="T4" fmla="*/ 36 w 4"/>
                <a:gd name="T5" fmla="*/ 61 h 6"/>
                <a:gd name="T6" fmla="*/ 45 w 4"/>
                <a:gd name="T7" fmla="*/ 33 h 6"/>
                <a:gd name="T8" fmla="*/ 25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1" y="5"/>
                    <a:pt x="2" y="5"/>
                    <a:pt x="3" y="6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3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6" name="Freeform 637">
              <a:extLst>
                <a:ext uri="{FF2B5EF4-FFF2-40B4-BE49-F238E27FC236}">
                  <a16:creationId xmlns:a16="http://schemas.microsoft.com/office/drawing/2014/main" id="{F048C19F-000B-44FA-AB7B-CD7C3A41B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254"/>
              <a:ext cx="10" cy="30"/>
            </a:xfrm>
            <a:custGeom>
              <a:avLst/>
              <a:gdLst>
                <a:gd name="T0" fmla="*/ 0 w 5"/>
                <a:gd name="T1" fmla="*/ 159 h 13"/>
                <a:gd name="T2" fmla="*/ 24 w 5"/>
                <a:gd name="T3" fmla="*/ 159 h 13"/>
                <a:gd name="T4" fmla="*/ 40 w 5"/>
                <a:gd name="T5" fmla="*/ 37 h 13"/>
                <a:gd name="T6" fmla="*/ 24 w 5"/>
                <a:gd name="T7" fmla="*/ 0 h 13"/>
                <a:gd name="T8" fmla="*/ 0 w 5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3">
                  <a:moveTo>
                    <a:pt x="0" y="13"/>
                  </a:moveTo>
                  <a:cubicBezTo>
                    <a:pt x="1" y="13"/>
                    <a:pt x="2" y="13"/>
                    <a:pt x="3" y="13"/>
                  </a:cubicBezTo>
                  <a:cubicBezTo>
                    <a:pt x="4" y="10"/>
                    <a:pt x="5" y="7"/>
                    <a:pt x="5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2" y="4"/>
                    <a:pt x="1" y="9"/>
                    <a:pt x="0" y="1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7" name="Freeform 638">
              <a:extLst>
                <a:ext uri="{FF2B5EF4-FFF2-40B4-BE49-F238E27FC236}">
                  <a16:creationId xmlns:a16="http://schemas.microsoft.com/office/drawing/2014/main" id="{E8DDF93E-85C4-4995-954D-3DB2ECFFD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905"/>
              <a:ext cx="20" cy="123"/>
            </a:xfrm>
            <a:custGeom>
              <a:avLst/>
              <a:gdLst>
                <a:gd name="T0" fmla="*/ 20 w 9"/>
                <a:gd name="T1" fmla="*/ 353 h 54"/>
                <a:gd name="T2" fmla="*/ 0 w 9"/>
                <a:gd name="T3" fmla="*/ 638 h 54"/>
                <a:gd name="T4" fmla="*/ 20 w 9"/>
                <a:gd name="T5" fmla="*/ 638 h 54"/>
                <a:gd name="T6" fmla="*/ 36 w 9"/>
                <a:gd name="T7" fmla="*/ 638 h 54"/>
                <a:gd name="T8" fmla="*/ 53 w 9"/>
                <a:gd name="T9" fmla="*/ 353 h 54"/>
                <a:gd name="T10" fmla="*/ 98 w 9"/>
                <a:gd name="T11" fmla="*/ 48 h 54"/>
                <a:gd name="T12" fmla="*/ 80 w 9"/>
                <a:gd name="T13" fmla="*/ 0 h 54"/>
                <a:gd name="T14" fmla="*/ 20 w 9"/>
                <a:gd name="T15" fmla="*/ 35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4">
                  <a:moveTo>
                    <a:pt x="2" y="30"/>
                  </a:moveTo>
                  <a:cubicBezTo>
                    <a:pt x="1" y="38"/>
                    <a:pt x="0" y="46"/>
                    <a:pt x="0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2" y="54"/>
                    <a:pt x="3" y="54"/>
                  </a:cubicBezTo>
                  <a:cubicBezTo>
                    <a:pt x="3" y="46"/>
                    <a:pt x="4" y="38"/>
                    <a:pt x="5" y="30"/>
                  </a:cubicBezTo>
                  <a:cubicBezTo>
                    <a:pt x="6" y="22"/>
                    <a:pt x="8" y="13"/>
                    <a:pt x="9" y="4"/>
                  </a:cubicBezTo>
                  <a:cubicBezTo>
                    <a:pt x="8" y="3"/>
                    <a:pt x="8" y="1"/>
                    <a:pt x="7" y="0"/>
                  </a:cubicBezTo>
                  <a:cubicBezTo>
                    <a:pt x="5" y="11"/>
                    <a:pt x="3" y="21"/>
                    <a:pt x="2" y="3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8" name="Freeform 639">
              <a:extLst>
                <a:ext uri="{FF2B5EF4-FFF2-40B4-BE49-F238E27FC236}">
                  <a16:creationId xmlns:a16="http://schemas.microsoft.com/office/drawing/2014/main" id="{78FCA536-1492-4B5B-A0F0-C308E63B4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3312"/>
              <a:ext cx="13" cy="20"/>
            </a:xfrm>
            <a:custGeom>
              <a:avLst/>
              <a:gdLst>
                <a:gd name="T0" fmla="*/ 43 w 6"/>
                <a:gd name="T1" fmla="*/ 0 h 9"/>
                <a:gd name="T2" fmla="*/ 9 w 6"/>
                <a:gd name="T3" fmla="*/ 80 h 9"/>
                <a:gd name="T4" fmla="*/ 9 w 6"/>
                <a:gd name="T5" fmla="*/ 98 h 9"/>
                <a:gd name="T6" fmla="*/ 33 w 6"/>
                <a:gd name="T7" fmla="*/ 89 h 9"/>
                <a:gd name="T8" fmla="*/ 61 w 6"/>
                <a:gd name="T9" fmla="*/ 20 h 9"/>
                <a:gd name="T10" fmla="*/ 43 w 6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8"/>
                    <a:pt x="1" y="9"/>
                    <a:pt x="1" y="9"/>
                  </a:cubicBezTo>
                  <a:cubicBezTo>
                    <a:pt x="2" y="9"/>
                    <a:pt x="3" y="9"/>
                    <a:pt x="3" y="8"/>
                  </a:cubicBezTo>
                  <a:cubicBezTo>
                    <a:pt x="4" y="6"/>
                    <a:pt x="5" y="4"/>
                    <a:pt x="6" y="2"/>
                  </a:cubicBezTo>
                  <a:cubicBezTo>
                    <a:pt x="5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9" name="Freeform 640">
              <a:extLst>
                <a:ext uri="{FF2B5EF4-FFF2-40B4-BE49-F238E27FC236}">
                  <a16:creationId xmlns:a16="http://schemas.microsoft.com/office/drawing/2014/main" id="{4656A62C-9165-4B82-8F89-959BA5143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186"/>
              <a:ext cx="4" cy="9"/>
            </a:xfrm>
            <a:custGeom>
              <a:avLst/>
              <a:gdLst>
                <a:gd name="T0" fmla="*/ 16 w 2"/>
                <a:gd name="T1" fmla="*/ 0 h 4"/>
                <a:gd name="T2" fmla="*/ 0 w 2"/>
                <a:gd name="T3" fmla="*/ 0 h 4"/>
                <a:gd name="T4" fmla="*/ 16 w 2"/>
                <a:gd name="T5" fmla="*/ 45 h 4"/>
                <a:gd name="T6" fmla="*/ 16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1" y="2"/>
                    <a:pt x="2" y="4"/>
                  </a:cubicBezTo>
                  <a:cubicBezTo>
                    <a:pt x="2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0" name="Freeform 641">
              <a:extLst>
                <a:ext uri="{FF2B5EF4-FFF2-40B4-BE49-F238E27FC236}">
                  <a16:creationId xmlns:a16="http://schemas.microsoft.com/office/drawing/2014/main" id="{7EA6C563-A6EF-4EEA-B242-82750C2B4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562"/>
              <a:ext cx="26" cy="48"/>
            </a:xfrm>
            <a:custGeom>
              <a:avLst/>
              <a:gdLst>
                <a:gd name="T0" fmla="*/ 93 w 12"/>
                <a:gd name="T1" fmla="*/ 0 h 21"/>
                <a:gd name="T2" fmla="*/ 33 w 12"/>
                <a:gd name="T3" fmla="*/ 121 h 21"/>
                <a:gd name="T4" fmla="*/ 0 w 12"/>
                <a:gd name="T5" fmla="*/ 194 h 21"/>
                <a:gd name="T6" fmla="*/ 9 w 12"/>
                <a:gd name="T7" fmla="*/ 251 h 21"/>
                <a:gd name="T8" fmla="*/ 61 w 12"/>
                <a:gd name="T9" fmla="*/ 142 h 21"/>
                <a:gd name="T10" fmla="*/ 121 w 12"/>
                <a:gd name="T11" fmla="*/ 11 h 21"/>
                <a:gd name="T12" fmla="*/ 93 w 12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1">
                  <a:moveTo>
                    <a:pt x="9" y="0"/>
                  </a:moveTo>
                  <a:cubicBezTo>
                    <a:pt x="7" y="3"/>
                    <a:pt x="5" y="7"/>
                    <a:pt x="3" y="10"/>
                  </a:cubicBezTo>
                  <a:cubicBezTo>
                    <a:pt x="2" y="12"/>
                    <a:pt x="1" y="14"/>
                    <a:pt x="0" y="16"/>
                  </a:cubicBezTo>
                  <a:cubicBezTo>
                    <a:pt x="0" y="18"/>
                    <a:pt x="0" y="20"/>
                    <a:pt x="1" y="21"/>
                  </a:cubicBezTo>
                  <a:cubicBezTo>
                    <a:pt x="2" y="18"/>
                    <a:pt x="4" y="15"/>
                    <a:pt x="6" y="12"/>
                  </a:cubicBezTo>
                  <a:cubicBezTo>
                    <a:pt x="8" y="8"/>
                    <a:pt x="10" y="4"/>
                    <a:pt x="12" y="1"/>
                  </a:cubicBezTo>
                  <a:cubicBezTo>
                    <a:pt x="11" y="0"/>
                    <a:pt x="10" y="0"/>
                    <a:pt x="9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1" name="Freeform 642">
              <a:extLst>
                <a:ext uri="{FF2B5EF4-FFF2-40B4-BE49-F238E27FC236}">
                  <a16:creationId xmlns:a16="http://schemas.microsoft.com/office/drawing/2014/main" id="{7F54C3B6-EF01-4ED0-AF30-C3CD189CD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612"/>
              <a:ext cx="97" cy="288"/>
            </a:xfrm>
            <a:custGeom>
              <a:avLst/>
              <a:gdLst>
                <a:gd name="T0" fmla="*/ 451 w 45"/>
                <a:gd name="T1" fmla="*/ 0 h 126"/>
                <a:gd name="T2" fmla="*/ 181 w 45"/>
                <a:gd name="T3" fmla="*/ 670 h 126"/>
                <a:gd name="T4" fmla="*/ 0 w 45"/>
                <a:gd name="T5" fmla="*/ 1467 h 126"/>
                <a:gd name="T6" fmla="*/ 0 w 45"/>
                <a:gd name="T7" fmla="*/ 1479 h 126"/>
                <a:gd name="T8" fmla="*/ 19 w 45"/>
                <a:gd name="T9" fmla="*/ 1504 h 126"/>
                <a:gd name="T10" fmla="*/ 209 w 45"/>
                <a:gd name="T11" fmla="*/ 679 h 126"/>
                <a:gd name="T12" fmla="*/ 451 w 45"/>
                <a:gd name="T13" fmla="*/ 57 h 126"/>
                <a:gd name="T14" fmla="*/ 451 w 45"/>
                <a:gd name="T15" fmla="*/ 0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126">
                  <a:moveTo>
                    <a:pt x="45" y="0"/>
                  </a:moveTo>
                  <a:cubicBezTo>
                    <a:pt x="35" y="18"/>
                    <a:pt x="26" y="37"/>
                    <a:pt x="18" y="56"/>
                  </a:cubicBezTo>
                  <a:cubicBezTo>
                    <a:pt x="9" y="78"/>
                    <a:pt x="4" y="101"/>
                    <a:pt x="0" y="123"/>
                  </a:cubicBezTo>
                  <a:cubicBezTo>
                    <a:pt x="0" y="123"/>
                    <a:pt x="0" y="123"/>
                    <a:pt x="0" y="124"/>
                  </a:cubicBezTo>
                  <a:cubicBezTo>
                    <a:pt x="1" y="124"/>
                    <a:pt x="1" y="125"/>
                    <a:pt x="2" y="126"/>
                  </a:cubicBezTo>
                  <a:cubicBezTo>
                    <a:pt x="6" y="104"/>
                    <a:pt x="12" y="80"/>
                    <a:pt x="21" y="57"/>
                  </a:cubicBezTo>
                  <a:cubicBezTo>
                    <a:pt x="28" y="39"/>
                    <a:pt x="37" y="22"/>
                    <a:pt x="45" y="5"/>
                  </a:cubicBezTo>
                  <a:cubicBezTo>
                    <a:pt x="45" y="4"/>
                    <a:pt x="45" y="2"/>
                    <a:pt x="45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2" name="Freeform 643">
              <a:extLst>
                <a:ext uri="{FF2B5EF4-FFF2-40B4-BE49-F238E27FC236}">
                  <a16:creationId xmlns:a16="http://schemas.microsoft.com/office/drawing/2014/main" id="{E4496480-6F34-4F77-B361-999718D75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124"/>
              <a:ext cx="6" cy="9"/>
            </a:xfrm>
            <a:custGeom>
              <a:avLst/>
              <a:gdLst>
                <a:gd name="T0" fmla="*/ 24 w 3"/>
                <a:gd name="T1" fmla="*/ 45 h 4"/>
                <a:gd name="T2" fmla="*/ 24 w 3"/>
                <a:gd name="T3" fmla="*/ 0 h 4"/>
                <a:gd name="T4" fmla="*/ 0 w 3"/>
                <a:gd name="T5" fmla="*/ 0 h 4"/>
                <a:gd name="T6" fmla="*/ 24 w 3"/>
                <a:gd name="T7" fmla="*/ 4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3"/>
                    <a:pt x="3" y="2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1" y="2"/>
                    <a:pt x="2" y="3"/>
                    <a:pt x="3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3" name="Freeform 644">
              <a:extLst>
                <a:ext uri="{FF2B5EF4-FFF2-40B4-BE49-F238E27FC236}">
                  <a16:creationId xmlns:a16="http://schemas.microsoft.com/office/drawing/2014/main" id="{18712F9B-7D36-468C-8285-BEB17DD5A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200"/>
              <a:ext cx="9" cy="34"/>
            </a:xfrm>
            <a:custGeom>
              <a:avLst/>
              <a:gdLst>
                <a:gd name="T0" fmla="*/ 45 w 4"/>
                <a:gd name="T1" fmla="*/ 36 h 15"/>
                <a:gd name="T2" fmla="*/ 25 w 4"/>
                <a:gd name="T3" fmla="*/ 0 h 15"/>
                <a:gd name="T4" fmla="*/ 0 w 4"/>
                <a:gd name="T5" fmla="*/ 175 h 15"/>
                <a:gd name="T6" fmla="*/ 36 w 4"/>
                <a:gd name="T7" fmla="*/ 165 h 15"/>
                <a:gd name="T8" fmla="*/ 45 w 4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5">
                  <a:moveTo>
                    <a:pt x="4" y="3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1" y="5"/>
                    <a:pt x="1" y="10"/>
                    <a:pt x="0" y="15"/>
                  </a:cubicBezTo>
                  <a:cubicBezTo>
                    <a:pt x="1" y="15"/>
                    <a:pt x="2" y="14"/>
                    <a:pt x="3" y="14"/>
                  </a:cubicBezTo>
                  <a:cubicBezTo>
                    <a:pt x="3" y="11"/>
                    <a:pt x="4" y="7"/>
                    <a:pt x="4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4" name="Freeform 645">
              <a:extLst>
                <a:ext uri="{FF2B5EF4-FFF2-40B4-BE49-F238E27FC236}">
                  <a16:creationId xmlns:a16="http://schemas.microsoft.com/office/drawing/2014/main" id="{2278F457-86AD-48F0-B804-D4621D92D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296"/>
              <a:ext cx="7" cy="11"/>
            </a:xfrm>
            <a:custGeom>
              <a:avLst/>
              <a:gdLst>
                <a:gd name="T0" fmla="*/ 28 w 3"/>
                <a:gd name="T1" fmla="*/ 53 h 5"/>
                <a:gd name="T2" fmla="*/ 37 w 3"/>
                <a:gd name="T3" fmla="*/ 20 h 5"/>
                <a:gd name="T4" fmla="*/ 12 w 3"/>
                <a:gd name="T5" fmla="*/ 0 h 5"/>
                <a:gd name="T6" fmla="*/ 0 w 3"/>
                <a:gd name="T7" fmla="*/ 33 h 5"/>
                <a:gd name="T8" fmla="*/ 28 w 3"/>
                <a:gd name="T9" fmla="*/ 5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5"/>
                  </a:moveTo>
                  <a:cubicBezTo>
                    <a:pt x="3" y="4"/>
                    <a:pt x="3" y="3"/>
                    <a:pt x="3" y="2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4"/>
                    <a:pt x="2" y="4"/>
                    <a:pt x="2" y="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5" name="Freeform 646">
              <a:extLst>
                <a:ext uri="{FF2B5EF4-FFF2-40B4-BE49-F238E27FC236}">
                  <a16:creationId xmlns:a16="http://schemas.microsoft.com/office/drawing/2014/main" id="{C6D77F1C-AB10-4411-9229-BA6B12456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241"/>
              <a:ext cx="7" cy="9"/>
            </a:xfrm>
            <a:custGeom>
              <a:avLst/>
              <a:gdLst>
                <a:gd name="T0" fmla="*/ 0 w 3"/>
                <a:gd name="T1" fmla="*/ 11 h 4"/>
                <a:gd name="T2" fmla="*/ 0 w 3"/>
                <a:gd name="T3" fmla="*/ 11 h 4"/>
                <a:gd name="T4" fmla="*/ 28 w 3"/>
                <a:gd name="T5" fmla="*/ 36 h 4"/>
                <a:gd name="T6" fmla="*/ 28 w 3"/>
                <a:gd name="T7" fmla="*/ 45 h 4"/>
                <a:gd name="T8" fmla="*/ 37 w 3"/>
                <a:gd name="T9" fmla="*/ 0 h 4"/>
                <a:gd name="T10" fmla="*/ 0 w 3"/>
                <a:gd name="T11" fmla="*/ 1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6" name="Freeform 647">
              <a:extLst>
                <a:ext uri="{FF2B5EF4-FFF2-40B4-BE49-F238E27FC236}">
                  <a16:creationId xmlns:a16="http://schemas.microsoft.com/office/drawing/2014/main" id="{DF980C91-ACE6-4662-AD4B-977594958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827"/>
              <a:ext cx="4" cy="16"/>
            </a:xfrm>
            <a:custGeom>
              <a:avLst/>
              <a:gdLst>
                <a:gd name="T0" fmla="*/ 16 w 2"/>
                <a:gd name="T1" fmla="*/ 11 h 7"/>
                <a:gd name="T2" fmla="*/ 16 w 2"/>
                <a:gd name="T3" fmla="*/ 0 h 7"/>
                <a:gd name="T4" fmla="*/ 0 w 2"/>
                <a:gd name="T5" fmla="*/ 85 h 7"/>
                <a:gd name="T6" fmla="*/ 16 w 2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7">
                  <a:moveTo>
                    <a:pt x="2" y="1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1" y="2"/>
                    <a:pt x="0" y="5"/>
                    <a:pt x="0" y="7"/>
                  </a:cubicBezTo>
                  <a:cubicBezTo>
                    <a:pt x="1" y="4"/>
                    <a:pt x="2" y="3"/>
                    <a:pt x="2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7" name="Freeform 648">
              <a:extLst>
                <a:ext uri="{FF2B5EF4-FFF2-40B4-BE49-F238E27FC236}">
                  <a16:creationId xmlns:a16="http://schemas.microsoft.com/office/drawing/2014/main" id="{3E6F8121-0C0D-4004-B9AA-2933721BE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624"/>
              <a:ext cx="4" cy="9"/>
            </a:xfrm>
            <a:custGeom>
              <a:avLst/>
              <a:gdLst>
                <a:gd name="T0" fmla="*/ 0 w 2"/>
                <a:gd name="T1" fmla="*/ 36 h 4"/>
                <a:gd name="T2" fmla="*/ 16 w 2"/>
                <a:gd name="T3" fmla="*/ 45 h 4"/>
                <a:gd name="T4" fmla="*/ 16 w 2"/>
                <a:gd name="T5" fmla="*/ 0 h 4"/>
                <a:gd name="T6" fmla="*/ 0 w 2"/>
                <a:gd name="T7" fmla="*/ 3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0" y="3"/>
                    <a:pt x="1" y="3"/>
                    <a:pt x="2" y="4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8" name="Freeform 649">
              <a:extLst>
                <a:ext uri="{FF2B5EF4-FFF2-40B4-BE49-F238E27FC236}">
                  <a16:creationId xmlns:a16="http://schemas.microsoft.com/office/drawing/2014/main" id="{4EC1149A-4C8C-4A26-9CC0-6E3829AA2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665"/>
              <a:ext cx="34" cy="112"/>
            </a:xfrm>
            <a:custGeom>
              <a:avLst/>
              <a:gdLst>
                <a:gd name="T0" fmla="*/ 40 w 16"/>
                <a:gd name="T1" fmla="*/ 574 h 49"/>
                <a:gd name="T2" fmla="*/ 40 w 16"/>
                <a:gd name="T3" fmla="*/ 549 h 49"/>
                <a:gd name="T4" fmla="*/ 153 w 16"/>
                <a:gd name="T5" fmla="*/ 48 h 49"/>
                <a:gd name="T6" fmla="*/ 136 w 16"/>
                <a:gd name="T7" fmla="*/ 0 h 49"/>
                <a:gd name="T8" fmla="*/ 9 w 16"/>
                <a:gd name="T9" fmla="*/ 537 h 49"/>
                <a:gd name="T10" fmla="*/ 0 w 16"/>
                <a:gd name="T11" fmla="*/ 585 h 49"/>
                <a:gd name="T12" fmla="*/ 40 w 16"/>
                <a:gd name="T13" fmla="*/ 57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4" y="48"/>
                  </a:moveTo>
                  <a:cubicBezTo>
                    <a:pt x="4" y="46"/>
                    <a:pt x="4" y="46"/>
                    <a:pt x="4" y="46"/>
                  </a:cubicBezTo>
                  <a:cubicBezTo>
                    <a:pt x="7" y="33"/>
                    <a:pt x="10" y="18"/>
                    <a:pt x="16" y="4"/>
                  </a:cubicBezTo>
                  <a:cubicBezTo>
                    <a:pt x="15" y="3"/>
                    <a:pt x="14" y="2"/>
                    <a:pt x="14" y="0"/>
                  </a:cubicBezTo>
                  <a:cubicBezTo>
                    <a:pt x="8" y="15"/>
                    <a:pt x="4" y="31"/>
                    <a:pt x="1" y="45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48"/>
                    <a:pt x="4" y="48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9" name="Freeform 650">
              <a:extLst>
                <a:ext uri="{FF2B5EF4-FFF2-40B4-BE49-F238E27FC236}">
                  <a16:creationId xmlns:a16="http://schemas.microsoft.com/office/drawing/2014/main" id="{EF2D5396-A589-48AE-8E50-0F36305ED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640"/>
              <a:ext cx="8" cy="11"/>
            </a:xfrm>
            <a:custGeom>
              <a:avLst/>
              <a:gdLst>
                <a:gd name="T0" fmla="*/ 32 w 4"/>
                <a:gd name="T1" fmla="*/ 9 h 5"/>
                <a:gd name="T2" fmla="*/ 8 w 4"/>
                <a:gd name="T3" fmla="*/ 0 h 5"/>
                <a:gd name="T4" fmla="*/ 0 w 4"/>
                <a:gd name="T5" fmla="*/ 53 h 5"/>
                <a:gd name="T6" fmla="*/ 32 w 4"/>
                <a:gd name="T7" fmla="*/ 33 h 5"/>
                <a:gd name="T8" fmla="*/ 32 w 4"/>
                <a:gd name="T9" fmla="*/ 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1" y="4"/>
                    <a:pt x="3" y="4"/>
                    <a:pt x="4" y="3"/>
                  </a:cubicBezTo>
                  <a:cubicBezTo>
                    <a:pt x="4" y="2"/>
                    <a:pt x="4" y="2"/>
                    <a:pt x="4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0" name="Freeform 651">
              <a:extLst>
                <a:ext uri="{FF2B5EF4-FFF2-40B4-BE49-F238E27FC236}">
                  <a16:creationId xmlns:a16="http://schemas.microsoft.com/office/drawing/2014/main" id="{22D3304D-8F4B-4654-AA1F-EAA8DDF3B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617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1" name="Freeform 652">
              <a:extLst>
                <a:ext uri="{FF2B5EF4-FFF2-40B4-BE49-F238E27FC236}">
                  <a16:creationId xmlns:a16="http://schemas.microsoft.com/office/drawing/2014/main" id="{184A4E0B-9CEB-44C9-AC83-CD46FEBF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624"/>
              <a:ext cx="24" cy="39"/>
            </a:xfrm>
            <a:custGeom>
              <a:avLst/>
              <a:gdLst>
                <a:gd name="T0" fmla="*/ 96 w 11"/>
                <a:gd name="T1" fmla="*/ 0 h 17"/>
                <a:gd name="T2" fmla="*/ 0 w 11"/>
                <a:gd name="T3" fmla="*/ 158 h 17"/>
                <a:gd name="T4" fmla="*/ 20 w 11"/>
                <a:gd name="T5" fmla="*/ 204 h 17"/>
                <a:gd name="T6" fmla="*/ 113 w 11"/>
                <a:gd name="T7" fmla="*/ 37 h 17"/>
                <a:gd name="T8" fmla="*/ 96 w 1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9" y="0"/>
                  </a:moveTo>
                  <a:cubicBezTo>
                    <a:pt x="6" y="4"/>
                    <a:pt x="3" y="8"/>
                    <a:pt x="0" y="13"/>
                  </a:cubicBezTo>
                  <a:cubicBezTo>
                    <a:pt x="1" y="14"/>
                    <a:pt x="1" y="16"/>
                    <a:pt x="2" y="17"/>
                  </a:cubicBezTo>
                  <a:cubicBezTo>
                    <a:pt x="4" y="12"/>
                    <a:pt x="7" y="7"/>
                    <a:pt x="11" y="3"/>
                  </a:cubicBezTo>
                  <a:cubicBezTo>
                    <a:pt x="10" y="2"/>
                    <a:pt x="9" y="1"/>
                    <a:pt x="9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2" name="Freeform 653">
              <a:extLst>
                <a:ext uri="{FF2B5EF4-FFF2-40B4-BE49-F238E27FC236}">
                  <a16:creationId xmlns:a16="http://schemas.microsoft.com/office/drawing/2014/main" id="{001303CC-8338-4FE4-8702-FA4910B91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599"/>
              <a:ext cx="24" cy="20"/>
            </a:xfrm>
            <a:custGeom>
              <a:avLst/>
              <a:gdLst>
                <a:gd name="T0" fmla="*/ 72 w 11"/>
                <a:gd name="T1" fmla="*/ 36 h 9"/>
                <a:gd name="T2" fmla="*/ 96 w 11"/>
                <a:gd name="T3" fmla="*/ 98 h 9"/>
                <a:gd name="T4" fmla="*/ 113 w 11"/>
                <a:gd name="T5" fmla="*/ 44 h 9"/>
                <a:gd name="T6" fmla="*/ 81 w 11"/>
                <a:gd name="T7" fmla="*/ 0 h 9"/>
                <a:gd name="T8" fmla="*/ 61 w 11"/>
                <a:gd name="T9" fmla="*/ 0 h 9"/>
                <a:gd name="T10" fmla="*/ 20 w 11"/>
                <a:gd name="T11" fmla="*/ 36 h 9"/>
                <a:gd name="T12" fmla="*/ 0 w 11"/>
                <a:gd name="T13" fmla="*/ 98 h 9"/>
                <a:gd name="T14" fmla="*/ 72 w 11"/>
                <a:gd name="T15" fmla="*/ 3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9">
                  <a:moveTo>
                    <a:pt x="7" y="3"/>
                  </a:moveTo>
                  <a:cubicBezTo>
                    <a:pt x="8" y="5"/>
                    <a:pt x="9" y="7"/>
                    <a:pt x="9" y="9"/>
                  </a:cubicBezTo>
                  <a:cubicBezTo>
                    <a:pt x="10" y="7"/>
                    <a:pt x="11" y="6"/>
                    <a:pt x="11" y="4"/>
                  </a:cubicBezTo>
                  <a:cubicBezTo>
                    <a:pt x="11" y="3"/>
                    <a:pt x="10" y="1"/>
                    <a:pt x="8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3" y="2"/>
                    <a:pt x="2" y="3"/>
                  </a:cubicBezTo>
                  <a:cubicBezTo>
                    <a:pt x="1" y="5"/>
                    <a:pt x="0" y="7"/>
                    <a:pt x="0" y="9"/>
                  </a:cubicBezTo>
                  <a:cubicBezTo>
                    <a:pt x="2" y="7"/>
                    <a:pt x="5" y="5"/>
                    <a:pt x="7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3" name="Freeform 654">
              <a:extLst>
                <a:ext uri="{FF2B5EF4-FFF2-40B4-BE49-F238E27FC236}">
                  <a16:creationId xmlns:a16="http://schemas.microsoft.com/office/drawing/2014/main" id="{B0EADDF4-E02D-4C01-8291-1CE41BD1E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658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28 h 3"/>
                <a:gd name="T4" fmla="*/ 16 w 2"/>
                <a:gd name="T5" fmla="*/ 37 h 3"/>
                <a:gd name="T6" fmla="*/ 16 w 2"/>
                <a:gd name="T7" fmla="*/ 0 h 3"/>
                <a:gd name="T8" fmla="*/ 0 w 2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4" name="Freeform 655">
              <a:extLst>
                <a:ext uri="{FF2B5EF4-FFF2-40B4-BE49-F238E27FC236}">
                  <a16:creationId xmlns:a16="http://schemas.microsoft.com/office/drawing/2014/main" id="{5C471227-F0E0-4F7A-B764-CBE2DEC14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882"/>
              <a:ext cx="9" cy="9"/>
            </a:xfrm>
            <a:custGeom>
              <a:avLst/>
              <a:gdLst>
                <a:gd name="T0" fmla="*/ 36 w 4"/>
                <a:gd name="T1" fmla="*/ 36 h 4"/>
                <a:gd name="T2" fmla="*/ 45 w 4"/>
                <a:gd name="T3" fmla="*/ 25 h 4"/>
                <a:gd name="T4" fmla="*/ 11 w 4"/>
                <a:gd name="T5" fmla="*/ 0 h 4"/>
                <a:gd name="T6" fmla="*/ 0 w 4"/>
                <a:gd name="T7" fmla="*/ 45 h 4"/>
                <a:gd name="T8" fmla="*/ 11 w 4"/>
                <a:gd name="T9" fmla="*/ 45 h 4"/>
                <a:gd name="T10" fmla="*/ 36 w 4"/>
                <a:gd name="T11" fmla="*/ 36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3"/>
                    <a:pt x="4" y="2"/>
                    <a:pt x="4" y="2"/>
                  </a:cubicBezTo>
                  <a:cubicBezTo>
                    <a:pt x="3" y="1"/>
                    <a:pt x="2" y="1"/>
                    <a:pt x="1" y="0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2" y="4"/>
                    <a:pt x="2" y="4"/>
                    <a:pt x="3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5" name="Freeform 656">
              <a:extLst>
                <a:ext uri="{FF2B5EF4-FFF2-40B4-BE49-F238E27FC236}">
                  <a16:creationId xmlns:a16="http://schemas.microsoft.com/office/drawing/2014/main" id="{14714DB7-ADE6-42C1-86E5-CF64BADDF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953"/>
              <a:ext cx="7" cy="9"/>
            </a:xfrm>
            <a:custGeom>
              <a:avLst/>
              <a:gdLst>
                <a:gd name="T0" fmla="*/ 37 w 3"/>
                <a:gd name="T1" fmla="*/ 0 h 4"/>
                <a:gd name="T2" fmla="*/ 12 w 3"/>
                <a:gd name="T3" fmla="*/ 0 h 4"/>
                <a:gd name="T4" fmla="*/ 0 w 3"/>
                <a:gd name="T5" fmla="*/ 25 h 4"/>
                <a:gd name="T6" fmla="*/ 28 w 3"/>
                <a:gd name="T7" fmla="*/ 45 h 4"/>
                <a:gd name="T8" fmla="*/ 37 w 3"/>
                <a:gd name="T9" fmla="*/ 25 h 4"/>
                <a:gd name="T10" fmla="*/ 37 w 3"/>
                <a:gd name="T11" fmla="*/ 11 h 4"/>
                <a:gd name="T12" fmla="*/ 37 w 3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6" name="Freeform 657">
              <a:extLst>
                <a:ext uri="{FF2B5EF4-FFF2-40B4-BE49-F238E27FC236}">
                  <a16:creationId xmlns:a16="http://schemas.microsoft.com/office/drawing/2014/main" id="{2D1F0904-CAA9-48FC-9B55-49D334216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2786"/>
              <a:ext cx="15" cy="39"/>
            </a:xfrm>
            <a:custGeom>
              <a:avLst/>
              <a:gdLst>
                <a:gd name="T0" fmla="*/ 28 w 7"/>
                <a:gd name="T1" fmla="*/ 0 h 17"/>
                <a:gd name="T2" fmla="*/ 28 w 7"/>
                <a:gd name="T3" fmla="*/ 48 h 17"/>
                <a:gd name="T4" fmla="*/ 0 w 7"/>
                <a:gd name="T5" fmla="*/ 158 h 17"/>
                <a:gd name="T6" fmla="*/ 19 w 7"/>
                <a:gd name="T7" fmla="*/ 204 h 17"/>
                <a:gd name="T8" fmla="*/ 51 w 7"/>
                <a:gd name="T9" fmla="*/ 57 h 17"/>
                <a:gd name="T10" fmla="*/ 69 w 7"/>
                <a:gd name="T11" fmla="*/ 0 h 17"/>
                <a:gd name="T12" fmla="*/ 28 w 7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7">
                  <a:moveTo>
                    <a:pt x="3" y="0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2" y="7"/>
                    <a:pt x="1" y="10"/>
                    <a:pt x="0" y="13"/>
                  </a:cubicBezTo>
                  <a:cubicBezTo>
                    <a:pt x="1" y="14"/>
                    <a:pt x="2" y="16"/>
                    <a:pt x="2" y="17"/>
                  </a:cubicBezTo>
                  <a:cubicBezTo>
                    <a:pt x="3" y="13"/>
                    <a:pt x="5" y="9"/>
                    <a:pt x="5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7" name="Freeform 658">
              <a:extLst>
                <a:ext uri="{FF2B5EF4-FFF2-40B4-BE49-F238E27FC236}">
                  <a16:creationId xmlns:a16="http://schemas.microsoft.com/office/drawing/2014/main" id="{940D9674-2935-4086-AC55-646A21112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676"/>
              <a:ext cx="9" cy="9"/>
            </a:xfrm>
            <a:custGeom>
              <a:avLst/>
              <a:gdLst>
                <a:gd name="T0" fmla="*/ 11 w 4"/>
                <a:gd name="T1" fmla="*/ 11 h 4"/>
                <a:gd name="T2" fmla="*/ 0 w 4"/>
                <a:gd name="T3" fmla="*/ 25 h 4"/>
                <a:gd name="T4" fmla="*/ 0 w 4"/>
                <a:gd name="T5" fmla="*/ 25 h 4"/>
                <a:gd name="T6" fmla="*/ 11 w 4"/>
                <a:gd name="T7" fmla="*/ 45 h 4"/>
                <a:gd name="T8" fmla="*/ 36 w 4"/>
                <a:gd name="T9" fmla="*/ 36 h 4"/>
                <a:gd name="T10" fmla="*/ 45 w 4"/>
                <a:gd name="T11" fmla="*/ 0 h 4"/>
                <a:gd name="T12" fmla="*/ 11 w 4"/>
                <a:gd name="T13" fmla="*/ 11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8" name="Freeform 659">
              <a:extLst>
                <a:ext uri="{FF2B5EF4-FFF2-40B4-BE49-F238E27FC236}">
                  <a16:creationId xmlns:a16="http://schemas.microsoft.com/office/drawing/2014/main" id="{4B513022-167C-4A9A-93A6-0EB67B752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925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27 h 1"/>
                <a:gd name="T4" fmla="*/ 33 w 2"/>
                <a:gd name="T5" fmla="*/ 27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9" name="Freeform 660">
              <a:extLst>
                <a:ext uri="{FF2B5EF4-FFF2-40B4-BE49-F238E27FC236}">
                  <a16:creationId xmlns:a16="http://schemas.microsoft.com/office/drawing/2014/main" id="{3555F92F-6F91-4D63-B4F5-2CCB3C7E6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852"/>
              <a:ext cx="13" cy="25"/>
            </a:xfrm>
            <a:custGeom>
              <a:avLst/>
              <a:gdLst>
                <a:gd name="T0" fmla="*/ 33 w 6"/>
                <a:gd name="T1" fmla="*/ 130 h 11"/>
                <a:gd name="T2" fmla="*/ 61 w 6"/>
                <a:gd name="T3" fmla="*/ 0 h 11"/>
                <a:gd name="T4" fmla="*/ 43 w 6"/>
                <a:gd name="T5" fmla="*/ 36 h 11"/>
                <a:gd name="T6" fmla="*/ 9 w 6"/>
                <a:gd name="T7" fmla="*/ 82 h 11"/>
                <a:gd name="T8" fmla="*/ 0 w 6"/>
                <a:gd name="T9" fmla="*/ 102 h 11"/>
                <a:gd name="T10" fmla="*/ 33 w 6"/>
                <a:gd name="T11" fmla="*/ 13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1">
                  <a:moveTo>
                    <a:pt x="3" y="11"/>
                  </a:moveTo>
                  <a:cubicBezTo>
                    <a:pt x="4" y="7"/>
                    <a:pt x="5" y="4"/>
                    <a:pt x="6" y="0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5"/>
                    <a:pt x="1" y="6"/>
                    <a:pt x="1" y="7"/>
                  </a:cubicBezTo>
                  <a:cubicBezTo>
                    <a:pt x="1" y="8"/>
                    <a:pt x="1" y="8"/>
                    <a:pt x="0" y="9"/>
                  </a:cubicBezTo>
                  <a:cubicBezTo>
                    <a:pt x="1" y="9"/>
                    <a:pt x="2" y="10"/>
                    <a:pt x="3" y="1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0" name="Freeform 661">
              <a:extLst>
                <a:ext uri="{FF2B5EF4-FFF2-40B4-BE49-F238E27FC236}">
                  <a16:creationId xmlns:a16="http://schemas.microsoft.com/office/drawing/2014/main" id="{9E8469BF-6FD9-426F-AEBE-840F2CA30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900"/>
              <a:ext cx="10" cy="18"/>
            </a:xfrm>
            <a:custGeom>
              <a:avLst/>
              <a:gdLst>
                <a:gd name="T0" fmla="*/ 16 w 5"/>
                <a:gd name="T1" fmla="*/ 11 h 8"/>
                <a:gd name="T2" fmla="*/ 0 w 5"/>
                <a:gd name="T3" fmla="*/ 81 h 8"/>
                <a:gd name="T4" fmla="*/ 24 w 5"/>
                <a:gd name="T5" fmla="*/ 92 h 8"/>
                <a:gd name="T6" fmla="*/ 40 w 5"/>
                <a:gd name="T7" fmla="*/ 0 h 8"/>
                <a:gd name="T8" fmla="*/ 40 w 5"/>
                <a:gd name="T9" fmla="*/ 0 h 8"/>
                <a:gd name="T10" fmla="*/ 16 w 5"/>
                <a:gd name="T11" fmla="*/ 1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8">
                  <a:moveTo>
                    <a:pt x="2" y="1"/>
                  </a:moveTo>
                  <a:cubicBezTo>
                    <a:pt x="1" y="3"/>
                    <a:pt x="1" y="5"/>
                    <a:pt x="0" y="7"/>
                  </a:cubicBezTo>
                  <a:cubicBezTo>
                    <a:pt x="1" y="8"/>
                    <a:pt x="2" y="8"/>
                    <a:pt x="3" y="8"/>
                  </a:cubicBezTo>
                  <a:cubicBezTo>
                    <a:pt x="4" y="5"/>
                    <a:pt x="4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1" name="Freeform 662">
              <a:extLst>
                <a:ext uri="{FF2B5EF4-FFF2-40B4-BE49-F238E27FC236}">
                  <a16:creationId xmlns:a16="http://schemas.microsoft.com/office/drawing/2014/main" id="{445E483A-6D67-4414-8C8B-1C58BFE81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934"/>
              <a:ext cx="7" cy="10"/>
            </a:xfrm>
            <a:custGeom>
              <a:avLst/>
              <a:gdLst>
                <a:gd name="T0" fmla="*/ 37 w 3"/>
                <a:gd name="T1" fmla="*/ 63 h 4"/>
                <a:gd name="T2" fmla="*/ 37 w 3"/>
                <a:gd name="T3" fmla="*/ 0 h 4"/>
                <a:gd name="T4" fmla="*/ 0 w 3"/>
                <a:gd name="T5" fmla="*/ 33 h 4"/>
                <a:gd name="T6" fmla="*/ 0 w 3"/>
                <a:gd name="T7" fmla="*/ 63 h 4"/>
                <a:gd name="T8" fmla="*/ 37 w 3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3"/>
                    <a:pt x="3" y="1"/>
                    <a:pt x="3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2" name="Freeform 663">
              <a:extLst>
                <a:ext uri="{FF2B5EF4-FFF2-40B4-BE49-F238E27FC236}">
                  <a16:creationId xmlns:a16="http://schemas.microsoft.com/office/drawing/2014/main" id="{D7C1D7BB-DD9C-4AC2-B275-5E91B2AAF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3385"/>
              <a:ext cx="22" cy="57"/>
            </a:xfrm>
            <a:custGeom>
              <a:avLst/>
              <a:gdLst>
                <a:gd name="T0" fmla="*/ 73 w 10"/>
                <a:gd name="T1" fmla="*/ 0 h 25"/>
                <a:gd name="T2" fmla="*/ 0 w 10"/>
                <a:gd name="T3" fmla="*/ 260 h 25"/>
                <a:gd name="T4" fmla="*/ 20 w 10"/>
                <a:gd name="T5" fmla="*/ 296 h 25"/>
                <a:gd name="T6" fmla="*/ 106 w 10"/>
                <a:gd name="T7" fmla="*/ 0 h 25"/>
                <a:gd name="T8" fmla="*/ 73 w 1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5">
                  <a:moveTo>
                    <a:pt x="7" y="0"/>
                  </a:moveTo>
                  <a:cubicBezTo>
                    <a:pt x="4" y="7"/>
                    <a:pt x="2" y="15"/>
                    <a:pt x="0" y="22"/>
                  </a:cubicBezTo>
                  <a:cubicBezTo>
                    <a:pt x="0" y="23"/>
                    <a:pt x="1" y="24"/>
                    <a:pt x="2" y="25"/>
                  </a:cubicBezTo>
                  <a:cubicBezTo>
                    <a:pt x="4" y="17"/>
                    <a:pt x="7" y="8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3" name="Freeform 664">
              <a:extLst>
                <a:ext uri="{FF2B5EF4-FFF2-40B4-BE49-F238E27FC236}">
                  <a16:creationId xmlns:a16="http://schemas.microsoft.com/office/drawing/2014/main" id="{DABB06F0-8DF3-4E5B-8B3F-626B9AA39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446"/>
              <a:ext cx="8" cy="12"/>
            </a:xfrm>
            <a:custGeom>
              <a:avLst/>
              <a:gdLst>
                <a:gd name="T0" fmla="*/ 24 w 4"/>
                <a:gd name="T1" fmla="*/ 70 h 5"/>
                <a:gd name="T2" fmla="*/ 32 w 4"/>
                <a:gd name="T3" fmla="*/ 29 h 5"/>
                <a:gd name="T4" fmla="*/ 8 w 4"/>
                <a:gd name="T5" fmla="*/ 0 h 5"/>
                <a:gd name="T6" fmla="*/ 0 w 4"/>
                <a:gd name="T7" fmla="*/ 70 h 5"/>
                <a:gd name="T8" fmla="*/ 24 w 4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5"/>
                  </a:moveTo>
                  <a:cubicBezTo>
                    <a:pt x="3" y="4"/>
                    <a:pt x="3" y="3"/>
                    <a:pt x="4" y="2"/>
                  </a:cubicBezTo>
                  <a:cubicBezTo>
                    <a:pt x="3" y="1"/>
                    <a:pt x="2" y="1"/>
                    <a:pt x="1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4" name="Freeform 665">
              <a:extLst>
                <a:ext uri="{FF2B5EF4-FFF2-40B4-BE49-F238E27FC236}">
                  <a16:creationId xmlns:a16="http://schemas.microsoft.com/office/drawing/2014/main" id="{523A5181-B395-4D28-A825-A9803B785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467"/>
              <a:ext cx="21" cy="66"/>
            </a:xfrm>
            <a:custGeom>
              <a:avLst/>
              <a:gdLst>
                <a:gd name="T0" fmla="*/ 92 w 10"/>
                <a:gd name="T1" fmla="*/ 0 h 29"/>
                <a:gd name="T2" fmla="*/ 67 w 10"/>
                <a:gd name="T3" fmla="*/ 0 h 29"/>
                <a:gd name="T4" fmla="*/ 0 w 10"/>
                <a:gd name="T5" fmla="*/ 305 h 29"/>
                <a:gd name="T6" fmla="*/ 17 w 10"/>
                <a:gd name="T7" fmla="*/ 341 h 29"/>
                <a:gd name="T8" fmla="*/ 92 w 10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0"/>
                  </a:moveTo>
                  <a:cubicBezTo>
                    <a:pt x="9" y="0"/>
                    <a:pt x="8" y="0"/>
                    <a:pt x="7" y="0"/>
                  </a:cubicBezTo>
                  <a:cubicBezTo>
                    <a:pt x="4" y="9"/>
                    <a:pt x="2" y="18"/>
                    <a:pt x="0" y="26"/>
                  </a:cubicBezTo>
                  <a:cubicBezTo>
                    <a:pt x="1" y="27"/>
                    <a:pt x="2" y="28"/>
                    <a:pt x="2" y="29"/>
                  </a:cubicBezTo>
                  <a:cubicBezTo>
                    <a:pt x="5" y="19"/>
                    <a:pt x="7" y="10"/>
                    <a:pt x="1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5" name="Freeform 666">
              <a:extLst>
                <a:ext uri="{FF2B5EF4-FFF2-40B4-BE49-F238E27FC236}">
                  <a16:creationId xmlns:a16="http://schemas.microsoft.com/office/drawing/2014/main" id="{5368F83A-1D08-4CCB-8972-A4C137A37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321"/>
              <a:ext cx="3" cy="2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6" name="Freeform 667">
              <a:extLst>
                <a:ext uri="{FF2B5EF4-FFF2-40B4-BE49-F238E27FC236}">
                  <a16:creationId xmlns:a16="http://schemas.microsoft.com/office/drawing/2014/main" id="{ACA3AE68-69B1-40E6-BB00-FF70FB0B8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3373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0 h 1"/>
                <a:gd name="T4" fmla="*/ 0 w 1"/>
                <a:gd name="T5" fmla="*/ 27 h 1"/>
                <a:gd name="T6" fmla="*/ 8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7" name="Freeform 668">
              <a:extLst>
                <a:ext uri="{FF2B5EF4-FFF2-40B4-BE49-F238E27FC236}">
                  <a16:creationId xmlns:a16="http://schemas.microsoft.com/office/drawing/2014/main" id="{79A93A86-588A-45B2-BA5B-ED100DCED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232"/>
              <a:ext cx="11" cy="11"/>
            </a:xfrm>
            <a:custGeom>
              <a:avLst/>
              <a:gdLst>
                <a:gd name="T0" fmla="*/ 44 w 5"/>
                <a:gd name="T1" fmla="*/ 53 h 5"/>
                <a:gd name="T2" fmla="*/ 53 w 5"/>
                <a:gd name="T3" fmla="*/ 33 h 5"/>
                <a:gd name="T4" fmla="*/ 44 w 5"/>
                <a:gd name="T5" fmla="*/ 9 h 5"/>
                <a:gd name="T6" fmla="*/ 20 w 5"/>
                <a:gd name="T7" fmla="*/ 20 h 5"/>
                <a:gd name="T8" fmla="*/ 0 w 5"/>
                <a:gd name="T9" fmla="*/ 53 h 5"/>
                <a:gd name="T10" fmla="*/ 44 w 5"/>
                <a:gd name="T11" fmla="*/ 53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4" y="5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3" y="0"/>
                    <a:pt x="2" y="1"/>
                    <a:pt x="2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3" y="5"/>
                    <a:pt x="4" y="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8" name="Freeform 669">
              <a:extLst>
                <a:ext uri="{FF2B5EF4-FFF2-40B4-BE49-F238E27FC236}">
                  <a16:creationId xmlns:a16="http://schemas.microsoft.com/office/drawing/2014/main" id="{B636D8DB-DF9C-493D-9CE3-0BBFB2A9B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538"/>
              <a:ext cx="37" cy="219"/>
            </a:xfrm>
            <a:custGeom>
              <a:avLst/>
              <a:gdLst>
                <a:gd name="T0" fmla="*/ 157 w 17"/>
                <a:gd name="T1" fmla="*/ 0 h 96"/>
                <a:gd name="T2" fmla="*/ 104 w 17"/>
                <a:gd name="T3" fmla="*/ 297 h 96"/>
                <a:gd name="T4" fmla="*/ 0 w 17"/>
                <a:gd name="T5" fmla="*/ 1113 h 96"/>
                <a:gd name="T6" fmla="*/ 20 w 17"/>
                <a:gd name="T7" fmla="*/ 1141 h 96"/>
                <a:gd name="T8" fmla="*/ 33 w 17"/>
                <a:gd name="T9" fmla="*/ 1129 h 96"/>
                <a:gd name="T10" fmla="*/ 133 w 17"/>
                <a:gd name="T11" fmla="*/ 297 h 96"/>
                <a:gd name="T12" fmla="*/ 176 w 17"/>
                <a:gd name="T13" fmla="*/ 25 h 96"/>
                <a:gd name="T14" fmla="*/ 157 w 17"/>
                <a:gd name="T15" fmla="*/ 0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96">
                  <a:moveTo>
                    <a:pt x="15" y="0"/>
                  </a:moveTo>
                  <a:cubicBezTo>
                    <a:pt x="13" y="8"/>
                    <a:pt x="11" y="16"/>
                    <a:pt x="10" y="25"/>
                  </a:cubicBezTo>
                  <a:cubicBezTo>
                    <a:pt x="6" y="50"/>
                    <a:pt x="3" y="73"/>
                    <a:pt x="0" y="94"/>
                  </a:cubicBezTo>
                  <a:cubicBezTo>
                    <a:pt x="0" y="95"/>
                    <a:pt x="1" y="96"/>
                    <a:pt x="2" y="96"/>
                  </a:cubicBezTo>
                  <a:cubicBezTo>
                    <a:pt x="2" y="96"/>
                    <a:pt x="3" y="96"/>
                    <a:pt x="3" y="95"/>
                  </a:cubicBezTo>
                  <a:cubicBezTo>
                    <a:pt x="6" y="73"/>
                    <a:pt x="9" y="51"/>
                    <a:pt x="13" y="25"/>
                  </a:cubicBezTo>
                  <a:cubicBezTo>
                    <a:pt x="14" y="18"/>
                    <a:pt x="16" y="10"/>
                    <a:pt x="17" y="2"/>
                  </a:cubicBezTo>
                  <a:cubicBezTo>
                    <a:pt x="17" y="2"/>
                    <a:pt x="16" y="1"/>
                    <a:pt x="15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9" name="Freeform 670">
              <a:extLst>
                <a:ext uri="{FF2B5EF4-FFF2-40B4-BE49-F238E27FC236}">
                  <a16:creationId xmlns:a16="http://schemas.microsoft.com/office/drawing/2014/main" id="{7A7E4F08-1FE8-4035-9896-4E03297F9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252"/>
              <a:ext cx="8" cy="14"/>
            </a:xfrm>
            <a:custGeom>
              <a:avLst/>
              <a:gdLst>
                <a:gd name="T0" fmla="*/ 8 w 4"/>
                <a:gd name="T1" fmla="*/ 65 h 6"/>
                <a:gd name="T2" fmla="*/ 16 w 4"/>
                <a:gd name="T3" fmla="*/ 77 h 6"/>
                <a:gd name="T4" fmla="*/ 16 w 4"/>
                <a:gd name="T5" fmla="*/ 65 h 6"/>
                <a:gd name="T6" fmla="*/ 32 w 4"/>
                <a:gd name="T7" fmla="*/ 0 h 6"/>
                <a:gd name="T8" fmla="*/ 8 w 4"/>
                <a:gd name="T9" fmla="*/ 0 h 6"/>
                <a:gd name="T10" fmla="*/ 8 w 4"/>
                <a:gd name="T11" fmla="*/ 12 h 6"/>
                <a:gd name="T12" fmla="*/ 0 w 4"/>
                <a:gd name="T13" fmla="*/ 49 h 6"/>
                <a:gd name="T14" fmla="*/ 8 w 4"/>
                <a:gd name="T15" fmla="*/ 65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6">
                  <a:moveTo>
                    <a:pt x="1" y="5"/>
                  </a:moveTo>
                  <a:cubicBezTo>
                    <a:pt x="1" y="5"/>
                    <a:pt x="2" y="5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0" name="Freeform 671">
              <a:extLst>
                <a:ext uri="{FF2B5EF4-FFF2-40B4-BE49-F238E27FC236}">
                  <a16:creationId xmlns:a16="http://schemas.microsoft.com/office/drawing/2014/main" id="{C4D70CFD-BC22-49D2-9BF5-363FA1A74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270"/>
              <a:ext cx="11" cy="16"/>
            </a:xfrm>
            <a:custGeom>
              <a:avLst/>
              <a:gdLst>
                <a:gd name="T0" fmla="*/ 33 w 5"/>
                <a:gd name="T1" fmla="*/ 11 h 7"/>
                <a:gd name="T2" fmla="*/ 20 w 5"/>
                <a:gd name="T3" fmla="*/ 0 h 7"/>
                <a:gd name="T4" fmla="*/ 0 w 5"/>
                <a:gd name="T5" fmla="*/ 85 h 7"/>
                <a:gd name="T6" fmla="*/ 20 w 5"/>
                <a:gd name="T7" fmla="*/ 57 h 7"/>
                <a:gd name="T8" fmla="*/ 44 w 5"/>
                <a:gd name="T9" fmla="*/ 48 h 7"/>
                <a:gd name="T10" fmla="*/ 53 w 5"/>
                <a:gd name="T11" fmla="*/ 11 h 7"/>
                <a:gd name="T12" fmla="*/ 33 w 5"/>
                <a:gd name="T13" fmla="*/ 1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7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4"/>
                    <a:pt x="0" y="7"/>
                  </a:cubicBezTo>
                  <a:cubicBezTo>
                    <a:pt x="1" y="6"/>
                    <a:pt x="1" y="6"/>
                    <a:pt x="2" y="5"/>
                  </a:cubicBezTo>
                  <a:cubicBezTo>
                    <a:pt x="3" y="5"/>
                    <a:pt x="3" y="4"/>
                    <a:pt x="4" y="4"/>
                  </a:cubicBezTo>
                  <a:cubicBezTo>
                    <a:pt x="4" y="3"/>
                    <a:pt x="5" y="2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1" name="Freeform 672">
              <a:extLst>
                <a:ext uri="{FF2B5EF4-FFF2-40B4-BE49-F238E27FC236}">
                  <a16:creationId xmlns:a16="http://schemas.microsoft.com/office/drawing/2014/main" id="{A4343FE0-9E5B-441E-A0CA-A4553E5CE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293"/>
              <a:ext cx="13" cy="21"/>
            </a:xfrm>
            <a:custGeom>
              <a:avLst/>
              <a:gdLst>
                <a:gd name="T0" fmla="*/ 0 w 6"/>
                <a:gd name="T1" fmla="*/ 103 h 9"/>
                <a:gd name="T2" fmla="*/ 20 w 6"/>
                <a:gd name="T3" fmla="*/ 114 h 9"/>
                <a:gd name="T4" fmla="*/ 61 w 6"/>
                <a:gd name="T5" fmla="*/ 0 h 9"/>
                <a:gd name="T6" fmla="*/ 9 w 6"/>
                <a:gd name="T7" fmla="*/ 37 h 9"/>
                <a:gd name="T8" fmla="*/ 0 w 6"/>
                <a:gd name="T9" fmla="*/ 10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0" y="8"/>
                    <a:pt x="1" y="9"/>
                    <a:pt x="2" y="9"/>
                  </a:cubicBezTo>
                  <a:cubicBezTo>
                    <a:pt x="4" y="6"/>
                    <a:pt x="5" y="3"/>
                    <a:pt x="6" y="0"/>
                  </a:cubicBezTo>
                  <a:cubicBezTo>
                    <a:pt x="4" y="1"/>
                    <a:pt x="3" y="2"/>
                    <a:pt x="1" y="3"/>
                  </a:cubicBezTo>
                  <a:cubicBezTo>
                    <a:pt x="1" y="5"/>
                    <a:pt x="0" y="6"/>
                    <a:pt x="0" y="8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2" name="Freeform 673">
              <a:extLst>
                <a:ext uri="{FF2B5EF4-FFF2-40B4-BE49-F238E27FC236}">
                  <a16:creationId xmlns:a16="http://schemas.microsoft.com/office/drawing/2014/main" id="{2D9DF832-D1F8-4D6C-BA06-E9B9E75CA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330"/>
              <a:ext cx="17" cy="39"/>
            </a:xfrm>
            <a:custGeom>
              <a:avLst/>
              <a:gdLst>
                <a:gd name="T0" fmla="*/ 60 w 8"/>
                <a:gd name="T1" fmla="*/ 11 h 17"/>
                <a:gd name="T2" fmla="*/ 40 w 8"/>
                <a:gd name="T3" fmla="*/ 11 h 17"/>
                <a:gd name="T4" fmla="*/ 0 w 8"/>
                <a:gd name="T5" fmla="*/ 179 h 17"/>
                <a:gd name="T6" fmla="*/ 19 w 8"/>
                <a:gd name="T7" fmla="*/ 204 h 17"/>
                <a:gd name="T8" fmla="*/ 77 w 8"/>
                <a:gd name="T9" fmla="*/ 0 h 17"/>
                <a:gd name="T10" fmla="*/ 60 w 8"/>
                <a:gd name="T11" fmla="*/ 11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7">
                  <a:moveTo>
                    <a:pt x="6" y="1"/>
                  </a:moveTo>
                  <a:cubicBezTo>
                    <a:pt x="6" y="1"/>
                    <a:pt x="5" y="1"/>
                    <a:pt x="4" y="1"/>
                  </a:cubicBezTo>
                  <a:cubicBezTo>
                    <a:pt x="3" y="6"/>
                    <a:pt x="1" y="10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4" y="12"/>
                    <a:pt x="6" y="6"/>
                    <a:pt x="8" y="0"/>
                  </a:cubicBezTo>
                  <a:lnTo>
                    <a:pt x="6" y="1"/>
                  </a:ln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3" name="Freeform 674">
              <a:extLst>
                <a:ext uri="{FF2B5EF4-FFF2-40B4-BE49-F238E27FC236}">
                  <a16:creationId xmlns:a16="http://schemas.microsoft.com/office/drawing/2014/main" id="{C76C7945-5E58-4D5A-854A-B03A3672E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570"/>
              <a:ext cx="6" cy="7"/>
            </a:xfrm>
            <a:custGeom>
              <a:avLst/>
              <a:gdLst>
                <a:gd name="T0" fmla="*/ 24 w 3"/>
                <a:gd name="T1" fmla="*/ 37 h 3"/>
                <a:gd name="T2" fmla="*/ 16 w 3"/>
                <a:gd name="T3" fmla="*/ 0 h 3"/>
                <a:gd name="T4" fmla="*/ 0 w 3"/>
                <a:gd name="T5" fmla="*/ 37 h 3"/>
                <a:gd name="T6" fmla="*/ 8 w 3"/>
                <a:gd name="T7" fmla="*/ 37 h 3"/>
                <a:gd name="T8" fmla="*/ 24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2" y="1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4" name="Freeform 675">
              <a:extLst>
                <a:ext uri="{FF2B5EF4-FFF2-40B4-BE49-F238E27FC236}">
                  <a16:creationId xmlns:a16="http://schemas.microsoft.com/office/drawing/2014/main" id="{08244958-5A26-4173-AABC-04A7D947D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598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25 w 4"/>
                <a:gd name="T3" fmla="*/ 9 h 5"/>
                <a:gd name="T4" fmla="*/ 0 w 4"/>
                <a:gd name="T5" fmla="*/ 33 h 5"/>
                <a:gd name="T6" fmla="*/ 11 w 4"/>
                <a:gd name="T7" fmla="*/ 53 h 5"/>
                <a:gd name="T8" fmla="*/ 45 w 4"/>
                <a:gd name="T9" fmla="*/ 53 h 5"/>
                <a:gd name="T10" fmla="*/ 25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4" y="3"/>
                    <a:pt x="3" y="2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5" name="Freeform 676">
              <a:extLst>
                <a:ext uri="{FF2B5EF4-FFF2-40B4-BE49-F238E27FC236}">
                  <a16:creationId xmlns:a16="http://schemas.microsoft.com/office/drawing/2014/main" id="{A97E0821-5991-4376-A94A-1D3321D0C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812"/>
              <a:ext cx="13" cy="44"/>
            </a:xfrm>
            <a:custGeom>
              <a:avLst/>
              <a:gdLst>
                <a:gd name="T0" fmla="*/ 61 w 6"/>
                <a:gd name="T1" fmla="*/ 199 h 19"/>
                <a:gd name="T2" fmla="*/ 52 w 6"/>
                <a:gd name="T3" fmla="*/ 134 h 19"/>
                <a:gd name="T4" fmla="*/ 33 w 6"/>
                <a:gd name="T5" fmla="*/ 0 h 19"/>
                <a:gd name="T6" fmla="*/ 0 w 6"/>
                <a:gd name="T7" fmla="*/ 12 h 19"/>
                <a:gd name="T8" fmla="*/ 20 w 6"/>
                <a:gd name="T9" fmla="*/ 151 h 19"/>
                <a:gd name="T10" fmla="*/ 43 w 6"/>
                <a:gd name="T11" fmla="*/ 236 h 19"/>
                <a:gd name="T12" fmla="*/ 43 w 6"/>
                <a:gd name="T13" fmla="*/ 225 h 19"/>
                <a:gd name="T14" fmla="*/ 61 w 6"/>
                <a:gd name="T15" fmla="*/ 199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19">
                  <a:moveTo>
                    <a:pt x="6" y="16"/>
                  </a:moveTo>
                  <a:cubicBezTo>
                    <a:pt x="6" y="15"/>
                    <a:pt x="5" y="13"/>
                    <a:pt x="5" y="1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4"/>
                    <a:pt x="3" y="16"/>
                    <a:pt x="4" y="19"/>
                  </a:cubicBezTo>
                  <a:cubicBezTo>
                    <a:pt x="4" y="19"/>
                    <a:pt x="4" y="18"/>
                    <a:pt x="4" y="18"/>
                  </a:cubicBezTo>
                  <a:cubicBezTo>
                    <a:pt x="5" y="18"/>
                    <a:pt x="6" y="17"/>
                    <a:pt x="6" y="16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6" name="Freeform 677">
              <a:extLst>
                <a:ext uri="{FF2B5EF4-FFF2-40B4-BE49-F238E27FC236}">
                  <a16:creationId xmlns:a16="http://schemas.microsoft.com/office/drawing/2014/main" id="{A0416B15-258A-4824-BC14-5C38F000D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56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7" name="Freeform 678">
              <a:extLst>
                <a:ext uri="{FF2B5EF4-FFF2-40B4-BE49-F238E27FC236}">
                  <a16:creationId xmlns:a16="http://schemas.microsoft.com/office/drawing/2014/main" id="{ACBB3575-FAD5-4684-B70C-BBB0EB273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586"/>
              <a:ext cx="9" cy="7"/>
            </a:xfrm>
            <a:custGeom>
              <a:avLst/>
              <a:gdLst>
                <a:gd name="T0" fmla="*/ 45 w 4"/>
                <a:gd name="T1" fmla="*/ 0 h 3"/>
                <a:gd name="T2" fmla="*/ 45 w 4"/>
                <a:gd name="T3" fmla="*/ 0 h 3"/>
                <a:gd name="T4" fmla="*/ 11 w 4"/>
                <a:gd name="T5" fmla="*/ 0 h 3"/>
                <a:gd name="T6" fmla="*/ 0 w 4"/>
                <a:gd name="T7" fmla="*/ 0 h 3"/>
                <a:gd name="T8" fmla="*/ 25 w 4"/>
                <a:gd name="T9" fmla="*/ 37 h 3"/>
                <a:gd name="T10" fmla="*/ 45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2" y="2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8" name="Freeform 679">
              <a:extLst>
                <a:ext uri="{FF2B5EF4-FFF2-40B4-BE49-F238E27FC236}">
                  <a16:creationId xmlns:a16="http://schemas.microsoft.com/office/drawing/2014/main" id="{1F21B7B6-450B-478A-9F7B-286A3E2AE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618"/>
              <a:ext cx="10" cy="16"/>
            </a:xfrm>
            <a:custGeom>
              <a:avLst/>
              <a:gdLst>
                <a:gd name="T0" fmla="*/ 0 w 5"/>
                <a:gd name="T1" fmla="*/ 0 h 7"/>
                <a:gd name="T2" fmla="*/ 24 w 5"/>
                <a:gd name="T3" fmla="*/ 85 h 7"/>
                <a:gd name="T4" fmla="*/ 40 w 5"/>
                <a:gd name="T5" fmla="*/ 48 h 7"/>
                <a:gd name="T6" fmla="*/ 24 w 5"/>
                <a:gd name="T7" fmla="*/ 0 h 7"/>
                <a:gd name="T8" fmla="*/ 0 w 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  <a:cubicBezTo>
                    <a:pt x="3" y="6"/>
                    <a:pt x="4" y="5"/>
                    <a:pt x="5" y="4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9" name="Freeform 680">
              <a:extLst>
                <a:ext uri="{FF2B5EF4-FFF2-40B4-BE49-F238E27FC236}">
                  <a16:creationId xmlns:a16="http://schemas.microsoft.com/office/drawing/2014/main" id="{234FD7AA-0DEB-438F-84A3-6287D8656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801"/>
              <a:ext cx="6" cy="5"/>
            </a:xfrm>
            <a:custGeom>
              <a:avLst/>
              <a:gdLst>
                <a:gd name="T0" fmla="*/ 24 w 3"/>
                <a:gd name="T1" fmla="*/ 33 h 2"/>
                <a:gd name="T2" fmla="*/ 16 w 3"/>
                <a:gd name="T3" fmla="*/ 0 h 2"/>
                <a:gd name="T4" fmla="*/ 0 w 3"/>
                <a:gd name="T5" fmla="*/ 33 h 2"/>
                <a:gd name="T6" fmla="*/ 16 w 3"/>
                <a:gd name="T7" fmla="*/ 33 h 2"/>
                <a:gd name="T8" fmla="*/ 24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0" name="Freeform 681">
              <a:extLst>
                <a:ext uri="{FF2B5EF4-FFF2-40B4-BE49-F238E27FC236}">
                  <a16:creationId xmlns:a16="http://schemas.microsoft.com/office/drawing/2014/main" id="{B6BCBF66-0E5F-464E-A691-DCA36F3A9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737"/>
              <a:ext cx="17" cy="59"/>
            </a:xfrm>
            <a:custGeom>
              <a:avLst/>
              <a:gdLst>
                <a:gd name="T0" fmla="*/ 77 w 8"/>
                <a:gd name="T1" fmla="*/ 268 h 26"/>
                <a:gd name="T2" fmla="*/ 77 w 8"/>
                <a:gd name="T3" fmla="*/ 247 h 26"/>
                <a:gd name="T4" fmla="*/ 28 w 8"/>
                <a:gd name="T5" fmla="*/ 0 h 26"/>
                <a:gd name="T6" fmla="*/ 0 w 8"/>
                <a:gd name="T7" fmla="*/ 0 h 26"/>
                <a:gd name="T8" fmla="*/ 49 w 8"/>
                <a:gd name="T9" fmla="*/ 256 h 26"/>
                <a:gd name="T10" fmla="*/ 60 w 8"/>
                <a:gd name="T11" fmla="*/ 304 h 26"/>
                <a:gd name="T12" fmla="*/ 77 w 8"/>
                <a:gd name="T13" fmla="*/ 268 h 26"/>
                <a:gd name="T14" fmla="*/ 77 w 8"/>
                <a:gd name="T15" fmla="*/ 268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26">
                  <a:moveTo>
                    <a:pt x="8" y="23"/>
                  </a:moveTo>
                  <a:cubicBezTo>
                    <a:pt x="8" y="21"/>
                    <a:pt x="8" y="21"/>
                    <a:pt x="8" y="21"/>
                  </a:cubicBezTo>
                  <a:cubicBezTo>
                    <a:pt x="6" y="14"/>
                    <a:pt x="4" y="7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1" y="7"/>
                    <a:pt x="3" y="14"/>
                    <a:pt x="5" y="22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1" name="Freeform 682">
              <a:extLst>
                <a:ext uri="{FF2B5EF4-FFF2-40B4-BE49-F238E27FC236}">
                  <a16:creationId xmlns:a16="http://schemas.microsoft.com/office/drawing/2014/main" id="{425B796E-D922-4A68-AD4B-ECC00DE17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639"/>
              <a:ext cx="11" cy="20"/>
            </a:xfrm>
            <a:custGeom>
              <a:avLst/>
              <a:gdLst>
                <a:gd name="T0" fmla="*/ 9 w 5"/>
                <a:gd name="T1" fmla="*/ 20 h 9"/>
                <a:gd name="T2" fmla="*/ 0 w 5"/>
                <a:gd name="T3" fmla="*/ 36 h 9"/>
                <a:gd name="T4" fmla="*/ 20 w 5"/>
                <a:gd name="T5" fmla="*/ 98 h 9"/>
                <a:gd name="T6" fmla="*/ 53 w 5"/>
                <a:gd name="T7" fmla="*/ 98 h 9"/>
                <a:gd name="T8" fmla="*/ 20 w 5"/>
                <a:gd name="T9" fmla="*/ 0 h 9"/>
                <a:gd name="T10" fmla="*/ 9 w 5"/>
                <a:gd name="T11" fmla="*/ 2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9">
                  <a:moveTo>
                    <a:pt x="1" y="2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1" y="5"/>
                    <a:pt x="1" y="7"/>
                    <a:pt x="2" y="9"/>
                  </a:cubicBezTo>
                  <a:cubicBezTo>
                    <a:pt x="3" y="9"/>
                    <a:pt x="4" y="9"/>
                    <a:pt x="5" y="9"/>
                  </a:cubicBezTo>
                  <a:cubicBezTo>
                    <a:pt x="4" y="6"/>
                    <a:pt x="3" y="3"/>
                    <a:pt x="2" y="0"/>
                  </a:cubicBezTo>
                  <a:cubicBezTo>
                    <a:pt x="2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2" name="Freeform 683">
              <a:extLst>
                <a:ext uri="{FF2B5EF4-FFF2-40B4-BE49-F238E27FC236}">
                  <a16:creationId xmlns:a16="http://schemas.microsoft.com/office/drawing/2014/main" id="{8FBFFF1F-926E-4C94-BD54-765458E2F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700"/>
              <a:ext cx="11" cy="28"/>
            </a:xfrm>
            <a:custGeom>
              <a:avLst/>
              <a:gdLst>
                <a:gd name="T0" fmla="*/ 0 w 5"/>
                <a:gd name="T1" fmla="*/ 49 h 12"/>
                <a:gd name="T2" fmla="*/ 20 w 5"/>
                <a:gd name="T3" fmla="*/ 152 h 12"/>
                <a:gd name="T4" fmla="*/ 53 w 5"/>
                <a:gd name="T5" fmla="*/ 152 h 12"/>
                <a:gd name="T6" fmla="*/ 20 w 5"/>
                <a:gd name="T7" fmla="*/ 0 h 12"/>
                <a:gd name="T8" fmla="*/ 0 w 5"/>
                <a:gd name="T9" fmla="*/ 37 h 12"/>
                <a:gd name="T10" fmla="*/ 0 w 5"/>
                <a:gd name="T11" fmla="*/ 49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2">
                  <a:moveTo>
                    <a:pt x="0" y="4"/>
                  </a:moveTo>
                  <a:cubicBezTo>
                    <a:pt x="0" y="6"/>
                    <a:pt x="1" y="9"/>
                    <a:pt x="2" y="12"/>
                  </a:cubicBezTo>
                  <a:cubicBezTo>
                    <a:pt x="3" y="12"/>
                    <a:pt x="4" y="12"/>
                    <a:pt x="5" y="12"/>
                  </a:cubicBezTo>
                  <a:cubicBezTo>
                    <a:pt x="4" y="8"/>
                    <a:pt x="3" y="4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3" name="Freeform 684">
              <a:extLst>
                <a:ext uri="{FF2B5EF4-FFF2-40B4-BE49-F238E27FC236}">
                  <a16:creationId xmlns:a16="http://schemas.microsoft.com/office/drawing/2014/main" id="{E53DF838-D935-49F4-89B3-D3898DC6A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668"/>
              <a:ext cx="12" cy="30"/>
            </a:xfrm>
            <a:custGeom>
              <a:avLst/>
              <a:gdLst>
                <a:gd name="T0" fmla="*/ 24 w 6"/>
                <a:gd name="T1" fmla="*/ 159 h 13"/>
                <a:gd name="T2" fmla="*/ 48 w 6"/>
                <a:gd name="T3" fmla="*/ 111 h 13"/>
                <a:gd name="T4" fmla="*/ 24 w 6"/>
                <a:gd name="T5" fmla="*/ 0 h 13"/>
                <a:gd name="T6" fmla="*/ 0 w 6"/>
                <a:gd name="T7" fmla="*/ 0 h 13"/>
                <a:gd name="T8" fmla="*/ 24 w 6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3">
                  <a:moveTo>
                    <a:pt x="3" y="13"/>
                  </a:moveTo>
                  <a:cubicBezTo>
                    <a:pt x="4" y="12"/>
                    <a:pt x="5" y="10"/>
                    <a:pt x="6" y="9"/>
                  </a:cubicBezTo>
                  <a:cubicBezTo>
                    <a:pt x="5" y="6"/>
                    <a:pt x="4" y="3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1" y="4"/>
                    <a:pt x="2" y="8"/>
                    <a:pt x="3" y="1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4" name="Freeform 685">
              <a:extLst>
                <a:ext uri="{FF2B5EF4-FFF2-40B4-BE49-F238E27FC236}">
                  <a16:creationId xmlns:a16="http://schemas.microsoft.com/office/drawing/2014/main" id="{B2288839-A271-4B27-AF69-3E94328B1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194"/>
              <a:ext cx="7" cy="16"/>
            </a:xfrm>
            <a:custGeom>
              <a:avLst/>
              <a:gdLst>
                <a:gd name="T0" fmla="*/ 0 w 3"/>
                <a:gd name="T1" fmla="*/ 85 h 7"/>
                <a:gd name="T2" fmla="*/ 37 w 3"/>
                <a:gd name="T3" fmla="*/ 85 h 7"/>
                <a:gd name="T4" fmla="*/ 37 w 3"/>
                <a:gd name="T5" fmla="*/ 0 h 7"/>
                <a:gd name="T6" fmla="*/ 0 w 3"/>
                <a:gd name="T7" fmla="*/ 48 h 7"/>
                <a:gd name="T8" fmla="*/ 0 w 3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1" y="7"/>
                    <a:pt x="2" y="7"/>
                    <a:pt x="3" y="7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2" y="1"/>
                    <a:pt x="1" y="3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5" name="Freeform 686">
              <a:extLst>
                <a:ext uri="{FF2B5EF4-FFF2-40B4-BE49-F238E27FC236}">
                  <a16:creationId xmlns:a16="http://schemas.microsoft.com/office/drawing/2014/main" id="{55424107-C447-4D72-B4E7-3F1C1FE56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324"/>
              <a:ext cx="8" cy="7"/>
            </a:xfrm>
            <a:custGeom>
              <a:avLst/>
              <a:gdLst>
                <a:gd name="T0" fmla="*/ 32 w 4"/>
                <a:gd name="T1" fmla="*/ 0 h 3"/>
                <a:gd name="T2" fmla="*/ 32 w 4"/>
                <a:gd name="T3" fmla="*/ 0 h 3"/>
                <a:gd name="T4" fmla="*/ 8 w 4"/>
                <a:gd name="T5" fmla="*/ 0 h 3"/>
                <a:gd name="T6" fmla="*/ 0 w 4"/>
                <a:gd name="T7" fmla="*/ 37 h 3"/>
                <a:gd name="T8" fmla="*/ 8 w 4"/>
                <a:gd name="T9" fmla="*/ 28 h 3"/>
                <a:gd name="T10" fmla="*/ 32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6" name="Freeform 687">
              <a:extLst>
                <a:ext uri="{FF2B5EF4-FFF2-40B4-BE49-F238E27FC236}">
                  <a16:creationId xmlns:a16="http://schemas.microsoft.com/office/drawing/2014/main" id="{6E151F57-176F-40C0-8B36-8B2972286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121"/>
              <a:ext cx="6" cy="16"/>
            </a:xfrm>
            <a:custGeom>
              <a:avLst/>
              <a:gdLst>
                <a:gd name="T0" fmla="*/ 0 w 3"/>
                <a:gd name="T1" fmla="*/ 85 h 7"/>
                <a:gd name="T2" fmla="*/ 24 w 3"/>
                <a:gd name="T3" fmla="*/ 85 h 7"/>
                <a:gd name="T4" fmla="*/ 24 w 3"/>
                <a:gd name="T5" fmla="*/ 0 h 7"/>
                <a:gd name="T6" fmla="*/ 0 w 3"/>
                <a:gd name="T7" fmla="*/ 48 h 7"/>
                <a:gd name="T8" fmla="*/ 0 w 3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1" y="7"/>
                    <a:pt x="2" y="7"/>
                    <a:pt x="3" y="7"/>
                  </a:cubicBezTo>
                  <a:cubicBezTo>
                    <a:pt x="3" y="5"/>
                    <a:pt x="3" y="2"/>
                    <a:pt x="3" y="0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7" name="Freeform 688">
              <a:extLst>
                <a:ext uri="{FF2B5EF4-FFF2-40B4-BE49-F238E27FC236}">
                  <a16:creationId xmlns:a16="http://schemas.microsoft.com/office/drawing/2014/main" id="{AAF50323-4272-4B30-8981-CA4998BDB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338"/>
              <a:ext cx="4" cy="5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20 h 2"/>
                <a:gd name="T4" fmla="*/ 16 w 2"/>
                <a:gd name="T5" fmla="*/ 33 h 2"/>
                <a:gd name="T6" fmla="*/ 16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8" name="Freeform 689">
              <a:extLst>
                <a:ext uri="{FF2B5EF4-FFF2-40B4-BE49-F238E27FC236}">
                  <a16:creationId xmlns:a16="http://schemas.microsoft.com/office/drawing/2014/main" id="{1AD72DED-375C-43CA-B3B7-C73B224F4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860"/>
              <a:ext cx="34" cy="192"/>
            </a:xfrm>
            <a:custGeom>
              <a:avLst/>
              <a:gdLst>
                <a:gd name="T0" fmla="*/ 153 w 16"/>
                <a:gd name="T1" fmla="*/ 1003 h 84"/>
                <a:gd name="T2" fmla="*/ 19 w 16"/>
                <a:gd name="T3" fmla="*/ 0 h 84"/>
                <a:gd name="T4" fmla="*/ 19 w 16"/>
                <a:gd name="T5" fmla="*/ 0 h 84"/>
                <a:gd name="T6" fmla="*/ 0 w 16"/>
                <a:gd name="T7" fmla="*/ 25 h 84"/>
                <a:gd name="T8" fmla="*/ 128 w 16"/>
                <a:gd name="T9" fmla="*/ 1003 h 84"/>
                <a:gd name="T10" fmla="*/ 153 w 16"/>
                <a:gd name="T11" fmla="*/ 1003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84">
                  <a:moveTo>
                    <a:pt x="16" y="84"/>
                  </a:moveTo>
                  <a:cubicBezTo>
                    <a:pt x="13" y="55"/>
                    <a:pt x="8" y="2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5" y="28"/>
                    <a:pt x="10" y="56"/>
                    <a:pt x="13" y="84"/>
                  </a:cubicBezTo>
                  <a:cubicBezTo>
                    <a:pt x="14" y="84"/>
                    <a:pt x="15" y="84"/>
                    <a:pt x="16" y="8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9" name="Freeform 690">
              <a:extLst>
                <a:ext uri="{FF2B5EF4-FFF2-40B4-BE49-F238E27FC236}">
                  <a16:creationId xmlns:a16="http://schemas.microsoft.com/office/drawing/2014/main" id="{6089408D-23F1-4B0C-A5A5-4AC7DC4E8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306"/>
              <a:ext cx="8" cy="9"/>
            </a:xfrm>
            <a:custGeom>
              <a:avLst/>
              <a:gdLst>
                <a:gd name="T0" fmla="*/ 0 w 4"/>
                <a:gd name="T1" fmla="*/ 45 h 4"/>
                <a:gd name="T2" fmla="*/ 24 w 4"/>
                <a:gd name="T3" fmla="*/ 45 h 4"/>
                <a:gd name="T4" fmla="*/ 32 w 4"/>
                <a:gd name="T5" fmla="*/ 0 h 4"/>
                <a:gd name="T6" fmla="*/ 0 w 4"/>
                <a:gd name="T7" fmla="*/ 36 h 4"/>
                <a:gd name="T8" fmla="*/ 0 w 4"/>
                <a:gd name="T9" fmla="*/ 4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4"/>
                    <a:pt x="2" y="4"/>
                    <a:pt x="3" y="4"/>
                  </a:cubicBezTo>
                  <a:cubicBezTo>
                    <a:pt x="3" y="3"/>
                    <a:pt x="4" y="2"/>
                    <a:pt x="4" y="0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0" name="Freeform 691">
              <a:extLst>
                <a:ext uri="{FF2B5EF4-FFF2-40B4-BE49-F238E27FC236}">
                  <a16:creationId xmlns:a16="http://schemas.microsoft.com/office/drawing/2014/main" id="{AE450BE4-4171-40D6-87E0-4FC91EBD5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354"/>
              <a:ext cx="9" cy="16"/>
            </a:xfrm>
            <a:custGeom>
              <a:avLst/>
              <a:gdLst>
                <a:gd name="T0" fmla="*/ 11 w 4"/>
                <a:gd name="T1" fmla="*/ 0 h 7"/>
                <a:gd name="T2" fmla="*/ 0 w 4"/>
                <a:gd name="T3" fmla="*/ 57 h 7"/>
                <a:gd name="T4" fmla="*/ 11 w 4"/>
                <a:gd name="T5" fmla="*/ 85 h 7"/>
                <a:gd name="T6" fmla="*/ 36 w 4"/>
                <a:gd name="T7" fmla="*/ 73 h 7"/>
                <a:gd name="T8" fmla="*/ 45 w 4"/>
                <a:gd name="T9" fmla="*/ 11 h 7"/>
                <a:gd name="T10" fmla="*/ 11 w 4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3" y="4"/>
                    <a:pt x="3" y="3"/>
                    <a:pt x="4" y="1"/>
                  </a:cubicBezTo>
                  <a:cubicBezTo>
                    <a:pt x="3" y="1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1" name="Freeform 692">
              <a:extLst>
                <a:ext uri="{FF2B5EF4-FFF2-40B4-BE49-F238E27FC236}">
                  <a16:creationId xmlns:a16="http://schemas.microsoft.com/office/drawing/2014/main" id="{591C6B33-2BB1-44DF-A002-569C37A2E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061"/>
              <a:ext cx="11" cy="55"/>
            </a:xfrm>
            <a:custGeom>
              <a:avLst/>
              <a:gdLst>
                <a:gd name="T0" fmla="*/ 0 w 5"/>
                <a:gd name="T1" fmla="*/ 0 h 24"/>
                <a:gd name="T2" fmla="*/ 20 w 5"/>
                <a:gd name="T3" fmla="*/ 179 h 24"/>
                <a:gd name="T4" fmla="*/ 20 w 5"/>
                <a:gd name="T5" fmla="*/ 289 h 24"/>
                <a:gd name="T6" fmla="*/ 53 w 5"/>
                <a:gd name="T7" fmla="*/ 241 h 24"/>
                <a:gd name="T8" fmla="*/ 53 w 5"/>
                <a:gd name="T9" fmla="*/ 179 h 24"/>
                <a:gd name="T10" fmla="*/ 33 w 5"/>
                <a:gd name="T11" fmla="*/ 0 h 24"/>
                <a:gd name="T12" fmla="*/ 0 w 5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4">
                  <a:moveTo>
                    <a:pt x="0" y="0"/>
                  </a:moveTo>
                  <a:cubicBezTo>
                    <a:pt x="1" y="5"/>
                    <a:pt x="1" y="10"/>
                    <a:pt x="2" y="15"/>
                  </a:cubicBezTo>
                  <a:cubicBezTo>
                    <a:pt x="2" y="18"/>
                    <a:pt x="2" y="21"/>
                    <a:pt x="2" y="24"/>
                  </a:cubicBezTo>
                  <a:cubicBezTo>
                    <a:pt x="3" y="23"/>
                    <a:pt x="4" y="21"/>
                    <a:pt x="5" y="20"/>
                  </a:cubicBezTo>
                  <a:cubicBezTo>
                    <a:pt x="5" y="18"/>
                    <a:pt x="5" y="17"/>
                    <a:pt x="5" y="15"/>
                  </a:cubicBezTo>
                  <a:cubicBezTo>
                    <a:pt x="4" y="10"/>
                    <a:pt x="4" y="5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2" name="Freeform 693">
              <a:extLst>
                <a:ext uri="{FF2B5EF4-FFF2-40B4-BE49-F238E27FC236}">
                  <a16:creationId xmlns:a16="http://schemas.microsoft.com/office/drawing/2014/main" id="{626DA696-7172-4B0E-A8D5-4C802108D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146"/>
              <a:ext cx="8" cy="41"/>
            </a:xfrm>
            <a:custGeom>
              <a:avLst/>
              <a:gdLst>
                <a:gd name="T0" fmla="*/ 0 w 4"/>
                <a:gd name="T1" fmla="*/ 0 h 18"/>
                <a:gd name="T2" fmla="*/ 8 w 4"/>
                <a:gd name="T3" fmla="*/ 212 h 18"/>
                <a:gd name="T4" fmla="*/ 32 w 4"/>
                <a:gd name="T5" fmla="*/ 155 h 18"/>
                <a:gd name="T6" fmla="*/ 24 w 4"/>
                <a:gd name="T7" fmla="*/ 0 h 18"/>
                <a:gd name="T8" fmla="*/ 0 w 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1" y="6"/>
                    <a:pt x="1" y="12"/>
                    <a:pt x="1" y="18"/>
                  </a:cubicBezTo>
                  <a:cubicBezTo>
                    <a:pt x="2" y="16"/>
                    <a:pt x="3" y="15"/>
                    <a:pt x="4" y="13"/>
                  </a:cubicBezTo>
                  <a:cubicBezTo>
                    <a:pt x="4" y="9"/>
                    <a:pt x="4" y="4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3" name="Freeform 694">
              <a:extLst>
                <a:ext uri="{FF2B5EF4-FFF2-40B4-BE49-F238E27FC236}">
                  <a16:creationId xmlns:a16="http://schemas.microsoft.com/office/drawing/2014/main" id="{176E34F8-A1F0-4413-9502-61B434868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283"/>
              <a:ext cx="6" cy="16"/>
            </a:xfrm>
            <a:custGeom>
              <a:avLst/>
              <a:gdLst>
                <a:gd name="T0" fmla="*/ 24 w 3"/>
                <a:gd name="T1" fmla="*/ 0 h 7"/>
                <a:gd name="T2" fmla="*/ 0 w 3"/>
                <a:gd name="T3" fmla="*/ 0 h 7"/>
                <a:gd name="T4" fmla="*/ 0 w 3"/>
                <a:gd name="T5" fmla="*/ 85 h 7"/>
                <a:gd name="T6" fmla="*/ 24 w 3"/>
                <a:gd name="T7" fmla="*/ 57 h 7"/>
                <a:gd name="T8" fmla="*/ 24 w 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1" y="7"/>
                    <a:pt x="2" y="6"/>
                    <a:pt x="3" y="5"/>
                  </a:cubicBezTo>
                  <a:cubicBezTo>
                    <a:pt x="3" y="3"/>
                    <a:pt x="3" y="2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4" name="Freeform 695">
              <a:extLst>
                <a:ext uri="{FF2B5EF4-FFF2-40B4-BE49-F238E27FC236}">
                  <a16:creationId xmlns:a16="http://schemas.microsoft.com/office/drawing/2014/main" id="{F388C99E-0F1B-4B0E-9D7D-E33A767A2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265"/>
              <a:ext cx="7" cy="9"/>
            </a:xfrm>
            <a:custGeom>
              <a:avLst/>
              <a:gdLst>
                <a:gd name="T0" fmla="*/ 12 w 3"/>
                <a:gd name="T1" fmla="*/ 11 h 4"/>
                <a:gd name="T2" fmla="*/ 0 w 3"/>
                <a:gd name="T3" fmla="*/ 25 h 4"/>
                <a:gd name="T4" fmla="*/ 0 w 3"/>
                <a:gd name="T5" fmla="*/ 45 h 4"/>
                <a:gd name="T6" fmla="*/ 37 w 3"/>
                <a:gd name="T7" fmla="*/ 45 h 4"/>
                <a:gd name="T8" fmla="*/ 37 w 3"/>
                <a:gd name="T9" fmla="*/ 0 h 4"/>
                <a:gd name="T10" fmla="*/ 12 w 3"/>
                <a:gd name="T11" fmla="*/ 1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5" name="Freeform 696">
              <a:extLst>
                <a:ext uri="{FF2B5EF4-FFF2-40B4-BE49-F238E27FC236}">
                  <a16:creationId xmlns:a16="http://schemas.microsoft.com/office/drawing/2014/main" id="{FC10FC1F-F7FD-4BBE-8B27-BAFC7EC75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219"/>
              <a:ext cx="7" cy="39"/>
            </a:xfrm>
            <a:custGeom>
              <a:avLst/>
              <a:gdLst>
                <a:gd name="T0" fmla="*/ 0 w 3"/>
                <a:gd name="T1" fmla="*/ 204 h 17"/>
                <a:gd name="T2" fmla="*/ 37 w 3"/>
                <a:gd name="T3" fmla="*/ 167 h 17"/>
                <a:gd name="T4" fmla="*/ 37 w 3"/>
                <a:gd name="T5" fmla="*/ 0 h 17"/>
                <a:gd name="T6" fmla="*/ 0 w 3"/>
                <a:gd name="T7" fmla="*/ 0 h 17"/>
                <a:gd name="T8" fmla="*/ 0 w 3"/>
                <a:gd name="T9" fmla="*/ 20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7">
                  <a:moveTo>
                    <a:pt x="0" y="17"/>
                  </a:moveTo>
                  <a:cubicBezTo>
                    <a:pt x="1" y="16"/>
                    <a:pt x="2" y="15"/>
                    <a:pt x="3" y="14"/>
                  </a:cubicBezTo>
                  <a:cubicBezTo>
                    <a:pt x="3" y="10"/>
                    <a:pt x="3" y="5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6"/>
                    <a:pt x="0" y="11"/>
                    <a:pt x="0" y="17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6" name="Freeform 697">
              <a:extLst>
                <a:ext uri="{FF2B5EF4-FFF2-40B4-BE49-F238E27FC236}">
                  <a16:creationId xmlns:a16="http://schemas.microsoft.com/office/drawing/2014/main" id="{92CF1621-3C9C-44DF-BAE4-BB43505E3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009"/>
              <a:ext cx="10" cy="48"/>
            </a:xfrm>
            <a:custGeom>
              <a:avLst/>
              <a:gdLst>
                <a:gd name="T0" fmla="*/ 32 w 5"/>
                <a:gd name="T1" fmla="*/ 224 h 21"/>
                <a:gd name="T2" fmla="*/ 24 w 5"/>
                <a:gd name="T3" fmla="*/ 0 h 21"/>
                <a:gd name="T4" fmla="*/ 0 w 5"/>
                <a:gd name="T5" fmla="*/ 0 h 21"/>
                <a:gd name="T6" fmla="*/ 8 w 5"/>
                <a:gd name="T7" fmla="*/ 251 h 21"/>
                <a:gd name="T8" fmla="*/ 32 w 5"/>
                <a:gd name="T9" fmla="*/ 22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">
                  <a:moveTo>
                    <a:pt x="4" y="19"/>
                  </a:moveTo>
                  <a:cubicBezTo>
                    <a:pt x="5" y="14"/>
                    <a:pt x="4" y="7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2" y="8"/>
                    <a:pt x="2" y="16"/>
                    <a:pt x="1" y="21"/>
                  </a:cubicBezTo>
                  <a:cubicBezTo>
                    <a:pt x="2" y="21"/>
                    <a:pt x="3" y="20"/>
                    <a:pt x="4" y="19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7" name="Freeform 698">
              <a:extLst>
                <a:ext uri="{FF2B5EF4-FFF2-40B4-BE49-F238E27FC236}">
                  <a16:creationId xmlns:a16="http://schemas.microsoft.com/office/drawing/2014/main" id="{7D3FDD24-2274-4E66-8DBA-EA2363BF4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915"/>
              <a:ext cx="4" cy="3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0 h 1"/>
                <a:gd name="T4" fmla="*/ 0 w 2"/>
                <a:gd name="T5" fmla="*/ 27 h 1"/>
                <a:gd name="T6" fmla="*/ 16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8" name="Freeform 699">
              <a:extLst>
                <a:ext uri="{FF2B5EF4-FFF2-40B4-BE49-F238E27FC236}">
                  <a16:creationId xmlns:a16="http://schemas.microsoft.com/office/drawing/2014/main" id="{987ACE9F-2380-4220-9772-8FA8C3E21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943"/>
              <a:ext cx="7" cy="13"/>
            </a:xfrm>
            <a:custGeom>
              <a:avLst/>
              <a:gdLst>
                <a:gd name="T0" fmla="*/ 37 w 3"/>
                <a:gd name="T1" fmla="*/ 20 h 6"/>
                <a:gd name="T2" fmla="*/ 37 w 3"/>
                <a:gd name="T3" fmla="*/ 0 h 6"/>
                <a:gd name="T4" fmla="*/ 0 w 3"/>
                <a:gd name="T5" fmla="*/ 20 h 6"/>
                <a:gd name="T6" fmla="*/ 28 w 3"/>
                <a:gd name="T7" fmla="*/ 61 h 6"/>
                <a:gd name="T8" fmla="*/ 37 w 3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3" y="2"/>
                  </a:moveTo>
                  <a:cubicBezTo>
                    <a:pt x="3" y="2"/>
                    <a:pt x="3" y="1"/>
                    <a:pt x="3" y="0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1" y="3"/>
                    <a:pt x="1" y="5"/>
                    <a:pt x="2" y="6"/>
                  </a:cubicBezTo>
                  <a:cubicBezTo>
                    <a:pt x="2" y="5"/>
                    <a:pt x="3" y="4"/>
                    <a:pt x="3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9" name="Freeform 700">
              <a:extLst>
                <a:ext uri="{FF2B5EF4-FFF2-40B4-BE49-F238E27FC236}">
                  <a16:creationId xmlns:a16="http://schemas.microsoft.com/office/drawing/2014/main" id="{9128AF90-35CC-4BD4-AA6D-F2F4B1CF9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086"/>
              <a:ext cx="7" cy="9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25 h 4"/>
                <a:gd name="T4" fmla="*/ 12 w 3"/>
                <a:gd name="T5" fmla="*/ 45 h 4"/>
                <a:gd name="T6" fmla="*/ 37 w 3"/>
                <a:gd name="T7" fmla="*/ 11 h 4"/>
                <a:gd name="T8" fmla="*/ 37 w 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0" name="Freeform 701">
              <a:extLst>
                <a:ext uri="{FF2B5EF4-FFF2-40B4-BE49-F238E27FC236}">
                  <a16:creationId xmlns:a16="http://schemas.microsoft.com/office/drawing/2014/main" id="{68C64FEC-5614-47EE-9FD4-86CF46689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367"/>
              <a:ext cx="8" cy="18"/>
            </a:xfrm>
            <a:custGeom>
              <a:avLst/>
              <a:gdLst>
                <a:gd name="T0" fmla="*/ 0 w 4"/>
                <a:gd name="T1" fmla="*/ 36 h 8"/>
                <a:gd name="T2" fmla="*/ 8 w 4"/>
                <a:gd name="T3" fmla="*/ 92 h 8"/>
                <a:gd name="T4" fmla="*/ 16 w 4"/>
                <a:gd name="T5" fmla="*/ 92 h 8"/>
                <a:gd name="T6" fmla="*/ 32 w 4"/>
                <a:gd name="T7" fmla="*/ 92 h 8"/>
                <a:gd name="T8" fmla="*/ 24 w 4"/>
                <a:gd name="T9" fmla="*/ 0 h 8"/>
                <a:gd name="T10" fmla="*/ 0 w 4"/>
                <a:gd name="T11" fmla="*/ 36 h 8"/>
                <a:gd name="T12" fmla="*/ 0 w 4"/>
                <a:gd name="T13" fmla="*/ 3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">
                  <a:moveTo>
                    <a:pt x="0" y="3"/>
                  </a:moveTo>
                  <a:cubicBezTo>
                    <a:pt x="0" y="5"/>
                    <a:pt x="1" y="6"/>
                    <a:pt x="1" y="8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3" y="8"/>
                    <a:pt x="3" y="8"/>
                    <a:pt x="4" y="8"/>
                  </a:cubicBezTo>
                  <a:cubicBezTo>
                    <a:pt x="4" y="5"/>
                    <a:pt x="3" y="3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1" name="Freeform 702">
              <a:extLst>
                <a:ext uri="{FF2B5EF4-FFF2-40B4-BE49-F238E27FC236}">
                  <a16:creationId xmlns:a16="http://schemas.microsoft.com/office/drawing/2014/main" id="{EF0A4D8C-E205-4F97-8691-4786E3577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924"/>
              <a:ext cx="6" cy="10"/>
            </a:xfrm>
            <a:custGeom>
              <a:avLst/>
              <a:gdLst>
                <a:gd name="T0" fmla="*/ 8 w 3"/>
                <a:gd name="T1" fmla="*/ 63 h 4"/>
                <a:gd name="T2" fmla="*/ 24 w 3"/>
                <a:gd name="T3" fmla="*/ 0 h 4"/>
                <a:gd name="T4" fmla="*/ 16 w 3"/>
                <a:gd name="T5" fmla="*/ 0 h 4"/>
                <a:gd name="T6" fmla="*/ 0 w 3"/>
                <a:gd name="T7" fmla="*/ 20 h 4"/>
                <a:gd name="T8" fmla="*/ 8 w 3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2"/>
                    <a:pt x="2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2" name="Freeform 703">
              <a:extLst>
                <a:ext uri="{FF2B5EF4-FFF2-40B4-BE49-F238E27FC236}">
                  <a16:creationId xmlns:a16="http://schemas.microsoft.com/office/drawing/2014/main" id="{0CA0B0EC-9078-4A92-8D2C-F09326A65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972"/>
              <a:ext cx="9" cy="21"/>
            </a:xfrm>
            <a:custGeom>
              <a:avLst/>
              <a:gdLst>
                <a:gd name="T0" fmla="*/ 25 w 4"/>
                <a:gd name="T1" fmla="*/ 0 h 9"/>
                <a:gd name="T2" fmla="*/ 0 w 4"/>
                <a:gd name="T3" fmla="*/ 12 h 9"/>
                <a:gd name="T4" fmla="*/ 25 w 4"/>
                <a:gd name="T5" fmla="*/ 114 h 9"/>
                <a:gd name="T6" fmla="*/ 45 w 4"/>
                <a:gd name="T7" fmla="*/ 77 h 9"/>
                <a:gd name="T8" fmla="*/ 25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3"/>
                    <a:pt x="1" y="6"/>
                    <a:pt x="2" y="9"/>
                  </a:cubicBezTo>
                  <a:cubicBezTo>
                    <a:pt x="3" y="8"/>
                    <a:pt x="4" y="7"/>
                    <a:pt x="4" y="6"/>
                  </a:cubicBezTo>
                  <a:cubicBezTo>
                    <a:pt x="4" y="4"/>
                    <a:pt x="3" y="2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3" name="Freeform 704">
              <a:extLst>
                <a:ext uri="{FF2B5EF4-FFF2-40B4-BE49-F238E27FC236}">
                  <a16:creationId xmlns:a16="http://schemas.microsoft.com/office/drawing/2014/main" id="{F19ACA03-CB4F-4933-8EB9-AE72DDB8A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998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8 w 1"/>
                <a:gd name="T5" fmla="*/ 8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4" name="Freeform 705">
              <a:extLst>
                <a:ext uri="{FF2B5EF4-FFF2-40B4-BE49-F238E27FC236}">
                  <a16:creationId xmlns:a16="http://schemas.microsoft.com/office/drawing/2014/main" id="{164F18D6-14F7-409B-BBD9-5A1AF6EBA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961"/>
              <a:ext cx="2" cy="5"/>
            </a:xfrm>
            <a:custGeom>
              <a:avLst/>
              <a:gdLst>
                <a:gd name="T0" fmla="*/ 8 w 1"/>
                <a:gd name="T1" fmla="*/ 20 h 2"/>
                <a:gd name="T2" fmla="*/ 8 w 1"/>
                <a:gd name="T3" fmla="*/ 0 h 2"/>
                <a:gd name="T4" fmla="*/ 0 w 1"/>
                <a:gd name="T5" fmla="*/ 33 h 2"/>
                <a:gd name="T6" fmla="*/ 8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5" name="Freeform 706">
              <a:extLst>
                <a:ext uri="{FF2B5EF4-FFF2-40B4-BE49-F238E27FC236}">
                  <a16:creationId xmlns:a16="http://schemas.microsoft.com/office/drawing/2014/main" id="{EBE52505-63C5-4B74-9D96-EA638050E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316"/>
              <a:ext cx="15" cy="46"/>
            </a:xfrm>
            <a:custGeom>
              <a:avLst/>
              <a:gdLst>
                <a:gd name="T0" fmla="*/ 41 w 7"/>
                <a:gd name="T1" fmla="*/ 244 h 20"/>
                <a:gd name="T2" fmla="*/ 69 w 7"/>
                <a:gd name="T3" fmla="*/ 207 h 20"/>
                <a:gd name="T4" fmla="*/ 28 w 7"/>
                <a:gd name="T5" fmla="*/ 0 h 20"/>
                <a:gd name="T6" fmla="*/ 0 w 7"/>
                <a:gd name="T7" fmla="*/ 0 h 20"/>
                <a:gd name="T8" fmla="*/ 41 w 7"/>
                <a:gd name="T9" fmla="*/ 24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0">
                  <a:moveTo>
                    <a:pt x="4" y="20"/>
                  </a:moveTo>
                  <a:cubicBezTo>
                    <a:pt x="5" y="19"/>
                    <a:pt x="6" y="18"/>
                    <a:pt x="7" y="17"/>
                  </a:cubicBezTo>
                  <a:cubicBezTo>
                    <a:pt x="5" y="11"/>
                    <a:pt x="4" y="5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1" y="6"/>
                    <a:pt x="3" y="13"/>
                    <a:pt x="4" y="2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6" name="Freeform 707">
              <a:extLst>
                <a:ext uri="{FF2B5EF4-FFF2-40B4-BE49-F238E27FC236}">
                  <a16:creationId xmlns:a16="http://schemas.microsoft.com/office/drawing/2014/main" id="{B572E5E1-0C38-451A-AA92-0B74AEB0C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166"/>
              <a:ext cx="15" cy="43"/>
            </a:xfrm>
            <a:custGeom>
              <a:avLst/>
              <a:gdLst>
                <a:gd name="T0" fmla="*/ 69 w 7"/>
                <a:gd name="T1" fmla="*/ 183 h 19"/>
                <a:gd name="T2" fmla="*/ 28 w 7"/>
                <a:gd name="T3" fmla="*/ 0 h 19"/>
                <a:gd name="T4" fmla="*/ 0 w 7"/>
                <a:gd name="T5" fmla="*/ 0 h 19"/>
                <a:gd name="T6" fmla="*/ 41 w 7"/>
                <a:gd name="T7" fmla="*/ 220 h 19"/>
                <a:gd name="T8" fmla="*/ 69 w 7"/>
                <a:gd name="T9" fmla="*/ 18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">
                  <a:moveTo>
                    <a:pt x="7" y="16"/>
                  </a:moveTo>
                  <a:cubicBezTo>
                    <a:pt x="5" y="11"/>
                    <a:pt x="4" y="5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1" y="6"/>
                    <a:pt x="3" y="12"/>
                    <a:pt x="4" y="19"/>
                  </a:cubicBezTo>
                  <a:cubicBezTo>
                    <a:pt x="5" y="18"/>
                    <a:pt x="6" y="17"/>
                    <a:pt x="7" y="16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7" name="Freeform 708">
              <a:extLst>
                <a:ext uri="{FF2B5EF4-FFF2-40B4-BE49-F238E27FC236}">
                  <a16:creationId xmlns:a16="http://schemas.microsoft.com/office/drawing/2014/main" id="{FBA0C92E-A336-4645-A16B-34D5F4CF3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278"/>
              <a:ext cx="11" cy="29"/>
            </a:xfrm>
            <a:custGeom>
              <a:avLst/>
              <a:gdLst>
                <a:gd name="T0" fmla="*/ 0 w 5"/>
                <a:gd name="T1" fmla="*/ 36 h 13"/>
                <a:gd name="T2" fmla="*/ 20 w 5"/>
                <a:gd name="T3" fmla="*/ 145 h 13"/>
                <a:gd name="T4" fmla="*/ 53 w 5"/>
                <a:gd name="T5" fmla="*/ 145 h 13"/>
                <a:gd name="T6" fmla="*/ 33 w 5"/>
                <a:gd name="T7" fmla="*/ 0 h 13"/>
                <a:gd name="T8" fmla="*/ 0 w 5"/>
                <a:gd name="T9" fmla="*/ 3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3">
                  <a:moveTo>
                    <a:pt x="0" y="3"/>
                  </a:moveTo>
                  <a:cubicBezTo>
                    <a:pt x="1" y="6"/>
                    <a:pt x="2" y="10"/>
                    <a:pt x="2" y="13"/>
                  </a:cubicBezTo>
                  <a:cubicBezTo>
                    <a:pt x="3" y="13"/>
                    <a:pt x="4" y="13"/>
                    <a:pt x="5" y="13"/>
                  </a:cubicBezTo>
                  <a:cubicBezTo>
                    <a:pt x="4" y="9"/>
                    <a:pt x="4" y="4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8" name="Freeform 709">
              <a:extLst>
                <a:ext uri="{FF2B5EF4-FFF2-40B4-BE49-F238E27FC236}">
                  <a16:creationId xmlns:a16="http://schemas.microsoft.com/office/drawing/2014/main" id="{38F85E84-6631-4636-BAB4-AB432FFBC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230"/>
              <a:ext cx="15" cy="43"/>
            </a:xfrm>
            <a:custGeom>
              <a:avLst/>
              <a:gdLst>
                <a:gd name="T0" fmla="*/ 28 w 7"/>
                <a:gd name="T1" fmla="*/ 0 h 19"/>
                <a:gd name="T2" fmla="*/ 0 w 7"/>
                <a:gd name="T3" fmla="*/ 0 h 19"/>
                <a:gd name="T4" fmla="*/ 41 w 7"/>
                <a:gd name="T5" fmla="*/ 220 h 19"/>
                <a:gd name="T6" fmla="*/ 69 w 7"/>
                <a:gd name="T7" fmla="*/ 183 h 19"/>
                <a:gd name="T8" fmla="*/ 28 w 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6"/>
                    <a:pt x="3" y="13"/>
                    <a:pt x="4" y="19"/>
                  </a:cubicBezTo>
                  <a:cubicBezTo>
                    <a:pt x="5" y="18"/>
                    <a:pt x="6" y="17"/>
                    <a:pt x="7" y="16"/>
                  </a:cubicBezTo>
                  <a:cubicBezTo>
                    <a:pt x="5" y="11"/>
                    <a:pt x="4" y="5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9" name="Freeform 710">
              <a:extLst>
                <a:ext uri="{FF2B5EF4-FFF2-40B4-BE49-F238E27FC236}">
                  <a16:creationId xmlns:a16="http://schemas.microsoft.com/office/drawing/2014/main" id="{30D274B6-47F3-4BAB-B786-8908A9AAD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394"/>
              <a:ext cx="15" cy="66"/>
            </a:xfrm>
            <a:custGeom>
              <a:avLst/>
              <a:gdLst>
                <a:gd name="T0" fmla="*/ 28 w 7"/>
                <a:gd name="T1" fmla="*/ 0 h 29"/>
                <a:gd name="T2" fmla="*/ 0 w 7"/>
                <a:gd name="T3" fmla="*/ 0 h 29"/>
                <a:gd name="T4" fmla="*/ 0 w 7"/>
                <a:gd name="T5" fmla="*/ 0 h 29"/>
                <a:gd name="T6" fmla="*/ 51 w 7"/>
                <a:gd name="T7" fmla="*/ 341 h 29"/>
                <a:gd name="T8" fmla="*/ 69 w 7"/>
                <a:gd name="T9" fmla="*/ 305 h 29"/>
                <a:gd name="T10" fmla="*/ 28 w 7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29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0"/>
                    <a:pt x="3" y="19"/>
                    <a:pt x="5" y="29"/>
                  </a:cubicBezTo>
                  <a:cubicBezTo>
                    <a:pt x="6" y="28"/>
                    <a:pt x="6" y="27"/>
                    <a:pt x="7" y="26"/>
                  </a:cubicBezTo>
                  <a:cubicBezTo>
                    <a:pt x="6" y="18"/>
                    <a:pt x="4" y="9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0" name="Freeform 711">
              <a:extLst>
                <a:ext uri="{FF2B5EF4-FFF2-40B4-BE49-F238E27FC236}">
                  <a16:creationId xmlns:a16="http://schemas.microsoft.com/office/drawing/2014/main" id="{480A53B1-3016-4A09-99AC-3C9867AA2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465"/>
              <a:ext cx="115" cy="622"/>
            </a:xfrm>
            <a:custGeom>
              <a:avLst/>
              <a:gdLst>
                <a:gd name="T0" fmla="*/ 481 w 54"/>
                <a:gd name="T1" fmla="*/ 3158 h 272"/>
                <a:gd name="T2" fmla="*/ 481 w 54"/>
                <a:gd name="T3" fmla="*/ 3158 h 272"/>
                <a:gd name="T4" fmla="*/ 417 w 54"/>
                <a:gd name="T5" fmla="*/ 3206 h 272"/>
                <a:gd name="T6" fmla="*/ 241 w 54"/>
                <a:gd name="T7" fmla="*/ 2630 h 272"/>
                <a:gd name="T8" fmla="*/ 164 w 54"/>
                <a:gd name="T9" fmla="*/ 1601 h 272"/>
                <a:gd name="T10" fmla="*/ 117 w 54"/>
                <a:gd name="T11" fmla="*/ 752 h 272"/>
                <a:gd name="T12" fmla="*/ 28 w 54"/>
                <a:gd name="T13" fmla="*/ 0 h 272"/>
                <a:gd name="T14" fmla="*/ 0 w 54"/>
                <a:gd name="T15" fmla="*/ 25 h 272"/>
                <a:gd name="T16" fmla="*/ 85 w 54"/>
                <a:gd name="T17" fmla="*/ 764 h 272"/>
                <a:gd name="T18" fmla="*/ 136 w 54"/>
                <a:gd name="T19" fmla="*/ 1617 h 272"/>
                <a:gd name="T20" fmla="*/ 213 w 54"/>
                <a:gd name="T21" fmla="*/ 2630 h 272"/>
                <a:gd name="T22" fmla="*/ 417 w 54"/>
                <a:gd name="T23" fmla="*/ 3243 h 272"/>
                <a:gd name="T24" fmla="*/ 503 w 54"/>
                <a:gd name="T25" fmla="*/ 3179 h 272"/>
                <a:gd name="T26" fmla="*/ 522 w 54"/>
                <a:gd name="T27" fmla="*/ 3142 h 272"/>
                <a:gd name="T28" fmla="*/ 481 w 54"/>
                <a:gd name="T29" fmla="*/ 3158 h 2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" h="272">
                  <a:moveTo>
                    <a:pt x="50" y="264"/>
                  </a:moveTo>
                  <a:cubicBezTo>
                    <a:pt x="50" y="264"/>
                    <a:pt x="50" y="264"/>
                    <a:pt x="50" y="264"/>
                  </a:cubicBezTo>
                  <a:cubicBezTo>
                    <a:pt x="46" y="269"/>
                    <a:pt x="44" y="268"/>
                    <a:pt x="43" y="268"/>
                  </a:cubicBezTo>
                  <a:cubicBezTo>
                    <a:pt x="34" y="265"/>
                    <a:pt x="26" y="229"/>
                    <a:pt x="25" y="220"/>
                  </a:cubicBezTo>
                  <a:cubicBezTo>
                    <a:pt x="21" y="192"/>
                    <a:pt x="19" y="163"/>
                    <a:pt x="17" y="134"/>
                  </a:cubicBezTo>
                  <a:cubicBezTo>
                    <a:pt x="16" y="111"/>
                    <a:pt x="14" y="87"/>
                    <a:pt x="12" y="63"/>
                  </a:cubicBezTo>
                  <a:cubicBezTo>
                    <a:pt x="9" y="42"/>
                    <a:pt x="6" y="21"/>
                    <a:pt x="3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4" y="23"/>
                    <a:pt x="6" y="43"/>
                    <a:pt x="9" y="64"/>
                  </a:cubicBezTo>
                  <a:cubicBezTo>
                    <a:pt x="11" y="87"/>
                    <a:pt x="13" y="111"/>
                    <a:pt x="14" y="135"/>
                  </a:cubicBezTo>
                  <a:cubicBezTo>
                    <a:pt x="16" y="163"/>
                    <a:pt x="18" y="192"/>
                    <a:pt x="22" y="220"/>
                  </a:cubicBezTo>
                  <a:cubicBezTo>
                    <a:pt x="22" y="221"/>
                    <a:pt x="29" y="267"/>
                    <a:pt x="43" y="271"/>
                  </a:cubicBezTo>
                  <a:cubicBezTo>
                    <a:pt x="46" y="272"/>
                    <a:pt x="49" y="270"/>
                    <a:pt x="52" y="266"/>
                  </a:cubicBezTo>
                  <a:cubicBezTo>
                    <a:pt x="53" y="265"/>
                    <a:pt x="54" y="264"/>
                    <a:pt x="54" y="263"/>
                  </a:cubicBezTo>
                  <a:cubicBezTo>
                    <a:pt x="53" y="263"/>
                    <a:pt x="51" y="264"/>
                    <a:pt x="50" y="26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1" name="Freeform 712">
              <a:extLst>
                <a:ext uri="{FF2B5EF4-FFF2-40B4-BE49-F238E27FC236}">
                  <a16:creationId xmlns:a16="http://schemas.microsoft.com/office/drawing/2014/main" id="{5F4CCB38-4397-43AB-9932-984788267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072"/>
              <a:ext cx="7" cy="7"/>
            </a:xfrm>
            <a:custGeom>
              <a:avLst/>
              <a:gdLst>
                <a:gd name="T0" fmla="*/ 0 w 3"/>
                <a:gd name="T1" fmla="*/ 37 h 3"/>
                <a:gd name="T2" fmla="*/ 37 w 3"/>
                <a:gd name="T3" fmla="*/ 28 h 3"/>
                <a:gd name="T4" fmla="*/ 37 w 3"/>
                <a:gd name="T5" fmla="*/ 28 h 3"/>
                <a:gd name="T6" fmla="*/ 12 w 3"/>
                <a:gd name="T7" fmla="*/ 0 h 3"/>
                <a:gd name="T8" fmla="*/ 0 w 3"/>
                <a:gd name="T9" fmla="*/ 28 h 3"/>
                <a:gd name="T10" fmla="*/ 0 w 3"/>
                <a:gd name="T11" fmla="*/ 37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2" name="Freeform 713">
              <a:extLst>
                <a:ext uri="{FF2B5EF4-FFF2-40B4-BE49-F238E27FC236}">
                  <a16:creationId xmlns:a16="http://schemas.microsoft.com/office/drawing/2014/main" id="{C9ED4570-8054-4DC2-8B2E-77423B0DF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145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11 w 4"/>
                <a:gd name="T3" fmla="*/ 41 h 5"/>
                <a:gd name="T4" fmla="*/ 0 w 4"/>
                <a:gd name="T5" fmla="*/ 58 h 5"/>
                <a:gd name="T6" fmla="*/ 0 w 4"/>
                <a:gd name="T7" fmla="*/ 58 h 5"/>
                <a:gd name="T8" fmla="*/ 45 w 4"/>
                <a:gd name="T9" fmla="*/ 70 h 5"/>
                <a:gd name="T10" fmla="*/ 25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2" y="5"/>
                    <a:pt x="4" y="5"/>
                  </a:cubicBezTo>
                  <a:cubicBezTo>
                    <a:pt x="3" y="3"/>
                    <a:pt x="3" y="2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3" name="Freeform 714">
              <a:extLst>
                <a:ext uri="{FF2B5EF4-FFF2-40B4-BE49-F238E27FC236}">
                  <a16:creationId xmlns:a16="http://schemas.microsoft.com/office/drawing/2014/main" id="{9DA09871-C747-45CA-88BA-A13E53933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214"/>
              <a:ext cx="6" cy="6"/>
            </a:xfrm>
            <a:custGeom>
              <a:avLst/>
              <a:gdLst>
                <a:gd name="T0" fmla="*/ 0 w 3"/>
                <a:gd name="T1" fmla="*/ 16 h 3"/>
                <a:gd name="T2" fmla="*/ 0 w 3"/>
                <a:gd name="T3" fmla="*/ 24 h 3"/>
                <a:gd name="T4" fmla="*/ 24 w 3"/>
                <a:gd name="T5" fmla="*/ 24 h 3"/>
                <a:gd name="T6" fmla="*/ 16 w 3"/>
                <a:gd name="T7" fmla="*/ 0 h 3"/>
                <a:gd name="T8" fmla="*/ 0 w 3"/>
                <a:gd name="T9" fmla="*/ 16 h 3"/>
                <a:gd name="T10" fmla="*/ 0 w 3"/>
                <a:gd name="T11" fmla="*/ 16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4" name="Freeform 715">
              <a:extLst>
                <a:ext uri="{FF2B5EF4-FFF2-40B4-BE49-F238E27FC236}">
                  <a16:creationId xmlns:a16="http://schemas.microsoft.com/office/drawing/2014/main" id="{34F3A1E5-8106-4BF0-AA95-4AFCC8321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120"/>
              <a:ext cx="11" cy="21"/>
            </a:xfrm>
            <a:custGeom>
              <a:avLst/>
              <a:gdLst>
                <a:gd name="T0" fmla="*/ 53 w 5"/>
                <a:gd name="T1" fmla="*/ 65 h 9"/>
                <a:gd name="T2" fmla="*/ 44 w 5"/>
                <a:gd name="T3" fmla="*/ 12 h 9"/>
                <a:gd name="T4" fmla="*/ 20 w 5"/>
                <a:gd name="T5" fmla="*/ 12 h 9"/>
                <a:gd name="T6" fmla="*/ 0 w 5"/>
                <a:gd name="T7" fmla="*/ 0 h 9"/>
                <a:gd name="T8" fmla="*/ 33 w 5"/>
                <a:gd name="T9" fmla="*/ 114 h 9"/>
                <a:gd name="T10" fmla="*/ 53 w 5"/>
                <a:gd name="T11" fmla="*/ 6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9">
                  <a:moveTo>
                    <a:pt x="5" y="5"/>
                  </a:moveTo>
                  <a:cubicBezTo>
                    <a:pt x="4" y="4"/>
                    <a:pt x="4" y="2"/>
                    <a:pt x="4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3"/>
                    <a:pt x="2" y="6"/>
                    <a:pt x="3" y="9"/>
                  </a:cubicBezTo>
                  <a:cubicBezTo>
                    <a:pt x="3" y="8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5" name="Freeform 716">
              <a:extLst>
                <a:ext uri="{FF2B5EF4-FFF2-40B4-BE49-F238E27FC236}">
                  <a16:creationId xmlns:a16="http://schemas.microsoft.com/office/drawing/2014/main" id="{C6A8487B-128B-41B4-AE49-61B6492C0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099"/>
              <a:ext cx="6" cy="14"/>
            </a:xfrm>
            <a:custGeom>
              <a:avLst/>
              <a:gdLst>
                <a:gd name="T0" fmla="*/ 24 w 3"/>
                <a:gd name="T1" fmla="*/ 77 h 6"/>
                <a:gd name="T2" fmla="*/ 16 w 3"/>
                <a:gd name="T3" fmla="*/ 0 h 6"/>
                <a:gd name="T4" fmla="*/ 0 w 3"/>
                <a:gd name="T5" fmla="*/ 49 h 6"/>
                <a:gd name="T6" fmla="*/ 0 w 3"/>
                <a:gd name="T7" fmla="*/ 65 h 6"/>
                <a:gd name="T8" fmla="*/ 24 w 3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3" y="4"/>
                    <a:pt x="2" y="2"/>
                    <a:pt x="2" y="0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2" y="5"/>
                    <a:pt x="3" y="6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6" name="Freeform 717">
              <a:extLst>
                <a:ext uri="{FF2B5EF4-FFF2-40B4-BE49-F238E27FC236}">
                  <a16:creationId xmlns:a16="http://schemas.microsoft.com/office/drawing/2014/main" id="{A60ADC3C-2BAA-4B46-9E6E-ADC6C9B68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087"/>
              <a:ext cx="7" cy="11"/>
            </a:xfrm>
            <a:custGeom>
              <a:avLst/>
              <a:gdLst>
                <a:gd name="T0" fmla="*/ 0 w 3"/>
                <a:gd name="T1" fmla="*/ 44 h 5"/>
                <a:gd name="T2" fmla="*/ 28 w 3"/>
                <a:gd name="T3" fmla="*/ 53 h 5"/>
                <a:gd name="T4" fmla="*/ 28 w 3"/>
                <a:gd name="T5" fmla="*/ 53 h 5"/>
                <a:gd name="T6" fmla="*/ 37 w 3"/>
                <a:gd name="T7" fmla="*/ 0 h 5"/>
                <a:gd name="T8" fmla="*/ 0 w 3"/>
                <a:gd name="T9" fmla="*/ 4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3"/>
                    <a:pt x="2" y="2"/>
                    <a:pt x="3" y="0"/>
                  </a:cubicBezTo>
                  <a:cubicBezTo>
                    <a:pt x="2" y="2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7" name="Freeform 718">
              <a:extLst>
                <a:ext uri="{FF2B5EF4-FFF2-40B4-BE49-F238E27FC236}">
                  <a16:creationId xmlns:a16="http://schemas.microsoft.com/office/drawing/2014/main" id="{9A48CEE2-331E-4C29-ACC6-CEC939539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84"/>
              <a:ext cx="6" cy="21"/>
            </a:xfrm>
            <a:custGeom>
              <a:avLst/>
              <a:gdLst>
                <a:gd name="T0" fmla="*/ 0 w 3"/>
                <a:gd name="T1" fmla="*/ 0 h 9"/>
                <a:gd name="T2" fmla="*/ 8 w 3"/>
                <a:gd name="T3" fmla="*/ 114 h 9"/>
                <a:gd name="T4" fmla="*/ 16 w 3"/>
                <a:gd name="T5" fmla="*/ 86 h 9"/>
                <a:gd name="T6" fmla="*/ 24 w 3"/>
                <a:gd name="T7" fmla="*/ 77 h 9"/>
                <a:gd name="T8" fmla="*/ 24 w 3"/>
                <a:gd name="T9" fmla="*/ 0 h 9"/>
                <a:gd name="T10" fmla="*/ 0 w 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1" y="8"/>
                    <a:pt x="2" y="8"/>
                    <a:pt x="2" y="7"/>
                  </a:cubicBezTo>
                  <a:cubicBezTo>
                    <a:pt x="3" y="7"/>
                    <a:pt x="3" y="6"/>
                    <a:pt x="3" y="6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8" name="Freeform 719">
              <a:extLst>
                <a:ext uri="{FF2B5EF4-FFF2-40B4-BE49-F238E27FC236}">
                  <a16:creationId xmlns:a16="http://schemas.microsoft.com/office/drawing/2014/main" id="{D544040F-E2F7-4018-9361-DAB215499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105"/>
              <a:ext cx="7" cy="9"/>
            </a:xfrm>
            <a:custGeom>
              <a:avLst/>
              <a:gdLst>
                <a:gd name="T0" fmla="*/ 0 w 3"/>
                <a:gd name="T1" fmla="*/ 45 h 4"/>
                <a:gd name="T2" fmla="*/ 37 w 3"/>
                <a:gd name="T3" fmla="*/ 36 h 4"/>
                <a:gd name="T4" fmla="*/ 37 w 3"/>
                <a:gd name="T5" fmla="*/ 11 h 4"/>
                <a:gd name="T6" fmla="*/ 0 w 3"/>
                <a:gd name="T7" fmla="*/ 0 h 4"/>
                <a:gd name="T8" fmla="*/ 0 w 3"/>
                <a:gd name="T9" fmla="*/ 4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4"/>
                    <a:pt x="2" y="3"/>
                    <a:pt x="3" y="3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9" name="Freeform 720">
              <a:extLst>
                <a:ext uri="{FF2B5EF4-FFF2-40B4-BE49-F238E27FC236}">
                  <a16:creationId xmlns:a16="http://schemas.microsoft.com/office/drawing/2014/main" id="{D6028434-FA13-4CDA-ADD9-EF0158C02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048"/>
              <a:ext cx="7" cy="34"/>
            </a:xfrm>
            <a:custGeom>
              <a:avLst/>
              <a:gdLst>
                <a:gd name="T0" fmla="*/ 37 w 3"/>
                <a:gd name="T1" fmla="*/ 0 h 15"/>
                <a:gd name="T2" fmla="*/ 0 w 3"/>
                <a:gd name="T3" fmla="*/ 0 h 15"/>
                <a:gd name="T4" fmla="*/ 0 w 3"/>
                <a:gd name="T5" fmla="*/ 175 h 15"/>
                <a:gd name="T6" fmla="*/ 37 w 3"/>
                <a:gd name="T7" fmla="*/ 102 h 15"/>
                <a:gd name="T8" fmla="*/ 37 w 3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3"/>
                    <a:pt x="2" y="11"/>
                    <a:pt x="3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0" name="Freeform 721">
              <a:extLst>
                <a:ext uri="{FF2B5EF4-FFF2-40B4-BE49-F238E27FC236}">
                  <a16:creationId xmlns:a16="http://schemas.microsoft.com/office/drawing/2014/main" id="{9341AE58-1091-4DF6-8A94-23B4699EB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018"/>
              <a:ext cx="9" cy="21"/>
            </a:xfrm>
            <a:custGeom>
              <a:avLst/>
              <a:gdLst>
                <a:gd name="T0" fmla="*/ 45 w 4"/>
                <a:gd name="T1" fmla="*/ 0 h 9"/>
                <a:gd name="T2" fmla="*/ 0 w 4"/>
                <a:gd name="T3" fmla="*/ 86 h 9"/>
                <a:gd name="T4" fmla="*/ 0 w 4"/>
                <a:gd name="T5" fmla="*/ 114 h 9"/>
                <a:gd name="T6" fmla="*/ 36 w 4"/>
                <a:gd name="T7" fmla="*/ 114 h 9"/>
                <a:gd name="T8" fmla="*/ 45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2"/>
                    <a:pt x="2" y="5"/>
                    <a:pt x="0" y="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2" y="9"/>
                    <a:pt x="3" y="9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" name="Freeform 722">
              <a:extLst>
                <a:ext uri="{FF2B5EF4-FFF2-40B4-BE49-F238E27FC236}">
                  <a16:creationId xmlns:a16="http://schemas.microsoft.com/office/drawing/2014/main" id="{6D24DC53-9280-4342-9D1D-23EA9E94D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991"/>
              <a:ext cx="4" cy="18"/>
            </a:xfrm>
            <a:custGeom>
              <a:avLst/>
              <a:gdLst>
                <a:gd name="T0" fmla="*/ 0 w 2"/>
                <a:gd name="T1" fmla="*/ 0 h 8"/>
                <a:gd name="T2" fmla="*/ 0 w 2"/>
                <a:gd name="T3" fmla="*/ 45 h 8"/>
                <a:gd name="T4" fmla="*/ 0 w 2"/>
                <a:gd name="T5" fmla="*/ 92 h 8"/>
                <a:gd name="T6" fmla="*/ 8 w 2"/>
                <a:gd name="T7" fmla="*/ 0 h 8"/>
                <a:gd name="T8" fmla="*/ 0 w 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2" name="Freeform 723">
              <a:extLst>
                <a:ext uri="{FF2B5EF4-FFF2-40B4-BE49-F238E27FC236}">
                  <a16:creationId xmlns:a16="http://schemas.microsoft.com/office/drawing/2014/main" id="{09B3B6C7-789B-4CF8-BE42-72DC7A4B2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55"/>
              <a:ext cx="6" cy="18"/>
            </a:xfrm>
            <a:custGeom>
              <a:avLst/>
              <a:gdLst>
                <a:gd name="T0" fmla="*/ 0 w 3"/>
                <a:gd name="T1" fmla="*/ 92 h 8"/>
                <a:gd name="T2" fmla="*/ 24 w 3"/>
                <a:gd name="T3" fmla="*/ 56 h 8"/>
                <a:gd name="T4" fmla="*/ 24 w 3"/>
                <a:gd name="T5" fmla="*/ 11 h 8"/>
                <a:gd name="T6" fmla="*/ 0 w 3"/>
                <a:gd name="T7" fmla="*/ 0 h 8"/>
                <a:gd name="T8" fmla="*/ 0 w 3"/>
                <a:gd name="T9" fmla="*/ 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1" y="7"/>
                    <a:pt x="2" y="6"/>
                    <a:pt x="3" y="5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"/>
                    <a:pt x="0" y="5"/>
                    <a:pt x="0" y="8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3" name="Freeform 724">
              <a:extLst>
                <a:ext uri="{FF2B5EF4-FFF2-40B4-BE49-F238E27FC236}">
                  <a16:creationId xmlns:a16="http://schemas.microsoft.com/office/drawing/2014/main" id="{3E9742C3-4D61-47F3-BECA-CA329905D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618"/>
              <a:ext cx="109" cy="366"/>
            </a:xfrm>
            <a:custGeom>
              <a:avLst/>
              <a:gdLst>
                <a:gd name="T0" fmla="*/ 470 w 51"/>
                <a:gd name="T1" fmla="*/ 1905 h 160"/>
                <a:gd name="T2" fmla="*/ 498 w 51"/>
                <a:gd name="T3" fmla="*/ 1915 h 160"/>
                <a:gd name="T4" fmla="*/ 389 w 51"/>
                <a:gd name="T5" fmla="*/ 1135 h 160"/>
                <a:gd name="T6" fmla="*/ 361 w 51"/>
                <a:gd name="T7" fmla="*/ 968 h 160"/>
                <a:gd name="T8" fmla="*/ 342 w 51"/>
                <a:gd name="T9" fmla="*/ 801 h 160"/>
                <a:gd name="T10" fmla="*/ 137 w 51"/>
                <a:gd name="T11" fmla="*/ 11 h 160"/>
                <a:gd name="T12" fmla="*/ 41 w 51"/>
                <a:gd name="T13" fmla="*/ 48 h 160"/>
                <a:gd name="T14" fmla="*/ 0 w 51"/>
                <a:gd name="T15" fmla="*/ 142 h 160"/>
                <a:gd name="T16" fmla="*/ 28 w 51"/>
                <a:gd name="T17" fmla="*/ 142 h 160"/>
                <a:gd name="T18" fmla="*/ 60 w 51"/>
                <a:gd name="T19" fmla="*/ 73 h 160"/>
                <a:gd name="T20" fmla="*/ 128 w 51"/>
                <a:gd name="T21" fmla="*/ 48 h 160"/>
                <a:gd name="T22" fmla="*/ 310 w 51"/>
                <a:gd name="T23" fmla="*/ 817 h 160"/>
                <a:gd name="T24" fmla="*/ 333 w 51"/>
                <a:gd name="T25" fmla="*/ 968 h 160"/>
                <a:gd name="T26" fmla="*/ 361 w 51"/>
                <a:gd name="T27" fmla="*/ 1151 h 160"/>
                <a:gd name="T28" fmla="*/ 470 w 51"/>
                <a:gd name="T29" fmla="*/ 1905 h 1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1" h="160">
                  <a:moveTo>
                    <a:pt x="48" y="159"/>
                  </a:moveTo>
                  <a:cubicBezTo>
                    <a:pt x="49" y="159"/>
                    <a:pt x="50" y="159"/>
                    <a:pt x="51" y="160"/>
                  </a:cubicBezTo>
                  <a:cubicBezTo>
                    <a:pt x="50" y="138"/>
                    <a:pt x="45" y="116"/>
                    <a:pt x="40" y="95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1" y="35"/>
                    <a:pt x="26" y="4"/>
                    <a:pt x="14" y="1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2" y="6"/>
                    <a:pt x="0" y="8"/>
                    <a:pt x="0" y="12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3" y="9"/>
                    <a:pt x="5" y="7"/>
                    <a:pt x="6" y="6"/>
                  </a:cubicBezTo>
                  <a:cubicBezTo>
                    <a:pt x="8" y="4"/>
                    <a:pt x="10" y="3"/>
                    <a:pt x="13" y="4"/>
                  </a:cubicBezTo>
                  <a:cubicBezTo>
                    <a:pt x="25" y="6"/>
                    <a:pt x="30" y="48"/>
                    <a:pt x="32" y="68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42" y="116"/>
                    <a:pt x="47" y="137"/>
                    <a:pt x="48" y="159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4" name="Freeform 725">
              <a:extLst>
                <a:ext uri="{FF2B5EF4-FFF2-40B4-BE49-F238E27FC236}">
                  <a16:creationId xmlns:a16="http://schemas.microsoft.com/office/drawing/2014/main" id="{B07C20FF-EAF6-47C2-94F1-3EF9D36B1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710"/>
              <a:ext cx="6" cy="6"/>
            </a:xfrm>
            <a:custGeom>
              <a:avLst/>
              <a:gdLst>
                <a:gd name="T0" fmla="*/ 8 w 3"/>
                <a:gd name="T1" fmla="*/ 24 h 3"/>
                <a:gd name="T2" fmla="*/ 24 w 3"/>
                <a:gd name="T3" fmla="*/ 24 h 3"/>
                <a:gd name="T4" fmla="*/ 16 w 3"/>
                <a:gd name="T5" fmla="*/ 0 h 3"/>
                <a:gd name="T6" fmla="*/ 0 w 3"/>
                <a:gd name="T7" fmla="*/ 24 h 3"/>
                <a:gd name="T8" fmla="*/ 8 w 3"/>
                <a:gd name="T9" fmla="*/ 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5" name="Freeform 726">
              <a:extLst>
                <a:ext uri="{FF2B5EF4-FFF2-40B4-BE49-F238E27FC236}">
                  <a16:creationId xmlns:a16="http://schemas.microsoft.com/office/drawing/2014/main" id="{8347F38B-9F4B-47B2-986B-6FCC572D3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123"/>
              <a:ext cx="9" cy="76"/>
            </a:xfrm>
            <a:custGeom>
              <a:avLst/>
              <a:gdLst>
                <a:gd name="T0" fmla="*/ 11 w 4"/>
                <a:gd name="T1" fmla="*/ 0 h 33"/>
                <a:gd name="T2" fmla="*/ 0 w 4"/>
                <a:gd name="T3" fmla="*/ 378 h 33"/>
                <a:gd name="T4" fmla="*/ 25 w 4"/>
                <a:gd name="T5" fmla="*/ 403 h 33"/>
                <a:gd name="T6" fmla="*/ 36 w 4"/>
                <a:gd name="T7" fmla="*/ 378 h 33"/>
                <a:gd name="T8" fmla="*/ 45 w 4"/>
                <a:gd name="T9" fmla="*/ 0 h 33"/>
                <a:gd name="T10" fmla="*/ 11 w 4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3">
                  <a:moveTo>
                    <a:pt x="1" y="0"/>
                  </a:moveTo>
                  <a:cubicBezTo>
                    <a:pt x="1" y="11"/>
                    <a:pt x="0" y="21"/>
                    <a:pt x="0" y="31"/>
                  </a:cubicBezTo>
                  <a:cubicBezTo>
                    <a:pt x="0" y="32"/>
                    <a:pt x="1" y="33"/>
                    <a:pt x="2" y="33"/>
                  </a:cubicBezTo>
                  <a:cubicBezTo>
                    <a:pt x="3" y="33"/>
                    <a:pt x="3" y="32"/>
                    <a:pt x="3" y="31"/>
                  </a:cubicBezTo>
                  <a:cubicBezTo>
                    <a:pt x="3" y="21"/>
                    <a:pt x="4" y="1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6" name="Freeform 727">
              <a:extLst>
                <a:ext uri="{FF2B5EF4-FFF2-40B4-BE49-F238E27FC236}">
                  <a16:creationId xmlns:a16="http://schemas.microsoft.com/office/drawing/2014/main" id="{D7131D29-B6DC-457F-9D1E-AED42ABC5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753"/>
              <a:ext cx="9" cy="11"/>
            </a:xfrm>
            <a:custGeom>
              <a:avLst/>
              <a:gdLst>
                <a:gd name="T0" fmla="*/ 36 w 4"/>
                <a:gd name="T1" fmla="*/ 20 h 5"/>
                <a:gd name="T2" fmla="*/ 36 w 4"/>
                <a:gd name="T3" fmla="*/ 9 h 5"/>
                <a:gd name="T4" fmla="*/ 11 w 4"/>
                <a:gd name="T5" fmla="*/ 9 h 5"/>
                <a:gd name="T6" fmla="*/ 11 w 4"/>
                <a:gd name="T7" fmla="*/ 0 h 5"/>
                <a:gd name="T8" fmla="*/ 0 w 4"/>
                <a:gd name="T9" fmla="*/ 0 h 5"/>
                <a:gd name="T10" fmla="*/ 0 w 4"/>
                <a:gd name="T11" fmla="*/ 20 h 5"/>
                <a:gd name="T12" fmla="*/ 11 w 4"/>
                <a:gd name="T13" fmla="*/ 33 h 5"/>
                <a:gd name="T14" fmla="*/ 36 w 4"/>
                <a:gd name="T15" fmla="*/ 44 h 5"/>
                <a:gd name="T16" fmla="*/ 45 w 4"/>
                <a:gd name="T17" fmla="*/ 33 h 5"/>
                <a:gd name="T18" fmla="*/ 36 w 4"/>
                <a:gd name="T19" fmla="*/ 2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5">
                  <a:moveTo>
                    <a:pt x="3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2" y="5"/>
                    <a:pt x="3" y="4"/>
                  </a:cubicBezTo>
                  <a:cubicBezTo>
                    <a:pt x="3" y="4"/>
                    <a:pt x="4" y="3"/>
                    <a:pt x="4" y="3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7" name="Freeform 728">
              <a:extLst>
                <a:ext uri="{FF2B5EF4-FFF2-40B4-BE49-F238E27FC236}">
                  <a16:creationId xmlns:a16="http://schemas.microsoft.com/office/drawing/2014/main" id="{B7FFFF15-13C4-4EFE-900C-8357F46FA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732"/>
              <a:ext cx="7" cy="12"/>
            </a:xfrm>
            <a:custGeom>
              <a:avLst/>
              <a:gdLst>
                <a:gd name="T0" fmla="*/ 28 w 3"/>
                <a:gd name="T1" fmla="*/ 0 h 5"/>
                <a:gd name="T2" fmla="*/ 0 w 3"/>
                <a:gd name="T3" fmla="*/ 58 h 5"/>
                <a:gd name="T4" fmla="*/ 0 w 3"/>
                <a:gd name="T5" fmla="*/ 58 h 5"/>
                <a:gd name="T6" fmla="*/ 37 w 3"/>
                <a:gd name="T7" fmla="*/ 70 h 5"/>
                <a:gd name="T8" fmla="*/ 28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3" y="3"/>
                    <a:pt x="2" y="2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8" name="Freeform 729">
              <a:extLst>
                <a:ext uri="{FF2B5EF4-FFF2-40B4-BE49-F238E27FC236}">
                  <a16:creationId xmlns:a16="http://schemas.microsoft.com/office/drawing/2014/main" id="{D99239CE-7921-4E78-943A-89CFA089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726"/>
              <a:ext cx="4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0 h 2"/>
                <a:gd name="T4" fmla="*/ 8 w 2"/>
                <a:gd name="T5" fmla="*/ 16 h 2"/>
                <a:gd name="T6" fmla="*/ 16 w 2"/>
                <a:gd name="T7" fmla="*/ 0 h 2"/>
                <a:gd name="T8" fmla="*/ 8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9" name="Freeform 730">
              <a:extLst>
                <a:ext uri="{FF2B5EF4-FFF2-40B4-BE49-F238E27FC236}">
                  <a16:creationId xmlns:a16="http://schemas.microsoft.com/office/drawing/2014/main" id="{DC83EDDE-0C3D-4A66-AA6E-C08AD8642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918"/>
              <a:ext cx="6" cy="16"/>
            </a:xfrm>
            <a:custGeom>
              <a:avLst/>
              <a:gdLst>
                <a:gd name="T0" fmla="*/ 24 w 3"/>
                <a:gd name="T1" fmla="*/ 0 h 7"/>
                <a:gd name="T2" fmla="*/ 0 w 3"/>
                <a:gd name="T3" fmla="*/ 0 h 7"/>
                <a:gd name="T4" fmla="*/ 0 w 3"/>
                <a:gd name="T5" fmla="*/ 85 h 7"/>
                <a:gd name="T6" fmla="*/ 24 w 3"/>
                <a:gd name="T7" fmla="*/ 48 h 7"/>
                <a:gd name="T8" fmla="*/ 24 w 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1" y="6"/>
                    <a:pt x="2" y="5"/>
                    <a:pt x="3" y="4"/>
                  </a:cubicBezTo>
                  <a:cubicBezTo>
                    <a:pt x="3" y="3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0" name="Freeform 731">
              <a:extLst>
                <a:ext uri="{FF2B5EF4-FFF2-40B4-BE49-F238E27FC236}">
                  <a16:creationId xmlns:a16="http://schemas.microsoft.com/office/drawing/2014/main" id="{5AA329CB-B66D-430A-95E5-B7CF11B2C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463"/>
              <a:ext cx="52" cy="269"/>
            </a:xfrm>
            <a:custGeom>
              <a:avLst/>
              <a:gdLst>
                <a:gd name="T0" fmla="*/ 0 w 24"/>
                <a:gd name="T1" fmla="*/ 25 h 118"/>
                <a:gd name="T2" fmla="*/ 104 w 24"/>
                <a:gd name="T3" fmla="*/ 593 h 118"/>
                <a:gd name="T4" fmla="*/ 217 w 24"/>
                <a:gd name="T5" fmla="*/ 1397 h 118"/>
                <a:gd name="T6" fmla="*/ 245 w 24"/>
                <a:gd name="T7" fmla="*/ 1388 h 118"/>
                <a:gd name="T8" fmla="*/ 132 w 24"/>
                <a:gd name="T9" fmla="*/ 581 h 118"/>
                <a:gd name="T10" fmla="*/ 33 w 24"/>
                <a:gd name="T11" fmla="*/ 0 h 118"/>
                <a:gd name="T12" fmla="*/ 0 w 24"/>
                <a:gd name="T13" fmla="*/ 25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18">
                  <a:moveTo>
                    <a:pt x="0" y="2"/>
                  </a:moveTo>
                  <a:cubicBezTo>
                    <a:pt x="4" y="18"/>
                    <a:pt x="8" y="34"/>
                    <a:pt x="10" y="50"/>
                  </a:cubicBezTo>
                  <a:cubicBezTo>
                    <a:pt x="14" y="72"/>
                    <a:pt x="18" y="95"/>
                    <a:pt x="21" y="118"/>
                  </a:cubicBezTo>
                  <a:cubicBezTo>
                    <a:pt x="22" y="117"/>
                    <a:pt x="23" y="117"/>
                    <a:pt x="24" y="117"/>
                  </a:cubicBezTo>
                  <a:cubicBezTo>
                    <a:pt x="21" y="94"/>
                    <a:pt x="17" y="72"/>
                    <a:pt x="13" y="49"/>
                  </a:cubicBezTo>
                  <a:cubicBezTo>
                    <a:pt x="10" y="33"/>
                    <a:pt x="7" y="16"/>
                    <a:pt x="3" y="0"/>
                  </a:cubicBezTo>
                  <a:cubicBezTo>
                    <a:pt x="2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1" name="Freeform 732">
              <a:extLst>
                <a:ext uri="{FF2B5EF4-FFF2-40B4-BE49-F238E27FC236}">
                  <a16:creationId xmlns:a16="http://schemas.microsoft.com/office/drawing/2014/main" id="{6111F068-2D0B-438C-A9DF-7DBA3C837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294"/>
              <a:ext cx="8" cy="11"/>
            </a:xfrm>
            <a:custGeom>
              <a:avLst/>
              <a:gdLst>
                <a:gd name="T0" fmla="*/ 8 w 4"/>
                <a:gd name="T1" fmla="*/ 53 h 5"/>
                <a:gd name="T2" fmla="*/ 32 w 4"/>
                <a:gd name="T3" fmla="*/ 53 h 5"/>
                <a:gd name="T4" fmla="*/ 24 w 4"/>
                <a:gd name="T5" fmla="*/ 0 h 5"/>
                <a:gd name="T6" fmla="*/ 16 w 4"/>
                <a:gd name="T7" fmla="*/ 9 h 5"/>
                <a:gd name="T8" fmla="*/ 0 w 4"/>
                <a:gd name="T9" fmla="*/ 20 h 5"/>
                <a:gd name="T10" fmla="*/ 8 w 4"/>
                <a:gd name="T11" fmla="*/ 53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2" y="5"/>
                    <a:pt x="3" y="5"/>
                    <a:pt x="4" y="5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2" name="Freeform 733">
              <a:extLst>
                <a:ext uri="{FF2B5EF4-FFF2-40B4-BE49-F238E27FC236}">
                  <a16:creationId xmlns:a16="http://schemas.microsoft.com/office/drawing/2014/main" id="{E61F16F8-50CC-4178-BC1F-6CFB03EB2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362"/>
              <a:ext cx="8" cy="18"/>
            </a:xfrm>
            <a:custGeom>
              <a:avLst/>
              <a:gdLst>
                <a:gd name="T0" fmla="*/ 32 w 4"/>
                <a:gd name="T1" fmla="*/ 92 h 8"/>
                <a:gd name="T2" fmla="*/ 16 w 4"/>
                <a:gd name="T3" fmla="*/ 0 h 8"/>
                <a:gd name="T4" fmla="*/ 0 w 4"/>
                <a:gd name="T5" fmla="*/ 36 h 8"/>
                <a:gd name="T6" fmla="*/ 8 w 4"/>
                <a:gd name="T7" fmla="*/ 81 h 8"/>
                <a:gd name="T8" fmla="*/ 16 w 4"/>
                <a:gd name="T9" fmla="*/ 92 h 8"/>
                <a:gd name="T10" fmla="*/ 32 w 4"/>
                <a:gd name="T11" fmla="*/ 92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3" y="5"/>
                    <a:pt x="3" y="3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1" y="7"/>
                    <a:pt x="2" y="8"/>
                    <a:pt x="2" y="8"/>
                  </a:cubicBezTo>
                  <a:cubicBezTo>
                    <a:pt x="3" y="8"/>
                    <a:pt x="3" y="8"/>
                    <a:pt x="4" y="8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3" name="Freeform 734">
              <a:extLst>
                <a:ext uri="{FF2B5EF4-FFF2-40B4-BE49-F238E27FC236}">
                  <a16:creationId xmlns:a16="http://schemas.microsoft.com/office/drawing/2014/main" id="{C0888D02-6941-4EF7-BF90-906F22765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739"/>
              <a:ext cx="11" cy="55"/>
            </a:xfrm>
            <a:custGeom>
              <a:avLst/>
              <a:gdLst>
                <a:gd name="T0" fmla="*/ 20 w 5"/>
                <a:gd name="T1" fmla="*/ 289 h 24"/>
                <a:gd name="T2" fmla="*/ 33 w 5"/>
                <a:gd name="T3" fmla="*/ 277 h 24"/>
                <a:gd name="T4" fmla="*/ 53 w 5"/>
                <a:gd name="T5" fmla="*/ 252 h 24"/>
                <a:gd name="T6" fmla="*/ 33 w 5"/>
                <a:gd name="T7" fmla="*/ 0 h 24"/>
                <a:gd name="T8" fmla="*/ 0 w 5"/>
                <a:gd name="T9" fmla="*/ 11 h 24"/>
                <a:gd name="T10" fmla="*/ 20 w 5"/>
                <a:gd name="T11" fmla="*/ 28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4">
                  <a:moveTo>
                    <a:pt x="2" y="24"/>
                  </a:moveTo>
                  <a:cubicBezTo>
                    <a:pt x="2" y="24"/>
                    <a:pt x="3" y="24"/>
                    <a:pt x="3" y="23"/>
                  </a:cubicBezTo>
                  <a:cubicBezTo>
                    <a:pt x="4" y="23"/>
                    <a:pt x="4" y="22"/>
                    <a:pt x="5" y="21"/>
                  </a:cubicBezTo>
                  <a:cubicBezTo>
                    <a:pt x="4" y="14"/>
                    <a:pt x="4" y="7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1" y="8"/>
                    <a:pt x="1" y="16"/>
                    <a:pt x="2" y="2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4" name="Freeform 735">
              <a:extLst>
                <a:ext uri="{FF2B5EF4-FFF2-40B4-BE49-F238E27FC236}">
                  <a16:creationId xmlns:a16="http://schemas.microsoft.com/office/drawing/2014/main" id="{ED77F427-E01C-4E79-884B-59FF574FE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801"/>
              <a:ext cx="4" cy="7"/>
            </a:xfrm>
            <a:custGeom>
              <a:avLst/>
              <a:gdLst>
                <a:gd name="T0" fmla="*/ 16 w 2"/>
                <a:gd name="T1" fmla="*/ 37 h 3"/>
                <a:gd name="T2" fmla="*/ 16 w 2"/>
                <a:gd name="T3" fmla="*/ 0 h 3"/>
                <a:gd name="T4" fmla="*/ 0 w 2"/>
                <a:gd name="T5" fmla="*/ 37 h 3"/>
                <a:gd name="T6" fmla="*/ 16 w 2"/>
                <a:gd name="T7" fmla="*/ 3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5" name="Freeform 736">
              <a:extLst>
                <a:ext uri="{FF2B5EF4-FFF2-40B4-BE49-F238E27FC236}">
                  <a16:creationId xmlns:a16="http://schemas.microsoft.com/office/drawing/2014/main" id="{1BFD6729-B936-4394-8886-F3120E42D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872"/>
              <a:ext cx="6" cy="18"/>
            </a:xfrm>
            <a:custGeom>
              <a:avLst/>
              <a:gdLst>
                <a:gd name="T0" fmla="*/ 24 w 3"/>
                <a:gd name="T1" fmla="*/ 36 h 8"/>
                <a:gd name="T2" fmla="*/ 24 w 3"/>
                <a:gd name="T3" fmla="*/ 11 h 8"/>
                <a:gd name="T4" fmla="*/ 0 w 3"/>
                <a:gd name="T5" fmla="*/ 0 h 8"/>
                <a:gd name="T6" fmla="*/ 0 w 3"/>
                <a:gd name="T7" fmla="*/ 36 h 8"/>
                <a:gd name="T8" fmla="*/ 0 w 3"/>
                <a:gd name="T9" fmla="*/ 92 h 8"/>
                <a:gd name="T10" fmla="*/ 24 w 3"/>
                <a:gd name="T11" fmla="*/ 36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8">
                  <a:moveTo>
                    <a:pt x="3" y="3"/>
                  </a:move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2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1" y="6"/>
                    <a:pt x="2" y="4"/>
                    <a:pt x="3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6" name="Freeform 737">
              <a:extLst>
                <a:ext uri="{FF2B5EF4-FFF2-40B4-BE49-F238E27FC236}">
                  <a16:creationId xmlns:a16="http://schemas.microsoft.com/office/drawing/2014/main" id="{BDC83BDA-4E87-4295-80E8-A457A29EB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817"/>
              <a:ext cx="6" cy="27"/>
            </a:xfrm>
            <a:custGeom>
              <a:avLst/>
              <a:gdLst>
                <a:gd name="T0" fmla="*/ 0 w 3"/>
                <a:gd name="T1" fmla="*/ 0 h 12"/>
                <a:gd name="T2" fmla="*/ 0 w 3"/>
                <a:gd name="T3" fmla="*/ 137 h 12"/>
                <a:gd name="T4" fmla="*/ 24 w 3"/>
                <a:gd name="T5" fmla="*/ 92 h 12"/>
                <a:gd name="T6" fmla="*/ 24 w 3"/>
                <a:gd name="T7" fmla="*/ 0 h 12"/>
                <a:gd name="T8" fmla="*/ 0 w 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  <a:cubicBezTo>
                    <a:pt x="1" y="11"/>
                    <a:pt x="2" y="9"/>
                    <a:pt x="3" y="8"/>
                  </a:cubicBezTo>
                  <a:cubicBezTo>
                    <a:pt x="3" y="5"/>
                    <a:pt x="3" y="3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7" name="Freeform 738">
              <a:extLst>
                <a:ext uri="{FF2B5EF4-FFF2-40B4-BE49-F238E27FC236}">
                  <a16:creationId xmlns:a16="http://schemas.microsoft.com/office/drawing/2014/main" id="{59BA024E-BA57-4F64-9136-BAF7240F2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895"/>
              <a:ext cx="6" cy="13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43 h 6"/>
                <a:gd name="T4" fmla="*/ 0 w 3"/>
                <a:gd name="T5" fmla="*/ 43 h 6"/>
                <a:gd name="T6" fmla="*/ 0 w 3"/>
                <a:gd name="T7" fmla="*/ 61 h 6"/>
                <a:gd name="T8" fmla="*/ 24 w 3"/>
                <a:gd name="T9" fmla="*/ 61 h 6"/>
                <a:gd name="T10" fmla="*/ 24 w 3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3" y="4"/>
                    <a:pt x="3" y="2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8" name="Freeform 739">
              <a:extLst>
                <a:ext uri="{FF2B5EF4-FFF2-40B4-BE49-F238E27FC236}">
                  <a16:creationId xmlns:a16="http://schemas.microsoft.com/office/drawing/2014/main" id="{EF449286-171F-4BB6-A960-505DA5CA9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849"/>
              <a:ext cx="6" cy="14"/>
            </a:xfrm>
            <a:custGeom>
              <a:avLst/>
              <a:gdLst>
                <a:gd name="T0" fmla="*/ 0 w 3"/>
                <a:gd name="T1" fmla="*/ 49 h 6"/>
                <a:gd name="T2" fmla="*/ 0 w 3"/>
                <a:gd name="T3" fmla="*/ 77 h 6"/>
                <a:gd name="T4" fmla="*/ 24 w 3"/>
                <a:gd name="T5" fmla="*/ 77 h 6"/>
                <a:gd name="T6" fmla="*/ 24 w 3"/>
                <a:gd name="T7" fmla="*/ 0 h 6"/>
                <a:gd name="T8" fmla="*/ 8 w 3"/>
                <a:gd name="T9" fmla="*/ 37 h 6"/>
                <a:gd name="T10" fmla="*/ 0 w 3"/>
                <a:gd name="T11" fmla="*/ 4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6">
                  <a:moveTo>
                    <a:pt x="0" y="4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1" y="3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9" name="Freeform 740">
              <a:extLst>
                <a:ext uri="{FF2B5EF4-FFF2-40B4-BE49-F238E27FC236}">
                  <a16:creationId xmlns:a16="http://schemas.microsoft.com/office/drawing/2014/main" id="{D1C36950-6D85-4F3B-BCB3-9DAA8EAB2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13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0" name="Freeform 741">
              <a:extLst>
                <a:ext uri="{FF2B5EF4-FFF2-40B4-BE49-F238E27FC236}">
                  <a16:creationId xmlns:a16="http://schemas.microsoft.com/office/drawing/2014/main" id="{C7D85E3D-76EB-485F-97EB-B7180B1AE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225"/>
              <a:ext cx="19" cy="64"/>
            </a:xfrm>
            <a:custGeom>
              <a:avLst/>
              <a:gdLst>
                <a:gd name="T0" fmla="*/ 84 w 9"/>
                <a:gd name="T1" fmla="*/ 309 h 28"/>
                <a:gd name="T2" fmla="*/ 27 w 9"/>
                <a:gd name="T3" fmla="*/ 0 h 28"/>
                <a:gd name="T4" fmla="*/ 8 w 9"/>
                <a:gd name="T5" fmla="*/ 0 h 28"/>
                <a:gd name="T6" fmla="*/ 0 w 9"/>
                <a:gd name="T7" fmla="*/ 0 h 28"/>
                <a:gd name="T8" fmla="*/ 57 w 9"/>
                <a:gd name="T9" fmla="*/ 334 h 28"/>
                <a:gd name="T10" fmla="*/ 68 w 9"/>
                <a:gd name="T11" fmla="*/ 334 h 28"/>
                <a:gd name="T12" fmla="*/ 84 w 9"/>
                <a:gd name="T13" fmla="*/ 309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8">
                  <a:moveTo>
                    <a:pt x="9" y="26"/>
                  </a:moveTo>
                  <a:cubicBezTo>
                    <a:pt x="7" y="17"/>
                    <a:pt x="5" y="8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2" y="9"/>
                    <a:pt x="4" y="19"/>
                    <a:pt x="6" y="28"/>
                  </a:cubicBezTo>
                  <a:cubicBezTo>
                    <a:pt x="6" y="28"/>
                    <a:pt x="6" y="28"/>
                    <a:pt x="7" y="28"/>
                  </a:cubicBezTo>
                  <a:cubicBezTo>
                    <a:pt x="7" y="27"/>
                    <a:pt x="8" y="26"/>
                    <a:pt x="9" y="26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1" name="Freeform 742">
              <a:extLst>
                <a:ext uri="{FF2B5EF4-FFF2-40B4-BE49-F238E27FC236}">
                  <a16:creationId xmlns:a16="http://schemas.microsoft.com/office/drawing/2014/main" id="{2CA8E65A-2475-4853-AE19-B1A0B9D3E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314"/>
              <a:ext cx="15" cy="44"/>
            </a:xfrm>
            <a:custGeom>
              <a:avLst/>
              <a:gdLst>
                <a:gd name="T0" fmla="*/ 28 w 7"/>
                <a:gd name="T1" fmla="*/ 0 h 19"/>
                <a:gd name="T2" fmla="*/ 0 w 7"/>
                <a:gd name="T3" fmla="*/ 0 h 19"/>
                <a:gd name="T4" fmla="*/ 41 w 7"/>
                <a:gd name="T5" fmla="*/ 236 h 19"/>
                <a:gd name="T6" fmla="*/ 69 w 7"/>
                <a:gd name="T7" fmla="*/ 199 h 19"/>
                <a:gd name="T8" fmla="*/ 28 w 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6"/>
                    <a:pt x="3" y="13"/>
                    <a:pt x="4" y="19"/>
                  </a:cubicBezTo>
                  <a:cubicBezTo>
                    <a:pt x="5" y="18"/>
                    <a:pt x="6" y="17"/>
                    <a:pt x="7" y="16"/>
                  </a:cubicBezTo>
                  <a:cubicBezTo>
                    <a:pt x="5" y="11"/>
                    <a:pt x="4" y="5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2" name="Freeform 743">
              <a:extLst>
                <a:ext uri="{FF2B5EF4-FFF2-40B4-BE49-F238E27FC236}">
                  <a16:creationId xmlns:a16="http://schemas.microsoft.com/office/drawing/2014/main" id="{58ACB4A6-E610-4004-8358-CD3C2F509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104"/>
              <a:ext cx="4" cy="7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0 h 3"/>
                <a:gd name="T4" fmla="*/ 0 w 2"/>
                <a:gd name="T5" fmla="*/ 37 h 3"/>
                <a:gd name="T6" fmla="*/ 16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3" name="Freeform 744">
              <a:extLst>
                <a:ext uri="{FF2B5EF4-FFF2-40B4-BE49-F238E27FC236}">
                  <a16:creationId xmlns:a16="http://schemas.microsoft.com/office/drawing/2014/main" id="{062EB194-8EF1-4883-A766-9EFC72797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390"/>
              <a:ext cx="19" cy="68"/>
            </a:xfrm>
            <a:custGeom>
              <a:avLst/>
              <a:gdLst>
                <a:gd name="T0" fmla="*/ 84 w 9"/>
                <a:gd name="T1" fmla="*/ 313 h 30"/>
                <a:gd name="T2" fmla="*/ 27 w 9"/>
                <a:gd name="T3" fmla="*/ 0 h 30"/>
                <a:gd name="T4" fmla="*/ 0 w 9"/>
                <a:gd name="T5" fmla="*/ 0 h 30"/>
                <a:gd name="T6" fmla="*/ 0 w 9"/>
                <a:gd name="T7" fmla="*/ 0 h 30"/>
                <a:gd name="T8" fmla="*/ 68 w 9"/>
                <a:gd name="T9" fmla="*/ 349 h 30"/>
                <a:gd name="T10" fmla="*/ 84 w 9"/>
                <a:gd name="T11" fmla="*/ 31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0">
                  <a:moveTo>
                    <a:pt x="9" y="27"/>
                  </a:moveTo>
                  <a:cubicBezTo>
                    <a:pt x="7" y="18"/>
                    <a:pt x="5" y="9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9"/>
                    <a:pt x="5" y="20"/>
                    <a:pt x="7" y="30"/>
                  </a:cubicBezTo>
                  <a:cubicBezTo>
                    <a:pt x="8" y="29"/>
                    <a:pt x="9" y="28"/>
                    <a:pt x="9" y="27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4" name="Freeform 745">
              <a:extLst>
                <a:ext uri="{FF2B5EF4-FFF2-40B4-BE49-F238E27FC236}">
                  <a16:creationId xmlns:a16="http://schemas.microsoft.com/office/drawing/2014/main" id="{60F58CDA-2270-4C66-A2FC-EDA2753BB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938"/>
              <a:ext cx="8" cy="21"/>
            </a:xfrm>
            <a:custGeom>
              <a:avLst/>
              <a:gdLst>
                <a:gd name="T0" fmla="*/ 0 w 4"/>
                <a:gd name="T1" fmla="*/ 37 h 9"/>
                <a:gd name="T2" fmla="*/ 0 w 4"/>
                <a:gd name="T3" fmla="*/ 86 h 9"/>
                <a:gd name="T4" fmla="*/ 16 w 4"/>
                <a:gd name="T5" fmla="*/ 103 h 9"/>
                <a:gd name="T6" fmla="*/ 24 w 4"/>
                <a:gd name="T7" fmla="*/ 86 h 9"/>
                <a:gd name="T8" fmla="*/ 24 w 4"/>
                <a:gd name="T9" fmla="*/ 0 h 9"/>
                <a:gd name="T10" fmla="*/ 0 w 4"/>
                <a:gd name="T11" fmla="*/ 3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9">
                  <a:moveTo>
                    <a:pt x="0" y="3"/>
                  </a:moveTo>
                  <a:cubicBezTo>
                    <a:pt x="0" y="4"/>
                    <a:pt x="0" y="6"/>
                    <a:pt x="0" y="7"/>
                  </a:cubicBezTo>
                  <a:cubicBezTo>
                    <a:pt x="1" y="8"/>
                    <a:pt x="1" y="9"/>
                    <a:pt x="2" y="8"/>
                  </a:cubicBezTo>
                  <a:cubicBezTo>
                    <a:pt x="3" y="8"/>
                    <a:pt x="4" y="8"/>
                    <a:pt x="3" y="7"/>
                  </a:cubicBezTo>
                  <a:cubicBezTo>
                    <a:pt x="3" y="5"/>
                    <a:pt x="3" y="3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5" name="Freeform 746">
              <a:extLst>
                <a:ext uri="{FF2B5EF4-FFF2-40B4-BE49-F238E27FC236}">
                  <a16:creationId xmlns:a16="http://schemas.microsoft.com/office/drawing/2014/main" id="{B63173B9-9907-458C-8869-D01389DC6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170"/>
              <a:ext cx="9" cy="21"/>
            </a:xfrm>
            <a:custGeom>
              <a:avLst/>
              <a:gdLst>
                <a:gd name="T0" fmla="*/ 11 w 4"/>
                <a:gd name="T1" fmla="*/ 114 h 9"/>
                <a:gd name="T2" fmla="*/ 45 w 4"/>
                <a:gd name="T3" fmla="*/ 86 h 9"/>
                <a:gd name="T4" fmla="*/ 36 w 4"/>
                <a:gd name="T5" fmla="*/ 0 h 9"/>
                <a:gd name="T6" fmla="*/ 0 w 4"/>
                <a:gd name="T7" fmla="*/ 0 h 9"/>
                <a:gd name="T8" fmla="*/ 11 w 4"/>
                <a:gd name="T9" fmla="*/ 1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1" y="9"/>
                  </a:moveTo>
                  <a:cubicBezTo>
                    <a:pt x="2" y="8"/>
                    <a:pt x="3" y="7"/>
                    <a:pt x="4" y="7"/>
                  </a:cubicBezTo>
                  <a:cubicBezTo>
                    <a:pt x="4" y="4"/>
                    <a:pt x="3" y="2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3"/>
                    <a:pt x="1" y="6"/>
                    <a:pt x="1" y="9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6" name="Freeform 747">
              <a:extLst>
                <a:ext uri="{FF2B5EF4-FFF2-40B4-BE49-F238E27FC236}">
                  <a16:creationId xmlns:a16="http://schemas.microsoft.com/office/drawing/2014/main" id="{E9713BD2-9A42-4D0A-8D83-9EE108DB4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125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w 1"/>
                <a:gd name="T5" fmla="*/ 0 h 2"/>
                <a:gd name="T6" fmla="*/ 0 w 1"/>
                <a:gd name="T7" fmla="*/ 1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7" name="Freeform 748">
              <a:extLst>
                <a:ext uri="{FF2B5EF4-FFF2-40B4-BE49-F238E27FC236}">
                  <a16:creationId xmlns:a16="http://schemas.microsoft.com/office/drawing/2014/main" id="{DC371912-7F0D-4C08-8E47-445C00328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145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8" name="Freeform 749">
              <a:extLst>
                <a:ext uri="{FF2B5EF4-FFF2-40B4-BE49-F238E27FC236}">
                  <a16:creationId xmlns:a16="http://schemas.microsoft.com/office/drawing/2014/main" id="{CC588093-A84D-41D9-A73A-95A0FA599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152"/>
              <a:ext cx="6" cy="9"/>
            </a:xfrm>
            <a:custGeom>
              <a:avLst/>
              <a:gdLst>
                <a:gd name="T0" fmla="*/ 0 w 3"/>
                <a:gd name="T1" fmla="*/ 36 h 4"/>
                <a:gd name="T2" fmla="*/ 0 w 3"/>
                <a:gd name="T3" fmla="*/ 45 h 4"/>
                <a:gd name="T4" fmla="*/ 24 w 3"/>
                <a:gd name="T5" fmla="*/ 45 h 4"/>
                <a:gd name="T6" fmla="*/ 24 w 3"/>
                <a:gd name="T7" fmla="*/ 0 h 4"/>
                <a:gd name="T8" fmla="*/ 8 w 3"/>
                <a:gd name="T9" fmla="*/ 25 h 4"/>
                <a:gd name="T10" fmla="*/ 0 w 3"/>
                <a:gd name="T11" fmla="*/ 36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9" name="Freeform 750">
              <a:extLst>
                <a:ext uri="{FF2B5EF4-FFF2-40B4-BE49-F238E27FC236}">
                  <a16:creationId xmlns:a16="http://schemas.microsoft.com/office/drawing/2014/main" id="{9D5F8B88-B45A-44B6-BFE2-5B6403DC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195"/>
              <a:ext cx="9" cy="21"/>
            </a:xfrm>
            <a:custGeom>
              <a:avLst/>
              <a:gdLst>
                <a:gd name="T0" fmla="*/ 36 w 4"/>
                <a:gd name="T1" fmla="*/ 114 h 9"/>
                <a:gd name="T2" fmla="*/ 45 w 4"/>
                <a:gd name="T3" fmla="*/ 114 h 9"/>
                <a:gd name="T4" fmla="*/ 36 w 4"/>
                <a:gd name="T5" fmla="*/ 0 h 9"/>
                <a:gd name="T6" fmla="*/ 25 w 4"/>
                <a:gd name="T7" fmla="*/ 12 h 9"/>
                <a:gd name="T8" fmla="*/ 0 w 4"/>
                <a:gd name="T9" fmla="*/ 37 h 9"/>
                <a:gd name="T10" fmla="*/ 11 w 4"/>
                <a:gd name="T11" fmla="*/ 114 h 9"/>
                <a:gd name="T12" fmla="*/ 36 w 4"/>
                <a:gd name="T13" fmla="*/ 114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9">
                  <a:moveTo>
                    <a:pt x="3" y="9"/>
                  </a:moveTo>
                  <a:cubicBezTo>
                    <a:pt x="3" y="9"/>
                    <a:pt x="4" y="9"/>
                    <a:pt x="4" y="9"/>
                  </a:cubicBezTo>
                  <a:cubicBezTo>
                    <a:pt x="4" y="6"/>
                    <a:pt x="3" y="3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1" y="5"/>
                    <a:pt x="1" y="7"/>
                    <a:pt x="1" y="9"/>
                  </a:cubicBezTo>
                  <a:cubicBezTo>
                    <a:pt x="2" y="9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0" name="Freeform 751">
              <a:extLst>
                <a:ext uri="{FF2B5EF4-FFF2-40B4-BE49-F238E27FC236}">
                  <a16:creationId xmlns:a16="http://schemas.microsoft.com/office/drawing/2014/main" id="{B1C56528-3831-48D1-B890-DF181579C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891"/>
              <a:ext cx="6" cy="12"/>
            </a:xfrm>
            <a:custGeom>
              <a:avLst/>
              <a:gdLst>
                <a:gd name="T0" fmla="*/ 8 w 3"/>
                <a:gd name="T1" fmla="*/ 12 h 5"/>
                <a:gd name="T2" fmla="*/ 0 w 3"/>
                <a:gd name="T3" fmla="*/ 12 h 5"/>
                <a:gd name="T4" fmla="*/ 16 w 3"/>
                <a:gd name="T5" fmla="*/ 70 h 5"/>
                <a:gd name="T6" fmla="*/ 24 w 3"/>
                <a:gd name="T7" fmla="*/ 0 h 5"/>
                <a:gd name="T8" fmla="*/ 8 w 3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2"/>
                    <a:pt x="2" y="4"/>
                    <a:pt x="2" y="5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1" name="Freeform 752">
              <a:extLst>
                <a:ext uri="{FF2B5EF4-FFF2-40B4-BE49-F238E27FC236}">
                  <a16:creationId xmlns:a16="http://schemas.microsoft.com/office/drawing/2014/main" id="{6C6A9F82-66A2-4411-9014-AED5BD2C2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905"/>
              <a:ext cx="9" cy="21"/>
            </a:xfrm>
            <a:custGeom>
              <a:avLst/>
              <a:gdLst>
                <a:gd name="T0" fmla="*/ 45 w 4"/>
                <a:gd name="T1" fmla="*/ 86 h 9"/>
                <a:gd name="T2" fmla="*/ 45 w 4"/>
                <a:gd name="T3" fmla="*/ 86 h 9"/>
                <a:gd name="T4" fmla="*/ 11 w 4"/>
                <a:gd name="T5" fmla="*/ 0 h 9"/>
                <a:gd name="T6" fmla="*/ 0 w 4"/>
                <a:gd name="T7" fmla="*/ 49 h 9"/>
                <a:gd name="T8" fmla="*/ 0 w 4"/>
                <a:gd name="T9" fmla="*/ 65 h 9"/>
                <a:gd name="T10" fmla="*/ 25 w 4"/>
                <a:gd name="T11" fmla="*/ 114 h 9"/>
                <a:gd name="T12" fmla="*/ 45 w 4"/>
                <a:gd name="T13" fmla="*/ 8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9">
                  <a:moveTo>
                    <a:pt x="4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3" y="5"/>
                    <a:pt x="2" y="2"/>
                    <a:pt x="1" y="0"/>
                  </a:cubicBezTo>
                  <a:cubicBezTo>
                    <a:pt x="1" y="1"/>
                    <a:pt x="1" y="3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1" y="6"/>
                    <a:pt x="1" y="7"/>
                    <a:pt x="2" y="9"/>
                  </a:cubicBezTo>
                  <a:cubicBezTo>
                    <a:pt x="2" y="8"/>
                    <a:pt x="3" y="8"/>
                    <a:pt x="4" y="7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2" name="Freeform 753">
              <a:extLst>
                <a:ext uri="{FF2B5EF4-FFF2-40B4-BE49-F238E27FC236}">
                  <a16:creationId xmlns:a16="http://schemas.microsoft.com/office/drawing/2014/main" id="{1A2005E1-17FE-4700-96DE-D1549140A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880"/>
              <a:ext cx="4" cy="5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33 h 2"/>
                <a:gd name="T4" fmla="*/ 8 w 2"/>
                <a:gd name="T5" fmla="*/ 33 h 2"/>
                <a:gd name="T6" fmla="*/ 16 w 2"/>
                <a:gd name="T7" fmla="*/ 20 h 2"/>
                <a:gd name="T8" fmla="*/ 8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3" name="Freeform 754">
              <a:extLst>
                <a:ext uri="{FF2B5EF4-FFF2-40B4-BE49-F238E27FC236}">
                  <a16:creationId xmlns:a16="http://schemas.microsoft.com/office/drawing/2014/main" id="{959D5D97-6EBC-4514-AFB2-14EB2AD9C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305"/>
              <a:ext cx="11" cy="23"/>
            </a:xfrm>
            <a:custGeom>
              <a:avLst/>
              <a:gdLst>
                <a:gd name="T0" fmla="*/ 33 w 5"/>
                <a:gd name="T1" fmla="*/ 0 h 10"/>
                <a:gd name="T2" fmla="*/ 0 w 5"/>
                <a:gd name="T3" fmla="*/ 110 h 10"/>
                <a:gd name="T4" fmla="*/ 20 w 5"/>
                <a:gd name="T5" fmla="*/ 122 h 10"/>
                <a:gd name="T6" fmla="*/ 53 w 5"/>
                <a:gd name="T7" fmla="*/ 12 h 10"/>
                <a:gd name="T8" fmla="*/ 33 w 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2" y="3"/>
                    <a:pt x="1" y="6"/>
                    <a:pt x="0" y="9"/>
                  </a:cubicBezTo>
                  <a:cubicBezTo>
                    <a:pt x="1" y="9"/>
                    <a:pt x="2" y="10"/>
                    <a:pt x="2" y="10"/>
                  </a:cubicBezTo>
                  <a:cubicBezTo>
                    <a:pt x="4" y="8"/>
                    <a:pt x="5" y="5"/>
                    <a:pt x="5" y="1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4" name="Freeform 755">
              <a:extLst>
                <a:ext uri="{FF2B5EF4-FFF2-40B4-BE49-F238E27FC236}">
                  <a16:creationId xmlns:a16="http://schemas.microsoft.com/office/drawing/2014/main" id="{69656267-9707-4D40-A93F-F26235013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332"/>
              <a:ext cx="10" cy="7"/>
            </a:xfrm>
            <a:custGeom>
              <a:avLst/>
              <a:gdLst>
                <a:gd name="T0" fmla="*/ 8 w 5"/>
                <a:gd name="T1" fmla="*/ 0 h 3"/>
                <a:gd name="T2" fmla="*/ 0 w 5"/>
                <a:gd name="T3" fmla="*/ 0 h 3"/>
                <a:gd name="T4" fmla="*/ 8 w 5"/>
                <a:gd name="T5" fmla="*/ 37 h 3"/>
                <a:gd name="T6" fmla="*/ 16 w 5"/>
                <a:gd name="T7" fmla="*/ 37 h 3"/>
                <a:gd name="T8" fmla="*/ 40 w 5"/>
                <a:gd name="T9" fmla="*/ 12 h 3"/>
                <a:gd name="T10" fmla="*/ 16 w 5"/>
                <a:gd name="T11" fmla="*/ 0 h 3"/>
                <a:gd name="T12" fmla="*/ 8 w 5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5" name="Freeform 756">
              <a:extLst>
                <a:ext uri="{FF2B5EF4-FFF2-40B4-BE49-F238E27FC236}">
                  <a16:creationId xmlns:a16="http://schemas.microsoft.com/office/drawing/2014/main" id="{F5529693-C446-4DE6-9CB0-F2294103C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049"/>
              <a:ext cx="8" cy="37"/>
            </a:xfrm>
            <a:custGeom>
              <a:avLst/>
              <a:gdLst>
                <a:gd name="T0" fmla="*/ 32 w 4"/>
                <a:gd name="T1" fmla="*/ 160 h 16"/>
                <a:gd name="T2" fmla="*/ 24 w 4"/>
                <a:gd name="T3" fmla="*/ 0 h 16"/>
                <a:gd name="T4" fmla="*/ 0 w 4"/>
                <a:gd name="T5" fmla="*/ 0 h 16"/>
                <a:gd name="T6" fmla="*/ 8 w 4"/>
                <a:gd name="T7" fmla="*/ 199 h 16"/>
                <a:gd name="T8" fmla="*/ 32 w 4"/>
                <a:gd name="T9" fmla="*/ 16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6">
                  <a:moveTo>
                    <a:pt x="4" y="13"/>
                  </a:moveTo>
                  <a:cubicBezTo>
                    <a:pt x="4" y="9"/>
                    <a:pt x="3" y="4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5"/>
                    <a:pt x="1" y="11"/>
                    <a:pt x="1" y="16"/>
                  </a:cubicBezTo>
                  <a:cubicBezTo>
                    <a:pt x="2" y="15"/>
                    <a:pt x="3" y="14"/>
                    <a:pt x="4" y="1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6" name="Freeform 757">
              <a:extLst>
                <a:ext uri="{FF2B5EF4-FFF2-40B4-BE49-F238E27FC236}">
                  <a16:creationId xmlns:a16="http://schemas.microsoft.com/office/drawing/2014/main" id="{6D824945-7B7E-4447-B683-CCA709DAD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930"/>
              <a:ext cx="13" cy="25"/>
            </a:xfrm>
            <a:custGeom>
              <a:avLst/>
              <a:gdLst>
                <a:gd name="T0" fmla="*/ 61 w 6"/>
                <a:gd name="T1" fmla="*/ 93 h 11"/>
                <a:gd name="T2" fmla="*/ 33 w 6"/>
                <a:gd name="T3" fmla="*/ 0 h 11"/>
                <a:gd name="T4" fmla="*/ 0 w 6"/>
                <a:gd name="T5" fmla="*/ 11 h 11"/>
                <a:gd name="T6" fmla="*/ 33 w 6"/>
                <a:gd name="T7" fmla="*/ 130 h 11"/>
                <a:gd name="T8" fmla="*/ 52 w 6"/>
                <a:gd name="T9" fmla="*/ 102 h 11"/>
                <a:gd name="T10" fmla="*/ 61 w 6"/>
                <a:gd name="T11" fmla="*/ 93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1">
                  <a:moveTo>
                    <a:pt x="6" y="8"/>
                  </a:moveTo>
                  <a:cubicBezTo>
                    <a:pt x="5" y="5"/>
                    <a:pt x="4" y="3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1" y="5"/>
                    <a:pt x="2" y="8"/>
                    <a:pt x="3" y="11"/>
                  </a:cubicBezTo>
                  <a:cubicBezTo>
                    <a:pt x="4" y="10"/>
                    <a:pt x="4" y="10"/>
                    <a:pt x="5" y="9"/>
                  </a:cubicBezTo>
                  <a:cubicBezTo>
                    <a:pt x="5" y="9"/>
                    <a:pt x="5" y="8"/>
                    <a:pt x="6" y="8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7" name="Freeform 758">
              <a:extLst>
                <a:ext uri="{FF2B5EF4-FFF2-40B4-BE49-F238E27FC236}">
                  <a16:creationId xmlns:a16="http://schemas.microsoft.com/office/drawing/2014/main" id="{37DCF908-20FB-4367-A6E9-B002E7876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093"/>
              <a:ext cx="28" cy="246"/>
            </a:xfrm>
            <a:custGeom>
              <a:avLst/>
              <a:gdLst>
                <a:gd name="T0" fmla="*/ 101 w 13"/>
                <a:gd name="T1" fmla="*/ 1230 h 108"/>
                <a:gd name="T2" fmla="*/ 80 w 13"/>
                <a:gd name="T3" fmla="*/ 1219 h 108"/>
                <a:gd name="T4" fmla="*/ 88 w 13"/>
                <a:gd name="T5" fmla="*/ 815 h 108"/>
                <a:gd name="T6" fmla="*/ 112 w 13"/>
                <a:gd name="T7" fmla="*/ 711 h 108"/>
                <a:gd name="T8" fmla="*/ 112 w 13"/>
                <a:gd name="T9" fmla="*/ 0 h 108"/>
                <a:gd name="T10" fmla="*/ 101 w 13"/>
                <a:gd name="T11" fmla="*/ 11 h 108"/>
                <a:gd name="T12" fmla="*/ 88 w 13"/>
                <a:gd name="T13" fmla="*/ 25 h 108"/>
                <a:gd name="T14" fmla="*/ 80 w 13"/>
                <a:gd name="T15" fmla="*/ 711 h 108"/>
                <a:gd name="T16" fmla="*/ 60 w 13"/>
                <a:gd name="T17" fmla="*/ 804 h 108"/>
                <a:gd name="T18" fmla="*/ 69 w 13"/>
                <a:gd name="T19" fmla="*/ 1251 h 108"/>
                <a:gd name="T20" fmla="*/ 112 w 13"/>
                <a:gd name="T21" fmla="*/ 1276 h 108"/>
                <a:gd name="T22" fmla="*/ 101 w 13"/>
                <a:gd name="T23" fmla="*/ 1230 h 1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108">
                  <a:moveTo>
                    <a:pt x="10" y="104"/>
                  </a:moveTo>
                  <a:cubicBezTo>
                    <a:pt x="9" y="104"/>
                    <a:pt x="9" y="104"/>
                    <a:pt x="8" y="103"/>
                  </a:cubicBezTo>
                  <a:cubicBezTo>
                    <a:pt x="3" y="99"/>
                    <a:pt x="7" y="79"/>
                    <a:pt x="9" y="6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2" y="45"/>
                    <a:pt x="13" y="23"/>
                    <a:pt x="11" y="0"/>
                  </a:cubicBezTo>
                  <a:cubicBezTo>
                    <a:pt x="11" y="0"/>
                    <a:pt x="10" y="1"/>
                    <a:pt x="10" y="1"/>
                  </a:cubicBezTo>
                  <a:cubicBezTo>
                    <a:pt x="9" y="1"/>
                    <a:pt x="9" y="2"/>
                    <a:pt x="9" y="2"/>
                  </a:cubicBezTo>
                  <a:cubicBezTo>
                    <a:pt x="10" y="24"/>
                    <a:pt x="9" y="45"/>
                    <a:pt x="8" y="60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85"/>
                    <a:pt x="0" y="101"/>
                    <a:pt x="7" y="106"/>
                  </a:cubicBezTo>
                  <a:cubicBezTo>
                    <a:pt x="8" y="107"/>
                    <a:pt x="9" y="108"/>
                    <a:pt x="11" y="108"/>
                  </a:cubicBezTo>
                  <a:cubicBezTo>
                    <a:pt x="10" y="107"/>
                    <a:pt x="10" y="106"/>
                    <a:pt x="10" y="10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8" name="Freeform 759">
              <a:extLst>
                <a:ext uri="{FF2B5EF4-FFF2-40B4-BE49-F238E27FC236}">
                  <a16:creationId xmlns:a16="http://schemas.microsoft.com/office/drawing/2014/main" id="{155CBEF8-3AE6-41DC-BB75-207B4D15F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978"/>
              <a:ext cx="13" cy="46"/>
            </a:xfrm>
            <a:custGeom>
              <a:avLst/>
              <a:gdLst>
                <a:gd name="T0" fmla="*/ 61 w 6"/>
                <a:gd name="T1" fmla="*/ 195 h 20"/>
                <a:gd name="T2" fmla="*/ 33 w 6"/>
                <a:gd name="T3" fmla="*/ 0 h 20"/>
                <a:gd name="T4" fmla="*/ 0 w 6"/>
                <a:gd name="T5" fmla="*/ 12 h 20"/>
                <a:gd name="T6" fmla="*/ 43 w 6"/>
                <a:gd name="T7" fmla="*/ 244 h 20"/>
                <a:gd name="T8" fmla="*/ 61 w 6"/>
                <a:gd name="T9" fmla="*/ 19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0">
                  <a:moveTo>
                    <a:pt x="6" y="16"/>
                  </a:moveTo>
                  <a:cubicBezTo>
                    <a:pt x="5" y="11"/>
                    <a:pt x="4" y="5"/>
                    <a:pt x="3" y="0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1" y="7"/>
                    <a:pt x="3" y="14"/>
                    <a:pt x="4" y="20"/>
                  </a:cubicBezTo>
                  <a:cubicBezTo>
                    <a:pt x="5" y="19"/>
                    <a:pt x="5" y="17"/>
                    <a:pt x="6" y="16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9" name="Freeform 760">
              <a:extLst>
                <a:ext uri="{FF2B5EF4-FFF2-40B4-BE49-F238E27FC236}">
                  <a16:creationId xmlns:a16="http://schemas.microsoft.com/office/drawing/2014/main" id="{3C264F70-87D7-447D-8CD9-7042C4271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960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33 h 5"/>
                <a:gd name="T4" fmla="*/ 8 w 4"/>
                <a:gd name="T5" fmla="*/ 53 h 5"/>
                <a:gd name="T6" fmla="*/ 32 w 4"/>
                <a:gd name="T7" fmla="*/ 53 h 5"/>
                <a:gd name="T8" fmla="*/ 16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3" y="3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0" name="Freeform 761">
              <a:extLst>
                <a:ext uri="{FF2B5EF4-FFF2-40B4-BE49-F238E27FC236}">
                  <a16:creationId xmlns:a16="http://schemas.microsoft.com/office/drawing/2014/main" id="{B75B89FD-33B4-4963-8B61-37A4A8C37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029"/>
              <a:ext cx="6" cy="11"/>
            </a:xfrm>
            <a:custGeom>
              <a:avLst/>
              <a:gdLst>
                <a:gd name="T0" fmla="*/ 24 w 3"/>
                <a:gd name="T1" fmla="*/ 53 h 5"/>
                <a:gd name="T2" fmla="*/ 16 w 3"/>
                <a:gd name="T3" fmla="*/ 0 h 5"/>
                <a:gd name="T4" fmla="*/ 8 w 3"/>
                <a:gd name="T5" fmla="*/ 9 h 5"/>
                <a:gd name="T6" fmla="*/ 0 w 3"/>
                <a:gd name="T7" fmla="*/ 44 h 5"/>
                <a:gd name="T8" fmla="*/ 0 w 3"/>
                <a:gd name="T9" fmla="*/ 53 h 5"/>
                <a:gd name="T10" fmla="*/ 24 w 3"/>
                <a:gd name="T11" fmla="*/ 53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3"/>
                    <a:pt x="2" y="2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3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1" name="Freeform 762">
              <a:extLst>
                <a:ext uri="{FF2B5EF4-FFF2-40B4-BE49-F238E27FC236}">
                  <a16:creationId xmlns:a16="http://schemas.microsoft.com/office/drawing/2014/main" id="{629845A3-953A-43F7-B3CB-38F5F5A27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360"/>
              <a:ext cx="7" cy="20"/>
            </a:xfrm>
            <a:custGeom>
              <a:avLst/>
              <a:gdLst>
                <a:gd name="T0" fmla="*/ 0 w 3"/>
                <a:gd name="T1" fmla="*/ 44 h 9"/>
                <a:gd name="T2" fmla="*/ 12 w 3"/>
                <a:gd name="T3" fmla="*/ 98 h 9"/>
                <a:gd name="T4" fmla="*/ 37 w 3"/>
                <a:gd name="T5" fmla="*/ 98 h 9"/>
                <a:gd name="T6" fmla="*/ 28 w 3"/>
                <a:gd name="T7" fmla="*/ 0 h 9"/>
                <a:gd name="T8" fmla="*/ 0 w 3"/>
                <a:gd name="T9" fmla="*/ 36 h 9"/>
                <a:gd name="T10" fmla="*/ 0 w 3"/>
                <a:gd name="T11" fmla="*/ 4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9">
                  <a:moveTo>
                    <a:pt x="0" y="4"/>
                  </a:moveTo>
                  <a:cubicBezTo>
                    <a:pt x="0" y="6"/>
                    <a:pt x="0" y="8"/>
                    <a:pt x="1" y="9"/>
                  </a:cubicBezTo>
                  <a:cubicBezTo>
                    <a:pt x="2" y="9"/>
                    <a:pt x="2" y="9"/>
                    <a:pt x="3" y="9"/>
                  </a:cubicBezTo>
                  <a:cubicBezTo>
                    <a:pt x="3" y="6"/>
                    <a:pt x="2" y="3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2" name="Freeform 763">
              <a:extLst>
                <a:ext uri="{FF2B5EF4-FFF2-40B4-BE49-F238E27FC236}">
                  <a16:creationId xmlns:a16="http://schemas.microsoft.com/office/drawing/2014/main" id="{B3BE13FB-D9BF-49A2-B9FD-51DD99A54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390"/>
              <a:ext cx="8" cy="18"/>
            </a:xfrm>
            <a:custGeom>
              <a:avLst/>
              <a:gdLst>
                <a:gd name="T0" fmla="*/ 0 w 4"/>
                <a:gd name="T1" fmla="*/ 0 h 8"/>
                <a:gd name="T2" fmla="*/ 16 w 4"/>
                <a:gd name="T3" fmla="*/ 92 h 8"/>
                <a:gd name="T4" fmla="*/ 32 w 4"/>
                <a:gd name="T5" fmla="*/ 36 h 8"/>
                <a:gd name="T6" fmla="*/ 24 w 4"/>
                <a:gd name="T7" fmla="*/ 0 h 8"/>
                <a:gd name="T8" fmla="*/ 0 w 4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3"/>
                    <a:pt x="1" y="6"/>
                    <a:pt x="2" y="8"/>
                  </a:cubicBezTo>
                  <a:cubicBezTo>
                    <a:pt x="3" y="7"/>
                    <a:pt x="3" y="5"/>
                    <a:pt x="4" y="3"/>
                  </a:cubicBezTo>
                  <a:cubicBezTo>
                    <a:pt x="4" y="2"/>
                    <a:pt x="3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3" name="Freeform 764">
              <a:extLst>
                <a:ext uri="{FF2B5EF4-FFF2-40B4-BE49-F238E27FC236}">
                  <a16:creationId xmlns:a16="http://schemas.microsoft.com/office/drawing/2014/main" id="{323C2720-3B6A-4079-A83D-E87A85C84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412"/>
              <a:ext cx="6" cy="14"/>
            </a:xfrm>
            <a:custGeom>
              <a:avLst/>
              <a:gdLst>
                <a:gd name="T0" fmla="*/ 0 w 3"/>
                <a:gd name="T1" fmla="*/ 65 h 6"/>
                <a:gd name="T2" fmla="*/ 0 w 3"/>
                <a:gd name="T3" fmla="*/ 77 h 6"/>
                <a:gd name="T4" fmla="*/ 24 w 3"/>
                <a:gd name="T5" fmla="*/ 65 h 6"/>
                <a:gd name="T6" fmla="*/ 16 w 3"/>
                <a:gd name="T7" fmla="*/ 0 h 6"/>
                <a:gd name="T8" fmla="*/ 0 w 3"/>
                <a:gd name="T9" fmla="*/ 49 h 6"/>
                <a:gd name="T10" fmla="*/ 0 w 3"/>
                <a:gd name="T11" fmla="*/ 65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0" y="5"/>
                    <a:pt x="0" y="6"/>
                    <a:pt x="0" y="6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4" name="Freeform 765">
              <a:extLst>
                <a:ext uri="{FF2B5EF4-FFF2-40B4-BE49-F238E27FC236}">
                  <a16:creationId xmlns:a16="http://schemas.microsoft.com/office/drawing/2014/main" id="{0CE58BFF-A20F-4FED-B2B8-2FA31D9D1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175"/>
              <a:ext cx="15" cy="50"/>
            </a:xfrm>
            <a:custGeom>
              <a:avLst/>
              <a:gdLst>
                <a:gd name="T0" fmla="*/ 69 w 7"/>
                <a:gd name="T1" fmla="*/ 259 h 22"/>
                <a:gd name="T2" fmla="*/ 28 w 7"/>
                <a:gd name="T3" fmla="*/ 0 h 22"/>
                <a:gd name="T4" fmla="*/ 0 w 7"/>
                <a:gd name="T5" fmla="*/ 45 h 22"/>
                <a:gd name="T6" fmla="*/ 41 w 7"/>
                <a:gd name="T7" fmla="*/ 259 h 22"/>
                <a:gd name="T8" fmla="*/ 69 w 7"/>
                <a:gd name="T9" fmla="*/ 25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2">
                  <a:moveTo>
                    <a:pt x="7" y="22"/>
                  </a:moveTo>
                  <a:cubicBezTo>
                    <a:pt x="6" y="14"/>
                    <a:pt x="4" y="7"/>
                    <a:pt x="3" y="0"/>
                  </a:cubicBezTo>
                  <a:cubicBezTo>
                    <a:pt x="2" y="1"/>
                    <a:pt x="1" y="2"/>
                    <a:pt x="0" y="4"/>
                  </a:cubicBezTo>
                  <a:cubicBezTo>
                    <a:pt x="2" y="10"/>
                    <a:pt x="3" y="16"/>
                    <a:pt x="4" y="22"/>
                  </a:cubicBezTo>
                  <a:cubicBezTo>
                    <a:pt x="5" y="22"/>
                    <a:pt x="6" y="22"/>
                    <a:pt x="7" y="2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5" name="Freeform 766">
              <a:extLst>
                <a:ext uri="{FF2B5EF4-FFF2-40B4-BE49-F238E27FC236}">
                  <a16:creationId xmlns:a16="http://schemas.microsoft.com/office/drawing/2014/main" id="{7F32D450-BB43-4C25-90DD-9344681CD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147"/>
              <a:ext cx="8" cy="23"/>
            </a:xfrm>
            <a:custGeom>
              <a:avLst/>
              <a:gdLst>
                <a:gd name="T0" fmla="*/ 16 w 4"/>
                <a:gd name="T1" fmla="*/ 110 h 10"/>
                <a:gd name="T2" fmla="*/ 16 w 4"/>
                <a:gd name="T3" fmla="*/ 122 h 10"/>
                <a:gd name="T4" fmla="*/ 24 w 4"/>
                <a:gd name="T5" fmla="*/ 28 h 10"/>
                <a:gd name="T6" fmla="*/ 0 w 4"/>
                <a:gd name="T7" fmla="*/ 0 h 10"/>
                <a:gd name="T8" fmla="*/ 16 w 4"/>
                <a:gd name="T9" fmla="*/ 1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2" y="9"/>
                  </a:moveTo>
                  <a:cubicBezTo>
                    <a:pt x="2" y="9"/>
                    <a:pt x="2" y="9"/>
                    <a:pt x="2" y="10"/>
                  </a:cubicBezTo>
                  <a:cubicBezTo>
                    <a:pt x="3" y="7"/>
                    <a:pt x="4" y="4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0" y="3"/>
                    <a:pt x="1" y="6"/>
                    <a:pt x="2" y="9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6" name="Freeform 767">
              <a:extLst>
                <a:ext uri="{FF2B5EF4-FFF2-40B4-BE49-F238E27FC236}">
                  <a16:creationId xmlns:a16="http://schemas.microsoft.com/office/drawing/2014/main" id="{18FC869A-F848-4AA4-8059-FD5DDBB37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326"/>
              <a:ext cx="8" cy="27"/>
            </a:xfrm>
            <a:custGeom>
              <a:avLst/>
              <a:gdLst>
                <a:gd name="T0" fmla="*/ 32 w 4"/>
                <a:gd name="T1" fmla="*/ 45 h 12"/>
                <a:gd name="T2" fmla="*/ 24 w 4"/>
                <a:gd name="T3" fmla="*/ 0 h 12"/>
                <a:gd name="T4" fmla="*/ 0 w 4"/>
                <a:gd name="T5" fmla="*/ 0 h 12"/>
                <a:gd name="T6" fmla="*/ 8 w 4"/>
                <a:gd name="T7" fmla="*/ 56 h 12"/>
                <a:gd name="T8" fmla="*/ 16 w 4"/>
                <a:gd name="T9" fmla="*/ 137 h 12"/>
                <a:gd name="T10" fmla="*/ 32 w 4"/>
                <a:gd name="T11" fmla="*/ 92 h 12"/>
                <a:gd name="T12" fmla="*/ 32 w 4"/>
                <a:gd name="T13" fmla="*/ 4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2">
                  <a:moveTo>
                    <a:pt x="4" y="4"/>
                  </a:moveTo>
                  <a:cubicBezTo>
                    <a:pt x="4" y="3"/>
                    <a:pt x="3" y="2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1" y="7"/>
                    <a:pt x="2" y="10"/>
                    <a:pt x="2" y="12"/>
                  </a:cubicBezTo>
                  <a:cubicBezTo>
                    <a:pt x="3" y="11"/>
                    <a:pt x="4" y="9"/>
                    <a:pt x="4" y="8"/>
                  </a:cubicBezTo>
                  <a:cubicBezTo>
                    <a:pt x="4" y="7"/>
                    <a:pt x="4" y="5"/>
                    <a:pt x="4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7" name="Freeform 768">
              <a:extLst>
                <a:ext uri="{FF2B5EF4-FFF2-40B4-BE49-F238E27FC236}">
                  <a16:creationId xmlns:a16="http://schemas.microsoft.com/office/drawing/2014/main" id="{745A6453-08B6-47AA-9837-1DB3AE0B9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451"/>
              <a:ext cx="7" cy="7"/>
            </a:xfrm>
            <a:custGeom>
              <a:avLst/>
              <a:gdLst>
                <a:gd name="T0" fmla="*/ 37 w 3"/>
                <a:gd name="T1" fmla="*/ 28 h 3"/>
                <a:gd name="T2" fmla="*/ 37 w 3"/>
                <a:gd name="T3" fmla="*/ 0 h 3"/>
                <a:gd name="T4" fmla="*/ 0 w 3"/>
                <a:gd name="T5" fmla="*/ 37 h 3"/>
                <a:gd name="T6" fmla="*/ 0 w 3"/>
                <a:gd name="T7" fmla="*/ 37 h 3"/>
                <a:gd name="T8" fmla="*/ 37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8" name="Freeform 769">
              <a:extLst>
                <a:ext uri="{FF2B5EF4-FFF2-40B4-BE49-F238E27FC236}">
                  <a16:creationId xmlns:a16="http://schemas.microsoft.com/office/drawing/2014/main" id="{DF8C4462-C399-4274-A6E7-1694D7722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773"/>
              <a:ext cx="90" cy="368"/>
            </a:xfrm>
            <a:custGeom>
              <a:avLst/>
              <a:gdLst>
                <a:gd name="T0" fmla="*/ 414 w 42"/>
                <a:gd name="T1" fmla="*/ 1922 h 161"/>
                <a:gd name="T2" fmla="*/ 285 w 42"/>
                <a:gd name="T3" fmla="*/ 1365 h 161"/>
                <a:gd name="T4" fmla="*/ 28 w 42"/>
                <a:gd name="T5" fmla="*/ 11 h 161"/>
                <a:gd name="T6" fmla="*/ 19 w 42"/>
                <a:gd name="T7" fmla="*/ 0 h 161"/>
                <a:gd name="T8" fmla="*/ 0 w 42"/>
                <a:gd name="T9" fmla="*/ 25 h 161"/>
                <a:gd name="T10" fmla="*/ 257 w 42"/>
                <a:gd name="T11" fmla="*/ 1365 h 161"/>
                <a:gd name="T12" fmla="*/ 386 w 42"/>
                <a:gd name="T13" fmla="*/ 1897 h 161"/>
                <a:gd name="T14" fmla="*/ 414 w 42"/>
                <a:gd name="T15" fmla="*/ 1922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61">
                  <a:moveTo>
                    <a:pt x="42" y="161"/>
                  </a:moveTo>
                  <a:cubicBezTo>
                    <a:pt x="38" y="145"/>
                    <a:pt x="33" y="129"/>
                    <a:pt x="29" y="114"/>
                  </a:cubicBezTo>
                  <a:cubicBezTo>
                    <a:pt x="19" y="77"/>
                    <a:pt x="8" y="39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5" y="40"/>
                    <a:pt x="16" y="78"/>
                    <a:pt x="26" y="114"/>
                  </a:cubicBezTo>
                  <a:cubicBezTo>
                    <a:pt x="30" y="129"/>
                    <a:pt x="35" y="144"/>
                    <a:pt x="39" y="159"/>
                  </a:cubicBezTo>
                  <a:cubicBezTo>
                    <a:pt x="40" y="160"/>
                    <a:pt x="41" y="160"/>
                    <a:pt x="42" y="16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9" name="Freeform 770">
              <a:extLst>
                <a:ext uri="{FF2B5EF4-FFF2-40B4-BE49-F238E27FC236}">
                  <a16:creationId xmlns:a16="http://schemas.microsoft.com/office/drawing/2014/main" id="{BCA6F440-52C7-4D6B-9AA1-8C0123065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280"/>
              <a:ext cx="11" cy="36"/>
            </a:xfrm>
            <a:custGeom>
              <a:avLst/>
              <a:gdLst>
                <a:gd name="T0" fmla="*/ 0 w 5"/>
                <a:gd name="T1" fmla="*/ 36 h 16"/>
                <a:gd name="T2" fmla="*/ 20 w 5"/>
                <a:gd name="T3" fmla="*/ 182 h 16"/>
                <a:gd name="T4" fmla="*/ 53 w 5"/>
                <a:gd name="T5" fmla="*/ 182 h 16"/>
                <a:gd name="T6" fmla="*/ 20 w 5"/>
                <a:gd name="T7" fmla="*/ 0 h 16"/>
                <a:gd name="T8" fmla="*/ 0 w 5"/>
                <a:gd name="T9" fmla="*/ 3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6">
                  <a:moveTo>
                    <a:pt x="0" y="3"/>
                  </a:moveTo>
                  <a:cubicBezTo>
                    <a:pt x="1" y="7"/>
                    <a:pt x="1" y="11"/>
                    <a:pt x="2" y="16"/>
                  </a:cubicBezTo>
                  <a:cubicBezTo>
                    <a:pt x="3" y="16"/>
                    <a:pt x="4" y="16"/>
                    <a:pt x="5" y="16"/>
                  </a:cubicBezTo>
                  <a:cubicBezTo>
                    <a:pt x="4" y="11"/>
                    <a:pt x="3" y="5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0" name="Freeform 771">
              <a:extLst>
                <a:ext uri="{FF2B5EF4-FFF2-40B4-BE49-F238E27FC236}">
                  <a16:creationId xmlns:a16="http://schemas.microsoft.com/office/drawing/2014/main" id="{0CC20F04-CCE1-4A3E-9DF6-1BD03DB3D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433"/>
              <a:ext cx="9" cy="14"/>
            </a:xfrm>
            <a:custGeom>
              <a:avLst/>
              <a:gdLst>
                <a:gd name="T0" fmla="*/ 45 w 4"/>
                <a:gd name="T1" fmla="*/ 37 h 6"/>
                <a:gd name="T2" fmla="*/ 36 w 4"/>
                <a:gd name="T3" fmla="*/ 0 h 6"/>
                <a:gd name="T4" fmla="*/ 0 w 4"/>
                <a:gd name="T5" fmla="*/ 12 h 6"/>
                <a:gd name="T6" fmla="*/ 11 w 4"/>
                <a:gd name="T7" fmla="*/ 77 h 6"/>
                <a:gd name="T8" fmla="*/ 25 w 4"/>
                <a:gd name="T9" fmla="*/ 49 h 6"/>
                <a:gd name="T10" fmla="*/ 45 w 4"/>
                <a:gd name="T11" fmla="*/ 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4" y="3"/>
                  </a:move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1" y="3"/>
                    <a:pt x="1" y="4"/>
                    <a:pt x="1" y="6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3" y="4"/>
                    <a:pt x="3" y="3"/>
                    <a:pt x="4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1" name="Freeform 772">
              <a:extLst>
                <a:ext uri="{FF2B5EF4-FFF2-40B4-BE49-F238E27FC236}">
                  <a16:creationId xmlns:a16="http://schemas.microsoft.com/office/drawing/2014/main" id="{843D569B-A405-49CE-B810-33CAB5273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234"/>
              <a:ext cx="13" cy="41"/>
            </a:xfrm>
            <a:custGeom>
              <a:avLst/>
              <a:gdLst>
                <a:gd name="T0" fmla="*/ 61 w 6"/>
                <a:gd name="T1" fmla="*/ 166 h 18"/>
                <a:gd name="T2" fmla="*/ 33 w 6"/>
                <a:gd name="T3" fmla="*/ 0 h 18"/>
                <a:gd name="T4" fmla="*/ 0 w 6"/>
                <a:gd name="T5" fmla="*/ 0 h 18"/>
                <a:gd name="T6" fmla="*/ 43 w 6"/>
                <a:gd name="T7" fmla="*/ 212 h 18"/>
                <a:gd name="T8" fmla="*/ 61 w 6"/>
                <a:gd name="T9" fmla="*/ 16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8">
                  <a:moveTo>
                    <a:pt x="6" y="14"/>
                  </a:moveTo>
                  <a:cubicBezTo>
                    <a:pt x="5" y="10"/>
                    <a:pt x="4" y="5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1" y="6"/>
                    <a:pt x="3" y="12"/>
                    <a:pt x="4" y="18"/>
                  </a:cubicBezTo>
                  <a:cubicBezTo>
                    <a:pt x="5" y="17"/>
                    <a:pt x="5" y="15"/>
                    <a:pt x="6" y="1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2" name="Freeform 773">
              <a:extLst>
                <a:ext uri="{FF2B5EF4-FFF2-40B4-BE49-F238E27FC236}">
                  <a16:creationId xmlns:a16="http://schemas.microsoft.com/office/drawing/2014/main" id="{AA6A9290-6CB1-4EAC-8A6A-9816B863E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879"/>
              <a:ext cx="7" cy="41"/>
            </a:xfrm>
            <a:custGeom>
              <a:avLst/>
              <a:gdLst>
                <a:gd name="T0" fmla="*/ 37 w 3"/>
                <a:gd name="T1" fmla="*/ 187 h 18"/>
                <a:gd name="T2" fmla="*/ 37 w 3"/>
                <a:gd name="T3" fmla="*/ 11 h 18"/>
                <a:gd name="T4" fmla="*/ 0 w 3"/>
                <a:gd name="T5" fmla="*/ 0 h 18"/>
                <a:gd name="T6" fmla="*/ 0 w 3"/>
                <a:gd name="T7" fmla="*/ 212 h 18"/>
                <a:gd name="T8" fmla="*/ 37 w 3"/>
                <a:gd name="T9" fmla="*/ 18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8">
                  <a:moveTo>
                    <a:pt x="3" y="16"/>
                  </a:moveTo>
                  <a:cubicBezTo>
                    <a:pt x="3" y="11"/>
                    <a:pt x="3" y="6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6"/>
                    <a:pt x="0" y="12"/>
                    <a:pt x="0" y="18"/>
                  </a:cubicBezTo>
                  <a:cubicBezTo>
                    <a:pt x="1" y="17"/>
                    <a:pt x="2" y="16"/>
                    <a:pt x="3" y="16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3" name="Freeform 774">
              <a:extLst>
                <a:ext uri="{FF2B5EF4-FFF2-40B4-BE49-F238E27FC236}">
                  <a16:creationId xmlns:a16="http://schemas.microsoft.com/office/drawing/2014/main" id="{0932DF80-794F-43AD-84CD-019E05EEE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952"/>
              <a:ext cx="9" cy="41"/>
            </a:xfrm>
            <a:custGeom>
              <a:avLst/>
              <a:gdLst>
                <a:gd name="T0" fmla="*/ 45 w 4"/>
                <a:gd name="T1" fmla="*/ 0 h 18"/>
                <a:gd name="T2" fmla="*/ 11 w 4"/>
                <a:gd name="T3" fmla="*/ 0 h 18"/>
                <a:gd name="T4" fmla="*/ 0 w 4"/>
                <a:gd name="T5" fmla="*/ 212 h 18"/>
                <a:gd name="T6" fmla="*/ 36 w 4"/>
                <a:gd name="T7" fmla="*/ 187 h 18"/>
                <a:gd name="T8" fmla="*/ 45 w 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0" y="6"/>
                    <a:pt x="0" y="12"/>
                    <a:pt x="0" y="18"/>
                  </a:cubicBezTo>
                  <a:cubicBezTo>
                    <a:pt x="1" y="17"/>
                    <a:pt x="2" y="17"/>
                    <a:pt x="3" y="16"/>
                  </a:cubicBezTo>
                  <a:cubicBezTo>
                    <a:pt x="3" y="11"/>
                    <a:pt x="4" y="6"/>
                    <a:pt x="4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4" name="Freeform 775">
              <a:extLst>
                <a:ext uri="{FF2B5EF4-FFF2-40B4-BE49-F238E27FC236}">
                  <a16:creationId xmlns:a16="http://schemas.microsoft.com/office/drawing/2014/main" id="{0CC5D8ED-3BA2-42C7-9B4F-3CB71BA7E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780"/>
              <a:ext cx="7" cy="12"/>
            </a:xfrm>
            <a:custGeom>
              <a:avLst/>
              <a:gdLst>
                <a:gd name="T0" fmla="*/ 0 w 3"/>
                <a:gd name="T1" fmla="*/ 70 h 5"/>
                <a:gd name="T2" fmla="*/ 37 w 3"/>
                <a:gd name="T3" fmla="*/ 29 h 5"/>
                <a:gd name="T4" fmla="*/ 28 w 3"/>
                <a:gd name="T5" fmla="*/ 0 h 5"/>
                <a:gd name="T6" fmla="*/ 0 w 3"/>
                <a:gd name="T7" fmla="*/ 12 h 5"/>
                <a:gd name="T8" fmla="*/ 0 w 3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4"/>
                    <a:pt x="2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5" name="Freeform 776">
              <a:extLst>
                <a:ext uri="{FF2B5EF4-FFF2-40B4-BE49-F238E27FC236}">
                  <a16:creationId xmlns:a16="http://schemas.microsoft.com/office/drawing/2014/main" id="{FE18B987-E4A7-42C3-A9E6-DDE4294C7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260"/>
              <a:ext cx="7" cy="25"/>
            </a:xfrm>
            <a:custGeom>
              <a:avLst/>
              <a:gdLst>
                <a:gd name="T0" fmla="*/ 0 w 3"/>
                <a:gd name="T1" fmla="*/ 130 h 11"/>
                <a:gd name="T2" fmla="*/ 37 w 3"/>
                <a:gd name="T3" fmla="*/ 93 h 11"/>
                <a:gd name="T4" fmla="*/ 37 w 3"/>
                <a:gd name="T5" fmla="*/ 0 h 11"/>
                <a:gd name="T6" fmla="*/ 0 w 3"/>
                <a:gd name="T7" fmla="*/ 0 h 11"/>
                <a:gd name="T8" fmla="*/ 0 w 3"/>
                <a:gd name="T9" fmla="*/ 13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1">
                  <a:moveTo>
                    <a:pt x="0" y="11"/>
                  </a:moveTo>
                  <a:cubicBezTo>
                    <a:pt x="1" y="10"/>
                    <a:pt x="2" y="9"/>
                    <a:pt x="3" y="8"/>
                  </a:cubicBezTo>
                  <a:cubicBezTo>
                    <a:pt x="3" y="6"/>
                    <a:pt x="3" y="3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3"/>
                    <a:pt x="0" y="7"/>
                    <a:pt x="0" y="1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6" name="Freeform 777">
              <a:extLst>
                <a:ext uri="{FF2B5EF4-FFF2-40B4-BE49-F238E27FC236}">
                  <a16:creationId xmlns:a16="http://schemas.microsoft.com/office/drawing/2014/main" id="{8DC973B1-7679-453C-B051-EDD2A397C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180"/>
              <a:ext cx="7" cy="9"/>
            </a:xfrm>
            <a:custGeom>
              <a:avLst/>
              <a:gdLst>
                <a:gd name="T0" fmla="*/ 37 w 3"/>
                <a:gd name="T1" fmla="*/ 45 h 4"/>
                <a:gd name="T2" fmla="*/ 37 w 3"/>
                <a:gd name="T3" fmla="*/ 0 h 4"/>
                <a:gd name="T4" fmla="*/ 0 w 3"/>
                <a:gd name="T5" fmla="*/ 36 h 4"/>
                <a:gd name="T6" fmla="*/ 0 w 3"/>
                <a:gd name="T7" fmla="*/ 45 h 4"/>
                <a:gd name="T8" fmla="*/ 37 w 3"/>
                <a:gd name="T9" fmla="*/ 4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7" name="Freeform 778">
              <a:extLst>
                <a:ext uri="{FF2B5EF4-FFF2-40B4-BE49-F238E27FC236}">
                  <a16:creationId xmlns:a16="http://schemas.microsoft.com/office/drawing/2014/main" id="{1290E6AF-9DC6-419A-BFDE-D3DADA465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796"/>
              <a:ext cx="7" cy="7"/>
            </a:xfrm>
            <a:custGeom>
              <a:avLst/>
              <a:gdLst>
                <a:gd name="T0" fmla="*/ 0 w 3"/>
                <a:gd name="T1" fmla="*/ 37 h 3"/>
                <a:gd name="T2" fmla="*/ 0 w 3"/>
                <a:gd name="T3" fmla="*/ 37 h 3"/>
                <a:gd name="T4" fmla="*/ 37 w 3"/>
                <a:gd name="T5" fmla="*/ 37 h 3"/>
                <a:gd name="T6" fmla="*/ 37 w 3"/>
                <a:gd name="T7" fmla="*/ 0 h 3"/>
                <a:gd name="T8" fmla="*/ 28 w 3"/>
                <a:gd name="T9" fmla="*/ 12 h 3"/>
                <a:gd name="T10" fmla="*/ 0 w 3"/>
                <a:gd name="T11" fmla="*/ 37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8" name="Freeform 779">
              <a:extLst>
                <a:ext uri="{FF2B5EF4-FFF2-40B4-BE49-F238E27FC236}">
                  <a16:creationId xmlns:a16="http://schemas.microsoft.com/office/drawing/2014/main" id="{84D3D871-786D-46C7-A349-B2B7B07F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751"/>
              <a:ext cx="8" cy="23"/>
            </a:xfrm>
            <a:custGeom>
              <a:avLst/>
              <a:gdLst>
                <a:gd name="T0" fmla="*/ 8 w 4"/>
                <a:gd name="T1" fmla="*/ 122 h 10"/>
                <a:gd name="T2" fmla="*/ 32 w 4"/>
                <a:gd name="T3" fmla="*/ 110 h 10"/>
                <a:gd name="T4" fmla="*/ 24 w 4"/>
                <a:gd name="T5" fmla="*/ 0 h 10"/>
                <a:gd name="T6" fmla="*/ 0 w 4"/>
                <a:gd name="T7" fmla="*/ 48 h 10"/>
                <a:gd name="T8" fmla="*/ 8 w 4"/>
                <a:gd name="T9" fmla="*/ 1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1" y="10"/>
                  </a:moveTo>
                  <a:cubicBezTo>
                    <a:pt x="2" y="10"/>
                    <a:pt x="3" y="9"/>
                    <a:pt x="4" y="9"/>
                  </a:cubicBezTo>
                  <a:cubicBezTo>
                    <a:pt x="4" y="6"/>
                    <a:pt x="3" y="3"/>
                    <a:pt x="3" y="0"/>
                  </a:cubicBezTo>
                  <a:cubicBezTo>
                    <a:pt x="2" y="1"/>
                    <a:pt x="1" y="3"/>
                    <a:pt x="0" y="4"/>
                  </a:cubicBezTo>
                  <a:cubicBezTo>
                    <a:pt x="1" y="6"/>
                    <a:pt x="1" y="8"/>
                    <a:pt x="1" y="1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9" name="Freeform 780">
              <a:extLst>
                <a:ext uri="{FF2B5EF4-FFF2-40B4-BE49-F238E27FC236}">
                  <a16:creationId xmlns:a16="http://schemas.microsoft.com/office/drawing/2014/main" id="{2CB8D018-67C9-482C-A35E-4D9B54786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851"/>
              <a:ext cx="7" cy="21"/>
            </a:xfrm>
            <a:custGeom>
              <a:avLst/>
              <a:gdLst>
                <a:gd name="T0" fmla="*/ 0 w 3"/>
                <a:gd name="T1" fmla="*/ 103 h 9"/>
                <a:gd name="T2" fmla="*/ 37 w 3"/>
                <a:gd name="T3" fmla="*/ 114 h 9"/>
                <a:gd name="T4" fmla="*/ 37 w 3"/>
                <a:gd name="T5" fmla="*/ 0 h 9"/>
                <a:gd name="T6" fmla="*/ 0 w 3"/>
                <a:gd name="T7" fmla="*/ 49 h 9"/>
                <a:gd name="T8" fmla="*/ 0 w 3"/>
                <a:gd name="T9" fmla="*/ 10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9">
                  <a:moveTo>
                    <a:pt x="0" y="8"/>
                  </a:moveTo>
                  <a:cubicBezTo>
                    <a:pt x="1" y="8"/>
                    <a:pt x="2" y="9"/>
                    <a:pt x="3" y="9"/>
                  </a:cubicBezTo>
                  <a:cubicBezTo>
                    <a:pt x="3" y="6"/>
                    <a:pt x="3" y="3"/>
                    <a:pt x="3" y="0"/>
                  </a:cubicBezTo>
                  <a:cubicBezTo>
                    <a:pt x="2" y="1"/>
                    <a:pt x="1" y="3"/>
                    <a:pt x="0" y="4"/>
                  </a:cubicBezTo>
                  <a:cubicBezTo>
                    <a:pt x="0" y="5"/>
                    <a:pt x="0" y="7"/>
                    <a:pt x="0" y="8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0" name="Freeform 781">
              <a:extLst>
                <a:ext uri="{FF2B5EF4-FFF2-40B4-BE49-F238E27FC236}">
                  <a16:creationId xmlns:a16="http://schemas.microsoft.com/office/drawing/2014/main" id="{BB6DD3E3-449D-48C8-BE11-91866493C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812"/>
              <a:ext cx="7" cy="35"/>
            </a:xfrm>
            <a:custGeom>
              <a:avLst/>
              <a:gdLst>
                <a:gd name="T0" fmla="*/ 0 w 3"/>
                <a:gd name="T1" fmla="*/ 191 h 15"/>
                <a:gd name="T2" fmla="*/ 37 w 3"/>
                <a:gd name="T3" fmla="*/ 142 h 15"/>
                <a:gd name="T4" fmla="*/ 37 w 3"/>
                <a:gd name="T5" fmla="*/ 0 h 15"/>
                <a:gd name="T6" fmla="*/ 0 w 3"/>
                <a:gd name="T7" fmla="*/ 0 h 15"/>
                <a:gd name="T8" fmla="*/ 0 w 3"/>
                <a:gd name="T9" fmla="*/ 19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5">
                  <a:moveTo>
                    <a:pt x="0" y="15"/>
                  </a:moveTo>
                  <a:cubicBezTo>
                    <a:pt x="1" y="13"/>
                    <a:pt x="2" y="12"/>
                    <a:pt x="3" y="11"/>
                  </a:cubicBezTo>
                  <a:cubicBezTo>
                    <a:pt x="3" y="8"/>
                    <a:pt x="3" y="4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5"/>
                    <a:pt x="0" y="10"/>
                    <a:pt x="0" y="1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1" name="Freeform 782">
              <a:extLst>
                <a:ext uri="{FF2B5EF4-FFF2-40B4-BE49-F238E27FC236}">
                  <a16:creationId xmlns:a16="http://schemas.microsoft.com/office/drawing/2014/main" id="{AEAB3EE1-D02E-4994-AA79-F09E7A224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292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33 h 2"/>
                <a:gd name="T4" fmla="*/ 37 w 3"/>
                <a:gd name="T5" fmla="*/ 0 h 2"/>
                <a:gd name="T6" fmla="*/ 28 w 3"/>
                <a:gd name="T7" fmla="*/ 0 h 2"/>
                <a:gd name="T8" fmla="*/ 0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3" y="2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2" name="Freeform 783">
              <a:extLst>
                <a:ext uri="{FF2B5EF4-FFF2-40B4-BE49-F238E27FC236}">
                  <a16:creationId xmlns:a16="http://schemas.microsoft.com/office/drawing/2014/main" id="{9E0024D2-D132-416A-954B-206129A6F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000"/>
              <a:ext cx="13" cy="114"/>
            </a:xfrm>
            <a:custGeom>
              <a:avLst/>
              <a:gdLst>
                <a:gd name="T0" fmla="*/ 33 w 6"/>
                <a:gd name="T1" fmla="*/ 82 h 50"/>
                <a:gd name="T2" fmla="*/ 0 w 6"/>
                <a:gd name="T3" fmla="*/ 581 h 50"/>
                <a:gd name="T4" fmla="*/ 33 w 6"/>
                <a:gd name="T5" fmla="*/ 593 h 50"/>
                <a:gd name="T6" fmla="*/ 61 w 6"/>
                <a:gd name="T7" fmla="*/ 82 h 50"/>
                <a:gd name="T8" fmla="*/ 61 w 6"/>
                <a:gd name="T9" fmla="*/ 0 h 50"/>
                <a:gd name="T10" fmla="*/ 33 w 6"/>
                <a:gd name="T11" fmla="*/ 25 h 50"/>
                <a:gd name="T12" fmla="*/ 33 w 6"/>
                <a:gd name="T13" fmla="*/ 8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50">
                  <a:moveTo>
                    <a:pt x="3" y="7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49"/>
                    <a:pt x="2" y="50"/>
                    <a:pt x="3" y="5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2"/>
                    <a:pt x="6" y="0"/>
                  </a:cubicBezTo>
                  <a:cubicBezTo>
                    <a:pt x="5" y="1"/>
                    <a:pt x="4" y="1"/>
                    <a:pt x="3" y="2"/>
                  </a:cubicBezTo>
                  <a:cubicBezTo>
                    <a:pt x="3" y="3"/>
                    <a:pt x="3" y="5"/>
                    <a:pt x="3" y="7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3" name="Freeform 784">
              <a:extLst>
                <a:ext uri="{FF2B5EF4-FFF2-40B4-BE49-F238E27FC236}">
                  <a16:creationId xmlns:a16="http://schemas.microsoft.com/office/drawing/2014/main" id="{30C8E2AB-444F-4EFA-82C2-823D37B99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927"/>
              <a:ext cx="9" cy="16"/>
            </a:xfrm>
            <a:custGeom>
              <a:avLst/>
              <a:gdLst>
                <a:gd name="T0" fmla="*/ 0 w 4"/>
                <a:gd name="T1" fmla="*/ 25 h 7"/>
                <a:gd name="T2" fmla="*/ 0 w 4"/>
                <a:gd name="T3" fmla="*/ 85 h 7"/>
                <a:gd name="T4" fmla="*/ 36 w 4"/>
                <a:gd name="T5" fmla="*/ 85 h 7"/>
                <a:gd name="T6" fmla="*/ 45 w 4"/>
                <a:gd name="T7" fmla="*/ 0 h 7"/>
                <a:gd name="T8" fmla="*/ 11 w 4"/>
                <a:gd name="T9" fmla="*/ 25 h 7"/>
                <a:gd name="T10" fmla="*/ 0 w 4"/>
                <a:gd name="T11" fmla="*/ 25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7">
                  <a:moveTo>
                    <a:pt x="0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3" y="5"/>
                    <a:pt x="3" y="2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4" name="Freeform 785">
              <a:extLst>
                <a:ext uri="{FF2B5EF4-FFF2-40B4-BE49-F238E27FC236}">
                  <a16:creationId xmlns:a16="http://schemas.microsoft.com/office/drawing/2014/main" id="{A9E45882-BC19-4137-9F23-7A2190FB2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735"/>
              <a:ext cx="6" cy="4"/>
            </a:xfrm>
            <a:custGeom>
              <a:avLst/>
              <a:gdLst>
                <a:gd name="T0" fmla="*/ 16 w 3"/>
                <a:gd name="T1" fmla="*/ 8 h 2"/>
                <a:gd name="T2" fmla="*/ 24 w 3"/>
                <a:gd name="T3" fmla="*/ 8 h 2"/>
                <a:gd name="T4" fmla="*/ 8 w 3"/>
                <a:gd name="T5" fmla="*/ 0 h 2"/>
                <a:gd name="T6" fmla="*/ 0 w 3"/>
                <a:gd name="T7" fmla="*/ 16 h 2"/>
                <a:gd name="T8" fmla="*/ 0 w 3"/>
                <a:gd name="T9" fmla="*/ 16 h 2"/>
                <a:gd name="T10" fmla="*/ 16 w 3"/>
                <a:gd name="T11" fmla="*/ 8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5" name="Freeform 786">
              <a:extLst>
                <a:ext uri="{FF2B5EF4-FFF2-40B4-BE49-F238E27FC236}">
                  <a16:creationId xmlns:a16="http://schemas.microsoft.com/office/drawing/2014/main" id="{50AA11AD-6F77-4BCB-AE05-46553920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327"/>
              <a:ext cx="4" cy="38"/>
            </a:xfrm>
            <a:custGeom>
              <a:avLst/>
              <a:gdLst>
                <a:gd name="T0" fmla="*/ 16 w 2"/>
                <a:gd name="T1" fmla="*/ 179 h 17"/>
                <a:gd name="T2" fmla="*/ 8 w 2"/>
                <a:gd name="T3" fmla="*/ 89 h 17"/>
                <a:gd name="T4" fmla="*/ 16 w 2"/>
                <a:gd name="T5" fmla="*/ 56 h 17"/>
                <a:gd name="T6" fmla="*/ 8 w 2"/>
                <a:gd name="T7" fmla="*/ 0 h 17"/>
                <a:gd name="T8" fmla="*/ 0 w 2"/>
                <a:gd name="T9" fmla="*/ 170 h 17"/>
                <a:gd name="T10" fmla="*/ 8 w 2"/>
                <a:gd name="T11" fmla="*/ 190 h 17"/>
                <a:gd name="T12" fmla="*/ 16 w 2"/>
                <a:gd name="T13" fmla="*/ 17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17">
                  <a:moveTo>
                    <a:pt x="2" y="16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2" y="7"/>
                    <a:pt x="2" y="6"/>
                    <a:pt x="2" y="5"/>
                  </a:cubicBezTo>
                  <a:cubicBezTo>
                    <a:pt x="2" y="3"/>
                    <a:pt x="1" y="1"/>
                    <a:pt x="1" y="0"/>
                  </a:cubicBezTo>
                  <a:cubicBezTo>
                    <a:pt x="1" y="5"/>
                    <a:pt x="0" y="10"/>
                    <a:pt x="0" y="15"/>
                  </a:cubicBezTo>
                  <a:cubicBezTo>
                    <a:pt x="0" y="16"/>
                    <a:pt x="0" y="17"/>
                    <a:pt x="1" y="17"/>
                  </a:cubicBezTo>
                  <a:cubicBezTo>
                    <a:pt x="2" y="17"/>
                    <a:pt x="2" y="17"/>
                    <a:pt x="2" y="16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6" name="Freeform 787">
              <a:extLst>
                <a:ext uri="{FF2B5EF4-FFF2-40B4-BE49-F238E27FC236}">
                  <a16:creationId xmlns:a16="http://schemas.microsoft.com/office/drawing/2014/main" id="{322D981F-B290-4E52-B47E-2B9089AF5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121"/>
              <a:ext cx="9" cy="52"/>
            </a:xfrm>
            <a:custGeom>
              <a:avLst/>
              <a:gdLst>
                <a:gd name="T0" fmla="*/ 0 w 4"/>
                <a:gd name="T1" fmla="*/ 267 h 23"/>
                <a:gd name="T2" fmla="*/ 36 w 4"/>
                <a:gd name="T3" fmla="*/ 231 h 23"/>
                <a:gd name="T4" fmla="*/ 45 w 4"/>
                <a:gd name="T5" fmla="*/ 25 h 23"/>
                <a:gd name="T6" fmla="*/ 11 w 4"/>
                <a:gd name="T7" fmla="*/ 0 h 23"/>
                <a:gd name="T8" fmla="*/ 0 w 4"/>
                <a:gd name="T9" fmla="*/ 2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3">
                  <a:moveTo>
                    <a:pt x="0" y="23"/>
                  </a:moveTo>
                  <a:cubicBezTo>
                    <a:pt x="1" y="22"/>
                    <a:pt x="2" y="21"/>
                    <a:pt x="3" y="2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1"/>
                    <a:pt x="1" y="0"/>
                  </a:cubicBezTo>
                  <a:lnTo>
                    <a:pt x="0" y="23"/>
                  </a:ln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7" name="Freeform 788">
              <a:extLst>
                <a:ext uri="{FF2B5EF4-FFF2-40B4-BE49-F238E27FC236}">
                  <a16:creationId xmlns:a16="http://schemas.microsoft.com/office/drawing/2014/main" id="{562A27E9-0AAE-4210-A582-F5C5A0833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196"/>
              <a:ext cx="7" cy="37"/>
            </a:xfrm>
            <a:custGeom>
              <a:avLst/>
              <a:gdLst>
                <a:gd name="T0" fmla="*/ 37 w 3"/>
                <a:gd name="T1" fmla="*/ 134 h 16"/>
                <a:gd name="T2" fmla="*/ 37 w 3"/>
                <a:gd name="T3" fmla="*/ 65 h 16"/>
                <a:gd name="T4" fmla="*/ 37 w 3"/>
                <a:gd name="T5" fmla="*/ 0 h 16"/>
                <a:gd name="T6" fmla="*/ 0 w 3"/>
                <a:gd name="T7" fmla="*/ 12 h 16"/>
                <a:gd name="T8" fmla="*/ 0 w 3"/>
                <a:gd name="T9" fmla="*/ 65 h 16"/>
                <a:gd name="T10" fmla="*/ 0 w 3"/>
                <a:gd name="T11" fmla="*/ 199 h 16"/>
                <a:gd name="T12" fmla="*/ 37 w 3"/>
                <a:gd name="T13" fmla="*/ 13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16">
                  <a:moveTo>
                    <a:pt x="3" y="11"/>
                  </a:moveTo>
                  <a:cubicBezTo>
                    <a:pt x="3" y="9"/>
                    <a:pt x="3" y="7"/>
                    <a:pt x="3" y="5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0" y="12"/>
                    <a:pt x="0" y="16"/>
                  </a:cubicBezTo>
                  <a:cubicBezTo>
                    <a:pt x="1" y="14"/>
                    <a:pt x="2" y="13"/>
                    <a:pt x="3" y="1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8" name="Freeform 789">
              <a:extLst>
                <a:ext uri="{FF2B5EF4-FFF2-40B4-BE49-F238E27FC236}">
                  <a16:creationId xmlns:a16="http://schemas.microsoft.com/office/drawing/2014/main" id="{BEDB784F-F49C-4DDE-959E-4E9473E6D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240"/>
              <a:ext cx="7" cy="11"/>
            </a:xfrm>
            <a:custGeom>
              <a:avLst/>
              <a:gdLst>
                <a:gd name="T0" fmla="*/ 0 w 3"/>
                <a:gd name="T1" fmla="*/ 44 h 5"/>
                <a:gd name="T2" fmla="*/ 0 w 3"/>
                <a:gd name="T3" fmla="*/ 53 h 5"/>
                <a:gd name="T4" fmla="*/ 37 w 3"/>
                <a:gd name="T5" fmla="*/ 53 h 5"/>
                <a:gd name="T6" fmla="*/ 37 w 3"/>
                <a:gd name="T7" fmla="*/ 0 h 5"/>
                <a:gd name="T8" fmla="*/ 0 w 3"/>
                <a:gd name="T9" fmla="*/ 4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4"/>
                    <a:pt x="0" y="4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2" y="1"/>
                    <a:pt x="1" y="2"/>
                    <a:pt x="0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9" name="Freeform 790">
              <a:extLst>
                <a:ext uri="{FF2B5EF4-FFF2-40B4-BE49-F238E27FC236}">
                  <a16:creationId xmlns:a16="http://schemas.microsoft.com/office/drawing/2014/main" id="{1F67601B-D97F-414D-9CC7-BFAEB1385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306"/>
              <a:ext cx="9" cy="14"/>
            </a:xfrm>
            <a:custGeom>
              <a:avLst/>
              <a:gdLst>
                <a:gd name="T0" fmla="*/ 45 w 4"/>
                <a:gd name="T1" fmla="*/ 37 h 6"/>
                <a:gd name="T2" fmla="*/ 45 w 4"/>
                <a:gd name="T3" fmla="*/ 0 h 6"/>
                <a:gd name="T4" fmla="*/ 11 w 4"/>
                <a:gd name="T5" fmla="*/ 0 h 6"/>
                <a:gd name="T6" fmla="*/ 0 w 4"/>
                <a:gd name="T7" fmla="*/ 77 h 6"/>
                <a:gd name="T8" fmla="*/ 11 w 4"/>
                <a:gd name="T9" fmla="*/ 65 h 6"/>
                <a:gd name="T10" fmla="*/ 45 w 4"/>
                <a:gd name="T11" fmla="*/ 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4" y="3"/>
                  </a:moveTo>
                  <a:cubicBezTo>
                    <a:pt x="4" y="2"/>
                    <a:pt x="4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2"/>
                    <a:pt x="1" y="4"/>
                    <a:pt x="0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0" name="Oval 791">
              <a:extLst>
                <a:ext uri="{FF2B5EF4-FFF2-40B4-BE49-F238E27FC236}">
                  <a16:creationId xmlns:a16="http://schemas.microsoft.com/office/drawing/2014/main" id="{CC001D4C-6CC0-468E-84D1-9B97F22CA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1380"/>
              <a:ext cx="2" cy="3"/>
            </a:xfrm>
            <a:prstGeom prst="ellipse">
              <a:avLst/>
            </a:pr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91" name="Freeform 792">
              <a:extLst>
                <a:ext uri="{FF2B5EF4-FFF2-40B4-BE49-F238E27FC236}">
                  <a16:creationId xmlns:a16="http://schemas.microsoft.com/office/drawing/2014/main" id="{05A83F2E-5172-4954-BF02-C385F78B8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401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2" name="Freeform 793">
              <a:extLst>
                <a:ext uri="{FF2B5EF4-FFF2-40B4-BE49-F238E27FC236}">
                  <a16:creationId xmlns:a16="http://schemas.microsoft.com/office/drawing/2014/main" id="{B05AF2B5-D906-4ADF-A7A7-05774179E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392"/>
              <a:ext cx="4" cy="4"/>
            </a:xfrm>
            <a:custGeom>
              <a:avLst/>
              <a:gdLst>
                <a:gd name="T0" fmla="*/ 16 w 2"/>
                <a:gd name="T1" fmla="*/ 0 h 2"/>
                <a:gd name="T2" fmla="*/ 16 w 2"/>
                <a:gd name="T3" fmla="*/ 0 h 2"/>
                <a:gd name="T4" fmla="*/ 0 w 2"/>
                <a:gd name="T5" fmla="*/ 0 h 2"/>
                <a:gd name="T6" fmla="*/ 8 w 2"/>
                <a:gd name="T7" fmla="*/ 16 h 2"/>
                <a:gd name="T8" fmla="*/ 16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3" name="Freeform 794">
              <a:extLst>
                <a:ext uri="{FF2B5EF4-FFF2-40B4-BE49-F238E27FC236}">
                  <a16:creationId xmlns:a16="http://schemas.microsoft.com/office/drawing/2014/main" id="{AE07E9C3-4A91-4CED-952F-D0D3E0AFA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488"/>
              <a:ext cx="20" cy="23"/>
            </a:xfrm>
            <a:custGeom>
              <a:avLst/>
              <a:gdLst>
                <a:gd name="T0" fmla="*/ 89 w 9"/>
                <a:gd name="T1" fmla="*/ 110 h 10"/>
                <a:gd name="T2" fmla="*/ 98 w 9"/>
                <a:gd name="T3" fmla="*/ 85 h 10"/>
                <a:gd name="T4" fmla="*/ 44 w 9"/>
                <a:gd name="T5" fmla="*/ 0 h 10"/>
                <a:gd name="T6" fmla="*/ 0 w 9"/>
                <a:gd name="T7" fmla="*/ 0 h 10"/>
                <a:gd name="T8" fmla="*/ 89 w 9"/>
                <a:gd name="T9" fmla="*/ 122 h 10"/>
                <a:gd name="T10" fmla="*/ 89 w 9"/>
                <a:gd name="T11" fmla="*/ 11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0">
                  <a:moveTo>
                    <a:pt x="8" y="9"/>
                  </a:moveTo>
                  <a:cubicBezTo>
                    <a:pt x="9" y="8"/>
                    <a:pt x="9" y="8"/>
                    <a:pt x="9" y="7"/>
                  </a:cubicBezTo>
                  <a:cubicBezTo>
                    <a:pt x="7" y="5"/>
                    <a:pt x="5" y="2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3" y="4"/>
                    <a:pt x="5" y="7"/>
                    <a:pt x="8" y="10"/>
                  </a:cubicBezTo>
                  <a:cubicBezTo>
                    <a:pt x="8" y="10"/>
                    <a:pt x="8" y="9"/>
                    <a:pt x="8" y="9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4" name="Freeform 795">
              <a:extLst>
                <a:ext uri="{FF2B5EF4-FFF2-40B4-BE49-F238E27FC236}">
                  <a16:creationId xmlns:a16="http://schemas.microsoft.com/office/drawing/2014/main" id="{444B28FE-A658-492A-B87E-0A8ECFB1D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511"/>
              <a:ext cx="28" cy="23"/>
            </a:xfrm>
            <a:custGeom>
              <a:avLst/>
              <a:gdLst>
                <a:gd name="T0" fmla="*/ 121 w 13"/>
                <a:gd name="T1" fmla="*/ 28 h 10"/>
                <a:gd name="T2" fmla="*/ 80 w 13"/>
                <a:gd name="T3" fmla="*/ 74 h 10"/>
                <a:gd name="T4" fmla="*/ 9 w 13"/>
                <a:gd name="T5" fmla="*/ 0 h 10"/>
                <a:gd name="T6" fmla="*/ 0 w 13"/>
                <a:gd name="T7" fmla="*/ 48 h 10"/>
                <a:gd name="T8" fmla="*/ 69 w 13"/>
                <a:gd name="T9" fmla="*/ 122 h 10"/>
                <a:gd name="T10" fmla="*/ 88 w 13"/>
                <a:gd name="T11" fmla="*/ 122 h 10"/>
                <a:gd name="T12" fmla="*/ 121 w 13"/>
                <a:gd name="T13" fmla="*/ 74 h 10"/>
                <a:gd name="T14" fmla="*/ 121 w 13"/>
                <a:gd name="T15" fmla="*/ 28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0">
                  <a:moveTo>
                    <a:pt x="12" y="2"/>
                  </a:moveTo>
                  <a:cubicBezTo>
                    <a:pt x="11" y="4"/>
                    <a:pt x="9" y="5"/>
                    <a:pt x="8" y="6"/>
                  </a:cubicBezTo>
                  <a:cubicBezTo>
                    <a:pt x="5" y="5"/>
                    <a:pt x="3" y="3"/>
                    <a:pt x="1" y="0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3" y="6"/>
                    <a:pt x="5" y="8"/>
                    <a:pt x="7" y="10"/>
                  </a:cubicBezTo>
                  <a:cubicBezTo>
                    <a:pt x="8" y="10"/>
                    <a:pt x="8" y="10"/>
                    <a:pt x="9" y="10"/>
                  </a:cubicBezTo>
                  <a:cubicBezTo>
                    <a:pt x="10" y="9"/>
                    <a:pt x="11" y="8"/>
                    <a:pt x="12" y="6"/>
                  </a:cubicBezTo>
                  <a:cubicBezTo>
                    <a:pt x="13" y="5"/>
                    <a:pt x="12" y="4"/>
                    <a:pt x="12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5" name="Freeform 796">
              <a:extLst>
                <a:ext uri="{FF2B5EF4-FFF2-40B4-BE49-F238E27FC236}">
                  <a16:creationId xmlns:a16="http://schemas.microsoft.com/office/drawing/2014/main" id="{E89214BB-E1DA-4AF8-AF55-CAD78F1FC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410"/>
              <a:ext cx="9" cy="16"/>
            </a:xfrm>
            <a:custGeom>
              <a:avLst/>
              <a:gdLst>
                <a:gd name="T0" fmla="*/ 0 w 4"/>
                <a:gd name="T1" fmla="*/ 11 h 7"/>
                <a:gd name="T2" fmla="*/ 36 w 4"/>
                <a:gd name="T3" fmla="*/ 85 h 7"/>
                <a:gd name="T4" fmla="*/ 45 w 4"/>
                <a:gd name="T5" fmla="*/ 37 h 7"/>
                <a:gd name="T6" fmla="*/ 36 w 4"/>
                <a:gd name="T7" fmla="*/ 0 h 7"/>
                <a:gd name="T8" fmla="*/ 0 w 4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0" y="1"/>
                  </a:moveTo>
                  <a:cubicBezTo>
                    <a:pt x="1" y="3"/>
                    <a:pt x="2" y="5"/>
                    <a:pt x="3" y="7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6" name="Freeform 797">
              <a:extLst>
                <a:ext uri="{FF2B5EF4-FFF2-40B4-BE49-F238E27FC236}">
                  <a16:creationId xmlns:a16="http://schemas.microsoft.com/office/drawing/2014/main" id="{A16D291D-5EEE-4077-9507-7D0076FE1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454"/>
              <a:ext cx="18" cy="27"/>
            </a:xfrm>
            <a:custGeom>
              <a:avLst/>
              <a:gdLst>
                <a:gd name="T0" fmla="*/ 25 w 8"/>
                <a:gd name="T1" fmla="*/ 0 h 12"/>
                <a:gd name="T2" fmla="*/ 0 w 8"/>
                <a:gd name="T3" fmla="*/ 36 h 12"/>
                <a:gd name="T4" fmla="*/ 56 w 8"/>
                <a:gd name="T5" fmla="*/ 137 h 12"/>
                <a:gd name="T6" fmla="*/ 92 w 8"/>
                <a:gd name="T7" fmla="*/ 126 h 12"/>
                <a:gd name="T8" fmla="*/ 25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2" y="6"/>
                    <a:pt x="3" y="9"/>
                    <a:pt x="5" y="12"/>
                  </a:cubicBezTo>
                  <a:cubicBezTo>
                    <a:pt x="6" y="11"/>
                    <a:pt x="7" y="11"/>
                    <a:pt x="8" y="11"/>
                  </a:cubicBezTo>
                  <a:cubicBezTo>
                    <a:pt x="6" y="8"/>
                    <a:pt x="4" y="4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7" name="Freeform 798">
              <a:extLst>
                <a:ext uri="{FF2B5EF4-FFF2-40B4-BE49-F238E27FC236}">
                  <a16:creationId xmlns:a16="http://schemas.microsoft.com/office/drawing/2014/main" id="{CE0D5892-F66F-4865-9A80-9A853D7EF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1456"/>
              <a:ext cx="9" cy="43"/>
            </a:xfrm>
            <a:custGeom>
              <a:avLst/>
              <a:gdLst>
                <a:gd name="T0" fmla="*/ 11 w 4"/>
                <a:gd name="T1" fmla="*/ 102 h 19"/>
                <a:gd name="T2" fmla="*/ 0 w 4"/>
                <a:gd name="T3" fmla="*/ 195 h 19"/>
                <a:gd name="T4" fmla="*/ 36 w 4"/>
                <a:gd name="T5" fmla="*/ 220 h 19"/>
                <a:gd name="T6" fmla="*/ 36 w 4"/>
                <a:gd name="T7" fmla="*/ 11 h 19"/>
                <a:gd name="T8" fmla="*/ 0 w 4"/>
                <a:gd name="T9" fmla="*/ 0 h 19"/>
                <a:gd name="T10" fmla="*/ 11 w 4"/>
                <a:gd name="T11" fmla="*/ 10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9">
                  <a:moveTo>
                    <a:pt x="1" y="9"/>
                  </a:moveTo>
                  <a:cubicBezTo>
                    <a:pt x="1" y="12"/>
                    <a:pt x="1" y="15"/>
                    <a:pt x="0" y="17"/>
                  </a:cubicBezTo>
                  <a:cubicBezTo>
                    <a:pt x="1" y="18"/>
                    <a:pt x="2" y="18"/>
                    <a:pt x="3" y="19"/>
                  </a:cubicBezTo>
                  <a:cubicBezTo>
                    <a:pt x="4" y="14"/>
                    <a:pt x="4" y="8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3"/>
                    <a:pt x="1" y="6"/>
                    <a:pt x="1" y="9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8" name="Freeform 799">
              <a:extLst>
                <a:ext uri="{FF2B5EF4-FFF2-40B4-BE49-F238E27FC236}">
                  <a16:creationId xmlns:a16="http://schemas.microsoft.com/office/drawing/2014/main" id="{D4795FE3-40E6-4F6B-8582-02B2CFECE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504"/>
              <a:ext cx="6" cy="11"/>
            </a:xfrm>
            <a:custGeom>
              <a:avLst/>
              <a:gdLst>
                <a:gd name="T0" fmla="*/ 8 w 3"/>
                <a:gd name="T1" fmla="*/ 0 h 5"/>
                <a:gd name="T2" fmla="*/ 0 w 3"/>
                <a:gd name="T3" fmla="*/ 9 h 5"/>
                <a:gd name="T4" fmla="*/ 16 w 3"/>
                <a:gd name="T5" fmla="*/ 53 h 5"/>
                <a:gd name="T6" fmla="*/ 24 w 3"/>
                <a:gd name="T7" fmla="*/ 20 h 5"/>
                <a:gd name="T8" fmla="*/ 8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2"/>
                    <a:pt x="2" y="4"/>
                    <a:pt x="2" y="5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2" y="1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9" name="Freeform 800">
              <a:extLst>
                <a:ext uri="{FF2B5EF4-FFF2-40B4-BE49-F238E27FC236}">
                  <a16:creationId xmlns:a16="http://schemas.microsoft.com/office/drawing/2014/main" id="{9E2BE4BC-635F-4396-8299-0AA4C5B5B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428"/>
              <a:ext cx="9" cy="21"/>
            </a:xfrm>
            <a:custGeom>
              <a:avLst/>
              <a:gdLst>
                <a:gd name="T0" fmla="*/ 0 w 4"/>
                <a:gd name="T1" fmla="*/ 49 h 9"/>
                <a:gd name="T2" fmla="*/ 11 w 4"/>
                <a:gd name="T3" fmla="*/ 103 h 9"/>
                <a:gd name="T4" fmla="*/ 45 w 4"/>
                <a:gd name="T5" fmla="*/ 114 h 9"/>
                <a:gd name="T6" fmla="*/ 25 w 4"/>
                <a:gd name="T7" fmla="*/ 0 h 9"/>
                <a:gd name="T8" fmla="*/ 0 w 4"/>
                <a:gd name="T9" fmla="*/ 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4"/>
                  </a:moveTo>
                  <a:cubicBezTo>
                    <a:pt x="0" y="5"/>
                    <a:pt x="1" y="6"/>
                    <a:pt x="1" y="8"/>
                  </a:cubicBezTo>
                  <a:cubicBezTo>
                    <a:pt x="2" y="8"/>
                    <a:pt x="3" y="8"/>
                    <a:pt x="4" y="9"/>
                  </a:cubicBezTo>
                  <a:cubicBezTo>
                    <a:pt x="4" y="6"/>
                    <a:pt x="3" y="3"/>
                    <a:pt x="2" y="0"/>
                  </a:cubicBezTo>
                  <a:cubicBezTo>
                    <a:pt x="2" y="1"/>
                    <a:pt x="1" y="2"/>
                    <a:pt x="0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0" name="Freeform 801">
              <a:extLst>
                <a:ext uri="{FF2B5EF4-FFF2-40B4-BE49-F238E27FC236}">
                  <a16:creationId xmlns:a16="http://schemas.microsoft.com/office/drawing/2014/main" id="{B804E8CD-B74C-4B11-8A97-CBFE290F9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415"/>
              <a:ext cx="17" cy="36"/>
            </a:xfrm>
            <a:custGeom>
              <a:avLst/>
              <a:gdLst>
                <a:gd name="T0" fmla="*/ 0 w 8"/>
                <a:gd name="T1" fmla="*/ 0 h 16"/>
                <a:gd name="T2" fmla="*/ 60 w 8"/>
                <a:gd name="T3" fmla="*/ 182 h 16"/>
                <a:gd name="T4" fmla="*/ 77 w 8"/>
                <a:gd name="T5" fmla="*/ 146 h 16"/>
                <a:gd name="T6" fmla="*/ 28 w 8"/>
                <a:gd name="T7" fmla="*/ 0 h 16"/>
                <a:gd name="T8" fmla="*/ 19 w 8"/>
                <a:gd name="T9" fmla="*/ 0 h 16"/>
                <a:gd name="T10" fmla="*/ 0 w 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2" y="5"/>
                    <a:pt x="4" y="10"/>
                    <a:pt x="6" y="16"/>
                  </a:cubicBezTo>
                  <a:cubicBezTo>
                    <a:pt x="7" y="15"/>
                    <a:pt x="8" y="14"/>
                    <a:pt x="8" y="13"/>
                  </a:cubicBezTo>
                  <a:cubicBezTo>
                    <a:pt x="7" y="9"/>
                    <a:pt x="5" y="4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1" name="Freeform 802">
              <a:extLst>
                <a:ext uri="{FF2B5EF4-FFF2-40B4-BE49-F238E27FC236}">
                  <a16:creationId xmlns:a16="http://schemas.microsoft.com/office/drawing/2014/main" id="{5A611610-CE74-4A53-851C-BBC685667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958"/>
              <a:ext cx="8" cy="27"/>
            </a:xfrm>
            <a:custGeom>
              <a:avLst/>
              <a:gdLst>
                <a:gd name="T0" fmla="*/ 32 w 4"/>
                <a:gd name="T1" fmla="*/ 92 h 12"/>
                <a:gd name="T2" fmla="*/ 24 w 4"/>
                <a:gd name="T3" fmla="*/ 0 h 12"/>
                <a:gd name="T4" fmla="*/ 0 w 4"/>
                <a:gd name="T5" fmla="*/ 11 h 12"/>
                <a:gd name="T6" fmla="*/ 8 w 4"/>
                <a:gd name="T7" fmla="*/ 137 h 12"/>
                <a:gd name="T8" fmla="*/ 24 w 4"/>
                <a:gd name="T9" fmla="*/ 117 h 12"/>
                <a:gd name="T10" fmla="*/ 32 w 4"/>
                <a:gd name="T11" fmla="*/ 9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2">
                  <a:moveTo>
                    <a:pt x="4" y="8"/>
                  </a:moveTo>
                  <a:cubicBezTo>
                    <a:pt x="3" y="5"/>
                    <a:pt x="3" y="3"/>
                    <a:pt x="3" y="0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1" y="8"/>
                    <a:pt x="1" y="12"/>
                  </a:cubicBezTo>
                  <a:cubicBezTo>
                    <a:pt x="2" y="11"/>
                    <a:pt x="2" y="10"/>
                    <a:pt x="3" y="10"/>
                  </a:cubicBezTo>
                  <a:cubicBezTo>
                    <a:pt x="3" y="9"/>
                    <a:pt x="3" y="9"/>
                    <a:pt x="4" y="8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2" name="Freeform 803">
              <a:extLst>
                <a:ext uri="{FF2B5EF4-FFF2-40B4-BE49-F238E27FC236}">
                  <a16:creationId xmlns:a16="http://schemas.microsoft.com/office/drawing/2014/main" id="{C172390B-2827-455E-9E55-2B9889743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923"/>
              <a:ext cx="9" cy="19"/>
            </a:xfrm>
            <a:custGeom>
              <a:avLst/>
              <a:gdLst>
                <a:gd name="T0" fmla="*/ 0 w 4"/>
                <a:gd name="T1" fmla="*/ 29 h 8"/>
                <a:gd name="T2" fmla="*/ 11 w 4"/>
                <a:gd name="T3" fmla="*/ 107 h 8"/>
                <a:gd name="T4" fmla="*/ 45 w 4"/>
                <a:gd name="T5" fmla="*/ 69 h 8"/>
                <a:gd name="T6" fmla="*/ 36 w 4"/>
                <a:gd name="T7" fmla="*/ 0 h 8"/>
                <a:gd name="T8" fmla="*/ 25 w 4"/>
                <a:gd name="T9" fmla="*/ 12 h 8"/>
                <a:gd name="T10" fmla="*/ 0 w 4"/>
                <a:gd name="T11" fmla="*/ 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8">
                  <a:moveTo>
                    <a:pt x="0" y="2"/>
                  </a:moveTo>
                  <a:cubicBezTo>
                    <a:pt x="1" y="4"/>
                    <a:pt x="1" y="6"/>
                    <a:pt x="1" y="8"/>
                  </a:cubicBezTo>
                  <a:cubicBezTo>
                    <a:pt x="2" y="7"/>
                    <a:pt x="3" y="6"/>
                    <a:pt x="4" y="5"/>
                  </a:cubicBezTo>
                  <a:cubicBezTo>
                    <a:pt x="4" y="3"/>
                    <a:pt x="3" y="2"/>
                    <a:pt x="3" y="0"/>
                  </a:cubicBezTo>
                  <a:cubicBezTo>
                    <a:pt x="3" y="1"/>
                    <a:pt x="3" y="1"/>
                    <a:pt x="2" y="1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3" name="Freeform 804">
              <a:extLst>
                <a:ext uri="{FF2B5EF4-FFF2-40B4-BE49-F238E27FC236}">
                  <a16:creationId xmlns:a16="http://schemas.microsoft.com/office/drawing/2014/main" id="{23F29B34-F36A-44D3-A7F6-4378C63D6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143"/>
              <a:ext cx="71" cy="263"/>
            </a:xfrm>
            <a:custGeom>
              <a:avLst/>
              <a:gdLst>
                <a:gd name="T0" fmla="*/ 329 w 33"/>
                <a:gd name="T1" fmla="*/ 1374 h 115"/>
                <a:gd name="T2" fmla="*/ 129 w 33"/>
                <a:gd name="T3" fmla="*/ 528 h 115"/>
                <a:gd name="T4" fmla="*/ 69 w 33"/>
                <a:gd name="T5" fmla="*/ 194 h 115"/>
                <a:gd name="T6" fmla="*/ 60 w 33"/>
                <a:gd name="T7" fmla="*/ 142 h 115"/>
                <a:gd name="T8" fmla="*/ 28 w 33"/>
                <a:gd name="T9" fmla="*/ 0 h 115"/>
                <a:gd name="T10" fmla="*/ 9 w 33"/>
                <a:gd name="T11" fmla="*/ 25 h 115"/>
                <a:gd name="T12" fmla="*/ 0 w 33"/>
                <a:gd name="T13" fmla="*/ 37 h 115"/>
                <a:gd name="T14" fmla="*/ 28 w 33"/>
                <a:gd name="T15" fmla="*/ 142 h 115"/>
                <a:gd name="T16" fmla="*/ 41 w 33"/>
                <a:gd name="T17" fmla="*/ 204 h 115"/>
                <a:gd name="T18" fmla="*/ 112 w 33"/>
                <a:gd name="T19" fmla="*/ 528 h 115"/>
                <a:gd name="T20" fmla="*/ 286 w 33"/>
                <a:gd name="T21" fmla="*/ 1365 h 115"/>
                <a:gd name="T22" fmla="*/ 329 w 33"/>
                <a:gd name="T23" fmla="*/ 1374 h 1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115">
                  <a:moveTo>
                    <a:pt x="33" y="115"/>
                  </a:moveTo>
                  <a:cubicBezTo>
                    <a:pt x="24" y="92"/>
                    <a:pt x="18" y="66"/>
                    <a:pt x="13" y="4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8"/>
                    <a:pt x="4" y="4"/>
                    <a:pt x="3" y="0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6"/>
                    <a:pt x="2" y="9"/>
                    <a:pt x="3" y="12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5" y="66"/>
                    <a:pt x="21" y="91"/>
                    <a:pt x="29" y="114"/>
                  </a:cubicBezTo>
                  <a:cubicBezTo>
                    <a:pt x="30" y="114"/>
                    <a:pt x="31" y="115"/>
                    <a:pt x="33" y="11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4" name="Freeform 805">
              <a:extLst>
                <a:ext uri="{FF2B5EF4-FFF2-40B4-BE49-F238E27FC236}">
                  <a16:creationId xmlns:a16="http://schemas.microsoft.com/office/drawing/2014/main" id="{4D21C819-F095-4E31-B1F8-77155FE7E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074"/>
              <a:ext cx="19" cy="64"/>
            </a:xfrm>
            <a:custGeom>
              <a:avLst/>
              <a:gdLst>
                <a:gd name="T0" fmla="*/ 27 w 9"/>
                <a:gd name="T1" fmla="*/ 0 h 28"/>
                <a:gd name="T2" fmla="*/ 0 w 9"/>
                <a:gd name="T3" fmla="*/ 0 h 28"/>
                <a:gd name="T4" fmla="*/ 68 w 9"/>
                <a:gd name="T5" fmla="*/ 334 h 28"/>
                <a:gd name="T6" fmla="*/ 84 w 9"/>
                <a:gd name="T7" fmla="*/ 297 h 28"/>
                <a:gd name="T8" fmla="*/ 27 w 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8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10"/>
                    <a:pt x="5" y="19"/>
                    <a:pt x="7" y="28"/>
                  </a:cubicBezTo>
                  <a:cubicBezTo>
                    <a:pt x="8" y="27"/>
                    <a:pt x="8" y="26"/>
                    <a:pt x="9" y="25"/>
                  </a:cubicBezTo>
                  <a:cubicBezTo>
                    <a:pt x="7" y="17"/>
                    <a:pt x="5" y="9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5" name="Freeform 806">
              <a:extLst>
                <a:ext uri="{FF2B5EF4-FFF2-40B4-BE49-F238E27FC236}">
                  <a16:creationId xmlns:a16="http://schemas.microsoft.com/office/drawing/2014/main" id="{3F2716D4-11CC-41E3-B29F-299DBB960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946"/>
              <a:ext cx="4" cy="5"/>
            </a:xfrm>
            <a:custGeom>
              <a:avLst/>
              <a:gdLst>
                <a:gd name="T0" fmla="*/ 16 w 2"/>
                <a:gd name="T1" fmla="*/ 20 h 2"/>
                <a:gd name="T2" fmla="*/ 16 w 2"/>
                <a:gd name="T3" fmla="*/ 0 h 2"/>
                <a:gd name="T4" fmla="*/ 0 w 2"/>
                <a:gd name="T5" fmla="*/ 33 h 2"/>
                <a:gd name="T6" fmla="*/ 16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6" name="Freeform 807">
              <a:extLst>
                <a:ext uri="{FF2B5EF4-FFF2-40B4-BE49-F238E27FC236}">
                  <a16:creationId xmlns:a16="http://schemas.microsoft.com/office/drawing/2014/main" id="{D28984F3-48EA-48A5-AC10-9B9E2160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864"/>
              <a:ext cx="4" cy="50"/>
            </a:xfrm>
            <a:custGeom>
              <a:avLst/>
              <a:gdLst>
                <a:gd name="T0" fmla="*/ 0 w 2"/>
                <a:gd name="T1" fmla="*/ 175 h 22"/>
                <a:gd name="T2" fmla="*/ 8 w 2"/>
                <a:gd name="T3" fmla="*/ 259 h 22"/>
                <a:gd name="T4" fmla="*/ 8 w 2"/>
                <a:gd name="T5" fmla="*/ 259 h 22"/>
                <a:gd name="T6" fmla="*/ 8 w 2"/>
                <a:gd name="T7" fmla="*/ 186 h 22"/>
                <a:gd name="T8" fmla="*/ 16 w 2"/>
                <a:gd name="T9" fmla="*/ 0 h 22"/>
                <a:gd name="T10" fmla="*/ 16 w 2"/>
                <a:gd name="T11" fmla="*/ 0 h 22"/>
                <a:gd name="T12" fmla="*/ 16 w 2"/>
                <a:gd name="T13" fmla="*/ 0 h 22"/>
                <a:gd name="T14" fmla="*/ 16 w 2"/>
                <a:gd name="T15" fmla="*/ 25 h 22"/>
                <a:gd name="T16" fmla="*/ 0 w 2"/>
                <a:gd name="T17" fmla="*/ 175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" h="22">
                  <a:moveTo>
                    <a:pt x="0" y="15"/>
                  </a:moveTo>
                  <a:cubicBezTo>
                    <a:pt x="0" y="18"/>
                    <a:pt x="1" y="20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0"/>
                    <a:pt x="1" y="18"/>
                    <a:pt x="1" y="16"/>
                  </a:cubicBezTo>
                  <a:cubicBezTo>
                    <a:pt x="1" y="10"/>
                    <a:pt x="1" y="5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7"/>
                    <a:pt x="0" y="11"/>
                    <a:pt x="0" y="1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7" name="Freeform 808">
              <a:extLst>
                <a:ext uri="{FF2B5EF4-FFF2-40B4-BE49-F238E27FC236}">
                  <a16:creationId xmlns:a16="http://schemas.microsoft.com/office/drawing/2014/main" id="{538E6ADE-1246-4CC0-915A-1D9E6DF8F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990"/>
              <a:ext cx="8" cy="18"/>
            </a:xfrm>
            <a:custGeom>
              <a:avLst/>
              <a:gdLst>
                <a:gd name="T0" fmla="*/ 24 w 4"/>
                <a:gd name="T1" fmla="*/ 0 h 8"/>
                <a:gd name="T2" fmla="*/ 0 w 4"/>
                <a:gd name="T3" fmla="*/ 45 h 8"/>
                <a:gd name="T4" fmla="*/ 8 w 4"/>
                <a:gd name="T5" fmla="*/ 92 h 8"/>
                <a:gd name="T6" fmla="*/ 32 w 4"/>
                <a:gd name="T7" fmla="*/ 92 h 8"/>
                <a:gd name="T8" fmla="*/ 24 w 4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0" y="5"/>
                    <a:pt x="1" y="7"/>
                    <a:pt x="1" y="8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3" y="5"/>
                    <a:pt x="3" y="2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8" name="Freeform 809">
              <a:extLst>
                <a:ext uri="{FF2B5EF4-FFF2-40B4-BE49-F238E27FC236}">
                  <a16:creationId xmlns:a16="http://schemas.microsoft.com/office/drawing/2014/main" id="{A5022644-BE2F-4B53-A375-F049C245E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369"/>
              <a:ext cx="11" cy="11"/>
            </a:xfrm>
            <a:custGeom>
              <a:avLst/>
              <a:gdLst>
                <a:gd name="T0" fmla="*/ 20 w 5"/>
                <a:gd name="T1" fmla="*/ 9 h 5"/>
                <a:gd name="T2" fmla="*/ 9 w 5"/>
                <a:gd name="T3" fmla="*/ 20 h 5"/>
                <a:gd name="T4" fmla="*/ 20 w 5"/>
                <a:gd name="T5" fmla="*/ 20 h 5"/>
                <a:gd name="T6" fmla="*/ 53 w 5"/>
                <a:gd name="T7" fmla="*/ 53 h 5"/>
                <a:gd name="T8" fmla="*/ 20 w 5"/>
                <a:gd name="T9" fmla="*/ 0 h 5"/>
                <a:gd name="T10" fmla="*/ 0 w 5"/>
                <a:gd name="T11" fmla="*/ 0 h 5"/>
                <a:gd name="T12" fmla="*/ 20 w 5"/>
                <a:gd name="T13" fmla="*/ 9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3"/>
                    <a:pt x="3" y="2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9" name="Freeform 810">
              <a:extLst>
                <a:ext uri="{FF2B5EF4-FFF2-40B4-BE49-F238E27FC236}">
                  <a16:creationId xmlns:a16="http://schemas.microsoft.com/office/drawing/2014/main" id="{06207D4F-10C3-48CC-953F-E4E9EF7D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1017"/>
              <a:ext cx="9" cy="25"/>
            </a:xfrm>
            <a:custGeom>
              <a:avLst/>
              <a:gdLst>
                <a:gd name="T0" fmla="*/ 45 w 4"/>
                <a:gd name="T1" fmla="*/ 82 h 11"/>
                <a:gd name="T2" fmla="*/ 36 w 4"/>
                <a:gd name="T3" fmla="*/ 0 h 11"/>
                <a:gd name="T4" fmla="*/ 0 w 4"/>
                <a:gd name="T5" fmla="*/ 0 h 11"/>
                <a:gd name="T6" fmla="*/ 25 w 4"/>
                <a:gd name="T7" fmla="*/ 130 h 11"/>
                <a:gd name="T8" fmla="*/ 45 w 4"/>
                <a:gd name="T9" fmla="*/ 8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4" y="7"/>
                  </a:moveTo>
                  <a:cubicBezTo>
                    <a:pt x="3" y="4"/>
                    <a:pt x="3" y="2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1" y="8"/>
                    <a:pt x="2" y="11"/>
                  </a:cubicBezTo>
                  <a:cubicBezTo>
                    <a:pt x="3" y="10"/>
                    <a:pt x="3" y="8"/>
                    <a:pt x="4" y="7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0" name="Freeform 811">
              <a:extLst>
                <a:ext uri="{FF2B5EF4-FFF2-40B4-BE49-F238E27FC236}">
                  <a16:creationId xmlns:a16="http://schemas.microsoft.com/office/drawing/2014/main" id="{B112995C-82CF-4864-8E90-ACF86CF5E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047"/>
              <a:ext cx="8" cy="18"/>
            </a:xfrm>
            <a:custGeom>
              <a:avLst/>
              <a:gdLst>
                <a:gd name="T0" fmla="*/ 32 w 4"/>
                <a:gd name="T1" fmla="*/ 92 h 8"/>
                <a:gd name="T2" fmla="*/ 16 w 4"/>
                <a:gd name="T3" fmla="*/ 0 h 8"/>
                <a:gd name="T4" fmla="*/ 8 w 4"/>
                <a:gd name="T5" fmla="*/ 25 h 8"/>
                <a:gd name="T6" fmla="*/ 0 w 4"/>
                <a:gd name="T7" fmla="*/ 56 h 8"/>
                <a:gd name="T8" fmla="*/ 8 w 4"/>
                <a:gd name="T9" fmla="*/ 92 h 8"/>
                <a:gd name="T10" fmla="*/ 32 w 4"/>
                <a:gd name="T11" fmla="*/ 92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3" y="6"/>
                    <a:pt x="3" y="3"/>
                    <a:pt x="2" y="0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3"/>
                    <a:pt x="0" y="5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2" y="8"/>
                    <a:pt x="3" y="8"/>
                    <a:pt x="4" y="8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1" name="Freeform 812">
              <a:extLst>
                <a:ext uri="{FF2B5EF4-FFF2-40B4-BE49-F238E27FC236}">
                  <a16:creationId xmlns:a16="http://schemas.microsoft.com/office/drawing/2014/main" id="{0699C35A-7856-4BC3-BED0-781621AA1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952"/>
              <a:ext cx="15" cy="64"/>
            </a:xfrm>
            <a:custGeom>
              <a:avLst/>
              <a:gdLst>
                <a:gd name="T0" fmla="*/ 0 w 7"/>
                <a:gd name="T1" fmla="*/ 0 h 28"/>
                <a:gd name="T2" fmla="*/ 41 w 7"/>
                <a:gd name="T3" fmla="*/ 334 h 28"/>
                <a:gd name="T4" fmla="*/ 69 w 7"/>
                <a:gd name="T5" fmla="*/ 288 h 28"/>
                <a:gd name="T6" fmla="*/ 41 w 7"/>
                <a:gd name="T7" fmla="*/ 11 h 28"/>
                <a:gd name="T8" fmla="*/ 28 w 7"/>
                <a:gd name="T9" fmla="*/ 11 h 28"/>
                <a:gd name="T10" fmla="*/ 0 w 7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2" y="9"/>
                    <a:pt x="3" y="18"/>
                    <a:pt x="4" y="28"/>
                  </a:cubicBezTo>
                  <a:cubicBezTo>
                    <a:pt x="5" y="27"/>
                    <a:pt x="6" y="26"/>
                    <a:pt x="7" y="24"/>
                  </a:cubicBezTo>
                  <a:cubicBezTo>
                    <a:pt x="6" y="17"/>
                    <a:pt x="5" y="9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2" name="Freeform 813">
              <a:extLst>
                <a:ext uri="{FF2B5EF4-FFF2-40B4-BE49-F238E27FC236}">
                  <a16:creationId xmlns:a16="http://schemas.microsoft.com/office/drawing/2014/main" id="{C0CC6F8D-6B28-4404-ABDA-191D9E25E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135"/>
              <a:ext cx="6" cy="29"/>
            </a:xfrm>
            <a:custGeom>
              <a:avLst/>
              <a:gdLst>
                <a:gd name="T0" fmla="*/ 24 w 3"/>
                <a:gd name="T1" fmla="*/ 145 h 13"/>
                <a:gd name="T2" fmla="*/ 24 w 3"/>
                <a:gd name="T3" fmla="*/ 0 h 13"/>
                <a:gd name="T4" fmla="*/ 0 w 3"/>
                <a:gd name="T5" fmla="*/ 56 h 13"/>
                <a:gd name="T6" fmla="*/ 0 w 3"/>
                <a:gd name="T7" fmla="*/ 109 h 13"/>
                <a:gd name="T8" fmla="*/ 8 w 3"/>
                <a:gd name="T9" fmla="*/ 125 h 13"/>
                <a:gd name="T10" fmla="*/ 24 w 3"/>
                <a:gd name="T11" fmla="*/ 14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3">
                  <a:moveTo>
                    <a:pt x="3" y="13"/>
                  </a:moveTo>
                  <a:cubicBezTo>
                    <a:pt x="3" y="9"/>
                    <a:pt x="3" y="4"/>
                    <a:pt x="3" y="0"/>
                  </a:cubicBezTo>
                  <a:cubicBezTo>
                    <a:pt x="1" y="2"/>
                    <a:pt x="0" y="4"/>
                    <a:pt x="0" y="5"/>
                  </a:cubicBezTo>
                  <a:cubicBezTo>
                    <a:pt x="0" y="7"/>
                    <a:pt x="0" y="8"/>
                    <a:pt x="0" y="10"/>
                  </a:cubicBezTo>
                  <a:cubicBezTo>
                    <a:pt x="0" y="10"/>
                    <a:pt x="0" y="11"/>
                    <a:pt x="1" y="11"/>
                  </a:cubicBezTo>
                  <a:cubicBezTo>
                    <a:pt x="1" y="12"/>
                    <a:pt x="2" y="13"/>
                    <a:pt x="3" y="1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3" name="Freeform 814">
              <a:extLst>
                <a:ext uri="{FF2B5EF4-FFF2-40B4-BE49-F238E27FC236}">
                  <a16:creationId xmlns:a16="http://schemas.microsoft.com/office/drawing/2014/main" id="{C9069C62-BA25-441D-BEB7-AFA19E828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057"/>
              <a:ext cx="8" cy="71"/>
            </a:xfrm>
            <a:custGeom>
              <a:avLst/>
              <a:gdLst>
                <a:gd name="T0" fmla="*/ 8 w 4"/>
                <a:gd name="T1" fmla="*/ 231 h 31"/>
                <a:gd name="T2" fmla="*/ 8 w 4"/>
                <a:gd name="T3" fmla="*/ 373 h 31"/>
                <a:gd name="T4" fmla="*/ 32 w 4"/>
                <a:gd name="T5" fmla="*/ 325 h 31"/>
                <a:gd name="T6" fmla="*/ 32 w 4"/>
                <a:gd name="T7" fmla="*/ 231 h 31"/>
                <a:gd name="T8" fmla="*/ 24 w 4"/>
                <a:gd name="T9" fmla="*/ 11 h 31"/>
                <a:gd name="T10" fmla="*/ 0 w 4"/>
                <a:gd name="T11" fmla="*/ 0 h 31"/>
                <a:gd name="T12" fmla="*/ 8 w 4"/>
                <a:gd name="T13" fmla="*/ 2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31">
                  <a:moveTo>
                    <a:pt x="1" y="19"/>
                  </a:moveTo>
                  <a:cubicBezTo>
                    <a:pt x="1" y="23"/>
                    <a:pt x="1" y="27"/>
                    <a:pt x="1" y="31"/>
                  </a:cubicBezTo>
                  <a:cubicBezTo>
                    <a:pt x="2" y="30"/>
                    <a:pt x="3" y="28"/>
                    <a:pt x="4" y="27"/>
                  </a:cubicBezTo>
                  <a:cubicBezTo>
                    <a:pt x="4" y="24"/>
                    <a:pt x="4" y="22"/>
                    <a:pt x="4" y="19"/>
                  </a:cubicBezTo>
                  <a:cubicBezTo>
                    <a:pt x="3" y="13"/>
                    <a:pt x="3" y="7"/>
                    <a:pt x="3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6"/>
                    <a:pt x="0" y="13"/>
                    <a:pt x="1" y="19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4" name="Freeform 815">
              <a:extLst>
                <a:ext uri="{FF2B5EF4-FFF2-40B4-BE49-F238E27FC236}">
                  <a16:creationId xmlns:a16="http://schemas.microsoft.com/office/drawing/2014/main" id="{7EE05A93-7222-48BA-BE17-E0FFA45B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696"/>
              <a:ext cx="4" cy="7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37 h 3"/>
                <a:gd name="T4" fmla="*/ 16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5" name="Freeform 816">
              <a:extLst>
                <a:ext uri="{FF2B5EF4-FFF2-40B4-BE49-F238E27FC236}">
                  <a16:creationId xmlns:a16="http://schemas.microsoft.com/office/drawing/2014/main" id="{EB9C8B50-8B7A-4002-BDCE-9BFD721E2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899"/>
              <a:ext cx="10" cy="44"/>
            </a:xfrm>
            <a:custGeom>
              <a:avLst/>
              <a:gdLst>
                <a:gd name="T0" fmla="*/ 16 w 5"/>
                <a:gd name="T1" fmla="*/ 0 h 19"/>
                <a:gd name="T2" fmla="*/ 0 w 5"/>
                <a:gd name="T3" fmla="*/ 37 h 19"/>
                <a:gd name="T4" fmla="*/ 0 w 5"/>
                <a:gd name="T5" fmla="*/ 65 h 19"/>
                <a:gd name="T6" fmla="*/ 16 w 5"/>
                <a:gd name="T7" fmla="*/ 225 h 19"/>
                <a:gd name="T8" fmla="*/ 40 w 5"/>
                <a:gd name="T9" fmla="*/ 236 h 19"/>
                <a:gd name="T10" fmla="*/ 24 w 5"/>
                <a:gd name="T11" fmla="*/ 65 h 19"/>
                <a:gd name="T12" fmla="*/ 16 w 5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9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0"/>
                    <a:pt x="1" y="14"/>
                    <a:pt x="2" y="18"/>
                  </a:cubicBezTo>
                  <a:cubicBezTo>
                    <a:pt x="3" y="19"/>
                    <a:pt x="4" y="19"/>
                    <a:pt x="5" y="19"/>
                  </a:cubicBezTo>
                  <a:cubicBezTo>
                    <a:pt x="4" y="14"/>
                    <a:pt x="4" y="10"/>
                    <a:pt x="3" y="5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6" name="Freeform 817">
              <a:extLst>
                <a:ext uri="{FF2B5EF4-FFF2-40B4-BE49-F238E27FC236}">
                  <a16:creationId xmlns:a16="http://schemas.microsoft.com/office/drawing/2014/main" id="{04C6F8B9-9EC4-432C-B9A1-E3E041AC1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652"/>
              <a:ext cx="4" cy="5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33 h 2"/>
                <a:gd name="T4" fmla="*/ 16 w 2"/>
                <a:gd name="T5" fmla="*/ 33 h 2"/>
                <a:gd name="T6" fmla="*/ 16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7" name="Freeform 818">
              <a:extLst>
                <a:ext uri="{FF2B5EF4-FFF2-40B4-BE49-F238E27FC236}">
                  <a16:creationId xmlns:a16="http://schemas.microsoft.com/office/drawing/2014/main" id="{1366246C-5845-4D01-B67A-A5D77B814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610"/>
              <a:ext cx="8" cy="9"/>
            </a:xfrm>
            <a:custGeom>
              <a:avLst/>
              <a:gdLst>
                <a:gd name="T0" fmla="*/ 32 w 4"/>
                <a:gd name="T1" fmla="*/ 36 h 4"/>
                <a:gd name="T2" fmla="*/ 16 w 4"/>
                <a:gd name="T3" fmla="*/ 0 h 4"/>
                <a:gd name="T4" fmla="*/ 0 w 4"/>
                <a:gd name="T5" fmla="*/ 45 h 4"/>
                <a:gd name="T6" fmla="*/ 32 w 4"/>
                <a:gd name="T7" fmla="*/ 45 h 4"/>
                <a:gd name="T8" fmla="*/ 32 w 4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1" y="2"/>
                    <a:pt x="1" y="3"/>
                    <a:pt x="0" y="4"/>
                  </a:cubicBezTo>
                  <a:cubicBezTo>
                    <a:pt x="1" y="4"/>
                    <a:pt x="3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8" name="Freeform 819">
              <a:extLst>
                <a:ext uri="{FF2B5EF4-FFF2-40B4-BE49-F238E27FC236}">
                  <a16:creationId xmlns:a16="http://schemas.microsoft.com/office/drawing/2014/main" id="{BD239AE8-6E95-4BFF-8CF1-B2BDB9EFE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171"/>
              <a:ext cx="11" cy="76"/>
            </a:xfrm>
            <a:custGeom>
              <a:avLst/>
              <a:gdLst>
                <a:gd name="T0" fmla="*/ 53 w 5"/>
                <a:gd name="T1" fmla="*/ 28 h 33"/>
                <a:gd name="T2" fmla="*/ 20 w 5"/>
                <a:gd name="T3" fmla="*/ 0 h 33"/>
                <a:gd name="T4" fmla="*/ 0 w 5"/>
                <a:gd name="T5" fmla="*/ 403 h 33"/>
                <a:gd name="T6" fmla="*/ 44 w 5"/>
                <a:gd name="T7" fmla="*/ 378 h 33"/>
                <a:gd name="T8" fmla="*/ 53 w 5"/>
                <a:gd name="T9" fmla="*/ 2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3">
                  <a:moveTo>
                    <a:pt x="5" y="2"/>
                  </a:moveTo>
                  <a:cubicBezTo>
                    <a:pt x="4" y="1"/>
                    <a:pt x="3" y="1"/>
                    <a:pt x="2" y="0"/>
                  </a:cubicBezTo>
                  <a:cubicBezTo>
                    <a:pt x="2" y="11"/>
                    <a:pt x="1" y="22"/>
                    <a:pt x="0" y="33"/>
                  </a:cubicBezTo>
                  <a:cubicBezTo>
                    <a:pt x="1" y="32"/>
                    <a:pt x="3" y="32"/>
                    <a:pt x="4" y="31"/>
                  </a:cubicBezTo>
                  <a:cubicBezTo>
                    <a:pt x="4" y="21"/>
                    <a:pt x="5" y="12"/>
                    <a:pt x="5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9" name="Freeform 820">
              <a:extLst>
                <a:ext uri="{FF2B5EF4-FFF2-40B4-BE49-F238E27FC236}">
                  <a16:creationId xmlns:a16="http://schemas.microsoft.com/office/drawing/2014/main" id="{3654DCA3-FBE5-4892-B8E2-1B36A914A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728"/>
              <a:ext cx="9" cy="30"/>
            </a:xfrm>
            <a:custGeom>
              <a:avLst/>
              <a:gdLst>
                <a:gd name="T0" fmla="*/ 11 w 4"/>
                <a:gd name="T1" fmla="*/ 159 h 13"/>
                <a:gd name="T2" fmla="*/ 45 w 4"/>
                <a:gd name="T3" fmla="*/ 122 h 13"/>
                <a:gd name="T4" fmla="*/ 36 w 4"/>
                <a:gd name="T5" fmla="*/ 0 h 13"/>
                <a:gd name="T6" fmla="*/ 0 w 4"/>
                <a:gd name="T7" fmla="*/ 0 h 13"/>
                <a:gd name="T8" fmla="*/ 11 w 4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1" y="13"/>
                  </a:moveTo>
                  <a:cubicBezTo>
                    <a:pt x="2" y="12"/>
                    <a:pt x="3" y="11"/>
                    <a:pt x="4" y="10"/>
                  </a:cubicBezTo>
                  <a:cubicBezTo>
                    <a:pt x="4" y="7"/>
                    <a:pt x="3" y="4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1" y="9"/>
                    <a:pt x="1" y="1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0" name="Freeform 821">
              <a:extLst>
                <a:ext uri="{FF2B5EF4-FFF2-40B4-BE49-F238E27FC236}">
                  <a16:creationId xmlns:a16="http://schemas.microsoft.com/office/drawing/2014/main" id="{C06DBABB-4B2D-4946-B679-1A878FC1C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445"/>
              <a:ext cx="20" cy="53"/>
            </a:xfrm>
            <a:custGeom>
              <a:avLst/>
              <a:gdLst>
                <a:gd name="T0" fmla="*/ 98 w 9"/>
                <a:gd name="T1" fmla="*/ 12 h 23"/>
                <a:gd name="T2" fmla="*/ 80 w 9"/>
                <a:gd name="T3" fmla="*/ 0 h 23"/>
                <a:gd name="T4" fmla="*/ 80 w 9"/>
                <a:gd name="T5" fmla="*/ 0 h 23"/>
                <a:gd name="T6" fmla="*/ 64 w 9"/>
                <a:gd name="T7" fmla="*/ 0 h 23"/>
                <a:gd name="T8" fmla="*/ 0 w 9"/>
                <a:gd name="T9" fmla="*/ 281 h 23"/>
                <a:gd name="T10" fmla="*/ 36 w 9"/>
                <a:gd name="T11" fmla="*/ 272 h 23"/>
                <a:gd name="T12" fmla="*/ 98 w 9"/>
                <a:gd name="T13" fmla="*/ 1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3">
                  <a:moveTo>
                    <a:pt x="9" y="1"/>
                  </a:moveTo>
                  <a:cubicBezTo>
                    <a:pt x="8" y="1"/>
                    <a:pt x="8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4" y="8"/>
                    <a:pt x="2" y="15"/>
                    <a:pt x="0" y="23"/>
                  </a:cubicBezTo>
                  <a:cubicBezTo>
                    <a:pt x="1" y="23"/>
                    <a:pt x="2" y="22"/>
                    <a:pt x="3" y="22"/>
                  </a:cubicBezTo>
                  <a:cubicBezTo>
                    <a:pt x="5" y="15"/>
                    <a:pt x="7" y="8"/>
                    <a:pt x="9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1" name="Freeform 822">
              <a:extLst>
                <a:ext uri="{FF2B5EF4-FFF2-40B4-BE49-F238E27FC236}">
                  <a16:creationId xmlns:a16="http://schemas.microsoft.com/office/drawing/2014/main" id="{A121514B-5448-4676-A4AC-52C0DBB5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375"/>
              <a:ext cx="18" cy="59"/>
            </a:xfrm>
            <a:custGeom>
              <a:avLst/>
              <a:gdLst>
                <a:gd name="T0" fmla="*/ 11 w 8"/>
                <a:gd name="T1" fmla="*/ 304 h 26"/>
                <a:gd name="T2" fmla="*/ 45 w 8"/>
                <a:gd name="T3" fmla="*/ 279 h 26"/>
                <a:gd name="T4" fmla="*/ 92 w 8"/>
                <a:gd name="T5" fmla="*/ 36 h 26"/>
                <a:gd name="T6" fmla="*/ 72 w 8"/>
                <a:gd name="T7" fmla="*/ 0 h 26"/>
                <a:gd name="T8" fmla="*/ 0 w 8"/>
                <a:gd name="T9" fmla="*/ 304 h 26"/>
                <a:gd name="T10" fmla="*/ 11 w 8"/>
                <a:gd name="T11" fmla="*/ 30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6">
                  <a:moveTo>
                    <a:pt x="1" y="26"/>
                  </a:moveTo>
                  <a:cubicBezTo>
                    <a:pt x="2" y="26"/>
                    <a:pt x="3" y="25"/>
                    <a:pt x="4" y="24"/>
                  </a:cubicBezTo>
                  <a:cubicBezTo>
                    <a:pt x="5" y="17"/>
                    <a:pt x="7" y="10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4" y="9"/>
                    <a:pt x="2" y="17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2" name="Freeform 823">
              <a:extLst>
                <a:ext uri="{FF2B5EF4-FFF2-40B4-BE49-F238E27FC236}">
                  <a16:creationId xmlns:a16="http://schemas.microsoft.com/office/drawing/2014/main" id="{CF7EBA21-FF26-47C9-BE20-FEA0C1065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020"/>
              <a:ext cx="6" cy="30"/>
            </a:xfrm>
            <a:custGeom>
              <a:avLst/>
              <a:gdLst>
                <a:gd name="T0" fmla="*/ 0 w 3"/>
                <a:gd name="T1" fmla="*/ 48 h 13"/>
                <a:gd name="T2" fmla="*/ 0 w 3"/>
                <a:gd name="T3" fmla="*/ 65 h 13"/>
                <a:gd name="T4" fmla="*/ 0 w 3"/>
                <a:gd name="T5" fmla="*/ 150 h 13"/>
                <a:gd name="T6" fmla="*/ 0 w 3"/>
                <a:gd name="T7" fmla="*/ 150 h 13"/>
                <a:gd name="T8" fmla="*/ 24 w 3"/>
                <a:gd name="T9" fmla="*/ 159 h 13"/>
                <a:gd name="T10" fmla="*/ 16 w 3"/>
                <a:gd name="T11" fmla="*/ 0 h 13"/>
                <a:gd name="T12" fmla="*/ 0 w 3"/>
                <a:gd name="T13" fmla="*/ 4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13">
                  <a:moveTo>
                    <a:pt x="0" y="4"/>
                  </a:moveTo>
                  <a:cubicBezTo>
                    <a:pt x="0" y="4"/>
                    <a:pt x="0" y="5"/>
                    <a:pt x="0" y="5"/>
                  </a:cubicBezTo>
                  <a:cubicBezTo>
                    <a:pt x="0" y="7"/>
                    <a:pt x="0" y="1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2" y="13"/>
                    <a:pt x="3" y="13"/>
                  </a:cubicBezTo>
                  <a:cubicBezTo>
                    <a:pt x="3" y="9"/>
                    <a:pt x="3" y="4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3" name="Freeform 824">
              <a:extLst>
                <a:ext uri="{FF2B5EF4-FFF2-40B4-BE49-F238E27FC236}">
                  <a16:creationId xmlns:a16="http://schemas.microsoft.com/office/drawing/2014/main" id="{68FC00B0-D74F-40B3-A78D-326F3E43D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505"/>
              <a:ext cx="5" cy="4"/>
            </a:xfrm>
            <a:custGeom>
              <a:avLst/>
              <a:gdLst>
                <a:gd name="T0" fmla="*/ 0 w 2"/>
                <a:gd name="T1" fmla="*/ 8 h 2"/>
                <a:gd name="T2" fmla="*/ 20 w 2"/>
                <a:gd name="T3" fmla="*/ 16 h 2"/>
                <a:gd name="T4" fmla="*/ 33 w 2"/>
                <a:gd name="T5" fmla="*/ 0 h 2"/>
                <a:gd name="T6" fmla="*/ 0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4" name="Freeform 825">
              <a:extLst>
                <a:ext uri="{FF2B5EF4-FFF2-40B4-BE49-F238E27FC236}">
                  <a16:creationId xmlns:a16="http://schemas.microsoft.com/office/drawing/2014/main" id="{ABA33314-22E2-4F8D-B8F8-DD66EF3C8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557"/>
              <a:ext cx="9" cy="10"/>
            </a:xfrm>
            <a:custGeom>
              <a:avLst/>
              <a:gdLst>
                <a:gd name="T0" fmla="*/ 0 w 4"/>
                <a:gd name="T1" fmla="*/ 20 h 4"/>
                <a:gd name="T2" fmla="*/ 0 w 4"/>
                <a:gd name="T3" fmla="*/ 20 h 4"/>
                <a:gd name="T4" fmla="*/ 25 w 4"/>
                <a:gd name="T5" fmla="*/ 63 h 4"/>
                <a:gd name="T6" fmla="*/ 45 w 4"/>
                <a:gd name="T7" fmla="*/ 0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3" y="3"/>
                    <a:pt x="3" y="1"/>
                    <a:pt x="4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5" name="Freeform 826">
              <a:extLst>
                <a:ext uri="{FF2B5EF4-FFF2-40B4-BE49-F238E27FC236}">
                  <a16:creationId xmlns:a16="http://schemas.microsoft.com/office/drawing/2014/main" id="{E3E18B32-0B70-4288-A6C9-5C3866B2F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253"/>
              <a:ext cx="22" cy="117"/>
            </a:xfrm>
            <a:custGeom>
              <a:avLst/>
              <a:gdLst>
                <a:gd name="T0" fmla="*/ 73 w 10"/>
                <a:gd name="T1" fmla="*/ 11 h 51"/>
                <a:gd name="T2" fmla="*/ 0 w 10"/>
                <a:gd name="T3" fmla="*/ 590 h 51"/>
                <a:gd name="T4" fmla="*/ 20 w 10"/>
                <a:gd name="T5" fmla="*/ 615 h 51"/>
                <a:gd name="T6" fmla="*/ 106 w 10"/>
                <a:gd name="T7" fmla="*/ 0 h 51"/>
                <a:gd name="T8" fmla="*/ 73 w 10"/>
                <a:gd name="T9" fmla="*/ 1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1">
                  <a:moveTo>
                    <a:pt x="7" y="1"/>
                  </a:moveTo>
                  <a:cubicBezTo>
                    <a:pt x="5" y="17"/>
                    <a:pt x="3" y="33"/>
                    <a:pt x="0" y="49"/>
                  </a:cubicBezTo>
                  <a:cubicBezTo>
                    <a:pt x="1" y="50"/>
                    <a:pt x="2" y="50"/>
                    <a:pt x="2" y="51"/>
                  </a:cubicBezTo>
                  <a:cubicBezTo>
                    <a:pt x="6" y="34"/>
                    <a:pt x="8" y="17"/>
                    <a:pt x="10" y="0"/>
                  </a:cubicBezTo>
                  <a:cubicBezTo>
                    <a:pt x="9" y="0"/>
                    <a:pt x="8" y="1"/>
                    <a:pt x="7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6" name="Freeform 827">
              <a:extLst>
                <a:ext uri="{FF2B5EF4-FFF2-40B4-BE49-F238E27FC236}">
                  <a16:creationId xmlns:a16="http://schemas.microsoft.com/office/drawing/2014/main" id="{C7A4B3B9-91BD-4E75-84AE-43BBFC2D4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514"/>
              <a:ext cx="17" cy="37"/>
            </a:xfrm>
            <a:custGeom>
              <a:avLst/>
              <a:gdLst>
                <a:gd name="T0" fmla="*/ 60 w 8"/>
                <a:gd name="T1" fmla="*/ 0 h 16"/>
                <a:gd name="T2" fmla="*/ 0 w 8"/>
                <a:gd name="T3" fmla="*/ 199 h 16"/>
                <a:gd name="T4" fmla="*/ 40 w 8"/>
                <a:gd name="T5" fmla="*/ 171 h 16"/>
                <a:gd name="T6" fmla="*/ 77 w 8"/>
                <a:gd name="T7" fmla="*/ 37 h 16"/>
                <a:gd name="T8" fmla="*/ 60 w 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6" y="0"/>
                  </a:moveTo>
                  <a:cubicBezTo>
                    <a:pt x="4" y="5"/>
                    <a:pt x="2" y="10"/>
                    <a:pt x="0" y="16"/>
                  </a:cubicBezTo>
                  <a:cubicBezTo>
                    <a:pt x="2" y="15"/>
                    <a:pt x="3" y="15"/>
                    <a:pt x="4" y="14"/>
                  </a:cubicBezTo>
                  <a:cubicBezTo>
                    <a:pt x="5" y="10"/>
                    <a:pt x="7" y="6"/>
                    <a:pt x="8" y="3"/>
                  </a:cubicBezTo>
                  <a:cubicBezTo>
                    <a:pt x="7" y="2"/>
                    <a:pt x="7" y="1"/>
                    <a:pt x="6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7" name="Freeform 828">
              <a:extLst>
                <a:ext uri="{FF2B5EF4-FFF2-40B4-BE49-F238E27FC236}">
                  <a16:creationId xmlns:a16="http://schemas.microsoft.com/office/drawing/2014/main" id="{2D98868A-12AA-4F83-A9DA-83D219B69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641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11 h 4"/>
                <a:gd name="T4" fmla="*/ 24 w 3"/>
                <a:gd name="T5" fmla="*/ 11 h 4"/>
                <a:gd name="T6" fmla="*/ 8 w 3"/>
                <a:gd name="T7" fmla="*/ 0 h 4"/>
                <a:gd name="T8" fmla="*/ 0 w 3"/>
                <a:gd name="T9" fmla="*/ 25 h 4"/>
                <a:gd name="T10" fmla="*/ 0 w 3"/>
                <a:gd name="T11" fmla="*/ 45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8" name="Freeform 829">
              <a:extLst>
                <a:ext uri="{FF2B5EF4-FFF2-40B4-BE49-F238E27FC236}">
                  <a16:creationId xmlns:a16="http://schemas.microsoft.com/office/drawing/2014/main" id="{616DC46D-D82A-4878-BD06-BA49FE723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2628"/>
              <a:ext cx="11" cy="16"/>
            </a:xfrm>
            <a:custGeom>
              <a:avLst/>
              <a:gdLst>
                <a:gd name="T0" fmla="*/ 20 w 5"/>
                <a:gd name="T1" fmla="*/ 0 h 7"/>
                <a:gd name="T2" fmla="*/ 0 w 5"/>
                <a:gd name="T3" fmla="*/ 57 h 7"/>
                <a:gd name="T4" fmla="*/ 9 w 5"/>
                <a:gd name="T5" fmla="*/ 85 h 7"/>
                <a:gd name="T6" fmla="*/ 33 w 5"/>
                <a:gd name="T7" fmla="*/ 73 h 7"/>
                <a:gd name="T8" fmla="*/ 53 w 5"/>
                <a:gd name="T9" fmla="*/ 0 h 7"/>
                <a:gd name="T10" fmla="*/ 20 w 5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1" y="2"/>
                    <a:pt x="1" y="3"/>
                    <a:pt x="0" y="5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2" y="7"/>
                    <a:pt x="3" y="7"/>
                    <a:pt x="3" y="6"/>
                  </a:cubicBezTo>
                  <a:cubicBezTo>
                    <a:pt x="4" y="4"/>
                    <a:pt x="4" y="2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9" name="Freeform 830">
              <a:extLst>
                <a:ext uri="{FF2B5EF4-FFF2-40B4-BE49-F238E27FC236}">
                  <a16:creationId xmlns:a16="http://schemas.microsoft.com/office/drawing/2014/main" id="{BEA4C377-6049-408E-ABBF-1407FB7C0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762"/>
              <a:ext cx="19" cy="133"/>
            </a:xfrm>
            <a:custGeom>
              <a:avLst/>
              <a:gdLst>
                <a:gd name="T0" fmla="*/ 27 w 9"/>
                <a:gd name="T1" fmla="*/ 94 h 58"/>
                <a:gd name="T2" fmla="*/ 17 w 9"/>
                <a:gd name="T3" fmla="*/ 0 h 58"/>
                <a:gd name="T4" fmla="*/ 0 w 9"/>
                <a:gd name="T5" fmla="*/ 37 h 58"/>
                <a:gd name="T6" fmla="*/ 0 w 9"/>
                <a:gd name="T7" fmla="*/ 94 h 58"/>
                <a:gd name="T8" fmla="*/ 17 w 9"/>
                <a:gd name="T9" fmla="*/ 300 h 58"/>
                <a:gd name="T10" fmla="*/ 57 w 9"/>
                <a:gd name="T11" fmla="*/ 699 h 58"/>
                <a:gd name="T12" fmla="*/ 84 w 9"/>
                <a:gd name="T13" fmla="*/ 674 h 58"/>
                <a:gd name="T14" fmla="*/ 49 w 9"/>
                <a:gd name="T15" fmla="*/ 289 h 58"/>
                <a:gd name="T16" fmla="*/ 27 w 9"/>
                <a:gd name="T17" fmla="*/ 94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58">
                  <a:moveTo>
                    <a:pt x="3" y="8"/>
                  </a:moveTo>
                  <a:cubicBezTo>
                    <a:pt x="3" y="6"/>
                    <a:pt x="3" y="3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0" y="5"/>
                    <a:pt x="0" y="7"/>
                    <a:pt x="0" y="8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7" y="57"/>
                    <a:pt x="8" y="56"/>
                    <a:pt x="9" y="56"/>
                  </a:cubicBezTo>
                  <a:cubicBezTo>
                    <a:pt x="5" y="24"/>
                    <a:pt x="5" y="24"/>
                    <a:pt x="5" y="24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0" name="Freeform 831">
              <a:extLst>
                <a:ext uri="{FF2B5EF4-FFF2-40B4-BE49-F238E27FC236}">
                  <a16:creationId xmlns:a16="http://schemas.microsoft.com/office/drawing/2014/main" id="{13E0805B-88A4-431A-8D07-7D4FD9AB0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710"/>
              <a:ext cx="7" cy="9"/>
            </a:xfrm>
            <a:custGeom>
              <a:avLst/>
              <a:gdLst>
                <a:gd name="T0" fmla="*/ 0 w 3"/>
                <a:gd name="T1" fmla="*/ 36 h 4"/>
                <a:gd name="T2" fmla="*/ 0 w 3"/>
                <a:gd name="T3" fmla="*/ 45 h 4"/>
                <a:gd name="T4" fmla="*/ 37 w 3"/>
                <a:gd name="T5" fmla="*/ 45 h 4"/>
                <a:gd name="T6" fmla="*/ 28 w 3"/>
                <a:gd name="T7" fmla="*/ 0 h 4"/>
                <a:gd name="T8" fmla="*/ 0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3"/>
                    <a:pt x="2" y="1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1" name="Freeform 832">
              <a:extLst>
                <a:ext uri="{FF2B5EF4-FFF2-40B4-BE49-F238E27FC236}">
                  <a16:creationId xmlns:a16="http://schemas.microsoft.com/office/drawing/2014/main" id="{9370D62B-B8EC-43A0-A7EF-8FD02143A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680"/>
              <a:ext cx="6" cy="7"/>
            </a:xfrm>
            <a:custGeom>
              <a:avLst/>
              <a:gdLst>
                <a:gd name="T0" fmla="*/ 0 w 3"/>
                <a:gd name="T1" fmla="*/ 37 h 3"/>
                <a:gd name="T2" fmla="*/ 0 w 3"/>
                <a:gd name="T3" fmla="*/ 37 h 3"/>
                <a:gd name="T4" fmla="*/ 24 w 3"/>
                <a:gd name="T5" fmla="*/ 37 h 3"/>
                <a:gd name="T6" fmla="*/ 16 w 3"/>
                <a:gd name="T7" fmla="*/ 0 h 3"/>
                <a:gd name="T8" fmla="*/ 0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2" name="Freeform 833">
              <a:extLst>
                <a:ext uri="{FF2B5EF4-FFF2-40B4-BE49-F238E27FC236}">
                  <a16:creationId xmlns:a16="http://schemas.microsoft.com/office/drawing/2014/main" id="{3C26C14D-6281-495E-A5C2-DFF4082A0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571"/>
              <a:ext cx="11" cy="21"/>
            </a:xfrm>
            <a:custGeom>
              <a:avLst/>
              <a:gdLst>
                <a:gd name="T0" fmla="*/ 53 w 5"/>
                <a:gd name="T1" fmla="*/ 65 h 9"/>
                <a:gd name="T2" fmla="*/ 33 w 5"/>
                <a:gd name="T3" fmla="*/ 0 h 9"/>
                <a:gd name="T4" fmla="*/ 0 w 5"/>
                <a:gd name="T5" fmla="*/ 114 h 9"/>
                <a:gd name="T6" fmla="*/ 53 w 5"/>
                <a:gd name="T7" fmla="*/ 6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5" y="5"/>
                  </a:moveTo>
                  <a:cubicBezTo>
                    <a:pt x="5" y="3"/>
                    <a:pt x="5" y="1"/>
                    <a:pt x="3" y="0"/>
                  </a:cubicBezTo>
                  <a:cubicBezTo>
                    <a:pt x="2" y="3"/>
                    <a:pt x="1" y="6"/>
                    <a:pt x="0" y="9"/>
                  </a:cubicBezTo>
                  <a:cubicBezTo>
                    <a:pt x="3" y="8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3" name="Freeform 834">
              <a:extLst>
                <a:ext uri="{FF2B5EF4-FFF2-40B4-BE49-F238E27FC236}">
                  <a16:creationId xmlns:a16="http://schemas.microsoft.com/office/drawing/2014/main" id="{D04999B2-1ABE-434B-B94F-D748F59C4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599"/>
              <a:ext cx="9" cy="9"/>
            </a:xfrm>
            <a:custGeom>
              <a:avLst/>
              <a:gdLst>
                <a:gd name="T0" fmla="*/ 11 w 4"/>
                <a:gd name="T1" fmla="*/ 11 h 4"/>
                <a:gd name="T2" fmla="*/ 0 w 4"/>
                <a:gd name="T3" fmla="*/ 25 h 4"/>
                <a:gd name="T4" fmla="*/ 36 w 4"/>
                <a:gd name="T5" fmla="*/ 45 h 4"/>
                <a:gd name="T6" fmla="*/ 45 w 4"/>
                <a:gd name="T7" fmla="*/ 0 h 4"/>
                <a:gd name="T8" fmla="*/ 11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3"/>
                    <a:pt x="3" y="4"/>
                  </a:cubicBezTo>
                  <a:cubicBezTo>
                    <a:pt x="3" y="2"/>
                    <a:pt x="4" y="1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4" name="Freeform 835">
              <a:extLst>
                <a:ext uri="{FF2B5EF4-FFF2-40B4-BE49-F238E27FC236}">
                  <a16:creationId xmlns:a16="http://schemas.microsoft.com/office/drawing/2014/main" id="{BF29F145-1BF3-4D17-A473-AE8B5A55C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66"/>
              <a:ext cx="7" cy="9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0 h 4"/>
                <a:gd name="T4" fmla="*/ 12 w 3"/>
                <a:gd name="T5" fmla="*/ 45 h 4"/>
                <a:gd name="T6" fmla="*/ 37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0"/>
                    <a:pt x="3" y="0"/>
                    <a:pt x="0" y="0"/>
                  </a:cubicBezTo>
                  <a:cubicBezTo>
                    <a:pt x="0" y="1"/>
                    <a:pt x="1" y="3"/>
                    <a:pt x="1" y="4"/>
                  </a:cubicBezTo>
                  <a:cubicBezTo>
                    <a:pt x="2" y="3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5" name="Freeform 836">
              <a:extLst>
                <a:ext uri="{FF2B5EF4-FFF2-40B4-BE49-F238E27FC236}">
                  <a16:creationId xmlns:a16="http://schemas.microsoft.com/office/drawing/2014/main" id="{24A6C9DC-27CC-496C-A9A8-2BA2E0A43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3282"/>
              <a:ext cx="9" cy="14"/>
            </a:xfrm>
            <a:custGeom>
              <a:avLst/>
              <a:gdLst>
                <a:gd name="T0" fmla="*/ 0 w 4"/>
                <a:gd name="T1" fmla="*/ 77 h 6"/>
                <a:gd name="T2" fmla="*/ 36 w 4"/>
                <a:gd name="T3" fmla="*/ 77 h 6"/>
                <a:gd name="T4" fmla="*/ 45 w 4"/>
                <a:gd name="T5" fmla="*/ 49 h 6"/>
                <a:gd name="T6" fmla="*/ 25 w 4"/>
                <a:gd name="T7" fmla="*/ 0 h 6"/>
                <a:gd name="T8" fmla="*/ 0 w 4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6"/>
                    <a:pt x="2" y="6"/>
                    <a:pt x="3" y="6"/>
                  </a:cubicBezTo>
                  <a:cubicBezTo>
                    <a:pt x="3" y="5"/>
                    <a:pt x="3" y="5"/>
                    <a:pt x="4" y="4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1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6" name="Freeform 837">
              <a:extLst>
                <a:ext uri="{FF2B5EF4-FFF2-40B4-BE49-F238E27FC236}">
                  <a16:creationId xmlns:a16="http://schemas.microsoft.com/office/drawing/2014/main" id="{AF007376-4E94-4660-8B73-C2D730863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615"/>
              <a:ext cx="9" cy="6"/>
            </a:xfrm>
            <a:custGeom>
              <a:avLst/>
              <a:gdLst>
                <a:gd name="T0" fmla="*/ 45 w 4"/>
                <a:gd name="T1" fmla="*/ 8 h 3"/>
                <a:gd name="T2" fmla="*/ 11 w 4"/>
                <a:gd name="T3" fmla="*/ 0 h 3"/>
                <a:gd name="T4" fmla="*/ 0 w 4"/>
                <a:gd name="T5" fmla="*/ 24 h 3"/>
                <a:gd name="T6" fmla="*/ 36 w 4"/>
                <a:gd name="T7" fmla="*/ 16 h 3"/>
                <a:gd name="T8" fmla="*/ 45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2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4" y="2"/>
                    <a:pt x="4" y="2"/>
                    <a:pt x="4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7" name="Freeform 838">
              <a:extLst>
                <a:ext uri="{FF2B5EF4-FFF2-40B4-BE49-F238E27FC236}">
                  <a16:creationId xmlns:a16="http://schemas.microsoft.com/office/drawing/2014/main" id="{EE88C7B3-B7DC-4597-B213-B46A456EC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599"/>
              <a:ext cx="6" cy="4"/>
            </a:xfrm>
            <a:custGeom>
              <a:avLst/>
              <a:gdLst>
                <a:gd name="T0" fmla="*/ 24 w 3"/>
                <a:gd name="T1" fmla="*/ 8 h 2"/>
                <a:gd name="T2" fmla="*/ 24 w 3"/>
                <a:gd name="T3" fmla="*/ 0 h 2"/>
                <a:gd name="T4" fmla="*/ 0 w 3"/>
                <a:gd name="T5" fmla="*/ 0 h 2"/>
                <a:gd name="T6" fmla="*/ 0 w 3"/>
                <a:gd name="T7" fmla="*/ 16 h 2"/>
                <a:gd name="T8" fmla="*/ 24 w 3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8" name="Freeform 839">
              <a:extLst>
                <a:ext uri="{FF2B5EF4-FFF2-40B4-BE49-F238E27FC236}">
                  <a16:creationId xmlns:a16="http://schemas.microsoft.com/office/drawing/2014/main" id="{8965C28D-CC19-4BEB-B779-833E30925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923"/>
              <a:ext cx="18" cy="64"/>
            </a:xfrm>
            <a:custGeom>
              <a:avLst/>
              <a:gdLst>
                <a:gd name="T0" fmla="*/ 45 w 8"/>
                <a:gd name="T1" fmla="*/ 309 h 28"/>
                <a:gd name="T2" fmla="*/ 92 w 8"/>
                <a:gd name="T3" fmla="*/ 25 h 28"/>
                <a:gd name="T4" fmla="*/ 72 w 8"/>
                <a:gd name="T5" fmla="*/ 0 h 28"/>
                <a:gd name="T6" fmla="*/ 72 w 8"/>
                <a:gd name="T7" fmla="*/ 0 h 28"/>
                <a:gd name="T8" fmla="*/ 0 w 8"/>
                <a:gd name="T9" fmla="*/ 334 h 28"/>
                <a:gd name="T10" fmla="*/ 45 w 8"/>
                <a:gd name="T11" fmla="*/ 30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8">
                  <a:moveTo>
                    <a:pt x="4" y="26"/>
                  </a:moveTo>
                  <a:cubicBezTo>
                    <a:pt x="6" y="18"/>
                    <a:pt x="7" y="10"/>
                    <a:pt x="8" y="2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10"/>
                    <a:pt x="2" y="19"/>
                    <a:pt x="0" y="28"/>
                  </a:cubicBezTo>
                  <a:cubicBezTo>
                    <a:pt x="2" y="27"/>
                    <a:pt x="3" y="27"/>
                    <a:pt x="4" y="26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9" name="Freeform 840">
              <a:extLst>
                <a:ext uri="{FF2B5EF4-FFF2-40B4-BE49-F238E27FC236}">
                  <a16:creationId xmlns:a16="http://schemas.microsoft.com/office/drawing/2014/main" id="{54C4E386-654C-4CC8-88D6-AE05F61AD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3305"/>
              <a:ext cx="2" cy="4"/>
            </a:xfrm>
            <a:custGeom>
              <a:avLst/>
              <a:gdLst>
                <a:gd name="T0" fmla="*/ 8 w 1"/>
                <a:gd name="T1" fmla="*/ 8 h 2"/>
                <a:gd name="T2" fmla="*/ 8 w 1"/>
                <a:gd name="T3" fmla="*/ 16 h 2"/>
                <a:gd name="T4" fmla="*/ 8 w 1"/>
                <a:gd name="T5" fmla="*/ 0 h 2"/>
                <a:gd name="T6" fmla="*/ 0 w 1"/>
                <a:gd name="T7" fmla="*/ 0 h 2"/>
                <a:gd name="T8" fmla="*/ 8 w 1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0" name="Freeform 841">
              <a:extLst>
                <a:ext uri="{FF2B5EF4-FFF2-40B4-BE49-F238E27FC236}">
                  <a16:creationId xmlns:a16="http://schemas.microsoft.com/office/drawing/2014/main" id="{8278D2BA-743A-4AC8-95F3-724FE6A24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528"/>
              <a:ext cx="13" cy="23"/>
            </a:xfrm>
            <a:custGeom>
              <a:avLst/>
              <a:gdLst>
                <a:gd name="T0" fmla="*/ 43 w 6"/>
                <a:gd name="T1" fmla="*/ 0 h 10"/>
                <a:gd name="T2" fmla="*/ 43 w 6"/>
                <a:gd name="T3" fmla="*/ 0 h 10"/>
                <a:gd name="T4" fmla="*/ 0 w 6"/>
                <a:gd name="T5" fmla="*/ 28 h 10"/>
                <a:gd name="T6" fmla="*/ 33 w 6"/>
                <a:gd name="T7" fmla="*/ 37 h 10"/>
                <a:gd name="T8" fmla="*/ 43 w 6"/>
                <a:gd name="T9" fmla="*/ 122 h 10"/>
                <a:gd name="T10" fmla="*/ 61 w 6"/>
                <a:gd name="T11" fmla="*/ 64 h 10"/>
                <a:gd name="T12" fmla="*/ 52 w 6"/>
                <a:gd name="T13" fmla="*/ 12 h 10"/>
                <a:gd name="T14" fmla="*/ 43 w 6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10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2"/>
                    <a:pt x="2" y="2"/>
                    <a:pt x="3" y="3"/>
                  </a:cubicBezTo>
                  <a:cubicBezTo>
                    <a:pt x="3" y="5"/>
                    <a:pt x="4" y="7"/>
                    <a:pt x="4" y="10"/>
                  </a:cubicBezTo>
                  <a:cubicBezTo>
                    <a:pt x="5" y="8"/>
                    <a:pt x="6" y="6"/>
                    <a:pt x="6" y="5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1" name="Freeform 842">
              <a:extLst>
                <a:ext uri="{FF2B5EF4-FFF2-40B4-BE49-F238E27FC236}">
                  <a16:creationId xmlns:a16="http://schemas.microsoft.com/office/drawing/2014/main" id="{E9F80F30-78B8-4D7B-B27F-3E55EEFC4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585"/>
              <a:ext cx="4" cy="4"/>
            </a:xfrm>
            <a:custGeom>
              <a:avLst/>
              <a:gdLst>
                <a:gd name="T0" fmla="*/ 16 w 2"/>
                <a:gd name="T1" fmla="*/ 16 h 2"/>
                <a:gd name="T2" fmla="*/ 16 w 2"/>
                <a:gd name="T3" fmla="*/ 0 h 2"/>
                <a:gd name="T4" fmla="*/ 0 w 2"/>
                <a:gd name="T5" fmla="*/ 16 h 2"/>
                <a:gd name="T6" fmla="*/ 16 w 2"/>
                <a:gd name="T7" fmla="*/ 1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2" name="Freeform 843">
              <a:extLst>
                <a:ext uri="{FF2B5EF4-FFF2-40B4-BE49-F238E27FC236}">
                  <a16:creationId xmlns:a16="http://schemas.microsoft.com/office/drawing/2014/main" id="{A3625CEF-926B-4425-97DF-FF651B9AE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573"/>
              <a:ext cx="4" cy="5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0 h 2"/>
                <a:gd name="T4" fmla="*/ 0 w 2"/>
                <a:gd name="T5" fmla="*/ 33 h 2"/>
                <a:gd name="T6" fmla="*/ 0 w 2"/>
                <a:gd name="T7" fmla="*/ 33 h 2"/>
                <a:gd name="T8" fmla="*/ 16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3" name="Freeform 844">
              <a:extLst>
                <a:ext uri="{FF2B5EF4-FFF2-40B4-BE49-F238E27FC236}">
                  <a16:creationId xmlns:a16="http://schemas.microsoft.com/office/drawing/2014/main" id="{0869D7BE-3A11-4310-9F41-A1BF66FC6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312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4" name="Freeform 845">
              <a:extLst>
                <a:ext uri="{FF2B5EF4-FFF2-40B4-BE49-F238E27FC236}">
                  <a16:creationId xmlns:a16="http://schemas.microsoft.com/office/drawing/2014/main" id="{8CBAB7DA-8B33-4803-AAA4-C108D7CB0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555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45 h 4"/>
                <a:gd name="T4" fmla="*/ 24 w 3"/>
                <a:gd name="T5" fmla="*/ 45 h 4"/>
                <a:gd name="T6" fmla="*/ 24 w 3"/>
                <a:gd name="T7" fmla="*/ 0 h 4"/>
                <a:gd name="T8" fmla="*/ 0 w 3"/>
                <a:gd name="T9" fmla="*/ 4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1"/>
                    <a:pt x="3" y="0"/>
                  </a:cubicBezTo>
                  <a:cubicBezTo>
                    <a:pt x="2" y="1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5" name="Freeform 846">
              <a:extLst>
                <a:ext uri="{FF2B5EF4-FFF2-40B4-BE49-F238E27FC236}">
                  <a16:creationId xmlns:a16="http://schemas.microsoft.com/office/drawing/2014/main" id="{9669354F-E73B-4F4A-877C-BD9EF0CFF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994"/>
              <a:ext cx="9" cy="9"/>
            </a:xfrm>
            <a:custGeom>
              <a:avLst/>
              <a:gdLst>
                <a:gd name="T0" fmla="*/ 0 w 4"/>
                <a:gd name="T1" fmla="*/ 36 h 4"/>
                <a:gd name="T2" fmla="*/ 0 w 4"/>
                <a:gd name="T3" fmla="*/ 36 h 4"/>
                <a:gd name="T4" fmla="*/ 36 w 4"/>
                <a:gd name="T5" fmla="*/ 45 h 4"/>
                <a:gd name="T6" fmla="*/ 45 w 4"/>
                <a:gd name="T7" fmla="*/ 0 h 4"/>
                <a:gd name="T8" fmla="*/ 25 w 4"/>
                <a:gd name="T9" fmla="*/ 11 h 4"/>
                <a:gd name="T10" fmla="*/ 0 w 4"/>
                <a:gd name="T11" fmla="*/ 36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3"/>
                    <a:pt x="3" y="2"/>
                    <a:pt x="4" y="0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6" name="Freeform 847">
              <a:extLst>
                <a:ext uri="{FF2B5EF4-FFF2-40B4-BE49-F238E27FC236}">
                  <a16:creationId xmlns:a16="http://schemas.microsoft.com/office/drawing/2014/main" id="{805E6460-E41B-4199-AEDE-A56C71676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254"/>
              <a:ext cx="8" cy="12"/>
            </a:xfrm>
            <a:custGeom>
              <a:avLst/>
              <a:gdLst>
                <a:gd name="T0" fmla="*/ 24 w 4"/>
                <a:gd name="T1" fmla="*/ 70 h 5"/>
                <a:gd name="T2" fmla="*/ 32 w 4"/>
                <a:gd name="T3" fmla="*/ 41 h 5"/>
                <a:gd name="T4" fmla="*/ 24 w 4"/>
                <a:gd name="T5" fmla="*/ 29 h 5"/>
                <a:gd name="T6" fmla="*/ 16 w 4"/>
                <a:gd name="T7" fmla="*/ 0 h 5"/>
                <a:gd name="T8" fmla="*/ 0 w 4"/>
                <a:gd name="T9" fmla="*/ 70 h 5"/>
                <a:gd name="T10" fmla="*/ 0 w 4"/>
                <a:gd name="T11" fmla="*/ 70 h 5"/>
                <a:gd name="T12" fmla="*/ 24 w 4"/>
                <a:gd name="T13" fmla="*/ 7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">
                  <a:moveTo>
                    <a:pt x="3" y="5"/>
                  </a:moveTo>
                  <a:cubicBezTo>
                    <a:pt x="4" y="5"/>
                    <a:pt x="4" y="4"/>
                    <a:pt x="4" y="3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7" name="Freeform 848">
              <a:extLst>
                <a:ext uri="{FF2B5EF4-FFF2-40B4-BE49-F238E27FC236}">
                  <a16:creationId xmlns:a16="http://schemas.microsoft.com/office/drawing/2014/main" id="{0EB29BA2-E059-49B4-B773-42CF18CBF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3245"/>
              <a:ext cx="7" cy="7"/>
            </a:xfrm>
            <a:custGeom>
              <a:avLst/>
              <a:gdLst>
                <a:gd name="T0" fmla="*/ 28 w 3"/>
                <a:gd name="T1" fmla="*/ 37 h 3"/>
                <a:gd name="T2" fmla="*/ 37 w 3"/>
                <a:gd name="T3" fmla="*/ 0 h 3"/>
                <a:gd name="T4" fmla="*/ 0 w 3"/>
                <a:gd name="T5" fmla="*/ 0 h 3"/>
                <a:gd name="T6" fmla="*/ 28 w 3"/>
                <a:gd name="T7" fmla="*/ 3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2" y="2"/>
                    <a:pt x="3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1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8" name="Freeform 849">
              <a:extLst>
                <a:ext uri="{FF2B5EF4-FFF2-40B4-BE49-F238E27FC236}">
                  <a16:creationId xmlns:a16="http://schemas.microsoft.com/office/drawing/2014/main" id="{6ABA6D56-71C9-4FAE-B602-71910629A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275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8 w 1"/>
                <a:gd name="T5" fmla="*/ 33 h 2"/>
                <a:gd name="T6" fmla="*/ 8 w 1"/>
                <a:gd name="T7" fmla="*/ 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9" name="Freeform 850">
              <a:extLst>
                <a:ext uri="{FF2B5EF4-FFF2-40B4-BE49-F238E27FC236}">
                  <a16:creationId xmlns:a16="http://schemas.microsoft.com/office/drawing/2014/main" id="{467A12F4-979F-4E81-A60E-9328F282D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628"/>
              <a:ext cx="7" cy="5"/>
            </a:xfrm>
            <a:custGeom>
              <a:avLst/>
              <a:gdLst>
                <a:gd name="T0" fmla="*/ 0 w 3"/>
                <a:gd name="T1" fmla="*/ 20 h 2"/>
                <a:gd name="T2" fmla="*/ 28 w 3"/>
                <a:gd name="T3" fmla="*/ 33 h 2"/>
                <a:gd name="T4" fmla="*/ 37 w 3"/>
                <a:gd name="T5" fmla="*/ 20 h 2"/>
                <a:gd name="T6" fmla="*/ 37 w 3"/>
                <a:gd name="T7" fmla="*/ 0 h 2"/>
                <a:gd name="T8" fmla="*/ 0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1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0" name="Freeform 851">
              <a:extLst>
                <a:ext uri="{FF2B5EF4-FFF2-40B4-BE49-F238E27FC236}">
                  <a16:creationId xmlns:a16="http://schemas.microsoft.com/office/drawing/2014/main" id="{B8A2CF8A-5FDC-4CF8-AD89-9A17E860C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525"/>
              <a:ext cx="79" cy="393"/>
            </a:xfrm>
            <a:custGeom>
              <a:avLst/>
              <a:gdLst>
                <a:gd name="T0" fmla="*/ 350 w 37"/>
                <a:gd name="T1" fmla="*/ 11 h 172"/>
                <a:gd name="T2" fmla="*/ 361 w 37"/>
                <a:gd name="T3" fmla="*/ 0 h 172"/>
                <a:gd name="T4" fmla="*/ 265 w 37"/>
                <a:gd name="T5" fmla="*/ 48 h 172"/>
                <a:gd name="T6" fmla="*/ 68 w 37"/>
                <a:gd name="T7" fmla="*/ 1179 h 172"/>
                <a:gd name="T8" fmla="*/ 68 w 37"/>
                <a:gd name="T9" fmla="*/ 1382 h 172"/>
                <a:gd name="T10" fmla="*/ 0 w 37"/>
                <a:gd name="T11" fmla="*/ 2027 h 172"/>
                <a:gd name="T12" fmla="*/ 19 w 37"/>
                <a:gd name="T13" fmla="*/ 2040 h 172"/>
                <a:gd name="T14" fmla="*/ 28 w 37"/>
                <a:gd name="T15" fmla="*/ 2052 h 172"/>
                <a:gd name="T16" fmla="*/ 96 w 37"/>
                <a:gd name="T17" fmla="*/ 1382 h 172"/>
                <a:gd name="T18" fmla="*/ 96 w 37"/>
                <a:gd name="T19" fmla="*/ 1179 h 172"/>
                <a:gd name="T20" fmla="*/ 282 w 37"/>
                <a:gd name="T21" fmla="*/ 85 h 172"/>
                <a:gd name="T22" fmla="*/ 342 w 37"/>
                <a:gd name="T23" fmla="*/ 48 h 172"/>
                <a:gd name="T24" fmla="*/ 350 w 37"/>
                <a:gd name="T25" fmla="*/ 11 h 1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172">
                  <a:moveTo>
                    <a:pt x="36" y="1"/>
                  </a:moveTo>
                  <a:cubicBezTo>
                    <a:pt x="37" y="1"/>
                    <a:pt x="37" y="1"/>
                    <a:pt x="37" y="0"/>
                  </a:cubicBezTo>
                  <a:cubicBezTo>
                    <a:pt x="34" y="1"/>
                    <a:pt x="30" y="2"/>
                    <a:pt x="27" y="4"/>
                  </a:cubicBezTo>
                  <a:cubicBezTo>
                    <a:pt x="9" y="19"/>
                    <a:pt x="8" y="69"/>
                    <a:pt x="7" y="99"/>
                  </a:cubicBezTo>
                  <a:cubicBezTo>
                    <a:pt x="7" y="116"/>
                    <a:pt x="7" y="116"/>
                    <a:pt x="7" y="116"/>
                  </a:cubicBezTo>
                  <a:cubicBezTo>
                    <a:pt x="5" y="133"/>
                    <a:pt x="3" y="151"/>
                    <a:pt x="0" y="170"/>
                  </a:cubicBezTo>
                  <a:cubicBezTo>
                    <a:pt x="1" y="170"/>
                    <a:pt x="1" y="171"/>
                    <a:pt x="2" y="171"/>
                  </a:cubicBezTo>
                  <a:cubicBezTo>
                    <a:pt x="2" y="171"/>
                    <a:pt x="3" y="172"/>
                    <a:pt x="3" y="172"/>
                  </a:cubicBezTo>
                  <a:cubicBezTo>
                    <a:pt x="6" y="153"/>
                    <a:pt x="8" y="134"/>
                    <a:pt x="10" y="116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11" y="72"/>
                    <a:pt x="12" y="21"/>
                    <a:pt x="29" y="7"/>
                  </a:cubicBezTo>
                  <a:cubicBezTo>
                    <a:pt x="31" y="5"/>
                    <a:pt x="33" y="5"/>
                    <a:pt x="35" y="4"/>
                  </a:cubicBezTo>
                  <a:cubicBezTo>
                    <a:pt x="35" y="3"/>
                    <a:pt x="36" y="2"/>
                    <a:pt x="36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1" name="Freeform 852">
              <a:extLst>
                <a:ext uri="{FF2B5EF4-FFF2-40B4-BE49-F238E27FC236}">
                  <a16:creationId xmlns:a16="http://schemas.microsoft.com/office/drawing/2014/main" id="{C5FE1DBE-9909-44A7-8379-64654E415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3323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0 h 2"/>
                <a:gd name="T4" fmla="*/ 0 w 3"/>
                <a:gd name="T5" fmla="*/ 0 h 2"/>
                <a:gd name="T6" fmla="*/ 12 w 3"/>
                <a:gd name="T7" fmla="*/ 33 h 2"/>
                <a:gd name="T8" fmla="*/ 37 w 3"/>
                <a:gd name="T9" fmla="*/ 20 h 2"/>
                <a:gd name="T10" fmla="*/ 37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2" name="Freeform 853">
              <a:extLst>
                <a:ext uri="{FF2B5EF4-FFF2-40B4-BE49-F238E27FC236}">
                  <a16:creationId xmlns:a16="http://schemas.microsoft.com/office/drawing/2014/main" id="{D2813316-CFAD-4AB5-979C-D30CCF97B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3094"/>
              <a:ext cx="19" cy="42"/>
            </a:xfrm>
            <a:custGeom>
              <a:avLst/>
              <a:gdLst>
                <a:gd name="T0" fmla="*/ 17 w 9"/>
                <a:gd name="T1" fmla="*/ 229 h 18"/>
                <a:gd name="T2" fmla="*/ 17 w 9"/>
                <a:gd name="T3" fmla="*/ 229 h 18"/>
                <a:gd name="T4" fmla="*/ 84 w 9"/>
                <a:gd name="T5" fmla="*/ 28 h 18"/>
                <a:gd name="T6" fmla="*/ 57 w 9"/>
                <a:gd name="T7" fmla="*/ 0 h 18"/>
                <a:gd name="T8" fmla="*/ 0 w 9"/>
                <a:gd name="T9" fmla="*/ 217 h 18"/>
                <a:gd name="T10" fmla="*/ 17 w 9"/>
                <a:gd name="T11" fmla="*/ 22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5" y="13"/>
                    <a:pt x="7" y="7"/>
                    <a:pt x="9" y="2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4" y="6"/>
                    <a:pt x="2" y="11"/>
                    <a:pt x="0" y="17"/>
                  </a:cubicBezTo>
                  <a:cubicBezTo>
                    <a:pt x="1" y="17"/>
                    <a:pt x="1" y="17"/>
                    <a:pt x="2" y="18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3" name="Freeform 854">
              <a:extLst>
                <a:ext uri="{FF2B5EF4-FFF2-40B4-BE49-F238E27FC236}">
                  <a16:creationId xmlns:a16="http://schemas.microsoft.com/office/drawing/2014/main" id="{B3A9F1FB-D2E4-4AE8-A664-F94FB92BA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147"/>
              <a:ext cx="35" cy="64"/>
            </a:xfrm>
            <a:custGeom>
              <a:avLst/>
              <a:gdLst>
                <a:gd name="T0" fmla="*/ 33 w 16"/>
                <a:gd name="T1" fmla="*/ 334 h 28"/>
                <a:gd name="T2" fmla="*/ 53 w 16"/>
                <a:gd name="T3" fmla="*/ 288 h 28"/>
                <a:gd name="T4" fmla="*/ 168 w 16"/>
                <a:gd name="T5" fmla="*/ 11 h 28"/>
                <a:gd name="T6" fmla="*/ 133 w 16"/>
                <a:gd name="T7" fmla="*/ 0 h 28"/>
                <a:gd name="T8" fmla="*/ 33 w 16"/>
                <a:gd name="T9" fmla="*/ 261 h 28"/>
                <a:gd name="T10" fmla="*/ 0 w 16"/>
                <a:gd name="T11" fmla="*/ 325 h 28"/>
                <a:gd name="T12" fmla="*/ 33 w 16"/>
                <a:gd name="T13" fmla="*/ 33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8">
                  <a:moveTo>
                    <a:pt x="3" y="28"/>
                  </a:moveTo>
                  <a:cubicBezTo>
                    <a:pt x="4" y="26"/>
                    <a:pt x="5" y="25"/>
                    <a:pt x="5" y="24"/>
                  </a:cubicBezTo>
                  <a:cubicBezTo>
                    <a:pt x="9" y="16"/>
                    <a:pt x="12" y="9"/>
                    <a:pt x="16" y="1"/>
                  </a:cubicBezTo>
                  <a:cubicBezTo>
                    <a:pt x="15" y="0"/>
                    <a:pt x="14" y="0"/>
                    <a:pt x="13" y="0"/>
                  </a:cubicBezTo>
                  <a:cubicBezTo>
                    <a:pt x="9" y="7"/>
                    <a:pt x="6" y="15"/>
                    <a:pt x="3" y="22"/>
                  </a:cubicBezTo>
                  <a:cubicBezTo>
                    <a:pt x="2" y="24"/>
                    <a:pt x="1" y="25"/>
                    <a:pt x="0" y="27"/>
                  </a:cubicBezTo>
                  <a:cubicBezTo>
                    <a:pt x="1" y="27"/>
                    <a:pt x="2" y="27"/>
                    <a:pt x="3" y="28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4" name="Freeform 855">
              <a:extLst>
                <a:ext uri="{FF2B5EF4-FFF2-40B4-BE49-F238E27FC236}">
                  <a16:creationId xmlns:a16="http://schemas.microsoft.com/office/drawing/2014/main" id="{D8B0AA96-6298-4D06-A3AC-9D98453EE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3220"/>
              <a:ext cx="10" cy="16"/>
            </a:xfrm>
            <a:custGeom>
              <a:avLst/>
              <a:gdLst>
                <a:gd name="T0" fmla="*/ 24 w 5"/>
                <a:gd name="T1" fmla="*/ 85 h 7"/>
                <a:gd name="T2" fmla="*/ 40 w 5"/>
                <a:gd name="T3" fmla="*/ 37 h 7"/>
                <a:gd name="T4" fmla="*/ 24 w 5"/>
                <a:gd name="T5" fmla="*/ 11 h 7"/>
                <a:gd name="T6" fmla="*/ 24 w 5"/>
                <a:gd name="T7" fmla="*/ 0 h 7"/>
                <a:gd name="T8" fmla="*/ 0 w 5"/>
                <a:gd name="T9" fmla="*/ 85 h 7"/>
                <a:gd name="T10" fmla="*/ 24 w 5"/>
                <a:gd name="T11" fmla="*/ 85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4" y="6"/>
                    <a:pt x="4" y="4"/>
                    <a:pt x="5" y="3"/>
                  </a:cubicBezTo>
                  <a:cubicBezTo>
                    <a:pt x="4" y="2"/>
                    <a:pt x="4" y="2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3"/>
                    <a:pt x="1" y="5"/>
                    <a:pt x="0" y="7"/>
                  </a:cubicBezTo>
                  <a:cubicBezTo>
                    <a:pt x="1" y="7"/>
                    <a:pt x="2" y="7"/>
                    <a:pt x="3" y="7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5" name="Freeform 856">
              <a:extLst>
                <a:ext uri="{FF2B5EF4-FFF2-40B4-BE49-F238E27FC236}">
                  <a16:creationId xmlns:a16="http://schemas.microsoft.com/office/drawing/2014/main" id="{0F24F0BD-6EB7-4BBD-9A90-BAB584ACE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3010"/>
              <a:ext cx="28" cy="73"/>
            </a:xfrm>
            <a:custGeom>
              <a:avLst/>
              <a:gdLst>
                <a:gd name="T0" fmla="*/ 60 w 13"/>
                <a:gd name="T1" fmla="*/ 297 h 32"/>
                <a:gd name="T2" fmla="*/ 129 w 13"/>
                <a:gd name="T3" fmla="*/ 11 h 32"/>
                <a:gd name="T4" fmla="*/ 101 w 13"/>
                <a:gd name="T5" fmla="*/ 0 h 32"/>
                <a:gd name="T6" fmla="*/ 28 w 13"/>
                <a:gd name="T7" fmla="*/ 285 h 32"/>
                <a:gd name="T8" fmla="*/ 0 w 13"/>
                <a:gd name="T9" fmla="*/ 381 h 32"/>
                <a:gd name="T10" fmla="*/ 41 w 13"/>
                <a:gd name="T11" fmla="*/ 381 h 32"/>
                <a:gd name="T12" fmla="*/ 60 w 13"/>
                <a:gd name="T13" fmla="*/ 297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32">
                  <a:moveTo>
                    <a:pt x="6" y="25"/>
                  </a:moveTo>
                  <a:cubicBezTo>
                    <a:pt x="8" y="17"/>
                    <a:pt x="11" y="9"/>
                    <a:pt x="13" y="1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8" y="8"/>
                    <a:pt x="6" y="16"/>
                    <a:pt x="3" y="24"/>
                  </a:cubicBezTo>
                  <a:cubicBezTo>
                    <a:pt x="2" y="27"/>
                    <a:pt x="1" y="30"/>
                    <a:pt x="0" y="32"/>
                  </a:cubicBezTo>
                  <a:cubicBezTo>
                    <a:pt x="1" y="32"/>
                    <a:pt x="2" y="32"/>
                    <a:pt x="4" y="32"/>
                  </a:cubicBezTo>
                  <a:cubicBezTo>
                    <a:pt x="4" y="30"/>
                    <a:pt x="5" y="27"/>
                    <a:pt x="6" y="25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6" name="Freeform 857">
              <a:extLst>
                <a:ext uri="{FF2B5EF4-FFF2-40B4-BE49-F238E27FC236}">
                  <a16:creationId xmlns:a16="http://schemas.microsoft.com/office/drawing/2014/main" id="{81295F01-CE07-434E-A096-8D867396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202"/>
              <a:ext cx="25" cy="48"/>
            </a:xfrm>
            <a:custGeom>
              <a:avLst/>
              <a:gdLst>
                <a:gd name="T0" fmla="*/ 83 w 12"/>
                <a:gd name="T1" fmla="*/ 0 h 21"/>
                <a:gd name="T2" fmla="*/ 0 w 12"/>
                <a:gd name="T3" fmla="*/ 215 h 21"/>
                <a:gd name="T4" fmla="*/ 17 w 12"/>
                <a:gd name="T5" fmla="*/ 251 h 21"/>
                <a:gd name="T6" fmla="*/ 108 w 12"/>
                <a:gd name="T7" fmla="*/ 11 h 21"/>
                <a:gd name="T8" fmla="*/ 83 w 1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1">
                  <a:moveTo>
                    <a:pt x="9" y="0"/>
                  </a:moveTo>
                  <a:cubicBezTo>
                    <a:pt x="6" y="6"/>
                    <a:pt x="3" y="12"/>
                    <a:pt x="0" y="18"/>
                  </a:cubicBezTo>
                  <a:cubicBezTo>
                    <a:pt x="1" y="19"/>
                    <a:pt x="2" y="20"/>
                    <a:pt x="2" y="21"/>
                  </a:cubicBezTo>
                  <a:cubicBezTo>
                    <a:pt x="6" y="14"/>
                    <a:pt x="9" y="7"/>
                    <a:pt x="12" y="1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7" name="Freeform 858">
              <a:extLst>
                <a:ext uri="{FF2B5EF4-FFF2-40B4-BE49-F238E27FC236}">
                  <a16:creationId xmlns:a16="http://schemas.microsoft.com/office/drawing/2014/main" id="{9E191CE5-A1AE-4136-870A-18FDB4EFE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044"/>
              <a:ext cx="9" cy="14"/>
            </a:xfrm>
            <a:custGeom>
              <a:avLst/>
              <a:gdLst>
                <a:gd name="T0" fmla="*/ 25 w 4"/>
                <a:gd name="T1" fmla="*/ 0 h 6"/>
                <a:gd name="T2" fmla="*/ 0 w 4"/>
                <a:gd name="T3" fmla="*/ 49 h 6"/>
                <a:gd name="T4" fmla="*/ 25 w 4"/>
                <a:gd name="T5" fmla="*/ 77 h 6"/>
                <a:gd name="T6" fmla="*/ 25 w 4"/>
                <a:gd name="T7" fmla="*/ 77 h 6"/>
                <a:gd name="T8" fmla="*/ 45 w 4"/>
                <a:gd name="T9" fmla="*/ 12 h 6"/>
                <a:gd name="T10" fmla="*/ 25 w 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8" name="Freeform 859">
              <a:extLst>
                <a:ext uri="{FF2B5EF4-FFF2-40B4-BE49-F238E27FC236}">
                  <a16:creationId xmlns:a16="http://schemas.microsoft.com/office/drawing/2014/main" id="{9D617C28-19D1-4CD3-B252-EB4201A81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133"/>
              <a:ext cx="27" cy="53"/>
            </a:xfrm>
            <a:custGeom>
              <a:avLst/>
              <a:gdLst>
                <a:gd name="T0" fmla="*/ 108 w 13"/>
                <a:gd name="T1" fmla="*/ 12 h 23"/>
                <a:gd name="T2" fmla="*/ 91 w 13"/>
                <a:gd name="T3" fmla="*/ 0 h 23"/>
                <a:gd name="T4" fmla="*/ 17 w 13"/>
                <a:gd name="T5" fmla="*/ 196 h 23"/>
                <a:gd name="T6" fmla="*/ 0 w 13"/>
                <a:gd name="T7" fmla="*/ 244 h 23"/>
                <a:gd name="T8" fmla="*/ 17 w 13"/>
                <a:gd name="T9" fmla="*/ 281 h 23"/>
                <a:gd name="T10" fmla="*/ 44 w 13"/>
                <a:gd name="T11" fmla="*/ 217 h 23"/>
                <a:gd name="T12" fmla="*/ 116 w 13"/>
                <a:gd name="T13" fmla="*/ 12 h 23"/>
                <a:gd name="T14" fmla="*/ 108 w 13"/>
                <a:gd name="T15" fmla="*/ 12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3">
                  <a:moveTo>
                    <a:pt x="12" y="1"/>
                  </a:moveTo>
                  <a:cubicBezTo>
                    <a:pt x="11" y="1"/>
                    <a:pt x="11" y="1"/>
                    <a:pt x="10" y="0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8"/>
                    <a:pt x="1" y="19"/>
                    <a:pt x="0" y="20"/>
                  </a:cubicBezTo>
                  <a:cubicBezTo>
                    <a:pt x="1" y="21"/>
                    <a:pt x="2" y="22"/>
                    <a:pt x="2" y="23"/>
                  </a:cubicBezTo>
                  <a:cubicBezTo>
                    <a:pt x="3" y="22"/>
                    <a:pt x="4" y="20"/>
                    <a:pt x="5" y="18"/>
                  </a:cubicBezTo>
                  <a:cubicBezTo>
                    <a:pt x="13" y="1"/>
                    <a:pt x="13" y="1"/>
                    <a:pt x="13" y="1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9" name="Freeform 860">
              <a:extLst>
                <a:ext uri="{FF2B5EF4-FFF2-40B4-BE49-F238E27FC236}">
                  <a16:creationId xmlns:a16="http://schemas.microsoft.com/office/drawing/2014/main" id="{196C777A-6E1A-4FA5-92D7-59FA2FA29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06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0" name="Freeform 861">
              <a:extLst>
                <a:ext uri="{FF2B5EF4-FFF2-40B4-BE49-F238E27FC236}">
                  <a16:creationId xmlns:a16="http://schemas.microsoft.com/office/drawing/2014/main" id="{A249B247-1C27-4149-97C0-814A6B0E7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3072"/>
              <a:ext cx="10" cy="11"/>
            </a:xfrm>
            <a:custGeom>
              <a:avLst/>
              <a:gdLst>
                <a:gd name="T0" fmla="*/ 8 w 5"/>
                <a:gd name="T1" fmla="*/ 9 h 5"/>
                <a:gd name="T2" fmla="*/ 0 w 5"/>
                <a:gd name="T3" fmla="*/ 20 h 5"/>
                <a:gd name="T4" fmla="*/ 24 w 5"/>
                <a:gd name="T5" fmla="*/ 53 h 5"/>
                <a:gd name="T6" fmla="*/ 40 w 5"/>
                <a:gd name="T7" fmla="*/ 0 h 5"/>
                <a:gd name="T8" fmla="*/ 16 w 5"/>
                <a:gd name="T9" fmla="*/ 0 h 5"/>
                <a:gd name="T10" fmla="*/ 8 w 5"/>
                <a:gd name="T11" fmla="*/ 9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2" y="4"/>
                    <a:pt x="3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1" name="Freeform 862">
              <a:extLst>
                <a:ext uri="{FF2B5EF4-FFF2-40B4-BE49-F238E27FC236}">
                  <a16:creationId xmlns:a16="http://schemas.microsoft.com/office/drawing/2014/main" id="{1DDBB6F5-3B46-4D9B-903D-77E1B39A6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252"/>
              <a:ext cx="183" cy="510"/>
            </a:xfrm>
            <a:custGeom>
              <a:avLst/>
              <a:gdLst>
                <a:gd name="T0" fmla="*/ 848 w 85"/>
                <a:gd name="T1" fmla="*/ 37 h 223"/>
                <a:gd name="T2" fmla="*/ 829 w 85"/>
                <a:gd name="T3" fmla="*/ 0 h 223"/>
                <a:gd name="T4" fmla="*/ 0 w 85"/>
                <a:gd name="T5" fmla="*/ 2641 h 223"/>
                <a:gd name="T6" fmla="*/ 9 w 85"/>
                <a:gd name="T7" fmla="*/ 2667 h 223"/>
                <a:gd name="T8" fmla="*/ 28 w 85"/>
                <a:gd name="T9" fmla="*/ 2657 h 223"/>
                <a:gd name="T10" fmla="*/ 848 w 85"/>
                <a:gd name="T11" fmla="*/ 37 h 223"/>
                <a:gd name="T12" fmla="*/ 848 w 85"/>
                <a:gd name="T13" fmla="*/ 37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223">
                  <a:moveTo>
                    <a:pt x="85" y="3"/>
                  </a:moveTo>
                  <a:cubicBezTo>
                    <a:pt x="84" y="2"/>
                    <a:pt x="84" y="1"/>
                    <a:pt x="83" y="0"/>
                  </a:cubicBezTo>
                  <a:cubicBezTo>
                    <a:pt x="48" y="72"/>
                    <a:pt x="16" y="142"/>
                    <a:pt x="0" y="221"/>
                  </a:cubicBezTo>
                  <a:cubicBezTo>
                    <a:pt x="0" y="222"/>
                    <a:pt x="1" y="223"/>
                    <a:pt x="1" y="223"/>
                  </a:cubicBezTo>
                  <a:cubicBezTo>
                    <a:pt x="2" y="223"/>
                    <a:pt x="3" y="223"/>
                    <a:pt x="3" y="222"/>
                  </a:cubicBezTo>
                  <a:cubicBezTo>
                    <a:pt x="19" y="144"/>
                    <a:pt x="50" y="74"/>
                    <a:pt x="85" y="3"/>
                  </a:cubicBezTo>
                  <a:cubicBezTo>
                    <a:pt x="85" y="3"/>
                    <a:pt x="85" y="3"/>
                    <a:pt x="85" y="3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2" name="Freeform 863">
              <a:extLst>
                <a:ext uri="{FF2B5EF4-FFF2-40B4-BE49-F238E27FC236}">
                  <a16:creationId xmlns:a16="http://schemas.microsoft.com/office/drawing/2014/main" id="{88A213E6-74DC-456C-B128-A1498630A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088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8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3" name="Freeform 864">
              <a:extLst>
                <a:ext uri="{FF2B5EF4-FFF2-40B4-BE49-F238E27FC236}">
                  <a16:creationId xmlns:a16="http://schemas.microsoft.com/office/drawing/2014/main" id="{499A5524-FBB7-4281-AA40-2BBFE1772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3035"/>
              <a:ext cx="4" cy="2"/>
            </a:xfrm>
            <a:custGeom>
              <a:avLst/>
              <a:gdLst>
                <a:gd name="T0" fmla="*/ 16 w 2"/>
                <a:gd name="T1" fmla="*/ 8 h 1"/>
                <a:gd name="T2" fmla="*/ 8 w 2"/>
                <a:gd name="T3" fmla="*/ 8 h 1"/>
                <a:gd name="T4" fmla="*/ 0 w 2"/>
                <a:gd name="T5" fmla="*/ 0 h 1"/>
                <a:gd name="T6" fmla="*/ 16 w 2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4" name="Freeform 865">
              <a:extLst>
                <a:ext uri="{FF2B5EF4-FFF2-40B4-BE49-F238E27FC236}">
                  <a16:creationId xmlns:a16="http://schemas.microsoft.com/office/drawing/2014/main" id="{A8D6A68E-DC98-404E-9C8A-58C724E5D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3099"/>
              <a:ext cx="15" cy="25"/>
            </a:xfrm>
            <a:custGeom>
              <a:avLst/>
              <a:gdLst>
                <a:gd name="T0" fmla="*/ 41 w 7"/>
                <a:gd name="T1" fmla="*/ 0 h 11"/>
                <a:gd name="T2" fmla="*/ 0 w 7"/>
                <a:gd name="T3" fmla="*/ 93 h 11"/>
                <a:gd name="T4" fmla="*/ 19 w 7"/>
                <a:gd name="T5" fmla="*/ 130 h 11"/>
                <a:gd name="T6" fmla="*/ 69 w 7"/>
                <a:gd name="T7" fmla="*/ 0 h 11"/>
                <a:gd name="T8" fmla="*/ 41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4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1" y="9"/>
                    <a:pt x="1" y="10"/>
                    <a:pt x="2" y="1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5" name="Freeform 866">
              <a:extLst>
                <a:ext uri="{FF2B5EF4-FFF2-40B4-BE49-F238E27FC236}">
                  <a16:creationId xmlns:a16="http://schemas.microsoft.com/office/drawing/2014/main" id="{35597C00-A8B1-4698-BF60-F0867C9EB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3190"/>
              <a:ext cx="4" cy="5"/>
            </a:xfrm>
            <a:custGeom>
              <a:avLst/>
              <a:gdLst>
                <a:gd name="T0" fmla="*/ 16 w 2"/>
                <a:gd name="T1" fmla="*/ 33 h 2"/>
                <a:gd name="T2" fmla="*/ 16 w 2"/>
                <a:gd name="T3" fmla="*/ 20 h 2"/>
                <a:gd name="T4" fmla="*/ 8 w 2"/>
                <a:gd name="T5" fmla="*/ 0 h 2"/>
                <a:gd name="T6" fmla="*/ 0 w 2"/>
                <a:gd name="T7" fmla="*/ 20 h 2"/>
                <a:gd name="T8" fmla="*/ 16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BC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6" name="Freeform 867">
              <a:extLst>
                <a:ext uri="{FF2B5EF4-FFF2-40B4-BE49-F238E27FC236}">
                  <a16:creationId xmlns:a16="http://schemas.microsoft.com/office/drawing/2014/main" id="{54AFA1C4-3687-4131-8891-FBB21E3B6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777"/>
              <a:ext cx="487" cy="2978"/>
            </a:xfrm>
            <a:custGeom>
              <a:avLst/>
              <a:gdLst>
                <a:gd name="T0" fmla="*/ 0 w 227"/>
                <a:gd name="T1" fmla="*/ 15555 h 1303"/>
                <a:gd name="T2" fmla="*/ 1946 w 227"/>
                <a:gd name="T3" fmla="*/ 6612 h 1303"/>
                <a:gd name="T4" fmla="*/ 888 w 227"/>
                <a:gd name="T5" fmla="*/ 1959 h 1303"/>
                <a:gd name="T6" fmla="*/ 363 w 227"/>
                <a:gd name="T7" fmla="*/ 0 h 13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1303">
                  <a:moveTo>
                    <a:pt x="0" y="1303"/>
                  </a:moveTo>
                  <a:cubicBezTo>
                    <a:pt x="41" y="1041"/>
                    <a:pt x="227" y="832"/>
                    <a:pt x="197" y="554"/>
                  </a:cubicBezTo>
                  <a:cubicBezTo>
                    <a:pt x="181" y="409"/>
                    <a:pt x="153" y="288"/>
                    <a:pt x="90" y="164"/>
                  </a:cubicBezTo>
                  <a:cubicBezTo>
                    <a:pt x="64" y="114"/>
                    <a:pt x="50" y="56"/>
                    <a:pt x="37" y="0"/>
                  </a:cubicBezTo>
                </a:path>
              </a:pathLst>
            </a:custGeom>
            <a:noFill/>
            <a:ln w="9525" cap="flat">
              <a:solidFill>
                <a:srgbClr val="00465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7" name="Freeform 868">
              <a:extLst>
                <a:ext uri="{FF2B5EF4-FFF2-40B4-BE49-F238E27FC236}">
                  <a16:creationId xmlns:a16="http://schemas.microsoft.com/office/drawing/2014/main" id="{AB2A2F04-E1EB-444B-A21D-AA986254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534"/>
              <a:ext cx="172" cy="125"/>
            </a:xfrm>
            <a:custGeom>
              <a:avLst/>
              <a:gdLst>
                <a:gd name="T0" fmla="*/ 129 w 80"/>
                <a:gd name="T1" fmla="*/ 259 h 55"/>
                <a:gd name="T2" fmla="*/ 80 w 80"/>
                <a:gd name="T3" fmla="*/ 491 h 55"/>
                <a:gd name="T4" fmla="*/ 286 w 80"/>
                <a:gd name="T5" fmla="*/ 398 h 55"/>
                <a:gd name="T6" fmla="*/ 796 w 80"/>
                <a:gd name="T7" fmla="*/ 645 h 55"/>
                <a:gd name="T8" fmla="*/ 209 w 80"/>
                <a:gd name="T9" fmla="*/ 21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5">
                  <a:moveTo>
                    <a:pt x="13" y="22"/>
                  </a:moveTo>
                  <a:cubicBezTo>
                    <a:pt x="6" y="25"/>
                    <a:pt x="0" y="36"/>
                    <a:pt x="8" y="42"/>
                  </a:cubicBezTo>
                  <a:cubicBezTo>
                    <a:pt x="14" y="47"/>
                    <a:pt x="23" y="36"/>
                    <a:pt x="29" y="34"/>
                  </a:cubicBezTo>
                  <a:cubicBezTo>
                    <a:pt x="47" y="28"/>
                    <a:pt x="68" y="42"/>
                    <a:pt x="80" y="55"/>
                  </a:cubicBezTo>
                  <a:cubicBezTo>
                    <a:pt x="75" y="37"/>
                    <a:pt x="42" y="0"/>
                    <a:pt x="21" y="18"/>
                  </a:cubicBezTo>
                </a:path>
              </a:pathLst>
            </a:custGeom>
            <a:solidFill>
              <a:srgbClr val="CFA3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8" name="Freeform 869">
              <a:extLst>
                <a:ext uri="{FF2B5EF4-FFF2-40B4-BE49-F238E27FC236}">
                  <a16:creationId xmlns:a16="http://schemas.microsoft.com/office/drawing/2014/main" id="{591950C5-AAEF-4F46-8A4D-ABDCECE1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440"/>
              <a:ext cx="71" cy="148"/>
            </a:xfrm>
            <a:custGeom>
              <a:avLst/>
              <a:gdLst>
                <a:gd name="T0" fmla="*/ 157 w 33"/>
                <a:gd name="T1" fmla="*/ 0 h 65"/>
                <a:gd name="T2" fmla="*/ 19 w 33"/>
                <a:gd name="T3" fmla="*/ 767 h 65"/>
                <a:gd name="T4" fmla="*/ 269 w 33"/>
                <a:gd name="T5" fmla="*/ 685 h 65"/>
                <a:gd name="T6" fmla="*/ 200 w 33"/>
                <a:gd name="T7" fmla="*/ 155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65">
                  <a:moveTo>
                    <a:pt x="16" y="0"/>
                  </a:moveTo>
                  <a:cubicBezTo>
                    <a:pt x="10" y="21"/>
                    <a:pt x="0" y="42"/>
                    <a:pt x="2" y="65"/>
                  </a:cubicBezTo>
                  <a:cubicBezTo>
                    <a:pt x="9" y="61"/>
                    <a:pt x="19" y="44"/>
                    <a:pt x="27" y="58"/>
                  </a:cubicBezTo>
                  <a:cubicBezTo>
                    <a:pt x="33" y="42"/>
                    <a:pt x="8" y="32"/>
                    <a:pt x="20" y="13"/>
                  </a:cubicBezTo>
                </a:path>
              </a:pathLst>
            </a:custGeom>
            <a:solidFill>
              <a:srgbClr val="CFA3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9" name="Freeform 870">
              <a:extLst>
                <a:ext uri="{FF2B5EF4-FFF2-40B4-BE49-F238E27FC236}">
                  <a16:creationId xmlns:a16="http://schemas.microsoft.com/office/drawing/2014/main" id="{800B4DB7-109F-46FB-8D4C-84E67F353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568"/>
              <a:ext cx="67" cy="34"/>
            </a:xfrm>
            <a:custGeom>
              <a:avLst/>
              <a:gdLst>
                <a:gd name="T0" fmla="*/ 0 w 31"/>
                <a:gd name="T1" fmla="*/ 138 h 15"/>
                <a:gd name="T2" fmla="*/ 313 w 31"/>
                <a:gd name="T3" fmla="*/ 165 h 15"/>
                <a:gd name="T4" fmla="*/ 41 w 31"/>
                <a:gd name="T5" fmla="*/ 17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5">
                  <a:moveTo>
                    <a:pt x="0" y="12"/>
                  </a:moveTo>
                  <a:cubicBezTo>
                    <a:pt x="10" y="0"/>
                    <a:pt x="21" y="4"/>
                    <a:pt x="31" y="14"/>
                  </a:cubicBezTo>
                  <a:cubicBezTo>
                    <a:pt x="23" y="7"/>
                    <a:pt x="13" y="14"/>
                    <a:pt x="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0" name="Freeform 871">
              <a:extLst>
                <a:ext uri="{FF2B5EF4-FFF2-40B4-BE49-F238E27FC236}">
                  <a16:creationId xmlns:a16="http://schemas.microsoft.com/office/drawing/2014/main" id="{CA792F8D-C2E7-4268-913B-93B746BB9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595"/>
              <a:ext cx="23" cy="28"/>
            </a:xfrm>
            <a:custGeom>
              <a:avLst/>
              <a:gdLst>
                <a:gd name="T0" fmla="*/ 17 w 11"/>
                <a:gd name="T1" fmla="*/ 49 h 12"/>
                <a:gd name="T2" fmla="*/ 17 w 11"/>
                <a:gd name="T3" fmla="*/ 152 h 12"/>
                <a:gd name="T4" fmla="*/ 84 w 11"/>
                <a:gd name="T5" fmla="*/ 0 h 12"/>
                <a:gd name="T6" fmla="*/ 56 w 11"/>
                <a:gd name="T7" fmla="*/ 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2" y="4"/>
                  </a:moveTo>
                  <a:cubicBezTo>
                    <a:pt x="1" y="7"/>
                    <a:pt x="0" y="9"/>
                    <a:pt x="2" y="12"/>
                  </a:cubicBezTo>
                  <a:cubicBezTo>
                    <a:pt x="8" y="10"/>
                    <a:pt x="11" y="5"/>
                    <a:pt x="9" y="0"/>
                  </a:cubicBezTo>
                  <a:cubicBezTo>
                    <a:pt x="8" y="1"/>
                    <a:pt x="7" y="2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1" name="Freeform 872">
              <a:extLst>
                <a:ext uri="{FF2B5EF4-FFF2-40B4-BE49-F238E27FC236}">
                  <a16:creationId xmlns:a16="http://schemas.microsoft.com/office/drawing/2014/main" id="{547B723C-10BD-423B-BB87-6EB497CB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490"/>
              <a:ext cx="34" cy="62"/>
            </a:xfrm>
            <a:custGeom>
              <a:avLst/>
              <a:gdLst>
                <a:gd name="T0" fmla="*/ 49 w 16"/>
                <a:gd name="T1" fmla="*/ 0 h 27"/>
                <a:gd name="T2" fmla="*/ 19 w 16"/>
                <a:gd name="T3" fmla="*/ 326 h 27"/>
                <a:gd name="T4" fmla="*/ 153 w 16"/>
                <a:gd name="T5" fmla="*/ 289 h 27"/>
                <a:gd name="T6" fmla="*/ 60 w 16"/>
                <a:gd name="T7" fmla="*/ 9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7">
                  <a:moveTo>
                    <a:pt x="5" y="0"/>
                  </a:moveTo>
                  <a:cubicBezTo>
                    <a:pt x="2" y="8"/>
                    <a:pt x="0" y="19"/>
                    <a:pt x="2" y="27"/>
                  </a:cubicBezTo>
                  <a:cubicBezTo>
                    <a:pt x="6" y="23"/>
                    <a:pt x="11" y="18"/>
                    <a:pt x="16" y="24"/>
                  </a:cubicBezTo>
                  <a:cubicBezTo>
                    <a:pt x="13" y="18"/>
                    <a:pt x="6" y="15"/>
                    <a:pt x="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2" name="Rectangle 873">
              <a:extLst>
                <a:ext uri="{FF2B5EF4-FFF2-40B4-BE49-F238E27FC236}">
                  <a16:creationId xmlns:a16="http://schemas.microsoft.com/office/drawing/2014/main" id="{71AA65BA-0730-425A-8153-E6DBDE0CA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775"/>
              <a:ext cx="2611" cy="2980"/>
            </a:xfrm>
            <a:prstGeom prst="rect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>
            <a:extLst>
              <a:ext uri="{FF2B5EF4-FFF2-40B4-BE49-F238E27FC236}">
                <a16:creationId xmlns:a16="http://schemas.microsoft.com/office/drawing/2014/main" id="{264E4101-254B-4254-9FD7-DDAA1C0D8C2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Arterial wall (2)</a:t>
            </a:r>
          </a:p>
        </p:txBody>
      </p:sp>
      <p:grpSp>
        <p:nvGrpSpPr>
          <p:cNvPr id="26626" name="Arterial-wall-structure-diagram">
            <a:extLst>
              <a:ext uri="{FF2B5EF4-FFF2-40B4-BE49-F238E27FC236}">
                <a16:creationId xmlns:a16="http://schemas.microsoft.com/office/drawing/2014/main" id="{4EEDF025-914D-4905-9CFC-3816762CDB36}"/>
              </a:ext>
            </a:extLst>
          </p:cNvPr>
          <p:cNvGrpSpPr>
            <a:grpSpLocks/>
          </p:cNvGrpSpPr>
          <p:nvPr/>
        </p:nvGrpSpPr>
        <p:grpSpPr bwMode="auto">
          <a:xfrm>
            <a:off x="6300788" y="1647825"/>
            <a:ext cx="3705225" cy="4302125"/>
            <a:chOff x="3009" y="859"/>
            <a:chExt cx="2334" cy="2710"/>
          </a:xfrm>
        </p:grpSpPr>
        <p:grpSp>
          <p:nvGrpSpPr>
            <p:cNvPr id="26967" name="Group 4">
              <a:extLst>
                <a:ext uri="{FF2B5EF4-FFF2-40B4-BE49-F238E27FC236}">
                  <a16:creationId xmlns:a16="http://schemas.microsoft.com/office/drawing/2014/main" id="{3EE95B24-DECF-47D4-BE2D-E9060B5D75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9" y="861"/>
              <a:ext cx="2334" cy="2705"/>
              <a:chOff x="3009" y="861"/>
              <a:chExt cx="2334" cy="2705"/>
            </a:xfrm>
          </p:grpSpPr>
          <p:sp>
            <p:nvSpPr>
              <p:cNvPr id="27366" name="Freeform 5">
                <a:extLst>
                  <a:ext uri="{FF2B5EF4-FFF2-40B4-BE49-F238E27FC236}">
                    <a16:creationId xmlns:a16="http://schemas.microsoft.com/office/drawing/2014/main" id="{49455E7E-59B4-4A02-BFFA-C8A9E8EF5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558"/>
                <a:ext cx="1074" cy="777"/>
              </a:xfrm>
              <a:custGeom>
                <a:avLst/>
                <a:gdLst>
                  <a:gd name="T0" fmla="*/ 0 w 806"/>
                  <a:gd name="T1" fmla="*/ 478 h 583"/>
                  <a:gd name="T2" fmla="*/ 1025 w 806"/>
                  <a:gd name="T3" fmla="*/ 0 h 583"/>
                  <a:gd name="T4" fmla="*/ 1907 w 806"/>
                  <a:gd name="T5" fmla="*/ 968 h 583"/>
                  <a:gd name="T6" fmla="*/ 834 w 806"/>
                  <a:gd name="T7" fmla="*/ 1381 h 583"/>
                  <a:gd name="T8" fmla="*/ 0 w 806"/>
                  <a:gd name="T9" fmla="*/ 478 h 5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6" h="583">
                    <a:moveTo>
                      <a:pt x="0" y="202"/>
                    </a:moveTo>
                    <a:cubicBezTo>
                      <a:pt x="433" y="0"/>
                      <a:pt x="433" y="0"/>
                      <a:pt x="433" y="0"/>
                    </a:cubicBezTo>
                    <a:cubicBezTo>
                      <a:pt x="433" y="0"/>
                      <a:pt x="739" y="203"/>
                      <a:pt x="806" y="409"/>
                    </a:cubicBezTo>
                    <a:cubicBezTo>
                      <a:pt x="353" y="583"/>
                      <a:pt x="353" y="583"/>
                      <a:pt x="353" y="583"/>
                    </a:cubicBezTo>
                    <a:cubicBezTo>
                      <a:pt x="353" y="583"/>
                      <a:pt x="167" y="298"/>
                      <a:pt x="0" y="202"/>
                    </a:cubicBezTo>
                    <a:close/>
                  </a:path>
                </a:pathLst>
              </a:custGeom>
              <a:solidFill>
                <a:srgbClr val="E79A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7" name="Freeform 6">
                <a:extLst>
                  <a:ext uri="{FF2B5EF4-FFF2-40B4-BE49-F238E27FC236}">
                    <a16:creationId xmlns:a16="http://schemas.microsoft.com/office/drawing/2014/main" id="{18B334B8-85F3-409D-9ECA-820C1CF32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572"/>
                <a:ext cx="172" cy="90"/>
              </a:xfrm>
              <a:custGeom>
                <a:avLst/>
                <a:gdLst>
                  <a:gd name="T0" fmla="*/ 52 w 129"/>
                  <a:gd name="T1" fmla="*/ 93 h 68"/>
                  <a:gd name="T2" fmla="*/ 101 w 129"/>
                  <a:gd name="T3" fmla="*/ 85 h 68"/>
                  <a:gd name="T4" fmla="*/ 169 w 129"/>
                  <a:gd name="T5" fmla="*/ 94 h 68"/>
                  <a:gd name="T6" fmla="*/ 251 w 129"/>
                  <a:gd name="T7" fmla="*/ 131 h 68"/>
                  <a:gd name="T8" fmla="*/ 297 w 129"/>
                  <a:gd name="T9" fmla="*/ 123 h 68"/>
                  <a:gd name="T10" fmla="*/ 228 w 129"/>
                  <a:gd name="T11" fmla="*/ 53 h 68"/>
                  <a:gd name="T12" fmla="*/ 108 w 129"/>
                  <a:gd name="T13" fmla="*/ 34 h 68"/>
                  <a:gd name="T14" fmla="*/ 41 w 129"/>
                  <a:gd name="T15" fmla="*/ 70 h 68"/>
                  <a:gd name="T16" fmla="*/ 33 w 129"/>
                  <a:gd name="T17" fmla="*/ 93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9" h="68">
                    <a:moveTo>
                      <a:pt x="22" y="40"/>
                    </a:moveTo>
                    <a:cubicBezTo>
                      <a:pt x="29" y="42"/>
                      <a:pt x="35" y="37"/>
                      <a:pt x="43" y="36"/>
                    </a:cubicBezTo>
                    <a:cubicBezTo>
                      <a:pt x="52" y="35"/>
                      <a:pt x="62" y="38"/>
                      <a:pt x="71" y="41"/>
                    </a:cubicBezTo>
                    <a:cubicBezTo>
                      <a:pt x="85" y="44"/>
                      <a:pt x="93" y="50"/>
                      <a:pt x="106" y="57"/>
                    </a:cubicBezTo>
                    <a:cubicBezTo>
                      <a:pt x="114" y="62"/>
                      <a:pt x="129" y="68"/>
                      <a:pt x="125" y="53"/>
                    </a:cubicBezTo>
                    <a:cubicBezTo>
                      <a:pt x="122" y="43"/>
                      <a:pt x="103" y="31"/>
                      <a:pt x="96" y="23"/>
                    </a:cubicBezTo>
                    <a:cubicBezTo>
                      <a:pt x="79" y="3"/>
                      <a:pt x="69" y="0"/>
                      <a:pt x="46" y="15"/>
                    </a:cubicBezTo>
                    <a:cubicBezTo>
                      <a:pt x="36" y="21"/>
                      <a:pt x="27" y="24"/>
                      <a:pt x="17" y="30"/>
                    </a:cubicBezTo>
                    <a:cubicBezTo>
                      <a:pt x="11" y="32"/>
                      <a:pt x="0" y="41"/>
                      <a:pt x="14" y="40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8" name="Freeform 7">
                <a:extLst>
                  <a:ext uri="{FF2B5EF4-FFF2-40B4-BE49-F238E27FC236}">
                    <a16:creationId xmlns:a16="http://schemas.microsoft.com/office/drawing/2014/main" id="{5C0AD055-1542-457F-8B58-8944E51E8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863"/>
                <a:ext cx="1521" cy="715"/>
              </a:xfrm>
              <a:custGeom>
                <a:avLst/>
                <a:gdLst>
                  <a:gd name="T0" fmla="*/ 1677 w 1141"/>
                  <a:gd name="T1" fmla="*/ 1268 h 537"/>
                  <a:gd name="T2" fmla="*/ 2703 w 1141"/>
                  <a:gd name="T3" fmla="*/ 711 h 537"/>
                  <a:gd name="T4" fmla="*/ 364 w 1141"/>
                  <a:gd name="T5" fmla="*/ 5 h 537"/>
                  <a:gd name="T6" fmla="*/ 0 w 1141"/>
                  <a:gd name="T7" fmla="*/ 683 h 537"/>
                  <a:gd name="T8" fmla="*/ 1677 w 1141"/>
                  <a:gd name="T9" fmla="*/ 1268 h 5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1" h="537">
                    <a:moveTo>
                      <a:pt x="708" y="537"/>
                    </a:moveTo>
                    <a:cubicBezTo>
                      <a:pt x="1141" y="301"/>
                      <a:pt x="1141" y="301"/>
                      <a:pt x="1141" y="301"/>
                    </a:cubicBezTo>
                    <a:cubicBezTo>
                      <a:pt x="1141" y="301"/>
                      <a:pt x="813" y="0"/>
                      <a:pt x="154" y="2"/>
                    </a:cubicBezTo>
                    <a:cubicBezTo>
                      <a:pt x="0" y="289"/>
                      <a:pt x="0" y="289"/>
                      <a:pt x="0" y="289"/>
                    </a:cubicBezTo>
                    <a:cubicBezTo>
                      <a:pt x="0" y="289"/>
                      <a:pt x="392" y="340"/>
                      <a:pt x="708" y="537"/>
                    </a:cubicBezTo>
                    <a:close/>
                  </a:path>
                </a:pathLst>
              </a:custGeom>
              <a:solidFill>
                <a:srgbClr val="E79A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9" name="Freeform 8">
                <a:extLst>
                  <a:ext uri="{FF2B5EF4-FFF2-40B4-BE49-F238E27FC236}">
                    <a16:creationId xmlns:a16="http://schemas.microsoft.com/office/drawing/2014/main" id="{DFD698AF-96D8-406B-B73F-72BA8AB60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369"/>
                <a:ext cx="168" cy="109"/>
              </a:xfrm>
              <a:custGeom>
                <a:avLst/>
                <a:gdLst>
                  <a:gd name="T0" fmla="*/ 0 w 126"/>
                  <a:gd name="T1" fmla="*/ 0 h 82"/>
                  <a:gd name="T2" fmla="*/ 220 w 126"/>
                  <a:gd name="T3" fmla="*/ 20 h 82"/>
                  <a:gd name="T4" fmla="*/ 277 w 126"/>
                  <a:gd name="T5" fmla="*/ 48 h 82"/>
                  <a:gd name="T6" fmla="*/ 293 w 126"/>
                  <a:gd name="T7" fmla="*/ 134 h 82"/>
                  <a:gd name="T8" fmla="*/ 143 w 126"/>
                  <a:gd name="T9" fmla="*/ 82 h 82"/>
                  <a:gd name="T10" fmla="*/ 12 w 126"/>
                  <a:gd name="T11" fmla="*/ 2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82">
                    <a:moveTo>
                      <a:pt x="0" y="0"/>
                    </a:moveTo>
                    <a:cubicBezTo>
                      <a:pt x="15" y="22"/>
                      <a:pt x="71" y="14"/>
                      <a:pt x="93" y="8"/>
                    </a:cubicBezTo>
                    <a:cubicBezTo>
                      <a:pt x="108" y="5"/>
                      <a:pt x="111" y="4"/>
                      <a:pt x="117" y="20"/>
                    </a:cubicBezTo>
                    <a:cubicBezTo>
                      <a:pt x="119" y="26"/>
                      <a:pt x="126" y="51"/>
                      <a:pt x="124" y="57"/>
                    </a:cubicBezTo>
                    <a:cubicBezTo>
                      <a:pt x="113" y="82"/>
                      <a:pt x="75" y="40"/>
                      <a:pt x="60" y="35"/>
                    </a:cubicBezTo>
                    <a:cubicBezTo>
                      <a:pt x="46" y="31"/>
                      <a:pt x="5" y="28"/>
                      <a:pt x="5" y="8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0" name="Freeform 9">
                <a:extLst>
                  <a:ext uri="{FF2B5EF4-FFF2-40B4-BE49-F238E27FC236}">
                    <a16:creationId xmlns:a16="http://schemas.microsoft.com/office/drawing/2014/main" id="{4766AA62-9741-40D2-9814-EC4C20681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264"/>
                <a:ext cx="577" cy="563"/>
              </a:xfrm>
              <a:custGeom>
                <a:avLst/>
                <a:gdLst>
                  <a:gd name="T0" fmla="*/ 577 w 577"/>
                  <a:gd name="T1" fmla="*/ 0 h 563"/>
                  <a:gd name="T2" fmla="*/ 577 w 577"/>
                  <a:gd name="T3" fmla="*/ 294 h 563"/>
                  <a:gd name="T4" fmla="*/ 0 w 577"/>
                  <a:gd name="T5" fmla="*/ 563 h 563"/>
                  <a:gd name="T6" fmla="*/ 0 w 577"/>
                  <a:gd name="T7" fmla="*/ 314 h 563"/>
                  <a:gd name="T8" fmla="*/ 577 w 577"/>
                  <a:gd name="T9" fmla="*/ 0 h 5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7" h="563">
                    <a:moveTo>
                      <a:pt x="577" y="0"/>
                    </a:moveTo>
                    <a:lnTo>
                      <a:pt x="577" y="294"/>
                    </a:lnTo>
                    <a:lnTo>
                      <a:pt x="0" y="563"/>
                    </a:lnTo>
                    <a:lnTo>
                      <a:pt x="0" y="314"/>
                    </a:lnTo>
                    <a:lnTo>
                      <a:pt x="577" y="0"/>
                    </a:lnTo>
                    <a:close/>
                  </a:path>
                </a:pathLst>
              </a:custGeom>
              <a:solidFill>
                <a:srgbClr val="C07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1" name="Freeform 10">
                <a:extLst>
                  <a:ext uri="{FF2B5EF4-FFF2-40B4-BE49-F238E27FC236}">
                    <a16:creationId xmlns:a16="http://schemas.microsoft.com/office/drawing/2014/main" id="{54493F08-9D51-4141-98D4-EB26C27F7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103"/>
                <a:ext cx="608" cy="1279"/>
              </a:xfrm>
              <a:custGeom>
                <a:avLst/>
                <a:gdLst>
                  <a:gd name="T0" fmla="*/ 3 w 608"/>
                  <a:gd name="T1" fmla="*/ 231 h 1279"/>
                  <a:gd name="T2" fmla="*/ 608 w 608"/>
                  <a:gd name="T3" fmla="*/ 0 h 1279"/>
                  <a:gd name="T4" fmla="*/ 608 w 608"/>
                  <a:gd name="T5" fmla="*/ 1122 h 1279"/>
                  <a:gd name="T6" fmla="*/ 0 w 608"/>
                  <a:gd name="T7" fmla="*/ 1279 h 1279"/>
                  <a:gd name="T8" fmla="*/ 3 w 608"/>
                  <a:gd name="T9" fmla="*/ 231 h 12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8" h="1279">
                    <a:moveTo>
                      <a:pt x="3" y="231"/>
                    </a:moveTo>
                    <a:lnTo>
                      <a:pt x="608" y="0"/>
                    </a:lnTo>
                    <a:lnTo>
                      <a:pt x="608" y="1122"/>
                    </a:lnTo>
                    <a:lnTo>
                      <a:pt x="0" y="1279"/>
                    </a:lnTo>
                    <a:lnTo>
                      <a:pt x="3" y="231"/>
                    </a:lnTo>
                    <a:close/>
                  </a:path>
                </a:pathLst>
              </a:custGeom>
              <a:solidFill>
                <a:srgbClr val="C07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2" name="Freeform 11">
                <a:extLst>
                  <a:ext uri="{FF2B5EF4-FFF2-40B4-BE49-F238E27FC236}">
                    <a16:creationId xmlns:a16="http://schemas.microsoft.com/office/drawing/2014/main" id="{BA4AC181-A6FB-4919-B1C6-3CB206A38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861"/>
                <a:ext cx="537" cy="254"/>
              </a:xfrm>
              <a:custGeom>
                <a:avLst/>
                <a:gdLst>
                  <a:gd name="T0" fmla="*/ 212 w 403"/>
                  <a:gd name="T1" fmla="*/ 49 h 190"/>
                  <a:gd name="T2" fmla="*/ 21 w 403"/>
                  <a:gd name="T3" fmla="*/ 127 h 190"/>
                  <a:gd name="T4" fmla="*/ 55 w 403"/>
                  <a:gd name="T5" fmla="*/ 218 h 190"/>
                  <a:gd name="T6" fmla="*/ 204 w 403"/>
                  <a:gd name="T7" fmla="*/ 176 h 190"/>
                  <a:gd name="T8" fmla="*/ 293 w 403"/>
                  <a:gd name="T9" fmla="*/ 225 h 190"/>
                  <a:gd name="T10" fmla="*/ 392 w 403"/>
                  <a:gd name="T11" fmla="*/ 261 h 190"/>
                  <a:gd name="T12" fmla="*/ 546 w 403"/>
                  <a:gd name="T13" fmla="*/ 377 h 190"/>
                  <a:gd name="T14" fmla="*/ 610 w 403"/>
                  <a:gd name="T15" fmla="*/ 452 h 190"/>
                  <a:gd name="T16" fmla="*/ 696 w 403"/>
                  <a:gd name="T17" fmla="*/ 362 h 190"/>
                  <a:gd name="T18" fmla="*/ 925 w 403"/>
                  <a:gd name="T19" fmla="*/ 213 h 190"/>
                  <a:gd name="T20" fmla="*/ 650 w 403"/>
                  <a:gd name="T21" fmla="*/ 128 h 190"/>
                  <a:gd name="T22" fmla="*/ 460 w 403"/>
                  <a:gd name="T23" fmla="*/ 57 h 190"/>
                  <a:gd name="T24" fmla="*/ 212 w 403"/>
                  <a:gd name="T25" fmla="*/ 33 h 19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3" h="190">
                    <a:moveTo>
                      <a:pt x="89" y="21"/>
                    </a:moveTo>
                    <a:cubicBezTo>
                      <a:pt x="64" y="0"/>
                      <a:pt x="19" y="30"/>
                      <a:pt x="9" y="53"/>
                    </a:cubicBezTo>
                    <a:cubicBezTo>
                      <a:pt x="1" y="71"/>
                      <a:pt x="0" y="90"/>
                      <a:pt x="23" y="91"/>
                    </a:cubicBezTo>
                    <a:cubicBezTo>
                      <a:pt x="46" y="91"/>
                      <a:pt x="64" y="71"/>
                      <a:pt x="86" y="74"/>
                    </a:cubicBezTo>
                    <a:cubicBezTo>
                      <a:pt x="103" y="75"/>
                      <a:pt x="110" y="88"/>
                      <a:pt x="124" y="94"/>
                    </a:cubicBezTo>
                    <a:cubicBezTo>
                      <a:pt x="138" y="101"/>
                      <a:pt x="152" y="99"/>
                      <a:pt x="166" y="109"/>
                    </a:cubicBezTo>
                    <a:cubicBezTo>
                      <a:pt x="186" y="122"/>
                      <a:pt x="219" y="137"/>
                      <a:pt x="231" y="158"/>
                    </a:cubicBezTo>
                    <a:cubicBezTo>
                      <a:pt x="239" y="173"/>
                      <a:pt x="237" y="188"/>
                      <a:pt x="258" y="189"/>
                    </a:cubicBezTo>
                    <a:cubicBezTo>
                      <a:pt x="284" y="190"/>
                      <a:pt x="285" y="169"/>
                      <a:pt x="294" y="152"/>
                    </a:cubicBezTo>
                    <a:cubicBezTo>
                      <a:pt x="313" y="120"/>
                      <a:pt x="403" y="139"/>
                      <a:pt x="391" y="89"/>
                    </a:cubicBezTo>
                    <a:cubicBezTo>
                      <a:pt x="380" y="42"/>
                      <a:pt x="308" y="58"/>
                      <a:pt x="275" y="54"/>
                    </a:cubicBezTo>
                    <a:cubicBezTo>
                      <a:pt x="243" y="51"/>
                      <a:pt x="222" y="36"/>
                      <a:pt x="194" y="24"/>
                    </a:cubicBezTo>
                    <a:cubicBezTo>
                      <a:pt x="158" y="9"/>
                      <a:pt x="125" y="14"/>
                      <a:pt x="89" y="14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3" name="Freeform 12">
                <a:extLst>
                  <a:ext uri="{FF2B5EF4-FFF2-40B4-BE49-F238E27FC236}">
                    <a16:creationId xmlns:a16="http://schemas.microsoft.com/office/drawing/2014/main" id="{6BF9098B-2FD1-4DB4-8EE2-70CE04237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945"/>
                <a:ext cx="406" cy="287"/>
              </a:xfrm>
              <a:custGeom>
                <a:avLst/>
                <a:gdLst>
                  <a:gd name="T0" fmla="*/ 12 w 305"/>
                  <a:gd name="T1" fmla="*/ 41 h 215"/>
                  <a:gd name="T2" fmla="*/ 76 w 305"/>
                  <a:gd name="T3" fmla="*/ 162 h 215"/>
                  <a:gd name="T4" fmla="*/ 49 w 305"/>
                  <a:gd name="T5" fmla="*/ 275 h 215"/>
                  <a:gd name="T6" fmla="*/ 106 w 305"/>
                  <a:gd name="T7" fmla="*/ 288 h 215"/>
                  <a:gd name="T8" fmla="*/ 221 w 305"/>
                  <a:gd name="T9" fmla="*/ 350 h 215"/>
                  <a:gd name="T10" fmla="*/ 347 w 305"/>
                  <a:gd name="T11" fmla="*/ 446 h 215"/>
                  <a:gd name="T12" fmla="*/ 648 w 305"/>
                  <a:gd name="T13" fmla="*/ 459 h 215"/>
                  <a:gd name="T14" fmla="*/ 707 w 305"/>
                  <a:gd name="T15" fmla="*/ 342 h 215"/>
                  <a:gd name="T16" fmla="*/ 599 w 305"/>
                  <a:gd name="T17" fmla="*/ 270 h 215"/>
                  <a:gd name="T18" fmla="*/ 455 w 305"/>
                  <a:gd name="T19" fmla="*/ 228 h 215"/>
                  <a:gd name="T20" fmla="*/ 369 w 305"/>
                  <a:gd name="T21" fmla="*/ 170 h 215"/>
                  <a:gd name="T22" fmla="*/ 208 w 305"/>
                  <a:gd name="T23" fmla="*/ 57 h 215"/>
                  <a:gd name="T24" fmla="*/ 71 w 305"/>
                  <a:gd name="T25" fmla="*/ 21 h 215"/>
                  <a:gd name="T26" fmla="*/ 23 w 305"/>
                  <a:gd name="T27" fmla="*/ 44 h 2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5" h="215">
                    <a:moveTo>
                      <a:pt x="5" y="17"/>
                    </a:moveTo>
                    <a:cubicBezTo>
                      <a:pt x="21" y="32"/>
                      <a:pt x="32" y="44"/>
                      <a:pt x="32" y="68"/>
                    </a:cubicBezTo>
                    <a:cubicBezTo>
                      <a:pt x="32" y="80"/>
                      <a:pt x="14" y="105"/>
                      <a:pt x="21" y="115"/>
                    </a:cubicBezTo>
                    <a:cubicBezTo>
                      <a:pt x="26" y="121"/>
                      <a:pt x="39" y="120"/>
                      <a:pt x="45" y="121"/>
                    </a:cubicBezTo>
                    <a:cubicBezTo>
                      <a:pt x="67" y="124"/>
                      <a:pt x="78" y="131"/>
                      <a:pt x="94" y="147"/>
                    </a:cubicBezTo>
                    <a:cubicBezTo>
                      <a:pt x="111" y="163"/>
                      <a:pt x="125" y="177"/>
                      <a:pt x="147" y="187"/>
                    </a:cubicBezTo>
                    <a:cubicBezTo>
                      <a:pt x="189" y="205"/>
                      <a:pt x="232" y="215"/>
                      <a:pt x="275" y="193"/>
                    </a:cubicBezTo>
                    <a:cubicBezTo>
                      <a:pt x="290" y="186"/>
                      <a:pt x="305" y="162"/>
                      <a:pt x="300" y="144"/>
                    </a:cubicBezTo>
                    <a:cubicBezTo>
                      <a:pt x="295" y="126"/>
                      <a:pt x="270" y="118"/>
                      <a:pt x="254" y="113"/>
                    </a:cubicBezTo>
                    <a:cubicBezTo>
                      <a:pt x="234" y="105"/>
                      <a:pt x="214" y="100"/>
                      <a:pt x="193" y="96"/>
                    </a:cubicBezTo>
                    <a:cubicBezTo>
                      <a:pt x="172" y="92"/>
                      <a:pt x="169" y="87"/>
                      <a:pt x="156" y="71"/>
                    </a:cubicBezTo>
                    <a:cubicBezTo>
                      <a:pt x="139" y="51"/>
                      <a:pt x="112" y="35"/>
                      <a:pt x="88" y="24"/>
                    </a:cubicBezTo>
                    <a:cubicBezTo>
                      <a:pt x="69" y="15"/>
                      <a:pt x="50" y="13"/>
                      <a:pt x="30" y="9"/>
                    </a:cubicBezTo>
                    <a:cubicBezTo>
                      <a:pt x="22" y="7"/>
                      <a:pt x="0" y="0"/>
                      <a:pt x="10" y="19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4" name="Freeform 13">
                <a:extLst>
                  <a:ext uri="{FF2B5EF4-FFF2-40B4-BE49-F238E27FC236}">
                    <a16:creationId xmlns:a16="http://schemas.microsoft.com/office/drawing/2014/main" id="{4A4DB2B1-CAF4-4E77-BFBD-C6DA1F5F5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109"/>
                <a:ext cx="397" cy="263"/>
              </a:xfrm>
              <a:custGeom>
                <a:avLst/>
                <a:gdLst>
                  <a:gd name="T0" fmla="*/ 353 w 298"/>
                  <a:gd name="T1" fmla="*/ 43 h 197"/>
                  <a:gd name="T2" fmla="*/ 228 w 298"/>
                  <a:gd name="T3" fmla="*/ 240 h 197"/>
                  <a:gd name="T4" fmla="*/ 15 w 298"/>
                  <a:gd name="T5" fmla="*/ 314 h 197"/>
                  <a:gd name="T6" fmla="*/ 43 w 298"/>
                  <a:gd name="T7" fmla="*/ 411 h 197"/>
                  <a:gd name="T8" fmla="*/ 156 w 298"/>
                  <a:gd name="T9" fmla="*/ 442 h 197"/>
                  <a:gd name="T10" fmla="*/ 306 w 298"/>
                  <a:gd name="T11" fmla="*/ 406 h 197"/>
                  <a:gd name="T12" fmla="*/ 416 w 298"/>
                  <a:gd name="T13" fmla="*/ 442 h 197"/>
                  <a:gd name="T14" fmla="*/ 540 w 298"/>
                  <a:gd name="T15" fmla="*/ 374 h 197"/>
                  <a:gd name="T16" fmla="*/ 635 w 298"/>
                  <a:gd name="T17" fmla="*/ 320 h 197"/>
                  <a:gd name="T18" fmla="*/ 634 w 298"/>
                  <a:gd name="T19" fmla="*/ 143 h 197"/>
                  <a:gd name="T20" fmla="*/ 461 w 298"/>
                  <a:gd name="T21" fmla="*/ 27 h 197"/>
                  <a:gd name="T22" fmla="*/ 357 w 298"/>
                  <a:gd name="T23" fmla="*/ 1 h 197"/>
                  <a:gd name="T24" fmla="*/ 353 w 298"/>
                  <a:gd name="T25" fmla="*/ 43 h 19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98" h="197">
                    <a:moveTo>
                      <a:pt x="149" y="18"/>
                    </a:moveTo>
                    <a:cubicBezTo>
                      <a:pt x="152" y="57"/>
                      <a:pt x="129" y="85"/>
                      <a:pt x="96" y="101"/>
                    </a:cubicBezTo>
                    <a:cubicBezTo>
                      <a:pt x="71" y="114"/>
                      <a:pt x="18" y="102"/>
                      <a:pt x="6" y="132"/>
                    </a:cubicBezTo>
                    <a:cubicBezTo>
                      <a:pt x="0" y="147"/>
                      <a:pt x="11" y="160"/>
                      <a:pt x="18" y="173"/>
                    </a:cubicBezTo>
                    <a:cubicBezTo>
                      <a:pt x="32" y="197"/>
                      <a:pt x="40" y="197"/>
                      <a:pt x="66" y="186"/>
                    </a:cubicBezTo>
                    <a:cubicBezTo>
                      <a:pt x="86" y="177"/>
                      <a:pt x="107" y="166"/>
                      <a:pt x="130" y="171"/>
                    </a:cubicBezTo>
                    <a:cubicBezTo>
                      <a:pt x="147" y="175"/>
                      <a:pt x="158" y="191"/>
                      <a:pt x="176" y="186"/>
                    </a:cubicBezTo>
                    <a:cubicBezTo>
                      <a:pt x="192" y="182"/>
                      <a:pt x="213" y="165"/>
                      <a:pt x="228" y="157"/>
                    </a:cubicBezTo>
                    <a:cubicBezTo>
                      <a:pt x="241" y="151"/>
                      <a:pt x="257" y="144"/>
                      <a:pt x="269" y="135"/>
                    </a:cubicBezTo>
                    <a:cubicBezTo>
                      <a:pt x="298" y="113"/>
                      <a:pt x="292" y="82"/>
                      <a:pt x="268" y="60"/>
                    </a:cubicBezTo>
                    <a:cubicBezTo>
                      <a:pt x="247" y="42"/>
                      <a:pt x="219" y="24"/>
                      <a:pt x="195" y="11"/>
                    </a:cubicBezTo>
                    <a:cubicBezTo>
                      <a:pt x="181" y="5"/>
                      <a:pt x="166" y="0"/>
                      <a:pt x="151" y="1"/>
                    </a:cubicBezTo>
                    <a:cubicBezTo>
                      <a:pt x="149" y="7"/>
                      <a:pt x="148" y="12"/>
                      <a:pt x="149" y="18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5" name="Freeform 14">
                <a:extLst>
                  <a:ext uri="{FF2B5EF4-FFF2-40B4-BE49-F238E27FC236}">
                    <a16:creationId xmlns:a16="http://schemas.microsoft.com/office/drawing/2014/main" id="{B1A58257-E8E8-484D-A93D-6ED42594F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116"/>
                <a:ext cx="128" cy="153"/>
              </a:xfrm>
              <a:custGeom>
                <a:avLst/>
                <a:gdLst>
                  <a:gd name="T0" fmla="*/ 79 w 96"/>
                  <a:gd name="T1" fmla="*/ 27 h 115"/>
                  <a:gd name="T2" fmla="*/ 212 w 96"/>
                  <a:gd name="T3" fmla="*/ 133 h 115"/>
                  <a:gd name="T4" fmla="*/ 159 w 96"/>
                  <a:gd name="T5" fmla="*/ 220 h 115"/>
                  <a:gd name="T6" fmla="*/ 73 w 96"/>
                  <a:gd name="T7" fmla="*/ 27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115">
                    <a:moveTo>
                      <a:pt x="33" y="11"/>
                    </a:moveTo>
                    <a:cubicBezTo>
                      <a:pt x="59" y="0"/>
                      <a:pt x="83" y="34"/>
                      <a:pt x="89" y="56"/>
                    </a:cubicBezTo>
                    <a:cubicBezTo>
                      <a:pt x="94" y="76"/>
                      <a:pt x="96" y="115"/>
                      <a:pt x="67" y="93"/>
                    </a:cubicBezTo>
                    <a:cubicBezTo>
                      <a:pt x="56" y="85"/>
                      <a:pt x="0" y="16"/>
                      <a:pt x="31" y="11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6" name="Freeform 15">
                <a:extLst>
                  <a:ext uri="{FF2B5EF4-FFF2-40B4-BE49-F238E27FC236}">
                    <a16:creationId xmlns:a16="http://schemas.microsoft.com/office/drawing/2014/main" id="{49C072AA-B39C-4DB8-954B-1CF3AD288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019"/>
                <a:ext cx="131" cy="106"/>
              </a:xfrm>
              <a:custGeom>
                <a:avLst/>
                <a:gdLst>
                  <a:gd name="T0" fmla="*/ 184 w 98"/>
                  <a:gd name="T1" fmla="*/ 0 h 80"/>
                  <a:gd name="T2" fmla="*/ 31 w 98"/>
                  <a:gd name="T3" fmla="*/ 74 h 80"/>
                  <a:gd name="T4" fmla="*/ 48 w 98"/>
                  <a:gd name="T5" fmla="*/ 180 h 80"/>
                  <a:gd name="T6" fmla="*/ 122 w 98"/>
                  <a:gd name="T7" fmla="*/ 126 h 80"/>
                  <a:gd name="T8" fmla="*/ 179 w 98"/>
                  <a:gd name="T9" fmla="*/ 101 h 80"/>
                  <a:gd name="T10" fmla="*/ 201 w 98"/>
                  <a:gd name="T11" fmla="*/ 15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80">
                    <a:moveTo>
                      <a:pt x="77" y="0"/>
                    </a:moveTo>
                    <a:cubicBezTo>
                      <a:pt x="65" y="26"/>
                      <a:pt x="32" y="18"/>
                      <a:pt x="13" y="32"/>
                    </a:cubicBezTo>
                    <a:cubicBezTo>
                      <a:pt x="0" y="42"/>
                      <a:pt x="3" y="75"/>
                      <a:pt x="20" y="78"/>
                    </a:cubicBezTo>
                    <a:cubicBezTo>
                      <a:pt x="34" y="80"/>
                      <a:pt x="43" y="61"/>
                      <a:pt x="51" y="54"/>
                    </a:cubicBezTo>
                    <a:cubicBezTo>
                      <a:pt x="60" y="45"/>
                      <a:pt x="65" y="48"/>
                      <a:pt x="75" y="43"/>
                    </a:cubicBezTo>
                    <a:cubicBezTo>
                      <a:pt x="89" y="37"/>
                      <a:pt x="98" y="17"/>
                      <a:pt x="84" y="6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7" name="Freeform 16">
                <a:extLst>
                  <a:ext uri="{FF2B5EF4-FFF2-40B4-BE49-F238E27FC236}">
                    <a16:creationId xmlns:a16="http://schemas.microsoft.com/office/drawing/2014/main" id="{D939E16A-E36B-4805-9F8A-59536743D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120"/>
                <a:ext cx="120" cy="97"/>
              </a:xfrm>
              <a:custGeom>
                <a:avLst/>
                <a:gdLst>
                  <a:gd name="T0" fmla="*/ 92 w 90"/>
                  <a:gd name="T1" fmla="*/ 5 h 73"/>
                  <a:gd name="T2" fmla="*/ 33 w 90"/>
                  <a:gd name="T3" fmla="*/ 108 h 73"/>
                  <a:gd name="T4" fmla="*/ 0 w 90"/>
                  <a:gd name="T5" fmla="*/ 136 h 73"/>
                  <a:gd name="T6" fmla="*/ 63 w 90"/>
                  <a:gd name="T7" fmla="*/ 117 h 73"/>
                  <a:gd name="T8" fmla="*/ 165 w 90"/>
                  <a:gd name="T9" fmla="*/ 69 h 73"/>
                  <a:gd name="T10" fmla="*/ 108 w 90"/>
                  <a:gd name="T11" fmla="*/ 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73">
                    <a:moveTo>
                      <a:pt x="39" y="2"/>
                    </a:moveTo>
                    <a:cubicBezTo>
                      <a:pt x="40" y="26"/>
                      <a:pt x="32" y="33"/>
                      <a:pt x="14" y="46"/>
                    </a:cubicBezTo>
                    <a:cubicBezTo>
                      <a:pt x="10" y="49"/>
                      <a:pt x="0" y="52"/>
                      <a:pt x="0" y="58"/>
                    </a:cubicBezTo>
                    <a:cubicBezTo>
                      <a:pt x="0" y="73"/>
                      <a:pt x="22" y="52"/>
                      <a:pt x="26" y="50"/>
                    </a:cubicBezTo>
                    <a:cubicBezTo>
                      <a:pt x="39" y="41"/>
                      <a:pt x="59" y="40"/>
                      <a:pt x="70" y="29"/>
                    </a:cubicBezTo>
                    <a:cubicBezTo>
                      <a:pt x="90" y="6"/>
                      <a:pt x="61" y="5"/>
                      <a:pt x="46" y="0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8" name="Freeform 17">
                <a:extLst>
                  <a:ext uri="{FF2B5EF4-FFF2-40B4-BE49-F238E27FC236}">
                    <a16:creationId xmlns:a16="http://schemas.microsoft.com/office/drawing/2014/main" id="{AD480BB6-BFD8-4F52-B1C2-FFA34BFA3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253"/>
                <a:ext cx="104" cy="68"/>
              </a:xfrm>
              <a:custGeom>
                <a:avLst/>
                <a:gdLst>
                  <a:gd name="T0" fmla="*/ 0 w 78"/>
                  <a:gd name="T1" fmla="*/ 57 h 51"/>
                  <a:gd name="T2" fmla="*/ 108 w 78"/>
                  <a:gd name="T3" fmla="*/ 33 h 51"/>
                  <a:gd name="T4" fmla="*/ 183 w 78"/>
                  <a:gd name="T5" fmla="*/ 64 h 51"/>
                  <a:gd name="T6" fmla="*/ 113 w 78"/>
                  <a:gd name="T7" fmla="*/ 95 h 51"/>
                  <a:gd name="T8" fmla="*/ 5 w 78"/>
                  <a:gd name="T9" fmla="*/ 69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51">
                    <a:moveTo>
                      <a:pt x="0" y="24"/>
                    </a:moveTo>
                    <a:cubicBezTo>
                      <a:pt x="21" y="22"/>
                      <a:pt x="28" y="24"/>
                      <a:pt x="46" y="14"/>
                    </a:cubicBezTo>
                    <a:cubicBezTo>
                      <a:pt x="67" y="1"/>
                      <a:pt x="78" y="0"/>
                      <a:pt x="77" y="27"/>
                    </a:cubicBezTo>
                    <a:cubicBezTo>
                      <a:pt x="76" y="51"/>
                      <a:pt x="68" y="48"/>
                      <a:pt x="48" y="40"/>
                    </a:cubicBezTo>
                    <a:cubicBezTo>
                      <a:pt x="35" y="34"/>
                      <a:pt x="12" y="38"/>
                      <a:pt x="2" y="29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9" name="Freeform 18">
                <a:extLst>
                  <a:ext uri="{FF2B5EF4-FFF2-40B4-BE49-F238E27FC236}">
                    <a16:creationId xmlns:a16="http://schemas.microsoft.com/office/drawing/2014/main" id="{F3077CC4-D594-42B6-BD7D-319193DEA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997"/>
                <a:ext cx="196" cy="99"/>
              </a:xfrm>
              <a:custGeom>
                <a:avLst/>
                <a:gdLst>
                  <a:gd name="T0" fmla="*/ 12 w 147"/>
                  <a:gd name="T1" fmla="*/ 21 h 74"/>
                  <a:gd name="T2" fmla="*/ 28 w 147"/>
                  <a:gd name="T3" fmla="*/ 52 h 74"/>
                  <a:gd name="T4" fmla="*/ 100 w 147"/>
                  <a:gd name="T5" fmla="*/ 94 h 74"/>
                  <a:gd name="T6" fmla="*/ 213 w 147"/>
                  <a:gd name="T7" fmla="*/ 120 h 74"/>
                  <a:gd name="T8" fmla="*/ 289 w 147"/>
                  <a:gd name="T9" fmla="*/ 158 h 74"/>
                  <a:gd name="T10" fmla="*/ 313 w 147"/>
                  <a:gd name="T11" fmla="*/ 142 h 74"/>
                  <a:gd name="T12" fmla="*/ 229 w 147"/>
                  <a:gd name="T13" fmla="*/ 104 h 74"/>
                  <a:gd name="T14" fmla="*/ 151 w 147"/>
                  <a:gd name="T15" fmla="*/ 52 h 74"/>
                  <a:gd name="T16" fmla="*/ 23 w 147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74">
                    <a:moveTo>
                      <a:pt x="5" y="9"/>
                    </a:moveTo>
                    <a:cubicBezTo>
                      <a:pt x="0" y="3"/>
                      <a:pt x="10" y="20"/>
                      <a:pt x="12" y="22"/>
                    </a:cubicBezTo>
                    <a:cubicBezTo>
                      <a:pt x="20" y="32"/>
                      <a:pt x="31" y="36"/>
                      <a:pt x="42" y="39"/>
                    </a:cubicBezTo>
                    <a:cubicBezTo>
                      <a:pt x="58" y="44"/>
                      <a:pt x="74" y="45"/>
                      <a:pt x="90" y="50"/>
                    </a:cubicBezTo>
                    <a:cubicBezTo>
                      <a:pt x="102" y="53"/>
                      <a:pt x="111" y="61"/>
                      <a:pt x="122" y="66"/>
                    </a:cubicBezTo>
                    <a:cubicBezTo>
                      <a:pt x="137" y="74"/>
                      <a:pt x="147" y="72"/>
                      <a:pt x="132" y="59"/>
                    </a:cubicBezTo>
                    <a:cubicBezTo>
                      <a:pt x="123" y="51"/>
                      <a:pt x="107" y="49"/>
                      <a:pt x="97" y="43"/>
                    </a:cubicBezTo>
                    <a:cubicBezTo>
                      <a:pt x="85" y="37"/>
                      <a:pt x="76" y="29"/>
                      <a:pt x="64" y="22"/>
                    </a:cubicBezTo>
                    <a:cubicBezTo>
                      <a:pt x="47" y="13"/>
                      <a:pt x="29" y="3"/>
                      <a:pt x="10" y="0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0" name="Freeform 19">
                <a:extLst>
                  <a:ext uri="{FF2B5EF4-FFF2-40B4-BE49-F238E27FC236}">
                    <a16:creationId xmlns:a16="http://schemas.microsoft.com/office/drawing/2014/main" id="{E879A983-261E-46CE-B2EB-7C99C3FB3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1213"/>
                <a:ext cx="104" cy="96"/>
              </a:xfrm>
              <a:custGeom>
                <a:avLst/>
                <a:gdLst>
                  <a:gd name="T0" fmla="*/ 23 w 78"/>
                  <a:gd name="T1" fmla="*/ 0 h 72"/>
                  <a:gd name="T2" fmla="*/ 44 w 78"/>
                  <a:gd name="T3" fmla="*/ 79 h 72"/>
                  <a:gd name="T4" fmla="*/ 1 w 78"/>
                  <a:gd name="T5" fmla="*/ 156 h 72"/>
                  <a:gd name="T6" fmla="*/ 113 w 78"/>
                  <a:gd name="T7" fmla="*/ 128 h 72"/>
                  <a:gd name="T8" fmla="*/ 36 w 78"/>
                  <a:gd name="T9" fmla="*/ 7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72">
                    <a:moveTo>
                      <a:pt x="10" y="0"/>
                    </a:moveTo>
                    <a:cubicBezTo>
                      <a:pt x="12" y="11"/>
                      <a:pt x="20" y="21"/>
                      <a:pt x="19" y="33"/>
                    </a:cubicBezTo>
                    <a:cubicBezTo>
                      <a:pt x="18" y="42"/>
                      <a:pt x="0" y="60"/>
                      <a:pt x="1" y="66"/>
                    </a:cubicBezTo>
                    <a:cubicBezTo>
                      <a:pt x="2" y="72"/>
                      <a:pt x="40" y="59"/>
                      <a:pt x="48" y="54"/>
                    </a:cubicBezTo>
                    <a:cubicBezTo>
                      <a:pt x="78" y="33"/>
                      <a:pt x="35" y="9"/>
                      <a:pt x="15" y="3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1" name="Freeform 20">
                <a:extLst>
                  <a:ext uri="{FF2B5EF4-FFF2-40B4-BE49-F238E27FC236}">
                    <a16:creationId xmlns:a16="http://schemas.microsoft.com/office/drawing/2014/main" id="{6FCE3D00-E622-40BC-85FB-82B45F084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1358"/>
                <a:ext cx="142" cy="59"/>
              </a:xfrm>
              <a:custGeom>
                <a:avLst/>
                <a:gdLst>
                  <a:gd name="T0" fmla="*/ 0 w 106"/>
                  <a:gd name="T1" fmla="*/ 34 h 44"/>
                  <a:gd name="T2" fmla="*/ 115 w 106"/>
                  <a:gd name="T3" fmla="*/ 34 h 44"/>
                  <a:gd name="T4" fmla="*/ 253 w 106"/>
                  <a:gd name="T5" fmla="*/ 36 h 44"/>
                  <a:gd name="T6" fmla="*/ 178 w 106"/>
                  <a:gd name="T7" fmla="*/ 83 h 44"/>
                  <a:gd name="T8" fmla="*/ 111 w 106"/>
                  <a:gd name="T9" fmla="*/ 105 h 44"/>
                  <a:gd name="T10" fmla="*/ 64 w 106"/>
                  <a:gd name="T11" fmla="*/ 63 h 44"/>
                  <a:gd name="T12" fmla="*/ 16 w 106"/>
                  <a:gd name="T13" fmla="*/ 34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44">
                    <a:moveTo>
                      <a:pt x="0" y="14"/>
                    </a:moveTo>
                    <a:cubicBezTo>
                      <a:pt x="17" y="0"/>
                      <a:pt x="31" y="5"/>
                      <a:pt x="48" y="14"/>
                    </a:cubicBezTo>
                    <a:cubicBezTo>
                      <a:pt x="68" y="25"/>
                      <a:pt x="85" y="25"/>
                      <a:pt x="105" y="15"/>
                    </a:cubicBezTo>
                    <a:cubicBezTo>
                      <a:pt x="106" y="27"/>
                      <a:pt x="84" y="32"/>
                      <a:pt x="74" y="34"/>
                    </a:cubicBezTo>
                    <a:cubicBezTo>
                      <a:pt x="69" y="36"/>
                      <a:pt x="50" y="44"/>
                      <a:pt x="46" y="43"/>
                    </a:cubicBezTo>
                    <a:cubicBezTo>
                      <a:pt x="38" y="42"/>
                      <a:pt x="34" y="31"/>
                      <a:pt x="27" y="26"/>
                    </a:cubicBezTo>
                    <a:cubicBezTo>
                      <a:pt x="21" y="21"/>
                      <a:pt x="11" y="18"/>
                      <a:pt x="7" y="14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2" name="Freeform 21">
                <a:extLst>
                  <a:ext uri="{FF2B5EF4-FFF2-40B4-BE49-F238E27FC236}">
                    <a16:creationId xmlns:a16="http://schemas.microsoft.com/office/drawing/2014/main" id="{03883A09-89C2-4474-A725-DB477E14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1633"/>
                <a:ext cx="358" cy="277"/>
              </a:xfrm>
              <a:custGeom>
                <a:avLst/>
                <a:gdLst>
                  <a:gd name="T0" fmla="*/ 0 w 268"/>
                  <a:gd name="T1" fmla="*/ 149 h 208"/>
                  <a:gd name="T2" fmla="*/ 71 w 268"/>
                  <a:gd name="T3" fmla="*/ 170 h 208"/>
                  <a:gd name="T4" fmla="*/ 179 w 268"/>
                  <a:gd name="T5" fmla="*/ 256 h 208"/>
                  <a:gd name="T6" fmla="*/ 270 w 268"/>
                  <a:gd name="T7" fmla="*/ 450 h 208"/>
                  <a:gd name="T8" fmla="*/ 307 w 268"/>
                  <a:gd name="T9" fmla="*/ 458 h 208"/>
                  <a:gd name="T10" fmla="*/ 350 w 268"/>
                  <a:gd name="T11" fmla="*/ 479 h 208"/>
                  <a:gd name="T12" fmla="*/ 450 w 268"/>
                  <a:gd name="T13" fmla="*/ 427 h 208"/>
                  <a:gd name="T14" fmla="*/ 510 w 268"/>
                  <a:gd name="T15" fmla="*/ 328 h 208"/>
                  <a:gd name="T16" fmla="*/ 596 w 268"/>
                  <a:gd name="T17" fmla="*/ 234 h 208"/>
                  <a:gd name="T18" fmla="*/ 520 w 268"/>
                  <a:gd name="T19" fmla="*/ 37 h 208"/>
                  <a:gd name="T20" fmla="*/ 334 w 268"/>
                  <a:gd name="T21" fmla="*/ 33 h 208"/>
                  <a:gd name="T22" fmla="*/ 155 w 268"/>
                  <a:gd name="T23" fmla="*/ 76 h 208"/>
                  <a:gd name="T24" fmla="*/ 20 w 268"/>
                  <a:gd name="T25" fmla="*/ 137 h 2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8" h="208">
                    <a:moveTo>
                      <a:pt x="0" y="63"/>
                    </a:moveTo>
                    <a:cubicBezTo>
                      <a:pt x="1" y="67"/>
                      <a:pt x="22" y="69"/>
                      <a:pt x="30" y="72"/>
                    </a:cubicBezTo>
                    <a:cubicBezTo>
                      <a:pt x="48" y="79"/>
                      <a:pt x="65" y="91"/>
                      <a:pt x="75" y="108"/>
                    </a:cubicBezTo>
                    <a:cubicBezTo>
                      <a:pt x="90" y="132"/>
                      <a:pt x="86" y="179"/>
                      <a:pt x="113" y="191"/>
                    </a:cubicBezTo>
                    <a:cubicBezTo>
                      <a:pt x="117" y="193"/>
                      <a:pt x="124" y="192"/>
                      <a:pt x="129" y="194"/>
                    </a:cubicBezTo>
                    <a:cubicBezTo>
                      <a:pt x="135" y="196"/>
                      <a:pt x="141" y="201"/>
                      <a:pt x="147" y="203"/>
                    </a:cubicBezTo>
                    <a:cubicBezTo>
                      <a:pt x="165" y="208"/>
                      <a:pt x="178" y="192"/>
                      <a:pt x="189" y="181"/>
                    </a:cubicBezTo>
                    <a:cubicBezTo>
                      <a:pt x="201" y="168"/>
                      <a:pt x="204" y="154"/>
                      <a:pt x="214" y="139"/>
                    </a:cubicBezTo>
                    <a:cubicBezTo>
                      <a:pt x="224" y="124"/>
                      <a:pt x="241" y="116"/>
                      <a:pt x="250" y="99"/>
                    </a:cubicBezTo>
                    <a:cubicBezTo>
                      <a:pt x="268" y="68"/>
                      <a:pt x="243" y="35"/>
                      <a:pt x="218" y="16"/>
                    </a:cubicBezTo>
                    <a:cubicBezTo>
                      <a:pt x="196" y="0"/>
                      <a:pt x="164" y="7"/>
                      <a:pt x="140" y="14"/>
                    </a:cubicBezTo>
                    <a:cubicBezTo>
                      <a:pt x="115" y="20"/>
                      <a:pt x="91" y="29"/>
                      <a:pt x="65" y="32"/>
                    </a:cubicBezTo>
                    <a:cubicBezTo>
                      <a:pt x="53" y="33"/>
                      <a:pt x="3" y="36"/>
                      <a:pt x="8" y="58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3" name="Freeform 22">
                <a:extLst>
                  <a:ext uri="{FF2B5EF4-FFF2-40B4-BE49-F238E27FC236}">
                    <a16:creationId xmlns:a16="http://schemas.microsoft.com/office/drawing/2014/main" id="{AFBE93B9-BF0E-4501-A6F8-0313A2E1C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679"/>
                <a:ext cx="262" cy="295"/>
              </a:xfrm>
              <a:custGeom>
                <a:avLst/>
                <a:gdLst>
                  <a:gd name="T0" fmla="*/ 36 w 197"/>
                  <a:gd name="T1" fmla="*/ 33 h 221"/>
                  <a:gd name="T2" fmla="*/ 27 w 197"/>
                  <a:gd name="T3" fmla="*/ 31 h 221"/>
                  <a:gd name="T4" fmla="*/ 59 w 197"/>
                  <a:gd name="T5" fmla="*/ 140 h 221"/>
                  <a:gd name="T6" fmla="*/ 15 w 197"/>
                  <a:gd name="T7" fmla="*/ 303 h 221"/>
                  <a:gd name="T8" fmla="*/ 214 w 197"/>
                  <a:gd name="T9" fmla="*/ 419 h 221"/>
                  <a:gd name="T10" fmla="*/ 391 w 197"/>
                  <a:gd name="T11" fmla="*/ 513 h 221"/>
                  <a:gd name="T12" fmla="*/ 414 w 197"/>
                  <a:gd name="T13" fmla="*/ 371 h 221"/>
                  <a:gd name="T14" fmla="*/ 283 w 197"/>
                  <a:gd name="T15" fmla="*/ 230 h 221"/>
                  <a:gd name="T16" fmla="*/ 177 w 197"/>
                  <a:gd name="T17" fmla="*/ 87 h 221"/>
                  <a:gd name="T18" fmla="*/ 20 w 197"/>
                  <a:gd name="T19" fmla="*/ 28 h 2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7" h="221">
                    <a:moveTo>
                      <a:pt x="15" y="14"/>
                    </a:moveTo>
                    <a:cubicBezTo>
                      <a:pt x="13" y="13"/>
                      <a:pt x="12" y="13"/>
                      <a:pt x="11" y="13"/>
                    </a:cubicBezTo>
                    <a:cubicBezTo>
                      <a:pt x="18" y="29"/>
                      <a:pt x="26" y="41"/>
                      <a:pt x="25" y="59"/>
                    </a:cubicBezTo>
                    <a:cubicBezTo>
                      <a:pt x="23" y="84"/>
                      <a:pt x="0" y="101"/>
                      <a:pt x="6" y="127"/>
                    </a:cubicBezTo>
                    <a:cubicBezTo>
                      <a:pt x="15" y="171"/>
                      <a:pt x="59" y="160"/>
                      <a:pt x="91" y="176"/>
                    </a:cubicBezTo>
                    <a:cubicBezTo>
                      <a:pt x="120" y="191"/>
                      <a:pt x="127" y="221"/>
                      <a:pt x="166" y="216"/>
                    </a:cubicBezTo>
                    <a:cubicBezTo>
                      <a:pt x="197" y="212"/>
                      <a:pt x="189" y="175"/>
                      <a:pt x="176" y="156"/>
                    </a:cubicBezTo>
                    <a:cubicBezTo>
                      <a:pt x="160" y="134"/>
                      <a:pt x="137" y="118"/>
                      <a:pt x="120" y="97"/>
                    </a:cubicBezTo>
                    <a:cubicBezTo>
                      <a:pt x="105" y="77"/>
                      <a:pt x="91" y="55"/>
                      <a:pt x="75" y="37"/>
                    </a:cubicBezTo>
                    <a:cubicBezTo>
                      <a:pt x="59" y="20"/>
                      <a:pt x="32" y="0"/>
                      <a:pt x="8" y="12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4" name="Freeform 23">
                <a:extLst>
                  <a:ext uri="{FF2B5EF4-FFF2-40B4-BE49-F238E27FC236}">
                    <a16:creationId xmlns:a16="http://schemas.microsoft.com/office/drawing/2014/main" id="{C651620A-0829-4826-AD28-28D6047FF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1841"/>
                <a:ext cx="206" cy="266"/>
              </a:xfrm>
              <a:custGeom>
                <a:avLst/>
                <a:gdLst>
                  <a:gd name="T0" fmla="*/ 90 w 155"/>
                  <a:gd name="T1" fmla="*/ 12 h 200"/>
                  <a:gd name="T2" fmla="*/ 96 w 155"/>
                  <a:gd name="T3" fmla="*/ 15 h 200"/>
                  <a:gd name="T4" fmla="*/ 31 w 155"/>
                  <a:gd name="T5" fmla="*/ 92 h 200"/>
                  <a:gd name="T6" fmla="*/ 52 w 155"/>
                  <a:gd name="T7" fmla="*/ 202 h 200"/>
                  <a:gd name="T8" fmla="*/ 155 w 155"/>
                  <a:gd name="T9" fmla="*/ 366 h 200"/>
                  <a:gd name="T10" fmla="*/ 191 w 155"/>
                  <a:gd name="T11" fmla="*/ 451 h 200"/>
                  <a:gd name="T12" fmla="*/ 280 w 155"/>
                  <a:gd name="T13" fmla="*/ 430 h 200"/>
                  <a:gd name="T14" fmla="*/ 361 w 155"/>
                  <a:gd name="T15" fmla="*/ 311 h 200"/>
                  <a:gd name="T16" fmla="*/ 249 w 155"/>
                  <a:gd name="T17" fmla="*/ 205 h 200"/>
                  <a:gd name="T18" fmla="*/ 144 w 155"/>
                  <a:gd name="T19" fmla="*/ 92 h 200"/>
                  <a:gd name="T20" fmla="*/ 117 w 155"/>
                  <a:gd name="T21" fmla="*/ 0 h 200"/>
                  <a:gd name="T22" fmla="*/ 108 w 155"/>
                  <a:gd name="T23" fmla="*/ 5 h 2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5" h="200">
                    <a:moveTo>
                      <a:pt x="38" y="5"/>
                    </a:moveTo>
                    <a:cubicBezTo>
                      <a:pt x="40" y="5"/>
                      <a:pt x="41" y="5"/>
                      <a:pt x="41" y="6"/>
                    </a:cubicBezTo>
                    <a:cubicBezTo>
                      <a:pt x="33" y="18"/>
                      <a:pt x="22" y="27"/>
                      <a:pt x="13" y="39"/>
                    </a:cubicBezTo>
                    <a:cubicBezTo>
                      <a:pt x="0" y="57"/>
                      <a:pt x="10" y="70"/>
                      <a:pt x="22" y="86"/>
                    </a:cubicBezTo>
                    <a:cubicBezTo>
                      <a:pt x="37" y="108"/>
                      <a:pt x="56" y="131"/>
                      <a:pt x="66" y="156"/>
                    </a:cubicBezTo>
                    <a:cubicBezTo>
                      <a:pt x="70" y="167"/>
                      <a:pt x="70" y="185"/>
                      <a:pt x="81" y="192"/>
                    </a:cubicBezTo>
                    <a:cubicBezTo>
                      <a:pt x="93" y="200"/>
                      <a:pt x="111" y="192"/>
                      <a:pt x="120" y="183"/>
                    </a:cubicBezTo>
                    <a:cubicBezTo>
                      <a:pt x="132" y="173"/>
                      <a:pt x="153" y="148"/>
                      <a:pt x="154" y="132"/>
                    </a:cubicBezTo>
                    <a:cubicBezTo>
                      <a:pt x="155" y="105"/>
                      <a:pt x="125" y="96"/>
                      <a:pt x="106" y="87"/>
                    </a:cubicBezTo>
                    <a:cubicBezTo>
                      <a:pt x="85" y="76"/>
                      <a:pt x="63" y="65"/>
                      <a:pt x="61" y="39"/>
                    </a:cubicBezTo>
                    <a:cubicBezTo>
                      <a:pt x="60" y="25"/>
                      <a:pt x="59" y="11"/>
                      <a:pt x="50" y="0"/>
                    </a:cubicBezTo>
                    <a:cubicBezTo>
                      <a:pt x="48" y="0"/>
                      <a:pt x="47" y="1"/>
                      <a:pt x="46" y="2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5" name="Freeform 24">
                <a:extLst>
                  <a:ext uri="{FF2B5EF4-FFF2-40B4-BE49-F238E27FC236}">
                    <a16:creationId xmlns:a16="http://schemas.microsoft.com/office/drawing/2014/main" id="{7C3CA210-D13D-4355-8F6D-C2DAD0FD4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949"/>
                <a:ext cx="418" cy="270"/>
              </a:xfrm>
              <a:custGeom>
                <a:avLst/>
                <a:gdLst>
                  <a:gd name="T0" fmla="*/ 427 w 314"/>
                  <a:gd name="T1" fmla="*/ 78 h 203"/>
                  <a:gd name="T2" fmla="*/ 312 w 314"/>
                  <a:gd name="T3" fmla="*/ 184 h 203"/>
                  <a:gd name="T4" fmla="*/ 224 w 314"/>
                  <a:gd name="T5" fmla="*/ 273 h 203"/>
                  <a:gd name="T6" fmla="*/ 122 w 314"/>
                  <a:gd name="T7" fmla="*/ 329 h 203"/>
                  <a:gd name="T8" fmla="*/ 105 w 314"/>
                  <a:gd name="T9" fmla="*/ 472 h 203"/>
                  <a:gd name="T10" fmla="*/ 266 w 314"/>
                  <a:gd name="T11" fmla="*/ 392 h 203"/>
                  <a:gd name="T12" fmla="*/ 418 w 314"/>
                  <a:gd name="T13" fmla="*/ 337 h 203"/>
                  <a:gd name="T14" fmla="*/ 627 w 314"/>
                  <a:gd name="T15" fmla="*/ 269 h 203"/>
                  <a:gd name="T16" fmla="*/ 735 w 314"/>
                  <a:gd name="T17" fmla="*/ 198 h 203"/>
                  <a:gd name="T18" fmla="*/ 643 w 314"/>
                  <a:gd name="T19" fmla="*/ 43 h 203"/>
                  <a:gd name="T20" fmla="*/ 518 w 314"/>
                  <a:gd name="T21" fmla="*/ 52 h 203"/>
                  <a:gd name="T22" fmla="*/ 441 w 314"/>
                  <a:gd name="T23" fmla="*/ 78 h 2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4" h="203">
                    <a:moveTo>
                      <a:pt x="181" y="33"/>
                    </a:moveTo>
                    <a:cubicBezTo>
                      <a:pt x="143" y="29"/>
                      <a:pt x="148" y="52"/>
                      <a:pt x="132" y="78"/>
                    </a:cubicBezTo>
                    <a:cubicBezTo>
                      <a:pt x="122" y="92"/>
                      <a:pt x="108" y="105"/>
                      <a:pt x="95" y="116"/>
                    </a:cubicBezTo>
                    <a:cubicBezTo>
                      <a:pt x="81" y="127"/>
                      <a:pt x="67" y="131"/>
                      <a:pt x="52" y="140"/>
                    </a:cubicBezTo>
                    <a:cubicBezTo>
                      <a:pt x="33" y="151"/>
                      <a:pt x="0" y="203"/>
                      <a:pt x="44" y="201"/>
                    </a:cubicBezTo>
                    <a:cubicBezTo>
                      <a:pt x="69" y="199"/>
                      <a:pt x="92" y="178"/>
                      <a:pt x="113" y="167"/>
                    </a:cubicBezTo>
                    <a:cubicBezTo>
                      <a:pt x="133" y="158"/>
                      <a:pt x="156" y="150"/>
                      <a:pt x="177" y="143"/>
                    </a:cubicBezTo>
                    <a:cubicBezTo>
                      <a:pt x="206" y="135"/>
                      <a:pt x="237" y="119"/>
                      <a:pt x="266" y="114"/>
                    </a:cubicBezTo>
                    <a:cubicBezTo>
                      <a:pt x="286" y="110"/>
                      <a:pt x="314" y="112"/>
                      <a:pt x="312" y="84"/>
                    </a:cubicBezTo>
                    <a:cubicBezTo>
                      <a:pt x="310" y="57"/>
                      <a:pt x="290" y="37"/>
                      <a:pt x="273" y="18"/>
                    </a:cubicBezTo>
                    <a:cubicBezTo>
                      <a:pt x="256" y="0"/>
                      <a:pt x="237" y="15"/>
                      <a:pt x="219" y="22"/>
                    </a:cubicBezTo>
                    <a:cubicBezTo>
                      <a:pt x="210" y="25"/>
                      <a:pt x="197" y="33"/>
                      <a:pt x="187" y="33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6" name="Freeform 25">
                <a:extLst>
                  <a:ext uri="{FF2B5EF4-FFF2-40B4-BE49-F238E27FC236}">
                    <a16:creationId xmlns:a16="http://schemas.microsoft.com/office/drawing/2014/main" id="{8B65DCA3-A902-4A38-B48F-C6F6F670F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1969"/>
                <a:ext cx="191" cy="214"/>
              </a:xfrm>
              <a:custGeom>
                <a:avLst/>
                <a:gdLst>
                  <a:gd name="T0" fmla="*/ 255 w 143"/>
                  <a:gd name="T1" fmla="*/ 15 h 161"/>
                  <a:gd name="T2" fmla="*/ 79 w 143"/>
                  <a:gd name="T3" fmla="*/ 20 h 161"/>
                  <a:gd name="T4" fmla="*/ 12 w 143"/>
                  <a:gd name="T5" fmla="*/ 20 h 161"/>
                  <a:gd name="T6" fmla="*/ 102 w 143"/>
                  <a:gd name="T7" fmla="*/ 122 h 161"/>
                  <a:gd name="T8" fmla="*/ 219 w 143"/>
                  <a:gd name="T9" fmla="*/ 275 h 161"/>
                  <a:gd name="T10" fmla="*/ 326 w 143"/>
                  <a:gd name="T11" fmla="*/ 377 h 161"/>
                  <a:gd name="T12" fmla="*/ 297 w 143"/>
                  <a:gd name="T13" fmla="*/ 258 h 161"/>
                  <a:gd name="T14" fmla="*/ 267 w 143"/>
                  <a:gd name="T15" fmla="*/ 149 h 161"/>
                  <a:gd name="T16" fmla="*/ 264 w 143"/>
                  <a:gd name="T17" fmla="*/ 9 h 1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3" h="161">
                    <a:moveTo>
                      <a:pt x="107" y="6"/>
                    </a:moveTo>
                    <a:cubicBezTo>
                      <a:pt x="86" y="27"/>
                      <a:pt x="56" y="18"/>
                      <a:pt x="33" y="8"/>
                    </a:cubicBezTo>
                    <a:cubicBezTo>
                      <a:pt x="27" y="5"/>
                      <a:pt x="9" y="0"/>
                      <a:pt x="5" y="8"/>
                    </a:cubicBezTo>
                    <a:cubicBezTo>
                      <a:pt x="0" y="18"/>
                      <a:pt x="36" y="45"/>
                      <a:pt x="43" y="52"/>
                    </a:cubicBezTo>
                    <a:cubicBezTo>
                      <a:pt x="61" y="72"/>
                      <a:pt x="76" y="96"/>
                      <a:pt x="92" y="117"/>
                    </a:cubicBezTo>
                    <a:cubicBezTo>
                      <a:pt x="104" y="132"/>
                      <a:pt x="117" y="156"/>
                      <a:pt x="137" y="161"/>
                    </a:cubicBezTo>
                    <a:cubicBezTo>
                      <a:pt x="143" y="149"/>
                      <a:pt x="129" y="122"/>
                      <a:pt x="124" y="110"/>
                    </a:cubicBezTo>
                    <a:cubicBezTo>
                      <a:pt x="118" y="94"/>
                      <a:pt x="113" y="81"/>
                      <a:pt x="112" y="63"/>
                    </a:cubicBezTo>
                    <a:cubicBezTo>
                      <a:pt x="111" y="51"/>
                      <a:pt x="120" y="10"/>
                      <a:pt x="111" y="4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7" name="Freeform 26">
                <a:extLst>
                  <a:ext uri="{FF2B5EF4-FFF2-40B4-BE49-F238E27FC236}">
                    <a16:creationId xmlns:a16="http://schemas.microsoft.com/office/drawing/2014/main" id="{58FA9D7D-C963-4D7E-AF05-0FE2565F4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232"/>
                <a:ext cx="61" cy="104"/>
              </a:xfrm>
              <a:custGeom>
                <a:avLst/>
                <a:gdLst>
                  <a:gd name="T0" fmla="*/ 0 w 46"/>
                  <a:gd name="T1" fmla="*/ 1 h 78"/>
                  <a:gd name="T2" fmla="*/ 107 w 46"/>
                  <a:gd name="T3" fmla="*/ 91 h 78"/>
                  <a:gd name="T4" fmla="*/ 49 w 46"/>
                  <a:gd name="T5" fmla="*/ 48 h 78"/>
                  <a:gd name="T6" fmla="*/ 1 w 46"/>
                  <a:gd name="T7" fmla="*/ 1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78">
                    <a:moveTo>
                      <a:pt x="0" y="1"/>
                    </a:moveTo>
                    <a:cubicBezTo>
                      <a:pt x="3" y="0"/>
                      <a:pt x="20" y="78"/>
                      <a:pt x="46" y="38"/>
                    </a:cubicBezTo>
                    <a:cubicBezTo>
                      <a:pt x="40" y="30"/>
                      <a:pt x="29" y="27"/>
                      <a:pt x="21" y="20"/>
                    </a:cubicBezTo>
                    <a:cubicBezTo>
                      <a:pt x="14" y="14"/>
                      <a:pt x="9" y="7"/>
                      <a:pt x="1" y="1"/>
                    </a:cubicBezTo>
                  </a:path>
                </a:pathLst>
              </a:custGeom>
              <a:solidFill>
                <a:srgbClr val="EA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8" name="Freeform 27">
                <a:extLst>
                  <a:ext uri="{FF2B5EF4-FFF2-40B4-BE49-F238E27FC236}">
                    <a16:creationId xmlns:a16="http://schemas.microsoft.com/office/drawing/2014/main" id="{0D18F7C9-2C45-4A27-9BE0-0C1D74DA8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2152"/>
                <a:ext cx="349" cy="573"/>
              </a:xfrm>
              <a:custGeom>
                <a:avLst/>
                <a:gdLst>
                  <a:gd name="T0" fmla="*/ 506 w 262"/>
                  <a:gd name="T1" fmla="*/ 28 h 430"/>
                  <a:gd name="T2" fmla="*/ 416 w 262"/>
                  <a:gd name="T3" fmla="*/ 107 h 430"/>
                  <a:gd name="T4" fmla="*/ 214 w 262"/>
                  <a:gd name="T5" fmla="*/ 180 h 430"/>
                  <a:gd name="T6" fmla="*/ 44 w 262"/>
                  <a:gd name="T7" fmla="*/ 314 h 430"/>
                  <a:gd name="T8" fmla="*/ 57 w 262"/>
                  <a:gd name="T9" fmla="*/ 512 h 430"/>
                  <a:gd name="T10" fmla="*/ 108 w 262"/>
                  <a:gd name="T11" fmla="*/ 769 h 430"/>
                  <a:gd name="T12" fmla="*/ 214 w 262"/>
                  <a:gd name="T13" fmla="*/ 977 h 430"/>
                  <a:gd name="T14" fmla="*/ 401 w 262"/>
                  <a:gd name="T15" fmla="*/ 941 h 430"/>
                  <a:gd name="T16" fmla="*/ 506 w 262"/>
                  <a:gd name="T17" fmla="*/ 741 h 430"/>
                  <a:gd name="T18" fmla="*/ 535 w 262"/>
                  <a:gd name="T19" fmla="*/ 529 h 430"/>
                  <a:gd name="T20" fmla="*/ 582 w 262"/>
                  <a:gd name="T21" fmla="*/ 353 h 430"/>
                  <a:gd name="T22" fmla="*/ 614 w 262"/>
                  <a:gd name="T23" fmla="*/ 137 h 430"/>
                  <a:gd name="T24" fmla="*/ 589 w 262"/>
                  <a:gd name="T25" fmla="*/ 44 h 430"/>
                  <a:gd name="T26" fmla="*/ 520 w 262"/>
                  <a:gd name="T27" fmla="*/ 28 h 4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2" h="430">
                    <a:moveTo>
                      <a:pt x="214" y="12"/>
                    </a:moveTo>
                    <a:cubicBezTo>
                      <a:pt x="201" y="24"/>
                      <a:pt x="193" y="36"/>
                      <a:pt x="176" y="45"/>
                    </a:cubicBezTo>
                    <a:cubicBezTo>
                      <a:pt x="149" y="59"/>
                      <a:pt x="118" y="63"/>
                      <a:pt x="91" y="76"/>
                    </a:cubicBezTo>
                    <a:cubicBezTo>
                      <a:pt x="66" y="88"/>
                      <a:pt x="35" y="110"/>
                      <a:pt x="19" y="133"/>
                    </a:cubicBezTo>
                    <a:cubicBezTo>
                      <a:pt x="0" y="162"/>
                      <a:pt x="16" y="187"/>
                      <a:pt x="24" y="216"/>
                    </a:cubicBezTo>
                    <a:cubicBezTo>
                      <a:pt x="35" y="252"/>
                      <a:pt x="40" y="288"/>
                      <a:pt x="46" y="325"/>
                    </a:cubicBezTo>
                    <a:cubicBezTo>
                      <a:pt x="51" y="356"/>
                      <a:pt x="64" y="393"/>
                      <a:pt x="91" y="413"/>
                    </a:cubicBezTo>
                    <a:cubicBezTo>
                      <a:pt x="112" y="430"/>
                      <a:pt x="152" y="414"/>
                      <a:pt x="170" y="398"/>
                    </a:cubicBezTo>
                    <a:cubicBezTo>
                      <a:pt x="193" y="378"/>
                      <a:pt x="206" y="341"/>
                      <a:pt x="214" y="313"/>
                    </a:cubicBezTo>
                    <a:cubicBezTo>
                      <a:pt x="221" y="284"/>
                      <a:pt x="221" y="254"/>
                      <a:pt x="227" y="224"/>
                    </a:cubicBezTo>
                    <a:cubicBezTo>
                      <a:pt x="232" y="199"/>
                      <a:pt x="242" y="175"/>
                      <a:pt x="246" y="149"/>
                    </a:cubicBezTo>
                    <a:cubicBezTo>
                      <a:pt x="250" y="119"/>
                      <a:pt x="257" y="88"/>
                      <a:pt x="260" y="58"/>
                    </a:cubicBezTo>
                    <a:cubicBezTo>
                      <a:pt x="262" y="43"/>
                      <a:pt x="259" y="29"/>
                      <a:pt x="249" y="19"/>
                    </a:cubicBezTo>
                    <a:cubicBezTo>
                      <a:pt x="243" y="12"/>
                      <a:pt x="227" y="0"/>
                      <a:pt x="220" y="12"/>
                    </a:cubicBezTo>
                  </a:path>
                </a:pathLst>
              </a:custGeom>
              <a:solidFill>
                <a:srgbClr val="CE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9" name="Freeform 28">
                <a:extLst>
                  <a:ext uri="{FF2B5EF4-FFF2-40B4-BE49-F238E27FC236}">
                    <a16:creationId xmlns:a16="http://schemas.microsoft.com/office/drawing/2014/main" id="{D28BB9F4-DCC6-483B-B81B-65457BC1C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314"/>
                <a:ext cx="254" cy="443"/>
              </a:xfrm>
              <a:custGeom>
                <a:avLst/>
                <a:gdLst>
                  <a:gd name="T0" fmla="*/ 33 w 191"/>
                  <a:gd name="T1" fmla="*/ 120 h 333"/>
                  <a:gd name="T2" fmla="*/ 172 w 191"/>
                  <a:gd name="T3" fmla="*/ 21 h 333"/>
                  <a:gd name="T4" fmla="*/ 283 w 191"/>
                  <a:gd name="T5" fmla="*/ 134 h 333"/>
                  <a:gd name="T6" fmla="*/ 332 w 191"/>
                  <a:gd name="T7" fmla="*/ 318 h 333"/>
                  <a:gd name="T8" fmla="*/ 412 w 191"/>
                  <a:gd name="T9" fmla="*/ 464 h 333"/>
                  <a:gd name="T10" fmla="*/ 442 w 191"/>
                  <a:gd name="T11" fmla="*/ 600 h 333"/>
                  <a:gd name="T12" fmla="*/ 322 w 191"/>
                  <a:gd name="T13" fmla="*/ 690 h 333"/>
                  <a:gd name="T14" fmla="*/ 209 w 191"/>
                  <a:gd name="T15" fmla="*/ 750 h 333"/>
                  <a:gd name="T16" fmla="*/ 112 w 191"/>
                  <a:gd name="T17" fmla="*/ 770 h 333"/>
                  <a:gd name="T18" fmla="*/ 7 w 191"/>
                  <a:gd name="T19" fmla="*/ 525 h 333"/>
                  <a:gd name="T20" fmla="*/ 1 w 191"/>
                  <a:gd name="T21" fmla="*/ 299 h 333"/>
                  <a:gd name="T22" fmla="*/ 15 w 191"/>
                  <a:gd name="T23" fmla="*/ 214 h 333"/>
                  <a:gd name="T24" fmla="*/ 33 w 191"/>
                  <a:gd name="T25" fmla="*/ 134 h 3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1" h="333">
                    <a:moveTo>
                      <a:pt x="14" y="51"/>
                    </a:moveTo>
                    <a:cubicBezTo>
                      <a:pt x="27" y="34"/>
                      <a:pt x="52" y="15"/>
                      <a:pt x="73" y="9"/>
                    </a:cubicBezTo>
                    <a:cubicBezTo>
                      <a:pt x="107" y="0"/>
                      <a:pt x="113" y="31"/>
                      <a:pt x="120" y="57"/>
                    </a:cubicBezTo>
                    <a:cubicBezTo>
                      <a:pt x="127" y="83"/>
                      <a:pt x="130" y="110"/>
                      <a:pt x="141" y="135"/>
                    </a:cubicBezTo>
                    <a:cubicBezTo>
                      <a:pt x="150" y="157"/>
                      <a:pt x="165" y="176"/>
                      <a:pt x="175" y="197"/>
                    </a:cubicBezTo>
                    <a:cubicBezTo>
                      <a:pt x="184" y="214"/>
                      <a:pt x="191" y="235"/>
                      <a:pt x="188" y="255"/>
                    </a:cubicBezTo>
                    <a:cubicBezTo>
                      <a:pt x="184" y="283"/>
                      <a:pt x="159" y="285"/>
                      <a:pt x="137" y="293"/>
                    </a:cubicBezTo>
                    <a:cubicBezTo>
                      <a:pt x="120" y="300"/>
                      <a:pt x="104" y="310"/>
                      <a:pt x="89" y="319"/>
                    </a:cubicBezTo>
                    <a:cubicBezTo>
                      <a:pt x="76" y="326"/>
                      <a:pt x="62" y="333"/>
                      <a:pt x="47" y="327"/>
                    </a:cubicBezTo>
                    <a:cubicBezTo>
                      <a:pt x="14" y="313"/>
                      <a:pt x="6" y="254"/>
                      <a:pt x="3" y="223"/>
                    </a:cubicBezTo>
                    <a:cubicBezTo>
                      <a:pt x="1" y="192"/>
                      <a:pt x="0" y="159"/>
                      <a:pt x="1" y="127"/>
                    </a:cubicBezTo>
                    <a:cubicBezTo>
                      <a:pt x="1" y="115"/>
                      <a:pt x="5" y="103"/>
                      <a:pt x="6" y="91"/>
                    </a:cubicBezTo>
                    <a:cubicBezTo>
                      <a:pt x="8" y="80"/>
                      <a:pt x="14" y="68"/>
                      <a:pt x="14" y="57"/>
                    </a:cubicBezTo>
                  </a:path>
                </a:pathLst>
              </a:custGeom>
              <a:solidFill>
                <a:srgbClr val="CE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0" name="Freeform 29">
                <a:extLst>
                  <a:ext uri="{FF2B5EF4-FFF2-40B4-BE49-F238E27FC236}">
                    <a16:creationId xmlns:a16="http://schemas.microsoft.com/office/drawing/2014/main" id="{1C0D3677-C587-407D-9B51-19CB34F7F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689"/>
                <a:ext cx="377" cy="517"/>
              </a:xfrm>
              <a:custGeom>
                <a:avLst/>
                <a:gdLst>
                  <a:gd name="T0" fmla="*/ 557 w 283"/>
                  <a:gd name="T1" fmla="*/ 49 h 388"/>
                  <a:gd name="T2" fmla="*/ 470 w 283"/>
                  <a:gd name="T3" fmla="*/ 37 h 388"/>
                  <a:gd name="T4" fmla="*/ 312 w 283"/>
                  <a:gd name="T5" fmla="*/ 183 h 388"/>
                  <a:gd name="T6" fmla="*/ 133 w 283"/>
                  <a:gd name="T7" fmla="*/ 276 h 388"/>
                  <a:gd name="T8" fmla="*/ 33 w 283"/>
                  <a:gd name="T9" fmla="*/ 413 h 388"/>
                  <a:gd name="T10" fmla="*/ 27 w 283"/>
                  <a:gd name="T11" fmla="*/ 770 h 388"/>
                  <a:gd name="T12" fmla="*/ 101 w 283"/>
                  <a:gd name="T13" fmla="*/ 897 h 388"/>
                  <a:gd name="T14" fmla="*/ 348 w 283"/>
                  <a:gd name="T15" fmla="*/ 842 h 388"/>
                  <a:gd name="T16" fmla="*/ 536 w 283"/>
                  <a:gd name="T17" fmla="*/ 742 h 388"/>
                  <a:gd name="T18" fmla="*/ 642 w 283"/>
                  <a:gd name="T19" fmla="*/ 512 h 388"/>
                  <a:gd name="T20" fmla="*/ 650 w 283"/>
                  <a:gd name="T21" fmla="*/ 176 h 388"/>
                  <a:gd name="T22" fmla="*/ 556 w 283"/>
                  <a:gd name="T23" fmla="*/ 55 h 3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388">
                    <a:moveTo>
                      <a:pt x="236" y="21"/>
                    </a:moveTo>
                    <a:cubicBezTo>
                      <a:pt x="223" y="23"/>
                      <a:pt x="212" y="13"/>
                      <a:pt x="199" y="16"/>
                    </a:cubicBezTo>
                    <a:cubicBezTo>
                      <a:pt x="171" y="24"/>
                      <a:pt x="154" y="60"/>
                      <a:pt x="132" y="77"/>
                    </a:cubicBezTo>
                    <a:cubicBezTo>
                      <a:pt x="109" y="94"/>
                      <a:pt x="81" y="101"/>
                      <a:pt x="56" y="116"/>
                    </a:cubicBezTo>
                    <a:cubicBezTo>
                      <a:pt x="30" y="131"/>
                      <a:pt x="21" y="146"/>
                      <a:pt x="14" y="175"/>
                    </a:cubicBezTo>
                    <a:cubicBezTo>
                      <a:pt x="2" y="222"/>
                      <a:pt x="0" y="278"/>
                      <a:pt x="11" y="326"/>
                    </a:cubicBezTo>
                    <a:cubicBezTo>
                      <a:pt x="16" y="347"/>
                      <a:pt x="19" y="372"/>
                      <a:pt x="43" y="379"/>
                    </a:cubicBezTo>
                    <a:cubicBezTo>
                      <a:pt x="77" y="388"/>
                      <a:pt x="117" y="369"/>
                      <a:pt x="147" y="356"/>
                    </a:cubicBezTo>
                    <a:cubicBezTo>
                      <a:pt x="176" y="343"/>
                      <a:pt x="204" y="336"/>
                      <a:pt x="227" y="314"/>
                    </a:cubicBezTo>
                    <a:cubicBezTo>
                      <a:pt x="254" y="291"/>
                      <a:pt x="263" y="250"/>
                      <a:pt x="272" y="216"/>
                    </a:cubicBezTo>
                    <a:cubicBezTo>
                      <a:pt x="283" y="169"/>
                      <a:pt x="277" y="122"/>
                      <a:pt x="275" y="74"/>
                    </a:cubicBezTo>
                    <a:cubicBezTo>
                      <a:pt x="274" y="60"/>
                      <a:pt x="263" y="0"/>
                      <a:pt x="235" y="23"/>
                    </a:cubicBezTo>
                  </a:path>
                </a:pathLst>
              </a:custGeom>
              <a:solidFill>
                <a:srgbClr val="CE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1" name="Freeform 30">
                <a:extLst>
                  <a:ext uri="{FF2B5EF4-FFF2-40B4-BE49-F238E27FC236}">
                    <a16:creationId xmlns:a16="http://schemas.microsoft.com/office/drawing/2014/main" id="{1A67283C-1E1F-4ABE-9A22-2D07BFF0B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703"/>
                <a:ext cx="127" cy="439"/>
              </a:xfrm>
              <a:custGeom>
                <a:avLst/>
                <a:gdLst>
                  <a:gd name="T0" fmla="*/ 163 w 95"/>
                  <a:gd name="T1" fmla="*/ 7 h 330"/>
                  <a:gd name="T2" fmla="*/ 160 w 95"/>
                  <a:gd name="T3" fmla="*/ 0 h 330"/>
                  <a:gd name="T4" fmla="*/ 43 w 95"/>
                  <a:gd name="T5" fmla="*/ 382 h 330"/>
                  <a:gd name="T6" fmla="*/ 27 w 95"/>
                  <a:gd name="T7" fmla="*/ 690 h 330"/>
                  <a:gd name="T8" fmla="*/ 127 w 95"/>
                  <a:gd name="T9" fmla="*/ 665 h 330"/>
                  <a:gd name="T10" fmla="*/ 203 w 95"/>
                  <a:gd name="T11" fmla="*/ 379 h 330"/>
                  <a:gd name="T12" fmla="*/ 207 w 95"/>
                  <a:gd name="T13" fmla="*/ 223 h 330"/>
                  <a:gd name="T14" fmla="*/ 222 w 95"/>
                  <a:gd name="T15" fmla="*/ 114 h 330"/>
                  <a:gd name="T16" fmla="*/ 164 w 95"/>
                  <a:gd name="T17" fmla="*/ 15 h 3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330">
                    <a:moveTo>
                      <a:pt x="68" y="3"/>
                    </a:moveTo>
                    <a:cubicBezTo>
                      <a:pt x="68" y="1"/>
                      <a:pt x="68" y="0"/>
                      <a:pt x="67" y="0"/>
                    </a:cubicBezTo>
                    <a:cubicBezTo>
                      <a:pt x="12" y="13"/>
                      <a:pt x="21" y="120"/>
                      <a:pt x="18" y="162"/>
                    </a:cubicBezTo>
                    <a:cubicBezTo>
                      <a:pt x="14" y="205"/>
                      <a:pt x="0" y="251"/>
                      <a:pt x="11" y="293"/>
                    </a:cubicBezTo>
                    <a:cubicBezTo>
                      <a:pt x="21" y="330"/>
                      <a:pt x="41" y="305"/>
                      <a:pt x="53" y="283"/>
                    </a:cubicBezTo>
                    <a:cubicBezTo>
                      <a:pt x="72" y="246"/>
                      <a:pt x="80" y="202"/>
                      <a:pt x="85" y="161"/>
                    </a:cubicBezTo>
                    <a:cubicBezTo>
                      <a:pt x="87" y="139"/>
                      <a:pt x="87" y="117"/>
                      <a:pt x="87" y="95"/>
                    </a:cubicBezTo>
                    <a:cubicBezTo>
                      <a:pt x="87" y="79"/>
                      <a:pt x="91" y="65"/>
                      <a:pt x="93" y="49"/>
                    </a:cubicBezTo>
                    <a:cubicBezTo>
                      <a:pt x="95" y="31"/>
                      <a:pt x="86" y="14"/>
                      <a:pt x="69" y="6"/>
                    </a:cubicBezTo>
                  </a:path>
                </a:pathLst>
              </a:custGeom>
              <a:solidFill>
                <a:srgbClr val="CE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2" name="Freeform 31">
                <a:extLst>
                  <a:ext uri="{FF2B5EF4-FFF2-40B4-BE49-F238E27FC236}">
                    <a16:creationId xmlns:a16="http://schemas.microsoft.com/office/drawing/2014/main" id="{FD61231D-4545-4747-A290-D6409F9F3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3068"/>
                <a:ext cx="341" cy="229"/>
              </a:xfrm>
              <a:custGeom>
                <a:avLst/>
                <a:gdLst>
                  <a:gd name="T0" fmla="*/ 493 w 256"/>
                  <a:gd name="T1" fmla="*/ 0 h 172"/>
                  <a:gd name="T2" fmla="*/ 525 w 256"/>
                  <a:gd name="T3" fmla="*/ 59 h 172"/>
                  <a:gd name="T4" fmla="*/ 549 w 256"/>
                  <a:gd name="T5" fmla="*/ 162 h 172"/>
                  <a:gd name="T6" fmla="*/ 591 w 256"/>
                  <a:gd name="T7" fmla="*/ 250 h 172"/>
                  <a:gd name="T8" fmla="*/ 501 w 256"/>
                  <a:gd name="T9" fmla="*/ 300 h 172"/>
                  <a:gd name="T10" fmla="*/ 208 w 256"/>
                  <a:gd name="T11" fmla="*/ 363 h 172"/>
                  <a:gd name="T12" fmla="*/ 85 w 256"/>
                  <a:gd name="T13" fmla="*/ 383 h 172"/>
                  <a:gd name="T14" fmla="*/ 0 w 256"/>
                  <a:gd name="T15" fmla="*/ 390 h 172"/>
                  <a:gd name="T16" fmla="*/ 192 w 256"/>
                  <a:gd name="T17" fmla="*/ 285 h 172"/>
                  <a:gd name="T18" fmla="*/ 406 w 256"/>
                  <a:gd name="T19" fmla="*/ 129 h 172"/>
                  <a:gd name="T20" fmla="*/ 486 w 256"/>
                  <a:gd name="T21" fmla="*/ 9 h 1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6" h="172">
                    <a:moveTo>
                      <a:pt x="209" y="0"/>
                    </a:moveTo>
                    <a:cubicBezTo>
                      <a:pt x="222" y="2"/>
                      <a:pt x="222" y="15"/>
                      <a:pt x="222" y="25"/>
                    </a:cubicBezTo>
                    <a:cubicBezTo>
                      <a:pt x="222" y="41"/>
                      <a:pt x="224" y="56"/>
                      <a:pt x="232" y="69"/>
                    </a:cubicBezTo>
                    <a:cubicBezTo>
                      <a:pt x="240" y="82"/>
                      <a:pt x="256" y="89"/>
                      <a:pt x="250" y="106"/>
                    </a:cubicBezTo>
                    <a:cubicBezTo>
                      <a:pt x="244" y="121"/>
                      <a:pt x="226" y="124"/>
                      <a:pt x="212" y="127"/>
                    </a:cubicBezTo>
                    <a:cubicBezTo>
                      <a:pt x="169" y="135"/>
                      <a:pt x="128" y="138"/>
                      <a:pt x="88" y="154"/>
                    </a:cubicBezTo>
                    <a:cubicBezTo>
                      <a:pt x="71" y="161"/>
                      <a:pt x="53" y="157"/>
                      <a:pt x="36" y="162"/>
                    </a:cubicBezTo>
                    <a:cubicBezTo>
                      <a:pt x="25" y="165"/>
                      <a:pt x="11" y="172"/>
                      <a:pt x="0" y="165"/>
                    </a:cubicBezTo>
                    <a:cubicBezTo>
                      <a:pt x="6" y="137"/>
                      <a:pt x="59" y="130"/>
                      <a:pt x="81" y="121"/>
                    </a:cubicBezTo>
                    <a:cubicBezTo>
                      <a:pt x="114" y="107"/>
                      <a:pt x="148" y="82"/>
                      <a:pt x="172" y="55"/>
                    </a:cubicBezTo>
                    <a:cubicBezTo>
                      <a:pt x="186" y="40"/>
                      <a:pt x="195" y="21"/>
                      <a:pt x="206" y="4"/>
                    </a:cubicBezTo>
                  </a:path>
                </a:pathLst>
              </a:custGeom>
              <a:solidFill>
                <a:srgbClr val="CE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3" name="Freeform 32">
                <a:extLst>
                  <a:ext uri="{FF2B5EF4-FFF2-40B4-BE49-F238E27FC236}">
                    <a16:creationId xmlns:a16="http://schemas.microsoft.com/office/drawing/2014/main" id="{7A83037F-8694-4ADF-96E1-B134CEDAC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320"/>
                <a:ext cx="292" cy="289"/>
              </a:xfrm>
              <a:custGeom>
                <a:avLst/>
                <a:gdLst>
                  <a:gd name="T0" fmla="*/ 491 w 219"/>
                  <a:gd name="T1" fmla="*/ 112 h 217"/>
                  <a:gd name="T2" fmla="*/ 377 w 219"/>
                  <a:gd name="T3" fmla="*/ 48 h 217"/>
                  <a:gd name="T4" fmla="*/ 299 w 219"/>
                  <a:gd name="T5" fmla="*/ 127 h 217"/>
                  <a:gd name="T6" fmla="*/ 180 w 219"/>
                  <a:gd name="T7" fmla="*/ 165 h 217"/>
                  <a:gd name="T8" fmla="*/ 16 w 219"/>
                  <a:gd name="T9" fmla="*/ 378 h 217"/>
                  <a:gd name="T10" fmla="*/ 256 w 219"/>
                  <a:gd name="T11" fmla="*/ 486 h 217"/>
                  <a:gd name="T12" fmla="*/ 441 w 219"/>
                  <a:gd name="T13" fmla="*/ 358 h 217"/>
                  <a:gd name="T14" fmla="*/ 505 w 219"/>
                  <a:gd name="T15" fmla="*/ 257 h 217"/>
                  <a:gd name="T16" fmla="*/ 497 w 219"/>
                  <a:gd name="T17" fmla="*/ 121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9" h="217">
                    <a:moveTo>
                      <a:pt x="207" y="47"/>
                    </a:moveTo>
                    <a:cubicBezTo>
                      <a:pt x="211" y="12"/>
                      <a:pt x="185" y="0"/>
                      <a:pt x="159" y="20"/>
                    </a:cubicBezTo>
                    <a:cubicBezTo>
                      <a:pt x="146" y="29"/>
                      <a:pt x="139" y="44"/>
                      <a:pt x="126" y="53"/>
                    </a:cubicBezTo>
                    <a:cubicBezTo>
                      <a:pt x="111" y="63"/>
                      <a:pt x="94" y="65"/>
                      <a:pt x="76" y="70"/>
                    </a:cubicBezTo>
                    <a:cubicBezTo>
                      <a:pt x="37" y="81"/>
                      <a:pt x="0" y="115"/>
                      <a:pt x="7" y="160"/>
                    </a:cubicBezTo>
                    <a:cubicBezTo>
                      <a:pt x="17" y="217"/>
                      <a:pt x="62" y="215"/>
                      <a:pt x="108" y="206"/>
                    </a:cubicBezTo>
                    <a:cubicBezTo>
                      <a:pt x="145" y="199"/>
                      <a:pt x="163" y="182"/>
                      <a:pt x="186" y="152"/>
                    </a:cubicBezTo>
                    <a:cubicBezTo>
                      <a:pt x="196" y="139"/>
                      <a:pt x="209" y="125"/>
                      <a:pt x="213" y="109"/>
                    </a:cubicBezTo>
                    <a:cubicBezTo>
                      <a:pt x="216" y="95"/>
                      <a:pt x="219" y="62"/>
                      <a:pt x="210" y="51"/>
                    </a:cubicBezTo>
                  </a:path>
                </a:pathLst>
              </a:custGeom>
              <a:solidFill>
                <a:srgbClr val="CE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4" name="Freeform 33">
                <a:extLst>
                  <a:ext uri="{FF2B5EF4-FFF2-40B4-BE49-F238E27FC236}">
                    <a16:creationId xmlns:a16="http://schemas.microsoft.com/office/drawing/2014/main" id="{C1D4EB5B-FBB4-4CE4-8B90-4672AC2DA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1458"/>
                <a:ext cx="255" cy="329"/>
              </a:xfrm>
              <a:custGeom>
                <a:avLst/>
                <a:gdLst>
                  <a:gd name="T0" fmla="*/ 350 w 191"/>
                  <a:gd name="T1" fmla="*/ 57 h 247"/>
                  <a:gd name="T2" fmla="*/ 419 w 191"/>
                  <a:gd name="T3" fmla="*/ 185 h 247"/>
                  <a:gd name="T4" fmla="*/ 414 w 191"/>
                  <a:gd name="T5" fmla="*/ 320 h 247"/>
                  <a:gd name="T6" fmla="*/ 262 w 191"/>
                  <a:gd name="T7" fmla="*/ 412 h 247"/>
                  <a:gd name="T8" fmla="*/ 113 w 191"/>
                  <a:gd name="T9" fmla="*/ 527 h 247"/>
                  <a:gd name="T10" fmla="*/ 21 w 191"/>
                  <a:gd name="T11" fmla="*/ 567 h 247"/>
                  <a:gd name="T12" fmla="*/ 7 w 191"/>
                  <a:gd name="T13" fmla="*/ 476 h 247"/>
                  <a:gd name="T14" fmla="*/ 0 w 191"/>
                  <a:gd name="T15" fmla="*/ 373 h 247"/>
                  <a:gd name="T16" fmla="*/ 52 w 191"/>
                  <a:gd name="T17" fmla="*/ 246 h 247"/>
                  <a:gd name="T18" fmla="*/ 246 w 191"/>
                  <a:gd name="T19" fmla="*/ 113 h 247"/>
                  <a:gd name="T20" fmla="*/ 335 w 191"/>
                  <a:gd name="T21" fmla="*/ 65 h 2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1" h="247">
                    <a:moveTo>
                      <a:pt x="147" y="24"/>
                    </a:moveTo>
                    <a:cubicBezTo>
                      <a:pt x="180" y="0"/>
                      <a:pt x="171" y="62"/>
                      <a:pt x="176" y="78"/>
                    </a:cubicBezTo>
                    <a:cubicBezTo>
                      <a:pt x="181" y="99"/>
                      <a:pt x="191" y="117"/>
                      <a:pt x="174" y="135"/>
                    </a:cubicBezTo>
                    <a:cubicBezTo>
                      <a:pt x="156" y="154"/>
                      <a:pt x="129" y="159"/>
                      <a:pt x="110" y="174"/>
                    </a:cubicBezTo>
                    <a:cubicBezTo>
                      <a:pt x="88" y="189"/>
                      <a:pt x="68" y="207"/>
                      <a:pt x="48" y="223"/>
                    </a:cubicBezTo>
                    <a:cubicBezTo>
                      <a:pt x="39" y="230"/>
                      <a:pt x="18" y="247"/>
                      <a:pt x="9" y="240"/>
                    </a:cubicBezTo>
                    <a:cubicBezTo>
                      <a:pt x="0" y="234"/>
                      <a:pt x="4" y="210"/>
                      <a:pt x="3" y="201"/>
                    </a:cubicBezTo>
                    <a:cubicBezTo>
                      <a:pt x="2" y="186"/>
                      <a:pt x="0" y="172"/>
                      <a:pt x="0" y="158"/>
                    </a:cubicBezTo>
                    <a:cubicBezTo>
                      <a:pt x="0" y="132"/>
                      <a:pt x="1" y="120"/>
                      <a:pt x="22" y="104"/>
                    </a:cubicBezTo>
                    <a:cubicBezTo>
                      <a:pt x="48" y="83"/>
                      <a:pt x="74" y="65"/>
                      <a:pt x="103" y="48"/>
                    </a:cubicBezTo>
                    <a:cubicBezTo>
                      <a:pt x="115" y="41"/>
                      <a:pt x="129" y="32"/>
                      <a:pt x="141" y="28"/>
                    </a:cubicBezTo>
                  </a:path>
                </a:pathLst>
              </a:custGeom>
              <a:solidFill>
                <a:srgbClr val="CE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5" name="Freeform 34">
                <a:extLst>
                  <a:ext uri="{FF2B5EF4-FFF2-40B4-BE49-F238E27FC236}">
                    <a16:creationId xmlns:a16="http://schemas.microsoft.com/office/drawing/2014/main" id="{BDEDB8EE-7E7D-48AA-AA8B-0D07DAAD8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559"/>
                <a:ext cx="679" cy="992"/>
              </a:xfrm>
              <a:custGeom>
                <a:avLst/>
                <a:gdLst>
                  <a:gd name="T0" fmla="*/ 0 w 679"/>
                  <a:gd name="T1" fmla="*/ 152 h 992"/>
                  <a:gd name="T2" fmla="*/ 679 w 679"/>
                  <a:gd name="T3" fmla="*/ 0 h 992"/>
                  <a:gd name="T4" fmla="*/ 675 w 679"/>
                  <a:gd name="T5" fmla="*/ 823 h 992"/>
                  <a:gd name="T6" fmla="*/ 2 w 679"/>
                  <a:gd name="T7" fmla="*/ 992 h 992"/>
                  <a:gd name="T8" fmla="*/ 0 w 679"/>
                  <a:gd name="T9" fmla="*/ 152 h 9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9" h="992">
                    <a:moveTo>
                      <a:pt x="0" y="152"/>
                    </a:moveTo>
                    <a:lnTo>
                      <a:pt x="679" y="0"/>
                    </a:lnTo>
                    <a:lnTo>
                      <a:pt x="675" y="823"/>
                    </a:lnTo>
                    <a:lnTo>
                      <a:pt x="2" y="992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C68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6" name="Freeform 35">
                <a:extLst>
                  <a:ext uri="{FF2B5EF4-FFF2-40B4-BE49-F238E27FC236}">
                    <a16:creationId xmlns:a16="http://schemas.microsoft.com/office/drawing/2014/main" id="{CB4D1AC7-3FC0-4FED-92CE-0FB2F8B76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248"/>
                <a:ext cx="1206" cy="661"/>
              </a:xfrm>
              <a:custGeom>
                <a:avLst/>
                <a:gdLst>
                  <a:gd name="T0" fmla="*/ 1062 w 905"/>
                  <a:gd name="T1" fmla="*/ 1174 h 496"/>
                  <a:gd name="T2" fmla="*/ 2141 w 905"/>
                  <a:gd name="T3" fmla="*/ 588 h 496"/>
                  <a:gd name="T4" fmla="*/ 469 w 905"/>
                  <a:gd name="T5" fmla="*/ 0 h 496"/>
                  <a:gd name="T6" fmla="*/ 0 w 905"/>
                  <a:gd name="T7" fmla="*/ 876 h 496"/>
                  <a:gd name="T8" fmla="*/ 1062 w 905"/>
                  <a:gd name="T9" fmla="*/ 1174 h 4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5" h="496">
                    <a:moveTo>
                      <a:pt x="449" y="496"/>
                    </a:moveTo>
                    <a:cubicBezTo>
                      <a:pt x="905" y="248"/>
                      <a:pt x="905" y="248"/>
                      <a:pt x="905" y="248"/>
                    </a:cubicBezTo>
                    <a:cubicBezTo>
                      <a:pt x="905" y="248"/>
                      <a:pt x="641" y="67"/>
                      <a:pt x="198" y="0"/>
                    </a:cubicBezTo>
                    <a:cubicBezTo>
                      <a:pt x="0" y="370"/>
                      <a:pt x="0" y="370"/>
                      <a:pt x="0" y="370"/>
                    </a:cubicBezTo>
                    <a:cubicBezTo>
                      <a:pt x="0" y="370"/>
                      <a:pt x="219" y="375"/>
                      <a:pt x="449" y="496"/>
                    </a:cubicBezTo>
                    <a:close/>
                  </a:path>
                </a:pathLst>
              </a:custGeom>
              <a:solidFill>
                <a:srgbClr val="F1C3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7" name="Freeform 36">
                <a:extLst>
                  <a:ext uri="{FF2B5EF4-FFF2-40B4-BE49-F238E27FC236}">
                    <a16:creationId xmlns:a16="http://schemas.microsoft.com/office/drawing/2014/main" id="{5043CE5E-356A-4DB6-B502-AFB88AC98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827"/>
                <a:ext cx="470" cy="732"/>
              </a:xfrm>
              <a:custGeom>
                <a:avLst/>
                <a:gdLst>
                  <a:gd name="T0" fmla="*/ 831 w 353"/>
                  <a:gd name="T1" fmla="*/ 901 h 549"/>
                  <a:gd name="T2" fmla="*/ 0 w 353"/>
                  <a:gd name="T3" fmla="*/ 0 h 549"/>
                  <a:gd name="T4" fmla="*/ 0 w 353"/>
                  <a:gd name="T5" fmla="*/ 347 h 549"/>
                  <a:gd name="T6" fmla="*/ 833 w 353"/>
                  <a:gd name="T7" fmla="*/ 1301 h 549"/>
                  <a:gd name="T8" fmla="*/ 831 w 353"/>
                  <a:gd name="T9" fmla="*/ 901 h 5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3" h="549">
                    <a:moveTo>
                      <a:pt x="352" y="380"/>
                    </a:moveTo>
                    <a:cubicBezTo>
                      <a:pt x="352" y="380"/>
                      <a:pt x="167" y="96"/>
                      <a:pt x="0" y="0"/>
                    </a:cubicBezTo>
                    <a:cubicBezTo>
                      <a:pt x="0" y="146"/>
                      <a:pt x="0" y="146"/>
                      <a:pt x="0" y="146"/>
                    </a:cubicBezTo>
                    <a:cubicBezTo>
                      <a:pt x="0" y="146"/>
                      <a:pt x="195" y="297"/>
                      <a:pt x="353" y="549"/>
                    </a:cubicBezTo>
                    <a:lnTo>
                      <a:pt x="352" y="380"/>
                    </a:lnTo>
                    <a:close/>
                  </a:path>
                </a:pathLst>
              </a:custGeom>
              <a:solidFill>
                <a:srgbClr val="EEB5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8" name="Freeform 37">
                <a:extLst>
                  <a:ext uri="{FF2B5EF4-FFF2-40B4-BE49-F238E27FC236}">
                    <a16:creationId xmlns:a16="http://schemas.microsoft.com/office/drawing/2014/main" id="{4EC9E7C2-FE2B-41E2-B944-DD0DE3870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826"/>
                <a:ext cx="470" cy="506"/>
              </a:xfrm>
              <a:custGeom>
                <a:avLst/>
                <a:gdLst>
                  <a:gd name="T0" fmla="*/ 839 w 352"/>
                  <a:gd name="T1" fmla="*/ 897 h 380"/>
                  <a:gd name="T2" fmla="*/ 0 w 352"/>
                  <a:gd name="T3" fmla="*/ 0 h 3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2" h="380">
                    <a:moveTo>
                      <a:pt x="352" y="380"/>
                    </a:moveTo>
                    <a:cubicBezTo>
                      <a:pt x="352" y="380"/>
                      <a:pt x="167" y="96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9" name="Freeform 38">
                <a:extLst>
                  <a:ext uri="{FF2B5EF4-FFF2-40B4-BE49-F238E27FC236}">
                    <a16:creationId xmlns:a16="http://schemas.microsoft.com/office/drawing/2014/main" id="{67C3C1EF-FAF2-45EF-BD96-88DFCAB12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769"/>
                <a:ext cx="1012" cy="1797"/>
              </a:xfrm>
              <a:custGeom>
                <a:avLst/>
                <a:gdLst>
                  <a:gd name="T0" fmla="*/ 49 w 759"/>
                  <a:gd name="T1" fmla="*/ 20 h 1349"/>
                  <a:gd name="T2" fmla="*/ 84 w 759"/>
                  <a:gd name="T3" fmla="*/ 392 h 1349"/>
                  <a:gd name="T4" fmla="*/ 36 w 759"/>
                  <a:gd name="T5" fmla="*/ 626 h 1349"/>
                  <a:gd name="T6" fmla="*/ 73 w 759"/>
                  <a:gd name="T7" fmla="*/ 1084 h 1349"/>
                  <a:gd name="T8" fmla="*/ 79 w 759"/>
                  <a:gd name="T9" fmla="*/ 1416 h 1349"/>
                  <a:gd name="T10" fmla="*/ 44 w 759"/>
                  <a:gd name="T11" fmla="*/ 1609 h 1349"/>
                  <a:gd name="T12" fmla="*/ 65 w 759"/>
                  <a:gd name="T13" fmla="*/ 2066 h 1349"/>
                  <a:gd name="T14" fmla="*/ 84 w 759"/>
                  <a:gd name="T15" fmla="*/ 2161 h 1349"/>
                  <a:gd name="T16" fmla="*/ 305 w 759"/>
                  <a:gd name="T17" fmla="*/ 2218 h 1349"/>
                  <a:gd name="T18" fmla="*/ 535 w 759"/>
                  <a:gd name="T19" fmla="*/ 2319 h 1349"/>
                  <a:gd name="T20" fmla="*/ 671 w 759"/>
                  <a:gd name="T21" fmla="*/ 2362 h 1349"/>
                  <a:gd name="T22" fmla="*/ 967 w 759"/>
                  <a:gd name="T23" fmla="*/ 2542 h 1349"/>
                  <a:gd name="T24" fmla="*/ 1225 w 759"/>
                  <a:gd name="T25" fmla="*/ 2699 h 1349"/>
                  <a:gd name="T26" fmla="*/ 1420 w 759"/>
                  <a:gd name="T27" fmla="*/ 2863 h 1349"/>
                  <a:gd name="T28" fmla="*/ 1599 w 759"/>
                  <a:gd name="T29" fmla="*/ 2997 h 1349"/>
                  <a:gd name="T30" fmla="*/ 1765 w 759"/>
                  <a:gd name="T31" fmla="*/ 3189 h 1349"/>
                  <a:gd name="T32" fmla="*/ 1797 w 759"/>
                  <a:gd name="T33" fmla="*/ 2486 h 1349"/>
                  <a:gd name="T34" fmla="*/ 1759 w 759"/>
                  <a:gd name="T35" fmla="*/ 2233 h 1349"/>
                  <a:gd name="T36" fmla="*/ 1593 w 759"/>
                  <a:gd name="T37" fmla="*/ 1991 h 1349"/>
                  <a:gd name="T38" fmla="*/ 1313 w 759"/>
                  <a:gd name="T39" fmla="*/ 1722 h 1349"/>
                  <a:gd name="T40" fmla="*/ 1108 w 759"/>
                  <a:gd name="T41" fmla="*/ 1588 h 1349"/>
                  <a:gd name="T42" fmla="*/ 1124 w 759"/>
                  <a:gd name="T43" fmla="*/ 1240 h 1349"/>
                  <a:gd name="T44" fmla="*/ 1116 w 759"/>
                  <a:gd name="T45" fmla="*/ 619 h 1349"/>
                  <a:gd name="T46" fmla="*/ 1100 w 759"/>
                  <a:gd name="T47" fmla="*/ 284 h 1349"/>
                  <a:gd name="T48" fmla="*/ 49 w 759"/>
                  <a:gd name="T49" fmla="*/ 20 h 134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59" h="1349">
                    <a:moveTo>
                      <a:pt x="21" y="8"/>
                    </a:moveTo>
                    <a:cubicBezTo>
                      <a:pt x="21" y="8"/>
                      <a:pt x="0" y="135"/>
                      <a:pt x="35" y="166"/>
                    </a:cubicBezTo>
                    <a:cubicBezTo>
                      <a:pt x="35" y="166"/>
                      <a:pt x="17" y="212"/>
                      <a:pt x="15" y="265"/>
                    </a:cubicBezTo>
                    <a:cubicBezTo>
                      <a:pt x="13" y="318"/>
                      <a:pt x="15" y="451"/>
                      <a:pt x="31" y="459"/>
                    </a:cubicBezTo>
                    <a:cubicBezTo>
                      <a:pt x="31" y="459"/>
                      <a:pt x="25" y="577"/>
                      <a:pt x="33" y="599"/>
                    </a:cubicBezTo>
                    <a:cubicBezTo>
                      <a:pt x="33" y="599"/>
                      <a:pt x="19" y="657"/>
                      <a:pt x="19" y="681"/>
                    </a:cubicBezTo>
                    <a:cubicBezTo>
                      <a:pt x="19" y="705"/>
                      <a:pt x="22" y="856"/>
                      <a:pt x="28" y="874"/>
                    </a:cubicBezTo>
                    <a:cubicBezTo>
                      <a:pt x="34" y="892"/>
                      <a:pt x="35" y="914"/>
                      <a:pt x="35" y="914"/>
                    </a:cubicBezTo>
                    <a:cubicBezTo>
                      <a:pt x="35" y="914"/>
                      <a:pt x="73" y="951"/>
                      <a:pt x="129" y="938"/>
                    </a:cubicBezTo>
                    <a:cubicBezTo>
                      <a:pt x="129" y="938"/>
                      <a:pt x="179" y="991"/>
                      <a:pt x="226" y="981"/>
                    </a:cubicBezTo>
                    <a:cubicBezTo>
                      <a:pt x="226" y="981"/>
                      <a:pt x="259" y="1004"/>
                      <a:pt x="283" y="999"/>
                    </a:cubicBezTo>
                    <a:cubicBezTo>
                      <a:pt x="283" y="999"/>
                      <a:pt x="349" y="1075"/>
                      <a:pt x="408" y="1075"/>
                    </a:cubicBezTo>
                    <a:cubicBezTo>
                      <a:pt x="408" y="1075"/>
                      <a:pt x="472" y="1145"/>
                      <a:pt x="517" y="1142"/>
                    </a:cubicBezTo>
                    <a:cubicBezTo>
                      <a:pt x="517" y="1142"/>
                      <a:pt x="531" y="1185"/>
                      <a:pt x="599" y="1211"/>
                    </a:cubicBezTo>
                    <a:cubicBezTo>
                      <a:pt x="599" y="1211"/>
                      <a:pt x="628" y="1262"/>
                      <a:pt x="674" y="1268"/>
                    </a:cubicBezTo>
                    <a:cubicBezTo>
                      <a:pt x="674" y="1268"/>
                      <a:pt x="713" y="1336"/>
                      <a:pt x="745" y="1349"/>
                    </a:cubicBezTo>
                    <a:cubicBezTo>
                      <a:pt x="745" y="1349"/>
                      <a:pt x="759" y="1152"/>
                      <a:pt x="758" y="1052"/>
                    </a:cubicBezTo>
                    <a:cubicBezTo>
                      <a:pt x="758" y="1052"/>
                      <a:pt x="757" y="1019"/>
                      <a:pt x="742" y="944"/>
                    </a:cubicBezTo>
                    <a:cubicBezTo>
                      <a:pt x="672" y="842"/>
                      <a:pt x="672" y="842"/>
                      <a:pt x="672" y="842"/>
                    </a:cubicBezTo>
                    <a:cubicBezTo>
                      <a:pt x="554" y="729"/>
                      <a:pt x="554" y="729"/>
                      <a:pt x="554" y="729"/>
                    </a:cubicBezTo>
                    <a:cubicBezTo>
                      <a:pt x="467" y="672"/>
                      <a:pt x="467" y="672"/>
                      <a:pt x="467" y="672"/>
                    </a:cubicBezTo>
                    <a:cubicBezTo>
                      <a:pt x="474" y="525"/>
                      <a:pt x="474" y="525"/>
                      <a:pt x="474" y="525"/>
                    </a:cubicBezTo>
                    <a:cubicBezTo>
                      <a:pt x="471" y="262"/>
                      <a:pt x="471" y="262"/>
                      <a:pt x="471" y="262"/>
                    </a:cubicBezTo>
                    <a:cubicBezTo>
                      <a:pt x="464" y="120"/>
                      <a:pt x="464" y="120"/>
                      <a:pt x="464" y="120"/>
                    </a:cubicBezTo>
                    <a:cubicBezTo>
                      <a:pt x="464" y="120"/>
                      <a:pt x="293" y="0"/>
                      <a:pt x="21" y="8"/>
                    </a:cubicBezTo>
                    <a:close/>
                  </a:path>
                </a:pathLst>
              </a:custGeom>
              <a:solidFill>
                <a:srgbClr val="BE6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0" name="Freeform 39">
                <a:extLst>
                  <a:ext uri="{FF2B5EF4-FFF2-40B4-BE49-F238E27FC236}">
                    <a16:creationId xmlns:a16="http://schemas.microsoft.com/office/drawing/2014/main" id="{FA5279AB-2D43-4F99-9A46-23100B449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741"/>
                <a:ext cx="612" cy="181"/>
              </a:xfrm>
              <a:custGeom>
                <a:avLst/>
                <a:gdLst>
                  <a:gd name="T0" fmla="*/ 1088 w 459"/>
                  <a:gd name="T1" fmla="*/ 298 h 136"/>
                  <a:gd name="T2" fmla="*/ 1045 w 459"/>
                  <a:gd name="T3" fmla="*/ 321 h 136"/>
                  <a:gd name="T4" fmla="*/ 852 w 459"/>
                  <a:gd name="T5" fmla="*/ 236 h 136"/>
                  <a:gd name="T6" fmla="*/ 539 w 459"/>
                  <a:gd name="T7" fmla="*/ 128 h 136"/>
                  <a:gd name="T8" fmla="*/ 236 w 459"/>
                  <a:gd name="T9" fmla="*/ 76 h 136"/>
                  <a:gd name="T10" fmla="*/ 0 w 459"/>
                  <a:gd name="T11" fmla="*/ 44 h 136"/>
                  <a:gd name="T12" fmla="*/ 23 w 459"/>
                  <a:gd name="T13" fmla="*/ 0 h 136"/>
                  <a:gd name="T14" fmla="*/ 1081 w 459"/>
                  <a:gd name="T15" fmla="*/ 294 h 136"/>
                  <a:gd name="T16" fmla="*/ 1088 w 459"/>
                  <a:gd name="T17" fmla="*/ 298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9" h="136">
                    <a:moveTo>
                      <a:pt x="459" y="126"/>
                    </a:moveTo>
                    <a:cubicBezTo>
                      <a:pt x="441" y="136"/>
                      <a:pt x="441" y="136"/>
                      <a:pt x="441" y="136"/>
                    </a:cubicBezTo>
                    <a:cubicBezTo>
                      <a:pt x="408" y="131"/>
                      <a:pt x="391" y="107"/>
                      <a:pt x="359" y="100"/>
                    </a:cubicBezTo>
                    <a:cubicBezTo>
                      <a:pt x="333" y="94"/>
                      <a:pt x="282" y="69"/>
                      <a:pt x="227" y="54"/>
                    </a:cubicBezTo>
                    <a:cubicBezTo>
                      <a:pt x="178" y="41"/>
                      <a:pt x="136" y="43"/>
                      <a:pt x="100" y="32"/>
                    </a:cubicBezTo>
                    <a:cubicBezTo>
                      <a:pt x="45" y="15"/>
                      <a:pt x="0" y="19"/>
                      <a:pt x="0" y="19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258" y="14"/>
                      <a:pt x="456" y="125"/>
                    </a:cubicBezTo>
                    <a:lnTo>
                      <a:pt x="459" y="126"/>
                    </a:lnTo>
                    <a:close/>
                  </a:path>
                </a:pathLst>
              </a:custGeom>
              <a:solidFill>
                <a:srgbClr val="F6E495"/>
              </a:solidFill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1" name="Freeform 40">
                <a:extLst>
                  <a:ext uri="{FF2B5EF4-FFF2-40B4-BE49-F238E27FC236}">
                    <a16:creationId xmlns:a16="http://schemas.microsoft.com/office/drawing/2014/main" id="{DD4800B8-EECA-4824-B9B8-BB0B7E246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913"/>
                <a:ext cx="34" cy="754"/>
              </a:xfrm>
              <a:custGeom>
                <a:avLst/>
                <a:gdLst>
                  <a:gd name="T0" fmla="*/ 32 w 34"/>
                  <a:gd name="T1" fmla="*/ 0 h 754"/>
                  <a:gd name="T2" fmla="*/ 34 w 34"/>
                  <a:gd name="T3" fmla="*/ 740 h 754"/>
                  <a:gd name="T4" fmla="*/ 0 w 34"/>
                  <a:gd name="T5" fmla="*/ 754 h 754"/>
                  <a:gd name="T6" fmla="*/ 11 w 34"/>
                  <a:gd name="T7" fmla="*/ 559 h 754"/>
                  <a:gd name="T8" fmla="*/ 14 w 34"/>
                  <a:gd name="T9" fmla="*/ 201 h 754"/>
                  <a:gd name="T10" fmla="*/ 0 w 34"/>
                  <a:gd name="T11" fmla="*/ 17 h 754"/>
                  <a:gd name="T12" fmla="*/ 32 w 34"/>
                  <a:gd name="T13" fmla="*/ 0 h 7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754">
                    <a:moveTo>
                      <a:pt x="32" y="0"/>
                    </a:moveTo>
                    <a:lnTo>
                      <a:pt x="34" y="740"/>
                    </a:lnTo>
                    <a:lnTo>
                      <a:pt x="0" y="754"/>
                    </a:lnTo>
                    <a:lnTo>
                      <a:pt x="11" y="559"/>
                    </a:lnTo>
                    <a:lnTo>
                      <a:pt x="14" y="201"/>
                    </a:lnTo>
                    <a:lnTo>
                      <a:pt x="0" y="17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EFCE96"/>
              </a:solidFill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2" name="Freeform 41">
                <a:extLst>
                  <a:ext uri="{FF2B5EF4-FFF2-40B4-BE49-F238E27FC236}">
                    <a16:creationId xmlns:a16="http://schemas.microsoft.com/office/drawing/2014/main" id="{507828A7-0623-4826-8377-FDF307951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1578"/>
                <a:ext cx="609" cy="784"/>
              </a:xfrm>
              <a:custGeom>
                <a:avLst/>
                <a:gdLst>
                  <a:gd name="T0" fmla="*/ 609 w 609"/>
                  <a:gd name="T1" fmla="*/ 0 h 784"/>
                  <a:gd name="T2" fmla="*/ 609 w 609"/>
                  <a:gd name="T3" fmla="*/ 444 h 784"/>
                  <a:gd name="T4" fmla="*/ 0 w 609"/>
                  <a:gd name="T5" fmla="*/ 784 h 784"/>
                  <a:gd name="T6" fmla="*/ 0 w 609"/>
                  <a:gd name="T7" fmla="*/ 331 h 784"/>
                  <a:gd name="T8" fmla="*/ 609 w 609"/>
                  <a:gd name="T9" fmla="*/ 0 h 7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9" h="784">
                    <a:moveTo>
                      <a:pt x="609" y="0"/>
                    </a:moveTo>
                    <a:lnTo>
                      <a:pt x="609" y="444"/>
                    </a:lnTo>
                    <a:lnTo>
                      <a:pt x="0" y="784"/>
                    </a:lnTo>
                    <a:lnTo>
                      <a:pt x="0" y="33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C68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3" name="Freeform 42">
                <a:extLst>
                  <a:ext uri="{FF2B5EF4-FFF2-40B4-BE49-F238E27FC236}">
                    <a16:creationId xmlns:a16="http://schemas.microsoft.com/office/drawing/2014/main" id="{2104E93F-34D7-4782-9B25-AB2F4FD8E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022"/>
                <a:ext cx="1079" cy="686"/>
              </a:xfrm>
              <a:custGeom>
                <a:avLst/>
                <a:gdLst>
                  <a:gd name="T0" fmla="*/ 0 w 810"/>
                  <a:gd name="T1" fmla="*/ 603 h 515"/>
                  <a:gd name="T2" fmla="*/ 1080 w 810"/>
                  <a:gd name="T3" fmla="*/ 0 h 515"/>
                  <a:gd name="T4" fmla="*/ 1914 w 810"/>
                  <a:gd name="T5" fmla="*/ 952 h 515"/>
                  <a:gd name="T6" fmla="*/ 710 w 810"/>
                  <a:gd name="T7" fmla="*/ 1217 h 515"/>
                  <a:gd name="T8" fmla="*/ 0 w 810"/>
                  <a:gd name="T9" fmla="*/ 603 h 5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0" h="515">
                    <a:moveTo>
                      <a:pt x="0" y="255"/>
                    </a:moveTo>
                    <a:cubicBezTo>
                      <a:pt x="457" y="0"/>
                      <a:pt x="457" y="0"/>
                      <a:pt x="457" y="0"/>
                    </a:cubicBezTo>
                    <a:cubicBezTo>
                      <a:pt x="457" y="0"/>
                      <a:pt x="642" y="138"/>
                      <a:pt x="810" y="403"/>
                    </a:cubicBezTo>
                    <a:cubicBezTo>
                      <a:pt x="300" y="515"/>
                      <a:pt x="300" y="515"/>
                      <a:pt x="300" y="515"/>
                    </a:cubicBezTo>
                    <a:cubicBezTo>
                      <a:pt x="300" y="515"/>
                      <a:pt x="216" y="397"/>
                      <a:pt x="0" y="255"/>
                    </a:cubicBezTo>
                    <a:close/>
                  </a:path>
                </a:pathLst>
              </a:custGeom>
              <a:solidFill>
                <a:srgbClr val="F1C3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4" name="Freeform 43">
                <a:extLst>
                  <a:ext uri="{FF2B5EF4-FFF2-40B4-BE49-F238E27FC236}">
                    <a16:creationId xmlns:a16="http://schemas.microsoft.com/office/drawing/2014/main" id="{9AF81144-5CE0-4882-B6D2-974B68515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362"/>
                <a:ext cx="403" cy="648"/>
              </a:xfrm>
              <a:custGeom>
                <a:avLst/>
                <a:gdLst>
                  <a:gd name="T0" fmla="*/ 0 w 302"/>
                  <a:gd name="T1" fmla="*/ 0 h 487"/>
                  <a:gd name="T2" fmla="*/ 0 w 302"/>
                  <a:gd name="T3" fmla="*/ 515 h 487"/>
                  <a:gd name="T4" fmla="*/ 718 w 302"/>
                  <a:gd name="T5" fmla="*/ 1147 h 487"/>
                  <a:gd name="T6" fmla="*/ 718 w 302"/>
                  <a:gd name="T7" fmla="*/ 615 h 487"/>
                  <a:gd name="T8" fmla="*/ 0 w 302"/>
                  <a:gd name="T9" fmla="*/ 0 h 4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2" h="487">
                    <a:moveTo>
                      <a:pt x="0" y="0"/>
                    </a:moveTo>
                    <a:cubicBezTo>
                      <a:pt x="0" y="219"/>
                      <a:pt x="0" y="219"/>
                      <a:pt x="0" y="219"/>
                    </a:cubicBezTo>
                    <a:cubicBezTo>
                      <a:pt x="0" y="219"/>
                      <a:pt x="135" y="282"/>
                      <a:pt x="302" y="487"/>
                    </a:cubicBezTo>
                    <a:cubicBezTo>
                      <a:pt x="302" y="261"/>
                      <a:pt x="302" y="261"/>
                      <a:pt x="302" y="261"/>
                    </a:cubicBezTo>
                    <a:cubicBezTo>
                      <a:pt x="302" y="261"/>
                      <a:pt x="215" y="140"/>
                      <a:pt x="0" y="0"/>
                    </a:cubicBezTo>
                    <a:close/>
                  </a:path>
                </a:pathLst>
              </a:custGeom>
              <a:solidFill>
                <a:srgbClr val="F2C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5" name="Freeform 44">
                <a:extLst>
                  <a:ext uri="{FF2B5EF4-FFF2-40B4-BE49-F238E27FC236}">
                    <a16:creationId xmlns:a16="http://schemas.microsoft.com/office/drawing/2014/main" id="{80E7CDC7-00B4-47FD-8F2D-8A85EB391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53"/>
                <a:ext cx="435" cy="369"/>
              </a:xfrm>
              <a:custGeom>
                <a:avLst/>
                <a:gdLst>
                  <a:gd name="T0" fmla="*/ 0 w 326"/>
                  <a:gd name="T1" fmla="*/ 23 h 277"/>
                  <a:gd name="T2" fmla="*/ 57 w 326"/>
                  <a:gd name="T3" fmla="*/ 0 h 277"/>
                  <a:gd name="T4" fmla="*/ 774 w 326"/>
                  <a:gd name="T5" fmla="*/ 634 h 277"/>
                  <a:gd name="T6" fmla="*/ 691 w 326"/>
                  <a:gd name="T7" fmla="*/ 655 h 277"/>
                  <a:gd name="T8" fmla="*/ 0 w 326"/>
                  <a:gd name="T9" fmla="*/ 23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6" h="277">
                    <a:moveTo>
                      <a:pt x="0" y="1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183" y="81"/>
                      <a:pt x="326" y="268"/>
                    </a:cubicBezTo>
                    <a:cubicBezTo>
                      <a:pt x="291" y="277"/>
                      <a:pt x="291" y="277"/>
                      <a:pt x="291" y="277"/>
                    </a:cubicBezTo>
                    <a:cubicBezTo>
                      <a:pt x="291" y="277"/>
                      <a:pt x="148" y="68"/>
                      <a:pt x="0" y="10"/>
                    </a:cubicBezTo>
                    <a:close/>
                  </a:path>
                </a:pathLst>
              </a:custGeom>
              <a:solidFill>
                <a:srgbClr val="F6E495"/>
              </a:solidFill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6" name="Freeform 45">
                <a:extLst>
                  <a:ext uri="{FF2B5EF4-FFF2-40B4-BE49-F238E27FC236}">
                    <a16:creationId xmlns:a16="http://schemas.microsoft.com/office/drawing/2014/main" id="{F4890ADB-8ADD-491B-9CDD-4EE95B22D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996"/>
                <a:ext cx="399" cy="273"/>
              </a:xfrm>
              <a:custGeom>
                <a:avLst/>
                <a:gdLst>
                  <a:gd name="T0" fmla="*/ 356 w 299"/>
                  <a:gd name="T1" fmla="*/ 69 h 205"/>
                  <a:gd name="T2" fmla="*/ 320 w 299"/>
                  <a:gd name="T3" fmla="*/ 169 h 205"/>
                  <a:gd name="T4" fmla="*/ 235 w 299"/>
                  <a:gd name="T5" fmla="*/ 140 h 205"/>
                  <a:gd name="T6" fmla="*/ 143 w 299"/>
                  <a:gd name="T7" fmla="*/ 154 h 205"/>
                  <a:gd name="T8" fmla="*/ 108 w 299"/>
                  <a:gd name="T9" fmla="*/ 232 h 205"/>
                  <a:gd name="T10" fmla="*/ 133 w 299"/>
                  <a:gd name="T11" fmla="*/ 257 h 205"/>
                  <a:gd name="T12" fmla="*/ 119 w 299"/>
                  <a:gd name="T13" fmla="*/ 293 h 205"/>
                  <a:gd name="T14" fmla="*/ 31 w 299"/>
                  <a:gd name="T15" fmla="*/ 330 h 205"/>
                  <a:gd name="T16" fmla="*/ 52 w 299"/>
                  <a:gd name="T17" fmla="*/ 422 h 205"/>
                  <a:gd name="T18" fmla="*/ 144 w 299"/>
                  <a:gd name="T19" fmla="*/ 449 h 205"/>
                  <a:gd name="T20" fmla="*/ 176 w 299"/>
                  <a:gd name="T21" fmla="*/ 413 h 205"/>
                  <a:gd name="T22" fmla="*/ 183 w 299"/>
                  <a:gd name="T23" fmla="*/ 364 h 205"/>
                  <a:gd name="T24" fmla="*/ 240 w 299"/>
                  <a:gd name="T25" fmla="*/ 390 h 205"/>
                  <a:gd name="T26" fmla="*/ 214 w 299"/>
                  <a:gd name="T27" fmla="*/ 442 h 205"/>
                  <a:gd name="T28" fmla="*/ 270 w 299"/>
                  <a:gd name="T29" fmla="*/ 485 h 205"/>
                  <a:gd name="T30" fmla="*/ 319 w 299"/>
                  <a:gd name="T31" fmla="*/ 401 h 205"/>
                  <a:gd name="T32" fmla="*/ 287 w 299"/>
                  <a:gd name="T33" fmla="*/ 344 h 205"/>
                  <a:gd name="T34" fmla="*/ 342 w 299"/>
                  <a:gd name="T35" fmla="*/ 306 h 205"/>
                  <a:gd name="T36" fmla="*/ 384 w 299"/>
                  <a:gd name="T37" fmla="*/ 397 h 205"/>
                  <a:gd name="T38" fmla="*/ 446 w 299"/>
                  <a:gd name="T39" fmla="*/ 455 h 205"/>
                  <a:gd name="T40" fmla="*/ 459 w 299"/>
                  <a:gd name="T41" fmla="*/ 415 h 205"/>
                  <a:gd name="T42" fmla="*/ 484 w 299"/>
                  <a:gd name="T43" fmla="*/ 433 h 205"/>
                  <a:gd name="T44" fmla="*/ 495 w 299"/>
                  <a:gd name="T45" fmla="*/ 463 h 205"/>
                  <a:gd name="T46" fmla="*/ 554 w 299"/>
                  <a:gd name="T47" fmla="*/ 469 h 205"/>
                  <a:gd name="T48" fmla="*/ 574 w 299"/>
                  <a:gd name="T49" fmla="*/ 427 h 205"/>
                  <a:gd name="T50" fmla="*/ 544 w 299"/>
                  <a:gd name="T51" fmla="*/ 400 h 205"/>
                  <a:gd name="T52" fmla="*/ 595 w 299"/>
                  <a:gd name="T53" fmla="*/ 378 h 205"/>
                  <a:gd name="T54" fmla="*/ 590 w 299"/>
                  <a:gd name="T55" fmla="*/ 357 h 205"/>
                  <a:gd name="T56" fmla="*/ 617 w 299"/>
                  <a:gd name="T57" fmla="*/ 357 h 205"/>
                  <a:gd name="T58" fmla="*/ 602 w 299"/>
                  <a:gd name="T59" fmla="*/ 305 h 205"/>
                  <a:gd name="T60" fmla="*/ 552 w 299"/>
                  <a:gd name="T61" fmla="*/ 316 h 205"/>
                  <a:gd name="T62" fmla="*/ 539 w 299"/>
                  <a:gd name="T63" fmla="*/ 273 h 205"/>
                  <a:gd name="T64" fmla="*/ 603 w 299"/>
                  <a:gd name="T65" fmla="*/ 252 h 205"/>
                  <a:gd name="T66" fmla="*/ 641 w 299"/>
                  <a:gd name="T67" fmla="*/ 288 h 205"/>
                  <a:gd name="T68" fmla="*/ 703 w 299"/>
                  <a:gd name="T69" fmla="*/ 245 h 205"/>
                  <a:gd name="T70" fmla="*/ 617 w 299"/>
                  <a:gd name="T71" fmla="*/ 226 h 205"/>
                  <a:gd name="T72" fmla="*/ 542 w 299"/>
                  <a:gd name="T73" fmla="*/ 220 h 205"/>
                  <a:gd name="T74" fmla="*/ 611 w 299"/>
                  <a:gd name="T75" fmla="*/ 189 h 205"/>
                  <a:gd name="T76" fmla="*/ 613 w 299"/>
                  <a:gd name="T77" fmla="*/ 121 h 205"/>
                  <a:gd name="T78" fmla="*/ 512 w 299"/>
                  <a:gd name="T79" fmla="*/ 123 h 205"/>
                  <a:gd name="T80" fmla="*/ 462 w 299"/>
                  <a:gd name="T81" fmla="*/ 137 h 205"/>
                  <a:gd name="T82" fmla="*/ 438 w 299"/>
                  <a:gd name="T83" fmla="*/ 107 h 205"/>
                  <a:gd name="T84" fmla="*/ 356 w 299"/>
                  <a:gd name="T85" fmla="*/ 69 h 20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99" h="205">
                    <a:moveTo>
                      <a:pt x="150" y="29"/>
                    </a:moveTo>
                    <a:cubicBezTo>
                      <a:pt x="143" y="39"/>
                      <a:pt x="151" y="66"/>
                      <a:pt x="135" y="71"/>
                    </a:cubicBezTo>
                    <a:cubicBezTo>
                      <a:pt x="122" y="75"/>
                      <a:pt x="110" y="65"/>
                      <a:pt x="99" y="59"/>
                    </a:cubicBezTo>
                    <a:cubicBezTo>
                      <a:pt x="87" y="52"/>
                      <a:pt x="72" y="58"/>
                      <a:pt x="60" y="65"/>
                    </a:cubicBezTo>
                    <a:cubicBezTo>
                      <a:pt x="50" y="71"/>
                      <a:pt x="39" y="86"/>
                      <a:pt x="46" y="98"/>
                    </a:cubicBezTo>
                    <a:cubicBezTo>
                      <a:pt x="48" y="102"/>
                      <a:pt x="54" y="104"/>
                      <a:pt x="56" y="109"/>
                    </a:cubicBezTo>
                    <a:cubicBezTo>
                      <a:pt x="57" y="114"/>
                      <a:pt x="54" y="121"/>
                      <a:pt x="50" y="124"/>
                    </a:cubicBezTo>
                    <a:cubicBezTo>
                      <a:pt x="40" y="132"/>
                      <a:pt x="23" y="131"/>
                      <a:pt x="13" y="140"/>
                    </a:cubicBezTo>
                    <a:cubicBezTo>
                      <a:pt x="0" y="152"/>
                      <a:pt x="11" y="170"/>
                      <a:pt x="22" y="179"/>
                    </a:cubicBezTo>
                    <a:cubicBezTo>
                      <a:pt x="32" y="189"/>
                      <a:pt x="47" y="198"/>
                      <a:pt x="61" y="190"/>
                    </a:cubicBezTo>
                    <a:cubicBezTo>
                      <a:pt x="66" y="188"/>
                      <a:pt x="71" y="181"/>
                      <a:pt x="74" y="175"/>
                    </a:cubicBezTo>
                    <a:cubicBezTo>
                      <a:pt x="76" y="168"/>
                      <a:pt x="73" y="161"/>
                      <a:pt x="77" y="154"/>
                    </a:cubicBezTo>
                    <a:cubicBezTo>
                      <a:pt x="86" y="143"/>
                      <a:pt x="115" y="146"/>
                      <a:pt x="101" y="165"/>
                    </a:cubicBezTo>
                    <a:cubicBezTo>
                      <a:pt x="96" y="172"/>
                      <a:pt x="87" y="176"/>
                      <a:pt x="90" y="187"/>
                    </a:cubicBezTo>
                    <a:cubicBezTo>
                      <a:pt x="92" y="196"/>
                      <a:pt x="104" y="204"/>
                      <a:pt x="113" y="205"/>
                    </a:cubicBezTo>
                    <a:cubicBezTo>
                      <a:pt x="136" y="205"/>
                      <a:pt x="148" y="188"/>
                      <a:pt x="134" y="170"/>
                    </a:cubicBezTo>
                    <a:cubicBezTo>
                      <a:pt x="128" y="163"/>
                      <a:pt x="119" y="156"/>
                      <a:pt x="121" y="146"/>
                    </a:cubicBezTo>
                    <a:cubicBezTo>
                      <a:pt x="123" y="136"/>
                      <a:pt x="135" y="131"/>
                      <a:pt x="144" y="130"/>
                    </a:cubicBezTo>
                    <a:cubicBezTo>
                      <a:pt x="166" y="129"/>
                      <a:pt x="160" y="155"/>
                      <a:pt x="162" y="168"/>
                    </a:cubicBezTo>
                    <a:cubicBezTo>
                      <a:pt x="163" y="178"/>
                      <a:pt x="173" y="205"/>
                      <a:pt x="187" y="193"/>
                    </a:cubicBezTo>
                    <a:cubicBezTo>
                      <a:pt x="191" y="189"/>
                      <a:pt x="189" y="179"/>
                      <a:pt x="193" y="176"/>
                    </a:cubicBezTo>
                    <a:cubicBezTo>
                      <a:pt x="200" y="170"/>
                      <a:pt x="203" y="177"/>
                      <a:pt x="204" y="183"/>
                    </a:cubicBezTo>
                    <a:cubicBezTo>
                      <a:pt x="205" y="187"/>
                      <a:pt x="204" y="192"/>
                      <a:pt x="208" y="196"/>
                    </a:cubicBezTo>
                    <a:cubicBezTo>
                      <a:pt x="213" y="200"/>
                      <a:pt x="227" y="200"/>
                      <a:pt x="233" y="198"/>
                    </a:cubicBezTo>
                    <a:cubicBezTo>
                      <a:pt x="239" y="195"/>
                      <a:pt x="243" y="187"/>
                      <a:pt x="241" y="181"/>
                    </a:cubicBezTo>
                    <a:cubicBezTo>
                      <a:pt x="239" y="175"/>
                      <a:pt x="230" y="174"/>
                      <a:pt x="229" y="169"/>
                    </a:cubicBezTo>
                    <a:cubicBezTo>
                      <a:pt x="227" y="159"/>
                      <a:pt x="248" y="172"/>
                      <a:pt x="250" y="160"/>
                    </a:cubicBezTo>
                    <a:cubicBezTo>
                      <a:pt x="250" y="157"/>
                      <a:pt x="244" y="154"/>
                      <a:pt x="248" y="151"/>
                    </a:cubicBezTo>
                    <a:cubicBezTo>
                      <a:pt x="251" y="148"/>
                      <a:pt x="256" y="152"/>
                      <a:pt x="259" y="151"/>
                    </a:cubicBezTo>
                    <a:cubicBezTo>
                      <a:pt x="272" y="149"/>
                      <a:pt x="267" y="128"/>
                      <a:pt x="253" y="129"/>
                    </a:cubicBezTo>
                    <a:cubicBezTo>
                      <a:pt x="246" y="130"/>
                      <a:pt x="239" y="136"/>
                      <a:pt x="232" y="134"/>
                    </a:cubicBezTo>
                    <a:cubicBezTo>
                      <a:pt x="225" y="131"/>
                      <a:pt x="222" y="122"/>
                      <a:pt x="227" y="116"/>
                    </a:cubicBezTo>
                    <a:cubicBezTo>
                      <a:pt x="231" y="109"/>
                      <a:pt x="246" y="105"/>
                      <a:pt x="254" y="107"/>
                    </a:cubicBezTo>
                    <a:cubicBezTo>
                      <a:pt x="263" y="109"/>
                      <a:pt x="264" y="117"/>
                      <a:pt x="270" y="122"/>
                    </a:cubicBezTo>
                    <a:cubicBezTo>
                      <a:pt x="282" y="132"/>
                      <a:pt x="299" y="118"/>
                      <a:pt x="296" y="104"/>
                    </a:cubicBezTo>
                    <a:cubicBezTo>
                      <a:pt x="293" y="85"/>
                      <a:pt x="271" y="90"/>
                      <a:pt x="259" y="96"/>
                    </a:cubicBezTo>
                    <a:cubicBezTo>
                      <a:pt x="250" y="99"/>
                      <a:pt x="234" y="106"/>
                      <a:pt x="228" y="93"/>
                    </a:cubicBezTo>
                    <a:cubicBezTo>
                      <a:pt x="219" y="73"/>
                      <a:pt x="248" y="78"/>
                      <a:pt x="257" y="80"/>
                    </a:cubicBezTo>
                    <a:cubicBezTo>
                      <a:pt x="274" y="83"/>
                      <a:pt x="271" y="57"/>
                      <a:pt x="258" y="51"/>
                    </a:cubicBezTo>
                    <a:cubicBezTo>
                      <a:pt x="245" y="45"/>
                      <a:pt x="228" y="45"/>
                      <a:pt x="216" y="52"/>
                    </a:cubicBezTo>
                    <a:cubicBezTo>
                      <a:pt x="208" y="56"/>
                      <a:pt x="202" y="64"/>
                      <a:pt x="194" y="58"/>
                    </a:cubicBezTo>
                    <a:cubicBezTo>
                      <a:pt x="190" y="55"/>
                      <a:pt x="184" y="49"/>
                      <a:pt x="184" y="45"/>
                    </a:cubicBezTo>
                    <a:cubicBezTo>
                      <a:pt x="184" y="45"/>
                      <a:pt x="169" y="0"/>
                      <a:pt x="150" y="29"/>
                    </a:cubicBezTo>
                    <a:close/>
                  </a:path>
                </a:pathLst>
              </a:custGeom>
              <a:solidFill>
                <a:srgbClr val="CD8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7" name="Freeform 46">
                <a:extLst>
                  <a:ext uri="{FF2B5EF4-FFF2-40B4-BE49-F238E27FC236}">
                    <a16:creationId xmlns:a16="http://schemas.microsoft.com/office/drawing/2014/main" id="{EA758821-FCAF-49A4-9E83-1F49C62AA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984"/>
                <a:ext cx="398" cy="274"/>
              </a:xfrm>
              <a:custGeom>
                <a:avLst/>
                <a:gdLst>
                  <a:gd name="T0" fmla="*/ 354 w 299"/>
                  <a:gd name="T1" fmla="*/ 69 h 206"/>
                  <a:gd name="T2" fmla="*/ 321 w 299"/>
                  <a:gd name="T3" fmla="*/ 170 h 206"/>
                  <a:gd name="T4" fmla="*/ 236 w 299"/>
                  <a:gd name="T5" fmla="*/ 141 h 206"/>
                  <a:gd name="T6" fmla="*/ 141 w 299"/>
                  <a:gd name="T7" fmla="*/ 156 h 206"/>
                  <a:gd name="T8" fmla="*/ 108 w 299"/>
                  <a:gd name="T9" fmla="*/ 234 h 206"/>
                  <a:gd name="T10" fmla="*/ 133 w 299"/>
                  <a:gd name="T11" fmla="*/ 257 h 206"/>
                  <a:gd name="T12" fmla="*/ 118 w 299"/>
                  <a:gd name="T13" fmla="*/ 294 h 206"/>
                  <a:gd name="T14" fmla="*/ 33 w 299"/>
                  <a:gd name="T15" fmla="*/ 333 h 206"/>
                  <a:gd name="T16" fmla="*/ 52 w 299"/>
                  <a:gd name="T17" fmla="*/ 423 h 206"/>
                  <a:gd name="T18" fmla="*/ 144 w 299"/>
                  <a:gd name="T19" fmla="*/ 450 h 206"/>
                  <a:gd name="T20" fmla="*/ 176 w 299"/>
                  <a:gd name="T21" fmla="*/ 414 h 206"/>
                  <a:gd name="T22" fmla="*/ 184 w 299"/>
                  <a:gd name="T23" fmla="*/ 364 h 206"/>
                  <a:gd name="T24" fmla="*/ 237 w 299"/>
                  <a:gd name="T25" fmla="*/ 391 h 206"/>
                  <a:gd name="T26" fmla="*/ 213 w 299"/>
                  <a:gd name="T27" fmla="*/ 443 h 206"/>
                  <a:gd name="T28" fmla="*/ 266 w 299"/>
                  <a:gd name="T29" fmla="*/ 483 h 206"/>
                  <a:gd name="T30" fmla="*/ 315 w 299"/>
                  <a:gd name="T31" fmla="*/ 402 h 206"/>
                  <a:gd name="T32" fmla="*/ 285 w 299"/>
                  <a:gd name="T33" fmla="*/ 347 h 206"/>
                  <a:gd name="T34" fmla="*/ 342 w 299"/>
                  <a:gd name="T35" fmla="*/ 307 h 206"/>
                  <a:gd name="T36" fmla="*/ 383 w 299"/>
                  <a:gd name="T37" fmla="*/ 398 h 206"/>
                  <a:gd name="T38" fmla="*/ 441 w 299"/>
                  <a:gd name="T39" fmla="*/ 456 h 206"/>
                  <a:gd name="T40" fmla="*/ 455 w 299"/>
                  <a:gd name="T41" fmla="*/ 414 h 206"/>
                  <a:gd name="T42" fmla="*/ 482 w 299"/>
                  <a:gd name="T43" fmla="*/ 430 h 206"/>
                  <a:gd name="T44" fmla="*/ 491 w 299"/>
                  <a:gd name="T45" fmla="*/ 462 h 206"/>
                  <a:gd name="T46" fmla="*/ 550 w 299"/>
                  <a:gd name="T47" fmla="*/ 466 h 206"/>
                  <a:gd name="T48" fmla="*/ 568 w 299"/>
                  <a:gd name="T49" fmla="*/ 428 h 206"/>
                  <a:gd name="T50" fmla="*/ 540 w 299"/>
                  <a:gd name="T51" fmla="*/ 400 h 206"/>
                  <a:gd name="T52" fmla="*/ 590 w 299"/>
                  <a:gd name="T53" fmla="*/ 379 h 206"/>
                  <a:gd name="T54" fmla="*/ 587 w 299"/>
                  <a:gd name="T55" fmla="*/ 355 h 206"/>
                  <a:gd name="T56" fmla="*/ 611 w 299"/>
                  <a:gd name="T57" fmla="*/ 358 h 206"/>
                  <a:gd name="T58" fmla="*/ 599 w 299"/>
                  <a:gd name="T59" fmla="*/ 306 h 206"/>
                  <a:gd name="T60" fmla="*/ 547 w 299"/>
                  <a:gd name="T61" fmla="*/ 318 h 206"/>
                  <a:gd name="T62" fmla="*/ 535 w 299"/>
                  <a:gd name="T63" fmla="*/ 275 h 206"/>
                  <a:gd name="T64" fmla="*/ 599 w 299"/>
                  <a:gd name="T65" fmla="*/ 255 h 206"/>
                  <a:gd name="T66" fmla="*/ 640 w 299"/>
                  <a:gd name="T67" fmla="*/ 290 h 206"/>
                  <a:gd name="T68" fmla="*/ 700 w 299"/>
                  <a:gd name="T69" fmla="*/ 247 h 206"/>
                  <a:gd name="T70" fmla="*/ 611 w 299"/>
                  <a:gd name="T71" fmla="*/ 226 h 206"/>
                  <a:gd name="T72" fmla="*/ 540 w 299"/>
                  <a:gd name="T73" fmla="*/ 221 h 206"/>
                  <a:gd name="T74" fmla="*/ 606 w 299"/>
                  <a:gd name="T75" fmla="*/ 192 h 206"/>
                  <a:gd name="T76" fmla="*/ 608 w 299"/>
                  <a:gd name="T77" fmla="*/ 122 h 206"/>
                  <a:gd name="T78" fmla="*/ 510 w 299"/>
                  <a:gd name="T79" fmla="*/ 122 h 206"/>
                  <a:gd name="T80" fmla="*/ 457 w 299"/>
                  <a:gd name="T81" fmla="*/ 138 h 206"/>
                  <a:gd name="T82" fmla="*/ 434 w 299"/>
                  <a:gd name="T83" fmla="*/ 106 h 206"/>
                  <a:gd name="T84" fmla="*/ 354 w 299"/>
                  <a:gd name="T85" fmla="*/ 69 h 20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99" h="206">
                    <a:moveTo>
                      <a:pt x="150" y="29"/>
                    </a:moveTo>
                    <a:cubicBezTo>
                      <a:pt x="144" y="40"/>
                      <a:pt x="151" y="67"/>
                      <a:pt x="136" y="72"/>
                    </a:cubicBezTo>
                    <a:cubicBezTo>
                      <a:pt x="122" y="76"/>
                      <a:pt x="110" y="66"/>
                      <a:pt x="100" y="60"/>
                    </a:cubicBezTo>
                    <a:cubicBezTo>
                      <a:pt x="87" y="53"/>
                      <a:pt x="72" y="59"/>
                      <a:pt x="60" y="66"/>
                    </a:cubicBezTo>
                    <a:cubicBezTo>
                      <a:pt x="50" y="72"/>
                      <a:pt x="39" y="87"/>
                      <a:pt x="46" y="99"/>
                    </a:cubicBezTo>
                    <a:cubicBezTo>
                      <a:pt x="49" y="103"/>
                      <a:pt x="55" y="105"/>
                      <a:pt x="56" y="109"/>
                    </a:cubicBezTo>
                    <a:cubicBezTo>
                      <a:pt x="57" y="115"/>
                      <a:pt x="54" y="122"/>
                      <a:pt x="50" y="125"/>
                    </a:cubicBezTo>
                    <a:cubicBezTo>
                      <a:pt x="40" y="132"/>
                      <a:pt x="23" y="132"/>
                      <a:pt x="14" y="141"/>
                    </a:cubicBezTo>
                    <a:cubicBezTo>
                      <a:pt x="0" y="153"/>
                      <a:pt x="11" y="171"/>
                      <a:pt x="22" y="180"/>
                    </a:cubicBezTo>
                    <a:cubicBezTo>
                      <a:pt x="32" y="189"/>
                      <a:pt x="47" y="198"/>
                      <a:pt x="61" y="191"/>
                    </a:cubicBezTo>
                    <a:cubicBezTo>
                      <a:pt x="67" y="188"/>
                      <a:pt x="72" y="182"/>
                      <a:pt x="74" y="176"/>
                    </a:cubicBezTo>
                    <a:cubicBezTo>
                      <a:pt x="77" y="169"/>
                      <a:pt x="73" y="161"/>
                      <a:pt x="78" y="155"/>
                    </a:cubicBezTo>
                    <a:cubicBezTo>
                      <a:pt x="86" y="144"/>
                      <a:pt x="116" y="147"/>
                      <a:pt x="101" y="166"/>
                    </a:cubicBezTo>
                    <a:cubicBezTo>
                      <a:pt x="96" y="173"/>
                      <a:pt x="88" y="177"/>
                      <a:pt x="90" y="188"/>
                    </a:cubicBezTo>
                    <a:cubicBezTo>
                      <a:pt x="92" y="197"/>
                      <a:pt x="104" y="205"/>
                      <a:pt x="113" y="205"/>
                    </a:cubicBezTo>
                    <a:cubicBezTo>
                      <a:pt x="136" y="206"/>
                      <a:pt x="149" y="189"/>
                      <a:pt x="134" y="171"/>
                    </a:cubicBezTo>
                    <a:cubicBezTo>
                      <a:pt x="128" y="164"/>
                      <a:pt x="119" y="157"/>
                      <a:pt x="121" y="147"/>
                    </a:cubicBezTo>
                    <a:cubicBezTo>
                      <a:pt x="123" y="137"/>
                      <a:pt x="135" y="131"/>
                      <a:pt x="145" y="131"/>
                    </a:cubicBezTo>
                    <a:cubicBezTo>
                      <a:pt x="166" y="130"/>
                      <a:pt x="160" y="156"/>
                      <a:pt x="162" y="169"/>
                    </a:cubicBezTo>
                    <a:cubicBezTo>
                      <a:pt x="163" y="179"/>
                      <a:pt x="173" y="206"/>
                      <a:pt x="187" y="194"/>
                    </a:cubicBezTo>
                    <a:cubicBezTo>
                      <a:pt x="191" y="190"/>
                      <a:pt x="189" y="180"/>
                      <a:pt x="193" y="176"/>
                    </a:cubicBezTo>
                    <a:cubicBezTo>
                      <a:pt x="200" y="171"/>
                      <a:pt x="204" y="178"/>
                      <a:pt x="204" y="183"/>
                    </a:cubicBezTo>
                    <a:cubicBezTo>
                      <a:pt x="205" y="188"/>
                      <a:pt x="204" y="193"/>
                      <a:pt x="208" y="196"/>
                    </a:cubicBezTo>
                    <a:cubicBezTo>
                      <a:pt x="213" y="201"/>
                      <a:pt x="228" y="201"/>
                      <a:pt x="233" y="198"/>
                    </a:cubicBezTo>
                    <a:cubicBezTo>
                      <a:pt x="239" y="196"/>
                      <a:pt x="243" y="188"/>
                      <a:pt x="241" y="182"/>
                    </a:cubicBezTo>
                    <a:cubicBezTo>
                      <a:pt x="239" y="176"/>
                      <a:pt x="230" y="175"/>
                      <a:pt x="229" y="170"/>
                    </a:cubicBezTo>
                    <a:cubicBezTo>
                      <a:pt x="227" y="160"/>
                      <a:pt x="248" y="173"/>
                      <a:pt x="250" y="161"/>
                    </a:cubicBezTo>
                    <a:cubicBezTo>
                      <a:pt x="250" y="157"/>
                      <a:pt x="245" y="155"/>
                      <a:pt x="249" y="151"/>
                    </a:cubicBezTo>
                    <a:cubicBezTo>
                      <a:pt x="251" y="149"/>
                      <a:pt x="256" y="153"/>
                      <a:pt x="259" y="152"/>
                    </a:cubicBezTo>
                    <a:cubicBezTo>
                      <a:pt x="272" y="150"/>
                      <a:pt x="267" y="128"/>
                      <a:pt x="254" y="130"/>
                    </a:cubicBezTo>
                    <a:cubicBezTo>
                      <a:pt x="247" y="131"/>
                      <a:pt x="240" y="137"/>
                      <a:pt x="232" y="135"/>
                    </a:cubicBezTo>
                    <a:cubicBezTo>
                      <a:pt x="225" y="132"/>
                      <a:pt x="223" y="123"/>
                      <a:pt x="227" y="117"/>
                    </a:cubicBezTo>
                    <a:cubicBezTo>
                      <a:pt x="232" y="109"/>
                      <a:pt x="246" y="106"/>
                      <a:pt x="254" y="108"/>
                    </a:cubicBezTo>
                    <a:cubicBezTo>
                      <a:pt x="263" y="110"/>
                      <a:pt x="264" y="118"/>
                      <a:pt x="271" y="123"/>
                    </a:cubicBezTo>
                    <a:cubicBezTo>
                      <a:pt x="283" y="133"/>
                      <a:pt x="299" y="119"/>
                      <a:pt x="297" y="105"/>
                    </a:cubicBezTo>
                    <a:cubicBezTo>
                      <a:pt x="293" y="86"/>
                      <a:pt x="271" y="91"/>
                      <a:pt x="259" y="96"/>
                    </a:cubicBezTo>
                    <a:cubicBezTo>
                      <a:pt x="251" y="100"/>
                      <a:pt x="234" y="107"/>
                      <a:pt x="229" y="94"/>
                    </a:cubicBezTo>
                    <a:cubicBezTo>
                      <a:pt x="219" y="74"/>
                      <a:pt x="248" y="79"/>
                      <a:pt x="257" y="81"/>
                    </a:cubicBezTo>
                    <a:cubicBezTo>
                      <a:pt x="274" y="84"/>
                      <a:pt x="271" y="58"/>
                      <a:pt x="258" y="52"/>
                    </a:cubicBezTo>
                    <a:cubicBezTo>
                      <a:pt x="245" y="46"/>
                      <a:pt x="229" y="45"/>
                      <a:pt x="216" y="52"/>
                    </a:cubicBezTo>
                    <a:cubicBezTo>
                      <a:pt x="208" y="57"/>
                      <a:pt x="203" y="65"/>
                      <a:pt x="194" y="59"/>
                    </a:cubicBezTo>
                    <a:cubicBezTo>
                      <a:pt x="190" y="56"/>
                      <a:pt x="185" y="50"/>
                      <a:pt x="184" y="45"/>
                    </a:cubicBezTo>
                    <a:cubicBezTo>
                      <a:pt x="184" y="45"/>
                      <a:pt x="169" y="0"/>
                      <a:pt x="150" y="29"/>
                    </a:cubicBezTo>
                    <a:close/>
                  </a:path>
                </a:pathLst>
              </a:custGeom>
              <a:solidFill>
                <a:srgbClr val="AB88B9"/>
              </a:solidFill>
              <a:ln w="4763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8" name="Oval 47">
                <a:extLst>
                  <a:ext uri="{FF2B5EF4-FFF2-40B4-BE49-F238E27FC236}">
                    <a16:creationId xmlns:a16="http://schemas.microsoft.com/office/drawing/2014/main" id="{1F29FD14-5996-4251-8312-1785F549C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1028"/>
                <a:ext cx="40" cy="41"/>
              </a:xfrm>
              <a:prstGeom prst="ellipse">
                <a:avLst/>
              </a:prstGeom>
              <a:solidFill>
                <a:srgbClr val="CD8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09" name="Oval 48">
                <a:extLst>
                  <a:ext uri="{FF2B5EF4-FFF2-40B4-BE49-F238E27FC236}">
                    <a16:creationId xmlns:a16="http://schemas.microsoft.com/office/drawing/2014/main" id="{FB3B0380-6D05-40CD-BC23-FBCDB7D3A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1015"/>
                <a:ext cx="42" cy="32"/>
              </a:xfrm>
              <a:prstGeom prst="ellipse">
                <a:avLst/>
              </a:prstGeom>
              <a:solidFill>
                <a:srgbClr val="CD8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10" name="Oval 49">
                <a:extLst>
                  <a:ext uri="{FF2B5EF4-FFF2-40B4-BE49-F238E27FC236}">
                    <a16:creationId xmlns:a16="http://schemas.microsoft.com/office/drawing/2014/main" id="{A008C43F-827D-4EEB-AFCE-D1097FD61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1128"/>
                <a:ext cx="43" cy="26"/>
              </a:xfrm>
              <a:prstGeom prst="ellipse">
                <a:avLst/>
              </a:prstGeom>
              <a:solidFill>
                <a:srgbClr val="CD8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11" name="Oval 50">
                <a:extLst>
                  <a:ext uri="{FF2B5EF4-FFF2-40B4-BE49-F238E27FC236}">
                    <a16:creationId xmlns:a16="http://schemas.microsoft.com/office/drawing/2014/main" id="{9365B99B-750B-48B5-ACCF-2ED95890C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0" y="1173"/>
                <a:ext cx="36" cy="36"/>
              </a:xfrm>
              <a:prstGeom prst="ellipse">
                <a:avLst/>
              </a:prstGeom>
              <a:solidFill>
                <a:srgbClr val="CD8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12" name="Oval 51">
                <a:extLst>
                  <a:ext uri="{FF2B5EF4-FFF2-40B4-BE49-F238E27FC236}">
                    <a16:creationId xmlns:a16="http://schemas.microsoft.com/office/drawing/2014/main" id="{1028D93F-A9AA-41A6-BA08-9741EB52A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1248"/>
                <a:ext cx="21" cy="24"/>
              </a:xfrm>
              <a:prstGeom prst="ellipse">
                <a:avLst/>
              </a:prstGeom>
              <a:solidFill>
                <a:srgbClr val="CD8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13" name="Oval 52">
                <a:extLst>
                  <a:ext uri="{FF2B5EF4-FFF2-40B4-BE49-F238E27FC236}">
                    <a16:creationId xmlns:a16="http://schemas.microsoft.com/office/drawing/2014/main" id="{C6D54102-4725-4F62-9B4E-062051A9B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1" y="1024"/>
                <a:ext cx="40" cy="41"/>
              </a:xfrm>
              <a:prstGeom prst="ellipse">
                <a:avLst/>
              </a:prstGeom>
              <a:solidFill>
                <a:srgbClr val="AB88B9"/>
              </a:solidFill>
              <a:ln w="4763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14" name="Oval 53">
                <a:extLst>
                  <a:ext uri="{FF2B5EF4-FFF2-40B4-BE49-F238E27FC236}">
                    <a16:creationId xmlns:a16="http://schemas.microsoft.com/office/drawing/2014/main" id="{DAD04086-B9D4-4766-ADEA-BDFDE1551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4" y="1011"/>
                <a:ext cx="40" cy="30"/>
              </a:xfrm>
              <a:prstGeom prst="ellipse">
                <a:avLst/>
              </a:prstGeom>
              <a:solidFill>
                <a:srgbClr val="AB88B9"/>
              </a:solidFill>
              <a:ln w="4763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15" name="Oval 54">
                <a:extLst>
                  <a:ext uri="{FF2B5EF4-FFF2-40B4-BE49-F238E27FC236}">
                    <a16:creationId xmlns:a16="http://schemas.microsoft.com/office/drawing/2014/main" id="{9BCE966B-1D8E-497A-A47F-B7F41BF3B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1122"/>
                <a:ext cx="42" cy="27"/>
              </a:xfrm>
              <a:prstGeom prst="ellipse">
                <a:avLst/>
              </a:prstGeom>
              <a:solidFill>
                <a:srgbClr val="AB88B9"/>
              </a:solidFill>
              <a:ln w="4763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16" name="Oval 55">
                <a:extLst>
                  <a:ext uri="{FF2B5EF4-FFF2-40B4-BE49-F238E27FC236}">
                    <a16:creationId xmlns:a16="http://schemas.microsoft.com/office/drawing/2014/main" id="{CEFB68DE-25CE-4693-8051-A5B5DD63F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4" y="1169"/>
                <a:ext cx="36" cy="36"/>
              </a:xfrm>
              <a:prstGeom prst="ellipse">
                <a:avLst/>
              </a:prstGeom>
              <a:solidFill>
                <a:srgbClr val="AB88B9"/>
              </a:solidFill>
              <a:ln w="4763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17" name="Oval 56">
                <a:extLst>
                  <a:ext uri="{FF2B5EF4-FFF2-40B4-BE49-F238E27FC236}">
                    <a16:creationId xmlns:a16="http://schemas.microsoft.com/office/drawing/2014/main" id="{B05008DE-9EDA-45F4-A2AB-1B5F6337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6" y="1242"/>
                <a:ext cx="20" cy="26"/>
              </a:xfrm>
              <a:prstGeom prst="ellipse">
                <a:avLst/>
              </a:prstGeom>
              <a:solidFill>
                <a:srgbClr val="AB88B9"/>
              </a:solidFill>
              <a:ln w="4763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18" name="Freeform 57">
                <a:extLst>
                  <a:ext uri="{FF2B5EF4-FFF2-40B4-BE49-F238E27FC236}">
                    <a16:creationId xmlns:a16="http://schemas.microsoft.com/office/drawing/2014/main" id="{FFB5D4AF-61EE-429A-A678-533EB7AC8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077"/>
                <a:ext cx="156" cy="91"/>
              </a:xfrm>
              <a:custGeom>
                <a:avLst/>
                <a:gdLst>
                  <a:gd name="T0" fmla="*/ 212 w 117"/>
                  <a:gd name="T1" fmla="*/ 48 h 68"/>
                  <a:gd name="T2" fmla="*/ 177 w 117"/>
                  <a:gd name="T3" fmla="*/ 5 h 68"/>
                  <a:gd name="T4" fmla="*/ 128 w 117"/>
                  <a:gd name="T5" fmla="*/ 48 h 68"/>
                  <a:gd name="T6" fmla="*/ 23 w 117"/>
                  <a:gd name="T7" fmla="*/ 64 h 68"/>
                  <a:gd name="T8" fmla="*/ 28 w 117"/>
                  <a:gd name="T9" fmla="*/ 122 h 68"/>
                  <a:gd name="T10" fmla="*/ 113 w 117"/>
                  <a:gd name="T11" fmla="*/ 91 h 68"/>
                  <a:gd name="T12" fmla="*/ 144 w 117"/>
                  <a:gd name="T13" fmla="*/ 96 h 68"/>
                  <a:gd name="T14" fmla="*/ 169 w 117"/>
                  <a:gd name="T15" fmla="*/ 86 h 68"/>
                  <a:gd name="T16" fmla="*/ 215 w 117"/>
                  <a:gd name="T17" fmla="*/ 137 h 68"/>
                  <a:gd name="T18" fmla="*/ 257 w 117"/>
                  <a:gd name="T19" fmla="*/ 100 h 68"/>
                  <a:gd name="T20" fmla="*/ 213 w 117"/>
                  <a:gd name="T21" fmla="*/ 55 h 68"/>
                  <a:gd name="T22" fmla="*/ 212 w 117"/>
                  <a:gd name="T23" fmla="*/ 48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7" h="68">
                    <a:moveTo>
                      <a:pt x="89" y="20"/>
                    </a:moveTo>
                    <a:cubicBezTo>
                      <a:pt x="85" y="13"/>
                      <a:pt x="88" y="0"/>
                      <a:pt x="75" y="2"/>
                    </a:cubicBezTo>
                    <a:cubicBezTo>
                      <a:pt x="66" y="4"/>
                      <a:pt x="61" y="16"/>
                      <a:pt x="54" y="20"/>
                    </a:cubicBezTo>
                    <a:cubicBezTo>
                      <a:pt x="40" y="31"/>
                      <a:pt x="22" y="12"/>
                      <a:pt x="10" y="27"/>
                    </a:cubicBezTo>
                    <a:cubicBezTo>
                      <a:pt x="5" y="34"/>
                      <a:pt x="0" y="49"/>
                      <a:pt x="12" y="51"/>
                    </a:cubicBezTo>
                    <a:cubicBezTo>
                      <a:pt x="25" y="54"/>
                      <a:pt x="36" y="38"/>
                      <a:pt x="48" y="38"/>
                    </a:cubicBezTo>
                    <a:cubicBezTo>
                      <a:pt x="53" y="38"/>
                      <a:pt x="56" y="40"/>
                      <a:pt x="61" y="40"/>
                    </a:cubicBezTo>
                    <a:cubicBezTo>
                      <a:pt x="65" y="39"/>
                      <a:pt x="67" y="36"/>
                      <a:pt x="71" y="36"/>
                    </a:cubicBezTo>
                    <a:cubicBezTo>
                      <a:pt x="79" y="37"/>
                      <a:pt x="86" y="52"/>
                      <a:pt x="91" y="57"/>
                    </a:cubicBezTo>
                    <a:cubicBezTo>
                      <a:pt x="104" y="68"/>
                      <a:pt x="117" y="54"/>
                      <a:pt x="109" y="42"/>
                    </a:cubicBezTo>
                    <a:cubicBezTo>
                      <a:pt x="104" y="35"/>
                      <a:pt x="92" y="30"/>
                      <a:pt x="90" y="23"/>
                    </a:cubicBezTo>
                    <a:lnTo>
                      <a:pt x="89" y="20"/>
                    </a:lnTo>
                    <a:close/>
                  </a:path>
                </a:pathLst>
              </a:custGeom>
              <a:solidFill>
                <a:srgbClr val="805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9" name="Oval 58">
                <a:extLst>
                  <a:ext uri="{FF2B5EF4-FFF2-40B4-BE49-F238E27FC236}">
                    <a16:creationId xmlns:a16="http://schemas.microsoft.com/office/drawing/2014/main" id="{05320DEA-7F98-4D4B-B295-1F2BC6476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3" y="1113"/>
                <a:ext cx="8" cy="7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0" name="Oval 59">
                <a:extLst>
                  <a:ext uri="{FF2B5EF4-FFF2-40B4-BE49-F238E27FC236}">
                    <a16:creationId xmlns:a16="http://schemas.microsoft.com/office/drawing/2014/main" id="{00246F8C-42F5-4323-A826-2F83E24BA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1087"/>
                <a:ext cx="5" cy="5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1" name="Oval 60">
                <a:extLst>
                  <a:ext uri="{FF2B5EF4-FFF2-40B4-BE49-F238E27FC236}">
                    <a16:creationId xmlns:a16="http://schemas.microsoft.com/office/drawing/2014/main" id="{D42BD447-CE78-4543-87A4-9A354FD1D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1075"/>
                <a:ext cx="6" cy="6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2" name="Oval 61">
                <a:extLst>
                  <a:ext uri="{FF2B5EF4-FFF2-40B4-BE49-F238E27FC236}">
                    <a16:creationId xmlns:a16="http://schemas.microsoft.com/office/drawing/2014/main" id="{BD276CD1-66F7-4A1A-ABED-9CDAB4947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1071"/>
                <a:ext cx="5" cy="5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3" name="Oval 62">
                <a:extLst>
                  <a:ext uri="{FF2B5EF4-FFF2-40B4-BE49-F238E27FC236}">
                    <a16:creationId xmlns:a16="http://schemas.microsoft.com/office/drawing/2014/main" id="{16DA50FA-AD3F-466A-9900-F18B1FC0A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1101"/>
                <a:ext cx="8" cy="4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4" name="Oval 63">
                <a:extLst>
                  <a:ext uri="{FF2B5EF4-FFF2-40B4-BE49-F238E27FC236}">
                    <a16:creationId xmlns:a16="http://schemas.microsoft.com/office/drawing/2014/main" id="{2F7A58AB-AD25-43A1-B0D2-BDAA3D382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1" y="1178"/>
                <a:ext cx="9" cy="11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5" name="Oval 64">
                <a:extLst>
                  <a:ext uri="{FF2B5EF4-FFF2-40B4-BE49-F238E27FC236}">
                    <a16:creationId xmlns:a16="http://schemas.microsoft.com/office/drawing/2014/main" id="{B33C77B0-AA87-4ABA-94A3-8761CE55B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1188"/>
                <a:ext cx="6" cy="6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6" name="Oval 65">
                <a:extLst>
                  <a:ext uri="{FF2B5EF4-FFF2-40B4-BE49-F238E27FC236}">
                    <a16:creationId xmlns:a16="http://schemas.microsoft.com/office/drawing/2014/main" id="{91445648-9DE9-420C-BB87-D6BBBE059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0" y="1124"/>
                <a:ext cx="7" cy="5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7" name="Oval 66">
                <a:extLst>
                  <a:ext uri="{FF2B5EF4-FFF2-40B4-BE49-F238E27FC236}">
                    <a16:creationId xmlns:a16="http://schemas.microsoft.com/office/drawing/2014/main" id="{FB5F5D2F-F2CE-4580-A56C-237C92930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1153"/>
                <a:ext cx="6" cy="7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8" name="Oval 67">
                <a:extLst>
                  <a:ext uri="{FF2B5EF4-FFF2-40B4-BE49-F238E27FC236}">
                    <a16:creationId xmlns:a16="http://schemas.microsoft.com/office/drawing/2014/main" id="{43E69906-5DDA-4367-930C-3857AAEF5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1085"/>
                <a:ext cx="7" cy="7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29" name="Oval 68">
                <a:extLst>
                  <a:ext uri="{FF2B5EF4-FFF2-40B4-BE49-F238E27FC236}">
                    <a16:creationId xmlns:a16="http://schemas.microsoft.com/office/drawing/2014/main" id="{975E9B1D-92F3-40BF-BC96-4CF546EF4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" y="1186"/>
                <a:ext cx="8" cy="8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30" name="Oval 69">
                <a:extLst>
                  <a:ext uri="{FF2B5EF4-FFF2-40B4-BE49-F238E27FC236}">
                    <a16:creationId xmlns:a16="http://schemas.microsoft.com/office/drawing/2014/main" id="{99570ADD-915F-4066-B381-4963E2BC9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1218"/>
                <a:ext cx="5" cy="6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31" name="Oval 70">
                <a:extLst>
                  <a:ext uri="{FF2B5EF4-FFF2-40B4-BE49-F238E27FC236}">
                    <a16:creationId xmlns:a16="http://schemas.microsoft.com/office/drawing/2014/main" id="{F265A8CE-CC58-4AA8-921C-78B58E05D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1206"/>
                <a:ext cx="4" cy="4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32" name="Oval 71">
                <a:extLst>
                  <a:ext uri="{FF2B5EF4-FFF2-40B4-BE49-F238E27FC236}">
                    <a16:creationId xmlns:a16="http://schemas.microsoft.com/office/drawing/2014/main" id="{EB980027-A38D-41D0-89F1-3FE2D612E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1210"/>
                <a:ext cx="4" cy="4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33" name="Oval 72">
                <a:extLst>
                  <a:ext uri="{FF2B5EF4-FFF2-40B4-BE49-F238E27FC236}">
                    <a16:creationId xmlns:a16="http://schemas.microsoft.com/office/drawing/2014/main" id="{AA36520F-81A3-4160-94DD-8DF62782B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1161"/>
                <a:ext cx="7" cy="7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34" name="Oval 73">
                <a:extLst>
                  <a:ext uri="{FF2B5EF4-FFF2-40B4-BE49-F238E27FC236}">
                    <a16:creationId xmlns:a16="http://schemas.microsoft.com/office/drawing/2014/main" id="{09D0E4A5-5547-4738-AFFF-1E53B4EC4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222"/>
                <a:ext cx="5" cy="6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35" name="Oval 74">
                <a:extLst>
                  <a:ext uri="{FF2B5EF4-FFF2-40B4-BE49-F238E27FC236}">
                    <a16:creationId xmlns:a16="http://schemas.microsoft.com/office/drawing/2014/main" id="{D2B8D1FC-EF69-4383-B977-C6E6E472C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1032"/>
                <a:ext cx="10" cy="8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36" name="Oval 75">
                <a:extLst>
                  <a:ext uri="{FF2B5EF4-FFF2-40B4-BE49-F238E27FC236}">
                    <a16:creationId xmlns:a16="http://schemas.microsoft.com/office/drawing/2014/main" id="{E1C2E858-0CA2-4096-A915-6D63EB6C7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1059"/>
                <a:ext cx="7" cy="6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37" name="Oval 76">
                <a:extLst>
                  <a:ext uri="{FF2B5EF4-FFF2-40B4-BE49-F238E27FC236}">
                    <a16:creationId xmlns:a16="http://schemas.microsoft.com/office/drawing/2014/main" id="{4C6464C9-33E9-4B59-9AA9-88E6C49FC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1063"/>
                <a:ext cx="5" cy="4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38" name="Oval 77">
                <a:extLst>
                  <a:ext uri="{FF2B5EF4-FFF2-40B4-BE49-F238E27FC236}">
                    <a16:creationId xmlns:a16="http://schemas.microsoft.com/office/drawing/2014/main" id="{49172495-E603-4AB5-82EB-7CD9910E6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1048"/>
                <a:ext cx="4" cy="4"/>
              </a:xfrm>
              <a:prstGeom prst="ellipse">
                <a:avLst/>
              </a:prstGeom>
              <a:solidFill>
                <a:srgbClr val="DEC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39" name="Freeform 78">
                <a:extLst>
                  <a:ext uri="{FF2B5EF4-FFF2-40B4-BE49-F238E27FC236}">
                    <a16:creationId xmlns:a16="http://schemas.microsoft.com/office/drawing/2014/main" id="{DB354B83-C0F2-4C50-A930-2281A8C40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113"/>
                <a:ext cx="343" cy="263"/>
              </a:xfrm>
              <a:custGeom>
                <a:avLst/>
                <a:gdLst>
                  <a:gd name="T0" fmla="*/ 340 w 257"/>
                  <a:gd name="T1" fmla="*/ 91 h 197"/>
                  <a:gd name="T2" fmla="*/ 374 w 257"/>
                  <a:gd name="T3" fmla="*/ 52 h 197"/>
                  <a:gd name="T4" fmla="*/ 299 w 257"/>
                  <a:gd name="T5" fmla="*/ 92 h 197"/>
                  <a:gd name="T6" fmla="*/ 292 w 257"/>
                  <a:gd name="T7" fmla="*/ 49 h 197"/>
                  <a:gd name="T8" fmla="*/ 299 w 257"/>
                  <a:gd name="T9" fmla="*/ 0 h 197"/>
                  <a:gd name="T10" fmla="*/ 291 w 257"/>
                  <a:gd name="T11" fmla="*/ 69 h 197"/>
                  <a:gd name="T12" fmla="*/ 176 w 257"/>
                  <a:gd name="T13" fmla="*/ 140 h 197"/>
                  <a:gd name="T14" fmla="*/ 121 w 257"/>
                  <a:gd name="T15" fmla="*/ 179 h 197"/>
                  <a:gd name="T16" fmla="*/ 41 w 257"/>
                  <a:gd name="T17" fmla="*/ 180 h 197"/>
                  <a:gd name="T18" fmla="*/ 33 w 257"/>
                  <a:gd name="T19" fmla="*/ 250 h 197"/>
                  <a:gd name="T20" fmla="*/ 9 w 257"/>
                  <a:gd name="T21" fmla="*/ 214 h 197"/>
                  <a:gd name="T22" fmla="*/ 37 w 257"/>
                  <a:gd name="T23" fmla="*/ 307 h 197"/>
                  <a:gd name="T24" fmla="*/ 23 w 257"/>
                  <a:gd name="T25" fmla="*/ 342 h 197"/>
                  <a:gd name="T26" fmla="*/ 21 w 257"/>
                  <a:gd name="T27" fmla="*/ 347 h 197"/>
                  <a:gd name="T28" fmla="*/ 37 w 257"/>
                  <a:gd name="T29" fmla="*/ 314 h 197"/>
                  <a:gd name="T30" fmla="*/ 64 w 257"/>
                  <a:gd name="T31" fmla="*/ 318 h 197"/>
                  <a:gd name="T32" fmla="*/ 187 w 257"/>
                  <a:gd name="T33" fmla="*/ 352 h 197"/>
                  <a:gd name="T34" fmla="*/ 208 w 257"/>
                  <a:gd name="T35" fmla="*/ 388 h 197"/>
                  <a:gd name="T36" fmla="*/ 248 w 257"/>
                  <a:gd name="T37" fmla="*/ 392 h 197"/>
                  <a:gd name="T38" fmla="*/ 240 w 257"/>
                  <a:gd name="T39" fmla="*/ 417 h 197"/>
                  <a:gd name="T40" fmla="*/ 287 w 257"/>
                  <a:gd name="T41" fmla="*/ 410 h 197"/>
                  <a:gd name="T42" fmla="*/ 272 w 257"/>
                  <a:gd name="T43" fmla="*/ 438 h 197"/>
                  <a:gd name="T44" fmla="*/ 374 w 257"/>
                  <a:gd name="T45" fmla="*/ 425 h 197"/>
                  <a:gd name="T46" fmla="*/ 549 w 257"/>
                  <a:gd name="T47" fmla="*/ 414 h 197"/>
                  <a:gd name="T48" fmla="*/ 521 w 257"/>
                  <a:gd name="T49" fmla="*/ 469 h 197"/>
                  <a:gd name="T50" fmla="*/ 575 w 257"/>
                  <a:gd name="T51" fmla="*/ 426 h 197"/>
                  <a:gd name="T52" fmla="*/ 591 w 257"/>
                  <a:gd name="T53" fmla="*/ 367 h 197"/>
                  <a:gd name="T54" fmla="*/ 590 w 257"/>
                  <a:gd name="T55" fmla="*/ 307 h 197"/>
                  <a:gd name="T56" fmla="*/ 611 w 257"/>
                  <a:gd name="T57" fmla="*/ 291 h 197"/>
                  <a:gd name="T58" fmla="*/ 559 w 257"/>
                  <a:gd name="T59" fmla="*/ 170 h 197"/>
                  <a:gd name="T60" fmla="*/ 527 w 257"/>
                  <a:gd name="T61" fmla="*/ 100 h 197"/>
                  <a:gd name="T62" fmla="*/ 559 w 257"/>
                  <a:gd name="T63" fmla="*/ 43 h 197"/>
                  <a:gd name="T64" fmla="*/ 517 w 257"/>
                  <a:gd name="T65" fmla="*/ 57 h 197"/>
                  <a:gd name="T66" fmla="*/ 506 w 257"/>
                  <a:gd name="T67" fmla="*/ 59 h 197"/>
                  <a:gd name="T68" fmla="*/ 474 w 257"/>
                  <a:gd name="T69" fmla="*/ 80 h 197"/>
                  <a:gd name="T70" fmla="*/ 406 w 257"/>
                  <a:gd name="T71" fmla="*/ 101 h 197"/>
                  <a:gd name="T72" fmla="*/ 355 w 257"/>
                  <a:gd name="T73" fmla="*/ 105 h 19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57" h="197">
                    <a:moveTo>
                      <a:pt x="149" y="44"/>
                    </a:moveTo>
                    <a:cubicBezTo>
                      <a:pt x="147" y="41"/>
                      <a:pt x="146" y="39"/>
                      <a:pt x="143" y="38"/>
                    </a:cubicBezTo>
                    <a:cubicBezTo>
                      <a:pt x="140" y="36"/>
                      <a:pt x="136" y="38"/>
                      <a:pt x="136" y="34"/>
                    </a:cubicBezTo>
                    <a:cubicBezTo>
                      <a:pt x="136" y="28"/>
                      <a:pt x="152" y="23"/>
                      <a:pt x="157" y="22"/>
                    </a:cubicBezTo>
                    <a:cubicBezTo>
                      <a:pt x="151" y="20"/>
                      <a:pt x="142" y="24"/>
                      <a:pt x="137" y="28"/>
                    </a:cubicBezTo>
                    <a:cubicBezTo>
                      <a:pt x="134" y="31"/>
                      <a:pt x="132" y="40"/>
                      <a:pt x="126" y="39"/>
                    </a:cubicBezTo>
                    <a:cubicBezTo>
                      <a:pt x="124" y="37"/>
                      <a:pt x="125" y="35"/>
                      <a:pt x="125" y="32"/>
                    </a:cubicBezTo>
                    <a:cubicBezTo>
                      <a:pt x="125" y="27"/>
                      <a:pt x="124" y="26"/>
                      <a:pt x="123" y="21"/>
                    </a:cubicBezTo>
                    <a:cubicBezTo>
                      <a:pt x="121" y="18"/>
                      <a:pt x="121" y="14"/>
                      <a:pt x="122" y="10"/>
                    </a:cubicBezTo>
                    <a:cubicBezTo>
                      <a:pt x="122" y="6"/>
                      <a:pt x="126" y="3"/>
                      <a:pt x="126" y="0"/>
                    </a:cubicBezTo>
                    <a:cubicBezTo>
                      <a:pt x="121" y="3"/>
                      <a:pt x="118" y="10"/>
                      <a:pt x="118" y="16"/>
                    </a:cubicBezTo>
                    <a:cubicBezTo>
                      <a:pt x="118" y="21"/>
                      <a:pt x="121" y="24"/>
                      <a:pt x="122" y="29"/>
                    </a:cubicBezTo>
                    <a:cubicBezTo>
                      <a:pt x="125" y="38"/>
                      <a:pt x="113" y="43"/>
                      <a:pt x="108" y="49"/>
                    </a:cubicBezTo>
                    <a:cubicBezTo>
                      <a:pt x="99" y="59"/>
                      <a:pt x="84" y="52"/>
                      <a:pt x="74" y="59"/>
                    </a:cubicBezTo>
                    <a:cubicBezTo>
                      <a:pt x="69" y="62"/>
                      <a:pt x="68" y="68"/>
                      <a:pt x="63" y="72"/>
                    </a:cubicBezTo>
                    <a:cubicBezTo>
                      <a:pt x="58" y="77"/>
                      <a:pt x="57" y="75"/>
                      <a:pt x="51" y="75"/>
                    </a:cubicBezTo>
                    <a:cubicBezTo>
                      <a:pt x="39" y="74"/>
                      <a:pt x="31" y="87"/>
                      <a:pt x="22" y="92"/>
                    </a:cubicBezTo>
                    <a:cubicBezTo>
                      <a:pt x="20" y="86"/>
                      <a:pt x="21" y="81"/>
                      <a:pt x="17" y="76"/>
                    </a:cubicBezTo>
                    <a:cubicBezTo>
                      <a:pt x="16" y="81"/>
                      <a:pt x="20" y="86"/>
                      <a:pt x="18" y="92"/>
                    </a:cubicBezTo>
                    <a:cubicBezTo>
                      <a:pt x="17" y="97"/>
                      <a:pt x="14" y="100"/>
                      <a:pt x="14" y="105"/>
                    </a:cubicBezTo>
                    <a:cubicBezTo>
                      <a:pt x="11" y="101"/>
                      <a:pt x="13" y="91"/>
                      <a:pt x="4" y="91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8" y="93"/>
                      <a:pt x="10" y="103"/>
                      <a:pt x="10" y="108"/>
                    </a:cubicBezTo>
                    <a:cubicBezTo>
                      <a:pt x="10" y="116"/>
                      <a:pt x="8" y="124"/>
                      <a:pt x="16" y="129"/>
                    </a:cubicBezTo>
                    <a:cubicBezTo>
                      <a:pt x="14" y="131"/>
                      <a:pt x="14" y="133"/>
                      <a:pt x="14" y="136"/>
                    </a:cubicBezTo>
                    <a:cubicBezTo>
                      <a:pt x="13" y="140"/>
                      <a:pt x="13" y="141"/>
                      <a:pt x="10" y="144"/>
                    </a:cubicBezTo>
                    <a:cubicBezTo>
                      <a:pt x="7" y="148"/>
                      <a:pt x="2" y="148"/>
                      <a:pt x="0" y="154"/>
                    </a:cubicBezTo>
                    <a:cubicBezTo>
                      <a:pt x="3" y="151"/>
                      <a:pt x="6" y="148"/>
                      <a:pt x="9" y="146"/>
                    </a:cubicBezTo>
                    <a:cubicBezTo>
                      <a:pt x="11" y="145"/>
                      <a:pt x="14" y="144"/>
                      <a:pt x="15" y="142"/>
                    </a:cubicBezTo>
                    <a:cubicBezTo>
                      <a:pt x="17" y="139"/>
                      <a:pt x="14" y="135"/>
                      <a:pt x="16" y="132"/>
                    </a:cubicBezTo>
                    <a:cubicBezTo>
                      <a:pt x="22" y="140"/>
                      <a:pt x="29" y="148"/>
                      <a:pt x="39" y="151"/>
                    </a:cubicBezTo>
                    <a:cubicBezTo>
                      <a:pt x="34" y="148"/>
                      <a:pt x="26" y="140"/>
                      <a:pt x="27" y="133"/>
                    </a:cubicBezTo>
                    <a:cubicBezTo>
                      <a:pt x="35" y="135"/>
                      <a:pt x="41" y="127"/>
                      <a:pt x="49" y="131"/>
                    </a:cubicBezTo>
                    <a:cubicBezTo>
                      <a:pt x="59" y="135"/>
                      <a:pt x="69" y="143"/>
                      <a:pt x="79" y="148"/>
                    </a:cubicBezTo>
                    <a:cubicBezTo>
                      <a:pt x="84" y="151"/>
                      <a:pt x="82" y="151"/>
                      <a:pt x="82" y="157"/>
                    </a:cubicBezTo>
                    <a:cubicBezTo>
                      <a:pt x="82" y="161"/>
                      <a:pt x="84" y="163"/>
                      <a:pt x="88" y="163"/>
                    </a:cubicBezTo>
                    <a:cubicBezTo>
                      <a:pt x="91" y="163"/>
                      <a:pt x="94" y="161"/>
                      <a:pt x="97" y="162"/>
                    </a:cubicBezTo>
                    <a:cubicBezTo>
                      <a:pt x="100" y="162"/>
                      <a:pt x="101" y="163"/>
                      <a:pt x="104" y="165"/>
                    </a:cubicBezTo>
                    <a:cubicBezTo>
                      <a:pt x="108" y="167"/>
                      <a:pt x="113" y="168"/>
                      <a:pt x="117" y="170"/>
                    </a:cubicBezTo>
                    <a:cubicBezTo>
                      <a:pt x="113" y="176"/>
                      <a:pt x="106" y="176"/>
                      <a:pt x="101" y="175"/>
                    </a:cubicBezTo>
                    <a:cubicBezTo>
                      <a:pt x="105" y="175"/>
                      <a:pt x="109" y="177"/>
                      <a:pt x="113" y="176"/>
                    </a:cubicBezTo>
                    <a:cubicBezTo>
                      <a:pt x="117" y="176"/>
                      <a:pt x="118" y="173"/>
                      <a:pt x="121" y="172"/>
                    </a:cubicBezTo>
                    <a:cubicBezTo>
                      <a:pt x="124" y="171"/>
                      <a:pt x="134" y="172"/>
                      <a:pt x="136" y="173"/>
                    </a:cubicBezTo>
                    <a:cubicBezTo>
                      <a:pt x="131" y="180"/>
                      <a:pt x="124" y="185"/>
                      <a:pt x="115" y="184"/>
                    </a:cubicBezTo>
                    <a:cubicBezTo>
                      <a:pt x="124" y="187"/>
                      <a:pt x="131" y="181"/>
                      <a:pt x="139" y="177"/>
                    </a:cubicBezTo>
                    <a:cubicBezTo>
                      <a:pt x="145" y="174"/>
                      <a:pt x="150" y="177"/>
                      <a:pt x="157" y="178"/>
                    </a:cubicBezTo>
                    <a:cubicBezTo>
                      <a:pt x="181" y="179"/>
                      <a:pt x="206" y="180"/>
                      <a:pt x="229" y="175"/>
                    </a:cubicBezTo>
                    <a:cubicBezTo>
                      <a:pt x="230" y="174"/>
                      <a:pt x="230" y="175"/>
                      <a:pt x="231" y="174"/>
                    </a:cubicBezTo>
                    <a:cubicBezTo>
                      <a:pt x="234" y="179"/>
                      <a:pt x="235" y="183"/>
                      <a:pt x="230" y="187"/>
                    </a:cubicBezTo>
                    <a:cubicBezTo>
                      <a:pt x="227" y="191"/>
                      <a:pt x="219" y="192"/>
                      <a:pt x="219" y="197"/>
                    </a:cubicBezTo>
                    <a:cubicBezTo>
                      <a:pt x="223" y="193"/>
                      <a:pt x="230" y="193"/>
                      <a:pt x="235" y="189"/>
                    </a:cubicBezTo>
                    <a:cubicBezTo>
                      <a:pt x="238" y="187"/>
                      <a:pt x="241" y="182"/>
                      <a:pt x="242" y="179"/>
                    </a:cubicBezTo>
                    <a:cubicBezTo>
                      <a:pt x="243" y="176"/>
                      <a:pt x="242" y="172"/>
                      <a:pt x="243" y="169"/>
                    </a:cubicBezTo>
                    <a:cubicBezTo>
                      <a:pt x="243" y="164"/>
                      <a:pt x="247" y="159"/>
                      <a:pt x="249" y="154"/>
                    </a:cubicBezTo>
                    <a:cubicBezTo>
                      <a:pt x="251" y="150"/>
                      <a:pt x="253" y="145"/>
                      <a:pt x="252" y="140"/>
                    </a:cubicBezTo>
                    <a:cubicBezTo>
                      <a:pt x="251" y="136"/>
                      <a:pt x="248" y="133"/>
                      <a:pt x="248" y="129"/>
                    </a:cubicBezTo>
                    <a:cubicBezTo>
                      <a:pt x="246" y="121"/>
                      <a:pt x="250" y="110"/>
                      <a:pt x="245" y="103"/>
                    </a:cubicBezTo>
                    <a:cubicBezTo>
                      <a:pt x="247" y="110"/>
                      <a:pt x="253" y="116"/>
                      <a:pt x="257" y="122"/>
                    </a:cubicBezTo>
                    <a:cubicBezTo>
                      <a:pt x="256" y="112"/>
                      <a:pt x="251" y="105"/>
                      <a:pt x="243" y="98"/>
                    </a:cubicBezTo>
                    <a:cubicBezTo>
                      <a:pt x="236" y="90"/>
                      <a:pt x="235" y="81"/>
                      <a:pt x="235" y="71"/>
                    </a:cubicBezTo>
                    <a:cubicBezTo>
                      <a:pt x="235" y="64"/>
                      <a:pt x="233" y="59"/>
                      <a:pt x="229" y="53"/>
                    </a:cubicBezTo>
                    <a:cubicBezTo>
                      <a:pt x="227" y="50"/>
                      <a:pt x="224" y="46"/>
                      <a:pt x="222" y="42"/>
                    </a:cubicBezTo>
                    <a:cubicBezTo>
                      <a:pt x="221" y="38"/>
                      <a:pt x="224" y="34"/>
                      <a:pt x="227" y="31"/>
                    </a:cubicBezTo>
                    <a:cubicBezTo>
                      <a:pt x="231" y="27"/>
                      <a:pt x="233" y="24"/>
                      <a:pt x="235" y="18"/>
                    </a:cubicBezTo>
                    <a:cubicBezTo>
                      <a:pt x="228" y="25"/>
                      <a:pt x="221" y="29"/>
                      <a:pt x="218" y="38"/>
                    </a:cubicBezTo>
                    <a:cubicBezTo>
                      <a:pt x="217" y="33"/>
                      <a:pt x="216" y="29"/>
                      <a:pt x="217" y="24"/>
                    </a:cubicBezTo>
                    <a:cubicBezTo>
                      <a:pt x="219" y="18"/>
                      <a:pt x="222" y="14"/>
                      <a:pt x="222" y="8"/>
                    </a:cubicBezTo>
                    <a:cubicBezTo>
                      <a:pt x="219" y="12"/>
                      <a:pt x="213" y="20"/>
                      <a:pt x="213" y="25"/>
                    </a:cubicBezTo>
                    <a:cubicBezTo>
                      <a:pt x="212" y="28"/>
                      <a:pt x="214" y="31"/>
                      <a:pt x="209" y="33"/>
                    </a:cubicBezTo>
                    <a:cubicBezTo>
                      <a:pt x="207" y="34"/>
                      <a:pt x="202" y="34"/>
                      <a:pt x="199" y="34"/>
                    </a:cubicBezTo>
                    <a:cubicBezTo>
                      <a:pt x="193" y="35"/>
                      <a:pt x="188" y="35"/>
                      <a:pt x="182" y="37"/>
                    </a:cubicBezTo>
                    <a:cubicBezTo>
                      <a:pt x="178" y="39"/>
                      <a:pt x="175" y="41"/>
                      <a:pt x="171" y="43"/>
                    </a:cubicBezTo>
                    <a:cubicBezTo>
                      <a:pt x="165" y="46"/>
                      <a:pt x="158" y="43"/>
                      <a:pt x="154" y="45"/>
                    </a:cubicBezTo>
                    <a:cubicBezTo>
                      <a:pt x="154" y="45"/>
                      <a:pt x="152" y="47"/>
                      <a:pt x="149" y="44"/>
                    </a:cubicBezTo>
                    <a:close/>
                  </a:path>
                </a:pathLst>
              </a:custGeom>
              <a:solidFill>
                <a:srgbClr val="CD8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0" name="Freeform 79">
                <a:extLst>
                  <a:ext uri="{FF2B5EF4-FFF2-40B4-BE49-F238E27FC236}">
                    <a16:creationId xmlns:a16="http://schemas.microsoft.com/office/drawing/2014/main" id="{72D87385-0864-484D-A0D3-60139A9F6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115"/>
                <a:ext cx="324" cy="255"/>
              </a:xfrm>
              <a:custGeom>
                <a:avLst/>
                <a:gdLst>
                  <a:gd name="T0" fmla="*/ 320 w 243"/>
                  <a:gd name="T1" fmla="*/ 86 h 192"/>
                  <a:gd name="T2" fmla="*/ 351 w 243"/>
                  <a:gd name="T3" fmla="*/ 52 h 192"/>
                  <a:gd name="T4" fmla="*/ 284 w 243"/>
                  <a:gd name="T5" fmla="*/ 92 h 192"/>
                  <a:gd name="T6" fmla="*/ 276 w 243"/>
                  <a:gd name="T7" fmla="*/ 49 h 192"/>
                  <a:gd name="T8" fmla="*/ 283 w 243"/>
                  <a:gd name="T9" fmla="*/ 0 h 192"/>
                  <a:gd name="T10" fmla="*/ 276 w 243"/>
                  <a:gd name="T11" fmla="*/ 65 h 192"/>
                  <a:gd name="T12" fmla="*/ 165 w 243"/>
                  <a:gd name="T13" fmla="*/ 134 h 192"/>
                  <a:gd name="T14" fmla="*/ 116 w 243"/>
                  <a:gd name="T15" fmla="*/ 171 h 192"/>
                  <a:gd name="T16" fmla="*/ 37 w 243"/>
                  <a:gd name="T17" fmla="*/ 173 h 192"/>
                  <a:gd name="T18" fmla="*/ 31 w 243"/>
                  <a:gd name="T19" fmla="*/ 242 h 192"/>
                  <a:gd name="T20" fmla="*/ 7 w 243"/>
                  <a:gd name="T21" fmla="*/ 205 h 192"/>
                  <a:gd name="T22" fmla="*/ 36 w 243"/>
                  <a:gd name="T23" fmla="*/ 295 h 192"/>
                  <a:gd name="T24" fmla="*/ 23 w 243"/>
                  <a:gd name="T25" fmla="*/ 328 h 192"/>
                  <a:gd name="T26" fmla="*/ 20 w 243"/>
                  <a:gd name="T27" fmla="*/ 333 h 192"/>
                  <a:gd name="T28" fmla="*/ 37 w 243"/>
                  <a:gd name="T29" fmla="*/ 300 h 192"/>
                  <a:gd name="T30" fmla="*/ 63 w 243"/>
                  <a:gd name="T31" fmla="*/ 301 h 192"/>
                  <a:gd name="T32" fmla="*/ 177 w 243"/>
                  <a:gd name="T33" fmla="*/ 337 h 192"/>
                  <a:gd name="T34" fmla="*/ 199 w 243"/>
                  <a:gd name="T35" fmla="*/ 371 h 192"/>
                  <a:gd name="T36" fmla="*/ 233 w 243"/>
                  <a:gd name="T37" fmla="*/ 376 h 192"/>
                  <a:gd name="T38" fmla="*/ 225 w 243"/>
                  <a:gd name="T39" fmla="*/ 398 h 192"/>
                  <a:gd name="T40" fmla="*/ 271 w 243"/>
                  <a:gd name="T41" fmla="*/ 392 h 192"/>
                  <a:gd name="T42" fmla="*/ 257 w 243"/>
                  <a:gd name="T43" fmla="*/ 420 h 192"/>
                  <a:gd name="T44" fmla="*/ 353 w 243"/>
                  <a:gd name="T45" fmla="*/ 405 h 192"/>
                  <a:gd name="T46" fmla="*/ 519 w 243"/>
                  <a:gd name="T47" fmla="*/ 396 h 192"/>
                  <a:gd name="T48" fmla="*/ 491 w 243"/>
                  <a:gd name="T49" fmla="*/ 450 h 192"/>
                  <a:gd name="T50" fmla="*/ 543 w 243"/>
                  <a:gd name="T51" fmla="*/ 408 h 192"/>
                  <a:gd name="T52" fmla="*/ 560 w 243"/>
                  <a:gd name="T53" fmla="*/ 351 h 192"/>
                  <a:gd name="T54" fmla="*/ 555 w 243"/>
                  <a:gd name="T55" fmla="*/ 292 h 192"/>
                  <a:gd name="T56" fmla="*/ 576 w 243"/>
                  <a:gd name="T57" fmla="*/ 279 h 192"/>
                  <a:gd name="T58" fmla="*/ 527 w 243"/>
                  <a:gd name="T59" fmla="*/ 162 h 192"/>
                  <a:gd name="T60" fmla="*/ 500 w 243"/>
                  <a:gd name="T61" fmla="*/ 96 h 192"/>
                  <a:gd name="T62" fmla="*/ 528 w 243"/>
                  <a:gd name="T63" fmla="*/ 43 h 192"/>
                  <a:gd name="T64" fmla="*/ 489 w 243"/>
                  <a:gd name="T65" fmla="*/ 57 h 192"/>
                  <a:gd name="T66" fmla="*/ 476 w 243"/>
                  <a:gd name="T67" fmla="*/ 57 h 192"/>
                  <a:gd name="T68" fmla="*/ 447 w 243"/>
                  <a:gd name="T69" fmla="*/ 77 h 192"/>
                  <a:gd name="T70" fmla="*/ 384 w 243"/>
                  <a:gd name="T71" fmla="*/ 98 h 192"/>
                  <a:gd name="T72" fmla="*/ 335 w 243"/>
                  <a:gd name="T73" fmla="*/ 101 h 19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43" h="192">
                    <a:moveTo>
                      <a:pt x="141" y="43"/>
                    </a:moveTo>
                    <a:cubicBezTo>
                      <a:pt x="139" y="41"/>
                      <a:pt x="138" y="38"/>
                      <a:pt x="135" y="37"/>
                    </a:cubicBezTo>
                    <a:cubicBezTo>
                      <a:pt x="133" y="36"/>
                      <a:pt x="129" y="37"/>
                      <a:pt x="129" y="34"/>
                    </a:cubicBezTo>
                    <a:cubicBezTo>
                      <a:pt x="129" y="27"/>
                      <a:pt x="144" y="22"/>
                      <a:pt x="148" y="22"/>
                    </a:cubicBezTo>
                    <a:cubicBezTo>
                      <a:pt x="143" y="20"/>
                      <a:pt x="134" y="24"/>
                      <a:pt x="130" y="28"/>
                    </a:cubicBezTo>
                    <a:cubicBezTo>
                      <a:pt x="127" y="30"/>
                      <a:pt x="125" y="39"/>
                      <a:pt x="120" y="39"/>
                    </a:cubicBezTo>
                    <a:cubicBezTo>
                      <a:pt x="117" y="36"/>
                      <a:pt x="118" y="34"/>
                      <a:pt x="118" y="31"/>
                    </a:cubicBezTo>
                    <a:cubicBezTo>
                      <a:pt x="119" y="26"/>
                      <a:pt x="118" y="25"/>
                      <a:pt x="116" y="21"/>
                    </a:cubicBezTo>
                    <a:cubicBezTo>
                      <a:pt x="115" y="18"/>
                      <a:pt x="114" y="14"/>
                      <a:pt x="115" y="10"/>
                    </a:cubicBezTo>
                    <a:cubicBezTo>
                      <a:pt x="116" y="7"/>
                      <a:pt x="119" y="4"/>
                      <a:pt x="119" y="0"/>
                    </a:cubicBezTo>
                    <a:cubicBezTo>
                      <a:pt x="114" y="4"/>
                      <a:pt x="112" y="10"/>
                      <a:pt x="112" y="16"/>
                    </a:cubicBezTo>
                    <a:cubicBezTo>
                      <a:pt x="112" y="21"/>
                      <a:pt x="114" y="24"/>
                      <a:pt x="116" y="28"/>
                    </a:cubicBezTo>
                    <a:cubicBezTo>
                      <a:pt x="118" y="38"/>
                      <a:pt x="107" y="42"/>
                      <a:pt x="102" y="48"/>
                    </a:cubicBezTo>
                    <a:cubicBezTo>
                      <a:pt x="94" y="57"/>
                      <a:pt x="80" y="51"/>
                      <a:pt x="70" y="57"/>
                    </a:cubicBezTo>
                    <a:cubicBezTo>
                      <a:pt x="65" y="61"/>
                      <a:pt x="64" y="67"/>
                      <a:pt x="60" y="71"/>
                    </a:cubicBezTo>
                    <a:cubicBezTo>
                      <a:pt x="55" y="75"/>
                      <a:pt x="54" y="73"/>
                      <a:pt x="49" y="73"/>
                    </a:cubicBezTo>
                    <a:cubicBezTo>
                      <a:pt x="37" y="72"/>
                      <a:pt x="29" y="84"/>
                      <a:pt x="21" y="89"/>
                    </a:cubicBezTo>
                    <a:cubicBezTo>
                      <a:pt x="19" y="84"/>
                      <a:pt x="19" y="79"/>
                      <a:pt x="16" y="74"/>
                    </a:cubicBezTo>
                    <a:cubicBezTo>
                      <a:pt x="15" y="79"/>
                      <a:pt x="19" y="84"/>
                      <a:pt x="17" y="90"/>
                    </a:cubicBezTo>
                    <a:cubicBezTo>
                      <a:pt x="16" y="94"/>
                      <a:pt x="13" y="97"/>
                      <a:pt x="13" y="103"/>
                    </a:cubicBezTo>
                    <a:cubicBezTo>
                      <a:pt x="10" y="98"/>
                      <a:pt x="12" y="89"/>
                      <a:pt x="4" y="88"/>
                    </a:cubicBezTo>
                    <a:cubicBezTo>
                      <a:pt x="4" y="88"/>
                      <a:pt x="4" y="88"/>
                      <a:pt x="3" y="87"/>
                    </a:cubicBezTo>
                    <a:cubicBezTo>
                      <a:pt x="8" y="91"/>
                      <a:pt x="10" y="100"/>
                      <a:pt x="10" y="105"/>
                    </a:cubicBezTo>
                    <a:cubicBezTo>
                      <a:pt x="10" y="113"/>
                      <a:pt x="8" y="121"/>
                      <a:pt x="15" y="126"/>
                    </a:cubicBezTo>
                    <a:cubicBezTo>
                      <a:pt x="13" y="127"/>
                      <a:pt x="13" y="130"/>
                      <a:pt x="13" y="132"/>
                    </a:cubicBezTo>
                    <a:cubicBezTo>
                      <a:pt x="12" y="136"/>
                      <a:pt x="12" y="137"/>
                      <a:pt x="10" y="140"/>
                    </a:cubicBezTo>
                    <a:cubicBezTo>
                      <a:pt x="6" y="144"/>
                      <a:pt x="2" y="144"/>
                      <a:pt x="0" y="150"/>
                    </a:cubicBezTo>
                    <a:cubicBezTo>
                      <a:pt x="3" y="147"/>
                      <a:pt x="5" y="144"/>
                      <a:pt x="8" y="142"/>
                    </a:cubicBezTo>
                    <a:cubicBezTo>
                      <a:pt x="11" y="141"/>
                      <a:pt x="13" y="140"/>
                      <a:pt x="14" y="139"/>
                    </a:cubicBezTo>
                    <a:cubicBezTo>
                      <a:pt x="16" y="135"/>
                      <a:pt x="13" y="131"/>
                      <a:pt x="16" y="128"/>
                    </a:cubicBezTo>
                    <a:cubicBezTo>
                      <a:pt x="21" y="136"/>
                      <a:pt x="28" y="144"/>
                      <a:pt x="37" y="147"/>
                    </a:cubicBezTo>
                    <a:cubicBezTo>
                      <a:pt x="32" y="144"/>
                      <a:pt x="24" y="136"/>
                      <a:pt x="26" y="129"/>
                    </a:cubicBezTo>
                    <a:cubicBezTo>
                      <a:pt x="33" y="131"/>
                      <a:pt x="38" y="124"/>
                      <a:pt x="46" y="127"/>
                    </a:cubicBezTo>
                    <a:cubicBezTo>
                      <a:pt x="56" y="131"/>
                      <a:pt x="66" y="139"/>
                      <a:pt x="75" y="144"/>
                    </a:cubicBezTo>
                    <a:cubicBezTo>
                      <a:pt x="80" y="147"/>
                      <a:pt x="77" y="147"/>
                      <a:pt x="78" y="152"/>
                    </a:cubicBezTo>
                    <a:cubicBezTo>
                      <a:pt x="78" y="157"/>
                      <a:pt x="79" y="159"/>
                      <a:pt x="84" y="158"/>
                    </a:cubicBezTo>
                    <a:cubicBezTo>
                      <a:pt x="86" y="158"/>
                      <a:pt x="89" y="156"/>
                      <a:pt x="92" y="157"/>
                    </a:cubicBezTo>
                    <a:cubicBezTo>
                      <a:pt x="95" y="158"/>
                      <a:pt x="96" y="159"/>
                      <a:pt x="98" y="160"/>
                    </a:cubicBezTo>
                    <a:cubicBezTo>
                      <a:pt x="102" y="162"/>
                      <a:pt x="107" y="164"/>
                      <a:pt x="111" y="165"/>
                    </a:cubicBezTo>
                    <a:cubicBezTo>
                      <a:pt x="107" y="171"/>
                      <a:pt x="101" y="171"/>
                      <a:pt x="95" y="170"/>
                    </a:cubicBezTo>
                    <a:cubicBezTo>
                      <a:pt x="99" y="171"/>
                      <a:pt x="103" y="172"/>
                      <a:pt x="107" y="171"/>
                    </a:cubicBezTo>
                    <a:cubicBezTo>
                      <a:pt x="111" y="171"/>
                      <a:pt x="111" y="168"/>
                      <a:pt x="114" y="167"/>
                    </a:cubicBezTo>
                    <a:cubicBezTo>
                      <a:pt x="117" y="166"/>
                      <a:pt x="127" y="167"/>
                      <a:pt x="129" y="168"/>
                    </a:cubicBezTo>
                    <a:cubicBezTo>
                      <a:pt x="124" y="175"/>
                      <a:pt x="118" y="179"/>
                      <a:pt x="109" y="179"/>
                    </a:cubicBezTo>
                    <a:cubicBezTo>
                      <a:pt x="118" y="182"/>
                      <a:pt x="124" y="176"/>
                      <a:pt x="131" y="173"/>
                    </a:cubicBezTo>
                    <a:cubicBezTo>
                      <a:pt x="137" y="169"/>
                      <a:pt x="142" y="172"/>
                      <a:pt x="149" y="173"/>
                    </a:cubicBezTo>
                    <a:cubicBezTo>
                      <a:pt x="172" y="174"/>
                      <a:pt x="195" y="175"/>
                      <a:pt x="217" y="170"/>
                    </a:cubicBezTo>
                    <a:cubicBezTo>
                      <a:pt x="218" y="169"/>
                      <a:pt x="218" y="170"/>
                      <a:pt x="219" y="169"/>
                    </a:cubicBezTo>
                    <a:cubicBezTo>
                      <a:pt x="222" y="174"/>
                      <a:pt x="223" y="178"/>
                      <a:pt x="218" y="182"/>
                    </a:cubicBezTo>
                    <a:cubicBezTo>
                      <a:pt x="215" y="186"/>
                      <a:pt x="207" y="186"/>
                      <a:pt x="207" y="192"/>
                    </a:cubicBezTo>
                    <a:cubicBezTo>
                      <a:pt x="211" y="187"/>
                      <a:pt x="218" y="187"/>
                      <a:pt x="223" y="183"/>
                    </a:cubicBezTo>
                    <a:cubicBezTo>
                      <a:pt x="225" y="181"/>
                      <a:pt x="228" y="177"/>
                      <a:pt x="229" y="174"/>
                    </a:cubicBezTo>
                    <a:cubicBezTo>
                      <a:pt x="230" y="171"/>
                      <a:pt x="229" y="168"/>
                      <a:pt x="230" y="165"/>
                    </a:cubicBezTo>
                    <a:cubicBezTo>
                      <a:pt x="230" y="160"/>
                      <a:pt x="234" y="155"/>
                      <a:pt x="236" y="150"/>
                    </a:cubicBezTo>
                    <a:cubicBezTo>
                      <a:pt x="238" y="145"/>
                      <a:pt x="239" y="141"/>
                      <a:pt x="238" y="136"/>
                    </a:cubicBezTo>
                    <a:cubicBezTo>
                      <a:pt x="237" y="132"/>
                      <a:pt x="235" y="129"/>
                      <a:pt x="234" y="125"/>
                    </a:cubicBezTo>
                    <a:cubicBezTo>
                      <a:pt x="233" y="118"/>
                      <a:pt x="237" y="107"/>
                      <a:pt x="232" y="101"/>
                    </a:cubicBezTo>
                    <a:cubicBezTo>
                      <a:pt x="234" y="107"/>
                      <a:pt x="240" y="113"/>
                      <a:pt x="243" y="119"/>
                    </a:cubicBezTo>
                    <a:cubicBezTo>
                      <a:pt x="243" y="109"/>
                      <a:pt x="237" y="103"/>
                      <a:pt x="230" y="96"/>
                    </a:cubicBezTo>
                    <a:cubicBezTo>
                      <a:pt x="223" y="88"/>
                      <a:pt x="223" y="79"/>
                      <a:pt x="222" y="69"/>
                    </a:cubicBezTo>
                    <a:cubicBezTo>
                      <a:pt x="222" y="62"/>
                      <a:pt x="220" y="58"/>
                      <a:pt x="217" y="52"/>
                    </a:cubicBezTo>
                    <a:cubicBezTo>
                      <a:pt x="215" y="49"/>
                      <a:pt x="212" y="45"/>
                      <a:pt x="211" y="41"/>
                    </a:cubicBezTo>
                    <a:cubicBezTo>
                      <a:pt x="209" y="37"/>
                      <a:pt x="212" y="34"/>
                      <a:pt x="214" y="31"/>
                    </a:cubicBezTo>
                    <a:cubicBezTo>
                      <a:pt x="219" y="27"/>
                      <a:pt x="221" y="24"/>
                      <a:pt x="223" y="18"/>
                    </a:cubicBezTo>
                    <a:cubicBezTo>
                      <a:pt x="216" y="25"/>
                      <a:pt x="209" y="28"/>
                      <a:pt x="206" y="37"/>
                    </a:cubicBezTo>
                    <a:cubicBezTo>
                      <a:pt x="206" y="32"/>
                      <a:pt x="205" y="28"/>
                      <a:pt x="206" y="24"/>
                    </a:cubicBezTo>
                    <a:cubicBezTo>
                      <a:pt x="207" y="18"/>
                      <a:pt x="210" y="14"/>
                      <a:pt x="210" y="9"/>
                    </a:cubicBezTo>
                    <a:cubicBezTo>
                      <a:pt x="207" y="12"/>
                      <a:pt x="202" y="20"/>
                      <a:pt x="201" y="24"/>
                    </a:cubicBezTo>
                    <a:cubicBezTo>
                      <a:pt x="201" y="28"/>
                      <a:pt x="202" y="30"/>
                      <a:pt x="198" y="32"/>
                    </a:cubicBezTo>
                    <a:cubicBezTo>
                      <a:pt x="196" y="34"/>
                      <a:pt x="191" y="33"/>
                      <a:pt x="188" y="33"/>
                    </a:cubicBezTo>
                    <a:cubicBezTo>
                      <a:pt x="183" y="34"/>
                      <a:pt x="178" y="35"/>
                      <a:pt x="173" y="36"/>
                    </a:cubicBezTo>
                    <a:cubicBezTo>
                      <a:pt x="168" y="38"/>
                      <a:pt x="166" y="41"/>
                      <a:pt x="162" y="42"/>
                    </a:cubicBezTo>
                    <a:cubicBezTo>
                      <a:pt x="157" y="45"/>
                      <a:pt x="150" y="42"/>
                      <a:pt x="145" y="44"/>
                    </a:cubicBezTo>
                    <a:cubicBezTo>
                      <a:pt x="145" y="44"/>
                      <a:pt x="144" y="47"/>
                      <a:pt x="141" y="43"/>
                    </a:cubicBezTo>
                    <a:close/>
                  </a:path>
                </a:pathLst>
              </a:custGeom>
              <a:solidFill>
                <a:srgbClr val="83BF7E"/>
              </a:solidFill>
              <a:ln w="4763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1" name="Freeform 80">
                <a:extLst>
                  <a:ext uri="{FF2B5EF4-FFF2-40B4-BE49-F238E27FC236}">
                    <a16:creationId xmlns:a16="http://schemas.microsoft.com/office/drawing/2014/main" id="{11B429CE-A43F-429F-AE6C-E6241DD99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209"/>
                <a:ext cx="132" cy="113"/>
              </a:xfrm>
              <a:custGeom>
                <a:avLst/>
                <a:gdLst>
                  <a:gd name="T0" fmla="*/ 151 w 99"/>
                  <a:gd name="T1" fmla="*/ 12 h 85"/>
                  <a:gd name="T2" fmla="*/ 91 w 99"/>
                  <a:gd name="T3" fmla="*/ 16 h 85"/>
                  <a:gd name="T4" fmla="*/ 44 w 99"/>
                  <a:gd name="T5" fmla="*/ 28 h 85"/>
                  <a:gd name="T6" fmla="*/ 1 w 99"/>
                  <a:gd name="T7" fmla="*/ 76 h 85"/>
                  <a:gd name="T8" fmla="*/ 48 w 99"/>
                  <a:gd name="T9" fmla="*/ 134 h 85"/>
                  <a:gd name="T10" fmla="*/ 169 w 99"/>
                  <a:gd name="T11" fmla="*/ 145 h 85"/>
                  <a:gd name="T12" fmla="*/ 207 w 99"/>
                  <a:gd name="T13" fmla="*/ 193 h 85"/>
                  <a:gd name="T14" fmla="*/ 228 w 99"/>
                  <a:gd name="T15" fmla="*/ 156 h 85"/>
                  <a:gd name="T16" fmla="*/ 204 w 99"/>
                  <a:gd name="T17" fmla="*/ 122 h 85"/>
                  <a:gd name="T18" fmla="*/ 193 w 99"/>
                  <a:gd name="T19" fmla="*/ 82 h 85"/>
                  <a:gd name="T20" fmla="*/ 151 w 99"/>
                  <a:gd name="T21" fmla="*/ 12 h 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" h="85">
                    <a:moveTo>
                      <a:pt x="64" y="5"/>
                    </a:moveTo>
                    <a:cubicBezTo>
                      <a:pt x="55" y="0"/>
                      <a:pt x="46" y="0"/>
                      <a:pt x="38" y="7"/>
                    </a:cubicBezTo>
                    <a:cubicBezTo>
                      <a:pt x="32" y="14"/>
                      <a:pt x="28" y="11"/>
                      <a:pt x="19" y="12"/>
                    </a:cubicBezTo>
                    <a:cubicBezTo>
                      <a:pt x="9" y="12"/>
                      <a:pt x="1" y="21"/>
                      <a:pt x="1" y="32"/>
                    </a:cubicBezTo>
                    <a:cubicBezTo>
                      <a:pt x="0" y="45"/>
                      <a:pt x="7" y="55"/>
                      <a:pt x="20" y="57"/>
                    </a:cubicBezTo>
                    <a:cubicBezTo>
                      <a:pt x="36" y="60"/>
                      <a:pt x="64" y="39"/>
                      <a:pt x="71" y="62"/>
                    </a:cubicBezTo>
                    <a:cubicBezTo>
                      <a:pt x="73" y="69"/>
                      <a:pt x="80" y="79"/>
                      <a:pt x="87" y="82"/>
                    </a:cubicBezTo>
                    <a:cubicBezTo>
                      <a:pt x="94" y="85"/>
                      <a:pt x="99" y="72"/>
                      <a:pt x="96" y="66"/>
                    </a:cubicBezTo>
                    <a:cubicBezTo>
                      <a:pt x="94" y="61"/>
                      <a:pt x="89" y="57"/>
                      <a:pt x="86" y="52"/>
                    </a:cubicBezTo>
                    <a:cubicBezTo>
                      <a:pt x="84" y="46"/>
                      <a:pt x="83" y="41"/>
                      <a:pt x="82" y="35"/>
                    </a:cubicBezTo>
                    <a:cubicBezTo>
                      <a:pt x="77" y="14"/>
                      <a:pt x="64" y="5"/>
                      <a:pt x="64" y="5"/>
                    </a:cubicBezTo>
                    <a:close/>
                  </a:path>
                </a:pathLst>
              </a:custGeom>
              <a:solidFill>
                <a:srgbClr val="4A8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2" name="Oval 81">
                <a:extLst>
                  <a:ext uri="{FF2B5EF4-FFF2-40B4-BE49-F238E27FC236}">
                    <a16:creationId xmlns:a16="http://schemas.microsoft.com/office/drawing/2014/main" id="{4C35DCB1-D7BC-4ED2-A86A-05534BBA6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9" y="1218"/>
                <a:ext cx="12" cy="12"/>
              </a:xfrm>
              <a:prstGeom prst="ellipse">
                <a:avLst/>
              </a:prstGeom>
              <a:solidFill>
                <a:srgbClr val="236B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3" name="Oval 82">
                <a:extLst>
                  <a:ext uri="{FF2B5EF4-FFF2-40B4-BE49-F238E27FC236}">
                    <a16:creationId xmlns:a16="http://schemas.microsoft.com/office/drawing/2014/main" id="{FE4AEFE4-FED7-427B-8BEE-A957498B7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1" y="1245"/>
                <a:ext cx="13" cy="13"/>
              </a:xfrm>
              <a:prstGeom prst="ellipse">
                <a:avLst/>
              </a:prstGeom>
              <a:solidFill>
                <a:srgbClr val="236B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4" name="Oval 83">
                <a:extLst>
                  <a:ext uri="{FF2B5EF4-FFF2-40B4-BE49-F238E27FC236}">
                    <a16:creationId xmlns:a16="http://schemas.microsoft.com/office/drawing/2014/main" id="{A912246A-688C-45F1-B416-238F443E29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8" y="1274"/>
                <a:ext cx="8" cy="8"/>
              </a:xfrm>
              <a:prstGeom prst="ellipse">
                <a:avLst/>
              </a:prstGeom>
              <a:solidFill>
                <a:srgbClr val="236B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5" name="Oval 84">
                <a:extLst>
                  <a:ext uri="{FF2B5EF4-FFF2-40B4-BE49-F238E27FC236}">
                    <a16:creationId xmlns:a16="http://schemas.microsoft.com/office/drawing/2014/main" id="{F19A34EB-8905-4580-B00E-CFBC65DF5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7" y="1238"/>
                <a:ext cx="11" cy="11"/>
              </a:xfrm>
              <a:prstGeom prst="ellipse">
                <a:avLst/>
              </a:prstGeom>
              <a:solidFill>
                <a:srgbClr val="236B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6" name="Oval 85">
                <a:extLst>
                  <a:ext uri="{FF2B5EF4-FFF2-40B4-BE49-F238E27FC236}">
                    <a16:creationId xmlns:a16="http://schemas.microsoft.com/office/drawing/2014/main" id="{55E8137A-396F-4878-BD84-1F9F7CC07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5" y="1252"/>
                <a:ext cx="15" cy="13"/>
              </a:xfrm>
              <a:prstGeom prst="ellipse">
                <a:avLst/>
              </a:prstGeom>
              <a:solidFill>
                <a:srgbClr val="236B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7" name="Oval 86">
                <a:extLst>
                  <a:ext uri="{FF2B5EF4-FFF2-40B4-BE49-F238E27FC236}">
                    <a16:creationId xmlns:a16="http://schemas.microsoft.com/office/drawing/2014/main" id="{DE9E54CA-E66E-4427-96AB-768A854BB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8" y="1264"/>
                <a:ext cx="6" cy="6"/>
              </a:xfrm>
              <a:prstGeom prst="ellipse">
                <a:avLst/>
              </a:prstGeom>
              <a:solidFill>
                <a:srgbClr val="236B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8" name="Oval 87">
                <a:extLst>
                  <a:ext uri="{FF2B5EF4-FFF2-40B4-BE49-F238E27FC236}">
                    <a16:creationId xmlns:a16="http://schemas.microsoft.com/office/drawing/2014/main" id="{48CFF2AD-34F4-439F-9703-64663CC4B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7" y="1240"/>
                <a:ext cx="8" cy="9"/>
              </a:xfrm>
              <a:prstGeom prst="ellipse">
                <a:avLst/>
              </a:prstGeom>
              <a:solidFill>
                <a:srgbClr val="236B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49" name="Oval 88">
                <a:extLst>
                  <a:ext uri="{FF2B5EF4-FFF2-40B4-BE49-F238E27FC236}">
                    <a16:creationId xmlns:a16="http://schemas.microsoft.com/office/drawing/2014/main" id="{91050FA4-12A7-4EE8-A194-D1C9F8C8E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2" y="1193"/>
                <a:ext cx="10" cy="9"/>
              </a:xfrm>
              <a:prstGeom prst="ellipse">
                <a:avLst/>
              </a:prstGeom>
              <a:solidFill>
                <a:srgbClr val="236B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50" name="Oval 89">
                <a:extLst>
                  <a:ext uri="{FF2B5EF4-FFF2-40B4-BE49-F238E27FC236}">
                    <a16:creationId xmlns:a16="http://schemas.microsoft.com/office/drawing/2014/main" id="{200A84EF-18AC-497D-A274-6C104584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8" y="1196"/>
                <a:ext cx="19" cy="18"/>
              </a:xfrm>
              <a:prstGeom prst="ellipse">
                <a:avLst/>
              </a:prstGeom>
              <a:solidFill>
                <a:srgbClr val="236B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51" name="Oval 90">
                <a:extLst>
                  <a:ext uri="{FF2B5EF4-FFF2-40B4-BE49-F238E27FC236}">
                    <a16:creationId xmlns:a16="http://schemas.microsoft.com/office/drawing/2014/main" id="{6B5BF454-76B5-429D-978B-3A2CE332F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1210"/>
                <a:ext cx="10" cy="10"/>
              </a:xfrm>
              <a:prstGeom prst="ellipse">
                <a:avLst/>
              </a:prstGeom>
              <a:solidFill>
                <a:srgbClr val="236B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52" name="Oval 91">
                <a:extLst>
                  <a:ext uri="{FF2B5EF4-FFF2-40B4-BE49-F238E27FC236}">
                    <a16:creationId xmlns:a16="http://schemas.microsoft.com/office/drawing/2014/main" id="{4512F2E1-4C3E-4DB0-9C4A-4300E0CAC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1236"/>
                <a:ext cx="16" cy="16"/>
              </a:xfrm>
              <a:prstGeom prst="ellipse">
                <a:avLst/>
              </a:prstGeom>
              <a:solidFill>
                <a:srgbClr val="236B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53" name="Oval 92">
                <a:extLst>
                  <a:ext uri="{FF2B5EF4-FFF2-40B4-BE49-F238E27FC236}">
                    <a16:creationId xmlns:a16="http://schemas.microsoft.com/office/drawing/2014/main" id="{664A7C6C-AE9C-42B0-AC88-478E468A3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4" y="1258"/>
                <a:ext cx="15" cy="15"/>
              </a:xfrm>
              <a:prstGeom prst="ellipse">
                <a:avLst/>
              </a:prstGeom>
              <a:solidFill>
                <a:srgbClr val="236B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454" name="Freeform 93">
                <a:extLst>
                  <a:ext uri="{FF2B5EF4-FFF2-40B4-BE49-F238E27FC236}">
                    <a16:creationId xmlns:a16="http://schemas.microsoft.com/office/drawing/2014/main" id="{1C6E1BFD-742C-49D4-B71A-999B4B58F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177"/>
                <a:ext cx="405" cy="356"/>
              </a:xfrm>
              <a:custGeom>
                <a:avLst/>
                <a:gdLst>
                  <a:gd name="T0" fmla="*/ 55 w 304"/>
                  <a:gd name="T1" fmla="*/ 71 h 267"/>
                  <a:gd name="T2" fmla="*/ 76 w 304"/>
                  <a:gd name="T3" fmla="*/ 100 h 267"/>
                  <a:gd name="T4" fmla="*/ 123 w 304"/>
                  <a:gd name="T5" fmla="*/ 148 h 267"/>
                  <a:gd name="T6" fmla="*/ 169 w 304"/>
                  <a:gd name="T7" fmla="*/ 187 h 267"/>
                  <a:gd name="T8" fmla="*/ 229 w 304"/>
                  <a:gd name="T9" fmla="*/ 187 h 267"/>
                  <a:gd name="T10" fmla="*/ 289 w 304"/>
                  <a:gd name="T11" fmla="*/ 159 h 267"/>
                  <a:gd name="T12" fmla="*/ 346 w 304"/>
                  <a:gd name="T13" fmla="*/ 137 h 267"/>
                  <a:gd name="T14" fmla="*/ 333 w 304"/>
                  <a:gd name="T15" fmla="*/ 177 h 267"/>
                  <a:gd name="T16" fmla="*/ 298 w 304"/>
                  <a:gd name="T17" fmla="*/ 228 h 267"/>
                  <a:gd name="T18" fmla="*/ 362 w 304"/>
                  <a:gd name="T19" fmla="*/ 329 h 267"/>
                  <a:gd name="T20" fmla="*/ 392 w 304"/>
                  <a:gd name="T21" fmla="*/ 348 h 267"/>
                  <a:gd name="T22" fmla="*/ 413 w 304"/>
                  <a:gd name="T23" fmla="*/ 361 h 267"/>
                  <a:gd name="T24" fmla="*/ 421 w 304"/>
                  <a:gd name="T25" fmla="*/ 411 h 267"/>
                  <a:gd name="T26" fmla="*/ 504 w 304"/>
                  <a:gd name="T27" fmla="*/ 443 h 267"/>
                  <a:gd name="T28" fmla="*/ 629 w 304"/>
                  <a:gd name="T29" fmla="*/ 417 h 267"/>
                  <a:gd name="T30" fmla="*/ 695 w 304"/>
                  <a:gd name="T31" fmla="*/ 420 h 267"/>
                  <a:gd name="T32" fmla="*/ 710 w 304"/>
                  <a:gd name="T33" fmla="*/ 464 h 267"/>
                  <a:gd name="T34" fmla="*/ 655 w 304"/>
                  <a:gd name="T35" fmla="*/ 497 h 267"/>
                  <a:gd name="T36" fmla="*/ 568 w 304"/>
                  <a:gd name="T37" fmla="*/ 539 h 267"/>
                  <a:gd name="T38" fmla="*/ 504 w 304"/>
                  <a:gd name="T39" fmla="*/ 545 h 267"/>
                  <a:gd name="T40" fmla="*/ 469 w 304"/>
                  <a:gd name="T41" fmla="*/ 583 h 267"/>
                  <a:gd name="T42" fmla="*/ 342 w 304"/>
                  <a:gd name="T43" fmla="*/ 625 h 267"/>
                  <a:gd name="T44" fmla="*/ 220 w 304"/>
                  <a:gd name="T45" fmla="*/ 545 h 267"/>
                  <a:gd name="T46" fmla="*/ 155 w 304"/>
                  <a:gd name="T47" fmla="*/ 513 h 267"/>
                  <a:gd name="T48" fmla="*/ 123 w 304"/>
                  <a:gd name="T49" fmla="*/ 449 h 267"/>
                  <a:gd name="T50" fmla="*/ 108 w 304"/>
                  <a:gd name="T51" fmla="*/ 368 h 267"/>
                  <a:gd name="T52" fmla="*/ 91 w 304"/>
                  <a:gd name="T53" fmla="*/ 300 h 267"/>
                  <a:gd name="T54" fmla="*/ 59 w 304"/>
                  <a:gd name="T55" fmla="*/ 159 h 267"/>
                  <a:gd name="T56" fmla="*/ 28 w 304"/>
                  <a:gd name="T57" fmla="*/ 91 h 267"/>
                  <a:gd name="T58" fmla="*/ 1 w 304"/>
                  <a:gd name="T59" fmla="*/ 31 h 267"/>
                  <a:gd name="T60" fmla="*/ 23 w 304"/>
                  <a:gd name="T61" fmla="*/ 5 h 267"/>
                  <a:gd name="T62" fmla="*/ 55 w 304"/>
                  <a:gd name="T63" fmla="*/ 71 h 26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4" h="267">
                    <a:moveTo>
                      <a:pt x="23" y="30"/>
                    </a:moveTo>
                    <a:cubicBezTo>
                      <a:pt x="23" y="35"/>
                      <a:pt x="28" y="39"/>
                      <a:pt x="32" y="42"/>
                    </a:cubicBezTo>
                    <a:cubicBezTo>
                      <a:pt x="40" y="48"/>
                      <a:pt x="47" y="53"/>
                      <a:pt x="52" y="62"/>
                    </a:cubicBezTo>
                    <a:cubicBezTo>
                      <a:pt x="57" y="71"/>
                      <a:pt x="61" y="76"/>
                      <a:pt x="71" y="79"/>
                    </a:cubicBezTo>
                    <a:cubicBezTo>
                      <a:pt x="79" y="80"/>
                      <a:pt x="88" y="80"/>
                      <a:pt x="97" y="79"/>
                    </a:cubicBezTo>
                    <a:cubicBezTo>
                      <a:pt x="106" y="78"/>
                      <a:pt x="114" y="72"/>
                      <a:pt x="122" y="67"/>
                    </a:cubicBezTo>
                    <a:cubicBezTo>
                      <a:pt x="126" y="65"/>
                      <a:pt x="140" y="54"/>
                      <a:pt x="146" y="58"/>
                    </a:cubicBezTo>
                    <a:cubicBezTo>
                      <a:pt x="153" y="62"/>
                      <a:pt x="144" y="71"/>
                      <a:pt x="141" y="75"/>
                    </a:cubicBezTo>
                    <a:cubicBezTo>
                      <a:pt x="135" y="81"/>
                      <a:pt x="129" y="87"/>
                      <a:pt x="126" y="96"/>
                    </a:cubicBezTo>
                    <a:cubicBezTo>
                      <a:pt x="121" y="114"/>
                      <a:pt x="139" y="131"/>
                      <a:pt x="153" y="139"/>
                    </a:cubicBezTo>
                    <a:cubicBezTo>
                      <a:pt x="157" y="142"/>
                      <a:pt x="161" y="145"/>
                      <a:pt x="166" y="147"/>
                    </a:cubicBezTo>
                    <a:cubicBezTo>
                      <a:pt x="170" y="148"/>
                      <a:pt x="172" y="147"/>
                      <a:pt x="175" y="152"/>
                    </a:cubicBezTo>
                    <a:cubicBezTo>
                      <a:pt x="178" y="158"/>
                      <a:pt x="176" y="166"/>
                      <a:pt x="178" y="173"/>
                    </a:cubicBezTo>
                    <a:cubicBezTo>
                      <a:pt x="183" y="184"/>
                      <a:pt x="202" y="187"/>
                      <a:pt x="213" y="187"/>
                    </a:cubicBezTo>
                    <a:cubicBezTo>
                      <a:pt x="231" y="188"/>
                      <a:pt x="249" y="180"/>
                      <a:pt x="266" y="176"/>
                    </a:cubicBezTo>
                    <a:cubicBezTo>
                      <a:pt x="275" y="175"/>
                      <a:pt x="285" y="174"/>
                      <a:pt x="294" y="177"/>
                    </a:cubicBezTo>
                    <a:cubicBezTo>
                      <a:pt x="304" y="181"/>
                      <a:pt x="304" y="187"/>
                      <a:pt x="300" y="196"/>
                    </a:cubicBezTo>
                    <a:cubicBezTo>
                      <a:pt x="296" y="204"/>
                      <a:pt x="285" y="206"/>
                      <a:pt x="277" y="210"/>
                    </a:cubicBezTo>
                    <a:cubicBezTo>
                      <a:pt x="265" y="217"/>
                      <a:pt x="255" y="225"/>
                      <a:pt x="240" y="227"/>
                    </a:cubicBezTo>
                    <a:cubicBezTo>
                      <a:pt x="232" y="228"/>
                      <a:pt x="220" y="226"/>
                      <a:pt x="213" y="230"/>
                    </a:cubicBezTo>
                    <a:cubicBezTo>
                      <a:pt x="205" y="233"/>
                      <a:pt x="203" y="240"/>
                      <a:pt x="198" y="246"/>
                    </a:cubicBezTo>
                    <a:cubicBezTo>
                      <a:pt x="185" y="262"/>
                      <a:pt x="166" y="267"/>
                      <a:pt x="145" y="264"/>
                    </a:cubicBezTo>
                    <a:cubicBezTo>
                      <a:pt x="125" y="260"/>
                      <a:pt x="113" y="238"/>
                      <a:pt x="93" y="230"/>
                    </a:cubicBezTo>
                    <a:cubicBezTo>
                      <a:pt x="84" y="226"/>
                      <a:pt x="73" y="223"/>
                      <a:pt x="65" y="217"/>
                    </a:cubicBezTo>
                    <a:cubicBezTo>
                      <a:pt x="55" y="210"/>
                      <a:pt x="53" y="202"/>
                      <a:pt x="52" y="190"/>
                    </a:cubicBezTo>
                    <a:cubicBezTo>
                      <a:pt x="51" y="178"/>
                      <a:pt x="50" y="165"/>
                      <a:pt x="46" y="155"/>
                    </a:cubicBezTo>
                    <a:cubicBezTo>
                      <a:pt x="41" y="145"/>
                      <a:pt x="38" y="138"/>
                      <a:pt x="38" y="127"/>
                    </a:cubicBezTo>
                    <a:cubicBezTo>
                      <a:pt x="38" y="106"/>
                      <a:pt x="32" y="87"/>
                      <a:pt x="25" y="67"/>
                    </a:cubicBezTo>
                    <a:cubicBezTo>
                      <a:pt x="22" y="57"/>
                      <a:pt x="18" y="47"/>
                      <a:pt x="12" y="38"/>
                    </a:cubicBezTo>
                    <a:cubicBezTo>
                      <a:pt x="8" y="31"/>
                      <a:pt x="2" y="21"/>
                      <a:pt x="1" y="13"/>
                    </a:cubicBezTo>
                    <a:cubicBezTo>
                      <a:pt x="0" y="6"/>
                      <a:pt x="3" y="0"/>
                      <a:pt x="10" y="2"/>
                    </a:cubicBezTo>
                    <a:cubicBezTo>
                      <a:pt x="18" y="5"/>
                      <a:pt x="23" y="30"/>
                      <a:pt x="23" y="30"/>
                    </a:cubicBezTo>
                    <a:close/>
                  </a:path>
                </a:pathLst>
              </a:custGeom>
              <a:solidFill>
                <a:srgbClr val="CD8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5" name="Freeform 94">
                <a:extLst>
                  <a:ext uri="{FF2B5EF4-FFF2-40B4-BE49-F238E27FC236}">
                    <a16:creationId xmlns:a16="http://schemas.microsoft.com/office/drawing/2014/main" id="{10F3F37C-7A96-48C9-A6F9-EC45A29D7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169"/>
                <a:ext cx="393" cy="357"/>
              </a:xfrm>
              <a:custGeom>
                <a:avLst/>
                <a:gdLst>
                  <a:gd name="T0" fmla="*/ 52 w 295"/>
                  <a:gd name="T1" fmla="*/ 71 h 268"/>
                  <a:gd name="T2" fmla="*/ 73 w 295"/>
                  <a:gd name="T3" fmla="*/ 100 h 268"/>
                  <a:gd name="T4" fmla="*/ 119 w 295"/>
                  <a:gd name="T5" fmla="*/ 148 h 268"/>
                  <a:gd name="T6" fmla="*/ 161 w 295"/>
                  <a:gd name="T7" fmla="*/ 186 h 268"/>
                  <a:gd name="T8" fmla="*/ 220 w 295"/>
                  <a:gd name="T9" fmla="*/ 186 h 268"/>
                  <a:gd name="T10" fmla="*/ 278 w 295"/>
                  <a:gd name="T11" fmla="*/ 161 h 268"/>
                  <a:gd name="T12" fmla="*/ 333 w 295"/>
                  <a:gd name="T13" fmla="*/ 137 h 268"/>
                  <a:gd name="T14" fmla="*/ 321 w 295"/>
                  <a:gd name="T15" fmla="*/ 177 h 268"/>
                  <a:gd name="T16" fmla="*/ 289 w 295"/>
                  <a:gd name="T17" fmla="*/ 228 h 268"/>
                  <a:gd name="T18" fmla="*/ 349 w 295"/>
                  <a:gd name="T19" fmla="*/ 330 h 268"/>
                  <a:gd name="T20" fmla="*/ 378 w 295"/>
                  <a:gd name="T21" fmla="*/ 348 h 268"/>
                  <a:gd name="T22" fmla="*/ 400 w 295"/>
                  <a:gd name="T23" fmla="*/ 358 h 268"/>
                  <a:gd name="T24" fmla="*/ 408 w 295"/>
                  <a:gd name="T25" fmla="*/ 408 h 268"/>
                  <a:gd name="T26" fmla="*/ 486 w 295"/>
                  <a:gd name="T27" fmla="*/ 444 h 268"/>
                  <a:gd name="T28" fmla="*/ 610 w 295"/>
                  <a:gd name="T29" fmla="*/ 418 h 268"/>
                  <a:gd name="T30" fmla="*/ 674 w 295"/>
                  <a:gd name="T31" fmla="*/ 418 h 268"/>
                  <a:gd name="T32" fmla="*/ 685 w 295"/>
                  <a:gd name="T33" fmla="*/ 465 h 268"/>
                  <a:gd name="T34" fmla="*/ 634 w 295"/>
                  <a:gd name="T35" fmla="*/ 498 h 268"/>
                  <a:gd name="T36" fmla="*/ 550 w 295"/>
                  <a:gd name="T37" fmla="*/ 536 h 268"/>
                  <a:gd name="T38" fmla="*/ 486 w 295"/>
                  <a:gd name="T39" fmla="*/ 543 h 268"/>
                  <a:gd name="T40" fmla="*/ 450 w 295"/>
                  <a:gd name="T41" fmla="*/ 583 h 268"/>
                  <a:gd name="T42" fmla="*/ 333 w 295"/>
                  <a:gd name="T43" fmla="*/ 625 h 268"/>
                  <a:gd name="T44" fmla="*/ 213 w 295"/>
                  <a:gd name="T45" fmla="*/ 543 h 268"/>
                  <a:gd name="T46" fmla="*/ 148 w 295"/>
                  <a:gd name="T47" fmla="*/ 513 h 268"/>
                  <a:gd name="T48" fmla="*/ 119 w 295"/>
                  <a:gd name="T49" fmla="*/ 449 h 268"/>
                  <a:gd name="T50" fmla="*/ 105 w 295"/>
                  <a:gd name="T51" fmla="*/ 365 h 268"/>
                  <a:gd name="T52" fmla="*/ 85 w 295"/>
                  <a:gd name="T53" fmla="*/ 304 h 268"/>
                  <a:gd name="T54" fmla="*/ 57 w 295"/>
                  <a:gd name="T55" fmla="*/ 159 h 268"/>
                  <a:gd name="T56" fmla="*/ 27 w 295"/>
                  <a:gd name="T57" fmla="*/ 91 h 268"/>
                  <a:gd name="T58" fmla="*/ 1 w 295"/>
                  <a:gd name="T59" fmla="*/ 31 h 268"/>
                  <a:gd name="T60" fmla="*/ 21 w 295"/>
                  <a:gd name="T61" fmla="*/ 7 h 268"/>
                  <a:gd name="T62" fmla="*/ 52 w 295"/>
                  <a:gd name="T63" fmla="*/ 71 h 2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95" h="268">
                    <a:moveTo>
                      <a:pt x="22" y="30"/>
                    </a:moveTo>
                    <a:cubicBezTo>
                      <a:pt x="22" y="36"/>
                      <a:pt x="27" y="39"/>
                      <a:pt x="31" y="42"/>
                    </a:cubicBezTo>
                    <a:cubicBezTo>
                      <a:pt x="39" y="48"/>
                      <a:pt x="45" y="53"/>
                      <a:pt x="50" y="62"/>
                    </a:cubicBezTo>
                    <a:cubicBezTo>
                      <a:pt x="54" y="71"/>
                      <a:pt x="59" y="77"/>
                      <a:pt x="68" y="79"/>
                    </a:cubicBezTo>
                    <a:cubicBezTo>
                      <a:pt x="76" y="81"/>
                      <a:pt x="85" y="80"/>
                      <a:pt x="93" y="79"/>
                    </a:cubicBezTo>
                    <a:cubicBezTo>
                      <a:pt x="102" y="78"/>
                      <a:pt x="110" y="73"/>
                      <a:pt x="118" y="68"/>
                    </a:cubicBezTo>
                    <a:cubicBezTo>
                      <a:pt x="122" y="65"/>
                      <a:pt x="135" y="54"/>
                      <a:pt x="141" y="58"/>
                    </a:cubicBezTo>
                    <a:cubicBezTo>
                      <a:pt x="148" y="62"/>
                      <a:pt x="139" y="71"/>
                      <a:pt x="136" y="75"/>
                    </a:cubicBezTo>
                    <a:cubicBezTo>
                      <a:pt x="130" y="82"/>
                      <a:pt x="125" y="87"/>
                      <a:pt x="122" y="96"/>
                    </a:cubicBezTo>
                    <a:cubicBezTo>
                      <a:pt x="117" y="114"/>
                      <a:pt x="134" y="131"/>
                      <a:pt x="148" y="140"/>
                    </a:cubicBezTo>
                    <a:cubicBezTo>
                      <a:pt x="152" y="142"/>
                      <a:pt x="156" y="145"/>
                      <a:pt x="160" y="147"/>
                    </a:cubicBezTo>
                    <a:cubicBezTo>
                      <a:pt x="164" y="149"/>
                      <a:pt x="167" y="148"/>
                      <a:pt x="169" y="152"/>
                    </a:cubicBezTo>
                    <a:cubicBezTo>
                      <a:pt x="173" y="158"/>
                      <a:pt x="170" y="167"/>
                      <a:pt x="173" y="173"/>
                    </a:cubicBezTo>
                    <a:cubicBezTo>
                      <a:pt x="177" y="185"/>
                      <a:pt x="195" y="188"/>
                      <a:pt x="206" y="188"/>
                    </a:cubicBezTo>
                    <a:cubicBezTo>
                      <a:pt x="224" y="188"/>
                      <a:pt x="241" y="180"/>
                      <a:pt x="258" y="177"/>
                    </a:cubicBezTo>
                    <a:cubicBezTo>
                      <a:pt x="267" y="175"/>
                      <a:pt x="276" y="174"/>
                      <a:pt x="285" y="177"/>
                    </a:cubicBezTo>
                    <a:cubicBezTo>
                      <a:pt x="294" y="181"/>
                      <a:pt x="295" y="187"/>
                      <a:pt x="290" y="197"/>
                    </a:cubicBezTo>
                    <a:cubicBezTo>
                      <a:pt x="287" y="204"/>
                      <a:pt x="276" y="206"/>
                      <a:pt x="268" y="211"/>
                    </a:cubicBezTo>
                    <a:cubicBezTo>
                      <a:pt x="256" y="218"/>
                      <a:pt x="247" y="226"/>
                      <a:pt x="233" y="227"/>
                    </a:cubicBezTo>
                    <a:cubicBezTo>
                      <a:pt x="224" y="228"/>
                      <a:pt x="213" y="226"/>
                      <a:pt x="206" y="230"/>
                    </a:cubicBezTo>
                    <a:cubicBezTo>
                      <a:pt x="199" y="233"/>
                      <a:pt x="196" y="241"/>
                      <a:pt x="191" y="247"/>
                    </a:cubicBezTo>
                    <a:cubicBezTo>
                      <a:pt x="179" y="263"/>
                      <a:pt x="160" y="268"/>
                      <a:pt x="141" y="264"/>
                    </a:cubicBezTo>
                    <a:cubicBezTo>
                      <a:pt x="120" y="260"/>
                      <a:pt x="109" y="239"/>
                      <a:pt x="90" y="230"/>
                    </a:cubicBezTo>
                    <a:cubicBezTo>
                      <a:pt x="81" y="226"/>
                      <a:pt x="71" y="224"/>
                      <a:pt x="62" y="217"/>
                    </a:cubicBezTo>
                    <a:cubicBezTo>
                      <a:pt x="53" y="210"/>
                      <a:pt x="51" y="202"/>
                      <a:pt x="50" y="190"/>
                    </a:cubicBezTo>
                    <a:cubicBezTo>
                      <a:pt x="49" y="179"/>
                      <a:pt x="48" y="165"/>
                      <a:pt x="44" y="155"/>
                    </a:cubicBezTo>
                    <a:cubicBezTo>
                      <a:pt x="39" y="145"/>
                      <a:pt x="36" y="139"/>
                      <a:pt x="36" y="128"/>
                    </a:cubicBezTo>
                    <a:cubicBezTo>
                      <a:pt x="36" y="106"/>
                      <a:pt x="31" y="88"/>
                      <a:pt x="24" y="67"/>
                    </a:cubicBezTo>
                    <a:cubicBezTo>
                      <a:pt x="21" y="57"/>
                      <a:pt x="17" y="48"/>
                      <a:pt x="11" y="38"/>
                    </a:cubicBezTo>
                    <a:cubicBezTo>
                      <a:pt x="7" y="31"/>
                      <a:pt x="2" y="22"/>
                      <a:pt x="1" y="13"/>
                    </a:cubicBezTo>
                    <a:cubicBezTo>
                      <a:pt x="0" y="7"/>
                      <a:pt x="2" y="0"/>
                      <a:pt x="9" y="3"/>
                    </a:cubicBezTo>
                    <a:cubicBezTo>
                      <a:pt x="17" y="6"/>
                      <a:pt x="22" y="30"/>
                      <a:pt x="22" y="30"/>
                    </a:cubicBezTo>
                    <a:close/>
                  </a:path>
                </a:pathLst>
              </a:custGeom>
              <a:solidFill>
                <a:srgbClr val="ADD9F1"/>
              </a:solidFill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6" name="Freeform 95">
                <a:extLst>
                  <a:ext uri="{FF2B5EF4-FFF2-40B4-BE49-F238E27FC236}">
                    <a16:creationId xmlns:a16="http://schemas.microsoft.com/office/drawing/2014/main" id="{F3155C7B-A3BC-423D-B17D-4E2EE0435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342"/>
                <a:ext cx="119" cy="155"/>
              </a:xfrm>
              <a:custGeom>
                <a:avLst/>
                <a:gdLst>
                  <a:gd name="T0" fmla="*/ 49 w 90"/>
                  <a:gd name="T1" fmla="*/ 1 h 116"/>
                  <a:gd name="T2" fmla="*/ 33 w 90"/>
                  <a:gd name="T3" fmla="*/ 1 h 116"/>
                  <a:gd name="T4" fmla="*/ 16 w 90"/>
                  <a:gd name="T5" fmla="*/ 15 h 116"/>
                  <a:gd name="T6" fmla="*/ 26 w 90"/>
                  <a:gd name="T7" fmla="*/ 91 h 116"/>
                  <a:gd name="T8" fmla="*/ 79 w 90"/>
                  <a:gd name="T9" fmla="*/ 150 h 116"/>
                  <a:gd name="T10" fmla="*/ 83 w 90"/>
                  <a:gd name="T11" fmla="*/ 192 h 116"/>
                  <a:gd name="T12" fmla="*/ 91 w 90"/>
                  <a:gd name="T13" fmla="*/ 214 h 116"/>
                  <a:gd name="T14" fmla="*/ 115 w 90"/>
                  <a:gd name="T15" fmla="*/ 219 h 116"/>
                  <a:gd name="T16" fmla="*/ 136 w 90"/>
                  <a:gd name="T17" fmla="*/ 254 h 116"/>
                  <a:gd name="T18" fmla="*/ 164 w 90"/>
                  <a:gd name="T19" fmla="*/ 267 h 116"/>
                  <a:gd name="T20" fmla="*/ 179 w 90"/>
                  <a:gd name="T21" fmla="*/ 218 h 116"/>
                  <a:gd name="T22" fmla="*/ 192 w 90"/>
                  <a:gd name="T23" fmla="*/ 200 h 116"/>
                  <a:gd name="T24" fmla="*/ 202 w 90"/>
                  <a:gd name="T25" fmla="*/ 176 h 116"/>
                  <a:gd name="T26" fmla="*/ 196 w 90"/>
                  <a:gd name="T27" fmla="*/ 142 h 116"/>
                  <a:gd name="T28" fmla="*/ 156 w 90"/>
                  <a:gd name="T29" fmla="*/ 142 h 116"/>
                  <a:gd name="T30" fmla="*/ 110 w 90"/>
                  <a:gd name="T31" fmla="*/ 127 h 116"/>
                  <a:gd name="T32" fmla="*/ 83 w 90"/>
                  <a:gd name="T33" fmla="*/ 91 h 116"/>
                  <a:gd name="T34" fmla="*/ 79 w 90"/>
                  <a:gd name="T35" fmla="*/ 41 h 116"/>
                  <a:gd name="T36" fmla="*/ 49 w 90"/>
                  <a:gd name="T37" fmla="*/ 1 h 11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0" h="116">
                    <a:moveTo>
                      <a:pt x="21" y="1"/>
                    </a:moveTo>
                    <a:cubicBezTo>
                      <a:pt x="18" y="0"/>
                      <a:pt x="16" y="1"/>
                      <a:pt x="14" y="1"/>
                    </a:cubicBezTo>
                    <a:cubicBezTo>
                      <a:pt x="11" y="2"/>
                      <a:pt x="9" y="3"/>
                      <a:pt x="7" y="6"/>
                    </a:cubicBezTo>
                    <a:cubicBezTo>
                      <a:pt x="0" y="15"/>
                      <a:pt x="6" y="29"/>
                      <a:pt x="11" y="38"/>
                    </a:cubicBezTo>
                    <a:cubicBezTo>
                      <a:pt x="17" y="48"/>
                      <a:pt x="30" y="51"/>
                      <a:pt x="34" y="63"/>
                    </a:cubicBezTo>
                    <a:cubicBezTo>
                      <a:pt x="37" y="69"/>
                      <a:pt x="37" y="74"/>
                      <a:pt x="36" y="81"/>
                    </a:cubicBezTo>
                    <a:cubicBezTo>
                      <a:pt x="35" y="85"/>
                      <a:pt x="35" y="89"/>
                      <a:pt x="39" y="90"/>
                    </a:cubicBezTo>
                    <a:cubicBezTo>
                      <a:pt x="42" y="91"/>
                      <a:pt x="46" y="90"/>
                      <a:pt x="50" y="92"/>
                    </a:cubicBezTo>
                    <a:cubicBezTo>
                      <a:pt x="54" y="94"/>
                      <a:pt x="56" y="102"/>
                      <a:pt x="59" y="106"/>
                    </a:cubicBezTo>
                    <a:cubicBezTo>
                      <a:pt x="62" y="110"/>
                      <a:pt x="67" y="116"/>
                      <a:pt x="71" y="112"/>
                    </a:cubicBezTo>
                    <a:cubicBezTo>
                      <a:pt x="77" y="105"/>
                      <a:pt x="75" y="98"/>
                      <a:pt x="77" y="91"/>
                    </a:cubicBezTo>
                    <a:cubicBezTo>
                      <a:pt x="79" y="87"/>
                      <a:pt x="80" y="86"/>
                      <a:pt x="83" y="84"/>
                    </a:cubicBezTo>
                    <a:cubicBezTo>
                      <a:pt x="86" y="81"/>
                      <a:pt x="87" y="78"/>
                      <a:pt x="88" y="74"/>
                    </a:cubicBezTo>
                    <a:cubicBezTo>
                      <a:pt x="90" y="69"/>
                      <a:pt x="90" y="62"/>
                      <a:pt x="85" y="59"/>
                    </a:cubicBezTo>
                    <a:cubicBezTo>
                      <a:pt x="80" y="56"/>
                      <a:pt x="72" y="59"/>
                      <a:pt x="67" y="59"/>
                    </a:cubicBezTo>
                    <a:cubicBezTo>
                      <a:pt x="60" y="59"/>
                      <a:pt x="54" y="58"/>
                      <a:pt x="48" y="53"/>
                    </a:cubicBezTo>
                    <a:cubicBezTo>
                      <a:pt x="43" y="49"/>
                      <a:pt x="39" y="43"/>
                      <a:pt x="36" y="38"/>
                    </a:cubicBezTo>
                    <a:cubicBezTo>
                      <a:pt x="32" y="32"/>
                      <a:pt x="36" y="23"/>
                      <a:pt x="34" y="17"/>
                    </a:cubicBezTo>
                    <a:cubicBezTo>
                      <a:pt x="34" y="17"/>
                      <a:pt x="31" y="5"/>
                      <a:pt x="21" y="1"/>
                    </a:cubicBezTo>
                    <a:close/>
                  </a:path>
                </a:pathLst>
              </a:custGeom>
              <a:solidFill>
                <a:srgbClr val="6991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7" name="Freeform 96">
                <a:extLst>
                  <a:ext uri="{FF2B5EF4-FFF2-40B4-BE49-F238E27FC236}">
                    <a16:creationId xmlns:a16="http://schemas.microsoft.com/office/drawing/2014/main" id="{4845FCEC-05DA-4FBC-AEA7-97A4ACC95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765"/>
                <a:ext cx="276" cy="221"/>
              </a:xfrm>
              <a:custGeom>
                <a:avLst/>
                <a:gdLst>
                  <a:gd name="T0" fmla="*/ 43 w 207"/>
                  <a:gd name="T1" fmla="*/ 48 h 166"/>
                  <a:gd name="T2" fmla="*/ 7 w 207"/>
                  <a:gd name="T3" fmla="*/ 149 h 166"/>
                  <a:gd name="T4" fmla="*/ 156 w 207"/>
                  <a:gd name="T5" fmla="*/ 288 h 166"/>
                  <a:gd name="T6" fmla="*/ 325 w 207"/>
                  <a:gd name="T7" fmla="*/ 378 h 166"/>
                  <a:gd name="T8" fmla="*/ 489 w 207"/>
                  <a:gd name="T9" fmla="*/ 234 h 166"/>
                  <a:gd name="T10" fmla="*/ 453 w 207"/>
                  <a:gd name="T11" fmla="*/ 122 h 166"/>
                  <a:gd name="T12" fmla="*/ 379 w 207"/>
                  <a:gd name="T13" fmla="*/ 55 h 166"/>
                  <a:gd name="T14" fmla="*/ 289 w 207"/>
                  <a:gd name="T15" fmla="*/ 15 h 166"/>
                  <a:gd name="T16" fmla="*/ 149 w 207"/>
                  <a:gd name="T17" fmla="*/ 7 h 166"/>
                  <a:gd name="T18" fmla="*/ 43 w 207"/>
                  <a:gd name="T19" fmla="*/ 48 h 1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7" h="166">
                    <a:moveTo>
                      <a:pt x="18" y="20"/>
                    </a:moveTo>
                    <a:cubicBezTo>
                      <a:pt x="7" y="31"/>
                      <a:pt x="0" y="48"/>
                      <a:pt x="3" y="63"/>
                    </a:cubicBezTo>
                    <a:cubicBezTo>
                      <a:pt x="8" y="98"/>
                      <a:pt x="37" y="111"/>
                      <a:pt x="66" y="122"/>
                    </a:cubicBezTo>
                    <a:cubicBezTo>
                      <a:pt x="92" y="131"/>
                      <a:pt x="109" y="156"/>
                      <a:pt x="137" y="160"/>
                    </a:cubicBezTo>
                    <a:cubicBezTo>
                      <a:pt x="176" y="166"/>
                      <a:pt x="204" y="136"/>
                      <a:pt x="206" y="99"/>
                    </a:cubicBezTo>
                    <a:cubicBezTo>
                      <a:pt x="207" y="81"/>
                      <a:pt x="199" y="68"/>
                      <a:pt x="191" y="52"/>
                    </a:cubicBezTo>
                    <a:cubicBezTo>
                      <a:pt x="184" y="40"/>
                      <a:pt x="172" y="30"/>
                      <a:pt x="160" y="23"/>
                    </a:cubicBezTo>
                    <a:cubicBezTo>
                      <a:pt x="148" y="16"/>
                      <a:pt x="135" y="10"/>
                      <a:pt x="122" y="6"/>
                    </a:cubicBezTo>
                    <a:cubicBezTo>
                      <a:pt x="103" y="0"/>
                      <a:pt x="83" y="1"/>
                      <a:pt x="63" y="3"/>
                    </a:cubicBezTo>
                    <a:cubicBezTo>
                      <a:pt x="63" y="3"/>
                      <a:pt x="33" y="4"/>
                      <a:pt x="18" y="20"/>
                    </a:cubicBezTo>
                    <a:close/>
                  </a:path>
                </a:pathLst>
              </a:custGeom>
              <a:solidFill>
                <a:srgbClr val="CD8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8" name="Freeform 97">
                <a:extLst>
                  <a:ext uri="{FF2B5EF4-FFF2-40B4-BE49-F238E27FC236}">
                    <a16:creationId xmlns:a16="http://schemas.microsoft.com/office/drawing/2014/main" id="{63C66F63-5C39-482D-9EBD-1BA0C5DCA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1759"/>
                <a:ext cx="275" cy="223"/>
              </a:xfrm>
              <a:custGeom>
                <a:avLst/>
                <a:gdLst>
                  <a:gd name="T0" fmla="*/ 41 w 206"/>
                  <a:gd name="T1" fmla="*/ 48 h 167"/>
                  <a:gd name="T2" fmla="*/ 5 w 206"/>
                  <a:gd name="T3" fmla="*/ 152 h 167"/>
                  <a:gd name="T4" fmla="*/ 156 w 206"/>
                  <a:gd name="T5" fmla="*/ 291 h 167"/>
                  <a:gd name="T6" fmla="*/ 326 w 206"/>
                  <a:gd name="T7" fmla="*/ 383 h 167"/>
                  <a:gd name="T8" fmla="*/ 489 w 206"/>
                  <a:gd name="T9" fmla="*/ 239 h 167"/>
                  <a:gd name="T10" fmla="*/ 453 w 206"/>
                  <a:gd name="T11" fmla="*/ 127 h 167"/>
                  <a:gd name="T12" fmla="*/ 378 w 206"/>
                  <a:gd name="T13" fmla="*/ 57 h 167"/>
                  <a:gd name="T14" fmla="*/ 288 w 206"/>
                  <a:gd name="T15" fmla="*/ 15 h 167"/>
                  <a:gd name="T16" fmla="*/ 150 w 206"/>
                  <a:gd name="T17" fmla="*/ 9 h 167"/>
                  <a:gd name="T18" fmla="*/ 41 w 206"/>
                  <a:gd name="T19" fmla="*/ 48 h 1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6" h="167">
                    <a:moveTo>
                      <a:pt x="17" y="20"/>
                    </a:moveTo>
                    <a:cubicBezTo>
                      <a:pt x="6" y="32"/>
                      <a:pt x="0" y="49"/>
                      <a:pt x="2" y="64"/>
                    </a:cubicBezTo>
                    <a:cubicBezTo>
                      <a:pt x="8" y="98"/>
                      <a:pt x="37" y="112"/>
                      <a:pt x="66" y="122"/>
                    </a:cubicBezTo>
                    <a:cubicBezTo>
                      <a:pt x="91" y="132"/>
                      <a:pt x="109" y="156"/>
                      <a:pt x="137" y="161"/>
                    </a:cubicBezTo>
                    <a:cubicBezTo>
                      <a:pt x="175" y="167"/>
                      <a:pt x="204" y="137"/>
                      <a:pt x="205" y="100"/>
                    </a:cubicBezTo>
                    <a:cubicBezTo>
                      <a:pt x="206" y="82"/>
                      <a:pt x="199" y="68"/>
                      <a:pt x="190" y="53"/>
                    </a:cubicBezTo>
                    <a:cubicBezTo>
                      <a:pt x="183" y="40"/>
                      <a:pt x="172" y="31"/>
                      <a:pt x="159" y="24"/>
                    </a:cubicBezTo>
                    <a:cubicBezTo>
                      <a:pt x="147" y="17"/>
                      <a:pt x="134" y="11"/>
                      <a:pt x="121" y="6"/>
                    </a:cubicBezTo>
                    <a:cubicBezTo>
                      <a:pt x="102" y="0"/>
                      <a:pt x="82" y="1"/>
                      <a:pt x="63" y="4"/>
                    </a:cubicBezTo>
                    <a:cubicBezTo>
                      <a:pt x="63" y="4"/>
                      <a:pt x="32" y="5"/>
                      <a:pt x="17" y="20"/>
                    </a:cubicBezTo>
                    <a:close/>
                  </a:path>
                </a:pathLst>
              </a:custGeom>
              <a:solidFill>
                <a:srgbClr val="E3694A"/>
              </a:solidFill>
              <a:ln w="7938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9" name="Freeform 98">
                <a:extLst>
                  <a:ext uri="{FF2B5EF4-FFF2-40B4-BE49-F238E27FC236}">
                    <a16:creationId xmlns:a16="http://schemas.microsoft.com/office/drawing/2014/main" id="{AA9A5E5F-C0C5-4499-A870-39F7CC7A3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1771"/>
                <a:ext cx="128" cy="115"/>
              </a:xfrm>
              <a:custGeom>
                <a:avLst/>
                <a:gdLst>
                  <a:gd name="T0" fmla="*/ 223 w 96"/>
                  <a:gd name="T1" fmla="*/ 41 h 86"/>
                  <a:gd name="T2" fmla="*/ 69 w 96"/>
                  <a:gd name="T3" fmla="*/ 37 h 86"/>
                  <a:gd name="T4" fmla="*/ 44 w 96"/>
                  <a:gd name="T5" fmla="*/ 179 h 86"/>
                  <a:gd name="T6" fmla="*/ 148 w 96"/>
                  <a:gd name="T7" fmla="*/ 127 h 86"/>
                  <a:gd name="T8" fmla="*/ 223 w 96"/>
                  <a:gd name="T9" fmla="*/ 41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86">
                    <a:moveTo>
                      <a:pt x="94" y="17"/>
                    </a:moveTo>
                    <a:cubicBezTo>
                      <a:pt x="92" y="5"/>
                      <a:pt x="51" y="0"/>
                      <a:pt x="29" y="16"/>
                    </a:cubicBezTo>
                    <a:cubicBezTo>
                      <a:pt x="14" y="28"/>
                      <a:pt x="0" y="63"/>
                      <a:pt x="19" y="75"/>
                    </a:cubicBezTo>
                    <a:cubicBezTo>
                      <a:pt x="37" y="86"/>
                      <a:pt x="41" y="75"/>
                      <a:pt x="62" y="53"/>
                    </a:cubicBezTo>
                    <a:cubicBezTo>
                      <a:pt x="83" y="30"/>
                      <a:pt x="96" y="30"/>
                      <a:pt x="94" y="17"/>
                    </a:cubicBezTo>
                    <a:close/>
                  </a:path>
                </a:pathLst>
              </a:custGeom>
              <a:solidFill>
                <a:srgbClr val="D64A30"/>
              </a:solidFill>
              <a:ln w="7938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0" name="Freeform 99">
                <a:extLst>
                  <a:ext uri="{FF2B5EF4-FFF2-40B4-BE49-F238E27FC236}">
                    <a16:creationId xmlns:a16="http://schemas.microsoft.com/office/drawing/2014/main" id="{CFC07813-7EA5-4413-88BD-EFED1397B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798"/>
                <a:ext cx="166" cy="173"/>
              </a:xfrm>
              <a:custGeom>
                <a:avLst/>
                <a:gdLst>
                  <a:gd name="T0" fmla="*/ 0 w 125"/>
                  <a:gd name="T1" fmla="*/ 229 h 130"/>
                  <a:gd name="T2" fmla="*/ 215 w 125"/>
                  <a:gd name="T3" fmla="*/ 216 h 130"/>
                  <a:gd name="T4" fmla="*/ 96 w 125"/>
                  <a:gd name="T5" fmla="*/ 0 h 130"/>
                  <a:gd name="T6" fmla="*/ 86 w 125"/>
                  <a:gd name="T7" fmla="*/ 0 h 130"/>
                  <a:gd name="T8" fmla="*/ 49 w 125"/>
                  <a:gd name="T9" fmla="*/ 76 h 130"/>
                  <a:gd name="T10" fmla="*/ 0 w 125"/>
                  <a:gd name="T11" fmla="*/ 229 h 1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130">
                    <a:moveTo>
                      <a:pt x="0" y="97"/>
                    </a:moveTo>
                    <a:cubicBezTo>
                      <a:pt x="25" y="109"/>
                      <a:pt x="65" y="130"/>
                      <a:pt x="92" y="92"/>
                    </a:cubicBezTo>
                    <a:cubicBezTo>
                      <a:pt x="125" y="46"/>
                      <a:pt x="62" y="3"/>
                      <a:pt x="41" y="0"/>
                    </a:cubicBezTo>
                    <a:cubicBezTo>
                      <a:pt x="40" y="0"/>
                      <a:pt x="38" y="0"/>
                      <a:pt x="37" y="0"/>
                    </a:cubicBezTo>
                    <a:cubicBezTo>
                      <a:pt x="37" y="0"/>
                      <a:pt x="25" y="13"/>
                      <a:pt x="21" y="32"/>
                    </a:cubicBezTo>
                    <a:cubicBezTo>
                      <a:pt x="18" y="51"/>
                      <a:pt x="7" y="86"/>
                      <a:pt x="0" y="97"/>
                    </a:cubicBezTo>
                    <a:close/>
                  </a:path>
                </a:pathLst>
              </a:custGeom>
              <a:solidFill>
                <a:srgbClr val="D64A30"/>
              </a:solidFill>
              <a:ln w="7938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1" name="Freeform 100">
                <a:extLst>
                  <a:ext uri="{FF2B5EF4-FFF2-40B4-BE49-F238E27FC236}">
                    <a16:creationId xmlns:a16="http://schemas.microsoft.com/office/drawing/2014/main" id="{8C4226B8-98CB-4E67-A400-324E5EC31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943"/>
                <a:ext cx="243" cy="329"/>
              </a:xfrm>
              <a:custGeom>
                <a:avLst/>
                <a:gdLst>
                  <a:gd name="T0" fmla="*/ 108 w 182"/>
                  <a:gd name="T1" fmla="*/ 55 h 247"/>
                  <a:gd name="T2" fmla="*/ 44 w 182"/>
                  <a:gd name="T3" fmla="*/ 293 h 247"/>
                  <a:gd name="T4" fmla="*/ 267 w 182"/>
                  <a:gd name="T5" fmla="*/ 554 h 247"/>
                  <a:gd name="T6" fmla="*/ 425 w 182"/>
                  <a:gd name="T7" fmla="*/ 250 h 247"/>
                  <a:gd name="T8" fmla="*/ 228 w 182"/>
                  <a:gd name="T9" fmla="*/ 21 h 247"/>
                  <a:gd name="T10" fmla="*/ 254 w 182"/>
                  <a:gd name="T11" fmla="*/ 69 h 247"/>
                  <a:gd name="T12" fmla="*/ 382 w 182"/>
                  <a:gd name="T13" fmla="*/ 208 h 247"/>
                  <a:gd name="T14" fmla="*/ 334 w 182"/>
                  <a:gd name="T15" fmla="*/ 454 h 247"/>
                  <a:gd name="T16" fmla="*/ 339 w 182"/>
                  <a:gd name="T17" fmla="*/ 151 h 247"/>
                  <a:gd name="T18" fmla="*/ 108 w 182"/>
                  <a:gd name="T19" fmla="*/ 55 h 2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2" h="247">
                    <a:moveTo>
                      <a:pt x="46" y="23"/>
                    </a:moveTo>
                    <a:cubicBezTo>
                      <a:pt x="27" y="29"/>
                      <a:pt x="0" y="94"/>
                      <a:pt x="19" y="124"/>
                    </a:cubicBezTo>
                    <a:cubicBezTo>
                      <a:pt x="38" y="153"/>
                      <a:pt x="63" y="247"/>
                      <a:pt x="112" y="234"/>
                    </a:cubicBezTo>
                    <a:cubicBezTo>
                      <a:pt x="161" y="221"/>
                      <a:pt x="182" y="149"/>
                      <a:pt x="178" y="106"/>
                    </a:cubicBezTo>
                    <a:cubicBezTo>
                      <a:pt x="175" y="63"/>
                      <a:pt x="130" y="0"/>
                      <a:pt x="96" y="9"/>
                    </a:cubicBezTo>
                    <a:cubicBezTo>
                      <a:pt x="79" y="14"/>
                      <a:pt x="88" y="19"/>
                      <a:pt x="106" y="29"/>
                    </a:cubicBezTo>
                    <a:cubicBezTo>
                      <a:pt x="106" y="29"/>
                      <a:pt x="146" y="38"/>
                      <a:pt x="160" y="88"/>
                    </a:cubicBezTo>
                    <a:cubicBezTo>
                      <a:pt x="173" y="139"/>
                      <a:pt x="154" y="199"/>
                      <a:pt x="140" y="192"/>
                    </a:cubicBezTo>
                    <a:cubicBezTo>
                      <a:pt x="126" y="184"/>
                      <a:pt x="181" y="109"/>
                      <a:pt x="142" y="64"/>
                    </a:cubicBezTo>
                    <a:cubicBezTo>
                      <a:pt x="103" y="19"/>
                      <a:pt x="82" y="13"/>
                      <a:pt x="46" y="23"/>
                    </a:cubicBezTo>
                    <a:close/>
                  </a:path>
                </a:pathLst>
              </a:custGeom>
              <a:solidFill>
                <a:srgbClr val="CD8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2" name="Freeform 101">
                <a:extLst>
                  <a:ext uri="{FF2B5EF4-FFF2-40B4-BE49-F238E27FC236}">
                    <a16:creationId xmlns:a16="http://schemas.microsoft.com/office/drawing/2014/main" id="{89FA0DAB-2AAA-4485-8B8A-DC93A08D6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1937"/>
                <a:ext cx="243" cy="329"/>
              </a:xfrm>
              <a:custGeom>
                <a:avLst/>
                <a:gdLst>
                  <a:gd name="T0" fmla="*/ 108 w 182"/>
                  <a:gd name="T1" fmla="*/ 55 h 247"/>
                  <a:gd name="T2" fmla="*/ 43 w 182"/>
                  <a:gd name="T3" fmla="*/ 293 h 247"/>
                  <a:gd name="T4" fmla="*/ 264 w 182"/>
                  <a:gd name="T5" fmla="*/ 554 h 247"/>
                  <a:gd name="T6" fmla="*/ 425 w 182"/>
                  <a:gd name="T7" fmla="*/ 250 h 247"/>
                  <a:gd name="T8" fmla="*/ 227 w 182"/>
                  <a:gd name="T9" fmla="*/ 21 h 247"/>
                  <a:gd name="T10" fmla="*/ 250 w 182"/>
                  <a:gd name="T11" fmla="*/ 71 h 247"/>
                  <a:gd name="T12" fmla="*/ 378 w 182"/>
                  <a:gd name="T13" fmla="*/ 208 h 247"/>
                  <a:gd name="T14" fmla="*/ 350 w 182"/>
                  <a:gd name="T15" fmla="*/ 456 h 247"/>
                  <a:gd name="T16" fmla="*/ 339 w 182"/>
                  <a:gd name="T17" fmla="*/ 151 h 247"/>
                  <a:gd name="T18" fmla="*/ 108 w 182"/>
                  <a:gd name="T19" fmla="*/ 55 h 2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2" h="247">
                    <a:moveTo>
                      <a:pt x="46" y="23"/>
                    </a:moveTo>
                    <a:cubicBezTo>
                      <a:pt x="27" y="29"/>
                      <a:pt x="0" y="94"/>
                      <a:pt x="18" y="124"/>
                    </a:cubicBezTo>
                    <a:cubicBezTo>
                      <a:pt x="37" y="153"/>
                      <a:pt x="62" y="247"/>
                      <a:pt x="111" y="234"/>
                    </a:cubicBezTo>
                    <a:cubicBezTo>
                      <a:pt x="160" y="221"/>
                      <a:pt x="182" y="149"/>
                      <a:pt x="178" y="106"/>
                    </a:cubicBezTo>
                    <a:cubicBezTo>
                      <a:pt x="174" y="63"/>
                      <a:pt x="130" y="0"/>
                      <a:pt x="95" y="9"/>
                    </a:cubicBezTo>
                    <a:cubicBezTo>
                      <a:pt x="78" y="14"/>
                      <a:pt x="87" y="19"/>
                      <a:pt x="105" y="30"/>
                    </a:cubicBezTo>
                    <a:cubicBezTo>
                      <a:pt x="105" y="30"/>
                      <a:pt x="145" y="38"/>
                      <a:pt x="159" y="88"/>
                    </a:cubicBezTo>
                    <a:cubicBezTo>
                      <a:pt x="173" y="139"/>
                      <a:pt x="160" y="200"/>
                      <a:pt x="147" y="193"/>
                    </a:cubicBezTo>
                    <a:cubicBezTo>
                      <a:pt x="133" y="185"/>
                      <a:pt x="181" y="110"/>
                      <a:pt x="142" y="64"/>
                    </a:cubicBezTo>
                    <a:cubicBezTo>
                      <a:pt x="102" y="19"/>
                      <a:pt x="81" y="13"/>
                      <a:pt x="46" y="23"/>
                    </a:cubicBezTo>
                    <a:close/>
                  </a:path>
                </a:pathLst>
              </a:custGeom>
              <a:solidFill>
                <a:srgbClr val="F4C563"/>
              </a:solidFill>
              <a:ln w="7938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3" name="Freeform 102">
                <a:extLst>
                  <a:ext uri="{FF2B5EF4-FFF2-40B4-BE49-F238E27FC236}">
                    <a16:creationId xmlns:a16="http://schemas.microsoft.com/office/drawing/2014/main" id="{B8BF7DC2-B319-48FE-8387-2EF217875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599"/>
                <a:ext cx="200" cy="266"/>
              </a:xfrm>
              <a:custGeom>
                <a:avLst/>
                <a:gdLst>
                  <a:gd name="T0" fmla="*/ 79 w 150"/>
                  <a:gd name="T1" fmla="*/ 343 h 200"/>
                  <a:gd name="T2" fmla="*/ 215 w 150"/>
                  <a:gd name="T3" fmla="*/ 471 h 200"/>
                  <a:gd name="T4" fmla="*/ 272 w 150"/>
                  <a:gd name="T5" fmla="*/ 408 h 200"/>
                  <a:gd name="T6" fmla="*/ 327 w 150"/>
                  <a:gd name="T7" fmla="*/ 327 h 200"/>
                  <a:gd name="T8" fmla="*/ 215 w 150"/>
                  <a:gd name="T9" fmla="*/ 209 h 200"/>
                  <a:gd name="T10" fmla="*/ 151 w 150"/>
                  <a:gd name="T11" fmla="*/ 112 h 200"/>
                  <a:gd name="T12" fmla="*/ 100 w 150"/>
                  <a:gd name="T13" fmla="*/ 5 h 200"/>
                  <a:gd name="T14" fmla="*/ 52 w 150"/>
                  <a:gd name="T15" fmla="*/ 37 h 200"/>
                  <a:gd name="T16" fmla="*/ 27 w 150"/>
                  <a:gd name="T17" fmla="*/ 134 h 200"/>
                  <a:gd name="T18" fmla="*/ 69 w 150"/>
                  <a:gd name="T19" fmla="*/ 209 h 200"/>
                  <a:gd name="T20" fmla="*/ 79 w 150"/>
                  <a:gd name="T21" fmla="*/ 343 h 2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0" h="200">
                    <a:moveTo>
                      <a:pt x="33" y="146"/>
                    </a:moveTo>
                    <a:cubicBezTo>
                      <a:pt x="33" y="146"/>
                      <a:pt x="83" y="190"/>
                      <a:pt x="91" y="200"/>
                    </a:cubicBezTo>
                    <a:cubicBezTo>
                      <a:pt x="91" y="200"/>
                      <a:pt x="103" y="183"/>
                      <a:pt x="115" y="174"/>
                    </a:cubicBezTo>
                    <a:cubicBezTo>
                      <a:pt x="128" y="166"/>
                      <a:pt x="150" y="160"/>
                      <a:pt x="138" y="139"/>
                    </a:cubicBezTo>
                    <a:cubicBezTo>
                      <a:pt x="126" y="119"/>
                      <a:pt x="103" y="104"/>
                      <a:pt x="91" y="89"/>
                    </a:cubicBezTo>
                    <a:cubicBezTo>
                      <a:pt x="79" y="75"/>
                      <a:pt x="69" y="63"/>
                      <a:pt x="64" y="47"/>
                    </a:cubicBezTo>
                    <a:cubicBezTo>
                      <a:pt x="58" y="31"/>
                      <a:pt x="51" y="3"/>
                      <a:pt x="42" y="2"/>
                    </a:cubicBezTo>
                    <a:cubicBezTo>
                      <a:pt x="32" y="0"/>
                      <a:pt x="26" y="3"/>
                      <a:pt x="22" y="16"/>
                    </a:cubicBezTo>
                    <a:cubicBezTo>
                      <a:pt x="18" y="29"/>
                      <a:pt x="0" y="45"/>
                      <a:pt x="11" y="57"/>
                    </a:cubicBezTo>
                    <a:cubicBezTo>
                      <a:pt x="22" y="69"/>
                      <a:pt x="25" y="78"/>
                      <a:pt x="29" y="89"/>
                    </a:cubicBezTo>
                    <a:cubicBezTo>
                      <a:pt x="34" y="101"/>
                      <a:pt x="33" y="146"/>
                      <a:pt x="33" y="146"/>
                    </a:cubicBezTo>
                    <a:close/>
                  </a:path>
                </a:pathLst>
              </a:custGeom>
              <a:solidFill>
                <a:srgbClr val="E094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4" name="Freeform 103">
                <a:extLst>
                  <a:ext uri="{FF2B5EF4-FFF2-40B4-BE49-F238E27FC236}">
                    <a16:creationId xmlns:a16="http://schemas.microsoft.com/office/drawing/2014/main" id="{5F49D102-9882-45FB-BA97-2092440D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603"/>
                <a:ext cx="137" cy="172"/>
              </a:xfrm>
              <a:custGeom>
                <a:avLst/>
                <a:gdLst>
                  <a:gd name="T0" fmla="*/ 21 w 103"/>
                  <a:gd name="T1" fmla="*/ 0 h 129"/>
                  <a:gd name="T2" fmla="*/ 129 w 103"/>
                  <a:gd name="T3" fmla="*/ 63 h 129"/>
                  <a:gd name="T4" fmla="*/ 221 w 103"/>
                  <a:gd name="T5" fmla="*/ 165 h 129"/>
                  <a:gd name="T6" fmla="*/ 242 w 103"/>
                  <a:gd name="T7" fmla="*/ 305 h 129"/>
                  <a:gd name="T8" fmla="*/ 0 w 103"/>
                  <a:gd name="T9" fmla="*/ 127 h 129"/>
                  <a:gd name="T10" fmla="*/ 21 w 103"/>
                  <a:gd name="T11" fmla="*/ 0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129">
                    <a:moveTo>
                      <a:pt x="9" y="0"/>
                    </a:moveTo>
                    <a:cubicBezTo>
                      <a:pt x="9" y="0"/>
                      <a:pt x="42" y="17"/>
                      <a:pt x="55" y="26"/>
                    </a:cubicBezTo>
                    <a:cubicBezTo>
                      <a:pt x="68" y="36"/>
                      <a:pt x="85" y="43"/>
                      <a:pt x="94" y="70"/>
                    </a:cubicBezTo>
                    <a:cubicBezTo>
                      <a:pt x="103" y="96"/>
                      <a:pt x="103" y="129"/>
                      <a:pt x="103" y="129"/>
                    </a:cubicBezTo>
                    <a:cubicBezTo>
                      <a:pt x="103" y="129"/>
                      <a:pt x="29" y="74"/>
                      <a:pt x="0" y="53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E094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5" name="Freeform 104">
                <a:extLst>
                  <a:ext uri="{FF2B5EF4-FFF2-40B4-BE49-F238E27FC236}">
                    <a16:creationId xmlns:a16="http://schemas.microsoft.com/office/drawing/2014/main" id="{C41DEDA0-6363-46DF-B8CC-A0BD7E99F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832"/>
                <a:ext cx="108" cy="178"/>
              </a:xfrm>
              <a:custGeom>
                <a:avLst/>
                <a:gdLst>
                  <a:gd name="T0" fmla="*/ 0 w 81"/>
                  <a:gd name="T1" fmla="*/ 93 h 134"/>
                  <a:gd name="T2" fmla="*/ 192 w 81"/>
                  <a:gd name="T3" fmla="*/ 313 h 134"/>
                  <a:gd name="T4" fmla="*/ 192 w 81"/>
                  <a:gd name="T5" fmla="*/ 85 h 134"/>
                  <a:gd name="T6" fmla="*/ 144 w 81"/>
                  <a:gd name="T7" fmla="*/ 49 h 134"/>
                  <a:gd name="T8" fmla="*/ 76 w 81"/>
                  <a:gd name="T9" fmla="*/ 27 h 134"/>
                  <a:gd name="T10" fmla="*/ 0 w 81"/>
                  <a:gd name="T11" fmla="*/ 93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134">
                    <a:moveTo>
                      <a:pt x="0" y="40"/>
                    </a:moveTo>
                    <a:cubicBezTo>
                      <a:pt x="0" y="40"/>
                      <a:pt x="72" y="116"/>
                      <a:pt x="81" y="134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1" y="36"/>
                      <a:pt x="71" y="32"/>
                      <a:pt x="61" y="21"/>
                    </a:cubicBezTo>
                    <a:cubicBezTo>
                      <a:pt x="50" y="11"/>
                      <a:pt x="48" y="0"/>
                      <a:pt x="32" y="11"/>
                    </a:cubicBezTo>
                    <a:cubicBezTo>
                      <a:pt x="17" y="22"/>
                      <a:pt x="0" y="40"/>
                      <a:pt x="0" y="40"/>
                    </a:cubicBezTo>
                    <a:close/>
                  </a:path>
                </a:pathLst>
              </a:custGeom>
              <a:solidFill>
                <a:srgbClr val="E094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6" name="Freeform 105">
                <a:extLst>
                  <a:ext uri="{FF2B5EF4-FFF2-40B4-BE49-F238E27FC236}">
                    <a16:creationId xmlns:a16="http://schemas.microsoft.com/office/drawing/2014/main" id="{90A983C2-9F8F-43DB-A875-7467F1A41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880"/>
                <a:ext cx="80" cy="244"/>
              </a:xfrm>
              <a:custGeom>
                <a:avLst/>
                <a:gdLst>
                  <a:gd name="T0" fmla="*/ 0 w 60"/>
                  <a:gd name="T1" fmla="*/ 0 h 183"/>
                  <a:gd name="T2" fmla="*/ 0 w 60"/>
                  <a:gd name="T3" fmla="*/ 433 h 183"/>
                  <a:gd name="T4" fmla="*/ 80 w 60"/>
                  <a:gd name="T5" fmla="*/ 357 h 183"/>
                  <a:gd name="T6" fmla="*/ 100 w 60"/>
                  <a:gd name="T7" fmla="*/ 235 h 183"/>
                  <a:gd name="T8" fmla="*/ 127 w 60"/>
                  <a:gd name="T9" fmla="*/ 105 h 183"/>
                  <a:gd name="T10" fmla="*/ 0 w 60"/>
                  <a:gd name="T11" fmla="*/ 0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83">
                    <a:moveTo>
                      <a:pt x="0" y="0"/>
                    </a:moveTo>
                    <a:cubicBezTo>
                      <a:pt x="0" y="183"/>
                      <a:pt x="0" y="183"/>
                      <a:pt x="0" y="183"/>
                    </a:cubicBezTo>
                    <a:cubicBezTo>
                      <a:pt x="0" y="183"/>
                      <a:pt x="33" y="167"/>
                      <a:pt x="34" y="151"/>
                    </a:cubicBezTo>
                    <a:cubicBezTo>
                      <a:pt x="34" y="135"/>
                      <a:pt x="39" y="111"/>
                      <a:pt x="42" y="99"/>
                    </a:cubicBezTo>
                    <a:cubicBezTo>
                      <a:pt x="45" y="87"/>
                      <a:pt x="60" y="59"/>
                      <a:pt x="53" y="44"/>
                    </a:cubicBezTo>
                    <a:cubicBezTo>
                      <a:pt x="46" y="2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7" name="Freeform 106">
                <a:extLst>
                  <a:ext uri="{FF2B5EF4-FFF2-40B4-BE49-F238E27FC236}">
                    <a16:creationId xmlns:a16="http://schemas.microsoft.com/office/drawing/2014/main" id="{5C7EAFA5-A66B-464B-967F-1490B6D3D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350"/>
                <a:ext cx="222" cy="174"/>
              </a:xfrm>
              <a:custGeom>
                <a:avLst/>
                <a:gdLst>
                  <a:gd name="T0" fmla="*/ 392 w 166"/>
                  <a:gd name="T1" fmla="*/ 305 h 131"/>
                  <a:gd name="T2" fmla="*/ 392 w 166"/>
                  <a:gd name="T3" fmla="*/ 288 h 131"/>
                  <a:gd name="T4" fmla="*/ 352 w 166"/>
                  <a:gd name="T5" fmla="*/ 231 h 131"/>
                  <a:gd name="T6" fmla="*/ 298 w 166"/>
                  <a:gd name="T7" fmla="*/ 198 h 131"/>
                  <a:gd name="T8" fmla="*/ 234 w 166"/>
                  <a:gd name="T9" fmla="*/ 165 h 131"/>
                  <a:gd name="T10" fmla="*/ 155 w 166"/>
                  <a:gd name="T11" fmla="*/ 98 h 131"/>
                  <a:gd name="T12" fmla="*/ 43 w 166"/>
                  <a:gd name="T13" fmla="*/ 0 h 131"/>
                  <a:gd name="T14" fmla="*/ 0 w 166"/>
                  <a:gd name="T15" fmla="*/ 21 h 131"/>
                  <a:gd name="T16" fmla="*/ 392 w 166"/>
                  <a:gd name="T17" fmla="*/ 305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6" h="131">
                    <a:moveTo>
                      <a:pt x="164" y="130"/>
                    </a:moveTo>
                    <a:cubicBezTo>
                      <a:pt x="166" y="131"/>
                      <a:pt x="165" y="126"/>
                      <a:pt x="164" y="123"/>
                    </a:cubicBezTo>
                    <a:cubicBezTo>
                      <a:pt x="162" y="118"/>
                      <a:pt x="153" y="105"/>
                      <a:pt x="147" y="99"/>
                    </a:cubicBezTo>
                    <a:cubicBezTo>
                      <a:pt x="140" y="92"/>
                      <a:pt x="134" y="89"/>
                      <a:pt x="125" y="84"/>
                    </a:cubicBezTo>
                    <a:cubicBezTo>
                      <a:pt x="115" y="79"/>
                      <a:pt x="108" y="75"/>
                      <a:pt x="98" y="70"/>
                    </a:cubicBezTo>
                    <a:cubicBezTo>
                      <a:pt x="87" y="66"/>
                      <a:pt x="72" y="50"/>
                      <a:pt x="65" y="42"/>
                    </a:cubicBezTo>
                    <a:cubicBezTo>
                      <a:pt x="58" y="34"/>
                      <a:pt x="18" y="0"/>
                      <a:pt x="18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73" y="55"/>
                      <a:pt x="164" y="130"/>
                    </a:cubicBezTo>
                    <a:close/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8" name="Freeform 107">
                <a:extLst>
                  <a:ext uri="{FF2B5EF4-FFF2-40B4-BE49-F238E27FC236}">
                    <a16:creationId xmlns:a16="http://schemas.microsoft.com/office/drawing/2014/main" id="{5BA2DABC-AE5A-4973-B0F5-0E4DBA2CE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362"/>
                <a:ext cx="222" cy="327"/>
              </a:xfrm>
              <a:custGeom>
                <a:avLst/>
                <a:gdLst>
                  <a:gd name="T0" fmla="*/ 392 w 166"/>
                  <a:gd name="T1" fmla="*/ 284 h 246"/>
                  <a:gd name="T2" fmla="*/ 388 w 166"/>
                  <a:gd name="T3" fmla="*/ 291 h 246"/>
                  <a:gd name="T4" fmla="*/ 354 w 166"/>
                  <a:gd name="T5" fmla="*/ 327 h 246"/>
                  <a:gd name="T6" fmla="*/ 345 w 166"/>
                  <a:gd name="T7" fmla="*/ 387 h 246"/>
                  <a:gd name="T8" fmla="*/ 297 w 166"/>
                  <a:gd name="T9" fmla="*/ 419 h 246"/>
                  <a:gd name="T10" fmla="*/ 191 w 166"/>
                  <a:gd name="T11" fmla="*/ 336 h 246"/>
                  <a:gd name="T12" fmla="*/ 120 w 166"/>
                  <a:gd name="T13" fmla="*/ 363 h 246"/>
                  <a:gd name="T14" fmla="*/ 115 w 166"/>
                  <a:gd name="T15" fmla="*/ 578 h 246"/>
                  <a:gd name="T16" fmla="*/ 0 w 166"/>
                  <a:gd name="T17" fmla="*/ 514 h 246"/>
                  <a:gd name="T18" fmla="*/ 0 w 166"/>
                  <a:gd name="T19" fmla="*/ 0 h 246"/>
                  <a:gd name="T20" fmla="*/ 392 w 166"/>
                  <a:gd name="T21" fmla="*/ 284 h 2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6" h="246">
                    <a:moveTo>
                      <a:pt x="164" y="121"/>
                    </a:moveTo>
                    <a:cubicBezTo>
                      <a:pt x="166" y="122"/>
                      <a:pt x="162" y="124"/>
                      <a:pt x="162" y="124"/>
                    </a:cubicBezTo>
                    <a:cubicBezTo>
                      <a:pt x="162" y="124"/>
                      <a:pt x="150" y="130"/>
                      <a:pt x="148" y="139"/>
                    </a:cubicBezTo>
                    <a:cubicBezTo>
                      <a:pt x="147" y="149"/>
                      <a:pt x="144" y="159"/>
                      <a:pt x="144" y="165"/>
                    </a:cubicBezTo>
                    <a:cubicBezTo>
                      <a:pt x="143" y="172"/>
                      <a:pt x="140" y="194"/>
                      <a:pt x="124" y="178"/>
                    </a:cubicBezTo>
                    <a:cubicBezTo>
                      <a:pt x="108" y="161"/>
                      <a:pt x="96" y="144"/>
                      <a:pt x="80" y="143"/>
                    </a:cubicBezTo>
                    <a:cubicBezTo>
                      <a:pt x="65" y="143"/>
                      <a:pt x="53" y="131"/>
                      <a:pt x="50" y="154"/>
                    </a:cubicBezTo>
                    <a:cubicBezTo>
                      <a:pt x="47" y="176"/>
                      <a:pt x="43" y="236"/>
                      <a:pt x="48" y="246"/>
                    </a:cubicBezTo>
                    <a:cubicBezTo>
                      <a:pt x="0" y="219"/>
                      <a:pt x="0" y="219"/>
                      <a:pt x="0" y="21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78" y="49"/>
                      <a:pt x="164" y="121"/>
                    </a:cubicBezTo>
                    <a:close/>
                  </a:path>
                </a:pathLst>
              </a:custGeom>
              <a:solidFill>
                <a:srgbClr val="9B66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9" name="Freeform 108">
                <a:extLst>
                  <a:ext uri="{FF2B5EF4-FFF2-40B4-BE49-F238E27FC236}">
                    <a16:creationId xmlns:a16="http://schemas.microsoft.com/office/drawing/2014/main" id="{E54CC324-ECD9-464F-B281-D630DF4AA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2720"/>
                <a:ext cx="44" cy="85"/>
              </a:xfrm>
              <a:custGeom>
                <a:avLst/>
                <a:gdLst>
                  <a:gd name="T0" fmla="*/ 64 w 33"/>
                  <a:gd name="T1" fmla="*/ 65 h 64"/>
                  <a:gd name="T2" fmla="*/ 64 w 33"/>
                  <a:gd name="T3" fmla="*/ 143 h 64"/>
                  <a:gd name="T4" fmla="*/ 12 w 33"/>
                  <a:gd name="T5" fmla="*/ 85 h 64"/>
                  <a:gd name="T6" fmla="*/ 15 w 33"/>
                  <a:gd name="T7" fmla="*/ 5 h 64"/>
                  <a:gd name="T8" fmla="*/ 64 w 33"/>
                  <a:gd name="T9" fmla="*/ 65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64">
                    <a:moveTo>
                      <a:pt x="27" y="28"/>
                    </a:moveTo>
                    <a:cubicBezTo>
                      <a:pt x="33" y="44"/>
                      <a:pt x="33" y="59"/>
                      <a:pt x="27" y="61"/>
                    </a:cubicBezTo>
                    <a:cubicBezTo>
                      <a:pt x="21" y="64"/>
                      <a:pt x="11" y="52"/>
                      <a:pt x="5" y="36"/>
                    </a:cubicBezTo>
                    <a:cubicBezTo>
                      <a:pt x="0" y="20"/>
                      <a:pt x="0" y="5"/>
                      <a:pt x="6" y="2"/>
                    </a:cubicBezTo>
                    <a:cubicBezTo>
                      <a:pt x="12" y="0"/>
                      <a:pt x="22" y="12"/>
                      <a:pt x="27" y="28"/>
                    </a:cubicBezTo>
                    <a:close/>
                  </a:path>
                </a:pathLst>
              </a:custGeom>
              <a:solidFill>
                <a:srgbClr val="B970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0" name="Freeform 109">
                <a:extLst>
                  <a:ext uri="{FF2B5EF4-FFF2-40B4-BE49-F238E27FC236}">
                    <a16:creationId xmlns:a16="http://schemas.microsoft.com/office/drawing/2014/main" id="{439BF32A-2BD2-43C6-8CE5-6464A2EE9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652"/>
                <a:ext cx="58" cy="48"/>
              </a:xfrm>
              <a:custGeom>
                <a:avLst/>
                <a:gdLst>
                  <a:gd name="T0" fmla="*/ 92 w 44"/>
                  <a:gd name="T1" fmla="*/ 69 h 36"/>
                  <a:gd name="T2" fmla="*/ 34 w 44"/>
                  <a:gd name="T3" fmla="*/ 71 h 36"/>
                  <a:gd name="T4" fmla="*/ 9 w 44"/>
                  <a:gd name="T5" fmla="*/ 16 h 36"/>
                  <a:gd name="T6" fmla="*/ 66 w 44"/>
                  <a:gd name="T7" fmla="*/ 15 h 36"/>
                  <a:gd name="T8" fmla="*/ 92 w 44"/>
                  <a:gd name="T9" fmla="*/ 6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6">
                    <a:moveTo>
                      <a:pt x="40" y="29"/>
                    </a:moveTo>
                    <a:cubicBezTo>
                      <a:pt x="36" y="35"/>
                      <a:pt x="24" y="36"/>
                      <a:pt x="15" y="30"/>
                    </a:cubicBezTo>
                    <a:cubicBezTo>
                      <a:pt x="5" y="24"/>
                      <a:pt x="0" y="14"/>
                      <a:pt x="4" y="7"/>
                    </a:cubicBezTo>
                    <a:cubicBezTo>
                      <a:pt x="8" y="0"/>
                      <a:pt x="19" y="0"/>
                      <a:pt x="29" y="6"/>
                    </a:cubicBezTo>
                    <a:cubicBezTo>
                      <a:pt x="39" y="12"/>
                      <a:pt x="44" y="22"/>
                      <a:pt x="40" y="29"/>
                    </a:cubicBezTo>
                    <a:close/>
                  </a:path>
                </a:pathLst>
              </a:custGeom>
              <a:solidFill>
                <a:srgbClr val="B970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1" name="Freeform 110">
                <a:extLst>
                  <a:ext uri="{FF2B5EF4-FFF2-40B4-BE49-F238E27FC236}">
                    <a16:creationId xmlns:a16="http://schemas.microsoft.com/office/drawing/2014/main" id="{613B9905-0447-49CD-BC16-967D686BC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857"/>
                <a:ext cx="58" cy="78"/>
              </a:xfrm>
              <a:custGeom>
                <a:avLst/>
                <a:gdLst>
                  <a:gd name="T0" fmla="*/ 85 w 43"/>
                  <a:gd name="T1" fmla="*/ 54 h 58"/>
                  <a:gd name="T2" fmla="*/ 85 w 43"/>
                  <a:gd name="T3" fmla="*/ 132 h 58"/>
                  <a:gd name="T4" fmla="*/ 20 w 43"/>
                  <a:gd name="T5" fmla="*/ 87 h 58"/>
                  <a:gd name="T6" fmla="*/ 16 w 43"/>
                  <a:gd name="T7" fmla="*/ 9 h 58"/>
                  <a:gd name="T8" fmla="*/ 85 w 43"/>
                  <a:gd name="T9" fmla="*/ 54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58">
                    <a:moveTo>
                      <a:pt x="35" y="22"/>
                    </a:moveTo>
                    <a:cubicBezTo>
                      <a:pt x="42" y="35"/>
                      <a:pt x="43" y="50"/>
                      <a:pt x="35" y="54"/>
                    </a:cubicBezTo>
                    <a:cubicBezTo>
                      <a:pt x="28" y="58"/>
                      <a:pt x="16" y="50"/>
                      <a:pt x="8" y="36"/>
                    </a:cubicBezTo>
                    <a:cubicBezTo>
                      <a:pt x="0" y="23"/>
                      <a:pt x="0" y="8"/>
                      <a:pt x="7" y="4"/>
                    </a:cubicBezTo>
                    <a:cubicBezTo>
                      <a:pt x="15" y="0"/>
                      <a:pt x="27" y="8"/>
                      <a:pt x="35" y="22"/>
                    </a:cubicBezTo>
                    <a:close/>
                  </a:path>
                </a:pathLst>
              </a:custGeom>
              <a:solidFill>
                <a:srgbClr val="B970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2" name="Freeform 111">
                <a:extLst>
                  <a:ext uri="{FF2B5EF4-FFF2-40B4-BE49-F238E27FC236}">
                    <a16:creationId xmlns:a16="http://schemas.microsoft.com/office/drawing/2014/main" id="{757B9652-07CD-49A5-B5B0-64AB224E2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454"/>
                <a:ext cx="159" cy="211"/>
              </a:xfrm>
              <a:custGeom>
                <a:avLst/>
                <a:gdLst>
                  <a:gd name="T0" fmla="*/ 44 w 119"/>
                  <a:gd name="T1" fmla="*/ 5 h 159"/>
                  <a:gd name="T2" fmla="*/ 20 w 119"/>
                  <a:gd name="T3" fmla="*/ 16 h 159"/>
                  <a:gd name="T4" fmla="*/ 31 w 119"/>
                  <a:gd name="T5" fmla="*/ 48 h 159"/>
                  <a:gd name="T6" fmla="*/ 27 w 119"/>
                  <a:gd name="T7" fmla="*/ 77 h 159"/>
                  <a:gd name="T8" fmla="*/ 33 w 119"/>
                  <a:gd name="T9" fmla="*/ 101 h 159"/>
                  <a:gd name="T10" fmla="*/ 27 w 119"/>
                  <a:gd name="T11" fmla="*/ 142 h 159"/>
                  <a:gd name="T12" fmla="*/ 9 w 119"/>
                  <a:gd name="T13" fmla="*/ 169 h 159"/>
                  <a:gd name="T14" fmla="*/ 170 w 119"/>
                  <a:gd name="T15" fmla="*/ 311 h 159"/>
                  <a:gd name="T16" fmla="*/ 212 w 119"/>
                  <a:gd name="T17" fmla="*/ 357 h 159"/>
                  <a:gd name="T18" fmla="*/ 250 w 119"/>
                  <a:gd name="T19" fmla="*/ 372 h 159"/>
                  <a:gd name="T20" fmla="*/ 249 w 119"/>
                  <a:gd name="T21" fmla="*/ 322 h 159"/>
                  <a:gd name="T22" fmla="*/ 250 w 119"/>
                  <a:gd name="T23" fmla="*/ 269 h 159"/>
                  <a:gd name="T24" fmla="*/ 275 w 119"/>
                  <a:gd name="T25" fmla="*/ 227 h 159"/>
                  <a:gd name="T26" fmla="*/ 283 w 119"/>
                  <a:gd name="T27" fmla="*/ 114 h 159"/>
                  <a:gd name="T28" fmla="*/ 227 w 119"/>
                  <a:gd name="T29" fmla="*/ 42 h 159"/>
                  <a:gd name="T30" fmla="*/ 191 w 119"/>
                  <a:gd name="T31" fmla="*/ 107 h 159"/>
                  <a:gd name="T32" fmla="*/ 115 w 119"/>
                  <a:gd name="T33" fmla="*/ 70 h 159"/>
                  <a:gd name="T34" fmla="*/ 48 w 119"/>
                  <a:gd name="T35" fmla="*/ 9 h 159"/>
                  <a:gd name="T36" fmla="*/ 44 w 119"/>
                  <a:gd name="T37" fmla="*/ 5 h 15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9" h="159">
                    <a:moveTo>
                      <a:pt x="19" y="2"/>
                    </a:moveTo>
                    <a:cubicBezTo>
                      <a:pt x="15" y="4"/>
                      <a:pt x="8" y="0"/>
                      <a:pt x="8" y="7"/>
                    </a:cubicBezTo>
                    <a:cubicBezTo>
                      <a:pt x="8" y="11"/>
                      <a:pt x="14" y="14"/>
                      <a:pt x="13" y="20"/>
                    </a:cubicBezTo>
                    <a:cubicBezTo>
                      <a:pt x="12" y="25"/>
                      <a:pt x="9" y="27"/>
                      <a:pt x="11" y="33"/>
                    </a:cubicBezTo>
                    <a:cubicBezTo>
                      <a:pt x="13" y="37"/>
                      <a:pt x="14" y="38"/>
                      <a:pt x="14" y="43"/>
                    </a:cubicBezTo>
                    <a:cubicBezTo>
                      <a:pt x="13" y="50"/>
                      <a:pt x="13" y="55"/>
                      <a:pt x="11" y="61"/>
                    </a:cubicBezTo>
                    <a:cubicBezTo>
                      <a:pt x="8" y="67"/>
                      <a:pt x="0" y="68"/>
                      <a:pt x="4" y="72"/>
                    </a:cubicBezTo>
                    <a:cubicBezTo>
                      <a:pt x="49" y="112"/>
                      <a:pt x="63" y="127"/>
                      <a:pt x="71" y="133"/>
                    </a:cubicBezTo>
                    <a:cubicBezTo>
                      <a:pt x="82" y="140"/>
                      <a:pt x="76" y="149"/>
                      <a:pt x="89" y="153"/>
                    </a:cubicBezTo>
                    <a:cubicBezTo>
                      <a:pt x="95" y="155"/>
                      <a:pt x="100" y="157"/>
                      <a:pt x="105" y="159"/>
                    </a:cubicBezTo>
                    <a:cubicBezTo>
                      <a:pt x="104" y="153"/>
                      <a:pt x="104" y="144"/>
                      <a:pt x="104" y="138"/>
                    </a:cubicBezTo>
                    <a:cubicBezTo>
                      <a:pt x="103" y="131"/>
                      <a:pt x="103" y="122"/>
                      <a:pt x="105" y="115"/>
                    </a:cubicBezTo>
                    <a:cubicBezTo>
                      <a:pt x="106" y="109"/>
                      <a:pt x="108" y="99"/>
                      <a:pt x="115" y="97"/>
                    </a:cubicBezTo>
                    <a:cubicBezTo>
                      <a:pt x="106" y="85"/>
                      <a:pt x="114" y="61"/>
                      <a:pt x="119" y="49"/>
                    </a:cubicBezTo>
                    <a:cubicBezTo>
                      <a:pt x="107" y="43"/>
                      <a:pt x="104" y="26"/>
                      <a:pt x="95" y="18"/>
                    </a:cubicBezTo>
                    <a:cubicBezTo>
                      <a:pt x="94" y="28"/>
                      <a:pt x="92" y="44"/>
                      <a:pt x="80" y="46"/>
                    </a:cubicBezTo>
                    <a:cubicBezTo>
                      <a:pt x="69" y="49"/>
                      <a:pt x="55" y="37"/>
                      <a:pt x="48" y="30"/>
                    </a:cubicBezTo>
                    <a:cubicBezTo>
                      <a:pt x="38" y="21"/>
                      <a:pt x="30" y="12"/>
                      <a:pt x="20" y="4"/>
                    </a:cubicBezTo>
                    <a:cubicBezTo>
                      <a:pt x="20" y="3"/>
                      <a:pt x="20" y="3"/>
                      <a:pt x="19" y="2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3" name="Freeform 112">
                <a:extLst>
                  <a:ext uri="{FF2B5EF4-FFF2-40B4-BE49-F238E27FC236}">
                    <a16:creationId xmlns:a16="http://schemas.microsoft.com/office/drawing/2014/main" id="{76E9D4C8-7D14-49CA-82EF-A9EBA7611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548"/>
                <a:ext cx="109" cy="147"/>
              </a:xfrm>
              <a:custGeom>
                <a:avLst/>
                <a:gdLst>
                  <a:gd name="T0" fmla="*/ 0 w 82"/>
                  <a:gd name="T1" fmla="*/ 0 h 110"/>
                  <a:gd name="T2" fmla="*/ 15 w 82"/>
                  <a:gd name="T3" fmla="*/ 41 h 110"/>
                  <a:gd name="T4" fmla="*/ 36 w 82"/>
                  <a:gd name="T5" fmla="*/ 99 h 110"/>
                  <a:gd name="T6" fmla="*/ 86 w 82"/>
                  <a:gd name="T7" fmla="*/ 186 h 110"/>
                  <a:gd name="T8" fmla="*/ 178 w 82"/>
                  <a:gd name="T9" fmla="*/ 229 h 110"/>
                  <a:gd name="T10" fmla="*/ 166 w 82"/>
                  <a:gd name="T11" fmla="*/ 155 h 110"/>
                  <a:gd name="T12" fmla="*/ 141 w 82"/>
                  <a:gd name="T13" fmla="*/ 139 h 110"/>
                  <a:gd name="T14" fmla="*/ 102 w 82"/>
                  <a:gd name="T15" fmla="*/ 92 h 110"/>
                  <a:gd name="T16" fmla="*/ 31 w 82"/>
                  <a:gd name="T17" fmla="*/ 23 h 110"/>
                  <a:gd name="T18" fmla="*/ 5 w 82"/>
                  <a:gd name="T19" fmla="*/ 0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110">
                    <a:moveTo>
                      <a:pt x="0" y="0"/>
                    </a:moveTo>
                    <a:cubicBezTo>
                      <a:pt x="3" y="4"/>
                      <a:pt x="5" y="12"/>
                      <a:pt x="6" y="17"/>
                    </a:cubicBezTo>
                    <a:cubicBezTo>
                      <a:pt x="9" y="25"/>
                      <a:pt x="12" y="32"/>
                      <a:pt x="15" y="41"/>
                    </a:cubicBezTo>
                    <a:cubicBezTo>
                      <a:pt x="20" y="55"/>
                      <a:pt x="27" y="66"/>
                      <a:pt x="37" y="78"/>
                    </a:cubicBezTo>
                    <a:cubicBezTo>
                      <a:pt x="42" y="85"/>
                      <a:pt x="68" y="110"/>
                      <a:pt x="76" y="96"/>
                    </a:cubicBezTo>
                    <a:cubicBezTo>
                      <a:pt x="82" y="84"/>
                      <a:pt x="73" y="78"/>
                      <a:pt x="71" y="65"/>
                    </a:cubicBezTo>
                    <a:cubicBezTo>
                      <a:pt x="70" y="57"/>
                      <a:pt x="68" y="62"/>
                      <a:pt x="60" y="58"/>
                    </a:cubicBezTo>
                    <a:cubicBezTo>
                      <a:pt x="56" y="56"/>
                      <a:pt x="48" y="42"/>
                      <a:pt x="44" y="39"/>
                    </a:cubicBezTo>
                    <a:cubicBezTo>
                      <a:pt x="37" y="33"/>
                      <a:pt x="16" y="14"/>
                      <a:pt x="13" y="10"/>
                    </a:cubicBezTo>
                    <a:cubicBezTo>
                      <a:pt x="9" y="6"/>
                      <a:pt x="6" y="3"/>
                      <a:pt x="2" y="0"/>
                    </a:cubicBezTo>
                  </a:path>
                </a:pathLst>
              </a:custGeom>
              <a:solidFill>
                <a:srgbClr val="E094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4" name="Freeform 113">
                <a:extLst>
                  <a:ext uri="{FF2B5EF4-FFF2-40B4-BE49-F238E27FC236}">
                    <a16:creationId xmlns:a16="http://schemas.microsoft.com/office/drawing/2014/main" id="{3F51822C-7A62-4453-AFB1-12E8478D0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600"/>
                <a:ext cx="112" cy="209"/>
              </a:xfrm>
              <a:custGeom>
                <a:avLst/>
                <a:gdLst>
                  <a:gd name="T0" fmla="*/ 27 w 84"/>
                  <a:gd name="T1" fmla="*/ 0 h 157"/>
                  <a:gd name="T2" fmla="*/ 199 w 84"/>
                  <a:gd name="T3" fmla="*/ 193 h 157"/>
                  <a:gd name="T4" fmla="*/ 199 w 84"/>
                  <a:gd name="T5" fmla="*/ 370 h 157"/>
                  <a:gd name="T6" fmla="*/ 55 w 84"/>
                  <a:gd name="T7" fmla="*/ 327 h 157"/>
                  <a:gd name="T8" fmla="*/ 5 w 84"/>
                  <a:gd name="T9" fmla="*/ 269 h 157"/>
                  <a:gd name="T10" fmla="*/ 7 w 84"/>
                  <a:gd name="T11" fmla="*/ 100 h 157"/>
                  <a:gd name="T12" fmla="*/ 27 w 84"/>
                  <a:gd name="T13" fmla="*/ 0 h 1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157">
                    <a:moveTo>
                      <a:pt x="11" y="0"/>
                    </a:moveTo>
                    <a:cubicBezTo>
                      <a:pt x="11" y="0"/>
                      <a:pt x="76" y="67"/>
                      <a:pt x="84" y="82"/>
                    </a:cubicBezTo>
                    <a:cubicBezTo>
                      <a:pt x="84" y="157"/>
                      <a:pt x="84" y="157"/>
                      <a:pt x="84" y="157"/>
                    </a:cubicBezTo>
                    <a:cubicBezTo>
                      <a:pt x="84" y="157"/>
                      <a:pt x="38" y="152"/>
                      <a:pt x="23" y="139"/>
                    </a:cubicBezTo>
                    <a:cubicBezTo>
                      <a:pt x="7" y="127"/>
                      <a:pt x="3" y="130"/>
                      <a:pt x="2" y="114"/>
                    </a:cubicBezTo>
                    <a:cubicBezTo>
                      <a:pt x="2" y="97"/>
                      <a:pt x="0" y="65"/>
                      <a:pt x="3" y="42"/>
                    </a:cubicBezTo>
                    <a:cubicBezTo>
                      <a:pt x="7" y="19"/>
                      <a:pt x="11" y="0"/>
                      <a:pt x="11" y="0"/>
                    </a:cubicBezTo>
                    <a:close/>
                  </a:path>
                </a:pathLst>
              </a:custGeom>
              <a:solidFill>
                <a:srgbClr val="9B66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5" name="Freeform 114">
                <a:extLst>
                  <a:ext uri="{FF2B5EF4-FFF2-40B4-BE49-F238E27FC236}">
                    <a16:creationId xmlns:a16="http://schemas.microsoft.com/office/drawing/2014/main" id="{4AE78A6A-B213-451F-B193-21C526498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585"/>
                <a:ext cx="112" cy="126"/>
              </a:xfrm>
              <a:custGeom>
                <a:avLst/>
                <a:gdLst>
                  <a:gd name="T0" fmla="*/ 0 w 84"/>
                  <a:gd name="T1" fmla="*/ 27 h 94"/>
                  <a:gd name="T2" fmla="*/ 0 w 84"/>
                  <a:gd name="T3" fmla="*/ 27 h 94"/>
                  <a:gd name="T4" fmla="*/ 171 w 84"/>
                  <a:gd name="T5" fmla="*/ 227 h 94"/>
                  <a:gd name="T6" fmla="*/ 199 w 84"/>
                  <a:gd name="T7" fmla="*/ 217 h 94"/>
                  <a:gd name="T8" fmla="*/ 49 w 84"/>
                  <a:gd name="T9" fmla="*/ 51 h 94"/>
                  <a:gd name="T10" fmla="*/ 0 w 84"/>
                  <a:gd name="T11" fmla="*/ 27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94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7" y="18"/>
                      <a:pt x="67" y="81"/>
                      <a:pt x="72" y="94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4" y="90"/>
                      <a:pt x="31" y="30"/>
                      <a:pt x="21" y="21"/>
                    </a:cubicBezTo>
                    <a:cubicBezTo>
                      <a:pt x="11" y="11"/>
                      <a:pt x="3" y="0"/>
                      <a:pt x="0" y="11"/>
                    </a:cubicBezTo>
                    <a:close/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6" name="Freeform 115">
                <a:extLst>
                  <a:ext uri="{FF2B5EF4-FFF2-40B4-BE49-F238E27FC236}">
                    <a16:creationId xmlns:a16="http://schemas.microsoft.com/office/drawing/2014/main" id="{610C651A-CF3D-4D60-BA42-7CFA28653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705"/>
                <a:ext cx="16" cy="104"/>
              </a:xfrm>
              <a:custGeom>
                <a:avLst/>
                <a:gdLst>
                  <a:gd name="T0" fmla="*/ 0 w 12"/>
                  <a:gd name="T1" fmla="*/ 9 h 78"/>
                  <a:gd name="T2" fmla="*/ 28 w 12"/>
                  <a:gd name="T3" fmla="*/ 0 h 78"/>
                  <a:gd name="T4" fmla="*/ 27 w 12"/>
                  <a:gd name="T5" fmla="*/ 161 h 78"/>
                  <a:gd name="T6" fmla="*/ 1 w 12"/>
                  <a:gd name="T7" fmla="*/ 185 h 78"/>
                  <a:gd name="T8" fmla="*/ 0 w 12"/>
                  <a:gd name="T9" fmla="*/ 9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8">
                    <a:moveTo>
                      <a:pt x="0" y="4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63"/>
                      <a:pt x="11" y="68"/>
                    </a:cubicBezTo>
                    <a:cubicBezTo>
                      <a:pt x="10" y="74"/>
                      <a:pt x="1" y="78"/>
                      <a:pt x="1" y="78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7" name="Freeform 116">
                <a:extLst>
                  <a:ext uri="{FF2B5EF4-FFF2-40B4-BE49-F238E27FC236}">
                    <a16:creationId xmlns:a16="http://schemas.microsoft.com/office/drawing/2014/main" id="{DA6F59B7-990D-4C64-BB87-E02D36187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520"/>
                <a:ext cx="38" cy="61"/>
              </a:xfrm>
              <a:custGeom>
                <a:avLst/>
                <a:gdLst>
                  <a:gd name="T0" fmla="*/ 45 w 29"/>
                  <a:gd name="T1" fmla="*/ 30 h 46"/>
                  <a:gd name="T2" fmla="*/ 0 w 29"/>
                  <a:gd name="T3" fmla="*/ 28 h 46"/>
                  <a:gd name="T4" fmla="*/ 16 w 29"/>
                  <a:gd name="T5" fmla="*/ 64 h 46"/>
                  <a:gd name="T6" fmla="*/ 34 w 29"/>
                  <a:gd name="T7" fmla="*/ 91 h 46"/>
                  <a:gd name="T8" fmla="*/ 60 w 29"/>
                  <a:gd name="T9" fmla="*/ 70 h 46"/>
                  <a:gd name="T10" fmla="*/ 45 w 29"/>
                  <a:gd name="T11" fmla="*/ 36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6">
                    <a:moveTo>
                      <a:pt x="20" y="13"/>
                    </a:moveTo>
                    <a:cubicBezTo>
                      <a:pt x="15" y="11"/>
                      <a:pt x="3" y="0"/>
                      <a:pt x="0" y="12"/>
                    </a:cubicBezTo>
                    <a:cubicBezTo>
                      <a:pt x="0" y="17"/>
                      <a:pt x="5" y="23"/>
                      <a:pt x="7" y="27"/>
                    </a:cubicBezTo>
                    <a:cubicBezTo>
                      <a:pt x="10" y="31"/>
                      <a:pt x="11" y="36"/>
                      <a:pt x="15" y="39"/>
                    </a:cubicBezTo>
                    <a:cubicBezTo>
                      <a:pt x="22" y="46"/>
                      <a:pt x="29" y="38"/>
                      <a:pt x="27" y="30"/>
                    </a:cubicBezTo>
                    <a:cubicBezTo>
                      <a:pt x="26" y="24"/>
                      <a:pt x="22" y="20"/>
                      <a:pt x="20" y="15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8" name="Freeform 117">
                <a:extLst>
                  <a:ext uri="{FF2B5EF4-FFF2-40B4-BE49-F238E27FC236}">
                    <a16:creationId xmlns:a16="http://schemas.microsoft.com/office/drawing/2014/main" id="{940E85D9-751D-4B43-9005-8E2F1D054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339"/>
                <a:ext cx="172" cy="128"/>
              </a:xfrm>
              <a:custGeom>
                <a:avLst/>
                <a:gdLst>
                  <a:gd name="T0" fmla="*/ 80 w 129"/>
                  <a:gd name="T1" fmla="*/ 1 h 96"/>
                  <a:gd name="T2" fmla="*/ 49 w 129"/>
                  <a:gd name="T3" fmla="*/ 23 h 96"/>
                  <a:gd name="T4" fmla="*/ 7 w 129"/>
                  <a:gd name="T5" fmla="*/ 1 h 96"/>
                  <a:gd name="T6" fmla="*/ 0 w 129"/>
                  <a:gd name="T7" fmla="*/ 27 h 96"/>
                  <a:gd name="T8" fmla="*/ 20 w 129"/>
                  <a:gd name="T9" fmla="*/ 59 h 96"/>
                  <a:gd name="T10" fmla="*/ 43 w 129"/>
                  <a:gd name="T11" fmla="*/ 80 h 96"/>
                  <a:gd name="T12" fmla="*/ 128 w 129"/>
                  <a:gd name="T13" fmla="*/ 133 h 96"/>
                  <a:gd name="T14" fmla="*/ 159 w 129"/>
                  <a:gd name="T15" fmla="*/ 172 h 96"/>
                  <a:gd name="T16" fmla="*/ 183 w 129"/>
                  <a:gd name="T17" fmla="*/ 165 h 96"/>
                  <a:gd name="T18" fmla="*/ 212 w 129"/>
                  <a:gd name="T19" fmla="*/ 169 h 96"/>
                  <a:gd name="T20" fmla="*/ 263 w 129"/>
                  <a:gd name="T21" fmla="*/ 201 h 96"/>
                  <a:gd name="T22" fmla="*/ 305 w 129"/>
                  <a:gd name="T23" fmla="*/ 228 h 96"/>
                  <a:gd name="T24" fmla="*/ 289 w 129"/>
                  <a:gd name="T25" fmla="*/ 171 h 96"/>
                  <a:gd name="T26" fmla="*/ 283 w 129"/>
                  <a:gd name="T27" fmla="*/ 144 h 96"/>
                  <a:gd name="T28" fmla="*/ 272 w 129"/>
                  <a:gd name="T29" fmla="*/ 140 h 96"/>
                  <a:gd name="T30" fmla="*/ 229 w 129"/>
                  <a:gd name="T31" fmla="*/ 116 h 96"/>
                  <a:gd name="T32" fmla="*/ 197 w 129"/>
                  <a:gd name="T33" fmla="*/ 73 h 96"/>
                  <a:gd name="T34" fmla="*/ 172 w 129"/>
                  <a:gd name="T35" fmla="*/ 57 h 96"/>
                  <a:gd name="T36" fmla="*/ 140 w 129"/>
                  <a:gd name="T37" fmla="*/ 31 h 96"/>
                  <a:gd name="T38" fmla="*/ 85 w 129"/>
                  <a:gd name="T39" fmla="*/ 0 h 9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9" h="96">
                    <a:moveTo>
                      <a:pt x="34" y="1"/>
                    </a:moveTo>
                    <a:cubicBezTo>
                      <a:pt x="35" y="4"/>
                      <a:pt x="25" y="11"/>
                      <a:pt x="21" y="10"/>
                    </a:cubicBezTo>
                    <a:cubicBezTo>
                      <a:pt x="14" y="10"/>
                      <a:pt x="9" y="3"/>
                      <a:pt x="3" y="1"/>
                    </a:cubicBezTo>
                    <a:cubicBezTo>
                      <a:pt x="3" y="5"/>
                      <a:pt x="1" y="7"/>
                      <a:pt x="0" y="11"/>
                    </a:cubicBezTo>
                    <a:cubicBezTo>
                      <a:pt x="4" y="13"/>
                      <a:pt x="6" y="21"/>
                      <a:pt x="8" y="25"/>
                    </a:cubicBezTo>
                    <a:cubicBezTo>
                      <a:pt x="11" y="32"/>
                      <a:pt x="11" y="33"/>
                      <a:pt x="18" y="34"/>
                    </a:cubicBezTo>
                    <a:cubicBezTo>
                      <a:pt x="31" y="37"/>
                      <a:pt x="44" y="48"/>
                      <a:pt x="54" y="56"/>
                    </a:cubicBezTo>
                    <a:cubicBezTo>
                      <a:pt x="57" y="59"/>
                      <a:pt x="64" y="71"/>
                      <a:pt x="67" y="73"/>
                    </a:cubicBezTo>
                    <a:cubicBezTo>
                      <a:pt x="69" y="73"/>
                      <a:pt x="75" y="70"/>
                      <a:pt x="77" y="70"/>
                    </a:cubicBezTo>
                    <a:cubicBezTo>
                      <a:pt x="81" y="70"/>
                      <a:pt x="86" y="70"/>
                      <a:pt x="89" y="71"/>
                    </a:cubicBezTo>
                    <a:cubicBezTo>
                      <a:pt x="98" y="73"/>
                      <a:pt x="104" y="80"/>
                      <a:pt x="111" y="85"/>
                    </a:cubicBezTo>
                    <a:cubicBezTo>
                      <a:pt x="115" y="89"/>
                      <a:pt x="123" y="96"/>
                      <a:pt x="129" y="96"/>
                    </a:cubicBezTo>
                    <a:cubicBezTo>
                      <a:pt x="126" y="89"/>
                      <a:pt x="124" y="80"/>
                      <a:pt x="122" y="72"/>
                    </a:cubicBezTo>
                    <a:cubicBezTo>
                      <a:pt x="121" y="69"/>
                      <a:pt x="121" y="64"/>
                      <a:pt x="119" y="61"/>
                    </a:cubicBezTo>
                    <a:cubicBezTo>
                      <a:pt x="117" y="58"/>
                      <a:pt x="118" y="60"/>
                      <a:pt x="115" y="59"/>
                    </a:cubicBezTo>
                    <a:cubicBezTo>
                      <a:pt x="109" y="55"/>
                      <a:pt x="103" y="53"/>
                      <a:pt x="97" y="49"/>
                    </a:cubicBezTo>
                    <a:cubicBezTo>
                      <a:pt x="90" y="44"/>
                      <a:pt x="89" y="38"/>
                      <a:pt x="83" y="31"/>
                    </a:cubicBezTo>
                    <a:cubicBezTo>
                      <a:pt x="80" y="27"/>
                      <a:pt x="78" y="26"/>
                      <a:pt x="73" y="24"/>
                    </a:cubicBezTo>
                    <a:cubicBezTo>
                      <a:pt x="68" y="21"/>
                      <a:pt x="64" y="16"/>
                      <a:pt x="59" y="13"/>
                    </a:cubicBezTo>
                    <a:cubicBezTo>
                      <a:pt x="52" y="9"/>
                      <a:pt x="44" y="2"/>
                      <a:pt x="36" y="0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9" name="Freeform 118">
                <a:extLst>
                  <a:ext uri="{FF2B5EF4-FFF2-40B4-BE49-F238E27FC236}">
                    <a16:creationId xmlns:a16="http://schemas.microsoft.com/office/drawing/2014/main" id="{38D1E69D-336F-4589-AADE-70E52D9E6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074"/>
                <a:ext cx="63" cy="248"/>
              </a:xfrm>
              <a:custGeom>
                <a:avLst/>
                <a:gdLst>
                  <a:gd name="T0" fmla="*/ 62 w 47"/>
                  <a:gd name="T1" fmla="*/ 1 h 186"/>
                  <a:gd name="T2" fmla="*/ 46 w 47"/>
                  <a:gd name="T3" fmla="*/ 0 h 186"/>
                  <a:gd name="T4" fmla="*/ 42 w 47"/>
                  <a:gd name="T5" fmla="*/ 20 h 186"/>
                  <a:gd name="T6" fmla="*/ 27 w 47"/>
                  <a:gd name="T7" fmla="*/ 36 h 186"/>
                  <a:gd name="T8" fmla="*/ 28 w 47"/>
                  <a:gd name="T9" fmla="*/ 79 h 186"/>
                  <a:gd name="T10" fmla="*/ 21 w 47"/>
                  <a:gd name="T11" fmla="*/ 155 h 186"/>
                  <a:gd name="T12" fmla="*/ 21 w 47"/>
                  <a:gd name="T13" fmla="*/ 235 h 186"/>
                  <a:gd name="T14" fmla="*/ 15 w 47"/>
                  <a:gd name="T15" fmla="*/ 272 h 186"/>
                  <a:gd name="T16" fmla="*/ 20 w 47"/>
                  <a:gd name="T17" fmla="*/ 289 h 186"/>
                  <a:gd name="T18" fmla="*/ 7 w 47"/>
                  <a:gd name="T19" fmla="*/ 329 h 186"/>
                  <a:gd name="T20" fmla="*/ 7 w 47"/>
                  <a:gd name="T21" fmla="*/ 425 h 186"/>
                  <a:gd name="T22" fmla="*/ 46 w 47"/>
                  <a:gd name="T23" fmla="*/ 432 h 186"/>
                  <a:gd name="T24" fmla="*/ 99 w 47"/>
                  <a:gd name="T25" fmla="*/ 399 h 186"/>
                  <a:gd name="T26" fmla="*/ 113 w 47"/>
                  <a:gd name="T27" fmla="*/ 325 h 186"/>
                  <a:gd name="T28" fmla="*/ 97 w 47"/>
                  <a:gd name="T29" fmla="*/ 219 h 186"/>
                  <a:gd name="T30" fmla="*/ 106 w 47"/>
                  <a:gd name="T31" fmla="*/ 151 h 186"/>
                  <a:gd name="T32" fmla="*/ 101 w 47"/>
                  <a:gd name="T33" fmla="*/ 127 h 186"/>
                  <a:gd name="T34" fmla="*/ 79 w 47"/>
                  <a:gd name="T35" fmla="*/ 43 h 186"/>
                  <a:gd name="T36" fmla="*/ 62 w 47"/>
                  <a:gd name="T37" fmla="*/ 7 h 1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7" h="186">
                    <a:moveTo>
                      <a:pt x="25" y="1"/>
                    </a:moveTo>
                    <a:cubicBezTo>
                      <a:pt x="23" y="2"/>
                      <a:pt x="20" y="1"/>
                      <a:pt x="19" y="0"/>
                    </a:cubicBezTo>
                    <a:cubicBezTo>
                      <a:pt x="18" y="2"/>
                      <a:pt x="18" y="6"/>
                      <a:pt x="17" y="8"/>
                    </a:cubicBezTo>
                    <a:cubicBezTo>
                      <a:pt x="16" y="10"/>
                      <a:pt x="13" y="13"/>
                      <a:pt x="11" y="15"/>
                    </a:cubicBezTo>
                    <a:cubicBezTo>
                      <a:pt x="7" y="23"/>
                      <a:pt x="10" y="25"/>
                      <a:pt x="12" y="33"/>
                    </a:cubicBezTo>
                    <a:cubicBezTo>
                      <a:pt x="14" y="43"/>
                      <a:pt x="10" y="55"/>
                      <a:pt x="9" y="65"/>
                    </a:cubicBezTo>
                    <a:cubicBezTo>
                      <a:pt x="9" y="76"/>
                      <a:pt x="10" y="87"/>
                      <a:pt x="9" y="99"/>
                    </a:cubicBezTo>
                    <a:cubicBezTo>
                      <a:pt x="8" y="104"/>
                      <a:pt x="6" y="110"/>
                      <a:pt x="6" y="115"/>
                    </a:cubicBezTo>
                    <a:cubicBezTo>
                      <a:pt x="6" y="118"/>
                      <a:pt x="8" y="120"/>
                      <a:pt x="8" y="122"/>
                    </a:cubicBezTo>
                    <a:cubicBezTo>
                      <a:pt x="7" y="127"/>
                      <a:pt x="4" y="134"/>
                      <a:pt x="3" y="139"/>
                    </a:cubicBezTo>
                    <a:cubicBezTo>
                      <a:pt x="0" y="152"/>
                      <a:pt x="6" y="166"/>
                      <a:pt x="3" y="179"/>
                    </a:cubicBezTo>
                    <a:cubicBezTo>
                      <a:pt x="9" y="182"/>
                      <a:pt x="13" y="186"/>
                      <a:pt x="19" y="182"/>
                    </a:cubicBezTo>
                    <a:cubicBezTo>
                      <a:pt x="28" y="177"/>
                      <a:pt x="31" y="169"/>
                      <a:pt x="41" y="168"/>
                    </a:cubicBezTo>
                    <a:cubicBezTo>
                      <a:pt x="37" y="158"/>
                      <a:pt x="42" y="147"/>
                      <a:pt x="47" y="137"/>
                    </a:cubicBezTo>
                    <a:cubicBezTo>
                      <a:pt x="39" y="123"/>
                      <a:pt x="39" y="108"/>
                      <a:pt x="40" y="92"/>
                    </a:cubicBezTo>
                    <a:cubicBezTo>
                      <a:pt x="41" y="82"/>
                      <a:pt x="42" y="74"/>
                      <a:pt x="44" y="64"/>
                    </a:cubicBezTo>
                    <a:cubicBezTo>
                      <a:pt x="45" y="59"/>
                      <a:pt x="45" y="57"/>
                      <a:pt x="42" y="53"/>
                    </a:cubicBezTo>
                    <a:cubicBezTo>
                      <a:pt x="36" y="42"/>
                      <a:pt x="36" y="30"/>
                      <a:pt x="33" y="18"/>
                    </a:cubicBezTo>
                    <a:cubicBezTo>
                      <a:pt x="31" y="13"/>
                      <a:pt x="30" y="6"/>
                      <a:pt x="25" y="3"/>
                    </a:cubicBezTo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0" name="Freeform 119">
                <a:extLst>
                  <a:ext uri="{FF2B5EF4-FFF2-40B4-BE49-F238E27FC236}">
                    <a16:creationId xmlns:a16="http://schemas.microsoft.com/office/drawing/2014/main" id="{655D34DB-CEE5-4514-9D1A-93631B920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882"/>
                <a:ext cx="49" cy="139"/>
              </a:xfrm>
              <a:custGeom>
                <a:avLst/>
                <a:gdLst>
                  <a:gd name="T0" fmla="*/ 74 w 37"/>
                  <a:gd name="T1" fmla="*/ 0 h 104"/>
                  <a:gd name="T2" fmla="*/ 86 w 37"/>
                  <a:gd name="T3" fmla="*/ 79 h 104"/>
                  <a:gd name="T4" fmla="*/ 77 w 37"/>
                  <a:gd name="T5" fmla="*/ 168 h 104"/>
                  <a:gd name="T6" fmla="*/ 65 w 37"/>
                  <a:gd name="T7" fmla="*/ 219 h 104"/>
                  <a:gd name="T8" fmla="*/ 58 w 37"/>
                  <a:gd name="T9" fmla="*/ 249 h 104"/>
                  <a:gd name="T10" fmla="*/ 28 w 37"/>
                  <a:gd name="T11" fmla="*/ 127 h 104"/>
                  <a:gd name="T12" fmla="*/ 16 w 37"/>
                  <a:gd name="T13" fmla="*/ 107 h 104"/>
                  <a:gd name="T14" fmla="*/ 16 w 37"/>
                  <a:gd name="T15" fmla="*/ 80 h 104"/>
                  <a:gd name="T16" fmla="*/ 12 w 37"/>
                  <a:gd name="T17" fmla="*/ 52 h 104"/>
                  <a:gd name="T18" fmla="*/ 1 w 37"/>
                  <a:gd name="T19" fmla="*/ 37 h 104"/>
                  <a:gd name="T20" fmla="*/ 74 w 37"/>
                  <a:gd name="T21" fmla="*/ 0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04">
                    <a:moveTo>
                      <a:pt x="32" y="0"/>
                    </a:moveTo>
                    <a:cubicBezTo>
                      <a:pt x="35" y="10"/>
                      <a:pt x="37" y="22"/>
                      <a:pt x="37" y="33"/>
                    </a:cubicBezTo>
                    <a:cubicBezTo>
                      <a:pt x="36" y="45"/>
                      <a:pt x="34" y="58"/>
                      <a:pt x="33" y="70"/>
                    </a:cubicBezTo>
                    <a:cubicBezTo>
                      <a:pt x="32" y="78"/>
                      <a:pt x="31" y="85"/>
                      <a:pt x="28" y="92"/>
                    </a:cubicBezTo>
                    <a:cubicBezTo>
                      <a:pt x="27" y="96"/>
                      <a:pt x="25" y="101"/>
                      <a:pt x="25" y="104"/>
                    </a:cubicBezTo>
                    <a:cubicBezTo>
                      <a:pt x="17" y="89"/>
                      <a:pt x="19" y="69"/>
                      <a:pt x="12" y="53"/>
                    </a:cubicBezTo>
                    <a:cubicBezTo>
                      <a:pt x="11" y="50"/>
                      <a:pt x="8" y="47"/>
                      <a:pt x="7" y="45"/>
                    </a:cubicBezTo>
                    <a:cubicBezTo>
                      <a:pt x="6" y="42"/>
                      <a:pt x="7" y="37"/>
                      <a:pt x="7" y="34"/>
                    </a:cubicBezTo>
                    <a:cubicBezTo>
                      <a:pt x="7" y="30"/>
                      <a:pt x="7" y="26"/>
                      <a:pt x="5" y="22"/>
                    </a:cubicBezTo>
                    <a:cubicBezTo>
                      <a:pt x="3" y="20"/>
                      <a:pt x="0" y="19"/>
                      <a:pt x="1" y="16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1" name="Freeform 120">
                <a:extLst>
                  <a:ext uri="{FF2B5EF4-FFF2-40B4-BE49-F238E27FC236}">
                    <a16:creationId xmlns:a16="http://schemas.microsoft.com/office/drawing/2014/main" id="{67D6518B-9FE6-4381-9755-B14A448EB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763"/>
                <a:ext cx="192" cy="140"/>
              </a:xfrm>
              <a:custGeom>
                <a:avLst/>
                <a:gdLst>
                  <a:gd name="T0" fmla="*/ 268 w 144"/>
                  <a:gd name="T1" fmla="*/ 249 h 105"/>
                  <a:gd name="T2" fmla="*/ 341 w 144"/>
                  <a:gd name="T3" fmla="*/ 212 h 105"/>
                  <a:gd name="T4" fmla="*/ 320 w 144"/>
                  <a:gd name="T5" fmla="*/ 192 h 105"/>
                  <a:gd name="T6" fmla="*/ 247 w 144"/>
                  <a:gd name="T7" fmla="*/ 169 h 105"/>
                  <a:gd name="T8" fmla="*/ 197 w 144"/>
                  <a:gd name="T9" fmla="*/ 116 h 105"/>
                  <a:gd name="T10" fmla="*/ 219 w 144"/>
                  <a:gd name="T11" fmla="*/ 33 h 105"/>
                  <a:gd name="T12" fmla="*/ 143 w 144"/>
                  <a:gd name="T13" fmla="*/ 48 h 105"/>
                  <a:gd name="T14" fmla="*/ 92 w 144"/>
                  <a:gd name="T15" fmla="*/ 15 h 105"/>
                  <a:gd name="T16" fmla="*/ 52 w 144"/>
                  <a:gd name="T17" fmla="*/ 49 h 105"/>
                  <a:gd name="T18" fmla="*/ 27 w 144"/>
                  <a:gd name="T19" fmla="*/ 65 h 105"/>
                  <a:gd name="T20" fmla="*/ 9 w 144"/>
                  <a:gd name="T21" fmla="*/ 84 h 105"/>
                  <a:gd name="T22" fmla="*/ 27 w 144"/>
                  <a:gd name="T23" fmla="*/ 123 h 105"/>
                  <a:gd name="T24" fmla="*/ 64 w 144"/>
                  <a:gd name="T25" fmla="*/ 155 h 105"/>
                  <a:gd name="T26" fmla="*/ 268 w 144"/>
                  <a:gd name="T27" fmla="*/ 249 h 10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4" h="105">
                    <a:moveTo>
                      <a:pt x="113" y="105"/>
                    </a:moveTo>
                    <a:cubicBezTo>
                      <a:pt x="144" y="89"/>
                      <a:pt x="144" y="89"/>
                      <a:pt x="144" y="89"/>
                    </a:cubicBezTo>
                    <a:cubicBezTo>
                      <a:pt x="144" y="89"/>
                      <a:pt x="139" y="86"/>
                      <a:pt x="135" y="81"/>
                    </a:cubicBezTo>
                    <a:cubicBezTo>
                      <a:pt x="131" y="77"/>
                      <a:pt x="117" y="78"/>
                      <a:pt x="104" y="71"/>
                    </a:cubicBezTo>
                    <a:cubicBezTo>
                      <a:pt x="91" y="63"/>
                      <a:pt x="80" y="68"/>
                      <a:pt x="83" y="49"/>
                    </a:cubicBezTo>
                    <a:cubicBezTo>
                      <a:pt x="87" y="30"/>
                      <a:pt x="92" y="14"/>
                      <a:pt x="92" y="14"/>
                    </a:cubicBezTo>
                    <a:cubicBezTo>
                      <a:pt x="92" y="14"/>
                      <a:pt x="73" y="29"/>
                      <a:pt x="60" y="20"/>
                    </a:cubicBezTo>
                    <a:cubicBezTo>
                      <a:pt x="47" y="10"/>
                      <a:pt x="49" y="0"/>
                      <a:pt x="39" y="6"/>
                    </a:cubicBezTo>
                    <a:cubicBezTo>
                      <a:pt x="29" y="11"/>
                      <a:pt x="24" y="17"/>
                      <a:pt x="22" y="21"/>
                    </a:cubicBezTo>
                    <a:cubicBezTo>
                      <a:pt x="20" y="25"/>
                      <a:pt x="16" y="25"/>
                      <a:pt x="11" y="28"/>
                    </a:cubicBezTo>
                    <a:cubicBezTo>
                      <a:pt x="6" y="31"/>
                      <a:pt x="0" y="31"/>
                      <a:pt x="4" y="35"/>
                    </a:cubicBezTo>
                    <a:cubicBezTo>
                      <a:pt x="9" y="40"/>
                      <a:pt x="14" y="48"/>
                      <a:pt x="11" y="52"/>
                    </a:cubicBezTo>
                    <a:cubicBezTo>
                      <a:pt x="8" y="56"/>
                      <a:pt x="16" y="63"/>
                      <a:pt x="27" y="65"/>
                    </a:cubicBezTo>
                    <a:cubicBezTo>
                      <a:pt x="37" y="67"/>
                      <a:pt x="113" y="105"/>
                      <a:pt x="113" y="105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2" name="Freeform 121">
                <a:extLst>
                  <a:ext uri="{FF2B5EF4-FFF2-40B4-BE49-F238E27FC236}">
                    <a16:creationId xmlns:a16="http://schemas.microsoft.com/office/drawing/2014/main" id="{51D35285-4F64-4B51-99BD-AC95A8CE3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613"/>
                <a:ext cx="92" cy="88"/>
              </a:xfrm>
              <a:custGeom>
                <a:avLst/>
                <a:gdLst>
                  <a:gd name="T0" fmla="*/ 52 w 69"/>
                  <a:gd name="T1" fmla="*/ 156 h 66"/>
                  <a:gd name="T2" fmla="*/ 164 w 69"/>
                  <a:gd name="T3" fmla="*/ 129 h 66"/>
                  <a:gd name="T4" fmla="*/ 108 w 69"/>
                  <a:gd name="T5" fmla="*/ 73 h 66"/>
                  <a:gd name="T6" fmla="*/ 64 w 69"/>
                  <a:gd name="T7" fmla="*/ 1 h 66"/>
                  <a:gd name="T8" fmla="*/ 31 w 69"/>
                  <a:gd name="T9" fmla="*/ 27 h 66"/>
                  <a:gd name="T10" fmla="*/ 16 w 69"/>
                  <a:gd name="T11" fmla="*/ 48 h 66"/>
                  <a:gd name="T12" fmla="*/ 12 w 69"/>
                  <a:gd name="T13" fmla="*/ 73 h 66"/>
                  <a:gd name="T14" fmla="*/ 52 w 69"/>
                  <a:gd name="T15" fmla="*/ 156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6">
                    <a:moveTo>
                      <a:pt x="22" y="66"/>
                    </a:moveTo>
                    <a:cubicBezTo>
                      <a:pt x="69" y="55"/>
                      <a:pt x="69" y="55"/>
                      <a:pt x="69" y="55"/>
                    </a:cubicBezTo>
                    <a:cubicBezTo>
                      <a:pt x="69" y="55"/>
                      <a:pt x="56" y="45"/>
                      <a:pt x="46" y="31"/>
                    </a:cubicBezTo>
                    <a:cubicBezTo>
                      <a:pt x="35" y="16"/>
                      <a:pt x="35" y="0"/>
                      <a:pt x="27" y="1"/>
                    </a:cubicBezTo>
                    <a:cubicBezTo>
                      <a:pt x="18" y="1"/>
                      <a:pt x="10" y="3"/>
                      <a:pt x="13" y="11"/>
                    </a:cubicBezTo>
                    <a:cubicBezTo>
                      <a:pt x="15" y="19"/>
                      <a:pt x="13" y="18"/>
                      <a:pt x="7" y="20"/>
                    </a:cubicBezTo>
                    <a:cubicBezTo>
                      <a:pt x="0" y="21"/>
                      <a:pt x="4" y="20"/>
                      <a:pt x="5" y="31"/>
                    </a:cubicBezTo>
                    <a:cubicBezTo>
                      <a:pt x="5" y="43"/>
                      <a:pt x="22" y="66"/>
                      <a:pt x="22" y="66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3" name="Freeform 122">
                <a:extLst>
                  <a:ext uri="{FF2B5EF4-FFF2-40B4-BE49-F238E27FC236}">
                    <a16:creationId xmlns:a16="http://schemas.microsoft.com/office/drawing/2014/main" id="{742FD65C-BFEA-4CE9-B383-2C073FEA7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505"/>
                <a:ext cx="180" cy="170"/>
              </a:xfrm>
              <a:custGeom>
                <a:avLst/>
                <a:gdLst>
                  <a:gd name="T0" fmla="*/ 197 w 135"/>
                  <a:gd name="T1" fmla="*/ 305 h 127"/>
                  <a:gd name="T2" fmla="*/ 320 w 135"/>
                  <a:gd name="T3" fmla="*/ 281 h 127"/>
                  <a:gd name="T4" fmla="*/ 228 w 135"/>
                  <a:gd name="T5" fmla="*/ 175 h 127"/>
                  <a:gd name="T6" fmla="*/ 176 w 135"/>
                  <a:gd name="T7" fmla="*/ 149 h 127"/>
                  <a:gd name="T8" fmla="*/ 143 w 135"/>
                  <a:gd name="T9" fmla="*/ 115 h 127"/>
                  <a:gd name="T10" fmla="*/ 87 w 135"/>
                  <a:gd name="T11" fmla="*/ 48 h 127"/>
                  <a:gd name="T12" fmla="*/ 0 w 135"/>
                  <a:gd name="T13" fmla="*/ 0 h 127"/>
                  <a:gd name="T14" fmla="*/ 28 w 135"/>
                  <a:gd name="T15" fmla="*/ 78 h 127"/>
                  <a:gd name="T16" fmla="*/ 116 w 135"/>
                  <a:gd name="T17" fmla="*/ 194 h 127"/>
                  <a:gd name="T18" fmla="*/ 172 w 135"/>
                  <a:gd name="T19" fmla="*/ 242 h 127"/>
                  <a:gd name="T20" fmla="*/ 197 w 135"/>
                  <a:gd name="T21" fmla="*/ 305 h 1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5" h="127">
                    <a:moveTo>
                      <a:pt x="83" y="127"/>
                    </a:moveTo>
                    <a:cubicBezTo>
                      <a:pt x="135" y="117"/>
                      <a:pt x="135" y="117"/>
                      <a:pt x="135" y="117"/>
                    </a:cubicBezTo>
                    <a:cubicBezTo>
                      <a:pt x="135" y="117"/>
                      <a:pt x="104" y="76"/>
                      <a:pt x="96" y="73"/>
                    </a:cubicBezTo>
                    <a:cubicBezTo>
                      <a:pt x="88" y="69"/>
                      <a:pt x="81" y="59"/>
                      <a:pt x="74" y="62"/>
                    </a:cubicBezTo>
                    <a:cubicBezTo>
                      <a:pt x="68" y="65"/>
                      <a:pt x="66" y="62"/>
                      <a:pt x="60" y="48"/>
                    </a:cubicBezTo>
                    <a:cubicBezTo>
                      <a:pt x="53" y="34"/>
                      <a:pt x="50" y="23"/>
                      <a:pt x="37" y="20"/>
                    </a:cubicBezTo>
                    <a:cubicBezTo>
                      <a:pt x="25" y="17"/>
                      <a:pt x="0" y="0"/>
                      <a:pt x="0" y="0"/>
                    </a:cubicBezTo>
                    <a:cubicBezTo>
                      <a:pt x="0" y="0"/>
                      <a:pt x="0" y="17"/>
                      <a:pt x="12" y="32"/>
                    </a:cubicBezTo>
                    <a:cubicBezTo>
                      <a:pt x="23" y="48"/>
                      <a:pt x="33" y="76"/>
                      <a:pt x="49" y="81"/>
                    </a:cubicBezTo>
                    <a:cubicBezTo>
                      <a:pt x="64" y="86"/>
                      <a:pt x="68" y="94"/>
                      <a:pt x="73" y="101"/>
                    </a:cubicBezTo>
                    <a:cubicBezTo>
                      <a:pt x="78" y="109"/>
                      <a:pt x="83" y="127"/>
                      <a:pt x="83" y="127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4" name="Freeform 123">
                <a:extLst>
                  <a:ext uri="{FF2B5EF4-FFF2-40B4-BE49-F238E27FC236}">
                    <a16:creationId xmlns:a16="http://schemas.microsoft.com/office/drawing/2014/main" id="{5EDA3488-5C7F-48B0-82DB-9BCB7342C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588"/>
                <a:ext cx="118" cy="63"/>
              </a:xfrm>
              <a:custGeom>
                <a:avLst/>
                <a:gdLst>
                  <a:gd name="T0" fmla="*/ 43 w 88"/>
                  <a:gd name="T1" fmla="*/ 113 h 47"/>
                  <a:gd name="T2" fmla="*/ 205 w 88"/>
                  <a:gd name="T3" fmla="*/ 79 h 47"/>
                  <a:gd name="T4" fmla="*/ 184 w 88"/>
                  <a:gd name="T5" fmla="*/ 42 h 47"/>
                  <a:gd name="T6" fmla="*/ 106 w 88"/>
                  <a:gd name="T7" fmla="*/ 12 h 47"/>
                  <a:gd name="T8" fmla="*/ 63 w 88"/>
                  <a:gd name="T9" fmla="*/ 7 h 47"/>
                  <a:gd name="T10" fmla="*/ 54 w 88"/>
                  <a:gd name="T11" fmla="*/ 27 h 47"/>
                  <a:gd name="T12" fmla="*/ 0 w 88"/>
                  <a:gd name="T13" fmla="*/ 52 h 47"/>
                  <a:gd name="T14" fmla="*/ 43 w 88"/>
                  <a:gd name="T15" fmla="*/ 113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47">
                    <a:moveTo>
                      <a:pt x="18" y="47"/>
                    </a:moveTo>
                    <a:cubicBezTo>
                      <a:pt x="85" y="33"/>
                      <a:pt x="85" y="33"/>
                      <a:pt x="85" y="33"/>
                    </a:cubicBezTo>
                    <a:cubicBezTo>
                      <a:pt x="85" y="33"/>
                      <a:pt x="88" y="21"/>
                      <a:pt x="76" y="17"/>
                    </a:cubicBezTo>
                    <a:cubicBezTo>
                      <a:pt x="64" y="12"/>
                      <a:pt x="50" y="10"/>
                      <a:pt x="44" y="5"/>
                    </a:cubicBezTo>
                    <a:cubicBezTo>
                      <a:pt x="37" y="0"/>
                      <a:pt x="26" y="3"/>
                      <a:pt x="26" y="3"/>
                    </a:cubicBezTo>
                    <a:cubicBezTo>
                      <a:pt x="26" y="3"/>
                      <a:pt x="39" y="6"/>
                      <a:pt x="22" y="11"/>
                    </a:cubicBezTo>
                    <a:cubicBezTo>
                      <a:pt x="4" y="16"/>
                      <a:pt x="0" y="22"/>
                      <a:pt x="0" y="22"/>
                    </a:cubicBezTo>
                    <a:cubicBezTo>
                      <a:pt x="0" y="22"/>
                      <a:pt x="16" y="31"/>
                      <a:pt x="18" y="47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5" name="Freeform 124">
                <a:extLst>
                  <a:ext uri="{FF2B5EF4-FFF2-40B4-BE49-F238E27FC236}">
                    <a16:creationId xmlns:a16="http://schemas.microsoft.com/office/drawing/2014/main" id="{E912F330-B94A-48D1-AA6E-95AC88F35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459"/>
                <a:ext cx="163" cy="166"/>
              </a:xfrm>
              <a:custGeom>
                <a:avLst/>
                <a:gdLst>
                  <a:gd name="T0" fmla="*/ 176 w 122"/>
                  <a:gd name="T1" fmla="*/ 292 h 125"/>
                  <a:gd name="T2" fmla="*/ 265 w 122"/>
                  <a:gd name="T3" fmla="*/ 274 h 125"/>
                  <a:gd name="T4" fmla="*/ 267 w 122"/>
                  <a:gd name="T5" fmla="*/ 227 h 125"/>
                  <a:gd name="T6" fmla="*/ 219 w 122"/>
                  <a:gd name="T7" fmla="*/ 150 h 125"/>
                  <a:gd name="T8" fmla="*/ 148 w 122"/>
                  <a:gd name="T9" fmla="*/ 65 h 125"/>
                  <a:gd name="T10" fmla="*/ 65 w 122"/>
                  <a:gd name="T11" fmla="*/ 0 h 125"/>
                  <a:gd name="T12" fmla="*/ 0 w 122"/>
                  <a:gd name="T13" fmla="*/ 20 h 125"/>
                  <a:gd name="T14" fmla="*/ 28 w 122"/>
                  <a:gd name="T15" fmla="*/ 127 h 125"/>
                  <a:gd name="T16" fmla="*/ 80 w 122"/>
                  <a:gd name="T17" fmla="*/ 166 h 125"/>
                  <a:gd name="T18" fmla="*/ 120 w 122"/>
                  <a:gd name="T19" fmla="*/ 222 h 125"/>
                  <a:gd name="T20" fmla="*/ 168 w 122"/>
                  <a:gd name="T21" fmla="*/ 263 h 125"/>
                  <a:gd name="T22" fmla="*/ 176 w 122"/>
                  <a:gd name="T23" fmla="*/ 292 h 1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2" h="125">
                    <a:moveTo>
                      <a:pt x="74" y="125"/>
                    </a:move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22" y="111"/>
                      <a:pt x="112" y="97"/>
                    </a:cubicBezTo>
                    <a:cubicBezTo>
                      <a:pt x="102" y="83"/>
                      <a:pt x="98" y="77"/>
                      <a:pt x="92" y="64"/>
                    </a:cubicBezTo>
                    <a:cubicBezTo>
                      <a:pt x="86" y="50"/>
                      <a:pt x="72" y="30"/>
                      <a:pt x="62" y="28"/>
                    </a:cubicBezTo>
                    <a:cubicBezTo>
                      <a:pt x="52" y="25"/>
                      <a:pt x="28" y="15"/>
                      <a:pt x="28" y="0"/>
                    </a:cubicBezTo>
                    <a:cubicBezTo>
                      <a:pt x="28" y="0"/>
                      <a:pt x="11" y="14"/>
                      <a:pt x="0" y="8"/>
                    </a:cubicBezTo>
                    <a:cubicBezTo>
                      <a:pt x="0" y="8"/>
                      <a:pt x="17" y="46"/>
                      <a:pt x="12" y="54"/>
                    </a:cubicBezTo>
                    <a:cubicBezTo>
                      <a:pt x="12" y="54"/>
                      <a:pt x="26" y="61"/>
                      <a:pt x="34" y="71"/>
                    </a:cubicBezTo>
                    <a:cubicBezTo>
                      <a:pt x="42" y="81"/>
                      <a:pt x="42" y="87"/>
                      <a:pt x="50" y="95"/>
                    </a:cubicBezTo>
                    <a:cubicBezTo>
                      <a:pt x="58" y="102"/>
                      <a:pt x="67" y="106"/>
                      <a:pt x="70" y="112"/>
                    </a:cubicBezTo>
                    <a:cubicBezTo>
                      <a:pt x="72" y="118"/>
                      <a:pt x="74" y="125"/>
                      <a:pt x="74" y="125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6" name="Freeform 125">
                <a:extLst>
                  <a:ext uri="{FF2B5EF4-FFF2-40B4-BE49-F238E27FC236}">
                    <a16:creationId xmlns:a16="http://schemas.microsoft.com/office/drawing/2014/main" id="{8F22245E-3B58-40EA-8C03-71D4987E0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482"/>
                <a:ext cx="130" cy="118"/>
              </a:xfrm>
              <a:custGeom>
                <a:avLst/>
                <a:gdLst>
                  <a:gd name="T0" fmla="*/ 145 w 98"/>
                  <a:gd name="T1" fmla="*/ 207 h 89"/>
                  <a:gd name="T2" fmla="*/ 222 w 98"/>
                  <a:gd name="T3" fmla="*/ 188 h 89"/>
                  <a:gd name="T4" fmla="*/ 223 w 98"/>
                  <a:gd name="T5" fmla="*/ 123 h 89"/>
                  <a:gd name="T6" fmla="*/ 178 w 98"/>
                  <a:gd name="T7" fmla="*/ 70 h 89"/>
                  <a:gd name="T8" fmla="*/ 119 w 98"/>
                  <a:gd name="T9" fmla="*/ 20 h 89"/>
                  <a:gd name="T10" fmla="*/ 48 w 98"/>
                  <a:gd name="T11" fmla="*/ 12 h 89"/>
                  <a:gd name="T12" fmla="*/ 9 w 98"/>
                  <a:gd name="T13" fmla="*/ 9 h 89"/>
                  <a:gd name="T14" fmla="*/ 31 w 98"/>
                  <a:gd name="T15" fmla="*/ 50 h 89"/>
                  <a:gd name="T16" fmla="*/ 92 w 98"/>
                  <a:gd name="T17" fmla="*/ 107 h 89"/>
                  <a:gd name="T18" fmla="*/ 117 w 98"/>
                  <a:gd name="T19" fmla="*/ 172 h 89"/>
                  <a:gd name="T20" fmla="*/ 145 w 98"/>
                  <a:gd name="T21" fmla="*/ 207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89">
                    <a:moveTo>
                      <a:pt x="62" y="89"/>
                    </a:moveTo>
                    <a:cubicBezTo>
                      <a:pt x="95" y="81"/>
                      <a:pt x="95" y="81"/>
                      <a:pt x="95" y="81"/>
                    </a:cubicBezTo>
                    <a:cubicBezTo>
                      <a:pt x="95" y="81"/>
                      <a:pt x="98" y="61"/>
                      <a:pt x="96" y="53"/>
                    </a:cubicBezTo>
                    <a:cubicBezTo>
                      <a:pt x="95" y="46"/>
                      <a:pt x="90" y="45"/>
                      <a:pt x="76" y="30"/>
                    </a:cubicBezTo>
                    <a:cubicBezTo>
                      <a:pt x="62" y="16"/>
                      <a:pt x="61" y="6"/>
                      <a:pt x="51" y="8"/>
                    </a:cubicBezTo>
                    <a:cubicBezTo>
                      <a:pt x="40" y="11"/>
                      <a:pt x="28" y="11"/>
                      <a:pt x="20" y="5"/>
                    </a:cubicBezTo>
                    <a:cubicBezTo>
                      <a:pt x="12" y="0"/>
                      <a:pt x="7" y="0"/>
                      <a:pt x="4" y="4"/>
                    </a:cubicBezTo>
                    <a:cubicBezTo>
                      <a:pt x="1" y="8"/>
                      <a:pt x="0" y="15"/>
                      <a:pt x="13" y="22"/>
                    </a:cubicBezTo>
                    <a:cubicBezTo>
                      <a:pt x="26" y="28"/>
                      <a:pt x="34" y="32"/>
                      <a:pt x="39" y="46"/>
                    </a:cubicBezTo>
                    <a:cubicBezTo>
                      <a:pt x="45" y="60"/>
                      <a:pt x="43" y="73"/>
                      <a:pt x="50" y="74"/>
                    </a:cubicBezTo>
                    <a:cubicBezTo>
                      <a:pt x="56" y="75"/>
                      <a:pt x="62" y="89"/>
                      <a:pt x="62" y="89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7" name="Freeform 126">
                <a:extLst>
                  <a:ext uri="{FF2B5EF4-FFF2-40B4-BE49-F238E27FC236}">
                    <a16:creationId xmlns:a16="http://schemas.microsoft.com/office/drawing/2014/main" id="{30B5A28A-A93F-44BB-A172-6600C6143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687"/>
                <a:ext cx="68" cy="202"/>
              </a:xfrm>
              <a:custGeom>
                <a:avLst/>
                <a:gdLst>
                  <a:gd name="T0" fmla="*/ 9 w 51"/>
                  <a:gd name="T1" fmla="*/ 27 h 152"/>
                  <a:gd name="T2" fmla="*/ 12 w 51"/>
                  <a:gd name="T3" fmla="*/ 219 h 152"/>
                  <a:gd name="T4" fmla="*/ 23 w 51"/>
                  <a:gd name="T5" fmla="*/ 291 h 152"/>
                  <a:gd name="T6" fmla="*/ 65 w 51"/>
                  <a:gd name="T7" fmla="*/ 356 h 152"/>
                  <a:gd name="T8" fmla="*/ 85 w 51"/>
                  <a:gd name="T9" fmla="*/ 300 h 152"/>
                  <a:gd name="T10" fmla="*/ 87 w 51"/>
                  <a:gd name="T11" fmla="*/ 222 h 152"/>
                  <a:gd name="T12" fmla="*/ 105 w 51"/>
                  <a:gd name="T13" fmla="*/ 130 h 152"/>
                  <a:gd name="T14" fmla="*/ 121 w 51"/>
                  <a:gd name="T15" fmla="*/ 69 h 152"/>
                  <a:gd name="T16" fmla="*/ 121 w 51"/>
                  <a:gd name="T17" fmla="*/ 0 h 152"/>
                  <a:gd name="T18" fmla="*/ 9 w 51"/>
                  <a:gd name="T19" fmla="*/ 27 h 1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152">
                    <a:moveTo>
                      <a:pt x="4" y="11"/>
                    </a:moveTo>
                    <a:cubicBezTo>
                      <a:pt x="4" y="11"/>
                      <a:pt x="4" y="74"/>
                      <a:pt x="5" y="93"/>
                    </a:cubicBezTo>
                    <a:cubicBezTo>
                      <a:pt x="6" y="112"/>
                      <a:pt x="0" y="113"/>
                      <a:pt x="10" y="124"/>
                    </a:cubicBezTo>
                    <a:cubicBezTo>
                      <a:pt x="20" y="136"/>
                      <a:pt x="28" y="152"/>
                      <a:pt x="28" y="152"/>
                    </a:cubicBezTo>
                    <a:cubicBezTo>
                      <a:pt x="28" y="152"/>
                      <a:pt x="34" y="133"/>
                      <a:pt x="36" y="128"/>
                    </a:cubicBezTo>
                    <a:cubicBezTo>
                      <a:pt x="37" y="123"/>
                      <a:pt x="37" y="118"/>
                      <a:pt x="37" y="95"/>
                    </a:cubicBezTo>
                    <a:cubicBezTo>
                      <a:pt x="37" y="72"/>
                      <a:pt x="40" y="68"/>
                      <a:pt x="44" y="56"/>
                    </a:cubicBezTo>
                    <a:cubicBezTo>
                      <a:pt x="48" y="44"/>
                      <a:pt x="51" y="29"/>
                      <a:pt x="51" y="29"/>
                    </a:cubicBezTo>
                    <a:cubicBezTo>
                      <a:pt x="51" y="0"/>
                      <a:pt x="51" y="0"/>
                      <a:pt x="51" y="0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8" name="Freeform 127">
                <a:extLst>
                  <a:ext uri="{FF2B5EF4-FFF2-40B4-BE49-F238E27FC236}">
                    <a16:creationId xmlns:a16="http://schemas.microsoft.com/office/drawing/2014/main" id="{A22B3F3D-4B08-48D1-B060-59551E56B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661"/>
                <a:ext cx="70" cy="167"/>
              </a:xfrm>
              <a:custGeom>
                <a:avLst/>
                <a:gdLst>
                  <a:gd name="T0" fmla="*/ 0 w 52"/>
                  <a:gd name="T1" fmla="*/ 23 h 125"/>
                  <a:gd name="T2" fmla="*/ 127 w 52"/>
                  <a:gd name="T3" fmla="*/ 0 h 125"/>
                  <a:gd name="T4" fmla="*/ 112 w 52"/>
                  <a:gd name="T5" fmla="*/ 63 h 125"/>
                  <a:gd name="T6" fmla="*/ 96 w 52"/>
                  <a:gd name="T7" fmla="*/ 138 h 125"/>
                  <a:gd name="T8" fmla="*/ 85 w 52"/>
                  <a:gd name="T9" fmla="*/ 232 h 125"/>
                  <a:gd name="T10" fmla="*/ 57 w 52"/>
                  <a:gd name="T11" fmla="*/ 297 h 125"/>
                  <a:gd name="T12" fmla="*/ 9 w 52"/>
                  <a:gd name="T13" fmla="*/ 298 h 125"/>
                  <a:gd name="T14" fmla="*/ 12 w 52"/>
                  <a:gd name="T15" fmla="*/ 212 h 125"/>
                  <a:gd name="T16" fmla="*/ 0 w 52"/>
                  <a:gd name="T17" fmla="*/ 23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25">
                    <a:moveTo>
                      <a:pt x="0" y="1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51" y="15"/>
                      <a:pt x="46" y="26"/>
                    </a:cubicBezTo>
                    <a:cubicBezTo>
                      <a:pt x="41" y="38"/>
                      <a:pt x="40" y="37"/>
                      <a:pt x="39" y="58"/>
                    </a:cubicBezTo>
                    <a:cubicBezTo>
                      <a:pt x="38" y="79"/>
                      <a:pt x="35" y="97"/>
                      <a:pt x="35" y="97"/>
                    </a:cubicBezTo>
                    <a:cubicBezTo>
                      <a:pt x="23" y="124"/>
                      <a:pt x="23" y="124"/>
                      <a:pt x="23" y="124"/>
                    </a:cubicBezTo>
                    <a:cubicBezTo>
                      <a:pt x="4" y="125"/>
                      <a:pt x="4" y="125"/>
                      <a:pt x="4" y="125"/>
                    </a:cubicBezTo>
                    <a:cubicBezTo>
                      <a:pt x="4" y="125"/>
                      <a:pt x="6" y="115"/>
                      <a:pt x="5" y="89"/>
                    </a:cubicBezTo>
                    <a:cubicBezTo>
                      <a:pt x="5" y="62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9" name="Freeform 128">
                <a:extLst>
                  <a:ext uri="{FF2B5EF4-FFF2-40B4-BE49-F238E27FC236}">
                    <a16:creationId xmlns:a16="http://schemas.microsoft.com/office/drawing/2014/main" id="{1AD87620-2F2D-4BF4-8062-80559621D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632"/>
                <a:ext cx="102" cy="338"/>
              </a:xfrm>
              <a:custGeom>
                <a:avLst/>
                <a:gdLst>
                  <a:gd name="T0" fmla="*/ 21 w 76"/>
                  <a:gd name="T1" fmla="*/ 33 h 254"/>
                  <a:gd name="T2" fmla="*/ 184 w 76"/>
                  <a:gd name="T3" fmla="*/ 0 h 254"/>
                  <a:gd name="T4" fmla="*/ 179 w 76"/>
                  <a:gd name="T5" fmla="*/ 118 h 254"/>
                  <a:gd name="T6" fmla="*/ 169 w 76"/>
                  <a:gd name="T7" fmla="*/ 198 h 254"/>
                  <a:gd name="T8" fmla="*/ 164 w 76"/>
                  <a:gd name="T9" fmla="*/ 258 h 254"/>
                  <a:gd name="T10" fmla="*/ 148 w 76"/>
                  <a:gd name="T11" fmla="*/ 355 h 254"/>
                  <a:gd name="T12" fmla="*/ 136 w 76"/>
                  <a:gd name="T13" fmla="*/ 407 h 254"/>
                  <a:gd name="T14" fmla="*/ 126 w 76"/>
                  <a:gd name="T15" fmla="*/ 487 h 254"/>
                  <a:gd name="T16" fmla="*/ 86 w 76"/>
                  <a:gd name="T17" fmla="*/ 519 h 254"/>
                  <a:gd name="T18" fmla="*/ 21 w 76"/>
                  <a:gd name="T19" fmla="*/ 599 h 254"/>
                  <a:gd name="T20" fmla="*/ 12 w 76"/>
                  <a:gd name="T21" fmla="*/ 487 h 254"/>
                  <a:gd name="T22" fmla="*/ 9 w 76"/>
                  <a:gd name="T23" fmla="*/ 397 h 254"/>
                  <a:gd name="T24" fmla="*/ 16 w 76"/>
                  <a:gd name="T25" fmla="*/ 321 h 254"/>
                  <a:gd name="T26" fmla="*/ 16 w 76"/>
                  <a:gd name="T27" fmla="*/ 188 h 254"/>
                  <a:gd name="T28" fmla="*/ 21 w 76"/>
                  <a:gd name="T29" fmla="*/ 33 h 2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6" h="254">
                    <a:moveTo>
                      <a:pt x="9" y="14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72" y="38"/>
                      <a:pt x="74" y="50"/>
                    </a:cubicBezTo>
                    <a:cubicBezTo>
                      <a:pt x="75" y="62"/>
                      <a:pt x="73" y="73"/>
                      <a:pt x="70" y="84"/>
                    </a:cubicBezTo>
                    <a:cubicBezTo>
                      <a:pt x="67" y="96"/>
                      <a:pt x="67" y="97"/>
                      <a:pt x="68" y="110"/>
                    </a:cubicBezTo>
                    <a:cubicBezTo>
                      <a:pt x="69" y="123"/>
                      <a:pt x="65" y="140"/>
                      <a:pt x="61" y="151"/>
                    </a:cubicBezTo>
                    <a:cubicBezTo>
                      <a:pt x="56" y="162"/>
                      <a:pt x="53" y="164"/>
                      <a:pt x="56" y="173"/>
                    </a:cubicBezTo>
                    <a:cubicBezTo>
                      <a:pt x="59" y="183"/>
                      <a:pt x="63" y="203"/>
                      <a:pt x="52" y="207"/>
                    </a:cubicBezTo>
                    <a:cubicBezTo>
                      <a:pt x="42" y="210"/>
                      <a:pt x="47" y="202"/>
                      <a:pt x="36" y="220"/>
                    </a:cubicBezTo>
                    <a:cubicBezTo>
                      <a:pt x="24" y="237"/>
                      <a:pt x="9" y="254"/>
                      <a:pt x="9" y="254"/>
                    </a:cubicBezTo>
                    <a:cubicBezTo>
                      <a:pt x="9" y="254"/>
                      <a:pt x="10" y="230"/>
                      <a:pt x="5" y="207"/>
                    </a:cubicBezTo>
                    <a:cubicBezTo>
                      <a:pt x="0" y="185"/>
                      <a:pt x="1" y="184"/>
                      <a:pt x="4" y="168"/>
                    </a:cubicBezTo>
                    <a:cubicBezTo>
                      <a:pt x="7" y="151"/>
                      <a:pt x="8" y="149"/>
                      <a:pt x="7" y="136"/>
                    </a:cubicBezTo>
                    <a:cubicBezTo>
                      <a:pt x="5" y="123"/>
                      <a:pt x="10" y="95"/>
                      <a:pt x="7" y="80"/>
                    </a:cubicBezTo>
                    <a:cubicBezTo>
                      <a:pt x="3" y="65"/>
                      <a:pt x="3" y="25"/>
                      <a:pt x="9" y="14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0" name="Freeform 129">
                <a:extLst>
                  <a:ext uri="{FF2B5EF4-FFF2-40B4-BE49-F238E27FC236}">
                    <a16:creationId xmlns:a16="http://schemas.microsoft.com/office/drawing/2014/main" id="{5E7AE164-C799-45FF-AE97-792656B35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615"/>
                <a:ext cx="60" cy="182"/>
              </a:xfrm>
              <a:custGeom>
                <a:avLst/>
                <a:gdLst>
                  <a:gd name="T0" fmla="*/ 20 w 45"/>
                  <a:gd name="T1" fmla="*/ 20 h 137"/>
                  <a:gd name="T2" fmla="*/ 107 w 45"/>
                  <a:gd name="T3" fmla="*/ 0 h 137"/>
                  <a:gd name="T4" fmla="*/ 95 w 45"/>
                  <a:gd name="T5" fmla="*/ 96 h 137"/>
                  <a:gd name="T6" fmla="*/ 71 w 45"/>
                  <a:gd name="T7" fmla="*/ 201 h 137"/>
                  <a:gd name="T8" fmla="*/ 48 w 45"/>
                  <a:gd name="T9" fmla="*/ 321 h 137"/>
                  <a:gd name="T10" fmla="*/ 31 w 45"/>
                  <a:gd name="T11" fmla="*/ 183 h 137"/>
                  <a:gd name="T12" fmla="*/ 20 w 45"/>
                  <a:gd name="T13" fmla="*/ 20 h 1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37">
                    <a:moveTo>
                      <a:pt x="8" y="8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45" y="26"/>
                      <a:pt x="40" y="41"/>
                    </a:cubicBezTo>
                    <a:cubicBezTo>
                      <a:pt x="34" y="55"/>
                      <a:pt x="31" y="70"/>
                      <a:pt x="30" y="86"/>
                    </a:cubicBezTo>
                    <a:cubicBezTo>
                      <a:pt x="29" y="101"/>
                      <a:pt x="20" y="137"/>
                      <a:pt x="20" y="137"/>
                    </a:cubicBezTo>
                    <a:cubicBezTo>
                      <a:pt x="20" y="137"/>
                      <a:pt x="19" y="100"/>
                      <a:pt x="13" y="78"/>
                    </a:cubicBezTo>
                    <a:cubicBezTo>
                      <a:pt x="7" y="56"/>
                      <a:pt x="0" y="28"/>
                      <a:pt x="8" y="8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1" name="Freeform 130">
                <a:extLst>
                  <a:ext uri="{FF2B5EF4-FFF2-40B4-BE49-F238E27FC236}">
                    <a16:creationId xmlns:a16="http://schemas.microsoft.com/office/drawing/2014/main" id="{53BF5A75-AFD9-4530-8E9F-376F0A838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589"/>
                <a:ext cx="55" cy="227"/>
              </a:xfrm>
              <a:custGeom>
                <a:avLst/>
                <a:gdLst>
                  <a:gd name="T0" fmla="*/ 9 w 41"/>
                  <a:gd name="T1" fmla="*/ 20 h 170"/>
                  <a:gd name="T2" fmla="*/ 90 w 41"/>
                  <a:gd name="T3" fmla="*/ 0 h 170"/>
                  <a:gd name="T4" fmla="*/ 90 w 41"/>
                  <a:gd name="T5" fmla="*/ 100 h 170"/>
                  <a:gd name="T6" fmla="*/ 83 w 41"/>
                  <a:gd name="T7" fmla="*/ 211 h 170"/>
                  <a:gd name="T8" fmla="*/ 90 w 41"/>
                  <a:gd name="T9" fmla="*/ 282 h 170"/>
                  <a:gd name="T10" fmla="*/ 34 w 41"/>
                  <a:gd name="T11" fmla="*/ 405 h 170"/>
                  <a:gd name="T12" fmla="*/ 34 w 41"/>
                  <a:gd name="T13" fmla="*/ 276 h 170"/>
                  <a:gd name="T14" fmla="*/ 20 w 41"/>
                  <a:gd name="T15" fmla="*/ 198 h 170"/>
                  <a:gd name="T16" fmla="*/ 1 w 41"/>
                  <a:gd name="T17" fmla="*/ 143 h 170"/>
                  <a:gd name="T18" fmla="*/ 9 w 41"/>
                  <a:gd name="T19" fmla="*/ 20 h 1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170">
                    <a:moveTo>
                      <a:pt x="4" y="8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8" y="27"/>
                      <a:pt x="37" y="42"/>
                    </a:cubicBezTo>
                    <a:cubicBezTo>
                      <a:pt x="37" y="57"/>
                      <a:pt x="31" y="75"/>
                      <a:pt x="34" y="88"/>
                    </a:cubicBezTo>
                    <a:cubicBezTo>
                      <a:pt x="38" y="102"/>
                      <a:pt x="41" y="110"/>
                      <a:pt x="37" y="118"/>
                    </a:cubicBezTo>
                    <a:cubicBezTo>
                      <a:pt x="34" y="126"/>
                      <a:pt x="14" y="170"/>
                      <a:pt x="14" y="170"/>
                    </a:cubicBezTo>
                    <a:cubicBezTo>
                      <a:pt x="14" y="170"/>
                      <a:pt x="16" y="134"/>
                      <a:pt x="14" y="116"/>
                    </a:cubicBezTo>
                    <a:cubicBezTo>
                      <a:pt x="12" y="97"/>
                      <a:pt x="12" y="91"/>
                      <a:pt x="8" y="83"/>
                    </a:cubicBezTo>
                    <a:cubicBezTo>
                      <a:pt x="4" y="74"/>
                      <a:pt x="0" y="79"/>
                      <a:pt x="1" y="60"/>
                    </a:cubicBezTo>
                    <a:cubicBezTo>
                      <a:pt x="3" y="41"/>
                      <a:pt x="4" y="8"/>
                      <a:pt x="4" y="8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2" name="Freeform 131">
                <a:extLst>
                  <a:ext uri="{FF2B5EF4-FFF2-40B4-BE49-F238E27FC236}">
                    <a16:creationId xmlns:a16="http://schemas.microsoft.com/office/drawing/2014/main" id="{352CB3E9-265C-46FE-B37E-30313D775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3225"/>
                <a:ext cx="99" cy="298"/>
              </a:xfrm>
              <a:custGeom>
                <a:avLst/>
                <a:gdLst>
                  <a:gd name="T0" fmla="*/ 15 w 74"/>
                  <a:gd name="T1" fmla="*/ 527 h 224"/>
                  <a:gd name="T2" fmla="*/ 136 w 74"/>
                  <a:gd name="T3" fmla="*/ 494 h 224"/>
                  <a:gd name="T4" fmla="*/ 122 w 74"/>
                  <a:gd name="T5" fmla="*/ 376 h 224"/>
                  <a:gd name="T6" fmla="*/ 155 w 74"/>
                  <a:gd name="T7" fmla="*/ 237 h 224"/>
                  <a:gd name="T8" fmla="*/ 142 w 74"/>
                  <a:gd name="T9" fmla="*/ 157 h 224"/>
                  <a:gd name="T10" fmla="*/ 136 w 74"/>
                  <a:gd name="T11" fmla="*/ 73 h 224"/>
                  <a:gd name="T12" fmla="*/ 120 w 74"/>
                  <a:gd name="T13" fmla="*/ 0 h 224"/>
                  <a:gd name="T14" fmla="*/ 28 w 74"/>
                  <a:gd name="T15" fmla="*/ 28 h 224"/>
                  <a:gd name="T16" fmla="*/ 28 w 74"/>
                  <a:gd name="T17" fmla="*/ 106 h 224"/>
                  <a:gd name="T18" fmla="*/ 20 w 74"/>
                  <a:gd name="T19" fmla="*/ 181 h 224"/>
                  <a:gd name="T20" fmla="*/ 33 w 74"/>
                  <a:gd name="T21" fmla="*/ 263 h 224"/>
                  <a:gd name="T22" fmla="*/ 9 w 74"/>
                  <a:gd name="T23" fmla="*/ 386 h 224"/>
                  <a:gd name="T24" fmla="*/ 15 w 74"/>
                  <a:gd name="T25" fmla="*/ 527 h 2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4" h="224">
                    <a:moveTo>
                      <a:pt x="6" y="224"/>
                    </a:moveTo>
                    <a:cubicBezTo>
                      <a:pt x="57" y="210"/>
                      <a:pt x="57" y="210"/>
                      <a:pt x="57" y="210"/>
                    </a:cubicBezTo>
                    <a:cubicBezTo>
                      <a:pt x="57" y="210"/>
                      <a:pt x="44" y="189"/>
                      <a:pt x="51" y="160"/>
                    </a:cubicBezTo>
                    <a:cubicBezTo>
                      <a:pt x="59" y="131"/>
                      <a:pt x="74" y="117"/>
                      <a:pt x="65" y="101"/>
                    </a:cubicBezTo>
                    <a:cubicBezTo>
                      <a:pt x="56" y="85"/>
                      <a:pt x="53" y="85"/>
                      <a:pt x="59" y="67"/>
                    </a:cubicBezTo>
                    <a:cubicBezTo>
                      <a:pt x="64" y="49"/>
                      <a:pt x="62" y="46"/>
                      <a:pt x="57" y="31"/>
                    </a:cubicBezTo>
                    <a:cubicBezTo>
                      <a:pt x="51" y="17"/>
                      <a:pt x="50" y="0"/>
                      <a:pt x="50" y="0"/>
                    </a:cubicBezTo>
                    <a:cubicBezTo>
                      <a:pt x="50" y="0"/>
                      <a:pt x="21" y="24"/>
                      <a:pt x="12" y="12"/>
                    </a:cubicBezTo>
                    <a:cubicBezTo>
                      <a:pt x="12" y="12"/>
                      <a:pt x="15" y="29"/>
                      <a:pt x="12" y="45"/>
                    </a:cubicBezTo>
                    <a:cubicBezTo>
                      <a:pt x="8" y="61"/>
                      <a:pt x="2" y="60"/>
                      <a:pt x="8" y="77"/>
                    </a:cubicBezTo>
                    <a:cubicBezTo>
                      <a:pt x="14" y="93"/>
                      <a:pt x="21" y="88"/>
                      <a:pt x="14" y="112"/>
                    </a:cubicBezTo>
                    <a:cubicBezTo>
                      <a:pt x="8" y="135"/>
                      <a:pt x="0" y="150"/>
                      <a:pt x="4" y="164"/>
                    </a:cubicBezTo>
                    <a:cubicBezTo>
                      <a:pt x="9" y="179"/>
                      <a:pt x="6" y="224"/>
                      <a:pt x="6" y="224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3" name="Freeform 132">
                <a:extLst>
                  <a:ext uri="{FF2B5EF4-FFF2-40B4-BE49-F238E27FC236}">
                    <a16:creationId xmlns:a16="http://schemas.microsoft.com/office/drawing/2014/main" id="{B826A829-43F6-4B3A-9DF3-D17AB2061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3398"/>
                <a:ext cx="79" cy="96"/>
              </a:xfrm>
              <a:custGeom>
                <a:avLst/>
                <a:gdLst>
                  <a:gd name="T0" fmla="*/ 9 w 59"/>
                  <a:gd name="T1" fmla="*/ 171 h 72"/>
                  <a:gd name="T2" fmla="*/ 142 w 59"/>
                  <a:gd name="T3" fmla="*/ 135 h 72"/>
                  <a:gd name="T4" fmla="*/ 121 w 59"/>
                  <a:gd name="T5" fmla="*/ 55 h 72"/>
                  <a:gd name="T6" fmla="*/ 96 w 59"/>
                  <a:gd name="T7" fmla="*/ 0 h 72"/>
                  <a:gd name="T8" fmla="*/ 42 w 59"/>
                  <a:gd name="T9" fmla="*/ 44 h 72"/>
                  <a:gd name="T10" fmla="*/ 0 w 59"/>
                  <a:gd name="T11" fmla="*/ 80 h 72"/>
                  <a:gd name="T12" fmla="*/ 9 w 59"/>
                  <a:gd name="T13" fmla="*/ 171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72">
                    <a:moveTo>
                      <a:pt x="4" y="72"/>
                    </a:moveTo>
                    <a:cubicBezTo>
                      <a:pt x="59" y="57"/>
                      <a:pt x="59" y="57"/>
                      <a:pt x="59" y="57"/>
                    </a:cubicBezTo>
                    <a:cubicBezTo>
                      <a:pt x="59" y="57"/>
                      <a:pt x="51" y="41"/>
                      <a:pt x="50" y="23"/>
                    </a:cubicBezTo>
                    <a:cubicBezTo>
                      <a:pt x="48" y="6"/>
                      <a:pt x="49" y="0"/>
                      <a:pt x="40" y="0"/>
                    </a:cubicBezTo>
                    <a:cubicBezTo>
                      <a:pt x="31" y="0"/>
                      <a:pt x="29" y="11"/>
                      <a:pt x="17" y="19"/>
                    </a:cubicBezTo>
                    <a:cubicBezTo>
                      <a:pt x="5" y="27"/>
                      <a:pt x="0" y="32"/>
                      <a:pt x="0" y="34"/>
                    </a:cubicBezTo>
                    <a:cubicBezTo>
                      <a:pt x="0" y="37"/>
                      <a:pt x="4" y="72"/>
                      <a:pt x="4" y="72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4" name="Freeform 133">
                <a:extLst>
                  <a:ext uri="{FF2B5EF4-FFF2-40B4-BE49-F238E27FC236}">
                    <a16:creationId xmlns:a16="http://schemas.microsoft.com/office/drawing/2014/main" id="{E04C7B83-B7A8-4BE5-AD86-7725BAA6A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3264"/>
                <a:ext cx="79" cy="198"/>
              </a:xfrm>
              <a:custGeom>
                <a:avLst/>
                <a:gdLst>
                  <a:gd name="T0" fmla="*/ 28 w 59"/>
                  <a:gd name="T1" fmla="*/ 349 h 149"/>
                  <a:gd name="T2" fmla="*/ 133 w 59"/>
                  <a:gd name="T3" fmla="*/ 327 h 149"/>
                  <a:gd name="T4" fmla="*/ 127 w 59"/>
                  <a:gd name="T5" fmla="*/ 214 h 149"/>
                  <a:gd name="T6" fmla="*/ 122 w 59"/>
                  <a:gd name="T7" fmla="*/ 124 h 149"/>
                  <a:gd name="T8" fmla="*/ 121 w 59"/>
                  <a:gd name="T9" fmla="*/ 54 h 149"/>
                  <a:gd name="T10" fmla="*/ 142 w 59"/>
                  <a:gd name="T11" fmla="*/ 0 h 149"/>
                  <a:gd name="T12" fmla="*/ 96 w 59"/>
                  <a:gd name="T13" fmla="*/ 7 h 149"/>
                  <a:gd name="T14" fmla="*/ 28 w 59"/>
                  <a:gd name="T15" fmla="*/ 80 h 149"/>
                  <a:gd name="T16" fmla="*/ 23 w 59"/>
                  <a:gd name="T17" fmla="*/ 144 h 149"/>
                  <a:gd name="T18" fmla="*/ 52 w 59"/>
                  <a:gd name="T19" fmla="*/ 247 h 149"/>
                  <a:gd name="T20" fmla="*/ 28 w 59"/>
                  <a:gd name="T21" fmla="*/ 349 h 1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149">
                    <a:moveTo>
                      <a:pt x="12" y="149"/>
                    </a:moveTo>
                    <a:cubicBezTo>
                      <a:pt x="55" y="139"/>
                      <a:pt x="55" y="139"/>
                      <a:pt x="55" y="139"/>
                    </a:cubicBezTo>
                    <a:cubicBezTo>
                      <a:pt x="55" y="139"/>
                      <a:pt x="50" y="115"/>
                      <a:pt x="53" y="91"/>
                    </a:cubicBezTo>
                    <a:cubicBezTo>
                      <a:pt x="55" y="68"/>
                      <a:pt x="56" y="70"/>
                      <a:pt x="51" y="53"/>
                    </a:cubicBezTo>
                    <a:cubicBezTo>
                      <a:pt x="46" y="36"/>
                      <a:pt x="42" y="39"/>
                      <a:pt x="50" y="23"/>
                    </a:cubicBezTo>
                    <a:cubicBezTo>
                      <a:pt x="58" y="8"/>
                      <a:pt x="59" y="0"/>
                      <a:pt x="59" y="0"/>
                    </a:cubicBezTo>
                    <a:cubicBezTo>
                      <a:pt x="59" y="0"/>
                      <a:pt x="47" y="14"/>
                      <a:pt x="40" y="3"/>
                    </a:cubicBezTo>
                    <a:cubicBezTo>
                      <a:pt x="40" y="3"/>
                      <a:pt x="24" y="40"/>
                      <a:pt x="12" y="34"/>
                    </a:cubicBezTo>
                    <a:cubicBezTo>
                      <a:pt x="12" y="34"/>
                      <a:pt x="0" y="49"/>
                      <a:pt x="10" y="61"/>
                    </a:cubicBezTo>
                    <a:cubicBezTo>
                      <a:pt x="20" y="73"/>
                      <a:pt x="23" y="87"/>
                      <a:pt x="22" y="105"/>
                    </a:cubicBezTo>
                    <a:cubicBezTo>
                      <a:pt x="21" y="123"/>
                      <a:pt x="10" y="127"/>
                      <a:pt x="12" y="149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5" name="Line 134">
                <a:extLst>
                  <a:ext uri="{FF2B5EF4-FFF2-40B4-BE49-F238E27FC236}">
                    <a16:creationId xmlns:a16="http://schemas.microsoft.com/office/drawing/2014/main" id="{D966162A-811F-4739-A7DA-B704CB1999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3" y="3439"/>
                <a:ext cx="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6" name="Freeform 135">
                <a:extLst>
                  <a:ext uri="{FF2B5EF4-FFF2-40B4-BE49-F238E27FC236}">
                    <a16:creationId xmlns:a16="http://schemas.microsoft.com/office/drawing/2014/main" id="{8F71B800-ECF2-47A7-9E36-871ECD4C0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3220"/>
                <a:ext cx="72" cy="215"/>
              </a:xfrm>
              <a:custGeom>
                <a:avLst/>
                <a:gdLst>
                  <a:gd name="T0" fmla="*/ 5 w 54"/>
                  <a:gd name="T1" fmla="*/ 378 h 162"/>
                  <a:gd name="T2" fmla="*/ 112 w 54"/>
                  <a:gd name="T3" fmla="*/ 350 h 162"/>
                  <a:gd name="T4" fmla="*/ 113 w 54"/>
                  <a:gd name="T5" fmla="*/ 166 h 162"/>
                  <a:gd name="T6" fmla="*/ 101 w 54"/>
                  <a:gd name="T7" fmla="*/ 74 h 162"/>
                  <a:gd name="T8" fmla="*/ 84 w 54"/>
                  <a:gd name="T9" fmla="*/ 15 h 162"/>
                  <a:gd name="T10" fmla="*/ 12 w 54"/>
                  <a:gd name="T11" fmla="*/ 48 h 162"/>
                  <a:gd name="T12" fmla="*/ 31 w 54"/>
                  <a:gd name="T13" fmla="*/ 109 h 162"/>
                  <a:gd name="T14" fmla="*/ 20 w 54"/>
                  <a:gd name="T15" fmla="*/ 210 h 162"/>
                  <a:gd name="T16" fmla="*/ 12 w 54"/>
                  <a:gd name="T17" fmla="*/ 316 h 162"/>
                  <a:gd name="T18" fmla="*/ 5 w 54"/>
                  <a:gd name="T19" fmla="*/ 378 h 1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62">
                    <a:moveTo>
                      <a:pt x="2" y="162"/>
                    </a:moveTo>
                    <a:cubicBezTo>
                      <a:pt x="47" y="150"/>
                      <a:pt x="47" y="150"/>
                      <a:pt x="47" y="150"/>
                    </a:cubicBezTo>
                    <a:cubicBezTo>
                      <a:pt x="47" y="150"/>
                      <a:pt x="54" y="93"/>
                      <a:pt x="48" y="71"/>
                    </a:cubicBezTo>
                    <a:cubicBezTo>
                      <a:pt x="41" y="48"/>
                      <a:pt x="42" y="42"/>
                      <a:pt x="43" y="32"/>
                    </a:cubicBezTo>
                    <a:cubicBezTo>
                      <a:pt x="44" y="22"/>
                      <a:pt x="44" y="0"/>
                      <a:pt x="35" y="6"/>
                    </a:cubicBezTo>
                    <a:cubicBezTo>
                      <a:pt x="26" y="11"/>
                      <a:pt x="5" y="20"/>
                      <a:pt x="5" y="20"/>
                    </a:cubicBezTo>
                    <a:cubicBezTo>
                      <a:pt x="5" y="20"/>
                      <a:pt x="23" y="31"/>
                      <a:pt x="13" y="47"/>
                    </a:cubicBezTo>
                    <a:cubicBezTo>
                      <a:pt x="3" y="63"/>
                      <a:pt x="8" y="90"/>
                      <a:pt x="8" y="90"/>
                    </a:cubicBezTo>
                    <a:cubicBezTo>
                      <a:pt x="8" y="90"/>
                      <a:pt x="11" y="129"/>
                      <a:pt x="5" y="135"/>
                    </a:cubicBezTo>
                    <a:cubicBezTo>
                      <a:pt x="0" y="141"/>
                      <a:pt x="2" y="162"/>
                      <a:pt x="2" y="162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7" name="Freeform 136">
                <a:extLst>
                  <a:ext uri="{FF2B5EF4-FFF2-40B4-BE49-F238E27FC236}">
                    <a16:creationId xmlns:a16="http://schemas.microsoft.com/office/drawing/2014/main" id="{4054B942-B9D5-4339-9122-E1BBAF6F6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3148"/>
                <a:ext cx="85" cy="262"/>
              </a:xfrm>
              <a:custGeom>
                <a:avLst/>
                <a:gdLst>
                  <a:gd name="T0" fmla="*/ 0 w 64"/>
                  <a:gd name="T1" fmla="*/ 463 h 197"/>
                  <a:gd name="T2" fmla="*/ 143 w 64"/>
                  <a:gd name="T3" fmla="*/ 428 h 197"/>
                  <a:gd name="T4" fmla="*/ 130 w 64"/>
                  <a:gd name="T5" fmla="*/ 279 h 197"/>
                  <a:gd name="T6" fmla="*/ 120 w 64"/>
                  <a:gd name="T7" fmla="*/ 141 h 197"/>
                  <a:gd name="T8" fmla="*/ 128 w 64"/>
                  <a:gd name="T9" fmla="*/ 33 h 197"/>
                  <a:gd name="T10" fmla="*/ 85 w 64"/>
                  <a:gd name="T11" fmla="*/ 23 h 197"/>
                  <a:gd name="T12" fmla="*/ 43 w 64"/>
                  <a:gd name="T13" fmla="*/ 69 h 197"/>
                  <a:gd name="T14" fmla="*/ 37 w 64"/>
                  <a:gd name="T15" fmla="*/ 141 h 197"/>
                  <a:gd name="T16" fmla="*/ 28 w 64"/>
                  <a:gd name="T17" fmla="*/ 213 h 197"/>
                  <a:gd name="T18" fmla="*/ 33 w 64"/>
                  <a:gd name="T19" fmla="*/ 275 h 197"/>
                  <a:gd name="T20" fmla="*/ 15 w 64"/>
                  <a:gd name="T21" fmla="*/ 342 h 197"/>
                  <a:gd name="T22" fmla="*/ 0 w 64"/>
                  <a:gd name="T23" fmla="*/ 463 h 1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197">
                    <a:moveTo>
                      <a:pt x="0" y="197"/>
                    </a:moveTo>
                    <a:cubicBezTo>
                      <a:pt x="61" y="182"/>
                      <a:pt x="61" y="182"/>
                      <a:pt x="61" y="182"/>
                    </a:cubicBezTo>
                    <a:cubicBezTo>
                      <a:pt x="61" y="182"/>
                      <a:pt x="64" y="150"/>
                      <a:pt x="56" y="119"/>
                    </a:cubicBezTo>
                    <a:cubicBezTo>
                      <a:pt x="48" y="89"/>
                      <a:pt x="47" y="79"/>
                      <a:pt x="51" y="60"/>
                    </a:cubicBezTo>
                    <a:cubicBezTo>
                      <a:pt x="54" y="40"/>
                      <a:pt x="63" y="29"/>
                      <a:pt x="54" y="14"/>
                    </a:cubicBezTo>
                    <a:cubicBezTo>
                      <a:pt x="44" y="0"/>
                      <a:pt x="48" y="4"/>
                      <a:pt x="36" y="10"/>
                    </a:cubicBezTo>
                    <a:cubicBezTo>
                      <a:pt x="25" y="15"/>
                      <a:pt x="18" y="29"/>
                      <a:pt x="18" y="29"/>
                    </a:cubicBezTo>
                    <a:cubicBezTo>
                      <a:pt x="18" y="29"/>
                      <a:pt x="23" y="54"/>
                      <a:pt x="16" y="60"/>
                    </a:cubicBezTo>
                    <a:cubicBezTo>
                      <a:pt x="8" y="67"/>
                      <a:pt x="8" y="78"/>
                      <a:pt x="12" y="90"/>
                    </a:cubicBezTo>
                    <a:cubicBezTo>
                      <a:pt x="16" y="103"/>
                      <a:pt x="20" y="106"/>
                      <a:pt x="14" y="117"/>
                    </a:cubicBezTo>
                    <a:cubicBezTo>
                      <a:pt x="7" y="129"/>
                      <a:pt x="2" y="128"/>
                      <a:pt x="6" y="145"/>
                    </a:cubicBezTo>
                    <a:cubicBezTo>
                      <a:pt x="9" y="163"/>
                      <a:pt x="0" y="197"/>
                      <a:pt x="0" y="197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8" name="Freeform 137">
                <a:extLst>
                  <a:ext uri="{FF2B5EF4-FFF2-40B4-BE49-F238E27FC236}">
                    <a16:creationId xmlns:a16="http://schemas.microsoft.com/office/drawing/2014/main" id="{4CD26D1D-D798-4143-B52C-C410ED8C0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267"/>
                <a:ext cx="145" cy="93"/>
              </a:xfrm>
              <a:custGeom>
                <a:avLst/>
                <a:gdLst>
                  <a:gd name="T0" fmla="*/ 0 w 109"/>
                  <a:gd name="T1" fmla="*/ 48 h 70"/>
                  <a:gd name="T2" fmla="*/ 85 w 109"/>
                  <a:gd name="T3" fmla="*/ 0 h 70"/>
                  <a:gd name="T4" fmla="*/ 157 w 109"/>
                  <a:gd name="T5" fmla="*/ 65 h 70"/>
                  <a:gd name="T6" fmla="*/ 257 w 109"/>
                  <a:gd name="T7" fmla="*/ 165 h 70"/>
                  <a:gd name="T8" fmla="*/ 198 w 109"/>
                  <a:gd name="T9" fmla="*/ 129 h 70"/>
                  <a:gd name="T10" fmla="*/ 157 w 109"/>
                  <a:gd name="T11" fmla="*/ 109 h 70"/>
                  <a:gd name="T12" fmla="*/ 125 w 109"/>
                  <a:gd name="T13" fmla="*/ 106 h 70"/>
                  <a:gd name="T14" fmla="*/ 64 w 109"/>
                  <a:gd name="T15" fmla="*/ 85 h 70"/>
                  <a:gd name="T16" fmla="*/ 0 w 109"/>
                  <a:gd name="T17" fmla="*/ 48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70">
                    <a:moveTo>
                      <a:pt x="0" y="2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53" y="19"/>
                      <a:pt x="67" y="28"/>
                    </a:cubicBezTo>
                    <a:cubicBezTo>
                      <a:pt x="82" y="38"/>
                      <a:pt x="109" y="70"/>
                      <a:pt x="109" y="70"/>
                    </a:cubicBezTo>
                    <a:cubicBezTo>
                      <a:pt x="109" y="70"/>
                      <a:pt x="97" y="59"/>
                      <a:pt x="84" y="55"/>
                    </a:cubicBezTo>
                    <a:cubicBezTo>
                      <a:pt x="72" y="52"/>
                      <a:pt x="73" y="53"/>
                      <a:pt x="67" y="47"/>
                    </a:cubicBezTo>
                    <a:cubicBezTo>
                      <a:pt x="60" y="41"/>
                      <a:pt x="65" y="45"/>
                      <a:pt x="53" y="45"/>
                    </a:cubicBezTo>
                    <a:cubicBezTo>
                      <a:pt x="40" y="45"/>
                      <a:pt x="42" y="41"/>
                      <a:pt x="27" y="36"/>
                    </a:cubicBezTo>
                    <a:cubicBezTo>
                      <a:pt x="12" y="31"/>
                      <a:pt x="0" y="20"/>
                      <a:pt x="0" y="20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9" name="Freeform 138">
                <a:extLst>
                  <a:ext uri="{FF2B5EF4-FFF2-40B4-BE49-F238E27FC236}">
                    <a16:creationId xmlns:a16="http://schemas.microsoft.com/office/drawing/2014/main" id="{2E06CFD9-03CA-47D7-ADC1-147099046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199"/>
                <a:ext cx="235" cy="185"/>
              </a:xfrm>
              <a:custGeom>
                <a:avLst/>
                <a:gdLst>
                  <a:gd name="T0" fmla="*/ 0 w 176"/>
                  <a:gd name="T1" fmla="*/ 73 h 139"/>
                  <a:gd name="T2" fmla="*/ 127 w 176"/>
                  <a:gd name="T3" fmla="*/ 0 h 139"/>
                  <a:gd name="T4" fmla="*/ 246 w 176"/>
                  <a:gd name="T5" fmla="*/ 140 h 139"/>
                  <a:gd name="T6" fmla="*/ 335 w 176"/>
                  <a:gd name="T7" fmla="*/ 208 h 139"/>
                  <a:gd name="T8" fmla="*/ 382 w 176"/>
                  <a:gd name="T9" fmla="*/ 252 h 139"/>
                  <a:gd name="T10" fmla="*/ 419 w 176"/>
                  <a:gd name="T11" fmla="*/ 319 h 139"/>
                  <a:gd name="T12" fmla="*/ 340 w 176"/>
                  <a:gd name="T13" fmla="*/ 326 h 139"/>
                  <a:gd name="T14" fmla="*/ 270 w 176"/>
                  <a:gd name="T15" fmla="*/ 293 h 139"/>
                  <a:gd name="T16" fmla="*/ 187 w 176"/>
                  <a:gd name="T17" fmla="*/ 237 h 139"/>
                  <a:gd name="T18" fmla="*/ 105 w 176"/>
                  <a:gd name="T19" fmla="*/ 241 h 139"/>
                  <a:gd name="T20" fmla="*/ 79 w 176"/>
                  <a:gd name="T21" fmla="*/ 194 h 139"/>
                  <a:gd name="T22" fmla="*/ 65 w 176"/>
                  <a:gd name="T23" fmla="*/ 165 h 139"/>
                  <a:gd name="T24" fmla="*/ 49 w 176"/>
                  <a:gd name="T25" fmla="*/ 128 h 139"/>
                  <a:gd name="T26" fmla="*/ 0 w 176"/>
                  <a:gd name="T27" fmla="*/ 73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6" h="139">
                    <a:moveTo>
                      <a:pt x="0" y="31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91" y="48"/>
                      <a:pt x="103" y="59"/>
                    </a:cubicBezTo>
                    <a:cubicBezTo>
                      <a:pt x="116" y="70"/>
                      <a:pt x="132" y="83"/>
                      <a:pt x="141" y="88"/>
                    </a:cubicBezTo>
                    <a:cubicBezTo>
                      <a:pt x="151" y="93"/>
                      <a:pt x="160" y="95"/>
                      <a:pt x="160" y="107"/>
                    </a:cubicBezTo>
                    <a:cubicBezTo>
                      <a:pt x="161" y="119"/>
                      <a:pt x="176" y="135"/>
                      <a:pt x="176" y="135"/>
                    </a:cubicBezTo>
                    <a:cubicBezTo>
                      <a:pt x="176" y="135"/>
                      <a:pt x="162" y="139"/>
                      <a:pt x="143" y="138"/>
                    </a:cubicBezTo>
                    <a:cubicBezTo>
                      <a:pt x="124" y="136"/>
                      <a:pt x="131" y="138"/>
                      <a:pt x="113" y="124"/>
                    </a:cubicBezTo>
                    <a:cubicBezTo>
                      <a:pt x="94" y="110"/>
                      <a:pt x="90" y="104"/>
                      <a:pt x="79" y="101"/>
                    </a:cubicBezTo>
                    <a:cubicBezTo>
                      <a:pt x="68" y="98"/>
                      <a:pt x="44" y="120"/>
                      <a:pt x="44" y="102"/>
                    </a:cubicBezTo>
                    <a:cubicBezTo>
                      <a:pt x="43" y="84"/>
                      <a:pt x="39" y="82"/>
                      <a:pt x="33" y="83"/>
                    </a:cubicBezTo>
                    <a:cubicBezTo>
                      <a:pt x="28" y="84"/>
                      <a:pt x="29" y="81"/>
                      <a:pt x="28" y="70"/>
                    </a:cubicBezTo>
                    <a:cubicBezTo>
                      <a:pt x="28" y="60"/>
                      <a:pt x="33" y="60"/>
                      <a:pt x="21" y="54"/>
                    </a:cubicBezTo>
                    <a:cubicBezTo>
                      <a:pt x="9" y="47"/>
                      <a:pt x="0" y="31"/>
                      <a:pt x="0" y="31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0" name="Freeform 139">
                <a:extLst>
                  <a:ext uri="{FF2B5EF4-FFF2-40B4-BE49-F238E27FC236}">
                    <a16:creationId xmlns:a16="http://schemas.microsoft.com/office/drawing/2014/main" id="{E7AB1D1F-357D-446F-B86B-5476CAA0D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92"/>
                <a:ext cx="208" cy="160"/>
              </a:xfrm>
              <a:custGeom>
                <a:avLst/>
                <a:gdLst>
                  <a:gd name="T0" fmla="*/ 20 w 156"/>
                  <a:gd name="T1" fmla="*/ 44 h 120"/>
                  <a:gd name="T2" fmla="*/ 100 w 156"/>
                  <a:gd name="T3" fmla="*/ 0 h 120"/>
                  <a:gd name="T4" fmla="*/ 149 w 156"/>
                  <a:gd name="T5" fmla="*/ 31 h 120"/>
                  <a:gd name="T6" fmla="*/ 228 w 156"/>
                  <a:gd name="T7" fmla="*/ 95 h 120"/>
                  <a:gd name="T8" fmla="*/ 369 w 156"/>
                  <a:gd name="T9" fmla="*/ 207 h 120"/>
                  <a:gd name="T10" fmla="*/ 329 w 156"/>
                  <a:gd name="T11" fmla="*/ 247 h 120"/>
                  <a:gd name="T12" fmla="*/ 257 w 156"/>
                  <a:gd name="T13" fmla="*/ 229 h 120"/>
                  <a:gd name="T14" fmla="*/ 193 w 156"/>
                  <a:gd name="T15" fmla="*/ 172 h 120"/>
                  <a:gd name="T16" fmla="*/ 128 w 156"/>
                  <a:gd name="T17" fmla="*/ 183 h 120"/>
                  <a:gd name="T18" fmla="*/ 69 w 156"/>
                  <a:gd name="T19" fmla="*/ 212 h 120"/>
                  <a:gd name="T20" fmla="*/ 33 w 156"/>
                  <a:gd name="T21" fmla="*/ 256 h 120"/>
                  <a:gd name="T22" fmla="*/ 15 w 156"/>
                  <a:gd name="T23" fmla="*/ 212 h 120"/>
                  <a:gd name="T24" fmla="*/ 15 w 156"/>
                  <a:gd name="T25" fmla="*/ 165 h 120"/>
                  <a:gd name="T26" fmla="*/ 20 w 156"/>
                  <a:gd name="T27" fmla="*/ 113 h 120"/>
                  <a:gd name="T28" fmla="*/ 5 w 156"/>
                  <a:gd name="T29" fmla="*/ 79 h 120"/>
                  <a:gd name="T30" fmla="*/ 20 w 156"/>
                  <a:gd name="T31" fmla="*/ 44 h 1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6" h="120">
                    <a:moveTo>
                      <a:pt x="8" y="19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59" y="5"/>
                      <a:pt x="63" y="13"/>
                    </a:cubicBezTo>
                    <a:cubicBezTo>
                      <a:pt x="66" y="21"/>
                      <a:pt x="85" y="30"/>
                      <a:pt x="96" y="40"/>
                    </a:cubicBezTo>
                    <a:cubicBezTo>
                      <a:pt x="107" y="49"/>
                      <a:pt x="156" y="87"/>
                      <a:pt x="156" y="87"/>
                    </a:cubicBezTo>
                    <a:cubicBezTo>
                      <a:pt x="156" y="87"/>
                      <a:pt x="137" y="90"/>
                      <a:pt x="139" y="104"/>
                    </a:cubicBezTo>
                    <a:cubicBezTo>
                      <a:pt x="139" y="104"/>
                      <a:pt x="123" y="120"/>
                      <a:pt x="109" y="97"/>
                    </a:cubicBezTo>
                    <a:cubicBezTo>
                      <a:pt x="95" y="74"/>
                      <a:pt x="91" y="76"/>
                      <a:pt x="82" y="73"/>
                    </a:cubicBezTo>
                    <a:cubicBezTo>
                      <a:pt x="72" y="70"/>
                      <a:pt x="61" y="70"/>
                      <a:pt x="54" y="77"/>
                    </a:cubicBezTo>
                    <a:cubicBezTo>
                      <a:pt x="47" y="84"/>
                      <a:pt x="37" y="83"/>
                      <a:pt x="29" y="89"/>
                    </a:cubicBezTo>
                    <a:cubicBezTo>
                      <a:pt x="21" y="95"/>
                      <a:pt x="14" y="108"/>
                      <a:pt x="14" y="108"/>
                    </a:cubicBezTo>
                    <a:cubicBezTo>
                      <a:pt x="14" y="108"/>
                      <a:pt x="12" y="95"/>
                      <a:pt x="6" y="89"/>
                    </a:cubicBezTo>
                    <a:cubicBezTo>
                      <a:pt x="0" y="83"/>
                      <a:pt x="4" y="81"/>
                      <a:pt x="6" y="70"/>
                    </a:cubicBezTo>
                    <a:cubicBezTo>
                      <a:pt x="8" y="59"/>
                      <a:pt x="17" y="51"/>
                      <a:pt x="8" y="48"/>
                    </a:cubicBezTo>
                    <a:cubicBezTo>
                      <a:pt x="0" y="46"/>
                      <a:pt x="0" y="38"/>
                      <a:pt x="2" y="33"/>
                    </a:cubicBezTo>
                    <a:cubicBezTo>
                      <a:pt x="3" y="28"/>
                      <a:pt x="8" y="19"/>
                      <a:pt x="8" y="19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1" name="Freeform 140">
                <a:extLst>
                  <a:ext uri="{FF2B5EF4-FFF2-40B4-BE49-F238E27FC236}">
                    <a16:creationId xmlns:a16="http://schemas.microsoft.com/office/drawing/2014/main" id="{2FEA9935-82C3-4D40-92A1-738A03D18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035"/>
                <a:ext cx="99" cy="76"/>
              </a:xfrm>
              <a:custGeom>
                <a:avLst/>
                <a:gdLst>
                  <a:gd name="T0" fmla="*/ 21 w 75"/>
                  <a:gd name="T1" fmla="*/ 48 h 57"/>
                  <a:gd name="T2" fmla="*/ 108 w 75"/>
                  <a:gd name="T3" fmla="*/ 0 h 57"/>
                  <a:gd name="T4" fmla="*/ 127 w 75"/>
                  <a:gd name="T5" fmla="*/ 36 h 57"/>
                  <a:gd name="T6" fmla="*/ 153 w 75"/>
                  <a:gd name="T7" fmla="*/ 85 h 57"/>
                  <a:gd name="T8" fmla="*/ 94 w 75"/>
                  <a:gd name="T9" fmla="*/ 116 h 57"/>
                  <a:gd name="T10" fmla="*/ 44 w 75"/>
                  <a:gd name="T11" fmla="*/ 100 h 57"/>
                  <a:gd name="T12" fmla="*/ 21 w 75"/>
                  <a:gd name="T13" fmla="*/ 4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57">
                    <a:moveTo>
                      <a:pt x="9" y="2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6" y="9"/>
                      <a:pt x="55" y="15"/>
                    </a:cubicBezTo>
                    <a:cubicBezTo>
                      <a:pt x="64" y="22"/>
                      <a:pt x="75" y="32"/>
                      <a:pt x="67" y="36"/>
                    </a:cubicBezTo>
                    <a:cubicBezTo>
                      <a:pt x="58" y="39"/>
                      <a:pt x="45" y="57"/>
                      <a:pt x="41" y="49"/>
                    </a:cubicBezTo>
                    <a:cubicBezTo>
                      <a:pt x="37" y="41"/>
                      <a:pt x="25" y="45"/>
                      <a:pt x="19" y="42"/>
                    </a:cubicBezTo>
                    <a:cubicBezTo>
                      <a:pt x="13" y="39"/>
                      <a:pt x="0" y="33"/>
                      <a:pt x="9" y="20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2" name="Freeform 141">
                <a:extLst>
                  <a:ext uri="{FF2B5EF4-FFF2-40B4-BE49-F238E27FC236}">
                    <a16:creationId xmlns:a16="http://schemas.microsoft.com/office/drawing/2014/main" id="{2CA22374-8E89-4113-A3E1-288A4440E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135"/>
                <a:ext cx="70" cy="156"/>
              </a:xfrm>
              <a:custGeom>
                <a:avLst/>
                <a:gdLst>
                  <a:gd name="T0" fmla="*/ 16 w 52"/>
                  <a:gd name="T1" fmla="*/ 277 h 117"/>
                  <a:gd name="T2" fmla="*/ 106 w 52"/>
                  <a:gd name="T3" fmla="*/ 235 h 117"/>
                  <a:gd name="T4" fmla="*/ 105 w 52"/>
                  <a:gd name="T5" fmla="*/ 123 h 117"/>
                  <a:gd name="T6" fmla="*/ 79 w 52"/>
                  <a:gd name="T7" fmla="*/ 48 h 117"/>
                  <a:gd name="T8" fmla="*/ 96 w 52"/>
                  <a:gd name="T9" fmla="*/ 21 h 117"/>
                  <a:gd name="T10" fmla="*/ 27 w 52"/>
                  <a:gd name="T11" fmla="*/ 0 h 117"/>
                  <a:gd name="T12" fmla="*/ 24 w 52"/>
                  <a:gd name="T13" fmla="*/ 64 h 117"/>
                  <a:gd name="T14" fmla="*/ 12 w 52"/>
                  <a:gd name="T15" fmla="*/ 113 h 117"/>
                  <a:gd name="T16" fmla="*/ 27 w 52"/>
                  <a:gd name="T17" fmla="*/ 165 h 117"/>
                  <a:gd name="T18" fmla="*/ 27 w 52"/>
                  <a:gd name="T19" fmla="*/ 208 h 117"/>
                  <a:gd name="T20" fmla="*/ 20 w 52"/>
                  <a:gd name="T21" fmla="*/ 272 h 117"/>
                  <a:gd name="T22" fmla="*/ 16 w 52"/>
                  <a:gd name="T23" fmla="*/ 277 h 1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117">
                    <a:moveTo>
                      <a:pt x="7" y="117"/>
                    </a:moveTo>
                    <a:cubicBezTo>
                      <a:pt x="44" y="99"/>
                      <a:pt x="44" y="99"/>
                      <a:pt x="44" y="99"/>
                    </a:cubicBezTo>
                    <a:cubicBezTo>
                      <a:pt x="44" y="99"/>
                      <a:pt x="52" y="70"/>
                      <a:pt x="43" y="52"/>
                    </a:cubicBezTo>
                    <a:cubicBezTo>
                      <a:pt x="34" y="33"/>
                      <a:pt x="32" y="28"/>
                      <a:pt x="33" y="20"/>
                    </a:cubicBezTo>
                    <a:cubicBezTo>
                      <a:pt x="35" y="12"/>
                      <a:pt x="39" y="9"/>
                      <a:pt x="39" y="9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3" y="16"/>
                      <a:pt x="10" y="27"/>
                    </a:cubicBezTo>
                    <a:cubicBezTo>
                      <a:pt x="7" y="38"/>
                      <a:pt x="0" y="41"/>
                      <a:pt x="5" y="48"/>
                    </a:cubicBezTo>
                    <a:cubicBezTo>
                      <a:pt x="9" y="55"/>
                      <a:pt x="13" y="62"/>
                      <a:pt x="11" y="70"/>
                    </a:cubicBezTo>
                    <a:cubicBezTo>
                      <a:pt x="10" y="78"/>
                      <a:pt x="11" y="81"/>
                      <a:pt x="11" y="88"/>
                    </a:cubicBezTo>
                    <a:cubicBezTo>
                      <a:pt x="11" y="94"/>
                      <a:pt x="8" y="115"/>
                      <a:pt x="8" y="115"/>
                    </a:cubicBezTo>
                    <a:lnTo>
                      <a:pt x="7" y="117"/>
                    </a:ln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3" name="Freeform 142">
                <a:extLst>
                  <a:ext uri="{FF2B5EF4-FFF2-40B4-BE49-F238E27FC236}">
                    <a16:creationId xmlns:a16="http://schemas.microsoft.com/office/drawing/2014/main" id="{F8288832-2D43-44F4-8851-262E3AE54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095"/>
                <a:ext cx="78" cy="145"/>
              </a:xfrm>
              <a:custGeom>
                <a:avLst/>
                <a:gdLst>
                  <a:gd name="T0" fmla="*/ 12 w 58"/>
                  <a:gd name="T1" fmla="*/ 257 h 109"/>
                  <a:gd name="T2" fmla="*/ 141 w 58"/>
                  <a:gd name="T3" fmla="*/ 184 h 109"/>
                  <a:gd name="T4" fmla="*/ 134 w 58"/>
                  <a:gd name="T5" fmla="*/ 90 h 109"/>
                  <a:gd name="T6" fmla="*/ 134 w 58"/>
                  <a:gd name="T7" fmla="*/ 0 h 109"/>
                  <a:gd name="T8" fmla="*/ 78 w 58"/>
                  <a:gd name="T9" fmla="*/ 52 h 109"/>
                  <a:gd name="T10" fmla="*/ 16 w 58"/>
                  <a:gd name="T11" fmla="*/ 101 h 109"/>
                  <a:gd name="T12" fmla="*/ 0 w 58"/>
                  <a:gd name="T13" fmla="*/ 122 h 109"/>
                  <a:gd name="T14" fmla="*/ 20 w 58"/>
                  <a:gd name="T15" fmla="*/ 166 h 109"/>
                  <a:gd name="T16" fmla="*/ 31 w 58"/>
                  <a:gd name="T17" fmla="*/ 188 h 109"/>
                  <a:gd name="T18" fmla="*/ 12 w 58"/>
                  <a:gd name="T19" fmla="*/ 257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109">
                    <a:moveTo>
                      <a:pt x="5" y="109"/>
                    </a:moveTo>
                    <a:cubicBezTo>
                      <a:pt x="58" y="78"/>
                      <a:pt x="58" y="78"/>
                      <a:pt x="58" y="78"/>
                    </a:cubicBezTo>
                    <a:cubicBezTo>
                      <a:pt x="58" y="78"/>
                      <a:pt x="55" y="59"/>
                      <a:pt x="55" y="38"/>
                    </a:cubicBezTo>
                    <a:cubicBezTo>
                      <a:pt x="54" y="16"/>
                      <a:pt x="55" y="0"/>
                      <a:pt x="55" y="0"/>
                    </a:cubicBezTo>
                    <a:cubicBezTo>
                      <a:pt x="55" y="0"/>
                      <a:pt x="40" y="15"/>
                      <a:pt x="32" y="22"/>
                    </a:cubicBezTo>
                    <a:cubicBezTo>
                      <a:pt x="24" y="28"/>
                      <a:pt x="13" y="42"/>
                      <a:pt x="7" y="43"/>
                    </a:cubicBezTo>
                    <a:cubicBezTo>
                      <a:pt x="0" y="44"/>
                      <a:pt x="0" y="52"/>
                      <a:pt x="0" y="52"/>
                    </a:cubicBezTo>
                    <a:cubicBezTo>
                      <a:pt x="0" y="52"/>
                      <a:pt x="3" y="66"/>
                      <a:pt x="8" y="71"/>
                    </a:cubicBezTo>
                    <a:cubicBezTo>
                      <a:pt x="12" y="75"/>
                      <a:pt x="18" y="72"/>
                      <a:pt x="13" y="80"/>
                    </a:cubicBezTo>
                    <a:cubicBezTo>
                      <a:pt x="9" y="88"/>
                      <a:pt x="5" y="100"/>
                      <a:pt x="5" y="109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4" name="Freeform 143">
                <a:extLst>
                  <a:ext uri="{FF2B5EF4-FFF2-40B4-BE49-F238E27FC236}">
                    <a16:creationId xmlns:a16="http://schemas.microsoft.com/office/drawing/2014/main" id="{2118AA35-E764-4035-A155-36A1A49C1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021"/>
                <a:ext cx="64" cy="97"/>
              </a:xfrm>
              <a:custGeom>
                <a:avLst/>
                <a:gdLst>
                  <a:gd name="T0" fmla="*/ 41 w 48"/>
                  <a:gd name="T1" fmla="*/ 171 h 73"/>
                  <a:gd name="T2" fmla="*/ 113 w 48"/>
                  <a:gd name="T3" fmla="*/ 129 h 73"/>
                  <a:gd name="T4" fmla="*/ 100 w 48"/>
                  <a:gd name="T5" fmla="*/ 27 h 73"/>
                  <a:gd name="T6" fmla="*/ 79 w 48"/>
                  <a:gd name="T7" fmla="*/ 9 h 73"/>
                  <a:gd name="T8" fmla="*/ 12 w 48"/>
                  <a:gd name="T9" fmla="*/ 54 h 73"/>
                  <a:gd name="T10" fmla="*/ 0 w 48"/>
                  <a:gd name="T11" fmla="*/ 76 h 73"/>
                  <a:gd name="T12" fmla="*/ 7 w 48"/>
                  <a:gd name="T13" fmla="*/ 130 h 73"/>
                  <a:gd name="T14" fmla="*/ 41 w 48"/>
                  <a:gd name="T15" fmla="*/ 171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73">
                    <a:moveTo>
                      <a:pt x="17" y="73"/>
                    </a:move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2" y="18"/>
                      <a:pt x="42" y="11"/>
                    </a:cubicBezTo>
                    <a:cubicBezTo>
                      <a:pt x="42" y="3"/>
                      <a:pt x="38" y="0"/>
                      <a:pt x="33" y="4"/>
                    </a:cubicBezTo>
                    <a:cubicBezTo>
                      <a:pt x="29" y="9"/>
                      <a:pt x="11" y="20"/>
                      <a:pt x="5" y="23"/>
                    </a:cubicBezTo>
                    <a:cubicBezTo>
                      <a:pt x="0" y="26"/>
                      <a:pt x="0" y="32"/>
                      <a:pt x="0" y="32"/>
                    </a:cubicBezTo>
                    <a:cubicBezTo>
                      <a:pt x="0" y="32"/>
                      <a:pt x="9" y="47"/>
                      <a:pt x="3" y="56"/>
                    </a:cubicBezTo>
                    <a:cubicBezTo>
                      <a:pt x="3" y="56"/>
                      <a:pt x="19" y="67"/>
                      <a:pt x="17" y="73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5" name="Freeform 144">
                <a:extLst>
                  <a:ext uri="{FF2B5EF4-FFF2-40B4-BE49-F238E27FC236}">
                    <a16:creationId xmlns:a16="http://schemas.microsoft.com/office/drawing/2014/main" id="{445715CE-FD1B-4064-A76B-94D1C49C2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791"/>
                <a:ext cx="63" cy="271"/>
              </a:xfrm>
              <a:custGeom>
                <a:avLst/>
                <a:gdLst>
                  <a:gd name="T0" fmla="*/ 21 w 48"/>
                  <a:gd name="T1" fmla="*/ 483 h 203"/>
                  <a:gd name="T2" fmla="*/ 106 w 48"/>
                  <a:gd name="T3" fmla="*/ 435 h 203"/>
                  <a:gd name="T4" fmla="*/ 92 w 48"/>
                  <a:gd name="T5" fmla="*/ 248 h 203"/>
                  <a:gd name="T6" fmla="*/ 77 w 48"/>
                  <a:gd name="T7" fmla="*/ 170 h 203"/>
                  <a:gd name="T8" fmla="*/ 77 w 48"/>
                  <a:gd name="T9" fmla="*/ 107 h 203"/>
                  <a:gd name="T10" fmla="*/ 84 w 48"/>
                  <a:gd name="T11" fmla="*/ 59 h 203"/>
                  <a:gd name="T12" fmla="*/ 77 w 48"/>
                  <a:gd name="T13" fmla="*/ 37 h 203"/>
                  <a:gd name="T14" fmla="*/ 21 w 48"/>
                  <a:gd name="T15" fmla="*/ 23 h 203"/>
                  <a:gd name="T16" fmla="*/ 18 w 48"/>
                  <a:gd name="T17" fmla="*/ 143 h 203"/>
                  <a:gd name="T18" fmla="*/ 24 w 48"/>
                  <a:gd name="T19" fmla="*/ 246 h 203"/>
                  <a:gd name="T20" fmla="*/ 12 w 48"/>
                  <a:gd name="T21" fmla="*/ 347 h 203"/>
                  <a:gd name="T22" fmla="*/ 21 w 48"/>
                  <a:gd name="T23" fmla="*/ 483 h 2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203">
                    <a:moveTo>
                      <a:pt x="9" y="203"/>
                    </a:moveTo>
                    <a:cubicBezTo>
                      <a:pt x="47" y="183"/>
                      <a:pt x="47" y="183"/>
                      <a:pt x="47" y="183"/>
                    </a:cubicBezTo>
                    <a:cubicBezTo>
                      <a:pt x="47" y="183"/>
                      <a:pt x="48" y="118"/>
                      <a:pt x="40" y="104"/>
                    </a:cubicBezTo>
                    <a:cubicBezTo>
                      <a:pt x="32" y="90"/>
                      <a:pt x="43" y="77"/>
                      <a:pt x="34" y="71"/>
                    </a:cubicBezTo>
                    <a:cubicBezTo>
                      <a:pt x="26" y="64"/>
                      <a:pt x="32" y="54"/>
                      <a:pt x="34" y="45"/>
                    </a:cubicBezTo>
                    <a:cubicBezTo>
                      <a:pt x="35" y="35"/>
                      <a:pt x="38" y="27"/>
                      <a:pt x="37" y="25"/>
                    </a:cubicBezTo>
                    <a:cubicBezTo>
                      <a:pt x="35" y="23"/>
                      <a:pt x="34" y="16"/>
                      <a:pt x="34" y="16"/>
                    </a:cubicBezTo>
                    <a:cubicBezTo>
                      <a:pt x="34" y="16"/>
                      <a:pt x="12" y="0"/>
                      <a:pt x="9" y="10"/>
                    </a:cubicBezTo>
                    <a:cubicBezTo>
                      <a:pt x="6" y="21"/>
                      <a:pt x="4" y="46"/>
                      <a:pt x="8" y="60"/>
                    </a:cubicBezTo>
                    <a:cubicBezTo>
                      <a:pt x="12" y="75"/>
                      <a:pt x="13" y="82"/>
                      <a:pt x="11" y="103"/>
                    </a:cubicBezTo>
                    <a:cubicBezTo>
                      <a:pt x="9" y="123"/>
                      <a:pt x="10" y="131"/>
                      <a:pt x="5" y="146"/>
                    </a:cubicBezTo>
                    <a:cubicBezTo>
                      <a:pt x="0" y="161"/>
                      <a:pt x="0" y="181"/>
                      <a:pt x="9" y="203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6" name="Freeform 145">
                <a:extLst>
                  <a:ext uri="{FF2B5EF4-FFF2-40B4-BE49-F238E27FC236}">
                    <a16:creationId xmlns:a16="http://schemas.microsoft.com/office/drawing/2014/main" id="{BCA1CE4C-C914-4257-801F-4B15B908E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827"/>
                <a:ext cx="79" cy="276"/>
              </a:xfrm>
              <a:custGeom>
                <a:avLst/>
                <a:gdLst>
                  <a:gd name="T0" fmla="*/ 0 w 59"/>
                  <a:gd name="T1" fmla="*/ 44 h 207"/>
                  <a:gd name="T2" fmla="*/ 84 w 59"/>
                  <a:gd name="T3" fmla="*/ 0 h 207"/>
                  <a:gd name="T4" fmla="*/ 96 w 59"/>
                  <a:gd name="T5" fmla="*/ 79 h 207"/>
                  <a:gd name="T6" fmla="*/ 118 w 59"/>
                  <a:gd name="T7" fmla="*/ 169 h 207"/>
                  <a:gd name="T8" fmla="*/ 84 w 59"/>
                  <a:gd name="T9" fmla="*/ 247 h 207"/>
                  <a:gd name="T10" fmla="*/ 59 w 59"/>
                  <a:gd name="T11" fmla="*/ 343 h 207"/>
                  <a:gd name="T12" fmla="*/ 43 w 59"/>
                  <a:gd name="T13" fmla="*/ 384 h 207"/>
                  <a:gd name="T14" fmla="*/ 36 w 59"/>
                  <a:gd name="T15" fmla="*/ 441 h 207"/>
                  <a:gd name="T16" fmla="*/ 20 w 59"/>
                  <a:gd name="T17" fmla="*/ 271 h 207"/>
                  <a:gd name="T18" fmla="*/ 23 w 59"/>
                  <a:gd name="T19" fmla="*/ 149 h 207"/>
                  <a:gd name="T20" fmla="*/ 0 w 59"/>
                  <a:gd name="T21" fmla="*/ 44 h 2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07">
                    <a:moveTo>
                      <a:pt x="0" y="19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7" y="19"/>
                      <a:pt x="40" y="33"/>
                    </a:cubicBezTo>
                    <a:cubicBezTo>
                      <a:pt x="44" y="47"/>
                      <a:pt x="59" y="56"/>
                      <a:pt x="49" y="71"/>
                    </a:cubicBezTo>
                    <a:cubicBezTo>
                      <a:pt x="38" y="87"/>
                      <a:pt x="36" y="88"/>
                      <a:pt x="35" y="104"/>
                    </a:cubicBezTo>
                    <a:cubicBezTo>
                      <a:pt x="33" y="120"/>
                      <a:pt x="32" y="140"/>
                      <a:pt x="25" y="145"/>
                    </a:cubicBezTo>
                    <a:cubicBezTo>
                      <a:pt x="18" y="150"/>
                      <a:pt x="16" y="149"/>
                      <a:pt x="18" y="162"/>
                    </a:cubicBezTo>
                    <a:cubicBezTo>
                      <a:pt x="21" y="176"/>
                      <a:pt x="23" y="207"/>
                      <a:pt x="15" y="186"/>
                    </a:cubicBezTo>
                    <a:cubicBezTo>
                      <a:pt x="7" y="165"/>
                      <a:pt x="7" y="141"/>
                      <a:pt x="8" y="114"/>
                    </a:cubicBezTo>
                    <a:cubicBezTo>
                      <a:pt x="10" y="87"/>
                      <a:pt x="14" y="78"/>
                      <a:pt x="10" y="63"/>
                    </a:cubicBezTo>
                    <a:cubicBezTo>
                      <a:pt x="5" y="4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7" name="Freeform 146">
                <a:extLst>
                  <a:ext uri="{FF2B5EF4-FFF2-40B4-BE49-F238E27FC236}">
                    <a16:creationId xmlns:a16="http://schemas.microsoft.com/office/drawing/2014/main" id="{A722D5E1-51E0-40B7-B233-43A00D43E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707"/>
                <a:ext cx="84" cy="190"/>
              </a:xfrm>
              <a:custGeom>
                <a:avLst/>
                <a:gdLst>
                  <a:gd name="T0" fmla="*/ 0 w 63"/>
                  <a:gd name="T1" fmla="*/ 64 h 142"/>
                  <a:gd name="T2" fmla="*/ 119 w 63"/>
                  <a:gd name="T3" fmla="*/ 0 h 142"/>
                  <a:gd name="T4" fmla="*/ 123 w 63"/>
                  <a:gd name="T5" fmla="*/ 58 h 142"/>
                  <a:gd name="T6" fmla="*/ 140 w 63"/>
                  <a:gd name="T7" fmla="*/ 118 h 142"/>
                  <a:gd name="T8" fmla="*/ 121 w 63"/>
                  <a:gd name="T9" fmla="*/ 213 h 142"/>
                  <a:gd name="T10" fmla="*/ 92 w 63"/>
                  <a:gd name="T11" fmla="*/ 328 h 142"/>
                  <a:gd name="T12" fmla="*/ 57 w 63"/>
                  <a:gd name="T13" fmla="*/ 282 h 142"/>
                  <a:gd name="T14" fmla="*/ 33 w 63"/>
                  <a:gd name="T15" fmla="*/ 211 h 142"/>
                  <a:gd name="T16" fmla="*/ 7 w 63"/>
                  <a:gd name="T17" fmla="*/ 161 h 142"/>
                  <a:gd name="T18" fmla="*/ 0 w 63"/>
                  <a:gd name="T19" fmla="*/ 64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42">
                    <a:moveTo>
                      <a:pt x="0" y="27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49" y="16"/>
                      <a:pt x="52" y="24"/>
                    </a:cubicBezTo>
                    <a:cubicBezTo>
                      <a:pt x="56" y="32"/>
                      <a:pt x="63" y="39"/>
                      <a:pt x="59" y="49"/>
                    </a:cubicBezTo>
                    <a:cubicBezTo>
                      <a:pt x="55" y="60"/>
                      <a:pt x="52" y="85"/>
                      <a:pt x="51" y="89"/>
                    </a:cubicBezTo>
                    <a:cubicBezTo>
                      <a:pt x="50" y="93"/>
                      <a:pt x="39" y="131"/>
                      <a:pt x="39" y="137"/>
                    </a:cubicBezTo>
                    <a:cubicBezTo>
                      <a:pt x="39" y="142"/>
                      <a:pt x="33" y="121"/>
                      <a:pt x="24" y="118"/>
                    </a:cubicBezTo>
                    <a:cubicBezTo>
                      <a:pt x="14" y="115"/>
                      <a:pt x="16" y="101"/>
                      <a:pt x="14" y="88"/>
                    </a:cubicBezTo>
                    <a:cubicBezTo>
                      <a:pt x="11" y="76"/>
                      <a:pt x="4" y="80"/>
                      <a:pt x="3" y="67"/>
                    </a:cubicBezTo>
                    <a:cubicBezTo>
                      <a:pt x="3" y="54"/>
                      <a:pt x="0" y="27"/>
                      <a:pt x="0" y="27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8" name="Freeform 147">
                <a:extLst>
                  <a:ext uri="{FF2B5EF4-FFF2-40B4-BE49-F238E27FC236}">
                    <a16:creationId xmlns:a16="http://schemas.microsoft.com/office/drawing/2014/main" id="{F0D6897F-6E83-4493-8759-7AED7CFDC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649"/>
                <a:ext cx="61" cy="106"/>
              </a:xfrm>
              <a:custGeom>
                <a:avLst/>
                <a:gdLst>
                  <a:gd name="T0" fmla="*/ 0 w 46"/>
                  <a:gd name="T1" fmla="*/ 58 h 80"/>
                  <a:gd name="T2" fmla="*/ 101 w 46"/>
                  <a:gd name="T3" fmla="*/ 0 h 80"/>
                  <a:gd name="T4" fmla="*/ 98 w 46"/>
                  <a:gd name="T5" fmla="*/ 53 h 80"/>
                  <a:gd name="T6" fmla="*/ 91 w 46"/>
                  <a:gd name="T7" fmla="*/ 129 h 80"/>
                  <a:gd name="T8" fmla="*/ 72 w 46"/>
                  <a:gd name="T9" fmla="*/ 151 h 80"/>
                  <a:gd name="T10" fmla="*/ 0 w 46"/>
                  <a:gd name="T11" fmla="*/ 58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80">
                    <a:moveTo>
                      <a:pt x="0" y="25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6" y="12"/>
                      <a:pt x="42" y="23"/>
                    </a:cubicBezTo>
                    <a:cubicBezTo>
                      <a:pt x="37" y="34"/>
                      <a:pt x="39" y="48"/>
                      <a:pt x="39" y="55"/>
                    </a:cubicBezTo>
                    <a:cubicBezTo>
                      <a:pt x="39" y="62"/>
                      <a:pt x="40" y="80"/>
                      <a:pt x="31" y="65"/>
                    </a:cubicBezTo>
                    <a:cubicBezTo>
                      <a:pt x="21" y="51"/>
                      <a:pt x="2" y="38"/>
                      <a:pt x="0" y="25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9" name="Freeform 148">
                <a:extLst>
                  <a:ext uri="{FF2B5EF4-FFF2-40B4-BE49-F238E27FC236}">
                    <a16:creationId xmlns:a16="http://schemas.microsoft.com/office/drawing/2014/main" id="{CF7F0B07-BD75-4338-8233-B38093EE9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597"/>
                <a:ext cx="62" cy="190"/>
              </a:xfrm>
              <a:custGeom>
                <a:avLst/>
                <a:gdLst>
                  <a:gd name="T0" fmla="*/ 7 w 47"/>
                  <a:gd name="T1" fmla="*/ 52 h 143"/>
                  <a:gd name="T2" fmla="*/ 106 w 47"/>
                  <a:gd name="T3" fmla="*/ 0 h 143"/>
                  <a:gd name="T4" fmla="*/ 103 w 47"/>
                  <a:gd name="T5" fmla="*/ 178 h 143"/>
                  <a:gd name="T6" fmla="*/ 88 w 47"/>
                  <a:gd name="T7" fmla="*/ 270 h 143"/>
                  <a:gd name="T8" fmla="*/ 62 w 47"/>
                  <a:gd name="T9" fmla="*/ 322 h 143"/>
                  <a:gd name="T10" fmla="*/ 21 w 47"/>
                  <a:gd name="T11" fmla="*/ 315 h 143"/>
                  <a:gd name="T12" fmla="*/ 15 w 47"/>
                  <a:gd name="T13" fmla="*/ 256 h 143"/>
                  <a:gd name="T14" fmla="*/ 15 w 47"/>
                  <a:gd name="T15" fmla="*/ 157 h 143"/>
                  <a:gd name="T16" fmla="*/ 7 w 47"/>
                  <a:gd name="T17" fmla="*/ 52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143">
                    <a:moveTo>
                      <a:pt x="3" y="22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7" y="62"/>
                      <a:pt x="45" y="76"/>
                    </a:cubicBezTo>
                    <a:cubicBezTo>
                      <a:pt x="44" y="90"/>
                      <a:pt x="45" y="106"/>
                      <a:pt x="39" y="115"/>
                    </a:cubicBezTo>
                    <a:cubicBezTo>
                      <a:pt x="34" y="123"/>
                      <a:pt x="36" y="143"/>
                      <a:pt x="27" y="137"/>
                    </a:cubicBezTo>
                    <a:cubicBezTo>
                      <a:pt x="17" y="132"/>
                      <a:pt x="9" y="134"/>
                      <a:pt x="9" y="134"/>
                    </a:cubicBezTo>
                    <a:cubicBezTo>
                      <a:pt x="9" y="134"/>
                      <a:pt x="6" y="126"/>
                      <a:pt x="6" y="109"/>
                    </a:cubicBezTo>
                    <a:cubicBezTo>
                      <a:pt x="5" y="92"/>
                      <a:pt x="9" y="79"/>
                      <a:pt x="6" y="67"/>
                    </a:cubicBezTo>
                    <a:cubicBezTo>
                      <a:pt x="3" y="55"/>
                      <a:pt x="0" y="33"/>
                      <a:pt x="3" y="22"/>
                    </a:cubicBezTo>
                    <a:close/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0" name="Freeform 149">
                <a:extLst>
                  <a:ext uri="{FF2B5EF4-FFF2-40B4-BE49-F238E27FC236}">
                    <a16:creationId xmlns:a16="http://schemas.microsoft.com/office/drawing/2014/main" id="{C0A671F7-3009-46BC-B17F-DEA5EAB65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742"/>
                <a:ext cx="144" cy="111"/>
              </a:xfrm>
              <a:custGeom>
                <a:avLst/>
                <a:gdLst>
                  <a:gd name="T0" fmla="*/ 176 w 108"/>
                  <a:gd name="T1" fmla="*/ 198 h 83"/>
                  <a:gd name="T2" fmla="*/ 256 w 108"/>
                  <a:gd name="T3" fmla="*/ 155 h 83"/>
                  <a:gd name="T4" fmla="*/ 208 w 108"/>
                  <a:gd name="T5" fmla="*/ 120 h 83"/>
                  <a:gd name="T6" fmla="*/ 183 w 108"/>
                  <a:gd name="T7" fmla="*/ 84 h 83"/>
                  <a:gd name="T8" fmla="*/ 112 w 108"/>
                  <a:gd name="T9" fmla="*/ 70 h 83"/>
                  <a:gd name="T10" fmla="*/ 65 w 108"/>
                  <a:gd name="T11" fmla="*/ 31 h 83"/>
                  <a:gd name="T12" fmla="*/ 36 w 108"/>
                  <a:gd name="T13" fmla="*/ 23 h 83"/>
                  <a:gd name="T14" fmla="*/ 23 w 108"/>
                  <a:gd name="T15" fmla="*/ 84 h 83"/>
                  <a:gd name="T16" fmla="*/ 80 w 108"/>
                  <a:gd name="T17" fmla="*/ 111 h 83"/>
                  <a:gd name="T18" fmla="*/ 113 w 108"/>
                  <a:gd name="T19" fmla="*/ 139 h 83"/>
                  <a:gd name="T20" fmla="*/ 148 w 108"/>
                  <a:gd name="T21" fmla="*/ 143 h 83"/>
                  <a:gd name="T22" fmla="*/ 164 w 108"/>
                  <a:gd name="T23" fmla="*/ 160 h 83"/>
                  <a:gd name="T24" fmla="*/ 176 w 108"/>
                  <a:gd name="T25" fmla="*/ 198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8" h="83">
                    <a:moveTo>
                      <a:pt x="74" y="83"/>
                    </a:move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1" y="53"/>
                      <a:pt x="88" y="50"/>
                    </a:cubicBezTo>
                    <a:cubicBezTo>
                      <a:pt x="75" y="46"/>
                      <a:pt x="67" y="39"/>
                      <a:pt x="77" y="35"/>
                    </a:cubicBezTo>
                    <a:cubicBezTo>
                      <a:pt x="77" y="35"/>
                      <a:pt x="57" y="39"/>
                      <a:pt x="47" y="29"/>
                    </a:cubicBezTo>
                    <a:cubicBezTo>
                      <a:pt x="37" y="19"/>
                      <a:pt x="33" y="18"/>
                      <a:pt x="28" y="13"/>
                    </a:cubicBezTo>
                    <a:cubicBezTo>
                      <a:pt x="22" y="7"/>
                      <a:pt x="17" y="0"/>
                      <a:pt x="15" y="10"/>
                    </a:cubicBezTo>
                    <a:cubicBezTo>
                      <a:pt x="13" y="20"/>
                      <a:pt x="0" y="26"/>
                      <a:pt x="10" y="35"/>
                    </a:cubicBezTo>
                    <a:cubicBezTo>
                      <a:pt x="21" y="44"/>
                      <a:pt x="28" y="45"/>
                      <a:pt x="34" y="46"/>
                    </a:cubicBezTo>
                    <a:cubicBezTo>
                      <a:pt x="39" y="46"/>
                      <a:pt x="41" y="56"/>
                      <a:pt x="48" y="58"/>
                    </a:cubicBezTo>
                    <a:cubicBezTo>
                      <a:pt x="55" y="60"/>
                      <a:pt x="57" y="57"/>
                      <a:pt x="62" y="60"/>
                    </a:cubicBezTo>
                    <a:cubicBezTo>
                      <a:pt x="67" y="63"/>
                      <a:pt x="68" y="63"/>
                      <a:pt x="69" y="67"/>
                    </a:cubicBezTo>
                    <a:cubicBezTo>
                      <a:pt x="71" y="71"/>
                      <a:pt x="74" y="83"/>
                      <a:pt x="74" y="83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1" name="Freeform 150">
                <a:extLst>
                  <a:ext uri="{FF2B5EF4-FFF2-40B4-BE49-F238E27FC236}">
                    <a16:creationId xmlns:a16="http://schemas.microsoft.com/office/drawing/2014/main" id="{B710C643-19EC-46F2-A051-F39329B16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599"/>
                <a:ext cx="295" cy="143"/>
              </a:xfrm>
              <a:custGeom>
                <a:avLst/>
                <a:gdLst>
                  <a:gd name="T0" fmla="*/ 406 w 221"/>
                  <a:gd name="T1" fmla="*/ 255 h 107"/>
                  <a:gd name="T2" fmla="*/ 526 w 221"/>
                  <a:gd name="T3" fmla="*/ 190 h 107"/>
                  <a:gd name="T4" fmla="*/ 457 w 221"/>
                  <a:gd name="T5" fmla="*/ 155 h 107"/>
                  <a:gd name="T6" fmla="*/ 404 w 221"/>
                  <a:gd name="T7" fmla="*/ 127 h 107"/>
                  <a:gd name="T8" fmla="*/ 286 w 221"/>
                  <a:gd name="T9" fmla="*/ 69 h 107"/>
                  <a:gd name="T10" fmla="*/ 216 w 221"/>
                  <a:gd name="T11" fmla="*/ 48 h 107"/>
                  <a:gd name="T12" fmla="*/ 164 w 221"/>
                  <a:gd name="T13" fmla="*/ 12 h 107"/>
                  <a:gd name="T14" fmla="*/ 57 w 221"/>
                  <a:gd name="T15" fmla="*/ 16 h 107"/>
                  <a:gd name="T16" fmla="*/ 5 w 221"/>
                  <a:gd name="T17" fmla="*/ 15 h 107"/>
                  <a:gd name="T18" fmla="*/ 80 w 221"/>
                  <a:gd name="T19" fmla="*/ 76 h 107"/>
                  <a:gd name="T20" fmla="*/ 207 w 221"/>
                  <a:gd name="T21" fmla="*/ 136 h 107"/>
                  <a:gd name="T22" fmla="*/ 288 w 221"/>
                  <a:gd name="T23" fmla="*/ 154 h 107"/>
                  <a:gd name="T24" fmla="*/ 350 w 221"/>
                  <a:gd name="T25" fmla="*/ 192 h 107"/>
                  <a:gd name="T26" fmla="*/ 406 w 221"/>
                  <a:gd name="T27" fmla="*/ 255 h 1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1" h="107">
                    <a:moveTo>
                      <a:pt x="171" y="107"/>
                    </a:moveTo>
                    <a:cubicBezTo>
                      <a:pt x="221" y="79"/>
                      <a:pt x="221" y="79"/>
                      <a:pt x="221" y="79"/>
                    </a:cubicBezTo>
                    <a:cubicBezTo>
                      <a:pt x="221" y="79"/>
                      <a:pt x="203" y="66"/>
                      <a:pt x="192" y="65"/>
                    </a:cubicBezTo>
                    <a:cubicBezTo>
                      <a:pt x="182" y="63"/>
                      <a:pt x="180" y="59"/>
                      <a:pt x="170" y="53"/>
                    </a:cubicBezTo>
                    <a:cubicBezTo>
                      <a:pt x="159" y="47"/>
                      <a:pt x="133" y="36"/>
                      <a:pt x="120" y="29"/>
                    </a:cubicBezTo>
                    <a:cubicBezTo>
                      <a:pt x="106" y="22"/>
                      <a:pt x="102" y="28"/>
                      <a:pt x="91" y="20"/>
                    </a:cubicBezTo>
                    <a:cubicBezTo>
                      <a:pt x="81" y="13"/>
                      <a:pt x="69" y="5"/>
                      <a:pt x="69" y="5"/>
                    </a:cubicBezTo>
                    <a:cubicBezTo>
                      <a:pt x="69" y="5"/>
                      <a:pt x="34" y="10"/>
                      <a:pt x="24" y="7"/>
                    </a:cubicBezTo>
                    <a:cubicBezTo>
                      <a:pt x="15" y="4"/>
                      <a:pt x="0" y="0"/>
                      <a:pt x="2" y="6"/>
                    </a:cubicBezTo>
                    <a:cubicBezTo>
                      <a:pt x="4" y="13"/>
                      <a:pt x="15" y="26"/>
                      <a:pt x="34" y="32"/>
                    </a:cubicBezTo>
                    <a:cubicBezTo>
                      <a:pt x="54" y="37"/>
                      <a:pt x="77" y="53"/>
                      <a:pt x="87" y="57"/>
                    </a:cubicBezTo>
                    <a:cubicBezTo>
                      <a:pt x="96" y="60"/>
                      <a:pt x="110" y="61"/>
                      <a:pt x="121" y="64"/>
                    </a:cubicBezTo>
                    <a:cubicBezTo>
                      <a:pt x="132" y="67"/>
                      <a:pt x="138" y="67"/>
                      <a:pt x="147" y="81"/>
                    </a:cubicBezTo>
                    <a:cubicBezTo>
                      <a:pt x="157" y="96"/>
                      <a:pt x="171" y="107"/>
                      <a:pt x="171" y="107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2" name="Freeform 151">
                <a:extLst>
                  <a:ext uri="{FF2B5EF4-FFF2-40B4-BE49-F238E27FC236}">
                    <a16:creationId xmlns:a16="http://schemas.microsoft.com/office/drawing/2014/main" id="{24DAF51D-B07A-4956-96A2-4C28EEBC4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565"/>
                <a:ext cx="226" cy="117"/>
              </a:xfrm>
              <a:custGeom>
                <a:avLst/>
                <a:gdLst>
                  <a:gd name="T0" fmla="*/ 299 w 170"/>
                  <a:gd name="T1" fmla="*/ 207 h 88"/>
                  <a:gd name="T2" fmla="*/ 300 w 170"/>
                  <a:gd name="T3" fmla="*/ 205 h 88"/>
                  <a:gd name="T4" fmla="*/ 399 w 170"/>
                  <a:gd name="T5" fmla="*/ 149 h 88"/>
                  <a:gd name="T6" fmla="*/ 338 w 170"/>
                  <a:gd name="T7" fmla="*/ 104 h 88"/>
                  <a:gd name="T8" fmla="*/ 249 w 170"/>
                  <a:gd name="T9" fmla="*/ 59 h 88"/>
                  <a:gd name="T10" fmla="*/ 165 w 170"/>
                  <a:gd name="T11" fmla="*/ 16 h 88"/>
                  <a:gd name="T12" fmla="*/ 69 w 170"/>
                  <a:gd name="T13" fmla="*/ 12 h 88"/>
                  <a:gd name="T14" fmla="*/ 9 w 170"/>
                  <a:gd name="T15" fmla="*/ 21 h 88"/>
                  <a:gd name="T16" fmla="*/ 90 w 170"/>
                  <a:gd name="T17" fmla="*/ 65 h 88"/>
                  <a:gd name="T18" fmla="*/ 173 w 170"/>
                  <a:gd name="T19" fmla="*/ 101 h 88"/>
                  <a:gd name="T20" fmla="*/ 235 w 170"/>
                  <a:gd name="T21" fmla="*/ 162 h 88"/>
                  <a:gd name="T22" fmla="*/ 299 w 170"/>
                  <a:gd name="T23" fmla="*/ 207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0" h="88">
                    <a:moveTo>
                      <a:pt x="127" y="88"/>
                    </a:moveTo>
                    <a:cubicBezTo>
                      <a:pt x="128" y="87"/>
                      <a:pt x="128" y="87"/>
                      <a:pt x="128" y="87"/>
                    </a:cubicBezTo>
                    <a:cubicBezTo>
                      <a:pt x="170" y="63"/>
                      <a:pt x="170" y="63"/>
                      <a:pt x="170" y="63"/>
                    </a:cubicBezTo>
                    <a:cubicBezTo>
                      <a:pt x="170" y="63"/>
                      <a:pt x="163" y="53"/>
                      <a:pt x="144" y="44"/>
                    </a:cubicBezTo>
                    <a:cubicBezTo>
                      <a:pt x="126" y="34"/>
                      <a:pt x="111" y="35"/>
                      <a:pt x="106" y="25"/>
                    </a:cubicBezTo>
                    <a:cubicBezTo>
                      <a:pt x="101" y="15"/>
                      <a:pt x="88" y="10"/>
                      <a:pt x="70" y="7"/>
                    </a:cubicBezTo>
                    <a:cubicBezTo>
                      <a:pt x="53" y="5"/>
                      <a:pt x="42" y="9"/>
                      <a:pt x="29" y="5"/>
                    </a:cubicBezTo>
                    <a:cubicBezTo>
                      <a:pt x="17" y="0"/>
                      <a:pt x="0" y="5"/>
                      <a:pt x="4" y="9"/>
                    </a:cubicBezTo>
                    <a:cubicBezTo>
                      <a:pt x="9" y="12"/>
                      <a:pt x="20" y="25"/>
                      <a:pt x="38" y="28"/>
                    </a:cubicBezTo>
                    <a:cubicBezTo>
                      <a:pt x="56" y="32"/>
                      <a:pt x="61" y="28"/>
                      <a:pt x="74" y="43"/>
                    </a:cubicBezTo>
                    <a:cubicBezTo>
                      <a:pt x="88" y="58"/>
                      <a:pt x="84" y="58"/>
                      <a:pt x="100" y="69"/>
                    </a:cubicBezTo>
                    <a:cubicBezTo>
                      <a:pt x="117" y="81"/>
                      <a:pt x="127" y="88"/>
                      <a:pt x="127" y="88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3" name="Freeform 152">
                <a:extLst>
                  <a:ext uri="{FF2B5EF4-FFF2-40B4-BE49-F238E27FC236}">
                    <a16:creationId xmlns:a16="http://schemas.microsoft.com/office/drawing/2014/main" id="{8E29E259-5964-4717-9A65-06D714EE1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508"/>
                <a:ext cx="132" cy="115"/>
              </a:xfrm>
              <a:custGeom>
                <a:avLst/>
                <a:gdLst>
                  <a:gd name="T0" fmla="*/ 140 w 99"/>
                  <a:gd name="T1" fmla="*/ 201 h 87"/>
                  <a:gd name="T2" fmla="*/ 235 w 99"/>
                  <a:gd name="T3" fmla="*/ 156 h 87"/>
                  <a:gd name="T4" fmla="*/ 187 w 99"/>
                  <a:gd name="T5" fmla="*/ 98 h 87"/>
                  <a:gd name="T6" fmla="*/ 129 w 99"/>
                  <a:gd name="T7" fmla="*/ 58 h 87"/>
                  <a:gd name="T8" fmla="*/ 79 w 99"/>
                  <a:gd name="T9" fmla="*/ 29 h 87"/>
                  <a:gd name="T10" fmla="*/ 41 w 99"/>
                  <a:gd name="T11" fmla="*/ 21 h 87"/>
                  <a:gd name="T12" fmla="*/ 27 w 99"/>
                  <a:gd name="T13" fmla="*/ 71 h 87"/>
                  <a:gd name="T14" fmla="*/ 63 w 99"/>
                  <a:gd name="T15" fmla="*/ 124 h 87"/>
                  <a:gd name="T16" fmla="*/ 85 w 99"/>
                  <a:gd name="T17" fmla="*/ 157 h 87"/>
                  <a:gd name="T18" fmla="*/ 137 w 99"/>
                  <a:gd name="T19" fmla="*/ 181 h 87"/>
                  <a:gd name="T20" fmla="*/ 140 w 99"/>
                  <a:gd name="T21" fmla="*/ 201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" h="87">
                    <a:moveTo>
                      <a:pt x="59" y="87"/>
                    </a:moveTo>
                    <a:cubicBezTo>
                      <a:pt x="99" y="67"/>
                      <a:pt x="99" y="67"/>
                      <a:pt x="99" y="67"/>
                    </a:cubicBezTo>
                    <a:cubicBezTo>
                      <a:pt x="99" y="67"/>
                      <a:pt x="92" y="49"/>
                      <a:pt x="79" y="42"/>
                    </a:cubicBezTo>
                    <a:cubicBezTo>
                      <a:pt x="67" y="36"/>
                      <a:pt x="65" y="32"/>
                      <a:pt x="55" y="25"/>
                    </a:cubicBezTo>
                    <a:cubicBezTo>
                      <a:pt x="44" y="17"/>
                      <a:pt x="42" y="16"/>
                      <a:pt x="33" y="13"/>
                    </a:cubicBezTo>
                    <a:cubicBezTo>
                      <a:pt x="24" y="11"/>
                      <a:pt x="26" y="0"/>
                      <a:pt x="17" y="9"/>
                    </a:cubicBezTo>
                    <a:cubicBezTo>
                      <a:pt x="8" y="19"/>
                      <a:pt x="0" y="20"/>
                      <a:pt x="11" y="31"/>
                    </a:cubicBezTo>
                    <a:cubicBezTo>
                      <a:pt x="22" y="41"/>
                      <a:pt x="25" y="44"/>
                      <a:pt x="26" y="54"/>
                    </a:cubicBezTo>
                    <a:cubicBezTo>
                      <a:pt x="26" y="64"/>
                      <a:pt x="25" y="63"/>
                      <a:pt x="36" y="68"/>
                    </a:cubicBezTo>
                    <a:cubicBezTo>
                      <a:pt x="48" y="73"/>
                      <a:pt x="56" y="77"/>
                      <a:pt x="58" y="79"/>
                    </a:cubicBezTo>
                    <a:cubicBezTo>
                      <a:pt x="59" y="81"/>
                      <a:pt x="59" y="87"/>
                      <a:pt x="59" y="87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4" name="Freeform 153">
                <a:extLst>
                  <a:ext uri="{FF2B5EF4-FFF2-40B4-BE49-F238E27FC236}">
                    <a16:creationId xmlns:a16="http://schemas.microsoft.com/office/drawing/2014/main" id="{B1ABDFD2-8871-4066-B81C-F94BF2F8D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631"/>
                <a:ext cx="89" cy="42"/>
              </a:xfrm>
              <a:custGeom>
                <a:avLst/>
                <a:gdLst>
                  <a:gd name="T0" fmla="*/ 0 w 67"/>
                  <a:gd name="T1" fmla="*/ 77 h 31"/>
                  <a:gd name="T2" fmla="*/ 41 w 67"/>
                  <a:gd name="T3" fmla="*/ 0 h 31"/>
                  <a:gd name="T4" fmla="*/ 124 w 67"/>
                  <a:gd name="T5" fmla="*/ 12 h 31"/>
                  <a:gd name="T6" fmla="*/ 141 w 67"/>
                  <a:gd name="T7" fmla="*/ 41 h 31"/>
                  <a:gd name="T8" fmla="*/ 106 w 67"/>
                  <a:gd name="T9" fmla="*/ 62 h 31"/>
                  <a:gd name="T10" fmla="*/ 52 w 67"/>
                  <a:gd name="T11" fmla="*/ 68 h 31"/>
                  <a:gd name="T12" fmla="*/ 0 w 67"/>
                  <a:gd name="T13" fmla="*/ 77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31">
                    <a:moveTo>
                      <a:pt x="0" y="31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47" y="1"/>
                      <a:pt x="53" y="5"/>
                    </a:cubicBezTo>
                    <a:cubicBezTo>
                      <a:pt x="59" y="9"/>
                      <a:pt x="67" y="11"/>
                      <a:pt x="60" y="16"/>
                    </a:cubicBezTo>
                    <a:cubicBezTo>
                      <a:pt x="53" y="21"/>
                      <a:pt x="50" y="21"/>
                      <a:pt x="45" y="25"/>
                    </a:cubicBezTo>
                    <a:cubicBezTo>
                      <a:pt x="41" y="28"/>
                      <a:pt x="31" y="27"/>
                      <a:pt x="22" y="27"/>
                    </a:cubicBezTo>
                    <a:cubicBezTo>
                      <a:pt x="14" y="28"/>
                      <a:pt x="0" y="31"/>
                      <a:pt x="0" y="31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5" name="Freeform 154">
                <a:extLst>
                  <a:ext uri="{FF2B5EF4-FFF2-40B4-BE49-F238E27FC236}">
                    <a16:creationId xmlns:a16="http://schemas.microsoft.com/office/drawing/2014/main" id="{36764C00-73F2-4107-8939-E79A285AB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484"/>
                <a:ext cx="247" cy="118"/>
              </a:xfrm>
              <a:custGeom>
                <a:avLst/>
                <a:gdLst>
                  <a:gd name="T0" fmla="*/ 0 w 186"/>
                  <a:gd name="T1" fmla="*/ 172 h 89"/>
                  <a:gd name="T2" fmla="*/ 65 w 186"/>
                  <a:gd name="T3" fmla="*/ 44 h 89"/>
                  <a:gd name="T4" fmla="*/ 122 w 186"/>
                  <a:gd name="T5" fmla="*/ 36 h 89"/>
                  <a:gd name="T6" fmla="*/ 179 w 186"/>
                  <a:gd name="T7" fmla="*/ 9 h 89"/>
                  <a:gd name="T8" fmla="*/ 141 w 186"/>
                  <a:gd name="T9" fmla="*/ 58 h 89"/>
                  <a:gd name="T10" fmla="*/ 145 w 186"/>
                  <a:gd name="T11" fmla="*/ 91 h 89"/>
                  <a:gd name="T12" fmla="*/ 214 w 186"/>
                  <a:gd name="T13" fmla="*/ 81 h 89"/>
                  <a:gd name="T14" fmla="*/ 251 w 186"/>
                  <a:gd name="T15" fmla="*/ 21 h 89"/>
                  <a:gd name="T16" fmla="*/ 248 w 186"/>
                  <a:gd name="T17" fmla="*/ 74 h 89"/>
                  <a:gd name="T18" fmla="*/ 267 w 186"/>
                  <a:gd name="T19" fmla="*/ 117 h 89"/>
                  <a:gd name="T20" fmla="*/ 319 w 186"/>
                  <a:gd name="T21" fmla="*/ 135 h 89"/>
                  <a:gd name="T22" fmla="*/ 351 w 186"/>
                  <a:gd name="T23" fmla="*/ 151 h 89"/>
                  <a:gd name="T24" fmla="*/ 416 w 186"/>
                  <a:gd name="T25" fmla="*/ 167 h 89"/>
                  <a:gd name="T26" fmla="*/ 392 w 186"/>
                  <a:gd name="T27" fmla="*/ 195 h 89"/>
                  <a:gd name="T28" fmla="*/ 259 w 186"/>
                  <a:gd name="T29" fmla="*/ 195 h 89"/>
                  <a:gd name="T30" fmla="*/ 179 w 186"/>
                  <a:gd name="T31" fmla="*/ 182 h 89"/>
                  <a:gd name="T32" fmla="*/ 109 w 186"/>
                  <a:gd name="T33" fmla="*/ 178 h 89"/>
                  <a:gd name="T34" fmla="*/ 0 w 186"/>
                  <a:gd name="T35" fmla="*/ 172 h 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6" h="89">
                    <a:moveTo>
                      <a:pt x="0" y="74"/>
                    </a:move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41" y="22"/>
                      <a:pt x="52" y="15"/>
                    </a:cubicBezTo>
                    <a:cubicBezTo>
                      <a:pt x="64" y="9"/>
                      <a:pt x="75" y="0"/>
                      <a:pt x="77" y="4"/>
                    </a:cubicBezTo>
                    <a:cubicBezTo>
                      <a:pt x="79" y="8"/>
                      <a:pt x="64" y="17"/>
                      <a:pt x="60" y="25"/>
                    </a:cubicBezTo>
                    <a:cubicBezTo>
                      <a:pt x="56" y="32"/>
                      <a:pt x="49" y="41"/>
                      <a:pt x="62" y="39"/>
                    </a:cubicBezTo>
                    <a:cubicBezTo>
                      <a:pt x="75" y="38"/>
                      <a:pt x="85" y="41"/>
                      <a:pt x="91" y="35"/>
                    </a:cubicBezTo>
                    <a:cubicBezTo>
                      <a:pt x="97" y="29"/>
                      <a:pt x="101" y="6"/>
                      <a:pt x="107" y="9"/>
                    </a:cubicBezTo>
                    <a:cubicBezTo>
                      <a:pt x="113" y="13"/>
                      <a:pt x="105" y="21"/>
                      <a:pt x="106" y="32"/>
                    </a:cubicBezTo>
                    <a:cubicBezTo>
                      <a:pt x="108" y="43"/>
                      <a:pt x="105" y="49"/>
                      <a:pt x="114" y="50"/>
                    </a:cubicBezTo>
                    <a:cubicBezTo>
                      <a:pt x="123" y="52"/>
                      <a:pt x="132" y="54"/>
                      <a:pt x="136" y="58"/>
                    </a:cubicBezTo>
                    <a:cubicBezTo>
                      <a:pt x="141" y="63"/>
                      <a:pt x="139" y="66"/>
                      <a:pt x="150" y="65"/>
                    </a:cubicBezTo>
                    <a:cubicBezTo>
                      <a:pt x="161" y="64"/>
                      <a:pt x="172" y="65"/>
                      <a:pt x="178" y="72"/>
                    </a:cubicBezTo>
                    <a:cubicBezTo>
                      <a:pt x="184" y="78"/>
                      <a:pt x="186" y="89"/>
                      <a:pt x="167" y="84"/>
                    </a:cubicBezTo>
                    <a:cubicBezTo>
                      <a:pt x="147" y="80"/>
                      <a:pt x="126" y="82"/>
                      <a:pt x="111" y="84"/>
                    </a:cubicBezTo>
                    <a:cubicBezTo>
                      <a:pt x="97" y="85"/>
                      <a:pt x="91" y="82"/>
                      <a:pt x="77" y="78"/>
                    </a:cubicBezTo>
                    <a:cubicBezTo>
                      <a:pt x="62" y="74"/>
                      <a:pt x="58" y="72"/>
                      <a:pt x="47" y="76"/>
                    </a:cubicBezTo>
                    <a:cubicBezTo>
                      <a:pt x="36" y="79"/>
                      <a:pt x="9" y="86"/>
                      <a:pt x="0" y="74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6" name="Freeform 155">
                <a:extLst>
                  <a:ext uri="{FF2B5EF4-FFF2-40B4-BE49-F238E27FC236}">
                    <a16:creationId xmlns:a16="http://schemas.microsoft.com/office/drawing/2014/main" id="{A6857132-A735-4883-ADCC-63C345265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665"/>
                <a:ext cx="154" cy="102"/>
              </a:xfrm>
              <a:custGeom>
                <a:avLst/>
                <a:gdLst>
                  <a:gd name="T0" fmla="*/ 149 w 116"/>
                  <a:gd name="T1" fmla="*/ 1 h 77"/>
                  <a:gd name="T2" fmla="*/ 113 w 116"/>
                  <a:gd name="T3" fmla="*/ 28 h 77"/>
                  <a:gd name="T4" fmla="*/ 96 w 116"/>
                  <a:gd name="T5" fmla="*/ 49 h 77"/>
                  <a:gd name="T6" fmla="*/ 88 w 116"/>
                  <a:gd name="T7" fmla="*/ 70 h 77"/>
                  <a:gd name="T8" fmla="*/ 37 w 116"/>
                  <a:gd name="T9" fmla="*/ 87 h 77"/>
                  <a:gd name="T10" fmla="*/ 0 w 116"/>
                  <a:gd name="T11" fmla="*/ 113 h 77"/>
                  <a:gd name="T12" fmla="*/ 88 w 116"/>
                  <a:gd name="T13" fmla="*/ 123 h 77"/>
                  <a:gd name="T14" fmla="*/ 150 w 116"/>
                  <a:gd name="T15" fmla="*/ 150 h 77"/>
                  <a:gd name="T16" fmla="*/ 271 w 116"/>
                  <a:gd name="T17" fmla="*/ 163 h 77"/>
                  <a:gd name="T18" fmla="*/ 224 w 116"/>
                  <a:gd name="T19" fmla="*/ 113 h 77"/>
                  <a:gd name="T20" fmla="*/ 215 w 116"/>
                  <a:gd name="T21" fmla="*/ 56 h 77"/>
                  <a:gd name="T22" fmla="*/ 143 w 116"/>
                  <a:gd name="T23" fmla="*/ 1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6" h="77">
                    <a:moveTo>
                      <a:pt x="63" y="1"/>
                    </a:moveTo>
                    <a:cubicBezTo>
                      <a:pt x="52" y="0"/>
                      <a:pt x="53" y="4"/>
                      <a:pt x="48" y="12"/>
                    </a:cubicBezTo>
                    <a:cubicBezTo>
                      <a:pt x="46" y="15"/>
                      <a:pt x="43" y="18"/>
                      <a:pt x="41" y="21"/>
                    </a:cubicBezTo>
                    <a:cubicBezTo>
                      <a:pt x="39" y="24"/>
                      <a:pt x="40" y="28"/>
                      <a:pt x="38" y="30"/>
                    </a:cubicBezTo>
                    <a:cubicBezTo>
                      <a:pt x="33" y="34"/>
                      <a:pt x="22" y="35"/>
                      <a:pt x="16" y="38"/>
                    </a:cubicBezTo>
                    <a:cubicBezTo>
                      <a:pt x="10" y="41"/>
                      <a:pt x="5" y="44"/>
                      <a:pt x="0" y="48"/>
                    </a:cubicBezTo>
                    <a:cubicBezTo>
                      <a:pt x="11" y="55"/>
                      <a:pt x="26" y="49"/>
                      <a:pt x="38" y="53"/>
                    </a:cubicBezTo>
                    <a:cubicBezTo>
                      <a:pt x="48" y="57"/>
                      <a:pt x="53" y="62"/>
                      <a:pt x="64" y="64"/>
                    </a:cubicBezTo>
                    <a:cubicBezTo>
                      <a:pt x="79" y="67"/>
                      <a:pt x="100" y="77"/>
                      <a:pt x="116" y="70"/>
                    </a:cubicBezTo>
                    <a:cubicBezTo>
                      <a:pt x="111" y="61"/>
                      <a:pt x="103" y="56"/>
                      <a:pt x="96" y="48"/>
                    </a:cubicBezTo>
                    <a:cubicBezTo>
                      <a:pt x="91" y="41"/>
                      <a:pt x="93" y="32"/>
                      <a:pt x="92" y="24"/>
                    </a:cubicBezTo>
                    <a:cubicBezTo>
                      <a:pt x="88" y="6"/>
                      <a:pt x="73" y="8"/>
                      <a:pt x="61" y="1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7" name="Freeform 156">
                <a:extLst>
                  <a:ext uri="{FF2B5EF4-FFF2-40B4-BE49-F238E27FC236}">
                    <a16:creationId xmlns:a16="http://schemas.microsoft.com/office/drawing/2014/main" id="{83AF5E91-1546-49CB-9750-429EA0F14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634"/>
                <a:ext cx="298" cy="113"/>
              </a:xfrm>
              <a:custGeom>
                <a:avLst/>
                <a:gdLst>
                  <a:gd name="T0" fmla="*/ 160 w 224"/>
                  <a:gd name="T1" fmla="*/ 27 h 85"/>
                  <a:gd name="T2" fmla="*/ 141 w 224"/>
                  <a:gd name="T3" fmla="*/ 0 h 85"/>
                  <a:gd name="T4" fmla="*/ 100 w 224"/>
                  <a:gd name="T5" fmla="*/ 16 h 85"/>
                  <a:gd name="T6" fmla="*/ 76 w 224"/>
                  <a:gd name="T7" fmla="*/ 43 h 85"/>
                  <a:gd name="T8" fmla="*/ 20 w 224"/>
                  <a:gd name="T9" fmla="*/ 55 h 85"/>
                  <a:gd name="T10" fmla="*/ 0 w 224"/>
                  <a:gd name="T11" fmla="*/ 97 h 85"/>
                  <a:gd name="T12" fmla="*/ 73 w 224"/>
                  <a:gd name="T13" fmla="*/ 98 h 85"/>
                  <a:gd name="T14" fmla="*/ 160 w 224"/>
                  <a:gd name="T15" fmla="*/ 113 h 85"/>
                  <a:gd name="T16" fmla="*/ 279 w 224"/>
                  <a:gd name="T17" fmla="*/ 157 h 85"/>
                  <a:gd name="T18" fmla="*/ 400 w 224"/>
                  <a:gd name="T19" fmla="*/ 186 h 85"/>
                  <a:gd name="T20" fmla="*/ 451 w 224"/>
                  <a:gd name="T21" fmla="*/ 191 h 85"/>
                  <a:gd name="T22" fmla="*/ 527 w 224"/>
                  <a:gd name="T23" fmla="*/ 173 h 85"/>
                  <a:gd name="T24" fmla="*/ 440 w 224"/>
                  <a:gd name="T25" fmla="*/ 117 h 85"/>
                  <a:gd name="T26" fmla="*/ 334 w 224"/>
                  <a:gd name="T27" fmla="*/ 101 h 85"/>
                  <a:gd name="T28" fmla="*/ 241 w 224"/>
                  <a:gd name="T29" fmla="*/ 76 h 85"/>
                  <a:gd name="T30" fmla="*/ 173 w 224"/>
                  <a:gd name="T31" fmla="*/ 33 h 85"/>
                  <a:gd name="T32" fmla="*/ 160 w 224"/>
                  <a:gd name="T33" fmla="*/ 27 h 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4" h="85">
                    <a:moveTo>
                      <a:pt x="68" y="11"/>
                    </a:moveTo>
                    <a:cubicBezTo>
                      <a:pt x="64" y="8"/>
                      <a:pt x="62" y="4"/>
                      <a:pt x="60" y="0"/>
                    </a:cubicBezTo>
                    <a:cubicBezTo>
                      <a:pt x="56" y="7"/>
                      <a:pt x="48" y="4"/>
                      <a:pt x="42" y="7"/>
                    </a:cubicBezTo>
                    <a:cubicBezTo>
                      <a:pt x="33" y="10"/>
                      <a:pt x="39" y="12"/>
                      <a:pt x="32" y="18"/>
                    </a:cubicBezTo>
                    <a:cubicBezTo>
                      <a:pt x="26" y="23"/>
                      <a:pt x="14" y="19"/>
                      <a:pt x="8" y="23"/>
                    </a:cubicBezTo>
                    <a:cubicBezTo>
                      <a:pt x="2" y="27"/>
                      <a:pt x="5" y="36"/>
                      <a:pt x="0" y="41"/>
                    </a:cubicBezTo>
                    <a:cubicBezTo>
                      <a:pt x="11" y="38"/>
                      <a:pt x="20" y="42"/>
                      <a:pt x="31" y="42"/>
                    </a:cubicBezTo>
                    <a:cubicBezTo>
                      <a:pt x="46" y="43"/>
                      <a:pt x="54" y="41"/>
                      <a:pt x="68" y="48"/>
                    </a:cubicBezTo>
                    <a:cubicBezTo>
                      <a:pt x="84" y="55"/>
                      <a:pt x="102" y="65"/>
                      <a:pt x="119" y="67"/>
                    </a:cubicBezTo>
                    <a:cubicBezTo>
                      <a:pt x="138" y="70"/>
                      <a:pt x="153" y="71"/>
                      <a:pt x="170" y="79"/>
                    </a:cubicBezTo>
                    <a:cubicBezTo>
                      <a:pt x="180" y="84"/>
                      <a:pt x="182" y="85"/>
                      <a:pt x="192" y="81"/>
                    </a:cubicBezTo>
                    <a:cubicBezTo>
                      <a:pt x="202" y="77"/>
                      <a:pt x="217" y="79"/>
                      <a:pt x="224" y="74"/>
                    </a:cubicBezTo>
                    <a:cubicBezTo>
                      <a:pt x="212" y="61"/>
                      <a:pt x="204" y="56"/>
                      <a:pt x="187" y="50"/>
                    </a:cubicBezTo>
                    <a:cubicBezTo>
                      <a:pt x="172" y="45"/>
                      <a:pt x="158" y="44"/>
                      <a:pt x="142" y="43"/>
                    </a:cubicBezTo>
                    <a:cubicBezTo>
                      <a:pt x="129" y="42"/>
                      <a:pt x="114" y="37"/>
                      <a:pt x="102" y="32"/>
                    </a:cubicBezTo>
                    <a:cubicBezTo>
                      <a:pt x="90" y="29"/>
                      <a:pt x="84" y="18"/>
                      <a:pt x="74" y="14"/>
                    </a:cubicBezTo>
                    <a:lnTo>
                      <a:pt x="68" y="11"/>
                    </a:ln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8" name="Freeform 157">
                <a:extLst>
                  <a:ext uri="{FF2B5EF4-FFF2-40B4-BE49-F238E27FC236}">
                    <a16:creationId xmlns:a16="http://schemas.microsoft.com/office/drawing/2014/main" id="{BB68D4FE-4D99-46AE-8780-E9293416C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731"/>
                <a:ext cx="190" cy="96"/>
              </a:xfrm>
              <a:custGeom>
                <a:avLst/>
                <a:gdLst>
                  <a:gd name="T0" fmla="*/ 49 w 143"/>
                  <a:gd name="T1" fmla="*/ 0 h 72"/>
                  <a:gd name="T2" fmla="*/ 16 w 143"/>
                  <a:gd name="T3" fmla="*/ 9 h 72"/>
                  <a:gd name="T4" fmla="*/ 0 w 143"/>
                  <a:gd name="T5" fmla="*/ 37 h 72"/>
                  <a:gd name="T6" fmla="*/ 16 w 143"/>
                  <a:gd name="T7" fmla="*/ 69 h 72"/>
                  <a:gd name="T8" fmla="*/ 129 w 143"/>
                  <a:gd name="T9" fmla="*/ 107 h 72"/>
                  <a:gd name="T10" fmla="*/ 198 w 143"/>
                  <a:gd name="T11" fmla="*/ 127 h 72"/>
                  <a:gd name="T12" fmla="*/ 274 w 143"/>
                  <a:gd name="T13" fmla="*/ 151 h 72"/>
                  <a:gd name="T14" fmla="*/ 335 w 143"/>
                  <a:gd name="T15" fmla="*/ 165 h 72"/>
                  <a:gd name="T16" fmla="*/ 335 w 143"/>
                  <a:gd name="T17" fmla="*/ 127 h 72"/>
                  <a:gd name="T18" fmla="*/ 316 w 143"/>
                  <a:gd name="T19" fmla="*/ 107 h 72"/>
                  <a:gd name="T20" fmla="*/ 267 w 143"/>
                  <a:gd name="T21" fmla="*/ 100 h 72"/>
                  <a:gd name="T22" fmla="*/ 151 w 143"/>
                  <a:gd name="T23" fmla="*/ 63 h 72"/>
                  <a:gd name="T24" fmla="*/ 82 w 143"/>
                  <a:gd name="T25" fmla="*/ 23 h 72"/>
                  <a:gd name="T26" fmla="*/ 49 w 143"/>
                  <a:gd name="T27" fmla="*/ 1 h 7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3" h="72">
                    <a:moveTo>
                      <a:pt x="21" y="0"/>
                    </a:moveTo>
                    <a:cubicBezTo>
                      <a:pt x="19" y="6"/>
                      <a:pt x="11" y="5"/>
                      <a:pt x="7" y="4"/>
                    </a:cubicBezTo>
                    <a:cubicBezTo>
                      <a:pt x="8" y="10"/>
                      <a:pt x="3" y="12"/>
                      <a:pt x="0" y="16"/>
                    </a:cubicBezTo>
                    <a:cubicBezTo>
                      <a:pt x="6" y="19"/>
                      <a:pt x="5" y="24"/>
                      <a:pt x="7" y="29"/>
                    </a:cubicBezTo>
                    <a:cubicBezTo>
                      <a:pt x="23" y="30"/>
                      <a:pt x="42" y="36"/>
                      <a:pt x="55" y="45"/>
                    </a:cubicBezTo>
                    <a:cubicBezTo>
                      <a:pt x="65" y="51"/>
                      <a:pt x="73" y="50"/>
                      <a:pt x="84" y="53"/>
                    </a:cubicBezTo>
                    <a:cubicBezTo>
                      <a:pt x="95" y="56"/>
                      <a:pt x="106" y="61"/>
                      <a:pt x="117" y="64"/>
                    </a:cubicBezTo>
                    <a:cubicBezTo>
                      <a:pt x="125" y="67"/>
                      <a:pt x="135" y="72"/>
                      <a:pt x="143" y="70"/>
                    </a:cubicBezTo>
                    <a:cubicBezTo>
                      <a:pt x="141" y="64"/>
                      <a:pt x="141" y="58"/>
                      <a:pt x="143" y="53"/>
                    </a:cubicBezTo>
                    <a:cubicBezTo>
                      <a:pt x="139" y="51"/>
                      <a:pt x="138" y="47"/>
                      <a:pt x="135" y="45"/>
                    </a:cubicBezTo>
                    <a:cubicBezTo>
                      <a:pt x="129" y="43"/>
                      <a:pt x="120" y="43"/>
                      <a:pt x="114" y="42"/>
                    </a:cubicBezTo>
                    <a:cubicBezTo>
                      <a:pt x="97" y="38"/>
                      <a:pt x="80" y="36"/>
                      <a:pt x="65" y="26"/>
                    </a:cubicBezTo>
                    <a:cubicBezTo>
                      <a:pt x="55" y="20"/>
                      <a:pt x="46" y="15"/>
                      <a:pt x="35" y="10"/>
                    </a:cubicBezTo>
                    <a:cubicBezTo>
                      <a:pt x="30" y="8"/>
                      <a:pt x="25" y="5"/>
                      <a:pt x="21" y="1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9" name="Freeform 158">
                <a:extLst>
                  <a:ext uri="{FF2B5EF4-FFF2-40B4-BE49-F238E27FC236}">
                    <a16:creationId xmlns:a16="http://schemas.microsoft.com/office/drawing/2014/main" id="{823325A9-923F-4056-A9A2-7E5AFF9C5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658"/>
                <a:ext cx="224" cy="116"/>
              </a:xfrm>
              <a:custGeom>
                <a:avLst/>
                <a:gdLst>
                  <a:gd name="T0" fmla="*/ 57 w 168"/>
                  <a:gd name="T1" fmla="*/ 0 h 87"/>
                  <a:gd name="T2" fmla="*/ 41 w 168"/>
                  <a:gd name="T3" fmla="*/ 5 h 87"/>
                  <a:gd name="T4" fmla="*/ 31 w 168"/>
                  <a:gd name="T5" fmla="*/ 16 h 87"/>
                  <a:gd name="T6" fmla="*/ 5 w 168"/>
                  <a:gd name="T7" fmla="*/ 15 h 87"/>
                  <a:gd name="T8" fmla="*/ 0 w 168"/>
                  <a:gd name="T9" fmla="*/ 37 h 87"/>
                  <a:gd name="T10" fmla="*/ 37 w 168"/>
                  <a:gd name="T11" fmla="*/ 71 h 87"/>
                  <a:gd name="T12" fmla="*/ 37 w 168"/>
                  <a:gd name="T13" fmla="*/ 112 h 87"/>
                  <a:gd name="T14" fmla="*/ 33 w 168"/>
                  <a:gd name="T15" fmla="*/ 149 h 87"/>
                  <a:gd name="T16" fmla="*/ 85 w 168"/>
                  <a:gd name="T17" fmla="*/ 116 h 87"/>
                  <a:gd name="T18" fmla="*/ 129 w 168"/>
                  <a:gd name="T19" fmla="*/ 128 h 87"/>
                  <a:gd name="T20" fmla="*/ 228 w 168"/>
                  <a:gd name="T21" fmla="*/ 123 h 87"/>
                  <a:gd name="T22" fmla="*/ 325 w 168"/>
                  <a:gd name="T23" fmla="*/ 201 h 87"/>
                  <a:gd name="T24" fmla="*/ 364 w 168"/>
                  <a:gd name="T25" fmla="*/ 207 h 87"/>
                  <a:gd name="T26" fmla="*/ 391 w 168"/>
                  <a:gd name="T27" fmla="*/ 164 h 87"/>
                  <a:gd name="T28" fmla="*/ 356 w 168"/>
                  <a:gd name="T29" fmla="*/ 135 h 87"/>
                  <a:gd name="T30" fmla="*/ 300 w 168"/>
                  <a:gd name="T31" fmla="*/ 100 h 87"/>
                  <a:gd name="T32" fmla="*/ 235 w 168"/>
                  <a:gd name="T33" fmla="*/ 65 h 87"/>
                  <a:gd name="T34" fmla="*/ 193 w 168"/>
                  <a:gd name="T35" fmla="*/ 36 h 87"/>
                  <a:gd name="T36" fmla="*/ 165 w 168"/>
                  <a:gd name="T37" fmla="*/ 20 h 87"/>
                  <a:gd name="T38" fmla="*/ 91 w 168"/>
                  <a:gd name="T39" fmla="*/ 7 h 87"/>
                  <a:gd name="T40" fmla="*/ 59 w 168"/>
                  <a:gd name="T41" fmla="*/ 0 h 8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8" h="87">
                    <a:moveTo>
                      <a:pt x="24" y="0"/>
                    </a:moveTo>
                    <a:cubicBezTo>
                      <a:pt x="22" y="1"/>
                      <a:pt x="18" y="1"/>
                      <a:pt x="17" y="2"/>
                    </a:cubicBezTo>
                    <a:cubicBezTo>
                      <a:pt x="15" y="3"/>
                      <a:pt x="15" y="6"/>
                      <a:pt x="13" y="7"/>
                    </a:cubicBezTo>
                    <a:cubicBezTo>
                      <a:pt x="10" y="10"/>
                      <a:pt x="6" y="8"/>
                      <a:pt x="2" y="6"/>
                    </a:cubicBezTo>
                    <a:cubicBezTo>
                      <a:pt x="2" y="9"/>
                      <a:pt x="1" y="12"/>
                      <a:pt x="0" y="16"/>
                    </a:cubicBezTo>
                    <a:cubicBezTo>
                      <a:pt x="8" y="20"/>
                      <a:pt x="13" y="21"/>
                      <a:pt x="16" y="30"/>
                    </a:cubicBezTo>
                    <a:cubicBezTo>
                      <a:pt x="17" y="36"/>
                      <a:pt x="17" y="41"/>
                      <a:pt x="16" y="47"/>
                    </a:cubicBezTo>
                    <a:cubicBezTo>
                      <a:pt x="15" y="52"/>
                      <a:pt x="16" y="58"/>
                      <a:pt x="14" y="63"/>
                    </a:cubicBezTo>
                    <a:cubicBezTo>
                      <a:pt x="17" y="52"/>
                      <a:pt x="25" y="50"/>
                      <a:pt x="36" y="49"/>
                    </a:cubicBezTo>
                    <a:cubicBezTo>
                      <a:pt x="41" y="49"/>
                      <a:pt x="50" y="50"/>
                      <a:pt x="55" y="54"/>
                    </a:cubicBezTo>
                    <a:cubicBezTo>
                      <a:pt x="66" y="44"/>
                      <a:pt x="83" y="47"/>
                      <a:pt x="96" y="52"/>
                    </a:cubicBezTo>
                    <a:cubicBezTo>
                      <a:pt x="112" y="59"/>
                      <a:pt x="128" y="70"/>
                      <a:pt x="137" y="85"/>
                    </a:cubicBezTo>
                    <a:cubicBezTo>
                      <a:pt x="143" y="82"/>
                      <a:pt x="148" y="85"/>
                      <a:pt x="154" y="87"/>
                    </a:cubicBezTo>
                    <a:cubicBezTo>
                      <a:pt x="157" y="81"/>
                      <a:pt x="168" y="78"/>
                      <a:pt x="165" y="69"/>
                    </a:cubicBezTo>
                    <a:cubicBezTo>
                      <a:pt x="163" y="64"/>
                      <a:pt x="154" y="60"/>
                      <a:pt x="150" y="57"/>
                    </a:cubicBezTo>
                    <a:cubicBezTo>
                      <a:pt x="142" y="51"/>
                      <a:pt x="136" y="45"/>
                      <a:pt x="127" y="42"/>
                    </a:cubicBezTo>
                    <a:cubicBezTo>
                      <a:pt x="117" y="39"/>
                      <a:pt x="108" y="33"/>
                      <a:pt x="99" y="28"/>
                    </a:cubicBezTo>
                    <a:cubicBezTo>
                      <a:pt x="93" y="24"/>
                      <a:pt x="87" y="20"/>
                      <a:pt x="82" y="15"/>
                    </a:cubicBezTo>
                    <a:cubicBezTo>
                      <a:pt x="78" y="12"/>
                      <a:pt x="75" y="9"/>
                      <a:pt x="70" y="8"/>
                    </a:cubicBezTo>
                    <a:cubicBezTo>
                      <a:pt x="58" y="7"/>
                      <a:pt x="49" y="7"/>
                      <a:pt x="38" y="3"/>
                    </a:cubicBezTo>
                    <a:cubicBezTo>
                      <a:pt x="33" y="1"/>
                      <a:pt x="29" y="1"/>
                      <a:pt x="25" y="0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0" name="Freeform 159">
                <a:extLst>
                  <a:ext uri="{FF2B5EF4-FFF2-40B4-BE49-F238E27FC236}">
                    <a16:creationId xmlns:a16="http://schemas.microsoft.com/office/drawing/2014/main" id="{43B486D8-7169-4E9D-BD13-04818240B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586"/>
                <a:ext cx="218" cy="88"/>
              </a:xfrm>
              <a:custGeom>
                <a:avLst/>
                <a:gdLst>
                  <a:gd name="T0" fmla="*/ 385 w 164"/>
                  <a:gd name="T1" fmla="*/ 113 h 66"/>
                  <a:gd name="T2" fmla="*/ 359 w 164"/>
                  <a:gd name="T3" fmla="*/ 151 h 66"/>
                  <a:gd name="T4" fmla="*/ 348 w 164"/>
                  <a:gd name="T5" fmla="*/ 151 h 66"/>
                  <a:gd name="T6" fmla="*/ 322 w 164"/>
                  <a:gd name="T7" fmla="*/ 151 h 66"/>
                  <a:gd name="T8" fmla="*/ 290 w 164"/>
                  <a:gd name="T9" fmla="*/ 144 h 66"/>
                  <a:gd name="T10" fmla="*/ 254 w 164"/>
                  <a:gd name="T11" fmla="*/ 116 h 66"/>
                  <a:gd name="T12" fmla="*/ 209 w 164"/>
                  <a:gd name="T13" fmla="*/ 97 h 66"/>
                  <a:gd name="T14" fmla="*/ 166 w 164"/>
                  <a:gd name="T15" fmla="*/ 95 h 66"/>
                  <a:gd name="T16" fmla="*/ 122 w 164"/>
                  <a:gd name="T17" fmla="*/ 76 h 66"/>
                  <a:gd name="T18" fmla="*/ 82 w 164"/>
                  <a:gd name="T19" fmla="*/ 71 h 66"/>
                  <a:gd name="T20" fmla="*/ 33 w 164"/>
                  <a:gd name="T21" fmla="*/ 43 h 66"/>
                  <a:gd name="T22" fmla="*/ 0 w 164"/>
                  <a:gd name="T23" fmla="*/ 28 h 66"/>
                  <a:gd name="T24" fmla="*/ 21 w 164"/>
                  <a:gd name="T25" fmla="*/ 0 h 66"/>
                  <a:gd name="T26" fmla="*/ 55 w 164"/>
                  <a:gd name="T27" fmla="*/ 9 h 66"/>
                  <a:gd name="T28" fmla="*/ 117 w 164"/>
                  <a:gd name="T29" fmla="*/ 0 h 66"/>
                  <a:gd name="T30" fmla="*/ 152 w 164"/>
                  <a:gd name="T31" fmla="*/ 36 h 66"/>
                  <a:gd name="T32" fmla="*/ 214 w 164"/>
                  <a:gd name="T33" fmla="*/ 43 h 66"/>
                  <a:gd name="T34" fmla="*/ 243 w 164"/>
                  <a:gd name="T35" fmla="*/ 48 h 66"/>
                  <a:gd name="T36" fmla="*/ 257 w 164"/>
                  <a:gd name="T37" fmla="*/ 33 h 66"/>
                  <a:gd name="T38" fmla="*/ 290 w 164"/>
                  <a:gd name="T39" fmla="*/ 20 h 66"/>
                  <a:gd name="T40" fmla="*/ 343 w 164"/>
                  <a:gd name="T41" fmla="*/ 91 h 66"/>
                  <a:gd name="T42" fmla="*/ 383 w 164"/>
                  <a:gd name="T43" fmla="*/ 116 h 6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4" h="66">
                    <a:moveTo>
                      <a:pt x="164" y="48"/>
                    </a:moveTo>
                    <a:cubicBezTo>
                      <a:pt x="155" y="48"/>
                      <a:pt x="157" y="59"/>
                      <a:pt x="153" y="64"/>
                    </a:cubicBezTo>
                    <a:cubicBezTo>
                      <a:pt x="151" y="66"/>
                      <a:pt x="152" y="65"/>
                      <a:pt x="148" y="64"/>
                    </a:cubicBezTo>
                    <a:cubicBezTo>
                      <a:pt x="144" y="62"/>
                      <a:pt x="141" y="63"/>
                      <a:pt x="137" y="64"/>
                    </a:cubicBezTo>
                    <a:cubicBezTo>
                      <a:pt x="132" y="64"/>
                      <a:pt x="127" y="64"/>
                      <a:pt x="123" y="61"/>
                    </a:cubicBezTo>
                    <a:cubicBezTo>
                      <a:pt x="118" y="57"/>
                      <a:pt x="114" y="53"/>
                      <a:pt x="108" y="49"/>
                    </a:cubicBezTo>
                    <a:cubicBezTo>
                      <a:pt x="102" y="46"/>
                      <a:pt x="96" y="43"/>
                      <a:pt x="89" y="41"/>
                    </a:cubicBezTo>
                    <a:cubicBezTo>
                      <a:pt x="83" y="40"/>
                      <a:pt x="77" y="41"/>
                      <a:pt x="71" y="40"/>
                    </a:cubicBezTo>
                    <a:cubicBezTo>
                      <a:pt x="64" y="39"/>
                      <a:pt x="58" y="36"/>
                      <a:pt x="52" y="32"/>
                    </a:cubicBezTo>
                    <a:cubicBezTo>
                      <a:pt x="46" y="29"/>
                      <a:pt x="41" y="31"/>
                      <a:pt x="35" y="30"/>
                    </a:cubicBezTo>
                    <a:cubicBezTo>
                      <a:pt x="28" y="28"/>
                      <a:pt x="22" y="21"/>
                      <a:pt x="14" y="18"/>
                    </a:cubicBezTo>
                    <a:cubicBezTo>
                      <a:pt x="9" y="16"/>
                      <a:pt x="4" y="15"/>
                      <a:pt x="0" y="12"/>
                    </a:cubicBezTo>
                    <a:cubicBezTo>
                      <a:pt x="0" y="5"/>
                      <a:pt x="1" y="1"/>
                      <a:pt x="9" y="0"/>
                    </a:cubicBezTo>
                    <a:cubicBezTo>
                      <a:pt x="14" y="0"/>
                      <a:pt x="17" y="3"/>
                      <a:pt x="23" y="4"/>
                    </a:cubicBezTo>
                    <a:cubicBezTo>
                      <a:pt x="30" y="5"/>
                      <a:pt x="43" y="3"/>
                      <a:pt x="50" y="0"/>
                    </a:cubicBezTo>
                    <a:cubicBezTo>
                      <a:pt x="55" y="5"/>
                      <a:pt x="58" y="11"/>
                      <a:pt x="65" y="15"/>
                    </a:cubicBezTo>
                    <a:cubicBezTo>
                      <a:pt x="75" y="20"/>
                      <a:pt x="81" y="18"/>
                      <a:pt x="91" y="18"/>
                    </a:cubicBezTo>
                    <a:cubicBezTo>
                      <a:pt x="95" y="19"/>
                      <a:pt x="100" y="21"/>
                      <a:pt x="104" y="20"/>
                    </a:cubicBezTo>
                    <a:cubicBezTo>
                      <a:pt x="106" y="19"/>
                      <a:pt x="107" y="17"/>
                      <a:pt x="109" y="14"/>
                    </a:cubicBezTo>
                    <a:cubicBezTo>
                      <a:pt x="114" y="8"/>
                      <a:pt x="115" y="7"/>
                      <a:pt x="123" y="8"/>
                    </a:cubicBezTo>
                    <a:cubicBezTo>
                      <a:pt x="125" y="19"/>
                      <a:pt x="136" y="31"/>
                      <a:pt x="146" y="38"/>
                    </a:cubicBezTo>
                    <a:cubicBezTo>
                      <a:pt x="149" y="41"/>
                      <a:pt x="161" y="45"/>
                      <a:pt x="163" y="49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1" name="Freeform 160">
                <a:extLst>
                  <a:ext uri="{FF2B5EF4-FFF2-40B4-BE49-F238E27FC236}">
                    <a16:creationId xmlns:a16="http://schemas.microsoft.com/office/drawing/2014/main" id="{CCF7F734-BE45-4C7B-854D-AEF9B6744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484"/>
                <a:ext cx="254" cy="131"/>
              </a:xfrm>
              <a:custGeom>
                <a:avLst/>
                <a:gdLst>
                  <a:gd name="T0" fmla="*/ 455 w 190"/>
                  <a:gd name="T1" fmla="*/ 156 h 99"/>
                  <a:gd name="T2" fmla="*/ 398 w 190"/>
                  <a:gd name="T3" fmla="*/ 172 h 99"/>
                  <a:gd name="T4" fmla="*/ 382 w 190"/>
                  <a:gd name="T5" fmla="*/ 195 h 99"/>
                  <a:gd name="T6" fmla="*/ 354 w 190"/>
                  <a:gd name="T7" fmla="*/ 193 h 99"/>
                  <a:gd name="T8" fmla="*/ 311 w 190"/>
                  <a:gd name="T9" fmla="*/ 222 h 99"/>
                  <a:gd name="T10" fmla="*/ 285 w 190"/>
                  <a:gd name="T11" fmla="*/ 228 h 99"/>
                  <a:gd name="T12" fmla="*/ 261 w 190"/>
                  <a:gd name="T13" fmla="*/ 206 h 99"/>
                  <a:gd name="T14" fmla="*/ 214 w 190"/>
                  <a:gd name="T15" fmla="*/ 167 h 99"/>
                  <a:gd name="T16" fmla="*/ 142 w 190"/>
                  <a:gd name="T17" fmla="*/ 169 h 99"/>
                  <a:gd name="T18" fmla="*/ 106 w 190"/>
                  <a:gd name="T19" fmla="*/ 146 h 99"/>
                  <a:gd name="T20" fmla="*/ 74 w 190"/>
                  <a:gd name="T21" fmla="*/ 123 h 99"/>
                  <a:gd name="T22" fmla="*/ 59 w 190"/>
                  <a:gd name="T23" fmla="*/ 120 h 99"/>
                  <a:gd name="T24" fmla="*/ 43 w 190"/>
                  <a:gd name="T25" fmla="*/ 93 h 99"/>
                  <a:gd name="T26" fmla="*/ 0 w 190"/>
                  <a:gd name="T27" fmla="*/ 60 h 99"/>
                  <a:gd name="T28" fmla="*/ 41 w 190"/>
                  <a:gd name="T29" fmla="*/ 53 h 99"/>
                  <a:gd name="T30" fmla="*/ 79 w 190"/>
                  <a:gd name="T31" fmla="*/ 29 h 99"/>
                  <a:gd name="T32" fmla="*/ 118 w 190"/>
                  <a:gd name="T33" fmla="*/ 7 h 99"/>
                  <a:gd name="T34" fmla="*/ 163 w 190"/>
                  <a:gd name="T35" fmla="*/ 28 h 99"/>
                  <a:gd name="T36" fmla="*/ 201 w 190"/>
                  <a:gd name="T37" fmla="*/ 58 h 99"/>
                  <a:gd name="T38" fmla="*/ 301 w 190"/>
                  <a:gd name="T39" fmla="*/ 91 h 99"/>
                  <a:gd name="T40" fmla="*/ 340 w 190"/>
                  <a:gd name="T41" fmla="*/ 109 h 99"/>
                  <a:gd name="T42" fmla="*/ 381 w 190"/>
                  <a:gd name="T43" fmla="*/ 118 h 99"/>
                  <a:gd name="T44" fmla="*/ 425 w 190"/>
                  <a:gd name="T45" fmla="*/ 130 h 99"/>
                  <a:gd name="T46" fmla="*/ 452 w 190"/>
                  <a:gd name="T47" fmla="*/ 148 h 9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0" h="99">
                    <a:moveTo>
                      <a:pt x="190" y="67"/>
                    </a:moveTo>
                    <a:cubicBezTo>
                      <a:pt x="183" y="61"/>
                      <a:pt x="171" y="68"/>
                      <a:pt x="167" y="74"/>
                    </a:cubicBezTo>
                    <a:cubicBezTo>
                      <a:pt x="165" y="77"/>
                      <a:pt x="164" y="83"/>
                      <a:pt x="160" y="84"/>
                    </a:cubicBezTo>
                    <a:cubicBezTo>
                      <a:pt x="157" y="85"/>
                      <a:pt x="153" y="82"/>
                      <a:pt x="148" y="83"/>
                    </a:cubicBezTo>
                    <a:cubicBezTo>
                      <a:pt x="140" y="85"/>
                      <a:pt x="137" y="93"/>
                      <a:pt x="130" y="96"/>
                    </a:cubicBezTo>
                    <a:cubicBezTo>
                      <a:pt x="127" y="97"/>
                      <a:pt x="122" y="99"/>
                      <a:pt x="119" y="98"/>
                    </a:cubicBezTo>
                    <a:cubicBezTo>
                      <a:pt x="115" y="97"/>
                      <a:pt x="112" y="92"/>
                      <a:pt x="109" y="89"/>
                    </a:cubicBezTo>
                    <a:cubicBezTo>
                      <a:pt x="103" y="83"/>
                      <a:pt x="99" y="73"/>
                      <a:pt x="90" y="72"/>
                    </a:cubicBezTo>
                    <a:cubicBezTo>
                      <a:pt x="80" y="71"/>
                      <a:pt x="69" y="73"/>
                      <a:pt x="59" y="73"/>
                    </a:cubicBezTo>
                    <a:cubicBezTo>
                      <a:pt x="52" y="72"/>
                      <a:pt x="47" y="69"/>
                      <a:pt x="44" y="63"/>
                    </a:cubicBezTo>
                    <a:cubicBezTo>
                      <a:pt x="40" y="57"/>
                      <a:pt x="39" y="54"/>
                      <a:pt x="31" y="53"/>
                    </a:cubicBezTo>
                    <a:cubicBezTo>
                      <a:pt x="28" y="53"/>
                      <a:pt x="27" y="54"/>
                      <a:pt x="25" y="52"/>
                    </a:cubicBezTo>
                    <a:cubicBezTo>
                      <a:pt x="22" y="49"/>
                      <a:pt x="21" y="43"/>
                      <a:pt x="18" y="40"/>
                    </a:cubicBezTo>
                    <a:cubicBezTo>
                      <a:pt x="13" y="34"/>
                      <a:pt x="4" y="32"/>
                      <a:pt x="0" y="26"/>
                    </a:cubicBezTo>
                    <a:cubicBezTo>
                      <a:pt x="6" y="25"/>
                      <a:pt x="11" y="24"/>
                      <a:pt x="17" y="23"/>
                    </a:cubicBezTo>
                    <a:cubicBezTo>
                      <a:pt x="25" y="23"/>
                      <a:pt x="28" y="19"/>
                      <a:pt x="33" y="13"/>
                    </a:cubicBezTo>
                    <a:cubicBezTo>
                      <a:pt x="38" y="8"/>
                      <a:pt x="41" y="0"/>
                      <a:pt x="49" y="3"/>
                    </a:cubicBezTo>
                    <a:cubicBezTo>
                      <a:pt x="55" y="5"/>
                      <a:pt x="62" y="9"/>
                      <a:pt x="68" y="12"/>
                    </a:cubicBezTo>
                    <a:cubicBezTo>
                      <a:pt x="74" y="15"/>
                      <a:pt x="78" y="21"/>
                      <a:pt x="84" y="25"/>
                    </a:cubicBezTo>
                    <a:cubicBezTo>
                      <a:pt x="97" y="34"/>
                      <a:pt x="112" y="34"/>
                      <a:pt x="126" y="39"/>
                    </a:cubicBezTo>
                    <a:cubicBezTo>
                      <a:pt x="132" y="41"/>
                      <a:pt x="137" y="45"/>
                      <a:pt x="142" y="47"/>
                    </a:cubicBezTo>
                    <a:cubicBezTo>
                      <a:pt x="147" y="50"/>
                      <a:pt x="153" y="50"/>
                      <a:pt x="159" y="51"/>
                    </a:cubicBezTo>
                    <a:cubicBezTo>
                      <a:pt x="166" y="52"/>
                      <a:pt x="172" y="52"/>
                      <a:pt x="178" y="56"/>
                    </a:cubicBezTo>
                    <a:cubicBezTo>
                      <a:pt x="182" y="59"/>
                      <a:pt x="185" y="62"/>
                      <a:pt x="189" y="64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2" name="Freeform 161">
                <a:extLst>
                  <a:ext uri="{FF2B5EF4-FFF2-40B4-BE49-F238E27FC236}">
                    <a16:creationId xmlns:a16="http://schemas.microsoft.com/office/drawing/2014/main" id="{D68DD0EB-372D-471F-9999-CF9469DF6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385"/>
                <a:ext cx="355" cy="137"/>
              </a:xfrm>
              <a:custGeom>
                <a:avLst/>
                <a:gdLst>
                  <a:gd name="T0" fmla="*/ 626 w 267"/>
                  <a:gd name="T1" fmla="*/ 104 h 103"/>
                  <a:gd name="T2" fmla="*/ 613 w 267"/>
                  <a:gd name="T3" fmla="*/ 92 h 103"/>
                  <a:gd name="T4" fmla="*/ 613 w 267"/>
                  <a:gd name="T5" fmla="*/ 93 h 103"/>
                  <a:gd name="T6" fmla="*/ 541 w 267"/>
                  <a:gd name="T7" fmla="*/ 104 h 103"/>
                  <a:gd name="T8" fmla="*/ 487 w 267"/>
                  <a:gd name="T9" fmla="*/ 101 h 103"/>
                  <a:gd name="T10" fmla="*/ 441 w 267"/>
                  <a:gd name="T11" fmla="*/ 97 h 103"/>
                  <a:gd name="T12" fmla="*/ 425 w 267"/>
                  <a:gd name="T13" fmla="*/ 93 h 103"/>
                  <a:gd name="T14" fmla="*/ 392 w 267"/>
                  <a:gd name="T15" fmla="*/ 108 h 103"/>
                  <a:gd name="T16" fmla="*/ 348 w 267"/>
                  <a:gd name="T17" fmla="*/ 90 h 103"/>
                  <a:gd name="T18" fmla="*/ 320 w 267"/>
                  <a:gd name="T19" fmla="*/ 70 h 103"/>
                  <a:gd name="T20" fmla="*/ 344 w 267"/>
                  <a:gd name="T21" fmla="*/ 20 h 103"/>
                  <a:gd name="T22" fmla="*/ 320 w 267"/>
                  <a:gd name="T23" fmla="*/ 5 h 103"/>
                  <a:gd name="T24" fmla="*/ 263 w 267"/>
                  <a:gd name="T25" fmla="*/ 52 h 103"/>
                  <a:gd name="T26" fmla="*/ 209 w 267"/>
                  <a:gd name="T27" fmla="*/ 59 h 103"/>
                  <a:gd name="T28" fmla="*/ 178 w 267"/>
                  <a:gd name="T29" fmla="*/ 80 h 103"/>
                  <a:gd name="T30" fmla="*/ 150 w 267"/>
                  <a:gd name="T31" fmla="*/ 85 h 103"/>
                  <a:gd name="T32" fmla="*/ 7 w 267"/>
                  <a:gd name="T33" fmla="*/ 90 h 103"/>
                  <a:gd name="T34" fmla="*/ 0 w 267"/>
                  <a:gd name="T35" fmla="*/ 129 h 103"/>
                  <a:gd name="T36" fmla="*/ 73 w 267"/>
                  <a:gd name="T37" fmla="*/ 150 h 103"/>
                  <a:gd name="T38" fmla="*/ 120 w 267"/>
                  <a:gd name="T39" fmla="*/ 209 h 103"/>
                  <a:gd name="T40" fmla="*/ 160 w 267"/>
                  <a:gd name="T41" fmla="*/ 214 h 103"/>
                  <a:gd name="T42" fmla="*/ 213 w 267"/>
                  <a:gd name="T43" fmla="*/ 215 h 103"/>
                  <a:gd name="T44" fmla="*/ 285 w 267"/>
                  <a:gd name="T45" fmla="*/ 242 h 103"/>
                  <a:gd name="T46" fmla="*/ 423 w 267"/>
                  <a:gd name="T47" fmla="*/ 193 h 103"/>
                  <a:gd name="T48" fmla="*/ 477 w 267"/>
                  <a:gd name="T49" fmla="*/ 150 h 103"/>
                  <a:gd name="T50" fmla="*/ 545 w 267"/>
                  <a:gd name="T51" fmla="*/ 144 h 103"/>
                  <a:gd name="T52" fmla="*/ 605 w 267"/>
                  <a:gd name="T53" fmla="*/ 122 h 103"/>
                  <a:gd name="T54" fmla="*/ 628 w 267"/>
                  <a:gd name="T55" fmla="*/ 114 h 103"/>
                  <a:gd name="T56" fmla="*/ 626 w 267"/>
                  <a:gd name="T57" fmla="*/ 104 h 10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67" h="103">
                    <a:moveTo>
                      <a:pt x="266" y="44"/>
                    </a:moveTo>
                    <a:cubicBezTo>
                      <a:pt x="266" y="46"/>
                      <a:pt x="263" y="40"/>
                      <a:pt x="261" y="39"/>
                    </a:cubicBezTo>
                    <a:cubicBezTo>
                      <a:pt x="261" y="39"/>
                      <a:pt x="261" y="40"/>
                      <a:pt x="261" y="40"/>
                    </a:cubicBezTo>
                    <a:cubicBezTo>
                      <a:pt x="251" y="42"/>
                      <a:pt x="240" y="43"/>
                      <a:pt x="230" y="44"/>
                    </a:cubicBezTo>
                    <a:cubicBezTo>
                      <a:pt x="222" y="46"/>
                      <a:pt x="215" y="45"/>
                      <a:pt x="207" y="43"/>
                    </a:cubicBezTo>
                    <a:cubicBezTo>
                      <a:pt x="201" y="42"/>
                      <a:pt x="195" y="43"/>
                      <a:pt x="188" y="41"/>
                    </a:cubicBezTo>
                    <a:cubicBezTo>
                      <a:pt x="185" y="40"/>
                      <a:pt x="184" y="40"/>
                      <a:pt x="181" y="40"/>
                    </a:cubicBezTo>
                    <a:cubicBezTo>
                      <a:pt x="176" y="42"/>
                      <a:pt x="173" y="46"/>
                      <a:pt x="167" y="46"/>
                    </a:cubicBezTo>
                    <a:cubicBezTo>
                      <a:pt x="161" y="46"/>
                      <a:pt x="154" y="40"/>
                      <a:pt x="148" y="38"/>
                    </a:cubicBezTo>
                    <a:cubicBezTo>
                      <a:pt x="145" y="36"/>
                      <a:pt x="137" y="34"/>
                      <a:pt x="136" y="30"/>
                    </a:cubicBezTo>
                    <a:cubicBezTo>
                      <a:pt x="134" y="21"/>
                      <a:pt x="148" y="17"/>
                      <a:pt x="147" y="8"/>
                    </a:cubicBezTo>
                    <a:cubicBezTo>
                      <a:pt x="146" y="3"/>
                      <a:pt x="140" y="0"/>
                      <a:pt x="136" y="2"/>
                    </a:cubicBezTo>
                    <a:cubicBezTo>
                      <a:pt x="127" y="7"/>
                      <a:pt x="122" y="18"/>
                      <a:pt x="112" y="22"/>
                    </a:cubicBezTo>
                    <a:cubicBezTo>
                      <a:pt x="105" y="25"/>
                      <a:pt x="96" y="22"/>
                      <a:pt x="89" y="25"/>
                    </a:cubicBezTo>
                    <a:cubicBezTo>
                      <a:pt x="84" y="26"/>
                      <a:pt x="81" y="32"/>
                      <a:pt x="76" y="34"/>
                    </a:cubicBezTo>
                    <a:cubicBezTo>
                      <a:pt x="72" y="36"/>
                      <a:pt x="68" y="36"/>
                      <a:pt x="64" y="36"/>
                    </a:cubicBezTo>
                    <a:cubicBezTo>
                      <a:pt x="45" y="37"/>
                      <a:pt x="20" y="28"/>
                      <a:pt x="3" y="38"/>
                    </a:cubicBezTo>
                    <a:cubicBezTo>
                      <a:pt x="2" y="44"/>
                      <a:pt x="3" y="50"/>
                      <a:pt x="0" y="55"/>
                    </a:cubicBezTo>
                    <a:cubicBezTo>
                      <a:pt x="9" y="61"/>
                      <a:pt x="22" y="58"/>
                      <a:pt x="31" y="64"/>
                    </a:cubicBezTo>
                    <a:cubicBezTo>
                      <a:pt x="40" y="71"/>
                      <a:pt x="42" y="83"/>
                      <a:pt x="51" y="89"/>
                    </a:cubicBezTo>
                    <a:cubicBezTo>
                      <a:pt x="56" y="92"/>
                      <a:pt x="62" y="91"/>
                      <a:pt x="68" y="91"/>
                    </a:cubicBezTo>
                    <a:cubicBezTo>
                      <a:pt x="75" y="90"/>
                      <a:pt x="83" y="90"/>
                      <a:pt x="90" y="92"/>
                    </a:cubicBezTo>
                    <a:cubicBezTo>
                      <a:pt x="101" y="94"/>
                      <a:pt x="111" y="99"/>
                      <a:pt x="121" y="103"/>
                    </a:cubicBezTo>
                    <a:cubicBezTo>
                      <a:pt x="132" y="85"/>
                      <a:pt x="161" y="76"/>
                      <a:pt x="180" y="82"/>
                    </a:cubicBezTo>
                    <a:cubicBezTo>
                      <a:pt x="181" y="71"/>
                      <a:pt x="194" y="65"/>
                      <a:pt x="203" y="64"/>
                    </a:cubicBezTo>
                    <a:cubicBezTo>
                      <a:pt x="212" y="62"/>
                      <a:pt x="223" y="64"/>
                      <a:pt x="232" y="61"/>
                    </a:cubicBezTo>
                    <a:cubicBezTo>
                      <a:pt x="240" y="59"/>
                      <a:pt x="248" y="54"/>
                      <a:pt x="257" y="52"/>
                    </a:cubicBezTo>
                    <a:cubicBezTo>
                      <a:pt x="259" y="52"/>
                      <a:pt x="266" y="49"/>
                      <a:pt x="267" y="49"/>
                    </a:cubicBezTo>
                    <a:lnTo>
                      <a:pt x="266" y="44"/>
                    </a:ln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3" name="Freeform 162">
                <a:extLst>
                  <a:ext uri="{FF2B5EF4-FFF2-40B4-BE49-F238E27FC236}">
                    <a16:creationId xmlns:a16="http://schemas.microsoft.com/office/drawing/2014/main" id="{074AC6C1-56BF-4E40-80A6-ED040E782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353"/>
                <a:ext cx="150" cy="47"/>
              </a:xfrm>
              <a:custGeom>
                <a:avLst/>
                <a:gdLst>
                  <a:gd name="T0" fmla="*/ 264 w 113"/>
                  <a:gd name="T1" fmla="*/ 35 h 35"/>
                  <a:gd name="T2" fmla="*/ 215 w 113"/>
                  <a:gd name="T3" fmla="*/ 85 h 35"/>
                  <a:gd name="T4" fmla="*/ 169 w 113"/>
                  <a:gd name="T5" fmla="*/ 54 h 35"/>
                  <a:gd name="T6" fmla="*/ 135 w 113"/>
                  <a:gd name="T7" fmla="*/ 63 h 35"/>
                  <a:gd name="T8" fmla="*/ 113 w 113"/>
                  <a:gd name="T9" fmla="*/ 78 h 35"/>
                  <a:gd name="T10" fmla="*/ 86 w 113"/>
                  <a:gd name="T11" fmla="*/ 58 h 35"/>
                  <a:gd name="T12" fmla="*/ 56 w 113"/>
                  <a:gd name="T13" fmla="*/ 47 h 35"/>
                  <a:gd name="T14" fmla="*/ 0 w 113"/>
                  <a:gd name="T15" fmla="*/ 36 h 35"/>
                  <a:gd name="T16" fmla="*/ 20 w 113"/>
                  <a:gd name="T17" fmla="*/ 28 h 35"/>
                  <a:gd name="T18" fmla="*/ 37 w 113"/>
                  <a:gd name="T19" fmla="*/ 7 h 35"/>
                  <a:gd name="T20" fmla="*/ 66 w 113"/>
                  <a:gd name="T21" fmla="*/ 7 h 35"/>
                  <a:gd name="T22" fmla="*/ 113 w 113"/>
                  <a:gd name="T23" fmla="*/ 20 h 35"/>
                  <a:gd name="T24" fmla="*/ 157 w 113"/>
                  <a:gd name="T25" fmla="*/ 21 h 35"/>
                  <a:gd name="T26" fmla="*/ 194 w 113"/>
                  <a:gd name="T27" fmla="*/ 27 h 35"/>
                  <a:gd name="T28" fmla="*/ 224 w 113"/>
                  <a:gd name="T29" fmla="*/ 36 h 35"/>
                  <a:gd name="T30" fmla="*/ 259 w 113"/>
                  <a:gd name="T31" fmla="*/ 35 h 35"/>
                  <a:gd name="T32" fmla="*/ 263 w 113"/>
                  <a:gd name="T33" fmla="*/ 36 h 3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3" h="35">
                    <a:moveTo>
                      <a:pt x="113" y="14"/>
                    </a:moveTo>
                    <a:cubicBezTo>
                      <a:pt x="101" y="14"/>
                      <a:pt x="98" y="26"/>
                      <a:pt x="92" y="35"/>
                    </a:cubicBezTo>
                    <a:cubicBezTo>
                      <a:pt x="88" y="30"/>
                      <a:pt x="79" y="23"/>
                      <a:pt x="72" y="22"/>
                    </a:cubicBezTo>
                    <a:cubicBezTo>
                      <a:pt x="66" y="21"/>
                      <a:pt x="62" y="23"/>
                      <a:pt x="58" y="26"/>
                    </a:cubicBezTo>
                    <a:cubicBezTo>
                      <a:pt x="54" y="30"/>
                      <a:pt x="53" y="33"/>
                      <a:pt x="48" y="32"/>
                    </a:cubicBezTo>
                    <a:cubicBezTo>
                      <a:pt x="43" y="30"/>
                      <a:pt x="41" y="26"/>
                      <a:pt x="37" y="24"/>
                    </a:cubicBezTo>
                    <a:cubicBezTo>
                      <a:pt x="34" y="21"/>
                      <a:pt x="29" y="19"/>
                      <a:pt x="24" y="19"/>
                    </a:cubicBezTo>
                    <a:cubicBezTo>
                      <a:pt x="16" y="19"/>
                      <a:pt x="7" y="23"/>
                      <a:pt x="0" y="15"/>
                    </a:cubicBezTo>
                    <a:cubicBezTo>
                      <a:pt x="2" y="14"/>
                      <a:pt x="6" y="13"/>
                      <a:pt x="8" y="12"/>
                    </a:cubicBezTo>
                    <a:cubicBezTo>
                      <a:pt x="12" y="9"/>
                      <a:pt x="13" y="6"/>
                      <a:pt x="16" y="3"/>
                    </a:cubicBezTo>
                    <a:cubicBezTo>
                      <a:pt x="20" y="0"/>
                      <a:pt x="25" y="2"/>
                      <a:pt x="29" y="3"/>
                    </a:cubicBezTo>
                    <a:cubicBezTo>
                      <a:pt x="36" y="6"/>
                      <a:pt x="41" y="8"/>
                      <a:pt x="48" y="8"/>
                    </a:cubicBezTo>
                    <a:cubicBezTo>
                      <a:pt x="55" y="8"/>
                      <a:pt x="61" y="8"/>
                      <a:pt x="67" y="9"/>
                    </a:cubicBezTo>
                    <a:cubicBezTo>
                      <a:pt x="73" y="9"/>
                      <a:pt x="77" y="9"/>
                      <a:pt x="83" y="11"/>
                    </a:cubicBezTo>
                    <a:cubicBezTo>
                      <a:pt x="87" y="12"/>
                      <a:pt x="92" y="15"/>
                      <a:pt x="96" y="15"/>
                    </a:cubicBezTo>
                    <a:cubicBezTo>
                      <a:pt x="101" y="16"/>
                      <a:pt x="106" y="14"/>
                      <a:pt x="111" y="14"/>
                    </a:cubicBezTo>
                    <a:cubicBezTo>
                      <a:pt x="112" y="15"/>
                      <a:pt x="112" y="15"/>
                      <a:pt x="112" y="15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4" name="Freeform 163">
                <a:extLst>
                  <a:ext uri="{FF2B5EF4-FFF2-40B4-BE49-F238E27FC236}">
                    <a16:creationId xmlns:a16="http://schemas.microsoft.com/office/drawing/2014/main" id="{DA154CDB-9B35-42C3-BB46-1433087B2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272"/>
                <a:ext cx="194" cy="77"/>
              </a:xfrm>
              <a:custGeom>
                <a:avLst/>
                <a:gdLst>
                  <a:gd name="T0" fmla="*/ 49 w 146"/>
                  <a:gd name="T1" fmla="*/ 0 h 58"/>
                  <a:gd name="T2" fmla="*/ 5 w 146"/>
                  <a:gd name="T3" fmla="*/ 28 h 58"/>
                  <a:gd name="T4" fmla="*/ 20 w 146"/>
                  <a:gd name="T5" fmla="*/ 44 h 58"/>
                  <a:gd name="T6" fmla="*/ 48 w 146"/>
                  <a:gd name="T7" fmla="*/ 65 h 58"/>
                  <a:gd name="T8" fmla="*/ 80 w 146"/>
                  <a:gd name="T9" fmla="*/ 69 h 58"/>
                  <a:gd name="T10" fmla="*/ 136 w 146"/>
                  <a:gd name="T11" fmla="*/ 80 h 58"/>
                  <a:gd name="T12" fmla="*/ 227 w 146"/>
                  <a:gd name="T13" fmla="*/ 93 h 58"/>
                  <a:gd name="T14" fmla="*/ 300 w 146"/>
                  <a:gd name="T15" fmla="*/ 123 h 58"/>
                  <a:gd name="T16" fmla="*/ 315 w 146"/>
                  <a:gd name="T17" fmla="*/ 135 h 58"/>
                  <a:gd name="T18" fmla="*/ 338 w 146"/>
                  <a:gd name="T19" fmla="*/ 130 h 58"/>
                  <a:gd name="T20" fmla="*/ 334 w 146"/>
                  <a:gd name="T21" fmla="*/ 102 h 58"/>
                  <a:gd name="T22" fmla="*/ 328 w 146"/>
                  <a:gd name="T23" fmla="*/ 65 h 58"/>
                  <a:gd name="T24" fmla="*/ 307 w 146"/>
                  <a:gd name="T25" fmla="*/ 36 h 58"/>
                  <a:gd name="T26" fmla="*/ 214 w 146"/>
                  <a:gd name="T27" fmla="*/ 20 h 58"/>
                  <a:gd name="T28" fmla="*/ 177 w 146"/>
                  <a:gd name="T29" fmla="*/ 16 h 58"/>
                  <a:gd name="T30" fmla="*/ 138 w 146"/>
                  <a:gd name="T31" fmla="*/ 27 h 58"/>
                  <a:gd name="T32" fmla="*/ 85 w 146"/>
                  <a:gd name="T33" fmla="*/ 20 h 58"/>
                  <a:gd name="T34" fmla="*/ 52 w 146"/>
                  <a:gd name="T35" fmla="*/ 0 h 5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6" h="58">
                    <a:moveTo>
                      <a:pt x="21" y="0"/>
                    </a:moveTo>
                    <a:cubicBezTo>
                      <a:pt x="18" y="6"/>
                      <a:pt x="3" y="7"/>
                      <a:pt x="2" y="12"/>
                    </a:cubicBezTo>
                    <a:cubicBezTo>
                      <a:pt x="0" y="16"/>
                      <a:pt x="5" y="17"/>
                      <a:pt x="8" y="19"/>
                    </a:cubicBezTo>
                    <a:cubicBezTo>
                      <a:pt x="12" y="21"/>
                      <a:pt x="15" y="27"/>
                      <a:pt x="20" y="28"/>
                    </a:cubicBezTo>
                    <a:cubicBezTo>
                      <a:pt x="24" y="29"/>
                      <a:pt x="29" y="27"/>
                      <a:pt x="34" y="29"/>
                    </a:cubicBezTo>
                    <a:cubicBezTo>
                      <a:pt x="42" y="32"/>
                      <a:pt x="49" y="33"/>
                      <a:pt x="58" y="34"/>
                    </a:cubicBezTo>
                    <a:cubicBezTo>
                      <a:pt x="71" y="35"/>
                      <a:pt x="84" y="36"/>
                      <a:pt x="97" y="40"/>
                    </a:cubicBezTo>
                    <a:cubicBezTo>
                      <a:pt x="107" y="42"/>
                      <a:pt x="120" y="46"/>
                      <a:pt x="128" y="53"/>
                    </a:cubicBezTo>
                    <a:cubicBezTo>
                      <a:pt x="130" y="55"/>
                      <a:pt x="131" y="58"/>
                      <a:pt x="134" y="58"/>
                    </a:cubicBezTo>
                    <a:cubicBezTo>
                      <a:pt x="134" y="58"/>
                      <a:pt x="143" y="56"/>
                      <a:pt x="144" y="56"/>
                    </a:cubicBezTo>
                    <a:cubicBezTo>
                      <a:pt x="146" y="54"/>
                      <a:pt x="143" y="47"/>
                      <a:pt x="142" y="44"/>
                    </a:cubicBezTo>
                    <a:cubicBezTo>
                      <a:pt x="140" y="39"/>
                      <a:pt x="140" y="33"/>
                      <a:pt x="140" y="28"/>
                    </a:cubicBezTo>
                    <a:cubicBezTo>
                      <a:pt x="140" y="18"/>
                      <a:pt x="140" y="18"/>
                      <a:pt x="131" y="15"/>
                    </a:cubicBezTo>
                    <a:cubicBezTo>
                      <a:pt x="118" y="11"/>
                      <a:pt x="104" y="9"/>
                      <a:pt x="91" y="8"/>
                    </a:cubicBezTo>
                    <a:cubicBezTo>
                      <a:pt x="86" y="7"/>
                      <a:pt x="80" y="6"/>
                      <a:pt x="75" y="7"/>
                    </a:cubicBezTo>
                    <a:cubicBezTo>
                      <a:pt x="69" y="8"/>
                      <a:pt x="64" y="10"/>
                      <a:pt x="59" y="11"/>
                    </a:cubicBezTo>
                    <a:cubicBezTo>
                      <a:pt x="50" y="12"/>
                      <a:pt x="44" y="11"/>
                      <a:pt x="36" y="8"/>
                    </a:cubicBezTo>
                    <a:cubicBezTo>
                      <a:pt x="31" y="5"/>
                      <a:pt x="27" y="2"/>
                      <a:pt x="22" y="0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5" name="Freeform 164">
                <a:extLst>
                  <a:ext uri="{FF2B5EF4-FFF2-40B4-BE49-F238E27FC236}">
                    <a16:creationId xmlns:a16="http://schemas.microsoft.com/office/drawing/2014/main" id="{6A02C0B9-5AA0-4134-84C4-E3F5AC026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322"/>
                <a:ext cx="140" cy="74"/>
              </a:xfrm>
              <a:custGeom>
                <a:avLst/>
                <a:gdLst>
                  <a:gd name="T0" fmla="*/ 44 w 105"/>
                  <a:gd name="T1" fmla="*/ 7 h 55"/>
                  <a:gd name="T2" fmla="*/ 12 w 105"/>
                  <a:gd name="T3" fmla="*/ 0 h 55"/>
                  <a:gd name="T4" fmla="*/ 0 w 105"/>
                  <a:gd name="T5" fmla="*/ 31 h 55"/>
                  <a:gd name="T6" fmla="*/ 76 w 105"/>
                  <a:gd name="T7" fmla="*/ 42 h 55"/>
                  <a:gd name="T8" fmla="*/ 121 w 105"/>
                  <a:gd name="T9" fmla="*/ 63 h 55"/>
                  <a:gd name="T10" fmla="*/ 177 w 105"/>
                  <a:gd name="T11" fmla="*/ 98 h 55"/>
                  <a:gd name="T12" fmla="*/ 249 w 105"/>
                  <a:gd name="T13" fmla="*/ 135 h 55"/>
                  <a:gd name="T14" fmla="*/ 244 w 105"/>
                  <a:gd name="T15" fmla="*/ 120 h 55"/>
                  <a:gd name="T16" fmla="*/ 241 w 105"/>
                  <a:gd name="T17" fmla="*/ 90 h 55"/>
                  <a:gd name="T18" fmla="*/ 241 w 105"/>
                  <a:gd name="T19" fmla="*/ 43 h 55"/>
                  <a:gd name="T20" fmla="*/ 215 w 105"/>
                  <a:gd name="T21" fmla="*/ 48 h 55"/>
                  <a:gd name="T22" fmla="*/ 169 w 105"/>
                  <a:gd name="T23" fmla="*/ 36 h 55"/>
                  <a:gd name="T24" fmla="*/ 140 w 105"/>
                  <a:gd name="T25" fmla="*/ 16 h 55"/>
                  <a:gd name="T26" fmla="*/ 127 w 105"/>
                  <a:gd name="T27" fmla="*/ 5 h 55"/>
                  <a:gd name="T28" fmla="*/ 80 w 105"/>
                  <a:gd name="T29" fmla="*/ 5 h 55"/>
                  <a:gd name="T30" fmla="*/ 48 w 105"/>
                  <a:gd name="T31" fmla="*/ 1 h 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5" h="55">
                    <a:moveTo>
                      <a:pt x="19" y="3"/>
                    </a:moveTo>
                    <a:cubicBezTo>
                      <a:pt x="18" y="2"/>
                      <a:pt x="8" y="0"/>
                      <a:pt x="5" y="0"/>
                    </a:cubicBezTo>
                    <a:cubicBezTo>
                      <a:pt x="1" y="2"/>
                      <a:pt x="0" y="10"/>
                      <a:pt x="0" y="13"/>
                    </a:cubicBezTo>
                    <a:cubicBezTo>
                      <a:pt x="1" y="29"/>
                      <a:pt x="23" y="17"/>
                      <a:pt x="32" y="17"/>
                    </a:cubicBezTo>
                    <a:cubicBezTo>
                      <a:pt x="40" y="17"/>
                      <a:pt x="45" y="22"/>
                      <a:pt x="51" y="26"/>
                    </a:cubicBezTo>
                    <a:cubicBezTo>
                      <a:pt x="58" y="32"/>
                      <a:pt x="66" y="36"/>
                      <a:pt x="75" y="40"/>
                    </a:cubicBezTo>
                    <a:cubicBezTo>
                      <a:pt x="85" y="45"/>
                      <a:pt x="94" y="52"/>
                      <a:pt x="105" y="55"/>
                    </a:cubicBezTo>
                    <a:cubicBezTo>
                      <a:pt x="105" y="53"/>
                      <a:pt x="104" y="51"/>
                      <a:pt x="103" y="49"/>
                    </a:cubicBezTo>
                    <a:cubicBezTo>
                      <a:pt x="102" y="44"/>
                      <a:pt x="102" y="41"/>
                      <a:pt x="102" y="37"/>
                    </a:cubicBezTo>
                    <a:cubicBezTo>
                      <a:pt x="103" y="30"/>
                      <a:pt x="105" y="24"/>
                      <a:pt x="102" y="18"/>
                    </a:cubicBezTo>
                    <a:cubicBezTo>
                      <a:pt x="98" y="17"/>
                      <a:pt x="95" y="20"/>
                      <a:pt x="91" y="20"/>
                    </a:cubicBezTo>
                    <a:cubicBezTo>
                      <a:pt x="85" y="20"/>
                      <a:pt x="77" y="17"/>
                      <a:pt x="71" y="15"/>
                    </a:cubicBezTo>
                    <a:cubicBezTo>
                      <a:pt x="66" y="13"/>
                      <a:pt x="63" y="11"/>
                      <a:pt x="59" y="7"/>
                    </a:cubicBezTo>
                    <a:cubicBezTo>
                      <a:pt x="57" y="5"/>
                      <a:pt x="56" y="3"/>
                      <a:pt x="53" y="2"/>
                    </a:cubicBezTo>
                    <a:cubicBezTo>
                      <a:pt x="47" y="0"/>
                      <a:pt x="40" y="2"/>
                      <a:pt x="34" y="2"/>
                    </a:cubicBezTo>
                    <a:cubicBezTo>
                      <a:pt x="29" y="2"/>
                      <a:pt x="25" y="1"/>
                      <a:pt x="20" y="1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6" name="Freeform 165">
                <a:extLst>
                  <a:ext uri="{FF2B5EF4-FFF2-40B4-BE49-F238E27FC236}">
                    <a16:creationId xmlns:a16="http://schemas.microsoft.com/office/drawing/2014/main" id="{03382475-0130-4A0D-83B4-097EDC3C1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361"/>
                <a:ext cx="163" cy="80"/>
              </a:xfrm>
              <a:custGeom>
                <a:avLst/>
                <a:gdLst>
                  <a:gd name="T0" fmla="*/ 138 w 122"/>
                  <a:gd name="T1" fmla="*/ 12 h 60"/>
                  <a:gd name="T2" fmla="*/ 142 w 122"/>
                  <a:gd name="T3" fmla="*/ 15 h 60"/>
                  <a:gd name="T4" fmla="*/ 120 w 122"/>
                  <a:gd name="T5" fmla="*/ 5 h 60"/>
                  <a:gd name="T6" fmla="*/ 80 w 122"/>
                  <a:gd name="T7" fmla="*/ 1 h 60"/>
                  <a:gd name="T8" fmla="*/ 37 w 122"/>
                  <a:gd name="T9" fmla="*/ 1 h 60"/>
                  <a:gd name="T10" fmla="*/ 0 w 122"/>
                  <a:gd name="T11" fmla="*/ 0 h 60"/>
                  <a:gd name="T12" fmla="*/ 15 w 122"/>
                  <a:gd name="T13" fmla="*/ 48 h 60"/>
                  <a:gd name="T14" fmla="*/ 41 w 122"/>
                  <a:gd name="T15" fmla="*/ 76 h 60"/>
                  <a:gd name="T16" fmla="*/ 95 w 122"/>
                  <a:gd name="T17" fmla="*/ 85 h 60"/>
                  <a:gd name="T18" fmla="*/ 143 w 122"/>
                  <a:gd name="T19" fmla="*/ 113 h 60"/>
                  <a:gd name="T20" fmla="*/ 228 w 122"/>
                  <a:gd name="T21" fmla="*/ 133 h 60"/>
                  <a:gd name="T22" fmla="*/ 257 w 122"/>
                  <a:gd name="T23" fmla="*/ 129 h 60"/>
                  <a:gd name="T24" fmla="*/ 291 w 122"/>
                  <a:gd name="T25" fmla="*/ 101 h 60"/>
                  <a:gd name="T26" fmla="*/ 239 w 122"/>
                  <a:gd name="T27" fmla="*/ 85 h 60"/>
                  <a:gd name="T28" fmla="*/ 186 w 122"/>
                  <a:gd name="T29" fmla="*/ 64 h 60"/>
                  <a:gd name="T30" fmla="*/ 143 w 122"/>
                  <a:gd name="T31" fmla="*/ 15 h 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2" h="60">
                    <a:moveTo>
                      <a:pt x="58" y="5"/>
                    </a:moveTo>
                    <a:cubicBezTo>
                      <a:pt x="59" y="5"/>
                      <a:pt x="59" y="6"/>
                      <a:pt x="59" y="6"/>
                    </a:cubicBezTo>
                    <a:cubicBezTo>
                      <a:pt x="55" y="5"/>
                      <a:pt x="53" y="3"/>
                      <a:pt x="50" y="2"/>
                    </a:cubicBezTo>
                    <a:cubicBezTo>
                      <a:pt x="45" y="0"/>
                      <a:pt x="39" y="1"/>
                      <a:pt x="34" y="1"/>
                    </a:cubicBezTo>
                    <a:cubicBezTo>
                      <a:pt x="28" y="0"/>
                      <a:pt x="22" y="1"/>
                      <a:pt x="16" y="1"/>
                    </a:cubicBezTo>
                    <a:cubicBezTo>
                      <a:pt x="11" y="1"/>
                      <a:pt x="5" y="0"/>
                      <a:pt x="0" y="0"/>
                    </a:cubicBezTo>
                    <a:cubicBezTo>
                      <a:pt x="4" y="6"/>
                      <a:pt x="5" y="13"/>
                      <a:pt x="6" y="20"/>
                    </a:cubicBezTo>
                    <a:cubicBezTo>
                      <a:pt x="6" y="28"/>
                      <a:pt x="8" y="30"/>
                      <a:pt x="17" y="32"/>
                    </a:cubicBezTo>
                    <a:cubicBezTo>
                      <a:pt x="24" y="33"/>
                      <a:pt x="33" y="34"/>
                      <a:pt x="40" y="36"/>
                    </a:cubicBezTo>
                    <a:cubicBezTo>
                      <a:pt x="47" y="39"/>
                      <a:pt x="53" y="44"/>
                      <a:pt x="60" y="48"/>
                    </a:cubicBezTo>
                    <a:cubicBezTo>
                      <a:pt x="71" y="55"/>
                      <a:pt x="83" y="52"/>
                      <a:pt x="96" y="56"/>
                    </a:cubicBezTo>
                    <a:cubicBezTo>
                      <a:pt x="103" y="58"/>
                      <a:pt x="103" y="60"/>
                      <a:pt x="108" y="55"/>
                    </a:cubicBezTo>
                    <a:cubicBezTo>
                      <a:pt x="113" y="51"/>
                      <a:pt x="117" y="47"/>
                      <a:pt x="122" y="43"/>
                    </a:cubicBezTo>
                    <a:cubicBezTo>
                      <a:pt x="116" y="38"/>
                      <a:pt x="107" y="37"/>
                      <a:pt x="100" y="36"/>
                    </a:cubicBezTo>
                    <a:cubicBezTo>
                      <a:pt x="90" y="36"/>
                      <a:pt x="85" y="33"/>
                      <a:pt x="78" y="27"/>
                    </a:cubicBezTo>
                    <a:cubicBezTo>
                      <a:pt x="72" y="22"/>
                      <a:pt x="67" y="8"/>
                      <a:pt x="60" y="6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7" name="Freeform 166">
                <a:extLst>
                  <a:ext uri="{FF2B5EF4-FFF2-40B4-BE49-F238E27FC236}">
                    <a16:creationId xmlns:a16="http://schemas.microsoft.com/office/drawing/2014/main" id="{8783DDF8-991F-476A-946F-E1B70F887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449"/>
                <a:ext cx="228" cy="130"/>
              </a:xfrm>
              <a:custGeom>
                <a:avLst/>
                <a:gdLst>
                  <a:gd name="T0" fmla="*/ 9 w 171"/>
                  <a:gd name="T1" fmla="*/ 21 h 98"/>
                  <a:gd name="T2" fmla="*/ 5 w 171"/>
                  <a:gd name="T3" fmla="*/ 49 h 98"/>
                  <a:gd name="T4" fmla="*/ 16 w 171"/>
                  <a:gd name="T5" fmla="*/ 50 h 98"/>
                  <a:gd name="T6" fmla="*/ 44 w 171"/>
                  <a:gd name="T7" fmla="*/ 48 h 98"/>
                  <a:gd name="T8" fmla="*/ 73 w 171"/>
                  <a:gd name="T9" fmla="*/ 58 h 98"/>
                  <a:gd name="T10" fmla="*/ 187 w 171"/>
                  <a:gd name="T11" fmla="*/ 106 h 98"/>
                  <a:gd name="T12" fmla="*/ 241 w 171"/>
                  <a:gd name="T13" fmla="*/ 130 h 98"/>
                  <a:gd name="T14" fmla="*/ 293 w 171"/>
                  <a:gd name="T15" fmla="*/ 158 h 98"/>
                  <a:gd name="T16" fmla="*/ 405 w 171"/>
                  <a:gd name="T17" fmla="*/ 228 h 98"/>
                  <a:gd name="T18" fmla="*/ 396 w 171"/>
                  <a:gd name="T19" fmla="*/ 200 h 98"/>
                  <a:gd name="T20" fmla="*/ 404 w 171"/>
                  <a:gd name="T21" fmla="*/ 168 h 98"/>
                  <a:gd name="T22" fmla="*/ 396 w 171"/>
                  <a:gd name="T23" fmla="*/ 147 h 98"/>
                  <a:gd name="T24" fmla="*/ 393 w 171"/>
                  <a:gd name="T25" fmla="*/ 119 h 98"/>
                  <a:gd name="T26" fmla="*/ 335 w 171"/>
                  <a:gd name="T27" fmla="*/ 102 h 98"/>
                  <a:gd name="T28" fmla="*/ 229 w 171"/>
                  <a:gd name="T29" fmla="*/ 58 h 98"/>
                  <a:gd name="T30" fmla="*/ 207 w 171"/>
                  <a:gd name="T31" fmla="*/ 44 h 98"/>
                  <a:gd name="T32" fmla="*/ 169 w 171"/>
                  <a:gd name="T33" fmla="*/ 36 h 98"/>
                  <a:gd name="T34" fmla="*/ 101 w 171"/>
                  <a:gd name="T35" fmla="*/ 5 h 98"/>
                  <a:gd name="T36" fmla="*/ 33 w 171"/>
                  <a:gd name="T37" fmla="*/ 16 h 98"/>
                  <a:gd name="T38" fmla="*/ 12 w 171"/>
                  <a:gd name="T39" fmla="*/ 20 h 9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71" h="98">
                    <a:moveTo>
                      <a:pt x="4" y="9"/>
                    </a:moveTo>
                    <a:cubicBezTo>
                      <a:pt x="1" y="11"/>
                      <a:pt x="0" y="18"/>
                      <a:pt x="2" y="21"/>
                    </a:cubicBezTo>
                    <a:cubicBezTo>
                      <a:pt x="4" y="23"/>
                      <a:pt x="4" y="22"/>
                      <a:pt x="7" y="22"/>
                    </a:cubicBezTo>
                    <a:cubicBezTo>
                      <a:pt x="11" y="22"/>
                      <a:pt x="15" y="20"/>
                      <a:pt x="19" y="20"/>
                    </a:cubicBezTo>
                    <a:cubicBezTo>
                      <a:pt x="23" y="21"/>
                      <a:pt x="27" y="23"/>
                      <a:pt x="31" y="25"/>
                    </a:cubicBezTo>
                    <a:cubicBezTo>
                      <a:pt x="46" y="34"/>
                      <a:pt x="66" y="33"/>
                      <a:pt x="79" y="45"/>
                    </a:cubicBezTo>
                    <a:cubicBezTo>
                      <a:pt x="87" y="51"/>
                      <a:pt x="93" y="53"/>
                      <a:pt x="102" y="56"/>
                    </a:cubicBezTo>
                    <a:cubicBezTo>
                      <a:pt x="111" y="59"/>
                      <a:pt x="117" y="62"/>
                      <a:pt x="124" y="68"/>
                    </a:cubicBezTo>
                    <a:cubicBezTo>
                      <a:pt x="139" y="80"/>
                      <a:pt x="156" y="87"/>
                      <a:pt x="171" y="98"/>
                    </a:cubicBezTo>
                    <a:cubicBezTo>
                      <a:pt x="169" y="95"/>
                      <a:pt x="167" y="90"/>
                      <a:pt x="167" y="86"/>
                    </a:cubicBezTo>
                    <a:cubicBezTo>
                      <a:pt x="167" y="81"/>
                      <a:pt x="170" y="77"/>
                      <a:pt x="170" y="72"/>
                    </a:cubicBezTo>
                    <a:cubicBezTo>
                      <a:pt x="170" y="69"/>
                      <a:pt x="168" y="66"/>
                      <a:pt x="167" y="63"/>
                    </a:cubicBezTo>
                    <a:cubicBezTo>
                      <a:pt x="167" y="59"/>
                      <a:pt x="168" y="54"/>
                      <a:pt x="166" y="51"/>
                    </a:cubicBezTo>
                    <a:cubicBezTo>
                      <a:pt x="161" y="44"/>
                      <a:pt x="148" y="46"/>
                      <a:pt x="141" y="44"/>
                    </a:cubicBezTo>
                    <a:cubicBezTo>
                      <a:pt x="126" y="41"/>
                      <a:pt x="110" y="35"/>
                      <a:pt x="97" y="25"/>
                    </a:cubicBezTo>
                    <a:cubicBezTo>
                      <a:pt x="94" y="23"/>
                      <a:pt x="91" y="20"/>
                      <a:pt x="87" y="19"/>
                    </a:cubicBezTo>
                    <a:cubicBezTo>
                      <a:pt x="81" y="17"/>
                      <a:pt x="76" y="17"/>
                      <a:pt x="71" y="15"/>
                    </a:cubicBezTo>
                    <a:cubicBezTo>
                      <a:pt x="61" y="12"/>
                      <a:pt x="53" y="3"/>
                      <a:pt x="43" y="2"/>
                    </a:cubicBezTo>
                    <a:cubicBezTo>
                      <a:pt x="34" y="0"/>
                      <a:pt x="23" y="4"/>
                      <a:pt x="14" y="7"/>
                    </a:cubicBezTo>
                    <a:cubicBezTo>
                      <a:pt x="11" y="7"/>
                      <a:pt x="6" y="7"/>
                      <a:pt x="5" y="8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8" name="Freeform 167">
                <a:extLst>
                  <a:ext uri="{FF2B5EF4-FFF2-40B4-BE49-F238E27FC236}">
                    <a16:creationId xmlns:a16="http://schemas.microsoft.com/office/drawing/2014/main" id="{51A37395-23AD-4D4D-87F4-7C33F00F0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1424"/>
                <a:ext cx="219" cy="138"/>
              </a:xfrm>
              <a:custGeom>
                <a:avLst/>
                <a:gdLst>
                  <a:gd name="T0" fmla="*/ 48 w 164"/>
                  <a:gd name="T1" fmla="*/ 0 h 104"/>
                  <a:gd name="T2" fmla="*/ 15 w 164"/>
                  <a:gd name="T3" fmla="*/ 28 h 104"/>
                  <a:gd name="T4" fmla="*/ 0 w 164"/>
                  <a:gd name="T5" fmla="*/ 56 h 104"/>
                  <a:gd name="T6" fmla="*/ 12 w 164"/>
                  <a:gd name="T7" fmla="*/ 66 h 104"/>
                  <a:gd name="T8" fmla="*/ 49 w 164"/>
                  <a:gd name="T9" fmla="*/ 101 h 104"/>
                  <a:gd name="T10" fmla="*/ 55 w 164"/>
                  <a:gd name="T11" fmla="*/ 145 h 104"/>
                  <a:gd name="T12" fmla="*/ 71 w 164"/>
                  <a:gd name="T13" fmla="*/ 150 h 104"/>
                  <a:gd name="T14" fmla="*/ 97 w 164"/>
                  <a:gd name="T15" fmla="*/ 163 h 104"/>
                  <a:gd name="T16" fmla="*/ 116 w 164"/>
                  <a:gd name="T17" fmla="*/ 192 h 104"/>
                  <a:gd name="T18" fmla="*/ 130 w 164"/>
                  <a:gd name="T19" fmla="*/ 227 h 104"/>
                  <a:gd name="T20" fmla="*/ 166 w 164"/>
                  <a:gd name="T21" fmla="*/ 227 h 104"/>
                  <a:gd name="T22" fmla="*/ 218 w 164"/>
                  <a:gd name="T23" fmla="*/ 243 h 104"/>
                  <a:gd name="T24" fmla="*/ 260 w 164"/>
                  <a:gd name="T25" fmla="*/ 200 h 104"/>
                  <a:gd name="T26" fmla="*/ 288 w 164"/>
                  <a:gd name="T27" fmla="*/ 195 h 104"/>
                  <a:gd name="T28" fmla="*/ 310 w 164"/>
                  <a:gd name="T29" fmla="*/ 206 h 104"/>
                  <a:gd name="T30" fmla="*/ 350 w 164"/>
                  <a:gd name="T31" fmla="*/ 194 h 104"/>
                  <a:gd name="T32" fmla="*/ 390 w 164"/>
                  <a:gd name="T33" fmla="*/ 158 h 104"/>
                  <a:gd name="T34" fmla="*/ 367 w 164"/>
                  <a:gd name="T35" fmla="*/ 117 h 104"/>
                  <a:gd name="T36" fmla="*/ 353 w 164"/>
                  <a:gd name="T37" fmla="*/ 102 h 104"/>
                  <a:gd name="T38" fmla="*/ 324 w 164"/>
                  <a:gd name="T39" fmla="*/ 98 h 104"/>
                  <a:gd name="T40" fmla="*/ 196 w 164"/>
                  <a:gd name="T41" fmla="*/ 36 h 104"/>
                  <a:gd name="T42" fmla="*/ 159 w 164"/>
                  <a:gd name="T43" fmla="*/ 23 h 104"/>
                  <a:gd name="T44" fmla="*/ 101 w 164"/>
                  <a:gd name="T45" fmla="*/ 27 h 104"/>
                  <a:gd name="T46" fmla="*/ 49 w 164"/>
                  <a:gd name="T47" fmla="*/ 1 h 1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4" h="104">
                    <a:moveTo>
                      <a:pt x="20" y="0"/>
                    </a:moveTo>
                    <a:cubicBezTo>
                      <a:pt x="14" y="4"/>
                      <a:pt x="9" y="5"/>
                      <a:pt x="6" y="12"/>
                    </a:cubicBezTo>
                    <a:cubicBezTo>
                      <a:pt x="4" y="15"/>
                      <a:pt x="0" y="21"/>
                      <a:pt x="0" y="24"/>
                    </a:cubicBezTo>
                    <a:cubicBezTo>
                      <a:pt x="0" y="28"/>
                      <a:pt x="0" y="27"/>
                      <a:pt x="5" y="29"/>
                    </a:cubicBezTo>
                    <a:cubicBezTo>
                      <a:pt x="12" y="30"/>
                      <a:pt x="19" y="34"/>
                      <a:pt x="21" y="43"/>
                    </a:cubicBezTo>
                    <a:cubicBezTo>
                      <a:pt x="22" y="48"/>
                      <a:pt x="19" y="59"/>
                      <a:pt x="23" y="62"/>
                    </a:cubicBezTo>
                    <a:cubicBezTo>
                      <a:pt x="24" y="64"/>
                      <a:pt x="27" y="64"/>
                      <a:pt x="30" y="64"/>
                    </a:cubicBezTo>
                    <a:cubicBezTo>
                      <a:pt x="34" y="65"/>
                      <a:pt x="38" y="67"/>
                      <a:pt x="41" y="70"/>
                    </a:cubicBezTo>
                    <a:cubicBezTo>
                      <a:pt x="44" y="74"/>
                      <a:pt x="47" y="78"/>
                      <a:pt x="49" y="82"/>
                    </a:cubicBezTo>
                    <a:cubicBezTo>
                      <a:pt x="50" y="85"/>
                      <a:pt x="52" y="95"/>
                      <a:pt x="55" y="97"/>
                    </a:cubicBezTo>
                    <a:cubicBezTo>
                      <a:pt x="58" y="100"/>
                      <a:pt x="66" y="97"/>
                      <a:pt x="70" y="97"/>
                    </a:cubicBezTo>
                    <a:cubicBezTo>
                      <a:pt x="78" y="97"/>
                      <a:pt x="85" y="99"/>
                      <a:pt x="91" y="104"/>
                    </a:cubicBezTo>
                    <a:cubicBezTo>
                      <a:pt x="89" y="95"/>
                      <a:pt x="101" y="88"/>
                      <a:pt x="109" y="86"/>
                    </a:cubicBezTo>
                    <a:cubicBezTo>
                      <a:pt x="112" y="85"/>
                      <a:pt x="117" y="84"/>
                      <a:pt x="121" y="84"/>
                    </a:cubicBezTo>
                    <a:cubicBezTo>
                      <a:pt x="124" y="84"/>
                      <a:pt x="127" y="87"/>
                      <a:pt x="130" y="88"/>
                    </a:cubicBezTo>
                    <a:cubicBezTo>
                      <a:pt x="136" y="90"/>
                      <a:pt x="142" y="86"/>
                      <a:pt x="147" y="83"/>
                    </a:cubicBezTo>
                    <a:cubicBezTo>
                      <a:pt x="153" y="79"/>
                      <a:pt x="158" y="69"/>
                      <a:pt x="164" y="68"/>
                    </a:cubicBezTo>
                    <a:cubicBezTo>
                      <a:pt x="163" y="62"/>
                      <a:pt x="158" y="55"/>
                      <a:pt x="154" y="50"/>
                    </a:cubicBezTo>
                    <a:cubicBezTo>
                      <a:pt x="152" y="48"/>
                      <a:pt x="150" y="45"/>
                      <a:pt x="148" y="44"/>
                    </a:cubicBezTo>
                    <a:cubicBezTo>
                      <a:pt x="145" y="42"/>
                      <a:pt x="139" y="43"/>
                      <a:pt x="136" y="42"/>
                    </a:cubicBezTo>
                    <a:cubicBezTo>
                      <a:pt x="117" y="37"/>
                      <a:pt x="99" y="24"/>
                      <a:pt x="82" y="15"/>
                    </a:cubicBezTo>
                    <a:cubicBezTo>
                      <a:pt x="76" y="13"/>
                      <a:pt x="73" y="9"/>
                      <a:pt x="67" y="10"/>
                    </a:cubicBezTo>
                    <a:cubicBezTo>
                      <a:pt x="58" y="11"/>
                      <a:pt x="51" y="14"/>
                      <a:pt x="43" y="11"/>
                    </a:cubicBezTo>
                    <a:cubicBezTo>
                      <a:pt x="36" y="9"/>
                      <a:pt x="28" y="1"/>
                      <a:pt x="21" y="1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9" name="Freeform 168">
                <a:extLst>
                  <a:ext uri="{FF2B5EF4-FFF2-40B4-BE49-F238E27FC236}">
                    <a16:creationId xmlns:a16="http://schemas.microsoft.com/office/drawing/2014/main" id="{BCD470AC-74FD-4B23-9D06-A43E35987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810"/>
                <a:ext cx="144" cy="306"/>
              </a:xfrm>
              <a:custGeom>
                <a:avLst/>
                <a:gdLst>
                  <a:gd name="T0" fmla="*/ 228 w 108"/>
                  <a:gd name="T1" fmla="*/ 9 h 230"/>
                  <a:gd name="T2" fmla="*/ 169 w 108"/>
                  <a:gd name="T3" fmla="*/ 7 h 230"/>
                  <a:gd name="T4" fmla="*/ 143 w 108"/>
                  <a:gd name="T5" fmla="*/ 106 h 230"/>
                  <a:gd name="T6" fmla="*/ 148 w 108"/>
                  <a:gd name="T7" fmla="*/ 181 h 230"/>
                  <a:gd name="T8" fmla="*/ 143 w 108"/>
                  <a:gd name="T9" fmla="*/ 283 h 230"/>
                  <a:gd name="T10" fmla="*/ 108 w 108"/>
                  <a:gd name="T11" fmla="*/ 396 h 230"/>
                  <a:gd name="T12" fmla="*/ 33 w 108"/>
                  <a:gd name="T13" fmla="*/ 370 h 230"/>
                  <a:gd name="T14" fmla="*/ 65 w 108"/>
                  <a:gd name="T15" fmla="*/ 422 h 230"/>
                  <a:gd name="T16" fmla="*/ 79 w 108"/>
                  <a:gd name="T17" fmla="*/ 450 h 230"/>
                  <a:gd name="T18" fmla="*/ 43 w 108"/>
                  <a:gd name="T19" fmla="*/ 494 h 230"/>
                  <a:gd name="T20" fmla="*/ 0 w 108"/>
                  <a:gd name="T21" fmla="*/ 498 h 230"/>
                  <a:gd name="T22" fmla="*/ 37 w 108"/>
                  <a:gd name="T23" fmla="*/ 535 h 230"/>
                  <a:gd name="T24" fmla="*/ 95 w 108"/>
                  <a:gd name="T25" fmla="*/ 515 h 230"/>
                  <a:gd name="T26" fmla="*/ 172 w 108"/>
                  <a:gd name="T27" fmla="*/ 532 h 230"/>
                  <a:gd name="T28" fmla="*/ 199 w 108"/>
                  <a:gd name="T29" fmla="*/ 494 h 230"/>
                  <a:gd name="T30" fmla="*/ 233 w 108"/>
                  <a:gd name="T31" fmla="*/ 464 h 230"/>
                  <a:gd name="T32" fmla="*/ 236 w 108"/>
                  <a:gd name="T33" fmla="*/ 434 h 230"/>
                  <a:gd name="T34" fmla="*/ 247 w 108"/>
                  <a:gd name="T35" fmla="*/ 396 h 230"/>
                  <a:gd name="T36" fmla="*/ 233 w 108"/>
                  <a:gd name="T37" fmla="*/ 375 h 230"/>
                  <a:gd name="T38" fmla="*/ 244 w 108"/>
                  <a:gd name="T39" fmla="*/ 334 h 230"/>
                  <a:gd name="T40" fmla="*/ 251 w 108"/>
                  <a:gd name="T41" fmla="*/ 271 h 230"/>
                  <a:gd name="T42" fmla="*/ 225 w 108"/>
                  <a:gd name="T43" fmla="*/ 200 h 230"/>
                  <a:gd name="T44" fmla="*/ 240 w 108"/>
                  <a:gd name="T45" fmla="*/ 136 h 230"/>
                  <a:gd name="T46" fmla="*/ 225 w 108"/>
                  <a:gd name="T47" fmla="*/ 86 h 230"/>
                  <a:gd name="T48" fmla="*/ 229 w 108"/>
                  <a:gd name="T49" fmla="*/ 28 h 230"/>
                  <a:gd name="T50" fmla="*/ 228 w 108"/>
                  <a:gd name="T51" fmla="*/ 15 h 2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8" h="230">
                    <a:moveTo>
                      <a:pt x="96" y="4"/>
                    </a:moveTo>
                    <a:cubicBezTo>
                      <a:pt x="90" y="0"/>
                      <a:pt x="77" y="2"/>
                      <a:pt x="71" y="3"/>
                    </a:cubicBezTo>
                    <a:cubicBezTo>
                      <a:pt x="65" y="17"/>
                      <a:pt x="60" y="29"/>
                      <a:pt x="60" y="45"/>
                    </a:cubicBezTo>
                    <a:cubicBezTo>
                      <a:pt x="60" y="56"/>
                      <a:pt x="62" y="66"/>
                      <a:pt x="62" y="77"/>
                    </a:cubicBezTo>
                    <a:cubicBezTo>
                      <a:pt x="60" y="92"/>
                      <a:pt x="60" y="105"/>
                      <a:pt x="60" y="120"/>
                    </a:cubicBezTo>
                    <a:cubicBezTo>
                      <a:pt x="60" y="134"/>
                      <a:pt x="60" y="159"/>
                      <a:pt x="46" y="168"/>
                    </a:cubicBezTo>
                    <a:cubicBezTo>
                      <a:pt x="35" y="176"/>
                      <a:pt x="23" y="162"/>
                      <a:pt x="14" y="157"/>
                    </a:cubicBezTo>
                    <a:cubicBezTo>
                      <a:pt x="20" y="163"/>
                      <a:pt x="22" y="172"/>
                      <a:pt x="28" y="179"/>
                    </a:cubicBezTo>
                    <a:cubicBezTo>
                      <a:pt x="32" y="184"/>
                      <a:pt x="35" y="184"/>
                      <a:pt x="33" y="191"/>
                    </a:cubicBezTo>
                    <a:cubicBezTo>
                      <a:pt x="31" y="196"/>
                      <a:pt x="23" y="208"/>
                      <a:pt x="18" y="210"/>
                    </a:cubicBezTo>
                    <a:cubicBezTo>
                      <a:pt x="13" y="213"/>
                      <a:pt x="5" y="211"/>
                      <a:pt x="0" y="211"/>
                    </a:cubicBezTo>
                    <a:cubicBezTo>
                      <a:pt x="3" y="215"/>
                      <a:pt x="11" y="226"/>
                      <a:pt x="16" y="227"/>
                    </a:cubicBezTo>
                    <a:cubicBezTo>
                      <a:pt x="23" y="230"/>
                      <a:pt x="33" y="221"/>
                      <a:pt x="40" y="219"/>
                    </a:cubicBezTo>
                    <a:cubicBezTo>
                      <a:pt x="55" y="216"/>
                      <a:pt x="60" y="221"/>
                      <a:pt x="73" y="226"/>
                    </a:cubicBezTo>
                    <a:cubicBezTo>
                      <a:pt x="77" y="220"/>
                      <a:pt x="79" y="215"/>
                      <a:pt x="84" y="210"/>
                    </a:cubicBezTo>
                    <a:cubicBezTo>
                      <a:pt x="88" y="207"/>
                      <a:pt x="95" y="202"/>
                      <a:pt x="98" y="197"/>
                    </a:cubicBezTo>
                    <a:cubicBezTo>
                      <a:pt x="100" y="193"/>
                      <a:pt x="99" y="189"/>
                      <a:pt x="100" y="184"/>
                    </a:cubicBezTo>
                    <a:cubicBezTo>
                      <a:pt x="101" y="179"/>
                      <a:pt x="105" y="173"/>
                      <a:pt x="104" y="168"/>
                    </a:cubicBezTo>
                    <a:cubicBezTo>
                      <a:pt x="103" y="165"/>
                      <a:pt x="99" y="163"/>
                      <a:pt x="98" y="159"/>
                    </a:cubicBezTo>
                    <a:cubicBezTo>
                      <a:pt x="98" y="153"/>
                      <a:pt x="101" y="147"/>
                      <a:pt x="103" y="142"/>
                    </a:cubicBezTo>
                    <a:cubicBezTo>
                      <a:pt x="105" y="134"/>
                      <a:pt x="108" y="122"/>
                      <a:pt x="106" y="115"/>
                    </a:cubicBezTo>
                    <a:cubicBezTo>
                      <a:pt x="103" y="104"/>
                      <a:pt x="97" y="97"/>
                      <a:pt x="95" y="85"/>
                    </a:cubicBezTo>
                    <a:cubicBezTo>
                      <a:pt x="94" y="73"/>
                      <a:pt x="97" y="68"/>
                      <a:pt x="101" y="58"/>
                    </a:cubicBezTo>
                    <a:cubicBezTo>
                      <a:pt x="104" y="50"/>
                      <a:pt x="96" y="46"/>
                      <a:pt x="95" y="37"/>
                    </a:cubicBezTo>
                    <a:cubicBezTo>
                      <a:pt x="93" y="29"/>
                      <a:pt x="97" y="20"/>
                      <a:pt x="97" y="12"/>
                    </a:cubicBezTo>
                    <a:cubicBezTo>
                      <a:pt x="97" y="10"/>
                      <a:pt x="97" y="8"/>
                      <a:pt x="96" y="6"/>
                    </a:cubicBezTo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0" name="Freeform 169">
                <a:extLst>
                  <a:ext uri="{FF2B5EF4-FFF2-40B4-BE49-F238E27FC236}">
                    <a16:creationId xmlns:a16="http://schemas.microsoft.com/office/drawing/2014/main" id="{0D86ECE8-6EC7-494A-91F8-F92127708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917"/>
                <a:ext cx="87" cy="255"/>
              </a:xfrm>
              <a:custGeom>
                <a:avLst/>
                <a:gdLst>
                  <a:gd name="T0" fmla="*/ 41 w 65"/>
                  <a:gd name="T1" fmla="*/ 0 h 192"/>
                  <a:gd name="T2" fmla="*/ 0 w 65"/>
                  <a:gd name="T3" fmla="*/ 54 h 192"/>
                  <a:gd name="T4" fmla="*/ 16 w 65"/>
                  <a:gd name="T5" fmla="*/ 151 h 192"/>
                  <a:gd name="T6" fmla="*/ 23 w 65"/>
                  <a:gd name="T7" fmla="*/ 242 h 192"/>
                  <a:gd name="T8" fmla="*/ 21 w 65"/>
                  <a:gd name="T9" fmla="*/ 450 h 192"/>
                  <a:gd name="T10" fmla="*/ 79 w 65"/>
                  <a:gd name="T11" fmla="*/ 416 h 192"/>
                  <a:gd name="T12" fmla="*/ 115 w 65"/>
                  <a:gd name="T13" fmla="*/ 321 h 192"/>
                  <a:gd name="T14" fmla="*/ 154 w 65"/>
                  <a:gd name="T15" fmla="*/ 252 h 192"/>
                  <a:gd name="T16" fmla="*/ 142 w 65"/>
                  <a:gd name="T17" fmla="*/ 215 h 192"/>
                  <a:gd name="T18" fmla="*/ 127 w 65"/>
                  <a:gd name="T19" fmla="*/ 159 h 192"/>
                  <a:gd name="T20" fmla="*/ 115 w 65"/>
                  <a:gd name="T21" fmla="*/ 76 h 192"/>
                  <a:gd name="T22" fmla="*/ 33 w 65"/>
                  <a:gd name="T23" fmla="*/ 7 h 1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192">
                    <a:moveTo>
                      <a:pt x="17" y="0"/>
                    </a:moveTo>
                    <a:cubicBezTo>
                      <a:pt x="14" y="9"/>
                      <a:pt x="8" y="19"/>
                      <a:pt x="0" y="23"/>
                    </a:cubicBezTo>
                    <a:cubicBezTo>
                      <a:pt x="5" y="37"/>
                      <a:pt x="6" y="50"/>
                      <a:pt x="7" y="65"/>
                    </a:cubicBezTo>
                    <a:cubicBezTo>
                      <a:pt x="8" y="77"/>
                      <a:pt x="11" y="91"/>
                      <a:pt x="10" y="103"/>
                    </a:cubicBezTo>
                    <a:cubicBezTo>
                      <a:pt x="7" y="132"/>
                      <a:pt x="6" y="163"/>
                      <a:pt x="9" y="192"/>
                    </a:cubicBezTo>
                    <a:cubicBezTo>
                      <a:pt x="16" y="185"/>
                      <a:pt x="24" y="180"/>
                      <a:pt x="33" y="178"/>
                    </a:cubicBezTo>
                    <a:cubicBezTo>
                      <a:pt x="34" y="163"/>
                      <a:pt x="42" y="150"/>
                      <a:pt x="48" y="137"/>
                    </a:cubicBezTo>
                    <a:cubicBezTo>
                      <a:pt x="52" y="128"/>
                      <a:pt x="65" y="117"/>
                      <a:pt x="64" y="108"/>
                    </a:cubicBezTo>
                    <a:cubicBezTo>
                      <a:pt x="64" y="103"/>
                      <a:pt x="60" y="97"/>
                      <a:pt x="59" y="92"/>
                    </a:cubicBezTo>
                    <a:cubicBezTo>
                      <a:pt x="57" y="84"/>
                      <a:pt x="54" y="76"/>
                      <a:pt x="53" y="68"/>
                    </a:cubicBezTo>
                    <a:cubicBezTo>
                      <a:pt x="50" y="56"/>
                      <a:pt x="50" y="44"/>
                      <a:pt x="48" y="32"/>
                    </a:cubicBezTo>
                    <a:cubicBezTo>
                      <a:pt x="30" y="31"/>
                      <a:pt x="22" y="16"/>
                      <a:pt x="14" y="3"/>
                    </a:cubicBezTo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1" name="Freeform 170">
                <a:extLst>
                  <a:ext uri="{FF2B5EF4-FFF2-40B4-BE49-F238E27FC236}">
                    <a16:creationId xmlns:a16="http://schemas.microsoft.com/office/drawing/2014/main" id="{75827ECF-7740-4876-9FA0-15BE857E6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754"/>
                <a:ext cx="113" cy="272"/>
              </a:xfrm>
              <a:custGeom>
                <a:avLst/>
                <a:gdLst>
                  <a:gd name="T0" fmla="*/ 129 w 85"/>
                  <a:gd name="T1" fmla="*/ 20 h 204"/>
                  <a:gd name="T2" fmla="*/ 102 w 85"/>
                  <a:gd name="T3" fmla="*/ 0 h 204"/>
                  <a:gd name="T4" fmla="*/ 114 w 85"/>
                  <a:gd name="T5" fmla="*/ 100 h 204"/>
                  <a:gd name="T6" fmla="*/ 97 w 85"/>
                  <a:gd name="T7" fmla="*/ 213 h 204"/>
                  <a:gd name="T8" fmla="*/ 58 w 85"/>
                  <a:gd name="T9" fmla="*/ 241 h 204"/>
                  <a:gd name="T10" fmla="*/ 27 w 85"/>
                  <a:gd name="T11" fmla="*/ 185 h 204"/>
                  <a:gd name="T12" fmla="*/ 31 w 85"/>
                  <a:gd name="T13" fmla="*/ 255 h 204"/>
                  <a:gd name="T14" fmla="*/ 0 w 85"/>
                  <a:gd name="T15" fmla="*/ 292 h 204"/>
                  <a:gd name="T16" fmla="*/ 33 w 85"/>
                  <a:gd name="T17" fmla="*/ 363 h 204"/>
                  <a:gd name="T18" fmla="*/ 31 w 85"/>
                  <a:gd name="T19" fmla="*/ 453 h 204"/>
                  <a:gd name="T20" fmla="*/ 97 w 85"/>
                  <a:gd name="T21" fmla="*/ 471 h 204"/>
                  <a:gd name="T22" fmla="*/ 141 w 85"/>
                  <a:gd name="T23" fmla="*/ 469 h 204"/>
                  <a:gd name="T24" fmla="*/ 157 w 85"/>
                  <a:gd name="T25" fmla="*/ 375 h 204"/>
                  <a:gd name="T26" fmla="*/ 178 w 85"/>
                  <a:gd name="T27" fmla="*/ 319 h 204"/>
                  <a:gd name="T28" fmla="*/ 198 w 85"/>
                  <a:gd name="T29" fmla="*/ 283 h 204"/>
                  <a:gd name="T30" fmla="*/ 198 w 85"/>
                  <a:gd name="T31" fmla="*/ 255 h 204"/>
                  <a:gd name="T32" fmla="*/ 194 w 85"/>
                  <a:gd name="T33" fmla="*/ 192 h 204"/>
                  <a:gd name="T34" fmla="*/ 178 w 85"/>
                  <a:gd name="T35" fmla="*/ 108 h 204"/>
                  <a:gd name="T36" fmla="*/ 136 w 85"/>
                  <a:gd name="T37" fmla="*/ 16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5" h="204">
                    <a:moveTo>
                      <a:pt x="55" y="8"/>
                    </a:moveTo>
                    <a:cubicBezTo>
                      <a:pt x="52" y="5"/>
                      <a:pt x="47" y="4"/>
                      <a:pt x="44" y="0"/>
                    </a:cubicBezTo>
                    <a:cubicBezTo>
                      <a:pt x="45" y="14"/>
                      <a:pt x="49" y="28"/>
                      <a:pt x="49" y="42"/>
                    </a:cubicBezTo>
                    <a:cubicBezTo>
                      <a:pt x="49" y="58"/>
                      <a:pt x="47" y="75"/>
                      <a:pt x="41" y="90"/>
                    </a:cubicBezTo>
                    <a:cubicBezTo>
                      <a:pt x="38" y="97"/>
                      <a:pt x="35" y="107"/>
                      <a:pt x="25" y="102"/>
                    </a:cubicBezTo>
                    <a:cubicBezTo>
                      <a:pt x="18" y="99"/>
                      <a:pt x="14" y="85"/>
                      <a:pt x="11" y="78"/>
                    </a:cubicBezTo>
                    <a:cubicBezTo>
                      <a:pt x="14" y="86"/>
                      <a:pt x="15" y="99"/>
                      <a:pt x="13" y="107"/>
                    </a:cubicBezTo>
                    <a:cubicBezTo>
                      <a:pt x="12" y="116"/>
                      <a:pt x="6" y="119"/>
                      <a:pt x="0" y="123"/>
                    </a:cubicBezTo>
                    <a:cubicBezTo>
                      <a:pt x="9" y="132"/>
                      <a:pt x="12" y="140"/>
                      <a:pt x="14" y="153"/>
                    </a:cubicBezTo>
                    <a:cubicBezTo>
                      <a:pt x="15" y="166"/>
                      <a:pt x="13" y="178"/>
                      <a:pt x="13" y="191"/>
                    </a:cubicBezTo>
                    <a:cubicBezTo>
                      <a:pt x="23" y="193"/>
                      <a:pt x="31" y="196"/>
                      <a:pt x="41" y="199"/>
                    </a:cubicBezTo>
                    <a:cubicBezTo>
                      <a:pt x="47" y="202"/>
                      <a:pt x="55" y="204"/>
                      <a:pt x="60" y="198"/>
                    </a:cubicBezTo>
                    <a:cubicBezTo>
                      <a:pt x="68" y="189"/>
                      <a:pt x="64" y="169"/>
                      <a:pt x="67" y="158"/>
                    </a:cubicBezTo>
                    <a:cubicBezTo>
                      <a:pt x="69" y="150"/>
                      <a:pt x="72" y="141"/>
                      <a:pt x="76" y="134"/>
                    </a:cubicBezTo>
                    <a:cubicBezTo>
                      <a:pt x="78" y="129"/>
                      <a:pt x="83" y="124"/>
                      <a:pt x="84" y="119"/>
                    </a:cubicBezTo>
                    <a:cubicBezTo>
                      <a:pt x="85" y="115"/>
                      <a:pt x="84" y="111"/>
                      <a:pt x="84" y="107"/>
                    </a:cubicBezTo>
                    <a:cubicBezTo>
                      <a:pt x="82" y="99"/>
                      <a:pt x="83" y="90"/>
                      <a:pt x="83" y="81"/>
                    </a:cubicBezTo>
                    <a:cubicBezTo>
                      <a:pt x="83" y="68"/>
                      <a:pt x="82" y="57"/>
                      <a:pt x="76" y="46"/>
                    </a:cubicBezTo>
                    <a:cubicBezTo>
                      <a:pt x="69" y="32"/>
                      <a:pt x="73" y="16"/>
                      <a:pt x="58" y="7"/>
                    </a:cubicBezTo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2" name="Freeform 171">
                <a:extLst>
                  <a:ext uri="{FF2B5EF4-FFF2-40B4-BE49-F238E27FC236}">
                    <a16:creationId xmlns:a16="http://schemas.microsoft.com/office/drawing/2014/main" id="{3444F6D2-5109-45B6-8DEC-2CCE3F748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162"/>
                <a:ext cx="72" cy="86"/>
              </a:xfrm>
              <a:custGeom>
                <a:avLst/>
                <a:gdLst>
                  <a:gd name="T0" fmla="*/ 105 w 54"/>
                  <a:gd name="T1" fmla="*/ 5 h 65"/>
                  <a:gd name="T2" fmla="*/ 84 w 54"/>
                  <a:gd name="T3" fmla="*/ 7 h 65"/>
                  <a:gd name="T4" fmla="*/ 36 w 54"/>
                  <a:gd name="T5" fmla="*/ 26 h 65"/>
                  <a:gd name="T6" fmla="*/ 9 w 54"/>
                  <a:gd name="T7" fmla="*/ 66 h 65"/>
                  <a:gd name="T8" fmla="*/ 7 w 54"/>
                  <a:gd name="T9" fmla="*/ 86 h 65"/>
                  <a:gd name="T10" fmla="*/ 43 w 54"/>
                  <a:gd name="T11" fmla="*/ 105 h 65"/>
                  <a:gd name="T12" fmla="*/ 100 w 54"/>
                  <a:gd name="T13" fmla="*/ 151 h 65"/>
                  <a:gd name="T14" fmla="*/ 105 w 54"/>
                  <a:gd name="T15" fmla="*/ 56 h 65"/>
                  <a:gd name="T16" fmla="*/ 105 w 54"/>
                  <a:gd name="T17" fmla="*/ 7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65">
                    <a:moveTo>
                      <a:pt x="44" y="2"/>
                    </a:moveTo>
                    <a:cubicBezTo>
                      <a:pt x="41" y="0"/>
                      <a:pt x="39" y="2"/>
                      <a:pt x="35" y="3"/>
                    </a:cubicBezTo>
                    <a:cubicBezTo>
                      <a:pt x="29" y="6"/>
                      <a:pt x="20" y="8"/>
                      <a:pt x="15" y="11"/>
                    </a:cubicBezTo>
                    <a:cubicBezTo>
                      <a:pt x="8" y="15"/>
                      <a:pt x="7" y="22"/>
                      <a:pt x="4" y="29"/>
                    </a:cubicBezTo>
                    <a:cubicBezTo>
                      <a:pt x="3" y="33"/>
                      <a:pt x="0" y="32"/>
                      <a:pt x="3" y="37"/>
                    </a:cubicBezTo>
                    <a:cubicBezTo>
                      <a:pt x="5" y="40"/>
                      <a:pt x="15" y="43"/>
                      <a:pt x="18" y="45"/>
                    </a:cubicBezTo>
                    <a:cubicBezTo>
                      <a:pt x="27" y="51"/>
                      <a:pt x="33" y="62"/>
                      <a:pt x="42" y="65"/>
                    </a:cubicBezTo>
                    <a:cubicBezTo>
                      <a:pt x="41" y="51"/>
                      <a:pt x="39" y="38"/>
                      <a:pt x="44" y="24"/>
                    </a:cubicBezTo>
                    <a:cubicBezTo>
                      <a:pt x="47" y="17"/>
                      <a:pt x="54" y="9"/>
                      <a:pt x="44" y="3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3" name="Freeform 172">
                <a:extLst>
                  <a:ext uri="{FF2B5EF4-FFF2-40B4-BE49-F238E27FC236}">
                    <a16:creationId xmlns:a16="http://schemas.microsoft.com/office/drawing/2014/main" id="{B3D1CABB-A99C-4284-B93C-B18758B4B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367"/>
                <a:ext cx="127" cy="111"/>
              </a:xfrm>
              <a:custGeom>
                <a:avLst/>
                <a:gdLst>
                  <a:gd name="T0" fmla="*/ 52 w 95"/>
                  <a:gd name="T1" fmla="*/ 9 h 83"/>
                  <a:gd name="T2" fmla="*/ 7 w 95"/>
                  <a:gd name="T3" fmla="*/ 15 h 83"/>
                  <a:gd name="T4" fmla="*/ 36 w 95"/>
                  <a:gd name="T5" fmla="*/ 44 h 83"/>
                  <a:gd name="T6" fmla="*/ 86 w 95"/>
                  <a:gd name="T7" fmla="*/ 86 h 83"/>
                  <a:gd name="T8" fmla="*/ 80 w 95"/>
                  <a:gd name="T9" fmla="*/ 126 h 83"/>
                  <a:gd name="T10" fmla="*/ 115 w 95"/>
                  <a:gd name="T11" fmla="*/ 128 h 83"/>
                  <a:gd name="T12" fmla="*/ 150 w 95"/>
                  <a:gd name="T13" fmla="*/ 154 h 83"/>
                  <a:gd name="T14" fmla="*/ 186 w 95"/>
                  <a:gd name="T15" fmla="*/ 175 h 83"/>
                  <a:gd name="T16" fmla="*/ 227 w 95"/>
                  <a:gd name="T17" fmla="*/ 198 h 83"/>
                  <a:gd name="T18" fmla="*/ 190 w 95"/>
                  <a:gd name="T19" fmla="*/ 122 h 83"/>
                  <a:gd name="T20" fmla="*/ 134 w 95"/>
                  <a:gd name="T21" fmla="*/ 66 h 83"/>
                  <a:gd name="T22" fmla="*/ 91 w 95"/>
                  <a:gd name="T23" fmla="*/ 36 h 83"/>
                  <a:gd name="T24" fmla="*/ 64 w 95"/>
                  <a:gd name="T25" fmla="*/ 15 h 83"/>
                  <a:gd name="T26" fmla="*/ 52 w 95"/>
                  <a:gd name="T27" fmla="*/ 9 h 8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5" h="83">
                    <a:moveTo>
                      <a:pt x="22" y="4"/>
                    </a:moveTo>
                    <a:cubicBezTo>
                      <a:pt x="17" y="5"/>
                      <a:pt x="6" y="0"/>
                      <a:pt x="3" y="6"/>
                    </a:cubicBezTo>
                    <a:cubicBezTo>
                      <a:pt x="0" y="12"/>
                      <a:pt x="11" y="17"/>
                      <a:pt x="15" y="19"/>
                    </a:cubicBezTo>
                    <a:cubicBezTo>
                      <a:pt x="22" y="23"/>
                      <a:pt x="35" y="28"/>
                      <a:pt x="36" y="36"/>
                    </a:cubicBezTo>
                    <a:cubicBezTo>
                      <a:pt x="37" y="41"/>
                      <a:pt x="34" y="47"/>
                      <a:pt x="34" y="52"/>
                    </a:cubicBezTo>
                    <a:cubicBezTo>
                      <a:pt x="39" y="54"/>
                      <a:pt x="44" y="53"/>
                      <a:pt x="48" y="54"/>
                    </a:cubicBezTo>
                    <a:cubicBezTo>
                      <a:pt x="55" y="55"/>
                      <a:pt x="59" y="60"/>
                      <a:pt x="63" y="64"/>
                    </a:cubicBezTo>
                    <a:cubicBezTo>
                      <a:pt x="68" y="69"/>
                      <a:pt x="71" y="70"/>
                      <a:pt x="78" y="73"/>
                    </a:cubicBezTo>
                    <a:cubicBezTo>
                      <a:pt x="83" y="75"/>
                      <a:pt x="89" y="82"/>
                      <a:pt x="95" y="83"/>
                    </a:cubicBezTo>
                    <a:cubicBezTo>
                      <a:pt x="88" y="73"/>
                      <a:pt x="85" y="61"/>
                      <a:pt x="79" y="51"/>
                    </a:cubicBezTo>
                    <a:cubicBezTo>
                      <a:pt x="74" y="41"/>
                      <a:pt x="65" y="35"/>
                      <a:pt x="56" y="28"/>
                    </a:cubicBezTo>
                    <a:cubicBezTo>
                      <a:pt x="50" y="23"/>
                      <a:pt x="44" y="19"/>
                      <a:pt x="38" y="15"/>
                    </a:cubicBezTo>
                    <a:cubicBezTo>
                      <a:pt x="35" y="12"/>
                      <a:pt x="32" y="7"/>
                      <a:pt x="27" y="6"/>
                    </a:cubicBezTo>
                    <a:lnTo>
                      <a:pt x="22" y="4"/>
                    </a:ln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4" name="Freeform 173">
                <a:extLst>
                  <a:ext uri="{FF2B5EF4-FFF2-40B4-BE49-F238E27FC236}">
                    <a16:creationId xmlns:a16="http://schemas.microsoft.com/office/drawing/2014/main" id="{F0EB05D1-3536-4197-A395-7CCBA92E0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218"/>
                <a:ext cx="249" cy="252"/>
              </a:xfrm>
              <a:custGeom>
                <a:avLst/>
                <a:gdLst>
                  <a:gd name="T0" fmla="*/ 220 w 187"/>
                  <a:gd name="T1" fmla="*/ 21 h 189"/>
                  <a:gd name="T2" fmla="*/ 134 w 187"/>
                  <a:gd name="T3" fmla="*/ 16 h 189"/>
                  <a:gd name="T4" fmla="*/ 95 w 187"/>
                  <a:gd name="T5" fmla="*/ 63 h 189"/>
                  <a:gd name="T6" fmla="*/ 41 w 187"/>
                  <a:gd name="T7" fmla="*/ 85 h 189"/>
                  <a:gd name="T8" fmla="*/ 0 w 187"/>
                  <a:gd name="T9" fmla="*/ 148 h 189"/>
                  <a:gd name="T10" fmla="*/ 71 w 187"/>
                  <a:gd name="T11" fmla="*/ 135 h 189"/>
                  <a:gd name="T12" fmla="*/ 100 w 187"/>
                  <a:gd name="T13" fmla="*/ 183 h 189"/>
                  <a:gd name="T14" fmla="*/ 142 w 187"/>
                  <a:gd name="T15" fmla="*/ 255 h 189"/>
                  <a:gd name="T16" fmla="*/ 192 w 187"/>
                  <a:gd name="T17" fmla="*/ 247 h 189"/>
                  <a:gd name="T18" fmla="*/ 224 w 187"/>
                  <a:gd name="T19" fmla="*/ 277 h 189"/>
                  <a:gd name="T20" fmla="*/ 272 w 187"/>
                  <a:gd name="T21" fmla="*/ 340 h 189"/>
                  <a:gd name="T22" fmla="*/ 386 w 187"/>
                  <a:gd name="T23" fmla="*/ 448 h 189"/>
                  <a:gd name="T24" fmla="*/ 437 w 187"/>
                  <a:gd name="T25" fmla="*/ 391 h 189"/>
                  <a:gd name="T26" fmla="*/ 442 w 187"/>
                  <a:gd name="T27" fmla="*/ 353 h 189"/>
                  <a:gd name="T28" fmla="*/ 399 w 187"/>
                  <a:gd name="T29" fmla="*/ 313 h 189"/>
                  <a:gd name="T30" fmla="*/ 348 w 187"/>
                  <a:gd name="T31" fmla="*/ 289 h 189"/>
                  <a:gd name="T32" fmla="*/ 221 w 187"/>
                  <a:gd name="T33" fmla="*/ 183 h 189"/>
                  <a:gd name="T34" fmla="*/ 221 w 187"/>
                  <a:gd name="T35" fmla="*/ 76 h 189"/>
                  <a:gd name="T36" fmla="*/ 229 w 187"/>
                  <a:gd name="T37" fmla="*/ 48 h 189"/>
                  <a:gd name="T38" fmla="*/ 221 w 187"/>
                  <a:gd name="T39" fmla="*/ 27 h 18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7" h="189">
                    <a:moveTo>
                      <a:pt x="93" y="9"/>
                    </a:moveTo>
                    <a:cubicBezTo>
                      <a:pt x="87" y="0"/>
                      <a:pt x="67" y="11"/>
                      <a:pt x="57" y="7"/>
                    </a:cubicBezTo>
                    <a:cubicBezTo>
                      <a:pt x="53" y="15"/>
                      <a:pt x="49" y="21"/>
                      <a:pt x="40" y="26"/>
                    </a:cubicBezTo>
                    <a:cubicBezTo>
                      <a:pt x="33" y="30"/>
                      <a:pt x="25" y="32"/>
                      <a:pt x="17" y="36"/>
                    </a:cubicBezTo>
                    <a:cubicBezTo>
                      <a:pt x="6" y="42"/>
                      <a:pt x="4" y="51"/>
                      <a:pt x="0" y="62"/>
                    </a:cubicBezTo>
                    <a:cubicBezTo>
                      <a:pt x="10" y="61"/>
                      <a:pt x="19" y="56"/>
                      <a:pt x="30" y="57"/>
                    </a:cubicBezTo>
                    <a:cubicBezTo>
                      <a:pt x="40" y="59"/>
                      <a:pt x="39" y="68"/>
                      <a:pt x="42" y="77"/>
                    </a:cubicBezTo>
                    <a:cubicBezTo>
                      <a:pt x="45" y="85"/>
                      <a:pt x="52" y="102"/>
                      <a:pt x="60" y="107"/>
                    </a:cubicBezTo>
                    <a:cubicBezTo>
                      <a:pt x="66" y="110"/>
                      <a:pt x="73" y="103"/>
                      <a:pt x="81" y="104"/>
                    </a:cubicBezTo>
                    <a:cubicBezTo>
                      <a:pt x="89" y="104"/>
                      <a:pt x="92" y="111"/>
                      <a:pt x="95" y="117"/>
                    </a:cubicBezTo>
                    <a:cubicBezTo>
                      <a:pt x="101" y="126"/>
                      <a:pt x="107" y="136"/>
                      <a:pt x="115" y="143"/>
                    </a:cubicBezTo>
                    <a:cubicBezTo>
                      <a:pt x="131" y="158"/>
                      <a:pt x="151" y="170"/>
                      <a:pt x="164" y="189"/>
                    </a:cubicBezTo>
                    <a:cubicBezTo>
                      <a:pt x="157" y="178"/>
                      <a:pt x="173" y="161"/>
                      <a:pt x="185" y="165"/>
                    </a:cubicBezTo>
                    <a:cubicBezTo>
                      <a:pt x="182" y="160"/>
                      <a:pt x="185" y="154"/>
                      <a:pt x="187" y="149"/>
                    </a:cubicBezTo>
                    <a:cubicBezTo>
                      <a:pt x="182" y="143"/>
                      <a:pt x="175" y="138"/>
                      <a:pt x="169" y="132"/>
                    </a:cubicBezTo>
                    <a:cubicBezTo>
                      <a:pt x="162" y="125"/>
                      <a:pt x="157" y="124"/>
                      <a:pt x="147" y="122"/>
                    </a:cubicBezTo>
                    <a:cubicBezTo>
                      <a:pt x="126" y="117"/>
                      <a:pt x="100" y="98"/>
                      <a:pt x="94" y="77"/>
                    </a:cubicBezTo>
                    <a:cubicBezTo>
                      <a:pt x="90" y="64"/>
                      <a:pt x="90" y="45"/>
                      <a:pt x="94" y="32"/>
                    </a:cubicBezTo>
                    <a:cubicBezTo>
                      <a:pt x="96" y="27"/>
                      <a:pt x="98" y="25"/>
                      <a:pt x="97" y="20"/>
                    </a:cubicBezTo>
                    <a:cubicBezTo>
                      <a:pt x="97" y="16"/>
                      <a:pt x="94" y="14"/>
                      <a:pt x="94" y="11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5" name="Freeform 174">
                <a:extLst>
                  <a:ext uri="{FF2B5EF4-FFF2-40B4-BE49-F238E27FC236}">
                    <a16:creationId xmlns:a16="http://schemas.microsoft.com/office/drawing/2014/main" id="{F12B57DD-0DF6-4761-8C71-C7A5EEFEC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370"/>
                <a:ext cx="187" cy="217"/>
              </a:xfrm>
              <a:custGeom>
                <a:avLst/>
                <a:gdLst>
                  <a:gd name="T0" fmla="*/ 16 w 141"/>
                  <a:gd name="T1" fmla="*/ 0 h 163"/>
                  <a:gd name="T2" fmla="*/ 1 w 141"/>
                  <a:gd name="T3" fmla="*/ 95 h 163"/>
                  <a:gd name="T4" fmla="*/ 0 w 141"/>
                  <a:gd name="T5" fmla="*/ 116 h 163"/>
                  <a:gd name="T6" fmla="*/ 27 w 141"/>
                  <a:gd name="T7" fmla="*/ 162 h 163"/>
                  <a:gd name="T8" fmla="*/ 48 w 141"/>
                  <a:gd name="T9" fmla="*/ 178 h 163"/>
                  <a:gd name="T10" fmla="*/ 93 w 141"/>
                  <a:gd name="T11" fmla="*/ 216 h 163"/>
                  <a:gd name="T12" fmla="*/ 194 w 141"/>
                  <a:gd name="T13" fmla="*/ 306 h 163"/>
                  <a:gd name="T14" fmla="*/ 249 w 141"/>
                  <a:gd name="T15" fmla="*/ 385 h 163"/>
                  <a:gd name="T16" fmla="*/ 249 w 141"/>
                  <a:gd name="T17" fmla="*/ 385 h 163"/>
                  <a:gd name="T18" fmla="*/ 320 w 141"/>
                  <a:gd name="T19" fmla="*/ 373 h 163"/>
                  <a:gd name="T20" fmla="*/ 329 w 141"/>
                  <a:gd name="T21" fmla="*/ 293 h 163"/>
                  <a:gd name="T22" fmla="*/ 293 w 141"/>
                  <a:gd name="T23" fmla="*/ 262 h 163"/>
                  <a:gd name="T24" fmla="*/ 249 w 141"/>
                  <a:gd name="T25" fmla="*/ 205 h 163"/>
                  <a:gd name="T26" fmla="*/ 156 w 141"/>
                  <a:gd name="T27" fmla="*/ 100 h 163"/>
                  <a:gd name="T28" fmla="*/ 65 w 141"/>
                  <a:gd name="T29" fmla="*/ 37 h 163"/>
                  <a:gd name="T30" fmla="*/ 21 w 141"/>
                  <a:gd name="T31" fmla="*/ 0 h 1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163">
                    <a:moveTo>
                      <a:pt x="7" y="0"/>
                    </a:moveTo>
                    <a:cubicBezTo>
                      <a:pt x="7" y="3"/>
                      <a:pt x="19" y="43"/>
                      <a:pt x="1" y="40"/>
                    </a:cubicBezTo>
                    <a:cubicBezTo>
                      <a:pt x="0" y="43"/>
                      <a:pt x="1" y="46"/>
                      <a:pt x="0" y="49"/>
                    </a:cubicBezTo>
                    <a:cubicBezTo>
                      <a:pt x="18" y="44"/>
                      <a:pt x="7" y="59"/>
                      <a:pt x="11" y="69"/>
                    </a:cubicBezTo>
                    <a:cubicBezTo>
                      <a:pt x="13" y="74"/>
                      <a:pt x="15" y="74"/>
                      <a:pt x="20" y="76"/>
                    </a:cubicBezTo>
                    <a:cubicBezTo>
                      <a:pt x="27" y="80"/>
                      <a:pt x="33" y="86"/>
                      <a:pt x="40" y="92"/>
                    </a:cubicBezTo>
                    <a:cubicBezTo>
                      <a:pt x="54" y="106"/>
                      <a:pt x="68" y="118"/>
                      <a:pt x="83" y="130"/>
                    </a:cubicBezTo>
                    <a:cubicBezTo>
                      <a:pt x="95" y="140"/>
                      <a:pt x="101" y="149"/>
                      <a:pt x="107" y="163"/>
                    </a:cubicBezTo>
                    <a:cubicBezTo>
                      <a:pt x="107" y="163"/>
                      <a:pt x="107" y="163"/>
                      <a:pt x="107" y="163"/>
                    </a:cubicBezTo>
                    <a:cubicBezTo>
                      <a:pt x="111" y="155"/>
                      <a:pt x="130" y="157"/>
                      <a:pt x="137" y="158"/>
                    </a:cubicBezTo>
                    <a:cubicBezTo>
                      <a:pt x="127" y="151"/>
                      <a:pt x="139" y="133"/>
                      <a:pt x="141" y="124"/>
                    </a:cubicBezTo>
                    <a:cubicBezTo>
                      <a:pt x="134" y="122"/>
                      <a:pt x="130" y="117"/>
                      <a:pt x="126" y="111"/>
                    </a:cubicBezTo>
                    <a:cubicBezTo>
                      <a:pt x="119" y="103"/>
                      <a:pt x="113" y="95"/>
                      <a:pt x="107" y="87"/>
                    </a:cubicBezTo>
                    <a:cubicBezTo>
                      <a:pt x="95" y="71"/>
                      <a:pt x="83" y="55"/>
                      <a:pt x="67" y="42"/>
                    </a:cubicBezTo>
                    <a:cubicBezTo>
                      <a:pt x="55" y="32"/>
                      <a:pt x="40" y="26"/>
                      <a:pt x="28" y="16"/>
                    </a:cubicBezTo>
                    <a:cubicBezTo>
                      <a:pt x="21" y="10"/>
                      <a:pt x="15" y="5"/>
                      <a:pt x="9" y="0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6" name="Freeform 175">
                <a:extLst>
                  <a:ext uri="{FF2B5EF4-FFF2-40B4-BE49-F238E27FC236}">
                    <a16:creationId xmlns:a16="http://schemas.microsoft.com/office/drawing/2014/main" id="{F4DD0D5A-6C72-4DC4-83F6-948E74DF8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228"/>
                <a:ext cx="275" cy="234"/>
              </a:xfrm>
              <a:custGeom>
                <a:avLst/>
                <a:gdLst>
                  <a:gd name="T0" fmla="*/ 44 w 206"/>
                  <a:gd name="T1" fmla="*/ 0 h 175"/>
                  <a:gd name="T2" fmla="*/ 33 w 206"/>
                  <a:gd name="T3" fmla="*/ 48 h 175"/>
                  <a:gd name="T4" fmla="*/ 0 w 206"/>
                  <a:gd name="T5" fmla="*/ 74 h 175"/>
                  <a:gd name="T6" fmla="*/ 43 w 206"/>
                  <a:gd name="T7" fmla="*/ 136 h 175"/>
                  <a:gd name="T8" fmla="*/ 92 w 206"/>
                  <a:gd name="T9" fmla="*/ 191 h 175"/>
                  <a:gd name="T10" fmla="*/ 135 w 206"/>
                  <a:gd name="T11" fmla="*/ 182 h 175"/>
                  <a:gd name="T12" fmla="*/ 180 w 206"/>
                  <a:gd name="T13" fmla="*/ 237 h 175"/>
                  <a:gd name="T14" fmla="*/ 230 w 206"/>
                  <a:gd name="T15" fmla="*/ 271 h 175"/>
                  <a:gd name="T16" fmla="*/ 250 w 206"/>
                  <a:gd name="T17" fmla="*/ 325 h 175"/>
                  <a:gd name="T18" fmla="*/ 291 w 206"/>
                  <a:gd name="T19" fmla="*/ 345 h 175"/>
                  <a:gd name="T20" fmla="*/ 304 w 206"/>
                  <a:gd name="T21" fmla="*/ 362 h 175"/>
                  <a:gd name="T22" fmla="*/ 347 w 206"/>
                  <a:gd name="T23" fmla="*/ 373 h 175"/>
                  <a:gd name="T24" fmla="*/ 441 w 206"/>
                  <a:gd name="T25" fmla="*/ 402 h 175"/>
                  <a:gd name="T26" fmla="*/ 490 w 206"/>
                  <a:gd name="T27" fmla="*/ 419 h 175"/>
                  <a:gd name="T28" fmla="*/ 457 w 206"/>
                  <a:gd name="T29" fmla="*/ 361 h 175"/>
                  <a:gd name="T30" fmla="*/ 447 w 206"/>
                  <a:gd name="T31" fmla="*/ 317 h 175"/>
                  <a:gd name="T32" fmla="*/ 417 w 206"/>
                  <a:gd name="T33" fmla="*/ 324 h 175"/>
                  <a:gd name="T34" fmla="*/ 390 w 206"/>
                  <a:gd name="T35" fmla="*/ 313 h 175"/>
                  <a:gd name="T36" fmla="*/ 376 w 206"/>
                  <a:gd name="T37" fmla="*/ 301 h 175"/>
                  <a:gd name="T38" fmla="*/ 331 w 206"/>
                  <a:gd name="T39" fmla="*/ 301 h 175"/>
                  <a:gd name="T40" fmla="*/ 304 w 206"/>
                  <a:gd name="T41" fmla="*/ 261 h 175"/>
                  <a:gd name="T42" fmla="*/ 270 w 206"/>
                  <a:gd name="T43" fmla="*/ 242 h 175"/>
                  <a:gd name="T44" fmla="*/ 207 w 206"/>
                  <a:gd name="T45" fmla="*/ 197 h 175"/>
                  <a:gd name="T46" fmla="*/ 119 w 206"/>
                  <a:gd name="T47" fmla="*/ 102 h 175"/>
                  <a:gd name="T48" fmla="*/ 55 w 206"/>
                  <a:gd name="T49" fmla="*/ 15 h 175"/>
                  <a:gd name="T50" fmla="*/ 44 w 206"/>
                  <a:gd name="T51" fmla="*/ 1 h 17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06" h="175">
                    <a:moveTo>
                      <a:pt x="19" y="0"/>
                    </a:moveTo>
                    <a:cubicBezTo>
                      <a:pt x="15" y="2"/>
                      <a:pt x="17" y="15"/>
                      <a:pt x="14" y="20"/>
                    </a:cubicBezTo>
                    <a:cubicBezTo>
                      <a:pt x="11" y="26"/>
                      <a:pt x="7" y="31"/>
                      <a:pt x="0" y="31"/>
                    </a:cubicBezTo>
                    <a:cubicBezTo>
                      <a:pt x="4" y="41"/>
                      <a:pt x="10" y="50"/>
                      <a:pt x="18" y="57"/>
                    </a:cubicBezTo>
                    <a:cubicBezTo>
                      <a:pt x="25" y="65"/>
                      <a:pt x="31" y="73"/>
                      <a:pt x="39" y="80"/>
                    </a:cubicBezTo>
                    <a:cubicBezTo>
                      <a:pt x="41" y="74"/>
                      <a:pt x="52" y="74"/>
                      <a:pt x="57" y="76"/>
                    </a:cubicBezTo>
                    <a:cubicBezTo>
                      <a:pt x="67" y="81"/>
                      <a:pt x="69" y="92"/>
                      <a:pt x="76" y="99"/>
                    </a:cubicBezTo>
                    <a:cubicBezTo>
                      <a:pt x="82" y="104"/>
                      <a:pt x="91" y="107"/>
                      <a:pt x="97" y="114"/>
                    </a:cubicBezTo>
                    <a:cubicBezTo>
                      <a:pt x="103" y="121"/>
                      <a:pt x="102" y="128"/>
                      <a:pt x="105" y="136"/>
                    </a:cubicBezTo>
                    <a:cubicBezTo>
                      <a:pt x="107" y="124"/>
                      <a:pt x="119" y="140"/>
                      <a:pt x="122" y="144"/>
                    </a:cubicBezTo>
                    <a:cubicBezTo>
                      <a:pt x="124" y="147"/>
                      <a:pt x="125" y="150"/>
                      <a:pt x="128" y="152"/>
                    </a:cubicBezTo>
                    <a:cubicBezTo>
                      <a:pt x="133" y="155"/>
                      <a:pt x="141" y="154"/>
                      <a:pt x="146" y="156"/>
                    </a:cubicBezTo>
                    <a:cubicBezTo>
                      <a:pt x="159" y="160"/>
                      <a:pt x="173" y="163"/>
                      <a:pt x="185" y="168"/>
                    </a:cubicBezTo>
                    <a:cubicBezTo>
                      <a:pt x="192" y="170"/>
                      <a:pt x="199" y="173"/>
                      <a:pt x="206" y="175"/>
                    </a:cubicBezTo>
                    <a:cubicBezTo>
                      <a:pt x="200" y="169"/>
                      <a:pt x="195" y="159"/>
                      <a:pt x="192" y="151"/>
                    </a:cubicBezTo>
                    <a:cubicBezTo>
                      <a:pt x="191" y="148"/>
                      <a:pt x="192" y="134"/>
                      <a:pt x="188" y="132"/>
                    </a:cubicBezTo>
                    <a:cubicBezTo>
                      <a:pt x="185" y="130"/>
                      <a:pt x="179" y="134"/>
                      <a:pt x="175" y="135"/>
                    </a:cubicBezTo>
                    <a:cubicBezTo>
                      <a:pt x="170" y="136"/>
                      <a:pt x="168" y="135"/>
                      <a:pt x="164" y="131"/>
                    </a:cubicBezTo>
                    <a:cubicBezTo>
                      <a:pt x="160" y="128"/>
                      <a:pt x="163" y="128"/>
                      <a:pt x="158" y="126"/>
                    </a:cubicBezTo>
                    <a:cubicBezTo>
                      <a:pt x="152" y="125"/>
                      <a:pt x="144" y="128"/>
                      <a:pt x="139" y="126"/>
                    </a:cubicBezTo>
                    <a:cubicBezTo>
                      <a:pt x="129" y="123"/>
                      <a:pt x="132" y="115"/>
                      <a:pt x="128" y="109"/>
                    </a:cubicBezTo>
                    <a:cubicBezTo>
                      <a:pt x="125" y="106"/>
                      <a:pt x="117" y="103"/>
                      <a:pt x="113" y="101"/>
                    </a:cubicBezTo>
                    <a:cubicBezTo>
                      <a:pt x="104" y="96"/>
                      <a:pt x="95" y="89"/>
                      <a:pt x="87" y="82"/>
                    </a:cubicBezTo>
                    <a:cubicBezTo>
                      <a:pt x="73" y="71"/>
                      <a:pt x="61" y="57"/>
                      <a:pt x="50" y="43"/>
                    </a:cubicBezTo>
                    <a:cubicBezTo>
                      <a:pt x="40" y="31"/>
                      <a:pt x="33" y="18"/>
                      <a:pt x="23" y="6"/>
                    </a:cubicBezTo>
                    <a:cubicBezTo>
                      <a:pt x="22" y="5"/>
                      <a:pt x="20" y="3"/>
                      <a:pt x="19" y="1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7" name="Freeform 176">
                <a:extLst>
                  <a:ext uri="{FF2B5EF4-FFF2-40B4-BE49-F238E27FC236}">
                    <a16:creationId xmlns:a16="http://schemas.microsoft.com/office/drawing/2014/main" id="{2D85611F-9C0B-4877-B4E5-D937E6B3A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090"/>
                <a:ext cx="176" cy="196"/>
              </a:xfrm>
              <a:custGeom>
                <a:avLst/>
                <a:gdLst>
                  <a:gd name="T0" fmla="*/ 59 w 132"/>
                  <a:gd name="T1" fmla="*/ 5 h 147"/>
                  <a:gd name="T2" fmla="*/ 28 w 132"/>
                  <a:gd name="T3" fmla="*/ 5 h 147"/>
                  <a:gd name="T4" fmla="*/ 7 w 132"/>
                  <a:gd name="T5" fmla="*/ 1 h 147"/>
                  <a:gd name="T6" fmla="*/ 15 w 132"/>
                  <a:gd name="T7" fmla="*/ 91 h 147"/>
                  <a:gd name="T8" fmla="*/ 41 w 132"/>
                  <a:gd name="T9" fmla="*/ 129 h 147"/>
                  <a:gd name="T10" fmla="*/ 107 w 132"/>
                  <a:gd name="T11" fmla="*/ 180 h 147"/>
                  <a:gd name="T12" fmla="*/ 193 w 132"/>
                  <a:gd name="T13" fmla="*/ 247 h 147"/>
                  <a:gd name="T14" fmla="*/ 249 w 132"/>
                  <a:gd name="T15" fmla="*/ 313 h 147"/>
                  <a:gd name="T16" fmla="*/ 257 w 132"/>
                  <a:gd name="T17" fmla="*/ 340 h 147"/>
                  <a:gd name="T18" fmla="*/ 277 w 132"/>
                  <a:gd name="T19" fmla="*/ 332 h 147"/>
                  <a:gd name="T20" fmla="*/ 305 w 132"/>
                  <a:gd name="T21" fmla="*/ 315 h 147"/>
                  <a:gd name="T22" fmla="*/ 311 w 132"/>
                  <a:gd name="T23" fmla="*/ 277 h 147"/>
                  <a:gd name="T24" fmla="*/ 279 w 132"/>
                  <a:gd name="T25" fmla="*/ 213 h 147"/>
                  <a:gd name="T26" fmla="*/ 261 w 132"/>
                  <a:gd name="T27" fmla="*/ 192 h 147"/>
                  <a:gd name="T28" fmla="*/ 225 w 132"/>
                  <a:gd name="T29" fmla="*/ 144 h 147"/>
                  <a:gd name="T30" fmla="*/ 159 w 132"/>
                  <a:gd name="T31" fmla="*/ 63 h 147"/>
                  <a:gd name="T32" fmla="*/ 112 w 132"/>
                  <a:gd name="T33" fmla="*/ 23 h 147"/>
                  <a:gd name="T34" fmla="*/ 87 w 132"/>
                  <a:gd name="T35" fmla="*/ 16 h 147"/>
                  <a:gd name="T36" fmla="*/ 64 w 132"/>
                  <a:gd name="T37" fmla="*/ 7 h 1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" h="147">
                    <a:moveTo>
                      <a:pt x="25" y="2"/>
                    </a:moveTo>
                    <a:cubicBezTo>
                      <a:pt x="21" y="1"/>
                      <a:pt x="16" y="2"/>
                      <a:pt x="12" y="2"/>
                    </a:cubicBezTo>
                    <a:cubicBezTo>
                      <a:pt x="9" y="2"/>
                      <a:pt x="7" y="0"/>
                      <a:pt x="3" y="1"/>
                    </a:cubicBezTo>
                    <a:cubicBezTo>
                      <a:pt x="0" y="14"/>
                      <a:pt x="5" y="25"/>
                      <a:pt x="6" y="38"/>
                    </a:cubicBezTo>
                    <a:cubicBezTo>
                      <a:pt x="8" y="50"/>
                      <a:pt x="6" y="50"/>
                      <a:pt x="17" y="55"/>
                    </a:cubicBezTo>
                    <a:cubicBezTo>
                      <a:pt x="27" y="60"/>
                      <a:pt x="37" y="68"/>
                      <a:pt x="45" y="76"/>
                    </a:cubicBezTo>
                    <a:cubicBezTo>
                      <a:pt x="57" y="87"/>
                      <a:pt x="70" y="94"/>
                      <a:pt x="82" y="104"/>
                    </a:cubicBezTo>
                    <a:cubicBezTo>
                      <a:pt x="91" y="111"/>
                      <a:pt x="100" y="122"/>
                      <a:pt x="105" y="132"/>
                    </a:cubicBezTo>
                    <a:cubicBezTo>
                      <a:pt x="106" y="135"/>
                      <a:pt x="106" y="141"/>
                      <a:pt x="109" y="143"/>
                    </a:cubicBezTo>
                    <a:cubicBezTo>
                      <a:pt x="113" y="147"/>
                      <a:pt x="113" y="143"/>
                      <a:pt x="117" y="140"/>
                    </a:cubicBezTo>
                    <a:cubicBezTo>
                      <a:pt x="122" y="137"/>
                      <a:pt x="126" y="138"/>
                      <a:pt x="129" y="133"/>
                    </a:cubicBezTo>
                    <a:cubicBezTo>
                      <a:pt x="132" y="128"/>
                      <a:pt x="132" y="122"/>
                      <a:pt x="131" y="117"/>
                    </a:cubicBezTo>
                    <a:cubicBezTo>
                      <a:pt x="129" y="107"/>
                      <a:pt x="124" y="98"/>
                      <a:pt x="118" y="90"/>
                    </a:cubicBezTo>
                    <a:cubicBezTo>
                      <a:pt x="116" y="86"/>
                      <a:pt x="113" y="84"/>
                      <a:pt x="110" y="81"/>
                    </a:cubicBezTo>
                    <a:cubicBezTo>
                      <a:pt x="104" y="75"/>
                      <a:pt x="100" y="68"/>
                      <a:pt x="95" y="61"/>
                    </a:cubicBezTo>
                    <a:cubicBezTo>
                      <a:pt x="87" y="49"/>
                      <a:pt x="77" y="37"/>
                      <a:pt x="67" y="26"/>
                    </a:cubicBezTo>
                    <a:cubicBezTo>
                      <a:pt x="61" y="20"/>
                      <a:pt x="56" y="12"/>
                      <a:pt x="47" y="10"/>
                    </a:cubicBezTo>
                    <a:cubicBezTo>
                      <a:pt x="44" y="9"/>
                      <a:pt x="40" y="9"/>
                      <a:pt x="37" y="7"/>
                    </a:cubicBezTo>
                    <a:cubicBezTo>
                      <a:pt x="33" y="5"/>
                      <a:pt x="31" y="2"/>
                      <a:pt x="27" y="3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8" name="Freeform 177">
                <a:extLst>
                  <a:ext uri="{FF2B5EF4-FFF2-40B4-BE49-F238E27FC236}">
                    <a16:creationId xmlns:a16="http://schemas.microsoft.com/office/drawing/2014/main" id="{7C480828-72C0-4D48-8B42-80F927ED3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248"/>
                <a:ext cx="120" cy="140"/>
              </a:xfrm>
              <a:custGeom>
                <a:avLst/>
                <a:gdLst>
                  <a:gd name="T0" fmla="*/ 41 w 90"/>
                  <a:gd name="T1" fmla="*/ 0 h 105"/>
                  <a:gd name="T2" fmla="*/ 28 w 90"/>
                  <a:gd name="T3" fmla="*/ 7 h 105"/>
                  <a:gd name="T4" fmla="*/ 28 w 90"/>
                  <a:gd name="T5" fmla="*/ 41 h 105"/>
                  <a:gd name="T6" fmla="*/ 7 w 90"/>
                  <a:gd name="T7" fmla="*/ 69 h 105"/>
                  <a:gd name="T8" fmla="*/ 20 w 90"/>
                  <a:gd name="T9" fmla="*/ 123 h 105"/>
                  <a:gd name="T10" fmla="*/ 41 w 90"/>
                  <a:gd name="T11" fmla="*/ 193 h 105"/>
                  <a:gd name="T12" fmla="*/ 80 w 90"/>
                  <a:gd name="T13" fmla="*/ 197 h 105"/>
                  <a:gd name="T14" fmla="*/ 113 w 90"/>
                  <a:gd name="T15" fmla="*/ 201 h 105"/>
                  <a:gd name="T16" fmla="*/ 140 w 90"/>
                  <a:gd name="T17" fmla="*/ 215 h 105"/>
                  <a:gd name="T18" fmla="*/ 213 w 90"/>
                  <a:gd name="T19" fmla="*/ 249 h 105"/>
                  <a:gd name="T20" fmla="*/ 169 w 90"/>
                  <a:gd name="T21" fmla="*/ 164 h 105"/>
                  <a:gd name="T22" fmla="*/ 100 w 90"/>
                  <a:gd name="T23" fmla="*/ 85 h 105"/>
                  <a:gd name="T24" fmla="*/ 65 w 90"/>
                  <a:gd name="T25" fmla="*/ 27 h 105"/>
                  <a:gd name="T26" fmla="*/ 44 w 90"/>
                  <a:gd name="T27" fmla="*/ 0 h 10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0" h="105">
                    <a:moveTo>
                      <a:pt x="17" y="0"/>
                    </a:moveTo>
                    <a:cubicBezTo>
                      <a:pt x="15" y="1"/>
                      <a:pt x="14" y="3"/>
                      <a:pt x="12" y="3"/>
                    </a:cubicBezTo>
                    <a:cubicBezTo>
                      <a:pt x="11" y="11"/>
                      <a:pt x="16" y="11"/>
                      <a:pt x="12" y="17"/>
                    </a:cubicBezTo>
                    <a:cubicBezTo>
                      <a:pt x="10" y="21"/>
                      <a:pt x="4" y="24"/>
                      <a:pt x="3" y="29"/>
                    </a:cubicBezTo>
                    <a:cubicBezTo>
                      <a:pt x="0" y="36"/>
                      <a:pt x="6" y="44"/>
                      <a:pt x="8" y="52"/>
                    </a:cubicBezTo>
                    <a:cubicBezTo>
                      <a:pt x="10" y="63"/>
                      <a:pt x="12" y="73"/>
                      <a:pt x="17" y="82"/>
                    </a:cubicBezTo>
                    <a:cubicBezTo>
                      <a:pt x="21" y="81"/>
                      <a:pt x="29" y="83"/>
                      <a:pt x="34" y="83"/>
                    </a:cubicBezTo>
                    <a:cubicBezTo>
                      <a:pt x="39" y="83"/>
                      <a:pt x="43" y="83"/>
                      <a:pt x="48" y="85"/>
                    </a:cubicBezTo>
                    <a:cubicBezTo>
                      <a:pt x="52" y="86"/>
                      <a:pt x="55" y="90"/>
                      <a:pt x="59" y="91"/>
                    </a:cubicBezTo>
                    <a:cubicBezTo>
                      <a:pt x="67" y="94"/>
                      <a:pt x="87" y="96"/>
                      <a:pt x="90" y="105"/>
                    </a:cubicBezTo>
                    <a:cubicBezTo>
                      <a:pt x="84" y="93"/>
                      <a:pt x="80" y="80"/>
                      <a:pt x="71" y="69"/>
                    </a:cubicBezTo>
                    <a:cubicBezTo>
                      <a:pt x="62" y="57"/>
                      <a:pt x="52" y="47"/>
                      <a:pt x="42" y="36"/>
                    </a:cubicBezTo>
                    <a:cubicBezTo>
                      <a:pt x="35" y="28"/>
                      <a:pt x="32" y="21"/>
                      <a:pt x="28" y="11"/>
                    </a:cubicBezTo>
                    <a:cubicBezTo>
                      <a:pt x="26" y="7"/>
                      <a:pt x="25" y="2"/>
                      <a:pt x="19" y="0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9" name="Freeform 178">
                <a:extLst>
                  <a:ext uri="{FF2B5EF4-FFF2-40B4-BE49-F238E27FC236}">
                    <a16:creationId xmlns:a16="http://schemas.microsoft.com/office/drawing/2014/main" id="{88B8A10A-B908-4551-9916-DE418BAB6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2419"/>
                <a:ext cx="95" cy="117"/>
              </a:xfrm>
              <a:custGeom>
                <a:avLst/>
                <a:gdLst>
                  <a:gd name="T0" fmla="*/ 59 w 71"/>
                  <a:gd name="T1" fmla="*/ 12 h 88"/>
                  <a:gd name="T2" fmla="*/ 33 w 71"/>
                  <a:gd name="T3" fmla="*/ 5 h 88"/>
                  <a:gd name="T4" fmla="*/ 28 w 71"/>
                  <a:gd name="T5" fmla="*/ 31 h 88"/>
                  <a:gd name="T6" fmla="*/ 15 w 71"/>
                  <a:gd name="T7" fmla="*/ 49 h 88"/>
                  <a:gd name="T8" fmla="*/ 21 w 71"/>
                  <a:gd name="T9" fmla="*/ 113 h 88"/>
                  <a:gd name="T10" fmla="*/ 74 w 71"/>
                  <a:gd name="T11" fmla="*/ 191 h 88"/>
                  <a:gd name="T12" fmla="*/ 134 w 71"/>
                  <a:gd name="T13" fmla="*/ 194 h 88"/>
                  <a:gd name="T14" fmla="*/ 170 w 71"/>
                  <a:gd name="T15" fmla="*/ 207 h 88"/>
                  <a:gd name="T16" fmla="*/ 149 w 71"/>
                  <a:gd name="T17" fmla="*/ 134 h 88"/>
                  <a:gd name="T18" fmla="*/ 115 w 71"/>
                  <a:gd name="T19" fmla="*/ 70 h 88"/>
                  <a:gd name="T20" fmla="*/ 64 w 71"/>
                  <a:gd name="T21" fmla="*/ 16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88">
                    <a:moveTo>
                      <a:pt x="25" y="5"/>
                    </a:moveTo>
                    <a:cubicBezTo>
                      <a:pt x="25" y="2"/>
                      <a:pt x="17" y="0"/>
                      <a:pt x="14" y="2"/>
                    </a:cubicBezTo>
                    <a:cubicBezTo>
                      <a:pt x="13" y="4"/>
                      <a:pt x="13" y="11"/>
                      <a:pt x="12" y="13"/>
                    </a:cubicBezTo>
                    <a:cubicBezTo>
                      <a:pt x="10" y="16"/>
                      <a:pt x="7" y="18"/>
                      <a:pt x="6" y="21"/>
                    </a:cubicBezTo>
                    <a:cubicBezTo>
                      <a:pt x="0" y="31"/>
                      <a:pt x="5" y="38"/>
                      <a:pt x="9" y="48"/>
                    </a:cubicBezTo>
                    <a:cubicBezTo>
                      <a:pt x="12" y="59"/>
                      <a:pt x="20" y="78"/>
                      <a:pt x="31" y="81"/>
                    </a:cubicBezTo>
                    <a:cubicBezTo>
                      <a:pt x="39" y="83"/>
                      <a:pt x="48" y="81"/>
                      <a:pt x="56" y="83"/>
                    </a:cubicBezTo>
                    <a:cubicBezTo>
                      <a:pt x="61" y="84"/>
                      <a:pt x="66" y="86"/>
                      <a:pt x="71" y="88"/>
                    </a:cubicBezTo>
                    <a:cubicBezTo>
                      <a:pt x="65" y="80"/>
                      <a:pt x="65" y="66"/>
                      <a:pt x="62" y="57"/>
                    </a:cubicBezTo>
                    <a:cubicBezTo>
                      <a:pt x="59" y="47"/>
                      <a:pt x="52" y="39"/>
                      <a:pt x="48" y="30"/>
                    </a:cubicBezTo>
                    <a:cubicBezTo>
                      <a:pt x="43" y="17"/>
                      <a:pt x="37" y="15"/>
                      <a:pt x="27" y="7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0" name="Freeform 179">
                <a:extLst>
                  <a:ext uri="{FF2B5EF4-FFF2-40B4-BE49-F238E27FC236}">
                    <a16:creationId xmlns:a16="http://schemas.microsoft.com/office/drawing/2014/main" id="{1C44E7F9-0FD9-49D9-ADF2-0D13136A1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2579"/>
                <a:ext cx="68" cy="241"/>
              </a:xfrm>
              <a:custGeom>
                <a:avLst/>
                <a:gdLst>
                  <a:gd name="T0" fmla="*/ 97 w 51"/>
                  <a:gd name="T1" fmla="*/ 1 h 181"/>
                  <a:gd name="T2" fmla="*/ 95 w 51"/>
                  <a:gd name="T3" fmla="*/ 0 h 181"/>
                  <a:gd name="T4" fmla="*/ 49 w 51"/>
                  <a:gd name="T5" fmla="*/ 12 h 181"/>
                  <a:gd name="T6" fmla="*/ 31 w 51"/>
                  <a:gd name="T7" fmla="*/ 41 h 181"/>
                  <a:gd name="T8" fmla="*/ 36 w 51"/>
                  <a:gd name="T9" fmla="*/ 80 h 181"/>
                  <a:gd name="T10" fmla="*/ 20 w 51"/>
                  <a:gd name="T11" fmla="*/ 150 h 181"/>
                  <a:gd name="T12" fmla="*/ 15 w 51"/>
                  <a:gd name="T13" fmla="*/ 224 h 181"/>
                  <a:gd name="T14" fmla="*/ 12 w 51"/>
                  <a:gd name="T15" fmla="*/ 288 h 181"/>
                  <a:gd name="T16" fmla="*/ 0 w 51"/>
                  <a:gd name="T17" fmla="*/ 333 h 181"/>
                  <a:gd name="T18" fmla="*/ 41 w 51"/>
                  <a:gd name="T19" fmla="*/ 427 h 181"/>
                  <a:gd name="T20" fmla="*/ 116 w 51"/>
                  <a:gd name="T21" fmla="*/ 264 h 181"/>
                  <a:gd name="T22" fmla="*/ 107 w 51"/>
                  <a:gd name="T23" fmla="*/ 216 h 181"/>
                  <a:gd name="T24" fmla="*/ 101 w 51"/>
                  <a:gd name="T25" fmla="*/ 165 h 181"/>
                  <a:gd name="T26" fmla="*/ 107 w 51"/>
                  <a:gd name="T27" fmla="*/ 108 h 181"/>
                  <a:gd name="T28" fmla="*/ 91 w 51"/>
                  <a:gd name="T29" fmla="*/ 84 h 181"/>
                  <a:gd name="T30" fmla="*/ 97 w 51"/>
                  <a:gd name="T31" fmla="*/ 44 h 181"/>
                  <a:gd name="T32" fmla="*/ 97 w 51"/>
                  <a:gd name="T33" fmla="*/ 9 h 18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1" h="181">
                    <a:moveTo>
                      <a:pt x="41" y="1"/>
                    </a:moveTo>
                    <a:cubicBezTo>
                      <a:pt x="40" y="1"/>
                      <a:pt x="41" y="0"/>
                      <a:pt x="40" y="0"/>
                    </a:cubicBezTo>
                    <a:cubicBezTo>
                      <a:pt x="35" y="3"/>
                      <a:pt x="28" y="9"/>
                      <a:pt x="21" y="5"/>
                    </a:cubicBezTo>
                    <a:cubicBezTo>
                      <a:pt x="20" y="11"/>
                      <a:pt x="15" y="12"/>
                      <a:pt x="13" y="17"/>
                    </a:cubicBezTo>
                    <a:cubicBezTo>
                      <a:pt x="11" y="22"/>
                      <a:pt x="15" y="27"/>
                      <a:pt x="15" y="34"/>
                    </a:cubicBezTo>
                    <a:cubicBezTo>
                      <a:pt x="15" y="44"/>
                      <a:pt x="10" y="54"/>
                      <a:pt x="8" y="64"/>
                    </a:cubicBezTo>
                    <a:cubicBezTo>
                      <a:pt x="6" y="74"/>
                      <a:pt x="5" y="85"/>
                      <a:pt x="6" y="95"/>
                    </a:cubicBezTo>
                    <a:cubicBezTo>
                      <a:pt x="6" y="105"/>
                      <a:pt x="6" y="113"/>
                      <a:pt x="5" y="122"/>
                    </a:cubicBezTo>
                    <a:cubicBezTo>
                      <a:pt x="4" y="129"/>
                      <a:pt x="0" y="135"/>
                      <a:pt x="0" y="141"/>
                    </a:cubicBezTo>
                    <a:cubicBezTo>
                      <a:pt x="0" y="155"/>
                      <a:pt x="12" y="168"/>
                      <a:pt x="17" y="181"/>
                    </a:cubicBezTo>
                    <a:cubicBezTo>
                      <a:pt x="15" y="153"/>
                      <a:pt x="42" y="136"/>
                      <a:pt x="49" y="112"/>
                    </a:cubicBezTo>
                    <a:cubicBezTo>
                      <a:pt x="51" y="106"/>
                      <a:pt x="47" y="98"/>
                      <a:pt x="45" y="92"/>
                    </a:cubicBezTo>
                    <a:cubicBezTo>
                      <a:pt x="42" y="84"/>
                      <a:pt x="42" y="78"/>
                      <a:pt x="43" y="70"/>
                    </a:cubicBezTo>
                    <a:cubicBezTo>
                      <a:pt x="44" y="62"/>
                      <a:pt x="46" y="54"/>
                      <a:pt x="45" y="46"/>
                    </a:cubicBezTo>
                    <a:cubicBezTo>
                      <a:pt x="44" y="39"/>
                      <a:pt x="41" y="40"/>
                      <a:pt x="38" y="35"/>
                    </a:cubicBezTo>
                    <a:cubicBezTo>
                      <a:pt x="35" y="29"/>
                      <a:pt x="39" y="24"/>
                      <a:pt x="41" y="19"/>
                    </a:cubicBezTo>
                    <a:cubicBezTo>
                      <a:pt x="43" y="13"/>
                      <a:pt x="42" y="10"/>
                      <a:pt x="41" y="4"/>
                    </a:cubicBezTo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1" name="Freeform 180">
                <a:extLst>
                  <a:ext uri="{FF2B5EF4-FFF2-40B4-BE49-F238E27FC236}">
                    <a16:creationId xmlns:a16="http://schemas.microsoft.com/office/drawing/2014/main" id="{325A905B-88A5-48B9-9843-6D806D1C6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839"/>
                <a:ext cx="65" cy="190"/>
              </a:xfrm>
              <a:custGeom>
                <a:avLst/>
                <a:gdLst>
                  <a:gd name="T0" fmla="*/ 81 w 49"/>
                  <a:gd name="T1" fmla="*/ 28 h 143"/>
                  <a:gd name="T2" fmla="*/ 28 w 49"/>
                  <a:gd name="T3" fmla="*/ 36 h 143"/>
                  <a:gd name="T4" fmla="*/ 15 w 49"/>
                  <a:gd name="T5" fmla="*/ 102 h 143"/>
                  <a:gd name="T6" fmla="*/ 1 w 49"/>
                  <a:gd name="T7" fmla="*/ 145 h 143"/>
                  <a:gd name="T8" fmla="*/ 16 w 49"/>
                  <a:gd name="T9" fmla="*/ 201 h 143"/>
                  <a:gd name="T10" fmla="*/ 15 w 49"/>
                  <a:gd name="T11" fmla="*/ 300 h 143"/>
                  <a:gd name="T12" fmla="*/ 16 w 49"/>
                  <a:gd name="T13" fmla="*/ 327 h 143"/>
                  <a:gd name="T14" fmla="*/ 48 w 49"/>
                  <a:gd name="T15" fmla="*/ 333 h 143"/>
                  <a:gd name="T16" fmla="*/ 85 w 49"/>
                  <a:gd name="T17" fmla="*/ 300 h 143"/>
                  <a:gd name="T18" fmla="*/ 107 w 49"/>
                  <a:gd name="T19" fmla="*/ 270 h 143"/>
                  <a:gd name="T20" fmla="*/ 114 w 49"/>
                  <a:gd name="T21" fmla="*/ 227 h 143"/>
                  <a:gd name="T22" fmla="*/ 101 w 49"/>
                  <a:gd name="T23" fmla="*/ 186 h 143"/>
                  <a:gd name="T24" fmla="*/ 81 w 49"/>
                  <a:gd name="T25" fmla="*/ 62 h 143"/>
                  <a:gd name="T26" fmla="*/ 81 w 49"/>
                  <a:gd name="T27" fmla="*/ 36 h 1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9" h="143">
                    <a:moveTo>
                      <a:pt x="35" y="12"/>
                    </a:moveTo>
                    <a:cubicBezTo>
                      <a:pt x="31" y="0"/>
                      <a:pt x="18" y="10"/>
                      <a:pt x="12" y="15"/>
                    </a:cubicBezTo>
                    <a:cubicBezTo>
                      <a:pt x="3" y="24"/>
                      <a:pt x="11" y="33"/>
                      <a:pt x="6" y="44"/>
                    </a:cubicBezTo>
                    <a:cubicBezTo>
                      <a:pt x="3" y="51"/>
                      <a:pt x="0" y="54"/>
                      <a:pt x="1" y="62"/>
                    </a:cubicBezTo>
                    <a:cubicBezTo>
                      <a:pt x="2" y="70"/>
                      <a:pt x="6" y="77"/>
                      <a:pt x="7" y="86"/>
                    </a:cubicBezTo>
                    <a:cubicBezTo>
                      <a:pt x="8" y="99"/>
                      <a:pt x="8" y="114"/>
                      <a:pt x="6" y="128"/>
                    </a:cubicBezTo>
                    <a:cubicBezTo>
                      <a:pt x="5" y="133"/>
                      <a:pt x="3" y="136"/>
                      <a:pt x="7" y="139"/>
                    </a:cubicBezTo>
                    <a:cubicBezTo>
                      <a:pt x="8" y="140"/>
                      <a:pt x="19" y="143"/>
                      <a:pt x="20" y="142"/>
                    </a:cubicBezTo>
                    <a:cubicBezTo>
                      <a:pt x="24" y="142"/>
                      <a:pt x="33" y="131"/>
                      <a:pt x="36" y="128"/>
                    </a:cubicBezTo>
                    <a:cubicBezTo>
                      <a:pt x="42" y="124"/>
                      <a:pt x="45" y="121"/>
                      <a:pt x="46" y="115"/>
                    </a:cubicBezTo>
                    <a:cubicBezTo>
                      <a:pt x="48" y="110"/>
                      <a:pt x="49" y="101"/>
                      <a:pt x="49" y="97"/>
                    </a:cubicBezTo>
                    <a:cubicBezTo>
                      <a:pt x="48" y="90"/>
                      <a:pt x="45" y="86"/>
                      <a:pt x="43" y="79"/>
                    </a:cubicBezTo>
                    <a:cubicBezTo>
                      <a:pt x="37" y="62"/>
                      <a:pt x="35" y="44"/>
                      <a:pt x="35" y="26"/>
                    </a:cubicBezTo>
                    <a:cubicBezTo>
                      <a:pt x="35" y="22"/>
                      <a:pt x="35" y="19"/>
                      <a:pt x="35" y="15"/>
                    </a:cubicBezTo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2" name="Freeform 181">
                <a:extLst>
                  <a:ext uri="{FF2B5EF4-FFF2-40B4-BE49-F238E27FC236}">
                    <a16:creationId xmlns:a16="http://schemas.microsoft.com/office/drawing/2014/main" id="{368E1E15-3A34-4C1A-B220-25D50AE45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041"/>
                <a:ext cx="145" cy="167"/>
              </a:xfrm>
              <a:custGeom>
                <a:avLst/>
                <a:gdLst>
                  <a:gd name="T0" fmla="*/ 221 w 109"/>
                  <a:gd name="T1" fmla="*/ 31 h 125"/>
                  <a:gd name="T2" fmla="*/ 194 w 109"/>
                  <a:gd name="T3" fmla="*/ 0 h 125"/>
                  <a:gd name="T4" fmla="*/ 136 w 109"/>
                  <a:gd name="T5" fmla="*/ 16 h 125"/>
                  <a:gd name="T6" fmla="*/ 108 w 109"/>
                  <a:gd name="T7" fmla="*/ 21 h 125"/>
                  <a:gd name="T8" fmla="*/ 71 w 109"/>
                  <a:gd name="T9" fmla="*/ 21 h 125"/>
                  <a:gd name="T10" fmla="*/ 0 w 109"/>
                  <a:gd name="T11" fmla="*/ 102 h 125"/>
                  <a:gd name="T12" fmla="*/ 21 w 109"/>
                  <a:gd name="T13" fmla="*/ 154 h 125"/>
                  <a:gd name="T14" fmla="*/ 43 w 109"/>
                  <a:gd name="T15" fmla="*/ 154 h 125"/>
                  <a:gd name="T16" fmla="*/ 37 w 109"/>
                  <a:gd name="T17" fmla="*/ 203 h 125"/>
                  <a:gd name="T18" fmla="*/ 112 w 109"/>
                  <a:gd name="T19" fmla="*/ 218 h 125"/>
                  <a:gd name="T20" fmla="*/ 136 w 109"/>
                  <a:gd name="T21" fmla="*/ 265 h 125"/>
                  <a:gd name="T22" fmla="*/ 188 w 109"/>
                  <a:gd name="T23" fmla="*/ 298 h 125"/>
                  <a:gd name="T24" fmla="*/ 245 w 109"/>
                  <a:gd name="T25" fmla="*/ 112 h 125"/>
                  <a:gd name="T26" fmla="*/ 229 w 109"/>
                  <a:gd name="T27" fmla="*/ 31 h 1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25">
                    <a:moveTo>
                      <a:pt x="94" y="13"/>
                    </a:moveTo>
                    <a:cubicBezTo>
                      <a:pt x="93" y="8"/>
                      <a:pt x="87" y="3"/>
                      <a:pt x="83" y="0"/>
                    </a:cubicBezTo>
                    <a:cubicBezTo>
                      <a:pt x="78" y="6"/>
                      <a:pt x="65" y="7"/>
                      <a:pt x="58" y="7"/>
                    </a:cubicBezTo>
                    <a:cubicBezTo>
                      <a:pt x="54" y="8"/>
                      <a:pt x="50" y="8"/>
                      <a:pt x="46" y="9"/>
                    </a:cubicBezTo>
                    <a:cubicBezTo>
                      <a:pt x="42" y="10"/>
                      <a:pt x="34" y="8"/>
                      <a:pt x="30" y="9"/>
                    </a:cubicBezTo>
                    <a:cubicBezTo>
                      <a:pt x="17" y="13"/>
                      <a:pt x="14" y="37"/>
                      <a:pt x="0" y="43"/>
                    </a:cubicBezTo>
                    <a:cubicBezTo>
                      <a:pt x="8" y="43"/>
                      <a:pt x="9" y="57"/>
                      <a:pt x="9" y="64"/>
                    </a:cubicBezTo>
                    <a:cubicBezTo>
                      <a:pt x="12" y="57"/>
                      <a:pt x="16" y="59"/>
                      <a:pt x="18" y="64"/>
                    </a:cubicBezTo>
                    <a:cubicBezTo>
                      <a:pt x="21" y="70"/>
                      <a:pt x="17" y="79"/>
                      <a:pt x="16" y="85"/>
                    </a:cubicBezTo>
                    <a:cubicBezTo>
                      <a:pt x="27" y="70"/>
                      <a:pt x="40" y="78"/>
                      <a:pt x="47" y="91"/>
                    </a:cubicBezTo>
                    <a:cubicBezTo>
                      <a:pt x="51" y="98"/>
                      <a:pt x="53" y="105"/>
                      <a:pt x="58" y="111"/>
                    </a:cubicBezTo>
                    <a:cubicBezTo>
                      <a:pt x="64" y="118"/>
                      <a:pt x="73" y="119"/>
                      <a:pt x="80" y="125"/>
                    </a:cubicBezTo>
                    <a:cubicBezTo>
                      <a:pt x="86" y="98"/>
                      <a:pt x="98" y="74"/>
                      <a:pt x="104" y="47"/>
                    </a:cubicBezTo>
                    <a:cubicBezTo>
                      <a:pt x="108" y="34"/>
                      <a:pt x="109" y="22"/>
                      <a:pt x="97" y="13"/>
                    </a:cubicBezTo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3" name="Freeform 182">
                <a:extLst>
                  <a:ext uri="{FF2B5EF4-FFF2-40B4-BE49-F238E27FC236}">
                    <a16:creationId xmlns:a16="http://schemas.microsoft.com/office/drawing/2014/main" id="{D17E4DEC-6DF7-4ABC-B743-0C03A7C44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3150"/>
                <a:ext cx="72" cy="356"/>
              </a:xfrm>
              <a:custGeom>
                <a:avLst/>
                <a:gdLst>
                  <a:gd name="T0" fmla="*/ 69 w 54"/>
                  <a:gd name="T1" fmla="*/ 41 h 267"/>
                  <a:gd name="T2" fmla="*/ 37 w 54"/>
                  <a:gd name="T3" fmla="*/ 20 h 267"/>
                  <a:gd name="T4" fmla="*/ 21 w 54"/>
                  <a:gd name="T5" fmla="*/ 1 h 267"/>
                  <a:gd name="T6" fmla="*/ 20 w 54"/>
                  <a:gd name="T7" fmla="*/ 55 h 267"/>
                  <a:gd name="T8" fmla="*/ 23 w 54"/>
                  <a:gd name="T9" fmla="*/ 119 h 267"/>
                  <a:gd name="T10" fmla="*/ 16 w 54"/>
                  <a:gd name="T11" fmla="*/ 148 h 267"/>
                  <a:gd name="T12" fmla="*/ 27 w 54"/>
                  <a:gd name="T13" fmla="*/ 187 h 267"/>
                  <a:gd name="T14" fmla="*/ 12 w 54"/>
                  <a:gd name="T15" fmla="*/ 233 h 267"/>
                  <a:gd name="T16" fmla="*/ 20 w 54"/>
                  <a:gd name="T17" fmla="*/ 279 h 267"/>
                  <a:gd name="T18" fmla="*/ 9 w 54"/>
                  <a:gd name="T19" fmla="*/ 533 h 267"/>
                  <a:gd name="T20" fmla="*/ 0 w 54"/>
                  <a:gd name="T21" fmla="*/ 577 h 267"/>
                  <a:gd name="T22" fmla="*/ 9 w 54"/>
                  <a:gd name="T23" fmla="*/ 633 h 267"/>
                  <a:gd name="T24" fmla="*/ 100 w 54"/>
                  <a:gd name="T25" fmla="*/ 564 h 267"/>
                  <a:gd name="T26" fmla="*/ 100 w 54"/>
                  <a:gd name="T27" fmla="*/ 485 h 267"/>
                  <a:gd name="T28" fmla="*/ 92 w 54"/>
                  <a:gd name="T29" fmla="*/ 389 h 267"/>
                  <a:gd name="T30" fmla="*/ 108 w 54"/>
                  <a:gd name="T31" fmla="*/ 340 h 267"/>
                  <a:gd name="T32" fmla="*/ 127 w 54"/>
                  <a:gd name="T33" fmla="*/ 308 h 267"/>
                  <a:gd name="T34" fmla="*/ 108 w 54"/>
                  <a:gd name="T35" fmla="*/ 257 h 267"/>
                  <a:gd name="T36" fmla="*/ 105 w 54"/>
                  <a:gd name="T37" fmla="*/ 119 h 267"/>
                  <a:gd name="T38" fmla="*/ 57 w 54"/>
                  <a:gd name="T39" fmla="*/ 23 h 26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4" h="267">
                    <a:moveTo>
                      <a:pt x="29" y="17"/>
                    </a:moveTo>
                    <a:cubicBezTo>
                      <a:pt x="25" y="13"/>
                      <a:pt x="20" y="13"/>
                      <a:pt x="16" y="8"/>
                    </a:cubicBezTo>
                    <a:cubicBezTo>
                      <a:pt x="14" y="5"/>
                      <a:pt x="14" y="0"/>
                      <a:pt x="9" y="1"/>
                    </a:cubicBezTo>
                    <a:cubicBezTo>
                      <a:pt x="4" y="3"/>
                      <a:pt x="7" y="20"/>
                      <a:pt x="8" y="23"/>
                    </a:cubicBezTo>
                    <a:cubicBezTo>
                      <a:pt x="11" y="33"/>
                      <a:pt x="14" y="39"/>
                      <a:pt x="10" y="50"/>
                    </a:cubicBezTo>
                    <a:cubicBezTo>
                      <a:pt x="8" y="54"/>
                      <a:pt x="6" y="57"/>
                      <a:pt x="7" y="62"/>
                    </a:cubicBezTo>
                    <a:cubicBezTo>
                      <a:pt x="9" y="70"/>
                      <a:pt x="13" y="71"/>
                      <a:pt x="11" y="79"/>
                    </a:cubicBezTo>
                    <a:cubicBezTo>
                      <a:pt x="9" y="85"/>
                      <a:pt x="5" y="91"/>
                      <a:pt x="5" y="98"/>
                    </a:cubicBezTo>
                    <a:cubicBezTo>
                      <a:pt x="5" y="104"/>
                      <a:pt x="8" y="111"/>
                      <a:pt x="8" y="118"/>
                    </a:cubicBezTo>
                    <a:cubicBezTo>
                      <a:pt x="9" y="154"/>
                      <a:pt x="12" y="190"/>
                      <a:pt x="4" y="225"/>
                    </a:cubicBezTo>
                    <a:cubicBezTo>
                      <a:pt x="2" y="232"/>
                      <a:pt x="0" y="237"/>
                      <a:pt x="0" y="244"/>
                    </a:cubicBezTo>
                    <a:cubicBezTo>
                      <a:pt x="0" y="252"/>
                      <a:pt x="4" y="259"/>
                      <a:pt x="4" y="267"/>
                    </a:cubicBezTo>
                    <a:cubicBezTo>
                      <a:pt x="14" y="252"/>
                      <a:pt x="24" y="242"/>
                      <a:pt x="42" y="238"/>
                    </a:cubicBezTo>
                    <a:cubicBezTo>
                      <a:pt x="42" y="227"/>
                      <a:pt x="41" y="217"/>
                      <a:pt x="42" y="205"/>
                    </a:cubicBezTo>
                    <a:cubicBezTo>
                      <a:pt x="43" y="191"/>
                      <a:pt x="35" y="179"/>
                      <a:pt x="39" y="164"/>
                    </a:cubicBezTo>
                    <a:cubicBezTo>
                      <a:pt x="41" y="157"/>
                      <a:pt x="43" y="150"/>
                      <a:pt x="46" y="143"/>
                    </a:cubicBezTo>
                    <a:cubicBezTo>
                      <a:pt x="48" y="139"/>
                      <a:pt x="52" y="135"/>
                      <a:pt x="53" y="130"/>
                    </a:cubicBezTo>
                    <a:cubicBezTo>
                      <a:pt x="54" y="123"/>
                      <a:pt x="48" y="116"/>
                      <a:pt x="46" y="109"/>
                    </a:cubicBezTo>
                    <a:cubicBezTo>
                      <a:pt x="38" y="89"/>
                      <a:pt x="46" y="70"/>
                      <a:pt x="44" y="50"/>
                    </a:cubicBezTo>
                    <a:cubicBezTo>
                      <a:pt x="43" y="35"/>
                      <a:pt x="28" y="24"/>
                      <a:pt x="24" y="10"/>
                    </a:cubicBezTo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4" name="Freeform 183">
                <a:extLst>
                  <a:ext uri="{FF2B5EF4-FFF2-40B4-BE49-F238E27FC236}">
                    <a16:creationId xmlns:a16="http://schemas.microsoft.com/office/drawing/2014/main" id="{4ABD6571-D1F3-42DB-975B-9BA8F28B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3010"/>
                <a:ext cx="47" cy="556"/>
              </a:xfrm>
              <a:custGeom>
                <a:avLst/>
                <a:gdLst>
                  <a:gd name="T0" fmla="*/ 0 w 47"/>
                  <a:gd name="T1" fmla="*/ 12 h 556"/>
                  <a:gd name="T2" fmla="*/ 47 w 47"/>
                  <a:gd name="T3" fmla="*/ 0 h 556"/>
                  <a:gd name="T4" fmla="*/ 47 w 47"/>
                  <a:gd name="T5" fmla="*/ 547 h 556"/>
                  <a:gd name="T6" fmla="*/ 0 w 47"/>
                  <a:gd name="T7" fmla="*/ 556 h 556"/>
                  <a:gd name="T8" fmla="*/ 0 w 47"/>
                  <a:gd name="T9" fmla="*/ 12 h 5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56">
                    <a:moveTo>
                      <a:pt x="0" y="12"/>
                    </a:moveTo>
                    <a:lnTo>
                      <a:pt x="47" y="0"/>
                    </a:lnTo>
                    <a:lnTo>
                      <a:pt x="47" y="547"/>
                    </a:lnTo>
                    <a:lnTo>
                      <a:pt x="0" y="55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FCE96"/>
              </a:solidFill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5" name="Freeform 184">
                <a:extLst>
                  <a:ext uri="{FF2B5EF4-FFF2-40B4-BE49-F238E27FC236}">
                    <a16:creationId xmlns:a16="http://schemas.microsoft.com/office/drawing/2014/main" id="{ABC28263-E135-45DB-8B63-44B9A60C5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3201"/>
                <a:ext cx="104" cy="191"/>
              </a:xfrm>
              <a:custGeom>
                <a:avLst/>
                <a:gdLst>
                  <a:gd name="T0" fmla="*/ 177 w 78"/>
                  <a:gd name="T1" fmla="*/ 186 h 143"/>
                  <a:gd name="T2" fmla="*/ 128 w 78"/>
                  <a:gd name="T3" fmla="*/ 112 h 143"/>
                  <a:gd name="T4" fmla="*/ 133 w 78"/>
                  <a:gd name="T5" fmla="*/ 33 h 143"/>
                  <a:gd name="T6" fmla="*/ 97 w 78"/>
                  <a:gd name="T7" fmla="*/ 9 h 143"/>
                  <a:gd name="T8" fmla="*/ 64 w 78"/>
                  <a:gd name="T9" fmla="*/ 16 h 143"/>
                  <a:gd name="T10" fmla="*/ 23 w 78"/>
                  <a:gd name="T11" fmla="*/ 52 h 143"/>
                  <a:gd name="T12" fmla="*/ 23 w 78"/>
                  <a:gd name="T13" fmla="*/ 108 h 143"/>
                  <a:gd name="T14" fmla="*/ 5 w 78"/>
                  <a:gd name="T15" fmla="*/ 163 h 143"/>
                  <a:gd name="T16" fmla="*/ 16 w 78"/>
                  <a:gd name="T17" fmla="*/ 207 h 143"/>
                  <a:gd name="T18" fmla="*/ 16 w 78"/>
                  <a:gd name="T19" fmla="*/ 341 h 143"/>
                  <a:gd name="T20" fmla="*/ 64 w 78"/>
                  <a:gd name="T21" fmla="*/ 297 h 143"/>
                  <a:gd name="T22" fmla="*/ 128 w 78"/>
                  <a:gd name="T23" fmla="*/ 246 h 143"/>
                  <a:gd name="T24" fmla="*/ 183 w 78"/>
                  <a:gd name="T25" fmla="*/ 222 h 143"/>
                  <a:gd name="T26" fmla="*/ 180 w 78"/>
                  <a:gd name="T27" fmla="*/ 196 h 1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8" h="143">
                    <a:moveTo>
                      <a:pt x="75" y="78"/>
                    </a:moveTo>
                    <a:cubicBezTo>
                      <a:pt x="54" y="85"/>
                      <a:pt x="54" y="59"/>
                      <a:pt x="54" y="47"/>
                    </a:cubicBezTo>
                    <a:cubicBezTo>
                      <a:pt x="55" y="36"/>
                      <a:pt x="52" y="25"/>
                      <a:pt x="56" y="14"/>
                    </a:cubicBezTo>
                    <a:cubicBezTo>
                      <a:pt x="51" y="11"/>
                      <a:pt x="46" y="7"/>
                      <a:pt x="41" y="4"/>
                    </a:cubicBezTo>
                    <a:cubicBezTo>
                      <a:pt x="33" y="0"/>
                      <a:pt x="33" y="1"/>
                      <a:pt x="27" y="7"/>
                    </a:cubicBezTo>
                    <a:cubicBezTo>
                      <a:pt x="22" y="11"/>
                      <a:pt x="13" y="17"/>
                      <a:pt x="10" y="22"/>
                    </a:cubicBezTo>
                    <a:cubicBezTo>
                      <a:pt x="6" y="28"/>
                      <a:pt x="10" y="39"/>
                      <a:pt x="10" y="46"/>
                    </a:cubicBezTo>
                    <a:cubicBezTo>
                      <a:pt x="9" y="54"/>
                      <a:pt x="4" y="60"/>
                      <a:pt x="2" y="68"/>
                    </a:cubicBezTo>
                    <a:cubicBezTo>
                      <a:pt x="0" y="76"/>
                      <a:pt x="4" y="80"/>
                      <a:pt x="7" y="87"/>
                    </a:cubicBezTo>
                    <a:cubicBezTo>
                      <a:pt x="14" y="101"/>
                      <a:pt x="11" y="128"/>
                      <a:pt x="7" y="143"/>
                    </a:cubicBezTo>
                    <a:cubicBezTo>
                      <a:pt x="11" y="134"/>
                      <a:pt x="19" y="129"/>
                      <a:pt x="27" y="124"/>
                    </a:cubicBezTo>
                    <a:cubicBezTo>
                      <a:pt x="36" y="118"/>
                      <a:pt x="45" y="110"/>
                      <a:pt x="54" y="103"/>
                    </a:cubicBezTo>
                    <a:cubicBezTo>
                      <a:pt x="63" y="94"/>
                      <a:pt x="65" y="93"/>
                      <a:pt x="77" y="93"/>
                    </a:cubicBezTo>
                    <a:cubicBezTo>
                      <a:pt x="78" y="89"/>
                      <a:pt x="76" y="86"/>
                      <a:pt x="76" y="82"/>
                    </a:cubicBezTo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6" name="Freeform 185">
                <a:extLst>
                  <a:ext uri="{FF2B5EF4-FFF2-40B4-BE49-F238E27FC236}">
                    <a16:creationId xmlns:a16="http://schemas.microsoft.com/office/drawing/2014/main" id="{5CA43228-69C7-43EB-94E6-DC1EF2C16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968"/>
                <a:ext cx="118" cy="213"/>
              </a:xfrm>
              <a:custGeom>
                <a:avLst/>
                <a:gdLst>
                  <a:gd name="T0" fmla="*/ 130 w 88"/>
                  <a:gd name="T1" fmla="*/ 378 h 160"/>
                  <a:gd name="T2" fmla="*/ 78 w 88"/>
                  <a:gd name="T3" fmla="*/ 357 h 160"/>
                  <a:gd name="T4" fmla="*/ 43 w 88"/>
                  <a:gd name="T5" fmla="*/ 375 h 160"/>
                  <a:gd name="T6" fmla="*/ 23 w 88"/>
                  <a:gd name="T7" fmla="*/ 378 h 160"/>
                  <a:gd name="T8" fmla="*/ 34 w 88"/>
                  <a:gd name="T9" fmla="*/ 208 h 160"/>
                  <a:gd name="T10" fmla="*/ 28 w 88"/>
                  <a:gd name="T11" fmla="*/ 92 h 160"/>
                  <a:gd name="T12" fmla="*/ 28 w 88"/>
                  <a:gd name="T13" fmla="*/ 41 h 160"/>
                  <a:gd name="T14" fmla="*/ 63 w 88"/>
                  <a:gd name="T15" fmla="*/ 36 h 160"/>
                  <a:gd name="T16" fmla="*/ 101 w 88"/>
                  <a:gd name="T17" fmla="*/ 0 h 160"/>
                  <a:gd name="T18" fmla="*/ 121 w 88"/>
                  <a:gd name="T19" fmla="*/ 48 h 160"/>
                  <a:gd name="T20" fmla="*/ 154 w 88"/>
                  <a:gd name="T21" fmla="*/ 73 h 160"/>
                  <a:gd name="T22" fmla="*/ 174 w 88"/>
                  <a:gd name="T23" fmla="*/ 97 h 160"/>
                  <a:gd name="T24" fmla="*/ 212 w 88"/>
                  <a:gd name="T25" fmla="*/ 97 h 160"/>
                  <a:gd name="T26" fmla="*/ 141 w 88"/>
                  <a:gd name="T27" fmla="*/ 165 h 160"/>
                  <a:gd name="T28" fmla="*/ 135 w 88"/>
                  <a:gd name="T29" fmla="*/ 214 h 160"/>
                  <a:gd name="T30" fmla="*/ 148 w 88"/>
                  <a:gd name="T31" fmla="*/ 256 h 160"/>
                  <a:gd name="T32" fmla="*/ 152 w 88"/>
                  <a:gd name="T33" fmla="*/ 293 h 160"/>
                  <a:gd name="T34" fmla="*/ 160 w 88"/>
                  <a:gd name="T35" fmla="*/ 326 h 160"/>
                  <a:gd name="T36" fmla="*/ 137 w 88"/>
                  <a:gd name="T37" fmla="*/ 378 h 1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8" h="160">
                    <a:moveTo>
                      <a:pt x="54" y="160"/>
                    </a:moveTo>
                    <a:cubicBezTo>
                      <a:pt x="47" y="155"/>
                      <a:pt x="41" y="147"/>
                      <a:pt x="32" y="151"/>
                    </a:cubicBezTo>
                    <a:cubicBezTo>
                      <a:pt x="27" y="153"/>
                      <a:pt x="24" y="158"/>
                      <a:pt x="18" y="159"/>
                    </a:cubicBezTo>
                    <a:cubicBezTo>
                      <a:pt x="15" y="160"/>
                      <a:pt x="12" y="160"/>
                      <a:pt x="10" y="160"/>
                    </a:cubicBezTo>
                    <a:cubicBezTo>
                      <a:pt x="9" y="137"/>
                      <a:pt x="13" y="112"/>
                      <a:pt x="14" y="88"/>
                    </a:cubicBezTo>
                    <a:cubicBezTo>
                      <a:pt x="15" y="73"/>
                      <a:pt x="18" y="53"/>
                      <a:pt x="12" y="39"/>
                    </a:cubicBezTo>
                    <a:cubicBezTo>
                      <a:pt x="9" y="33"/>
                      <a:pt x="0" y="21"/>
                      <a:pt x="12" y="17"/>
                    </a:cubicBezTo>
                    <a:cubicBezTo>
                      <a:pt x="18" y="15"/>
                      <a:pt x="20" y="20"/>
                      <a:pt x="26" y="15"/>
                    </a:cubicBezTo>
                    <a:cubicBezTo>
                      <a:pt x="32" y="12"/>
                      <a:pt x="40" y="7"/>
                      <a:pt x="42" y="0"/>
                    </a:cubicBezTo>
                    <a:cubicBezTo>
                      <a:pt x="45" y="6"/>
                      <a:pt x="46" y="14"/>
                      <a:pt x="50" y="20"/>
                    </a:cubicBezTo>
                    <a:cubicBezTo>
                      <a:pt x="53" y="27"/>
                      <a:pt x="60" y="26"/>
                      <a:pt x="64" y="31"/>
                    </a:cubicBezTo>
                    <a:cubicBezTo>
                      <a:pt x="68" y="39"/>
                      <a:pt x="58" y="41"/>
                      <a:pt x="72" y="41"/>
                    </a:cubicBezTo>
                    <a:cubicBezTo>
                      <a:pt x="77" y="41"/>
                      <a:pt x="84" y="43"/>
                      <a:pt x="88" y="41"/>
                    </a:cubicBezTo>
                    <a:cubicBezTo>
                      <a:pt x="75" y="49"/>
                      <a:pt x="62" y="55"/>
                      <a:pt x="58" y="70"/>
                    </a:cubicBezTo>
                    <a:cubicBezTo>
                      <a:pt x="56" y="78"/>
                      <a:pt x="54" y="84"/>
                      <a:pt x="56" y="91"/>
                    </a:cubicBezTo>
                    <a:cubicBezTo>
                      <a:pt x="58" y="97"/>
                      <a:pt x="61" y="101"/>
                      <a:pt x="61" y="108"/>
                    </a:cubicBezTo>
                    <a:cubicBezTo>
                      <a:pt x="62" y="115"/>
                      <a:pt x="61" y="118"/>
                      <a:pt x="63" y="124"/>
                    </a:cubicBezTo>
                    <a:cubicBezTo>
                      <a:pt x="64" y="129"/>
                      <a:pt x="66" y="133"/>
                      <a:pt x="66" y="138"/>
                    </a:cubicBezTo>
                    <a:cubicBezTo>
                      <a:pt x="66" y="147"/>
                      <a:pt x="61" y="153"/>
                      <a:pt x="57" y="160"/>
                    </a:cubicBezTo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7" name="Freeform 186">
                <a:extLst>
                  <a:ext uri="{FF2B5EF4-FFF2-40B4-BE49-F238E27FC236}">
                    <a16:creationId xmlns:a16="http://schemas.microsoft.com/office/drawing/2014/main" id="{079E056F-C51A-47C9-A4D2-5A4FEB590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3090"/>
                <a:ext cx="166" cy="164"/>
              </a:xfrm>
              <a:custGeom>
                <a:avLst/>
                <a:gdLst>
                  <a:gd name="T0" fmla="*/ 270 w 125"/>
                  <a:gd name="T1" fmla="*/ 28 h 123"/>
                  <a:gd name="T2" fmla="*/ 246 w 125"/>
                  <a:gd name="T3" fmla="*/ 1 h 123"/>
                  <a:gd name="T4" fmla="*/ 171 w 125"/>
                  <a:gd name="T5" fmla="*/ 23 h 123"/>
                  <a:gd name="T6" fmla="*/ 149 w 125"/>
                  <a:gd name="T7" fmla="*/ 43 h 123"/>
                  <a:gd name="T8" fmla="*/ 141 w 125"/>
                  <a:gd name="T9" fmla="*/ 71 h 123"/>
                  <a:gd name="T10" fmla="*/ 101 w 125"/>
                  <a:gd name="T11" fmla="*/ 105 h 123"/>
                  <a:gd name="T12" fmla="*/ 72 w 125"/>
                  <a:gd name="T13" fmla="*/ 121 h 123"/>
                  <a:gd name="T14" fmla="*/ 49 w 125"/>
                  <a:gd name="T15" fmla="*/ 176 h 123"/>
                  <a:gd name="T16" fmla="*/ 1 w 125"/>
                  <a:gd name="T17" fmla="*/ 292 h 123"/>
                  <a:gd name="T18" fmla="*/ 88 w 125"/>
                  <a:gd name="T19" fmla="*/ 255 h 123"/>
                  <a:gd name="T20" fmla="*/ 169 w 125"/>
                  <a:gd name="T21" fmla="*/ 185 h 123"/>
                  <a:gd name="T22" fmla="*/ 219 w 125"/>
                  <a:gd name="T23" fmla="*/ 191 h 123"/>
                  <a:gd name="T24" fmla="*/ 251 w 125"/>
                  <a:gd name="T25" fmla="*/ 223 h 123"/>
                  <a:gd name="T26" fmla="*/ 270 w 125"/>
                  <a:gd name="T27" fmla="*/ 204 h 123"/>
                  <a:gd name="T28" fmla="*/ 276 w 125"/>
                  <a:gd name="T29" fmla="*/ 185 h 123"/>
                  <a:gd name="T30" fmla="*/ 256 w 125"/>
                  <a:gd name="T31" fmla="*/ 123 h 123"/>
                  <a:gd name="T32" fmla="*/ 286 w 125"/>
                  <a:gd name="T33" fmla="*/ 59 h 123"/>
                  <a:gd name="T34" fmla="*/ 272 w 125"/>
                  <a:gd name="T35" fmla="*/ 31 h 12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5" h="123">
                    <a:moveTo>
                      <a:pt x="115" y="12"/>
                    </a:moveTo>
                    <a:cubicBezTo>
                      <a:pt x="109" y="13"/>
                      <a:pt x="105" y="6"/>
                      <a:pt x="105" y="1"/>
                    </a:cubicBezTo>
                    <a:cubicBezTo>
                      <a:pt x="92" y="0"/>
                      <a:pt x="82" y="2"/>
                      <a:pt x="73" y="10"/>
                    </a:cubicBezTo>
                    <a:cubicBezTo>
                      <a:pt x="70" y="13"/>
                      <a:pt x="66" y="15"/>
                      <a:pt x="63" y="18"/>
                    </a:cubicBezTo>
                    <a:cubicBezTo>
                      <a:pt x="61" y="22"/>
                      <a:pt x="62" y="27"/>
                      <a:pt x="60" y="30"/>
                    </a:cubicBezTo>
                    <a:cubicBezTo>
                      <a:pt x="56" y="37"/>
                      <a:pt x="50" y="42"/>
                      <a:pt x="43" y="44"/>
                    </a:cubicBezTo>
                    <a:cubicBezTo>
                      <a:pt x="36" y="46"/>
                      <a:pt x="35" y="45"/>
                      <a:pt x="31" y="51"/>
                    </a:cubicBezTo>
                    <a:cubicBezTo>
                      <a:pt x="26" y="58"/>
                      <a:pt x="24" y="66"/>
                      <a:pt x="21" y="74"/>
                    </a:cubicBezTo>
                    <a:cubicBezTo>
                      <a:pt x="14" y="88"/>
                      <a:pt x="0" y="106"/>
                      <a:pt x="1" y="123"/>
                    </a:cubicBezTo>
                    <a:cubicBezTo>
                      <a:pt x="12" y="115"/>
                      <a:pt x="28" y="117"/>
                      <a:pt x="38" y="107"/>
                    </a:cubicBezTo>
                    <a:cubicBezTo>
                      <a:pt x="49" y="97"/>
                      <a:pt x="57" y="82"/>
                      <a:pt x="72" y="78"/>
                    </a:cubicBezTo>
                    <a:cubicBezTo>
                      <a:pt x="79" y="75"/>
                      <a:pt x="86" y="78"/>
                      <a:pt x="93" y="80"/>
                    </a:cubicBezTo>
                    <a:cubicBezTo>
                      <a:pt x="101" y="82"/>
                      <a:pt x="103" y="86"/>
                      <a:pt x="107" y="94"/>
                    </a:cubicBezTo>
                    <a:cubicBezTo>
                      <a:pt x="108" y="90"/>
                      <a:pt x="112" y="88"/>
                      <a:pt x="115" y="86"/>
                    </a:cubicBezTo>
                    <a:cubicBezTo>
                      <a:pt x="120" y="81"/>
                      <a:pt x="119" y="83"/>
                      <a:pt x="118" y="78"/>
                    </a:cubicBezTo>
                    <a:cubicBezTo>
                      <a:pt x="117" y="69"/>
                      <a:pt x="110" y="61"/>
                      <a:pt x="109" y="52"/>
                    </a:cubicBezTo>
                    <a:cubicBezTo>
                      <a:pt x="108" y="41"/>
                      <a:pt x="118" y="34"/>
                      <a:pt x="122" y="25"/>
                    </a:cubicBezTo>
                    <a:cubicBezTo>
                      <a:pt x="125" y="18"/>
                      <a:pt x="121" y="18"/>
                      <a:pt x="116" y="13"/>
                    </a:cubicBezTo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8" name="Freeform 187">
                <a:extLst>
                  <a:ext uri="{FF2B5EF4-FFF2-40B4-BE49-F238E27FC236}">
                    <a16:creationId xmlns:a16="http://schemas.microsoft.com/office/drawing/2014/main" id="{F3C1122B-0274-42E2-B388-4FB7EFE96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817"/>
                <a:ext cx="98" cy="317"/>
              </a:xfrm>
              <a:custGeom>
                <a:avLst/>
                <a:gdLst>
                  <a:gd name="T0" fmla="*/ 153 w 73"/>
                  <a:gd name="T1" fmla="*/ 28 h 238"/>
                  <a:gd name="T2" fmla="*/ 126 w 73"/>
                  <a:gd name="T3" fmla="*/ 0 h 238"/>
                  <a:gd name="T4" fmla="*/ 111 w 73"/>
                  <a:gd name="T5" fmla="*/ 80 h 238"/>
                  <a:gd name="T6" fmla="*/ 68 w 73"/>
                  <a:gd name="T7" fmla="*/ 119 h 238"/>
                  <a:gd name="T8" fmla="*/ 83 w 73"/>
                  <a:gd name="T9" fmla="*/ 182 h 238"/>
                  <a:gd name="T10" fmla="*/ 58 w 73"/>
                  <a:gd name="T11" fmla="*/ 241 h 238"/>
                  <a:gd name="T12" fmla="*/ 47 w 73"/>
                  <a:gd name="T13" fmla="*/ 264 h 238"/>
                  <a:gd name="T14" fmla="*/ 54 w 73"/>
                  <a:gd name="T15" fmla="*/ 288 h 238"/>
                  <a:gd name="T16" fmla="*/ 12 w 73"/>
                  <a:gd name="T17" fmla="*/ 330 h 238"/>
                  <a:gd name="T18" fmla="*/ 54 w 73"/>
                  <a:gd name="T19" fmla="*/ 369 h 238"/>
                  <a:gd name="T20" fmla="*/ 56 w 73"/>
                  <a:gd name="T21" fmla="*/ 422 h 238"/>
                  <a:gd name="T22" fmla="*/ 62 w 73"/>
                  <a:gd name="T23" fmla="*/ 490 h 238"/>
                  <a:gd name="T24" fmla="*/ 70 w 73"/>
                  <a:gd name="T25" fmla="*/ 541 h 238"/>
                  <a:gd name="T26" fmla="*/ 138 w 73"/>
                  <a:gd name="T27" fmla="*/ 525 h 238"/>
                  <a:gd name="T28" fmla="*/ 146 w 73"/>
                  <a:gd name="T29" fmla="*/ 490 h 238"/>
                  <a:gd name="T30" fmla="*/ 162 w 73"/>
                  <a:gd name="T31" fmla="*/ 392 h 238"/>
                  <a:gd name="T32" fmla="*/ 169 w 73"/>
                  <a:gd name="T33" fmla="*/ 268 h 238"/>
                  <a:gd name="T34" fmla="*/ 160 w 73"/>
                  <a:gd name="T35" fmla="*/ 180 h 238"/>
                  <a:gd name="T36" fmla="*/ 153 w 73"/>
                  <a:gd name="T37" fmla="*/ 92 h 238"/>
                  <a:gd name="T38" fmla="*/ 157 w 73"/>
                  <a:gd name="T39" fmla="*/ 41 h 2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3" h="238">
                    <a:moveTo>
                      <a:pt x="63" y="12"/>
                    </a:moveTo>
                    <a:cubicBezTo>
                      <a:pt x="58" y="9"/>
                      <a:pt x="52" y="6"/>
                      <a:pt x="52" y="0"/>
                    </a:cubicBezTo>
                    <a:cubicBezTo>
                      <a:pt x="52" y="12"/>
                      <a:pt x="53" y="25"/>
                      <a:pt x="46" y="34"/>
                    </a:cubicBezTo>
                    <a:cubicBezTo>
                      <a:pt x="42" y="40"/>
                      <a:pt x="35" y="49"/>
                      <a:pt x="28" y="50"/>
                    </a:cubicBezTo>
                    <a:cubicBezTo>
                      <a:pt x="31" y="60"/>
                      <a:pt x="37" y="66"/>
                      <a:pt x="34" y="77"/>
                    </a:cubicBezTo>
                    <a:cubicBezTo>
                      <a:pt x="31" y="86"/>
                      <a:pt x="29" y="94"/>
                      <a:pt x="24" y="102"/>
                    </a:cubicBezTo>
                    <a:cubicBezTo>
                      <a:pt x="21" y="106"/>
                      <a:pt x="19" y="107"/>
                      <a:pt x="19" y="112"/>
                    </a:cubicBezTo>
                    <a:cubicBezTo>
                      <a:pt x="20" y="116"/>
                      <a:pt x="24" y="117"/>
                      <a:pt x="22" y="122"/>
                    </a:cubicBezTo>
                    <a:cubicBezTo>
                      <a:pt x="19" y="128"/>
                      <a:pt x="0" y="131"/>
                      <a:pt x="5" y="140"/>
                    </a:cubicBezTo>
                    <a:cubicBezTo>
                      <a:pt x="8" y="146"/>
                      <a:pt x="19" y="148"/>
                      <a:pt x="22" y="156"/>
                    </a:cubicBezTo>
                    <a:cubicBezTo>
                      <a:pt x="26" y="163"/>
                      <a:pt x="24" y="171"/>
                      <a:pt x="23" y="179"/>
                    </a:cubicBezTo>
                    <a:cubicBezTo>
                      <a:pt x="22" y="188"/>
                      <a:pt x="24" y="198"/>
                      <a:pt x="25" y="207"/>
                    </a:cubicBezTo>
                    <a:cubicBezTo>
                      <a:pt x="26" y="213"/>
                      <a:pt x="26" y="224"/>
                      <a:pt x="29" y="229"/>
                    </a:cubicBezTo>
                    <a:cubicBezTo>
                      <a:pt x="33" y="238"/>
                      <a:pt x="51" y="227"/>
                      <a:pt x="57" y="222"/>
                    </a:cubicBezTo>
                    <a:cubicBezTo>
                      <a:pt x="61" y="218"/>
                      <a:pt x="60" y="213"/>
                      <a:pt x="60" y="207"/>
                    </a:cubicBezTo>
                    <a:cubicBezTo>
                      <a:pt x="61" y="193"/>
                      <a:pt x="66" y="180"/>
                      <a:pt x="67" y="166"/>
                    </a:cubicBezTo>
                    <a:cubicBezTo>
                      <a:pt x="68" y="148"/>
                      <a:pt x="73" y="131"/>
                      <a:pt x="70" y="113"/>
                    </a:cubicBezTo>
                    <a:cubicBezTo>
                      <a:pt x="69" y="101"/>
                      <a:pt x="67" y="89"/>
                      <a:pt x="66" y="76"/>
                    </a:cubicBezTo>
                    <a:cubicBezTo>
                      <a:pt x="65" y="64"/>
                      <a:pt x="62" y="51"/>
                      <a:pt x="63" y="39"/>
                    </a:cubicBezTo>
                    <a:cubicBezTo>
                      <a:pt x="63" y="32"/>
                      <a:pt x="67" y="22"/>
                      <a:pt x="65" y="17"/>
                    </a:cubicBezTo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9" name="Freeform 188">
                <a:extLst>
                  <a:ext uri="{FF2B5EF4-FFF2-40B4-BE49-F238E27FC236}">
                    <a16:creationId xmlns:a16="http://schemas.microsoft.com/office/drawing/2014/main" id="{DF282894-174E-4F6A-8B49-2D894DFB0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835"/>
                <a:ext cx="72" cy="226"/>
              </a:xfrm>
              <a:custGeom>
                <a:avLst/>
                <a:gdLst>
                  <a:gd name="T0" fmla="*/ 92 w 54"/>
                  <a:gd name="T1" fmla="*/ 1 h 170"/>
                  <a:gd name="T2" fmla="*/ 55 w 54"/>
                  <a:gd name="T3" fmla="*/ 0 h 170"/>
                  <a:gd name="T4" fmla="*/ 9 w 54"/>
                  <a:gd name="T5" fmla="*/ 80 h 170"/>
                  <a:gd name="T6" fmla="*/ 33 w 54"/>
                  <a:gd name="T7" fmla="*/ 156 h 170"/>
                  <a:gd name="T8" fmla="*/ 16 w 54"/>
                  <a:gd name="T9" fmla="*/ 237 h 170"/>
                  <a:gd name="T10" fmla="*/ 21 w 54"/>
                  <a:gd name="T11" fmla="*/ 320 h 170"/>
                  <a:gd name="T12" fmla="*/ 0 w 54"/>
                  <a:gd name="T13" fmla="*/ 399 h 170"/>
                  <a:gd name="T14" fmla="*/ 43 w 54"/>
                  <a:gd name="T15" fmla="*/ 386 h 170"/>
                  <a:gd name="T16" fmla="*/ 79 w 54"/>
                  <a:gd name="T17" fmla="*/ 386 h 170"/>
                  <a:gd name="T18" fmla="*/ 79 w 54"/>
                  <a:gd name="T19" fmla="*/ 312 h 170"/>
                  <a:gd name="T20" fmla="*/ 92 w 54"/>
                  <a:gd name="T21" fmla="*/ 215 h 170"/>
                  <a:gd name="T22" fmla="*/ 92 w 54"/>
                  <a:gd name="T23" fmla="*/ 1 h 1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170">
                    <a:moveTo>
                      <a:pt x="39" y="1"/>
                    </a:moveTo>
                    <a:cubicBezTo>
                      <a:pt x="33" y="1"/>
                      <a:pt x="28" y="3"/>
                      <a:pt x="23" y="0"/>
                    </a:cubicBezTo>
                    <a:cubicBezTo>
                      <a:pt x="25" y="15"/>
                      <a:pt x="10" y="23"/>
                      <a:pt x="4" y="34"/>
                    </a:cubicBezTo>
                    <a:cubicBezTo>
                      <a:pt x="13" y="42"/>
                      <a:pt x="20" y="54"/>
                      <a:pt x="14" y="66"/>
                    </a:cubicBezTo>
                    <a:cubicBezTo>
                      <a:pt x="9" y="79"/>
                      <a:pt x="6" y="87"/>
                      <a:pt x="7" y="101"/>
                    </a:cubicBezTo>
                    <a:cubicBezTo>
                      <a:pt x="9" y="113"/>
                      <a:pt x="12" y="124"/>
                      <a:pt x="9" y="136"/>
                    </a:cubicBezTo>
                    <a:cubicBezTo>
                      <a:pt x="6" y="147"/>
                      <a:pt x="0" y="158"/>
                      <a:pt x="0" y="170"/>
                    </a:cubicBezTo>
                    <a:cubicBezTo>
                      <a:pt x="3" y="165"/>
                      <a:pt x="12" y="164"/>
                      <a:pt x="18" y="164"/>
                    </a:cubicBezTo>
                    <a:cubicBezTo>
                      <a:pt x="22" y="164"/>
                      <a:pt x="30" y="168"/>
                      <a:pt x="33" y="164"/>
                    </a:cubicBezTo>
                    <a:cubicBezTo>
                      <a:pt x="36" y="161"/>
                      <a:pt x="33" y="138"/>
                      <a:pt x="33" y="133"/>
                    </a:cubicBezTo>
                    <a:cubicBezTo>
                      <a:pt x="34" y="119"/>
                      <a:pt x="36" y="105"/>
                      <a:pt x="39" y="92"/>
                    </a:cubicBezTo>
                    <a:cubicBezTo>
                      <a:pt x="43" y="68"/>
                      <a:pt x="54" y="25"/>
                      <a:pt x="39" y="1"/>
                    </a:cubicBezTo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0" name="Freeform 189">
                <a:extLst>
                  <a:ext uri="{FF2B5EF4-FFF2-40B4-BE49-F238E27FC236}">
                    <a16:creationId xmlns:a16="http://schemas.microsoft.com/office/drawing/2014/main" id="{3EBA2763-40E5-4B74-A21E-E306BC7FB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791"/>
                <a:ext cx="83" cy="351"/>
              </a:xfrm>
              <a:custGeom>
                <a:avLst/>
                <a:gdLst>
                  <a:gd name="T0" fmla="*/ 120 w 62"/>
                  <a:gd name="T1" fmla="*/ 0 h 264"/>
                  <a:gd name="T2" fmla="*/ 72 w 62"/>
                  <a:gd name="T3" fmla="*/ 33 h 264"/>
                  <a:gd name="T4" fmla="*/ 27 w 62"/>
                  <a:gd name="T5" fmla="*/ 7 h 264"/>
                  <a:gd name="T6" fmla="*/ 27 w 62"/>
                  <a:gd name="T7" fmla="*/ 117 h 264"/>
                  <a:gd name="T8" fmla="*/ 28 w 62"/>
                  <a:gd name="T9" fmla="*/ 214 h 264"/>
                  <a:gd name="T10" fmla="*/ 16 w 62"/>
                  <a:gd name="T11" fmla="*/ 363 h 264"/>
                  <a:gd name="T12" fmla="*/ 12 w 62"/>
                  <a:gd name="T13" fmla="*/ 425 h 264"/>
                  <a:gd name="T14" fmla="*/ 50 w 62"/>
                  <a:gd name="T15" fmla="*/ 440 h 264"/>
                  <a:gd name="T16" fmla="*/ 27 w 62"/>
                  <a:gd name="T17" fmla="*/ 513 h 264"/>
                  <a:gd name="T18" fmla="*/ 23 w 62"/>
                  <a:gd name="T19" fmla="*/ 613 h 264"/>
                  <a:gd name="T20" fmla="*/ 27 w 62"/>
                  <a:gd name="T21" fmla="*/ 608 h 264"/>
                  <a:gd name="T22" fmla="*/ 58 w 62"/>
                  <a:gd name="T23" fmla="*/ 621 h 264"/>
                  <a:gd name="T24" fmla="*/ 72 w 62"/>
                  <a:gd name="T25" fmla="*/ 565 h 264"/>
                  <a:gd name="T26" fmla="*/ 133 w 62"/>
                  <a:gd name="T27" fmla="*/ 504 h 264"/>
                  <a:gd name="T28" fmla="*/ 147 w 62"/>
                  <a:gd name="T29" fmla="*/ 483 h 264"/>
                  <a:gd name="T30" fmla="*/ 112 w 62"/>
                  <a:gd name="T31" fmla="*/ 402 h 264"/>
                  <a:gd name="T32" fmla="*/ 122 w 62"/>
                  <a:gd name="T33" fmla="*/ 323 h 264"/>
                  <a:gd name="T34" fmla="*/ 142 w 62"/>
                  <a:gd name="T35" fmla="*/ 279 h 264"/>
                  <a:gd name="T36" fmla="*/ 111 w 62"/>
                  <a:gd name="T37" fmla="*/ 247 h 264"/>
                  <a:gd name="T38" fmla="*/ 133 w 62"/>
                  <a:gd name="T39" fmla="*/ 166 h 264"/>
                  <a:gd name="T40" fmla="*/ 134 w 62"/>
                  <a:gd name="T41" fmla="*/ 69 h 264"/>
                  <a:gd name="T42" fmla="*/ 127 w 62"/>
                  <a:gd name="T43" fmla="*/ 0 h 26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2" h="264">
                    <a:moveTo>
                      <a:pt x="50" y="0"/>
                    </a:moveTo>
                    <a:cubicBezTo>
                      <a:pt x="42" y="4"/>
                      <a:pt x="40" y="13"/>
                      <a:pt x="30" y="14"/>
                    </a:cubicBezTo>
                    <a:cubicBezTo>
                      <a:pt x="20" y="14"/>
                      <a:pt x="17" y="8"/>
                      <a:pt x="11" y="3"/>
                    </a:cubicBezTo>
                    <a:cubicBezTo>
                      <a:pt x="10" y="19"/>
                      <a:pt x="5" y="35"/>
                      <a:pt x="11" y="50"/>
                    </a:cubicBezTo>
                    <a:cubicBezTo>
                      <a:pt x="15" y="63"/>
                      <a:pt x="10" y="78"/>
                      <a:pt x="12" y="91"/>
                    </a:cubicBezTo>
                    <a:cubicBezTo>
                      <a:pt x="14" y="112"/>
                      <a:pt x="7" y="133"/>
                      <a:pt x="7" y="154"/>
                    </a:cubicBezTo>
                    <a:cubicBezTo>
                      <a:pt x="7" y="160"/>
                      <a:pt x="2" y="176"/>
                      <a:pt x="5" y="181"/>
                    </a:cubicBezTo>
                    <a:cubicBezTo>
                      <a:pt x="8" y="186"/>
                      <a:pt x="16" y="186"/>
                      <a:pt x="21" y="187"/>
                    </a:cubicBezTo>
                    <a:cubicBezTo>
                      <a:pt x="21" y="197"/>
                      <a:pt x="13" y="208"/>
                      <a:pt x="11" y="218"/>
                    </a:cubicBezTo>
                    <a:cubicBezTo>
                      <a:pt x="9" y="229"/>
                      <a:pt x="0" y="253"/>
                      <a:pt x="10" y="261"/>
                    </a:cubicBezTo>
                    <a:cubicBezTo>
                      <a:pt x="11" y="260"/>
                      <a:pt x="10" y="260"/>
                      <a:pt x="11" y="259"/>
                    </a:cubicBezTo>
                    <a:cubicBezTo>
                      <a:pt x="16" y="259"/>
                      <a:pt x="19" y="262"/>
                      <a:pt x="24" y="264"/>
                    </a:cubicBezTo>
                    <a:cubicBezTo>
                      <a:pt x="21" y="256"/>
                      <a:pt x="26" y="249"/>
                      <a:pt x="30" y="241"/>
                    </a:cubicBezTo>
                    <a:cubicBezTo>
                      <a:pt x="35" y="233"/>
                      <a:pt x="44" y="215"/>
                      <a:pt x="55" y="214"/>
                    </a:cubicBezTo>
                    <a:cubicBezTo>
                      <a:pt x="56" y="210"/>
                      <a:pt x="59" y="208"/>
                      <a:pt x="61" y="205"/>
                    </a:cubicBezTo>
                    <a:cubicBezTo>
                      <a:pt x="50" y="199"/>
                      <a:pt x="47" y="183"/>
                      <a:pt x="47" y="171"/>
                    </a:cubicBezTo>
                    <a:cubicBezTo>
                      <a:pt x="46" y="160"/>
                      <a:pt x="48" y="149"/>
                      <a:pt x="51" y="138"/>
                    </a:cubicBezTo>
                    <a:cubicBezTo>
                      <a:pt x="52" y="134"/>
                      <a:pt x="59" y="123"/>
                      <a:pt x="59" y="119"/>
                    </a:cubicBezTo>
                    <a:cubicBezTo>
                      <a:pt x="58" y="114"/>
                      <a:pt x="47" y="113"/>
                      <a:pt x="46" y="105"/>
                    </a:cubicBezTo>
                    <a:cubicBezTo>
                      <a:pt x="43" y="93"/>
                      <a:pt x="54" y="82"/>
                      <a:pt x="55" y="71"/>
                    </a:cubicBezTo>
                    <a:cubicBezTo>
                      <a:pt x="56" y="56"/>
                      <a:pt x="51" y="44"/>
                      <a:pt x="56" y="29"/>
                    </a:cubicBezTo>
                    <a:cubicBezTo>
                      <a:pt x="61" y="16"/>
                      <a:pt x="62" y="10"/>
                      <a:pt x="53" y="0"/>
                    </a:cubicBezTo>
                  </a:path>
                </a:pathLst>
              </a:custGeom>
              <a:solidFill>
                <a:srgbClr val="A86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1" name="Freeform 190">
                <a:extLst>
                  <a:ext uri="{FF2B5EF4-FFF2-40B4-BE49-F238E27FC236}">
                    <a16:creationId xmlns:a16="http://schemas.microsoft.com/office/drawing/2014/main" id="{ECBD8784-2A9F-41E4-AFDA-72B0E5103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379"/>
                <a:ext cx="27" cy="17"/>
              </a:xfrm>
              <a:custGeom>
                <a:avLst/>
                <a:gdLst>
                  <a:gd name="T0" fmla="*/ 16 w 20"/>
                  <a:gd name="T1" fmla="*/ 5 h 13"/>
                  <a:gd name="T2" fmla="*/ 9 w 20"/>
                  <a:gd name="T3" fmla="*/ 16 h 13"/>
                  <a:gd name="T4" fmla="*/ 43 w 20"/>
                  <a:gd name="T5" fmla="*/ 29 h 13"/>
                  <a:gd name="T6" fmla="*/ 16 w 20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3">
                    <a:moveTo>
                      <a:pt x="7" y="2"/>
                    </a:moveTo>
                    <a:cubicBezTo>
                      <a:pt x="0" y="0"/>
                      <a:pt x="1" y="4"/>
                      <a:pt x="4" y="7"/>
                    </a:cubicBezTo>
                    <a:cubicBezTo>
                      <a:pt x="7" y="10"/>
                      <a:pt x="15" y="12"/>
                      <a:pt x="18" y="13"/>
                    </a:cubicBezTo>
                    <a:cubicBezTo>
                      <a:pt x="20" y="5"/>
                      <a:pt x="13" y="1"/>
                      <a:pt x="7" y="2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2" name="Freeform 191">
                <a:extLst>
                  <a:ext uri="{FF2B5EF4-FFF2-40B4-BE49-F238E27FC236}">
                    <a16:creationId xmlns:a16="http://schemas.microsoft.com/office/drawing/2014/main" id="{10799FAC-1545-4CDB-8B26-EC85CBE2D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402"/>
                <a:ext cx="30" cy="29"/>
              </a:xfrm>
              <a:custGeom>
                <a:avLst/>
                <a:gdLst>
                  <a:gd name="T0" fmla="*/ 12 w 23"/>
                  <a:gd name="T1" fmla="*/ 0 h 22"/>
                  <a:gd name="T2" fmla="*/ 38 w 23"/>
                  <a:gd name="T3" fmla="*/ 42 h 22"/>
                  <a:gd name="T4" fmla="*/ 16 w 23"/>
                  <a:gd name="T5" fmla="*/ 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5" y="0"/>
                    </a:moveTo>
                    <a:cubicBezTo>
                      <a:pt x="0" y="3"/>
                      <a:pt x="11" y="22"/>
                      <a:pt x="17" y="18"/>
                    </a:cubicBezTo>
                    <a:cubicBezTo>
                      <a:pt x="23" y="14"/>
                      <a:pt x="11" y="2"/>
                      <a:pt x="7" y="2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3" name="Freeform 192">
                <a:extLst>
                  <a:ext uri="{FF2B5EF4-FFF2-40B4-BE49-F238E27FC236}">
                    <a16:creationId xmlns:a16="http://schemas.microsoft.com/office/drawing/2014/main" id="{69C2A142-6669-4BF4-89A9-618FF05DB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543"/>
                <a:ext cx="32" cy="37"/>
              </a:xfrm>
              <a:custGeom>
                <a:avLst/>
                <a:gdLst>
                  <a:gd name="T0" fmla="*/ 20 w 24"/>
                  <a:gd name="T1" fmla="*/ 0 h 28"/>
                  <a:gd name="T2" fmla="*/ 49 w 24"/>
                  <a:gd name="T3" fmla="*/ 65 h 28"/>
                  <a:gd name="T4" fmla="*/ 16 w 24"/>
                  <a:gd name="T5" fmla="*/ 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8">
                    <a:moveTo>
                      <a:pt x="8" y="0"/>
                    </a:moveTo>
                    <a:cubicBezTo>
                      <a:pt x="0" y="8"/>
                      <a:pt x="12" y="27"/>
                      <a:pt x="21" y="28"/>
                    </a:cubicBezTo>
                    <a:cubicBezTo>
                      <a:pt x="24" y="20"/>
                      <a:pt x="16" y="5"/>
                      <a:pt x="7" y="3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4" name="Freeform 193">
                <a:extLst>
                  <a:ext uri="{FF2B5EF4-FFF2-40B4-BE49-F238E27FC236}">
                    <a16:creationId xmlns:a16="http://schemas.microsoft.com/office/drawing/2014/main" id="{4916C17F-468E-44DD-B699-70A90EA47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712"/>
                <a:ext cx="25" cy="71"/>
              </a:xfrm>
              <a:custGeom>
                <a:avLst/>
                <a:gdLst>
                  <a:gd name="T0" fmla="*/ 29 w 19"/>
                  <a:gd name="T1" fmla="*/ 9 h 53"/>
                  <a:gd name="T2" fmla="*/ 9 w 19"/>
                  <a:gd name="T3" fmla="*/ 59 h 53"/>
                  <a:gd name="T4" fmla="*/ 18 w 19"/>
                  <a:gd name="T5" fmla="*/ 127 h 53"/>
                  <a:gd name="T6" fmla="*/ 28 w 19"/>
                  <a:gd name="T7" fmla="*/ 70 h 53"/>
                  <a:gd name="T8" fmla="*/ 38 w 19"/>
                  <a:gd name="T9" fmla="*/ 38 h 53"/>
                  <a:gd name="T10" fmla="*/ 29 w 19"/>
                  <a:gd name="T11" fmla="*/ 7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3">
                    <a:moveTo>
                      <a:pt x="13" y="4"/>
                    </a:moveTo>
                    <a:cubicBezTo>
                      <a:pt x="6" y="0"/>
                      <a:pt x="5" y="21"/>
                      <a:pt x="4" y="25"/>
                    </a:cubicBezTo>
                    <a:cubicBezTo>
                      <a:pt x="3" y="31"/>
                      <a:pt x="0" y="50"/>
                      <a:pt x="8" y="53"/>
                    </a:cubicBezTo>
                    <a:cubicBezTo>
                      <a:pt x="12" y="46"/>
                      <a:pt x="10" y="36"/>
                      <a:pt x="12" y="29"/>
                    </a:cubicBezTo>
                    <a:cubicBezTo>
                      <a:pt x="13" y="24"/>
                      <a:pt x="16" y="20"/>
                      <a:pt x="17" y="16"/>
                    </a:cubicBezTo>
                    <a:cubicBezTo>
                      <a:pt x="19" y="9"/>
                      <a:pt x="17" y="8"/>
                      <a:pt x="13" y="3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5" name="Freeform 194">
                <a:extLst>
                  <a:ext uri="{FF2B5EF4-FFF2-40B4-BE49-F238E27FC236}">
                    <a16:creationId xmlns:a16="http://schemas.microsoft.com/office/drawing/2014/main" id="{F8920BC6-D0F7-4B23-A874-DDDD9B18A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675"/>
                <a:ext cx="40" cy="106"/>
              </a:xfrm>
              <a:custGeom>
                <a:avLst/>
                <a:gdLst>
                  <a:gd name="T0" fmla="*/ 52 w 30"/>
                  <a:gd name="T1" fmla="*/ 27 h 80"/>
                  <a:gd name="T2" fmla="*/ 9 w 30"/>
                  <a:gd name="T3" fmla="*/ 87 h 80"/>
                  <a:gd name="T4" fmla="*/ 28 w 30"/>
                  <a:gd name="T5" fmla="*/ 178 h 80"/>
                  <a:gd name="T6" fmla="*/ 71 w 30"/>
                  <a:gd name="T7" fmla="*/ 93 h 80"/>
                  <a:gd name="T8" fmla="*/ 57 w 30"/>
                  <a:gd name="T9" fmla="*/ 4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80">
                    <a:moveTo>
                      <a:pt x="22" y="11"/>
                    </a:moveTo>
                    <a:cubicBezTo>
                      <a:pt x="6" y="0"/>
                      <a:pt x="6" y="29"/>
                      <a:pt x="4" y="38"/>
                    </a:cubicBezTo>
                    <a:cubicBezTo>
                      <a:pt x="2" y="46"/>
                      <a:pt x="0" y="72"/>
                      <a:pt x="12" y="76"/>
                    </a:cubicBezTo>
                    <a:cubicBezTo>
                      <a:pt x="24" y="80"/>
                      <a:pt x="30" y="48"/>
                      <a:pt x="30" y="40"/>
                    </a:cubicBezTo>
                    <a:cubicBezTo>
                      <a:pt x="30" y="31"/>
                      <a:pt x="27" y="25"/>
                      <a:pt x="24" y="17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6" name="Freeform 195">
                <a:extLst>
                  <a:ext uri="{FF2B5EF4-FFF2-40B4-BE49-F238E27FC236}">
                    <a16:creationId xmlns:a16="http://schemas.microsoft.com/office/drawing/2014/main" id="{619A1A65-B5D3-40B0-AF74-8F4983C6B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912"/>
                <a:ext cx="26" cy="39"/>
              </a:xfrm>
              <a:custGeom>
                <a:avLst/>
                <a:gdLst>
                  <a:gd name="T0" fmla="*/ 21 w 19"/>
                  <a:gd name="T1" fmla="*/ 1 h 29"/>
                  <a:gd name="T2" fmla="*/ 29 w 19"/>
                  <a:gd name="T3" fmla="*/ 69 h 29"/>
                  <a:gd name="T4" fmla="*/ 22 w 19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9">
                    <a:moveTo>
                      <a:pt x="8" y="1"/>
                    </a:moveTo>
                    <a:cubicBezTo>
                      <a:pt x="0" y="5"/>
                      <a:pt x="3" y="29"/>
                      <a:pt x="11" y="28"/>
                    </a:cubicBezTo>
                    <a:cubicBezTo>
                      <a:pt x="19" y="28"/>
                      <a:pt x="16" y="3"/>
                      <a:pt x="9" y="0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7" name="Freeform 196">
                <a:extLst>
                  <a:ext uri="{FF2B5EF4-FFF2-40B4-BE49-F238E27FC236}">
                    <a16:creationId xmlns:a16="http://schemas.microsoft.com/office/drawing/2014/main" id="{0DECF599-DBD0-4066-A830-EB0EBB092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085"/>
                <a:ext cx="41" cy="64"/>
              </a:xfrm>
              <a:custGeom>
                <a:avLst/>
                <a:gdLst>
                  <a:gd name="T0" fmla="*/ 58 w 31"/>
                  <a:gd name="T1" fmla="*/ 1 h 48"/>
                  <a:gd name="T2" fmla="*/ 7 w 31"/>
                  <a:gd name="T3" fmla="*/ 37 h 48"/>
                  <a:gd name="T4" fmla="*/ 29 w 31"/>
                  <a:gd name="T5" fmla="*/ 85 h 48"/>
                  <a:gd name="T6" fmla="*/ 49 w 31"/>
                  <a:gd name="T7" fmla="*/ 57 h 48"/>
                  <a:gd name="T8" fmla="*/ 66 w 31"/>
                  <a:gd name="T9" fmla="*/ 37 h 48"/>
                  <a:gd name="T10" fmla="*/ 60 w 31"/>
                  <a:gd name="T11" fmla="*/ 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8">
                    <a:moveTo>
                      <a:pt x="25" y="1"/>
                    </a:moveTo>
                    <a:cubicBezTo>
                      <a:pt x="14" y="0"/>
                      <a:pt x="7" y="6"/>
                      <a:pt x="3" y="16"/>
                    </a:cubicBezTo>
                    <a:cubicBezTo>
                      <a:pt x="0" y="23"/>
                      <a:pt x="0" y="48"/>
                      <a:pt x="13" y="36"/>
                    </a:cubicBezTo>
                    <a:cubicBezTo>
                      <a:pt x="17" y="33"/>
                      <a:pt x="18" y="28"/>
                      <a:pt x="21" y="24"/>
                    </a:cubicBezTo>
                    <a:cubicBezTo>
                      <a:pt x="25" y="21"/>
                      <a:pt x="27" y="21"/>
                      <a:pt x="29" y="16"/>
                    </a:cubicBezTo>
                    <a:cubicBezTo>
                      <a:pt x="31" y="11"/>
                      <a:pt x="31" y="3"/>
                      <a:pt x="26" y="1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8" name="Freeform 197">
                <a:extLst>
                  <a:ext uri="{FF2B5EF4-FFF2-40B4-BE49-F238E27FC236}">
                    <a16:creationId xmlns:a16="http://schemas.microsoft.com/office/drawing/2014/main" id="{72F83FBB-1C0C-408A-88A9-2A02DCAFD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208"/>
                <a:ext cx="36" cy="49"/>
              </a:xfrm>
              <a:custGeom>
                <a:avLst/>
                <a:gdLst>
                  <a:gd name="T0" fmla="*/ 36 w 27"/>
                  <a:gd name="T1" fmla="*/ 9 h 37"/>
                  <a:gd name="T2" fmla="*/ 37 w 27"/>
                  <a:gd name="T3" fmla="*/ 85 h 37"/>
                  <a:gd name="T4" fmla="*/ 36 w 27"/>
                  <a:gd name="T5" fmla="*/ 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7">
                    <a:moveTo>
                      <a:pt x="15" y="4"/>
                    </a:moveTo>
                    <a:cubicBezTo>
                      <a:pt x="0" y="0"/>
                      <a:pt x="12" y="37"/>
                      <a:pt x="16" y="36"/>
                    </a:cubicBezTo>
                    <a:cubicBezTo>
                      <a:pt x="22" y="34"/>
                      <a:pt x="27" y="1"/>
                      <a:pt x="15" y="3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9" name="Freeform 198">
                <a:extLst>
                  <a:ext uri="{FF2B5EF4-FFF2-40B4-BE49-F238E27FC236}">
                    <a16:creationId xmlns:a16="http://schemas.microsoft.com/office/drawing/2014/main" id="{AE2AD8C2-407B-42C6-BBA7-A4C5D74B8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3300"/>
                <a:ext cx="37" cy="56"/>
              </a:xfrm>
              <a:custGeom>
                <a:avLst/>
                <a:gdLst>
                  <a:gd name="T0" fmla="*/ 33 w 28"/>
                  <a:gd name="T1" fmla="*/ 1 h 42"/>
                  <a:gd name="T2" fmla="*/ 1 w 28"/>
                  <a:gd name="T3" fmla="*/ 21 h 42"/>
                  <a:gd name="T4" fmla="*/ 15 w 28"/>
                  <a:gd name="T5" fmla="*/ 87 h 42"/>
                  <a:gd name="T6" fmla="*/ 28 w 28"/>
                  <a:gd name="T7" fmla="*/ 1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2">
                    <a:moveTo>
                      <a:pt x="14" y="1"/>
                    </a:moveTo>
                    <a:cubicBezTo>
                      <a:pt x="10" y="0"/>
                      <a:pt x="3" y="4"/>
                      <a:pt x="1" y="9"/>
                    </a:cubicBezTo>
                    <a:cubicBezTo>
                      <a:pt x="0" y="13"/>
                      <a:pt x="3" y="34"/>
                      <a:pt x="6" y="37"/>
                    </a:cubicBezTo>
                    <a:cubicBezTo>
                      <a:pt x="12" y="42"/>
                      <a:pt x="28" y="9"/>
                      <a:pt x="12" y="1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0" name="Freeform 199">
                <a:extLst>
                  <a:ext uri="{FF2B5EF4-FFF2-40B4-BE49-F238E27FC236}">
                    <a16:creationId xmlns:a16="http://schemas.microsoft.com/office/drawing/2014/main" id="{CAFF6539-7F90-4A2C-A3E4-95D17FE76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252"/>
                <a:ext cx="29" cy="50"/>
              </a:xfrm>
              <a:custGeom>
                <a:avLst/>
                <a:gdLst>
                  <a:gd name="T0" fmla="*/ 29 w 22"/>
                  <a:gd name="T1" fmla="*/ 7 h 38"/>
                  <a:gd name="T2" fmla="*/ 15 w 22"/>
                  <a:gd name="T3" fmla="*/ 78 h 38"/>
                  <a:gd name="T4" fmla="*/ 42 w 22"/>
                  <a:gd name="T5" fmla="*/ 51 h 38"/>
                  <a:gd name="T6" fmla="*/ 37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13" y="3"/>
                    </a:moveTo>
                    <a:cubicBezTo>
                      <a:pt x="4" y="1"/>
                      <a:pt x="0" y="30"/>
                      <a:pt x="6" y="34"/>
                    </a:cubicBezTo>
                    <a:cubicBezTo>
                      <a:pt x="12" y="38"/>
                      <a:pt x="17" y="27"/>
                      <a:pt x="18" y="23"/>
                    </a:cubicBezTo>
                    <a:cubicBezTo>
                      <a:pt x="22" y="15"/>
                      <a:pt x="21" y="7"/>
                      <a:pt x="16" y="0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1" name="Freeform 200">
                <a:extLst>
                  <a:ext uri="{FF2B5EF4-FFF2-40B4-BE49-F238E27FC236}">
                    <a16:creationId xmlns:a16="http://schemas.microsoft.com/office/drawing/2014/main" id="{6E3DB7A6-CC33-4547-B7EE-7F970DE9F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3017"/>
                <a:ext cx="28" cy="48"/>
              </a:xfrm>
              <a:custGeom>
                <a:avLst/>
                <a:gdLst>
                  <a:gd name="T0" fmla="*/ 37 w 21"/>
                  <a:gd name="T1" fmla="*/ 1 h 36"/>
                  <a:gd name="T2" fmla="*/ 12 w 21"/>
                  <a:gd name="T3" fmla="*/ 16 h 36"/>
                  <a:gd name="T4" fmla="*/ 7 w 21"/>
                  <a:gd name="T5" fmla="*/ 73 h 36"/>
                  <a:gd name="T6" fmla="*/ 43 w 21"/>
                  <a:gd name="T7" fmla="*/ 48 h 36"/>
                  <a:gd name="T8" fmla="*/ 37 w 21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6">
                    <a:moveTo>
                      <a:pt x="16" y="1"/>
                    </a:moveTo>
                    <a:cubicBezTo>
                      <a:pt x="11" y="2"/>
                      <a:pt x="8" y="2"/>
                      <a:pt x="5" y="7"/>
                    </a:cubicBezTo>
                    <a:cubicBezTo>
                      <a:pt x="3" y="10"/>
                      <a:pt x="0" y="28"/>
                      <a:pt x="3" y="31"/>
                    </a:cubicBezTo>
                    <a:cubicBezTo>
                      <a:pt x="9" y="36"/>
                      <a:pt x="16" y="23"/>
                      <a:pt x="18" y="20"/>
                    </a:cubicBezTo>
                    <a:cubicBezTo>
                      <a:pt x="21" y="12"/>
                      <a:pt x="20" y="7"/>
                      <a:pt x="16" y="0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2" name="Freeform 201">
                <a:extLst>
                  <a:ext uri="{FF2B5EF4-FFF2-40B4-BE49-F238E27FC236}">
                    <a16:creationId xmlns:a16="http://schemas.microsoft.com/office/drawing/2014/main" id="{33EA0843-C551-412D-B0E4-D332CB3F3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125"/>
                <a:ext cx="48" cy="53"/>
              </a:xfrm>
              <a:custGeom>
                <a:avLst/>
                <a:gdLst>
                  <a:gd name="T0" fmla="*/ 57 w 36"/>
                  <a:gd name="T1" fmla="*/ 1 h 40"/>
                  <a:gd name="T2" fmla="*/ 5 w 36"/>
                  <a:gd name="T3" fmla="*/ 27 h 40"/>
                  <a:gd name="T4" fmla="*/ 7 w 36"/>
                  <a:gd name="T5" fmla="*/ 81 h 40"/>
                  <a:gd name="T6" fmla="*/ 57 w 36"/>
                  <a:gd name="T7" fmla="*/ 42 h 40"/>
                  <a:gd name="T8" fmla="*/ 64 w 36"/>
                  <a:gd name="T9" fmla="*/ 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0">
                    <a:moveTo>
                      <a:pt x="24" y="1"/>
                    </a:moveTo>
                    <a:cubicBezTo>
                      <a:pt x="17" y="0"/>
                      <a:pt x="5" y="4"/>
                      <a:pt x="2" y="11"/>
                    </a:cubicBezTo>
                    <a:cubicBezTo>
                      <a:pt x="0" y="14"/>
                      <a:pt x="0" y="33"/>
                      <a:pt x="3" y="35"/>
                    </a:cubicBezTo>
                    <a:cubicBezTo>
                      <a:pt x="11" y="40"/>
                      <a:pt x="21" y="22"/>
                      <a:pt x="24" y="18"/>
                    </a:cubicBezTo>
                    <a:cubicBezTo>
                      <a:pt x="26" y="16"/>
                      <a:pt x="36" y="3"/>
                      <a:pt x="27" y="3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3" name="Freeform 202">
                <a:extLst>
                  <a:ext uri="{FF2B5EF4-FFF2-40B4-BE49-F238E27FC236}">
                    <a16:creationId xmlns:a16="http://schemas.microsoft.com/office/drawing/2014/main" id="{F23A18DE-3CC7-418F-BF38-8F91E17B1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837"/>
                <a:ext cx="32" cy="60"/>
              </a:xfrm>
              <a:custGeom>
                <a:avLst/>
                <a:gdLst>
                  <a:gd name="T0" fmla="*/ 37 w 24"/>
                  <a:gd name="T1" fmla="*/ 21 h 45"/>
                  <a:gd name="T2" fmla="*/ 27 w 24"/>
                  <a:gd name="T3" fmla="*/ 100 h 45"/>
                  <a:gd name="T4" fmla="*/ 52 w 24"/>
                  <a:gd name="T5" fmla="*/ 63 h 45"/>
                  <a:gd name="T6" fmla="*/ 43 w 24"/>
                  <a:gd name="T7" fmla="*/ 2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5">
                    <a:moveTo>
                      <a:pt x="16" y="9"/>
                    </a:moveTo>
                    <a:cubicBezTo>
                      <a:pt x="6" y="0"/>
                      <a:pt x="0" y="45"/>
                      <a:pt x="11" y="42"/>
                    </a:cubicBezTo>
                    <a:cubicBezTo>
                      <a:pt x="16" y="42"/>
                      <a:pt x="21" y="30"/>
                      <a:pt x="22" y="26"/>
                    </a:cubicBezTo>
                    <a:cubicBezTo>
                      <a:pt x="24" y="19"/>
                      <a:pt x="24" y="12"/>
                      <a:pt x="18" y="8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4" name="Freeform 203">
                <a:extLst>
                  <a:ext uri="{FF2B5EF4-FFF2-40B4-BE49-F238E27FC236}">
                    <a16:creationId xmlns:a16="http://schemas.microsoft.com/office/drawing/2014/main" id="{8871000E-1495-42EE-8D04-F827D2E64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869"/>
                <a:ext cx="33" cy="47"/>
              </a:xfrm>
              <a:custGeom>
                <a:avLst/>
                <a:gdLst>
                  <a:gd name="T0" fmla="*/ 34 w 25"/>
                  <a:gd name="T1" fmla="*/ 12 h 35"/>
                  <a:gd name="T2" fmla="*/ 20 w 25"/>
                  <a:gd name="T3" fmla="*/ 79 h 35"/>
                  <a:gd name="T4" fmla="*/ 37 w 25"/>
                  <a:gd name="T5" fmla="*/ 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5">
                    <a:moveTo>
                      <a:pt x="15" y="5"/>
                    </a:moveTo>
                    <a:cubicBezTo>
                      <a:pt x="7" y="0"/>
                      <a:pt x="0" y="31"/>
                      <a:pt x="8" y="33"/>
                    </a:cubicBezTo>
                    <a:cubicBezTo>
                      <a:pt x="15" y="35"/>
                      <a:pt x="25" y="6"/>
                      <a:pt x="16" y="4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5" name="Freeform 204">
                <a:extLst>
                  <a:ext uri="{FF2B5EF4-FFF2-40B4-BE49-F238E27FC236}">
                    <a16:creationId xmlns:a16="http://schemas.microsoft.com/office/drawing/2014/main" id="{F59730E8-DED1-4D8F-9219-A5D627E47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3288"/>
                <a:ext cx="36" cy="57"/>
              </a:xfrm>
              <a:custGeom>
                <a:avLst/>
                <a:gdLst>
                  <a:gd name="T0" fmla="*/ 48 w 27"/>
                  <a:gd name="T1" fmla="*/ 1 h 43"/>
                  <a:gd name="T2" fmla="*/ 27 w 27"/>
                  <a:gd name="T3" fmla="*/ 37 h 43"/>
                  <a:gd name="T4" fmla="*/ 27 w 27"/>
                  <a:gd name="T5" fmla="*/ 95 h 43"/>
                  <a:gd name="T6" fmla="*/ 57 w 27"/>
                  <a:gd name="T7" fmla="*/ 60 h 43"/>
                  <a:gd name="T8" fmla="*/ 52 w 27"/>
                  <a:gd name="T9" fmla="*/ 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3">
                    <a:moveTo>
                      <a:pt x="20" y="1"/>
                    </a:moveTo>
                    <a:cubicBezTo>
                      <a:pt x="11" y="0"/>
                      <a:pt x="12" y="10"/>
                      <a:pt x="11" y="16"/>
                    </a:cubicBezTo>
                    <a:cubicBezTo>
                      <a:pt x="9" y="22"/>
                      <a:pt x="0" y="38"/>
                      <a:pt x="11" y="41"/>
                    </a:cubicBezTo>
                    <a:cubicBezTo>
                      <a:pt x="18" y="43"/>
                      <a:pt x="23" y="31"/>
                      <a:pt x="24" y="26"/>
                    </a:cubicBezTo>
                    <a:cubicBezTo>
                      <a:pt x="27" y="18"/>
                      <a:pt x="21" y="10"/>
                      <a:pt x="22" y="2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968" name="Group 205">
              <a:extLst>
                <a:ext uri="{FF2B5EF4-FFF2-40B4-BE49-F238E27FC236}">
                  <a16:creationId xmlns:a16="http://schemas.microsoft.com/office/drawing/2014/main" id="{E814B103-029E-4DDB-BEF3-213F44C285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37" y="920"/>
              <a:ext cx="2147" cy="2649"/>
              <a:chOff x="3037" y="920"/>
              <a:chExt cx="2147" cy="2649"/>
            </a:xfrm>
          </p:grpSpPr>
          <p:sp>
            <p:nvSpPr>
              <p:cNvPr id="27166" name="Freeform 206">
                <a:extLst>
                  <a:ext uri="{FF2B5EF4-FFF2-40B4-BE49-F238E27FC236}">
                    <a16:creationId xmlns:a16="http://schemas.microsoft.com/office/drawing/2014/main" id="{012518F8-D2A7-4988-9CE2-F48487C90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3250"/>
                <a:ext cx="21" cy="55"/>
              </a:xfrm>
              <a:custGeom>
                <a:avLst/>
                <a:gdLst>
                  <a:gd name="T0" fmla="*/ 24 w 16"/>
                  <a:gd name="T1" fmla="*/ 21 h 41"/>
                  <a:gd name="T2" fmla="*/ 5 w 16"/>
                  <a:gd name="T3" fmla="*/ 38 h 41"/>
                  <a:gd name="T4" fmla="*/ 12 w 16"/>
                  <a:gd name="T5" fmla="*/ 78 h 41"/>
                  <a:gd name="T6" fmla="*/ 21 w 16"/>
                  <a:gd name="T7" fmla="*/ 99 h 41"/>
                  <a:gd name="T8" fmla="*/ 34 w 16"/>
                  <a:gd name="T9" fmla="*/ 54 h 41"/>
                  <a:gd name="T10" fmla="*/ 22 w 16"/>
                  <a:gd name="T11" fmla="*/ 2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1">
                    <a:moveTo>
                      <a:pt x="11" y="9"/>
                    </a:moveTo>
                    <a:cubicBezTo>
                      <a:pt x="6" y="0"/>
                      <a:pt x="0" y="9"/>
                      <a:pt x="2" y="16"/>
                    </a:cubicBezTo>
                    <a:cubicBezTo>
                      <a:pt x="3" y="21"/>
                      <a:pt x="4" y="26"/>
                      <a:pt x="5" y="32"/>
                    </a:cubicBezTo>
                    <a:cubicBezTo>
                      <a:pt x="5" y="36"/>
                      <a:pt x="4" y="40"/>
                      <a:pt x="9" y="41"/>
                    </a:cubicBezTo>
                    <a:cubicBezTo>
                      <a:pt x="13" y="35"/>
                      <a:pt x="16" y="29"/>
                      <a:pt x="15" y="22"/>
                    </a:cubicBezTo>
                    <a:cubicBezTo>
                      <a:pt x="15" y="16"/>
                      <a:pt x="11" y="13"/>
                      <a:pt x="10" y="8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7" name="Freeform 207">
                <a:extLst>
                  <a:ext uri="{FF2B5EF4-FFF2-40B4-BE49-F238E27FC236}">
                    <a16:creationId xmlns:a16="http://schemas.microsoft.com/office/drawing/2014/main" id="{0FA237E7-453A-4BC5-97CA-86A50C2CA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981"/>
                <a:ext cx="39" cy="75"/>
              </a:xfrm>
              <a:custGeom>
                <a:avLst/>
                <a:gdLst>
                  <a:gd name="T0" fmla="*/ 56 w 29"/>
                  <a:gd name="T1" fmla="*/ 20 h 56"/>
                  <a:gd name="T2" fmla="*/ 27 w 29"/>
                  <a:gd name="T3" fmla="*/ 44 h 56"/>
                  <a:gd name="T4" fmla="*/ 16 w 29"/>
                  <a:gd name="T5" fmla="*/ 118 h 56"/>
                  <a:gd name="T6" fmla="*/ 56 w 29"/>
                  <a:gd name="T7" fmla="*/ 99 h 56"/>
                  <a:gd name="T8" fmla="*/ 62 w 29"/>
                  <a:gd name="T9" fmla="*/ 2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56">
                    <a:moveTo>
                      <a:pt x="23" y="8"/>
                    </a:moveTo>
                    <a:cubicBezTo>
                      <a:pt x="14" y="0"/>
                      <a:pt x="13" y="11"/>
                      <a:pt x="11" y="19"/>
                    </a:cubicBezTo>
                    <a:cubicBezTo>
                      <a:pt x="9" y="27"/>
                      <a:pt x="0" y="42"/>
                      <a:pt x="7" y="49"/>
                    </a:cubicBezTo>
                    <a:cubicBezTo>
                      <a:pt x="13" y="56"/>
                      <a:pt x="20" y="47"/>
                      <a:pt x="23" y="41"/>
                    </a:cubicBezTo>
                    <a:cubicBezTo>
                      <a:pt x="29" y="30"/>
                      <a:pt x="27" y="20"/>
                      <a:pt x="25" y="9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8" name="Freeform 208">
                <a:extLst>
                  <a:ext uri="{FF2B5EF4-FFF2-40B4-BE49-F238E27FC236}">
                    <a16:creationId xmlns:a16="http://schemas.microsoft.com/office/drawing/2014/main" id="{03B25F39-DC6D-4BD3-A55F-C6120E54D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659"/>
                <a:ext cx="20" cy="46"/>
              </a:xfrm>
              <a:custGeom>
                <a:avLst/>
                <a:gdLst>
                  <a:gd name="T0" fmla="*/ 36 w 15"/>
                  <a:gd name="T1" fmla="*/ 12 h 35"/>
                  <a:gd name="T2" fmla="*/ 20 w 15"/>
                  <a:gd name="T3" fmla="*/ 0 h 35"/>
                  <a:gd name="T4" fmla="*/ 12 w 15"/>
                  <a:gd name="T5" fmla="*/ 67 h 35"/>
                  <a:gd name="T6" fmla="*/ 36 w 15"/>
                  <a:gd name="T7" fmla="*/ 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5">
                    <a:moveTo>
                      <a:pt x="15" y="5"/>
                    </a:moveTo>
                    <a:cubicBezTo>
                      <a:pt x="12" y="3"/>
                      <a:pt x="11" y="1"/>
                      <a:pt x="8" y="0"/>
                    </a:cubicBezTo>
                    <a:cubicBezTo>
                      <a:pt x="6" y="4"/>
                      <a:pt x="0" y="28"/>
                      <a:pt x="5" y="30"/>
                    </a:cubicBezTo>
                    <a:cubicBezTo>
                      <a:pt x="14" y="35"/>
                      <a:pt x="15" y="9"/>
                      <a:pt x="15" y="4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9" name="Freeform 209">
                <a:extLst>
                  <a:ext uri="{FF2B5EF4-FFF2-40B4-BE49-F238E27FC236}">
                    <a16:creationId xmlns:a16="http://schemas.microsoft.com/office/drawing/2014/main" id="{00903048-8013-46B9-A246-1FE089FD2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440"/>
                <a:ext cx="20" cy="40"/>
              </a:xfrm>
              <a:custGeom>
                <a:avLst/>
                <a:gdLst>
                  <a:gd name="T0" fmla="*/ 27 w 15"/>
                  <a:gd name="T1" fmla="*/ 12 h 30"/>
                  <a:gd name="T2" fmla="*/ 5 w 15"/>
                  <a:gd name="T3" fmla="*/ 15 h 30"/>
                  <a:gd name="T4" fmla="*/ 12 w 15"/>
                  <a:gd name="T5" fmla="*/ 65 h 30"/>
                  <a:gd name="T6" fmla="*/ 33 w 15"/>
                  <a:gd name="T7" fmla="*/ 37 h 30"/>
                  <a:gd name="T8" fmla="*/ 27 w 15"/>
                  <a:gd name="T9" fmla="*/ 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11" y="5"/>
                    </a:moveTo>
                    <a:cubicBezTo>
                      <a:pt x="10" y="0"/>
                      <a:pt x="4" y="2"/>
                      <a:pt x="2" y="6"/>
                    </a:cubicBezTo>
                    <a:cubicBezTo>
                      <a:pt x="0" y="9"/>
                      <a:pt x="1" y="26"/>
                      <a:pt x="5" y="28"/>
                    </a:cubicBezTo>
                    <a:cubicBezTo>
                      <a:pt x="10" y="30"/>
                      <a:pt x="13" y="20"/>
                      <a:pt x="14" y="16"/>
                    </a:cubicBezTo>
                    <a:cubicBezTo>
                      <a:pt x="15" y="11"/>
                      <a:pt x="15" y="8"/>
                      <a:pt x="11" y="3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0" name="Freeform 210">
                <a:extLst>
                  <a:ext uri="{FF2B5EF4-FFF2-40B4-BE49-F238E27FC236}">
                    <a16:creationId xmlns:a16="http://schemas.microsoft.com/office/drawing/2014/main" id="{451B4590-0DFA-4E5B-B981-ACAAF4CDF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511"/>
                <a:ext cx="54" cy="60"/>
              </a:xfrm>
              <a:custGeom>
                <a:avLst/>
                <a:gdLst>
                  <a:gd name="T0" fmla="*/ 32 w 40"/>
                  <a:gd name="T1" fmla="*/ 12 h 45"/>
                  <a:gd name="T2" fmla="*/ 9 w 40"/>
                  <a:gd name="T3" fmla="*/ 49 h 45"/>
                  <a:gd name="T4" fmla="*/ 63 w 40"/>
                  <a:gd name="T5" fmla="*/ 92 h 45"/>
                  <a:gd name="T6" fmla="*/ 32 w 40"/>
                  <a:gd name="T7" fmla="*/ 9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5">
                    <a:moveTo>
                      <a:pt x="13" y="5"/>
                    </a:moveTo>
                    <a:cubicBezTo>
                      <a:pt x="1" y="0"/>
                      <a:pt x="0" y="14"/>
                      <a:pt x="4" y="21"/>
                    </a:cubicBezTo>
                    <a:cubicBezTo>
                      <a:pt x="8" y="28"/>
                      <a:pt x="18" y="45"/>
                      <a:pt x="26" y="39"/>
                    </a:cubicBezTo>
                    <a:cubicBezTo>
                      <a:pt x="40" y="30"/>
                      <a:pt x="26" y="4"/>
                      <a:pt x="13" y="4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1" name="Freeform 211">
                <a:extLst>
                  <a:ext uri="{FF2B5EF4-FFF2-40B4-BE49-F238E27FC236}">
                    <a16:creationId xmlns:a16="http://schemas.microsoft.com/office/drawing/2014/main" id="{61A3967C-0BC2-4BDC-AD85-00869C2FC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443"/>
                <a:ext cx="57" cy="76"/>
              </a:xfrm>
              <a:custGeom>
                <a:avLst/>
                <a:gdLst>
                  <a:gd name="T0" fmla="*/ 64 w 43"/>
                  <a:gd name="T1" fmla="*/ 20 h 57"/>
                  <a:gd name="T2" fmla="*/ 93 w 43"/>
                  <a:gd name="T3" fmla="*/ 85 h 57"/>
                  <a:gd name="T4" fmla="*/ 91 w 43"/>
                  <a:gd name="T5" fmla="*/ 43 h 57"/>
                  <a:gd name="T6" fmla="*/ 70 w 43"/>
                  <a:gd name="T7" fmla="*/ 27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57">
                    <a:moveTo>
                      <a:pt x="27" y="8"/>
                    </a:moveTo>
                    <a:cubicBezTo>
                      <a:pt x="0" y="0"/>
                      <a:pt x="27" y="57"/>
                      <a:pt x="40" y="36"/>
                    </a:cubicBezTo>
                    <a:cubicBezTo>
                      <a:pt x="43" y="30"/>
                      <a:pt x="43" y="22"/>
                      <a:pt x="39" y="18"/>
                    </a:cubicBezTo>
                    <a:cubicBezTo>
                      <a:pt x="37" y="15"/>
                      <a:pt x="32" y="14"/>
                      <a:pt x="30" y="11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2" name="Freeform 212">
                <a:extLst>
                  <a:ext uri="{FF2B5EF4-FFF2-40B4-BE49-F238E27FC236}">
                    <a16:creationId xmlns:a16="http://schemas.microsoft.com/office/drawing/2014/main" id="{739B0C8B-6AB8-416A-9D1A-DA295D8A4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299"/>
                <a:ext cx="27" cy="37"/>
              </a:xfrm>
              <a:custGeom>
                <a:avLst/>
                <a:gdLst>
                  <a:gd name="T0" fmla="*/ 32 w 20"/>
                  <a:gd name="T1" fmla="*/ 12 h 28"/>
                  <a:gd name="T2" fmla="*/ 26 w 20"/>
                  <a:gd name="T3" fmla="*/ 63 h 28"/>
                  <a:gd name="T4" fmla="*/ 47 w 20"/>
                  <a:gd name="T5" fmla="*/ 44 h 28"/>
                  <a:gd name="T6" fmla="*/ 36 w 20"/>
                  <a:gd name="T7" fmla="*/ 22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13" y="5"/>
                    </a:moveTo>
                    <a:cubicBezTo>
                      <a:pt x="0" y="0"/>
                      <a:pt x="2" y="25"/>
                      <a:pt x="10" y="27"/>
                    </a:cubicBezTo>
                    <a:cubicBezTo>
                      <a:pt x="13" y="28"/>
                      <a:pt x="19" y="22"/>
                      <a:pt x="19" y="19"/>
                    </a:cubicBezTo>
                    <a:cubicBezTo>
                      <a:pt x="20" y="16"/>
                      <a:pt x="15" y="13"/>
                      <a:pt x="15" y="10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3" name="Freeform 213">
                <a:extLst>
                  <a:ext uri="{FF2B5EF4-FFF2-40B4-BE49-F238E27FC236}">
                    <a16:creationId xmlns:a16="http://schemas.microsoft.com/office/drawing/2014/main" id="{EE0857B1-A287-4F64-A3D2-DFE3CFE18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264"/>
                <a:ext cx="35" cy="67"/>
              </a:xfrm>
              <a:custGeom>
                <a:avLst/>
                <a:gdLst>
                  <a:gd name="T0" fmla="*/ 35 w 27"/>
                  <a:gd name="T1" fmla="*/ 9 h 50"/>
                  <a:gd name="T2" fmla="*/ 6 w 27"/>
                  <a:gd name="T3" fmla="*/ 46 h 50"/>
                  <a:gd name="T4" fmla="*/ 27 w 27"/>
                  <a:gd name="T5" fmla="*/ 111 h 50"/>
                  <a:gd name="T6" fmla="*/ 38 w 27"/>
                  <a:gd name="T7" fmla="*/ 7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0">
                    <a:moveTo>
                      <a:pt x="16" y="4"/>
                    </a:moveTo>
                    <a:cubicBezTo>
                      <a:pt x="4" y="0"/>
                      <a:pt x="3" y="10"/>
                      <a:pt x="3" y="19"/>
                    </a:cubicBezTo>
                    <a:cubicBezTo>
                      <a:pt x="3" y="25"/>
                      <a:pt x="0" y="50"/>
                      <a:pt x="12" y="46"/>
                    </a:cubicBezTo>
                    <a:cubicBezTo>
                      <a:pt x="19" y="44"/>
                      <a:pt x="27" y="7"/>
                      <a:pt x="17" y="3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4" name="Freeform 214">
                <a:extLst>
                  <a:ext uri="{FF2B5EF4-FFF2-40B4-BE49-F238E27FC236}">
                    <a16:creationId xmlns:a16="http://schemas.microsoft.com/office/drawing/2014/main" id="{2953C0C3-38D8-490F-A9E3-060D28721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127"/>
                <a:ext cx="25" cy="36"/>
              </a:xfrm>
              <a:custGeom>
                <a:avLst/>
                <a:gdLst>
                  <a:gd name="T0" fmla="*/ 24 w 19"/>
                  <a:gd name="T1" fmla="*/ 16 h 27"/>
                  <a:gd name="T2" fmla="*/ 1 w 19"/>
                  <a:gd name="T3" fmla="*/ 23 h 27"/>
                  <a:gd name="T4" fmla="*/ 24 w 19"/>
                  <a:gd name="T5" fmla="*/ 63 h 27"/>
                  <a:gd name="T6" fmla="*/ 42 w 19"/>
                  <a:gd name="T7" fmla="*/ 41 h 27"/>
                  <a:gd name="T8" fmla="*/ 28 w 19"/>
                  <a:gd name="T9" fmla="*/ 2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11" y="7"/>
                    </a:moveTo>
                    <a:cubicBezTo>
                      <a:pt x="8" y="0"/>
                      <a:pt x="2" y="4"/>
                      <a:pt x="1" y="10"/>
                    </a:cubicBezTo>
                    <a:cubicBezTo>
                      <a:pt x="0" y="15"/>
                      <a:pt x="4" y="25"/>
                      <a:pt x="11" y="26"/>
                    </a:cubicBezTo>
                    <a:cubicBezTo>
                      <a:pt x="16" y="27"/>
                      <a:pt x="19" y="22"/>
                      <a:pt x="18" y="17"/>
                    </a:cubicBezTo>
                    <a:cubicBezTo>
                      <a:pt x="18" y="13"/>
                      <a:pt x="15" y="12"/>
                      <a:pt x="12" y="9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5" name="Freeform 215">
                <a:extLst>
                  <a:ext uri="{FF2B5EF4-FFF2-40B4-BE49-F238E27FC236}">
                    <a16:creationId xmlns:a16="http://schemas.microsoft.com/office/drawing/2014/main" id="{427F87F0-5004-45A6-BAC4-7E11C0691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270"/>
                <a:ext cx="27" cy="45"/>
              </a:xfrm>
              <a:custGeom>
                <a:avLst/>
                <a:gdLst>
                  <a:gd name="T0" fmla="*/ 16 w 20"/>
                  <a:gd name="T1" fmla="*/ 12 h 34"/>
                  <a:gd name="T2" fmla="*/ 1 w 20"/>
                  <a:gd name="T3" fmla="*/ 33 h 34"/>
                  <a:gd name="T4" fmla="*/ 35 w 20"/>
                  <a:gd name="T5" fmla="*/ 79 h 34"/>
                  <a:gd name="T6" fmla="*/ 42 w 20"/>
                  <a:gd name="T7" fmla="*/ 44 h 34"/>
                  <a:gd name="T8" fmla="*/ 16 w 20"/>
                  <a:gd name="T9" fmla="*/ 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4">
                    <a:moveTo>
                      <a:pt x="7" y="5"/>
                    </a:moveTo>
                    <a:cubicBezTo>
                      <a:pt x="1" y="0"/>
                      <a:pt x="0" y="9"/>
                      <a:pt x="1" y="14"/>
                    </a:cubicBezTo>
                    <a:cubicBezTo>
                      <a:pt x="2" y="18"/>
                      <a:pt x="9" y="33"/>
                      <a:pt x="14" y="34"/>
                    </a:cubicBezTo>
                    <a:cubicBezTo>
                      <a:pt x="20" y="34"/>
                      <a:pt x="18" y="23"/>
                      <a:pt x="17" y="19"/>
                    </a:cubicBezTo>
                    <a:cubicBezTo>
                      <a:pt x="16" y="13"/>
                      <a:pt x="11" y="9"/>
                      <a:pt x="7" y="4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6" name="Freeform 216">
                <a:extLst>
                  <a:ext uri="{FF2B5EF4-FFF2-40B4-BE49-F238E27FC236}">
                    <a16:creationId xmlns:a16="http://schemas.microsoft.com/office/drawing/2014/main" id="{9B979A64-4F26-4FA3-A4D9-4708620B9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2114"/>
                <a:ext cx="56" cy="64"/>
              </a:xfrm>
              <a:custGeom>
                <a:avLst/>
                <a:gdLst>
                  <a:gd name="T0" fmla="*/ 57 w 42"/>
                  <a:gd name="T1" fmla="*/ 12 h 48"/>
                  <a:gd name="T2" fmla="*/ 52 w 42"/>
                  <a:gd name="T3" fmla="*/ 92 h 48"/>
                  <a:gd name="T4" fmla="*/ 92 w 42"/>
                  <a:gd name="T5" fmla="*/ 49 h 48"/>
                  <a:gd name="T6" fmla="*/ 65 w 42"/>
                  <a:gd name="T7" fmla="*/ 7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24" y="5"/>
                    </a:moveTo>
                    <a:cubicBezTo>
                      <a:pt x="13" y="0"/>
                      <a:pt x="0" y="48"/>
                      <a:pt x="22" y="39"/>
                    </a:cubicBezTo>
                    <a:cubicBezTo>
                      <a:pt x="28" y="36"/>
                      <a:pt x="37" y="27"/>
                      <a:pt x="39" y="21"/>
                    </a:cubicBezTo>
                    <a:cubicBezTo>
                      <a:pt x="42" y="12"/>
                      <a:pt x="33" y="9"/>
                      <a:pt x="28" y="3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7" name="Freeform 217">
                <a:extLst>
                  <a:ext uri="{FF2B5EF4-FFF2-40B4-BE49-F238E27FC236}">
                    <a16:creationId xmlns:a16="http://schemas.microsoft.com/office/drawing/2014/main" id="{334CFBAB-7EA3-46B2-8F5F-21E4BCF8F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987"/>
                <a:ext cx="38" cy="59"/>
              </a:xfrm>
              <a:custGeom>
                <a:avLst/>
                <a:gdLst>
                  <a:gd name="T0" fmla="*/ 50 w 28"/>
                  <a:gd name="T1" fmla="*/ 12 h 44"/>
                  <a:gd name="T2" fmla="*/ 41 w 28"/>
                  <a:gd name="T3" fmla="*/ 83 h 44"/>
                  <a:gd name="T4" fmla="*/ 68 w 28"/>
                  <a:gd name="T5" fmla="*/ 46 h 44"/>
                  <a:gd name="T6" fmla="*/ 53 w 28"/>
                  <a:gd name="T7" fmla="*/ 12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4">
                    <a:moveTo>
                      <a:pt x="20" y="5"/>
                    </a:moveTo>
                    <a:cubicBezTo>
                      <a:pt x="9" y="0"/>
                      <a:pt x="0" y="44"/>
                      <a:pt x="16" y="34"/>
                    </a:cubicBezTo>
                    <a:cubicBezTo>
                      <a:pt x="18" y="33"/>
                      <a:pt x="26" y="22"/>
                      <a:pt x="27" y="19"/>
                    </a:cubicBezTo>
                    <a:cubicBezTo>
                      <a:pt x="28" y="14"/>
                      <a:pt x="25" y="7"/>
                      <a:pt x="21" y="5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8" name="Freeform 218">
                <a:extLst>
                  <a:ext uri="{FF2B5EF4-FFF2-40B4-BE49-F238E27FC236}">
                    <a16:creationId xmlns:a16="http://schemas.microsoft.com/office/drawing/2014/main" id="{01114857-B495-42E4-96C9-1855A757B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179"/>
                <a:ext cx="24" cy="45"/>
              </a:xfrm>
              <a:custGeom>
                <a:avLst/>
                <a:gdLst>
                  <a:gd name="T0" fmla="*/ 1 w 18"/>
                  <a:gd name="T1" fmla="*/ 79 h 34"/>
                  <a:gd name="T2" fmla="*/ 31 w 18"/>
                  <a:gd name="T3" fmla="*/ 65 h 34"/>
                  <a:gd name="T4" fmla="*/ 31 w 18"/>
                  <a:gd name="T5" fmla="*/ 23 h 34"/>
                  <a:gd name="T6" fmla="*/ 7 w 18"/>
                  <a:gd name="T7" fmla="*/ 26 h 34"/>
                  <a:gd name="T8" fmla="*/ 0 w 18"/>
                  <a:gd name="T9" fmla="*/ 7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4">
                    <a:moveTo>
                      <a:pt x="1" y="34"/>
                    </a:moveTo>
                    <a:cubicBezTo>
                      <a:pt x="2" y="34"/>
                      <a:pt x="11" y="30"/>
                      <a:pt x="13" y="28"/>
                    </a:cubicBezTo>
                    <a:cubicBezTo>
                      <a:pt x="18" y="24"/>
                      <a:pt x="15" y="17"/>
                      <a:pt x="13" y="10"/>
                    </a:cubicBezTo>
                    <a:cubicBezTo>
                      <a:pt x="10" y="0"/>
                      <a:pt x="5" y="1"/>
                      <a:pt x="3" y="11"/>
                    </a:cubicBezTo>
                    <a:cubicBezTo>
                      <a:pt x="1" y="18"/>
                      <a:pt x="0" y="25"/>
                      <a:pt x="0" y="32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9" name="Freeform 219">
                <a:extLst>
                  <a:ext uri="{FF2B5EF4-FFF2-40B4-BE49-F238E27FC236}">
                    <a16:creationId xmlns:a16="http://schemas.microsoft.com/office/drawing/2014/main" id="{FF40130F-44FD-44DF-ADB3-6E1439D93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2215"/>
                <a:ext cx="75" cy="65"/>
              </a:xfrm>
              <a:custGeom>
                <a:avLst/>
                <a:gdLst>
                  <a:gd name="T0" fmla="*/ 1 w 56"/>
                  <a:gd name="T1" fmla="*/ 20 h 49"/>
                  <a:gd name="T2" fmla="*/ 15 w 56"/>
                  <a:gd name="T3" fmla="*/ 9 h 49"/>
                  <a:gd name="T4" fmla="*/ 31 w 56"/>
                  <a:gd name="T5" fmla="*/ 0 h 49"/>
                  <a:gd name="T6" fmla="*/ 75 w 56"/>
                  <a:gd name="T7" fmla="*/ 36 h 49"/>
                  <a:gd name="T8" fmla="*/ 133 w 56"/>
                  <a:gd name="T9" fmla="*/ 109 h 49"/>
                  <a:gd name="T10" fmla="*/ 43 w 56"/>
                  <a:gd name="T11" fmla="*/ 60 h 49"/>
                  <a:gd name="T12" fmla="*/ 0 w 56"/>
                  <a:gd name="T13" fmla="*/ 21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49">
                    <a:moveTo>
                      <a:pt x="1" y="8"/>
                    </a:moveTo>
                    <a:cubicBezTo>
                      <a:pt x="0" y="8"/>
                      <a:pt x="4" y="6"/>
                      <a:pt x="6" y="4"/>
                    </a:cubicBezTo>
                    <a:cubicBezTo>
                      <a:pt x="9" y="3"/>
                      <a:pt x="10" y="1"/>
                      <a:pt x="13" y="0"/>
                    </a:cubicBezTo>
                    <a:cubicBezTo>
                      <a:pt x="14" y="9"/>
                      <a:pt x="25" y="11"/>
                      <a:pt x="31" y="15"/>
                    </a:cubicBezTo>
                    <a:cubicBezTo>
                      <a:pt x="41" y="21"/>
                      <a:pt x="56" y="35"/>
                      <a:pt x="55" y="47"/>
                    </a:cubicBezTo>
                    <a:cubicBezTo>
                      <a:pt x="44" y="49"/>
                      <a:pt x="26" y="33"/>
                      <a:pt x="18" y="26"/>
                    </a:cubicBezTo>
                    <a:cubicBezTo>
                      <a:pt x="11" y="21"/>
                      <a:pt x="7" y="14"/>
                      <a:pt x="0" y="9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0" name="Freeform 220">
                <a:extLst>
                  <a:ext uri="{FF2B5EF4-FFF2-40B4-BE49-F238E27FC236}">
                    <a16:creationId xmlns:a16="http://schemas.microsoft.com/office/drawing/2014/main" id="{F15A72B4-0C07-4E97-9AE8-13F4748AF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203"/>
                <a:ext cx="25" cy="52"/>
              </a:xfrm>
              <a:custGeom>
                <a:avLst/>
                <a:gdLst>
                  <a:gd name="T0" fmla="*/ 28 w 19"/>
                  <a:gd name="T1" fmla="*/ 15 h 39"/>
                  <a:gd name="T2" fmla="*/ 14 w 19"/>
                  <a:gd name="T3" fmla="*/ 79 h 39"/>
                  <a:gd name="T4" fmla="*/ 38 w 19"/>
                  <a:gd name="T5" fmla="*/ 16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12" y="6"/>
                    </a:moveTo>
                    <a:cubicBezTo>
                      <a:pt x="7" y="0"/>
                      <a:pt x="0" y="29"/>
                      <a:pt x="6" y="33"/>
                    </a:cubicBezTo>
                    <a:cubicBezTo>
                      <a:pt x="15" y="39"/>
                      <a:pt x="19" y="11"/>
                      <a:pt x="17" y="7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1" name="Freeform 221">
                <a:extLst>
                  <a:ext uri="{FF2B5EF4-FFF2-40B4-BE49-F238E27FC236}">
                    <a16:creationId xmlns:a16="http://schemas.microsoft.com/office/drawing/2014/main" id="{87CF7721-4B4A-4920-9CEB-7DE117FD4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162"/>
                <a:ext cx="27" cy="56"/>
              </a:xfrm>
              <a:custGeom>
                <a:avLst/>
                <a:gdLst>
                  <a:gd name="T0" fmla="*/ 35 w 20"/>
                  <a:gd name="T1" fmla="*/ 0 h 42"/>
                  <a:gd name="T2" fmla="*/ 22 w 20"/>
                  <a:gd name="T3" fmla="*/ 95 h 42"/>
                  <a:gd name="T4" fmla="*/ 49 w 20"/>
                  <a:gd name="T5" fmla="*/ 41 h 42"/>
                  <a:gd name="T6" fmla="*/ 42 w 20"/>
                  <a:gd name="T7" fmla="*/ 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14" y="0"/>
                    </a:moveTo>
                    <a:cubicBezTo>
                      <a:pt x="1" y="1"/>
                      <a:pt x="0" y="42"/>
                      <a:pt x="9" y="40"/>
                    </a:cubicBezTo>
                    <a:cubicBezTo>
                      <a:pt x="15" y="39"/>
                      <a:pt x="19" y="23"/>
                      <a:pt x="20" y="17"/>
                    </a:cubicBezTo>
                    <a:cubicBezTo>
                      <a:pt x="20" y="12"/>
                      <a:pt x="17" y="7"/>
                      <a:pt x="17" y="3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2" name="Freeform 222">
                <a:extLst>
                  <a:ext uri="{FF2B5EF4-FFF2-40B4-BE49-F238E27FC236}">
                    <a16:creationId xmlns:a16="http://schemas.microsoft.com/office/drawing/2014/main" id="{ADF3C517-385A-42B8-80C0-536E759EB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945"/>
                <a:ext cx="29" cy="58"/>
              </a:xfrm>
              <a:custGeom>
                <a:avLst/>
                <a:gdLst>
                  <a:gd name="T0" fmla="*/ 34 w 22"/>
                  <a:gd name="T1" fmla="*/ 29 h 44"/>
                  <a:gd name="T2" fmla="*/ 1 w 22"/>
                  <a:gd name="T3" fmla="*/ 78 h 44"/>
                  <a:gd name="T4" fmla="*/ 32 w 22"/>
                  <a:gd name="T5" fmla="*/ 87 h 44"/>
                  <a:gd name="T6" fmla="*/ 44 w 22"/>
                  <a:gd name="T7" fmla="*/ 34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4">
                    <a:moveTo>
                      <a:pt x="15" y="13"/>
                    </a:moveTo>
                    <a:cubicBezTo>
                      <a:pt x="6" y="0"/>
                      <a:pt x="0" y="29"/>
                      <a:pt x="1" y="34"/>
                    </a:cubicBezTo>
                    <a:cubicBezTo>
                      <a:pt x="3" y="43"/>
                      <a:pt x="10" y="44"/>
                      <a:pt x="14" y="38"/>
                    </a:cubicBezTo>
                    <a:cubicBezTo>
                      <a:pt x="18" y="33"/>
                      <a:pt x="22" y="21"/>
                      <a:pt x="19" y="15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3" name="Freeform 223">
                <a:extLst>
                  <a:ext uri="{FF2B5EF4-FFF2-40B4-BE49-F238E27FC236}">
                    <a16:creationId xmlns:a16="http://schemas.microsoft.com/office/drawing/2014/main" id="{97DDF906-A4CC-421A-92CD-2F467A0B9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15"/>
                <a:ext cx="34" cy="75"/>
              </a:xfrm>
              <a:custGeom>
                <a:avLst/>
                <a:gdLst>
                  <a:gd name="T0" fmla="*/ 45 w 25"/>
                  <a:gd name="T1" fmla="*/ 7 h 56"/>
                  <a:gd name="T2" fmla="*/ 14 w 25"/>
                  <a:gd name="T3" fmla="*/ 15 h 56"/>
                  <a:gd name="T4" fmla="*/ 14 w 25"/>
                  <a:gd name="T5" fmla="*/ 100 h 56"/>
                  <a:gd name="T6" fmla="*/ 48 w 25"/>
                  <a:gd name="T7" fmla="*/ 2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6">
                    <a:moveTo>
                      <a:pt x="18" y="3"/>
                    </a:moveTo>
                    <a:cubicBezTo>
                      <a:pt x="12" y="0"/>
                      <a:pt x="8" y="0"/>
                      <a:pt x="5" y="6"/>
                    </a:cubicBezTo>
                    <a:cubicBezTo>
                      <a:pt x="2" y="14"/>
                      <a:pt x="0" y="35"/>
                      <a:pt x="5" y="42"/>
                    </a:cubicBezTo>
                    <a:cubicBezTo>
                      <a:pt x="15" y="56"/>
                      <a:pt x="25" y="18"/>
                      <a:pt x="19" y="8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4" name="Freeform 224">
                <a:extLst>
                  <a:ext uri="{FF2B5EF4-FFF2-40B4-BE49-F238E27FC236}">
                    <a16:creationId xmlns:a16="http://schemas.microsoft.com/office/drawing/2014/main" id="{F24431A3-0F10-4327-B43E-23893BB0A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870"/>
                <a:ext cx="41" cy="68"/>
              </a:xfrm>
              <a:custGeom>
                <a:avLst/>
                <a:gdLst>
                  <a:gd name="T0" fmla="*/ 58 w 31"/>
                  <a:gd name="T1" fmla="*/ 15 h 51"/>
                  <a:gd name="T2" fmla="*/ 28 w 31"/>
                  <a:gd name="T3" fmla="*/ 119 h 51"/>
                  <a:gd name="T4" fmla="*/ 66 w 31"/>
                  <a:gd name="T5" fmla="*/ 69 h 51"/>
                  <a:gd name="T6" fmla="*/ 58 w 31"/>
                  <a:gd name="T7" fmla="*/ 16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1">
                    <a:moveTo>
                      <a:pt x="25" y="6"/>
                    </a:moveTo>
                    <a:cubicBezTo>
                      <a:pt x="13" y="0"/>
                      <a:pt x="0" y="48"/>
                      <a:pt x="12" y="50"/>
                    </a:cubicBezTo>
                    <a:cubicBezTo>
                      <a:pt x="18" y="51"/>
                      <a:pt x="27" y="34"/>
                      <a:pt x="29" y="29"/>
                    </a:cubicBezTo>
                    <a:cubicBezTo>
                      <a:pt x="31" y="20"/>
                      <a:pt x="26" y="15"/>
                      <a:pt x="25" y="7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5" name="Freeform 225">
                <a:extLst>
                  <a:ext uri="{FF2B5EF4-FFF2-40B4-BE49-F238E27FC236}">
                    <a16:creationId xmlns:a16="http://schemas.microsoft.com/office/drawing/2014/main" id="{48960147-C1A8-47D3-ADFA-982DDB98E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867"/>
                <a:ext cx="24" cy="66"/>
              </a:xfrm>
              <a:custGeom>
                <a:avLst/>
                <a:gdLst>
                  <a:gd name="T0" fmla="*/ 23 w 18"/>
                  <a:gd name="T1" fmla="*/ 15 h 49"/>
                  <a:gd name="T2" fmla="*/ 5 w 18"/>
                  <a:gd name="T3" fmla="*/ 24 h 49"/>
                  <a:gd name="T4" fmla="*/ 9 w 18"/>
                  <a:gd name="T5" fmla="*/ 98 h 49"/>
                  <a:gd name="T6" fmla="*/ 28 w 18"/>
                  <a:gd name="T7" fmla="*/ 27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9">
                    <a:moveTo>
                      <a:pt x="10" y="6"/>
                    </a:moveTo>
                    <a:cubicBezTo>
                      <a:pt x="6" y="0"/>
                      <a:pt x="3" y="6"/>
                      <a:pt x="2" y="10"/>
                    </a:cubicBezTo>
                    <a:cubicBezTo>
                      <a:pt x="1" y="15"/>
                      <a:pt x="0" y="36"/>
                      <a:pt x="4" y="40"/>
                    </a:cubicBezTo>
                    <a:cubicBezTo>
                      <a:pt x="12" y="49"/>
                      <a:pt x="18" y="18"/>
                      <a:pt x="12" y="11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6" name="Freeform 226">
                <a:extLst>
                  <a:ext uri="{FF2B5EF4-FFF2-40B4-BE49-F238E27FC236}">
                    <a16:creationId xmlns:a16="http://schemas.microsoft.com/office/drawing/2014/main" id="{953E742A-128E-4276-B026-79678205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805"/>
                <a:ext cx="42" cy="40"/>
              </a:xfrm>
              <a:custGeom>
                <a:avLst/>
                <a:gdLst>
                  <a:gd name="T0" fmla="*/ 29 w 32"/>
                  <a:gd name="T1" fmla="*/ 5 h 30"/>
                  <a:gd name="T2" fmla="*/ 0 w 32"/>
                  <a:gd name="T3" fmla="*/ 33 h 30"/>
                  <a:gd name="T4" fmla="*/ 43 w 32"/>
                  <a:gd name="T5" fmla="*/ 69 h 30"/>
                  <a:gd name="T6" fmla="*/ 72 w 32"/>
                  <a:gd name="T7" fmla="*/ 48 h 30"/>
                  <a:gd name="T8" fmla="*/ 43 w 32"/>
                  <a:gd name="T9" fmla="*/ 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0">
                    <a:moveTo>
                      <a:pt x="13" y="2"/>
                    </a:moveTo>
                    <a:cubicBezTo>
                      <a:pt x="5" y="0"/>
                      <a:pt x="0" y="7"/>
                      <a:pt x="0" y="14"/>
                    </a:cubicBezTo>
                    <a:cubicBezTo>
                      <a:pt x="2" y="27"/>
                      <a:pt x="8" y="30"/>
                      <a:pt x="19" y="29"/>
                    </a:cubicBezTo>
                    <a:cubicBezTo>
                      <a:pt x="27" y="28"/>
                      <a:pt x="32" y="28"/>
                      <a:pt x="32" y="20"/>
                    </a:cubicBezTo>
                    <a:cubicBezTo>
                      <a:pt x="32" y="10"/>
                      <a:pt x="27" y="8"/>
                      <a:pt x="19" y="3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7" name="Freeform 227">
                <a:extLst>
                  <a:ext uri="{FF2B5EF4-FFF2-40B4-BE49-F238E27FC236}">
                    <a16:creationId xmlns:a16="http://schemas.microsoft.com/office/drawing/2014/main" id="{CB277CD8-BFC5-4FBB-9CE5-4DD8C170C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679"/>
                <a:ext cx="60" cy="34"/>
              </a:xfrm>
              <a:custGeom>
                <a:avLst/>
                <a:gdLst>
                  <a:gd name="T0" fmla="*/ 55 w 45"/>
                  <a:gd name="T1" fmla="*/ 1 h 25"/>
                  <a:gd name="T2" fmla="*/ 69 w 45"/>
                  <a:gd name="T3" fmla="*/ 61 h 25"/>
                  <a:gd name="T4" fmla="*/ 64 w 45"/>
                  <a:gd name="T5" fmla="*/ 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5">
                    <a:moveTo>
                      <a:pt x="23" y="1"/>
                    </a:moveTo>
                    <a:cubicBezTo>
                      <a:pt x="0" y="0"/>
                      <a:pt x="11" y="25"/>
                      <a:pt x="29" y="24"/>
                    </a:cubicBezTo>
                    <a:cubicBezTo>
                      <a:pt x="45" y="23"/>
                      <a:pt x="37" y="6"/>
                      <a:pt x="27" y="2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8" name="Freeform 228">
                <a:extLst>
                  <a:ext uri="{FF2B5EF4-FFF2-40B4-BE49-F238E27FC236}">
                    <a16:creationId xmlns:a16="http://schemas.microsoft.com/office/drawing/2014/main" id="{37FDC949-6750-4D6C-9121-41D6D1D7C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718"/>
                <a:ext cx="26" cy="53"/>
              </a:xfrm>
              <a:custGeom>
                <a:avLst/>
                <a:gdLst>
                  <a:gd name="T0" fmla="*/ 5 w 20"/>
                  <a:gd name="T1" fmla="*/ 27 h 40"/>
                  <a:gd name="T2" fmla="*/ 9 w 20"/>
                  <a:gd name="T3" fmla="*/ 80 h 40"/>
                  <a:gd name="T4" fmla="*/ 34 w 20"/>
                  <a:gd name="T5" fmla="*/ 72 h 40"/>
                  <a:gd name="T6" fmla="*/ 43 w 20"/>
                  <a:gd name="T7" fmla="*/ 0 h 40"/>
                  <a:gd name="T8" fmla="*/ 7 w 20"/>
                  <a:gd name="T9" fmla="*/ 2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0">
                    <a:moveTo>
                      <a:pt x="2" y="11"/>
                    </a:moveTo>
                    <a:cubicBezTo>
                      <a:pt x="1" y="17"/>
                      <a:pt x="0" y="28"/>
                      <a:pt x="4" y="34"/>
                    </a:cubicBezTo>
                    <a:cubicBezTo>
                      <a:pt x="8" y="40"/>
                      <a:pt x="12" y="36"/>
                      <a:pt x="15" y="31"/>
                    </a:cubicBezTo>
                    <a:cubicBezTo>
                      <a:pt x="20" y="23"/>
                      <a:pt x="19" y="9"/>
                      <a:pt x="19" y="0"/>
                    </a:cubicBezTo>
                    <a:cubicBezTo>
                      <a:pt x="13" y="3"/>
                      <a:pt x="9" y="7"/>
                      <a:pt x="3" y="9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9" name="Freeform 229">
                <a:extLst>
                  <a:ext uri="{FF2B5EF4-FFF2-40B4-BE49-F238E27FC236}">
                    <a16:creationId xmlns:a16="http://schemas.microsoft.com/office/drawing/2014/main" id="{0E1D2D48-E855-449D-B672-DB6EAAB7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1697"/>
                <a:ext cx="54" cy="36"/>
              </a:xfrm>
              <a:custGeom>
                <a:avLst/>
                <a:gdLst>
                  <a:gd name="T0" fmla="*/ 57 w 41"/>
                  <a:gd name="T1" fmla="*/ 57 h 27"/>
                  <a:gd name="T2" fmla="*/ 55 w 41"/>
                  <a:gd name="T3" fmla="*/ 64 h 27"/>
                  <a:gd name="T4" fmla="*/ 94 w 41"/>
                  <a:gd name="T5" fmla="*/ 41 h 27"/>
                  <a:gd name="T6" fmla="*/ 28 w 41"/>
                  <a:gd name="T7" fmla="*/ 5 h 27"/>
                  <a:gd name="T8" fmla="*/ 57 w 41"/>
                  <a:gd name="T9" fmla="*/ 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7">
                    <a:moveTo>
                      <a:pt x="25" y="24"/>
                    </a:moveTo>
                    <a:cubicBezTo>
                      <a:pt x="25" y="25"/>
                      <a:pt x="24" y="26"/>
                      <a:pt x="24" y="27"/>
                    </a:cubicBezTo>
                    <a:cubicBezTo>
                      <a:pt x="29" y="23"/>
                      <a:pt x="36" y="21"/>
                      <a:pt x="41" y="17"/>
                    </a:cubicBezTo>
                    <a:cubicBezTo>
                      <a:pt x="37" y="11"/>
                      <a:pt x="20" y="0"/>
                      <a:pt x="12" y="2"/>
                    </a:cubicBezTo>
                    <a:cubicBezTo>
                      <a:pt x="0" y="4"/>
                      <a:pt x="20" y="26"/>
                      <a:pt x="25" y="26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0" name="Freeform 230">
                <a:extLst>
                  <a:ext uri="{FF2B5EF4-FFF2-40B4-BE49-F238E27FC236}">
                    <a16:creationId xmlns:a16="http://schemas.microsoft.com/office/drawing/2014/main" id="{D554EFC6-2004-4E64-9A54-5A05DF629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613"/>
                <a:ext cx="36" cy="34"/>
              </a:xfrm>
              <a:custGeom>
                <a:avLst/>
                <a:gdLst>
                  <a:gd name="T0" fmla="*/ 27 w 27"/>
                  <a:gd name="T1" fmla="*/ 0 h 26"/>
                  <a:gd name="T2" fmla="*/ 0 w 27"/>
                  <a:gd name="T3" fmla="*/ 17 h 26"/>
                  <a:gd name="T4" fmla="*/ 37 w 27"/>
                  <a:gd name="T5" fmla="*/ 56 h 26"/>
                  <a:gd name="T6" fmla="*/ 63 w 27"/>
                  <a:gd name="T7" fmla="*/ 34 h 26"/>
                  <a:gd name="T8" fmla="*/ 31 w 27"/>
                  <a:gd name="T9" fmla="*/ 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11" y="0"/>
                    </a:moveTo>
                    <a:cubicBezTo>
                      <a:pt x="8" y="3"/>
                      <a:pt x="0" y="3"/>
                      <a:pt x="0" y="8"/>
                    </a:cubicBezTo>
                    <a:cubicBezTo>
                      <a:pt x="0" y="10"/>
                      <a:pt x="14" y="24"/>
                      <a:pt x="16" y="25"/>
                    </a:cubicBezTo>
                    <a:cubicBezTo>
                      <a:pt x="20" y="26"/>
                      <a:pt x="26" y="19"/>
                      <a:pt x="26" y="15"/>
                    </a:cubicBezTo>
                    <a:cubicBezTo>
                      <a:pt x="27" y="9"/>
                      <a:pt x="18" y="3"/>
                      <a:pt x="13" y="2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1" name="Freeform 231">
                <a:extLst>
                  <a:ext uri="{FF2B5EF4-FFF2-40B4-BE49-F238E27FC236}">
                    <a16:creationId xmlns:a16="http://schemas.microsoft.com/office/drawing/2014/main" id="{56502A35-C445-4ECA-934A-8E4186A7D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581"/>
                <a:ext cx="47" cy="34"/>
              </a:xfrm>
              <a:custGeom>
                <a:avLst/>
                <a:gdLst>
                  <a:gd name="T0" fmla="*/ 47 w 35"/>
                  <a:gd name="T1" fmla="*/ 58 h 26"/>
                  <a:gd name="T2" fmla="*/ 85 w 35"/>
                  <a:gd name="T3" fmla="*/ 31 h 26"/>
                  <a:gd name="T4" fmla="*/ 23 w 35"/>
                  <a:gd name="T5" fmla="*/ 5 h 26"/>
                  <a:gd name="T6" fmla="*/ 48 w 35"/>
                  <a:gd name="T7" fmla="*/ 5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6">
                    <a:moveTo>
                      <a:pt x="19" y="26"/>
                    </a:moveTo>
                    <a:cubicBezTo>
                      <a:pt x="24" y="21"/>
                      <a:pt x="31" y="19"/>
                      <a:pt x="35" y="14"/>
                    </a:cubicBezTo>
                    <a:cubicBezTo>
                      <a:pt x="29" y="10"/>
                      <a:pt x="18" y="0"/>
                      <a:pt x="10" y="2"/>
                    </a:cubicBezTo>
                    <a:cubicBezTo>
                      <a:pt x="0" y="5"/>
                      <a:pt x="17" y="19"/>
                      <a:pt x="20" y="24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2" name="Freeform 232">
                <a:extLst>
                  <a:ext uri="{FF2B5EF4-FFF2-40B4-BE49-F238E27FC236}">
                    <a16:creationId xmlns:a16="http://schemas.microsoft.com/office/drawing/2014/main" id="{88D25880-6725-4B5F-9DCA-530BF1509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601"/>
                <a:ext cx="20" cy="61"/>
              </a:xfrm>
              <a:custGeom>
                <a:avLst/>
                <a:gdLst>
                  <a:gd name="T0" fmla="*/ 0 w 15"/>
                  <a:gd name="T1" fmla="*/ 21 h 46"/>
                  <a:gd name="T2" fmla="*/ 28 w 15"/>
                  <a:gd name="T3" fmla="*/ 0 h 46"/>
                  <a:gd name="T4" fmla="*/ 16 w 15"/>
                  <a:gd name="T5" fmla="*/ 88 h 46"/>
                  <a:gd name="T6" fmla="*/ 0 w 15"/>
                  <a:gd name="T7" fmla="*/ 65 h 46"/>
                  <a:gd name="T8" fmla="*/ 0 w 15"/>
                  <a:gd name="T9" fmla="*/ 2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6">
                    <a:moveTo>
                      <a:pt x="0" y="9"/>
                    </a:moveTo>
                    <a:cubicBezTo>
                      <a:pt x="4" y="6"/>
                      <a:pt x="8" y="4"/>
                      <a:pt x="12" y="0"/>
                    </a:cubicBezTo>
                    <a:cubicBezTo>
                      <a:pt x="13" y="11"/>
                      <a:pt x="15" y="30"/>
                      <a:pt x="7" y="38"/>
                    </a:cubicBezTo>
                    <a:cubicBezTo>
                      <a:pt x="0" y="46"/>
                      <a:pt x="0" y="33"/>
                      <a:pt x="0" y="28"/>
                    </a:cubicBezTo>
                    <a:cubicBezTo>
                      <a:pt x="0" y="21"/>
                      <a:pt x="0" y="15"/>
                      <a:pt x="0" y="9"/>
                    </a:cubicBezTo>
                  </a:path>
                </a:pathLst>
              </a:custGeom>
              <a:solidFill>
                <a:srgbClr val="72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3" name="Freeform 233">
                <a:extLst>
                  <a:ext uri="{FF2B5EF4-FFF2-40B4-BE49-F238E27FC236}">
                    <a16:creationId xmlns:a16="http://schemas.microsoft.com/office/drawing/2014/main" id="{1757BDCC-3693-4323-9EE8-B4BF3DD8F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461"/>
                <a:ext cx="56" cy="53"/>
              </a:xfrm>
              <a:custGeom>
                <a:avLst/>
                <a:gdLst>
                  <a:gd name="T0" fmla="*/ 64 w 42"/>
                  <a:gd name="T1" fmla="*/ 12 h 40"/>
                  <a:gd name="T2" fmla="*/ 20 w 42"/>
                  <a:gd name="T3" fmla="*/ 15 h 40"/>
                  <a:gd name="T4" fmla="*/ 55 w 42"/>
                  <a:gd name="T5" fmla="*/ 86 h 40"/>
                  <a:gd name="T6" fmla="*/ 95 w 42"/>
                  <a:gd name="T7" fmla="*/ 66 h 40"/>
                  <a:gd name="T8" fmla="*/ 64 w 42"/>
                  <a:gd name="T9" fmla="*/ 12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27" y="5"/>
                    </a:moveTo>
                    <a:cubicBezTo>
                      <a:pt x="21" y="4"/>
                      <a:pt x="13" y="0"/>
                      <a:pt x="8" y="6"/>
                    </a:cubicBezTo>
                    <a:cubicBezTo>
                      <a:pt x="0" y="17"/>
                      <a:pt x="12" y="33"/>
                      <a:pt x="23" y="37"/>
                    </a:cubicBezTo>
                    <a:cubicBezTo>
                      <a:pt x="32" y="40"/>
                      <a:pt x="38" y="40"/>
                      <a:pt x="40" y="29"/>
                    </a:cubicBezTo>
                    <a:cubicBezTo>
                      <a:pt x="42" y="22"/>
                      <a:pt x="34" y="5"/>
                      <a:pt x="27" y="5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4" name="Freeform 234">
                <a:extLst>
                  <a:ext uri="{FF2B5EF4-FFF2-40B4-BE49-F238E27FC236}">
                    <a16:creationId xmlns:a16="http://schemas.microsoft.com/office/drawing/2014/main" id="{6D063049-22EF-4B58-AE1E-7D95EAB6B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516"/>
                <a:ext cx="40" cy="42"/>
              </a:xfrm>
              <a:custGeom>
                <a:avLst/>
                <a:gdLst>
                  <a:gd name="T0" fmla="*/ 37 w 30"/>
                  <a:gd name="T1" fmla="*/ 1 h 32"/>
                  <a:gd name="T2" fmla="*/ 33 w 30"/>
                  <a:gd name="T3" fmla="*/ 55 h 32"/>
                  <a:gd name="T4" fmla="*/ 36 w 30"/>
                  <a:gd name="T5" fmla="*/ 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2">
                    <a:moveTo>
                      <a:pt x="16" y="1"/>
                    </a:moveTo>
                    <a:cubicBezTo>
                      <a:pt x="0" y="0"/>
                      <a:pt x="0" y="18"/>
                      <a:pt x="14" y="24"/>
                    </a:cubicBezTo>
                    <a:cubicBezTo>
                      <a:pt x="30" y="32"/>
                      <a:pt x="26" y="0"/>
                      <a:pt x="15" y="1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5" name="Freeform 235">
                <a:extLst>
                  <a:ext uri="{FF2B5EF4-FFF2-40B4-BE49-F238E27FC236}">
                    <a16:creationId xmlns:a16="http://schemas.microsoft.com/office/drawing/2014/main" id="{BAB0DBD2-61B8-470A-BE2F-A50350433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540"/>
                <a:ext cx="66" cy="39"/>
              </a:xfrm>
              <a:custGeom>
                <a:avLst/>
                <a:gdLst>
                  <a:gd name="T0" fmla="*/ 43 w 49"/>
                  <a:gd name="T1" fmla="*/ 7 h 30"/>
                  <a:gd name="T2" fmla="*/ 0 w 49"/>
                  <a:gd name="T3" fmla="*/ 22 h 30"/>
                  <a:gd name="T4" fmla="*/ 84 w 49"/>
                  <a:gd name="T5" fmla="*/ 66 h 30"/>
                  <a:gd name="T6" fmla="*/ 106 w 49"/>
                  <a:gd name="T7" fmla="*/ 34 h 30"/>
                  <a:gd name="T8" fmla="*/ 42 w 49"/>
                  <a:gd name="T9" fmla="*/ 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0">
                    <a:moveTo>
                      <a:pt x="18" y="3"/>
                    </a:moveTo>
                    <a:cubicBezTo>
                      <a:pt x="11" y="0"/>
                      <a:pt x="0" y="0"/>
                      <a:pt x="0" y="10"/>
                    </a:cubicBezTo>
                    <a:cubicBezTo>
                      <a:pt x="0" y="22"/>
                      <a:pt x="25" y="29"/>
                      <a:pt x="34" y="30"/>
                    </a:cubicBezTo>
                    <a:cubicBezTo>
                      <a:pt x="43" y="30"/>
                      <a:pt x="49" y="23"/>
                      <a:pt x="44" y="15"/>
                    </a:cubicBezTo>
                    <a:cubicBezTo>
                      <a:pt x="40" y="7"/>
                      <a:pt x="25" y="2"/>
                      <a:pt x="17" y="3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6" name="Freeform 236">
                <a:extLst>
                  <a:ext uri="{FF2B5EF4-FFF2-40B4-BE49-F238E27FC236}">
                    <a16:creationId xmlns:a16="http://schemas.microsoft.com/office/drawing/2014/main" id="{261CF488-FCC1-498F-B396-15D4E9F0B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621"/>
                <a:ext cx="44" cy="29"/>
              </a:xfrm>
              <a:custGeom>
                <a:avLst/>
                <a:gdLst>
                  <a:gd name="T0" fmla="*/ 28 w 33"/>
                  <a:gd name="T1" fmla="*/ 0 h 22"/>
                  <a:gd name="T2" fmla="*/ 41 w 33"/>
                  <a:gd name="T3" fmla="*/ 49 h 22"/>
                  <a:gd name="T4" fmla="*/ 23 w 33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2">
                    <a:moveTo>
                      <a:pt x="12" y="0"/>
                    </a:moveTo>
                    <a:cubicBezTo>
                      <a:pt x="0" y="1"/>
                      <a:pt x="9" y="20"/>
                      <a:pt x="17" y="21"/>
                    </a:cubicBezTo>
                    <a:cubicBezTo>
                      <a:pt x="33" y="22"/>
                      <a:pt x="22" y="1"/>
                      <a:pt x="10" y="1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7" name="Freeform 237">
                <a:extLst>
                  <a:ext uri="{FF2B5EF4-FFF2-40B4-BE49-F238E27FC236}">
                    <a16:creationId xmlns:a16="http://schemas.microsoft.com/office/drawing/2014/main" id="{60380922-E920-459B-AD27-C56DFEAF4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653"/>
                <a:ext cx="46" cy="38"/>
              </a:xfrm>
              <a:custGeom>
                <a:avLst/>
                <a:gdLst>
                  <a:gd name="T0" fmla="*/ 32 w 35"/>
                  <a:gd name="T1" fmla="*/ 13 h 29"/>
                  <a:gd name="T2" fmla="*/ 12 w 35"/>
                  <a:gd name="T3" fmla="*/ 9 h 29"/>
                  <a:gd name="T4" fmla="*/ 34 w 35"/>
                  <a:gd name="T5" fmla="*/ 45 h 29"/>
                  <a:gd name="T6" fmla="*/ 24 w 35"/>
                  <a:gd name="T7" fmla="*/ 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9">
                    <a:moveTo>
                      <a:pt x="14" y="6"/>
                    </a:moveTo>
                    <a:cubicBezTo>
                      <a:pt x="12" y="2"/>
                      <a:pt x="8" y="0"/>
                      <a:pt x="5" y="4"/>
                    </a:cubicBezTo>
                    <a:cubicBezTo>
                      <a:pt x="0" y="10"/>
                      <a:pt x="10" y="18"/>
                      <a:pt x="15" y="20"/>
                    </a:cubicBezTo>
                    <a:cubicBezTo>
                      <a:pt x="35" y="29"/>
                      <a:pt x="25" y="3"/>
                      <a:pt x="11" y="3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8" name="Freeform 238">
                <a:extLst>
                  <a:ext uri="{FF2B5EF4-FFF2-40B4-BE49-F238E27FC236}">
                    <a16:creationId xmlns:a16="http://schemas.microsoft.com/office/drawing/2014/main" id="{E3DA8CB0-50A7-4C6B-8BA5-47CE7F463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746"/>
                <a:ext cx="32" cy="31"/>
              </a:xfrm>
              <a:custGeom>
                <a:avLst/>
                <a:gdLst>
                  <a:gd name="T0" fmla="*/ 0 w 24"/>
                  <a:gd name="T1" fmla="*/ 15 h 23"/>
                  <a:gd name="T2" fmla="*/ 55 w 24"/>
                  <a:gd name="T3" fmla="*/ 40 h 23"/>
                  <a:gd name="T4" fmla="*/ 5 w 24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">
                    <a:moveTo>
                      <a:pt x="0" y="6"/>
                    </a:moveTo>
                    <a:cubicBezTo>
                      <a:pt x="5" y="6"/>
                      <a:pt x="22" y="23"/>
                      <a:pt x="23" y="16"/>
                    </a:cubicBezTo>
                    <a:cubicBezTo>
                      <a:pt x="24" y="8"/>
                      <a:pt x="7" y="0"/>
                      <a:pt x="2" y="3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9" name="Freeform 239">
                <a:extLst>
                  <a:ext uri="{FF2B5EF4-FFF2-40B4-BE49-F238E27FC236}">
                    <a16:creationId xmlns:a16="http://schemas.microsoft.com/office/drawing/2014/main" id="{01DDD733-6EB0-49E7-AB2E-B4B0BBAA5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707"/>
                <a:ext cx="53" cy="28"/>
              </a:xfrm>
              <a:custGeom>
                <a:avLst/>
                <a:gdLst>
                  <a:gd name="T0" fmla="*/ 36 w 40"/>
                  <a:gd name="T1" fmla="*/ 12 h 21"/>
                  <a:gd name="T2" fmla="*/ 56 w 40"/>
                  <a:gd name="T3" fmla="*/ 44 h 21"/>
                  <a:gd name="T4" fmla="*/ 40 w 40"/>
                  <a:gd name="T5" fmla="*/ 1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1">
                    <a:moveTo>
                      <a:pt x="15" y="5"/>
                    </a:moveTo>
                    <a:cubicBezTo>
                      <a:pt x="0" y="3"/>
                      <a:pt x="12" y="21"/>
                      <a:pt x="24" y="19"/>
                    </a:cubicBezTo>
                    <a:cubicBezTo>
                      <a:pt x="40" y="16"/>
                      <a:pt x="26" y="0"/>
                      <a:pt x="17" y="5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0" name="Freeform 240">
                <a:extLst>
                  <a:ext uri="{FF2B5EF4-FFF2-40B4-BE49-F238E27FC236}">
                    <a16:creationId xmlns:a16="http://schemas.microsoft.com/office/drawing/2014/main" id="{0077F46C-037D-4D42-85E1-1F9EDCAEC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550"/>
                <a:ext cx="50" cy="29"/>
              </a:xfrm>
              <a:custGeom>
                <a:avLst/>
                <a:gdLst>
                  <a:gd name="T0" fmla="*/ 29 w 38"/>
                  <a:gd name="T1" fmla="*/ 9 h 22"/>
                  <a:gd name="T2" fmla="*/ 7 w 38"/>
                  <a:gd name="T3" fmla="*/ 26 h 22"/>
                  <a:gd name="T4" fmla="*/ 62 w 38"/>
                  <a:gd name="T5" fmla="*/ 49 h 22"/>
                  <a:gd name="T6" fmla="*/ 78 w 38"/>
                  <a:gd name="T7" fmla="*/ 22 h 22"/>
                  <a:gd name="T8" fmla="*/ 29 w 38"/>
                  <a:gd name="T9" fmla="*/ 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2">
                    <a:moveTo>
                      <a:pt x="13" y="4"/>
                    </a:moveTo>
                    <a:cubicBezTo>
                      <a:pt x="7" y="0"/>
                      <a:pt x="0" y="4"/>
                      <a:pt x="3" y="11"/>
                    </a:cubicBezTo>
                    <a:cubicBezTo>
                      <a:pt x="6" y="18"/>
                      <a:pt x="20" y="22"/>
                      <a:pt x="27" y="21"/>
                    </a:cubicBezTo>
                    <a:cubicBezTo>
                      <a:pt x="34" y="21"/>
                      <a:pt x="38" y="16"/>
                      <a:pt x="34" y="10"/>
                    </a:cubicBezTo>
                    <a:cubicBezTo>
                      <a:pt x="29" y="3"/>
                      <a:pt x="20" y="1"/>
                      <a:pt x="13" y="2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1" name="Freeform 241">
                <a:extLst>
                  <a:ext uri="{FF2B5EF4-FFF2-40B4-BE49-F238E27FC236}">
                    <a16:creationId xmlns:a16="http://schemas.microsoft.com/office/drawing/2014/main" id="{0ADDDE74-D6A8-4AE0-8E6A-D5C35817E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457"/>
                <a:ext cx="87" cy="39"/>
              </a:xfrm>
              <a:custGeom>
                <a:avLst/>
                <a:gdLst>
                  <a:gd name="T0" fmla="*/ 49 w 66"/>
                  <a:gd name="T1" fmla="*/ 9 h 29"/>
                  <a:gd name="T2" fmla="*/ 20 w 66"/>
                  <a:gd name="T3" fmla="*/ 43 h 29"/>
                  <a:gd name="T4" fmla="*/ 109 w 66"/>
                  <a:gd name="T5" fmla="*/ 65 h 29"/>
                  <a:gd name="T6" fmla="*/ 121 w 66"/>
                  <a:gd name="T7" fmla="*/ 16 h 29"/>
                  <a:gd name="T8" fmla="*/ 62 w 66"/>
                  <a:gd name="T9" fmla="*/ 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29">
                    <a:moveTo>
                      <a:pt x="21" y="4"/>
                    </a:moveTo>
                    <a:cubicBezTo>
                      <a:pt x="12" y="0"/>
                      <a:pt x="0" y="10"/>
                      <a:pt x="8" y="18"/>
                    </a:cubicBezTo>
                    <a:cubicBezTo>
                      <a:pt x="14" y="24"/>
                      <a:pt x="39" y="29"/>
                      <a:pt x="48" y="27"/>
                    </a:cubicBezTo>
                    <a:cubicBezTo>
                      <a:pt x="58" y="24"/>
                      <a:pt x="66" y="12"/>
                      <a:pt x="53" y="7"/>
                    </a:cubicBezTo>
                    <a:cubicBezTo>
                      <a:pt x="44" y="3"/>
                      <a:pt x="36" y="5"/>
                      <a:pt x="27" y="4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2" name="Freeform 242">
                <a:extLst>
                  <a:ext uri="{FF2B5EF4-FFF2-40B4-BE49-F238E27FC236}">
                    <a16:creationId xmlns:a16="http://schemas.microsoft.com/office/drawing/2014/main" id="{49BA9419-36BF-45B7-BF50-8E13F5A29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369"/>
                <a:ext cx="24" cy="12"/>
              </a:xfrm>
              <a:custGeom>
                <a:avLst/>
                <a:gdLst>
                  <a:gd name="T0" fmla="*/ 23 w 18"/>
                  <a:gd name="T1" fmla="*/ 1 h 9"/>
                  <a:gd name="T2" fmla="*/ 20 w 18"/>
                  <a:gd name="T3" fmla="*/ 20 h 9"/>
                  <a:gd name="T4" fmla="*/ 28 w 1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9">
                    <a:moveTo>
                      <a:pt x="10" y="1"/>
                    </a:moveTo>
                    <a:cubicBezTo>
                      <a:pt x="3" y="0"/>
                      <a:pt x="0" y="9"/>
                      <a:pt x="8" y="8"/>
                    </a:cubicBezTo>
                    <a:cubicBezTo>
                      <a:pt x="12" y="8"/>
                      <a:pt x="18" y="2"/>
                      <a:pt x="12" y="0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3" name="Freeform 243">
                <a:extLst>
                  <a:ext uri="{FF2B5EF4-FFF2-40B4-BE49-F238E27FC236}">
                    <a16:creationId xmlns:a16="http://schemas.microsoft.com/office/drawing/2014/main" id="{B62962EE-E586-47E8-993D-114012861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385"/>
                <a:ext cx="117" cy="44"/>
              </a:xfrm>
              <a:custGeom>
                <a:avLst/>
                <a:gdLst>
                  <a:gd name="T0" fmla="*/ 59 w 88"/>
                  <a:gd name="T1" fmla="*/ 12 h 33"/>
                  <a:gd name="T2" fmla="*/ 9 w 88"/>
                  <a:gd name="T3" fmla="*/ 5 h 33"/>
                  <a:gd name="T4" fmla="*/ 12 w 88"/>
                  <a:gd name="T5" fmla="*/ 44 h 33"/>
                  <a:gd name="T6" fmla="*/ 41 w 88"/>
                  <a:gd name="T7" fmla="*/ 48 h 33"/>
                  <a:gd name="T8" fmla="*/ 73 w 88"/>
                  <a:gd name="T9" fmla="*/ 57 h 33"/>
                  <a:gd name="T10" fmla="*/ 157 w 88"/>
                  <a:gd name="T11" fmla="*/ 64 h 33"/>
                  <a:gd name="T12" fmla="*/ 202 w 88"/>
                  <a:gd name="T13" fmla="*/ 59 h 33"/>
                  <a:gd name="T14" fmla="*/ 145 w 88"/>
                  <a:gd name="T15" fmla="*/ 33 h 33"/>
                  <a:gd name="T16" fmla="*/ 57 w 88"/>
                  <a:gd name="T17" fmla="*/ 1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33">
                    <a:moveTo>
                      <a:pt x="25" y="5"/>
                    </a:moveTo>
                    <a:cubicBezTo>
                      <a:pt x="21" y="3"/>
                      <a:pt x="8" y="0"/>
                      <a:pt x="4" y="2"/>
                    </a:cubicBezTo>
                    <a:cubicBezTo>
                      <a:pt x="0" y="6"/>
                      <a:pt x="1" y="16"/>
                      <a:pt x="5" y="19"/>
                    </a:cubicBezTo>
                    <a:cubicBezTo>
                      <a:pt x="8" y="21"/>
                      <a:pt x="13" y="20"/>
                      <a:pt x="17" y="20"/>
                    </a:cubicBezTo>
                    <a:cubicBezTo>
                      <a:pt x="22" y="21"/>
                      <a:pt x="26" y="22"/>
                      <a:pt x="31" y="24"/>
                    </a:cubicBezTo>
                    <a:cubicBezTo>
                      <a:pt x="43" y="27"/>
                      <a:pt x="55" y="25"/>
                      <a:pt x="67" y="27"/>
                    </a:cubicBezTo>
                    <a:cubicBezTo>
                      <a:pt x="71" y="28"/>
                      <a:pt x="88" y="33"/>
                      <a:pt x="86" y="25"/>
                    </a:cubicBezTo>
                    <a:cubicBezTo>
                      <a:pt x="86" y="21"/>
                      <a:pt x="66" y="16"/>
                      <a:pt x="62" y="14"/>
                    </a:cubicBezTo>
                    <a:cubicBezTo>
                      <a:pt x="49" y="11"/>
                      <a:pt x="36" y="9"/>
                      <a:pt x="24" y="6"/>
                    </a:cubicBezTo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4" name="Freeform 244">
                <a:extLst>
                  <a:ext uri="{FF2B5EF4-FFF2-40B4-BE49-F238E27FC236}">
                    <a16:creationId xmlns:a16="http://schemas.microsoft.com/office/drawing/2014/main" id="{B310EB69-05C6-4D60-AAB8-D89E7509A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394"/>
                <a:ext cx="25" cy="12"/>
              </a:xfrm>
              <a:custGeom>
                <a:avLst/>
                <a:gdLst>
                  <a:gd name="T0" fmla="*/ 29 w 19"/>
                  <a:gd name="T1" fmla="*/ 1 h 9"/>
                  <a:gd name="T2" fmla="*/ 42 w 19"/>
                  <a:gd name="T3" fmla="*/ 21 h 9"/>
                  <a:gd name="T4" fmla="*/ 28 w 19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9">
                    <a:moveTo>
                      <a:pt x="13" y="1"/>
                    </a:moveTo>
                    <a:cubicBezTo>
                      <a:pt x="0" y="0"/>
                      <a:pt x="10" y="9"/>
                      <a:pt x="18" y="9"/>
                    </a:cubicBezTo>
                    <a:cubicBezTo>
                      <a:pt x="19" y="5"/>
                      <a:pt x="17" y="1"/>
                      <a:pt x="12" y="1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5" name="Freeform 245">
                <a:extLst>
                  <a:ext uri="{FF2B5EF4-FFF2-40B4-BE49-F238E27FC236}">
                    <a16:creationId xmlns:a16="http://schemas.microsoft.com/office/drawing/2014/main" id="{76429B95-8F5F-46C4-AB17-2DE3B3DBE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1296"/>
                <a:ext cx="33" cy="30"/>
              </a:xfrm>
              <a:custGeom>
                <a:avLst/>
                <a:gdLst>
                  <a:gd name="T0" fmla="*/ 21 w 25"/>
                  <a:gd name="T1" fmla="*/ 7 h 23"/>
                  <a:gd name="T2" fmla="*/ 1 w 25"/>
                  <a:gd name="T3" fmla="*/ 9 h 23"/>
                  <a:gd name="T4" fmla="*/ 28 w 25"/>
                  <a:gd name="T5" fmla="*/ 34 h 23"/>
                  <a:gd name="T6" fmla="*/ 28 w 25"/>
                  <a:gd name="T7" fmla="*/ 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3">
                    <a:moveTo>
                      <a:pt x="9" y="3"/>
                    </a:moveTo>
                    <a:cubicBezTo>
                      <a:pt x="7" y="0"/>
                      <a:pt x="2" y="0"/>
                      <a:pt x="1" y="4"/>
                    </a:cubicBezTo>
                    <a:cubicBezTo>
                      <a:pt x="0" y="8"/>
                      <a:pt x="10" y="13"/>
                      <a:pt x="12" y="15"/>
                    </a:cubicBezTo>
                    <a:cubicBezTo>
                      <a:pt x="25" y="23"/>
                      <a:pt x="22" y="6"/>
                      <a:pt x="12" y="2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6" name="Freeform 246">
                <a:extLst>
                  <a:ext uri="{FF2B5EF4-FFF2-40B4-BE49-F238E27FC236}">
                    <a16:creationId xmlns:a16="http://schemas.microsoft.com/office/drawing/2014/main" id="{BEF3FA1E-1681-42A7-9904-382267947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348"/>
                <a:ext cx="28" cy="24"/>
              </a:xfrm>
              <a:custGeom>
                <a:avLst/>
                <a:gdLst>
                  <a:gd name="T0" fmla="*/ 28 w 21"/>
                  <a:gd name="T1" fmla="*/ 9 h 18"/>
                  <a:gd name="T2" fmla="*/ 20 w 21"/>
                  <a:gd name="T3" fmla="*/ 27 h 18"/>
                  <a:gd name="T4" fmla="*/ 41 w 21"/>
                  <a:gd name="T5" fmla="*/ 36 h 18"/>
                  <a:gd name="T6" fmla="*/ 28 w 21"/>
                  <a:gd name="T7" fmla="*/ 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12" y="4"/>
                    </a:moveTo>
                    <a:cubicBezTo>
                      <a:pt x="3" y="0"/>
                      <a:pt x="0" y="5"/>
                      <a:pt x="8" y="11"/>
                    </a:cubicBezTo>
                    <a:cubicBezTo>
                      <a:pt x="10" y="14"/>
                      <a:pt x="14" y="18"/>
                      <a:pt x="17" y="15"/>
                    </a:cubicBezTo>
                    <a:cubicBezTo>
                      <a:pt x="21" y="11"/>
                      <a:pt x="15" y="5"/>
                      <a:pt x="12" y="4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7" name="Freeform 247">
                <a:extLst>
                  <a:ext uri="{FF2B5EF4-FFF2-40B4-BE49-F238E27FC236}">
                    <a16:creationId xmlns:a16="http://schemas.microsoft.com/office/drawing/2014/main" id="{26207B64-59B9-4C51-8040-C691894A2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366"/>
                <a:ext cx="48" cy="31"/>
              </a:xfrm>
              <a:custGeom>
                <a:avLst/>
                <a:gdLst>
                  <a:gd name="T0" fmla="*/ 49 w 36"/>
                  <a:gd name="T1" fmla="*/ 9 h 23"/>
                  <a:gd name="T2" fmla="*/ 5 w 36"/>
                  <a:gd name="T3" fmla="*/ 15 h 23"/>
                  <a:gd name="T4" fmla="*/ 37 w 36"/>
                  <a:gd name="T5" fmla="*/ 47 h 23"/>
                  <a:gd name="T6" fmla="*/ 79 w 36"/>
                  <a:gd name="T7" fmla="*/ 42 h 23"/>
                  <a:gd name="T8" fmla="*/ 52 w 36"/>
                  <a:gd name="T9" fmla="*/ 1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3">
                    <a:moveTo>
                      <a:pt x="21" y="4"/>
                    </a:moveTo>
                    <a:cubicBezTo>
                      <a:pt x="17" y="1"/>
                      <a:pt x="4" y="0"/>
                      <a:pt x="2" y="6"/>
                    </a:cubicBezTo>
                    <a:cubicBezTo>
                      <a:pt x="0" y="12"/>
                      <a:pt x="11" y="17"/>
                      <a:pt x="16" y="19"/>
                    </a:cubicBezTo>
                    <a:cubicBezTo>
                      <a:pt x="20" y="21"/>
                      <a:pt x="30" y="23"/>
                      <a:pt x="33" y="17"/>
                    </a:cubicBezTo>
                    <a:cubicBezTo>
                      <a:pt x="36" y="9"/>
                      <a:pt x="26" y="7"/>
                      <a:pt x="22" y="5"/>
                    </a:cubicBezTo>
                  </a:path>
                </a:pathLst>
              </a:custGeom>
              <a:solidFill>
                <a:srgbClr val="AC6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8" name="Freeform 248">
                <a:extLst>
                  <a:ext uri="{FF2B5EF4-FFF2-40B4-BE49-F238E27FC236}">
                    <a16:creationId xmlns:a16="http://schemas.microsoft.com/office/drawing/2014/main" id="{6A60B888-E191-4078-9C0A-1CA132684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321"/>
                <a:ext cx="584" cy="156"/>
              </a:xfrm>
              <a:custGeom>
                <a:avLst/>
                <a:gdLst>
                  <a:gd name="T0" fmla="*/ 20 w 438"/>
                  <a:gd name="T1" fmla="*/ 5 h 117"/>
                  <a:gd name="T2" fmla="*/ 0 w 438"/>
                  <a:gd name="T3" fmla="*/ 48 h 117"/>
                  <a:gd name="T4" fmla="*/ 156 w 438"/>
                  <a:gd name="T5" fmla="*/ 44 h 117"/>
                  <a:gd name="T6" fmla="*/ 276 w 438"/>
                  <a:gd name="T7" fmla="*/ 63 h 117"/>
                  <a:gd name="T8" fmla="*/ 417 w 438"/>
                  <a:gd name="T9" fmla="*/ 91 h 117"/>
                  <a:gd name="T10" fmla="*/ 511 w 438"/>
                  <a:gd name="T11" fmla="*/ 107 h 117"/>
                  <a:gd name="T12" fmla="*/ 667 w 438"/>
                  <a:gd name="T13" fmla="*/ 169 h 117"/>
                  <a:gd name="T14" fmla="*/ 783 w 438"/>
                  <a:gd name="T15" fmla="*/ 213 h 117"/>
                  <a:gd name="T16" fmla="*/ 975 w 438"/>
                  <a:gd name="T17" fmla="*/ 265 h 117"/>
                  <a:gd name="T18" fmla="*/ 1039 w 438"/>
                  <a:gd name="T19" fmla="*/ 272 h 117"/>
                  <a:gd name="T20" fmla="*/ 896 w 438"/>
                  <a:gd name="T21" fmla="*/ 219 h 117"/>
                  <a:gd name="T22" fmla="*/ 761 w 438"/>
                  <a:gd name="T23" fmla="*/ 169 h 117"/>
                  <a:gd name="T24" fmla="*/ 656 w 438"/>
                  <a:gd name="T25" fmla="*/ 140 h 117"/>
                  <a:gd name="T26" fmla="*/ 555 w 438"/>
                  <a:gd name="T27" fmla="*/ 112 h 117"/>
                  <a:gd name="T28" fmla="*/ 476 w 438"/>
                  <a:gd name="T29" fmla="*/ 84 h 117"/>
                  <a:gd name="T30" fmla="*/ 396 w 438"/>
                  <a:gd name="T31" fmla="*/ 69 h 117"/>
                  <a:gd name="T32" fmla="*/ 268 w 438"/>
                  <a:gd name="T33" fmla="*/ 36 h 117"/>
                  <a:gd name="T34" fmla="*/ 112 w 438"/>
                  <a:gd name="T35" fmla="*/ 16 h 117"/>
                  <a:gd name="T36" fmla="*/ 27 w 438"/>
                  <a:gd name="T37" fmla="*/ 5 h 1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38" h="117">
                    <a:moveTo>
                      <a:pt x="8" y="2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42" y="15"/>
                      <a:pt x="66" y="19"/>
                    </a:cubicBezTo>
                    <a:cubicBezTo>
                      <a:pt x="90" y="23"/>
                      <a:pt x="89" y="22"/>
                      <a:pt x="116" y="26"/>
                    </a:cubicBezTo>
                    <a:cubicBezTo>
                      <a:pt x="144" y="29"/>
                      <a:pt x="158" y="35"/>
                      <a:pt x="176" y="38"/>
                    </a:cubicBezTo>
                    <a:cubicBezTo>
                      <a:pt x="195" y="42"/>
                      <a:pt x="199" y="36"/>
                      <a:pt x="215" y="45"/>
                    </a:cubicBezTo>
                    <a:cubicBezTo>
                      <a:pt x="231" y="54"/>
                      <a:pt x="265" y="66"/>
                      <a:pt x="281" y="71"/>
                    </a:cubicBezTo>
                    <a:cubicBezTo>
                      <a:pt x="296" y="76"/>
                      <a:pt x="313" y="84"/>
                      <a:pt x="330" y="90"/>
                    </a:cubicBezTo>
                    <a:cubicBezTo>
                      <a:pt x="347" y="96"/>
                      <a:pt x="395" y="107"/>
                      <a:pt x="411" y="112"/>
                    </a:cubicBezTo>
                    <a:cubicBezTo>
                      <a:pt x="427" y="117"/>
                      <a:pt x="438" y="115"/>
                      <a:pt x="438" y="115"/>
                    </a:cubicBezTo>
                    <a:cubicBezTo>
                      <a:pt x="438" y="115"/>
                      <a:pt x="395" y="96"/>
                      <a:pt x="378" y="92"/>
                    </a:cubicBezTo>
                    <a:cubicBezTo>
                      <a:pt x="360" y="88"/>
                      <a:pt x="339" y="78"/>
                      <a:pt x="321" y="71"/>
                    </a:cubicBezTo>
                    <a:cubicBezTo>
                      <a:pt x="303" y="65"/>
                      <a:pt x="291" y="65"/>
                      <a:pt x="277" y="59"/>
                    </a:cubicBezTo>
                    <a:cubicBezTo>
                      <a:pt x="262" y="53"/>
                      <a:pt x="241" y="52"/>
                      <a:pt x="234" y="47"/>
                    </a:cubicBezTo>
                    <a:cubicBezTo>
                      <a:pt x="226" y="42"/>
                      <a:pt x="212" y="39"/>
                      <a:pt x="201" y="35"/>
                    </a:cubicBezTo>
                    <a:cubicBezTo>
                      <a:pt x="190" y="30"/>
                      <a:pt x="177" y="34"/>
                      <a:pt x="167" y="29"/>
                    </a:cubicBezTo>
                    <a:cubicBezTo>
                      <a:pt x="158" y="25"/>
                      <a:pt x="128" y="18"/>
                      <a:pt x="113" y="15"/>
                    </a:cubicBezTo>
                    <a:cubicBezTo>
                      <a:pt x="97" y="13"/>
                      <a:pt x="57" y="15"/>
                      <a:pt x="47" y="7"/>
                    </a:cubicBezTo>
                    <a:cubicBezTo>
                      <a:pt x="36" y="0"/>
                      <a:pt x="11" y="2"/>
                      <a:pt x="11" y="2"/>
                    </a:cubicBezTo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9" name="Freeform 249">
                <a:extLst>
                  <a:ext uri="{FF2B5EF4-FFF2-40B4-BE49-F238E27FC236}">
                    <a16:creationId xmlns:a16="http://schemas.microsoft.com/office/drawing/2014/main" id="{D18CA93C-C281-44D3-A24C-441824932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396"/>
                <a:ext cx="155" cy="26"/>
              </a:xfrm>
              <a:custGeom>
                <a:avLst/>
                <a:gdLst>
                  <a:gd name="T0" fmla="*/ 21 w 116"/>
                  <a:gd name="T1" fmla="*/ 1 h 20"/>
                  <a:gd name="T2" fmla="*/ 0 w 116"/>
                  <a:gd name="T3" fmla="*/ 35 h 20"/>
                  <a:gd name="T4" fmla="*/ 87 w 116"/>
                  <a:gd name="T5" fmla="*/ 38 h 20"/>
                  <a:gd name="T6" fmla="*/ 191 w 116"/>
                  <a:gd name="T7" fmla="*/ 34 h 20"/>
                  <a:gd name="T8" fmla="*/ 277 w 116"/>
                  <a:gd name="T9" fmla="*/ 21 h 20"/>
                  <a:gd name="T10" fmla="*/ 249 w 116"/>
                  <a:gd name="T11" fmla="*/ 5 h 20"/>
                  <a:gd name="T12" fmla="*/ 190 w 116"/>
                  <a:gd name="T13" fmla="*/ 17 h 20"/>
                  <a:gd name="T14" fmla="*/ 102 w 116"/>
                  <a:gd name="T15" fmla="*/ 0 h 20"/>
                  <a:gd name="T16" fmla="*/ 21 w 116"/>
                  <a:gd name="T17" fmla="*/ 1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20">
                    <a:moveTo>
                      <a:pt x="9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22" y="20"/>
                      <a:pt x="37" y="17"/>
                    </a:cubicBezTo>
                    <a:cubicBezTo>
                      <a:pt x="52" y="14"/>
                      <a:pt x="65" y="16"/>
                      <a:pt x="80" y="15"/>
                    </a:cubicBezTo>
                    <a:cubicBezTo>
                      <a:pt x="95" y="15"/>
                      <a:pt x="104" y="8"/>
                      <a:pt x="116" y="9"/>
                    </a:cubicBezTo>
                    <a:cubicBezTo>
                      <a:pt x="116" y="9"/>
                      <a:pt x="109" y="1"/>
                      <a:pt x="104" y="2"/>
                    </a:cubicBezTo>
                    <a:cubicBezTo>
                      <a:pt x="99" y="4"/>
                      <a:pt x="90" y="12"/>
                      <a:pt x="79" y="8"/>
                    </a:cubicBezTo>
                    <a:cubicBezTo>
                      <a:pt x="68" y="4"/>
                      <a:pt x="56" y="0"/>
                      <a:pt x="43" y="0"/>
                    </a:cubicBezTo>
                    <a:cubicBezTo>
                      <a:pt x="30" y="0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0" name="Freeform 250">
                <a:extLst>
                  <a:ext uri="{FF2B5EF4-FFF2-40B4-BE49-F238E27FC236}">
                    <a16:creationId xmlns:a16="http://schemas.microsoft.com/office/drawing/2014/main" id="{B40D0D54-E668-443E-8340-9CBC242FD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687"/>
                <a:ext cx="109" cy="24"/>
              </a:xfrm>
              <a:custGeom>
                <a:avLst/>
                <a:gdLst>
                  <a:gd name="T0" fmla="*/ 21 w 82"/>
                  <a:gd name="T1" fmla="*/ 0 h 18"/>
                  <a:gd name="T2" fmla="*/ 0 w 82"/>
                  <a:gd name="T3" fmla="*/ 28 h 18"/>
                  <a:gd name="T4" fmla="*/ 70 w 82"/>
                  <a:gd name="T5" fmla="*/ 33 h 18"/>
                  <a:gd name="T6" fmla="*/ 156 w 82"/>
                  <a:gd name="T7" fmla="*/ 20 h 18"/>
                  <a:gd name="T8" fmla="*/ 193 w 82"/>
                  <a:gd name="T9" fmla="*/ 9 h 18"/>
                  <a:gd name="T10" fmla="*/ 128 w 82"/>
                  <a:gd name="T11" fmla="*/ 0 h 18"/>
                  <a:gd name="T12" fmla="*/ 57 w 82"/>
                  <a:gd name="T13" fmla="*/ 7 h 18"/>
                  <a:gd name="T14" fmla="*/ 21 w 82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8">
                    <a:moveTo>
                      <a:pt x="9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2" y="18"/>
                      <a:pt x="30" y="14"/>
                    </a:cubicBezTo>
                    <a:cubicBezTo>
                      <a:pt x="49" y="11"/>
                      <a:pt x="57" y="11"/>
                      <a:pt x="66" y="8"/>
                    </a:cubicBezTo>
                    <a:cubicBezTo>
                      <a:pt x="76" y="6"/>
                      <a:pt x="82" y="4"/>
                      <a:pt x="82" y="4"/>
                    </a:cubicBezTo>
                    <a:cubicBezTo>
                      <a:pt x="82" y="4"/>
                      <a:pt x="68" y="1"/>
                      <a:pt x="54" y="0"/>
                    </a:cubicBezTo>
                    <a:cubicBezTo>
                      <a:pt x="40" y="0"/>
                      <a:pt x="29" y="5"/>
                      <a:pt x="24" y="3"/>
                    </a:cubicBezTo>
                    <a:cubicBezTo>
                      <a:pt x="20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1" name="Freeform 251">
                <a:extLst>
                  <a:ext uri="{FF2B5EF4-FFF2-40B4-BE49-F238E27FC236}">
                    <a16:creationId xmlns:a16="http://schemas.microsoft.com/office/drawing/2014/main" id="{B5B8899B-B292-4255-97C5-DACF2B4BE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818"/>
                <a:ext cx="84" cy="53"/>
              </a:xfrm>
              <a:custGeom>
                <a:avLst/>
                <a:gdLst>
                  <a:gd name="T0" fmla="*/ 112 w 63"/>
                  <a:gd name="T1" fmla="*/ 93 h 40"/>
                  <a:gd name="T2" fmla="*/ 149 w 63"/>
                  <a:gd name="T3" fmla="*/ 74 h 40"/>
                  <a:gd name="T4" fmla="*/ 107 w 63"/>
                  <a:gd name="T5" fmla="*/ 42 h 40"/>
                  <a:gd name="T6" fmla="*/ 28 w 63"/>
                  <a:gd name="T7" fmla="*/ 7 h 40"/>
                  <a:gd name="T8" fmla="*/ 0 w 63"/>
                  <a:gd name="T9" fmla="*/ 0 h 40"/>
                  <a:gd name="T10" fmla="*/ 55 w 63"/>
                  <a:gd name="T11" fmla="*/ 53 h 40"/>
                  <a:gd name="T12" fmla="*/ 105 w 63"/>
                  <a:gd name="T13" fmla="*/ 81 h 40"/>
                  <a:gd name="T14" fmla="*/ 112 w 63"/>
                  <a:gd name="T15" fmla="*/ 93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40">
                    <a:moveTo>
                      <a:pt x="47" y="40"/>
                    </a:move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55" y="21"/>
                      <a:pt x="45" y="18"/>
                    </a:cubicBezTo>
                    <a:cubicBezTo>
                      <a:pt x="36" y="14"/>
                      <a:pt x="19" y="5"/>
                      <a:pt x="12" y="3"/>
                    </a:cubicBezTo>
                    <a:cubicBezTo>
                      <a:pt x="5" y="1"/>
                      <a:pt x="0" y="0"/>
                      <a:pt x="0" y="0"/>
                    </a:cubicBezTo>
                    <a:cubicBezTo>
                      <a:pt x="0" y="0"/>
                      <a:pt x="10" y="17"/>
                      <a:pt x="23" y="23"/>
                    </a:cubicBezTo>
                    <a:cubicBezTo>
                      <a:pt x="36" y="29"/>
                      <a:pt x="44" y="35"/>
                      <a:pt x="44" y="35"/>
                    </a:cubicBezTo>
                    <a:lnTo>
                      <a:pt x="47" y="40"/>
                    </a:lnTo>
                    <a:close/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2" name="Freeform 252">
                <a:extLst>
                  <a:ext uri="{FF2B5EF4-FFF2-40B4-BE49-F238E27FC236}">
                    <a16:creationId xmlns:a16="http://schemas.microsoft.com/office/drawing/2014/main" id="{D068E286-931C-4FFE-9626-20CE6386D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733"/>
                <a:ext cx="145" cy="82"/>
              </a:xfrm>
              <a:custGeom>
                <a:avLst/>
                <a:gdLst>
                  <a:gd name="T0" fmla="*/ 226 w 109"/>
                  <a:gd name="T1" fmla="*/ 143 h 62"/>
                  <a:gd name="T2" fmla="*/ 257 w 109"/>
                  <a:gd name="T3" fmla="*/ 123 h 62"/>
                  <a:gd name="T4" fmla="*/ 192 w 109"/>
                  <a:gd name="T5" fmla="*/ 77 h 62"/>
                  <a:gd name="T6" fmla="*/ 112 w 109"/>
                  <a:gd name="T7" fmla="*/ 28 h 62"/>
                  <a:gd name="T8" fmla="*/ 20 w 109"/>
                  <a:gd name="T9" fmla="*/ 12 h 62"/>
                  <a:gd name="T10" fmla="*/ 12 w 109"/>
                  <a:gd name="T11" fmla="*/ 28 h 62"/>
                  <a:gd name="T12" fmla="*/ 118 w 109"/>
                  <a:gd name="T13" fmla="*/ 74 h 62"/>
                  <a:gd name="T14" fmla="*/ 184 w 109"/>
                  <a:gd name="T15" fmla="*/ 118 h 62"/>
                  <a:gd name="T16" fmla="*/ 226 w 109"/>
                  <a:gd name="T17" fmla="*/ 143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62">
                    <a:moveTo>
                      <a:pt x="96" y="62"/>
                    </a:moveTo>
                    <a:cubicBezTo>
                      <a:pt x="109" y="53"/>
                      <a:pt x="109" y="53"/>
                      <a:pt x="109" y="53"/>
                    </a:cubicBezTo>
                    <a:cubicBezTo>
                      <a:pt x="109" y="53"/>
                      <a:pt x="92" y="39"/>
                      <a:pt x="81" y="33"/>
                    </a:cubicBezTo>
                    <a:cubicBezTo>
                      <a:pt x="71" y="27"/>
                      <a:pt x="58" y="18"/>
                      <a:pt x="47" y="12"/>
                    </a:cubicBezTo>
                    <a:cubicBezTo>
                      <a:pt x="36" y="6"/>
                      <a:pt x="16" y="11"/>
                      <a:pt x="8" y="5"/>
                    </a:cubicBezTo>
                    <a:cubicBezTo>
                      <a:pt x="1" y="0"/>
                      <a:pt x="0" y="8"/>
                      <a:pt x="5" y="12"/>
                    </a:cubicBezTo>
                    <a:cubicBezTo>
                      <a:pt x="10" y="16"/>
                      <a:pt x="37" y="28"/>
                      <a:pt x="50" y="32"/>
                    </a:cubicBezTo>
                    <a:cubicBezTo>
                      <a:pt x="62" y="37"/>
                      <a:pt x="75" y="48"/>
                      <a:pt x="78" y="51"/>
                    </a:cubicBezTo>
                    <a:cubicBezTo>
                      <a:pt x="81" y="53"/>
                      <a:pt x="96" y="62"/>
                      <a:pt x="96" y="62"/>
                    </a:cubicBezTo>
                    <a:close/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3" name="Freeform 253">
                <a:extLst>
                  <a:ext uri="{FF2B5EF4-FFF2-40B4-BE49-F238E27FC236}">
                    <a16:creationId xmlns:a16="http://schemas.microsoft.com/office/drawing/2014/main" id="{6330DA10-0F1D-4290-A819-647758C1C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721"/>
                <a:ext cx="72" cy="40"/>
              </a:xfrm>
              <a:custGeom>
                <a:avLst/>
                <a:gdLst>
                  <a:gd name="T0" fmla="*/ 95 w 54"/>
                  <a:gd name="T1" fmla="*/ 71 h 30"/>
                  <a:gd name="T2" fmla="*/ 128 w 54"/>
                  <a:gd name="T3" fmla="*/ 55 h 30"/>
                  <a:gd name="T4" fmla="*/ 92 w 54"/>
                  <a:gd name="T5" fmla="*/ 28 h 30"/>
                  <a:gd name="T6" fmla="*/ 9 w 54"/>
                  <a:gd name="T7" fmla="*/ 0 h 30"/>
                  <a:gd name="T8" fmla="*/ 33 w 54"/>
                  <a:gd name="T9" fmla="*/ 33 h 30"/>
                  <a:gd name="T10" fmla="*/ 84 w 54"/>
                  <a:gd name="T11" fmla="*/ 55 h 30"/>
                  <a:gd name="T12" fmla="*/ 95 w 54"/>
                  <a:gd name="T13" fmla="*/ 71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0">
                    <a:moveTo>
                      <a:pt x="40" y="30"/>
                    </a:move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49" y="16"/>
                      <a:pt x="39" y="12"/>
                    </a:cubicBezTo>
                    <a:cubicBezTo>
                      <a:pt x="30" y="9"/>
                      <a:pt x="8" y="0"/>
                      <a:pt x="4" y="0"/>
                    </a:cubicBezTo>
                    <a:cubicBezTo>
                      <a:pt x="0" y="1"/>
                      <a:pt x="3" y="13"/>
                      <a:pt x="14" y="14"/>
                    </a:cubicBezTo>
                    <a:cubicBezTo>
                      <a:pt x="25" y="16"/>
                      <a:pt x="34" y="18"/>
                      <a:pt x="35" y="23"/>
                    </a:cubicBezTo>
                    <a:cubicBezTo>
                      <a:pt x="37" y="27"/>
                      <a:pt x="40" y="30"/>
                      <a:pt x="40" y="30"/>
                    </a:cubicBezTo>
                    <a:close/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4" name="Freeform 254">
                <a:extLst>
                  <a:ext uri="{FF2B5EF4-FFF2-40B4-BE49-F238E27FC236}">
                    <a16:creationId xmlns:a16="http://schemas.microsoft.com/office/drawing/2014/main" id="{EABF767A-6D2B-47AE-AD53-DCB3E20D3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488"/>
                <a:ext cx="450" cy="210"/>
              </a:xfrm>
              <a:custGeom>
                <a:avLst/>
                <a:gdLst>
                  <a:gd name="T0" fmla="*/ 774 w 337"/>
                  <a:gd name="T1" fmla="*/ 371 h 158"/>
                  <a:gd name="T2" fmla="*/ 803 w 337"/>
                  <a:gd name="T3" fmla="*/ 356 h 158"/>
                  <a:gd name="T4" fmla="*/ 730 w 337"/>
                  <a:gd name="T5" fmla="*/ 307 h 158"/>
                  <a:gd name="T6" fmla="*/ 640 w 337"/>
                  <a:gd name="T7" fmla="*/ 258 h 158"/>
                  <a:gd name="T8" fmla="*/ 559 w 337"/>
                  <a:gd name="T9" fmla="*/ 211 h 158"/>
                  <a:gd name="T10" fmla="*/ 467 w 337"/>
                  <a:gd name="T11" fmla="*/ 170 h 158"/>
                  <a:gd name="T12" fmla="*/ 405 w 337"/>
                  <a:gd name="T13" fmla="*/ 149 h 158"/>
                  <a:gd name="T14" fmla="*/ 367 w 337"/>
                  <a:gd name="T15" fmla="*/ 134 h 158"/>
                  <a:gd name="T16" fmla="*/ 222 w 337"/>
                  <a:gd name="T17" fmla="*/ 65 h 158"/>
                  <a:gd name="T18" fmla="*/ 143 w 337"/>
                  <a:gd name="T19" fmla="*/ 33 h 158"/>
                  <a:gd name="T20" fmla="*/ 28 w 337"/>
                  <a:gd name="T21" fmla="*/ 0 h 158"/>
                  <a:gd name="T22" fmla="*/ 0 w 337"/>
                  <a:gd name="T23" fmla="*/ 0 h 158"/>
                  <a:gd name="T24" fmla="*/ 69 w 337"/>
                  <a:gd name="T25" fmla="*/ 33 h 158"/>
                  <a:gd name="T26" fmla="*/ 150 w 337"/>
                  <a:gd name="T27" fmla="*/ 64 h 158"/>
                  <a:gd name="T28" fmla="*/ 291 w 337"/>
                  <a:gd name="T29" fmla="*/ 122 h 158"/>
                  <a:gd name="T30" fmla="*/ 324 w 337"/>
                  <a:gd name="T31" fmla="*/ 144 h 158"/>
                  <a:gd name="T32" fmla="*/ 339 w 337"/>
                  <a:gd name="T33" fmla="*/ 173 h 158"/>
                  <a:gd name="T34" fmla="*/ 393 w 337"/>
                  <a:gd name="T35" fmla="*/ 178 h 158"/>
                  <a:gd name="T36" fmla="*/ 463 w 337"/>
                  <a:gd name="T37" fmla="*/ 211 h 158"/>
                  <a:gd name="T38" fmla="*/ 584 w 337"/>
                  <a:gd name="T39" fmla="*/ 258 h 158"/>
                  <a:gd name="T40" fmla="*/ 674 w 337"/>
                  <a:gd name="T41" fmla="*/ 315 h 158"/>
                  <a:gd name="T42" fmla="*/ 740 w 337"/>
                  <a:gd name="T43" fmla="*/ 356 h 158"/>
                  <a:gd name="T44" fmla="*/ 774 w 337"/>
                  <a:gd name="T45" fmla="*/ 371 h 15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37" h="158">
                    <a:moveTo>
                      <a:pt x="325" y="158"/>
                    </a:moveTo>
                    <a:cubicBezTo>
                      <a:pt x="337" y="152"/>
                      <a:pt x="337" y="152"/>
                      <a:pt x="337" y="152"/>
                    </a:cubicBezTo>
                    <a:cubicBezTo>
                      <a:pt x="337" y="152"/>
                      <a:pt x="318" y="136"/>
                      <a:pt x="307" y="131"/>
                    </a:cubicBezTo>
                    <a:cubicBezTo>
                      <a:pt x="297" y="126"/>
                      <a:pt x="283" y="117"/>
                      <a:pt x="269" y="110"/>
                    </a:cubicBezTo>
                    <a:cubicBezTo>
                      <a:pt x="255" y="102"/>
                      <a:pt x="253" y="96"/>
                      <a:pt x="235" y="90"/>
                    </a:cubicBezTo>
                    <a:cubicBezTo>
                      <a:pt x="216" y="84"/>
                      <a:pt x="202" y="76"/>
                      <a:pt x="196" y="72"/>
                    </a:cubicBezTo>
                    <a:cubicBezTo>
                      <a:pt x="190" y="68"/>
                      <a:pt x="176" y="64"/>
                      <a:pt x="170" y="63"/>
                    </a:cubicBezTo>
                    <a:cubicBezTo>
                      <a:pt x="164" y="62"/>
                      <a:pt x="160" y="60"/>
                      <a:pt x="154" y="57"/>
                    </a:cubicBezTo>
                    <a:cubicBezTo>
                      <a:pt x="148" y="53"/>
                      <a:pt x="101" y="32"/>
                      <a:pt x="93" y="28"/>
                    </a:cubicBezTo>
                    <a:cubicBezTo>
                      <a:pt x="85" y="23"/>
                      <a:pt x="77" y="22"/>
                      <a:pt x="60" y="14"/>
                    </a:cubicBezTo>
                    <a:cubicBezTo>
                      <a:pt x="42" y="6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3" y="9"/>
                      <a:pt x="29" y="14"/>
                    </a:cubicBezTo>
                    <a:cubicBezTo>
                      <a:pt x="44" y="18"/>
                      <a:pt x="52" y="20"/>
                      <a:pt x="63" y="27"/>
                    </a:cubicBezTo>
                    <a:cubicBezTo>
                      <a:pt x="74" y="34"/>
                      <a:pt x="114" y="47"/>
                      <a:pt x="122" y="52"/>
                    </a:cubicBezTo>
                    <a:cubicBezTo>
                      <a:pt x="130" y="57"/>
                      <a:pt x="137" y="58"/>
                      <a:pt x="136" y="61"/>
                    </a:cubicBezTo>
                    <a:cubicBezTo>
                      <a:pt x="134" y="64"/>
                      <a:pt x="134" y="71"/>
                      <a:pt x="142" y="74"/>
                    </a:cubicBezTo>
                    <a:cubicBezTo>
                      <a:pt x="150" y="76"/>
                      <a:pt x="152" y="74"/>
                      <a:pt x="165" y="76"/>
                    </a:cubicBezTo>
                    <a:cubicBezTo>
                      <a:pt x="179" y="78"/>
                      <a:pt x="184" y="84"/>
                      <a:pt x="195" y="90"/>
                    </a:cubicBezTo>
                    <a:cubicBezTo>
                      <a:pt x="206" y="97"/>
                      <a:pt x="233" y="103"/>
                      <a:pt x="245" y="110"/>
                    </a:cubicBezTo>
                    <a:cubicBezTo>
                      <a:pt x="258" y="116"/>
                      <a:pt x="274" y="127"/>
                      <a:pt x="283" y="134"/>
                    </a:cubicBezTo>
                    <a:cubicBezTo>
                      <a:pt x="292" y="141"/>
                      <a:pt x="303" y="149"/>
                      <a:pt x="311" y="152"/>
                    </a:cubicBezTo>
                    <a:cubicBezTo>
                      <a:pt x="318" y="155"/>
                      <a:pt x="325" y="158"/>
                      <a:pt x="325" y="158"/>
                    </a:cubicBezTo>
                    <a:close/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5" name="Freeform 255">
                <a:extLst>
                  <a:ext uri="{FF2B5EF4-FFF2-40B4-BE49-F238E27FC236}">
                    <a16:creationId xmlns:a16="http://schemas.microsoft.com/office/drawing/2014/main" id="{5A3437BA-5D8D-44A8-8325-8CB14C7AA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544"/>
                <a:ext cx="148" cy="94"/>
              </a:xfrm>
              <a:custGeom>
                <a:avLst/>
                <a:gdLst>
                  <a:gd name="T0" fmla="*/ 236 w 111"/>
                  <a:gd name="T1" fmla="*/ 164 h 71"/>
                  <a:gd name="T2" fmla="*/ 263 w 111"/>
                  <a:gd name="T3" fmla="*/ 152 h 71"/>
                  <a:gd name="T4" fmla="*/ 236 w 111"/>
                  <a:gd name="T5" fmla="*/ 119 h 71"/>
                  <a:gd name="T6" fmla="*/ 149 w 111"/>
                  <a:gd name="T7" fmla="*/ 74 h 71"/>
                  <a:gd name="T8" fmla="*/ 80 w 111"/>
                  <a:gd name="T9" fmla="*/ 40 h 71"/>
                  <a:gd name="T10" fmla="*/ 16 w 111"/>
                  <a:gd name="T11" fmla="*/ 21 h 71"/>
                  <a:gd name="T12" fmla="*/ 100 w 111"/>
                  <a:gd name="T13" fmla="*/ 74 h 71"/>
                  <a:gd name="T14" fmla="*/ 171 w 111"/>
                  <a:gd name="T15" fmla="*/ 120 h 71"/>
                  <a:gd name="T16" fmla="*/ 213 w 111"/>
                  <a:gd name="T17" fmla="*/ 146 h 71"/>
                  <a:gd name="T18" fmla="*/ 236 w 111"/>
                  <a:gd name="T19" fmla="*/ 164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1" h="71">
                    <a:moveTo>
                      <a:pt x="100" y="71"/>
                    </a:moveTo>
                    <a:cubicBezTo>
                      <a:pt x="111" y="66"/>
                      <a:pt x="111" y="66"/>
                      <a:pt x="111" y="66"/>
                    </a:cubicBezTo>
                    <a:cubicBezTo>
                      <a:pt x="111" y="66"/>
                      <a:pt x="111" y="57"/>
                      <a:pt x="100" y="51"/>
                    </a:cubicBezTo>
                    <a:cubicBezTo>
                      <a:pt x="89" y="46"/>
                      <a:pt x="79" y="39"/>
                      <a:pt x="63" y="32"/>
                    </a:cubicBezTo>
                    <a:cubicBezTo>
                      <a:pt x="48" y="24"/>
                      <a:pt x="41" y="23"/>
                      <a:pt x="34" y="17"/>
                    </a:cubicBezTo>
                    <a:cubicBezTo>
                      <a:pt x="27" y="12"/>
                      <a:pt x="0" y="0"/>
                      <a:pt x="7" y="9"/>
                    </a:cubicBezTo>
                    <a:cubicBezTo>
                      <a:pt x="15" y="17"/>
                      <a:pt x="29" y="25"/>
                      <a:pt x="42" y="32"/>
                    </a:cubicBezTo>
                    <a:cubicBezTo>
                      <a:pt x="55" y="40"/>
                      <a:pt x="63" y="46"/>
                      <a:pt x="72" y="52"/>
                    </a:cubicBezTo>
                    <a:cubicBezTo>
                      <a:pt x="80" y="58"/>
                      <a:pt x="86" y="60"/>
                      <a:pt x="90" y="63"/>
                    </a:cubicBezTo>
                    <a:cubicBezTo>
                      <a:pt x="94" y="67"/>
                      <a:pt x="100" y="71"/>
                      <a:pt x="100" y="71"/>
                    </a:cubicBezTo>
                    <a:close/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6" name="Freeform 256">
                <a:extLst>
                  <a:ext uri="{FF2B5EF4-FFF2-40B4-BE49-F238E27FC236}">
                    <a16:creationId xmlns:a16="http://schemas.microsoft.com/office/drawing/2014/main" id="{E08B3AD2-5C5E-43A2-B62E-DC34608BC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861"/>
                <a:ext cx="27" cy="138"/>
              </a:xfrm>
              <a:custGeom>
                <a:avLst/>
                <a:gdLst>
                  <a:gd name="T0" fmla="*/ 0 w 20"/>
                  <a:gd name="T1" fmla="*/ 20 h 104"/>
                  <a:gd name="T2" fmla="*/ 41 w 20"/>
                  <a:gd name="T3" fmla="*/ 0 h 104"/>
                  <a:gd name="T4" fmla="*/ 41 w 20"/>
                  <a:gd name="T5" fmla="*/ 72 h 104"/>
                  <a:gd name="T6" fmla="*/ 35 w 20"/>
                  <a:gd name="T7" fmla="*/ 166 h 104"/>
                  <a:gd name="T8" fmla="*/ 22 w 20"/>
                  <a:gd name="T9" fmla="*/ 243 h 104"/>
                  <a:gd name="T10" fmla="*/ 27 w 20"/>
                  <a:gd name="T11" fmla="*/ 80 h 104"/>
                  <a:gd name="T12" fmla="*/ 12 w 20"/>
                  <a:gd name="T13" fmla="*/ 28 h 104"/>
                  <a:gd name="T14" fmla="*/ 0 w 20"/>
                  <a:gd name="T15" fmla="*/ 20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04">
                    <a:moveTo>
                      <a:pt x="0" y="8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20" y="17"/>
                      <a:pt x="16" y="31"/>
                    </a:cubicBezTo>
                    <a:cubicBezTo>
                      <a:pt x="12" y="45"/>
                      <a:pt x="17" y="51"/>
                      <a:pt x="14" y="71"/>
                    </a:cubicBezTo>
                    <a:cubicBezTo>
                      <a:pt x="10" y="92"/>
                      <a:pt x="9" y="104"/>
                      <a:pt x="9" y="104"/>
                    </a:cubicBezTo>
                    <a:cubicBezTo>
                      <a:pt x="9" y="104"/>
                      <a:pt x="13" y="40"/>
                      <a:pt x="11" y="34"/>
                    </a:cubicBezTo>
                    <a:cubicBezTo>
                      <a:pt x="8" y="27"/>
                      <a:pt x="5" y="14"/>
                      <a:pt x="5" y="12"/>
                    </a:cubicBezTo>
                    <a:cubicBezTo>
                      <a:pt x="5" y="10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7" name="Freeform 257">
                <a:extLst>
                  <a:ext uri="{FF2B5EF4-FFF2-40B4-BE49-F238E27FC236}">
                    <a16:creationId xmlns:a16="http://schemas.microsoft.com/office/drawing/2014/main" id="{D45297AE-A341-45ED-8B13-339ED3327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807"/>
                <a:ext cx="24" cy="196"/>
              </a:xfrm>
              <a:custGeom>
                <a:avLst/>
                <a:gdLst>
                  <a:gd name="T0" fmla="*/ 0 w 18"/>
                  <a:gd name="T1" fmla="*/ 16 h 147"/>
                  <a:gd name="T2" fmla="*/ 0 w 18"/>
                  <a:gd name="T3" fmla="*/ 16 h 147"/>
                  <a:gd name="T4" fmla="*/ 31 w 18"/>
                  <a:gd name="T5" fmla="*/ 0 h 147"/>
                  <a:gd name="T6" fmla="*/ 37 w 18"/>
                  <a:gd name="T7" fmla="*/ 76 h 147"/>
                  <a:gd name="T8" fmla="*/ 37 w 18"/>
                  <a:gd name="T9" fmla="*/ 207 h 147"/>
                  <a:gd name="T10" fmla="*/ 41 w 18"/>
                  <a:gd name="T11" fmla="*/ 348 h 147"/>
                  <a:gd name="T12" fmla="*/ 23 w 18"/>
                  <a:gd name="T13" fmla="*/ 265 h 147"/>
                  <a:gd name="T14" fmla="*/ 20 w 18"/>
                  <a:gd name="T15" fmla="*/ 123 h 147"/>
                  <a:gd name="T16" fmla="*/ 0 w 18"/>
                  <a:gd name="T17" fmla="*/ 16 h 1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4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8" y="12"/>
                      <a:pt x="16" y="32"/>
                    </a:cubicBezTo>
                    <a:cubicBezTo>
                      <a:pt x="13" y="52"/>
                      <a:pt x="17" y="72"/>
                      <a:pt x="16" y="87"/>
                    </a:cubicBezTo>
                    <a:cubicBezTo>
                      <a:pt x="16" y="102"/>
                      <a:pt x="17" y="147"/>
                      <a:pt x="17" y="147"/>
                    </a:cubicBezTo>
                    <a:cubicBezTo>
                      <a:pt x="17" y="147"/>
                      <a:pt x="10" y="121"/>
                      <a:pt x="10" y="112"/>
                    </a:cubicBezTo>
                    <a:cubicBezTo>
                      <a:pt x="10" y="103"/>
                      <a:pt x="8" y="65"/>
                      <a:pt x="8" y="52"/>
                    </a:cubicBezTo>
                    <a:cubicBezTo>
                      <a:pt x="8" y="40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8" name="Freeform 258">
                <a:extLst>
                  <a:ext uri="{FF2B5EF4-FFF2-40B4-BE49-F238E27FC236}">
                    <a16:creationId xmlns:a16="http://schemas.microsoft.com/office/drawing/2014/main" id="{F721E66F-F8C7-4E8D-AF16-847AA8F5A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1753"/>
                <a:ext cx="25" cy="286"/>
              </a:xfrm>
              <a:custGeom>
                <a:avLst/>
                <a:gdLst>
                  <a:gd name="T0" fmla="*/ 0 w 19"/>
                  <a:gd name="T1" fmla="*/ 15 h 215"/>
                  <a:gd name="T2" fmla="*/ 28 w 19"/>
                  <a:gd name="T3" fmla="*/ 0 h 215"/>
                  <a:gd name="T4" fmla="*/ 38 w 19"/>
                  <a:gd name="T5" fmla="*/ 84 h 215"/>
                  <a:gd name="T6" fmla="*/ 37 w 19"/>
                  <a:gd name="T7" fmla="*/ 177 h 215"/>
                  <a:gd name="T8" fmla="*/ 42 w 19"/>
                  <a:gd name="T9" fmla="*/ 297 h 215"/>
                  <a:gd name="T10" fmla="*/ 32 w 19"/>
                  <a:gd name="T11" fmla="*/ 360 h 215"/>
                  <a:gd name="T12" fmla="*/ 32 w 19"/>
                  <a:gd name="T13" fmla="*/ 471 h 215"/>
                  <a:gd name="T14" fmla="*/ 14 w 19"/>
                  <a:gd name="T15" fmla="*/ 322 h 215"/>
                  <a:gd name="T16" fmla="*/ 18 w 19"/>
                  <a:gd name="T17" fmla="*/ 262 h 215"/>
                  <a:gd name="T18" fmla="*/ 18 w 19"/>
                  <a:gd name="T19" fmla="*/ 152 h 215"/>
                  <a:gd name="T20" fmla="*/ 0 w 19"/>
                  <a:gd name="T21" fmla="*/ 15 h 2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215">
                    <a:moveTo>
                      <a:pt x="0" y="6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9" y="23"/>
                      <a:pt x="17" y="35"/>
                    </a:cubicBezTo>
                    <a:cubicBezTo>
                      <a:pt x="16" y="47"/>
                      <a:pt x="16" y="56"/>
                      <a:pt x="16" y="75"/>
                    </a:cubicBezTo>
                    <a:cubicBezTo>
                      <a:pt x="16" y="95"/>
                      <a:pt x="18" y="118"/>
                      <a:pt x="18" y="126"/>
                    </a:cubicBezTo>
                    <a:cubicBezTo>
                      <a:pt x="18" y="134"/>
                      <a:pt x="13" y="140"/>
                      <a:pt x="14" y="153"/>
                    </a:cubicBezTo>
                    <a:cubicBezTo>
                      <a:pt x="16" y="166"/>
                      <a:pt x="16" y="185"/>
                      <a:pt x="14" y="200"/>
                    </a:cubicBezTo>
                    <a:cubicBezTo>
                      <a:pt x="12" y="215"/>
                      <a:pt x="10" y="147"/>
                      <a:pt x="6" y="137"/>
                    </a:cubicBezTo>
                    <a:cubicBezTo>
                      <a:pt x="2" y="126"/>
                      <a:pt x="6" y="118"/>
                      <a:pt x="8" y="111"/>
                    </a:cubicBezTo>
                    <a:cubicBezTo>
                      <a:pt x="9" y="104"/>
                      <a:pt x="8" y="76"/>
                      <a:pt x="8" y="65"/>
                    </a:cubicBezTo>
                    <a:cubicBezTo>
                      <a:pt x="7" y="54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9" name="Freeform 259">
                <a:extLst>
                  <a:ext uri="{FF2B5EF4-FFF2-40B4-BE49-F238E27FC236}">
                    <a16:creationId xmlns:a16="http://schemas.microsoft.com/office/drawing/2014/main" id="{0E195F79-93D8-4D97-98A6-9B750589A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1690"/>
                <a:ext cx="31" cy="183"/>
              </a:xfrm>
              <a:custGeom>
                <a:avLst/>
                <a:gdLst>
                  <a:gd name="T0" fmla="*/ 0 w 23"/>
                  <a:gd name="T1" fmla="*/ 9 h 137"/>
                  <a:gd name="T2" fmla="*/ 24 w 23"/>
                  <a:gd name="T3" fmla="*/ 0 h 137"/>
                  <a:gd name="T4" fmla="*/ 35 w 23"/>
                  <a:gd name="T5" fmla="*/ 98 h 137"/>
                  <a:gd name="T6" fmla="*/ 51 w 23"/>
                  <a:gd name="T7" fmla="*/ 196 h 137"/>
                  <a:gd name="T8" fmla="*/ 51 w 23"/>
                  <a:gd name="T9" fmla="*/ 254 h 137"/>
                  <a:gd name="T10" fmla="*/ 35 w 23"/>
                  <a:gd name="T11" fmla="*/ 326 h 137"/>
                  <a:gd name="T12" fmla="*/ 27 w 23"/>
                  <a:gd name="T13" fmla="*/ 243 h 137"/>
                  <a:gd name="T14" fmla="*/ 24 w 23"/>
                  <a:gd name="T15" fmla="*/ 184 h 137"/>
                  <a:gd name="T16" fmla="*/ 22 w 23"/>
                  <a:gd name="T17" fmla="*/ 128 h 137"/>
                  <a:gd name="T18" fmla="*/ 7 w 23"/>
                  <a:gd name="T19" fmla="*/ 71 h 137"/>
                  <a:gd name="T20" fmla="*/ 0 w 23"/>
                  <a:gd name="T21" fmla="*/ 9 h 1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37">
                    <a:moveTo>
                      <a:pt x="0" y="4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4" y="27"/>
                      <a:pt x="14" y="41"/>
                    </a:cubicBezTo>
                    <a:cubicBezTo>
                      <a:pt x="14" y="55"/>
                      <a:pt x="19" y="73"/>
                      <a:pt x="21" y="82"/>
                    </a:cubicBezTo>
                    <a:cubicBezTo>
                      <a:pt x="23" y="91"/>
                      <a:pt x="23" y="98"/>
                      <a:pt x="21" y="106"/>
                    </a:cubicBezTo>
                    <a:cubicBezTo>
                      <a:pt x="19" y="114"/>
                      <a:pt x="14" y="137"/>
                      <a:pt x="14" y="137"/>
                    </a:cubicBezTo>
                    <a:cubicBezTo>
                      <a:pt x="14" y="137"/>
                      <a:pt x="14" y="108"/>
                      <a:pt x="11" y="102"/>
                    </a:cubicBezTo>
                    <a:cubicBezTo>
                      <a:pt x="8" y="95"/>
                      <a:pt x="8" y="82"/>
                      <a:pt x="10" y="77"/>
                    </a:cubicBezTo>
                    <a:cubicBezTo>
                      <a:pt x="12" y="71"/>
                      <a:pt x="16" y="62"/>
                      <a:pt x="9" y="54"/>
                    </a:cubicBezTo>
                    <a:cubicBezTo>
                      <a:pt x="3" y="47"/>
                      <a:pt x="3" y="40"/>
                      <a:pt x="3" y="30"/>
                    </a:cubicBezTo>
                    <a:cubicBezTo>
                      <a:pt x="4" y="20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0" name="Freeform 260">
                <a:extLst>
                  <a:ext uri="{FF2B5EF4-FFF2-40B4-BE49-F238E27FC236}">
                    <a16:creationId xmlns:a16="http://schemas.microsoft.com/office/drawing/2014/main" id="{F78BCA1A-7141-4772-8097-9BF496800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631"/>
                <a:ext cx="15" cy="83"/>
              </a:xfrm>
              <a:custGeom>
                <a:avLst/>
                <a:gdLst>
                  <a:gd name="T0" fmla="*/ 0 w 11"/>
                  <a:gd name="T1" fmla="*/ 12 h 62"/>
                  <a:gd name="T2" fmla="*/ 27 w 11"/>
                  <a:gd name="T3" fmla="*/ 0 h 62"/>
                  <a:gd name="T4" fmla="*/ 22 w 11"/>
                  <a:gd name="T5" fmla="*/ 83 h 62"/>
                  <a:gd name="T6" fmla="*/ 19 w 11"/>
                  <a:gd name="T7" fmla="*/ 149 h 62"/>
                  <a:gd name="T8" fmla="*/ 7 w 11"/>
                  <a:gd name="T9" fmla="*/ 44 h 62"/>
                  <a:gd name="T10" fmla="*/ 0 w 11"/>
                  <a:gd name="T11" fmla="*/ 12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62">
                    <a:moveTo>
                      <a:pt x="0" y="5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25"/>
                      <a:pt x="9" y="34"/>
                    </a:cubicBezTo>
                    <a:cubicBezTo>
                      <a:pt x="6" y="43"/>
                      <a:pt x="7" y="62"/>
                      <a:pt x="7" y="62"/>
                    </a:cubicBezTo>
                    <a:cubicBezTo>
                      <a:pt x="3" y="19"/>
                      <a:pt x="3" y="19"/>
                      <a:pt x="3" y="19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1" name="Freeform 261">
                <a:extLst>
                  <a:ext uri="{FF2B5EF4-FFF2-40B4-BE49-F238E27FC236}">
                    <a16:creationId xmlns:a16="http://schemas.microsoft.com/office/drawing/2014/main" id="{85EE88F5-2749-4FFB-A6C2-FC4E2AB67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071"/>
                <a:ext cx="24" cy="240"/>
              </a:xfrm>
              <a:custGeom>
                <a:avLst/>
                <a:gdLst>
                  <a:gd name="T0" fmla="*/ 12 w 18"/>
                  <a:gd name="T1" fmla="*/ 427 h 180"/>
                  <a:gd name="T2" fmla="*/ 41 w 18"/>
                  <a:gd name="T3" fmla="*/ 412 h 180"/>
                  <a:gd name="T4" fmla="*/ 37 w 18"/>
                  <a:gd name="T5" fmla="*/ 315 h 180"/>
                  <a:gd name="T6" fmla="*/ 31 w 18"/>
                  <a:gd name="T7" fmla="*/ 213 h 180"/>
                  <a:gd name="T8" fmla="*/ 23 w 18"/>
                  <a:gd name="T9" fmla="*/ 116 h 180"/>
                  <a:gd name="T10" fmla="*/ 0 w 18"/>
                  <a:gd name="T11" fmla="*/ 0 h 180"/>
                  <a:gd name="T12" fmla="*/ 9 w 18"/>
                  <a:gd name="T13" fmla="*/ 121 h 180"/>
                  <a:gd name="T14" fmla="*/ 12 w 18"/>
                  <a:gd name="T15" fmla="*/ 215 h 180"/>
                  <a:gd name="T16" fmla="*/ 5 w 18"/>
                  <a:gd name="T17" fmla="*/ 297 h 180"/>
                  <a:gd name="T18" fmla="*/ 12 w 18"/>
                  <a:gd name="T19" fmla="*/ 427 h 1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180">
                    <a:moveTo>
                      <a:pt x="5" y="180"/>
                    </a:moveTo>
                    <a:cubicBezTo>
                      <a:pt x="17" y="174"/>
                      <a:pt x="17" y="174"/>
                      <a:pt x="17" y="174"/>
                    </a:cubicBezTo>
                    <a:cubicBezTo>
                      <a:pt x="17" y="174"/>
                      <a:pt x="18" y="144"/>
                      <a:pt x="16" y="133"/>
                    </a:cubicBezTo>
                    <a:cubicBezTo>
                      <a:pt x="14" y="122"/>
                      <a:pt x="13" y="105"/>
                      <a:pt x="13" y="90"/>
                    </a:cubicBezTo>
                    <a:cubicBezTo>
                      <a:pt x="13" y="75"/>
                      <a:pt x="12" y="63"/>
                      <a:pt x="10" y="49"/>
                    </a:cubicBezTo>
                    <a:cubicBezTo>
                      <a:pt x="8" y="35"/>
                      <a:pt x="0" y="0"/>
                      <a:pt x="0" y="0"/>
                    </a:cubicBezTo>
                    <a:cubicBezTo>
                      <a:pt x="0" y="0"/>
                      <a:pt x="3" y="39"/>
                      <a:pt x="4" y="51"/>
                    </a:cubicBezTo>
                    <a:cubicBezTo>
                      <a:pt x="6" y="62"/>
                      <a:pt x="7" y="72"/>
                      <a:pt x="5" y="91"/>
                    </a:cubicBezTo>
                    <a:cubicBezTo>
                      <a:pt x="3" y="110"/>
                      <a:pt x="0" y="110"/>
                      <a:pt x="2" y="125"/>
                    </a:cubicBezTo>
                    <a:cubicBezTo>
                      <a:pt x="4" y="140"/>
                      <a:pt x="5" y="180"/>
                      <a:pt x="5" y="180"/>
                    </a:cubicBez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2" name="Freeform 262">
                <a:extLst>
                  <a:ext uri="{FF2B5EF4-FFF2-40B4-BE49-F238E27FC236}">
                    <a16:creationId xmlns:a16="http://schemas.microsoft.com/office/drawing/2014/main" id="{BB2D83B7-212F-49B5-A2CC-C486BA03F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124"/>
                <a:ext cx="16" cy="131"/>
              </a:xfrm>
              <a:custGeom>
                <a:avLst/>
                <a:gdLst>
                  <a:gd name="T0" fmla="*/ 15 w 12"/>
                  <a:gd name="T1" fmla="*/ 234 h 98"/>
                  <a:gd name="T2" fmla="*/ 27 w 12"/>
                  <a:gd name="T3" fmla="*/ 225 h 98"/>
                  <a:gd name="T4" fmla="*/ 21 w 12"/>
                  <a:gd name="T5" fmla="*/ 154 h 98"/>
                  <a:gd name="T6" fmla="*/ 27 w 12"/>
                  <a:gd name="T7" fmla="*/ 64 h 98"/>
                  <a:gd name="T8" fmla="*/ 15 w 12"/>
                  <a:gd name="T9" fmla="*/ 0 h 98"/>
                  <a:gd name="T10" fmla="*/ 1 w 12"/>
                  <a:gd name="T11" fmla="*/ 148 h 98"/>
                  <a:gd name="T12" fmla="*/ 15 w 12"/>
                  <a:gd name="T13" fmla="*/ 234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98">
                    <a:moveTo>
                      <a:pt x="6" y="98"/>
                    </a:moveTo>
                    <a:cubicBezTo>
                      <a:pt x="11" y="94"/>
                      <a:pt x="11" y="94"/>
                      <a:pt x="11" y="94"/>
                    </a:cubicBezTo>
                    <a:cubicBezTo>
                      <a:pt x="11" y="94"/>
                      <a:pt x="9" y="75"/>
                      <a:pt x="9" y="64"/>
                    </a:cubicBezTo>
                    <a:cubicBezTo>
                      <a:pt x="8" y="53"/>
                      <a:pt x="12" y="38"/>
                      <a:pt x="11" y="27"/>
                    </a:cubicBezTo>
                    <a:cubicBezTo>
                      <a:pt x="9" y="16"/>
                      <a:pt x="6" y="0"/>
                      <a:pt x="6" y="0"/>
                    </a:cubicBezTo>
                    <a:cubicBezTo>
                      <a:pt x="6" y="0"/>
                      <a:pt x="0" y="56"/>
                      <a:pt x="1" y="62"/>
                    </a:cubicBezTo>
                    <a:cubicBezTo>
                      <a:pt x="2" y="68"/>
                      <a:pt x="6" y="98"/>
                      <a:pt x="6" y="98"/>
                    </a:cubicBez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3" name="Freeform 263">
                <a:extLst>
                  <a:ext uri="{FF2B5EF4-FFF2-40B4-BE49-F238E27FC236}">
                    <a16:creationId xmlns:a16="http://schemas.microsoft.com/office/drawing/2014/main" id="{082556F8-6AB2-4C09-BF8F-793845B28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03"/>
                <a:ext cx="250" cy="190"/>
              </a:xfrm>
              <a:custGeom>
                <a:avLst/>
                <a:gdLst>
                  <a:gd name="T0" fmla="*/ 0 w 187"/>
                  <a:gd name="T1" fmla="*/ 9 h 143"/>
                  <a:gd name="T2" fmla="*/ 27 w 187"/>
                  <a:gd name="T3" fmla="*/ 0 h 143"/>
                  <a:gd name="T4" fmla="*/ 84 w 187"/>
                  <a:gd name="T5" fmla="*/ 49 h 143"/>
                  <a:gd name="T6" fmla="*/ 207 w 187"/>
                  <a:gd name="T7" fmla="*/ 117 h 143"/>
                  <a:gd name="T8" fmla="*/ 277 w 187"/>
                  <a:gd name="T9" fmla="*/ 178 h 143"/>
                  <a:gd name="T10" fmla="*/ 354 w 187"/>
                  <a:gd name="T11" fmla="*/ 233 h 143"/>
                  <a:gd name="T12" fmla="*/ 420 w 187"/>
                  <a:gd name="T13" fmla="*/ 279 h 143"/>
                  <a:gd name="T14" fmla="*/ 447 w 187"/>
                  <a:gd name="T15" fmla="*/ 316 h 143"/>
                  <a:gd name="T16" fmla="*/ 418 w 187"/>
                  <a:gd name="T17" fmla="*/ 316 h 143"/>
                  <a:gd name="T18" fmla="*/ 338 w 187"/>
                  <a:gd name="T19" fmla="*/ 259 h 143"/>
                  <a:gd name="T20" fmla="*/ 265 w 187"/>
                  <a:gd name="T21" fmla="*/ 215 h 143"/>
                  <a:gd name="T22" fmla="*/ 239 w 187"/>
                  <a:gd name="T23" fmla="*/ 170 h 143"/>
                  <a:gd name="T24" fmla="*/ 201 w 187"/>
                  <a:gd name="T25" fmla="*/ 149 h 143"/>
                  <a:gd name="T26" fmla="*/ 164 w 187"/>
                  <a:gd name="T27" fmla="*/ 122 h 143"/>
                  <a:gd name="T28" fmla="*/ 86 w 187"/>
                  <a:gd name="T29" fmla="*/ 70 h 143"/>
                  <a:gd name="T30" fmla="*/ 0 w 187"/>
                  <a:gd name="T31" fmla="*/ 9 h 1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87" h="143">
                    <a:moveTo>
                      <a:pt x="0" y="4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21" y="16"/>
                      <a:pt x="35" y="21"/>
                    </a:cubicBezTo>
                    <a:cubicBezTo>
                      <a:pt x="48" y="25"/>
                      <a:pt x="78" y="43"/>
                      <a:pt x="87" y="50"/>
                    </a:cubicBezTo>
                    <a:cubicBezTo>
                      <a:pt x="96" y="58"/>
                      <a:pt x="107" y="69"/>
                      <a:pt x="116" y="76"/>
                    </a:cubicBezTo>
                    <a:cubicBezTo>
                      <a:pt x="125" y="83"/>
                      <a:pt x="138" y="92"/>
                      <a:pt x="148" y="99"/>
                    </a:cubicBezTo>
                    <a:cubicBezTo>
                      <a:pt x="159" y="106"/>
                      <a:pt x="171" y="112"/>
                      <a:pt x="176" y="119"/>
                    </a:cubicBezTo>
                    <a:cubicBezTo>
                      <a:pt x="180" y="126"/>
                      <a:pt x="187" y="135"/>
                      <a:pt x="187" y="135"/>
                    </a:cubicBezTo>
                    <a:cubicBezTo>
                      <a:pt x="187" y="135"/>
                      <a:pt x="183" y="143"/>
                      <a:pt x="175" y="135"/>
                    </a:cubicBezTo>
                    <a:cubicBezTo>
                      <a:pt x="167" y="128"/>
                      <a:pt x="152" y="118"/>
                      <a:pt x="141" y="111"/>
                    </a:cubicBezTo>
                    <a:cubicBezTo>
                      <a:pt x="130" y="103"/>
                      <a:pt x="114" y="98"/>
                      <a:pt x="111" y="92"/>
                    </a:cubicBezTo>
                    <a:cubicBezTo>
                      <a:pt x="108" y="86"/>
                      <a:pt x="103" y="75"/>
                      <a:pt x="100" y="72"/>
                    </a:cubicBezTo>
                    <a:cubicBezTo>
                      <a:pt x="97" y="69"/>
                      <a:pt x="89" y="66"/>
                      <a:pt x="84" y="63"/>
                    </a:cubicBezTo>
                    <a:cubicBezTo>
                      <a:pt x="79" y="59"/>
                      <a:pt x="72" y="55"/>
                      <a:pt x="69" y="52"/>
                    </a:cubicBezTo>
                    <a:cubicBezTo>
                      <a:pt x="66" y="49"/>
                      <a:pt x="40" y="33"/>
                      <a:pt x="36" y="30"/>
                    </a:cubicBezTo>
                    <a:cubicBezTo>
                      <a:pt x="32" y="27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4" name="Freeform 264">
                <a:extLst>
                  <a:ext uri="{FF2B5EF4-FFF2-40B4-BE49-F238E27FC236}">
                    <a16:creationId xmlns:a16="http://schemas.microsoft.com/office/drawing/2014/main" id="{77800B23-1580-4474-8E9E-2D01DFF1F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2552"/>
                <a:ext cx="113" cy="133"/>
              </a:xfrm>
              <a:custGeom>
                <a:avLst/>
                <a:gdLst>
                  <a:gd name="T0" fmla="*/ 171 w 85"/>
                  <a:gd name="T1" fmla="*/ 235 h 100"/>
                  <a:gd name="T2" fmla="*/ 199 w 85"/>
                  <a:gd name="T3" fmla="*/ 229 h 100"/>
                  <a:gd name="T4" fmla="*/ 198 w 85"/>
                  <a:gd name="T5" fmla="*/ 202 h 100"/>
                  <a:gd name="T6" fmla="*/ 170 w 85"/>
                  <a:gd name="T7" fmla="*/ 177 h 100"/>
                  <a:gd name="T8" fmla="*/ 149 w 85"/>
                  <a:gd name="T9" fmla="*/ 144 h 100"/>
                  <a:gd name="T10" fmla="*/ 122 w 85"/>
                  <a:gd name="T11" fmla="*/ 114 h 100"/>
                  <a:gd name="T12" fmla="*/ 62 w 85"/>
                  <a:gd name="T13" fmla="*/ 37 h 100"/>
                  <a:gd name="T14" fmla="*/ 9 w 85"/>
                  <a:gd name="T15" fmla="*/ 5 h 100"/>
                  <a:gd name="T16" fmla="*/ 16 w 85"/>
                  <a:gd name="T17" fmla="*/ 33 h 100"/>
                  <a:gd name="T18" fmla="*/ 69 w 85"/>
                  <a:gd name="T19" fmla="*/ 92 h 100"/>
                  <a:gd name="T20" fmla="*/ 113 w 85"/>
                  <a:gd name="T21" fmla="*/ 134 h 100"/>
                  <a:gd name="T22" fmla="*/ 128 w 85"/>
                  <a:gd name="T23" fmla="*/ 166 h 100"/>
                  <a:gd name="T24" fmla="*/ 141 w 85"/>
                  <a:gd name="T25" fmla="*/ 198 h 100"/>
                  <a:gd name="T26" fmla="*/ 171 w 85"/>
                  <a:gd name="T27" fmla="*/ 235 h 1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5" h="100">
                    <a:moveTo>
                      <a:pt x="73" y="100"/>
                    </a:moveTo>
                    <a:cubicBezTo>
                      <a:pt x="85" y="97"/>
                      <a:pt x="85" y="97"/>
                      <a:pt x="85" y="97"/>
                    </a:cubicBezTo>
                    <a:cubicBezTo>
                      <a:pt x="84" y="86"/>
                      <a:pt x="84" y="86"/>
                      <a:pt x="84" y="86"/>
                    </a:cubicBezTo>
                    <a:cubicBezTo>
                      <a:pt x="84" y="86"/>
                      <a:pt x="73" y="77"/>
                      <a:pt x="72" y="75"/>
                    </a:cubicBezTo>
                    <a:cubicBezTo>
                      <a:pt x="71" y="73"/>
                      <a:pt x="64" y="65"/>
                      <a:pt x="63" y="61"/>
                    </a:cubicBezTo>
                    <a:cubicBezTo>
                      <a:pt x="61" y="57"/>
                      <a:pt x="61" y="65"/>
                      <a:pt x="52" y="49"/>
                    </a:cubicBezTo>
                    <a:cubicBezTo>
                      <a:pt x="43" y="34"/>
                      <a:pt x="33" y="21"/>
                      <a:pt x="26" y="16"/>
                    </a:cubicBezTo>
                    <a:cubicBezTo>
                      <a:pt x="19" y="11"/>
                      <a:pt x="7" y="4"/>
                      <a:pt x="4" y="2"/>
                    </a:cubicBezTo>
                    <a:cubicBezTo>
                      <a:pt x="0" y="0"/>
                      <a:pt x="7" y="14"/>
                      <a:pt x="7" y="14"/>
                    </a:cubicBezTo>
                    <a:cubicBezTo>
                      <a:pt x="7" y="14"/>
                      <a:pt x="20" y="32"/>
                      <a:pt x="29" y="39"/>
                    </a:cubicBezTo>
                    <a:cubicBezTo>
                      <a:pt x="38" y="46"/>
                      <a:pt x="45" y="51"/>
                      <a:pt x="48" y="57"/>
                    </a:cubicBezTo>
                    <a:cubicBezTo>
                      <a:pt x="51" y="62"/>
                      <a:pt x="50" y="65"/>
                      <a:pt x="54" y="71"/>
                    </a:cubicBezTo>
                    <a:cubicBezTo>
                      <a:pt x="57" y="78"/>
                      <a:pt x="59" y="79"/>
                      <a:pt x="60" y="84"/>
                    </a:cubicBezTo>
                    <a:cubicBezTo>
                      <a:pt x="62" y="89"/>
                      <a:pt x="73" y="100"/>
                      <a:pt x="73" y="100"/>
                    </a:cubicBezTo>
                    <a:close/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5" name="Freeform 265">
                <a:extLst>
                  <a:ext uri="{FF2B5EF4-FFF2-40B4-BE49-F238E27FC236}">
                    <a16:creationId xmlns:a16="http://schemas.microsoft.com/office/drawing/2014/main" id="{31D99FA0-2335-4869-BB5C-BC6E38669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278"/>
                <a:ext cx="288" cy="331"/>
              </a:xfrm>
              <a:custGeom>
                <a:avLst/>
                <a:gdLst>
                  <a:gd name="T0" fmla="*/ 481 w 216"/>
                  <a:gd name="T1" fmla="*/ 585 h 249"/>
                  <a:gd name="T2" fmla="*/ 511 w 216"/>
                  <a:gd name="T3" fmla="*/ 580 h 249"/>
                  <a:gd name="T4" fmla="*/ 507 w 216"/>
                  <a:gd name="T5" fmla="*/ 542 h 249"/>
                  <a:gd name="T6" fmla="*/ 485 w 216"/>
                  <a:gd name="T7" fmla="*/ 500 h 249"/>
                  <a:gd name="T8" fmla="*/ 448 w 216"/>
                  <a:gd name="T9" fmla="*/ 456 h 249"/>
                  <a:gd name="T10" fmla="*/ 369 w 216"/>
                  <a:gd name="T11" fmla="*/ 363 h 249"/>
                  <a:gd name="T12" fmla="*/ 299 w 216"/>
                  <a:gd name="T13" fmla="*/ 278 h 249"/>
                  <a:gd name="T14" fmla="*/ 220 w 216"/>
                  <a:gd name="T15" fmla="*/ 194 h 249"/>
                  <a:gd name="T16" fmla="*/ 137 w 216"/>
                  <a:gd name="T17" fmla="*/ 117 h 249"/>
                  <a:gd name="T18" fmla="*/ 0 w 216"/>
                  <a:gd name="T19" fmla="*/ 0 h 249"/>
                  <a:gd name="T20" fmla="*/ 119 w 216"/>
                  <a:gd name="T21" fmla="*/ 124 h 249"/>
                  <a:gd name="T22" fmla="*/ 180 w 216"/>
                  <a:gd name="T23" fmla="*/ 187 h 249"/>
                  <a:gd name="T24" fmla="*/ 241 w 216"/>
                  <a:gd name="T25" fmla="*/ 257 h 249"/>
                  <a:gd name="T26" fmla="*/ 321 w 216"/>
                  <a:gd name="T27" fmla="*/ 344 h 249"/>
                  <a:gd name="T28" fmla="*/ 379 w 216"/>
                  <a:gd name="T29" fmla="*/ 415 h 249"/>
                  <a:gd name="T30" fmla="*/ 425 w 216"/>
                  <a:gd name="T31" fmla="*/ 472 h 249"/>
                  <a:gd name="T32" fmla="*/ 481 w 216"/>
                  <a:gd name="T33" fmla="*/ 585 h 2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6" h="249">
                    <a:moveTo>
                      <a:pt x="203" y="249"/>
                    </a:moveTo>
                    <a:cubicBezTo>
                      <a:pt x="215" y="247"/>
                      <a:pt x="215" y="247"/>
                      <a:pt x="215" y="247"/>
                    </a:cubicBezTo>
                    <a:cubicBezTo>
                      <a:pt x="215" y="247"/>
                      <a:pt x="216" y="239"/>
                      <a:pt x="214" y="231"/>
                    </a:cubicBezTo>
                    <a:cubicBezTo>
                      <a:pt x="212" y="224"/>
                      <a:pt x="213" y="220"/>
                      <a:pt x="205" y="213"/>
                    </a:cubicBezTo>
                    <a:cubicBezTo>
                      <a:pt x="197" y="207"/>
                      <a:pt x="194" y="201"/>
                      <a:pt x="189" y="194"/>
                    </a:cubicBezTo>
                    <a:cubicBezTo>
                      <a:pt x="183" y="187"/>
                      <a:pt x="165" y="166"/>
                      <a:pt x="156" y="154"/>
                    </a:cubicBezTo>
                    <a:cubicBezTo>
                      <a:pt x="148" y="142"/>
                      <a:pt x="142" y="131"/>
                      <a:pt x="126" y="118"/>
                    </a:cubicBezTo>
                    <a:cubicBezTo>
                      <a:pt x="110" y="104"/>
                      <a:pt x="109" y="96"/>
                      <a:pt x="93" y="83"/>
                    </a:cubicBezTo>
                    <a:cubicBezTo>
                      <a:pt x="77" y="71"/>
                      <a:pt x="67" y="57"/>
                      <a:pt x="58" y="50"/>
                    </a:cubicBezTo>
                    <a:cubicBezTo>
                      <a:pt x="49" y="43"/>
                      <a:pt x="0" y="0"/>
                      <a:pt x="0" y="0"/>
                    </a:cubicBezTo>
                    <a:cubicBezTo>
                      <a:pt x="0" y="0"/>
                      <a:pt x="43" y="46"/>
                      <a:pt x="50" y="53"/>
                    </a:cubicBezTo>
                    <a:cubicBezTo>
                      <a:pt x="58" y="60"/>
                      <a:pt x="66" y="69"/>
                      <a:pt x="76" y="80"/>
                    </a:cubicBezTo>
                    <a:cubicBezTo>
                      <a:pt x="85" y="91"/>
                      <a:pt x="90" y="90"/>
                      <a:pt x="102" y="109"/>
                    </a:cubicBezTo>
                    <a:cubicBezTo>
                      <a:pt x="114" y="128"/>
                      <a:pt x="128" y="138"/>
                      <a:pt x="136" y="147"/>
                    </a:cubicBezTo>
                    <a:cubicBezTo>
                      <a:pt x="144" y="155"/>
                      <a:pt x="154" y="171"/>
                      <a:pt x="160" y="177"/>
                    </a:cubicBezTo>
                    <a:cubicBezTo>
                      <a:pt x="166" y="182"/>
                      <a:pt x="174" y="193"/>
                      <a:pt x="179" y="201"/>
                    </a:cubicBezTo>
                    <a:cubicBezTo>
                      <a:pt x="184" y="209"/>
                      <a:pt x="203" y="249"/>
                      <a:pt x="203" y="249"/>
                    </a:cubicBezTo>
                    <a:close/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6" name="Freeform 266">
                <a:extLst>
                  <a:ext uri="{FF2B5EF4-FFF2-40B4-BE49-F238E27FC236}">
                    <a16:creationId xmlns:a16="http://schemas.microsoft.com/office/drawing/2014/main" id="{FA7D2F63-5C33-48BF-8BB6-5D0FF80D0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471"/>
                <a:ext cx="90" cy="114"/>
              </a:xfrm>
              <a:custGeom>
                <a:avLst/>
                <a:gdLst>
                  <a:gd name="T0" fmla="*/ 119 w 68"/>
                  <a:gd name="T1" fmla="*/ 200 h 86"/>
                  <a:gd name="T2" fmla="*/ 151 w 68"/>
                  <a:gd name="T3" fmla="*/ 188 h 86"/>
                  <a:gd name="T4" fmla="*/ 124 w 68"/>
                  <a:gd name="T5" fmla="*/ 126 h 86"/>
                  <a:gd name="T6" fmla="*/ 64 w 68"/>
                  <a:gd name="T7" fmla="*/ 70 h 86"/>
                  <a:gd name="T8" fmla="*/ 0 w 68"/>
                  <a:gd name="T9" fmla="*/ 0 h 86"/>
                  <a:gd name="T10" fmla="*/ 86 w 68"/>
                  <a:gd name="T11" fmla="*/ 114 h 86"/>
                  <a:gd name="T12" fmla="*/ 114 w 68"/>
                  <a:gd name="T13" fmla="*/ 151 h 86"/>
                  <a:gd name="T14" fmla="*/ 119 w 68"/>
                  <a:gd name="T15" fmla="*/ 20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86">
                    <a:moveTo>
                      <a:pt x="51" y="86"/>
                    </a:moveTo>
                    <a:cubicBezTo>
                      <a:pt x="65" y="81"/>
                      <a:pt x="65" y="81"/>
                      <a:pt x="65" y="81"/>
                    </a:cubicBezTo>
                    <a:cubicBezTo>
                      <a:pt x="65" y="81"/>
                      <a:pt x="68" y="63"/>
                      <a:pt x="54" y="54"/>
                    </a:cubicBezTo>
                    <a:cubicBezTo>
                      <a:pt x="40" y="45"/>
                      <a:pt x="36" y="42"/>
                      <a:pt x="27" y="30"/>
                    </a:cubicBezTo>
                    <a:cubicBezTo>
                      <a:pt x="18" y="18"/>
                      <a:pt x="0" y="0"/>
                      <a:pt x="0" y="0"/>
                    </a:cubicBezTo>
                    <a:cubicBezTo>
                      <a:pt x="0" y="0"/>
                      <a:pt x="32" y="46"/>
                      <a:pt x="37" y="49"/>
                    </a:cubicBezTo>
                    <a:cubicBezTo>
                      <a:pt x="42" y="53"/>
                      <a:pt x="48" y="56"/>
                      <a:pt x="49" y="65"/>
                    </a:cubicBezTo>
                    <a:cubicBezTo>
                      <a:pt x="50" y="73"/>
                      <a:pt x="51" y="86"/>
                      <a:pt x="51" y="86"/>
                    </a:cubicBezTo>
                    <a:close/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7" name="Freeform 267">
                <a:extLst>
                  <a:ext uri="{FF2B5EF4-FFF2-40B4-BE49-F238E27FC236}">
                    <a16:creationId xmlns:a16="http://schemas.microsoft.com/office/drawing/2014/main" id="{95218C28-7632-437D-896C-713517E25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681"/>
                <a:ext cx="25" cy="343"/>
              </a:xfrm>
              <a:custGeom>
                <a:avLst/>
                <a:gdLst>
                  <a:gd name="T0" fmla="*/ 12 w 19"/>
                  <a:gd name="T1" fmla="*/ 5 h 257"/>
                  <a:gd name="T2" fmla="*/ 38 w 19"/>
                  <a:gd name="T3" fmla="*/ 0 h 257"/>
                  <a:gd name="T4" fmla="*/ 37 w 19"/>
                  <a:gd name="T5" fmla="*/ 97 h 257"/>
                  <a:gd name="T6" fmla="*/ 29 w 19"/>
                  <a:gd name="T7" fmla="*/ 262 h 257"/>
                  <a:gd name="T8" fmla="*/ 34 w 19"/>
                  <a:gd name="T9" fmla="*/ 404 h 257"/>
                  <a:gd name="T10" fmla="*/ 12 w 19"/>
                  <a:gd name="T11" fmla="*/ 547 h 257"/>
                  <a:gd name="T12" fmla="*/ 7 w 19"/>
                  <a:gd name="T13" fmla="*/ 611 h 257"/>
                  <a:gd name="T14" fmla="*/ 7 w 19"/>
                  <a:gd name="T15" fmla="*/ 432 h 257"/>
                  <a:gd name="T16" fmla="*/ 5 w 19"/>
                  <a:gd name="T17" fmla="*/ 363 h 257"/>
                  <a:gd name="T18" fmla="*/ 14 w 19"/>
                  <a:gd name="T19" fmla="*/ 271 h 257"/>
                  <a:gd name="T20" fmla="*/ 21 w 19"/>
                  <a:gd name="T21" fmla="*/ 156 h 257"/>
                  <a:gd name="T22" fmla="*/ 21 w 19"/>
                  <a:gd name="T23" fmla="*/ 63 h 257"/>
                  <a:gd name="T24" fmla="*/ 12 w 19"/>
                  <a:gd name="T25" fmla="*/ 5 h 2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257">
                    <a:moveTo>
                      <a:pt x="5" y="2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9" y="20"/>
                      <a:pt x="16" y="41"/>
                    </a:cubicBezTo>
                    <a:cubicBezTo>
                      <a:pt x="12" y="61"/>
                      <a:pt x="12" y="87"/>
                      <a:pt x="13" y="110"/>
                    </a:cubicBezTo>
                    <a:cubicBezTo>
                      <a:pt x="14" y="132"/>
                      <a:pt x="17" y="155"/>
                      <a:pt x="15" y="170"/>
                    </a:cubicBezTo>
                    <a:cubicBezTo>
                      <a:pt x="13" y="186"/>
                      <a:pt x="5" y="218"/>
                      <a:pt x="5" y="230"/>
                    </a:cubicBezTo>
                    <a:cubicBezTo>
                      <a:pt x="4" y="242"/>
                      <a:pt x="3" y="257"/>
                      <a:pt x="3" y="257"/>
                    </a:cubicBezTo>
                    <a:cubicBezTo>
                      <a:pt x="3" y="257"/>
                      <a:pt x="6" y="192"/>
                      <a:pt x="3" y="182"/>
                    </a:cubicBezTo>
                    <a:cubicBezTo>
                      <a:pt x="0" y="173"/>
                      <a:pt x="0" y="165"/>
                      <a:pt x="2" y="153"/>
                    </a:cubicBezTo>
                    <a:cubicBezTo>
                      <a:pt x="4" y="141"/>
                      <a:pt x="6" y="131"/>
                      <a:pt x="6" y="114"/>
                    </a:cubicBezTo>
                    <a:cubicBezTo>
                      <a:pt x="7" y="98"/>
                      <a:pt x="10" y="86"/>
                      <a:pt x="9" y="66"/>
                    </a:cubicBezTo>
                    <a:cubicBezTo>
                      <a:pt x="8" y="45"/>
                      <a:pt x="12" y="37"/>
                      <a:pt x="9" y="26"/>
                    </a:cubicBezTo>
                    <a:cubicBezTo>
                      <a:pt x="7" y="15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8" name="Freeform 268">
                <a:extLst>
                  <a:ext uri="{FF2B5EF4-FFF2-40B4-BE49-F238E27FC236}">
                    <a16:creationId xmlns:a16="http://schemas.microsoft.com/office/drawing/2014/main" id="{444AD75B-92B7-49A0-B7EE-7C5D88EB4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604"/>
                <a:ext cx="29" cy="480"/>
              </a:xfrm>
              <a:custGeom>
                <a:avLst/>
                <a:gdLst>
                  <a:gd name="T0" fmla="*/ 20 w 22"/>
                  <a:gd name="T1" fmla="*/ 9 h 360"/>
                  <a:gd name="T2" fmla="*/ 45 w 22"/>
                  <a:gd name="T3" fmla="*/ 0 h 360"/>
                  <a:gd name="T4" fmla="*/ 44 w 22"/>
                  <a:gd name="T5" fmla="*/ 161 h 360"/>
                  <a:gd name="T6" fmla="*/ 34 w 22"/>
                  <a:gd name="T7" fmla="*/ 320 h 360"/>
                  <a:gd name="T8" fmla="*/ 44 w 22"/>
                  <a:gd name="T9" fmla="*/ 417 h 360"/>
                  <a:gd name="T10" fmla="*/ 42 w 22"/>
                  <a:gd name="T11" fmla="*/ 569 h 360"/>
                  <a:gd name="T12" fmla="*/ 37 w 22"/>
                  <a:gd name="T13" fmla="*/ 725 h 360"/>
                  <a:gd name="T14" fmla="*/ 32 w 22"/>
                  <a:gd name="T15" fmla="*/ 832 h 360"/>
                  <a:gd name="T16" fmla="*/ 16 w 22"/>
                  <a:gd name="T17" fmla="*/ 780 h 360"/>
                  <a:gd name="T18" fmla="*/ 28 w 22"/>
                  <a:gd name="T19" fmla="*/ 620 h 360"/>
                  <a:gd name="T20" fmla="*/ 22 w 22"/>
                  <a:gd name="T21" fmla="*/ 425 h 360"/>
                  <a:gd name="T22" fmla="*/ 15 w 22"/>
                  <a:gd name="T23" fmla="*/ 321 h 360"/>
                  <a:gd name="T24" fmla="*/ 16 w 22"/>
                  <a:gd name="T25" fmla="*/ 220 h 360"/>
                  <a:gd name="T26" fmla="*/ 15 w 22"/>
                  <a:gd name="T27" fmla="*/ 119 h 360"/>
                  <a:gd name="T28" fmla="*/ 20 w 22"/>
                  <a:gd name="T29" fmla="*/ 9 h 3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" h="360">
                    <a:moveTo>
                      <a:pt x="8" y="4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1" y="48"/>
                      <a:pt x="19" y="68"/>
                    </a:cubicBezTo>
                    <a:cubicBezTo>
                      <a:pt x="17" y="88"/>
                      <a:pt x="10" y="127"/>
                      <a:pt x="15" y="135"/>
                    </a:cubicBezTo>
                    <a:cubicBezTo>
                      <a:pt x="19" y="143"/>
                      <a:pt x="22" y="153"/>
                      <a:pt x="19" y="176"/>
                    </a:cubicBezTo>
                    <a:cubicBezTo>
                      <a:pt x="16" y="199"/>
                      <a:pt x="19" y="224"/>
                      <a:pt x="18" y="240"/>
                    </a:cubicBezTo>
                    <a:cubicBezTo>
                      <a:pt x="17" y="256"/>
                      <a:pt x="16" y="294"/>
                      <a:pt x="16" y="306"/>
                    </a:cubicBezTo>
                    <a:cubicBezTo>
                      <a:pt x="17" y="318"/>
                      <a:pt x="16" y="341"/>
                      <a:pt x="14" y="351"/>
                    </a:cubicBezTo>
                    <a:cubicBezTo>
                      <a:pt x="11" y="360"/>
                      <a:pt x="7" y="329"/>
                      <a:pt x="7" y="329"/>
                    </a:cubicBezTo>
                    <a:cubicBezTo>
                      <a:pt x="7" y="329"/>
                      <a:pt x="14" y="289"/>
                      <a:pt x="12" y="262"/>
                    </a:cubicBezTo>
                    <a:cubicBezTo>
                      <a:pt x="10" y="235"/>
                      <a:pt x="12" y="196"/>
                      <a:pt x="10" y="179"/>
                    </a:cubicBezTo>
                    <a:cubicBezTo>
                      <a:pt x="7" y="162"/>
                      <a:pt x="3" y="146"/>
                      <a:pt x="6" y="136"/>
                    </a:cubicBezTo>
                    <a:cubicBezTo>
                      <a:pt x="10" y="126"/>
                      <a:pt x="8" y="106"/>
                      <a:pt x="7" y="93"/>
                    </a:cubicBezTo>
                    <a:cubicBezTo>
                      <a:pt x="7" y="80"/>
                      <a:pt x="9" y="62"/>
                      <a:pt x="6" y="50"/>
                    </a:cubicBezTo>
                    <a:cubicBezTo>
                      <a:pt x="4" y="38"/>
                      <a:pt x="0" y="15"/>
                      <a:pt x="8" y="4"/>
                    </a:cubicBez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9" name="Freeform 269">
                <a:extLst>
                  <a:ext uri="{FF2B5EF4-FFF2-40B4-BE49-F238E27FC236}">
                    <a16:creationId xmlns:a16="http://schemas.microsoft.com/office/drawing/2014/main" id="{C7B35680-D455-400E-893A-8AB312EE9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579"/>
                <a:ext cx="40" cy="410"/>
              </a:xfrm>
              <a:custGeom>
                <a:avLst/>
                <a:gdLst>
                  <a:gd name="T0" fmla="*/ 43 w 30"/>
                  <a:gd name="T1" fmla="*/ 7 h 308"/>
                  <a:gd name="T2" fmla="*/ 71 w 30"/>
                  <a:gd name="T3" fmla="*/ 0 h 308"/>
                  <a:gd name="T4" fmla="*/ 44 w 30"/>
                  <a:gd name="T5" fmla="*/ 128 h 308"/>
                  <a:gd name="T6" fmla="*/ 48 w 30"/>
                  <a:gd name="T7" fmla="*/ 256 h 308"/>
                  <a:gd name="T8" fmla="*/ 33 w 30"/>
                  <a:gd name="T9" fmla="*/ 399 h 308"/>
                  <a:gd name="T10" fmla="*/ 41 w 30"/>
                  <a:gd name="T11" fmla="*/ 513 h 308"/>
                  <a:gd name="T12" fmla="*/ 33 w 30"/>
                  <a:gd name="T13" fmla="*/ 640 h 308"/>
                  <a:gd name="T14" fmla="*/ 12 w 30"/>
                  <a:gd name="T15" fmla="*/ 703 h 308"/>
                  <a:gd name="T16" fmla="*/ 20 w 30"/>
                  <a:gd name="T17" fmla="*/ 600 h 308"/>
                  <a:gd name="T18" fmla="*/ 27 w 30"/>
                  <a:gd name="T19" fmla="*/ 475 h 308"/>
                  <a:gd name="T20" fmla="*/ 12 w 30"/>
                  <a:gd name="T21" fmla="*/ 349 h 308"/>
                  <a:gd name="T22" fmla="*/ 23 w 30"/>
                  <a:gd name="T23" fmla="*/ 202 h 308"/>
                  <a:gd name="T24" fmla="*/ 36 w 30"/>
                  <a:gd name="T25" fmla="*/ 79 h 308"/>
                  <a:gd name="T26" fmla="*/ 43 w 30"/>
                  <a:gd name="T27" fmla="*/ 7 h 30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" h="308">
                    <a:moveTo>
                      <a:pt x="18" y="3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25" y="29"/>
                      <a:pt x="19" y="54"/>
                    </a:cubicBezTo>
                    <a:cubicBezTo>
                      <a:pt x="14" y="79"/>
                      <a:pt x="19" y="92"/>
                      <a:pt x="20" y="108"/>
                    </a:cubicBezTo>
                    <a:cubicBezTo>
                      <a:pt x="21" y="125"/>
                      <a:pt x="16" y="154"/>
                      <a:pt x="14" y="169"/>
                    </a:cubicBezTo>
                    <a:cubicBezTo>
                      <a:pt x="12" y="184"/>
                      <a:pt x="17" y="202"/>
                      <a:pt x="17" y="217"/>
                    </a:cubicBezTo>
                    <a:cubicBezTo>
                      <a:pt x="16" y="232"/>
                      <a:pt x="15" y="258"/>
                      <a:pt x="14" y="271"/>
                    </a:cubicBezTo>
                    <a:cubicBezTo>
                      <a:pt x="12" y="284"/>
                      <a:pt x="7" y="288"/>
                      <a:pt x="5" y="298"/>
                    </a:cubicBezTo>
                    <a:cubicBezTo>
                      <a:pt x="2" y="308"/>
                      <a:pt x="10" y="272"/>
                      <a:pt x="8" y="255"/>
                    </a:cubicBezTo>
                    <a:cubicBezTo>
                      <a:pt x="6" y="237"/>
                      <a:pt x="12" y="218"/>
                      <a:pt x="11" y="201"/>
                    </a:cubicBezTo>
                    <a:cubicBezTo>
                      <a:pt x="10" y="183"/>
                      <a:pt x="0" y="172"/>
                      <a:pt x="5" y="148"/>
                    </a:cubicBezTo>
                    <a:cubicBezTo>
                      <a:pt x="10" y="125"/>
                      <a:pt x="8" y="100"/>
                      <a:pt x="10" y="86"/>
                    </a:cubicBezTo>
                    <a:cubicBezTo>
                      <a:pt x="12" y="72"/>
                      <a:pt x="16" y="41"/>
                      <a:pt x="15" y="33"/>
                    </a:cubicBezTo>
                    <a:cubicBezTo>
                      <a:pt x="14" y="26"/>
                      <a:pt x="18" y="3"/>
                      <a:pt x="18" y="3"/>
                    </a:cubicBez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0" name="Freeform 270">
                <a:extLst>
                  <a:ext uri="{FF2B5EF4-FFF2-40B4-BE49-F238E27FC236}">
                    <a16:creationId xmlns:a16="http://schemas.microsoft.com/office/drawing/2014/main" id="{A1283619-E181-4EF1-A81C-9D081A429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156"/>
                <a:ext cx="37" cy="377"/>
              </a:xfrm>
              <a:custGeom>
                <a:avLst/>
                <a:gdLst>
                  <a:gd name="T0" fmla="*/ 0 w 28"/>
                  <a:gd name="T1" fmla="*/ 669 h 283"/>
                  <a:gd name="T2" fmla="*/ 49 w 28"/>
                  <a:gd name="T3" fmla="*/ 661 h 283"/>
                  <a:gd name="T4" fmla="*/ 49 w 28"/>
                  <a:gd name="T5" fmla="*/ 544 h 283"/>
                  <a:gd name="T6" fmla="*/ 50 w 28"/>
                  <a:gd name="T7" fmla="*/ 440 h 283"/>
                  <a:gd name="T8" fmla="*/ 56 w 28"/>
                  <a:gd name="T9" fmla="*/ 314 h 283"/>
                  <a:gd name="T10" fmla="*/ 44 w 28"/>
                  <a:gd name="T11" fmla="*/ 233 h 283"/>
                  <a:gd name="T12" fmla="*/ 37 w 28"/>
                  <a:gd name="T13" fmla="*/ 92 h 283"/>
                  <a:gd name="T14" fmla="*/ 28 w 28"/>
                  <a:gd name="T15" fmla="*/ 0 h 283"/>
                  <a:gd name="T16" fmla="*/ 28 w 28"/>
                  <a:gd name="T17" fmla="*/ 185 h 283"/>
                  <a:gd name="T18" fmla="*/ 22 w 28"/>
                  <a:gd name="T19" fmla="*/ 262 h 283"/>
                  <a:gd name="T20" fmla="*/ 28 w 28"/>
                  <a:gd name="T21" fmla="*/ 354 h 283"/>
                  <a:gd name="T22" fmla="*/ 21 w 28"/>
                  <a:gd name="T23" fmla="*/ 480 h 283"/>
                  <a:gd name="T24" fmla="*/ 7 w 28"/>
                  <a:gd name="T25" fmla="*/ 577 h 283"/>
                  <a:gd name="T26" fmla="*/ 0 w 28"/>
                  <a:gd name="T27" fmla="*/ 669 h 28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" h="283">
                    <a:moveTo>
                      <a:pt x="0" y="283"/>
                    </a:moveTo>
                    <a:cubicBezTo>
                      <a:pt x="21" y="279"/>
                      <a:pt x="21" y="279"/>
                      <a:pt x="21" y="279"/>
                    </a:cubicBezTo>
                    <a:cubicBezTo>
                      <a:pt x="21" y="279"/>
                      <a:pt x="22" y="244"/>
                      <a:pt x="21" y="230"/>
                    </a:cubicBezTo>
                    <a:cubicBezTo>
                      <a:pt x="19" y="216"/>
                      <a:pt x="22" y="200"/>
                      <a:pt x="22" y="186"/>
                    </a:cubicBezTo>
                    <a:cubicBezTo>
                      <a:pt x="21" y="172"/>
                      <a:pt x="28" y="147"/>
                      <a:pt x="24" y="133"/>
                    </a:cubicBezTo>
                    <a:cubicBezTo>
                      <a:pt x="21" y="119"/>
                      <a:pt x="19" y="116"/>
                      <a:pt x="19" y="98"/>
                    </a:cubicBezTo>
                    <a:cubicBezTo>
                      <a:pt x="18" y="79"/>
                      <a:pt x="16" y="39"/>
                      <a:pt x="16" y="39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4" y="65"/>
                      <a:pt x="12" y="78"/>
                    </a:cubicBezTo>
                    <a:cubicBezTo>
                      <a:pt x="9" y="92"/>
                      <a:pt x="8" y="92"/>
                      <a:pt x="10" y="111"/>
                    </a:cubicBezTo>
                    <a:cubicBezTo>
                      <a:pt x="12" y="130"/>
                      <a:pt x="12" y="134"/>
                      <a:pt x="12" y="150"/>
                    </a:cubicBezTo>
                    <a:cubicBezTo>
                      <a:pt x="12" y="167"/>
                      <a:pt x="14" y="188"/>
                      <a:pt x="9" y="203"/>
                    </a:cubicBezTo>
                    <a:cubicBezTo>
                      <a:pt x="5" y="217"/>
                      <a:pt x="5" y="231"/>
                      <a:pt x="3" y="244"/>
                    </a:cubicBezTo>
                    <a:cubicBezTo>
                      <a:pt x="2" y="257"/>
                      <a:pt x="0" y="283"/>
                      <a:pt x="0" y="283"/>
                    </a:cubicBez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1" name="Freeform 271">
                <a:extLst>
                  <a:ext uri="{FF2B5EF4-FFF2-40B4-BE49-F238E27FC236}">
                    <a16:creationId xmlns:a16="http://schemas.microsoft.com/office/drawing/2014/main" id="{1BD707F3-B5EF-46AD-A20C-82A46BA9F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3305"/>
                <a:ext cx="30" cy="168"/>
              </a:xfrm>
              <a:custGeom>
                <a:avLst/>
                <a:gdLst>
                  <a:gd name="T0" fmla="*/ 0 w 23"/>
                  <a:gd name="T1" fmla="*/ 299 h 126"/>
                  <a:gd name="T2" fmla="*/ 44 w 23"/>
                  <a:gd name="T3" fmla="*/ 287 h 126"/>
                  <a:gd name="T4" fmla="*/ 43 w 23"/>
                  <a:gd name="T5" fmla="*/ 193 h 126"/>
                  <a:gd name="T6" fmla="*/ 34 w 23"/>
                  <a:gd name="T7" fmla="*/ 97 h 126"/>
                  <a:gd name="T8" fmla="*/ 27 w 23"/>
                  <a:gd name="T9" fmla="*/ 57 h 126"/>
                  <a:gd name="T10" fmla="*/ 13 w 23"/>
                  <a:gd name="T11" fmla="*/ 165 h 126"/>
                  <a:gd name="T12" fmla="*/ 5 w 23"/>
                  <a:gd name="T13" fmla="*/ 235 h 126"/>
                  <a:gd name="T14" fmla="*/ 0 w 23"/>
                  <a:gd name="T15" fmla="*/ 299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26">
                    <a:moveTo>
                      <a:pt x="0" y="126"/>
                    </a:moveTo>
                    <a:cubicBezTo>
                      <a:pt x="20" y="121"/>
                      <a:pt x="20" y="121"/>
                      <a:pt x="20" y="121"/>
                    </a:cubicBezTo>
                    <a:cubicBezTo>
                      <a:pt x="20" y="121"/>
                      <a:pt x="23" y="95"/>
                      <a:pt x="19" y="82"/>
                    </a:cubicBezTo>
                    <a:cubicBezTo>
                      <a:pt x="16" y="70"/>
                      <a:pt x="16" y="53"/>
                      <a:pt x="15" y="41"/>
                    </a:cubicBezTo>
                    <a:cubicBezTo>
                      <a:pt x="13" y="29"/>
                      <a:pt x="19" y="0"/>
                      <a:pt x="12" y="24"/>
                    </a:cubicBezTo>
                    <a:cubicBezTo>
                      <a:pt x="4" y="47"/>
                      <a:pt x="10" y="60"/>
                      <a:pt x="6" y="70"/>
                    </a:cubicBezTo>
                    <a:cubicBezTo>
                      <a:pt x="1" y="81"/>
                      <a:pt x="2" y="86"/>
                      <a:pt x="2" y="99"/>
                    </a:cubicBezTo>
                    <a:cubicBezTo>
                      <a:pt x="1" y="111"/>
                      <a:pt x="0" y="126"/>
                      <a:pt x="0" y="126"/>
                    </a:cubicBez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2" name="Freeform 272">
                <a:extLst>
                  <a:ext uri="{FF2B5EF4-FFF2-40B4-BE49-F238E27FC236}">
                    <a16:creationId xmlns:a16="http://schemas.microsoft.com/office/drawing/2014/main" id="{F6F0958D-8254-464A-AE34-A36B3ED35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3244"/>
                <a:ext cx="28" cy="201"/>
              </a:xfrm>
              <a:custGeom>
                <a:avLst/>
                <a:gdLst>
                  <a:gd name="T0" fmla="*/ 0 w 21"/>
                  <a:gd name="T1" fmla="*/ 357 h 151"/>
                  <a:gd name="T2" fmla="*/ 33 w 21"/>
                  <a:gd name="T3" fmla="*/ 343 h 151"/>
                  <a:gd name="T4" fmla="*/ 37 w 21"/>
                  <a:gd name="T5" fmla="*/ 241 h 151"/>
                  <a:gd name="T6" fmla="*/ 23 w 21"/>
                  <a:gd name="T7" fmla="*/ 154 h 151"/>
                  <a:gd name="T8" fmla="*/ 27 w 21"/>
                  <a:gd name="T9" fmla="*/ 73 h 151"/>
                  <a:gd name="T10" fmla="*/ 28 w 21"/>
                  <a:gd name="T11" fmla="*/ 0 h 151"/>
                  <a:gd name="T12" fmla="*/ 12 w 21"/>
                  <a:gd name="T13" fmla="*/ 76 h 151"/>
                  <a:gd name="T14" fmla="*/ 0 w 21"/>
                  <a:gd name="T15" fmla="*/ 177 h 151"/>
                  <a:gd name="T16" fmla="*/ 1 w 21"/>
                  <a:gd name="T17" fmla="*/ 269 h 151"/>
                  <a:gd name="T18" fmla="*/ 0 w 21"/>
                  <a:gd name="T19" fmla="*/ 357 h 1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151">
                    <a:moveTo>
                      <a:pt x="0" y="151"/>
                    </a:moveTo>
                    <a:cubicBezTo>
                      <a:pt x="14" y="146"/>
                      <a:pt x="14" y="146"/>
                      <a:pt x="14" y="146"/>
                    </a:cubicBezTo>
                    <a:cubicBezTo>
                      <a:pt x="14" y="146"/>
                      <a:pt x="21" y="117"/>
                      <a:pt x="16" y="102"/>
                    </a:cubicBezTo>
                    <a:cubicBezTo>
                      <a:pt x="11" y="86"/>
                      <a:pt x="10" y="78"/>
                      <a:pt x="10" y="65"/>
                    </a:cubicBezTo>
                    <a:cubicBezTo>
                      <a:pt x="10" y="51"/>
                      <a:pt x="11" y="39"/>
                      <a:pt x="11" y="31"/>
                    </a:cubicBezTo>
                    <a:cubicBezTo>
                      <a:pt x="10" y="23"/>
                      <a:pt x="12" y="0"/>
                      <a:pt x="12" y="0"/>
                    </a:cubicBezTo>
                    <a:cubicBezTo>
                      <a:pt x="12" y="0"/>
                      <a:pt x="10" y="14"/>
                      <a:pt x="5" y="32"/>
                    </a:cubicBezTo>
                    <a:cubicBezTo>
                      <a:pt x="1" y="50"/>
                      <a:pt x="0" y="55"/>
                      <a:pt x="0" y="75"/>
                    </a:cubicBezTo>
                    <a:cubicBezTo>
                      <a:pt x="1" y="95"/>
                      <a:pt x="0" y="103"/>
                      <a:pt x="1" y="114"/>
                    </a:cubicBezTo>
                    <a:cubicBezTo>
                      <a:pt x="1" y="124"/>
                      <a:pt x="0" y="151"/>
                      <a:pt x="0" y="151"/>
                    </a:cubicBez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3" name="Freeform 273">
                <a:extLst>
                  <a:ext uri="{FF2B5EF4-FFF2-40B4-BE49-F238E27FC236}">
                    <a16:creationId xmlns:a16="http://schemas.microsoft.com/office/drawing/2014/main" id="{8B3BE727-9B11-426E-B99A-9265EBBC9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3048"/>
                <a:ext cx="28" cy="369"/>
              </a:xfrm>
              <a:custGeom>
                <a:avLst/>
                <a:gdLst>
                  <a:gd name="T0" fmla="*/ 1 w 21"/>
                  <a:gd name="T1" fmla="*/ 655 h 277"/>
                  <a:gd name="T2" fmla="*/ 23 w 21"/>
                  <a:gd name="T3" fmla="*/ 647 h 277"/>
                  <a:gd name="T4" fmla="*/ 31 w 21"/>
                  <a:gd name="T5" fmla="*/ 567 h 277"/>
                  <a:gd name="T6" fmla="*/ 37 w 21"/>
                  <a:gd name="T7" fmla="*/ 448 h 277"/>
                  <a:gd name="T8" fmla="*/ 33 w 21"/>
                  <a:gd name="T9" fmla="*/ 341 h 277"/>
                  <a:gd name="T10" fmla="*/ 44 w 21"/>
                  <a:gd name="T11" fmla="*/ 220 h 277"/>
                  <a:gd name="T12" fmla="*/ 33 w 21"/>
                  <a:gd name="T13" fmla="*/ 73 h 277"/>
                  <a:gd name="T14" fmla="*/ 33 w 21"/>
                  <a:gd name="T15" fmla="*/ 0 h 277"/>
                  <a:gd name="T16" fmla="*/ 21 w 21"/>
                  <a:gd name="T17" fmla="*/ 143 h 277"/>
                  <a:gd name="T18" fmla="*/ 9 w 21"/>
                  <a:gd name="T19" fmla="*/ 246 h 277"/>
                  <a:gd name="T20" fmla="*/ 16 w 21"/>
                  <a:gd name="T21" fmla="*/ 364 h 277"/>
                  <a:gd name="T22" fmla="*/ 7 w 21"/>
                  <a:gd name="T23" fmla="*/ 458 h 277"/>
                  <a:gd name="T24" fmla="*/ 0 w 21"/>
                  <a:gd name="T25" fmla="*/ 525 h 277"/>
                  <a:gd name="T26" fmla="*/ 1 w 21"/>
                  <a:gd name="T27" fmla="*/ 605 h 277"/>
                  <a:gd name="T28" fmla="*/ 1 w 21"/>
                  <a:gd name="T29" fmla="*/ 655 h 27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" h="277">
                    <a:moveTo>
                      <a:pt x="1" y="277"/>
                    </a:moveTo>
                    <a:cubicBezTo>
                      <a:pt x="10" y="274"/>
                      <a:pt x="10" y="274"/>
                      <a:pt x="10" y="274"/>
                    </a:cubicBezTo>
                    <a:cubicBezTo>
                      <a:pt x="10" y="274"/>
                      <a:pt x="14" y="262"/>
                      <a:pt x="13" y="240"/>
                    </a:cubicBezTo>
                    <a:cubicBezTo>
                      <a:pt x="11" y="219"/>
                      <a:pt x="17" y="213"/>
                      <a:pt x="16" y="189"/>
                    </a:cubicBezTo>
                    <a:cubicBezTo>
                      <a:pt x="14" y="164"/>
                      <a:pt x="13" y="161"/>
                      <a:pt x="14" y="144"/>
                    </a:cubicBezTo>
                    <a:cubicBezTo>
                      <a:pt x="15" y="128"/>
                      <a:pt x="21" y="113"/>
                      <a:pt x="19" y="93"/>
                    </a:cubicBezTo>
                    <a:cubicBezTo>
                      <a:pt x="16" y="73"/>
                      <a:pt x="14" y="45"/>
                      <a:pt x="14" y="31"/>
                    </a:cubicBezTo>
                    <a:cubicBezTo>
                      <a:pt x="13" y="16"/>
                      <a:pt x="14" y="0"/>
                      <a:pt x="14" y="0"/>
                    </a:cubicBezTo>
                    <a:cubicBezTo>
                      <a:pt x="14" y="0"/>
                      <a:pt x="13" y="46"/>
                      <a:pt x="9" y="60"/>
                    </a:cubicBezTo>
                    <a:cubicBezTo>
                      <a:pt x="4" y="74"/>
                      <a:pt x="2" y="86"/>
                      <a:pt x="4" y="104"/>
                    </a:cubicBezTo>
                    <a:cubicBezTo>
                      <a:pt x="6" y="123"/>
                      <a:pt x="6" y="143"/>
                      <a:pt x="7" y="154"/>
                    </a:cubicBezTo>
                    <a:cubicBezTo>
                      <a:pt x="9" y="166"/>
                      <a:pt x="6" y="186"/>
                      <a:pt x="3" y="194"/>
                    </a:cubicBezTo>
                    <a:cubicBezTo>
                      <a:pt x="1" y="203"/>
                      <a:pt x="0" y="209"/>
                      <a:pt x="0" y="222"/>
                    </a:cubicBezTo>
                    <a:cubicBezTo>
                      <a:pt x="1" y="235"/>
                      <a:pt x="0" y="252"/>
                      <a:pt x="1" y="256"/>
                    </a:cubicBezTo>
                    <a:cubicBezTo>
                      <a:pt x="2" y="261"/>
                      <a:pt x="1" y="277"/>
                      <a:pt x="1" y="277"/>
                    </a:cubicBez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4" name="Freeform 274">
                <a:extLst>
                  <a:ext uri="{FF2B5EF4-FFF2-40B4-BE49-F238E27FC236}">
                    <a16:creationId xmlns:a16="http://schemas.microsoft.com/office/drawing/2014/main" id="{A2CCA7F3-E9B1-4058-B490-27998E6B0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812"/>
                <a:ext cx="40" cy="573"/>
              </a:xfrm>
              <a:custGeom>
                <a:avLst/>
                <a:gdLst>
                  <a:gd name="T0" fmla="*/ 27 w 30"/>
                  <a:gd name="T1" fmla="*/ 1018 h 430"/>
                  <a:gd name="T2" fmla="*/ 52 w 30"/>
                  <a:gd name="T3" fmla="*/ 1015 h 430"/>
                  <a:gd name="T4" fmla="*/ 57 w 30"/>
                  <a:gd name="T5" fmla="*/ 870 h 430"/>
                  <a:gd name="T6" fmla="*/ 49 w 30"/>
                  <a:gd name="T7" fmla="*/ 693 h 430"/>
                  <a:gd name="T8" fmla="*/ 52 w 30"/>
                  <a:gd name="T9" fmla="*/ 497 h 430"/>
                  <a:gd name="T10" fmla="*/ 55 w 30"/>
                  <a:gd name="T11" fmla="*/ 357 h 430"/>
                  <a:gd name="T12" fmla="*/ 63 w 30"/>
                  <a:gd name="T13" fmla="*/ 249 h 430"/>
                  <a:gd name="T14" fmla="*/ 12 w 30"/>
                  <a:gd name="T15" fmla="*/ 0 h 430"/>
                  <a:gd name="T16" fmla="*/ 31 w 30"/>
                  <a:gd name="T17" fmla="*/ 165 h 430"/>
                  <a:gd name="T18" fmla="*/ 28 w 30"/>
                  <a:gd name="T19" fmla="*/ 334 h 430"/>
                  <a:gd name="T20" fmla="*/ 15 w 30"/>
                  <a:gd name="T21" fmla="*/ 470 h 430"/>
                  <a:gd name="T22" fmla="*/ 16 w 30"/>
                  <a:gd name="T23" fmla="*/ 556 h 430"/>
                  <a:gd name="T24" fmla="*/ 9 w 30"/>
                  <a:gd name="T25" fmla="*/ 717 h 430"/>
                  <a:gd name="T26" fmla="*/ 23 w 30"/>
                  <a:gd name="T27" fmla="*/ 806 h 430"/>
                  <a:gd name="T28" fmla="*/ 21 w 30"/>
                  <a:gd name="T29" fmla="*/ 890 h 430"/>
                  <a:gd name="T30" fmla="*/ 27 w 30"/>
                  <a:gd name="T31" fmla="*/ 1018 h 4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" h="430">
                    <a:moveTo>
                      <a:pt x="11" y="430"/>
                    </a:moveTo>
                    <a:cubicBezTo>
                      <a:pt x="22" y="429"/>
                      <a:pt x="22" y="429"/>
                      <a:pt x="22" y="429"/>
                    </a:cubicBezTo>
                    <a:cubicBezTo>
                      <a:pt x="22" y="429"/>
                      <a:pt x="28" y="411"/>
                      <a:pt x="24" y="368"/>
                    </a:cubicBezTo>
                    <a:cubicBezTo>
                      <a:pt x="21" y="324"/>
                      <a:pt x="24" y="332"/>
                      <a:pt x="21" y="293"/>
                    </a:cubicBezTo>
                    <a:cubicBezTo>
                      <a:pt x="17" y="254"/>
                      <a:pt x="24" y="238"/>
                      <a:pt x="22" y="210"/>
                    </a:cubicBezTo>
                    <a:cubicBezTo>
                      <a:pt x="21" y="182"/>
                      <a:pt x="22" y="172"/>
                      <a:pt x="23" y="151"/>
                    </a:cubicBezTo>
                    <a:cubicBezTo>
                      <a:pt x="25" y="129"/>
                      <a:pt x="30" y="133"/>
                      <a:pt x="26" y="105"/>
                    </a:cubicBezTo>
                    <a:cubicBezTo>
                      <a:pt x="22" y="77"/>
                      <a:pt x="16" y="23"/>
                      <a:pt x="5" y="0"/>
                    </a:cubicBezTo>
                    <a:cubicBezTo>
                      <a:pt x="5" y="0"/>
                      <a:pt x="13" y="44"/>
                      <a:pt x="13" y="70"/>
                    </a:cubicBezTo>
                    <a:cubicBezTo>
                      <a:pt x="13" y="95"/>
                      <a:pt x="18" y="124"/>
                      <a:pt x="12" y="141"/>
                    </a:cubicBezTo>
                    <a:cubicBezTo>
                      <a:pt x="7" y="157"/>
                      <a:pt x="3" y="185"/>
                      <a:pt x="6" y="199"/>
                    </a:cubicBezTo>
                    <a:cubicBezTo>
                      <a:pt x="9" y="212"/>
                      <a:pt x="9" y="219"/>
                      <a:pt x="7" y="235"/>
                    </a:cubicBezTo>
                    <a:cubicBezTo>
                      <a:pt x="5" y="251"/>
                      <a:pt x="0" y="290"/>
                      <a:pt x="4" y="303"/>
                    </a:cubicBezTo>
                    <a:cubicBezTo>
                      <a:pt x="9" y="317"/>
                      <a:pt x="13" y="328"/>
                      <a:pt x="10" y="341"/>
                    </a:cubicBezTo>
                    <a:cubicBezTo>
                      <a:pt x="6" y="353"/>
                      <a:pt x="7" y="362"/>
                      <a:pt x="9" y="376"/>
                    </a:cubicBezTo>
                    <a:cubicBezTo>
                      <a:pt x="11" y="390"/>
                      <a:pt x="11" y="430"/>
                      <a:pt x="11" y="430"/>
                    </a:cubicBez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5" name="Freeform 275">
                <a:extLst>
                  <a:ext uri="{FF2B5EF4-FFF2-40B4-BE49-F238E27FC236}">
                    <a16:creationId xmlns:a16="http://schemas.microsoft.com/office/drawing/2014/main" id="{C97F3690-072B-407D-B7C3-CD3C0774B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559"/>
                <a:ext cx="18" cy="172"/>
              </a:xfrm>
              <a:custGeom>
                <a:avLst/>
                <a:gdLst>
                  <a:gd name="T0" fmla="*/ 30 w 14"/>
                  <a:gd name="T1" fmla="*/ 0 h 129"/>
                  <a:gd name="T2" fmla="*/ 30 w 14"/>
                  <a:gd name="T3" fmla="*/ 305 h 129"/>
                  <a:gd name="T4" fmla="*/ 8 w 14"/>
                  <a:gd name="T5" fmla="*/ 268 h 129"/>
                  <a:gd name="T6" fmla="*/ 5 w 14"/>
                  <a:gd name="T7" fmla="*/ 201 h 129"/>
                  <a:gd name="T8" fmla="*/ 8 w 14"/>
                  <a:gd name="T9" fmla="*/ 87 h 129"/>
                  <a:gd name="T10" fmla="*/ 0 w 14"/>
                  <a:gd name="T11" fmla="*/ 5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29">
                    <a:moveTo>
                      <a:pt x="14" y="0"/>
                    </a:moveTo>
                    <a:cubicBezTo>
                      <a:pt x="14" y="129"/>
                      <a:pt x="14" y="129"/>
                      <a:pt x="14" y="129"/>
                    </a:cubicBezTo>
                    <a:cubicBezTo>
                      <a:pt x="14" y="129"/>
                      <a:pt x="7" y="125"/>
                      <a:pt x="4" y="113"/>
                    </a:cubicBezTo>
                    <a:cubicBezTo>
                      <a:pt x="2" y="102"/>
                      <a:pt x="3" y="106"/>
                      <a:pt x="2" y="85"/>
                    </a:cubicBezTo>
                    <a:cubicBezTo>
                      <a:pt x="1" y="64"/>
                      <a:pt x="7" y="49"/>
                      <a:pt x="4" y="37"/>
                    </a:cubicBezTo>
                    <a:cubicBezTo>
                      <a:pt x="2" y="25"/>
                      <a:pt x="0" y="2"/>
                      <a:pt x="0" y="2"/>
                    </a:cubicBezTo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6" name="Freeform 276">
                <a:extLst>
                  <a:ext uri="{FF2B5EF4-FFF2-40B4-BE49-F238E27FC236}">
                    <a16:creationId xmlns:a16="http://schemas.microsoft.com/office/drawing/2014/main" id="{EC94DB0E-B99E-4BA8-83C2-8FB9C775B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279"/>
                <a:ext cx="209" cy="282"/>
              </a:xfrm>
              <a:custGeom>
                <a:avLst/>
                <a:gdLst>
                  <a:gd name="T0" fmla="*/ 337 w 157"/>
                  <a:gd name="T1" fmla="*/ 499 h 212"/>
                  <a:gd name="T2" fmla="*/ 277 w 157"/>
                  <a:gd name="T3" fmla="*/ 408 h 212"/>
                  <a:gd name="T4" fmla="*/ 258 w 157"/>
                  <a:gd name="T5" fmla="*/ 343 h 212"/>
                  <a:gd name="T6" fmla="*/ 182 w 157"/>
                  <a:gd name="T7" fmla="*/ 242 h 212"/>
                  <a:gd name="T8" fmla="*/ 128 w 157"/>
                  <a:gd name="T9" fmla="*/ 208 h 212"/>
                  <a:gd name="T10" fmla="*/ 92 w 157"/>
                  <a:gd name="T11" fmla="*/ 150 h 212"/>
                  <a:gd name="T12" fmla="*/ 64 w 157"/>
                  <a:gd name="T13" fmla="*/ 112 h 212"/>
                  <a:gd name="T14" fmla="*/ 0 w 157"/>
                  <a:gd name="T15" fmla="*/ 0 h 212"/>
                  <a:gd name="T16" fmla="*/ 65 w 157"/>
                  <a:gd name="T17" fmla="*/ 76 h 212"/>
                  <a:gd name="T18" fmla="*/ 370 w 157"/>
                  <a:gd name="T19" fmla="*/ 494 h 2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7" h="212">
                    <a:moveTo>
                      <a:pt x="143" y="212"/>
                    </a:moveTo>
                    <a:cubicBezTo>
                      <a:pt x="143" y="212"/>
                      <a:pt x="118" y="184"/>
                      <a:pt x="117" y="174"/>
                    </a:cubicBezTo>
                    <a:cubicBezTo>
                      <a:pt x="117" y="164"/>
                      <a:pt x="117" y="153"/>
                      <a:pt x="110" y="146"/>
                    </a:cubicBezTo>
                    <a:cubicBezTo>
                      <a:pt x="104" y="139"/>
                      <a:pt x="81" y="105"/>
                      <a:pt x="77" y="103"/>
                    </a:cubicBezTo>
                    <a:cubicBezTo>
                      <a:pt x="72" y="102"/>
                      <a:pt x="56" y="97"/>
                      <a:pt x="54" y="88"/>
                    </a:cubicBezTo>
                    <a:cubicBezTo>
                      <a:pt x="52" y="79"/>
                      <a:pt x="41" y="76"/>
                      <a:pt x="39" y="64"/>
                    </a:cubicBezTo>
                    <a:cubicBezTo>
                      <a:pt x="37" y="52"/>
                      <a:pt x="32" y="55"/>
                      <a:pt x="27" y="47"/>
                    </a:cubicBezTo>
                    <a:cubicBezTo>
                      <a:pt x="21" y="39"/>
                      <a:pt x="0" y="0"/>
                      <a:pt x="0" y="0"/>
                    </a:cubicBezTo>
                    <a:cubicBezTo>
                      <a:pt x="0" y="0"/>
                      <a:pt x="11" y="13"/>
                      <a:pt x="28" y="32"/>
                    </a:cubicBezTo>
                    <a:cubicBezTo>
                      <a:pt x="67" y="79"/>
                      <a:pt x="137" y="165"/>
                      <a:pt x="157" y="210"/>
                    </a:cubicBezTo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7" name="Freeform 277">
                <a:extLst>
                  <a:ext uri="{FF2B5EF4-FFF2-40B4-BE49-F238E27FC236}">
                    <a16:creationId xmlns:a16="http://schemas.microsoft.com/office/drawing/2014/main" id="{AF54EACE-BF1F-4F59-A3BB-3B7467629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627"/>
                <a:ext cx="26" cy="402"/>
              </a:xfrm>
              <a:custGeom>
                <a:avLst/>
                <a:gdLst>
                  <a:gd name="T0" fmla="*/ 49 w 19"/>
                  <a:gd name="T1" fmla="*/ 705 h 301"/>
                  <a:gd name="T2" fmla="*/ 49 w 19"/>
                  <a:gd name="T3" fmla="*/ 0 h 301"/>
                  <a:gd name="T4" fmla="*/ 30 w 19"/>
                  <a:gd name="T5" fmla="*/ 107 h 301"/>
                  <a:gd name="T6" fmla="*/ 26 w 19"/>
                  <a:gd name="T7" fmla="*/ 219 h 301"/>
                  <a:gd name="T8" fmla="*/ 22 w 19"/>
                  <a:gd name="T9" fmla="*/ 313 h 301"/>
                  <a:gd name="T10" fmla="*/ 14 w 19"/>
                  <a:gd name="T11" fmla="*/ 447 h 301"/>
                  <a:gd name="T12" fmla="*/ 14 w 19"/>
                  <a:gd name="T13" fmla="*/ 538 h 301"/>
                  <a:gd name="T14" fmla="*/ 26 w 19"/>
                  <a:gd name="T15" fmla="*/ 616 h 301"/>
                  <a:gd name="T16" fmla="*/ 22 w 19"/>
                  <a:gd name="T17" fmla="*/ 680 h 301"/>
                  <a:gd name="T18" fmla="*/ 26 w 19"/>
                  <a:gd name="T19" fmla="*/ 717 h 3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301">
                    <a:moveTo>
                      <a:pt x="19" y="296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2" y="32"/>
                      <a:pt x="12" y="45"/>
                    </a:cubicBezTo>
                    <a:cubicBezTo>
                      <a:pt x="11" y="59"/>
                      <a:pt x="9" y="75"/>
                      <a:pt x="10" y="92"/>
                    </a:cubicBezTo>
                    <a:cubicBezTo>
                      <a:pt x="11" y="110"/>
                      <a:pt x="11" y="107"/>
                      <a:pt x="9" y="131"/>
                    </a:cubicBezTo>
                    <a:cubicBezTo>
                      <a:pt x="7" y="154"/>
                      <a:pt x="6" y="171"/>
                      <a:pt x="5" y="188"/>
                    </a:cubicBezTo>
                    <a:cubicBezTo>
                      <a:pt x="4" y="204"/>
                      <a:pt x="0" y="214"/>
                      <a:pt x="5" y="226"/>
                    </a:cubicBezTo>
                    <a:cubicBezTo>
                      <a:pt x="11" y="238"/>
                      <a:pt x="8" y="245"/>
                      <a:pt x="10" y="258"/>
                    </a:cubicBezTo>
                    <a:cubicBezTo>
                      <a:pt x="12" y="271"/>
                      <a:pt x="10" y="281"/>
                      <a:pt x="9" y="285"/>
                    </a:cubicBezTo>
                    <a:cubicBezTo>
                      <a:pt x="8" y="290"/>
                      <a:pt x="10" y="301"/>
                      <a:pt x="10" y="301"/>
                    </a:cubicBezTo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8" name="Freeform 278">
                <a:extLst>
                  <a:ext uri="{FF2B5EF4-FFF2-40B4-BE49-F238E27FC236}">
                    <a16:creationId xmlns:a16="http://schemas.microsoft.com/office/drawing/2014/main" id="{67D71931-C2F3-4130-BD03-65FCF205D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022"/>
                <a:ext cx="130" cy="102"/>
              </a:xfrm>
              <a:custGeom>
                <a:avLst/>
                <a:gdLst>
                  <a:gd name="T0" fmla="*/ 0 w 98"/>
                  <a:gd name="T1" fmla="*/ 12 h 77"/>
                  <a:gd name="T2" fmla="*/ 36 w 98"/>
                  <a:gd name="T3" fmla="*/ 60 h 77"/>
                  <a:gd name="T4" fmla="*/ 85 w 98"/>
                  <a:gd name="T5" fmla="*/ 105 h 77"/>
                  <a:gd name="T6" fmla="*/ 123 w 98"/>
                  <a:gd name="T7" fmla="*/ 109 h 77"/>
                  <a:gd name="T8" fmla="*/ 228 w 98"/>
                  <a:gd name="T9" fmla="*/ 179 h 77"/>
                  <a:gd name="T10" fmla="*/ 102 w 98"/>
                  <a:gd name="T11" fmla="*/ 65 h 77"/>
                  <a:gd name="T12" fmla="*/ 21 w 98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77">
                    <a:moveTo>
                      <a:pt x="0" y="5"/>
                    </a:moveTo>
                    <a:cubicBezTo>
                      <a:pt x="0" y="5"/>
                      <a:pt x="4" y="25"/>
                      <a:pt x="15" y="26"/>
                    </a:cubicBezTo>
                    <a:cubicBezTo>
                      <a:pt x="26" y="28"/>
                      <a:pt x="29" y="42"/>
                      <a:pt x="36" y="45"/>
                    </a:cubicBezTo>
                    <a:cubicBezTo>
                      <a:pt x="43" y="47"/>
                      <a:pt x="48" y="43"/>
                      <a:pt x="53" y="47"/>
                    </a:cubicBezTo>
                    <a:cubicBezTo>
                      <a:pt x="60" y="53"/>
                      <a:pt x="61" y="52"/>
                      <a:pt x="98" y="77"/>
                    </a:cubicBezTo>
                    <a:cubicBezTo>
                      <a:pt x="98" y="77"/>
                      <a:pt x="55" y="38"/>
                      <a:pt x="44" y="28"/>
                    </a:cubicBezTo>
                    <a:cubicBezTo>
                      <a:pt x="33" y="18"/>
                      <a:pt x="14" y="4"/>
                      <a:pt x="9" y="0"/>
                    </a:cubicBezTo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9" name="Freeform 279">
                <a:extLst>
                  <a:ext uri="{FF2B5EF4-FFF2-40B4-BE49-F238E27FC236}">
                    <a16:creationId xmlns:a16="http://schemas.microsoft.com/office/drawing/2014/main" id="{FFD50EC9-0B8D-4D73-95E3-BDBA64D5F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254"/>
                <a:ext cx="403" cy="96"/>
              </a:xfrm>
              <a:custGeom>
                <a:avLst/>
                <a:gdLst>
                  <a:gd name="T0" fmla="*/ 0 w 303"/>
                  <a:gd name="T1" fmla="*/ 0 h 72"/>
                  <a:gd name="T2" fmla="*/ 242 w 303"/>
                  <a:gd name="T3" fmla="*/ 43 h 72"/>
                  <a:gd name="T4" fmla="*/ 713 w 303"/>
                  <a:gd name="T5" fmla="*/ 171 h 72"/>
                  <a:gd name="T6" fmla="*/ 606 w 303"/>
                  <a:gd name="T7" fmla="*/ 161 h 72"/>
                  <a:gd name="T8" fmla="*/ 548 w 303"/>
                  <a:gd name="T9" fmla="*/ 148 h 72"/>
                  <a:gd name="T10" fmla="*/ 492 w 303"/>
                  <a:gd name="T11" fmla="*/ 128 h 72"/>
                  <a:gd name="T12" fmla="*/ 412 w 303"/>
                  <a:gd name="T13" fmla="*/ 92 h 72"/>
                  <a:gd name="T14" fmla="*/ 355 w 303"/>
                  <a:gd name="T15" fmla="*/ 87 h 72"/>
                  <a:gd name="T16" fmla="*/ 294 w 303"/>
                  <a:gd name="T17" fmla="*/ 84 h 72"/>
                  <a:gd name="T18" fmla="*/ 181 w 303"/>
                  <a:gd name="T19" fmla="*/ 41 h 72"/>
                  <a:gd name="T20" fmla="*/ 55 w 303"/>
                  <a:gd name="T21" fmla="*/ 27 h 72"/>
                  <a:gd name="T22" fmla="*/ 0 w 303"/>
                  <a:gd name="T23" fmla="*/ 0 h 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3" h="72">
                    <a:moveTo>
                      <a:pt x="0" y="0"/>
                    </a:moveTo>
                    <a:cubicBezTo>
                      <a:pt x="0" y="0"/>
                      <a:pt x="39" y="4"/>
                      <a:pt x="103" y="18"/>
                    </a:cubicBezTo>
                    <a:cubicBezTo>
                      <a:pt x="155" y="29"/>
                      <a:pt x="224" y="46"/>
                      <a:pt x="303" y="72"/>
                    </a:cubicBezTo>
                    <a:cubicBezTo>
                      <a:pt x="303" y="72"/>
                      <a:pt x="266" y="70"/>
                      <a:pt x="258" y="68"/>
                    </a:cubicBezTo>
                    <a:cubicBezTo>
                      <a:pt x="251" y="66"/>
                      <a:pt x="246" y="69"/>
                      <a:pt x="233" y="62"/>
                    </a:cubicBezTo>
                    <a:cubicBezTo>
                      <a:pt x="220" y="56"/>
                      <a:pt x="217" y="54"/>
                      <a:pt x="209" y="54"/>
                    </a:cubicBezTo>
                    <a:cubicBezTo>
                      <a:pt x="202" y="54"/>
                      <a:pt x="180" y="41"/>
                      <a:pt x="175" y="39"/>
                    </a:cubicBezTo>
                    <a:cubicBezTo>
                      <a:pt x="169" y="37"/>
                      <a:pt x="163" y="34"/>
                      <a:pt x="151" y="37"/>
                    </a:cubicBezTo>
                    <a:cubicBezTo>
                      <a:pt x="139" y="40"/>
                      <a:pt x="127" y="40"/>
                      <a:pt x="125" y="35"/>
                    </a:cubicBezTo>
                    <a:cubicBezTo>
                      <a:pt x="123" y="31"/>
                      <a:pt x="85" y="20"/>
                      <a:pt x="77" y="17"/>
                    </a:cubicBezTo>
                    <a:cubicBezTo>
                      <a:pt x="68" y="14"/>
                      <a:pt x="30" y="12"/>
                      <a:pt x="23" y="11"/>
                    </a:cubicBezTo>
                    <a:cubicBezTo>
                      <a:pt x="16" y="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0" name="Freeform 280">
                <a:extLst>
                  <a:ext uri="{FF2B5EF4-FFF2-40B4-BE49-F238E27FC236}">
                    <a16:creationId xmlns:a16="http://schemas.microsoft.com/office/drawing/2014/main" id="{D566D657-045D-4320-93B3-B977B2E7A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705"/>
                <a:ext cx="240" cy="74"/>
              </a:xfrm>
              <a:custGeom>
                <a:avLst/>
                <a:gdLst>
                  <a:gd name="T0" fmla="*/ 0 w 180"/>
                  <a:gd name="T1" fmla="*/ 0 h 56"/>
                  <a:gd name="T2" fmla="*/ 80 w 180"/>
                  <a:gd name="T3" fmla="*/ 20 h 56"/>
                  <a:gd name="T4" fmla="*/ 129 w 180"/>
                  <a:gd name="T5" fmla="*/ 42 h 56"/>
                  <a:gd name="T6" fmla="*/ 172 w 180"/>
                  <a:gd name="T7" fmla="*/ 53 h 56"/>
                  <a:gd name="T8" fmla="*/ 228 w 180"/>
                  <a:gd name="T9" fmla="*/ 81 h 56"/>
                  <a:gd name="T10" fmla="*/ 272 w 180"/>
                  <a:gd name="T11" fmla="*/ 87 h 56"/>
                  <a:gd name="T12" fmla="*/ 325 w 180"/>
                  <a:gd name="T13" fmla="*/ 102 h 56"/>
                  <a:gd name="T14" fmla="*/ 369 w 180"/>
                  <a:gd name="T15" fmla="*/ 124 h 56"/>
                  <a:gd name="T16" fmla="*/ 427 w 180"/>
                  <a:gd name="T17" fmla="*/ 114 h 56"/>
                  <a:gd name="T18" fmla="*/ 356 w 180"/>
                  <a:gd name="T19" fmla="*/ 94 h 56"/>
                  <a:gd name="T20" fmla="*/ 313 w 180"/>
                  <a:gd name="T21" fmla="*/ 71 h 56"/>
                  <a:gd name="T22" fmla="*/ 255 w 180"/>
                  <a:gd name="T23" fmla="*/ 59 h 56"/>
                  <a:gd name="T24" fmla="*/ 180 w 180"/>
                  <a:gd name="T25" fmla="*/ 33 h 56"/>
                  <a:gd name="T26" fmla="*/ 71 w 180"/>
                  <a:gd name="T27" fmla="*/ 1 h 56"/>
                  <a:gd name="T28" fmla="*/ 5 w 180"/>
                  <a:gd name="T29" fmla="*/ 1 h 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0" h="56">
                    <a:moveTo>
                      <a:pt x="0" y="0"/>
                    </a:moveTo>
                    <a:cubicBezTo>
                      <a:pt x="11" y="3"/>
                      <a:pt x="22" y="6"/>
                      <a:pt x="34" y="8"/>
                    </a:cubicBezTo>
                    <a:cubicBezTo>
                      <a:pt x="42" y="10"/>
                      <a:pt x="47" y="16"/>
                      <a:pt x="55" y="18"/>
                    </a:cubicBezTo>
                    <a:cubicBezTo>
                      <a:pt x="61" y="20"/>
                      <a:pt x="67" y="19"/>
                      <a:pt x="73" y="23"/>
                    </a:cubicBezTo>
                    <a:cubicBezTo>
                      <a:pt x="81" y="27"/>
                      <a:pt x="88" y="32"/>
                      <a:pt x="96" y="35"/>
                    </a:cubicBezTo>
                    <a:cubicBezTo>
                      <a:pt x="101" y="38"/>
                      <a:pt x="109" y="38"/>
                      <a:pt x="115" y="38"/>
                    </a:cubicBezTo>
                    <a:cubicBezTo>
                      <a:pt x="124" y="39"/>
                      <a:pt x="129" y="40"/>
                      <a:pt x="137" y="44"/>
                    </a:cubicBezTo>
                    <a:cubicBezTo>
                      <a:pt x="143" y="47"/>
                      <a:pt x="150" y="53"/>
                      <a:pt x="156" y="54"/>
                    </a:cubicBezTo>
                    <a:cubicBezTo>
                      <a:pt x="163" y="56"/>
                      <a:pt x="174" y="50"/>
                      <a:pt x="180" y="49"/>
                    </a:cubicBezTo>
                    <a:cubicBezTo>
                      <a:pt x="171" y="48"/>
                      <a:pt x="159" y="44"/>
                      <a:pt x="150" y="41"/>
                    </a:cubicBezTo>
                    <a:cubicBezTo>
                      <a:pt x="143" y="39"/>
                      <a:pt x="139" y="34"/>
                      <a:pt x="132" y="31"/>
                    </a:cubicBezTo>
                    <a:cubicBezTo>
                      <a:pt x="125" y="27"/>
                      <a:pt x="115" y="28"/>
                      <a:pt x="107" y="26"/>
                    </a:cubicBezTo>
                    <a:cubicBezTo>
                      <a:pt x="96" y="23"/>
                      <a:pt x="86" y="18"/>
                      <a:pt x="76" y="14"/>
                    </a:cubicBezTo>
                    <a:cubicBezTo>
                      <a:pt x="62" y="7"/>
                      <a:pt x="44" y="3"/>
                      <a:pt x="30" y="1"/>
                    </a:cubicBezTo>
                    <a:cubicBezTo>
                      <a:pt x="20" y="1"/>
                      <a:pt x="11" y="3"/>
                      <a:pt x="2" y="1"/>
                    </a:cubicBezTo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1" name="Freeform 281">
                <a:extLst>
                  <a:ext uri="{FF2B5EF4-FFF2-40B4-BE49-F238E27FC236}">
                    <a16:creationId xmlns:a16="http://schemas.microsoft.com/office/drawing/2014/main" id="{B6544FF2-E321-4A39-A95F-DC5758001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1598"/>
                <a:ext cx="239" cy="37"/>
              </a:xfrm>
              <a:custGeom>
                <a:avLst/>
                <a:gdLst>
                  <a:gd name="T0" fmla="*/ 9 w 180"/>
                  <a:gd name="T1" fmla="*/ 21 h 28"/>
                  <a:gd name="T2" fmla="*/ 0 w 180"/>
                  <a:gd name="T3" fmla="*/ 21 h 28"/>
                  <a:gd name="T4" fmla="*/ 88 w 180"/>
                  <a:gd name="T5" fmla="*/ 34 h 28"/>
                  <a:gd name="T6" fmla="*/ 145 w 180"/>
                  <a:gd name="T7" fmla="*/ 28 h 28"/>
                  <a:gd name="T8" fmla="*/ 194 w 180"/>
                  <a:gd name="T9" fmla="*/ 38 h 28"/>
                  <a:gd name="T10" fmla="*/ 248 w 180"/>
                  <a:gd name="T11" fmla="*/ 49 h 28"/>
                  <a:gd name="T12" fmla="*/ 292 w 180"/>
                  <a:gd name="T13" fmla="*/ 63 h 28"/>
                  <a:gd name="T14" fmla="*/ 351 w 180"/>
                  <a:gd name="T15" fmla="*/ 50 h 28"/>
                  <a:gd name="T16" fmla="*/ 421 w 180"/>
                  <a:gd name="T17" fmla="*/ 49 h 28"/>
                  <a:gd name="T18" fmla="*/ 370 w 180"/>
                  <a:gd name="T19" fmla="*/ 29 h 28"/>
                  <a:gd name="T20" fmla="*/ 291 w 180"/>
                  <a:gd name="T21" fmla="*/ 28 h 28"/>
                  <a:gd name="T22" fmla="*/ 169 w 180"/>
                  <a:gd name="T23" fmla="*/ 16 h 28"/>
                  <a:gd name="T24" fmla="*/ 77 w 180"/>
                  <a:gd name="T25" fmla="*/ 5 h 28"/>
                  <a:gd name="T26" fmla="*/ 31 w 180"/>
                  <a:gd name="T27" fmla="*/ 9 h 28"/>
                  <a:gd name="T28" fmla="*/ 0 w 180"/>
                  <a:gd name="T29" fmla="*/ 15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0" h="28">
                    <a:moveTo>
                      <a:pt x="4" y="9"/>
                    </a:moveTo>
                    <a:cubicBezTo>
                      <a:pt x="3" y="9"/>
                      <a:pt x="2" y="9"/>
                      <a:pt x="0" y="9"/>
                    </a:cubicBezTo>
                    <a:cubicBezTo>
                      <a:pt x="12" y="12"/>
                      <a:pt x="26" y="17"/>
                      <a:pt x="38" y="15"/>
                    </a:cubicBezTo>
                    <a:cubicBezTo>
                      <a:pt x="46" y="14"/>
                      <a:pt x="54" y="12"/>
                      <a:pt x="62" y="12"/>
                    </a:cubicBezTo>
                    <a:cubicBezTo>
                      <a:pt x="70" y="12"/>
                      <a:pt x="76" y="16"/>
                      <a:pt x="83" y="17"/>
                    </a:cubicBezTo>
                    <a:cubicBezTo>
                      <a:pt x="92" y="19"/>
                      <a:pt x="98" y="17"/>
                      <a:pt x="106" y="21"/>
                    </a:cubicBezTo>
                    <a:cubicBezTo>
                      <a:pt x="112" y="24"/>
                      <a:pt x="119" y="28"/>
                      <a:pt x="125" y="27"/>
                    </a:cubicBezTo>
                    <a:cubicBezTo>
                      <a:pt x="133" y="26"/>
                      <a:pt x="142" y="24"/>
                      <a:pt x="150" y="22"/>
                    </a:cubicBezTo>
                    <a:cubicBezTo>
                      <a:pt x="161" y="21"/>
                      <a:pt x="170" y="20"/>
                      <a:pt x="180" y="21"/>
                    </a:cubicBezTo>
                    <a:cubicBezTo>
                      <a:pt x="172" y="19"/>
                      <a:pt x="167" y="14"/>
                      <a:pt x="158" y="13"/>
                    </a:cubicBezTo>
                    <a:cubicBezTo>
                      <a:pt x="147" y="12"/>
                      <a:pt x="135" y="13"/>
                      <a:pt x="124" y="12"/>
                    </a:cubicBezTo>
                    <a:cubicBezTo>
                      <a:pt x="107" y="9"/>
                      <a:pt x="89" y="9"/>
                      <a:pt x="72" y="7"/>
                    </a:cubicBezTo>
                    <a:cubicBezTo>
                      <a:pt x="60" y="5"/>
                      <a:pt x="45" y="0"/>
                      <a:pt x="33" y="2"/>
                    </a:cubicBezTo>
                    <a:cubicBezTo>
                      <a:pt x="26" y="3"/>
                      <a:pt x="20" y="4"/>
                      <a:pt x="13" y="4"/>
                    </a:cubicBezTo>
                    <a:cubicBezTo>
                      <a:pt x="10" y="5"/>
                      <a:pt x="2" y="5"/>
                      <a:pt x="0" y="6"/>
                    </a:cubicBezTo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2" name="Freeform 282">
                <a:extLst>
                  <a:ext uri="{FF2B5EF4-FFF2-40B4-BE49-F238E27FC236}">
                    <a16:creationId xmlns:a16="http://schemas.microsoft.com/office/drawing/2014/main" id="{500782A7-221B-4140-AA91-54EECF00C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638"/>
                <a:ext cx="231" cy="83"/>
              </a:xfrm>
              <a:custGeom>
                <a:avLst/>
                <a:gdLst>
                  <a:gd name="T0" fmla="*/ 0 w 173"/>
                  <a:gd name="T1" fmla="*/ 5 h 62"/>
                  <a:gd name="T2" fmla="*/ 84 w 173"/>
                  <a:gd name="T3" fmla="*/ 31 h 62"/>
                  <a:gd name="T4" fmla="*/ 135 w 173"/>
                  <a:gd name="T5" fmla="*/ 64 h 62"/>
                  <a:gd name="T6" fmla="*/ 227 w 173"/>
                  <a:gd name="T7" fmla="*/ 78 h 62"/>
                  <a:gd name="T8" fmla="*/ 270 w 173"/>
                  <a:gd name="T9" fmla="*/ 90 h 62"/>
                  <a:gd name="T10" fmla="*/ 310 w 173"/>
                  <a:gd name="T11" fmla="*/ 112 h 62"/>
                  <a:gd name="T12" fmla="*/ 357 w 173"/>
                  <a:gd name="T13" fmla="*/ 127 h 62"/>
                  <a:gd name="T14" fmla="*/ 403 w 173"/>
                  <a:gd name="T15" fmla="*/ 149 h 62"/>
                  <a:gd name="T16" fmla="*/ 411 w 173"/>
                  <a:gd name="T17" fmla="*/ 126 h 62"/>
                  <a:gd name="T18" fmla="*/ 340 w 173"/>
                  <a:gd name="T19" fmla="*/ 100 h 62"/>
                  <a:gd name="T20" fmla="*/ 262 w 173"/>
                  <a:gd name="T21" fmla="*/ 75 h 62"/>
                  <a:gd name="T22" fmla="*/ 232 w 173"/>
                  <a:gd name="T23" fmla="*/ 48 h 62"/>
                  <a:gd name="T24" fmla="*/ 191 w 173"/>
                  <a:gd name="T25" fmla="*/ 44 h 62"/>
                  <a:gd name="T26" fmla="*/ 92 w 173"/>
                  <a:gd name="T27" fmla="*/ 16 h 62"/>
                  <a:gd name="T28" fmla="*/ 1 w 173"/>
                  <a:gd name="T29" fmla="*/ 0 h 6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3" h="62">
                    <a:moveTo>
                      <a:pt x="0" y="2"/>
                    </a:moveTo>
                    <a:cubicBezTo>
                      <a:pt x="10" y="0"/>
                      <a:pt x="26" y="9"/>
                      <a:pt x="35" y="13"/>
                    </a:cubicBezTo>
                    <a:cubicBezTo>
                      <a:pt x="43" y="17"/>
                      <a:pt x="49" y="25"/>
                      <a:pt x="57" y="27"/>
                    </a:cubicBezTo>
                    <a:cubicBezTo>
                      <a:pt x="69" y="29"/>
                      <a:pt x="83" y="28"/>
                      <a:pt x="95" y="32"/>
                    </a:cubicBezTo>
                    <a:cubicBezTo>
                      <a:pt x="101" y="33"/>
                      <a:pt x="107" y="35"/>
                      <a:pt x="113" y="37"/>
                    </a:cubicBezTo>
                    <a:cubicBezTo>
                      <a:pt x="119" y="40"/>
                      <a:pt x="124" y="45"/>
                      <a:pt x="130" y="47"/>
                    </a:cubicBezTo>
                    <a:cubicBezTo>
                      <a:pt x="137" y="49"/>
                      <a:pt x="143" y="49"/>
                      <a:pt x="150" y="53"/>
                    </a:cubicBezTo>
                    <a:cubicBezTo>
                      <a:pt x="157" y="58"/>
                      <a:pt x="161" y="60"/>
                      <a:pt x="169" y="62"/>
                    </a:cubicBezTo>
                    <a:cubicBezTo>
                      <a:pt x="171" y="59"/>
                      <a:pt x="172" y="55"/>
                      <a:pt x="173" y="52"/>
                    </a:cubicBezTo>
                    <a:cubicBezTo>
                      <a:pt x="163" y="51"/>
                      <a:pt x="153" y="44"/>
                      <a:pt x="143" y="42"/>
                    </a:cubicBezTo>
                    <a:cubicBezTo>
                      <a:pt x="132" y="39"/>
                      <a:pt x="121" y="37"/>
                      <a:pt x="110" y="31"/>
                    </a:cubicBezTo>
                    <a:cubicBezTo>
                      <a:pt x="105" y="28"/>
                      <a:pt x="101" y="23"/>
                      <a:pt x="97" y="20"/>
                    </a:cubicBezTo>
                    <a:cubicBezTo>
                      <a:pt x="92" y="17"/>
                      <a:pt x="86" y="19"/>
                      <a:pt x="80" y="19"/>
                    </a:cubicBezTo>
                    <a:cubicBezTo>
                      <a:pt x="65" y="19"/>
                      <a:pt x="53" y="12"/>
                      <a:pt x="39" y="7"/>
                    </a:cubicBezTo>
                    <a:cubicBezTo>
                      <a:pt x="27" y="3"/>
                      <a:pt x="13" y="5"/>
                      <a:pt x="1" y="0"/>
                    </a:cubicBezTo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3" name="Freeform 283">
                <a:extLst>
                  <a:ext uri="{FF2B5EF4-FFF2-40B4-BE49-F238E27FC236}">
                    <a16:creationId xmlns:a16="http://schemas.microsoft.com/office/drawing/2014/main" id="{62857008-61BC-4063-9DB9-3973BC900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603"/>
                <a:ext cx="224" cy="91"/>
              </a:xfrm>
              <a:custGeom>
                <a:avLst/>
                <a:gdLst>
                  <a:gd name="T0" fmla="*/ 0 w 168"/>
                  <a:gd name="T1" fmla="*/ 0 h 68"/>
                  <a:gd name="T2" fmla="*/ 64 w 168"/>
                  <a:gd name="T3" fmla="*/ 59 h 68"/>
                  <a:gd name="T4" fmla="*/ 119 w 168"/>
                  <a:gd name="T5" fmla="*/ 58 h 68"/>
                  <a:gd name="T6" fmla="*/ 220 w 168"/>
                  <a:gd name="T7" fmla="*/ 83 h 68"/>
                  <a:gd name="T8" fmla="*/ 304 w 168"/>
                  <a:gd name="T9" fmla="*/ 126 h 68"/>
                  <a:gd name="T10" fmla="*/ 399 w 168"/>
                  <a:gd name="T11" fmla="*/ 163 h 68"/>
                  <a:gd name="T12" fmla="*/ 327 w 168"/>
                  <a:gd name="T13" fmla="*/ 118 h 68"/>
                  <a:gd name="T14" fmla="*/ 251 w 168"/>
                  <a:gd name="T15" fmla="*/ 72 h 68"/>
                  <a:gd name="T16" fmla="*/ 199 w 168"/>
                  <a:gd name="T17" fmla="*/ 52 h 68"/>
                  <a:gd name="T18" fmla="*/ 156 w 168"/>
                  <a:gd name="T19" fmla="*/ 37 h 68"/>
                  <a:gd name="T20" fmla="*/ 71 w 168"/>
                  <a:gd name="T21" fmla="*/ 37 h 68"/>
                  <a:gd name="T22" fmla="*/ 1 w 168"/>
                  <a:gd name="T23" fmla="*/ 1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8" h="68">
                    <a:moveTo>
                      <a:pt x="0" y="0"/>
                    </a:moveTo>
                    <a:cubicBezTo>
                      <a:pt x="12" y="5"/>
                      <a:pt x="16" y="21"/>
                      <a:pt x="27" y="25"/>
                    </a:cubicBezTo>
                    <a:cubicBezTo>
                      <a:pt x="33" y="28"/>
                      <a:pt x="43" y="25"/>
                      <a:pt x="50" y="24"/>
                    </a:cubicBezTo>
                    <a:cubicBezTo>
                      <a:pt x="65" y="21"/>
                      <a:pt x="81" y="26"/>
                      <a:pt x="93" y="34"/>
                    </a:cubicBezTo>
                    <a:cubicBezTo>
                      <a:pt x="104" y="40"/>
                      <a:pt x="116" y="48"/>
                      <a:pt x="128" y="52"/>
                    </a:cubicBezTo>
                    <a:cubicBezTo>
                      <a:pt x="142" y="57"/>
                      <a:pt x="157" y="59"/>
                      <a:pt x="168" y="68"/>
                    </a:cubicBezTo>
                    <a:cubicBezTo>
                      <a:pt x="160" y="59"/>
                      <a:pt x="149" y="54"/>
                      <a:pt x="138" y="49"/>
                    </a:cubicBezTo>
                    <a:cubicBezTo>
                      <a:pt x="127" y="44"/>
                      <a:pt x="117" y="36"/>
                      <a:pt x="106" y="30"/>
                    </a:cubicBezTo>
                    <a:cubicBezTo>
                      <a:pt x="99" y="26"/>
                      <a:pt x="91" y="26"/>
                      <a:pt x="84" y="22"/>
                    </a:cubicBezTo>
                    <a:cubicBezTo>
                      <a:pt x="78" y="19"/>
                      <a:pt x="72" y="16"/>
                      <a:pt x="66" y="16"/>
                    </a:cubicBezTo>
                    <a:cubicBezTo>
                      <a:pt x="55" y="16"/>
                      <a:pt x="41" y="20"/>
                      <a:pt x="30" y="16"/>
                    </a:cubicBezTo>
                    <a:cubicBezTo>
                      <a:pt x="20" y="13"/>
                      <a:pt x="11" y="6"/>
                      <a:pt x="1" y="1"/>
                    </a:cubicBezTo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4" name="Freeform 284">
                <a:extLst>
                  <a:ext uri="{FF2B5EF4-FFF2-40B4-BE49-F238E27FC236}">
                    <a16:creationId xmlns:a16="http://schemas.microsoft.com/office/drawing/2014/main" id="{DAC2FEDB-1E05-4891-8133-29CB4306B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532"/>
                <a:ext cx="228" cy="51"/>
              </a:xfrm>
              <a:custGeom>
                <a:avLst/>
                <a:gdLst>
                  <a:gd name="T0" fmla="*/ 1 w 171"/>
                  <a:gd name="T1" fmla="*/ 5 h 39"/>
                  <a:gd name="T2" fmla="*/ 1 w 171"/>
                  <a:gd name="T3" fmla="*/ 1 h 39"/>
                  <a:gd name="T4" fmla="*/ 37 w 171"/>
                  <a:gd name="T5" fmla="*/ 22 h 39"/>
                  <a:gd name="T6" fmla="*/ 57 w 171"/>
                  <a:gd name="T7" fmla="*/ 22 h 39"/>
                  <a:gd name="T8" fmla="*/ 113 w 171"/>
                  <a:gd name="T9" fmla="*/ 22 h 39"/>
                  <a:gd name="T10" fmla="*/ 171 w 171"/>
                  <a:gd name="T11" fmla="*/ 41 h 39"/>
                  <a:gd name="T12" fmla="*/ 235 w 171"/>
                  <a:gd name="T13" fmla="*/ 54 h 39"/>
                  <a:gd name="T14" fmla="*/ 340 w 171"/>
                  <a:gd name="T15" fmla="*/ 67 h 39"/>
                  <a:gd name="T16" fmla="*/ 377 w 171"/>
                  <a:gd name="T17" fmla="*/ 88 h 39"/>
                  <a:gd name="T18" fmla="*/ 405 w 171"/>
                  <a:gd name="T19" fmla="*/ 80 h 39"/>
                  <a:gd name="T20" fmla="*/ 379 w 171"/>
                  <a:gd name="T21" fmla="*/ 58 h 39"/>
                  <a:gd name="T22" fmla="*/ 343 w 171"/>
                  <a:gd name="T23" fmla="*/ 56 h 39"/>
                  <a:gd name="T24" fmla="*/ 311 w 171"/>
                  <a:gd name="T25" fmla="*/ 43 h 39"/>
                  <a:gd name="T26" fmla="*/ 247 w 171"/>
                  <a:gd name="T27" fmla="*/ 24 h 39"/>
                  <a:gd name="T28" fmla="*/ 180 w 171"/>
                  <a:gd name="T29" fmla="*/ 27 h 39"/>
                  <a:gd name="T30" fmla="*/ 71 w 171"/>
                  <a:gd name="T31" fmla="*/ 7 h 39"/>
                  <a:gd name="T32" fmla="*/ 33 w 171"/>
                  <a:gd name="T33" fmla="*/ 1 h 39"/>
                  <a:gd name="T34" fmla="*/ 1 w 171"/>
                  <a:gd name="T35" fmla="*/ 5 h 3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1" h="39">
                    <a:moveTo>
                      <a:pt x="1" y="2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5" y="4"/>
                      <a:pt x="11" y="8"/>
                      <a:pt x="16" y="10"/>
                    </a:cubicBezTo>
                    <a:cubicBezTo>
                      <a:pt x="21" y="12"/>
                      <a:pt x="20" y="11"/>
                      <a:pt x="24" y="10"/>
                    </a:cubicBezTo>
                    <a:cubicBezTo>
                      <a:pt x="32" y="9"/>
                      <a:pt x="39" y="9"/>
                      <a:pt x="48" y="10"/>
                    </a:cubicBezTo>
                    <a:cubicBezTo>
                      <a:pt x="56" y="11"/>
                      <a:pt x="64" y="15"/>
                      <a:pt x="72" y="18"/>
                    </a:cubicBezTo>
                    <a:cubicBezTo>
                      <a:pt x="81" y="22"/>
                      <a:pt x="89" y="23"/>
                      <a:pt x="99" y="24"/>
                    </a:cubicBezTo>
                    <a:cubicBezTo>
                      <a:pt x="113" y="24"/>
                      <a:pt x="130" y="24"/>
                      <a:pt x="143" y="30"/>
                    </a:cubicBezTo>
                    <a:cubicBezTo>
                      <a:pt x="149" y="33"/>
                      <a:pt x="152" y="39"/>
                      <a:pt x="159" y="39"/>
                    </a:cubicBezTo>
                    <a:cubicBezTo>
                      <a:pt x="163" y="39"/>
                      <a:pt x="168" y="37"/>
                      <a:pt x="171" y="36"/>
                    </a:cubicBezTo>
                    <a:cubicBezTo>
                      <a:pt x="169" y="30"/>
                      <a:pt x="165" y="27"/>
                      <a:pt x="160" y="26"/>
                    </a:cubicBezTo>
                    <a:cubicBezTo>
                      <a:pt x="155" y="25"/>
                      <a:pt x="150" y="26"/>
                      <a:pt x="145" y="25"/>
                    </a:cubicBezTo>
                    <a:cubicBezTo>
                      <a:pt x="140" y="23"/>
                      <a:pt x="136" y="21"/>
                      <a:pt x="131" y="19"/>
                    </a:cubicBezTo>
                    <a:cubicBezTo>
                      <a:pt x="122" y="16"/>
                      <a:pt x="114" y="10"/>
                      <a:pt x="104" y="11"/>
                    </a:cubicBezTo>
                    <a:cubicBezTo>
                      <a:pt x="94" y="12"/>
                      <a:pt x="86" y="15"/>
                      <a:pt x="76" y="12"/>
                    </a:cubicBezTo>
                    <a:cubicBezTo>
                      <a:pt x="60" y="8"/>
                      <a:pt x="46" y="6"/>
                      <a:pt x="30" y="3"/>
                    </a:cubicBezTo>
                    <a:cubicBezTo>
                      <a:pt x="24" y="2"/>
                      <a:pt x="20" y="1"/>
                      <a:pt x="14" y="1"/>
                    </a:cubicBezTo>
                    <a:cubicBezTo>
                      <a:pt x="10" y="2"/>
                      <a:pt x="5" y="3"/>
                      <a:pt x="1" y="2"/>
                    </a:cubicBezTo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5" name="Freeform 285">
                <a:extLst>
                  <a:ext uri="{FF2B5EF4-FFF2-40B4-BE49-F238E27FC236}">
                    <a16:creationId xmlns:a16="http://schemas.microsoft.com/office/drawing/2014/main" id="{31FED3D3-6325-4FE8-8B2C-56FA87705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1719"/>
                <a:ext cx="21" cy="331"/>
              </a:xfrm>
              <a:custGeom>
                <a:avLst/>
                <a:gdLst>
                  <a:gd name="T0" fmla="*/ 9 w 16"/>
                  <a:gd name="T1" fmla="*/ 1 h 248"/>
                  <a:gd name="T2" fmla="*/ 5 w 16"/>
                  <a:gd name="T3" fmla="*/ 0 h 248"/>
                  <a:gd name="T4" fmla="*/ 7 w 16"/>
                  <a:gd name="T5" fmla="*/ 128 h 248"/>
                  <a:gd name="T6" fmla="*/ 5 w 16"/>
                  <a:gd name="T7" fmla="*/ 171 h 248"/>
                  <a:gd name="T8" fmla="*/ 22 w 16"/>
                  <a:gd name="T9" fmla="*/ 299 h 248"/>
                  <a:gd name="T10" fmla="*/ 7 w 16"/>
                  <a:gd name="T11" fmla="*/ 456 h 248"/>
                  <a:gd name="T12" fmla="*/ 14 w 16"/>
                  <a:gd name="T13" fmla="*/ 539 h 248"/>
                  <a:gd name="T14" fmla="*/ 21 w 16"/>
                  <a:gd name="T15" fmla="*/ 590 h 248"/>
                  <a:gd name="T16" fmla="*/ 28 w 16"/>
                  <a:gd name="T17" fmla="*/ 442 h 248"/>
                  <a:gd name="T18" fmla="*/ 34 w 16"/>
                  <a:gd name="T19" fmla="*/ 342 h 248"/>
                  <a:gd name="T20" fmla="*/ 37 w 16"/>
                  <a:gd name="T21" fmla="*/ 259 h 248"/>
                  <a:gd name="T22" fmla="*/ 24 w 16"/>
                  <a:gd name="T23" fmla="*/ 199 h 248"/>
                  <a:gd name="T24" fmla="*/ 21 w 16"/>
                  <a:gd name="T25" fmla="*/ 69 h 248"/>
                  <a:gd name="T26" fmla="*/ 1 w 16"/>
                  <a:gd name="T27" fmla="*/ 0 h 2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248">
                    <a:moveTo>
                      <a:pt x="4" y="1"/>
                    </a:moveTo>
                    <a:cubicBezTo>
                      <a:pt x="3" y="1"/>
                      <a:pt x="2" y="1"/>
                      <a:pt x="2" y="0"/>
                    </a:cubicBezTo>
                    <a:cubicBezTo>
                      <a:pt x="1" y="18"/>
                      <a:pt x="8" y="37"/>
                      <a:pt x="3" y="54"/>
                    </a:cubicBezTo>
                    <a:cubicBezTo>
                      <a:pt x="1" y="62"/>
                      <a:pt x="0" y="64"/>
                      <a:pt x="2" y="72"/>
                    </a:cubicBezTo>
                    <a:cubicBezTo>
                      <a:pt x="7" y="90"/>
                      <a:pt x="11" y="107"/>
                      <a:pt x="10" y="126"/>
                    </a:cubicBezTo>
                    <a:cubicBezTo>
                      <a:pt x="9" y="149"/>
                      <a:pt x="4" y="170"/>
                      <a:pt x="3" y="192"/>
                    </a:cubicBezTo>
                    <a:cubicBezTo>
                      <a:pt x="3" y="204"/>
                      <a:pt x="5" y="215"/>
                      <a:pt x="6" y="227"/>
                    </a:cubicBezTo>
                    <a:cubicBezTo>
                      <a:pt x="7" y="233"/>
                      <a:pt x="8" y="242"/>
                      <a:pt x="9" y="248"/>
                    </a:cubicBezTo>
                    <a:cubicBezTo>
                      <a:pt x="6" y="227"/>
                      <a:pt x="10" y="207"/>
                      <a:pt x="12" y="186"/>
                    </a:cubicBezTo>
                    <a:cubicBezTo>
                      <a:pt x="14" y="172"/>
                      <a:pt x="15" y="158"/>
                      <a:pt x="15" y="144"/>
                    </a:cubicBezTo>
                    <a:cubicBezTo>
                      <a:pt x="15" y="132"/>
                      <a:pt x="16" y="121"/>
                      <a:pt x="16" y="109"/>
                    </a:cubicBezTo>
                    <a:cubicBezTo>
                      <a:pt x="15" y="101"/>
                      <a:pt x="13" y="93"/>
                      <a:pt x="11" y="84"/>
                    </a:cubicBezTo>
                    <a:cubicBezTo>
                      <a:pt x="8" y="66"/>
                      <a:pt x="11" y="47"/>
                      <a:pt x="9" y="29"/>
                    </a:cubicBezTo>
                    <a:cubicBezTo>
                      <a:pt x="9" y="22"/>
                      <a:pt x="8" y="3"/>
                      <a:pt x="1" y="0"/>
                    </a:cubicBezTo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6" name="Freeform 286">
                <a:extLst>
                  <a:ext uri="{FF2B5EF4-FFF2-40B4-BE49-F238E27FC236}">
                    <a16:creationId xmlns:a16="http://schemas.microsoft.com/office/drawing/2014/main" id="{43B4F772-DAA3-4A77-B61D-63F2DA108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351"/>
                <a:ext cx="306" cy="293"/>
              </a:xfrm>
              <a:custGeom>
                <a:avLst/>
                <a:gdLst>
                  <a:gd name="T0" fmla="*/ 0 w 230"/>
                  <a:gd name="T1" fmla="*/ 0 h 220"/>
                  <a:gd name="T2" fmla="*/ 48 w 230"/>
                  <a:gd name="T3" fmla="*/ 44 h 220"/>
                  <a:gd name="T4" fmla="*/ 97 w 230"/>
                  <a:gd name="T5" fmla="*/ 95 h 220"/>
                  <a:gd name="T6" fmla="*/ 145 w 230"/>
                  <a:gd name="T7" fmla="*/ 150 h 220"/>
                  <a:gd name="T8" fmla="*/ 193 w 230"/>
                  <a:gd name="T9" fmla="*/ 204 h 220"/>
                  <a:gd name="T10" fmla="*/ 255 w 230"/>
                  <a:gd name="T11" fmla="*/ 256 h 220"/>
                  <a:gd name="T12" fmla="*/ 379 w 230"/>
                  <a:gd name="T13" fmla="*/ 365 h 220"/>
                  <a:gd name="T14" fmla="*/ 419 w 230"/>
                  <a:gd name="T15" fmla="*/ 408 h 220"/>
                  <a:gd name="T16" fmla="*/ 472 w 230"/>
                  <a:gd name="T17" fmla="*/ 458 h 220"/>
                  <a:gd name="T18" fmla="*/ 541 w 230"/>
                  <a:gd name="T19" fmla="*/ 519 h 220"/>
                  <a:gd name="T20" fmla="*/ 470 w 230"/>
                  <a:gd name="T21" fmla="*/ 429 h 220"/>
                  <a:gd name="T22" fmla="*/ 408 w 230"/>
                  <a:gd name="T23" fmla="*/ 354 h 220"/>
                  <a:gd name="T24" fmla="*/ 298 w 230"/>
                  <a:gd name="T25" fmla="*/ 250 h 220"/>
                  <a:gd name="T26" fmla="*/ 235 w 230"/>
                  <a:gd name="T27" fmla="*/ 198 h 220"/>
                  <a:gd name="T28" fmla="*/ 165 w 230"/>
                  <a:gd name="T29" fmla="*/ 127 h 220"/>
                  <a:gd name="T30" fmla="*/ 43 w 230"/>
                  <a:gd name="T31" fmla="*/ 44 h 220"/>
                  <a:gd name="T32" fmla="*/ 1 w 230"/>
                  <a:gd name="T33" fmla="*/ 0 h 2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0" h="220">
                    <a:moveTo>
                      <a:pt x="0" y="0"/>
                    </a:moveTo>
                    <a:cubicBezTo>
                      <a:pt x="5" y="7"/>
                      <a:pt x="14" y="13"/>
                      <a:pt x="20" y="19"/>
                    </a:cubicBezTo>
                    <a:cubicBezTo>
                      <a:pt x="27" y="25"/>
                      <a:pt x="34" y="32"/>
                      <a:pt x="41" y="40"/>
                    </a:cubicBezTo>
                    <a:cubicBezTo>
                      <a:pt x="48" y="48"/>
                      <a:pt x="53" y="57"/>
                      <a:pt x="62" y="64"/>
                    </a:cubicBezTo>
                    <a:cubicBezTo>
                      <a:pt x="69" y="71"/>
                      <a:pt x="75" y="79"/>
                      <a:pt x="82" y="86"/>
                    </a:cubicBezTo>
                    <a:cubicBezTo>
                      <a:pt x="90" y="94"/>
                      <a:pt x="99" y="100"/>
                      <a:pt x="108" y="108"/>
                    </a:cubicBezTo>
                    <a:cubicBezTo>
                      <a:pt x="125" y="125"/>
                      <a:pt x="147" y="135"/>
                      <a:pt x="161" y="155"/>
                    </a:cubicBezTo>
                    <a:cubicBezTo>
                      <a:pt x="166" y="163"/>
                      <a:pt x="170" y="167"/>
                      <a:pt x="178" y="173"/>
                    </a:cubicBezTo>
                    <a:cubicBezTo>
                      <a:pt x="187" y="179"/>
                      <a:pt x="194" y="186"/>
                      <a:pt x="201" y="194"/>
                    </a:cubicBezTo>
                    <a:cubicBezTo>
                      <a:pt x="210" y="203"/>
                      <a:pt x="220" y="212"/>
                      <a:pt x="230" y="220"/>
                    </a:cubicBezTo>
                    <a:cubicBezTo>
                      <a:pt x="216" y="213"/>
                      <a:pt x="207" y="194"/>
                      <a:pt x="199" y="182"/>
                    </a:cubicBezTo>
                    <a:cubicBezTo>
                      <a:pt x="191" y="171"/>
                      <a:pt x="182" y="161"/>
                      <a:pt x="174" y="150"/>
                    </a:cubicBezTo>
                    <a:cubicBezTo>
                      <a:pt x="160" y="134"/>
                      <a:pt x="142" y="121"/>
                      <a:pt x="126" y="106"/>
                    </a:cubicBezTo>
                    <a:cubicBezTo>
                      <a:pt x="117" y="99"/>
                      <a:pt x="108" y="92"/>
                      <a:pt x="100" y="84"/>
                    </a:cubicBezTo>
                    <a:cubicBezTo>
                      <a:pt x="89" y="75"/>
                      <a:pt x="80" y="63"/>
                      <a:pt x="70" y="53"/>
                    </a:cubicBezTo>
                    <a:cubicBezTo>
                      <a:pt x="55" y="38"/>
                      <a:pt x="34" y="32"/>
                      <a:pt x="18" y="19"/>
                    </a:cubicBezTo>
                    <a:cubicBezTo>
                      <a:pt x="12" y="15"/>
                      <a:pt x="8" y="3"/>
                      <a:pt x="1" y="0"/>
                    </a:cubicBezTo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7" name="Freeform 287">
                <a:extLst>
                  <a:ext uri="{FF2B5EF4-FFF2-40B4-BE49-F238E27FC236}">
                    <a16:creationId xmlns:a16="http://schemas.microsoft.com/office/drawing/2014/main" id="{D37B9D58-1B76-48C5-9621-ADF392A1E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212"/>
                <a:ext cx="361" cy="320"/>
              </a:xfrm>
              <a:custGeom>
                <a:avLst/>
                <a:gdLst>
                  <a:gd name="T0" fmla="*/ 0 w 271"/>
                  <a:gd name="T1" fmla="*/ 0 h 240"/>
                  <a:gd name="T2" fmla="*/ 20 w 271"/>
                  <a:gd name="T3" fmla="*/ 23 h 240"/>
                  <a:gd name="T4" fmla="*/ 52 w 271"/>
                  <a:gd name="T5" fmla="*/ 64 h 240"/>
                  <a:gd name="T6" fmla="*/ 92 w 271"/>
                  <a:gd name="T7" fmla="*/ 105 h 240"/>
                  <a:gd name="T8" fmla="*/ 140 w 271"/>
                  <a:gd name="T9" fmla="*/ 143 h 240"/>
                  <a:gd name="T10" fmla="*/ 177 w 271"/>
                  <a:gd name="T11" fmla="*/ 191 h 240"/>
                  <a:gd name="T12" fmla="*/ 222 w 271"/>
                  <a:gd name="T13" fmla="*/ 223 h 240"/>
                  <a:gd name="T14" fmla="*/ 234 w 271"/>
                  <a:gd name="T15" fmla="*/ 244 h 240"/>
                  <a:gd name="T16" fmla="*/ 257 w 271"/>
                  <a:gd name="T17" fmla="*/ 249 h 240"/>
                  <a:gd name="T18" fmla="*/ 342 w 271"/>
                  <a:gd name="T19" fmla="*/ 304 h 240"/>
                  <a:gd name="T20" fmla="*/ 465 w 271"/>
                  <a:gd name="T21" fmla="*/ 421 h 240"/>
                  <a:gd name="T22" fmla="*/ 501 w 271"/>
                  <a:gd name="T23" fmla="*/ 464 h 240"/>
                  <a:gd name="T24" fmla="*/ 550 w 271"/>
                  <a:gd name="T25" fmla="*/ 505 h 240"/>
                  <a:gd name="T26" fmla="*/ 641 w 271"/>
                  <a:gd name="T27" fmla="*/ 569 h 240"/>
                  <a:gd name="T28" fmla="*/ 561 w 271"/>
                  <a:gd name="T29" fmla="*/ 481 h 240"/>
                  <a:gd name="T30" fmla="*/ 493 w 271"/>
                  <a:gd name="T31" fmla="*/ 407 h 240"/>
                  <a:gd name="T32" fmla="*/ 362 w 271"/>
                  <a:gd name="T33" fmla="*/ 289 h 240"/>
                  <a:gd name="T34" fmla="*/ 261 w 271"/>
                  <a:gd name="T35" fmla="*/ 220 h 240"/>
                  <a:gd name="T36" fmla="*/ 234 w 271"/>
                  <a:gd name="T37" fmla="*/ 199 h 240"/>
                  <a:gd name="T38" fmla="*/ 212 w 271"/>
                  <a:gd name="T39" fmla="*/ 192 h 240"/>
                  <a:gd name="T40" fmla="*/ 177 w 271"/>
                  <a:gd name="T41" fmla="*/ 164 h 240"/>
                  <a:gd name="T42" fmla="*/ 144 w 271"/>
                  <a:gd name="T43" fmla="*/ 133 h 240"/>
                  <a:gd name="T44" fmla="*/ 113 w 271"/>
                  <a:gd name="T45" fmla="*/ 100 h 240"/>
                  <a:gd name="T46" fmla="*/ 63 w 271"/>
                  <a:gd name="T47" fmla="*/ 76 h 24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71" h="240">
                    <a:moveTo>
                      <a:pt x="0" y="0"/>
                    </a:moveTo>
                    <a:cubicBezTo>
                      <a:pt x="1" y="4"/>
                      <a:pt x="5" y="7"/>
                      <a:pt x="8" y="10"/>
                    </a:cubicBezTo>
                    <a:cubicBezTo>
                      <a:pt x="13" y="15"/>
                      <a:pt x="17" y="21"/>
                      <a:pt x="22" y="27"/>
                    </a:cubicBezTo>
                    <a:cubicBezTo>
                      <a:pt x="28" y="32"/>
                      <a:pt x="33" y="39"/>
                      <a:pt x="39" y="44"/>
                    </a:cubicBezTo>
                    <a:cubicBezTo>
                      <a:pt x="45" y="50"/>
                      <a:pt x="53" y="52"/>
                      <a:pt x="59" y="60"/>
                    </a:cubicBezTo>
                    <a:cubicBezTo>
                      <a:pt x="64" y="67"/>
                      <a:pt x="67" y="74"/>
                      <a:pt x="75" y="80"/>
                    </a:cubicBezTo>
                    <a:cubicBezTo>
                      <a:pt x="81" y="84"/>
                      <a:pt x="90" y="88"/>
                      <a:pt x="94" y="94"/>
                    </a:cubicBezTo>
                    <a:cubicBezTo>
                      <a:pt x="95" y="96"/>
                      <a:pt x="96" y="101"/>
                      <a:pt x="99" y="103"/>
                    </a:cubicBezTo>
                    <a:cubicBezTo>
                      <a:pt x="101" y="104"/>
                      <a:pt x="106" y="104"/>
                      <a:pt x="109" y="105"/>
                    </a:cubicBezTo>
                    <a:cubicBezTo>
                      <a:pt x="123" y="110"/>
                      <a:pt x="134" y="118"/>
                      <a:pt x="145" y="128"/>
                    </a:cubicBezTo>
                    <a:cubicBezTo>
                      <a:pt x="163" y="144"/>
                      <a:pt x="179" y="162"/>
                      <a:pt x="197" y="178"/>
                    </a:cubicBezTo>
                    <a:cubicBezTo>
                      <a:pt x="203" y="184"/>
                      <a:pt x="207" y="189"/>
                      <a:pt x="212" y="196"/>
                    </a:cubicBezTo>
                    <a:cubicBezTo>
                      <a:pt x="218" y="203"/>
                      <a:pt x="226" y="207"/>
                      <a:pt x="233" y="213"/>
                    </a:cubicBezTo>
                    <a:cubicBezTo>
                      <a:pt x="245" y="223"/>
                      <a:pt x="260" y="229"/>
                      <a:pt x="271" y="240"/>
                    </a:cubicBezTo>
                    <a:cubicBezTo>
                      <a:pt x="258" y="228"/>
                      <a:pt x="248" y="216"/>
                      <a:pt x="237" y="203"/>
                    </a:cubicBezTo>
                    <a:cubicBezTo>
                      <a:pt x="228" y="191"/>
                      <a:pt x="220" y="180"/>
                      <a:pt x="209" y="172"/>
                    </a:cubicBezTo>
                    <a:cubicBezTo>
                      <a:pt x="188" y="157"/>
                      <a:pt x="173" y="137"/>
                      <a:pt x="153" y="122"/>
                    </a:cubicBezTo>
                    <a:cubicBezTo>
                      <a:pt x="139" y="112"/>
                      <a:pt x="123" y="105"/>
                      <a:pt x="110" y="93"/>
                    </a:cubicBezTo>
                    <a:cubicBezTo>
                      <a:pt x="106" y="90"/>
                      <a:pt x="103" y="86"/>
                      <a:pt x="99" y="84"/>
                    </a:cubicBezTo>
                    <a:cubicBezTo>
                      <a:pt x="96" y="82"/>
                      <a:pt x="92" y="82"/>
                      <a:pt x="89" y="81"/>
                    </a:cubicBezTo>
                    <a:cubicBezTo>
                      <a:pt x="84" y="78"/>
                      <a:pt x="79" y="73"/>
                      <a:pt x="75" y="69"/>
                    </a:cubicBezTo>
                    <a:cubicBezTo>
                      <a:pt x="70" y="64"/>
                      <a:pt x="65" y="60"/>
                      <a:pt x="61" y="56"/>
                    </a:cubicBezTo>
                    <a:cubicBezTo>
                      <a:pt x="57" y="51"/>
                      <a:pt x="54" y="45"/>
                      <a:pt x="48" y="42"/>
                    </a:cubicBezTo>
                    <a:cubicBezTo>
                      <a:pt x="42" y="37"/>
                      <a:pt x="32" y="37"/>
                      <a:pt x="26" y="32"/>
                    </a:cubicBezTo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8" name="Freeform 288">
                <a:extLst>
                  <a:ext uri="{FF2B5EF4-FFF2-40B4-BE49-F238E27FC236}">
                    <a16:creationId xmlns:a16="http://schemas.microsoft.com/office/drawing/2014/main" id="{4B592F02-AF4C-489F-9575-9B7B4110F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090"/>
                <a:ext cx="297" cy="286"/>
              </a:xfrm>
              <a:custGeom>
                <a:avLst/>
                <a:gdLst>
                  <a:gd name="T0" fmla="*/ 1 w 223"/>
                  <a:gd name="T1" fmla="*/ 9 h 215"/>
                  <a:gd name="T2" fmla="*/ 73 w 223"/>
                  <a:gd name="T3" fmla="*/ 71 h 215"/>
                  <a:gd name="T4" fmla="*/ 137 w 223"/>
                  <a:gd name="T5" fmla="*/ 125 h 215"/>
                  <a:gd name="T6" fmla="*/ 261 w 223"/>
                  <a:gd name="T7" fmla="*/ 226 h 215"/>
                  <a:gd name="T8" fmla="*/ 320 w 223"/>
                  <a:gd name="T9" fmla="*/ 297 h 215"/>
                  <a:gd name="T10" fmla="*/ 400 w 223"/>
                  <a:gd name="T11" fmla="*/ 395 h 215"/>
                  <a:gd name="T12" fmla="*/ 527 w 223"/>
                  <a:gd name="T13" fmla="*/ 505 h 215"/>
                  <a:gd name="T14" fmla="*/ 458 w 223"/>
                  <a:gd name="T15" fmla="*/ 416 h 215"/>
                  <a:gd name="T16" fmla="*/ 400 w 223"/>
                  <a:gd name="T17" fmla="*/ 354 h 215"/>
                  <a:gd name="T18" fmla="*/ 326 w 223"/>
                  <a:gd name="T19" fmla="*/ 266 h 215"/>
                  <a:gd name="T20" fmla="*/ 266 w 223"/>
                  <a:gd name="T21" fmla="*/ 205 h 215"/>
                  <a:gd name="T22" fmla="*/ 28 w 223"/>
                  <a:gd name="T23" fmla="*/ 16 h 215"/>
                  <a:gd name="T24" fmla="*/ 1 w 223"/>
                  <a:gd name="T25" fmla="*/ 0 h 2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3" h="215">
                    <a:moveTo>
                      <a:pt x="1" y="4"/>
                    </a:moveTo>
                    <a:cubicBezTo>
                      <a:pt x="0" y="8"/>
                      <a:pt x="25" y="25"/>
                      <a:pt x="31" y="30"/>
                    </a:cubicBezTo>
                    <a:cubicBezTo>
                      <a:pt x="39" y="39"/>
                      <a:pt x="48" y="45"/>
                      <a:pt x="58" y="53"/>
                    </a:cubicBezTo>
                    <a:cubicBezTo>
                      <a:pt x="76" y="66"/>
                      <a:pt x="93" y="82"/>
                      <a:pt x="110" y="96"/>
                    </a:cubicBezTo>
                    <a:cubicBezTo>
                      <a:pt x="120" y="105"/>
                      <a:pt x="128" y="115"/>
                      <a:pt x="135" y="126"/>
                    </a:cubicBezTo>
                    <a:cubicBezTo>
                      <a:pt x="145" y="141"/>
                      <a:pt x="157" y="155"/>
                      <a:pt x="169" y="168"/>
                    </a:cubicBezTo>
                    <a:cubicBezTo>
                      <a:pt x="186" y="185"/>
                      <a:pt x="202" y="203"/>
                      <a:pt x="223" y="215"/>
                    </a:cubicBezTo>
                    <a:cubicBezTo>
                      <a:pt x="209" y="205"/>
                      <a:pt x="201" y="191"/>
                      <a:pt x="194" y="177"/>
                    </a:cubicBezTo>
                    <a:cubicBezTo>
                      <a:pt x="187" y="165"/>
                      <a:pt x="178" y="159"/>
                      <a:pt x="169" y="150"/>
                    </a:cubicBezTo>
                    <a:cubicBezTo>
                      <a:pt x="159" y="138"/>
                      <a:pt x="148" y="126"/>
                      <a:pt x="138" y="113"/>
                    </a:cubicBezTo>
                    <a:cubicBezTo>
                      <a:pt x="131" y="102"/>
                      <a:pt x="124" y="93"/>
                      <a:pt x="113" y="87"/>
                    </a:cubicBezTo>
                    <a:cubicBezTo>
                      <a:pt x="76" y="65"/>
                      <a:pt x="49" y="27"/>
                      <a:pt x="12" y="7"/>
                    </a:cubicBezTo>
                    <a:cubicBezTo>
                      <a:pt x="8" y="5"/>
                      <a:pt x="4" y="3"/>
                      <a:pt x="1" y="0"/>
                    </a:cubicBezTo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9" name="Freeform 289">
                <a:extLst>
                  <a:ext uri="{FF2B5EF4-FFF2-40B4-BE49-F238E27FC236}">
                    <a16:creationId xmlns:a16="http://schemas.microsoft.com/office/drawing/2014/main" id="{B604A0B0-23C2-4B9C-A522-E8762CC02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724"/>
                <a:ext cx="33" cy="649"/>
              </a:xfrm>
              <a:custGeom>
                <a:avLst/>
                <a:gdLst>
                  <a:gd name="T0" fmla="*/ 34 w 25"/>
                  <a:gd name="T1" fmla="*/ 0 h 487"/>
                  <a:gd name="T2" fmla="*/ 38 w 25"/>
                  <a:gd name="T3" fmla="*/ 128 h 487"/>
                  <a:gd name="T4" fmla="*/ 26 w 25"/>
                  <a:gd name="T5" fmla="*/ 229 h 487"/>
                  <a:gd name="T6" fmla="*/ 5 w 25"/>
                  <a:gd name="T7" fmla="*/ 369 h 487"/>
                  <a:gd name="T8" fmla="*/ 26 w 25"/>
                  <a:gd name="T9" fmla="*/ 498 h 487"/>
                  <a:gd name="T10" fmla="*/ 28 w 25"/>
                  <a:gd name="T11" fmla="*/ 634 h 487"/>
                  <a:gd name="T12" fmla="*/ 28 w 25"/>
                  <a:gd name="T13" fmla="*/ 746 h 487"/>
                  <a:gd name="T14" fmla="*/ 12 w 25"/>
                  <a:gd name="T15" fmla="*/ 861 h 487"/>
                  <a:gd name="T16" fmla="*/ 22 w 25"/>
                  <a:gd name="T17" fmla="*/ 1023 h 487"/>
                  <a:gd name="T18" fmla="*/ 34 w 25"/>
                  <a:gd name="T19" fmla="*/ 1153 h 487"/>
                  <a:gd name="T20" fmla="*/ 32 w 25"/>
                  <a:gd name="T21" fmla="*/ 1030 h 487"/>
                  <a:gd name="T22" fmla="*/ 37 w 25"/>
                  <a:gd name="T23" fmla="*/ 904 h 487"/>
                  <a:gd name="T24" fmla="*/ 42 w 25"/>
                  <a:gd name="T25" fmla="*/ 741 h 487"/>
                  <a:gd name="T26" fmla="*/ 34 w 25"/>
                  <a:gd name="T27" fmla="*/ 461 h 487"/>
                  <a:gd name="T28" fmla="*/ 34 w 25"/>
                  <a:gd name="T29" fmla="*/ 348 h 487"/>
                  <a:gd name="T30" fmla="*/ 55 w 25"/>
                  <a:gd name="T31" fmla="*/ 241 h 487"/>
                  <a:gd name="T32" fmla="*/ 37 w 25"/>
                  <a:gd name="T33" fmla="*/ 143 h 487"/>
                  <a:gd name="T34" fmla="*/ 32 w 25"/>
                  <a:gd name="T35" fmla="*/ 23 h 487"/>
                  <a:gd name="T36" fmla="*/ 32 w 25"/>
                  <a:gd name="T37" fmla="*/ 20 h 48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5" h="487">
                    <a:moveTo>
                      <a:pt x="15" y="0"/>
                    </a:moveTo>
                    <a:cubicBezTo>
                      <a:pt x="15" y="18"/>
                      <a:pt x="17" y="36"/>
                      <a:pt x="17" y="54"/>
                    </a:cubicBezTo>
                    <a:cubicBezTo>
                      <a:pt x="17" y="69"/>
                      <a:pt x="13" y="82"/>
                      <a:pt x="11" y="97"/>
                    </a:cubicBezTo>
                    <a:cubicBezTo>
                      <a:pt x="7" y="116"/>
                      <a:pt x="4" y="137"/>
                      <a:pt x="2" y="156"/>
                    </a:cubicBezTo>
                    <a:cubicBezTo>
                      <a:pt x="0" y="176"/>
                      <a:pt x="9" y="192"/>
                      <a:pt x="11" y="211"/>
                    </a:cubicBezTo>
                    <a:cubicBezTo>
                      <a:pt x="13" y="230"/>
                      <a:pt x="11" y="249"/>
                      <a:pt x="12" y="268"/>
                    </a:cubicBezTo>
                    <a:cubicBezTo>
                      <a:pt x="13" y="284"/>
                      <a:pt x="15" y="299"/>
                      <a:pt x="12" y="315"/>
                    </a:cubicBezTo>
                    <a:cubicBezTo>
                      <a:pt x="9" y="331"/>
                      <a:pt x="4" y="347"/>
                      <a:pt x="5" y="364"/>
                    </a:cubicBezTo>
                    <a:cubicBezTo>
                      <a:pt x="6" y="387"/>
                      <a:pt x="9" y="409"/>
                      <a:pt x="10" y="432"/>
                    </a:cubicBezTo>
                    <a:cubicBezTo>
                      <a:pt x="11" y="450"/>
                      <a:pt x="16" y="469"/>
                      <a:pt x="15" y="487"/>
                    </a:cubicBezTo>
                    <a:cubicBezTo>
                      <a:pt x="18" y="470"/>
                      <a:pt x="13" y="452"/>
                      <a:pt x="14" y="435"/>
                    </a:cubicBezTo>
                    <a:cubicBezTo>
                      <a:pt x="15" y="417"/>
                      <a:pt x="16" y="400"/>
                      <a:pt x="16" y="382"/>
                    </a:cubicBezTo>
                    <a:cubicBezTo>
                      <a:pt x="16" y="359"/>
                      <a:pt x="16" y="336"/>
                      <a:pt x="18" y="313"/>
                    </a:cubicBezTo>
                    <a:cubicBezTo>
                      <a:pt x="22" y="274"/>
                      <a:pt x="15" y="235"/>
                      <a:pt x="15" y="195"/>
                    </a:cubicBezTo>
                    <a:cubicBezTo>
                      <a:pt x="15" y="179"/>
                      <a:pt x="17" y="163"/>
                      <a:pt x="15" y="147"/>
                    </a:cubicBezTo>
                    <a:cubicBezTo>
                      <a:pt x="13" y="130"/>
                      <a:pt x="23" y="118"/>
                      <a:pt x="24" y="102"/>
                    </a:cubicBezTo>
                    <a:cubicBezTo>
                      <a:pt x="25" y="88"/>
                      <a:pt x="16" y="74"/>
                      <a:pt x="16" y="60"/>
                    </a:cubicBezTo>
                    <a:cubicBezTo>
                      <a:pt x="16" y="44"/>
                      <a:pt x="18" y="25"/>
                      <a:pt x="14" y="10"/>
                    </a:cubicBezTo>
                    <a:cubicBezTo>
                      <a:pt x="14" y="9"/>
                      <a:pt x="14" y="9"/>
                      <a:pt x="14" y="8"/>
                    </a:cubicBezTo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0" name="Freeform 290">
                <a:extLst>
                  <a:ext uri="{FF2B5EF4-FFF2-40B4-BE49-F238E27FC236}">
                    <a16:creationId xmlns:a16="http://schemas.microsoft.com/office/drawing/2014/main" id="{EED29C74-718E-467F-8589-1F9209B32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751"/>
                <a:ext cx="32" cy="261"/>
              </a:xfrm>
              <a:custGeom>
                <a:avLst/>
                <a:gdLst>
                  <a:gd name="T0" fmla="*/ 44 w 24"/>
                  <a:gd name="T1" fmla="*/ 0 h 196"/>
                  <a:gd name="T2" fmla="*/ 9 w 24"/>
                  <a:gd name="T3" fmla="*/ 262 h 196"/>
                  <a:gd name="T4" fmla="*/ 36 w 24"/>
                  <a:gd name="T5" fmla="*/ 463 h 196"/>
                  <a:gd name="T6" fmla="*/ 49 w 24"/>
                  <a:gd name="T7" fmla="*/ 337 h 196"/>
                  <a:gd name="T8" fmla="*/ 55 w 24"/>
                  <a:gd name="T9" fmla="*/ 241 h 196"/>
                  <a:gd name="T10" fmla="*/ 48 w 24"/>
                  <a:gd name="T11" fmla="*/ 113 h 196"/>
                  <a:gd name="T12" fmla="*/ 36 w 24"/>
                  <a:gd name="T13" fmla="*/ 0 h 1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96">
                    <a:moveTo>
                      <a:pt x="19" y="0"/>
                    </a:moveTo>
                    <a:cubicBezTo>
                      <a:pt x="22" y="39"/>
                      <a:pt x="8" y="74"/>
                      <a:pt x="4" y="111"/>
                    </a:cubicBezTo>
                    <a:cubicBezTo>
                      <a:pt x="0" y="137"/>
                      <a:pt x="3" y="172"/>
                      <a:pt x="15" y="196"/>
                    </a:cubicBezTo>
                    <a:cubicBezTo>
                      <a:pt x="14" y="180"/>
                      <a:pt x="19" y="159"/>
                      <a:pt x="21" y="143"/>
                    </a:cubicBezTo>
                    <a:cubicBezTo>
                      <a:pt x="23" y="129"/>
                      <a:pt x="24" y="116"/>
                      <a:pt x="23" y="102"/>
                    </a:cubicBezTo>
                    <a:cubicBezTo>
                      <a:pt x="21" y="84"/>
                      <a:pt x="22" y="66"/>
                      <a:pt x="20" y="48"/>
                    </a:cubicBezTo>
                    <a:cubicBezTo>
                      <a:pt x="18" y="33"/>
                      <a:pt x="14" y="16"/>
                      <a:pt x="15" y="0"/>
                    </a:cubicBezTo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1" name="Freeform 291">
                <a:extLst>
                  <a:ext uri="{FF2B5EF4-FFF2-40B4-BE49-F238E27FC236}">
                    <a16:creationId xmlns:a16="http://schemas.microsoft.com/office/drawing/2014/main" id="{E22238D5-FFD9-4A9D-99AC-0ED5F1C52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3042"/>
                <a:ext cx="19" cy="135"/>
              </a:xfrm>
              <a:custGeom>
                <a:avLst/>
                <a:gdLst>
                  <a:gd name="T0" fmla="*/ 35 w 14"/>
                  <a:gd name="T1" fmla="*/ 7 h 101"/>
                  <a:gd name="T2" fmla="*/ 10 w 14"/>
                  <a:gd name="T3" fmla="*/ 49 h 101"/>
                  <a:gd name="T4" fmla="*/ 10 w 14"/>
                  <a:gd name="T5" fmla="*/ 116 h 101"/>
                  <a:gd name="T6" fmla="*/ 14 w 14"/>
                  <a:gd name="T7" fmla="*/ 241 h 101"/>
                  <a:gd name="T8" fmla="*/ 30 w 14"/>
                  <a:gd name="T9" fmla="*/ 128 h 101"/>
                  <a:gd name="T10" fmla="*/ 30 w 14"/>
                  <a:gd name="T11" fmla="*/ 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01">
                    <a:moveTo>
                      <a:pt x="14" y="3"/>
                    </a:moveTo>
                    <a:cubicBezTo>
                      <a:pt x="11" y="9"/>
                      <a:pt x="6" y="15"/>
                      <a:pt x="4" y="21"/>
                    </a:cubicBezTo>
                    <a:cubicBezTo>
                      <a:pt x="0" y="31"/>
                      <a:pt x="3" y="39"/>
                      <a:pt x="4" y="49"/>
                    </a:cubicBezTo>
                    <a:cubicBezTo>
                      <a:pt x="6" y="66"/>
                      <a:pt x="4" y="84"/>
                      <a:pt x="5" y="101"/>
                    </a:cubicBezTo>
                    <a:cubicBezTo>
                      <a:pt x="13" y="90"/>
                      <a:pt x="11" y="68"/>
                      <a:pt x="12" y="54"/>
                    </a:cubicBezTo>
                    <a:cubicBezTo>
                      <a:pt x="14" y="37"/>
                      <a:pt x="7" y="16"/>
                      <a:pt x="1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2" name="Freeform 292">
                <a:extLst>
                  <a:ext uri="{FF2B5EF4-FFF2-40B4-BE49-F238E27FC236}">
                    <a16:creationId xmlns:a16="http://schemas.microsoft.com/office/drawing/2014/main" id="{82FD4B7F-6CBB-46F8-B2D3-E6B6EAFF4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3209"/>
                <a:ext cx="16" cy="79"/>
              </a:xfrm>
              <a:custGeom>
                <a:avLst/>
                <a:gdLst>
                  <a:gd name="T0" fmla="*/ 20 w 12"/>
                  <a:gd name="T1" fmla="*/ 0 h 59"/>
                  <a:gd name="T2" fmla="*/ 5 w 12"/>
                  <a:gd name="T3" fmla="*/ 64 h 59"/>
                  <a:gd name="T4" fmla="*/ 15 w 12"/>
                  <a:gd name="T5" fmla="*/ 142 h 59"/>
                  <a:gd name="T6" fmla="*/ 21 w 12"/>
                  <a:gd name="T7" fmla="*/ 16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9">
                    <a:moveTo>
                      <a:pt x="8" y="0"/>
                    </a:moveTo>
                    <a:cubicBezTo>
                      <a:pt x="9" y="10"/>
                      <a:pt x="3" y="18"/>
                      <a:pt x="2" y="27"/>
                    </a:cubicBezTo>
                    <a:cubicBezTo>
                      <a:pt x="0" y="38"/>
                      <a:pt x="6" y="48"/>
                      <a:pt x="6" y="59"/>
                    </a:cubicBezTo>
                    <a:cubicBezTo>
                      <a:pt x="12" y="43"/>
                      <a:pt x="10" y="24"/>
                      <a:pt x="9" y="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3" name="Freeform 293">
                <a:extLst>
                  <a:ext uri="{FF2B5EF4-FFF2-40B4-BE49-F238E27FC236}">
                    <a16:creationId xmlns:a16="http://schemas.microsoft.com/office/drawing/2014/main" id="{09BAD660-48B9-4408-B156-3784E4E93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783"/>
                <a:ext cx="124" cy="207"/>
              </a:xfrm>
              <a:custGeom>
                <a:avLst/>
                <a:gdLst>
                  <a:gd name="T0" fmla="*/ 220 w 93"/>
                  <a:gd name="T1" fmla="*/ 0 h 155"/>
                  <a:gd name="T2" fmla="*/ 193 w 93"/>
                  <a:gd name="T3" fmla="*/ 143 h 155"/>
                  <a:gd name="T4" fmla="*/ 176 w 93"/>
                  <a:gd name="T5" fmla="*/ 207 h 155"/>
                  <a:gd name="T6" fmla="*/ 135 w 93"/>
                  <a:gd name="T7" fmla="*/ 270 h 155"/>
                  <a:gd name="T8" fmla="*/ 44 w 93"/>
                  <a:gd name="T9" fmla="*/ 342 h 155"/>
                  <a:gd name="T10" fmla="*/ 0 w 93"/>
                  <a:gd name="T11" fmla="*/ 369 h 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155">
                    <a:moveTo>
                      <a:pt x="93" y="0"/>
                    </a:moveTo>
                    <a:cubicBezTo>
                      <a:pt x="93" y="19"/>
                      <a:pt x="86" y="41"/>
                      <a:pt x="82" y="60"/>
                    </a:cubicBezTo>
                    <a:cubicBezTo>
                      <a:pt x="81" y="69"/>
                      <a:pt x="77" y="78"/>
                      <a:pt x="74" y="87"/>
                    </a:cubicBezTo>
                    <a:cubicBezTo>
                      <a:pt x="69" y="98"/>
                      <a:pt x="64" y="105"/>
                      <a:pt x="57" y="113"/>
                    </a:cubicBezTo>
                    <a:cubicBezTo>
                      <a:pt x="45" y="126"/>
                      <a:pt x="35" y="137"/>
                      <a:pt x="19" y="144"/>
                    </a:cubicBezTo>
                    <a:cubicBezTo>
                      <a:pt x="13" y="148"/>
                      <a:pt x="4" y="148"/>
                      <a:pt x="0" y="155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4" name="Freeform 294">
                <a:extLst>
                  <a:ext uri="{FF2B5EF4-FFF2-40B4-BE49-F238E27FC236}">
                    <a16:creationId xmlns:a16="http://schemas.microsoft.com/office/drawing/2014/main" id="{BA9EDED0-17F4-42E4-82F6-3D9FD4418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781"/>
                <a:ext cx="171" cy="240"/>
              </a:xfrm>
              <a:custGeom>
                <a:avLst/>
                <a:gdLst>
                  <a:gd name="T0" fmla="*/ 297 w 128"/>
                  <a:gd name="T1" fmla="*/ 63 h 180"/>
                  <a:gd name="T2" fmla="*/ 286 w 128"/>
                  <a:gd name="T3" fmla="*/ 192 h 180"/>
                  <a:gd name="T4" fmla="*/ 211 w 128"/>
                  <a:gd name="T5" fmla="*/ 313 h 180"/>
                  <a:gd name="T6" fmla="*/ 127 w 128"/>
                  <a:gd name="T7" fmla="*/ 427 h 180"/>
                  <a:gd name="T8" fmla="*/ 98 w 128"/>
                  <a:gd name="T9" fmla="*/ 369 h 180"/>
                  <a:gd name="T10" fmla="*/ 52 w 128"/>
                  <a:gd name="T11" fmla="*/ 311 h 180"/>
                  <a:gd name="T12" fmla="*/ 23 w 128"/>
                  <a:gd name="T13" fmla="*/ 185 h 180"/>
                  <a:gd name="T14" fmla="*/ 1 w 128"/>
                  <a:gd name="T15" fmla="*/ 73 h 180"/>
                  <a:gd name="T16" fmla="*/ 0 w 128"/>
                  <a:gd name="T17" fmla="*/ 0 h 1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8" h="180">
                    <a:moveTo>
                      <a:pt x="124" y="26"/>
                    </a:moveTo>
                    <a:cubicBezTo>
                      <a:pt x="128" y="42"/>
                      <a:pt x="124" y="66"/>
                      <a:pt x="120" y="81"/>
                    </a:cubicBezTo>
                    <a:cubicBezTo>
                      <a:pt x="114" y="101"/>
                      <a:pt x="101" y="117"/>
                      <a:pt x="88" y="132"/>
                    </a:cubicBezTo>
                    <a:cubicBezTo>
                      <a:pt x="74" y="148"/>
                      <a:pt x="62" y="162"/>
                      <a:pt x="53" y="180"/>
                    </a:cubicBezTo>
                    <a:cubicBezTo>
                      <a:pt x="48" y="172"/>
                      <a:pt x="47" y="164"/>
                      <a:pt x="41" y="156"/>
                    </a:cubicBezTo>
                    <a:cubicBezTo>
                      <a:pt x="34" y="148"/>
                      <a:pt x="27" y="141"/>
                      <a:pt x="22" y="131"/>
                    </a:cubicBezTo>
                    <a:cubicBezTo>
                      <a:pt x="14" y="114"/>
                      <a:pt x="13" y="96"/>
                      <a:pt x="10" y="78"/>
                    </a:cubicBezTo>
                    <a:cubicBezTo>
                      <a:pt x="7" y="62"/>
                      <a:pt x="2" y="47"/>
                      <a:pt x="1" y="31"/>
                    </a:cubicBezTo>
                    <a:cubicBezTo>
                      <a:pt x="1" y="20"/>
                      <a:pt x="3" y="1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5" name="Freeform 295">
                <a:extLst>
                  <a:ext uri="{FF2B5EF4-FFF2-40B4-BE49-F238E27FC236}">
                    <a16:creationId xmlns:a16="http://schemas.microsoft.com/office/drawing/2014/main" id="{EAA0E898-F9E5-4B41-AB51-53CF5E37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923"/>
                <a:ext cx="158" cy="317"/>
              </a:xfrm>
              <a:custGeom>
                <a:avLst/>
                <a:gdLst>
                  <a:gd name="T0" fmla="*/ 59 w 118"/>
                  <a:gd name="T1" fmla="*/ 0 h 238"/>
                  <a:gd name="T2" fmla="*/ 15 w 118"/>
                  <a:gd name="T3" fmla="*/ 369 h 238"/>
                  <a:gd name="T4" fmla="*/ 52 w 118"/>
                  <a:gd name="T5" fmla="*/ 491 h 238"/>
                  <a:gd name="T6" fmla="*/ 118 w 118"/>
                  <a:gd name="T7" fmla="*/ 562 h 238"/>
                  <a:gd name="T8" fmla="*/ 143 w 118"/>
                  <a:gd name="T9" fmla="*/ 507 h 238"/>
                  <a:gd name="T10" fmla="*/ 191 w 118"/>
                  <a:gd name="T11" fmla="*/ 428 h 238"/>
                  <a:gd name="T12" fmla="*/ 256 w 118"/>
                  <a:gd name="T13" fmla="*/ 298 h 238"/>
                  <a:gd name="T14" fmla="*/ 264 w 118"/>
                  <a:gd name="T15" fmla="*/ 170 h 2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8" h="238">
                    <a:moveTo>
                      <a:pt x="25" y="0"/>
                    </a:moveTo>
                    <a:cubicBezTo>
                      <a:pt x="0" y="47"/>
                      <a:pt x="0" y="105"/>
                      <a:pt x="6" y="156"/>
                    </a:cubicBezTo>
                    <a:cubicBezTo>
                      <a:pt x="8" y="174"/>
                      <a:pt x="12" y="192"/>
                      <a:pt x="22" y="208"/>
                    </a:cubicBezTo>
                    <a:cubicBezTo>
                      <a:pt x="29" y="218"/>
                      <a:pt x="40" y="229"/>
                      <a:pt x="49" y="238"/>
                    </a:cubicBezTo>
                    <a:cubicBezTo>
                      <a:pt x="50" y="230"/>
                      <a:pt x="57" y="222"/>
                      <a:pt x="60" y="215"/>
                    </a:cubicBezTo>
                    <a:cubicBezTo>
                      <a:pt x="67" y="204"/>
                      <a:pt x="73" y="192"/>
                      <a:pt x="80" y="181"/>
                    </a:cubicBezTo>
                    <a:cubicBezTo>
                      <a:pt x="90" y="163"/>
                      <a:pt x="101" y="146"/>
                      <a:pt x="107" y="126"/>
                    </a:cubicBezTo>
                    <a:cubicBezTo>
                      <a:pt x="110" y="112"/>
                      <a:pt x="118" y="85"/>
                      <a:pt x="110" y="72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6" name="Freeform 296">
                <a:extLst>
                  <a:ext uri="{FF2B5EF4-FFF2-40B4-BE49-F238E27FC236}">
                    <a16:creationId xmlns:a16="http://schemas.microsoft.com/office/drawing/2014/main" id="{06D2B90F-C47E-4BDD-85B1-0ADDE34EF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199"/>
                <a:ext cx="88" cy="183"/>
              </a:xfrm>
              <a:custGeom>
                <a:avLst/>
                <a:gdLst>
                  <a:gd name="T0" fmla="*/ 148 w 66"/>
                  <a:gd name="T1" fmla="*/ 0 h 137"/>
                  <a:gd name="T2" fmla="*/ 0 w 66"/>
                  <a:gd name="T3" fmla="*/ 326 h 1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37">
                    <a:moveTo>
                      <a:pt x="62" y="0"/>
                    </a:moveTo>
                    <a:cubicBezTo>
                      <a:pt x="66" y="54"/>
                      <a:pt x="37" y="101"/>
                      <a:pt x="0" y="137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7" name="Freeform 297">
                <a:extLst>
                  <a:ext uri="{FF2B5EF4-FFF2-40B4-BE49-F238E27FC236}">
                    <a16:creationId xmlns:a16="http://schemas.microsoft.com/office/drawing/2014/main" id="{D7FF999C-942E-4A79-8AD9-6107B8E1F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1869"/>
                <a:ext cx="180" cy="241"/>
              </a:xfrm>
              <a:custGeom>
                <a:avLst/>
                <a:gdLst>
                  <a:gd name="T0" fmla="*/ 7 w 135"/>
                  <a:gd name="T1" fmla="*/ 37 h 181"/>
                  <a:gd name="T2" fmla="*/ 12 w 135"/>
                  <a:gd name="T3" fmla="*/ 122 h 181"/>
                  <a:gd name="T4" fmla="*/ 48 w 135"/>
                  <a:gd name="T5" fmla="*/ 214 h 181"/>
                  <a:gd name="T6" fmla="*/ 135 w 135"/>
                  <a:gd name="T7" fmla="*/ 362 h 181"/>
                  <a:gd name="T8" fmla="*/ 171 w 135"/>
                  <a:gd name="T9" fmla="*/ 407 h 181"/>
                  <a:gd name="T10" fmla="*/ 201 w 135"/>
                  <a:gd name="T11" fmla="*/ 405 h 181"/>
                  <a:gd name="T12" fmla="*/ 247 w 135"/>
                  <a:gd name="T13" fmla="*/ 294 h 181"/>
                  <a:gd name="T14" fmla="*/ 297 w 135"/>
                  <a:gd name="T15" fmla="*/ 189 h 181"/>
                  <a:gd name="T16" fmla="*/ 313 w 135"/>
                  <a:gd name="T17" fmla="*/ 71 h 181"/>
                  <a:gd name="T18" fmla="*/ 320 w 135"/>
                  <a:gd name="T19" fmla="*/ 0 h 1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81">
                    <a:moveTo>
                      <a:pt x="3" y="16"/>
                    </a:moveTo>
                    <a:cubicBezTo>
                      <a:pt x="0" y="26"/>
                      <a:pt x="3" y="42"/>
                      <a:pt x="5" y="52"/>
                    </a:cubicBezTo>
                    <a:cubicBezTo>
                      <a:pt x="8" y="66"/>
                      <a:pt x="13" y="79"/>
                      <a:pt x="20" y="91"/>
                    </a:cubicBezTo>
                    <a:cubicBezTo>
                      <a:pt x="31" y="113"/>
                      <a:pt x="44" y="132"/>
                      <a:pt x="57" y="153"/>
                    </a:cubicBezTo>
                    <a:cubicBezTo>
                      <a:pt x="62" y="160"/>
                      <a:pt x="67" y="166"/>
                      <a:pt x="72" y="173"/>
                    </a:cubicBezTo>
                    <a:cubicBezTo>
                      <a:pt x="77" y="181"/>
                      <a:pt x="81" y="180"/>
                      <a:pt x="85" y="171"/>
                    </a:cubicBezTo>
                    <a:cubicBezTo>
                      <a:pt x="93" y="156"/>
                      <a:pt x="96" y="139"/>
                      <a:pt x="104" y="125"/>
                    </a:cubicBezTo>
                    <a:cubicBezTo>
                      <a:pt x="112" y="110"/>
                      <a:pt x="122" y="96"/>
                      <a:pt x="125" y="80"/>
                    </a:cubicBezTo>
                    <a:cubicBezTo>
                      <a:pt x="128" y="63"/>
                      <a:pt x="131" y="47"/>
                      <a:pt x="132" y="30"/>
                    </a:cubicBezTo>
                    <a:cubicBezTo>
                      <a:pt x="132" y="20"/>
                      <a:pt x="131" y="7"/>
                      <a:pt x="135" y="0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8" name="Freeform 298">
                <a:extLst>
                  <a:ext uri="{FF2B5EF4-FFF2-40B4-BE49-F238E27FC236}">
                    <a16:creationId xmlns:a16="http://schemas.microsoft.com/office/drawing/2014/main" id="{A2138D9B-B36A-4F51-9ECB-882D1B5DD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871"/>
                <a:ext cx="117" cy="245"/>
              </a:xfrm>
              <a:custGeom>
                <a:avLst/>
                <a:gdLst>
                  <a:gd name="T0" fmla="*/ 0 w 88"/>
                  <a:gd name="T1" fmla="*/ 0 h 184"/>
                  <a:gd name="T2" fmla="*/ 1 w 88"/>
                  <a:gd name="T3" fmla="*/ 107 h 184"/>
                  <a:gd name="T4" fmla="*/ 48 w 88"/>
                  <a:gd name="T5" fmla="*/ 252 h 184"/>
                  <a:gd name="T6" fmla="*/ 134 w 88"/>
                  <a:gd name="T7" fmla="*/ 390 h 184"/>
                  <a:gd name="T8" fmla="*/ 202 w 88"/>
                  <a:gd name="T9" fmla="*/ 429 h 184"/>
                  <a:gd name="T10" fmla="*/ 207 w 88"/>
                  <a:gd name="T11" fmla="*/ 434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184">
                    <a:moveTo>
                      <a:pt x="0" y="0"/>
                    </a:moveTo>
                    <a:cubicBezTo>
                      <a:pt x="2" y="0"/>
                      <a:pt x="1" y="39"/>
                      <a:pt x="1" y="45"/>
                    </a:cubicBezTo>
                    <a:cubicBezTo>
                      <a:pt x="3" y="66"/>
                      <a:pt x="11" y="87"/>
                      <a:pt x="20" y="107"/>
                    </a:cubicBezTo>
                    <a:cubicBezTo>
                      <a:pt x="30" y="129"/>
                      <a:pt x="43" y="146"/>
                      <a:pt x="57" y="165"/>
                    </a:cubicBezTo>
                    <a:cubicBezTo>
                      <a:pt x="65" y="177"/>
                      <a:pt x="73" y="178"/>
                      <a:pt x="86" y="182"/>
                    </a:cubicBezTo>
                    <a:cubicBezTo>
                      <a:pt x="86" y="182"/>
                      <a:pt x="87" y="183"/>
                      <a:pt x="88" y="184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9" name="Freeform 299">
                <a:extLst>
                  <a:ext uri="{FF2B5EF4-FFF2-40B4-BE49-F238E27FC236}">
                    <a16:creationId xmlns:a16="http://schemas.microsoft.com/office/drawing/2014/main" id="{1F56AD10-150E-456F-9BF9-F20CDB427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116"/>
                <a:ext cx="93" cy="356"/>
              </a:xfrm>
              <a:custGeom>
                <a:avLst/>
                <a:gdLst>
                  <a:gd name="T0" fmla="*/ 165 w 70"/>
                  <a:gd name="T1" fmla="*/ 0 h 267"/>
                  <a:gd name="T2" fmla="*/ 128 w 70"/>
                  <a:gd name="T3" fmla="*/ 44 h 267"/>
                  <a:gd name="T4" fmla="*/ 76 w 70"/>
                  <a:gd name="T5" fmla="*/ 121 h 267"/>
                  <a:gd name="T6" fmla="*/ 16 w 70"/>
                  <a:gd name="T7" fmla="*/ 292 h 267"/>
                  <a:gd name="T8" fmla="*/ 16 w 70"/>
                  <a:gd name="T9" fmla="*/ 427 h 267"/>
                  <a:gd name="T10" fmla="*/ 93 w 70"/>
                  <a:gd name="T11" fmla="*/ 561 h 267"/>
                  <a:gd name="T12" fmla="*/ 165 w 70"/>
                  <a:gd name="T13" fmla="*/ 633 h 2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67">
                    <a:moveTo>
                      <a:pt x="70" y="0"/>
                    </a:moveTo>
                    <a:cubicBezTo>
                      <a:pt x="64" y="2"/>
                      <a:pt x="59" y="13"/>
                      <a:pt x="54" y="19"/>
                    </a:cubicBezTo>
                    <a:cubicBezTo>
                      <a:pt x="46" y="29"/>
                      <a:pt x="38" y="39"/>
                      <a:pt x="32" y="51"/>
                    </a:cubicBezTo>
                    <a:cubicBezTo>
                      <a:pt x="19" y="75"/>
                      <a:pt x="11" y="97"/>
                      <a:pt x="7" y="123"/>
                    </a:cubicBezTo>
                    <a:cubicBezTo>
                      <a:pt x="5" y="144"/>
                      <a:pt x="0" y="160"/>
                      <a:pt x="7" y="180"/>
                    </a:cubicBezTo>
                    <a:cubicBezTo>
                      <a:pt x="15" y="200"/>
                      <a:pt x="26" y="221"/>
                      <a:pt x="40" y="237"/>
                    </a:cubicBezTo>
                    <a:cubicBezTo>
                      <a:pt x="50" y="249"/>
                      <a:pt x="59" y="258"/>
                      <a:pt x="70" y="267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0" name="Freeform 300">
                <a:extLst>
                  <a:ext uri="{FF2B5EF4-FFF2-40B4-BE49-F238E27FC236}">
                    <a16:creationId xmlns:a16="http://schemas.microsoft.com/office/drawing/2014/main" id="{E607E2EB-5C94-46D8-8187-0D9E7B1FD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672"/>
                <a:ext cx="172" cy="310"/>
              </a:xfrm>
              <a:custGeom>
                <a:avLst/>
                <a:gdLst>
                  <a:gd name="T0" fmla="*/ 85 w 129"/>
                  <a:gd name="T1" fmla="*/ 0 h 233"/>
                  <a:gd name="T2" fmla="*/ 27 w 129"/>
                  <a:gd name="T3" fmla="*/ 145 h 233"/>
                  <a:gd name="T4" fmla="*/ 28 w 129"/>
                  <a:gd name="T5" fmla="*/ 299 h 233"/>
                  <a:gd name="T6" fmla="*/ 76 w 129"/>
                  <a:gd name="T7" fmla="*/ 354 h 233"/>
                  <a:gd name="T8" fmla="*/ 137 w 129"/>
                  <a:gd name="T9" fmla="*/ 438 h 233"/>
                  <a:gd name="T10" fmla="*/ 180 w 129"/>
                  <a:gd name="T11" fmla="*/ 508 h 233"/>
                  <a:gd name="T12" fmla="*/ 215 w 129"/>
                  <a:gd name="T13" fmla="*/ 548 h 233"/>
                  <a:gd name="T14" fmla="*/ 235 w 129"/>
                  <a:gd name="T15" fmla="*/ 451 h 233"/>
                  <a:gd name="T16" fmla="*/ 276 w 129"/>
                  <a:gd name="T17" fmla="*/ 350 h 233"/>
                  <a:gd name="T18" fmla="*/ 305 w 129"/>
                  <a:gd name="T19" fmla="*/ 263 h 2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9" h="233">
                    <a:moveTo>
                      <a:pt x="36" y="0"/>
                    </a:moveTo>
                    <a:cubicBezTo>
                      <a:pt x="30" y="19"/>
                      <a:pt x="21" y="42"/>
                      <a:pt x="11" y="62"/>
                    </a:cubicBezTo>
                    <a:cubicBezTo>
                      <a:pt x="2" y="82"/>
                      <a:pt x="0" y="108"/>
                      <a:pt x="12" y="127"/>
                    </a:cubicBezTo>
                    <a:cubicBezTo>
                      <a:pt x="18" y="136"/>
                      <a:pt x="26" y="143"/>
                      <a:pt x="32" y="150"/>
                    </a:cubicBezTo>
                    <a:cubicBezTo>
                      <a:pt x="42" y="161"/>
                      <a:pt x="51" y="174"/>
                      <a:pt x="58" y="186"/>
                    </a:cubicBezTo>
                    <a:cubicBezTo>
                      <a:pt x="64" y="196"/>
                      <a:pt x="70" y="207"/>
                      <a:pt x="76" y="216"/>
                    </a:cubicBezTo>
                    <a:cubicBezTo>
                      <a:pt x="80" y="222"/>
                      <a:pt x="86" y="227"/>
                      <a:pt x="91" y="233"/>
                    </a:cubicBezTo>
                    <a:cubicBezTo>
                      <a:pt x="88" y="219"/>
                      <a:pt x="94" y="204"/>
                      <a:pt x="99" y="192"/>
                    </a:cubicBezTo>
                    <a:cubicBezTo>
                      <a:pt x="105" y="177"/>
                      <a:pt x="109" y="163"/>
                      <a:pt x="116" y="149"/>
                    </a:cubicBezTo>
                    <a:cubicBezTo>
                      <a:pt x="121" y="136"/>
                      <a:pt x="124" y="124"/>
                      <a:pt x="129" y="112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1" name="Freeform 301">
                <a:extLst>
                  <a:ext uri="{FF2B5EF4-FFF2-40B4-BE49-F238E27FC236}">
                    <a16:creationId xmlns:a16="http://schemas.microsoft.com/office/drawing/2014/main" id="{F3A26D96-1A71-416A-9249-FAE574DD8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736"/>
                <a:ext cx="176" cy="341"/>
              </a:xfrm>
              <a:custGeom>
                <a:avLst/>
                <a:gdLst>
                  <a:gd name="T0" fmla="*/ 31 w 132"/>
                  <a:gd name="T1" fmla="*/ 0 h 256"/>
                  <a:gd name="T2" fmla="*/ 7 w 132"/>
                  <a:gd name="T3" fmla="*/ 143 h 256"/>
                  <a:gd name="T4" fmla="*/ 31 w 132"/>
                  <a:gd name="T5" fmla="*/ 289 h 256"/>
                  <a:gd name="T6" fmla="*/ 91 w 132"/>
                  <a:gd name="T7" fmla="*/ 477 h 256"/>
                  <a:gd name="T8" fmla="*/ 127 w 132"/>
                  <a:gd name="T9" fmla="*/ 557 h 256"/>
                  <a:gd name="T10" fmla="*/ 149 w 132"/>
                  <a:gd name="T11" fmla="*/ 605 h 256"/>
                  <a:gd name="T12" fmla="*/ 176 w 132"/>
                  <a:gd name="T13" fmla="*/ 557 h 256"/>
                  <a:gd name="T14" fmla="*/ 229 w 132"/>
                  <a:gd name="T15" fmla="*/ 490 h 256"/>
                  <a:gd name="T16" fmla="*/ 293 w 132"/>
                  <a:gd name="T17" fmla="*/ 392 h 256"/>
                  <a:gd name="T18" fmla="*/ 305 w 132"/>
                  <a:gd name="T19" fmla="*/ 314 h 256"/>
                  <a:gd name="T20" fmla="*/ 311 w 132"/>
                  <a:gd name="T21" fmla="*/ 274 h 2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256">
                    <a:moveTo>
                      <a:pt x="13" y="0"/>
                    </a:moveTo>
                    <a:cubicBezTo>
                      <a:pt x="7" y="18"/>
                      <a:pt x="0" y="41"/>
                      <a:pt x="3" y="60"/>
                    </a:cubicBezTo>
                    <a:cubicBezTo>
                      <a:pt x="7" y="80"/>
                      <a:pt x="10" y="102"/>
                      <a:pt x="13" y="122"/>
                    </a:cubicBezTo>
                    <a:cubicBezTo>
                      <a:pt x="17" y="150"/>
                      <a:pt x="27" y="176"/>
                      <a:pt x="38" y="202"/>
                    </a:cubicBezTo>
                    <a:cubicBezTo>
                      <a:pt x="43" y="213"/>
                      <a:pt x="49" y="224"/>
                      <a:pt x="53" y="236"/>
                    </a:cubicBezTo>
                    <a:cubicBezTo>
                      <a:pt x="55" y="243"/>
                      <a:pt x="59" y="251"/>
                      <a:pt x="63" y="256"/>
                    </a:cubicBezTo>
                    <a:cubicBezTo>
                      <a:pt x="66" y="248"/>
                      <a:pt x="68" y="243"/>
                      <a:pt x="74" y="236"/>
                    </a:cubicBezTo>
                    <a:cubicBezTo>
                      <a:pt x="82" y="227"/>
                      <a:pt x="89" y="217"/>
                      <a:pt x="97" y="207"/>
                    </a:cubicBezTo>
                    <a:cubicBezTo>
                      <a:pt x="106" y="194"/>
                      <a:pt x="117" y="181"/>
                      <a:pt x="124" y="166"/>
                    </a:cubicBezTo>
                    <a:cubicBezTo>
                      <a:pt x="128" y="156"/>
                      <a:pt x="128" y="144"/>
                      <a:pt x="129" y="133"/>
                    </a:cubicBezTo>
                    <a:cubicBezTo>
                      <a:pt x="129" y="129"/>
                      <a:pt x="132" y="117"/>
                      <a:pt x="131" y="116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2" name="Freeform 302">
                <a:extLst>
                  <a:ext uri="{FF2B5EF4-FFF2-40B4-BE49-F238E27FC236}">
                    <a16:creationId xmlns:a16="http://schemas.microsoft.com/office/drawing/2014/main" id="{51FCA682-54FB-4C4E-A607-50AC411BA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945"/>
                <a:ext cx="127" cy="231"/>
              </a:xfrm>
              <a:custGeom>
                <a:avLst/>
                <a:gdLst>
                  <a:gd name="T0" fmla="*/ 5 w 95"/>
                  <a:gd name="T1" fmla="*/ 0 h 173"/>
                  <a:gd name="T2" fmla="*/ 1 w 95"/>
                  <a:gd name="T3" fmla="*/ 107 h 173"/>
                  <a:gd name="T4" fmla="*/ 15 w 95"/>
                  <a:gd name="T5" fmla="*/ 211 h 173"/>
                  <a:gd name="T6" fmla="*/ 91 w 95"/>
                  <a:gd name="T7" fmla="*/ 335 h 173"/>
                  <a:gd name="T8" fmla="*/ 164 w 95"/>
                  <a:gd name="T9" fmla="*/ 385 h 173"/>
                  <a:gd name="T10" fmla="*/ 197 w 95"/>
                  <a:gd name="T11" fmla="*/ 405 h 173"/>
                  <a:gd name="T12" fmla="*/ 227 w 95"/>
                  <a:gd name="T13" fmla="*/ 411 h 1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73">
                    <a:moveTo>
                      <a:pt x="2" y="0"/>
                    </a:moveTo>
                    <a:cubicBezTo>
                      <a:pt x="3" y="15"/>
                      <a:pt x="0" y="30"/>
                      <a:pt x="1" y="45"/>
                    </a:cubicBezTo>
                    <a:cubicBezTo>
                      <a:pt x="2" y="60"/>
                      <a:pt x="2" y="73"/>
                      <a:pt x="6" y="88"/>
                    </a:cubicBezTo>
                    <a:cubicBezTo>
                      <a:pt x="12" y="109"/>
                      <a:pt x="20" y="127"/>
                      <a:pt x="38" y="141"/>
                    </a:cubicBezTo>
                    <a:cubicBezTo>
                      <a:pt x="48" y="148"/>
                      <a:pt x="58" y="155"/>
                      <a:pt x="69" y="162"/>
                    </a:cubicBezTo>
                    <a:cubicBezTo>
                      <a:pt x="73" y="164"/>
                      <a:pt x="77" y="168"/>
                      <a:pt x="82" y="170"/>
                    </a:cubicBezTo>
                    <a:cubicBezTo>
                      <a:pt x="85" y="171"/>
                      <a:pt x="94" y="171"/>
                      <a:pt x="95" y="173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3" name="Freeform 303">
                <a:extLst>
                  <a:ext uri="{FF2B5EF4-FFF2-40B4-BE49-F238E27FC236}">
                    <a16:creationId xmlns:a16="http://schemas.microsoft.com/office/drawing/2014/main" id="{844AE29A-6C56-43A2-8864-53C797133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3124"/>
                <a:ext cx="122" cy="258"/>
              </a:xfrm>
              <a:custGeom>
                <a:avLst/>
                <a:gdLst>
                  <a:gd name="T0" fmla="*/ 215 w 92"/>
                  <a:gd name="T1" fmla="*/ 1 h 194"/>
                  <a:gd name="T2" fmla="*/ 212 w 92"/>
                  <a:gd name="T3" fmla="*/ 31 h 194"/>
                  <a:gd name="T4" fmla="*/ 206 w 92"/>
                  <a:gd name="T5" fmla="*/ 84 h 194"/>
                  <a:gd name="T6" fmla="*/ 171 w 92"/>
                  <a:gd name="T7" fmla="*/ 178 h 194"/>
                  <a:gd name="T8" fmla="*/ 86 w 92"/>
                  <a:gd name="T9" fmla="*/ 306 h 194"/>
                  <a:gd name="T10" fmla="*/ 0 w 92"/>
                  <a:gd name="T11" fmla="*/ 456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194">
                    <a:moveTo>
                      <a:pt x="92" y="1"/>
                    </a:moveTo>
                    <a:cubicBezTo>
                      <a:pt x="90" y="0"/>
                      <a:pt x="91" y="9"/>
                      <a:pt x="91" y="13"/>
                    </a:cubicBezTo>
                    <a:cubicBezTo>
                      <a:pt x="90" y="20"/>
                      <a:pt x="89" y="27"/>
                      <a:pt x="88" y="35"/>
                    </a:cubicBezTo>
                    <a:cubicBezTo>
                      <a:pt x="85" y="49"/>
                      <a:pt x="79" y="63"/>
                      <a:pt x="73" y="76"/>
                    </a:cubicBezTo>
                    <a:cubicBezTo>
                      <a:pt x="63" y="96"/>
                      <a:pt x="51" y="112"/>
                      <a:pt x="37" y="130"/>
                    </a:cubicBezTo>
                    <a:cubicBezTo>
                      <a:pt x="24" y="149"/>
                      <a:pt x="5" y="173"/>
                      <a:pt x="0" y="194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4" name="Freeform 304">
                <a:extLst>
                  <a:ext uri="{FF2B5EF4-FFF2-40B4-BE49-F238E27FC236}">
                    <a16:creationId xmlns:a16="http://schemas.microsoft.com/office/drawing/2014/main" id="{8037D751-3CAD-4A46-B5F6-092265FAA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230"/>
                <a:ext cx="14" cy="227"/>
              </a:xfrm>
              <a:custGeom>
                <a:avLst/>
                <a:gdLst>
                  <a:gd name="T0" fmla="*/ 8 w 10"/>
                  <a:gd name="T1" fmla="*/ 0 h 170"/>
                  <a:gd name="T2" fmla="*/ 6 w 10"/>
                  <a:gd name="T3" fmla="*/ 159 h 170"/>
                  <a:gd name="T4" fmla="*/ 15 w 10"/>
                  <a:gd name="T5" fmla="*/ 270 h 170"/>
                  <a:gd name="T6" fmla="*/ 21 w 10"/>
                  <a:gd name="T7" fmla="*/ 405 h 1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0">
                    <a:moveTo>
                      <a:pt x="3" y="0"/>
                    </a:moveTo>
                    <a:cubicBezTo>
                      <a:pt x="3" y="22"/>
                      <a:pt x="0" y="45"/>
                      <a:pt x="2" y="67"/>
                    </a:cubicBezTo>
                    <a:cubicBezTo>
                      <a:pt x="3" y="83"/>
                      <a:pt x="5" y="98"/>
                      <a:pt x="6" y="113"/>
                    </a:cubicBezTo>
                    <a:cubicBezTo>
                      <a:pt x="7" y="132"/>
                      <a:pt x="10" y="153"/>
                      <a:pt x="8" y="170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5" name="Freeform 305">
                <a:extLst>
                  <a:ext uri="{FF2B5EF4-FFF2-40B4-BE49-F238E27FC236}">
                    <a16:creationId xmlns:a16="http://schemas.microsoft.com/office/drawing/2014/main" id="{AEBA08DC-F1A7-4612-9724-5D3A59EBD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3074"/>
                <a:ext cx="20" cy="290"/>
              </a:xfrm>
              <a:custGeom>
                <a:avLst/>
                <a:gdLst>
                  <a:gd name="T0" fmla="*/ 21 w 15"/>
                  <a:gd name="T1" fmla="*/ 0 h 217"/>
                  <a:gd name="T2" fmla="*/ 9 w 15"/>
                  <a:gd name="T3" fmla="*/ 63 h 217"/>
                  <a:gd name="T4" fmla="*/ 1 w 15"/>
                  <a:gd name="T5" fmla="*/ 147 h 217"/>
                  <a:gd name="T6" fmla="*/ 23 w 15"/>
                  <a:gd name="T7" fmla="*/ 313 h 217"/>
                  <a:gd name="T8" fmla="*/ 23 w 15"/>
                  <a:gd name="T9" fmla="*/ 434 h 217"/>
                  <a:gd name="T10" fmla="*/ 36 w 15"/>
                  <a:gd name="T11" fmla="*/ 513 h 217"/>
                  <a:gd name="T12" fmla="*/ 33 w 15"/>
                  <a:gd name="T13" fmla="*/ 513 h 2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17">
                    <a:moveTo>
                      <a:pt x="9" y="0"/>
                    </a:moveTo>
                    <a:cubicBezTo>
                      <a:pt x="10" y="9"/>
                      <a:pt x="6" y="18"/>
                      <a:pt x="4" y="26"/>
                    </a:cubicBezTo>
                    <a:cubicBezTo>
                      <a:pt x="2" y="38"/>
                      <a:pt x="0" y="49"/>
                      <a:pt x="1" y="61"/>
                    </a:cubicBezTo>
                    <a:cubicBezTo>
                      <a:pt x="2" y="85"/>
                      <a:pt x="8" y="108"/>
                      <a:pt x="10" y="131"/>
                    </a:cubicBezTo>
                    <a:cubicBezTo>
                      <a:pt x="12" y="149"/>
                      <a:pt x="12" y="165"/>
                      <a:pt x="10" y="182"/>
                    </a:cubicBezTo>
                    <a:cubicBezTo>
                      <a:pt x="9" y="195"/>
                      <a:pt x="10" y="205"/>
                      <a:pt x="15" y="215"/>
                    </a:cubicBezTo>
                    <a:cubicBezTo>
                      <a:pt x="15" y="217"/>
                      <a:pt x="15" y="216"/>
                      <a:pt x="14" y="215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6" name="Freeform 306">
                <a:extLst>
                  <a:ext uri="{FF2B5EF4-FFF2-40B4-BE49-F238E27FC236}">
                    <a16:creationId xmlns:a16="http://schemas.microsoft.com/office/drawing/2014/main" id="{56D9F5DA-FD81-4937-BB17-1FE2A9AD9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3144"/>
                <a:ext cx="99" cy="148"/>
              </a:xfrm>
              <a:custGeom>
                <a:avLst/>
                <a:gdLst>
                  <a:gd name="T0" fmla="*/ 177 w 74"/>
                  <a:gd name="T1" fmla="*/ 0 h 111"/>
                  <a:gd name="T2" fmla="*/ 161 w 74"/>
                  <a:gd name="T3" fmla="*/ 44 h 111"/>
                  <a:gd name="T4" fmla="*/ 120 w 74"/>
                  <a:gd name="T5" fmla="*/ 91 h 111"/>
                  <a:gd name="T6" fmla="*/ 52 w 74"/>
                  <a:gd name="T7" fmla="*/ 164 h 111"/>
                  <a:gd name="T8" fmla="*/ 0 w 74"/>
                  <a:gd name="T9" fmla="*/ 263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11">
                    <a:moveTo>
                      <a:pt x="74" y="0"/>
                    </a:moveTo>
                    <a:cubicBezTo>
                      <a:pt x="71" y="7"/>
                      <a:pt x="71" y="14"/>
                      <a:pt x="67" y="19"/>
                    </a:cubicBezTo>
                    <a:cubicBezTo>
                      <a:pt x="63" y="27"/>
                      <a:pt x="56" y="32"/>
                      <a:pt x="50" y="38"/>
                    </a:cubicBezTo>
                    <a:cubicBezTo>
                      <a:pt x="39" y="48"/>
                      <a:pt x="30" y="56"/>
                      <a:pt x="22" y="69"/>
                    </a:cubicBezTo>
                    <a:cubicBezTo>
                      <a:pt x="15" y="79"/>
                      <a:pt x="1" y="98"/>
                      <a:pt x="0" y="111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7" name="Freeform 307">
                <a:extLst>
                  <a:ext uri="{FF2B5EF4-FFF2-40B4-BE49-F238E27FC236}">
                    <a16:creationId xmlns:a16="http://schemas.microsoft.com/office/drawing/2014/main" id="{53FFFF81-4F19-46D1-8618-B19B66D79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980"/>
                <a:ext cx="46" cy="282"/>
              </a:xfrm>
              <a:custGeom>
                <a:avLst/>
                <a:gdLst>
                  <a:gd name="T0" fmla="*/ 22 w 34"/>
                  <a:gd name="T1" fmla="*/ 0 h 212"/>
                  <a:gd name="T2" fmla="*/ 12 w 34"/>
                  <a:gd name="T3" fmla="*/ 57 h 212"/>
                  <a:gd name="T4" fmla="*/ 1 w 34"/>
                  <a:gd name="T5" fmla="*/ 134 h 212"/>
                  <a:gd name="T6" fmla="*/ 26 w 34"/>
                  <a:gd name="T7" fmla="*/ 337 h 212"/>
                  <a:gd name="T8" fmla="*/ 84 w 34"/>
                  <a:gd name="T9" fmla="*/ 499 h 212"/>
                  <a:gd name="T10" fmla="*/ 83 w 34"/>
                  <a:gd name="T11" fmla="*/ 494 h 2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12">
                    <a:moveTo>
                      <a:pt x="9" y="0"/>
                    </a:moveTo>
                    <a:cubicBezTo>
                      <a:pt x="6" y="6"/>
                      <a:pt x="7" y="17"/>
                      <a:pt x="5" y="24"/>
                    </a:cubicBezTo>
                    <a:cubicBezTo>
                      <a:pt x="3" y="35"/>
                      <a:pt x="2" y="46"/>
                      <a:pt x="1" y="57"/>
                    </a:cubicBezTo>
                    <a:cubicBezTo>
                      <a:pt x="0" y="85"/>
                      <a:pt x="5" y="115"/>
                      <a:pt x="10" y="143"/>
                    </a:cubicBezTo>
                    <a:cubicBezTo>
                      <a:pt x="13" y="167"/>
                      <a:pt x="26" y="190"/>
                      <a:pt x="34" y="212"/>
                    </a:cubicBezTo>
                    <a:cubicBezTo>
                      <a:pt x="33" y="212"/>
                      <a:pt x="33" y="211"/>
                      <a:pt x="33" y="210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8" name="Freeform 308">
                <a:extLst>
                  <a:ext uri="{FF2B5EF4-FFF2-40B4-BE49-F238E27FC236}">
                    <a16:creationId xmlns:a16="http://schemas.microsoft.com/office/drawing/2014/main" id="{506BEA06-FB68-4EC0-9FC9-7C427EEDB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103"/>
                <a:ext cx="201" cy="217"/>
              </a:xfrm>
              <a:custGeom>
                <a:avLst/>
                <a:gdLst>
                  <a:gd name="T0" fmla="*/ 0 w 151"/>
                  <a:gd name="T1" fmla="*/ 20 h 163"/>
                  <a:gd name="T2" fmla="*/ 57 w 151"/>
                  <a:gd name="T3" fmla="*/ 144 h 163"/>
                  <a:gd name="T4" fmla="*/ 80 w 151"/>
                  <a:gd name="T5" fmla="*/ 184 h 163"/>
                  <a:gd name="T6" fmla="*/ 101 w 151"/>
                  <a:gd name="T7" fmla="*/ 230 h 163"/>
                  <a:gd name="T8" fmla="*/ 122 w 151"/>
                  <a:gd name="T9" fmla="*/ 272 h 163"/>
                  <a:gd name="T10" fmla="*/ 134 w 151"/>
                  <a:gd name="T11" fmla="*/ 326 h 163"/>
                  <a:gd name="T12" fmla="*/ 178 w 151"/>
                  <a:gd name="T13" fmla="*/ 385 h 163"/>
                  <a:gd name="T14" fmla="*/ 290 w 151"/>
                  <a:gd name="T15" fmla="*/ 162 h 163"/>
                  <a:gd name="T16" fmla="*/ 343 w 151"/>
                  <a:gd name="T17" fmla="*/ 49 h 163"/>
                  <a:gd name="T18" fmla="*/ 357 w 151"/>
                  <a:gd name="T19" fmla="*/ 0 h 1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3">
                    <a:moveTo>
                      <a:pt x="0" y="8"/>
                    </a:moveTo>
                    <a:cubicBezTo>
                      <a:pt x="3" y="27"/>
                      <a:pt x="13" y="45"/>
                      <a:pt x="24" y="61"/>
                    </a:cubicBezTo>
                    <a:cubicBezTo>
                      <a:pt x="28" y="67"/>
                      <a:pt x="32" y="72"/>
                      <a:pt x="34" y="78"/>
                    </a:cubicBezTo>
                    <a:cubicBezTo>
                      <a:pt x="37" y="85"/>
                      <a:pt x="39" y="92"/>
                      <a:pt x="43" y="98"/>
                    </a:cubicBezTo>
                    <a:cubicBezTo>
                      <a:pt x="47" y="104"/>
                      <a:pt x="50" y="108"/>
                      <a:pt x="52" y="115"/>
                    </a:cubicBezTo>
                    <a:cubicBezTo>
                      <a:pt x="54" y="122"/>
                      <a:pt x="55" y="130"/>
                      <a:pt x="57" y="138"/>
                    </a:cubicBezTo>
                    <a:cubicBezTo>
                      <a:pt x="61" y="148"/>
                      <a:pt x="68" y="157"/>
                      <a:pt x="76" y="163"/>
                    </a:cubicBezTo>
                    <a:cubicBezTo>
                      <a:pt x="72" y="124"/>
                      <a:pt x="103" y="99"/>
                      <a:pt x="123" y="69"/>
                    </a:cubicBezTo>
                    <a:cubicBezTo>
                      <a:pt x="133" y="54"/>
                      <a:pt x="140" y="38"/>
                      <a:pt x="146" y="21"/>
                    </a:cubicBezTo>
                    <a:cubicBezTo>
                      <a:pt x="148" y="14"/>
                      <a:pt x="151" y="8"/>
                      <a:pt x="151" y="0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9" name="Freeform 309">
                <a:extLst>
                  <a:ext uri="{FF2B5EF4-FFF2-40B4-BE49-F238E27FC236}">
                    <a16:creationId xmlns:a16="http://schemas.microsoft.com/office/drawing/2014/main" id="{2D986723-4AAA-43B3-9D59-18A6C3263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106"/>
                <a:ext cx="106" cy="228"/>
              </a:xfrm>
              <a:custGeom>
                <a:avLst/>
                <a:gdLst>
                  <a:gd name="T0" fmla="*/ 5 w 79"/>
                  <a:gd name="T1" fmla="*/ 0 h 171"/>
                  <a:gd name="T2" fmla="*/ 1 w 79"/>
                  <a:gd name="T3" fmla="*/ 55 h 171"/>
                  <a:gd name="T4" fmla="*/ 15 w 79"/>
                  <a:gd name="T5" fmla="*/ 107 h 171"/>
                  <a:gd name="T6" fmla="*/ 70 w 79"/>
                  <a:gd name="T7" fmla="*/ 244 h 171"/>
                  <a:gd name="T8" fmla="*/ 99 w 79"/>
                  <a:gd name="T9" fmla="*/ 304 h 171"/>
                  <a:gd name="T10" fmla="*/ 133 w 79"/>
                  <a:gd name="T11" fmla="*/ 375 h 171"/>
                  <a:gd name="T12" fmla="*/ 191 w 79"/>
                  <a:gd name="T13" fmla="*/ 405 h 171"/>
                  <a:gd name="T14" fmla="*/ 185 w 79"/>
                  <a:gd name="T15" fmla="*/ 404 h 1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171">
                    <a:moveTo>
                      <a:pt x="2" y="0"/>
                    </a:moveTo>
                    <a:cubicBezTo>
                      <a:pt x="0" y="2"/>
                      <a:pt x="1" y="19"/>
                      <a:pt x="1" y="23"/>
                    </a:cubicBezTo>
                    <a:cubicBezTo>
                      <a:pt x="1" y="32"/>
                      <a:pt x="2" y="38"/>
                      <a:pt x="6" y="45"/>
                    </a:cubicBezTo>
                    <a:cubicBezTo>
                      <a:pt x="17" y="63"/>
                      <a:pt x="23" y="84"/>
                      <a:pt x="29" y="103"/>
                    </a:cubicBezTo>
                    <a:cubicBezTo>
                      <a:pt x="32" y="112"/>
                      <a:pt x="37" y="120"/>
                      <a:pt x="41" y="128"/>
                    </a:cubicBezTo>
                    <a:cubicBezTo>
                      <a:pt x="45" y="138"/>
                      <a:pt x="49" y="149"/>
                      <a:pt x="55" y="158"/>
                    </a:cubicBezTo>
                    <a:cubicBezTo>
                      <a:pt x="62" y="166"/>
                      <a:pt x="68" y="170"/>
                      <a:pt x="79" y="171"/>
                    </a:cubicBezTo>
                    <a:cubicBezTo>
                      <a:pt x="78" y="170"/>
                      <a:pt x="78" y="171"/>
                      <a:pt x="77" y="170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0" name="Freeform 310">
                <a:extLst>
                  <a:ext uri="{FF2B5EF4-FFF2-40B4-BE49-F238E27FC236}">
                    <a16:creationId xmlns:a16="http://schemas.microsoft.com/office/drawing/2014/main" id="{05A011B7-D051-4E45-99E0-EE028D225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316"/>
                <a:ext cx="114" cy="241"/>
              </a:xfrm>
              <a:custGeom>
                <a:avLst/>
                <a:gdLst>
                  <a:gd name="T0" fmla="*/ 0 w 86"/>
                  <a:gd name="T1" fmla="*/ 0 h 181"/>
                  <a:gd name="T2" fmla="*/ 16 w 86"/>
                  <a:gd name="T3" fmla="*/ 57 h 181"/>
                  <a:gd name="T4" fmla="*/ 33 w 86"/>
                  <a:gd name="T5" fmla="*/ 144 h 181"/>
                  <a:gd name="T6" fmla="*/ 91 w 86"/>
                  <a:gd name="T7" fmla="*/ 294 h 181"/>
                  <a:gd name="T8" fmla="*/ 163 w 86"/>
                  <a:gd name="T9" fmla="*/ 383 h 181"/>
                  <a:gd name="T10" fmla="*/ 187 w 86"/>
                  <a:gd name="T11" fmla="*/ 415 h 181"/>
                  <a:gd name="T12" fmla="*/ 195 w 86"/>
                  <a:gd name="T13" fmla="*/ 427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81">
                    <a:moveTo>
                      <a:pt x="0" y="0"/>
                    </a:moveTo>
                    <a:cubicBezTo>
                      <a:pt x="5" y="7"/>
                      <a:pt x="6" y="16"/>
                      <a:pt x="7" y="24"/>
                    </a:cubicBezTo>
                    <a:cubicBezTo>
                      <a:pt x="10" y="37"/>
                      <a:pt x="12" y="49"/>
                      <a:pt x="14" y="61"/>
                    </a:cubicBezTo>
                    <a:cubicBezTo>
                      <a:pt x="18" y="82"/>
                      <a:pt x="26" y="107"/>
                      <a:pt x="39" y="125"/>
                    </a:cubicBezTo>
                    <a:cubicBezTo>
                      <a:pt x="49" y="137"/>
                      <a:pt x="61" y="149"/>
                      <a:pt x="70" y="162"/>
                    </a:cubicBezTo>
                    <a:cubicBezTo>
                      <a:pt x="73" y="167"/>
                      <a:pt x="76" y="172"/>
                      <a:pt x="80" y="176"/>
                    </a:cubicBezTo>
                    <a:cubicBezTo>
                      <a:pt x="81" y="178"/>
                      <a:pt x="86" y="181"/>
                      <a:pt x="84" y="181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1" name="Freeform 311">
                <a:extLst>
                  <a:ext uri="{FF2B5EF4-FFF2-40B4-BE49-F238E27FC236}">
                    <a16:creationId xmlns:a16="http://schemas.microsoft.com/office/drawing/2014/main" id="{9EDD1357-8074-41FC-BBE3-97738D1FC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2331"/>
                <a:ext cx="65" cy="452"/>
              </a:xfrm>
              <a:custGeom>
                <a:avLst/>
                <a:gdLst>
                  <a:gd name="T0" fmla="*/ 60 w 49"/>
                  <a:gd name="T1" fmla="*/ 0 h 339"/>
                  <a:gd name="T2" fmla="*/ 60 w 49"/>
                  <a:gd name="T3" fmla="*/ 71 h 339"/>
                  <a:gd name="T4" fmla="*/ 33 w 49"/>
                  <a:gd name="T5" fmla="*/ 135 h 339"/>
                  <a:gd name="T6" fmla="*/ 1 w 49"/>
                  <a:gd name="T7" fmla="*/ 251 h 339"/>
                  <a:gd name="T8" fmla="*/ 7 w 49"/>
                  <a:gd name="T9" fmla="*/ 417 h 339"/>
                  <a:gd name="T10" fmla="*/ 27 w 49"/>
                  <a:gd name="T11" fmla="*/ 527 h 339"/>
                  <a:gd name="T12" fmla="*/ 36 w 49"/>
                  <a:gd name="T13" fmla="*/ 628 h 339"/>
                  <a:gd name="T14" fmla="*/ 54 w 49"/>
                  <a:gd name="T15" fmla="*/ 695 h 339"/>
                  <a:gd name="T16" fmla="*/ 98 w 49"/>
                  <a:gd name="T17" fmla="*/ 788 h 339"/>
                  <a:gd name="T18" fmla="*/ 114 w 49"/>
                  <a:gd name="T19" fmla="*/ 804 h 3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339">
                    <a:moveTo>
                      <a:pt x="26" y="0"/>
                    </a:moveTo>
                    <a:cubicBezTo>
                      <a:pt x="25" y="10"/>
                      <a:pt x="28" y="20"/>
                      <a:pt x="26" y="30"/>
                    </a:cubicBezTo>
                    <a:cubicBezTo>
                      <a:pt x="23" y="40"/>
                      <a:pt x="18" y="48"/>
                      <a:pt x="14" y="57"/>
                    </a:cubicBezTo>
                    <a:cubicBezTo>
                      <a:pt x="7" y="74"/>
                      <a:pt x="2" y="88"/>
                      <a:pt x="1" y="106"/>
                    </a:cubicBezTo>
                    <a:cubicBezTo>
                      <a:pt x="0" y="129"/>
                      <a:pt x="0" y="153"/>
                      <a:pt x="3" y="176"/>
                    </a:cubicBezTo>
                    <a:cubicBezTo>
                      <a:pt x="5" y="191"/>
                      <a:pt x="9" y="206"/>
                      <a:pt x="11" y="222"/>
                    </a:cubicBezTo>
                    <a:cubicBezTo>
                      <a:pt x="13" y="236"/>
                      <a:pt x="12" y="251"/>
                      <a:pt x="15" y="265"/>
                    </a:cubicBezTo>
                    <a:cubicBezTo>
                      <a:pt x="17" y="275"/>
                      <a:pt x="20" y="283"/>
                      <a:pt x="23" y="293"/>
                    </a:cubicBezTo>
                    <a:cubicBezTo>
                      <a:pt x="28" y="308"/>
                      <a:pt x="31" y="320"/>
                      <a:pt x="42" y="332"/>
                    </a:cubicBezTo>
                    <a:cubicBezTo>
                      <a:pt x="44" y="335"/>
                      <a:pt x="46" y="338"/>
                      <a:pt x="49" y="339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2" name="Freeform 312">
                <a:extLst>
                  <a:ext uri="{FF2B5EF4-FFF2-40B4-BE49-F238E27FC236}">
                    <a16:creationId xmlns:a16="http://schemas.microsoft.com/office/drawing/2014/main" id="{2582C027-F2DF-496B-B8FE-97D50E9CA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499"/>
                <a:ext cx="113" cy="502"/>
              </a:xfrm>
              <a:custGeom>
                <a:avLst/>
                <a:gdLst>
                  <a:gd name="T0" fmla="*/ 171 w 85"/>
                  <a:gd name="T1" fmla="*/ 0 h 377"/>
                  <a:gd name="T2" fmla="*/ 98 w 85"/>
                  <a:gd name="T3" fmla="*/ 48 h 377"/>
                  <a:gd name="T4" fmla="*/ 80 w 85"/>
                  <a:gd name="T5" fmla="*/ 97 h 377"/>
                  <a:gd name="T6" fmla="*/ 20 w 85"/>
                  <a:gd name="T7" fmla="*/ 288 h 377"/>
                  <a:gd name="T8" fmla="*/ 9 w 85"/>
                  <a:gd name="T9" fmla="*/ 443 h 377"/>
                  <a:gd name="T10" fmla="*/ 15 w 85"/>
                  <a:gd name="T11" fmla="*/ 582 h 377"/>
                  <a:gd name="T12" fmla="*/ 28 w 85"/>
                  <a:gd name="T13" fmla="*/ 683 h 377"/>
                  <a:gd name="T14" fmla="*/ 62 w 85"/>
                  <a:gd name="T15" fmla="*/ 758 h 377"/>
                  <a:gd name="T16" fmla="*/ 108 w 85"/>
                  <a:gd name="T17" fmla="*/ 803 h 377"/>
                  <a:gd name="T18" fmla="*/ 138 w 85"/>
                  <a:gd name="T19" fmla="*/ 846 h 377"/>
                  <a:gd name="T20" fmla="*/ 171 w 85"/>
                  <a:gd name="T21" fmla="*/ 883 h 377"/>
                  <a:gd name="T22" fmla="*/ 199 w 85"/>
                  <a:gd name="T23" fmla="*/ 889 h 3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5" h="377">
                    <a:moveTo>
                      <a:pt x="73" y="0"/>
                    </a:moveTo>
                    <a:cubicBezTo>
                      <a:pt x="63" y="6"/>
                      <a:pt x="48" y="9"/>
                      <a:pt x="42" y="20"/>
                    </a:cubicBezTo>
                    <a:cubicBezTo>
                      <a:pt x="38" y="26"/>
                      <a:pt x="36" y="34"/>
                      <a:pt x="34" y="41"/>
                    </a:cubicBezTo>
                    <a:cubicBezTo>
                      <a:pt x="27" y="68"/>
                      <a:pt x="18" y="95"/>
                      <a:pt x="8" y="122"/>
                    </a:cubicBezTo>
                    <a:cubicBezTo>
                      <a:pt x="0" y="145"/>
                      <a:pt x="3" y="164"/>
                      <a:pt x="4" y="188"/>
                    </a:cubicBezTo>
                    <a:cubicBezTo>
                      <a:pt x="5" y="208"/>
                      <a:pt x="5" y="227"/>
                      <a:pt x="6" y="246"/>
                    </a:cubicBezTo>
                    <a:cubicBezTo>
                      <a:pt x="8" y="261"/>
                      <a:pt x="11" y="275"/>
                      <a:pt x="12" y="289"/>
                    </a:cubicBezTo>
                    <a:cubicBezTo>
                      <a:pt x="14" y="302"/>
                      <a:pt x="18" y="312"/>
                      <a:pt x="26" y="321"/>
                    </a:cubicBezTo>
                    <a:cubicBezTo>
                      <a:pt x="32" y="328"/>
                      <a:pt x="41" y="332"/>
                      <a:pt x="46" y="340"/>
                    </a:cubicBezTo>
                    <a:cubicBezTo>
                      <a:pt x="51" y="346"/>
                      <a:pt x="54" y="352"/>
                      <a:pt x="59" y="358"/>
                    </a:cubicBezTo>
                    <a:cubicBezTo>
                      <a:pt x="63" y="364"/>
                      <a:pt x="67" y="371"/>
                      <a:pt x="73" y="374"/>
                    </a:cubicBezTo>
                    <a:cubicBezTo>
                      <a:pt x="77" y="377"/>
                      <a:pt x="81" y="377"/>
                      <a:pt x="85" y="377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3" name="Freeform 313">
                <a:extLst>
                  <a:ext uri="{FF2B5EF4-FFF2-40B4-BE49-F238E27FC236}">
                    <a16:creationId xmlns:a16="http://schemas.microsoft.com/office/drawing/2014/main" id="{401F69D8-FA5A-45F5-8623-AFF67F00E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799"/>
                <a:ext cx="45" cy="403"/>
              </a:xfrm>
              <a:custGeom>
                <a:avLst/>
                <a:gdLst>
                  <a:gd name="T0" fmla="*/ 79 w 34"/>
                  <a:gd name="T1" fmla="*/ 0 h 303"/>
                  <a:gd name="T2" fmla="*/ 64 w 34"/>
                  <a:gd name="T3" fmla="*/ 41 h 303"/>
                  <a:gd name="T4" fmla="*/ 44 w 34"/>
                  <a:gd name="T5" fmla="*/ 90 h 303"/>
                  <a:gd name="T6" fmla="*/ 16 w 34"/>
                  <a:gd name="T7" fmla="*/ 234 h 303"/>
                  <a:gd name="T8" fmla="*/ 1 w 34"/>
                  <a:gd name="T9" fmla="*/ 363 h 303"/>
                  <a:gd name="T10" fmla="*/ 12 w 34"/>
                  <a:gd name="T11" fmla="*/ 408 h 303"/>
                  <a:gd name="T12" fmla="*/ 40 w 34"/>
                  <a:gd name="T13" fmla="*/ 492 h 303"/>
                  <a:gd name="T14" fmla="*/ 58 w 34"/>
                  <a:gd name="T15" fmla="*/ 628 h 303"/>
                  <a:gd name="T16" fmla="*/ 66 w 34"/>
                  <a:gd name="T17" fmla="*/ 713 h 3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03">
                    <a:moveTo>
                      <a:pt x="34" y="0"/>
                    </a:moveTo>
                    <a:cubicBezTo>
                      <a:pt x="33" y="5"/>
                      <a:pt x="29" y="12"/>
                      <a:pt x="27" y="17"/>
                    </a:cubicBezTo>
                    <a:cubicBezTo>
                      <a:pt x="24" y="24"/>
                      <a:pt x="21" y="31"/>
                      <a:pt x="19" y="38"/>
                    </a:cubicBezTo>
                    <a:cubicBezTo>
                      <a:pt x="12" y="57"/>
                      <a:pt x="9" y="79"/>
                      <a:pt x="7" y="99"/>
                    </a:cubicBezTo>
                    <a:cubicBezTo>
                      <a:pt x="6" y="118"/>
                      <a:pt x="3" y="136"/>
                      <a:pt x="1" y="154"/>
                    </a:cubicBezTo>
                    <a:cubicBezTo>
                      <a:pt x="0" y="162"/>
                      <a:pt x="3" y="167"/>
                      <a:pt x="5" y="174"/>
                    </a:cubicBezTo>
                    <a:cubicBezTo>
                      <a:pt x="10" y="186"/>
                      <a:pt x="13" y="197"/>
                      <a:pt x="17" y="209"/>
                    </a:cubicBezTo>
                    <a:cubicBezTo>
                      <a:pt x="22" y="228"/>
                      <a:pt x="23" y="248"/>
                      <a:pt x="25" y="267"/>
                    </a:cubicBezTo>
                    <a:cubicBezTo>
                      <a:pt x="26" y="279"/>
                      <a:pt x="26" y="291"/>
                      <a:pt x="29" y="303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4" name="Freeform 314">
                <a:extLst>
                  <a:ext uri="{FF2B5EF4-FFF2-40B4-BE49-F238E27FC236}">
                    <a16:creationId xmlns:a16="http://schemas.microsoft.com/office/drawing/2014/main" id="{FE33CD43-3128-456A-B8C4-F0F1896E3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004"/>
                <a:ext cx="120" cy="200"/>
              </a:xfrm>
              <a:custGeom>
                <a:avLst/>
                <a:gdLst>
                  <a:gd name="T0" fmla="*/ 213 w 90"/>
                  <a:gd name="T1" fmla="*/ 0 h 150"/>
                  <a:gd name="T2" fmla="*/ 187 w 90"/>
                  <a:gd name="T3" fmla="*/ 63 h 150"/>
                  <a:gd name="T4" fmla="*/ 128 w 90"/>
                  <a:gd name="T5" fmla="*/ 135 h 150"/>
                  <a:gd name="T6" fmla="*/ 43 w 90"/>
                  <a:gd name="T7" fmla="*/ 256 h 150"/>
                  <a:gd name="T8" fmla="*/ 15 w 90"/>
                  <a:gd name="T9" fmla="*/ 320 h 150"/>
                  <a:gd name="T10" fmla="*/ 0 w 90"/>
                  <a:gd name="T11" fmla="*/ 356 h 150"/>
                  <a:gd name="T12" fmla="*/ 0 w 90"/>
                  <a:gd name="T13" fmla="*/ 351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50">
                    <a:moveTo>
                      <a:pt x="90" y="0"/>
                    </a:moveTo>
                    <a:cubicBezTo>
                      <a:pt x="86" y="8"/>
                      <a:pt x="84" y="18"/>
                      <a:pt x="79" y="26"/>
                    </a:cubicBezTo>
                    <a:cubicBezTo>
                      <a:pt x="71" y="36"/>
                      <a:pt x="62" y="46"/>
                      <a:pt x="54" y="57"/>
                    </a:cubicBezTo>
                    <a:cubicBezTo>
                      <a:pt x="42" y="74"/>
                      <a:pt x="29" y="90"/>
                      <a:pt x="18" y="108"/>
                    </a:cubicBezTo>
                    <a:cubicBezTo>
                      <a:pt x="14" y="117"/>
                      <a:pt x="10" y="126"/>
                      <a:pt x="6" y="135"/>
                    </a:cubicBezTo>
                    <a:cubicBezTo>
                      <a:pt x="3" y="139"/>
                      <a:pt x="0" y="145"/>
                      <a:pt x="0" y="150"/>
                    </a:cubicBezTo>
                    <a:cubicBezTo>
                      <a:pt x="0" y="149"/>
                      <a:pt x="0" y="149"/>
                      <a:pt x="0" y="148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5" name="Freeform 315">
                <a:extLst>
                  <a:ext uri="{FF2B5EF4-FFF2-40B4-BE49-F238E27FC236}">
                    <a16:creationId xmlns:a16="http://schemas.microsoft.com/office/drawing/2014/main" id="{E7F51E8A-B366-4BF6-8627-60D603539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892"/>
                <a:ext cx="39" cy="208"/>
              </a:xfrm>
              <a:custGeom>
                <a:avLst/>
                <a:gdLst>
                  <a:gd name="T0" fmla="*/ 12 w 29"/>
                  <a:gd name="T1" fmla="*/ 369 h 156"/>
                  <a:gd name="T2" fmla="*/ 15 w 29"/>
                  <a:gd name="T3" fmla="*/ 320 h 156"/>
                  <a:gd name="T4" fmla="*/ 35 w 29"/>
                  <a:gd name="T5" fmla="*/ 249 h 156"/>
                  <a:gd name="T6" fmla="*/ 40 w 29"/>
                  <a:gd name="T7" fmla="*/ 177 h 156"/>
                  <a:gd name="T8" fmla="*/ 54 w 29"/>
                  <a:gd name="T9" fmla="*/ 112 h 156"/>
                  <a:gd name="T10" fmla="*/ 51 w 29"/>
                  <a:gd name="T11" fmla="*/ 44 h 156"/>
                  <a:gd name="T12" fmla="*/ 70 w 29"/>
                  <a:gd name="T13" fmla="*/ 0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56">
                    <a:moveTo>
                      <a:pt x="5" y="156"/>
                    </a:moveTo>
                    <a:cubicBezTo>
                      <a:pt x="0" y="151"/>
                      <a:pt x="4" y="141"/>
                      <a:pt x="6" y="135"/>
                    </a:cubicBezTo>
                    <a:cubicBezTo>
                      <a:pt x="9" y="124"/>
                      <a:pt x="13" y="115"/>
                      <a:pt x="14" y="105"/>
                    </a:cubicBezTo>
                    <a:cubicBezTo>
                      <a:pt x="15" y="94"/>
                      <a:pt x="13" y="85"/>
                      <a:pt x="16" y="75"/>
                    </a:cubicBezTo>
                    <a:cubicBezTo>
                      <a:pt x="19" y="65"/>
                      <a:pt x="22" y="57"/>
                      <a:pt x="22" y="47"/>
                    </a:cubicBezTo>
                    <a:cubicBezTo>
                      <a:pt x="22" y="38"/>
                      <a:pt x="20" y="29"/>
                      <a:pt x="21" y="19"/>
                    </a:cubicBezTo>
                    <a:cubicBezTo>
                      <a:pt x="22" y="12"/>
                      <a:pt x="27" y="7"/>
                      <a:pt x="29" y="0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6" name="Freeform 316">
                <a:extLst>
                  <a:ext uri="{FF2B5EF4-FFF2-40B4-BE49-F238E27FC236}">
                    <a16:creationId xmlns:a16="http://schemas.microsoft.com/office/drawing/2014/main" id="{6B696622-0DB6-432C-B888-12B489B26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709"/>
                <a:ext cx="113" cy="368"/>
              </a:xfrm>
              <a:custGeom>
                <a:avLst/>
                <a:gdLst>
                  <a:gd name="T0" fmla="*/ 199 w 85"/>
                  <a:gd name="T1" fmla="*/ 0 h 276"/>
                  <a:gd name="T2" fmla="*/ 187 w 85"/>
                  <a:gd name="T3" fmla="*/ 37 h 276"/>
                  <a:gd name="T4" fmla="*/ 144 w 85"/>
                  <a:gd name="T5" fmla="*/ 97 h 276"/>
                  <a:gd name="T6" fmla="*/ 65 w 85"/>
                  <a:gd name="T7" fmla="*/ 183 h 276"/>
                  <a:gd name="T8" fmla="*/ 20 w 85"/>
                  <a:gd name="T9" fmla="*/ 251 h 276"/>
                  <a:gd name="T10" fmla="*/ 5 w 85"/>
                  <a:gd name="T11" fmla="*/ 347 h 276"/>
                  <a:gd name="T12" fmla="*/ 16 w 85"/>
                  <a:gd name="T13" fmla="*/ 556 h 276"/>
                  <a:gd name="T14" fmla="*/ 28 w 85"/>
                  <a:gd name="T15" fmla="*/ 633 h 276"/>
                  <a:gd name="T16" fmla="*/ 31 w 85"/>
                  <a:gd name="T17" fmla="*/ 652 h 276"/>
                  <a:gd name="T18" fmla="*/ 31 w 85"/>
                  <a:gd name="T19" fmla="*/ 649 h 2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276">
                    <a:moveTo>
                      <a:pt x="85" y="0"/>
                    </a:moveTo>
                    <a:cubicBezTo>
                      <a:pt x="84" y="4"/>
                      <a:pt x="83" y="11"/>
                      <a:pt x="80" y="16"/>
                    </a:cubicBezTo>
                    <a:cubicBezTo>
                      <a:pt x="76" y="26"/>
                      <a:pt x="68" y="34"/>
                      <a:pt x="61" y="41"/>
                    </a:cubicBezTo>
                    <a:cubicBezTo>
                      <a:pt x="50" y="53"/>
                      <a:pt x="38" y="65"/>
                      <a:pt x="28" y="77"/>
                    </a:cubicBezTo>
                    <a:cubicBezTo>
                      <a:pt x="20" y="86"/>
                      <a:pt x="13" y="96"/>
                      <a:pt x="8" y="106"/>
                    </a:cubicBezTo>
                    <a:cubicBezTo>
                      <a:pt x="2" y="119"/>
                      <a:pt x="4" y="133"/>
                      <a:pt x="2" y="146"/>
                    </a:cubicBezTo>
                    <a:cubicBezTo>
                      <a:pt x="0" y="175"/>
                      <a:pt x="4" y="206"/>
                      <a:pt x="7" y="235"/>
                    </a:cubicBezTo>
                    <a:cubicBezTo>
                      <a:pt x="8" y="246"/>
                      <a:pt x="11" y="256"/>
                      <a:pt x="12" y="267"/>
                    </a:cubicBezTo>
                    <a:cubicBezTo>
                      <a:pt x="13" y="270"/>
                      <a:pt x="13" y="272"/>
                      <a:pt x="13" y="275"/>
                    </a:cubicBezTo>
                    <a:cubicBezTo>
                      <a:pt x="13" y="276"/>
                      <a:pt x="13" y="273"/>
                      <a:pt x="13" y="274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7" name="Freeform 317">
                <a:extLst>
                  <a:ext uri="{FF2B5EF4-FFF2-40B4-BE49-F238E27FC236}">
                    <a16:creationId xmlns:a16="http://schemas.microsoft.com/office/drawing/2014/main" id="{64A392FE-2369-4F5D-8840-32C2FC1E4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320"/>
                <a:ext cx="84" cy="504"/>
              </a:xfrm>
              <a:custGeom>
                <a:avLst/>
                <a:gdLst>
                  <a:gd name="T0" fmla="*/ 149 w 63"/>
                  <a:gd name="T1" fmla="*/ 0 h 378"/>
                  <a:gd name="T2" fmla="*/ 127 w 63"/>
                  <a:gd name="T3" fmla="*/ 43 h 378"/>
                  <a:gd name="T4" fmla="*/ 91 w 63"/>
                  <a:gd name="T5" fmla="*/ 143 h 378"/>
                  <a:gd name="T6" fmla="*/ 43 w 63"/>
                  <a:gd name="T7" fmla="*/ 329 h 378"/>
                  <a:gd name="T8" fmla="*/ 15 w 63"/>
                  <a:gd name="T9" fmla="*/ 617 h 378"/>
                  <a:gd name="T10" fmla="*/ 43 w 63"/>
                  <a:gd name="T11" fmla="*/ 705 h 378"/>
                  <a:gd name="T12" fmla="*/ 73 w 63"/>
                  <a:gd name="T13" fmla="*/ 795 h 378"/>
                  <a:gd name="T14" fmla="*/ 119 w 63"/>
                  <a:gd name="T15" fmla="*/ 889 h 378"/>
                  <a:gd name="T16" fmla="*/ 123 w 63"/>
                  <a:gd name="T17" fmla="*/ 896 h 3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378">
                    <a:moveTo>
                      <a:pt x="63" y="0"/>
                    </a:moveTo>
                    <a:cubicBezTo>
                      <a:pt x="58" y="4"/>
                      <a:pt x="55" y="13"/>
                      <a:pt x="53" y="18"/>
                    </a:cubicBezTo>
                    <a:cubicBezTo>
                      <a:pt x="47" y="31"/>
                      <a:pt x="42" y="46"/>
                      <a:pt x="38" y="60"/>
                    </a:cubicBezTo>
                    <a:cubicBezTo>
                      <a:pt x="31" y="86"/>
                      <a:pt x="26" y="113"/>
                      <a:pt x="18" y="139"/>
                    </a:cubicBezTo>
                    <a:cubicBezTo>
                      <a:pt x="6" y="179"/>
                      <a:pt x="0" y="218"/>
                      <a:pt x="6" y="260"/>
                    </a:cubicBezTo>
                    <a:cubicBezTo>
                      <a:pt x="8" y="273"/>
                      <a:pt x="14" y="285"/>
                      <a:pt x="18" y="298"/>
                    </a:cubicBezTo>
                    <a:cubicBezTo>
                      <a:pt x="22" y="310"/>
                      <a:pt x="27" y="323"/>
                      <a:pt x="31" y="335"/>
                    </a:cubicBezTo>
                    <a:cubicBezTo>
                      <a:pt x="35" y="349"/>
                      <a:pt x="39" y="364"/>
                      <a:pt x="50" y="375"/>
                    </a:cubicBezTo>
                    <a:cubicBezTo>
                      <a:pt x="50" y="376"/>
                      <a:pt x="51" y="377"/>
                      <a:pt x="52" y="378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8" name="Freeform 318">
                <a:extLst>
                  <a:ext uri="{FF2B5EF4-FFF2-40B4-BE49-F238E27FC236}">
                    <a16:creationId xmlns:a16="http://schemas.microsoft.com/office/drawing/2014/main" id="{88F7F75F-6DDA-4AC1-8162-B8FF17CA0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236"/>
                <a:ext cx="107" cy="319"/>
              </a:xfrm>
              <a:custGeom>
                <a:avLst/>
                <a:gdLst>
                  <a:gd name="T0" fmla="*/ 23 w 80"/>
                  <a:gd name="T1" fmla="*/ 0 h 239"/>
                  <a:gd name="T2" fmla="*/ 27 w 80"/>
                  <a:gd name="T3" fmla="*/ 37 h 239"/>
                  <a:gd name="T4" fmla="*/ 9 w 80"/>
                  <a:gd name="T5" fmla="*/ 137 h 239"/>
                  <a:gd name="T6" fmla="*/ 49 w 80"/>
                  <a:gd name="T7" fmla="*/ 384 h 239"/>
                  <a:gd name="T8" fmla="*/ 139 w 80"/>
                  <a:gd name="T9" fmla="*/ 502 h 239"/>
                  <a:gd name="T10" fmla="*/ 191 w 80"/>
                  <a:gd name="T11" fmla="*/ 569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239">
                    <a:moveTo>
                      <a:pt x="10" y="0"/>
                    </a:moveTo>
                    <a:cubicBezTo>
                      <a:pt x="10" y="5"/>
                      <a:pt x="12" y="11"/>
                      <a:pt x="11" y="16"/>
                    </a:cubicBezTo>
                    <a:cubicBezTo>
                      <a:pt x="10" y="30"/>
                      <a:pt x="5" y="44"/>
                      <a:pt x="4" y="58"/>
                    </a:cubicBezTo>
                    <a:cubicBezTo>
                      <a:pt x="0" y="94"/>
                      <a:pt x="8" y="129"/>
                      <a:pt x="21" y="162"/>
                    </a:cubicBezTo>
                    <a:cubicBezTo>
                      <a:pt x="29" y="182"/>
                      <a:pt x="47" y="193"/>
                      <a:pt x="58" y="211"/>
                    </a:cubicBezTo>
                    <a:cubicBezTo>
                      <a:pt x="64" y="220"/>
                      <a:pt x="75" y="232"/>
                      <a:pt x="80" y="239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9" name="Freeform 319">
                <a:extLst>
                  <a:ext uri="{FF2B5EF4-FFF2-40B4-BE49-F238E27FC236}">
                    <a16:creationId xmlns:a16="http://schemas.microsoft.com/office/drawing/2014/main" id="{35B0427E-1DC0-4C93-91C8-04D44D8A9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560"/>
                <a:ext cx="63" cy="128"/>
              </a:xfrm>
              <a:custGeom>
                <a:avLst/>
                <a:gdLst>
                  <a:gd name="T0" fmla="*/ 0 w 47"/>
                  <a:gd name="T1" fmla="*/ 0 h 96"/>
                  <a:gd name="T2" fmla="*/ 20 w 47"/>
                  <a:gd name="T3" fmla="*/ 37 h 96"/>
                  <a:gd name="T4" fmla="*/ 38 w 47"/>
                  <a:gd name="T5" fmla="*/ 92 h 96"/>
                  <a:gd name="T6" fmla="*/ 68 w 47"/>
                  <a:gd name="T7" fmla="*/ 161 h 96"/>
                  <a:gd name="T8" fmla="*/ 91 w 47"/>
                  <a:gd name="T9" fmla="*/ 199 h 96"/>
                  <a:gd name="T10" fmla="*/ 101 w 47"/>
                  <a:gd name="T11" fmla="*/ 215 h 96"/>
                  <a:gd name="T12" fmla="*/ 106 w 47"/>
                  <a:gd name="T13" fmla="*/ 228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96">
                    <a:moveTo>
                      <a:pt x="0" y="0"/>
                    </a:moveTo>
                    <a:cubicBezTo>
                      <a:pt x="0" y="6"/>
                      <a:pt x="5" y="11"/>
                      <a:pt x="8" y="16"/>
                    </a:cubicBezTo>
                    <a:cubicBezTo>
                      <a:pt x="11" y="24"/>
                      <a:pt x="13" y="32"/>
                      <a:pt x="16" y="39"/>
                    </a:cubicBezTo>
                    <a:cubicBezTo>
                      <a:pt x="19" y="49"/>
                      <a:pt x="23" y="59"/>
                      <a:pt x="28" y="68"/>
                    </a:cubicBezTo>
                    <a:cubicBezTo>
                      <a:pt x="31" y="73"/>
                      <a:pt x="35" y="78"/>
                      <a:pt x="38" y="84"/>
                    </a:cubicBezTo>
                    <a:cubicBezTo>
                      <a:pt x="39" y="86"/>
                      <a:pt x="40" y="89"/>
                      <a:pt x="42" y="91"/>
                    </a:cubicBezTo>
                    <a:cubicBezTo>
                      <a:pt x="43" y="93"/>
                      <a:pt x="47" y="96"/>
                      <a:pt x="44" y="96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0" name="Freeform 320">
                <a:extLst>
                  <a:ext uri="{FF2B5EF4-FFF2-40B4-BE49-F238E27FC236}">
                    <a16:creationId xmlns:a16="http://schemas.microsoft.com/office/drawing/2014/main" id="{77DE7AC8-928A-4AEC-9BC3-BA64EAF3F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443"/>
                <a:ext cx="76" cy="500"/>
              </a:xfrm>
              <a:custGeom>
                <a:avLst/>
                <a:gdLst>
                  <a:gd name="T0" fmla="*/ 128 w 57"/>
                  <a:gd name="T1" fmla="*/ 0 h 375"/>
                  <a:gd name="T2" fmla="*/ 128 w 57"/>
                  <a:gd name="T3" fmla="*/ 57 h 375"/>
                  <a:gd name="T4" fmla="*/ 100 w 57"/>
                  <a:gd name="T5" fmla="*/ 185 h 375"/>
                  <a:gd name="T6" fmla="*/ 28 w 57"/>
                  <a:gd name="T7" fmla="*/ 377 h 375"/>
                  <a:gd name="T8" fmla="*/ 1 w 57"/>
                  <a:gd name="T9" fmla="*/ 527 h 375"/>
                  <a:gd name="T10" fmla="*/ 9 w 57"/>
                  <a:gd name="T11" fmla="*/ 613 h 375"/>
                  <a:gd name="T12" fmla="*/ 49 w 57"/>
                  <a:gd name="T13" fmla="*/ 704 h 375"/>
                  <a:gd name="T14" fmla="*/ 128 w 57"/>
                  <a:gd name="T15" fmla="*/ 844 h 375"/>
                  <a:gd name="T16" fmla="*/ 133 w 57"/>
                  <a:gd name="T17" fmla="*/ 868 h 375"/>
                  <a:gd name="T18" fmla="*/ 135 w 57"/>
                  <a:gd name="T19" fmla="*/ 881 h 3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375">
                    <a:moveTo>
                      <a:pt x="54" y="0"/>
                    </a:moveTo>
                    <a:cubicBezTo>
                      <a:pt x="54" y="8"/>
                      <a:pt x="55" y="16"/>
                      <a:pt x="54" y="24"/>
                    </a:cubicBezTo>
                    <a:cubicBezTo>
                      <a:pt x="52" y="42"/>
                      <a:pt x="46" y="60"/>
                      <a:pt x="42" y="78"/>
                    </a:cubicBezTo>
                    <a:cubicBezTo>
                      <a:pt x="35" y="106"/>
                      <a:pt x="21" y="132"/>
                      <a:pt x="12" y="159"/>
                    </a:cubicBezTo>
                    <a:cubicBezTo>
                      <a:pt x="5" y="179"/>
                      <a:pt x="1" y="201"/>
                      <a:pt x="1" y="222"/>
                    </a:cubicBezTo>
                    <a:cubicBezTo>
                      <a:pt x="0" y="235"/>
                      <a:pt x="1" y="247"/>
                      <a:pt x="4" y="259"/>
                    </a:cubicBezTo>
                    <a:cubicBezTo>
                      <a:pt x="7" y="274"/>
                      <a:pt x="13" y="284"/>
                      <a:pt x="21" y="297"/>
                    </a:cubicBezTo>
                    <a:cubicBezTo>
                      <a:pt x="34" y="317"/>
                      <a:pt x="49" y="333"/>
                      <a:pt x="54" y="356"/>
                    </a:cubicBezTo>
                    <a:cubicBezTo>
                      <a:pt x="55" y="360"/>
                      <a:pt x="55" y="363"/>
                      <a:pt x="56" y="366"/>
                    </a:cubicBezTo>
                    <a:cubicBezTo>
                      <a:pt x="56" y="368"/>
                      <a:pt x="57" y="375"/>
                      <a:pt x="57" y="372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1" name="Freeform 321">
                <a:extLst>
                  <a:ext uri="{FF2B5EF4-FFF2-40B4-BE49-F238E27FC236}">
                    <a16:creationId xmlns:a16="http://schemas.microsoft.com/office/drawing/2014/main" id="{FDB97B0C-C521-4637-AAC0-2AA65D023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736"/>
                <a:ext cx="106" cy="288"/>
              </a:xfrm>
              <a:custGeom>
                <a:avLst/>
                <a:gdLst>
                  <a:gd name="T0" fmla="*/ 186 w 80"/>
                  <a:gd name="T1" fmla="*/ 0 h 216"/>
                  <a:gd name="T2" fmla="*/ 180 w 80"/>
                  <a:gd name="T3" fmla="*/ 44 h 216"/>
                  <a:gd name="T4" fmla="*/ 167 w 80"/>
                  <a:gd name="T5" fmla="*/ 129 h 216"/>
                  <a:gd name="T6" fmla="*/ 134 w 80"/>
                  <a:gd name="T7" fmla="*/ 215 h 216"/>
                  <a:gd name="T8" fmla="*/ 28 w 80"/>
                  <a:gd name="T9" fmla="*/ 347 h 216"/>
                  <a:gd name="T10" fmla="*/ 9 w 80"/>
                  <a:gd name="T11" fmla="*/ 428 h 216"/>
                  <a:gd name="T12" fmla="*/ 9 w 80"/>
                  <a:gd name="T13" fmla="*/ 512 h 216"/>
                  <a:gd name="T14" fmla="*/ 9 w 80"/>
                  <a:gd name="T15" fmla="*/ 507 h 2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0" h="216">
                    <a:moveTo>
                      <a:pt x="80" y="0"/>
                    </a:moveTo>
                    <a:cubicBezTo>
                      <a:pt x="77" y="5"/>
                      <a:pt x="79" y="13"/>
                      <a:pt x="78" y="19"/>
                    </a:cubicBezTo>
                    <a:cubicBezTo>
                      <a:pt x="78" y="31"/>
                      <a:pt x="75" y="43"/>
                      <a:pt x="72" y="55"/>
                    </a:cubicBezTo>
                    <a:cubicBezTo>
                      <a:pt x="69" y="68"/>
                      <a:pt x="66" y="80"/>
                      <a:pt x="57" y="91"/>
                    </a:cubicBezTo>
                    <a:cubicBezTo>
                      <a:pt x="43" y="109"/>
                      <a:pt x="24" y="126"/>
                      <a:pt x="12" y="146"/>
                    </a:cubicBezTo>
                    <a:cubicBezTo>
                      <a:pt x="5" y="158"/>
                      <a:pt x="5" y="167"/>
                      <a:pt x="4" y="181"/>
                    </a:cubicBezTo>
                    <a:cubicBezTo>
                      <a:pt x="2" y="192"/>
                      <a:pt x="0" y="206"/>
                      <a:pt x="4" y="216"/>
                    </a:cubicBezTo>
                    <a:cubicBezTo>
                      <a:pt x="4" y="216"/>
                      <a:pt x="4" y="215"/>
                      <a:pt x="4" y="214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2" name="Freeform 322">
                <a:extLst>
                  <a:ext uri="{FF2B5EF4-FFF2-40B4-BE49-F238E27FC236}">
                    <a16:creationId xmlns:a16="http://schemas.microsoft.com/office/drawing/2014/main" id="{D3E24069-1DA8-47E2-B938-39E6D2309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803"/>
                <a:ext cx="68" cy="189"/>
              </a:xfrm>
              <a:custGeom>
                <a:avLst/>
                <a:gdLst>
                  <a:gd name="T0" fmla="*/ 121 w 51"/>
                  <a:gd name="T1" fmla="*/ 0 h 142"/>
                  <a:gd name="T2" fmla="*/ 112 w 51"/>
                  <a:gd name="T3" fmla="*/ 65 h 142"/>
                  <a:gd name="T4" fmla="*/ 84 w 51"/>
                  <a:gd name="T5" fmla="*/ 133 h 142"/>
                  <a:gd name="T6" fmla="*/ 36 w 51"/>
                  <a:gd name="T7" fmla="*/ 234 h 142"/>
                  <a:gd name="T8" fmla="*/ 12 w 51"/>
                  <a:gd name="T9" fmla="*/ 335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42">
                    <a:moveTo>
                      <a:pt x="51" y="0"/>
                    </a:moveTo>
                    <a:cubicBezTo>
                      <a:pt x="48" y="9"/>
                      <a:pt x="49" y="19"/>
                      <a:pt x="47" y="28"/>
                    </a:cubicBezTo>
                    <a:cubicBezTo>
                      <a:pt x="44" y="38"/>
                      <a:pt x="38" y="46"/>
                      <a:pt x="35" y="56"/>
                    </a:cubicBezTo>
                    <a:cubicBezTo>
                      <a:pt x="29" y="70"/>
                      <a:pt x="21" y="84"/>
                      <a:pt x="15" y="99"/>
                    </a:cubicBezTo>
                    <a:cubicBezTo>
                      <a:pt x="10" y="111"/>
                      <a:pt x="0" y="130"/>
                      <a:pt x="5" y="142"/>
                    </a:cubicBezTo>
                  </a:path>
                </a:pathLst>
              </a:custGeom>
              <a:noFill/>
              <a:ln w="7938" cap="flat">
                <a:solidFill>
                  <a:srgbClr val="8F3B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3" name="Freeform 323">
                <a:extLst>
                  <a:ext uri="{FF2B5EF4-FFF2-40B4-BE49-F238E27FC236}">
                    <a16:creationId xmlns:a16="http://schemas.microsoft.com/office/drawing/2014/main" id="{389CB705-3F50-40B9-ADF8-A23B6A62E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833"/>
                <a:ext cx="63" cy="98"/>
              </a:xfrm>
              <a:custGeom>
                <a:avLst/>
                <a:gdLst>
                  <a:gd name="T0" fmla="*/ 75 w 47"/>
                  <a:gd name="T1" fmla="*/ 21 h 74"/>
                  <a:gd name="T2" fmla="*/ 70 w 47"/>
                  <a:gd name="T3" fmla="*/ 144 h 74"/>
                  <a:gd name="T4" fmla="*/ 113 w 47"/>
                  <a:gd name="T5" fmla="*/ 70 h 74"/>
                  <a:gd name="T6" fmla="*/ 84 w 47"/>
                  <a:gd name="T7" fmla="*/ 26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74">
                    <a:moveTo>
                      <a:pt x="31" y="9"/>
                    </a:moveTo>
                    <a:cubicBezTo>
                      <a:pt x="10" y="0"/>
                      <a:pt x="0" y="74"/>
                      <a:pt x="29" y="62"/>
                    </a:cubicBezTo>
                    <a:cubicBezTo>
                      <a:pt x="39" y="57"/>
                      <a:pt x="46" y="40"/>
                      <a:pt x="47" y="30"/>
                    </a:cubicBezTo>
                    <a:cubicBezTo>
                      <a:pt x="47" y="19"/>
                      <a:pt x="42" y="18"/>
                      <a:pt x="35" y="11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4" name="Freeform 324">
                <a:extLst>
                  <a:ext uri="{FF2B5EF4-FFF2-40B4-BE49-F238E27FC236}">
                    <a16:creationId xmlns:a16="http://schemas.microsoft.com/office/drawing/2014/main" id="{841A4512-3A7B-4781-994A-F587343A4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885"/>
                <a:ext cx="75" cy="136"/>
              </a:xfrm>
              <a:custGeom>
                <a:avLst/>
                <a:gdLst>
                  <a:gd name="T0" fmla="*/ 91 w 56"/>
                  <a:gd name="T1" fmla="*/ 55 h 102"/>
                  <a:gd name="T2" fmla="*/ 83 w 56"/>
                  <a:gd name="T3" fmla="*/ 229 h 102"/>
                  <a:gd name="T4" fmla="*/ 127 w 56"/>
                  <a:gd name="T5" fmla="*/ 113 h 102"/>
                  <a:gd name="T6" fmla="*/ 94 w 56"/>
                  <a:gd name="T7" fmla="*/ 59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102">
                    <a:moveTo>
                      <a:pt x="38" y="23"/>
                    </a:moveTo>
                    <a:cubicBezTo>
                      <a:pt x="0" y="0"/>
                      <a:pt x="4" y="102"/>
                      <a:pt x="34" y="97"/>
                    </a:cubicBezTo>
                    <a:cubicBezTo>
                      <a:pt x="53" y="94"/>
                      <a:pt x="56" y="62"/>
                      <a:pt x="53" y="48"/>
                    </a:cubicBezTo>
                    <a:cubicBezTo>
                      <a:pt x="52" y="39"/>
                      <a:pt x="46" y="32"/>
                      <a:pt x="39" y="25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5" name="Freeform 325">
                <a:extLst>
                  <a:ext uri="{FF2B5EF4-FFF2-40B4-BE49-F238E27FC236}">
                    <a16:creationId xmlns:a16="http://schemas.microsoft.com/office/drawing/2014/main" id="{68ABBA12-9642-4387-948F-166EE258C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055"/>
                <a:ext cx="71" cy="145"/>
              </a:xfrm>
              <a:custGeom>
                <a:avLst/>
                <a:gdLst>
                  <a:gd name="T0" fmla="*/ 96 w 53"/>
                  <a:gd name="T1" fmla="*/ 44 h 109"/>
                  <a:gd name="T2" fmla="*/ 72 w 53"/>
                  <a:gd name="T3" fmla="*/ 241 h 109"/>
                  <a:gd name="T4" fmla="*/ 122 w 53"/>
                  <a:gd name="T5" fmla="*/ 114 h 109"/>
                  <a:gd name="T6" fmla="*/ 111 w 53"/>
                  <a:gd name="T7" fmla="*/ 44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09">
                    <a:moveTo>
                      <a:pt x="40" y="19"/>
                    </a:moveTo>
                    <a:cubicBezTo>
                      <a:pt x="11" y="0"/>
                      <a:pt x="0" y="109"/>
                      <a:pt x="30" y="102"/>
                    </a:cubicBezTo>
                    <a:cubicBezTo>
                      <a:pt x="48" y="98"/>
                      <a:pt x="50" y="63"/>
                      <a:pt x="51" y="49"/>
                    </a:cubicBezTo>
                    <a:cubicBezTo>
                      <a:pt x="52" y="42"/>
                      <a:pt x="53" y="21"/>
                      <a:pt x="46" y="19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6" name="Freeform 326">
                <a:extLst>
                  <a:ext uri="{FF2B5EF4-FFF2-40B4-BE49-F238E27FC236}">
                    <a16:creationId xmlns:a16="http://schemas.microsoft.com/office/drawing/2014/main" id="{ADAA5E4C-C61A-4FE9-B9DB-9A85AA5F8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074"/>
                <a:ext cx="77" cy="110"/>
              </a:xfrm>
              <a:custGeom>
                <a:avLst/>
                <a:gdLst>
                  <a:gd name="T0" fmla="*/ 98 w 58"/>
                  <a:gd name="T1" fmla="*/ 40 h 83"/>
                  <a:gd name="T2" fmla="*/ 16 w 58"/>
                  <a:gd name="T3" fmla="*/ 42 h 83"/>
                  <a:gd name="T4" fmla="*/ 85 w 58"/>
                  <a:gd name="T5" fmla="*/ 193 h 83"/>
                  <a:gd name="T6" fmla="*/ 127 w 58"/>
                  <a:gd name="T7" fmla="*/ 102 h 83"/>
                  <a:gd name="T8" fmla="*/ 92 w 58"/>
                  <a:gd name="T9" fmla="*/ 48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3">
                    <a:moveTo>
                      <a:pt x="42" y="17"/>
                    </a:moveTo>
                    <a:cubicBezTo>
                      <a:pt x="29" y="20"/>
                      <a:pt x="15" y="0"/>
                      <a:pt x="7" y="18"/>
                    </a:cubicBezTo>
                    <a:cubicBezTo>
                      <a:pt x="0" y="35"/>
                      <a:pt x="15" y="82"/>
                      <a:pt x="36" y="83"/>
                    </a:cubicBezTo>
                    <a:cubicBezTo>
                      <a:pt x="57" y="83"/>
                      <a:pt x="58" y="58"/>
                      <a:pt x="54" y="44"/>
                    </a:cubicBezTo>
                    <a:cubicBezTo>
                      <a:pt x="51" y="36"/>
                      <a:pt x="49" y="22"/>
                      <a:pt x="39" y="20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7" name="Freeform 327">
                <a:extLst>
                  <a:ext uri="{FF2B5EF4-FFF2-40B4-BE49-F238E27FC236}">
                    <a16:creationId xmlns:a16="http://schemas.microsoft.com/office/drawing/2014/main" id="{49281BAA-8899-449A-9941-223981095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2034"/>
                <a:ext cx="42" cy="66"/>
              </a:xfrm>
              <a:custGeom>
                <a:avLst/>
                <a:gdLst>
                  <a:gd name="T0" fmla="*/ 62 w 31"/>
                  <a:gd name="T1" fmla="*/ 0 h 50"/>
                  <a:gd name="T2" fmla="*/ 7 w 31"/>
                  <a:gd name="T3" fmla="*/ 44 h 50"/>
                  <a:gd name="T4" fmla="*/ 33 w 31"/>
                  <a:gd name="T5" fmla="*/ 102 h 50"/>
                  <a:gd name="T6" fmla="*/ 62 w 31"/>
                  <a:gd name="T7" fmla="*/ 1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0">
                    <a:moveTo>
                      <a:pt x="25" y="0"/>
                    </a:moveTo>
                    <a:cubicBezTo>
                      <a:pt x="13" y="0"/>
                      <a:pt x="7" y="7"/>
                      <a:pt x="3" y="19"/>
                    </a:cubicBezTo>
                    <a:cubicBezTo>
                      <a:pt x="1" y="28"/>
                      <a:pt x="0" y="50"/>
                      <a:pt x="13" y="44"/>
                    </a:cubicBezTo>
                    <a:cubicBezTo>
                      <a:pt x="28" y="37"/>
                      <a:pt x="31" y="13"/>
                      <a:pt x="25" y="1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8" name="Freeform 328">
                <a:extLst>
                  <a:ext uri="{FF2B5EF4-FFF2-40B4-BE49-F238E27FC236}">
                    <a16:creationId xmlns:a16="http://schemas.microsoft.com/office/drawing/2014/main" id="{F724F27E-0D12-4A1C-BD84-01CEA51C1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130"/>
                <a:ext cx="44" cy="78"/>
              </a:xfrm>
              <a:custGeom>
                <a:avLst/>
                <a:gdLst>
                  <a:gd name="T0" fmla="*/ 43 w 33"/>
                  <a:gd name="T1" fmla="*/ 1 h 59"/>
                  <a:gd name="T2" fmla="*/ 52 w 33"/>
                  <a:gd name="T3" fmla="*/ 110 h 59"/>
                  <a:gd name="T4" fmla="*/ 44 w 33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9">
                    <a:moveTo>
                      <a:pt x="18" y="1"/>
                    </a:moveTo>
                    <a:cubicBezTo>
                      <a:pt x="0" y="6"/>
                      <a:pt x="7" y="59"/>
                      <a:pt x="22" y="48"/>
                    </a:cubicBezTo>
                    <a:cubicBezTo>
                      <a:pt x="33" y="40"/>
                      <a:pt x="33" y="4"/>
                      <a:pt x="19" y="0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9" name="Freeform 329">
                <a:extLst>
                  <a:ext uri="{FF2B5EF4-FFF2-40B4-BE49-F238E27FC236}">
                    <a16:creationId xmlns:a16="http://schemas.microsoft.com/office/drawing/2014/main" id="{6044280D-57A0-49DD-ADFA-BF6EF0478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267"/>
                <a:ext cx="55" cy="129"/>
              </a:xfrm>
              <a:custGeom>
                <a:avLst/>
                <a:gdLst>
                  <a:gd name="T0" fmla="*/ 56 w 41"/>
                  <a:gd name="T1" fmla="*/ 0 h 97"/>
                  <a:gd name="T2" fmla="*/ 5 w 41"/>
                  <a:gd name="T3" fmla="*/ 156 h 97"/>
                  <a:gd name="T4" fmla="*/ 62 w 41"/>
                  <a:gd name="T5" fmla="*/ 213 h 97"/>
                  <a:gd name="T6" fmla="*/ 94 w 41"/>
                  <a:gd name="T7" fmla="*/ 57 h 97"/>
                  <a:gd name="T8" fmla="*/ 62 w 41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7">
                    <a:moveTo>
                      <a:pt x="23" y="0"/>
                    </a:moveTo>
                    <a:cubicBezTo>
                      <a:pt x="4" y="0"/>
                      <a:pt x="0" y="53"/>
                      <a:pt x="2" y="66"/>
                    </a:cubicBezTo>
                    <a:cubicBezTo>
                      <a:pt x="4" y="77"/>
                      <a:pt x="13" y="97"/>
                      <a:pt x="25" y="90"/>
                    </a:cubicBezTo>
                    <a:cubicBezTo>
                      <a:pt x="41" y="81"/>
                      <a:pt x="41" y="41"/>
                      <a:pt x="39" y="24"/>
                    </a:cubicBezTo>
                    <a:cubicBezTo>
                      <a:pt x="38" y="11"/>
                      <a:pt x="33" y="7"/>
                      <a:pt x="25" y="0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0" name="Freeform 330">
                <a:extLst>
                  <a:ext uri="{FF2B5EF4-FFF2-40B4-BE49-F238E27FC236}">
                    <a16:creationId xmlns:a16="http://schemas.microsoft.com/office/drawing/2014/main" id="{EA3F008E-22AB-4BE7-B986-F14DFDB0D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275"/>
                <a:ext cx="72" cy="135"/>
              </a:xfrm>
              <a:custGeom>
                <a:avLst/>
                <a:gdLst>
                  <a:gd name="T0" fmla="*/ 73 w 54"/>
                  <a:gd name="T1" fmla="*/ 16 h 101"/>
                  <a:gd name="T2" fmla="*/ 12 w 54"/>
                  <a:gd name="T3" fmla="*/ 134 h 101"/>
                  <a:gd name="T4" fmla="*/ 44 w 54"/>
                  <a:gd name="T5" fmla="*/ 239 h 101"/>
                  <a:gd name="T6" fmla="*/ 73 w 54"/>
                  <a:gd name="T7" fmla="*/ 23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101">
                    <a:moveTo>
                      <a:pt x="31" y="7"/>
                    </a:moveTo>
                    <a:cubicBezTo>
                      <a:pt x="15" y="0"/>
                      <a:pt x="7" y="47"/>
                      <a:pt x="5" y="56"/>
                    </a:cubicBezTo>
                    <a:cubicBezTo>
                      <a:pt x="4" y="66"/>
                      <a:pt x="0" y="101"/>
                      <a:pt x="19" y="100"/>
                    </a:cubicBezTo>
                    <a:cubicBezTo>
                      <a:pt x="41" y="99"/>
                      <a:pt x="54" y="15"/>
                      <a:pt x="31" y="10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1" name="Freeform 331">
                <a:extLst>
                  <a:ext uri="{FF2B5EF4-FFF2-40B4-BE49-F238E27FC236}">
                    <a16:creationId xmlns:a16="http://schemas.microsoft.com/office/drawing/2014/main" id="{CBF39154-67EF-499C-8C4F-3624F7F10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286"/>
                <a:ext cx="36" cy="46"/>
              </a:xfrm>
              <a:custGeom>
                <a:avLst/>
                <a:gdLst>
                  <a:gd name="T0" fmla="*/ 41 w 27"/>
                  <a:gd name="T1" fmla="*/ 9 h 35"/>
                  <a:gd name="T2" fmla="*/ 28 w 27"/>
                  <a:gd name="T3" fmla="*/ 78 h 35"/>
                  <a:gd name="T4" fmla="*/ 48 w 27"/>
                  <a:gd name="T5" fmla="*/ 1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5">
                    <a:moveTo>
                      <a:pt x="17" y="4"/>
                    </a:moveTo>
                    <a:cubicBezTo>
                      <a:pt x="6" y="0"/>
                      <a:pt x="0" y="35"/>
                      <a:pt x="12" y="34"/>
                    </a:cubicBezTo>
                    <a:cubicBezTo>
                      <a:pt x="22" y="34"/>
                      <a:pt x="27" y="11"/>
                      <a:pt x="20" y="5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2" name="Freeform 332">
                <a:extLst>
                  <a:ext uri="{FF2B5EF4-FFF2-40B4-BE49-F238E27FC236}">
                    <a16:creationId xmlns:a16="http://schemas.microsoft.com/office/drawing/2014/main" id="{FE64DBEE-96E4-466D-B9A1-4EC9AEDC4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414"/>
                <a:ext cx="61" cy="102"/>
              </a:xfrm>
              <a:custGeom>
                <a:avLst/>
                <a:gdLst>
                  <a:gd name="T0" fmla="*/ 50 w 46"/>
                  <a:gd name="T1" fmla="*/ 0 h 77"/>
                  <a:gd name="T2" fmla="*/ 0 w 46"/>
                  <a:gd name="T3" fmla="*/ 95 h 77"/>
                  <a:gd name="T4" fmla="*/ 44 w 46"/>
                  <a:gd name="T5" fmla="*/ 152 h 77"/>
                  <a:gd name="T6" fmla="*/ 53 w 46"/>
                  <a:gd name="T7" fmla="*/ 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77">
                    <a:moveTo>
                      <a:pt x="22" y="0"/>
                    </a:moveTo>
                    <a:cubicBezTo>
                      <a:pt x="4" y="1"/>
                      <a:pt x="0" y="28"/>
                      <a:pt x="0" y="41"/>
                    </a:cubicBezTo>
                    <a:cubicBezTo>
                      <a:pt x="0" y="51"/>
                      <a:pt x="3" y="77"/>
                      <a:pt x="19" y="66"/>
                    </a:cubicBezTo>
                    <a:cubicBezTo>
                      <a:pt x="30" y="58"/>
                      <a:pt x="46" y="0"/>
                      <a:pt x="23" y="0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3" name="Freeform 333">
                <a:extLst>
                  <a:ext uri="{FF2B5EF4-FFF2-40B4-BE49-F238E27FC236}">
                    <a16:creationId xmlns:a16="http://schemas.microsoft.com/office/drawing/2014/main" id="{7F2B72B2-EB9B-4685-B16A-F68B7331F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512"/>
                <a:ext cx="106" cy="160"/>
              </a:xfrm>
              <a:custGeom>
                <a:avLst/>
                <a:gdLst>
                  <a:gd name="T0" fmla="*/ 70 w 80"/>
                  <a:gd name="T1" fmla="*/ 7 h 120"/>
                  <a:gd name="T2" fmla="*/ 72 w 80"/>
                  <a:gd name="T3" fmla="*/ 151 h 120"/>
                  <a:gd name="T4" fmla="*/ 151 w 80"/>
                  <a:gd name="T5" fmla="*/ 212 h 120"/>
                  <a:gd name="T6" fmla="*/ 70 w 80"/>
                  <a:gd name="T7" fmla="*/ 0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20">
                    <a:moveTo>
                      <a:pt x="30" y="3"/>
                    </a:moveTo>
                    <a:cubicBezTo>
                      <a:pt x="0" y="0"/>
                      <a:pt x="26" y="55"/>
                      <a:pt x="31" y="64"/>
                    </a:cubicBezTo>
                    <a:cubicBezTo>
                      <a:pt x="39" y="78"/>
                      <a:pt x="50" y="120"/>
                      <a:pt x="65" y="89"/>
                    </a:cubicBezTo>
                    <a:cubicBezTo>
                      <a:pt x="80" y="58"/>
                      <a:pt x="67" y="10"/>
                      <a:pt x="30" y="0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4" name="Freeform 334">
                <a:extLst>
                  <a:ext uri="{FF2B5EF4-FFF2-40B4-BE49-F238E27FC236}">
                    <a16:creationId xmlns:a16="http://schemas.microsoft.com/office/drawing/2014/main" id="{F352CA50-A670-4650-AFCB-34A2F82A3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483"/>
                <a:ext cx="62" cy="134"/>
              </a:xfrm>
              <a:custGeom>
                <a:avLst/>
                <a:gdLst>
                  <a:gd name="T0" fmla="*/ 82 w 47"/>
                  <a:gd name="T1" fmla="*/ 31 h 101"/>
                  <a:gd name="T2" fmla="*/ 58 w 47"/>
                  <a:gd name="T3" fmla="*/ 236 h 101"/>
                  <a:gd name="T4" fmla="*/ 103 w 47"/>
                  <a:gd name="T5" fmla="*/ 135 h 101"/>
                  <a:gd name="T6" fmla="*/ 87 w 47"/>
                  <a:gd name="T7" fmla="*/ 36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1">
                    <a:moveTo>
                      <a:pt x="36" y="13"/>
                    </a:moveTo>
                    <a:cubicBezTo>
                      <a:pt x="9" y="0"/>
                      <a:pt x="0" y="101"/>
                      <a:pt x="25" y="101"/>
                    </a:cubicBezTo>
                    <a:cubicBezTo>
                      <a:pt x="37" y="101"/>
                      <a:pt x="43" y="67"/>
                      <a:pt x="45" y="58"/>
                    </a:cubicBezTo>
                    <a:cubicBezTo>
                      <a:pt x="47" y="42"/>
                      <a:pt x="45" y="29"/>
                      <a:pt x="38" y="15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5" name="Freeform 335">
                <a:extLst>
                  <a:ext uri="{FF2B5EF4-FFF2-40B4-BE49-F238E27FC236}">
                    <a16:creationId xmlns:a16="http://schemas.microsoft.com/office/drawing/2014/main" id="{6D4B96E1-6661-440F-B515-3F85B05B5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716"/>
                <a:ext cx="72" cy="119"/>
              </a:xfrm>
              <a:custGeom>
                <a:avLst/>
                <a:gdLst>
                  <a:gd name="T0" fmla="*/ 79 w 54"/>
                  <a:gd name="T1" fmla="*/ 5 h 89"/>
                  <a:gd name="T2" fmla="*/ 5 w 54"/>
                  <a:gd name="T3" fmla="*/ 111 h 89"/>
                  <a:gd name="T4" fmla="*/ 55 w 54"/>
                  <a:gd name="T5" fmla="*/ 170 h 89"/>
                  <a:gd name="T6" fmla="*/ 87 w 54"/>
                  <a:gd name="T7" fmla="*/ 15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9">
                    <a:moveTo>
                      <a:pt x="33" y="2"/>
                    </a:moveTo>
                    <a:cubicBezTo>
                      <a:pt x="12" y="0"/>
                      <a:pt x="4" y="31"/>
                      <a:pt x="2" y="46"/>
                    </a:cubicBezTo>
                    <a:cubicBezTo>
                      <a:pt x="0" y="61"/>
                      <a:pt x="3" y="89"/>
                      <a:pt x="23" y="71"/>
                    </a:cubicBezTo>
                    <a:cubicBezTo>
                      <a:pt x="37" y="58"/>
                      <a:pt x="54" y="21"/>
                      <a:pt x="37" y="6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6" name="Freeform 336">
                <a:extLst>
                  <a:ext uri="{FF2B5EF4-FFF2-40B4-BE49-F238E27FC236}">
                    <a16:creationId xmlns:a16="http://schemas.microsoft.com/office/drawing/2014/main" id="{FECB4171-E963-44F2-8B51-17AA62AF6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2635"/>
                <a:ext cx="73" cy="132"/>
              </a:xfrm>
              <a:custGeom>
                <a:avLst/>
                <a:gdLst>
                  <a:gd name="T0" fmla="*/ 102 w 55"/>
                  <a:gd name="T1" fmla="*/ 31 h 99"/>
                  <a:gd name="T2" fmla="*/ 70 w 55"/>
                  <a:gd name="T3" fmla="*/ 223 h 99"/>
                  <a:gd name="T4" fmla="*/ 127 w 55"/>
                  <a:gd name="T5" fmla="*/ 116 h 99"/>
                  <a:gd name="T6" fmla="*/ 106 w 55"/>
                  <a:gd name="T7" fmla="*/ 28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99">
                    <a:moveTo>
                      <a:pt x="44" y="13"/>
                    </a:moveTo>
                    <a:cubicBezTo>
                      <a:pt x="4" y="0"/>
                      <a:pt x="0" y="99"/>
                      <a:pt x="30" y="94"/>
                    </a:cubicBezTo>
                    <a:cubicBezTo>
                      <a:pt x="46" y="92"/>
                      <a:pt x="53" y="61"/>
                      <a:pt x="54" y="49"/>
                    </a:cubicBezTo>
                    <a:cubicBezTo>
                      <a:pt x="55" y="37"/>
                      <a:pt x="55" y="20"/>
                      <a:pt x="45" y="12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7" name="Freeform 337">
                <a:extLst>
                  <a:ext uri="{FF2B5EF4-FFF2-40B4-BE49-F238E27FC236}">
                    <a16:creationId xmlns:a16="http://schemas.microsoft.com/office/drawing/2014/main" id="{06BFD205-F675-47FA-AD55-1D2F2BD6E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893"/>
                <a:ext cx="55" cy="109"/>
              </a:xfrm>
              <a:custGeom>
                <a:avLst/>
                <a:gdLst>
                  <a:gd name="T0" fmla="*/ 56 w 41"/>
                  <a:gd name="T1" fmla="*/ 20 h 82"/>
                  <a:gd name="T2" fmla="*/ 1 w 41"/>
                  <a:gd name="T3" fmla="*/ 114 h 82"/>
                  <a:gd name="T4" fmla="*/ 79 w 41"/>
                  <a:gd name="T5" fmla="*/ 138 h 82"/>
                  <a:gd name="T6" fmla="*/ 58 w 41"/>
                  <a:gd name="T7" fmla="*/ 27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82">
                    <a:moveTo>
                      <a:pt x="23" y="8"/>
                    </a:moveTo>
                    <a:cubicBezTo>
                      <a:pt x="6" y="0"/>
                      <a:pt x="0" y="41"/>
                      <a:pt x="1" y="49"/>
                    </a:cubicBezTo>
                    <a:cubicBezTo>
                      <a:pt x="3" y="71"/>
                      <a:pt x="22" y="82"/>
                      <a:pt x="33" y="59"/>
                    </a:cubicBezTo>
                    <a:cubicBezTo>
                      <a:pt x="41" y="43"/>
                      <a:pt x="36" y="22"/>
                      <a:pt x="24" y="11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8" name="Freeform 338">
                <a:extLst>
                  <a:ext uri="{FF2B5EF4-FFF2-40B4-BE49-F238E27FC236}">
                    <a16:creationId xmlns:a16="http://schemas.microsoft.com/office/drawing/2014/main" id="{9EC8DA81-8A31-4834-9D17-3E5AE5FF7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884"/>
                <a:ext cx="54" cy="114"/>
              </a:xfrm>
              <a:custGeom>
                <a:avLst/>
                <a:gdLst>
                  <a:gd name="T0" fmla="*/ 49 w 41"/>
                  <a:gd name="T1" fmla="*/ 12 h 86"/>
                  <a:gd name="T2" fmla="*/ 49 w 41"/>
                  <a:gd name="T3" fmla="*/ 5 h 86"/>
                  <a:gd name="T4" fmla="*/ 1 w 41"/>
                  <a:gd name="T5" fmla="*/ 98 h 86"/>
                  <a:gd name="T6" fmla="*/ 55 w 41"/>
                  <a:gd name="T7" fmla="*/ 158 h 86"/>
                  <a:gd name="T8" fmla="*/ 87 w 41"/>
                  <a:gd name="T9" fmla="*/ 48 h 86"/>
                  <a:gd name="T10" fmla="*/ 59 w 41"/>
                  <a:gd name="T11" fmla="*/ 0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86">
                    <a:moveTo>
                      <a:pt x="21" y="5"/>
                    </a:moveTo>
                    <a:cubicBezTo>
                      <a:pt x="21" y="4"/>
                      <a:pt x="22" y="3"/>
                      <a:pt x="21" y="2"/>
                    </a:cubicBezTo>
                    <a:cubicBezTo>
                      <a:pt x="5" y="0"/>
                      <a:pt x="2" y="31"/>
                      <a:pt x="1" y="42"/>
                    </a:cubicBezTo>
                    <a:cubicBezTo>
                      <a:pt x="0" y="56"/>
                      <a:pt x="6" y="86"/>
                      <a:pt x="24" y="68"/>
                    </a:cubicBezTo>
                    <a:cubicBezTo>
                      <a:pt x="36" y="56"/>
                      <a:pt x="41" y="36"/>
                      <a:pt x="38" y="20"/>
                    </a:cubicBezTo>
                    <a:cubicBezTo>
                      <a:pt x="37" y="13"/>
                      <a:pt x="34" y="2"/>
                      <a:pt x="26" y="0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9" name="Freeform 339">
                <a:extLst>
                  <a:ext uri="{FF2B5EF4-FFF2-40B4-BE49-F238E27FC236}">
                    <a16:creationId xmlns:a16="http://schemas.microsoft.com/office/drawing/2014/main" id="{42CBE5EA-8DC9-4A07-9079-03C4D6EF1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941"/>
                <a:ext cx="57" cy="113"/>
              </a:xfrm>
              <a:custGeom>
                <a:avLst/>
                <a:gdLst>
                  <a:gd name="T0" fmla="*/ 60 w 43"/>
                  <a:gd name="T1" fmla="*/ 21 h 85"/>
                  <a:gd name="T2" fmla="*/ 66 w 43"/>
                  <a:gd name="T3" fmla="*/ 162 h 85"/>
                  <a:gd name="T4" fmla="*/ 95 w 43"/>
                  <a:gd name="T5" fmla="*/ 76 h 85"/>
                  <a:gd name="T6" fmla="*/ 66 w 43"/>
                  <a:gd name="T7" fmla="*/ 16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85">
                    <a:moveTo>
                      <a:pt x="26" y="9"/>
                    </a:moveTo>
                    <a:cubicBezTo>
                      <a:pt x="12" y="0"/>
                      <a:pt x="0" y="85"/>
                      <a:pt x="29" y="69"/>
                    </a:cubicBezTo>
                    <a:cubicBezTo>
                      <a:pt x="40" y="63"/>
                      <a:pt x="43" y="44"/>
                      <a:pt x="41" y="32"/>
                    </a:cubicBezTo>
                    <a:cubicBezTo>
                      <a:pt x="40" y="21"/>
                      <a:pt x="33" y="16"/>
                      <a:pt x="29" y="7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0" name="Freeform 340">
                <a:extLst>
                  <a:ext uri="{FF2B5EF4-FFF2-40B4-BE49-F238E27FC236}">
                    <a16:creationId xmlns:a16="http://schemas.microsoft.com/office/drawing/2014/main" id="{5793EB65-3B67-48AA-9F71-6B081FE2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759"/>
                <a:ext cx="84" cy="102"/>
              </a:xfrm>
              <a:custGeom>
                <a:avLst/>
                <a:gdLst>
                  <a:gd name="T0" fmla="*/ 101 w 63"/>
                  <a:gd name="T1" fmla="*/ 30 h 77"/>
                  <a:gd name="T2" fmla="*/ 36 w 63"/>
                  <a:gd name="T3" fmla="*/ 45 h 77"/>
                  <a:gd name="T4" fmla="*/ 57 w 63"/>
                  <a:gd name="T5" fmla="*/ 166 h 77"/>
                  <a:gd name="T6" fmla="*/ 108 w 63"/>
                  <a:gd name="T7" fmla="*/ 44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77">
                    <a:moveTo>
                      <a:pt x="43" y="13"/>
                    </a:moveTo>
                    <a:cubicBezTo>
                      <a:pt x="37" y="0"/>
                      <a:pt x="19" y="12"/>
                      <a:pt x="15" y="20"/>
                    </a:cubicBezTo>
                    <a:cubicBezTo>
                      <a:pt x="8" y="31"/>
                      <a:pt x="0" y="77"/>
                      <a:pt x="24" y="71"/>
                    </a:cubicBezTo>
                    <a:cubicBezTo>
                      <a:pt x="36" y="68"/>
                      <a:pt x="63" y="29"/>
                      <a:pt x="46" y="19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1" name="Freeform 341">
                <a:extLst>
                  <a:ext uri="{FF2B5EF4-FFF2-40B4-BE49-F238E27FC236}">
                    <a16:creationId xmlns:a16="http://schemas.microsoft.com/office/drawing/2014/main" id="{EA9C8A4D-DC96-42BA-8D42-217E92C15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900"/>
                <a:ext cx="70" cy="88"/>
              </a:xfrm>
              <a:custGeom>
                <a:avLst/>
                <a:gdLst>
                  <a:gd name="T0" fmla="*/ 59 w 53"/>
                  <a:gd name="T1" fmla="*/ 23 h 66"/>
                  <a:gd name="T2" fmla="*/ 66 w 53"/>
                  <a:gd name="T3" fmla="*/ 135 h 66"/>
                  <a:gd name="T4" fmla="*/ 70 w 53"/>
                  <a:gd name="T5" fmla="*/ 2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66">
                    <a:moveTo>
                      <a:pt x="26" y="10"/>
                    </a:moveTo>
                    <a:cubicBezTo>
                      <a:pt x="6" y="0"/>
                      <a:pt x="0" y="66"/>
                      <a:pt x="29" y="57"/>
                    </a:cubicBezTo>
                    <a:cubicBezTo>
                      <a:pt x="53" y="50"/>
                      <a:pt x="43" y="21"/>
                      <a:pt x="30" y="9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2" name="Freeform 342">
                <a:extLst>
                  <a:ext uri="{FF2B5EF4-FFF2-40B4-BE49-F238E27FC236}">
                    <a16:creationId xmlns:a16="http://schemas.microsoft.com/office/drawing/2014/main" id="{6B8CF8B0-409E-4FDE-AEF0-0D9244878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3068"/>
                <a:ext cx="68" cy="108"/>
              </a:xfrm>
              <a:custGeom>
                <a:avLst/>
                <a:gdLst>
                  <a:gd name="T0" fmla="*/ 65 w 51"/>
                  <a:gd name="T1" fmla="*/ 15 h 81"/>
                  <a:gd name="T2" fmla="*/ 9 w 51"/>
                  <a:gd name="T3" fmla="*/ 41 h 81"/>
                  <a:gd name="T4" fmla="*/ 44 w 51"/>
                  <a:gd name="T5" fmla="*/ 172 h 81"/>
                  <a:gd name="T6" fmla="*/ 116 w 51"/>
                  <a:gd name="T7" fmla="*/ 107 h 81"/>
                  <a:gd name="T8" fmla="*/ 76 w 51"/>
                  <a:gd name="T9" fmla="*/ 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81">
                    <a:moveTo>
                      <a:pt x="28" y="6"/>
                    </a:moveTo>
                    <a:cubicBezTo>
                      <a:pt x="19" y="0"/>
                      <a:pt x="6" y="8"/>
                      <a:pt x="4" y="17"/>
                    </a:cubicBezTo>
                    <a:cubicBezTo>
                      <a:pt x="0" y="31"/>
                      <a:pt x="6" y="65"/>
                      <a:pt x="19" y="73"/>
                    </a:cubicBezTo>
                    <a:cubicBezTo>
                      <a:pt x="34" y="81"/>
                      <a:pt x="48" y="57"/>
                      <a:pt x="49" y="45"/>
                    </a:cubicBezTo>
                    <a:cubicBezTo>
                      <a:pt x="51" y="31"/>
                      <a:pt x="43" y="15"/>
                      <a:pt x="32" y="6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3" name="Freeform 343">
                <a:extLst>
                  <a:ext uri="{FF2B5EF4-FFF2-40B4-BE49-F238E27FC236}">
                    <a16:creationId xmlns:a16="http://schemas.microsoft.com/office/drawing/2014/main" id="{4E596590-50FD-457C-8AA0-8B701A317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3141"/>
                <a:ext cx="57" cy="89"/>
              </a:xfrm>
              <a:custGeom>
                <a:avLst/>
                <a:gdLst>
                  <a:gd name="T0" fmla="*/ 66 w 43"/>
                  <a:gd name="T1" fmla="*/ 20 h 67"/>
                  <a:gd name="T2" fmla="*/ 44 w 43"/>
                  <a:gd name="T3" fmla="*/ 145 h 67"/>
                  <a:gd name="T4" fmla="*/ 93 w 43"/>
                  <a:gd name="T5" fmla="*/ 92 h 67"/>
                  <a:gd name="T6" fmla="*/ 70 w 43"/>
                  <a:gd name="T7" fmla="*/ 7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7">
                    <a:moveTo>
                      <a:pt x="29" y="8"/>
                    </a:moveTo>
                    <a:cubicBezTo>
                      <a:pt x="13" y="0"/>
                      <a:pt x="0" y="54"/>
                      <a:pt x="19" y="62"/>
                    </a:cubicBezTo>
                    <a:cubicBezTo>
                      <a:pt x="31" y="67"/>
                      <a:pt x="39" y="48"/>
                      <a:pt x="40" y="39"/>
                    </a:cubicBezTo>
                    <a:cubicBezTo>
                      <a:pt x="43" y="27"/>
                      <a:pt x="40" y="12"/>
                      <a:pt x="30" y="3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4" name="Freeform 344">
                <a:extLst>
                  <a:ext uri="{FF2B5EF4-FFF2-40B4-BE49-F238E27FC236}">
                    <a16:creationId xmlns:a16="http://schemas.microsoft.com/office/drawing/2014/main" id="{5C26187C-882F-472F-895D-B169FF5D7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094"/>
                <a:ext cx="61" cy="87"/>
              </a:xfrm>
              <a:custGeom>
                <a:avLst/>
                <a:gdLst>
                  <a:gd name="T0" fmla="*/ 85 w 46"/>
                  <a:gd name="T1" fmla="*/ 28 h 65"/>
                  <a:gd name="T2" fmla="*/ 50 w 46"/>
                  <a:gd name="T3" fmla="*/ 143 h 65"/>
                  <a:gd name="T4" fmla="*/ 95 w 46"/>
                  <a:gd name="T5" fmla="*/ 106 h 65"/>
                  <a:gd name="T6" fmla="*/ 88 w 46"/>
                  <a:gd name="T7" fmla="*/ 21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65">
                    <a:moveTo>
                      <a:pt x="36" y="12"/>
                    </a:moveTo>
                    <a:cubicBezTo>
                      <a:pt x="27" y="0"/>
                      <a:pt x="0" y="50"/>
                      <a:pt x="22" y="60"/>
                    </a:cubicBezTo>
                    <a:cubicBezTo>
                      <a:pt x="31" y="65"/>
                      <a:pt x="38" y="51"/>
                      <a:pt x="41" y="44"/>
                    </a:cubicBezTo>
                    <a:cubicBezTo>
                      <a:pt x="46" y="32"/>
                      <a:pt x="45" y="19"/>
                      <a:pt x="38" y="9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5" name="Freeform 345">
                <a:extLst>
                  <a:ext uri="{FF2B5EF4-FFF2-40B4-BE49-F238E27FC236}">
                    <a16:creationId xmlns:a16="http://schemas.microsoft.com/office/drawing/2014/main" id="{74CA6BAA-1704-41C8-B054-B3DEA7F42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993"/>
                <a:ext cx="56" cy="95"/>
              </a:xfrm>
              <a:custGeom>
                <a:avLst/>
                <a:gdLst>
                  <a:gd name="T0" fmla="*/ 80 w 42"/>
                  <a:gd name="T1" fmla="*/ 43 h 71"/>
                  <a:gd name="T2" fmla="*/ 36 w 42"/>
                  <a:gd name="T3" fmla="*/ 149 h 71"/>
                  <a:gd name="T4" fmla="*/ 91 w 42"/>
                  <a:gd name="T5" fmla="*/ 132 h 71"/>
                  <a:gd name="T6" fmla="*/ 85 w 42"/>
                  <a:gd name="T7" fmla="*/ 5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71">
                    <a:moveTo>
                      <a:pt x="34" y="18"/>
                    </a:moveTo>
                    <a:cubicBezTo>
                      <a:pt x="10" y="0"/>
                      <a:pt x="0" y="46"/>
                      <a:pt x="15" y="62"/>
                    </a:cubicBezTo>
                    <a:cubicBezTo>
                      <a:pt x="23" y="71"/>
                      <a:pt x="34" y="65"/>
                      <a:pt x="38" y="55"/>
                    </a:cubicBezTo>
                    <a:cubicBezTo>
                      <a:pt x="42" y="44"/>
                      <a:pt x="40" y="31"/>
                      <a:pt x="36" y="21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6" name="Freeform 346">
                <a:extLst>
                  <a:ext uri="{FF2B5EF4-FFF2-40B4-BE49-F238E27FC236}">
                    <a16:creationId xmlns:a16="http://schemas.microsoft.com/office/drawing/2014/main" id="{311B7585-8F50-4386-82DB-6235832D1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3233"/>
                <a:ext cx="49" cy="95"/>
              </a:xfrm>
              <a:custGeom>
                <a:avLst/>
                <a:gdLst>
                  <a:gd name="T0" fmla="*/ 66 w 37"/>
                  <a:gd name="T1" fmla="*/ 21 h 71"/>
                  <a:gd name="T2" fmla="*/ 37 w 37"/>
                  <a:gd name="T3" fmla="*/ 154 h 71"/>
                  <a:gd name="T4" fmla="*/ 74 w 37"/>
                  <a:gd name="T5" fmla="*/ 136 h 71"/>
                  <a:gd name="T6" fmla="*/ 66 w 37"/>
                  <a:gd name="T7" fmla="*/ 5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71">
                    <a:moveTo>
                      <a:pt x="29" y="9"/>
                    </a:moveTo>
                    <a:cubicBezTo>
                      <a:pt x="21" y="0"/>
                      <a:pt x="0" y="50"/>
                      <a:pt x="16" y="64"/>
                    </a:cubicBezTo>
                    <a:cubicBezTo>
                      <a:pt x="23" y="71"/>
                      <a:pt x="29" y="65"/>
                      <a:pt x="32" y="57"/>
                    </a:cubicBezTo>
                    <a:cubicBezTo>
                      <a:pt x="37" y="45"/>
                      <a:pt x="33" y="32"/>
                      <a:pt x="29" y="21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7" name="Freeform 347">
                <a:extLst>
                  <a:ext uri="{FF2B5EF4-FFF2-40B4-BE49-F238E27FC236}">
                    <a16:creationId xmlns:a16="http://schemas.microsoft.com/office/drawing/2014/main" id="{05AD4777-5419-455E-B3B2-D1A0CCBDD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260"/>
                <a:ext cx="53" cy="84"/>
              </a:xfrm>
              <a:custGeom>
                <a:avLst/>
                <a:gdLst>
                  <a:gd name="T0" fmla="*/ 72 w 40"/>
                  <a:gd name="T1" fmla="*/ 21 h 63"/>
                  <a:gd name="T2" fmla="*/ 23 w 40"/>
                  <a:gd name="T3" fmla="*/ 31 h 63"/>
                  <a:gd name="T4" fmla="*/ 20 w 40"/>
                  <a:gd name="T5" fmla="*/ 127 h 63"/>
                  <a:gd name="T6" fmla="*/ 72 w 40"/>
                  <a:gd name="T7" fmla="*/ 108 h 63"/>
                  <a:gd name="T8" fmla="*/ 74 w 40"/>
                  <a:gd name="T9" fmla="*/ 3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63">
                    <a:moveTo>
                      <a:pt x="31" y="9"/>
                    </a:moveTo>
                    <a:cubicBezTo>
                      <a:pt x="28" y="0"/>
                      <a:pt x="14" y="9"/>
                      <a:pt x="10" y="13"/>
                    </a:cubicBezTo>
                    <a:cubicBezTo>
                      <a:pt x="3" y="22"/>
                      <a:pt x="0" y="44"/>
                      <a:pt x="8" y="53"/>
                    </a:cubicBezTo>
                    <a:cubicBezTo>
                      <a:pt x="17" y="63"/>
                      <a:pt x="26" y="54"/>
                      <a:pt x="31" y="46"/>
                    </a:cubicBezTo>
                    <a:cubicBezTo>
                      <a:pt x="40" y="33"/>
                      <a:pt x="36" y="26"/>
                      <a:pt x="32" y="13"/>
                    </a:cubicBezTo>
                  </a:path>
                </a:pathLst>
              </a:custGeom>
              <a:solidFill>
                <a:srgbClr val="A75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8" name="Freeform 348">
                <a:extLst>
                  <a:ext uri="{FF2B5EF4-FFF2-40B4-BE49-F238E27FC236}">
                    <a16:creationId xmlns:a16="http://schemas.microsoft.com/office/drawing/2014/main" id="{B1389719-94D0-4452-B673-7BAC7E0E6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921"/>
                <a:ext cx="67" cy="751"/>
              </a:xfrm>
              <a:custGeom>
                <a:avLst/>
                <a:gdLst>
                  <a:gd name="T0" fmla="*/ 43 w 50"/>
                  <a:gd name="T1" fmla="*/ 27 h 564"/>
                  <a:gd name="T2" fmla="*/ 90 w 50"/>
                  <a:gd name="T3" fmla="*/ 0 h 564"/>
                  <a:gd name="T4" fmla="*/ 96 w 50"/>
                  <a:gd name="T5" fmla="*/ 342 h 564"/>
                  <a:gd name="T6" fmla="*/ 91 w 50"/>
                  <a:gd name="T7" fmla="*/ 977 h 564"/>
                  <a:gd name="T8" fmla="*/ 96 w 50"/>
                  <a:gd name="T9" fmla="*/ 1310 h 564"/>
                  <a:gd name="T10" fmla="*/ 34 w 50"/>
                  <a:gd name="T11" fmla="*/ 1332 h 564"/>
                  <a:gd name="T12" fmla="*/ 72 w 50"/>
                  <a:gd name="T13" fmla="*/ 977 h 564"/>
                  <a:gd name="T14" fmla="*/ 79 w 50"/>
                  <a:gd name="T15" fmla="*/ 348 h 564"/>
                  <a:gd name="T16" fmla="*/ 43 w 50"/>
                  <a:gd name="T17" fmla="*/ 27 h 5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564">
                    <a:moveTo>
                      <a:pt x="18" y="11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50" y="107"/>
                      <a:pt x="40" y="145"/>
                    </a:cubicBezTo>
                    <a:cubicBezTo>
                      <a:pt x="40" y="145"/>
                      <a:pt x="48" y="289"/>
                      <a:pt x="38" y="414"/>
                    </a:cubicBezTo>
                    <a:cubicBezTo>
                      <a:pt x="47" y="502"/>
                      <a:pt x="44" y="518"/>
                      <a:pt x="40" y="555"/>
                    </a:cubicBezTo>
                    <a:cubicBezTo>
                      <a:pt x="14" y="564"/>
                      <a:pt x="14" y="564"/>
                      <a:pt x="14" y="564"/>
                    </a:cubicBezTo>
                    <a:cubicBezTo>
                      <a:pt x="14" y="564"/>
                      <a:pt x="10" y="457"/>
                      <a:pt x="30" y="414"/>
                    </a:cubicBezTo>
                    <a:cubicBezTo>
                      <a:pt x="30" y="414"/>
                      <a:pt x="0" y="260"/>
                      <a:pt x="33" y="147"/>
                    </a:cubicBezTo>
                    <a:cubicBezTo>
                      <a:pt x="33" y="147"/>
                      <a:pt x="17" y="130"/>
                      <a:pt x="18" y="11"/>
                    </a:cubicBezTo>
                    <a:close/>
                  </a:path>
                </a:pathLst>
              </a:custGeom>
              <a:solidFill>
                <a:srgbClr val="DB9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9" name="Freeform 349">
                <a:extLst>
                  <a:ext uri="{FF2B5EF4-FFF2-40B4-BE49-F238E27FC236}">
                    <a16:creationId xmlns:a16="http://schemas.microsoft.com/office/drawing/2014/main" id="{556EEEF7-5D0B-4669-A4FA-394512099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921"/>
                <a:ext cx="67" cy="751"/>
              </a:xfrm>
              <a:custGeom>
                <a:avLst/>
                <a:gdLst>
                  <a:gd name="T0" fmla="*/ 43 w 50"/>
                  <a:gd name="T1" fmla="*/ 27 h 564"/>
                  <a:gd name="T2" fmla="*/ 90 w 50"/>
                  <a:gd name="T3" fmla="*/ 0 h 564"/>
                  <a:gd name="T4" fmla="*/ 96 w 50"/>
                  <a:gd name="T5" fmla="*/ 342 h 564"/>
                  <a:gd name="T6" fmla="*/ 91 w 50"/>
                  <a:gd name="T7" fmla="*/ 977 h 564"/>
                  <a:gd name="T8" fmla="*/ 96 w 50"/>
                  <a:gd name="T9" fmla="*/ 1310 h 564"/>
                  <a:gd name="T10" fmla="*/ 34 w 50"/>
                  <a:gd name="T11" fmla="*/ 1332 h 564"/>
                  <a:gd name="T12" fmla="*/ 72 w 50"/>
                  <a:gd name="T13" fmla="*/ 977 h 564"/>
                  <a:gd name="T14" fmla="*/ 79 w 50"/>
                  <a:gd name="T15" fmla="*/ 348 h 564"/>
                  <a:gd name="T16" fmla="*/ 43 w 50"/>
                  <a:gd name="T17" fmla="*/ 27 h 5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564">
                    <a:moveTo>
                      <a:pt x="18" y="11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50" y="107"/>
                      <a:pt x="40" y="145"/>
                    </a:cubicBezTo>
                    <a:cubicBezTo>
                      <a:pt x="40" y="145"/>
                      <a:pt x="48" y="289"/>
                      <a:pt x="38" y="414"/>
                    </a:cubicBezTo>
                    <a:cubicBezTo>
                      <a:pt x="47" y="502"/>
                      <a:pt x="44" y="518"/>
                      <a:pt x="40" y="555"/>
                    </a:cubicBezTo>
                    <a:cubicBezTo>
                      <a:pt x="14" y="564"/>
                      <a:pt x="14" y="564"/>
                      <a:pt x="14" y="564"/>
                    </a:cubicBezTo>
                    <a:cubicBezTo>
                      <a:pt x="14" y="564"/>
                      <a:pt x="10" y="457"/>
                      <a:pt x="30" y="414"/>
                    </a:cubicBezTo>
                    <a:cubicBezTo>
                      <a:pt x="30" y="414"/>
                      <a:pt x="0" y="260"/>
                      <a:pt x="33" y="147"/>
                    </a:cubicBezTo>
                    <a:cubicBezTo>
                      <a:pt x="33" y="147"/>
                      <a:pt x="17" y="130"/>
                      <a:pt x="18" y="1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0" name="Freeform 350">
                <a:extLst>
                  <a:ext uri="{FF2B5EF4-FFF2-40B4-BE49-F238E27FC236}">
                    <a16:creationId xmlns:a16="http://schemas.microsoft.com/office/drawing/2014/main" id="{27CB7F7B-1FE5-44E6-B49D-3F6AC1C9C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660"/>
                <a:ext cx="434" cy="366"/>
              </a:xfrm>
              <a:custGeom>
                <a:avLst/>
                <a:gdLst>
                  <a:gd name="T0" fmla="*/ 0 w 325"/>
                  <a:gd name="T1" fmla="*/ 23 h 275"/>
                  <a:gd name="T2" fmla="*/ 57 w 325"/>
                  <a:gd name="T3" fmla="*/ 0 h 275"/>
                  <a:gd name="T4" fmla="*/ 240 w 325"/>
                  <a:gd name="T5" fmla="*/ 129 h 275"/>
                  <a:gd name="T6" fmla="*/ 533 w 325"/>
                  <a:gd name="T7" fmla="*/ 403 h 275"/>
                  <a:gd name="T8" fmla="*/ 775 w 325"/>
                  <a:gd name="T9" fmla="*/ 634 h 275"/>
                  <a:gd name="T10" fmla="*/ 693 w 325"/>
                  <a:gd name="T11" fmla="*/ 648 h 275"/>
                  <a:gd name="T12" fmla="*/ 526 w 325"/>
                  <a:gd name="T13" fmla="*/ 407 h 275"/>
                  <a:gd name="T14" fmla="*/ 234 w 325"/>
                  <a:gd name="T15" fmla="*/ 136 h 275"/>
                  <a:gd name="T16" fmla="*/ 0 w 325"/>
                  <a:gd name="T17" fmla="*/ 23 h 2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5" h="275">
                    <a:moveTo>
                      <a:pt x="0" y="1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74" y="22"/>
                      <a:pt x="101" y="55"/>
                    </a:cubicBezTo>
                    <a:cubicBezTo>
                      <a:pt x="101" y="55"/>
                      <a:pt x="204" y="95"/>
                      <a:pt x="224" y="171"/>
                    </a:cubicBezTo>
                    <a:cubicBezTo>
                      <a:pt x="224" y="171"/>
                      <a:pt x="290" y="206"/>
                      <a:pt x="325" y="269"/>
                    </a:cubicBezTo>
                    <a:cubicBezTo>
                      <a:pt x="291" y="275"/>
                      <a:pt x="291" y="275"/>
                      <a:pt x="291" y="275"/>
                    </a:cubicBezTo>
                    <a:cubicBezTo>
                      <a:pt x="291" y="275"/>
                      <a:pt x="219" y="234"/>
                      <a:pt x="221" y="173"/>
                    </a:cubicBezTo>
                    <a:cubicBezTo>
                      <a:pt x="221" y="173"/>
                      <a:pt x="115" y="110"/>
                      <a:pt x="98" y="58"/>
                    </a:cubicBezTo>
                    <a:cubicBezTo>
                      <a:pt x="98" y="58"/>
                      <a:pt x="28" y="47"/>
                      <a:pt x="0" y="10"/>
                    </a:cubicBezTo>
                    <a:close/>
                  </a:path>
                </a:pathLst>
              </a:custGeom>
              <a:solidFill>
                <a:srgbClr val="E2A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1" name="Freeform 351">
                <a:extLst>
                  <a:ext uri="{FF2B5EF4-FFF2-40B4-BE49-F238E27FC236}">
                    <a16:creationId xmlns:a16="http://schemas.microsoft.com/office/drawing/2014/main" id="{A872A92C-D920-4691-8608-6024CD2AE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660"/>
                <a:ext cx="434" cy="366"/>
              </a:xfrm>
              <a:custGeom>
                <a:avLst/>
                <a:gdLst>
                  <a:gd name="T0" fmla="*/ 0 w 325"/>
                  <a:gd name="T1" fmla="*/ 23 h 275"/>
                  <a:gd name="T2" fmla="*/ 57 w 325"/>
                  <a:gd name="T3" fmla="*/ 0 h 275"/>
                  <a:gd name="T4" fmla="*/ 240 w 325"/>
                  <a:gd name="T5" fmla="*/ 129 h 275"/>
                  <a:gd name="T6" fmla="*/ 533 w 325"/>
                  <a:gd name="T7" fmla="*/ 403 h 275"/>
                  <a:gd name="T8" fmla="*/ 775 w 325"/>
                  <a:gd name="T9" fmla="*/ 634 h 275"/>
                  <a:gd name="T10" fmla="*/ 693 w 325"/>
                  <a:gd name="T11" fmla="*/ 648 h 275"/>
                  <a:gd name="T12" fmla="*/ 526 w 325"/>
                  <a:gd name="T13" fmla="*/ 407 h 275"/>
                  <a:gd name="T14" fmla="*/ 234 w 325"/>
                  <a:gd name="T15" fmla="*/ 136 h 275"/>
                  <a:gd name="T16" fmla="*/ 0 w 325"/>
                  <a:gd name="T17" fmla="*/ 23 h 2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5" h="275">
                    <a:moveTo>
                      <a:pt x="0" y="1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74" y="22"/>
                      <a:pt x="101" y="55"/>
                    </a:cubicBezTo>
                    <a:cubicBezTo>
                      <a:pt x="101" y="55"/>
                      <a:pt x="204" y="95"/>
                      <a:pt x="224" y="171"/>
                    </a:cubicBezTo>
                    <a:cubicBezTo>
                      <a:pt x="224" y="171"/>
                      <a:pt x="290" y="206"/>
                      <a:pt x="325" y="269"/>
                    </a:cubicBezTo>
                    <a:cubicBezTo>
                      <a:pt x="291" y="275"/>
                      <a:pt x="291" y="275"/>
                      <a:pt x="291" y="275"/>
                    </a:cubicBezTo>
                    <a:cubicBezTo>
                      <a:pt x="291" y="275"/>
                      <a:pt x="219" y="234"/>
                      <a:pt x="221" y="173"/>
                    </a:cubicBezTo>
                    <a:cubicBezTo>
                      <a:pt x="221" y="173"/>
                      <a:pt x="115" y="110"/>
                      <a:pt x="98" y="58"/>
                    </a:cubicBezTo>
                    <a:cubicBezTo>
                      <a:pt x="98" y="58"/>
                      <a:pt x="28" y="47"/>
                      <a:pt x="0" y="1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2" name="Freeform 352">
                <a:extLst>
                  <a:ext uri="{FF2B5EF4-FFF2-40B4-BE49-F238E27FC236}">
                    <a16:creationId xmlns:a16="http://schemas.microsoft.com/office/drawing/2014/main" id="{491C0E46-D7BB-4275-A044-E26B8F3AB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1754"/>
                <a:ext cx="603" cy="181"/>
              </a:xfrm>
              <a:custGeom>
                <a:avLst/>
                <a:gdLst>
                  <a:gd name="T0" fmla="*/ 28 w 452"/>
                  <a:gd name="T1" fmla="*/ 0 h 136"/>
                  <a:gd name="T2" fmla="*/ 0 w 452"/>
                  <a:gd name="T3" fmla="*/ 44 h 136"/>
                  <a:gd name="T4" fmla="*/ 255 w 452"/>
                  <a:gd name="T5" fmla="*/ 57 h 136"/>
                  <a:gd name="T6" fmla="*/ 555 w 452"/>
                  <a:gd name="T7" fmla="*/ 108 h 136"/>
                  <a:gd name="T8" fmla="*/ 864 w 452"/>
                  <a:gd name="T9" fmla="*/ 214 h 136"/>
                  <a:gd name="T10" fmla="*/ 1029 w 452"/>
                  <a:gd name="T11" fmla="*/ 321 h 136"/>
                  <a:gd name="T12" fmla="*/ 1073 w 452"/>
                  <a:gd name="T13" fmla="*/ 294 h 136"/>
                  <a:gd name="T14" fmla="*/ 874 w 452"/>
                  <a:gd name="T15" fmla="*/ 202 h 136"/>
                  <a:gd name="T16" fmla="*/ 560 w 452"/>
                  <a:gd name="T17" fmla="*/ 97 h 136"/>
                  <a:gd name="T18" fmla="*/ 255 w 452"/>
                  <a:gd name="T19" fmla="*/ 48 h 136"/>
                  <a:gd name="T20" fmla="*/ 31 w 452"/>
                  <a:gd name="T21" fmla="*/ 0 h 1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2" h="136">
                    <a:moveTo>
                      <a:pt x="12" y="0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71" y="34"/>
                      <a:pt x="107" y="24"/>
                    </a:cubicBezTo>
                    <a:cubicBezTo>
                      <a:pt x="107" y="24"/>
                      <a:pt x="169" y="62"/>
                      <a:pt x="234" y="46"/>
                    </a:cubicBezTo>
                    <a:cubicBezTo>
                      <a:pt x="234" y="46"/>
                      <a:pt x="308" y="97"/>
                      <a:pt x="364" y="91"/>
                    </a:cubicBezTo>
                    <a:cubicBezTo>
                      <a:pt x="364" y="91"/>
                      <a:pt x="407" y="124"/>
                      <a:pt x="433" y="136"/>
                    </a:cubicBezTo>
                    <a:cubicBezTo>
                      <a:pt x="452" y="125"/>
                      <a:pt x="452" y="125"/>
                      <a:pt x="452" y="125"/>
                    </a:cubicBezTo>
                    <a:cubicBezTo>
                      <a:pt x="452" y="125"/>
                      <a:pt x="396" y="94"/>
                      <a:pt x="368" y="86"/>
                    </a:cubicBezTo>
                    <a:cubicBezTo>
                      <a:pt x="368" y="86"/>
                      <a:pt x="303" y="46"/>
                      <a:pt x="236" y="41"/>
                    </a:cubicBezTo>
                    <a:cubicBezTo>
                      <a:pt x="236" y="41"/>
                      <a:pt x="160" y="6"/>
                      <a:pt x="107" y="20"/>
                    </a:cubicBezTo>
                    <a:cubicBezTo>
                      <a:pt x="107" y="20"/>
                      <a:pt x="80" y="2"/>
                      <a:pt x="13" y="0"/>
                    </a:cubicBezTo>
                  </a:path>
                </a:pathLst>
              </a:custGeom>
              <a:solidFill>
                <a:srgbClr val="E2A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3" name="Freeform 353">
                <a:extLst>
                  <a:ext uri="{FF2B5EF4-FFF2-40B4-BE49-F238E27FC236}">
                    <a16:creationId xmlns:a16="http://schemas.microsoft.com/office/drawing/2014/main" id="{217B4BB0-873B-4A09-B89C-CED617C84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1754"/>
                <a:ext cx="603" cy="181"/>
              </a:xfrm>
              <a:custGeom>
                <a:avLst/>
                <a:gdLst>
                  <a:gd name="T0" fmla="*/ 28 w 452"/>
                  <a:gd name="T1" fmla="*/ 0 h 136"/>
                  <a:gd name="T2" fmla="*/ 0 w 452"/>
                  <a:gd name="T3" fmla="*/ 44 h 136"/>
                  <a:gd name="T4" fmla="*/ 255 w 452"/>
                  <a:gd name="T5" fmla="*/ 57 h 136"/>
                  <a:gd name="T6" fmla="*/ 555 w 452"/>
                  <a:gd name="T7" fmla="*/ 108 h 136"/>
                  <a:gd name="T8" fmla="*/ 864 w 452"/>
                  <a:gd name="T9" fmla="*/ 214 h 136"/>
                  <a:gd name="T10" fmla="*/ 1029 w 452"/>
                  <a:gd name="T11" fmla="*/ 321 h 136"/>
                  <a:gd name="T12" fmla="*/ 1073 w 452"/>
                  <a:gd name="T13" fmla="*/ 294 h 136"/>
                  <a:gd name="T14" fmla="*/ 874 w 452"/>
                  <a:gd name="T15" fmla="*/ 202 h 136"/>
                  <a:gd name="T16" fmla="*/ 560 w 452"/>
                  <a:gd name="T17" fmla="*/ 97 h 136"/>
                  <a:gd name="T18" fmla="*/ 255 w 452"/>
                  <a:gd name="T19" fmla="*/ 48 h 136"/>
                  <a:gd name="T20" fmla="*/ 31 w 452"/>
                  <a:gd name="T21" fmla="*/ 0 h 136"/>
                  <a:gd name="T22" fmla="*/ 28 w 452"/>
                  <a:gd name="T23" fmla="*/ 0 h 1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2" h="136">
                    <a:moveTo>
                      <a:pt x="12" y="0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71" y="34"/>
                      <a:pt x="107" y="24"/>
                    </a:cubicBezTo>
                    <a:cubicBezTo>
                      <a:pt x="107" y="24"/>
                      <a:pt x="169" y="62"/>
                      <a:pt x="234" y="46"/>
                    </a:cubicBezTo>
                    <a:cubicBezTo>
                      <a:pt x="234" y="46"/>
                      <a:pt x="308" y="97"/>
                      <a:pt x="364" y="91"/>
                    </a:cubicBezTo>
                    <a:cubicBezTo>
                      <a:pt x="364" y="91"/>
                      <a:pt x="407" y="124"/>
                      <a:pt x="433" y="136"/>
                    </a:cubicBezTo>
                    <a:cubicBezTo>
                      <a:pt x="452" y="125"/>
                      <a:pt x="452" y="125"/>
                      <a:pt x="452" y="125"/>
                    </a:cubicBezTo>
                    <a:cubicBezTo>
                      <a:pt x="452" y="125"/>
                      <a:pt x="396" y="94"/>
                      <a:pt x="368" y="86"/>
                    </a:cubicBezTo>
                    <a:cubicBezTo>
                      <a:pt x="368" y="86"/>
                      <a:pt x="303" y="46"/>
                      <a:pt x="236" y="41"/>
                    </a:cubicBezTo>
                    <a:cubicBezTo>
                      <a:pt x="236" y="41"/>
                      <a:pt x="160" y="6"/>
                      <a:pt x="107" y="20"/>
                    </a:cubicBezTo>
                    <a:cubicBezTo>
                      <a:pt x="107" y="20"/>
                      <a:pt x="80" y="2"/>
                      <a:pt x="13" y="0"/>
                    </a:cubicBezTo>
                    <a:lnTo>
                      <a:pt x="12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4" name="Freeform 354">
                <a:extLst>
                  <a:ext uri="{FF2B5EF4-FFF2-40B4-BE49-F238E27FC236}">
                    <a16:creationId xmlns:a16="http://schemas.microsoft.com/office/drawing/2014/main" id="{388C47AB-E409-4016-AED8-71FB7D179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3016"/>
                <a:ext cx="88" cy="553"/>
              </a:xfrm>
              <a:custGeom>
                <a:avLst/>
                <a:gdLst>
                  <a:gd name="T0" fmla="*/ 69 w 66"/>
                  <a:gd name="T1" fmla="*/ 20 h 415"/>
                  <a:gd name="T2" fmla="*/ 143 w 66"/>
                  <a:gd name="T3" fmla="*/ 0 h 415"/>
                  <a:gd name="T4" fmla="*/ 119 w 66"/>
                  <a:gd name="T5" fmla="*/ 277 h 415"/>
                  <a:gd name="T6" fmla="*/ 123 w 66"/>
                  <a:gd name="T7" fmla="*/ 973 h 415"/>
                  <a:gd name="T8" fmla="*/ 76 w 66"/>
                  <a:gd name="T9" fmla="*/ 982 h 415"/>
                  <a:gd name="T10" fmla="*/ 105 w 66"/>
                  <a:gd name="T11" fmla="*/ 278 h 415"/>
                  <a:gd name="T12" fmla="*/ 69 w 66"/>
                  <a:gd name="T13" fmla="*/ 20 h 4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15">
                    <a:moveTo>
                      <a:pt x="29" y="8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0" y="0"/>
                      <a:pt x="64" y="88"/>
                      <a:pt x="50" y="117"/>
                    </a:cubicBezTo>
                    <a:cubicBezTo>
                      <a:pt x="50" y="117"/>
                      <a:pt x="66" y="144"/>
                      <a:pt x="52" y="411"/>
                    </a:cubicBezTo>
                    <a:cubicBezTo>
                      <a:pt x="32" y="415"/>
                      <a:pt x="32" y="415"/>
                      <a:pt x="32" y="415"/>
                    </a:cubicBezTo>
                    <a:cubicBezTo>
                      <a:pt x="32" y="415"/>
                      <a:pt x="0" y="187"/>
                      <a:pt x="44" y="118"/>
                    </a:cubicBezTo>
                    <a:cubicBezTo>
                      <a:pt x="44" y="118"/>
                      <a:pt x="26" y="105"/>
                      <a:pt x="29" y="8"/>
                    </a:cubicBezTo>
                    <a:close/>
                  </a:path>
                </a:pathLst>
              </a:custGeom>
              <a:solidFill>
                <a:srgbClr val="DB9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5" name="Freeform 355">
                <a:extLst>
                  <a:ext uri="{FF2B5EF4-FFF2-40B4-BE49-F238E27FC236}">
                    <a16:creationId xmlns:a16="http://schemas.microsoft.com/office/drawing/2014/main" id="{4D7D1025-AC78-4035-88BB-93C4F7A3D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3016"/>
                <a:ext cx="88" cy="553"/>
              </a:xfrm>
              <a:custGeom>
                <a:avLst/>
                <a:gdLst>
                  <a:gd name="T0" fmla="*/ 69 w 66"/>
                  <a:gd name="T1" fmla="*/ 20 h 415"/>
                  <a:gd name="T2" fmla="*/ 143 w 66"/>
                  <a:gd name="T3" fmla="*/ 0 h 415"/>
                  <a:gd name="T4" fmla="*/ 119 w 66"/>
                  <a:gd name="T5" fmla="*/ 277 h 415"/>
                  <a:gd name="T6" fmla="*/ 123 w 66"/>
                  <a:gd name="T7" fmla="*/ 973 h 415"/>
                  <a:gd name="T8" fmla="*/ 76 w 66"/>
                  <a:gd name="T9" fmla="*/ 982 h 415"/>
                  <a:gd name="T10" fmla="*/ 105 w 66"/>
                  <a:gd name="T11" fmla="*/ 278 h 415"/>
                  <a:gd name="T12" fmla="*/ 69 w 66"/>
                  <a:gd name="T13" fmla="*/ 20 h 4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15">
                    <a:moveTo>
                      <a:pt x="29" y="8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0" y="0"/>
                      <a:pt x="64" y="88"/>
                      <a:pt x="50" y="117"/>
                    </a:cubicBezTo>
                    <a:cubicBezTo>
                      <a:pt x="50" y="117"/>
                      <a:pt x="66" y="144"/>
                      <a:pt x="52" y="411"/>
                    </a:cubicBezTo>
                    <a:cubicBezTo>
                      <a:pt x="32" y="415"/>
                      <a:pt x="32" y="415"/>
                      <a:pt x="32" y="415"/>
                    </a:cubicBezTo>
                    <a:cubicBezTo>
                      <a:pt x="32" y="415"/>
                      <a:pt x="0" y="187"/>
                      <a:pt x="44" y="118"/>
                    </a:cubicBezTo>
                    <a:cubicBezTo>
                      <a:pt x="44" y="118"/>
                      <a:pt x="26" y="105"/>
                      <a:pt x="29" y="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6" name="Freeform 356">
                <a:extLst>
                  <a:ext uri="{FF2B5EF4-FFF2-40B4-BE49-F238E27FC236}">
                    <a16:creationId xmlns:a16="http://schemas.microsoft.com/office/drawing/2014/main" id="{82A59107-5F7D-438F-AC49-265F0DEA0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158"/>
                <a:ext cx="24" cy="204"/>
              </a:xfrm>
              <a:custGeom>
                <a:avLst/>
                <a:gdLst>
                  <a:gd name="T0" fmla="*/ 0 w 18"/>
                  <a:gd name="T1" fmla="*/ 363 h 153"/>
                  <a:gd name="T2" fmla="*/ 43 w 18"/>
                  <a:gd name="T3" fmla="*/ 341 h 153"/>
                  <a:gd name="T4" fmla="*/ 27 w 18"/>
                  <a:gd name="T5" fmla="*/ 297 h 153"/>
                  <a:gd name="T6" fmla="*/ 21 w 18"/>
                  <a:gd name="T7" fmla="*/ 272 h 153"/>
                  <a:gd name="T8" fmla="*/ 16 w 18"/>
                  <a:gd name="T9" fmla="*/ 233 h 153"/>
                  <a:gd name="T10" fmla="*/ 12 w 18"/>
                  <a:gd name="T11" fmla="*/ 201 h 153"/>
                  <a:gd name="T12" fmla="*/ 15 w 18"/>
                  <a:gd name="T13" fmla="*/ 169 h 153"/>
                  <a:gd name="T14" fmla="*/ 16 w 18"/>
                  <a:gd name="T15" fmla="*/ 128 h 153"/>
                  <a:gd name="T16" fmla="*/ 15 w 18"/>
                  <a:gd name="T17" fmla="*/ 76 h 153"/>
                  <a:gd name="T18" fmla="*/ 16 w 18"/>
                  <a:gd name="T19" fmla="*/ 41 h 153"/>
                  <a:gd name="T20" fmla="*/ 9 w 18"/>
                  <a:gd name="T21" fmla="*/ 16 h 153"/>
                  <a:gd name="T22" fmla="*/ 1 w 18"/>
                  <a:gd name="T23" fmla="*/ 0 h 153"/>
                  <a:gd name="T24" fmla="*/ 0 w 18"/>
                  <a:gd name="T25" fmla="*/ 363 h 1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153">
                    <a:moveTo>
                      <a:pt x="0" y="153"/>
                    </a:moveTo>
                    <a:cubicBezTo>
                      <a:pt x="18" y="144"/>
                      <a:pt x="18" y="144"/>
                      <a:pt x="18" y="144"/>
                    </a:cubicBezTo>
                    <a:cubicBezTo>
                      <a:pt x="18" y="144"/>
                      <a:pt x="14" y="129"/>
                      <a:pt x="11" y="125"/>
                    </a:cubicBezTo>
                    <a:cubicBezTo>
                      <a:pt x="9" y="121"/>
                      <a:pt x="9" y="121"/>
                      <a:pt x="9" y="115"/>
                    </a:cubicBezTo>
                    <a:cubicBezTo>
                      <a:pt x="9" y="109"/>
                      <a:pt x="8" y="102"/>
                      <a:pt x="7" y="98"/>
                    </a:cubicBezTo>
                    <a:cubicBezTo>
                      <a:pt x="5" y="94"/>
                      <a:pt x="5" y="86"/>
                      <a:pt x="5" y="85"/>
                    </a:cubicBezTo>
                    <a:cubicBezTo>
                      <a:pt x="5" y="83"/>
                      <a:pt x="6" y="73"/>
                      <a:pt x="6" y="71"/>
                    </a:cubicBezTo>
                    <a:cubicBezTo>
                      <a:pt x="6" y="70"/>
                      <a:pt x="7" y="59"/>
                      <a:pt x="7" y="54"/>
                    </a:cubicBezTo>
                    <a:cubicBezTo>
                      <a:pt x="6" y="50"/>
                      <a:pt x="7" y="35"/>
                      <a:pt x="6" y="32"/>
                    </a:cubicBezTo>
                    <a:cubicBezTo>
                      <a:pt x="6" y="29"/>
                      <a:pt x="8" y="20"/>
                      <a:pt x="7" y="17"/>
                    </a:cubicBezTo>
                    <a:cubicBezTo>
                      <a:pt x="6" y="15"/>
                      <a:pt x="4" y="7"/>
                      <a:pt x="4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53"/>
                    </a:lnTo>
                    <a:close/>
                  </a:path>
                </a:pathLst>
              </a:custGeom>
              <a:solidFill>
                <a:srgbClr val="5F3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7" name="Freeform 357">
                <a:extLst>
                  <a:ext uri="{FF2B5EF4-FFF2-40B4-BE49-F238E27FC236}">
                    <a16:creationId xmlns:a16="http://schemas.microsoft.com/office/drawing/2014/main" id="{47FCABDE-F218-4369-98DA-AB6A0A440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1971"/>
                <a:ext cx="182" cy="272"/>
              </a:xfrm>
              <a:custGeom>
                <a:avLst/>
                <a:gdLst>
                  <a:gd name="T0" fmla="*/ 96 w 136"/>
                  <a:gd name="T1" fmla="*/ 23 h 204"/>
                  <a:gd name="T2" fmla="*/ 41 w 136"/>
                  <a:gd name="T3" fmla="*/ 228 h 204"/>
                  <a:gd name="T4" fmla="*/ 215 w 136"/>
                  <a:gd name="T5" fmla="*/ 469 h 204"/>
                  <a:gd name="T6" fmla="*/ 269 w 136"/>
                  <a:gd name="T7" fmla="*/ 155 h 204"/>
                  <a:gd name="T8" fmla="*/ 96 w 136"/>
                  <a:gd name="T9" fmla="*/ 23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204">
                    <a:moveTo>
                      <a:pt x="40" y="10"/>
                    </a:moveTo>
                    <a:cubicBezTo>
                      <a:pt x="27" y="14"/>
                      <a:pt x="0" y="67"/>
                      <a:pt x="17" y="96"/>
                    </a:cubicBezTo>
                    <a:cubicBezTo>
                      <a:pt x="34" y="124"/>
                      <a:pt x="58" y="204"/>
                      <a:pt x="90" y="198"/>
                    </a:cubicBezTo>
                    <a:cubicBezTo>
                      <a:pt x="123" y="193"/>
                      <a:pt x="136" y="108"/>
                      <a:pt x="112" y="65"/>
                    </a:cubicBezTo>
                    <a:cubicBezTo>
                      <a:pt x="89" y="22"/>
                      <a:pt x="73" y="0"/>
                      <a:pt x="40" y="10"/>
                    </a:cubicBezTo>
                    <a:close/>
                  </a:path>
                </a:pathLst>
              </a:custGeom>
              <a:solidFill>
                <a:srgbClr val="F6E072"/>
              </a:solidFill>
              <a:ln w="7938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8" name="Freeform 358">
                <a:extLst>
                  <a:ext uri="{FF2B5EF4-FFF2-40B4-BE49-F238E27FC236}">
                    <a16:creationId xmlns:a16="http://schemas.microsoft.com/office/drawing/2014/main" id="{0D8287B8-2860-44FE-A79E-BDE62B5E2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1997"/>
                <a:ext cx="110" cy="217"/>
              </a:xfrm>
              <a:custGeom>
                <a:avLst/>
                <a:gdLst>
                  <a:gd name="T0" fmla="*/ 58 w 83"/>
                  <a:gd name="T1" fmla="*/ 7 h 163"/>
                  <a:gd name="T2" fmla="*/ 28 w 83"/>
                  <a:gd name="T3" fmla="*/ 200 h 163"/>
                  <a:gd name="T4" fmla="*/ 129 w 83"/>
                  <a:gd name="T5" fmla="*/ 378 h 163"/>
                  <a:gd name="T6" fmla="*/ 166 w 83"/>
                  <a:gd name="T7" fmla="*/ 149 h 163"/>
                  <a:gd name="T8" fmla="*/ 58 w 83"/>
                  <a:gd name="T9" fmla="*/ 7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63">
                    <a:moveTo>
                      <a:pt x="25" y="3"/>
                    </a:moveTo>
                    <a:cubicBezTo>
                      <a:pt x="7" y="7"/>
                      <a:pt x="0" y="68"/>
                      <a:pt x="12" y="85"/>
                    </a:cubicBezTo>
                    <a:cubicBezTo>
                      <a:pt x="25" y="102"/>
                      <a:pt x="32" y="158"/>
                      <a:pt x="55" y="160"/>
                    </a:cubicBezTo>
                    <a:cubicBezTo>
                      <a:pt x="79" y="163"/>
                      <a:pt x="83" y="107"/>
                      <a:pt x="71" y="63"/>
                    </a:cubicBezTo>
                    <a:cubicBezTo>
                      <a:pt x="58" y="19"/>
                      <a:pt x="46" y="0"/>
                      <a:pt x="25" y="3"/>
                    </a:cubicBezTo>
                    <a:close/>
                  </a:path>
                </a:pathLst>
              </a:custGeom>
              <a:solidFill>
                <a:srgbClr val="FAE896"/>
              </a:solidFill>
              <a:ln w="7938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9" name="Oval 359">
                <a:extLst>
                  <a:ext uri="{FF2B5EF4-FFF2-40B4-BE49-F238E27FC236}">
                    <a16:creationId xmlns:a16="http://schemas.microsoft.com/office/drawing/2014/main" id="{C2A18449-8A75-4BF8-B8CA-2A3A8DC0A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2" y="2050"/>
                <a:ext cx="12" cy="13"/>
              </a:xfrm>
              <a:prstGeom prst="ellipse">
                <a:avLst/>
              </a:pr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320" name="Oval 360">
                <a:extLst>
                  <a:ext uri="{FF2B5EF4-FFF2-40B4-BE49-F238E27FC236}">
                    <a16:creationId xmlns:a16="http://schemas.microsoft.com/office/drawing/2014/main" id="{4A649E35-967E-4836-BF73-6EFC2B80B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2" y="2036"/>
                <a:ext cx="8" cy="8"/>
              </a:xfrm>
              <a:prstGeom prst="ellipse">
                <a:avLst/>
              </a:pr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321" name="Oval 361">
                <a:extLst>
                  <a:ext uri="{FF2B5EF4-FFF2-40B4-BE49-F238E27FC236}">
                    <a16:creationId xmlns:a16="http://schemas.microsoft.com/office/drawing/2014/main" id="{EE6BA990-6143-4CD9-A184-1D1F2A64F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9" y="2019"/>
                <a:ext cx="15" cy="15"/>
              </a:xfrm>
              <a:prstGeom prst="ellipse">
                <a:avLst/>
              </a:pr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322" name="Oval 362">
                <a:extLst>
                  <a:ext uri="{FF2B5EF4-FFF2-40B4-BE49-F238E27FC236}">
                    <a16:creationId xmlns:a16="http://schemas.microsoft.com/office/drawing/2014/main" id="{1A2ECEDB-AD72-4536-B8C3-41DA424A2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7" y="2090"/>
                <a:ext cx="10" cy="10"/>
              </a:xfrm>
              <a:prstGeom prst="ellipse">
                <a:avLst/>
              </a:pr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323" name="Oval 363">
                <a:extLst>
                  <a:ext uri="{FF2B5EF4-FFF2-40B4-BE49-F238E27FC236}">
                    <a16:creationId xmlns:a16="http://schemas.microsoft.com/office/drawing/2014/main" id="{3FA9EADD-3B6D-4353-881C-9EC6445C5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8" y="2095"/>
                <a:ext cx="8" cy="8"/>
              </a:xfrm>
              <a:prstGeom prst="ellipse">
                <a:avLst/>
              </a:pr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324" name="Freeform 364">
                <a:extLst>
                  <a:ext uri="{FF2B5EF4-FFF2-40B4-BE49-F238E27FC236}">
                    <a16:creationId xmlns:a16="http://schemas.microsoft.com/office/drawing/2014/main" id="{4183D6B9-BD4F-4450-97C3-D44112DBC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1923"/>
                <a:ext cx="206" cy="249"/>
              </a:xfrm>
              <a:custGeom>
                <a:avLst/>
                <a:gdLst>
                  <a:gd name="T0" fmla="*/ 0 w 154"/>
                  <a:gd name="T1" fmla="*/ 21 h 187"/>
                  <a:gd name="T2" fmla="*/ 147 w 154"/>
                  <a:gd name="T3" fmla="*/ 23 h 187"/>
                  <a:gd name="T4" fmla="*/ 261 w 154"/>
                  <a:gd name="T5" fmla="*/ 119 h 187"/>
                  <a:gd name="T6" fmla="*/ 367 w 154"/>
                  <a:gd name="T7" fmla="*/ 273 h 187"/>
                  <a:gd name="T8" fmla="*/ 356 w 154"/>
                  <a:gd name="T9" fmla="*/ 348 h 187"/>
                  <a:gd name="T10" fmla="*/ 356 w 154"/>
                  <a:gd name="T11" fmla="*/ 442 h 1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4" h="187">
                    <a:moveTo>
                      <a:pt x="0" y="9"/>
                    </a:moveTo>
                    <a:cubicBezTo>
                      <a:pt x="22" y="8"/>
                      <a:pt x="40" y="0"/>
                      <a:pt x="61" y="10"/>
                    </a:cubicBezTo>
                    <a:cubicBezTo>
                      <a:pt x="80" y="20"/>
                      <a:pt x="93" y="37"/>
                      <a:pt x="109" y="50"/>
                    </a:cubicBezTo>
                    <a:cubicBezTo>
                      <a:pt x="130" y="66"/>
                      <a:pt x="149" y="89"/>
                      <a:pt x="153" y="116"/>
                    </a:cubicBezTo>
                    <a:cubicBezTo>
                      <a:pt x="154" y="128"/>
                      <a:pt x="151" y="136"/>
                      <a:pt x="149" y="147"/>
                    </a:cubicBezTo>
                    <a:cubicBezTo>
                      <a:pt x="145" y="161"/>
                      <a:pt x="147" y="173"/>
                      <a:pt x="149" y="187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5" name="Freeform 365">
                <a:extLst>
                  <a:ext uri="{FF2B5EF4-FFF2-40B4-BE49-F238E27FC236}">
                    <a16:creationId xmlns:a16="http://schemas.microsoft.com/office/drawing/2014/main" id="{D3FB9F67-A2EE-4F03-B27E-648F95479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2029"/>
                <a:ext cx="28" cy="54"/>
              </a:xfrm>
              <a:custGeom>
                <a:avLst/>
                <a:gdLst>
                  <a:gd name="T0" fmla="*/ 49 w 21"/>
                  <a:gd name="T1" fmla="*/ 94 h 41"/>
                  <a:gd name="T2" fmla="*/ 0 w 2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1">
                    <a:moveTo>
                      <a:pt x="21" y="41"/>
                    </a:moveTo>
                    <a:cubicBezTo>
                      <a:pt x="8" y="33"/>
                      <a:pt x="3" y="1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6" name="Freeform 366">
                <a:extLst>
                  <a:ext uri="{FF2B5EF4-FFF2-40B4-BE49-F238E27FC236}">
                    <a16:creationId xmlns:a16="http://schemas.microsoft.com/office/drawing/2014/main" id="{37C46AC7-1E9F-401F-BF4C-FB9F1F753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044"/>
                <a:ext cx="33" cy="46"/>
              </a:xfrm>
              <a:custGeom>
                <a:avLst/>
                <a:gdLst>
                  <a:gd name="T0" fmla="*/ 0 w 25"/>
                  <a:gd name="T1" fmla="*/ 0 h 34"/>
                  <a:gd name="T2" fmla="*/ 58 w 25"/>
                  <a:gd name="T3" fmla="*/ 8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cubicBezTo>
                      <a:pt x="6" y="13"/>
                      <a:pt x="11" y="26"/>
                      <a:pt x="25" y="34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7" name="Freeform 367">
                <a:extLst>
                  <a:ext uri="{FF2B5EF4-FFF2-40B4-BE49-F238E27FC236}">
                    <a16:creationId xmlns:a16="http://schemas.microsoft.com/office/drawing/2014/main" id="{AF95DF23-F9D5-4BFD-98B2-4471690F2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2059"/>
                <a:ext cx="13" cy="87"/>
              </a:xfrm>
              <a:custGeom>
                <a:avLst/>
                <a:gdLst>
                  <a:gd name="T0" fmla="*/ 17 w 10"/>
                  <a:gd name="T1" fmla="*/ 0 h 65"/>
                  <a:gd name="T2" fmla="*/ 0 w 10"/>
                  <a:gd name="T3" fmla="*/ 155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5">
                    <a:moveTo>
                      <a:pt x="8" y="0"/>
                    </a:moveTo>
                    <a:cubicBezTo>
                      <a:pt x="10" y="25"/>
                      <a:pt x="8" y="41"/>
                      <a:pt x="0" y="65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8" name="Freeform 368">
                <a:extLst>
                  <a:ext uri="{FF2B5EF4-FFF2-40B4-BE49-F238E27FC236}">
                    <a16:creationId xmlns:a16="http://schemas.microsoft.com/office/drawing/2014/main" id="{636AAF4D-C442-4053-8A0E-A18CA5BD1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982"/>
                <a:ext cx="128" cy="168"/>
              </a:xfrm>
              <a:custGeom>
                <a:avLst/>
                <a:gdLst>
                  <a:gd name="T0" fmla="*/ 0 w 96"/>
                  <a:gd name="T1" fmla="*/ 0 h 126"/>
                  <a:gd name="T2" fmla="*/ 128 w 96"/>
                  <a:gd name="T3" fmla="*/ 101 h 126"/>
                  <a:gd name="T4" fmla="*/ 208 w 96"/>
                  <a:gd name="T5" fmla="*/ 299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26">
                    <a:moveTo>
                      <a:pt x="0" y="0"/>
                    </a:moveTo>
                    <a:cubicBezTo>
                      <a:pt x="12" y="19"/>
                      <a:pt x="36" y="30"/>
                      <a:pt x="54" y="43"/>
                    </a:cubicBezTo>
                    <a:cubicBezTo>
                      <a:pt x="84" y="65"/>
                      <a:pt x="96" y="88"/>
                      <a:pt x="88" y="126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9" name="Freeform 369">
                <a:extLst>
                  <a:ext uri="{FF2B5EF4-FFF2-40B4-BE49-F238E27FC236}">
                    <a16:creationId xmlns:a16="http://schemas.microsoft.com/office/drawing/2014/main" id="{7A0FB098-7794-4E4A-9FE1-340DB289B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995"/>
                <a:ext cx="103" cy="101"/>
              </a:xfrm>
              <a:custGeom>
                <a:avLst/>
                <a:gdLst>
                  <a:gd name="T0" fmla="*/ 0 w 77"/>
                  <a:gd name="T1" fmla="*/ 0 h 76"/>
                  <a:gd name="T2" fmla="*/ 177 w 77"/>
                  <a:gd name="T3" fmla="*/ 17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76">
                    <a:moveTo>
                      <a:pt x="0" y="0"/>
                    </a:moveTo>
                    <a:cubicBezTo>
                      <a:pt x="25" y="23"/>
                      <a:pt x="77" y="34"/>
                      <a:pt x="74" y="76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0" name="Freeform 370">
                <a:extLst>
                  <a:ext uri="{FF2B5EF4-FFF2-40B4-BE49-F238E27FC236}">
                    <a16:creationId xmlns:a16="http://schemas.microsoft.com/office/drawing/2014/main" id="{FC86F571-1028-4A32-BE2E-A93FB292A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1970"/>
                <a:ext cx="90" cy="56"/>
              </a:xfrm>
              <a:custGeom>
                <a:avLst/>
                <a:gdLst>
                  <a:gd name="T0" fmla="*/ 0 w 68"/>
                  <a:gd name="T1" fmla="*/ 0 h 42"/>
                  <a:gd name="T2" fmla="*/ 158 w 68"/>
                  <a:gd name="T3" fmla="*/ 10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42">
                    <a:moveTo>
                      <a:pt x="0" y="0"/>
                    </a:moveTo>
                    <a:cubicBezTo>
                      <a:pt x="15" y="28"/>
                      <a:pt x="51" y="20"/>
                      <a:pt x="68" y="42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1" name="Freeform 371">
                <a:extLst>
                  <a:ext uri="{FF2B5EF4-FFF2-40B4-BE49-F238E27FC236}">
                    <a16:creationId xmlns:a16="http://schemas.microsoft.com/office/drawing/2014/main" id="{5B041748-7C9C-41EE-BCE3-258F597E0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1783"/>
                <a:ext cx="58" cy="160"/>
              </a:xfrm>
              <a:custGeom>
                <a:avLst/>
                <a:gdLst>
                  <a:gd name="T0" fmla="*/ 0 w 43"/>
                  <a:gd name="T1" fmla="*/ 0 h 120"/>
                  <a:gd name="T2" fmla="*/ 82 w 43"/>
                  <a:gd name="T3" fmla="*/ 107 h 120"/>
                  <a:gd name="T4" fmla="*/ 62 w 43"/>
                  <a:gd name="T5" fmla="*/ 284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20">
                    <a:moveTo>
                      <a:pt x="0" y="0"/>
                    </a:moveTo>
                    <a:cubicBezTo>
                      <a:pt x="15" y="7"/>
                      <a:pt x="28" y="30"/>
                      <a:pt x="33" y="45"/>
                    </a:cubicBezTo>
                    <a:cubicBezTo>
                      <a:pt x="43" y="72"/>
                      <a:pt x="38" y="95"/>
                      <a:pt x="25" y="120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2" name="Freeform 372">
                <a:extLst>
                  <a:ext uri="{FF2B5EF4-FFF2-40B4-BE49-F238E27FC236}">
                    <a16:creationId xmlns:a16="http://schemas.microsoft.com/office/drawing/2014/main" id="{82803E74-07EA-42DD-8C0B-439A81641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1813"/>
                <a:ext cx="27" cy="118"/>
              </a:xfrm>
              <a:custGeom>
                <a:avLst/>
                <a:gdLst>
                  <a:gd name="T0" fmla="*/ 0 w 20"/>
                  <a:gd name="T1" fmla="*/ 0 h 89"/>
                  <a:gd name="T2" fmla="*/ 1 w 20"/>
                  <a:gd name="T3" fmla="*/ 207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9">
                    <a:moveTo>
                      <a:pt x="0" y="0"/>
                    </a:moveTo>
                    <a:cubicBezTo>
                      <a:pt x="20" y="29"/>
                      <a:pt x="14" y="59"/>
                      <a:pt x="1" y="89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3" name="Freeform 373">
                <a:extLst>
                  <a:ext uri="{FF2B5EF4-FFF2-40B4-BE49-F238E27FC236}">
                    <a16:creationId xmlns:a16="http://schemas.microsoft.com/office/drawing/2014/main" id="{148043ED-A63C-4014-808B-C20CA478C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843"/>
                <a:ext cx="54" cy="80"/>
              </a:xfrm>
              <a:custGeom>
                <a:avLst/>
                <a:gdLst>
                  <a:gd name="T0" fmla="*/ 9 w 40"/>
                  <a:gd name="T1" fmla="*/ 0 h 60"/>
                  <a:gd name="T2" fmla="*/ 99 w 40"/>
                  <a:gd name="T3" fmla="*/ 116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60">
                    <a:moveTo>
                      <a:pt x="4" y="0"/>
                    </a:moveTo>
                    <a:cubicBezTo>
                      <a:pt x="3" y="27"/>
                      <a:pt x="0" y="60"/>
                      <a:pt x="40" y="49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4" name="Freeform 374">
                <a:extLst>
                  <a:ext uri="{FF2B5EF4-FFF2-40B4-BE49-F238E27FC236}">
                    <a16:creationId xmlns:a16="http://schemas.microsoft.com/office/drawing/2014/main" id="{E4FA31B4-7966-4457-9AA5-D4638962F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1855"/>
                <a:ext cx="32" cy="32"/>
              </a:xfrm>
              <a:custGeom>
                <a:avLst/>
                <a:gdLst>
                  <a:gd name="T0" fmla="*/ 20 w 24"/>
                  <a:gd name="T1" fmla="*/ 0 h 24"/>
                  <a:gd name="T2" fmla="*/ 57 w 24"/>
                  <a:gd name="T3" fmla="*/ 49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4">
                    <a:moveTo>
                      <a:pt x="8" y="0"/>
                    </a:moveTo>
                    <a:cubicBezTo>
                      <a:pt x="0" y="13"/>
                      <a:pt x="10" y="24"/>
                      <a:pt x="24" y="21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5" name="Freeform 375">
                <a:extLst>
                  <a:ext uri="{FF2B5EF4-FFF2-40B4-BE49-F238E27FC236}">
                    <a16:creationId xmlns:a16="http://schemas.microsoft.com/office/drawing/2014/main" id="{ADBA9068-369D-4269-9544-FE3046AEF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982"/>
                <a:ext cx="158" cy="241"/>
              </a:xfrm>
              <a:custGeom>
                <a:avLst/>
                <a:gdLst>
                  <a:gd name="T0" fmla="*/ 0 w 118"/>
                  <a:gd name="T1" fmla="*/ 0 h 181"/>
                  <a:gd name="T2" fmla="*/ 183 w 118"/>
                  <a:gd name="T3" fmla="*/ 112 h 181"/>
                  <a:gd name="T4" fmla="*/ 206 w 118"/>
                  <a:gd name="T5" fmla="*/ 216 h 181"/>
                  <a:gd name="T6" fmla="*/ 279 w 118"/>
                  <a:gd name="T7" fmla="*/ 427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181">
                    <a:moveTo>
                      <a:pt x="0" y="0"/>
                    </a:moveTo>
                    <a:cubicBezTo>
                      <a:pt x="30" y="16"/>
                      <a:pt x="63" y="12"/>
                      <a:pt x="76" y="47"/>
                    </a:cubicBezTo>
                    <a:cubicBezTo>
                      <a:pt x="81" y="61"/>
                      <a:pt x="81" y="77"/>
                      <a:pt x="86" y="92"/>
                    </a:cubicBezTo>
                    <a:cubicBezTo>
                      <a:pt x="95" y="123"/>
                      <a:pt x="118" y="146"/>
                      <a:pt x="116" y="181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6" name="Freeform 376">
                <a:extLst>
                  <a:ext uri="{FF2B5EF4-FFF2-40B4-BE49-F238E27FC236}">
                    <a16:creationId xmlns:a16="http://schemas.microsoft.com/office/drawing/2014/main" id="{8702BBE9-4979-4C22-A090-94E4FD820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021"/>
                <a:ext cx="63" cy="110"/>
              </a:xfrm>
              <a:custGeom>
                <a:avLst/>
                <a:gdLst>
                  <a:gd name="T0" fmla="*/ 0 w 47"/>
                  <a:gd name="T1" fmla="*/ 0 h 83"/>
                  <a:gd name="T2" fmla="*/ 78 w 47"/>
                  <a:gd name="T3" fmla="*/ 65 h 83"/>
                  <a:gd name="T4" fmla="*/ 113 w 47"/>
                  <a:gd name="T5" fmla="*/ 193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3">
                    <a:moveTo>
                      <a:pt x="0" y="0"/>
                    </a:moveTo>
                    <a:cubicBezTo>
                      <a:pt x="11" y="10"/>
                      <a:pt x="24" y="13"/>
                      <a:pt x="32" y="28"/>
                    </a:cubicBezTo>
                    <a:cubicBezTo>
                      <a:pt x="41" y="45"/>
                      <a:pt x="40" y="65"/>
                      <a:pt x="47" y="83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7" name="Freeform 377">
                <a:extLst>
                  <a:ext uri="{FF2B5EF4-FFF2-40B4-BE49-F238E27FC236}">
                    <a16:creationId xmlns:a16="http://schemas.microsoft.com/office/drawing/2014/main" id="{5F4F167B-F9C1-45B6-B5E0-A786779B7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1675"/>
                <a:ext cx="186" cy="75"/>
              </a:xfrm>
              <a:custGeom>
                <a:avLst/>
                <a:gdLst>
                  <a:gd name="T0" fmla="*/ 0 w 140"/>
                  <a:gd name="T1" fmla="*/ 106 h 56"/>
                  <a:gd name="T2" fmla="*/ 328 w 140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0" h="56">
                    <a:moveTo>
                      <a:pt x="0" y="44"/>
                    </a:moveTo>
                    <a:cubicBezTo>
                      <a:pt x="40" y="56"/>
                      <a:pt x="120" y="40"/>
                      <a:pt x="140" y="0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8" name="Freeform 378">
                <a:extLst>
                  <a:ext uri="{FF2B5EF4-FFF2-40B4-BE49-F238E27FC236}">
                    <a16:creationId xmlns:a16="http://schemas.microsoft.com/office/drawing/2014/main" id="{13E4A912-D4F8-42EF-8E78-C08D8EBE5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1702"/>
                <a:ext cx="129" cy="49"/>
              </a:xfrm>
              <a:custGeom>
                <a:avLst/>
                <a:gdLst>
                  <a:gd name="T0" fmla="*/ 0 w 97"/>
                  <a:gd name="T1" fmla="*/ 85 h 37"/>
                  <a:gd name="T2" fmla="*/ 229 w 97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37">
                    <a:moveTo>
                      <a:pt x="0" y="36"/>
                    </a:moveTo>
                    <a:cubicBezTo>
                      <a:pt x="32" y="37"/>
                      <a:pt x="74" y="21"/>
                      <a:pt x="97" y="0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9" name="Freeform 379">
                <a:extLst>
                  <a:ext uri="{FF2B5EF4-FFF2-40B4-BE49-F238E27FC236}">
                    <a16:creationId xmlns:a16="http://schemas.microsoft.com/office/drawing/2014/main" id="{4ECDC8BC-F53F-422B-BDD7-471FAF085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750"/>
                <a:ext cx="24" cy="59"/>
              </a:xfrm>
              <a:custGeom>
                <a:avLst/>
                <a:gdLst>
                  <a:gd name="T0" fmla="*/ 43 w 18"/>
                  <a:gd name="T1" fmla="*/ 0 h 44"/>
                  <a:gd name="T2" fmla="*/ 33 w 18"/>
                  <a:gd name="T3" fmla="*/ 10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4">
                    <a:moveTo>
                      <a:pt x="18" y="0"/>
                    </a:moveTo>
                    <a:cubicBezTo>
                      <a:pt x="0" y="5"/>
                      <a:pt x="6" y="33"/>
                      <a:pt x="14" y="44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0" name="Freeform 380">
                <a:extLst>
                  <a:ext uri="{FF2B5EF4-FFF2-40B4-BE49-F238E27FC236}">
                    <a16:creationId xmlns:a16="http://schemas.microsoft.com/office/drawing/2014/main" id="{DFE3FEBB-7061-44C2-888D-E9B919821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765"/>
                <a:ext cx="13" cy="32"/>
              </a:xfrm>
              <a:custGeom>
                <a:avLst/>
                <a:gdLst>
                  <a:gd name="T0" fmla="*/ 16 w 10"/>
                  <a:gd name="T1" fmla="*/ 0 h 24"/>
                  <a:gd name="T2" fmla="*/ 22 w 10"/>
                  <a:gd name="T3" fmla="*/ 5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4">
                    <a:moveTo>
                      <a:pt x="7" y="0"/>
                    </a:moveTo>
                    <a:cubicBezTo>
                      <a:pt x="0" y="7"/>
                      <a:pt x="2" y="18"/>
                      <a:pt x="10" y="24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1" name="Freeform 381">
                <a:extLst>
                  <a:ext uri="{FF2B5EF4-FFF2-40B4-BE49-F238E27FC236}">
                    <a16:creationId xmlns:a16="http://schemas.microsoft.com/office/drawing/2014/main" id="{52352226-D53E-4616-AED1-D64A3CCAD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1974"/>
                <a:ext cx="36" cy="126"/>
              </a:xfrm>
              <a:custGeom>
                <a:avLst/>
                <a:gdLst>
                  <a:gd name="T0" fmla="*/ 0 w 27"/>
                  <a:gd name="T1" fmla="*/ 0 h 95"/>
                  <a:gd name="T2" fmla="*/ 0 w 27"/>
                  <a:gd name="T3" fmla="*/ 221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95">
                    <a:moveTo>
                      <a:pt x="0" y="0"/>
                    </a:moveTo>
                    <a:cubicBezTo>
                      <a:pt x="27" y="27"/>
                      <a:pt x="18" y="67"/>
                      <a:pt x="0" y="95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2" name="Freeform 382">
                <a:extLst>
                  <a:ext uri="{FF2B5EF4-FFF2-40B4-BE49-F238E27FC236}">
                    <a16:creationId xmlns:a16="http://schemas.microsoft.com/office/drawing/2014/main" id="{EEA5C7BC-490E-459F-90F3-B93A71288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1993"/>
                <a:ext cx="12" cy="71"/>
              </a:xfrm>
              <a:custGeom>
                <a:avLst/>
                <a:gdLst>
                  <a:gd name="T0" fmla="*/ 16 w 9"/>
                  <a:gd name="T1" fmla="*/ 1 h 54"/>
                  <a:gd name="T2" fmla="*/ 0 w 9"/>
                  <a:gd name="T3" fmla="*/ 122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4">
                    <a:moveTo>
                      <a:pt x="7" y="1"/>
                    </a:moveTo>
                    <a:cubicBezTo>
                      <a:pt x="9" y="0"/>
                      <a:pt x="6" y="45"/>
                      <a:pt x="0" y="54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3" name="Freeform 383">
                <a:extLst>
                  <a:ext uri="{FF2B5EF4-FFF2-40B4-BE49-F238E27FC236}">
                    <a16:creationId xmlns:a16="http://schemas.microsoft.com/office/drawing/2014/main" id="{043C99F2-F8E5-4380-9BFC-68EB16EAB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1630"/>
                <a:ext cx="64" cy="151"/>
              </a:xfrm>
              <a:custGeom>
                <a:avLst/>
                <a:gdLst>
                  <a:gd name="T0" fmla="*/ 0 w 48"/>
                  <a:gd name="T1" fmla="*/ 9 h 113"/>
                  <a:gd name="T2" fmla="*/ 65 w 48"/>
                  <a:gd name="T3" fmla="*/ 49 h 113"/>
                  <a:gd name="T4" fmla="*/ 71 w 48"/>
                  <a:gd name="T5" fmla="*/ 270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13">
                    <a:moveTo>
                      <a:pt x="0" y="4"/>
                    </a:moveTo>
                    <a:cubicBezTo>
                      <a:pt x="9" y="0"/>
                      <a:pt x="22" y="15"/>
                      <a:pt x="28" y="21"/>
                    </a:cubicBezTo>
                    <a:cubicBezTo>
                      <a:pt x="48" y="46"/>
                      <a:pt x="48" y="86"/>
                      <a:pt x="30" y="113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4" name="Freeform 384">
                <a:extLst>
                  <a:ext uri="{FF2B5EF4-FFF2-40B4-BE49-F238E27FC236}">
                    <a16:creationId xmlns:a16="http://schemas.microsoft.com/office/drawing/2014/main" id="{37BD6A6E-637B-429C-A43B-2B54D98C0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1641"/>
                <a:ext cx="27" cy="85"/>
              </a:xfrm>
              <a:custGeom>
                <a:avLst/>
                <a:gdLst>
                  <a:gd name="T0" fmla="*/ 0 w 20"/>
                  <a:gd name="T1" fmla="*/ 0 h 64"/>
                  <a:gd name="T2" fmla="*/ 30 w 20"/>
                  <a:gd name="T3" fmla="*/ 15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4">
                    <a:moveTo>
                      <a:pt x="0" y="0"/>
                    </a:moveTo>
                    <a:cubicBezTo>
                      <a:pt x="16" y="16"/>
                      <a:pt x="20" y="43"/>
                      <a:pt x="12" y="64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5" name="Freeform 385">
                <a:extLst>
                  <a:ext uri="{FF2B5EF4-FFF2-40B4-BE49-F238E27FC236}">
                    <a16:creationId xmlns:a16="http://schemas.microsoft.com/office/drawing/2014/main" id="{BB1BA34F-4DFE-4B90-A944-8988EAD4E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035"/>
                <a:ext cx="140" cy="165"/>
              </a:xfrm>
              <a:custGeom>
                <a:avLst/>
                <a:gdLst>
                  <a:gd name="T0" fmla="*/ 0 w 105"/>
                  <a:gd name="T1" fmla="*/ 0 h 124"/>
                  <a:gd name="T2" fmla="*/ 123 w 105"/>
                  <a:gd name="T3" fmla="*/ 200 h 124"/>
                  <a:gd name="T4" fmla="*/ 249 w 105"/>
                  <a:gd name="T5" fmla="*/ 202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124">
                    <a:moveTo>
                      <a:pt x="0" y="0"/>
                    </a:moveTo>
                    <a:cubicBezTo>
                      <a:pt x="31" y="22"/>
                      <a:pt x="52" y="45"/>
                      <a:pt x="52" y="85"/>
                    </a:cubicBezTo>
                    <a:cubicBezTo>
                      <a:pt x="52" y="124"/>
                      <a:pt x="83" y="84"/>
                      <a:pt x="105" y="86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6" name="Freeform 386">
                <a:extLst>
                  <a:ext uri="{FF2B5EF4-FFF2-40B4-BE49-F238E27FC236}">
                    <a16:creationId xmlns:a16="http://schemas.microsoft.com/office/drawing/2014/main" id="{2D4D08BE-7C82-4A2D-B61B-582169F7E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036"/>
                <a:ext cx="52" cy="112"/>
              </a:xfrm>
              <a:custGeom>
                <a:avLst/>
                <a:gdLst>
                  <a:gd name="T0" fmla="*/ 0 w 39"/>
                  <a:gd name="T1" fmla="*/ 0 h 84"/>
                  <a:gd name="T2" fmla="*/ 65 w 39"/>
                  <a:gd name="T3" fmla="*/ 199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84">
                    <a:moveTo>
                      <a:pt x="0" y="0"/>
                    </a:moveTo>
                    <a:cubicBezTo>
                      <a:pt x="24" y="19"/>
                      <a:pt x="39" y="54"/>
                      <a:pt x="28" y="84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7" name="Freeform 387">
                <a:extLst>
                  <a:ext uri="{FF2B5EF4-FFF2-40B4-BE49-F238E27FC236}">
                    <a16:creationId xmlns:a16="http://schemas.microsoft.com/office/drawing/2014/main" id="{081D9DB4-E642-46C3-A01A-BEF319B3E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047"/>
                <a:ext cx="18" cy="58"/>
              </a:xfrm>
              <a:custGeom>
                <a:avLst/>
                <a:gdLst>
                  <a:gd name="T0" fmla="*/ 0 w 13"/>
                  <a:gd name="T1" fmla="*/ 0 h 44"/>
                  <a:gd name="T2" fmla="*/ 33 w 13"/>
                  <a:gd name="T3" fmla="*/ 10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4">
                    <a:moveTo>
                      <a:pt x="0" y="0"/>
                    </a:moveTo>
                    <a:cubicBezTo>
                      <a:pt x="5" y="9"/>
                      <a:pt x="13" y="30"/>
                      <a:pt x="12" y="44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8" name="Freeform 388">
                <a:extLst>
                  <a:ext uri="{FF2B5EF4-FFF2-40B4-BE49-F238E27FC236}">
                    <a16:creationId xmlns:a16="http://schemas.microsoft.com/office/drawing/2014/main" id="{A9F5EBD5-93B9-474C-80C1-0E42E854C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959"/>
                <a:ext cx="116" cy="88"/>
              </a:xfrm>
              <a:custGeom>
                <a:avLst/>
                <a:gdLst>
                  <a:gd name="T0" fmla="*/ 207 w 87"/>
                  <a:gd name="T1" fmla="*/ 37 h 66"/>
                  <a:gd name="T2" fmla="*/ 0 w 87"/>
                  <a:gd name="T3" fmla="*/ 156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7" h="66">
                    <a:moveTo>
                      <a:pt x="87" y="16"/>
                    </a:moveTo>
                    <a:cubicBezTo>
                      <a:pt x="54" y="0"/>
                      <a:pt x="10" y="35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9" name="Freeform 389">
                <a:extLst>
                  <a:ext uri="{FF2B5EF4-FFF2-40B4-BE49-F238E27FC236}">
                    <a16:creationId xmlns:a16="http://schemas.microsoft.com/office/drawing/2014/main" id="{F15D1689-9A1A-441D-B8DF-75FCF3F3E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940"/>
                <a:ext cx="80" cy="59"/>
              </a:xfrm>
              <a:custGeom>
                <a:avLst/>
                <a:gdLst>
                  <a:gd name="T0" fmla="*/ 143 w 60"/>
                  <a:gd name="T1" fmla="*/ 0 h 44"/>
                  <a:gd name="T2" fmla="*/ 91 w 60"/>
                  <a:gd name="T3" fmla="*/ 16 h 44"/>
                  <a:gd name="T4" fmla="*/ 0 w 60"/>
                  <a:gd name="T5" fmla="*/ 10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44">
                    <a:moveTo>
                      <a:pt x="60" y="0"/>
                    </a:moveTo>
                    <a:cubicBezTo>
                      <a:pt x="55" y="5"/>
                      <a:pt x="45" y="4"/>
                      <a:pt x="38" y="7"/>
                    </a:cubicBezTo>
                    <a:cubicBezTo>
                      <a:pt x="23" y="13"/>
                      <a:pt x="5" y="27"/>
                      <a:pt x="0" y="44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0" name="Freeform 390">
                <a:extLst>
                  <a:ext uri="{FF2B5EF4-FFF2-40B4-BE49-F238E27FC236}">
                    <a16:creationId xmlns:a16="http://schemas.microsoft.com/office/drawing/2014/main" id="{6DD4A2DB-A6CD-4667-AD39-4394C345B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920"/>
                <a:ext cx="24" cy="15"/>
              </a:xfrm>
              <a:custGeom>
                <a:avLst/>
                <a:gdLst>
                  <a:gd name="T0" fmla="*/ 43 w 18"/>
                  <a:gd name="T1" fmla="*/ 0 h 11"/>
                  <a:gd name="T2" fmla="*/ 0 w 18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18" y="0"/>
                    </a:moveTo>
                    <a:cubicBezTo>
                      <a:pt x="11" y="0"/>
                      <a:pt x="4" y="5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1" name="Freeform 391">
                <a:extLst>
                  <a:ext uri="{FF2B5EF4-FFF2-40B4-BE49-F238E27FC236}">
                    <a16:creationId xmlns:a16="http://schemas.microsoft.com/office/drawing/2014/main" id="{4D9728D6-C72C-476A-89C0-FDDF1037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028"/>
                <a:ext cx="153" cy="79"/>
              </a:xfrm>
              <a:custGeom>
                <a:avLst/>
                <a:gdLst>
                  <a:gd name="T0" fmla="*/ 20 w 115"/>
                  <a:gd name="T1" fmla="*/ 0 h 59"/>
                  <a:gd name="T2" fmla="*/ 80 w 115"/>
                  <a:gd name="T3" fmla="*/ 115 h 59"/>
                  <a:gd name="T4" fmla="*/ 271 w 115"/>
                  <a:gd name="T5" fmla="*/ 104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59">
                    <a:moveTo>
                      <a:pt x="8" y="0"/>
                    </a:moveTo>
                    <a:cubicBezTo>
                      <a:pt x="0" y="17"/>
                      <a:pt x="19" y="40"/>
                      <a:pt x="34" y="48"/>
                    </a:cubicBezTo>
                    <a:cubicBezTo>
                      <a:pt x="58" y="59"/>
                      <a:pt x="93" y="56"/>
                      <a:pt x="115" y="43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2" name="Freeform 392">
                <a:extLst>
                  <a:ext uri="{FF2B5EF4-FFF2-40B4-BE49-F238E27FC236}">
                    <a16:creationId xmlns:a16="http://schemas.microsoft.com/office/drawing/2014/main" id="{EBA886EC-E71F-4C6A-8FBB-CB658DE6B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039"/>
                <a:ext cx="50" cy="37"/>
              </a:xfrm>
              <a:custGeom>
                <a:avLst/>
                <a:gdLst>
                  <a:gd name="T0" fmla="*/ 5 w 37"/>
                  <a:gd name="T1" fmla="*/ 0 h 28"/>
                  <a:gd name="T2" fmla="*/ 92 w 37"/>
                  <a:gd name="T3" fmla="*/ 6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8">
                    <a:moveTo>
                      <a:pt x="2" y="0"/>
                    </a:moveTo>
                    <a:cubicBezTo>
                      <a:pt x="0" y="22"/>
                      <a:pt x="19" y="28"/>
                      <a:pt x="37" y="27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3" name="Freeform 393">
                <a:extLst>
                  <a:ext uri="{FF2B5EF4-FFF2-40B4-BE49-F238E27FC236}">
                    <a16:creationId xmlns:a16="http://schemas.microsoft.com/office/drawing/2014/main" id="{4F040922-ABA1-42A2-BBFE-EBABCB363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036"/>
                <a:ext cx="10" cy="7"/>
              </a:xfrm>
              <a:custGeom>
                <a:avLst/>
                <a:gdLst>
                  <a:gd name="T0" fmla="*/ 0 w 7"/>
                  <a:gd name="T1" fmla="*/ 0 h 5"/>
                  <a:gd name="T2" fmla="*/ 20 w 7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3" y="1"/>
                      <a:pt x="5" y="3"/>
                      <a:pt x="7" y="5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4" name="Freeform 394">
                <a:extLst>
                  <a:ext uri="{FF2B5EF4-FFF2-40B4-BE49-F238E27FC236}">
                    <a16:creationId xmlns:a16="http://schemas.microsoft.com/office/drawing/2014/main" id="{15DE4BCF-4654-48E0-9591-0B673519E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160"/>
                <a:ext cx="219" cy="76"/>
              </a:xfrm>
              <a:custGeom>
                <a:avLst/>
                <a:gdLst>
                  <a:gd name="T0" fmla="*/ 0 w 164"/>
                  <a:gd name="T1" fmla="*/ 5 h 57"/>
                  <a:gd name="T2" fmla="*/ 152 w 164"/>
                  <a:gd name="T3" fmla="*/ 121 h 57"/>
                  <a:gd name="T4" fmla="*/ 283 w 164"/>
                  <a:gd name="T5" fmla="*/ 64 h 57"/>
                  <a:gd name="T6" fmla="*/ 390 w 164"/>
                  <a:gd name="T7" fmla="*/ 135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57">
                    <a:moveTo>
                      <a:pt x="0" y="2"/>
                    </a:moveTo>
                    <a:cubicBezTo>
                      <a:pt x="30" y="0"/>
                      <a:pt x="39" y="45"/>
                      <a:pt x="64" y="51"/>
                    </a:cubicBezTo>
                    <a:cubicBezTo>
                      <a:pt x="85" y="55"/>
                      <a:pt x="99" y="29"/>
                      <a:pt x="119" y="27"/>
                    </a:cubicBezTo>
                    <a:cubicBezTo>
                      <a:pt x="141" y="24"/>
                      <a:pt x="158" y="36"/>
                      <a:pt x="164" y="57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5" name="Freeform 395">
                <a:extLst>
                  <a:ext uri="{FF2B5EF4-FFF2-40B4-BE49-F238E27FC236}">
                    <a16:creationId xmlns:a16="http://schemas.microsoft.com/office/drawing/2014/main" id="{0C1E8924-FC77-46D8-A15C-1E47293C0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160"/>
                <a:ext cx="59" cy="32"/>
              </a:xfrm>
              <a:custGeom>
                <a:avLst/>
                <a:gdLst>
                  <a:gd name="T0" fmla="*/ 0 w 45"/>
                  <a:gd name="T1" fmla="*/ 1 h 24"/>
                  <a:gd name="T2" fmla="*/ 13 w 45"/>
                  <a:gd name="T3" fmla="*/ 23 h 24"/>
                  <a:gd name="T4" fmla="*/ 101 w 45"/>
                  <a:gd name="T5" fmla="*/ 37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4">
                    <a:moveTo>
                      <a:pt x="0" y="1"/>
                    </a:moveTo>
                    <a:cubicBezTo>
                      <a:pt x="2" y="0"/>
                      <a:pt x="3" y="6"/>
                      <a:pt x="6" y="10"/>
                    </a:cubicBezTo>
                    <a:cubicBezTo>
                      <a:pt x="20" y="24"/>
                      <a:pt x="27" y="23"/>
                      <a:pt x="45" y="16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6" name="Freeform 396">
                <a:extLst>
                  <a:ext uri="{FF2B5EF4-FFF2-40B4-BE49-F238E27FC236}">
                    <a16:creationId xmlns:a16="http://schemas.microsoft.com/office/drawing/2014/main" id="{CB01CF9D-54BE-4AF4-930E-A7A6BB31F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142"/>
                <a:ext cx="24" cy="14"/>
              </a:xfrm>
              <a:custGeom>
                <a:avLst/>
                <a:gdLst>
                  <a:gd name="T0" fmla="*/ 0 w 18"/>
                  <a:gd name="T1" fmla="*/ 0 h 10"/>
                  <a:gd name="T2" fmla="*/ 43 w 18"/>
                  <a:gd name="T3" fmla="*/ 2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0">
                    <a:moveTo>
                      <a:pt x="0" y="0"/>
                    </a:moveTo>
                    <a:cubicBezTo>
                      <a:pt x="5" y="5"/>
                      <a:pt x="10" y="10"/>
                      <a:pt x="18" y="10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7" name="Freeform 397">
                <a:extLst>
                  <a:ext uri="{FF2B5EF4-FFF2-40B4-BE49-F238E27FC236}">
                    <a16:creationId xmlns:a16="http://schemas.microsoft.com/office/drawing/2014/main" id="{CF7A8BE4-DF83-4162-B90C-5783F1F72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083"/>
                <a:ext cx="25" cy="67"/>
              </a:xfrm>
              <a:custGeom>
                <a:avLst/>
                <a:gdLst>
                  <a:gd name="T0" fmla="*/ 0 w 19"/>
                  <a:gd name="T1" fmla="*/ 21 h 51"/>
                  <a:gd name="T2" fmla="*/ 43 w 19"/>
                  <a:gd name="T3" fmla="*/ 11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1">
                    <a:moveTo>
                      <a:pt x="0" y="9"/>
                    </a:moveTo>
                    <a:cubicBezTo>
                      <a:pt x="14" y="0"/>
                      <a:pt x="19" y="43"/>
                      <a:pt x="19" y="51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8" name="Freeform 398">
                <a:extLst>
                  <a:ext uri="{FF2B5EF4-FFF2-40B4-BE49-F238E27FC236}">
                    <a16:creationId xmlns:a16="http://schemas.microsoft.com/office/drawing/2014/main" id="{22F0619A-17B6-4ACC-BCC0-7BEDFF69D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079"/>
                <a:ext cx="20" cy="42"/>
              </a:xfrm>
              <a:custGeom>
                <a:avLst/>
                <a:gdLst>
                  <a:gd name="T0" fmla="*/ 0 w 15"/>
                  <a:gd name="T1" fmla="*/ 0 h 32"/>
                  <a:gd name="T2" fmla="*/ 36 w 15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2">
                    <a:moveTo>
                      <a:pt x="0" y="0"/>
                    </a:moveTo>
                    <a:cubicBezTo>
                      <a:pt x="7" y="11"/>
                      <a:pt x="15" y="17"/>
                      <a:pt x="15" y="32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9" name="Freeform 399">
                <a:extLst>
                  <a:ext uri="{FF2B5EF4-FFF2-40B4-BE49-F238E27FC236}">
                    <a16:creationId xmlns:a16="http://schemas.microsoft.com/office/drawing/2014/main" id="{3CB09241-2226-4359-BB62-81006AF3E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228"/>
                <a:ext cx="43" cy="89"/>
              </a:xfrm>
              <a:custGeom>
                <a:avLst/>
                <a:gdLst>
                  <a:gd name="T0" fmla="*/ 22 w 32"/>
                  <a:gd name="T1" fmla="*/ 0 h 67"/>
                  <a:gd name="T2" fmla="*/ 0 w 32"/>
                  <a:gd name="T3" fmla="*/ 151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67">
                    <a:moveTo>
                      <a:pt x="9" y="0"/>
                    </a:moveTo>
                    <a:cubicBezTo>
                      <a:pt x="24" y="13"/>
                      <a:pt x="32" y="67"/>
                      <a:pt x="0" y="65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0" name="Freeform 400">
                <a:extLst>
                  <a:ext uri="{FF2B5EF4-FFF2-40B4-BE49-F238E27FC236}">
                    <a16:creationId xmlns:a16="http://schemas.microsoft.com/office/drawing/2014/main" id="{D904695B-A9FF-499A-8230-1B03184C1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1260"/>
                <a:ext cx="34" cy="30"/>
              </a:xfrm>
              <a:custGeom>
                <a:avLst/>
                <a:gdLst>
                  <a:gd name="T0" fmla="*/ 63 w 25"/>
                  <a:gd name="T1" fmla="*/ 0 h 23"/>
                  <a:gd name="T2" fmla="*/ 0 w 25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3">
                    <a:moveTo>
                      <a:pt x="25" y="0"/>
                    </a:moveTo>
                    <a:cubicBezTo>
                      <a:pt x="23" y="18"/>
                      <a:pt x="17" y="17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1" name="Freeform 401">
                <a:extLst>
                  <a:ext uri="{FF2B5EF4-FFF2-40B4-BE49-F238E27FC236}">
                    <a16:creationId xmlns:a16="http://schemas.microsoft.com/office/drawing/2014/main" id="{D1215AF4-C974-4B12-A7CB-9BB03D9DB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362"/>
                <a:ext cx="22" cy="98"/>
              </a:xfrm>
              <a:custGeom>
                <a:avLst/>
                <a:gdLst>
                  <a:gd name="T0" fmla="*/ 8 w 16"/>
                  <a:gd name="T1" fmla="*/ 0 h 73"/>
                  <a:gd name="T2" fmla="*/ 36 w 16"/>
                  <a:gd name="T3" fmla="*/ 97 h 73"/>
                  <a:gd name="T4" fmla="*/ 23 w 16"/>
                  <a:gd name="T5" fmla="*/ 177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3">
                    <a:moveTo>
                      <a:pt x="3" y="0"/>
                    </a:moveTo>
                    <a:cubicBezTo>
                      <a:pt x="0" y="4"/>
                      <a:pt x="13" y="33"/>
                      <a:pt x="14" y="40"/>
                    </a:cubicBezTo>
                    <a:cubicBezTo>
                      <a:pt x="16" y="52"/>
                      <a:pt x="13" y="62"/>
                      <a:pt x="9" y="73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2" name="Freeform 402">
                <a:extLst>
                  <a:ext uri="{FF2B5EF4-FFF2-40B4-BE49-F238E27FC236}">
                    <a16:creationId xmlns:a16="http://schemas.microsoft.com/office/drawing/2014/main" id="{36AB5331-9485-4D00-9457-FA7AEDC2A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1376"/>
                <a:ext cx="141" cy="29"/>
              </a:xfrm>
              <a:custGeom>
                <a:avLst/>
                <a:gdLst>
                  <a:gd name="T0" fmla="*/ 250 w 106"/>
                  <a:gd name="T1" fmla="*/ 12 h 22"/>
                  <a:gd name="T2" fmla="*/ 141 w 106"/>
                  <a:gd name="T3" fmla="*/ 42 h 22"/>
                  <a:gd name="T4" fmla="*/ 86 w 106"/>
                  <a:gd name="T5" fmla="*/ 12 h 22"/>
                  <a:gd name="T6" fmla="*/ 0 w 10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22">
                    <a:moveTo>
                      <a:pt x="106" y="5"/>
                    </a:moveTo>
                    <a:cubicBezTo>
                      <a:pt x="98" y="20"/>
                      <a:pt x="74" y="22"/>
                      <a:pt x="60" y="18"/>
                    </a:cubicBezTo>
                    <a:cubicBezTo>
                      <a:pt x="51" y="15"/>
                      <a:pt x="45" y="8"/>
                      <a:pt x="37" y="5"/>
                    </a:cubicBezTo>
                    <a:cubicBezTo>
                      <a:pt x="25" y="0"/>
                      <a:pt x="10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3" name="Freeform 403">
                <a:extLst>
                  <a:ext uri="{FF2B5EF4-FFF2-40B4-BE49-F238E27FC236}">
                    <a16:creationId xmlns:a16="http://schemas.microsoft.com/office/drawing/2014/main" id="{2DE27CF4-30AB-4CD2-88B5-38DAEA25A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394"/>
                <a:ext cx="47" cy="32"/>
              </a:xfrm>
              <a:custGeom>
                <a:avLst/>
                <a:gdLst>
                  <a:gd name="T0" fmla="*/ 0 w 35"/>
                  <a:gd name="T1" fmla="*/ 37 h 24"/>
                  <a:gd name="T2" fmla="*/ 85 w 35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4">
                    <a:moveTo>
                      <a:pt x="0" y="16"/>
                    </a:moveTo>
                    <a:cubicBezTo>
                      <a:pt x="9" y="24"/>
                      <a:pt x="30" y="9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4" name="Freeform 404">
                <a:extLst>
                  <a:ext uri="{FF2B5EF4-FFF2-40B4-BE49-F238E27FC236}">
                    <a16:creationId xmlns:a16="http://schemas.microsoft.com/office/drawing/2014/main" id="{83287156-506A-4B0E-8BCB-1EEB696D1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414"/>
                <a:ext cx="37" cy="27"/>
              </a:xfrm>
              <a:custGeom>
                <a:avLst/>
                <a:gdLst>
                  <a:gd name="T0" fmla="*/ 7 w 28"/>
                  <a:gd name="T1" fmla="*/ 49 h 20"/>
                  <a:gd name="T2" fmla="*/ 0 w 28"/>
                  <a:gd name="T3" fmla="*/ 42 h 20"/>
                  <a:gd name="T4" fmla="*/ 65 w 2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0">
                    <a:moveTo>
                      <a:pt x="3" y="20"/>
                    </a:moveTo>
                    <a:cubicBezTo>
                      <a:pt x="1" y="20"/>
                      <a:pt x="1" y="19"/>
                      <a:pt x="0" y="17"/>
                    </a:cubicBezTo>
                    <a:cubicBezTo>
                      <a:pt x="15" y="12"/>
                      <a:pt x="18" y="12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5" name="Freeform 405">
                <a:extLst>
                  <a:ext uri="{FF2B5EF4-FFF2-40B4-BE49-F238E27FC236}">
                    <a16:creationId xmlns:a16="http://schemas.microsoft.com/office/drawing/2014/main" id="{B4B597E6-3B5B-4DAE-990F-16852A52B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321"/>
                <a:ext cx="180" cy="108"/>
              </a:xfrm>
              <a:custGeom>
                <a:avLst/>
                <a:gdLst>
                  <a:gd name="T0" fmla="*/ 0 w 135"/>
                  <a:gd name="T1" fmla="*/ 0 h 81"/>
                  <a:gd name="T2" fmla="*/ 320 w 135"/>
                  <a:gd name="T3" fmla="*/ 14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5" h="81">
                    <a:moveTo>
                      <a:pt x="0" y="0"/>
                    </a:moveTo>
                    <a:cubicBezTo>
                      <a:pt x="4" y="81"/>
                      <a:pt x="106" y="0"/>
                      <a:pt x="135" y="59"/>
                    </a:cubicBezTo>
                  </a:path>
                </a:pathLst>
              </a:custGeom>
              <a:noFill/>
              <a:ln w="7938" cap="rnd">
                <a:solidFill>
                  <a:srgbClr val="C0767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969" name="Freeform 406">
              <a:extLst>
                <a:ext uri="{FF2B5EF4-FFF2-40B4-BE49-F238E27FC236}">
                  <a16:creationId xmlns:a16="http://schemas.microsoft.com/office/drawing/2014/main" id="{374E7561-5708-420B-AAE3-F2C329162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1305"/>
              <a:ext cx="108" cy="45"/>
            </a:xfrm>
            <a:custGeom>
              <a:avLst/>
              <a:gdLst>
                <a:gd name="T0" fmla="*/ 37 w 81"/>
                <a:gd name="T1" fmla="*/ 0 h 34"/>
                <a:gd name="T2" fmla="*/ 192 w 81"/>
                <a:gd name="T3" fmla="*/ 45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34">
                  <a:moveTo>
                    <a:pt x="16" y="0"/>
                  </a:moveTo>
                  <a:cubicBezTo>
                    <a:pt x="0" y="32"/>
                    <a:pt x="64" y="34"/>
                    <a:pt x="81" y="20"/>
                  </a:cubicBezTo>
                </a:path>
              </a:pathLst>
            </a:custGeom>
            <a:noFill/>
            <a:ln w="7938" cap="rnd">
              <a:solidFill>
                <a:srgbClr val="C076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0" name="Freeform 407">
              <a:extLst>
                <a:ext uri="{FF2B5EF4-FFF2-40B4-BE49-F238E27FC236}">
                  <a16:creationId xmlns:a16="http://schemas.microsoft.com/office/drawing/2014/main" id="{B4AE6294-4602-47BB-B1CA-E79320F14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290"/>
              <a:ext cx="25" cy="14"/>
            </a:xfrm>
            <a:custGeom>
              <a:avLst/>
              <a:gdLst>
                <a:gd name="T0" fmla="*/ 0 w 19"/>
                <a:gd name="T1" fmla="*/ 1 h 10"/>
                <a:gd name="T2" fmla="*/ 43 w 19"/>
                <a:gd name="T3" fmla="*/ 2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1"/>
                  </a:moveTo>
                  <a:cubicBezTo>
                    <a:pt x="2" y="0"/>
                    <a:pt x="11" y="10"/>
                    <a:pt x="19" y="8"/>
                  </a:cubicBezTo>
                </a:path>
              </a:pathLst>
            </a:custGeom>
            <a:noFill/>
            <a:ln w="7938" cap="rnd">
              <a:solidFill>
                <a:srgbClr val="C076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1" name="Freeform 408">
              <a:extLst>
                <a:ext uri="{FF2B5EF4-FFF2-40B4-BE49-F238E27FC236}">
                  <a16:creationId xmlns:a16="http://schemas.microsoft.com/office/drawing/2014/main" id="{5D5CA83C-34FE-4F6C-8DAC-489167717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269"/>
              <a:ext cx="105" cy="115"/>
            </a:xfrm>
            <a:custGeom>
              <a:avLst/>
              <a:gdLst>
                <a:gd name="T0" fmla="*/ 0 w 79"/>
                <a:gd name="T1" fmla="*/ 5 h 86"/>
                <a:gd name="T2" fmla="*/ 65 w 79"/>
                <a:gd name="T3" fmla="*/ 12 h 86"/>
                <a:gd name="T4" fmla="*/ 159 w 79"/>
                <a:gd name="T5" fmla="*/ 206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86">
                  <a:moveTo>
                    <a:pt x="0" y="2"/>
                  </a:moveTo>
                  <a:cubicBezTo>
                    <a:pt x="3" y="0"/>
                    <a:pt x="21" y="3"/>
                    <a:pt x="28" y="5"/>
                  </a:cubicBezTo>
                  <a:cubicBezTo>
                    <a:pt x="61" y="15"/>
                    <a:pt x="79" y="54"/>
                    <a:pt x="68" y="86"/>
                  </a:cubicBezTo>
                </a:path>
              </a:pathLst>
            </a:custGeom>
            <a:noFill/>
            <a:ln w="7938" cap="rnd">
              <a:solidFill>
                <a:srgbClr val="C076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2" name="Freeform 409">
              <a:extLst>
                <a:ext uri="{FF2B5EF4-FFF2-40B4-BE49-F238E27FC236}">
                  <a16:creationId xmlns:a16="http://schemas.microsoft.com/office/drawing/2014/main" id="{CA247FC9-6216-4C5B-B9DE-4403062BA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1249"/>
              <a:ext cx="57" cy="72"/>
            </a:xfrm>
            <a:custGeom>
              <a:avLst/>
              <a:gdLst>
                <a:gd name="T0" fmla="*/ 0 w 43"/>
                <a:gd name="T1" fmla="*/ 0 h 54"/>
                <a:gd name="T2" fmla="*/ 101 w 43"/>
                <a:gd name="T3" fmla="*/ 128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4">
                  <a:moveTo>
                    <a:pt x="0" y="0"/>
                  </a:moveTo>
                  <a:cubicBezTo>
                    <a:pt x="13" y="22"/>
                    <a:pt x="42" y="20"/>
                    <a:pt x="43" y="54"/>
                  </a:cubicBezTo>
                </a:path>
              </a:pathLst>
            </a:custGeom>
            <a:noFill/>
            <a:ln w="7938" cap="rnd">
              <a:solidFill>
                <a:srgbClr val="C076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3" name="Freeform 410">
              <a:extLst>
                <a:ext uri="{FF2B5EF4-FFF2-40B4-BE49-F238E27FC236}">
                  <a16:creationId xmlns:a16="http://schemas.microsoft.com/office/drawing/2014/main" id="{B1D1FE8B-9B27-49D1-93AF-40B9B765E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967"/>
              <a:ext cx="399" cy="78"/>
            </a:xfrm>
            <a:custGeom>
              <a:avLst/>
              <a:gdLst>
                <a:gd name="T0" fmla="*/ 7 w 299"/>
                <a:gd name="T1" fmla="*/ 1 h 59"/>
                <a:gd name="T2" fmla="*/ 0 w 299"/>
                <a:gd name="T3" fmla="*/ 5 h 59"/>
                <a:gd name="T4" fmla="*/ 323 w 299"/>
                <a:gd name="T5" fmla="*/ 44 h 59"/>
                <a:gd name="T6" fmla="*/ 710 w 299"/>
                <a:gd name="T7" fmla="*/ 136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9" h="59">
                  <a:moveTo>
                    <a:pt x="3" y="1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39" y="24"/>
                    <a:pt x="93" y="19"/>
                    <a:pt x="136" y="19"/>
                  </a:cubicBezTo>
                  <a:cubicBezTo>
                    <a:pt x="193" y="18"/>
                    <a:pt x="262" y="0"/>
                    <a:pt x="299" y="59"/>
                  </a:cubicBezTo>
                </a:path>
              </a:pathLst>
            </a:custGeom>
            <a:noFill/>
            <a:ln w="7938" cap="rnd">
              <a:solidFill>
                <a:srgbClr val="C076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4" name="Freeform 411">
              <a:extLst>
                <a:ext uri="{FF2B5EF4-FFF2-40B4-BE49-F238E27FC236}">
                  <a16:creationId xmlns:a16="http://schemas.microsoft.com/office/drawing/2014/main" id="{205B1B5D-8A78-4DB9-B14D-62699C01A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952"/>
              <a:ext cx="144" cy="23"/>
            </a:xfrm>
            <a:custGeom>
              <a:avLst/>
              <a:gdLst>
                <a:gd name="T0" fmla="*/ 0 w 108"/>
                <a:gd name="T1" fmla="*/ 0 h 17"/>
                <a:gd name="T2" fmla="*/ 256 w 108"/>
                <a:gd name="T3" fmla="*/ 2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17">
                  <a:moveTo>
                    <a:pt x="0" y="0"/>
                  </a:moveTo>
                  <a:cubicBezTo>
                    <a:pt x="34" y="17"/>
                    <a:pt x="72" y="3"/>
                    <a:pt x="108" y="9"/>
                  </a:cubicBezTo>
                </a:path>
              </a:pathLst>
            </a:custGeom>
            <a:noFill/>
            <a:ln w="7938" cap="rnd">
              <a:solidFill>
                <a:srgbClr val="C076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5" name="Freeform 412">
              <a:extLst>
                <a:ext uri="{FF2B5EF4-FFF2-40B4-BE49-F238E27FC236}">
                  <a16:creationId xmlns:a16="http://schemas.microsoft.com/office/drawing/2014/main" id="{0347EE7B-5FE0-4810-B43E-51704ECDA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117"/>
              <a:ext cx="317" cy="172"/>
            </a:xfrm>
            <a:custGeom>
              <a:avLst/>
              <a:gdLst>
                <a:gd name="T0" fmla="*/ 16 w 238"/>
                <a:gd name="T1" fmla="*/ 0 h 129"/>
                <a:gd name="T2" fmla="*/ 197 w 238"/>
                <a:gd name="T3" fmla="*/ 65 h 129"/>
                <a:gd name="T4" fmla="*/ 546 w 238"/>
                <a:gd name="T5" fmla="*/ 305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129">
                  <a:moveTo>
                    <a:pt x="7" y="0"/>
                  </a:moveTo>
                  <a:cubicBezTo>
                    <a:pt x="0" y="22"/>
                    <a:pt x="71" y="26"/>
                    <a:pt x="83" y="28"/>
                  </a:cubicBezTo>
                  <a:cubicBezTo>
                    <a:pt x="127" y="36"/>
                    <a:pt x="238" y="66"/>
                    <a:pt x="231" y="129"/>
                  </a:cubicBezTo>
                </a:path>
              </a:pathLst>
            </a:custGeom>
            <a:noFill/>
            <a:ln w="7938" cap="rnd">
              <a:solidFill>
                <a:srgbClr val="C076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6" name="Freeform 413">
              <a:extLst>
                <a:ext uri="{FF2B5EF4-FFF2-40B4-BE49-F238E27FC236}">
                  <a16:creationId xmlns:a16="http://schemas.microsoft.com/office/drawing/2014/main" id="{8B593053-A3AE-4C16-89C2-B143AB7B3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217"/>
              <a:ext cx="51" cy="136"/>
            </a:xfrm>
            <a:custGeom>
              <a:avLst/>
              <a:gdLst>
                <a:gd name="T0" fmla="*/ 7 w 38"/>
                <a:gd name="T1" fmla="*/ 7 h 102"/>
                <a:gd name="T2" fmla="*/ 0 w 38"/>
                <a:gd name="T3" fmla="*/ 0 h 102"/>
                <a:gd name="T4" fmla="*/ 78 w 38"/>
                <a:gd name="T5" fmla="*/ 84 h 102"/>
                <a:gd name="T6" fmla="*/ 20 w 38"/>
                <a:gd name="T7" fmla="*/ 241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02">
                  <a:moveTo>
                    <a:pt x="3" y="3"/>
                  </a:moveTo>
                  <a:cubicBezTo>
                    <a:pt x="2" y="3"/>
                    <a:pt x="1" y="2"/>
                    <a:pt x="0" y="0"/>
                  </a:cubicBezTo>
                  <a:cubicBezTo>
                    <a:pt x="14" y="9"/>
                    <a:pt x="28" y="18"/>
                    <a:pt x="32" y="35"/>
                  </a:cubicBezTo>
                  <a:cubicBezTo>
                    <a:pt x="38" y="56"/>
                    <a:pt x="32" y="97"/>
                    <a:pt x="8" y="102"/>
                  </a:cubicBezTo>
                </a:path>
              </a:pathLst>
            </a:custGeom>
            <a:noFill/>
            <a:ln w="7938" cap="rnd">
              <a:solidFill>
                <a:srgbClr val="C076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7" name="Freeform 414">
              <a:extLst>
                <a:ext uri="{FF2B5EF4-FFF2-40B4-BE49-F238E27FC236}">
                  <a16:creationId xmlns:a16="http://schemas.microsoft.com/office/drawing/2014/main" id="{5F211386-EF5B-4056-A0A7-85127A243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264"/>
              <a:ext cx="12" cy="40"/>
            </a:xfrm>
            <a:custGeom>
              <a:avLst/>
              <a:gdLst>
                <a:gd name="T0" fmla="*/ 0 w 9"/>
                <a:gd name="T1" fmla="*/ 1 h 30"/>
                <a:gd name="T2" fmla="*/ 9 w 9"/>
                <a:gd name="T3" fmla="*/ 7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0" y="1"/>
                  </a:moveTo>
                  <a:cubicBezTo>
                    <a:pt x="7" y="0"/>
                    <a:pt x="9" y="21"/>
                    <a:pt x="4" y="30"/>
                  </a:cubicBezTo>
                </a:path>
              </a:pathLst>
            </a:custGeom>
            <a:noFill/>
            <a:ln w="7938" cap="rnd">
              <a:solidFill>
                <a:srgbClr val="C076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8" name="Freeform 415">
              <a:extLst>
                <a:ext uri="{FF2B5EF4-FFF2-40B4-BE49-F238E27FC236}">
                  <a16:creationId xmlns:a16="http://schemas.microsoft.com/office/drawing/2014/main" id="{1E61CAAC-E6F4-4139-97F2-E3E66BBD9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193"/>
              <a:ext cx="108" cy="51"/>
            </a:xfrm>
            <a:custGeom>
              <a:avLst/>
              <a:gdLst>
                <a:gd name="T0" fmla="*/ 9 w 81"/>
                <a:gd name="T1" fmla="*/ 5 h 38"/>
                <a:gd name="T2" fmla="*/ 0 w 81"/>
                <a:gd name="T3" fmla="*/ 0 h 38"/>
                <a:gd name="T4" fmla="*/ 192 w 81"/>
                <a:gd name="T5" fmla="*/ 9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38">
                  <a:moveTo>
                    <a:pt x="4" y="2"/>
                  </a:moveTo>
                  <a:cubicBezTo>
                    <a:pt x="3" y="1"/>
                    <a:pt x="1" y="1"/>
                    <a:pt x="0" y="0"/>
                  </a:cubicBezTo>
                  <a:cubicBezTo>
                    <a:pt x="20" y="25"/>
                    <a:pt x="51" y="31"/>
                    <a:pt x="81" y="38"/>
                  </a:cubicBezTo>
                </a:path>
              </a:pathLst>
            </a:custGeom>
            <a:noFill/>
            <a:ln w="7938" cap="rnd">
              <a:solidFill>
                <a:srgbClr val="C076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9" name="Freeform 416">
              <a:extLst>
                <a:ext uri="{FF2B5EF4-FFF2-40B4-BE49-F238E27FC236}">
                  <a16:creationId xmlns:a16="http://schemas.microsoft.com/office/drawing/2014/main" id="{AAF02BD0-6A9D-4F60-854D-071082378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1189"/>
              <a:ext cx="58" cy="21"/>
            </a:xfrm>
            <a:custGeom>
              <a:avLst/>
              <a:gdLst>
                <a:gd name="T0" fmla="*/ 0 w 44"/>
                <a:gd name="T1" fmla="*/ 0 h 16"/>
                <a:gd name="T2" fmla="*/ 100 w 44"/>
                <a:gd name="T3" fmla="*/ 3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6">
                  <a:moveTo>
                    <a:pt x="0" y="0"/>
                  </a:moveTo>
                  <a:cubicBezTo>
                    <a:pt x="12" y="14"/>
                    <a:pt x="27" y="16"/>
                    <a:pt x="44" y="15"/>
                  </a:cubicBezTo>
                </a:path>
              </a:pathLst>
            </a:custGeom>
            <a:noFill/>
            <a:ln w="7938" cap="rnd">
              <a:solidFill>
                <a:srgbClr val="C076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0" name="Freeform 417">
              <a:extLst>
                <a:ext uri="{FF2B5EF4-FFF2-40B4-BE49-F238E27FC236}">
                  <a16:creationId xmlns:a16="http://schemas.microsoft.com/office/drawing/2014/main" id="{5E4FD0EB-5977-4A4F-AA4E-589893131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1635"/>
              <a:ext cx="243" cy="264"/>
            </a:xfrm>
            <a:custGeom>
              <a:avLst/>
              <a:gdLst>
                <a:gd name="T0" fmla="*/ 0 w 183"/>
                <a:gd name="T1" fmla="*/ 0 h 198"/>
                <a:gd name="T2" fmla="*/ 151 w 183"/>
                <a:gd name="T3" fmla="*/ 235 h 198"/>
                <a:gd name="T4" fmla="*/ 429 w 183"/>
                <a:gd name="T5" fmla="*/ 469 h 1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198">
                  <a:moveTo>
                    <a:pt x="0" y="0"/>
                  </a:moveTo>
                  <a:cubicBezTo>
                    <a:pt x="30" y="28"/>
                    <a:pt x="46" y="63"/>
                    <a:pt x="65" y="99"/>
                  </a:cubicBezTo>
                  <a:cubicBezTo>
                    <a:pt x="93" y="152"/>
                    <a:pt x="128" y="177"/>
                    <a:pt x="183" y="198"/>
                  </a:cubicBezTo>
                </a:path>
              </a:pathLst>
            </a:custGeom>
            <a:noFill/>
            <a:ln w="7938" cap="rnd">
              <a:solidFill>
                <a:srgbClr val="C076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1" name="Freeform 418">
              <a:extLst>
                <a:ext uri="{FF2B5EF4-FFF2-40B4-BE49-F238E27FC236}">
                  <a16:creationId xmlns:a16="http://schemas.microsoft.com/office/drawing/2014/main" id="{20D3E774-E564-4935-AFA9-8F0340652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730"/>
              <a:ext cx="102" cy="165"/>
            </a:xfrm>
            <a:custGeom>
              <a:avLst/>
              <a:gdLst>
                <a:gd name="T0" fmla="*/ 0 w 77"/>
                <a:gd name="T1" fmla="*/ 0 h 124"/>
                <a:gd name="T2" fmla="*/ 179 w 77"/>
                <a:gd name="T3" fmla="*/ 293 h 1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124">
                  <a:moveTo>
                    <a:pt x="0" y="0"/>
                  </a:moveTo>
                  <a:cubicBezTo>
                    <a:pt x="29" y="45"/>
                    <a:pt x="31" y="89"/>
                    <a:pt x="77" y="124"/>
                  </a:cubicBezTo>
                </a:path>
              </a:pathLst>
            </a:custGeom>
            <a:noFill/>
            <a:ln w="7938" cap="rnd">
              <a:solidFill>
                <a:srgbClr val="C076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2" name="Freeform 419">
              <a:extLst>
                <a:ext uri="{FF2B5EF4-FFF2-40B4-BE49-F238E27FC236}">
                  <a16:creationId xmlns:a16="http://schemas.microsoft.com/office/drawing/2014/main" id="{00B561D1-8C65-45F1-B5C3-B0601BD79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1741"/>
              <a:ext cx="74" cy="73"/>
            </a:xfrm>
            <a:custGeom>
              <a:avLst/>
              <a:gdLst>
                <a:gd name="T0" fmla="*/ 1 w 56"/>
                <a:gd name="T1" fmla="*/ 0 h 55"/>
                <a:gd name="T2" fmla="*/ 130 w 56"/>
                <a:gd name="T3" fmla="*/ 127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55">
                  <a:moveTo>
                    <a:pt x="1" y="0"/>
                  </a:moveTo>
                  <a:cubicBezTo>
                    <a:pt x="0" y="26"/>
                    <a:pt x="28" y="55"/>
                    <a:pt x="56" y="54"/>
                  </a:cubicBezTo>
                </a:path>
              </a:pathLst>
            </a:custGeom>
            <a:noFill/>
            <a:ln w="7938" cap="rnd">
              <a:solidFill>
                <a:srgbClr val="C0767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3" name="Freeform 420">
              <a:extLst>
                <a:ext uri="{FF2B5EF4-FFF2-40B4-BE49-F238E27FC236}">
                  <a16:creationId xmlns:a16="http://schemas.microsoft.com/office/drawing/2014/main" id="{69A9A673-6A74-4E52-BF75-1E376B57E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103"/>
              <a:ext cx="1283" cy="906"/>
            </a:xfrm>
            <a:custGeom>
              <a:avLst/>
              <a:gdLst>
                <a:gd name="T0" fmla="*/ 0 w 1283"/>
                <a:gd name="T1" fmla="*/ 906 h 906"/>
                <a:gd name="T2" fmla="*/ 0 w 1283"/>
                <a:gd name="T3" fmla="*/ 605 h 906"/>
                <a:gd name="T4" fmla="*/ 679 w 1283"/>
                <a:gd name="T5" fmla="*/ 456 h 906"/>
                <a:gd name="T6" fmla="*/ 679 w 1283"/>
                <a:gd name="T7" fmla="*/ 232 h 906"/>
                <a:gd name="T8" fmla="*/ 1283 w 1283"/>
                <a:gd name="T9" fmla="*/ 0 h 9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3" h="906">
                  <a:moveTo>
                    <a:pt x="0" y="906"/>
                  </a:moveTo>
                  <a:lnTo>
                    <a:pt x="0" y="605"/>
                  </a:lnTo>
                  <a:lnTo>
                    <a:pt x="679" y="456"/>
                  </a:lnTo>
                  <a:lnTo>
                    <a:pt x="679" y="232"/>
                  </a:lnTo>
                  <a:lnTo>
                    <a:pt x="1283" y="0"/>
                  </a:ln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4" name="Line 421">
              <a:extLst>
                <a:ext uri="{FF2B5EF4-FFF2-40B4-BE49-F238E27FC236}">
                  <a16:creationId xmlns:a16="http://schemas.microsoft.com/office/drawing/2014/main" id="{4EB0DEE6-D1BB-4FE6-BAA8-0303EFBF9A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6" y="1264"/>
              <a:ext cx="1190" cy="647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5" name="Freeform 422">
              <a:extLst>
                <a:ext uri="{FF2B5EF4-FFF2-40B4-BE49-F238E27FC236}">
                  <a16:creationId xmlns:a16="http://schemas.microsoft.com/office/drawing/2014/main" id="{C1053E71-FC25-453A-9841-C2E984706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362"/>
              <a:ext cx="402" cy="346"/>
            </a:xfrm>
            <a:custGeom>
              <a:avLst/>
              <a:gdLst>
                <a:gd name="T0" fmla="*/ 717 w 301"/>
                <a:gd name="T1" fmla="*/ 612 h 260"/>
                <a:gd name="T2" fmla="*/ 0 w 301"/>
                <a:gd name="T3" fmla="*/ 0 h 2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1" h="260">
                  <a:moveTo>
                    <a:pt x="301" y="260"/>
                  </a:moveTo>
                  <a:cubicBezTo>
                    <a:pt x="301" y="260"/>
                    <a:pt x="191" y="119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6" name="Freeform 423">
              <a:extLst>
                <a:ext uri="{FF2B5EF4-FFF2-40B4-BE49-F238E27FC236}">
                  <a16:creationId xmlns:a16="http://schemas.microsoft.com/office/drawing/2014/main" id="{7AFAC236-81CF-4940-8B53-C91A92347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336"/>
              <a:ext cx="146" cy="343"/>
            </a:xfrm>
            <a:custGeom>
              <a:avLst/>
              <a:gdLst>
                <a:gd name="T0" fmla="*/ 253 w 109"/>
                <a:gd name="T1" fmla="*/ 12 h 257"/>
                <a:gd name="T2" fmla="*/ 263 w 109"/>
                <a:gd name="T3" fmla="*/ 0 h 257"/>
                <a:gd name="T4" fmla="*/ 58 w 109"/>
                <a:gd name="T5" fmla="*/ 611 h 2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257">
                  <a:moveTo>
                    <a:pt x="105" y="5"/>
                  </a:moveTo>
                  <a:cubicBezTo>
                    <a:pt x="106" y="3"/>
                    <a:pt x="107" y="1"/>
                    <a:pt x="109" y="0"/>
                  </a:cubicBezTo>
                  <a:cubicBezTo>
                    <a:pt x="18" y="30"/>
                    <a:pt x="0" y="181"/>
                    <a:pt x="24" y="257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7" name="Freeform 424">
              <a:extLst>
                <a:ext uri="{FF2B5EF4-FFF2-40B4-BE49-F238E27FC236}">
                  <a16:creationId xmlns:a16="http://schemas.microsoft.com/office/drawing/2014/main" id="{A9F6A11B-1A3A-4CC0-9A3D-80C4D70DA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2446"/>
              <a:ext cx="52" cy="121"/>
            </a:xfrm>
            <a:custGeom>
              <a:avLst/>
              <a:gdLst>
                <a:gd name="T0" fmla="*/ 92 w 39"/>
                <a:gd name="T1" fmla="*/ 0 h 91"/>
                <a:gd name="T2" fmla="*/ 5 w 39"/>
                <a:gd name="T3" fmla="*/ 214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1">
                  <a:moveTo>
                    <a:pt x="39" y="0"/>
                  </a:moveTo>
                  <a:cubicBezTo>
                    <a:pt x="8" y="9"/>
                    <a:pt x="0" y="63"/>
                    <a:pt x="2" y="91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8" name="Freeform 425">
              <a:extLst>
                <a:ext uri="{FF2B5EF4-FFF2-40B4-BE49-F238E27FC236}">
                  <a16:creationId xmlns:a16="http://schemas.microsoft.com/office/drawing/2014/main" id="{B64B61B4-A16B-47D2-933E-492F9DBC9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298"/>
              <a:ext cx="100" cy="318"/>
            </a:xfrm>
            <a:custGeom>
              <a:avLst/>
              <a:gdLst>
                <a:gd name="T0" fmla="*/ 0 w 75"/>
                <a:gd name="T1" fmla="*/ 0 h 239"/>
                <a:gd name="T2" fmla="*/ 12 w 75"/>
                <a:gd name="T3" fmla="*/ 563 h 2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239">
                  <a:moveTo>
                    <a:pt x="0" y="0"/>
                  </a:moveTo>
                  <a:cubicBezTo>
                    <a:pt x="75" y="55"/>
                    <a:pt x="35" y="172"/>
                    <a:pt x="5" y="239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9" name="Freeform 426">
              <a:extLst>
                <a:ext uri="{FF2B5EF4-FFF2-40B4-BE49-F238E27FC236}">
                  <a16:creationId xmlns:a16="http://schemas.microsoft.com/office/drawing/2014/main" id="{176C1791-BAF1-4651-88D4-06B7D4429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367"/>
              <a:ext cx="47" cy="144"/>
            </a:xfrm>
            <a:custGeom>
              <a:avLst/>
              <a:gdLst>
                <a:gd name="T0" fmla="*/ 12 w 35"/>
                <a:gd name="T1" fmla="*/ 0 h 108"/>
                <a:gd name="T2" fmla="*/ 0 w 35"/>
                <a:gd name="T3" fmla="*/ 256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8">
                  <a:moveTo>
                    <a:pt x="5" y="0"/>
                  </a:moveTo>
                  <a:cubicBezTo>
                    <a:pt x="35" y="16"/>
                    <a:pt x="14" y="81"/>
                    <a:pt x="0" y="108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0" name="Freeform 427">
              <a:extLst>
                <a:ext uri="{FF2B5EF4-FFF2-40B4-BE49-F238E27FC236}">
                  <a16:creationId xmlns:a16="http://schemas.microsoft.com/office/drawing/2014/main" id="{1869D753-A889-4906-9882-E4A05F0E4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491"/>
              <a:ext cx="348" cy="446"/>
            </a:xfrm>
            <a:custGeom>
              <a:avLst/>
              <a:gdLst>
                <a:gd name="T0" fmla="*/ 7 w 261"/>
                <a:gd name="T1" fmla="*/ 767 h 335"/>
                <a:gd name="T2" fmla="*/ 7 w 261"/>
                <a:gd name="T3" fmla="*/ 791 h 335"/>
                <a:gd name="T4" fmla="*/ 235 w 261"/>
                <a:gd name="T5" fmla="*/ 465 h 335"/>
                <a:gd name="T6" fmla="*/ 479 w 261"/>
                <a:gd name="T7" fmla="*/ 262 h 335"/>
                <a:gd name="T8" fmla="*/ 591 w 261"/>
                <a:gd name="T9" fmla="*/ 0 h 3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335">
                  <a:moveTo>
                    <a:pt x="3" y="325"/>
                  </a:moveTo>
                  <a:cubicBezTo>
                    <a:pt x="3" y="329"/>
                    <a:pt x="3" y="332"/>
                    <a:pt x="3" y="335"/>
                  </a:cubicBezTo>
                  <a:cubicBezTo>
                    <a:pt x="0" y="273"/>
                    <a:pt x="49" y="227"/>
                    <a:pt x="99" y="197"/>
                  </a:cubicBezTo>
                  <a:cubicBezTo>
                    <a:pt x="140" y="172"/>
                    <a:pt x="174" y="152"/>
                    <a:pt x="202" y="111"/>
                  </a:cubicBezTo>
                  <a:cubicBezTo>
                    <a:pt x="217" y="87"/>
                    <a:pt x="261" y="31"/>
                    <a:pt x="249" y="0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1" name="Freeform 428">
              <a:extLst>
                <a:ext uri="{FF2B5EF4-FFF2-40B4-BE49-F238E27FC236}">
                  <a16:creationId xmlns:a16="http://schemas.microsoft.com/office/drawing/2014/main" id="{D310B230-8241-4CEA-8A14-48DC1AF06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783"/>
              <a:ext cx="172" cy="118"/>
            </a:xfrm>
            <a:custGeom>
              <a:avLst/>
              <a:gdLst>
                <a:gd name="T0" fmla="*/ 305 w 129"/>
                <a:gd name="T1" fmla="*/ 0 h 89"/>
                <a:gd name="T2" fmla="*/ 65 w 129"/>
                <a:gd name="T3" fmla="*/ 207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9">
                  <a:moveTo>
                    <a:pt x="129" y="0"/>
                  </a:moveTo>
                  <a:cubicBezTo>
                    <a:pt x="102" y="20"/>
                    <a:pt x="0" y="29"/>
                    <a:pt x="28" y="89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2" name="Freeform 429">
              <a:extLst>
                <a:ext uri="{FF2B5EF4-FFF2-40B4-BE49-F238E27FC236}">
                  <a16:creationId xmlns:a16="http://schemas.microsoft.com/office/drawing/2014/main" id="{8BFCFE46-2949-499A-A551-9A579C7E3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2836"/>
              <a:ext cx="71" cy="52"/>
            </a:xfrm>
            <a:custGeom>
              <a:avLst/>
              <a:gdLst>
                <a:gd name="T0" fmla="*/ 127 w 53"/>
                <a:gd name="T1" fmla="*/ 16 h 39"/>
                <a:gd name="T2" fmla="*/ 33 w 53"/>
                <a:gd name="T3" fmla="*/ 9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9">
                  <a:moveTo>
                    <a:pt x="53" y="7"/>
                  </a:moveTo>
                  <a:cubicBezTo>
                    <a:pt x="35" y="0"/>
                    <a:pt x="0" y="17"/>
                    <a:pt x="14" y="39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3" name="Freeform 430">
              <a:extLst>
                <a:ext uri="{FF2B5EF4-FFF2-40B4-BE49-F238E27FC236}">
                  <a16:creationId xmlns:a16="http://schemas.microsoft.com/office/drawing/2014/main" id="{D841A24A-54C7-4707-8D15-E6BFF4F6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2354"/>
              <a:ext cx="128" cy="334"/>
            </a:xfrm>
            <a:custGeom>
              <a:avLst/>
              <a:gdLst>
                <a:gd name="T0" fmla="*/ 0 w 96"/>
                <a:gd name="T1" fmla="*/ 0 h 251"/>
                <a:gd name="T2" fmla="*/ 148 w 96"/>
                <a:gd name="T3" fmla="*/ 165 h 251"/>
                <a:gd name="T4" fmla="*/ 123 w 96"/>
                <a:gd name="T5" fmla="*/ 591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251">
                  <a:moveTo>
                    <a:pt x="0" y="0"/>
                  </a:moveTo>
                  <a:cubicBezTo>
                    <a:pt x="29" y="13"/>
                    <a:pt x="47" y="43"/>
                    <a:pt x="62" y="70"/>
                  </a:cubicBezTo>
                  <a:cubicBezTo>
                    <a:pt x="96" y="135"/>
                    <a:pt x="90" y="189"/>
                    <a:pt x="52" y="251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4" name="Freeform 431">
              <a:extLst>
                <a:ext uri="{FF2B5EF4-FFF2-40B4-BE49-F238E27FC236}">
                  <a16:creationId xmlns:a16="http://schemas.microsoft.com/office/drawing/2014/main" id="{0DC7D0D2-AA9C-4094-8CEC-19DD956DD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4" y="2386"/>
              <a:ext cx="57" cy="147"/>
            </a:xfrm>
            <a:custGeom>
              <a:avLst/>
              <a:gdLst>
                <a:gd name="T0" fmla="*/ 0 w 43"/>
                <a:gd name="T1" fmla="*/ 0 h 111"/>
                <a:gd name="T2" fmla="*/ 64 w 43"/>
                <a:gd name="T3" fmla="*/ 70 h 111"/>
                <a:gd name="T4" fmla="*/ 74 w 43"/>
                <a:gd name="T5" fmla="*/ 258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11">
                  <a:moveTo>
                    <a:pt x="0" y="0"/>
                  </a:moveTo>
                  <a:cubicBezTo>
                    <a:pt x="6" y="13"/>
                    <a:pt x="19" y="18"/>
                    <a:pt x="27" y="30"/>
                  </a:cubicBezTo>
                  <a:cubicBezTo>
                    <a:pt x="43" y="53"/>
                    <a:pt x="37" y="85"/>
                    <a:pt x="32" y="111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5" name="Freeform 432">
              <a:extLst>
                <a:ext uri="{FF2B5EF4-FFF2-40B4-BE49-F238E27FC236}">
                  <a16:creationId xmlns:a16="http://schemas.microsoft.com/office/drawing/2014/main" id="{88149DFD-EEAF-44E3-B819-EFCD35DE6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2372"/>
              <a:ext cx="22" cy="50"/>
            </a:xfrm>
            <a:custGeom>
              <a:avLst/>
              <a:gdLst>
                <a:gd name="T0" fmla="*/ 0 w 16"/>
                <a:gd name="T1" fmla="*/ 0 h 37"/>
                <a:gd name="T2" fmla="*/ 40 w 16"/>
                <a:gd name="T3" fmla="*/ 9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7">
                  <a:moveTo>
                    <a:pt x="0" y="0"/>
                  </a:moveTo>
                  <a:cubicBezTo>
                    <a:pt x="8" y="11"/>
                    <a:pt x="16" y="23"/>
                    <a:pt x="15" y="37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6" name="Freeform 433">
              <a:extLst>
                <a:ext uri="{FF2B5EF4-FFF2-40B4-BE49-F238E27FC236}">
                  <a16:creationId xmlns:a16="http://schemas.microsoft.com/office/drawing/2014/main" id="{DBB024DF-4DCD-456A-9750-0216D73DF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937"/>
              <a:ext cx="206" cy="287"/>
            </a:xfrm>
            <a:custGeom>
              <a:avLst/>
              <a:gdLst>
                <a:gd name="T0" fmla="*/ 364 w 155"/>
                <a:gd name="T1" fmla="*/ 7 h 215"/>
                <a:gd name="T2" fmla="*/ 141 w 155"/>
                <a:gd name="T3" fmla="*/ 159 h 215"/>
                <a:gd name="T4" fmla="*/ 108 w 155"/>
                <a:gd name="T5" fmla="*/ 511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215">
                  <a:moveTo>
                    <a:pt x="155" y="3"/>
                  </a:moveTo>
                  <a:cubicBezTo>
                    <a:pt x="112" y="0"/>
                    <a:pt x="81" y="33"/>
                    <a:pt x="60" y="67"/>
                  </a:cubicBezTo>
                  <a:cubicBezTo>
                    <a:pt x="44" y="93"/>
                    <a:pt x="0" y="195"/>
                    <a:pt x="46" y="215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7" name="Freeform 434">
              <a:extLst>
                <a:ext uri="{FF2B5EF4-FFF2-40B4-BE49-F238E27FC236}">
                  <a16:creationId xmlns:a16="http://schemas.microsoft.com/office/drawing/2014/main" id="{AE721A21-CCDD-4F3E-9F2D-D6688A0B0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3033"/>
              <a:ext cx="63" cy="112"/>
            </a:xfrm>
            <a:custGeom>
              <a:avLst/>
              <a:gdLst>
                <a:gd name="T0" fmla="*/ 113 w 47"/>
                <a:gd name="T1" fmla="*/ 0 h 84"/>
                <a:gd name="T2" fmla="*/ 23 w 47"/>
                <a:gd name="T3" fmla="*/ 19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84">
                  <a:moveTo>
                    <a:pt x="47" y="0"/>
                  </a:moveTo>
                  <a:cubicBezTo>
                    <a:pt x="18" y="3"/>
                    <a:pt x="0" y="53"/>
                    <a:pt x="10" y="84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8" name="Freeform 435">
              <a:extLst>
                <a:ext uri="{FF2B5EF4-FFF2-40B4-BE49-F238E27FC236}">
                  <a16:creationId xmlns:a16="http://schemas.microsoft.com/office/drawing/2014/main" id="{FA5F7722-C59B-4202-A250-0ACBB4DDC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2990"/>
              <a:ext cx="53" cy="122"/>
            </a:xfrm>
            <a:custGeom>
              <a:avLst/>
              <a:gdLst>
                <a:gd name="T0" fmla="*/ 93 w 40"/>
                <a:gd name="T1" fmla="*/ 0 h 91"/>
                <a:gd name="T2" fmla="*/ 7 w 40"/>
                <a:gd name="T3" fmla="*/ 22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1">
                  <a:moveTo>
                    <a:pt x="40" y="0"/>
                  </a:moveTo>
                  <a:cubicBezTo>
                    <a:pt x="23" y="27"/>
                    <a:pt x="0" y="56"/>
                    <a:pt x="3" y="91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9" name="Freeform 436">
              <a:extLst>
                <a:ext uri="{FF2B5EF4-FFF2-40B4-BE49-F238E27FC236}">
                  <a16:creationId xmlns:a16="http://schemas.microsoft.com/office/drawing/2014/main" id="{4BA46794-2624-4D40-BE07-1EE2DCC82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2829"/>
              <a:ext cx="154" cy="269"/>
            </a:xfrm>
            <a:custGeom>
              <a:avLst/>
              <a:gdLst>
                <a:gd name="T0" fmla="*/ 9 w 115"/>
                <a:gd name="T1" fmla="*/ 0 h 202"/>
                <a:gd name="T2" fmla="*/ 200 w 115"/>
                <a:gd name="T3" fmla="*/ 197 h 202"/>
                <a:gd name="T4" fmla="*/ 194 w 115"/>
                <a:gd name="T5" fmla="*/ 477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202">
                  <a:moveTo>
                    <a:pt x="4" y="0"/>
                  </a:moveTo>
                  <a:cubicBezTo>
                    <a:pt x="0" y="37"/>
                    <a:pt x="63" y="62"/>
                    <a:pt x="83" y="83"/>
                  </a:cubicBezTo>
                  <a:cubicBezTo>
                    <a:pt x="115" y="117"/>
                    <a:pt x="99" y="165"/>
                    <a:pt x="81" y="202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0" name="Freeform 437">
              <a:extLst>
                <a:ext uri="{FF2B5EF4-FFF2-40B4-BE49-F238E27FC236}">
                  <a16:creationId xmlns:a16="http://schemas.microsoft.com/office/drawing/2014/main" id="{0C4C37DD-B53B-4CD1-A32E-A1FE1E0D8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2944"/>
              <a:ext cx="52" cy="125"/>
            </a:xfrm>
            <a:custGeom>
              <a:avLst/>
              <a:gdLst>
                <a:gd name="T0" fmla="*/ 0 w 39"/>
                <a:gd name="T1" fmla="*/ 48 h 94"/>
                <a:gd name="T2" fmla="*/ 23 w 39"/>
                <a:gd name="T3" fmla="*/ 221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4">
                  <a:moveTo>
                    <a:pt x="0" y="20"/>
                  </a:moveTo>
                  <a:cubicBezTo>
                    <a:pt x="39" y="0"/>
                    <a:pt x="21" y="80"/>
                    <a:pt x="10" y="94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1" name="Freeform 438">
              <a:extLst>
                <a:ext uri="{FF2B5EF4-FFF2-40B4-BE49-F238E27FC236}">
                  <a16:creationId xmlns:a16="http://schemas.microsoft.com/office/drawing/2014/main" id="{ABA6D890-702A-459E-9618-0D71CF713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9" y="3013"/>
              <a:ext cx="17" cy="45"/>
            </a:xfrm>
            <a:custGeom>
              <a:avLst/>
              <a:gdLst>
                <a:gd name="T0" fmla="*/ 0 w 13"/>
                <a:gd name="T1" fmla="*/ 0 h 34"/>
                <a:gd name="T2" fmla="*/ 12 w 13"/>
                <a:gd name="T3" fmla="*/ 79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4">
                  <a:moveTo>
                    <a:pt x="0" y="0"/>
                  </a:moveTo>
                  <a:cubicBezTo>
                    <a:pt x="10" y="9"/>
                    <a:pt x="13" y="23"/>
                    <a:pt x="5" y="34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2" name="Freeform 439">
              <a:extLst>
                <a:ext uri="{FF2B5EF4-FFF2-40B4-BE49-F238E27FC236}">
                  <a16:creationId xmlns:a16="http://schemas.microsoft.com/office/drawing/2014/main" id="{755BD011-11B5-4237-B24A-C9053A7F5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2859"/>
              <a:ext cx="75" cy="329"/>
            </a:xfrm>
            <a:custGeom>
              <a:avLst/>
              <a:gdLst>
                <a:gd name="T0" fmla="*/ 36 w 56"/>
                <a:gd name="T1" fmla="*/ 0 h 247"/>
                <a:gd name="T2" fmla="*/ 94 w 56"/>
                <a:gd name="T3" fmla="*/ 87 h 247"/>
                <a:gd name="T4" fmla="*/ 129 w 56"/>
                <a:gd name="T5" fmla="*/ 268 h 247"/>
                <a:gd name="T6" fmla="*/ 0 w 56"/>
                <a:gd name="T7" fmla="*/ 583 h 2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47">
                  <a:moveTo>
                    <a:pt x="15" y="0"/>
                  </a:moveTo>
                  <a:cubicBezTo>
                    <a:pt x="19" y="15"/>
                    <a:pt x="31" y="23"/>
                    <a:pt x="39" y="37"/>
                  </a:cubicBezTo>
                  <a:cubicBezTo>
                    <a:pt x="52" y="60"/>
                    <a:pt x="56" y="87"/>
                    <a:pt x="54" y="113"/>
                  </a:cubicBezTo>
                  <a:cubicBezTo>
                    <a:pt x="51" y="148"/>
                    <a:pt x="29" y="224"/>
                    <a:pt x="0" y="247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3" name="Freeform 440">
              <a:extLst>
                <a:ext uri="{FF2B5EF4-FFF2-40B4-BE49-F238E27FC236}">
                  <a16:creationId xmlns:a16="http://schemas.microsoft.com/office/drawing/2014/main" id="{AE99AC0C-261F-4ADB-A4B4-C791CF342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3092"/>
              <a:ext cx="87" cy="125"/>
            </a:xfrm>
            <a:custGeom>
              <a:avLst/>
              <a:gdLst>
                <a:gd name="T0" fmla="*/ 50 w 65"/>
                <a:gd name="T1" fmla="*/ 0 h 94"/>
                <a:gd name="T2" fmla="*/ 155 w 65"/>
                <a:gd name="T3" fmla="*/ 221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94">
                  <a:moveTo>
                    <a:pt x="21" y="0"/>
                  </a:moveTo>
                  <a:cubicBezTo>
                    <a:pt x="0" y="1"/>
                    <a:pt x="33" y="87"/>
                    <a:pt x="65" y="94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4" name="Freeform 441">
              <a:extLst>
                <a:ext uri="{FF2B5EF4-FFF2-40B4-BE49-F238E27FC236}">
                  <a16:creationId xmlns:a16="http://schemas.microsoft.com/office/drawing/2014/main" id="{41BCDEEA-8608-46D1-A68C-60EE51D52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3148"/>
              <a:ext cx="27" cy="58"/>
            </a:xfrm>
            <a:custGeom>
              <a:avLst/>
              <a:gdLst>
                <a:gd name="T0" fmla="*/ 20 w 20"/>
                <a:gd name="T1" fmla="*/ 0 h 44"/>
                <a:gd name="T2" fmla="*/ 49 w 20"/>
                <a:gd name="T3" fmla="*/ 10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4">
                  <a:moveTo>
                    <a:pt x="8" y="0"/>
                  </a:moveTo>
                  <a:cubicBezTo>
                    <a:pt x="6" y="16"/>
                    <a:pt x="0" y="39"/>
                    <a:pt x="20" y="44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5" name="Freeform 442">
              <a:extLst>
                <a:ext uri="{FF2B5EF4-FFF2-40B4-BE49-F238E27FC236}">
                  <a16:creationId xmlns:a16="http://schemas.microsoft.com/office/drawing/2014/main" id="{238A9A0F-04E6-4D8A-94F6-8C148F47B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358"/>
              <a:ext cx="275" cy="292"/>
            </a:xfrm>
            <a:custGeom>
              <a:avLst/>
              <a:gdLst>
                <a:gd name="T0" fmla="*/ 454 w 206"/>
                <a:gd name="T1" fmla="*/ 0 h 219"/>
                <a:gd name="T2" fmla="*/ 307 w 206"/>
                <a:gd name="T3" fmla="*/ 261 h 219"/>
                <a:gd name="T4" fmla="*/ 52 w 206"/>
                <a:gd name="T5" fmla="*/ 519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6" h="219">
                  <a:moveTo>
                    <a:pt x="191" y="0"/>
                  </a:moveTo>
                  <a:cubicBezTo>
                    <a:pt x="206" y="39"/>
                    <a:pt x="160" y="92"/>
                    <a:pt x="129" y="110"/>
                  </a:cubicBezTo>
                  <a:cubicBezTo>
                    <a:pt x="94" y="130"/>
                    <a:pt x="0" y="160"/>
                    <a:pt x="22" y="219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6" name="Freeform 443">
              <a:extLst>
                <a:ext uri="{FF2B5EF4-FFF2-40B4-BE49-F238E27FC236}">
                  <a16:creationId xmlns:a16="http://schemas.microsoft.com/office/drawing/2014/main" id="{9D45BD2F-2F80-40CF-B850-5F14B2A29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444"/>
              <a:ext cx="186" cy="118"/>
            </a:xfrm>
            <a:custGeom>
              <a:avLst/>
              <a:gdLst>
                <a:gd name="T0" fmla="*/ 309 w 139"/>
                <a:gd name="T1" fmla="*/ 0 h 89"/>
                <a:gd name="T2" fmla="*/ 0 w 139"/>
                <a:gd name="T3" fmla="*/ 207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9" h="89">
                  <a:moveTo>
                    <a:pt x="129" y="0"/>
                  </a:moveTo>
                  <a:cubicBezTo>
                    <a:pt x="139" y="71"/>
                    <a:pt x="12" y="46"/>
                    <a:pt x="0" y="89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7" name="Freeform 444">
              <a:extLst>
                <a:ext uri="{FF2B5EF4-FFF2-40B4-BE49-F238E27FC236}">
                  <a16:creationId xmlns:a16="http://schemas.microsoft.com/office/drawing/2014/main" id="{AB54B82B-C79B-489D-9992-1BECE0CB5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1486"/>
              <a:ext cx="79" cy="68"/>
            </a:xfrm>
            <a:custGeom>
              <a:avLst/>
              <a:gdLst>
                <a:gd name="T0" fmla="*/ 142 w 59"/>
                <a:gd name="T1" fmla="*/ 0 h 51"/>
                <a:gd name="T2" fmla="*/ 0 w 59"/>
                <a:gd name="T3" fmla="*/ 10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51">
                  <a:moveTo>
                    <a:pt x="59" y="0"/>
                  </a:moveTo>
                  <a:cubicBezTo>
                    <a:pt x="54" y="21"/>
                    <a:pt x="23" y="51"/>
                    <a:pt x="0" y="46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8" name="Freeform 445">
              <a:extLst>
                <a:ext uri="{FF2B5EF4-FFF2-40B4-BE49-F238E27FC236}">
                  <a16:creationId xmlns:a16="http://schemas.microsoft.com/office/drawing/2014/main" id="{DCFCD40F-F71A-42D7-B74B-F727545BB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530"/>
              <a:ext cx="121" cy="201"/>
            </a:xfrm>
            <a:custGeom>
              <a:avLst/>
              <a:gdLst>
                <a:gd name="T0" fmla="*/ 194 w 91"/>
                <a:gd name="T1" fmla="*/ 0 h 151"/>
                <a:gd name="T2" fmla="*/ 209 w 91"/>
                <a:gd name="T3" fmla="*/ 80 h 151"/>
                <a:gd name="T4" fmla="*/ 165 w 91"/>
                <a:gd name="T5" fmla="*/ 213 h 151"/>
                <a:gd name="T6" fmla="*/ 0 w 91"/>
                <a:gd name="T7" fmla="*/ 357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51">
                  <a:moveTo>
                    <a:pt x="83" y="0"/>
                  </a:moveTo>
                  <a:cubicBezTo>
                    <a:pt x="81" y="3"/>
                    <a:pt x="89" y="23"/>
                    <a:pt x="89" y="34"/>
                  </a:cubicBezTo>
                  <a:cubicBezTo>
                    <a:pt x="91" y="56"/>
                    <a:pt x="80" y="71"/>
                    <a:pt x="70" y="90"/>
                  </a:cubicBezTo>
                  <a:cubicBezTo>
                    <a:pt x="55" y="115"/>
                    <a:pt x="30" y="143"/>
                    <a:pt x="0" y="151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9" name="Freeform 446">
              <a:extLst>
                <a:ext uri="{FF2B5EF4-FFF2-40B4-BE49-F238E27FC236}">
                  <a16:creationId xmlns:a16="http://schemas.microsoft.com/office/drawing/2014/main" id="{AD84968C-5534-4F01-ADFD-74C2BE0B9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560"/>
              <a:ext cx="64" cy="90"/>
            </a:xfrm>
            <a:custGeom>
              <a:avLst/>
              <a:gdLst>
                <a:gd name="T0" fmla="*/ 113 w 48"/>
                <a:gd name="T1" fmla="*/ 0 h 68"/>
                <a:gd name="T2" fmla="*/ 92 w 48"/>
                <a:gd name="T3" fmla="*/ 93 h 68"/>
                <a:gd name="T4" fmla="*/ 0 w 48"/>
                <a:gd name="T5" fmla="*/ 158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8">
                  <a:moveTo>
                    <a:pt x="48" y="0"/>
                  </a:moveTo>
                  <a:cubicBezTo>
                    <a:pt x="43" y="14"/>
                    <a:pt x="47" y="26"/>
                    <a:pt x="39" y="40"/>
                  </a:cubicBezTo>
                  <a:cubicBezTo>
                    <a:pt x="31" y="54"/>
                    <a:pt x="16" y="66"/>
                    <a:pt x="0" y="68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0" name="Freeform 447">
              <a:extLst>
                <a:ext uri="{FF2B5EF4-FFF2-40B4-BE49-F238E27FC236}">
                  <a16:creationId xmlns:a16="http://schemas.microsoft.com/office/drawing/2014/main" id="{732E40FD-5470-4EB5-B558-634E54A3E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572"/>
              <a:ext cx="36" cy="37"/>
            </a:xfrm>
            <a:custGeom>
              <a:avLst/>
              <a:gdLst>
                <a:gd name="T0" fmla="*/ 57 w 27"/>
                <a:gd name="T1" fmla="*/ 0 h 28"/>
                <a:gd name="T2" fmla="*/ 0 w 27"/>
                <a:gd name="T3" fmla="*/ 6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8">
                  <a:moveTo>
                    <a:pt x="24" y="0"/>
                  </a:moveTo>
                  <a:cubicBezTo>
                    <a:pt x="27" y="15"/>
                    <a:pt x="13" y="26"/>
                    <a:pt x="0" y="28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1" name="Freeform 448">
              <a:extLst>
                <a:ext uri="{FF2B5EF4-FFF2-40B4-BE49-F238E27FC236}">
                  <a16:creationId xmlns:a16="http://schemas.microsoft.com/office/drawing/2014/main" id="{877D2967-71A2-43F2-AE4A-5E88340DB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583"/>
              <a:ext cx="52" cy="195"/>
            </a:xfrm>
            <a:custGeom>
              <a:avLst/>
              <a:gdLst>
                <a:gd name="T0" fmla="*/ 92 w 39"/>
                <a:gd name="T1" fmla="*/ 0 h 146"/>
                <a:gd name="T2" fmla="*/ 65 w 39"/>
                <a:gd name="T3" fmla="*/ 347 h 1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46">
                  <a:moveTo>
                    <a:pt x="39" y="0"/>
                  </a:moveTo>
                  <a:cubicBezTo>
                    <a:pt x="0" y="27"/>
                    <a:pt x="0" y="113"/>
                    <a:pt x="28" y="146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2" name="Freeform 449">
              <a:extLst>
                <a:ext uri="{FF2B5EF4-FFF2-40B4-BE49-F238E27FC236}">
                  <a16:creationId xmlns:a16="http://schemas.microsoft.com/office/drawing/2014/main" id="{BD2A3420-5BC7-44DE-BF06-F64D40F5D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635"/>
              <a:ext cx="20" cy="79"/>
            </a:xfrm>
            <a:custGeom>
              <a:avLst/>
              <a:gdLst>
                <a:gd name="T0" fmla="*/ 36 w 15"/>
                <a:gd name="T1" fmla="*/ 0 h 59"/>
                <a:gd name="T2" fmla="*/ 27 w 15"/>
                <a:gd name="T3" fmla="*/ 142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9">
                  <a:moveTo>
                    <a:pt x="15" y="0"/>
                  </a:moveTo>
                  <a:cubicBezTo>
                    <a:pt x="2" y="15"/>
                    <a:pt x="0" y="43"/>
                    <a:pt x="11" y="59"/>
                  </a:cubicBezTo>
                </a:path>
              </a:pathLst>
            </a:custGeom>
            <a:noFill/>
            <a:ln w="7938" cap="flat">
              <a:solidFill>
                <a:srgbClr val="904D5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3" name="Freeform 450">
              <a:extLst>
                <a:ext uri="{FF2B5EF4-FFF2-40B4-BE49-F238E27FC236}">
                  <a16:creationId xmlns:a16="http://schemas.microsoft.com/office/drawing/2014/main" id="{A9340BA3-F55A-4356-AAAC-92CD90E49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859"/>
              <a:ext cx="2334" cy="2707"/>
            </a:xfrm>
            <a:custGeom>
              <a:avLst/>
              <a:gdLst>
                <a:gd name="T0" fmla="*/ 52 w 1751"/>
                <a:gd name="T1" fmla="*/ 1635 h 2032"/>
                <a:gd name="T2" fmla="*/ 84 w 1751"/>
                <a:gd name="T3" fmla="*/ 2008 h 2032"/>
                <a:gd name="T4" fmla="*/ 36 w 1751"/>
                <a:gd name="T5" fmla="*/ 2242 h 2032"/>
                <a:gd name="T6" fmla="*/ 73 w 1751"/>
                <a:gd name="T7" fmla="*/ 2699 h 2032"/>
                <a:gd name="T8" fmla="*/ 79 w 1751"/>
                <a:gd name="T9" fmla="*/ 3031 h 2032"/>
                <a:gd name="T10" fmla="*/ 44 w 1751"/>
                <a:gd name="T11" fmla="*/ 3225 h 2032"/>
                <a:gd name="T12" fmla="*/ 65 w 1751"/>
                <a:gd name="T13" fmla="*/ 3681 h 2032"/>
                <a:gd name="T14" fmla="*/ 84 w 1751"/>
                <a:gd name="T15" fmla="*/ 3775 h 2032"/>
                <a:gd name="T16" fmla="*/ 305 w 1751"/>
                <a:gd name="T17" fmla="*/ 3831 h 2032"/>
                <a:gd name="T18" fmla="*/ 535 w 1751"/>
                <a:gd name="T19" fmla="*/ 3934 h 2032"/>
                <a:gd name="T20" fmla="*/ 670 w 1751"/>
                <a:gd name="T21" fmla="*/ 3977 h 2032"/>
                <a:gd name="T22" fmla="*/ 966 w 1751"/>
                <a:gd name="T23" fmla="*/ 4156 h 2032"/>
                <a:gd name="T24" fmla="*/ 1224 w 1751"/>
                <a:gd name="T25" fmla="*/ 4315 h 2032"/>
                <a:gd name="T26" fmla="*/ 1418 w 1751"/>
                <a:gd name="T27" fmla="*/ 4477 h 2032"/>
                <a:gd name="T28" fmla="*/ 1596 w 1751"/>
                <a:gd name="T29" fmla="*/ 4612 h 2032"/>
                <a:gd name="T30" fmla="*/ 1765 w 1751"/>
                <a:gd name="T31" fmla="*/ 4804 h 2032"/>
                <a:gd name="T32" fmla="*/ 4147 w 1751"/>
                <a:gd name="T33" fmla="*/ 4199 h 2032"/>
                <a:gd name="T34" fmla="*/ 4147 w 1751"/>
                <a:gd name="T35" fmla="*/ 2213 h 2032"/>
                <a:gd name="T36" fmla="*/ 3264 w 1751"/>
                <a:gd name="T37" fmla="*/ 1240 h 2032"/>
                <a:gd name="T38" fmla="*/ 3264 w 1751"/>
                <a:gd name="T39" fmla="*/ 725 h 2032"/>
                <a:gd name="T40" fmla="*/ 925 w 1751"/>
                <a:gd name="T41" fmla="*/ 12 h 2032"/>
                <a:gd name="T42" fmla="*/ 52 w 1751"/>
                <a:gd name="T43" fmla="*/ 1635 h 203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751" h="2032">
                  <a:moveTo>
                    <a:pt x="22" y="691"/>
                  </a:moveTo>
                  <a:cubicBezTo>
                    <a:pt x="22" y="691"/>
                    <a:pt x="0" y="818"/>
                    <a:pt x="35" y="849"/>
                  </a:cubicBezTo>
                  <a:cubicBezTo>
                    <a:pt x="35" y="849"/>
                    <a:pt x="17" y="895"/>
                    <a:pt x="15" y="948"/>
                  </a:cubicBezTo>
                  <a:cubicBezTo>
                    <a:pt x="13" y="1001"/>
                    <a:pt x="15" y="1134"/>
                    <a:pt x="31" y="1142"/>
                  </a:cubicBezTo>
                  <a:cubicBezTo>
                    <a:pt x="31" y="1142"/>
                    <a:pt x="25" y="1260"/>
                    <a:pt x="33" y="1282"/>
                  </a:cubicBezTo>
                  <a:cubicBezTo>
                    <a:pt x="33" y="1282"/>
                    <a:pt x="19" y="1340"/>
                    <a:pt x="19" y="1364"/>
                  </a:cubicBezTo>
                  <a:cubicBezTo>
                    <a:pt x="19" y="1388"/>
                    <a:pt x="22" y="1539"/>
                    <a:pt x="28" y="1557"/>
                  </a:cubicBezTo>
                  <a:cubicBezTo>
                    <a:pt x="34" y="1575"/>
                    <a:pt x="35" y="1597"/>
                    <a:pt x="35" y="1597"/>
                  </a:cubicBezTo>
                  <a:cubicBezTo>
                    <a:pt x="35" y="1597"/>
                    <a:pt x="73" y="1634"/>
                    <a:pt x="129" y="1621"/>
                  </a:cubicBezTo>
                  <a:cubicBezTo>
                    <a:pt x="129" y="1621"/>
                    <a:pt x="179" y="1674"/>
                    <a:pt x="226" y="1664"/>
                  </a:cubicBezTo>
                  <a:cubicBezTo>
                    <a:pt x="226" y="1664"/>
                    <a:pt x="259" y="1687"/>
                    <a:pt x="283" y="1682"/>
                  </a:cubicBezTo>
                  <a:cubicBezTo>
                    <a:pt x="283" y="1682"/>
                    <a:pt x="349" y="1758"/>
                    <a:pt x="408" y="1758"/>
                  </a:cubicBezTo>
                  <a:cubicBezTo>
                    <a:pt x="408" y="1758"/>
                    <a:pt x="472" y="1828"/>
                    <a:pt x="517" y="1825"/>
                  </a:cubicBezTo>
                  <a:cubicBezTo>
                    <a:pt x="517" y="1825"/>
                    <a:pt x="531" y="1868"/>
                    <a:pt x="599" y="1894"/>
                  </a:cubicBezTo>
                  <a:cubicBezTo>
                    <a:pt x="599" y="1894"/>
                    <a:pt x="628" y="1945"/>
                    <a:pt x="674" y="1951"/>
                  </a:cubicBezTo>
                  <a:cubicBezTo>
                    <a:pt x="674" y="1951"/>
                    <a:pt x="713" y="2019"/>
                    <a:pt x="745" y="2032"/>
                  </a:cubicBezTo>
                  <a:cubicBezTo>
                    <a:pt x="1751" y="1776"/>
                    <a:pt x="1751" y="1776"/>
                    <a:pt x="1751" y="1776"/>
                  </a:cubicBezTo>
                  <a:cubicBezTo>
                    <a:pt x="1751" y="936"/>
                    <a:pt x="1751" y="936"/>
                    <a:pt x="1751" y="936"/>
                  </a:cubicBezTo>
                  <a:cubicBezTo>
                    <a:pt x="1751" y="936"/>
                    <a:pt x="1709" y="755"/>
                    <a:pt x="1378" y="525"/>
                  </a:cubicBezTo>
                  <a:cubicBezTo>
                    <a:pt x="1378" y="306"/>
                    <a:pt x="1378" y="306"/>
                    <a:pt x="1378" y="306"/>
                  </a:cubicBezTo>
                  <a:cubicBezTo>
                    <a:pt x="1378" y="306"/>
                    <a:pt x="1046" y="0"/>
                    <a:pt x="391" y="5"/>
                  </a:cubicBezTo>
                  <a:lnTo>
                    <a:pt x="22" y="691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4" name="Freeform 451">
              <a:extLst>
                <a:ext uri="{FF2B5EF4-FFF2-40B4-BE49-F238E27FC236}">
                  <a16:creationId xmlns:a16="http://schemas.microsoft.com/office/drawing/2014/main" id="{BC04BCF4-290C-41AC-97FA-80A327B01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805"/>
              <a:ext cx="60" cy="188"/>
            </a:xfrm>
            <a:custGeom>
              <a:avLst/>
              <a:gdLst>
                <a:gd name="T0" fmla="*/ 7 w 45"/>
                <a:gd name="T1" fmla="*/ 5 h 141"/>
                <a:gd name="T2" fmla="*/ 44 w 45"/>
                <a:gd name="T3" fmla="*/ 164 h 141"/>
                <a:gd name="T4" fmla="*/ 107 w 45"/>
                <a:gd name="T5" fmla="*/ 335 h 141"/>
                <a:gd name="T6" fmla="*/ 87 w 45"/>
                <a:gd name="T7" fmla="*/ 204 h 141"/>
                <a:gd name="T8" fmla="*/ 92 w 45"/>
                <a:gd name="T9" fmla="*/ 41 h 141"/>
                <a:gd name="T10" fmla="*/ 5 w 45"/>
                <a:gd name="T11" fmla="*/ 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41">
                  <a:moveTo>
                    <a:pt x="3" y="2"/>
                  </a:moveTo>
                  <a:cubicBezTo>
                    <a:pt x="0" y="25"/>
                    <a:pt x="14" y="47"/>
                    <a:pt x="19" y="69"/>
                  </a:cubicBezTo>
                  <a:cubicBezTo>
                    <a:pt x="25" y="93"/>
                    <a:pt x="29" y="121"/>
                    <a:pt x="45" y="141"/>
                  </a:cubicBezTo>
                  <a:cubicBezTo>
                    <a:pt x="36" y="125"/>
                    <a:pt x="40" y="104"/>
                    <a:pt x="37" y="86"/>
                  </a:cubicBezTo>
                  <a:cubicBezTo>
                    <a:pt x="34" y="61"/>
                    <a:pt x="24" y="41"/>
                    <a:pt x="39" y="17"/>
                  </a:cubicBezTo>
                  <a:cubicBezTo>
                    <a:pt x="28" y="11"/>
                    <a:pt x="14" y="5"/>
                    <a:pt x="2" y="0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5" name="Freeform 452">
              <a:extLst>
                <a:ext uri="{FF2B5EF4-FFF2-40B4-BE49-F238E27FC236}">
                  <a16:creationId xmlns:a16="http://schemas.microsoft.com/office/drawing/2014/main" id="{255F9573-4135-45B1-A7D9-BF0F83D52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826"/>
              <a:ext cx="92" cy="266"/>
            </a:xfrm>
            <a:custGeom>
              <a:avLst/>
              <a:gdLst>
                <a:gd name="T0" fmla="*/ 16 w 69"/>
                <a:gd name="T1" fmla="*/ 9 h 200"/>
                <a:gd name="T2" fmla="*/ 5 w 69"/>
                <a:gd name="T3" fmla="*/ 106 h 200"/>
                <a:gd name="T4" fmla="*/ 7 w 69"/>
                <a:gd name="T5" fmla="*/ 214 h 200"/>
                <a:gd name="T6" fmla="*/ 48 w 69"/>
                <a:gd name="T7" fmla="*/ 311 h 200"/>
                <a:gd name="T8" fmla="*/ 97 w 69"/>
                <a:gd name="T9" fmla="*/ 392 h 200"/>
                <a:gd name="T10" fmla="*/ 156 w 69"/>
                <a:gd name="T11" fmla="*/ 471 h 200"/>
                <a:gd name="T12" fmla="*/ 123 w 69"/>
                <a:gd name="T13" fmla="*/ 402 h 200"/>
                <a:gd name="T14" fmla="*/ 91 w 69"/>
                <a:gd name="T15" fmla="*/ 322 h 200"/>
                <a:gd name="T16" fmla="*/ 71 w 69"/>
                <a:gd name="T17" fmla="*/ 150 h 200"/>
                <a:gd name="T18" fmla="*/ 84 w 69"/>
                <a:gd name="T19" fmla="*/ 113 h 200"/>
                <a:gd name="T20" fmla="*/ 95 w 69"/>
                <a:gd name="T21" fmla="*/ 92 h 200"/>
                <a:gd name="T22" fmla="*/ 80 w 69"/>
                <a:gd name="T23" fmla="*/ 48 h 200"/>
                <a:gd name="T24" fmla="*/ 20 w 69"/>
                <a:gd name="T25" fmla="*/ 0 h 2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200">
                  <a:moveTo>
                    <a:pt x="7" y="4"/>
                  </a:moveTo>
                  <a:cubicBezTo>
                    <a:pt x="7" y="18"/>
                    <a:pt x="4" y="31"/>
                    <a:pt x="2" y="45"/>
                  </a:cubicBezTo>
                  <a:cubicBezTo>
                    <a:pt x="0" y="60"/>
                    <a:pt x="0" y="75"/>
                    <a:pt x="3" y="91"/>
                  </a:cubicBezTo>
                  <a:cubicBezTo>
                    <a:pt x="6" y="105"/>
                    <a:pt x="14" y="118"/>
                    <a:pt x="20" y="132"/>
                  </a:cubicBezTo>
                  <a:cubicBezTo>
                    <a:pt x="26" y="144"/>
                    <a:pt x="33" y="155"/>
                    <a:pt x="41" y="167"/>
                  </a:cubicBezTo>
                  <a:cubicBezTo>
                    <a:pt x="46" y="176"/>
                    <a:pt x="54" y="197"/>
                    <a:pt x="66" y="200"/>
                  </a:cubicBezTo>
                  <a:cubicBezTo>
                    <a:pt x="69" y="193"/>
                    <a:pt x="56" y="177"/>
                    <a:pt x="52" y="171"/>
                  </a:cubicBezTo>
                  <a:cubicBezTo>
                    <a:pt x="46" y="160"/>
                    <a:pt x="42" y="149"/>
                    <a:pt x="38" y="137"/>
                  </a:cubicBezTo>
                  <a:cubicBezTo>
                    <a:pt x="30" y="115"/>
                    <a:pt x="23" y="87"/>
                    <a:pt x="30" y="64"/>
                  </a:cubicBezTo>
                  <a:cubicBezTo>
                    <a:pt x="31" y="59"/>
                    <a:pt x="33" y="53"/>
                    <a:pt x="35" y="48"/>
                  </a:cubicBezTo>
                  <a:cubicBezTo>
                    <a:pt x="37" y="45"/>
                    <a:pt x="39" y="42"/>
                    <a:pt x="40" y="39"/>
                  </a:cubicBezTo>
                  <a:cubicBezTo>
                    <a:pt x="40" y="34"/>
                    <a:pt x="38" y="25"/>
                    <a:pt x="34" y="20"/>
                  </a:cubicBezTo>
                  <a:cubicBezTo>
                    <a:pt x="28" y="11"/>
                    <a:pt x="18" y="6"/>
                    <a:pt x="8" y="0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6" name="Freeform 453">
              <a:extLst>
                <a:ext uri="{FF2B5EF4-FFF2-40B4-BE49-F238E27FC236}">
                  <a16:creationId xmlns:a16="http://schemas.microsoft.com/office/drawing/2014/main" id="{7772ADCF-DAD9-47CB-9ABE-3B95B95C8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890"/>
              <a:ext cx="82" cy="201"/>
            </a:xfrm>
            <a:custGeom>
              <a:avLst/>
              <a:gdLst>
                <a:gd name="T0" fmla="*/ 1 w 62"/>
                <a:gd name="T1" fmla="*/ 1 h 151"/>
                <a:gd name="T2" fmla="*/ 0 w 62"/>
                <a:gd name="T3" fmla="*/ 63 h 151"/>
                <a:gd name="T4" fmla="*/ 7 w 62"/>
                <a:gd name="T5" fmla="*/ 122 h 151"/>
                <a:gd name="T6" fmla="*/ 45 w 62"/>
                <a:gd name="T7" fmla="*/ 216 h 151"/>
                <a:gd name="T8" fmla="*/ 91 w 62"/>
                <a:gd name="T9" fmla="*/ 301 h 151"/>
                <a:gd name="T10" fmla="*/ 143 w 62"/>
                <a:gd name="T11" fmla="*/ 357 h 151"/>
                <a:gd name="T12" fmla="*/ 114 w 62"/>
                <a:gd name="T13" fmla="*/ 294 h 151"/>
                <a:gd name="T14" fmla="*/ 77 w 62"/>
                <a:gd name="T15" fmla="*/ 194 h 151"/>
                <a:gd name="T16" fmla="*/ 70 w 62"/>
                <a:gd name="T17" fmla="*/ 85 h 151"/>
                <a:gd name="T18" fmla="*/ 7 w 62"/>
                <a:gd name="T19" fmla="*/ 0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51">
                  <a:moveTo>
                    <a:pt x="1" y="1"/>
                  </a:moveTo>
                  <a:cubicBezTo>
                    <a:pt x="2" y="9"/>
                    <a:pt x="0" y="18"/>
                    <a:pt x="0" y="26"/>
                  </a:cubicBezTo>
                  <a:cubicBezTo>
                    <a:pt x="0" y="35"/>
                    <a:pt x="0" y="43"/>
                    <a:pt x="3" y="52"/>
                  </a:cubicBezTo>
                  <a:cubicBezTo>
                    <a:pt x="7" y="66"/>
                    <a:pt x="13" y="79"/>
                    <a:pt x="20" y="92"/>
                  </a:cubicBezTo>
                  <a:cubicBezTo>
                    <a:pt x="26" y="104"/>
                    <a:pt x="32" y="116"/>
                    <a:pt x="39" y="128"/>
                  </a:cubicBezTo>
                  <a:cubicBezTo>
                    <a:pt x="44" y="135"/>
                    <a:pt x="52" y="150"/>
                    <a:pt x="62" y="151"/>
                  </a:cubicBezTo>
                  <a:cubicBezTo>
                    <a:pt x="61" y="142"/>
                    <a:pt x="53" y="133"/>
                    <a:pt x="49" y="125"/>
                  </a:cubicBezTo>
                  <a:cubicBezTo>
                    <a:pt x="43" y="111"/>
                    <a:pt x="37" y="97"/>
                    <a:pt x="33" y="83"/>
                  </a:cubicBezTo>
                  <a:cubicBezTo>
                    <a:pt x="30" y="66"/>
                    <a:pt x="30" y="52"/>
                    <a:pt x="30" y="36"/>
                  </a:cubicBezTo>
                  <a:cubicBezTo>
                    <a:pt x="29" y="21"/>
                    <a:pt x="16" y="6"/>
                    <a:pt x="3" y="0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7" name="Freeform 454">
              <a:extLst>
                <a:ext uri="{FF2B5EF4-FFF2-40B4-BE49-F238E27FC236}">
                  <a16:creationId xmlns:a16="http://schemas.microsoft.com/office/drawing/2014/main" id="{9C71772C-0BCF-4359-BB9C-18849A292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942"/>
              <a:ext cx="95" cy="190"/>
            </a:xfrm>
            <a:custGeom>
              <a:avLst/>
              <a:gdLst>
                <a:gd name="T0" fmla="*/ 163 w 71"/>
                <a:gd name="T1" fmla="*/ 23 h 143"/>
                <a:gd name="T2" fmla="*/ 143 w 71"/>
                <a:gd name="T3" fmla="*/ 1 h 143"/>
                <a:gd name="T4" fmla="*/ 112 w 71"/>
                <a:gd name="T5" fmla="*/ 36 h 143"/>
                <a:gd name="T6" fmla="*/ 36 w 71"/>
                <a:gd name="T7" fmla="*/ 124 h 143"/>
                <a:gd name="T8" fmla="*/ 36 w 71"/>
                <a:gd name="T9" fmla="*/ 162 h 143"/>
                <a:gd name="T10" fmla="*/ 31 w 71"/>
                <a:gd name="T11" fmla="*/ 226 h 143"/>
                <a:gd name="T12" fmla="*/ 21 w 71"/>
                <a:gd name="T13" fmla="*/ 335 h 143"/>
                <a:gd name="T14" fmla="*/ 55 w 71"/>
                <a:gd name="T15" fmla="*/ 222 h 143"/>
                <a:gd name="T16" fmla="*/ 84 w 71"/>
                <a:gd name="T17" fmla="*/ 143 h 143"/>
                <a:gd name="T18" fmla="*/ 170 w 71"/>
                <a:gd name="T19" fmla="*/ 36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143">
                  <a:moveTo>
                    <a:pt x="68" y="10"/>
                  </a:moveTo>
                  <a:cubicBezTo>
                    <a:pt x="63" y="7"/>
                    <a:pt x="66" y="0"/>
                    <a:pt x="60" y="1"/>
                  </a:cubicBezTo>
                  <a:cubicBezTo>
                    <a:pt x="54" y="3"/>
                    <a:pt x="50" y="11"/>
                    <a:pt x="47" y="15"/>
                  </a:cubicBezTo>
                  <a:cubicBezTo>
                    <a:pt x="36" y="26"/>
                    <a:pt x="21" y="38"/>
                    <a:pt x="15" y="53"/>
                  </a:cubicBezTo>
                  <a:cubicBezTo>
                    <a:pt x="13" y="58"/>
                    <a:pt x="15" y="64"/>
                    <a:pt x="15" y="69"/>
                  </a:cubicBezTo>
                  <a:cubicBezTo>
                    <a:pt x="16" y="77"/>
                    <a:pt x="15" y="88"/>
                    <a:pt x="13" y="96"/>
                  </a:cubicBezTo>
                  <a:cubicBezTo>
                    <a:pt x="9" y="110"/>
                    <a:pt x="0" y="129"/>
                    <a:pt x="9" y="143"/>
                  </a:cubicBezTo>
                  <a:cubicBezTo>
                    <a:pt x="11" y="126"/>
                    <a:pt x="17" y="110"/>
                    <a:pt x="23" y="95"/>
                  </a:cubicBezTo>
                  <a:cubicBezTo>
                    <a:pt x="28" y="84"/>
                    <a:pt x="30" y="72"/>
                    <a:pt x="35" y="61"/>
                  </a:cubicBezTo>
                  <a:cubicBezTo>
                    <a:pt x="43" y="43"/>
                    <a:pt x="57" y="29"/>
                    <a:pt x="71" y="15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8" name="Freeform 455">
              <a:extLst>
                <a:ext uri="{FF2B5EF4-FFF2-40B4-BE49-F238E27FC236}">
                  <a16:creationId xmlns:a16="http://schemas.microsoft.com/office/drawing/2014/main" id="{FAB75F1B-2A92-4368-8AF7-813E02B37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146"/>
              <a:ext cx="113" cy="150"/>
            </a:xfrm>
            <a:custGeom>
              <a:avLst/>
              <a:gdLst>
                <a:gd name="T0" fmla="*/ 1 w 85"/>
                <a:gd name="T1" fmla="*/ 98 h 113"/>
                <a:gd name="T2" fmla="*/ 27 w 85"/>
                <a:gd name="T3" fmla="*/ 149 h 113"/>
                <a:gd name="T4" fmla="*/ 43 w 85"/>
                <a:gd name="T5" fmla="*/ 187 h 113"/>
                <a:gd name="T6" fmla="*/ 69 w 85"/>
                <a:gd name="T7" fmla="*/ 264 h 113"/>
                <a:gd name="T8" fmla="*/ 90 w 85"/>
                <a:gd name="T9" fmla="*/ 194 h 113"/>
                <a:gd name="T10" fmla="*/ 136 w 85"/>
                <a:gd name="T11" fmla="*/ 127 h 113"/>
                <a:gd name="T12" fmla="*/ 194 w 85"/>
                <a:gd name="T13" fmla="*/ 0 h 113"/>
                <a:gd name="T14" fmla="*/ 138 w 85"/>
                <a:gd name="T15" fmla="*/ 74 h 113"/>
                <a:gd name="T16" fmla="*/ 80 w 85"/>
                <a:gd name="T17" fmla="*/ 130 h 113"/>
                <a:gd name="T18" fmla="*/ 9 w 85"/>
                <a:gd name="T19" fmla="*/ 106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113">
                  <a:moveTo>
                    <a:pt x="1" y="42"/>
                  </a:moveTo>
                  <a:cubicBezTo>
                    <a:pt x="0" y="52"/>
                    <a:pt x="5" y="56"/>
                    <a:pt x="11" y="63"/>
                  </a:cubicBezTo>
                  <a:cubicBezTo>
                    <a:pt x="15" y="68"/>
                    <a:pt x="17" y="73"/>
                    <a:pt x="18" y="80"/>
                  </a:cubicBezTo>
                  <a:cubicBezTo>
                    <a:pt x="20" y="90"/>
                    <a:pt x="21" y="106"/>
                    <a:pt x="29" y="113"/>
                  </a:cubicBezTo>
                  <a:cubicBezTo>
                    <a:pt x="34" y="106"/>
                    <a:pt x="35" y="92"/>
                    <a:pt x="38" y="83"/>
                  </a:cubicBezTo>
                  <a:cubicBezTo>
                    <a:pt x="42" y="72"/>
                    <a:pt x="51" y="64"/>
                    <a:pt x="58" y="54"/>
                  </a:cubicBezTo>
                  <a:cubicBezTo>
                    <a:pt x="70" y="38"/>
                    <a:pt x="85" y="23"/>
                    <a:pt x="83" y="0"/>
                  </a:cubicBezTo>
                  <a:cubicBezTo>
                    <a:pt x="76" y="11"/>
                    <a:pt x="68" y="21"/>
                    <a:pt x="59" y="32"/>
                  </a:cubicBezTo>
                  <a:cubicBezTo>
                    <a:pt x="52" y="40"/>
                    <a:pt x="46" y="53"/>
                    <a:pt x="34" y="56"/>
                  </a:cubicBezTo>
                  <a:cubicBezTo>
                    <a:pt x="22" y="59"/>
                    <a:pt x="13" y="52"/>
                    <a:pt x="4" y="45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9" name="Freeform 456">
              <a:extLst>
                <a:ext uri="{FF2B5EF4-FFF2-40B4-BE49-F238E27FC236}">
                  <a16:creationId xmlns:a16="http://schemas.microsoft.com/office/drawing/2014/main" id="{AEF5DEA8-04B4-489D-827B-AFDC6C6A4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1861"/>
              <a:ext cx="86" cy="257"/>
            </a:xfrm>
            <a:custGeom>
              <a:avLst/>
              <a:gdLst>
                <a:gd name="T0" fmla="*/ 117 w 64"/>
                <a:gd name="T1" fmla="*/ 1 h 193"/>
                <a:gd name="T2" fmla="*/ 78 w 64"/>
                <a:gd name="T3" fmla="*/ 128 h 193"/>
                <a:gd name="T4" fmla="*/ 31 w 64"/>
                <a:gd name="T5" fmla="*/ 220 h 193"/>
                <a:gd name="T6" fmla="*/ 9 w 64"/>
                <a:gd name="T7" fmla="*/ 342 h 193"/>
                <a:gd name="T8" fmla="*/ 9 w 64"/>
                <a:gd name="T9" fmla="*/ 455 h 193"/>
                <a:gd name="T10" fmla="*/ 15 w 64"/>
                <a:gd name="T11" fmla="*/ 405 h 193"/>
                <a:gd name="T12" fmla="*/ 35 w 64"/>
                <a:gd name="T13" fmla="*/ 320 h 193"/>
                <a:gd name="T14" fmla="*/ 70 w 64"/>
                <a:gd name="T15" fmla="*/ 214 h 193"/>
                <a:gd name="T16" fmla="*/ 121 w 64"/>
                <a:gd name="T17" fmla="*/ 169 h 193"/>
                <a:gd name="T18" fmla="*/ 156 w 64"/>
                <a:gd name="T19" fmla="*/ 177 h 193"/>
                <a:gd name="T20" fmla="*/ 138 w 64"/>
                <a:gd name="T21" fmla="*/ 133 h 193"/>
                <a:gd name="T22" fmla="*/ 136 w 64"/>
                <a:gd name="T23" fmla="*/ 71 h 193"/>
                <a:gd name="T24" fmla="*/ 121 w 64"/>
                <a:gd name="T25" fmla="*/ 0 h 1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193">
                  <a:moveTo>
                    <a:pt x="48" y="1"/>
                  </a:moveTo>
                  <a:cubicBezTo>
                    <a:pt x="43" y="19"/>
                    <a:pt x="38" y="36"/>
                    <a:pt x="32" y="54"/>
                  </a:cubicBezTo>
                  <a:cubicBezTo>
                    <a:pt x="27" y="67"/>
                    <a:pt x="18" y="79"/>
                    <a:pt x="13" y="93"/>
                  </a:cubicBezTo>
                  <a:cubicBezTo>
                    <a:pt x="7" y="109"/>
                    <a:pt x="6" y="128"/>
                    <a:pt x="4" y="145"/>
                  </a:cubicBezTo>
                  <a:cubicBezTo>
                    <a:pt x="2" y="161"/>
                    <a:pt x="0" y="178"/>
                    <a:pt x="4" y="193"/>
                  </a:cubicBezTo>
                  <a:cubicBezTo>
                    <a:pt x="2" y="186"/>
                    <a:pt x="5" y="178"/>
                    <a:pt x="6" y="171"/>
                  </a:cubicBezTo>
                  <a:cubicBezTo>
                    <a:pt x="7" y="159"/>
                    <a:pt x="11" y="147"/>
                    <a:pt x="14" y="135"/>
                  </a:cubicBezTo>
                  <a:cubicBezTo>
                    <a:pt x="18" y="120"/>
                    <a:pt x="22" y="106"/>
                    <a:pt x="29" y="91"/>
                  </a:cubicBezTo>
                  <a:cubicBezTo>
                    <a:pt x="32" y="83"/>
                    <a:pt x="41" y="73"/>
                    <a:pt x="50" y="71"/>
                  </a:cubicBezTo>
                  <a:cubicBezTo>
                    <a:pt x="55" y="70"/>
                    <a:pt x="60" y="73"/>
                    <a:pt x="64" y="75"/>
                  </a:cubicBezTo>
                  <a:cubicBezTo>
                    <a:pt x="62" y="68"/>
                    <a:pt x="58" y="63"/>
                    <a:pt x="57" y="56"/>
                  </a:cubicBezTo>
                  <a:cubicBezTo>
                    <a:pt x="55" y="47"/>
                    <a:pt x="57" y="39"/>
                    <a:pt x="56" y="30"/>
                  </a:cubicBezTo>
                  <a:cubicBezTo>
                    <a:pt x="55" y="20"/>
                    <a:pt x="54" y="9"/>
                    <a:pt x="50" y="0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0" name="Freeform 457">
              <a:extLst>
                <a:ext uri="{FF2B5EF4-FFF2-40B4-BE49-F238E27FC236}">
                  <a16:creationId xmlns:a16="http://schemas.microsoft.com/office/drawing/2014/main" id="{71A1BED1-0C53-4DFA-9551-F700416DB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087"/>
              <a:ext cx="112" cy="131"/>
            </a:xfrm>
            <a:custGeom>
              <a:avLst/>
              <a:gdLst>
                <a:gd name="T0" fmla="*/ 0 w 84"/>
                <a:gd name="T1" fmla="*/ 102 h 98"/>
                <a:gd name="T2" fmla="*/ 127 w 84"/>
                <a:gd name="T3" fmla="*/ 99 h 98"/>
                <a:gd name="T4" fmla="*/ 199 w 84"/>
                <a:gd name="T5" fmla="*/ 0 h 98"/>
                <a:gd name="T6" fmla="*/ 172 w 84"/>
                <a:gd name="T7" fmla="*/ 43 h 98"/>
                <a:gd name="T8" fmla="*/ 140 w 84"/>
                <a:gd name="T9" fmla="*/ 107 h 98"/>
                <a:gd name="T10" fmla="*/ 92 w 84"/>
                <a:gd name="T11" fmla="*/ 192 h 98"/>
                <a:gd name="T12" fmla="*/ 73 w 84"/>
                <a:gd name="T13" fmla="*/ 227 h 98"/>
                <a:gd name="T14" fmla="*/ 65 w 84"/>
                <a:gd name="T15" fmla="*/ 234 h 98"/>
                <a:gd name="T16" fmla="*/ 44 w 84"/>
                <a:gd name="T17" fmla="*/ 214 h 98"/>
                <a:gd name="T18" fmla="*/ 0 w 84"/>
                <a:gd name="T19" fmla="*/ 127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98">
                  <a:moveTo>
                    <a:pt x="0" y="43"/>
                  </a:moveTo>
                  <a:cubicBezTo>
                    <a:pt x="3" y="69"/>
                    <a:pt x="43" y="51"/>
                    <a:pt x="53" y="41"/>
                  </a:cubicBezTo>
                  <a:cubicBezTo>
                    <a:pt x="65" y="29"/>
                    <a:pt x="77" y="15"/>
                    <a:pt x="84" y="0"/>
                  </a:cubicBezTo>
                  <a:cubicBezTo>
                    <a:pt x="79" y="4"/>
                    <a:pt x="76" y="12"/>
                    <a:pt x="73" y="18"/>
                  </a:cubicBezTo>
                  <a:cubicBezTo>
                    <a:pt x="68" y="27"/>
                    <a:pt x="63" y="36"/>
                    <a:pt x="59" y="45"/>
                  </a:cubicBezTo>
                  <a:cubicBezTo>
                    <a:pt x="52" y="57"/>
                    <a:pt x="46" y="69"/>
                    <a:pt x="39" y="81"/>
                  </a:cubicBezTo>
                  <a:cubicBezTo>
                    <a:pt x="37" y="85"/>
                    <a:pt x="35" y="91"/>
                    <a:pt x="31" y="95"/>
                  </a:cubicBezTo>
                  <a:cubicBezTo>
                    <a:pt x="29" y="97"/>
                    <a:pt x="31" y="97"/>
                    <a:pt x="28" y="98"/>
                  </a:cubicBezTo>
                  <a:cubicBezTo>
                    <a:pt x="25" y="98"/>
                    <a:pt x="20" y="92"/>
                    <a:pt x="19" y="90"/>
                  </a:cubicBezTo>
                  <a:cubicBezTo>
                    <a:pt x="10" y="78"/>
                    <a:pt x="0" y="68"/>
                    <a:pt x="0" y="53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1" name="Freeform 458">
              <a:extLst>
                <a:ext uri="{FF2B5EF4-FFF2-40B4-BE49-F238E27FC236}">
                  <a16:creationId xmlns:a16="http://schemas.microsoft.com/office/drawing/2014/main" id="{BF7BBE3D-A277-46D9-8212-22E2D6CE7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791"/>
              <a:ext cx="65" cy="180"/>
            </a:xfrm>
            <a:custGeom>
              <a:avLst/>
              <a:gdLst>
                <a:gd name="T0" fmla="*/ 16 w 49"/>
                <a:gd name="T1" fmla="*/ 0 h 135"/>
                <a:gd name="T2" fmla="*/ 5 w 49"/>
                <a:gd name="T3" fmla="*/ 91 h 135"/>
                <a:gd name="T4" fmla="*/ 1 w 49"/>
                <a:gd name="T5" fmla="*/ 151 h 135"/>
                <a:gd name="T6" fmla="*/ 9 w 49"/>
                <a:gd name="T7" fmla="*/ 251 h 135"/>
                <a:gd name="T8" fmla="*/ 41 w 49"/>
                <a:gd name="T9" fmla="*/ 320 h 135"/>
                <a:gd name="T10" fmla="*/ 86 w 49"/>
                <a:gd name="T11" fmla="*/ 292 h 135"/>
                <a:gd name="T12" fmla="*/ 114 w 49"/>
                <a:gd name="T13" fmla="*/ 265 h 135"/>
                <a:gd name="T14" fmla="*/ 28 w 49"/>
                <a:gd name="T15" fmla="*/ 223 h 135"/>
                <a:gd name="T16" fmla="*/ 28 w 49"/>
                <a:gd name="T17" fmla="*/ 151 h 135"/>
                <a:gd name="T18" fmla="*/ 27 w 49"/>
                <a:gd name="T19" fmla="*/ 105 h 135"/>
                <a:gd name="T20" fmla="*/ 20 w 49"/>
                <a:gd name="T21" fmla="*/ 41 h 135"/>
                <a:gd name="T22" fmla="*/ 16 w 49"/>
                <a:gd name="T23" fmla="*/ 0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135">
                  <a:moveTo>
                    <a:pt x="7" y="0"/>
                  </a:moveTo>
                  <a:cubicBezTo>
                    <a:pt x="6" y="11"/>
                    <a:pt x="3" y="25"/>
                    <a:pt x="2" y="38"/>
                  </a:cubicBezTo>
                  <a:cubicBezTo>
                    <a:pt x="2" y="46"/>
                    <a:pt x="1" y="55"/>
                    <a:pt x="1" y="64"/>
                  </a:cubicBezTo>
                  <a:cubicBezTo>
                    <a:pt x="0" y="77"/>
                    <a:pt x="1" y="93"/>
                    <a:pt x="4" y="106"/>
                  </a:cubicBezTo>
                  <a:cubicBezTo>
                    <a:pt x="5" y="113"/>
                    <a:pt x="9" y="135"/>
                    <a:pt x="17" y="135"/>
                  </a:cubicBezTo>
                  <a:cubicBezTo>
                    <a:pt x="24" y="135"/>
                    <a:pt x="32" y="127"/>
                    <a:pt x="37" y="123"/>
                  </a:cubicBezTo>
                  <a:cubicBezTo>
                    <a:pt x="41" y="120"/>
                    <a:pt x="48" y="116"/>
                    <a:pt x="49" y="112"/>
                  </a:cubicBezTo>
                  <a:cubicBezTo>
                    <a:pt x="38" y="118"/>
                    <a:pt x="16" y="106"/>
                    <a:pt x="12" y="94"/>
                  </a:cubicBezTo>
                  <a:cubicBezTo>
                    <a:pt x="10" y="85"/>
                    <a:pt x="12" y="73"/>
                    <a:pt x="12" y="64"/>
                  </a:cubicBezTo>
                  <a:cubicBezTo>
                    <a:pt x="11" y="57"/>
                    <a:pt x="11" y="51"/>
                    <a:pt x="11" y="44"/>
                  </a:cubicBezTo>
                  <a:cubicBezTo>
                    <a:pt x="11" y="35"/>
                    <a:pt x="11" y="26"/>
                    <a:pt x="8" y="17"/>
                  </a:cubicBezTo>
                  <a:cubicBezTo>
                    <a:pt x="7" y="14"/>
                    <a:pt x="4" y="2"/>
                    <a:pt x="7" y="0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2" name="Freeform 459">
              <a:extLst>
                <a:ext uri="{FF2B5EF4-FFF2-40B4-BE49-F238E27FC236}">
                  <a16:creationId xmlns:a16="http://schemas.microsoft.com/office/drawing/2014/main" id="{8D28836B-0FC9-4346-83A3-5453B77A4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974"/>
              <a:ext cx="72" cy="177"/>
            </a:xfrm>
            <a:custGeom>
              <a:avLst/>
              <a:gdLst>
                <a:gd name="T0" fmla="*/ 127 w 54"/>
                <a:gd name="T1" fmla="*/ 0 h 133"/>
                <a:gd name="T2" fmla="*/ 92 w 54"/>
                <a:gd name="T3" fmla="*/ 27 h 133"/>
                <a:gd name="T4" fmla="*/ 59 w 54"/>
                <a:gd name="T5" fmla="*/ 49 h 133"/>
                <a:gd name="T6" fmla="*/ 27 w 54"/>
                <a:gd name="T7" fmla="*/ 122 h 133"/>
                <a:gd name="T8" fmla="*/ 1 w 54"/>
                <a:gd name="T9" fmla="*/ 314 h 133"/>
                <a:gd name="T10" fmla="*/ 20 w 54"/>
                <a:gd name="T11" fmla="*/ 266 h 133"/>
                <a:gd name="T12" fmla="*/ 48 w 54"/>
                <a:gd name="T13" fmla="*/ 202 h 133"/>
                <a:gd name="T14" fmla="*/ 105 w 54"/>
                <a:gd name="T15" fmla="*/ 160 h 133"/>
                <a:gd name="T16" fmla="*/ 119 w 54"/>
                <a:gd name="T17" fmla="*/ 69 h 133"/>
                <a:gd name="T18" fmla="*/ 127 w 54"/>
                <a:gd name="T19" fmla="*/ 7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33">
                  <a:moveTo>
                    <a:pt x="53" y="0"/>
                  </a:moveTo>
                  <a:cubicBezTo>
                    <a:pt x="48" y="3"/>
                    <a:pt x="43" y="8"/>
                    <a:pt x="39" y="11"/>
                  </a:cubicBezTo>
                  <a:cubicBezTo>
                    <a:pt x="34" y="14"/>
                    <a:pt x="29" y="17"/>
                    <a:pt x="25" y="21"/>
                  </a:cubicBezTo>
                  <a:cubicBezTo>
                    <a:pt x="17" y="28"/>
                    <a:pt x="13" y="41"/>
                    <a:pt x="11" y="52"/>
                  </a:cubicBezTo>
                  <a:cubicBezTo>
                    <a:pt x="6" y="79"/>
                    <a:pt x="0" y="105"/>
                    <a:pt x="1" y="133"/>
                  </a:cubicBezTo>
                  <a:cubicBezTo>
                    <a:pt x="0" y="126"/>
                    <a:pt x="5" y="119"/>
                    <a:pt x="8" y="113"/>
                  </a:cubicBezTo>
                  <a:cubicBezTo>
                    <a:pt x="11" y="103"/>
                    <a:pt x="15" y="94"/>
                    <a:pt x="20" y="86"/>
                  </a:cubicBezTo>
                  <a:cubicBezTo>
                    <a:pt x="26" y="77"/>
                    <a:pt x="33" y="70"/>
                    <a:pt x="44" y="68"/>
                  </a:cubicBezTo>
                  <a:cubicBezTo>
                    <a:pt x="45" y="55"/>
                    <a:pt x="47" y="42"/>
                    <a:pt x="50" y="29"/>
                  </a:cubicBezTo>
                  <a:cubicBezTo>
                    <a:pt x="52" y="21"/>
                    <a:pt x="54" y="11"/>
                    <a:pt x="53" y="3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3" name="Freeform 460">
              <a:extLst>
                <a:ext uri="{FF2B5EF4-FFF2-40B4-BE49-F238E27FC236}">
                  <a16:creationId xmlns:a16="http://schemas.microsoft.com/office/drawing/2014/main" id="{01F64FFC-7B75-4E60-ADCD-04B4D9D2F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220"/>
              <a:ext cx="72" cy="140"/>
            </a:xfrm>
            <a:custGeom>
              <a:avLst/>
              <a:gdLst>
                <a:gd name="T0" fmla="*/ 7 w 54"/>
                <a:gd name="T1" fmla="*/ 0 h 105"/>
                <a:gd name="T2" fmla="*/ 1 w 54"/>
                <a:gd name="T3" fmla="*/ 149 h 105"/>
                <a:gd name="T4" fmla="*/ 9 w 54"/>
                <a:gd name="T5" fmla="*/ 229 h 105"/>
                <a:gd name="T6" fmla="*/ 28 w 54"/>
                <a:gd name="T7" fmla="*/ 249 h 105"/>
                <a:gd name="T8" fmla="*/ 57 w 54"/>
                <a:gd name="T9" fmla="*/ 223 h 105"/>
                <a:gd name="T10" fmla="*/ 95 w 54"/>
                <a:gd name="T11" fmla="*/ 156 h 105"/>
                <a:gd name="T12" fmla="*/ 128 w 54"/>
                <a:gd name="T13" fmla="*/ 97 h 105"/>
                <a:gd name="T14" fmla="*/ 31 w 54"/>
                <a:gd name="T15" fmla="*/ 149 h 105"/>
                <a:gd name="T16" fmla="*/ 15 w 54"/>
                <a:gd name="T17" fmla="*/ 69 h 105"/>
                <a:gd name="T18" fmla="*/ 12 w 54"/>
                <a:gd name="T19" fmla="*/ 15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05">
                  <a:moveTo>
                    <a:pt x="3" y="0"/>
                  </a:moveTo>
                  <a:cubicBezTo>
                    <a:pt x="3" y="21"/>
                    <a:pt x="1" y="42"/>
                    <a:pt x="1" y="63"/>
                  </a:cubicBezTo>
                  <a:cubicBezTo>
                    <a:pt x="1" y="74"/>
                    <a:pt x="0" y="87"/>
                    <a:pt x="4" y="97"/>
                  </a:cubicBezTo>
                  <a:cubicBezTo>
                    <a:pt x="5" y="100"/>
                    <a:pt x="8" y="105"/>
                    <a:pt x="12" y="105"/>
                  </a:cubicBezTo>
                  <a:cubicBezTo>
                    <a:pt x="17" y="105"/>
                    <a:pt x="22" y="98"/>
                    <a:pt x="24" y="94"/>
                  </a:cubicBezTo>
                  <a:cubicBezTo>
                    <a:pt x="29" y="84"/>
                    <a:pt x="34" y="75"/>
                    <a:pt x="40" y="66"/>
                  </a:cubicBezTo>
                  <a:cubicBezTo>
                    <a:pt x="45" y="59"/>
                    <a:pt x="53" y="49"/>
                    <a:pt x="54" y="41"/>
                  </a:cubicBezTo>
                  <a:cubicBezTo>
                    <a:pt x="47" y="48"/>
                    <a:pt x="24" y="80"/>
                    <a:pt x="13" y="63"/>
                  </a:cubicBezTo>
                  <a:cubicBezTo>
                    <a:pt x="7" y="54"/>
                    <a:pt x="6" y="39"/>
                    <a:pt x="6" y="29"/>
                  </a:cubicBezTo>
                  <a:cubicBezTo>
                    <a:pt x="5" y="23"/>
                    <a:pt x="9" y="12"/>
                    <a:pt x="5" y="6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4" name="Freeform 461">
              <a:extLst>
                <a:ext uri="{FF2B5EF4-FFF2-40B4-BE49-F238E27FC236}">
                  <a16:creationId xmlns:a16="http://schemas.microsoft.com/office/drawing/2014/main" id="{617CA889-7E6E-493E-93F6-3ED926B69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307"/>
              <a:ext cx="73" cy="324"/>
            </a:xfrm>
            <a:custGeom>
              <a:avLst/>
              <a:gdLst>
                <a:gd name="T0" fmla="*/ 127 w 55"/>
                <a:gd name="T1" fmla="*/ 1 h 243"/>
                <a:gd name="T2" fmla="*/ 127 w 55"/>
                <a:gd name="T3" fmla="*/ 0 h 243"/>
                <a:gd name="T4" fmla="*/ 66 w 55"/>
                <a:gd name="T5" fmla="*/ 85 h 243"/>
                <a:gd name="T6" fmla="*/ 31 w 55"/>
                <a:gd name="T7" fmla="*/ 135 h 243"/>
                <a:gd name="T8" fmla="*/ 7 w 55"/>
                <a:gd name="T9" fmla="*/ 297 h 243"/>
                <a:gd name="T10" fmla="*/ 20 w 55"/>
                <a:gd name="T11" fmla="*/ 441 h 243"/>
                <a:gd name="T12" fmla="*/ 80 w 55"/>
                <a:gd name="T13" fmla="*/ 576 h 243"/>
                <a:gd name="T14" fmla="*/ 56 w 55"/>
                <a:gd name="T15" fmla="*/ 455 h 243"/>
                <a:gd name="T16" fmla="*/ 42 w 55"/>
                <a:gd name="T17" fmla="*/ 356 h 243"/>
                <a:gd name="T18" fmla="*/ 42 w 55"/>
                <a:gd name="T19" fmla="*/ 215 h 243"/>
                <a:gd name="T20" fmla="*/ 88 w 55"/>
                <a:gd name="T21" fmla="*/ 73 h 243"/>
                <a:gd name="T22" fmla="*/ 113 w 55"/>
                <a:gd name="T23" fmla="*/ 31 h 243"/>
                <a:gd name="T24" fmla="*/ 122 w 55"/>
                <a:gd name="T25" fmla="*/ 12 h 2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243">
                  <a:moveTo>
                    <a:pt x="54" y="1"/>
                  </a:moveTo>
                  <a:cubicBezTo>
                    <a:pt x="55" y="0"/>
                    <a:pt x="54" y="0"/>
                    <a:pt x="54" y="0"/>
                  </a:cubicBezTo>
                  <a:cubicBezTo>
                    <a:pt x="45" y="12"/>
                    <a:pt x="37" y="24"/>
                    <a:pt x="29" y="36"/>
                  </a:cubicBezTo>
                  <a:cubicBezTo>
                    <a:pt x="23" y="43"/>
                    <a:pt x="18" y="49"/>
                    <a:pt x="13" y="57"/>
                  </a:cubicBezTo>
                  <a:cubicBezTo>
                    <a:pt x="1" y="78"/>
                    <a:pt x="2" y="102"/>
                    <a:pt x="3" y="125"/>
                  </a:cubicBezTo>
                  <a:cubicBezTo>
                    <a:pt x="4" y="144"/>
                    <a:pt x="0" y="169"/>
                    <a:pt x="8" y="186"/>
                  </a:cubicBezTo>
                  <a:cubicBezTo>
                    <a:pt x="17" y="205"/>
                    <a:pt x="23" y="225"/>
                    <a:pt x="34" y="243"/>
                  </a:cubicBezTo>
                  <a:cubicBezTo>
                    <a:pt x="28" y="227"/>
                    <a:pt x="27" y="209"/>
                    <a:pt x="24" y="192"/>
                  </a:cubicBezTo>
                  <a:cubicBezTo>
                    <a:pt x="22" y="178"/>
                    <a:pt x="20" y="164"/>
                    <a:pt x="18" y="150"/>
                  </a:cubicBezTo>
                  <a:cubicBezTo>
                    <a:pt x="16" y="130"/>
                    <a:pt x="14" y="110"/>
                    <a:pt x="18" y="91"/>
                  </a:cubicBezTo>
                  <a:cubicBezTo>
                    <a:pt x="22" y="71"/>
                    <a:pt x="31" y="49"/>
                    <a:pt x="38" y="31"/>
                  </a:cubicBezTo>
                  <a:cubicBezTo>
                    <a:pt x="41" y="24"/>
                    <a:pt x="45" y="19"/>
                    <a:pt x="48" y="13"/>
                  </a:cubicBezTo>
                  <a:cubicBezTo>
                    <a:pt x="49" y="11"/>
                    <a:pt x="52" y="6"/>
                    <a:pt x="52" y="5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5" name="Freeform 462">
              <a:extLst>
                <a:ext uri="{FF2B5EF4-FFF2-40B4-BE49-F238E27FC236}">
                  <a16:creationId xmlns:a16="http://schemas.microsoft.com/office/drawing/2014/main" id="{B5F89AF2-8707-4874-B27A-DC7EFA4C7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593"/>
              <a:ext cx="58" cy="352"/>
            </a:xfrm>
            <a:custGeom>
              <a:avLst/>
              <a:gdLst>
                <a:gd name="T0" fmla="*/ 69 w 43"/>
                <a:gd name="T1" fmla="*/ 100 h 264"/>
                <a:gd name="T2" fmla="*/ 40 w 43"/>
                <a:gd name="T3" fmla="*/ 44 h 264"/>
                <a:gd name="T4" fmla="*/ 24 w 43"/>
                <a:gd name="T5" fmla="*/ 0 h 264"/>
                <a:gd name="T6" fmla="*/ 16 w 43"/>
                <a:gd name="T7" fmla="*/ 63 h 264"/>
                <a:gd name="T8" fmla="*/ 1 w 43"/>
                <a:gd name="T9" fmla="*/ 144 h 264"/>
                <a:gd name="T10" fmla="*/ 1 w 43"/>
                <a:gd name="T11" fmla="*/ 313 h 264"/>
                <a:gd name="T12" fmla="*/ 12 w 43"/>
                <a:gd name="T13" fmla="*/ 485 h 264"/>
                <a:gd name="T14" fmla="*/ 24 w 43"/>
                <a:gd name="T15" fmla="*/ 599 h 264"/>
                <a:gd name="T16" fmla="*/ 32 w 43"/>
                <a:gd name="T17" fmla="*/ 625 h 264"/>
                <a:gd name="T18" fmla="*/ 85 w 43"/>
                <a:gd name="T19" fmla="*/ 489 h 264"/>
                <a:gd name="T20" fmla="*/ 105 w 43"/>
                <a:gd name="T21" fmla="*/ 393 h 264"/>
                <a:gd name="T22" fmla="*/ 58 w 43"/>
                <a:gd name="T23" fmla="*/ 453 h 264"/>
                <a:gd name="T24" fmla="*/ 40 w 43"/>
                <a:gd name="T25" fmla="*/ 396 h 264"/>
                <a:gd name="T26" fmla="*/ 27 w 43"/>
                <a:gd name="T27" fmla="*/ 215 h 264"/>
                <a:gd name="T28" fmla="*/ 27 w 43"/>
                <a:gd name="T29" fmla="*/ 129 h 264"/>
                <a:gd name="T30" fmla="*/ 40 w 43"/>
                <a:gd name="T31" fmla="*/ 107 h 264"/>
                <a:gd name="T32" fmla="*/ 66 w 43"/>
                <a:gd name="T33" fmla="*/ 105 h 2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264">
                  <a:moveTo>
                    <a:pt x="28" y="42"/>
                  </a:moveTo>
                  <a:cubicBezTo>
                    <a:pt x="24" y="35"/>
                    <a:pt x="19" y="28"/>
                    <a:pt x="16" y="19"/>
                  </a:cubicBezTo>
                  <a:cubicBezTo>
                    <a:pt x="15" y="14"/>
                    <a:pt x="15" y="4"/>
                    <a:pt x="10" y="0"/>
                  </a:cubicBezTo>
                  <a:cubicBezTo>
                    <a:pt x="8" y="8"/>
                    <a:pt x="8" y="18"/>
                    <a:pt x="7" y="26"/>
                  </a:cubicBezTo>
                  <a:cubicBezTo>
                    <a:pt x="5" y="38"/>
                    <a:pt x="2" y="49"/>
                    <a:pt x="1" y="61"/>
                  </a:cubicBezTo>
                  <a:cubicBezTo>
                    <a:pt x="0" y="85"/>
                    <a:pt x="0" y="108"/>
                    <a:pt x="1" y="132"/>
                  </a:cubicBezTo>
                  <a:cubicBezTo>
                    <a:pt x="2" y="156"/>
                    <a:pt x="5" y="181"/>
                    <a:pt x="5" y="205"/>
                  </a:cubicBezTo>
                  <a:cubicBezTo>
                    <a:pt x="5" y="222"/>
                    <a:pt x="4" y="238"/>
                    <a:pt x="10" y="253"/>
                  </a:cubicBezTo>
                  <a:cubicBezTo>
                    <a:pt x="12" y="257"/>
                    <a:pt x="13" y="260"/>
                    <a:pt x="13" y="264"/>
                  </a:cubicBezTo>
                  <a:cubicBezTo>
                    <a:pt x="21" y="246"/>
                    <a:pt x="28" y="225"/>
                    <a:pt x="35" y="206"/>
                  </a:cubicBezTo>
                  <a:cubicBezTo>
                    <a:pt x="40" y="191"/>
                    <a:pt x="43" y="181"/>
                    <a:pt x="43" y="166"/>
                  </a:cubicBezTo>
                  <a:cubicBezTo>
                    <a:pt x="41" y="173"/>
                    <a:pt x="35" y="198"/>
                    <a:pt x="24" y="191"/>
                  </a:cubicBezTo>
                  <a:cubicBezTo>
                    <a:pt x="18" y="188"/>
                    <a:pt x="17" y="172"/>
                    <a:pt x="16" y="167"/>
                  </a:cubicBezTo>
                  <a:cubicBezTo>
                    <a:pt x="11" y="142"/>
                    <a:pt x="11" y="115"/>
                    <a:pt x="11" y="91"/>
                  </a:cubicBezTo>
                  <a:cubicBezTo>
                    <a:pt x="11" y="79"/>
                    <a:pt x="10" y="67"/>
                    <a:pt x="11" y="55"/>
                  </a:cubicBezTo>
                  <a:cubicBezTo>
                    <a:pt x="11" y="49"/>
                    <a:pt x="11" y="46"/>
                    <a:pt x="16" y="45"/>
                  </a:cubicBezTo>
                  <a:cubicBezTo>
                    <a:pt x="20" y="44"/>
                    <a:pt x="24" y="49"/>
                    <a:pt x="27" y="44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6" name="Freeform 463">
              <a:extLst>
                <a:ext uri="{FF2B5EF4-FFF2-40B4-BE49-F238E27FC236}">
                  <a16:creationId xmlns:a16="http://schemas.microsoft.com/office/drawing/2014/main" id="{AE3A0780-0A0A-400B-A48B-C5EF13477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487"/>
              <a:ext cx="97" cy="193"/>
            </a:xfrm>
            <a:custGeom>
              <a:avLst/>
              <a:gdLst>
                <a:gd name="T0" fmla="*/ 145 w 73"/>
                <a:gd name="T1" fmla="*/ 44 h 145"/>
                <a:gd name="T2" fmla="*/ 108 w 73"/>
                <a:gd name="T3" fmla="*/ 0 h 145"/>
                <a:gd name="T4" fmla="*/ 54 w 73"/>
                <a:gd name="T5" fmla="*/ 194 h 145"/>
                <a:gd name="T6" fmla="*/ 21 w 73"/>
                <a:gd name="T7" fmla="*/ 262 h 145"/>
                <a:gd name="T8" fmla="*/ 0 w 73"/>
                <a:gd name="T9" fmla="*/ 342 h 145"/>
                <a:gd name="T10" fmla="*/ 72 w 73"/>
                <a:gd name="T11" fmla="*/ 209 h 145"/>
                <a:gd name="T12" fmla="*/ 108 w 73"/>
                <a:gd name="T13" fmla="*/ 140 h 145"/>
                <a:gd name="T14" fmla="*/ 171 w 73"/>
                <a:gd name="T15" fmla="*/ 73 h 145"/>
                <a:gd name="T16" fmla="*/ 144 w 73"/>
                <a:gd name="T17" fmla="*/ 44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45">
                  <a:moveTo>
                    <a:pt x="62" y="19"/>
                  </a:moveTo>
                  <a:cubicBezTo>
                    <a:pt x="57" y="12"/>
                    <a:pt x="52" y="6"/>
                    <a:pt x="46" y="0"/>
                  </a:cubicBezTo>
                  <a:cubicBezTo>
                    <a:pt x="46" y="28"/>
                    <a:pt x="32" y="56"/>
                    <a:pt x="23" y="83"/>
                  </a:cubicBezTo>
                  <a:cubicBezTo>
                    <a:pt x="20" y="93"/>
                    <a:pt x="14" y="102"/>
                    <a:pt x="9" y="111"/>
                  </a:cubicBezTo>
                  <a:cubicBezTo>
                    <a:pt x="3" y="122"/>
                    <a:pt x="5" y="134"/>
                    <a:pt x="0" y="145"/>
                  </a:cubicBezTo>
                  <a:cubicBezTo>
                    <a:pt x="7" y="125"/>
                    <a:pt x="21" y="107"/>
                    <a:pt x="31" y="89"/>
                  </a:cubicBezTo>
                  <a:cubicBezTo>
                    <a:pt x="37" y="79"/>
                    <a:pt x="41" y="69"/>
                    <a:pt x="46" y="59"/>
                  </a:cubicBezTo>
                  <a:cubicBezTo>
                    <a:pt x="50" y="49"/>
                    <a:pt x="59" y="29"/>
                    <a:pt x="73" y="31"/>
                  </a:cubicBezTo>
                  <a:cubicBezTo>
                    <a:pt x="68" y="28"/>
                    <a:pt x="65" y="23"/>
                    <a:pt x="61" y="19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7" name="Freeform 464">
              <a:extLst>
                <a:ext uri="{FF2B5EF4-FFF2-40B4-BE49-F238E27FC236}">
                  <a16:creationId xmlns:a16="http://schemas.microsoft.com/office/drawing/2014/main" id="{74855404-22D9-47C5-8F65-81D753988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759"/>
              <a:ext cx="123" cy="160"/>
            </a:xfrm>
            <a:custGeom>
              <a:avLst/>
              <a:gdLst>
                <a:gd name="T0" fmla="*/ 9 w 92"/>
                <a:gd name="T1" fmla="*/ 0 h 120"/>
                <a:gd name="T2" fmla="*/ 33 w 92"/>
                <a:gd name="T3" fmla="*/ 84 h 120"/>
                <a:gd name="T4" fmla="*/ 70 w 92"/>
                <a:gd name="T5" fmla="*/ 151 h 120"/>
                <a:gd name="T6" fmla="*/ 106 w 92"/>
                <a:gd name="T7" fmla="*/ 223 h 120"/>
                <a:gd name="T8" fmla="*/ 126 w 92"/>
                <a:gd name="T9" fmla="*/ 284 h 120"/>
                <a:gd name="T10" fmla="*/ 190 w 92"/>
                <a:gd name="T11" fmla="*/ 201 h 120"/>
                <a:gd name="T12" fmla="*/ 219 w 92"/>
                <a:gd name="T13" fmla="*/ 128 h 120"/>
                <a:gd name="T14" fmla="*/ 147 w 92"/>
                <a:gd name="T15" fmla="*/ 156 h 120"/>
                <a:gd name="T16" fmla="*/ 88 w 92"/>
                <a:gd name="T17" fmla="*/ 91 h 120"/>
                <a:gd name="T18" fmla="*/ 37 w 92"/>
                <a:gd name="T19" fmla="*/ 48 h 120"/>
                <a:gd name="T20" fmla="*/ 5 w 92"/>
                <a:gd name="T21" fmla="*/ 5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120">
                  <a:moveTo>
                    <a:pt x="4" y="0"/>
                  </a:moveTo>
                  <a:cubicBezTo>
                    <a:pt x="0" y="10"/>
                    <a:pt x="8" y="27"/>
                    <a:pt x="14" y="35"/>
                  </a:cubicBezTo>
                  <a:cubicBezTo>
                    <a:pt x="20" y="44"/>
                    <a:pt x="26" y="53"/>
                    <a:pt x="29" y="64"/>
                  </a:cubicBezTo>
                  <a:cubicBezTo>
                    <a:pt x="33" y="75"/>
                    <a:pt x="39" y="84"/>
                    <a:pt x="44" y="94"/>
                  </a:cubicBezTo>
                  <a:cubicBezTo>
                    <a:pt x="48" y="103"/>
                    <a:pt x="50" y="110"/>
                    <a:pt x="52" y="120"/>
                  </a:cubicBezTo>
                  <a:cubicBezTo>
                    <a:pt x="59" y="106"/>
                    <a:pt x="70" y="97"/>
                    <a:pt x="79" y="85"/>
                  </a:cubicBezTo>
                  <a:cubicBezTo>
                    <a:pt x="86" y="75"/>
                    <a:pt x="88" y="64"/>
                    <a:pt x="92" y="54"/>
                  </a:cubicBezTo>
                  <a:cubicBezTo>
                    <a:pt x="84" y="62"/>
                    <a:pt x="74" y="71"/>
                    <a:pt x="61" y="66"/>
                  </a:cubicBezTo>
                  <a:cubicBezTo>
                    <a:pt x="49" y="61"/>
                    <a:pt x="45" y="47"/>
                    <a:pt x="37" y="38"/>
                  </a:cubicBezTo>
                  <a:cubicBezTo>
                    <a:pt x="31" y="31"/>
                    <a:pt x="23" y="25"/>
                    <a:pt x="16" y="20"/>
                  </a:cubicBezTo>
                  <a:cubicBezTo>
                    <a:pt x="11" y="17"/>
                    <a:pt x="1" y="8"/>
                    <a:pt x="2" y="2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8" name="Freeform 465">
              <a:extLst>
                <a:ext uri="{FF2B5EF4-FFF2-40B4-BE49-F238E27FC236}">
                  <a16:creationId xmlns:a16="http://schemas.microsoft.com/office/drawing/2014/main" id="{ABBE1E0D-35AF-4E94-8052-0830096FF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841"/>
              <a:ext cx="57" cy="172"/>
            </a:xfrm>
            <a:custGeom>
              <a:avLst/>
              <a:gdLst>
                <a:gd name="T0" fmla="*/ 95 w 43"/>
                <a:gd name="T1" fmla="*/ 1 h 129"/>
                <a:gd name="T2" fmla="*/ 50 w 43"/>
                <a:gd name="T3" fmla="*/ 113 h 129"/>
                <a:gd name="T4" fmla="*/ 12 w 43"/>
                <a:gd name="T5" fmla="*/ 201 h 129"/>
                <a:gd name="T6" fmla="*/ 1 w 43"/>
                <a:gd name="T7" fmla="*/ 240 h 129"/>
                <a:gd name="T8" fmla="*/ 16 w 43"/>
                <a:gd name="T9" fmla="*/ 265 h 129"/>
                <a:gd name="T10" fmla="*/ 93 w 43"/>
                <a:gd name="T11" fmla="*/ 300 h 129"/>
                <a:gd name="T12" fmla="*/ 56 w 43"/>
                <a:gd name="T13" fmla="*/ 213 h 129"/>
                <a:gd name="T14" fmla="*/ 74 w 43"/>
                <a:gd name="T15" fmla="*/ 119 h 129"/>
                <a:gd name="T16" fmla="*/ 98 w 43"/>
                <a:gd name="T17" fmla="*/ 48 h 129"/>
                <a:gd name="T18" fmla="*/ 98 w 43"/>
                <a:gd name="T19" fmla="*/ 0 h 1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29">
                  <a:moveTo>
                    <a:pt x="41" y="1"/>
                  </a:moveTo>
                  <a:cubicBezTo>
                    <a:pt x="42" y="17"/>
                    <a:pt x="30" y="35"/>
                    <a:pt x="22" y="48"/>
                  </a:cubicBezTo>
                  <a:cubicBezTo>
                    <a:pt x="15" y="59"/>
                    <a:pt x="9" y="72"/>
                    <a:pt x="5" y="85"/>
                  </a:cubicBezTo>
                  <a:cubicBezTo>
                    <a:pt x="4" y="90"/>
                    <a:pt x="1" y="96"/>
                    <a:pt x="1" y="101"/>
                  </a:cubicBezTo>
                  <a:cubicBezTo>
                    <a:pt x="0" y="106"/>
                    <a:pt x="3" y="108"/>
                    <a:pt x="7" y="112"/>
                  </a:cubicBezTo>
                  <a:cubicBezTo>
                    <a:pt x="15" y="120"/>
                    <a:pt x="29" y="129"/>
                    <a:pt x="40" y="127"/>
                  </a:cubicBezTo>
                  <a:cubicBezTo>
                    <a:pt x="30" y="120"/>
                    <a:pt x="25" y="102"/>
                    <a:pt x="24" y="90"/>
                  </a:cubicBezTo>
                  <a:cubicBezTo>
                    <a:pt x="23" y="77"/>
                    <a:pt x="28" y="62"/>
                    <a:pt x="32" y="50"/>
                  </a:cubicBezTo>
                  <a:cubicBezTo>
                    <a:pt x="36" y="40"/>
                    <a:pt x="41" y="30"/>
                    <a:pt x="42" y="20"/>
                  </a:cubicBezTo>
                  <a:cubicBezTo>
                    <a:pt x="43" y="13"/>
                    <a:pt x="41" y="6"/>
                    <a:pt x="42" y="0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9" name="Freeform 466">
              <a:extLst>
                <a:ext uri="{FF2B5EF4-FFF2-40B4-BE49-F238E27FC236}">
                  <a16:creationId xmlns:a16="http://schemas.microsoft.com/office/drawing/2014/main" id="{6BECCFA2-7643-48B1-96CA-90CDF60C6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921"/>
              <a:ext cx="69" cy="135"/>
            </a:xfrm>
            <a:custGeom>
              <a:avLst/>
              <a:gdLst>
                <a:gd name="T0" fmla="*/ 41 w 52"/>
                <a:gd name="T1" fmla="*/ 0 h 101"/>
                <a:gd name="T2" fmla="*/ 7 w 52"/>
                <a:gd name="T3" fmla="*/ 147 h 101"/>
                <a:gd name="T4" fmla="*/ 44 w 52"/>
                <a:gd name="T5" fmla="*/ 196 h 101"/>
                <a:gd name="T6" fmla="*/ 77 w 52"/>
                <a:gd name="T7" fmla="*/ 219 h 101"/>
                <a:gd name="T8" fmla="*/ 122 w 52"/>
                <a:gd name="T9" fmla="*/ 241 h 101"/>
                <a:gd name="T10" fmla="*/ 36 w 52"/>
                <a:gd name="T11" fmla="*/ 86 h 101"/>
                <a:gd name="T12" fmla="*/ 37 w 52"/>
                <a:gd name="T13" fmla="*/ 9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01">
                  <a:moveTo>
                    <a:pt x="17" y="0"/>
                  </a:moveTo>
                  <a:cubicBezTo>
                    <a:pt x="10" y="16"/>
                    <a:pt x="0" y="42"/>
                    <a:pt x="3" y="61"/>
                  </a:cubicBezTo>
                  <a:cubicBezTo>
                    <a:pt x="5" y="68"/>
                    <a:pt x="13" y="77"/>
                    <a:pt x="19" y="82"/>
                  </a:cubicBezTo>
                  <a:cubicBezTo>
                    <a:pt x="24" y="85"/>
                    <a:pt x="28" y="89"/>
                    <a:pt x="33" y="92"/>
                  </a:cubicBezTo>
                  <a:cubicBezTo>
                    <a:pt x="39" y="96"/>
                    <a:pt x="46" y="97"/>
                    <a:pt x="52" y="101"/>
                  </a:cubicBezTo>
                  <a:cubicBezTo>
                    <a:pt x="29" y="86"/>
                    <a:pt x="19" y="62"/>
                    <a:pt x="15" y="36"/>
                  </a:cubicBezTo>
                  <a:cubicBezTo>
                    <a:pt x="13" y="27"/>
                    <a:pt x="12" y="13"/>
                    <a:pt x="16" y="4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0" name="Freeform 467">
              <a:extLst>
                <a:ext uri="{FF2B5EF4-FFF2-40B4-BE49-F238E27FC236}">
                  <a16:creationId xmlns:a16="http://schemas.microsoft.com/office/drawing/2014/main" id="{5C82801C-3F7B-4C82-999A-FCB8C83ED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755"/>
              <a:ext cx="97" cy="221"/>
            </a:xfrm>
            <a:custGeom>
              <a:avLst/>
              <a:gdLst>
                <a:gd name="T0" fmla="*/ 170 w 73"/>
                <a:gd name="T1" fmla="*/ 0 h 166"/>
                <a:gd name="T2" fmla="*/ 36 w 73"/>
                <a:gd name="T3" fmla="*/ 150 h 166"/>
                <a:gd name="T4" fmla="*/ 5 w 73"/>
                <a:gd name="T5" fmla="*/ 250 h 166"/>
                <a:gd name="T6" fmla="*/ 0 w 73"/>
                <a:gd name="T7" fmla="*/ 312 h 166"/>
                <a:gd name="T8" fmla="*/ 7 w 73"/>
                <a:gd name="T9" fmla="*/ 391 h 166"/>
                <a:gd name="T10" fmla="*/ 36 w 73"/>
                <a:gd name="T11" fmla="*/ 258 h 166"/>
                <a:gd name="T12" fmla="*/ 82 w 73"/>
                <a:gd name="T13" fmla="*/ 156 h 166"/>
                <a:gd name="T14" fmla="*/ 166 w 73"/>
                <a:gd name="T15" fmla="*/ 146 h 166"/>
                <a:gd name="T16" fmla="*/ 171 w 73"/>
                <a:gd name="T17" fmla="*/ 9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66">
                  <a:moveTo>
                    <a:pt x="72" y="0"/>
                  </a:moveTo>
                  <a:cubicBezTo>
                    <a:pt x="56" y="25"/>
                    <a:pt x="33" y="42"/>
                    <a:pt x="15" y="64"/>
                  </a:cubicBezTo>
                  <a:cubicBezTo>
                    <a:pt x="6" y="75"/>
                    <a:pt x="4" y="92"/>
                    <a:pt x="2" y="106"/>
                  </a:cubicBezTo>
                  <a:cubicBezTo>
                    <a:pt x="1" y="115"/>
                    <a:pt x="0" y="123"/>
                    <a:pt x="0" y="132"/>
                  </a:cubicBezTo>
                  <a:cubicBezTo>
                    <a:pt x="1" y="143"/>
                    <a:pt x="4" y="155"/>
                    <a:pt x="3" y="166"/>
                  </a:cubicBezTo>
                  <a:cubicBezTo>
                    <a:pt x="5" y="147"/>
                    <a:pt x="9" y="128"/>
                    <a:pt x="15" y="110"/>
                  </a:cubicBezTo>
                  <a:cubicBezTo>
                    <a:pt x="20" y="95"/>
                    <a:pt x="24" y="78"/>
                    <a:pt x="35" y="66"/>
                  </a:cubicBezTo>
                  <a:cubicBezTo>
                    <a:pt x="46" y="54"/>
                    <a:pt x="61" y="49"/>
                    <a:pt x="71" y="62"/>
                  </a:cubicBezTo>
                  <a:cubicBezTo>
                    <a:pt x="68" y="44"/>
                    <a:pt x="73" y="23"/>
                    <a:pt x="73" y="4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1" name="Freeform 468">
              <a:extLst>
                <a:ext uri="{FF2B5EF4-FFF2-40B4-BE49-F238E27FC236}">
                  <a16:creationId xmlns:a16="http://schemas.microsoft.com/office/drawing/2014/main" id="{BB00E16C-9C1B-4976-AC6F-1EA4A9948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347"/>
              <a:ext cx="89" cy="241"/>
            </a:xfrm>
            <a:custGeom>
              <a:avLst/>
              <a:gdLst>
                <a:gd name="T0" fmla="*/ 109 w 67"/>
                <a:gd name="T1" fmla="*/ 0 h 181"/>
                <a:gd name="T2" fmla="*/ 96 w 67"/>
                <a:gd name="T3" fmla="*/ 27 h 181"/>
                <a:gd name="T4" fmla="*/ 85 w 67"/>
                <a:gd name="T5" fmla="*/ 65 h 181"/>
                <a:gd name="T6" fmla="*/ 65 w 67"/>
                <a:gd name="T7" fmla="*/ 149 h 181"/>
                <a:gd name="T8" fmla="*/ 28 w 67"/>
                <a:gd name="T9" fmla="*/ 248 h 181"/>
                <a:gd name="T10" fmla="*/ 12 w 67"/>
                <a:gd name="T11" fmla="*/ 320 h 181"/>
                <a:gd name="T12" fmla="*/ 5 w 67"/>
                <a:gd name="T13" fmla="*/ 362 h 181"/>
                <a:gd name="T14" fmla="*/ 0 w 67"/>
                <a:gd name="T15" fmla="*/ 427 h 181"/>
                <a:gd name="T16" fmla="*/ 12 w 67"/>
                <a:gd name="T17" fmla="*/ 378 h 181"/>
                <a:gd name="T18" fmla="*/ 27 w 67"/>
                <a:gd name="T19" fmla="*/ 320 h 181"/>
                <a:gd name="T20" fmla="*/ 58 w 67"/>
                <a:gd name="T21" fmla="*/ 241 h 181"/>
                <a:gd name="T22" fmla="*/ 102 w 67"/>
                <a:gd name="T23" fmla="*/ 184 h 181"/>
                <a:gd name="T24" fmla="*/ 157 w 67"/>
                <a:gd name="T25" fmla="*/ 184 h 181"/>
                <a:gd name="T26" fmla="*/ 113 w 67"/>
                <a:gd name="T27" fmla="*/ 5 h 1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181">
                  <a:moveTo>
                    <a:pt x="47" y="0"/>
                  </a:moveTo>
                  <a:cubicBezTo>
                    <a:pt x="46" y="4"/>
                    <a:pt x="43" y="7"/>
                    <a:pt x="41" y="11"/>
                  </a:cubicBezTo>
                  <a:cubicBezTo>
                    <a:pt x="39" y="16"/>
                    <a:pt x="38" y="22"/>
                    <a:pt x="36" y="28"/>
                  </a:cubicBezTo>
                  <a:cubicBezTo>
                    <a:pt x="34" y="40"/>
                    <a:pt x="32" y="52"/>
                    <a:pt x="28" y="63"/>
                  </a:cubicBezTo>
                  <a:cubicBezTo>
                    <a:pt x="23" y="77"/>
                    <a:pt x="18" y="91"/>
                    <a:pt x="12" y="105"/>
                  </a:cubicBezTo>
                  <a:cubicBezTo>
                    <a:pt x="9" y="115"/>
                    <a:pt x="7" y="125"/>
                    <a:pt x="5" y="135"/>
                  </a:cubicBezTo>
                  <a:cubicBezTo>
                    <a:pt x="5" y="140"/>
                    <a:pt x="3" y="147"/>
                    <a:pt x="2" y="153"/>
                  </a:cubicBezTo>
                  <a:cubicBezTo>
                    <a:pt x="1" y="162"/>
                    <a:pt x="2" y="172"/>
                    <a:pt x="0" y="181"/>
                  </a:cubicBezTo>
                  <a:cubicBezTo>
                    <a:pt x="3" y="176"/>
                    <a:pt x="3" y="166"/>
                    <a:pt x="5" y="160"/>
                  </a:cubicBezTo>
                  <a:cubicBezTo>
                    <a:pt x="7" y="151"/>
                    <a:pt x="9" y="143"/>
                    <a:pt x="11" y="135"/>
                  </a:cubicBezTo>
                  <a:cubicBezTo>
                    <a:pt x="15" y="124"/>
                    <a:pt x="20" y="113"/>
                    <a:pt x="25" y="102"/>
                  </a:cubicBezTo>
                  <a:cubicBezTo>
                    <a:pt x="29" y="93"/>
                    <a:pt x="35" y="84"/>
                    <a:pt x="44" y="78"/>
                  </a:cubicBezTo>
                  <a:cubicBezTo>
                    <a:pt x="52" y="73"/>
                    <a:pt x="59" y="74"/>
                    <a:pt x="67" y="78"/>
                  </a:cubicBezTo>
                  <a:cubicBezTo>
                    <a:pt x="44" y="62"/>
                    <a:pt x="59" y="24"/>
                    <a:pt x="48" y="2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2" name="Freeform 469">
              <a:extLst>
                <a:ext uri="{FF2B5EF4-FFF2-40B4-BE49-F238E27FC236}">
                  <a16:creationId xmlns:a16="http://schemas.microsoft.com/office/drawing/2014/main" id="{6A9B14E6-0A73-466B-8D3B-2FCF73A95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656"/>
              <a:ext cx="140" cy="143"/>
            </a:xfrm>
            <a:custGeom>
              <a:avLst/>
              <a:gdLst>
                <a:gd name="T0" fmla="*/ 15 w 105"/>
                <a:gd name="T1" fmla="*/ 9 h 107"/>
                <a:gd name="T2" fmla="*/ 37 w 105"/>
                <a:gd name="T3" fmla="*/ 107 h 107"/>
                <a:gd name="T4" fmla="*/ 63 w 105"/>
                <a:gd name="T5" fmla="*/ 182 h 107"/>
                <a:gd name="T6" fmla="*/ 95 w 105"/>
                <a:gd name="T7" fmla="*/ 249 h 107"/>
                <a:gd name="T8" fmla="*/ 101 w 105"/>
                <a:gd name="T9" fmla="*/ 254 h 107"/>
                <a:gd name="T10" fmla="*/ 140 w 105"/>
                <a:gd name="T11" fmla="*/ 219 h 107"/>
                <a:gd name="T12" fmla="*/ 197 w 105"/>
                <a:gd name="T13" fmla="*/ 155 h 107"/>
                <a:gd name="T14" fmla="*/ 249 w 105"/>
                <a:gd name="T15" fmla="*/ 12 h 107"/>
                <a:gd name="T16" fmla="*/ 79 w 105"/>
                <a:gd name="T17" fmla="*/ 110 h 107"/>
                <a:gd name="T18" fmla="*/ 33 w 105"/>
                <a:gd name="T19" fmla="*/ 37 h 107"/>
                <a:gd name="T20" fmla="*/ 15 w 105"/>
                <a:gd name="T21" fmla="*/ 0 h 1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5" h="107">
                  <a:moveTo>
                    <a:pt x="6" y="4"/>
                  </a:moveTo>
                  <a:cubicBezTo>
                    <a:pt x="0" y="12"/>
                    <a:pt x="12" y="35"/>
                    <a:pt x="16" y="45"/>
                  </a:cubicBezTo>
                  <a:cubicBezTo>
                    <a:pt x="20" y="55"/>
                    <a:pt x="22" y="66"/>
                    <a:pt x="26" y="76"/>
                  </a:cubicBezTo>
                  <a:cubicBezTo>
                    <a:pt x="29" y="84"/>
                    <a:pt x="34" y="98"/>
                    <a:pt x="40" y="104"/>
                  </a:cubicBezTo>
                  <a:cubicBezTo>
                    <a:pt x="41" y="106"/>
                    <a:pt x="41" y="107"/>
                    <a:pt x="43" y="106"/>
                  </a:cubicBezTo>
                  <a:cubicBezTo>
                    <a:pt x="47" y="106"/>
                    <a:pt x="57" y="95"/>
                    <a:pt x="59" y="92"/>
                  </a:cubicBezTo>
                  <a:cubicBezTo>
                    <a:pt x="67" y="83"/>
                    <a:pt x="76" y="74"/>
                    <a:pt x="83" y="65"/>
                  </a:cubicBezTo>
                  <a:cubicBezTo>
                    <a:pt x="94" y="47"/>
                    <a:pt x="101" y="25"/>
                    <a:pt x="105" y="5"/>
                  </a:cubicBezTo>
                  <a:cubicBezTo>
                    <a:pt x="90" y="21"/>
                    <a:pt x="56" y="80"/>
                    <a:pt x="33" y="46"/>
                  </a:cubicBezTo>
                  <a:cubicBezTo>
                    <a:pt x="26" y="36"/>
                    <a:pt x="21" y="25"/>
                    <a:pt x="14" y="16"/>
                  </a:cubicBezTo>
                  <a:cubicBezTo>
                    <a:pt x="10" y="11"/>
                    <a:pt x="7" y="7"/>
                    <a:pt x="6" y="0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3" name="Freeform 470">
              <a:extLst>
                <a:ext uri="{FF2B5EF4-FFF2-40B4-BE49-F238E27FC236}">
                  <a16:creationId xmlns:a16="http://schemas.microsoft.com/office/drawing/2014/main" id="{35E3D01C-7992-4EDC-B359-2B86A0273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48"/>
              <a:ext cx="84" cy="292"/>
            </a:xfrm>
            <a:custGeom>
              <a:avLst/>
              <a:gdLst>
                <a:gd name="T0" fmla="*/ 112 w 63"/>
                <a:gd name="T1" fmla="*/ 0 h 219"/>
                <a:gd name="T2" fmla="*/ 37 w 63"/>
                <a:gd name="T3" fmla="*/ 129 h 219"/>
                <a:gd name="T4" fmla="*/ 5 w 63"/>
                <a:gd name="T5" fmla="*/ 265 h 219"/>
                <a:gd name="T6" fmla="*/ 5 w 63"/>
                <a:gd name="T7" fmla="*/ 400 h 219"/>
                <a:gd name="T8" fmla="*/ 52 w 63"/>
                <a:gd name="T9" fmla="*/ 519 h 219"/>
                <a:gd name="T10" fmla="*/ 31 w 63"/>
                <a:gd name="T11" fmla="*/ 389 h 219"/>
                <a:gd name="T12" fmla="*/ 33 w 63"/>
                <a:gd name="T13" fmla="*/ 265 h 219"/>
                <a:gd name="T14" fmla="*/ 85 w 63"/>
                <a:gd name="T15" fmla="*/ 133 h 219"/>
                <a:gd name="T16" fmla="*/ 127 w 63"/>
                <a:gd name="T17" fmla="*/ 108 h 219"/>
                <a:gd name="T18" fmla="*/ 149 w 63"/>
                <a:gd name="T19" fmla="*/ 87 h 219"/>
                <a:gd name="T20" fmla="*/ 128 w 63"/>
                <a:gd name="T21" fmla="*/ 41 h 219"/>
                <a:gd name="T22" fmla="*/ 112 w 63"/>
                <a:gd name="T23" fmla="*/ 0 h 2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3" h="219">
                  <a:moveTo>
                    <a:pt x="47" y="0"/>
                  </a:moveTo>
                  <a:cubicBezTo>
                    <a:pt x="38" y="19"/>
                    <a:pt x="25" y="35"/>
                    <a:pt x="16" y="55"/>
                  </a:cubicBezTo>
                  <a:cubicBezTo>
                    <a:pt x="8" y="73"/>
                    <a:pt x="3" y="91"/>
                    <a:pt x="2" y="112"/>
                  </a:cubicBezTo>
                  <a:cubicBezTo>
                    <a:pt x="1" y="130"/>
                    <a:pt x="0" y="151"/>
                    <a:pt x="2" y="169"/>
                  </a:cubicBezTo>
                  <a:cubicBezTo>
                    <a:pt x="4" y="189"/>
                    <a:pt x="9" y="203"/>
                    <a:pt x="22" y="219"/>
                  </a:cubicBezTo>
                  <a:cubicBezTo>
                    <a:pt x="11" y="205"/>
                    <a:pt x="14" y="181"/>
                    <a:pt x="13" y="164"/>
                  </a:cubicBezTo>
                  <a:cubicBezTo>
                    <a:pt x="12" y="147"/>
                    <a:pt x="12" y="130"/>
                    <a:pt x="14" y="112"/>
                  </a:cubicBezTo>
                  <a:cubicBezTo>
                    <a:pt x="16" y="92"/>
                    <a:pt x="21" y="71"/>
                    <a:pt x="36" y="56"/>
                  </a:cubicBezTo>
                  <a:cubicBezTo>
                    <a:pt x="41" y="51"/>
                    <a:pt x="46" y="48"/>
                    <a:pt x="53" y="46"/>
                  </a:cubicBezTo>
                  <a:cubicBezTo>
                    <a:pt x="58" y="44"/>
                    <a:pt x="62" y="43"/>
                    <a:pt x="63" y="37"/>
                  </a:cubicBezTo>
                  <a:cubicBezTo>
                    <a:pt x="63" y="30"/>
                    <a:pt x="58" y="22"/>
                    <a:pt x="54" y="17"/>
                  </a:cubicBezTo>
                  <a:cubicBezTo>
                    <a:pt x="51" y="12"/>
                    <a:pt x="50" y="4"/>
                    <a:pt x="47" y="0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4" name="Freeform 471">
              <a:extLst>
                <a:ext uri="{FF2B5EF4-FFF2-40B4-BE49-F238E27FC236}">
                  <a16:creationId xmlns:a16="http://schemas.microsoft.com/office/drawing/2014/main" id="{73446FBB-D1EE-47FD-A26D-2652D0399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975"/>
              <a:ext cx="68" cy="311"/>
            </a:xfrm>
            <a:custGeom>
              <a:avLst/>
              <a:gdLst>
                <a:gd name="T0" fmla="*/ 113 w 51"/>
                <a:gd name="T1" fmla="*/ 1 h 233"/>
                <a:gd name="T2" fmla="*/ 80 w 51"/>
                <a:gd name="T3" fmla="*/ 95 h 233"/>
                <a:gd name="T4" fmla="*/ 52 w 51"/>
                <a:gd name="T5" fmla="*/ 166 h 233"/>
                <a:gd name="T6" fmla="*/ 12 w 51"/>
                <a:gd name="T7" fmla="*/ 262 h 233"/>
                <a:gd name="T8" fmla="*/ 43 w 51"/>
                <a:gd name="T9" fmla="*/ 414 h 233"/>
                <a:gd name="T10" fmla="*/ 121 w 51"/>
                <a:gd name="T11" fmla="*/ 554 h 233"/>
                <a:gd name="T12" fmla="*/ 64 w 51"/>
                <a:gd name="T13" fmla="*/ 356 h 233"/>
                <a:gd name="T14" fmla="*/ 69 w 51"/>
                <a:gd name="T15" fmla="*/ 222 h 233"/>
                <a:gd name="T16" fmla="*/ 95 w 51"/>
                <a:gd name="T17" fmla="*/ 79 h 233"/>
                <a:gd name="T18" fmla="*/ 101 w 51"/>
                <a:gd name="T19" fmla="*/ 36 h 233"/>
                <a:gd name="T20" fmla="*/ 105 w 51"/>
                <a:gd name="T21" fmla="*/ 12 h 233"/>
                <a:gd name="T22" fmla="*/ 108 w 51"/>
                <a:gd name="T23" fmla="*/ 5 h 2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233">
                  <a:moveTo>
                    <a:pt x="48" y="1"/>
                  </a:moveTo>
                  <a:cubicBezTo>
                    <a:pt x="42" y="13"/>
                    <a:pt x="39" y="28"/>
                    <a:pt x="34" y="40"/>
                  </a:cubicBezTo>
                  <a:cubicBezTo>
                    <a:pt x="30" y="50"/>
                    <a:pt x="26" y="60"/>
                    <a:pt x="22" y="70"/>
                  </a:cubicBezTo>
                  <a:cubicBezTo>
                    <a:pt x="17" y="83"/>
                    <a:pt x="9" y="96"/>
                    <a:pt x="5" y="110"/>
                  </a:cubicBezTo>
                  <a:cubicBezTo>
                    <a:pt x="0" y="131"/>
                    <a:pt x="11" y="155"/>
                    <a:pt x="18" y="174"/>
                  </a:cubicBezTo>
                  <a:cubicBezTo>
                    <a:pt x="27" y="196"/>
                    <a:pt x="39" y="214"/>
                    <a:pt x="51" y="233"/>
                  </a:cubicBezTo>
                  <a:cubicBezTo>
                    <a:pt x="39" y="208"/>
                    <a:pt x="31" y="177"/>
                    <a:pt x="27" y="150"/>
                  </a:cubicBezTo>
                  <a:cubicBezTo>
                    <a:pt x="24" y="131"/>
                    <a:pt x="26" y="111"/>
                    <a:pt x="29" y="93"/>
                  </a:cubicBezTo>
                  <a:cubicBezTo>
                    <a:pt x="33" y="73"/>
                    <a:pt x="37" y="53"/>
                    <a:pt x="40" y="33"/>
                  </a:cubicBezTo>
                  <a:cubicBezTo>
                    <a:pt x="41" y="27"/>
                    <a:pt x="42" y="21"/>
                    <a:pt x="43" y="15"/>
                  </a:cubicBezTo>
                  <a:cubicBezTo>
                    <a:pt x="44" y="12"/>
                    <a:pt x="44" y="8"/>
                    <a:pt x="44" y="5"/>
                  </a:cubicBezTo>
                  <a:cubicBezTo>
                    <a:pt x="45" y="4"/>
                    <a:pt x="45" y="0"/>
                    <a:pt x="46" y="2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5" name="Freeform 472">
              <a:extLst>
                <a:ext uri="{FF2B5EF4-FFF2-40B4-BE49-F238E27FC236}">
                  <a16:creationId xmlns:a16="http://schemas.microsoft.com/office/drawing/2014/main" id="{9E98ACB3-C74B-49EC-A807-5C7319151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150"/>
              <a:ext cx="57" cy="140"/>
            </a:xfrm>
            <a:custGeom>
              <a:avLst/>
              <a:gdLst>
                <a:gd name="T0" fmla="*/ 101 w 43"/>
                <a:gd name="T1" fmla="*/ 0 h 105"/>
                <a:gd name="T2" fmla="*/ 65 w 43"/>
                <a:gd name="T3" fmla="*/ 59 h 105"/>
                <a:gd name="T4" fmla="*/ 28 w 43"/>
                <a:gd name="T5" fmla="*/ 121 h 105"/>
                <a:gd name="T6" fmla="*/ 0 w 43"/>
                <a:gd name="T7" fmla="*/ 249 h 105"/>
                <a:gd name="T8" fmla="*/ 37 w 43"/>
                <a:gd name="T9" fmla="*/ 172 h 105"/>
                <a:gd name="T10" fmla="*/ 65 w 43"/>
                <a:gd name="T11" fmla="*/ 140 h 105"/>
                <a:gd name="T12" fmla="*/ 81 w 43"/>
                <a:gd name="T13" fmla="*/ 69 h 105"/>
                <a:gd name="T14" fmla="*/ 93 w 43"/>
                <a:gd name="T15" fmla="*/ 15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05">
                  <a:moveTo>
                    <a:pt x="43" y="0"/>
                  </a:moveTo>
                  <a:cubicBezTo>
                    <a:pt x="36" y="6"/>
                    <a:pt x="33" y="17"/>
                    <a:pt x="28" y="25"/>
                  </a:cubicBezTo>
                  <a:cubicBezTo>
                    <a:pt x="23" y="34"/>
                    <a:pt x="16" y="42"/>
                    <a:pt x="12" y="51"/>
                  </a:cubicBezTo>
                  <a:cubicBezTo>
                    <a:pt x="4" y="68"/>
                    <a:pt x="2" y="86"/>
                    <a:pt x="0" y="105"/>
                  </a:cubicBezTo>
                  <a:cubicBezTo>
                    <a:pt x="3" y="93"/>
                    <a:pt x="7" y="81"/>
                    <a:pt x="16" y="73"/>
                  </a:cubicBezTo>
                  <a:cubicBezTo>
                    <a:pt x="21" y="67"/>
                    <a:pt x="26" y="67"/>
                    <a:pt x="28" y="59"/>
                  </a:cubicBezTo>
                  <a:cubicBezTo>
                    <a:pt x="30" y="49"/>
                    <a:pt x="32" y="39"/>
                    <a:pt x="35" y="29"/>
                  </a:cubicBezTo>
                  <a:cubicBezTo>
                    <a:pt x="37" y="22"/>
                    <a:pt x="40" y="13"/>
                    <a:pt x="40" y="6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6" name="Freeform 473">
              <a:extLst>
                <a:ext uri="{FF2B5EF4-FFF2-40B4-BE49-F238E27FC236}">
                  <a16:creationId xmlns:a16="http://schemas.microsoft.com/office/drawing/2014/main" id="{136E7C8E-FE96-409B-82B7-ED18E7D06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160"/>
              <a:ext cx="96" cy="294"/>
            </a:xfrm>
            <a:custGeom>
              <a:avLst/>
              <a:gdLst>
                <a:gd name="T0" fmla="*/ 149 w 72"/>
                <a:gd name="T1" fmla="*/ 0 h 220"/>
                <a:gd name="T2" fmla="*/ 76 w 72"/>
                <a:gd name="T3" fmla="*/ 136 h 220"/>
                <a:gd name="T4" fmla="*/ 15 w 72"/>
                <a:gd name="T5" fmla="*/ 249 h 220"/>
                <a:gd name="T6" fmla="*/ 23 w 72"/>
                <a:gd name="T7" fmla="*/ 416 h 220"/>
                <a:gd name="T8" fmla="*/ 55 w 72"/>
                <a:gd name="T9" fmla="*/ 488 h 220"/>
                <a:gd name="T10" fmla="*/ 80 w 72"/>
                <a:gd name="T11" fmla="*/ 525 h 220"/>
                <a:gd name="T12" fmla="*/ 80 w 72"/>
                <a:gd name="T13" fmla="*/ 492 h 220"/>
                <a:gd name="T14" fmla="*/ 59 w 72"/>
                <a:gd name="T15" fmla="*/ 424 h 220"/>
                <a:gd name="T16" fmla="*/ 55 w 72"/>
                <a:gd name="T17" fmla="*/ 306 h 220"/>
                <a:gd name="T18" fmla="*/ 123 w 72"/>
                <a:gd name="T19" fmla="*/ 143 h 220"/>
                <a:gd name="T20" fmla="*/ 161 w 72"/>
                <a:gd name="T21" fmla="*/ 127 h 220"/>
                <a:gd name="T22" fmla="*/ 164 w 72"/>
                <a:gd name="T23" fmla="*/ 91 h 220"/>
                <a:gd name="T24" fmla="*/ 156 w 72"/>
                <a:gd name="T25" fmla="*/ 36 h 220"/>
                <a:gd name="T26" fmla="*/ 149 w 72"/>
                <a:gd name="T27" fmla="*/ 1 h 2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220">
                  <a:moveTo>
                    <a:pt x="63" y="0"/>
                  </a:moveTo>
                  <a:cubicBezTo>
                    <a:pt x="55" y="20"/>
                    <a:pt x="45" y="40"/>
                    <a:pt x="32" y="57"/>
                  </a:cubicBezTo>
                  <a:cubicBezTo>
                    <a:pt x="21" y="72"/>
                    <a:pt x="11" y="85"/>
                    <a:pt x="6" y="104"/>
                  </a:cubicBezTo>
                  <a:cubicBezTo>
                    <a:pt x="0" y="127"/>
                    <a:pt x="3" y="151"/>
                    <a:pt x="10" y="174"/>
                  </a:cubicBezTo>
                  <a:cubicBezTo>
                    <a:pt x="13" y="185"/>
                    <a:pt x="18" y="194"/>
                    <a:pt x="23" y="204"/>
                  </a:cubicBezTo>
                  <a:cubicBezTo>
                    <a:pt x="27" y="210"/>
                    <a:pt x="28" y="217"/>
                    <a:pt x="34" y="220"/>
                  </a:cubicBezTo>
                  <a:cubicBezTo>
                    <a:pt x="36" y="216"/>
                    <a:pt x="35" y="211"/>
                    <a:pt x="34" y="206"/>
                  </a:cubicBezTo>
                  <a:cubicBezTo>
                    <a:pt x="31" y="196"/>
                    <a:pt x="27" y="188"/>
                    <a:pt x="25" y="177"/>
                  </a:cubicBezTo>
                  <a:cubicBezTo>
                    <a:pt x="23" y="161"/>
                    <a:pt x="23" y="144"/>
                    <a:pt x="23" y="128"/>
                  </a:cubicBezTo>
                  <a:cubicBezTo>
                    <a:pt x="24" y="106"/>
                    <a:pt x="34" y="74"/>
                    <a:pt x="52" y="60"/>
                  </a:cubicBezTo>
                  <a:cubicBezTo>
                    <a:pt x="57" y="56"/>
                    <a:pt x="65" y="57"/>
                    <a:pt x="68" y="53"/>
                  </a:cubicBezTo>
                  <a:cubicBezTo>
                    <a:pt x="72" y="49"/>
                    <a:pt x="70" y="42"/>
                    <a:pt x="69" y="38"/>
                  </a:cubicBezTo>
                  <a:cubicBezTo>
                    <a:pt x="68" y="30"/>
                    <a:pt x="67" y="22"/>
                    <a:pt x="66" y="15"/>
                  </a:cubicBezTo>
                  <a:cubicBezTo>
                    <a:pt x="65" y="11"/>
                    <a:pt x="65" y="4"/>
                    <a:pt x="63" y="1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7" name="Freeform 474">
              <a:extLst>
                <a:ext uri="{FF2B5EF4-FFF2-40B4-BE49-F238E27FC236}">
                  <a16:creationId xmlns:a16="http://schemas.microsoft.com/office/drawing/2014/main" id="{C6333D24-49BA-45F8-B896-C8E3415D3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515"/>
              <a:ext cx="83" cy="280"/>
            </a:xfrm>
            <a:custGeom>
              <a:avLst/>
              <a:gdLst>
                <a:gd name="T0" fmla="*/ 126 w 62"/>
                <a:gd name="T1" fmla="*/ 15 h 210"/>
                <a:gd name="T2" fmla="*/ 64 w 62"/>
                <a:gd name="T3" fmla="*/ 108 h 210"/>
                <a:gd name="T4" fmla="*/ 21 w 62"/>
                <a:gd name="T5" fmla="*/ 251 h 210"/>
                <a:gd name="T6" fmla="*/ 5 w 62"/>
                <a:gd name="T7" fmla="*/ 497 h 210"/>
                <a:gd name="T8" fmla="*/ 21 w 62"/>
                <a:gd name="T9" fmla="*/ 377 h 210"/>
                <a:gd name="T10" fmla="*/ 50 w 62"/>
                <a:gd name="T11" fmla="*/ 257 h 210"/>
                <a:gd name="T12" fmla="*/ 122 w 62"/>
                <a:gd name="T13" fmla="*/ 164 h 210"/>
                <a:gd name="T14" fmla="*/ 142 w 62"/>
                <a:gd name="T15" fmla="*/ 156 h 210"/>
                <a:gd name="T16" fmla="*/ 142 w 62"/>
                <a:gd name="T17" fmla="*/ 107 h 210"/>
                <a:gd name="T18" fmla="*/ 129 w 62"/>
                <a:gd name="T19" fmla="*/ 20 h 2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210">
                  <a:moveTo>
                    <a:pt x="52" y="6"/>
                  </a:moveTo>
                  <a:cubicBezTo>
                    <a:pt x="38" y="0"/>
                    <a:pt x="29" y="38"/>
                    <a:pt x="27" y="46"/>
                  </a:cubicBezTo>
                  <a:cubicBezTo>
                    <a:pt x="20" y="65"/>
                    <a:pt x="13" y="86"/>
                    <a:pt x="9" y="106"/>
                  </a:cubicBezTo>
                  <a:cubicBezTo>
                    <a:pt x="4" y="140"/>
                    <a:pt x="2" y="175"/>
                    <a:pt x="2" y="210"/>
                  </a:cubicBezTo>
                  <a:cubicBezTo>
                    <a:pt x="0" y="193"/>
                    <a:pt x="7" y="175"/>
                    <a:pt x="9" y="159"/>
                  </a:cubicBezTo>
                  <a:cubicBezTo>
                    <a:pt x="12" y="142"/>
                    <a:pt x="16" y="125"/>
                    <a:pt x="21" y="109"/>
                  </a:cubicBezTo>
                  <a:cubicBezTo>
                    <a:pt x="26" y="95"/>
                    <a:pt x="33" y="71"/>
                    <a:pt x="51" y="69"/>
                  </a:cubicBezTo>
                  <a:cubicBezTo>
                    <a:pt x="55" y="68"/>
                    <a:pt x="57" y="70"/>
                    <a:pt x="59" y="66"/>
                  </a:cubicBezTo>
                  <a:cubicBezTo>
                    <a:pt x="62" y="62"/>
                    <a:pt x="59" y="50"/>
                    <a:pt x="59" y="45"/>
                  </a:cubicBezTo>
                  <a:cubicBezTo>
                    <a:pt x="58" y="34"/>
                    <a:pt x="59" y="17"/>
                    <a:pt x="54" y="8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8" name="Freeform 475">
              <a:extLst>
                <a:ext uri="{FF2B5EF4-FFF2-40B4-BE49-F238E27FC236}">
                  <a16:creationId xmlns:a16="http://schemas.microsoft.com/office/drawing/2014/main" id="{D5C69EE7-8DE1-46FF-8667-925CA4671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371"/>
              <a:ext cx="68" cy="214"/>
            </a:xfrm>
            <a:custGeom>
              <a:avLst/>
              <a:gdLst>
                <a:gd name="T0" fmla="*/ 69 w 51"/>
                <a:gd name="T1" fmla="*/ 0 h 161"/>
                <a:gd name="T2" fmla="*/ 36 w 51"/>
                <a:gd name="T3" fmla="*/ 98 h 161"/>
                <a:gd name="T4" fmla="*/ 9 w 51"/>
                <a:gd name="T5" fmla="*/ 187 h 161"/>
                <a:gd name="T6" fmla="*/ 20 w 51"/>
                <a:gd name="T7" fmla="*/ 377 h 161"/>
                <a:gd name="T8" fmla="*/ 43 w 51"/>
                <a:gd name="T9" fmla="*/ 183 h 161"/>
                <a:gd name="T10" fmla="*/ 121 w 51"/>
                <a:gd name="T11" fmla="*/ 124 h 161"/>
                <a:gd name="T12" fmla="*/ 95 w 51"/>
                <a:gd name="T13" fmla="*/ 54 h 161"/>
                <a:gd name="T14" fmla="*/ 73 w 51"/>
                <a:gd name="T15" fmla="*/ 5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61">
                  <a:moveTo>
                    <a:pt x="29" y="0"/>
                  </a:moveTo>
                  <a:cubicBezTo>
                    <a:pt x="30" y="14"/>
                    <a:pt x="20" y="29"/>
                    <a:pt x="15" y="42"/>
                  </a:cubicBezTo>
                  <a:cubicBezTo>
                    <a:pt x="9" y="54"/>
                    <a:pt x="6" y="67"/>
                    <a:pt x="4" y="80"/>
                  </a:cubicBezTo>
                  <a:cubicBezTo>
                    <a:pt x="0" y="106"/>
                    <a:pt x="2" y="135"/>
                    <a:pt x="8" y="161"/>
                  </a:cubicBezTo>
                  <a:cubicBezTo>
                    <a:pt x="3" y="136"/>
                    <a:pt x="9" y="101"/>
                    <a:pt x="18" y="78"/>
                  </a:cubicBezTo>
                  <a:cubicBezTo>
                    <a:pt x="24" y="63"/>
                    <a:pt x="36" y="55"/>
                    <a:pt x="51" y="53"/>
                  </a:cubicBezTo>
                  <a:cubicBezTo>
                    <a:pt x="51" y="44"/>
                    <a:pt x="44" y="32"/>
                    <a:pt x="40" y="23"/>
                  </a:cubicBezTo>
                  <a:cubicBezTo>
                    <a:pt x="37" y="16"/>
                    <a:pt x="33" y="9"/>
                    <a:pt x="31" y="2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9" name="Freeform 476">
              <a:extLst>
                <a:ext uri="{FF2B5EF4-FFF2-40B4-BE49-F238E27FC236}">
                  <a16:creationId xmlns:a16="http://schemas.microsoft.com/office/drawing/2014/main" id="{7DFCC6A5-A01E-40DF-92F3-F81EA0611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692"/>
              <a:ext cx="82" cy="172"/>
            </a:xfrm>
            <a:custGeom>
              <a:avLst/>
              <a:gdLst>
                <a:gd name="T0" fmla="*/ 58 w 62"/>
                <a:gd name="T1" fmla="*/ 5 h 129"/>
                <a:gd name="T2" fmla="*/ 21 w 62"/>
                <a:gd name="T3" fmla="*/ 95 h 129"/>
                <a:gd name="T4" fmla="*/ 0 w 62"/>
                <a:gd name="T5" fmla="*/ 177 h 129"/>
                <a:gd name="T6" fmla="*/ 16 w 62"/>
                <a:gd name="T7" fmla="*/ 244 h 129"/>
                <a:gd name="T8" fmla="*/ 66 w 62"/>
                <a:gd name="T9" fmla="*/ 305 h 129"/>
                <a:gd name="T10" fmla="*/ 50 w 62"/>
                <a:gd name="T11" fmla="*/ 261 h 129"/>
                <a:gd name="T12" fmla="*/ 37 w 62"/>
                <a:gd name="T13" fmla="*/ 207 h 129"/>
                <a:gd name="T14" fmla="*/ 60 w 62"/>
                <a:gd name="T15" fmla="*/ 116 h 129"/>
                <a:gd name="T16" fmla="*/ 143 w 62"/>
                <a:gd name="T17" fmla="*/ 59 h 129"/>
                <a:gd name="T18" fmla="*/ 102 w 62"/>
                <a:gd name="T19" fmla="*/ 31 h 129"/>
                <a:gd name="T20" fmla="*/ 71 w 62"/>
                <a:gd name="T21" fmla="*/ 0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129">
                  <a:moveTo>
                    <a:pt x="25" y="2"/>
                  </a:moveTo>
                  <a:cubicBezTo>
                    <a:pt x="25" y="15"/>
                    <a:pt x="14" y="29"/>
                    <a:pt x="9" y="40"/>
                  </a:cubicBezTo>
                  <a:cubicBezTo>
                    <a:pt x="4" y="52"/>
                    <a:pt x="1" y="62"/>
                    <a:pt x="0" y="75"/>
                  </a:cubicBezTo>
                  <a:cubicBezTo>
                    <a:pt x="0" y="87"/>
                    <a:pt x="0" y="94"/>
                    <a:pt x="7" y="103"/>
                  </a:cubicBezTo>
                  <a:cubicBezTo>
                    <a:pt x="13" y="112"/>
                    <a:pt x="23" y="120"/>
                    <a:pt x="29" y="129"/>
                  </a:cubicBezTo>
                  <a:cubicBezTo>
                    <a:pt x="24" y="125"/>
                    <a:pt x="24" y="116"/>
                    <a:pt x="22" y="110"/>
                  </a:cubicBezTo>
                  <a:cubicBezTo>
                    <a:pt x="20" y="103"/>
                    <a:pt x="17" y="95"/>
                    <a:pt x="16" y="87"/>
                  </a:cubicBezTo>
                  <a:cubicBezTo>
                    <a:pt x="15" y="76"/>
                    <a:pt x="20" y="58"/>
                    <a:pt x="26" y="49"/>
                  </a:cubicBezTo>
                  <a:cubicBezTo>
                    <a:pt x="34" y="36"/>
                    <a:pt x="51" y="34"/>
                    <a:pt x="62" y="25"/>
                  </a:cubicBezTo>
                  <a:cubicBezTo>
                    <a:pt x="59" y="21"/>
                    <a:pt x="48" y="16"/>
                    <a:pt x="44" y="13"/>
                  </a:cubicBezTo>
                  <a:cubicBezTo>
                    <a:pt x="39" y="9"/>
                    <a:pt x="34" y="4"/>
                    <a:pt x="31" y="0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0" name="Freeform 477">
              <a:extLst>
                <a:ext uri="{FF2B5EF4-FFF2-40B4-BE49-F238E27FC236}">
                  <a16:creationId xmlns:a16="http://schemas.microsoft.com/office/drawing/2014/main" id="{48361665-9029-4E6F-BE4B-C99321B59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928"/>
              <a:ext cx="70" cy="222"/>
            </a:xfrm>
            <a:custGeom>
              <a:avLst/>
              <a:gdLst>
                <a:gd name="T0" fmla="*/ 83 w 52"/>
                <a:gd name="T1" fmla="*/ 36 h 167"/>
                <a:gd name="T2" fmla="*/ 51 w 52"/>
                <a:gd name="T3" fmla="*/ 5 h 167"/>
                <a:gd name="T4" fmla="*/ 43 w 52"/>
                <a:gd name="T5" fmla="*/ 70 h 167"/>
                <a:gd name="T6" fmla="*/ 27 w 52"/>
                <a:gd name="T7" fmla="*/ 130 h 167"/>
                <a:gd name="T8" fmla="*/ 20 w 52"/>
                <a:gd name="T9" fmla="*/ 198 h 167"/>
                <a:gd name="T10" fmla="*/ 15 w 52"/>
                <a:gd name="T11" fmla="*/ 291 h 167"/>
                <a:gd name="T12" fmla="*/ 48 w 52"/>
                <a:gd name="T13" fmla="*/ 328 h 167"/>
                <a:gd name="T14" fmla="*/ 90 w 52"/>
                <a:gd name="T15" fmla="*/ 364 h 167"/>
                <a:gd name="T16" fmla="*/ 127 w 52"/>
                <a:gd name="T17" fmla="*/ 392 h 167"/>
                <a:gd name="T18" fmla="*/ 88 w 52"/>
                <a:gd name="T19" fmla="*/ 243 h 167"/>
                <a:gd name="T20" fmla="*/ 96 w 52"/>
                <a:gd name="T21" fmla="*/ 134 h 167"/>
                <a:gd name="T22" fmla="*/ 105 w 52"/>
                <a:gd name="T23" fmla="*/ 108 h 167"/>
                <a:gd name="T24" fmla="*/ 121 w 52"/>
                <a:gd name="T25" fmla="*/ 86 h 167"/>
                <a:gd name="T26" fmla="*/ 93 w 52"/>
                <a:gd name="T27" fmla="*/ 31 h 1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167">
                  <a:moveTo>
                    <a:pt x="34" y="15"/>
                  </a:moveTo>
                  <a:cubicBezTo>
                    <a:pt x="34" y="12"/>
                    <a:pt x="23" y="0"/>
                    <a:pt x="21" y="2"/>
                  </a:cubicBezTo>
                  <a:cubicBezTo>
                    <a:pt x="17" y="4"/>
                    <a:pt x="19" y="26"/>
                    <a:pt x="18" y="30"/>
                  </a:cubicBezTo>
                  <a:cubicBezTo>
                    <a:pt x="16" y="39"/>
                    <a:pt x="11" y="47"/>
                    <a:pt x="11" y="56"/>
                  </a:cubicBezTo>
                  <a:cubicBezTo>
                    <a:pt x="10" y="66"/>
                    <a:pt x="9" y="75"/>
                    <a:pt x="8" y="84"/>
                  </a:cubicBezTo>
                  <a:cubicBezTo>
                    <a:pt x="7" y="95"/>
                    <a:pt x="0" y="114"/>
                    <a:pt x="6" y="124"/>
                  </a:cubicBezTo>
                  <a:cubicBezTo>
                    <a:pt x="9" y="129"/>
                    <a:pt x="16" y="136"/>
                    <a:pt x="20" y="140"/>
                  </a:cubicBezTo>
                  <a:cubicBezTo>
                    <a:pt x="26" y="146"/>
                    <a:pt x="31" y="150"/>
                    <a:pt x="37" y="155"/>
                  </a:cubicBezTo>
                  <a:cubicBezTo>
                    <a:pt x="42" y="159"/>
                    <a:pt x="49" y="162"/>
                    <a:pt x="52" y="167"/>
                  </a:cubicBezTo>
                  <a:cubicBezTo>
                    <a:pt x="41" y="150"/>
                    <a:pt x="37" y="123"/>
                    <a:pt x="36" y="104"/>
                  </a:cubicBezTo>
                  <a:cubicBezTo>
                    <a:pt x="35" y="88"/>
                    <a:pt x="36" y="72"/>
                    <a:pt x="39" y="57"/>
                  </a:cubicBezTo>
                  <a:cubicBezTo>
                    <a:pt x="40" y="52"/>
                    <a:pt x="40" y="50"/>
                    <a:pt x="43" y="46"/>
                  </a:cubicBezTo>
                  <a:cubicBezTo>
                    <a:pt x="47" y="43"/>
                    <a:pt x="51" y="43"/>
                    <a:pt x="50" y="37"/>
                  </a:cubicBezTo>
                  <a:cubicBezTo>
                    <a:pt x="50" y="29"/>
                    <a:pt x="41" y="19"/>
                    <a:pt x="38" y="13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1" name="Freeform 478">
              <a:extLst>
                <a:ext uri="{FF2B5EF4-FFF2-40B4-BE49-F238E27FC236}">
                  <a16:creationId xmlns:a16="http://schemas.microsoft.com/office/drawing/2014/main" id="{858DA631-1050-4EF9-A2D1-5CF9C63F2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837"/>
              <a:ext cx="64" cy="171"/>
            </a:xfrm>
            <a:custGeom>
              <a:avLst/>
              <a:gdLst>
                <a:gd name="T0" fmla="*/ 63 w 48"/>
                <a:gd name="T1" fmla="*/ 31 h 128"/>
                <a:gd name="T2" fmla="*/ 44 w 48"/>
                <a:gd name="T3" fmla="*/ 0 h 128"/>
                <a:gd name="T4" fmla="*/ 21 w 48"/>
                <a:gd name="T5" fmla="*/ 84 h 128"/>
                <a:gd name="T6" fmla="*/ 7 w 48"/>
                <a:gd name="T7" fmla="*/ 171 h 128"/>
                <a:gd name="T8" fmla="*/ 1 w 48"/>
                <a:gd name="T9" fmla="*/ 239 h 128"/>
                <a:gd name="T10" fmla="*/ 7 w 48"/>
                <a:gd name="T11" fmla="*/ 305 h 128"/>
                <a:gd name="T12" fmla="*/ 43 w 48"/>
                <a:gd name="T13" fmla="*/ 150 h 128"/>
                <a:gd name="T14" fmla="*/ 113 w 48"/>
                <a:gd name="T15" fmla="*/ 102 h 128"/>
                <a:gd name="T16" fmla="*/ 92 w 48"/>
                <a:gd name="T17" fmla="*/ 64 h 128"/>
                <a:gd name="T18" fmla="*/ 63 w 48"/>
                <a:gd name="T19" fmla="*/ 21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128">
                  <a:moveTo>
                    <a:pt x="26" y="13"/>
                  </a:moveTo>
                  <a:cubicBezTo>
                    <a:pt x="25" y="9"/>
                    <a:pt x="21" y="4"/>
                    <a:pt x="19" y="0"/>
                  </a:cubicBezTo>
                  <a:cubicBezTo>
                    <a:pt x="13" y="9"/>
                    <a:pt x="11" y="25"/>
                    <a:pt x="9" y="35"/>
                  </a:cubicBezTo>
                  <a:cubicBezTo>
                    <a:pt x="6" y="47"/>
                    <a:pt x="5" y="59"/>
                    <a:pt x="3" y="72"/>
                  </a:cubicBezTo>
                  <a:cubicBezTo>
                    <a:pt x="1" y="81"/>
                    <a:pt x="1" y="91"/>
                    <a:pt x="1" y="100"/>
                  </a:cubicBezTo>
                  <a:cubicBezTo>
                    <a:pt x="0" y="109"/>
                    <a:pt x="4" y="119"/>
                    <a:pt x="3" y="128"/>
                  </a:cubicBezTo>
                  <a:cubicBezTo>
                    <a:pt x="2" y="107"/>
                    <a:pt x="10" y="82"/>
                    <a:pt x="18" y="63"/>
                  </a:cubicBezTo>
                  <a:cubicBezTo>
                    <a:pt x="25" y="50"/>
                    <a:pt x="35" y="47"/>
                    <a:pt x="48" y="43"/>
                  </a:cubicBezTo>
                  <a:cubicBezTo>
                    <a:pt x="48" y="38"/>
                    <a:pt x="42" y="31"/>
                    <a:pt x="39" y="27"/>
                  </a:cubicBezTo>
                  <a:cubicBezTo>
                    <a:pt x="36" y="22"/>
                    <a:pt x="26" y="14"/>
                    <a:pt x="26" y="9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2" name="Freeform 479">
              <a:extLst>
                <a:ext uri="{FF2B5EF4-FFF2-40B4-BE49-F238E27FC236}">
                  <a16:creationId xmlns:a16="http://schemas.microsoft.com/office/drawing/2014/main" id="{C4AF8C2C-3FEE-40C2-8DB0-B499A56C3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869"/>
              <a:ext cx="63" cy="205"/>
            </a:xfrm>
            <a:custGeom>
              <a:avLst/>
              <a:gdLst>
                <a:gd name="T0" fmla="*/ 78 w 47"/>
                <a:gd name="T1" fmla="*/ 0 h 154"/>
                <a:gd name="T2" fmla="*/ 12 w 47"/>
                <a:gd name="T3" fmla="*/ 194 h 154"/>
                <a:gd name="T4" fmla="*/ 0 w 47"/>
                <a:gd name="T5" fmla="*/ 363 h 154"/>
                <a:gd name="T6" fmla="*/ 16 w 47"/>
                <a:gd name="T7" fmla="*/ 306 h 154"/>
                <a:gd name="T8" fmla="*/ 51 w 47"/>
                <a:gd name="T9" fmla="*/ 226 h 154"/>
                <a:gd name="T10" fmla="*/ 113 w 47"/>
                <a:gd name="T11" fmla="*/ 176 h 154"/>
                <a:gd name="T12" fmla="*/ 105 w 47"/>
                <a:gd name="T13" fmla="*/ 140 h 154"/>
                <a:gd name="T14" fmla="*/ 94 w 47"/>
                <a:gd name="T15" fmla="*/ 80 h 154"/>
                <a:gd name="T16" fmla="*/ 84 w 47"/>
                <a:gd name="T17" fmla="*/ 0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54">
                  <a:moveTo>
                    <a:pt x="32" y="0"/>
                  </a:moveTo>
                  <a:cubicBezTo>
                    <a:pt x="23" y="27"/>
                    <a:pt x="11" y="55"/>
                    <a:pt x="5" y="83"/>
                  </a:cubicBezTo>
                  <a:cubicBezTo>
                    <a:pt x="1" y="106"/>
                    <a:pt x="7" y="132"/>
                    <a:pt x="0" y="154"/>
                  </a:cubicBezTo>
                  <a:cubicBezTo>
                    <a:pt x="3" y="146"/>
                    <a:pt x="4" y="137"/>
                    <a:pt x="7" y="130"/>
                  </a:cubicBezTo>
                  <a:cubicBezTo>
                    <a:pt x="12" y="119"/>
                    <a:pt x="15" y="107"/>
                    <a:pt x="21" y="96"/>
                  </a:cubicBezTo>
                  <a:cubicBezTo>
                    <a:pt x="26" y="85"/>
                    <a:pt x="33" y="74"/>
                    <a:pt x="47" y="74"/>
                  </a:cubicBezTo>
                  <a:cubicBezTo>
                    <a:pt x="47" y="69"/>
                    <a:pt x="45" y="64"/>
                    <a:pt x="43" y="59"/>
                  </a:cubicBezTo>
                  <a:cubicBezTo>
                    <a:pt x="41" y="51"/>
                    <a:pt x="40" y="42"/>
                    <a:pt x="39" y="34"/>
                  </a:cubicBezTo>
                  <a:cubicBezTo>
                    <a:pt x="38" y="25"/>
                    <a:pt x="40" y="8"/>
                    <a:pt x="35" y="0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3" name="Freeform 480">
              <a:extLst>
                <a:ext uri="{FF2B5EF4-FFF2-40B4-BE49-F238E27FC236}">
                  <a16:creationId xmlns:a16="http://schemas.microsoft.com/office/drawing/2014/main" id="{EDF7E708-A08F-4833-8F68-CAC1EFF5B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761"/>
              <a:ext cx="55" cy="203"/>
            </a:xfrm>
            <a:custGeom>
              <a:avLst/>
              <a:gdLst>
                <a:gd name="T0" fmla="*/ 9 w 41"/>
                <a:gd name="T1" fmla="*/ 5 h 152"/>
                <a:gd name="T2" fmla="*/ 0 w 41"/>
                <a:gd name="T3" fmla="*/ 55 h 152"/>
                <a:gd name="T4" fmla="*/ 7 w 41"/>
                <a:gd name="T5" fmla="*/ 116 h 152"/>
                <a:gd name="T6" fmla="*/ 27 w 41"/>
                <a:gd name="T7" fmla="*/ 222 h 152"/>
                <a:gd name="T8" fmla="*/ 38 w 41"/>
                <a:gd name="T9" fmla="*/ 292 h 152"/>
                <a:gd name="T10" fmla="*/ 58 w 41"/>
                <a:gd name="T11" fmla="*/ 362 h 152"/>
                <a:gd name="T12" fmla="*/ 54 w 41"/>
                <a:gd name="T13" fmla="*/ 211 h 152"/>
                <a:gd name="T14" fmla="*/ 99 w 41"/>
                <a:gd name="T15" fmla="*/ 102 h 152"/>
                <a:gd name="T16" fmla="*/ 58 w 41"/>
                <a:gd name="T17" fmla="*/ 57 h 152"/>
                <a:gd name="T18" fmla="*/ 36 w 41"/>
                <a:gd name="T19" fmla="*/ 28 h 152"/>
                <a:gd name="T20" fmla="*/ 21 w 41"/>
                <a:gd name="T21" fmla="*/ 0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52">
                  <a:moveTo>
                    <a:pt x="4" y="2"/>
                  </a:moveTo>
                  <a:cubicBezTo>
                    <a:pt x="4" y="9"/>
                    <a:pt x="1" y="16"/>
                    <a:pt x="0" y="23"/>
                  </a:cubicBezTo>
                  <a:cubicBezTo>
                    <a:pt x="0" y="32"/>
                    <a:pt x="1" y="41"/>
                    <a:pt x="3" y="49"/>
                  </a:cubicBezTo>
                  <a:cubicBezTo>
                    <a:pt x="7" y="64"/>
                    <a:pt x="8" y="79"/>
                    <a:pt x="11" y="93"/>
                  </a:cubicBezTo>
                  <a:cubicBezTo>
                    <a:pt x="13" y="103"/>
                    <a:pt x="14" y="113"/>
                    <a:pt x="16" y="123"/>
                  </a:cubicBezTo>
                  <a:cubicBezTo>
                    <a:pt x="19" y="131"/>
                    <a:pt x="19" y="146"/>
                    <a:pt x="24" y="152"/>
                  </a:cubicBezTo>
                  <a:cubicBezTo>
                    <a:pt x="21" y="131"/>
                    <a:pt x="20" y="110"/>
                    <a:pt x="22" y="88"/>
                  </a:cubicBezTo>
                  <a:cubicBezTo>
                    <a:pt x="24" y="73"/>
                    <a:pt x="28" y="52"/>
                    <a:pt x="41" y="43"/>
                  </a:cubicBezTo>
                  <a:cubicBezTo>
                    <a:pt x="34" y="38"/>
                    <a:pt x="28" y="31"/>
                    <a:pt x="24" y="24"/>
                  </a:cubicBezTo>
                  <a:cubicBezTo>
                    <a:pt x="21" y="20"/>
                    <a:pt x="18" y="16"/>
                    <a:pt x="15" y="12"/>
                  </a:cubicBezTo>
                  <a:cubicBezTo>
                    <a:pt x="13" y="9"/>
                    <a:pt x="12" y="3"/>
                    <a:pt x="9" y="0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4" name="Freeform 481">
              <a:extLst>
                <a:ext uri="{FF2B5EF4-FFF2-40B4-BE49-F238E27FC236}">
                  <a16:creationId xmlns:a16="http://schemas.microsoft.com/office/drawing/2014/main" id="{26DF3FA3-B575-44EB-847D-64FC358F7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940"/>
              <a:ext cx="30" cy="149"/>
            </a:xfrm>
            <a:custGeom>
              <a:avLst/>
              <a:gdLst>
                <a:gd name="T0" fmla="*/ 15 w 22"/>
                <a:gd name="T1" fmla="*/ 0 h 112"/>
                <a:gd name="T2" fmla="*/ 5 w 22"/>
                <a:gd name="T3" fmla="*/ 150 h 112"/>
                <a:gd name="T4" fmla="*/ 34 w 22"/>
                <a:gd name="T5" fmla="*/ 263 h 112"/>
                <a:gd name="T6" fmla="*/ 42 w 22"/>
                <a:gd name="T7" fmla="*/ 85 h 112"/>
                <a:gd name="T8" fmla="*/ 22 w 22"/>
                <a:gd name="T9" fmla="*/ 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2">
                  <a:moveTo>
                    <a:pt x="6" y="0"/>
                  </a:moveTo>
                  <a:cubicBezTo>
                    <a:pt x="6" y="22"/>
                    <a:pt x="0" y="43"/>
                    <a:pt x="2" y="64"/>
                  </a:cubicBezTo>
                  <a:cubicBezTo>
                    <a:pt x="3" y="81"/>
                    <a:pt x="10" y="96"/>
                    <a:pt x="13" y="112"/>
                  </a:cubicBezTo>
                  <a:cubicBezTo>
                    <a:pt x="3" y="90"/>
                    <a:pt x="9" y="57"/>
                    <a:pt x="17" y="36"/>
                  </a:cubicBezTo>
                  <a:cubicBezTo>
                    <a:pt x="22" y="23"/>
                    <a:pt x="11" y="15"/>
                    <a:pt x="9" y="2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5" name="Freeform 482">
              <a:extLst>
                <a:ext uri="{FF2B5EF4-FFF2-40B4-BE49-F238E27FC236}">
                  <a16:creationId xmlns:a16="http://schemas.microsoft.com/office/drawing/2014/main" id="{26C8DBD1-4BE4-4BB1-A84B-03F87B5BE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994"/>
              <a:ext cx="75" cy="216"/>
            </a:xfrm>
            <a:custGeom>
              <a:avLst/>
              <a:gdLst>
                <a:gd name="T0" fmla="*/ 129 w 56"/>
                <a:gd name="T1" fmla="*/ 0 h 162"/>
                <a:gd name="T2" fmla="*/ 64 w 56"/>
                <a:gd name="T3" fmla="*/ 84 h 162"/>
                <a:gd name="T4" fmla="*/ 20 w 56"/>
                <a:gd name="T5" fmla="*/ 161 h 162"/>
                <a:gd name="T6" fmla="*/ 15 w 56"/>
                <a:gd name="T7" fmla="*/ 384 h 162"/>
                <a:gd name="T8" fmla="*/ 20 w 56"/>
                <a:gd name="T9" fmla="*/ 305 h 162"/>
                <a:gd name="T10" fmla="*/ 42 w 56"/>
                <a:gd name="T11" fmla="*/ 212 h 162"/>
                <a:gd name="T12" fmla="*/ 94 w 56"/>
                <a:gd name="T13" fmla="*/ 116 h 162"/>
                <a:gd name="T14" fmla="*/ 129 w 56"/>
                <a:gd name="T15" fmla="*/ 80 h 162"/>
                <a:gd name="T16" fmla="*/ 126 w 56"/>
                <a:gd name="T17" fmla="*/ 5 h 1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162">
                  <a:moveTo>
                    <a:pt x="54" y="0"/>
                  </a:moveTo>
                  <a:cubicBezTo>
                    <a:pt x="46" y="13"/>
                    <a:pt x="36" y="24"/>
                    <a:pt x="27" y="35"/>
                  </a:cubicBezTo>
                  <a:cubicBezTo>
                    <a:pt x="20" y="45"/>
                    <a:pt x="11" y="56"/>
                    <a:pt x="8" y="68"/>
                  </a:cubicBezTo>
                  <a:cubicBezTo>
                    <a:pt x="0" y="99"/>
                    <a:pt x="1" y="131"/>
                    <a:pt x="6" y="162"/>
                  </a:cubicBezTo>
                  <a:cubicBezTo>
                    <a:pt x="3" y="151"/>
                    <a:pt x="7" y="140"/>
                    <a:pt x="8" y="129"/>
                  </a:cubicBezTo>
                  <a:cubicBezTo>
                    <a:pt x="10" y="116"/>
                    <a:pt x="13" y="102"/>
                    <a:pt x="17" y="89"/>
                  </a:cubicBezTo>
                  <a:cubicBezTo>
                    <a:pt x="21" y="75"/>
                    <a:pt x="28" y="59"/>
                    <a:pt x="39" y="49"/>
                  </a:cubicBezTo>
                  <a:cubicBezTo>
                    <a:pt x="45" y="43"/>
                    <a:pt x="52" y="42"/>
                    <a:pt x="54" y="34"/>
                  </a:cubicBezTo>
                  <a:cubicBezTo>
                    <a:pt x="56" y="24"/>
                    <a:pt x="51" y="13"/>
                    <a:pt x="52" y="2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6" name="Freeform 483">
              <a:extLst>
                <a:ext uri="{FF2B5EF4-FFF2-40B4-BE49-F238E27FC236}">
                  <a16:creationId xmlns:a16="http://schemas.microsoft.com/office/drawing/2014/main" id="{3883844F-C76D-4AEA-81B7-774603880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153"/>
              <a:ext cx="60" cy="215"/>
            </a:xfrm>
            <a:custGeom>
              <a:avLst/>
              <a:gdLst>
                <a:gd name="T0" fmla="*/ 100 w 45"/>
                <a:gd name="T1" fmla="*/ 28 h 161"/>
                <a:gd name="T2" fmla="*/ 69 w 45"/>
                <a:gd name="T3" fmla="*/ 9 h 161"/>
                <a:gd name="T4" fmla="*/ 44 w 45"/>
                <a:gd name="T5" fmla="*/ 1 h 161"/>
                <a:gd name="T6" fmla="*/ 21 w 45"/>
                <a:gd name="T7" fmla="*/ 95 h 161"/>
                <a:gd name="T8" fmla="*/ 0 w 45"/>
                <a:gd name="T9" fmla="*/ 176 h 161"/>
                <a:gd name="T10" fmla="*/ 5 w 45"/>
                <a:gd name="T11" fmla="*/ 275 h 161"/>
                <a:gd name="T12" fmla="*/ 5 w 45"/>
                <a:gd name="T13" fmla="*/ 383 h 161"/>
                <a:gd name="T14" fmla="*/ 5 w 45"/>
                <a:gd name="T15" fmla="*/ 248 h 161"/>
                <a:gd name="T16" fmla="*/ 33 w 45"/>
                <a:gd name="T17" fmla="*/ 128 h 161"/>
                <a:gd name="T18" fmla="*/ 107 w 45"/>
                <a:gd name="T19" fmla="*/ 23 h 1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61">
                  <a:moveTo>
                    <a:pt x="42" y="12"/>
                  </a:moveTo>
                  <a:cubicBezTo>
                    <a:pt x="37" y="10"/>
                    <a:pt x="33" y="7"/>
                    <a:pt x="29" y="4"/>
                  </a:cubicBezTo>
                  <a:cubicBezTo>
                    <a:pt x="26" y="2"/>
                    <a:pt x="23" y="0"/>
                    <a:pt x="19" y="1"/>
                  </a:cubicBezTo>
                  <a:cubicBezTo>
                    <a:pt x="15" y="13"/>
                    <a:pt x="15" y="27"/>
                    <a:pt x="9" y="40"/>
                  </a:cubicBezTo>
                  <a:cubicBezTo>
                    <a:pt x="4" y="51"/>
                    <a:pt x="0" y="61"/>
                    <a:pt x="0" y="74"/>
                  </a:cubicBezTo>
                  <a:cubicBezTo>
                    <a:pt x="0" y="87"/>
                    <a:pt x="2" y="101"/>
                    <a:pt x="2" y="115"/>
                  </a:cubicBezTo>
                  <a:cubicBezTo>
                    <a:pt x="2" y="130"/>
                    <a:pt x="2" y="146"/>
                    <a:pt x="2" y="161"/>
                  </a:cubicBezTo>
                  <a:cubicBezTo>
                    <a:pt x="2" y="142"/>
                    <a:pt x="1" y="123"/>
                    <a:pt x="2" y="104"/>
                  </a:cubicBezTo>
                  <a:cubicBezTo>
                    <a:pt x="4" y="87"/>
                    <a:pt x="9" y="70"/>
                    <a:pt x="14" y="54"/>
                  </a:cubicBezTo>
                  <a:cubicBezTo>
                    <a:pt x="20" y="38"/>
                    <a:pt x="30" y="19"/>
                    <a:pt x="45" y="10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7" name="Freeform 484">
              <a:extLst>
                <a:ext uri="{FF2B5EF4-FFF2-40B4-BE49-F238E27FC236}">
                  <a16:creationId xmlns:a16="http://schemas.microsoft.com/office/drawing/2014/main" id="{E30F9C5B-C41E-49DE-A568-1304BCE0B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3266"/>
              <a:ext cx="66" cy="151"/>
            </a:xfrm>
            <a:custGeom>
              <a:avLst/>
              <a:gdLst>
                <a:gd name="T0" fmla="*/ 120 w 49"/>
                <a:gd name="T1" fmla="*/ 0 h 113"/>
                <a:gd name="T2" fmla="*/ 63 w 49"/>
                <a:gd name="T3" fmla="*/ 76 h 113"/>
                <a:gd name="T4" fmla="*/ 15 w 49"/>
                <a:gd name="T5" fmla="*/ 160 h 113"/>
                <a:gd name="T6" fmla="*/ 5 w 49"/>
                <a:gd name="T7" fmla="*/ 214 h 113"/>
                <a:gd name="T8" fmla="*/ 51 w 49"/>
                <a:gd name="T9" fmla="*/ 270 h 113"/>
                <a:gd name="T10" fmla="*/ 63 w 49"/>
                <a:gd name="T11" fmla="*/ 163 h 113"/>
                <a:gd name="T12" fmla="*/ 88 w 49"/>
                <a:gd name="T13" fmla="*/ 76 h 113"/>
                <a:gd name="T14" fmla="*/ 114 w 49"/>
                <a:gd name="T15" fmla="*/ 7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3">
                  <a:moveTo>
                    <a:pt x="49" y="0"/>
                  </a:moveTo>
                  <a:cubicBezTo>
                    <a:pt x="47" y="12"/>
                    <a:pt x="33" y="22"/>
                    <a:pt x="26" y="32"/>
                  </a:cubicBezTo>
                  <a:cubicBezTo>
                    <a:pt x="18" y="42"/>
                    <a:pt x="9" y="54"/>
                    <a:pt x="6" y="67"/>
                  </a:cubicBezTo>
                  <a:cubicBezTo>
                    <a:pt x="4" y="74"/>
                    <a:pt x="0" y="83"/>
                    <a:pt x="2" y="90"/>
                  </a:cubicBezTo>
                  <a:cubicBezTo>
                    <a:pt x="5" y="100"/>
                    <a:pt x="17" y="104"/>
                    <a:pt x="21" y="113"/>
                  </a:cubicBezTo>
                  <a:cubicBezTo>
                    <a:pt x="16" y="100"/>
                    <a:pt x="23" y="81"/>
                    <a:pt x="26" y="68"/>
                  </a:cubicBezTo>
                  <a:cubicBezTo>
                    <a:pt x="29" y="56"/>
                    <a:pt x="33" y="44"/>
                    <a:pt x="36" y="32"/>
                  </a:cubicBezTo>
                  <a:cubicBezTo>
                    <a:pt x="39" y="22"/>
                    <a:pt x="42" y="10"/>
                    <a:pt x="47" y="3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8" name="Freeform 485">
              <a:extLst>
                <a:ext uri="{FF2B5EF4-FFF2-40B4-BE49-F238E27FC236}">
                  <a16:creationId xmlns:a16="http://schemas.microsoft.com/office/drawing/2014/main" id="{6DE8F519-379E-4473-BD99-A76390FF1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188"/>
              <a:ext cx="77" cy="137"/>
            </a:xfrm>
            <a:custGeom>
              <a:avLst/>
              <a:gdLst>
                <a:gd name="T0" fmla="*/ 134 w 58"/>
                <a:gd name="T1" fmla="*/ 1 h 103"/>
                <a:gd name="T2" fmla="*/ 114 w 58"/>
                <a:gd name="T3" fmla="*/ 31 h 103"/>
                <a:gd name="T4" fmla="*/ 74 w 58"/>
                <a:gd name="T5" fmla="*/ 59 h 103"/>
                <a:gd name="T6" fmla="*/ 23 w 58"/>
                <a:gd name="T7" fmla="*/ 122 h 103"/>
                <a:gd name="T8" fmla="*/ 0 w 58"/>
                <a:gd name="T9" fmla="*/ 181 h 103"/>
                <a:gd name="T10" fmla="*/ 36 w 58"/>
                <a:gd name="T11" fmla="*/ 242 h 103"/>
                <a:gd name="T12" fmla="*/ 81 w 58"/>
                <a:gd name="T13" fmla="*/ 97 h 103"/>
                <a:gd name="T14" fmla="*/ 135 w 58"/>
                <a:gd name="T15" fmla="*/ 0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103">
                  <a:moveTo>
                    <a:pt x="57" y="1"/>
                  </a:moveTo>
                  <a:cubicBezTo>
                    <a:pt x="55" y="2"/>
                    <a:pt x="51" y="10"/>
                    <a:pt x="49" y="13"/>
                  </a:cubicBezTo>
                  <a:cubicBezTo>
                    <a:pt x="43" y="17"/>
                    <a:pt x="37" y="20"/>
                    <a:pt x="32" y="25"/>
                  </a:cubicBezTo>
                  <a:cubicBezTo>
                    <a:pt x="24" y="33"/>
                    <a:pt x="16" y="42"/>
                    <a:pt x="10" y="52"/>
                  </a:cubicBezTo>
                  <a:cubicBezTo>
                    <a:pt x="7" y="59"/>
                    <a:pt x="0" y="69"/>
                    <a:pt x="0" y="77"/>
                  </a:cubicBezTo>
                  <a:cubicBezTo>
                    <a:pt x="0" y="86"/>
                    <a:pt x="9" y="96"/>
                    <a:pt x="15" y="103"/>
                  </a:cubicBezTo>
                  <a:cubicBezTo>
                    <a:pt x="15" y="80"/>
                    <a:pt x="22" y="61"/>
                    <a:pt x="35" y="41"/>
                  </a:cubicBezTo>
                  <a:cubicBezTo>
                    <a:pt x="44" y="29"/>
                    <a:pt x="57" y="16"/>
                    <a:pt x="58" y="0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9" name="Freeform 486">
              <a:extLst>
                <a:ext uri="{FF2B5EF4-FFF2-40B4-BE49-F238E27FC236}">
                  <a16:creationId xmlns:a16="http://schemas.microsoft.com/office/drawing/2014/main" id="{6E7AE0FF-C416-4455-8B1B-6D844EC1B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056"/>
              <a:ext cx="86" cy="166"/>
            </a:xfrm>
            <a:custGeom>
              <a:avLst/>
              <a:gdLst>
                <a:gd name="T0" fmla="*/ 148 w 64"/>
                <a:gd name="T1" fmla="*/ 9 h 125"/>
                <a:gd name="T2" fmla="*/ 114 w 64"/>
                <a:gd name="T3" fmla="*/ 64 h 125"/>
                <a:gd name="T4" fmla="*/ 65 w 64"/>
                <a:gd name="T5" fmla="*/ 124 h 125"/>
                <a:gd name="T6" fmla="*/ 22 w 64"/>
                <a:gd name="T7" fmla="*/ 193 h 125"/>
                <a:gd name="T8" fmla="*/ 5 w 64"/>
                <a:gd name="T9" fmla="*/ 238 h 125"/>
                <a:gd name="T10" fmla="*/ 1 w 64"/>
                <a:gd name="T11" fmla="*/ 259 h 125"/>
                <a:gd name="T12" fmla="*/ 30 w 64"/>
                <a:gd name="T13" fmla="*/ 292 h 125"/>
                <a:gd name="T14" fmla="*/ 156 w 64"/>
                <a:gd name="T15" fmla="*/ 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25">
                  <a:moveTo>
                    <a:pt x="61" y="4"/>
                  </a:moveTo>
                  <a:cubicBezTo>
                    <a:pt x="58" y="13"/>
                    <a:pt x="51" y="19"/>
                    <a:pt x="47" y="27"/>
                  </a:cubicBezTo>
                  <a:cubicBezTo>
                    <a:pt x="41" y="36"/>
                    <a:pt x="34" y="45"/>
                    <a:pt x="27" y="53"/>
                  </a:cubicBezTo>
                  <a:cubicBezTo>
                    <a:pt x="19" y="63"/>
                    <a:pt x="14" y="72"/>
                    <a:pt x="9" y="82"/>
                  </a:cubicBezTo>
                  <a:cubicBezTo>
                    <a:pt x="5" y="89"/>
                    <a:pt x="4" y="95"/>
                    <a:pt x="2" y="102"/>
                  </a:cubicBezTo>
                  <a:cubicBezTo>
                    <a:pt x="2" y="106"/>
                    <a:pt x="0" y="107"/>
                    <a:pt x="1" y="111"/>
                  </a:cubicBezTo>
                  <a:cubicBezTo>
                    <a:pt x="3" y="116"/>
                    <a:pt x="9" y="120"/>
                    <a:pt x="12" y="125"/>
                  </a:cubicBezTo>
                  <a:cubicBezTo>
                    <a:pt x="3" y="76"/>
                    <a:pt x="59" y="42"/>
                    <a:pt x="64" y="0"/>
                  </a:cubicBezTo>
                </a:path>
              </a:pathLst>
            </a:custGeom>
            <a:solidFill>
              <a:srgbClr val="C9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0" name="Freeform 487">
              <a:extLst>
                <a:ext uri="{FF2B5EF4-FFF2-40B4-BE49-F238E27FC236}">
                  <a16:creationId xmlns:a16="http://schemas.microsoft.com/office/drawing/2014/main" id="{0AE03364-C41D-46FC-B4E8-95C161069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517"/>
              <a:ext cx="92" cy="16"/>
            </a:xfrm>
            <a:custGeom>
              <a:avLst/>
              <a:gdLst>
                <a:gd name="T0" fmla="*/ 0 w 69"/>
                <a:gd name="T1" fmla="*/ 15 h 12"/>
                <a:gd name="T2" fmla="*/ 87 w 69"/>
                <a:gd name="T3" fmla="*/ 23 h 12"/>
                <a:gd name="T4" fmla="*/ 164 w 6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2">
                  <a:moveTo>
                    <a:pt x="0" y="6"/>
                  </a:moveTo>
                  <a:cubicBezTo>
                    <a:pt x="12" y="10"/>
                    <a:pt x="24" y="12"/>
                    <a:pt x="37" y="10"/>
                  </a:cubicBezTo>
                  <a:cubicBezTo>
                    <a:pt x="48" y="7"/>
                    <a:pt x="57" y="1"/>
                    <a:pt x="69" y="0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1" name="Freeform 488">
              <a:extLst>
                <a:ext uri="{FF2B5EF4-FFF2-40B4-BE49-F238E27FC236}">
                  <a16:creationId xmlns:a16="http://schemas.microsoft.com/office/drawing/2014/main" id="{519B7859-BE82-49B0-B24F-93125F755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526"/>
              <a:ext cx="43" cy="22"/>
            </a:xfrm>
            <a:custGeom>
              <a:avLst/>
              <a:gdLst>
                <a:gd name="T0" fmla="*/ 0 w 32"/>
                <a:gd name="T1" fmla="*/ 21 h 16"/>
                <a:gd name="T2" fmla="*/ 78 w 32"/>
                <a:gd name="T3" fmla="*/ 4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6">
                  <a:moveTo>
                    <a:pt x="0" y="8"/>
                  </a:moveTo>
                  <a:cubicBezTo>
                    <a:pt x="5" y="0"/>
                    <a:pt x="28" y="8"/>
                    <a:pt x="32" y="16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2" name="Freeform 489">
              <a:extLst>
                <a:ext uri="{FF2B5EF4-FFF2-40B4-BE49-F238E27FC236}">
                  <a16:creationId xmlns:a16="http://schemas.microsoft.com/office/drawing/2014/main" id="{C55D047E-4DE1-419B-A5E5-55B055D99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1572"/>
              <a:ext cx="45" cy="6"/>
            </a:xfrm>
            <a:custGeom>
              <a:avLst/>
              <a:gdLst>
                <a:gd name="T0" fmla="*/ 0 w 34"/>
                <a:gd name="T1" fmla="*/ 1 h 5"/>
                <a:gd name="T2" fmla="*/ 30 w 34"/>
                <a:gd name="T3" fmla="*/ 7 h 5"/>
                <a:gd name="T4" fmla="*/ 79 w 3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">
                  <a:moveTo>
                    <a:pt x="0" y="1"/>
                  </a:moveTo>
                  <a:cubicBezTo>
                    <a:pt x="3" y="0"/>
                    <a:pt x="9" y="3"/>
                    <a:pt x="13" y="4"/>
                  </a:cubicBezTo>
                  <a:cubicBezTo>
                    <a:pt x="20" y="5"/>
                    <a:pt x="27" y="5"/>
                    <a:pt x="34" y="5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3" name="Freeform 490">
              <a:extLst>
                <a:ext uri="{FF2B5EF4-FFF2-40B4-BE49-F238E27FC236}">
                  <a16:creationId xmlns:a16="http://schemas.microsoft.com/office/drawing/2014/main" id="{F3DB7F7F-6BDE-4D6C-8252-51490719C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541"/>
              <a:ext cx="21" cy="12"/>
            </a:xfrm>
            <a:custGeom>
              <a:avLst/>
              <a:gdLst>
                <a:gd name="T0" fmla="*/ 0 w 16"/>
                <a:gd name="T1" fmla="*/ 1 h 9"/>
                <a:gd name="T2" fmla="*/ 37 w 16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0" y="1"/>
                  </a:moveTo>
                  <a:cubicBezTo>
                    <a:pt x="7" y="0"/>
                    <a:pt x="13" y="3"/>
                    <a:pt x="16" y="9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4" name="Freeform 491">
              <a:extLst>
                <a:ext uri="{FF2B5EF4-FFF2-40B4-BE49-F238E27FC236}">
                  <a16:creationId xmlns:a16="http://schemas.microsoft.com/office/drawing/2014/main" id="{1A870A0C-F2A9-44BE-A652-C416A95CD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424"/>
              <a:ext cx="22" cy="50"/>
            </a:xfrm>
            <a:custGeom>
              <a:avLst/>
              <a:gdLst>
                <a:gd name="T0" fmla="*/ 0 w 17"/>
                <a:gd name="T1" fmla="*/ 5 h 38"/>
                <a:gd name="T2" fmla="*/ 0 w 17"/>
                <a:gd name="T3" fmla="*/ 5 h 38"/>
                <a:gd name="T4" fmla="*/ 17 w 17"/>
                <a:gd name="T5" fmla="*/ 8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8">
                  <a:moveTo>
                    <a:pt x="0" y="2"/>
                  </a:moveTo>
                  <a:cubicBezTo>
                    <a:pt x="0" y="2"/>
                    <a:pt x="1" y="0"/>
                    <a:pt x="0" y="2"/>
                  </a:cubicBezTo>
                  <a:cubicBezTo>
                    <a:pt x="11" y="11"/>
                    <a:pt x="17" y="25"/>
                    <a:pt x="8" y="38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5" name="Freeform 492">
              <a:extLst>
                <a:ext uri="{FF2B5EF4-FFF2-40B4-BE49-F238E27FC236}">
                  <a16:creationId xmlns:a16="http://schemas.microsoft.com/office/drawing/2014/main" id="{18FF737C-6F14-46EA-A8FF-93535595A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434"/>
              <a:ext cx="5" cy="23"/>
            </a:xfrm>
            <a:custGeom>
              <a:avLst/>
              <a:gdLst>
                <a:gd name="T0" fmla="*/ 0 w 4"/>
                <a:gd name="T1" fmla="*/ 1 h 17"/>
                <a:gd name="T2" fmla="*/ 6 w 4"/>
                <a:gd name="T3" fmla="*/ 4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1"/>
                  </a:moveTo>
                  <a:cubicBezTo>
                    <a:pt x="3" y="0"/>
                    <a:pt x="4" y="13"/>
                    <a:pt x="3" y="17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6" name="Freeform 493">
              <a:extLst>
                <a:ext uri="{FF2B5EF4-FFF2-40B4-BE49-F238E27FC236}">
                  <a16:creationId xmlns:a16="http://schemas.microsoft.com/office/drawing/2014/main" id="{949EC888-D777-4954-9E95-37996EC8C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436"/>
              <a:ext cx="1" cy="5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0"/>
                    <a:pt x="0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7" name="Freeform 494">
              <a:extLst>
                <a:ext uri="{FF2B5EF4-FFF2-40B4-BE49-F238E27FC236}">
                  <a16:creationId xmlns:a16="http://schemas.microsoft.com/office/drawing/2014/main" id="{7E2BAEE5-5F4A-4E55-A5F6-5729880E2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633"/>
              <a:ext cx="46" cy="21"/>
            </a:xfrm>
            <a:custGeom>
              <a:avLst/>
              <a:gdLst>
                <a:gd name="T0" fmla="*/ 1 w 35"/>
                <a:gd name="T1" fmla="*/ 1 h 16"/>
                <a:gd name="T2" fmla="*/ 21 w 35"/>
                <a:gd name="T3" fmla="*/ 16 h 16"/>
                <a:gd name="T4" fmla="*/ 79 w 35"/>
                <a:gd name="T5" fmla="*/ 2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1" y="1"/>
                  </a:moveTo>
                  <a:cubicBezTo>
                    <a:pt x="0" y="0"/>
                    <a:pt x="7" y="6"/>
                    <a:pt x="9" y="7"/>
                  </a:cubicBezTo>
                  <a:cubicBezTo>
                    <a:pt x="15" y="12"/>
                    <a:pt x="28" y="16"/>
                    <a:pt x="35" y="11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8" name="Freeform 495">
              <a:extLst>
                <a:ext uri="{FF2B5EF4-FFF2-40B4-BE49-F238E27FC236}">
                  <a16:creationId xmlns:a16="http://schemas.microsoft.com/office/drawing/2014/main" id="{E89A40CE-08D6-4517-A7EF-6A8B126AE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665"/>
              <a:ext cx="23" cy="16"/>
            </a:xfrm>
            <a:custGeom>
              <a:avLst/>
              <a:gdLst>
                <a:gd name="T0" fmla="*/ 0 w 17"/>
                <a:gd name="T1" fmla="*/ 28 h 12"/>
                <a:gd name="T2" fmla="*/ 42 w 17"/>
                <a:gd name="T3" fmla="*/ 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4" y="5"/>
                    <a:pt x="8" y="0"/>
                    <a:pt x="17" y="1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9" name="Freeform 496">
              <a:extLst>
                <a:ext uri="{FF2B5EF4-FFF2-40B4-BE49-F238E27FC236}">
                  <a16:creationId xmlns:a16="http://schemas.microsoft.com/office/drawing/2014/main" id="{54A5129E-F5B8-42AF-A203-96893F0F5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473"/>
              <a:ext cx="61" cy="43"/>
            </a:xfrm>
            <a:custGeom>
              <a:avLst/>
              <a:gdLst>
                <a:gd name="T0" fmla="*/ 0 w 46"/>
                <a:gd name="T1" fmla="*/ 7 h 32"/>
                <a:gd name="T2" fmla="*/ 50 w 46"/>
                <a:gd name="T3" fmla="*/ 22 h 32"/>
                <a:gd name="T4" fmla="*/ 107 w 46"/>
                <a:gd name="T5" fmla="*/ 7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2">
                  <a:moveTo>
                    <a:pt x="0" y="3"/>
                  </a:moveTo>
                  <a:cubicBezTo>
                    <a:pt x="9" y="0"/>
                    <a:pt x="15" y="1"/>
                    <a:pt x="22" y="9"/>
                  </a:cubicBezTo>
                  <a:cubicBezTo>
                    <a:pt x="30" y="17"/>
                    <a:pt x="36" y="25"/>
                    <a:pt x="46" y="32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0" name="Freeform 497">
              <a:extLst>
                <a:ext uri="{FF2B5EF4-FFF2-40B4-BE49-F238E27FC236}">
                  <a16:creationId xmlns:a16="http://schemas.microsoft.com/office/drawing/2014/main" id="{0BA5A306-8FE4-4B6C-A68B-2F16C628B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501"/>
              <a:ext cx="20" cy="19"/>
            </a:xfrm>
            <a:custGeom>
              <a:avLst/>
              <a:gdLst>
                <a:gd name="T0" fmla="*/ 0 w 15"/>
                <a:gd name="T1" fmla="*/ 0 h 14"/>
                <a:gd name="T2" fmla="*/ 36 w 15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6" y="2"/>
                    <a:pt x="9" y="11"/>
                    <a:pt x="15" y="14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1" name="Freeform 498">
              <a:extLst>
                <a:ext uri="{FF2B5EF4-FFF2-40B4-BE49-F238E27FC236}">
                  <a16:creationId xmlns:a16="http://schemas.microsoft.com/office/drawing/2014/main" id="{597464EF-7931-401B-B9A0-A8F334FD8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633"/>
              <a:ext cx="114" cy="29"/>
            </a:xfrm>
            <a:custGeom>
              <a:avLst/>
              <a:gdLst>
                <a:gd name="T0" fmla="*/ 0 w 86"/>
                <a:gd name="T1" fmla="*/ 29 h 22"/>
                <a:gd name="T2" fmla="*/ 101 w 86"/>
                <a:gd name="T3" fmla="*/ 12 h 22"/>
                <a:gd name="T4" fmla="*/ 200 w 86"/>
                <a:gd name="T5" fmla="*/ 2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2">
                  <a:moveTo>
                    <a:pt x="0" y="13"/>
                  </a:moveTo>
                  <a:cubicBezTo>
                    <a:pt x="13" y="0"/>
                    <a:pt x="25" y="0"/>
                    <a:pt x="43" y="5"/>
                  </a:cubicBezTo>
                  <a:cubicBezTo>
                    <a:pt x="58" y="9"/>
                    <a:pt x="71" y="22"/>
                    <a:pt x="86" y="11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2" name="Freeform 499">
              <a:extLst>
                <a:ext uri="{FF2B5EF4-FFF2-40B4-BE49-F238E27FC236}">
                  <a16:creationId xmlns:a16="http://schemas.microsoft.com/office/drawing/2014/main" id="{57488D84-BAC4-4EFB-99DB-6E3671C5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710"/>
              <a:ext cx="35" cy="24"/>
            </a:xfrm>
            <a:custGeom>
              <a:avLst/>
              <a:gdLst>
                <a:gd name="T0" fmla="*/ 0 w 26"/>
                <a:gd name="T1" fmla="*/ 12 h 18"/>
                <a:gd name="T2" fmla="*/ 63 w 26"/>
                <a:gd name="T3" fmla="*/ 4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5"/>
                  </a:moveTo>
                  <a:cubicBezTo>
                    <a:pt x="9" y="0"/>
                    <a:pt x="19" y="11"/>
                    <a:pt x="26" y="18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3" name="Freeform 500">
              <a:extLst>
                <a:ext uri="{FF2B5EF4-FFF2-40B4-BE49-F238E27FC236}">
                  <a16:creationId xmlns:a16="http://schemas.microsoft.com/office/drawing/2014/main" id="{76B7A589-82E2-4BF4-98BF-3ED0BB8CE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633"/>
              <a:ext cx="75" cy="45"/>
            </a:xfrm>
            <a:custGeom>
              <a:avLst/>
              <a:gdLst>
                <a:gd name="T0" fmla="*/ 0 w 56"/>
                <a:gd name="T1" fmla="*/ 26 h 34"/>
                <a:gd name="T2" fmla="*/ 68 w 56"/>
                <a:gd name="T3" fmla="*/ 26 h 34"/>
                <a:gd name="T4" fmla="*/ 134 w 56"/>
                <a:gd name="T5" fmla="*/ 7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4">
                  <a:moveTo>
                    <a:pt x="0" y="11"/>
                  </a:moveTo>
                  <a:cubicBezTo>
                    <a:pt x="7" y="0"/>
                    <a:pt x="19" y="7"/>
                    <a:pt x="28" y="11"/>
                  </a:cubicBezTo>
                  <a:cubicBezTo>
                    <a:pt x="35" y="15"/>
                    <a:pt x="48" y="34"/>
                    <a:pt x="56" y="32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4" name="Freeform 501">
              <a:extLst>
                <a:ext uri="{FF2B5EF4-FFF2-40B4-BE49-F238E27FC236}">
                  <a16:creationId xmlns:a16="http://schemas.microsoft.com/office/drawing/2014/main" id="{A31CE285-2B73-4C43-B757-8BA549D38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659"/>
              <a:ext cx="34" cy="27"/>
            </a:xfrm>
            <a:custGeom>
              <a:avLst/>
              <a:gdLst>
                <a:gd name="T0" fmla="*/ 0 w 26"/>
                <a:gd name="T1" fmla="*/ 0 h 20"/>
                <a:gd name="T2" fmla="*/ 17 w 26"/>
                <a:gd name="T3" fmla="*/ 5 h 20"/>
                <a:gd name="T4" fmla="*/ 58 w 26"/>
                <a:gd name="T5" fmla="*/ 4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0"/>
                  </a:moveTo>
                  <a:cubicBezTo>
                    <a:pt x="2" y="1"/>
                    <a:pt x="6" y="1"/>
                    <a:pt x="8" y="2"/>
                  </a:cubicBezTo>
                  <a:cubicBezTo>
                    <a:pt x="16" y="6"/>
                    <a:pt x="19" y="15"/>
                    <a:pt x="26" y="20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5" name="Freeform 502">
              <a:extLst>
                <a:ext uri="{FF2B5EF4-FFF2-40B4-BE49-F238E27FC236}">
                  <a16:creationId xmlns:a16="http://schemas.microsoft.com/office/drawing/2014/main" id="{5FEE1587-B03C-4E7A-82EE-3182F1EF1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626"/>
              <a:ext cx="24" cy="49"/>
            </a:xfrm>
            <a:custGeom>
              <a:avLst/>
              <a:gdLst>
                <a:gd name="T0" fmla="*/ 1 w 18"/>
                <a:gd name="T1" fmla="*/ 0 h 37"/>
                <a:gd name="T2" fmla="*/ 0 w 18"/>
                <a:gd name="T3" fmla="*/ 8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7">
                  <a:moveTo>
                    <a:pt x="1" y="0"/>
                  </a:moveTo>
                  <a:cubicBezTo>
                    <a:pt x="11" y="9"/>
                    <a:pt x="18" y="32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6" name="Freeform 503">
              <a:extLst>
                <a:ext uri="{FF2B5EF4-FFF2-40B4-BE49-F238E27FC236}">
                  <a16:creationId xmlns:a16="http://schemas.microsoft.com/office/drawing/2014/main" id="{7D38D944-9E48-4C70-8653-63F0259D8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440"/>
              <a:ext cx="30" cy="54"/>
            </a:xfrm>
            <a:custGeom>
              <a:avLst/>
              <a:gdLst>
                <a:gd name="T0" fmla="*/ 7 w 22"/>
                <a:gd name="T1" fmla="*/ 1 h 41"/>
                <a:gd name="T2" fmla="*/ 10 w 22"/>
                <a:gd name="T3" fmla="*/ 0 h 41"/>
                <a:gd name="T4" fmla="*/ 56 w 22"/>
                <a:gd name="T5" fmla="*/ 94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1">
                  <a:moveTo>
                    <a:pt x="3" y="1"/>
                  </a:moveTo>
                  <a:cubicBezTo>
                    <a:pt x="3" y="0"/>
                    <a:pt x="3" y="0"/>
                    <a:pt x="4" y="0"/>
                  </a:cubicBezTo>
                  <a:cubicBezTo>
                    <a:pt x="0" y="13"/>
                    <a:pt x="7" y="38"/>
                    <a:pt x="22" y="41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7" name="Freeform 504">
              <a:extLst>
                <a:ext uri="{FF2B5EF4-FFF2-40B4-BE49-F238E27FC236}">
                  <a16:creationId xmlns:a16="http://schemas.microsoft.com/office/drawing/2014/main" id="{20DC5440-F599-4AFA-A621-4727507C1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433"/>
              <a:ext cx="28" cy="49"/>
            </a:xfrm>
            <a:custGeom>
              <a:avLst/>
              <a:gdLst>
                <a:gd name="T0" fmla="*/ 49 w 21"/>
                <a:gd name="T1" fmla="*/ 0 h 37"/>
                <a:gd name="T2" fmla="*/ 41 w 21"/>
                <a:gd name="T3" fmla="*/ 37 h 37"/>
                <a:gd name="T4" fmla="*/ 0 w 21"/>
                <a:gd name="T5" fmla="*/ 8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7">
                  <a:moveTo>
                    <a:pt x="21" y="0"/>
                  </a:moveTo>
                  <a:cubicBezTo>
                    <a:pt x="20" y="5"/>
                    <a:pt x="20" y="11"/>
                    <a:pt x="17" y="16"/>
                  </a:cubicBezTo>
                  <a:cubicBezTo>
                    <a:pt x="14" y="22"/>
                    <a:pt x="8" y="37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8" name="Freeform 505">
              <a:extLst>
                <a:ext uri="{FF2B5EF4-FFF2-40B4-BE49-F238E27FC236}">
                  <a16:creationId xmlns:a16="http://schemas.microsoft.com/office/drawing/2014/main" id="{510D7949-9C14-4EAB-BAA0-68F2A2BB5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445"/>
              <a:ext cx="7" cy="29"/>
            </a:xfrm>
            <a:custGeom>
              <a:avLst/>
              <a:gdLst>
                <a:gd name="T0" fmla="*/ 0 w 5"/>
                <a:gd name="T1" fmla="*/ 0 h 22"/>
                <a:gd name="T2" fmla="*/ 14 w 5"/>
                <a:gd name="T3" fmla="*/ 5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0" y="0"/>
                  </a:moveTo>
                  <a:cubicBezTo>
                    <a:pt x="0" y="8"/>
                    <a:pt x="1" y="15"/>
                    <a:pt x="5" y="22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9" name="Freeform 506">
              <a:extLst>
                <a:ext uri="{FF2B5EF4-FFF2-40B4-BE49-F238E27FC236}">
                  <a16:creationId xmlns:a16="http://schemas.microsoft.com/office/drawing/2014/main" id="{17A00600-FFED-47A1-8044-18030D87E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717"/>
              <a:ext cx="34" cy="54"/>
            </a:xfrm>
            <a:custGeom>
              <a:avLst/>
              <a:gdLst>
                <a:gd name="T0" fmla="*/ 35 w 26"/>
                <a:gd name="T1" fmla="*/ 0 h 41"/>
                <a:gd name="T2" fmla="*/ 51 w 26"/>
                <a:gd name="T3" fmla="*/ 57 h 41"/>
                <a:gd name="T4" fmla="*/ 0 w 26"/>
                <a:gd name="T5" fmla="*/ 7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1">
                  <a:moveTo>
                    <a:pt x="16" y="0"/>
                  </a:moveTo>
                  <a:cubicBezTo>
                    <a:pt x="21" y="7"/>
                    <a:pt x="26" y="17"/>
                    <a:pt x="23" y="25"/>
                  </a:cubicBezTo>
                  <a:cubicBezTo>
                    <a:pt x="20" y="35"/>
                    <a:pt x="9" y="41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0" name="Freeform 507">
              <a:extLst>
                <a:ext uri="{FF2B5EF4-FFF2-40B4-BE49-F238E27FC236}">
                  <a16:creationId xmlns:a16="http://schemas.microsoft.com/office/drawing/2014/main" id="{F5B5E048-5D25-420F-AC74-0843A73CB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754"/>
              <a:ext cx="21" cy="53"/>
            </a:xfrm>
            <a:custGeom>
              <a:avLst/>
              <a:gdLst>
                <a:gd name="T0" fmla="*/ 22 w 16"/>
                <a:gd name="T1" fmla="*/ 0 h 40"/>
                <a:gd name="T2" fmla="*/ 37 w 16"/>
                <a:gd name="T3" fmla="*/ 9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0">
                  <a:moveTo>
                    <a:pt x="10" y="0"/>
                  </a:moveTo>
                  <a:cubicBezTo>
                    <a:pt x="0" y="8"/>
                    <a:pt x="5" y="35"/>
                    <a:pt x="16" y="40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1" name="Freeform 508">
              <a:extLst>
                <a:ext uri="{FF2B5EF4-FFF2-40B4-BE49-F238E27FC236}">
                  <a16:creationId xmlns:a16="http://schemas.microsoft.com/office/drawing/2014/main" id="{8DD0E7D9-42B6-459F-8779-6594352B0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730"/>
              <a:ext cx="11" cy="37"/>
            </a:xfrm>
            <a:custGeom>
              <a:avLst/>
              <a:gdLst>
                <a:gd name="T0" fmla="*/ 8 w 8"/>
                <a:gd name="T1" fmla="*/ 0 h 28"/>
                <a:gd name="T2" fmla="*/ 0 w 8"/>
                <a:gd name="T3" fmla="*/ 6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3" y="0"/>
                  </a:moveTo>
                  <a:cubicBezTo>
                    <a:pt x="4" y="11"/>
                    <a:pt x="8" y="18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2" name="Freeform 509">
              <a:extLst>
                <a:ext uri="{FF2B5EF4-FFF2-40B4-BE49-F238E27FC236}">
                  <a16:creationId xmlns:a16="http://schemas.microsoft.com/office/drawing/2014/main" id="{47DE2533-E615-42C4-B235-1706E3BAF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690"/>
              <a:ext cx="81" cy="28"/>
            </a:xfrm>
            <a:custGeom>
              <a:avLst/>
              <a:gdLst>
                <a:gd name="T0" fmla="*/ 0 w 61"/>
                <a:gd name="T1" fmla="*/ 16 h 21"/>
                <a:gd name="T2" fmla="*/ 143 w 61"/>
                <a:gd name="T3" fmla="*/ 4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21">
                  <a:moveTo>
                    <a:pt x="0" y="7"/>
                  </a:moveTo>
                  <a:cubicBezTo>
                    <a:pt x="18" y="21"/>
                    <a:pt x="45" y="0"/>
                    <a:pt x="61" y="20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3" name="Freeform 510">
              <a:extLst>
                <a:ext uri="{FF2B5EF4-FFF2-40B4-BE49-F238E27FC236}">
                  <a16:creationId xmlns:a16="http://schemas.microsoft.com/office/drawing/2014/main" id="{2949CC6F-C2C9-41C3-9FFE-D8D52FE99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79"/>
              <a:ext cx="48" cy="22"/>
            </a:xfrm>
            <a:custGeom>
              <a:avLst/>
              <a:gdLst>
                <a:gd name="T0" fmla="*/ 0 w 36"/>
                <a:gd name="T1" fmla="*/ 0 h 16"/>
                <a:gd name="T2" fmla="*/ 85 w 36"/>
                <a:gd name="T3" fmla="*/ 3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6">
                  <a:moveTo>
                    <a:pt x="0" y="0"/>
                  </a:moveTo>
                  <a:cubicBezTo>
                    <a:pt x="9" y="16"/>
                    <a:pt x="26" y="2"/>
                    <a:pt x="36" y="13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4" name="Freeform 511">
              <a:extLst>
                <a:ext uri="{FF2B5EF4-FFF2-40B4-BE49-F238E27FC236}">
                  <a16:creationId xmlns:a16="http://schemas.microsoft.com/office/drawing/2014/main" id="{96F52C52-59E9-4A73-AAE8-B2FE27A16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721"/>
              <a:ext cx="27" cy="30"/>
            </a:xfrm>
            <a:custGeom>
              <a:avLst/>
              <a:gdLst>
                <a:gd name="T0" fmla="*/ 0 w 20"/>
                <a:gd name="T1" fmla="*/ 0 h 23"/>
                <a:gd name="T2" fmla="*/ 16 w 20"/>
                <a:gd name="T3" fmla="*/ 22 h 23"/>
                <a:gd name="T4" fmla="*/ 49 w 20"/>
                <a:gd name="T5" fmla="*/ 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4" y="2"/>
                    <a:pt x="4" y="6"/>
                    <a:pt x="7" y="10"/>
                  </a:cubicBezTo>
                  <a:cubicBezTo>
                    <a:pt x="11" y="16"/>
                    <a:pt x="15" y="18"/>
                    <a:pt x="20" y="23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5" name="Freeform 512">
              <a:extLst>
                <a:ext uri="{FF2B5EF4-FFF2-40B4-BE49-F238E27FC236}">
                  <a16:creationId xmlns:a16="http://schemas.microsoft.com/office/drawing/2014/main" id="{3879BA6D-6152-42A9-B51C-F7E7AD885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430"/>
              <a:ext cx="49" cy="99"/>
            </a:xfrm>
            <a:custGeom>
              <a:avLst/>
              <a:gdLst>
                <a:gd name="T0" fmla="*/ 26 w 37"/>
                <a:gd name="T1" fmla="*/ 0 h 74"/>
                <a:gd name="T2" fmla="*/ 40 w 37"/>
                <a:gd name="T3" fmla="*/ 78 h 74"/>
                <a:gd name="T4" fmla="*/ 58 w 37"/>
                <a:gd name="T5" fmla="*/ 115 h 74"/>
                <a:gd name="T6" fmla="*/ 86 w 37"/>
                <a:gd name="T7" fmla="*/ 177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74">
                  <a:moveTo>
                    <a:pt x="11" y="0"/>
                  </a:moveTo>
                  <a:cubicBezTo>
                    <a:pt x="0" y="10"/>
                    <a:pt x="8" y="23"/>
                    <a:pt x="17" y="32"/>
                  </a:cubicBezTo>
                  <a:cubicBezTo>
                    <a:pt x="22" y="37"/>
                    <a:pt x="24" y="41"/>
                    <a:pt x="25" y="48"/>
                  </a:cubicBezTo>
                  <a:cubicBezTo>
                    <a:pt x="26" y="58"/>
                    <a:pt x="28" y="68"/>
                    <a:pt x="37" y="74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6" name="Freeform 513">
              <a:extLst>
                <a:ext uri="{FF2B5EF4-FFF2-40B4-BE49-F238E27FC236}">
                  <a16:creationId xmlns:a16="http://schemas.microsoft.com/office/drawing/2014/main" id="{531EED2A-BD50-4F92-8B93-3A166A41A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549"/>
              <a:ext cx="34" cy="37"/>
            </a:xfrm>
            <a:custGeom>
              <a:avLst/>
              <a:gdLst>
                <a:gd name="T0" fmla="*/ 0 w 26"/>
                <a:gd name="T1" fmla="*/ 5 h 28"/>
                <a:gd name="T2" fmla="*/ 27 w 26"/>
                <a:gd name="T3" fmla="*/ 12 h 28"/>
                <a:gd name="T4" fmla="*/ 58 w 26"/>
                <a:gd name="T5" fmla="*/ 6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8">
                  <a:moveTo>
                    <a:pt x="0" y="2"/>
                  </a:moveTo>
                  <a:cubicBezTo>
                    <a:pt x="1" y="0"/>
                    <a:pt x="9" y="3"/>
                    <a:pt x="12" y="5"/>
                  </a:cubicBezTo>
                  <a:cubicBezTo>
                    <a:pt x="20" y="10"/>
                    <a:pt x="24" y="19"/>
                    <a:pt x="26" y="28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7" name="Freeform 514">
              <a:extLst>
                <a:ext uri="{FF2B5EF4-FFF2-40B4-BE49-F238E27FC236}">
                  <a16:creationId xmlns:a16="http://schemas.microsoft.com/office/drawing/2014/main" id="{4E8B58BE-3C28-4619-8D8D-2F38A8EAD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464"/>
              <a:ext cx="15" cy="37"/>
            </a:xfrm>
            <a:custGeom>
              <a:avLst/>
              <a:gdLst>
                <a:gd name="T0" fmla="*/ 0 w 11"/>
                <a:gd name="T1" fmla="*/ 0 h 28"/>
                <a:gd name="T2" fmla="*/ 26 w 11"/>
                <a:gd name="T3" fmla="*/ 6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0" y="0"/>
                  </a:moveTo>
                  <a:cubicBezTo>
                    <a:pt x="8" y="6"/>
                    <a:pt x="11" y="18"/>
                    <a:pt x="10" y="28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8" name="Freeform 515">
              <a:extLst>
                <a:ext uri="{FF2B5EF4-FFF2-40B4-BE49-F238E27FC236}">
                  <a16:creationId xmlns:a16="http://schemas.microsoft.com/office/drawing/2014/main" id="{371BE225-2CAB-4155-913A-4963ED004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544"/>
              <a:ext cx="20" cy="16"/>
            </a:xfrm>
            <a:custGeom>
              <a:avLst/>
              <a:gdLst>
                <a:gd name="T0" fmla="*/ 0 w 15"/>
                <a:gd name="T1" fmla="*/ 0 h 12"/>
                <a:gd name="T2" fmla="*/ 36 w 15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6" y="3"/>
                    <a:pt x="12" y="5"/>
                    <a:pt x="15" y="12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9" name="Freeform 516">
              <a:extLst>
                <a:ext uri="{FF2B5EF4-FFF2-40B4-BE49-F238E27FC236}">
                  <a16:creationId xmlns:a16="http://schemas.microsoft.com/office/drawing/2014/main" id="{99898D95-6C23-4527-A527-D1840F594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472"/>
              <a:ext cx="50" cy="22"/>
            </a:xfrm>
            <a:custGeom>
              <a:avLst/>
              <a:gdLst>
                <a:gd name="T0" fmla="*/ 87 w 38"/>
                <a:gd name="T1" fmla="*/ 17 h 17"/>
                <a:gd name="T2" fmla="*/ 0 w 3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7">
                  <a:moveTo>
                    <a:pt x="38" y="8"/>
                  </a:moveTo>
                  <a:cubicBezTo>
                    <a:pt x="27" y="17"/>
                    <a:pt x="10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0" name="Freeform 517">
              <a:extLst>
                <a:ext uri="{FF2B5EF4-FFF2-40B4-BE49-F238E27FC236}">
                  <a16:creationId xmlns:a16="http://schemas.microsoft.com/office/drawing/2014/main" id="{67800662-5D9D-4124-A5BF-978664DF5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517"/>
              <a:ext cx="24" cy="11"/>
            </a:xfrm>
            <a:custGeom>
              <a:avLst/>
              <a:gdLst>
                <a:gd name="T0" fmla="*/ 0 w 18"/>
                <a:gd name="T1" fmla="*/ 21 h 8"/>
                <a:gd name="T2" fmla="*/ 43 w 1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8"/>
                  </a:moveTo>
                  <a:cubicBezTo>
                    <a:pt x="6" y="7"/>
                    <a:pt x="11" y="2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1" name="Freeform 518">
              <a:extLst>
                <a:ext uri="{FF2B5EF4-FFF2-40B4-BE49-F238E27FC236}">
                  <a16:creationId xmlns:a16="http://schemas.microsoft.com/office/drawing/2014/main" id="{764D568B-4B46-4C23-A148-041918487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737"/>
              <a:ext cx="68" cy="36"/>
            </a:xfrm>
            <a:custGeom>
              <a:avLst/>
              <a:gdLst>
                <a:gd name="T0" fmla="*/ 0 w 51"/>
                <a:gd name="T1" fmla="*/ 0 h 27"/>
                <a:gd name="T2" fmla="*/ 65 w 51"/>
                <a:gd name="T3" fmla="*/ 23 h 27"/>
                <a:gd name="T4" fmla="*/ 97 w 51"/>
                <a:gd name="T5" fmla="*/ 43 h 27"/>
                <a:gd name="T6" fmla="*/ 121 w 51"/>
                <a:gd name="T7" fmla="*/ 6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7">
                  <a:moveTo>
                    <a:pt x="0" y="0"/>
                  </a:moveTo>
                  <a:cubicBezTo>
                    <a:pt x="9" y="6"/>
                    <a:pt x="19" y="5"/>
                    <a:pt x="28" y="10"/>
                  </a:cubicBezTo>
                  <a:cubicBezTo>
                    <a:pt x="33" y="12"/>
                    <a:pt x="38" y="15"/>
                    <a:pt x="41" y="18"/>
                  </a:cubicBezTo>
                  <a:cubicBezTo>
                    <a:pt x="44" y="22"/>
                    <a:pt x="46" y="26"/>
                    <a:pt x="51" y="27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2" name="Freeform 519">
              <a:extLst>
                <a:ext uri="{FF2B5EF4-FFF2-40B4-BE49-F238E27FC236}">
                  <a16:creationId xmlns:a16="http://schemas.microsoft.com/office/drawing/2014/main" id="{4E22D0F9-31B2-49BC-B212-E7BB4B122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775"/>
              <a:ext cx="24" cy="10"/>
            </a:xfrm>
            <a:custGeom>
              <a:avLst/>
              <a:gdLst>
                <a:gd name="T0" fmla="*/ 0 w 18"/>
                <a:gd name="T1" fmla="*/ 20 h 7"/>
                <a:gd name="T2" fmla="*/ 43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cubicBezTo>
                    <a:pt x="6" y="5"/>
                    <a:pt x="13" y="4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3" name="Freeform 520">
              <a:extLst>
                <a:ext uri="{FF2B5EF4-FFF2-40B4-BE49-F238E27FC236}">
                  <a16:creationId xmlns:a16="http://schemas.microsoft.com/office/drawing/2014/main" id="{07E93475-F38B-462E-A58D-CE487E5A0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536"/>
              <a:ext cx="44" cy="51"/>
            </a:xfrm>
            <a:custGeom>
              <a:avLst/>
              <a:gdLst>
                <a:gd name="T0" fmla="*/ 7 w 33"/>
                <a:gd name="T1" fmla="*/ 1 h 38"/>
                <a:gd name="T2" fmla="*/ 1 w 33"/>
                <a:gd name="T3" fmla="*/ 27 h 38"/>
                <a:gd name="T4" fmla="*/ 79 w 33"/>
                <a:gd name="T5" fmla="*/ 9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8">
                  <a:moveTo>
                    <a:pt x="3" y="1"/>
                  </a:moveTo>
                  <a:cubicBezTo>
                    <a:pt x="0" y="0"/>
                    <a:pt x="0" y="7"/>
                    <a:pt x="1" y="11"/>
                  </a:cubicBezTo>
                  <a:cubicBezTo>
                    <a:pt x="4" y="25"/>
                    <a:pt x="22" y="32"/>
                    <a:pt x="33" y="38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4" name="Freeform 521">
              <a:extLst>
                <a:ext uri="{FF2B5EF4-FFF2-40B4-BE49-F238E27FC236}">
                  <a16:creationId xmlns:a16="http://schemas.microsoft.com/office/drawing/2014/main" id="{F0B2FF35-A370-4031-BB2D-D15095E57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300"/>
              <a:ext cx="48" cy="56"/>
            </a:xfrm>
            <a:custGeom>
              <a:avLst/>
              <a:gdLst>
                <a:gd name="T0" fmla="*/ 15 w 36"/>
                <a:gd name="T1" fmla="*/ 0 h 42"/>
                <a:gd name="T2" fmla="*/ 85 w 36"/>
                <a:gd name="T3" fmla="*/ 10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2">
                  <a:moveTo>
                    <a:pt x="6" y="0"/>
                  </a:moveTo>
                  <a:cubicBezTo>
                    <a:pt x="0" y="17"/>
                    <a:pt x="23" y="37"/>
                    <a:pt x="36" y="42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5" name="Freeform 522">
              <a:extLst>
                <a:ext uri="{FF2B5EF4-FFF2-40B4-BE49-F238E27FC236}">
                  <a16:creationId xmlns:a16="http://schemas.microsoft.com/office/drawing/2014/main" id="{5A1096FD-386A-4AED-9DD6-AD17DE75F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549"/>
              <a:ext cx="75" cy="70"/>
            </a:xfrm>
            <a:custGeom>
              <a:avLst/>
              <a:gdLst>
                <a:gd name="T0" fmla="*/ 0 w 56"/>
                <a:gd name="T1" fmla="*/ 0 h 52"/>
                <a:gd name="T2" fmla="*/ 48 w 56"/>
                <a:gd name="T3" fmla="*/ 36 h 52"/>
                <a:gd name="T4" fmla="*/ 134 w 56"/>
                <a:gd name="T5" fmla="*/ 127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2">
                  <a:moveTo>
                    <a:pt x="0" y="0"/>
                  </a:moveTo>
                  <a:cubicBezTo>
                    <a:pt x="2" y="9"/>
                    <a:pt x="12" y="12"/>
                    <a:pt x="20" y="15"/>
                  </a:cubicBezTo>
                  <a:cubicBezTo>
                    <a:pt x="40" y="23"/>
                    <a:pt x="46" y="35"/>
                    <a:pt x="56" y="52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6" name="Freeform 523">
              <a:extLst>
                <a:ext uri="{FF2B5EF4-FFF2-40B4-BE49-F238E27FC236}">
                  <a16:creationId xmlns:a16="http://schemas.microsoft.com/office/drawing/2014/main" id="{1FBEADD2-C868-4CB5-9105-77863EAB2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323"/>
              <a:ext cx="52" cy="56"/>
            </a:xfrm>
            <a:custGeom>
              <a:avLst/>
              <a:gdLst>
                <a:gd name="T0" fmla="*/ 0 w 39"/>
                <a:gd name="T1" fmla="*/ 0 h 42"/>
                <a:gd name="T2" fmla="*/ 41 w 39"/>
                <a:gd name="T3" fmla="*/ 48 h 42"/>
                <a:gd name="T4" fmla="*/ 92 w 39"/>
                <a:gd name="T5" fmla="*/ 10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2">
                  <a:moveTo>
                    <a:pt x="0" y="0"/>
                  </a:moveTo>
                  <a:cubicBezTo>
                    <a:pt x="1" y="8"/>
                    <a:pt x="12" y="15"/>
                    <a:pt x="17" y="20"/>
                  </a:cubicBezTo>
                  <a:cubicBezTo>
                    <a:pt x="25" y="26"/>
                    <a:pt x="34" y="33"/>
                    <a:pt x="39" y="42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7" name="Freeform 524">
              <a:extLst>
                <a:ext uri="{FF2B5EF4-FFF2-40B4-BE49-F238E27FC236}">
                  <a16:creationId xmlns:a16="http://schemas.microsoft.com/office/drawing/2014/main" id="{DDF46459-1E87-48E7-9F81-6A30F8257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539"/>
              <a:ext cx="28" cy="14"/>
            </a:xfrm>
            <a:custGeom>
              <a:avLst/>
              <a:gdLst>
                <a:gd name="T0" fmla="*/ 0 w 21"/>
                <a:gd name="T1" fmla="*/ 0 h 11"/>
                <a:gd name="T2" fmla="*/ 49 w 21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6" y="6"/>
                    <a:pt x="12" y="10"/>
                    <a:pt x="21" y="11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8" name="Freeform 525">
              <a:extLst>
                <a:ext uri="{FF2B5EF4-FFF2-40B4-BE49-F238E27FC236}">
                  <a16:creationId xmlns:a16="http://schemas.microsoft.com/office/drawing/2014/main" id="{C939F5D3-DBD7-4C5A-8F21-CCFB8305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484"/>
              <a:ext cx="26" cy="49"/>
            </a:xfrm>
            <a:custGeom>
              <a:avLst/>
              <a:gdLst>
                <a:gd name="T0" fmla="*/ 1 w 19"/>
                <a:gd name="T1" fmla="*/ 1 h 37"/>
                <a:gd name="T2" fmla="*/ 0 w 19"/>
                <a:gd name="T3" fmla="*/ 0 h 37"/>
                <a:gd name="T4" fmla="*/ 30 w 19"/>
                <a:gd name="T5" fmla="*/ 8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1" y="9"/>
                    <a:pt x="19" y="23"/>
                    <a:pt x="12" y="37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9" name="Freeform 526">
              <a:extLst>
                <a:ext uri="{FF2B5EF4-FFF2-40B4-BE49-F238E27FC236}">
                  <a16:creationId xmlns:a16="http://schemas.microsoft.com/office/drawing/2014/main" id="{C2D233D9-8C08-4563-9569-FE0C4E488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467"/>
              <a:ext cx="39" cy="33"/>
            </a:xfrm>
            <a:custGeom>
              <a:avLst/>
              <a:gdLst>
                <a:gd name="T0" fmla="*/ 0 w 29"/>
                <a:gd name="T1" fmla="*/ 0 h 25"/>
                <a:gd name="T2" fmla="*/ 70 w 29"/>
                <a:gd name="T3" fmla="*/ 5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5">
                  <a:moveTo>
                    <a:pt x="0" y="0"/>
                  </a:moveTo>
                  <a:cubicBezTo>
                    <a:pt x="8" y="12"/>
                    <a:pt x="14" y="21"/>
                    <a:pt x="29" y="25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0" name="Freeform 527">
              <a:extLst>
                <a:ext uri="{FF2B5EF4-FFF2-40B4-BE49-F238E27FC236}">
                  <a16:creationId xmlns:a16="http://schemas.microsoft.com/office/drawing/2014/main" id="{89D61D95-30AA-4B45-828E-E6F880892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486"/>
              <a:ext cx="10" cy="26"/>
            </a:xfrm>
            <a:custGeom>
              <a:avLst/>
              <a:gdLst>
                <a:gd name="T0" fmla="*/ 0 w 7"/>
                <a:gd name="T1" fmla="*/ 0 h 20"/>
                <a:gd name="T2" fmla="*/ 20 w 7"/>
                <a:gd name="T3" fmla="*/ 4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5" y="5"/>
                    <a:pt x="7" y="13"/>
                    <a:pt x="7" y="20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1" name="Freeform 528">
              <a:extLst>
                <a:ext uri="{FF2B5EF4-FFF2-40B4-BE49-F238E27FC236}">
                  <a16:creationId xmlns:a16="http://schemas.microsoft.com/office/drawing/2014/main" id="{6E191419-19AF-4AE6-B90B-1E11729FC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459"/>
              <a:ext cx="35" cy="52"/>
            </a:xfrm>
            <a:custGeom>
              <a:avLst/>
              <a:gdLst>
                <a:gd name="T0" fmla="*/ 0 w 26"/>
                <a:gd name="T1" fmla="*/ 0 h 39"/>
                <a:gd name="T2" fmla="*/ 62 w 26"/>
                <a:gd name="T3" fmla="*/ 9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9">
                  <a:moveTo>
                    <a:pt x="0" y="0"/>
                  </a:moveTo>
                  <a:cubicBezTo>
                    <a:pt x="15" y="8"/>
                    <a:pt x="26" y="21"/>
                    <a:pt x="25" y="39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2" name="Freeform 529">
              <a:extLst>
                <a:ext uri="{FF2B5EF4-FFF2-40B4-BE49-F238E27FC236}">
                  <a16:creationId xmlns:a16="http://schemas.microsoft.com/office/drawing/2014/main" id="{52CB5E4A-D381-4FC6-8363-02CC91C17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480"/>
              <a:ext cx="13" cy="27"/>
            </a:xfrm>
            <a:custGeom>
              <a:avLst/>
              <a:gdLst>
                <a:gd name="T0" fmla="*/ 0 w 10"/>
                <a:gd name="T1" fmla="*/ 0 h 20"/>
                <a:gd name="T2" fmla="*/ 21 w 10"/>
                <a:gd name="T3" fmla="*/ 4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5" y="6"/>
                    <a:pt x="10" y="11"/>
                    <a:pt x="9" y="20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3" name="Freeform 530">
              <a:extLst>
                <a:ext uri="{FF2B5EF4-FFF2-40B4-BE49-F238E27FC236}">
                  <a16:creationId xmlns:a16="http://schemas.microsoft.com/office/drawing/2014/main" id="{CF48AF2C-E850-41F1-B892-CCA06ED0D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343"/>
              <a:ext cx="68" cy="67"/>
            </a:xfrm>
            <a:custGeom>
              <a:avLst/>
              <a:gdLst>
                <a:gd name="T0" fmla="*/ 0 w 51"/>
                <a:gd name="T1" fmla="*/ 20 h 50"/>
                <a:gd name="T2" fmla="*/ 121 w 51"/>
                <a:gd name="T3" fmla="*/ 121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50">
                  <a:moveTo>
                    <a:pt x="0" y="8"/>
                  </a:moveTo>
                  <a:cubicBezTo>
                    <a:pt x="24" y="0"/>
                    <a:pt x="41" y="33"/>
                    <a:pt x="51" y="50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4" name="Freeform 531">
              <a:extLst>
                <a:ext uri="{FF2B5EF4-FFF2-40B4-BE49-F238E27FC236}">
                  <a16:creationId xmlns:a16="http://schemas.microsoft.com/office/drawing/2014/main" id="{29ADE45A-05EE-4FDA-9E83-51A977EBC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2260"/>
              <a:ext cx="28" cy="42"/>
            </a:xfrm>
            <a:custGeom>
              <a:avLst/>
              <a:gdLst>
                <a:gd name="T0" fmla="*/ 5 w 21"/>
                <a:gd name="T1" fmla="*/ 0 h 31"/>
                <a:gd name="T2" fmla="*/ 49 w 21"/>
                <a:gd name="T3" fmla="*/ 7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1">
                  <a:moveTo>
                    <a:pt x="2" y="0"/>
                  </a:moveTo>
                  <a:cubicBezTo>
                    <a:pt x="0" y="13"/>
                    <a:pt x="9" y="27"/>
                    <a:pt x="21" y="31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5" name="Freeform 532">
              <a:extLst>
                <a:ext uri="{FF2B5EF4-FFF2-40B4-BE49-F238E27FC236}">
                  <a16:creationId xmlns:a16="http://schemas.microsoft.com/office/drawing/2014/main" id="{D9874DB3-905A-434D-9E87-B8930CB6C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363"/>
              <a:ext cx="21" cy="29"/>
            </a:xfrm>
            <a:custGeom>
              <a:avLst/>
              <a:gdLst>
                <a:gd name="T0" fmla="*/ 0 w 16"/>
                <a:gd name="T1" fmla="*/ 1 h 22"/>
                <a:gd name="T2" fmla="*/ 37 w 16"/>
                <a:gd name="T3" fmla="*/ 5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0" y="1"/>
                  </a:moveTo>
                  <a:cubicBezTo>
                    <a:pt x="6" y="0"/>
                    <a:pt x="15" y="15"/>
                    <a:pt x="16" y="22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6" name="Freeform 533">
              <a:extLst>
                <a:ext uri="{FF2B5EF4-FFF2-40B4-BE49-F238E27FC236}">
                  <a16:creationId xmlns:a16="http://schemas.microsoft.com/office/drawing/2014/main" id="{8E5134AB-8776-48B1-885A-F70E4A521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220"/>
              <a:ext cx="25" cy="40"/>
            </a:xfrm>
            <a:custGeom>
              <a:avLst/>
              <a:gdLst>
                <a:gd name="T0" fmla="*/ 0 w 19"/>
                <a:gd name="T1" fmla="*/ 63 h 30"/>
                <a:gd name="T2" fmla="*/ 28 w 19"/>
                <a:gd name="T3" fmla="*/ 65 h 30"/>
                <a:gd name="T4" fmla="*/ 29 w 1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0">
                  <a:moveTo>
                    <a:pt x="0" y="26"/>
                  </a:moveTo>
                  <a:cubicBezTo>
                    <a:pt x="0" y="29"/>
                    <a:pt x="9" y="30"/>
                    <a:pt x="12" y="28"/>
                  </a:cubicBezTo>
                  <a:cubicBezTo>
                    <a:pt x="19" y="22"/>
                    <a:pt x="14" y="7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7" name="Freeform 534">
              <a:extLst>
                <a:ext uri="{FF2B5EF4-FFF2-40B4-BE49-F238E27FC236}">
                  <a16:creationId xmlns:a16="http://schemas.microsoft.com/office/drawing/2014/main" id="{BCFFC25E-7C86-4581-92E6-6296BBF84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375"/>
              <a:ext cx="41" cy="39"/>
            </a:xfrm>
            <a:custGeom>
              <a:avLst/>
              <a:gdLst>
                <a:gd name="T0" fmla="*/ 0 w 31"/>
                <a:gd name="T1" fmla="*/ 0 h 29"/>
                <a:gd name="T2" fmla="*/ 71 w 31"/>
                <a:gd name="T3" fmla="*/ 7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9">
                  <a:moveTo>
                    <a:pt x="0" y="0"/>
                  </a:moveTo>
                  <a:cubicBezTo>
                    <a:pt x="7" y="11"/>
                    <a:pt x="16" y="29"/>
                    <a:pt x="31" y="29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8" name="Freeform 535">
              <a:extLst>
                <a:ext uri="{FF2B5EF4-FFF2-40B4-BE49-F238E27FC236}">
                  <a16:creationId xmlns:a16="http://schemas.microsoft.com/office/drawing/2014/main" id="{3524F187-B7C2-4F74-BA87-10B94AD8A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247"/>
              <a:ext cx="19" cy="35"/>
            </a:xfrm>
            <a:custGeom>
              <a:avLst/>
              <a:gdLst>
                <a:gd name="T0" fmla="*/ 33 w 14"/>
                <a:gd name="T1" fmla="*/ 0 h 26"/>
                <a:gd name="T2" fmla="*/ 0 w 14"/>
                <a:gd name="T3" fmla="*/ 6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13" y="0"/>
                  </a:moveTo>
                  <a:cubicBezTo>
                    <a:pt x="13" y="12"/>
                    <a:pt x="14" y="22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9" name="Freeform 536">
              <a:extLst>
                <a:ext uri="{FF2B5EF4-FFF2-40B4-BE49-F238E27FC236}">
                  <a16:creationId xmlns:a16="http://schemas.microsoft.com/office/drawing/2014/main" id="{1CD7D16E-6C5F-4F87-B12D-DAEE86019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223"/>
              <a:ext cx="14" cy="25"/>
            </a:xfrm>
            <a:custGeom>
              <a:avLst/>
              <a:gdLst>
                <a:gd name="T0" fmla="*/ 28 w 10"/>
                <a:gd name="T1" fmla="*/ 0 h 19"/>
                <a:gd name="T2" fmla="*/ 1 w 10"/>
                <a:gd name="T3" fmla="*/ 4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3" y="4"/>
                    <a:pt x="0" y="10"/>
                    <a:pt x="1" y="19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0" name="Freeform 537">
              <a:extLst>
                <a:ext uri="{FF2B5EF4-FFF2-40B4-BE49-F238E27FC236}">
                  <a16:creationId xmlns:a16="http://schemas.microsoft.com/office/drawing/2014/main" id="{80BA0228-F0FA-4512-867A-2C40C8022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263"/>
              <a:ext cx="10" cy="15"/>
            </a:xfrm>
            <a:custGeom>
              <a:avLst/>
              <a:gdLst>
                <a:gd name="T0" fmla="*/ 19 w 7"/>
                <a:gd name="T1" fmla="*/ 0 h 11"/>
                <a:gd name="T2" fmla="*/ 0 w 7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6" y="0"/>
                  </a:moveTo>
                  <a:cubicBezTo>
                    <a:pt x="7" y="5"/>
                    <a:pt x="6" y="11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1" name="Freeform 538">
              <a:extLst>
                <a:ext uri="{FF2B5EF4-FFF2-40B4-BE49-F238E27FC236}">
                  <a16:creationId xmlns:a16="http://schemas.microsoft.com/office/drawing/2014/main" id="{608C3B45-0E8D-4B50-BEB0-1A47ED17F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411"/>
              <a:ext cx="26" cy="73"/>
            </a:xfrm>
            <a:custGeom>
              <a:avLst/>
              <a:gdLst>
                <a:gd name="T0" fmla="*/ 7 w 20"/>
                <a:gd name="T1" fmla="*/ 0 h 55"/>
                <a:gd name="T2" fmla="*/ 21 w 20"/>
                <a:gd name="T3" fmla="*/ 50 h 55"/>
                <a:gd name="T4" fmla="*/ 44 w 20"/>
                <a:gd name="T5" fmla="*/ 129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5">
                  <a:moveTo>
                    <a:pt x="3" y="0"/>
                  </a:moveTo>
                  <a:cubicBezTo>
                    <a:pt x="0" y="10"/>
                    <a:pt x="5" y="14"/>
                    <a:pt x="9" y="22"/>
                  </a:cubicBezTo>
                  <a:cubicBezTo>
                    <a:pt x="14" y="33"/>
                    <a:pt x="16" y="44"/>
                    <a:pt x="20" y="55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2" name="Freeform 539">
              <a:extLst>
                <a:ext uri="{FF2B5EF4-FFF2-40B4-BE49-F238E27FC236}">
                  <a16:creationId xmlns:a16="http://schemas.microsoft.com/office/drawing/2014/main" id="{8F398FA1-14F1-45A2-9029-17E1DCD55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406"/>
              <a:ext cx="2" cy="25"/>
            </a:xfrm>
            <a:custGeom>
              <a:avLst/>
              <a:gdLst>
                <a:gd name="T0" fmla="*/ 2 w 2"/>
                <a:gd name="T1" fmla="*/ 0 h 19"/>
                <a:gd name="T2" fmla="*/ 0 w 2"/>
                <a:gd name="T3" fmla="*/ 4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0" y="3"/>
                    <a:pt x="0" y="13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3" name="Freeform 540">
              <a:extLst>
                <a:ext uri="{FF2B5EF4-FFF2-40B4-BE49-F238E27FC236}">
                  <a16:creationId xmlns:a16="http://schemas.microsoft.com/office/drawing/2014/main" id="{863C6F61-E82D-4406-80B2-645ED3145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446"/>
              <a:ext cx="59" cy="24"/>
            </a:xfrm>
            <a:custGeom>
              <a:avLst/>
              <a:gdLst>
                <a:gd name="T0" fmla="*/ 0 w 44"/>
                <a:gd name="T1" fmla="*/ 0 h 18"/>
                <a:gd name="T2" fmla="*/ 106 w 44"/>
                <a:gd name="T3" fmla="*/ 4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8">
                  <a:moveTo>
                    <a:pt x="0" y="0"/>
                  </a:moveTo>
                  <a:cubicBezTo>
                    <a:pt x="13" y="11"/>
                    <a:pt x="27" y="16"/>
                    <a:pt x="44" y="18"/>
                  </a:cubicBezTo>
                </a:path>
              </a:pathLst>
            </a:custGeom>
            <a:noFill/>
            <a:ln w="4763" cap="rnd">
              <a:solidFill>
                <a:srgbClr val="F5E6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4" name="Freeform 541">
              <a:extLst>
                <a:ext uri="{FF2B5EF4-FFF2-40B4-BE49-F238E27FC236}">
                  <a16:creationId xmlns:a16="http://schemas.microsoft.com/office/drawing/2014/main" id="{05A4B054-8307-41EB-B40C-A021EBC97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963"/>
              <a:ext cx="20" cy="124"/>
            </a:xfrm>
            <a:custGeom>
              <a:avLst/>
              <a:gdLst>
                <a:gd name="T0" fmla="*/ 15 w 15"/>
                <a:gd name="T1" fmla="*/ 0 h 93"/>
                <a:gd name="T2" fmla="*/ 36 w 15"/>
                <a:gd name="T3" fmla="*/ 22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3">
                  <a:moveTo>
                    <a:pt x="6" y="0"/>
                  </a:moveTo>
                  <a:cubicBezTo>
                    <a:pt x="6" y="31"/>
                    <a:pt x="0" y="64"/>
                    <a:pt x="15" y="93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5" name="Freeform 542">
              <a:extLst>
                <a:ext uri="{FF2B5EF4-FFF2-40B4-BE49-F238E27FC236}">
                  <a16:creationId xmlns:a16="http://schemas.microsoft.com/office/drawing/2014/main" id="{3CFA9D67-BC6C-4D54-A9E6-29B38D77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035"/>
              <a:ext cx="24" cy="44"/>
            </a:xfrm>
            <a:custGeom>
              <a:avLst/>
              <a:gdLst>
                <a:gd name="T0" fmla="*/ 23 w 18"/>
                <a:gd name="T1" fmla="*/ 0 h 33"/>
                <a:gd name="T2" fmla="*/ 0 w 18"/>
                <a:gd name="T3" fmla="*/ 7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3">
                  <a:moveTo>
                    <a:pt x="10" y="0"/>
                  </a:moveTo>
                  <a:cubicBezTo>
                    <a:pt x="18" y="9"/>
                    <a:pt x="10" y="28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6" name="Freeform 543">
              <a:extLst>
                <a:ext uri="{FF2B5EF4-FFF2-40B4-BE49-F238E27FC236}">
                  <a16:creationId xmlns:a16="http://schemas.microsoft.com/office/drawing/2014/main" id="{258EC631-9CF1-4522-9ABB-E89F3623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017"/>
              <a:ext cx="17" cy="54"/>
            </a:xfrm>
            <a:custGeom>
              <a:avLst/>
              <a:gdLst>
                <a:gd name="T0" fmla="*/ 12 w 13"/>
                <a:gd name="T1" fmla="*/ 0 h 41"/>
                <a:gd name="T2" fmla="*/ 29 w 13"/>
                <a:gd name="T3" fmla="*/ 94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1">
                  <a:moveTo>
                    <a:pt x="5" y="0"/>
                  </a:moveTo>
                  <a:cubicBezTo>
                    <a:pt x="0" y="14"/>
                    <a:pt x="4" y="29"/>
                    <a:pt x="13" y="41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7" name="Freeform 544">
              <a:extLst>
                <a:ext uri="{FF2B5EF4-FFF2-40B4-BE49-F238E27FC236}">
                  <a16:creationId xmlns:a16="http://schemas.microsoft.com/office/drawing/2014/main" id="{0DFA0851-509F-4512-9D8C-4899FBD4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039"/>
              <a:ext cx="12" cy="47"/>
            </a:xfrm>
            <a:custGeom>
              <a:avLst/>
              <a:gdLst>
                <a:gd name="T0" fmla="*/ 5 w 9"/>
                <a:gd name="T1" fmla="*/ 5 h 35"/>
                <a:gd name="T2" fmla="*/ 0 w 9"/>
                <a:gd name="T3" fmla="*/ 8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5">
                  <a:moveTo>
                    <a:pt x="2" y="2"/>
                  </a:moveTo>
                  <a:cubicBezTo>
                    <a:pt x="9" y="0"/>
                    <a:pt x="3" y="29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8" name="Freeform 545">
              <a:extLst>
                <a:ext uri="{FF2B5EF4-FFF2-40B4-BE49-F238E27FC236}">
                  <a16:creationId xmlns:a16="http://schemas.microsoft.com/office/drawing/2014/main" id="{815FEAC1-5CC2-41B0-AD19-CA328E362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971"/>
              <a:ext cx="35" cy="125"/>
            </a:xfrm>
            <a:custGeom>
              <a:avLst/>
              <a:gdLst>
                <a:gd name="T0" fmla="*/ 0 w 26"/>
                <a:gd name="T1" fmla="*/ 0 h 94"/>
                <a:gd name="T2" fmla="*/ 15 w 26"/>
                <a:gd name="T3" fmla="*/ 221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4">
                  <a:moveTo>
                    <a:pt x="0" y="0"/>
                  </a:moveTo>
                  <a:cubicBezTo>
                    <a:pt x="26" y="27"/>
                    <a:pt x="12" y="64"/>
                    <a:pt x="6" y="94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9" name="Freeform 546">
              <a:extLst>
                <a:ext uri="{FF2B5EF4-FFF2-40B4-BE49-F238E27FC236}">
                  <a16:creationId xmlns:a16="http://schemas.microsoft.com/office/drawing/2014/main" id="{DF8ACE80-D9E3-4AEA-BD00-B84FB8ACA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839"/>
              <a:ext cx="51" cy="76"/>
            </a:xfrm>
            <a:custGeom>
              <a:avLst/>
              <a:gdLst>
                <a:gd name="T0" fmla="*/ 9 w 38"/>
                <a:gd name="T1" fmla="*/ 5 h 57"/>
                <a:gd name="T2" fmla="*/ 7 w 38"/>
                <a:gd name="T3" fmla="*/ 0 h 57"/>
                <a:gd name="T4" fmla="*/ 91 w 38"/>
                <a:gd name="T5" fmla="*/ 135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57">
                  <a:moveTo>
                    <a:pt x="4" y="2"/>
                  </a:moveTo>
                  <a:cubicBezTo>
                    <a:pt x="3" y="1"/>
                    <a:pt x="5" y="0"/>
                    <a:pt x="3" y="0"/>
                  </a:cubicBezTo>
                  <a:cubicBezTo>
                    <a:pt x="0" y="22"/>
                    <a:pt x="22" y="45"/>
                    <a:pt x="38" y="57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0" name="Freeform 547">
              <a:extLst>
                <a:ext uri="{FF2B5EF4-FFF2-40B4-BE49-F238E27FC236}">
                  <a16:creationId xmlns:a16="http://schemas.microsoft.com/office/drawing/2014/main" id="{BED22E7C-958E-4E3A-9916-419745056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69"/>
              <a:ext cx="15" cy="108"/>
            </a:xfrm>
            <a:custGeom>
              <a:avLst/>
              <a:gdLst>
                <a:gd name="T0" fmla="*/ 27 w 11"/>
                <a:gd name="T1" fmla="*/ 0 h 81"/>
                <a:gd name="T2" fmla="*/ 26 w 11"/>
                <a:gd name="T3" fmla="*/ 64 h 81"/>
                <a:gd name="T4" fmla="*/ 0 w 11"/>
                <a:gd name="T5" fmla="*/ 192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1">
                  <a:moveTo>
                    <a:pt x="11" y="0"/>
                  </a:moveTo>
                  <a:cubicBezTo>
                    <a:pt x="8" y="8"/>
                    <a:pt x="10" y="18"/>
                    <a:pt x="10" y="27"/>
                  </a:cubicBezTo>
                  <a:cubicBezTo>
                    <a:pt x="9" y="44"/>
                    <a:pt x="7" y="65"/>
                    <a:pt x="0" y="81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1" name="Freeform 548">
              <a:extLst>
                <a:ext uri="{FF2B5EF4-FFF2-40B4-BE49-F238E27FC236}">
                  <a16:creationId xmlns:a16="http://schemas.microsoft.com/office/drawing/2014/main" id="{F8F47E2C-2767-4F6C-AD4A-13F397D47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027"/>
              <a:ext cx="16" cy="69"/>
            </a:xfrm>
            <a:custGeom>
              <a:avLst/>
              <a:gdLst>
                <a:gd name="T0" fmla="*/ 28 w 12"/>
                <a:gd name="T1" fmla="*/ 0 h 52"/>
                <a:gd name="T2" fmla="*/ 12 w 12"/>
                <a:gd name="T3" fmla="*/ 36 h 52"/>
                <a:gd name="T4" fmla="*/ 1 w 12"/>
                <a:gd name="T5" fmla="*/ 122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11" y="5"/>
                    <a:pt x="7" y="10"/>
                    <a:pt x="5" y="15"/>
                  </a:cubicBezTo>
                  <a:cubicBezTo>
                    <a:pt x="0" y="28"/>
                    <a:pt x="1" y="39"/>
                    <a:pt x="1" y="52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2" name="Freeform 549">
              <a:extLst>
                <a:ext uri="{FF2B5EF4-FFF2-40B4-BE49-F238E27FC236}">
                  <a16:creationId xmlns:a16="http://schemas.microsoft.com/office/drawing/2014/main" id="{EB742D95-4980-4F5C-AA89-299C12724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103"/>
              <a:ext cx="40" cy="23"/>
            </a:xfrm>
            <a:custGeom>
              <a:avLst/>
              <a:gdLst>
                <a:gd name="T0" fmla="*/ 0 w 30"/>
                <a:gd name="T1" fmla="*/ 0 h 17"/>
                <a:gd name="T2" fmla="*/ 71 w 30"/>
                <a:gd name="T3" fmla="*/ 4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7">
                  <a:moveTo>
                    <a:pt x="0" y="0"/>
                  </a:moveTo>
                  <a:cubicBezTo>
                    <a:pt x="0" y="4"/>
                    <a:pt x="21" y="16"/>
                    <a:pt x="30" y="17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3" name="Freeform 550">
              <a:extLst>
                <a:ext uri="{FF2B5EF4-FFF2-40B4-BE49-F238E27FC236}">
                  <a16:creationId xmlns:a16="http://schemas.microsoft.com/office/drawing/2014/main" id="{E33FDA2B-5ABD-40D0-B29F-CD99F7539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894"/>
              <a:ext cx="40" cy="51"/>
            </a:xfrm>
            <a:custGeom>
              <a:avLst/>
              <a:gdLst>
                <a:gd name="T0" fmla="*/ 0 w 30"/>
                <a:gd name="T1" fmla="*/ 0 h 38"/>
                <a:gd name="T2" fmla="*/ 71 w 30"/>
                <a:gd name="T3" fmla="*/ 9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8">
                  <a:moveTo>
                    <a:pt x="0" y="0"/>
                  </a:moveTo>
                  <a:cubicBezTo>
                    <a:pt x="16" y="6"/>
                    <a:pt x="22" y="26"/>
                    <a:pt x="30" y="38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4" name="Freeform 551">
              <a:extLst>
                <a:ext uri="{FF2B5EF4-FFF2-40B4-BE49-F238E27FC236}">
                  <a16:creationId xmlns:a16="http://schemas.microsoft.com/office/drawing/2014/main" id="{90BF9663-18E4-4C13-8553-CD83DCE88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721"/>
              <a:ext cx="7" cy="93"/>
            </a:xfrm>
            <a:custGeom>
              <a:avLst/>
              <a:gdLst>
                <a:gd name="T0" fmla="*/ 14 w 5"/>
                <a:gd name="T1" fmla="*/ 0 h 70"/>
                <a:gd name="T2" fmla="*/ 14 w 5"/>
                <a:gd name="T3" fmla="*/ 165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0">
                  <a:moveTo>
                    <a:pt x="5" y="0"/>
                  </a:moveTo>
                  <a:cubicBezTo>
                    <a:pt x="0" y="23"/>
                    <a:pt x="0" y="48"/>
                    <a:pt x="5" y="70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5" name="Freeform 552">
              <a:extLst>
                <a:ext uri="{FF2B5EF4-FFF2-40B4-BE49-F238E27FC236}">
                  <a16:creationId xmlns:a16="http://schemas.microsoft.com/office/drawing/2014/main" id="{DDEB6C8A-F948-4FB8-B20B-40D79E74A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759"/>
              <a:ext cx="5" cy="54"/>
            </a:xfrm>
            <a:custGeom>
              <a:avLst/>
              <a:gdLst>
                <a:gd name="T0" fmla="*/ 6 w 4"/>
                <a:gd name="T1" fmla="*/ 0 h 40"/>
                <a:gd name="T2" fmla="*/ 8 w 4"/>
                <a:gd name="T3" fmla="*/ 9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0">
                  <a:moveTo>
                    <a:pt x="3" y="0"/>
                  </a:moveTo>
                  <a:cubicBezTo>
                    <a:pt x="3" y="14"/>
                    <a:pt x="0" y="25"/>
                    <a:pt x="4" y="40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6" name="Freeform 553">
              <a:extLst>
                <a:ext uri="{FF2B5EF4-FFF2-40B4-BE49-F238E27FC236}">
                  <a16:creationId xmlns:a16="http://schemas.microsoft.com/office/drawing/2014/main" id="{7F724C14-735E-41C0-BB3E-32676CDA1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887"/>
              <a:ext cx="47" cy="107"/>
            </a:xfrm>
            <a:custGeom>
              <a:avLst/>
              <a:gdLst>
                <a:gd name="T0" fmla="*/ 0 w 35"/>
                <a:gd name="T1" fmla="*/ 0 h 81"/>
                <a:gd name="T2" fmla="*/ 64 w 35"/>
                <a:gd name="T3" fmla="*/ 18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81">
                  <a:moveTo>
                    <a:pt x="0" y="0"/>
                  </a:moveTo>
                  <a:cubicBezTo>
                    <a:pt x="29" y="19"/>
                    <a:pt x="35" y="49"/>
                    <a:pt x="27" y="81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7" name="Freeform 554">
              <a:extLst>
                <a:ext uri="{FF2B5EF4-FFF2-40B4-BE49-F238E27FC236}">
                  <a16:creationId xmlns:a16="http://schemas.microsoft.com/office/drawing/2014/main" id="{D811637B-B813-4DE3-B1CD-D1C32061F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733"/>
              <a:ext cx="22" cy="124"/>
            </a:xfrm>
            <a:custGeom>
              <a:avLst/>
              <a:gdLst>
                <a:gd name="T0" fmla="*/ 19 w 16"/>
                <a:gd name="T1" fmla="*/ 0 h 93"/>
                <a:gd name="T2" fmla="*/ 0 w 16"/>
                <a:gd name="T3" fmla="*/ 22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3">
                  <a:moveTo>
                    <a:pt x="7" y="0"/>
                  </a:moveTo>
                  <a:cubicBezTo>
                    <a:pt x="16" y="25"/>
                    <a:pt x="13" y="66"/>
                    <a:pt x="0" y="93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8" name="Freeform 555">
              <a:extLst>
                <a:ext uri="{FF2B5EF4-FFF2-40B4-BE49-F238E27FC236}">
                  <a16:creationId xmlns:a16="http://schemas.microsoft.com/office/drawing/2014/main" id="{BAC18E0A-3EBB-438D-BFD5-851BFEF60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2740"/>
              <a:ext cx="48" cy="84"/>
            </a:xfrm>
            <a:custGeom>
              <a:avLst/>
              <a:gdLst>
                <a:gd name="T0" fmla="*/ 0 w 36"/>
                <a:gd name="T1" fmla="*/ 101 h 63"/>
                <a:gd name="T2" fmla="*/ 65 w 36"/>
                <a:gd name="T3" fmla="*/ 9 h 63"/>
                <a:gd name="T4" fmla="*/ 71 w 36"/>
                <a:gd name="T5" fmla="*/ 149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3">
                  <a:moveTo>
                    <a:pt x="0" y="43"/>
                  </a:moveTo>
                  <a:cubicBezTo>
                    <a:pt x="4" y="37"/>
                    <a:pt x="17" y="0"/>
                    <a:pt x="28" y="4"/>
                  </a:cubicBezTo>
                  <a:cubicBezTo>
                    <a:pt x="36" y="7"/>
                    <a:pt x="30" y="55"/>
                    <a:pt x="30" y="63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9" name="Freeform 556">
              <a:extLst>
                <a:ext uri="{FF2B5EF4-FFF2-40B4-BE49-F238E27FC236}">
                  <a16:creationId xmlns:a16="http://schemas.microsoft.com/office/drawing/2014/main" id="{53759A1E-F981-44DC-BEBA-4DC97333F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160"/>
              <a:ext cx="44" cy="124"/>
            </a:xfrm>
            <a:custGeom>
              <a:avLst/>
              <a:gdLst>
                <a:gd name="T0" fmla="*/ 79 w 33"/>
                <a:gd name="T1" fmla="*/ 0 h 93"/>
                <a:gd name="T2" fmla="*/ 49 w 33"/>
                <a:gd name="T3" fmla="*/ 22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3">
                  <a:moveTo>
                    <a:pt x="33" y="0"/>
                  </a:moveTo>
                  <a:cubicBezTo>
                    <a:pt x="27" y="25"/>
                    <a:pt x="0" y="69"/>
                    <a:pt x="21" y="93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0" name="Freeform 557">
              <a:extLst>
                <a:ext uri="{FF2B5EF4-FFF2-40B4-BE49-F238E27FC236}">
                  <a16:creationId xmlns:a16="http://schemas.microsoft.com/office/drawing/2014/main" id="{5FEBE1B0-05B6-498E-AECA-2B6F8F05C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900"/>
              <a:ext cx="8" cy="44"/>
            </a:xfrm>
            <a:custGeom>
              <a:avLst/>
              <a:gdLst>
                <a:gd name="T0" fmla="*/ 0 w 6"/>
                <a:gd name="T1" fmla="*/ 0 h 33"/>
                <a:gd name="T2" fmla="*/ 12 w 6"/>
                <a:gd name="T3" fmla="*/ 7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3">
                  <a:moveTo>
                    <a:pt x="0" y="0"/>
                  </a:moveTo>
                  <a:cubicBezTo>
                    <a:pt x="2" y="12"/>
                    <a:pt x="6" y="21"/>
                    <a:pt x="5" y="33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1" name="Freeform 558">
              <a:extLst>
                <a:ext uri="{FF2B5EF4-FFF2-40B4-BE49-F238E27FC236}">
                  <a16:creationId xmlns:a16="http://schemas.microsoft.com/office/drawing/2014/main" id="{8406C2DF-8A88-48F0-B68E-5AAC4619D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3144"/>
              <a:ext cx="20" cy="61"/>
            </a:xfrm>
            <a:custGeom>
              <a:avLst/>
              <a:gdLst>
                <a:gd name="T0" fmla="*/ 33 w 15"/>
                <a:gd name="T1" fmla="*/ 15 h 46"/>
                <a:gd name="T2" fmla="*/ 27 w 15"/>
                <a:gd name="T3" fmla="*/ 42 h 46"/>
                <a:gd name="T4" fmla="*/ 0 w 15"/>
                <a:gd name="T5" fmla="*/ 10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6">
                  <a:moveTo>
                    <a:pt x="14" y="6"/>
                  </a:moveTo>
                  <a:cubicBezTo>
                    <a:pt x="15" y="0"/>
                    <a:pt x="12" y="16"/>
                    <a:pt x="11" y="18"/>
                  </a:cubicBezTo>
                  <a:cubicBezTo>
                    <a:pt x="8" y="28"/>
                    <a:pt x="3" y="37"/>
                    <a:pt x="0" y="46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2" name="Freeform 559">
              <a:extLst>
                <a:ext uri="{FF2B5EF4-FFF2-40B4-BE49-F238E27FC236}">
                  <a16:creationId xmlns:a16="http://schemas.microsoft.com/office/drawing/2014/main" id="{D6F48129-FFCB-4A30-AF68-99A9187C0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723"/>
              <a:ext cx="21" cy="22"/>
            </a:xfrm>
            <a:custGeom>
              <a:avLst/>
              <a:gdLst>
                <a:gd name="T0" fmla="*/ 0 w 16"/>
                <a:gd name="T1" fmla="*/ 13 h 17"/>
                <a:gd name="T2" fmla="*/ 34 w 16"/>
                <a:gd name="T3" fmla="*/ 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6"/>
                  </a:moveTo>
                  <a:cubicBezTo>
                    <a:pt x="6" y="0"/>
                    <a:pt x="16" y="7"/>
                    <a:pt x="15" y="17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3" name="Freeform 560">
              <a:extLst>
                <a:ext uri="{FF2B5EF4-FFF2-40B4-BE49-F238E27FC236}">
                  <a16:creationId xmlns:a16="http://schemas.microsoft.com/office/drawing/2014/main" id="{AE27F140-66E9-4189-95C5-F81945DBA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681"/>
              <a:ext cx="18" cy="110"/>
            </a:xfrm>
            <a:custGeom>
              <a:avLst/>
              <a:gdLst>
                <a:gd name="T0" fmla="*/ 22 w 14"/>
                <a:gd name="T1" fmla="*/ 0 h 82"/>
                <a:gd name="T2" fmla="*/ 30 w 14"/>
                <a:gd name="T3" fmla="*/ 199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2">
                  <a:moveTo>
                    <a:pt x="10" y="0"/>
                  </a:moveTo>
                  <a:cubicBezTo>
                    <a:pt x="0" y="27"/>
                    <a:pt x="11" y="55"/>
                    <a:pt x="14" y="82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4" name="Freeform 561">
              <a:extLst>
                <a:ext uri="{FF2B5EF4-FFF2-40B4-BE49-F238E27FC236}">
                  <a16:creationId xmlns:a16="http://schemas.microsoft.com/office/drawing/2014/main" id="{290C0E1E-739C-4DF9-AA84-12DF62985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180"/>
              <a:ext cx="48" cy="37"/>
            </a:xfrm>
            <a:custGeom>
              <a:avLst/>
              <a:gdLst>
                <a:gd name="T0" fmla="*/ 7 w 36"/>
                <a:gd name="T1" fmla="*/ 0 h 28"/>
                <a:gd name="T2" fmla="*/ 85 w 36"/>
                <a:gd name="T3" fmla="*/ 6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8">
                  <a:moveTo>
                    <a:pt x="3" y="0"/>
                  </a:moveTo>
                  <a:cubicBezTo>
                    <a:pt x="0" y="13"/>
                    <a:pt x="25" y="27"/>
                    <a:pt x="36" y="28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5" name="Freeform 562">
              <a:extLst>
                <a:ext uri="{FF2B5EF4-FFF2-40B4-BE49-F238E27FC236}">
                  <a16:creationId xmlns:a16="http://schemas.microsoft.com/office/drawing/2014/main" id="{56B1E613-22C6-423E-8A29-AB64933ED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370"/>
              <a:ext cx="43" cy="108"/>
            </a:xfrm>
            <a:custGeom>
              <a:avLst/>
              <a:gdLst>
                <a:gd name="T0" fmla="*/ 75 w 32"/>
                <a:gd name="T1" fmla="*/ 0 h 81"/>
                <a:gd name="T2" fmla="*/ 43 w 32"/>
                <a:gd name="T3" fmla="*/ 65 h 81"/>
                <a:gd name="T4" fmla="*/ 15 w 32"/>
                <a:gd name="T5" fmla="*/ 192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81">
                  <a:moveTo>
                    <a:pt x="31" y="0"/>
                  </a:moveTo>
                  <a:cubicBezTo>
                    <a:pt x="32" y="8"/>
                    <a:pt x="25" y="20"/>
                    <a:pt x="18" y="28"/>
                  </a:cubicBezTo>
                  <a:cubicBezTo>
                    <a:pt x="5" y="45"/>
                    <a:pt x="0" y="59"/>
                    <a:pt x="6" y="81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6" name="Freeform 563">
              <a:extLst>
                <a:ext uri="{FF2B5EF4-FFF2-40B4-BE49-F238E27FC236}">
                  <a16:creationId xmlns:a16="http://schemas.microsoft.com/office/drawing/2014/main" id="{AE80317F-9BFE-4E31-BB22-D69467192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3202"/>
              <a:ext cx="23" cy="23"/>
            </a:xfrm>
            <a:custGeom>
              <a:avLst/>
              <a:gdLst>
                <a:gd name="T0" fmla="*/ 0 w 18"/>
                <a:gd name="T1" fmla="*/ 0 h 17"/>
                <a:gd name="T2" fmla="*/ 37 w 18"/>
                <a:gd name="T3" fmla="*/ 4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0" y="0"/>
                  </a:moveTo>
                  <a:cubicBezTo>
                    <a:pt x="1" y="9"/>
                    <a:pt x="10" y="14"/>
                    <a:pt x="18" y="17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7" name="Freeform 564">
              <a:extLst>
                <a:ext uri="{FF2B5EF4-FFF2-40B4-BE49-F238E27FC236}">
                  <a16:creationId xmlns:a16="http://schemas.microsoft.com/office/drawing/2014/main" id="{0B445924-B0B0-4E0A-B37D-E1A5D9DAB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182"/>
              <a:ext cx="58" cy="15"/>
            </a:xfrm>
            <a:custGeom>
              <a:avLst/>
              <a:gdLst>
                <a:gd name="T0" fmla="*/ 100 w 44"/>
                <a:gd name="T1" fmla="*/ 0 h 11"/>
                <a:gd name="T2" fmla="*/ 55 w 44"/>
                <a:gd name="T3" fmla="*/ 26 h 11"/>
                <a:gd name="T4" fmla="*/ 0 w 44"/>
                <a:gd name="T5" fmla="*/ 1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1">
                  <a:moveTo>
                    <a:pt x="44" y="0"/>
                  </a:moveTo>
                  <a:cubicBezTo>
                    <a:pt x="37" y="5"/>
                    <a:pt x="34" y="11"/>
                    <a:pt x="24" y="10"/>
                  </a:cubicBezTo>
                  <a:cubicBezTo>
                    <a:pt x="15" y="9"/>
                    <a:pt x="9" y="4"/>
                    <a:pt x="0" y="4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8" name="Freeform 565">
              <a:extLst>
                <a:ext uri="{FF2B5EF4-FFF2-40B4-BE49-F238E27FC236}">
                  <a16:creationId xmlns:a16="http://schemas.microsoft.com/office/drawing/2014/main" id="{AD531D92-0D3D-4DC4-B462-E75EF3923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021"/>
              <a:ext cx="63" cy="25"/>
            </a:xfrm>
            <a:custGeom>
              <a:avLst/>
              <a:gdLst>
                <a:gd name="T0" fmla="*/ 0 w 48"/>
                <a:gd name="T1" fmla="*/ 5 h 19"/>
                <a:gd name="T2" fmla="*/ 109 w 48"/>
                <a:gd name="T3" fmla="*/ 2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9">
                  <a:moveTo>
                    <a:pt x="0" y="2"/>
                  </a:moveTo>
                  <a:cubicBezTo>
                    <a:pt x="13" y="19"/>
                    <a:pt x="33" y="0"/>
                    <a:pt x="48" y="10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9" name="Freeform 566">
              <a:extLst>
                <a:ext uri="{FF2B5EF4-FFF2-40B4-BE49-F238E27FC236}">
                  <a16:creationId xmlns:a16="http://schemas.microsoft.com/office/drawing/2014/main" id="{BCF767DD-0454-45A5-91A9-079F92B6E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3066"/>
              <a:ext cx="28" cy="42"/>
            </a:xfrm>
            <a:custGeom>
              <a:avLst/>
              <a:gdLst>
                <a:gd name="T0" fmla="*/ 7 w 21"/>
                <a:gd name="T1" fmla="*/ 0 h 31"/>
                <a:gd name="T2" fmla="*/ 0 w 21"/>
                <a:gd name="T3" fmla="*/ 1 h 31"/>
                <a:gd name="T4" fmla="*/ 44 w 21"/>
                <a:gd name="T5" fmla="*/ 7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1" y="8"/>
                    <a:pt x="21" y="16"/>
                    <a:pt x="19" y="31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0" name="Freeform 567">
              <a:extLst>
                <a:ext uri="{FF2B5EF4-FFF2-40B4-BE49-F238E27FC236}">
                  <a16:creationId xmlns:a16="http://schemas.microsoft.com/office/drawing/2014/main" id="{F5274BF4-97F2-48DD-9C18-9CD10F945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756"/>
              <a:ext cx="10" cy="41"/>
            </a:xfrm>
            <a:custGeom>
              <a:avLst/>
              <a:gdLst>
                <a:gd name="T0" fmla="*/ 1 w 7"/>
                <a:gd name="T1" fmla="*/ 0 h 31"/>
                <a:gd name="T2" fmla="*/ 1 w 7"/>
                <a:gd name="T3" fmla="*/ 71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1">
                  <a:moveTo>
                    <a:pt x="1" y="0"/>
                  </a:moveTo>
                  <a:cubicBezTo>
                    <a:pt x="0" y="11"/>
                    <a:pt x="7" y="19"/>
                    <a:pt x="1" y="31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1" name="Freeform 568">
              <a:extLst>
                <a:ext uri="{FF2B5EF4-FFF2-40B4-BE49-F238E27FC236}">
                  <a16:creationId xmlns:a16="http://schemas.microsoft.com/office/drawing/2014/main" id="{4B104E48-ABA7-4A9A-9E60-61607B53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783"/>
              <a:ext cx="18" cy="36"/>
            </a:xfrm>
            <a:custGeom>
              <a:avLst/>
              <a:gdLst>
                <a:gd name="T0" fmla="*/ 28 w 14"/>
                <a:gd name="T1" fmla="*/ 21 h 27"/>
                <a:gd name="T2" fmla="*/ 30 w 14"/>
                <a:gd name="T3" fmla="*/ 0 h 27"/>
                <a:gd name="T4" fmla="*/ 0 w 14"/>
                <a:gd name="T5" fmla="*/ 6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7">
                  <a:moveTo>
                    <a:pt x="13" y="9"/>
                  </a:moveTo>
                  <a:cubicBezTo>
                    <a:pt x="14" y="6"/>
                    <a:pt x="14" y="3"/>
                    <a:pt x="14" y="0"/>
                  </a:cubicBezTo>
                  <a:cubicBezTo>
                    <a:pt x="3" y="2"/>
                    <a:pt x="2" y="18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2" name="Freeform 569">
              <a:extLst>
                <a:ext uri="{FF2B5EF4-FFF2-40B4-BE49-F238E27FC236}">
                  <a16:creationId xmlns:a16="http://schemas.microsoft.com/office/drawing/2014/main" id="{9C5873A6-59AB-4AB9-9E89-AA22C9AEF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697"/>
              <a:ext cx="26" cy="127"/>
            </a:xfrm>
            <a:custGeom>
              <a:avLst/>
              <a:gdLst>
                <a:gd name="T0" fmla="*/ 49 w 19"/>
                <a:gd name="T1" fmla="*/ 0 h 95"/>
                <a:gd name="T2" fmla="*/ 10 w 19"/>
                <a:gd name="T3" fmla="*/ 227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5">
                  <a:moveTo>
                    <a:pt x="19" y="0"/>
                  </a:moveTo>
                  <a:cubicBezTo>
                    <a:pt x="0" y="27"/>
                    <a:pt x="12" y="64"/>
                    <a:pt x="4" y="95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3" name="Freeform 570">
              <a:extLst>
                <a:ext uri="{FF2B5EF4-FFF2-40B4-BE49-F238E27FC236}">
                  <a16:creationId xmlns:a16="http://schemas.microsoft.com/office/drawing/2014/main" id="{517F6880-4F2E-4FC7-93E9-96908F463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3230"/>
              <a:ext cx="8" cy="52"/>
            </a:xfrm>
            <a:custGeom>
              <a:avLst/>
              <a:gdLst>
                <a:gd name="T0" fmla="*/ 15 w 6"/>
                <a:gd name="T1" fmla="*/ 0 h 39"/>
                <a:gd name="T2" fmla="*/ 7 w 6"/>
                <a:gd name="T3" fmla="*/ 9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9">
                  <a:moveTo>
                    <a:pt x="6" y="0"/>
                  </a:moveTo>
                  <a:cubicBezTo>
                    <a:pt x="0" y="6"/>
                    <a:pt x="5" y="29"/>
                    <a:pt x="3" y="39"/>
                  </a:cubicBezTo>
                </a:path>
              </a:pathLst>
            </a:custGeom>
            <a:noFill/>
            <a:ln w="4763" cap="rnd">
              <a:solidFill>
                <a:srgbClr val="EAD3C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4" name="Freeform 571">
              <a:extLst>
                <a:ext uri="{FF2B5EF4-FFF2-40B4-BE49-F238E27FC236}">
                  <a16:creationId xmlns:a16="http://schemas.microsoft.com/office/drawing/2014/main" id="{145414C7-51CB-4709-A94F-FB74C4FD4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767"/>
              <a:ext cx="97" cy="38"/>
            </a:xfrm>
            <a:custGeom>
              <a:avLst/>
              <a:gdLst>
                <a:gd name="T0" fmla="*/ 0 w 73"/>
                <a:gd name="T1" fmla="*/ 5 h 28"/>
                <a:gd name="T2" fmla="*/ 44 w 73"/>
                <a:gd name="T3" fmla="*/ 26 h 28"/>
                <a:gd name="T4" fmla="*/ 58 w 73"/>
                <a:gd name="T5" fmla="*/ 71 h 28"/>
                <a:gd name="T6" fmla="*/ 106 w 73"/>
                <a:gd name="T7" fmla="*/ 42 h 28"/>
                <a:gd name="T8" fmla="*/ 171 w 73"/>
                <a:gd name="T9" fmla="*/ 50 h 28"/>
                <a:gd name="T10" fmla="*/ 124 w 73"/>
                <a:gd name="T11" fmla="*/ 27 h 28"/>
                <a:gd name="T12" fmla="*/ 80 w 73"/>
                <a:gd name="T13" fmla="*/ 14 h 28"/>
                <a:gd name="T14" fmla="*/ 5 w 73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8">
                  <a:moveTo>
                    <a:pt x="0" y="2"/>
                  </a:moveTo>
                  <a:cubicBezTo>
                    <a:pt x="6" y="3"/>
                    <a:pt x="14" y="6"/>
                    <a:pt x="19" y="10"/>
                  </a:cubicBezTo>
                  <a:cubicBezTo>
                    <a:pt x="28" y="15"/>
                    <a:pt x="23" y="20"/>
                    <a:pt x="25" y="28"/>
                  </a:cubicBezTo>
                  <a:cubicBezTo>
                    <a:pt x="33" y="22"/>
                    <a:pt x="34" y="17"/>
                    <a:pt x="45" y="17"/>
                  </a:cubicBezTo>
                  <a:cubicBezTo>
                    <a:pt x="55" y="17"/>
                    <a:pt x="64" y="18"/>
                    <a:pt x="73" y="20"/>
                  </a:cubicBezTo>
                  <a:cubicBezTo>
                    <a:pt x="67" y="19"/>
                    <a:pt x="60" y="14"/>
                    <a:pt x="53" y="11"/>
                  </a:cubicBezTo>
                  <a:cubicBezTo>
                    <a:pt x="47" y="9"/>
                    <a:pt x="41" y="7"/>
                    <a:pt x="34" y="5"/>
                  </a:cubicBezTo>
                  <a:cubicBezTo>
                    <a:pt x="23" y="3"/>
                    <a:pt x="13" y="0"/>
                    <a:pt x="2" y="0"/>
                  </a:cubicBezTo>
                </a:path>
              </a:pathLst>
            </a:custGeom>
            <a:solidFill>
              <a:srgbClr val="ED89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5" name="Freeform 572">
              <a:extLst>
                <a:ext uri="{FF2B5EF4-FFF2-40B4-BE49-F238E27FC236}">
                  <a16:creationId xmlns:a16="http://schemas.microsoft.com/office/drawing/2014/main" id="{582872DD-8190-4FC8-AB72-FE4E900E1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881"/>
              <a:ext cx="17" cy="14"/>
            </a:xfrm>
            <a:custGeom>
              <a:avLst/>
              <a:gdLst>
                <a:gd name="T0" fmla="*/ 0 w 13"/>
                <a:gd name="T1" fmla="*/ 0 h 11"/>
                <a:gd name="T2" fmla="*/ 22 w 13"/>
                <a:gd name="T3" fmla="*/ 5 h 11"/>
                <a:gd name="T4" fmla="*/ 29 w 13"/>
                <a:gd name="T5" fmla="*/ 23 h 11"/>
                <a:gd name="T6" fmla="*/ 5 w 13"/>
                <a:gd name="T7" fmla="*/ 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10" y="6"/>
                    <a:pt x="10" y="9"/>
                    <a:pt x="13" y="11"/>
                  </a:cubicBezTo>
                  <a:cubicBezTo>
                    <a:pt x="10" y="9"/>
                    <a:pt x="3" y="4"/>
                    <a:pt x="2" y="1"/>
                  </a:cubicBezTo>
                </a:path>
              </a:pathLst>
            </a:custGeom>
            <a:solidFill>
              <a:srgbClr val="ED89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6" name="Freeform 573">
              <a:extLst>
                <a:ext uri="{FF2B5EF4-FFF2-40B4-BE49-F238E27FC236}">
                  <a16:creationId xmlns:a16="http://schemas.microsoft.com/office/drawing/2014/main" id="{54E3E165-D411-4943-8FF3-B12DA144E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166"/>
              <a:ext cx="90" cy="42"/>
            </a:xfrm>
            <a:custGeom>
              <a:avLst/>
              <a:gdLst>
                <a:gd name="T0" fmla="*/ 0 w 68"/>
                <a:gd name="T1" fmla="*/ 22 h 31"/>
                <a:gd name="T2" fmla="*/ 15 w 68"/>
                <a:gd name="T3" fmla="*/ 20 h 31"/>
                <a:gd name="T4" fmla="*/ 26 w 68"/>
                <a:gd name="T5" fmla="*/ 26 h 31"/>
                <a:gd name="T6" fmla="*/ 49 w 68"/>
                <a:gd name="T7" fmla="*/ 16 h 31"/>
                <a:gd name="T8" fmla="*/ 93 w 68"/>
                <a:gd name="T9" fmla="*/ 1 h 31"/>
                <a:gd name="T10" fmla="*/ 131 w 68"/>
                <a:gd name="T11" fmla="*/ 33 h 31"/>
                <a:gd name="T12" fmla="*/ 151 w 68"/>
                <a:gd name="T13" fmla="*/ 77 h 31"/>
                <a:gd name="T14" fmla="*/ 115 w 68"/>
                <a:gd name="T15" fmla="*/ 35 h 31"/>
                <a:gd name="T16" fmla="*/ 98 w 68"/>
                <a:gd name="T17" fmla="*/ 26 h 31"/>
                <a:gd name="T18" fmla="*/ 71 w 68"/>
                <a:gd name="T19" fmla="*/ 30 h 31"/>
                <a:gd name="T20" fmla="*/ 49 w 68"/>
                <a:gd name="T21" fmla="*/ 33 h 31"/>
                <a:gd name="T22" fmla="*/ 33 w 68"/>
                <a:gd name="T23" fmla="*/ 27 h 31"/>
                <a:gd name="T24" fmla="*/ 1 w 68"/>
                <a:gd name="T25" fmla="*/ 27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31">
                  <a:moveTo>
                    <a:pt x="0" y="9"/>
                  </a:moveTo>
                  <a:cubicBezTo>
                    <a:pt x="2" y="9"/>
                    <a:pt x="4" y="8"/>
                    <a:pt x="6" y="8"/>
                  </a:cubicBezTo>
                  <a:cubicBezTo>
                    <a:pt x="8" y="8"/>
                    <a:pt x="9" y="10"/>
                    <a:pt x="11" y="10"/>
                  </a:cubicBezTo>
                  <a:cubicBezTo>
                    <a:pt x="14" y="10"/>
                    <a:pt x="19" y="8"/>
                    <a:pt x="21" y="7"/>
                  </a:cubicBezTo>
                  <a:cubicBezTo>
                    <a:pt x="28" y="5"/>
                    <a:pt x="33" y="2"/>
                    <a:pt x="40" y="1"/>
                  </a:cubicBezTo>
                  <a:cubicBezTo>
                    <a:pt x="49" y="0"/>
                    <a:pt x="53" y="6"/>
                    <a:pt x="57" y="13"/>
                  </a:cubicBezTo>
                  <a:cubicBezTo>
                    <a:pt x="60" y="18"/>
                    <a:pt x="68" y="25"/>
                    <a:pt x="65" y="31"/>
                  </a:cubicBezTo>
                  <a:cubicBezTo>
                    <a:pt x="62" y="25"/>
                    <a:pt x="55" y="18"/>
                    <a:pt x="50" y="14"/>
                  </a:cubicBezTo>
                  <a:cubicBezTo>
                    <a:pt x="48" y="12"/>
                    <a:pt x="44" y="11"/>
                    <a:pt x="42" y="10"/>
                  </a:cubicBezTo>
                  <a:cubicBezTo>
                    <a:pt x="37" y="8"/>
                    <a:pt x="36" y="10"/>
                    <a:pt x="31" y="12"/>
                  </a:cubicBezTo>
                  <a:cubicBezTo>
                    <a:pt x="28" y="13"/>
                    <a:pt x="25" y="14"/>
                    <a:pt x="21" y="13"/>
                  </a:cubicBezTo>
                  <a:cubicBezTo>
                    <a:pt x="19" y="13"/>
                    <a:pt x="17" y="11"/>
                    <a:pt x="14" y="11"/>
                  </a:cubicBezTo>
                  <a:cubicBezTo>
                    <a:pt x="11" y="10"/>
                    <a:pt x="5" y="11"/>
                    <a:pt x="1" y="11"/>
                  </a:cubicBezTo>
                </a:path>
              </a:pathLst>
            </a:custGeom>
            <a:solidFill>
              <a:srgbClr val="ABD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7" name="Freeform 574">
              <a:extLst>
                <a:ext uri="{FF2B5EF4-FFF2-40B4-BE49-F238E27FC236}">
                  <a16:creationId xmlns:a16="http://schemas.microsoft.com/office/drawing/2014/main" id="{24E045F4-8614-4AA5-BDF3-570C954E3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281"/>
              <a:ext cx="78" cy="59"/>
            </a:xfrm>
            <a:custGeom>
              <a:avLst/>
              <a:gdLst>
                <a:gd name="T0" fmla="*/ 124 w 59"/>
                <a:gd name="T1" fmla="*/ 0 h 44"/>
                <a:gd name="T2" fmla="*/ 131 w 59"/>
                <a:gd name="T3" fmla="*/ 34 h 44"/>
                <a:gd name="T4" fmla="*/ 120 w 59"/>
                <a:gd name="T5" fmla="*/ 68 h 44"/>
                <a:gd name="T6" fmla="*/ 110 w 59"/>
                <a:gd name="T7" fmla="*/ 101 h 44"/>
                <a:gd name="T8" fmla="*/ 108 w 59"/>
                <a:gd name="T9" fmla="*/ 75 h 44"/>
                <a:gd name="T10" fmla="*/ 86 w 59"/>
                <a:gd name="T11" fmla="*/ 84 h 44"/>
                <a:gd name="T12" fmla="*/ 0 w 59"/>
                <a:gd name="T13" fmla="*/ 105 h 44"/>
                <a:gd name="T14" fmla="*/ 28 w 59"/>
                <a:gd name="T15" fmla="*/ 90 h 44"/>
                <a:gd name="T16" fmla="*/ 66 w 59"/>
                <a:gd name="T17" fmla="*/ 79 h 44"/>
                <a:gd name="T18" fmla="*/ 98 w 59"/>
                <a:gd name="T19" fmla="*/ 54 h 44"/>
                <a:gd name="T20" fmla="*/ 123 w 59"/>
                <a:gd name="T21" fmla="*/ 42 h 44"/>
                <a:gd name="T22" fmla="*/ 131 w 59"/>
                <a:gd name="T23" fmla="*/ 7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" h="44">
                  <a:moveTo>
                    <a:pt x="54" y="0"/>
                  </a:moveTo>
                  <a:cubicBezTo>
                    <a:pt x="55" y="0"/>
                    <a:pt x="57" y="11"/>
                    <a:pt x="57" y="14"/>
                  </a:cubicBezTo>
                  <a:cubicBezTo>
                    <a:pt x="57" y="20"/>
                    <a:pt x="55" y="23"/>
                    <a:pt x="52" y="28"/>
                  </a:cubicBezTo>
                  <a:cubicBezTo>
                    <a:pt x="50" y="32"/>
                    <a:pt x="48" y="38"/>
                    <a:pt x="48" y="42"/>
                  </a:cubicBezTo>
                  <a:cubicBezTo>
                    <a:pt x="48" y="40"/>
                    <a:pt x="48" y="33"/>
                    <a:pt x="47" y="31"/>
                  </a:cubicBezTo>
                  <a:cubicBezTo>
                    <a:pt x="44" y="28"/>
                    <a:pt x="40" y="33"/>
                    <a:pt x="37" y="35"/>
                  </a:cubicBezTo>
                  <a:cubicBezTo>
                    <a:pt x="27" y="44"/>
                    <a:pt x="13" y="41"/>
                    <a:pt x="0" y="43"/>
                  </a:cubicBezTo>
                  <a:cubicBezTo>
                    <a:pt x="4" y="43"/>
                    <a:pt x="8" y="39"/>
                    <a:pt x="12" y="37"/>
                  </a:cubicBezTo>
                  <a:cubicBezTo>
                    <a:pt x="18" y="35"/>
                    <a:pt x="24" y="37"/>
                    <a:pt x="29" y="33"/>
                  </a:cubicBezTo>
                  <a:cubicBezTo>
                    <a:pt x="33" y="30"/>
                    <a:pt x="37" y="23"/>
                    <a:pt x="42" y="22"/>
                  </a:cubicBezTo>
                  <a:cubicBezTo>
                    <a:pt x="48" y="20"/>
                    <a:pt x="51" y="24"/>
                    <a:pt x="53" y="17"/>
                  </a:cubicBezTo>
                  <a:cubicBezTo>
                    <a:pt x="54" y="13"/>
                    <a:pt x="59" y="6"/>
                    <a:pt x="57" y="3"/>
                  </a:cubicBezTo>
                </a:path>
              </a:pathLst>
            </a:custGeom>
            <a:solidFill>
              <a:srgbClr val="ABD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8" name="Freeform 575">
              <a:extLst>
                <a:ext uri="{FF2B5EF4-FFF2-40B4-BE49-F238E27FC236}">
                  <a16:creationId xmlns:a16="http://schemas.microsoft.com/office/drawing/2014/main" id="{142241D9-ABDC-49A5-BB5D-F642E3192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294"/>
              <a:ext cx="81" cy="36"/>
            </a:xfrm>
            <a:custGeom>
              <a:avLst/>
              <a:gdLst>
                <a:gd name="T0" fmla="*/ 0 w 61"/>
                <a:gd name="T1" fmla="*/ 0 h 27"/>
                <a:gd name="T2" fmla="*/ 31 w 61"/>
                <a:gd name="T3" fmla="*/ 23 h 27"/>
                <a:gd name="T4" fmla="*/ 23 w 61"/>
                <a:gd name="T5" fmla="*/ 41 h 27"/>
                <a:gd name="T6" fmla="*/ 41 w 61"/>
                <a:gd name="T7" fmla="*/ 37 h 27"/>
                <a:gd name="T8" fmla="*/ 58 w 61"/>
                <a:gd name="T9" fmla="*/ 48 h 27"/>
                <a:gd name="T10" fmla="*/ 77 w 61"/>
                <a:gd name="T11" fmla="*/ 57 h 27"/>
                <a:gd name="T12" fmla="*/ 96 w 61"/>
                <a:gd name="T13" fmla="*/ 59 h 27"/>
                <a:gd name="T14" fmla="*/ 143 w 61"/>
                <a:gd name="T15" fmla="*/ 64 h 27"/>
                <a:gd name="T16" fmla="*/ 88 w 61"/>
                <a:gd name="T17" fmla="*/ 44 h 27"/>
                <a:gd name="T18" fmla="*/ 49 w 61"/>
                <a:gd name="T19" fmla="*/ 27 h 27"/>
                <a:gd name="T20" fmla="*/ 31 w 61"/>
                <a:gd name="T21" fmla="*/ 5 h 27"/>
                <a:gd name="T22" fmla="*/ 0 w 61"/>
                <a:gd name="T23" fmla="*/ 0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27">
                  <a:moveTo>
                    <a:pt x="0" y="0"/>
                  </a:moveTo>
                  <a:cubicBezTo>
                    <a:pt x="4" y="2"/>
                    <a:pt x="11" y="6"/>
                    <a:pt x="13" y="10"/>
                  </a:cubicBezTo>
                  <a:cubicBezTo>
                    <a:pt x="13" y="14"/>
                    <a:pt x="10" y="14"/>
                    <a:pt x="10" y="17"/>
                  </a:cubicBezTo>
                  <a:cubicBezTo>
                    <a:pt x="10" y="21"/>
                    <a:pt x="15" y="16"/>
                    <a:pt x="17" y="16"/>
                  </a:cubicBezTo>
                  <a:cubicBezTo>
                    <a:pt x="19" y="16"/>
                    <a:pt x="22" y="18"/>
                    <a:pt x="25" y="20"/>
                  </a:cubicBezTo>
                  <a:cubicBezTo>
                    <a:pt x="28" y="21"/>
                    <a:pt x="30" y="23"/>
                    <a:pt x="33" y="24"/>
                  </a:cubicBezTo>
                  <a:cubicBezTo>
                    <a:pt x="35" y="25"/>
                    <a:pt x="38" y="25"/>
                    <a:pt x="41" y="25"/>
                  </a:cubicBezTo>
                  <a:cubicBezTo>
                    <a:pt x="47" y="26"/>
                    <a:pt x="55" y="26"/>
                    <a:pt x="61" y="27"/>
                  </a:cubicBezTo>
                  <a:cubicBezTo>
                    <a:pt x="54" y="23"/>
                    <a:pt x="45" y="22"/>
                    <a:pt x="38" y="19"/>
                  </a:cubicBezTo>
                  <a:cubicBezTo>
                    <a:pt x="32" y="16"/>
                    <a:pt x="26" y="15"/>
                    <a:pt x="21" y="11"/>
                  </a:cubicBezTo>
                  <a:cubicBezTo>
                    <a:pt x="18" y="8"/>
                    <a:pt x="16" y="3"/>
                    <a:pt x="13" y="2"/>
                  </a:cubicBezTo>
                  <a:cubicBezTo>
                    <a:pt x="9" y="0"/>
                    <a:pt x="4" y="1"/>
                    <a:pt x="0" y="0"/>
                  </a:cubicBezTo>
                </a:path>
              </a:pathLst>
            </a:custGeom>
            <a:solidFill>
              <a:srgbClr val="ABD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9" name="Freeform 576">
              <a:extLst>
                <a:ext uri="{FF2B5EF4-FFF2-40B4-BE49-F238E27FC236}">
                  <a16:creationId xmlns:a16="http://schemas.microsoft.com/office/drawing/2014/main" id="{0E15E5C4-5FB1-454E-90F7-B2EF23F05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188"/>
              <a:ext cx="97" cy="52"/>
            </a:xfrm>
            <a:custGeom>
              <a:avLst/>
              <a:gdLst>
                <a:gd name="T0" fmla="*/ 0 w 73"/>
                <a:gd name="T1" fmla="*/ 92 h 39"/>
                <a:gd name="T2" fmla="*/ 27 w 73"/>
                <a:gd name="T3" fmla="*/ 76 h 39"/>
                <a:gd name="T4" fmla="*/ 49 w 73"/>
                <a:gd name="T5" fmla="*/ 57 h 39"/>
                <a:gd name="T6" fmla="*/ 88 w 73"/>
                <a:gd name="T7" fmla="*/ 55 h 39"/>
                <a:gd name="T8" fmla="*/ 101 w 73"/>
                <a:gd name="T9" fmla="*/ 41 h 39"/>
                <a:gd name="T10" fmla="*/ 122 w 73"/>
                <a:gd name="T11" fmla="*/ 23 h 39"/>
                <a:gd name="T12" fmla="*/ 171 w 73"/>
                <a:gd name="T13" fmla="*/ 7 h 39"/>
                <a:gd name="T14" fmla="*/ 149 w 73"/>
                <a:gd name="T15" fmla="*/ 23 h 39"/>
                <a:gd name="T16" fmla="*/ 122 w 73"/>
                <a:gd name="T17" fmla="*/ 44 h 39"/>
                <a:gd name="T18" fmla="*/ 88 w 73"/>
                <a:gd name="T19" fmla="*/ 69 h 39"/>
                <a:gd name="T20" fmla="*/ 62 w 73"/>
                <a:gd name="T21" fmla="*/ 69 h 39"/>
                <a:gd name="T22" fmla="*/ 43 w 73"/>
                <a:gd name="T23" fmla="*/ 76 h 39"/>
                <a:gd name="T24" fmla="*/ 1 w 73"/>
                <a:gd name="T25" fmla="*/ 91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3" h="39">
                  <a:moveTo>
                    <a:pt x="0" y="39"/>
                  </a:moveTo>
                  <a:cubicBezTo>
                    <a:pt x="3" y="38"/>
                    <a:pt x="8" y="34"/>
                    <a:pt x="11" y="32"/>
                  </a:cubicBezTo>
                  <a:cubicBezTo>
                    <a:pt x="14" y="30"/>
                    <a:pt x="18" y="27"/>
                    <a:pt x="21" y="24"/>
                  </a:cubicBezTo>
                  <a:cubicBezTo>
                    <a:pt x="26" y="21"/>
                    <a:pt x="32" y="24"/>
                    <a:pt x="38" y="23"/>
                  </a:cubicBezTo>
                  <a:cubicBezTo>
                    <a:pt x="41" y="22"/>
                    <a:pt x="41" y="20"/>
                    <a:pt x="43" y="17"/>
                  </a:cubicBezTo>
                  <a:cubicBezTo>
                    <a:pt x="46" y="14"/>
                    <a:pt x="48" y="12"/>
                    <a:pt x="52" y="10"/>
                  </a:cubicBezTo>
                  <a:cubicBezTo>
                    <a:pt x="58" y="7"/>
                    <a:pt x="66" y="0"/>
                    <a:pt x="73" y="3"/>
                  </a:cubicBezTo>
                  <a:cubicBezTo>
                    <a:pt x="69" y="3"/>
                    <a:pt x="66" y="8"/>
                    <a:pt x="63" y="10"/>
                  </a:cubicBezTo>
                  <a:cubicBezTo>
                    <a:pt x="60" y="13"/>
                    <a:pt x="55" y="15"/>
                    <a:pt x="52" y="19"/>
                  </a:cubicBezTo>
                  <a:cubicBezTo>
                    <a:pt x="48" y="24"/>
                    <a:pt x="44" y="29"/>
                    <a:pt x="38" y="29"/>
                  </a:cubicBezTo>
                  <a:cubicBezTo>
                    <a:pt x="34" y="29"/>
                    <a:pt x="30" y="28"/>
                    <a:pt x="26" y="29"/>
                  </a:cubicBezTo>
                  <a:cubicBezTo>
                    <a:pt x="22" y="29"/>
                    <a:pt x="21" y="31"/>
                    <a:pt x="18" y="32"/>
                  </a:cubicBezTo>
                  <a:cubicBezTo>
                    <a:pt x="13" y="34"/>
                    <a:pt x="4" y="34"/>
                    <a:pt x="1" y="38"/>
                  </a:cubicBezTo>
                </a:path>
              </a:pathLst>
            </a:custGeom>
            <a:solidFill>
              <a:srgbClr val="ABD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0" name="Freeform 577">
              <a:extLst>
                <a:ext uri="{FF2B5EF4-FFF2-40B4-BE49-F238E27FC236}">
                  <a16:creationId xmlns:a16="http://schemas.microsoft.com/office/drawing/2014/main" id="{527904D5-C076-4F72-93D1-46C3E4360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109"/>
              <a:ext cx="39" cy="59"/>
            </a:xfrm>
            <a:custGeom>
              <a:avLst/>
              <a:gdLst>
                <a:gd name="T0" fmla="*/ 23 w 29"/>
                <a:gd name="T1" fmla="*/ 5 h 44"/>
                <a:gd name="T2" fmla="*/ 42 w 29"/>
                <a:gd name="T3" fmla="*/ 68 h 44"/>
                <a:gd name="T4" fmla="*/ 30 w 29"/>
                <a:gd name="T5" fmla="*/ 79 h 44"/>
                <a:gd name="T6" fmla="*/ 12 w 29"/>
                <a:gd name="T7" fmla="*/ 90 h 44"/>
                <a:gd name="T8" fmla="*/ 31 w 29"/>
                <a:gd name="T9" fmla="*/ 94 h 44"/>
                <a:gd name="T10" fmla="*/ 65 w 29"/>
                <a:gd name="T11" fmla="*/ 46 h 44"/>
                <a:gd name="T12" fmla="*/ 30 w 29"/>
                <a:gd name="T13" fmla="*/ 7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4">
                  <a:moveTo>
                    <a:pt x="10" y="2"/>
                  </a:moveTo>
                  <a:cubicBezTo>
                    <a:pt x="17" y="11"/>
                    <a:pt x="23" y="17"/>
                    <a:pt x="17" y="28"/>
                  </a:cubicBezTo>
                  <a:cubicBezTo>
                    <a:pt x="15" y="30"/>
                    <a:pt x="14" y="31"/>
                    <a:pt x="12" y="33"/>
                  </a:cubicBezTo>
                  <a:cubicBezTo>
                    <a:pt x="11" y="34"/>
                    <a:pt x="6" y="36"/>
                    <a:pt x="5" y="37"/>
                  </a:cubicBezTo>
                  <a:cubicBezTo>
                    <a:pt x="0" y="44"/>
                    <a:pt x="9" y="43"/>
                    <a:pt x="13" y="39"/>
                  </a:cubicBezTo>
                  <a:cubicBezTo>
                    <a:pt x="19" y="35"/>
                    <a:pt x="29" y="26"/>
                    <a:pt x="27" y="19"/>
                  </a:cubicBezTo>
                  <a:cubicBezTo>
                    <a:pt x="26" y="15"/>
                    <a:pt x="15" y="0"/>
                    <a:pt x="12" y="3"/>
                  </a:cubicBezTo>
                </a:path>
              </a:pathLst>
            </a:custGeom>
            <a:solidFill>
              <a:srgbClr val="C59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1" name="Freeform 578">
              <a:extLst>
                <a:ext uri="{FF2B5EF4-FFF2-40B4-BE49-F238E27FC236}">
                  <a16:creationId xmlns:a16="http://schemas.microsoft.com/office/drawing/2014/main" id="{A0A88186-49E9-46ED-8948-BBB28106F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170"/>
              <a:ext cx="45" cy="23"/>
            </a:xfrm>
            <a:custGeom>
              <a:avLst/>
              <a:gdLst>
                <a:gd name="T0" fmla="*/ 0 w 34"/>
                <a:gd name="T1" fmla="*/ 16 h 17"/>
                <a:gd name="T2" fmla="*/ 40 w 34"/>
                <a:gd name="T3" fmla="*/ 9 h 17"/>
                <a:gd name="T4" fmla="*/ 60 w 34"/>
                <a:gd name="T5" fmla="*/ 41 h 17"/>
                <a:gd name="T6" fmla="*/ 53 w 34"/>
                <a:gd name="T7" fmla="*/ 5 h 17"/>
                <a:gd name="T8" fmla="*/ 5 w 34"/>
                <a:gd name="T9" fmla="*/ 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7">
                  <a:moveTo>
                    <a:pt x="0" y="7"/>
                  </a:moveTo>
                  <a:cubicBezTo>
                    <a:pt x="3" y="2"/>
                    <a:pt x="12" y="3"/>
                    <a:pt x="17" y="4"/>
                  </a:cubicBezTo>
                  <a:cubicBezTo>
                    <a:pt x="23" y="6"/>
                    <a:pt x="24" y="10"/>
                    <a:pt x="26" y="16"/>
                  </a:cubicBezTo>
                  <a:cubicBezTo>
                    <a:pt x="34" y="17"/>
                    <a:pt x="26" y="4"/>
                    <a:pt x="23" y="2"/>
                  </a:cubicBezTo>
                  <a:cubicBezTo>
                    <a:pt x="18" y="0"/>
                    <a:pt x="5" y="1"/>
                    <a:pt x="2" y="4"/>
                  </a:cubicBezTo>
                </a:path>
              </a:pathLst>
            </a:custGeom>
            <a:solidFill>
              <a:srgbClr val="C59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2" name="Freeform 579">
              <a:extLst>
                <a:ext uri="{FF2B5EF4-FFF2-40B4-BE49-F238E27FC236}">
                  <a16:creationId xmlns:a16="http://schemas.microsoft.com/office/drawing/2014/main" id="{4F6CB8CF-CD44-449F-92C5-37D06F899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218"/>
              <a:ext cx="48" cy="35"/>
            </a:xfrm>
            <a:custGeom>
              <a:avLst/>
              <a:gdLst>
                <a:gd name="T0" fmla="*/ 57 w 36"/>
                <a:gd name="T1" fmla="*/ 0 h 26"/>
                <a:gd name="T2" fmla="*/ 41 w 36"/>
                <a:gd name="T3" fmla="*/ 36 h 26"/>
                <a:gd name="T4" fmla="*/ 27 w 36"/>
                <a:gd name="T5" fmla="*/ 62 h 26"/>
                <a:gd name="T6" fmla="*/ 57 w 36"/>
                <a:gd name="T7" fmla="*/ 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24" y="0"/>
                  </a:moveTo>
                  <a:cubicBezTo>
                    <a:pt x="25" y="7"/>
                    <a:pt x="24" y="10"/>
                    <a:pt x="17" y="15"/>
                  </a:cubicBezTo>
                  <a:cubicBezTo>
                    <a:pt x="13" y="18"/>
                    <a:pt x="0" y="23"/>
                    <a:pt x="11" y="25"/>
                  </a:cubicBezTo>
                  <a:cubicBezTo>
                    <a:pt x="22" y="26"/>
                    <a:pt x="36" y="8"/>
                    <a:pt x="24" y="2"/>
                  </a:cubicBezTo>
                </a:path>
              </a:pathLst>
            </a:custGeom>
            <a:solidFill>
              <a:srgbClr val="C59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3" name="Freeform 580">
              <a:extLst>
                <a:ext uri="{FF2B5EF4-FFF2-40B4-BE49-F238E27FC236}">
                  <a16:creationId xmlns:a16="http://schemas.microsoft.com/office/drawing/2014/main" id="{0F53316F-5D59-4A49-BEAB-8192E643A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196"/>
              <a:ext cx="23" cy="45"/>
            </a:xfrm>
            <a:custGeom>
              <a:avLst/>
              <a:gdLst>
                <a:gd name="T0" fmla="*/ 0 w 17"/>
                <a:gd name="T1" fmla="*/ 0 h 34"/>
                <a:gd name="T2" fmla="*/ 35 w 17"/>
                <a:gd name="T3" fmla="*/ 66 h 34"/>
                <a:gd name="T4" fmla="*/ 42 w 17"/>
                <a:gd name="T5" fmla="*/ 44 h 34"/>
                <a:gd name="T6" fmla="*/ 30 w 17"/>
                <a:gd name="T7" fmla="*/ 44 h 34"/>
                <a:gd name="T8" fmla="*/ 7 w 17"/>
                <a:gd name="T9" fmla="*/ 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4">
                  <a:moveTo>
                    <a:pt x="0" y="0"/>
                  </a:moveTo>
                  <a:cubicBezTo>
                    <a:pt x="0" y="5"/>
                    <a:pt x="6" y="34"/>
                    <a:pt x="14" y="29"/>
                  </a:cubicBezTo>
                  <a:cubicBezTo>
                    <a:pt x="15" y="28"/>
                    <a:pt x="17" y="20"/>
                    <a:pt x="17" y="19"/>
                  </a:cubicBezTo>
                  <a:cubicBezTo>
                    <a:pt x="15" y="14"/>
                    <a:pt x="14" y="19"/>
                    <a:pt x="12" y="19"/>
                  </a:cubicBezTo>
                  <a:cubicBezTo>
                    <a:pt x="4" y="18"/>
                    <a:pt x="7" y="8"/>
                    <a:pt x="3" y="4"/>
                  </a:cubicBezTo>
                </a:path>
              </a:pathLst>
            </a:custGeom>
            <a:solidFill>
              <a:srgbClr val="C59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4" name="Freeform 581">
              <a:extLst>
                <a:ext uri="{FF2B5EF4-FFF2-40B4-BE49-F238E27FC236}">
                  <a16:creationId xmlns:a16="http://schemas.microsoft.com/office/drawing/2014/main" id="{321D0032-4A24-43F2-AD32-1140EA400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052"/>
              <a:ext cx="62" cy="32"/>
            </a:xfrm>
            <a:custGeom>
              <a:avLst/>
              <a:gdLst>
                <a:gd name="T0" fmla="*/ 0 w 46"/>
                <a:gd name="T1" fmla="*/ 15 h 24"/>
                <a:gd name="T2" fmla="*/ 36 w 46"/>
                <a:gd name="T3" fmla="*/ 1 h 24"/>
                <a:gd name="T4" fmla="*/ 66 w 46"/>
                <a:gd name="T5" fmla="*/ 5 h 24"/>
                <a:gd name="T6" fmla="*/ 111 w 46"/>
                <a:gd name="T7" fmla="*/ 41 h 24"/>
                <a:gd name="T8" fmla="*/ 90 w 46"/>
                <a:gd name="T9" fmla="*/ 57 h 24"/>
                <a:gd name="T10" fmla="*/ 69 w 46"/>
                <a:gd name="T11" fmla="*/ 41 h 24"/>
                <a:gd name="T12" fmla="*/ 9 w 46"/>
                <a:gd name="T13" fmla="*/ 2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4">
                  <a:moveTo>
                    <a:pt x="0" y="6"/>
                  </a:moveTo>
                  <a:cubicBezTo>
                    <a:pt x="4" y="5"/>
                    <a:pt x="9" y="1"/>
                    <a:pt x="15" y="1"/>
                  </a:cubicBezTo>
                  <a:cubicBezTo>
                    <a:pt x="19" y="0"/>
                    <a:pt x="23" y="1"/>
                    <a:pt x="27" y="2"/>
                  </a:cubicBezTo>
                  <a:cubicBezTo>
                    <a:pt x="33" y="4"/>
                    <a:pt x="46" y="9"/>
                    <a:pt x="45" y="17"/>
                  </a:cubicBezTo>
                  <a:cubicBezTo>
                    <a:pt x="45" y="20"/>
                    <a:pt x="41" y="24"/>
                    <a:pt x="37" y="24"/>
                  </a:cubicBezTo>
                  <a:cubicBezTo>
                    <a:pt x="32" y="24"/>
                    <a:pt x="31" y="20"/>
                    <a:pt x="28" y="17"/>
                  </a:cubicBezTo>
                  <a:cubicBezTo>
                    <a:pt x="23" y="10"/>
                    <a:pt x="12" y="8"/>
                    <a:pt x="4" y="9"/>
                  </a:cubicBezTo>
                </a:path>
              </a:pathLst>
            </a:custGeom>
            <a:solidFill>
              <a:srgbClr val="C59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5" name="Freeform 582">
              <a:extLst>
                <a:ext uri="{FF2B5EF4-FFF2-40B4-BE49-F238E27FC236}">
                  <a16:creationId xmlns:a16="http://schemas.microsoft.com/office/drawing/2014/main" id="{0BA1226F-F460-4BC2-8BD1-D0057F1F0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104"/>
              <a:ext cx="21" cy="45"/>
            </a:xfrm>
            <a:custGeom>
              <a:avLst/>
              <a:gdLst>
                <a:gd name="T0" fmla="*/ 1 w 16"/>
                <a:gd name="T1" fmla="*/ 20 h 34"/>
                <a:gd name="T2" fmla="*/ 34 w 16"/>
                <a:gd name="T3" fmla="*/ 45 h 34"/>
                <a:gd name="T4" fmla="*/ 7 w 16"/>
                <a:gd name="T5" fmla="*/ 58 h 34"/>
                <a:gd name="T6" fmla="*/ 22 w 16"/>
                <a:gd name="T7" fmla="*/ 37 h 34"/>
                <a:gd name="T8" fmla="*/ 0 w 16"/>
                <a:gd name="T9" fmla="*/ 2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1" y="8"/>
                  </a:moveTo>
                  <a:cubicBezTo>
                    <a:pt x="8" y="0"/>
                    <a:pt x="16" y="14"/>
                    <a:pt x="15" y="20"/>
                  </a:cubicBezTo>
                  <a:cubicBezTo>
                    <a:pt x="14" y="28"/>
                    <a:pt x="0" y="34"/>
                    <a:pt x="3" y="25"/>
                  </a:cubicBezTo>
                  <a:cubicBezTo>
                    <a:pt x="7" y="25"/>
                    <a:pt x="10" y="21"/>
                    <a:pt x="10" y="16"/>
                  </a:cubicBezTo>
                  <a:cubicBezTo>
                    <a:pt x="9" y="11"/>
                    <a:pt x="3" y="12"/>
                    <a:pt x="0" y="9"/>
                  </a:cubicBezTo>
                </a:path>
              </a:pathLst>
            </a:custGeom>
            <a:solidFill>
              <a:srgbClr val="C59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6" name="Freeform 583">
              <a:extLst>
                <a:ext uri="{FF2B5EF4-FFF2-40B4-BE49-F238E27FC236}">
                  <a16:creationId xmlns:a16="http://schemas.microsoft.com/office/drawing/2014/main" id="{155F6632-F466-4FE1-B01E-733E17719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071"/>
              <a:ext cx="29" cy="42"/>
            </a:xfrm>
            <a:custGeom>
              <a:avLst/>
              <a:gdLst>
                <a:gd name="T0" fmla="*/ 0 w 22"/>
                <a:gd name="T1" fmla="*/ 1 h 32"/>
                <a:gd name="T2" fmla="*/ 22 w 22"/>
                <a:gd name="T3" fmla="*/ 42 h 32"/>
                <a:gd name="T4" fmla="*/ 50 w 22"/>
                <a:gd name="T5" fmla="*/ 71 h 32"/>
                <a:gd name="T6" fmla="*/ 34 w 22"/>
                <a:gd name="T7" fmla="*/ 50 h 32"/>
                <a:gd name="T8" fmla="*/ 29 w 22"/>
                <a:gd name="T9" fmla="*/ 24 h 32"/>
                <a:gd name="T10" fmla="*/ 1 w 22"/>
                <a:gd name="T11" fmla="*/ 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2">
                  <a:moveTo>
                    <a:pt x="0" y="1"/>
                  </a:moveTo>
                  <a:cubicBezTo>
                    <a:pt x="6" y="6"/>
                    <a:pt x="8" y="10"/>
                    <a:pt x="10" y="18"/>
                  </a:cubicBezTo>
                  <a:cubicBezTo>
                    <a:pt x="11" y="22"/>
                    <a:pt x="16" y="32"/>
                    <a:pt x="22" y="31"/>
                  </a:cubicBezTo>
                  <a:cubicBezTo>
                    <a:pt x="20" y="28"/>
                    <a:pt x="17" y="26"/>
                    <a:pt x="15" y="22"/>
                  </a:cubicBezTo>
                  <a:cubicBezTo>
                    <a:pt x="14" y="19"/>
                    <a:pt x="14" y="15"/>
                    <a:pt x="13" y="11"/>
                  </a:cubicBezTo>
                  <a:cubicBezTo>
                    <a:pt x="12" y="7"/>
                    <a:pt x="7" y="0"/>
                    <a:pt x="1" y="2"/>
                  </a:cubicBezTo>
                </a:path>
              </a:pathLst>
            </a:custGeom>
            <a:solidFill>
              <a:srgbClr val="C59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7" name="Freeform 584">
              <a:extLst>
                <a:ext uri="{FF2B5EF4-FFF2-40B4-BE49-F238E27FC236}">
                  <a16:creationId xmlns:a16="http://schemas.microsoft.com/office/drawing/2014/main" id="{214A5313-6164-4713-81B1-FEA975733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029"/>
              <a:ext cx="14" cy="27"/>
            </a:xfrm>
            <a:custGeom>
              <a:avLst/>
              <a:gdLst>
                <a:gd name="T0" fmla="*/ 25 w 10"/>
                <a:gd name="T1" fmla="*/ 1 h 20"/>
                <a:gd name="T2" fmla="*/ 21 w 10"/>
                <a:gd name="T3" fmla="*/ 49 h 20"/>
                <a:gd name="T4" fmla="*/ 20 w 10"/>
                <a:gd name="T5" fmla="*/ 30 h 20"/>
                <a:gd name="T6" fmla="*/ 21 w 10"/>
                <a:gd name="T7" fmla="*/ 1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9" y="1"/>
                  </a:moveTo>
                  <a:cubicBezTo>
                    <a:pt x="1" y="0"/>
                    <a:pt x="0" y="20"/>
                    <a:pt x="8" y="20"/>
                  </a:cubicBezTo>
                  <a:cubicBezTo>
                    <a:pt x="10" y="17"/>
                    <a:pt x="7" y="15"/>
                    <a:pt x="7" y="12"/>
                  </a:cubicBezTo>
                  <a:cubicBezTo>
                    <a:pt x="7" y="9"/>
                    <a:pt x="8" y="7"/>
                    <a:pt x="8" y="5"/>
                  </a:cubicBezTo>
                </a:path>
              </a:pathLst>
            </a:custGeom>
            <a:solidFill>
              <a:srgbClr val="C59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8" name="Freeform 585">
              <a:extLst>
                <a:ext uri="{FF2B5EF4-FFF2-40B4-BE49-F238E27FC236}">
                  <a16:creationId xmlns:a16="http://schemas.microsoft.com/office/drawing/2014/main" id="{6F41BB19-3456-4425-84CD-65EEF7C5D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129"/>
              <a:ext cx="15" cy="13"/>
            </a:xfrm>
            <a:custGeom>
              <a:avLst/>
              <a:gdLst>
                <a:gd name="T0" fmla="*/ 20 w 11"/>
                <a:gd name="T1" fmla="*/ 1 h 10"/>
                <a:gd name="T2" fmla="*/ 27 w 11"/>
                <a:gd name="T3" fmla="*/ 17 h 10"/>
                <a:gd name="T4" fmla="*/ 22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8" y="1"/>
                  </a:moveTo>
                  <a:cubicBezTo>
                    <a:pt x="0" y="1"/>
                    <a:pt x="3" y="10"/>
                    <a:pt x="11" y="8"/>
                  </a:cubicBezTo>
                  <a:cubicBezTo>
                    <a:pt x="8" y="6"/>
                    <a:pt x="6" y="3"/>
                    <a:pt x="9" y="0"/>
                  </a:cubicBezTo>
                </a:path>
              </a:pathLst>
            </a:custGeom>
            <a:solidFill>
              <a:srgbClr val="C59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9" name="Freeform 586">
              <a:extLst>
                <a:ext uri="{FF2B5EF4-FFF2-40B4-BE49-F238E27FC236}">
                  <a16:creationId xmlns:a16="http://schemas.microsoft.com/office/drawing/2014/main" id="{9F1EE720-317D-4CEC-A42F-1D2E69CDE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016"/>
              <a:ext cx="23" cy="9"/>
            </a:xfrm>
            <a:custGeom>
              <a:avLst/>
              <a:gdLst>
                <a:gd name="T0" fmla="*/ 0 w 17"/>
                <a:gd name="T1" fmla="*/ 10 h 7"/>
                <a:gd name="T2" fmla="*/ 20 w 17"/>
                <a:gd name="T3" fmla="*/ 0 h 7"/>
                <a:gd name="T4" fmla="*/ 42 w 17"/>
                <a:gd name="T5" fmla="*/ 10 h 7"/>
                <a:gd name="T6" fmla="*/ 5 w 17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">
                  <a:moveTo>
                    <a:pt x="0" y="5"/>
                  </a:moveTo>
                  <a:cubicBezTo>
                    <a:pt x="3" y="2"/>
                    <a:pt x="5" y="0"/>
                    <a:pt x="8" y="0"/>
                  </a:cubicBezTo>
                  <a:cubicBezTo>
                    <a:pt x="10" y="0"/>
                    <a:pt x="17" y="2"/>
                    <a:pt x="17" y="5"/>
                  </a:cubicBezTo>
                  <a:cubicBezTo>
                    <a:pt x="16" y="7"/>
                    <a:pt x="5" y="4"/>
                    <a:pt x="2" y="4"/>
                  </a:cubicBezTo>
                </a:path>
              </a:pathLst>
            </a:custGeom>
            <a:solidFill>
              <a:srgbClr val="C59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0" name="Freeform 587">
              <a:extLst>
                <a:ext uri="{FF2B5EF4-FFF2-40B4-BE49-F238E27FC236}">
                  <a16:creationId xmlns:a16="http://schemas.microsoft.com/office/drawing/2014/main" id="{39603D01-EA8F-4099-A396-EBD3A3F28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244"/>
              <a:ext cx="10" cy="14"/>
            </a:xfrm>
            <a:custGeom>
              <a:avLst/>
              <a:gdLst>
                <a:gd name="T0" fmla="*/ 16 w 8"/>
                <a:gd name="T1" fmla="*/ 6 h 11"/>
                <a:gd name="T2" fmla="*/ 10 w 8"/>
                <a:gd name="T3" fmla="*/ 23 h 11"/>
                <a:gd name="T4" fmla="*/ 16 w 8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8" y="3"/>
                  </a:moveTo>
                  <a:cubicBezTo>
                    <a:pt x="2" y="0"/>
                    <a:pt x="0" y="11"/>
                    <a:pt x="5" y="11"/>
                  </a:cubicBezTo>
                  <a:cubicBezTo>
                    <a:pt x="5" y="8"/>
                    <a:pt x="6" y="5"/>
                    <a:pt x="8" y="4"/>
                  </a:cubicBezTo>
                </a:path>
              </a:pathLst>
            </a:custGeom>
            <a:solidFill>
              <a:srgbClr val="C59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1" name="Freeform 588">
              <a:extLst>
                <a:ext uri="{FF2B5EF4-FFF2-40B4-BE49-F238E27FC236}">
                  <a16:creationId xmlns:a16="http://schemas.microsoft.com/office/drawing/2014/main" id="{DD5CF2B2-E17B-403F-83C3-F9492A0DD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174"/>
              <a:ext cx="17" cy="27"/>
            </a:xfrm>
            <a:custGeom>
              <a:avLst/>
              <a:gdLst>
                <a:gd name="T0" fmla="*/ 27 w 13"/>
                <a:gd name="T1" fmla="*/ 7 h 20"/>
                <a:gd name="T2" fmla="*/ 9 w 13"/>
                <a:gd name="T3" fmla="*/ 36 h 20"/>
                <a:gd name="T4" fmla="*/ 29 w 13"/>
                <a:gd name="T5" fmla="*/ 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2" y="3"/>
                  </a:moveTo>
                  <a:cubicBezTo>
                    <a:pt x="6" y="0"/>
                    <a:pt x="0" y="10"/>
                    <a:pt x="4" y="15"/>
                  </a:cubicBezTo>
                  <a:cubicBezTo>
                    <a:pt x="10" y="20"/>
                    <a:pt x="7" y="5"/>
                    <a:pt x="13" y="4"/>
                  </a:cubicBezTo>
                </a:path>
              </a:pathLst>
            </a:custGeom>
            <a:solidFill>
              <a:srgbClr val="C59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2" name="Freeform 589">
              <a:extLst>
                <a:ext uri="{FF2B5EF4-FFF2-40B4-BE49-F238E27FC236}">
                  <a16:creationId xmlns:a16="http://schemas.microsoft.com/office/drawing/2014/main" id="{13E71FC0-7A84-4590-A78A-D0E7A7711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250"/>
              <a:ext cx="26" cy="26"/>
            </a:xfrm>
            <a:custGeom>
              <a:avLst/>
              <a:gdLst>
                <a:gd name="T0" fmla="*/ 0 w 20"/>
                <a:gd name="T1" fmla="*/ 30 h 19"/>
                <a:gd name="T2" fmla="*/ 43 w 20"/>
                <a:gd name="T3" fmla="*/ 1 h 19"/>
                <a:gd name="T4" fmla="*/ 16 w 20"/>
                <a:gd name="T5" fmla="*/ 49 h 19"/>
                <a:gd name="T6" fmla="*/ 23 w 20"/>
                <a:gd name="T7" fmla="*/ 26 h 19"/>
                <a:gd name="T8" fmla="*/ 1 w 20"/>
                <a:gd name="T9" fmla="*/ 3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0" y="12"/>
                  </a:moveTo>
                  <a:cubicBezTo>
                    <a:pt x="2" y="8"/>
                    <a:pt x="14" y="0"/>
                    <a:pt x="19" y="1"/>
                  </a:cubicBezTo>
                  <a:cubicBezTo>
                    <a:pt x="20" y="6"/>
                    <a:pt x="10" y="16"/>
                    <a:pt x="7" y="19"/>
                  </a:cubicBezTo>
                  <a:cubicBezTo>
                    <a:pt x="9" y="16"/>
                    <a:pt x="10" y="13"/>
                    <a:pt x="11" y="10"/>
                  </a:cubicBezTo>
                  <a:cubicBezTo>
                    <a:pt x="10" y="9"/>
                    <a:pt x="2" y="13"/>
                    <a:pt x="1" y="14"/>
                  </a:cubicBezTo>
                </a:path>
              </a:pathLst>
            </a:custGeom>
            <a:solidFill>
              <a:srgbClr val="D1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3" name="Freeform 590">
              <a:extLst>
                <a:ext uri="{FF2B5EF4-FFF2-40B4-BE49-F238E27FC236}">
                  <a16:creationId xmlns:a16="http://schemas.microsoft.com/office/drawing/2014/main" id="{69FB9E79-082D-4712-8E39-40F2BD7C1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173"/>
              <a:ext cx="12" cy="36"/>
            </a:xfrm>
            <a:custGeom>
              <a:avLst/>
              <a:gdLst>
                <a:gd name="T0" fmla="*/ 12 w 9"/>
                <a:gd name="T1" fmla="*/ 12 h 27"/>
                <a:gd name="T2" fmla="*/ 5 w 9"/>
                <a:gd name="T3" fmla="*/ 33 h 27"/>
                <a:gd name="T4" fmla="*/ 21 w 9"/>
                <a:gd name="T5" fmla="*/ 64 h 27"/>
                <a:gd name="T6" fmla="*/ 12 w 9"/>
                <a:gd name="T7" fmla="*/ 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5" y="5"/>
                  </a:moveTo>
                  <a:cubicBezTo>
                    <a:pt x="0" y="0"/>
                    <a:pt x="1" y="11"/>
                    <a:pt x="2" y="14"/>
                  </a:cubicBezTo>
                  <a:cubicBezTo>
                    <a:pt x="4" y="17"/>
                    <a:pt x="5" y="25"/>
                    <a:pt x="9" y="27"/>
                  </a:cubicBezTo>
                  <a:cubicBezTo>
                    <a:pt x="7" y="24"/>
                    <a:pt x="2" y="5"/>
                    <a:pt x="5" y="4"/>
                  </a:cubicBezTo>
                </a:path>
              </a:pathLst>
            </a:custGeom>
            <a:solidFill>
              <a:srgbClr val="D1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4" name="Freeform 591">
              <a:extLst>
                <a:ext uri="{FF2B5EF4-FFF2-40B4-BE49-F238E27FC236}">
                  <a16:creationId xmlns:a16="http://schemas.microsoft.com/office/drawing/2014/main" id="{1F861340-305C-4FC7-A6B0-BD05BD6DF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406"/>
              <a:ext cx="61" cy="32"/>
            </a:xfrm>
            <a:custGeom>
              <a:avLst/>
              <a:gdLst>
                <a:gd name="T0" fmla="*/ 0 w 46"/>
                <a:gd name="T1" fmla="*/ 20 h 24"/>
                <a:gd name="T2" fmla="*/ 91 w 46"/>
                <a:gd name="T3" fmla="*/ 9 h 24"/>
                <a:gd name="T4" fmla="*/ 101 w 46"/>
                <a:gd name="T5" fmla="*/ 43 h 24"/>
                <a:gd name="T6" fmla="*/ 65 w 46"/>
                <a:gd name="T7" fmla="*/ 57 h 24"/>
                <a:gd name="T8" fmla="*/ 77 w 46"/>
                <a:gd name="T9" fmla="*/ 33 h 24"/>
                <a:gd name="T10" fmla="*/ 56 w 46"/>
                <a:gd name="T11" fmla="*/ 27 h 24"/>
                <a:gd name="T12" fmla="*/ 1 w 46"/>
                <a:gd name="T13" fmla="*/ 2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4">
                  <a:moveTo>
                    <a:pt x="0" y="8"/>
                  </a:moveTo>
                  <a:cubicBezTo>
                    <a:pt x="12" y="8"/>
                    <a:pt x="26" y="0"/>
                    <a:pt x="39" y="4"/>
                  </a:cubicBezTo>
                  <a:cubicBezTo>
                    <a:pt x="45" y="6"/>
                    <a:pt x="46" y="12"/>
                    <a:pt x="43" y="18"/>
                  </a:cubicBezTo>
                  <a:cubicBezTo>
                    <a:pt x="40" y="23"/>
                    <a:pt x="34" y="24"/>
                    <a:pt x="28" y="24"/>
                  </a:cubicBezTo>
                  <a:cubicBezTo>
                    <a:pt x="29" y="23"/>
                    <a:pt x="35" y="17"/>
                    <a:pt x="33" y="14"/>
                  </a:cubicBezTo>
                  <a:cubicBezTo>
                    <a:pt x="32" y="11"/>
                    <a:pt x="26" y="11"/>
                    <a:pt x="24" y="11"/>
                  </a:cubicBezTo>
                  <a:cubicBezTo>
                    <a:pt x="18" y="10"/>
                    <a:pt x="7" y="6"/>
                    <a:pt x="1" y="8"/>
                  </a:cubicBezTo>
                </a:path>
              </a:pathLst>
            </a:custGeom>
            <a:solidFill>
              <a:srgbClr val="D1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5" name="Freeform 592">
              <a:extLst>
                <a:ext uri="{FF2B5EF4-FFF2-40B4-BE49-F238E27FC236}">
                  <a16:creationId xmlns:a16="http://schemas.microsoft.com/office/drawing/2014/main" id="{B5FE7AEA-0195-44AF-BD8E-25D8FEB0F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276"/>
              <a:ext cx="93" cy="193"/>
            </a:xfrm>
            <a:custGeom>
              <a:avLst/>
              <a:gdLst>
                <a:gd name="T0" fmla="*/ 0 w 70"/>
                <a:gd name="T1" fmla="*/ 0 h 145"/>
                <a:gd name="T2" fmla="*/ 23 w 70"/>
                <a:gd name="T3" fmla="*/ 101 h 145"/>
                <a:gd name="T4" fmla="*/ 27 w 70"/>
                <a:gd name="T5" fmla="*/ 141 h 145"/>
                <a:gd name="T6" fmla="*/ 43 w 70"/>
                <a:gd name="T7" fmla="*/ 198 h 145"/>
                <a:gd name="T8" fmla="*/ 48 w 70"/>
                <a:gd name="T9" fmla="*/ 224 h 145"/>
                <a:gd name="T10" fmla="*/ 54 w 70"/>
                <a:gd name="T11" fmla="*/ 248 h 145"/>
                <a:gd name="T12" fmla="*/ 62 w 70"/>
                <a:gd name="T13" fmla="*/ 288 h 145"/>
                <a:gd name="T14" fmla="*/ 141 w 70"/>
                <a:gd name="T15" fmla="*/ 341 h 145"/>
                <a:gd name="T16" fmla="*/ 165 w 70"/>
                <a:gd name="T17" fmla="*/ 342 h 145"/>
                <a:gd name="T18" fmla="*/ 86 w 70"/>
                <a:gd name="T19" fmla="*/ 264 h 145"/>
                <a:gd name="T20" fmla="*/ 72 w 70"/>
                <a:gd name="T21" fmla="*/ 230 h 145"/>
                <a:gd name="T22" fmla="*/ 62 w 70"/>
                <a:gd name="T23" fmla="*/ 184 h 145"/>
                <a:gd name="T24" fmla="*/ 58 w 70"/>
                <a:gd name="T25" fmla="*/ 157 h 145"/>
                <a:gd name="T26" fmla="*/ 48 w 70"/>
                <a:gd name="T27" fmla="*/ 141 h 145"/>
                <a:gd name="T28" fmla="*/ 41 w 70"/>
                <a:gd name="T29" fmla="*/ 97 h 145"/>
                <a:gd name="T30" fmla="*/ 7 w 70"/>
                <a:gd name="T31" fmla="*/ 7 h 1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145">
                  <a:moveTo>
                    <a:pt x="0" y="0"/>
                  </a:moveTo>
                  <a:cubicBezTo>
                    <a:pt x="8" y="11"/>
                    <a:pt x="10" y="29"/>
                    <a:pt x="10" y="43"/>
                  </a:cubicBezTo>
                  <a:cubicBezTo>
                    <a:pt x="10" y="49"/>
                    <a:pt x="9" y="54"/>
                    <a:pt x="11" y="60"/>
                  </a:cubicBezTo>
                  <a:cubicBezTo>
                    <a:pt x="13" y="68"/>
                    <a:pt x="17" y="75"/>
                    <a:pt x="18" y="84"/>
                  </a:cubicBezTo>
                  <a:cubicBezTo>
                    <a:pt x="19" y="88"/>
                    <a:pt x="19" y="91"/>
                    <a:pt x="20" y="95"/>
                  </a:cubicBezTo>
                  <a:cubicBezTo>
                    <a:pt x="20" y="98"/>
                    <a:pt x="22" y="101"/>
                    <a:pt x="23" y="105"/>
                  </a:cubicBezTo>
                  <a:cubicBezTo>
                    <a:pt x="24" y="110"/>
                    <a:pt x="24" y="116"/>
                    <a:pt x="26" y="122"/>
                  </a:cubicBezTo>
                  <a:cubicBezTo>
                    <a:pt x="30" y="136"/>
                    <a:pt x="46" y="142"/>
                    <a:pt x="60" y="144"/>
                  </a:cubicBezTo>
                  <a:cubicBezTo>
                    <a:pt x="63" y="144"/>
                    <a:pt x="68" y="145"/>
                    <a:pt x="70" y="145"/>
                  </a:cubicBezTo>
                  <a:cubicBezTo>
                    <a:pt x="55" y="139"/>
                    <a:pt x="38" y="130"/>
                    <a:pt x="37" y="112"/>
                  </a:cubicBezTo>
                  <a:cubicBezTo>
                    <a:pt x="37" y="104"/>
                    <a:pt x="36" y="103"/>
                    <a:pt x="31" y="98"/>
                  </a:cubicBezTo>
                  <a:cubicBezTo>
                    <a:pt x="27" y="93"/>
                    <a:pt x="27" y="84"/>
                    <a:pt x="26" y="78"/>
                  </a:cubicBezTo>
                  <a:cubicBezTo>
                    <a:pt x="26" y="74"/>
                    <a:pt x="26" y="70"/>
                    <a:pt x="25" y="67"/>
                  </a:cubicBezTo>
                  <a:cubicBezTo>
                    <a:pt x="24" y="64"/>
                    <a:pt x="21" y="62"/>
                    <a:pt x="20" y="60"/>
                  </a:cubicBezTo>
                  <a:cubicBezTo>
                    <a:pt x="18" y="54"/>
                    <a:pt x="19" y="47"/>
                    <a:pt x="17" y="41"/>
                  </a:cubicBezTo>
                  <a:cubicBezTo>
                    <a:pt x="14" y="29"/>
                    <a:pt x="10" y="12"/>
                    <a:pt x="3" y="3"/>
                  </a:cubicBezTo>
                </a:path>
              </a:pathLst>
            </a:custGeom>
            <a:solidFill>
              <a:srgbClr val="D1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6" name="Freeform 593">
              <a:extLst>
                <a:ext uri="{FF2B5EF4-FFF2-40B4-BE49-F238E27FC236}">
                  <a16:creationId xmlns:a16="http://schemas.microsoft.com/office/drawing/2014/main" id="{D19AB30E-6FAE-4E29-9606-9097DF7D1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309"/>
              <a:ext cx="108" cy="108"/>
            </a:xfrm>
            <a:custGeom>
              <a:avLst/>
              <a:gdLst>
                <a:gd name="T0" fmla="*/ 15 w 81"/>
                <a:gd name="T1" fmla="*/ 69 h 81"/>
                <a:gd name="T2" fmla="*/ 101 w 81"/>
                <a:gd name="T3" fmla="*/ 95 h 81"/>
                <a:gd name="T4" fmla="*/ 116 w 81"/>
                <a:gd name="T5" fmla="*/ 161 h 81"/>
                <a:gd name="T6" fmla="*/ 161 w 81"/>
                <a:gd name="T7" fmla="*/ 191 h 81"/>
                <a:gd name="T8" fmla="*/ 144 w 81"/>
                <a:gd name="T9" fmla="*/ 151 h 81"/>
                <a:gd name="T10" fmla="*/ 116 w 81"/>
                <a:gd name="T11" fmla="*/ 79 h 81"/>
                <a:gd name="T12" fmla="*/ 15 w 81"/>
                <a:gd name="T13" fmla="*/ 44 h 81"/>
                <a:gd name="T14" fmla="*/ 12 w 81"/>
                <a:gd name="T15" fmla="*/ 73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1">
                  <a:moveTo>
                    <a:pt x="6" y="29"/>
                  </a:moveTo>
                  <a:cubicBezTo>
                    <a:pt x="17" y="10"/>
                    <a:pt x="39" y="24"/>
                    <a:pt x="43" y="40"/>
                  </a:cubicBezTo>
                  <a:cubicBezTo>
                    <a:pt x="46" y="48"/>
                    <a:pt x="43" y="61"/>
                    <a:pt x="49" y="68"/>
                  </a:cubicBezTo>
                  <a:cubicBezTo>
                    <a:pt x="52" y="71"/>
                    <a:pt x="64" y="81"/>
                    <a:pt x="68" y="80"/>
                  </a:cubicBezTo>
                  <a:cubicBezTo>
                    <a:pt x="81" y="77"/>
                    <a:pt x="63" y="66"/>
                    <a:pt x="61" y="64"/>
                  </a:cubicBezTo>
                  <a:cubicBezTo>
                    <a:pt x="53" y="55"/>
                    <a:pt x="53" y="43"/>
                    <a:pt x="49" y="33"/>
                  </a:cubicBezTo>
                  <a:cubicBezTo>
                    <a:pt x="42" y="16"/>
                    <a:pt x="21" y="0"/>
                    <a:pt x="6" y="19"/>
                  </a:cubicBezTo>
                  <a:cubicBezTo>
                    <a:pt x="4" y="21"/>
                    <a:pt x="0" y="31"/>
                    <a:pt x="5" y="31"/>
                  </a:cubicBezTo>
                </a:path>
              </a:pathLst>
            </a:custGeom>
            <a:solidFill>
              <a:srgbClr val="D1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7" name="Freeform 594">
              <a:extLst>
                <a:ext uri="{FF2B5EF4-FFF2-40B4-BE49-F238E27FC236}">
                  <a16:creationId xmlns:a16="http://schemas.microsoft.com/office/drawing/2014/main" id="{779A3856-A3C5-4CC8-A8A7-DC658F624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452"/>
              <a:ext cx="72" cy="44"/>
            </a:xfrm>
            <a:custGeom>
              <a:avLst/>
              <a:gdLst>
                <a:gd name="T0" fmla="*/ 9 w 54"/>
                <a:gd name="T1" fmla="*/ 79 h 33"/>
                <a:gd name="T2" fmla="*/ 55 w 54"/>
                <a:gd name="T3" fmla="*/ 27 h 33"/>
                <a:gd name="T4" fmla="*/ 95 w 54"/>
                <a:gd name="T5" fmla="*/ 27 h 33"/>
                <a:gd name="T6" fmla="*/ 128 w 54"/>
                <a:gd name="T7" fmla="*/ 20 h 33"/>
                <a:gd name="T8" fmla="*/ 44 w 54"/>
                <a:gd name="T9" fmla="*/ 5 h 33"/>
                <a:gd name="T10" fmla="*/ 0 w 54"/>
                <a:gd name="T11" fmla="*/ 76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3">
                  <a:moveTo>
                    <a:pt x="4" y="33"/>
                  </a:moveTo>
                  <a:cubicBezTo>
                    <a:pt x="6" y="24"/>
                    <a:pt x="14" y="13"/>
                    <a:pt x="23" y="11"/>
                  </a:cubicBezTo>
                  <a:cubicBezTo>
                    <a:pt x="29" y="9"/>
                    <a:pt x="34" y="11"/>
                    <a:pt x="40" y="11"/>
                  </a:cubicBezTo>
                  <a:cubicBezTo>
                    <a:pt x="44" y="11"/>
                    <a:pt x="50" y="9"/>
                    <a:pt x="54" y="8"/>
                  </a:cubicBezTo>
                  <a:cubicBezTo>
                    <a:pt x="42" y="9"/>
                    <a:pt x="31" y="0"/>
                    <a:pt x="19" y="2"/>
                  </a:cubicBezTo>
                  <a:cubicBezTo>
                    <a:pt x="3" y="5"/>
                    <a:pt x="8" y="22"/>
                    <a:pt x="0" y="32"/>
                  </a:cubicBezTo>
                </a:path>
              </a:pathLst>
            </a:custGeom>
            <a:solidFill>
              <a:srgbClr val="D1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8" name="Freeform 595">
              <a:extLst>
                <a:ext uri="{FF2B5EF4-FFF2-40B4-BE49-F238E27FC236}">
                  <a16:creationId xmlns:a16="http://schemas.microsoft.com/office/drawing/2014/main" id="{8EA88A56-F813-47C0-96CD-50F49D1C3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390"/>
              <a:ext cx="35" cy="44"/>
            </a:xfrm>
            <a:custGeom>
              <a:avLst/>
              <a:gdLst>
                <a:gd name="T0" fmla="*/ 5 w 26"/>
                <a:gd name="T1" fmla="*/ 0 h 33"/>
                <a:gd name="T2" fmla="*/ 63 w 26"/>
                <a:gd name="T3" fmla="*/ 65 h 33"/>
                <a:gd name="T4" fmla="*/ 20 w 26"/>
                <a:gd name="T5" fmla="*/ 52 h 33"/>
                <a:gd name="T6" fmla="*/ 0 w 26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2" y="0"/>
                  </a:moveTo>
                  <a:cubicBezTo>
                    <a:pt x="4" y="14"/>
                    <a:pt x="14" y="21"/>
                    <a:pt x="26" y="28"/>
                  </a:cubicBezTo>
                  <a:cubicBezTo>
                    <a:pt x="23" y="33"/>
                    <a:pt x="11" y="25"/>
                    <a:pt x="8" y="22"/>
                  </a:cubicBezTo>
                  <a:cubicBezTo>
                    <a:pt x="2" y="16"/>
                    <a:pt x="0" y="9"/>
                    <a:pt x="0" y="0"/>
                  </a:cubicBezTo>
                </a:path>
              </a:pathLst>
            </a:custGeom>
            <a:solidFill>
              <a:srgbClr val="D1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9" name="Freeform 596">
              <a:extLst>
                <a:ext uri="{FF2B5EF4-FFF2-40B4-BE49-F238E27FC236}">
                  <a16:creationId xmlns:a16="http://schemas.microsoft.com/office/drawing/2014/main" id="{FF49AC99-D4D3-4164-B79D-5647DE921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120"/>
              <a:ext cx="57" cy="86"/>
            </a:xfrm>
            <a:custGeom>
              <a:avLst/>
              <a:gdLst>
                <a:gd name="T0" fmla="*/ 0 w 43"/>
                <a:gd name="T1" fmla="*/ 27 h 64"/>
                <a:gd name="T2" fmla="*/ 30 w 43"/>
                <a:gd name="T3" fmla="*/ 93 h 64"/>
                <a:gd name="T4" fmla="*/ 64 w 43"/>
                <a:gd name="T5" fmla="*/ 141 h 64"/>
                <a:gd name="T6" fmla="*/ 93 w 43"/>
                <a:gd name="T7" fmla="*/ 90 h 64"/>
                <a:gd name="T8" fmla="*/ 95 w 43"/>
                <a:gd name="T9" fmla="*/ 47 h 64"/>
                <a:gd name="T10" fmla="*/ 91 w 43"/>
                <a:gd name="T11" fmla="*/ 0 h 64"/>
                <a:gd name="T12" fmla="*/ 87 w 43"/>
                <a:gd name="T13" fmla="*/ 31 h 64"/>
                <a:gd name="T14" fmla="*/ 81 w 43"/>
                <a:gd name="T15" fmla="*/ 63 h 64"/>
                <a:gd name="T16" fmla="*/ 53 w 43"/>
                <a:gd name="T17" fmla="*/ 85 h 64"/>
                <a:gd name="T18" fmla="*/ 23 w 43"/>
                <a:gd name="T19" fmla="*/ 48 h 64"/>
                <a:gd name="T20" fmla="*/ 0 w 43"/>
                <a:gd name="T21" fmla="*/ 31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64">
                  <a:moveTo>
                    <a:pt x="0" y="11"/>
                  </a:moveTo>
                  <a:cubicBezTo>
                    <a:pt x="4" y="20"/>
                    <a:pt x="9" y="29"/>
                    <a:pt x="13" y="38"/>
                  </a:cubicBezTo>
                  <a:cubicBezTo>
                    <a:pt x="16" y="46"/>
                    <a:pt x="19" y="53"/>
                    <a:pt x="27" y="58"/>
                  </a:cubicBezTo>
                  <a:cubicBezTo>
                    <a:pt x="38" y="64"/>
                    <a:pt x="39" y="44"/>
                    <a:pt x="40" y="37"/>
                  </a:cubicBezTo>
                  <a:cubicBezTo>
                    <a:pt x="40" y="31"/>
                    <a:pt x="41" y="25"/>
                    <a:pt x="41" y="19"/>
                  </a:cubicBezTo>
                  <a:cubicBezTo>
                    <a:pt x="41" y="13"/>
                    <a:pt x="43" y="5"/>
                    <a:pt x="39" y="0"/>
                  </a:cubicBezTo>
                  <a:cubicBezTo>
                    <a:pt x="38" y="4"/>
                    <a:pt x="38" y="8"/>
                    <a:pt x="38" y="13"/>
                  </a:cubicBezTo>
                  <a:cubicBezTo>
                    <a:pt x="37" y="17"/>
                    <a:pt x="35" y="21"/>
                    <a:pt x="35" y="26"/>
                  </a:cubicBezTo>
                  <a:cubicBezTo>
                    <a:pt x="34" y="33"/>
                    <a:pt x="31" y="39"/>
                    <a:pt x="23" y="35"/>
                  </a:cubicBezTo>
                  <a:cubicBezTo>
                    <a:pt x="17" y="32"/>
                    <a:pt x="14" y="25"/>
                    <a:pt x="10" y="20"/>
                  </a:cubicBezTo>
                  <a:cubicBezTo>
                    <a:pt x="8" y="18"/>
                    <a:pt x="3" y="11"/>
                    <a:pt x="0" y="13"/>
                  </a:cubicBezTo>
                </a:path>
              </a:pathLst>
            </a:custGeom>
            <a:solidFill>
              <a:srgbClr val="F8F1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0" name="Freeform 597">
              <a:extLst>
                <a:ext uri="{FF2B5EF4-FFF2-40B4-BE49-F238E27FC236}">
                  <a16:creationId xmlns:a16="http://schemas.microsoft.com/office/drawing/2014/main" id="{D84B2A8E-E4D2-46A4-8396-E7721E5A2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2046"/>
              <a:ext cx="16" cy="24"/>
            </a:xfrm>
            <a:custGeom>
              <a:avLst/>
              <a:gdLst>
                <a:gd name="T0" fmla="*/ 28 w 12"/>
                <a:gd name="T1" fmla="*/ 5 h 18"/>
                <a:gd name="T2" fmla="*/ 21 w 12"/>
                <a:gd name="T3" fmla="*/ 37 h 18"/>
                <a:gd name="T4" fmla="*/ 23 w 12"/>
                <a:gd name="T5" fmla="*/ 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2" y="2"/>
                  </a:moveTo>
                  <a:cubicBezTo>
                    <a:pt x="6" y="0"/>
                    <a:pt x="11" y="14"/>
                    <a:pt x="9" y="16"/>
                  </a:cubicBezTo>
                  <a:cubicBezTo>
                    <a:pt x="6" y="18"/>
                    <a:pt x="0" y="0"/>
                    <a:pt x="10" y="2"/>
                  </a:cubicBezTo>
                </a:path>
              </a:pathLst>
            </a:custGeom>
            <a:solidFill>
              <a:srgbClr val="F8F1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1" name="Freeform 598">
              <a:extLst>
                <a:ext uri="{FF2B5EF4-FFF2-40B4-BE49-F238E27FC236}">
                  <a16:creationId xmlns:a16="http://schemas.microsoft.com/office/drawing/2014/main" id="{F23FC4BE-47DA-4E12-9C76-774478904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067"/>
              <a:ext cx="22" cy="23"/>
            </a:xfrm>
            <a:custGeom>
              <a:avLst/>
              <a:gdLst>
                <a:gd name="T0" fmla="*/ 8 w 17"/>
                <a:gd name="T1" fmla="*/ 42 h 17"/>
                <a:gd name="T2" fmla="*/ 27 w 17"/>
                <a:gd name="T3" fmla="*/ 35 h 17"/>
                <a:gd name="T4" fmla="*/ 6 w 17"/>
                <a:gd name="T5" fmla="*/ 3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4" y="17"/>
                  </a:moveTo>
                  <a:cubicBezTo>
                    <a:pt x="0" y="11"/>
                    <a:pt x="11" y="15"/>
                    <a:pt x="12" y="14"/>
                  </a:cubicBezTo>
                  <a:cubicBezTo>
                    <a:pt x="17" y="11"/>
                    <a:pt x="4" y="0"/>
                    <a:pt x="3" y="13"/>
                  </a:cubicBezTo>
                </a:path>
              </a:pathLst>
            </a:custGeom>
            <a:solidFill>
              <a:srgbClr val="F8F1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2" name="Freeform 599">
              <a:extLst>
                <a:ext uri="{FF2B5EF4-FFF2-40B4-BE49-F238E27FC236}">
                  <a16:creationId xmlns:a16="http://schemas.microsoft.com/office/drawing/2014/main" id="{8631D7F8-E475-4C08-959C-075B043AD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015"/>
              <a:ext cx="33" cy="99"/>
            </a:xfrm>
            <a:custGeom>
              <a:avLst/>
              <a:gdLst>
                <a:gd name="T0" fmla="*/ 0 w 25"/>
                <a:gd name="T1" fmla="*/ 0 h 74"/>
                <a:gd name="T2" fmla="*/ 37 w 25"/>
                <a:gd name="T3" fmla="*/ 55 h 74"/>
                <a:gd name="T4" fmla="*/ 53 w 25"/>
                <a:gd name="T5" fmla="*/ 96 h 74"/>
                <a:gd name="T6" fmla="*/ 45 w 25"/>
                <a:gd name="T7" fmla="*/ 177 h 74"/>
                <a:gd name="T8" fmla="*/ 42 w 25"/>
                <a:gd name="T9" fmla="*/ 154 h 74"/>
                <a:gd name="T10" fmla="*/ 37 w 25"/>
                <a:gd name="T11" fmla="*/ 107 h 74"/>
                <a:gd name="T12" fmla="*/ 28 w 25"/>
                <a:gd name="T13" fmla="*/ 55 h 74"/>
                <a:gd name="T14" fmla="*/ 1 w 25"/>
                <a:gd name="T15" fmla="*/ 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74">
                  <a:moveTo>
                    <a:pt x="0" y="0"/>
                  </a:moveTo>
                  <a:cubicBezTo>
                    <a:pt x="7" y="5"/>
                    <a:pt x="10" y="16"/>
                    <a:pt x="16" y="23"/>
                  </a:cubicBezTo>
                  <a:cubicBezTo>
                    <a:pt x="20" y="29"/>
                    <a:pt x="22" y="33"/>
                    <a:pt x="23" y="40"/>
                  </a:cubicBezTo>
                  <a:cubicBezTo>
                    <a:pt x="25" y="53"/>
                    <a:pt x="23" y="62"/>
                    <a:pt x="20" y="74"/>
                  </a:cubicBezTo>
                  <a:cubicBezTo>
                    <a:pt x="20" y="70"/>
                    <a:pt x="19" y="67"/>
                    <a:pt x="18" y="64"/>
                  </a:cubicBezTo>
                  <a:cubicBezTo>
                    <a:pt x="17" y="57"/>
                    <a:pt x="17" y="51"/>
                    <a:pt x="16" y="45"/>
                  </a:cubicBezTo>
                  <a:cubicBezTo>
                    <a:pt x="15" y="38"/>
                    <a:pt x="15" y="30"/>
                    <a:pt x="12" y="23"/>
                  </a:cubicBezTo>
                  <a:cubicBezTo>
                    <a:pt x="8" y="15"/>
                    <a:pt x="4" y="8"/>
                    <a:pt x="1" y="0"/>
                  </a:cubicBezTo>
                </a:path>
              </a:pathLst>
            </a:custGeom>
            <a:solidFill>
              <a:srgbClr val="F6D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3" name="Freeform 600">
              <a:extLst>
                <a:ext uri="{FF2B5EF4-FFF2-40B4-BE49-F238E27FC236}">
                  <a16:creationId xmlns:a16="http://schemas.microsoft.com/office/drawing/2014/main" id="{34DC8959-577B-4729-9115-B240A2806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953"/>
              <a:ext cx="33" cy="25"/>
            </a:xfrm>
            <a:custGeom>
              <a:avLst/>
              <a:gdLst>
                <a:gd name="T0" fmla="*/ 21 w 25"/>
                <a:gd name="T1" fmla="*/ 0 h 19"/>
                <a:gd name="T2" fmla="*/ 1 w 25"/>
                <a:gd name="T3" fmla="*/ 7 h 19"/>
                <a:gd name="T4" fmla="*/ 16 w 25"/>
                <a:gd name="T5" fmla="*/ 22 h 19"/>
                <a:gd name="T6" fmla="*/ 58 w 25"/>
                <a:gd name="T7" fmla="*/ 43 h 19"/>
                <a:gd name="T8" fmla="*/ 32 w 25"/>
                <a:gd name="T9" fmla="*/ 22 h 19"/>
                <a:gd name="T10" fmla="*/ 29 w 25"/>
                <a:gd name="T11" fmla="*/ 12 h 19"/>
                <a:gd name="T12" fmla="*/ 22 w 25"/>
                <a:gd name="T13" fmla="*/ 1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9">
                  <a:moveTo>
                    <a:pt x="9" y="0"/>
                  </a:moveTo>
                  <a:cubicBezTo>
                    <a:pt x="7" y="0"/>
                    <a:pt x="1" y="0"/>
                    <a:pt x="1" y="3"/>
                  </a:cubicBezTo>
                  <a:cubicBezTo>
                    <a:pt x="0" y="7"/>
                    <a:pt x="4" y="9"/>
                    <a:pt x="7" y="10"/>
                  </a:cubicBezTo>
                  <a:cubicBezTo>
                    <a:pt x="11" y="13"/>
                    <a:pt x="20" y="19"/>
                    <a:pt x="25" y="19"/>
                  </a:cubicBezTo>
                  <a:cubicBezTo>
                    <a:pt x="22" y="15"/>
                    <a:pt x="17" y="14"/>
                    <a:pt x="14" y="10"/>
                  </a:cubicBezTo>
                  <a:cubicBezTo>
                    <a:pt x="13" y="8"/>
                    <a:pt x="14" y="7"/>
                    <a:pt x="13" y="5"/>
                  </a:cubicBezTo>
                  <a:cubicBezTo>
                    <a:pt x="12" y="2"/>
                    <a:pt x="12" y="3"/>
                    <a:pt x="10" y="1"/>
                  </a:cubicBezTo>
                </a:path>
              </a:pathLst>
            </a:custGeom>
            <a:solidFill>
              <a:srgbClr val="F6D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4" name="Freeform 601">
              <a:extLst>
                <a:ext uri="{FF2B5EF4-FFF2-40B4-BE49-F238E27FC236}">
                  <a16:creationId xmlns:a16="http://schemas.microsoft.com/office/drawing/2014/main" id="{8A9FFA95-3D7E-4882-BC4A-B0151AE5E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978"/>
              <a:ext cx="44" cy="73"/>
            </a:xfrm>
            <a:custGeom>
              <a:avLst/>
              <a:gdLst>
                <a:gd name="T0" fmla="*/ 79 w 33"/>
                <a:gd name="T1" fmla="*/ 1 h 55"/>
                <a:gd name="T2" fmla="*/ 31 w 33"/>
                <a:gd name="T3" fmla="*/ 44 h 55"/>
                <a:gd name="T4" fmla="*/ 15 w 33"/>
                <a:gd name="T5" fmla="*/ 85 h 55"/>
                <a:gd name="T6" fmla="*/ 0 w 33"/>
                <a:gd name="T7" fmla="*/ 129 h 55"/>
                <a:gd name="T8" fmla="*/ 33 w 33"/>
                <a:gd name="T9" fmla="*/ 31 h 55"/>
                <a:gd name="T10" fmla="*/ 73 w 33"/>
                <a:gd name="T11" fmla="*/ 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55">
                  <a:moveTo>
                    <a:pt x="33" y="1"/>
                  </a:moveTo>
                  <a:cubicBezTo>
                    <a:pt x="26" y="6"/>
                    <a:pt x="18" y="11"/>
                    <a:pt x="13" y="19"/>
                  </a:cubicBezTo>
                  <a:cubicBezTo>
                    <a:pt x="10" y="24"/>
                    <a:pt x="8" y="30"/>
                    <a:pt x="6" y="36"/>
                  </a:cubicBezTo>
                  <a:cubicBezTo>
                    <a:pt x="4" y="42"/>
                    <a:pt x="1" y="48"/>
                    <a:pt x="0" y="55"/>
                  </a:cubicBezTo>
                  <a:cubicBezTo>
                    <a:pt x="0" y="41"/>
                    <a:pt x="7" y="25"/>
                    <a:pt x="14" y="13"/>
                  </a:cubicBezTo>
                  <a:cubicBezTo>
                    <a:pt x="18" y="7"/>
                    <a:pt x="23" y="0"/>
                    <a:pt x="31" y="1"/>
                  </a:cubicBezTo>
                </a:path>
              </a:pathLst>
            </a:custGeom>
            <a:solidFill>
              <a:srgbClr val="F6D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5" name="Freeform 602">
              <a:extLst>
                <a:ext uri="{FF2B5EF4-FFF2-40B4-BE49-F238E27FC236}">
                  <a16:creationId xmlns:a16="http://schemas.microsoft.com/office/drawing/2014/main" id="{AE60F8DB-2088-4907-86D5-21A817908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794"/>
              <a:ext cx="244" cy="187"/>
            </a:xfrm>
            <a:custGeom>
              <a:avLst/>
              <a:gdLst>
                <a:gd name="T0" fmla="*/ 20 w 183"/>
                <a:gd name="T1" fmla="*/ 170 h 140"/>
                <a:gd name="T2" fmla="*/ 140 w 183"/>
                <a:gd name="T3" fmla="*/ 71 h 140"/>
                <a:gd name="T4" fmla="*/ 235 w 183"/>
                <a:gd name="T5" fmla="*/ 7 h 140"/>
                <a:gd name="T6" fmla="*/ 356 w 183"/>
                <a:gd name="T7" fmla="*/ 227 h 140"/>
                <a:gd name="T8" fmla="*/ 108 w 183"/>
                <a:gd name="T9" fmla="*/ 227 h 140"/>
                <a:gd name="T10" fmla="*/ 20 w 183"/>
                <a:gd name="T11" fmla="*/ 170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140">
                  <a:moveTo>
                    <a:pt x="8" y="71"/>
                  </a:moveTo>
                  <a:cubicBezTo>
                    <a:pt x="14" y="65"/>
                    <a:pt x="49" y="43"/>
                    <a:pt x="59" y="30"/>
                  </a:cubicBezTo>
                  <a:cubicBezTo>
                    <a:pt x="69" y="17"/>
                    <a:pt x="79" y="0"/>
                    <a:pt x="99" y="3"/>
                  </a:cubicBezTo>
                  <a:cubicBezTo>
                    <a:pt x="120" y="6"/>
                    <a:pt x="183" y="49"/>
                    <a:pt x="150" y="95"/>
                  </a:cubicBezTo>
                  <a:cubicBezTo>
                    <a:pt x="118" y="140"/>
                    <a:pt x="68" y="102"/>
                    <a:pt x="46" y="95"/>
                  </a:cubicBezTo>
                  <a:cubicBezTo>
                    <a:pt x="24" y="87"/>
                    <a:pt x="0" y="80"/>
                    <a:pt x="8" y="71"/>
                  </a:cubicBezTo>
                  <a:close/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7" name="arterial-wall-microscopic-structure-diagram">
            <a:extLst>
              <a:ext uri="{FF2B5EF4-FFF2-40B4-BE49-F238E27FC236}">
                <a16:creationId xmlns:a16="http://schemas.microsoft.com/office/drawing/2014/main" id="{21D9DA63-07E6-4F9E-B160-BF20205F1593}"/>
              </a:ext>
            </a:extLst>
          </p:cNvPr>
          <p:cNvGrpSpPr>
            <a:grpSpLocks/>
          </p:cNvGrpSpPr>
          <p:nvPr/>
        </p:nvGrpSpPr>
        <p:grpSpPr bwMode="auto">
          <a:xfrm>
            <a:off x="2211388" y="2116138"/>
            <a:ext cx="3657600" cy="3754437"/>
            <a:chOff x="433" y="1154"/>
            <a:chExt cx="2304" cy="2365"/>
          </a:xfrm>
        </p:grpSpPr>
        <p:grpSp>
          <p:nvGrpSpPr>
            <p:cNvPr id="26628" name="Group 604">
              <a:extLst>
                <a:ext uri="{FF2B5EF4-FFF2-40B4-BE49-F238E27FC236}">
                  <a16:creationId xmlns:a16="http://schemas.microsoft.com/office/drawing/2014/main" id="{72DF6ADA-EA92-4C53-94F2-CD65DC8EE8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3" y="1257"/>
              <a:ext cx="2287" cy="2262"/>
              <a:chOff x="433" y="1257"/>
              <a:chExt cx="2287" cy="2262"/>
            </a:xfrm>
          </p:grpSpPr>
          <p:sp>
            <p:nvSpPr>
              <p:cNvPr id="26767" name="Freeform 605">
                <a:extLst>
                  <a:ext uri="{FF2B5EF4-FFF2-40B4-BE49-F238E27FC236}">
                    <a16:creationId xmlns:a16="http://schemas.microsoft.com/office/drawing/2014/main" id="{93AF1718-3DAE-4CAF-A2AD-107314A92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" y="2072"/>
                <a:ext cx="2203" cy="1380"/>
              </a:xfrm>
              <a:custGeom>
                <a:avLst/>
                <a:gdLst>
                  <a:gd name="T0" fmla="*/ 2971 w 1897"/>
                  <a:gd name="T1" fmla="*/ 177 h 1239"/>
                  <a:gd name="T2" fmla="*/ 1726 w 1897"/>
                  <a:gd name="T3" fmla="*/ 0 h 1239"/>
                  <a:gd name="T4" fmla="*/ 0 w 1897"/>
                  <a:gd name="T5" fmla="*/ 1198 h 1239"/>
                  <a:gd name="T6" fmla="*/ 1438 w 1897"/>
                  <a:gd name="T7" fmla="*/ 1712 h 1239"/>
                  <a:gd name="T8" fmla="*/ 2971 w 1897"/>
                  <a:gd name="T9" fmla="*/ 177 h 12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97" h="1239">
                    <a:moveTo>
                      <a:pt x="1897" y="128"/>
                    </a:moveTo>
                    <a:cubicBezTo>
                      <a:pt x="1897" y="128"/>
                      <a:pt x="1450" y="7"/>
                      <a:pt x="1102" y="0"/>
                    </a:cubicBezTo>
                    <a:cubicBezTo>
                      <a:pt x="1102" y="0"/>
                      <a:pt x="368" y="580"/>
                      <a:pt x="0" y="867"/>
                    </a:cubicBezTo>
                    <a:cubicBezTo>
                      <a:pt x="918" y="1239"/>
                      <a:pt x="918" y="1239"/>
                      <a:pt x="918" y="1239"/>
                    </a:cubicBezTo>
                    <a:cubicBezTo>
                      <a:pt x="918" y="1239"/>
                      <a:pt x="1745" y="240"/>
                      <a:pt x="1897" y="128"/>
                    </a:cubicBezTo>
                    <a:close/>
                  </a:path>
                </a:pathLst>
              </a:custGeom>
              <a:solidFill>
                <a:srgbClr val="A96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8" name="Freeform 606">
                <a:extLst>
                  <a:ext uri="{FF2B5EF4-FFF2-40B4-BE49-F238E27FC236}">
                    <a16:creationId xmlns:a16="http://schemas.microsoft.com/office/drawing/2014/main" id="{1A8059DB-7E62-4464-894F-1B13EA60B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" y="2072"/>
                <a:ext cx="2203" cy="1380"/>
              </a:xfrm>
              <a:custGeom>
                <a:avLst/>
                <a:gdLst>
                  <a:gd name="T0" fmla="*/ 2971 w 1897"/>
                  <a:gd name="T1" fmla="*/ 177 h 1239"/>
                  <a:gd name="T2" fmla="*/ 1726 w 1897"/>
                  <a:gd name="T3" fmla="*/ 0 h 1239"/>
                  <a:gd name="T4" fmla="*/ 0 w 1897"/>
                  <a:gd name="T5" fmla="*/ 1198 h 1239"/>
                  <a:gd name="T6" fmla="*/ 1438 w 1897"/>
                  <a:gd name="T7" fmla="*/ 1712 h 1239"/>
                  <a:gd name="T8" fmla="*/ 2971 w 1897"/>
                  <a:gd name="T9" fmla="*/ 177 h 12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97" h="1239">
                    <a:moveTo>
                      <a:pt x="1897" y="128"/>
                    </a:moveTo>
                    <a:cubicBezTo>
                      <a:pt x="1897" y="128"/>
                      <a:pt x="1450" y="7"/>
                      <a:pt x="1102" y="0"/>
                    </a:cubicBezTo>
                    <a:cubicBezTo>
                      <a:pt x="1102" y="0"/>
                      <a:pt x="368" y="580"/>
                      <a:pt x="0" y="867"/>
                    </a:cubicBezTo>
                    <a:cubicBezTo>
                      <a:pt x="918" y="1239"/>
                      <a:pt x="918" y="1239"/>
                      <a:pt x="918" y="1239"/>
                    </a:cubicBezTo>
                    <a:cubicBezTo>
                      <a:pt x="918" y="1239"/>
                      <a:pt x="1745" y="240"/>
                      <a:pt x="1897" y="12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9" name="Freeform 607">
                <a:extLst>
                  <a:ext uri="{FF2B5EF4-FFF2-40B4-BE49-F238E27FC236}">
                    <a16:creationId xmlns:a16="http://schemas.microsoft.com/office/drawing/2014/main" id="{EE69EBF8-5C24-4B8B-8D2D-E6FD86B46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" y="2549"/>
                <a:ext cx="588" cy="531"/>
              </a:xfrm>
              <a:custGeom>
                <a:avLst/>
                <a:gdLst>
                  <a:gd name="T0" fmla="*/ 0 w 507"/>
                  <a:gd name="T1" fmla="*/ 602 h 477"/>
                  <a:gd name="T2" fmla="*/ 187 w 507"/>
                  <a:gd name="T3" fmla="*/ 632 h 477"/>
                  <a:gd name="T4" fmla="*/ 791 w 507"/>
                  <a:gd name="T5" fmla="*/ 168 h 477"/>
                  <a:gd name="T6" fmla="*/ 699 w 507"/>
                  <a:gd name="T7" fmla="*/ 0 h 477"/>
                  <a:gd name="T8" fmla="*/ 550 w 507"/>
                  <a:gd name="T9" fmla="*/ 107 h 477"/>
                  <a:gd name="T10" fmla="*/ 0 w 507"/>
                  <a:gd name="T11" fmla="*/ 602 h 4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7" h="477">
                    <a:moveTo>
                      <a:pt x="0" y="437"/>
                    </a:moveTo>
                    <a:cubicBezTo>
                      <a:pt x="0" y="437"/>
                      <a:pt x="101" y="477"/>
                      <a:pt x="120" y="458"/>
                    </a:cubicBezTo>
                    <a:cubicBezTo>
                      <a:pt x="139" y="439"/>
                      <a:pt x="507" y="122"/>
                      <a:pt x="507" y="122"/>
                    </a:cubicBezTo>
                    <a:cubicBezTo>
                      <a:pt x="448" y="0"/>
                      <a:pt x="448" y="0"/>
                      <a:pt x="448" y="0"/>
                    </a:cubicBezTo>
                    <a:cubicBezTo>
                      <a:pt x="353" y="77"/>
                      <a:pt x="353" y="77"/>
                      <a:pt x="353" y="77"/>
                    </a:cubicBezTo>
                    <a:lnTo>
                      <a:pt x="0" y="437"/>
                    </a:lnTo>
                    <a:close/>
                  </a:path>
                </a:pathLst>
              </a:custGeom>
              <a:solidFill>
                <a:srgbClr val="9E6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0" name="Freeform 608">
                <a:extLst>
                  <a:ext uri="{FF2B5EF4-FFF2-40B4-BE49-F238E27FC236}">
                    <a16:creationId xmlns:a16="http://schemas.microsoft.com/office/drawing/2014/main" id="{36A511C8-DC92-4993-AC9F-18D5040C7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" y="2453"/>
                <a:ext cx="678" cy="583"/>
              </a:xfrm>
              <a:custGeom>
                <a:avLst/>
                <a:gdLst>
                  <a:gd name="T0" fmla="*/ 26 w 584"/>
                  <a:gd name="T1" fmla="*/ 725 h 523"/>
                  <a:gd name="T2" fmla="*/ 906 w 584"/>
                  <a:gd name="T3" fmla="*/ 25 h 523"/>
                  <a:gd name="T4" fmla="*/ 886 w 584"/>
                  <a:gd name="T5" fmla="*/ 0 h 523"/>
                  <a:gd name="T6" fmla="*/ 0 w 584"/>
                  <a:gd name="T7" fmla="*/ 696 h 523"/>
                  <a:gd name="T8" fmla="*/ 26 w 584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6" y="523"/>
                    </a:moveTo>
                    <a:cubicBezTo>
                      <a:pt x="16" y="523"/>
                      <a:pt x="509" y="71"/>
                      <a:pt x="579" y="18"/>
                    </a:cubicBezTo>
                    <a:cubicBezTo>
                      <a:pt x="579" y="18"/>
                      <a:pt x="584" y="2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6" y="523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1" name="Freeform 609">
                <a:extLst>
                  <a:ext uri="{FF2B5EF4-FFF2-40B4-BE49-F238E27FC236}">
                    <a16:creationId xmlns:a16="http://schemas.microsoft.com/office/drawing/2014/main" id="{DDDE5AFF-6A0D-4C3C-B525-77C3D284E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" y="2453"/>
                <a:ext cx="671" cy="583"/>
              </a:xfrm>
              <a:custGeom>
                <a:avLst/>
                <a:gdLst>
                  <a:gd name="T0" fmla="*/ 8 w 578"/>
                  <a:gd name="T1" fmla="*/ 703 h 523"/>
                  <a:gd name="T2" fmla="*/ 895 w 578"/>
                  <a:gd name="T3" fmla="*/ 9 h 523"/>
                  <a:gd name="T4" fmla="*/ 904 w 578"/>
                  <a:gd name="T5" fmla="*/ 10 h 523"/>
                  <a:gd name="T6" fmla="*/ 886 w 578"/>
                  <a:gd name="T7" fmla="*/ 0 h 523"/>
                  <a:gd name="T8" fmla="*/ 0 w 578"/>
                  <a:gd name="T9" fmla="*/ 696 h 523"/>
                  <a:gd name="T10" fmla="*/ 26 w 578"/>
                  <a:gd name="T11" fmla="*/ 725 h 523"/>
                  <a:gd name="T12" fmla="*/ 27 w 578"/>
                  <a:gd name="T13" fmla="*/ 723 h 523"/>
                  <a:gd name="T14" fmla="*/ 8 w 578"/>
                  <a:gd name="T15" fmla="*/ 703 h 5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8" h="523">
                    <a:moveTo>
                      <a:pt x="5" y="508"/>
                    </a:moveTo>
                    <a:cubicBezTo>
                      <a:pt x="572" y="6"/>
                      <a:pt x="572" y="6"/>
                      <a:pt x="572" y="6"/>
                    </a:cubicBezTo>
                    <a:cubicBezTo>
                      <a:pt x="575" y="6"/>
                      <a:pt x="577" y="7"/>
                      <a:pt x="578" y="7"/>
                    </a:cubicBezTo>
                    <a:cubicBezTo>
                      <a:pt x="577" y="4"/>
                      <a:pt x="574" y="1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cubicBezTo>
                      <a:pt x="16" y="523"/>
                      <a:pt x="16" y="523"/>
                      <a:pt x="16" y="523"/>
                    </a:cubicBezTo>
                    <a:cubicBezTo>
                      <a:pt x="16" y="523"/>
                      <a:pt x="17" y="523"/>
                      <a:pt x="17" y="522"/>
                    </a:cubicBezTo>
                    <a:lnTo>
                      <a:pt x="5" y="508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2" name="Freeform 610">
                <a:extLst>
                  <a:ext uri="{FF2B5EF4-FFF2-40B4-BE49-F238E27FC236}">
                    <a16:creationId xmlns:a16="http://schemas.microsoft.com/office/drawing/2014/main" id="{9A3D018E-29D8-4F5B-A36C-6C96A607F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2468"/>
                <a:ext cx="635" cy="538"/>
              </a:xfrm>
              <a:custGeom>
                <a:avLst/>
                <a:gdLst>
                  <a:gd name="T0" fmla="*/ 0 w 547"/>
                  <a:gd name="T1" fmla="*/ 667 h 483"/>
                  <a:gd name="T2" fmla="*/ 856 w 547"/>
                  <a:gd name="T3" fmla="*/ 0 h 483"/>
                  <a:gd name="T4" fmla="*/ 0 w 547"/>
                  <a:gd name="T5" fmla="*/ 667 h 4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7" h="483">
                    <a:moveTo>
                      <a:pt x="0" y="483"/>
                    </a:moveTo>
                    <a:cubicBezTo>
                      <a:pt x="547" y="0"/>
                      <a:pt x="547" y="0"/>
                      <a:pt x="547" y="0"/>
                    </a:cubicBezTo>
                    <a:cubicBezTo>
                      <a:pt x="547" y="0"/>
                      <a:pt x="115" y="388"/>
                      <a:pt x="0" y="48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3" name="Freeform 611">
                <a:extLst>
                  <a:ext uri="{FF2B5EF4-FFF2-40B4-BE49-F238E27FC236}">
                    <a16:creationId xmlns:a16="http://schemas.microsoft.com/office/drawing/2014/main" id="{57F4651B-8710-4B4B-9B4C-244E50A78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" y="2453"/>
                <a:ext cx="678" cy="583"/>
              </a:xfrm>
              <a:custGeom>
                <a:avLst/>
                <a:gdLst>
                  <a:gd name="T0" fmla="*/ 26 w 584"/>
                  <a:gd name="T1" fmla="*/ 725 h 523"/>
                  <a:gd name="T2" fmla="*/ 906 w 584"/>
                  <a:gd name="T3" fmla="*/ 25 h 523"/>
                  <a:gd name="T4" fmla="*/ 886 w 584"/>
                  <a:gd name="T5" fmla="*/ 0 h 523"/>
                  <a:gd name="T6" fmla="*/ 0 w 584"/>
                  <a:gd name="T7" fmla="*/ 696 h 523"/>
                  <a:gd name="T8" fmla="*/ 26 w 584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6" y="523"/>
                    </a:moveTo>
                    <a:cubicBezTo>
                      <a:pt x="16" y="523"/>
                      <a:pt x="509" y="71"/>
                      <a:pt x="579" y="18"/>
                    </a:cubicBezTo>
                    <a:cubicBezTo>
                      <a:pt x="579" y="18"/>
                      <a:pt x="584" y="2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6" y="52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4" name="Freeform 612">
                <a:extLst>
                  <a:ext uri="{FF2B5EF4-FFF2-40B4-BE49-F238E27FC236}">
                    <a16:creationId xmlns:a16="http://schemas.microsoft.com/office/drawing/2014/main" id="{E3DCB2FE-7F38-440A-AC9C-E85CF4B9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" y="3008"/>
                <a:ext cx="32" cy="30"/>
              </a:xfrm>
              <a:custGeom>
                <a:avLst/>
                <a:gdLst>
                  <a:gd name="T0" fmla="*/ 45 w 27"/>
                  <a:gd name="T1" fmla="*/ 20 h 27"/>
                  <a:gd name="T2" fmla="*/ 24 w 27"/>
                  <a:gd name="T3" fmla="*/ 37 h 27"/>
                  <a:gd name="T4" fmla="*/ 1 w 27"/>
                  <a:gd name="T5" fmla="*/ 20 h 27"/>
                  <a:gd name="T6" fmla="*/ 24 w 27"/>
                  <a:gd name="T7" fmla="*/ 0 h 27"/>
                  <a:gd name="T8" fmla="*/ 45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1" y="27"/>
                      <a:pt x="14" y="27"/>
                    </a:cubicBezTo>
                    <a:cubicBezTo>
                      <a:pt x="6" y="27"/>
                      <a:pt x="0" y="21"/>
                      <a:pt x="1" y="14"/>
                    </a:cubicBezTo>
                    <a:cubicBezTo>
                      <a:pt x="1" y="6"/>
                      <a:pt x="7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lose/>
                  </a:path>
                </a:pathLst>
              </a:cu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5" name="Freeform 613">
                <a:extLst>
                  <a:ext uri="{FF2B5EF4-FFF2-40B4-BE49-F238E27FC236}">
                    <a16:creationId xmlns:a16="http://schemas.microsoft.com/office/drawing/2014/main" id="{ADCD9D54-8E4E-471E-BE9F-4F6483188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" y="3008"/>
                <a:ext cx="32" cy="30"/>
              </a:xfrm>
              <a:custGeom>
                <a:avLst/>
                <a:gdLst>
                  <a:gd name="T0" fmla="*/ 45 w 27"/>
                  <a:gd name="T1" fmla="*/ 20 h 27"/>
                  <a:gd name="T2" fmla="*/ 24 w 27"/>
                  <a:gd name="T3" fmla="*/ 37 h 27"/>
                  <a:gd name="T4" fmla="*/ 1 w 27"/>
                  <a:gd name="T5" fmla="*/ 18 h 27"/>
                  <a:gd name="T6" fmla="*/ 24 w 27"/>
                  <a:gd name="T7" fmla="*/ 0 h 27"/>
                  <a:gd name="T8" fmla="*/ 45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1" y="27"/>
                      <a:pt x="14" y="27"/>
                    </a:cubicBezTo>
                    <a:cubicBezTo>
                      <a:pt x="6" y="27"/>
                      <a:pt x="0" y="21"/>
                      <a:pt x="1" y="13"/>
                    </a:cubicBezTo>
                    <a:cubicBezTo>
                      <a:pt x="1" y="6"/>
                      <a:pt x="7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6" name="Freeform 614">
                <a:extLst>
                  <a:ext uri="{FF2B5EF4-FFF2-40B4-BE49-F238E27FC236}">
                    <a16:creationId xmlns:a16="http://schemas.microsoft.com/office/drawing/2014/main" id="{0368FAAC-E4EF-484C-B9B7-946FD085E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" y="3009"/>
                <a:ext cx="19" cy="22"/>
              </a:xfrm>
              <a:custGeom>
                <a:avLst/>
                <a:gdLst>
                  <a:gd name="T0" fmla="*/ 27 w 16"/>
                  <a:gd name="T1" fmla="*/ 3 h 20"/>
                  <a:gd name="T2" fmla="*/ 7 w 16"/>
                  <a:gd name="T3" fmla="*/ 9 h 20"/>
                  <a:gd name="T4" fmla="*/ 10 w 16"/>
                  <a:gd name="T5" fmla="*/ 26 h 20"/>
                  <a:gd name="T6" fmla="*/ 14 w 16"/>
                  <a:gd name="T7" fmla="*/ 12 h 20"/>
                  <a:gd name="T8" fmla="*/ 27 w 16"/>
                  <a:gd name="T9" fmla="*/ 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6" y="3"/>
                    </a:moveTo>
                    <a:cubicBezTo>
                      <a:pt x="16" y="3"/>
                      <a:pt x="9" y="0"/>
                      <a:pt x="4" y="6"/>
                    </a:cubicBezTo>
                    <a:cubicBezTo>
                      <a:pt x="0" y="12"/>
                      <a:pt x="6" y="20"/>
                      <a:pt x="6" y="20"/>
                    </a:cubicBezTo>
                    <a:cubicBezTo>
                      <a:pt x="6" y="20"/>
                      <a:pt x="4" y="13"/>
                      <a:pt x="8" y="9"/>
                    </a:cubicBezTo>
                    <a:cubicBezTo>
                      <a:pt x="12" y="4"/>
                      <a:pt x="16" y="3"/>
                      <a:pt x="16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7" name="Freeform 615">
                <a:extLst>
                  <a:ext uri="{FF2B5EF4-FFF2-40B4-BE49-F238E27FC236}">
                    <a16:creationId xmlns:a16="http://schemas.microsoft.com/office/drawing/2014/main" id="{9F7EA5C2-7C9E-4A40-975F-7E2E920B2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" y="2462"/>
                <a:ext cx="679" cy="583"/>
              </a:xfrm>
              <a:custGeom>
                <a:avLst/>
                <a:gdLst>
                  <a:gd name="T0" fmla="*/ 27 w 585"/>
                  <a:gd name="T1" fmla="*/ 725 h 523"/>
                  <a:gd name="T2" fmla="*/ 905 w 585"/>
                  <a:gd name="T3" fmla="*/ 25 h 523"/>
                  <a:gd name="T4" fmla="*/ 887 w 585"/>
                  <a:gd name="T5" fmla="*/ 0 h 523"/>
                  <a:gd name="T6" fmla="*/ 0 w 585"/>
                  <a:gd name="T7" fmla="*/ 696 h 523"/>
                  <a:gd name="T8" fmla="*/ 27 w 585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5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5" y="2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8" name="Freeform 616">
                <a:extLst>
                  <a:ext uri="{FF2B5EF4-FFF2-40B4-BE49-F238E27FC236}">
                    <a16:creationId xmlns:a16="http://schemas.microsoft.com/office/drawing/2014/main" id="{02FB6791-3C12-4886-A7CF-B6F350DB5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" y="2462"/>
                <a:ext cx="672" cy="583"/>
              </a:xfrm>
              <a:custGeom>
                <a:avLst/>
                <a:gdLst>
                  <a:gd name="T0" fmla="*/ 9 w 579"/>
                  <a:gd name="T1" fmla="*/ 703 h 523"/>
                  <a:gd name="T2" fmla="*/ 896 w 579"/>
                  <a:gd name="T3" fmla="*/ 9 h 523"/>
                  <a:gd name="T4" fmla="*/ 905 w 579"/>
                  <a:gd name="T5" fmla="*/ 10 h 523"/>
                  <a:gd name="T6" fmla="*/ 887 w 579"/>
                  <a:gd name="T7" fmla="*/ 0 h 523"/>
                  <a:gd name="T8" fmla="*/ 0 w 579"/>
                  <a:gd name="T9" fmla="*/ 696 h 523"/>
                  <a:gd name="T10" fmla="*/ 27 w 579"/>
                  <a:gd name="T11" fmla="*/ 725 h 523"/>
                  <a:gd name="T12" fmla="*/ 28 w 579"/>
                  <a:gd name="T13" fmla="*/ 723 h 523"/>
                  <a:gd name="T14" fmla="*/ 9 w 579"/>
                  <a:gd name="T15" fmla="*/ 703 h 5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9" h="523">
                    <a:moveTo>
                      <a:pt x="6" y="508"/>
                    </a:moveTo>
                    <a:cubicBezTo>
                      <a:pt x="573" y="6"/>
                      <a:pt x="573" y="6"/>
                      <a:pt x="573" y="6"/>
                    </a:cubicBezTo>
                    <a:cubicBezTo>
                      <a:pt x="575" y="6"/>
                      <a:pt x="577" y="7"/>
                      <a:pt x="579" y="7"/>
                    </a:cubicBezTo>
                    <a:cubicBezTo>
                      <a:pt x="578" y="4"/>
                      <a:pt x="574" y="1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17" y="523"/>
                      <a:pt x="17" y="523"/>
                      <a:pt x="18" y="522"/>
                    </a:cubicBezTo>
                    <a:lnTo>
                      <a:pt x="6" y="508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9" name="Freeform 617">
                <a:extLst>
                  <a:ext uri="{FF2B5EF4-FFF2-40B4-BE49-F238E27FC236}">
                    <a16:creationId xmlns:a16="http://schemas.microsoft.com/office/drawing/2014/main" id="{99FFE665-4E49-4F5B-BCA2-480DFA7D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2476"/>
                <a:ext cx="635" cy="539"/>
              </a:xfrm>
              <a:custGeom>
                <a:avLst/>
                <a:gdLst>
                  <a:gd name="T0" fmla="*/ 0 w 547"/>
                  <a:gd name="T1" fmla="*/ 671 h 483"/>
                  <a:gd name="T2" fmla="*/ 856 w 547"/>
                  <a:gd name="T3" fmla="*/ 0 h 483"/>
                  <a:gd name="T4" fmla="*/ 0 w 547"/>
                  <a:gd name="T5" fmla="*/ 671 h 4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7" h="483">
                    <a:moveTo>
                      <a:pt x="0" y="483"/>
                    </a:moveTo>
                    <a:cubicBezTo>
                      <a:pt x="547" y="0"/>
                      <a:pt x="547" y="0"/>
                      <a:pt x="547" y="0"/>
                    </a:cubicBezTo>
                    <a:cubicBezTo>
                      <a:pt x="547" y="0"/>
                      <a:pt x="115" y="388"/>
                      <a:pt x="0" y="48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0" name="Freeform 618">
                <a:extLst>
                  <a:ext uri="{FF2B5EF4-FFF2-40B4-BE49-F238E27FC236}">
                    <a16:creationId xmlns:a16="http://schemas.microsoft.com/office/drawing/2014/main" id="{A09B9060-AC8E-4C65-A4C3-F99BE9FF2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" y="2462"/>
                <a:ext cx="679" cy="583"/>
              </a:xfrm>
              <a:custGeom>
                <a:avLst/>
                <a:gdLst>
                  <a:gd name="T0" fmla="*/ 27 w 585"/>
                  <a:gd name="T1" fmla="*/ 725 h 523"/>
                  <a:gd name="T2" fmla="*/ 905 w 585"/>
                  <a:gd name="T3" fmla="*/ 25 h 523"/>
                  <a:gd name="T4" fmla="*/ 887 w 585"/>
                  <a:gd name="T5" fmla="*/ 0 h 523"/>
                  <a:gd name="T6" fmla="*/ 0 w 585"/>
                  <a:gd name="T7" fmla="*/ 696 h 523"/>
                  <a:gd name="T8" fmla="*/ 27 w 585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5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5" y="2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1" name="Freeform 619">
                <a:extLst>
                  <a:ext uri="{FF2B5EF4-FFF2-40B4-BE49-F238E27FC236}">
                    <a16:creationId xmlns:a16="http://schemas.microsoft.com/office/drawing/2014/main" id="{6DB81AFD-8115-4981-A1F3-87E436B52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3017"/>
                <a:ext cx="32" cy="30"/>
              </a:xfrm>
              <a:custGeom>
                <a:avLst/>
                <a:gdLst>
                  <a:gd name="T0" fmla="*/ 45 w 27"/>
                  <a:gd name="T1" fmla="*/ 20 h 27"/>
                  <a:gd name="T2" fmla="*/ 21 w 27"/>
                  <a:gd name="T3" fmla="*/ 37 h 27"/>
                  <a:gd name="T4" fmla="*/ 0 w 27"/>
                  <a:gd name="T5" fmla="*/ 20 h 27"/>
                  <a:gd name="T6" fmla="*/ 24 w 27"/>
                  <a:gd name="T7" fmla="*/ 0 h 27"/>
                  <a:gd name="T8" fmla="*/ 45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lose/>
                  </a:path>
                </a:pathLst>
              </a:cu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2" name="Freeform 620">
                <a:extLst>
                  <a:ext uri="{FF2B5EF4-FFF2-40B4-BE49-F238E27FC236}">
                    <a16:creationId xmlns:a16="http://schemas.microsoft.com/office/drawing/2014/main" id="{A7328EE3-2BAB-4418-9EBC-ACF6E776C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3017"/>
                <a:ext cx="32" cy="30"/>
              </a:xfrm>
              <a:custGeom>
                <a:avLst/>
                <a:gdLst>
                  <a:gd name="T0" fmla="*/ 45 w 27"/>
                  <a:gd name="T1" fmla="*/ 20 h 27"/>
                  <a:gd name="T2" fmla="*/ 21 w 27"/>
                  <a:gd name="T3" fmla="*/ 37 h 27"/>
                  <a:gd name="T4" fmla="*/ 0 w 27"/>
                  <a:gd name="T5" fmla="*/ 18 h 27"/>
                  <a:gd name="T6" fmla="*/ 24 w 27"/>
                  <a:gd name="T7" fmla="*/ 0 h 27"/>
                  <a:gd name="T8" fmla="*/ 45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3" name="Freeform 621">
                <a:extLst>
                  <a:ext uri="{FF2B5EF4-FFF2-40B4-BE49-F238E27FC236}">
                    <a16:creationId xmlns:a16="http://schemas.microsoft.com/office/drawing/2014/main" id="{D892B4E4-BDE1-4BA3-BE64-999EDE423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" y="3018"/>
                <a:ext cx="17" cy="22"/>
              </a:xfrm>
              <a:custGeom>
                <a:avLst/>
                <a:gdLst>
                  <a:gd name="T0" fmla="*/ 22 w 15"/>
                  <a:gd name="T1" fmla="*/ 3 h 20"/>
                  <a:gd name="T2" fmla="*/ 7 w 15"/>
                  <a:gd name="T3" fmla="*/ 9 h 20"/>
                  <a:gd name="T4" fmla="*/ 8 w 15"/>
                  <a:gd name="T5" fmla="*/ 26 h 20"/>
                  <a:gd name="T6" fmla="*/ 11 w 15"/>
                  <a:gd name="T7" fmla="*/ 12 h 20"/>
                  <a:gd name="T8" fmla="*/ 22 w 15"/>
                  <a:gd name="T9" fmla="*/ 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15" y="3"/>
                    </a:moveTo>
                    <a:cubicBezTo>
                      <a:pt x="15" y="3"/>
                      <a:pt x="8" y="0"/>
                      <a:pt x="4" y="6"/>
                    </a:cubicBezTo>
                    <a:cubicBezTo>
                      <a:pt x="0" y="12"/>
                      <a:pt x="5" y="20"/>
                      <a:pt x="5" y="20"/>
                    </a:cubicBezTo>
                    <a:cubicBezTo>
                      <a:pt x="5" y="20"/>
                      <a:pt x="3" y="13"/>
                      <a:pt x="8" y="9"/>
                    </a:cubicBezTo>
                    <a:cubicBezTo>
                      <a:pt x="12" y="4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4" name="Freeform 622">
                <a:extLst>
                  <a:ext uri="{FF2B5EF4-FFF2-40B4-BE49-F238E27FC236}">
                    <a16:creationId xmlns:a16="http://schemas.microsoft.com/office/drawing/2014/main" id="{A9CAB09B-CA69-44AE-B5A3-F01D69E0F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2463"/>
                <a:ext cx="678" cy="583"/>
              </a:xfrm>
              <a:custGeom>
                <a:avLst/>
                <a:gdLst>
                  <a:gd name="T0" fmla="*/ 27 w 584"/>
                  <a:gd name="T1" fmla="*/ 725 h 523"/>
                  <a:gd name="T2" fmla="*/ 906 w 584"/>
                  <a:gd name="T3" fmla="*/ 25 h 523"/>
                  <a:gd name="T4" fmla="*/ 886 w 584"/>
                  <a:gd name="T5" fmla="*/ 0 h 523"/>
                  <a:gd name="T6" fmla="*/ 0 w 584"/>
                  <a:gd name="T7" fmla="*/ 696 h 523"/>
                  <a:gd name="T8" fmla="*/ 27 w 584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4" y="2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5" name="Freeform 623">
                <a:extLst>
                  <a:ext uri="{FF2B5EF4-FFF2-40B4-BE49-F238E27FC236}">
                    <a16:creationId xmlns:a16="http://schemas.microsoft.com/office/drawing/2014/main" id="{6CA275A5-B0C6-42AE-B83E-AF4808323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2463"/>
                <a:ext cx="671" cy="583"/>
              </a:xfrm>
              <a:custGeom>
                <a:avLst/>
                <a:gdLst>
                  <a:gd name="T0" fmla="*/ 8 w 578"/>
                  <a:gd name="T1" fmla="*/ 703 h 523"/>
                  <a:gd name="T2" fmla="*/ 895 w 578"/>
                  <a:gd name="T3" fmla="*/ 9 h 523"/>
                  <a:gd name="T4" fmla="*/ 904 w 578"/>
                  <a:gd name="T5" fmla="*/ 10 h 523"/>
                  <a:gd name="T6" fmla="*/ 886 w 578"/>
                  <a:gd name="T7" fmla="*/ 0 h 523"/>
                  <a:gd name="T8" fmla="*/ 0 w 578"/>
                  <a:gd name="T9" fmla="*/ 696 h 523"/>
                  <a:gd name="T10" fmla="*/ 27 w 578"/>
                  <a:gd name="T11" fmla="*/ 725 h 523"/>
                  <a:gd name="T12" fmla="*/ 27 w 578"/>
                  <a:gd name="T13" fmla="*/ 723 h 523"/>
                  <a:gd name="T14" fmla="*/ 8 w 578"/>
                  <a:gd name="T15" fmla="*/ 703 h 5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8" h="523">
                    <a:moveTo>
                      <a:pt x="5" y="508"/>
                    </a:moveTo>
                    <a:cubicBezTo>
                      <a:pt x="572" y="6"/>
                      <a:pt x="572" y="6"/>
                      <a:pt x="572" y="6"/>
                    </a:cubicBezTo>
                    <a:cubicBezTo>
                      <a:pt x="575" y="6"/>
                      <a:pt x="577" y="7"/>
                      <a:pt x="578" y="7"/>
                    </a:cubicBezTo>
                    <a:cubicBezTo>
                      <a:pt x="577" y="4"/>
                      <a:pt x="574" y="1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17" y="523"/>
                      <a:pt x="17" y="523"/>
                      <a:pt x="17" y="522"/>
                    </a:cubicBezTo>
                    <a:lnTo>
                      <a:pt x="5" y="508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6" name="Freeform 624">
                <a:extLst>
                  <a:ext uri="{FF2B5EF4-FFF2-40B4-BE49-F238E27FC236}">
                    <a16:creationId xmlns:a16="http://schemas.microsoft.com/office/drawing/2014/main" id="{0FF2CB6E-2CF8-4242-BEBA-445141F69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2478"/>
                <a:ext cx="635" cy="538"/>
              </a:xfrm>
              <a:custGeom>
                <a:avLst/>
                <a:gdLst>
                  <a:gd name="T0" fmla="*/ 0 w 547"/>
                  <a:gd name="T1" fmla="*/ 667 h 483"/>
                  <a:gd name="T2" fmla="*/ 856 w 547"/>
                  <a:gd name="T3" fmla="*/ 0 h 483"/>
                  <a:gd name="T4" fmla="*/ 0 w 547"/>
                  <a:gd name="T5" fmla="*/ 667 h 4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7" h="483">
                    <a:moveTo>
                      <a:pt x="0" y="483"/>
                    </a:moveTo>
                    <a:cubicBezTo>
                      <a:pt x="547" y="0"/>
                      <a:pt x="547" y="0"/>
                      <a:pt x="547" y="0"/>
                    </a:cubicBezTo>
                    <a:cubicBezTo>
                      <a:pt x="547" y="0"/>
                      <a:pt x="115" y="388"/>
                      <a:pt x="0" y="48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7" name="Freeform 625">
                <a:extLst>
                  <a:ext uri="{FF2B5EF4-FFF2-40B4-BE49-F238E27FC236}">
                    <a16:creationId xmlns:a16="http://schemas.microsoft.com/office/drawing/2014/main" id="{10129EEF-892B-482E-9634-121717A21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2463"/>
                <a:ext cx="678" cy="583"/>
              </a:xfrm>
              <a:custGeom>
                <a:avLst/>
                <a:gdLst>
                  <a:gd name="T0" fmla="*/ 27 w 584"/>
                  <a:gd name="T1" fmla="*/ 725 h 523"/>
                  <a:gd name="T2" fmla="*/ 906 w 584"/>
                  <a:gd name="T3" fmla="*/ 25 h 523"/>
                  <a:gd name="T4" fmla="*/ 886 w 584"/>
                  <a:gd name="T5" fmla="*/ 0 h 523"/>
                  <a:gd name="T6" fmla="*/ 0 w 584"/>
                  <a:gd name="T7" fmla="*/ 696 h 523"/>
                  <a:gd name="T8" fmla="*/ 27 w 584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4" y="2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8" name="Freeform 626">
                <a:extLst>
                  <a:ext uri="{FF2B5EF4-FFF2-40B4-BE49-F238E27FC236}">
                    <a16:creationId xmlns:a16="http://schemas.microsoft.com/office/drawing/2014/main" id="{C7C99D86-0354-40EE-91D2-9AAF2784F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3018"/>
                <a:ext cx="32" cy="30"/>
              </a:xfrm>
              <a:custGeom>
                <a:avLst/>
                <a:gdLst>
                  <a:gd name="T0" fmla="*/ 44 w 27"/>
                  <a:gd name="T1" fmla="*/ 20 h 27"/>
                  <a:gd name="T2" fmla="*/ 21 w 27"/>
                  <a:gd name="T3" fmla="*/ 37 h 27"/>
                  <a:gd name="T4" fmla="*/ 0 w 27"/>
                  <a:gd name="T5" fmla="*/ 20 h 27"/>
                  <a:gd name="T6" fmla="*/ 21 w 27"/>
                  <a:gd name="T7" fmla="*/ 0 h 27"/>
                  <a:gd name="T8" fmla="*/ 44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6" y="14"/>
                    </a:moveTo>
                    <a:cubicBezTo>
                      <a:pt x="26" y="21"/>
                      <a:pt x="20" y="27"/>
                      <a:pt x="13" y="27"/>
                    </a:cubicBezTo>
                    <a:cubicBezTo>
                      <a:pt x="5" y="27"/>
                      <a:pt x="0" y="21"/>
                      <a:pt x="0" y="14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1" y="0"/>
                      <a:pt x="27" y="6"/>
                      <a:pt x="26" y="14"/>
                    </a:cubicBezTo>
                    <a:close/>
                  </a:path>
                </a:pathLst>
              </a:cu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9" name="Freeform 627">
                <a:extLst>
                  <a:ext uri="{FF2B5EF4-FFF2-40B4-BE49-F238E27FC236}">
                    <a16:creationId xmlns:a16="http://schemas.microsoft.com/office/drawing/2014/main" id="{DF3EC7DE-8168-4CBF-B12E-CB57CB4F0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3018"/>
                <a:ext cx="32" cy="30"/>
              </a:xfrm>
              <a:custGeom>
                <a:avLst/>
                <a:gdLst>
                  <a:gd name="T0" fmla="*/ 44 w 27"/>
                  <a:gd name="T1" fmla="*/ 20 h 27"/>
                  <a:gd name="T2" fmla="*/ 21 w 27"/>
                  <a:gd name="T3" fmla="*/ 37 h 27"/>
                  <a:gd name="T4" fmla="*/ 0 w 27"/>
                  <a:gd name="T5" fmla="*/ 18 h 27"/>
                  <a:gd name="T6" fmla="*/ 21 w 27"/>
                  <a:gd name="T7" fmla="*/ 0 h 27"/>
                  <a:gd name="T8" fmla="*/ 44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6" y="14"/>
                    </a:moveTo>
                    <a:cubicBezTo>
                      <a:pt x="26" y="21"/>
                      <a:pt x="20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1" y="0"/>
                      <a:pt x="27" y="6"/>
                      <a:pt x="26" y="1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0" name="Freeform 628">
                <a:extLst>
                  <a:ext uri="{FF2B5EF4-FFF2-40B4-BE49-F238E27FC236}">
                    <a16:creationId xmlns:a16="http://schemas.microsoft.com/office/drawing/2014/main" id="{43CEC6C7-67D7-4BAF-84E5-9D181AA22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3019"/>
                <a:ext cx="19" cy="22"/>
              </a:xfrm>
              <a:custGeom>
                <a:avLst/>
                <a:gdLst>
                  <a:gd name="T0" fmla="*/ 27 w 16"/>
                  <a:gd name="T1" fmla="*/ 3 h 20"/>
                  <a:gd name="T2" fmla="*/ 8 w 16"/>
                  <a:gd name="T3" fmla="*/ 9 h 20"/>
                  <a:gd name="T4" fmla="*/ 10 w 16"/>
                  <a:gd name="T5" fmla="*/ 26 h 20"/>
                  <a:gd name="T6" fmla="*/ 14 w 16"/>
                  <a:gd name="T7" fmla="*/ 12 h 20"/>
                  <a:gd name="T8" fmla="*/ 27 w 16"/>
                  <a:gd name="T9" fmla="*/ 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6" y="3"/>
                    </a:moveTo>
                    <a:cubicBezTo>
                      <a:pt x="16" y="3"/>
                      <a:pt x="9" y="0"/>
                      <a:pt x="5" y="6"/>
                    </a:cubicBezTo>
                    <a:cubicBezTo>
                      <a:pt x="0" y="12"/>
                      <a:pt x="6" y="20"/>
                      <a:pt x="6" y="20"/>
                    </a:cubicBezTo>
                    <a:cubicBezTo>
                      <a:pt x="6" y="20"/>
                      <a:pt x="4" y="13"/>
                      <a:pt x="8" y="9"/>
                    </a:cubicBezTo>
                    <a:cubicBezTo>
                      <a:pt x="12" y="4"/>
                      <a:pt x="16" y="3"/>
                      <a:pt x="16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1" name="Freeform 629">
                <a:extLst>
                  <a:ext uri="{FF2B5EF4-FFF2-40B4-BE49-F238E27FC236}">
                    <a16:creationId xmlns:a16="http://schemas.microsoft.com/office/drawing/2014/main" id="{F7114E85-02B0-4F57-BCD4-2F3FD4BEA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2470"/>
                <a:ext cx="679" cy="582"/>
              </a:xfrm>
              <a:custGeom>
                <a:avLst/>
                <a:gdLst>
                  <a:gd name="T0" fmla="*/ 26 w 584"/>
                  <a:gd name="T1" fmla="*/ 721 h 523"/>
                  <a:gd name="T2" fmla="*/ 908 w 584"/>
                  <a:gd name="T3" fmla="*/ 24 h 523"/>
                  <a:gd name="T4" fmla="*/ 889 w 584"/>
                  <a:gd name="T5" fmla="*/ 0 h 523"/>
                  <a:gd name="T6" fmla="*/ 0 w 584"/>
                  <a:gd name="T7" fmla="*/ 692 h 523"/>
                  <a:gd name="T8" fmla="*/ 26 w 584"/>
                  <a:gd name="T9" fmla="*/ 721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6" y="523"/>
                    </a:moveTo>
                    <a:cubicBezTo>
                      <a:pt x="16" y="523"/>
                      <a:pt x="508" y="71"/>
                      <a:pt x="578" y="18"/>
                    </a:cubicBezTo>
                    <a:cubicBezTo>
                      <a:pt x="578" y="18"/>
                      <a:pt x="584" y="2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6" y="523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2" name="Freeform 630">
                <a:extLst>
                  <a:ext uri="{FF2B5EF4-FFF2-40B4-BE49-F238E27FC236}">
                    <a16:creationId xmlns:a16="http://schemas.microsoft.com/office/drawing/2014/main" id="{31F153BD-5A2F-45EB-93CE-3BD5A92B6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2470"/>
                <a:ext cx="672" cy="582"/>
              </a:xfrm>
              <a:custGeom>
                <a:avLst/>
                <a:gdLst>
                  <a:gd name="T0" fmla="*/ 8 w 578"/>
                  <a:gd name="T1" fmla="*/ 700 h 523"/>
                  <a:gd name="T2" fmla="*/ 899 w 578"/>
                  <a:gd name="T3" fmla="*/ 9 h 523"/>
                  <a:gd name="T4" fmla="*/ 908 w 578"/>
                  <a:gd name="T5" fmla="*/ 11 h 523"/>
                  <a:gd name="T6" fmla="*/ 889 w 578"/>
                  <a:gd name="T7" fmla="*/ 0 h 523"/>
                  <a:gd name="T8" fmla="*/ 0 w 578"/>
                  <a:gd name="T9" fmla="*/ 692 h 523"/>
                  <a:gd name="T10" fmla="*/ 26 w 578"/>
                  <a:gd name="T11" fmla="*/ 721 h 523"/>
                  <a:gd name="T12" fmla="*/ 27 w 578"/>
                  <a:gd name="T13" fmla="*/ 720 h 523"/>
                  <a:gd name="T14" fmla="*/ 8 w 578"/>
                  <a:gd name="T15" fmla="*/ 700 h 5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8" h="523">
                    <a:moveTo>
                      <a:pt x="5" y="508"/>
                    </a:moveTo>
                    <a:cubicBezTo>
                      <a:pt x="572" y="6"/>
                      <a:pt x="572" y="6"/>
                      <a:pt x="572" y="6"/>
                    </a:cubicBezTo>
                    <a:cubicBezTo>
                      <a:pt x="574" y="6"/>
                      <a:pt x="577" y="7"/>
                      <a:pt x="578" y="8"/>
                    </a:cubicBezTo>
                    <a:cubicBezTo>
                      <a:pt x="577" y="4"/>
                      <a:pt x="573" y="1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cubicBezTo>
                      <a:pt x="16" y="523"/>
                      <a:pt x="16" y="523"/>
                      <a:pt x="16" y="523"/>
                    </a:cubicBezTo>
                    <a:cubicBezTo>
                      <a:pt x="16" y="523"/>
                      <a:pt x="16" y="523"/>
                      <a:pt x="17" y="522"/>
                    </a:cubicBezTo>
                    <a:lnTo>
                      <a:pt x="5" y="508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3" name="Freeform 631">
                <a:extLst>
                  <a:ext uri="{FF2B5EF4-FFF2-40B4-BE49-F238E27FC236}">
                    <a16:creationId xmlns:a16="http://schemas.microsoft.com/office/drawing/2014/main" id="{80CBEF70-56E8-453B-AD27-02BD904EB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2484"/>
                <a:ext cx="635" cy="538"/>
              </a:xfrm>
              <a:custGeom>
                <a:avLst/>
                <a:gdLst>
                  <a:gd name="T0" fmla="*/ 0 w 547"/>
                  <a:gd name="T1" fmla="*/ 667 h 483"/>
                  <a:gd name="T2" fmla="*/ 856 w 547"/>
                  <a:gd name="T3" fmla="*/ 0 h 483"/>
                  <a:gd name="T4" fmla="*/ 0 w 547"/>
                  <a:gd name="T5" fmla="*/ 667 h 4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7" h="483">
                    <a:moveTo>
                      <a:pt x="0" y="483"/>
                    </a:moveTo>
                    <a:cubicBezTo>
                      <a:pt x="547" y="0"/>
                      <a:pt x="547" y="0"/>
                      <a:pt x="547" y="0"/>
                    </a:cubicBezTo>
                    <a:cubicBezTo>
                      <a:pt x="547" y="0"/>
                      <a:pt x="116" y="388"/>
                      <a:pt x="0" y="48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4" name="Freeform 632">
                <a:extLst>
                  <a:ext uri="{FF2B5EF4-FFF2-40B4-BE49-F238E27FC236}">
                    <a16:creationId xmlns:a16="http://schemas.microsoft.com/office/drawing/2014/main" id="{938AEE11-392F-4118-B67A-9FBDD38FA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2470"/>
                <a:ext cx="679" cy="582"/>
              </a:xfrm>
              <a:custGeom>
                <a:avLst/>
                <a:gdLst>
                  <a:gd name="T0" fmla="*/ 26 w 584"/>
                  <a:gd name="T1" fmla="*/ 721 h 523"/>
                  <a:gd name="T2" fmla="*/ 908 w 584"/>
                  <a:gd name="T3" fmla="*/ 24 h 523"/>
                  <a:gd name="T4" fmla="*/ 889 w 584"/>
                  <a:gd name="T5" fmla="*/ 0 h 523"/>
                  <a:gd name="T6" fmla="*/ 0 w 584"/>
                  <a:gd name="T7" fmla="*/ 692 h 523"/>
                  <a:gd name="T8" fmla="*/ 26 w 584"/>
                  <a:gd name="T9" fmla="*/ 721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6" y="523"/>
                    </a:moveTo>
                    <a:cubicBezTo>
                      <a:pt x="16" y="523"/>
                      <a:pt x="508" y="71"/>
                      <a:pt x="578" y="18"/>
                    </a:cubicBezTo>
                    <a:cubicBezTo>
                      <a:pt x="578" y="18"/>
                      <a:pt x="584" y="2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6" y="52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5" name="Freeform 633">
                <a:extLst>
                  <a:ext uri="{FF2B5EF4-FFF2-40B4-BE49-F238E27FC236}">
                    <a16:creationId xmlns:a16="http://schemas.microsoft.com/office/drawing/2014/main" id="{2392DE67-D913-45DB-A1DD-13C4E79AF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3025"/>
                <a:ext cx="31" cy="30"/>
              </a:xfrm>
              <a:custGeom>
                <a:avLst/>
                <a:gdLst>
                  <a:gd name="T0" fmla="*/ 41 w 27"/>
                  <a:gd name="T1" fmla="*/ 20 h 27"/>
                  <a:gd name="T2" fmla="*/ 21 w 27"/>
                  <a:gd name="T3" fmla="*/ 37 h 27"/>
                  <a:gd name="T4" fmla="*/ 0 w 27"/>
                  <a:gd name="T5" fmla="*/ 20 h 27"/>
                  <a:gd name="T6" fmla="*/ 21 w 27"/>
                  <a:gd name="T7" fmla="*/ 0 h 27"/>
                  <a:gd name="T8" fmla="*/ 41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1" y="27"/>
                      <a:pt x="14" y="27"/>
                    </a:cubicBezTo>
                    <a:cubicBezTo>
                      <a:pt x="6" y="27"/>
                      <a:pt x="0" y="21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7"/>
                      <a:pt x="27" y="14"/>
                    </a:cubicBezTo>
                    <a:close/>
                  </a:path>
                </a:pathLst>
              </a:cu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6" name="Freeform 634">
                <a:extLst>
                  <a:ext uri="{FF2B5EF4-FFF2-40B4-BE49-F238E27FC236}">
                    <a16:creationId xmlns:a16="http://schemas.microsoft.com/office/drawing/2014/main" id="{8B51AD9F-2EE1-47D1-B093-367D814AA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3025"/>
                <a:ext cx="31" cy="30"/>
              </a:xfrm>
              <a:custGeom>
                <a:avLst/>
                <a:gdLst>
                  <a:gd name="T0" fmla="*/ 41 w 27"/>
                  <a:gd name="T1" fmla="*/ 20 h 27"/>
                  <a:gd name="T2" fmla="*/ 21 w 27"/>
                  <a:gd name="T3" fmla="*/ 37 h 27"/>
                  <a:gd name="T4" fmla="*/ 0 w 27"/>
                  <a:gd name="T5" fmla="*/ 18 h 27"/>
                  <a:gd name="T6" fmla="*/ 21 w 27"/>
                  <a:gd name="T7" fmla="*/ 0 h 27"/>
                  <a:gd name="T8" fmla="*/ 41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1" y="27"/>
                      <a:pt x="14" y="27"/>
                    </a:cubicBez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7" name="Freeform 635">
                <a:extLst>
                  <a:ext uri="{FF2B5EF4-FFF2-40B4-BE49-F238E27FC236}">
                    <a16:creationId xmlns:a16="http://schemas.microsoft.com/office/drawing/2014/main" id="{EB93CC29-32D3-47DF-80DA-B7162CC86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3026"/>
                <a:ext cx="17" cy="22"/>
              </a:xfrm>
              <a:custGeom>
                <a:avLst/>
                <a:gdLst>
                  <a:gd name="T0" fmla="*/ 22 w 15"/>
                  <a:gd name="T1" fmla="*/ 4 h 20"/>
                  <a:gd name="T2" fmla="*/ 7 w 15"/>
                  <a:gd name="T3" fmla="*/ 10 h 20"/>
                  <a:gd name="T4" fmla="*/ 8 w 15"/>
                  <a:gd name="T5" fmla="*/ 26 h 20"/>
                  <a:gd name="T6" fmla="*/ 11 w 15"/>
                  <a:gd name="T7" fmla="*/ 12 h 20"/>
                  <a:gd name="T8" fmla="*/ 22 w 15"/>
                  <a:gd name="T9" fmla="*/ 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15" y="4"/>
                    </a:moveTo>
                    <a:cubicBezTo>
                      <a:pt x="15" y="4"/>
                      <a:pt x="9" y="0"/>
                      <a:pt x="4" y="7"/>
                    </a:cubicBezTo>
                    <a:cubicBezTo>
                      <a:pt x="0" y="13"/>
                      <a:pt x="5" y="20"/>
                      <a:pt x="5" y="20"/>
                    </a:cubicBezTo>
                    <a:cubicBezTo>
                      <a:pt x="5" y="20"/>
                      <a:pt x="4" y="13"/>
                      <a:pt x="8" y="9"/>
                    </a:cubicBezTo>
                    <a:cubicBezTo>
                      <a:pt x="12" y="4"/>
                      <a:pt x="15" y="4"/>
                      <a:pt x="15" y="4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8" name="Freeform 636">
                <a:extLst>
                  <a:ext uri="{FF2B5EF4-FFF2-40B4-BE49-F238E27FC236}">
                    <a16:creationId xmlns:a16="http://schemas.microsoft.com/office/drawing/2014/main" id="{64F6015B-39F6-4A2C-A84A-F71809400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" y="2415"/>
                <a:ext cx="679" cy="583"/>
              </a:xfrm>
              <a:custGeom>
                <a:avLst/>
                <a:gdLst>
                  <a:gd name="T0" fmla="*/ 26 w 584"/>
                  <a:gd name="T1" fmla="*/ 725 h 523"/>
                  <a:gd name="T2" fmla="*/ 909 w 584"/>
                  <a:gd name="T3" fmla="*/ 25 h 523"/>
                  <a:gd name="T4" fmla="*/ 889 w 584"/>
                  <a:gd name="T5" fmla="*/ 0 h 523"/>
                  <a:gd name="T6" fmla="*/ 0 w 584"/>
                  <a:gd name="T7" fmla="*/ 696 h 523"/>
                  <a:gd name="T8" fmla="*/ 26 w 584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6" y="523"/>
                    </a:moveTo>
                    <a:cubicBezTo>
                      <a:pt x="16" y="523"/>
                      <a:pt x="509" y="71"/>
                      <a:pt x="579" y="18"/>
                    </a:cubicBezTo>
                    <a:cubicBezTo>
                      <a:pt x="579" y="18"/>
                      <a:pt x="584" y="2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6" y="523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9" name="Freeform 637">
                <a:extLst>
                  <a:ext uri="{FF2B5EF4-FFF2-40B4-BE49-F238E27FC236}">
                    <a16:creationId xmlns:a16="http://schemas.microsoft.com/office/drawing/2014/main" id="{1F27BB6B-BE95-45D8-961F-BE81935E8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" y="2415"/>
                <a:ext cx="672" cy="583"/>
              </a:xfrm>
              <a:custGeom>
                <a:avLst/>
                <a:gdLst>
                  <a:gd name="T0" fmla="*/ 8 w 578"/>
                  <a:gd name="T1" fmla="*/ 702 h 523"/>
                  <a:gd name="T2" fmla="*/ 899 w 578"/>
                  <a:gd name="T3" fmla="*/ 9 h 523"/>
                  <a:gd name="T4" fmla="*/ 908 w 578"/>
                  <a:gd name="T5" fmla="*/ 10 h 523"/>
                  <a:gd name="T6" fmla="*/ 889 w 578"/>
                  <a:gd name="T7" fmla="*/ 0 h 523"/>
                  <a:gd name="T8" fmla="*/ 0 w 578"/>
                  <a:gd name="T9" fmla="*/ 696 h 523"/>
                  <a:gd name="T10" fmla="*/ 26 w 578"/>
                  <a:gd name="T11" fmla="*/ 725 h 523"/>
                  <a:gd name="T12" fmla="*/ 27 w 578"/>
                  <a:gd name="T13" fmla="*/ 723 h 523"/>
                  <a:gd name="T14" fmla="*/ 8 w 578"/>
                  <a:gd name="T15" fmla="*/ 702 h 5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8" h="523">
                    <a:moveTo>
                      <a:pt x="5" y="507"/>
                    </a:moveTo>
                    <a:cubicBezTo>
                      <a:pt x="572" y="6"/>
                      <a:pt x="572" y="6"/>
                      <a:pt x="572" y="6"/>
                    </a:cubicBezTo>
                    <a:cubicBezTo>
                      <a:pt x="575" y="6"/>
                      <a:pt x="577" y="7"/>
                      <a:pt x="578" y="7"/>
                    </a:cubicBezTo>
                    <a:cubicBezTo>
                      <a:pt x="577" y="4"/>
                      <a:pt x="574" y="1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cubicBezTo>
                      <a:pt x="16" y="523"/>
                      <a:pt x="16" y="523"/>
                      <a:pt x="16" y="523"/>
                    </a:cubicBezTo>
                    <a:cubicBezTo>
                      <a:pt x="16" y="523"/>
                      <a:pt x="17" y="522"/>
                      <a:pt x="17" y="522"/>
                    </a:cubicBezTo>
                    <a:lnTo>
                      <a:pt x="5" y="507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0" name="Freeform 638">
                <a:extLst>
                  <a:ext uri="{FF2B5EF4-FFF2-40B4-BE49-F238E27FC236}">
                    <a16:creationId xmlns:a16="http://schemas.microsoft.com/office/drawing/2014/main" id="{FFE169DC-FB08-4E0F-871C-E262EE3D5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2430"/>
                <a:ext cx="635" cy="537"/>
              </a:xfrm>
              <a:custGeom>
                <a:avLst/>
                <a:gdLst>
                  <a:gd name="T0" fmla="*/ 0 w 547"/>
                  <a:gd name="T1" fmla="*/ 666 h 482"/>
                  <a:gd name="T2" fmla="*/ 856 w 547"/>
                  <a:gd name="T3" fmla="*/ 0 h 482"/>
                  <a:gd name="T4" fmla="*/ 0 w 547"/>
                  <a:gd name="T5" fmla="*/ 666 h 4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7" h="482">
                    <a:moveTo>
                      <a:pt x="0" y="482"/>
                    </a:moveTo>
                    <a:cubicBezTo>
                      <a:pt x="547" y="0"/>
                      <a:pt x="547" y="0"/>
                      <a:pt x="547" y="0"/>
                    </a:cubicBezTo>
                    <a:cubicBezTo>
                      <a:pt x="547" y="0"/>
                      <a:pt x="115" y="388"/>
                      <a:pt x="0" y="482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1" name="Freeform 639">
                <a:extLst>
                  <a:ext uri="{FF2B5EF4-FFF2-40B4-BE49-F238E27FC236}">
                    <a16:creationId xmlns:a16="http://schemas.microsoft.com/office/drawing/2014/main" id="{D6C18584-0B71-4B67-8146-12CEADC06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" y="2415"/>
                <a:ext cx="679" cy="583"/>
              </a:xfrm>
              <a:custGeom>
                <a:avLst/>
                <a:gdLst>
                  <a:gd name="T0" fmla="*/ 26 w 584"/>
                  <a:gd name="T1" fmla="*/ 725 h 523"/>
                  <a:gd name="T2" fmla="*/ 909 w 584"/>
                  <a:gd name="T3" fmla="*/ 25 h 523"/>
                  <a:gd name="T4" fmla="*/ 889 w 584"/>
                  <a:gd name="T5" fmla="*/ 0 h 523"/>
                  <a:gd name="T6" fmla="*/ 0 w 584"/>
                  <a:gd name="T7" fmla="*/ 696 h 523"/>
                  <a:gd name="T8" fmla="*/ 26 w 584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6" y="523"/>
                    </a:moveTo>
                    <a:cubicBezTo>
                      <a:pt x="16" y="523"/>
                      <a:pt x="509" y="71"/>
                      <a:pt x="579" y="18"/>
                    </a:cubicBezTo>
                    <a:cubicBezTo>
                      <a:pt x="579" y="18"/>
                      <a:pt x="584" y="2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6" y="52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2" name="Freeform 640">
                <a:extLst>
                  <a:ext uri="{FF2B5EF4-FFF2-40B4-BE49-F238E27FC236}">
                    <a16:creationId xmlns:a16="http://schemas.microsoft.com/office/drawing/2014/main" id="{EC98AF5E-C727-4145-985A-90C55464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2970"/>
                <a:ext cx="31" cy="30"/>
              </a:xfrm>
              <a:custGeom>
                <a:avLst/>
                <a:gdLst>
                  <a:gd name="T0" fmla="*/ 39 w 27"/>
                  <a:gd name="T1" fmla="*/ 20 h 27"/>
                  <a:gd name="T2" fmla="*/ 20 w 27"/>
                  <a:gd name="T3" fmla="*/ 37 h 27"/>
                  <a:gd name="T4" fmla="*/ 0 w 27"/>
                  <a:gd name="T5" fmla="*/ 18 h 27"/>
                  <a:gd name="T6" fmla="*/ 20 w 27"/>
                  <a:gd name="T7" fmla="*/ 0 h 27"/>
                  <a:gd name="T8" fmla="*/ 39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6" y="14"/>
                    </a:moveTo>
                    <a:cubicBezTo>
                      <a:pt x="26" y="21"/>
                      <a:pt x="20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1" y="0"/>
                      <a:pt x="27" y="6"/>
                      <a:pt x="26" y="14"/>
                    </a:cubicBezTo>
                    <a:close/>
                  </a:path>
                </a:pathLst>
              </a:cu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3" name="Freeform 641">
                <a:extLst>
                  <a:ext uri="{FF2B5EF4-FFF2-40B4-BE49-F238E27FC236}">
                    <a16:creationId xmlns:a16="http://schemas.microsoft.com/office/drawing/2014/main" id="{7C216061-D965-45EE-8800-BC730B9E2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2970"/>
                <a:ext cx="31" cy="30"/>
              </a:xfrm>
              <a:custGeom>
                <a:avLst/>
                <a:gdLst>
                  <a:gd name="T0" fmla="*/ 39 w 27"/>
                  <a:gd name="T1" fmla="*/ 18 h 27"/>
                  <a:gd name="T2" fmla="*/ 20 w 27"/>
                  <a:gd name="T3" fmla="*/ 37 h 27"/>
                  <a:gd name="T4" fmla="*/ 0 w 27"/>
                  <a:gd name="T5" fmla="*/ 18 h 27"/>
                  <a:gd name="T6" fmla="*/ 20 w 27"/>
                  <a:gd name="T7" fmla="*/ 0 h 27"/>
                  <a:gd name="T8" fmla="*/ 39 w 27"/>
                  <a:gd name="T9" fmla="*/ 1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6" y="13"/>
                    </a:moveTo>
                    <a:cubicBezTo>
                      <a:pt x="26" y="21"/>
                      <a:pt x="20" y="27"/>
                      <a:pt x="13" y="27"/>
                    </a:cubicBezTo>
                    <a:cubicBezTo>
                      <a:pt x="5" y="27"/>
                      <a:pt x="0" y="21"/>
                      <a:pt x="0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1" y="0"/>
                      <a:pt x="27" y="6"/>
                      <a:pt x="26" y="1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4" name="Freeform 642">
                <a:extLst>
                  <a:ext uri="{FF2B5EF4-FFF2-40B4-BE49-F238E27FC236}">
                    <a16:creationId xmlns:a16="http://schemas.microsoft.com/office/drawing/2014/main" id="{513C8B5B-7E6C-4545-B2C1-005759879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2971"/>
                <a:ext cx="18" cy="22"/>
              </a:xfrm>
              <a:custGeom>
                <a:avLst/>
                <a:gdLst>
                  <a:gd name="T0" fmla="*/ 23 w 16"/>
                  <a:gd name="T1" fmla="*/ 3 h 20"/>
                  <a:gd name="T2" fmla="*/ 8 w 16"/>
                  <a:gd name="T3" fmla="*/ 9 h 20"/>
                  <a:gd name="T4" fmla="*/ 9 w 16"/>
                  <a:gd name="T5" fmla="*/ 26 h 20"/>
                  <a:gd name="T6" fmla="*/ 11 w 16"/>
                  <a:gd name="T7" fmla="*/ 11 h 20"/>
                  <a:gd name="T8" fmla="*/ 23 w 16"/>
                  <a:gd name="T9" fmla="*/ 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6" y="3"/>
                    </a:moveTo>
                    <a:cubicBezTo>
                      <a:pt x="16" y="3"/>
                      <a:pt x="9" y="0"/>
                      <a:pt x="5" y="6"/>
                    </a:cubicBezTo>
                    <a:cubicBezTo>
                      <a:pt x="0" y="12"/>
                      <a:pt x="6" y="20"/>
                      <a:pt x="6" y="20"/>
                    </a:cubicBezTo>
                    <a:cubicBezTo>
                      <a:pt x="6" y="20"/>
                      <a:pt x="4" y="13"/>
                      <a:pt x="8" y="8"/>
                    </a:cubicBezTo>
                    <a:cubicBezTo>
                      <a:pt x="12" y="4"/>
                      <a:pt x="16" y="3"/>
                      <a:pt x="16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5" name="Freeform 643">
                <a:extLst>
                  <a:ext uri="{FF2B5EF4-FFF2-40B4-BE49-F238E27FC236}">
                    <a16:creationId xmlns:a16="http://schemas.microsoft.com/office/drawing/2014/main" id="{27F0670B-5B91-429C-B23C-136827E0D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2427"/>
                <a:ext cx="683" cy="579"/>
              </a:xfrm>
              <a:custGeom>
                <a:avLst/>
                <a:gdLst>
                  <a:gd name="T0" fmla="*/ 27 w 588"/>
                  <a:gd name="T1" fmla="*/ 721 h 519"/>
                  <a:gd name="T2" fmla="*/ 912 w 588"/>
                  <a:gd name="T3" fmla="*/ 25 h 519"/>
                  <a:gd name="T4" fmla="*/ 893 w 588"/>
                  <a:gd name="T5" fmla="*/ 0 h 519"/>
                  <a:gd name="T6" fmla="*/ 0 w 588"/>
                  <a:gd name="T7" fmla="*/ 692 h 519"/>
                  <a:gd name="T8" fmla="*/ 27 w 588"/>
                  <a:gd name="T9" fmla="*/ 721 h 5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8" h="519">
                    <a:moveTo>
                      <a:pt x="17" y="519"/>
                    </a:moveTo>
                    <a:cubicBezTo>
                      <a:pt x="17" y="519"/>
                      <a:pt x="512" y="70"/>
                      <a:pt x="582" y="18"/>
                    </a:cubicBezTo>
                    <a:cubicBezTo>
                      <a:pt x="582" y="18"/>
                      <a:pt x="588" y="2"/>
                      <a:pt x="570" y="0"/>
                    </a:cubicBezTo>
                    <a:cubicBezTo>
                      <a:pt x="0" y="498"/>
                      <a:pt x="0" y="498"/>
                      <a:pt x="0" y="498"/>
                    </a:cubicBezTo>
                    <a:lnTo>
                      <a:pt x="17" y="519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6" name="Freeform 644">
                <a:extLst>
                  <a:ext uri="{FF2B5EF4-FFF2-40B4-BE49-F238E27FC236}">
                    <a16:creationId xmlns:a16="http://schemas.microsoft.com/office/drawing/2014/main" id="{70BDE282-31FF-4AB3-9747-EC13F5B56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2427"/>
                <a:ext cx="676" cy="579"/>
              </a:xfrm>
              <a:custGeom>
                <a:avLst/>
                <a:gdLst>
                  <a:gd name="T0" fmla="*/ 9 w 582"/>
                  <a:gd name="T1" fmla="*/ 699 h 519"/>
                  <a:gd name="T2" fmla="*/ 902 w 582"/>
                  <a:gd name="T3" fmla="*/ 9 h 519"/>
                  <a:gd name="T4" fmla="*/ 912 w 582"/>
                  <a:gd name="T5" fmla="*/ 11 h 519"/>
                  <a:gd name="T6" fmla="*/ 893 w 582"/>
                  <a:gd name="T7" fmla="*/ 0 h 519"/>
                  <a:gd name="T8" fmla="*/ 0 w 582"/>
                  <a:gd name="T9" fmla="*/ 692 h 519"/>
                  <a:gd name="T10" fmla="*/ 27 w 582"/>
                  <a:gd name="T11" fmla="*/ 721 h 519"/>
                  <a:gd name="T12" fmla="*/ 28 w 582"/>
                  <a:gd name="T13" fmla="*/ 721 h 519"/>
                  <a:gd name="T14" fmla="*/ 9 w 582"/>
                  <a:gd name="T15" fmla="*/ 699 h 5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2" h="519">
                    <a:moveTo>
                      <a:pt x="6" y="504"/>
                    </a:moveTo>
                    <a:cubicBezTo>
                      <a:pt x="576" y="6"/>
                      <a:pt x="576" y="6"/>
                      <a:pt x="576" y="6"/>
                    </a:cubicBezTo>
                    <a:cubicBezTo>
                      <a:pt x="579" y="6"/>
                      <a:pt x="581" y="7"/>
                      <a:pt x="582" y="8"/>
                    </a:cubicBezTo>
                    <a:cubicBezTo>
                      <a:pt x="581" y="4"/>
                      <a:pt x="578" y="1"/>
                      <a:pt x="570" y="0"/>
                    </a:cubicBezTo>
                    <a:cubicBezTo>
                      <a:pt x="0" y="498"/>
                      <a:pt x="0" y="498"/>
                      <a:pt x="0" y="498"/>
                    </a:cubicBezTo>
                    <a:cubicBezTo>
                      <a:pt x="17" y="519"/>
                      <a:pt x="17" y="519"/>
                      <a:pt x="17" y="519"/>
                    </a:cubicBezTo>
                    <a:cubicBezTo>
                      <a:pt x="17" y="519"/>
                      <a:pt x="17" y="519"/>
                      <a:pt x="18" y="519"/>
                    </a:cubicBezTo>
                    <a:lnTo>
                      <a:pt x="6" y="504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7" name="Freeform 645">
                <a:extLst>
                  <a:ext uri="{FF2B5EF4-FFF2-40B4-BE49-F238E27FC236}">
                    <a16:creationId xmlns:a16="http://schemas.microsoft.com/office/drawing/2014/main" id="{0F26F86D-4A37-4221-B687-A83D84946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" y="2442"/>
                <a:ext cx="640" cy="534"/>
              </a:xfrm>
              <a:custGeom>
                <a:avLst/>
                <a:gdLst>
                  <a:gd name="T0" fmla="*/ 0 w 551"/>
                  <a:gd name="T1" fmla="*/ 663 h 479"/>
                  <a:gd name="T2" fmla="*/ 863 w 551"/>
                  <a:gd name="T3" fmla="*/ 0 h 479"/>
                  <a:gd name="T4" fmla="*/ 0 w 551"/>
                  <a:gd name="T5" fmla="*/ 663 h 4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1" h="479">
                    <a:moveTo>
                      <a:pt x="0" y="479"/>
                    </a:moveTo>
                    <a:cubicBezTo>
                      <a:pt x="551" y="0"/>
                      <a:pt x="551" y="0"/>
                      <a:pt x="551" y="0"/>
                    </a:cubicBezTo>
                    <a:cubicBezTo>
                      <a:pt x="551" y="0"/>
                      <a:pt x="116" y="385"/>
                      <a:pt x="0" y="479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8" name="Freeform 646">
                <a:extLst>
                  <a:ext uri="{FF2B5EF4-FFF2-40B4-BE49-F238E27FC236}">
                    <a16:creationId xmlns:a16="http://schemas.microsoft.com/office/drawing/2014/main" id="{64623F0E-B8E9-4744-9306-A5FD72F84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2427"/>
                <a:ext cx="683" cy="579"/>
              </a:xfrm>
              <a:custGeom>
                <a:avLst/>
                <a:gdLst>
                  <a:gd name="T0" fmla="*/ 27 w 588"/>
                  <a:gd name="T1" fmla="*/ 721 h 519"/>
                  <a:gd name="T2" fmla="*/ 912 w 588"/>
                  <a:gd name="T3" fmla="*/ 25 h 519"/>
                  <a:gd name="T4" fmla="*/ 893 w 588"/>
                  <a:gd name="T5" fmla="*/ 0 h 519"/>
                  <a:gd name="T6" fmla="*/ 0 w 588"/>
                  <a:gd name="T7" fmla="*/ 692 h 519"/>
                  <a:gd name="T8" fmla="*/ 27 w 588"/>
                  <a:gd name="T9" fmla="*/ 721 h 5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8" h="519">
                    <a:moveTo>
                      <a:pt x="17" y="519"/>
                    </a:moveTo>
                    <a:cubicBezTo>
                      <a:pt x="17" y="519"/>
                      <a:pt x="512" y="70"/>
                      <a:pt x="582" y="18"/>
                    </a:cubicBezTo>
                    <a:cubicBezTo>
                      <a:pt x="582" y="18"/>
                      <a:pt x="588" y="2"/>
                      <a:pt x="570" y="0"/>
                    </a:cubicBezTo>
                    <a:cubicBezTo>
                      <a:pt x="0" y="498"/>
                      <a:pt x="0" y="498"/>
                      <a:pt x="0" y="498"/>
                    </a:cubicBezTo>
                    <a:lnTo>
                      <a:pt x="17" y="51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9" name="Freeform 647">
                <a:extLst>
                  <a:ext uri="{FF2B5EF4-FFF2-40B4-BE49-F238E27FC236}">
                    <a16:creationId xmlns:a16="http://schemas.microsoft.com/office/drawing/2014/main" id="{27644978-BA3F-4D74-9F3B-A174B2832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2979"/>
                <a:ext cx="32" cy="30"/>
              </a:xfrm>
              <a:custGeom>
                <a:avLst/>
                <a:gdLst>
                  <a:gd name="T0" fmla="*/ 45 w 27"/>
                  <a:gd name="T1" fmla="*/ 18 h 27"/>
                  <a:gd name="T2" fmla="*/ 21 w 27"/>
                  <a:gd name="T3" fmla="*/ 36 h 27"/>
                  <a:gd name="T4" fmla="*/ 0 w 27"/>
                  <a:gd name="T5" fmla="*/ 18 h 27"/>
                  <a:gd name="T6" fmla="*/ 24 w 27"/>
                  <a:gd name="T7" fmla="*/ 0 h 27"/>
                  <a:gd name="T8" fmla="*/ 45 w 27"/>
                  <a:gd name="T9" fmla="*/ 1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3"/>
                    </a:moveTo>
                    <a:cubicBezTo>
                      <a:pt x="27" y="21"/>
                      <a:pt x="21" y="27"/>
                      <a:pt x="13" y="26"/>
                    </a:cubicBezTo>
                    <a:cubicBezTo>
                      <a:pt x="6" y="26"/>
                      <a:pt x="0" y="20"/>
                      <a:pt x="0" y="13"/>
                    </a:cubicBez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lose/>
                  </a:path>
                </a:pathLst>
              </a:cu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0" name="Freeform 648">
                <a:extLst>
                  <a:ext uri="{FF2B5EF4-FFF2-40B4-BE49-F238E27FC236}">
                    <a16:creationId xmlns:a16="http://schemas.microsoft.com/office/drawing/2014/main" id="{5ECB1D8F-FF21-4C14-A83D-BD9797336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2978"/>
                <a:ext cx="32" cy="30"/>
              </a:xfrm>
              <a:custGeom>
                <a:avLst/>
                <a:gdLst>
                  <a:gd name="T0" fmla="*/ 45 w 27"/>
                  <a:gd name="T1" fmla="*/ 20 h 27"/>
                  <a:gd name="T2" fmla="*/ 21 w 27"/>
                  <a:gd name="T3" fmla="*/ 37 h 27"/>
                  <a:gd name="T4" fmla="*/ 0 w 27"/>
                  <a:gd name="T5" fmla="*/ 20 h 27"/>
                  <a:gd name="T6" fmla="*/ 24 w 27"/>
                  <a:gd name="T7" fmla="*/ 0 h 27"/>
                  <a:gd name="T8" fmla="*/ 45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7"/>
                      <a:pt x="27" y="1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1" name="Freeform 649">
                <a:extLst>
                  <a:ext uri="{FF2B5EF4-FFF2-40B4-BE49-F238E27FC236}">
                    <a16:creationId xmlns:a16="http://schemas.microsoft.com/office/drawing/2014/main" id="{39F734E9-DE3E-4874-8EF8-D033A0251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2980"/>
                <a:ext cx="18" cy="21"/>
              </a:xfrm>
              <a:custGeom>
                <a:avLst/>
                <a:gdLst>
                  <a:gd name="T0" fmla="*/ 26 w 15"/>
                  <a:gd name="T1" fmla="*/ 3 h 19"/>
                  <a:gd name="T2" fmla="*/ 7 w 15"/>
                  <a:gd name="T3" fmla="*/ 9 h 19"/>
                  <a:gd name="T4" fmla="*/ 8 w 15"/>
                  <a:gd name="T5" fmla="*/ 25 h 19"/>
                  <a:gd name="T6" fmla="*/ 14 w 15"/>
                  <a:gd name="T7" fmla="*/ 11 h 19"/>
                  <a:gd name="T8" fmla="*/ 26 w 15"/>
                  <a:gd name="T9" fmla="*/ 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3"/>
                    </a:moveTo>
                    <a:cubicBezTo>
                      <a:pt x="15" y="3"/>
                      <a:pt x="9" y="0"/>
                      <a:pt x="4" y="6"/>
                    </a:cubicBezTo>
                    <a:cubicBezTo>
                      <a:pt x="0" y="12"/>
                      <a:pt x="5" y="19"/>
                      <a:pt x="5" y="19"/>
                    </a:cubicBezTo>
                    <a:cubicBezTo>
                      <a:pt x="5" y="19"/>
                      <a:pt x="4" y="12"/>
                      <a:pt x="8" y="8"/>
                    </a:cubicBezTo>
                    <a:cubicBezTo>
                      <a:pt x="12" y="3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2" name="Freeform 650">
                <a:extLst>
                  <a:ext uri="{FF2B5EF4-FFF2-40B4-BE49-F238E27FC236}">
                    <a16:creationId xmlns:a16="http://schemas.microsoft.com/office/drawing/2014/main" id="{AE87D6A2-91EE-459D-A772-2DFE66C89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2425"/>
                <a:ext cx="680" cy="583"/>
              </a:xfrm>
              <a:custGeom>
                <a:avLst/>
                <a:gdLst>
                  <a:gd name="T0" fmla="*/ 27 w 585"/>
                  <a:gd name="T1" fmla="*/ 725 h 523"/>
                  <a:gd name="T2" fmla="*/ 909 w 585"/>
                  <a:gd name="T3" fmla="*/ 25 h 523"/>
                  <a:gd name="T4" fmla="*/ 890 w 585"/>
                  <a:gd name="T5" fmla="*/ 0 h 523"/>
                  <a:gd name="T6" fmla="*/ 0 w 585"/>
                  <a:gd name="T7" fmla="*/ 696 h 523"/>
                  <a:gd name="T8" fmla="*/ 27 w 585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5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5" y="2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3" name="Freeform 651">
                <a:extLst>
                  <a:ext uri="{FF2B5EF4-FFF2-40B4-BE49-F238E27FC236}">
                    <a16:creationId xmlns:a16="http://schemas.microsoft.com/office/drawing/2014/main" id="{2CD387E5-F310-4E3F-8486-456912D17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2425"/>
                <a:ext cx="673" cy="583"/>
              </a:xfrm>
              <a:custGeom>
                <a:avLst/>
                <a:gdLst>
                  <a:gd name="T0" fmla="*/ 9 w 579"/>
                  <a:gd name="T1" fmla="*/ 702 h 523"/>
                  <a:gd name="T2" fmla="*/ 898 w 579"/>
                  <a:gd name="T3" fmla="*/ 9 h 523"/>
                  <a:gd name="T4" fmla="*/ 909 w 579"/>
                  <a:gd name="T5" fmla="*/ 10 h 523"/>
                  <a:gd name="T6" fmla="*/ 890 w 579"/>
                  <a:gd name="T7" fmla="*/ 0 h 523"/>
                  <a:gd name="T8" fmla="*/ 0 w 579"/>
                  <a:gd name="T9" fmla="*/ 696 h 523"/>
                  <a:gd name="T10" fmla="*/ 27 w 579"/>
                  <a:gd name="T11" fmla="*/ 725 h 523"/>
                  <a:gd name="T12" fmla="*/ 28 w 579"/>
                  <a:gd name="T13" fmla="*/ 723 h 523"/>
                  <a:gd name="T14" fmla="*/ 9 w 579"/>
                  <a:gd name="T15" fmla="*/ 702 h 5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9" h="523">
                    <a:moveTo>
                      <a:pt x="6" y="507"/>
                    </a:moveTo>
                    <a:cubicBezTo>
                      <a:pt x="572" y="6"/>
                      <a:pt x="572" y="6"/>
                      <a:pt x="572" y="6"/>
                    </a:cubicBezTo>
                    <a:cubicBezTo>
                      <a:pt x="575" y="6"/>
                      <a:pt x="577" y="7"/>
                      <a:pt x="579" y="7"/>
                    </a:cubicBezTo>
                    <a:cubicBezTo>
                      <a:pt x="577" y="4"/>
                      <a:pt x="574" y="1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17" y="523"/>
                      <a:pt x="17" y="522"/>
                      <a:pt x="18" y="522"/>
                    </a:cubicBezTo>
                    <a:lnTo>
                      <a:pt x="6" y="507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4" name="Freeform 652">
                <a:extLst>
                  <a:ext uri="{FF2B5EF4-FFF2-40B4-BE49-F238E27FC236}">
                    <a16:creationId xmlns:a16="http://schemas.microsoft.com/office/drawing/2014/main" id="{3E3ED47A-CAE5-4F35-906D-B6418B641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" y="2440"/>
                <a:ext cx="635" cy="537"/>
              </a:xfrm>
              <a:custGeom>
                <a:avLst/>
                <a:gdLst>
                  <a:gd name="T0" fmla="*/ 0 w 547"/>
                  <a:gd name="T1" fmla="*/ 666 h 482"/>
                  <a:gd name="T2" fmla="*/ 856 w 547"/>
                  <a:gd name="T3" fmla="*/ 0 h 482"/>
                  <a:gd name="T4" fmla="*/ 0 w 547"/>
                  <a:gd name="T5" fmla="*/ 666 h 4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7" h="482">
                    <a:moveTo>
                      <a:pt x="0" y="482"/>
                    </a:moveTo>
                    <a:cubicBezTo>
                      <a:pt x="547" y="0"/>
                      <a:pt x="547" y="0"/>
                      <a:pt x="547" y="0"/>
                    </a:cubicBezTo>
                    <a:cubicBezTo>
                      <a:pt x="547" y="0"/>
                      <a:pt x="115" y="388"/>
                      <a:pt x="0" y="482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5" name="Freeform 653">
                <a:extLst>
                  <a:ext uri="{FF2B5EF4-FFF2-40B4-BE49-F238E27FC236}">
                    <a16:creationId xmlns:a16="http://schemas.microsoft.com/office/drawing/2014/main" id="{33BAD83C-84EB-4A51-BA07-D6E336000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2425"/>
                <a:ext cx="680" cy="583"/>
              </a:xfrm>
              <a:custGeom>
                <a:avLst/>
                <a:gdLst>
                  <a:gd name="T0" fmla="*/ 27 w 585"/>
                  <a:gd name="T1" fmla="*/ 725 h 523"/>
                  <a:gd name="T2" fmla="*/ 909 w 585"/>
                  <a:gd name="T3" fmla="*/ 25 h 523"/>
                  <a:gd name="T4" fmla="*/ 890 w 585"/>
                  <a:gd name="T5" fmla="*/ 0 h 523"/>
                  <a:gd name="T6" fmla="*/ 0 w 585"/>
                  <a:gd name="T7" fmla="*/ 696 h 523"/>
                  <a:gd name="T8" fmla="*/ 27 w 585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5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5" y="2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6" name="Freeform 654">
                <a:extLst>
                  <a:ext uri="{FF2B5EF4-FFF2-40B4-BE49-F238E27FC236}">
                    <a16:creationId xmlns:a16="http://schemas.microsoft.com/office/drawing/2014/main" id="{FC06457B-CAFE-43B4-A7AA-BDBBC4BD9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980"/>
                <a:ext cx="31" cy="30"/>
              </a:xfrm>
              <a:custGeom>
                <a:avLst/>
                <a:gdLst>
                  <a:gd name="T0" fmla="*/ 41 w 27"/>
                  <a:gd name="T1" fmla="*/ 20 h 27"/>
                  <a:gd name="T2" fmla="*/ 20 w 27"/>
                  <a:gd name="T3" fmla="*/ 37 h 27"/>
                  <a:gd name="T4" fmla="*/ 0 w 27"/>
                  <a:gd name="T5" fmla="*/ 18 h 27"/>
                  <a:gd name="T6" fmla="*/ 21 w 27"/>
                  <a:gd name="T7" fmla="*/ 0 h 27"/>
                  <a:gd name="T8" fmla="*/ 41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lose/>
                  </a:path>
                </a:pathLst>
              </a:cu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7" name="Freeform 655">
                <a:extLst>
                  <a:ext uri="{FF2B5EF4-FFF2-40B4-BE49-F238E27FC236}">
                    <a16:creationId xmlns:a16="http://schemas.microsoft.com/office/drawing/2014/main" id="{D0FE9283-F5D1-488F-857C-C8B9286E2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980"/>
                <a:ext cx="31" cy="30"/>
              </a:xfrm>
              <a:custGeom>
                <a:avLst/>
                <a:gdLst>
                  <a:gd name="T0" fmla="*/ 41 w 27"/>
                  <a:gd name="T1" fmla="*/ 18 h 27"/>
                  <a:gd name="T2" fmla="*/ 20 w 27"/>
                  <a:gd name="T3" fmla="*/ 37 h 27"/>
                  <a:gd name="T4" fmla="*/ 0 w 27"/>
                  <a:gd name="T5" fmla="*/ 18 h 27"/>
                  <a:gd name="T6" fmla="*/ 21 w 27"/>
                  <a:gd name="T7" fmla="*/ 0 h 27"/>
                  <a:gd name="T8" fmla="*/ 41 w 27"/>
                  <a:gd name="T9" fmla="*/ 1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3"/>
                    </a:move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8" name="Freeform 656">
                <a:extLst>
                  <a:ext uri="{FF2B5EF4-FFF2-40B4-BE49-F238E27FC236}">
                    <a16:creationId xmlns:a16="http://schemas.microsoft.com/office/drawing/2014/main" id="{1B4C6F1C-2338-46A9-973B-73B70D267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2981"/>
                <a:ext cx="17" cy="22"/>
              </a:xfrm>
              <a:custGeom>
                <a:avLst/>
                <a:gdLst>
                  <a:gd name="T0" fmla="*/ 22 w 15"/>
                  <a:gd name="T1" fmla="*/ 3 h 20"/>
                  <a:gd name="T2" fmla="*/ 7 w 15"/>
                  <a:gd name="T3" fmla="*/ 9 h 20"/>
                  <a:gd name="T4" fmla="*/ 8 w 15"/>
                  <a:gd name="T5" fmla="*/ 26 h 20"/>
                  <a:gd name="T6" fmla="*/ 11 w 15"/>
                  <a:gd name="T7" fmla="*/ 11 h 20"/>
                  <a:gd name="T8" fmla="*/ 22 w 15"/>
                  <a:gd name="T9" fmla="*/ 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15" y="3"/>
                    </a:moveTo>
                    <a:cubicBezTo>
                      <a:pt x="15" y="3"/>
                      <a:pt x="8" y="0"/>
                      <a:pt x="4" y="6"/>
                    </a:cubicBezTo>
                    <a:cubicBezTo>
                      <a:pt x="0" y="12"/>
                      <a:pt x="5" y="20"/>
                      <a:pt x="5" y="20"/>
                    </a:cubicBezTo>
                    <a:cubicBezTo>
                      <a:pt x="5" y="20"/>
                      <a:pt x="3" y="13"/>
                      <a:pt x="8" y="8"/>
                    </a:cubicBezTo>
                    <a:cubicBezTo>
                      <a:pt x="12" y="4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9" name="Freeform 657">
                <a:extLst>
                  <a:ext uri="{FF2B5EF4-FFF2-40B4-BE49-F238E27FC236}">
                    <a16:creationId xmlns:a16="http://schemas.microsoft.com/office/drawing/2014/main" id="{97C170E1-93C5-4156-B902-1CA595350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2433"/>
                <a:ext cx="679" cy="583"/>
              </a:xfrm>
              <a:custGeom>
                <a:avLst/>
                <a:gdLst>
                  <a:gd name="T0" fmla="*/ 27 w 585"/>
                  <a:gd name="T1" fmla="*/ 725 h 523"/>
                  <a:gd name="T2" fmla="*/ 905 w 585"/>
                  <a:gd name="T3" fmla="*/ 25 h 523"/>
                  <a:gd name="T4" fmla="*/ 887 w 585"/>
                  <a:gd name="T5" fmla="*/ 0 h 523"/>
                  <a:gd name="T6" fmla="*/ 0 w 585"/>
                  <a:gd name="T7" fmla="*/ 696 h 523"/>
                  <a:gd name="T8" fmla="*/ 27 w 585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5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5" y="2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0" name="Freeform 658">
                <a:extLst>
                  <a:ext uri="{FF2B5EF4-FFF2-40B4-BE49-F238E27FC236}">
                    <a16:creationId xmlns:a16="http://schemas.microsoft.com/office/drawing/2014/main" id="{457485FD-4BD1-4704-90BD-AA4A61ED4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2433"/>
                <a:ext cx="673" cy="583"/>
              </a:xfrm>
              <a:custGeom>
                <a:avLst/>
                <a:gdLst>
                  <a:gd name="T0" fmla="*/ 9 w 579"/>
                  <a:gd name="T1" fmla="*/ 703 h 523"/>
                  <a:gd name="T2" fmla="*/ 898 w 579"/>
                  <a:gd name="T3" fmla="*/ 9 h 523"/>
                  <a:gd name="T4" fmla="*/ 909 w 579"/>
                  <a:gd name="T5" fmla="*/ 11 h 523"/>
                  <a:gd name="T6" fmla="*/ 890 w 579"/>
                  <a:gd name="T7" fmla="*/ 0 h 523"/>
                  <a:gd name="T8" fmla="*/ 0 w 579"/>
                  <a:gd name="T9" fmla="*/ 696 h 523"/>
                  <a:gd name="T10" fmla="*/ 27 w 579"/>
                  <a:gd name="T11" fmla="*/ 725 h 523"/>
                  <a:gd name="T12" fmla="*/ 28 w 579"/>
                  <a:gd name="T13" fmla="*/ 723 h 523"/>
                  <a:gd name="T14" fmla="*/ 9 w 579"/>
                  <a:gd name="T15" fmla="*/ 703 h 5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9" h="523">
                    <a:moveTo>
                      <a:pt x="6" y="508"/>
                    </a:moveTo>
                    <a:cubicBezTo>
                      <a:pt x="572" y="6"/>
                      <a:pt x="572" y="6"/>
                      <a:pt x="572" y="6"/>
                    </a:cubicBezTo>
                    <a:cubicBezTo>
                      <a:pt x="575" y="6"/>
                      <a:pt x="577" y="7"/>
                      <a:pt x="579" y="8"/>
                    </a:cubicBezTo>
                    <a:cubicBezTo>
                      <a:pt x="577" y="4"/>
                      <a:pt x="574" y="1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17" y="523"/>
                      <a:pt x="17" y="523"/>
                      <a:pt x="18" y="522"/>
                    </a:cubicBezTo>
                    <a:lnTo>
                      <a:pt x="6" y="508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1" name="Freeform 659">
                <a:extLst>
                  <a:ext uri="{FF2B5EF4-FFF2-40B4-BE49-F238E27FC236}">
                    <a16:creationId xmlns:a16="http://schemas.microsoft.com/office/drawing/2014/main" id="{30243897-206E-4840-8EB9-4AE10AC76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2448"/>
                <a:ext cx="635" cy="538"/>
              </a:xfrm>
              <a:custGeom>
                <a:avLst/>
                <a:gdLst>
                  <a:gd name="T0" fmla="*/ 0 w 547"/>
                  <a:gd name="T1" fmla="*/ 667 h 483"/>
                  <a:gd name="T2" fmla="*/ 856 w 547"/>
                  <a:gd name="T3" fmla="*/ 0 h 483"/>
                  <a:gd name="T4" fmla="*/ 0 w 547"/>
                  <a:gd name="T5" fmla="*/ 667 h 4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7" h="483">
                    <a:moveTo>
                      <a:pt x="0" y="483"/>
                    </a:moveTo>
                    <a:cubicBezTo>
                      <a:pt x="547" y="0"/>
                      <a:pt x="547" y="0"/>
                      <a:pt x="547" y="0"/>
                    </a:cubicBezTo>
                    <a:cubicBezTo>
                      <a:pt x="547" y="0"/>
                      <a:pt x="115" y="388"/>
                      <a:pt x="0" y="48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2" name="Freeform 660">
                <a:extLst>
                  <a:ext uri="{FF2B5EF4-FFF2-40B4-BE49-F238E27FC236}">
                    <a16:creationId xmlns:a16="http://schemas.microsoft.com/office/drawing/2014/main" id="{857685AE-BFF6-4E97-9CBB-6AF612634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2433"/>
                <a:ext cx="679" cy="583"/>
              </a:xfrm>
              <a:custGeom>
                <a:avLst/>
                <a:gdLst>
                  <a:gd name="T0" fmla="*/ 27 w 585"/>
                  <a:gd name="T1" fmla="*/ 725 h 523"/>
                  <a:gd name="T2" fmla="*/ 905 w 585"/>
                  <a:gd name="T3" fmla="*/ 25 h 523"/>
                  <a:gd name="T4" fmla="*/ 887 w 585"/>
                  <a:gd name="T5" fmla="*/ 0 h 523"/>
                  <a:gd name="T6" fmla="*/ 0 w 585"/>
                  <a:gd name="T7" fmla="*/ 696 h 523"/>
                  <a:gd name="T8" fmla="*/ 27 w 585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5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5" y="2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3" name="Freeform 661">
                <a:extLst>
                  <a:ext uri="{FF2B5EF4-FFF2-40B4-BE49-F238E27FC236}">
                    <a16:creationId xmlns:a16="http://schemas.microsoft.com/office/drawing/2014/main" id="{317AA30B-B9A0-41C9-AD7C-21BDA9FB2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2988"/>
                <a:ext cx="32" cy="30"/>
              </a:xfrm>
              <a:custGeom>
                <a:avLst/>
                <a:gdLst>
                  <a:gd name="T0" fmla="*/ 45 w 27"/>
                  <a:gd name="T1" fmla="*/ 20 h 27"/>
                  <a:gd name="T2" fmla="*/ 21 w 27"/>
                  <a:gd name="T3" fmla="*/ 37 h 27"/>
                  <a:gd name="T4" fmla="*/ 0 w 27"/>
                  <a:gd name="T5" fmla="*/ 20 h 27"/>
                  <a:gd name="T6" fmla="*/ 24 w 27"/>
                  <a:gd name="T7" fmla="*/ 0 h 27"/>
                  <a:gd name="T8" fmla="*/ 45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7"/>
                      <a:pt x="27" y="14"/>
                    </a:cubicBezTo>
                    <a:close/>
                  </a:path>
                </a:pathLst>
              </a:cu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4" name="Freeform 662">
                <a:extLst>
                  <a:ext uri="{FF2B5EF4-FFF2-40B4-BE49-F238E27FC236}">
                    <a16:creationId xmlns:a16="http://schemas.microsoft.com/office/drawing/2014/main" id="{2539B7BA-6BAB-4CBD-AB92-ED761ED49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2988"/>
                <a:ext cx="32" cy="30"/>
              </a:xfrm>
              <a:custGeom>
                <a:avLst/>
                <a:gdLst>
                  <a:gd name="T0" fmla="*/ 45 w 27"/>
                  <a:gd name="T1" fmla="*/ 20 h 27"/>
                  <a:gd name="T2" fmla="*/ 21 w 27"/>
                  <a:gd name="T3" fmla="*/ 37 h 27"/>
                  <a:gd name="T4" fmla="*/ 0 w 27"/>
                  <a:gd name="T5" fmla="*/ 18 h 27"/>
                  <a:gd name="T6" fmla="*/ 24 w 27"/>
                  <a:gd name="T7" fmla="*/ 0 h 27"/>
                  <a:gd name="T8" fmla="*/ 45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5" name="Freeform 663">
                <a:extLst>
                  <a:ext uri="{FF2B5EF4-FFF2-40B4-BE49-F238E27FC236}">
                    <a16:creationId xmlns:a16="http://schemas.microsoft.com/office/drawing/2014/main" id="{6DD9EFF5-1955-462A-97CC-048B7E4B4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2989"/>
                <a:ext cx="17" cy="22"/>
              </a:xfrm>
              <a:custGeom>
                <a:avLst/>
                <a:gdLst>
                  <a:gd name="T0" fmla="*/ 22 w 15"/>
                  <a:gd name="T1" fmla="*/ 4 h 20"/>
                  <a:gd name="T2" fmla="*/ 7 w 15"/>
                  <a:gd name="T3" fmla="*/ 10 h 20"/>
                  <a:gd name="T4" fmla="*/ 8 w 15"/>
                  <a:gd name="T5" fmla="*/ 26 h 20"/>
                  <a:gd name="T6" fmla="*/ 11 w 15"/>
                  <a:gd name="T7" fmla="*/ 12 h 20"/>
                  <a:gd name="T8" fmla="*/ 22 w 15"/>
                  <a:gd name="T9" fmla="*/ 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15" y="4"/>
                    </a:moveTo>
                    <a:cubicBezTo>
                      <a:pt x="15" y="4"/>
                      <a:pt x="8" y="0"/>
                      <a:pt x="4" y="7"/>
                    </a:cubicBezTo>
                    <a:cubicBezTo>
                      <a:pt x="0" y="13"/>
                      <a:pt x="5" y="20"/>
                      <a:pt x="5" y="20"/>
                    </a:cubicBezTo>
                    <a:cubicBezTo>
                      <a:pt x="5" y="20"/>
                      <a:pt x="3" y="13"/>
                      <a:pt x="8" y="9"/>
                    </a:cubicBezTo>
                    <a:cubicBezTo>
                      <a:pt x="12" y="4"/>
                      <a:pt x="15" y="4"/>
                      <a:pt x="15" y="4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6" name="Freeform 664">
                <a:extLst>
                  <a:ext uri="{FF2B5EF4-FFF2-40B4-BE49-F238E27FC236}">
                    <a16:creationId xmlns:a16="http://schemas.microsoft.com/office/drawing/2014/main" id="{847DD776-4BA6-4D9C-8E49-DBF5951B2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" y="2378"/>
                <a:ext cx="680" cy="582"/>
              </a:xfrm>
              <a:custGeom>
                <a:avLst/>
                <a:gdLst>
                  <a:gd name="T0" fmla="*/ 27 w 585"/>
                  <a:gd name="T1" fmla="*/ 724 h 522"/>
                  <a:gd name="T2" fmla="*/ 909 w 585"/>
                  <a:gd name="T3" fmla="*/ 25 h 522"/>
                  <a:gd name="T4" fmla="*/ 890 w 585"/>
                  <a:gd name="T5" fmla="*/ 0 h 522"/>
                  <a:gd name="T6" fmla="*/ 0 w 585"/>
                  <a:gd name="T7" fmla="*/ 695 h 522"/>
                  <a:gd name="T8" fmla="*/ 27 w 585"/>
                  <a:gd name="T9" fmla="*/ 724 h 5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5" h="522">
                    <a:moveTo>
                      <a:pt x="17" y="522"/>
                    </a:moveTo>
                    <a:cubicBezTo>
                      <a:pt x="17" y="522"/>
                      <a:pt x="509" y="70"/>
                      <a:pt x="579" y="18"/>
                    </a:cubicBezTo>
                    <a:cubicBezTo>
                      <a:pt x="579" y="18"/>
                      <a:pt x="585" y="1"/>
                      <a:pt x="567" y="0"/>
                    </a:cubicBezTo>
                    <a:cubicBezTo>
                      <a:pt x="0" y="501"/>
                      <a:pt x="0" y="501"/>
                      <a:pt x="0" y="501"/>
                    </a:cubicBezTo>
                    <a:lnTo>
                      <a:pt x="17" y="522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7" name="Freeform 665">
                <a:extLst>
                  <a:ext uri="{FF2B5EF4-FFF2-40B4-BE49-F238E27FC236}">
                    <a16:creationId xmlns:a16="http://schemas.microsoft.com/office/drawing/2014/main" id="{FFEB3F07-366B-4BE1-947E-C7AC69D4A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" y="2378"/>
                <a:ext cx="673" cy="582"/>
              </a:xfrm>
              <a:custGeom>
                <a:avLst/>
                <a:gdLst>
                  <a:gd name="T0" fmla="*/ 9 w 579"/>
                  <a:gd name="T1" fmla="*/ 702 h 522"/>
                  <a:gd name="T2" fmla="*/ 900 w 579"/>
                  <a:gd name="T3" fmla="*/ 8 h 522"/>
                  <a:gd name="T4" fmla="*/ 909 w 579"/>
                  <a:gd name="T5" fmla="*/ 10 h 522"/>
                  <a:gd name="T6" fmla="*/ 890 w 579"/>
                  <a:gd name="T7" fmla="*/ 0 h 522"/>
                  <a:gd name="T8" fmla="*/ 0 w 579"/>
                  <a:gd name="T9" fmla="*/ 695 h 522"/>
                  <a:gd name="T10" fmla="*/ 27 w 579"/>
                  <a:gd name="T11" fmla="*/ 724 h 522"/>
                  <a:gd name="T12" fmla="*/ 28 w 579"/>
                  <a:gd name="T13" fmla="*/ 724 h 522"/>
                  <a:gd name="T14" fmla="*/ 9 w 579"/>
                  <a:gd name="T15" fmla="*/ 702 h 5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9" h="522">
                    <a:moveTo>
                      <a:pt x="6" y="507"/>
                    </a:moveTo>
                    <a:cubicBezTo>
                      <a:pt x="573" y="5"/>
                      <a:pt x="573" y="5"/>
                      <a:pt x="573" y="5"/>
                    </a:cubicBezTo>
                    <a:cubicBezTo>
                      <a:pt x="575" y="6"/>
                      <a:pt x="577" y="6"/>
                      <a:pt x="579" y="7"/>
                    </a:cubicBezTo>
                    <a:cubicBezTo>
                      <a:pt x="578" y="4"/>
                      <a:pt x="574" y="0"/>
                      <a:pt x="567" y="0"/>
                    </a:cubicBezTo>
                    <a:cubicBezTo>
                      <a:pt x="0" y="501"/>
                      <a:pt x="0" y="501"/>
                      <a:pt x="0" y="501"/>
                    </a:cubicBezTo>
                    <a:cubicBezTo>
                      <a:pt x="17" y="522"/>
                      <a:pt x="17" y="522"/>
                      <a:pt x="17" y="522"/>
                    </a:cubicBezTo>
                    <a:cubicBezTo>
                      <a:pt x="17" y="522"/>
                      <a:pt x="17" y="522"/>
                      <a:pt x="18" y="522"/>
                    </a:cubicBezTo>
                    <a:lnTo>
                      <a:pt x="6" y="507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8" name="Freeform 666">
                <a:extLst>
                  <a:ext uri="{FF2B5EF4-FFF2-40B4-BE49-F238E27FC236}">
                    <a16:creationId xmlns:a16="http://schemas.microsoft.com/office/drawing/2014/main" id="{284AB378-2FFF-459F-9A60-920FA9DFC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" y="2392"/>
                <a:ext cx="635" cy="538"/>
              </a:xfrm>
              <a:custGeom>
                <a:avLst/>
                <a:gdLst>
                  <a:gd name="T0" fmla="*/ 0 w 547"/>
                  <a:gd name="T1" fmla="*/ 667 h 483"/>
                  <a:gd name="T2" fmla="*/ 856 w 547"/>
                  <a:gd name="T3" fmla="*/ 0 h 483"/>
                  <a:gd name="T4" fmla="*/ 0 w 547"/>
                  <a:gd name="T5" fmla="*/ 667 h 4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7" h="483">
                    <a:moveTo>
                      <a:pt x="0" y="483"/>
                    </a:moveTo>
                    <a:cubicBezTo>
                      <a:pt x="547" y="0"/>
                      <a:pt x="547" y="0"/>
                      <a:pt x="547" y="0"/>
                    </a:cubicBezTo>
                    <a:cubicBezTo>
                      <a:pt x="547" y="0"/>
                      <a:pt x="116" y="388"/>
                      <a:pt x="0" y="48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9" name="Freeform 667">
                <a:extLst>
                  <a:ext uri="{FF2B5EF4-FFF2-40B4-BE49-F238E27FC236}">
                    <a16:creationId xmlns:a16="http://schemas.microsoft.com/office/drawing/2014/main" id="{621149C7-3369-4820-9BB9-E906F88E1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" y="2378"/>
                <a:ext cx="680" cy="582"/>
              </a:xfrm>
              <a:custGeom>
                <a:avLst/>
                <a:gdLst>
                  <a:gd name="T0" fmla="*/ 27 w 585"/>
                  <a:gd name="T1" fmla="*/ 724 h 522"/>
                  <a:gd name="T2" fmla="*/ 909 w 585"/>
                  <a:gd name="T3" fmla="*/ 25 h 522"/>
                  <a:gd name="T4" fmla="*/ 890 w 585"/>
                  <a:gd name="T5" fmla="*/ 0 h 522"/>
                  <a:gd name="T6" fmla="*/ 0 w 585"/>
                  <a:gd name="T7" fmla="*/ 695 h 522"/>
                  <a:gd name="T8" fmla="*/ 27 w 585"/>
                  <a:gd name="T9" fmla="*/ 724 h 5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5" h="522">
                    <a:moveTo>
                      <a:pt x="17" y="522"/>
                    </a:moveTo>
                    <a:cubicBezTo>
                      <a:pt x="17" y="522"/>
                      <a:pt x="509" y="70"/>
                      <a:pt x="579" y="18"/>
                    </a:cubicBezTo>
                    <a:cubicBezTo>
                      <a:pt x="579" y="18"/>
                      <a:pt x="585" y="1"/>
                      <a:pt x="567" y="0"/>
                    </a:cubicBezTo>
                    <a:cubicBezTo>
                      <a:pt x="0" y="501"/>
                      <a:pt x="0" y="501"/>
                      <a:pt x="0" y="501"/>
                    </a:cubicBezTo>
                    <a:lnTo>
                      <a:pt x="17" y="52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0" name="Oval 668">
                <a:extLst>
                  <a:ext uri="{FF2B5EF4-FFF2-40B4-BE49-F238E27FC236}">
                    <a16:creationId xmlns:a16="http://schemas.microsoft.com/office/drawing/2014/main" id="{1A8350F5-369A-47A2-B241-7F8166412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" y="2933"/>
                <a:ext cx="31" cy="30"/>
              </a:xfrm>
              <a:prstGeom prst="ellipse">
                <a:avLst/>
              </a:pr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1" name="Freeform 669">
                <a:extLst>
                  <a:ext uri="{FF2B5EF4-FFF2-40B4-BE49-F238E27FC236}">
                    <a16:creationId xmlns:a16="http://schemas.microsoft.com/office/drawing/2014/main" id="{A8F7D0ED-4BE3-4BD9-88B3-5E35A855E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" y="2933"/>
                <a:ext cx="31" cy="30"/>
              </a:xfrm>
              <a:custGeom>
                <a:avLst/>
                <a:gdLst>
                  <a:gd name="T0" fmla="*/ 41 w 27"/>
                  <a:gd name="T1" fmla="*/ 18 h 27"/>
                  <a:gd name="T2" fmla="*/ 21 w 27"/>
                  <a:gd name="T3" fmla="*/ 36 h 27"/>
                  <a:gd name="T4" fmla="*/ 0 w 27"/>
                  <a:gd name="T5" fmla="*/ 18 h 27"/>
                  <a:gd name="T6" fmla="*/ 21 w 27"/>
                  <a:gd name="T7" fmla="*/ 0 h 27"/>
                  <a:gd name="T8" fmla="*/ 41 w 27"/>
                  <a:gd name="T9" fmla="*/ 1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3"/>
                    </a:moveTo>
                    <a:cubicBezTo>
                      <a:pt x="27" y="21"/>
                      <a:pt x="21" y="27"/>
                      <a:pt x="14" y="26"/>
                    </a:cubicBezTo>
                    <a:cubicBezTo>
                      <a:pt x="6" y="26"/>
                      <a:pt x="0" y="20"/>
                      <a:pt x="0" y="13"/>
                    </a:cubicBezTo>
                    <a:cubicBezTo>
                      <a:pt x="0" y="5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2" name="Freeform 670">
                <a:extLst>
                  <a:ext uri="{FF2B5EF4-FFF2-40B4-BE49-F238E27FC236}">
                    <a16:creationId xmlns:a16="http://schemas.microsoft.com/office/drawing/2014/main" id="{EC0681CF-3A97-4770-840D-631E8DE48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" y="2934"/>
                <a:ext cx="17" cy="23"/>
              </a:xfrm>
              <a:custGeom>
                <a:avLst/>
                <a:gdLst>
                  <a:gd name="T0" fmla="*/ 22 w 15"/>
                  <a:gd name="T1" fmla="*/ 3 h 20"/>
                  <a:gd name="T2" fmla="*/ 7 w 15"/>
                  <a:gd name="T3" fmla="*/ 9 h 20"/>
                  <a:gd name="T4" fmla="*/ 8 w 15"/>
                  <a:gd name="T5" fmla="*/ 30 h 20"/>
                  <a:gd name="T6" fmla="*/ 11 w 15"/>
                  <a:gd name="T7" fmla="*/ 12 h 20"/>
                  <a:gd name="T8" fmla="*/ 22 w 15"/>
                  <a:gd name="T9" fmla="*/ 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15" y="3"/>
                    </a:moveTo>
                    <a:cubicBezTo>
                      <a:pt x="15" y="3"/>
                      <a:pt x="9" y="0"/>
                      <a:pt x="4" y="6"/>
                    </a:cubicBezTo>
                    <a:cubicBezTo>
                      <a:pt x="0" y="12"/>
                      <a:pt x="5" y="20"/>
                      <a:pt x="5" y="20"/>
                    </a:cubicBezTo>
                    <a:cubicBezTo>
                      <a:pt x="5" y="20"/>
                      <a:pt x="4" y="13"/>
                      <a:pt x="8" y="8"/>
                    </a:cubicBezTo>
                    <a:cubicBezTo>
                      <a:pt x="12" y="4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3" name="Freeform 671">
                <a:extLst>
                  <a:ext uri="{FF2B5EF4-FFF2-40B4-BE49-F238E27FC236}">
                    <a16:creationId xmlns:a16="http://schemas.microsoft.com/office/drawing/2014/main" id="{3AF79B19-47E4-41B6-86EF-36D71D140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2384"/>
                <a:ext cx="679" cy="583"/>
              </a:xfrm>
              <a:custGeom>
                <a:avLst/>
                <a:gdLst>
                  <a:gd name="T0" fmla="*/ 27 w 585"/>
                  <a:gd name="T1" fmla="*/ 725 h 523"/>
                  <a:gd name="T2" fmla="*/ 905 w 585"/>
                  <a:gd name="T3" fmla="*/ 25 h 523"/>
                  <a:gd name="T4" fmla="*/ 887 w 585"/>
                  <a:gd name="T5" fmla="*/ 0 h 523"/>
                  <a:gd name="T6" fmla="*/ 0 w 585"/>
                  <a:gd name="T7" fmla="*/ 696 h 523"/>
                  <a:gd name="T8" fmla="*/ 27 w 585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5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5" y="2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4" name="Freeform 672">
                <a:extLst>
                  <a:ext uri="{FF2B5EF4-FFF2-40B4-BE49-F238E27FC236}">
                    <a16:creationId xmlns:a16="http://schemas.microsoft.com/office/drawing/2014/main" id="{0D95CCBA-8C5A-4757-AC7B-9D9F714C8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2384"/>
                <a:ext cx="672" cy="583"/>
              </a:xfrm>
              <a:custGeom>
                <a:avLst/>
                <a:gdLst>
                  <a:gd name="T0" fmla="*/ 9 w 579"/>
                  <a:gd name="T1" fmla="*/ 703 h 523"/>
                  <a:gd name="T2" fmla="*/ 896 w 579"/>
                  <a:gd name="T3" fmla="*/ 9 h 523"/>
                  <a:gd name="T4" fmla="*/ 905 w 579"/>
                  <a:gd name="T5" fmla="*/ 11 h 523"/>
                  <a:gd name="T6" fmla="*/ 887 w 579"/>
                  <a:gd name="T7" fmla="*/ 0 h 523"/>
                  <a:gd name="T8" fmla="*/ 0 w 579"/>
                  <a:gd name="T9" fmla="*/ 696 h 523"/>
                  <a:gd name="T10" fmla="*/ 27 w 579"/>
                  <a:gd name="T11" fmla="*/ 725 h 523"/>
                  <a:gd name="T12" fmla="*/ 28 w 579"/>
                  <a:gd name="T13" fmla="*/ 725 h 523"/>
                  <a:gd name="T14" fmla="*/ 9 w 579"/>
                  <a:gd name="T15" fmla="*/ 703 h 5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9" h="523">
                    <a:moveTo>
                      <a:pt x="6" y="508"/>
                    </a:moveTo>
                    <a:cubicBezTo>
                      <a:pt x="573" y="6"/>
                      <a:pt x="573" y="6"/>
                      <a:pt x="573" y="6"/>
                    </a:cubicBezTo>
                    <a:cubicBezTo>
                      <a:pt x="575" y="7"/>
                      <a:pt x="577" y="7"/>
                      <a:pt x="579" y="8"/>
                    </a:cubicBezTo>
                    <a:cubicBezTo>
                      <a:pt x="578" y="4"/>
                      <a:pt x="574" y="1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17" y="523"/>
                      <a:pt x="17" y="523"/>
                      <a:pt x="18" y="523"/>
                    </a:cubicBezTo>
                    <a:lnTo>
                      <a:pt x="6" y="508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5" name="Freeform 673">
                <a:extLst>
                  <a:ext uri="{FF2B5EF4-FFF2-40B4-BE49-F238E27FC236}">
                    <a16:creationId xmlns:a16="http://schemas.microsoft.com/office/drawing/2014/main" id="{40F63889-114D-481F-BF8F-2C97BF910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" y="2399"/>
                <a:ext cx="636" cy="538"/>
              </a:xfrm>
              <a:custGeom>
                <a:avLst/>
                <a:gdLst>
                  <a:gd name="T0" fmla="*/ 0 w 547"/>
                  <a:gd name="T1" fmla="*/ 667 h 483"/>
                  <a:gd name="T2" fmla="*/ 859 w 547"/>
                  <a:gd name="T3" fmla="*/ 0 h 483"/>
                  <a:gd name="T4" fmla="*/ 0 w 547"/>
                  <a:gd name="T5" fmla="*/ 667 h 4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7" h="483">
                    <a:moveTo>
                      <a:pt x="0" y="483"/>
                    </a:moveTo>
                    <a:cubicBezTo>
                      <a:pt x="547" y="0"/>
                      <a:pt x="547" y="0"/>
                      <a:pt x="547" y="0"/>
                    </a:cubicBezTo>
                    <a:cubicBezTo>
                      <a:pt x="547" y="0"/>
                      <a:pt x="115" y="388"/>
                      <a:pt x="0" y="48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6" name="Freeform 674">
                <a:extLst>
                  <a:ext uri="{FF2B5EF4-FFF2-40B4-BE49-F238E27FC236}">
                    <a16:creationId xmlns:a16="http://schemas.microsoft.com/office/drawing/2014/main" id="{9056CC1A-00CC-4B57-B5BF-06E444BBF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2384"/>
                <a:ext cx="679" cy="583"/>
              </a:xfrm>
              <a:custGeom>
                <a:avLst/>
                <a:gdLst>
                  <a:gd name="T0" fmla="*/ 27 w 585"/>
                  <a:gd name="T1" fmla="*/ 725 h 523"/>
                  <a:gd name="T2" fmla="*/ 905 w 585"/>
                  <a:gd name="T3" fmla="*/ 25 h 523"/>
                  <a:gd name="T4" fmla="*/ 887 w 585"/>
                  <a:gd name="T5" fmla="*/ 0 h 523"/>
                  <a:gd name="T6" fmla="*/ 0 w 585"/>
                  <a:gd name="T7" fmla="*/ 696 h 523"/>
                  <a:gd name="T8" fmla="*/ 27 w 585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5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5" y="2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7" name="Freeform 675">
                <a:extLst>
                  <a:ext uri="{FF2B5EF4-FFF2-40B4-BE49-F238E27FC236}">
                    <a16:creationId xmlns:a16="http://schemas.microsoft.com/office/drawing/2014/main" id="{3E456F43-7F40-4017-AFC0-8526531CA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2940"/>
                <a:ext cx="32" cy="30"/>
              </a:xfrm>
              <a:custGeom>
                <a:avLst/>
                <a:gdLst>
                  <a:gd name="T0" fmla="*/ 45 w 27"/>
                  <a:gd name="T1" fmla="*/ 18 h 27"/>
                  <a:gd name="T2" fmla="*/ 21 w 27"/>
                  <a:gd name="T3" fmla="*/ 37 h 27"/>
                  <a:gd name="T4" fmla="*/ 0 w 27"/>
                  <a:gd name="T5" fmla="*/ 18 h 27"/>
                  <a:gd name="T6" fmla="*/ 24 w 27"/>
                  <a:gd name="T7" fmla="*/ 0 h 27"/>
                  <a:gd name="T8" fmla="*/ 45 w 27"/>
                  <a:gd name="T9" fmla="*/ 1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3"/>
                    </a:move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6"/>
                      <a:pt x="0" y="20"/>
                      <a:pt x="0" y="13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lose/>
                  </a:path>
                </a:pathLst>
              </a:cu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8" name="Freeform 676">
                <a:extLst>
                  <a:ext uri="{FF2B5EF4-FFF2-40B4-BE49-F238E27FC236}">
                    <a16:creationId xmlns:a16="http://schemas.microsoft.com/office/drawing/2014/main" id="{AA31A875-899B-40EC-97D4-031659120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2939"/>
                <a:ext cx="32" cy="30"/>
              </a:xfrm>
              <a:custGeom>
                <a:avLst/>
                <a:gdLst>
                  <a:gd name="T0" fmla="*/ 45 w 27"/>
                  <a:gd name="T1" fmla="*/ 20 h 27"/>
                  <a:gd name="T2" fmla="*/ 21 w 27"/>
                  <a:gd name="T3" fmla="*/ 37 h 27"/>
                  <a:gd name="T4" fmla="*/ 0 w 27"/>
                  <a:gd name="T5" fmla="*/ 20 h 27"/>
                  <a:gd name="T6" fmla="*/ 24 w 27"/>
                  <a:gd name="T7" fmla="*/ 0 h 27"/>
                  <a:gd name="T8" fmla="*/ 45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21" y="1"/>
                      <a:pt x="27" y="7"/>
                      <a:pt x="27" y="1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9" name="Freeform 677">
                <a:extLst>
                  <a:ext uri="{FF2B5EF4-FFF2-40B4-BE49-F238E27FC236}">
                    <a16:creationId xmlns:a16="http://schemas.microsoft.com/office/drawing/2014/main" id="{80AB2242-AC16-47A8-AA97-7C8CF6F68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" y="2941"/>
                <a:ext cx="18" cy="22"/>
              </a:xfrm>
              <a:custGeom>
                <a:avLst/>
                <a:gdLst>
                  <a:gd name="T0" fmla="*/ 26 w 15"/>
                  <a:gd name="T1" fmla="*/ 3 h 20"/>
                  <a:gd name="T2" fmla="*/ 7 w 15"/>
                  <a:gd name="T3" fmla="*/ 9 h 20"/>
                  <a:gd name="T4" fmla="*/ 8 w 15"/>
                  <a:gd name="T5" fmla="*/ 26 h 20"/>
                  <a:gd name="T6" fmla="*/ 14 w 15"/>
                  <a:gd name="T7" fmla="*/ 11 h 20"/>
                  <a:gd name="T8" fmla="*/ 26 w 15"/>
                  <a:gd name="T9" fmla="*/ 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15" y="3"/>
                    </a:moveTo>
                    <a:cubicBezTo>
                      <a:pt x="15" y="3"/>
                      <a:pt x="8" y="0"/>
                      <a:pt x="4" y="6"/>
                    </a:cubicBezTo>
                    <a:cubicBezTo>
                      <a:pt x="0" y="12"/>
                      <a:pt x="5" y="20"/>
                      <a:pt x="5" y="20"/>
                    </a:cubicBezTo>
                    <a:cubicBezTo>
                      <a:pt x="5" y="20"/>
                      <a:pt x="3" y="13"/>
                      <a:pt x="8" y="8"/>
                    </a:cubicBezTo>
                    <a:cubicBezTo>
                      <a:pt x="12" y="3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0" name="Freeform 678">
                <a:extLst>
                  <a:ext uri="{FF2B5EF4-FFF2-40B4-BE49-F238E27FC236}">
                    <a16:creationId xmlns:a16="http://schemas.microsoft.com/office/drawing/2014/main" id="{4C51C795-69A9-4396-BE99-89A3A85C9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383"/>
                <a:ext cx="678" cy="583"/>
              </a:xfrm>
              <a:custGeom>
                <a:avLst/>
                <a:gdLst>
                  <a:gd name="T0" fmla="*/ 26 w 584"/>
                  <a:gd name="T1" fmla="*/ 725 h 523"/>
                  <a:gd name="T2" fmla="*/ 904 w 584"/>
                  <a:gd name="T3" fmla="*/ 25 h 523"/>
                  <a:gd name="T4" fmla="*/ 886 w 584"/>
                  <a:gd name="T5" fmla="*/ 0 h 523"/>
                  <a:gd name="T6" fmla="*/ 0 w 584"/>
                  <a:gd name="T7" fmla="*/ 696 h 523"/>
                  <a:gd name="T8" fmla="*/ 26 w 584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6" y="523"/>
                    </a:moveTo>
                    <a:cubicBezTo>
                      <a:pt x="16" y="523"/>
                      <a:pt x="509" y="71"/>
                      <a:pt x="578" y="18"/>
                    </a:cubicBezTo>
                    <a:cubicBezTo>
                      <a:pt x="578" y="18"/>
                      <a:pt x="584" y="2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6" y="523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1" name="Freeform 679">
                <a:extLst>
                  <a:ext uri="{FF2B5EF4-FFF2-40B4-BE49-F238E27FC236}">
                    <a16:creationId xmlns:a16="http://schemas.microsoft.com/office/drawing/2014/main" id="{B83E42D2-4416-44DA-A0F8-0CE0F7945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383"/>
                <a:ext cx="671" cy="583"/>
              </a:xfrm>
              <a:custGeom>
                <a:avLst/>
                <a:gdLst>
                  <a:gd name="T0" fmla="*/ 8 w 578"/>
                  <a:gd name="T1" fmla="*/ 703 h 523"/>
                  <a:gd name="T2" fmla="*/ 895 w 578"/>
                  <a:gd name="T3" fmla="*/ 9 h 523"/>
                  <a:gd name="T4" fmla="*/ 904 w 578"/>
                  <a:gd name="T5" fmla="*/ 11 h 523"/>
                  <a:gd name="T6" fmla="*/ 886 w 578"/>
                  <a:gd name="T7" fmla="*/ 0 h 523"/>
                  <a:gd name="T8" fmla="*/ 0 w 578"/>
                  <a:gd name="T9" fmla="*/ 696 h 523"/>
                  <a:gd name="T10" fmla="*/ 26 w 578"/>
                  <a:gd name="T11" fmla="*/ 725 h 523"/>
                  <a:gd name="T12" fmla="*/ 27 w 578"/>
                  <a:gd name="T13" fmla="*/ 725 h 523"/>
                  <a:gd name="T14" fmla="*/ 8 w 578"/>
                  <a:gd name="T15" fmla="*/ 703 h 5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8" h="523">
                    <a:moveTo>
                      <a:pt x="5" y="508"/>
                    </a:moveTo>
                    <a:cubicBezTo>
                      <a:pt x="572" y="6"/>
                      <a:pt x="572" y="6"/>
                      <a:pt x="572" y="6"/>
                    </a:cubicBezTo>
                    <a:cubicBezTo>
                      <a:pt x="574" y="6"/>
                      <a:pt x="577" y="7"/>
                      <a:pt x="578" y="8"/>
                    </a:cubicBezTo>
                    <a:cubicBezTo>
                      <a:pt x="577" y="4"/>
                      <a:pt x="574" y="1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cubicBezTo>
                      <a:pt x="16" y="523"/>
                      <a:pt x="16" y="523"/>
                      <a:pt x="16" y="523"/>
                    </a:cubicBezTo>
                    <a:cubicBezTo>
                      <a:pt x="16" y="523"/>
                      <a:pt x="17" y="523"/>
                      <a:pt x="17" y="523"/>
                    </a:cubicBezTo>
                    <a:lnTo>
                      <a:pt x="5" y="508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2" name="Freeform 680">
                <a:extLst>
                  <a:ext uri="{FF2B5EF4-FFF2-40B4-BE49-F238E27FC236}">
                    <a16:creationId xmlns:a16="http://schemas.microsoft.com/office/drawing/2014/main" id="{BE571E66-5364-4FA2-AC35-E8AA828E9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2397"/>
                <a:ext cx="636" cy="538"/>
              </a:xfrm>
              <a:custGeom>
                <a:avLst/>
                <a:gdLst>
                  <a:gd name="T0" fmla="*/ 0 w 547"/>
                  <a:gd name="T1" fmla="*/ 667 h 483"/>
                  <a:gd name="T2" fmla="*/ 859 w 547"/>
                  <a:gd name="T3" fmla="*/ 0 h 483"/>
                  <a:gd name="T4" fmla="*/ 0 w 547"/>
                  <a:gd name="T5" fmla="*/ 667 h 4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7" h="483">
                    <a:moveTo>
                      <a:pt x="0" y="483"/>
                    </a:moveTo>
                    <a:cubicBezTo>
                      <a:pt x="547" y="0"/>
                      <a:pt x="547" y="0"/>
                      <a:pt x="547" y="0"/>
                    </a:cubicBezTo>
                    <a:cubicBezTo>
                      <a:pt x="547" y="0"/>
                      <a:pt x="116" y="388"/>
                      <a:pt x="0" y="48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3" name="Freeform 681">
                <a:extLst>
                  <a:ext uri="{FF2B5EF4-FFF2-40B4-BE49-F238E27FC236}">
                    <a16:creationId xmlns:a16="http://schemas.microsoft.com/office/drawing/2014/main" id="{00B329D7-E7D8-4B6D-82C0-CBA742990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383"/>
                <a:ext cx="678" cy="583"/>
              </a:xfrm>
              <a:custGeom>
                <a:avLst/>
                <a:gdLst>
                  <a:gd name="T0" fmla="*/ 26 w 584"/>
                  <a:gd name="T1" fmla="*/ 725 h 523"/>
                  <a:gd name="T2" fmla="*/ 904 w 584"/>
                  <a:gd name="T3" fmla="*/ 25 h 523"/>
                  <a:gd name="T4" fmla="*/ 886 w 584"/>
                  <a:gd name="T5" fmla="*/ 0 h 523"/>
                  <a:gd name="T6" fmla="*/ 0 w 584"/>
                  <a:gd name="T7" fmla="*/ 696 h 523"/>
                  <a:gd name="T8" fmla="*/ 26 w 584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6" y="523"/>
                    </a:moveTo>
                    <a:cubicBezTo>
                      <a:pt x="16" y="523"/>
                      <a:pt x="509" y="71"/>
                      <a:pt x="578" y="18"/>
                    </a:cubicBezTo>
                    <a:cubicBezTo>
                      <a:pt x="578" y="18"/>
                      <a:pt x="584" y="2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6" y="52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4" name="Freeform 682">
                <a:extLst>
                  <a:ext uri="{FF2B5EF4-FFF2-40B4-BE49-F238E27FC236}">
                    <a16:creationId xmlns:a16="http://schemas.microsoft.com/office/drawing/2014/main" id="{137CF20E-D14C-4182-A1CF-01D129C2D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939"/>
                <a:ext cx="32" cy="30"/>
              </a:xfrm>
              <a:custGeom>
                <a:avLst/>
                <a:gdLst>
                  <a:gd name="T0" fmla="*/ 45 w 27"/>
                  <a:gd name="T1" fmla="*/ 18 h 27"/>
                  <a:gd name="T2" fmla="*/ 24 w 27"/>
                  <a:gd name="T3" fmla="*/ 36 h 27"/>
                  <a:gd name="T4" fmla="*/ 0 w 27"/>
                  <a:gd name="T5" fmla="*/ 18 h 27"/>
                  <a:gd name="T6" fmla="*/ 24 w 27"/>
                  <a:gd name="T7" fmla="*/ 0 h 27"/>
                  <a:gd name="T8" fmla="*/ 45 w 27"/>
                  <a:gd name="T9" fmla="*/ 1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3"/>
                    </a:moveTo>
                    <a:cubicBezTo>
                      <a:pt x="27" y="21"/>
                      <a:pt x="21" y="27"/>
                      <a:pt x="14" y="26"/>
                    </a:cubicBezTo>
                    <a:cubicBezTo>
                      <a:pt x="6" y="26"/>
                      <a:pt x="0" y="20"/>
                      <a:pt x="0" y="13"/>
                    </a:cubicBezTo>
                    <a:cubicBezTo>
                      <a:pt x="0" y="5"/>
                      <a:pt x="7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lose/>
                  </a:path>
                </a:pathLst>
              </a:cu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5" name="Freeform 683">
                <a:extLst>
                  <a:ext uri="{FF2B5EF4-FFF2-40B4-BE49-F238E27FC236}">
                    <a16:creationId xmlns:a16="http://schemas.microsoft.com/office/drawing/2014/main" id="{4E11DA8C-B9AA-4514-914C-2E6E4874F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938"/>
                <a:ext cx="32" cy="30"/>
              </a:xfrm>
              <a:custGeom>
                <a:avLst/>
                <a:gdLst>
                  <a:gd name="T0" fmla="*/ 45 w 27"/>
                  <a:gd name="T1" fmla="*/ 20 h 27"/>
                  <a:gd name="T2" fmla="*/ 24 w 27"/>
                  <a:gd name="T3" fmla="*/ 37 h 27"/>
                  <a:gd name="T4" fmla="*/ 0 w 27"/>
                  <a:gd name="T5" fmla="*/ 20 h 27"/>
                  <a:gd name="T6" fmla="*/ 24 w 27"/>
                  <a:gd name="T7" fmla="*/ 0 h 27"/>
                  <a:gd name="T8" fmla="*/ 45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1" y="27"/>
                      <a:pt x="14" y="27"/>
                    </a:cubicBezTo>
                    <a:cubicBezTo>
                      <a:pt x="6" y="27"/>
                      <a:pt x="0" y="21"/>
                      <a:pt x="0" y="14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6" name="Freeform 684">
                <a:extLst>
                  <a:ext uri="{FF2B5EF4-FFF2-40B4-BE49-F238E27FC236}">
                    <a16:creationId xmlns:a16="http://schemas.microsoft.com/office/drawing/2014/main" id="{7347653E-84B5-42FE-B7D5-5E64C6537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2940"/>
                <a:ext cx="19" cy="21"/>
              </a:xfrm>
              <a:custGeom>
                <a:avLst/>
                <a:gdLst>
                  <a:gd name="T0" fmla="*/ 27 w 16"/>
                  <a:gd name="T1" fmla="*/ 3 h 19"/>
                  <a:gd name="T2" fmla="*/ 7 w 16"/>
                  <a:gd name="T3" fmla="*/ 9 h 19"/>
                  <a:gd name="T4" fmla="*/ 8 w 16"/>
                  <a:gd name="T5" fmla="*/ 25 h 19"/>
                  <a:gd name="T6" fmla="*/ 14 w 16"/>
                  <a:gd name="T7" fmla="*/ 11 h 19"/>
                  <a:gd name="T8" fmla="*/ 27 w 16"/>
                  <a:gd name="T9" fmla="*/ 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6" y="3"/>
                    </a:moveTo>
                    <a:cubicBezTo>
                      <a:pt x="16" y="3"/>
                      <a:pt x="9" y="0"/>
                      <a:pt x="4" y="6"/>
                    </a:cubicBezTo>
                    <a:cubicBezTo>
                      <a:pt x="0" y="12"/>
                      <a:pt x="5" y="19"/>
                      <a:pt x="5" y="19"/>
                    </a:cubicBezTo>
                    <a:cubicBezTo>
                      <a:pt x="5" y="19"/>
                      <a:pt x="4" y="12"/>
                      <a:pt x="8" y="8"/>
                    </a:cubicBezTo>
                    <a:cubicBezTo>
                      <a:pt x="12" y="3"/>
                      <a:pt x="16" y="3"/>
                      <a:pt x="16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7" name="Freeform 685">
                <a:extLst>
                  <a:ext uri="{FF2B5EF4-FFF2-40B4-BE49-F238E27FC236}">
                    <a16:creationId xmlns:a16="http://schemas.microsoft.com/office/drawing/2014/main" id="{59FDA085-F571-41B1-AB19-EECAFBC60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" y="2400"/>
                <a:ext cx="678" cy="582"/>
              </a:xfrm>
              <a:custGeom>
                <a:avLst/>
                <a:gdLst>
                  <a:gd name="T0" fmla="*/ 27 w 584"/>
                  <a:gd name="T1" fmla="*/ 721 h 523"/>
                  <a:gd name="T2" fmla="*/ 906 w 584"/>
                  <a:gd name="T3" fmla="*/ 24 h 523"/>
                  <a:gd name="T4" fmla="*/ 887 w 584"/>
                  <a:gd name="T5" fmla="*/ 0 h 523"/>
                  <a:gd name="T6" fmla="*/ 0 w 584"/>
                  <a:gd name="T7" fmla="*/ 692 h 523"/>
                  <a:gd name="T8" fmla="*/ 27 w 584"/>
                  <a:gd name="T9" fmla="*/ 721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4" y="2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8" name="Freeform 686">
                <a:extLst>
                  <a:ext uri="{FF2B5EF4-FFF2-40B4-BE49-F238E27FC236}">
                    <a16:creationId xmlns:a16="http://schemas.microsoft.com/office/drawing/2014/main" id="{E33ADBAA-9DB7-4EC4-8835-0419292DC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" y="2400"/>
                <a:ext cx="673" cy="582"/>
              </a:xfrm>
              <a:custGeom>
                <a:avLst/>
                <a:gdLst>
                  <a:gd name="T0" fmla="*/ 9 w 579"/>
                  <a:gd name="T1" fmla="*/ 699 h 523"/>
                  <a:gd name="T2" fmla="*/ 898 w 579"/>
                  <a:gd name="T3" fmla="*/ 9 h 523"/>
                  <a:gd name="T4" fmla="*/ 909 w 579"/>
                  <a:gd name="T5" fmla="*/ 10 h 523"/>
                  <a:gd name="T6" fmla="*/ 890 w 579"/>
                  <a:gd name="T7" fmla="*/ 0 h 523"/>
                  <a:gd name="T8" fmla="*/ 0 w 579"/>
                  <a:gd name="T9" fmla="*/ 692 h 523"/>
                  <a:gd name="T10" fmla="*/ 27 w 579"/>
                  <a:gd name="T11" fmla="*/ 721 h 523"/>
                  <a:gd name="T12" fmla="*/ 27 w 579"/>
                  <a:gd name="T13" fmla="*/ 720 h 523"/>
                  <a:gd name="T14" fmla="*/ 9 w 579"/>
                  <a:gd name="T15" fmla="*/ 699 h 5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9" h="523">
                    <a:moveTo>
                      <a:pt x="6" y="507"/>
                    </a:moveTo>
                    <a:cubicBezTo>
                      <a:pt x="572" y="6"/>
                      <a:pt x="572" y="6"/>
                      <a:pt x="572" y="6"/>
                    </a:cubicBezTo>
                    <a:cubicBezTo>
                      <a:pt x="575" y="6"/>
                      <a:pt x="577" y="7"/>
                      <a:pt x="579" y="7"/>
                    </a:cubicBezTo>
                    <a:cubicBezTo>
                      <a:pt x="577" y="4"/>
                      <a:pt x="574" y="1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17" y="523"/>
                      <a:pt x="17" y="522"/>
                      <a:pt x="17" y="522"/>
                    </a:cubicBezTo>
                    <a:lnTo>
                      <a:pt x="6" y="507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9" name="Freeform 687">
                <a:extLst>
                  <a:ext uri="{FF2B5EF4-FFF2-40B4-BE49-F238E27FC236}">
                    <a16:creationId xmlns:a16="http://schemas.microsoft.com/office/drawing/2014/main" id="{A1485393-47FC-43B7-BA49-14D4A0A02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" y="2414"/>
                <a:ext cx="635" cy="537"/>
              </a:xfrm>
              <a:custGeom>
                <a:avLst/>
                <a:gdLst>
                  <a:gd name="T0" fmla="*/ 0 w 547"/>
                  <a:gd name="T1" fmla="*/ 666 h 482"/>
                  <a:gd name="T2" fmla="*/ 856 w 547"/>
                  <a:gd name="T3" fmla="*/ 0 h 482"/>
                  <a:gd name="T4" fmla="*/ 0 w 547"/>
                  <a:gd name="T5" fmla="*/ 666 h 4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7" h="482">
                    <a:moveTo>
                      <a:pt x="0" y="482"/>
                    </a:moveTo>
                    <a:cubicBezTo>
                      <a:pt x="547" y="0"/>
                      <a:pt x="547" y="0"/>
                      <a:pt x="547" y="0"/>
                    </a:cubicBezTo>
                    <a:cubicBezTo>
                      <a:pt x="547" y="0"/>
                      <a:pt x="115" y="388"/>
                      <a:pt x="0" y="482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0" name="Freeform 688">
                <a:extLst>
                  <a:ext uri="{FF2B5EF4-FFF2-40B4-BE49-F238E27FC236}">
                    <a16:creationId xmlns:a16="http://schemas.microsoft.com/office/drawing/2014/main" id="{A089FC17-9574-4229-9921-8FB760242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" y="2400"/>
                <a:ext cx="678" cy="582"/>
              </a:xfrm>
              <a:custGeom>
                <a:avLst/>
                <a:gdLst>
                  <a:gd name="T0" fmla="*/ 27 w 584"/>
                  <a:gd name="T1" fmla="*/ 721 h 523"/>
                  <a:gd name="T2" fmla="*/ 906 w 584"/>
                  <a:gd name="T3" fmla="*/ 24 h 523"/>
                  <a:gd name="T4" fmla="*/ 887 w 584"/>
                  <a:gd name="T5" fmla="*/ 0 h 523"/>
                  <a:gd name="T6" fmla="*/ 0 w 584"/>
                  <a:gd name="T7" fmla="*/ 692 h 523"/>
                  <a:gd name="T8" fmla="*/ 27 w 584"/>
                  <a:gd name="T9" fmla="*/ 721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4" y="2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1" name="Freeform 689">
                <a:extLst>
                  <a:ext uri="{FF2B5EF4-FFF2-40B4-BE49-F238E27FC236}">
                    <a16:creationId xmlns:a16="http://schemas.microsoft.com/office/drawing/2014/main" id="{F473B1EF-8B26-40E6-BDA3-D92B8341C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2954"/>
                <a:ext cx="31" cy="30"/>
              </a:xfrm>
              <a:custGeom>
                <a:avLst/>
                <a:gdLst>
                  <a:gd name="T0" fmla="*/ 41 w 27"/>
                  <a:gd name="T1" fmla="*/ 20 h 27"/>
                  <a:gd name="T2" fmla="*/ 20 w 27"/>
                  <a:gd name="T3" fmla="*/ 37 h 27"/>
                  <a:gd name="T4" fmla="*/ 0 w 27"/>
                  <a:gd name="T5" fmla="*/ 18 h 27"/>
                  <a:gd name="T6" fmla="*/ 20 w 27"/>
                  <a:gd name="T7" fmla="*/ 0 h 27"/>
                  <a:gd name="T8" fmla="*/ 41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1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1" y="0"/>
                      <a:pt x="27" y="6"/>
                      <a:pt x="27" y="14"/>
                    </a:cubicBezTo>
                    <a:close/>
                  </a:path>
                </a:pathLst>
              </a:cu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2" name="Oval 690">
                <a:extLst>
                  <a:ext uri="{FF2B5EF4-FFF2-40B4-BE49-F238E27FC236}">
                    <a16:creationId xmlns:a16="http://schemas.microsoft.com/office/drawing/2014/main" id="{203773F2-4263-4D0D-A0E7-DE16F3027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0" y="2954"/>
                <a:ext cx="31" cy="30"/>
              </a:xfrm>
              <a:prstGeom prst="ellipse">
                <a:avLst/>
              </a:prstGeom>
              <a:noFill/>
              <a:ln w="3175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3" name="Freeform 691">
                <a:extLst>
                  <a:ext uri="{FF2B5EF4-FFF2-40B4-BE49-F238E27FC236}">
                    <a16:creationId xmlns:a16="http://schemas.microsoft.com/office/drawing/2014/main" id="{52C12899-82FE-43B2-95C4-92A280D96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2955"/>
                <a:ext cx="18" cy="23"/>
              </a:xfrm>
              <a:custGeom>
                <a:avLst/>
                <a:gdLst>
                  <a:gd name="T0" fmla="*/ 23 w 16"/>
                  <a:gd name="T1" fmla="*/ 3 h 20"/>
                  <a:gd name="T2" fmla="*/ 8 w 16"/>
                  <a:gd name="T3" fmla="*/ 9 h 20"/>
                  <a:gd name="T4" fmla="*/ 9 w 16"/>
                  <a:gd name="T5" fmla="*/ 30 h 20"/>
                  <a:gd name="T6" fmla="*/ 11 w 16"/>
                  <a:gd name="T7" fmla="*/ 12 h 20"/>
                  <a:gd name="T8" fmla="*/ 23 w 16"/>
                  <a:gd name="T9" fmla="*/ 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6" y="3"/>
                    </a:moveTo>
                    <a:cubicBezTo>
                      <a:pt x="16" y="3"/>
                      <a:pt x="9" y="0"/>
                      <a:pt x="5" y="6"/>
                    </a:cubicBezTo>
                    <a:cubicBezTo>
                      <a:pt x="0" y="12"/>
                      <a:pt x="6" y="20"/>
                      <a:pt x="6" y="20"/>
                    </a:cubicBezTo>
                    <a:cubicBezTo>
                      <a:pt x="6" y="20"/>
                      <a:pt x="4" y="13"/>
                      <a:pt x="8" y="8"/>
                    </a:cubicBezTo>
                    <a:cubicBezTo>
                      <a:pt x="13" y="4"/>
                      <a:pt x="16" y="3"/>
                      <a:pt x="16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4" name="Freeform 692">
                <a:extLst>
                  <a:ext uri="{FF2B5EF4-FFF2-40B4-BE49-F238E27FC236}">
                    <a16:creationId xmlns:a16="http://schemas.microsoft.com/office/drawing/2014/main" id="{A6366835-3262-4DEC-B169-3E9D2D44D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346"/>
                <a:ext cx="679" cy="583"/>
              </a:xfrm>
              <a:custGeom>
                <a:avLst/>
                <a:gdLst>
                  <a:gd name="T0" fmla="*/ 27 w 585"/>
                  <a:gd name="T1" fmla="*/ 725 h 523"/>
                  <a:gd name="T2" fmla="*/ 905 w 585"/>
                  <a:gd name="T3" fmla="*/ 25 h 523"/>
                  <a:gd name="T4" fmla="*/ 887 w 585"/>
                  <a:gd name="T5" fmla="*/ 0 h 523"/>
                  <a:gd name="T6" fmla="*/ 0 w 585"/>
                  <a:gd name="T7" fmla="*/ 696 h 523"/>
                  <a:gd name="T8" fmla="*/ 27 w 585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5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5" y="2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5" name="Freeform 693">
                <a:extLst>
                  <a:ext uri="{FF2B5EF4-FFF2-40B4-BE49-F238E27FC236}">
                    <a16:creationId xmlns:a16="http://schemas.microsoft.com/office/drawing/2014/main" id="{DF1D2E09-94F0-4278-B917-25C98BF81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346"/>
                <a:ext cx="672" cy="583"/>
              </a:xfrm>
              <a:custGeom>
                <a:avLst/>
                <a:gdLst>
                  <a:gd name="T0" fmla="*/ 9 w 579"/>
                  <a:gd name="T1" fmla="*/ 703 h 523"/>
                  <a:gd name="T2" fmla="*/ 896 w 579"/>
                  <a:gd name="T3" fmla="*/ 9 h 523"/>
                  <a:gd name="T4" fmla="*/ 905 w 579"/>
                  <a:gd name="T5" fmla="*/ 11 h 523"/>
                  <a:gd name="T6" fmla="*/ 887 w 579"/>
                  <a:gd name="T7" fmla="*/ 0 h 523"/>
                  <a:gd name="T8" fmla="*/ 0 w 579"/>
                  <a:gd name="T9" fmla="*/ 696 h 523"/>
                  <a:gd name="T10" fmla="*/ 27 w 579"/>
                  <a:gd name="T11" fmla="*/ 725 h 523"/>
                  <a:gd name="T12" fmla="*/ 28 w 579"/>
                  <a:gd name="T13" fmla="*/ 725 h 523"/>
                  <a:gd name="T14" fmla="*/ 9 w 579"/>
                  <a:gd name="T15" fmla="*/ 703 h 5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9" h="523">
                    <a:moveTo>
                      <a:pt x="6" y="508"/>
                    </a:moveTo>
                    <a:cubicBezTo>
                      <a:pt x="573" y="6"/>
                      <a:pt x="573" y="6"/>
                      <a:pt x="573" y="6"/>
                    </a:cubicBezTo>
                    <a:cubicBezTo>
                      <a:pt x="575" y="7"/>
                      <a:pt x="577" y="7"/>
                      <a:pt x="579" y="8"/>
                    </a:cubicBezTo>
                    <a:cubicBezTo>
                      <a:pt x="578" y="4"/>
                      <a:pt x="574" y="1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17" y="523"/>
                      <a:pt x="17" y="523"/>
                      <a:pt x="18" y="523"/>
                    </a:cubicBezTo>
                    <a:lnTo>
                      <a:pt x="6" y="508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6" name="Freeform 694">
                <a:extLst>
                  <a:ext uri="{FF2B5EF4-FFF2-40B4-BE49-F238E27FC236}">
                    <a16:creationId xmlns:a16="http://schemas.microsoft.com/office/drawing/2014/main" id="{4BBFA06E-0C9A-4038-A47C-8B99BC308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" y="2361"/>
                <a:ext cx="635" cy="538"/>
              </a:xfrm>
              <a:custGeom>
                <a:avLst/>
                <a:gdLst>
                  <a:gd name="T0" fmla="*/ 0 w 547"/>
                  <a:gd name="T1" fmla="*/ 667 h 483"/>
                  <a:gd name="T2" fmla="*/ 856 w 547"/>
                  <a:gd name="T3" fmla="*/ 0 h 483"/>
                  <a:gd name="T4" fmla="*/ 0 w 547"/>
                  <a:gd name="T5" fmla="*/ 667 h 4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7" h="483">
                    <a:moveTo>
                      <a:pt x="0" y="483"/>
                    </a:moveTo>
                    <a:cubicBezTo>
                      <a:pt x="547" y="0"/>
                      <a:pt x="547" y="0"/>
                      <a:pt x="547" y="0"/>
                    </a:cubicBezTo>
                    <a:cubicBezTo>
                      <a:pt x="547" y="0"/>
                      <a:pt x="116" y="388"/>
                      <a:pt x="0" y="48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7" name="Freeform 695">
                <a:extLst>
                  <a:ext uri="{FF2B5EF4-FFF2-40B4-BE49-F238E27FC236}">
                    <a16:creationId xmlns:a16="http://schemas.microsoft.com/office/drawing/2014/main" id="{DF6B1895-E255-410B-9E7D-3ECB02982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346"/>
                <a:ext cx="679" cy="583"/>
              </a:xfrm>
              <a:custGeom>
                <a:avLst/>
                <a:gdLst>
                  <a:gd name="T0" fmla="*/ 27 w 585"/>
                  <a:gd name="T1" fmla="*/ 725 h 523"/>
                  <a:gd name="T2" fmla="*/ 905 w 585"/>
                  <a:gd name="T3" fmla="*/ 25 h 523"/>
                  <a:gd name="T4" fmla="*/ 887 w 585"/>
                  <a:gd name="T5" fmla="*/ 0 h 523"/>
                  <a:gd name="T6" fmla="*/ 0 w 585"/>
                  <a:gd name="T7" fmla="*/ 696 h 523"/>
                  <a:gd name="T8" fmla="*/ 27 w 585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5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5" y="2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8" name="Freeform 696">
                <a:extLst>
                  <a:ext uri="{FF2B5EF4-FFF2-40B4-BE49-F238E27FC236}">
                    <a16:creationId xmlns:a16="http://schemas.microsoft.com/office/drawing/2014/main" id="{0E166B17-9365-4FE9-84A0-F300B8F22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2902"/>
                <a:ext cx="32" cy="30"/>
              </a:xfrm>
              <a:custGeom>
                <a:avLst/>
                <a:gdLst>
                  <a:gd name="T0" fmla="*/ 45 w 27"/>
                  <a:gd name="T1" fmla="*/ 18 h 27"/>
                  <a:gd name="T2" fmla="*/ 24 w 27"/>
                  <a:gd name="T3" fmla="*/ 37 h 27"/>
                  <a:gd name="T4" fmla="*/ 0 w 27"/>
                  <a:gd name="T5" fmla="*/ 18 h 27"/>
                  <a:gd name="T6" fmla="*/ 24 w 27"/>
                  <a:gd name="T7" fmla="*/ 0 h 27"/>
                  <a:gd name="T8" fmla="*/ 45 w 27"/>
                  <a:gd name="T9" fmla="*/ 1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3"/>
                    </a:moveTo>
                    <a:cubicBezTo>
                      <a:pt x="27" y="21"/>
                      <a:pt x="21" y="27"/>
                      <a:pt x="14" y="27"/>
                    </a:cubicBezTo>
                    <a:cubicBezTo>
                      <a:pt x="6" y="27"/>
                      <a:pt x="0" y="20"/>
                      <a:pt x="0" y="13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lose/>
                  </a:path>
                </a:pathLst>
              </a:cu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9" name="Freeform 697">
                <a:extLst>
                  <a:ext uri="{FF2B5EF4-FFF2-40B4-BE49-F238E27FC236}">
                    <a16:creationId xmlns:a16="http://schemas.microsoft.com/office/drawing/2014/main" id="{5FCC8DBD-DC28-4883-AE8F-2D95D73FD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2901"/>
                <a:ext cx="32" cy="30"/>
              </a:xfrm>
              <a:custGeom>
                <a:avLst/>
                <a:gdLst>
                  <a:gd name="T0" fmla="*/ 45 w 27"/>
                  <a:gd name="T1" fmla="*/ 20 h 27"/>
                  <a:gd name="T2" fmla="*/ 24 w 27"/>
                  <a:gd name="T3" fmla="*/ 37 h 27"/>
                  <a:gd name="T4" fmla="*/ 0 w 27"/>
                  <a:gd name="T5" fmla="*/ 20 h 27"/>
                  <a:gd name="T6" fmla="*/ 24 w 27"/>
                  <a:gd name="T7" fmla="*/ 0 h 27"/>
                  <a:gd name="T8" fmla="*/ 45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1" y="27"/>
                      <a:pt x="14" y="27"/>
                    </a:cubicBezTo>
                    <a:cubicBezTo>
                      <a:pt x="6" y="27"/>
                      <a:pt x="0" y="21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21" y="1"/>
                      <a:pt x="27" y="7"/>
                      <a:pt x="27" y="1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0" name="Freeform 698">
                <a:extLst>
                  <a:ext uri="{FF2B5EF4-FFF2-40B4-BE49-F238E27FC236}">
                    <a16:creationId xmlns:a16="http://schemas.microsoft.com/office/drawing/2014/main" id="{C5566EC4-1EFA-4E47-842F-B94378577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2903"/>
                <a:ext cx="18" cy="22"/>
              </a:xfrm>
              <a:custGeom>
                <a:avLst/>
                <a:gdLst>
                  <a:gd name="T0" fmla="*/ 26 w 15"/>
                  <a:gd name="T1" fmla="*/ 3 h 20"/>
                  <a:gd name="T2" fmla="*/ 7 w 15"/>
                  <a:gd name="T3" fmla="*/ 9 h 20"/>
                  <a:gd name="T4" fmla="*/ 8 w 15"/>
                  <a:gd name="T5" fmla="*/ 26 h 20"/>
                  <a:gd name="T6" fmla="*/ 14 w 15"/>
                  <a:gd name="T7" fmla="*/ 11 h 20"/>
                  <a:gd name="T8" fmla="*/ 26 w 15"/>
                  <a:gd name="T9" fmla="*/ 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15" y="3"/>
                    </a:moveTo>
                    <a:cubicBezTo>
                      <a:pt x="15" y="3"/>
                      <a:pt x="9" y="0"/>
                      <a:pt x="4" y="6"/>
                    </a:cubicBezTo>
                    <a:cubicBezTo>
                      <a:pt x="0" y="12"/>
                      <a:pt x="5" y="20"/>
                      <a:pt x="5" y="20"/>
                    </a:cubicBezTo>
                    <a:cubicBezTo>
                      <a:pt x="5" y="20"/>
                      <a:pt x="4" y="13"/>
                      <a:pt x="8" y="8"/>
                    </a:cubicBezTo>
                    <a:cubicBezTo>
                      <a:pt x="12" y="3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1" name="Freeform 699">
                <a:extLst>
                  <a:ext uri="{FF2B5EF4-FFF2-40B4-BE49-F238E27FC236}">
                    <a16:creationId xmlns:a16="http://schemas.microsoft.com/office/drawing/2014/main" id="{9849A507-4EDA-4844-B75D-EBF16EF2C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2347"/>
                <a:ext cx="678" cy="583"/>
              </a:xfrm>
              <a:custGeom>
                <a:avLst/>
                <a:gdLst>
                  <a:gd name="T0" fmla="*/ 26 w 584"/>
                  <a:gd name="T1" fmla="*/ 725 h 523"/>
                  <a:gd name="T2" fmla="*/ 904 w 584"/>
                  <a:gd name="T3" fmla="*/ 25 h 523"/>
                  <a:gd name="T4" fmla="*/ 886 w 584"/>
                  <a:gd name="T5" fmla="*/ 0 h 523"/>
                  <a:gd name="T6" fmla="*/ 0 w 584"/>
                  <a:gd name="T7" fmla="*/ 696 h 523"/>
                  <a:gd name="T8" fmla="*/ 26 w 584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6" y="523"/>
                    </a:moveTo>
                    <a:cubicBezTo>
                      <a:pt x="16" y="523"/>
                      <a:pt x="509" y="70"/>
                      <a:pt x="578" y="18"/>
                    </a:cubicBezTo>
                    <a:cubicBezTo>
                      <a:pt x="578" y="18"/>
                      <a:pt x="584" y="2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6" y="523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2" name="Freeform 700">
                <a:extLst>
                  <a:ext uri="{FF2B5EF4-FFF2-40B4-BE49-F238E27FC236}">
                    <a16:creationId xmlns:a16="http://schemas.microsoft.com/office/drawing/2014/main" id="{B472007B-7CCE-427A-B78C-8BE8E4E8F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2347"/>
                <a:ext cx="671" cy="583"/>
              </a:xfrm>
              <a:custGeom>
                <a:avLst/>
                <a:gdLst>
                  <a:gd name="T0" fmla="*/ 8 w 578"/>
                  <a:gd name="T1" fmla="*/ 702 h 523"/>
                  <a:gd name="T2" fmla="*/ 895 w 578"/>
                  <a:gd name="T3" fmla="*/ 9 h 523"/>
                  <a:gd name="T4" fmla="*/ 904 w 578"/>
                  <a:gd name="T5" fmla="*/ 10 h 523"/>
                  <a:gd name="T6" fmla="*/ 886 w 578"/>
                  <a:gd name="T7" fmla="*/ 0 h 523"/>
                  <a:gd name="T8" fmla="*/ 0 w 578"/>
                  <a:gd name="T9" fmla="*/ 696 h 523"/>
                  <a:gd name="T10" fmla="*/ 26 w 578"/>
                  <a:gd name="T11" fmla="*/ 725 h 523"/>
                  <a:gd name="T12" fmla="*/ 27 w 578"/>
                  <a:gd name="T13" fmla="*/ 723 h 523"/>
                  <a:gd name="T14" fmla="*/ 8 w 578"/>
                  <a:gd name="T15" fmla="*/ 702 h 5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8" h="523">
                    <a:moveTo>
                      <a:pt x="5" y="507"/>
                    </a:moveTo>
                    <a:cubicBezTo>
                      <a:pt x="572" y="6"/>
                      <a:pt x="572" y="6"/>
                      <a:pt x="572" y="6"/>
                    </a:cubicBezTo>
                    <a:cubicBezTo>
                      <a:pt x="575" y="6"/>
                      <a:pt x="577" y="6"/>
                      <a:pt x="578" y="7"/>
                    </a:cubicBezTo>
                    <a:cubicBezTo>
                      <a:pt x="577" y="4"/>
                      <a:pt x="574" y="1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cubicBezTo>
                      <a:pt x="16" y="523"/>
                      <a:pt x="16" y="523"/>
                      <a:pt x="16" y="523"/>
                    </a:cubicBezTo>
                    <a:cubicBezTo>
                      <a:pt x="16" y="523"/>
                      <a:pt x="17" y="522"/>
                      <a:pt x="17" y="522"/>
                    </a:cubicBezTo>
                    <a:lnTo>
                      <a:pt x="5" y="507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3" name="Freeform 701">
                <a:extLst>
                  <a:ext uri="{FF2B5EF4-FFF2-40B4-BE49-F238E27FC236}">
                    <a16:creationId xmlns:a16="http://schemas.microsoft.com/office/drawing/2014/main" id="{5E24AE8B-80BF-431D-97CB-266EC043B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2362"/>
                <a:ext cx="635" cy="537"/>
              </a:xfrm>
              <a:custGeom>
                <a:avLst/>
                <a:gdLst>
                  <a:gd name="T0" fmla="*/ 0 w 547"/>
                  <a:gd name="T1" fmla="*/ 666 h 482"/>
                  <a:gd name="T2" fmla="*/ 856 w 547"/>
                  <a:gd name="T3" fmla="*/ 0 h 482"/>
                  <a:gd name="T4" fmla="*/ 0 w 547"/>
                  <a:gd name="T5" fmla="*/ 666 h 4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7" h="482">
                    <a:moveTo>
                      <a:pt x="0" y="482"/>
                    </a:moveTo>
                    <a:cubicBezTo>
                      <a:pt x="547" y="0"/>
                      <a:pt x="547" y="0"/>
                      <a:pt x="547" y="0"/>
                    </a:cubicBezTo>
                    <a:cubicBezTo>
                      <a:pt x="547" y="0"/>
                      <a:pt x="115" y="388"/>
                      <a:pt x="0" y="482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4" name="Freeform 702">
                <a:extLst>
                  <a:ext uri="{FF2B5EF4-FFF2-40B4-BE49-F238E27FC236}">
                    <a16:creationId xmlns:a16="http://schemas.microsoft.com/office/drawing/2014/main" id="{5EFD9E54-CCAA-4697-8006-C5555DD3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2347"/>
                <a:ext cx="678" cy="583"/>
              </a:xfrm>
              <a:custGeom>
                <a:avLst/>
                <a:gdLst>
                  <a:gd name="T0" fmla="*/ 26 w 584"/>
                  <a:gd name="T1" fmla="*/ 725 h 523"/>
                  <a:gd name="T2" fmla="*/ 904 w 584"/>
                  <a:gd name="T3" fmla="*/ 25 h 523"/>
                  <a:gd name="T4" fmla="*/ 886 w 584"/>
                  <a:gd name="T5" fmla="*/ 0 h 523"/>
                  <a:gd name="T6" fmla="*/ 0 w 584"/>
                  <a:gd name="T7" fmla="*/ 696 h 523"/>
                  <a:gd name="T8" fmla="*/ 26 w 584"/>
                  <a:gd name="T9" fmla="*/ 725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6" y="523"/>
                    </a:moveTo>
                    <a:cubicBezTo>
                      <a:pt x="16" y="523"/>
                      <a:pt x="509" y="70"/>
                      <a:pt x="578" y="18"/>
                    </a:cubicBezTo>
                    <a:cubicBezTo>
                      <a:pt x="578" y="18"/>
                      <a:pt x="584" y="2"/>
                      <a:pt x="566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6" y="52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5" name="Freeform 703">
                <a:extLst>
                  <a:ext uri="{FF2B5EF4-FFF2-40B4-BE49-F238E27FC236}">
                    <a16:creationId xmlns:a16="http://schemas.microsoft.com/office/drawing/2014/main" id="{03920DA2-DEB3-46B3-B187-B1E66DB86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902"/>
                <a:ext cx="31" cy="30"/>
              </a:xfrm>
              <a:custGeom>
                <a:avLst/>
                <a:gdLst>
                  <a:gd name="T0" fmla="*/ 41 w 27"/>
                  <a:gd name="T1" fmla="*/ 20 h 27"/>
                  <a:gd name="T2" fmla="*/ 21 w 27"/>
                  <a:gd name="T3" fmla="*/ 37 h 27"/>
                  <a:gd name="T4" fmla="*/ 0 w 27"/>
                  <a:gd name="T5" fmla="*/ 18 h 27"/>
                  <a:gd name="T6" fmla="*/ 21 w 27"/>
                  <a:gd name="T7" fmla="*/ 0 h 27"/>
                  <a:gd name="T8" fmla="*/ 41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1" y="27"/>
                      <a:pt x="14" y="27"/>
                    </a:cubicBezTo>
                    <a:cubicBezTo>
                      <a:pt x="6" y="27"/>
                      <a:pt x="0" y="21"/>
                      <a:pt x="0" y="13"/>
                    </a:cubicBezTo>
                    <a:cubicBezTo>
                      <a:pt x="1" y="6"/>
                      <a:pt x="7" y="0"/>
                      <a:pt x="14" y="0"/>
                    </a:cubicBezTo>
                    <a:cubicBezTo>
                      <a:pt x="21" y="0"/>
                      <a:pt x="27" y="6"/>
                      <a:pt x="27" y="14"/>
                    </a:cubicBezTo>
                    <a:close/>
                  </a:path>
                </a:pathLst>
              </a:cu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6" name="Freeform 704">
                <a:extLst>
                  <a:ext uri="{FF2B5EF4-FFF2-40B4-BE49-F238E27FC236}">
                    <a16:creationId xmlns:a16="http://schemas.microsoft.com/office/drawing/2014/main" id="{BFC34ED2-4F11-4750-A096-0B0CE3112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902"/>
                <a:ext cx="31" cy="30"/>
              </a:xfrm>
              <a:custGeom>
                <a:avLst/>
                <a:gdLst>
                  <a:gd name="T0" fmla="*/ 41 w 27"/>
                  <a:gd name="T1" fmla="*/ 18 h 27"/>
                  <a:gd name="T2" fmla="*/ 21 w 27"/>
                  <a:gd name="T3" fmla="*/ 37 h 27"/>
                  <a:gd name="T4" fmla="*/ 0 w 27"/>
                  <a:gd name="T5" fmla="*/ 18 h 27"/>
                  <a:gd name="T6" fmla="*/ 21 w 27"/>
                  <a:gd name="T7" fmla="*/ 0 h 27"/>
                  <a:gd name="T8" fmla="*/ 41 w 27"/>
                  <a:gd name="T9" fmla="*/ 1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3"/>
                    </a:moveTo>
                    <a:cubicBezTo>
                      <a:pt x="27" y="21"/>
                      <a:pt x="21" y="27"/>
                      <a:pt x="14" y="27"/>
                    </a:cubicBezTo>
                    <a:cubicBezTo>
                      <a:pt x="6" y="27"/>
                      <a:pt x="0" y="21"/>
                      <a:pt x="0" y="13"/>
                    </a:cubicBezTo>
                    <a:cubicBezTo>
                      <a:pt x="1" y="6"/>
                      <a:pt x="7" y="0"/>
                      <a:pt x="14" y="0"/>
                    </a:cubicBezTo>
                    <a:cubicBezTo>
                      <a:pt x="21" y="0"/>
                      <a:pt x="27" y="6"/>
                      <a:pt x="27" y="1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7" name="Freeform 705">
                <a:extLst>
                  <a:ext uri="{FF2B5EF4-FFF2-40B4-BE49-F238E27FC236}">
                    <a16:creationId xmlns:a16="http://schemas.microsoft.com/office/drawing/2014/main" id="{25ACE48C-4138-4F52-8FDF-14DF4E862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2903"/>
                <a:ext cx="19" cy="22"/>
              </a:xfrm>
              <a:custGeom>
                <a:avLst/>
                <a:gdLst>
                  <a:gd name="T0" fmla="*/ 27 w 16"/>
                  <a:gd name="T1" fmla="*/ 3 h 20"/>
                  <a:gd name="T2" fmla="*/ 7 w 16"/>
                  <a:gd name="T3" fmla="*/ 9 h 20"/>
                  <a:gd name="T4" fmla="*/ 10 w 16"/>
                  <a:gd name="T5" fmla="*/ 26 h 20"/>
                  <a:gd name="T6" fmla="*/ 14 w 16"/>
                  <a:gd name="T7" fmla="*/ 11 h 20"/>
                  <a:gd name="T8" fmla="*/ 27 w 16"/>
                  <a:gd name="T9" fmla="*/ 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6" y="3"/>
                    </a:moveTo>
                    <a:cubicBezTo>
                      <a:pt x="16" y="3"/>
                      <a:pt x="9" y="0"/>
                      <a:pt x="4" y="6"/>
                    </a:cubicBezTo>
                    <a:cubicBezTo>
                      <a:pt x="0" y="12"/>
                      <a:pt x="6" y="20"/>
                      <a:pt x="6" y="20"/>
                    </a:cubicBezTo>
                    <a:cubicBezTo>
                      <a:pt x="6" y="20"/>
                      <a:pt x="4" y="13"/>
                      <a:pt x="8" y="8"/>
                    </a:cubicBezTo>
                    <a:cubicBezTo>
                      <a:pt x="12" y="4"/>
                      <a:pt x="16" y="3"/>
                      <a:pt x="16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8" name="Freeform 706">
                <a:extLst>
                  <a:ext uri="{FF2B5EF4-FFF2-40B4-BE49-F238E27FC236}">
                    <a16:creationId xmlns:a16="http://schemas.microsoft.com/office/drawing/2014/main" id="{5C143F05-C0E2-4A8A-8155-479888E46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" y="2360"/>
                <a:ext cx="678" cy="582"/>
              </a:xfrm>
              <a:custGeom>
                <a:avLst/>
                <a:gdLst>
                  <a:gd name="T0" fmla="*/ 27 w 584"/>
                  <a:gd name="T1" fmla="*/ 721 h 523"/>
                  <a:gd name="T2" fmla="*/ 906 w 584"/>
                  <a:gd name="T3" fmla="*/ 24 h 523"/>
                  <a:gd name="T4" fmla="*/ 887 w 584"/>
                  <a:gd name="T5" fmla="*/ 0 h 523"/>
                  <a:gd name="T6" fmla="*/ 0 w 584"/>
                  <a:gd name="T7" fmla="*/ 692 h 523"/>
                  <a:gd name="T8" fmla="*/ 27 w 584"/>
                  <a:gd name="T9" fmla="*/ 721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4" y="2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9" name="Freeform 707">
                <a:extLst>
                  <a:ext uri="{FF2B5EF4-FFF2-40B4-BE49-F238E27FC236}">
                    <a16:creationId xmlns:a16="http://schemas.microsoft.com/office/drawing/2014/main" id="{3600A08D-845F-4108-97DC-F6D5DD20E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" y="2360"/>
                <a:ext cx="672" cy="582"/>
              </a:xfrm>
              <a:custGeom>
                <a:avLst/>
                <a:gdLst>
                  <a:gd name="T0" fmla="*/ 9 w 579"/>
                  <a:gd name="T1" fmla="*/ 700 h 523"/>
                  <a:gd name="T2" fmla="*/ 895 w 579"/>
                  <a:gd name="T3" fmla="*/ 9 h 523"/>
                  <a:gd name="T4" fmla="*/ 905 w 579"/>
                  <a:gd name="T5" fmla="*/ 11 h 523"/>
                  <a:gd name="T6" fmla="*/ 887 w 579"/>
                  <a:gd name="T7" fmla="*/ 0 h 523"/>
                  <a:gd name="T8" fmla="*/ 0 w 579"/>
                  <a:gd name="T9" fmla="*/ 692 h 523"/>
                  <a:gd name="T10" fmla="*/ 27 w 579"/>
                  <a:gd name="T11" fmla="*/ 721 h 523"/>
                  <a:gd name="T12" fmla="*/ 27 w 579"/>
                  <a:gd name="T13" fmla="*/ 720 h 523"/>
                  <a:gd name="T14" fmla="*/ 9 w 579"/>
                  <a:gd name="T15" fmla="*/ 700 h 5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9" h="523">
                    <a:moveTo>
                      <a:pt x="6" y="508"/>
                    </a:moveTo>
                    <a:cubicBezTo>
                      <a:pt x="572" y="6"/>
                      <a:pt x="572" y="6"/>
                      <a:pt x="572" y="6"/>
                    </a:cubicBezTo>
                    <a:cubicBezTo>
                      <a:pt x="575" y="6"/>
                      <a:pt x="577" y="7"/>
                      <a:pt x="579" y="8"/>
                    </a:cubicBezTo>
                    <a:cubicBezTo>
                      <a:pt x="577" y="4"/>
                      <a:pt x="574" y="1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17" y="523"/>
                      <a:pt x="17" y="523"/>
                      <a:pt x="17" y="522"/>
                    </a:cubicBezTo>
                    <a:lnTo>
                      <a:pt x="6" y="508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0" name="Freeform 708">
                <a:extLst>
                  <a:ext uri="{FF2B5EF4-FFF2-40B4-BE49-F238E27FC236}">
                    <a16:creationId xmlns:a16="http://schemas.microsoft.com/office/drawing/2014/main" id="{8ECE5473-824A-4447-8FDD-9EE15F94B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2374"/>
                <a:ext cx="636" cy="538"/>
              </a:xfrm>
              <a:custGeom>
                <a:avLst/>
                <a:gdLst>
                  <a:gd name="T0" fmla="*/ 0 w 547"/>
                  <a:gd name="T1" fmla="*/ 667 h 483"/>
                  <a:gd name="T2" fmla="*/ 859 w 547"/>
                  <a:gd name="T3" fmla="*/ 0 h 483"/>
                  <a:gd name="T4" fmla="*/ 0 w 547"/>
                  <a:gd name="T5" fmla="*/ 667 h 4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7" h="483">
                    <a:moveTo>
                      <a:pt x="0" y="483"/>
                    </a:moveTo>
                    <a:cubicBezTo>
                      <a:pt x="547" y="0"/>
                      <a:pt x="547" y="0"/>
                      <a:pt x="547" y="0"/>
                    </a:cubicBezTo>
                    <a:cubicBezTo>
                      <a:pt x="547" y="0"/>
                      <a:pt x="115" y="388"/>
                      <a:pt x="0" y="48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1" name="Freeform 709">
                <a:extLst>
                  <a:ext uri="{FF2B5EF4-FFF2-40B4-BE49-F238E27FC236}">
                    <a16:creationId xmlns:a16="http://schemas.microsoft.com/office/drawing/2014/main" id="{9601BCE6-676D-4978-9E0B-BFE456022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" y="2360"/>
                <a:ext cx="678" cy="582"/>
              </a:xfrm>
              <a:custGeom>
                <a:avLst/>
                <a:gdLst>
                  <a:gd name="T0" fmla="*/ 27 w 584"/>
                  <a:gd name="T1" fmla="*/ 721 h 523"/>
                  <a:gd name="T2" fmla="*/ 906 w 584"/>
                  <a:gd name="T3" fmla="*/ 24 h 523"/>
                  <a:gd name="T4" fmla="*/ 887 w 584"/>
                  <a:gd name="T5" fmla="*/ 0 h 523"/>
                  <a:gd name="T6" fmla="*/ 0 w 584"/>
                  <a:gd name="T7" fmla="*/ 692 h 523"/>
                  <a:gd name="T8" fmla="*/ 27 w 584"/>
                  <a:gd name="T9" fmla="*/ 721 h 5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523">
                    <a:moveTo>
                      <a:pt x="17" y="523"/>
                    </a:moveTo>
                    <a:cubicBezTo>
                      <a:pt x="17" y="523"/>
                      <a:pt x="509" y="71"/>
                      <a:pt x="579" y="18"/>
                    </a:cubicBezTo>
                    <a:cubicBezTo>
                      <a:pt x="579" y="18"/>
                      <a:pt x="584" y="2"/>
                      <a:pt x="567" y="0"/>
                    </a:cubicBezTo>
                    <a:cubicBezTo>
                      <a:pt x="0" y="502"/>
                      <a:pt x="0" y="502"/>
                      <a:pt x="0" y="502"/>
                    </a:cubicBezTo>
                    <a:lnTo>
                      <a:pt x="17" y="52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2" name="Freeform 710">
                <a:extLst>
                  <a:ext uri="{FF2B5EF4-FFF2-40B4-BE49-F238E27FC236}">
                    <a16:creationId xmlns:a16="http://schemas.microsoft.com/office/drawing/2014/main" id="{9F86B38D-0934-42DA-9EC4-1F3E98774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2914"/>
                <a:ext cx="32" cy="30"/>
              </a:xfrm>
              <a:custGeom>
                <a:avLst/>
                <a:gdLst>
                  <a:gd name="T0" fmla="*/ 45 w 27"/>
                  <a:gd name="T1" fmla="*/ 20 h 27"/>
                  <a:gd name="T2" fmla="*/ 21 w 27"/>
                  <a:gd name="T3" fmla="*/ 37 h 27"/>
                  <a:gd name="T4" fmla="*/ 0 w 27"/>
                  <a:gd name="T5" fmla="*/ 20 h 27"/>
                  <a:gd name="T6" fmla="*/ 21 w 27"/>
                  <a:gd name="T7" fmla="*/ 0 h 27"/>
                  <a:gd name="T8" fmla="*/ 45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0" y="27"/>
                      <a:pt x="13" y="27"/>
                    </a:cubicBezTo>
                    <a:cubicBezTo>
                      <a:pt x="6" y="27"/>
                      <a:pt x="0" y="21"/>
                      <a:pt x="0" y="14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1" y="0"/>
                      <a:pt x="27" y="7"/>
                      <a:pt x="27" y="14"/>
                    </a:cubicBezTo>
                    <a:close/>
                  </a:path>
                </a:pathLst>
              </a:cu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3" name="Freeform 711">
                <a:extLst>
                  <a:ext uri="{FF2B5EF4-FFF2-40B4-BE49-F238E27FC236}">
                    <a16:creationId xmlns:a16="http://schemas.microsoft.com/office/drawing/2014/main" id="{51701943-C164-4A40-AA1A-719A56C6D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2914"/>
                <a:ext cx="32" cy="30"/>
              </a:xfrm>
              <a:custGeom>
                <a:avLst/>
                <a:gdLst>
                  <a:gd name="T0" fmla="*/ 45 w 27"/>
                  <a:gd name="T1" fmla="*/ 20 h 27"/>
                  <a:gd name="T2" fmla="*/ 21 w 27"/>
                  <a:gd name="T3" fmla="*/ 37 h 27"/>
                  <a:gd name="T4" fmla="*/ 0 w 27"/>
                  <a:gd name="T5" fmla="*/ 18 h 27"/>
                  <a:gd name="T6" fmla="*/ 21 w 27"/>
                  <a:gd name="T7" fmla="*/ 0 h 27"/>
                  <a:gd name="T8" fmla="*/ 45 w 27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cubicBezTo>
                      <a:pt x="27" y="21"/>
                      <a:pt x="20" y="27"/>
                      <a:pt x="13" y="27"/>
                    </a:cubicBez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1" y="0"/>
                      <a:pt x="27" y="6"/>
                      <a:pt x="27" y="1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4" name="Freeform 712">
                <a:extLst>
                  <a:ext uri="{FF2B5EF4-FFF2-40B4-BE49-F238E27FC236}">
                    <a16:creationId xmlns:a16="http://schemas.microsoft.com/office/drawing/2014/main" id="{7747890D-60EE-4E70-9491-4121D62EE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2917"/>
                <a:ext cx="19" cy="21"/>
              </a:xfrm>
              <a:custGeom>
                <a:avLst/>
                <a:gdLst>
                  <a:gd name="T0" fmla="*/ 27 w 16"/>
                  <a:gd name="T1" fmla="*/ 3 h 19"/>
                  <a:gd name="T2" fmla="*/ 8 w 16"/>
                  <a:gd name="T3" fmla="*/ 9 h 19"/>
                  <a:gd name="T4" fmla="*/ 10 w 16"/>
                  <a:gd name="T5" fmla="*/ 25 h 19"/>
                  <a:gd name="T6" fmla="*/ 14 w 16"/>
                  <a:gd name="T7" fmla="*/ 11 h 19"/>
                  <a:gd name="T8" fmla="*/ 27 w 16"/>
                  <a:gd name="T9" fmla="*/ 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6" y="3"/>
                    </a:moveTo>
                    <a:cubicBezTo>
                      <a:pt x="16" y="3"/>
                      <a:pt x="9" y="0"/>
                      <a:pt x="5" y="6"/>
                    </a:cubicBezTo>
                    <a:cubicBezTo>
                      <a:pt x="0" y="12"/>
                      <a:pt x="6" y="19"/>
                      <a:pt x="6" y="19"/>
                    </a:cubicBezTo>
                    <a:cubicBezTo>
                      <a:pt x="6" y="19"/>
                      <a:pt x="4" y="12"/>
                      <a:pt x="8" y="8"/>
                    </a:cubicBezTo>
                    <a:cubicBezTo>
                      <a:pt x="13" y="3"/>
                      <a:pt x="16" y="3"/>
                      <a:pt x="16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5" name="Freeform 713">
                <a:extLst>
                  <a:ext uri="{FF2B5EF4-FFF2-40B4-BE49-F238E27FC236}">
                    <a16:creationId xmlns:a16="http://schemas.microsoft.com/office/drawing/2014/main" id="{6C938405-4627-4168-B53D-DCD0D6C72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827"/>
                <a:ext cx="441" cy="421"/>
              </a:xfrm>
              <a:custGeom>
                <a:avLst/>
                <a:gdLst>
                  <a:gd name="T0" fmla="*/ 0 w 441"/>
                  <a:gd name="T1" fmla="*/ 312 h 421"/>
                  <a:gd name="T2" fmla="*/ 169 w 441"/>
                  <a:gd name="T3" fmla="*/ 61 h 421"/>
                  <a:gd name="T4" fmla="*/ 184 w 441"/>
                  <a:gd name="T5" fmla="*/ 20 h 421"/>
                  <a:gd name="T6" fmla="*/ 261 w 441"/>
                  <a:gd name="T7" fmla="*/ 0 h 421"/>
                  <a:gd name="T8" fmla="*/ 303 w 441"/>
                  <a:gd name="T9" fmla="*/ 14 h 421"/>
                  <a:gd name="T10" fmla="*/ 328 w 441"/>
                  <a:gd name="T11" fmla="*/ 54 h 421"/>
                  <a:gd name="T12" fmla="*/ 365 w 441"/>
                  <a:gd name="T13" fmla="*/ 22 h 421"/>
                  <a:gd name="T14" fmla="*/ 441 w 441"/>
                  <a:gd name="T15" fmla="*/ 43 h 421"/>
                  <a:gd name="T16" fmla="*/ 214 w 441"/>
                  <a:gd name="T17" fmla="*/ 421 h 421"/>
                  <a:gd name="T18" fmla="*/ 84 w 441"/>
                  <a:gd name="T19" fmla="*/ 364 h 421"/>
                  <a:gd name="T20" fmla="*/ 14 w 441"/>
                  <a:gd name="T21" fmla="*/ 331 h 421"/>
                  <a:gd name="T22" fmla="*/ 0 w 441"/>
                  <a:gd name="T23" fmla="*/ 31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41" h="421">
                    <a:moveTo>
                      <a:pt x="0" y="312"/>
                    </a:moveTo>
                    <a:lnTo>
                      <a:pt x="169" y="61"/>
                    </a:lnTo>
                    <a:lnTo>
                      <a:pt x="184" y="20"/>
                    </a:lnTo>
                    <a:lnTo>
                      <a:pt x="261" y="0"/>
                    </a:lnTo>
                    <a:lnTo>
                      <a:pt x="303" y="14"/>
                    </a:lnTo>
                    <a:lnTo>
                      <a:pt x="328" y="54"/>
                    </a:lnTo>
                    <a:lnTo>
                      <a:pt x="365" y="22"/>
                    </a:lnTo>
                    <a:lnTo>
                      <a:pt x="441" y="43"/>
                    </a:lnTo>
                    <a:lnTo>
                      <a:pt x="214" y="421"/>
                    </a:lnTo>
                    <a:lnTo>
                      <a:pt x="84" y="364"/>
                    </a:lnTo>
                    <a:lnTo>
                      <a:pt x="14" y="331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BB8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6" name="Freeform 714">
                <a:extLst>
                  <a:ext uri="{FF2B5EF4-FFF2-40B4-BE49-F238E27FC236}">
                    <a16:creationId xmlns:a16="http://schemas.microsoft.com/office/drawing/2014/main" id="{B550865B-F9AE-45C6-AD5E-4530102EE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827"/>
                <a:ext cx="441" cy="421"/>
              </a:xfrm>
              <a:custGeom>
                <a:avLst/>
                <a:gdLst>
                  <a:gd name="T0" fmla="*/ 0 w 441"/>
                  <a:gd name="T1" fmla="*/ 312 h 421"/>
                  <a:gd name="T2" fmla="*/ 169 w 441"/>
                  <a:gd name="T3" fmla="*/ 61 h 421"/>
                  <a:gd name="T4" fmla="*/ 184 w 441"/>
                  <a:gd name="T5" fmla="*/ 20 h 421"/>
                  <a:gd name="T6" fmla="*/ 261 w 441"/>
                  <a:gd name="T7" fmla="*/ 0 h 421"/>
                  <a:gd name="T8" fmla="*/ 303 w 441"/>
                  <a:gd name="T9" fmla="*/ 14 h 421"/>
                  <a:gd name="T10" fmla="*/ 328 w 441"/>
                  <a:gd name="T11" fmla="*/ 54 h 421"/>
                  <a:gd name="T12" fmla="*/ 365 w 441"/>
                  <a:gd name="T13" fmla="*/ 22 h 421"/>
                  <a:gd name="T14" fmla="*/ 441 w 441"/>
                  <a:gd name="T15" fmla="*/ 43 h 421"/>
                  <a:gd name="T16" fmla="*/ 214 w 441"/>
                  <a:gd name="T17" fmla="*/ 421 h 421"/>
                  <a:gd name="T18" fmla="*/ 84 w 441"/>
                  <a:gd name="T19" fmla="*/ 364 h 421"/>
                  <a:gd name="T20" fmla="*/ 14 w 441"/>
                  <a:gd name="T21" fmla="*/ 331 h 421"/>
                  <a:gd name="T22" fmla="*/ 0 w 441"/>
                  <a:gd name="T23" fmla="*/ 312 h 4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41" h="421">
                    <a:moveTo>
                      <a:pt x="0" y="312"/>
                    </a:moveTo>
                    <a:lnTo>
                      <a:pt x="169" y="61"/>
                    </a:lnTo>
                    <a:lnTo>
                      <a:pt x="184" y="20"/>
                    </a:lnTo>
                    <a:lnTo>
                      <a:pt x="261" y="0"/>
                    </a:lnTo>
                    <a:lnTo>
                      <a:pt x="303" y="14"/>
                    </a:lnTo>
                    <a:lnTo>
                      <a:pt x="328" y="54"/>
                    </a:lnTo>
                    <a:lnTo>
                      <a:pt x="365" y="22"/>
                    </a:lnTo>
                    <a:lnTo>
                      <a:pt x="441" y="43"/>
                    </a:lnTo>
                    <a:lnTo>
                      <a:pt x="214" y="421"/>
                    </a:lnTo>
                    <a:lnTo>
                      <a:pt x="84" y="364"/>
                    </a:lnTo>
                    <a:lnTo>
                      <a:pt x="14" y="331"/>
                    </a:lnTo>
                    <a:lnTo>
                      <a:pt x="0" y="31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7" name="Line 715">
                <a:extLst>
                  <a:ext uri="{FF2B5EF4-FFF2-40B4-BE49-F238E27FC236}">
                    <a16:creationId xmlns:a16="http://schemas.microsoft.com/office/drawing/2014/main" id="{488C2B74-C61F-403C-9F66-DDE365EFED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8" y="2865"/>
                <a:ext cx="204" cy="293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8" name="Line 716">
                <a:extLst>
                  <a:ext uri="{FF2B5EF4-FFF2-40B4-BE49-F238E27FC236}">
                    <a16:creationId xmlns:a16="http://schemas.microsoft.com/office/drawing/2014/main" id="{176C5BD6-7834-4962-B944-CA68D239E0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70" y="2943"/>
                <a:ext cx="152" cy="241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9" name="Freeform 717">
                <a:extLst>
                  <a:ext uri="{FF2B5EF4-FFF2-40B4-BE49-F238E27FC236}">
                    <a16:creationId xmlns:a16="http://schemas.microsoft.com/office/drawing/2014/main" id="{7D0593A3-3981-49E0-9E69-61B00855F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" y="3038"/>
                <a:ext cx="1062" cy="481"/>
              </a:xfrm>
              <a:custGeom>
                <a:avLst/>
                <a:gdLst>
                  <a:gd name="T0" fmla="*/ 967 w 914"/>
                  <a:gd name="T1" fmla="*/ 265 h 432"/>
                  <a:gd name="T2" fmla="*/ 1434 w 914"/>
                  <a:gd name="T3" fmla="*/ 439 h 432"/>
                  <a:gd name="T4" fmla="*/ 1434 w 914"/>
                  <a:gd name="T5" fmla="*/ 597 h 432"/>
                  <a:gd name="T6" fmla="*/ 0 w 914"/>
                  <a:gd name="T7" fmla="*/ 78 h 432"/>
                  <a:gd name="T8" fmla="*/ 0 w 914"/>
                  <a:gd name="T9" fmla="*/ 0 h 432"/>
                  <a:gd name="T10" fmla="*/ 669 w 914"/>
                  <a:gd name="T11" fmla="*/ 174 h 432"/>
                  <a:gd name="T12" fmla="*/ 710 w 914"/>
                  <a:gd name="T13" fmla="*/ 109 h 432"/>
                  <a:gd name="T14" fmla="*/ 765 w 914"/>
                  <a:gd name="T15" fmla="*/ 157 h 432"/>
                  <a:gd name="T16" fmla="*/ 817 w 914"/>
                  <a:gd name="T17" fmla="*/ 127 h 432"/>
                  <a:gd name="T18" fmla="*/ 856 w 914"/>
                  <a:gd name="T19" fmla="*/ 190 h 432"/>
                  <a:gd name="T20" fmla="*/ 919 w 914"/>
                  <a:gd name="T21" fmla="*/ 163 h 432"/>
                  <a:gd name="T22" fmla="*/ 967 w 914"/>
                  <a:gd name="T23" fmla="*/ 265 h 4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14" h="432">
                    <a:moveTo>
                      <a:pt x="616" y="192"/>
                    </a:moveTo>
                    <a:cubicBezTo>
                      <a:pt x="824" y="268"/>
                      <a:pt x="914" y="318"/>
                      <a:pt x="914" y="318"/>
                    </a:cubicBezTo>
                    <a:cubicBezTo>
                      <a:pt x="914" y="432"/>
                      <a:pt x="914" y="432"/>
                      <a:pt x="914" y="432"/>
                    </a:cubicBezTo>
                    <a:cubicBezTo>
                      <a:pt x="580" y="222"/>
                      <a:pt x="0" y="57"/>
                      <a:pt x="0" y="5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7" y="45"/>
                      <a:pt x="309" y="88"/>
                      <a:pt x="427" y="126"/>
                    </a:cubicBezTo>
                    <a:cubicBezTo>
                      <a:pt x="427" y="126"/>
                      <a:pt x="424" y="79"/>
                      <a:pt x="453" y="79"/>
                    </a:cubicBezTo>
                    <a:cubicBezTo>
                      <a:pt x="482" y="80"/>
                      <a:pt x="487" y="114"/>
                      <a:pt x="487" y="114"/>
                    </a:cubicBezTo>
                    <a:cubicBezTo>
                      <a:pt x="487" y="114"/>
                      <a:pt x="490" y="86"/>
                      <a:pt x="521" y="92"/>
                    </a:cubicBezTo>
                    <a:cubicBezTo>
                      <a:pt x="551" y="99"/>
                      <a:pt x="546" y="138"/>
                      <a:pt x="546" y="138"/>
                    </a:cubicBezTo>
                    <a:cubicBezTo>
                      <a:pt x="546" y="138"/>
                      <a:pt x="556" y="108"/>
                      <a:pt x="586" y="118"/>
                    </a:cubicBezTo>
                    <a:cubicBezTo>
                      <a:pt x="623" y="130"/>
                      <a:pt x="616" y="192"/>
                      <a:pt x="616" y="192"/>
                    </a:cubicBezTo>
                    <a:close/>
                  </a:path>
                </a:pathLst>
              </a:custGeom>
              <a:solidFill>
                <a:srgbClr val="8C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0" name="Freeform 718">
                <a:extLst>
                  <a:ext uri="{FF2B5EF4-FFF2-40B4-BE49-F238E27FC236}">
                    <a16:creationId xmlns:a16="http://schemas.microsoft.com/office/drawing/2014/main" id="{9DB0DD69-990A-444E-B350-134E3BDB6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" y="3038"/>
                <a:ext cx="1062" cy="481"/>
              </a:xfrm>
              <a:custGeom>
                <a:avLst/>
                <a:gdLst>
                  <a:gd name="T0" fmla="*/ 967 w 914"/>
                  <a:gd name="T1" fmla="*/ 265 h 432"/>
                  <a:gd name="T2" fmla="*/ 1434 w 914"/>
                  <a:gd name="T3" fmla="*/ 439 h 432"/>
                  <a:gd name="T4" fmla="*/ 1434 w 914"/>
                  <a:gd name="T5" fmla="*/ 597 h 432"/>
                  <a:gd name="T6" fmla="*/ 0 w 914"/>
                  <a:gd name="T7" fmla="*/ 78 h 432"/>
                  <a:gd name="T8" fmla="*/ 0 w 914"/>
                  <a:gd name="T9" fmla="*/ 0 h 432"/>
                  <a:gd name="T10" fmla="*/ 669 w 914"/>
                  <a:gd name="T11" fmla="*/ 174 h 432"/>
                  <a:gd name="T12" fmla="*/ 710 w 914"/>
                  <a:gd name="T13" fmla="*/ 109 h 432"/>
                  <a:gd name="T14" fmla="*/ 765 w 914"/>
                  <a:gd name="T15" fmla="*/ 157 h 432"/>
                  <a:gd name="T16" fmla="*/ 817 w 914"/>
                  <a:gd name="T17" fmla="*/ 127 h 432"/>
                  <a:gd name="T18" fmla="*/ 856 w 914"/>
                  <a:gd name="T19" fmla="*/ 190 h 432"/>
                  <a:gd name="T20" fmla="*/ 919 w 914"/>
                  <a:gd name="T21" fmla="*/ 163 h 432"/>
                  <a:gd name="T22" fmla="*/ 967 w 914"/>
                  <a:gd name="T23" fmla="*/ 265 h 4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14" h="432">
                    <a:moveTo>
                      <a:pt x="616" y="192"/>
                    </a:moveTo>
                    <a:cubicBezTo>
                      <a:pt x="824" y="268"/>
                      <a:pt x="914" y="318"/>
                      <a:pt x="914" y="318"/>
                    </a:cubicBezTo>
                    <a:cubicBezTo>
                      <a:pt x="914" y="432"/>
                      <a:pt x="914" y="432"/>
                      <a:pt x="914" y="432"/>
                    </a:cubicBezTo>
                    <a:cubicBezTo>
                      <a:pt x="580" y="222"/>
                      <a:pt x="0" y="57"/>
                      <a:pt x="0" y="5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7" y="45"/>
                      <a:pt x="309" y="88"/>
                      <a:pt x="427" y="126"/>
                    </a:cubicBezTo>
                    <a:cubicBezTo>
                      <a:pt x="427" y="126"/>
                      <a:pt x="424" y="79"/>
                      <a:pt x="453" y="79"/>
                    </a:cubicBezTo>
                    <a:cubicBezTo>
                      <a:pt x="482" y="80"/>
                      <a:pt x="487" y="114"/>
                      <a:pt x="487" y="114"/>
                    </a:cubicBezTo>
                    <a:cubicBezTo>
                      <a:pt x="487" y="114"/>
                      <a:pt x="490" y="86"/>
                      <a:pt x="521" y="92"/>
                    </a:cubicBezTo>
                    <a:cubicBezTo>
                      <a:pt x="551" y="99"/>
                      <a:pt x="546" y="138"/>
                      <a:pt x="546" y="138"/>
                    </a:cubicBezTo>
                    <a:cubicBezTo>
                      <a:pt x="546" y="138"/>
                      <a:pt x="556" y="108"/>
                      <a:pt x="586" y="118"/>
                    </a:cubicBezTo>
                    <a:cubicBezTo>
                      <a:pt x="623" y="130"/>
                      <a:pt x="616" y="192"/>
                      <a:pt x="616" y="19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1" name="Freeform 719">
                <a:extLst>
                  <a:ext uri="{FF2B5EF4-FFF2-40B4-BE49-F238E27FC236}">
                    <a16:creationId xmlns:a16="http://schemas.microsoft.com/office/drawing/2014/main" id="{D1AA65C1-0024-492B-AC26-0C71B0047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1565"/>
                <a:ext cx="922" cy="619"/>
              </a:xfrm>
              <a:custGeom>
                <a:avLst/>
                <a:gdLst>
                  <a:gd name="T0" fmla="*/ 0 w 794"/>
                  <a:gd name="T1" fmla="*/ 506 h 555"/>
                  <a:gd name="T2" fmla="*/ 759 w 794"/>
                  <a:gd name="T3" fmla="*/ 0 h 555"/>
                  <a:gd name="T4" fmla="*/ 1038 w 794"/>
                  <a:gd name="T5" fmla="*/ 56 h 555"/>
                  <a:gd name="T6" fmla="*/ 1244 w 794"/>
                  <a:gd name="T7" fmla="*/ 118 h 555"/>
                  <a:gd name="T8" fmla="*/ 948 w 794"/>
                  <a:gd name="T9" fmla="*/ 391 h 555"/>
                  <a:gd name="T10" fmla="*/ 611 w 794"/>
                  <a:gd name="T11" fmla="*/ 667 h 555"/>
                  <a:gd name="T12" fmla="*/ 319 w 794"/>
                  <a:gd name="T13" fmla="*/ 770 h 555"/>
                  <a:gd name="T14" fmla="*/ 69 w 794"/>
                  <a:gd name="T15" fmla="*/ 673 h 555"/>
                  <a:gd name="T16" fmla="*/ 0 w 794"/>
                  <a:gd name="T17" fmla="*/ 506 h 5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4" h="555">
                    <a:moveTo>
                      <a:pt x="0" y="365"/>
                    </a:moveTo>
                    <a:cubicBezTo>
                      <a:pt x="485" y="0"/>
                      <a:pt x="485" y="0"/>
                      <a:pt x="485" y="0"/>
                    </a:cubicBezTo>
                    <a:cubicBezTo>
                      <a:pt x="485" y="0"/>
                      <a:pt x="654" y="3"/>
                      <a:pt x="663" y="40"/>
                    </a:cubicBezTo>
                    <a:cubicBezTo>
                      <a:pt x="672" y="77"/>
                      <a:pt x="648" y="102"/>
                      <a:pt x="794" y="85"/>
                    </a:cubicBezTo>
                    <a:cubicBezTo>
                      <a:pt x="605" y="282"/>
                      <a:pt x="605" y="282"/>
                      <a:pt x="605" y="282"/>
                    </a:cubicBezTo>
                    <a:cubicBezTo>
                      <a:pt x="390" y="481"/>
                      <a:pt x="390" y="481"/>
                      <a:pt x="390" y="481"/>
                    </a:cubicBezTo>
                    <a:cubicBezTo>
                      <a:pt x="204" y="555"/>
                      <a:pt x="204" y="555"/>
                      <a:pt x="204" y="555"/>
                    </a:cubicBezTo>
                    <a:cubicBezTo>
                      <a:pt x="44" y="485"/>
                      <a:pt x="44" y="485"/>
                      <a:pt x="44" y="485"/>
                    </a:cubicBezTo>
                    <a:lnTo>
                      <a:pt x="0" y="365"/>
                    </a:lnTo>
                    <a:close/>
                  </a:path>
                </a:pathLst>
              </a:custGeom>
              <a:solidFill>
                <a:srgbClr val="DC96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2" name="Freeform 720">
                <a:extLst>
                  <a:ext uri="{FF2B5EF4-FFF2-40B4-BE49-F238E27FC236}">
                    <a16:creationId xmlns:a16="http://schemas.microsoft.com/office/drawing/2014/main" id="{4F3FC1E5-6705-4016-B2A2-5E82B8A17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1565"/>
                <a:ext cx="922" cy="619"/>
              </a:xfrm>
              <a:custGeom>
                <a:avLst/>
                <a:gdLst>
                  <a:gd name="T0" fmla="*/ 0 w 794"/>
                  <a:gd name="T1" fmla="*/ 506 h 555"/>
                  <a:gd name="T2" fmla="*/ 759 w 794"/>
                  <a:gd name="T3" fmla="*/ 0 h 555"/>
                  <a:gd name="T4" fmla="*/ 1038 w 794"/>
                  <a:gd name="T5" fmla="*/ 56 h 555"/>
                  <a:gd name="T6" fmla="*/ 1244 w 794"/>
                  <a:gd name="T7" fmla="*/ 118 h 555"/>
                  <a:gd name="T8" fmla="*/ 948 w 794"/>
                  <a:gd name="T9" fmla="*/ 391 h 555"/>
                  <a:gd name="T10" fmla="*/ 611 w 794"/>
                  <a:gd name="T11" fmla="*/ 667 h 555"/>
                  <a:gd name="T12" fmla="*/ 319 w 794"/>
                  <a:gd name="T13" fmla="*/ 770 h 555"/>
                  <a:gd name="T14" fmla="*/ 69 w 794"/>
                  <a:gd name="T15" fmla="*/ 673 h 555"/>
                  <a:gd name="T16" fmla="*/ 0 w 794"/>
                  <a:gd name="T17" fmla="*/ 506 h 5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4" h="555">
                    <a:moveTo>
                      <a:pt x="0" y="365"/>
                    </a:moveTo>
                    <a:cubicBezTo>
                      <a:pt x="485" y="0"/>
                      <a:pt x="485" y="0"/>
                      <a:pt x="485" y="0"/>
                    </a:cubicBezTo>
                    <a:cubicBezTo>
                      <a:pt x="485" y="0"/>
                      <a:pt x="654" y="3"/>
                      <a:pt x="663" y="40"/>
                    </a:cubicBezTo>
                    <a:cubicBezTo>
                      <a:pt x="672" y="77"/>
                      <a:pt x="648" y="102"/>
                      <a:pt x="794" y="85"/>
                    </a:cubicBezTo>
                    <a:cubicBezTo>
                      <a:pt x="605" y="282"/>
                      <a:pt x="605" y="282"/>
                      <a:pt x="605" y="282"/>
                    </a:cubicBezTo>
                    <a:cubicBezTo>
                      <a:pt x="390" y="481"/>
                      <a:pt x="390" y="481"/>
                      <a:pt x="390" y="481"/>
                    </a:cubicBezTo>
                    <a:cubicBezTo>
                      <a:pt x="204" y="555"/>
                      <a:pt x="204" y="555"/>
                      <a:pt x="204" y="555"/>
                    </a:cubicBezTo>
                    <a:cubicBezTo>
                      <a:pt x="44" y="485"/>
                      <a:pt x="44" y="485"/>
                      <a:pt x="44" y="485"/>
                    </a:cubicBezTo>
                    <a:lnTo>
                      <a:pt x="0" y="36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3" name="Freeform 721">
                <a:extLst>
                  <a:ext uri="{FF2B5EF4-FFF2-40B4-BE49-F238E27FC236}">
                    <a16:creationId xmlns:a16="http://schemas.microsoft.com/office/drawing/2014/main" id="{77D5A008-0C4A-4260-B80C-6BC351B0B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332"/>
                <a:ext cx="179" cy="139"/>
              </a:xfrm>
              <a:custGeom>
                <a:avLst/>
                <a:gdLst>
                  <a:gd name="T0" fmla="*/ 0 w 154"/>
                  <a:gd name="T1" fmla="*/ 158 h 125"/>
                  <a:gd name="T2" fmla="*/ 242 w 154"/>
                  <a:gd name="T3" fmla="*/ 0 h 125"/>
                  <a:gd name="T4" fmla="*/ 109 w 154"/>
                  <a:gd name="T5" fmla="*/ 172 h 125"/>
                  <a:gd name="T6" fmla="*/ 0 w 154"/>
                  <a:gd name="T7" fmla="*/ 158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4" h="125">
                    <a:moveTo>
                      <a:pt x="0" y="115"/>
                    </a:moveTo>
                    <a:cubicBezTo>
                      <a:pt x="0" y="115"/>
                      <a:pt x="79" y="29"/>
                      <a:pt x="154" y="0"/>
                    </a:cubicBezTo>
                    <a:cubicBezTo>
                      <a:pt x="70" y="125"/>
                      <a:pt x="70" y="125"/>
                      <a:pt x="70" y="125"/>
                    </a:cubicBez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DC96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4" name="Freeform 722">
                <a:extLst>
                  <a:ext uri="{FF2B5EF4-FFF2-40B4-BE49-F238E27FC236}">
                    <a16:creationId xmlns:a16="http://schemas.microsoft.com/office/drawing/2014/main" id="{305F005E-B27D-410F-96F3-370E48014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332"/>
                <a:ext cx="178" cy="139"/>
              </a:xfrm>
              <a:custGeom>
                <a:avLst/>
                <a:gdLst>
                  <a:gd name="T0" fmla="*/ 0 w 153"/>
                  <a:gd name="T1" fmla="*/ 159 h 125"/>
                  <a:gd name="T2" fmla="*/ 241 w 153"/>
                  <a:gd name="T3" fmla="*/ 0 h 125"/>
                  <a:gd name="T4" fmla="*/ 108 w 153"/>
                  <a:gd name="T5" fmla="*/ 172 h 125"/>
                  <a:gd name="T6" fmla="*/ 0 w 153"/>
                  <a:gd name="T7" fmla="*/ 159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3" h="125">
                    <a:moveTo>
                      <a:pt x="0" y="116"/>
                    </a:moveTo>
                    <a:cubicBezTo>
                      <a:pt x="0" y="116"/>
                      <a:pt x="78" y="29"/>
                      <a:pt x="153" y="0"/>
                    </a:cubicBezTo>
                    <a:cubicBezTo>
                      <a:pt x="69" y="125"/>
                      <a:pt x="69" y="125"/>
                      <a:pt x="69" y="125"/>
                    </a:cubicBezTo>
                    <a:lnTo>
                      <a:pt x="0" y="11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5" name="Freeform 723">
                <a:extLst>
                  <a:ext uri="{FF2B5EF4-FFF2-40B4-BE49-F238E27FC236}">
                    <a16:creationId xmlns:a16="http://schemas.microsoft.com/office/drawing/2014/main" id="{A17E1AC0-FE4A-4252-A590-B44234FB9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660"/>
                <a:ext cx="1675" cy="1361"/>
              </a:xfrm>
              <a:custGeom>
                <a:avLst/>
                <a:gdLst>
                  <a:gd name="T0" fmla="*/ 0 w 1442"/>
                  <a:gd name="T1" fmla="*/ 985 h 1222"/>
                  <a:gd name="T2" fmla="*/ 667 w 1442"/>
                  <a:gd name="T3" fmla="*/ 306 h 1222"/>
                  <a:gd name="T4" fmla="*/ 768 w 1442"/>
                  <a:gd name="T5" fmla="*/ 292 h 1222"/>
                  <a:gd name="T6" fmla="*/ 808 w 1442"/>
                  <a:gd name="T7" fmla="*/ 280 h 1222"/>
                  <a:gd name="T8" fmla="*/ 827 w 1442"/>
                  <a:gd name="T9" fmla="*/ 325 h 1222"/>
                  <a:gd name="T10" fmla="*/ 843 w 1442"/>
                  <a:gd name="T11" fmla="*/ 325 h 1222"/>
                  <a:gd name="T12" fmla="*/ 877 w 1442"/>
                  <a:gd name="T13" fmla="*/ 319 h 1222"/>
                  <a:gd name="T14" fmla="*/ 954 w 1442"/>
                  <a:gd name="T15" fmla="*/ 342 h 1222"/>
                  <a:gd name="T16" fmla="*/ 966 w 1442"/>
                  <a:gd name="T17" fmla="*/ 325 h 1222"/>
                  <a:gd name="T18" fmla="*/ 934 w 1442"/>
                  <a:gd name="T19" fmla="*/ 283 h 1222"/>
                  <a:gd name="T20" fmla="*/ 892 w 1442"/>
                  <a:gd name="T21" fmla="*/ 261 h 1222"/>
                  <a:gd name="T22" fmla="*/ 905 w 1442"/>
                  <a:gd name="T23" fmla="*/ 244 h 1222"/>
                  <a:gd name="T24" fmla="*/ 973 w 1442"/>
                  <a:gd name="T25" fmla="*/ 265 h 1222"/>
                  <a:gd name="T26" fmla="*/ 1042 w 1442"/>
                  <a:gd name="T27" fmla="*/ 260 h 1222"/>
                  <a:gd name="T28" fmla="*/ 1054 w 1442"/>
                  <a:gd name="T29" fmla="*/ 206 h 1222"/>
                  <a:gd name="T30" fmla="*/ 1099 w 1442"/>
                  <a:gd name="T31" fmla="*/ 145 h 1222"/>
                  <a:gd name="T32" fmla="*/ 1158 w 1442"/>
                  <a:gd name="T33" fmla="*/ 156 h 1222"/>
                  <a:gd name="T34" fmla="*/ 1084 w 1442"/>
                  <a:gd name="T35" fmla="*/ 471 h 1222"/>
                  <a:gd name="T36" fmla="*/ 1397 w 1442"/>
                  <a:gd name="T37" fmla="*/ 449 h 1222"/>
                  <a:gd name="T38" fmla="*/ 1502 w 1442"/>
                  <a:gd name="T39" fmla="*/ 487 h 1222"/>
                  <a:gd name="T40" fmla="*/ 1669 w 1442"/>
                  <a:gd name="T41" fmla="*/ 418 h 1222"/>
                  <a:gd name="T42" fmla="*/ 2260 w 1442"/>
                  <a:gd name="T43" fmla="*/ 0 h 1222"/>
                  <a:gd name="T44" fmla="*/ 2260 w 1442"/>
                  <a:gd name="T45" fmla="*/ 390 h 1222"/>
                  <a:gd name="T46" fmla="*/ 1263 w 1442"/>
                  <a:gd name="T47" fmla="*/ 1479 h 1222"/>
                  <a:gd name="T48" fmla="*/ 1054 w 1442"/>
                  <a:gd name="T49" fmla="*/ 1688 h 1222"/>
                  <a:gd name="T50" fmla="*/ 1338 w 1442"/>
                  <a:gd name="T51" fmla="*/ 1083 h 1222"/>
                  <a:gd name="T52" fmla="*/ 1167 w 1442"/>
                  <a:gd name="T53" fmla="*/ 1011 h 1222"/>
                  <a:gd name="T54" fmla="*/ 621 w 1442"/>
                  <a:gd name="T55" fmla="*/ 1584 h 1222"/>
                  <a:gd name="T56" fmla="*/ 468 w 1442"/>
                  <a:gd name="T57" fmla="*/ 1123 h 1222"/>
                  <a:gd name="T58" fmla="*/ 368 w 1442"/>
                  <a:gd name="T59" fmla="*/ 1145 h 1222"/>
                  <a:gd name="T60" fmla="*/ 165 w 1442"/>
                  <a:gd name="T61" fmla="*/ 1091 h 1222"/>
                  <a:gd name="T62" fmla="*/ 35 w 1442"/>
                  <a:gd name="T63" fmla="*/ 1032 h 1222"/>
                  <a:gd name="T64" fmla="*/ 0 w 1442"/>
                  <a:gd name="T65" fmla="*/ 985 h 122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42" h="1222">
                    <a:moveTo>
                      <a:pt x="0" y="713"/>
                    </a:moveTo>
                    <a:cubicBezTo>
                      <a:pt x="0" y="713"/>
                      <a:pt x="378" y="269"/>
                      <a:pt x="425" y="222"/>
                    </a:cubicBezTo>
                    <a:cubicBezTo>
                      <a:pt x="425" y="222"/>
                      <a:pt x="471" y="187"/>
                      <a:pt x="490" y="211"/>
                    </a:cubicBezTo>
                    <a:cubicBezTo>
                      <a:pt x="510" y="235"/>
                      <a:pt x="510" y="213"/>
                      <a:pt x="516" y="202"/>
                    </a:cubicBezTo>
                    <a:cubicBezTo>
                      <a:pt x="522" y="191"/>
                      <a:pt x="520" y="225"/>
                      <a:pt x="528" y="235"/>
                    </a:cubicBezTo>
                    <a:cubicBezTo>
                      <a:pt x="535" y="246"/>
                      <a:pt x="534" y="230"/>
                      <a:pt x="538" y="235"/>
                    </a:cubicBezTo>
                    <a:cubicBezTo>
                      <a:pt x="560" y="231"/>
                      <a:pt x="560" y="231"/>
                      <a:pt x="560" y="231"/>
                    </a:cubicBezTo>
                    <a:cubicBezTo>
                      <a:pt x="560" y="231"/>
                      <a:pt x="607" y="195"/>
                      <a:pt x="609" y="248"/>
                    </a:cubicBezTo>
                    <a:cubicBezTo>
                      <a:pt x="609" y="248"/>
                      <a:pt x="619" y="259"/>
                      <a:pt x="616" y="235"/>
                    </a:cubicBezTo>
                    <a:cubicBezTo>
                      <a:pt x="614" y="210"/>
                      <a:pt x="602" y="208"/>
                      <a:pt x="596" y="205"/>
                    </a:cubicBezTo>
                    <a:cubicBezTo>
                      <a:pt x="590" y="202"/>
                      <a:pt x="573" y="201"/>
                      <a:pt x="569" y="189"/>
                    </a:cubicBezTo>
                    <a:cubicBezTo>
                      <a:pt x="566" y="178"/>
                      <a:pt x="572" y="176"/>
                      <a:pt x="578" y="177"/>
                    </a:cubicBezTo>
                    <a:cubicBezTo>
                      <a:pt x="584" y="178"/>
                      <a:pt x="611" y="188"/>
                      <a:pt x="621" y="192"/>
                    </a:cubicBezTo>
                    <a:cubicBezTo>
                      <a:pt x="632" y="196"/>
                      <a:pt x="653" y="204"/>
                      <a:pt x="665" y="188"/>
                    </a:cubicBezTo>
                    <a:cubicBezTo>
                      <a:pt x="677" y="172"/>
                      <a:pt x="679" y="156"/>
                      <a:pt x="672" y="149"/>
                    </a:cubicBezTo>
                    <a:cubicBezTo>
                      <a:pt x="665" y="141"/>
                      <a:pt x="701" y="105"/>
                      <a:pt x="701" y="105"/>
                    </a:cubicBezTo>
                    <a:cubicBezTo>
                      <a:pt x="739" y="113"/>
                      <a:pt x="739" y="113"/>
                      <a:pt x="739" y="113"/>
                    </a:cubicBezTo>
                    <a:cubicBezTo>
                      <a:pt x="739" y="113"/>
                      <a:pt x="615" y="259"/>
                      <a:pt x="691" y="341"/>
                    </a:cubicBezTo>
                    <a:cubicBezTo>
                      <a:pt x="767" y="422"/>
                      <a:pt x="856" y="343"/>
                      <a:pt x="892" y="325"/>
                    </a:cubicBezTo>
                    <a:cubicBezTo>
                      <a:pt x="928" y="307"/>
                      <a:pt x="987" y="275"/>
                      <a:pt x="958" y="352"/>
                    </a:cubicBezTo>
                    <a:cubicBezTo>
                      <a:pt x="934" y="419"/>
                      <a:pt x="981" y="367"/>
                      <a:pt x="1065" y="303"/>
                    </a:cubicBezTo>
                    <a:cubicBezTo>
                      <a:pt x="1210" y="192"/>
                      <a:pt x="1442" y="0"/>
                      <a:pt x="1442" y="0"/>
                    </a:cubicBezTo>
                    <a:cubicBezTo>
                      <a:pt x="1442" y="282"/>
                      <a:pt x="1442" y="282"/>
                      <a:pt x="1442" y="282"/>
                    </a:cubicBezTo>
                    <a:cubicBezTo>
                      <a:pt x="1442" y="282"/>
                      <a:pt x="1126" y="538"/>
                      <a:pt x="806" y="1070"/>
                    </a:cubicBezTo>
                    <a:cubicBezTo>
                      <a:pt x="672" y="1222"/>
                      <a:pt x="672" y="1222"/>
                      <a:pt x="672" y="1222"/>
                    </a:cubicBezTo>
                    <a:cubicBezTo>
                      <a:pt x="672" y="1222"/>
                      <a:pt x="861" y="884"/>
                      <a:pt x="854" y="784"/>
                    </a:cubicBezTo>
                    <a:cubicBezTo>
                      <a:pt x="848" y="684"/>
                      <a:pt x="797" y="687"/>
                      <a:pt x="745" y="732"/>
                    </a:cubicBezTo>
                    <a:cubicBezTo>
                      <a:pt x="693" y="778"/>
                      <a:pt x="435" y="1060"/>
                      <a:pt x="397" y="1147"/>
                    </a:cubicBezTo>
                    <a:cubicBezTo>
                      <a:pt x="299" y="813"/>
                      <a:pt x="299" y="813"/>
                      <a:pt x="299" y="813"/>
                    </a:cubicBezTo>
                    <a:cubicBezTo>
                      <a:pt x="235" y="829"/>
                      <a:pt x="235" y="829"/>
                      <a:pt x="235" y="829"/>
                    </a:cubicBezTo>
                    <a:cubicBezTo>
                      <a:pt x="105" y="790"/>
                      <a:pt x="105" y="790"/>
                      <a:pt x="105" y="790"/>
                    </a:cubicBezTo>
                    <a:cubicBezTo>
                      <a:pt x="22" y="747"/>
                      <a:pt x="22" y="747"/>
                      <a:pt x="22" y="747"/>
                    </a:cubicBezTo>
                    <a:lnTo>
                      <a:pt x="0" y="713"/>
                    </a:lnTo>
                    <a:close/>
                  </a:path>
                </a:pathLst>
              </a:custGeom>
              <a:solidFill>
                <a:srgbClr val="EAAB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6" name="Freeform 724">
                <a:extLst>
                  <a:ext uri="{FF2B5EF4-FFF2-40B4-BE49-F238E27FC236}">
                    <a16:creationId xmlns:a16="http://schemas.microsoft.com/office/drawing/2014/main" id="{E8112B69-5836-4AA8-8A49-AC3E8A4CC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660"/>
                <a:ext cx="1328" cy="925"/>
              </a:xfrm>
              <a:custGeom>
                <a:avLst/>
                <a:gdLst>
                  <a:gd name="T0" fmla="*/ 1788 w 1144"/>
                  <a:gd name="T1" fmla="*/ 0 h 830"/>
                  <a:gd name="T2" fmla="*/ 1198 w 1144"/>
                  <a:gd name="T3" fmla="*/ 420 h 830"/>
                  <a:gd name="T4" fmla="*/ 1031 w 1144"/>
                  <a:gd name="T5" fmla="*/ 487 h 830"/>
                  <a:gd name="T6" fmla="*/ 928 w 1144"/>
                  <a:gd name="T7" fmla="*/ 449 h 830"/>
                  <a:gd name="T8" fmla="*/ 421 w 1144"/>
                  <a:gd name="T9" fmla="*/ 779 h 830"/>
                  <a:gd name="T10" fmla="*/ 226 w 1144"/>
                  <a:gd name="T11" fmla="*/ 806 h 830"/>
                  <a:gd name="T12" fmla="*/ 136 w 1144"/>
                  <a:gd name="T13" fmla="*/ 1002 h 830"/>
                  <a:gd name="T14" fmla="*/ 0 w 1144"/>
                  <a:gd name="T15" fmla="*/ 1126 h 830"/>
                  <a:gd name="T16" fmla="*/ 8 w 1144"/>
                  <a:gd name="T17" fmla="*/ 1149 h 830"/>
                  <a:gd name="T18" fmla="*/ 863 w 1144"/>
                  <a:gd name="T19" fmla="*/ 507 h 830"/>
                  <a:gd name="T20" fmla="*/ 1019 w 1144"/>
                  <a:gd name="T21" fmla="*/ 444 h 830"/>
                  <a:gd name="T22" fmla="*/ 991 w 1144"/>
                  <a:gd name="T23" fmla="*/ 567 h 830"/>
                  <a:gd name="T24" fmla="*/ 1128 w 1144"/>
                  <a:gd name="T25" fmla="*/ 496 h 830"/>
                  <a:gd name="T26" fmla="*/ 1790 w 1144"/>
                  <a:gd name="T27" fmla="*/ 23 h 830"/>
                  <a:gd name="T28" fmla="*/ 1788 w 1144"/>
                  <a:gd name="T29" fmla="*/ 0 h 8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44" h="830">
                    <a:moveTo>
                      <a:pt x="1143" y="0"/>
                    </a:moveTo>
                    <a:cubicBezTo>
                      <a:pt x="1143" y="0"/>
                      <a:pt x="911" y="192"/>
                      <a:pt x="766" y="303"/>
                    </a:cubicBezTo>
                    <a:cubicBezTo>
                      <a:pt x="682" y="367"/>
                      <a:pt x="635" y="419"/>
                      <a:pt x="659" y="352"/>
                    </a:cubicBezTo>
                    <a:cubicBezTo>
                      <a:pt x="688" y="275"/>
                      <a:pt x="629" y="307"/>
                      <a:pt x="593" y="325"/>
                    </a:cubicBezTo>
                    <a:cubicBezTo>
                      <a:pt x="593" y="325"/>
                      <a:pt x="473" y="392"/>
                      <a:pt x="270" y="563"/>
                    </a:cubicBezTo>
                    <a:cubicBezTo>
                      <a:pt x="270" y="563"/>
                      <a:pt x="214" y="516"/>
                      <a:pt x="145" y="582"/>
                    </a:cubicBezTo>
                    <a:cubicBezTo>
                      <a:pt x="75" y="647"/>
                      <a:pt x="87" y="724"/>
                      <a:pt x="87" y="724"/>
                    </a:cubicBezTo>
                    <a:cubicBezTo>
                      <a:pt x="0" y="813"/>
                      <a:pt x="0" y="813"/>
                      <a:pt x="0" y="813"/>
                    </a:cubicBezTo>
                    <a:cubicBezTo>
                      <a:pt x="5" y="830"/>
                      <a:pt x="5" y="830"/>
                      <a:pt x="5" y="830"/>
                    </a:cubicBezTo>
                    <a:cubicBezTo>
                      <a:pt x="5" y="830"/>
                      <a:pt x="365" y="484"/>
                      <a:pt x="551" y="366"/>
                    </a:cubicBezTo>
                    <a:cubicBezTo>
                      <a:pt x="602" y="334"/>
                      <a:pt x="640" y="308"/>
                      <a:pt x="651" y="320"/>
                    </a:cubicBezTo>
                    <a:cubicBezTo>
                      <a:pt x="662" y="331"/>
                      <a:pt x="625" y="400"/>
                      <a:pt x="634" y="410"/>
                    </a:cubicBezTo>
                    <a:cubicBezTo>
                      <a:pt x="646" y="424"/>
                      <a:pt x="683" y="387"/>
                      <a:pt x="721" y="358"/>
                    </a:cubicBezTo>
                    <a:cubicBezTo>
                      <a:pt x="759" y="328"/>
                      <a:pt x="1131" y="25"/>
                      <a:pt x="1144" y="17"/>
                    </a:cubicBezTo>
                    <a:lnTo>
                      <a:pt x="1143" y="0"/>
                    </a:lnTo>
                    <a:close/>
                  </a:path>
                </a:pathLst>
              </a:custGeom>
              <a:solidFill>
                <a:srgbClr val="BF7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7" name="Freeform 725">
                <a:extLst>
                  <a:ext uri="{FF2B5EF4-FFF2-40B4-BE49-F238E27FC236}">
                    <a16:creationId xmlns:a16="http://schemas.microsoft.com/office/drawing/2014/main" id="{44524404-7612-488E-8CB5-D4D81029B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660"/>
                <a:ext cx="1675" cy="1361"/>
              </a:xfrm>
              <a:custGeom>
                <a:avLst/>
                <a:gdLst>
                  <a:gd name="T0" fmla="*/ 0 w 1442"/>
                  <a:gd name="T1" fmla="*/ 985 h 1222"/>
                  <a:gd name="T2" fmla="*/ 667 w 1442"/>
                  <a:gd name="T3" fmla="*/ 306 h 1222"/>
                  <a:gd name="T4" fmla="*/ 768 w 1442"/>
                  <a:gd name="T5" fmla="*/ 292 h 1222"/>
                  <a:gd name="T6" fmla="*/ 808 w 1442"/>
                  <a:gd name="T7" fmla="*/ 280 h 1222"/>
                  <a:gd name="T8" fmla="*/ 827 w 1442"/>
                  <a:gd name="T9" fmla="*/ 325 h 1222"/>
                  <a:gd name="T10" fmla="*/ 843 w 1442"/>
                  <a:gd name="T11" fmla="*/ 325 h 1222"/>
                  <a:gd name="T12" fmla="*/ 877 w 1442"/>
                  <a:gd name="T13" fmla="*/ 319 h 1222"/>
                  <a:gd name="T14" fmla="*/ 954 w 1442"/>
                  <a:gd name="T15" fmla="*/ 342 h 1222"/>
                  <a:gd name="T16" fmla="*/ 966 w 1442"/>
                  <a:gd name="T17" fmla="*/ 325 h 1222"/>
                  <a:gd name="T18" fmla="*/ 934 w 1442"/>
                  <a:gd name="T19" fmla="*/ 283 h 1222"/>
                  <a:gd name="T20" fmla="*/ 892 w 1442"/>
                  <a:gd name="T21" fmla="*/ 261 h 1222"/>
                  <a:gd name="T22" fmla="*/ 905 w 1442"/>
                  <a:gd name="T23" fmla="*/ 244 h 1222"/>
                  <a:gd name="T24" fmla="*/ 973 w 1442"/>
                  <a:gd name="T25" fmla="*/ 265 h 1222"/>
                  <a:gd name="T26" fmla="*/ 1042 w 1442"/>
                  <a:gd name="T27" fmla="*/ 260 h 1222"/>
                  <a:gd name="T28" fmla="*/ 1054 w 1442"/>
                  <a:gd name="T29" fmla="*/ 206 h 1222"/>
                  <a:gd name="T30" fmla="*/ 1099 w 1442"/>
                  <a:gd name="T31" fmla="*/ 145 h 1222"/>
                  <a:gd name="T32" fmla="*/ 1158 w 1442"/>
                  <a:gd name="T33" fmla="*/ 156 h 1222"/>
                  <a:gd name="T34" fmla="*/ 1084 w 1442"/>
                  <a:gd name="T35" fmla="*/ 471 h 1222"/>
                  <a:gd name="T36" fmla="*/ 1397 w 1442"/>
                  <a:gd name="T37" fmla="*/ 449 h 1222"/>
                  <a:gd name="T38" fmla="*/ 1502 w 1442"/>
                  <a:gd name="T39" fmla="*/ 487 h 1222"/>
                  <a:gd name="T40" fmla="*/ 1669 w 1442"/>
                  <a:gd name="T41" fmla="*/ 418 h 1222"/>
                  <a:gd name="T42" fmla="*/ 2260 w 1442"/>
                  <a:gd name="T43" fmla="*/ 0 h 1222"/>
                  <a:gd name="T44" fmla="*/ 2260 w 1442"/>
                  <a:gd name="T45" fmla="*/ 390 h 1222"/>
                  <a:gd name="T46" fmla="*/ 1263 w 1442"/>
                  <a:gd name="T47" fmla="*/ 1479 h 1222"/>
                  <a:gd name="T48" fmla="*/ 1054 w 1442"/>
                  <a:gd name="T49" fmla="*/ 1688 h 1222"/>
                  <a:gd name="T50" fmla="*/ 1338 w 1442"/>
                  <a:gd name="T51" fmla="*/ 1083 h 1222"/>
                  <a:gd name="T52" fmla="*/ 1167 w 1442"/>
                  <a:gd name="T53" fmla="*/ 1011 h 1222"/>
                  <a:gd name="T54" fmla="*/ 621 w 1442"/>
                  <a:gd name="T55" fmla="*/ 1584 h 1222"/>
                  <a:gd name="T56" fmla="*/ 468 w 1442"/>
                  <a:gd name="T57" fmla="*/ 1123 h 1222"/>
                  <a:gd name="T58" fmla="*/ 368 w 1442"/>
                  <a:gd name="T59" fmla="*/ 1145 h 1222"/>
                  <a:gd name="T60" fmla="*/ 165 w 1442"/>
                  <a:gd name="T61" fmla="*/ 1091 h 1222"/>
                  <a:gd name="T62" fmla="*/ 35 w 1442"/>
                  <a:gd name="T63" fmla="*/ 1032 h 1222"/>
                  <a:gd name="T64" fmla="*/ 0 w 1442"/>
                  <a:gd name="T65" fmla="*/ 985 h 122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42" h="1222">
                    <a:moveTo>
                      <a:pt x="0" y="713"/>
                    </a:moveTo>
                    <a:cubicBezTo>
                      <a:pt x="0" y="713"/>
                      <a:pt x="378" y="269"/>
                      <a:pt x="425" y="222"/>
                    </a:cubicBezTo>
                    <a:cubicBezTo>
                      <a:pt x="425" y="222"/>
                      <a:pt x="471" y="187"/>
                      <a:pt x="490" y="211"/>
                    </a:cubicBezTo>
                    <a:cubicBezTo>
                      <a:pt x="510" y="235"/>
                      <a:pt x="510" y="213"/>
                      <a:pt x="516" y="202"/>
                    </a:cubicBezTo>
                    <a:cubicBezTo>
                      <a:pt x="522" y="191"/>
                      <a:pt x="520" y="225"/>
                      <a:pt x="528" y="235"/>
                    </a:cubicBezTo>
                    <a:cubicBezTo>
                      <a:pt x="535" y="246"/>
                      <a:pt x="534" y="230"/>
                      <a:pt x="538" y="235"/>
                    </a:cubicBezTo>
                    <a:cubicBezTo>
                      <a:pt x="560" y="231"/>
                      <a:pt x="560" y="231"/>
                      <a:pt x="560" y="231"/>
                    </a:cubicBezTo>
                    <a:cubicBezTo>
                      <a:pt x="560" y="231"/>
                      <a:pt x="607" y="195"/>
                      <a:pt x="609" y="248"/>
                    </a:cubicBezTo>
                    <a:cubicBezTo>
                      <a:pt x="609" y="248"/>
                      <a:pt x="619" y="259"/>
                      <a:pt x="616" y="235"/>
                    </a:cubicBezTo>
                    <a:cubicBezTo>
                      <a:pt x="614" y="210"/>
                      <a:pt x="602" y="208"/>
                      <a:pt x="596" y="205"/>
                    </a:cubicBezTo>
                    <a:cubicBezTo>
                      <a:pt x="590" y="202"/>
                      <a:pt x="573" y="201"/>
                      <a:pt x="569" y="189"/>
                    </a:cubicBezTo>
                    <a:cubicBezTo>
                      <a:pt x="566" y="178"/>
                      <a:pt x="572" y="176"/>
                      <a:pt x="578" y="177"/>
                    </a:cubicBezTo>
                    <a:cubicBezTo>
                      <a:pt x="584" y="178"/>
                      <a:pt x="611" y="188"/>
                      <a:pt x="621" y="192"/>
                    </a:cubicBezTo>
                    <a:cubicBezTo>
                      <a:pt x="632" y="196"/>
                      <a:pt x="653" y="204"/>
                      <a:pt x="665" y="188"/>
                    </a:cubicBezTo>
                    <a:cubicBezTo>
                      <a:pt x="677" y="172"/>
                      <a:pt x="679" y="156"/>
                      <a:pt x="672" y="149"/>
                    </a:cubicBezTo>
                    <a:cubicBezTo>
                      <a:pt x="665" y="141"/>
                      <a:pt x="701" y="105"/>
                      <a:pt x="701" y="105"/>
                    </a:cubicBezTo>
                    <a:cubicBezTo>
                      <a:pt x="739" y="113"/>
                      <a:pt x="739" y="113"/>
                      <a:pt x="739" y="113"/>
                    </a:cubicBezTo>
                    <a:cubicBezTo>
                      <a:pt x="739" y="113"/>
                      <a:pt x="615" y="259"/>
                      <a:pt x="691" y="341"/>
                    </a:cubicBezTo>
                    <a:cubicBezTo>
                      <a:pt x="767" y="422"/>
                      <a:pt x="856" y="343"/>
                      <a:pt x="892" y="325"/>
                    </a:cubicBezTo>
                    <a:cubicBezTo>
                      <a:pt x="928" y="307"/>
                      <a:pt x="987" y="275"/>
                      <a:pt x="958" y="352"/>
                    </a:cubicBezTo>
                    <a:cubicBezTo>
                      <a:pt x="934" y="419"/>
                      <a:pt x="981" y="367"/>
                      <a:pt x="1065" y="303"/>
                    </a:cubicBezTo>
                    <a:cubicBezTo>
                      <a:pt x="1210" y="192"/>
                      <a:pt x="1442" y="0"/>
                      <a:pt x="1442" y="0"/>
                    </a:cubicBezTo>
                    <a:cubicBezTo>
                      <a:pt x="1442" y="282"/>
                      <a:pt x="1442" y="282"/>
                      <a:pt x="1442" y="282"/>
                    </a:cubicBezTo>
                    <a:cubicBezTo>
                      <a:pt x="1442" y="282"/>
                      <a:pt x="1126" y="538"/>
                      <a:pt x="806" y="1070"/>
                    </a:cubicBezTo>
                    <a:cubicBezTo>
                      <a:pt x="672" y="1222"/>
                      <a:pt x="672" y="1222"/>
                      <a:pt x="672" y="1222"/>
                    </a:cubicBezTo>
                    <a:cubicBezTo>
                      <a:pt x="672" y="1222"/>
                      <a:pt x="861" y="884"/>
                      <a:pt x="854" y="784"/>
                    </a:cubicBezTo>
                    <a:cubicBezTo>
                      <a:pt x="848" y="684"/>
                      <a:pt x="797" y="687"/>
                      <a:pt x="745" y="732"/>
                    </a:cubicBezTo>
                    <a:cubicBezTo>
                      <a:pt x="693" y="778"/>
                      <a:pt x="435" y="1060"/>
                      <a:pt x="397" y="1147"/>
                    </a:cubicBezTo>
                    <a:cubicBezTo>
                      <a:pt x="299" y="813"/>
                      <a:pt x="299" y="813"/>
                      <a:pt x="299" y="813"/>
                    </a:cubicBezTo>
                    <a:cubicBezTo>
                      <a:pt x="235" y="829"/>
                      <a:pt x="235" y="829"/>
                      <a:pt x="235" y="829"/>
                    </a:cubicBezTo>
                    <a:cubicBezTo>
                      <a:pt x="105" y="790"/>
                      <a:pt x="105" y="790"/>
                      <a:pt x="105" y="790"/>
                    </a:cubicBezTo>
                    <a:cubicBezTo>
                      <a:pt x="22" y="747"/>
                      <a:pt x="22" y="747"/>
                      <a:pt x="22" y="747"/>
                    </a:cubicBezTo>
                    <a:lnTo>
                      <a:pt x="0" y="71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8" name="Freeform 726">
                <a:extLst>
                  <a:ext uri="{FF2B5EF4-FFF2-40B4-BE49-F238E27FC236}">
                    <a16:creationId xmlns:a16="http://schemas.microsoft.com/office/drawing/2014/main" id="{4AC4DE0C-8702-48D3-A83F-CA2447A6B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423"/>
                <a:ext cx="564" cy="556"/>
              </a:xfrm>
              <a:custGeom>
                <a:avLst/>
                <a:gdLst>
                  <a:gd name="T0" fmla="*/ 81 w 486"/>
                  <a:gd name="T1" fmla="*/ 194 h 499"/>
                  <a:gd name="T2" fmla="*/ 43 w 486"/>
                  <a:gd name="T3" fmla="*/ 57 h 499"/>
                  <a:gd name="T4" fmla="*/ 149 w 486"/>
                  <a:gd name="T5" fmla="*/ 25 h 499"/>
                  <a:gd name="T6" fmla="*/ 201 w 486"/>
                  <a:gd name="T7" fmla="*/ 2 h 499"/>
                  <a:gd name="T8" fmla="*/ 301 w 486"/>
                  <a:gd name="T9" fmla="*/ 99 h 499"/>
                  <a:gd name="T10" fmla="*/ 378 w 486"/>
                  <a:gd name="T11" fmla="*/ 25 h 499"/>
                  <a:gd name="T12" fmla="*/ 606 w 486"/>
                  <a:gd name="T13" fmla="*/ 177 h 499"/>
                  <a:gd name="T14" fmla="*/ 760 w 486"/>
                  <a:gd name="T15" fmla="*/ 640 h 499"/>
                  <a:gd name="T16" fmla="*/ 544 w 486"/>
                  <a:gd name="T17" fmla="*/ 573 h 499"/>
                  <a:gd name="T18" fmla="*/ 545 w 486"/>
                  <a:gd name="T19" fmla="*/ 691 h 499"/>
                  <a:gd name="T20" fmla="*/ 426 w 486"/>
                  <a:gd name="T21" fmla="*/ 642 h 499"/>
                  <a:gd name="T22" fmla="*/ 384 w 486"/>
                  <a:gd name="T23" fmla="*/ 542 h 499"/>
                  <a:gd name="T24" fmla="*/ 352 w 486"/>
                  <a:gd name="T25" fmla="*/ 613 h 499"/>
                  <a:gd name="T26" fmla="*/ 267 w 486"/>
                  <a:gd name="T27" fmla="*/ 577 h 499"/>
                  <a:gd name="T28" fmla="*/ 128 w 486"/>
                  <a:gd name="T29" fmla="*/ 281 h 499"/>
                  <a:gd name="T30" fmla="*/ 49 w 486"/>
                  <a:gd name="T31" fmla="*/ 214 h 499"/>
                  <a:gd name="T32" fmla="*/ 81 w 486"/>
                  <a:gd name="T33" fmla="*/ 194 h 49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6" h="499">
                    <a:moveTo>
                      <a:pt x="52" y="140"/>
                    </a:moveTo>
                    <a:cubicBezTo>
                      <a:pt x="52" y="140"/>
                      <a:pt x="0" y="104"/>
                      <a:pt x="28" y="41"/>
                    </a:cubicBezTo>
                    <a:cubicBezTo>
                      <a:pt x="47" y="0"/>
                      <a:pt x="95" y="18"/>
                      <a:pt x="95" y="18"/>
                    </a:cubicBezTo>
                    <a:cubicBezTo>
                      <a:pt x="95" y="18"/>
                      <a:pt x="109" y="1"/>
                      <a:pt x="128" y="2"/>
                    </a:cubicBezTo>
                    <a:cubicBezTo>
                      <a:pt x="173" y="3"/>
                      <a:pt x="158" y="69"/>
                      <a:pt x="192" y="72"/>
                    </a:cubicBezTo>
                    <a:cubicBezTo>
                      <a:pt x="216" y="75"/>
                      <a:pt x="214" y="21"/>
                      <a:pt x="242" y="18"/>
                    </a:cubicBezTo>
                    <a:cubicBezTo>
                      <a:pt x="294" y="13"/>
                      <a:pt x="288" y="118"/>
                      <a:pt x="388" y="128"/>
                    </a:cubicBezTo>
                    <a:cubicBezTo>
                      <a:pt x="486" y="462"/>
                      <a:pt x="486" y="462"/>
                      <a:pt x="486" y="462"/>
                    </a:cubicBezTo>
                    <a:cubicBezTo>
                      <a:pt x="486" y="462"/>
                      <a:pt x="357" y="390"/>
                      <a:pt x="348" y="414"/>
                    </a:cubicBezTo>
                    <a:cubicBezTo>
                      <a:pt x="339" y="439"/>
                      <a:pt x="349" y="499"/>
                      <a:pt x="349" y="499"/>
                    </a:cubicBezTo>
                    <a:cubicBezTo>
                      <a:pt x="349" y="499"/>
                      <a:pt x="306" y="413"/>
                      <a:pt x="272" y="464"/>
                    </a:cubicBezTo>
                    <a:cubicBezTo>
                      <a:pt x="272" y="464"/>
                      <a:pt x="268" y="390"/>
                      <a:pt x="246" y="391"/>
                    </a:cubicBezTo>
                    <a:cubicBezTo>
                      <a:pt x="223" y="392"/>
                      <a:pt x="225" y="443"/>
                      <a:pt x="225" y="443"/>
                    </a:cubicBezTo>
                    <a:cubicBezTo>
                      <a:pt x="225" y="443"/>
                      <a:pt x="192" y="372"/>
                      <a:pt x="171" y="417"/>
                    </a:cubicBezTo>
                    <a:cubicBezTo>
                      <a:pt x="171" y="417"/>
                      <a:pt x="131" y="252"/>
                      <a:pt x="82" y="203"/>
                    </a:cubicBezTo>
                    <a:cubicBezTo>
                      <a:pt x="59" y="181"/>
                      <a:pt x="29" y="182"/>
                      <a:pt x="31" y="154"/>
                    </a:cubicBezTo>
                    <a:cubicBezTo>
                      <a:pt x="33" y="132"/>
                      <a:pt x="52" y="140"/>
                      <a:pt x="52" y="140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9" name="Freeform 727">
                <a:extLst>
                  <a:ext uri="{FF2B5EF4-FFF2-40B4-BE49-F238E27FC236}">
                    <a16:creationId xmlns:a16="http://schemas.microsoft.com/office/drawing/2014/main" id="{D09AECD4-8F26-4752-9C90-DB01BC99D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423"/>
                <a:ext cx="451" cy="465"/>
              </a:xfrm>
              <a:custGeom>
                <a:avLst/>
                <a:gdLst>
                  <a:gd name="T0" fmla="*/ 269 w 388"/>
                  <a:gd name="T1" fmla="*/ 579 h 417"/>
                  <a:gd name="T2" fmla="*/ 128 w 388"/>
                  <a:gd name="T3" fmla="*/ 281 h 417"/>
                  <a:gd name="T4" fmla="*/ 49 w 388"/>
                  <a:gd name="T5" fmla="*/ 214 h 417"/>
                  <a:gd name="T6" fmla="*/ 81 w 388"/>
                  <a:gd name="T7" fmla="*/ 194 h 417"/>
                  <a:gd name="T8" fmla="*/ 44 w 388"/>
                  <a:gd name="T9" fmla="*/ 57 h 417"/>
                  <a:gd name="T10" fmla="*/ 149 w 388"/>
                  <a:gd name="T11" fmla="*/ 25 h 417"/>
                  <a:gd name="T12" fmla="*/ 201 w 388"/>
                  <a:gd name="T13" fmla="*/ 2 h 417"/>
                  <a:gd name="T14" fmla="*/ 301 w 388"/>
                  <a:gd name="T15" fmla="*/ 99 h 417"/>
                  <a:gd name="T16" fmla="*/ 380 w 388"/>
                  <a:gd name="T17" fmla="*/ 25 h 417"/>
                  <a:gd name="T18" fmla="*/ 609 w 388"/>
                  <a:gd name="T19" fmla="*/ 177 h 4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8" h="417">
                    <a:moveTo>
                      <a:pt x="171" y="417"/>
                    </a:moveTo>
                    <a:cubicBezTo>
                      <a:pt x="171" y="417"/>
                      <a:pt x="131" y="252"/>
                      <a:pt x="82" y="203"/>
                    </a:cubicBezTo>
                    <a:cubicBezTo>
                      <a:pt x="59" y="181"/>
                      <a:pt x="29" y="182"/>
                      <a:pt x="31" y="154"/>
                    </a:cubicBezTo>
                    <a:cubicBezTo>
                      <a:pt x="33" y="132"/>
                      <a:pt x="52" y="140"/>
                      <a:pt x="52" y="140"/>
                    </a:cubicBezTo>
                    <a:cubicBezTo>
                      <a:pt x="52" y="140"/>
                      <a:pt x="0" y="104"/>
                      <a:pt x="28" y="41"/>
                    </a:cubicBezTo>
                    <a:cubicBezTo>
                      <a:pt x="47" y="0"/>
                      <a:pt x="95" y="18"/>
                      <a:pt x="95" y="18"/>
                    </a:cubicBezTo>
                    <a:cubicBezTo>
                      <a:pt x="95" y="18"/>
                      <a:pt x="109" y="1"/>
                      <a:pt x="128" y="2"/>
                    </a:cubicBezTo>
                    <a:cubicBezTo>
                      <a:pt x="173" y="3"/>
                      <a:pt x="158" y="69"/>
                      <a:pt x="192" y="72"/>
                    </a:cubicBezTo>
                    <a:cubicBezTo>
                      <a:pt x="216" y="75"/>
                      <a:pt x="214" y="21"/>
                      <a:pt x="242" y="18"/>
                    </a:cubicBezTo>
                    <a:cubicBezTo>
                      <a:pt x="294" y="13"/>
                      <a:pt x="288" y="118"/>
                      <a:pt x="388" y="128"/>
                    </a:cubicBezTo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0" name="Freeform 728">
                <a:extLst>
                  <a:ext uri="{FF2B5EF4-FFF2-40B4-BE49-F238E27FC236}">
                    <a16:creationId xmlns:a16="http://schemas.microsoft.com/office/drawing/2014/main" id="{977B234E-1BDF-45F6-86D6-C97EDAA9C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857"/>
                <a:ext cx="57" cy="83"/>
              </a:xfrm>
              <a:custGeom>
                <a:avLst/>
                <a:gdLst>
                  <a:gd name="T0" fmla="*/ 77 w 49"/>
                  <a:gd name="T1" fmla="*/ 104 h 74"/>
                  <a:gd name="T2" fmla="*/ 36 w 49"/>
                  <a:gd name="T3" fmla="*/ 1 h 74"/>
                  <a:gd name="T4" fmla="*/ 2 w 49"/>
                  <a:gd name="T5" fmla="*/ 74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74">
                    <a:moveTo>
                      <a:pt x="49" y="74"/>
                    </a:moveTo>
                    <a:cubicBezTo>
                      <a:pt x="49" y="74"/>
                      <a:pt x="45" y="0"/>
                      <a:pt x="23" y="1"/>
                    </a:cubicBezTo>
                    <a:cubicBezTo>
                      <a:pt x="0" y="2"/>
                      <a:pt x="2" y="53"/>
                      <a:pt x="2" y="53"/>
                    </a:cubicBezTo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1" name="Freeform 729">
                <a:extLst>
                  <a:ext uri="{FF2B5EF4-FFF2-40B4-BE49-F238E27FC236}">
                    <a16:creationId xmlns:a16="http://schemas.microsoft.com/office/drawing/2014/main" id="{D491E6AB-AE0E-426F-888E-F1E8F93DC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857"/>
                <a:ext cx="170" cy="122"/>
              </a:xfrm>
              <a:custGeom>
                <a:avLst/>
                <a:gdLst>
                  <a:gd name="T0" fmla="*/ 228 w 147"/>
                  <a:gd name="T1" fmla="*/ 102 h 109"/>
                  <a:gd name="T2" fmla="*/ 14 w 147"/>
                  <a:gd name="T3" fmla="*/ 34 h 109"/>
                  <a:gd name="T4" fmla="*/ 16 w 147"/>
                  <a:gd name="T5" fmla="*/ 153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7" h="109">
                    <a:moveTo>
                      <a:pt x="147" y="72"/>
                    </a:moveTo>
                    <a:cubicBezTo>
                      <a:pt x="147" y="72"/>
                      <a:pt x="18" y="0"/>
                      <a:pt x="9" y="24"/>
                    </a:cubicBezTo>
                    <a:cubicBezTo>
                      <a:pt x="0" y="49"/>
                      <a:pt x="10" y="109"/>
                      <a:pt x="10" y="109"/>
                    </a:cubicBezTo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2" name="Freeform 730">
                <a:extLst>
                  <a:ext uri="{FF2B5EF4-FFF2-40B4-BE49-F238E27FC236}">
                    <a16:creationId xmlns:a16="http://schemas.microsoft.com/office/drawing/2014/main" id="{E992A3A6-A42A-41F1-B8DC-652AC4BBE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424"/>
                <a:ext cx="506" cy="552"/>
              </a:xfrm>
              <a:custGeom>
                <a:avLst/>
                <a:gdLst>
                  <a:gd name="T0" fmla="*/ 45 w 436"/>
                  <a:gd name="T1" fmla="*/ 206 h 495"/>
                  <a:gd name="T2" fmla="*/ 120 w 436"/>
                  <a:gd name="T3" fmla="*/ 153 h 495"/>
                  <a:gd name="T4" fmla="*/ 113 w 436"/>
                  <a:gd name="T5" fmla="*/ 35 h 495"/>
                  <a:gd name="T6" fmla="*/ 241 w 436"/>
                  <a:gd name="T7" fmla="*/ 118 h 495"/>
                  <a:gd name="T8" fmla="*/ 319 w 436"/>
                  <a:gd name="T9" fmla="*/ 46 h 495"/>
                  <a:gd name="T10" fmla="*/ 547 w 436"/>
                  <a:gd name="T11" fmla="*/ 201 h 495"/>
                  <a:gd name="T12" fmla="*/ 681 w 436"/>
                  <a:gd name="T13" fmla="*/ 611 h 495"/>
                  <a:gd name="T14" fmla="*/ 458 w 436"/>
                  <a:gd name="T15" fmla="*/ 563 h 495"/>
                  <a:gd name="T16" fmla="*/ 476 w 436"/>
                  <a:gd name="T17" fmla="*/ 687 h 495"/>
                  <a:gd name="T18" fmla="*/ 357 w 436"/>
                  <a:gd name="T19" fmla="*/ 647 h 495"/>
                  <a:gd name="T20" fmla="*/ 318 w 436"/>
                  <a:gd name="T21" fmla="*/ 521 h 495"/>
                  <a:gd name="T22" fmla="*/ 282 w 436"/>
                  <a:gd name="T23" fmla="*/ 609 h 495"/>
                  <a:gd name="T24" fmla="*/ 198 w 436"/>
                  <a:gd name="T25" fmla="*/ 577 h 495"/>
                  <a:gd name="T26" fmla="*/ 72 w 436"/>
                  <a:gd name="T27" fmla="*/ 272 h 495"/>
                  <a:gd name="T28" fmla="*/ 2 w 436"/>
                  <a:gd name="T29" fmla="*/ 219 h 495"/>
                  <a:gd name="T30" fmla="*/ 45 w 436"/>
                  <a:gd name="T31" fmla="*/ 206 h 49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6" h="495">
                    <a:moveTo>
                      <a:pt x="29" y="149"/>
                    </a:moveTo>
                    <a:cubicBezTo>
                      <a:pt x="29" y="149"/>
                      <a:pt x="68" y="135"/>
                      <a:pt x="77" y="110"/>
                    </a:cubicBezTo>
                    <a:cubicBezTo>
                      <a:pt x="93" y="63"/>
                      <a:pt x="61" y="32"/>
                      <a:pt x="72" y="25"/>
                    </a:cubicBezTo>
                    <a:cubicBezTo>
                      <a:pt x="108" y="0"/>
                      <a:pt x="110" y="83"/>
                      <a:pt x="154" y="85"/>
                    </a:cubicBezTo>
                    <a:cubicBezTo>
                      <a:pt x="182" y="86"/>
                      <a:pt x="177" y="35"/>
                      <a:pt x="204" y="33"/>
                    </a:cubicBezTo>
                    <a:cubicBezTo>
                      <a:pt x="242" y="30"/>
                      <a:pt x="224" y="121"/>
                      <a:pt x="350" y="144"/>
                    </a:cubicBezTo>
                    <a:cubicBezTo>
                      <a:pt x="436" y="440"/>
                      <a:pt x="436" y="440"/>
                      <a:pt x="436" y="440"/>
                    </a:cubicBezTo>
                    <a:cubicBezTo>
                      <a:pt x="436" y="440"/>
                      <a:pt x="307" y="365"/>
                      <a:pt x="293" y="406"/>
                    </a:cubicBezTo>
                    <a:cubicBezTo>
                      <a:pt x="286" y="424"/>
                      <a:pt x="304" y="495"/>
                      <a:pt x="304" y="495"/>
                    </a:cubicBezTo>
                    <a:cubicBezTo>
                      <a:pt x="304" y="495"/>
                      <a:pt x="259" y="411"/>
                      <a:pt x="228" y="466"/>
                    </a:cubicBezTo>
                    <a:cubicBezTo>
                      <a:pt x="228" y="466"/>
                      <a:pt x="248" y="375"/>
                      <a:pt x="203" y="376"/>
                    </a:cubicBezTo>
                    <a:cubicBezTo>
                      <a:pt x="166" y="377"/>
                      <a:pt x="180" y="439"/>
                      <a:pt x="180" y="439"/>
                    </a:cubicBezTo>
                    <a:cubicBezTo>
                      <a:pt x="180" y="439"/>
                      <a:pt x="148" y="371"/>
                      <a:pt x="127" y="416"/>
                    </a:cubicBezTo>
                    <a:cubicBezTo>
                      <a:pt x="127" y="416"/>
                      <a:pt x="122" y="299"/>
                      <a:pt x="46" y="196"/>
                    </a:cubicBezTo>
                    <a:cubicBezTo>
                      <a:pt x="29" y="174"/>
                      <a:pt x="0" y="176"/>
                      <a:pt x="2" y="158"/>
                    </a:cubicBezTo>
                    <a:cubicBezTo>
                      <a:pt x="4" y="139"/>
                      <a:pt x="14" y="154"/>
                      <a:pt x="29" y="149"/>
                    </a:cubicBezTo>
                    <a:close/>
                  </a:path>
                </a:pathLst>
              </a:custGeom>
              <a:solidFill>
                <a:srgbClr val="F1C3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3" name="Freeform 731">
                <a:extLst>
                  <a:ext uri="{FF2B5EF4-FFF2-40B4-BE49-F238E27FC236}">
                    <a16:creationId xmlns:a16="http://schemas.microsoft.com/office/drawing/2014/main" id="{A8DFA2C5-5813-4E95-9B7B-9915E2EEC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424"/>
                <a:ext cx="506" cy="552"/>
              </a:xfrm>
              <a:custGeom>
                <a:avLst/>
                <a:gdLst>
                  <a:gd name="T0" fmla="*/ 45 w 436"/>
                  <a:gd name="T1" fmla="*/ 206 h 495"/>
                  <a:gd name="T2" fmla="*/ 120 w 436"/>
                  <a:gd name="T3" fmla="*/ 153 h 495"/>
                  <a:gd name="T4" fmla="*/ 113 w 436"/>
                  <a:gd name="T5" fmla="*/ 35 h 495"/>
                  <a:gd name="T6" fmla="*/ 241 w 436"/>
                  <a:gd name="T7" fmla="*/ 118 h 495"/>
                  <a:gd name="T8" fmla="*/ 319 w 436"/>
                  <a:gd name="T9" fmla="*/ 46 h 495"/>
                  <a:gd name="T10" fmla="*/ 547 w 436"/>
                  <a:gd name="T11" fmla="*/ 201 h 495"/>
                  <a:gd name="T12" fmla="*/ 681 w 436"/>
                  <a:gd name="T13" fmla="*/ 611 h 495"/>
                  <a:gd name="T14" fmla="*/ 458 w 436"/>
                  <a:gd name="T15" fmla="*/ 563 h 495"/>
                  <a:gd name="T16" fmla="*/ 476 w 436"/>
                  <a:gd name="T17" fmla="*/ 687 h 495"/>
                  <a:gd name="T18" fmla="*/ 357 w 436"/>
                  <a:gd name="T19" fmla="*/ 647 h 495"/>
                  <a:gd name="T20" fmla="*/ 318 w 436"/>
                  <a:gd name="T21" fmla="*/ 521 h 495"/>
                  <a:gd name="T22" fmla="*/ 282 w 436"/>
                  <a:gd name="T23" fmla="*/ 609 h 495"/>
                  <a:gd name="T24" fmla="*/ 198 w 436"/>
                  <a:gd name="T25" fmla="*/ 577 h 495"/>
                  <a:gd name="T26" fmla="*/ 72 w 436"/>
                  <a:gd name="T27" fmla="*/ 272 h 495"/>
                  <a:gd name="T28" fmla="*/ 2 w 436"/>
                  <a:gd name="T29" fmla="*/ 219 h 495"/>
                  <a:gd name="T30" fmla="*/ 45 w 436"/>
                  <a:gd name="T31" fmla="*/ 206 h 49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6" h="495">
                    <a:moveTo>
                      <a:pt x="29" y="149"/>
                    </a:moveTo>
                    <a:cubicBezTo>
                      <a:pt x="29" y="149"/>
                      <a:pt x="68" y="135"/>
                      <a:pt x="77" y="110"/>
                    </a:cubicBezTo>
                    <a:cubicBezTo>
                      <a:pt x="93" y="63"/>
                      <a:pt x="61" y="32"/>
                      <a:pt x="72" y="25"/>
                    </a:cubicBezTo>
                    <a:cubicBezTo>
                      <a:pt x="108" y="0"/>
                      <a:pt x="110" y="83"/>
                      <a:pt x="154" y="85"/>
                    </a:cubicBezTo>
                    <a:cubicBezTo>
                      <a:pt x="182" y="86"/>
                      <a:pt x="177" y="35"/>
                      <a:pt x="204" y="33"/>
                    </a:cubicBezTo>
                    <a:cubicBezTo>
                      <a:pt x="242" y="30"/>
                      <a:pt x="224" y="121"/>
                      <a:pt x="350" y="144"/>
                    </a:cubicBezTo>
                    <a:cubicBezTo>
                      <a:pt x="436" y="440"/>
                      <a:pt x="436" y="440"/>
                      <a:pt x="436" y="440"/>
                    </a:cubicBezTo>
                    <a:cubicBezTo>
                      <a:pt x="436" y="440"/>
                      <a:pt x="307" y="365"/>
                      <a:pt x="293" y="406"/>
                    </a:cubicBezTo>
                    <a:cubicBezTo>
                      <a:pt x="286" y="424"/>
                      <a:pt x="304" y="495"/>
                      <a:pt x="304" y="495"/>
                    </a:cubicBezTo>
                    <a:cubicBezTo>
                      <a:pt x="304" y="495"/>
                      <a:pt x="259" y="411"/>
                      <a:pt x="228" y="466"/>
                    </a:cubicBezTo>
                    <a:cubicBezTo>
                      <a:pt x="228" y="466"/>
                      <a:pt x="248" y="375"/>
                      <a:pt x="203" y="376"/>
                    </a:cubicBezTo>
                    <a:cubicBezTo>
                      <a:pt x="166" y="377"/>
                      <a:pt x="180" y="439"/>
                      <a:pt x="180" y="439"/>
                    </a:cubicBezTo>
                    <a:cubicBezTo>
                      <a:pt x="180" y="439"/>
                      <a:pt x="148" y="371"/>
                      <a:pt x="127" y="416"/>
                    </a:cubicBezTo>
                    <a:cubicBezTo>
                      <a:pt x="127" y="416"/>
                      <a:pt x="122" y="299"/>
                      <a:pt x="46" y="196"/>
                    </a:cubicBezTo>
                    <a:cubicBezTo>
                      <a:pt x="29" y="174"/>
                      <a:pt x="0" y="176"/>
                      <a:pt x="2" y="158"/>
                    </a:cubicBezTo>
                    <a:cubicBezTo>
                      <a:pt x="4" y="139"/>
                      <a:pt x="14" y="154"/>
                      <a:pt x="29" y="14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4" name="Freeform 732">
                <a:extLst>
                  <a:ext uri="{FF2B5EF4-FFF2-40B4-BE49-F238E27FC236}">
                    <a16:creationId xmlns:a16="http://schemas.microsoft.com/office/drawing/2014/main" id="{A705E8F6-4C43-495E-BAC2-35479E82F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532"/>
                <a:ext cx="285" cy="295"/>
              </a:xfrm>
              <a:custGeom>
                <a:avLst/>
                <a:gdLst>
                  <a:gd name="T0" fmla="*/ 309 w 245"/>
                  <a:gd name="T1" fmla="*/ 142 h 265"/>
                  <a:gd name="T2" fmla="*/ 386 w 245"/>
                  <a:gd name="T3" fmla="*/ 365 h 265"/>
                  <a:gd name="T4" fmla="*/ 27 w 245"/>
                  <a:gd name="T5" fmla="*/ 161 h 265"/>
                  <a:gd name="T6" fmla="*/ 309 w 245"/>
                  <a:gd name="T7" fmla="*/ 142 h 2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5" h="265">
                    <a:moveTo>
                      <a:pt x="197" y="103"/>
                    </a:moveTo>
                    <a:cubicBezTo>
                      <a:pt x="245" y="265"/>
                      <a:pt x="245" y="265"/>
                      <a:pt x="245" y="265"/>
                    </a:cubicBezTo>
                    <a:cubicBezTo>
                      <a:pt x="245" y="265"/>
                      <a:pt x="33" y="235"/>
                      <a:pt x="17" y="117"/>
                    </a:cubicBezTo>
                    <a:cubicBezTo>
                      <a:pt x="0" y="0"/>
                      <a:pt x="197" y="103"/>
                      <a:pt x="197" y="103"/>
                    </a:cubicBezTo>
                    <a:close/>
                  </a:path>
                </a:pathLst>
              </a:custGeom>
              <a:solidFill>
                <a:srgbClr val="EB8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5" name="Freeform 733">
                <a:extLst>
                  <a:ext uri="{FF2B5EF4-FFF2-40B4-BE49-F238E27FC236}">
                    <a16:creationId xmlns:a16="http://schemas.microsoft.com/office/drawing/2014/main" id="{F0D59ECE-DD34-4E23-8A36-7C286E4ED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946"/>
                <a:ext cx="1221" cy="1075"/>
              </a:xfrm>
              <a:custGeom>
                <a:avLst/>
                <a:gdLst>
                  <a:gd name="T0" fmla="*/ 661 w 1051"/>
                  <a:gd name="T1" fmla="*/ 937 h 965"/>
                  <a:gd name="T2" fmla="*/ 440 w 1051"/>
                  <a:gd name="T3" fmla="*/ 1335 h 965"/>
                  <a:gd name="T4" fmla="*/ 651 w 1051"/>
                  <a:gd name="T5" fmla="*/ 1124 h 965"/>
                  <a:gd name="T6" fmla="*/ 1647 w 1051"/>
                  <a:gd name="T7" fmla="*/ 35 h 965"/>
                  <a:gd name="T8" fmla="*/ 1647 w 1051"/>
                  <a:gd name="T9" fmla="*/ 0 h 965"/>
                  <a:gd name="T10" fmla="*/ 1026 w 1051"/>
                  <a:gd name="T11" fmla="*/ 580 h 965"/>
                  <a:gd name="T12" fmla="*/ 796 w 1051"/>
                  <a:gd name="T13" fmla="*/ 754 h 965"/>
                  <a:gd name="T14" fmla="*/ 1026 w 1051"/>
                  <a:gd name="T15" fmla="*/ 315 h 965"/>
                  <a:gd name="T16" fmla="*/ 667 w 1051"/>
                  <a:gd name="T17" fmla="*/ 519 h 965"/>
                  <a:gd name="T18" fmla="*/ 0 w 1051"/>
                  <a:gd name="T19" fmla="*/ 1201 h 965"/>
                  <a:gd name="T20" fmla="*/ 9 w 1051"/>
                  <a:gd name="T21" fmla="*/ 1230 h 965"/>
                  <a:gd name="T22" fmla="*/ 554 w 1051"/>
                  <a:gd name="T23" fmla="*/ 656 h 965"/>
                  <a:gd name="T24" fmla="*/ 678 w 1051"/>
                  <a:gd name="T25" fmla="*/ 589 h 965"/>
                  <a:gd name="T26" fmla="*/ 746 w 1051"/>
                  <a:gd name="T27" fmla="*/ 754 h 965"/>
                  <a:gd name="T28" fmla="*/ 661 w 1051"/>
                  <a:gd name="T29" fmla="*/ 937 h 9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1" h="965">
                    <a:moveTo>
                      <a:pt x="422" y="678"/>
                    </a:moveTo>
                    <a:cubicBezTo>
                      <a:pt x="368" y="809"/>
                      <a:pt x="281" y="965"/>
                      <a:pt x="281" y="965"/>
                    </a:cubicBezTo>
                    <a:cubicBezTo>
                      <a:pt x="415" y="813"/>
                      <a:pt x="415" y="813"/>
                      <a:pt x="415" y="813"/>
                    </a:cubicBezTo>
                    <a:cubicBezTo>
                      <a:pt x="735" y="281"/>
                      <a:pt x="1051" y="25"/>
                      <a:pt x="1051" y="25"/>
                    </a:cubicBezTo>
                    <a:cubicBezTo>
                      <a:pt x="1051" y="0"/>
                      <a:pt x="1051" y="0"/>
                      <a:pt x="1051" y="0"/>
                    </a:cubicBezTo>
                    <a:cubicBezTo>
                      <a:pt x="1051" y="0"/>
                      <a:pt x="842" y="188"/>
                      <a:pt x="654" y="420"/>
                    </a:cubicBezTo>
                    <a:cubicBezTo>
                      <a:pt x="617" y="465"/>
                      <a:pt x="460" y="686"/>
                      <a:pt x="508" y="546"/>
                    </a:cubicBezTo>
                    <a:cubicBezTo>
                      <a:pt x="556" y="406"/>
                      <a:pt x="686" y="264"/>
                      <a:pt x="654" y="228"/>
                    </a:cubicBezTo>
                    <a:cubicBezTo>
                      <a:pt x="622" y="192"/>
                      <a:pt x="491" y="298"/>
                      <a:pt x="425" y="375"/>
                    </a:cubicBezTo>
                    <a:cubicBezTo>
                      <a:pt x="358" y="452"/>
                      <a:pt x="134" y="650"/>
                      <a:pt x="0" y="869"/>
                    </a:cubicBezTo>
                    <a:cubicBezTo>
                      <a:pt x="6" y="890"/>
                      <a:pt x="6" y="890"/>
                      <a:pt x="6" y="890"/>
                    </a:cubicBezTo>
                    <a:cubicBezTo>
                      <a:pt x="44" y="803"/>
                      <a:pt x="302" y="521"/>
                      <a:pt x="354" y="475"/>
                    </a:cubicBezTo>
                    <a:cubicBezTo>
                      <a:pt x="354" y="475"/>
                      <a:pt x="401" y="429"/>
                      <a:pt x="433" y="426"/>
                    </a:cubicBezTo>
                    <a:cubicBezTo>
                      <a:pt x="465" y="422"/>
                      <a:pt x="487" y="503"/>
                      <a:pt x="476" y="546"/>
                    </a:cubicBezTo>
                    <a:cubicBezTo>
                      <a:pt x="464" y="589"/>
                      <a:pt x="422" y="678"/>
                      <a:pt x="422" y="678"/>
                    </a:cubicBezTo>
                    <a:close/>
                  </a:path>
                </a:pathLst>
              </a:custGeom>
              <a:solidFill>
                <a:srgbClr val="BF7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6" name="Freeform 734">
                <a:extLst>
                  <a:ext uri="{FF2B5EF4-FFF2-40B4-BE49-F238E27FC236}">
                    <a16:creationId xmlns:a16="http://schemas.microsoft.com/office/drawing/2014/main" id="{7AF65299-DF0C-423D-85A4-5F413BD92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26"/>
                <a:ext cx="142" cy="168"/>
              </a:xfrm>
              <a:custGeom>
                <a:avLst/>
                <a:gdLst>
                  <a:gd name="T0" fmla="*/ 127 w 122"/>
                  <a:gd name="T1" fmla="*/ 211 h 150"/>
                  <a:gd name="T2" fmla="*/ 192 w 122"/>
                  <a:gd name="T3" fmla="*/ 0 h 150"/>
                  <a:gd name="T4" fmla="*/ 17 w 122"/>
                  <a:gd name="T5" fmla="*/ 118 h 150"/>
                  <a:gd name="T6" fmla="*/ 16 w 122"/>
                  <a:gd name="T7" fmla="*/ 209 h 150"/>
                  <a:gd name="T8" fmla="*/ 127 w 122"/>
                  <a:gd name="T9" fmla="*/ 211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50">
                    <a:moveTo>
                      <a:pt x="81" y="150"/>
                    </a:moveTo>
                    <a:cubicBezTo>
                      <a:pt x="0" y="135"/>
                      <a:pt x="122" y="0"/>
                      <a:pt x="122" y="0"/>
                    </a:cubicBezTo>
                    <a:cubicBezTo>
                      <a:pt x="28" y="78"/>
                      <a:pt x="11" y="84"/>
                      <a:pt x="11" y="84"/>
                    </a:cubicBezTo>
                    <a:cubicBezTo>
                      <a:pt x="42" y="80"/>
                      <a:pt x="31" y="115"/>
                      <a:pt x="10" y="149"/>
                    </a:cubicBezTo>
                    <a:lnTo>
                      <a:pt x="81" y="150"/>
                    </a:lnTo>
                    <a:close/>
                  </a:path>
                </a:pathLst>
              </a:custGeom>
              <a:solidFill>
                <a:srgbClr val="D08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7" name="Freeform 735">
                <a:extLst>
                  <a:ext uri="{FF2B5EF4-FFF2-40B4-BE49-F238E27FC236}">
                    <a16:creationId xmlns:a16="http://schemas.microsoft.com/office/drawing/2014/main" id="{F44EF39F-C309-4A0B-866D-55814C4BB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192"/>
                <a:ext cx="206" cy="145"/>
              </a:xfrm>
              <a:custGeom>
                <a:avLst/>
                <a:gdLst>
                  <a:gd name="T0" fmla="*/ 166 w 177"/>
                  <a:gd name="T1" fmla="*/ 0 h 130"/>
                  <a:gd name="T2" fmla="*/ 156 w 177"/>
                  <a:gd name="T3" fmla="*/ 15 h 130"/>
                  <a:gd name="T4" fmla="*/ 0 w 177"/>
                  <a:gd name="T5" fmla="*/ 181 h 130"/>
                  <a:gd name="T6" fmla="*/ 279 w 177"/>
                  <a:gd name="T7" fmla="*/ 1 h 130"/>
                  <a:gd name="T8" fmla="*/ 166 w 177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7" h="130">
                    <a:moveTo>
                      <a:pt x="106" y="0"/>
                    </a:moveTo>
                    <a:cubicBezTo>
                      <a:pt x="104" y="4"/>
                      <a:pt x="102" y="8"/>
                      <a:pt x="99" y="11"/>
                    </a:cubicBezTo>
                    <a:cubicBezTo>
                      <a:pt x="74" y="49"/>
                      <a:pt x="0" y="130"/>
                      <a:pt x="0" y="130"/>
                    </a:cubicBezTo>
                    <a:cubicBezTo>
                      <a:pt x="126" y="6"/>
                      <a:pt x="177" y="1"/>
                      <a:pt x="177" y="1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A85C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8" name="Freeform 736">
                <a:extLst>
                  <a:ext uri="{FF2B5EF4-FFF2-40B4-BE49-F238E27FC236}">
                    <a16:creationId xmlns:a16="http://schemas.microsoft.com/office/drawing/2014/main" id="{7E1BDF86-19BF-493B-B0F7-B22C424E6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718"/>
                <a:ext cx="358" cy="459"/>
              </a:xfrm>
              <a:custGeom>
                <a:avLst/>
                <a:gdLst>
                  <a:gd name="T0" fmla="*/ 484 w 308"/>
                  <a:gd name="T1" fmla="*/ 0 h 412"/>
                  <a:gd name="T2" fmla="*/ 484 w 308"/>
                  <a:gd name="T3" fmla="*/ 219 h 412"/>
                  <a:gd name="T4" fmla="*/ 38 w 308"/>
                  <a:gd name="T5" fmla="*/ 504 h 412"/>
                  <a:gd name="T6" fmla="*/ 186 w 308"/>
                  <a:gd name="T7" fmla="*/ 272 h 412"/>
                  <a:gd name="T8" fmla="*/ 484 w 308"/>
                  <a:gd name="T9" fmla="*/ 0 h 4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412">
                    <a:moveTo>
                      <a:pt x="308" y="0"/>
                    </a:moveTo>
                    <a:cubicBezTo>
                      <a:pt x="308" y="159"/>
                      <a:pt x="308" y="159"/>
                      <a:pt x="308" y="159"/>
                    </a:cubicBezTo>
                    <a:cubicBezTo>
                      <a:pt x="308" y="159"/>
                      <a:pt x="47" y="412"/>
                      <a:pt x="24" y="364"/>
                    </a:cubicBezTo>
                    <a:cubicBezTo>
                      <a:pt x="0" y="317"/>
                      <a:pt x="109" y="241"/>
                      <a:pt x="119" y="197"/>
                    </a:cubicBezTo>
                    <a:cubicBezTo>
                      <a:pt x="129" y="153"/>
                      <a:pt x="218" y="49"/>
                      <a:pt x="308" y="0"/>
                    </a:cubicBezTo>
                    <a:close/>
                  </a:path>
                </a:pathLst>
              </a:custGeom>
              <a:solidFill>
                <a:srgbClr val="D54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9" name="Freeform 737">
                <a:extLst>
                  <a:ext uri="{FF2B5EF4-FFF2-40B4-BE49-F238E27FC236}">
                    <a16:creationId xmlns:a16="http://schemas.microsoft.com/office/drawing/2014/main" id="{001CD236-DE6C-435A-A3B2-D29AAFC8C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331"/>
                <a:ext cx="394" cy="496"/>
              </a:xfrm>
              <a:custGeom>
                <a:avLst/>
                <a:gdLst>
                  <a:gd name="T0" fmla="*/ 0 w 339"/>
                  <a:gd name="T1" fmla="*/ 390 h 446"/>
                  <a:gd name="T2" fmla="*/ 76 w 339"/>
                  <a:gd name="T3" fmla="*/ 614 h 446"/>
                  <a:gd name="T4" fmla="*/ 470 w 339"/>
                  <a:gd name="T5" fmla="*/ 109 h 446"/>
                  <a:gd name="T6" fmla="*/ 0 w 339"/>
                  <a:gd name="T7" fmla="*/ 390 h 4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9" h="446">
                    <a:moveTo>
                      <a:pt x="0" y="284"/>
                    </a:moveTo>
                    <a:cubicBezTo>
                      <a:pt x="48" y="446"/>
                      <a:pt x="48" y="446"/>
                      <a:pt x="48" y="446"/>
                    </a:cubicBezTo>
                    <a:cubicBezTo>
                      <a:pt x="48" y="446"/>
                      <a:pt x="339" y="196"/>
                      <a:pt x="299" y="79"/>
                    </a:cubicBezTo>
                    <a:cubicBezTo>
                      <a:pt x="273" y="0"/>
                      <a:pt x="0" y="284"/>
                      <a:pt x="0" y="284"/>
                    </a:cubicBezTo>
                    <a:close/>
                  </a:path>
                </a:pathLst>
              </a:custGeom>
              <a:solidFill>
                <a:srgbClr val="D54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0" name="Freeform 738">
                <a:extLst>
                  <a:ext uri="{FF2B5EF4-FFF2-40B4-BE49-F238E27FC236}">
                    <a16:creationId xmlns:a16="http://schemas.microsoft.com/office/drawing/2014/main" id="{77FF21A5-CA53-4CF3-BD55-3EDDFA5D8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211"/>
                <a:ext cx="309" cy="194"/>
              </a:xfrm>
              <a:custGeom>
                <a:avLst/>
                <a:gdLst>
                  <a:gd name="T0" fmla="*/ 417 w 266"/>
                  <a:gd name="T1" fmla="*/ 93 h 174"/>
                  <a:gd name="T2" fmla="*/ 157 w 266"/>
                  <a:gd name="T3" fmla="*/ 85 h 174"/>
                  <a:gd name="T4" fmla="*/ 23 w 266"/>
                  <a:gd name="T5" fmla="*/ 241 h 174"/>
                  <a:gd name="T6" fmla="*/ 153 w 266"/>
                  <a:gd name="T7" fmla="*/ 75 h 174"/>
                  <a:gd name="T8" fmla="*/ 417 w 266"/>
                  <a:gd name="T9" fmla="*/ 93 h 1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174">
                    <a:moveTo>
                      <a:pt x="266" y="66"/>
                    </a:moveTo>
                    <a:cubicBezTo>
                      <a:pt x="266" y="66"/>
                      <a:pt x="204" y="5"/>
                      <a:pt x="100" y="61"/>
                    </a:cubicBezTo>
                    <a:cubicBezTo>
                      <a:pt x="15" y="107"/>
                      <a:pt x="15" y="174"/>
                      <a:pt x="15" y="174"/>
                    </a:cubicBezTo>
                    <a:cubicBezTo>
                      <a:pt x="15" y="174"/>
                      <a:pt x="0" y="108"/>
                      <a:pt x="98" y="54"/>
                    </a:cubicBezTo>
                    <a:cubicBezTo>
                      <a:pt x="197" y="0"/>
                      <a:pt x="266" y="66"/>
                      <a:pt x="266" y="66"/>
                    </a:cubicBez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1" name="Freeform 739">
                <a:extLst>
                  <a:ext uri="{FF2B5EF4-FFF2-40B4-BE49-F238E27FC236}">
                    <a16:creationId xmlns:a16="http://schemas.microsoft.com/office/drawing/2014/main" id="{E6E814D0-91D6-473D-A779-4B7AD5498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445"/>
                <a:ext cx="58" cy="29"/>
              </a:xfrm>
              <a:custGeom>
                <a:avLst/>
                <a:gdLst>
                  <a:gd name="T0" fmla="*/ 78 w 50"/>
                  <a:gd name="T1" fmla="*/ 26 h 26"/>
                  <a:gd name="T2" fmla="*/ 0 w 50"/>
                  <a:gd name="T3" fmla="*/ 0 h 26"/>
                  <a:gd name="T4" fmla="*/ 67 w 50"/>
                  <a:gd name="T5" fmla="*/ 36 h 26"/>
                  <a:gd name="T6" fmla="*/ 78 w 50"/>
                  <a:gd name="T7" fmla="*/ 2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6">
                    <a:moveTo>
                      <a:pt x="50" y="19"/>
                    </a:moveTo>
                    <a:cubicBezTo>
                      <a:pt x="50" y="19"/>
                      <a:pt x="13" y="12"/>
                      <a:pt x="0" y="0"/>
                    </a:cubicBezTo>
                    <a:cubicBezTo>
                      <a:pt x="0" y="0"/>
                      <a:pt x="24" y="19"/>
                      <a:pt x="43" y="26"/>
                    </a:cubicBezTo>
                    <a:lnTo>
                      <a:pt x="50" y="19"/>
                    </a:lnTo>
                    <a:close/>
                  </a:path>
                </a:pathLst>
              </a:custGeom>
              <a:solidFill>
                <a:srgbClr val="D3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2" name="Line 740">
                <a:extLst>
                  <a:ext uri="{FF2B5EF4-FFF2-40B4-BE49-F238E27FC236}">
                    <a16:creationId xmlns:a16="http://schemas.microsoft.com/office/drawing/2014/main" id="{D100F33B-C35C-4993-9386-C58D8BD01C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68" y="1940"/>
                <a:ext cx="465" cy="511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3" name="Freeform 741">
                <a:extLst>
                  <a:ext uri="{FF2B5EF4-FFF2-40B4-BE49-F238E27FC236}">
                    <a16:creationId xmlns:a16="http://schemas.microsoft.com/office/drawing/2014/main" id="{70DBA767-7199-4EA8-8D88-C98B8D9A6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692"/>
                <a:ext cx="167" cy="101"/>
              </a:xfrm>
              <a:custGeom>
                <a:avLst/>
                <a:gdLst>
                  <a:gd name="T0" fmla="*/ 0 w 144"/>
                  <a:gd name="T1" fmla="*/ 120 h 90"/>
                  <a:gd name="T2" fmla="*/ 95 w 144"/>
                  <a:gd name="T3" fmla="*/ 4 h 90"/>
                  <a:gd name="T4" fmla="*/ 213 w 144"/>
                  <a:gd name="T5" fmla="*/ 58 h 90"/>
                  <a:gd name="T6" fmla="*/ 146 w 144"/>
                  <a:gd name="T7" fmla="*/ 123 h 90"/>
                  <a:gd name="T8" fmla="*/ 0 w 144"/>
                  <a:gd name="T9" fmla="*/ 12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90">
                    <a:moveTo>
                      <a:pt x="0" y="85"/>
                    </a:moveTo>
                    <a:cubicBezTo>
                      <a:pt x="61" y="4"/>
                      <a:pt x="61" y="4"/>
                      <a:pt x="61" y="4"/>
                    </a:cubicBezTo>
                    <a:cubicBezTo>
                      <a:pt x="61" y="4"/>
                      <a:pt x="130" y="0"/>
                      <a:pt x="137" y="41"/>
                    </a:cubicBezTo>
                    <a:cubicBezTo>
                      <a:pt x="144" y="83"/>
                      <a:pt x="116" y="90"/>
                      <a:pt x="94" y="87"/>
                    </a:cubicBezTo>
                    <a:cubicBezTo>
                      <a:pt x="72" y="83"/>
                      <a:pt x="0" y="85"/>
                      <a:pt x="0" y="85"/>
                    </a:cubicBezTo>
                    <a:close/>
                  </a:path>
                </a:pathLst>
              </a:custGeom>
              <a:solidFill>
                <a:srgbClr val="BB8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4" name="Freeform 742">
                <a:extLst>
                  <a:ext uri="{FF2B5EF4-FFF2-40B4-BE49-F238E27FC236}">
                    <a16:creationId xmlns:a16="http://schemas.microsoft.com/office/drawing/2014/main" id="{9CD34588-5E13-4862-BD90-5DB97695A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692"/>
                <a:ext cx="168" cy="101"/>
              </a:xfrm>
              <a:custGeom>
                <a:avLst/>
                <a:gdLst>
                  <a:gd name="T0" fmla="*/ 0 w 144"/>
                  <a:gd name="T1" fmla="*/ 120 h 90"/>
                  <a:gd name="T2" fmla="*/ 97 w 144"/>
                  <a:gd name="T3" fmla="*/ 4 h 90"/>
                  <a:gd name="T4" fmla="*/ 218 w 144"/>
                  <a:gd name="T5" fmla="*/ 58 h 90"/>
                  <a:gd name="T6" fmla="*/ 149 w 144"/>
                  <a:gd name="T7" fmla="*/ 123 h 90"/>
                  <a:gd name="T8" fmla="*/ 0 w 144"/>
                  <a:gd name="T9" fmla="*/ 12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90">
                    <a:moveTo>
                      <a:pt x="0" y="85"/>
                    </a:moveTo>
                    <a:cubicBezTo>
                      <a:pt x="61" y="4"/>
                      <a:pt x="61" y="4"/>
                      <a:pt x="61" y="4"/>
                    </a:cubicBezTo>
                    <a:cubicBezTo>
                      <a:pt x="61" y="4"/>
                      <a:pt x="130" y="0"/>
                      <a:pt x="137" y="41"/>
                    </a:cubicBezTo>
                    <a:cubicBezTo>
                      <a:pt x="144" y="83"/>
                      <a:pt x="116" y="90"/>
                      <a:pt x="94" y="87"/>
                    </a:cubicBezTo>
                    <a:cubicBezTo>
                      <a:pt x="72" y="83"/>
                      <a:pt x="0" y="85"/>
                      <a:pt x="0" y="8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5" name="Freeform 743">
                <a:extLst>
                  <a:ext uri="{FF2B5EF4-FFF2-40B4-BE49-F238E27FC236}">
                    <a16:creationId xmlns:a16="http://schemas.microsoft.com/office/drawing/2014/main" id="{3FDAB5A1-8E51-4062-8A9A-39117E917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739"/>
                <a:ext cx="251" cy="215"/>
              </a:xfrm>
              <a:custGeom>
                <a:avLst/>
                <a:gdLst>
                  <a:gd name="T0" fmla="*/ 123 w 216"/>
                  <a:gd name="T1" fmla="*/ 267 h 193"/>
                  <a:gd name="T2" fmla="*/ 339 w 216"/>
                  <a:gd name="T3" fmla="*/ 43 h 193"/>
                  <a:gd name="T4" fmla="*/ 117 w 216"/>
                  <a:gd name="T5" fmla="*/ 8 h 193"/>
                  <a:gd name="T6" fmla="*/ 1 w 216"/>
                  <a:gd name="T7" fmla="*/ 97 h 193"/>
                  <a:gd name="T8" fmla="*/ 117 w 216"/>
                  <a:gd name="T9" fmla="*/ 226 h 193"/>
                  <a:gd name="T10" fmla="*/ 123 w 216"/>
                  <a:gd name="T11" fmla="*/ 267 h 1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" h="193">
                    <a:moveTo>
                      <a:pt x="78" y="193"/>
                    </a:moveTo>
                    <a:cubicBezTo>
                      <a:pt x="216" y="31"/>
                      <a:pt x="216" y="31"/>
                      <a:pt x="216" y="31"/>
                    </a:cubicBezTo>
                    <a:cubicBezTo>
                      <a:pt x="216" y="31"/>
                      <a:pt x="112" y="10"/>
                      <a:pt x="75" y="5"/>
                    </a:cubicBezTo>
                    <a:cubicBezTo>
                      <a:pt x="38" y="0"/>
                      <a:pt x="0" y="36"/>
                      <a:pt x="1" y="70"/>
                    </a:cubicBezTo>
                    <a:cubicBezTo>
                      <a:pt x="2" y="104"/>
                      <a:pt x="75" y="163"/>
                      <a:pt x="75" y="163"/>
                    </a:cubicBezTo>
                    <a:lnTo>
                      <a:pt x="78" y="193"/>
                    </a:lnTo>
                    <a:close/>
                  </a:path>
                </a:pathLst>
              </a:custGeom>
              <a:solidFill>
                <a:srgbClr val="A66F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6" name="Freeform 744">
                <a:extLst>
                  <a:ext uri="{FF2B5EF4-FFF2-40B4-BE49-F238E27FC236}">
                    <a16:creationId xmlns:a16="http://schemas.microsoft.com/office/drawing/2014/main" id="{F7002D7D-1855-4B00-B160-88C8D27AE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737"/>
                <a:ext cx="252" cy="214"/>
              </a:xfrm>
              <a:custGeom>
                <a:avLst/>
                <a:gdLst>
                  <a:gd name="T0" fmla="*/ 124 w 217"/>
                  <a:gd name="T1" fmla="*/ 266 h 192"/>
                  <a:gd name="T2" fmla="*/ 340 w 217"/>
                  <a:gd name="T3" fmla="*/ 43 h 192"/>
                  <a:gd name="T4" fmla="*/ 118 w 217"/>
                  <a:gd name="T5" fmla="*/ 8 h 192"/>
                  <a:gd name="T6" fmla="*/ 2 w 217"/>
                  <a:gd name="T7" fmla="*/ 96 h 192"/>
                  <a:gd name="T8" fmla="*/ 118 w 217"/>
                  <a:gd name="T9" fmla="*/ 225 h 192"/>
                  <a:gd name="T10" fmla="*/ 124 w 217"/>
                  <a:gd name="T11" fmla="*/ 266 h 1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7" h="192">
                    <a:moveTo>
                      <a:pt x="79" y="192"/>
                    </a:moveTo>
                    <a:cubicBezTo>
                      <a:pt x="217" y="31"/>
                      <a:pt x="217" y="31"/>
                      <a:pt x="217" y="31"/>
                    </a:cubicBezTo>
                    <a:cubicBezTo>
                      <a:pt x="217" y="31"/>
                      <a:pt x="112" y="10"/>
                      <a:pt x="76" y="5"/>
                    </a:cubicBezTo>
                    <a:cubicBezTo>
                      <a:pt x="39" y="0"/>
                      <a:pt x="0" y="35"/>
                      <a:pt x="2" y="69"/>
                    </a:cubicBezTo>
                    <a:cubicBezTo>
                      <a:pt x="3" y="103"/>
                      <a:pt x="76" y="162"/>
                      <a:pt x="76" y="162"/>
                    </a:cubicBezTo>
                    <a:lnTo>
                      <a:pt x="79" y="19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7" name="Freeform 745">
                <a:extLst>
                  <a:ext uri="{FF2B5EF4-FFF2-40B4-BE49-F238E27FC236}">
                    <a16:creationId xmlns:a16="http://schemas.microsoft.com/office/drawing/2014/main" id="{428BD4DA-DC13-4D97-BA70-0B4DB1B8E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728"/>
                <a:ext cx="238" cy="141"/>
              </a:xfrm>
              <a:custGeom>
                <a:avLst/>
                <a:gdLst>
                  <a:gd name="T0" fmla="*/ 202 w 205"/>
                  <a:gd name="T1" fmla="*/ 174 h 127"/>
                  <a:gd name="T2" fmla="*/ 320 w 205"/>
                  <a:gd name="T3" fmla="*/ 48 h 127"/>
                  <a:gd name="T4" fmla="*/ 65 w 205"/>
                  <a:gd name="T5" fmla="*/ 16 h 127"/>
                  <a:gd name="T6" fmla="*/ 39 w 205"/>
                  <a:gd name="T7" fmla="*/ 120 h 127"/>
                  <a:gd name="T8" fmla="*/ 202 w 205"/>
                  <a:gd name="T9" fmla="*/ 174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127">
                    <a:moveTo>
                      <a:pt x="129" y="127"/>
                    </a:moveTo>
                    <a:cubicBezTo>
                      <a:pt x="129" y="127"/>
                      <a:pt x="176" y="74"/>
                      <a:pt x="205" y="35"/>
                    </a:cubicBezTo>
                    <a:cubicBezTo>
                      <a:pt x="205" y="35"/>
                      <a:pt x="68" y="0"/>
                      <a:pt x="41" y="12"/>
                    </a:cubicBezTo>
                    <a:cubicBezTo>
                      <a:pt x="14" y="24"/>
                      <a:pt x="0" y="87"/>
                      <a:pt x="25" y="87"/>
                    </a:cubicBezTo>
                    <a:cubicBezTo>
                      <a:pt x="50" y="88"/>
                      <a:pt x="129" y="127"/>
                      <a:pt x="129" y="127"/>
                    </a:cubicBezTo>
                    <a:close/>
                  </a:path>
                </a:pathLst>
              </a:custGeom>
              <a:solidFill>
                <a:srgbClr val="BB8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8" name="Freeform 746">
                <a:extLst>
                  <a:ext uri="{FF2B5EF4-FFF2-40B4-BE49-F238E27FC236}">
                    <a16:creationId xmlns:a16="http://schemas.microsoft.com/office/drawing/2014/main" id="{0EB7CFE9-EE45-4139-84CF-44A61AE6F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728"/>
                <a:ext cx="238" cy="141"/>
              </a:xfrm>
              <a:custGeom>
                <a:avLst/>
                <a:gdLst>
                  <a:gd name="T0" fmla="*/ 202 w 205"/>
                  <a:gd name="T1" fmla="*/ 174 h 127"/>
                  <a:gd name="T2" fmla="*/ 320 w 205"/>
                  <a:gd name="T3" fmla="*/ 48 h 127"/>
                  <a:gd name="T4" fmla="*/ 65 w 205"/>
                  <a:gd name="T5" fmla="*/ 16 h 127"/>
                  <a:gd name="T6" fmla="*/ 39 w 205"/>
                  <a:gd name="T7" fmla="*/ 120 h 127"/>
                  <a:gd name="T8" fmla="*/ 202 w 205"/>
                  <a:gd name="T9" fmla="*/ 174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127">
                    <a:moveTo>
                      <a:pt x="129" y="127"/>
                    </a:moveTo>
                    <a:cubicBezTo>
                      <a:pt x="129" y="127"/>
                      <a:pt x="176" y="74"/>
                      <a:pt x="205" y="35"/>
                    </a:cubicBezTo>
                    <a:cubicBezTo>
                      <a:pt x="205" y="35"/>
                      <a:pt x="68" y="0"/>
                      <a:pt x="41" y="12"/>
                    </a:cubicBezTo>
                    <a:cubicBezTo>
                      <a:pt x="14" y="24"/>
                      <a:pt x="0" y="87"/>
                      <a:pt x="25" y="87"/>
                    </a:cubicBezTo>
                    <a:cubicBezTo>
                      <a:pt x="50" y="88"/>
                      <a:pt x="129" y="127"/>
                      <a:pt x="129" y="12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9" name="Freeform 747">
                <a:extLst>
                  <a:ext uri="{FF2B5EF4-FFF2-40B4-BE49-F238E27FC236}">
                    <a16:creationId xmlns:a16="http://schemas.microsoft.com/office/drawing/2014/main" id="{F0296943-2AAA-45C9-BD60-A6C13C509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819"/>
                <a:ext cx="90" cy="66"/>
              </a:xfrm>
              <a:custGeom>
                <a:avLst/>
                <a:gdLst>
                  <a:gd name="T0" fmla="*/ 0 w 77"/>
                  <a:gd name="T1" fmla="*/ 83 h 59"/>
                  <a:gd name="T2" fmla="*/ 70 w 77"/>
                  <a:gd name="T3" fmla="*/ 0 h 59"/>
                  <a:gd name="T4" fmla="*/ 98 w 77"/>
                  <a:gd name="T5" fmla="*/ 54 h 59"/>
                  <a:gd name="T6" fmla="*/ 0 w 77"/>
                  <a:gd name="T7" fmla="*/ 83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59">
                    <a:moveTo>
                      <a:pt x="0" y="59"/>
                    </a:moveTo>
                    <a:cubicBezTo>
                      <a:pt x="0" y="59"/>
                      <a:pt x="18" y="22"/>
                      <a:pt x="44" y="0"/>
                    </a:cubicBezTo>
                    <a:cubicBezTo>
                      <a:pt x="44" y="0"/>
                      <a:pt x="77" y="25"/>
                      <a:pt x="62" y="38"/>
                    </a:cubicBezTo>
                    <a:cubicBezTo>
                      <a:pt x="46" y="51"/>
                      <a:pt x="0" y="59"/>
                      <a:pt x="0" y="59"/>
                    </a:cubicBezTo>
                    <a:close/>
                  </a:path>
                </a:pathLst>
              </a:custGeom>
              <a:solidFill>
                <a:srgbClr val="BB8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0" name="Freeform 748">
                <a:extLst>
                  <a:ext uri="{FF2B5EF4-FFF2-40B4-BE49-F238E27FC236}">
                    <a16:creationId xmlns:a16="http://schemas.microsoft.com/office/drawing/2014/main" id="{1279DBC7-E54E-48D0-A7AC-F2472CE07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1814"/>
                <a:ext cx="89" cy="65"/>
              </a:xfrm>
              <a:custGeom>
                <a:avLst/>
                <a:gdLst>
                  <a:gd name="T0" fmla="*/ 0 w 77"/>
                  <a:gd name="T1" fmla="*/ 79 h 59"/>
                  <a:gd name="T2" fmla="*/ 68 w 77"/>
                  <a:gd name="T3" fmla="*/ 0 h 59"/>
                  <a:gd name="T4" fmla="*/ 96 w 77"/>
                  <a:gd name="T5" fmla="*/ 51 h 59"/>
                  <a:gd name="T6" fmla="*/ 0 w 77"/>
                  <a:gd name="T7" fmla="*/ 7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59">
                    <a:moveTo>
                      <a:pt x="0" y="59"/>
                    </a:moveTo>
                    <a:cubicBezTo>
                      <a:pt x="0" y="59"/>
                      <a:pt x="18" y="22"/>
                      <a:pt x="44" y="0"/>
                    </a:cubicBezTo>
                    <a:cubicBezTo>
                      <a:pt x="44" y="0"/>
                      <a:pt x="77" y="25"/>
                      <a:pt x="62" y="38"/>
                    </a:cubicBezTo>
                    <a:cubicBezTo>
                      <a:pt x="46" y="51"/>
                      <a:pt x="0" y="59"/>
                      <a:pt x="0" y="59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1" name="Freeform 749">
                <a:extLst>
                  <a:ext uri="{FF2B5EF4-FFF2-40B4-BE49-F238E27FC236}">
                    <a16:creationId xmlns:a16="http://schemas.microsoft.com/office/drawing/2014/main" id="{AF385B03-24CF-4E9B-AC01-E640FFBAF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257"/>
                <a:ext cx="673" cy="588"/>
              </a:xfrm>
              <a:custGeom>
                <a:avLst/>
                <a:gdLst>
                  <a:gd name="T0" fmla="*/ 27 w 580"/>
                  <a:gd name="T1" fmla="*/ 729 h 528"/>
                  <a:gd name="T2" fmla="*/ 898 w 580"/>
                  <a:gd name="T3" fmla="*/ 24 h 528"/>
                  <a:gd name="T4" fmla="*/ 878 w 580"/>
                  <a:gd name="T5" fmla="*/ 0 h 528"/>
                  <a:gd name="T6" fmla="*/ 0 w 580"/>
                  <a:gd name="T7" fmla="*/ 700 h 528"/>
                  <a:gd name="T8" fmla="*/ 27 w 580"/>
                  <a:gd name="T9" fmla="*/ 729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0" h="528">
                    <a:moveTo>
                      <a:pt x="17" y="528"/>
                    </a:moveTo>
                    <a:cubicBezTo>
                      <a:pt x="17" y="528"/>
                      <a:pt x="505" y="71"/>
                      <a:pt x="575" y="18"/>
                    </a:cubicBezTo>
                    <a:cubicBezTo>
                      <a:pt x="575" y="18"/>
                      <a:pt x="580" y="2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lnTo>
                      <a:pt x="17" y="528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2" name="Freeform 750">
                <a:extLst>
                  <a:ext uri="{FF2B5EF4-FFF2-40B4-BE49-F238E27FC236}">
                    <a16:creationId xmlns:a16="http://schemas.microsoft.com/office/drawing/2014/main" id="{287B2E1B-0EDF-450F-9AB3-BC195AF23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257"/>
                <a:ext cx="666" cy="588"/>
              </a:xfrm>
              <a:custGeom>
                <a:avLst/>
                <a:gdLst>
                  <a:gd name="T0" fmla="*/ 9 w 574"/>
                  <a:gd name="T1" fmla="*/ 708 h 528"/>
                  <a:gd name="T2" fmla="*/ 888 w 574"/>
                  <a:gd name="T3" fmla="*/ 9 h 528"/>
                  <a:gd name="T4" fmla="*/ 897 w 574"/>
                  <a:gd name="T5" fmla="*/ 10 h 528"/>
                  <a:gd name="T6" fmla="*/ 878 w 574"/>
                  <a:gd name="T7" fmla="*/ 0 h 528"/>
                  <a:gd name="T8" fmla="*/ 0 w 574"/>
                  <a:gd name="T9" fmla="*/ 700 h 528"/>
                  <a:gd name="T10" fmla="*/ 27 w 574"/>
                  <a:gd name="T11" fmla="*/ 729 h 528"/>
                  <a:gd name="T12" fmla="*/ 28 w 574"/>
                  <a:gd name="T13" fmla="*/ 728 h 528"/>
                  <a:gd name="T14" fmla="*/ 9 w 574"/>
                  <a:gd name="T15" fmla="*/ 708 h 5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4" h="528">
                    <a:moveTo>
                      <a:pt x="6" y="513"/>
                    </a:moveTo>
                    <a:cubicBezTo>
                      <a:pt x="568" y="6"/>
                      <a:pt x="568" y="6"/>
                      <a:pt x="568" y="6"/>
                    </a:cubicBezTo>
                    <a:cubicBezTo>
                      <a:pt x="571" y="6"/>
                      <a:pt x="573" y="7"/>
                      <a:pt x="574" y="7"/>
                    </a:cubicBezTo>
                    <a:cubicBezTo>
                      <a:pt x="573" y="4"/>
                      <a:pt x="570" y="1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7" y="528"/>
                      <a:pt x="17" y="528"/>
                      <a:pt x="18" y="527"/>
                    </a:cubicBezTo>
                    <a:lnTo>
                      <a:pt x="6" y="513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3" name="Freeform 751">
                <a:extLst>
                  <a:ext uri="{FF2B5EF4-FFF2-40B4-BE49-F238E27FC236}">
                    <a16:creationId xmlns:a16="http://schemas.microsoft.com/office/drawing/2014/main" id="{16CC3213-F8A9-438D-B82F-22F0F271A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271"/>
                <a:ext cx="631" cy="544"/>
              </a:xfrm>
              <a:custGeom>
                <a:avLst/>
                <a:gdLst>
                  <a:gd name="T0" fmla="*/ 0 w 543"/>
                  <a:gd name="T1" fmla="*/ 676 h 488"/>
                  <a:gd name="T2" fmla="*/ 852 w 543"/>
                  <a:gd name="T3" fmla="*/ 0 h 488"/>
                  <a:gd name="T4" fmla="*/ 0 w 543"/>
                  <a:gd name="T5" fmla="*/ 676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3" h="488">
                    <a:moveTo>
                      <a:pt x="0" y="488"/>
                    </a:moveTo>
                    <a:cubicBezTo>
                      <a:pt x="543" y="0"/>
                      <a:pt x="543" y="0"/>
                      <a:pt x="543" y="0"/>
                    </a:cubicBezTo>
                    <a:cubicBezTo>
                      <a:pt x="543" y="0"/>
                      <a:pt x="114" y="392"/>
                      <a:pt x="0" y="488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4" name="Freeform 752">
                <a:extLst>
                  <a:ext uri="{FF2B5EF4-FFF2-40B4-BE49-F238E27FC236}">
                    <a16:creationId xmlns:a16="http://schemas.microsoft.com/office/drawing/2014/main" id="{101DA49A-A0B2-413D-AD1E-E225ECC31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257"/>
                <a:ext cx="673" cy="588"/>
              </a:xfrm>
              <a:custGeom>
                <a:avLst/>
                <a:gdLst>
                  <a:gd name="T0" fmla="*/ 27 w 580"/>
                  <a:gd name="T1" fmla="*/ 729 h 528"/>
                  <a:gd name="T2" fmla="*/ 898 w 580"/>
                  <a:gd name="T3" fmla="*/ 24 h 528"/>
                  <a:gd name="T4" fmla="*/ 878 w 580"/>
                  <a:gd name="T5" fmla="*/ 0 h 528"/>
                  <a:gd name="T6" fmla="*/ 0 w 580"/>
                  <a:gd name="T7" fmla="*/ 700 h 528"/>
                  <a:gd name="T8" fmla="*/ 27 w 580"/>
                  <a:gd name="T9" fmla="*/ 729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0" h="528">
                    <a:moveTo>
                      <a:pt x="17" y="528"/>
                    </a:moveTo>
                    <a:cubicBezTo>
                      <a:pt x="17" y="528"/>
                      <a:pt x="505" y="71"/>
                      <a:pt x="575" y="18"/>
                    </a:cubicBezTo>
                    <a:cubicBezTo>
                      <a:pt x="575" y="18"/>
                      <a:pt x="580" y="2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lnTo>
                      <a:pt x="17" y="52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5" name="Oval 753">
                <a:extLst>
                  <a:ext uri="{FF2B5EF4-FFF2-40B4-BE49-F238E27FC236}">
                    <a16:creationId xmlns:a16="http://schemas.microsoft.com/office/drawing/2014/main" id="{BC879856-2A26-4F45-8FB4-D8EEC62B9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1817"/>
                <a:ext cx="31" cy="30"/>
              </a:xfrm>
              <a:prstGeom prst="ellipse">
                <a:avLst/>
              </a:pr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16" name="Oval 754">
                <a:extLst>
                  <a:ext uri="{FF2B5EF4-FFF2-40B4-BE49-F238E27FC236}">
                    <a16:creationId xmlns:a16="http://schemas.microsoft.com/office/drawing/2014/main" id="{B4FA4F88-A42F-446B-B3B3-CEC59CCB6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1817"/>
                <a:ext cx="31" cy="30"/>
              </a:xfrm>
              <a:prstGeom prst="ellipse">
                <a:avLst/>
              </a:prstGeom>
              <a:noFill/>
              <a:ln w="3175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17" name="Freeform 755">
                <a:extLst>
                  <a:ext uri="{FF2B5EF4-FFF2-40B4-BE49-F238E27FC236}">
                    <a16:creationId xmlns:a16="http://schemas.microsoft.com/office/drawing/2014/main" id="{E102D1A1-D382-4DAB-BE02-59736DD15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819"/>
                <a:ext cx="18" cy="21"/>
              </a:xfrm>
              <a:custGeom>
                <a:avLst/>
                <a:gdLst>
                  <a:gd name="T0" fmla="*/ 26 w 15"/>
                  <a:gd name="T1" fmla="*/ 3 h 19"/>
                  <a:gd name="T2" fmla="*/ 7 w 15"/>
                  <a:gd name="T3" fmla="*/ 9 h 19"/>
                  <a:gd name="T4" fmla="*/ 8 w 15"/>
                  <a:gd name="T5" fmla="*/ 25 h 19"/>
                  <a:gd name="T6" fmla="*/ 14 w 15"/>
                  <a:gd name="T7" fmla="*/ 11 h 19"/>
                  <a:gd name="T8" fmla="*/ 26 w 15"/>
                  <a:gd name="T9" fmla="*/ 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3"/>
                    </a:moveTo>
                    <a:cubicBezTo>
                      <a:pt x="15" y="3"/>
                      <a:pt x="8" y="0"/>
                      <a:pt x="4" y="6"/>
                    </a:cubicBezTo>
                    <a:cubicBezTo>
                      <a:pt x="0" y="12"/>
                      <a:pt x="5" y="19"/>
                      <a:pt x="5" y="19"/>
                    </a:cubicBezTo>
                    <a:cubicBezTo>
                      <a:pt x="5" y="19"/>
                      <a:pt x="4" y="12"/>
                      <a:pt x="8" y="8"/>
                    </a:cubicBezTo>
                    <a:cubicBezTo>
                      <a:pt x="12" y="3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8" name="Freeform 756">
                <a:extLst>
                  <a:ext uri="{FF2B5EF4-FFF2-40B4-BE49-F238E27FC236}">
                    <a16:creationId xmlns:a16="http://schemas.microsoft.com/office/drawing/2014/main" id="{23354728-0B82-44DE-A723-BC58EE148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297"/>
                <a:ext cx="673" cy="588"/>
              </a:xfrm>
              <a:custGeom>
                <a:avLst/>
                <a:gdLst>
                  <a:gd name="T0" fmla="*/ 27 w 580"/>
                  <a:gd name="T1" fmla="*/ 729 h 528"/>
                  <a:gd name="T2" fmla="*/ 898 w 580"/>
                  <a:gd name="T3" fmla="*/ 24 h 528"/>
                  <a:gd name="T4" fmla="*/ 878 w 580"/>
                  <a:gd name="T5" fmla="*/ 0 h 528"/>
                  <a:gd name="T6" fmla="*/ 0 w 580"/>
                  <a:gd name="T7" fmla="*/ 700 h 528"/>
                  <a:gd name="T8" fmla="*/ 27 w 580"/>
                  <a:gd name="T9" fmla="*/ 729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0" h="528">
                    <a:moveTo>
                      <a:pt x="17" y="528"/>
                    </a:moveTo>
                    <a:cubicBezTo>
                      <a:pt x="17" y="528"/>
                      <a:pt x="505" y="72"/>
                      <a:pt x="575" y="18"/>
                    </a:cubicBezTo>
                    <a:cubicBezTo>
                      <a:pt x="575" y="18"/>
                      <a:pt x="580" y="2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lnTo>
                      <a:pt x="17" y="528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9" name="Freeform 757">
                <a:extLst>
                  <a:ext uri="{FF2B5EF4-FFF2-40B4-BE49-F238E27FC236}">
                    <a16:creationId xmlns:a16="http://schemas.microsoft.com/office/drawing/2014/main" id="{0023B411-82CB-4AE4-A160-496376183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297"/>
                <a:ext cx="666" cy="588"/>
              </a:xfrm>
              <a:custGeom>
                <a:avLst/>
                <a:gdLst>
                  <a:gd name="T0" fmla="*/ 9 w 574"/>
                  <a:gd name="T1" fmla="*/ 708 h 528"/>
                  <a:gd name="T2" fmla="*/ 888 w 574"/>
                  <a:gd name="T3" fmla="*/ 9 h 528"/>
                  <a:gd name="T4" fmla="*/ 897 w 574"/>
                  <a:gd name="T5" fmla="*/ 11 h 528"/>
                  <a:gd name="T6" fmla="*/ 878 w 574"/>
                  <a:gd name="T7" fmla="*/ 0 h 528"/>
                  <a:gd name="T8" fmla="*/ 0 w 574"/>
                  <a:gd name="T9" fmla="*/ 700 h 528"/>
                  <a:gd name="T10" fmla="*/ 27 w 574"/>
                  <a:gd name="T11" fmla="*/ 729 h 528"/>
                  <a:gd name="T12" fmla="*/ 28 w 574"/>
                  <a:gd name="T13" fmla="*/ 729 h 528"/>
                  <a:gd name="T14" fmla="*/ 9 w 574"/>
                  <a:gd name="T15" fmla="*/ 708 h 5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4" h="528">
                    <a:moveTo>
                      <a:pt x="6" y="513"/>
                    </a:moveTo>
                    <a:cubicBezTo>
                      <a:pt x="568" y="6"/>
                      <a:pt x="568" y="6"/>
                      <a:pt x="568" y="6"/>
                    </a:cubicBezTo>
                    <a:cubicBezTo>
                      <a:pt x="571" y="6"/>
                      <a:pt x="573" y="7"/>
                      <a:pt x="574" y="8"/>
                    </a:cubicBezTo>
                    <a:cubicBezTo>
                      <a:pt x="573" y="4"/>
                      <a:pt x="570" y="1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7" y="528"/>
                      <a:pt x="18" y="528"/>
                      <a:pt x="18" y="528"/>
                    </a:cubicBezTo>
                    <a:lnTo>
                      <a:pt x="6" y="513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0" name="Freeform 758">
                <a:extLst>
                  <a:ext uri="{FF2B5EF4-FFF2-40B4-BE49-F238E27FC236}">
                    <a16:creationId xmlns:a16="http://schemas.microsoft.com/office/drawing/2014/main" id="{9DD529A9-28E5-4E4C-AB1C-8B3A99E4B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311"/>
                <a:ext cx="631" cy="544"/>
              </a:xfrm>
              <a:custGeom>
                <a:avLst/>
                <a:gdLst>
                  <a:gd name="T0" fmla="*/ 0 w 543"/>
                  <a:gd name="T1" fmla="*/ 676 h 488"/>
                  <a:gd name="T2" fmla="*/ 852 w 543"/>
                  <a:gd name="T3" fmla="*/ 0 h 488"/>
                  <a:gd name="T4" fmla="*/ 0 w 543"/>
                  <a:gd name="T5" fmla="*/ 676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3" h="488">
                    <a:moveTo>
                      <a:pt x="0" y="488"/>
                    </a:moveTo>
                    <a:cubicBezTo>
                      <a:pt x="543" y="0"/>
                      <a:pt x="543" y="0"/>
                      <a:pt x="543" y="0"/>
                    </a:cubicBezTo>
                    <a:cubicBezTo>
                      <a:pt x="543" y="0"/>
                      <a:pt x="115" y="392"/>
                      <a:pt x="0" y="488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1" name="Freeform 759">
                <a:extLst>
                  <a:ext uri="{FF2B5EF4-FFF2-40B4-BE49-F238E27FC236}">
                    <a16:creationId xmlns:a16="http://schemas.microsoft.com/office/drawing/2014/main" id="{C6DBDCEB-106C-4A39-BC25-11772B78B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297"/>
                <a:ext cx="673" cy="588"/>
              </a:xfrm>
              <a:custGeom>
                <a:avLst/>
                <a:gdLst>
                  <a:gd name="T0" fmla="*/ 27 w 580"/>
                  <a:gd name="T1" fmla="*/ 729 h 528"/>
                  <a:gd name="T2" fmla="*/ 898 w 580"/>
                  <a:gd name="T3" fmla="*/ 24 h 528"/>
                  <a:gd name="T4" fmla="*/ 878 w 580"/>
                  <a:gd name="T5" fmla="*/ 0 h 528"/>
                  <a:gd name="T6" fmla="*/ 0 w 580"/>
                  <a:gd name="T7" fmla="*/ 700 h 528"/>
                  <a:gd name="T8" fmla="*/ 27 w 580"/>
                  <a:gd name="T9" fmla="*/ 729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0" h="528">
                    <a:moveTo>
                      <a:pt x="17" y="528"/>
                    </a:moveTo>
                    <a:cubicBezTo>
                      <a:pt x="17" y="528"/>
                      <a:pt x="505" y="72"/>
                      <a:pt x="575" y="18"/>
                    </a:cubicBezTo>
                    <a:cubicBezTo>
                      <a:pt x="575" y="18"/>
                      <a:pt x="580" y="2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lnTo>
                      <a:pt x="17" y="52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2" name="Oval 760">
                <a:extLst>
                  <a:ext uri="{FF2B5EF4-FFF2-40B4-BE49-F238E27FC236}">
                    <a16:creationId xmlns:a16="http://schemas.microsoft.com/office/drawing/2014/main" id="{AF7C5BE7-BFBF-46C6-92C4-A297CD4FE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1858"/>
                <a:ext cx="31" cy="30"/>
              </a:xfrm>
              <a:prstGeom prst="ellipse">
                <a:avLst/>
              </a:pr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23" name="Oval 761">
                <a:extLst>
                  <a:ext uri="{FF2B5EF4-FFF2-40B4-BE49-F238E27FC236}">
                    <a16:creationId xmlns:a16="http://schemas.microsoft.com/office/drawing/2014/main" id="{26A2E863-DD80-4356-8F4E-B84336699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1857"/>
                <a:ext cx="31" cy="30"/>
              </a:xfrm>
              <a:prstGeom prst="ellipse">
                <a:avLst/>
              </a:prstGeom>
              <a:noFill/>
              <a:ln w="3175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24" name="Freeform 762">
                <a:extLst>
                  <a:ext uri="{FF2B5EF4-FFF2-40B4-BE49-F238E27FC236}">
                    <a16:creationId xmlns:a16="http://schemas.microsoft.com/office/drawing/2014/main" id="{CD1E9052-89B9-4479-9BDA-B53293167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1859"/>
                <a:ext cx="18" cy="23"/>
              </a:xfrm>
              <a:custGeom>
                <a:avLst/>
                <a:gdLst>
                  <a:gd name="T0" fmla="*/ 26 w 15"/>
                  <a:gd name="T1" fmla="*/ 3 h 20"/>
                  <a:gd name="T2" fmla="*/ 7 w 15"/>
                  <a:gd name="T3" fmla="*/ 9 h 20"/>
                  <a:gd name="T4" fmla="*/ 8 w 15"/>
                  <a:gd name="T5" fmla="*/ 30 h 20"/>
                  <a:gd name="T6" fmla="*/ 14 w 15"/>
                  <a:gd name="T7" fmla="*/ 12 h 20"/>
                  <a:gd name="T8" fmla="*/ 26 w 15"/>
                  <a:gd name="T9" fmla="*/ 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15" y="3"/>
                    </a:moveTo>
                    <a:cubicBezTo>
                      <a:pt x="15" y="3"/>
                      <a:pt x="8" y="0"/>
                      <a:pt x="4" y="6"/>
                    </a:cubicBezTo>
                    <a:cubicBezTo>
                      <a:pt x="0" y="12"/>
                      <a:pt x="5" y="20"/>
                      <a:pt x="5" y="20"/>
                    </a:cubicBezTo>
                    <a:cubicBezTo>
                      <a:pt x="5" y="20"/>
                      <a:pt x="4" y="13"/>
                      <a:pt x="8" y="8"/>
                    </a:cubicBezTo>
                    <a:cubicBezTo>
                      <a:pt x="12" y="3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5" name="Freeform 763">
                <a:extLst>
                  <a:ext uri="{FF2B5EF4-FFF2-40B4-BE49-F238E27FC236}">
                    <a16:creationId xmlns:a16="http://schemas.microsoft.com/office/drawing/2014/main" id="{32FDA129-9A4E-4548-9491-0E468C5BB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329"/>
                <a:ext cx="673" cy="588"/>
              </a:xfrm>
              <a:custGeom>
                <a:avLst/>
                <a:gdLst>
                  <a:gd name="T0" fmla="*/ 26 w 579"/>
                  <a:gd name="T1" fmla="*/ 729 h 528"/>
                  <a:gd name="T2" fmla="*/ 901 w 579"/>
                  <a:gd name="T3" fmla="*/ 24 h 528"/>
                  <a:gd name="T4" fmla="*/ 882 w 579"/>
                  <a:gd name="T5" fmla="*/ 0 h 528"/>
                  <a:gd name="T6" fmla="*/ 0 w 579"/>
                  <a:gd name="T7" fmla="*/ 700 h 528"/>
                  <a:gd name="T8" fmla="*/ 26 w 579"/>
                  <a:gd name="T9" fmla="*/ 729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9" h="528">
                    <a:moveTo>
                      <a:pt x="16" y="528"/>
                    </a:moveTo>
                    <a:cubicBezTo>
                      <a:pt x="16" y="528"/>
                      <a:pt x="505" y="71"/>
                      <a:pt x="574" y="18"/>
                    </a:cubicBezTo>
                    <a:cubicBezTo>
                      <a:pt x="574" y="18"/>
                      <a:pt x="579" y="2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lnTo>
                      <a:pt x="16" y="528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6" name="Freeform 764">
                <a:extLst>
                  <a:ext uri="{FF2B5EF4-FFF2-40B4-BE49-F238E27FC236}">
                    <a16:creationId xmlns:a16="http://schemas.microsoft.com/office/drawing/2014/main" id="{79FD038E-4BE5-404D-93E4-8DA097B28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329"/>
                <a:ext cx="667" cy="588"/>
              </a:xfrm>
              <a:custGeom>
                <a:avLst/>
                <a:gdLst>
                  <a:gd name="T0" fmla="*/ 8 w 574"/>
                  <a:gd name="T1" fmla="*/ 708 h 528"/>
                  <a:gd name="T2" fmla="*/ 890 w 574"/>
                  <a:gd name="T3" fmla="*/ 9 h 528"/>
                  <a:gd name="T4" fmla="*/ 901 w 574"/>
                  <a:gd name="T5" fmla="*/ 10 h 528"/>
                  <a:gd name="T6" fmla="*/ 882 w 574"/>
                  <a:gd name="T7" fmla="*/ 0 h 528"/>
                  <a:gd name="T8" fmla="*/ 0 w 574"/>
                  <a:gd name="T9" fmla="*/ 700 h 528"/>
                  <a:gd name="T10" fmla="*/ 26 w 574"/>
                  <a:gd name="T11" fmla="*/ 729 h 528"/>
                  <a:gd name="T12" fmla="*/ 27 w 574"/>
                  <a:gd name="T13" fmla="*/ 728 h 528"/>
                  <a:gd name="T14" fmla="*/ 8 w 574"/>
                  <a:gd name="T15" fmla="*/ 708 h 5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4" h="528">
                    <a:moveTo>
                      <a:pt x="5" y="513"/>
                    </a:moveTo>
                    <a:cubicBezTo>
                      <a:pt x="567" y="6"/>
                      <a:pt x="567" y="6"/>
                      <a:pt x="567" y="6"/>
                    </a:cubicBezTo>
                    <a:cubicBezTo>
                      <a:pt x="570" y="6"/>
                      <a:pt x="572" y="7"/>
                      <a:pt x="574" y="7"/>
                    </a:cubicBezTo>
                    <a:cubicBezTo>
                      <a:pt x="572" y="4"/>
                      <a:pt x="569" y="1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cubicBezTo>
                      <a:pt x="16" y="528"/>
                      <a:pt x="16" y="528"/>
                      <a:pt x="16" y="528"/>
                    </a:cubicBezTo>
                    <a:cubicBezTo>
                      <a:pt x="16" y="528"/>
                      <a:pt x="17" y="528"/>
                      <a:pt x="17" y="527"/>
                    </a:cubicBezTo>
                    <a:lnTo>
                      <a:pt x="5" y="513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7" name="Freeform 765">
                <a:extLst>
                  <a:ext uri="{FF2B5EF4-FFF2-40B4-BE49-F238E27FC236}">
                    <a16:creationId xmlns:a16="http://schemas.microsoft.com/office/drawing/2014/main" id="{5F86C3D1-7BDC-4155-87B6-87230794E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344"/>
                <a:ext cx="630" cy="543"/>
              </a:xfrm>
              <a:custGeom>
                <a:avLst/>
                <a:gdLst>
                  <a:gd name="T0" fmla="*/ 0 w 543"/>
                  <a:gd name="T1" fmla="*/ 672 h 488"/>
                  <a:gd name="T2" fmla="*/ 848 w 543"/>
                  <a:gd name="T3" fmla="*/ 0 h 488"/>
                  <a:gd name="T4" fmla="*/ 0 w 543"/>
                  <a:gd name="T5" fmla="*/ 672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3" h="488">
                    <a:moveTo>
                      <a:pt x="0" y="488"/>
                    </a:moveTo>
                    <a:cubicBezTo>
                      <a:pt x="543" y="0"/>
                      <a:pt x="543" y="0"/>
                      <a:pt x="543" y="0"/>
                    </a:cubicBezTo>
                    <a:cubicBezTo>
                      <a:pt x="543" y="0"/>
                      <a:pt x="115" y="392"/>
                      <a:pt x="0" y="488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8" name="Freeform 766">
                <a:extLst>
                  <a:ext uri="{FF2B5EF4-FFF2-40B4-BE49-F238E27FC236}">
                    <a16:creationId xmlns:a16="http://schemas.microsoft.com/office/drawing/2014/main" id="{3E1075AC-4A65-4DEF-AF7B-FD6CC2EC9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329"/>
                <a:ext cx="673" cy="588"/>
              </a:xfrm>
              <a:custGeom>
                <a:avLst/>
                <a:gdLst>
                  <a:gd name="T0" fmla="*/ 26 w 579"/>
                  <a:gd name="T1" fmla="*/ 729 h 528"/>
                  <a:gd name="T2" fmla="*/ 901 w 579"/>
                  <a:gd name="T3" fmla="*/ 24 h 528"/>
                  <a:gd name="T4" fmla="*/ 882 w 579"/>
                  <a:gd name="T5" fmla="*/ 0 h 528"/>
                  <a:gd name="T6" fmla="*/ 0 w 579"/>
                  <a:gd name="T7" fmla="*/ 700 h 528"/>
                  <a:gd name="T8" fmla="*/ 26 w 579"/>
                  <a:gd name="T9" fmla="*/ 729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9" h="528">
                    <a:moveTo>
                      <a:pt x="16" y="528"/>
                    </a:moveTo>
                    <a:cubicBezTo>
                      <a:pt x="16" y="528"/>
                      <a:pt x="505" y="71"/>
                      <a:pt x="574" y="18"/>
                    </a:cubicBezTo>
                    <a:cubicBezTo>
                      <a:pt x="574" y="18"/>
                      <a:pt x="579" y="2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lnTo>
                      <a:pt x="16" y="52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9" name="Oval 767">
                <a:extLst>
                  <a:ext uri="{FF2B5EF4-FFF2-40B4-BE49-F238E27FC236}">
                    <a16:creationId xmlns:a16="http://schemas.microsoft.com/office/drawing/2014/main" id="{DF85AD36-CB06-4A53-972A-720E04F29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889"/>
                <a:ext cx="31" cy="31"/>
              </a:xfrm>
              <a:prstGeom prst="ellipse">
                <a:avLst/>
              </a:pr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30" name="Oval 768">
                <a:extLst>
                  <a:ext uri="{FF2B5EF4-FFF2-40B4-BE49-F238E27FC236}">
                    <a16:creationId xmlns:a16="http://schemas.microsoft.com/office/drawing/2014/main" id="{67DB94F3-3969-416A-8E62-BCDA071B7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889"/>
                <a:ext cx="31" cy="31"/>
              </a:xfrm>
              <a:prstGeom prst="ellipse">
                <a:avLst/>
              </a:prstGeom>
              <a:noFill/>
              <a:ln w="3175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31" name="Freeform 769">
                <a:extLst>
                  <a:ext uri="{FF2B5EF4-FFF2-40B4-BE49-F238E27FC236}">
                    <a16:creationId xmlns:a16="http://schemas.microsoft.com/office/drawing/2014/main" id="{D10F6F93-EDBB-4CE8-819C-C20F765A2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92"/>
                <a:ext cx="17" cy="21"/>
              </a:xfrm>
              <a:custGeom>
                <a:avLst/>
                <a:gdLst>
                  <a:gd name="T0" fmla="*/ 22 w 15"/>
                  <a:gd name="T1" fmla="*/ 3 h 19"/>
                  <a:gd name="T2" fmla="*/ 7 w 15"/>
                  <a:gd name="T3" fmla="*/ 9 h 19"/>
                  <a:gd name="T4" fmla="*/ 9 w 15"/>
                  <a:gd name="T5" fmla="*/ 25 h 19"/>
                  <a:gd name="T6" fmla="*/ 11 w 15"/>
                  <a:gd name="T7" fmla="*/ 11 h 19"/>
                  <a:gd name="T8" fmla="*/ 22 w 15"/>
                  <a:gd name="T9" fmla="*/ 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3"/>
                    </a:moveTo>
                    <a:cubicBezTo>
                      <a:pt x="15" y="3"/>
                      <a:pt x="9" y="0"/>
                      <a:pt x="4" y="6"/>
                    </a:cubicBezTo>
                    <a:cubicBezTo>
                      <a:pt x="0" y="12"/>
                      <a:pt x="6" y="19"/>
                      <a:pt x="6" y="19"/>
                    </a:cubicBezTo>
                    <a:cubicBezTo>
                      <a:pt x="6" y="19"/>
                      <a:pt x="4" y="12"/>
                      <a:pt x="8" y="8"/>
                    </a:cubicBezTo>
                    <a:cubicBezTo>
                      <a:pt x="12" y="3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2" name="Freeform 770">
                <a:extLst>
                  <a:ext uri="{FF2B5EF4-FFF2-40B4-BE49-F238E27FC236}">
                    <a16:creationId xmlns:a16="http://schemas.microsoft.com/office/drawing/2014/main" id="{3607653A-28B7-4A23-8425-3ECD7CECF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357"/>
                <a:ext cx="673" cy="588"/>
              </a:xfrm>
              <a:custGeom>
                <a:avLst/>
                <a:gdLst>
                  <a:gd name="T0" fmla="*/ 27 w 580"/>
                  <a:gd name="T1" fmla="*/ 729 h 528"/>
                  <a:gd name="T2" fmla="*/ 898 w 580"/>
                  <a:gd name="T3" fmla="*/ 24 h 528"/>
                  <a:gd name="T4" fmla="*/ 878 w 580"/>
                  <a:gd name="T5" fmla="*/ 0 h 528"/>
                  <a:gd name="T6" fmla="*/ 0 w 580"/>
                  <a:gd name="T7" fmla="*/ 700 h 528"/>
                  <a:gd name="T8" fmla="*/ 27 w 580"/>
                  <a:gd name="T9" fmla="*/ 729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0" h="528">
                    <a:moveTo>
                      <a:pt x="17" y="528"/>
                    </a:moveTo>
                    <a:cubicBezTo>
                      <a:pt x="17" y="528"/>
                      <a:pt x="505" y="71"/>
                      <a:pt x="575" y="18"/>
                    </a:cubicBezTo>
                    <a:cubicBezTo>
                      <a:pt x="575" y="18"/>
                      <a:pt x="580" y="2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lnTo>
                      <a:pt x="17" y="528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3" name="Freeform 771">
                <a:extLst>
                  <a:ext uri="{FF2B5EF4-FFF2-40B4-BE49-F238E27FC236}">
                    <a16:creationId xmlns:a16="http://schemas.microsoft.com/office/drawing/2014/main" id="{B874C47F-D542-47FB-B6F8-4EDE3670A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357"/>
                <a:ext cx="666" cy="588"/>
              </a:xfrm>
              <a:custGeom>
                <a:avLst/>
                <a:gdLst>
                  <a:gd name="T0" fmla="*/ 9 w 574"/>
                  <a:gd name="T1" fmla="*/ 708 h 528"/>
                  <a:gd name="T2" fmla="*/ 888 w 574"/>
                  <a:gd name="T3" fmla="*/ 9 h 528"/>
                  <a:gd name="T4" fmla="*/ 897 w 574"/>
                  <a:gd name="T5" fmla="*/ 10 h 528"/>
                  <a:gd name="T6" fmla="*/ 878 w 574"/>
                  <a:gd name="T7" fmla="*/ 0 h 528"/>
                  <a:gd name="T8" fmla="*/ 0 w 574"/>
                  <a:gd name="T9" fmla="*/ 700 h 528"/>
                  <a:gd name="T10" fmla="*/ 27 w 574"/>
                  <a:gd name="T11" fmla="*/ 729 h 528"/>
                  <a:gd name="T12" fmla="*/ 28 w 574"/>
                  <a:gd name="T13" fmla="*/ 728 h 528"/>
                  <a:gd name="T14" fmla="*/ 9 w 574"/>
                  <a:gd name="T15" fmla="*/ 708 h 5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4" h="528">
                    <a:moveTo>
                      <a:pt x="6" y="513"/>
                    </a:moveTo>
                    <a:cubicBezTo>
                      <a:pt x="568" y="6"/>
                      <a:pt x="568" y="6"/>
                      <a:pt x="568" y="6"/>
                    </a:cubicBezTo>
                    <a:cubicBezTo>
                      <a:pt x="571" y="6"/>
                      <a:pt x="573" y="7"/>
                      <a:pt x="574" y="7"/>
                    </a:cubicBezTo>
                    <a:cubicBezTo>
                      <a:pt x="573" y="4"/>
                      <a:pt x="570" y="1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7" y="528"/>
                      <a:pt x="17" y="528"/>
                      <a:pt x="18" y="527"/>
                    </a:cubicBezTo>
                    <a:lnTo>
                      <a:pt x="6" y="513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4" name="Freeform 772">
                <a:extLst>
                  <a:ext uri="{FF2B5EF4-FFF2-40B4-BE49-F238E27FC236}">
                    <a16:creationId xmlns:a16="http://schemas.microsoft.com/office/drawing/2014/main" id="{14B1A874-3A70-4698-BA62-FE1E304A9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371"/>
                <a:ext cx="631" cy="544"/>
              </a:xfrm>
              <a:custGeom>
                <a:avLst/>
                <a:gdLst>
                  <a:gd name="T0" fmla="*/ 0 w 543"/>
                  <a:gd name="T1" fmla="*/ 676 h 488"/>
                  <a:gd name="T2" fmla="*/ 852 w 543"/>
                  <a:gd name="T3" fmla="*/ 0 h 488"/>
                  <a:gd name="T4" fmla="*/ 0 w 543"/>
                  <a:gd name="T5" fmla="*/ 676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3" h="488">
                    <a:moveTo>
                      <a:pt x="0" y="488"/>
                    </a:moveTo>
                    <a:cubicBezTo>
                      <a:pt x="543" y="0"/>
                      <a:pt x="543" y="0"/>
                      <a:pt x="543" y="0"/>
                    </a:cubicBezTo>
                    <a:cubicBezTo>
                      <a:pt x="543" y="0"/>
                      <a:pt x="114" y="392"/>
                      <a:pt x="0" y="488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5" name="Freeform 773">
                <a:extLst>
                  <a:ext uri="{FF2B5EF4-FFF2-40B4-BE49-F238E27FC236}">
                    <a16:creationId xmlns:a16="http://schemas.microsoft.com/office/drawing/2014/main" id="{E64F5BF6-5394-4522-9CA4-8835C0DF4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357"/>
                <a:ext cx="673" cy="588"/>
              </a:xfrm>
              <a:custGeom>
                <a:avLst/>
                <a:gdLst>
                  <a:gd name="T0" fmla="*/ 27 w 580"/>
                  <a:gd name="T1" fmla="*/ 729 h 528"/>
                  <a:gd name="T2" fmla="*/ 898 w 580"/>
                  <a:gd name="T3" fmla="*/ 24 h 528"/>
                  <a:gd name="T4" fmla="*/ 878 w 580"/>
                  <a:gd name="T5" fmla="*/ 0 h 528"/>
                  <a:gd name="T6" fmla="*/ 0 w 580"/>
                  <a:gd name="T7" fmla="*/ 700 h 528"/>
                  <a:gd name="T8" fmla="*/ 27 w 580"/>
                  <a:gd name="T9" fmla="*/ 729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0" h="528">
                    <a:moveTo>
                      <a:pt x="17" y="528"/>
                    </a:moveTo>
                    <a:cubicBezTo>
                      <a:pt x="17" y="528"/>
                      <a:pt x="505" y="71"/>
                      <a:pt x="575" y="18"/>
                    </a:cubicBezTo>
                    <a:cubicBezTo>
                      <a:pt x="575" y="18"/>
                      <a:pt x="580" y="2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lnTo>
                      <a:pt x="17" y="52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6" name="Oval 774">
                <a:extLst>
                  <a:ext uri="{FF2B5EF4-FFF2-40B4-BE49-F238E27FC236}">
                    <a16:creationId xmlns:a16="http://schemas.microsoft.com/office/drawing/2014/main" id="{5FFCFF5D-00A4-49C9-83A2-05241CB36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1917"/>
                <a:ext cx="31" cy="30"/>
              </a:xfrm>
              <a:prstGeom prst="ellipse">
                <a:avLst/>
              </a:pr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37" name="Oval 775">
                <a:extLst>
                  <a:ext uri="{FF2B5EF4-FFF2-40B4-BE49-F238E27FC236}">
                    <a16:creationId xmlns:a16="http://schemas.microsoft.com/office/drawing/2014/main" id="{B70BB39E-2C91-4B7E-9DCD-A5F1BA1A7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1917"/>
                <a:ext cx="31" cy="30"/>
              </a:xfrm>
              <a:prstGeom prst="ellipse">
                <a:avLst/>
              </a:prstGeom>
              <a:noFill/>
              <a:ln w="3175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38" name="Freeform 776">
                <a:extLst>
                  <a:ext uri="{FF2B5EF4-FFF2-40B4-BE49-F238E27FC236}">
                    <a16:creationId xmlns:a16="http://schemas.microsoft.com/office/drawing/2014/main" id="{72461257-46ED-4754-A926-31EFFDBF1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920"/>
                <a:ext cx="18" cy="21"/>
              </a:xfrm>
              <a:custGeom>
                <a:avLst/>
                <a:gdLst>
                  <a:gd name="T0" fmla="*/ 26 w 15"/>
                  <a:gd name="T1" fmla="*/ 3 h 19"/>
                  <a:gd name="T2" fmla="*/ 7 w 15"/>
                  <a:gd name="T3" fmla="*/ 9 h 19"/>
                  <a:gd name="T4" fmla="*/ 8 w 15"/>
                  <a:gd name="T5" fmla="*/ 25 h 19"/>
                  <a:gd name="T6" fmla="*/ 14 w 15"/>
                  <a:gd name="T7" fmla="*/ 11 h 19"/>
                  <a:gd name="T8" fmla="*/ 26 w 15"/>
                  <a:gd name="T9" fmla="*/ 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3"/>
                    </a:moveTo>
                    <a:cubicBezTo>
                      <a:pt x="15" y="3"/>
                      <a:pt x="8" y="0"/>
                      <a:pt x="4" y="6"/>
                    </a:cubicBezTo>
                    <a:cubicBezTo>
                      <a:pt x="0" y="12"/>
                      <a:pt x="5" y="19"/>
                      <a:pt x="5" y="19"/>
                    </a:cubicBezTo>
                    <a:cubicBezTo>
                      <a:pt x="5" y="19"/>
                      <a:pt x="4" y="12"/>
                      <a:pt x="8" y="8"/>
                    </a:cubicBezTo>
                    <a:cubicBezTo>
                      <a:pt x="12" y="3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9" name="Freeform 777">
                <a:extLst>
                  <a:ext uri="{FF2B5EF4-FFF2-40B4-BE49-F238E27FC236}">
                    <a16:creationId xmlns:a16="http://schemas.microsoft.com/office/drawing/2014/main" id="{4AC0BCDF-ADA8-44C4-AB58-F80468C95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373"/>
                <a:ext cx="674" cy="587"/>
              </a:xfrm>
              <a:custGeom>
                <a:avLst/>
                <a:gdLst>
                  <a:gd name="T0" fmla="*/ 27 w 580"/>
                  <a:gd name="T1" fmla="*/ 728 h 527"/>
                  <a:gd name="T2" fmla="*/ 902 w 580"/>
                  <a:gd name="T3" fmla="*/ 23 h 527"/>
                  <a:gd name="T4" fmla="*/ 882 w 580"/>
                  <a:gd name="T5" fmla="*/ 0 h 527"/>
                  <a:gd name="T6" fmla="*/ 0 w 580"/>
                  <a:gd name="T7" fmla="*/ 699 h 527"/>
                  <a:gd name="T8" fmla="*/ 27 w 580"/>
                  <a:gd name="T9" fmla="*/ 728 h 5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0" h="527">
                    <a:moveTo>
                      <a:pt x="17" y="527"/>
                    </a:moveTo>
                    <a:cubicBezTo>
                      <a:pt x="17" y="527"/>
                      <a:pt x="505" y="71"/>
                      <a:pt x="575" y="17"/>
                    </a:cubicBezTo>
                    <a:cubicBezTo>
                      <a:pt x="575" y="17"/>
                      <a:pt x="580" y="1"/>
                      <a:pt x="562" y="0"/>
                    </a:cubicBezTo>
                    <a:cubicBezTo>
                      <a:pt x="0" y="506"/>
                      <a:pt x="0" y="506"/>
                      <a:pt x="0" y="506"/>
                    </a:cubicBezTo>
                    <a:lnTo>
                      <a:pt x="17" y="527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0" name="Freeform 778">
                <a:extLst>
                  <a:ext uri="{FF2B5EF4-FFF2-40B4-BE49-F238E27FC236}">
                    <a16:creationId xmlns:a16="http://schemas.microsoft.com/office/drawing/2014/main" id="{BAF03778-F06B-4088-B338-234A9FBB0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373"/>
                <a:ext cx="668" cy="587"/>
              </a:xfrm>
              <a:custGeom>
                <a:avLst/>
                <a:gdLst>
                  <a:gd name="T0" fmla="*/ 9 w 575"/>
                  <a:gd name="T1" fmla="*/ 707 h 527"/>
                  <a:gd name="T2" fmla="*/ 891 w 575"/>
                  <a:gd name="T3" fmla="*/ 8 h 527"/>
                  <a:gd name="T4" fmla="*/ 902 w 575"/>
                  <a:gd name="T5" fmla="*/ 10 h 527"/>
                  <a:gd name="T6" fmla="*/ 882 w 575"/>
                  <a:gd name="T7" fmla="*/ 0 h 527"/>
                  <a:gd name="T8" fmla="*/ 0 w 575"/>
                  <a:gd name="T9" fmla="*/ 699 h 527"/>
                  <a:gd name="T10" fmla="*/ 27 w 575"/>
                  <a:gd name="T11" fmla="*/ 728 h 527"/>
                  <a:gd name="T12" fmla="*/ 28 w 575"/>
                  <a:gd name="T13" fmla="*/ 728 h 527"/>
                  <a:gd name="T14" fmla="*/ 9 w 575"/>
                  <a:gd name="T15" fmla="*/ 707 h 5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5" h="527">
                    <a:moveTo>
                      <a:pt x="6" y="512"/>
                    </a:moveTo>
                    <a:cubicBezTo>
                      <a:pt x="568" y="5"/>
                      <a:pt x="568" y="5"/>
                      <a:pt x="568" y="5"/>
                    </a:cubicBezTo>
                    <a:cubicBezTo>
                      <a:pt x="571" y="6"/>
                      <a:pt x="573" y="6"/>
                      <a:pt x="575" y="7"/>
                    </a:cubicBezTo>
                    <a:cubicBezTo>
                      <a:pt x="573" y="3"/>
                      <a:pt x="570" y="0"/>
                      <a:pt x="562" y="0"/>
                    </a:cubicBezTo>
                    <a:cubicBezTo>
                      <a:pt x="0" y="506"/>
                      <a:pt x="0" y="506"/>
                      <a:pt x="0" y="506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7" y="527"/>
                      <a:pt x="18" y="527"/>
                      <a:pt x="18" y="527"/>
                    </a:cubicBezTo>
                    <a:lnTo>
                      <a:pt x="6" y="512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1" name="Freeform 779">
                <a:extLst>
                  <a:ext uri="{FF2B5EF4-FFF2-40B4-BE49-F238E27FC236}">
                    <a16:creationId xmlns:a16="http://schemas.microsoft.com/office/drawing/2014/main" id="{137183A8-2EB2-4125-B465-910124868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386"/>
                <a:ext cx="630" cy="544"/>
              </a:xfrm>
              <a:custGeom>
                <a:avLst/>
                <a:gdLst>
                  <a:gd name="T0" fmla="*/ 0 w 543"/>
                  <a:gd name="T1" fmla="*/ 676 h 488"/>
                  <a:gd name="T2" fmla="*/ 848 w 543"/>
                  <a:gd name="T3" fmla="*/ 0 h 488"/>
                  <a:gd name="T4" fmla="*/ 0 w 543"/>
                  <a:gd name="T5" fmla="*/ 676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3" h="488">
                    <a:moveTo>
                      <a:pt x="0" y="488"/>
                    </a:moveTo>
                    <a:cubicBezTo>
                      <a:pt x="543" y="0"/>
                      <a:pt x="543" y="0"/>
                      <a:pt x="543" y="0"/>
                    </a:cubicBezTo>
                    <a:cubicBezTo>
                      <a:pt x="543" y="0"/>
                      <a:pt x="115" y="392"/>
                      <a:pt x="0" y="488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2" name="Freeform 780">
                <a:extLst>
                  <a:ext uri="{FF2B5EF4-FFF2-40B4-BE49-F238E27FC236}">
                    <a16:creationId xmlns:a16="http://schemas.microsoft.com/office/drawing/2014/main" id="{7B10AD71-3927-43A6-8E82-D69CBD2E7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373"/>
                <a:ext cx="674" cy="587"/>
              </a:xfrm>
              <a:custGeom>
                <a:avLst/>
                <a:gdLst>
                  <a:gd name="T0" fmla="*/ 27 w 580"/>
                  <a:gd name="T1" fmla="*/ 728 h 527"/>
                  <a:gd name="T2" fmla="*/ 902 w 580"/>
                  <a:gd name="T3" fmla="*/ 23 h 527"/>
                  <a:gd name="T4" fmla="*/ 882 w 580"/>
                  <a:gd name="T5" fmla="*/ 0 h 527"/>
                  <a:gd name="T6" fmla="*/ 0 w 580"/>
                  <a:gd name="T7" fmla="*/ 699 h 527"/>
                  <a:gd name="T8" fmla="*/ 27 w 580"/>
                  <a:gd name="T9" fmla="*/ 728 h 5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0" h="527">
                    <a:moveTo>
                      <a:pt x="17" y="527"/>
                    </a:moveTo>
                    <a:cubicBezTo>
                      <a:pt x="17" y="527"/>
                      <a:pt x="505" y="71"/>
                      <a:pt x="575" y="17"/>
                    </a:cubicBezTo>
                    <a:cubicBezTo>
                      <a:pt x="575" y="17"/>
                      <a:pt x="580" y="1"/>
                      <a:pt x="562" y="0"/>
                    </a:cubicBezTo>
                    <a:cubicBezTo>
                      <a:pt x="0" y="506"/>
                      <a:pt x="0" y="506"/>
                      <a:pt x="0" y="506"/>
                    </a:cubicBezTo>
                    <a:lnTo>
                      <a:pt x="17" y="527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3" name="Oval 781">
                <a:extLst>
                  <a:ext uri="{FF2B5EF4-FFF2-40B4-BE49-F238E27FC236}">
                    <a16:creationId xmlns:a16="http://schemas.microsoft.com/office/drawing/2014/main" id="{CC8151A6-F6B7-4FD8-B6CA-5CDA1682C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1933"/>
                <a:ext cx="32" cy="30"/>
              </a:xfrm>
              <a:prstGeom prst="ellipse">
                <a:avLst/>
              </a:pr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44" name="Oval 782">
                <a:extLst>
                  <a:ext uri="{FF2B5EF4-FFF2-40B4-BE49-F238E27FC236}">
                    <a16:creationId xmlns:a16="http://schemas.microsoft.com/office/drawing/2014/main" id="{44454507-7877-4BF3-884B-E7AB102E9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1933"/>
                <a:ext cx="32" cy="30"/>
              </a:xfrm>
              <a:prstGeom prst="ellipse">
                <a:avLst/>
              </a:prstGeom>
              <a:noFill/>
              <a:ln w="3175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45" name="Freeform 783">
                <a:extLst>
                  <a:ext uri="{FF2B5EF4-FFF2-40B4-BE49-F238E27FC236}">
                    <a16:creationId xmlns:a16="http://schemas.microsoft.com/office/drawing/2014/main" id="{0DB78993-EF39-4817-85CE-495D1A61C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934"/>
                <a:ext cx="17" cy="22"/>
              </a:xfrm>
              <a:custGeom>
                <a:avLst/>
                <a:gdLst>
                  <a:gd name="T0" fmla="*/ 22 w 15"/>
                  <a:gd name="T1" fmla="*/ 3 h 20"/>
                  <a:gd name="T2" fmla="*/ 7 w 15"/>
                  <a:gd name="T3" fmla="*/ 9 h 20"/>
                  <a:gd name="T4" fmla="*/ 9 w 15"/>
                  <a:gd name="T5" fmla="*/ 26 h 20"/>
                  <a:gd name="T6" fmla="*/ 11 w 15"/>
                  <a:gd name="T7" fmla="*/ 11 h 20"/>
                  <a:gd name="T8" fmla="*/ 22 w 15"/>
                  <a:gd name="T9" fmla="*/ 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15" y="3"/>
                    </a:moveTo>
                    <a:cubicBezTo>
                      <a:pt x="15" y="3"/>
                      <a:pt x="9" y="0"/>
                      <a:pt x="4" y="6"/>
                    </a:cubicBezTo>
                    <a:cubicBezTo>
                      <a:pt x="0" y="12"/>
                      <a:pt x="6" y="20"/>
                      <a:pt x="6" y="20"/>
                    </a:cubicBezTo>
                    <a:cubicBezTo>
                      <a:pt x="6" y="20"/>
                      <a:pt x="4" y="13"/>
                      <a:pt x="8" y="8"/>
                    </a:cubicBezTo>
                    <a:cubicBezTo>
                      <a:pt x="12" y="4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6" name="Freeform 784">
                <a:extLst>
                  <a:ext uri="{FF2B5EF4-FFF2-40B4-BE49-F238E27FC236}">
                    <a16:creationId xmlns:a16="http://schemas.microsoft.com/office/drawing/2014/main" id="{3AD13704-9337-400D-A34A-88D69AC56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371"/>
                <a:ext cx="672" cy="589"/>
              </a:xfrm>
              <a:custGeom>
                <a:avLst/>
                <a:gdLst>
                  <a:gd name="T0" fmla="*/ 26 w 579"/>
                  <a:gd name="T1" fmla="*/ 733 h 528"/>
                  <a:gd name="T2" fmla="*/ 897 w 579"/>
                  <a:gd name="T3" fmla="*/ 25 h 528"/>
                  <a:gd name="T4" fmla="*/ 879 w 579"/>
                  <a:gd name="T5" fmla="*/ 0 h 528"/>
                  <a:gd name="T6" fmla="*/ 0 w 579"/>
                  <a:gd name="T7" fmla="*/ 704 h 528"/>
                  <a:gd name="T8" fmla="*/ 26 w 579"/>
                  <a:gd name="T9" fmla="*/ 733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9" h="528">
                    <a:moveTo>
                      <a:pt x="16" y="528"/>
                    </a:moveTo>
                    <a:cubicBezTo>
                      <a:pt x="16" y="528"/>
                      <a:pt x="505" y="71"/>
                      <a:pt x="574" y="18"/>
                    </a:cubicBezTo>
                    <a:cubicBezTo>
                      <a:pt x="574" y="18"/>
                      <a:pt x="579" y="1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lnTo>
                      <a:pt x="16" y="528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7" name="Freeform 785">
                <a:extLst>
                  <a:ext uri="{FF2B5EF4-FFF2-40B4-BE49-F238E27FC236}">
                    <a16:creationId xmlns:a16="http://schemas.microsoft.com/office/drawing/2014/main" id="{75049EAB-19F5-4560-870F-C953CDD32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371"/>
                <a:ext cx="666" cy="589"/>
              </a:xfrm>
              <a:custGeom>
                <a:avLst/>
                <a:gdLst>
                  <a:gd name="T0" fmla="*/ 8 w 574"/>
                  <a:gd name="T1" fmla="*/ 711 h 528"/>
                  <a:gd name="T2" fmla="*/ 885 w 574"/>
                  <a:gd name="T3" fmla="*/ 9 h 528"/>
                  <a:gd name="T4" fmla="*/ 897 w 574"/>
                  <a:gd name="T5" fmla="*/ 10 h 528"/>
                  <a:gd name="T6" fmla="*/ 878 w 574"/>
                  <a:gd name="T7" fmla="*/ 0 h 528"/>
                  <a:gd name="T8" fmla="*/ 0 w 574"/>
                  <a:gd name="T9" fmla="*/ 704 h 528"/>
                  <a:gd name="T10" fmla="*/ 26 w 574"/>
                  <a:gd name="T11" fmla="*/ 733 h 528"/>
                  <a:gd name="T12" fmla="*/ 27 w 574"/>
                  <a:gd name="T13" fmla="*/ 732 h 528"/>
                  <a:gd name="T14" fmla="*/ 8 w 574"/>
                  <a:gd name="T15" fmla="*/ 711 h 5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4" h="528">
                    <a:moveTo>
                      <a:pt x="5" y="512"/>
                    </a:moveTo>
                    <a:cubicBezTo>
                      <a:pt x="567" y="6"/>
                      <a:pt x="567" y="6"/>
                      <a:pt x="567" y="6"/>
                    </a:cubicBezTo>
                    <a:cubicBezTo>
                      <a:pt x="570" y="6"/>
                      <a:pt x="572" y="6"/>
                      <a:pt x="574" y="7"/>
                    </a:cubicBezTo>
                    <a:cubicBezTo>
                      <a:pt x="572" y="4"/>
                      <a:pt x="569" y="0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cubicBezTo>
                      <a:pt x="16" y="528"/>
                      <a:pt x="16" y="528"/>
                      <a:pt x="16" y="528"/>
                    </a:cubicBezTo>
                    <a:cubicBezTo>
                      <a:pt x="16" y="528"/>
                      <a:pt x="17" y="527"/>
                      <a:pt x="17" y="527"/>
                    </a:cubicBezTo>
                    <a:lnTo>
                      <a:pt x="5" y="512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8" name="Freeform 786">
                <a:extLst>
                  <a:ext uri="{FF2B5EF4-FFF2-40B4-BE49-F238E27FC236}">
                    <a16:creationId xmlns:a16="http://schemas.microsoft.com/office/drawing/2014/main" id="{0B32798C-CBAE-4D7E-AAD1-9859F6AFD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386"/>
                <a:ext cx="631" cy="542"/>
              </a:xfrm>
              <a:custGeom>
                <a:avLst/>
                <a:gdLst>
                  <a:gd name="T0" fmla="*/ 0 w 543"/>
                  <a:gd name="T1" fmla="*/ 671 h 487"/>
                  <a:gd name="T2" fmla="*/ 852 w 543"/>
                  <a:gd name="T3" fmla="*/ 0 h 487"/>
                  <a:gd name="T4" fmla="*/ 0 w 543"/>
                  <a:gd name="T5" fmla="*/ 671 h 4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3" h="487">
                    <a:moveTo>
                      <a:pt x="0" y="487"/>
                    </a:moveTo>
                    <a:cubicBezTo>
                      <a:pt x="543" y="0"/>
                      <a:pt x="543" y="0"/>
                      <a:pt x="543" y="0"/>
                    </a:cubicBezTo>
                    <a:cubicBezTo>
                      <a:pt x="543" y="0"/>
                      <a:pt x="115" y="391"/>
                      <a:pt x="0" y="487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9" name="Freeform 787">
                <a:extLst>
                  <a:ext uri="{FF2B5EF4-FFF2-40B4-BE49-F238E27FC236}">
                    <a16:creationId xmlns:a16="http://schemas.microsoft.com/office/drawing/2014/main" id="{C584E28A-8BEA-468D-9BA4-3CD24CFA8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371"/>
                <a:ext cx="672" cy="589"/>
              </a:xfrm>
              <a:custGeom>
                <a:avLst/>
                <a:gdLst>
                  <a:gd name="T0" fmla="*/ 26 w 579"/>
                  <a:gd name="T1" fmla="*/ 733 h 528"/>
                  <a:gd name="T2" fmla="*/ 897 w 579"/>
                  <a:gd name="T3" fmla="*/ 25 h 528"/>
                  <a:gd name="T4" fmla="*/ 879 w 579"/>
                  <a:gd name="T5" fmla="*/ 0 h 528"/>
                  <a:gd name="T6" fmla="*/ 0 w 579"/>
                  <a:gd name="T7" fmla="*/ 704 h 528"/>
                  <a:gd name="T8" fmla="*/ 26 w 579"/>
                  <a:gd name="T9" fmla="*/ 733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9" h="528">
                    <a:moveTo>
                      <a:pt x="16" y="528"/>
                    </a:moveTo>
                    <a:cubicBezTo>
                      <a:pt x="16" y="528"/>
                      <a:pt x="505" y="71"/>
                      <a:pt x="574" y="18"/>
                    </a:cubicBezTo>
                    <a:cubicBezTo>
                      <a:pt x="574" y="18"/>
                      <a:pt x="579" y="1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lnTo>
                      <a:pt x="16" y="52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0" name="Oval 788">
                <a:extLst>
                  <a:ext uri="{FF2B5EF4-FFF2-40B4-BE49-F238E27FC236}">
                    <a16:creationId xmlns:a16="http://schemas.microsoft.com/office/drawing/2014/main" id="{099F4C14-1337-4ACF-9874-579AC19BD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932"/>
                <a:ext cx="31" cy="30"/>
              </a:xfrm>
              <a:prstGeom prst="ellipse">
                <a:avLst/>
              </a:pr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51" name="Oval 789">
                <a:extLst>
                  <a:ext uri="{FF2B5EF4-FFF2-40B4-BE49-F238E27FC236}">
                    <a16:creationId xmlns:a16="http://schemas.microsoft.com/office/drawing/2014/main" id="{C2C2FE9C-59B1-4D2E-AC41-5905DD23F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932"/>
                <a:ext cx="31" cy="30"/>
              </a:xfrm>
              <a:prstGeom prst="ellipse">
                <a:avLst/>
              </a:prstGeom>
              <a:noFill/>
              <a:ln w="3175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52" name="Freeform 790">
                <a:extLst>
                  <a:ext uri="{FF2B5EF4-FFF2-40B4-BE49-F238E27FC236}">
                    <a16:creationId xmlns:a16="http://schemas.microsoft.com/office/drawing/2014/main" id="{B3FDC2CA-6877-44C6-B987-D25A6C518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933"/>
                <a:ext cx="19" cy="22"/>
              </a:xfrm>
              <a:custGeom>
                <a:avLst/>
                <a:gdLst>
                  <a:gd name="T0" fmla="*/ 27 w 16"/>
                  <a:gd name="T1" fmla="*/ 3 h 20"/>
                  <a:gd name="T2" fmla="*/ 7 w 16"/>
                  <a:gd name="T3" fmla="*/ 9 h 20"/>
                  <a:gd name="T4" fmla="*/ 10 w 16"/>
                  <a:gd name="T5" fmla="*/ 26 h 20"/>
                  <a:gd name="T6" fmla="*/ 14 w 16"/>
                  <a:gd name="T7" fmla="*/ 11 h 20"/>
                  <a:gd name="T8" fmla="*/ 27 w 16"/>
                  <a:gd name="T9" fmla="*/ 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6" y="3"/>
                    </a:moveTo>
                    <a:cubicBezTo>
                      <a:pt x="16" y="3"/>
                      <a:pt x="9" y="0"/>
                      <a:pt x="4" y="6"/>
                    </a:cubicBezTo>
                    <a:cubicBezTo>
                      <a:pt x="0" y="12"/>
                      <a:pt x="6" y="20"/>
                      <a:pt x="6" y="20"/>
                    </a:cubicBezTo>
                    <a:cubicBezTo>
                      <a:pt x="6" y="20"/>
                      <a:pt x="4" y="13"/>
                      <a:pt x="8" y="8"/>
                    </a:cubicBezTo>
                    <a:cubicBezTo>
                      <a:pt x="12" y="4"/>
                      <a:pt x="16" y="3"/>
                      <a:pt x="16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3" name="Freeform 791">
                <a:extLst>
                  <a:ext uri="{FF2B5EF4-FFF2-40B4-BE49-F238E27FC236}">
                    <a16:creationId xmlns:a16="http://schemas.microsoft.com/office/drawing/2014/main" id="{6C8848D2-D006-4425-A15E-7A8E64459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340"/>
                <a:ext cx="674" cy="588"/>
              </a:xfrm>
              <a:custGeom>
                <a:avLst/>
                <a:gdLst>
                  <a:gd name="T0" fmla="*/ 27 w 580"/>
                  <a:gd name="T1" fmla="*/ 729 h 528"/>
                  <a:gd name="T2" fmla="*/ 901 w 580"/>
                  <a:gd name="T3" fmla="*/ 24 h 528"/>
                  <a:gd name="T4" fmla="*/ 882 w 580"/>
                  <a:gd name="T5" fmla="*/ 0 h 528"/>
                  <a:gd name="T6" fmla="*/ 0 w 580"/>
                  <a:gd name="T7" fmla="*/ 700 h 528"/>
                  <a:gd name="T8" fmla="*/ 27 w 580"/>
                  <a:gd name="T9" fmla="*/ 729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0" h="528">
                    <a:moveTo>
                      <a:pt x="17" y="528"/>
                    </a:moveTo>
                    <a:cubicBezTo>
                      <a:pt x="17" y="528"/>
                      <a:pt x="505" y="71"/>
                      <a:pt x="574" y="18"/>
                    </a:cubicBezTo>
                    <a:cubicBezTo>
                      <a:pt x="574" y="18"/>
                      <a:pt x="580" y="1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lnTo>
                      <a:pt x="17" y="528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4" name="Freeform 792">
                <a:extLst>
                  <a:ext uri="{FF2B5EF4-FFF2-40B4-BE49-F238E27FC236}">
                    <a16:creationId xmlns:a16="http://schemas.microsoft.com/office/drawing/2014/main" id="{C2AF9AFC-103E-4A24-ACA9-4EEB781EA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340"/>
                <a:ext cx="667" cy="588"/>
              </a:xfrm>
              <a:custGeom>
                <a:avLst/>
                <a:gdLst>
                  <a:gd name="T0" fmla="*/ 9 w 574"/>
                  <a:gd name="T1" fmla="*/ 708 h 528"/>
                  <a:gd name="T2" fmla="*/ 891 w 574"/>
                  <a:gd name="T3" fmla="*/ 9 h 528"/>
                  <a:gd name="T4" fmla="*/ 901 w 574"/>
                  <a:gd name="T5" fmla="*/ 10 h 528"/>
                  <a:gd name="T6" fmla="*/ 882 w 574"/>
                  <a:gd name="T7" fmla="*/ 0 h 528"/>
                  <a:gd name="T8" fmla="*/ 0 w 574"/>
                  <a:gd name="T9" fmla="*/ 700 h 528"/>
                  <a:gd name="T10" fmla="*/ 27 w 574"/>
                  <a:gd name="T11" fmla="*/ 729 h 528"/>
                  <a:gd name="T12" fmla="*/ 27 w 574"/>
                  <a:gd name="T13" fmla="*/ 728 h 528"/>
                  <a:gd name="T14" fmla="*/ 9 w 574"/>
                  <a:gd name="T15" fmla="*/ 708 h 5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4" h="528">
                    <a:moveTo>
                      <a:pt x="6" y="513"/>
                    </a:moveTo>
                    <a:cubicBezTo>
                      <a:pt x="568" y="6"/>
                      <a:pt x="568" y="6"/>
                      <a:pt x="568" y="6"/>
                    </a:cubicBezTo>
                    <a:cubicBezTo>
                      <a:pt x="570" y="6"/>
                      <a:pt x="572" y="6"/>
                      <a:pt x="574" y="7"/>
                    </a:cubicBezTo>
                    <a:cubicBezTo>
                      <a:pt x="573" y="4"/>
                      <a:pt x="569" y="1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7" y="528"/>
                      <a:pt x="17" y="527"/>
                      <a:pt x="17" y="527"/>
                    </a:cubicBezTo>
                    <a:lnTo>
                      <a:pt x="6" y="513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5" name="Freeform 793">
                <a:extLst>
                  <a:ext uri="{FF2B5EF4-FFF2-40B4-BE49-F238E27FC236}">
                    <a16:creationId xmlns:a16="http://schemas.microsoft.com/office/drawing/2014/main" id="{95F9E56D-BD88-4DA4-9DA8-8BB58231E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355"/>
                <a:ext cx="629" cy="542"/>
              </a:xfrm>
              <a:custGeom>
                <a:avLst/>
                <a:gdLst>
                  <a:gd name="T0" fmla="*/ 0 w 542"/>
                  <a:gd name="T1" fmla="*/ 671 h 487"/>
                  <a:gd name="T2" fmla="*/ 847 w 542"/>
                  <a:gd name="T3" fmla="*/ 0 h 487"/>
                  <a:gd name="T4" fmla="*/ 0 w 542"/>
                  <a:gd name="T5" fmla="*/ 671 h 4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2" h="487">
                    <a:moveTo>
                      <a:pt x="0" y="487"/>
                    </a:moveTo>
                    <a:cubicBezTo>
                      <a:pt x="542" y="0"/>
                      <a:pt x="542" y="0"/>
                      <a:pt x="542" y="0"/>
                    </a:cubicBezTo>
                    <a:cubicBezTo>
                      <a:pt x="542" y="0"/>
                      <a:pt x="114" y="391"/>
                      <a:pt x="0" y="487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6" name="Freeform 794">
                <a:extLst>
                  <a:ext uri="{FF2B5EF4-FFF2-40B4-BE49-F238E27FC236}">
                    <a16:creationId xmlns:a16="http://schemas.microsoft.com/office/drawing/2014/main" id="{0F5A6ED4-2CD7-4DB3-8ADC-AFB97E36E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340"/>
                <a:ext cx="674" cy="588"/>
              </a:xfrm>
              <a:custGeom>
                <a:avLst/>
                <a:gdLst>
                  <a:gd name="T0" fmla="*/ 27 w 580"/>
                  <a:gd name="T1" fmla="*/ 729 h 528"/>
                  <a:gd name="T2" fmla="*/ 901 w 580"/>
                  <a:gd name="T3" fmla="*/ 24 h 528"/>
                  <a:gd name="T4" fmla="*/ 882 w 580"/>
                  <a:gd name="T5" fmla="*/ 0 h 528"/>
                  <a:gd name="T6" fmla="*/ 0 w 580"/>
                  <a:gd name="T7" fmla="*/ 700 h 528"/>
                  <a:gd name="T8" fmla="*/ 27 w 580"/>
                  <a:gd name="T9" fmla="*/ 729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0" h="528">
                    <a:moveTo>
                      <a:pt x="17" y="528"/>
                    </a:moveTo>
                    <a:cubicBezTo>
                      <a:pt x="17" y="528"/>
                      <a:pt x="505" y="71"/>
                      <a:pt x="574" y="18"/>
                    </a:cubicBezTo>
                    <a:cubicBezTo>
                      <a:pt x="574" y="18"/>
                      <a:pt x="580" y="1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lnTo>
                      <a:pt x="17" y="52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7" name="Oval 795">
                <a:extLst>
                  <a:ext uri="{FF2B5EF4-FFF2-40B4-BE49-F238E27FC236}">
                    <a16:creationId xmlns:a16="http://schemas.microsoft.com/office/drawing/2014/main" id="{02B1A54E-7FB5-493F-9F42-778FA021F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6" y="1901"/>
                <a:ext cx="31" cy="30"/>
              </a:xfrm>
              <a:prstGeom prst="ellipse">
                <a:avLst/>
              </a:pr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58" name="Oval 796">
                <a:extLst>
                  <a:ext uri="{FF2B5EF4-FFF2-40B4-BE49-F238E27FC236}">
                    <a16:creationId xmlns:a16="http://schemas.microsoft.com/office/drawing/2014/main" id="{B1B5AF4F-DF5E-4AD9-8419-0D6F1E026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6" y="1901"/>
                <a:ext cx="31" cy="30"/>
              </a:xfrm>
              <a:prstGeom prst="ellipse">
                <a:avLst/>
              </a:prstGeom>
              <a:noFill/>
              <a:ln w="3175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59" name="Freeform 797">
                <a:extLst>
                  <a:ext uri="{FF2B5EF4-FFF2-40B4-BE49-F238E27FC236}">
                    <a16:creationId xmlns:a16="http://schemas.microsoft.com/office/drawing/2014/main" id="{40E22B0A-ED96-4DDE-A0D4-6C4326100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902"/>
                <a:ext cx="18" cy="22"/>
              </a:xfrm>
              <a:custGeom>
                <a:avLst/>
                <a:gdLst>
                  <a:gd name="T0" fmla="*/ 23 w 16"/>
                  <a:gd name="T1" fmla="*/ 3 h 20"/>
                  <a:gd name="T2" fmla="*/ 8 w 16"/>
                  <a:gd name="T3" fmla="*/ 9 h 20"/>
                  <a:gd name="T4" fmla="*/ 9 w 16"/>
                  <a:gd name="T5" fmla="*/ 26 h 20"/>
                  <a:gd name="T6" fmla="*/ 11 w 16"/>
                  <a:gd name="T7" fmla="*/ 12 h 20"/>
                  <a:gd name="T8" fmla="*/ 23 w 16"/>
                  <a:gd name="T9" fmla="*/ 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6" y="3"/>
                    </a:moveTo>
                    <a:cubicBezTo>
                      <a:pt x="16" y="3"/>
                      <a:pt x="9" y="0"/>
                      <a:pt x="5" y="6"/>
                    </a:cubicBezTo>
                    <a:cubicBezTo>
                      <a:pt x="0" y="13"/>
                      <a:pt x="6" y="20"/>
                      <a:pt x="6" y="20"/>
                    </a:cubicBezTo>
                    <a:cubicBezTo>
                      <a:pt x="6" y="20"/>
                      <a:pt x="4" y="13"/>
                      <a:pt x="8" y="9"/>
                    </a:cubicBezTo>
                    <a:cubicBezTo>
                      <a:pt x="13" y="4"/>
                      <a:pt x="16" y="3"/>
                      <a:pt x="16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0" name="Freeform 798">
                <a:extLst>
                  <a:ext uri="{FF2B5EF4-FFF2-40B4-BE49-F238E27FC236}">
                    <a16:creationId xmlns:a16="http://schemas.microsoft.com/office/drawing/2014/main" id="{9FD69F25-79D1-4833-9673-C6C64CF10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1324"/>
                <a:ext cx="673" cy="588"/>
              </a:xfrm>
              <a:custGeom>
                <a:avLst/>
                <a:gdLst>
                  <a:gd name="T0" fmla="*/ 27 w 580"/>
                  <a:gd name="T1" fmla="*/ 729 h 528"/>
                  <a:gd name="T2" fmla="*/ 898 w 580"/>
                  <a:gd name="T3" fmla="*/ 24 h 528"/>
                  <a:gd name="T4" fmla="*/ 878 w 580"/>
                  <a:gd name="T5" fmla="*/ 0 h 528"/>
                  <a:gd name="T6" fmla="*/ 0 w 580"/>
                  <a:gd name="T7" fmla="*/ 700 h 528"/>
                  <a:gd name="T8" fmla="*/ 27 w 580"/>
                  <a:gd name="T9" fmla="*/ 729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0" h="528">
                    <a:moveTo>
                      <a:pt x="17" y="528"/>
                    </a:moveTo>
                    <a:cubicBezTo>
                      <a:pt x="17" y="528"/>
                      <a:pt x="505" y="71"/>
                      <a:pt x="575" y="18"/>
                    </a:cubicBezTo>
                    <a:cubicBezTo>
                      <a:pt x="575" y="18"/>
                      <a:pt x="580" y="2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lnTo>
                      <a:pt x="17" y="528"/>
                    </a:lnTo>
                    <a:close/>
                  </a:path>
                </a:pathLst>
              </a:custGeom>
              <a:solidFill>
                <a:srgbClr val="00A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1" name="Freeform 799">
                <a:extLst>
                  <a:ext uri="{FF2B5EF4-FFF2-40B4-BE49-F238E27FC236}">
                    <a16:creationId xmlns:a16="http://schemas.microsoft.com/office/drawing/2014/main" id="{385DD6F4-01F3-4FB9-9AC9-7AB8F6CC5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1324"/>
                <a:ext cx="668" cy="588"/>
              </a:xfrm>
              <a:custGeom>
                <a:avLst/>
                <a:gdLst>
                  <a:gd name="T0" fmla="*/ 9 w 575"/>
                  <a:gd name="T1" fmla="*/ 708 h 528"/>
                  <a:gd name="T2" fmla="*/ 891 w 575"/>
                  <a:gd name="T3" fmla="*/ 9 h 528"/>
                  <a:gd name="T4" fmla="*/ 902 w 575"/>
                  <a:gd name="T5" fmla="*/ 10 h 528"/>
                  <a:gd name="T6" fmla="*/ 882 w 575"/>
                  <a:gd name="T7" fmla="*/ 0 h 528"/>
                  <a:gd name="T8" fmla="*/ 0 w 575"/>
                  <a:gd name="T9" fmla="*/ 700 h 528"/>
                  <a:gd name="T10" fmla="*/ 27 w 575"/>
                  <a:gd name="T11" fmla="*/ 729 h 528"/>
                  <a:gd name="T12" fmla="*/ 28 w 575"/>
                  <a:gd name="T13" fmla="*/ 728 h 528"/>
                  <a:gd name="T14" fmla="*/ 9 w 575"/>
                  <a:gd name="T15" fmla="*/ 708 h 5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5" h="528">
                    <a:moveTo>
                      <a:pt x="6" y="513"/>
                    </a:moveTo>
                    <a:cubicBezTo>
                      <a:pt x="568" y="6"/>
                      <a:pt x="568" y="6"/>
                      <a:pt x="568" y="6"/>
                    </a:cubicBezTo>
                    <a:cubicBezTo>
                      <a:pt x="571" y="6"/>
                      <a:pt x="573" y="7"/>
                      <a:pt x="575" y="7"/>
                    </a:cubicBezTo>
                    <a:cubicBezTo>
                      <a:pt x="573" y="4"/>
                      <a:pt x="570" y="1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7" y="528"/>
                      <a:pt x="18" y="528"/>
                      <a:pt x="18" y="527"/>
                    </a:cubicBezTo>
                    <a:lnTo>
                      <a:pt x="6" y="513"/>
                    </a:lnTo>
                    <a:close/>
                  </a:path>
                </a:pathLst>
              </a:custGeom>
              <a:solidFill>
                <a:srgbClr val="009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2" name="Freeform 800">
                <a:extLst>
                  <a:ext uri="{FF2B5EF4-FFF2-40B4-BE49-F238E27FC236}">
                    <a16:creationId xmlns:a16="http://schemas.microsoft.com/office/drawing/2014/main" id="{FC5819D4-0237-46E4-BEEC-15B604EB0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338"/>
                <a:ext cx="631" cy="544"/>
              </a:xfrm>
              <a:custGeom>
                <a:avLst/>
                <a:gdLst>
                  <a:gd name="T0" fmla="*/ 0 w 543"/>
                  <a:gd name="T1" fmla="*/ 676 h 488"/>
                  <a:gd name="T2" fmla="*/ 852 w 543"/>
                  <a:gd name="T3" fmla="*/ 0 h 488"/>
                  <a:gd name="T4" fmla="*/ 0 w 543"/>
                  <a:gd name="T5" fmla="*/ 676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3" h="488">
                    <a:moveTo>
                      <a:pt x="0" y="488"/>
                    </a:moveTo>
                    <a:cubicBezTo>
                      <a:pt x="543" y="0"/>
                      <a:pt x="543" y="0"/>
                      <a:pt x="543" y="0"/>
                    </a:cubicBezTo>
                    <a:cubicBezTo>
                      <a:pt x="543" y="0"/>
                      <a:pt x="115" y="392"/>
                      <a:pt x="0" y="488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3" name="Freeform 801">
                <a:extLst>
                  <a:ext uri="{FF2B5EF4-FFF2-40B4-BE49-F238E27FC236}">
                    <a16:creationId xmlns:a16="http://schemas.microsoft.com/office/drawing/2014/main" id="{2CBD378A-BB2E-46F3-AACA-B00995FA9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1324"/>
                <a:ext cx="673" cy="588"/>
              </a:xfrm>
              <a:custGeom>
                <a:avLst/>
                <a:gdLst>
                  <a:gd name="T0" fmla="*/ 27 w 580"/>
                  <a:gd name="T1" fmla="*/ 729 h 528"/>
                  <a:gd name="T2" fmla="*/ 898 w 580"/>
                  <a:gd name="T3" fmla="*/ 24 h 528"/>
                  <a:gd name="T4" fmla="*/ 878 w 580"/>
                  <a:gd name="T5" fmla="*/ 0 h 528"/>
                  <a:gd name="T6" fmla="*/ 0 w 580"/>
                  <a:gd name="T7" fmla="*/ 700 h 528"/>
                  <a:gd name="T8" fmla="*/ 27 w 580"/>
                  <a:gd name="T9" fmla="*/ 729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0" h="528">
                    <a:moveTo>
                      <a:pt x="17" y="528"/>
                    </a:moveTo>
                    <a:cubicBezTo>
                      <a:pt x="17" y="528"/>
                      <a:pt x="505" y="71"/>
                      <a:pt x="575" y="18"/>
                    </a:cubicBezTo>
                    <a:cubicBezTo>
                      <a:pt x="575" y="18"/>
                      <a:pt x="580" y="2"/>
                      <a:pt x="562" y="0"/>
                    </a:cubicBezTo>
                    <a:cubicBezTo>
                      <a:pt x="0" y="507"/>
                      <a:pt x="0" y="507"/>
                      <a:pt x="0" y="507"/>
                    </a:cubicBezTo>
                    <a:lnTo>
                      <a:pt x="17" y="52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4" name="Oval 802">
                <a:extLst>
                  <a:ext uri="{FF2B5EF4-FFF2-40B4-BE49-F238E27FC236}">
                    <a16:creationId xmlns:a16="http://schemas.microsoft.com/office/drawing/2014/main" id="{C356D210-3904-4384-ADB9-9D4206B9E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1884"/>
                <a:ext cx="32" cy="30"/>
              </a:xfrm>
              <a:prstGeom prst="ellipse">
                <a:avLst/>
              </a:prstGeom>
              <a:solidFill>
                <a:srgbClr val="64C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65" name="Oval 803">
                <a:extLst>
                  <a:ext uri="{FF2B5EF4-FFF2-40B4-BE49-F238E27FC236}">
                    <a16:creationId xmlns:a16="http://schemas.microsoft.com/office/drawing/2014/main" id="{E3BBD9AA-2688-478A-96A2-9BFDC6C5A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1884"/>
                <a:ext cx="32" cy="30"/>
              </a:xfrm>
              <a:prstGeom prst="ellipse">
                <a:avLst/>
              </a:prstGeom>
              <a:noFill/>
              <a:ln w="3175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966" name="Freeform 804">
                <a:extLst>
                  <a:ext uri="{FF2B5EF4-FFF2-40B4-BE49-F238E27FC236}">
                    <a16:creationId xmlns:a16="http://schemas.microsoft.com/office/drawing/2014/main" id="{5839A763-0236-4328-801C-8C4B31797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886"/>
                <a:ext cx="18" cy="21"/>
              </a:xfrm>
              <a:custGeom>
                <a:avLst/>
                <a:gdLst>
                  <a:gd name="T0" fmla="*/ 26 w 15"/>
                  <a:gd name="T1" fmla="*/ 3 h 19"/>
                  <a:gd name="T2" fmla="*/ 7 w 15"/>
                  <a:gd name="T3" fmla="*/ 9 h 19"/>
                  <a:gd name="T4" fmla="*/ 8 w 15"/>
                  <a:gd name="T5" fmla="*/ 25 h 19"/>
                  <a:gd name="T6" fmla="*/ 14 w 15"/>
                  <a:gd name="T7" fmla="*/ 11 h 19"/>
                  <a:gd name="T8" fmla="*/ 26 w 15"/>
                  <a:gd name="T9" fmla="*/ 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3"/>
                    </a:moveTo>
                    <a:cubicBezTo>
                      <a:pt x="15" y="3"/>
                      <a:pt x="8" y="0"/>
                      <a:pt x="4" y="6"/>
                    </a:cubicBezTo>
                    <a:cubicBezTo>
                      <a:pt x="0" y="12"/>
                      <a:pt x="5" y="19"/>
                      <a:pt x="5" y="19"/>
                    </a:cubicBezTo>
                    <a:cubicBezTo>
                      <a:pt x="5" y="19"/>
                      <a:pt x="4" y="12"/>
                      <a:pt x="8" y="8"/>
                    </a:cubicBezTo>
                    <a:cubicBezTo>
                      <a:pt x="12" y="3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ABD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629" name="Freeform 805">
              <a:extLst>
                <a:ext uri="{FF2B5EF4-FFF2-40B4-BE49-F238E27FC236}">
                  <a16:creationId xmlns:a16="http://schemas.microsoft.com/office/drawing/2014/main" id="{B3C41845-2255-468B-9162-D485D3D9C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290"/>
              <a:ext cx="673" cy="588"/>
            </a:xfrm>
            <a:custGeom>
              <a:avLst/>
              <a:gdLst>
                <a:gd name="T0" fmla="*/ 27 w 580"/>
                <a:gd name="T1" fmla="*/ 729 h 528"/>
                <a:gd name="T2" fmla="*/ 897 w 580"/>
                <a:gd name="T3" fmla="*/ 24 h 528"/>
                <a:gd name="T4" fmla="*/ 878 w 580"/>
                <a:gd name="T5" fmla="*/ 0 h 528"/>
                <a:gd name="T6" fmla="*/ 0 w 580"/>
                <a:gd name="T7" fmla="*/ 700 h 528"/>
                <a:gd name="T8" fmla="*/ 27 w 580"/>
                <a:gd name="T9" fmla="*/ 729 h 5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528">
                  <a:moveTo>
                    <a:pt x="17" y="528"/>
                  </a:moveTo>
                  <a:cubicBezTo>
                    <a:pt x="17" y="528"/>
                    <a:pt x="505" y="71"/>
                    <a:pt x="574" y="18"/>
                  </a:cubicBezTo>
                  <a:cubicBezTo>
                    <a:pt x="574" y="18"/>
                    <a:pt x="580" y="2"/>
                    <a:pt x="562" y="0"/>
                  </a:cubicBezTo>
                  <a:cubicBezTo>
                    <a:pt x="0" y="507"/>
                    <a:pt x="0" y="507"/>
                    <a:pt x="0" y="507"/>
                  </a:cubicBezTo>
                  <a:lnTo>
                    <a:pt x="17" y="528"/>
                  </a:lnTo>
                  <a:close/>
                </a:path>
              </a:pathLst>
            </a:custGeom>
            <a:solidFill>
              <a:srgbClr val="00A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806">
              <a:extLst>
                <a:ext uri="{FF2B5EF4-FFF2-40B4-BE49-F238E27FC236}">
                  <a16:creationId xmlns:a16="http://schemas.microsoft.com/office/drawing/2014/main" id="{19DDAD52-4DA3-404F-AF70-AF4031620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290"/>
              <a:ext cx="666" cy="588"/>
            </a:xfrm>
            <a:custGeom>
              <a:avLst/>
              <a:gdLst>
                <a:gd name="T0" fmla="*/ 9 w 574"/>
                <a:gd name="T1" fmla="*/ 708 h 528"/>
                <a:gd name="T2" fmla="*/ 888 w 574"/>
                <a:gd name="T3" fmla="*/ 9 h 528"/>
                <a:gd name="T4" fmla="*/ 897 w 574"/>
                <a:gd name="T5" fmla="*/ 10 h 528"/>
                <a:gd name="T6" fmla="*/ 878 w 574"/>
                <a:gd name="T7" fmla="*/ 0 h 528"/>
                <a:gd name="T8" fmla="*/ 0 w 574"/>
                <a:gd name="T9" fmla="*/ 700 h 528"/>
                <a:gd name="T10" fmla="*/ 27 w 574"/>
                <a:gd name="T11" fmla="*/ 729 h 528"/>
                <a:gd name="T12" fmla="*/ 27 w 574"/>
                <a:gd name="T13" fmla="*/ 728 h 528"/>
                <a:gd name="T14" fmla="*/ 9 w 574"/>
                <a:gd name="T15" fmla="*/ 708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4" h="528">
                  <a:moveTo>
                    <a:pt x="6" y="513"/>
                  </a:moveTo>
                  <a:cubicBezTo>
                    <a:pt x="568" y="6"/>
                    <a:pt x="568" y="6"/>
                    <a:pt x="568" y="6"/>
                  </a:cubicBezTo>
                  <a:cubicBezTo>
                    <a:pt x="570" y="6"/>
                    <a:pt x="572" y="7"/>
                    <a:pt x="574" y="7"/>
                  </a:cubicBezTo>
                  <a:cubicBezTo>
                    <a:pt x="572" y="4"/>
                    <a:pt x="569" y="1"/>
                    <a:pt x="562" y="0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17" y="528"/>
                    <a:pt x="17" y="528"/>
                    <a:pt x="17" y="528"/>
                  </a:cubicBezTo>
                  <a:cubicBezTo>
                    <a:pt x="17" y="528"/>
                    <a:pt x="17" y="528"/>
                    <a:pt x="17" y="527"/>
                  </a:cubicBezTo>
                  <a:lnTo>
                    <a:pt x="6" y="513"/>
                  </a:lnTo>
                  <a:close/>
                </a:path>
              </a:pathLst>
            </a:custGeom>
            <a:solidFill>
              <a:srgbClr val="009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807">
              <a:extLst>
                <a:ext uri="{FF2B5EF4-FFF2-40B4-BE49-F238E27FC236}">
                  <a16:creationId xmlns:a16="http://schemas.microsoft.com/office/drawing/2014/main" id="{31F043C1-1806-46C2-8566-DBB8B5BF0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305"/>
              <a:ext cx="630" cy="543"/>
            </a:xfrm>
            <a:custGeom>
              <a:avLst/>
              <a:gdLst>
                <a:gd name="T0" fmla="*/ 0 w 542"/>
                <a:gd name="T1" fmla="*/ 672 h 488"/>
                <a:gd name="T2" fmla="*/ 851 w 542"/>
                <a:gd name="T3" fmla="*/ 0 h 488"/>
                <a:gd name="T4" fmla="*/ 0 w 542"/>
                <a:gd name="T5" fmla="*/ 672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2" h="488">
                  <a:moveTo>
                    <a:pt x="0" y="488"/>
                  </a:moveTo>
                  <a:cubicBezTo>
                    <a:pt x="542" y="0"/>
                    <a:pt x="542" y="0"/>
                    <a:pt x="542" y="0"/>
                  </a:cubicBezTo>
                  <a:cubicBezTo>
                    <a:pt x="542" y="0"/>
                    <a:pt x="114" y="392"/>
                    <a:pt x="0" y="488"/>
                  </a:cubicBezTo>
                  <a:close/>
                </a:path>
              </a:pathLst>
            </a:custGeom>
            <a:solidFill>
              <a:srgbClr val="ABDD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808">
              <a:extLst>
                <a:ext uri="{FF2B5EF4-FFF2-40B4-BE49-F238E27FC236}">
                  <a16:creationId xmlns:a16="http://schemas.microsoft.com/office/drawing/2014/main" id="{1A8E6F7A-84F3-413D-9488-610280D99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290"/>
              <a:ext cx="673" cy="588"/>
            </a:xfrm>
            <a:custGeom>
              <a:avLst/>
              <a:gdLst>
                <a:gd name="T0" fmla="*/ 27 w 580"/>
                <a:gd name="T1" fmla="*/ 729 h 528"/>
                <a:gd name="T2" fmla="*/ 897 w 580"/>
                <a:gd name="T3" fmla="*/ 24 h 528"/>
                <a:gd name="T4" fmla="*/ 878 w 580"/>
                <a:gd name="T5" fmla="*/ 0 h 528"/>
                <a:gd name="T6" fmla="*/ 0 w 580"/>
                <a:gd name="T7" fmla="*/ 700 h 528"/>
                <a:gd name="T8" fmla="*/ 27 w 580"/>
                <a:gd name="T9" fmla="*/ 729 h 5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528">
                  <a:moveTo>
                    <a:pt x="17" y="528"/>
                  </a:moveTo>
                  <a:cubicBezTo>
                    <a:pt x="17" y="528"/>
                    <a:pt x="505" y="71"/>
                    <a:pt x="574" y="18"/>
                  </a:cubicBezTo>
                  <a:cubicBezTo>
                    <a:pt x="574" y="18"/>
                    <a:pt x="580" y="2"/>
                    <a:pt x="562" y="0"/>
                  </a:cubicBezTo>
                  <a:cubicBezTo>
                    <a:pt x="0" y="507"/>
                    <a:pt x="0" y="507"/>
                    <a:pt x="0" y="507"/>
                  </a:cubicBezTo>
                  <a:lnTo>
                    <a:pt x="17" y="528"/>
                  </a:lnTo>
                  <a:close/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Oval 809">
              <a:extLst>
                <a:ext uri="{FF2B5EF4-FFF2-40B4-BE49-F238E27FC236}">
                  <a16:creationId xmlns:a16="http://schemas.microsoft.com/office/drawing/2014/main" id="{FB3985D2-6102-409D-B32C-81197955F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1850"/>
              <a:ext cx="31" cy="31"/>
            </a:xfrm>
            <a:prstGeom prst="ellipse">
              <a:avLst/>
            </a:prstGeom>
            <a:solidFill>
              <a:srgbClr val="64C6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634" name="Oval 810">
              <a:extLst>
                <a:ext uri="{FF2B5EF4-FFF2-40B4-BE49-F238E27FC236}">
                  <a16:creationId xmlns:a16="http://schemas.microsoft.com/office/drawing/2014/main" id="{0DF860A1-0342-47E2-8E10-C7E743ACB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1850"/>
              <a:ext cx="31" cy="31"/>
            </a:xfrm>
            <a:prstGeom prst="ellipse">
              <a:avLst/>
            </a:prstGeom>
            <a:noFill/>
            <a:ln w="3175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635" name="Freeform 811">
              <a:extLst>
                <a:ext uri="{FF2B5EF4-FFF2-40B4-BE49-F238E27FC236}">
                  <a16:creationId xmlns:a16="http://schemas.microsoft.com/office/drawing/2014/main" id="{963D31E4-6246-4434-82E2-5B25306D9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852"/>
              <a:ext cx="19" cy="22"/>
            </a:xfrm>
            <a:custGeom>
              <a:avLst/>
              <a:gdLst>
                <a:gd name="T0" fmla="*/ 27 w 16"/>
                <a:gd name="T1" fmla="*/ 4 h 20"/>
                <a:gd name="T2" fmla="*/ 8 w 16"/>
                <a:gd name="T3" fmla="*/ 10 h 20"/>
                <a:gd name="T4" fmla="*/ 10 w 16"/>
                <a:gd name="T5" fmla="*/ 26 h 20"/>
                <a:gd name="T6" fmla="*/ 14 w 16"/>
                <a:gd name="T7" fmla="*/ 12 h 20"/>
                <a:gd name="T8" fmla="*/ 27 w 16"/>
                <a:gd name="T9" fmla="*/ 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0">
                  <a:moveTo>
                    <a:pt x="16" y="4"/>
                  </a:moveTo>
                  <a:cubicBezTo>
                    <a:pt x="16" y="4"/>
                    <a:pt x="9" y="0"/>
                    <a:pt x="5" y="7"/>
                  </a:cubicBezTo>
                  <a:cubicBezTo>
                    <a:pt x="0" y="13"/>
                    <a:pt x="6" y="20"/>
                    <a:pt x="6" y="20"/>
                  </a:cubicBezTo>
                  <a:cubicBezTo>
                    <a:pt x="6" y="20"/>
                    <a:pt x="4" y="13"/>
                    <a:pt x="8" y="9"/>
                  </a:cubicBezTo>
                  <a:cubicBezTo>
                    <a:pt x="12" y="4"/>
                    <a:pt x="16" y="4"/>
                    <a:pt x="16" y="4"/>
                  </a:cubicBezTo>
                  <a:close/>
                </a:path>
              </a:pathLst>
            </a:custGeom>
            <a:solidFill>
              <a:srgbClr val="ABDD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812">
              <a:extLst>
                <a:ext uri="{FF2B5EF4-FFF2-40B4-BE49-F238E27FC236}">
                  <a16:creationId xmlns:a16="http://schemas.microsoft.com/office/drawing/2014/main" id="{EA897357-23F9-4EE8-856A-C512569D8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248"/>
              <a:ext cx="673" cy="588"/>
            </a:xfrm>
            <a:custGeom>
              <a:avLst/>
              <a:gdLst>
                <a:gd name="T0" fmla="*/ 26 w 579"/>
                <a:gd name="T1" fmla="*/ 729 h 528"/>
                <a:gd name="T2" fmla="*/ 901 w 579"/>
                <a:gd name="T3" fmla="*/ 24 h 528"/>
                <a:gd name="T4" fmla="*/ 882 w 579"/>
                <a:gd name="T5" fmla="*/ 0 h 528"/>
                <a:gd name="T6" fmla="*/ 0 w 579"/>
                <a:gd name="T7" fmla="*/ 700 h 528"/>
                <a:gd name="T8" fmla="*/ 26 w 579"/>
                <a:gd name="T9" fmla="*/ 729 h 5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9" h="528">
                  <a:moveTo>
                    <a:pt x="16" y="528"/>
                  </a:moveTo>
                  <a:cubicBezTo>
                    <a:pt x="16" y="528"/>
                    <a:pt x="505" y="72"/>
                    <a:pt x="574" y="18"/>
                  </a:cubicBezTo>
                  <a:cubicBezTo>
                    <a:pt x="574" y="18"/>
                    <a:pt x="579" y="2"/>
                    <a:pt x="562" y="0"/>
                  </a:cubicBezTo>
                  <a:cubicBezTo>
                    <a:pt x="0" y="507"/>
                    <a:pt x="0" y="507"/>
                    <a:pt x="0" y="507"/>
                  </a:cubicBezTo>
                  <a:lnTo>
                    <a:pt x="16" y="528"/>
                  </a:lnTo>
                  <a:close/>
                </a:path>
              </a:pathLst>
            </a:custGeom>
            <a:solidFill>
              <a:srgbClr val="00A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813">
              <a:extLst>
                <a:ext uri="{FF2B5EF4-FFF2-40B4-BE49-F238E27FC236}">
                  <a16:creationId xmlns:a16="http://schemas.microsoft.com/office/drawing/2014/main" id="{5FF3BB87-F5CA-48BE-9A6B-A7BAA78D6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248"/>
              <a:ext cx="667" cy="588"/>
            </a:xfrm>
            <a:custGeom>
              <a:avLst/>
              <a:gdLst>
                <a:gd name="T0" fmla="*/ 8 w 574"/>
                <a:gd name="T1" fmla="*/ 708 h 528"/>
                <a:gd name="T2" fmla="*/ 890 w 574"/>
                <a:gd name="T3" fmla="*/ 9 h 528"/>
                <a:gd name="T4" fmla="*/ 901 w 574"/>
                <a:gd name="T5" fmla="*/ 11 h 528"/>
                <a:gd name="T6" fmla="*/ 882 w 574"/>
                <a:gd name="T7" fmla="*/ 0 h 528"/>
                <a:gd name="T8" fmla="*/ 0 w 574"/>
                <a:gd name="T9" fmla="*/ 700 h 528"/>
                <a:gd name="T10" fmla="*/ 26 w 574"/>
                <a:gd name="T11" fmla="*/ 729 h 528"/>
                <a:gd name="T12" fmla="*/ 27 w 574"/>
                <a:gd name="T13" fmla="*/ 729 h 528"/>
                <a:gd name="T14" fmla="*/ 8 w 574"/>
                <a:gd name="T15" fmla="*/ 708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4" h="528">
                  <a:moveTo>
                    <a:pt x="5" y="513"/>
                  </a:moveTo>
                  <a:cubicBezTo>
                    <a:pt x="567" y="6"/>
                    <a:pt x="567" y="6"/>
                    <a:pt x="567" y="6"/>
                  </a:cubicBezTo>
                  <a:cubicBezTo>
                    <a:pt x="570" y="6"/>
                    <a:pt x="572" y="7"/>
                    <a:pt x="574" y="8"/>
                  </a:cubicBezTo>
                  <a:cubicBezTo>
                    <a:pt x="572" y="4"/>
                    <a:pt x="569" y="1"/>
                    <a:pt x="562" y="0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16" y="528"/>
                    <a:pt x="16" y="528"/>
                    <a:pt x="16" y="528"/>
                  </a:cubicBezTo>
                  <a:cubicBezTo>
                    <a:pt x="16" y="528"/>
                    <a:pt x="17" y="528"/>
                    <a:pt x="17" y="528"/>
                  </a:cubicBezTo>
                  <a:lnTo>
                    <a:pt x="5" y="513"/>
                  </a:lnTo>
                  <a:close/>
                </a:path>
              </a:pathLst>
            </a:custGeom>
            <a:solidFill>
              <a:srgbClr val="009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814">
              <a:extLst>
                <a:ext uri="{FF2B5EF4-FFF2-40B4-BE49-F238E27FC236}">
                  <a16:creationId xmlns:a16="http://schemas.microsoft.com/office/drawing/2014/main" id="{0E4F094C-3EFD-4269-97B7-47AF1BD87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262"/>
              <a:ext cx="630" cy="544"/>
            </a:xfrm>
            <a:custGeom>
              <a:avLst/>
              <a:gdLst>
                <a:gd name="T0" fmla="*/ 0 w 543"/>
                <a:gd name="T1" fmla="*/ 676 h 488"/>
                <a:gd name="T2" fmla="*/ 848 w 543"/>
                <a:gd name="T3" fmla="*/ 0 h 488"/>
                <a:gd name="T4" fmla="*/ 0 w 543"/>
                <a:gd name="T5" fmla="*/ 676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3" h="488">
                  <a:moveTo>
                    <a:pt x="0" y="488"/>
                  </a:moveTo>
                  <a:cubicBezTo>
                    <a:pt x="543" y="0"/>
                    <a:pt x="543" y="0"/>
                    <a:pt x="543" y="0"/>
                  </a:cubicBezTo>
                  <a:cubicBezTo>
                    <a:pt x="543" y="0"/>
                    <a:pt x="115" y="392"/>
                    <a:pt x="0" y="488"/>
                  </a:cubicBezTo>
                  <a:close/>
                </a:path>
              </a:pathLst>
            </a:custGeom>
            <a:solidFill>
              <a:srgbClr val="ABDD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815">
              <a:extLst>
                <a:ext uri="{FF2B5EF4-FFF2-40B4-BE49-F238E27FC236}">
                  <a16:creationId xmlns:a16="http://schemas.microsoft.com/office/drawing/2014/main" id="{9F091795-A994-4F13-9037-3B83B7D83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248"/>
              <a:ext cx="673" cy="588"/>
            </a:xfrm>
            <a:custGeom>
              <a:avLst/>
              <a:gdLst>
                <a:gd name="T0" fmla="*/ 26 w 579"/>
                <a:gd name="T1" fmla="*/ 729 h 528"/>
                <a:gd name="T2" fmla="*/ 901 w 579"/>
                <a:gd name="T3" fmla="*/ 24 h 528"/>
                <a:gd name="T4" fmla="*/ 882 w 579"/>
                <a:gd name="T5" fmla="*/ 0 h 528"/>
                <a:gd name="T6" fmla="*/ 0 w 579"/>
                <a:gd name="T7" fmla="*/ 700 h 528"/>
                <a:gd name="T8" fmla="*/ 26 w 579"/>
                <a:gd name="T9" fmla="*/ 729 h 5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9" h="528">
                  <a:moveTo>
                    <a:pt x="16" y="528"/>
                  </a:moveTo>
                  <a:cubicBezTo>
                    <a:pt x="16" y="528"/>
                    <a:pt x="505" y="72"/>
                    <a:pt x="574" y="18"/>
                  </a:cubicBezTo>
                  <a:cubicBezTo>
                    <a:pt x="574" y="18"/>
                    <a:pt x="579" y="2"/>
                    <a:pt x="562" y="0"/>
                  </a:cubicBezTo>
                  <a:cubicBezTo>
                    <a:pt x="0" y="507"/>
                    <a:pt x="0" y="507"/>
                    <a:pt x="0" y="507"/>
                  </a:cubicBezTo>
                  <a:lnTo>
                    <a:pt x="16" y="528"/>
                  </a:lnTo>
                  <a:close/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Oval 816">
              <a:extLst>
                <a:ext uri="{FF2B5EF4-FFF2-40B4-BE49-F238E27FC236}">
                  <a16:creationId xmlns:a16="http://schemas.microsoft.com/office/drawing/2014/main" id="{07FF09E6-90CC-4551-914D-EDF260E47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7" y="1809"/>
              <a:ext cx="32" cy="30"/>
            </a:xfrm>
            <a:prstGeom prst="ellipse">
              <a:avLst/>
            </a:prstGeom>
            <a:solidFill>
              <a:srgbClr val="64C6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641" name="Oval 817">
              <a:extLst>
                <a:ext uri="{FF2B5EF4-FFF2-40B4-BE49-F238E27FC236}">
                  <a16:creationId xmlns:a16="http://schemas.microsoft.com/office/drawing/2014/main" id="{3C210027-8A41-4E63-A6E4-2D247327D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7" y="1809"/>
              <a:ext cx="32" cy="29"/>
            </a:xfrm>
            <a:prstGeom prst="ellipse">
              <a:avLst/>
            </a:prstGeom>
            <a:noFill/>
            <a:ln w="3175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642" name="Freeform 818">
              <a:extLst>
                <a:ext uri="{FF2B5EF4-FFF2-40B4-BE49-F238E27FC236}">
                  <a16:creationId xmlns:a16="http://schemas.microsoft.com/office/drawing/2014/main" id="{C66CDF84-047F-4D4B-B5B9-DC1F0A814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810"/>
              <a:ext cx="18" cy="23"/>
            </a:xfrm>
            <a:custGeom>
              <a:avLst/>
              <a:gdLst>
                <a:gd name="T0" fmla="*/ 23 w 16"/>
                <a:gd name="T1" fmla="*/ 3 h 20"/>
                <a:gd name="T2" fmla="*/ 7 w 16"/>
                <a:gd name="T3" fmla="*/ 9 h 20"/>
                <a:gd name="T4" fmla="*/ 9 w 16"/>
                <a:gd name="T5" fmla="*/ 30 h 20"/>
                <a:gd name="T6" fmla="*/ 11 w 16"/>
                <a:gd name="T7" fmla="*/ 12 h 20"/>
                <a:gd name="T8" fmla="*/ 23 w 16"/>
                <a:gd name="T9" fmla="*/ 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0">
                  <a:moveTo>
                    <a:pt x="16" y="3"/>
                  </a:moveTo>
                  <a:cubicBezTo>
                    <a:pt x="16" y="3"/>
                    <a:pt x="9" y="0"/>
                    <a:pt x="4" y="6"/>
                  </a:cubicBezTo>
                  <a:cubicBezTo>
                    <a:pt x="0" y="12"/>
                    <a:pt x="6" y="20"/>
                    <a:pt x="6" y="20"/>
                  </a:cubicBezTo>
                  <a:cubicBezTo>
                    <a:pt x="6" y="20"/>
                    <a:pt x="4" y="13"/>
                    <a:pt x="8" y="8"/>
                  </a:cubicBezTo>
                  <a:cubicBezTo>
                    <a:pt x="12" y="4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ABDD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819">
              <a:extLst>
                <a:ext uri="{FF2B5EF4-FFF2-40B4-BE49-F238E27FC236}">
                  <a16:creationId xmlns:a16="http://schemas.microsoft.com/office/drawing/2014/main" id="{916373A0-9839-4240-A79F-4AF074F8B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265"/>
              <a:ext cx="673" cy="588"/>
            </a:xfrm>
            <a:custGeom>
              <a:avLst/>
              <a:gdLst>
                <a:gd name="T0" fmla="*/ 27 w 580"/>
                <a:gd name="T1" fmla="*/ 729 h 528"/>
                <a:gd name="T2" fmla="*/ 898 w 580"/>
                <a:gd name="T3" fmla="*/ 24 h 528"/>
                <a:gd name="T4" fmla="*/ 878 w 580"/>
                <a:gd name="T5" fmla="*/ 0 h 528"/>
                <a:gd name="T6" fmla="*/ 0 w 580"/>
                <a:gd name="T7" fmla="*/ 700 h 528"/>
                <a:gd name="T8" fmla="*/ 27 w 580"/>
                <a:gd name="T9" fmla="*/ 729 h 5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528">
                  <a:moveTo>
                    <a:pt x="17" y="528"/>
                  </a:moveTo>
                  <a:cubicBezTo>
                    <a:pt x="17" y="528"/>
                    <a:pt x="505" y="71"/>
                    <a:pt x="575" y="18"/>
                  </a:cubicBezTo>
                  <a:cubicBezTo>
                    <a:pt x="575" y="18"/>
                    <a:pt x="580" y="2"/>
                    <a:pt x="562" y="0"/>
                  </a:cubicBezTo>
                  <a:cubicBezTo>
                    <a:pt x="0" y="507"/>
                    <a:pt x="0" y="507"/>
                    <a:pt x="0" y="507"/>
                  </a:cubicBezTo>
                  <a:lnTo>
                    <a:pt x="17" y="528"/>
                  </a:lnTo>
                  <a:close/>
                </a:path>
              </a:pathLst>
            </a:custGeom>
            <a:solidFill>
              <a:srgbClr val="00A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820">
              <a:extLst>
                <a:ext uri="{FF2B5EF4-FFF2-40B4-BE49-F238E27FC236}">
                  <a16:creationId xmlns:a16="http://schemas.microsoft.com/office/drawing/2014/main" id="{ADFA162B-A2DD-4D18-A4B8-33B7D1A21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265"/>
              <a:ext cx="666" cy="588"/>
            </a:xfrm>
            <a:custGeom>
              <a:avLst/>
              <a:gdLst>
                <a:gd name="T0" fmla="*/ 9 w 574"/>
                <a:gd name="T1" fmla="*/ 708 h 528"/>
                <a:gd name="T2" fmla="*/ 888 w 574"/>
                <a:gd name="T3" fmla="*/ 9 h 528"/>
                <a:gd name="T4" fmla="*/ 897 w 574"/>
                <a:gd name="T5" fmla="*/ 11 h 528"/>
                <a:gd name="T6" fmla="*/ 878 w 574"/>
                <a:gd name="T7" fmla="*/ 0 h 528"/>
                <a:gd name="T8" fmla="*/ 0 w 574"/>
                <a:gd name="T9" fmla="*/ 700 h 528"/>
                <a:gd name="T10" fmla="*/ 27 w 574"/>
                <a:gd name="T11" fmla="*/ 729 h 528"/>
                <a:gd name="T12" fmla="*/ 28 w 574"/>
                <a:gd name="T13" fmla="*/ 728 h 528"/>
                <a:gd name="T14" fmla="*/ 9 w 574"/>
                <a:gd name="T15" fmla="*/ 708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4" h="528">
                  <a:moveTo>
                    <a:pt x="6" y="513"/>
                  </a:moveTo>
                  <a:cubicBezTo>
                    <a:pt x="568" y="6"/>
                    <a:pt x="568" y="6"/>
                    <a:pt x="568" y="6"/>
                  </a:cubicBezTo>
                  <a:cubicBezTo>
                    <a:pt x="571" y="6"/>
                    <a:pt x="573" y="7"/>
                    <a:pt x="574" y="8"/>
                  </a:cubicBezTo>
                  <a:cubicBezTo>
                    <a:pt x="573" y="4"/>
                    <a:pt x="570" y="1"/>
                    <a:pt x="562" y="0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17" y="528"/>
                    <a:pt x="17" y="528"/>
                    <a:pt x="17" y="528"/>
                  </a:cubicBezTo>
                  <a:cubicBezTo>
                    <a:pt x="17" y="528"/>
                    <a:pt x="17" y="528"/>
                    <a:pt x="18" y="527"/>
                  </a:cubicBezTo>
                  <a:lnTo>
                    <a:pt x="6" y="513"/>
                  </a:lnTo>
                  <a:close/>
                </a:path>
              </a:pathLst>
            </a:custGeom>
            <a:solidFill>
              <a:srgbClr val="009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821">
              <a:extLst>
                <a:ext uri="{FF2B5EF4-FFF2-40B4-BE49-F238E27FC236}">
                  <a16:creationId xmlns:a16="http://schemas.microsoft.com/office/drawing/2014/main" id="{8D987D60-C941-48AD-B75E-1924BBF0E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279"/>
              <a:ext cx="631" cy="544"/>
            </a:xfrm>
            <a:custGeom>
              <a:avLst/>
              <a:gdLst>
                <a:gd name="T0" fmla="*/ 0 w 543"/>
                <a:gd name="T1" fmla="*/ 676 h 488"/>
                <a:gd name="T2" fmla="*/ 852 w 543"/>
                <a:gd name="T3" fmla="*/ 0 h 488"/>
                <a:gd name="T4" fmla="*/ 0 w 543"/>
                <a:gd name="T5" fmla="*/ 676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3" h="488">
                  <a:moveTo>
                    <a:pt x="0" y="488"/>
                  </a:moveTo>
                  <a:cubicBezTo>
                    <a:pt x="543" y="0"/>
                    <a:pt x="543" y="0"/>
                    <a:pt x="543" y="0"/>
                  </a:cubicBezTo>
                  <a:cubicBezTo>
                    <a:pt x="543" y="0"/>
                    <a:pt x="114" y="392"/>
                    <a:pt x="0" y="488"/>
                  </a:cubicBezTo>
                  <a:close/>
                </a:path>
              </a:pathLst>
            </a:custGeom>
            <a:solidFill>
              <a:srgbClr val="ABDD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822">
              <a:extLst>
                <a:ext uri="{FF2B5EF4-FFF2-40B4-BE49-F238E27FC236}">
                  <a16:creationId xmlns:a16="http://schemas.microsoft.com/office/drawing/2014/main" id="{B64C9A94-319B-4BC6-A041-FFDA45704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265"/>
              <a:ext cx="673" cy="588"/>
            </a:xfrm>
            <a:custGeom>
              <a:avLst/>
              <a:gdLst>
                <a:gd name="T0" fmla="*/ 27 w 580"/>
                <a:gd name="T1" fmla="*/ 729 h 528"/>
                <a:gd name="T2" fmla="*/ 898 w 580"/>
                <a:gd name="T3" fmla="*/ 24 h 528"/>
                <a:gd name="T4" fmla="*/ 878 w 580"/>
                <a:gd name="T5" fmla="*/ 0 h 528"/>
                <a:gd name="T6" fmla="*/ 0 w 580"/>
                <a:gd name="T7" fmla="*/ 700 h 528"/>
                <a:gd name="T8" fmla="*/ 27 w 580"/>
                <a:gd name="T9" fmla="*/ 729 h 5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0" h="528">
                  <a:moveTo>
                    <a:pt x="17" y="528"/>
                  </a:moveTo>
                  <a:cubicBezTo>
                    <a:pt x="17" y="528"/>
                    <a:pt x="505" y="71"/>
                    <a:pt x="575" y="18"/>
                  </a:cubicBezTo>
                  <a:cubicBezTo>
                    <a:pt x="575" y="18"/>
                    <a:pt x="580" y="2"/>
                    <a:pt x="562" y="0"/>
                  </a:cubicBezTo>
                  <a:cubicBezTo>
                    <a:pt x="0" y="507"/>
                    <a:pt x="0" y="507"/>
                    <a:pt x="0" y="507"/>
                  </a:cubicBezTo>
                  <a:lnTo>
                    <a:pt x="17" y="528"/>
                  </a:lnTo>
                  <a:close/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Oval 823">
              <a:extLst>
                <a:ext uri="{FF2B5EF4-FFF2-40B4-BE49-F238E27FC236}">
                  <a16:creationId xmlns:a16="http://schemas.microsoft.com/office/drawing/2014/main" id="{7C02CBCC-3BF4-48C1-B51E-325F48237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4" y="1826"/>
              <a:ext cx="31" cy="29"/>
            </a:xfrm>
            <a:prstGeom prst="ellipse">
              <a:avLst/>
            </a:prstGeom>
            <a:solidFill>
              <a:srgbClr val="64C6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648" name="Oval 824">
              <a:extLst>
                <a:ext uri="{FF2B5EF4-FFF2-40B4-BE49-F238E27FC236}">
                  <a16:creationId xmlns:a16="http://schemas.microsoft.com/office/drawing/2014/main" id="{4A45040C-A598-4192-9E57-A19E28074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4" y="1825"/>
              <a:ext cx="31" cy="30"/>
            </a:xfrm>
            <a:prstGeom prst="ellipse">
              <a:avLst/>
            </a:prstGeom>
            <a:noFill/>
            <a:ln w="3175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649" name="Freeform 825">
              <a:extLst>
                <a:ext uri="{FF2B5EF4-FFF2-40B4-BE49-F238E27FC236}">
                  <a16:creationId xmlns:a16="http://schemas.microsoft.com/office/drawing/2014/main" id="{7D2D4159-C7AE-47F5-AB65-FC75AB0E8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827"/>
              <a:ext cx="17" cy="21"/>
            </a:xfrm>
            <a:custGeom>
              <a:avLst/>
              <a:gdLst>
                <a:gd name="T0" fmla="*/ 22 w 15"/>
                <a:gd name="T1" fmla="*/ 3 h 19"/>
                <a:gd name="T2" fmla="*/ 7 w 15"/>
                <a:gd name="T3" fmla="*/ 9 h 19"/>
                <a:gd name="T4" fmla="*/ 8 w 15"/>
                <a:gd name="T5" fmla="*/ 25 h 19"/>
                <a:gd name="T6" fmla="*/ 11 w 15"/>
                <a:gd name="T7" fmla="*/ 11 h 19"/>
                <a:gd name="T8" fmla="*/ 22 w 15"/>
                <a:gd name="T9" fmla="*/ 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">
                  <a:moveTo>
                    <a:pt x="15" y="3"/>
                  </a:moveTo>
                  <a:cubicBezTo>
                    <a:pt x="15" y="3"/>
                    <a:pt x="8" y="0"/>
                    <a:pt x="4" y="6"/>
                  </a:cubicBezTo>
                  <a:cubicBezTo>
                    <a:pt x="0" y="12"/>
                    <a:pt x="5" y="19"/>
                    <a:pt x="5" y="19"/>
                  </a:cubicBezTo>
                  <a:cubicBezTo>
                    <a:pt x="5" y="19"/>
                    <a:pt x="4" y="12"/>
                    <a:pt x="8" y="8"/>
                  </a:cubicBezTo>
                  <a:cubicBezTo>
                    <a:pt x="12" y="3"/>
                    <a:pt x="15" y="3"/>
                    <a:pt x="15" y="3"/>
                  </a:cubicBezTo>
                  <a:close/>
                </a:path>
              </a:pathLst>
            </a:custGeom>
            <a:solidFill>
              <a:srgbClr val="ABDD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826">
              <a:extLst>
                <a:ext uri="{FF2B5EF4-FFF2-40B4-BE49-F238E27FC236}">
                  <a16:creationId xmlns:a16="http://schemas.microsoft.com/office/drawing/2014/main" id="{3913F373-6365-46A4-B9FA-C02B28546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299"/>
              <a:ext cx="672" cy="588"/>
            </a:xfrm>
            <a:custGeom>
              <a:avLst/>
              <a:gdLst>
                <a:gd name="T0" fmla="*/ 27 w 579"/>
                <a:gd name="T1" fmla="*/ 729 h 528"/>
                <a:gd name="T2" fmla="*/ 897 w 579"/>
                <a:gd name="T3" fmla="*/ 24 h 528"/>
                <a:gd name="T4" fmla="*/ 879 w 579"/>
                <a:gd name="T5" fmla="*/ 0 h 528"/>
                <a:gd name="T6" fmla="*/ 0 w 579"/>
                <a:gd name="T7" fmla="*/ 700 h 528"/>
                <a:gd name="T8" fmla="*/ 27 w 579"/>
                <a:gd name="T9" fmla="*/ 729 h 5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9" h="528">
                  <a:moveTo>
                    <a:pt x="17" y="528"/>
                  </a:moveTo>
                  <a:cubicBezTo>
                    <a:pt x="17" y="528"/>
                    <a:pt x="505" y="71"/>
                    <a:pt x="574" y="18"/>
                  </a:cubicBezTo>
                  <a:cubicBezTo>
                    <a:pt x="574" y="18"/>
                    <a:pt x="579" y="2"/>
                    <a:pt x="562" y="0"/>
                  </a:cubicBezTo>
                  <a:cubicBezTo>
                    <a:pt x="0" y="507"/>
                    <a:pt x="0" y="507"/>
                    <a:pt x="0" y="507"/>
                  </a:cubicBezTo>
                  <a:lnTo>
                    <a:pt x="17" y="528"/>
                  </a:lnTo>
                  <a:close/>
                </a:path>
              </a:pathLst>
            </a:custGeom>
            <a:solidFill>
              <a:srgbClr val="00A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827">
              <a:extLst>
                <a:ext uri="{FF2B5EF4-FFF2-40B4-BE49-F238E27FC236}">
                  <a16:creationId xmlns:a16="http://schemas.microsoft.com/office/drawing/2014/main" id="{5993FC0C-8F9A-4662-A53F-09E96654D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299"/>
              <a:ext cx="666" cy="588"/>
            </a:xfrm>
            <a:custGeom>
              <a:avLst/>
              <a:gdLst>
                <a:gd name="T0" fmla="*/ 8 w 574"/>
                <a:gd name="T1" fmla="*/ 708 h 528"/>
                <a:gd name="T2" fmla="*/ 885 w 574"/>
                <a:gd name="T3" fmla="*/ 9 h 528"/>
                <a:gd name="T4" fmla="*/ 897 w 574"/>
                <a:gd name="T5" fmla="*/ 10 h 528"/>
                <a:gd name="T6" fmla="*/ 878 w 574"/>
                <a:gd name="T7" fmla="*/ 0 h 528"/>
                <a:gd name="T8" fmla="*/ 0 w 574"/>
                <a:gd name="T9" fmla="*/ 700 h 528"/>
                <a:gd name="T10" fmla="*/ 27 w 574"/>
                <a:gd name="T11" fmla="*/ 729 h 528"/>
                <a:gd name="T12" fmla="*/ 27 w 574"/>
                <a:gd name="T13" fmla="*/ 728 h 528"/>
                <a:gd name="T14" fmla="*/ 8 w 574"/>
                <a:gd name="T15" fmla="*/ 708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4" h="528">
                  <a:moveTo>
                    <a:pt x="5" y="513"/>
                  </a:moveTo>
                  <a:cubicBezTo>
                    <a:pt x="567" y="6"/>
                    <a:pt x="567" y="6"/>
                    <a:pt x="567" y="6"/>
                  </a:cubicBezTo>
                  <a:cubicBezTo>
                    <a:pt x="570" y="6"/>
                    <a:pt x="572" y="7"/>
                    <a:pt x="574" y="7"/>
                  </a:cubicBezTo>
                  <a:cubicBezTo>
                    <a:pt x="572" y="4"/>
                    <a:pt x="569" y="1"/>
                    <a:pt x="562" y="0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17" y="528"/>
                    <a:pt x="17" y="528"/>
                    <a:pt x="17" y="528"/>
                  </a:cubicBezTo>
                  <a:cubicBezTo>
                    <a:pt x="17" y="528"/>
                    <a:pt x="17" y="528"/>
                    <a:pt x="17" y="527"/>
                  </a:cubicBezTo>
                  <a:lnTo>
                    <a:pt x="5" y="513"/>
                  </a:lnTo>
                  <a:close/>
                </a:path>
              </a:pathLst>
            </a:custGeom>
            <a:solidFill>
              <a:srgbClr val="009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828">
              <a:extLst>
                <a:ext uri="{FF2B5EF4-FFF2-40B4-BE49-F238E27FC236}">
                  <a16:creationId xmlns:a16="http://schemas.microsoft.com/office/drawing/2014/main" id="{4FB48BF8-0027-48C5-A90B-436D2E5CA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314"/>
              <a:ext cx="630" cy="543"/>
            </a:xfrm>
            <a:custGeom>
              <a:avLst/>
              <a:gdLst>
                <a:gd name="T0" fmla="*/ 0 w 542"/>
                <a:gd name="T1" fmla="*/ 672 h 488"/>
                <a:gd name="T2" fmla="*/ 851 w 542"/>
                <a:gd name="T3" fmla="*/ 0 h 488"/>
                <a:gd name="T4" fmla="*/ 0 w 542"/>
                <a:gd name="T5" fmla="*/ 672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2" h="488">
                  <a:moveTo>
                    <a:pt x="0" y="488"/>
                  </a:moveTo>
                  <a:cubicBezTo>
                    <a:pt x="542" y="0"/>
                    <a:pt x="542" y="0"/>
                    <a:pt x="542" y="0"/>
                  </a:cubicBezTo>
                  <a:cubicBezTo>
                    <a:pt x="542" y="0"/>
                    <a:pt x="114" y="392"/>
                    <a:pt x="0" y="488"/>
                  </a:cubicBezTo>
                  <a:close/>
                </a:path>
              </a:pathLst>
            </a:custGeom>
            <a:solidFill>
              <a:srgbClr val="ABDD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829">
              <a:extLst>
                <a:ext uri="{FF2B5EF4-FFF2-40B4-BE49-F238E27FC236}">
                  <a16:creationId xmlns:a16="http://schemas.microsoft.com/office/drawing/2014/main" id="{08DE064E-42C9-4912-AAC9-63D9D1518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299"/>
              <a:ext cx="672" cy="588"/>
            </a:xfrm>
            <a:custGeom>
              <a:avLst/>
              <a:gdLst>
                <a:gd name="T0" fmla="*/ 27 w 579"/>
                <a:gd name="T1" fmla="*/ 729 h 528"/>
                <a:gd name="T2" fmla="*/ 897 w 579"/>
                <a:gd name="T3" fmla="*/ 24 h 528"/>
                <a:gd name="T4" fmla="*/ 879 w 579"/>
                <a:gd name="T5" fmla="*/ 0 h 528"/>
                <a:gd name="T6" fmla="*/ 0 w 579"/>
                <a:gd name="T7" fmla="*/ 700 h 528"/>
                <a:gd name="T8" fmla="*/ 27 w 579"/>
                <a:gd name="T9" fmla="*/ 729 h 5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9" h="528">
                  <a:moveTo>
                    <a:pt x="17" y="528"/>
                  </a:moveTo>
                  <a:cubicBezTo>
                    <a:pt x="17" y="528"/>
                    <a:pt x="505" y="71"/>
                    <a:pt x="574" y="18"/>
                  </a:cubicBezTo>
                  <a:cubicBezTo>
                    <a:pt x="574" y="18"/>
                    <a:pt x="579" y="2"/>
                    <a:pt x="562" y="0"/>
                  </a:cubicBezTo>
                  <a:cubicBezTo>
                    <a:pt x="0" y="507"/>
                    <a:pt x="0" y="507"/>
                    <a:pt x="0" y="507"/>
                  </a:cubicBezTo>
                  <a:lnTo>
                    <a:pt x="17" y="528"/>
                  </a:lnTo>
                  <a:close/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Oval 830">
              <a:extLst>
                <a:ext uri="{FF2B5EF4-FFF2-40B4-BE49-F238E27FC236}">
                  <a16:creationId xmlns:a16="http://schemas.microsoft.com/office/drawing/2014/main" id="{0D734F1D-AB90-4474-8B90-2CCF2E0F5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1859"/>
              <a:ext cx="30" cy="30"/>
            </a:xfrm>
            <a:prstGeom prst="ellipse">
              <a:avLst/>
            </a:prstGeom>
            <a:solidFill>
              <a:srgbClr val="64C6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655" name="Oval 831">
              <a:extLst>
                <a:ext uri="{FF2B5EF4-FFF2-40B4-BE49-F238E27FC236}">
                  <a16:creationId xmlns:a16="http://schemas.microsoft.com/office/drawing/2014/main" id="{497C56AB-B249-4EB2-8624-39B765FEE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1859"/>
              <a:ext cx="30" cy="30"/>
            </a:xfrm>
            <a:prstGeom prst="ellipse">
              <a:avLst/>
            </a:prstGeom>
            <a:noFill/>
            <a:ln w="3175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656" name="Freeform 832">
              <a:extLst>
                <a:ext uri="{FF2B5EF4-FFF2-40B4-BE49-F238E27FC236}">
                  <a16:creationId xmlns:a16="http://schemas.microsoft.com/office/drawing/2014/main" id="{416050C0-6AB0-4567-8CF4-7D8295F84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862"/>
              <a:ext cx="19" cy="21"/>
            </a:xfrm>
            <a:custGeom>
              <a:avLst/>
              <a:gdLst>
                <a:gd name="T0" fmla="*/ 27 w 16"/>
                <a:gd name="T1" fmla="*/ 3 h 19"/>
                <a:gd name="T2" fmla="*/ 7 w 16"/>
                <a:gd name="T3" fmla="*/ 9 h 19"/>
                <a:gd name="T4" fmla="*/ 10 w 16"/>
                <a:gd name="T5" fmla="*/ 25 h 19"/>
                <a:gd name="T6" fmla="*/ 14 w 16"/>
                <a:gd name="T7" fmla="*/ 11 h 19"/>
                <a:gd name="T8" fmla="*/ 27 w 16"/>
                <a:gd name="T9" fmla="*/ 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16" y="3"/>
                  </a:moveTo>
                  <a:cubicBezTo>
                    <a:pt x="16" y="3"/>
                    <a:pt x="9" y="0"/>
                    <a:pt x="4" y="6"/>
                  </a:cubicBezTo>
                  <a:cubicBezTo>
                    <a:pt x="0" y="12"/>
                    <a:pt x="6" y="19"/>
                    <a:pt x="6" y="19"/>
                  </a:cubicBezTo>
                  <a:cubicBezTo>
                    <a:pt x="6" y="19"/>
                    <a:pt x="4" y="12"/>
                    <a:pt x="8" y="8"/>
                  </a:cubicBezTo>
                  <a:cubicBezTo>
                    <a:pt x="12" y="3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ABDD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833">
              <a:extLst>
                <a:ext uri="{FF2B5EF4-FFF2-40B4-BE49-F238E27FC236}">
                  <a16:creationId xmlns:a16="http://schemas.microsoft.com/office/drawing/2014/main" id="{AA152488-1939-451A-8184-6B79930E8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350"/>
              <a:ext cx="628" cy="552"/>
            </a:xfrm>
            <a:custGeom>
              <a:avLst/>
              <a:gdLst>
                <a:gd name="T0" fmla="*/ 27 w 541"/>
                <a:gd name="T1" fmla="*/ 687 h 495"/>
                <a:gd name="T2" fmla="*/ 838 w 541"/>
                <a:gd name="T3" fmla="*/ 25 h 495"/>
                <a:gd name="T4" fmla="*/ 820 w 541"/>
                <a:gd name="T5" fmla="*/ 0 h 495"/>
                <a:gd name="T6" fmla="*/ 0 w 541"/>
                <a:gd name="T7" fmla="*/ 658 h 495"/>
                <a:gd name="T8" fmla="*/ 27 w 541"/>
                <a:gd name="T9" fmla="*/ 687 h 4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1" h="495">
                  <a:moveTo>
                    <a:pt x="17" y="495"/>
                  </a:moveTo>
                  <a:cubicBezTo>
                    <a:pt x="17" y="495"/>
                    <a:pt x="467" y="71"/>
                    <a:pt x="536" y="18"/>
                  </a:cubicBezTo>
                  <a:cubicBezTo>
                    <a:pt x="536" y="18"/>
                    <a:pt x="541" y="2"/>
                    <a:pt x="524" y="0"/>
                  </a:cubicBezTo>
                  <a:cubicBezTo>
                    <a:pt x="0" y="474"/>
                    <a:pt x="0" y="474"/>
                    <a:pt x="0" y="474"/>
                  </a:cubicBezTo>
                  <a:lnTo>
                    <a:pt x="17" y="495"/>
                  </a:lnTo>
                  <a:close/>
                </a:path>
              </a:pathLst>
            </a:custGeom>
            <a:solidFill>
              <a:srgbClr val="00A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834">
              <a:extLst>
                <a:ext uri="{FF2B5EF4-FFF2-40B4-BE49-F238E27FC236}">
                  <a16:creationId xmlns:a16="http://schemas.microsoft.com/office/drawing/2014/main" id="{FEC84959-74CC-491B-8223-37526C330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350"/>
              <a:ext cx="622" cy="552"/>
            </a:xfrm>
            <a:custGeom>
              <a:avLst/>
              <a:gdLst>
                <a:gd name="T0" fmla="*/ 9 w 536"/>
                <a:gd name="T1" fmla="*/ 666 h 495"/>
                <a:gd name="T2" fmla="*/ 827 w 536"/>
                <a:gd name="T3" fmla="*/ 9 h 495"/>
                <a:gd name="T4" fmla="*/ 838 w 536"/>
                <a:gd name="T5" fmla="*/ 11 h 495"/>
                <a:gd name="T6" fmla="*/ 819 w 536"/>
                <a:gd name="T7" fmla="*/ 0 h 495"/>
                <a:gd name="T8" fmla="*/ 0 w 536"/>
                <a:gd name="T9" fmla="*/ 658 h 495"/>
                <a:gd name="T10" fmla="*/ 27 w 536"/>
                <a:gd name="T11" fmla="*/ 687 h 495"/>
                <a:gd name="T12" fmla="*/ 28 w 536"/>
                <a:gd name="T13" fmla="*/ 685 h 495"/>
                <a:gd name="T14" fmla="*/ 9 w 536"/>
                <a:gd name="T15" fmla="*/ 666 h 4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6" h="495">
                  <a:moveTo>
                    <a:pt x="6" y="480"/>
                  </a:moveTo>
                  <a:cubicBezTo>
                    <a:pt x="529" y="6"/>
                    <a:pt x="529" y="6"/>
                    <a:pt x="529" y="6"/>
                  </a:cubicBezTo>
                  <a:cubicBezTo>
                    <a:pt x="532" y="6"/>
                    <a:pt x="534" y="7"/>
                    <a:pt x="536" y="8"/>
                  </a:cubicBezTo>
                  <a:cubicBezTo>
                    <a:pt x="534" y="4"/>
                    <a:pt x="531" y="1"/>
                    <a:pt x="524" y="0"/>
                  </a:cubicBezTo>
                  <a:cubicBezTo>
                    <a:pt x="0" y="474"/>
                    <a:pt x="0" y="474"/>
                    <a:pt x="0" y="474"/>
                  </a:cubicBezTo>
                  <a:cubicBezTo>
                    <a:pt x="17" y="495"/>
                    <a:pt x="17" y="495"/>
                    <a:pt x="17" y="495"/>
                  </a:cubicBezTo>
                  <a:cubicBezTo>
                    <a:pt x="17" y="495"/>
                    <a:pt x="17" y="495"/>
                    <a:pt x="18" y="494"/>
                  </a:cubicBezTo>
                  <a:lnTo>
                    <a:pt x="6" y="480"/>
                  </a:lnTo>
                  <a:close/>
                </a:path>
              </a:pathLst>
            </a:custGeom>
            <a:solidFill>
              <a:srgbClr val="009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835">
              <a:extLst>
                <a:ext uri="{FF2B5EF4-FFF2-40B4-BE49-F238E27FC236}">
                  <a16:creationId xmlns:a16="http://schemas.microsoft.com/office/drawing/2014/main" id="{8242390C-445F-478A-AFB4-0F0A986B7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365"/>
              <a:ext cx="586" cy="505"/>
            </a:xfrm>
            <a:custGeom>
              <a:avLst/>
              <a:gdLst>
                <a:gd name="T0" fmla="*/ 0 w 504"/>
                <a:gd name="T1" fmla="*/ 625 h 454"/>
                <a:gd name="T2" fmla="*/ 792 w 504"/>
                <a:gd name="T3" fmla="*/ 0 h 454"/>
                <a:gd name="T4" fmla="*/ 0 w 504"/>
                <a:gd name="T5" fmla="*/ 625 h 4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" h="454">
                  <a:moveTo>
                    <a:pt x="0" y="454"/>
                  </a:moveTo>
                  <a:cubicBezTo>
                    <a:pt x="504" y="0"/>
                    <a:pt x="504" y="0"/>
                    <a:pt x="504" y="0"/>
                  </a:cubicBezTo>
                  <a:cubicBezTo>
                    <a:pt x="504" y="0"/>
                    <a:pt x="114" y="359"/>
                    <a:pt x="0" y="454"/>
                  </a:cubicBezTo>
                  <a:close/>
                </a:path>
              </a:pathLst>
            </a:custGeom>
            <a:solidFill>
              <a:srgbClr val="ABDD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836">
              <a:extLst>
                <a:ext uri="{FF2B5EF4-FFF2-40B4-BE49-F238E27FC236}">
                  <a16:creationId xmlns:a16="http://schemas.microsoft.com/office/drawing/2014/main" id="{FD67A817-D778-42C4-9F88-28C3D0FB8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350"/>
              <a:ext cx="628" cy="552"/>
            </a:xfrm>
            <a:custGeom>
              <a:avLst/>
              <a:gdLst>
                <a:gd name="T0" fmla="*/ 27 w 541"/>
                <a:gd name="T1" fmla="*/ 687 h 495"/>
                <a:gd name="T2" fmla="*/ 838 w 541"/>
                <a:gd name="T3" fmla="*/ 25 h 495"/>
                <a:gd name="T4" fmla="*/ 820 w 541"/>
                <a:gd name="T5" fmla="*/ 0 h 495"/>
                <a:gd name="T6" fmla="*/ 0 w 541"/>
                <a:gd name="T7" fmla="*/ 658 h 495"/>
                <a:gd name="T8" fmla="*/ 27 w 541"/>
                <a:gd name="T9" fmla="*/ 687 h 4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1" h="495">
                  <a:moveTo>
                    <a:pt x="17" y="495"/>
                  </a:moveTo>
                  <a:cubicBezTo>
                    <a:pt x="17" y="495"/>
                    <a:pt x="467" y="71"/>
                    <a:pt x="536" y="18"/>
                  </a:cubicBezTo>
                  <a:cubicBezTo>
                    <a:pt x="536" y="18"/>
                    <a:pt x="541" y="2"/>
                    <a:pt x="524" y="0"/>
                  </a:cubicBezTo>
                  <a:cubicBezTo>
                    <a:pt x="0" y="474"/>
                    <a:pt x="0" y="474"/>
                    <a:pt x="0" y="474"/>
                  </a:cubicBezTo>
                  <a:lnTo>
                    <a:pt x="17" y="495"/>
                  </a:lnTo>
                  <a:close/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Oval 837">
              <a:extLst>
                <a:ext uri="{FF2B5EF4-FFF2-40B4-BE49-F238E27FC236}">
                  <a16:creationId xmlns:a16="http://schemas.microsoft.com/office/drawing/2014/main" id="{E325CCCC-9563-41EF-BBCF-3A2679C58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874"/>
              <a:ext cx="32" cy="30"/>
            </a:xfrm>
            <a:prstGeom prst="ellipse">
              <a:avLst/>
            </a:prstGeom>
            <a:solidFill>
              <a:srgbClr val="64C6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662" name="Oval 838">
              <a:extLst>
                <a:ext uri="{FF2B5EF4-FFF2-40B4-BE49-F238E27FC236}">
                  <a16:creationId xmlns:a16="http://schemas.microsoft.com/office/drawing/2014/main" id="{52CFAAC3-A2EE-4F75-8988-F14394DF6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874"/>
              <a:ext cx="32" cy="30"/>
            </a:xfrm>
            <a:prstGeom prst="ellipse">
              <a:avLst/>
            </a:prstGeom>
            <a:noFill/>
            <a:ln w="3175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663" name="Freeform 839">
              <a:extLst>
                <a:ext uri="{FF2B5EF4-FFF2-40B4-BE49-F238E27FC236}">
                  <a16:creationId xmlns:a16="http://schemas.microsoft.com/office/drawing/2014/main" id="{35492E06-3C25-4585-B738-A7FD99F37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875"/>
              <a:ext cx="18" cy="22"/>
            </a:xfrm>
            <a:custGeom>
              <a:avLst/>
              <a:gdLst>
                <a:gd name="T0" fmla="*/ 26 w 15"/>
                <a:gd name="T1" fmla="*/ 3 h 20"/>
                <a:gd name="T2" fmla="*/ 7 w 15"/>
                <a:gd name="T3" fmla="*/ 10 h 20"/>
                <a:gd name="T4" fmla="*/ 8 w 15"/>
                <a:gd name="T5" fmla="*/ 26 h 20"/>
                <a:gd name="T6" fmla="*/ 14 w 15"/>
                <a:gd name="T7" fmla="*/ 12 h 20"/>
                <a:gd name="T8" fmla="*/ 26 w 15"/>
                <a:gd name="T9" fmla="*/ 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15" y="3"/>
                  </a:moveTo>
                  <a:cubicBezTo>
                    <a:pt x="15" y="3"/>
                    <a:pt x="8" y="0"/>
                    <a:pt x="4" y="7"/>
                  </a:cubicBezTo>
                  <a:cubicBezTo>
                    <a:pt x="0" y="13"/>
                    <a:pt x="5" y="20"/>
                    <a:pt x="5" y="20"/>
                  </a:cubicBezTo>
                  <a:cubicBezTo>
                    <a:pt x="5" y="20"/>
                    <a:pt x="3" y="13"/>
                    <a:pt x="8" y="9"/>
                  </a:cubicBezTo>
                  <a:cubicBezTo>
                    <a:pt x="12" y="4"/>
                    <a:pt x="15" y="3"/>
                    <a:pt x="15" y="3"/>
                  </a:cubicBezTo>
                  <a:close/>
                </a:path>
              </a:pathLst>
            </a:custGeom>
            <a:solidFill>
              <a:srgbClr val="ABDD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840">
              <a:extLst>
                <a:ext uri="{FF2B5EF4-FFF2-40B4-BE49-F238E27FC236}">
                  <a16:creationId xmlns:a16="http://schemas.microsoft.com/office/drawing/2014/main" id="{4614CF2B-53A6-4BAE-9E1F-33853214D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380"/>
              <a:ext cx="652" cy="573"/>
            </a:xfrm>
            <a:custGeom>
              <a:avLst/>
              <a:gdLst>
                <a:gd name="T0" fmla="*/ 26 w 562"/>
                <a:gd name="T1" fmla="*/ 712 h 514"/>
                <a:gd name="T2" fmla="*/ 869 w 562"/>
                <a:gd name="T3" fmla="*/ 25 h 514"/>
                <a:gd name="T4" fmla="*/ 850 w 562"/>
                <a:gd name="T5" fmla="*/ 0 h 514"/>
                <a:gd name="T6" fmla="*/ 0 w 562"/>
                <a:gd name="T7" fmla="*/ 684 h 514"/>
                <a:gd name="T8" fmla="*/ 26 w 562"/>
                <a:gd name="T9" fmla="*/ 712 h 5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2" h="514">
                  <a:moveTo>
                    <a:pt x="16" y="514"/>
                  </a:moveTo>
                  <a:cubicBezTo>
                    <a:pt x="16" y="514"/>
                    <a:pt x="488" y="72"/>
                    <a:pt x="557" y="18"/>
                  </a:cubicBezTo>
                  <a:cubicBezTo>
                    <a:pt x="557" y="18"/>
                    <a:pt x="562" y="2"/>
                    <a:pt x="545" y="0"/>
                  </a:cubicBezTo>
                  <a:cubicBezTo>
                    <a:pt x="0" y="494"/>
                    <a:pt x="0" y="494"/>
                    <a:pt x="0" y="494"/>
                  </a:cubicBezTo>
                  <a:lnTo>
                    <a:pt x="16" y="514"/>
                  </a:lnTo>
                  <a:close/>
                </a:path>
              </a:pathLst>
            </a:custGeom>
            <a:solidFill>
              <a:srgbClr val="00A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841">
              <a:extLst>
                <a:ext uri="{FF2B5EF4-FFF2-40B4-BE49-F238E27FC236}">
                  <a16:creationId xmlns:a16="http://schemas.microsoft.com/office/drawing/2014/main" id="{EA62EF58-21EE-4221-A038-A7DC0D762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380"/>
              <a:ext cx="647" cy="573"/>
            </a:xfrm>
            <a:custGeom>
              <a:avLst/>
              <a:gdLst>
                <a:gd name="T0" fmla="*/ 8 w 557"/>
                <a:gd name="T1" fmla="*/ 691 h 514"/>
                <a:gd name="T2" fmla="*/ 862 w 557"/>
                <a:gd name="T3" fmla="*/ 9 h 514"/>
                <a:gd name="T4" fmla="*/ 874 w 557"/>
                <a:gd name="T5" fmla="*/ 11 h 514"/>
                <a:gd name="T6" fmla="*/ 854 w 557"/>
                <a:gd name="T7" fmla="*/ 0 h 514"/>
                <a:gd name="T8" fmla="*/ 0 w 557"/>
                <a:gd name="T9" fmla="*/ 684 h 514"/>
                <a:gd name="T10" fmla="*/ 26 w 557"/>
                <a:gd name="T11" fmla="*/ 712 h 514"/>
                <a:gd name="T12" fmla="*/ 27 w 557"/>
                <a:gd name="T13" fmla="*/ 712 h 514"/>
                <a:gd name="T14" fmla="*/ 8 w 557"/>
                <a:gd name="T15" fmla="*/ 691 h 5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7" h="514">
                  <a:moveTo>
                    <a:pt x="5" y="499"/>
                  </a:moveTo>
                  <a:cubicBezTo>
                    <a:pt x="550" y="6"/>
                    <a:pt x="550" y="6"/>
                    <a:pt x="550" y="6"/>
                  </a:cubicBezTo>
                  <a:cubicBezTo>
                    <a:pt x="553" y="6"/>
                    <a:pt x="555" y="7"/>
                    <a:pt x="557" y="8"/>
                  </a:cubicBezTo>
                  <a:cubicBezTo>
                    <a:pt x="555" y="4"/>
                    <a:pt x="552" y="1"/>
                    <a:pt x="545" y="0"/>
                  </a:cubicBezTo>
                  <a:cubicBezTo>
                    <a:pt x="0" y="494"/>
                    <a:pt x="0" y="494"/>
                    <a:pt x="0" y="494"/>
                  </a:cubicBezTo>
                  <a:cubicBezTo>
                    <a:pt x="16" y="514"/>
                    <a:pt x="16" y="514"/>
                    <a:pt x="16" y="514"/>
                  </a:cubicBezTo>
                  <a:cubicBezTo>
                    <a:pt x="16" y="514"/>
                    <a:pt x="17" y="514"/>
                    <a:pt x="17" y="514"/>
                  </a:cubicBezTo>
                  <a:lnTo>
                    <a:pt x="5" y="499"/>
                  </a:lnTo>
                  <a:close/>
                </a:path>
              </a:pathLst>
            </a:custGeom>
            <a:solidFill>
              <a:srgbClr val="009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842">
              <a:extLst>
                <a:ext uri="{FF2B5EF4-FFF2-40B4-BE49-F238E27FC236}">
                  <a16:creationId xmlns:a16="http://schemas.microsoft.com/office/drawing/2014/main" id="{5AC188F2-CB13-453E-8C4B-EFBC24C96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395"/>
              <a:ext cx="611" cy="528"/>
            </a:xfrm>
            <a:custGeom>
              <a:avLst/>
              <a:gdLst>
                <a:gd name="T0" fmla="*/ 0 w 526"/>
                <a:gd name="T1" fmla="*/ 655 h 474"/>
                <a:gd name="T2" fmla="*/ 825 w 526"/>
                <a:gd name="T3" fmla="*/ 0 h 474"/>
                <a:gd name="T4" fmla="*/ 0 w 526"/>
                <a:gd name="T5" fmla="*/ 655 h 4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6" h="474">
                  <a:moveTo>
                    <a:pt x="0" y="474"/>
                  </a:moveTo>
                  <a:cubicBezTo>
                    <a:pt x="526" y="0"/>
                    <a:pt x="526" y="0"/>
                    <a:pt x="526" y="0"/>
                  </a:cubicBezTo>
                  <a:cubicBezTo>
                    <a:pt x="526" y="0"/>
                    <a:pt x="115" y="378"/>
                    <a:pt x="0" y="474"/>
                  </a:cubicBezTo>
                  <a:close/>
                </a:path>
              </a:pathLst>
            </a:custGeom>
            <a:solidFill>
              <a:srgbClr val="ABDD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843">
              <a:extLst>
                <a:ext uri="{FF2B5EF4-FFF2-40B4-BE49-F238E27FC236}">
                  <a16:creationId xmlns:a16="http://schemas.microsoft.com/office/drawing/2014/main" id="{28BAD6EB-F6FA-48AA-8B0C-BB73959F2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380"/>
              <a:ext cx="652" cy="573"/>
            </a:xfrm>
            <a:custGeom>
              <a:avLst/>
              <a:gdLst>
                <a:gd name="T0" fmla="*/ 26 w 562"/>
                <a:gd name="T1" fmla="*/ 712 h 514"/>
                <a:gd name="T2" fmla="*/ 869 w 562"/>
                <a:gd name="T3" fmla="*/ 25 h 514"/>
                <a:gd name="T4" fmla="*/ 850 w 562"/>
                <a:gd name="T5" fmla="*/ 0 h 514"/>
                <a:gd name="T6" fmla="*/ 0 w 562"/>
                <a:gd name="T7" fmla="*/ 684 h 514"/>
                <a:gd name="T8" fmla="*/ 26 w 562"/>
                <a:gd name="T9" fmla="*/ 712 h 5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2" h="514">
                  <a:moveTo>
                    <a:pt x="16" y="514"/>
                  </a:moveTo>
                  <a:cubicBezTo>
                    <a:pt x="16" y="514"/>
                    <a:pt x="488" y="72"/>
                    <a:pt x="557" y="18"/>
                  </a:cubicBezTo>
                  <a:cubicBezTo>
                    <a:pt x="557" y="18"/>
                    <a:pt x="562" y="2"/>
                    <a:pt x="545" y="0"/>
                  </a:cubicBezTo>
                  <a:cubicBezTo>
                    <a:pt x="0" y="494"/>
                    <a:pt x="0" y="494"/>
                    <a:pt x="0" y="494"/>
                  </a:cubicBezTo>
                  <a:lnTo>
                    <a:pt x="16" y="514"/>
                  </a:lnTo>
                  <a:close/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Oval 844">
              <a:extLst>
                <a:ext uri="{FF2B5EF4-FFF2-40B4-BE49-F238E27FC236}">
                  <a16:creationId xmlns:a16="http://schemas.microsoft.com/office/drawing/2014/main" id="{26DA817A-13F3-4986-8F1F-ACE0F175A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1926"/>
              <a:ext cx="31" cy="30"/>
            </a:xfrm>
            <a:prstGeom prst="ellipse">
              <a:avLst/>
            </a:prstGeom>
            <a:solidFill>
              <a:srgbClr val="64C6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669" name="Oval 845">
              <a:extLst>
                <a:ext uri="{FF2B5EF4-FFF2-40B4-BE49-F238E27FC236}">
                  <a16:creationId xmlns:a16="http://schemas.microsoft.com/office/drawing/2014/main" id="{D8BAF3D7-5794-461B-8461-7546BF747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1926"/>
              <a:ext cx="31" cy="30"/>
            </a:xfrm>
            <a:prstGeom prst="ellipse">
              <a:avLst/>
            </a:prstGeom>
            <a:noFill/>
            <a:ln w="3175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670" name="Freeform 846">
              <a:extLst>
                <a:ext uri="{FF2B5EF4-FFF2-40B4-BE49-F238E27FC236}">
                  <a16:creationId xmlns:a16="http://schemas.microsoft.com/office/drawing/2014/main" id="{D76285D8-284C-4F1D-A8A9-408AC3F49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927"/>
              <a:ext cx="18" cy="23"/>
            </a:xfrm>
            <a:custGeom>
              <a:avLst/>
              <a:gdLst>
                <a:gd name="T0" fmla="*/ 26 w 15"/>
                <a:gd name="T1" fmla="*/ 3 h 20"/>
                <a:gd name="T2" fmla="*/ 7 w 15"/>
                <a:gd name="T3" fmla="*/ 9 h 20"/>
                <a:gd name="T4" fmla="*/ 10 w 15"/>
                <a:gd name="T5" fmla="*/ 30 h 20"/>
                <a:gd name="T6" fmla="*/ 14 w 15"/>
                <a:gd name="T7" fmla="*/ 12 h 20"/>
                <a:gd name="T8" fmla="*/ 26 w 15"/>
                <a:gd name="T9" fmla="*/ 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15" y="3"/>
                  </a:moveTo>
                  <a:cubicBezTo>
                    <a:pt x="15" y="3"/>
                    <a:pt x="9" y="0"/>
                    <a:pt x="4" y="6"/>
                  </a:cubicBezTo>
                  <a:cubicBezTo>
                    <a:pt x="0" y="12"/>
                    <a:pt x="6" y="20"/>
                    <a:pt x="6" y="20"/>
                  </a:cubicBezTo>
                  <a:cubicBezTo>
                    <a:pt x="6" y="20"/>
                    <a:pt x="4" y="13"/>
                    <a:pt x="8" y="8"/>
                  </a:cubicBezTo>
                  <a:cubicBezTo>
                    <a:pt x="12" y="4"/>
                    <a:pt x="15" y="3"/>
                    <a:pt x="15" y="3"/>
                  </a:cubicBezTo>
                  <a:close/>
                </a:path>
              </a:pathLst>
            </a:custGeom>
            <a:solidFill>
              <a:srgbClr val="ABDD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847">
              <a:extLst>
                <a:ext uri="{FF2B5EF4-FFF2-40B4-BE49-F238E27FC236}">
                  <a16:creationId xmlns:a16="http://schemas.microsoft.com/office/drawing/2014/main" id="{DE3FB2D2-D1C0-4680-9BA2-0E0B095996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5" y="1154"/>
              <a:ext cx="1682" cy="650"/>
            </a:xfrm>
            <a:custGeom>
              <a:avLst/>
              <a:gdLst>
                <a:gd name="T0" fmla="*/ 1198 w 1449"/>
                <a:gd name="T1" fmla="*/ 0 h 583"/>
                <a:gd name="T2" fmla="*/ 0 w 1449"/>
                <a:gd name="T3" fmla="*/ 502 h 583"/>
                <a:gd name="T4" fmla="*/ 1494 w 1449"/>
                <a:gd name="T5" fmla="*/ 808 h 583"/>
                <a:gd name="T6" fmla="*/ 2266 w 1449"/>
                <a:gd name="T7" fmla="*/ 142 h 583"/>
                <a:gd name="T8" fmla="*/ 1198 w 1449"/>
                <a:gd name="T9" fmla="*/ 0 h 583"/>
                <a:gd name="T10" fmla="*/ 1305 w 1449"/>
                <a:gd name="T11" fmla="*/ 390 h 583"/>
                <a:gd name="T12" fmla="*/ 972 w 1449"/>
                <a:gd name="T13" fmla="*/ 259 h 583"/>
                <a:gd name="T14" fmla="*/ 1305 w 1449"/>
                <a:gd name="T15" fmla="*/ 129 h 583"/>
                <a:gd name="T16" fmla="*/ 1636 w 1449"/>
                <a:gd name="T17" fmla="*/ 259 h 583"/>
                <a:gd name="T18" fmla="*/ 1305 w 1449"/>
                <a:gd name="T19" fmla="*/ 390 h 5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9" h="583">
                  <a:moveTo>
                    <a:pt x="766" y="0"/>
                  </a:moveTo>
                  <a:cubicBezTo>
                    <a:pt x="766" y="0"/>
                    <a:pt x="343" y="141"/>
                    <a:pt x="0" y="362"/>
                  </a:cubicBezTo>
                  <a:cubicBezTo>
                    <a:pt x="955" y="583"/>
                    <a:pt x="955" y="583"/>
                    <a:pt x="955" y="583"/>
                  </a:cubicBezTo>
                  <a:cubicBezTo>
                    <a:pt x="1449" y="102"/>
                    <a:pt x="1449" y="102"/>
                    <a:pt x="1449" y="102"/>
                  </a:cubicBezTo>
                  <a:cubicBezTo>
                    <a:pt x="1449" y="102"/>
                    <a:pt x="1091" y="12"/>
                    <a:pt x="766" y="0"/>
                  </a:cubicBezTo>
                  <a:close/>
                  <a:moveTo>
                    <a:pt x="834" y="282"/>
                  </a:moveTo>
                  <a:cubicBezTo>
                    <a:pt x="717" y="282"/>
                    <a:pt x="621" y="240"/>
                    <a:pt x="621" y="187"/>
                  </a:cubicBezTo>
                  <a:cubicBezTo>
                    <a:pt x="621" y="135"/>
                    <a:pt x="717" y="93"/>
                    <a:pt x="834" y="93"/>
                  </a:cubicBezTo>
                  <a:cubicBezTo>
                    <a:pt x="951" y="93"/>
                    <a:pt x="1046" y="135"/>
                    <a:pt x="1046" y="187"/>
                  </a:cubicBezTo>
                  <a:cubicBezTo>
                    <a:pt x="1046" y="240"/>
                    <a:pt x="951" y="282"/>
                    <a:pt x="834" y="282"/>
                  </a:cubicBezTo>
                  <a:close/>
                </a:path>
              </a:pathLst>
            </a:custGeom>
            <a:solidFill>
              <a:srgbClr val="A96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848">
              <a:extLst>
                <a:ext uri="{FF2B5EF4-FFF2-40B4-BE49-F238E27FC236}">
                  <a16:creationId xmlns:a16="http://schemas.microsoft.com/office/drawing/2014/main" id="{3CF8D3B1-D079-4944-B851-3E2B0C12D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258"/>
              <a:ext cx="493" cy="140"/>
            </a:xfrm>
            <a:custGeom>
              <a:avLst/>
              <a:gdLst>
                <a:gd name="T0" fmla="*/ 333 w 425"/>
                <a:gd name="T1" fmla="*/ 86 h 126"/>
                <a:gd name="T2" fmla="*/ 645 w 425"/>
                <a:gd name="T3" fmla="*/ 173 h 126"/>
                <a:gd name="T4" fmla="*/ 664 w 425"/>
                <a:gd name="T5" fmla="*/ 129 h 126"/>
                <a:gd name="T6" fmla="*/ 333 w 425"/>
                <a:gd name="T7" fmla="*/ 0 h 126"/>
                <a:gd name="T8" fmla="*/ 0 w 425"/>
                <a:gd name="T9" fmla="*/ 129 h 126"/>
                <a:gd name="T10" fmla="*/ 19 w 425"/>
                <a:gd name="T11" fmla="*/ 173 h 126"/>
                <a:gd name="T12" fmla="*/ 333 w 425"/>
                <a:gd name="T13" fmla="*/ 86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5" h="126">
                  <a:moveTo>
                    <a:pt x="213" y="62"/>
                  </a:moveTo>
                  <a:cubicBezTo>
                    <a:pt x="306" y="62"/>
                    <a:pt x="385" y="89"/>
                    <a:pt x="413" y="126"/>
                  </a:cubicBezTo>
                  <a:cubicBezTo>
                    <a:pt x="421" y="116"/>
                    <a:pt x="425" y="105"/>
                    <a:pt x="425" y="94"/>
                  </a:cubicBezTo>
                  <a:cubicBezTo>
                    <a:pt x="425" y="42"/>
                    <a:pt x="330" y="0"/>
                    <a:pt x="213" y="0"/>
                  </a:cubicBezTo>
                  <a:cubicBezTo>
                    <a:pt x="96" y="0"/>
                    <a:pt x="0" y="42"/>
                    <a:pt x="0" y="94"/>
                  </a:cubicBezTo>
                  <a:cubicBezTo>
                    <a:pt x="0" y="105"/>
                    <a:pt x="5" y="116"/>
                    <a:pt x="12" y="126"/>
                  </a:cubicBezTo>
                  <a:cubicBezTo>
                    <a:pt x="41" y="89"/>
                    <a:pt x="120" y="62"/>
                    <a:pt x="213" y="62"/>
                  </a:cubicBezTo>
                  <a:close/>
                </a:path>
              </a:pathLst>
            </a:custGeom>
            <a:solidFill>
              <a:srgbClr val="794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849">
              <a:extLst>
                <a:ext uri="{FF2B5EF4-FFF2-40B4-BE49-F238E27FC236}">
                  <a16:creationId xmlns:a16="http://schemas.microsoft.com/office/drawing/2014/main" id="{FBA7A464-845D-4D8C-9B6D-401DA4DF5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258"/>
              <a:ext cx="493" cy="140"/>
            </a:xfrm>
            <a:custGeom>
              <a:avLst/>
              <a:gdLst>
                <a:gd name="T0" fmla="*/ 333 w 425"/>
                <a:gd name="T1" fmla="*/ 86 h 126"/>
                <a:gd name="T2" fmla="*/ 645 w 425"/>
                <a:gd name="T3" fmla="*/ 173 h 126"/>
                <a:gd name="T4" fmla="*/ 664 w 425"/>
                <a:gd name="T5" fmla="*/ 129 h 126"/>
                <a:gd name="T6" fmla="*/ 333 w 425"/>
                <a:gd name="T7" fmla="*/ 0 h 126"/>
                <a:gd name="T8" fmla="*/ 0 w 425"/>
                <a:gd name="T9" fmla="*/ 129 h 126"/>
                <a:gd name="T10" fmla="*/ 19 w 425"/>
                <a:gd name="T11" fmla="*/ 173 h 126"/>
                <a:gd name="T12" fmla="*/ 333 w 425"/>
                <a:gd name="T13" fmla="*/ 86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5" h="126">
                  <a:moveTo>
                    <a:pt x="213" y="62"/>
                  </a:moveTo>
                  <a:cubicBezTo>
                    <a:pt x="306" y="62"/>
                    <a:pt x="385" y="89"/>
                    <a:pt x="413" y="126"/>
                  </a:cubicBezTo>
                  <a:cubicBezTo>
                    <a:pt x="421" y="116"/>
                    <a:pt x="425" y="105"/>
                    <a:pt x="425" y="94"/>
                  </a:cubicBezTo>
                  <a:cubicBezTo>
                    <a:pt x="425" y="42"/>
                    <a:pt x="330" y="0"/>
                    <a:pt x="213" y="0"/>
                  </a:cubicBezTo>
                  <a:cubicBezTo>
                    <a:pt x="96" y="0"/>
                    <a:pt x="0" y="42"/>
                    <a:pt x="0" y="94"/>
                  </a:cubicBezTo>
                  <a:cubicBezTo>
                    <a:pt x="0" y="105"/>
                    <a:pt x="5" y="116"/>
                    <a:pt x="12" y="126"/>
                  </a:cubicBezTo>
                  <a:cubicBezTo>
                    <a:pt x="41" y="89"/>
                    <a:pt x="120" y="62"/>
                    <a:pt x="213" y="62"/>
                  </a:cubicBezTo>
                  <a:close/>
                </a:path>
              </a:pathLst>
            </a:custGeom>
            <a:noFill/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850">
              <a:extLst>
                <a:ext uri="{FF2B5EF4-FFF2-40B4-BE49-F238E27FC236}">
                  <a16:creationId xmlns:a16="http://schemas.microsoft.com/office/drawing/2014/main" id="{302AC74F-59DD-4C87-8BB3-47F4AF5807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5" y="1154"/>
              <a:ext cx="1682" cy="650"/>
            </a:xfrm>
            <a:custGeom>
              <a:avLst/>
              <a:gdLst>
                <a:gd name="T0" fmla="*/ 1198 w 1449"/>
                <a:gd name="T1" fmla="*/ 0 h 583"/>
                <a:gd name="T2" fmla="*/ 0 w 1449"/>
                <a:gd name="T3" fmla="*/ 502 h 583"/>
                <a:gd name="T4" fmla="*/ 1494 w 1449"/>
                <a:gd name="T5" fmla="*/ 808 h 583"/>
                <a:gd name="T6" fmla="*/ 2266 w 1449"/>
                <a:gd name="T7" fmla="*/ 142 h 583"/>
                <a:gd name="T8" fmla="*/ 1198 w 1449"/>
                <a:gd name="T9" fmla="*/ 0 h 583"/>
                <a:gd name="T10" fmla="*/ 1305 w 1449"/>
                <a:gd name="T11" fmla="*/ 390 h 583"/>
                <a:gd name="T12" fmla="*/ 972 w 1449"/>
                <a:gd name="T13" fmla="*/ 259 h 583"/>
                <a:gd name="T14" fmla="*/ 1305 w 1449"/>
                <a:gd name="T15" fmla="*/ 129 h 583"/>
                <a:gd name="T16" fmla="*/ 1636 w 1449"/>
                <a:gd name="T17" fmla="*/ 259 h 583"/>
                <a:gd name="T18" fmla="*/ 1305 w 1449"/>
                <a:gd name="T19" fmla="*/ 390 h 5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9" h="583">
                  <a:moveTo>
                    <a:pt x="766" y="0"/>
                  </a:moveTo>
                  <a:cubicBezTo>
                    <a:pt x="766" y="0"/>
                    <a:pt x="343" y="141"/>
                    <a:pt x="0" y="362"/>
                  </a:cubicBezTo>
                  <a:cubicBezTo>
                    <a:pt x="955" y="583"/>
                    <a:pt x="955" y="583"/>
                    <a:pt x="955" y="583"/>
                  </a:cubicBezTo>
                  <a:cubicBezTo>
                    <a:pt x="1449" y="102"/>
                    <a:pt x="1449" y="102"/>
                    <a:pt x="1449" y="102"/>
                  </a:cubicBezTo>
                  <a:cubicBezTo>
                    <a:pt x="1449" y="102"/>
                    <a:pt x="1091" y="12"/>
                    <a:pt x="766" y="0"/>
                  </a:cubicBezTo>
                  <a:close/>
                  <a:moveTo>
                    <a:pt x="834" y="282"/>
                  </a:moveTo>
                  <a:cubicBezTo>
                    <a:pt x="717" y="282"/>
                    <a:pt x="621" y="240"/>
                    <a:pt x="621" y="187"/>
                  </a:cubicBezTo>
                  <a:cubicBezTo>
                    <a:pt x="621" y="135"/>
                    <a:pt x="717" y="93"/>
                    <a:pt x="834" y="93"/>
                  </a:cubicBezTo>
                  <a:cubicBezTo>
                    <a:pt x="951" y="93"/>
                    <a:pt x="1046" y="135"/>
                    <a:pt x="1046" y="187"/>
                  </a:cubicBezTo>
                  <a:cubicBezTo>
                    <a:pt x="1046" y="240"/>
                    <a:pt x="951" y="282"/>
                    <a:pt x="834" y="282"/>
                  </a:cubicBezTo>
                  <a:close/>
                </a:path>
              </a:pathLst>
            </a:custGeom>
            <a:noFill/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851">
              <a:extLst>
                <a:ext uri="{FF2B5EF4-FFF2-40B4-BE49-F238E27FC236}">
                  <a16:creationId xmlns:a16="http://schemas.microsoft.com/office/drawing/2014/main" id="{5790BAC9-053E-4D2F-9B1E-717B26852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268"/>
              <a:ext cx="581" cy="585"/>
            </a:xfrm>
            <a:custGeom>
              <a:avLst/>
              <a:gdLst>
                <a:gd name="T0" fmla="*/ 0 w 501"/>
                <a:gd name="T1" fmla="*/ 605 h 525"/>
                <a:gd name="T2" fmla="*/ 0 w 501"/>
                <a:gd name="T3" fmla="*/ 727 h 525"/>
                <a:gd name="T4" fmla="*/ 782 w 501"/>
                <a:gd name="T5" fmla="*/ 82 h 525"/>
                <a:gd name="T6" fmla="*/ 782 w 501"/>
                <a:gd name="T7" fmla="*/ 0 h 525"/>
                <a:gd name="T8" fmla="*/ 0 w 501"/>
                <a:gd name="T9" fmla="*/ 605 h 5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1" h="525">
                  <a:moveTo>
                    <a:pt x="0" y="437"/>
                  </a:moveTo>
                  <a:cubicBezTo>
                    <a:pt x="0" y="525"/>
                    <a:pt x="0" y="525"/>
                    <a:pt x="0" y="525"/>
                  </a:cubicBezTo>
                  <a:cubicBezTo>
                    <a:pt x="0" y="525"/>
                    <a:pt x="409" y="139"/>
                    <a:pt x="501" y="59"/>
                  </a:cubicBezTo>
                  <a:cubicBezTo>
                    <a:pt x="501" y="0"/>
                    <a:pt x="501" y="0"/>
                    <a:pt x="501" y="0"/>
                  </a:cubicBezTo>
                  <a:cubicBezTo>
                    <a:pt x="501" y="0"/>
                    <a:pt x="166" y="274"/>
                    <a:pt x="0" y="437"/>
                  </a:cubicBezTo>
                  <a:close/>
                </a:path>
              </a:pathLst>
            </a:custGeom>
            <a:solidFill>
              <a:srgbClr val="794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852">
              <a:extLst>
                <a:ext uri="{FF2B5EF4-FFF2-40B4-BE49-F238E27FC236}">
                  <a16:creationId xmlns:a16="http://schemas.microsoft.com/office/drawing/2014/main" id="{9A183C76-37A5-44C7-8C65-D9059CCB4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268"/>
              <a:ext cx="581" cy="585"/>
            </a:xfrm>
            <a:custGeom>
              <a:avLst/>
              <a:gdLst>
                <a:gd name="T0" fmla="*/ 0 w 501"/>
                <a:gd name="T1" fmla="*/ 605 h 525"/>
                <a:gd name="T2" fmla="*/ 0 w 501"/>
                <a:gd name="T3" fmla="*/ 727 h 525"/>
                <a:gd name="T4" fmla="*/ 782 w 501"/>
                <a:gd name="T5" fmla="*/ 82 h 525"/>
                <a:gd name="T6" fmla="*/ 782 w 501"/>
                <a:gd name="T7" fmla="*/ 0 h 525"/>
                <a:gd name="T8" fmla="*/ 0 w 501"/>
                <a:gd name="T9" fmla="*/ 605 h 5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1" h="525">
                  <a:moveTo>
                    <a:pt x="0" y="437"/>
                  </a:moveTo>
                  <a:cubicBezTo>
                    <a:pt x="0" y="525"/>
                    <a:pt x="0" y="525"/>
                    <a:pt x="0" y="525"/>
                  </a:cubicBezTo>
                  <a:cubicBezTo>
                    <a:pt x="0" y="525"/>
                    <a:pt x="409" y="139"/>
                    <a:pt x="501" y="59"/>
                  </a:cubicBezTo>
                  <a:cubicBezTo>
                    <a:pt x="501" y="0"/>
                    <a:pt x="501" y="0"/>
                    <a:pt x="501" y="0"/>
                  </a:cubicBezTo>
                  <a:cubicBezTo>
                    <a:pt x="501" y="0"/>
                    <a:pt x="166" y="274"/>
                    <a:pt x="0" y="437"/>
                  </a:cubicBezTo>
                  <a:close/>
                </a:path>
              </a:pathLst>
            </a:custGeom>
            <a:noFill/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853">
              <a:extLst>
                <a:ext uri="{FF2B5EF4-FFF2-40B4-BE49-F238E27FC236}">
                  <a16:creationId xmlns:a16="http://schemas.microsoft.com/office/drawing/2014/main" id="{519EF783-A255-4632-BB65-3EEE69781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557"/>
              <a:ext cx="1101" cy="397"/>
            </a:xfrm>
            <a:custGeom>
              <a:avLst/>
              <a:gdLst>
                <a:gd name="T0" fmla="*/ 906 w 948"/>
                <a:gd name="T1" fmla="*/ 249 h 356"/>
                <a:gd name="T2" fmla="*/ 1485 w 948"/>
                <a:gd name="T3" fmla="*/ 368 h 356"/>
                <a:gd name="T4" fmla="*/ 1485 w 948"/>
                <a:gd name="T5" fmla="*/ 245 h 356"/>
                <a:gd name="T6" fmla="*/ 0 w 948"/>
                <a:gd name="T7" fmla="*/ 0 h 356"/>
                <a:gd name="T8" fmla="*/ 0 w 948"/>
                <a:gd name="T9" fmla="*/ 99 h 356"/>
                <a:gd name="T10" fmla="*/ 625 w 948"/>
                <a:gd name="T11" fmla="*/ 197 h 356"/>
                <a:gd name="T12" fmla="*/ 676 w 948"/>
                <a:gd name="T13" fmla="*/ 250 h 356"/>
                <a:gd name="T14" fmla="*/ 633 w 948"/>
                <a:gd name="T15" fmla="*/ 272 h 356"/>
                <a:gd name="T16" fmla="*/ 477 w 948"/>
                <a:gd name="T17" fmla="*/ 317 h 356"/>
                <a:gd name="T18" fmla="*/ 645 w 948"/>
                <a:gd name="T19" fmla="*/ 364 h 356"/>
                <a:gd name="T20" fmla="*/ 562 w 948"/>
                <a:gd name="T21" fmla="*/ 447 h 356"/>
                <a:gd name="T22" fmla="*/ 569 w 948"/>
                <a:gd name="T23" fmla="*/ 468 h 356"/>
                <a:gd name="T24" fmla="*/ 728 w 948"/>
                <a:gd name="T25" fmla="*/ 482 h 356"/>
                <a:gd name="T26" fmla="*/ 743 w 948"/>
                <a:gd name="T27" fmla="*/ 443 h 356"/>
                <a:gd name="T28" fmla="*/ 779 w 948"/>
                <a:gd name="T29" fmla="*/ 476 h 356"/>
                <a:gd name="T30" fmla="*/ 895 w 948"/>
                <a:gd name="T31" fmla="*/ 494 h 356"/>
                <a:gd name="T32" fmla="*/ 901 w 948"/>
                <a:gd name="T33" fmla="*/ 480 h 356"/>
                <a:gd name="T34" fmla="*/ 851 w 948"/>
                <a:gd name="T35" fmla="*/ 407 h 356"/>
                <a:gd name="T36" fmla="*/ 849 w 948"/>
                <a:gd name="T37" fmla="*/ 374 h 356"/>
                <a:gd name="T38" fmla="*/ 996 w 948"/>
                <a:gd name="T39" fmla="*/ 364 h 356"/>
                <a:gd name="T40" fmla="*/ 902 w 948"/>
                <a:gd name="T41" fmla="*/ 303 h 356"/>
                <a:gd name="T42" fmla="*/ 825 w 948"/>
                <a:gd name="T43" fmla="*/ 268 h 356"/>
                <a:gd name="T44" fmla="*/ 906 w 948"/>
                <a:gd name="T45" fmla="*/ 249 h 35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48" h="356">
                  <a:moveTo>
                    <a:pt x="579" y="179"/>
                  </a:moveTo>
                  <a:cubicBezTo>
                    <a:pt x="705" y="205"/>
                    <a:pt x="834" y="234"/>
                    <a:pt x="948" y="265"/>
                  </a:cubicBezTo>
                  <a:cubicBezTo>
                    <a:pt x="948" y="177"/>
                    <a:pt x="948" y="177"/>
                    <a:pt x="948" y="177"/>
                  </a:cubicBezTo>
                  <a:cubicBezTo>
                    <a:pt x="948" y="177"/>
                    <a:pt x="456" y="49"/>
                    <a:pt x="0" y="0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176" y="100"/>
                    <a:pt x="399" y="143"/>
                  </a:cubicBezTo>
                  <a:cubicBezTo>
                    <a:pt x="399" y="143"/>
                    <a:pt x="435" y="148"/>
                    <a:pt x="431" y="180"/>
                  </a:cubicBezTo>
                  <a:cubicBezTo>
                    <a:pt x="429" y="200"/>
                    <a:pt x="419" y="203"/>
                    <a:pt x="404" y="196"/>
                  </a:cubicBezTo>
                  <a:cubicBezTo>
                    <a:pt x="388" y="189"/>
                    <a:pt x="296" y="169"/>
                    <a:pt x="305" y="229"/>
                  </a:cubicBezTo>
                  <a:cubicBezTo>
                    <a:pt x="312" y="287"/>
                    <a:pt x="414" y="226"/>
                    <a:pt x="412" y="262"/>
                  </a:cubicBezTo>
                  <a:cubicBezTo>
                    <a:pt x="411" y="275"/>
                    <a:pt x="358" y="266"/>
                    <a:pt x="359" y="323"/>
                  </a:cubicBezTo>
                  <a:cubicBezTo>
                    <a:pt x="359" y="328"/>
                    <a:pt x="360" y="333"/>
                    <a:pt x="363" y="338"/>
                  </a:cubicBezTo>
                  <a:cubicBezTo>
                    <a:pt x="387" y="306"/>
                    <a:pt x="438" y="324"/>
                    <a:pt x="465" y="347"/>
                  </a:cubicBezTo>
                  <a:cubicBezTo>
                    <a:pt x="469" y="343"/>
                    <a:pt x="466" y="318"/>
                    <a:pt x="474" y="319"/>
                  </a:cubicBezTo>
                  <a:cubicBezTo>
                    <a:pt x="487" y="321"/>
                    <a:pt x="493" y="333"/>
                    <a:pt x="498" y="343"/>
                  </a:cubicBezTo>
                  <a:cubicBezTo>
                    <a:pt x="504" y="337"/>
                    <a:pt x="548" y="312"/>
                    <a:pt x="572" y="356"/>
                  </a:cubicBezTo>
                  <a:cubicBezTo>
                    <a:pt x="573" y="353"/>
                    <a:pt x="574" y="350"/>
                    <a:pt x="575" y="346"/>
                  </a:cubicBezTo>
                  <a:cubicBezTo>
                    <a:pt x="585" y="300"/>
                    <a:pt x="556" y="297"/>
                    <a:pt x="543" y="293"/>
                  </a:cubicBezTo>
                  <a:cubicBezTo>
                    <a:pt x="529" y="289"/>
                    <a:pt x="521" y="267"/>
                    <a:pt x="542" y="269"/>
                  </a:cubicBezTo>
                  <a:cubicBezTo>
                    <a:pt x="563" y="270"/>
                    <a:pt x="621" y="316"/>
                    <a:pt x="636" y="262"/>
                  </a:cubicBezTo>
                  <a:cubicBezTo>
                    <a:pt x="642" y="241"/>
                    <a:pt x="622" y="217"/>
                    <a:pt x="576" y="219"/>
                  </a:cubicBezTo>
                  <a:cubicBezTo>
                    <a:pt x="531" y="221"/>
                    <a:pt x="516" y="224"/>
                    <a:pt x="526" y="193"/>
                  </a:cubicBezTo>
                  <a:cubicBezTo>
                    <a:pt x="535" y="168"/>
                    <a:pt x="579" y="179"/>
                    <a:pt x="579" y="179"/>
                  </a:cubicBezTo>
                  <a:close/>
                </a:path>
              </a:pathLst>
            </a:custGeom>
            <a:solidFill>
              <a:srgbClr val="8C5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854">
              <a:extLst>
                <a:ext uri="{FF2B5EF4-FFF2-40B4-BE49-F238E27FC236}">
                  <a16:creationId xmlns:a16="http://schemas.microsoft.com/office/drawing/2014/main" id="{DB7DA8A5-8147-451A-9F85-46DDFCBEF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557"/>
              <a:ext cx="1101" cy="397"/>
            </a:xfrm>
            <a:custGeom>
              <a:avLst/>
              <a:gdLst>
                <a:gd name="T0" fmla="*/ 906 w 948"/>
                <a:gd name="T1" fmla="*/ 249 h 356"/>
                <a:gd name="T2" fmla="*/ 1485 w 948"/>
                <a:gd name="T3" fmla="*/ 368 h 356"/>
                <a:gd name="T4" fmla="*/ 1485 w 948"/>
                <a:gd name="T5" fmla="*/ 245 h 356"/>
                <a:gd name="T6" fmla="*/ 0 w 948"/>
                <a:gd name="T7" fmla="*/ 0 h 356"/>
                <a:gd name="T8" fmla="*/ 0 w 948"/>
                <a:gd name="T9" fmla="*/ 99 h 356"/>
                <a:gd name="T10" fmla="*/ 625 w 948"/>
                <a:gd name="T11" fmla="*/ 197 h 356"/>
                <a:gd name="T12" fmla="*/ 676 w 948"/>
                <a:gd name="T13" fmla="*/ 250 h 356"/>
                <a:gd name="T14" fmla="*/ 633 w 948"/>
                <a:gd name="T15" fmla="*/ 272 h 356"/>
                <a:gd name="T16" fmla="*/ 477 w 948"/>
                <a:gd name="T17" fmla="*/ 317 h 356"/>
                <a:gd name="T18" fmla="*/ 645 w 948"/>
                <a:gd name="T19" fmla="*/ 364 h 356"/>
                <a:gd name="T20" fmla="*/ 562 w 948"/>
                <a:gd name="T21" fmla="*/ 447 h 356"/>
                <a:gd name="T22" fmla="*/ 569 w 948"/>
                <a:gd name="T23" fmla="*/ 468 h 356"/>
                <a:gd name="T24" fmla="*/ 728 w 948"/>
                <a:gd name="T25" fmla="*/ 482 h 356"/>
                <a:gd name="T26" fmla="*/ 743 w 948"/>
                <a:gd name="T27" fmla="*/ 443 h 356"/>
                <a:gd name="T28" fmla="*/ 779 w 948"/>
                <a:gd name="T29" fmla="*/ 476 h 356"/>
                <a:gd name="T30" fmla="*/ 895 w 948"/>
                <a:gd name="T31" fmla="*/ 494 h 356"/>
                <a:gd name="T32" fmla="*/ 901 w 948"/>
                <a:gd name="T33" fmla="*/ 480 h 356"/>
                <a:gd name="T34" fmla="*/ 851 w 948"/>
                <a:gd name="T35" fmla="*/ 407 h 356"/>
                <a:gd name="T36" fmla="*/ 849 w 948"/>
                <a:gd name="T37" fmla="*/ 374 h 356"/>
                <a:gd name="T38" fmla="*/ 996 w 948"/>
                <a:gd name="T39" fmla="*/ 364 h 356"/>
                <a:gd name="T40" fmla="*/ 902 w 948"/>
                <a:gd name="T41" fmla="*/ 303 h 356"/>
                <a:gd name="T42" fmla="*/ 825 w 948"/>
                <a:gd name="T43" fmla="*/ 268 h 356"/>
                <a:gd name="T44" fmla="*/ 906 w 948"/>
                <a:gd name="T45" fmla="*/ 249 h 35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48" h="356">
                  <a:moveTo>
                    <a:pt x="579" y="179"/>
                  </a:moveTo>
                  <a:cubicBezTo>
                    <a:pt x="705" y="205"/>
                    <a:pt x="834" y="234"/>
                    <a:pt x="948" y="265"/>
                  </a:cubicBezTo>
                  <a:cubicBezTo>
                    <a:pt x="948" y="177"/>
                    <a:pt x="948" y="177"/>
                    <a:pt x="948" y="177"/>
                  </a:cubicBezTo>
                  <a:cubicBezTo>
                    <a:pt x="948" y="177"/>
                    <a:pt x="456" y="49"/>
                    <a:pt x="0" y="0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176" y="100"/>
                    <a:pt x="399" y="143"/>
                  </a:cubicBezTo>
                  <a:cubicBezTo>
                    <a:pt x="399" y="143"/>
                    <a:pt x="435" y="148"/>
                    <a:pt x="431" y="180"/>
                  </a:cubicBezTo>
                  <a:cubicBezTo>
                    <a:pt x="429" y="200"/>
                    <a:pt x="419" y="203"/>
                    <a:pt x="404" y="196"/>
                  </a:cubicBezTo>
                  <a:cubicBezTo>
                    <a:pt x="388" y="189"/>
                    <a:pt x="296" y="169"/>
                    <a:pt x="305" y="229"/>
                  </a:cubicBezTo>
                  <a:cubicBezTo>
                    <a:pt x="312" y="287"/>
                    <a:pt x="414" y="226"/>
                    <a:pt x="412" y="262"/>
                  </a:cubicBezTo>
                  <a:cubicBezTo>
                    <a:pt x="411" y="275"/>
                    <a:pt x="358" y="266"/>
                    <a:pt x="359" y="323"/>
                  </a:cubicBezTo>
                  <a:cubicBezTo>
                    <a:pt x="359" y="328"/>
                    <a:pt x="360" y="333"/>
                    <a:pt x="363" y="338"/>
                  </a:cubicBezTo>
                  <a:cubicBezTo>
                    <a:pt x="387" y="306"/>
                    <a:pt x="438" y="324"/>
                    <a:pt x="465" y="347"/>
                  </a:cubicBezTo>
                  <a:cubicBezTo>
                    <a:pt x="469" y="343"/>
                    <a:pt x="466" y="318"/>
                    <a:pt x="474" y="319"/>
                  </a:cubicBezTo>
                  <a:cubicBezTo>
                    <a:pt x="487" y="321"/>
                    <a:pt x="493" y="333"/>
                    <a:pt x="498" y="343"/>
                  </a:cubicBezTo>
                  <a:cubicBezTo>
                    <a:pt x="504" y="337"/>
                    <a:pt x="548" y="312"/>
                    <a:pt x="572" y="356"/>
                  </a:cubicBezTo>
                  <a:cubicBezTo>
                    <a:pt x="573" y="353"/>
                    <a:pt x="574" y="350"/>
                    <a:pt x="575" y="346"/>
                  </a:cubicBezTo>
                  <a:cubicBezTo>
                    <a:pt x="585" y="300"/>
                    <a:pt x="556" y="297"/>
                    <a:pt x="543" y="293"/>
                  </a:cubicBezTo>
                  <a:cubicBezTo>
                    <a:pt x="529" y="289"/>
                    <a:pt x="521" y="267"/>
                    <a:pt x="542" y="269"/>
                  </a:cubicBezTo>
                  <a:cubicBezTo>
                    <a:pt x="563" y="270"/>
                    <a:pt x="621" y="316"/>
                    <a:pt x="636" y="262"/>
                  </a:cubicBezTo>
                  <a:cubicBezTo>
                    <a:pt x="642" y="241"/>
                    <a:pt x="622" y="217"/>
                    <a:pt x="576" y="219"/>
                  </a:cubicBezTo>
                  <a:cubicBezTo>
                    <a:pt x="531" y="221"/>
                    <a:pt x="516" y="224"/>
                    <a:pt x="526" y="193"/>
                  </a:cubicBezTo>
                  <a:cubicBezTo>
                    <a:pt x="535" y="168"/>
                    <a:pt x="579" y="179"/>
                    <a:pt x="579" y="179"/>
                  </a:cubicBezTo>
                  <a:close/>
                </a:path>
              </a:pathLst>
            </a:custGeom>
            <a:noFill/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855">
              <a:extLst>
                <a:ext uri="{FF2B5EF4-FFF2-40B4-BE49-F238E27FC236}">
                  <a16:creationId xmlns:a16="http://schemas.microsoft.com/office/drawing/2014/main" id="{DD0DBAB9-2965-4C6F-A8EB-81E4C2708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609"/>
              <a:ext cx="192" cy="370"/>
            </a:xfrm>
            <a:custGeom>
              <a:avLst/>
              <a:gdLst>
                <a:gd name="T0" fmla="*/ 259 w 165"/>
                <a:gd name="T1" fmla="*/ 0 h 332"/>
                <a:gd name="T2" fmla="*/ 0 w 165"/>
                <a:gd name="T3" fmla="*/ 459 h 3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332">
                  <a:moveTo>
                    <a:pt x="165" y="0"/>
                  </a:moveTo>
                  <a:cubicBezTo>
                    <a:pt x="165" y="0"/>
                    <a:pt x="29" y="262"/>
                    <a:pt x="0" y="332"/>
                  </a:cubicBezTo>
                </a:path>
              </a:pathLst>
            </a:custGeom>
            <a:noFill/>
            <a:ln w="6350" cap="flat">
              <a:solidFill>
                <a:srgbClr val="8F43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856">
              <a:extLst>
                <a:ext uri="{FF2B5EF4-FFF2-40B4-BE49-F238E27FC236}">
                  <a16:creationId xmlns:a16="http://schemas.microsoft.com/office/drawing/2014/main" id="{10A07CD3-64C7-409A-B220-7E69B4DF0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612"/>
              <a:ext cx="160" cy="263"/>
            </a:xfrm>
            <a:custGeom>
              <a:avLst/>
              <a:gdLst>
                <a:gd name="T0" fmla="*/ 216 w 138"/>
                <a:gd name="T1" fmla="*/ 0 h 236"/>
                <a:gd name="T2" fmla="*/ 0 w 138"/>
                <a:gd name="T3" fmla="*/ 327 h 2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8" h="236">
                  <a:moveTo>
                    <a:pt x="138" y="0"/>
                  </a:moveTo>
                  <a:cubicBezTo>
                    <a:pt x="138" y="0"/>
                    <a:pt x="2" y="230"/>
                    <a:pt x="0" y="236"/>
                  </a:cubicBezTo>
                </a:path>
              </a:pathLst>
            </a:custGeom>
            <a:noFill/>
            <a:ln w="6350" cap="flat">
              <a:solidFill>
                <a:srgbClr val="8F43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857">
              <a:extLst>
                <a:ext uri="{FF2B5EF4-FFF2-40B4-BE49-F238E27FC236}">
                  <a16:creationId xmlns:a16="http://schemas.microsoft.com/office/drawing/2014/main" id="{C26D6AA7-2B97-4533-8D2C-01B4B2D66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634"/>
              <a:ext cx="161" cy="294"/>
            </a:xfrm>
            <a:custGeom>
              <a:avLst/>
              <a:gdLst>
                <a:gd name="T0" fmla="*/ 215 w 139"/>
                <a:gd name="T1" fmla="*/ 0 h 264"/>
                <a:gd name="T2" fmla="*/ 0 w 139"/>
                <a:gd name="T3" fmla="*/ 364 h 2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9" h="264">
                  <a:moveTo>
                    <a:pt x="139" y="0"/>
                  </a:moveTo>
                  <a:cubicBezTo>
                    <a:pt x="139" y="0"/>
                    <a:pt x="19" y="225"/>
                    <a:pt x="0" y="264"/>
                  </a:cubicBezTo>
                </a:path>
              </a:pathLst>
            </a:custGeom>
            <a:noFill/>
            <a:ln w="6350" cap="flat">
              <a:solidFill>
                <a:srgbClr val="8F432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858">
              <a:extLst>
                <a:ext uri="{FF2B5EF4-FFF2-40B4-BE49-F238E27FC236}">
                  <a16:creationId xmlns:a16="http://schemas.microsoft.com/office/drawing/2014/main" id="{66E957A1-D369-4204-B5D1-260A9E565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907"/>
              <a:ext cx="491" cy="546"/>
            </a:xfrm>
            <a:custGeom>
              <a:avLst/>
              <a:gdLst>
                <a:gd name="T0" fmla="*/ 664 w 422"/>
                <a:gd name="T1" fmla="*/ 29 h 490"/>
                <a:gd name="T2" fmla="*/ 553 w 422"/>
                <a:gd name="T3" fmla="*/ 64 h 490"/>
                <a:gd name="T4" fmla="*/ 0 w 422"/>
                <a:gd name="T5" fmla="*/ 626 h 490"/>
                <a:gd name="T6" fmla="*/ 67 w 422"/>
                <a:gd name="T7" fmla="*/ 677 h 490"/>
                <a:gd name="T8" fmla="*/ 664 w 422"/>
                <a:gd name="T9" fmla="*/ 29 h 4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2" h="490">
                  <a:moveTo>
                    <a:pt x="422" y="21"/>
                  </a:moveTo>
                  <a:cubicBezTo>
                    <a:pt x="422" y="21"/>
                    <a:pt x="390" y="0"/>
                    <a:pt x="351" y="46"/>
                  </a:cubicBezTo>
                  <a:cubicBezTo>
                    <a:pt x="311" y="92"/>
                    <a:pt x="16" y="422"/>
                    <a:pt x="0" y="452"/>
                  </a:cubicBezTo>
                  <a:cubicBezTo>
                    <a:pt x="0" y="452"/>
                    <a:pt x="34" y="448"/>
                    <a:pt x="43" y="490"/>
                  </a:cubicBezTo>
                  <a:cubicBezTo>
                    <a:pt x="43" y="490"/>
                    <a:pt x="338" y="59"/>
                    <a:pt x="422" y="21"/>
                  </a:cubicBezTo>
                  <a:close/>
                </a:path>
              </a:pathLst>
            </a:custGeom>
            <a:solidFill>
              <a:srgbClr val="F0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859">
              <a:extLst>
                <a:ext uri="{FF2B5EF4-FFF2-40B4-BE49-F238E27FC236}">
                  <a16:creationId xmlns:a16="http://schemas.microsoft.com/office/drawing/2014/main" id="{4245CA1A-DFDB-4EA1-90E9-EE58432C7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917"/>
              <a:ext cx="505" cy="551"/>
            </a:xfrm>
            <a:custGeom>
              <a:avLst/>
              <a:gdLst>
                <a:gd name="T0" fmla="*/ 680 w 435"/>
                <a:gd name="T1" fmla="*/ 45 h 494"/>
                <a:gd name="T2" fmla="*/ 586 w 435"/>
                <a:gd name="T3" fmla="*/ 45 h 494"/>
                <a:gd name="T4" fmla="*/ 0 w 435"/>
                <a:gd name="T5" fmla="*/ 642 h 494"/>
                <a:gd name="T6" fmla="*/ 52 w 435"/>
                <a:gd name="T7" fmla="*/ 686 h 494"/>
                <a:gd name="T8" fmla="*/ 680 w 435"/>
                <a:gd name="T9" fmla="*/ 45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5" h="494">
                  <a:moveTo>
                    <a:pt x="435" y="32"/>
                  </a:moveTo>
                  <a:cubicBezTo>
                    <a:pt x="435" y="32"/>
                    <a:pt x="405" y="0"/>
                    <a:pt x="375" y="32"/>
                  </a:cubicBezTo>
                  <a:cubicBezTo>
                    <a:pt x="375" y="32"/>
                    <a:pt x="8" y="444"/>
                    <a:pt x="0" y="463"/>
                  </a:cubicBezTo>
                  <a:cubicBezTo>
                    <a:pt x="0" y="463"/>
                    <a:pt x="21" y="459"/>
                    <a:pt x="34" y="494"/>
                  </a:cubicBezTo>
                  <a:cubicBezTo>
                    <a:pt x="34" y="494"/>
                    <a:pt x="301" y="116"/>
                    <a:pt x="435" y="32"/>
                  </a:cubicBezTo>
                  <a:close/>
                </a:path>
              </a:pathLst>
            </a:custGeom>
            <a:solidFill>
              <a:srgbClr val="F0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860">
              <a:extLst>
                <a:ext uri="{FF2B5EF4-FFF2-40B4-BE49-F238E27FC236}">
                  <a16:creationId xmlns:a16="http://schemas.microsoft.com/office/drawing/2014/main" id="{766E1A4E-A8C9-491F-94F8-AC2F38D5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228"/>
              <a:ext cx="216" cy="139"/>
            </a:xfrm>
            <a:custGeom>
              <a:avLst/>
              <a:gdLst>
                <a:gd name="T0" fmla="*/ 291 w 186"/>
                <a:gd name="T1" fmla="*/ 42 h 125"/>
                <a:gd name="T2" fmla="*/ 0 w 186"/>
                <a:gd name="T3" fmla="*/ 172 h 125"/>
                <a:gd name="T4" fmla="*/ 123 w 186"/>
                <a:gd name="T5" fmla="*/ 145 h 125"/>
                <a:gd name="T6" fmla="*/ 291 w 186"/>
                <a:gd name="T7" fmla="*/ 42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6" h="125">
                  <a:moveTo>
                    <a:pt x="186" y="31"/>
                  </a:moveTo>
                  <a:cubicBezTo>
                    <a:pt x="186" y="31"/>
                    <a:pt x="78" y="0"/>
                    <a:pt x="0" y="125"/>
                  </a:cubicBezTo>
                  <a:cubicBezTo>
                    <a:pt x="0" y="125"/>
                    <a:pt x="45" y="67"/>
                    <a:pt x="78" y="105"/>
                  </a:cubicBezTo>
                  <a:cubicBezTo>
                    <a:pt x="78" y="105"/>
                    <a:pt x="115" y="36"/>
                    <a:pt x="186" y="31"/>
                  </a:cubicBezTo>
                  <a:close/>
                </a:path>
              </a:pathLst>
            </a:custGeom>
            <a:solidFill>
              <a:srgbClr val="F0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861">
              <a:extLst>
                <a:ext uri="{FF2B5EF4-FFF2-40B4-BE49-F238E27FC236}">
                  <a16:creationId xmlns:a16="http://schemas.microsoft.com/office/drawing/2014/main" id="{9254E49F-6BE0-48F6-B03C-5192CDC2E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924"/>
              <a:ext cx="197" cy="195"/>
            </a:xfrm>
            <a:custGeom>
              <a:avLst/>
              <a:gdLst>
                <a:gd name="T0" fmla="*/ 87 w 169"/>
                <a:gd name="T1" fmla="*/ 0 h 175"/>
                <a:gd name="T2" fmla="*/ 268 w 169"/>
                <a:gd name="T3" fmla="*/ 202 h 175"/>
                <a:gd name="T4" fmla="*/ 87 w 169"/>
                <a:gd name="T5" fmla="*/ 0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75">
                  <a:moveTo>
                    <a:pt x="55" y="0"/>
                  </a:moveTo>
                  <a:cubicBezTo>
                    <a:pt x="55" y="0"/>
                    <a:pt x="20" y="146"/>
                    <a:pt x="169" y="145"/>
                  </a:cubicBezTo>
                  <a:cubicBezTo>
                    <a:pt x="169" y="145"/>
                    <a:pt x="0" y="175"/>
                    <a:pt x="55" y="0"/>
                  </a:cubicBezTo>
                  <a:close/>
                </a:path>
              </a:pathLst>
            </a:custGeom>
            <a:solidFill>
              <a:srgbClr val="F0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862">
              <a:extLst>
                <a:ext uri="{FF2B5EF4-FFF2-40B4-BE49-F238E27FC236}">
                  <a16:creationId xmlns:a16="http://schemas.microsoft.com/office/drawing/2014/main" id="{08859972-CE5E-45B2-A735-DC8FBD7BA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350"/>
              <a:ext cx="119" cy="84"/>
            </a:xfrm>
            <a:custGeom>
              <a:avLst/>
              <a:gdLst>
                <a:gd name="T0" fmla="*/ 158 w 103"/>
                <a:gd name="T1" fmla="*/ 0 h 76"/>
                <a:gd name="T2" fmla="*/ 0 w 103"/>
                <a:gd name="T3" fmla="*/ 103 h 76"/>
                <a:gd name="T4" fmla="*/ 42 w 103"/>
                <a:gd name="T5" fmla="*/ 102 h 76"/>
                <a:gd name="T6" fmla="*/ 158 w 103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76">
                  <a:moveTo>
                    <a:pt x="103" y="0"/>
                  </a:moveTo>
                  <a:cubicBezTo>
                    <a:pt x="103" y="0"/>
                    <a:pt x="42" y="31"/>
                    <a:pt x="0" y="76"/>
                  </a:cubicBezTo>
                  <a:cubicBezTo>
                    <a:pt x="0" y="76"/>
                    <a:pt x="15" y="70"/>
                    <a:pt x="27" y="75"/>
                  </a:cubicBezTo>
                  <a:cubicBezTo>
                    <a:pt x="27" y="75"/>
                    <a:pt x="19" y="51"/>
                    <a:pt x="103" y="0"/>
                  </a:cubicBezTo>
                  <a:close/>
                </a:path>
              </a:pathLst>
            </a:custGeom>
            <a:solidFill>
              <a:srgbClr val="EAA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863">
              <a:extLst>
                <a:ext uri="{FF2B5EF4-FFF2-40B4-BE49-F238E27FC236}">
                  <a16:creationId xmlns:a16="http://schemas.microsoft.com/office/drawing/2014/main" id="{7227FD5F-694C-42D6-A7D8-04E4A4AE2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970"/>
              <a:ext cx="382" cy="426"/>
            </a:xfrm>
            <a:custGeom>
              <a:avLst/>
              <a:gdLst>
                <a:gd name="T0" fmla="*/ 516 w 329"/>
                <a:gd name="T1" fmla="*/ 0 h 383"/>
                <a:gd name="T2" fmla="*/ 0 w 329"/>
                <a:gd name="T3" fmla="*/ 527 h 383"/>
                <a:gd name="T4" fmla="*/ 516 w 329"/>
                <a:gd name="T5" fmla="*/ 0 h 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9" h="383">
                  <a:moveTo>
                    <a:pt x="329" y="0"/>
                  </a:moveTo>
                  <a:cubicBezTo>
                    <a:pt x="329" y="0"/>
                    <a:pt x="46" y="318"/>
                    <a:pt x="0" y="383"/>
                  </a:cubicBezTo>
                  <a:cubicBezTo>
                    <a:pt x="0" y="383"/>
                    <a:pt x="314" y="34"/>
                    <a:pt x="329" y="0"/>
                  </a:cubicBezTo>
                  <a:close/>
                </a:path>
              </a:pathLst>
            </a:custGeom>
            <a:solidFill>
              <a:srgbClr val="F6D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864">
              <a:extLst>
                <a:ext uri="{FF2B5EF4-FFF2-40B4-BE49-F238E27FC236}">
                  <a16:creationId xmlns:a16="http://schemas.microsoft.com/office/drawing/2014/main" id="{1100168D-060B-405A-BC49-31BCBA735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960"/>
              <a:ext cx="421" cy="462"/>
            </a:xfrm>
            <a:custGeom>
              <a:avLst/>
              <a:gdLst>
                <a:gd name="T0" fmla="*/ 566 w 363"/>
                <a:gd name="T1" fmla="*/ 0 h 415"/>
                <a:gd name="T2" fmla="*/ 0 w 363"/>
                <a:gd name="T3" fmla="*/ 572 h 415"/>
                <a:gd name="T4" fmla="*/ 566 w 363"/>
                <a:gd name="T5" fmla="*/ 0 h 4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415">
                  <a:moveTo>
                    <a:pt x="363" y="0"/>
                  </a:moveTo>
                  <a:cubicBezTo>
                    <a:pt x="363" y="0"/>
                    <a:pt x="27" y="372"/>
                    <a:pt x="0" y="415"/>
                  </a:cubicBezTo>
                  <a:cubicBezTo>
                    <a:pt x="0" y="415"/>
                    <a:pt x="348" y="37"/>
                    <a:pt x="363" y="0"/>
                  </a:cubicBezTo>
                  <a:close/>
                </a:path>
              </a:pathLst>
            </a:custGeom>
            <a:solidFill>
              <a:srgbClr val="F6D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865">
              <a:extLst>
                <a:ext uri="{FF2B5EF4-FFF2-40B4-BE49-F238E27FC236}">
                  <a16:creationId xmlns:a16="http://schemas.microsoft.com/office/drawing/2014/main" id="{67C40D89-3664-448B-B68C-7AF1228D7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263"/>
              <a:ext cx="132" cy="66"/>
            </a:xfrm>
            <a:custGeom>
              <a:avLst/>
              <a:gdLst>
                <a:gd name="T0" fmla="*/ 177 w 114"/>
                <a:gd name="T1" fmla="*/ 3 h 60"/>
                <a:gd name="T2" fmla="*/ 0 w 114"/>
                <a:gd name="T3" fmla="*/ 80 h 60"/>
                <a:gd name="T4" fmla="*/ 177 w 114"/>
                <a:gd name="T5" fmla="*/ 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60">
                  <a:moveTo>
                    <a:pt x="114" y="3"/>
                  </a:moveTo>
                  <a:cubicBezTo>
                    <a:pt x="114" y="3"/>
                    <a:pt x="52" y="0"/>
                    <a:pt x="0" y="60"/>
                  </a:cubicBezTo>
                  <a:cubicBezTo>
                    <a:pt x="0" y="60"/>
                    <a:pt x="49" y="11"/>
                    <a:pt x="114" y="3"/>
                  </a:cubicBezTo>
                  <a:close/>
                </a:path>
              </a:pathLst>
            </a:custGeom>
            <a:solidFill>
              <a:srgbClr val="F6D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866">
              <a:extLst>
                <a:ext uri="{FF2B5EF4-FFF2-40B4-BE49-F238E27FC236}">
                  <a16:creationId xmlns:a16="http://schemas.microsoft.com/office/drawing/2014/main" id="{953C3CD1-FD64-4C31-A61C-675FCD931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660"/>
              <a:ext cx="1327" cy="906"/>
            </a:xfrm>
            <a:custGeom>
              <a:avLst/>
              <a:gdLst>
                <a:gd name="T0" fmla="*/ 1789 w 1143"/>
                <a:gd name="T1" fmla="*/ 0 h 813"/>
                <a:gd name="T2" fmla="*/ 1198 w 1143"/>
                <a:gd name="T3" fmla="*/ 420 h 813"/>
                <a:gd name="T4" fmla="*/ 1031 w 1143"/>
                <a:gd name="T5" fmla="*/ 487 h 813"/>
                <a:gd name="T6" fmla="*/ 928 w 1143"/>
                <a:gd name="T7" fmla="*/ 449 h 813"/>
                <a:gd name="T8" fmla="*/ 421 w 1143"/>
                <a:gd name="T9" fmla="*/ 779 h 813"/>
                <a:gd name="T10" fmla="*/ 226 w 1143"/>
                <a:gd name="T11" fmla="*/ 806 h 813"/>
                <a:gd name="T12" fmla="*/ 136 w 1143"/>
                <a:gd name="T13" fmla="*/ 1002 h 813"/>
                <a:gd name="T14" fmla="*/ 0 w 1143"/>
                <a:gd name="T15" fmla="*/ 1126 h 8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3" h="813">
                  <a:moveTo>
                    <a:pt x="1143" y="0"/>
                  </a:moveTo>
                  <a:cubicBezTo>
                    <a:pt x="1143" y="0"/>
                    <a:pt x="911" y="192"/>
                    <a:pt x="766" y="303"/>
                  </a:cubicBezTo>
                  <a:cubicBezTo>
                    <a:pt x="682" y="367"/>
                    <a:pt x="635" y="419"/>
                    <a:pt x="659" y="352"/>
                  </a:cubicBezTo>
                  <a:cubicBezTo>
                    <a:pt x="688" y="275"/>
                    <a:pt x="629" y="307"/>
                    <a:pt x="593" y="325"/>
                  </a:cubicBezTo>
                  <a:cubicBezTo>
                    <a:pt x="593" y="325"/>
                    <a:pt x="473" y="392"/>
                    <a:pt x="270" y="563"/>
                  </a:cubicBezTo>
                  <a:cubicBezTo>
                    <a:pt x="270" y="563"/>
                    <a:pt x="214" y="516"/>
                    <a:pt x="145" y="582"/>
                  </a:cubicBezTo>
                  <a:cubicBezTo>
                    <a:pt x="75" y="647"/>
                    <a:pt x="87" y="724"/>
                    <a:pt x="87" y="724"/>
                  </a:cubicBezTo>
                  <a:cubicBezTo>
                    <a:pt x="0" y="813"/>
                    <a:pt x="0" y="813"/>
                    <a:pt x="0" y="813"/>
                  </a:cubicBezTo>
                </a:path>
              </a:pathLst>
            </a:custGeom>
            <a:noFill/>
            <a:ln w="6350" cap="flat">
              <a:solidFill>
                <a:srgbClr val="58585A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867">
              <a:extLst>
                <a:ext uri="{FF2B5EF4-FFF2-40B4-BE49-F238E27FC236}">
                  <a16:creationId xmlns:a16="http://schemas.microsoft.com/office/drawing/2014/main" id="{2FC8BE0E-8570-4843-829D-98C116A1D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679"/>
              <a:ext cx="1328" cy="906"/>
            </a:xfrm>
            <a:custGeom>
              <a:avLst/>
              <a:gdLst>
                <a:gd name="T0" fmla="*/ 0 w 1144"/>
                <a:gd name="T1" fmla="*/ 1101 h 813"/>
                <a:gd name="T2" fmla="*/ 8 w 1144"/>
                <a:gd name="T3" fmla="*/ 1126 h 813"/>
                <a:gd name="T4" fmla="*/ 863 w 1144"/>
                <a:gd name="T5" fmla="*/ 483 h 813"/>
                <a:gd name="T6" fmla="*/ 1019 w 1144"/>
                <a:gd name="T7" fmla="*/ 420 h 813"/>
                <a:gd name="T8" fmla="*/ 991 w 1144"/>
                <a:gd name="T9" fmla="*/ 544 h 813"/>
                <a:gd name="T10" fmla="*/ 1128 w 1144"/>
                <a:gd name="T11" fmla="*/ 471 h 813"/>
                <a:gd name="T12" fmla="*/ 1790 w 1144"/>
                <a:gd name="T13" fmla="*/ 0 h 8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4" h="813">
                  <a:moveTo>
                    <a:pt x="0" y="796"/>
                  </a:moveTo>
                  <a:cubicBezTo>
                    <a:pt x="5" y="813"/>
                    <a:pt x="5" y="813"/>
                    <a:pt x="5" y="813"/>
                  </a:cubicBezTo>
                  <a:cubicBezTo>
                    <a:pt x="5" y="813"/>
                    <a:pt x="365" y="467"/>
                    <a:pt x="551" y="349"/>
                  </a:cubicBezTo>
                  <a:cubicBezTo>
                    <a:pt x="602" y="317"/>
                    <a:pt x="640" y="291"/>
                    <a:pt x="651" y="303"/>
                  </a:cubicBezTo>
                  <a:cubicBezTo>
                    <a:pt x="662" y="314"/>
                    <a:pt x="625" y="383"/>
                    <a:pt x="634" y="393"/>
                  </a:cubicBezTo>
                  <a:cubicBezTo>
                    <a:pt x="646" y="407"/>
                    <a:pt x="683" y="370"/>
                    <a:pt x="721" y="341"/>
                  </a:cubicBezTo>
                  <a:cubicBezTo>
                    <a:pt x="759" y="311"/>
                    <a:pt x="1131" y="8"/>
                    <a:pt x="1144" y="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868">
              <a:extLst>
                <a:ext uri="{FF2B5EF4-FFF2-40B4-BE49-F238E27FC236}">
                  <a16:creationId xmlns:a16="http://schemas.microsoft.com/office/drawing/2014/main" id="{FFAAA65D-E72E-43A0-A3CC-7967A7CAE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946"/>
              <a:ext cx="1221" cy="992"/>
            </a:xfrm>
            <a:custGeom>
              <a:avLst/>
              <a:gdLst>
                <a:gd name="T0" fmla="*/ 1647 w 1051"/>
                <a:gd name="T1" fmla="*/ 0 h 890"/>
                <a:gd name="T2" fmla="*/ 1026 w 1051"/>
                <a:gd name="T3" fmla="*/ 582 h 890"/>
                <a:gd name="T4" fmla="*/ 796 w 1051"/>
                <a:gd name="T5" fmla="*/ 757 h 890"/>
                <a:gd name="T6" fmla="*/ 1026 w 1051"/>
                <a:gd name="T7" fmla="*/ 315 h 890"/>
                <a:gd name="T8" fmla="*/ 667 w 1051"/>
                <a:gd name="T9" fmla="*/ 519 h 890"/>
                <a:gd name="T10" fmla="*/ 0 w 1051"/>
                <a:gd name="T11" fmla="*/ 1204 h 890"/>
                <a:gd name="T12" fmla="*/ 9 w 1051"/>
                <a:gd name="T13" fmla="*/ 1233 h 8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1" h="890">
                  <a:moveTo>
                    <a:pt x="1051" y="0"/>
                  </a:moveTo>
                  <a:cubicBezTo>
                    <a:pt x="1051" y="0"/>
                    <a:pt x="842" y="188"/>
                    <a:pt x="654" y="420"/>
                  </a:cubicBezTo>
                  <a:cubicBezTo>
                    <a:pt x="617" y="465"/>
                    <a:pt x="460" y="686"/>
                    <a:pt x="508" y="546"/>
                  </a:cubicBezTo>
                  <a:cubicBezTo>
                    <a:pt x="556" y="406"/>
                    <a:pt x="686" y="264"/>
                    <a:pt x="654" y="228"/>
                  </a:cubicBezTo>
                  <a:cubicBezTo>
                    <a:pt x="622" y="192"/>
                    <a:pt x="491" y="298"/>
                    <a:pt x="425" y="375"/>
                  </a:cubicBezTo>
                  <a:cubicBezTo>
                    <a:pt x="358" y="452"/>
                    <a:pt x="134" y="650"/>
                    <a:pt x="0" y="869"/>
                  </a:cubicBezTo>
                  <a:cubicBezTo>
                    <a:pt x="6" y="890"/>
                    <a:pt x="6" y="890"/>
                    <a:pt x="6" y="89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869">
              <a:extLst>
                <a:ext uri="{FF2B5EF4-FFF2-40B4-BE49-F238E27FC236}">
                  <a16:creationId xmlns:a16="http://schemas.microsoft.com/office/drawing/2014/main" id="{138D478A-922D-45BA-AABE-30C77CA15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946"/>
              <a:ext cx="1214" cy="1075"/>
            </a:xfrm>
            <a:custGeom>
              <a:avLst/>
              <a:gdLst>
                <a:gd name="T0" fmla="*/ 0 w 1045"/>
                <a:gd name="T1" fmla="*/ 1230 h 965"/>
                <a:gd name="T2" fmla="*/ 545 w 1045"/>
                <a:gd name="T3" fmla="*/ 656 h 965"/>
                <a:gd name="T4" fmla="*/ 669 w 1045"/>
                <a:gd name="T5" fmla="*/ 589 h 965"/>
                <a:gd name="T6" fmla="*/ 737 w 1045"/>
                <a:gd name="T7" fmla="*/ 754 h 965"/>
                <a:gd name="T8" fmla="*/ 652 w 1045"/>
                <a:gd name="T9" fmla="*/ 937 h 965"/>
                <a:gd name="T10" fmla="*/ 431 w 1045"/>
                <a:gd name="T11" fmla="*/ 1335 h 965"/>
                <a:gd name="T12" fmla="*/ 641 w 1045"/>
                <a:gd name="T13" fmla="*/ 1124 h 965"/>
                <a:gd name="T14" fmla="*/ 1638 w 1045"/>
                <a:gd name="T15" fmla="*/ 35 h 965"/>
                <a:gd name="T16" fmla="*/ 1638 w 1045"/>
                <a:gd name="T17" fmla="*/ 0 h 9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5" h="965">
                  <a:moveTo>
                    <a:pt x="0" y="890"/>
                  </a:moveTo>
                  <a:cubicBezTo>
                    <a:pt x="38" y="803"/>
                    <a:pt x="296" y="521"/>
                    <a:pt x="348" y="475"/>
                  </a:cubicBezTo>
                  <a:cubicBezTo>
                    <a:pt x="348" y="475"/>
                    <a:pt x="395" y="429"/>
                    <a:pt x="427" y="426"/>
                  </a:cubicBezTo>
                  <a:cubicBezTo>
                    <a:pt x="459" y="422"/>
                    <a:pt x="481" y="503"/>
                    <a:pt x="470" y="546"/>
                  </a:cubicBezTo>
                  <a:cubicBezTo>
                    <a:pt x="458" y="589"/>
                    <a:pt x="416" y="678"/>
                    <a:pt x="416" y="678"/>
                  </a:cubicBezTo>
                  <a:cubicBezTo>
                    <a:pt x="362" y="809"/>
                    <a:pt x="275" y="965"/>
                    <a:pt x="275" y="965"/>
                  </a:cubicBezTo>
                  <a:cubicBezTo>
                    <a:pt x="409" y="813"/>
                    <a:pt x="409" y="813"/>
                    <a:pt x="409" y="813"/>
                  </a:cubicBezTo>
                  <a:cubicBezTo>
                    <a:pt x="729" y="281"/>
                    <a:pt x="1045" y="25"/>
                    <a:pt x="1045" y="25"/>
                  </a:cubicBezTo>
                  <a:cubicBezTo>
                    <a:pt x="1045" y="0"/>
                    <a:pt x="1045" y="0"/>
                    <a:pt x="1045" y="0"/>
                  </a:cubicBezTo>
                </a:path>
              </a:pathLst>
            </a:custGeom>
            <a:noFill/>
            <a:ln w="6350" cap="flat">
              <a:solidFill>
                <a:srgbClr val="58585A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870">
              <a:extLst>
                <a:ext uri="{FF2B5EF4-FFF2-40B4-BE49-F238E27FC236}">
                  <a16:creationId xmlns:a16="http://schemas.microsoft.com/office/drawing/2014/main" id="{E9491C33-995A-499A-91C2-F30FEC4D3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335"/>
              <a:ext cx="200" cy="367"/>
            </a:xfrm>
            <a:custGeom>
              <a:avLst/>
              <a:gdLst>
                <a:gd name="T0" fmla="*/ 105 w 173"/>
                <a:gd name="T1" fmla="*/ 456 h 329"/>
                <a:gd name="T2" fmla="*/ 169 w 173"/>
                <a:gd name="T3" fmla="*/ 248 h 329"/>
                <a:gd name="T4" fmla="*/ 0 w 173"/>
                <a:gd name="T5" fmla="*/ 175 h 329"/>
                <a:gd name="T6" fmla="*/ 228 w 173"/>
                <a:gd name="T7" fmla="*/ 0 h 329"/>
                <a:gd name="T8" fmla="*/ 267 w 173"/>
                <a:gd name="T9" fmla="*/ 120 h 329"/>
                <a:gd name="T10" fmla="*/ 105 w 173"/>
                <a:gd name="T11" fmla="*/ 456 h 3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329">
                  <a:moveTo>
                    <a:pt x="68" y="329"/>
                  </a:moveTo>
                  <a:cubicBezTo>
                    <a:pt x="93" y="267"/>
                    <a:pt x="111" y="210"/>
                    <a:pt x="109" y="178"/>
                  </a:cubicBezTo>
                  <a:cubicBezTo>
                    <a:pt x="103" y="78"/>
                    <a:pt x="52" y="81"/>
                    <a:pt x="0" y="126"/>
                  </a:cubicBezTo>
                  <a:cubicBezTo>
                    <a:pt x="0" y="126"/>
                    <a:pt x="94" y="27"/>
                    <a:pt x="147" y="0"/>
                  </a:cubicBezTo>
                  <a:cubicBezTo>
                    <a:pt x="147" y="0"/>
                    <a:pt x="120" y="54"/>
                    <a:pt x="173" y="87"/>
                  </a:cubicBezTo>
                  <a:cubicBezTo>
                    <a:pt x="173" y="87"/>
                    <a:pt x="81" y="308"/>
                    <a:pt x="68" y="329"/>
                  </a:cubicBezTo>
                  <a:close/>
                </a:path>
              </a:pathLst>
            </a:custGeom>
            <a:solidFill>
              <a:srgbClr val="A85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871">
              <a:extLst>
                <a:ext uri="{FF2B5EF4-FFF2-40B4-BE49-F238E27FC236}">
                  <a16:creationId xmlns:a16="http://schemas.microsoft.com/office/drawing/2014/main" id="{B73696CB-DDB6-4781-ABDB-04134737E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335"/>
              <a:ext cx="200" cy="367"/>
            </a:xfrm>
            <a:custGeom>
              <a:avLst/>
              <a:gdLst>
                <a:gd name="T0" fmla="*/ 105 w 173"/>
                <a:gd name="T1" fmla="*/ 456 h 329"/>
                <a:gd name="T2" fmla="*/ 169 w 173"/>
                <a:gd name="T3" fmla="*/ 248 h 329"/>
                <a:gd name="T4" fmla="*/ 0 w 173"/>
                <a:gd name="T5" fmla="*/ 175 h 329"/>
                <a:gd name="T6" fmla="*/ 228 w 173"/>
                <a:gd name="T7" fmla="*/ 0 h 329"/>
                <a:gd name="T8" fmla="*/ 267 w 173"/>
                <a:gd name="T9" fmla="*/ 120 h 329"/>
                <a:gd name="T10" fmla="*/ 105 w 173"/>
                <a:gd name="T11" fmla="*/ 456 h 3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329">
                  <a:moveTo>
                    <a:pt x="68" y="329"/>
                  </a:moveTo>
                  <a:cubicBezTo>
                    <a:pt x="93" y="267"/>
                    <a:pt x="111" y="210"/>
                    <a:pt x="109" y="178"/>
                  </a:cubicBezTo>
                  <a:cubicBezTo>
                    <a:pt x="103" y="78"/>
                    <a:pt x="52" y="81"/>
                    <a:pt x="0" y="126"/>
                  </a:cubicBezTo>
                  <a:cubicBezTo>
                    <a:pt x="0" y="126"/>
                    <a:pt x="94" y="27"/>
                    <a:pt x="147" y="0"/>
                  </a:cubicBezTo>
                  <a:cubicBezTo>
                    <a:pt x="147" y="0"/>
                    <a:pt x="120" y="54"/>
                    <a:pt x="173" y="87"/>
                  </a:cubicBezTo>
                  <a:cubicBezTo>
                    <a:pt x="173" y="87"/>
                    <a:pt x="81" y="308"/>
                    <a:pt x="68" y="329"/>
                  </a:cubicBezTo>
                  <a:close/>
                </a:path>
              </a:pathLst>
            </a:custGeom>
            <a:noFill/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872">
              <a:extLst>
                <a:ext uri="{FF2B5EF4-FFF2-40B4-BE49-F238E27FC236}">
                  <a16:creationId xmlns:a16="http://schemas.microsoft.com/office/drawing/2014/main" id="{EAB9EBE1-D6F8-486E-8CAD-D1CC3D0C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385"/>
              <a:ext cx="87" cy="65"/>
            </a:xfrm>
            <a:custGeom>
              <a:avLst/>
              <a:gdLst>
                <a:gd name="T0" fmla="*/ 16 w 75"/>
                <a:gd name="T1" fmla="*/ 0 h 58"/>
                <a:gd name="T2" fmla="*/ 117 w 75"/>
                <a:gd name="T3" fmla="*/ 72 h 58"/>
                <a:gd name="T4" fmla="*/ 0 w 75"/>
                <a:gd name="T5" fmla="*/ 11 h 58"/>
                <a:gd name="T6" fmla="*/ 16 w 75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58">
                  <a:moveTo>
                    <a:pt x="10" y="0"/>
                  </a:moveTo>
                  <a:cubicBezTo>
                    <a:pt x="10" y="0"/>
                    <a:pt x="15" y="48"/>
                    <a:pt x="75" y="51"/>
                  </a:cubicBezTo>
                  <a:cubicBezTo>
                    <a:pt x="75" y="51"/>
                    <a:pt x="25" y="58"/>
                    <a:pt x="0" y="8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8F43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Line 873">
              <a:extLst>
                <a:ext uri="{FF2B5EF4-FFF2-40B4-BE49-F238E27FC236}">
                  <a16:creationId xmlns:a16="http://schemas.microsoft.com/office/drawing/2014/main" id="{38A178B2-03F6-4172-8833-721D2F93DB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57" y="2566"/>
              <a:ext cx="113" cy="373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874">
              <a:extLst>
                <a:ext uri="{FF2B5EF4-FFF2-40B4-BE49-F238E27FC236}">
                  <a16:creationId xmlns:a16="http://schemas.microsoft.com/office/drawing/2014/main" id="{4674E24A-BE36-4607-9919-02872EE8B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862"/>
              <a:ext cx="187" cy="274"/>
            </a:xfrm>
            <a:custGeom>
              <a:avLst/>
              <a:gdLst>
                <a:gd name="T0" fmla="*/ 211 w 161"/>
                <a:gd name="T1" fmla="*/ 28 h 246"/>
                <a:gd name="T2" fmla="*/ 0 w 161"/>
                <a:gd name="T3" fmla="*/ 317 h 246"/>
                <a:gd name="T4" fmla="*/ 45 w 161"/>
                <a:gd name="T5" fmla="*/ 340 h 246"/>
                <a:gd name="T6" fmla="*/ 252 w 161"/>
                <a:gd name="T7" fmla="*/ 48 h 246"/>
                <a:gd name="T8" fmla="*/ 211 w 161"/>
                <a:gd name="T9" fmla="*/ 28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246">
                  <a:moveTo>
                    <a:pt x="135" y="20"/>
                  </a:moveTo>
                  <a:cubicBezTo>
                    <a:pt x="0" y="230"/>
                    <a:pt x="0" y="230"/>
                    <a:pt x="0" y="230"/>
                  </a:cubicBezTo>
                  <a:cubicBezTo>
                    <a:pt x="0" y="230"/>
                    <a:pt x="19" y="228"/>
                    <a:pt x="29" y="246"/>
                  </a:cubicBezTo>
                  <a:cubicBezTo>
                    <a:pt x="161" y="35"/>
                    <a:pt x="161" y="35"/>
                    <a:pt x="161" y="35"/>
                  </a:cubicBezTo>
                  <a:cubicBezTo>
                    <a:pt x="161" y="35"/>
                    <a:pt x="143" y="0"/>
                    <a:pt x="135" y="20"/>
                  </a:cubicBezTo>
                  <a:close/>
                </a:path>
              </a:pathLst>
            </a:custGeom>
            <a:solidFill>
              <a:srgbClr val="C9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875">
              <a:extLst>
                <a:ext uri="{FF2B5EF4-FFF2-40B4-BE49-F238E27FC236}">
                  <a16:creationId xmlns:a16="http://schemas.microsoft.com/office/drawing/2014/main" id="{D2E5B989-01D5-41F9-8F9F-1FBB7EC82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876"/>
              <a:ext cx="188" cy="266"/>
            </a:xfrm>
            <a:custGeom>
              <a:avLst/>
              <a:gdLst>
                <a:gd name="T0" fmla="*/ 241 w 162"/>
                <a:gd name="T1" fmla="*/ 0 h 238"/>
                <a:gd name="T2" fmla="*/ 0 w 162"/>
                <a:gd name="T3" fmla="*/ 323 h 238"/>
                <a:gd name="T4" fmla="*/ 48 w 162"/>
                <a:gd name="T5" fmla="*/ 332 h 238"/>
                <a:gd name="T6" fmla="*/ 253 w 162"/>
                <a:gd name="T7" fmla="*/ 29 h 238"/>
                <a:gd name="T8" fmla="*/ 241 w 162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238">
                  <a:moveTo>
                    <a:pt x="154" y="0"/>
                  </a:moveTo>
                  <a:cubicBezTo>
                    <a:pt x="0" y="232"/>
                    <a:pt x="0" y="232"/>
                    <a:pt x="0" y="232"/>
                  </a:cubicBezTo>
                  <a:cubicBezTo>
                    <a:pt x="0" y="232"/>
                    <a:pt x="8" y="227"/>
                    <a:pt x="30" y="238"/>
                  </a:cubicBezTo>
                  <a:cubicBezTo>
                    <a:pt x="162" y="21"/>
                    <a:pt x="162" y="21"/>
                    <a:pt x="162" y="21"/>
                  </a:cubicBezTo>
                  <a:cubicBezTo>
                    <a:pt x="162" y="21"/>
                    <a:pt x="158" y="3"/>
                    <a:pt x="154" y="0"/>
                  </a:cubicBezTo>
                  <a:close/>
                </a:path>
              </a:pathLst>
            </a:custGeom>
            <a:solidFill>
              <a:srgbClr val="C9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876">
              <a:extLst>
                <a:ext uri="{FF2B5EF4-FFF2-40B4-BE49-F238E27FC236}">
                  <a16:creationId xmlns:a16="http://schemas.microsoft.com/office/drawing/2014/main" id="{5BA8E74E-48C9-4D43-85E6-3AC67068D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917"/>
              <a:ext cx="177" cy="255"/>
            </a:xfrm>
            <a:custGeom>
              <a:avLst/>
              <a:gdLst>
                <a:gd name="T0" fmla="*/ 185 w 153"/>
                <a:gd name="T1" fmla="*/ 35 h 229"/>
                <a:gd name="T2" fmla="*/ 0 w 153"/>
                <a:gd name="T3" fmla="*/ 305 h 229"/>
                <a:gd name="T4" fmla="*/ 58 w 153"/>
                <a:gd name="T5" fmla="*/ 316 h 229"/>
                <a:gd name="T6" fmla="*/ 237 w 153"/>
                <a:gd name="T7" fmla="*/ 22 h 229"/>
                <a:gd name="T8" fmla="*/ 185 w 153"/>
                <a:gd name="T9" fmla="*/ 35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229">
                  <a:moveTo>
                    <a:pt x="119" y="25"/>
                  </a:moveTo>
                  <a:cubicBezTo>
                    <a:pt x="0" y="221"/>
                    <a:pt x="0" y="221"/>
                    <a:pt x="0" y="221"/>
                  </a:cubicBezTo>
                  <a:cubicBezTo>
                    <a:pt x="0" y="221"/>
                    <a:pt x="22" y="213"/>
                    <a:pt x="37" y="229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6"/>
                    <a:pt x="136" y="0"/>
                    <a:pt x="119" y="25"/>
                  </a:cubicBezTo>
                  <a:close/>
                </a:path>
              </a:pathLst>
            </a:custGeom>
            <a:solidFill>
              <a:srgbClr val="C9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877">
              <a:extLst>
                <a:ext uri="{FF2B5EF4-FFF2-40B4-BE49-F238E27FC236}">
                  <a16:creationId xmlns:a16="http://schemas.microsoft.com/office/drawing/2014/main" id="{9E92C7F6-C0C1-44FE-9EA0-122C019F0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886"/>
              <a:ext cx="151" cy="231"/>
            </a:xfrm>
            <a:custGeom>
              <a:avLst/>
              <a:gdLst>
                <a:gd name="T0" fmla="*/ 0 w 130"/>
                <a:gd name="T1" fmla="*/ 283 h 207"/>
                <a:gd name="T2" fmla="*/ 203 w 130"/>
                <a:gd name="T3" fmla="*/ 0 h 207"/>
                <a:gd name="T4" fmla="*/ 20 w 130"/>
                <a:gd name="T5" fmla="*/ 288 h 207"/>
                <a:gd name="T6" fmla="*/ 0 w 130"/>
                <a:gd name="T7" fmla="*/ 283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207">
                  <a:moveTo>
                    <a:pt x="0" y="204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13" y="207"/>
                    <a:pt x="13" y="207"/>
                    <a:pt x="13" y="207"/>
                  </a:cubicBezTo>
                  <a:cubicBezTo>
                    <a:pt x="13" y="207"/>
                    <a:pt x="5" y="202"/>
                    <a:pt x="0" y="204"/>
                  </a:cubicBezTo>
                  <a:close/>
                </a:path>
              </a:pathLst>
            </a:custGeom>
            <a:solidFill>
              <a:srgbClr val="D6A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878">
              <a:extLst>
                <a:ext uri="{FF2B5EF4-FFF2-40B4-BE49-F238E27FC236}">
                  <a16:creationId xmlns:a16="http://schemas.microsoft.com/office/drawing/2014/main" id="{B2433C51-295F-4CA1-AF8A-31CECE1A1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888"/>
              <a:ext cx="167" cy="247"/>
            </a:xfrm>
            <a:custGeom>
              <a:avLst/>
              <a:gdLst>
                <a:gd name="T0" fmla="*/ 225 w 144"/>
                <a:gd name="T1" fmla="*/ 0 h 222"/>
                <a:gd name="T2" fmla="*/ 0 w 144"/>
                <a:gd name="T3" fmla="*/ 302 h 222"/>
                <a:gd name="T4" fmla="*/ 22 w 144"/>
                <a:gd name="T5" fmla="*/ 306 h 222"/>
                <a:gd name="T6" fmla="*/ 225 w 144"/>
                <a:gd name="T7" fmla="*/ 0 h 2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222">
                  <a:moveTo>
                    <a:pt x="144" y="0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19"/>
                    <a:pt x="9" y="219"/>
                    <a:pt x="14" y="222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D6A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879">
              <a:extLst>
                <a:ext uri="{FF2B5EF4-FFF2-40B4-BE49-F238E27FC236}">
                  <a16:creationId xmlns:a16="http://schemas.microsoft.com/office/drawing/2014/main" id="{34D0F59B-B6EB-40A9-A37D-6D2EC53E0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947"/>
              <a:ext cx="130" cy="210"/>
            </a:xfrm>
            <a:custGeom>
              <a:avLst/>
              <a:gdLst>
                <a:gd name="T0" fmla="*/ 175 w 112"/>
                <a:gd name="T1" fmla="*/ 0 h 189"/>
                <a:gd name="T2" fmla="*/ 0 w 112"/>
                <a:gd name="T3" fmla="*/ 257 h 189"/>
                <a:gd name="T4" fmla="*/ 26 w 112"/>
                <a:gd name="T5" fmla="*/ 259 h 189"/>
                <a:gd name="T6" fmla="*/ 175 w 112"/>
                <a:gd name="T7" fmla="*/ 0 h 1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89">
                  <a:moveTo>
                    <a:pt x="112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0" y="187"/>
                    <a:pt x="9" y="184"/>
                    <a:pt x="16" y="189"/>
                  </a:cubicBezTo>
                  <a:lnTo>
                    <a:pt x="112" y="0"/>
                  </a:lnTo>
                  <a:close/>
                </a:path>
              </a:pathLst>
            </a:custGeom>
            <a:solidFill>
              <a:srgbClr val="D6A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880">
              <a:extLst>
                <a:ext uri="{FF2B5EF4-FFF2-40B4-BE49-F238E27FC236}">
                  <a16:creationId xmlns:a16="http://schemas.microsoft.com/office/drawing/2014/main" id="{B4E265B6-6A1F-4390-91DC-944950208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104"/>
              <a:ext cx="199" cy="215"/>
            </a:xfrm>
            <a:custGeom>
              <a:avLst/>
              <a:gdLst>
                <a:gd name="T0" fmla="*/ 150 w 171"/>
                <a:gd name="T1" fmla="*/ 18 h 193"/>
                <a:gd name="T2" fmla="*/ 0 w 171"/>
                <a:gd name="T3" fmla="*/ 267 h 1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1" h="193">
                  <a:moveTo>
                    <a:pt x="95" y="13"/>
                  </a:moveTo>
                  <a:cubicBezTo>
                    <a:pt x="95" y="13"/>
                    <a:pt x="171" y="0"/>
                    <a:pt x="0" y="193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881">
              <a:extLst>
                <a:ext uri="{FF2B5EF4-FFF2-40B4-BE49-F238E27FC236}">
                  <a16:creationId xmlns:a16="http://schemas.microsoft.com/office/drawing/2014/main" id="{21AB77C1-9C79-4C3A-B0BB-41D36902C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032"/>
              <a:ext cx="130" cy="162"/>
            </a:xfrm>
            <a:custGeom>
              <a:avLst/>
              <a:gdLst>
                <a:gd name="T0" fmla="*/ 175 w 112"/>
                <a:gd name="T1" fmla="*/ 0 h 145"/>
                <a:gd name="T2" fmla="*/ 120 w 112"/>
                <a:gd name="T3" fmla="*/ 202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145">
                  <a:moveTo>
                    <a:pt x="112" y="0"/>
                  </a:moveTo>
                  <a:cubicBezTo>
                    <a:pt x="112" y="0"/>
                    <a:pt x="0" y="132"/>
                    <a:pt x="77" y="14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882">
              <a:extLst>
                <a:ext uri="{FF2B5EF4-FFF2-40B4-BE49-F238E27FC236}">
                  <a16:creationId xmlns:a16="http://schemas.microsoft.com/office/drawing/2014/main" id="{94B0F7E6-267C-4458-B467-5263EAE84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452"/>
              <a:ext cx="79" cy="121"/>
            </a:xfrm>
            <a:custGeom>
              <a:avLst/>
              <a:gdLst>
                <a:gd name="T0" fmla="*/ 59 w 68"/>
                <a:gd name="T1" fmla="*/ 2 h 109"/>
                <a:gd name="T2" fmla="*/ 9 w 68"/>
                <a:gd name="T3" fmla="*/ 79 h 109"/>
                <a:gd name="T4" fmla="*/ 66 w 68"/>
                <a:gd name="T5" fmla="*/ 149 h 109"/>
                <a:gd name="T6" fmla="*/ 100 w 68"/>
                <a:gd name="T7" fmla="*/ 101 h 109"/>
                <a:gd name="T8" fmla="*/ 69 w 68"/>
                <a:gd name="T9" fmla="*/ 65 h 109"/>
                <a:gd name="T10" fmla="*/ 53 w 68"/>
                <a:gd name="T11" fmla="*/ 4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9">
                  <a:moveTo>
                    <a:pt x="38" y="2"/>
                  </a:moveTo>
                  <a:cubicBezTo>
                    <a:pt x="9" y="13"/>
                    <a:pt x="0" y="27"/>
                    <a:pt x="6" y="58"/>
                  </a:cubicBezTo>
                  <a:cubicBezTo>
                    <a:pt x="9" y="75"/>
                    <a:pt x="18" y="109"/>
                    <a:pt x="42" y="109"/>
                  </a:cubicBezTo>
                  <a:cubicBezTo>
                    <a:pt x="56" y="109"/>
                    <a:pt x="68" y="86"/>
                    <a:pt x="64" y="74"/>
                  </a:cubicBezTo>
                  <a:cubicBezTo>
                    <a:pt x="60" y="62"/>
                    <a:pt x="47" y="60"/>
                    <a:pt x="44" y="48"/>
                  </a:cubicBezTo>
                  <a:cubicBezTo>
                    <a:pt x="42" y="38"/>
                    <a:pt x="56" y="0"/>
                    <a:pt x="34" y="4"/>
                  </a:cubicBezTo>
                </a:path>
              </a:pathLst>
            </a:custGeom>
            <a:solidFill>
              <a:srgbClr val="DC9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883">
              <a:extLst>
                <a:ext uri="{FF2B5EF4-FFF2-40B4-BE49-F238E27FC236}">
                  <a16:creationId xmlns:a16="http://schemas.microsoft.com/office/drawing/2014/main" id="{3C755DD4-06B2-47FF-A3FF-42FFA3F2E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459"/>
              <a:ext cx="33" cy="53"/>
            </a:xfrm>
            <a:custGeom>
              <a:avLst/>
              <a:gdLst>
                <a:gd name="T0" fmla="*/ 0 w 29"/>
                <a:gd name="T1" fmla="*/ 1 h 48"/>
                <a:gd name="T2" fmla="*/ 28 w 29"/>
                <a:gd name="T3" fmla="*/ 40 h 48"/>
                <a:gd name="T4" fmla="*/ 9 w 29"/>
                <a:gd name="T5" fmla="*/ 0 h 48"/>
                <a:gd name="T6" fmla="*/ 7 w 29"/>
                <a:gd name="T7" fmla="*/ 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8">
                  <a:moveTo>
                    <a:pt x="0" y="1"/>
                  </a:moveTo>
                  <a:cubicBezTo>
                    <a:pt x="5" y="7"/>
                    <a:pt x="4" y="48"/>
                    <a:pt x="19" y="30"/>
                  </a:cubicBezTo>
                  <a:cubicBezTo>
                    <a:pt x="29" y="19"/>
                    <a:pt x="15" y="4"/>
                    <a:pt x="6" y="0"/>
                  </a:cubicBezTo>
                  <a:cubicBezTo>
                    <a:pt x="5" y="1"/>
                    <a:pt x="5" y="1"/>
                    <a:pt x="4" y="3"/>
                  </a:cubicBezTo>
                </a:path>
              </a:pathLst>
            </a:custGeom>
            <a:solidFill>
              <a:srgbClr val="DC9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884">
              <a:extLst>
                <a:ext uri="{FF2B5EF4-FFF2-40B4-BE49-F238E27FC236}">
                  <a16:creationId xmlns:a16="http://schemas.microsoft.com/office/drawing/2014/main" id="{6F2A532F-4472-45B2-B2F7-27B9746D3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997"/>
              <a:ext cx="272" cy="300"/>
            </a:xfrm>
            <a:custGeom>
              <a:avLst/>
              <a:gdLst>
                <a:gd name="T0" fmla="*/ 367 w 234"/>
                <a:gd name="T1" fmla="*/ 0 h 269"/>
                <a:gd name="T2" fmla="*/ 0 w 234"/>
                <a:gd name="T3" fmla="*/ 374 h 269"/>
                <a:gd name="T4" fmla="*/ 367 w 234"/>
                <a:gd name="T5" fmla="*/ 0 h 2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4" h="269">
                  <a:moveTo>
                    <a:pt x="234" y="0"/>
                  </a:moveTo>
                  <a:cubicBezTo>
                    <a:pt x="234" y="0"/>
                    <a:pt x="20" y="247"/>
                    <a:pt x="0" y="269"/>
                  </a:cubicBezTo>
                  <a:cubicBezTo>
                    <a:pt x="0" y="269"/>
                    <a:pt x="224" y="22"/>
                    <a:pt x="2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885">
              <a:extLst>
                <a:ext uri="{FF2B5EF4-FFF2-40B4-BE49-F238E27FC236}">
                  <a16:creationId xmlns:a16="http://schemas.microsoft.com/office/drawing/2014/main" id="{3FD208DA-0469-44DF-BFB3-E54306C75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025"/>
              <a:ext cx="288" cy="313"/>
            </a:xfrm>
            <a:custGeom>
              <a:avLst/>
              <a:gdLst>
                <a:gd name="T0" fmla="*/ 388 w 248"/>
                <a:gd name="T1" fmla="*/ 0 h 281"/>
                <a:gd name="T2" fmla="*/ 0 w 248"/>
                <a:gd name="T3" fmla="*/ 389 h 281"/>
                <a:gd name="T4" fmla="*/ 388 w 248"/>
                <a:gd name="T5" fmla="*/ 0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8" h="281">
                  <a:moveTo>
                    <a:pt x="248" y="0"/>
                  </a:moveTo>
                  <a:cubicBezTo>
                    <a:pt x="0" y="281"/>
                    <a:pt x="0" y="281"/>
                    <a:pt x="0" y="281"/>
                  </a:cubicBezTo>
                  <a:cubicBezTo>
                    <a:pt x="0" y="281"/>
                    <a:pt x="240" y="17"/>
                    <a:pt x="2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Oval 886">
              <a:extLst>
                <a:ext uri="{FF2B5EF4-FFF2-40B4-BE49-F238E27FC236}">
                  <a16:creationId xmlns:a16="http://schemas.microsoft.com/office/drawing/2014/main" id="{84FB11FE-56CF-48D8-8D8F-4A8345410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2263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11" name="Oval 887">
              <a:extLst>
                <a:ext uri="{FF2B5EF4-FFF2-40B4-BE49-F238E27FC236}">
                  <a16:creationId xmlns:a16="http://schemas.microsoft.com/office/drawing/2014/main" id="{03C24B4C-6F9C-4FBF-9853-9B8C53D9F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" y="2266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12" name="Oval 888">
              <a:extLst>
                <a:ext uri="{FF2B5EF4-FFF2-40B4-BE49-F238E27FC236}">
                  <a16:creationId xmlns:a16="http://schemas.microsoft.com/office/drawing/2014/main" id="{B4EAD8F5-C228-4F6F-9D95-0614BAC23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5" y="242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13" name="Oval 889">
              <a:extLst>
                <a:ext uri="{FF2B5EF4-FFF2-40B4-BE49-F238E27FC236}">
                  <a16:creationId xmlns:a16="http://schemas.microsoft.com/office/drawing/2014/main" id="{BFCE14AA-8AC6-491A-9655-368DF2A5A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7" y="2432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14" name="Oval 890">
              <a:extLst>
                <a:ext uri="{FF2B5EF4-FFF2-40B4-BE49-F238E27FC236}">
                  <a16:creationId xmlns:a16="http://schemas.microsoft.com/office/drawing/2014/main" id="{CD21E400-A42C-49E0-8442-5493B6758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5" y="241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15" name="Oval 891">
              <a:extLst>
                <a:ext uri="{FF2B5EF4-FFF2-40B4-BE49-F238E27FC236}">
                  <a16:creationId xmlns:a16="http://schemas.microsoft.com/office/drawing/2014/main" id="{7CB4707B-15C6-4505-BD44-FF367C4B2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8" y="2399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16" name="Oval 892">
              <a:extLst>
                <a:ext uri="{FF2B5EF4-FFF2-40B4-BE49-F238E27FC236}">
                  <a16:creationId xmlns:a16="http://schemas.microsoft.com/office/drawing/2014/main" id="{2D9B4EFE-673F-4854-B538-591B5FCA0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" y="2421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17" name="Oval 893">
              <a:extLst>
                <a:ext uri="{FF2B5EF4-FFF2-40B4-BE49-F238E27FC236}">
                  <a16:creationId xmlns:a16="http://schemas.microsoft.com/office/drawing/2014/main" id="{ECFCE162-FEE9-4CC9-8ACC-68C0101E5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" y="241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18" name="Freeform 894">
              <a:extLst>
                <a:ext uri="{FF2B5EF4-FFF2-40B4-BE49-F238E27FC236}">
                  <a16:creationId xmlns:a16="http://schemas.microsoft.com/office/drawing/2014/main" id="{D7D906CF-9593-4EBB-BDC3-3574A99E3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939"/>
              <a:ext cx="112" cy="174"/>
            </a:xfrm>
            <a:custGeom>
              <a:avLst/>
              <a:gdLst>
                <a:gd name="T0" fmla="*/ 0 w 112"/>
                <a:gd name="T1" fmla="*/ 172 h 174"/>
                <a:gd name="T2" fmla="*/ 112 w 112"/>
                <a:gd name="T3" fmla="*/ 0 h 174"/>
                <a:gd name="T4" fmla="*/ 4 w 112"/>
                <a:gd name="T5" fmla="*/ 174 h 174"/>
                <a:gd name="T6" fmla="*/ 0 w 112"/>
                <a:gd name="T7" fmla="*/ 172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74">
                  <a:moveTo>
                    <a:pt x="0" y="172"/>
                  </a:moveTo>
                  <a:lnTo>
                    <a:pt x="112" y="0"/>
                  </a:lnTo>
                  <a:lnTo>
                    <a:pt x="4" y="174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895">
              <a:extLst>
                <a:ext uri="{FF2B5EF4-FFF2-40B4-BE49-F238E27FC236}">
                  <a16:creationId xmlns:a16="http://schemas.microsoft.com/office/drawing/2014/main" id="{B3E20285-FD23-4E0A-A7F8-191D877EE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968"/>
              <a:ext cx="109" cy="161"/>
            </a:xfrm>
            <a:custGeom>
              <a:avLst/>
              <a:gdLst>
                <a:gd name="T0" fmla="*/ 0 w 93"/>
                <a:gd name="T1" fmla="*/ 199 h 145"/>
                <a:gd name="T2" fmla="*/ 150 w 93"/>
                <a:gd name="T3" fmla="*/ 0 h 145"/>
                <a:gd name="T4" fmla="*/ 0 w 93"/>
                <a:gd name="T5" fmla="*/ 199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45">
                  <a:moveTo>
                    <a:pt x="0" y="145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93" y="0"/>
                    <a:pt x="8" y="140"/>
                    <a:pt x="0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896">
              <a:extLst>
                <a:ext uri="{FF2B5EF4-FFF2-40B4-BE49-F238E27FC236}">
                  <a16:creationId xmlns:a16="http://schemas.microsoft.com/office/drawing/2014/main" id="{1AF23BB0-EEEC-48DF-949E-5063F741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011"/>
              <a:ext cx="86" cy="138"/>
            </a:xfrm>
            <a:custGeom>
              <a:avLst/>
              <a:gdLst>
                <a:gd name="T0" fmla="*/ 116 w 74"/>
                <a:gd name="T1" fmla="*/ 0 h 124"/>
                <a:gd name="T2" fmla="*/ 0 w 74"/>
                <a:gd name="T3" fmla="*/ 171 h 124"/>
                <a:gd name="T4" fmla="*/ 116 w 74"/>
                <a:gd name="T5" fmla="*/ 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24">
                  <a:moveTo>
                    <a:pt x="74" y="0"/>
                  </a:moveTo>
                  <a:cubicBezTo>
                    <a:pt x="0" y="124"/>
                    <a:pt x="0" y="124"/>
                    <a:pt x="0" y="124"/>
                  </a:cubicBezTo>
                  <a:cubicBezTo>
                    <a:pt x="0" y="124"/>
                    <a:pt x="71" y="17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Oval 897">
              <a:extLst>
                <a:ext uri="{FF2B5EF4-FFF2-40B4-BE49-F238E27FC236}">
                  <a16:creationId xmlns:a16="http://schemas.microsoft.com/office/drawing/2014/main" id="{314E8BFD-3DAE-4768-8011-F34712643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4" y="310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22" name="Oval 898">
              <a:extLst>
                <a:ext uri="{FF2B5EF4-FFF2-40B4-BE49-F238E27FC236}">
                  <a16:creationId xmlns:a16="http://schemas.microsoft.com/office/drawing/2014/main" id="{635D546C-66F6-41E7-9D68-F788D2FAA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9" y="311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23" name="Oval 899">
              <a:extLst>
                <a:ext uri="{FF2B5EF4-FFF2-40B4-BE49-F238E27FC236}">
                  <a16:creationId xmlns:a16="http://schemas.microsoft.com/office/drawing/2014/main" id="{7371DBAD-C773-4077-9131-0ECC42AFC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" y="3132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24" name="Oval 900">
              <a:extLst>
                <a:ext uri="{FF2B5EF4-FFF2-40B4-BE49-F238E27FC236}">
                  <a16:creationId xmlns:a16="http://schemas.microsoft.com/office/drawing/2014/main" id="{57FF3641-0DB1-44B6-B14B-85AFB04C4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3152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25" name="Oval 901">
              <a:extLst>
                <a:ext uri="{FF2B5EF4-FFF2-40B4-BE49-F238E27FC236}">
                  <a16:creationId xmlns:a16="http://schemas.microsoft.com/office/drawing/2014/main" id="{F18889F7-BE57-40B2-9F0D-6CF0A92EF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9" y="2884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26" name="Oval 902">
              <a:extLst>
                <a:ext uri="{FF2B5EF4-FFF2-40B4-BE49-F238E27FC236}">
                  <a16:creationId xmlns:a16="http://schemas.microsoft.com/office/drawing/2014/main" id="{7FC47CB9-C6AE-4CC4-A858-064B6909D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" y="289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27" name="Oval 903">
              <a:extLst>
                <a:ext uri="{FF2B5EF4-FFF2-40B4-BE49-F238E27FC236}">
                  <a16:creationId xmlns:a16="http://schemas.microsoft.com/office/drawing/2014/main" id="{BA0FAF8A-878B-4474-AAEC-4E0E8291E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" y="2909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28" name="Oval 904">
              <a:extLst>
                <a:ext uri="{FF2B5EF4-FFF2-40B4-BE49-F238E27FC236}">
                  <a16:creationId xmlns:a16="http://schemas.microsoft.com/office/drawing/2014/main" id="{9D6B6E13-ABBC-41BD-805F-7554A5FAF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7" y="292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29" name="Oval 905">
              <a:extLst>
                <a:ext uri="{FF2B5EF4-FFF2-40B4-BE49-F238E27FC236}">
                  <a16:creationId xmlns:a16="http://schemas.microsoft.com/office/drawing/2014/main" id="{C59B5A60-9307-44FA-97F1-B29B9F950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7" y="2937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30" name="Oval 906">
              <a:extLst>
                <a:ext uri="{FF2B5EF4-FFF2-40B4-BE49-F238E27FC236}">
                  <a16:creationId xmlns:a16="http://schemas.microsoft.com/office/drawing/2014/main" id="{DE864DE2-4F5D-4648-9CB0-9CD4419EF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4" y="2955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31" name="Oval 907">
              <a:extLst>
                <a:ext uri="{FF2B5EF4-FFF2-40B4-BE49-F238E27FC236}">
                  <a16:creationId xmlns:a16="http://schemas.microsoft.com/office/drawing/2014/main" id="{4CB74110-F1B7-40F7-96D9-1585F4734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2970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32" name="Oval 908">
              <a:extLst>
                <a:ext uri="{FF2B5EF4-FFF2-40B4-BE49-F238E27FC236}">
                  <a16:creationId xmlns:a16="http://schemas.microsoft.com/office/drawing/2014/main" id="{A1BDDBC8-F3F4-4A44-AAB3-69693CE18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2986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33" name="Freeform 909">
              <a:extLst>
                <a:ext uri="{FF2B5EF4-FFF2-40B4-BE49-F238E27FC236}">
                  <a16:creationId xmlns:a16="http://schemas.microsoft.com/office/drawing/2014/main" id="{E23AD2A5-4A91-442B-9649-13196F385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216"/>
              <a:ext cx="160" cy="188"/>
            </a:xfrm>
            <a:custGeom>
              <a:avLst/>
              <a:gdLst>
                <a:gd name="T0" fmla="*/ 172 w 138"/>
                <a:gd name="T1" fmla="*/ 0 h 169"/>
                <a:gd name="T2" fmla="*/ 153 w 138"/>
                <a:gd name="T3" fmla="*/ 89 h 169"/>
                <a:gd name="T4" fmla="*/ 77 w 138"/>
                <a:gd name="T5" fmla="*/ 199 h 169"/>
                <a:gd name="T6" fmla="*/ 9 w 138"/>
                <a:gd name="T7" fmla="*/ 190 h 169"/>
                <a:gd name="T8" fmla="*/ 9 w 138"/>
                <a:gd name="T9" fmla="*/ 140 h 169"/>
                <a:gd name="T10" fmla="*/ 17 w 138"/>
                <a:gd name="T11" fmla="*/ 87 h 169"/>
                <a:gd name="T12" fmla="*/ 92 w 138"/>
                <a:gd name="T13" fmla="*/ 33 h 169"/>
                <a:gd name="T14" fmla="*/ 169 w 138"/>
                <a:gd name="T15" fmla="*/ 0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169">
                  <a:moveTo>
                    <a:pt x="110" y="0"/>
                  </a:moveTo>
                  <a:cubicBezTo>
                    <a:pt x="138" y="5"/>
                    <a:pt x="105" y="53"/>
                    <a:pt x="98" y="65"/>
                  </a:cubicBezTo>
                  <a:cubicBezTo>
                    <a:pt x="82" y="92"/>
                    <a:pt x="68" y="120"/>
                    <a:pt x="49" y="145"/>
                  </a:cubicBezTo>
                  <a:cubicBezTo>
                    <a:pt x="35" y="164"/>
                    <a:pt x="10" y="169"/>
                    <a:pt x="6" y="138"/>
                  </a:cubicBezTo>
                  <a:cubicBezTo>
                    <a:pt x="4" y="126"/>
                    <a:pt x="7" y="114"/>
                    <a:pt x="6" y="102"/>
                  </a:cubicBezTo>
                  <a:cubicBezTo>
                    <a:pt x="5" y="86"/>
                    <a:pt x="0" y="77"/>
                    <a:pt x="11" y="63"/>
                  </a:cubicBezTo>
                  <a:cubicBezTo>
                    <a:pt x="24" y="47"/>
                    <a:pt x="43" y="34"/>
                    <a:pt x="59" y="24"/>
                  </a:cubicBezTo>
                  <a:cubicBezTo>
                    <a:pt x="75" y="13"/>
                    <a:pt x="94" y="9"/>
                    <a:pt x="109" y="0"/>
                  </a:cubicBezTo>
                </a:path>
              </a:pathLst>
            </a:custGeom>
            <a:solidFill>
              <a:srgbClr val="CA7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910">
              <a:extLst>
                <a:ext uri="{FF2B5EF4-FFF2-40B4-BE49-F238E27FC236}">
                  <a16:creationId xmlns:a16="http://schemas.microsoft.com/office/drawing/2014/main" id="{077052A4-9AFE-4F49-8D69-8200BB855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279"/>
              <a:ext cx="154" cy="134"/>
            </a:xfrm>
            <a:custGeom>
              <a:avLst/>
              <a:gdLst>
                <a:gd name="T0" fmla="*/ 203 w 132"/>
                <a:gd name="T1" fmla="*/ 21 h 120"/>
                <a:gd name="T2" fmla="*/ 75 w 132"/>
                <a:gd name="T3" fmla="*/ 38 h 120"/>
                <a:gd name="T4" fmla="*/ 29 w 132"/>
                <a:gd name="T5" fmla="*/ 76 h 120"/>
                <a:gd name="T6" fmla="*/ 7 w 132"/>
                <a:gd name="T7" fmla="*/ 130 h 120"/>
                <a:gd name="T8" fmla="*/ 21 w 132"/>
                <a:gd name="T9" fmla="*/ 146 h 120"/>
                <a:gd name="T10" fmla="*/ 37 w 132"/>
                <a:gd name="T11" fmla="*/ 162 h 120"/>
                <a:gd name="T12" fmla="*/ 89 w 132"/>
                <a:gd name="T13" fmla="*/ 133 h 120"/>
                <a:gd name="T14" fmla="*/ 180 w 132"/>
                <a:gd name="T15" fmla="*/ 52 h 120"/>
                <a:gd name="T16" fmla="*/ 207 w 132"/>
                <a:gd name="T17" fmla="*/ 21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120">
                  <a:moveTo>
                    <a:pt x="128" y="15"/>
                  </a:moveTo>
                  <a:cubicBezTo>
                    <a:pt x="107" y="0"/>
                    <a:pt x="65" y="15"/>
                    <a:pt x="47" y="27"/>
                  </a:cubicBezTo>
                  <a:cubicBezTo>
                    <a:pt x="34" y="35"/>
                    <a:pt x="24" y="42"/>
                    <a:pt x="18" y="55"/>
                  </a:cubicBezTo>
                  <a:cubicBezTo>
                    <a:pt x="13" y="64"/>
                    <a:pt x="0" y="83"/>
                    <a:pt x="4" y="93"/>
                  </a:cubicBezTo>
                  <a:cubicBezTo>
                    <a:pt x="5" y="96"/>
                    <a:pt x="11" y="102"/>
                    <a:pt x="13" y="105"/>
                  </a:cubicBezTo>
                  <a:cubicBezTo>
                    <a:pt x="16" y="109"/>
                    <a:pt x="17" y="115"/>
                    <a:pt x="23" y="116"/>
                  </a:cubicBezTo>
                  <a:cubicBezTo>
                    <a:pt x="36" y="120"/>
                    <a:pt x="48" y="103"/>
                    <a:pt x="56" y="96"/>
                  </a:cubicBezTo>
                  <a:cubicBezTo>
                    <a:pt x="76" y="76"/>
                    <a:pt x="93" y="57"/>
                    <a:pt x="113" y="38"/>
                  </a:cubicBezTo>
                  <a:cubicBezTo>
                    <a:pt x="119" y="32"/>
                    <a:pt x="132" y="24"/>
                    <a:pt x="130" y="15"/>
                  </a:cubicBezTo>
                </a:path>
              </a:pathLst>
            </a:custGeom>
            <a:solidFill>
              <a:srgbClr val="CA7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911">
              <a:extLst>
                <a:ext uri="{FF2B5EF4-FFF2-40B4-BE49-F238E27FC236}">
                  <a16:creationId xmlns:a16="http://schemas.microsoft.com/office/drawing/2014/main" id="{B1891A8E-CC14-45C3-BC8B-32A25C437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402"/>
              <a:ext cx="45" cy="49"/>
            </a:xfrm>
            <a:custGeom>
              <a:avLst/>
              <a:gdLst>
                <a:gd name="T0" fmla="*/ 31 w 39"/>
                <a:gd name="T1" fmla="*/ 0 h 44"/>
                <a:gd name="T2" fmla="*/ 9 w 39"/>
                <a:gd name="T3" fmla="*/ 61 h 44"/>
                <a:gd name="T4" fmla="*/ 27 w 39"/>
                <a:gd name="T5" fmla="*/ 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4">
                  <a:moveTo>
                    <a:pt x="20" y="0"/>
                  </a:moveTo>
                  <a:cubicBezTo>
                    <a:pt x="39" y="13"/>
                    <a:pt x="23" y="38"/>
                    <a:pt x="6" y="44"/>
                  </a:cubicBezTo>
                  <a:cubicBezTo>
                    <a:pt x="0" y="33"/>
                    <a:pt x="7" y="11"/>
                    <a:pt x="17" y="5"/>
                  </a:cubicBezTo>
                </a:path>
              </a:pathLst>
            </a:custGeom>
            <a:solidFill>
              <a:srgbClr val="CA7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912">
              <a:extLst>
                <a:ext uri="{FF2B5EF4-FFF2-40B4-BE49-F238E27FC236}">
                  <a16:creationId xmlns:a16="http://schemas.microsoft.com/office/drawing/2014/main" id="{F0A8319C-5697-4A8C-AED9-39FB77298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390"/>
              <a:ext cx="70" cy="49"/>
            </a:xfrm>
            <a:custGeom>
              <a:avLst/>
              <a:gdLst>
                <a:gd name="T0" fmla="*/ 96 w 60"/>
                <a:gd name="T1" fmla="*/ 53 h 44"/>
                <a:gd name="T2" fmla="*/ 43 w 60"/>
                <a:gd name="T3" fmla="*/ 47 h 44"/>
                <a:gd name="T4" fmla="*/ 0 w 60"/>
                <a:gd name="T5" fmla="*/ 14 h 44"/>
                <a:gd name="T6" fmla="*/ 32 w 60"/>
                <a:gd name="T7" fmla="*/ 18 h 44"/>
                <a:gd name="T8" fmla="*/ 50 w 60"/>
                <a:gd name="T9" fmla="*/ 0 h 44"/>
                <a:gd name="T10" fmla="*/ 57 w 60"/>
                <a:gd name="T11" fmla="*/ 13 h 44"/>
                <a:gd name="T12" fmla="*/ 72 w 60"/>
                <a:gd name="T13" fmla="*/ 33 h 44"/>
                <a:gd name="T14" fmla="*/ 92 w 60"/>
                <a:gd name="T15" fmla="*/ 52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44">
                  <a:moveTo>
                    <a:pt x="60" y="39"/>
                  </a:moveTo>
                  <a:cubicBezTo>
                    <a:pt x="53" y="44"/>
                    <a:pt x="34" y="36"/>
                    <a:pt x="27" y="34"/>
                  </a:cubicBezTo>
                  <a:cubicBezTo>
                    <a:pt x="15" y="30"/>
                    <a:pt x="1" y="26"/>
                    <a:pt x="0" y="11"/>
                  </a:cubicBezTo>
                  <a:cubicBezTo>
                    <a:pt x="8" y="12"/>
                    <a:pt x="12" y="17"/>
                    <a:pt x="20" y="13"/>
                  </a:cubicBezTo>
                  <a:cubicBezTo>
                    <a:pt x="25" y="11"/>
                    <a:pt x="31" y="6"/>
                    <a:pt x="32" y="0"/>
                  </a:cubicBezTo>
                  <a:cubicBezTo>
                    <a:pt x="35" y="1"/>
                    <a:pt x="35" y="7"/>
                    <a:pt x="36" y="10"/>
                  </a:cubicBezTo>
                  <a:cubicBezTo>
                    <a:pt x="38" y="15"/>
                    <a:pt x="42" y="20"/>
                    <a:pt x="45" y="24"/>
                  </a:cubicBezTo>
                  <a:cubicBezTo>
                    <a:pt x="48" y="29"/>
                    <a:pt x="53" y="35"/>
                    <a:pt x="58" y="38"/>
                  </a:cubicBezTo>
                </a:path>
              </a:pathLst>
            </a:custGeom>
            <a:solidFill>
              <a:srgbClr val="B26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913">
              <a:extLst>
                <a:ext uri="{FF2B5EF4-FFF2-40B4-BE49-F238E27FC236}">
                  <a16:creationId xmlns:a16="http://schemas.microsoft.com/office/drawing/2014/main" id="{DA03A7E8-7FFE-4EE9-B71D-14E1DDEED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405"/>
              <a:ext cx="92" cy="89"/>
            </a:xfrm>
            <a:custGeom>
              <a:avLst/>
              <a:gdLst>
                <a:gd name="T0" fmla="*/ 0 w 79"/>
                <a:gd name="T1" fmla="*/ 46 h 80"/>
                <a:gd name="T2" fmla="*/ 44 w 79"/>
                <a:gd name="T3" fmla="*/ 13 h 80"/>
                <a:gd name="T4" fmla="*/ 61 w 79"/>
                <a:gd name="T5" fmla="*/ 0 h 80"/>
                <a:gd name="T6" fmla="*/ 90 w 79"/>
                <a:gd name="T7" fmla="*/ 21 h 80"/>
                <a:gd name="T8" fmla="*/ 115 w 79"/>
                <a:gd name="T9" fmla="*/ 37 h 80"/>
                <a:gd name="T10" fmla="*/ 122 w 79"/>
                <a:gd name="T11" fmla="*/ 56 h 80"/>
                <a:gd name="T12" fmla="*/ 121 w 79"/>
                <a:gd name="T13" fmla="*/ 86 h 80"/>
                <a:gd name="T14" fmla="*/ 116 w 79"/>
                <a:gd name="T15" fmla="*/ 110 h 80"/>
                <a:gd name="T16" fmla="*/ 104 w 79"/>
                <a:gd name="T17" fmla="*/ 75 h 80"/>
                <a:gd name="T18" fmla="*/ 79 w 79"/>
                <a:gd name="T19" fmla="*/ 46 h 80"/>
                <a:gd name="T20" fmla="*/ 20 w 79"/>
                <a:gd name="T21" fmla="*/ 42 h 80"/>
                <a:gd name="T22" fmla="*/ 9 w 79"/>
                <a:gd name="T23" fmla="*/ 45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80">
                  <a:moveTo>
                    <a:pt x="0" y="33"/>
                  </a:moveTo>
                  <a:cubicBezTo>
                    <a:pt x="10" y="26"/>
                    <a:pt x="19" y="18"/>
                    <a:pt x="28" y="10"/>
                  </a:cubicBezTo>
                  <a:cubicBezTo>
                    <a:pt x="31" y="8"/>
                    <a:pt x="35" y="0"/>
                    <a:pt x="39" y="0"/>
                  </a:cubicBezTo>
                  <a:cubicBezTo>
                    <a:pt x="44" y="0"/>
                    <a:pt x="53" y="12"/>
                    <a:pt x="57" y="15"/>
                  </a:cubicBezTo>
                  <a:cubicBezTo>
                    <a:pt x="62" y="20"/>
                    <a:pt x="67" y="23"/>
                    <a:pt x="73" y="27"/>
                  </a:cubicBezTo>
                  <a:cubicBezTo>
                    <a:pt x="79" y="31"/>
                    <a:pt x="78" y="33"/>
                    <a:pt x="77" y="40"/>
                  </a:cubicBezTo>
                  <a:cubicBezTo>
                    <a:pt x="76" y="47"/>
                    <a:pt x="76" y="54"/>
                    <a:pt x="76" y="62"/>
                  </a:cubicBezTo>
                  <a:cubicBezTo>
                    <a:pt x="76" y="66"/>
                    <a:pt x="77" y="77"/>
                    <a:pt x="74" y="80"/>
                  </a:cubicBezTo>
                  <a:cubicBezTo>
                    <a:pt x="69" y="74"/>
                    <a:pt x="68" y="62"/>
                    <a:pt x="65" y="54"/>
                  </a:cubicBezTo>
                  <a:cubicBezTo>
                    <a:pt x="61" y="46"/>
                    <a:pt x="57" y="39"/>
                    <a:pt x="50" y="33"/>
                  </a:cubicBezTo>
                  <a:cubicBezTo>
                    <a:pt x="42" y="26"/>
                    <a:pt x="20" y="19"/>
                    <a:pt x="13" y="31"/>
                  </a:cubicBezTo>
                  <a:cubicBezTo>
                    <a:pt x="10" y="31"/>
                    <a:pt x="8" y="32"/>
                    <a:pt x="6" y="32"/>
                  </a:cubicBezTo>
                </a:path>
              </a:pathLst>
            </a:custGeom>
            <a:solidFill>
              <a:srgbClr val="9C5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914">
              <a:extLst>
                <a:ext uri="{FF2B5EF4-FFF2-40B4-BE49-F238E27FC236}">
                  <a16:creationId xmlns:a16="http://schemas.microsoft.com/office/drawing/2014/main" id="{EA4443BB-C766-48F4-8D15-852C69DF0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920"/>
              <a:ext cx="67" cy="56"/>
            </a:xfrm>
            <a:custGeom>
              <a:avLst/>
              <a:gdLst>
                <a:gd name="T0" fmla="*/ 66 w 58"/>
                <a:gd name="T1" fmla="*/ 9 h 51"/>
                <a:gd name="T2" fmla="*/ 50 w 58"/>
                <a:gd name="T3" fmla="*/ 0 h 51"/>
                <a:gd name="T4" fmla="*/ 32 w 58"/>
                <a:gd name="T5" fmla="*/ 37 h 51"/>
                <a:gd name="T6" fmla="*/ 17 w 58"/>
                <a:gd name="T7" fmla="*/ 24 h 51"/>
                <a:gd name="T8" fmla="*/ 0 w 58"/>
                <a:gd name="T9" fmla="*/ 16 h 51"/>
                <a:gd name="T10" fmla="*/ 34 w 58"/>
                <a:gd name="T11" fmla="*/ 67 h 51"/>
                <a:gd name="T12" fmla="*/ 61 w 58"/>
                <a:gd name="T13" fmla="*/ 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51">
                  <a:moveTo>
                    <a:pt x="42" y="6"/>
                  </a:moveTo>
                  <a:cubicBezTo>
                    <a:pt x="39" y="3"/>
                    <a:pt x="36" y="0"/>
                    <a:pt x="32" y="0"/>
                  </a:cubicBezTo>
                  <a:cubicBezTo>
                    <a:pt x="30" y="9"/>
                    <a:pt x="31" y="25"/>
                    <a:pt x="21" y="28"/>
                  </a:cubicBezTo>
                  <a:cubicBezTo>
                    <a:pt x="18" y="24"/>
                    <a:pt x="14" y="22"/>
                    <a:pt x="11" y="18"/>
                  </a:cubicBezTo>
                  <a:cubicBezTo>
                    <a:pt x="8" y="16"/>
                    <a:pt x="4" y="14"/>
                    <a:pt x="0" y="13"/>
                  </a:cubicBezTo>
                  <a:cubicBezTo>
                    <a:pt x="11" y="22"/>
                    <a:pt x="15" y="38"/>
                    <a:pt x="22" y="51"/>
                  </a:cubicBezTo>
                  <a:cubicBezTo>
                    <a:pt x="29" y="43"/>
                    <a:pt x="58" y="14"/>
                    <a:pt x="40" y="5"/>
                  </a:cubicBezTo>
                </a:path>
              </a:pathLst>
            </a:custGeom>
            <a:solidFill>
              <a:srgbClr val="DB9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915">
              <a:extLst>
                <a:ext uri="{FF2B5EF4-FFF2-40B4-BE49-F238E27FC236}">
                  <a16:creationId xmlns:a16="http://schemas.microsoft.com/office/drawing/2014/main" id="{FB2FC20F-6C2D-4F11-AD60-C64861776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860"/>
              <a:ext cx="77" cy="99"/>
            </a:xfrm>
            <a:custGeom>
              <a:avLst/>
              <a:gdLst>
                <a:gd name="T0" fmla="*/ 0 w 66"/>
                <a:gd name="T1" fmla="*/ 124 h 88"/>
                <a:gd name="T2" fmla="*/ 64 w 66"/>
                <a:gd name="T3" fmla="*/ 54 h 88"/>
                <a:gd name="T4" fmla="*/ 105 w 66"/>
                <a:gd name="T5" fmla="*/ 0 h 88"/>
                <a:gd name="T6" fmla="*/ 49 w 66"/>
                <a:gd name="T7" fmla="*/ 115 h 88"/>
                <a:gd name="T8" fmla="*/ 1 w 66"/>
                <a:gd name="T9" fmla="*/ 125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8">
                  <a:moveTo>
                    <a:pt x="0" y="87"/>
                  </a:moveTo>
                  <a:cubicBezTo>
                    <a:pt x="11" y="68"/>
                    <a:pt x="28" y="55"/>
                    <a:pt x="40" y="38"/>
                  </a:cubicBezTo>
                  <a:cubicBezTo>
                    <a:pt x="49" y="26"/>
                    <a:pt x="59" y="14"/>
                    <a:pt x="66" y="0"/>
                  </a:cubicBezTo>
                  <a:cubicBezTo>
                    <a:pt x="57" y="29"/>
                    <a:pt x="41" y="53"/>
                    <a:pt x="31" y="81"/>
                  </a:cubicBezTo>
                  <a:cubicBezTo>
                    <a:pt x="25" y="73"/>
                    <a:pt x="6" y="82"/>
                    <a:pt x="1" y="88"/>
                  </a:cubicBezTo>
                </a:path>
              </a:pathLst>
            </a:custGeom>
            <a:solidFill>
              <a:srgbClr val="DB9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916">
              <a:extLst>
                <a:ext uri="{FF2B5EF4-FFF2-40B4-BE49-F238E27FC236}">
                  <a16:creationId xmlns:a16="http://schemas.microsoft.com/office/drawing/2014/main" id="{EBC7D5F5-01D2-4461-A9C6-306A49572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195"/>
              <a:ext cx="453" cy="361"/>
            </a:xfrm>
            <a:custGeom>
              <a:avLst/>
              <a:gdLst>
                <a:gd name="T0" fmla="*/ 0 w 390"/>
                <a:gd name="T1" fmla="*/ 0 h 324"/>
                <a:gd name="T2" fmla="*/ 580 w 390"/>
                <a:gd name="T3" fmla="*/ 97 h 324"/>
                <a:gd name="T4" fmla="*/ 106 w 390"/>
                <a:gd name="T5" fmla="*/ 448 h 324"/>
                <a:gd name="T6" fmla="*/ 0 w 390"/>
                <a:gd name="T7" fmla="*/ 0 h 3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0" h="324">
                  <a:moveTo>
                    <a:pt x="0" y="0"/>
                  </a:moveTo>
                  <a:cubicBezTo>
                    <a:pt x="0" y="0"/>
                    <a:pt x="320" y="50"/>
                    <a:pt x="370" y="70"/>
                  </a:cubicBezTo>
                  <a:cubicBezTo>
                    <a:pt x="370" y="70"/>
                    <a:pt x="115" y="274"/>
                    <a:pt x="67" y="324"/>
                  </a:cubicBezTo>
                  <a:cubicBezTo>
                    <a:pt x="67" y="324"/>
                    <a:pt x="390" y="44"/>
                    <a:pt x="0" y="0"/>
                  </a:cubicBezTo>
                  <a:close/>
                </a:path>
              </a:pathLst>
            </a:custGeom>
            <a:solidFill>
              <a:srgbClr val="BB8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917">
              <a:extLst>
                <a:ext uri="{FF2B5EF4-FFF2-40B4-BE49-F238E27FC236}">
                  <a16:creationId xmlns:a16="http://schemas.microsoft.com/office/drawing/2014/main" id="{11F1616F-319C-4B00-B492-329974181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336"/>
              <a:ext cx="578" cy="291"/>
            </a:xfrm>
            <a:custGeom>
              <a:avLst/>
              <a:gdLst>
                <a:gd name="T0" fmla="*/ 664 w 498"/>
                <a:gd name="T1" fmla="*/ 0 h 261"/>
                <a:gd name="T2" fmla="*/ 97 w 498"/>
                <a:gd name="T3" fmla="*/ 268 h 261"/>
                <a:gd name="T4" fmla="*/ 779 w 498"/>
                <a:gd name="T5" fmla="*/ 361 h 261"/>
                <a:gd name="T6" fmla="*/ 664 w 498"/>
                <a:gd name="T7" fmla="*/ 0 h 2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8" h="261">
                  <a:moveTo>
                    <a:pt x="425" y="0"/>
                  </a:moveTo>
                  <a:cubicBezTo>
                    <a:pt x="425" y="0"/>
                    <a:pt x="208" y="95"/>
                    <a:pt x="62" y="193"/>
                  </a:cubicBezTo>
                  <a:cubicBezTo>
                    <a:pt x="62" y="193"/>
                    <a:pt x="267" y="210"/>
                    <a:pt x="498" y="261"/>
                  </a:cubicBezTo>
                  <a:cubicBezTo>
                    <a:pt x="498" y="261"/>
                    <a:pt x="0" y="176"/>
                    <a:pt x="425" y="0"/>
                  </a:cubicBezTo>
                  <a:close/>
                </a:path>
              </a:pathLst>
            </a:custGeom>
            <a:solidFill>
              <a:srgbClr val="B07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918">
              <a:extLst>
                <a:ext uri="{FF2B5EF4-FFF2-40B4-BE49-F238E27FC236}">
                  <a16:creationId xmlns:a16="http://schemas.microsoft.com/office/drawing/2014/main" id="{5B8C053B-1B43-43B8-BD68-7940A60D1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254"/>
              <a:ext cx="252" cy="222"/>
            </a:xfrm>
            <a:custGeom>
              <a:avLst/>
              <a:gdLst>
                <a:gd name="T0" fmla="*/ 257 w 217"/>
                <a:gd name="T1" fmla="*/ 0 h 199"/>
                <a:gd name="T2" fmla="*/ 48 w 217"/>
                <a:gd name="T3" fmla="*/ 131 h 199"/>
                <a:gd name="T4" fmla="*/ 340 w 217"/>
                <a:gd name="T5" fmla="*/ 277 h 199"/>
                <a:gd name="T6" fmla="*/ 38 w 217"/>
                <a:gd name="T7" fmla="*/ 120 h 199"/>
                <a:gd name="T8" fmla="*/ 257 w 217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99">
                  <a:moveTo>
                    <a:pt x="164" y="0"/>
                  </a:moveTo>
                  <a:cubicBezTo>
                    <a:pt x="164" y="0"/>
                    <a:pt x="42" y="13"/>
                    <a:pt x="30" y="94"/>
                  </a:cubicBezTo>
                  <a:cubicBezTo>
                    <a:pt x="19" y="174"/>
                    <a:pt x="177" y="199"/>
                    <a:pt x="217" y="199"/>
                  </a:cubicBezTo>
                  <a:cubicBezTo>
                    <a:pt x="217" y="199"/>
                    <a:pt x="0" y="194"/>
                    <a:pt x="24" y="87"/>
                  </a:cubicBezTo>
                  <a:cubicBezTo>
                    <a:pt x="43" y="0"/>
                    <a:pt x="164" y="0"/>
                    <a:pt x="164" y="0"/>
                  </a:cubicBezTo>
                  <a:close/>
                </a:path>
              </a:pathLst>
            </a:custGeom>
            <a:solidFill>
              <a:srgbClr val="BB8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919">
              <a:extLst>
                <a:ext uri="{FF2B5EF4-FFF2-40B4-BE49-F238E27FC236}">
                  <a16:creationId xmlns:a16="http://schemas.microsoft.com/office/drawing/2014/main" id="{7896C55F-6B64-4739-8885-D321DE1B4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387"/>
              <a:ext cx="835" cy="859"/>
            </a:xfrm>
            <a:custGeom>
              <a:avLst/>
              <a:gdLst>
                <a:gd name="T0" fmla="*/ 0 w 719"/>
                <a:gd name="T1" fmla="*/ 1066 h 771"/>
                <a:gd name="T2" fmla="*/ 282 w 719"/>
                <a:gd name="T3" fmla="*/ 631 h 771"/>
                <a:gd name="T4" fmla="*/ 418 w 719"/>
                <a:gd name="T5" fmla="*/ 690 h 771"/>
                <a:gd name="T6" fmla="*/ 973 w 719"/>
                <a:gd name="T7" fmla="*/ 113 h 771"/>
                <a:gd name="T8" fmla="*/ 1126 w 719"/>
                <a:gd name="T9" fmla="*/ 160 h 771"/>
                <a:gd name="T10" fmla="*/ 639 w 719"/>
                <a:gd name="T11" fmla="*/ 726 h 771"/>
                <a:gd name="T12" fmla="*/ 499 w 719"/>
                <a:gd name="T13" fmla="*/ 675 h 771"/>
                <a:gd name="T14" fmla="*/ 0 w 719"/>
                <a:gd name="T15" fmla="*/ 1066 h 7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9" h="771">
                  <a:moveTo>
                    <a:pt x="0" y="771"/>
                  </a:moveTo>
                  <a:cubicBezTo>
                    <a:pt x="180" y="456"/>
                    <a:pt x="180" y="456"/>
                    <a:pt x="180" y="456"/>
                  </a:cubicBezTo>
                  <a:cubicBezTo>
                    <a:pt x="180" y="456"/>
                    <a:pt x="256" y="488"/>
                    <a:pt x="267" y="499"/>
                  </a:cubicBezTo>
                  <a:cubicBezTo>
                    <a:pt x="267" y="499"/>
                    <a:pt x="459" y="220"/>
                    <a:pt x="622" y="82"/>
                  </a:cubicBezTo>
                  <a:cubicBezTo>
                    <a:pt x="622" y="82"/>
                    <a:pt x="698" y="0"/>
                    <a:pt x="719" y="116"/>
                  </a:cubicBezTo>
                  <a:cubicBezTo>
                    <a:pt x="719" y="116"/>
                    <a:pt x="483" y="392"/>
                    <a:pt x="408" y="525"/>
                  </a:cubicBezTo>
                  <a:cubicBezTo>
                    <a:pt x="319" y="488"/>
                    <a:pt x="319" y="488"/>
                    <a:pt x="319" y="488"/>
                  </a:cubicBezTo>
                  <a:cubicBezTo>
                    <a:pt x="319" y="488"/>
                    <a:pt x="148" y="556"/>
                    <a:pt x="0" y="771"/>
                  </a:cubicBezTo>
                  <a:close/>
                </a:path>
              </a:pathLst>
            </a:custGeom>
            <a:solidFill>
              <a:srgbClr val="9E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920">
              <a:extLst>
                <a:ext uri="{FF2B5EF4-FFF2-40B4-BE49-F238E27FC236}">
                  <a16:creationId xmlns:a16="http://schemas.microsoft.com/office/drawing/2014/main" id="{DA8BB54E-9BC4-45FF-A54C-8D8818F19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215"/>
              <a:ext cx="1141" cy="1304"/>
            </a:xfrm>
            <a:custGeom>
              <a:avLst/>
              <a:gdLst>
                <a:gd name="T0" fmla="*/ 0 w 983"/>
                <a:gd name="T1" fmla="*/ 1460 h 1171"/>
                <a:gd name="T2" fmla="*/ 0 w 983"/>
                <a:gd name="T3" fmla="*/ 1617 h 1171"/>
                <a:gd name="T4" fmla="*/ 1537 w 983"/>
                <a:gd name="T5" fmla="*/ 78 h 1171"/>
                <a:gd name="T6" fmla="*/ 1537 w 983"/>
                <a:gd name="T7" fmla="*/ 0 h 1171"/>
                <a:gd name="T8" fmla="*/ 0 w 983"/>
                <a:gd name="T9" fmla="*/ 1460 h 1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3" h="1171">
                  <a:moveTo>
                    <a:pt x="0" y="1057"/>
                  </a:moveTo>
                  <a:cubicBezTo>
                    <a:pt x="0" y="1171"/>
                    <a:pt x="0" y="1171"/>
                    <a:pt x="0" y="1171"/>
                  </a:cubicBezTo>
                  <a:cubicBezTo>
                    <a:pt x="0" y="1171"/>
                    <a:pt x="405" y="585"/>
                    <a:pt x="983" y="57"/>
                  </a:cubicBezTo>
                  <a:cubicBezTo>
                    <a:pt x="983" y="0"/>
                    <a:pt x="983" y="0"/>
                    <a:pt x="983" y="0"/>
                  </a:cubicBezTo>
                  <a:cubicBezTo>
                    <a:pt x="983" y="0"/>
                    <a:pt x="491" y="359"/>
                    <a:pt x="0" y="1057"/>
                  </a:cubicBezTo>
                  <a:close/>
                </a:path>
              </a:pathLst>
            </a:custGeom>
            <a:solidFill>
              <a:srgbClr val="794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921">
              <a:extLst>
                <a:ext uri="{FF2B5EF4-FFF2-40B4-BE49-F238E27FC236}">
                  <a16:creationId xmlns:a16="http://schemas.microsoft.com/office/drawing/2014/main" id="{370A8F84-8F7B-4BEF-94E5-A355D996A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215"/>
              <a:ext cx="1141" cy="1304"/>
            </a:xfrm>
            <a:custGeom>
              <a:avLst/>
              <a:gdLst>
                <a:gd name="T0" fmla="*/ 0 w 983"/>
                <a:gd name="T1" fmla="*/ 1460 h 1171"/>
                <a:gd name="T2" fmla="*/ 0 w 983"/>
                <a:gd name="T3" fmla="*/ 1617 h 1171"/>
                <a:gd name="T4" fmla="*/ 1537 w 983"/>
                <a:gd name="T5" fmla="*/ 78 h 1171"/>
                <a:gd name="T6" fmla="*/ 1537 w 983"/>
                <a:gd name="T7" fmla="*/ 0 h 1171"/>
                <a:gd name="T8" fmla="*/ 0 w 983"/>
                <a:gd name="T9" fmla="*/ 1460 h 1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3" h="1171">
                  <a:moveTo>
                    <a:pt x="0" y="1057"/>
                  </a:moveTo>
                  <a:cubicBezTo>
                    <a:pt x="0" y="1171"/>
                    <a:pt x="0" y="1171"/>
                    <a:pt x="0" y="1171"/>
                  </a:cubicBezTo>
                  <a:cubicBezTo>
                    <a:pt x="0" y="1171"/>
                    <a:pt x="405" y="585"/>
                    <a:pt x="983" y="57"/>
                  </a:cubicBezTo>
                  <a:cubicBezTo>
                    <a:pt x="983" y="0"/>
                    <a:pt x="983" y="0"/>
                    <a:pt x="983" y="0"/>
                  </a:cubicBezTo>
                  <a:cubicBezTo>
                    <a:pt x="983" y="0"/>
                    <a:pt x="491" y="359"/>
                    <a:pt x="0" y="1057"/>
                  </a:cubicBezTo>
                  <a:close/>
                </a:path>
              </a:pathLst>
            </a:custGeom>
            <a:noFill/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922">
              <a:extLst>
                <a:ext uri="{FF2B5EF4-FFF2-40B4-BE49-F238E27FC236}">
                  <a16:creationId xmlns:a16="http://schemas.microsoft.com/office/drawing/2014/main" id="{D6D2BF6B-D3EE-48F7-84B4-4C347F43A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779"/>
              <a:ext cx="103" cy="55"/>
            </a:xfrm>
            <a:custGeom>
              <a:avLst/>
              <a:gdLst>
                <a:gd name="T0" fmla="*/ 10 w 89"/>
                <a:gd name="T1" fmla="*/ 12 h 49"/>
                <a:gd name="T2" fmla="*/ 37 w 89"/>
                <a:gd name="T3" fmla="*/ 62 h 49"/>
                <a:gd name="T4" fmla="*/ 118 w 89"/>
                <a:gd name="T5" fmla="*/ 55 h 49"/>
                <a:gd name="T6" fmla="*/ 138 w 89"/>
                <a:gd name="T7" fmla="*/ 47 h 49"/>
                <a:gd name="T8" fmla="*/ 118 w 89"/>
                <a:gd name="T9" fmla="*/ 37 h 49"/>
                <a:gd name="T10" fmla="*/ 59 w 89"/>
                <a:gd name="T11" fmla="*/ 38 h 49"/>
                <a:gd name="T12" fmla="*/ 10 w 89"/>
                <a:gd name="T13" fmla="*/ 1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49">
                  <a:moveTo>
                    <a:pt x="7" y="9"/>
                  </a:moveTo>
                  <a:cubicBezTo>
                    <a:pt x="0" y="24"/>
                    <a:pt x="9" y="40"/>
                    <a:pt x="24" y="44"/>
                  </a:cubicBezTo>
                  <a:cubicBezTo>
                    <a:pt x="42" y="49"/>
                    <a:pt x="58" y="40"/>
                    <a:pt x="76" y="39"/>
                  </a:cubicBezTo>
                  <a:cubicBezTo>
                    <a:pt x="81" y="38"/>
                    <a:pt x="89" y="40"/>
                    <a:pt x="89" y="33"/>
                  </a:cubicBezTo>
                  <a:cubicBezTo>
                    <a:pt x="89" y="27"/>
                    <a:pt x="81" y="26"/>
                    <a:pt x="76" y="26"/>
                  </a:cubicBezTo>
                  <a:cubicBezTo>
                    <a:pt x="65" y="25"/>
                    <a:pt x="49" y="30"/>
                    <a:pt x="38" y="27"/>
                  </a:cubicBezTo>
                  <a:cubicBezTo>
                    <a:pt x="29" y="23"/>
                    <a:pt x="20" y="0"/>
                    <a:pt x="7" y="11"/>
                  </a:cubicBezTo>
                </a:path>
              </a:pathLst>
            </a:custGeom>
            <a:solidFill>
              <a:srgbClr val="935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923">
              <a:extLst>
                <a:ext uri="{FF2B5EF4-FFF2-40B4-BE49-F238E27FC236}">
                  <a16:creationId xmlns:a16="http://schemas.microsoft.com/office/drawing/2014/main" id="{2D4FBB2C-717C-4D4B-B512-40A0DD64B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824"/>
              <a:ext cx="96" cy="50"/>
            </a:xfrm>
            <a:custGeom>
              <a:avLst/>
              <a:gdLst>
                <a:gd name="T0" fmla="*/ 0 w 82"/>
                <a:gd name="T1" fmla="*/ 22 h 45"/>
                <a:gd name="T2" fmla="*/ 43 w 82"/>
                <a:gd name="T3" fmla="*/ 36 h 45"/>
                <a:gd name="T4" fmla="*/ 74 w 82"/>
                <a:gd name="T5" fmla="*/ 48 h 45"/>
                <a:gd name="T6" fmla="*/ 129 w 82"/>
                <a:gd name="T7" fmla="*/ 38 h 45"/>
                <a:gd name="T8" fmla="*/ 122 w 82"/>
                <a:gd name="T9" fmla="*/ 13 h 45"/>
                <a:gd name="T10" fmla="*/ 91 w 82"/>
                <a:gd name="T11" fmla="*/ 20 h 45"/>
                <a:gd name="T12" fmla="*/ 0 w 82"/>
                <a:gd name="T13" fmla="*/ 2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5">
                  <a:moveTo>
                    <a:pt x="0" y="16"/>
                  </a:moveTo>
                  <a:cubicBezTo>
                    <a:pt x="8" y="20"/>
                    <a:pt x="18" y="22"/>
                    <a:pt x="27" y="26"/>
                  </a:cubicBezTo>
                  <a:cubicBezTo>
                    <a:pt x="34" y="29"/>
                    <a:pt x="40" y="32"/>
                    <a:pt x="46" y="35"/>
                  </a:cubicBezTo>
                  <a:cubicBezTo>
                    <a:pt x="58" y="41"/>
                    <a:pt x="74" y="45"/>
                    <a:pt x="80" y="28"/>
                  </a:cubicBezTo>
                  <a:cubicBezTo>
                    <a:pt x="82" y="22"/>
                    <a:pt x="81" y="13"/>
                    <a:pt x="76" y="10"/>
                  </a:cubicBezTo>
                  <a:cubicBezTo>
                    <a:pt x="69" y="5"/>
                    <a:pt x="63" y="12"/>
                    <a:pt x="57" y="14"/>
                  </a:cubicBezTo>
                  <a:cubicBezTo>
                    <a:pt x="38" y="19"/>
                    <a:pt x="17" y="0"/>
                    <a:pt x="0" y="16"/>
                  </a:cubicBezTo>
                </a:path>
              </a:pathLst>
            </a:custGeom>
            <a:solidFill>
              <a:srgbClr val="935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924">
              <a:extLst>
                <a:ext uri="{FF2B5EF4-FFF2-40B4-BE49-F238E27FC236}">
                  <a16:creationId xmlns:a16="http://schemas.microsoft.com/office/drawing/2014/main" id="{0D58443F-F1B4-4657-ACA2-0DEFC53BB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895"/>
              <a:ext cx="85" cy="35"/>
            </a:xfrm>
            <a:custGeom>
              <a:avLst/>
              <a:gdLst>
                <a:gd name="T0" fmla="*/ 1 w 73"/>
                <a:gd name="T1" fmla="*/ 43 h 31"/>
                <a:gd name="T2" fmla="*/ 61 w 73"/>
                <a:gd name="T3" fmla="*/ 27 h 31"/>
                <a:gd name="T4" fmla="*/ 108 w 73"/>
                <a:gd name="T5" fmla="*/ 45 h 31"/>
                <a:gd name="T6" fmla="*/ 59 w 73"/>
                <a:gd name="T7" fmla="*/ 2 h 31"/>
                <a:gd name="T8" fmla="*/ 0 w 73"/>
                <a:gd name="T9" fmla="*/ 3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1">
                  <a:moveTo>
                    <a:pt x="1" y="30"/>
                  </a:moveTo>
                  <a:cubicBezTo>
                    <a:pt x="6" y="20"/>
                    <a:pt x="28" y="19"/>
                    <a:pt x="39" y="19"/>
                  </a:cubicBezTo>
                  <a:cubicBezTo>
                    <a:pt x="50" y="19"/>
                    <a:pt x="61" y="23"/>
                    <a:pt x="69" y="31"/>
                  </a:cubicBezTo>
                  <a:cubicBezTo>
                    <a:pt x="73" y="15"/>
                    <a:pt x="50" y="4"/>
                    <a:pt x="38" y="2"/>
                  </a:cubicBezTo>
                  <a:cubicBezTo>
                    <a:pt x="20" y="0"/>
                    <a:pt x="7" y="10"/>
                    <a:pt x="0" y="26"/>
                  </a:cubicBezTo>
                </a:path>
              </a:pathLst>
            </a:custGeom>
            <a:solidFill>
              <a:srgbClr val="935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925">
              <a:extLst>
                <a:ext uri="{FF2B5EF4-FFF2-40B4-BE49-F238E27FC236}">
                  <a16:creationId xmlns:a16="http://schemas.microsoft.com/office/drawing/2014/main" id="{9F898FA8-E1FC-4F9E-902D-C51961435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866"/>
              <a:ext cx="61" cy="54"/>
            </a:xfrm>
            <a:custGeom>
              <a:avLst/>
              <a:gdLst>
                <a:gd name="T0" fmla="*/ 69 w 52"/>
                <a:gd name="T1" fmla="*/ 1 h 48"/>
                <a:gd name="T2" fmla="*/ 15 w 52"/>
                <a:gd name="T3" fmla="*/ 27 h 48"/>
                <a:gd name="T4" fmla="*/ 1 w 52"/>
                <a:gd name="T5" fmla="*/ 47 h 48"/>
                <a:gd name="T6" fmla="*/ 1 w 52"/>
                <a:gd name="T7" fmla="*/ 60 h 48"/>
                <a:gd name="T8" fmla="*/ 15 w 52"/>
                <a:gd name="T9" fmla="*/ 60 h 48"/>
                <a:gd name="T10" fmla="*/ 47 w 52"/>
                <a:gd name="T11" fmla="*/ 52 h 48"/>
                <a:gd name="T12" fmla="*/ 79 w 52"/>
                <a:gd name="T13" fmla="*/ 48 h 48"/>
                <a:gd name="T14" fmla="*/ 56 w 52"/>
                <a:gd name="T15" fmla="*/ 33 h 48"/>
                <a:gd name="T16" fmla="*/ 65 w 52"/>
                <a:gd name="T17" fmla="*/ 8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48">
                  <a:moveTo>
                    <a:pt x="43" y="1"/>
                  </a:moveTo>
                  <a:cubicBezTo>
                    <a:pt x="30" y="0"/>
                    <a:pt x="16" y="10"/>
                    <a:pt x="9" y="19"/>
                  </a:cubicBezTo>
                  <a:cubicBezTo>
                    <a:pt x="6" y="23"/>
                    <a:pt x="2" y="28"/>
                    <a:pt x="1" y="33"/>
                  </a:cubicBezTo>
                  <a:cubicBezTo>
                    <a:pt x="0" y="35"/>
                    <a:pt x="0" y="41"/>
                    <a:pt x="1" y="42"/>
                  </a:cubicBezTo>
                  <a:cubicBezTo>
                    <a:pt x="5" y="48"/>
                    <a:pt x="4" y="44"/>
                    <a:pt x="9" y="42"/>
                  </a:cubicBezTo>
                  <a:cubicBezTo>
                    <a:pt x="16" y="39"/>
                    <a:pt x="21" y="37"/>
                    <a:pt x="29" y="36"/>
                  </a:cubicBezTo>
                  <a:cubicBezTo>
                    <a:pt x="32" y="36"/>
                    <a:pt x="47" y="37"/>
                    <a:pt x="49" y="34"/>
                  </a:cubicBezTo>
                  <a:cubicBezTo>
                    <a:pt x="52" y="27"/>
                    <a:pt x="37" y="26"/>
                    <a:pt x="35" y="23"/>
                  </a:cubicBezTo>
                  <a:cubicBezTo>
                    <a:pt x="32" y="17"/>
                    <a:pt x="37" y="9"/>
                    <a:pt x="40" y="5"/>
                  </a:cubicBezTo>
                </a:path>
              </a:pathLst>
            </a:custGeom>
            <a:solidFill>
              <a:srgbClr val="935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926">
              <a:extLst>
                <a:ext uri="{FF2B5EF4-FFF2-40B4-BE49-F238E27FC236}">
                  <a16:creationId xmlns:a16="http://schemas.microsoft.com/office/drawing/2014/main" id="{FD592F9F-7906-4E17-BA16-6A5F5FDE6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719"/>
              <a:ext cx="37" cy="40"/>
            </a:xfrm>
            <a:custGeom>
              <a:avLst/>
              <a:gdLst>
                <a:gd name="T0" fmla="*/ 40 w 32"/>
                <a:gd name="T1" fmla="*/ 0 h 36"/>
                <a:gd name="T2" fmla="*/ 0 w 32"/>
                <a:gd name="T3" fmla="*/ 49 h 36"/>
                <a:gd name="T4" fmla="*/ 50 w 32"/>
                <a:gd name="T5" fmla="*/ 44 h 36"/>
                <a:gd name="T6" fmla="*/ 40 w 32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6">
                  <a:moveTo>
                    <a:pt x="26" y="0"/>
                  </a:moveTo>
                  <a:cubicBezTo>
                    <a:pt x="22" y="12"/>
                    <a:pt x="10" y="28"/>
                    <a:pt x="0" y="36"/>
                  </a:cubicBezTo>
                  <a:cubicBezTo>
                    <a:pt x="8" y="30"/>
                    <a:pt x="23" y="30"/>
                    <a:pt x="32" y="32"/>
                  </a:cubicBezTo>
                  <a:cubicBezTo>
                    <a:pt x="30" y="21"/>
                    <a:pt x="27" y="11"/>
                    <a:pt x="26" y="0"/>
                  </a:cubicBezTo>
                </a:path>
              </a:pathLst>
            </a:custGeom>
            <a:solidFill>
              <a:srgbClr val="C88E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927">
              <a:extLst>
                <a:ext uri="{FF2B5EF4-FFF2-40B4-BE49-F238E27FC236}">
                  <a16:creationId xmlns:a16="http://schemas.microsoft.com/office/drawing/2014/main" id="{131E46D4-12EA-4F03-88A0-7F11961B2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780"/>
              <a:ext cx="63" cy="52"/>
            </a:xfrm>
            <a:custGeom>
              <a:avLst/>
              <a:gdLst>
                <a:gd name="T0" fmla="*/ 0 w 54"/>
                <a:gd name="T1" fmla="*/ 27 h 46"/>
                <a:gd name="T2" fmla="*/ 35 w 54"/>
                <a:gd name="T3" fmla="*/ 67 h 46"/>
                <a:gd name="T4" fmla="*/ 86 w 54"/>
                <a:gd name="T5" fmla="*/ 9 h 46"/>
                <a:gd name="T6" fmla="*/ 50 w 54"/>
                <a:gd name="T7" fmla="*/ 2 h 46"/>
                <a:gd name="T8" fmla="*/ 19 w 54"/>
                <a:gd name="T9" fmla="*/ 21 h 46"/>
                <a:gd name="T10" fmla="*/ 19 w 54"/>
                <a:gd name="T11" fmla="*/ 24 h 46"/>
                <a:gd name="T12" fmla="*/ 7 w 54"/>
                <a:gd name="T13" fmla="*/ 3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6">
                  <a:moveTo>
                    <a:pt x="0" y="19"/>
                  </a:moveTo>
                  <a:cubicBezTo>
                    <a:pt x="13" y="19"/>
                    <a:pt x="21" y="35"/>
                    <a:pt x="22" y="46"/>
                  </a:cubicBezTo>
                  <a:cubicBezTo>
                    <a:pt x="32" y="31"/>
                    <a:pt x="43" y="19"/>
                    <a:pt x="54" y="6"/>
                  </a:cubicBezTo>
                  <a:cubicBezTo>
                    <a:pt x="47" y="6"/>
                    <a:pt x="38" y="0"/>
                    <a:pt x="32" y="2"/>
                  </a:cubicBezTo>
                  <a:cubicBezTo>
                    <a:pt x="26" y="3"/>
                    <a:pt x="19" y="13"/>
                    <a:pt x="12" y="15"/>
                  </a:cubicBezTo>
                  <a:cubicBezTo>
                    <a:pt x="12" y="16"/>
                    <a:pt x="12" y="17"/>
                    <a:pt x="12" y="17"/>
                  </a:cubicBezTo>
                  <a:cubicBezTo>
                    <a:pt x="9" y="18"/>
                    <a:pt x="7" y="19"/>
                    <a:pt x="4" y="21"/>
                  </a:cubicBezTo>
                </a:path>
              </a:pathLst>
            </a:custGeom>
            <a:solidFill>
              <a:srgbClr val="C88E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928">
              <a:extLst>
                <a:ext uri="{FF2B5EF4-FFF2-40B4-BE49-F238E27FC236}">
                  <a16:creationId xmlns:a16="http://schemas.microsoft.com/office/drawing/2014/main" id="{7926C9E4-1714-4991-9574-AB3567951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881"/>
              <a:ext cx="48" cy="44"/>
            </a:xfrm>
            <a:custGeom>
              <a:avLst/>
              <a:gdLst>
                <a:gd name="T0" fmla="*/ 0 w 41"/>
                <a:gd name="T1" fmla="*/ 10 h 40"/>
                <a:gd name="T2" fmla="*/ 11 w 41"/>
                <a:gd name="T3" fmla="*/ 53 h 40"/>
                <a:gd name="T4" fmla="*/ 66 w 41"/>
                <a:gd name="T5" fmla="*/ 0 h 40"/>
                <a:gd name="T6" fmla="*/ 34 w 41"/>
                <a:gd name="T7" fmla="*/ 8 h 40"/>
                <a:gd name="T8" fmla="*/ 7 w 41"/>
                <a:gd name="T9" fmla="*/ 1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0">
                  <a:moveTo>
                    <a:pt x="0" y="7"/>
                  </a:moveTo>
                  <a:cubicBezTo>
                    <a:pt x="10" y="14"/>
                    <a:pt x="13" y="27"/>
                    <a:pt x="7" y="40"/>
                  </a:cubicBezTo>
                  <a:cubicBezTo>
                    <a:pt x="16" y="24"/>
                    <a:pt x="30" y="14"/>
                    <a:pt x="41" y="0"/>
                  </a:cubicBezTo>
                  <a:cubicBezTo>
                    <a:pt x="34" y="6"/>
                    <a:pt x="28" y="3"/>
                    <a:pt x="21" y="5"/>
                  </a:cubicBezTo>
                  <a:cubicBezTo>
                    <a:pt x="16" y="6"/>
                    <a:pt x="10" y="10"/>
                    <a:pt x="4" y="11"/>
                  </a:cubicBezTo>
                </a:path>
              </a:pathLst>
            </a:custGeom>
            <a:solidFill>
              <a:srgbClr val="C88E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929">
              <a:extLst>
                <a:ext uri="{FF2B5EF4-FFF2-40B4-BE49-F238E27FC236}">
                  <a16:creationId xmlns:a16="http://schemas.microsoft.com/office/drawing/2014/main" id="{12506B2D-373A-45F1-8CC9-B5C41EF61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844"/>
              <a:ext cx="13" cy="13"/>
            </a:xfrm>
            <a:custGeom>
              <a:avLst/>
              <a:gdLst>
                <a:gd name="T0" fmla="*/ 17 w 11"/>
                <a:gd name="T1" fmla="*/ 0 h 12"/>
                <a:gd name="T2" fmla="*/ 0 w 11"/>
                <a:gd name="T3" fmla="*/ 15 h 12"/>
                <a:gd name="T4" fmla="*/ 18 w 11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0"/>
                  </a:moveTo>
                  <a:cubicBezTo>
                    <a:pt x="7" y="1"/>
                    <a:pt x="1" y="7"/>
                    <a:pt x="0" y="12"/>
                  </a:cubicBezTo>
                  <a:cubicBezTo>
                    <a:pt x="6" y="11"/>
                    <a:pt x="10" y="7"/>
                    <a:pt x="11" y="2"/>
                  </a:cubicBezTo>
                </a:path>
              </a:pathLst>
            </a:custGeom>
            <a:solidFill>
              <a:srgbClr val="C88E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930">
              <a:extLst>
                <a:ext uri="{FF2B5EF4-FFF2-40B4-BE49-F238E27FC236}">
                  <a16:creationId xmlns:a16="http://schemas.microsoft.com/office/drawing/2014/main" id="{EDE09B0E-10DA-4828-8B36-3F1173EFB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717"/>
              <a:ext cx="22" cy="34"/>
            </a:xfrm>
            <a:custGeom>
              <a:avLst/>
              <a:gdLst>
                <a:gd name="T0" fmla="*/ 22 w 19"/>
                <a:gd name="T1" fmla="*/ 41 h 31"/>
                <a:gd name="T2" fmla="*/ 29 w 19"/>
                <a:gd name="T3" fmla="*/ 1 h 31"/>
                <a:gd name="T4" fmla="*/ 7 w 19"/>
                <a:gd name="T5" fmla="*/ 29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1">
                  <a:moveTo>
                    <a:pt x="14" y="31"/>
                  </a:moveTo>
                  <a:cubicBezTo>
                    <a:pt x="8" y="23"/>
                    <a:pt x="16" y="8"/>
                    <a:pt x="19" y="1"/>
                  </a:cubicBezTo>
                  <a:cubicBezTo>
                    <a:pt x="11" y="0"/>
                    <a:pt x="0" y="12"/>
                    <a:pt x="4" y="22"/>
                  </a:cubicBezTo>
                </a:path>
              </a:pathLst>
            </a:custGeom>
            <a:solidFill>
              <a:srgbClr val="C88E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931">
              <a:extLst>
                <a:ext uri="{FF2B5EF4-FFF2-40B4-BE49-F238E27FC236}">
                  <a16:creationId xmlns:a16="http://schemas.microsoft.com/office/drawing/2014/main" id="{D72AC119-C3E9-4596-9B79-3CB22584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182"/>
              <a:ext cx="561" cy="604"/>
            </a:xfrm>
            <a:custGeom>
              <a:avLst/>
              <a:gdLst>
                <a:gd name="T0" fmla="*/ 0 w 483"/>
                <a:gd name="T1" fmla="*/ 750 h 542"/>
                <a:gd name="T2" fmla="*/ 643 w 483"/>
                <a:gd name="T3" fmla="*/ 0 h 542"/>
                <a:gd name="T4" fmla="*/ 757 w 483"/>
                <a:gd name="T5" fmla="*/ 22 h 542"/>
                <a:gd name="T6" fmla="*/ 0 w 483"/>
                <a:gd name="T7" fmla="*/ 750 h 5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3" h="542">
                  <a:moveTo>
                    <a:pt x="0" y="542"/>
                  </a:moveTo>
                  <a:cubicBezTo>
                    <a:pt x="0" y="542"/>
                    <a:pt x="251" y="148"/>
                    <a:pt x="411" y="0"/>
                  </a:cubicBezTo>
                  <a:cubicBezTo>
                    <a:pt x="483" y="16"/>
                    <a:pt x="483" y="16"/>
                    <a:pt x="483" y="16"/>
                  </a:cubicBezTo>
                  <a:cubicBezTo>
                    <a:pt x="483" y="16"/>
                    <a:pt x="212" y="211"/>
                    <a:pt x="0" y="542"/>
                  </a:cubicBezTo>
                  <a:close/>
                </a:path>
              </a:pathLst>
            </a:custGeom>
            <a:solidFill>
              <a:srgbClr val="9E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932">
              <a:extLst>
                <a:ext uri="{FF2B5EF4-FFF2-40B4-BE49-F238E27FC236}">
                  <a16:creationId xmlns:a16="http://schemas.microsoft.com/office/drawing/2014/main" id="{B37CF184-1CC5-423D-B1FD-114272F1D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3128"/>
              <a:ext cx="53" cy="46"/>
            </a:xfrm>
            <a:custGeom>
              <a:avLst/>
              <a:gdLst>
                <a:gd name="T0" fmla="*/ 0 w 45"/>
                <a:gd name="T1" fmla="*/ 53 h 41"/>
                <a:gd name="T2" fmla="*/ 44 w 45"/>
                <a:gd name="T3" fmla="*/ 10 h 41"/>
                <a:gd name="T4" fmla="*/ 73 w 45"/>
                <a:gd name="T5" fmla="*/ 53 h 41"/>
                <a:gd name="T6" fmla="*/ 38 w 45"/>
                <a:gd name="T7" fmla="*/ 30 h 41"/>
                <a:gd name="T8" fmla="*/ 6 w 45"/>
                <a:gd name="T9" fmla="*/ 5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1">
                  <a:moveTo>
                    <a:pt x="0" y="37"/>
                  </a:moveTo>
                  <a:cubicBezTo>
                    <a:pt x="3" y="26"/>
                    <a:pt x="9" y="0"/>
                    <a:pt x="26" y="7"/>
                  </a:cubicBezTo>
                  <a:cubicBezTo>
                    <a:pt x="37" y="12"/>
                    <a:pt x="42" y="26"/>
                    <a:pt x="45" y="37"/>
                  </a:cubicBezTo>
                  <a:cubicBezTo>
                    <a:pt x="38" y="32"/>
                    <a:pt x="32" y="22"/>
                    <a:pt x="23" y="21"/>
                  </a:cubicBezTo>
                  <a:cubicBezTo>
                    <a:pt x="12" y="20"/>
                    <a:pt x="6" y="32"/>
                    <a:pt x="3" y="41"/>
                  </a:cubicBezTo>
                </a:path>
              </a:pathLst>
            </a:custGeom>
            <a:solidFill>
              <a:srgbClr val="935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933">
              <a:extLst>
                <a:ext uri="{FF2B5EF4-FFF2-40B4-BE49-F238E27FC236}">
                  <a16:creationId xmlns:a16="http://schemas.microsoft.com/office/drawing/2014/main" id="{8BC84318-7100-43BB-A55D-6900392A7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3174"/>
              <a:ext cx="66" cy="76"/>
            </a:xfrm>
            <a:custGeom>
              <a:avLst/>
              <a:gdLst>
                <a:gd name="T0" fmla="*/ 0 w 57"/>
                <a:gd name="T1" fmla="*/ 34 h 68"/>
                <a:gd name="T2" fmla="*/ 27 w 57"/>
                <a:gd name="T3" fmla="*/ 8 h 68"/>
                <a:gd name="T4" fmla="*/ 63 w 57"/>
                <a:gd name="T5" fmla="*/ 15 h 68"/>
                <a:gd name="T6" fmla="*/ 86 w 57"/>
                <a:gd name="T7" fmla="*/ 95 h 68"/>
                <a:gd name="T8" fmla="*/ 75 w 57"/>
                <a:gd name="T9" fmla="*/ 66 h 68"/>
                <a:gd name="T10" fmla="*/ 58 w 57"/>
                <a:gd name="T11" fmla="*/ 40 h 68"/>
                <a:gd name="T12" fmla="*/ 1 w 57"/>
                <a:gd name="T13" fmla="*/ 34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68">
                  <a:moveTo>
                    <a:pt x="0" y="24"/>
                  </a:moveTo>
                  <a:cubicBezTo>
                    <a:pt x="0" y="16"/>
                    <a:pt x="10" y="8"/>
                    <a:pt x="17" y="5"/>
                  </a:cubicBezTo>
                  <a:cubicBezTo>
                    <a:pt x="27" y="0"/>
                    <a:pt x="34" y="3"/>
                    <a:pt x="41" y="11"/>
                  </a:cubicBezTo>
                  <a:cubicBezTo>
                    <a:pt x="53" y="27"/>
                    <a:pt x="57" y="49"/>
                    <a:pt x="55" y="68"/>
                  </a:cubicBezTo>
                  <a:cubicBezTo>
                    <a:pt x="51" y="64"/>
                    <a:pt x="50" y="53"/>
                    <a:pt x="48" y="47"/>
                  </a:cubicBezTo>
                  <a:cubicBezTo>
                    <a:pt x="46" y="40"/>
                    <a:pt x="42" y="34"/>
                    <a:pt x="37" y="29"/>
                  </a:cubicBezTo>
                  <a:cubicBezTo>
                    <a:pt x="29" y="20"/>
                    <a:pt x="12" y="19"/>
                    <a:pt x="1" y="24"/>
                  </a:cubicBezTo>
                </a:path>
              </a:pathLst>
            </a:custGeom>
            <a:solidFill>
              <a:srgbClr val="935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934">
              <a:extLst>
                <a:ext uri="{FF2B5EF4-FFF2-40B4-BE49-F238E27FC236}">
                  <a16:creationId xmlns:a16="http://schemas.microsoft.com/office/drawing/2014/main" id="{C223233D-32AC-4904-9112-A4CE627F6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3142"/>
              <a:ext cx="59" cy="52"/>
            </a:xfrm>
            <a:custGeom>
              <a:avLst/>
              <a:gdLst>
                <a:gd name="T0" fmla="*/ 2 w 51"/>
                <a:gd name="T1" fmla="*/ 38 h 47"/>
                <a:gd name="T2" fmla="*/ 19 w 51"/>
                <a:gd name="T3" fmla="*/ 11 h 47"/>
                <a:gd name="T4" fmla="*/ 50 w 51"/>
                <a:gd name="T5" fmla="*/ 4 h 47"/>
                <a:gd name="T6" fmla="*/ 79 w 51"/>
                <a:gd name="T7" fmla="*/ 64 h 47"/>
                <a:gd name="T8" fmla="*/ 57 w 51"/>
                <a:gd name="T9" fmla="*/ 22 h 47"/>
                <a:gd name="T10" fmla="*/ 31 w 51"/>
                <a:gd name="T11" fmla="*/ 17 h 47"/>
                <a:gd name="T12" fmla="*/ 7 w 51"/>
                <a:gd name="T13" fmla="*/ 34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47">
                  <a:moveTo>
                    <a:pt x="2" y="28"/>
                  </a:moveTo>
                  <a:cubicBezTo>
                    <a:pt x="0" y="23"/>
                    <a:pt x="8" y="13"/>
                    <a:pt x="12" y="8"/>
                  </a:cubicBezTo>
                  <a:cubicBezTo>
                    <a:pt x="18" y="2"/>
                    <a:pt x="24" y="0"/>
                    <a:pt x="32" y="4"/>
                  </a:cubicBezTo>
                  <a:cubicBezTo>
                    <a:pt x="47" y="12"/>
                    <a:pt x="51" y="32"/>
                    <a:pt x="51" y="47"/>
                  </a:cubicBezTo>
                  <a:cubicBezTo>
                    <a:pt x="48" y="37"/>
                    <a:pt x="44" y="23"/>
                    <a:pt x="36" y="16"/>
                  </a:cubicBezTo>
                  <a:cubicBezTo>
                    <a:pt x="31" y="13"/>
                    <a:pt x="25" y="12"/>
                    <a:pt x="20" y="13"/>
                  </a:cubicBezTo>
                  <a:cubicBezTo>
                    <a:pt x="12" y="14"/>
                    <a:pt x="10" y="21"/>
                    <a:pt x="4" y="25"/>
                  </a:cubicBezTo>
                </a:path>
              </a:pathLst>
            </a:custGeom>
            <a:solidFill>
              <a:srgbClr val="935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935">
              <a:extLst>
                <a:ext uri="{FF2B5EF4-FFF2-40B4-BE49-F238E27FC236}">
                  <a16:creationId xmlns:a16="http://schemas.microsoft.com/office/drawing/2014/main" id="{D9CD6A2B-34E1-423B-BDDD-AB3FA04E3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3047"/>
              <a:ext cx="162" cy="50"/>
            </a:xfrm>
            <a:custGeom>
              <a:avLst/>
              <a:gdLst>
                <a:gd name="T0" fmla="*/ 2 w 140"/>
                <a:gd name="T1" fmla="*/ 59 h 45"/>
                <a:gd name="T2" fmla="*/ 0 w 140"/>
                <a:gd name="T3" fmla="*/ 0 h 45"/>
                <a:gd name="T4" fmla="*/ 83 w 140"/>
                <a:gd name="T5" fmla="*/ 24 h 45"/>
                <a:gd name="T6" fmla="*/ 147 w 140"/>
                <a:gd name="T7" fmla="*/ 37 h 45"/>
                <a:gd name="T8" fmla="*/ 181 w 140"/>
                <a:gd name="T9" fmla="*/ 46 h 45"/>
                <a:gd name="T10" fmla="*/ 216 w 140"/>
                <a:gd name="T11" fmla="*/ 52 h 45"/>
                <a:gd name="T12" fmla="*/ 78 w 140"/>
                <a:gd name="T13" fmla="*/ 47 h 45"/>
                <a:gd name="T14" fmla="*/ 10 w 140"/>
                <a:gd name="T15" fmla="*/ 62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45">
                  <a:moveTo>
                    <a:pt x="2" y="43"/>
                  </a:moveTo>
                  <a:cubicBezTo>
                    <a:pt x="1" y="29"/>
                    <a:pt x="2" y="14"/>
                    <a:pt x="0" y="0"/>
                  </a:cubicBezTo>
                  <a:cubicBezTo>
                    <a:pt x="17" y="8"/>
                    <a:pt x="37" y="13"/>
                    <a:pt x="54" y="18"/>
                  </a:cubicBezTo>
                  <a:cubicBezTo>
                    <a:pt x="67" y="22"/>
                    <a:pt x="81" y="24"/>
                    <a:pt x="95" y="27"/>
                  </a:cubicBezTo>
                  <a:cubicBezTo>
                    <a:pt x="102" y="29"/>
                    <a:pt x="110" y="31"/>
                    <a:pt x="117" y="33"/>
                  </a:cubicBezTo>
                  <a:cubicBezTo>
                    <a:pt x="125" y="34"/>
                    <a:pt x="134" y="34"/>
                    <a:pt x="140" y="38"/>
                  </a:cubicBezTo>
                  <a:cubicBezTo>
                    <a:pt x="114" y="27"/>
                    <a:pt x="77" y="34"/>
                    <a:pt x="50" y="34"/>
                  </a:cubicBezTo>
                  <a:cubicBezTo>
                    <a:pt x="35" y="34"/>
                    <a:pt x="15" y="31"/>
                    <a:pt x="7" y="45"/>
                  </a:cubicBezTo>
                </a:path>
              </a:pathLst>
            </a:custGeom>
            <a:solidFill>
              <a:srgbClr val="935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936">
              <a:extLst>
                <a:ext uri="{FF2B5EF4-FFF2-40B4-BE49-F238E27FC236}">
                  <a16:creationId xmlns:a16="http://schemas.microsoft.com/office/drawing/2014/main" id="{4383A2F3-7E06-43D6-A167-99612C52F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624"/>
              <a:ext cx="450" cy="405"/>
            </a:xfrm>
            <a:custGeom>
              <a:avLst/>
              <a:gdLst>
                <a:gd name="T0" fmla="*/ 510 w 388"/>
                <a:gd name="T1" fmla="*/ 0 h 363"/>
                <a:gd name="T2" fmla="*/ 605 w 388"/>
                <a:gd name="T3" fmla="*/ 62 h 363"/>
                <a:gd name="T4" fmla="*/ 0 w 388"/>
                <a:gd name="T5" fmla="*/ 504 h 363"/>
                <a:gd name="T6" fmla="*/ 510 w 388"/>
                <a:gd name="T7" fmla="*/ 0 h 3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8" h="363">
                  <a:moveTo>
                    <a:pt x="327" y="0"/>
                  </a:moveTo>
                  <a:cubicBezTo>
                    <a:pt x="327" y="0"/>
                    <a:pt x="325" y="46"/>
                    <a:pt x="388" y="45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0" y="363"/>
                    <a:pt x="308" y="30"/>
                    <a:pt x="327" y="0"/>
                  </a:cubicBezTo>
                  <a:close/>
                </a:path>
              </a:pathLst>
            </a:custGeom>
            <a:solidFill>
              <a:srgbClr val="D288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937">
              <a:extLst>
                <a:ext uri="{FF2B5EF4-FFF2-40B4-BE49-F238E27FC236}">
                  <a16:creationId xmlns:a16="http://schemas.microsoft.com/office/drawing/2014/main" id="{746612FC-89E6-40CC-96ED-928BC8776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932"/>
              <a:ext cx="208" cy="151"/>
            </a:xfrm>
            <a:custGeom>
              <a:avLst/>
              <a:gdLst>
                <a:gd name="T0" fmla="*/ 7 w 179"/>
                <a:gd name="T1" fmla="*/ 36 h 136"/>
                <a:gd name="T2" fmla="*/ 67 w 179"/>
                <a:gd name="T3" fmla="*/ 147 h 136"/>
                <a:gd name="T4" fmla="*/ 281 w 179"/>
                <a:gd name="T5" fmla="*/ 142 h 136"/>
                <a:gd name="T6" fmla="*/ 119 w 179"/>
                <a:gd name="T7" fmla="*/ 144 h 136"/>
                <a:gd name="T8" fmla="*/ 57 w 179"/>
                <a:gd name="T9" fmla="*/ 0 h 136"/>
                <a:gd name="T10" fmla="*/ 7 w 179"/>
                <a:gd name="T11" fmla="*/ 36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36">
                  <a:moveTo>
                    <a:pt x="4" y="26"/>
                  </a:moveTo>
                  <a:cubicBezTo>
                    <a:pt x="4" y="26"/>
                    <a:pt x="0" y="79"/>
                    <a:pt x="43" y="107"/>
                  </a:cubicBezTo>
                  <a:cubicBezTo>
                    <a:pt x="86" y="135"/>
                    <a:pt x="124" y="136"/>
                    <a:pt x="179" y="104"/>
                  </a:cubicBezTo>
                  <a:cubicBezTo>
                    <a:pt x="179" y="104"/>
                    <a:pt x="121" y="124"/>
                    <a:pt x="76" y="105"/>
                  </a:cubicBezTo>
                  <a:cubicBezTo>
                    <a:pt x="42" y="91"/>
                    <a:pt x="13" y="49"/>
                    <a:pt x="36" y="0"/>
                  </a:cubicBezTo>
                  <a:lnTo>
                    <a:pt x="4" y="26"/>
                  </a:lnTo>
                  <a:close/>
                </a:path>
              </a:pathLst>
            </a:custGeom>
            <a:solidFill>
              <a:srgbClr val="D288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938">
              <a:extLst>
                <a:ext uri="{FF2B5EF4-FFF2-40B4-BE49-F238E27FC236}">
                  <a16:creationId xmlns:a16="http://schemas.microsoft.com/office/drawing/2014/main" id="{4224FB94-008F-41C1-A60A-80AE067C5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2469"/>
              <a:ext cx="160" cy="390"/>
            </a:xfrm>
            <a:custGeom>
              <a:avLst/>
              <a:gdLst>
                <a:gd name="T0" fmla="*/ 216 w 138"/>
                <a:gd name="T1" fmla="*/ 82 h 350"/>
                <a:gd name="T2" fmla="*/ 100 w 138"/>
                <a:gd name="T3" fmla="*/ 0 h 350"/>
                <a:gd name="T4" fmla="*/ 107 w 138"/>
                <a:gd name="T5" fmla="*/ 71 h 350"/>
                <a:gd name="T6" fmla="*/ 92 w 138"/>
                <a:gd name="T7" fmla="*/ 121 h 350"/>
                <a:gd name="T8" fmla="*/ 50 w 138"/>
                <a:gd name="T9" fmla="*/ 156 h 350"/>
                <a:gd name="T10" fmla="*/ 0 w 138"/>
                <a:gd name="T11" fmla="*/ 172 h 350"/>
                <a:gd name="T12" fmla="*/ 60 w 138"/>
                <a:gd name="T13" fmla="*/ 217 h 350"/>
                <a:gd name="T14" fmla="*/ 111 w 138"/>
                <a:gd name="T15" fmla="*/ 293 h 350"/>
                <a:gd name="T16" fmla="*/ 175 w 138"/>
                <a:gd name="T17" fmla="*/ 462 h 350"/>
                <a:gd name="T18" fmla="*/ 192 w 138"/>
                <a:gd name="T19" fmla="*/ 485 h 350"/>
                <a:gd name="T20" fmla="*/ 192 w 138"/>
                <a:gd name="T21" fmla="*/ 420 h 350"/>
                <a:gd name="T22" fmla="*/ 176 w 138"/>
                <a:gd name="T23" fmla="*/ 325 h 350"/>
                <a:gd name="T24" fmla="*/ 154 w 138"/>
                <a:gd name="T25" fmla="*/ 204 h 350"/>
                <a:gd name="T26" fmla="*/ 216 w 138"/>
                <a:gd name="T27" fmla="*/ 79 h 3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8" h="350">
                  <a:moveTo>
                    <a:pt x="138" y="59"/>
                  </a:moveTo>
                  <a:cubicBezTo>
                    <a:pt x="93" y="76"/>
                    <a:pt x="95" y="1"/>
                    <a:pt x="64" y="0"/>
                  </a:cubicBezTo>
                  <a:cubicBezTo>
                    <a:pt x="58" y="11"/>
                    <a:pt x="67" y="37"/>
                    <a:pt x="68" y="51"/>
                  </a:cubicBezTo>
                  <a:cubicBezTo>
                    <a:pt x="68" y="65"/>
                    <a:pt x="67" y="75"/>
                    <a:pt x="59" y="88"/>
                  </a:cubicBezTo>
                  <a:cubicBezTo>
                    <a:pt x="53" y="99"/>
                    <a:pt x="44" y="109"/>
                    <a:pt x="32" y="113"/>
                  </a:cubicBezTo>
                  <a:cubicBezTo>
                    <a:pt x="24" y="116"/>
                    <a:pt x="0" y="111"/>
                    <a:pt x="0" y="124"/>
                  </a:cubicBezTo>
                  <a:cubicBezTo>
                    <a:pt x="0" y="133"/>
                    <a:pt x="33" y="150"/>
                    <a:pt x="39" y="157"/>
                  </a:cubicBezTo>
                  <a:cubicBezTo>
                    <a:pt x="54" y="173"/>
                    <a:pt x="62" y="193"/>
                    <a:pt x="72" y="212"/>
                  </a:cubicBezTo>
                  <a:cubicBezTo>
                    <a:pt x="93" y="252"/>
                    <a:pt x="96" y="292"/>
                    <a:pt x="112" y="334"/>
                  </a:cubicBezTo>
                  <a:cubicBezTo>
                    <a:pt x="114" y="340"/>
                    <a:pt x="115" y="348"/>
                    <a:pt x="123" y="350"/>
                  </a:cubicBezTo>
                  <a:cubicBezTo>
                    <a:pt x="129" y="336"/>
                    <a:pt x="124" y="317"/>
                    <a:pt x="123" y="303"/>
                  </a:cubicBezTo>
                  <a:cubicBezTo>
                    <a:pt x="120" y="280"/>
                    <a:pt x="116" y="258"/>
                    <a:pt x="113" y="235"/>
                  </a:cubicBezTo>
                  <a:cubicBezTo>
                    <a:pt x="108" y="206"/>
                    <a:pt x="100" y="177"/>
                    <a:pt x="99" y="147"/>
                  </a:cubicBezTo>
                  <a:cubicBezTo>
                    <a:pt x="97" y="108"/>
                    <a:pt x="110" y="80"/>
                    <a:pt x="138" y="57"/>
                  </a:cubicBezTo>
                </a:path>
              </a:pathLst>
            </a:custGeom>
            <a:solidFill>
              <a:srgbClr val="F4D1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939">
              <a:extLst>
                <a:ext uri="{FF2B5EF4-FFF2-40B4-BE49-F238E27FC236}">
                  <a16:creationId xmlns:a16="http://schemas.microsoft.com/office/drawing/2014/main" id="{208A5C4A-CE9E-43C2-952C-B65913191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033"/>
              <a:ext cx="219" cy="278"/>
            </a:xfrm>
            <a:custGeom>
              <a:avLst/>
              <a:gdLst>
                <a:gd name="T0" fmla="*/ 0 w 189"/>
                <a:gd name="T1" fmla="*/ 169 h 249"/>
                <a:gd name="T2" fmla="*/ 144 w 189"/>
                <a:gd name="T3" fmla="*/ 68 h 249"/>
                <a:gd name="T4" fmla="*/ 282 w 189"/>
                <a:gd name="T5" fmla="*/ 1 h 249"/>
                <a:gd name="T6" fmla="*/ 255 w 189"/>
                <a:gd name="T7" fmla="*/ 85 h 249"/>
                <a:gd name="T8" fmla="*/ 262 w 189"/>
                <a:gd name="T9" fmla="*/ 119 h 249"/>
                <a:gd name="T10" fmla="*/ 291 w 189"/>
                <a:gd name="T11" fmla="*/ 154 h 249"/>
                <a:gd name="T12" fmla="*/ 225 w 189"/>
                <a:gd name="T13" fmla="*/ 258 h 249"/>
                <a:gd name="T14" fmla="*/ 170 w 189"/>
                <a:gd name="T15" fmla="*/ 306 h 249"/>
                <a:gd name="T16" fmla="*/ 126 w 189"/>
                <a:gd name="T17" fmla="*/ 346 h 249"/>
                <a:gd name="T18" fmla="*/ 146 w 189"/>
                <a:gd name="T19" fmla="*/ 181 h 249"/>
                <a:gd name="T20" fmla="*/ 75 w 189"/>
                <a:gd name="T21" fmla="*/ 174 h 249"/>
                <a:gd name="T22" fmla="*/ 12 w 189"/>
                <a:gd name="T23" fmla="*/ 169 h 2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9" h="249">
                  <a:moveTo>
                    <a:pt x="0" y="121"/>
                  </a:moveTo>
                  <a:cubicBezTo>
                    <a:pt x="9" y="91"/>
                    <a:pt x="66" y="65"/>
                    <a:pt x="92" y="49"/>
                  </a:cubicBezTo>
                  <a:cubicBezTo>
                    <a:pt x="116" y="34"/>
                    <a:pt x="152" y="0"/>
                    <a:pt x="181" y="1"/>
                  </a:cubicBezTo>
                  <a:cubicBezTo>
                    <a:pt x="184" y="22"/>
                    <a:pt x="167" y="41"/>
                    <a:pt x="164" y="61"/>
                  </a:cubicBezTo>
                  <a:cubicBezTo>
                    <a:pt x="163" y="70"/>
                    <a:pt x="161" y="78"/>
                    <a:pt x="168" y="86"/>
                  </a:cubicBezTo>
                  <a:cubicBezTo>
                    <a:pt x="178" y="97"/>
                    <a:pt x="189" y="91"/>
                    <a:pt x="187" y="111"/>
                  </a:cubicBezTo>
                  <a:cubicBezTo>
                    <a:pt x="183" y="137"/>
                    <a:pt x="160" y="166"/>
                    <a:pt x="144" y="185"/>
                  </a:cubicBezTo>
                  <a:cubicBezTo>
                    <a:pt x="134" y="197"/>
                    <a:pt x="121" y="207"/>
                    <a:pt x="110" y="219"/>
                  </a:cubicBezTo>
                  <a:cubicBezTo>
                    <a:pt x="101" y="228"/>
                    <a:pt x="93" y="245"/>
                    <a:pt x="81" y="249"/>
                  </a:cubicBezTo>
                  <a:cubicBezTo>
                    <a:pt x="76" y="218"/>
                    <a:pt x="130" y="158"/>
                    <a:pt x="94" y="130"/>
                  </a:cubicBezTo>
                  <a:cubicBezTo>
                    <a:pt x="84" y="122"/>
                    <a:pt x="60" y="125"/>
                    <a:pt x="48" y="125"/>
                  </a:cubicBezTo>
                  <a:cubicBezTo>
                    <a:pt x="35" y="125"/>
                    <a:pt x="21" y="120"/>
                    <a:pt x="8" y="121"/>
                  </a:cubicBezTo>
                </a:path>
              </a:pathLst>
            </a:custGeom>
            <a:solidFill>
              <a:srgbClr val="ECB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940">
              <a:extLst>
                <a:ext uri="{FF2B5EF4-FFF2-40B4-BE49-F238E27FC236}">
                  <a16:creationId xmlns:a16="http://schemas.microsoft.com/office/drawing/2014/main" id="{C8EADE15-6826-451D-BACD-B332B2E6A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018"/>
              <a:ext cx="217" cy="554"/>
            </a:xfrm>
            <a:custGeom>
              <a:avLst/>
              <a:gdLst>
                <a:gd name="T0" fmla="*/ 284 w 187"/>
                <a:gd name="T1" fmla="*/ 0 h 498"/>
                <a:gd name="T2" fmla="*/ 187 w 187"/>
                <a:gd name="T3" fmla="*/ 88 h 498"/>
                <a:gd name="T4" fmla="*/ 146 w 187"/>
                <a:gd name="T5" fmla="*/ 179 h 498"/>
                <a:gd name="T6" fmla="*/ 241 w 187"/>
                <a:gd name="T7" fmla="*/ 224 h 498"/>
                <a:gd name="T8" fmla="*/ 165 w 187"/>
                <a:gd name="T9" fmla="*/ 380 h 498"/>
                <a:gd name="T10" fmla="*/ 59 w 187"/>
                <a:gd name="T11" fmla="*/ 554 h 498"/>
                <a:gd name="T12" fmla="*/ 22 w 187"/>
                <a:gd name="T13" fmla="*/ 629 h 498"/>
                <a:gd name="T14" fmla="*/ 2 w 187"/>
                <a:gd name="T15" fmla="*/ 684 h 498"/>
                <a:gd name="T16" fmla="*/ 49 w 187"/>
                <a:gd name="T17" fmla="*/ 643 h 498"/>
                <a:gd name="T18" fmla="*/ 129 w 187"/>
                <a:gd name="T19" fmla="*/ 555 h 498"/>
                <a:gd name="T20" fmla="*/ 258 w 187"/>
                <a:gd name="T21" fmla="*/ 399 h 498"/>
                <a:gd name="T22" fmla="*/ 227 w 187"/>
                <a:gd name="T23" fmla="*/ 394 h 498"/>
                <a:gd name="T24" fmla="*/ 246 w 187"/>
                <a:gd name="T25" fmla="*/ 340 h 498"/>
                <a:gd name="T26" fmla="*/ 284 w 187"/>
                <a:gd name="T27" fmla="*/ 207 h 498"/>
                <a:gd name="T28" fmla="*/ 234 w 187"/>
                <a:gd name="T29" fmla="*/ 140 h 498"/>
                <a:gd name="T30" fmla="*/ 249 w 187"/>
                <a:gd name="T31" fmla="*/ 77 h 498"/>
                <a:gd name="T32" fmla="*/ 282 w 187"/>
                <a:gd name="T33" fmla="*/ 21 h 4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7" h="498">
                  <a:moveTo>
                    <a:pt x="182" y="0"/>
                  </a:moveTo>
                  <a:cubicBezTo>
                    <a:pt x="163" y="22"/>
                    <a:pt x="139" y="42"/>
                    <a:pt x="120" y="64"/>
                  </a:cubicBezTo>
                  <a:cubicBezTo>
                    <a:pt x="107" y="79"/>
                    <a:pt x="86" y="110"/>
                    <a:pt x="94" y="130"/>
                  </a:cubicBezTo>
                  <a:cubicBezTo>
                    <a:pt x="104" y="154"/>
                    <a:pt x="149" y="133"/>
                    <a:pt x="154" y="163"/>
                  </a:cubicBezTo>
                  <a:cubicBezTo>
                    <a:pt x="162" y="205"/>
                    <a:pt x="125" y="244"/>
                    <a:pt x="105" y="276"/>
                  </a:cubicBezTo>
                  <a:cubicBezTo>
                    <a:pt x="80" y="317"/>
                    <a:pt x="59" y="360"/>
                    <a:pt x="38" y="403"/>
                  </a:cubicBezTo>
                  <a:cubicBezTo>
                    <a:pt x="29" y="420"/>
                    <a:pt x="21" y="438"/>
                    <a:pt x="14" y="457"/>
                  </a:cubicBezTo>
                  <a:cubicBezTo>
                    <a:pt x="10" y="468"/>
                    <a:pt x="0" y="484"/>
                    <a:pt x="2" y="497"/>
                  </a:cubicBezTo>
                  <a:cubicBezTo>
                    <a:pt x="17" y="498"/>
                    <a:pt x="25" y="476"/>
                    <a:pt x="31" y="467"/>
                  </a:cubicBezTo>
                  <a:cubicBezTo>
                    <a:pt x="47" y="445"/>
                    <a:pt x="66" y="425"/>
                    <a:pt x="83" y="404"/>
                  </a:cubicBezTo>
                  <a:cubicBezTo>
                    <a:pt x="111" y="369"/>
                    <a:pt x="148" y="332"/>
                    <a:pt x="165" y="290"/>
                  </a:cubicBezTo>
                  <a:cubicBezTo>
                    <a:pt x="157" y="289"/>
                    <a:pt x="150" y="294"/>
                    <a:pt x="146" y="286"/>
                  </a:cubicBezTo>
                  <a:cubicBezTo>
                    <a:pt x="141" y="276"/>
                    <a:pt x="155" y="256"/>
                    <a:pt x="158" y="247"/>
                  </a:cubicBezTo>
                  <a:cubicBezTo>
                    <a:pt x="168" y="217"/>
                    <a:pt x="187" y="183"/>
                    <a:pt x="182" y="150"/>
                  </a:cubicBezTo>
                  <a:cubicBezTo>
                    <a:pt x="178" y="127"/>
                    <a:pt x="153" y="124"/>
                    <a:pt x="150" y="102"/>
                  </a:cubicBezTo>
                  <a:cubicBezTo>
                    <a:pt x="147" y="86"/>
                    <a:pt x="155" y="71"/>
                    <a:pt x="159" y="56"/>
                  </a:cubicBezTo>
                  <a:cubicBezTo>
                    <a:pt x="164" y="40"/>
                    <a:pt x="174" y="30"/>
                    <a:pt x="180" y="15"/>
                  </a:cubicBezTo>
                </a:path>
              </a:pathLst>
            </a:custGeom>
            <a:solidFill>
              <a:srgbClr val="ECB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941">
              <a:extLst>
                <a:ext uri="{FF2B5EF4-FFF2-40B4-BE49-F238E27FC236}">
                  <a16:creationId xmlns:a16="http://schemas.microsoft.com/office/drawing/2014/main" id="{95784F4C-82DE-4D63-ACE1-BB2AA964F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677"/>
              <a:ext cx="445" cy="343"/>
            </a:xfrm>
            <a:custGeom>
              <a:avLst/>
              <a:gdLst>
                <a:gd name="T0" fmla="*/ 601 w 383"/>
                <a:gd name="T1" fmla="*/ 0 h 308"/>
                <a:gd name="T2" fmla="*/ 0 w 383"/>
                <a:gd name="T3" fmla="*/ 425 h 308"/>
                <a:gd name="T4" fmla="*/ 601 w 383"/>
                <a:gd name="T5" fmla="*/ 0 h 3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3" h="308">
                  <a:moveTo>
                    <a:pt x="383" y="0"/>
                  </a:moveTo>
                  <a:cubicBezTo>
                    <a:pt x="383" y="0"/>
                    <a:pt x="35" y="284"/>
                    <a:pt x="0" y="308"/>
                  </a:cubicBezTo>
                  <a:cubicBezTo>
                    <a:pt x="0" y="308"/>
                    <a:pt x="334" y="31"/>
                    <a:pt x="383" y="0"/>
                  </a:cubicBezTo>
                  <a:close/>
                </a:path>
              </a:pathLst>
            </a:custGeom>
            <a:solidFill>
              <a:srgbClr val="EAA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Line 942">
              <a:extLst>
                <a:ext uri="{FF2B5EF4-FFF2-40B4-BE49-F238E27FC236}">
                  <a16:creationId xmlns:a16="http://schemas.microsoft.com/office/drawing/2014/main" id="{3C8F6697-147A-4F65-8477-6D897ABAE9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3" y="1662"/>
              <a:ext cx="1" cy="312"/>
            </a:xfrm>
            <a:prstGeom prst="line">
              <a:avLst/>
            </a:prstGeom>
            <a:noFill/>
            <a:ln w="6350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715AB458-87DF-4142-BD6B-909209E618B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Smooth muscle cells (1)</a:t>
            </a:r>
          </a:p>
        </p:txBody>
      </p:sp>
      <p:grpSp>
        <p:nvGrpSpPr>
          <p:cNvPr id="27650" name="Group 381">
            <a:extLst>
              <a:ext uri="{FF2B5EF4-FFF2-40B4-BE49-F238E27FC236}">
                <a16:creationId xmlns:a16="http://schemas.microsoft.com/office/drawing/2014/main" id="{E0142D57-0106-488F-945B-45235105AF14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2971800"/>
            <a:ext cx="2305050" cy="492125"/>
            <a:chOff x="1632" y="2971"/>
            <a:chExt cx="685" cy="146"/>
          </a:xfrm>
        </p:grpSpPr>
        <p:sp>
          <p:nvSpPr>
            <p:cNvPr id="27838" name="Freeform 190">
              <a:extLst>
                <a:ext uri="{FF2B5EF4-FFF2-40B4-BE49-F238E27FC236}">
                  <a16:creationId xmlns:a16="http://schemas.microsoft.com/office/drawing/2014/main" id="{8F0CB543-01D6-4B40-9590-9985149DC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2976"/>
              <a:ext cx="685" cy="141"/>
            </a:xfrm>
            <a:custGeom>
              <a:avLst/>
              <a:gdLst>
                <a:gd name="T0" fmla="*/ 1395 w 274"/>
                <a:gd name="T1" fmla="*/ 750 h 53"/>
                <a:gd name="T2" fmla="*/ 4283 w 274"/>
                <a:gd name="T3" fmla="*/ 657 h 53"/>
                <a:gd name="T4" fmla="*/ 908 w 274"/>
                <a:gd name="T5" fmla="*/ 35 h 53"/>
                <a:gd name="T6" fmla="*/ 0 w 274"/>
                <a:gd name="T7" fmla="*/ 136 h 53"/>
                <a:gd name="T8" fmla="*/ 1395 w 274"/>
                <a:gd name="T9" fmla="*/ 75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4" h="53">
                  <a:moveTo>
                    <a:pt x="89" y="40"/>
                  </a:moveTo>
                  <a:cubicBezTo>
                    <a:pt x="155" y="53"/>
                    <a:pt x="229" y="38"/>
                    <a:pt x="274" y="35"/>
                  </a:cubicBezTo>
                  <a:cubicBezTo>
                    <a:pt x="234" y="29"/>
                    <a:pt x="113" y="0"/>
                    <a:pt x="58" y="2"/>
                  </a:cubicBezTo>
                  <a:cubicBezTo>
                    <a:pt x="27" y="1"/>
                    <a:pt x="0" y="7"/>
                    <a:pt x="0" y="7"/>
                  </a:cubicBezTo>
                  <a:cubicBezTo>
                    <a:pt x="0" y="7"/>
                    <a:pt x="46" y="33"/>
                    <a:pt x="89" y="40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191">
              <a:extLst>
                <a:ext uri="{FF2B5EF4-FFF2-40B4-BE49-F238E27FC236}">
                  <a16:creationId xmlns:a16="http://schemas.microsoft.com/office/drawing/2014/main" id="{33C36DD7-1A7A-41FA-8B45-0198C25A7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3019"/>
              <a:ext cx="37" cy="40"/>
            </a:xfrm>
            <a:custGeom>
              <a:avLst/>
              <a:gdLst>
                <a:gd name="T0" fmla="*/ 0 w 15"/>
                <a:gd name="T1" fmla="*/ 136 h 15"/>
                <a:gd name="T2" fmla="*/ 121 w 15"/>
                <a:gd name="T3" fmla="*/ 0 h 15"/>
                <a:gd name="T4" fmla="*/ 224 w 15"/>
                <a:gd name="T5" fmla="*/ 149 h 15"/>
                <a:gd name="T6" fmla="*/ 104 w 15"/>
                <a:gd name="T7" fmla="*/ 285 h 15"/>
                <a:gd name="T8" fmla="*/ 0 w 15"/>
                <a:gd name="T9" fmla="*/ 1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8"/>
                  </a:cubicBezTo>
                  <a:cubicBezTo>
                    <a:pt x="15" y="12"/>
                    <a:pt x="12" y="15"/>
                    <a:pt x="7" y="15"/>
                  </a:cubicBezTo>
                  <a:cubicBezTo>
                    <a:pt x="3" y="15"/>
                    <a:pt x="0" y="12"/>
                    <a:pt x="0" y="7"/>
                  </a:cubicBezTo>
                  <a:close/>
                </a:path>
              </a:pathLst>
            </a:cu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192">
              <a:extLst>
                <a:ext uri="{FF2B5EF4-FFF2-40B4-BE49-F238E27FC236}">
                  <a16:creationId xmlns:a16="http://schemas.microsoft.com/office/drawing/2014/main" id="{83EFF873-6F1C-476D-9905-A8526FDDF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3040"/>
              <a:ext cx="20" cy="19"/>
            </a:xfrm>
            <a:custGeom>
              <a:avLst/>
              <a:gdLst>
                <a:gd name="T0" fmla="*/ 125 w 8"/>
                <a:gd name="T1" fmla="*/ 0 h 7"/>
                <a:gd name="T2" fmla="*/ 95 w 8"/>
                <a:gd name="T3" fmla="*/ 81 h 7"/>
                <a:gd name="T4" fmla="*/ 0 w 8"/>
                <a:gd name="T5" fmla="*/ 141 h 7"/>
                <a:gd name="T6" fmla="*/ 0 w 8"/>
                <a:gd name="T7" fmla="*/ 141 h 7"/>
                <a:gd name="T8" fmla="*/ 95 w 8"/>
                <a:gd name="T9" fmla="*/ 103 h 7"/>
                <a:gd name="T10" fmla="*/ 125 w 8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8" y="2"/>
                    <a:pt x="7" y="3"/>
                    <a:pt x="6" y="4"/>
                  </a:cubicBezTo>
                  <a:cubicBezTo>
                    <a:pt x="5" y="6"/>
                    <a:pt x="3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8" y="4"/>
                    <a:pt x="8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193">
              <a:extLst>
                <a:ext uri="{FF2B5EF4-FFF2-40B4-BE49-F238E27FC236}">
                  <a16:creationId xmlns:a16="http://schemas.microsoft.com/office/drawing/2014/main" id="{B488AD45-7A78-4906-916F-EA44D17C9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3011"/>
              <a:ext cx="37" cy="42"/>
            </a:xfrm>
            <a:custGeom>
              <a:avLst/>
              <a:gdLst>
                <a:gd name="T0" fmla="*/ 0 w 15"/>
                <a:gd name="T1" fmla="*/ 123 h 16"/>
                <a:gd name="T2" fmla="*/ 121 w 15"/>
                <a:gd name="T3" fmla="*/ 0 h 16"/>
                <a:gd name="T4" fmla="*/ 224 w 15"/>
                <a:gd name="T5" fmla="*/ 144 h 16"/>
                <a:gd name="T6" fmla="*/ 104 w 15"/>
                <a:gd name="T7" fmla="*/ 268 h 16"/>
                <a:gd name="T8" fmla="*/ 0 w 15"/>
                <a:gd name="T9" fmla="*/ 1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0" y="7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2"/>
                    <a:pt x="12" y="16"/>
                    <a:pt x="7" y="15"/>
                  </a:cubicBezTo>
                  <a:cubicBezTo>
                    <a:pt x="3" y="15"/>
                    <a:pt x="0" y="12"/>
                    <a:pt x="0" y="7"/>
                  </a:cubicBezTo>
                  <a:close/>
                </a:path>
              </a:pathLst>
            </a:cu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203">
              <a:extLst>
                <a:ext uri="{FF2B5EF4-FFF2-40B4-BE49-F238E27FC236}">
                  <a16:creationId xmlns:a16="http://schemas.microsoft.com/office/drawing/2014/main" id="{12C61377-F5A0-4677-8F39-95DA2625F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3013"/>
              <a:ext cx="40" cy="43"/>
            </a:xfrm>
            <a:custGeom>
              <a:avLst/>
              <a:gdLst>
                <a:gd name="T0" fmla="*/ 0 w 16"/>
                <a:gd name="T1" fmla="*/ 159 h 16"/>
                <a:gd name="T2" fmla="*/ 125 w 16"/>
                <a:gd name="T3" fmla="*/ 0 h 16"/>
                <a:gd name="T4" fmla="*/ 238 w 16"/>
                <a:gd name="T5" fmla="*/ 159 h 16"/>
                <a:gd name="T6" fmla="*/ 113 w 16"/>
                <a:gd name="T7" fmla="*/ 312 h 16"/>
                <a:gd name="T8" fmla="*/ 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6" y="4"/>
                    <a:pt x="15" y="8"/>
                  </a:cubicBezTo>
                  <a:cubicBezTo>
                    <a:pt x="15" y="12"/>
                    <a:pt x="12" y="16"/>
                    <a:pt x="7" y="16"/>
                  </a:cubicBezTo>
                  <a:cubicBezTo>
                    <a:pt x="3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204">
              <a:extLst>
                <a:ext uri="{FF2B5EF4-FFF2-40B4-BE49-F238E27FC236}">
                  <a16:creationId xmlns:a16="http://schemas.microsoft.com/office/drawing/2014/main" id="{DC7876ED-9DA3-4D43-9059-17ADB88E6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3019"/>
              <a:ext cx="22" cy="29"/>
            </a:xfrm>
            <a:custGeom>
              <a:avLst/>
              <a:gdLst>
                <a:gd name="T0" fmla="*/ 29 w 9"/>
                <a:gd name="T1" fmla="*/ 124 h 11"/>
                <a:gd name="T2" fmla="*/ 103 w 9"/>
                <a:gd name="T3" fmla="*/ 21 h 11"/>
                <a:gd name="T4" fmla="*/ 132 w 9"/>
                <a:gd name="T5" fmla="*/ 21 h 11"/>
                <a:gd name="T6" fmla="*/ 71 w 9"/>
                <a:gd name="T7" fmla="*/ 0 h 11"/>
                <a:gd name="T8" fmla="*/ 0 w 9"/>
                <a:gd name="T9" fmla="*/ 111 h 11"/>
                <a:gd name="T10" fmla="*/ 59 w 9"/>
                <a:gd name="T11" fmla="*/ 200 h 11"/>
                <a:gd name="T12" fmla="*/ 29 w 9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7"/>
                  </a:moveTo>
                  <a:cubicBezTo>
                    <a:pt x="2" y="4"/>
                    <a:pt x="4" y="1"/>
                    <a:pt x="7" y="1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8"/>
                    <a:pt x="1" y="10"/>
                    <a:pt x="4" y="11"/>
                  </a:cubicBezTo>
                  <a:cubicBezTo>
                    <a:pt x="2" y="10"/>
                    <a:pt x="1" y="8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211">
              <a:extLst>
                <a:ext uri="{FF2B5EF4-FFF2-40B4-BE49-F238E27FC236}">
                  <a16:creationId xmlns:a16="http://schemas.microsoft.com/office/drawing/2014/main" id="{4945CD8E-B9AB-4A14-9F3A-5BCC706C3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971"/>
              <a:ext cx="20" cy="21"/>
            </a:xfrm>
            <a:custGeom>
              <a:avLst/>
              <a:gdLst>
                <a:gd name="T0" fmla="*/ 125 w 8"/>
                <a:gd name="T1" fmla="*/ 0 h 8"/>
                <a:gd name="T2" fmla="*/ 95 w 8"/>
                <a:gd name="T3" fmla="*/ 89 h 8"/>
                <a:gd name="T4" fmla="*/ 0 w 8"/>
                <a:gd name="T5" fmla="*/ 144 h 8"/>
                <a:gd name="T6" fmla="*/ 0 w 8"/>
                <a:gd name="T7" fmla="*/ 144 h 8"/>
                <a:gd name="T8" fmla="*/ 95 w 8"/>
                <a:gd name="T9" fmla="*/ 89 h 8"/>
                <a:gd name="T10" fmla="*/ 125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8" y="2"/>
                    <a:pt x="7" y="3"/>
                    <a:pt x="6" y="5"/>
                  </a:cubicBezTo>
                  <a:cubicBezTo>
                    <a:pt x="4" y="6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4" y="7"/>
                    <a:pt x="6" y="5"/>
                  </a:cubicBezTo>
                  <a:cubicBezTo>
                    <a:pt x="7" y="4"/>
                    <a:pt x="8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Freeform 275">
              <a:extLst>
                <a:ext uri="{FF2B5EF4-FFF2-40B4-BE49-F238E27FC236}">
                  <a16:creationId xmlns:a16="http://schemas.microsoft.com/office/drawing/2014/main" id="{E7ADAF4C-C938-4444-BC2F-19D79F5A7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984"/>
              <a:ext cx="337" cy="43"/>
            </a:xfrm>
            <a:custGeom>
              <a:avLst/>
              <a:gdLst>
                <a:gd name="T0" fmla="*/ 0 w 135"/>
                <a:gd name="T1" fmla="*/ 35 h 16"/>
                <a:gd name="T2" fmla="*/ 966 w 135"/>
                <a:gd name="T3" fmla="*/ 81 h 16"/>
                <a:gd name="T4" fmla="*/ 2099 w 135"/>
                <a:gd name="T5" fmla="*/ 312 h 16"/>
                <a:gd name="T6" fmla="*/ 811 w 135"/>
                <a:gd name="T7" fmla="*/ 94 h 16"/>
                <a:gd name="T8" fmla="*/ 0 w 135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6">
                  <a:moveTo>
                    <a:pt x="0" y="2"/>
                  </a:moveTo>
                  <a:cubicBezTo>
                    <a:pt x="15" y="0"/>
                    <a:pt x="49" y="2"/>
                    <a:pt x="62" y="4"/>
                  </a:cubicBezTo>
                  <a:cubicBezTo>
                    <a:pt x="75" y="6"/>
                    <a:pt x="125" y="15"/>
                    <a:pt x="135" y="16"/>
                  </a:cubicBezTo>
                  <a:cubicBezTo>
                    <a:pt x="121" y="14"/>
                    <a:pt x="63" y="6"/>
                    <a:pt x="52" y="5"/>
                  </a:cubicBezTo>
                  <a:cubicBezTo>
                    <a:pt x="40" y="4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6" name="Freeform 328">
              <a:extLst>
                <a:ext uri="{FF2B5EF4-FFF2-40B4-BE49-F238E27FC236}">
                  <a16:creationId xmlns:a16="http://schemas.microsoft.com/office/drawing/2014/main" id="{21005A13-B312-49E8-B65C-66BDBCFE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2976"/>
              <a:ext cx="685" cy="141"/>
            </a:xfrm>
            <a:custGeom>
              <a:avLst/>
              <a:gdLst>
                <a:gd name="T0" fmla="*/ 1395 w 274"/>
                <a:gd name="T1" fmla="*/ 750 h 53"/>
                <a:gd name="T2" fmla="*/ 4283 w 274"/>
                <a:gd name="T3" fmla="*/ 657 h 53"/>
                <a:gd name="T4" fmla="*/ 908 w 274"/>
                <a:gd name="T5" fmla="*/ 35 h 53"/>
                <a:gd name="T6" fmla="*/ 0 w 274"/>
                <a:gd name="T7" fmla="*/ 136 h 53"/>
                <a:gd name="T8" fmla="*/ 1395 w 274"/>
                <a:gd name="T9" fmla="*/ 75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4" h="53">
                  <a:moveTo>
                    <a:pt x="89" y="40"/>
                  </a:moveTo>
                  <a:cubicBezTo>
                    <a:pt x="155" y="53"/>
                    <a:pt x="229" y="38"/>
                    <a:pt x="274" y="35"/>
                  </a:cubicBezTo>
                  <a:cubicBezTo>
                    <a:pt x="234" y="29"/>
                    <a:pt x="113" y="0"/>
                    <a:pt x="58" y="2"/>
                  </a:cubicBezTo>
                  <a:cubicBezTo>
                    <a:pt x="27" y="1"/>
                    <a:pt x="0" y="7"/>
                    <a:pt x="0" y="7"/>
                  </a:cubicBezTo>
                  <a:cubicBezTo>
                    <a:pt x="0" y="7"/>
                    <a:pt x="46" y="33"/>
                    <a:pt x="89" y="4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Freeform 338">
              <a:extLst>
                <a:ext uri="{FF2B5EF4-FFF2-40B4-BE49-F238E27FC236}">
                  <a16:creationId xmlns:a16="http://schemas.microsoft.com/office/drawing/2014/main" id="{F65F1166-E9A2-428A-A6B4-96F7A3C33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3013"/>
              <a:ext cx="40" cy="43"/>
            </a:xfrm>
            <a:custGeom>
              <a:avLst/>
              <a:gdLst>
                <a:gd name="T0" fmla="*/ 0 w 16"/>
                <a:gd name="T1" fmla="*/ 159 h 16"/>
                <a:gd name="T2" fmla="*/ 125 w 16"/>
                <a:gd name="T3" fmla="*/ 0 h 16"/>
                <a:gd name="T4" fmla="*/ 238 w 16"/>
                <a:gd name="T5" fmla="*/ 159 h 16"/>
                <a:gd name="T6" fmla="*/ 113 w 16"/>
                <a:gd name="T7" fmla="*/ 312 h 16"/>
                <a:gd name="T8" fmla="*/ 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6" y="4"/>
                    <a:pt x="15" y="8"/>
                  </a:cubicBezTo>
                  <a:cubicBezTo>
                    <a:pt x="15" y="12"/>
                    <a:pt x="12" y="16"/>
                    <a:pt x="7" y="16"/>
                  </a:cubicBezTo>
                  <a:cubicBezTo>
                    <a:pt x="3" y="15"/>
                    <a:pt x="0" y="12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1" name="Group 371">
            <a:extLst>
              <a:ext uri="{FF2B5EF4-FFF2-40B4-BE49-F238E27FC236}">
                <a16:creationId xmlns:a16="http://schemas.microsoft.com/office/drawing/2014/main" id="{5157E7D9-99F6-46D9-8298-3171ACC63D25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3200400"/>
            <a:ext cx="1587500" cy="403225"/>
            <a:chOff x="1392" y="2912"/>
            <a:chExt cx="472" cy="120"/>
          </a:xfrm>
        </p:grpSpPr>
        <p:sp>
          <p:nvSpPr>
            <p:cNvPr id="27829" name="Freeform 201">
              <a:extLst>
                <a:ext uri="{FF2B5EF4-FFF2-40B4-BE49-F238E27FC236}">
                  <a16:creationId xmlns:a16="http://schemas.microsoft.com/office/drawing/2014/main" id="{665BCB40-5AD2-4189-8625-F07100FF5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912"/>
              <a:ext cx="472" cy="120"/>
            </a:xfrm>
            <a:custGeom>
              <a:avLst/>
              <a:gdLst>
                <a:gd name="T0" fmla="*/ 0 w 189"/>
                <a:gd name="T1" fmla="*/ 35 h 45"/>
                <a:gd name="T2" fmla="*/ 2070 w 189"/>
                <a:gd name="T3" fmla="*/ 397 h 45"/>
                <a:gd name="T4" fmla="*/ 2944 w 189"/>
                <a:gd name="T5" fmla="*/ 797 h 45"/>
                <a:gd name="T6" fmla="*/ 0 w 189"/>
                <a:gd name="T7" fmla="*/ 3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9" h="45">
                  <a:moveTo>
                    <a:pt x="0" y="2"/>
                  </a:moveTo>
                  <a:cubicBezTo>
                    <a:pt x="34" y="0"/>
                    <a:pt x="86" y="2"/>
                    <a:pt x="133" y="21"/>
                  </a:cubicBezTo>
                  <a:cubicBezTo>
                    <a:pt x="181" y="40"/>
                    <a:pt x="189" y="42"/>
                    <a:pt x="189" y="42"/>
                  </a:cubicBezTo>
                  <a:cubicBezTo>
                    <a:pt x="143" y="45"/>
                    <a:pt x="52" y="41"/>
                    <a:pt x="0" y="2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205">
              <a:extLst>
                <a:ext uri="{FF2B5EF4-FFF2-40B4-BE49-F238E27FC236}">
                  <a16:creationId xmlns:a16="http://schemas.microsoft.com/office/drawing/2014/main" id="{30481C08-CEF6-4318-A328-1B02D34AD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957"/>
              <a:ext cx="40" cy="43"/>
            </a:xfrm>
            <a:custGeom>
              <a:avLst/>
              <a:gdLst>
                <a:gd name="T0" fmla="*/ 0 w 16"/>
                <a:gd name="T1" fmla="*/ 159 h 16"/>
                <a:gd name="T2" fmla="*/ 125 w 16"/>
                <a:gd name="T3" fmla="*/ 0 h 16"/>
                <a:gd name="T4" fmla="*/ 250 w 16"/>
                <a:gd name="T5" fmla="*/ 159 h 16"/>
                <a:gd name="T6" fmla="*/ 125 w 16"/>
                <a:gd name="T7" fmla="*/ 312 h 16"/>
                <a:gd name="T8" fmla="*/ 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cubicBezTo>
                    <a:pt x="16" y="12"/>
                    <a:pt x="12" y="16"/>
                    <a:pt x="8" y="16"/>
                  </a:cubicBezTo>
                  <a:cubicBezTo>
                    <a:pt x="3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Freeform 206">
              <a:extLst>
                <a:ext uri="{FF2B5EF4-FFF2-40B4-BE49-F238E27FC236}">
                  <a16:creationId xmlns:a16="http://schemas.microsoft.com/office/drawing/2014/main" id="{799FBE99-E546-46E0-A1CF-C5D908C51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978"/>
              <a:ext cx="20" cy="22"/>
            </a:xfrm>
            <a:custGeom>
              <a:avLst/>
              <a:gdLst>
                <a:gd name="T0" fmla="*/ 125 w 8"/>
                <a:gd name="T1" fmla="*/ 0 h 8"/>
                <a:gd name="T2" fmla="*/ 83 w 8"/>
                <a:gd name="T3" fmla="*/ 107 h 8"/>
                <a:gd name="T4" fmla="*/ 0 w 8"/>
                <a:gd name="T5" fmla="*/ 168 h 8"/>
                <a:gd name="T6" fmla="*/ 0 w 8"/>
                <a:gd name="T7" fmla="*/ 168 h 8"/>
                <a:gd name="T8" fmla="*/ 95 w 8"/>
                <a:gd name="T9" fmla="*/ 107 h 8"/>
                <a:gd name="T10" fmla="*/ 125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8" y="2"/>
                    <a:pt x="7" y="4"/>
                    <a:pt x="5" y="5"/>
                  </a:cubicBezTo>
                  <a:cubicBezTo>
                    <a:pt x="4" y="6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4" y="7"/>
                    <a:pt x="6" y="5"/>
                  </a:cubicBezTo>
                  <a:cubicBezTo>
                    <a:pt x="7" y="4"/>
                    <a:pt x="8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2" name="Freeform 207">
              <a:extLst>
                <a:ext uri="{FF2B5EF4-FFF2-40B4-BE49-F238E27FC236}">
                  <a16:creationId xmlns:a16="http://schemas.microsoft.com/office/drawing/2014/main" id="{A5656A02-827F-42F2-9A25-FC71F4410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949"/>
              <a:ext cx="40" cy="43"/>
            </a:xfrm>
            <a:custGeom>
              <a:avLst/>
              <a:gdLst>
                <a:gd name="T0" fmla="*/ 0 w 16"/>
                <a:gd name="T1" fmla="*/ 159 h 16"/>
                <a:gd name="T2" fmla="*/ 125 w 16"/>
                <a:gd name="T3" fmla="*/ 0 h 16"/>
                <a:gd name="T4" fmla="*/ 250 w 16"/>
                <a:gd name="T5" fmla="*/ 159 h 16"/>
                <a:gd name="T6" fmla="*/ 125 w 16"/>
                <a:gd name="T7" fmla="*/ 312 h 16"/>
                <a:gd name="T8" fmla="*/ 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0" y="4"/>
                    <a:pt x="4" y="0"/>
                    <a:pt x="8" y="0"/>
                  </a:cubicBezTo>
                  <a:cubicBezTo>
                    <a:pt x="12" y="1"/>
                    <a:pt x="16" y="4"/>
                    <a:pt x="16" y="8"/>
                  </a:cubicBezTo>
                  <a:cubicBezTo>
                    <a:pt x="16" y="13"/>
                    <a:pt x="12" y="16"/>
                    <a:pt x="8" y="16"/>
                  </a:cubicBezTo>
                  <a:cubicBezTo>
                    <a:pt x="3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Freeform 208">
              <a:extLst>
                <a:ext uri="{FF2B5EF4-FFF2-40B4-BE49-F238E27FC236}">
                  <a16:creationId xmlns:a16="http://schemas.microsoft.com/office/drawing/2014/main" id="{A29664D1-211C-4C2F-91B6-1481A8502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952"/>
              <a:ext cx="40" cy="42"/>
            </a:xfrm>
            <a:custGeom>
              <a:avLst/>
              <a:gdLst>
                <a:gd name="T0" fmla="*/ 0 w 16"/>
                <a:gd name="T1" fmla="*/ 144 h 16"/>
                <a:gd name="T2" fmla="*/ 125 w 16"/>
                <a:gd name="T3" fmla="*/ 21 h 16"/>
                <a:gd name="T4" fmla="*/ 250 w 16"/>
                <a:gd name="T5" fmla="*/ 144 h 16"/>
                <a:gd name="T6" fmla="*/ 125 w 16"/>
                <a:gd name="T7" fmla="*/ 289 h 16"/>
                <a:gd name="T8" fmla="*/ 0 w 16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1" y="4"/>
                    <a:pt x="4" y="0"/>
                    <a:pt x="8" y="1"/>
                  </a:cubicBezTo>
                  <a:cubicBezTo>
                    <a:pt x="13" y="1"/>
                    <a:pt x="16" y="4"/>
                    <a:pt x="16" y="8"/>
                  </a:cubicBezTo>
                  <a:cubicBezTo>
                    <a:pt x="16" y="13"/>
                    <a:pt x="12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209">
              <a:extLst>
                <a:ext uri="{FF2B5EF4-FFF2-40B4-BE49-F238E27FC236}">
                  <a16:creationId xmlns:a16="http://schemas.microsoft.com/office/drawing/2014/main" id="{3B6E0F0D-57A6-4D84-87F0-ACFB8A64E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960"/>
              <a:ext cx="23" cy="29"/>
            </a:xfrm>
            <a:custGeom>
              <a:avLst/>
              <a:gdLst>
                <a:gd name="T0" fmla="*/ 33 w 9"/>
                <a:gd name="T1" fmla="*/ 111 h 11"/>
                <a:gd name="T2" fmla="*/ 130 w 9"/>
                <a:gd name="T3" fmla="*/ 21 h 11"/>
                <a:gd name="T4" fmla="*/ 151 w 9"/>
                <a:gd name="T5" fmla="*/ 21 h 11"/>
                <a:gd name="T6" fmla="*/ 97 w 9"/>
                <a:gd name="T7" fmla="*/ 0 h 11"/>
                <a:gd name="T8" fmla="*/ 0 w 9"/>
                <a:gd name="T9" fmla="*/ 90 h 11"/>
                <a:gd name="T10" fmla="*/ 66 w 9"/>
                <a:gd name="T11" fmla="*/ 200 h 11"/>
                <a:gd name="T12" fmla="*/ 33 w 9"/>
                <a:gd name="T13" fmla="*/ 11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6"/>
                  </a:moveTo>
                  <a:cubicBezTo>
                    <a:pt x="2" y="3"/>
                    <a:pt x="5" y="1"/>
                    <a:pt x="8" y="1"/>
                  </a:cubicBezTo>
                  <a:cubicBezTo>
                    <a:pt x="8" y="1"/>
                    <a:pt x="9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3" y="9"/>
                    <a:pt x="2" y="8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316">
              <a:extLst>
                <a:ext uri="{FF2B5EF4-FFF2-40B4-BE49-F238E27FC236}">
                  <a16:creationId xmlns:a16="http://schemas.microsoft.com/office/drawing/2014/main" id="{C777486D-1D10-4E39-B353-13C54ECB2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922"/>
              <a:ext cx="302" cy="72"/>
            </a:xfrm>
            <a:custGeom>
              <a:avLst/>
              <a:gdLst>
                <a:gd name="T0" fmla="*/ 0 w 121"/>
                <a:gd name="T1" fmla="*/ 0 h 27"/>
                <a:gd name="T2" fmla="*/ 1041 w 121"/>
                <a:gd name="T3" fmla="*/ 136 h 27"/>
                <a:gd name="T4" fmla="*/ 1882 w 121"/>
                <a:gd name="T5" fmla="*/ 512 h 27"/>
                <a:gd name="T6" fmla="*/ 1008 w 121"/>
                <a:gd name="T7" fmla="*/ 192 h 27"/>
                <a:gd name="T8" fmla="*/ 0 w 12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27">
                  <a:moveTo>
                    <a:pt x="0" y="0"/>
                  </a:moveTo>
                  <a:cubicBezTo>
                    <a:pt x="16" y="0"/>
                    <a:pt x="52" y="4"/>
                    <a:pt x="67" y="7"/>
                  </a:cubicBezTo>
                  <a:cubicBezTo>
                    <a:pt x="83" y="11"/>
                    <a:pt x="113" y="24"/>
                    <a:pt x="121" y="27"/>
                  </a:cubicBezTo>
                  <a:cubicBezTo>
                    <a:pt x="108" y="22"/>
                    <a:pt x="76" y="12"/>
                    <a:pt x="65" y="10"/>
                  </a:cubicBezTo>
                  <a:cubicBezTo>
                    <a:pt x="53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336">
              <a:extLst>
                <a:ext uri="{FF2B5EF4-FFF2-40B4-BE49-F238E27FC236}">
                  <a16:creationId xmlns:a16="http://schemas.microsoft.com/office/drawing/2014/main" id="{6E42EA44-2B60-4E0F-9F6C-D38A5CA6A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912"/>
              <a:ext cx="472" cy="120"/>
            </a:xfrm>
            <a:custGeom>
              <a:avLst/>
              <a:gdLst>
                <a:gd name="T0" fmla="*/ 0 w 189"/>
                <a:gd name="T1" fmla="*/ 35 h 45"/>
                <a:gd name="T2" fmla="*/ 2070 w 189"/>
                <a:gd name="T3" fmla="*/ 397 h 45"/>
                <a:gd name="T4" fmla="*/ 2944 w 189"/>
                <a:gd name="T5" fmla="*/ 797 h 45"/>
                <a:gd name="T6" fmla="*/ 0 w 189"/>
                <a:gd name="T7" fmla="*/ 3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9" h="45">
                  <a:moveTo>
                    <a:pt x="0" y="2"/>
                  </a:moveTo>
                  <a:cubicBezTo>
                    <a:pt x="34" y="0"/>
                    <a:pt x="86" y="2"/>
                    <a:pt x="133" y="21"/>
                  </a:cubicBezTo>
                  <a:cubicBezTo>
                    <a:pt x="181" y="40"/>
                    <a:pt x="189" y="42"/>
                    <a:pt x="189" y="42"/>
                  </a:cubicBezTo>
                  <a:cubicBezTo>
                    <a:pt x="143" y="45"/>
                    <a:pt x="52" y="41"/>
                    <a:pt x="0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339">
              <a:extLst>
                <a:ext uri="{FF2B5EF4-FFF2-40B4-BE49-F238E27FC236}">
                  <a16:creationId xmlns:a16="http://schemas.microsoft.com/office/drawing/2014/main" id="{495D29B8-4C7B-45DC-B40B-4F711EE22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952"/>
              <a:ext cx="40" cy="42"/>
            </a:xfrm>
            <a:custGeom>
              <a:avLst/>
              <a:gdLst>
                <a:gd name="T0" fmla="*/ 0 w 16"/>
                <a:gd name="T1" fmla="*/ 144 h 16"/>
                <a:gd name="T2" fmla="*/ 125 w 16"/>
                <a:gd name="T3" fmla="*/ 21 h 16"/>
                <a:gd name="T4" fmla="*/ 250 w 16"/>
                <a:gd name="T5" fmla="*/ 144 h 16"/>
                <a:gd name="T6" fmla="*/ 125 w 16"/>
                <a:gd name="T7" fmla="*/ 289 h 16"/>
                <a:gd name="T8" fmla="*/ 0 w 16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1" y="4"/>
                    <a:pt x="4" y="0"/>
                    <a:pt x="8" y="1"/>
                  </a:cubicBezTo>
                  <a:cubicBezTo>
                    <a:pt x="13" y="1"/>
                    <a:pt x="16" y="4"/>
                    <a:pt x="16" y="8"/>
                  </a:cubicBezTo>
                  <a:cubicBezTo>
                    <a:pt x="16" y="13"/>
                    <a:pt x="12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2" name="Group 363">
            <a:extLst>
              <a:ext uri="{FF2B5EF4-FFF2-40B4-BE49-F238E27FC236}">
                <a16:creationId xmlns:a16="http://schemas.microsoft.com/office/drawing/2014/main" id="{B70937BB-FF4B-4220-BBCB-CF11AEAEC7E6}"/>
              </a:ext>
            </a:extLst>
          </p:cNvPr>
          <p:cNvGrpSpPr>
            <a:grpSpLocks/>
          </p:cNvGrpSpPr>
          <p:nvPr/>
        </p:nvGrpSpPr>
        <p:grpSpPr bwMode="auto">
          <a:xfrm>
            <a:off x="8059738" y="4664075"/>
            <a:ext cx="1620837" cy="403225"/>
            <a:chOff x="4270" y="3032"/>
            <a:chExt cx="482" cy="120"/>
          </a:xfrm>
        </p:grpSpPr>
        <p:sp>
          <p:nvSpPr>
            <p:cNvPr id="27821" name="Freeform 317">
              <a:extLst>
                <a:ext uri="{FF2B5EF4-FFF2-40B4-BE49-F238E27FC236}">
                  <a16:creationId xmlns:a16="http://schemas.microsoft.com/office/drawing/2014/main" id="{B533E0FB-464B-433F-8FC4-A9E30F422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3032"/>
              <a:ext cx="482" cy="120"/>
            </a:xfrm>
            <a:custGeom>
              <a:avLst/>
              <a:gdLst>
                <a:gd name="T0" fmla="*/ 0 w 193"/>
                <a:gd name="T1" fmla="*/ 307 h 45"/>
                <a:gd name="T2" fmla="*/ 2090 w 193"/>
                <a:gd name="T3" fmla="*/ 192 h 45"/>
                <a:gd name="T4" fmla="*/ 3007 w 193"/>
                <a:gd name="T5" fmla="*/ 376 h 45"/>
                <a:gd name="T6" fmla="*/ 0 w 193"/>
                <a:gd name="T7" fmla="*/ 30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45">
                  <a:moveTo>
                    <a:pt x="0" y="16"/>
                  </a:moveTo>
                  <a:cubicBezTo>
                    <a:pt x="32" y="8"/>
                    <a:pt x="84" y="0"/>
                    <a:pt x="134" y="10"/>
                  </a:cubicBezTo>
                  <a:cubicBezTo>
                    <a:pt x="184" y="20"/>
                    <a:pt x="193" y="20"/>
                    <a:pt x="193" y="20"/>
                  </a:cubicBezTo>
                  <a:cubicBezTo>
                    <a:pt x="148" y="32"/>
                    <a:pt x="58" y="45"/>
                    <a:pt x="0" y="16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318">
              <a:extLst>
                <a:ext uri="{FF2B5EF4-FFF2-40B4-BE49-F238E27FC236}">
                  <a16:creationId xmlns:a16="http://schemas.microsoft.com/office/drawing/2014/main" id="{035D3215-235C-4C6A-B14C-2DAB5FD70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3069"/>
              <a:ext cx="40" cy="45"/>
            </a:xfrm>
            <a:custGeom>
              <a:avLst/>
              <a:gdLst>
                <a:gd name="T0" fmla="*/ 20 w 16"/>
                <a:gd name="T1" fmla="*/ 183 h 17"/>
                <a:gd name="T2" fmla="*/ 113 w 16"/>
                <a:gd name="T3" fmla="*/ 21 h 17"/>
                <a:gd name="T4" fmla="*/ 250 w 16"/>
                <a:gd name="T5" fmla="*/ 132 h 17"/>
                <a:gd name="T6" fmla="*/ 145 w 16"/>
                <a:gd name="T7" fmla="*/ 294 h 17"/>
                <a:gd name="T8" fmla="*/ 20 w 16"/>
                <a:gd name="T9" fmla="*/ 18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" y="10"/>
                  </a:moveTo>
                  <a:cubicBezTo>
                    <a:pt x="0" y="5"/>
                    <a:pt x="3" y="2"/>
                    <a:pt x="7" y="1"/>
                  </a:cubicBezTo>
                  <a:cubicBezTo>
                    <a:pt x="11" y="0"/>
                    <a:pt x="15" y="3"/>
                    <a:pt x="16" y="7"/>
                  </a:cubicBezTo>
                  <a:cubicBezTo>
                    <a:pt x="16" y="11"/>
                    <a:pt x="14" y="15"/>
                    <a:pt x="9" y="16"/>
                  </a:cubicBezTo>
                  <a:cubicBezTo>
                    <a:pt x="5" y="17"/>
                    <a:pt x="1" y="14"/>
                    <a:pt x="1" y="10"/>
                  </a:cubicBezTo>
                  <a:close/>
                </a:path>
              </a:pathLst>
            </a:cu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319">
              <a:extLst>
                <a:ext uri="{FF2B5EF4-FFF2-40B4-BE49-F238E27FC236}">
                  <a16:creationId xmlns:a16="http://schemas.microsoft.com/office/drawing/2014/main" id="{F842D191-06AA-4584-8C71-D21742C6A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3064"/>
              <a:ext cx="42" cy="45"/>
            </a:xfrm>
            <a:custGeom>
              <a:avLst/>
              <a:gdLst>
                <a:gd name="T0" fmla="*/ 12 w 17"/>
                <a:gd name="T1" fmla="*/ 183 h 17"/>
                <a:gd name="T2" fmla="*/ 121 w 17"/>
                <a:gd name="T3" fmla="*/ 21 h 17"/>
                <a:gd name="T4" fmla="*/ 245 w 17"/>
                <a:gd name="T5" fmla="*/ 132 h 17"/>
                <a:gd name="T6" fmla="*/ 153 w 17"/>
                <a:gd name="T7" fmla="*/ 294 h 17"/>
                <a:gd name="T8" fmla="*/ 12 w 17"/>
                <a:gd name="T9" fmla="*/ 18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10"/>
                  </a:moveTo>
                  <a:cubicBezTo>
                    <a:pt x="0" y="6"/>
                    <a:pt x="3" y="2"/>
                    <a:pt x="8" y="1"/>
                  </a:cubicBezTo>
                  <a:cubicBezTo>
                    <a:pt x="12" y="0"/>
                    <a:pt x="16" y="3"/>
                    <a:pt x="16" y="7"/>
                  </a:cubicBezTo>
                  <a:cubicBezTo>
                    <a:pt x="17" y="11"/>
                    <a:pt x="14" y="15"/>
                    <a:pt x="10" y="16"/>
                  </a:cubicBezTo>
                  <a:cubicBezTo>
                    <a:pt x="6" y="17"/>
                    <a:pt x="2" y="14"/>
                    <a:pt x="1" y="10"/>
                  </a:cubicBezTo>
                  <a:close/>
                </a:path>
              </a:pathLst>
            </a:cu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320">
              <a:extLst>
                <a:ext uri="{FF2B5EF4-FFF2-40B4-BE49-F238E27FC236}">
                  <a16:creationId xmlns:a16="http://schemas.microsoft.com/office/drawing/2014/main" id="{8CD24173-EE3C-4846-9C42-A9E65A4A3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066"/>
              <a:ext cx="40" cy="43"/>
            </a:xfrm>
            <a:custGeom>
              <a:avLst/>
              <a:gdLst>
                <a:gd name="T0" fmla="*/ 0 w 16"/>
                <a:gd name="T1" fmla="*/ 175 h 16"/>
                <a:gd name="T2" fmla="*/ 113 w 16"/>
                <a:gd name="T3" fmla="*/ 22 h 16"/>
                <a:gd name="T4" fmla="*/ 250 w 16"/>
                <a:gd name="T5" fmla="*/ 137 h 16"/>
                <a:gd name="T6" fmla="*/ 145 w 16"/>
                <a:gd name="T7" fmla="*/ 312 h 16"/>
                <a:gd name="T8" fmla="*/ 0 w 16"/>
                <a:gd name="T9" fmla="*/ 17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9"/>
                  </a:moveTo>
                  <a:cubicBezTo>
                    <a:pt x="0" y="5"/>
                    <a:pt x="3" y="1"/>
                    <a:pt x="7" y="1"/>
                  </a:cubicBezTo>
                  <a:cubicBezTo>
                    <a:pt x="11" y="0"/>
                    <a:pt x="15" y="3"/>
                    <a:pt x="16" y="7"/>
                  </a:cubicBezTo>
                  <a:cubicBezTo>
                    <a:pt x="16" y="11"/>
                    <a:pt x="13" y="15"/>
                    <a:pt x="9" y="16"/>
                  </a:cubicBezTo>
                  <a:cubicBezTo>
                    <a:pt x="5" y="16"/>
                    <a:pt x="1" y="14"/>
                    <a:pt x="0" y="9"/>
                  </a:cubicBezTo>
                  <a:close/>
                </a:path>
              </a:pathLst>
            </a:cu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321">
              <a:extLst>
                <a:ext uri="{FF2B5EF4-FFF2-40B4-BE49-F238E27FC236}">
                  <a16:creationId xmlns:a16="http://schemas.microsoft.com/office/drawing/2014/main" id="{650F7573-62E9-48F2-8DAD-A858A4BD0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3072"/>
              <a:ext cx="20" cy="32"/>
            </a:xfrm>
            <a:custGeom>
              <a:avLst/>
              <a:gdLst>
                <a:gd name="T0" fmla="*/ 33 w 8"/>
                <a:gd name="T1" fmla="*/ 149 h 12"/>
                <a:gd name="T2" fmla="*/ 113 w 8"/>
                <a:gd name="T3" fmla="*/ 21 h 12"/>
                <a:gd name="T4" fmla="*/ 125 w 8"/>
                <a:gd name="T5" fmla="*/ 21 h 12"/>
                <a:gd name="T6" fmla="*/ 83 w 8"/>
                <a:gd name="T7" fmla="*/ 21 h 12"/>
                <a:gd name="T8" fmla="*/ 0 w 8"/>
                <a:gd name="T9" fmla="*/ 136 h 12"/>
                <a:gd name="T10" fmla="*/ 83 w 8"/>
                <a:gd name="T11" fmla="*/ 227 h 12"/>
                <a:gd name="T12" fmla="*/ 33 w 8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2">
                  <a:moveTo>
                    <a:pt x="2" y="8"/>
                  </a:moveTo>
                  <a:cubicBezTo>
                    <a:pt x="2" y="5"/>
                    <a:pt x="4" y="2"/>
                    <a:pt x="7" y="1"/>
                  </a:cubicBezTo>
                  <a:cubicBezTo>
                    <a:pt x="7" y="1"/>
                    <a:pt x="8" y="1"/>
                    <a:pt x="8" y="1"/>
                  </a:cubicBezTo>
                  <a:cubicBezTo>
                    <a:pt x="7" y="1"/>
                    <a:pt x="6" y="0"/>
                    <a:pt x="5" y="1"/>
                  </a:cubicBezTo>
                  <a:cubicBezTo>
                    <a:pt x="2" y="1"/>
                    <a:pt x="0" y="4"/>
                    <a:pt x="0" y="7"/>
                  </a:cubicBezTo>
                  <a:cubicBezTo>
                    <a:pt x="1" y="10"/>
                    <a:pt x="3" y="12"/>
                    <a:pt x="5" y="12"/>
                  </a:cubicBezTo>
                  <a:cubicBezTo>
                    <a:pt x="4" y="11"/>
                    <a:pt x="2" y="10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322">
              <a:extLst>
                <a:ext uri="{FF2B5EF4-FFF2-40B4-BE49-F238E27FC236}">
                  <a16:creationId xmlns:a16="http://schemas.microsoft.com/office/drawing/2014/main" id="{C69E2EFA-E66E-49DA-AFF4-25CDCC431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3050"/>
              <a:ext cx="310" cy="27"/>
            </a:xfrm>
            <a:custGeom>
              <a:avLst/>
              <a:gdLst>
                <a:gd name="T0" fmla="*/ 0 w 124"/>
                <a:gd name="T1" fmla="*/ 116 h 10"/>
                <a:gd name="T2" fmla="*/ 1050 w 124"/>
                <a:gd name="T3" fmla="*/ 22 h 10"/>
                <a:gd name="T4" fmla="*/ 1938 w 124"/>
                <a:gd name="T5" fmla="*/ 197 h 10"/>
                <a:gd name="T6" fmla="*/ 1020 w 124"/>
                <a:gd name="T7" fmla="*/ 59 h 10"/>
                <a:gd name="T8" fmla="*/ 0 w 124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0">
                  <a:moveTo>
                    <a:pt x="0" y="6"/>
                  </a:moveTo>
                  <a:cubicBezTo>
                    <a:pt x="15" y="3"/>
                    <a:pt x="51" y="0"/>
                    <a:pt x="67" y="1"/>
                  </a:cubicBezTo>
                  <a:cubicBezTo>
                    <a:pt x="83" y="1"/>
                    <a:pt x="115" y="8"/>
                    <a:pt x="124" y="10"/>
                  </a:cubicBezTo>
                  <a:cubicBezTo>
                    <a:pt x="110" y="8"/>
                    <a:pt x="77" y="4"/>
                    <a:pt x="65" y="3"/>
                  </a:cubicBezTo>
                  <a:cubicBezTo>
                    <a:pt x="53" y="3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340">
              <a:extLst>
                <a:ext uri="{FF2B5EF4-FFF2-40B4-BE49-F238E27FC236}">
                  <a16:creationId xmlns:a16="http://schemas.microsoft.com/office/drawing/2014/main" id="{BDC24EFC-A67E-4888-A925-A537CFD22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3032"/>
              <a:ext cx="482" cy="120"/>
            </a:xfrm>
            <a:custGeom>
              <a:avLst/>
              <a:gdLst>
                <a:gd name="T0" fmla="*/ 0 w 193"/>
                <a:gd name="T1" fmla="*/ 307 h 45"/>
                <a:gd name="T2" fmla="*/ 2090 w 193"/>
                <a:gd name="T3" fmla="*/ 192 h 45"/>
                <a:gd name="T4" fmla="*/ 3007 w 193"/>
                <a:gd name="T5" fmla="*/ 376 h 45"/>
                <a:gd name="T6" fmla="*/ 0 w 193"/>
                <a:gd name="T7" fmla="*/ 30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45">
                  <a:moveTo>
                    <a:pt x="0" y="16"/>
                  </a:moveTo>
                  <a:cubicBezTo>
                    <a:pt x="32" y="8"/>
                    <a:pt x="84" y="0"/>
                    <a:pt x="134" y="10"/>
                  </a:cubicBezTo>
                  <a:cubicBezTo>
                    <a:pt x="184" y="20"/>
                    <a:pt x="193" y="20"/>
                    <a:pt x="193" y="20"/>
                  </a:cubicBezTo>
                  <a:cubicBezTo>
                    <a:pt x="148" y="32"/>
                    <a:pt x="58" y="45"/>
                    <a:pt x="0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8" name="Freeform 341">
              <a:extLst>
                <a:ext uri="{FF2B5EF4-FFF2-40B4-BE49-F238E27FC236}">
                  <a16:creationId xmlns:a16="http://schemas.microsoft.com/office/drawing/2014/main" id="{DC59D73D-E0BD-44FB-8537-61C809BD5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066"/>
              <a:ext cx="40" cy="43"/>
            </a:xfrm>
            <a:custGeom>
              <a:avLst/>
              <a:gdLst>
                <a:gd name="T0" fmla="*/ 0 w 16"/>
                <a:gd name="T1" fmla="*/ 175 h 16"/>
                <a:gd name="T2" fmla="*/ 113 w 16"/>
                <a:gd name="T3" fmla="*/ 22 h 16"/>
                <a:gd name="T4" fmla="*/ 250 w 16"/>
                <a:gd name="T5" fmla="*/ 137 h 16"/>
                <a:gd name="T6" fmla="*/ 145 w 16"/>
                <a:gd name="T7" fmla="*/ 312 h 16"/>
                <a:gd name="T8" fmla="*/ 0 w 16"/>
                <a:gd name="T9" fmla="*/ 17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9"/>
                  </a:moveTo>
                  <a:cubicBezTo>
                    <a:pt x="0" y="5"/>
                    <a:pt x="3" y="1"/>
                    <a:pt x="7" y="1"/>
                  </a:cubicBezTo>
                  <a:cubicBezTo>
                    <a:pt x="11" y="0"/>
                    <a:pt x="15" y="3"/>
                    <a:pt x="16" y="7"/>
                  </a:cubicBezTo>
                  <a:cubicBezTo>
                    <a:pt x="16" y="11"/>
                    <a:pt x="13" y="15"/>
                    <a:pt x="9" y="16"/>
                  </a:cubicBezTo>
                  <a:cubicBezTo>
                    <a:pt x="5" y="16"/>
                    <a:pt x="1" y="14"/>
                    <a:pt x="0" y="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3" name="Group 382">
            <a:extLst>
              <a:ext uri="{FF2B5EF4-FFF2-40B4-BE49-F238E27FC236}">
                <a16:creationId xmlns:a16="http://schemas.microsoft.com/office/drawing/2014/main" id="{E3C5DD96-3065-45D2-BC32-23140D72C867}"/>
              </a:ext>
            </a:extLst>
          </p:cNvPr>
          <p:cNvGrpSpPr>
            <a:grpSpLocks/>
          </p:cNvGrpSpPr>
          <p:nvPr/>
        </p:nvGrpSpPr>
        <p:grpSpPr bwMode="auto">
          <a:xfrm>
            <a:off x="3124200" y="2514600"/>
            <a:ext cx="2341563" cy="527050"/>
            <a:chOff x="1607" y="2688"/>
            <a:chExt cx="697" cy="157"/>
          </a:xfrm>
        </p:grpSpPr>
        <p:sp>
          <p:nvSpPr>
            <p:cNvPr id="27813" name="Freeform 185">
              <a:extLst>
                <a:ext uri="{FF2B5EF4-FFF2-40B4-BE49-F238E27FC236}">
                  <a16:creationId xmlns:a16="http://schemas.microsoft.com/office/drawing/2014/main" id="{8BC25526-DC1A-424E-B7F7-A8282D0CC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688"/>
              <a:ext cx="697" cy="157"/>
            </a:xfrm>
            <a:custGeom>
              <a:avLst/>
              <a:gdLst>
                <a:gd name="T0" fmla="*/ 4349 w 279"/>
                <a:gd name="T1" fmla="*/ 1112 h 59"/>
                <a:gd name="T2" fmla="*/ 3183 w 279"/>
                <a:gd name="T3" fmla="*/ 490 h 59"/>
                <a:gd name="T4" fmla="*/ 0 w 279"/>
                <a:gd name="T5" fmla="*/ 375 h 59"/>
                <a:gd name="T6" fmla="*/ 1946 w 279"/>
                <a:gd name="T7" fmla="*/ 737 h 59"/>
                <a:gd name="T8" fmla="*/ 4349 w 279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9" h="59">
                  <a:moveTo>
                    <a:pt x="279" y="59"/>
                  </a:moveTo>
                  <a:cubicBezTo>
                    <a:pt x="279" y="59"/>
                    <a:pt x="254" y="45"/>
                    <a:pt x="204" y="26"/>
                  </a:cubicBezTo>
                  <a:cubicBezTo>
                    <a:pt x="154" y="7"/>
                    <a:pt x="86" y="0"/>
                    <a:pt x="0" y="20"/>
                  </a:cubicBezTo>
                  <a:cubicBezTo>
                    <a:pt x="47" y="20"/>
                    <a:pt x="81" y="28"/>
                    <a:pt x="125" y="39"/>
                  </a:cubicBezTo>
                  <a:cubicBezTo>
                    <a:pt x="170" y="50"/>
                    <a:pt x="260" y="58"/>
                    <a:pt x="279" y="59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210">
              <a:extLst>
                <a:ext uri="{FF2B5EF4-FFF2-40B4-BE49-F238E27FC236}">
                  <a16:creationId xmlns:a16="http://schemas.microsoft.com/office/drawing/2014/main" id="{526CF305-6FCE-4F79-B5F5-314AF34D6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746"/>
              <a:ext cx="40" cy="43"/>
            </a:xfrm>
            <a:custGeom>
              <a:avLst/>
              <a:gdLst>
                <a:gd name="T0" fmla="*/ 0 w 16"/>
                <a:gd name="T1" fmla="*/ 159 h 16"/>
                <a:gd name="T2" fmla="*/ 125 w 16"/>
                <a:gd name="T3" fmla="*/ 0 h 16"/>
                <a:gd name="T4" fmla="*/ 250 w 16"/>
                <a:gd name="T5" fmla="*/ 159 h 16"/>
                <a:gd name="T6" fmla="*/ 125 w 16"/>
                <a:gd name="T7" fmla="*/ 312 h 16"/>
                <a:gd name="T8" fmla="*/ 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1" y="3"/>
                    <a:pt x="4" y="0"/>
                    <a:pt x="8" y="0"/>
                  </a:cubicBezTo>
                  <a:cubicBezTo>
                    <a:pt x="13" y="0"/>
                    <a:pt x="16" y="4"/>
                    <a:pt x="16" y="8"/>
                  </a:cubicBezTo>
                  <a:cubicBezTo>
                    <a:pt x="16" y="12"/>
                    <a:pt x="12" y="16"/>
                    <a:pt x="8" y="16"/>
                  </a:cubicBezTo>
                  <a:cubicBezTo>
                    <a:pt x="4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212">
              <a:extLst>
                <a:ext uri="{FF2B5EF4-FFF2-40B4-BE49-F238E27FC236}">
                  <a16:creationId xmlns:a16="http://schemas.microsoft.com/office/drawing/2014/main" id="{3324D172-E63E-462E-95D8-524C59F35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738"/>
              <a:ext cx="40" cy="43"/>
            </a:xfrm>
            <a:custGeom>
              <a:avLst/>
              <a:gdLst>
                <a:gd name="T0" fmla="*/ 0 w 16"/>
                <a:gd name="T1" fmla="*/ 159 h 16"/>
                <a:gd name="T2" fmla="*/ 125 w 16"/>
                <a:gd name="T3" fmla="*/ 0 h 16"/>
                <a:gd name="T4" fmla="*/ 250 w 16"/>
                <a:gd name="T5" fmla="*/ 159 h 16"/>
                <a:gd name="T6" fmla="*/ 125 w 16"/>
                <a:gd name="T7" fmla="*/ 312 h 16"/>
                <a:gd name="T8" fmla="*/ 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1" y="4"/>
                    <a:pt x="4" y="0"/>
                    <a:pt x="8" y="0"/>
                  </a:cubicBezTo>
                  <a:cubicBezTo>
                    <a:pt x="13" y="0"/>
                    <a:pt x="16" y="4"/>
                    <a:pt x="16" y="8"/>
                  </a:cubicBezTo>
                  <a:cubicBezTo>
                    <a:pt x="16" y="13"/>
                    <a:pt x="12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213">
              <a:extLst>
                <a:ext uri="{FF2B5EF4-FFF2-40B4-BE49-F238E27FC236}">
                  <a16:creationId xmlns:a16="http://schemas.microsoft.com/office/drawing/2014/main" id="{9B3B082E-80C2-42D7-AB43-37EACF53B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741"/>
              <a:ext cx="40" cy="43"/>
            </a:xfrm>
            <a:custGeom>
              <a:avLst/>
              <a:gdLst>
                <a:gd name="T0" fmla="*/ 20 w 16"/>
                <a:gd name="T1" fmla="*/ 159 h 16"/>
                <a:gd name="T2" fmla="*/ 145 w 16"/>
                <a:gd name="T3" fmla="*/ 22 h 16"/>
                <a:gd name="T4" fmla="*/ 250 w 16"/>
                <a:gd name="T5" fmla="*/ 159 h 16"/>
                <a:gd name="T6" fmla="*/ 125 w 16"/>
                <a:gd name="T7" fmla="*/ 312 h 16"/>
                <a:gd name="T8" fmla="*/ 2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8"/>
                  </a:moveTo>
                  <a:cubicBezTo>
                    <a:pt x="1" y="4"/>
                    <a:pt x="4" y="0"/>
                    <a:pt x="9" y="1"/>
                  </a:cubicBezTo>
                  <a:cubicBezTo>
                    <a:pt x="13" y="1"/>
                    <a:pt x="16" y="4"/>
                    <a:pt x="16" y="8"/>
                  </a:cubicBezTo>
                  <a:cubicBezTo>
                    <a:pt x="16" y="13"/>
                    <a:pt x="12" y="16"/>
                    <a:pt x="8" y="16"/>
                  </a:cubicBezTo>
                  <a:cubicBezTo>
                    <a:pt x="4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214">
              <a:extLst>
                <a:ext uri="{FF2B5EF4-FFF2-40B4-BE49-F238E27FC236}">
                  <a16:creationId xmlns:a16="http://schemas.microsoft.com/office/drawing/2014/main" id="{B7FA2CD1-24E9-47ED-8561-CE5D086D7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746"/>
              <a:ext cx="22" cy="30"/>
            </a:xfrm>
            <a:custGeom>
              <a:avLst/>
              <a:gdLst>
                <a:gd name="T0" fmla="*/ 29 w 9"/>
                <a:gd name="T1" fmla="*/ 142 h 11"/>
                <a:gd name="T2" fmla="*/ 120 w 9"/>
                <a:gd name="T3" fmla="*/ 38 h 11"/>
                <a:gd name="T4" fmla="*/ 132 w 9"/>
                <a:gd name="T5" fmla="*/ 38 h 11"/>
                <a:gd name="T6" fmla="*/ 90 w 9"/>
                <a:gd name="T7" fmla="*/ 22 h 11"/>
                <a:gd name="T8" fmla="*/ 0 w 9"/>
                <a:gd name="T9" fmla="*/ 120 h 11"/>
                <a:gd name="T10" fmla="*/ 59 w 9"/>
                <a:gd name="T11" fmla="*/ 224 h 11"/>
                <a:gd name="T12" fmla="*/ 29 w 9"/>
                <a:gd name="T13" fmla="*/ 14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7"/>
                  </a:moveTo>
                  <a:cubicBezTo>
                    <a:pt x="2" y="4"/>
                    <a:pt x="5" y="1"/>
                    <a:pt x="8" y="2"/>
                  </a:cubicBezTo>
                  <a:cubicBezTo>
                    <a:pt x="8" y="2"/>
                    <a:pt x="9" y="2"/>
                    <a:pt x="9" y="2"/>
                  </a:cubicBezTo>
                  <a:cubicBezTo>
                    <a:pt x="9" y="1"/>
                    <a:pt x="7" y="1"/>
                    <a:pt x="6" y="1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3" y="10"/>
                    <a:pt x="2" y="9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276">
              <a:extLst>
                <a:ext uri="{FF2B5EF4-FFF2-40B4-BE49-F238E27FC236}">
                  <a16:creationId xmlns:a16="http://schemas.microsoft.com/office/drawing/2014/main" id="{3A68D8DC-CD43-4FB9-A2D0-D7BBE968F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709"/>
              <a:ext cx="365" cy="64"/>
            </a:xfrm>
            <a:custGeom>
              <a:avLst/>
              <a:gdLst>
                <a:gd name="T0" fmla="*/ 1020 w 146"/>
                <a:gd name="T1" fmla="*/ 93 h 24"/>
                <a:gd name="T2" fmla="*/ 2283 w 146"/>
                <a:gd name="T3" fmla="*/ 456 h 24"/>
                <a:gd name="T4" fmla="*/ 1533 w 146"/>
                <a:gd name="T5" fmla="*/ 171 h 24"/>
                <a:gd name="T6" fmla="*/ 0 w 146"/>
                <a:gd name="T7" fmla="*/ 77 h 24"/>
                <a:gd name="T8" fmla="*/ 1020 w 146"/>
                <a:gd name="T9" fmla="*/ 9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24">
                  <a:moveTo>
                    <a:pt x="65" y="5"/>
                  </a:moveTo>
                  <a:cubicBezTo>
                    <a:pt x="98" y="7"/>
                    <a:pt x="129" y="19"/>
                    <a:pt x="146" y="24"/>
                  </a:cubicBezTo>
                  <a:cubicBezTo>
                    <a:pt x="146" y="24"/>
                    <a:pt x="131" y="17"/>
                    <a:pt x="98" y="9"/>
                  </a:cubicBezTo>
                  <a:cubicBezTo>
                    <a:pt x="65" y="0"/>
                    <a:pt x="13" y="2"/>
                    <a:pt x="0" y="4"/>
                  </a:cubicBezTo>
                  <a:cubicBezTo>
                    <a:pt x="40" y="3"/>
                    <a:pt x="44" y="4"/>
                    <a:pt x="6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323">
              <a:extLst>
                <a:ext uri="{FF2B5EF4-FFF2-40B4-BE49-F238E27FC236}">
                  <a16:creationId xmlns:a16="http://schemas.microsoft.com/office/drawing/2014/main" id="{DEBAE35E-C57D-4F18-881B-0B4A181ED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688"/>
              <a:ext cx="697" cy="157"/>
            </a:xfrm>
            <a:custGeom>
              <a:avLst/>
              <a:gdLst>
                <a:gd name="T0" fmla="*/ 4349 w 279"/>
                <a:gd name="T1" fmla="*/ 1112 h 59"/>
                <a:gd name="T2" fmla="*/ 3183 w 279"/>
                <a:gd name="T3" fmla="*/ 490 h 59"/>
                <a:gd name="T4" fmla="*/ 0 w 279"/>
                <a:gd name="T5" fmla="*/ 375 h 59"/>
                <a:gd name="T6" fmla="*/ 1946 w 279"/>
                <a:gd name="T7" fmla="*/ 737 h 59"/>
                <a:gd name="T8" fmla="*/ 4349 w 279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9" h="59">
                  <a:moveTo>
                    <a:pt x="279" y="59"/>
                  </a:moveTo>
                  <a:cubicBezTo>
                    <a:pt x="279" y="59"/>
                    <a:pt x="254" y="45"/>
                    <a:pt x="204" y="26"/>
                  </a:cubicBezTo>
                  <a:cubicBezTo>
                    <a:pt x="154" y="7"/>
                    <a:pt x="86" y="0"/>
                    <a:pt x="0" y="20"/>
                  </a:cubicBezTo>
                  <a:cubicBezTo>
                    <a:pt x="47" y="20"/>
                    <a:pt x="81" y="28"/>
                    <a:pt x="125" y="39"/>
                  </a:cubicBezTo>
                  <a:cubicBezTo>
                    <a:pt x="170" y="50"/>
                    <a:pt x="260" y="58"/>
                    <a:pt x="279" y="5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342">
              <a:extLst>
                <a:ext uri="{FF2B5EF4-FFF2-40B4-BE49-F238E27FC236}">
                  <a16:creationId xmlns:a16="http://schemas.microsoft.com/office/drawing/2014/main" id="{CDEC1491-B6F0-48C7-893D-29FEDD0D6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741"/>
              <a:ext cx="40" cy="43"/>
            </a:xfrm>
            <a:custGeom>
              <a:avLst/>
              <a:gdLst>
                <a:gd name="T0" fmla="*/ 20 w 16"/>
                <a:gd name="T1" fmla="*/ 159 h 16"/>
                <a:gd name="T2" fmla="*/ 145 w 16"/>
                <a:gd name="T3" fmla="*/ 22 h 16"/>
                <a:gd name="T4" fmla="*/ 250 w 16"/>
                <a:gd name="T5" fmla="*/ 159 h 16"/>
                <a:gd name="T6" fmla="*/ 125 w 16"/>
                <a:gd name="T7" fmla="*/ 312 h 16"/>
                <a:gd name="T8" fmla="*/ 2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8"/>
                  </a:moveTo>
                  <a:cubicBezTo>
                    <a:pt x="1" y="4"/>
                    <a:pt x="4" y="0"/>
                    <a:pt x="9" y="1"/>
                  </a:cubicBezTo>
                  <a:cubicBezTo>
                    <a:pt x="13" y="1"/>
                    <a:pt x="16" y="4"/>
                    <a:pt x="16" y="8"/>
                  </a:cubicBezTo>
                  <a:cubicBezTo>
                    <a:pt x="16" y="13"/>
                    <a:pt x="12" y="16"/>
                    <a:pt x="8" y="16"/>
                  </a:cubicBezTo>
                  <a:cubicBezTo>
                    <a:pt x="4" y="16"/>
                    <a:pt x="0" y="12"/>
                    <a:pt x="1" y="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4" name="Group 378">
            <a:extLst>
              <a:ext uri="{FF2B5EF4-FFF2-40B4-BE49-F238E27FC236}">
                <a16:creationId xmlns:a16="http://schemas.microsoft.com/office/drawing/2014/main" id="{218FE5F1-1917-4361-B8A6-86E1F9431ED6}"/>
              </a:ext>
            </a:extLst>
          </p:cNvPr>
          <p:cNvGrpSpPr>
            <a:grpSpLocks/>
          </p:cNvGrpSpPr>
          <p:nvPr/>
        </p:nvGrpSpPr>
        <p:grpSpPr bwMode="auto">
          <a:xfrm>
            <a:off x="5562600" y="3962400"/>
            <a:ext cx="2519363" cy="366713"/>
            <a:chOff x="2149" y="2877"/>
            <a:chExt cx="750" cy="109"/>
          </a:xfrm>
        </p:grpSpPr>
        <p:sp>
          <p:nvSpPr>
            <p:cNvPr id="27804" name="Freeform 187">
              <a:extLst>
                <a:ext uri="{FF2B5EF4-FFF2-40B4-BE49-F238E27FC236}">
                  <a16:creationId xmlns:a16="http://schemas.microsoft.com/office/drawing/2014/main" id="{BCF0B8F2-A4EC-43A3-B226-79DCDB20F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877"/>
              <a:ext cx="750" cy="109"/>
            </a:xfrm>
            <a:custGeom>
              <a:avLst/>
              <a:gdLst>
                <a:gd name="T0" fmla="*/ 0 w 300"/>
                <a:gd name="T1" fmla="*/ 149 h 41"/>
                <a:gd name="T2" fmla="*/ 2175 w 300"/>
                <a:gd name="T3" fmla="*/ 21 h 41"/>
                <a:gd name="T4" fmla="*/ 4688 w 300"/>
                <a:gd name="T5" fmla="*/ 487 h 41"/>
                <a:gd name="T6" fmla="*/ 2095 w 300"/>
                <a:gd name="T7" fmla="*/ 694 h 41"/>
                <a:gd name="T8" fmla="*/ 0 w 300"/>
                <a:gd name="T9" fmla="*/ 14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0" h="41">
                  <a:moveTo>
                    <a:pt x="0" y="8"/>
                  </a:moveTo>
                  <a:cubicBezTo>
                    <a:pt x="69" y="8"/>
                    <a:pt x="90" y="0"/>
                    <a:pt x="139" y="1"/>
                  </a:cubicBezTo>
                  <a:cubicBezTo>
                    <a:pt x="188" y="2"/>
                    <a:pt x="251" y="11"/>
                    <a:pt x="300" y="26"/>
                  </a:cubicBezTo>
                  <a:cubicBezTo>
                    <a:pt x="250" y="36"/>
                    <a:pt x="196" y="41"/>
                    <a:pt x="134" y="37"/>
                  </a:cubicBezTo>
                  <a:cubicBezTo>
                    <a:pt x="71" y="33"/>
                    <a:pt x="11" y="6"/>
                    <a:pt x="0" y="8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215">
              <a:extLst>
                <a:ext uri="{FF2B5EF4-FFF2-40B4-BE49-F238E27FC236}">
                  <a16:creationId xmlns:a16="http://schemas.microsoft.com/office/drawing/2014/main" id="{F481A010-F344-4CDE-B436-FEACA664B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920"/>
              <a:ext cx="40" cy="40"/>
            </a:xfrm>
            <a:custGeom>
              <a:avLst/>
              <a:gdLst>
                <a:gd name="T0" fmla="*/ 20 w 16"/>
                <a:gd name="T1" fmla="*/ 136 h 15"/>
                <a:gd name="T2" fmla="*/ 145 w 16"/>
                <a:gd name="T3" fmla="*/ 0 h 15"/>
                <a:gd name="T4" fmla="*/ 250 w 16"/>
                <a:gd name="T5" fmla="*/ 149 h 15"/>
                <a:gd name="T6" fmla="*/ 125 w 16"/>
                <a:gd name="T7" fmla="*/ 285 h 15"/>
                <a:gd name="T8" fmla="*/ 20 w 16"/>
                <a:gd name="T9" fmla="*/ 1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" y="7"/>
                  </a:moveTo>
                  <a:cubicBezTo>
                    <a:pt x="1" y="3"/>
                    <a:pt x="4" y="0"/>
                    <a:pt x="9" y="0"/>
                  </a:cubicBezTo>
                  <a:cubicBezTo>
                    <a:pt x="13" y="0"/>
                    <a:pt x="16" y="4"/>
                    <a:pt x="16" y="8"/>
                  </a:cubicBezTo>
                  <a:cubicBezTo>
                    <a:pt x="16" y="12"/>
                    <a:pt x="12" y="15"/>
                    <a:pt x="8" y="15"/>
                  </a:cubicBezTo>
                  <a:cubicBezTo>
                    <a:pt x="4" y="15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216">
              <a:extLst>
                <a:ext uri="{FF2B5EF4-FFF2-40B4-BE49-F238E27FC236}">
                  <a16:creationId xmlns:a16="http://schemas.microsoft.com/office/drawing/2014/main" id="{D5D5C6D3-D0A1-4C88-B585-DAD550389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941"/>
              <a:ext cx="20" cy="19"/>
            </a:xfrm>
            <a:custGeom>
              <a:avLst/>
              <a:gdLst>
                <a:gd name="T0" fmla="*/ 125 w 8"/>
                <a:gd name="T1" fmla="*/ 0 h 7"/>
                <a:gd name="T2" fmla="*/ 95 w 8"/>
                <a:gd name="T3" fmla="*/ 103 h 7"/>
                <a:gd name="T4" fmla="*/ 0 w 8"/>
                <a:gd name="T5" fmla="*/ 141 h 7"/>
                <a:gd name="T6" fmla="*/ 0 w 8"/>
                <a:gd name="T7" fmla="*/ 141 h 7"/>
                <a:gd name="T8" fmla="*/ 95 w 8"/>
                <a:gd name="T9" fmla="*/ 103 h 7"/>
                <a:gd name="T10" fmla="*/ 125 w 8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8" y="2"/>
                    <a:pt x="7" y="3"/>
                    <a:pt x="6" y="5"/>
                  </a:cubicBezTo>
                  <a:cubicBezTo>
                    <a:pt x="4" y="6"/>
                    <a:pt x="2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5" y="7"/>
                    <a:pt x="6" y="5"/>
                  </a:cubicBezTo>
                  <a:cubicBezTo>
                    <a:pt x="7" y="4"/>
                    <a:pt x="8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217">
              <a:extLst>
                <a:ext uri="{FF2B5EF4-FFF2-40B4-BE49-F238E27FC236}">
                  <a16:creationId xmlns:a16="http://schemas.microsoft.com/office/drawing/2014/main" id="{FDE42EB2-E31B-4011-BA3C-D0860979F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912"/>
              <a:ext cx="37" cy="42"/>
            </a:xfrm>
            <a:custGeom>
              <a:avLst/>
              <a:gdLst>
                <a:gd name="T0" fmla="*/ 0 w 15"/>
                <a:gd name="T1" fmla="*/ 144 h 16"/>
                <a:gd name="T2" fmla="*/ 121 w 15"/>
                <a:gd name="T3" fmla="*/ 0 h 16"/>
                <a:gd name="T4" fmla="*/ 224 w 15"/>
                <a:gd name="T5" fmla="*/ 144 h 16"/>
                <a:gd name="T6" fmla="*/ 104 w 15"/>
                <a:gd name="T7" fmla="*/ 289 h 16"/>
                <a:gd name="T8" fmla="*/ 0 w 15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0" y="8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2"/>
                    <a:pt x="11" y="16"/>
                    <a:pt x="7" y="16"/>
                  </a:cubicBezTo>
                  <a:cubicBezTo>
                    <a:pt x="3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218">
              <a:extLst>
                <a:ext uri="{FF2B5EF4-FFF2-40B4-BE49-F238E27FC236}">
                  <a16:creationId xmlns:a16="http://schemas.microsoft.com/office/drawing/2014/main" id="{BB583AB9-7315-4C5D-B092-43B72E79C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914"/>
              <a:ext cx="37" cy="43"/>
            </a:xfrm>
            <a:custGeom>
              <a:avLst/>
              <a:gdLst>
                <a:gd name="T0" fmla="*/ 0 w 15"/>
                <a:gd name="T1" fmla="*/ 159 h 16"/>
                <a:gd name="T2" fmla="*/ 121 w 15"/>
                <a:gd name="T3" fmla="*/ 0 h 16"/>
                <a:gd name="T4" fmla="*/ 224 w 15"/>
                <a:gd name="T5" fmla="*/ 159 h 16"/>
                <a:gd name="T6" fmla="*/ 104 w 15"/>
                <a:gd name="T7" fmla="*/ 312 h 16"/>
                <a:gd name="T8" fmla="*/ 0 w 15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0" y="8"/>
                  </a:moveTo>
                  <a:cubicBezTo>
                    <a:pt x="0" y="4"/>
                    <a:pt x="3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3"/>
                    <a:pt x="12" y="16"/>
                    <a:pt x="7" y="16"/>
                  </a:cubicBezTo>
                  <a:cubicBezTo>
                    <a:pt x="3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219">
              <a:extLst>
                <a:ext uri="{FF2B5EF4-FFF2-40B4-BE49-F238E27FC236}">
                  <a16:creationId xmlns:a16="http://schemas.microsoft.com/office/drawing/2014/main" id="{FB77CBF9-7209-405A-A148-6DDC3759B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920"/>
              <a:ext cx="25" cy="29"/>
            </a:xfrm>
            <a:custGeom>
              <a:avLst/>
              <a:gdLst>
                <a:gd name="T0" fmla="*/ 33 w 10"/>
                <a:gd name="T1" fmla="*/ 124 h 11"/>
                <a:gd name="T2" fmla="*/ 125 w 10"/>
                <a:gd name="T3" fmla="*/ 21 h 11"/>
                <a:gd name="T4" fmla="*/ 158 w 10"/>
                <a:gd name="T5" fmla="*/ 34 h 11"/>
                <a:gd name="T6" fmla="*/ 95 w 10"/>
                <a:gd name="T7" fmla="*/ 0 h 11"/>
                <a:gd name="T8" fmla="*/ 0 w 10"/>
                <a:gd name="T9" fmla="*/ 111 h 11"/>
                <a:gd name="T10" fmla="*/ 63 w 10"/>
                <a:gd name="T11" fmla="*/ 200 h 11"/>
                <a:gd name="T12" fmla="*/ 33 w 10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1">
                  <a:moveTo>
                    <a:pt x="2" y="7"/>
                  </a:moveTo>
                  <a:cubicBezTo>
                    <a:pt x="2" y="4"/>
                    <a:pt x="5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3" y="0"/>
                    <a:pt x="1" y="3"/>
                    <a:pt x="0" y="6"/>
                  </a:cubicBezTo>
                  <a:cubicBezTo>
                    <a:pt x="0" y="8"/>
                    <a:pt x="2" y="11"/>
                    <a:pt x="4" y="11"/>
                  </a:cubicBezTo>
                  <a:cubicBezTo>
                    <a:pt x="3" y="10"/>
                    <a:pt x="2" y="9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278">
              <a:extLst>
                <a:ext uri="{FF2B5EF4-FFF2-40B4-BE49-F238E27FC236}">
                  <a16:creationId xmlns:a16="http://schemas.microsoft.com/office/drawing/2014/main" id="{17983388-E370-4AD5-95E3-A5E0242A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885"/>
              <a:ext cx="338" cy="16"/>
            </a:xfrm>
            <a:custGeom>
              <a:avLst/>
              <a:gdLst>
                <a:gd name="T0" fmla="*/ 0 w 135"/>
                <a:gd name="T1" fmla="*/ 77 h 6"/>
                <a:gd name="T2" fmla="*/ 1004 w 135"/>
                <a:gd name="T3" fmla="*/ 0 h 6"/>
                <a:gd name="T4" fmla="*/ 2118 w 135"/>
                <a:gd name="T5" fmla="*/ 115 h 6"/>
                <a:gd name="T6" fmla="*/ 896 w 135"/>
                <a:gd name="T7" fmla="*/ 56 h 6"/>
                <a:gd name="T8" fmla="*/ 0 w 135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6">
                  <a:moveTo>
                    <a:pt x="0" y="4"/>
                  </a:moveTo>
                  <a:cubicBezTo>
                    <a:pt x="17" y="2"/>
                    <a:pt x="49" y="0"/>
                    <a:pt x="64" y="0"/>
                  </a:cubicBezTo>
                  <a:cubicBezTo>
                    <a:pt x="79" y="0"/>
                    <a:pt x="123" y="5"/>
                    <a:pt x="135" y="6"/>
                  </a:cubicBezTo>
                  <a:cubicBezTo>
                    <a:pt x="117" y="6"/>
                    <a:pt x="76" y="2"/>
                    <a:pt x="57" y="3"/>
                  </a:cubicBezTo>
                  <a:cubicBezTo>
                    <a:pt x="39" y="3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325">
              <a:extLst>
                <a:ext uri="{FF2B5EF4-FFF2-40B4-BE49-F238E27FC236}">
                  <a16:creationId xmlns:a16="http://schemas.microsoft.com/office/drawing/2014/main" id="{9AAC089B-BE01-403A-88AA-9444F9817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877"/>
              <a:ext cx="750" cy="109"/>
            </a:xfrm>
            <a:custGeom>
              <a:avLst/>
              <a:gdLst>
                <a:gd name="T0" fmla="*/ 0 w 300"/>
                <a:gd name="T1" fmla="*/ 149 h 41"/>
                <a:gd name="T2" fmla="*/ 2175 w 300"/>
                <a:gd name="T3" fmla="*/ 21 h 41"/>
                <a:gd name="T4" fmla="*/ 4688 w 300"/>
                <a:gd name="T5" fmla="*/ 487 h 41"/>
                <a:gd name="T6" fmla="*/ 2095 w 300"/>
                <a:gd name="T7" fmla="*/ 694 h 41"/>
                <a:gd name="T8" fmla="*/ 0 w 300"/>
                <a:gd name="T9" fmla="*/ 14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0" h="41">
                  <a:moveTo>
                    <a:pt x="0" y="8"/>
                  </a:moveTo>
                  <a:cubicBezTo>
                    <a:pt x="69" y="8"/>
                    <a:pt x="90" y="0"/>
                    <a:pt x="139" y="1"/>
                  </a:cubicBezTo>
                  <a:cubicBezTo>
                    <a:pt x="188" y="2"/>
                    <a:pt x="251" y="11"/>
                    <a:pt x="300" y="26"/>
                  </a:cubicBezTo>
                  <a:cubicBezTo>
                    <a:pt x="250" y="36"/>
                    <a:pt x="196" y="41"/>
                    <a:pt x="134" y="37"/>
                  </a:cubicBezTo>
                  <a:cubicBezTo>
                    <a:pt x="71" y="33"/>
                    <a:pt x="11" y="6"/>
                    <a:pt x="0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343">
              <a:extLst>
                <a:ext uri="{FF2B5EF4-FFF2-40B4-BE49-F238E27FC236}">
                  <a16:creationId xmlns:a16="http://schemas.microsoft.com/office/drawing/2014/main" id="{2B079AAD-DC87-49C4-94DD-A20501F3A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914"/>
              <a:ext cx="37" cy="43"/>
            </a:xfrm>
            <a:custGeom>
              <a:avLst/>
              <a:gdLst>
                <a:gd name="T0" fmla="*/ 0 w 15"/>
                <a:gd name="T1" fmla="*/ 159 h 16"/>
                <a:gd name="T2" fmla="*/ 121 w 15"/>
                <a:gd name="T3" fmla="*/ 0 h 16"/>
                <a:gd name="T4" fmla="*/ 224 w 15"/>
                <a:gd name="T5" fmla="*/ 159 h 16"/>
                <a:gd name="T6" fmla="*/ 104 w 15"/>
                <a:gd name="T7" fmla="*/ 312 h 16"/>
                <a:gd name="T8" fmla="*/ 0 w 15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0" y="8"/>
                  </a:moveTo>
                  <a:cubicBezTo>
                    <a:pt x="0" y="4"/>
                    <a:pt x="3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3"/>
                    <a:pt x="12" y="16"/>
                    <a:pt x="7" y="16"/>
                  </a:cubicBezTo>
                  <a:cubicBezTo>
                    <a:pt x="3" y="16"/>
                    <a:pt x="0" y="12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5" name="Group 380">
            <a:extLst>
              <a:ext uri="{FF2B5EF4-FFF2-40B4-BE49-F238E27FC236}">
                <a16:creationId xmlns:a16="http://schemas.microsoft.com/office/drawing/2014/main" id="{FF7518FD-B161-4C8A-B06A-B94C347B25D5}"/>
              </a:ext>
            </a:extLst>
          </p:cNvPr>
          <p:cNvGrpSpPr>
            <a:grpSpLocks/>
          </p:cNvGrpSpPr>
          <p:nvPr/>
        </p:nvGrpSpPr>
        <p:grpSpPr bwMode="auto">
          <a:xfrm>
            <a:off x="4495800" y="1981200"/>
            <a:ext cx="2311400" cy="574675"/>
            <a:chOff x="2142" y="2725"/>
            <a:chExt cx="687" cy="171"/>
          </a:xfrm>
        </p:grpSpPr>
        <p:sp>
          <p:nvSpPr>
            <p:cNvPr id="27795" name="Freeform 186">
              <a:extLst>
                <a:ext uri="{FF2B5EF4-FFF2-40B4-BE49-F238E27FC236}">
                  <a16:creationId xmlns:a16="http://schemas.microsoft.com/office/drawing/2014/main" id="{4102DA34-D06D-4C01-9074-8AB716045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725"/>
              <a:ext cx="687" cy="171"/>
            </a:xfrm>
            <a:custGeom>
              <a:avLst/>
              <a:gdLst>
                <a:gd name="T0" fmla="*/ 0 w 275"/>
                <a:gd name="T1" fmla="*/ 0 h 64"/>
                <a:gd name="T2" fmla="*/ 4287 w 275"/>
                <a:gd name="T3" fmla="*/ 628 h 64"/>
                <a:gd name="T4" fmla="*/ 0 w 275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5" h="64">
                  <a:moveTo>
                    <a:pt x="0" y="0"/>
                  </a:moveTo>
                  <a:cubicBezTo>
                    <a:pt x="54" y="2"/>
                    <a:pt x="195" y="6"/>
                    <a:pt x="275" y="33"/>
                  </a:cubicBezTo>
                  <a:cubicBezTo>
                    <a:pt x="223" y="42"/>
                    <a:pt x="119" y="64"/>
                    <a:pt x="0" y="0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220">
              <a:extLst>
                <a:ext uri="{FF2B5EF4-FFF2-40B4-BE49-F238E27FC236}">
                  <a16:creationId xmlns:a16="http://schemas.microsoft.com/office/drawing/2014/main" id="{58136AEC-9B31-4131-A79E-C5F0EEF06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781"/>
              <a:ext cx="40" cy="43"/>
            </a:xfrm>
            <a:custGeom>
              <a:avLst/>
              <a:gdLst>
                <a:gd name="T0" fmla="*/ 0 w 16"/>
                <a:gd name="T1" fmla="*/ 159 h 16"/>
                <a:gd name="T2" fmla="*/ 125 w 16"/>
                <a:gd name="T3" fmla="*/ 0 h 16"/>
                <a:gd name="T4" fmla="*/ 250 w 16"/>
                <a:gd name="T5" fmla="*/ 159 h 16"/>
                <a:gd name="T6" fmla="*/ 125 w 16"/>
                <a:gd name="T7" fmla="*/ 290 h 16"/>
                <a:gd name="T8" fmla="*/ 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cubicBezTo>
                    <a:pt x="15" y="12"/>
                    <a:pt x="12" y="16"/>
                    <a:pt x="8" y="15"/>
                  </a:cubicBezTo>
                  <a:cubicBezTo>
                    <a:pt x="3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221">
              <a:extLst>
                <a:ext uri="{FF2B5EF4-FFF2-40B4-BE49-F238E27FC236}">
                  <a16:creationId xmlns:a16="http://schemas.microsoft.com/office/drawing/2014/main" id="{A7738DA5-05B1-4E8F-A799-D0BDE610B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802"/>
              <a:ext cx="20" cy="22"/>
            </a:xfrm>
            <a:custGeom>
              <a:avLst/>
              <a:gdLst>
                <a:gd name="T0" fmla="*/ 125 w 8"/>
                <a:gd name="T1" fmla="*/ 0 h 8"/>
                <a:gd name="T2" fmla="*/ 83 w 8"/>
                <a:gd name="T3" fmla="*/ 107 h 8"/>
                <a:gd name="T4" fmla="*/ 0 w 8"/>
                <a:gd name="T5" fmla="*/ 143 h 8"/>
                <a:gd name="T6" fmla="*/ 0 w 8"/>
                <a:gd name="T7" fmla="*/ 143 h 8"/>
                <a:gd name="T8" fmla="*/ 95 w 8"/>
                <a:gd name="T9" fmla="*/ 107 h 8"/>
                <a:gd name="T10" fmla="*/ 125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8" y="2"/>
                    <a:pt x="7" y="3"/>
                    <a:pt x="5" y="5"/>
                  </a:cubicBezTo>
                  <a:cubicBezTo>
                    <a:pt x="4" y="6"/>
                    <a:pt x="2" y="8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8"/>
                    <a:pt x="4" y="7"/>
                    <a:pt x="6" y="5"/>
                  </a:cubicBezTo>
                  <a:cubicBezTo>
                    <a:pt x="7" y="4"/>
                    <a:pt x="8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222">
              <a:extLst>
                <a:ext uri="{FF2B5EF4-FFF2-40B4-BE49-F238E27FC236}">
                  <a16:creationId xmlns:a16="http://schemas.microsoft.com/office/drawing/2014/main" id="{7BF61253-6E17-42EC-BF85-90DE17D1D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773"/>
              <a:ext cx="40" cy="43"/>
            </a:xfrm>
            <a:custGeom>
              <a:avLst/>
              <a:gdLst>
                <a:gd name="T0" fmla="*/ 0 w 16"/>
                <a:gd name="T1" fmla="*/ 159 h 16"/>
                <a:gd name="T2" fmla="*/ 125 w 16"/>
                <a:gd name="T3" fmla="*/ 0 h 16"/>
                <a:gd name="T4" fmla="*/ 250 w 16"/>
                <a:gd name="T5" fmla="*/ 159 h 16"/>
                <a:gd name="T6" fmla="*/ 125 w 16"/>
                <a:gd name="T7" fmla="*/ 312 h 16"/>
                <a:gd name="T8" fmla="*/ 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cubicBezTo>
                    <a:pt x="16" y="13"/>
                    <a:pt x="12" y="16"/>
                    <a:pt x="8" y="16"/>
                  </a:cubicBezTo>
                  <a:cubicBezTo>
                    <a:pt x="3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223">
              <a:extLst>
                <a:ext uri="{FF2B5EF4-FFF2-40B4-BE49-F238E27FC236}">
                  <a16:creationId xmlns:a16="http://schemas.microsoft.com/office/drawing/2014/main" id="{926C102A-1B9B-44F1-A045-C21130ADF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776"/>
              <a:ext cx="40" cy="42"/>
            </a:xfrm>
            <a:custGeom>
              <a:avLst/>
              <a:gdLst>
                <a:gd name="T0" fmla="*/ 0 w 16"/>
                <a:gd name="T1" fmla="*/ 144 h 16"/>
                <a:gd name="T2" fmla="*/ 125 w 16"/>
                <a:gd name="T3" fmla="*/ 0 h 16"/>
                <a:gd name="T4" fmla="*/ 250 w 16"/>
                <a:gd name="T5" fmla="*/ 144 h 16"/>
                <a:gd name="T6" fmla="*/ 125 w 16"/>
                <a:gd name="T7" fmla="*/ 289 h 16"/>
                <a:gd name="T8" fmla="*/ 0 w 16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1" y="4"/>
                    <a:pt x="4" y="0"/>
                    <a:pt x="8" y="0"/>
                  </a:cubicBezTo>
                  <a:cubicBezTo>
                    <a:pt x="13" y="1"/>
                    <a:pt x="16" y="4"/>
                    <a:pt x="16" y="8"/>
                  </a:cubicBezTo>
                  <a:cubicBezTo>
                    <a:pt x="16" y="13"/>
                    <a:pt x="12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224">
              <a:extLst>
                <a:ext uri="{FF2B5EF4-FFF2-40B4-BE49-F238E27FC236}">
                  <a16:creationId xmlns:a16="http://schemas.microsoft.com/office/drawing/2014/main" id="{A17BD9DF-D831-4B41-AA24-A890D604C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781"/>
              <a:ext cx="22" cy="29"/>
            </a:xfrm>
            <a:custGeom>
              <a:avLst/>
              <a:gdLst>
                <a:gd name="T0" fmla="*/ 29 w 9"/>
                <a:gd name="T1" fmla="*/ 124 h 11"/>
                <a:gd name="T2" fmla="*/ 120 w 9"/>
                <a:gd name="T3" fmla="*/ 34 h 11"/>
                <a:gd name="T4" fmla="*/ 132 w 9"/>
                <a:gd name="T5" fmla="*/ 34 h 11"/>
                <a:gd name="T6" fmla="*/ 90 w 9"/>
                <a:gd name="T7" fmla="*/ 21 h 11"/>
                <a:gd name="T8" fmla="*/ 0 w 9"/>
                <a:gd name="T9" fmla="*/ 111 h 11"/>
                <a:gd name="T10" fmla="*/ 59 w 9"/>
                <a:gd name="T11" fmla="*/ 200 h 11"/>
                <a:gd name="T12" fmla="*/ 29 w 9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7"/>
                  </a:moveTo>
                  <a:cubicBezTo>
                    <a:pt x="2" y="4"/>
                    <a:pt x="5" y="1"/>
                    <a:pt x="8" y="2"/>
                  </a:cubicBezTo>
                  <a:cubicBezTo>
                    <a:pt x="8" y="2"/>
                    <a:pt x="9" y="2"/>
                    <a:pt x="9" y="2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3" y="10"/>
                    <a:pt x="2" y="9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277">
              <a:extLst>
                <a:ext uri="{FF2B5EF4-FFF2-40B4-BE49-F238E27FC236}">
                  <a16:creationId xmlns:a16="http://schemas.microsoft.com/office/drawing/2014/main" id="{C3C25C06-CD98-48A4-B654-17D01A2FB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738"/>
              <a:ext cx="397" cy="43"/>
            </a:xfrm>
            <a:custGeom>
              <a:avLst/>
              <a:gdLst>
                <a:gd name="T0" fmla="*/ 0 w 159"/>
                <a:gd name="T1" fmla="*/ 0 h 16"/>
                <a:gd name="T2" fmla="*/ 2474 w 159"/>
                <a:gd name="T3" fmla="*/ 312 h 16"/>
                <a:gd name="T4" fmla="*/ 0 w 15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16">
                  <a:moveTo>
                    <a:pt x="0" y="0"/>
                  </a:moveTo>
                  <a:cubicBezTo>
                    <a:pt x="20" y="1"/>
                    <a:pt x="108" y="6"/>
                    <a:pt x="159" y="16"/>
                  </a:cubicBezTo>
                  <a:cubicBezTo>
                    <a:pt x="137" y="13"/>
                    <a:pt x="1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324">
              <a:extLst>
                <a:ext uri="{FF2B5EF4-FFF2-40B4-BE49-F238E27FC236}">
                  <a16:creationId xmlns:a16="http://schemas.microsoft.com/office/drawing/2014/main" id="{379EE485-DD09-4600-AE67-D295E0648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725"/>
              <a:ext cx="687" cy="171"/>
            </a:xfrm>
            <a:custGeom>
              <a:avLst/>
              <a:gdLst>
                <a:gd name="T0" fmla="*/ 0 w 275"/>
                <a:gd name="T1" fmla="*/ 0 h 64"/>
                <a:gd name="T2" fmla="*/ 4287 w 275"/>
                <a:gd name="T3" fmla="*/ 628 h 64"/>
                <a:gd name="T4" fmla="*/ 0 w 275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5" h="64">
                  <a:moveTo>
                    <a:pt x="0" y="0"/>
                  </a:moveTo>
                  <a:cubicBezTo>
                    <a:pt x="54" y="2"/>
                    <a:pt x="195" y="6"/>
                    <a:pt x="275" y="33"/>
                  </a:cubicBezTo>
                  <a:cubicBezTo>
                    <a:pt x="223" y="42"/>
                    <a:pt x="119" y="64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344">
              <a:extLst>
                <a:ext uri="{FF2B5EF4-FFF2-40B4-BE49-F238E27FC236}">
                  <a16:creationId xmlns:a16="http://schemas.microsoft.com/office/drawing/2014/main" id="{3274B8D5-96EE-4170-8E5D-C1166D9DF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776"/>
              <a:ext cx="40" cy="42"/>
            </a:xfrm>
            <a:custGeom>
              <a:avLst/>
              <a:gdLst>
                <a:gd name="T0" fmla="*/ 0 w 16"/>
                <a:gd name="T1" fmla="*/ 144 h 16"/>
                <a:gd name="T2" fmla="*/ 125 w 16"/>
                <a:gd name="T3" fmla="*/ 0 h 16"/>
                <a:gd name="T4" fmla="*/ 250 w 16"/>
                <a:gd name="T5" fmla="*/ 144 h 16"/>
                <a:gd name="T6" fmla="*/ 125 w 16"/>
                <a:gd name="T7" fmla="*/ 289 h 16"/>
                <a:gd name="T8" fmla="*/ 0 w 16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1" y="4"/>
                    <a:pt x="4" y="0"/>
                    <a:pt x="8" y="0"/>
                  </a:cubicBezTo>
                  <a:cubicBezTo>
                    <a:pt x="13" y="1"/>
                    <a:pt x="16" y="4"/>
                    <a:pt x="16" y="8"/>
                  </a:cubicBezTo>
                  <a:cubicBezTo>
                    <a:pt x="16" y="13"/>
                    <a:pt x="12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6" name="Group 372">
            <a:extLst>
              <a:ext uri="{FF2B5EF4-FFF2-40B4-BE49-F238E27FC236}">
                <a16:creationId xmlns:a16="http://schemas.microsoft.com/office/drawing/2014/main" id="{AA2016F9-032A-4124-9645-F6F847B98A2F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3733800"/>
            <a:ext cx="2317750" cy="457200"/>
            <a:chOff x="1764" y="2912"/>
            <a:chExt cx="690" cy="136"/>
          </a:xfrm>
        </p:grpSpPr>
        <p:sp>
          <p:nvSpPr>
            <p:cNvPr id="27786" name="Freeform 194">
              <a:extLst>
                <a:ext uri="{FF2B5EF4-FFF2-40B4-BE49-F238E27FC236}">
                  <a16:creationId xmlns:a16="http://schemas.microsoft.com/office/drawing/2014/main" id="{4582BE7B-32AB-4416-8191-B07D02680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912"/>
              <a:ext cx="690" cy="136"/>
            </a:xfrm>
            <a:custGeom>
              <a:avLst/>
              <a:gdLst>
                <a:gd name="T0" fmla="*/ 0 w 276"/>
                <a:gd name="T1" fmla="*/ 285 h 51"/>
                <a:gd name="T2" fmla="*/ 2658 w 276"/>
                <a:gd name="T3" fmla="*/ 248 h 51"/>
                <a:gd name="T4" fmla="*/ 4313 w 276"/>
                <a:gd name="T5" fmla="*/ 968 h 51"/>
                <a:gd name="T6" fmla="*/ 0 w 276"/>
                <a:gd name="T7" fmla="*/ 28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6" h="51">
                  <a:moveTo>
                    <a:pt x="0" y="15"/>
                  </a:moveTo>
                  <a:cubicBezTo>
                    <a:pt x="49" y="7"/>
                    <a:pt x="120" y="0"/>
                    <a:pt x="170" y="13"/>
                  </a:cubicBezTo>
                  <a:cubicBezTo>
                    <a:pt x="219" y="26"/>
                    <a:pt x="276" y="51"/>
                    <a:pt x="276" y="51"/>
                  </a:cubicBezTo>
                  <a:cubicBezTo>
                    <a:pt x="228" y="51"/>
                    <a:pt x="43" y="33"/>
                    <a:pt x="0" y="15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225">
              <a:extLst>
                <a:ext uri="{FF2B5EF4-FFF2-40B4-BE49-F238E27FC236}">
                  <a16:creationId xmlns:a16="http://schemas.microsoft.com/office/drawing/2014/main" id="{B005418C-577B-406A-8524-11F9619C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962"/>
              <a:ext cx="40" cy="40"/>
            </a:xfrm>
            <a:custGeom>
              <a:avLst/>
              <a:gdLst>
                <a:gd name="T0" fmla="*/ 0 w 16"/>
                <a:gd name="T1" fmla="*/ 136 h 15"/>
                <a:gd name="T2" fmla="*/ 125 w 16"/>
                <a:gd name="T3" fmla="*/ 0 h 15"/>
                <a:gd name="T4" fmla="*/ 250 w 16"/>
                <a:gd name="T5" fmla="*/ 149 h 15"/>
                <a:gd name="T6" fmla="*/ 125 w 16"/>
                <a:gd name="T7" fmla="*/ 285 h 15"/>
                <a:gd name="T8" fmla="*/ 0 w 16"/>
                <a:gd name="T9" fmla="*/ 1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0" y="7"/>
                  </a:moveTo>
                  <a:cubicBezTo>
                    <a:pt x="1" y="3"/>
                    <a:pt x="4" y="0"/>
                    <a:pt x="8" y="0"/>
                  </a:cubicBezTo>
                  <a:cubicBezTo>
                    <a:pt x="13" y="0"/>
                    <a:pt x="16" y="4"/>
                    <a:pt x="16" y="8"/>
                  </a:cubicBezTo>
                  <a:cubicBezTo>
                    <a:pt x="16" y="12"/>
                    <a:pt x="12" y="15"/>
                    <a:pt x="8" y="15"/>
                  </a:cubicBezTo>
                  <a:cubicBezTo>
                    <a:pt x="4" y="15"/>
                    <a:pt x="0" y="12"/>
                    <a:pt x="0" y="7"/>
                  </a:cubicBezTo>
                  <a:close/>
                </a:path>
              </a:pathLst>
            </a:cu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226">
              <a:extLst>
                <a:ext uri="{FF2B5EF4-FFF2-40B4-BE49-F238E27FC236}">
                  <a16:creationId xmlns:a16="http://schemas.microsoft.com/office/drawing/2014/main" id="{D40A4B84-2DD0-4015-B35C-06086F373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984"/>
              <a:ext cx="20" cy="18"/>
            </a:xfrm>
            <a:custGeom>
              <a:avLst/>
              <a:gdLst>
                <a:gd name="T0" fmla="*/ 125 w 8"/>
                <a:gd name="T1" fmla="*/ 0 h 7"/>
                <a:gd name="T2" fmla="*/ 95 w 8"/>
                <a:gd name="T3" fmla="*/ 85 h 7"/>
                <a:gd name="T4" fmla="*/ 0 w 8"/>
                <a:gd name="T5" fmla="*/ 118 h 7"/>
                <a:gd name="T6" fmla="*/ 0 w 8"/>
                <a:gd name="T7" fmla="*/ 118 h 7"/>
                <a:gd name="T8" fmla="*/ 95 w 8"/>
                <a:gd name="T9" fmla="*/ 85 h 7"/>
                <a:gd name="T10" fmla="*/ 125 w 8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8" y="2"/>
                    <a:pt x="7" y="3"/>
                    <a:pt x="6" y="5"/>
                  </a:cubicBezTo>
                  <a:cubicBezTo>
                    <a:pt x="4" y="6"/>
                    <a:pt x="2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4" y="7"/>
                    <a:pt x="6" y="5"/>
                  </a:cubicBezTo>
                  <a:cubicBezTo>
                    <a:pt x="7" y="4"/>
                    <a:pt x="8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227">
              <a:extLst>
                <a:ext uri="{FF2B5EF4-FFF2-40B4-BE49-F238E27FC236}">
                  <a16:creationId xmlns:a16="http://schemas.microsoft.com/office/drawing/2014/main" id="{CC0CBAE7-622B-4521-9CF0-C79555CC0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954"/>
              <a:ext cx="40" cy="43"/>
            </a:xfrm>
            <a:custGeom>
              <a:avLst/>
              <a:gdLst>
                <a:gd name="T0" fmla="*/ 0 w 16"/>
                <a:gd name="T1" fmla="*/ 159 h 16"/>
                <a:gd name="T2" fmla="*/ 125 w 16"/>
                <a:gd name="T3" fmla="*/ 0 h 16"/>
                <a:gd name="T4" fmla="*/ 250 w 16"/>
                <a:gd name="T5" fmla="*/ 159 h 16"/>
                <a:gd name="T6" fmla="*/ 125 w 16"/>
                <a:gd name="T7" fmla="*/ 312 h 16"/>
                <a:gd name="T8" fmla="*/ 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1" y="3"/>
                    <a:pt x="4" y="0"/>
                    <a:pt x="8" y="0"/>
                  </a:cubicBezTo>
                  <a:cubicBezTo>
                    <a:pt x="13" y="0"/>
                    <a:pt x="16" y="4"/>
                    <a:pt x="16" y="8"/>
                  </a:cubicBezTo>
                  <a:cubicBezTo>
                    <a:pt x="16" y="12"/>
                    <a:pt x="12" y="16"/>
                    <a:pt x="8" y="16"/>
                  </a:cubicBezTo>
                  <a:cubicBezTo>
                    <a:pt x="4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228">
              <a:extLst>
                <a:ext uri="{FF2B5EF4-FFF2-40B4-BE49-F238E27FC236}">
                  <a16:creationId xmlns:a16="http://schemas.microsoft.com/office/drawing/2014/main" id="{0A7BD84D-FB97-4A67-A903-0B5468398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957"/>
              <a:ext cx="40" cy="43"/>
            </a:xfrm>
            <a:custGeom>
              <a:avLst/>
              <a:gdLst>
                <a:gd name="T0" fmla="*/ 20 w 16"/>
                <a:gd name="T1" fmla="*/ 159 h 16"/>
                <a:gd name="T2" fmla="*/ 145 w 16"/>
                <a:gd name="T3" fmla="*/ 0 h 16"/>
                <a:gd name="T4" fmla="*/ 250 w 16"/>
                <a:gd name="T5" fmla="*/ 159 h 16"/>
                <a:gd name="T6" fmla="*/ 125 w 16"/>
                <a:gd name="T7" fmla="*/ 312 h 16"/>
                <a:gd name="T8" fmla="*/ 2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8"/>
                  </a:moveTo>
                  <a:cubicBezTo>
                    <a:pt x="1" y="3"/>
                    <a:pt x="4" y="0"/>
                    <a:pt x="9" y="0"/>
                  </a:cubicBezTo>
                  <a:cubicBezTo>
                    <a:pt x="13" y="0"/>
                    <a:pt x="16" y="4"/>
                    <a:pt x="16" y="8"/>
                  </a:cubicBezTo>
                  <a:cubicBezTo>
                    <a:pt x="16" y="12"/>
                    <a:pt x="12" y="16"/>
                    <a:pt x="8" y="16"/>
                  </a:cubicBezTo>
                  <a:cubicBezTo>
                    <a:pt x="4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229">
              <a:extLst>
                <a:ext uri="{FF2B5EF4-FFF2-40B4-BE49-F238E27FC236}">
                  <a16:creationId xmlns:a16="http://schemas.microsoft.com/office/drawing/2014/main" id="{4439226E-49D7-4FD3-B6A3-99DF42885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962"/>
              <a:ext cx="23" cy="30"/>
            </a:xfrm>
            <a:custGeom>
              <a:avLst/>
              <a:gdLst>
                <a:gd name="T0" fmla="*/ 33 w 9"/>
                <a:gd name="T1" fmla="*/ 142 h 11"/>
                <a:gd name="T2" fmla="*/ 130 w 9"/>
                <a:gd name="T3" fmla="*/ 22 h 11"/>
                <a:gd name="T4" fmla="*/ 151 w 9"/>
                <a:gd name="T5" fmla="*/ 38 h 11"/>
                <a:gd name="T6" fmla="*/ 97 w 9"/>
                <a:gd name="T7" fmla="*/ 0 h 11"/>
                <a:gd name="T8" fmla="*/ 0 w 9"/>
                <a:gd name="T9" fmla="*/ 120 h 11"/>
                <a:gd name="T10" fmla="*/ 66 w 9"/>
                <a:gd name="T11" fmla="*/ 224 h 11"/>
                <a:gd name="T12" fmla="*/ 33 w 9"/>
                <a:gd name="T13" fmla="*/ 14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7"/>
                  </a:moveTo>
                  <a:cubicBezTo>
                    <a:pt x="2" y="4"/>
                    <a:pt x="5" y="1"/>
                    <a:pt x="8" y="1"/>
                  </a:cubicBezTo>
                  <a:cubicBezTo>
                    <a:pt x="8" y="1"/>
                    <a:pt x="9" y="1"/>
                    <a:pt x="9" y="2"/>
                  </a:cubicBezTo>
                  <a:cubicBezTo>
                    <a:pt x="8" y="1"/>
                    <a:pt x="7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8"/>
                    <a:pt x="2" y="11"/>
                    <a:pt x="4" y="11"/>
                  </a:cubicBezTo>
                  <a:cubicBezTo>
                    <a:pt x="3" y="10"/>
                    <a:pt x="2" y="9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315">
              <a:extLst>
                <a:ext uri="{FF2B5EF4-FFF2-40B4-BE49-F238E27FC236}">
                  <a16:creationId xmlns:a16="http://schemas.microsoft.com/office/drawing/2014/main" id="{3D72B327-A614-41E6-BDA5-862070503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930"/>
              <a:ext cx="418" cy="64"/>
            </a:xfrm>
            <a:custGeom>
              <a:avLst/>
              <a:gdLst>
                <a:gd name="T0" fmla="*/ 2618 w 167"/>
                <a:gd name="T1" fmla="*/ 456 h 24"/>
                <a:gd name="T2" fmla="*/ 1534 w 167"/>
                <a:gd name="T3" fmla="*/ 77 h 24"/>
                <a:gd name="T4" fmla="*/ 0 w 167"/>
                <a:gd name="T5" fmla="*/ 77 h 24"/>
                <a:gd name="T6" fmla="*/ 1534 w 167"/>
                <a:gd name="T7" fmla="*/ 115 h 24"/>
                <a:gd name="T8" fmla="*/ 2618 w 167"/>
                <a:gd name="T9" fmla="*/ 4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24">
                  <a:moveTo>
                    <a:pt x="167" y="24"/>
                  </a:moveTo>
                  <a:cubicBezTo>
                    <a:pt x="153" y="19"/>
                    <a:pt x="121" y="7"/>
                    <a:pt x="98" y="4"/>
                  </a:cubicBezTo>
                  <a:cubicBezTo>
                    <a:pt x="75" y="0"/>
                    <a:pt x="21" y="2"/>
                    <a:pt x="0" y="4"/>
                  </a:cubicBezTo>
                  <a:cubicBezTo>
                    <a:pt x="30" y="3"/>
                    <a:pt x="80" y="3"/>
                    <a:pt x="98" y="6"/>
                  </a:cubicBezTo>
                  <a:cubicBezTo>
                    <a:pt x="116" y="10"/>
                    <a:pt x="167" y="24"/>
                    <a:pt x="167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329">
              <a:extLst>
                <a:ext uri="{FF2B5EF4-FFF2-40B4-BE49-F238E27FC236}">
                  <a16:creationId xmlns:a16="http://schemas.microsoft.com/office/drawing/2014/main" id="{A39E58DB-DC86-4163-BA24-5B45F02D7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912"/>
              <a:ext cx="690" cy="136"/>
            </a:xfrm>
            <a:custGeom>
              <a:avLst/>
              <a:gdLst>
                <a:gd name="T0" fmla="*/ 0 w 276"/>
                <a:gd name="T1" fmla="*/ 285 h 51"/>
                <a:gd name="T2" fmla="*/ 2658 w 276"/>
                <a:gd name="T3" fmla="*/ 248 h 51"/>
                <a:gd name="T4" fmla="*/ 4313 w 276"/>
                <a:gd name="T5" fmla="*/ 968 h 51"/>
                <a:gd name="T6" fmla="*/ 0 w 276"/>
                <a:gd name="T7" fmla="*/ 28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6" h="51">
                  <a:moveTo>
                    <a:pt x="0" y="15"/>
                  </a:moveTo>
                  <a:cubicBezTo>
                    <a:pt x="49" y="7"/>
                    <a:pt x="120" y="0"/>
                    <a:pt x="170" y="13"/>
                  </a:cubicBezTo>
                  <a:cubicBezTo>
                    <a:pt x="219" y="26"/>
                    <a:pt x="276" y="51"/>
                    <a:pt x="276" y="51"/>
                  </a:cubicBezTo>
                  <a:cubicBezTo>
                    <a:pt x="228" y="51"/>
                    <a:pt x="43" y="33"/>
                    <a:pt x="0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345">
              <a:extLst>
                <a:ext uri="{FF2B5EF4-FFF2-40B4-BE49-F238E27FC236}">
                  <a16:creationId xmlns:a16="http://schemas.microsoft.com/office/drawing/2014/main" id="{A6F3809C-2F31-4F34-91F5-22408B7E9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957"/>
              <a:ext cx="40" cy="43"/>
            </a:xfrm>
            <a:custGeom>
              <a:avLst/>
              <a:gdLst>
                <a:gd name="T0" fmla="*/ 20 w 16"/>
                <a:gd name="T1" fmla="*/ 159 h 16"/>
                <a:gd name="T2" fmla="*/ 145 w 16"/>
                <a:gd name="T3" fmla="*/ 0 h 16"/>
                <a:gd name="T4" fmla="*/ 250 w 16"/>
                <a:gd name="T5" fmla="*/ 159 h 16"/>
                <a:gd name="T6" fmla="*/ 125 w 16"/>
                <a:gd name="T7" fmla="*/ 312 h 16"/>
                <a:gd name="T8" fmla="*/ 2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8"/>
                  </a:moveTo>
                  <a:cubicBezTo>
                    <a:pt x="1" y="3"/>
                    <a:pt x="4" y="0"/>
                    <a:pt x="9" y="0"/>
                  </a:cubicBezTo>
                  <a:cubicBezTo>
                    <a:pt x="13" y="0"/>
                    <a:pt x="16" y="4"/>
                    <a:pt x="16" y="8"/>
                  </a:cubicBezTo>
                  <a:cubicBezTo>
                    <a:pt x="16" y="12"/>
                    <a:pt x="12" y="16"/>
                    <a:pt x="8" y="16"/>
                  </a:cubicBezTo>
                  <a:cubicBezTo>
                    <a:pt x="4" y="16"/>
                    <a:pt x="0" y="12"/>
                    <a:pt x="1" y="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7" name="Group 370">
            <a:extLst>
              <a:ext uri="{FF2B5EF4-FFF2-40B4-BE49-F238E27FC236}">
                <a16:creationId xmlns:a16="http://schemas.microsoft.com/office/drawing/2014/main" id="{614DF570-4DC4-48E9-896A-8DE93A142024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4267200"/>
            <a:ext cx="2105025" cy="350838"/>
            <a:chOff x="2264" y="3082"/>
            <a:chExt cx="625" cy="104"/>
          </a:xfrm>
        </p:grpSpPr>
        <p:sp>
          <p:nvSpPr>
            <p:cNvPr id="27777" name="Freeform 202">
              <a:extLst>
                <a:ext uri="{FF2B5EF4-FFF2-40B4-BE49-F238E27FC236}">
                  <a16:creationId xmlns:a16="http://schemas.microsoft.com/office/drawing/2014/main" id="{BC5EEE45-DC31-472A-BBD1-FA81E297C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3082"/>
              <a:ext cx="625" cy="104"/>
            </a:xfrm>
            <a:custGeom>
              <a:avLst/>
              <a:gdLst>
                <a:gd name="T0" fmla="*/ 0 w 250"/>
                <a:gd name="T1" fmla="*/ 115 h 39"/>
                <a:gd name="T2" fmla="*/ 2238 w 250"/>
                <a:gd name="T3" fmla="*/ 93 h 39"/>
                <a:gd name="T4" fmla="*/ 3908 w 250"/>
                <a:gd name="T5" fmla="*/ 491 h 39"/>
                <a:gd name="T6" fmla="*/ 0 w 250"/>
                <a:gd name="T7" fmla="*/ 115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39">
                  <a:moveTo>
                    <a:pt x="0" y="6"/>
                  </a:moveTo>
                  <a:cubicBezTo>
                    <a:pt x="40" y="9"/>
                    <a:pt x="85" y="0"/>
                    <a:pt x="143" y="5"/>
                  </a:cubicBezTo>
                  <a:cubicBezTo>
                    <a:pt x="201" y="9"/>
                    <a:pt x="243" y="24"/>
                    <a:pt x="250" y="26"/>
                  </a:cubicBezTo>
                  <a:cubicBezTo>
                    <a:pt x="202" y="39"/>
                    <a:pt x="56" y="32"/>
                    <a:pt x="0" y="6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230">
              <a:extLst>
                <a:ext uri="{FF2B5EF4-FFF2-40B4-BE49-F238E27FC236}">
                  <a16:creationId xmlns:a16="http://schemas.microsoft.com/office/drawing/2014/main" id="{604784A2-F800-4C8D-A896-6A46AC9C8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3117"/>
              <a:ext cx="40" cy="43"/>
            </a:xfrm>
            <a:custGeom>
              <a:avLst/>
              <a:gdLst>
                <a:gd name="T0" fmla="*/ 0 w 16"/>
                <a:gd name="T1" fmla="*/ 159 h 16"/>
                <a:gd name="T2" fmla="*/ 125 w 16"/>
                <a:gd name="T3" fmla="*/ 0 h 16"/>
                <a:gd name="T4" fmla="*/ 250 w 16"/>
                <a:gd name="T5" fmla="*/ 159 h 16"/>
                <a:gd name="T6" fmla="*/ 125 w 16"/>
                <a:gd name="T7" fmla="*/ 312 h 16"/>
                <a:gd name="T8" fmla="*/ 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1" y="4"/>
                    <a:pt x="4" y="0"/>
                    <a:pt x="8" y="0"/>
                  </a:cubicBezTo>
                  <a:cubicBezTo>
                    <a:pt x="13" y="1"/>
                    <a:pt x="16" y="4"/>
                    <a:pt x="16" y="8"/>
                  </a:cubicBezTo>
                  <a:cubicBezTo>
                    <a:pt x="16" y="13"/>
                    <a:pt x="12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231">
              <a:extLst>
                <a:ext uri="{FF2B5EF4-FFF2-40B4-BE49-F238E27FC236}">
                  <a16:creationId xmlns:a16="http://schemas.microsoft.com/office/drawing/2014/main" id="{FABEFE3E-5B9D-4B09-AC1B-893A28AA5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138"/>
              <a:ext cx="20" cy="22"/>
            </a:xfrm>
            <a:custGeom>
              <a:avLst/>
              <a:gdLst>
                <a:gd name="T0" fmla="*/ 125 w 8"/>
                <a:gd name="T1" fmla="*/ 0 h 8"/>
                <a:gd name="T2" fmla="*/ 95 w 8"/>
                <a:gd name="T3" fmla="*/ 107 h 8"/>
                <a:gd name="T4" fmla="*/ 0 w 8"/>
                <a:gd name="T5" fmla="*/ 168 h 8"/>
                <a:gd name="T6" fmla="*/ 0 w 8"/>
                <a:gd name="T7" fmla="*/ 168 h 8"/>
                <a:gd name="T8" fmla="*/ 95 w 8"/>
                <a:gd name="T9" fmla="*/ 129 h 8"/>
                <a:gd name="T10" fmla="*/ 125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8" y="2"/>
                    <a:pt x="7" y="4"/>
                    <a:pt x="6" y="5"/>
                  </a:cubicBezTo>
                  <a:cubicBezTo>
                    <a:pt x="4" y="7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4" y="7"/>
                    <a:pt x="6" y="6"/>
                  </a:cubicBezTo>
                  <a:cubicBezTo>
                    <a:pt x="7" y="4"/>
                    <a:pt x="8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232">
              <a:extLst>
                <a:ext uri="{FF2B5EF4-FFF2-40B4-BE49-F238E27FC236}">
                  <a16:creationId xmlns:a16="http://schemas.microsoft.com/office/drawing/2014/main" id="{EC0038DC-F186-409E-8458-926747814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112"/>
              <a:ext cx="40" cy="40"/>
            </a:xfrm>
            <a:custGeom>
              <a:avLst/>
              <a:gdLst>
                <a:gd name="T0" fmla="*/ 0 w 16"/>
                <a:gd name="T1" fmla="*/ 136 h 15"/>
                <a:gd name="T2" fmla="*/ 125 w 16"/>
                <a:gd name="T3" fmla="*/ 0 h 15"/>
                <a:gd name="T4" fmla="*/ 250 w 16"/>
                <a:gd name="T5" fmla="*/ 149 h 15"/>
                <a:gd name="T6" fmla="*/ 125 w 16"/>
                <a:gd name="T7" fmla="*/ 285 h 15"/>
                <a:gd name="T8" fmla="*/ 0 w 16"/>
                <a:gd name="T9" fmla="*/ 1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0" y="7"/>
                  </a:moveTo>
                  <a:cubicBezTo>
                    <a:pt x="1" y="3"/>
                    <a:pt x="4" y="0"/>
                    <a:pt x="8" y="0"/>
                  </a:cubicBezTo>
                  <a:cubicBezTo>
                    <a:pt x="13" y="0"/>
                    <a:pt x="16" y="3"/>
                    <a:pt x="16" y="8"/>
                  </a:cubicBezTo>
                  <a:cubicBezTo>
                    <a:pt x="16" y="12"/>
                    <a:pt x="12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233">
              <a:extLst>
                <a:ext uri="{FF2B5EF4-FFF2-40B4-BE49-F238E27FC236}">
                  <a16:creationId xmlns:a16="http://schemas.microsoft.com/office/drawing/2014/main" id="{2BAA9CC0-749A-4B35-91AA-8C1481374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3114"/>
              <a:ext cx="38" cy="40"/>
            </a:xfrm>
            <a:custGeom>
              <a:avLst/>
              <a:gdLst>
                <a:gd name="T0" fmla="*/ 0 w 15"/>
                <a:gd name="T1" fmla="*/ 136 h 15"/>
                <a:gd name="T2" fmla="*/ 129 w 15"/>
                <a:gd name="T3" fmla="*/ 0 h 15"/>
                <a:gd name="T4" fmla="*/ 243 w 15"/>
                <a:gd name="T5" fmla="*/ 149 h 15"/>
                <a:gd name="T6" fmla="*/ 117 w 15"/>
                <a:gd name="T7" fmla="*/ 285 h 15"/>
                <a:gd name="T8" fmla="*/ 0 w 15"/>
                <a:gd name="T9" fmla="*/ 1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2"/>
                    <a:pt x="0" y="7"/>
                  </a:cubicBezTo>
                  <a:close/>
                </a:path>
              </a:pathLst>
            </a:cu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234">
              <a:extLst>
                <a:ext uri="{FF2B5EF4-FFF2-40B4-BE49-F238E27FC236}">
                  <a16:creationId xmlns:a16="http://schemas.microsoft.com/office/drawing/2014/main" id="{7CC2D351-F02A-45DF-9F1D-BADEA211F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3120"/>
              <a:ext cx="22" cy="29"/>
            </a:xfrm>
            <a:custGeom>
              <a:avLst/>
              <a:gdLst>
                <a:gd name="T0" fmla="*/ 29 w 9"/>
                <a:gd name="T1" fmla="*/ 111 h 11"/>
                <a:gd name="T2" fmla="*/ 120 w 9"/>
                <a:gd name="T3" fmla="*/ 21 h 11"/>
                <a:gd name="T4" fmla="*/ 132 w 9"/>
                <a:gd name="T5" fmla="*/ 21 h 11"/>
                <a:gd name="T6" fmla="*/ 90 w 9"/>
                <a:gd name="T7" fmla="*/ 0 h 11"/>
                <a:gd name="T8" fmla="*/ 0 w 9"/>
                <a:gd name="T9" fmla="*/ 90 h 11"/>
                <a:gd name="T10" fmla="*/ 59 w 9"/>
                <a:gd name="T11" fmla="*/ 200 h 11"/>
                <a:gd name="T12" fmla="*/ 29 w 9"/>
                <a:gd name="T13" fmla="*/ 11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6"/>
                  </a:moveTo>
                  <a:cubicBezTo>
                    <a:pt x="2" y="3"/>
                    <a:pt x="5" y="1"/>
                    <a:pt x="8" y="1"/>
                  </a:cubicBezTo>
                  <a:cubicBezTo>
                    <a:pt x="8" y="1"/>
                    <a:pt x="9" y="1"/>
                    <a:pt x="9" y="1"/>
                  </a:cubicBez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3" y="10"/>
                    <a:pt x="2" y="8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314">
              <a:extLst>
                <a:ext uri="{FF2B5EF4-FFF2-40B4-BE49-F238E27FC236}">
                  <a16:creationId xmlns:a16="http://schemas.microsoft.com/office/drawing/2014/main" id="{36F86502-7D57-48C0-B343-4D82272B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3088"/>
              <a:ext cx="340" cy="34"/>
            </a:xfrm>
            <a:custGeom>
              <a:avLst/>
              <a:gdLst>
                <a:gd name="T0" fmla="*/ 0 w 136"/>
                <a:gd name="T1" fmla="*/ 110 h 13"/>
                <a:gd name="T2" fmla="*/ 2125 w 136"/>
                <a:gd name="T3" fmla="*/ 233 h 13"/>
                <a:gd name="T4" fmla="*/ 1063 w 136"/>
                <a:gd name="T5" fmla="*/ 123 h 13"/>
                <a:gd name="T6" fmla="*/ 0 w 136"/>
                <a:gd name="T7" fmla="*/ 11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3">
                  <a:moveTo>
                    <a:pt x="0" y="6"/>
                  </a:moveTo>
                  <a:cubicBezTo>
                    <a:pt x="17" y="5"/>
                    <a:pt x="94" y="0"/>
                    <a:pt x="136" y="13"/>
                  </a:cubicBezTo>
                  <a:cubicBezTo>
                    <a:pt x="122" y="11"/>
                    <a:pt x="89" y="7"/>
                    <a:pt x="68" y="7"/>
                  </a:cubicBezTo>
                  <a:cubicBezTo>
                    <a:pt x="46" y="7"/>
                    <a:pt x="5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337">
              <a:extLst>
                <a:ext uri="{FF2B5EF4-FFF2-40B4-BE49-F238E27FC236}">
                  <a16:creationId xmlns:a16="http://schemas.microsoft.com/office/drawing/2014/main" id="{9D92EC23-3163-46C7-B0DC-B229D0510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3082"/>
              <a:ext cx="625" cy="104"/>
            </a:xfrm>
            <a:custGeom>
              <a:avLst/>
              <a:gdLst>
                <a:gd name="T0" fmla="*/ 0 w 250"/>
                <a:gd name="T1" fmla="*/ 115 h 39"/>
                <a:gd name="T2" fmla="*/ 2238 w 250"/>
                <a:gd name="T3" fmla="*/ 93 h 39"/>
                <a:gd name="T4" fmla="*/ 3908 w 250"/>
                <a:gd name="T5" fmla="*/ 491 h 39"/>
                <a:gd name="T6" fmla="*/ 0 w 250"/>
                <a:gd name="T7" fmla="*/ 115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39">
                  <a:moveTo>
                    <a:pt x="0" y="6"/>
                  </a:moveTo>
                  <a:cubicBezTo>
                    <a:pt x="40" y="9"/>
                    <a:pt x="85" y="0"/>
                    <a:pt x="143" y="5"/>
                  </a:cubicBezTo>
                  <a:cubicBezTo>
                    <a:pt x="201" y="9"/>
                    <a:pt x="243" y="24"/>
                    <a:pt x="250" y="26"/>
                  </a:cubicBezTo>
                  <a:cubicBezTo>
                    <a:pt x="202" y="39"/>
                    <a:pt x="56" y="32"/>
                    <a:pt x="0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346">
              <a:extLst>
                <a:ext uri="{FF2B5EF4-FFF2-40B4-BE49-F238E27FC236}">
                  <a16:creationId xmlns:a16="http://schemas.microsoft.com/office/drawing/2014/main" id="{B4953506-6F1A-490D-83DA-588C611A7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3114"/>
              <a:ext cx="38" cy="40"/>
            </a:xfrm>
            <a:custGeom>
              <a:avLst/>
              <a:gdLst>
                <a:gd name="T0" fmla="*/ 0 w 15"/>
                <a:gd name="T1" fmla="*/ 136 h 15"/>
                <a:gd name="T2" fmla="*/ 129 w 15"/>
                <a:gd name="T3" fmla="*/ 0 h 15"/>
                <a:gd name="T4" fmla="*/ 243 w 15"/>
                <a:gd name="T5" fmla="*/ 149 h 15"/>
                <a:gd name="T6" fmla="*/ 117 w 15"/>
                <a:gd name="T7" fmla="*/ 285 h 15"/>
                <a:gd name="T8" fmla="*/ 0 w 15"/>
                <a:gd name="T9" fmla="*/ 1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2"/>
                    <a:pt x="0" y="7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8" name="Group 377">
            <a:extLst>
              <a:ext uri="{FF2B5EF4-FFF2-40B4-BE49-F238E27FC236}">
                <a16:creationId xmlns:a16="http://schemas.microsoft.com/office/drawing/2014/main" id="{1C3AE3F7-977C-4DC8-A495-9AF4131C16B2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3505200"/>
            <a:ext cx="2303463" cy="430213"/>
            <a:chOff x="2614" y="2962"/>
            <a:chExt cx="685" cy="128"/>
          </a:xfrm>
        </p:grpSpPr>
        <p:sp>
          <p:nvSpPr>
            <p:cNvPr id="27768" name="Freeform 195">
              <a:extLst>
                <a:ext uri="{FF2B5EF4-FFF2-40B4-BE49-F238E27FC236}">
                  <a16:creationId xmlns:a16="http://schemas.microsoft.com/office/drawing/2014/main" id="{E72FA970-E228-4F2D-A95D-34684F946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968"/>
              <a:ext cx="685" cy="122"/>
            </a:xfrm>
            <a:custGeom>
              <a:avLst/>
              <a:gdLst>
                <a:gd name="T0" fmla="*/ 0 w 274"/>
                <a:gd name="T1" fmla="*/ 562 h 46"/>
                <a:gd name="T2" fmla="*/ 2895 w 274"/>
                <a:gd name="T3" fmla="*/ 111 h 46"/>
                <a:gd name="T4" fmla="*/ 4283 w 274"/>
                <a:gd name="T5" fmla="*/ 464 h 46"/>
                <a:gd name="T6" fmla="*/ 0 w 274"/>
                <a:gd name="T7" fmla="*/ 562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46">
                  <a:moveTo>
                    <a:pt x="0" y="30"/>
                  </a:moveTo>
                  <a:cubicBezTo>
                    <a:pt x="35" y="27"/>
                    <a:pt x="112" y="0"/>
                    <a:pt x="185" y="6"/>
                  </a:cubicBezTo>
                  <a:cubicBezTo>
                    <a:pt x="258" y="12"/>
                    <a:pt x="274" y="25"/>
                    <a:pt x="274" y="25"/>
                  </a:cubicBezTo>
                  <a:cubicBezTo>
                    <a:pt x="241" y="33"/>
                    <a:pt x="68" y="46"/>
                    <a:pt x="0" y="30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Oval 235">
              <a:extLst>
                <a:ext uri="{FF2B5EF4-FFF2-40B4-BE49-F238E27FC236}">
                  <a16:creationId xmlns:a16="http://schemas.microsoft.com/office/drawing/2014/main" id="{6AEDE71C-A6C6-4C16-AF9F-8C7A23C63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4" y="3013"/>
              <a:ext cx="38" cy="43"/>
            </a:xfrm>
            <a:prstGeom prst="ellipse">
              <a:avLst/>
            </a:pr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70" name="Freeform 236">
              <a:extLst>
                <a:ext uri="{FF2B5EF4-FFF2-40B4-BE49-F238E27FC236}">
                  <a16:creationId xmlns:a16="http://schemas.microsoft.com/office/drawing/2014/main" id="{A996D91F-A8BE-44E1-B96C-477875D0C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034"/>
              <a:ext cx="20" cy="22"/>
            </a:xfrm>
            <a:custGeom>
              <a:avLst/>
              <a:gdLst>
                <a:gd name="T0" fmla="*/ 125 w 8"/>
                <a:gd name="T1" fmla="*/ 0 h 8"/>
                <a:gd name="T2" fmla="*/ 95 w 8"/>
                <a:gd name="T3" fmla="*/ 107 h 8"/>
                <a:gd name="T4" fmla="*/ 0 w 8"/>
                <a:gd name="T5" fmla="*/ 168 h 8"/>
                <a:gd name="T6" fmla="*/ 0 w 8"/>
                <a:gd name="T7" fmla="*/ 168 h 8"/>
                <a:gd name="T8" fmla="*/ 113 w 8"/>
                <a:gd name="T9" fmla="*/ 107 h 8"/>
                <a:gd name="T10" fmla="*/ 125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8" y="2"/>
                    <a:pt x="7" y="3"/>
                    <a:pt x="6" y="5"/>
                  </a:cubicBezTo>
                  <a:cubicBezTo>
                    <a:pt x="5" y="6"/>
                    <a:pt x="3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8"/>
                    <a:pt x="5" y="7"/>
                    <a:pt x="7" y="5"/>
                  </a:cubicBezTo>
                  <a:cubicBezTo>
                    <a:pt x="8" y="4"/>
                    <a:pt x="8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Oval 237">
              <a:extLst>
                <a:ext uri="{FF2B5EF4-FFF2-40B4-BE49-F238E27FC236}">
                  <a16:creationId xmlns:a16="http://schemas.microsoft.com/office/drawing/2014/main" id="{E22CEF86-5A60-4D8C-BBFE-2BBA43CF4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3008"/>
              <a:ext cx="38" cy="40"/>
            </a:xfrm>
            <a:prstGeom prst="ellipse">
              <a:avLst/>
            </a:pr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72" name="Oval 238">
              <a:extLst>
                <a:ext uri="{FF2B5EF4-FFF2-40B4-BE49-F238E27FC236}">
                  <a16:creationId xmlns:a16="http://schemas.microsoft.com/office/drawing/2014/main" id="{2C2C2905-A548-4644-A60A-5BD288506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9" y="3010"/>
              <a:ext cx="38" cy="40"/>
            </a:xfrm>
            <a:prstGeom prst="ellipse">
              <a:avLst/>
            </a:pr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73" name="Freeform 239">
              <a:extLst>
                <a:ext uri="{FF2B5EF4-FFF2-40B4-BE49-F238E27FC236}">
                  <a16:creationId xmlns:a16="http://schemas.microsoft.com/office/drawing/2014/main" id="{479AC63D-97CD-4D55-9C90-61564DB8F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016"/>
              <a:ext cx="23" cy="29"/>
            </a:xfrm>
            <a:custGeom>
              <a:avLst/>
              <a:gdLst>
                <a:gd name="T0" fmla="*/ 33 w 9"/>
                <a:gd name="T1" fmla="*/ 111 h 11"/>
                <a:gd name="T2" fmla="*/ 118 w 9"/>
                <a:gd name="T3" fmla="*/ 21 h 11"/>
                <a:gd name="T4" fmla="*/ 151 w 9"/>
                <a:gd name="T5" fmla="*/ 21 h 11"/>
                <a:gd name="T6" fmla="*/ 84 w 9"/>
                <a:gd name="T7" fmla="*/ 0 h 11"/>
                <a:gd name="T8" fmla="*/ 0 w 9"/>
                <a:gd name="T9" fmla="*/ 90 h 11"/>
                <a:gd name="T10" fmla="*/ 66 w 9"/>
                <a:gd name="T11" fmla="*/ 200 h 11"/>
                <a:gd name="T12" fmla="*/ 33 w 9"/>
                <a:gd name="T13" fmla="*/ 11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6"/>
                  </a:moveTo>
                  <a:cubicBezTo>
                    <a:pt x="2" y="3"/>
                    <a:pt x="4" y="1"/>
                    <a:pt x="7" y="1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1" y="10"/>
                    <a:pt x="4" y="11"/>
                  </a:cubicBezTo>
                  <a:cubicBezTo>
                    <a:pt x="2" y="10"/>
                    <a:pt x="2" y="8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280">
              <a:extLst>
                <a:ext uri="{FF2B5EF4-FFF2-40B4-BE49-F238E27FC236}">
                  <a16:creationId xmlns:a16="http://schemas.microsoft.com/office/drawing/2014/main" id="{33ECE8AD-2005-4CAB-9456-21AF04C20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962"/>
              <a:ext cx="435" cy="64"/>
            </a:xfrm>
            <a:custGeom>
              <a:avLst/>
              <a:gdLst>
                <a:gd name="T0" fmla="*/ 2720 w 174"/>
                <a:gd name="T1" fmla="*/ 307 h 24"/>
                <a:gd name="T2" fmla="*/ 0 w 174"/>
                <a:gd name="T3" fmla="*/ 456 h 24"/>
                <a:gd name="T4" fmla="*/ 2720 w 174"/>
                <a:gd name="T5" fmla="*/ 30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24">
                  <a:moveTo>
                    <a:pt x="174" y="16"/>
                  </a:moveTo>
                  <a:cubicBezTo>
                    <a:pt x="98" y="0"/>
                    <a:pt x="14" y="21"/>
                    <a:pt x="0" y="24"/>
                  </a:cubicBezTo>
                  <a:cubicBezTo>
                    <a:pt x="31" y="20"/>
                    <a:pt x="101" y="6"/>
                    <a:pt x="17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330">
              <a:extLst>
                <a:ext uri="{FF2B5EF4-FFF2-40B4-BE49-F238E27FC236}">
                  <a16:creationId xmlns:a16="http://schemas.microsoft.com/office/drawing/2014/main" id="{58CD8DF1-52F5-4602-81F7-ED67F65F9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968"/>
              <a:ext cx="685" cy="122"/>
            </a:xfrm>
            <a:custGeom>
              <a:avLst/>
              <a:gdLst>
                <a:gd name="T0" fmla="*/ 0 w 274"/>
                <a:gd name="T1" fmla="*/ 562 h 46"/>
                <a:gd name="T2" fmla="*/ 2895 w 274"/>
                <a:gd name="T3" fmla="*/ 111 h 46"/>
                <a:gd name="T4" fmla="*/ 4283 w 274"/>
                <a:gd name="T5" fmla="*/ 464 h 46"/>
                <a:gd name="T6" fmla="*/ 0 w 274"/>
                <a:gd name="T7" fmla="*/ 562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46">
                  <a:moveTo>
                    <a:pt x="0" y="30"/>
                  </a:moveTo>
                  <a:cubicBezTo>
                    <a:pt x="35" y="27"/>
                    <a:pt x="112" y="0"/>
                    <a:pt x="185" y="6"/>
                  </a:cubicBezTo>
                  <a:cubicBezTo>
                    <a:pt x="258" y="12"/>
                    <a:pt x="274" y="25"/>
                    <a:pt x="274" y="25"/>
                  </a:cubicBezTo>
                  <a:cubicBezTo>
                    <a:pt x="241" y="33"/>
                    <a:pt x="68" y="46"/>
                    <a:pt x="0" y="3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Oval 347">
              <a:extLst>
                <a:ext uri="{FF2B5EF4-FFF2-40B4-BE49-F238E27FC236}">
                  <a16:creationId xmlns:a16="http://schemas.microsoft.com/office/drawing/2014/main" id="{79AB2566-EB17-4AE8-882A-C37E3AC88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9" y="3010"/>
              <a:ext cx="38" cy="40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7659" name="Group 369">
            <a:extLst>
              <a:ext uri="{FF2B5EF4-FFF2-40B4-BE49-F238E27FC236}">
                <a16:creationId xmlns:a16="http://schemas.microsoft.com/office/drawing/2014/main" id="{ACAC04FC-83C2-463F-A477-F905A7A2BDF1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4419600"/>
            <a:ext cx="2311400" cy="430213"/>
            <a:chOff x="1514" y="3034"/>
            <a:chExt cx="688" cy="128"/>
          </a:xfrm>
        </p:grpSpPr>
        <p:sp>
          <p:nvSpPr>
            <p:cNvPr id="27759" name="Freeform 281">
              <a:extLst>
                <a:ext uri="{FF2B5EF4-FFF2-40B4-BE49-F238E27FC236}">
                  <a16:creationId xmlns:a16="http://schemas.microsoft.com/office/drawing/2014/main" id="{756607F1-137E-4F1A-9423-A1C6EA9EC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040"/>
              <a:ext cx="688" cy="122"/>
            </a:xfrm>
            <a:custGeom>
              <a:avLst/>
              <a:gdLst>
                <a:gd name="T0" fmla="*/ 0 w 275"/>
                <a:gd name="T1" fmla="*/ 541 h 46"/>
                <a:gd name="T2" fmla="*/ 2897 w 275"/>
                <a:gd name="T3" fmla="*/ 111 h 46"/>
                <a:gd name="T4" fmla="*/ 4306 w 275"/>
                <a:gd name="T5" fmla="*/ 464 h 46"/>
                <a:gd name="T6" fmla="*/ 0 w 275"/>
                <a:gd name="T7" fmla="*/ 54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5" h="46">
                  <a:moveTo>
                    <a:pt x="0" y="29"/>
                  </a:moveTo>
                  <a:cubicBezTo>
                    <a:pt x="36" y="26"/>
                    <a:pt x="112" y="0"/>
                    <a:pt x="185" y="6"/>
                  </a:cubicBezTo>
                  <a:cubicBezTo>
                    <a:pt x="258" y="12"/>
                    <a:pt x="275" y="25"/>
                    <a:pt x="275" y="25"/>
                  </a:cubicBezTo>
                  <a:cubicBezTo>
                    <a:pt x="242" y="32"/>
                    <a:pt x="69" y="46"/>
                    <a:pt x="0" y="29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Oval 282">
              <a:extLst>
                <a:ext uri="{FF2B5EF4-FFF2-40B4-BE49-F238E27FC236}">
                  <a16:creationId xmlns:a16="http://schemas.microsoft.com/office/drawing/2014/main" id="{42A71830-19A4-4F46-ADCA-33DA2A5E9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3085"/>
              <a:ext cx="40" cy="40"/>
            </a:xfrm>
            <a:prstGeom prst="ellipse">
              <a:avLst/>
            </a:pr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61" name="Freeform 283">
              <a:extLst>
                <a:ext uri="{FF2B5EF4-FFF2-40B4-BE49-F238E27FC236}">
                  <a16:creationId xmlns:a16="http://schemas.microsoft.com/office/drawing/2014/main" id="{46D99787-7082-43EA-9288-23D00477E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3106"/>
              <a:ext cx="20" cy="19"/>
            </a:xfrm>
            <a:custGeom>
              <a:avLst/>
              <a:gdLst>
                <a:gd name="T0" fmla="*/ 125 w 8"/>
                <a:gd name="T1" fmla="*/ 0 h 7"/>
                <a:gd name="T2" fmla="*/ 95 w 8"/>
                <a:gd name="T3" fmla="*/ 81 h 7"/>
                <a:gd name="T4" fmla="*/ 0 w 8"/>
                <a:gd name="T5" fmla="*/ 141 h 7"/>
                <a:gd name="T6" fmla="*/ 0 w 8"/>
                <a:gd name="T7" fmla="*/ 141 h 7"/>
                <a:gd name="T8" fmla="*/ 95 w 8"/>
                <a:gd name="T9" fmla="*/ 103 h 7"/>
                <a:gd name="T10" fmla="*/ 125 w 8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8" y="1"/>
                    <a:pt x="7" y="3"/>
                    <a:pt x="6" y="4"/>
                  </a:cubicBezTo>
                  <a:cubicBezTo>
                    <a:pt x="4" y="6"/>
                    <a:pt x="2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4" y="7"/>
                    <a:pt x="6" y="5"/>
                  </a:cubicBezTo>
                  <a:cubicBezTo>
                    <a:pt x="7" y="3"/>
                    <a:pt x="8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Oval 284">
              <a:extLst>
                <a:ext uri="{FF2B5EF4-FFF2-40B4-BE49-F238E27FC236}">
                  <a16:creationId xmlns:a16="http://schemas.microsoft.com/office/drawing/2014/main" id="{70D403B1-91AF-43BC-9864-46C5F91EF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4" y="3077"/>
              <a:ext cx="40" cy="43"/>
            </a:xfrm>
            <a:prstGeom prst="ellipse">
              <a:avLst/>
            </a:pr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63" name="Oval 285">
              <a:extLst>
                <a:ext uri="{FF2B5EF4-FFF2-40B4-BE49-F238E27FC236}">
                  <a16:creationId xmlns:a16="http://schemas.microsoft.com/office/drawing/2014/main" id="{5A9DA6C0-062B-4A02-B450-943CDDD74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9" y="3080"/>
              <a:ext cx="40" cy="42"/>
            </a:xfrm>
            <a:prstGeom prst="ellipse">
              <a:avLst/>
            </a:pr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64" name="Freeform 286">
              <a:extLst>
                <a:ext uri="{FF2B5EF4-FFF2-40B4-BE49-F238E27FC236}">
                  <a16:creationId xmlns:a16="http://schemas.microsoft.com/office/drawing/2014/main" id="{4020042A-7390-426B-BFA5-BB7177794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3085"/>
              <a:ext cx="23" cy="29"/>
            </a:xfrm>
            <a:custGeom>
              <a:avLst/>
              <a:gdLst>
                <a:gd name="T0" fmla="*/ 33 w 9"/>
                <a:gd name="T1" fmla="*/ 124 h 11"/>
                <a:gd name="T2" fmla="*/ 130 w 9"/>
                <a:gd name="T3" fmla="*/ 21 h 11"/>
                <a:gd name="T4" fmla="*/ 151 w 9"/>
                <a:gd name="T5" fmla="*/ 34 h 11"/>
                <a:gd name="T6" fmla="*/ 97 w 9"/>
                <a:gd name="T7" fmla="*/ 0 h 11"/>
                <a:gd name="T8" fmla="*/ 0 w 9"/>
                <a:gd name="T9" fmla="*/ 111 h 11"/>
                <a:gd name="T10" fmla="*/ 66 w 9"/>
                <a:gd name="T11" fmla="*/ 200 h 11"/>
                <a:gd name="T12" fmla="*/ 33 w 9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7"/>
                  </a:moveTo>
                  <a:cubicBezTo>
                    <a:pt x="2" y="4"/>
                    <a:pt x="4" y="1"/>
                    <a:pt x="8" y="1"/>
                  </a:cubicBezTo>
                  <a:cubicBezTo>
                    <a:pt x="8" y="1"/>
                    <a:pt x="9" y="1"/>
                    <a:pt x="9" y="2"/>
                  </a:cubicBezTo>
                  <a:cubicBezTo>
                    <a:pt x="8" y="1"/>
                    <a:pt x="7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3" y="10"/>
                    <a:pt x="2" y="9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287">
              <a:extLst>
                <a:ext uri="{FF2B5EF4-FFF2-40B4-BE49-F238E27FC236}">
                  <a16:creationId xmlns:a16="http://schemas.microsoft.com/office/drawing/2014/main" id="{C5DBDB65-F7B4-4420-817F-461B06390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3034"/>
              <a:ext cx="432" cy="64"/>
            </a:xfrm>
            <a:custGeom>
              <a:avLst/>
              <a:gdLst>
                <a:gd name="T0" fmla="*/ 2694 w 173"/>
                <a:gd name="T1" fmla="*/ 307 h 24"/>
                <a:gd name="T2" fmla="*/ 0 w 173"/>
                <a:gd name="T3" fmla="*/ 456 h 24"/>
                <a:gd name="T4" fmla="*/ 2694 w 173"/>
                <a:gd name="T5" fmla="*/ 30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24">
                  <a:moveTo>
                    <a:pt x="173" y="16"/>
                  </a:moveTo>
                  <a:cubicBezTo>
                    <a:pt x="97" y="0"/>
                    <a:pt x="13" y="21"/>
                    <a:pt x="0" y="24"/>
                  </a:cubicBezTo>
                  <a:cubicBezTo>
                    <a:pt x="30" y="19"/>
                    <a:pt x="100" y="5"/>
                    <a:pt x="17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348">
              <a:extLst>
                <a:ext uri="{FF2B5EF4-FFF2-40B4-BE49-F238E27FC236}">
                  <a16:creationId xmlns:a16="http://schemas.microsoft.com/office/drawing/2014/main" id="{44C9C9C8-45E0-4E28-A0C7-0E3F4564A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040"/>
              <a:ext cx="688" cy="122"/>
            </a:xfrm>
            <a:custGeom>
              <a:avLst/>
              <a:gdLst>
                <a:gd name="T0" fmla="*/ 0 w 275"/>
                <a:gd name="T1" fmla="*/ 541 h 46"/>
                <a:gd name="T2" fmla="*/ 2897 w 275"/>
                <a:gd name="T3" fmla="*/ 111 h 46"/>
                <a:gd name="T4" fmla="*/ 4306 w 275"/>
                <a:gd name="T5" fmla="*/ 464 h 46"/>
                <a:gd name="T6" fmla="*/ 0 w 275"/>
                <a:gd name="T7" fmla="*/ 54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5" h="46">
                  <a:moveTo>
                    <a:pt x="0" y="29"/>
                  </a:moveTo>
                  <a:cubicBezTo>
                    <a:pt x="36" y="26"/>
                    <a:pt x="112" y="0"/>
                    <a:pt x="185" y="6"/>
                  </a:cubicBezTo>
                  <a:cubicBezTo>
                    <a:pt x="258" y="12"/>
                    <a:pt x="275" y="25"/>
                    <a:pt x="275" y="25"/>
                  </a:cubicBezTo>
                  <a:cubicBezTo>
                    <a:pt x="242" y="32"/>
                    <a:pt x="69" y="46"/>
                    <a:pt x="0" y="2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Oval 349">
              <a:extLst>
                <a:ext uri="{FF2B5EF4-FFF2-40B4-BE49-F238E27FC236}">
                  <a16:creationId xmlns:a16="http://schemas.microsoft.com/office/drawing/2014/main" id="{364064B1-073C-4B06-9F86-005BAFAAD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9" y="3080"/>
              <a:ext cx="40" cy="42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7660" name="Group 366">
            <a:extLst>
              <a:ext uri="{FF2B5EF4-FFF2-40B4-BE49-F238E27FC236}">
                <a16:creationId xmlns:a16="http://schemas.microsoft.com/office/drawing/2014/main" id="{7F497675-319F-4085-B84B-679BAF08654A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733800"/>
            <a:ext cx="2305050" cy="430213"/>
            <a:chOff x="4069" y="2808"/>
            <a:chExt cx="686" cy="128"/>
          </a:xfrm>
        </p:grpSpPr>
        <p:sp>
          <p:nvSpPr>
            <p:cNvPr id="27751" name="Freeform 288">
              <a:extLst>
                <a:ext uri="{FF2B5EF4-FFF2-40B4-BE49-F238E27FC236}">
                  <a16:creationId xmlns:a16="http://schemas.microsoft.com/office/drawing/2014/main" id="{DA25EBA9-700F-41BD-A1EC-7E604532B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813"/>
              <a:ext cx="686" cy="123"/>
            </a:xfrm>
            <a:custGeom>
              <a:avLst/>
              <a:gdLst>
                <a:gd name="T0" fmla="*/ 0 w 274"/>
                <a:gd name="T1" fmla="*/ 572 h 46"/>
                <a:gd name="T2" fmla="*/ 2902 w 274"/>
                <a:gd name="T3" fmla="*/ 115 h 46"/>
                <a:gd name="T4" fmla="*/ 4301 w 274"/>
                <a:gd name="T5" fmla="*/ 500 h 46"/>
                <a:gd name="T6" fmla="*/ 0 w 274"/>
                <a:gd name="T7" fmla="*/ 572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46">
                  <a:moveTo>
                    <a:pt x="0" y="30"/>
                  </a:moveTo>
                  <a:cubicBezTo>
                    <a:pt x="35" y="27"/>
                    <a:pt x="112" y="0"/>
                    <a:pt x="185" y="6"/>
                  </a:cubicBezTo>
                  <a:cubicBezTo>
                    <a:pt x="258" y="12"/>
                    <a:pt x="274" y="26"/>
                    <a:pt x="274" y="26"/>
                  </a:cubicBezTo>
                  <a:cubicBezTo>
                    <a:pt x="242" y="33"/>
                    <a:pt x="68" y="46"/>
                    <a:pt x="0" y="30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Oval 289">
              <a:extLst>
                <a:ext uri="{FF2B5EF4-FFF2-40B4-BE49-F238E27FC236}">
                  <a16:creationId xmlns:a16="http://schemas.microsoft.com/office/drawing/2014/main" id="{3A7E79A4-A01B-4166-9971-774863004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2858"/>
              <a:ext cx="37" cy="43"/>
            </a:xfrm>
            <a:prstGeom prst="ellipse">
              <a:avLst/>
            </a:pr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53" name="Oval 290">
              <a:extLst>
                <a:ext uri="{FF2B5EF4-FFF2-40B4-BE49-F238E27FC236}">
                  <a16:creationId xmlns:a16="http://schemas.microsoft.com/office/drawing/2014/main" id="{0D6DBBBA-476A-427A-9A1F-EEEAFB110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0" y="2853"/>
              <a:ext cx="37" cy="40"/>
            </a:xfrm>
            <a:prstGeom prst="ellipse">
              <a:avLst/>
            </a:pr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54" name="Oval 291">
              <a:extLst>
                <a:ext uri="{FF2B5EF4-FFF2-40B4-BE49-F238E27FC236}">
                  <a16:creationId xmlns:a16="http://schemas.microsoft.com/office/drawing/2014/main" id="{ED9F29F3-DA48-4F73-BAF2-99970A7C1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5" y="2856"/>
              <a:ext cx="37" cy="40"/>
            </a:xfrm>
            <a:prstGeom prst="ellipse">
              <a:avLst/>
            </a:pr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55" name="Freeform 292">
              <a:extLst>
                <a:ext uri="{FF2B5EF4-FFF2-40B4-BE49-F238E27FC236}">
                  <a16:creationId xmlns:a16="http://schemas.microsoft.com/office/drawing/2014/main" id="{FD2BD0E7-1B05-498C-A9F8-E0960236E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861"/>
              <a:ext cx="22" cy="29"/>
            </a:xfrm>
            <a:custGeom>
              <a:avLst/>
              <a:gdLst>
                <a:gd name="T0" fmla="*/ 29 w 9"/>
                <a:gd name="T1" fmla="*/ 124 h 11"/>
                <a:gd name="T2" fmla="*/ 103 w 9"/>
                <a:gd name="T3" fmla="*/ 21 h 11"/>
                <a:gd name="T4" fmla="*/ 132 w 9"/>
                <a:gd name="T5" fmla="*/ 21 h 11"/>
                <a:gd name="T6" fmla="*/ 71 w 9"/>
                <a:gd name="T7" fmla="*/ 0 h 11"/>
                <a:gd name="T8" fmla="*/ 0 w 9"/>
                <a:gd name="T9" fmla="*/ 111 h 11"/>
                <a:gd name="T10" fmla="*/ 59 w 9"/>
                <a:gd name="T11" fmla="*/ 200 h 11"/>
                <a:gd name="T12" fmla="*/ 29 w 9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7"/>
                  </a:moveTo>
                  <a:cubicBezTo>
                    <a:pt x="2" y="3"/>
                    <a:pt x="4" y="1"/>
                    <a:pt x="7" y="1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8"/>
                    <a:pt x="1" y="10"/>
                    <a:pt x="4" y="11"/>
                  </a:cubicBezTo>
                  <a:cubicBezTo>
                    <a:pt x="2" y="10"/>
                    <a:pt x="2" y="8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293">
              <a:extLst>
                <a:ext uri="{FF2B5EF4-FFF2-40B4-BE49-F238E27FC236}">
                  <a16:creationId xmlns:a16="http://schemas.microsoft.com/office/drawing/2014/main" id="{1FF00869-DD3B-446E-9492-02D8C49C7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808"/>
              <a:ext cx="435" cy="66"/>
            </a:xfrm>
            <a:custGeom>
              <a:avLst/>
              <a:gdLst>
                <a:gd name="T0" fmla="*/ 2720 w 174"/>
                <a:gd name="T1" fmla="*/ 314 h 25"/>
                <a:gd name="T2" fmla="*/ 0 w 174"/>
                <a:gd name="T3" fmla="*/ 459 h 25"/>
                <a:gd name="T4" fmla="*/ 2720 w 174"/>
                <a:gd name="T5" fmla="*/ 31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25">
                  <a:moveTo>
                    <a:pt x="174" y="17"/>
                  </a:moveTo>
                  <a:cubicBezTo>
                    <a:pt x="98" y="0"/>
                    <a:pt x="14" y="21"/>
                    <a:pt x="0" y="25"/>
                  </a:cubicBezTo>
                  <a:cubicBezTo>
                    <a:pt x="31" y="20"/>
                    <a:pt x="101" y="6"/>
                    <a:pt x="174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350">
              <a:extLst>
                <a:ext uri="{FF2B5EF4-FFF2-40B4-BE49-F238E27FC236}">
                  <a16:creationId xmlns:a16="http://schemas.microsoft.com/office/drawing/2014/main" id="{252F32B2-A9C1-41FC-8DD4-E8BB08699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813"/>
              <a:ext cx="686" cy="123"/>
            </a:xfrm>
            <a:custGeom>
              <a:avLst/>
              <a:gdLst>
                <a:gd name="T0" fmla="*/ 0 w 274"/>
                <a:gd name="T1" fmla="*/ 572 h 46"/>
                <a:gd name="T2" fmla="*/ 2902 w 274"/>
                <a:gd name="T3" fmla="*/ 115 h 46"/>
                <a:gd name="T4" fmla="*/ 4301 w 274"/>
                <a:gd name="T5" fmla="*/ 500 h 46"/>
                <a:gd name="T6" fmla="*/ 0 w 274"/>
                <a:gd name="T7" fmla="*/ 572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46">
                  <a:moveTo>
                    <a:pt x="0" y="30"/>
                  </a:moveTo>
                  <a:cubicBezTo>
                    <a:pt x="35" y="27"/>
                    <a:pt x="112" y="0"/>
                    <a:pt x="185" y="6"/>
                  </a:cubicBezTo>
                  <a:cubicBezTo>
                    <a:pt x="258" y="12"/>
                    <a:pt x="274" y="26"/>
                    <a:pt x="274" y="26"/>
                  </a:cubicBezTo>
                  <a:cubicBezTo>
                    <a:pt x="242" y="33"/>
                    <a:pt x="68" y="46"/>
                    <a:pt x="0" y="3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Oval 351">
              <a:extLst>
                <a:ext uri="{FF2B5EF4-FFF2-40B4-BE49-F238E27FC236}">
                  <a16:creationId xmlns:a16="http://schemas.microsoft.com/office/drawing/2014/main" id="{EFB36DE1-E2AA-4584-9142-845B04286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5" y="2856"/>
              <a:ext cx="37" cy="40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7661" name="Group 379">
            <a:extLst>
              <a:ext uri="{FF2B5EF4-FFF2-40B4-BE49-F238E27FC236}">
                <a16:creationId xmlns:a16="http://schemas.microsoft.com/office/drawing/2014/main" id="{5DFD63EA-231B-4AA5-97C1-230273DB9A67}"/>
              </a:ext>
            </a:extLst>
          </p:cNvPr>
          <p:cNvGrpSpPr>
            <a:grpSpLocks/>
          </p:cNvGrpSpPr>
          <p:nvPr/>
        </p:nvGrpSpPr>
        <p:grpSpPr bwMode="auto">
          <a:xfrm>
            <a:off x="5410200" y="2667000"/>
            <a:ext cx="2498725" cy="531813"/>
            <a:chOff x="2754" y="2818"/>
            <a:chExt cx="743" cy="158"/>
          </a:xfrm>
        </p:grpSpPr>
        <p:sp>
          <p:nvSpPr>
            <p:cNvPr id="27742" name="Freeform 188">
              <a:extLst>
                <a:ext uri="{FF2B5EF4-FFF2-40B4-BE49-F238E27FC236}">
                  <a16:creationId xmlns:a16="http://schemas.microsoft.com/office/drawing/2014/main" id="{0C440441-E6A2-44C3-B3C3-5CC0A48A7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818"/>
              <a:ext cx="743" cy="158"/>
            </a:xfrm>
            <a:custGeom>
              <a:avLst/>
              <a:gdLst>
                <a:gd name="T0" fmla="*/ 0 w 297"/>
                <a:gd name="T1" fmla="*/ 265 h 59"/>
                <a:gd name="T2" fmla="*/ 3305 w 297"/>
                <a:gd name="T3" fmla="*/ 423 h 59"/>
                <a:gd name="T4" fmla="*/ 4651 w 297"/>
                <a:gd name="T5" fmla="*/ 1133 h 59"/>
                <a:gd name="T6" fmla="*/ 0 w 297"/>
                <a:gd name="T7" fmla="*/ 265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59">
                  <a:moveTo>
                    <a:pt x="0" y="14"/>
                  </a:moveTo>
                  <a:cubicBezTo>
                    <a:pt x="35" y="5"/>
                    <a:pt x="137" y="0"/>
                    <a:pt x="211" y="22"/>
                  </a:cubicBezTo>
                  <a:cubicBezTo>
                    <a:pt x="285" y="44"/>
                    <a:pt x="297" y="59"/>
                    <a:pt x="297" y="59"/>
                  </a:cubicBezTo>
                  <a:cubicBezTo>
                    <a:pt x="254" y="49"/>
                    <a:pt x="105" y="50"/>
                    <a:pt x="0" y="14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Oval 240">
              <a:extLst>
                <a:ext uri="{FF2B5EF4-FFF2-40B4-BE49-F238E27FC236}">
                  <a16:creationId xmlns:a16="http://schemas.microsoft.com/office/drawing/2014/main" id="{0AD0F7F0-2FE2-47DC-80DF-9B19D72C3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2880"/>
              <a:ext cx="37" cy="40"/>
            </a:xfrm>
            <a:prstGeom prst="ellipse">
              <a:avLst/>
            </a:pr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44" name="Freeform 241">
              <a:extLst>
                <a:ext uri="{FF2B5EF4-FFF2-40B4-BE49-F238E27FC236}">
                  <a16:creationId xmlns:a16="http://schemas.microsoft.com/office/drawing/2014/main" id="{5CEAD2EF-8F95-4140-B2A0-BDDF58DF1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901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70 w 7"/>
                <a:gd name="T3" fmla="*/ 81 h 7"/>
                <a:gd name="T4" fmla="*/ 0 w 7"/>
                <a:gd name="T5" fmla="*/ 141 h 7"/>
                <a:gd name="T6" fmla="*/ 0 w 7"/>
                <a:gd name="T7" fmla="*/ 141 h 7"/>
                <a:gd name="T8" fmla="*/ 87 w 7"/>
                <a:gd name="T9" fmla="*/ 103 h 7"/>
                <a:gd name="T10" fmla="*/ 100 w 7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1"/>
                    <a:pt x="6" y="3"/>
                    <a:pt x="5" y="4"/>
                  </a:cubicBezTo>
                  <a:cubicBezTo>
                    <a:pt x="4" y="6"/>
                    <a:pt x="2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4" y="6"/>
                    <a:pt x="6" y="5"/>
                  </a:cubicBezTo>
                  <a:cubicBezTo>
                    <a:pt x="7" y="3"/>
                    <a:pt x="7" y="2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Oval 242">
              <a:extLst>
                <a:ext uri="{FF2B5EF4-FFF2-40B4-BE49-F238E27FC236}">
                  <a16:creationId xmlns:a16="http://schemas.microsoft.com/office/drawing/2014/main" id="{2CE8CA88-2B69-4548-8B1D-79D75FA20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2872"/>
              <a:ext cx="37" cy="42"/>
            </a:xfrm>
            <a:prstGeom prst="ellipse">
              <a:avLst/>
            </a:pr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46" name="Oval 243">
              <a:extLst>
                <a:ext uri="{FF2B5EF4-FFF2-40B4-BE49-F238E27FC236}">
                  <a16:creationId xmlns:a16="http://schemas.microsoft.com/office/drawing/2014/main" id="{3FF741C1-63EE-4AF6-8BCE-8110C756D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874"/>
              <a:ext cx="40" cy="43"/>
            </a:xfrm>
            <a:prstGeom prst="ellipse">
              <a:avLst/>
            </a:pr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47" name="Freeform 244">
              <a:extLst>
                <a:ext uri="{FF2B5EF4-FFF2-40B4-BE49-F238E27FC236}">
                  <a16:creationId xmlns:a16="http://schemas.microsoft.com/office/drawing/2014/main" id="{CFE5E64C-C793-430A-BB4F-61AD5F52C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880"/>
              <a:ext cx="22" cy="29"/>
            </a:xfrm>
            <a:custGeom>
              <a:avLst/>
              <a:gdLst>
                <a:gd name="T0" fmla="*/ 29 w 9"/>
                <a:gd name="T1" fmla="*/ 124 h 11"/>
                <a:gd name="T2" fmla="*/ 103 w 9"/>
                <a:gd name="T3" fmla="*/ 21 h 11"/>
                <a:gd name="T4" fmla="*/ 132 w 9"/>
                <a:gd name="T5" fmla="*/ 21 h 11"/>
                <a:gd name="T6" fmla="*/ 71 w 9"/>
                <a:gd name="T7" fmla="*/ 0 h 11"/>
                <a:gd name="T8" fmla="*/ 0 w 9"/>
                <a:gd name="T9" fmla="*/ 111 h 11"/>
                <a:gd name="T10" fmla="*/ 59 w 9"/>
                <a:gd name="T11" fmla="*/ 200 h 11"/>
                <a:gd name="T12" fmla="*/ 29 w 9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7"/>
                  </a:moveTo>
                  <a:cubicBezTo>
                    <a:pt x="2" y="4"/>
                    <a:pt x="4" y="1"/>
                    <a:pt x="7" y="1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8"/>
                    <a:pt x="2" y="11"/>
                    <a:pt x="4" y="11"/>
                  </a:cubicBezTo>
                  <a:cubicBezTo>
                    <a:pt x="3" y="10"/>
                    <a:pt x="2" y="9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279">
              <a:extLst>
                <a:ext uri="{FF2B5EF4-FFF2-40B4-BE49-F238E27FC236}">
                  <a16:creationId xmlns:a16="http://schemas.microsoft.com/office/drawing/2014/main" id="{B2DE598E-966E-4815-AB35-C01A71B0D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842"/>
              <a:ext cx="388" cy="59"/>
            </a:xfrm>
            <a:custGeom>
              <a:avLst/>
              <a:gdLst>
                <a:gd name="T0" fmla="*/ 0 w 155"/>
                <a:gd name="T1" fmla="*/ 0 h 22"/>
                <a:gd name="T2" fmla="*/ 2431 w 155"/>
                <a:gd name="T3" fmla="*/ 424 h 22"/>
                <a:gd name="T4" fmla="*/ 0 w 15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22">
                  <a:moveTo>
                    <a:pt x="0" y="0"/>
                  </a:moveTo>
                  <a:cubicBezTo>
                    <a:pt x="21" y="0"/>
                    <a:pt x="98" y="0"/>
                    <a:pt x="155" y="22"/>
                  </a:cubicBezTo>
                  <a:cubicBezTo>
                    <a:pt x="138" y="17"/>
                    <a:pt x="56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326">
              <a:extLst>
                <a:ext uri="{FF2B5EF4-FFF2-40B4-BE49-F238E27FC236}">
                  <a16:creationId xmlns:a16="http://schemas.microsoft.com/office/drawing/2014/main" id="{74466C53-0742-4051-8237-11738745D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818"/>
              <a:ext cx="743" cy="158"/>
            </a:xfrm>
            <a:custGeom>
              <a:avLst/>
              <a:gdLst>
                <a:gd name="T0" fmla="*/ 0 w 297"/>
                <a:gd name="T1" fmla="*/ 265 h 59"/>
                <a:gd name="T2" fmla="*/ 3305 w 297"/>
                <a:gd name="T3" fmla="*/ 423 h 59"/>
                <a:gd name="T4" fmla="*/ 4651 w 297"/>
                <a:gd name="T5" fmla="*/ 1133 h 59"/>
                <a:gd name="T6" fmla="*/ 0 w 297"/>
                <a:gd name="T7" fmla="*/ 265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59">
                  <a:moveTo>
                    <a:pt x="0" y="14"/>
                  </a:moveTo>
                  <a:cubicBezTo>
                    <a:pt x="35" y="5"/>
                    <a:pt x="137" y="0"/>
                    <a:pt x="211" y="22"/>
                  </a:cubicBezTo>
                  <a:cubicBezTo>
                    <a:pt x="285" y="44"/>
                    <a:pt x="297" y="59"/>
                    <a:pt x="297" y="59"/>
                  </a:cubicBezTo>
                  <a:cubicBezTo>
                    <a:pt x="254" y="49"/>
                    <a:pt x="105" y="50"/>
                    <a:pt x="0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Oval 352">
              <a:extLst>
                <a:ext uri="{FF2B5EF4-FFF2-40B4-BE49-F238E27FC236}">
                  <a16:creationId xmlns:a16="http://schemas.microsoft.com/office/drawing/2014/main" id="{01576744-423D-45F2-A294-8AE7124C5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874"/>
              <a:ext cx="40" cy="43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7662" name="Group 376">
            <a:extLst>
              <a:ext uri="{FF2B5EF4-FFF2-40B4-BE49-F238E27FC236}">
                <a16:creationId xmlns:a16="http://schemas.microsoft.com/office/drawing/2014/main" id="{CD4431EA-4204-4419-B585-5535301D6EB9}"/>
              </a:ext>
            </a:extLst>
          </p:cNvPr>
          <p:cNvGrpSpPr>
            <a:grpSpLocks/>
          </p:cNvGrpSpPr>
          <p:nvPr/>
        </p:nvGrpSpPr>
        <p:grpSpPr bwMode="auto">
          <a:xfrm>
            <a:off x="5056188" y="4538663"/>
            <a:ext cx="2543175" cy="350837"/>
            <a:chOff x="2932" y="3096"/>
            <a:chExt cx="755" cy="104"/>
          </a:xfrm>
        </p:grpSpPr>
        <p:sp>
          <p:nvSpPr>
            <p:cNvPr id="27733" name="Freeform 197">
              <a:extLst>
                <a:ext uri="{FF2B5EF4-FFF2-40B4-BE49-F238E27FC236}">
                  <a16:creationId xmlns:a16="http://schemas.microsoft.com/office/drawing/2014/main" id="{983F50B0-008E-4C72-B0E2-A6F93A585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096"/>
              <a:ext cx="755" cy="104"/>
            </a:xfrm>
            <a:custGeom>
              <a:avLst/>
              <a:gdLst>
                <a:gd name="T0" fmla="*/ 4720 w 302"/>
                <a:gd name="T1" fmla="*/ 512 h 39"/>
                <a:gd name="T2" fmla="*/ 2688 w 302"/>
                <a:gd name="T3" fmla="*/ 56 h 39"/>
                <a:gd name="T4" fmla="*/ 0 w 302"/>
                <a:gd name="T5" fmla="*/ 307 h 39"/>
                <a:gd name="T6" fmla="*/ 2488 w 302"/>
                <a:gd name="T7" fmla="*/ 704 h 39"/>
                <a:gd name="T8" fmla="*/ 4720 w 302"/>
                <a:gd name="T9" fmla="*/ 512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39">
                  <a:moveTo>
                    <a:pt x="302" y="27"/>
                  </a:moveTo>
                  <a:cubicBezTo>
                    <a:pt x="285" y="24"/>
                    <a:pt x="217" y="6"/>
                    <a:pt x="172" y="3"/>
                  </a:cubicBezTo>
                  <a:cubicBezTo>
                    <a:pt x="127" y="0"/>
                    <a:pt x="47" y="15"/>
                    <a:pt x="0" y="16"/>
                  </a:cubicBezTo>
                  <a:cubicBezTo>
                    <a:pt x="42" y="24"/>
                    <a:pt x="108" y="36"/>
                    <a:pt x="159" y="37"/>
                  </a:cubicBezTo>
                  <a:cubicBezTo>
                    <a:pt x="210" y="39"/>
                    <a:pt x="278" y="22"/>
                    <a:pt x="302" y="27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Oval 245">
              <a:extLst>
                <a:ext uri="{FF2B5EF4-FFF2-40B4-BE49-F238E27FC236}">
                  <a16:creationId xmlns:a16="http://schemas.microsoft.com/office/drawing/2014/main" id="{92785698-0C44-4511-9BA5-860A5194D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3141"/>
              <a:ext cx="40" cy="43"/>
            </a:xfrm>
            <a:prstGeom prst="ellipse">
              <a:avLst/>
            </a:pr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35" name="Freeform 246">
              <a:extLst>
                <a:ext uri="{FF2B5EF4-FFF2-40B4-BE49-F238E27FC236}">
                  <a16:creationId xmlns:a16="http://schemas.microsoft.com/office/drawing/2014/main" id="{3553ABA9-7303-414D-A808-49152A3D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162"/>
              <a:ext cx="20" cy="22"/>
            </a:xfrm>
            <a:custGeom>
              <a:avLst/>
              <a:gdLst>
                <a:gd name="T0" fmla="*/ 125 w 8"/>
                <a:gd name="T1" fmla="*/ 0 h 8"/>
                <a:gd name="T2" fmla="*/ 95 w 8"/>
                <a:gd name="T3" fmla="*/ 107 h 8"/>
                <a:gd name="T4" fmla="*/ 0 w 8"/>
                <a:gd name="T5" fmla="*/ 168 h 8"/>
                <a:gd name="T6" fmla="*/ 0 w 8"/>
                <a:gd name="T7" fmla="*/ 168 h 8"/>
                <a:gd name="T8" fmla="*/ 95 w 8"/>
                <a:gd name="T9" fmla="*/ 107 h 8"/>
                <a:gd name="T10" fmla="*/ 125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8" y="2"/>
                    <a:pt x="7" y="4"/>
                    <a:pt x="6" y="5"/>
                  </a:cubicBezTo>
                  <a:cubicBezTo>
                    <a:pt x="4" y="6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5" y="7"/>
                    <a:pt x="6" y="5"/>
                  </a:cubicBezTo>
                  <a:cubicBezTo>
                    <a:pt x="7" y="4"/>
                    <a:pt x="8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Oval 247">
              <a:extLst>
                <a:ext uri="{FF2B5EF4-FFF2-40B4-BE49-F238E27FC236}">
                  <a16:creationId xmlns:a16="http://schemas.microsoft.com/office/drawing/2014/main" id="{7EE87B62-921F-4793-BE34-D0EE96479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136"/>
              <a:ext cx="40" cy="40"/>
            </a:xfrm>
            <a:prstGeom prst="ellipse">
              <a:avLst/>
            </a:pr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37" name="Oval 248">
              <a:extLst>
                <a:ext uri="{FF2B5EF4-FFF2-40B4-BE49-F238E27FC236}">
                  <a16:creationId xmlns:a16="http://schemas.microsoft.com/office/drawing/2014/main" id="{17207066-DAAA-4738-B2EA-4BF16F35F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3138"/>
              <a:ext cx="40" cy="40"/>
            </a:xfrm>
            <a:prstGeom prst="ellipse">
              <a:avLst/>
            </a:pr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38" name="Freeform 249">
              <a:extLst>
                <a:ext uri="{FF2B5EF4-FFF2-40B4-BE49-F238E27FC236}">
                  <a16:creationId xmlns:a16="http://schemas.microsoft.com/office/drawing/2014/main" id="{0B6FB51E-BB56-4A97-9DB7-718EB9C11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144"/>
              <a:ext cx="23" cy="29"/>
            </a:xfrm>
            <a:custGeom>
              <a:avLst/>
              <a:gdLst>
                <a:gd name="T0" fmla="*/ 33 w 9"/>
                <a:gd name="T1" fmla="*/ 111 h 11"/>
                <a:gd name="T2" fmla="*/ 130 w 9"/>
                <a:gd name="T3" fmla="*/ 21 h 11"/>
                <a:gd name="T4" fmla="*/ 151 w 9"/>
                <a:gd name="T5" fmla="*/ 21 h 11"/>
                <a:gd name="T6" fmla="*/ 97 w 9"/>
                <a:gd name="T7" fmla="*/ 0 h 11"/>
                <a:gd name="T8" fmla="*/ 0 w 9"/>
                <a:gd name="T9" fmla="*/ 90 h 11"/>
                <a:gd name="T10" fmla="*/ 66 w 9"/>
                <a:gd name="T11" fmla="*/ 200 h 11"/>
                <a:gd name="T12" fmla="*/ 33 w 9"/>
                <a:gd name="T13" fmla="*/ 11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6"/>
                  </a:moveTo>
                  <a:cubicBezTo>
                    <a:pt x="2" y="3"/>
                    <a:pt x="5" y="1"/>
                    <a:pt x="8" y="1"/>
                  </a:cubicBezTo>
                  <a:cubicBezTo>
                    <a:pt x="8" y="1"/>
                    <a:pt x="9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3" y="10"/>
                    <a:pt x="2" y="8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313">
              <a:extLst>
                <a:ext uri="{FF2B5EF4-FFF2-40B4-BE49-F238E27FC236}">
                  <a16:creationId xmlns:a16="http://schemas.microsoft.com/office/drawing/2014/main" id="{4C4BCC05-99DB-4E18-A865-F4C36307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109"/>
              <a:ext cx="363" cy="21"/>
            </a:xfrm>
            <a:custGeom>
              <a:avLst/>
              <a:gdLst>
                <a:gd name="T0" fmla="*/ 0 w 145"/>
                <a:gd name="T1" fmla="*/ 144 h 8"/>
                <a:gd name="T2" fmla="*/ 1505 w 145"/>
                <a:gd name="T3" fmla="*/ 21 h 8"/>
                <a:gd name="T4" fmla="*/ 2276 w 145"/>
                <a:gd name="T5" fmla="*/ 123 h 8"/>
                <a:gd name="T6" fmla="*/ 1429 w 145"/>
                <a:gd name="T7" fmla="*/ 55 h 8"/>
                <a:gd name="T8" fmla="*/ 0 w 145"/>
                <a:gd name="T9" fmla="*/ 14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8">
                  <a:moveTo>
                    <a:pt x="0" y="8"/>
                  </a:moveTo>
                  <a:cubicBezTo>
                    <a:pt x="16" y="7"/>
                    <a:pt x="73" y="0"/>
                    <a:pt x="96" y="1"/>
                  </a:cubicBezTo>
                  <a:cubicBezTo>
                    <a:pt x="119" y="1"/>
                    <a:pt x="145" y="7"/>
                    <a:pt x="145" y="7"/>
                  </a:cubicBezTo>
                  <a:cubicBezTo>
                    <a:pt x="122" y="4"/>
                    <a:pt x="102" y="4"/>
                    <a:pt x="91" y="3"/>
                  </a:cubicBezTo>
                  <a:cubicBezTo>
                    <a:pt x="81" y="3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332">
              <a:extLst>
                <a:ext uri="{FF2B5EF4-FFF2-40B4-BE49-F238E27FC236}">
                  <a16:creationId xmlns:a16="http://schemas.microsoft.com/office/drawing/2014/main" id="{27ACB374-EB26-4366-BEC8-9100F68E4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096"/>
              <a:ext cx="755" cy="104"/>
            </a:xfrm>
            <a:custGeom>
              <a:avLst/>
              <a:gdLst>
                <a:gd name="T0" fmla="*/ 4720 w 302"/>
                <a:gd name="T1" fmla="*/ 512 h 39"/>
                <a:gd name="T2" fmla="*/ 2688 w 302"/>
                <a:gd name="T3" fmla="*/ 56 h 39"/>
                <a:gd name="T4" fmla="*/ 0 w 302"/>
                <a:gd name="T5" fmla="*/ 307 h 39"/>
                <a:gd name="T6" fmla="*/ 2488 w 302"/>
                <a:gd name="T7" fmla="*/ 704 h 39"/>
                <a:gd name="T8" fmla="*/ 4720 w 302"/>
                <a:gd name="T9" fmla="*/ 512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39">
                  <a:moveTo>
                    <a:pt x="302" y="27"/>
                  </a:moveTo>
                  <a:cubicBezTo>
                    <a:pt x="285" y="24"/>
                    <a:pt x="217" y="6"/>
                    <a:pt x="172" y="3"/>
                  </a:cubicBezTo>
                  <a:cubicBezTo>
                    <a:pt x="127" y="0"/>
                    <a:pt x="47" y="15"/>
                    <a:pt x="0" y="16"/>
                  </a:cubicBezTo>
                  <a:cubicBezTo>
                    <a:pt x="42" y="24"/>
                    <a:pt x="108" y="36"/>
                    <a:pt x="159" y="37"/>
                  </a:cubicBezTo>
                  <a:cubicBezTo>
                    <a:pt x="210" y="39"/>
                    <a:pt x="278" y="22"/>
                    <a:pt x="302" y="2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Oval 353">
              <a:extLst>
                <a:ext uri="{FF2B5EF4-FFF2-40B4-BE49-F238E27FC236}">
                  <a16:creationId xmlns:a16="http://schemas.microsoft.com/office/drawing/2014/main" id="{4F75D70D-2B93-403A-86F5-B3AA0911E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3138"/>
              <a:ext cx="40" cy="40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7663" name="Group 375">
            <a:extLst>
              <a:ext uri="{FF2B5EF4-FFF2-40B4-BE49-F238E27FC236}">
                <a16:creationId xmlns:a16="http://schemas.microsoft.com/office/drawing/2014/main" id="{70A14346-AEEE-45AE-84B5-28FE76BF37FB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2590800"/>
            <a:ext cx="1851025" cy="376238"/>
            <a:chOff x="3387" y="3048"/>
            <a:chExt cx="550" cy="112"/>
          </a:xfrm>
        </p:grpSpPr>
        <p:sp>
          <p:nvSpPr>
            <p:cNvPr id="27724" name="Freeform 196">
              <a:extLst>
                <a:ext uri="{FF2B5EF4-FFF2-40B4-BE49-F238E27FC236}">
                  <a16:creationId xmlns:a16="http://schemas.microsoft.com/office/drawing/2014/main" id="{90D192EB-4C1D-45E2-BBDF-44E0CB9F2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048"/>
              <a:ext cx="550" cy="112"/>
            </a:xfrm>
            <a:custGeom>
              <a:avLst/>
              <a:gdLst>
                <a:gd name="T0" fmla="*/ 0 w 220"/>
                <a:gd name="T1" fmla="*/ 35 h 42"/>
                <a:gd name="T2" fmla="*/ 3438 w 220"/>
                <a:gd name="T3" fmla="*/ 341 h 42"/>
                <a:gd name="T4" fmla="*/ 0 w 220"/>
                <a:gd name="T5" fmla="*/ 3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42">
                  <a:moveTo>
                    <a:pt x="0" y="2"/>
                  </a:moveTo>
                  <a:cubicBezTo>
                    <a:pt x="38" y="0"/>
                    <a:pt x="151" y="0"/>
                    <a:pt x="220" y="18"/>
                  </a:cubicBezTo>
                  <a:cubicBezTo>
                    <a:pt x="198" y="28"/>
                    <a:pt x="66" y="42"/>
                    <a:pt x="0" y="2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Oval 250">
              <a:extLst>
                <a:ext uri="{FF2B5EF4-FFF2-40B4-BE49-F238E27FC236}">
                  <a16:creationId xmlns:a16="http://schemas.microsoft.com/office/drawing/2014/main" id="{103FB39D-40A0-4D77-9728-6CF2F0AC0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3077"/>
              <a:ext cx="37" cy="43"/>
            </a:xfrm>
            <a:prstGeom prst="ellipse">
              <a:avLst/>
            </a:pr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26" name="Freeform 251">
              <a:extLst>
                <a:ext uri="{FF2B5EF4-FFF2-40B4-BE49-F238E27FC236}">
                  <a16:creationId xmlns:a16="http://schemas.microsoft.com/office/drawing/2014/main" id="{B55ABA57-3408-45BC-B374-C93978B67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098"/>
              <a:ext cx="17" cy="22"/>
            </a:xfrm>
            <a:custGeom>
              <a:avLst/>
              <a:gdLst>
                <a:gd name="T0" fmla="*/ 100 w 7"/>
                <a:gd name="T1" fmla="*/ 0 h 8"/>
                <a:gd name="T2" fmla="*/ 70 w 7"/>
                <a:gd name="T3" fmla="*/ 107 h 8"/>
                <a:gd name="T4" fmla="*/ 0 w 7"/>
                <a:gd name="T5" fmla="*/ 168 h 8"/>
                <a:gd name="T6" fmla="*/ 0 w 7"/>
                <a:gd name="T7" fmla="*/ 168 h 8"/>
                <a:gd name="T8" fmla="*/ 87 w 7"/>
                <a:gd name="T9" fmla="*/ 107 h 8"/>
                <a:gd name="T10" fmla="*/ 100 w 7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7" y="2"/>
                    <a:pt x="6" y="3"/>
                    <a:pt x="5" y="5"/>
                  </a:cubicBezTo>
                  <a:cubicBezTo>
                    <a:pt x="4" y="6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4" y="7"/>
                    <a:pt x="6" y="5"/>
                  </a:cubicBezTo>
                  <a:cubicBezTo>
                    <a:pt x="7" y="4"/>
                    <a:pt x="7" y="2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Oval 252">
              <a:extLst>
                <a:ext uri="{FF2B5EF4-FFF2-40B4-BE49-F238E27FC236}">
                  <a16:creationId xmlns:a16="http://schemas.microsoft.com/office/drawing/2014/main" id="{A8533FFE-BDCF-430A-A529-B3CE16AD1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3072"/>
              <a:ext cx="37" cy="40"/>
            </a:xfrm>
            <a:prstGeom prst="ellipse">
              <a:avLst/>
            </a:pr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28" name="Oval 253">
              <a:extLst>
                <a:ext uri="{FF2B5EF4-FFF2-40B4-BE49-F238E27FC236}">
                  <a16:creationId xmlns:a16="http://schemas.microsoft.com/office/drawing/2014/main" id="{FF2406D8-504A-4BFE-9FD0-D7C106C2B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3074"/>
              <a:ext cx="40" cy="40"/>
            </a:xfrm>
            <a:prstGeom prst="ellipse">
              <a:avLst/>
            </a:pr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29" name="Freeform 254">
              <a:extLst>
                <a:ext uri="{FF2B5EF4-FFF2-40B4-BE49-F238E27FC236}">
                  <a16:creationId xmlns:a16="http://schemas.microsoft.com/office/drawing/2014/main" id="{22918B8B-3DD4-4FD5-A6BC-45CB3828A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3080"/>
              <a:ext cx="22" cy="29"/>
            </a:xfrm>
            <a:custGeom>
              <a:avLst/>
              <a:gdLst>
                <a:gd name="T0" fmla="*/ 29 w 9"/>
                <a:gd name="T1" fmla="*/ 111 h 11"/>
                <a:gd name="T2" fmla="*/ 103 w 9"/>
                <a:gd name="T3" fmla="*/ 21 h 11"/>
                <a:gd name="T4" fmla="*/ 132 w 9"/>
                <a:gd name="T5" fmla="*/ 21 h 11"/>
                <a:gd name="T6" fmla="*/ 71 w 9"/>
                <a:gd name="T7" fmla="*/ 0 h 11"/>
                <a:gd name="T8" fmla="*/ 0 w 9"/>
                <a:gd name="T9" fmla="*/ 90 h 11"/>
                <a:gd name="T10" fmla="*/ 59 w 9"/>
                <a:gd name="T11" fmla="*/ 200 h 11"/>
                <a:gd name="T12" fmla="*/ 29 w 9"/>
                <a:gd name="T13" fmla="*/ 11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6"/>
                  </a:moveTo>
                  <a:cubicBezTo>
                    <a:pt x="2" y="3"/>
                    <a:pt x="4" y="1"/>
                    <a:pt x="7" y="1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3" y="10"/>
                    <a:pt x="2" y="8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294">
              <a:extLst>
                <a:ext uri="{FF2B5EF4-FFF2-40B4-BE49-F238E27FC236}">
                  <a16:creationId xmlns:a16="http://schemas.microsoft.com/office/drawing/2014/main" id="{56B9A8DC-31D3-4169-97E0-4B6BBCD48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053"/>
              <a:ext cx="338" cy="27"/>
            </a:xfrm>
            <a:custGeom>
              <a:avLst/>
              <a:gdLst>
                <a:gd name="T0" fmla="*/ 0 w 135"/>
                <a:gd name="T1" fmla="*/ 22 h 10"/>
                <a:gd name="T2" fmla="*/ 2118 w 135"/>
                <a:gd name="T3" fmla="*/ 197 h 10"/>
                <a:gd name="T4" fmla="*/ 0 w 135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10">
                  <a:moveTo>
                    <a:pt x="0" y="1"/>
                  </a:moveTo>
                  <a:cubicBezTo>
                    <a:pt x="26" y="1"/>
                    <a:pt x="92" y="3"/>
                    <a:pt x="135" y="10"/>
                  </a:cubicBezTo>
                  <a:cubicBezTo>
                    <a:pt x="110" y="8"/>
                    <a:pt x="15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331">
              <a:extLst>
                <a:ext uri="{FF2B5EF4-FFF2-40B4-BE49-F238E27FC236}">
                  <a16:creationId xmlns:a16="http://schemas.microsoft.com/office/drawing/2014/main" id="{FFEC2B64-1299-4124-B319-B8F72A977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048"/>
              <a:ext cx="550" cy="112"/>
            </a:xfrm>
            <a:custGeom>
              <a:avLst/>
              <a:gdLst>
                <a:gd name="T0" fmla="*/ 0 w 220"/>
                <a:gd name="T1" fmla="*/ 35 h 42"/>
                <a:gd name="T2" fmla="*/ 3438 w 220"/>
                <a:gd name="T3" fmla="*/ 341 h 42"/>
                <a:gd name="T4" fmla="*/ 0 w 220"/>
                <a:gd name="T5" fmla="*/ 3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42">
                  <a:moveTo>
                    <a:pt x="0" y="2"/>
                  </a:moveTo>
                  <a:cubicBezTo>
                    <a:pt x="38" y="0"/>
                    <a:pt x="151" y="0"/>
                    <a:pt x="220" y="18"/>
                  </a:cubicBezTo>
                  <a:cubicBezTo>
                    <a:pt x="198" y="28"/>
                    <a:pt x="66" y="42"/>
                    <a:pt x="0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Oval 354">
              <a:extLst>
                <a:ext uri="{FF2B5EF4-FFF2-40B4-BE49-F238E27FC236}">
                  <a16:creationId xmlns:a16="http://schemas.microsoft.com/office/drawing/2014/main" id="{D42BE62D-BA06-4343-8DD9-70C0B18E2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3074"/>
              <a:ext cx="40" cy="40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7664" name="Group 368">
            <a:extLst>
              <a:ext uri="{FF2B5EF4-FFF2-40B4-BE49-F238E27FC236}">
                <a16:creationId xmlns:a16="http://schemas.microsoft.com/office/drawing/2014/main" id="{6F8AF10E-4D57-47B6-A925-1478A42B9BC5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5029200"/>
            <a:ext cx="1851025" cy="477838"/>
            <a:chOff x="1777" y="3138"/>
            <a:chExt cx="550" cy="142"/>
          </a:xfrm>
        </p:grpSpPr>
        <p:sp>
          <p:nvSpPr>
            <p:cNvPr id="27715" name="Freeform 295">
              <a:extLst>
                <a:ext uri="{FF2B5EF4-FFF2-40B4-BE49-F238E27FC236}">
                  <a16:creationId xmlns:a16="http://schemas.microsoft.com/office/drawing/2014/main" id="{168DF2B1-754E-4785-8E0A-14190A0DE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3138"/>
              <a:ext cx="550" cy="142"/>
            </a:xfrm>
            <a:custGeom>
              <a:avLst/>
              <a:gdLst>
                <a:gd name="T0" fmla="*/ 0 w 220"/>
                <a:gd name="T1" fmla="*/ 445 h 53"/>
                <a:gd name="T2" fmla="*/ 3438 w 220"/>
                <a:gd name="T3" fmla="*/ 150 h 53"/>
                <a:gd name="T4" fmla="*/ 0 w 220"/>
                <a:gd name="T5" fmla="*/ 44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53">
                  <a:moveTo>
                    <a:pt x="0" y="23"/>
                  </a:moveTo>
                  <a:cubicBezTo>
                    <a:pt x="37" y="16"/>
                    <a:pt x="149" y="0"/>
                    <a:pt x="220" y="8"/>
                  </a:cubicBezTo>
                  <a:cubicBezTo>
                    <a:pt x="199" y="22"/>
                    <a:pt x="70" y="53"/>
                    <a:pt x="0" y="23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296">
              <a:extLst>
                <a:ext uri="{FF2B5EF4-FFF2-40B4-BE49-F238E27FC236}">
                  <a16:creationId xmlns:a16="http://schemas.microsoft.com/office/drawing/2014/main" id="{3031CAA8-3B3E-4AD0-B984-F8FA38D85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181"/>
              <a:ext cx="40" cy="45"/>
            </a:xfrm>
            <a:custGeom>
              <a:avLst/>
              <a:gdLst>
                <a:gd name="T0" fmla="*/ 0 w 16"/>
                <a:gd name="T1" fmla="*/ 183 h 17"/>
                <a:gd name="T2" fmla="*/ 113 w 16"/>
                <a:gd name="T3" fmla="*/ 21 h 17"/>
                <a:gd name="T4" fmla="*/ 238 w 16"/>
                <a:gd name="T5" fmla="*/ 148 h 17"/>
                <a:gd name="T6" fmla="*/ 145 w 16"/>
                <a:gd name="T7" fmla="*/ 294 h 17"/>
                <a:gd name="T8" fmla="*/ 0 w 16"/>
                <a:gd name="T9" fmla="*/ 18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0" y="10"/>
                  </a:moveTo>
                  <a:cubicBezTo>
                    <a:pt x="0" y="6"/>
                    <a:pt x="3" y="2"/>
                    <a:pt x="7" y="1"/>
                  </a:cubicBezTo>
                  <a:cubicBezTo>
                    <a:pt x="11" y="0"/>
                    <a:pt x="15" y="3"/>
                    <a:pt x="15" y="8"/>
                  </a:cubicBezTo>
                  <a:cubicBezTo>
                    <a:pt x="16" y="12"/>
                    <a:pt x="13" y="16"/>
                    <a:pt x="9" y="16"/>
                  </a:cubicBezTo>
                  <a:cubicBezTo>
                    <a:pt x="5" y="17"/>
                    <a:pt x="1" y="14"/>
                    <a:pt x="0" y="10"/>
                  </a:cubicBezTo>
                  <a:close/>
                </a:path>
              </a:pathLst>
            </a:cu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297">
              <a:extLst>
                <a:ext uri="{FF2B5EF4-FFF2-40B4-BE49-F238E27FC236}">
                  <a16:creationId xmlns:a16="http://schemas.microsoft.com/office/drawing/2014/main" id="{3CB98CB4-532B-4DE1-AEA1-3CC3EEBCE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3202"/>
              <a:ext cx="17" cy="22"/>
            </a:xfrm>
            <a:custGeom>
              <a:avLst/>
              <a:gdLst>
                <a:gd name="T0" fmla="*/ 87 w 7"/>
                <a:gd name="T1" fmla="*/ 0 h 8"/>
                <a:gd name="T2" fmla="*/ 70 w 7"/>
                <a:gd name="T3" fmla="*/ 107 h 8"/>
                <a:gd name="T4" fmla="*/ 0 w 7"/>
                <a:gd name="T5" fmla="*/ 168 h 8"/>
                <a:gd name="T6" fmla="*/ 0 w 7"/>
                <a:gd name="T7" fmla="*/ 168 h 8"/>
                <a:gd name="T8" fmla="*/ 70 w 7"/>
                <a:gd name="T9" fmla="*/ 107 h 8"/>
                <a:gd name="T10" fmla="*/ 87 w 7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7" y="1"/>
                    <a:pt x="6" y="3"/>
                    <a:pt x="5" y="5"/>
                  </a:cubicBezTo>
                  <a:cubicBezTo>
                    <a:pt x="4" y="6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4" y="7"/>
                    <a:pt x="5" y="5"/>
                  </a:cubicBezTo>
                  <a:cubicBezTo>
                    <a:pt x="7" y="3"/>
                    <a:pt x="7" y="2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298">
              <a:extLst>
                <a:ext uri="{FF2B5EF4-FFF2-40B4-BE49-F238E27FC236}">
                  <a16:creationId xmlns:a16="http://schemas.microsoft.com/office/drawing/2014/main" id="{A0E492FD-0EBE-41A8-A34A-E6E5A2E3E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3176"/>
              <a:ext cx="42" cy="45"/>
            </a:xfrm>
            <a:custGeom>
              <a:avLst/>
              <a:gdLst>
                <a:gd name="T0" fmla="*/ 12 w 17"/>
                <a:gd name="T1" fmla="*/ 183 h 17"/>
                <a:gd name="T2" fmla="*/ 104 w 17"/>
                <a:gd name="T3" fmla="*/ 21 h 17"/>
                <a:gd name="T4" fmla="*/ 245 w 17"/>
                <a:gd name="T5" fmla="*/ 148 h 17"/>
                <a:gd name="T6" fmla="*/ 153 w 17"/>
                <a:gd name="T7" fmla="*/ 294 h 17"/>
                <a:gd name="T8" fmla="*/ 12 w 17"/>
                <a:gd name="T9" fmla="*/ 18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10"/>
                  </a:moveTo>
                  <a:cubicBezTo>
                    <a:pt x="0" y="5"/>
                    <a:pt x="3" y="2"/>
                    <a:pt x="7" y="1"/>
                  </a:cubicBezTo>
                  <a:cubicBezTo>
                    <a:pt x="12" y="0"/>
                    <a:pt x="15" y="3"/>
                    <a:pt x="16" y="8"/>
                  </a:cubicBezTo>
                  <a:cubicBezTo>
                    <a:pt x="17" y="12"/>
                    <a:pt x="14" y="16"/>
                    <a:pt x="10" y="16"/>
                  </a:cubicBezTo>
                  <a:cubicBezTo>
                    <a:pt x="5" y="17"/>
                    <a:pt x="1" y="14"/>
                    <a:pt x="1" y="10"/>
                  </a:cubicBezTo>
                  <a:close/>
                </a:path>
              </a:pathLst>
            </a:cu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299">
              <a:extLst>
                <a:ext uri="{FF2B5EF4-FFF2-40B4-BE49-F238E27FC236}">
                  <a16:creationId xmlns:a16="http://schemas.microsoft.com/office/drawing/2014/main" id="{6AA57723-86B0-4DEC-8E4B-0C87E4E28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178"/>
              <a:ext cx="40" cy="46"/>
            </a:xfrm>
            <a:custGeom>
              <a:avLst/>
              <a:gdLst>
                <a:gd name="T0" fmla="*/ 0 w 16"/>
                <a:gd name="T1" fmla="*/ 176 h 17"/>
                <a:gd name="T2" fmla="*/ 113 w 16"/>
                <a:gd name="T3" fmla="*/ 22 h 17"/>
                <a:gd name="T4" fmla="*/ 238 w 16"/>
                <a:gd name="T5" fmla="*/ 138 h 17"/>
                <a:gd name="T6" fmla="*/ 145 w 16"/>
                <a:gd name="T7" fmla="*/ 314 h 17"/>
                <a:gd name="T8" fmla="*/ 0 w 16"/>
                <a:gd name="T9" fmla="*/ 17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0" y="9"/>
                  </a:moveTo>
                  <a:cubicBezTo>
                    <a:pt x="0" y="5"/>
                    <a:pt x="2" y="1"/>
                    <a:pt x="7" y="1"/>
                  </a:cubicBezTo>
                  <a:cubicBezTo>
                    <a:pt x="11" y="0"/>
                    <a:pt x="15" y="3"/>
                    <a:pt x="15" y="7"/>
                  </a:cubicBezTo>
                  <a:cubicBezTo>
                    <a:pt x="16" y="12"/>
                    <a:pt x="13" y="15"/>
                    <a:pt x="9" y="16"/>
                  </a:cubicBezTo>
                  <a:cubicBezTo>
                    <a:pt x="5" y="17"/>
                    <a:pt x="1" y="14"/>
                    <a:pt x="0" y="9"/>
                  </a:cubicBezTo>
                  <a:close/>
                </a:path>
              </a:pathLst>
            </a:cu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300">
              <a:extLst>
                <a:ext uri="{FF2B5EF4-FFF2-40B4-BE49-F238E27FC236}">
                  <a16:creationId xmlns:a16="http://schemas.microsoft.com/office/drawing/2014/main" id="{F21F0385-9E46-4159-8DF2-D71E95924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3186"/>
              <a:ext cx="22" cy="30"/>
            </a:xfrm>
            <a:custGeom>
              <a:avLst/>
              <a:gdLst>
                <a:gd name="T0" fmla="*/ 42 w 9"/>
                <a:gd name="T1" fmla="*/ 142 h 11"/>
                <a:gd name="T2" fmla="*/ 120 w 9"/>
                <a:gd name="T3" fmla="*/ 22 h 11"/>
                <a:gd name="T4" fmla="*/ 132 w 9"/>
                <a:gd name="T5" fmla="*/ 22 h 11"/>
                <a:gd name="T6" fmla="*/ 90 w 9"/>
                <a:gd name="T7" fmla="*/ 0 h 11"/>
                <a:gd name="T8" fmla="*/ 12 w 9"/>
                <a:gd name="T9" fmla="*/ 120 h 11"/>
                <a:gd name="T10" fmla="*/ 90 w 9"/>
                <a:gd name="T11" fmla="*/ 224 h 11"/>
                <a:gd name="T12" fmla="*/ 42 w 9"/>
                <a:gd name="T13" fmla="*/ 14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3" y="7"/>
                  </a:moveTo>
                  <a:cubicBezTo>
                    <a:pt x="2" y="4"/>
                    <a:pt x="4" y="1"/>
                    <a:pt x="8" y="1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3" y="0"/>
                    <a:pt x="0" y="3"/>
                    <a:pt x="1" y="6"/>
                  </a:cubicBezTo>
                  <a:cubicBezTo>
                    <a:pt x="1" y="9"/>
                    <a:pt x="3" y="11"/>
                    <a:pt x="6" y="11"/>
                  </a:cubicBezTo>
                  <a:cubicBezTo>
                    <a:pt x="4" y="10"/>
                    <a:pt x="3" y="9"/>
                    <a:pt x="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301">
              <a:extLst>
                <a:ext uri="{FF2B5EF4-FFF2-40B4-BE49-F238E27FC236}">
                  <a16:creationId xmlns:a16="http://schemas.microsoft.com/office/drawing/2014/main" id="{98E6C1E3-E861-432F-ACD0-8042B685D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157"/>
              <a:ext cx="337" cy="32"/>
            </a:xfrm>
            <a:custGeom>
              <a:avLst/>
              <a:gdLst>
                <a:gd name="T0" fmla="*/ 0 w 135"/>
                <a:gd name="T1" fmla="*/ 227 h 12"/>
                <a:gd name="T2" fmla="*/ 2099 w 135"/>
                <a:gd name="T3" fmla="*/ 21 h 12"/>
                <a:gd name="T4" fmla="*/ 0 w 135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12">
                  <a:moveTo>
                    <a:pt x="0" y="12"/>
                  </a:moveTo>
                  <a:cubicBezTo>
                    <a:pt x="26" y="8"/>
                    <a:pt x="92" y="0"/>
                    <a:pt x="135" y="1"/>
                  </a:cubicBezTo>
                  <a:cubicBezTo>
                    <a:pt x="110" y="3"/>
                    <a:pt x="15" y="9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355">
              <a:extLst>
                <a:ext uri="{FF2B5EF4-FFF2-40B4-BE49-F238E27FC236}">
                  <a16:creationId xmlns:a16="http://schemas.microsoft.com/office/drawing/2014/main" id="{D3D8FEDB-D599-4574-A365-03EDE8452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3138"/>
              <a:ext cx="550" cy="142"/>
            </a:xfrm>
            <a:custGeom>
              <a:avLst/>
              <a:gdLst>
                <a:gd name="T0" fmla="*/ 0 w 220"/>
                <a:gd name="T1" fmla="*/ 445 h 53"/>
                <a:gd name="T2" fmla="*/ 3438 w 220"/>
                <a:gd name="T3" fmla="*/ 150 h 53"/>
                <a:gd name="T4" fmla="*/ 0 w 220"/>
                <a:gd name="T5" fmla="*/ 44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53">
                  <a:moveTo>
                    <a:pt x="0" y="23"/>
                  </a:moveTo>
                  <a:cubicBezTo>
                    <a:pt x="37" y="16"/>
                    <a:pt x="149" y="0"/>
                    <a:pt x="220" y="8"/>
                  </a:cubicBezTo>
                  <a:cubicBezTo>
                    <a:pt x="199" y="22"/>
                    <a:pt x="70" y="53"/>
                    <a:pt x="0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356">
              <a:extLst>
                <a:ext uri="{FF2B5EF4-FFF2-40B4-BE49-F238E27FC236}">
                  <a16:creationId xmlns:a16="http://schemas.microsoft.com/office/drawing/2014/main" id="{47362EDB-1C9C-4730-8463-7430DE4E2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178"/>
              <a:ext cx="40" cy="46"/>
            </a:xfrm>
            <a:custGeom>
              <a:avLst/>
              <a:gdLst>
                <a:gd name="T0" fmla="*/ 0 w 16"/>
                <a:gd name="T1" fmla="*/ 176 h 17"/>
                <a:gd name="T2" fmla="*/ 113 w 16"/>
                <a:gd name="T3" fmla="*/ 22 h 17"/>
                <a:gd name="T4" fmla="*/ 238 w 16"/>
                <a:gd name="T5" fmla="*/ 138 h 17"/>
                <a:gd name="T6" fmla="*/ 145 w 16"/>
                <a:gd name="T7" fmla="*/ 314 h 17"/>
                <a:gd name="T8" fmla="*/ 0 w 16"/>
                <a:gd name="T9" fmla="*/ 17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0" y="9"/>
                  </a:moveTo>
                  <a:cubicBezTo>
                    <a:pt x="0" y="5"/>
                    <a:pt x="2" y="1"/>
                    <a:pt x="7" y="1"/>
                  </a:cubicBezTo>
                  <a:cubicBezTo>
                    <a:pt x="11" y="0"/>
                    <a:pt x="15" y="3"/>
                    <a:pt x="15" y="7"/>
                  </a:cubicBezTo>
                  <a:cubicBezTo>
                    <a:pt x="16" y="12"/>
                    <a:pt x="13" y="15"/>
                    <a:pt x="9" y="16"/>
                  </a:cubicBezTo>
                  <a:cubicBezTo>
                    <a:pt x="5" y="17"/>
                    <a:pt x="1" y="14"/>
                    <a:pt x="0" y="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65" name="Group 365">
            <a:extLst>
              <a:ext uri="{FF2B5EF4-FFF2-40B4-BE49-F238E27FC236}">
                <a16:creationId xmlns:a16="http://schemas.microsoft.com/office/drawing/2014/main" id="{DB595F26-30FA-4C7E-B54A-1D6CE9CA18E4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3429000"/>
            <a:ext cx="1849438" cy="384175"/>
            <a:chOff x="3657" y="2744"/>
            <a:chExt cx="550" cy="114"/>
          </a:xfrm>
        </p:grpSpPr>
        <p:sp>
          <p:nvSpPr>
            <p:cNvPr id="27706" name="Freeform 302">
              <a:extLst>
                <a:ext uri="{FF2B5EF4-FFF2-40B4-BE49-F238E27FC236}">
                  <a16:creationId xmlns:a16="http://schemas.microsoft.com/office/drawing/2014/main" id="{CB2A2DF7-22A1-4CE9-919D-BF5B60E7F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744"/>
              <a:ext cx="550" cy="114"/>
            </a:xfrm>
            <a:custGeom>
              <a:avLst/>
              <a:gdLst>
                <a:gd name="T0" fmla="*/ 0 w 220"/>
                <a:gd name="T1" fmla="*/ 90 h 43"/>
                <a:gd name="T2" fmla="*/ 3438 w 220"/>
                <a:gd name="T3" fmla="*/ 294 h 43"/>
                <a:gd name="T4" fmla="*/ 0 w 220"/>
                <a:gd name="T5" fmla="*/ 9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43">
                  <a:moveTo>
                    <a:pt x="0" y="5"/>
                  </a:moveTo>
                  <a:cubicBezTo>
                    <a:pt x="37" y="2"/>
                    <a:pt x="151" y="0"/>
                    <a:pt x="220" y="16"/>
                  </a:cubicBezTo>
                  <a:cubicBezTo>
                    <a:pt x="198" y="27"/>
                    <a:pt x="66" y="43"/>
                    <a:pt x="0" y="5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303">
              <a:extLst>
                <a:ext uri="{FF2B5EF4-FFF2-40B4-BE49-F238E27FC236}">
                  <a16:creationId xmlns:a16="http://schemas.microsoft.com/office/drawing/2014/main" id="{3E27F5C3-094B-4777-A0EB-3C4A3CC52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776"/>
              <a:ext cx="37" cy="42"/>
            </a:xfrm>
            <a:custGeom>
              <a:avLst/>
              <a:gdLst>
                <a:gd name="T0" fmla="*/ 0 w 15"/>
                <a:gd name="T1" fmla="*/ 144 h 16"/>
                <a:gd name="T2" fmla="*/ 104 w 15"/>
                <a:gd name="T3" fmla="*/ 0 h 16"/>
                <a:gd name="T4" fmla="*/ 224 w 15"/>
                <a:gd name="T5" fmla="*/ 144 h 16"/>
                <a:gd name="T6" fmla="*/ 121 w 15"/>
                <a:gd name="T7" fmla="*/ 268 h 16"/>
                <a:gd name="T8" fmla="*/ 0 w 15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0" y="8"/>
                  </a:moveTo>
                  <a:cubicBezTo>
                    <a:pt x="0" y="4"/>
                    <a:pt x="3" y="0"/>
                    <a:pt x="7" y="0"/>
                  </a:cubicBezTo>
                  <a:cubicBezTo>
                    <a:pt x="12" y="0"/>
                    <a:pt x="15" y="3"/>
                    <a:pt x="15" y="8"/>
                  </a:cubicBezTo>
                  <a:cubicBezTo>
                    <a:pt x="15" y="12"/>
                    <a:pt x="12" y="15"/>
                    <a:pt x="8" y="15"/>
                  </a:cubicBezTo>
                  <a:cubicBezTo>
                    <a:pt x="4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304">
              <a:extLst>
                <a:ext uri="{FF2B5EF4-FFF2-40B4-BE49-F238E27FC236}">
                  <a16:creationId xmlns:a16="http://schemas.microsoft.com/office/drawing/2014/main" id="{EAC3C488-3B5B-4CAF-A1BE-79B37C794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797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70 w 7"/>
                <a:gd name="T3" fmla="*/ 81 h 7"/>
                <a:gd name="T4" fmla="*/ 0 w 7"/>
                <a:gd name="T5" fmla="*/ 141 h 7"/>
                <a:gd name="T6" fmla="*/ 0 w 7"/>
                <a:gd name="T7" fmla="*/ 141 h 7"/>
                <a:gd name="T8" fmla="*/ 87 w 7"/>
                <a:gd name="T9" fmla="*/ 103 h 7"/>
                <a:gd name="T10" fmla="*/ 100 w 7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1"/>
                    <a:pt x="6" y="3"/>
                    <a:pt x="5" y="4"/>
                  </a:cubicBezTo>
                  <a:cubicBezTo>
                    <a:pt x="4" y="6"/>
                    <a:pt x="2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4" y="7"/>
                    <a:pt x="6" y="5"/>
                  </a:cubicBezTo>
                  <a:cubicBezTo>
                    <a:pt x="7" y="3"/>
                    <a:pt x="7" y="2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305">
              <a:extLst>
                <a:ext uri="{FF2B5EF4-FFF2-40B4-BE49-F238E27FC236}">
                  <a16:creationId xmlns:a16="http://schemas.microsoft.com/office/drawing/2014/main" id="{5C3BC4F6-4C16-4923-BC3F-F255E9932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768"/>
              <a:ext cx="37" cy="42"/>
            </a:xfrm>
            <a:custGeom>
              <a:avLst/>
              <a:gdLst>
                <a:gd name="T0" fmla="*/ 0 w 15"/>
                <a:gd name="T1" fmla="*/ 144 h 16"/>
                <a:gd name="T2" fmla="*/ 104 w 15"/>
                <a:gd name="T3" fmla="*/ 0 h 16"/>
                <a:gd name="T4" fmla="*/ 224 w 15"/>
                <a:gd name="T5" fmla="*/ 144 h 16"/>
                <a:gd name="T6" fmla="*/ 121 w 15"/>
                <a:gd name="T7" fmla="*/ 289 h 16"/>
                <a:gd name="T8" fmla="*/ 0 w 15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0" y="8"/>
                  </a:moveTo>
                  <a:cubicBezTo>
                    <a:pt x="0" y="4"/>
                    <a:pt x="3" y="1"/>
                    <a:pt x="7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2"/>
                    <a:pt x="12" y="16"/>
                    <a:pt x="8" y="16"/>
                  </a:cubicBezTo>
                  <a:cubicBezTo>
                    <a:pt x="3" y="16"/>
                    <a:pt x="0" y="13"/>
                    <a:pt x="0" y="8"/>
                  </a:cubicBezTo>
                  <a:close/>
                </a:path>
              </a:pathLst>
            </a:cu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306">
              <a:extLst>
                <a:ext uri="{FF2B5EF4-FFF2-40B4-BE49-F238E27FC236}">
                  <a16:creationId xmlns:a16="http://schemas.microsoft.com/office/drawing/2014/main" id="{B5E09DFE-C91F-4AD0-A232-599DFE61B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770"/>
              <a:ext cx="40" cy="43"/>
            </a:xfrm>
            <a:custGeom>
              <a:avLst/>
              <a:gdLst>
                <a:gd name="T0" fmla="*/ 0 w 16"/>
                <a:gd name="T1" fmla="*/ 159 h 16"/>
                <a:gd name="T2" fmla="*/ 125 w 16"/>
                <a:gd name="T3" fmla="*/ 0 h 16"/>
                <a:gd name="T4" fmla="*/ 238 w 16"/>
                <a:gd name="T5" fmla="*/ 159 h 16"/>
                <a:gd name="T6" fmla="*/ 125 w 16"/>
                <a:gd name="T7" fmla="*/ 312 h 16"/>
                <a:gd name="T8" fmla="*/ 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6" y="12"/>
                    <a:pt x="12" y="16"/>
                    <a:pt x="8" y="16"/>
                  </a:cubicBezTo>
                  <a:cubicBezTo>
                    <a:pt x="4" y="16"/>
                    <a:pt x="0" y="13"/>
                    <a:pt x="0" y="8"/>
                  </a:cubicBezTo>
                  <a:close/>
                </a:path>
              </a:pathLst>
            </a:cu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307">
              <a:extLst>
                <a:ext uri="{FF2B5EF4-FFF2-40B4-BE49-F238E27FC236}">
                  <a16:creationId xmlns:a16="http://schemas.microsoft.com/office/drawing/2014/main" id="{D9616F3E-40B2-4F17-B41A-DFB1C7EEC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778"/>
              <a:ext cx="22" cy="30"/>
            </a:xfrm>
            <a:custGeom>
              <a:avLst/>
              <a:gdLst>
                <a:gd name="T0" fmla="*/ 29 w 9"/>
                <a:gd name="T1" fmla="*/ 120 h 11"/>
                <a:gd name="T2" fmla="*/ 103 w 9"/>
                <a:gd name="T3" fmla="*/ 0 h 11"/>
                <a:gd name="T4" fmla="*/ 132 w 9"/>
                <a:gd name="T5" fmla="*/ 22 h 11"/>
                <a:gd name="T6" fmla="*/ 71 w 9"/>
                <a:gd name="T7" fmla="*/ 0 h 11"/>
                <a:gd name="T8" fmla="*/ 0 w 9"/>
                <a:gd name="T9" fmla="*/ 104 h 11"/>
                <a:gd name="T10" fmla="*/ 59 w 9"/>
                <a:gd name="T11" fmla="*/ 224 h 11"/>
                <a:gd name="T12" fmla="*/ 29 w 9"/>
                <a:gd name="T13" fmla="*/ 12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6"/>
                  </a:moveTo>
                  <a:cubicBezTo>
                    <a:pt x="2" y="3"/>
                    <a:pt x="4" y="1"/>
                    <a:pt x="7" y="0"/>
                  </a:cubicBezTo>
                  <a:cubicBezTo>
                    <a:pt x="8" y="0"/>
                    <a:pt x="8" y="1"/>
                    <a:pt x="9" y="1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3" y="10"/>
                    <a:pt x="2" y="8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308">
              <a:extLst>
                <a:ext uri="{FF2B5EF4-FFF2-40B4-BE49-F238E27FC236}">
                  <a16:creationId xmlns:a16="http://schemas.microsoft.com/office/drawing/2014/main" id="{F8D0EABE-AFF4-45D1-93AE-8B52717A1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754"/>
              <a:ext cx="337" cy="19"/>
            </a:xfrm>
            <a:custGeom>
              <a:avLst/>
              <a:gdLst>
                <a:gd name="T0" fmla="*/ 0 w 135"/>
                <a:gd name="T1" fmla="*/ 22 h 7"/>
                <a:gd name="T2" fmla="*/ 2099 w 135"/>
                <a:gd name="T3" fmla="*/ 141 h 7"/>
                <a:gd name="T4" fmla="*/ 0 w 135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7">
                  <a:moveTo>
                    <a:pt x="0" y="1"/>
                  </a:moveTo>
                  <a:cubicBezTo>
                    <a:pt x="26" y="1"/>
                    <a:pt x="92" y="1"/>
                    <a:pt x="135" y="7"/>
                  </a:cubicBezTo>
                  <a:cubicBezTo>
                    <a:pt x="110" y="6"/>
                    <a:pt x="16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357">
              <a:extLst>
                <a:ext uri="{FF2B5EF4-FFF2-40B4-BE49-F238E27FC236}">
                  <a16:creationId xmlns:a16="http://schemas.microsoft.com/office/drawing/2014/main" id="{784C1EF9-F448-431A-BCEE-171AF8DB4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744"/>
              <a:ext cx="550" cy="114"/>
            </a:xfrm>
            <a:custGeom>
              <a:avLst/>
              <a:gdLst>
                <a:gd name="T0" fmla="*/ 0 w 220"/>
                <a:gd name="T1" fmla="*/ 90 h 43"/>
                <a:gd name="T2" fmla="*/ 3438 w 220"/>
                <a:gd name="T3" fmla="*/ 294 h 43"/>
                <a:gd name="T4" fmla="*/ 0 w 220"/>
                <a:gd name="T5" fmla="*/ 9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43">
                  <a:moveTo>
                    <a:pt x="0" y="5"/>
                  </a:moveTo>
                  <a:cubicBezTo>
                    <a:pt x="37" y="2"/>
                    <a:pt x="151" y="0"/>
                    <a:pt x="220" y="16"/>
                  </a:cubicBezTo>
                  <a:cubicBezTo>
                    <a:pt x="198" y="27"/>
                    <a:pt x="66" y="43"/>
                    <a:pt x="0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358">
              <a:extLst>
                <a:ext uri="{FF2B5EF4-FFF2-40B4-BE49-F238E27FC236}">
                  <a16:creationId xmlns:a16="http://schemas.microsoft.com/office/drawing/2014/main" id="{181AE7C5-6601-42B0-9F4E-E94C6BC5A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770"/>
              <a:ext cx="40" cy="43"/>
            </a:xfrm>
            <a:custGeom>
              <a:avLst/>
              <a:gdLst>
                <a:gd name="T0" fmla="*/ 0 w 16"/>
                <a:gd name="T1" fmla="*/ 159 h 16"/>
                <a:gd name="T2" fmla="*/ 125 w 16"/>
                <a:gd name="T3" fmla="*/ 0 h 16"/>
                <a:gd name="T4" fmla="*/ 238 w 16"/>
                <a:gd name="T5" fmla="*/ 159 h 16"/>
                <a:gd name="T6" fmla="*/ 125 w 16"/>
                <a:gd name="T7" fmla="*/ 312 h 16"/>
                <a:gd name="T8" fmla="*/ 0 w 16"/>
                <a:gd name="T9" fmla="*/ 1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0" y="4"/>
                    <a:pt x="3" y="1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6" y="12"/>
                    <a:pt x="12" y="16"/>
                    <a:pt x="8" y="16"/>
                  </a:cubicBezTo>
                  <a:cubicBezTo>
                    <a:pt x="4" y="16"/>
                    <a:pt x="0" y="13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66" name="Group 367">
            <a:extLst>
              <a:ext uri="{FF2B5EF4-FFF2-40B4-BE49-F238E27FC236}">
                <a16:creationId xmlns:a16="http://schemas.microsoft.com/office/drawing/2014/main" id="{E061E37F-62AD-4241-AE33-76CD0E85482F}"/>
              </a:ext>
            </a:extLst>
          </p:cNvPr>
          <p:cNvGrpSpPr>
            <a:grpSpLocks/>
          </p:cNvGrpSpPr>
          <p:nvPr/>
        </p:nvGrpSpPr>
        <p:grpSpPr bwMode="auto">
          <a:xfrm>
            <a:off x="4359275" y="4940300"/>
            <a:ext cx="2427288" cy="457200"/>
            <a:chOff x="2899" y="2693"/>
            <a:chExt cx="723" cy="136"/>
          </a:xfrm>
        </p:grpSpPr>
        <p:sp>
          <p:nvSpPr>
            <p:cNvPr id="27697" name="Freeform 189">
              <a:extLst>
                <a:ext uri="{FF2B5EF4-FFF2-40B4-BE49-F238E27FC236}">
                  <a16:creationId xmlns:a16="http://schemas.microsoft.com/office/drawing/2014/main" id="{A6D7C0AD-4A04-4B63-A72D-749D364B0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693"/>
              <a:ext cx="723" cy="136"/>
            </a:xfrm>
            <a:custGeom>
              <a:avLst/>
              <a:gdLst>
                <a:gd name="T0" fmla="*/ 0 w 289"/>
                <a:gd name="T1" fmla="*/ 0 h 51"/>
                <a:gd name="T2" fmla="*/ 4526 w 289"/>
                <a:gd name="T3" fmla="*/ 717 h 51"/>
                <a:gd name="T4" fmla="*/ 0 w 289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9" h="51">
                  <a:moveTo>
                    <a:pt x="0" y="0"/>
                  </a:moveTo>
                  <a:cubicBezTo>
                    <a:pt x="49" y="2"/>
                    <a:pt x="240" y="13"/>
                    <a:pt x="289" y="38"/>
                  </a:cubicBezTo>
                  <a:cubicBezTo>
                    <a:pt x="240" y="51"/>
                    <a:pt x="78" y="40"/>
                    <a:pt x="0" y="0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Oval 255">
              <a:extLst>
                <a:ext uri="{FF2B5EF4-FFF2-40B4-BE49-F238E27FC236}">
                  <a16:creationId xmlns:a16="http://schemas.microsoft.com/office/drawing/2014/main" id="{1686548B-189D-4E23-8B12-B6F1D9EDB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4" y="2746"/>
              <a:ext cx="38" cy="40"/>
            </a:xfrm>
            <a:prstGeom prst="ellipse">
              <a:avLst/>
            </a:pr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699" name="Freeform 256">
              <a:extLst>
                <a:ext uri="{FF2B5EF4-FFF2-40B4-BE49-F238E27FC236}">
                  <a16:creationId xmlns:a16="http://schemas.microsoft.com/office/drawing/2014/main" id="{E284BD84-E543-495B-AEAF-A6D916F9B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765"/>
              <a:ext cx="18" cy="21"/>
            </a:xfrm>
            <a:custGeom>
              <a:avLst/>
              <a:gdLst>
                <a:gd name="T0" fmla="*/ 118 w 7"/>
                <a:gd name="T1" fmla="*/ 0 h 8"/>
                <a:gd name="T2" fmla="*/ 85 w 7"/>
                <a:gd name="T3" fmla="*/ 89 h 8"/>
                <a:gd name="T4" fmla="*/ 0 w 7"/>
                <a:gd name="T5" fmla="*/ 144 h 8"/>
                <a:gd name="T6" fmla="*/ 0 w 7"/>
                <a:gd name="T7" fmla="*/ 144 h 8"/>
                <a:gd name="T8" fmla="*/ 100 w 7"/>
                <a:gd name="T9" fmla="*/ 110 h 8"/>
                <a:gd name="T10" fmla="*/ 118 w 7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7" y="2"/>
                    <a:pt x="7" y="4"/>
                    <a:pt x="5" y="5"/>
                  </a:cubicBezTo>
                  <a:cubicBezTo>
                    <a:pt x="4" y="7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4" y="7"/>
                    <a:pt x="6" y="6"/>
                  </a:cubicBezTo>
                  <a:cubicBezTo>
                    <a:pt x="7" y="4"/>
                    <a:pt x="7" y="2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Oval 257">
              <a:extLst>
                <a:ext uri="{FF2B5EF4-FFF2-40B4-BE49-F238E27FC236}">
                  <a16:creationId xmlns:a16="http://schemas.microsoft.com/office/drawing/2014/main" id="{638C0130-4EAD-4C4E-8A7C-2BE75594C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738"/>
              <a:ext cx="38" cy="43"/>
            </a:xfrm>
            <a:prstGeom prst="ellipse">
              <a:avLst/>
            </a:pr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01" name="Oval 258">
              <a:extLst>
                <a:ext uri="{FF2B5EF4-FFF2-40B4-BE49-F238E27FC236}">
                  <a16:creationId xmlns:a16="http://schemas.microsoft.com/office/drawing/2014/main" id="{41760710-A2F7-4485-A9AF-B3FE4E5AB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2741"/>
              <a:ext cx="40" cy="43"/>
            </a:xfrm>
            <a:prstGeom prst="ellipse">
              <a:avLst/>
            </a:pr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02" name="Freeform 259">
              <a:extLst>
                <a:ext uri="{FF2B5EF4-FFF2-40B4-BE49-F238E27FC236}">
                  <a16:creationId xmlns:a16="http://schemas.microsoft.com/office/drawing/2014/main" id="{6CDD99C4-3D37-44FE-BB75-D7F75A40B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746"/>
              <a:ext cx="23" cy="30"/>
            </a:xfrm>
            <a:custGeom>
              <a:avLst/>
              <a:gdLst>
                <a:gd name="T0" fmla="*/ 33 w 9"/>
                <a:gd name="T1" fmla="*/ 142 h 11"/>
                <a:gd name="T2" fmla="*/ 118 w 9"/>
                <a:gd name="T3" fmla="*/ 22 h 11"/>
                <a:gd name="T4" fmla="*/ 151 w 9"/>
                <a:gd name="T5" fmla="*/ 22 h 11"/>
                <a:gd name="T6" fmla="*/ 97 w 9"/>
                <a:gd name="T7" fmla="*/ 0 h 11"/>
                <a:gd name="T8" fmla="*/ 0 w 9"/>
                <a:gd name="T9" fmla="*/ 120 h 11"/>
                <a:gd name="T10" fmla="*/ 66 w 9"/>
                <a:gd name="T11" fmla="*/ 224 h 11"/>
                <a:gd name="T12" fmla="*/ 33 w 9"/>
                <a:gd name="T13" fmla="*/ 14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7"/>
                  </a:moveTo>
                  <a:cubicBezTo>
                    <a:pt x="2" y="4"/>
                    <a:pt x="4" y="1"/>
                    <a:pt x="7" y="1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8" y="1"/>
                    <a:pt x="7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8"/>
                    <a:pt x="2" y="11"/>
                    <a:pt x="4" y="11"/>
                  </a:cubicBezTo>
                  <a:cubicBezTo>
                    <a:pt x="3" y="10"/>
                    <a:pt x="2" y="9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309">
              <a:extLst>
                <a:ext uri="{FF2B5EF4-FFF2-40B4-BE49-F238E27FC236}">
                  <a16:creationId xmlns:a16="http://schemas.microsoft.com/office/drawing/2014/main" id="{2A8DC639-582F-4064-8820-A0468B9C6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712"/>
              <a:ext cx="410" cy="53"/>
            </a:xfrm>
            <a:custGeom>
              <a:avLst/>
              <a:gdLst>
                <a:gd name="T0" fmla="*/ 0 w 164"/>
                <a:gd name="T1" fmla="*/ 0 h 20"/>
                <a:gd name="T2" fmla="*/ 2563 w 164"/>
                <a:gd name="T3" fmla="*/ 371 h 20"/>
                <a:gd name="T4" fmla="*/ 0 w 16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20">
                  <a:moveTo>
                    <a:pt x="0" y="0"/>
                  </a:moveTo>
                  <a:cubicBezTo>
                    <a:pt x="20" y="1"/>
                    <a:pt x="127" y="11"/>
                    <a:pt x="164" y="20"/>
                  </a:cubicBezTo>
                  <a:cubicBezTo>
                    <a:pt x="137" y="16"/>
                    <a:pt x="24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327">
              <a:extLst>
                <a:ext uri="{FF2B5EF4-FFF2-40B4-BE49-F238E27FC236}">
                  <a16:creationId xmlns:a16="http://schemas.microsoft.com/office/drawing/2014/main" id="{84E68BAA-DF00-44FF-BA3A-648F23142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693"/>
              <a:ext cx="723" cy="136"/>
            </a:xfrm>
            <a:custGeom>
              <a:avLst/>
              <a:gdLst>
                <a:gd name="T0" fmla="*/ 0 w 289"/>
                <a:gd name="T1" fmla="*/ 0 h 51"/>
                <a:gd name="T2" fmla="*/ 4526 w 289"/>
                <a:gd name="T3" fmla="*/ 717 h 51"/>
                <a:gd name="T4" fmla="*/ 0 w 289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9" h="51">
                  <a:moveTo>
                    <a:pt x="0" y="0"/>
                  </a:moveTo>
                  <a:cubicBezTo>
                    <a:pt x="49" y="2"/>
                    <a:pt x="240" y="13"/>
                    <a:pt x="289" y="38"/>
                  </a:cubicBezTo>
                  <a:cubicBezTo>
                    <a:pt x="240" y="51"/>
                    <a:pt x="78" y="4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Oval 359">
              <a:extLst>
                <a:ext uri="{FF2B5EF4-FFF2-40B4-BE49-F238E27FC236}">
                  <a16:creationId xmlns:a16="http://schemas.microsoft.com/office/drawing/2014/main" id="{8830A796-7E90-415D-8FBC-EC4C9EE70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2741"/>
              <a:ext cx="40" cy="43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7667" name="Group 374">
            <a:extLst>
              <a:ext uri="{FF2B5EF4-FFF2-40B4-BE49-F238E27FC236}">
                <a16:creationId xmlns:a16="http://schemas.microsoft.com/office/drawing/2014/main" id="{A49DAC8A-7160-4556-B720-CAFB3E16C3B8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2286000"/>
            <a:ext cx="1941513" cy="366713"/>
            <a:chOff x="3677" y="2949"/>
            <a:chExt cx="578" cy="109"/>
          </a:xfrm>
        </p:grpSpPr>
        <p:sp>
          <p:nvSpPr>
            <p:cNvPr id="27688" name="Freeform 199">
              <a:extLst>
                <a:ext uri="{FF2B5EF4-FFF2-40B4-BE49-F238E27FC236}">
                  <a16:creationId xmlns:a16="http://schemas.microsoft.com/office/drawing/2014/main" id="{7690CC1D-4480-4714-8BB1-E5A9B75DB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949"/>
              <a:ext cx="578" cy="109"/>
            </a:xfrm>
            <a:custGeom>
              <a:avLst/>
              <a:gdLst>
                <a:gd name="T0" fmla="*/ 0 w 231"/>
                <a:gd name="T1" fmla="*/ 282 h 41"/>
                <a:gd name="T2" fmla="*/ 2317 w 231"/>
                <a:gd name="T3" fmla="*/ 149 h 41"/>
                <a:gd name="T4" fmla="*/ 3618 w 231"/>
                <a:gd name="T5" fmla="*/ 545 h 41"/>
                <a:gd name="T6" fmla="*/ 1721 w 231"/>
                <a:gd name="T7" fmla="*/ 657 h 41"/>
                <a:gd name="T8" fmla="*/ 0 w 231"/>
                <a:gd name="T9" fmla="*/ 28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41">
                  <a:moveTo>
                    <a:pt x="0" y="15"/>
                  </a:moveTo>
                  <a:cubicBezTo>
                    <a:pt x="40" y="6"/>
                    <a:pt x="109" y="0"/>
                    <a:pt x="148" y="8"/>
                  </a:cubicBezTo>
                  <a:cubicBezTo>
                    <a:pt x="187" y="15"/>
                    <a:pt x="231" y="29"/>
                    <a:pt x="231" y="29"/>
                  </a:cubicBezTo>
                  <a:cubicBezTo>
                    <a:pt x="195" y="41"/>
                    <a:pt x="148" y="38"/>
                    <a:pt x="110" y="35"/>
                  </a:cubicBezTo>
                  <a:cubicBezTo>
                    <a:pt x="73" y="32"/>
                    <a:pt x="18" y="12"/>
                    <a:pt x="0" y="15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Oval 260">
              <a:extLst>
                <a:ext uri="{FF2B5EF4-FFF2-40B4-BE49-F238E27FC236}">
                  <a16:creationId xmlns:a16="http://schemas.microsoft.com/office/drawing/2014/main" id="{86103DFE-DE33-473B-B239-E50007EC3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2992"/>
              <a:ext cx="40" cy="40"/>
            </a:xfrm>
            <a:prstGeom prst="ellipse">
              <a:avLst/>
            </a:pr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690" name="Freeform 261">
              <a:extLst>
                <a:ext uri="{FF2B5EF4-FFF2-40B4-BE49-F238E27FC236}">
                  <a16:creationId xmlns:a16="http://schemas.microsoft.com/office/drawing/2014/main" id="{4339F3A6-E4C1-4B44-B196-C8CA24D36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3013"/>
              <a:ext cx="20" cy="19"/>
            </a:xfrm>
            <a:custGeom>
              <a:avLst/>
              <a:gdLst>
                <a:gd name="T0" fmla="*/ 125 w 8"/>
                <a:gd name="T1" fmla="*/ 0 h 7"/>
                <a:gd name="T2" fmla="*/ 95 w 8"/>
                <a:gd name="T3" fmla="*/ 81 h 7"/>
                <a:gd name="T4" fmla="*/ 0 w 8"/>
                <a:gd name="T5" fmla="*/ 141 h 7"/>
                <a:gd name="T6" fmla="*/ 0 w 8"/>
                <a:gd name="T7" fmla="*/ 141 h 7"/>
                <a:gd name="T8" fmla="*/ 95 w 8"/>
                <a:gd name="T9" fmla="*/ 103 h 7"/>
                <a:gd name="T10" fmla="*/ 125 w 8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8" y="1"/>
                    <a:pt x="7" y="3"/>
                    <a:pt x="6" y="4"/>
                  </a:cubicBezTo>
                  <a:cubicBezTo>
                    <a:pt x="4" y="6"/>
                    <a:pt x="2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7"/>
                    <a:pt x="5" y="7"/>
                    <a:pt x="6" y="5"/>
                  </a:cubicBezTo>
                  <a:cubicBezTo>
                    <a:pt x="7" y="3"/>
                    <a:pt x="8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Oval 262">
              <a:extLst>
                <a:ext uri="{FF2B5EF4-FFF2-40B4-BE49-F238E27FC236}">
                  <a16:creationId xmlns:a16="http://schemas.microsoft.com/office/drawing/2014/main" id="{2DB50067-3568-4404-8991-7C69288DA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2984"/>
              <a:ext cx="40" cy="42"/>
            </a:xfrm>
            <a:prstGeom prst="ellipse">
              <a:avLst/>
            </a:pr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692" name="Oval 263">
              <a:extLst>
                <a:ext uri="{FF2B5EF4-FFF2-40B4-BE49-F238E27FC236}">
                  <a16:creationId xmlns:a16="http://schemas.microsoft.com/office/drawing/2014/main" id="{85E014FF-E269-44BB-9AC9-1F78C6038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9" y="2986"/>
              <a:ext cx="38" cy="43"/>
            </a:xfrm>
            <a:prstGeom prst="ellipse">
              <a:avLst/>
            </a:pr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693" name="Freeform 264">
              <a:extLst>
                <a:ext uri="{FF2B5EF4-FFF2-40B4-BE49-F238E27FC236}">
                  <a16:creationId xmlns:a16="http://schemas.microsoft.com/office/drawing/2014/main" id="{30D61FDC-09B9-4CD0-B936-C4E7909B5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992"/>
              <a:ext cx="22" cy="29"/>
            </a:xfrm>
            <a:custGeom>
              <a:avLst/>
              <a:gdLst>
                <a:gd name="T0" fmla="*/ 29 w 9"/>
                <a:gd name="T1" fmla="*/ 124 h 11"/>
                <a:gd name="T2" fmla="*/ 120 w 9"/>
                <a:gd name="T3" fmla="*/ 21 h 11"/>
                <a:gd name="T4" fmla="*/ 132 w 9"/>
                <a:gd name="T5" fmla="*/ 34 h 11"/>
                <a:gd name="T6" fmla="*/ 90 w 9"/>
                <a:gd name="T7" fmla="*/ 0 h 11"/>
                <a:gd name="T8" fmla="*/ 0 w 9"/>
                <a:gd name="T9" fmla="*/ 111 h 11"/>
                <a:gd name="T10" fmla="*/ 59 w 9"/>
                <a:gd name="T11" fmla="*/ 200 h 11"/>
                <a:gd name="T12" fmla="*/ 29 w 9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7"/>
                  </a:moveTo>
                  <a:cubicBezTo>
                    <a:pt x="2" y="4"/>
                    <a:pt x="5" y="1"/>
                    <a:pt x="8" y="1"/>
                  </a:cubicBezTo>
                  <a:cubicBezTo>
                    <a:pt x="8" y="1"/>
                    <a:pt x="9" y="1"/>
                    <a:pt x="9" y="2"/>
                  </a:cubicBezTo>
                  <a:cubicBezTo>
                    <a:pt x="8" y="1"/>
                    <a:pt x="7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3" y="10"/>
                    <a:pt x="2" y="9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310">
              <a:extLst>
                <a:ext uri="{FF2B5EF4-FFF2-40B4-BE49-F238E27FC236}">
                  <a16:creationId xmlns:a16="http://schemas.microsoft.com/office/drawing/2014/main" id="{D00E6E7E-1949-44AA-A04E-4B298AEC5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952"/>
              <a:ext cx="300" cy="40"/>
            </a:xfrm>
            <a:custGeom>
              <a:avLst/>
              <a:gdLst>
                <a:gd name="T0" fmla="*/ 1270 w 120"/>
                <a:gd name="T1" fmla="*/ 171 h 15"/>
                <a:gd name="T2" fmla="*/ 0 w 120"/>
                <a:gd name="T3" fmla="*/ 149 h 15"/>
                <a:gd name="T4" fmla="*/ 1875 w 120"/>
                <a:gd name="T5" fmla="*/ 285 h 15"/>
                <a:gd name="T6" fmla="*/ 1270 w 120"/>
                <a:gd name="T7" fmla="*/ 17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5">
                  <a:moveTo>
                    <a:pt x="81" y="9"/>
                  </a:moveTo>
                  <a:cubicBezTo>
                    <a:pt x="51" y="6"/>
                    <a:pt x="16" y="6"/>
                    <a:pt x="0" y="8"/>
                  </a:cubicBezTo>
                  <a:cubicBezTo>
                    <a:pt x="19" y="5"/>
                    <a:pt x="72" y="0"/>
                    <a:pt x="120" y="15"/>
                  </a:cubicBezTo>
                  <a:cubicBezTo>
                    <a:pt x="112" y="13"/>
                    <a:pt x="97" y="10"/>
                    <a:pt x="8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334">
              <a:extLst>
                <a:ext uri="{FF2B5EF4-FFF2-40B4-BE49-F238E27FC236}">
                  <a16:creationId xmlns:a16="http://schemas.microsoft.com/office/drawing/2014/main" id="{0AFA7401-E198-4103-AF2C-E0B6A0A1F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949"/>
              <a:ext cx="578" cy="109"/>
            </a:xfrm>
            <a:custGeom>
              <a:avLst/>
              <a:gdLst>
                <a:gd name="T0" fmla="*/ 0 w 231"/>
                <a:gd name="T1" fmla="*/ 282 h 41"/>
                <a:gd name="T2" fmla="*/ 2317 w 231"/>
                <a:gd name="T3" fmla="*/ 149 h 41"/>
                <a:gd name="T4" fmla="*/ 3618 w 231"/>
                <a:gd name="T5" fmla="*/ 545 h 41"/>
                <a:gd name="T6" fmla="*/ 1721 w 231"/>
                <a:gd name="T7" fmla="*/ 657 h 41"/>
                <a:gd name="T8" fmla="*/ 0 w 231"/>
                <a:gd name="T9" fmla="*/ 28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41">
                  <a:moveTo>
                    <a:pt x="0" y="15"/>
                  </a:moveTo>
                  <a:cubicBezTo>
                    <a:pt x="40" y="6"/>
                    <a:pt x="109" y="0"/>
                    <a:pt x="148" y="8"/>
                  </a:cubicBezTo>
                  <a:cubicBezTo>
                    <a:pt x="187" y="15"/>
                    <a:pt x="231" y="29"/>
                    <a:pt x="231" y="29"/>
                  </a:cubicBezTo>
                  <a:cubicBezTo>
                    <a:pt x="195" y="41"/>
                    <a:pt x="148" y="38"/>
                    <a:pt x="110" y="35"/>
                  </a:cubicBezTo>
                  <a:cubicBezTo>
                    <a:pt x="73" y="32"/>
                    <a:pt x="18" y="12"/>
                    <a:pt x="0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Oval 360">
              <a:extLst>
                <a:ext uri="{FF2B5EF4-FFF2-40B4-BE49-F238E27FC236}">
                  <a16:creationId xmlns:a16="http://schemas.microsoft.com/office/drawing/2014/main" id="{5658D4B1-136F-4454-8D84-579E8E511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9" y="2986"/>
              <a:ext cx="38" cy="43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7668" name="Group 373">
            <a:extLst>
              <a:ext uri="{FF2B5EF4-FFF2-40B4-BE49-F238E27FC236}">
                <a16:creationId xmlns:a16="http://schemas.microsoft.com/office/drawing/2014/main" id="{C241743B-2274-40CA-9A48-B3124AF88403}"/>
              </a:ext>
            </a:extLst>
          </p:cNvPr>
          <p:cNvGrpSpPr>
            <a:grpSpLocks/>
          </p:cNvGrpSpPr>
          <p:nvPr/>
        </p:nvGrpSpPr>
        <p:grpSpPr bwMode="auto">
          <a:xfrm>
            <a:off x="8229600" y="3124200"/>
            <a:ext cx="1639888" cy="366713"/>
            <a:chOff x="3409" y="2840"/>
            <a:chExt cx="488" cy="109"/>
          </a:xfrm>
        </p:grpSpPr>
        <p:sp>
          <p:nvSpPr>
            <p:cNvPr id="27679" name="Freeform 198">
              <a:extLst>
                <a:ext uri="{FF2B5EF4-FFF2-40B4-BE49-F238E27FC236}">
                  <a16:creationId xmlns:a16="http://schemas.microsoft.com/office/drawing/2014/main" id="{8DD56F3D-E286-4211-80EA-34834A57C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840"/>
              <a:ext cx="488" cy="109"/>
            </a:xfrm>
            <a:custGeom>
              <a:avLst/>
              <a:gdLst>
                <a:gd name="T0" fmla="*/ 3056 w 195"/>
                <a:gd name="T1" fmla="*/ 622 h 41"/>
                <a:gd name="T2" fmla="*/ 1942 w 195"/>
                <a:gd name="T3" fmla="*/ 136 h 41"/>
                <a:gd name="T4" fmla="*/ 0 w 195"/>
                <a:gd name="T5" fmla="*/ 77 h 41"/>
                <a:gd name="T6" fmla="*/ 3056 w 195"/>
                <a:gd name="T7" fmla="*/ 62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5" h="41">
                  <a:moveTo>
                    <a:pt x="195" y="33"/>
                  </a:moveTo>
                  <a:cubicBezTo>
                    <a:pt x="195" y="33"/>
                    <a:pt x="172" y="15"/>
                    <a:pt x="124" y="7"/>
                  </a:cubicBezTo>
                  <a:cubicBezTo>
                    <a:pt x="76" y="0"/>
                    <a:pt x="30" y="4"/>
                    <a:pt x="0" y="4"/>
                  </a:cubicBezTo>
                  <a:cubicBezTo>
                    <a:pt x="44" y="21"/>
                    <a:pt x="133" y="41"/>
                    <a:pt x="195" y="33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Oval 265">
              <a:extLst>
                <a:ext uri="{FF2B5EF4-FFF2-40B4-BE49-F238E27FC236}">
                  <a16:creationId xmlns:a16="http://schemas.microsoft.com/office/drawing/2014/main" id="{F55B1745-AC06-4171-89D4-3A2732550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7" y="2874"/>
              <a:ext cx="37" cy="43"/>
            </a:xfrm>
            <a:prstGeom prst="ellipse">
              <a:avLst/>
            </a:pr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681" name="Freeform 266">
              <a:extLst>
                <a:ext uri="{FF2B5EF4-FFF2-40B4-BE49-F238E27FC236}">
                  <a16:creationId xmlns:a16="http://schemas.microsoft.com/office/drawing/2014/main" id="{849A6200-F6C9-44E6-81AF-FF07DD92A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896"/>
              <a:ext cx="20" cy="21"/>
            </a:xfrm>
            <a:custGeom>
              <a:avLst/>
              <a:gdLst>
                <a:gd name="T0" fmla="*/ 125 w 8"/>
                <a:gd name="T1" fmla="*/ 0 h 8"/>
                <a:gd name="T2" fmla="*/ 95 w 8"/>
                <a:gd name="T3" fmla="*/ 89 h 8"/>
                <a:gd name="T4" fmla="*/ 0 w 8"/>
                <a:gd name="T5" fmla="*/ 144 h 8"/>
                <a:gd name="T6" fmla="*/ 0 w 8"/>
                <a:gd name="T7" fmla="*/ 144 h 8"/>
                <a:gd name="T8" fmla="*/ 95 w 8"/>
                <a:gd name="T9" fmla="*/ 89 h 8"/>
                <a:gd name="T10" fmla="*/ 125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8" y="2"/>
                    <a:pt x="7" y="4"/>
                    <a:pt x="6" y="5"/>
                  </a:cubicBezTo>
                  <a:cubicBezTo>
                    <a:pt x="5" y="7"/>
                    <a:pt x="3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8"/>
                    <a:pt x="5" y="7"/>
                    <a:pt x="6" y="5"/>
                  </a:cubicBezTo>
                  <a:cubicBezTo>
                    <a:pt x="8" y="4"/>
                    <a:pt x="8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Oval 267">
              <a:extLst>
                <a:ext uri="{FF2B5EF4-FFF2-40B4-BE49-F238E27FC236}">
                  <a16:creationId xmlns:a16="http://schemas.microsoft.com/office/drawing/2014/main" id="{9AAD7C64-1012-458A-AF52-03A9F45E7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869"/>
              <a:ext cx="37" cy="40"/>
            </a:xfrm>
            <a:prstGeom prst="ellipse">
              <a:avLst/>
            </a:pr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683" name="Oval 268">
              <a:extLst>
                <a:ext uri="{FF2B5EF4-FFF2-40B4-BE49-F238E27FC236}">
                  <a16:creationId xmlns:a16="http://schemas.microsoft.com/office/drawing/2014/main" id="{FA6F5A84-C7C9-4B87-8950-AEC988A1A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872"/>
              <a:ext cx="37" cy="40"/>
            </a:xfrm>
            <a:prstGeom prst="ellipse">
              <a:avLst/>
            </a:pr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684" name="Freeform 269">
              <a:extLst>
                <a:ext uri="{FF2B5EF4-FFF2-40B4-BE49-F238E27FC236}">
                  <a16:creationId xmlns:a16="http://schemas.microsoft.com/office/drawing/2014/main" id="{21EB0A8B-737B-43F7-9AF7-DCAD05E8E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877"/>
              <a:ext cx="23" cy="29"/>
            </a:xfrm>
            <a:custGeom>
              <a:avLst/>
              <a:gdLst>
                <a:gd name="T0" fmla="*/ 33 w 9"/>
                <a:gd name="T1" fmla="*/ 124 h 11"/>
                <a:gd name="T2" fmla="*/ 130 w 9"/>
                <a:gd name="T3" fmla="*/ 21 h 11"/>
                <a:gd name="T4" fmla="*/ 151 w 9"/>
                <a:gd name="T5" fmla="*/ 21 h 11"/>
                <a:gd name="T6" fmla="*/ 97 w 9"/>
                <a:gd name="T7" fmla="*/ 0 h 11"/>
                <a:gd name="T8" fmla="*/ 0 w 9"/>
                <a:gd name="T9" fmla="*/ 111 h 11"/>
                <a:gd name="T10" fmla="*/ 84 w 9"/>
                <a:gd name="T11" fmla="*/ 200 h 11"/>
                <a:gd name="T12" fmla="*/ 33 w 9"/>
                <a:gd name="T13" fmla="*/ 1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7"/>
                  </a:moveTo>
                  <a:cubicBezTo>
                    <a:pt x="2" y="3"/>
                    <a:pt x="5" y="1"/>
                    <a:pt x="8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8"/>
                    <a:pt x="2" y="10"/>
                    <a:pt x="5" y="11"/>
                  </a:cubicBezTo>
                  <a:cubicBezTo>
                    <a:pt x="3" y="10"/>
                    <a:pt x="2" y="8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311">
              <a:extLst>
                <a:ext uri="{FF2B5EF4-FFF2-40B4-BE49-F238E27FC236}">
                  <a16:creationId xmlns:a16="http://schemas.microsoft.com/office/drawing/2014/main" id="{177CDBEC-E17F-4F44-B1E3-744193A74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850"/>
              <a:ext cx="257" cy="35"/>
            </a:xfrm>
            <a:custGeom>
              <a:avLst/>
              <a:gdLst>
                <a:gd name="T0" fmla="*/ 0 w 103"/>
                <a:gd name="T1" fmla="*/ 22 h 13"/>
                <a:gd name="T2" fmla="*/ 1599 w 103"/>
                <a:gd name="T3" fmla="*/ 253 h 13"/>
                <a:gd name="T4" fmla="*/ 0 w 103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3">
                  <a:moveTo>
                    <a:pt x="0" y="1"/>
                  </a:moveTo>
                  <a:cubicBezTo>
                    <a:pt x="18" y="1"/>
                    <a:pt x="64" y="2"/>
                    <a:pt x="103" y="13"/>
                  </a:cubicBezTo>
                  <a:cubicBezTo>
                    <a:pt x="91" y="10"/>
                    <a:pt x="2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333">
              <a:extLst>
                <a:ext uri="{FF2B5EF4-FFF2-40B4-BE49-F238E27FC236}">
                  <a16:creationId xmlns:a16="http://schemas.microsoft.com/office/drawing/2014/main" id="{501B5237-4FFB-4E81-927C-DE6970C18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840"/>
              <a:ext cx="488" cy="109"/>
            </a:xfrm>
            <a:custGeom>
              <a:avLst/>
              <a:gdLst>
                <a:gd name="T0" fmla="*/ 3056 w 195"/>
                <a:gd name="T1" fmla="*/ 622 h 41"/>
                <a:gd name="T2" fmla="*/ 1942 w 195"/>
                <a:gd name="T3" fmla="*/ 136 h 41"/>
                <a:gd name="T4" fmla="*/ 0 w 195"/>
                <a:gd name="T5" fmla="*/ 77 h 41"/>
                <a:gd name="T6" fmla="*/ 3056 w 195"/>
                <a:gd name="T7" fmla="*/ 62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5" h="41">
                  <a:moveTo>
                    <a:pt x="195" y="33"/>
                  </a:moveTo>
                  <a:cubicBezTo>
                    <a:pt x="195" y="33"/>
                    <a:pt x="172" y="15"/>
                    <a:pt x="124" y="7"/>
                  </a:cubicBezTo>
                  <a:cubicBezTo>
                    <a:pt x="76" y="0"/>
                    <a:pt x="30" y="4"/>
                    <a:pt x="0" y="4"/>
                  </a:cubicBezTo>
                  <a:cubicBezTo>
                    <a:pt x="44" y="21"/>
                    <a:pt x="133" y="41"/>
                    <a:pt x="195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Oval 361">
              <a:extLst>
                <a:ext uri="{FF2B5EF4-FFF2-40B4-BE49-F238E27FC236}">
                  <a16:creationId xmlns:a16="http://schemas.microsoft.com/office/drawing/2014/main" id="{F0180BA2-E671-46FA-84C2-16394F6A8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872"/>
              <a:ext cx="37" cy="40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7669" name="Group 364">
            <a:extLst>
              <a:ext uri="{FF2B5EF4-FFF2-40B4-BE49-F238E27FC236}">
                <a16:creationId xmlns:a16="http://schemas.microsoft.com/office/drawing/2014/main" id="{D0C2E800-94BB-4DEE-8205-A210EEC87A7E}"/>
              </a:ext>
            </a:extLst>
          </p:cNvPr>
          <p:cNvGrpSpPr>
            <a:grpSpLocks/>
          </p:cNvGrpSpPr>
          <p:nvPr/>
        </p:nvGrpSpPr>
        <p:grpSpPr bwMode="auto">
          <a:xfrm>
            <a:off x="6911975" y="4935538"/>
            <a:ext cx="2209800" cy="322262"/>
            <a:chOff x="3734" y="3130"/>
            <a:chExt cx="658" cy="96"/>
          </a:xfrm>
        </p:grpSpPr>
        <p:sp>
          <p:nvSpPr>
            <p:cNvPr id="27670" name="Freeform 200">
              <a:extLst>
                <a:ext uri="{FF2B5EF4-FFF2-40B4-BE49-F238E27FC236}">
                  <a16:creationId xmlns:a16="http://schemas.microsoft.com/office/drawing/2014/main" id="{633D60D6-C67F-4CA7-95ED-02F8663D6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130"/>
              <a:ext cx="658" cy="96"/>
            </a:xfrm>
            <a:custGeom>
              <a:avLst/>
              <a:gdLst>
                <a:gd name="T0" fmla="*/ 4118 w 263"/>
                <a:gd name="T1" fmla="*/ 547 h 36"/>
                <a:gd name="T2" fmla="*/ 2222 w 263"/>
                <a:gd name="T3" fmla="*/ 149 h 36"/>
                <a:gd name="T4" fmla="*/ 0 w 263"/>
                <a:gd name="T5" fmla="*/ 456 h 36"/>
                <a:gd name="T6" fmla="*/ 1741 w 263"/>
                <a:gd name="T7" fmla="*/ 683 h 36"/>
                <a:gd name="T8" fmla="*/ 4118 w 263"/>
                <a:gd name="T9" fmla="*/ 547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36">
                  <a:moveTo>
                    <a:pt x="263" y="29"/>
                  </a:moveTo>
                  <a:cubicBezTo>
                    <a:pt x="254" y="29"/>
                    <a:pt x="194" y="15"/>
                    <a:pt x="142" y="8"/>
                  </a:cubicBezTo>
                  <a:cubicBezTo>
                    <a:pt x="90" y="0"/>
                    <a:pt x="36" y="9"/>
                    <a:pt x="0" y="24"/>
                  </a:cubicBezTo>
                  <a:cubicBezTo>
                    <a:pt x="36" y="27"/>
                    <a:pt x="63" y="36"/>
                    <a:pt x="111" y="36"/>
                  </a:cubicBezTo>
                  <a:cubicBezTo>
                    <a:pt x="159" y="36"/>
                    <a:pt x="233" y="27"/>
                    <a:pt x="263" y="29"/>
                  </a:cubicBezTo>
                  <a:close/>
                </a:path>
              </a:pathLst>
            </a:custGeom>
            <a:solidFill>
              <a:srgbClr val="FC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Oval 270">
              <a:extLst>
                <a:ext uri="{FF2B5EF4-FFF2-40B4-BE49-F238E27FC236}">
                  <a16:creationId xmlns:a16="http://schemas.microsoft.com/office/drawing/2014/main" id="{A511A0D2-B154-471F-9578-DA83F0560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9" y="3176"/>
              <a:ext cx="40" cy="42"/>
            </a:xfrm>
            <a:prstGeom prst="ellipse">
              <a:avLst/>
            </a:prstGeom>
            <a:solidFill>
              <a:srgbClr val="FDC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672" name="Freeform 271">
              <a:extLst>
                <a:ext uri="{FF2B5EF4-FFF2-40B4-BE49-F238E27FC236}">
                  <a16:creationId xmlns:a16="http://schemas.microsoft.com/office/drawing/2014/main" id="{C654A308-55E8-4E2D-8C35-E7876AB8D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3197"/>
              <a:ext cx="20" cy="21"/>
            </a:xfrm>
            <a:custGeom>
              <a:avLst/>
              <a:gdLst>
                <a:gd name="T0" fmla="*/ 125 w 8"/>
                <a:gd name="T1" fmla="*/ 0 h 8"/>
                <a:gd name="T2" fmla="*/ 95 w 8"/>
                <a:gd name="T3" fmla="*/ 89 h 8"/>
                <a:gd name="T4" fmla="*/ 0 w 8"/>
                <a:gd name="T5" fmla="*/ 144 h 8"/>
                <a:gd name="T6" fmla="*/ 0 w 8"/>
                <a:gd name="T7" fmla="*/ 144 h 8"/>
                <a:gd name="T8" fmla="*/ 95 w 8"/>
                <a:gd name="T9" fmla="*/ 89 h 8"/>
                <a:gd name="T10" fmla="*/ 125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8" y="2"/>
                    <a:pt x="7" y="3"/>
                    <a:pt x="6" y="5"/>
                  </a:cubicBezTo>
                  <a:cubicBezTo>
                    <a:pt x="4" y="6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4" y="7"/>
                    <a:pt x="6" y="5"/>
                  </a:cubicBezTo>
                  <a:cubicBezTo>
                    <a:pt x="7" y="4"/>
                    <a:pt x="8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Oval 272">
              <a:extLst>
                <a:ext uri="{FF2B5EF4-FFF2-40B4-BE49-F238E27FC236}">
                  <a16:creationId xmlns:a16="http://schemas.microsoft.com/office/drawing/2014/main" id="{5438EDA2-9A2D-42FD-B6BA-C8A16CE80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9" y="3170"/>
              <a:ext cx="40" cy="40"/>
            </a:xfrm>
            <a:prstGeom prst="ellipse">
              <a:avLst/>
            </a:prstGeom>
            <a:solidFill>
              <a:srgbClr val="FB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674" name="Oval 273">
              <a:extLst>
                <a:ext uri="{FF2B5EF4-FFF2-40B4-BE49-F238E27FC236}">
                  <a16:creationId xmlns:a16="http://schemas.microsoft.com/office/drawing/2014/main" id="{390319C2-BD9A-4099-8DA2-A5FFE4C87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4" y="3173"/>
              <a:ext cx="40" cy="40"/>
            </a:xfrm>
            <a:prstGeom prst="ellipse">
              <a:avLst/>
            </a:prstGeom>
            <a:solidFill>
              <a:srgbClr val="FC9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675" name="Freeform 274">
              <a:extLst>
                <a:ext uri="{FF2B5EF4-FFF2-40B4-BE49-F238E27FC236}">
                  <a16:creationId xmlns:a16="http://schemas.microsoft.com/office/drawing/2014/main" id="{23446B8C-2623-43E0-A4FC-369D9DA3A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3178"/>
              <a:ext cx="23" cy="30"/>
            </a:xfrm>
            <a:custGeom>
              <a:avLst/>
              <a:gdLst>
                <a:gd name="T0" fmla="*/ 33 w 9"/>
                <a:gd name="T1" fmla="*/ 120 h 11"/>
                <a:gd name="T2" fmla="*/ 130 w 9"/>
                <a:gd name="T3" fmla="*/ 22 h 11"/>
                <a:gd name="T4" fmla="*/ 151 w 9"/>
                <a:gd name="T5" fmla="*/ 22 h 11"/>
                <a:gd name="T6" fmla="*/ 97 w 9"/>
                <a:gd name="T7" fmla="*/ 0 h 11"/>
                <a:gd name="T8" fmla="*/ 0 w 9"/>
                <a:gd name="T9" fmla="*/ 104 h 11"/>
                <a:gd name="T10" fmla="*/ 66 w 9"/>
                <a:gd name="T11" fmla="*/ 224 h 11"/>
                <a:gd name="T12" fmla="*/ 33 w 9"/>
                <a:gd name="T13" fmla="*/ 12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2" y="6"/>
                  </a:moveTo>
                  <a:cubicBezTo>
                    <a:pt x="2" y="3"/>
                    <a:pt x="4" y="1"/>
                    <a:pt x="8" y="1"/>
                  </a:cubicBezTo>
                  <a:cubicBezTo>
                    <a:pt x="8" y="1"/>
                    <a:pt x="9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3" y="10"/>
                    <a:pt x="2" y="8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312">
              <a:extLst>
                <a:ext uri="{FF2B5EF4-FFF2-40B4-BE49-F238E27FC236}">
                  <a16:creationId xmlns:a16="http://schemas.microsoft.com/office/drawing/2014/main" id="{5570CFB9-D3DA-47AD-A523-8CB9452AE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3149"/>
              <a:ext cx="340" cy="27"/>
            </a:xfrm>
            <a:custGeom>
              <a:avLst/>
              <a:gdLst>
                <a:gd name="T0" fmla="*/ 0 w 136"/>
                <a:gd name="T1" fmla="*/ 197 h 10"/>
                <a:gd name="T2" fmla="*/ 1250 w 136"/>
                <a:gd name="T3" fmla="*/ 22 h 10"/>
                <a:gd name="T4" fmla="*/ 2125 w 136"/>
                <a:gd name="T5" fmla="*/ 138 h 10"/>
                <a:gd name="T6" fmla="*/ 908 w 136"/>
                <a:gd name="T7" fmla="*/ 59 h 10"/>
                <a:gd name="T8" fmla="*/ 0 w 136"/>
                <a:gd name="T9" fmla="*/ 19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0">
                  <a:moveTo>
                    <a:pt x="0" y="10"/>
                  </a:moveTo>
                  <a:cubicBezTo>
                    <a:pt x="15" y="6"/>
                    <a:pt x="45" y="0"/>
                    <a:pt x="80" y="1"/>
                  </a:cubicBezTo>
                  <a:cubicBezTo>
                    <a:pt x="115" y="1"/>
                    <a:pt x="136" y="7"/>
                    <a:pt x="136" y="7"/>
                  </a:cubicBezTo>
                  <a:cubicBezTo>
                    <a:pt x="119" y="5"/>
                    <a:pt x="86" y="1"/>
                    <a:pt x="58" y="3"/>
                  </a:cubicBezTo>
                  <a:cubicBezTo>
                    <a:pt x="24" y="5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335">
              <a:extLst>
                <a:ext uri="{FF2B5EF4-FFF2-40B4-BE49-F238E27FC236}">
                  <a16:creationId xmlns:a16="http://schemas.microsoft.com/office/drawing/2014/main" id="{5DA0062A-CFB6-46AD-806A-11C856CDB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130"/>
              <a:ext cx="658" cy="96"/>
            </a:xfrm>
            <a:custGeom>
              <a:avLst/>
              <a:gdLst>
                <a:gd name="T0" fmla="*/ 4118 w 263"/>
                <a:gd name="T1" fmla="*/ 547 h 36"/>
                <a:gd name="T2" fmla="*/ 2222 w 263"/>
                <a:gd name="T3" fmla="*/ 149 h 36"/>
                <a:gd name="T4" fmla="*/ 0 w 263"/>
                <a:gd name="T5" fmla="*/ 456 h 36"/>
                <a:gd name="T6" fmla="*/ 1741 w 263"/>
                <a:gd name="T7" fmla="*/ 683 h 36"/>
                <a:gd name="T8" fmla="*/ 4118 w 263"/>
                <a:gd name="T9" fmla="*/ 547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36">
                  <a:moveTo>
                    <a:pt x="263" y="29"/>
                  </a:moveTo>
                  <a:cubicBezTo>
                    <a:pt x="254" y="29"/>
                    <a:pt x="194" y="15"/>
                    <a:pt x="142" y="8"/>
                  </a:cubicBezTo>
                  <a:cubicBezTo>
                    <a:pt x="90" y="0"/>
                    <a:pt x="36" y="9"/>
                    <a:pt x="0" y="24"/>
                  </a:cubicBezTo>
                  <a:cubicBezTo>
                    <a:pt x="36" y="27"/>
                    <a:pt x="63" y="36"/>
                    <a:pt x="111" y="36"/>
                  </a:cubicBezTo>
                  <a:cubicBezTo>
                    <a:pt x="159" y="36"/>
                    <a:pt x="233" y="27"/>
                    <a:pt x="263" y="2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Oval 362">
              <a:extLst>
                <a:ext uri="{FF2B5EF4-FFF2-40B4-BE49-F238E27FC236}">
                  <a16:creationId xmlns:a16="http://schemas.microsoft.com/office/drawing/2014/main" id="{A59672CB-C40B-4C5C-9D07-C84E86D81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4" y="3173"/>
              <a:ext cx="40" cy="40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>
            <a:extLst>
              <a:ext uri="{FF2B5EF4-FFF2-40B4-BE49-F238E27FC236}">
                <a16:creationId xmlns:a16="http://schemas.microsoft.com/office/drawing/2014/main" id="{E135A49E-E2E3-4B80-91E7-4FA7F35068C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Smooth muscle cells (2)</a:t>
            </a:r>
          </a:p>
        </p:txBody>
      </p:sp>
      <p:grpSp>
        <p:nvGrpSpPr>
          <p:cNvPr id="28674" name="smooth-muscle-cell-illustration">
            <a:extLst>
              <a:ext uri="{FF2B5EF4-FFF2-40B4-BE49-F238E27FC236}">
                <a16:creationId xmlns:a16="http://schemas.microsoft.com/office/drawing/2014/main" id="{582095CD-6423-47D4-AC27-A46631C4B366}"/>
              </a:ext>
            </a:extLst>
          </p:cNvPr>
          <p:cNvGrpSpPr>
            <a:grpSpLocks/>
          </p:cNvGrpSpPr>
          <p:nvPr/>
        </p:nvGrpSpPr>
        <p:grpSpPr bwMode="auto">
          <a:xfrm>
            <a:off x="7677150" y="3276600"/>
            <a:ext cx="857250" cy="817563"/>
            <a:chOff x="2532" y="1584"/>
            <a:chExt cx="540" cy="515"/>
          </a:xfrm>
        </p:grpSpPr>
        <p:sp>
          <p:nvSpPr>
            <p:cNvPr id="29011" name="Freeform 47">
              <a:extLst>
                <a:ext uri="{FF2B5EF4-FFF2-40B4-BE49-F238E27FC236}">
                  <a16:creationId xmlns:a16="http://schemas.microsoft.com/office/drawing/2014/main" id="{2751F6D4-A605-4042-95A1-9DD7906DA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584"/>
              <a:ext cx="540" cy="515"/>
            </a:xfrm>
            <a:custGeom>
              <a:avLst/>
              <a:gdLst>
                <a:gd name="T0" fmla="*/ 2658 w 216"/>
                <a:gd name="T1" fmla="*/ 1801 h 193"/>
                <a:gd name="T2" fmla="*/ 3283 w 216"/>
                <a:gd name="T3" fmla="*/ 3418 h 193"/>
                <a:gd name="T4" fmla="*/ 1783 w 216"/>
                <a:gd name="T5" fmla="*/ 3666 h 193"/>
                <a:gd name="T6" fmla="*/ 95 w 216"/>
                <a:gd name="T7" fmla="*/ 3461 h 193"/>
                <a:gd name="T8" fmla="*/ 720 w 216"/>
                <a:gd name="T9" fmla="*/ 1823 h 193"/>
                <a:gd name="T10" fmla="*/ 1708 w 216"/>
                <a:gd name="T11" fmla="*/ 0 h 193"/>
                <a:gd name="T12" fmla="*/ 2658 w 216"/>
                <a:gd name="T13" fmla="*/ 1801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solidFill>
              <a:srgbClr val="FB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2" name="Freeform 48">
              <a:extLst>
                <a:ext uri="{FF2B5EF4-FFF2-40B4-BE49-F238E27FC236}">
                  <a16:creationId xmlns:a16="http://schemas.microsoft.com/office/drawing/2014/main" id="{812F473B-8646-4281-B9CA-258DD1DD0D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32" y="1584"/>
              <a:ext cx="540" cy="515"/>
            </a:xfrm>
            <a:custGeom>
              <a:avLst/>
              <a:gdLst>
                <a:gd name="T0" fmla="*/ 1708 w 216"/>
                <a:gd name="T1" fmla="*/ 0 h 193"/>
                <a:gd name="T2" fmla="*/ 720 w 216"/>
                <a:gd name="T3" fmla="*/ 1823 h 193"/>
                <a:gd name="T4" fmla="*/ 95 w 216"/>
                <a:gd name="T5" fmla="*/ 3461 h 193"/>
                <a:gd name="T6" fmla="*/ 1783 w 216"/>
                <a:gd name="T7" fmla="*/ 3666 h 193"/>
                <a:gd name="T8" fmla="*/ 3283 w 216"/>
                <a:gd name="T9" fmla="*/ 3418 h 193"/>
                <a:gd name="T10" fmla="*/ 2658 w 216"/>
                <a:gd name="T11" fmla="*/ 1801 h 193"/>
                <a:gd name="T12" fmla="*/ 1708 w 216"/>
                <a:gd name="T13" fmla="*/ 0 h 193"/>
                <a:gd name="T14" fmla="*/ 3238 w 216"/>
                <a:gd name="T15" fmla="*/ 3381 h 193"/>
                <a:gd name="T16" fmla="*/ 1783 w 216"/>
                <a:gd name="T17" fmla="*/ 3589 h 193"/>
                <a:gd name="T18" fmla="*/ 158 w 216"/>
                <a:gd name="T19" fmla="*/ 3418 h 193"/>
                <a:gd name="T20" fmla="*/ 738 w 216"/>
                <a:gd name="T21" fmla="*/ 1921 h 193"/>
                <a:gd name="T22" fmla="*/ 770 w 216"/>
                <a:gd name="T23" fmla="*/ 1865 h 193"/>
                <a:gd name="T24" fmla="*/ 970 w 216"/>
                <a:gd name="T25" fmla="*/ 1425 h 193"/>
                <a:gd name="T26" fmla="*/ 1708 w 216"/>
                <a:gd name="T27" fmla="*/ 77 h 193"/>
                <a:gd name="T28" fmla="*/ 2345 w 216"/>
                <a:gd name="T29" fmla="*/ 1310 h 193"/>
                <a:gd name="T30" fmla="*/ 2595 w 216"/>
                <a:gd name="T31" fmla="*/ 1844 h 193"/>
                <a:gd name="T32" fmla="*/ 2595 w 216"/>
                <a:gd name="T33" fmla="*/ 1844 h 193"/>
                <a:gd name="T34" fmla="*/ 2688 w 216"/>
                <a:gd name="T35" fmla="*/ 2036 h 193"/>
                <a:gd name="T36" fmla="*/ 3238 w 216"/>
                <a:gd name="T37" fmla="*/ 3381 h 1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" h="193">
                  <a:moveTo>
                    <a:pt x="109" y="0"/>
                  </a:moveTo>
                  <a:cubicBezTo>
                    <a:pt x="97" y="0"/>
                    <a:pt x="63" y="66"/>
                    <a:pt x="46" y="96"/>
                  </a:cubicBezTo>
                  <a:cubicBezTo>
                    <a:pt x="28" y="125"/>
                    <a:pt x="0" y="172"/>
                    <a:pt x="6" y="182"/>
                  </a:cubicBezTo>
                  <a:cubicBezTo>
                    <a:pt x="12" y="192"/>
                    <a:pt x="86" y="193"/>
                    <a:pt x="114" y="193"/>
                  </a:cubicBezTo>
                  <a:cubicBezTo>
                    <a:pt x="141" y="193"/>
                    <a:pt x="204" y="191"/>
                    <a:pt x="210" y="180"/>
                  </a:cubicBezTo>
                  <a:cubicBezTo>
                    <a:pt x="216" y="170"/>
                    <a:pt x="181" y="115"/>
                    <a:pt x="170" y="95"/>
                  </a:cubicBezTo>
                  <a:cubicBezTo>
                    <a:pt x="151" y="63"/>
                    <a:pt x="121" y="0"/>
                    <a:pt x="109" y="0"/>
                  </a:cubicBezTo>
                  <a:close/>
                  <a:moveTo>
                    <a:pt x="207" y="178"/>
                  </a:moveTo>
                  <a:cubicBezTo>
                    <a:pt x="203" y="184"/>
                    <a:pt x="162" y="189"/>
                    <a:pt x="114" y="189"/>
                  </a:cubicBezTo>
                  <a:cubicBezTo>
                    <a:pt x="37" y="189"/>
                    <a:pt x="12" y="183"/>
                    <a:pt x="10" y="180"/>
                  </a:cubicBezTo>
                  <a:cubicBezTo>
                    <a:pt x="5" y="172"/>
                    <a:pt x="36" y="120"/>
                    <a:pt x="47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75" y="53"/>
                    <a:pt x="101" y="5"/>
                    <a:pt x="109" y="4"/>
                  </a:cubicBezTo>
                  <a:cubicBezTo>
                    <a:pt x="116" y="5"/>
                    <a:pt x="138" y="46"/>
                    <a:pt x="150" y="69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72" y="107"/>
                    <a:pt x="172" y="107"/>
                    <a:pt x="172" y="107"/>
                  </a:cubicBezTo>
                  <a:cubicBezTo>
                    <a:pt x="198" y="150"/>
                    <a:pt x="209" y="173"/>
                    <a:pt x="207" y="178"/>
                  </a:cubicBezTo>
                  <a:close/>
                </a:path>
              </a:pathLst>
            </a:custGeom>
            <a:solidFill>
              <a:srgbClr val="F69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3" name="Oval 49">
              <a:extLst>
                <a:ext uri="{FF2B5EF4-FFF2-40B4-BE49-F238E27FC236}">
                  <a16:creationId xmlns:a16="http://schemas.microsoft.com/office/drawing/2014/main" id="{268B60B3-7C9B-49F4-BE4E-E18184F67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899"/>
              <a:ext cx="152" cy="72"/>
            </a:xfrm>
            <a:prstGeom prst="ellipse">
              <a:avLst/>
            </a:prstGeom>
            <a:solidFill>
              <a:srgbClr val="FDEA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14" name="Oval 50">
              <a:extLst>
                <a:ext uri="{FF2B5EF4-FFF2-40B4-BE49-F238E27FC236}">
                  <a16:creationId xmlns:a16="http://schemas.microsoft.com/office/drawing/2014/main" id="{DDA53FB2-9147-4888-B273-CFA7EB949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1880"/>
              <a:ext cx="153" cy="72"/>
            </a:xfrm>
            <a:prstGeom prst="ellipse">
              <a:avLst/>
            </a:prstGeom>
            <a:solidFill>
              <a:srgbClr val="F8A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15" name="Freeform 51">
              <a:extLst>
                <a:ext uri="{FF2B5EF4-FFF2-40B4-BE49-F238E27FC236}">
                  <a16:creationId xmlns:a16="http://schemas.microsoft.com/office/drawing/2014/main" id="{584F9470-EFEB-491F-9CC4-C048F853D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885"/>
              <a:ext cx="127" cy="67"/>
            </a:xfrm>
            <a:custGeom>
              <a:avLst/>
              <a:gdLst>
                <a:gd name="T0" fmla="*/ 528 w 51"/>
                <a:gd name="T1" fmla="*/ 0 h 25"/>
                <a:gd name="T2" fmla="*/ 695 w 51"/>
                <a:gd name="T3" fmla="*/ 193 h 25"/>
                <a:gd name="T4" fmla="*/ 217 w 51"/>
                <a:gd name="T5" fmla="*/ 445 h 25"/>
                <a:gd name="T6" fmla="*/ 0 w 51"/>
                <a:gd name="T7" fmla="*/ 423 h 25"/>
                <a:gd name="T8" fmla="*/ 311 w 51"/>
                <a:gd name="T9" fmla="*/ 482 h 25"/>
                <a:gd name="T10" fmla="*/ 787 w 51"/>
                <a:gd name="T11" fmla="*/ 230 h 25"/>
                <a:gd name="T12" fmla="*/ 528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58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6" name="Freeform 52">
              <a:extLst>
                <a:ext uri="{FF2B5EF4-FFF2-40B4-BE49-F238E27FC236}">
                  <a16:creationId xmlns:a16="http://schemas.microsoft.com/office/drawing/2014/main" id="{27C59038-D053-4416-9EF3-D634E3034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888"/>
              <a:ext cx="115" cy="51"/>
            </a:xfrm>
            <a:custGeom>
              <a:avLst/>
              <a:gdLst>
                <a:gd name="T0" fmla="*/ 50 w 46"/>
                <a:gd name="T1" fmla="*/ 217 h 19"/>
                <a:gd name="T2" fmla="*/ 470 w 46"/>
                <a:gd name="T3" fmla="*/ 21 h 19"/>
                <a:gd name="T4" fmla="*/ 720 w 46"/>
                <a:gd name="T5" fmla="*/ 81 h 19"/>
                <a:gd name="T6" fmla="*/ 395 w 46"/>
                <a:gd name="T7" fmla="*/ 0 h 19"/>
                <a:gd name="T8" fmla="*/ 0 w 46"/>
                <a:gd name="T9" fmla="*/ 193 h 19"/>
                <a:gd name="T10" fmla="*/ 158 w 46"/>
                <a:gd name="T11" fmla="*/ 368 h 19"/>
                <a:gd name="T12" fmla="*/ 50 w 46"/>
                <a:gd name="T13" fmla="*/ 21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3" y="11"/>
                  </a:moveTo>
                  <a:cubicBezTo>
                    <a:pt x="3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3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7" name="Freeform 53">
              <a:extLst>
                <a:ext uri="{FF2B5EF4-FFF2-40B4-BE49-F238E27FC236}">
                  <a16:creationId xmlns:a16="http://schemas.microsoft.com/office/drawing/2014/main" id="{F6D74F44-9D87-4BCC-AAB8-DF5250DC0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795"/>
              <a:ext cx="363" cy="282"/>
            </a:xfrm>
            <a:custGeom>
              <a:avLst/>
              <a:gdLst>
                <a:gd name="T0" fmla="*/ 0 w 145"/>
                <a:gd name="T1" fmla="*/ 1961 h 106"/>
                <a:gd name="T2" fmla="*/ 2088 w 145"/>
                <a:gd name="T3" fmla="*/ 1804 h 106"/>
                <a:gd name="T4" fmla="*/ 1347 w 145"/>
                <a:gd name="T5" fmla="*/ 0 h 106"/>
                <a:gd name="T6" fmla="*/ 1742 w 145"/>
                <a:gd name="T7" fmla="*/ 1599 h 106"/>
                <a:gd name="T8" fmla="*/ 0 w 145"/>
                <a:gd name="T9" fmla="*/ 196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06">
                  <a:moveTo>
                    <a:pt x="0" y="104"/>
                  </a:moveTo>
                  <a:cubicBezTo>
                    <a:pt x="34" y="106"/>
                    <a:pt x="121" y="105"/>
                    <a:pt x="133" y="96"/>
                  </a:cubicBezTo>
                  <a:cubicBezTo>
                    <a:pt x="145" y="87"/>
                    <a:pt x="94" y="24"/>
                    <a:pt x="86" y="0"/>
                  </a:cubicBezTo>
                  <a:cubicBezTo>
                    <a:pt x="94" y="21"/>
                    <a:pt x="121" y="76"/>
                    <a:pt x="111" y="85"/>
                  </a:cubicBezTo>
                  <a:cubicBezTo>
                    <a:pt x="93" y="101"/>
                    <a:pt x="13" y="105"/>
                    <a:pt x="0" y="104"/>
                  </a:cubicBezTo>
                  <a:close/>
                </a:path>
              </a:pathLst>
            </a:custGeom>
            <a:solidFill>
              <a:srgbClr val="F9B9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8" name="Freeform 54">
              <a:extLst>
                <a:ext uri="{FF2B5EF4-FFF2-40B4-BE49-F238E27FC236}">
                  <a16:creationId xmlns:a16="http://schemas.microsoft.com/office/drawing/2014/main" id="{76B83839-03FD-4EFD-B6EE-99D174BCC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600"/>
              <a:ext cx="257" cy="416"/>
            </a:xfrm>
            <a:custGeom>
              <a:avLst/>
              <a:gdLst>
                <a:gd name="T0" fmla="*/ 1370 w 103"/>
                <a:gd name="T1" fmla="*/ 77 h 156"/>
                <a:gd name="T2" fmla="*/ 404 w 103"/>
                <a:gd name="T3" fmla="*/ 2027 h 156"/>
                <a:gd name="T4" fmla="*/ 0 w 103"/>
                <a:gd name="T5" fmla="*/ 2957 h 156"/>
                <a:gd name="T6" fmla="*/ 966 w 103"/>
                <a:gd name="T7" fmla="*/ 1101 h 156"/>
                <a:gd name="T8" fmla="*/ 1599 w 103"/>
                <a:gd name="T9" fmla="*/ 376 h 156"/>
                <a:gd name="T10" fmla="*/ 1370 w 103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56">
                  <a:moveTo>
                    <a:pt x="88" y="4"/>
                  </a:moveTo>
                  <a:cubicBezTo>
                    <a:pt x="77" y="18"/>
                    <a:pt x="37" y="90"/>
                    <a:pt x="26" y="107"/>
                  </a:cubicBezTo>
                  <a:cubicBezTo>
                    <a:pt x="14" y="124"/>
                    <a:pt x="2" y="146"/>
                    <a:pt x="0" y="156"/>
                  </a:cubicBezTo>
                  <a:cubicBezTo>
                    <a:pt x="18" y="133"/>
                    <a:pt x="55" y="70"/>
                    <a:pt x="62" y="58"/>
                  </a:cubicBezTo>
                  <a:cubicBezTo>
                    <a:pt x="72" y="42"/>
                    <a:pt x="90" y="6"/>
                    <a:pt x="103" y="20"/>
                  </a:cubicBezTo>
                  <a:cubicBezTo>
                    <a:pt x="98" y="8"/>
                    <a:pt x="93" y="0"/>
                    <a:pt x="88" y="4"/>
                  </a:cubicBezTo>
                  <a:close/>
                </a:path>
              </a:pathLst>
            </a:custGeom>
            <a:solidFill>
              <a:srgbClr val="FDEA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9" name="Freeform 55">
              <a:extLst>
                <a:ext uri="{FF2B5EF4-FFF2-40B4-BE49-F238E27FC236}">
                  <a16:creationId xmlns:a16="http://schemas.microsoft.com/office/drawing/2014/main" id="{FAE10656-C75E-4D41-9716-A76A0FDD8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595"/>
              <a:ext cx="511" cy="493"/>
            </a:xfrm>
            <a:custGeom>
              <a:avLst/>
              <a:gdLst>
                <a:gd name="T0" fmla="*/ 3174 w 204"/>
                <a:gd name="T1" fmla="*/ 3294 h 185"/>
                <a:gd name="T2" fmla="*/ 1713 w 204"/>
                <a:gd name="T3" fmla="*/ 3502 h 185"/>
                <a:gd name="T4" fmla="*/ 83 w 204"/>
                <a:gd name="T5" fmla="*/ 3331 h 185"/>
                <a:gd name="T6" fmla="*/ 659 w 204"/>
                <a:gd name="T7" fmla="*/ 1833 h 185"/>
                <a:gd name="T8" fmla="*/ 691 w 204"/>
                <a:gd name="T9" fmla="*/ 1775 h 185"/>
                <a:gd name="T10" fmla="*/ 897 w 204"/>
                <a:gd name="T11" fmla="*/ 1343 h 185"/>
                <a:gd name="T12" fmla="*/ 1638 w 204"/>
                <a:gd name="T13" fmla="*/ 0 h 185"/>
                <a:gd name="T14" fmla="*/ 2277 w 204"/>
                <a:gd name="T15" fmla="*/ 1229 h 185"/>
                <a:gd name="T16" fmla="*/ 2527 w 204"/>
                <a:gd name="T17" fmla="*/ 1761 h 185"/>
                <a:gd name="T18" fmla="*/ 2527 w 204"/>
                <a:gd name="T19" fmla="*/ 1761 h 185"/>
                <a:gd name="T20" fmla="*/ 2623 w 204"/>
                <a:gd name="T21" fmla="*/ 1945 h 185"/>
                <a:gd name="T22" fmla="*/ 3174 w 204"/>
                <a:gd name="T23" fmla="*/ 3294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185">
                  <a:moveTo>
                    <a:pt x="202" y="174"/>
                  </a:moveTo>
                  <a:cubicBezTo>
                    <a:pt x="198" y="180"/>
                    <a:pt x="157" y="185"/>
                    <a:pt x="109" y="185"/>
                  </a:cubicBezTo>
                  <a:cubicBezTo>
                    <a:pt x="32" y="185"/>
                    <a:pt x="7" y="179"/>
                    <a:pt x="5" y="176"/>
                  </a:cubicBezTo>
                  <a:cubicBezTo>
                    <a:pt x="0" y="168"/>
                    <a:pt x="31" y="116"/>
                    <a:pt x="42" y="97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70" y="49"/>
                    <a:pt x="96" y="1"/>
                    <a:pt x="104" y="0"/>
                  </a:cubicBezTo>
                  <a:cubicBezTo>
                    <a:pt x="111" y="1"/>
                    <a:pt x="133" y="42"/>
                    <a:pt x="145" y="65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7" y="103"/>
                    <a:pt x="167" y="103"/>
                    <a:pt x="167" y="103"/>
                  </a:cubicBezTo>
                  <a:cubicBezTo>
                    <a:pt x="193" y="146"/>
                    <a:pt x="204" y="169"/>
                    <a:pt x="202" y="17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0" name="Freeform 56">
              <a:extLst>
                <a:ext uri="{FF2B5EF4-FFF2-40B4-BE49-F238E27FC236}">
                  <a16:creationId xmlns:a16="http://schemas.microsoft.com/office/drawing/2014/main" id="{C92FFC15-0AC6-474C-834A-C0907EEFD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584"/>
              <a:ext cx="540" cy="515"/>
            </a:xfrm>
            <a:custGeom>
              <a:avLst/>
              <a:gdLst>
                <a:gd name="T0" fmla="*/ 2658 w 216"/>
                <a:gd name="T1" fmla="*/ 1801 h 193"/>
                <a:gd name="T2" fmla="*/ 3283 w 216"/>
                <a:gd name="T3" fmla="*/ 3418 h 193"/>
                <a:gd name="T4" fmla="*/ 1783 w 216"/>
                <a:gd name="T5" fmla="*/ 3666 h 193"/>
                <a:gd name="T6" fmla="*/ 95 w 216"/>
                <a:gd name="T7" fmla="*/ 3461 h 193"/>
                <a:gd name="T8" fmla="*/ 720 w 216"/>
                <a:gd name="T9" fmla="*/ 1823 h 193"/>
                <a:gd name="T10" fmla="*/ 1708 w 216"/>
                <a:gd name="T11" fmla="*/ 0 h 193"/>
                <a:gd name="T12" fmla="*/ 2658 w 216"/>
                <a:gd name="T13" fmla="*/ 1801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1" name="Oval 57">
              <a:extLst>
                <a:ext uri="{FF2B5EF4-FFF2-40B4-BE49-F238E27FC236}">
                  <a16:creationId xmlns:a16="http://schemas.microsoft.com/office/drawing/2014/main" id="{77D0A772-3F27-4C8F-8A57-9F91E5055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1880"/>
              <a:ext cx="153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75" name="Squamous-epithelial-cell-illustration">
            <a:extLst>
              <a:ext uri="{FF2B5EF4-FFF2-40B4-BE49-F238E27FC236}">
                <a16:creationId xmlns:a16="http://schemas.microsoft.com/office/drawing/2014/main" id="{B6B738D5-135F-4018-BAB8-818285539570}"/>
              </a:ext>
            </a:extLst>
          </p:cNvPr>
          <p:cNvGrpSpPr>
            <a:grpSpLocks/>
          </p:cNvGrpSpPr>
          <p:nvPr/>
        </p:nvGrpSpPr>
        <p:grpSpPr bwMode="auto">
          <a:xfrm>
            <a:off x="8686800" y="2667000"/>
            <a:ext cx="1492250" cy="746125"/>
            <a:chOff x="3557" y="2640"/>
            <a:chExt cx="940" cy="470"/>
          </a:xfrm>
        </p:grpSpPr>
        <p:sp>
          <p:nvSpPr>
            <p:cNvPr id="29000" name="Freeform 23">
              <a:extLst>
                <a:ext uri="{FF2B5EF4-FFF2-40B4-BE49-F238E27FC236}">
                  <a16:creationId xmlns:a16="http://schemas.microsoft.com/office/drawing/2014/main" id="{013A18B8-EB71-400D-B74D-9E324A33A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640"/>
              <a:ext cx="940" cy="470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6 h 176"/>
                <a:gd name="T4" fmla="*/ 0 w 376"/>
                <a:gd name="T5" fmla="*/ 1712 h 176"/>
                <a:gd name="T6" fmla="*/ 1458 w 376"/>
                <a:gd name="T7" fmla="*/ 2689 h 176"/>
                <a:gd name="T8" fmla="*/ 2925 w 376"/>
                <a:gd name="T9" fmla="*/ 3351 h 176"/>
                <a:gd name="T10" fmla="*/ 4500 w 376"/>
                <a:gd name="T11" fmla="*/ 2609 h 176"/>
                <a:gd name="T12" fmla="*/ 5875 w 376"/>
                <a:gd name="T13" fmla="*/ 1677 h 176"/>
                <a:gd name="T14" fmla="*/ 4375 w 376"/>
                <a:gd name="T15" fmla="*/ 662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solidFill>
              <a:srgbClr val="FB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1" name="Freeform 24">
              <a:extLst>
                <a:ext uri="{FF2B5EF4-FFF2-40B4-BE49-F238E27FC236}">
                  <a16:creationId xmlns:a16="http://schemas.microsoft.com/office/drawing/2014/main" id="{0404C340-D152-48F2-B4C6-262A4606FB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7" y="2640"/>
              <a:ext cx="940" cy="470"/>
            </a:xfrm>
            <a:custGeom>
              <a:avLst/>
              <a:gdLst>
                <a:gd name="T0" fmla="*/ 5875 w 376"/>
                <a:gd name="T1" fmla="*/ 1677 h 176"/>
                <a:gd name="T2" fmla="*/ 4375 w 376"/>
                <a:gd name="T3" fmla="*/ 662 h 176"/>
                <a:gd name="T4" fmla="*/ 2938 w 376"/>
                <a:gd name="T5" fmla="*/ 0 h 176"/>
                <a:gd name="T6" fmla="*/ 1145 w 376"/>
                <a:gd name="T7" fmla="*/ 876 h 176"/>
                <a:gd name="T8" fmla="*/ 0 w 376"/>
                <a:gd name="T9" fmla="*/ 1712 h 176"/>
                <a:gd name="T10" fmla="*/ 1458 w 376"/>
                <a:gd name="T11" fmla="*/ 2689 h 176"/>
                <a:gd name="T12" fmla="*/ 2925 w 376"/>
                <a:gd name="T13" fmla="*/ 3351 h 176"/>
                <a:gd name="T14" fmla="*/ 4500 w 376"/>
                <a:gd name="T15" fmla="*/ 2609 h 176"/>
                <a:gd name="T16" fmla="*/ 5875 w 376"/>
                <a:gd name="T17" fmla="*/ 1677 h 176"/>
                <a:gd name="T18" fmla="*/ 4625 w 376"/>
                <a:gd name="T19" fmla="*/ 2454 h 176"/>
                <a:gd name="T20" fmla="*/ 4470 w 376"/>
                <a:gd name="T21" fmla="*/ 2532 h 176"/>
                <a:gd name="T22" fmla="*/ 2925 w 376"/>
                <a:gd name="T23" fmla="*/ 3274 h 176"/>
                <a:gd name="T24" fmla="*/ 1470 w 376"/>
                <a:gd name="T25" fmla="*/ 2609 h 176"/>
                <a:gd name="T26" fmla="*/ 1158 w 376"/>
                <a:gd name="T27" fmla="*/ 2438 h 176"/>
                <a:gd name="T28" fmla="*/ 63 w 376"/>
                <a:gd name="T29" fmla="*/ 1712 h 176"/>
                <a:gd name="T30" fmla="*/ 1158 w 376"/>
                <a:gd name="T31" fmla="*/ 956 h 176"/>
                <a:gd name="T32" fmla="*/ 1488 w 376"/>
                <a:gd name="T33" fmla="*/ 764 h 176"/>
                <a:gd name="T34" fmla="*/ 2938 w 376"/>
                <a:gd name="T35" fmla="*/ 77 h 176"/>
                <a:gd name="T36" fmla="*/ 4125 w 376"/>
                <a:gd name="T37" fmla="*/ 606 h 176"/>
                <a:gd name="T38" fmla="*/ 4345 w 376"/>
                <a:gd name="T39" fmla="*/ 742 h 176"/>
                <a:gd name="T40" fmla="*/ 4550 w 376"/>
                <a:gd name="T41" fmla="*/ 855 h 176"/>
                <a:gd name="T42" fmla="*/ 5813 w 376"/>
                <a:gd name="T43" fmla="*/ 1698 h 176"/>
                <a:gd name="T44" fmla="*/ 4625 w 376"/>
                <a:gd name="T45" fmla="*/ 2454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6" h="176">
                  <a:moveTo>
                    <a:pt x="376" y="88"/>
                  </a:move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lose/>
                  <a:moveTo>
                    <a:pt x="296" y="129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44" y="152"/>
                    <a:pt x="194" y="172"/>
                    <a:pt x="187" y="172"/>
                  </a:cubicBezTo>
                  <a:cubicBezTo>
                    <a:pt x="177" y="172"/>
                    <a:pt x="146" y="161"/>
                    <a:pt x="94" y="137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39" y="113"/>
                    <a:pt x="4" y="97"/>
                    <a:pt x="4" y="90"/>
                  </a:cubicBezTo>
                  <a:cubicBezTo>
                    <a:pt x="4" y="81"/>
                    <a:pt x="51" y="60"/>
                    <a:pt x="74" y="5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128" y="25"/>
                    <a:pt x="174" y="4"/>
                    <a:pt x="188" y="4"/>
                  </a:cubicBezTo>
                  <a:cubicBezTo>
                    <a:pt x="206" y="4"/>
                    <a:pt x="238" y="20"/>
                    <a:pt x="264" y="32"/>
                  </a:cubicBezTo>
                  <a:cubicBezTo>
                    <a:pt x="278" y="39"/>
                    <a:pt x="278" y="39"/>
                    <a:pt x="278" y="39"/>
                  </a:cubicBezTo>
                  <a:cubicBezTo>
                    <a:pt x="291" y="45"/>
                    <a:pt x="291" y="45"/>
                    <a:pt x="291" y="45"/>
                  </a:cubicBezTo>
                  <a:cubicBezTo>
                    <a:pt x="313" y="54"/>
                    <a:pt x="370" y="80"/>
                    <a:pt x="372" y="89"/>
                  </a:cubicBezTo>
                  <a:cubicBezTo>
                    <a:pt x="370" y="97"/>
                    <a:pt x="316" y="120"/>
                    <a:pt x="296" y="129"/>
                  </a:cubicBezTo>
                  <a:close/>
                </a:path>
              </a:pathLst>
            </a:custGeom>
            <a:solidFill>
              <a:srgbClr val="F69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2" name="Oval 25">
              <a:extLst>
                <a:ext uri="{FF2B5EF4-FFF2-40B4-BE49-F238E27FC236}">
                  <a16:creationId xmlns:a16="http://schemas.microsoft.com/office/drawing/2014/main" id="{F77A543D-825B-4F4D-9665-EDFABFA37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2" y="2856"/>
              <a:ext cx="155" cy="72"/>
            </a:xfrm>
            <a:prstGeom prst="ellipse">
              <a:avLst/>
            </a:prstGeom>
            <a:solidFill>
              <a:srgbClr val="FDEA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03" name="Oval 26">
              <a:extLst>
                <a:ext uri="{FF2B5EF4-FFF2-40B4-BE49-F238E27FC236}">
                  <a16:creationId xmlns:a16="http://schemas.microsoft.com/office/drawing/2014/main" id="{93854B92-F60F-4D1E-A341-97A7AA8EC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5" y="2837"/>
              <a:ext cx="155" cy="72"/>
            </a:xfrm>
            <a:prstGeom prst="ellipse">
              <a:avLst/>
            </a:prstGeom>
            <a:solidFill>
              <a:srgbClr val="F8A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04" name="Freeform 27">
              <a:extLst>
                <a:ext uri="{FF2B5EF4-FFF2-40B4-BE49-F238E27FC236}">
                  <a16:creationId xmlns:a16="http://schemas.microsoft.com/office/drawing/2014/main" id="{CF7F559B-AA8F-4885-BFF6-DB5F39DE3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840"/>
              <a:ext cx="128" cy="69"/>
            </a:xfrm>
            <a:custGeom>
              <a:avLst/>
              <a:gdLst>
                <a:gd name="T0" fmla="*/ 555 w 51"/>
                <a:gd name="T1" fmla="*/ 0 h 26"/>
                <a:gd name="T2" fmla="*/ 713 w 51"/>
                <a:gd name="T3" fmla="*/ 204 h 26"/>
                <a:gd name="T4" fmla="*/ 238 w 51"/>
                <a:gd name="T5" fmla="*/ 451 h 26"/>
                <a:gd name="T6" fmla="*/ 0 w 51"/>
                <a:gd name="T7" fmla="*/ 430 h 26"/>
                <a:gd name="T8" fmla="*/ 314 w 51"/>
                <a:gd name="T9" fmla="*/ 486 h 26"/>
                <a:gd name="T10" fmla="*/ 806 w 51"/>
                <a:gd name="T11" fmla="*/ 226 h 26"/>
                <a:gd name="T12" fmla="*/ 555 w 5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5" y="0"/>
                  </a:moveTo>
                  <a:cubicBezTo>
                    <a:pt x="41" y="3"/>
                    <a:pt x="45" y="7"/>
                    <a:pt x="45" y="11"/>
                  </a:cubicBezTo>
                  <a:cubicBezTo>
                    <a:pt x="45" y="18"/>
                    <a:pt x="32" y="24"/>
                    <a:pt x="15" y="24"/>
                  </a:cubicBezTo>
                  <a:cubicBezTo>
                    <a:pt x="9" y="24"/>
                    <a:pt x="5" y="24"/>
                    <a:pt x="0" y="23"/>
                  </a:cubicBezTo>
                  <a:cubicBezTo>
                    <a:pt x="6" y="25"/>
                    <a:pt x="13" y="26"/>
                    <a:pt x="20" y="26"/>
                  </a:cubicBezTo>
                  <a:cubicBezTo>
                    <a:pt x="37" y="26"/>
                    <a:pt x="51" y="20"/>
                    <a:pt x="51" y="12"/>
                  </a:cubicBezTo>
                  <a:cubicBezTo>
                    <a:pt x="51" y="7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F58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5" name="Freeform 28">
              <a:extLst>
                <a:ext uri="{FF2B5EF4-FFF2-40B4-BE49-F238E27FC236}">
                  <a16:creationId xmlns:a16="http://schemas.microsoft.com/office/drawing/2014/main" id="{A3453986-D43A-4B5F-B30A-11103474F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843"/>
              <a:ext cx="115" cy="53"/>
            </a:xfrm>
            <a:custGeom>
              <a:avLst/>
              <a:gdLst>
                <a:gd name="T0" fmla="*/ 63 w 46"/>
                <a:gd name="T1" fmla="*/ 225 h 20"/>
                <a:gd name="T2" fmla="*/ 470 w 46"/>
                <a:gd name="T3" fmla="*/ 34 h 20"/>
                <a:gd name="T4" fmla="*/ 720 w 46"/>
                <a:gd name="T5" fmla="*/ 90 h 20"/>
                <a:gd name="T6" fmla="*/ 395 w 46"/>
                <a:gd name="T7" fmla="*/ 0 h 20"/>
                <a:gd name="T8" fmla="*/ 0 w 46"/>
                <a:gd name="T9" fmla="*/ 204 h 20"/>
                <a:gd name="T10" fmla="*/ 158 w 46"/>
                <a:gd name="T11" fmla="*/ 371 h 20"/>
                <a:gd name="T12" fmla="*/ 63 w 46"/>
                <a:gd name="T13" fmla="*/ 22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6" name="Freeform 29">
              <a:extLst>
                <a:ext uri="{FF2B5EF4-FFF2-40B4-BE49-F238E27FC236}">
                  <a16:creationId xmlns:a16="http://schemas.microsoft.com/office/drawing/2014/main" id="{3B374D23-C61A-4A3B-8222-4A41D47D1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877"/>
              <a:ext cx="658" cy="211"/>
            </a:xfrm>
            <a:custGeom>
              <a:avLst/>
              <a:gdLst>
                <a:gd name="T0" fmla="*/ 4118 w 263"/>
                <a:gd name="T1" fmla="*/ 0 h 79"/>
                <a:gd name="T2" fmla="*/ 1334 w 263"/>
                <a:gd name="T3" fmla="*/ 1485 h 79"/>
                <a:gd name="T4" fmla="*/ 0 w 263"/>
                <a:gd name="T5" fmla="*/ 913 h 79"/>
                <a:gd name="T6" fmla="*/ 1709 w 263"/>
                <a:gd name="T7" fmla="*/ 1012 h 79"/>
                <a:gd name="T8" fmla="*/ 4118 w 26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9">
                  <a:moveTo>
                    <a:pt x="263" y="0"/>
                  </a:moveTo>
                  <a:cubicBezTo>
                    <a:pt x="260" y="8"/>
                    <a:pt x="101" y="77"/>
                    <a:pt x="85" y="78"/>
                  </a:cubicBezTo>
                  <a:cubicBezTo>
                    <a:pt x="69" y="79"/>
                    <a:pt x="4" y="51"/>
                    <a:pt x="0" y="48"/>
                  </a:cubicBezTo>
                  <a:cubicBezTo>
                    <a:pt x="23" y="55"/>
                    <a:pt x="78" y="60"/>
                    <a:pt x="109" y="53"/>
                  </a:cubicBezTo>
                  <a:cubicBezTo>
                    <a:pt x="140" y="46"/>
                    <a:pt x="237" y="15"/>
                    <a:pt x="263" y="0"/>
                  </a:cubicBezTo>
                  <a:close/>
                </a:path>
              </a:pathLst>
            </a:custGeom>
            <a:solidFill>
              <a:srgbClr val="F9B9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7" name="Freeform 30">
              <a:extLst>
                <a:ext uri="{FF2B5EF4-FFF2-40B4-BE49-F238E27FC236}">
                  <a16:creationId xmlns:a16="http://schemas.microsoft.com/office/drawing/2014/main" id="{CCBC6978-718A-4AF4-B352-B43DFDACE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659"/>
              <a:ext cx="523" cy="160"/>
            </a:xfrm>
            <a:custGeom>
              <a:avLst/>
              <a:gdLst>
                <a:gd name="T0" fmla="*/ 0 w 209"/>
                <a:gd name="T1" fmla="*/ 1139 h 60"/>
                <a:gd name="T2" fmla="*/ 2272 w 209"/>
                <a:gd name="T3" fmla="*/ 35 h 60"/>
                <a:gd name="T4" fmla="*/ 3276 w 209"/>
                <a:gd name="T5" fmla="*/ 477 h 60"/>
                <a:gd name="T6" fmla="*/ 2242 w 209"/>
                <a:gd name="T7" fmla="*/ 285 h 60"/>
                <a:gd name="T8" fmla="*/ 0 w 20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0">
                  <a:moveTo>
                    <a:pt x="0" y="60"/>
                  </a:moveTo>
                  <a:cubicBezTo>
                    <a:pt x="29" y="47"/>
                    <a:pt x="126" y="0"/>
                    <a:pt x="145" y="2"/>
                  </a:cubicBezTo>
                  <a:cubicBezTo>
                    <a:pt x="164" y="4"/>
                    <a:pt x="190" y="16"/>
                    <a:pt x="209" y="25"/>
                  </a:cubicBezTo>
                  <a:cubicBezTo>
                    <a:pt x="193" y="17"/>
                    <a:pt x="161" y="12"/>
                    <a:pt x="143" y="15"/>
                  </a:cubicBezTo>
                  <a:cubicBezTo>
                    <a:pt x="124" y="18"/>
                    <a:pt x="11" y="54"/>
                    <a:pt x="0" y="60"/>
                  </a:cubicBezTo>
                  <a:close/>
                </a:path>
              </a:pathLst>
            </a:custGeom>
            <a:solidFill>
              <a:srgbClr val="FDEA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8" name="Freeform 31">
              <a:extLst>
                <a:ext uri="{FF2B5EF4-FFF2-40B4-BE49-F238E27FC236}">
                  <a16:creationId xmlns:a16="http://schemas.microsoft.com/office/drawing/2014/main" id="{8FD6C4EB-79A0-47CB-B6EB-A74E09609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651"/>
              <a:ext cx="920" cy="448"/>
            </a:xfrm>
            <a:custGeom>
              <a:avLst/>
              <a:gdLst>
                <a:gd name="T0" fmla="*/ 4563 w 368"/>
                <a:gd name="T1" fmla="*/ 2368 h 168"/>
                <a:gd name="T2" fmla="*/ 4408 w 368"/>
                <a:gd name="T3" fmla="*/ 2445 h 168"/>
                <a:gd name="T4" fmla="*/ 2863 w 368"/>
                <a:gd name="T5" fmla="*/ 3187 h 168"/>
                <a:gd name="T6" fmla="*/ 1408 w 368"/>
                <a:gd name="T7" fmla="*/ 2525 h 168"/>
                <a:gd name="T8" fmla="*/ 1095 w 368"/>
                <a:gd name="T9" fmla="*/ 2355 h 168"/>
                <a:gd name="T10" fmla="*/ 0 w 368"/>
                <a:gd name="T11" fmla="*/ 1629 h 168"/>
                <a:gd name="T12" fmla="*/ 1095 w 368"/>
                <a:gd name="T13" fmla="*/ 875 h 168"/>
                <a:gd name="T14" fmla="*/ 1425 w 368"/>
                <a:gd name="T15" fmla="*/ 683 h 168"/>
                <a:gd name="T16" fmla="*/ 2875 w 368"/>
                <a:gd name="T17" fmla="*/ 0 h 168"/>
                <a:gd name="T18" fmla="*/ 4063 w 368"/>
                <a:gd name="T19" fmla="*/ 533 h 168"/>
                <a:gd name="T20" fmla="*/ 4283 w 368"/>
                <a:gd name="T21" fmla="*/ 661 h 168"/>
                <a:gd name="T22" fmla="*/ 4488 w 368"/>
                <a:gd name="T23" fmla="*/ 776 h 168"/>
                <a:gd name="T24" fmla="*/ 5750 w 368"/>
                <a:gd name="T25" fmla="*/ 1613 h 168"/>
                <a:gd name="T26" fmla="*/ 4563 w 368"/>
                <a:gd name="T27" fmla="*/ 2368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8" h="168">
                  <a:moveTo>
                    <a:pt x="292" y="125"/>
                  </a:moveTo>
                  <a:cubicBezTo>
                    <a:pt x="282" y="129"/>
                    <a:pt x="282" y="129"/>
                    <a:pt x="282" y="129"/>
                  </a:cubicBezTo>
                  <a:cubicBezTo>
                    <a:pt x="240" y="148"/>
                    <a:pt x="190" y="168"/>
                    <a:pt x="183" y="168"/>
                  </a:cubicBezTo>
                  <a:cubicBezTo>
                    <a:pt x="173" y="168"/>
                    <a:pt x="142" y="157"/>
                    <a:pt x="90" y="133"/>
                  </a:cubicBezTo>
                  <a:cubicBezTo>
                    <a:pt x="70" y="124"/>
                    <a:pt x="70" y="124"/>
                    <a:pt x="70" y="124"/>
                  </a:cubicBezTo>
                  <a:cubicBezTo>
                    <a:pt x="35" y="109"/>
                    <a:pt x="0" y="93"/>
                    <a:pt x="0" y="86"/>
                  </a:cubicBezTo>
                  <a:cubicBezTo>
                    <a:pt x="0" y="77"/>
                    <a:pt x="47" y="56"/>
                    <a:pt x="70" y="46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24" y="21"/>
                    <a:pt x="170" y="0"/>
                    <a:pt x="184" y="0"/>
                  </a:cubicBezTo>
                  <a:cubicBezTo>
                    <a:pt x="202" y="0"/>
                    <a:pt x="234" y="16"/>
                    <a:pt x="260" y="28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309" y="50"/>
                    <a:pt x="366" y="76"/>
                    <a:pt x="368" y="85"/>
                  </a:cubicBezTo>
                  <a:cubicBezTo>
                    <a:pt x="366" y="93"/>
                    <a:pt x="312" y="116"/>
                    <a:pt x="292" y="1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9" name="Freeform 32">
              <a:extLst>
                <a:ext uri="{FF2B5EF4-FFF2-40B4-BE49-F238E27FC236}">
                  <a16:creationId xmlns:a16="http://schemas.microsoft.com/office/drawing/2014/main" id="{2DF9384D-27A8-4A3D-8526-87E5D8DAF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640"/>
              <a:ext cx="940" cy="470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6 h 176"/>
                <a:gd name="T4" fmla="*/ 0 w 376"/>
                <a:gd name="T5" fmla="*/ 1712 h 176"/>
                <a:gd name="T6" fmla="*/ 1458 w 376"/>
                <a:gd name="T7" fmla="*/ 2689 h 176"/>
                <a:gd name="T8" fmla="*/ 2925 w 376"/>
                <a:gd name="T9" fmla="*/ 3351 h 176"/>
                <a:gd name="T10" fmla="*/ 4500 w 376"/>
                <a:gd name="T11" fmla="*/ 2609 h 176"/>
                <a:gd name="T12" fmla="*/ 5875 w 376"/>
                <a:gd name="T13" fmla="*/ 1677 h 176"/>
                <a:gd name="T14" fmla="*/ 4375 w 376"/>
                <a:gd name="T15" fmla="*/ 662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0" name="Oval 33">
              <a:extLst>
                <a:ext uri="{FF2B5EF4-FFF2-40B4-BE49-F238E27FC236}">
                  <a16:creationId xmlns:a16="http://schemas.microsoft.com/office/drawing/2014/main" id="{511778B5-4119-4B50-B267-6799C4AA5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5" y="2837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76" name="smooth-muscle-cell-diagram">
            <a:extLst>
              <a:ext uri="{FF2B5EF4-FFF2-40B4-BE49-F238E27FC236}">
                <a16:creationId xmlns:a16="http://schemas.microsoft.com/office/drawing/2014/main" id="{FD03459A-BFC8-46A6-832F-D2D8C682D02B}"/>
              </a:ext>
            </a:extLst>
          </p:cNvPr>
          <p:cNvGrpSpPr>
            <a:grpSpLocks/>
          </p:cNvGrpSpPr>
          <p:nvPr/>
        </p:nvGrpSpPr>
        <p:grpSpPr bwMode="auto">
          <a:xfrm>
            <a:off x="7677150" y="2438400"/>
            <a:ext cx="857250" cy="815975"/>
            <a:chOff x="1718" y="1587"/>
            <a:chExt cx="540" cy="514"/>
          </a:xfrm>
        </p:grpSpPr>
        <p:sp>
          <p:nvSpPr>
            <p:cNvPr id="28989" name="Freeform 59">
              <a:extLst>
                <a:ext uri="{FF2B5EF4-FFF2-40B4-BE49-F238E27FC236}">
                  <a16:creationId xmlns:a16="http://schemas.microsoft.com/office/drawing/2014/main" id="{A9AB8AC9-7F06-4C0F-9EDD-B1FFEC27F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587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solidFill>
              <a:srgbClr val="FF84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0" name="Freeform 60">
              <a:extLst>
                <a:ext uri="{FF2B5EF4-FFF2-40B4-BE49-F238E27FC236}">
                  <a16:creationId xmlns:a16="http://schemas.microsoft.com/office/drawing/2014/main" id="{9ECE1F4F-B792-4BCA-9748-2DEA359FA3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8" y="1587"/>
              <a:ext cx="540" cy="514"/>
            </a:xfrm>
            <a:custGeom>
              <a:avLst/>
              <a:gdLst>
                <a:gd name="T0" fmla="*/ 1708 w 216"/>
                <a:gd name="T1" fmla="*/ 0 h 193"/>
                <a:gd name="T2" fmla="*/ 720 w 216"/>
                <a:gd name="T3" fmla="*/ 1816 h 193"/>
                <a:gd name="T4" fmla="*/ 95 w 216"/>
                <a:gd name="T5" fmla="*/ 3441 h 193"/>
                <a:gd name="T6" fmla="*/ 1783 w 216"/>
                <a:gd name="T7" fmla="*/ 3646 h 193"/>
                <a:gd name="T8" fmla="*/ 3283 w 216"/>
                <a:gd name="T9" fmla="*/ 3398 h 193"/>
                <a:gd name="T10" fmla="*/ 2658 w 216"/>
                <a:gd name="T11" fmla="*/ 1795 h 193"/>
                <a:gd name="T12" fmla="*/ 1708 w 216"/>
                <a:gd name="T13" fmla="*/ 0 h 193"/>
                <a:gd name="T14" fmla="*/ 3238 w 216"/>
                <a:gd name="T15" fmla="*/ 3361 h 193"/>
                <a:gd name="T16" fmla="*/ 1783 w 216"/>
                <a:gd name="T17" fmla="*/ 3569 h 193"/>
                <a:gd name="T18" fmla="*/ 158 w 216"/>
                <a:gd name="T19" fmla="*/ 3398 h 193"/>
                <a:gd name="T20" fmla="*/ 738 w 216"/>
                <a:gd name="T21" fmla="*/ 1907 h 193"/>
                <a:gd name="T22" fmla="*/ 770 w 216"/>
                <a:gd name="T23" fmla="*/ 1851 h 193"/>
                <a:gd name="T24" fmla="*/ 970 w 216"/>
                <a:gd name="T25" fmla="*/ 1419 h 193"/>
                <a:gd name="T26" fmla="*/ 1708 w 216"/>
                <a:gd name="T27" fmla="*/ 77 h 193"/>
                <a:gd name="T28" fmla="*/ 2345 w 216"/>
                <a:gd name="T29" fmla="*/ 1305 h 193"/>
                <a:gd name="T30" fmla="*/ 2595 w 216"/>
                <a:gd name="T31" fmla="*/ 1830 h 193"/>
                <a:gd name="T32" fmla="*/ 2595 w 216"/>
                <a:gd name="T33" fmla="*/ 1830 h 193"/>
                <a:gd name="T34" fmla="*/ 2688 w 216"/>
                <a:gd name="T35" fmla="*/ 2021 h 193"/>
                <a:gd name="T36" fmla="*/ 3238 w 216"/>
                <a:gd name="T37" fmla="*/ 3361 h 1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" h="193">
                  <a:moveTo>
                    <a:pt x="109" y="0"/>
                  </a:moveTo>
                  <a:cubicBezTo>
                    <a:pt x="97" y="0"/>
                    <a:pt x="63" y="66"/>
                    <a:pt x="46" y="96"/>
                  </a:cubicBezTo>
                  <a:cubicBezTo>
                    <a:pt x="28" y="125"/>
                    <a:pt x="0" y="172"/>
                    <a:pt x="6" y="182"/>
                  </a:cubicBezTo>
                  <a:cubicBezTo>
                    <a:pt x="12" y="192"/>
                    <a:pt x="86" y="193"/>
                    <a:pt x="114" y="193"/>
                  </a:cubicBezTo>
                  <a:cubicBezTo>
                    <a:pt x="141" y="193"/>
                    <a:pt x="204" y="191"/>
                    <a:pt x="210" y="180"/>
                  </a:cubicBezTo>
                  <a:cubicBezTo>
                    <a:pt x="216" y="170"/>
                    <a:pt x="181" y="115"/>
                    <a:pt x="170" y="95"/>
                  </a:cubicBezTo>
                  <a:cubicBezTo>
                    <a:pt x="151" y="63"/>
                    <a:pt x="121" y="0"/>
                    <a:pt x="109" y="0"/>
                  </a:cubicBezTo>
                  <a:close/>
                  <a:moveTo>
                    <a:pt x="207" y="178"/>
                  </a:moveTo>
                  <a:cubicBezTo>
                    <a:pt x="203" y="184"/>
                    <a:pt x="162" y="189"/>
                    <a:pt x="114" y="189"/>
                  </a:cubicBezTo>
                  <a:cubicBezTo>
                    <a:pt x="37" y="189"/>
                    <a:pt x="12" y="183"/>
                    <a:pt x="10" y="180"/>
                  </a:cubicBezTo>
                  <a:cubicBezTo>
                    <a:pt x="5" y="172"/>
                    <a:pt x="36" y="120"/>
                    <a:pt x="47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75" y="53"/>
                    <a:pt x="101" y="5"/>
                    <a:pt x="109" y="4"/>
                  </a:cubicBezTo>
                  <a:cubicBezTo>
                    <a:pt x="116" y="5"/>
                    <a:pt x="138" y="46"/>
                    <a:pt x="150" y="69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72" y="107"/>
                    <a:pt x="172" y="107"/>
                    <a:pt x="172" y="107"/>
                  </a:cubicBezTo>
                  <a:cubicBezTo>
                    <a:pt x="198" y="150"/>
                    <a:pt x="209" y="173"/>
                    <a:pt x="207" y="178"/>
                  </a:cubicBezTo>
                  <a:close/>
                </a:path>
              </a:pathLst>
            </a:custGeom>
            <a:solidFill>
              <a:srgbClr val="FF4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1" name="Oval 61">
              <a:extLst>
                <a:ext uri="{FF2B5EF4-FFF2-40B4-BE49-F238E27FC236}">
                  <a16:creationId xmlns:a16="http://schemas.microsoft.com/office/drawing/2014/main" id="{6E41936A-0B27-4780-9C44-7C2B5A3AD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8" y="1901"/>
              <a:ext cx="153" cy="72"/>
            </a:xfrm>
            <a:prstGeom prst="ellipse">
              <a:avLst/>
            </a:prstGeom>
            <a:solidFill>
              <a:srgbClr val="FF9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92" name="Oval 62">
              <a:extLst>
                <a:ext uri="{FF2B5EF4-FFF2-40B4-BE49-F238E27FC236}">
                  <a16:creationId xmlns:a16="http://schemas.microsoft.com/office/drawing/2014/main" id="{411EB858-51C6-4638-B84D-B328B94C0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1883"/>
              <a:ext cx="152" cy="72"/>
            </a:xfrm>
            <a:prstGeom prst="ellipse">
              <a:avLst/>
            </a:prstGeom>
            <a:solidFill>
              <a:srgbClr val="FF5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93" name="Freeform 63">
              <a:extLst>
                <a:ext uri="{FF2B5EF4-FFF2-40B4-BE49-F238E27FC236}">
                  <a16:creationId xmlns:a16="http://schemas.microsoft.com/office/drawing/2014/main" id="{41E495DC-14E3-4F2A-944C-23862EFB0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888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21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30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F3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4" name="Freeform 64">
              <a:extLst>
                <a:ext uri="{FF2B5EF4-FFF2-40B4-BE49-F238E27FC236}">
                  <a16:creationId xmlns:a16="http://schemas.microsoft.com/office/drawing/2014/main" id="{597E8ACB-6BE1-4CFA-B44D-85C469E15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891"/>
              <a:ext cx="115" cy="50"/>
            </a:xfrm>
            <a:custGeom>
              <a:avLst/>
              <a:gdLst>
                <a:gd name="T0" fmla="*/ 50 w 46"/>
                <a:gd name="T1" fmla="*/ 200 h 19"/>
                <a:gd name="T2" fmla="*/ 470 w 46"/>
                <a:gd name="T3" fmla="*/ 21 h 19"/>
                <a:gd name="T4" fmla="*/ 720 w 46"/>
                <a:gd name="T5" fmla="*/ 76 h 19"/>
                <a:gd name="T6" fmla="*/ 395 w 46"/>
                <a:gd name="T7" fmla="*/ 0 h 19"/>
                <a:gd name="T8" fmla="*/ 0 w 46"/>
                <a:gd name="T9" fmla="*/ 179 h 19"/>
                <a:gd name="T10" fmla="*/ 158 w 46"/>
                <a:gd name="T11" fmla="*/ 347 h 19"/>
                <a:gd name="T12" fmla="*/ 50 w 46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3" y="11"/>
                  </a:moveTo>
                  <a:cubicBezTo>
                    <a:pt x="3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3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5" name="Freeform 65">
              <a:extLst>
                <a:ext uri="{FF2B5EF4-FFF2-40B4-BE49-F238E27FC236}">
                  <a16:creationId xmlns:a16="http://schemas.microsoft.com/office/drawing/2014/main" id="{B8A5F63C-6F84-4A0C-B169-FBC419789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797"/>
              <a:ext cx="362" cy="283"/>
            </a:xfrm>
            <a:custGeom>
              <a:avLst/>
              <a:gdLst>
                <a:gd name="T0" fmla="*/ 0 w 145"/>
                <a:gd name="T1" fmla="*/ 1981 h 106"/>
                <a:gd name="T2" fmla="*/ 2070 w 145"/>
                <a:gd name="T3" fmla="*/ 1823 h 106"/>
                <a:gd name="T4" fmla="*/ 1341 w 145"/>
                <a:gd name="T5" fmla="*/ 0 h 106"/>
                <a:gd name="T6" fmla="*/ 1728 w 145"/>
                <a:gd name="T7" fmla="*/ 1618 h 106"/>
                <a:gd name="T8" fmla="*/ 0 w 145"/>
                <a:gd name="T9" fmla="*/ 198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06">
                  <a:moveTo>
                    <a:pt x="0" y="104"/>
                  </a:moveTo>
                  <a:cubicBezTo>
                    <a:pt x="34" y="106"/>
                    <a:pt x="121" y="105"/>
                    <a:pt x="133" y="96"/>
                  </a:cubicBezTo>
                  <a:cubicBezTo>
                    <a:pt x="145" y="87"/>
                    <a:pt x="94" y="24"/>
                    <a:pt x="86" y="0"/>
                  </a:cubicBezTo>
                  <a:cubicBezTo>
                    <a:pt x="94" y="21"/>
                    <a:pt x="121" y="76"/>
                    <a:pt x="111" y="85"/>
                  </a:cubicBezTo>
                  <a:cubicBezTo>
                    <a:pt x="93" y="101"/>
                    <a:pt x="13" y="105"/>
                    <a:pt x="0" y="104"/>
                  </a:cubicBezTo>
                  <a:close/>
                </a:path>
              </a:pathLst>
            </a:custGeom>
            <a:solidFill>
              <a:srgbClr val="FF6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6" name="Freeform 66">
              <a:extLst>
                <a:ext uri="{FF2B5EF4-FFF2-40B4-BE49-F238E27FC236}">
                  <a16:creationId xmlns:a16="http://schemas.microsoft.com/office/drawing/2014/main" id="{DF8FCCB4-E882-4CAC-AB85-7730E3A1C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603"/>
              <a:ext cx="258" cy="416"/>
            </a:xfrm>
            <a:custGeom>
              <a:avLst/>
              <a:gdLst>
                <a:gd name="T0" fmla="*/ 1380 w 103"/>
                <a:gd name="T1" fmla="*/ 77 h 156"/>
                <a:gd name="T2" fmla="*/ 408 w 103"/>
                <a:gd name="T3" fmla="*/ 2027 h 156"/>
                <a:gd name="T4" fmla="*/ 0 w 103"/>
                <a:gd name="T5" fmla="*/ 2957 h 156"/>
                <a:gd name="T6" fmla="*/ 972 w 103"/>
                <a:gd name="T7" fmla="*/ 1101 h 156"/>
                <a:gd name="T8" fmla="*/ 1618 w 103"/>
                <a:gd name="T9" fmla="*/ 376 h 156"/>
                <a:gd name="T10" fmla="*/ 1380 w 103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56">
                  <a:moveTo>
                    <a:pt x="88" y="4"/>
                  </a:moveTo>
                  <a:cubicBezTo>
                    <a:pt x="77" y="18"/>
                    <a:pt x="37" y="90"/>
                    <a:pt x="26" y="107"/>
                  </a:cubicBezTo>
                  <a:cubicBezTo>
                    <a:pt x="14" y="124"/>
                    <a:pt x="2" y="146"/>
                    <a:pt x="0" y="156"/>
                  </a:cubicBezTo>
                  <a:cubicBezTo>
                    <a:pt x="18" y="133"/>
                    <a:pt x="55" y="70"/>
                    <a:pt x="62" y="58"/>
                  </a:cubicBezTo>
                  <a:cubicBezTo>
                    <a:pt x="72" y="42"/>
                    <a:pt x="90" y="6"/>
                    <a:pt x="103" y="20"/>
                  </a:cubicBezTo>
                  <a:cubicBezTo>
                    <a:pt x="98" y="8"/>
                    <a:pt x="93" y="0"/>
                    <a:pt x="88" y="4"/>
                  </a:cubicBezTo>
                  <a:close/>
                </a:path>
              </a:pathLst>
            </a:custGeom>
            <a:solidFill>
              <a:srgbClr val="FDEA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7" name="Freeform 67">
              <a:extLst>
                <a:ext uri="{FF2B5EF4-FFF2-40B4-BE49-F238E27FC236}">
                  <a16:creationId xmlns:a16="http://schemas.microsoft.com/office/drawing/2014/main" id="{936080DF-00E1-4446-B8F2-3EF4A6DBE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597"/>
              <a:ext cx="511" cy="494"/>
            </a:xfrm>
            <a:custGeom>
              <a:avLst/>
              <a:gdLst>
                <a:gd name="T0" fmla="*/ 3174 w 204"/>
                <a:gd name="T1" fmla="*/ 3316 h 185"/>
                <a:gd name="T2" fmla="*/ 1713 w 204"/>
                <a:gd name="T3" fmla="*/ 3522 h 185"/>
                <a:gd name="T4" fmla="*/ 83 w 204"/>
                <a:gd name="T5" fmla="*/ 3351 h 185"/>
                <a:gd name="T6" fmla="*/ 659 w 204"/>
                <a:gd name="T7" fmla="*/ 1848 h 185"/>
                <a:gd name="T8" fmla="*/ 691 w 204"/>
                <a:gd name="T9" fmla="*/ 1789 h 185"/>
                <a:gd name="T10" fmla="*/ 897 w 204"/>
                <a:gd name="T11" fmla="*/ 1354 h 185"/>
                <a:gd name="T12" fmla="*/ 1638 w 204"/>
                <a:gd name="T13" fmla="*/ 0 h 185"/>
                <a:gd name="T14" fmla="*/ 2277 w 204"/>
                <a:gd name="T15" fmla="*/ 1242 h 185"/>
                <a:gd name="T16" fmla="*/ 2527 w 204"/>
                <a:gd name="T17" fmla="*/ 1768 h 185"/>
                <a:gd name="T18" fmla="*/ 2527 w 204"/>
                <a:gd name="T19" fmla="*/ 1768 h 185"/>
                <a:gd name="T20" fmla="*/ 2623 w 204"/>
                <a:gd name="T21" fmla="*/ 1960 h 185"/>
                <a:gd name="T22" fmla="*/ 3174 w 204"/>
                <a:gd name="T23" fmla="*/ 3316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185">
                  <a:moveTo>
                    <a:pt x="202" y="174"/>
                  </a:moveTo>
                  <a:cubicBezTo>
                    <a:pt x="198" y="180"/>
                    <a:pt x="157" y="185"/>
                    <a:pt x="109" y="185"/>
                  </a:cubicBezTo>
                  <a:cubicBezTo>
                    <a:pt x="32" y="185"/>
                    <a:pt x="7" y="179"/>
                    <a:pt x="5" y="176"/>
                  </a:cubicBezTo>
                  <a:cubicBezTo>
                    <a:pt x="0" y="168"/>
                    <a:pt x="31" y="116"/>
                    <a:pt x="42" y="97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70" y="49"/>
                    <a:pt x="96" y="1"/>
                    <a:pt x="104" y="0"/>
                  </a:cubicBezTo>
                  <a:cubicBezTo>
                    <a:pt x="111" y="1"/>
                    <a:pt x="133" y="42"/>
                    <a:pt x="145" y="65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7" y="103"/>
                    <a:pt x="167" y="103"/>
                    <a:pt x="167" y="103"/>
                  </a:cubicBezTo>
                  <a:cubicBezTo>
                    <a:pt x="193" y="146"/>
                    <a:pt x="204" y="169"/>
                    <a:pt x="202" y="17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8" name="Freeform 68">
              <a:extLst>
                <a:ext uri="{FF2B5EF4-FFF2-40B4-BE49-F238E27FC236}">
                  <a16:creationId xmlns:a16="http://schemas.microsoft.com/office/drawing/2014/main" id="{C524C1F0-6F59-4464-B05C-3C22864DA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587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9" name="Oval 69">
              <a:extLst>
                <a:ext uri="{FF2B5EF4-FFF2-40B4-BE49-F238E27FC236}">
                  <a16:creationId xmlns:a16="http://schemas.microsoft.com/office/drawing/2014/main" id="{AAC48E67-FDC3-400D-86DA-F46A1E7F0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1883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77" name="Group 82">
            <a:extLst>
              <a:ext uri="{FF2B5EF4-FFF2-40B4-BE49-F238E27FC236}">
                <a16:creationId xmlns:a16="http://schemas.microsoft.com/office/drawing/2014/main" id="{DD586917-2F56-4E7D-A9A5-CFA1FD063A13}"/>
              </a:ext>
            </a:extLst>
          </p:cNvPr>
          <p:cNvGrpSpPr>
            <a:grpSpLocks/>
          </p:cNvGrpSpPr>
          <p:nvPr/>
        </p:nvGrpSpPr>
        <p:grpSpPr bwMode="auto">
          <a:xfrm>
            <a:off x="2228850" y="3238500"/>
            <a:ext cx="1263650" cy="630238"/>
            <a:chOff x="533" y="1491"/>
            <a:chExt cx="940" cy="469"/>
          </a:xfrm>
        </p:grpSpPr>
        <p:sp>
          <p:nvSpPr>
            <p:cNvPr id="28978" name="Freeform 71">
              <a:extLst>
                <a:ext uri="{FF2B5EF4-FFF2-40B4-BE49-F238E27FC236}">
                  <a16:creationId xmlns:a16="http://schemas.microsoft.com/office/drawing/2014/main" id="{4FF7A063-DAFF-4706-92D2-46745DE64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9" name="Freeform 72">
              <a:extLst>
                <a:ext uri="{FF2B5EF4-FFF2-40B4-BE49-F238E27FC236}">
                  <a16:creationId xmlns:a16="http://schemas.microsoft.com/office/drawing/2014/main" id="{03F1A31B-CA6D-41C6-9A08-577BE6606C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5875 w 376"/>
                <a:gd name="T1" fmla="*/ 1663 h 176"/>
                <a:gd name="T2" fmla="*/ 4375 w 376"/>
                <a:gd name="T3" fmla="*/ 661 h 176"/>
                <a:gd name="T4" fmla="*/ 2938 w 376"/>
                <a:gd name="T5" fmla="*/ 0 h 176"/>
                <a:gd name="T6" fmla="*/ 1145 w 376"/>
                <a:gd name="T7" fmla="*/ 874 h 176"/>
                <a:gd name="T8" fmla="*/ 0 w 376"/>
                <a:gd name="T9" fmla="*/ 1705 h 176"/>
                <a:gd name="T10" fmla="*/ 1458 w 376"/>
                <a:gd name="T11" fmla="*/ 2670 h 176"/>
                <a:gd name="T12" fmla="*/ 2925 w 376"/>
                <a:gd name="T13" fmla="*/ 3331 h 176"/>
                <a:gd name="T14" fmla="*/ 4500 w 376"/>
                <a:gd name="T15" fmla="*/ 2593 h 176"/>
                <a:gd name="T16" fmla="*/ 5875 w 376"/>
                <a:gd name="T17" fmla="*/ 1663 h 176"/>
                <a:gd name="T18" fmla="*/ 4625 w 376"/>
                <a:gd name="T19" fmla="*/ 2444 h 176"/>
                <a:gd name="T20" fmla="*/ 4470 w 376"/>
                <a:gd name="T21" fmla="*/ 2513 h 176"/>
                <a:gd name="T22" fmla="*/ 2925 w 376"/>
                <a:gd name="T23" fmla="*/ 3251 h 176"/>
                <a:gd name="T24" fmla="*/ 1470 w 376"/>
                <a:gd name="T25" fmla="*/ 2593 h 176"/>
                <a:gd name="T26" fmla="*/ 1158 w 376"/>
                <a:gd name="T27" fmla="*/ 2422 h 176"/>
                <a:gd name="T28" fmla="*/ 63 w 376"/>
                <a:gd name="T29" fmla="*/ 1705 h 176"/>
                <a:gd name="T30" fmla="*/ 1158 w 376"/>
                <a:gd name="T31" fmla="*/ 943 h 176"/>
                <a:gd name="T32" fmla="*/ 1488 w 376"/>
                <a:gd name="T33" fmla="*/ 759 h 176"/>
                <a:gd name="T34" fmla="*/ 2938 w 376"/>
                <a:gd name="T35" fmla="*/ 77 h 176"/>
                <a:gd name="T36" fmla="*/ 4125 w 376"/>
                <a:gd name="T37" fmla="*/ 605 h 176"/>
                <a:gd name="T38" fmla="*/ 4345 w 376"/>
                <a:gd name="T39" fmla="*/ 738 h 176"/>
                <a:gd name="T40" fmla="*/ 4550 w 376"/>
                <a:gd name="T41" fmla="*/ 853 h 176"/>
                <a:gd name="T42" fmla="*/ 5813 w 376"/>
                <a:gd name="T43" fmla="*/ 1684 h 176"/>
                <a:gd name="T44" fmla="*/ 4625 w 376"/>
                <a:gd name="T45" fmla="*/ 2444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6" h="176">
                  <a:moveTo>
                    <a:pt x="376" y="88"/>
                  </a:move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lose/>
                  <a:moveTo>
                    <a:pt x="296" y="129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44" y="152"/>
                    <a:pt x="194" y="172"/>
                    <a:pt x="187" y="172"/>
                  </a:cubicBezTo>
                  <a:cubicBezTo>
                    <a:pt x="177" y="172"/>
                    <a:pt x="146" y="161"/>
                    <a:pt x="94" y="137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39" y="113"/>
                    <a:pt x="4" y="97"/>
                    <a:pt x="4" y="90"/>
                  </a:cubicBezTo>
                  <a:cubicBezTo>
                    <a:pt x="4" y="81"/>
                    <a:pt x="51" y="60"/>
                    <a:pt x="74" y="5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128" y="25"/>
                    <a:pt x="174" y="4"/>
                    <a:pt x="188" y="4"/>
                  </a:cubicBezTo>
                  <a:cubicBezTo>
                    <a:pt x="206" y="4"/>
                    <a:pt x="238" y="20"/>
                    <a:pt x="264" y="32"/>
                  </a:cubicBezTo>
                  <a:cubicBezTo>
                    <a:pt x="278" y="39"/>
                    <a:pt x="278" y="39"/>
                    <a:pt x="278" y="39"/>
                  </a:cubicBezTo>
                  <a:cubicBezTo>
                    <a:pt x="291" y="45"/>
                    <a:pt x="291" y="45"/>
                    <a:pt x="291" y="45"/>
                  </a:cubicBezTo>
                  <a:cubicBezTo>
                    <a:pt x="313" y="54"/>
                    <a:pt x="370" y="80"/>
                    <a:pt x="372" y="89"/>
                  </a:cubicBezTo>
                  <a:cubicBezTo>
                    <a:pt x="370" y="97"/>
                    <a:pt x="316" y="120"/>
                    <a:pt x="296" y="12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0" name="Oval 73">
              <a:extLst>
                <a:ext uri="{FF2B5EF4-FFF2-40B4-BE49-F238E27FC236}">
                  <a16:creationId xmlns:a16="http://schemas.microsoft.com/office/drawing/2014/main" id="{24BB36B6-E3B9-481E-9C70-7C7EC74D0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707"/>
              <a:ext cx="155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81" name="Oval 74">
              <a:extLst>
                <a:ext uri="{FF2B5EF4-FFF2-40B4-BE49-F238E27FC236}">
                  <a16:creationId xmlns:a16="http://schemas.microsoft.com/office/drawing/2014/main" id="{27FD19BD-40DB-4EA9-9C17-8AB53CACD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82" name="Freeform 75">
              <a:extLst>
                <a:ext uri="{FF2B5EF4-FFF2-40B4-BE49-F238E27FC236}">
                  <a16:creationId xmlns:a16="http://schemas.microsoft.com/office/drawing/2014/main" id="{2E007BDE-0D8D-4750-97C9-408FD8CAA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91"/>
              <a:ext cx="127" cy="69"/>
            </a:xfrm>
            <a:custGeom>
              <a:avLst/>
              <a:gdLst>
                <a:gd name="T0" fmla="*/ 540 w 51"/>
                <a:gd name="T1" fmla="*/ 0 h 26"/>
                <a:gd name="T2" fmla="*/ 695 w 51"/>
                <a:gd name="T3" fmla="*/ 204 h 26"/>
                <a:gd name="T4" fmla="*/ 229 w 51"/>
                <a:gd name="T5" fmla="*/ 451 h 26"/>
                <a:gd name="T6" fmla="*/ 0 w 51"/>
                <a:gd name="T7" fmla="*/ 430 h 26"/>
                <a:gd name="T8" fmla="*/ 311 w 51"/>
                <a:gd name="T9" fmla="*/ 486 h 26"/>
                <a:gd name="T10" fmla="*/ 787 w 51"/>
                <a:gd name="T11" fmla="*/ 226 h 26"/>
                <a:gd name="T12" fmla="*/ 540 w 5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5" y="0"/>
                  </a:moveTo>
                  <a:cubicBezTo>
                    <a:pt x="41" y="3"/>
                    <a:pt x="45" y="7"/>
                    <a:pt x="45" y="11"/>
                  </a:cubicBezTo>
                  <a:cubicBezTo>
                    <a:pt x="45" y="18"/>
                    <a:pt x="32" y="24"/>
                    <a:pt x="15" y="24"/>
                  </a:cubicBezTo>
                  <a:cubicBezTo>
                    <a:pt x="9" y="24"/>
                    <a:pt x="5" y="24"/>
                    <a:pt x="0" y="23"/>
                  </a:cubicBezTo>
                  <a:cubicBezTo>
                    <a:pt x="6" y="25"/>
                    <a:pt x="13" y="26"/>
                    <a:pt x="20" y="26"/>
                  </a:cubicBezTo>
                  <a:cubicBezTo>
                    <a:pt x="37" y="26"/>
                    <a:pt x="51" y="20"/>
                    <a:pt x="51" y="12"/>
                  </a:cubicBezTo>
                  <a:cubicBezTo>
                    <a:pt x="51" y="7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3" name="Freeform 76">
              <a:extLst>
                <a:ext uri="{FF2B5EF4-FFF2-40B4-BE49-F238E27FC236}">
                  <a16:creationId xmlns:a16="http://schemas.microsoft.com/office/drawing/2014/main" id="{6E3B8A99-3125-46BA-9158-385691617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93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4" name="Freeform 77">
              <a:extLst>
                <a:ext uri="{FF2B5EF4-FFF2-40B4-BE49-F238E27FC236}">
                  <a16:creationId xmlns:a16="http://schemas.microsoft.com/office/drawing/2014/main" id="{425C516D-B447-4B5B-9D4F-391060543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28"/>
              <a:ext cx="658" cy="211"/>
            </a:xfrm>
            <a:custGeom>
              <a:avLst/>
              <a:gdLst>
                <a:gd name="T0" fmla="*/ 4118 w 263"/>
                <a:gd name="T1" fmla="*/ 0 h 79"/>
                <a:gd name="T2" fmla="*/ 1334 w 263"/>
                <a:gd name="T3" fmla="*/ 1485 h 79"/>
                <a:gd name="T4" fmla="*/ 0 w 263"/>
                <a:gd name="T5" fmla="*/ 913 h 79"/>
                <a:gd name="T6" fmla="*/ 1709 w 263"/>
                <a:gd name="T7" fmla="*/ 1012 h 79"/>
                <a:gd name="T8" fmla="*/ 4118 w 26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9">
                  <a:moveTo>
                    <a:pt x="263" y="0"/>
                  </a:moveTo>
                  <a:cubicBezTo>
                    <a:pt x="260" y="8"/>
                    <a:pt x="101" y="77"/>
                    <a:pt x="85" y="78"/>
                  </a:cubicBezTo>
                  <a:cubicBezTo>
                    <a:pt x="69" y="79"/>
                    <a:pt x="4" y="51"/>
                    <a:pt x="0" y="48"/>
                  </a:cubicBezTo>
                  <a:cubicBezTo>
                    <a:pt x="23" y="55"/>
                    <a:pt x="78" y="60"/>
                    <a:pt x="109" y="53"/>
                  </a:cubicBezTo>
                  <a:cubicBezTo>
                    <a:pt x="140" y="46"/>
                    <a:pt x="237" y="15"/>
                    <a:pt x="263" y="0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5" name="Freeform 78">
              <a:extLst>
                <a:ext uri="{FF2B5EF4-FFF2-40B4-BE49-F238E27FC236}">
                  <a16:creationId xmlns:a16="http://schemas.microsoft.com/office/drawing/2014/main" id="{8FF3B820-8FF1-43FE-BDD7-2A23470B4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509"/>
              <a:ext cx="522" cy="160"/>
            </a:xfrm>
            <a:custGeom>
              <a:avLst/>
              <a:gdLst>
                <a:gd name="T0" fmla="*/ 0 w 209"/>
                <a:gd name="T1" fmla="*/ 1139 h 60"/>
                <a:gd name="T2" fmla="*/ 2258 w 209"/>
                <a:gd name="T3" fmla="*/ 35 h 60"/>
                <a:gd name="T4" fmla="*/ 3257 w 209"/>
                <a:gd name="T5" fmla="*/ 477 h 60"/>
                <a:gd name="T6" fmla="*/ 2228 w 209"/>
                <a:gd name="T7" fmla="*/ 285 h 60"/>
                <a:gd name="T8" fmla="*/ 0 w 20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0">
                  <a:moveTo>
                    <a:pt x="0" y="60"/>
                  </a:moveTo>
                  <a:cubicBezTo>
                    <a:pt x="29" y="47"/>
                    <a:pt x="126" y="0"/>
                    <a:pt x="145" y="2"/>
                  </a:cubicBezTo>
                  <a:cubicBezTo>
                    <a:pt x="164" y="4"/>
                    <a:pt x="190" y="16"/>
                    <a:pt x="209" y="25"/>
                  </a:cubicBezTo>
                  <a:cubicBezTo>
                    <a:pt x="193" y="17"/>
                    <a:pt x="161" y="12"/>
                    <a:pt x="143" y="15"/>
                  </a:cubicBezTo>
                  <a:cubicBezTo>
                    <a:pt x="124" y="18"/>
                    <a:pt x="11" y="54"/>
                    <a:pt x="0" y="60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6" name="Freeform 79">
              <a:extLst>
                <a:ext uri="{FF2B5EF4-FFF2-40B4-BE49-F238E27FC236}">
                  <a16:creationId xmlns:a16="http://schemas.microsoft.com/office/drawing/2014/main" id="{8C891027-229C-4824-96A9-9AAD90757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501"/>
              <a:ext cx="920" cy="448"/>
            </a:xfrm>
            <a:custGeom>
              <a:avLst/>
              <a:gdLst>
                <a:gd name="T0" fmla="*/ 4563 w 368"/>
                <a:gd name="T1" fmla="*/ 2368 h 168"/>
                <a:gd name="T2" fmla="*/ 4408 w 368"/>
                <a:gd name="T3" fmla="*/ 2445 h 168"/>
                <a:gd name="T4" fmla="*/ 2863 w 368"/>
                <a:gd name="T5" fmla="*/ 3187 h 168"/>
                <a:gd name="T6" fmla="*/ 1408 w 368"/>
                <a:gd name="T7" fmla="*/ 2525 h 168"/>
                <a:gd name="T8" fmla="*/ 1095 w 368"/>
                <a:gd name="T9" fmla="*/ 2355 h 168"/>
                <a:gd name="T10" fmla="*/ 0 w 368"/>
                <a:gd name="T11" fmla="*/ 1629 h 168"/>
                <a:gd name="T12" fmla="*/ 1095 w 368"/>
                <a:gd name="T13" fmla="*/ 875 h 168"/>
                <a:gd name="T14" fmla="*/ 1425 w 368"/>
                <a:gd name="T15" fmla="*/ 683 h 168"/>
                <a:gd name="T16" fmla="*/ 2875 w 368"/>
                <a:gd name="T17" fmla="*/ 0 h 168"/>
                <a:gd name="T18" fmla="*/ 4063 w 368"/>
                <a:gd name="T19" fmla="*/ 533 h 168"/>
                <a:gd name="T20" fmla="*/ 4283 w 368"/>
                <a:gd name="T21" fmla="*/ 661 h 168"/>
                <a:gd name="T22" fmla="*/ 4488 w 368"/>
                <a:gd name="T23" fmla="*/ 776 h 168"/>
                <a:gd name="T24" fmla="*/ 5750 w 368"/>
                <a:gd name="T25" fmla="*/ 1613 h 168"/>
                <a:gd name="T26" fmla="*/ 4563 w 368"/>
                <a:gd name="T27" fmla="*/ 2368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8" h="168">
                  <a:moveTo>
                    <a:pt x="292" y="125"/>
                  </a:moveTo>
                  <a:cubicBezTo>
                    <a:pt x="282" y="129"/>
                    <a:pt x="282" y="129"/>
                    <a:pt x="282" y="129"/>
                  </a:cubicBezTo>
                  <a:cubicBezTo>
                    <a:pt x="240" y="148"/>
                    <a:pt x="190" y="168"/>
                    <a:pt x="183" y="168"/>
                  </a:cubicBezTo>
                  <a:cubicBezTo>
                    <a:pt x="173" y="168"/>
                    <a:pt x="142" y="157"/>
                    <a:pt x="90" y="133"/>
                  </a:cubicBezTo>
                  <a:cubicBezTo>
                    <a:pt x="70" y="124"/>
                    <a:pt x="70" y="124"/>
                    <a:pt x="70" y="124"/>
                  </a:cubicBezTo>
                  <a:cubicBezTo>
                    <a:pt x="35" y="109"/>
                    <a:pt x="0" y="93"/>
                    <a:pt x="0" y="86"/>
                  </a:cubicBezTo>
                  <a:cubicBezTo>
                    <a:pt x="0" y="77"/>
                    <a:pt x="47" y="56"/>
                    <a:pt x="70" y="46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24" y="21"/>
                    <a:pt x="170" y="0"/>
                    <a:pt x="184" y="0"/>
                  </a:cubicBezTo>
                  <a:cubicBezTo>
                    <a:pt x="202" y="0"/>
                    <a:pt x="234" y="16"/>
                    <a:pt x="260" y="28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309" y="50"/>
                    <a:pt x="366" y="76"/>
                    <a:pt x="368" y="85"/>
                  </a:cubicBezTo>
                  <a:cubicBezTo>
                    <a:pt x="366" y="93"/>
                    <a:pt x="312" y="116"/>
                    <a:pt x="292" y="1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7" name="Freeform 80">
              <a:extLst>
                <a:ext uri="{FF2B5EF4-FFF2-40B4-BE49-F238E27FC236}">
                  <a16:creationId xmlns:a16="http://schemas.microsoft.com/office/drawing/2014/main" id="{EFF439B6-6A54-4D1C-8C06-FBEE0D850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8" name="Oval 81">
              <a:extLst>
                <a:ext uri="{FF2B5EF4-FFF2-40B4-BE49-F238E27FC236}">
                  <a16:creationId xmlns:a16="http://schemas.microsoft.com/office/drawing/2014/main" id="{8780CE37-2CCD-4317-82FD-5F89FA10D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78" name="Group 22">
            <a:extLst>
              <a:ext uri="{FF2B5EF4-FFF2-40B4-BE49-F238E27FC236}">
                <a16:creationId xmlns:a16="http://schemas.microsoft.com/office/drawing/2014/main" id="{61665BD7-D8D8-4ACF-A07C-17107F4B887F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2914650" y="3048000"/>
            <a:ext cx="1447800" cy="434975"/>
            <a:chOff x="2678" y="2979"/>
            <a:chExt cx="540" cy="514"/>
          </a:xfrm>
        </p:grpSpPr>
        <p:sp>
          <p:nvSpPr>
            <p:cNvPr id="28967" name="Freeform 11">
              <a:extLst>
                <a:ext uri="{FF2B5EF4-FFF2-40B4-BE49-F238E27FC236}">
                  <a16:creationId xmlns:a16="http://schemas.microsoft.com/office/drawing/2014/main" id="{E0801905-8215-492C-9EE8-C080C8696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8" name="Freeform 12">
              <a:extLst>
                <a:ext uri="{FF2B5EF4-FFF2-40B4-BE49-F238E27FC236}">
                  <a16:creationId xmlns:a16="http://schemas.microsoft.com/office/drawing/2014/main" id="{CDE72D39-0060-4B12-864D-56C8714717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1708 w 216"/>
                <a:gd name="T1" fmla="*/ 0 h 193"/>
                <a:gd name="T2" fmla="*/ 720 w 216"/>
                <a:gd name="T3" fmla="*/ 1816 h 193"/>
                <a:gd name="T4" fmla="*/ 95 w 216"/>
                <a:gd name="T5" fmla="*/ 3441 h 193"/>
                <a:gd name="T6" fmla="*/ 1783 w 216"/>
                <a:gd name="T7" fmla="*/ 3646 h 193"/>
                <a:gd name="T8" fmla="*/ 3283 w 216"/>
                <a:gd name="T9" fmla="*/ 3398 h 193"/>
                <a:gd name="T10" fmla="*/ 2658 w 216"/>
                <a:gd name="T11" fmla="*/ 1795 h 193"/>
                <a:gd name="T12" fmla="*/ 1708 w 216"/>
                <a:gd name="T13" fmla="*/ 0 h 193"/>
                <a:gd name="T14" fmla="*/ 3238 w 216"/>
                <a:gd name="T15" fmla="*/ 3361 h 193"/>
                <a:gd name="T16" fmla="*/ 1783 w 216"/>
                <a:gd name="T17" fmla="*/ 3569 h 193"/>
                <a:gd name="T18" fmla="*/ 158 w 216"/>
                <a:gd name="T19" fmla="*/ 3398 h 193"/>
                <a:gd name="T20" fmla="*/ 738 w 216"/>
                <a:gd name="T21" fmla="*/ 1907 h 193"/>
                <a:gd name="T22" fmla="*/ 770 w 216"/>
                <a:gd name="T23" fmla="*/ 1851 h 193"/>
                <a:gd name="T24" fmla="*/ 970 w 216"/>
                <a:gd name="T25" fmla="*/ 1419 h 193"/>
                <a:gd name="T26" fmla="*/ 1708 w 216"/>
                <a:gd name="T27" fmla="*/ 77 h 193"/>
                <a:gd name="T28" fmla="*/ 2345 w 216"/>
                <a:gd name="T29" fmla="*/ 1305 h 193"/>
                <a:gd name="T30" fmla="*/ 2595 w 216"/>
                <a:gd name="T31" fmla="*/ 1830 h 193"/>
                <a:gd name="T32" fmla="*/ 2595 w 216"/>
                <a:gd name="T33" fmla="*/ 1830 h 193"/>
                <a:gd name="T34" fmla="*/ 2688 w 216"/>
                <a:gd name="T35" fmla="*/ 2021 h 193"/>
                <a:gd name="T36" fmla="*/ 3238 w 216"/>
                <a:gd name="T37" fmla="*/ 3361 h 1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" h="193">
                  <a:moveTo>
                    <a:pt x="109" y="0"/>
                  </a:moveTo>
                  <a:cubicBezTo>
                    <a:pt x="97" y="0"/>
                    <a:pt x="63" y="66"/>
                    <a:pt x="46" y="96"/>
                  </a:cubicBezTo>
                  <a:cubicBezTo>
                    <a:pt x="28" y="125"/>
                    <a:pt x="0" y="172"/>
                    <a:pt x="6" y="182"/>
                  </a:cubicBezTo>
                  <a:cubicBezTo>
                    <a:pt x="12" y="192"/>
                    <a:pt x="86" y="193"/>
                    <a:pt x="114" y="193"/>
                  </a:cubicBezTo>
                  <a:cubicBezTo>
                    <a:pt x="141" y="193"/>
                    <a:pt x="204" y="191"/>
                    <a:pt x="210" y="180"/>
                  </a:cubicBezTo>
                  <a:cubicBezTo>
                    <a:pt x="216" y="170"/>
                    <a:pt x="181" y="115"/>
                    <a:pt x="170" y="95"/>
                  </a:cubicBezTo>
                  <a:cubicBezTo>
                    <a:pt x="151" y="63"/>
                    <a:pt x="121" y="0"/>
                    <a:pt x="109" y="0"/>
                  </a:cubicBezTo>
                  <a:close/>
                  <a:moveTo>
                    <a:pt x="207" y="178"/>
                  </a:moveTo>
                  <a:cubicBezTo>
                    <a:pt x="203" y="184"/>
                    <a:pt x="162" y="189"/>
                    <a:pt x="114" y="189"/>
                  </a:cubicBezTo>
                  <a:cubicBezTo>
                    <a:pt x="37" y="189"/>
                    <a:pt x="12" y="183"/>
                    <a:pt x="10" y="180"/>
                  </a:cubicBezTo>
                  <a:cubicBezTo>
                    <a:pt x="5" y="172"/>
                    <a:pt x="36" y="120"/>
                    <a:pt x="47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75" y="53"/>
                    <a:pt x="101" y="5"/>
                    <a:pt x="109" y="4"/>
                  </a:cubicBezTo>
                  <a:cubicBezTo>
                    <a:pt x="116" y="5"/>
                    <a:pt x="138" y="46"/>
                    <a:pt x="150" y="69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72" y="107"/>
                    <a:pt x="172" y="107"/>
                    <a:pt x="172" y="107"/>
                  </a:cubicBezTo>
                  <a:cubicBezTo>
                    <a:pt x="198" y="150"/>
                    <a:pt x="209" y="173"/>
                    <a:pt x="207" y="17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9" name="Oval 13">
              <a:extLst>
                <a:ext uri="{FF2B5EF4-FFF2-40B4-BE49-F238E27FC236}">
                  <a16:creationId xmlns:a16="http://schemas.microsoft.com/office/drawing/2014/main" id="{E982ABC1-8E64-4E07-BDB9-2DDA54B0C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293"/>
              <a:ext cx="153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70" name="Oval 14">
              <a:extLst>
                <a:ext uri="{FF2B5EF4-FFF2-40B4-BE49-F238E27FC236}">
                  <a16:creationId xmlns:a16="http://schemas.microsoft.com/office/drawing/2014/main" id="{DBDDC8C2-26D3-43E9-8D5F-BBE1A7801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71" name="Freeform 15">
              <a:extLst>
                <a:ext uri="{FF2B5EF4-FFF2-40B4-BE49-F238E27FC236}">
                  <a16:creationId xmlns:a16="http://schemas.microsoft.com/office/drawing/2014/main" id="{43BB1BA3-3A79-4CDF-AC01-01813D7EE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280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21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30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58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2" name="Freeform 16">
              <a:extLst>
                <a:ext uri="{FF2B5EF4-FFF2-40B4-BE49-F238E27FC236}">
                  <a16:creationId xmlns:a16="http://schemas.microsoft.com/office/drawing/2014/main" id="{58CE4EBF-50E0-4397-B3B4-4EC38EF70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283"/>
              <a:ext cx="115" cy="50"/>
            </a:xfrm>
            <a:custGeom>
              <a:avLst/>
              <a:gdLst>
                <a:gd name="T0" fmla="*/ 50 w 46"/>
                <a:gd name="T1" fmla="*/ 200 h 19"/>
                <a:gd name="T2" fmla="*/ 470 w 46"/>
                <a:gd name="T3" fmla="*/ 21 h 19"/>
                <a:gd name="T4" fmla="*/ 720 w 46"/>
                <a:gd name="T5" fmla="*/ 76 h 19"/>
                <a:gd name="T6" fmla="*/ 395 w 46"/>
                <a:gd name="T7" fmla="*/ 0 h 19"/>
                <a:gd name="T8" fmla="*/ 0 w 46"/>
                <a:gd name="T9" fmla="*/ 179 h 19"/>
                <a:gd name="T10" fmla="*/ 158 w 46"/>
                <a:gd name="T11" fmla="*/ 347 h 19"/>
                <a:gd name="T12" fmla="*/ 50 w 46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3" y="11"/>
                  </a:moveTo>
                  <a:cubicBezTo>
                    <a:pt x="3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3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3" name="Freeform 17">
              <a:extLst>
                <a:ext uri="{FF2B5EF4-FFF2-40B4-BE49-F238E27FC236}">
                  <a16:creationId xmlns:a16="http://schemas.microsoft.com/office/drawing/2014/main" id="{86B3D43E-21C0-42B0-A785-79BB7A47E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189"/>
              <a:ext cx="362" cy="283"/>
            </a:xfrm>
            <a:custGeom>
              <a:avLst/>
              <a:gdLst>
                <a:gd name="T0" fmla="*/ 0 w 145"/>
                <a:gd name="T1" fmla="*/ 1981 h 106"/>
                <a:gd name="T2" fmla="*/ 2070 w 145"/>
                <a:gd name="T3" fmla="*/ 1823 h 106"/>
                <a:gd name="T4" fmla="*/ 1341 w 145"/>
                <a:gd name="T5" fmla="*/ 0 h 106"/>
                <a:gd name="T6" fmla="*/ 1728 w 145"/>
                <a:gd name="T7" fmla="*/ 1618 h 106"/>
                <a:gd name="T8" fmla="*/ 0 w 145"/>
                <a:gd name="T9" fmla="*/ 198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06">
                  <a:moveTo>
                    <a:pt x="0" y="104"/>
                  </a:moveTo>
                  <a:cubicBezTo>
                    <a:pt x="34" y="106"/>
                    <a:pt x="121" y="105"/>
                    <a:pt x="133" y="96"/>
                  </a:cubicBezTo>
                  <a:cubicBezTo>
                    <a:pt x="145" y="87"/>
                    <a:pt x="94" y="24"/>
                    <a:pt x="86" y="0"/>
                  </a:cubicBezTo>
                  <a:cubicBezTo>
                    <a:pt x="94" y="21"/>
                    <a:pt x="121" y="76"/>
                    <a:pt x="111" y="85"/>
                  </a:cubicBezTo>
                  <a:cubicBezTo>
                    <a:pt x="93" y="101"/>
                    <a:pt x="13" y="105"/>
                    <a:pt x="0" y="104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4" name="Freeform 18">
              <a:extLst>
                <a:ext uri="{FF2B5EF4-FFF2-40B4-BE49-F238E27FC236}">
                  <a16:creationId xmlns:a16="http://schemas.microsoft.com/office/drawing/2014/main" id="{0AF64972-58D8-47E7-BCB2-A8BBC2A37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95"/>
              <a:ext cx="258" cy="416"/>
            </a:xfrm>
            <a:custGeom>
              <a:avLst/>
              <a:gdLst>
                <a:gd name="T0" fmla="*/ 1380 w 103"/>
                <a:gd name="T1" fmla="*/ 77 h 156"/>
                <a:gd name="T2" fmla="*/ 408 w 103"/>
                <a:gd name="T3" fmla="*/ 2027 h 156"/>
                <a:gd name="T4" fmla="*/ 0 w 103"/>
                <a:gd name="T5" fmla="*/ 2957 h 156"/>
                <a:gd name="T6" fmla="*/ 972 w 103"/>
                <a:gd name="T7" fmla="*/ 1101 h 156"/>
                <a:gd name="T8" fmla="*/ 1618 w 103"/>
                <a:gd name="T9" fmla="*/ 376 h 156"/>
                <a:gd name="T10" fmla="*/ 1380 w 103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56">
                  <a:moveTo>
                    <a:pt x="88" y="4"/>
                  </a:moveTo>
                  <a:cubicBezTo>
                    <a:pt x="77" y="18"/>
                    <a:pt x="37" y="90"/>
                    <a:pt x="26" y="107"/>
                  </a:cubicBezTo>
                  <a:cubicBezTo>
                    <a:pt x="14" y="124"/>
                    <a:pt x="2" y="146"/>
                    <a:pt x="0" y="156"/>
                  </a:cubicBezTo>
                  <a:cubicBezTo>
                    <a:pt x="18" y="133"/>
                    <a:pt x="55" y="70"/>
                    <a:pt x="62" y="58"/>
                  </a:cubicBezTo>
                  <a:cubicBezTo>
                    <a:pt x="72" y="42"/>
                    <a:pt x="90" y="6"/>
                    <a:pt x="103" y="20"/>
                  </a:cubicBezTo>
                  <a:cubicBezTo>
                    <a:pt x="98" y="8"/>
                    <a:pt x="93" y="0"/>
                    <a:pt x="88" y="4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5" name="Freeform 19">
              <a:extLst>
                <a:ext uri="{FF2B5EF4-FFF2-40B4-BE49-F238E27FC236}">
                  <a16:creationId xmlns:a16="http://schemas.microsoft.com/office/drawing/2014/main" id="{6A5E68B7-0408-418B-A76E-FC38EB104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89"/>
              <a:ext cx="511" cy="494"/>
            </a:xfrm>
            <a:custGeom>
              <a:avLst/>
              <a:gdLst>
                <a:gd name="T0" fmla="*/ 3174 w 204"/>
                <a:gd name="T1" fmla="*/ 3316 h 185"/>
                <a:gd name="T2" fmla="*/ 1713 w 204"/>
                <a:gd name="T3" fmla="*/ 3522 h 185"/>
                <a:gd name="T4" fmla="*/ 83 w 204"/>
                <a:gd name="T5" fmla="*/ 3351 h 185"/>
                <a:gd name="T6" fmla="*/ 659 w 204"/>
                <a:gd name="T7" fmla="*/ 1848 h 185"/>
                <a:gd name="T8" fmla="*/ 691 w 204"/>
                <a:gd name="T9" fmla="*/ 1789 h 185"/>
                <a:gd name="T10" fmla="*/ 897 w 204"/>
                <a:gd name="T11" fmla="*/ 1354 h 185"/>
                <a:gd name="T12" fmla="*/ 1638 w 204"/>
                <a:gd name="T13" fmla="*/ 0 h 185"/>
                <a:gd name="T14" fmla="*/ 2277 w 204"/>
                <a:gd name="T15" fmla="*/ 1242 h 185"/>
                <a:gd name="T16" fmla="*/ 2527 w 204"/>
                <a:gd name="T17" fmla="*/ 1768 h 185"/>
                <a:gd name="T18" fmla="*/ 2527 w 204"/>
                <a:gd name="T19" fmla="*/ 1768 h 185"/>
                <a:gd name="T20" fmla="*/ 2623 w 204"/>
                <a:gd name="T21" fmla="*/ 1960 h 185"/>
                <a:gd name="T22" fmla="*/ 3174 w 204"/>
                <a:gd name="T23" fmla="*/ 3316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185">
                  <a:moveTo>
                    <a:pt x="202" y="174"/>
                  </a:moveTo>
                  <a:cubicBezTo>
                    <a:pt x="198" y="180"/>
                    <a:pt x="157" y="185"/>
                    <a:pt x="109" y="185"/>
                  </a:cubicBezTo>
                  <a:cubicBezTo>
                    <a:pt x="32" y="185"/>
                    <a:pt x="7" y="179"/>
                    <a:pt x="5" y="176"/>
                  </a:cubicBezTo>
                  <a:cubicBezTo>
                    <a:pt x="0" y="168"/>
                    <a:pt x="31" y="116"/>
                    <a:pt x="42" y="97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70" y="49"/>
                    <a:pt x="96" y="1"/>
                    <a:pt x="104" y="0"/>
                  </a:cubicBezTo>
                  <a:cubicBezTo>
                    <a:pt x="111" y="1"/>
                    <a:pt x="133" y="42"/>
                    <a:pt x="145" y="65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7" y="103"/>
                    <a:pt x="167" y="103"/>
                    <a:pt x="167" y="103"/>
                  </a:cubicBezTo>
                  <a:cubicBezTo>
                    <a:pt x="193" y="146"/>
                    <a:pt x="204" y="169"/>
                    <a:pt x="202" y="17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6" name="Freeform 20">
              <a:extLst>
                <a:ext uri="{FF2B5EF4-FFF2-40B4-BE49-F238E27FC236}">
                  <a16:creationId xmlns:a16="http://schemas.microsoft.com/office/drawing/2014/main" id="{AB0C3BE9-1D3D-4604-A9C9-4364D1943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7" name="Oval 21">
              <a:extLst>
                <a:ext uri="{FF2B5EF4-FFF2-40B4-BE49-F238E27FC236}">
                  <a16:creationId xmlns:a16="http://schemas.microsoft.com/office/drawing/2014/main" id="{4DF11CCD-FA0E-40E1-BBE9-E9800AF60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79" name="isolated-smooth-muscle-cell">
            <a:extLst>
              <a:ext uri="{FF2B5EF4-FFF2-40B4-BE49-F238E27FC236}">
                <a16:creationId xmlns:a16="http://schemas.microsoft.com/office/drawing/2014/main" id="{09BA529D-4252-4077-ACAE-F69B8609D842}"/>
              </a:ext>
            </a:extLst>
          </p:cNvPr>
          <p:cNvGrpSpPr>
            <a:grpSpLocks/>
          </p:cNvGrpSpPr>
          <p:nvPr/>
        </p:nvGrpSpPr>
        <p:grpSpPr bwMode="auto">
          <a:xfrm>
            <a:off x="8686800" y="3429000"/>
            <a:ext cx="1492250" cy="744538"/>
            <a:chOff x="3509" y="1875"/>
            <a:chExt cx="940" cy="469"/>
          </a:xfrm>
        </p:grpSpPr>
        <p:sp>
          <p:nvSpPr>
            <p:cNvPr id="28956" name="Freeform 35">
              <a:extLst>
                <a:ext uri="{FF2B5EF4-FFF2-40B4-BE49-F238E27FC236}">
                  <a16:creationId xmlns:a16="http://schemas.microsoft.com/office/drawing/2014/main" id="{8B76F8EF-6864-4185-99BE-8E176F03D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875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solidFill>
              <a:srgbClr val="FF84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7" name="Freeform 36">
              <a:extLst>
                <a:ext uri="{FF2B5EF4-FFF2-40B4-BE49-F238E27FC236}">
                  <a16:creationId xmlns:a16="http://schemas.microsoft.com/office/drawing/2014/main" id="{CD3E65E5-5F58-46A4-8971-7E5A9E98F4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9" y="1875"/>
              <a:ext cx="940" cy="469"/>
            </a:xfrm>
            <a:custGeom>
              <a:avLst/>
              <a:gdLst>
                <a:gd name="T0" fmla="*/ 5875 w 376"/>
                <a:gd name="T1" fmla="*/ 1663 h 176"/>
                <a:gd name="T2" fmla="*/ 4375 w 376"/>
                <a:gd name="T3" fmla="*/ 661 h 176"/>
                <a:gd name="T4" fmla="*/ 2938 w 376"/>
                <a:gd name="T5" fmla="*/ 0 h 176"/>
                <a:gd name="T6" fmla="*/ 1145 w 376"/>
                <a:gd name="T7" fmla="*/ 874 h 176"/>
                <a:gd name="T8" fmla="*/ 0 w 376"/>
                <a:gd name="T9" fmla="*/ 1705 h 176"/>
                <a:gd name="T10" fmla="*/ 1458 w 376"/>
                <a:gd name="T11" fmla="*/ 2670 h 176"/>
                <a:gd name="T12" fmla="*/ 2925 w 376"/>
                <a:gd name="T13" fmla="*/ 3331 h 176"/>
                <a:gd name="T14" fmla="*/ 4500 w 376"/>
                <a:gd name="T15" fmla="*/ 2593 h 176"/>
                <a:gd name="T16" fmla="*/ 5875 w 376"/>
                <a:gd name="T17" fmla="*/ 1663 h 176"/>
                <a:gd name="T18" fmla="*/ 4625 w 376"/>
                <a:gd name="T19" fmla="*/ 2444 h 176"/>
                <a:gd name="T20" fmla="*/ 4470 w 376"/>
                <a:gd name="T21" fmla="*/ 2513 h 176"/>
                <a:gd name="T22" fmla="*/ 2925 w 376"/>
                <a:gd name="T23" fmla="*/ 3251 h 176"/>
                <a:gd name="T24" fmla="*/ 1470 w 376"/>
                <a:gd name="T25" fmla="*/ 2593 h 176"/>
                <a:gd name="T26" fmla="*/ 1158 w 376"/>
                <a:gd name="T27" fmla="*/ 2422 h 176"/>
                <a:gd name="T28" fmla="*/ 63 w 376"/>
                <a:gd name="T29" fmla="*/ 1705 h 176"/>
                <a:gd name="T30" fmla="*/ 1158 w 376"/>
                <a:gd name="T31" fmla="*/ 943 h 176"/>
                <a:gd name="T32" fmla="*/ 1488 w 376"/>
                <a:gd name="T33" fmla="*/ 759 h 176"/>
                <a:gd name="T34" fmla="*/ 2938 w 376"/>
                <a:gd name="T35" fmla="*/ 77 h 176"/>
                <a:gd name="T36" fmla="*/ 4125 w 376"/>
                <a:gd name="T37" fmla="*/ 605 h 176"/>
                <a:gd name="T38" fmla="*/ 4345 w 376"/>
                <a:gd name="T39" fmla="*/ 738 h 176"/>
                <a:gd name="T40" fmla="*/ 4550 w 376"/>
                <a:gd name="T41" fmla="*/ 853 h 176"/>
                <a:gd name="T42" fmla="*/ 5813 w 376"/>
                <a:gd name="T43" fmla="*/ 1684 h 176"/>
                <a:gd name="T44" fmla="*/ 4625 w 376"/>
                <a:gd name="T45" fmla="*/ 2444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6" h="176">
                  <a:moveTo>
                    <a:pt x="376" y="88"/>
                  </a:move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lose/>
                  <a:moveTo>
                    <a:pt x="296" y="129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44" y="152"/>
                    <a:pt x="194" y="172"/>
                    <a:pt x="187" y="172"/>
                  </a:cubicBezTo>
                  <a:cubicBezTo>
                    <a:pt x="177" y="172"/>
                    <a:pt x="146" y="161"/>
                    <a:pt x="94" y="137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39" y="113"/>
                    <a:pt x="4" y="97"/>
                    <a:pt x="4" y="90"/>
                  </a:cubicBezTo>
                  <a:cubicBezTo>
                    <a:pt x="4" y="81"/>
                    <a:pt x="51" y="60"/>
                    <a:pt x="74" y="5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128" y="25"/>
                    <a:pt x="174" y="4"/>
                    <a:pt x="188" y="4"/>
                  </a:cubicBezTo>
                  <a:cubicBezTo>
                    <a:pt x="206" y="4"/>
                    <a:pt x="238" y="20"/>
                    <a:pt x="264" y="32"/>
                  </a:cubicBezTo>
                  <a:cubicBezTo>
                    <a:pt x="278" y="39"/>
                    <a:pt x="278" y="39"/>
                    <a:pt x="278" y="39"/>
                  </a:cubicBezTo>
                  <a:cubicBezTo>
                    <a:pt x="291" y="45"/>
                    <a:pt x="291" y="45"/>
                    <a:pt x="291" y="45"/>
                  </a:cubicBezTo>
                  <a:cubicBezTo>
                    <a:pt x="313" y="54"/>
                    <a:pt x="370" y="80"/>
                    <a:pt x="372" y="89"/>
                  </a:cubicBezTo>
                  <a:cubicBezTo>
                    <a:pt x="370" y="97"/>
                    <a:pt x="316" y="120"/>
                    <a:pt x="296" y="129"/>
                  </a:cubicBezTo>
                  <a:close/>
                </a:path>
              </a:pathLst>
            </a:custGeom>
            <a:solidFill>
              <a:srgbClr val="FF4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8" name="Oval 37">
              <a:extLst>
                <a:ext uri="{FF2B5EF4-FFF2-40B4-BE49-F238E27FC236}">
                  <a16:creationId xmlns:a16="http://schemas.microsoft.com/office/drawing/2014/main" id="{A5B8AF20-5C2C-4D4B-A4E1-ECBA414B2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2091"/>
              <a:ext cx="155" cy="72"/>
            </a:xfrm>
            <a:prstGeom prst="ellipse">
              <a:avLst/>
            </a:prstGeom>
            <a:solidFill>
              <a:srgbClr val="FF9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59" name="Oval 38">
              <a:extLst>
                <a:ext uri="{FF2B5EF4-FFF2-40B4-BE49-F238E27FC236}">
                  <a16:creationId xmlns:a16="http://schemas.microsoft.com/office/drawing/2014/main" id="{5C9F559A-28F5-4E84-8D8F-4205B220F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" y="2072"/>
              <a:ext cx="155" cy="72"/>
            </a:xfrm>
            <a:prstGeom prst="ellipse">
              <a:avLst/>
            </a:prstGeom>
            <a:solidFill>
              <a:srgbClr val="FF5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60" name="Freeform 39">
              <a:extLst>
                <a:ext uri="{FF2B5EF4-FFF2-40B4-BE49-F238E27FC236}">
                  <a16:creationId xmlns:a16="http://schemas.microsoft.com/office/drawing/2014/main" id="{F1C847BE-67F5-4FBF-9E82-0453BA4BB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075"/>
              <a:ext cx="127" cy="69"/>
            </a:xfrm>
            <a:custGeom>
              <a:avLst/>
              <a:gdLst>
                <a:gd name="T0" fmla="*/ 540 w 51"/>
                <a:gd name="T1" fmla="*/ 0 h 26"/>
                <a:gd name="T2" fmla="*/ 695 w 51"/>
                <a:gd name="T3" fmla="*/ 204 h 26"/>
                <a:gd name="T4" fmla="*/ 229 w 51"/>
                <a:gd name="T5" fmla="*/ 451 h 26"/>
                <a:gd name="T6" fmla="*/ 0 w 51"/>
                <a:gd name="T7" fmla="*/ 430 h 26"/>
                <a:gd name="T8" fmla="*/ 311 w 51"/>
                <a:gd name="T9" fmla="*/ 486 h 26"/>
                <a:gd name="T10" fmla="*/ 787 w 51"/>
                <a:gd name="T11" fmla="*/ 226 h 26"/>
                <a:gd name="T12" fmla="*/ 540 w 5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5" y="0"/>
                  </a:moveTo>
                  <a:cubicBezTo>
                    <a:pt x="41" y="3"/>
                    <a:pt x="45" y="7"/>
                    <a:pt x="45" y="11"/>
                  </a:cubicBezTo>
                  <a:cubicBezTo>
                    <a:pt x="45" y="18"/>
                    <a:pt x="32" y="24"/>
                    <a:pt x="15" y="24"/>
                  </a:cubicBezTo>
                  <a:cubicBezTo>
                    <a:pt x="9" y="24"/>
                    <a:pt x="5" y="24"/>
                    <a:pt x="0" y="23"/>
                  </a:cubicBezTo>
                  <a:cubicBezTo>
                    <a:pt x="6" y="25"/>
                    <a:pt x="13" y="26"/>
                    <a:pt x="20" y="26"/>
                  </a:cubicBezTo>
                  <a:cubicBezTo>
                    <a:pt x="37" y="26"/>
                    <a:pt x="51" y="20"/>
                    <a:pt x="51" y="12"/>
                  </a:cubicBezTo>
                  <a:cubicBezTo>
                    <a:pt x="51" y="7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F58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1" name="Freeform 40">
              <a:extLst>
                <a:ext uri="{FF2B5EF4-FFF2-40B4-BE49-F238E27FC236}">
                  <a16:creationId xmlns:a16="http://schemas.microsoft.com/office/drawing/2014/main" id="{240D0838-4284-4506-8506-5CB95F594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077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2" name="Freeform 41">
              <a:extLst>
                <a:ext uri="{FF2B5EF4-FFF2-40B4-BE49-F238E27FC236}">
                  <a16:creationId xmlns:a16="http://schemas.microsoft.com/office/drawing/2014/main" id="{4F99DF73-2BD5-4403-A97F-4182CFF11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112"/>
              <a:ext cx="658" cy="211"/>
            </a:xfrm>
            <a:custGeom>
              <a:avLst/>
              <a:gdLst>
                <a:gd name="T0" fmla="*/ 4118 w 263"/>
                <a:gd name="T1" fmla="*/ 0 h 79"/>
                <a:gd name="T2" fmla="*/ 1334 w 263"/>
                <a:gd name="T3" fmla="*/ 1485 h 79"/>
                <a:gd name="T4" fmla="*/ 0 w 263"/>
                <a:gd name="T5" fmla="*/ 913 h 79"/>
                <a:gd name="T6" fmla="*/ 1709 w 263"/>
                <a:gd name="T7" fmla="*/ 1012 h 79"/>
                <a:gd name="T8" fmla="*/ 4118 w 26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9">
                  <a:moveTo>
                    <a:pt x="263" y="0"/>
                  </a:moveTo>
                  <a:cubicBezTo>
                    <a:pt x="260" y="8"/>
                    <a:pt x="101" y="77"/>
                    <a:pt x="85" y="78"/>
                  </a:cubicBezTo>
                  <a:cubicBezTo>
                    <a:pt x="69" y="79"/>
                    <a:pt x="4" y="51"/>
                    <a:pt x="0" y="48"/>
                  </a:cubicBezTo>
                  <a:cubicBezTo>
                    <a:pt x="23" y="55"/>
                    <a:pt x="78" y="60"/>
                    <a:pt x="109" y="53"/>
                  </a:cubicBezTo>
                  <a:cubicBezTo>
                    <a:pt x="140" y="46"/>
                    <a:pt x="237" y="15"/>
                    <a:pt x="263" y="0"/>
                  </a:cubicBezTo>
                  <a:close/>
                </a:path>
              </a:pathLst>
            </a:custGeom>
            <a:solidFill>
              <a:srgbClr val="FF6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3" name="Freeform 42">
              <a:extLst>
                <a:ext uri="{FF2B5EF4-FFF2-40B4-BE49-F238E27FC236}">
                  <a16:creationId xmlns:a16="http://schemas.microsoft.com/office/drawing/2014/main" id="{A7307A8B-C321-4E9C-8CF9-AAE6A8CB6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893"/>
              <a:ext cx="522" cy="160"/>
            </a:xfrm>
            <a:custGeom>
              <a:avLst/>
              <a:gdLst>
                <a:gd name="T0" fmla="*/ 0 w 209"/>
                <a:gd name="T1" fmla="*/ 1139 h 60"/>
                <a:gd name="T2" fmla="*/ 2258 w 209"/>
                <a:gd name="T3" fmla="*/ 35 h 60"/>
                <a:gd name="T4" fmla="*/ 3257 w 209"/>
                <a:gd name="T5" fmla="*/ 477 h 60"/>
                <a:gd name="T6" fmla="*/ 2228 w 209"/>
                <a:gd name="T7" fmla="*/ 285 h 60"/>
                <a:gd name="T8" fmla="*/ 0 w 20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0">
                  <a:moveTo>
                    <a:pt x="0" y="60"/>
                  </a:moveTo>
                  <a:cubicBezTo>
                    <a:pt x="29" y="47"/>
                    <a:pt x="126" y="0"/>
                    <a:pt x="145" y="2"/>
                  </a:cubicBezTo>
                  <a:cubicBezTo>
                    <a:pt x="164" y="4"/>
                    <a:pt x="190" y="16"/>
                    <a:pt x="209" y="25"/>
                  </a:cubicBezTo>
                  <a:cubicBezTo>
                    <a:pt x="193" y="17"/>
                    <a:pt x="161" y="12"/>
                    <a:pt x="143" y="15"/>
                  </a:cubicBezTo>
                  <a:cubicBezTo>
                    <a:pt x="124" y="18"/>
                    <a:pt x="11" y="54"/>
                    <a:pt x="0" y="60"/>
                  </a:cubicBezTo>
                  <a:close/>
                </a:path>
              </a:pathLst>
            </a:custGeom>
            <a:solidFill>
              <a:srgbClr val="FF9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4" name="Freeform 43">
              <a:extLst>
                <a:ext uri="{FF2B5EF4-FFF2-40B4-BE49-F238E27FC236}">
                  <a16:creationId xmlns:a16="http://schemas.microsoft.com/office/drawing/2014/main" id="{FE23A64C-9272-4E1C-AA22-04BBD45A8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885"/>
              <a:ext cx="920" cy="448"/>
            </a:xfrm>
            <a:custGeom>
              <a:avLst/>
              <a:gdLst>
                <a:gd name="T0" fmla="*/ 4563 w 368"/>
                <a:gd name="T1" fmla="*/ 2368 h 168"/>
                <a:gd name="T2" fmla="*/ 4408 w 368"/>
                <a:gd name="T3" fmla="*/ 2445 h 168"/>
                <a:gd name="T4" fmla="*/ 2863 w 368"/>
                <a:gd name="T5" fmla="*/ 3187 h 168"/>
                <a:gd name="T6" fmla="*/ 1408 w 368"/>
                <a:gd name="T7" fmla="*/ 2525 h 168"/>
                <a:gd name="T8" fmla="*/ 1095 w 368"/>
                <a:gd name="T9" fmla="*/ 2355 h 168"/>
                <a:gd name="T10" fmla="*/ 0 w 368"/>
                <a:gd name="T11" fmla="*/ 1629 h 168"/>
                <a:gd name="T12" fmla="*/ 1095 w 368"/>
                <a:gd name="T13" fmla="*/ 875 h 168"/>
                <a:gd name="T14" fmla="*/ 1425 w 368"/>
                <a:gd name="T15" fmla="*/ 683 h 168"/>
                <a:gd name="T16" fmla="*/ 2875 w 368"/>
                <a:gd name="T17" fmla="*/ 0 h 168"/>
                <a:gd name="T18" fmla="*/ 4063 w 368"/>
                <a:gd name="T19" fmla="*/ 533 h 168"/>
                <a:gd name="T20" fmla="*/ 4283 w 368"/>
                <a:gd name="T21" fmla="*/ 661 h 168"/>
                <a:gd name="T22" fmla="*/ 4488 w 368"/>
                <a:gd name="T23" fmla="*/ 776 h 168"/>
                <a:gd name="T24" fmla="*/ 5750 w 368"/>
                <a:gd name="T25" fmla="*/ 1613 h 168"/>
                <a:gd name="T26" fmla="*/ 4563 w 368"/>
                <a:gd name="T27" fmla="*/ 2368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8" h="168">
                  <a:moveTo>
                    <a:pt x="292" y="125"/>
                  </a:moveTo>
                  <a:cubicBezTo>
                    <a:pt x="282" y="129"/>
                    <a:pt x="282" y="129"/>
                    <a:pt x="282" y="129"/>
                  </a:cubicBezTo>
                  <a:cubicBezTo>
                    <a:pt x="240" y="148"/>
                    <a:pt x="190" y="168"/>
                    <a:pt x="183" y="168"/>
                  </a:cubicBezTo>
                  <a:cubicBezTo>
                    <a:pt x="173" y="168"/>
                    <a:pt x="142" y="157"/>
                    <a:pt x="90" y="133"/>
                  </a:cubicBezTo>
                  <a:cubicBezTo>
                    <a:pt x="70" y="124"/>
                    <a:pt x="70" y="124"/>
                    <a:pt x="70" y="124"/>
                  </a:cubicBezTo>
                  <a:cubicBezTo>
                    <a:pt x="35" y="109"/>
                    <a:pt x="0" y="93"/>
                    <a:pt x="0" y="86"/>
                  </a:cubicBezTo>
                  <a:cubicBezTo>
                    <a:pt x="0" y="77"/>
                    <a:pt x="47" y="56"/>
                    <a:pt x="70" y="46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24" y="21"/>
                    <a:pt x="170" y="0"/>
                    <a:pt x="184" y="0"/>
                  </a:cubicBezTo>
                  <a:cubicBezTo>
                    <a:pt x="202" y="0"/>
                    <a:pt x="234" y="16"/>
                    <a:pt x="260" y="28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309" y="50"/>
                    <a:pt x="366" y="76"/>
                    <a:pt x="368" y="85"/>
                  </a:cubicBezTo>
                  <a:cubicBezTo>
                    <a:pt x="366" y="93"/>
                    <a:pt x="312" y="116"/>
                    <a:pt x="292" y="1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5" name="Freeform 44">
              <a:extLst>
                <a:ext uri="{FF2B5EF4-FFF2-40B4-BE49-F238E27FC236}">
                  <a16:creationId xmlns:a16="http://schemas.microsoft.com/office/drawing/2014/main" id="{2D6DF5E3-CC49-4834-89C8-3197D1A2B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875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6" name="Oval 45">
              <a:extLst>
                <a:ext uri="{FF2B5EF4-FFF2-40B4-BE49-F238E27FC236}">
                  <a16:creationId xmlns:a16="http://schemas.microsoft.com/office/drawing/2014/main" id="{4E826213-38C7-488E-B4B8-A60C49588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" y="2072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80" name="Group 83">
            <a:extLst>
              <a:ext uri="{FF2B5EF4-FFF2-40B4-BE49-F238E27FC236}">
                <a16:creationId xmlns:a16="http://schemas.microsoft.com/office/drawing/2014/main" id="{C2BFBBD5-F924-46A8-A22A-AB19279A237F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38500"/>
            <a:ext cx="1263650" cy="630238"/>
            <a:chOff x="533" y="1491"/>
            <a:chExt cx="940" cy="469"/>
          </a:xfrm>
        </p:grpSpPr>
        <p:sp>
          <p:nvSpPr>
            <p:cNvPr id="28945" name="Freeform 84">
              <a:extLst>
                <a:ext uri="{FF2B5EF4-FFF2-40B4-BE49-F238E27FC236}">
                  <a16:creationId xmlns:a16="http://schemas.microsoft.com/office/drawing/2014/main" id="{A07C71DE-2BCD-4E1F-B292-227BABF41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6" name="Freeform 85">
              <a:extLst>
                <a:ext uri="{FF2B5EF4-FFF2-40B4-BE49-F238E27FC236}">
                  <a16:creationId xmlns:a16="http://schemas.microsoft.com/office/drawing/2014/main" id="{25FC14D0-1B49-431B-8103-87F636A1CB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5875 w 376"/>
                <a:gd name="T1" fmla="*/ 1663 h 176"/>
                <a:gd name="T2" fmla="*/ 4375 w 376"/>
                <a:gd name="T3" fmla="*/ 661 h 176"/>
                <a:gd name="T4" fmla="*/ 2938 w 376"/>
                <a:gd name="T5" fmla="*/ 0 h 176"/>
                <a:gd name="T6" fmla="*/ 1145 w 376"/>
                <a:gd name="T7" fmla="*/ 874 h 176"/>
                <a:gd name="T8" fmla="*/ 0 w 376"/>
                <a:gd name="T9" fmla="*/ 1705 h 176"/>
                <a:gd name="T10" fmla="*/ 1458 w 376"/>
                <a:gd name="T11" fmla="*/ 2670 h 176"/>
                <a:gd name="T12" fmla="*/ 2925 w 376"/>
                <a:gd name="T13" fmla="*/ 3331 h 176"/>
                <a:gd name="T14" fmla="*/ 4500 w 376"/>
                <a:gd name="T15" fmla="*/ 2593 h 176"/>
                <a:gd name="T16" fmla="*/ 5875 w 376"/>
                <a:gd name="T17" fmla="*/ 1663 h 176"/>
                <a:gd name="T18" fmla="*/ 4625 w 376"/>
                <a:gd name="T19" fmla="*/ 2444 h 176"/>
                <a:gd name="T20" fmla="*/ 4470 w 376"/>
                <a:gd name="T21" fmla="*/ 2513 h 176"/>
                <a:gd name="T22" fmla="*/ 2925 w 376"/>
                <a:gd name="T23" fmla="*/ 3251 h 176"/>
                <a:gd name="T24" fmla="*/ 1470 w 376"/>
                <a:gd name="T25" fmla="*/ 2593 h 176"/>
                <a:gd name="T26" fmla="*/ 1158 w 376"/>
                <a:gd name="T27" fmla="*/ 2422 h 176"/>
                <a:gd name="T28" fmla="*/ 63 w 376"/>
                <a:gd name="T29" fmla="*/ 1705 h 176"/>
                <a:gd name="T30" fmla="*/ 1158 w 376"/>
                <a:gd name="T31" fmla="*/ 943 h 176"/>
                <a:gd name="T32" fmla="*/ 1488 w 376"/>
                <a:gd name="T33" fmla="*/ 759 h 176"/>
                <a:gd name="T34" fmla="*/ 2938 w 376"/>
                <a:gd name="T35" fmla="*/ 77 h 176"/>
                <a:gd name="T36" fmla="*/ 4125 w 376"/>
                <a:gd name="T37" fmla="*/ 605 h 176"/>
                <a:gd name="T38" fmla="*/ 4345 w 376"/>
                <a:gd name="T39" fmla="*/ 738 h 176"/>
                <a:gd name="T40" fmla="*/ 4550 w 376"/>
                <a:gd name="T41" fmla="*/ 853 h 176"/>
                <a:gd name="T42" fmla="*/ 5813 w 376"/>
                <a:gd name="T43" fmla="*/ 1684 h 176"/>
                <a:gd name="T44" fmla="*/ 4625 w 376"/>
                <a:gd name="T45" fmla="*/ 2444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6" h="176">
                  <a:moveTo>
                    <a:pt x="376" y="88"/>
                  </a:move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lose/>
                  <a:moveTo>
                    <a:pt x="296" y="129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44" y="152"/>
                    <a:pt x="194" y="172"/>
                    <a:pt x="187" y="172"/>
                  </a:cubicBezTo>
                  <a:cubicBezTo>
                    <a:pt x="177" y="172"/>
                    <a:pt x="146" y="161"/>
                    <a:pt x="94" y="137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39" y="113"/>
                    <a:pt x="4" y="97"/>
                    <a:pt x="4" y="90"/>
                  </a:cubicBezTo>
                  <a:cubicBezTo>
                    <a:pt x="4" y="81"/>
                    <a:pt x="51" y="60"/>
                    <a:pt x="74" y="5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128" y="25"/>
                    <a:pt x="174" y="4"/>
                    <a:pt x="188" y="4"/>
                  </a:cubicBezTo>
                  <a:cubicBezTo>
                    <a:pt x="206" y="4"/>
                    <a:pt x="238" y="20"/>
                    <a:pt x="264" y="32"/>
                  </a:cubicBezTo>
                  <a:cubicBezTo>
                    <a:pt x="278" y="39"/>
                    <a:pt x="278" y="39"/>
                    <a:pt x="278" y="39"/>
                  </a:cubicBezTo>
                  <a:cubicBezTo>
                    <a:pt x="291" y="45"/>
                    <a:pt x="291" y="45"/>
                    <a:pt x="291" y="45"/>
                  </a:cubicBezTo>
                  <a:cubicBezTo>
                    <a:pt x="313" y="54"/>
                    <a:pt x="370" y="80"/>
                    <a:pt x="372" y="89"/>
                  </a:cubicBezTo>
                  <a:cubicBezTo>
                    <a:pt x="370" y="97"/>
                    <a:pt x="316" y="120"/>
                    <a:pt x="296" y="12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7" name="Oval 86">
              <a:extLst>
                <a:ext uri="{FF2B5EF4-FFF2-40B4-BE49-F238E27FC236}">
                  <a16:creationId xmlns:a16="http://schemas.microsoft.com/office/drawing/2014/main" id="{51CBAF3C-666E-4396-974C-E5E0FE9B3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707"/>
              <a:ext cx="155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48" name="Oval 87">
              <a:extLst>
                <a:ext uri="{FF2B5EF4-FFF2-40B4-BE49-F238E27FC236}">
                  <a16:creationId xmlns:a16="http://schemas.microsoft.com/office/drawing/2014/main" id="{9DA33A2E-CC71-4331-911C-B58A4E257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49" name="Freeform 88">
              <a:extLst>
                <a:ext uri="{FF2B5EF4-FFF2-40B4-BE49-F238E27FC236}">
                  <a16:creationId xmlns:a16="http://schemas.microsoft.com/office/drawing/2014/main" id="{DD59CB81-EED2-4329-B48D-5C207A1BA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91"/>
              <a:ext cx="127" cy="69"/>
            </a:xfrm>
            <a:custGeom>
              <a:avLst/>
              <a:gdLst>
                <a:gd name="T0" fmla="*/ 540 w 51"/>
                <a:gd name="T1" fmla="*/ 0 h 26"/>
                <a:gd name="T2" fmla="*/ 695 w 51"/>
                <a:gd name="T3" fmla="*/ 204 h 26"/>
                <a:gd name="T4" fmla="*/ 229 w 51"/>
                <a:gd name="T5" fmla="*/ 451 h 26"/>
                <a:gd name="T6" fmla="*/ 0 w 51"/>
                <a:gd name="T7" fmla="*/ 430 h 26"/>
                <a:gd name="T8" fmla="*/ 311 w 51"/>
                <a:gd name="T9" fmla="*/ 486 h 26"/>
                <a:gd name="T10" fmla="*/ 787 w 51"/>
                <a:gd name="T11" fmla="*/ 226 h 26"/>
                <a:gd name="T12" fmla="*/ 540 w 5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5" y="0"/>
                  </a:moveTo>
                  <a:cubicBezTo>
                    <a:pt x="41" y="3"/>
                    <a:pt x="45" y="7"/>
                    <a:pt x="45" y="11"/>
                  </a:cubicBezTo>
                  <a:cubicBezTo>
                    <a:pt x="45" y="18"/>
                    <a:pt x="32" y="24"/>
                    <a:pt x="15" y="24"/>
                  </a:cubicBezTo>
                  <a:cubicBezTo>
                    <a:pt x="9" y="24"/>
                    <a:pt x="5" y="24"/>
                    <a:pt x="0" y="23"/>
                  </a:cubicBezTo>
                  <a:cubicBezTo>
                    <a:pt x="6" y="25"/>
                    <a:pt x="13" y="26"/>
                    <a:pt x="20" y="26"/>
                  </a:cubicBezTo>
                  <a:cubicBezTo>
                    <a:pt x="37" y="26"/>
                    <a:pt x="51" y="20"/>
                    <a:pt x="51" y="12"/>
                  </a:cubicBezTo>
                  <a:cubicBezTo>
                    <a:pt x="51" y="7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0" name="Freeform 89">
              <a:extLst>
                <a:ext uri="{FF2B5EF4-FFF2-40B4-BE49-F238E27FC236}">
                  <a16:creationId xmlns:a16="http://schemas.microsoft.com/office/drawing/2014/main" id="{3EF0F49E-628E-401E-AC12-2D99094A7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93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1" name="Freeform 90">
              <a:extLst>
                <a:ext uri="{FF2B5EF4-FFF2-40B4-BE49-F238E27FC236}">
                  <a16:creationId xmlns:a16="http://schemas.microsoft.com/office/drawing/2014/main" id="{1D07B5B6-E01B-4E41-9A5E-F15DDF035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28"/>
              <a:ext cx="658" cy="211"/>
            </a:xfrm>
            <a:custGeom>
              <a:avLst/>
              <a:gdLst>
                <a:gd name="T0" fmla="*/ 4118 w 263"/>
                <a:gd name="T1" fmla="*/ 0 h 79"/>
                <a:gd name="T2" fmla="*/ 1334 w 263"/>
                <a:gd name="T3" fmla="*/ 1485 h 79"/>
                <a:gd name="T4" fmla="*/ 0 w 263"/>
                <a:gd name="T5" fmla="*/ 913 h 79"/>
                <a:gd name="T6" fmla="*/ 1709 w 263"/>
                <a:gd name="T7" fmla="*/ 1012 h 79"/>
                <a:gd name="T8" fmla="*/ 4118 w 26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9">
                  <a:moveTo>
                    <a:pt x="263" y="0"/>
                  </a:moveTo>
                  <a:cubicBezTo>
                    <a:pt x="260" y="8"/>
                    <a:pt x="101" y="77"/>
                    <a:pt x="85" y="78"/>
                  </a:cubicBezTo>
                  <a:cubicBezTo>
                    <a:pt x="69" y="79"/>
                    <a:pt x="4" y="51"/>
                    <a:pt x="0" y="48"/>
                  </a:cubicBezTo>
                  <a:cubicBezTo>
                    <a:pt x="23" y="55"/>
                    <a:pt x="78" y="60"/>
                    <a:pt x="109" y="53"/>
                  </a:cubicBezTo>
                  <a:cubicBezTo>
                    <a:pt x="140" y="46"/>
                    <a:pt x="237" y="15"/>
                    <a:pt x="263" y="0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2" name="Freeform 91">
              <a:extLst>
                <a:ext uri="{FF2B5EF4-FFF2-40B4-BE49-F238E27FC236}">
                  <a16:creationId xmlns:a16="http://schemas.microsoft.com/office/drawing/2014/main" id="{7228C217-9207-4162-941C-D7BD81363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509"/>
              <a:ext cx="522" cy="160"/>
            </a:xfrm>
            <a:custGeom>
              <a:avLst/>
              <a:gdLst>
                <a:gd name="T0" fmla="*/ 0 w 209"/>
                <a:gd name="T1" fmla="*/ 1139 h 60"/>
                <a:gd name="T2" fmla="*/ 2258 w 209"/>
                <a:gd name="T3" fmla="*/ 35 h 60"/>
                <a:gd name="T4" fmla="*/ 3257 w 209"/>
                <a:gd name="T5" fmla="*/ 477 h 60"/>
                <a:gd name="T6" fmla="*/ 2228 w 209"/>
                <a:gd name="T7" fmla="*/ 285 h 60"/>
                <a:gd name="T8" fmla="*/ 0 w 20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0">
                  <a:moveTo>
                    <a:pt x="0" y="60"/>
                  </a:moveTo>
                  <a:cubicBezTo>
                    <a:pt x="29" y="47"/>
                    <a:pt x="126" y="0"/>
                    <a:pt x="145" y="2"/>
                  </a:cubicBezTo>
                  <a:cubicBezTo>
                    <a:pt x="164" y="4"/>
                    <a:pt x="190" y="16"/>
                    <a:pt x="209" y="25"/>
                  </a:cubicBezTo>
                  <a:cubicBezTo>
                    <a:pt x="193" y="17"/>
                    <a:pt x="161" y="12"/>
                    <a:pt x="143" y="15"/>
                  </a:cubicBezTo>
                  <a:cubicBezTo>
                    <a:pt x="124" y="18"/>
                    <a:pt x="11" y="54"/>
                    <a:pt x="0" y="60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3" name="Freeform 92">
              <a:extLst>
                <a:ext uri="{FF2B5EF4-FFF2-40B4-BE49-F238E27FC236}">
                  <a16:creationId xmlns:a16="http://schemas.microsoft.com/office/drawing/2014/main" id="{02A6B6C0-220F-4833-9AB1-B0524D409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501"/>
              <a:ext cx="920" cy="448"/>
            </a:xfrm>
            <a:custGeom>
              <a:avLst/>
              <a:gdLst>
                <a:gd name="T0" fmla="*/ 4563 w 368"/>
                <a:gd name="T1" fmla="*/ 2368 h 168"/>
                <a:gd name="T2" fmla="*/ 4408 w 368"/>
                <a:gd name="T3" fmla="*/ 2445 h 168"/>
                <a:gd name="T4" fmla="*/ 2863 w 368"/>
                <a:gd name="T5" fmla="*/ 3187 h 168"/>
                <a:gd name="T6" fmla="*/ 1408 w 368"/>
                <a:gd name="T7" fmla="*/ 2525 h 168"/>
                <a:gd name="T8" fmla="*/ 1095 w 368"/>
                <a:gd name="T9" fmla="*/ 2355 h 168"/>
                <a:gd name="T10" fmla="*/ 0 w 368"/>
                <a:gd name="T11" fmla="*/ 1629 h 168"/>
                <a:gd name="T12" fmla="*/ 1095 w 368"/>
                <a:gd name="T13" fmla="*/ 875 h 168"/>
                <a:gd name="T14" fmla="*/ 1425 w 368"/>
                <a:gd name="T15" fmla="*/ 683 h 168"/>
                <a:gd name="T16" fmla="*/ 2875 w 368"/>
                <a:gd name="T17" fmla="*/ 0 h 168"/>
                <a:gd name="T18" fmla="*/ 4063 w 368"/>
                <a:gd name="T19" fmla="*/ 533 h 168"/>
                <a:gd name="T20" fmla="*/ 4283 w 368"/>
                <a:gd name="T21" fmla="*/ 661 h 168"/>
                <a:gd name="T22" fmla="*/ 4488 w 368"/>
                <a:gd name="T23" fmla="*/ 776 h 168"/>
                <a:gd name="T24" fmla="*/ 5750 w 368"/>
                <a:gd name="T25" fmla="*/ 1613 h 168"/>
                <a:gd name="T26" fmla="*/ 4563 w 368"/>
                <a:gd name="T27" fmla="*/ 2368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8" h="168">
                  <a:moveTo>
                    <a:pt x="292" y="125"/>
                  </a:moveTo>
                  <a:cubicBezTo>
                    <a:pt x="282" y="129"/>
                    <a:pt x="282" y="129"/>
                    <a:pt x="282" y="129"/>
                  </a:cubicBezTo>
                  <a:cubicBezTo>
                    <a:pt x="240" y="148"/>
                    <a:pt x="190" y="168"/>
                    <a:pt x="183" y="168"/>
                  </a:cubicBezTo>
                  <a:cubicBezTo>
                    <a:pt x="173" y="168"/>
                    <a:pt x="142" y="157"/>
                    <a:pt x="90" y="133"/>
                  </a:cubicBezTo>
                  <a:cubicBezTo>
                    <a:pt x="70" y="124"/>
                    <a:pt x="70" y="124"/>
                    <a:pt x="70" y="124"/>
                  </a:cubicBezTo>
                  <a:cubicBezTo>
                    <a:pt x="35" y="109"/>
                    <a:pt x="0" y="93"/>
                    <a:pt x="0" y="86"/>
                  </a:cubicBezTo>
                  <a:cubicBezTo>
                    <a:pt x="0" y="77"/>
                    <a:pt x="47" y="56"/>
                    <a:pt x="70" y="46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24" y="21"/>
                    <a:pt x="170" y="0"/>
                    <a:pt x="184" y="0"/>
                  </a:cubicBezTo>
                  <a:cubicBezTo>
                    <a:pt x="202" y="0"/>
                    <a:pt x="234" y="16"/>
                    <a:pt x="260" y="28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309" y="50"/>
                    <a:pt x="366" y="76"/>
                    <a:pt x="368" y="85"/>
                  </a:cubicBezTo>
                  <a:cubicBezTo>
                    <a:pt x="366" y="93"/>
                    <a:pt x="312" y="116"/>
                    <a:pt x="292" y="1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4" name="Freeform 93">
              <a:extLst>
                <a:ext uri="{FF2B5EF4-FFF2-40B4-BE49-F238E27FC236}">
                  <a16:creationId xmlns:a16="http://schemas.microsoft.com/office/drawing/2014/main" id="{20E23DE4-56BD-431F-8229-8C5B95C76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5" name="Oval 94">
              <a:extLst>
                <a:ext uri="{FF2B5EF4-FFF2-40B4-BE49-F238E27FC236}">
                  <a16:creationId xmlns:a16="http://schemas.microsoft.com/office/drawing/2014/main" id="{110C6778-93AB-43E3-B69D-ECA5FDCCC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81" name="Group 95">
            <a:extLst>
              <a:ext uri="{FF2B5EF4-FFF2-40B4-BE49-F238E27FC236}">
                <a16:creationId xmlns:a16="http://schemas.microsoft.com/office/drawing/2014/main" id="{1A546373-CBAD-4122-9F30-E5E78B540CD5}"/>
              </a:ext>
            </a:extLst>
          </p:cNvPr>
          <p:cNvGrpSpPr>
            <a:grpSpLocks/>
          </p:cNvGrpSpPr>
          <p:nvPr/>
        </p:nvGrpSpPr>
        <p:grpSpPr bwMode="auto">
          <a:xfrm>
            <a:off x="5276850" y="3238500"/>
            <a:ext cx="1263650" cy="630238"/>
            <a:chOff x="533" y="1491"/>
            <a:chExt cx="940" cy="469"/>
          </a:xfrm>
        </p:grpSpPr>
        <p:sp>
          <p:nvSpPr>
            <p:cNvPr id="28934" name="Freeform 96">
              <a:extLst>
                <a:ext uri="{FF2B5EF4-FFF2-40B4-BE49-F238E27FC236}">
                  <a16:creationId xmlns:a16="http://schemas.microsoft.com/office/drawing/2014/main" id="{144E51B6-EAC5-4518-A1FE-B38815E06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5" name="Freeform 97">
              <a:extLst>
                <a:ext uri="{FF2B5EF4-FFF2-40B4-BE49-F238E27FC236}">
                  <a16:creationId xmlns:a16="http://schemas.microsoft.com/office/drawing/2014/main" id="{0AB6EA81-822B-440E-90DD-EF0D0AECA9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5875 w 376"/>
                <a:gd name="T1" fmla="*/ 1663 h 176"/>
                <a:gd name="T2" fmla="*/ 4375 w 376"/>
                <a:gd name="T3" fmla="*/ 661 h 176"/>
                <a:gd name="T4" fmla="*/ 2938 w 376"/>
                <a:gd name="T5" fmla="*/ 0 h 176"/>
                <a:gd name="T6" fmla="*/ 1145 w 376"/>
                <a:gd name="T7" fmla="*/ 874 h 176"/>
                <a:gd name="T8" fmla="*/ 0 w 376"/>
                <a:gd name="T9" fmla="*/ 1705 h 176"/>
                <a:gd name="T10" fmla="*/ 1458 w 376"/>
                <a:gd name="T11" fmla="*/ 2670 h 176"/>
                <a:gd name="T12" fmla="*/ 2925 w 376"/>
                <a:gd name="T13" fmla="*/ 3331 h 176"/>
                <a:gd name="T14" fmla="*/ 4500 w 376"/>
                <a:gd name="T15" fmla="*/ 2593 h 176"/>
                <a:gd name="T16" fmla="*/ 5875 w 376"/>
                <a:gd name="T17" fmla="*/ 1663 h 176"/>
                <a:gd name="T18" fmla="*/ 4625 w 376"/>
                <a:gd name="T19" fmla="*/ 2444 h 176"/>
                <a:gd name="T20" fmla="*/ 4470 w 376"/>
                <a:gd name="T21" fmla="*/ 2513 h 176"/>
                <a:gd name="T22" fmla="*/ 2925 w 376"/>
                <a:gd name="T23" fmla="*/ 3251 h 176"/>
                <a:gd name="T24" fmla="*/ 1470 w 376"/>
                <a:gd name="T25" fmla="*/ 2593 h 176"/>
                <a:gd name="T26" fmla="*/ 1158 w 376"/>
                <a:gd name="T27" fmla="*/ 2422 h 176"/>
                <a:gd name="T28" fmla="*/ 63 w 376"/>
                <a:gd name="T29" fmla="*/ 1705 h 176"/>
                <a:gd name="T30" fmla="*/ 1158 w 376"/>
                <a:gd name="T31" fmla="*/ 943 h 176"/>
                <a:gd name="T32" fmla="*/ 1488 w 376"/>
                <a:gd name="T33" fmla="*/ 759 h 176"/>
                <a:gd name="T34" fmla="*/ 2938 w 376"/>
                <a:gd name="T35" fmla="*/ 77 h 176"/>
                <a:gd name="T36" fmla="*/ 4125 w 376"/>
                <a:gd name="T37" fmla="*/ 605 h 176"/>
                <a:gd name="T38" fmla="*/ 4345 w 376"/>
                <a:gd name="T39" fmla="*/ 738 h 176"/>
                <a:gd name="T40" fmla="*/ 4550 w 376"/>
                <a:gd name="T41" fmla="*/ 853 h 176"/>
                <a:gd name="T42" fmla="*/ 5813 w 376"/>
                <a:gd name="T43" fmla="*/ 1684 h 176"/>
                <a:gd name="T44" fmla="*/ 4625 w 376"/>
                <a:gd name="T45" fmla="*/ 2444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6" h="176">
                  <a:moveTo>
                    <a:pt x="376" y="88"/>
                  </a:move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lose/>
                  <a:moveTo>
                    <a:pt x="296" y="129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44" y="152"/>
                    <a:pt x="194" y="172"/>
                    <a:pt x="187" y="172"/>
                  </a:cubicBezTo>
                  <a:cubicBezTo>
                    <a:pt x="177" y="172"/>
                    <a:pt x="146" y="161"/>
                    <a:pt x="94" y="137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39" y="113"/>
                    <a:pt x="4" y="97"/>
                    <a:pt x="4" y="90"/>
                  </a:cubicBezTo>
                  <a:cubicBezTo>
                    <a:pt x="4" y="81"/>
                    <a:pt x="51" y="60"/>
                    <a:pt x="74" y="5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128" y="25"/>
                    <a:pt x="174" y="4"/>
                    <a:pt x="188" y="4"/>
                  </a:cubicBezTo>
                  <a:cubicBezTo>
                    <a:pt x="206" y="4"/>
                    <a:pt x="238" y="20"/>
                    <a:pt x="264" y="32"/>
                  </a:cubicBezTo>
                  <a:cubicBezTo>
                    <a:pt x="278" y="39"/>
                    <a:pt x="278" y="39"/>
                    <a:pt x="278" y="39"/>
                  </a:cubicBezTo>
                  <a:cubicBezTo>
                    <a:pt x="291" y="45"/>
                    <a:pt x="291" y="45"/>
                    <a:pt x="291" y="45"/>
                  </a:cubicBezTo>
                  <a:cubicBezTo>
                    <a:pt x="313" y="54"/>
                    <a:pt x="370" y="80"/>
                    <a:pt x="372" y="89"/>
                  </a:cubicBezTo>
                  <a:cubicBezTo>
                    <a:pt x="370" y="97"/>
                    <a:pt x="316" y="120"/>
                    <a:pt x="296" y="12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6" name="Oval 98">
              <a:extLst>
                <a:ext uri="{FF2B5EF4-FFF2-40B4-BE49-F238E27FC236}">
                  <a16:creationId xmlns:a16="http://schemas.microsoft.com/office/drawing/2014/main" id="{AE994190-068C-404C-82F1-7DB4FD268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707"/>
              <a:ext cx="155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37" name="Oval 99">
              <a:extLst>
                <a:ext uri="{FF2B5EF4-FFF2-40B4-BE49-F238E27FC236}">
                  <a16:creationId xmlns:a16="http://schemas.microsoft.com/office/drawing/2014/main" id="{F73DF671-3A3B-4AE8-919A-9022C7755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38" name="Freeform 100">
              <a:extLst>
                <a:ext uri="{FF2B5EF4-FFF2-40B4-BE49-F238E27FC236}">
                  <a16:creationId xmlns:a16="http://schemas.microsoft.com/office/drawing/2014/main" id="{75428F80-6D63-4326-AF3A-8A4FFB96F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91"/>
              <a:ext cx="127" cy="69"/>
            </a:xfrm>
            <a:custGeom>
              <a:avLst/>
              <a:gdLst>
                <a:gd name="T0" fmla="*/ 540 w 51"/>
                <a:gd name="T1" fmla="*/ 0 h 26"/>
                <a:gd name="T2" fmla="*/ 695 w 51"/>
                <a:gd name="T3" fmla="*/ 204 h 26"/>
                <a:gd name="T4" fmla="*/ 229 w 51"/>
                <a:gd name="T5" fmla="*/ 451 h 26"/>
                <a:gd name="T6" fmla="*/ 0 w 51"/>
                <a:gd name="T7" fmla="*/ 430 h 26"/>
                <a:gd name="T8" fmla="*/ 311 w 51"/>
                <a:gd name="T9" fmla="*/ 486 h 26"/>
                <a:gd name="T10" fmla="*/ 787 w 51"/>
                <a:gd name="T11" fmla="*/ 226 h 26"/>
                <a:gd name="T12" fmla="*/ 540 w 5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5" y="0"/>
                  </a:moveTo>
                  <a:cubicBezTo>
                    <a:pt x="41" y="3"/>
                    <a:pt x="45" y="7"/>
                    <a:pt x="45" y="11"/>
                  </a:cubicBezTo>
                  <a:cubicBezTo>
                    <a:pt x="45" y="18"/>
                    <a:pt x="32" y="24"/>
                    <a:pt x="15" y="24"/>
                  </a:cubicBezTo>
                  <a:cubicBezTo>
                    <a:pt x="9" y="24"/>
                    <a:pt x="5" y="24"/>
                    <a:pt x="0" y="23"/>
                  </a:cubicBezTo>
                  <a:cubicBezTo>
                    <a:pt x="6" y="25"/>
                    <a:pt x="13" y="26"/>
                    <a:pt x="20" y="26"/>
                  </a:cubicBezTo>
                  <a:cubicBezTo>
                    <a:pt x="37" y="26"/>
                    <a:pt x="51" y="20"/>
                    <a:pt x="51" y="12"/>
                  </a:cubicBezTo>
                  <a:cubicBezTo>
                    <a:pt x="51" y="7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9" name="Freeform 101">
              <a:extLst>
                <a:ext uri="{FF2B5EF4-FFF2-40B4-BE49-F238E27FC236}">
                  <a16:creationId xmlns:a16="http://schemas.microsoft.com/office/drawing/2014/main" id="{E3903D7F-6DDA-4494-BCAF-F9C788AAC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93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0" name="Freeform 102">
              <a:extLst>
                <a:ext uri="{FF2B5EF4-FFF2-40B4-BE49-F238E27FC236}">
                  <a16:creationId xmlns:a16="http://schemas.microsoft.com/office/drawing/2014/main" id="{7E2F88B0-0357-4EEB-A601-578F296BA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28"/>
              <a:ext cx="658" cy="211"/>
            </a:xfrm>
            <a:custGeom>
              <a:avLst/>
              <a:gdLst>
                <a:gd name="T0" fmla="*/ 4118 w 263"/>
                <a:gd name="T1" fmla="*/ 0 h 79"/>
                <a:gd name="T2" fmla="*/ 1334 w 263"/>
                <a:gd name="T3" fmla="*/ 1485 h 79"/>
                <a:gd name="T4" fmla="*/ 0 w 263"/>
                <a:gd name="T5" fmla="*/ 913 h 79"/>
                <a:gd name="T6" fmla="*/ 1709 w 263"/>
                <a:gd name="T7" fmla="*/ 1012 h 79"/>
                <a:gd name="T8" fmla="*/ 4118 w 26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9">
                  <a:moveTo>
                    <a:pt x="263" y="0"/>
                  </a:moveTo>
                  <a:cubicBezTo>
                    <a:pt x="260" y="8"/>
                    <a:pt x="101" y="77"/>
                    <a:pt x="85" y="78"/>
                  </a:cubicBezTo>
                  <a:cubicBezTo>
                    <a:pt x="69" y="79"/>
                    <a:pt x="4" y="51"/>
                    <a:pt x="0" y="48"/>
                  </a:cubicBezTo>
                  <a:cubicBezTo>
                    <a:pt x="23" y="55"/>
                    <a:pt x="78" y="60"/>
                    <a:pt x="109" y="53"/>
                  </a:cubicBezTo>
                  <a:cubicBezTo>
                    <a:pt x="140" y="46"/>
                    <a:pt x="237" y="15"/>
                    <a:pt x="263" y="0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1" name="Freeform 103">
              <a:extLst>
                <a:ext uri="{FF2B5EF4-FFF2-40B4-BE49-F238E27FC236}">
                  <a16:creationId xmlns:a16="http://schemas.microsoft.com/office/drawing/2014/main" id="{9D4FA6D8-2470-4B7F-AB7A-CF18F254A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509"/>
              <a:ext cx="522" cy="160"/>
            </a:xfrm>
            <a:custGeom>
              <a:avLst/>
              <a:gdLst>
                <a:gd name="T0" fmla="*/ 0 w 209"/>
                <a:gd name="T1" fmla="*/ 1139 h 60"/>
                <a:gd name="T2" fmla="*/ 2258 w 209"/>
                <a:gd name="T3" fmla="*/ 35 h 60"/>
                <a:gd name="T4" fmla="*/ 3257 w 209"/>
                <a:gd name="T5" fmla="*/ 477 h 60"/>
                <a:gd name="T6" fmla="*/ 2228 w 209"/>
                <a:gd name="T7" fmla="*/ 285 h 60"/>
                <a:gd name="T8" fmla="*/ 0 w 20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0">
                  <a:moveTo>
                    <a:pt x="0" y="60"/>
                  </a:moveTo>
                  <a:cubicBezTo>
                    <a:pt x="29" y="47"/>
                    <a:pt x="126" y="0"/>
                    <a:pt x="145" y="2"/>
                  </a:cubicBezTo>
                  <a:cubicBezTo>
                    <a:pt x="164" y="4"/>
                    <a:pt x="190" y="16"/>
                    <a:pt x="209" y="25"/>
                  </a:cubicBezTo>
                  <a:cubicBezTo>
                    <a:pt x="193" y="17"/>
                    <a:pt x="161" y="12"/>
                    <a:pt x="143" y="15"/>
                  </a:cubicBezTo>
                  <a:cubicBezTo>
                    <a:pt x="124" y="18"/>
                    <a:pt x="11" y="54"/>
                    <a:pt x="0" y="60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2" name="Freeform 104">
              <a:extLst>
                <a:ext uri="{FF2B5EF4-FFF2-40B4-BE49-F238E27FC236}">
                  <a16:creationId xmlns:a16="http://schemas.microsoft.com/office/drawing/2014/main" id="{54AD3125-DD8A-4E1C-BAAD-7F80E6030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501"/>
              <a:ext cx="920" cy="448"/>
            </a:xfrm>
            <a:custGeom>
              <a:avLst/>
              <a:gdLst>
                <a:gd name="T0" fmla="*/ 4563 w 368"/>
                <a:gd name="T1" fmla="*/ 2368 h 168"/>
                <a:gd name="T2" fmla="*/ 4408 w 368"/>
                <a:gd name="T3" fmla="*/ 2445 h 168"/>
                <a:gd name="T4" fmla="*/ 2863 w 368"/>
                <a:gd name="T5" fmla="*/ 3187 h 168"/>
                <a:gd name="T6" fmla="*/ 1408 w 368"/>
                <a:gd name="T7" fmla="*/ 2525 h 168"/>
                <a:gd name="T8" fmla="*/ 1095 w 368"/>
                <a:gd name="T9" fmla="*/ 2355 h 168"/>
                <a:gd name="T10" fmla="*/ 0 w 368"/>
                <a:gd name="T11" fmla="*/ 1629 h 168"/>
                <a:gd name="T12" fmla="*/ 1095 w 368"/>
                <a:gd name="T13" fmla="*/ 875 h 168"/>
                <a:gd name="T14" fmla="*/ 1425 w 368"/>
                <a:gd name="T15" fmla="*/ 683 h 168"/>
                <a:gd name="T16" fmla="*/ 2875 w 368"/>
                <a:gd name="T17" fmla="*/ 0 h 168"/>
                <a:gd name="T18" fmla="*/ 4063 w 368"/>
                <a:gd name="T19" fmla="*/ 533 h 168"/>
                <a:gd name="T20" fmla="*/ 4283 w 368"/>
                <a:gd name="T21" fmla="*/ 661 h 168"/>
                <a:gd name="T22" fmla="*/ 4488 w 368"/>
                <a:gd name="T23" fmla="*/ 776 h 168"/>
                <a:gd name="T24" fmla="*/ 5750 w 368"/>
                <a:gd name="T25" fmla="*/ 1613 h 168"/>
                <a:gd name="T26" fmla="*/ 4563 w 368"/>
                <a:gd name="T27" fmla="*/ 2368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8" h="168">
                  <a:moveTo>
                    <a:pt x="292" y="125"/>
                  </a:moveTo>
                  <a:cubicBezTo>
                    <a:pt x="282" y="129"/>
                    <a:pt x="282" y="129"/>
                    <a:pt x="282" y="129"/>
                  </a:cubicBezTo>
                  <a:cubicBezTo>
                    <a:pt x="240" y="148"/>
                    <a:pt x="190" y="168"/>
                    <a:pt x="183" y="168"/>
                  </a:cubicBezTo>
                  <a:cubicBezTo>
                    <a:pt x="173" y="168"/>
                    <a:pt x="142" y="157"/>
                    <a:pt x="90" y="133"/>
                  </a:cubicBezTo>
                  <a:cubicBezTo>
                    <a:pt x="70" y="124"/>
                    <a:pt x="70" y="124"/>
                    <a:pt x="70" y="124"/>
                  </a:cubicBezTo>
                  <a:cubicBezTo>
                    <a:pt x="35" y="109"/>
                    <a:pt x="0" y="93"/>
                    <a:pt x="0" y="86"/>
                  </a:cubicBezTo>
                  <a:cubicBezTo>
                    <a:pt x="0" y="77"/>
                    <a:pt x="47" y="56"/>
                    <a:pt x="70" y="46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24" y="21"/>
                    <a:pt x="170" y="0"/>
                    <a:pt x="184" y="0"/>
                  </a:cubicBezTo>
                  <a:cubicBezTo>
                    <a:pt x="202" y="0"/>
                    <a:pt x="234" y="16"/>
                    <a:pt x="260" y="28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309" y="50"/>
                    <a:pt x="366" y="76"/>
                    <a:pt x="368" y="85"/>
                  </a:cubicBezTo>
                  <a:cubicBezTo>
                    <a:pt x="366" y="93"/>
                    <a:pt x="312" y="116"/>
                    <a:pt x="292" y="1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3" name="Freeform 105">
              <a:extLst>
                <a:ext uri="{FF2B5EF4-FFF2-40B4-BE49-F238E27FC236}">
                  <a16:creationId xmlns:a16="http://schemas.microsoft.com/office/drawing/2014/main" id="{0B029D4D-6AA4-4A67-A199-93A62BFFB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4" name="Oval 106">
              <a:extLst>
                <a:ext uri="{FF2B5EF4-FFF2-40B4-BE49-F238E27FC236}">
                  <a16:creationId xmlns:a16="http://schemas.microsoft.com/office/drawing/2014/main" id="{50647115-9DF9-4E84-8D12-D618EE4CC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82" name="Group 107">
            <a:extLst>
              <a:ext uri="{FF2B5EF4-FFF2-40B4-BE49-F238E27FC236}">
                <a16:creationId xmlns:a16="http://schemas.microsoft.com/office/drawing/2014/main" id="{C2F0EFDA-9EF8-4C81-9968-ADC0D686BB2E}"/>
              </a:ext>
            </a:extLst>
          </p:cNvPr>
          <p:cNvGrpSpPr>
            <a:grpSpLocks/>
          </p:cNvGrpSpPr>
          <p:nvPr/>
        </p:nvGrpSpPr>
        <p:grpSpPr bwMode="auto">
          <a:xfrm>
            <a:off x="2990850" y="3636963"/>
            <a:ext cx="1263650" cy="630237"/>
            <a:chOff x="533" y="1491"/>
            <a:chExt cx="940" cy="469"/>
          </a:xfrm>
        </p:grpSpPr>
        <p:sp>
          <p:nvSpPr>
            <p:cNvPr id="28923" name="Freeform 108">
              <a:extLst>
                <a:ext uri="{FF2B5EF4-FFF2-40B4-BE49-F238E27FC236}">
                  <a16:creationId xmlns:a16="http://schemas.microsoft.com/office/drawing/2014/main" id="{B4AB44B1-F3C5-4F0A-ABA2-BC294AFA1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4" name="Freeform 109">
              <a:extLst>
                <a:ext uri="{FF2B5EF4-FFF2-40B4-BE49-F238E27FC236}">
                  <a16:creationId xmlns:a16="http://schemas.microsoft.com/office/drawing/2014/main" id="{1DB2E28D-9F58-4166-BDBB-6979E3661B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5875 w 376"/>
                <a:gd name="T1" fmla="*/ 1663 h 176"/>
                <a:gd name="T2" fmla="*/ 4375 w 376"/>
                <a:gd name="T3" fmla="*/ 661 h 176"/>
                <a:gd name="T4" fmla="*/ 2938 w 376"/>
                <a:gd name="T5" fmla="*/ 0 h 176"/>
                <a:gd name="T6" fmla="*/ 1145 w 376"/>
                <a:gd name="T7" fmla="*/ 874 h 176"/>
                <a:gd name="T8" fmla="*/ 0 w 376"/>
                <a:gd name="T9" fmla="*/ 1705 h 176"/>
                <a:gd name="T10" fmla="*/ 1458 w 376"/>
                <a:gd name="T11" fmla="*/ 2670 h 176"/>
                <a:gd name="T12" fmla="*/ 2925 w 376"/>
                <a:gd name="T13" fmla="*/ 3331 h 176"/>
                <a:gd name="T14" fmla="*/ 4500 w 376"/>
                <a:gd name="T15" fmla="*/ 2593 h 176"/>
                <a:gd name="T16" fmla="*/ 5875 w 376"/>
                <a:gd name="T17" fmla="*/ 1663 h 176"/>
                <a:gd name="T18" fmla="*/ 4625 w 376"/>
                <a:gd name="T19" fmla="*/ 2444 h 176"/>
                <a:gd name="T20" fmla="*/ 4470 w 376"/>
                <a:gd name="T21" fmla="*/ 2513 h 176"/>
                <a:gd name="T22" fmla="*/ 2925 w 376"/>
                <a:gd name="T23" fmla="*/ 3251 h 176"/>
                <a:gd name="T24" fmla="*/ 1470 w 376"/>
                <a:gd name="T25" fmla="*/ 2593 h 176"/>
                <a:gd name="T26" fmla="*/ 1158 w 376"/>
                <a:gd name="T27" fmla="*/ 2422 h 176"/>
                <a:gd name="T28" fmla="*/ 63 w 376"/>
                <a:gd name="T29" fmla="*/ 1705 h 176"/>
                <a:gd name="T30" fmla="*/ 1158 w 376"/>
                <a:gd name="T31" fmla="*/ 943 h 176"/>
                <a:gd name="T32" fmla="*/ 1488 w 376"/>
                <a:gd name="T33" fmla="*/ 759 h 176"/>
                <a:gd name="T34" fmla="*/ 2938 w 376"/>
                <a:gd name="T35" fmla="*/ 77 h 176"/>
                <a:gd name="T36" fmla="*/ 4125 w 376"/>
                <a:gd name="T37" fmla="*/ 605 h 176"/>
                <a:gd name="T38" fmla="*/ 4345 w 376"/>
                <a:gd name="T39" fmla="*/ 738 h 176"/>
                <a:gd name="T40" fmla="*/ 4550 w 376"/>
                <a:gd name="T41" fmla="*/ 853 h 176"/>
                <a:gd name="T42" fmla="*/ 5813 w 376"/>
                <a:gd name="T43" fmla="*/ 1684 h 176"/>
                <a:gd name="T44" fmla="*/ 4625 w 376"/>
                <a:gd name="T45" fmla="*/ 2444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6" h="176">
                  <a:moveTo>
                    <a:pt x="376" y="88"/>
                  </a:move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lose/>
                  <a:moveTo>
                    <a:pt x="296" y="129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44" y="152"/>
                    <a:pt x="194" y="172"/>
                    <a:pt x="187" y="172"/>
                  </a:cubicBezTo>
                  <a:cubicBezTo>
                    <a:pt x="177" y="172"/>
                    <a:pt x="146" y="161"/>
                    <a:pt x="94" y="137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39" y="113"/>
                    <a:pt x="4" y="97"/>
                    <a:pt x="4" y="90"/>
                  </a:cubicBezTo>
                  <a:cubicBezTo>
                    <a:pt x="4" y="81"/>
                    <a:pt x="51" y="60"/>
                    <a:pt x="74" y="5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128" y="25"/>
                    <a:pt x="174" y="4"/>
                    <a:pt x="188" y="4"/>
                  </a:cubicBezTo>
                  <a:cubicBezTo>
                    <a:pt x="206" y="4"/>
                    <a:pt x="238" y="20"/>
                    <a:pt x="264" y="32"/>
                  </a:cubicBezTo>
                  <a:cubicBezTo>
                    <a:pt x="278" y="39"/>
                    <a:pt x="278" y="39"/>
                    <a:pt x="278" y="39"/>
                  </a:cubicBezTo>
                  <a:cubicBezTo>
                    <a:pt x="291" y="45"/>
                    <a:pt x="291" y="45"/>
                    <a:pt x="291" y="45"/>
                  </a:cubicBezTo>
                  <a:cubicBezTo>
                    <a:pt x="313" y="54"/>
                    <a:pt x="370" y="80"/>
                    <a:pt x="372" y="89"/>
                  </a:cubicBezTo>
                  <a:cubicBezTo>
                    <a:pt x="370" y="97"/>
                    <a:pt x="316" y="120"/>
                    <a:pt x="296" y="12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5" name="Oval 110">
              <a:extLst>
                <a:ext uri="{FF2B5EF4-FFF2-40B4-BE49-F238E27FC236}">
                  <a16:creationId xmlns:a16="http://schemas.microsoft.com/office/drawing/2014/main" id="{6EF4454A-AEED-4B3B-8E48-796434308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707"/>
              <a:ext cx="155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26" name="Oval 111">
              <a:extLst>
                <a:ext uri="{FF2B5EF4-FFF2-40B4-BE49-F238E27FC236}">
                  <a16:creationId xmlns:a16="http://schemas.microsoft.com/office/drawing/2014/main" id="{DE942A6B-798D-4A6C-B97E-CA21F6CF8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27" name="Freeform 112">
              <a:extLst>
                <a:ext uri="{FF2B5EF4-FFF2-40B4-BE49-F238E27FC236}">
                  <a16:creationId xmlns:a16="http://schemas.microsoft.com/office/drawing/2014/main" id="{CDC6408E-75B2-47A2-B758-7B4B41F96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91"/>
              <a:ext cx="127" cy="69"/>
            </a:xfrm>
            <a:custGeom>
              <a:avLst/>
              <a:gdLst>
                <a:gd name="T0" fmla="*/ 540 w 51"/>
                <a:gd name="T1" fmla="*/ 0 h 26"/>
                <a:gd name="T2" fmla="*/ 695 w 51"/>
                <a:gd name="T3" fmla="*/ 204 h 26"/>
                <a:gd name="T4" fmla="*/ 229 w 51"/>
                <a:gd name="T5" fmla="*/ 451 h 26"/>
                <a:gd name="T6" fmla="*/ 0 w 51"/>
                <a:gd name="T7" fmla="*/ 430 h 26"/>
                <a:gd name="T8" fmla="*/ 311 w 51"/>
                <a:gd name="T9" fmla="*/ 486 h 26"/>
                <a:gd name="T10" fmla="*/ 787 w 51"/>
                <a:gd name="T11" fmla="*/ 226 h 26"/>
                <a:gd name="T12" fmla="*/ 540 w 5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5" y="0"/>
                  </a:moveTo>
                  <a:cubicBezTo>
                    <a:pt x="41" y="3"/>
                    <a:pt x="45" y="7"/>
                    <a:pt x="45" y="11"/>
                  </a:cubicBezTo>
                  <a:cubicBezTo>
                    <a:pt x="45" y="18"/>
                    <a:pt x="32" y="24"/>
                    <a:pt x="15" y="24"/>
                  </a:cubicBezTo>
                  <a:cubicBezTo>
                    <a:pt x="9" y="24"/>
                    <a:pt x="5" y="24"/>
                    <a:pt x="0" y="23"/>
                  </a:cubicBezTo>
                  <a:cubicBezTo>
                    <a:pt x="6" y="25"/>
                    <a:pt x="13" y="26"/>
                    <a:pt x="20" y="26"/>
                  </a:cubicBezTo>
                  <a:cubicBezTo>
                    <a:pt x="37" y="26"/>
                    <a:pt x="51" y="20"/>
                    <a:pt x="51" y="12"/>
                  </a:cubicBezTo>
                  <a:cubicBezTo>
                    <a:pt x="51" y="7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8" name="Freeform 113">
              <a:extLst>
                <a:ext uri="{FF2B5EF4-FFF2-40B4-BE49-F238E27FC236}">
                  <a16:creationId xmlns:a16="http://schemas.microsoft.com/office/drawing/2014/main" id="{BD966E2A-01AC-4872-95AB-665792FA7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93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9" name="Freeform 114">
              <a:extLst>
                <a:ext uri="{FF2B5EF4-FFF2-40B4-BE49-F238E27FC236}">
                  <a16:creationId xmlns:a16="http://schemas.microsoft.com/office/drawing/2014/main" id="{8B1C372C-17E2-444D-8B55-85110535E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28"/>
              <a:ext cx="658" cy="211"/>
            </a:xfrm>
            <a:custGeom>
              <a:avLst/>
              <a:gdLst>
                <a:gd name="T0" fmla="*/ 4118 w 263"/>
                <a:gd name="T1" fmla="*/ 0 h 79"/>
                <a:gd name="T2" fmla="*/ 1334 w 263"/>
                <a:gd name="T3" fmla="*/ 1485 h 79"/>
                <a:gd name="T4" fmla="*/ 0 w 263"/>
                <a:gd name="T5" fmla="*/ 913 h 79"/>
                <a:gd name="T6" fmla="*/ 1709 w 263"/>
                <a:gd name="T7" fmla="*/ 1012 h 79"/>
                <a:gd name="T8" fmla="*/ 4118 w 26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9">
                  <a:moveTo>
                    <a:pt x="263" y="0"/>
                  </a:moveTo>
                  <a:cubicBezTo>
                    <a:pt x="260" y="8"/>
                    <a:pt x="101" y="77"/>
                    <a:pt x="85" y="78"/>
                  </a:cubicBezTo>
                  <a:cubicBezTo>
                    <a:pt x="69" y="79"/>
                    <a:pt x="4" y="51"/>
                    <a:pt x="0" y="48"/>
                  </a:cubicBezTo>
                  <a:cubicBezTo>
                    <a:pt x="23" y="55"/>
                    <a:pt x="78" y="60"/>
                    <a:pt x="109" y="53"/>
                  </a:cubicBezTo>
                  <a:cubicBezTo>
                    <a:pt x="140" y="46"/>
                    <a:pt x="237" y="15"/>
                    <a:pt x="263" y="0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0" name="Freeform 115">
              <a:extLst>
                <a:ext uri="{FF2B5EF4-FFF2-40B4-BE49-F238E27FC236}">
                  <a16:creationId xmlns:a16="http://schemas.microsoft.com/office/drawing/2014/main" id="{5300E9B2-D877-4D7B-A52E-CF6EABC8C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509"/>
              <a:ext cx="522" cy="160"/>
            </a:xfrm>
            <a:custGeom>
              <a:avLst/>
              <a:gdLst>
                <a:gd name="T0" fmla="*/ 0 w 209"/>
                <a:gd name="T1" fmla="*/ 1139 h 60"/>
                <a:gd name="T2" fmla="*/ 2258 w 209"/>
                <a:gd name="T3" fmla="*/ 35 h 60"/>
                <a:gd name="T4" fmla="*/ 3257 w 209"/>
                <a:gd name="T5" fmla="*/ 477 h 60"/>
                <a:gd name="T6" fmla="*/ 2228 w 209"/>
                <a:gd name="T7" fmla="*/ 285 h 60"/>
                <a:gd name="T8" fmla="*/ 0 w 20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0">
                  <a:moveTo>
                    <a:pt x="0" y="60"/>
                  </a:moveTo>
                  <a:cubicBezTo>
                    <a:pt x="29" y="47"/>
                    <a:pt x="126" y="0"/>
                    <a:pt x="145" y="2"/>
                  </a:cubicBezTo>
                  <a:cubicBezTo>
                    <a:pt x="164" y="4"/>
                    <a:pt x="190" y="16"/>
                    <a:pt x="209" y="25"/>
                  </a:cubicBezTo>
                  <a:cubicBezTo>
                    <a:pt x="193" y="17"/>
                    <a:pt x="161" y="12"/>
                    <a:pt x="143" y="15"/>
                  </a:cubicBezTo>
                  <a:cubicBezTo>
                    <a:pt x="124" y="18"/>
                    <a:pt x="11" y="54"/>
                    <a:pt x="0" y="60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1" name="Freeform 116">
              <a:extLst>
                <a:ext uri="{FF2B5EF4-FFF2-40B4-BE49-F238E27FC236}">
                  <a16:creationId xmlns:a16="http://schemas.microsoft.com/office/drawing/2014/main" id="{0D52F240-3BA4-41FC-BE4F-54BC80666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501"/>
              <a:ext cx="920" cy="448"/>
            </a:xfrm>
            <a:custGeom>
              <a:avLst/>
              <a:gdLst>
                <a:gd name="T0" fmla="*/ 4563 w 368"/>
                <a:gd name="T1" fmla="*/ 2368 h 168"/>
                <a:gd name="T2" fmla="*/ 4408 w 368"/>
                <a:gd name="T3" fmla="*/ 2445 h 168"/>
                <a:gd name="T4" fmla="*/ 2863 w 368"/>
                <a:gd name="T5" fmla="*/ 3187 h 168"/>
                <a:gd name="T6" fmla="*/ 1408 w 368"/>
                <a:gd name="T7" fmla="*/ 2525 h 168"/>
                <a:gd name="T8" fmla="*/ 1095 w 368"/>
                <a:gd name="T9" fmla="*/ 2355 h 168"/>
                <a:gd name="T10" fmla="*/ 0 w 368"/>
                <a:gd name="T11" fmla="*/ 1629 h 168"/>
                <a:gd name="T12" fmla="*/ 1095 w 368"/>
                <a:gd name="T13" fmla="*/ 875 h 168"/>
                <a:gd name="T14" fmla="*/ 1425 w 368"/>
                <a:gd name="T15" fmla="*/ 683 h 168"/>
                <a:gd name="T16" fmla="*/ 2875 w 368"/>
                <a:gd name="T17" fmla="*/ 0 h 168"/>
                <a:gd name="T18" fmla="*/ 4063 w 368"/>
                <a:gd name="T19" fmla="*/ 533 h 168"/>
                <a:gd name="T20" fmla="*/ 4283 w 368"/>
                <a:gd name="T21" fmla="*/ 661 h 168"/>
                <a:gd name="T22" fmla="*/ 4488 w 368"/>
                <a:gd name="T23" fmla="*/ 776 h 168"/>
                <a:gd name="T24" fmla="*/ 5750 w 368"/>
                <a:gd name="T25" fmla="*/ 1613 h 168"/>
                <a:gd name="T26" fmla="*/ 4563 w 368"/>
                <a:gd name="T27" fmla="*/ 2368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8" h="168">
                  <a:moveTo>
                    <a:pt x="292" y="125"/>
                  </a:moveTo>
                  <a:cubicBezTo>
                    <a:pt x="282" y="129"/>
                    <a:pt x="282" y="129"/>
                    <a:pt x="282" y="129"/>
                  </a:cubicBezTo>
                  <a:cubicBezTo>
                    <a:pt x="240" y="148"/>
                    <a:pt x="190" y="168"/>
                    <a:pt x="183" y="168"/>
                  </a:cubicBezTo>
                  <a:cubicBezTo>
                    <a:pt x="173" y="168"/>
                    <a:pt x="142" y="157"/>
                    <a:pt x="90" y="133"/>
                  </a:cubicBezTo>
                  <a:cubicBezTo>
                    <a:pt x="70" y="124"/>
                    <a:pt x="70" y="124"/>
                    <a:pt x="70" y="124"/>
                  </a:cubicBezTo>
                  <a:cubicBezTo>
                    <a:pt x="35" y="109"/>
                    <a:pt x="0" y="93"/>
                    <a:pt x="0" y="86"/>
                  </a:cubicBezTo>
                  <a:cubicBezTo>
                    <a:pt x="0" y="77"/>
                    <a:pt x="47" y="56"/>
                    <a:pt x="70" y="46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24" y="21"/>
                    <a:pt x="170" y="0"/>
                    <a:pt x="184" y="0"/>
                  </a:cubicBezTo>
                  <a:cubicBezTo>
                    <a:pt x="202" y="0"/>
                    <a:pt x="234" y="16"/>
                    <a:pt x="260" y="28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309" y="50"/>
                    <a:pt x="366" y="76"/>
                    <a:pt x="368" y="85"/>
                  </a:cubicBezTo>
                  <a:cubicBezTo>
                    <a:pt x="366" y="93"/>
                    <a:pt x="312" y="116"/>
                    <a:pt x="292" y="1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2" name="Freeform 117">
              <a:extLst>
                <a:ext uri="{FF2B5EF4-FFF2-40B4-BE49-F238E27FC236}">
                  <a16:creationId xmlns:a16="http://schemas.microsoft.com/office/drawing/2014/main" id="{D7AF4AD0-2CB1-4A1B-B790-E6ECA9C09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3" name="Oval 118">
              <a:extLst>
                <a:ext uri="{FF2B5EF4-FFF2-40B4-BE49-F238E27FC236}">
                  <a16:creationId xmlns:a16="http://schemas.microsoft.com/office/drawing/2014/main" id="{5FA94102-910B-4F2A-8AE0-52F8C6185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83" name="Group 119">
            <a:extLst>
              <a:ext uri="{FF2B5EF4-FFF2-40B4-BE49-F238E27FC236}">
                <a16:creationId xmlns:a16="http://schemas.microsoft.com/office/drawing/2014/main" id="{3FA5875D-D0DA-4F7E-A43F-4C1614993B70}"/>
              </a:ext>
            </a:extLst>
          </p:cNvPr>
          <p:cNvGrpSpPr>
            <a:grpSpLocks/>
          </p:cNvGrpSpPr>
          <p:nvPr/>
        </p:nvGrpSpPr>
        <p:grpSpPr bwMode="auto">
          <a:xfrm>
            <a:off x="4514850" y="3619500"/>
            <a:ext cx="1263650" cy="630238"/>
            <a:chOff x="533" y="1491"/>
            <a:chExt cx="940" cy="469"/>
          </a:xfrm>
        </p:grpSpPr>
        <p:sp>
          <p:nvSpPr>
            <p:cNvPr id="28912" name="Freeform 120">
              <a:extLst>
                <a:ext uri="{FF2B5EF4-FFF2-40B4-BE49-F238E27FC236}">
                  <a16:creationId xmlns:a16="http://schemas.microsoft.com/office/drawing/2014/main" id="{28D92936-5D29-426B-BCEB-1AB11B37F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3" name="Freeform 121">
              <a:extLst>
                <a:ext uri="{FF2B5EF4-FFF2-40B4-BE49-F238E27FC236}">
                  <a16:creationId xmlns:a16="http://schemas.microsoft.com/office/drawing/2014/main" id="{29EC8F8F-D1AC-437F-9F87-58BAEC3063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5875 w 376"/>
                <a:gd name="T1" fmla="*/ 1663 h 176"/>
                <a:gd name="T2" fmla="*/ 4375 w 376"/>
                <a:gd name="T3" fmla="*/ 661 h 176"/>
                <a:gd name="T4" fmla="*/ 2938 w 376"/>
                <a:gd name="T5" fmla="*/ 0 h 176"/>
                <a:gd name="T6" fmla="*/ 1145 w 376"/>
                <a:gd name="T7" fmla="*/ 874 h 176"/>
                <a:gd name="T8" fmla="*/ 0 w 376"/>
                <a:gd name="T9" fmla="*/ 1705 h 176"/>
                <a:gd name="T10" fmla="*/ 1458 w 376"/>
                <a:gd name="T11" fmla="*/ 2670 h 176"/>
                <a:gd name="T12" fmla="*/ 2925 w 376"/>
                <a:gd name="T13" fmla="*/ 3331 h 176"/>
                <a:gd name="T14" fmla="*/ 4500 w 376"/>
                <a:gd name="T15" fmla="*/ 2593 h 176"/>
                <a:gd name="T16" fmla="*/ 5875 w 376"/>
                <a:gd name="T17" fmla="*/ 1663 h 176"/>
                <a:gd name="T18" fmla="*/ 4625 w 376"/>
                <a:gd name="T19" fmla="*/ 2444 h 176"/>
                <a:gd name="T20" fmla="*/ 4470 w 376"/>
                <a:gd name="T21" fmla="*/ 2513 h 176"/>
                <a:gd name="T22" fmla="*/ 2925 w 376"/>
                <a:gd name="T23" fmla="*/ 3251 h 176"/>
                <a:gd name="T24" fmla="*/ 1470 w 376"/>
                <a:gd name="T25" fmla="*/ 2593 h 176"/>
                <a:gd name="T26" fmla="*/ 1158 w 376"/>
                <a:gd name="T27" fmla="*/ 2422 h 176"/>
                <a:gd name="T28" fmla="*/ 63 w 376"/>
                <a:gd name="T29" fmla="*/ 1705 h 176"/>
                <a:gd name="T30" fmla="*/ 1158 w 376"/>
                <a:gd name="T31" fmla="*/ 943 h 176"/>
                <a:gd name="T32" fmla="*/ 1488 w 376"/>
                <a:gd name="T33" fmla="*/ 759 h 176"/>
                <a:gd name="T34" fmla="*/ 2938 w 376"/>
                <a:gd name="T35" fmla="*/ 77 h 176"/>
                <a:gd name="T36" fmla="*/ 4125 w 376"/>
                <a:gd name="T37" fmla="*/ 605 h 176"/>
                <a:gd name="T38" fmla="*/ 4345 w 376"/>
                <a:gd name="T39" fmla="*/ 738 h 176"/>
                <a:gd name="T40" fmla="*/ 4550 w 376"/>
                <a:gd name="T41" fmla="*/ 853 h 176"/>
                <a:gd name="T42" fmla="*/ 5813 w 376"/>
                <a:gd name="T43" fmla="*/ 1684 h 176"/>
                <a:gd name="T44" fmla="*/ 4625 w 376"/>
                <a:gd name="T45" fmla="*/ 2444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6" h="176">
                  <a:moveTo>
                    <a:pt x="376" y="88"/>
                  </a:move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lose/>
                  <a:moveTo>
                    <a:pt x="296" y="129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44" y="152"/>
                    <a:pt x="194" y="172"/>
                    <a:pt x="187" y="172"/>
                  </a:cubicBezTo>
                  <a:cubicBezTo>
                    <a:pt x="177" y="172"/>
                    <a:pt x="146" y="161"/>
                    <a:pt x="94" y="137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39" y="113"/>
                    <a:pt x="4" y="97"/>
                    <a:pt x="4" y="90"/>
                  </a:cubicBezTo>
                  <a:cubicBezTo>
                    <a:pt x="4" y="81"/>
                    <a:pt x="51" y="60"/>
                    <a:pt x="74" y="5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128" y="25"/>
                    <a:pt x="174" y="4"/>
                    <a:pt x="188" y="4"/>
                  </a:cubicBezTo>
                  <a:cubicBezTo>
                    <a:pt x="206" y="4"/>
                    <a:pt x="238" y="20"/>
                    <a:pt x="264" y="32"/>
                  </a:cubicBezTo>
                  <a:cubicBezTo>
                    <a:pt x="278" y="39"/>
                    <a:pt x="278" y="39"/>
                    <a:pt x="278" y="39"/>
                  </a:cubicBezTo>
                  <a:cubicBezTo>
                    <a:pt x="291" y="45"/>
                    <a:pt x="291" y="45"/>
                    <a:pt x="291" y="45"/>
                  </a:cubicBezTo>
                  <a:cubicBezTo>
                    <a:pt x="313" y="54"/>
                    <a:pt x="370" y="80"/>
                    <a:pt x="372" y="89"/>
                  </a:cubicBezTo>
                  <a:cubicBezTo>
                    <a:pt x="370" y="97"/>
                    <a:pt x="316" y="120"/>
                    <a:pt x="296" y="12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4" name="Oval 122">
              <a:extLst>
                <a:ext uri="{FF2B5EF4-FFF2-40B4-BE49-F238E27FC236}">
                  <a16:creationId xmlns:a16="http://schemas.microsoft.com/office/drawing/2014/main" id="{D2C9868E-F943-4C21-BD26-0FFE1F6C9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707"/>
              <a:ext cx="155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15" name="Oval 123">
              <a:extLst>
                <a:ext uri="{FF2B5EF4-FFF2-40B4-BE49-F238E27FC236}">
                  <a16:creationId xmlns:a16="http://schemas.microsoft.com/office/drawing/2014/main" id="{F2C6437D-A1BD-40CB-9626-B2114A12B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16" name="Freeform 124">
              <a:extLst>
                <a:ext uri="{FF2B5EF4-FFF2-40B4-BE49-F238E27FC236}">
                  <a16:creationId xmlns:a16="http://schemas.microsoft.com/office/drawing/2014/main" id="{6B37AEA3-F753-4662-A75C-375A7FBB3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91"/>
              <a:ext cx="127" cy="69"/>
            </a:xfrm>
            <a:custGeom>
              <a:avLst/>
              <a:gdLst>
                <a:gd name="T0" fmla="*/ 540 w 51"/>
                <a:gd name="T1" fmla="*/ 0 h 26"/>
                <a:gd name="T2" fmla="*/ 695 w 51"/>
                <a:gd name="T3" fmla="*/ 204 h 26"/>
                <a:gd name="T4" fmla="*/ 229 w 51"/>
                <a:gd name="T5" fmla="*/ 451 h 26"/>
                <a:gd name="T6" fmla="*/ 0 w 51"/>
                <a:gd name="T7" fmla="*/ 430 h 26"/>
                <a:gd name="T8" fmla="*/ 311 w 51"/>
                <a:gd name="T9" fmla="*/ 486 h 26"/>
                <a:gd name="T10" fmla="*/ 787 w 51"/>
                <a:gd name="T11" fmla="*/ 226 h 26"/>
                <a:gd name="T12" fmla="*/ 540 w 5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5" y="0"/>
                  </a:moveTo>
                  <a:cubicBezTo>
                    <a:pt x="41" y="3"/>
                    <a:pt x="45" y="7"/>
                    <a:pt x="45" y="11"/>
                  </a:cubicBezTo>
                  <a:cubicBezTo>
                    <a:pt x="45" y="18"/>
                    <a:pt x="32" y="24"/>
                    <a:pt x="15" y="24"/>
                  </a:cubicBezTo>
                  <a:cubicBezTo>
                    <a:pt x="9" y="24"/>
                    <a:pt x="5" y="24"/>
                    <a:pt x="0" y="23"/>
                  </a:cubicBezTo>
                  <a:cubicBezTo>
                    <a:pt x="6" y="25"/>
                    <a:pt x="13" y="26"/>
                    <a:pt x="20" y="26"/>
                  </a:cubicBezTo>
                  <a:cubicBezTo>
                    <a:pt x="37" y="26"/>
                    <a:pt x="51" y="20"/>
                    <a:pt x="51" y="12"/>
                  </a:cubicBezTo>
                  <a:cubicBezTo>
                    <a:pt x="51" y="7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7" name="Freeform 125">
              <a:extLst>
                <a:ext uri="{FF2B5EF4-FFF2-40B4-BE49-F238E27FC236}">
                  <a16:creationId xmlns:a16="http://schemas.microsoft.com/office/drawing/2014/main" id="{FAC04C94-F1EF-465E-9AD2-28EF9F752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93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8" name="Freeform 126">
              <a:extLst>
                <a:ext uri="{FF2B5EF4-FFF2-40B4-BE49-F238E27FC236}">
                  <a16:creationId xmlns:a16="http://schemas.microsoft.com/office/drawing/2014/main" id="{DB145A8B-6DE5-4262-934C-E714593DC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28"/>
              <a:ext cx="658" cy="211"/>
            </a:xfrm>
            <a:custGeom>
              <a:avLst/>
              <a:gdLst>
                <a:gd name="T0" fmla="*/ 4118 w 263"/>
                <a:gd name="T1" fmla="*/ 0 h 79"/>
                <a:gd name="T2" fmla="*/ 1334 w 263"/>
                <a:gd name="T3" fmla="*/ 1485 h 79"/>
                <a:gd name="T4" fmla="*/ 0 w 263"/>
                <a:gd name="T5" fmla="*/ 913 h 79"/>
                <a:gd name="T6" fmla="*/ 1709 w 263"/>
                <a:gd name="T7" fmla="*/ 1012 h 79"/>
                <a:gd name="T8" fmla="*/ 4118 w 26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9">
                  <a:moveTo>
                    <a:pt x="263" y="0"/>
                  </a:moveTo>
                  <a:cubicBezTo>
                    <a:pt x="260" y="8"/>
                    <a:pt x="101" y="77"/>
                    <a:pt x="85" y="78"/>
                  </a:cubicBezTo>
                  <a:cubicBezTo>
                    <a:pt x="69" y="79"/>
                    <a:pt x="4" y="51"/>
                    <a:pt x="0" y="48"/>
                  </a:cubicBezTo>
                  <a:cubicBezTo>
                    <a:pt x="23" y="55"/>
                    <a:pt x="78" y="60"/>
                    <a:pt x="109" y="53"/>
                  </a:cubicBezTo>
                  <a:cubicBezTo>
                    <a:pt x="140" y="46"/>
                    <a:pt x="237" y="15"/>
                    <a:pt x="263" y="0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9" name="Freeform 127">
              <a:extLst>
                <a:ext uri="{FF2B5EF4-FFF2-40B4-BE49-F238E27FC236}">
                  <a16:creationId xmlns:a16="http://schemas.microsoft.com/office/drawing/2014/main" id="{E4902690-014B-4B1D-A7A9-9B7521CB3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509"/>
              <a:ext cx="522" cy="160"/>
            </a:xfrm>
            <a:custGeom>
              <a:avLst/>
              <a:gdLst>
                <a:gd name="T0" fmla="*/ 0 w 209"/>
                <a:gd name="T1" fmla="*/ 1139 h 60"/>
                <a:gd name="T2" fmla="*/ 2258 w 209"/>
                <a:gd name="T3" fmla="*/ 35 h 60"/>
                <a:gd name="T4" fmla="*/ 3257 w 209"/>
                <a:gd name="T5" fmla="*/ 477 h 60"/>
                <a:gd name="T6" fmla="*/ 2228 w 209"/>
                <a:gd name="T7" fmla="*/ 285 h 60"/>
                <a:gd name="T8" fmla="*/ 0 w 20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0">
                  <a:moveTo>
                    <a:pt x="0" y="60"/>
                  </a:moveTo>
                  <a:cubicBezTo>
                    <a:pt x="29" y="47"/>
                    <a:pt x="126" y="0"/>
                    <a:pt x="145" y="2"/>
                  </a:cubicBezTo>
                  <a:cubicBezTo>
                    <a:pt x="164" y="4"/>
                    <a:pt x="190" y="16"/>
                    <a:pt x="209" y="25"/>
                  </a:cubicBezTo>
                  <a:cubicBezTo>
                    <a:pt x="193" y="17"/>
                    <a:pt x="161" y="12"/>
                    <a:pt x="143" y="15"/>
                  </a:cubicBezTo>
                  <a:cubicBezTo>
                    <a:pt x="124" y="18"/>
                    <a:pt x="11" y="54"/>
                    <a:pt x="0" y="60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0" name="Freeform 128">
              <a:extLst>
                <a:ext uri="{FF2B5EF4-FFF2-40B4-BE49-F238E27FC236}">
                  <a16:creationId xmlns:a16="http://schemas.microsoft.com/office/drawing/2014/main" id="{E45B510B-0875-4A4C-8729-BE02DF37C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501"/>
              <a:ext cx="920" cy="448"/>
            </a:xfrm>
            <a:custGeom>
              <a:avLst/>
              <a:gdLst>
                <a:gd name="T0" fmla="*/ 4563 w 368"/>
                <a:gd name="T1" fmla="*/ 2368 h 168"/>
                <a:gd name="T2" fmla="*/ 4408 w 368"/>
                <a:gd name="T3" fmla="*/ 2445 h 168"/>
                <a:gd name="T4" fmla="*/ 2863 w 368"/>
                <a:gd name="T5" fmla="*/ 3187 h 168"/>
                <a:gd name="T6" fmla="*/ 1408 w 368"/>
                <a:gd name="T7" fmla="*/ 2525 h 168"/>
                <a:gd name="T8" fmla="*/ 1095 w 368"/>
                <a:gd name="T9" fmla="*/ 2355 h 168"/>
                <a:gd name="T10" fmla="*/ 0 w 368"/>
                <a:gd name="T11" fmla="*/ 1629 h 168"/>
                <a:gd name="T12" fmla="*/ 1095 w 368"/>
                <a:gd name="T13" fmla="*/ 875 h 168"/>
                <a:gd name="T14" fmla="*/ 1425 w 368"/>
                <a:gd name="T15" fmla="*/ 683 h 168"/>
                <a:gd name="T16" fmla="*/ 2875 w 368"/>
                <a:gd name="T17" fmla="*/ 0 h 168"/>
                <a:gd name="T18" fmla="*/ 4063 w 368"/>
                <a:gd name="T19" fmla="*/ 533 h 168"/>
                <a:gd name="T20" fmla="*/ 4283 w 368"/>
                <a:gd name="T21" fmla="*/ 661 h 168"/>
                <a:gd name="T22" fmla="*/ 4488 w 368"/>
                <a:gd name="T23" fmla="*/ 776 h 168"/>
                <a:gd name="T24" fmla="*/ 5750 w 368"/>
                <a:gd name="T25" fmla="*/ 1613 h 168"/>
                <a:gd name="T26" fmla="*/ 4563 w 368"/>
                <a:gd name="T27" fmla="*/ 2368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8" h="168">
                  <a:moveTo>
                    <a:pt x="292" y="125"/>
                  </a:moveTo>
                  <a:cubicBezTo>
                    <a:pt x="282" y="129"/>
                    <a:pt x="282" y="129"/>
                    <a:pt x="282" y="129"/>
                  </a:cubicBezTo>
                  <a:cubicBezTo>
                    <a:pt x="240" y="148"/>
                    <a:pt x="190" y="168"/>
                    <a:pt x="183" y="168"/>
                  </a:cubicBezTo>
                  <a:cubicBezTo>
                    <a:pt x="173" y="168"/>
                    <a:pt x="142" y="157"/>
                    <a:pt x="90" y="133"/>
                  </a:cubicBezTo>
                  <a:cubicBezTo>
                    <a:pt x="70" y="124"/>
                    <a:pt x="70" y="124"/>
                    <a:pt x="70" y="124"/>
                  </a:cubicBezTo>
                  <a:cubicBezTo>
                    <a:pt x="35" y="109"/>
                    <a:pt x="0" y="93"/>
                    <a:pt x="0" y="86"/>
                  </a:cubicBezTo>
                  <a:cubicBezTo>
                    <a:pt x="0" y="77"/>
                    <a:pt x="47" y="56"/>
                    <a:pt x="70" y="46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24" y="21"/>
                    <a:pt x="170" y="0"/>
                    <a:pt x="184" y="0"/>
                  </a:cubicBezTo>
                  <a:cubicBezTo>
                    <a:pt x="202" y="0"/>
                    <a:pt x="234" y="16"/>
                    <a:pt x="260" y="28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309" y="50"/>
                    <a:pt x="366" y="76"/>
                    <a:pt x="368" y="85"/>
                  </a:cubicBezTo>
                  <a:cubicBezTo>
                    <a:pt x="366" y="93"/>
                    <a:pt x="312" y="116"/>
                    <a:pt x="292" y="1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1" name="Freeform 129">
              <a:extLst>
                <a:ext uri="{FF2B5EF4-FFF2-40B4-BE49-F238E27FC236}">
                  <a16:creationId xmlns:a16="http://schemas.microsoft.com/office/drawing/2014/main" id="{E1675762-8216-4723-9961-BD9DAAB4F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2" name="Oval 130">
              <a:extLst>
                <a:ext uri="{FF2B5EF4-FFF2-40B4-BE49-F238E27FC236}">
                  <a16:creationId xmlns:a16="http://schemas.microsoft.com/office/drawing/2014/main" id="{99969340-8288-4A9F-995E-B5900FE66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84" name="Group 131">
            <a:extLst>
              <a:ext uri="{FF2B5EF4-FFF2-40B4-BE49-F238E27FC236}">
                <a16:creationId xmlns:a16="http://schemas.microsoft.com/office/drawing/2014/main" id="{EB3E7053-6E5A-44C8-A17A-4BC34CE82EC3}"/>
              </a:ext>
            </a:extLst>
          </p:cNvPr>
          <p:cNvGrpSpPr>
            <a:grpSpLocks/>
          </p:cNvGrpSpPr>
          <p:nvPr/>
        </p:nvGrpSpPr>
        <p:grpSpPr bwMode="auto">
          <a:xfrm>
            <a:off x="6070600" y="3619500"/>
            <a:ext cx="1263650" cy="630238"/>
            <a:chOff x="533" y="1491"/>
            <a:chExt cx="940" cy="469"/>
          </a:xfrm>
        </p:grpSpPr>
        <p:sp>
          <p:nvSpPr>
            <p:cNvPr id="28901" name="Freeform 132">
              <a:extLst>
                <a:ext uri="{FF2B5EF4-FFF2-40B4-BE49-F238E27FC236}">
                  <a16:creationId xmlns:a16="http://schemas.microsoft.com/office/drawing/2014/main" id="{230996E0-6C72-4CEB-B788-13680810B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2" name="Freeform 133">
              <a:extLst>
                <a:ext uri="{FF2B5EF4-FFF2-40B4-BE49-F238E27FC236}">
                  <a16:creationId xmlns:a16="http://schemas.microsoft.com/office/drawing/2014/main" id="{87BEBAAC-FFEE-4BE4-A8A5-6F29427D95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5875 w 376"/>
                <a:gd name="T1" fmla="*/ 1663 h 176"/>
                <a:gd name="T2" fmla="*/ 4375 w 376"/>
                <a:gd name="T3" fmla="*/ 661 h 176"/>
                <a:gd name="T4" fmla="*/ 2938 w 376"/>
                <a:gd name="T5" fmla="*/ 0 h 176"/>
                <a:gd name="T6" fmla="*/ 1145 w 376"/>
                <a:gd name="T7" fmla="*/ 874 h 176"/>
                <a:gd name="T8" fmla="*/ 0 w 376"/>
                <a:gd name="T9" fmla="*/ 1705 h 176"/>
                <a:gd name="T10" fmla="*/ 1458 w 376"/>
                <a:gd name="T11" fmla="*/ 2670 h 176"/>
                <a:gd name="T12" fmla="*/ 2925 w 376"/>
                <a:gd name="T13" fmla="*/ 3331 h 176"/>
                <a:gd name="T14" fmla="*/ 4500 w 376"/>
                <a:gd name="T15" fmla="*/ 2593 h 176"/>
                <a:gd name="T16" fmla="*/ 5875 w 376"/>
                <a:gd name="T17" fmla="*/ 1663 h 176"/>
                <a:gd name="T18" fmla="*/ 4625 w 376"/>
                <a:gd name="T19" fmla="*/ 2444 h 176"/>
                <a:gd name="T20" fmla="*/ 4470 w 376"/>
                <a:gd name="T21" fmla="*/ 2513 h 176"/>
                <a:gd name="T22" fmla="*/ 2925 w 376"/>
                <a:gd name="T23" fmla="*/ 3251 h 176"/>
                <a:gd name="T24" fmla="*/ 1470 w 376"/>
                <a:gd name="T25" fmla="*/ 2593 h 176"/>
                <a:gd name="T26" fmla="*/ 1158 w 376"/>
                <a:gd name="T27" fmla="*/ 2422 h 176"/>
                <a:gd name="T28" fmla="*/ 63 w 376"/>
                <a:gd name="T29" fmla="*/ 1705 h 176"/>
                <a:gd name="T30" fmla="*/ 1158 w 376"/>
                <a:gd name="T31" fmla="*/ 943 h 176"/>
                <a:gd name="T32" fmla="*/ 1488 w 376"/>
                <a:gd name="T33" fmla="*/ 759 h 176"/>
                <a:gd name="T34" fmla="*/ 2938 w 376"/>
                <a:gd name="T35" fmla="*/ 77 h 176"/>
                <a:gd name="T36" fmla="*/ 4125 w 376"/>
                <a:gd name="T37" fmla="*/ 605 h 176"/>
                <a:gd name="T38" fmla="*/ 4345 w 376"/>
                <a:gd name="T39" fmla="*/ 738 h 176"/>
                <a:gd name="T40" fmla="*/ 4550 w 376"/>
                <a:gd name="T41" fmla="*/ 853 h 176"/>
                <a:gd name="T42" fmla="*/ 5813 w 376"/>
                <a:gd name="T43" fmla="*/ 1684 h 176"/>
                <a:gd name="T44" fmla="*/ 4625 w 376"/>
                <a:gd name="T45" fmla="*/ 2444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6" h="176">
                  <a:moveTo>
                    <a:pt x="376" y="88"/>
                  </a:move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lose/>
                  <a:moveTo>
                    <a:pt x="296" y="129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44" y="152"/>
                    <a:pt x="194" y="172"/>
                    <a:pt x="187" y="172"/>
                  </a:cubicBezTo>
                  <a:cubicBezTo>
                    <a:pt x="177" y="172"/>
                    <a:pt x="146" y="161"/>
                    <a:pt x="94" y="137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39" y="113"/>
                    <a:pt x="4" y="97"/>
                    <a:pt x="4" y="90"/>
                  </a:cubicBezTo>
                  <a:cubicBezTo>
                    <a:pt x="4" y="81"/>
                    <a:pt x="51" y="60"/>
                    <a:pt x="74" y="5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128" y="25"/>
                    <a:pt x="174" y="4"/>
                    <a:pt x="188" y="4"/>
                  </a:cubicBezTo>
                  <a:cubicBezTo>
                    <a:pt x="206" y="4"/>
                    <a:pt x="238" y="20"/>
                    <a:pt x="264" y="32"/>
                  </a:cubicBezTo>
                  <a:cubicBezTo>
                    <a:pt x="278" y="39"/>
                    <a:pt x="278" y="39"/>
                    <a:pt x="278" y="39"/>
                  </a:cubicBezTo>
                  <a:cubicBezTo>
                    <a:pt x="291" y="45"/>
                    <a:pt x="291" y="45"/>
                    <a:pt x="291" y="45"/>
                  </a:cubicBezTo>
                  <a:cubicBezTo>
                    <a:pt x="313" y="54"/>
                    <a:pt x="370" y="80"/>
                    <a:pt x="372" y="89"/>
                  </a:cubicBezTo>
                  <a:cubicBezTo>
                    <a:pt x="370" y="97"/>
                    <a:pt x="316" y="120"/>
                    <a:pt x="296" y="12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3" name="Oval 134">
              <a:extLst>
                <a:ext uri="{FF2B5EF4-FFF2-40B4-BE49-F238E27FC236}">
                  <a16:creationId xmlns:a16="http://schemas.microsoft.com/office/drawing/2014/main" id="{F1AB1EDB-3E27-4C74-A39E-5D56CDDD3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707"/>
              <a:ext cx="155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04" name="Oval 135">
              <a:extLst>
                <a:ext uri="{FF2B5EF4-FFF2-40B4-BE49-F238E27FC236}">
                  <a16:creationId xmlns:a16="http://schemas.microsoft.com/office/drawing/2014/main" id="{908F54A2-C86F-4DEA-BA90-97D065C3B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905" name="Freeform 136">
              <a:extLst>
                <a:ext uri="{FF2B5EF4-FFF2-40B4-BE49-F238E27FC236}">
                  <a16:creationId xmlns:a16="http://schemas.microsoft.com/office/drawing/2014/main" id="{C0826FFB-0725-4F1E-9CB2-3913034DF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91"/>
              <a:ext cx="127" cy="69"/>
            </a:xfrm>
            <a:custGeom>
              <a:avLst/>
              <a:gdLst>
                <a:gd name="T0" fmla="*/ 540 w 51"/>
                <a:gd name="T1" fmla="*/ 0 h 26"/>
                <a:gd name="T2" fmla="*/ 695 w 51"/>
                <a:gd name="T3" fmla="*/ 204 h 26"/>
                <a:gd name="T4" fmla="*/ 229 w 51"/>
                <a:gd name="T5" fmla="*/ 451 h 26"/>
                <a:gd name="T6" fmla="*/ 0 w 51"/>
                <a:gd name="T7" fmla="*/ 430 h 26"/>
                <a:gd name="T8" fmla="*/ 311 w 51"/>
                <a:gd name="T9" fmla="*/ 486 h 26"/>
                <a:gd name="T10" fmla="*/ 787 w 51"/>
                <a:gd name="T11" fmla="*/ 226 h 26"/>
                <a:gd name="T12" fmla="*/ 540 w 5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5" y="0"/>
                  </a:moveTo>
                  <a:cubicBezTo>
                    <a:pt x="41" y="3"/>
                    <a:pt x="45" y="7"/>
                    <a:pt x="45" y="11"/>
                  </a:cubicBezTo>
                  <a:cubicBezTo>
                    <a:pt x="45" y="18"/>
                    <a:pt x="32" y="24"/>
                    <a:pt x="15" y="24"/>
                  </a:cubicBezTo>
                  <a:cubicBezTo>
                    <a:pt x="9" y="24"/>
                    <a:pt x="5" y="24"/>
                    <a:pt x="0" y="23"/>
                  </a:cubicBezTo>
                  <a:cubicBezTo>
                    <a:pt x="6" y="25"/>
                    <a:pt x="13" y="26"/>
                    <a:pt x="20" y="26"/>
                  </a:cubicBezTo>
                  <a:cubicBezTo>
                    <a:pt x="37" y="26"/>
                    <a:pt x="51" y="20"/>
                    <a:pt x="51" y="12"/>
                  </a:cubicBezTo>
                  <a:cubicBezTo>
                    <a:pt x="51" y="7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6" name="Freeform 137">
              <a:extLst>
                <a:ext uri="{FF2B5EF4-FFF2-40B4-BE49-F238E27FC236}">
                  <a16:creationId xmlns:a16="http://schemas.microsoft.com/office/drawing/2014/main" id="{0BB09530-BEF9-4E1C-A4EA-FC9B97701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93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7" name="Freeform 138">
              <a:extLst>
                <a:ext uri="{FF2B5EF4-FFF2-40B4-BE49-F238E27FC236}">
                  <a16:creationId xmlns:a16="http://schemas.microsoft.com/office/drawing/2014/main" id="{4128B82E-F9C5-4A1B-9674-DB777DB5F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28"/>
              <a:ext cx="658" cy="211"/>
            </a:xfrm>
            <a:custGeom>
              <a:avLst/>
              <a:gdLst>
                <a:gd name="T0" fmla="*/ 4118 w 263"/>
                <a:gd name="T1" fmla="*/ 0 h 79"/>
                <a:gd name="T2" fmla="*/ 1334 w 263"/>
                <a:gd name="T3" fmla="*/ 1485 h 79"/>
                <a:gd name="T4" fmla="*/ 0 w 263"/>
                <a:gd name="T5" fmla="*/ 913 h 79"/>
                <a:gd name="T6" fmla="*/ 1709 w 263"/>
                <a:gd name="T7" fmla="*/ 1012 h 79"/>
                <a:gd name="T8" fmla="*/ 4118 w 26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9">
                  <a:moveTo>
                    <a:pt x="263" y="0"/>
                  </a:moveTo>
                  <a:cubicBezTo>
                    <a:pt x="260" y="8"/>
                    <a:pt x="101" y="77"/>
                    <a:pt x="85" y="78"/>
                  </a:cubicBezTo>
                  <a:cubicBezTo>
                    <a:pt x="69" y="79"/>
                    <a:pt x="4" y="51"/>
                    <a:pt x="0" y="48"/>
                  </a:cubicBezTo>
                  <a:cubicBezTo>
                    <a:pt x="23" y="55"/>
                    <a:pt x="78" y="60"/>
                    <a:pt x="109" y="53"/>
                  </a:cubicBezTo>
                  <a:cubicBezTo>
                    <a:pt x="140" y="46"/>
                    <a:pt x="237" y="15"/>
                    <a:pt x="263" y="0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8" name="Freeform 139">
              <a:extLst>
                <a:ext uri="{FF2B5EF4-FFF2-40B4-BE49-F238E27FC236}">
                  <a16:creationId xmlns:a16="http://schemas.microsoft.com/office/drawing/2014/main" id="{C853C137-744C-4310-B4E2-D1568344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509"/>
              <a:ext cx="522" cy="160"/>
            </a:xfrm>
            <a:custGeom>
              <a:avLst/>
              <a:gdLst>
                <a:gd name="T0" fmla="*/ 0 w 209"/>
                <a:gd name="T1" fmla="*/ 1139 h 60"/>
                <a:gd name="T2" fmla="*/ 2258 w 209"/>
                <a:gd name="T3" fmla="*/ 35 h 60"/>
                <a:gd name="T4" fmla="*/ 3257 w 209"/>
                <a:gd name="T5" fmla="*/ 477 h 60"/>
                <a:gd name="T6" fmla="*/ 2228 w 209"/>
                <a:gd name="T7" fmla="*/ 285 h 60"/>
                <a:gd name="T8" fmla="*/ 0 w 20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0">
                  <a:moveTo>
                    <a:pt x="0" y="60"/>
                  </a:moveTo>
                  <a:cubicBezTo>
                    <a:pt x="29" y="47"/>
                    <a:pt x="126" y="0"/>
                    <a:pt x="145" y="2"/>
                  </a:cubicBezTo>
                  <a:cubicBezTo>
                    <a:pt x="164" y="4"/>
                    <a:pt x="190" y="16"/>
                    <a:pt x="209" y="25"/>
                  </a:cubicBezTo>
                  <a:cubicBezTo>
                    <a:pt x="193" y="17"/>
                    <a:pt x="161" y="12"/>
                    <a:pt x="143" y="15"/>
                  </a:cubicBezTo>
                  <a:cubicBezTo>
                    <a:pt x="124" y="18"/>
                    <a:pt x="11" y="54"/>
                    <a:pt x="0" y="60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9" name="Freeform 140">
              <a:extLst>
                <a:ext uri="{FF2B5EF4-FFF2-40B4-BE49-F238E27FC236}">
                  <a16:creationId xmlns:a16="http://schemas.microsoft.com/office/drawing/2014/main" id="{E1F042FE-1F32-4B9D-93A8-1F3F5DCFB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501"/>
              <a:ext cx="920" cy="448"/>
            </a:xfrm>
            <a:custGeom>
              <a:avLst/>
              <a:gdLst>
                <a:gd name="T0" fmla="*/ 4563 w 368"/>
                <a:gd name="T1" fmla="*/ 2368 h 168"/>
                <a:gd name="T2" fmla="*/ 4408 w 368"/>
                <a:gd name="T3" fmla="*/ 2445 h 168"/>
                <a:gd name="T4" fmla="*/ 2863 w 368"/>
                <a:gd name="T5" fmla="*/ 3187 h 168"/>
                <a:gd name="T6" fmla="*/ 1408 w 368"/>
                <a:gd name="T7" fmla="*/ 2525 h 168"/>
                <a:gd name="T8" fmla="*/ 1095 w 368"/>
                <a:gd name="T9" fmla="*/ 2355 h 168"/>
                <a:gd name="T10" fmla="*/ 0 w 368"/>
                <a:gd name="T11" fmla="*/ 1629 h 168"/>
                <a:gd name="T12" fmla="*/ 1095 w 368"/>
                <a:gd name="T13" fmla="*/ 875 h 168"/>
                <a:gd name="T14" fmla="*/ 1425 w 368"/>
                <a:gd name="T15" fmla="*/ 683 h 168"/>
                <a:gd name="T16" fmla="*/ 2875 w 368"/>
                <a:gd name="T17" fmla="*/ 0 h 168"/>
                <a:gd name="T18" fmla="*/ 4063 w 368"/>
                <a:gd name="T19" fmla="*/ 533 h 168"/>
                <a:gd name="T20" fmla="*/ 4283 w 368"/>
                <a:gd name="T21" fmla="*/ 661 h 168"/>
                <a:gd name="T22" fmla="*/ 4488 w 368"/>
                <a:gd name="T23" fmla="*/ 776 h 168"/>
                <a:gd name="T24" fmla="*/ 5750 w 368"/>
                <a:gd name="T25" fmla="*/ 1613 h 168"/>
                <a:gd name="T26" fmla="*/ 4563 w 368"/>
                <a:gd name="T27" fmla="*/ 2368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8" h="168">
                  <a:moveTo>
                    <a:pt x="292" y="125"/>
                  </a:moveTo>
                  <a:cubicBezTo>
                    <a:pt x="282" y="129"/>
                    <a:pt x="282" y="129"/>
                    <a:pt x="282" y="129"/>
                  </a:cubicBezTo>
                  <a:cubicBezTo>
                    <a:pt x="240" y="148"/>
                    <a:pt x="190" y="168"/>
                    <a:pt x="183" y="168"/>
                  </a:cubicBezTo>
                  <a:cubicBezTo>
                    <a:pt x="173" y="168"/>
                    <a:pt x="142" y="157"/>
                    <a:pt x="90" y="133"/>
                  </a:cubicBezTo>
                  <a:cubicBezTo>
                    <a:pt x="70" y="124"/>
                    <a:pt x="70" y="124"/>
                    <a:pt x="70" y="124"/>
                  </a:cubicBezTo>
                  <a:cubicBezTo>
                    <a:pt x="35" y="109"/>
                    <a:pt x="0" y="93"/>
                    <a:pt x="0" y="86"/>
                  </a:cubicBezTo>
                  <a:cubicBezTo>
                    <a:pt x="0" y="77"/>
                    <a:pt x="47" y="56"/>
                    <a:pt x="70" y="46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24" y="21"/>
                    <a:pt x="170" y="0"/>
                    <a:pt x="184" y="0"/>
                  </a:cubicBezTo>
                  <a:cubicBezTo>
                    <a:pt x="202" y="0"/>
                    <a:pt x="234" y="16"/>
                    <a:pt x="260" y="28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309" y="50"/>
                    <a:pt x="366" y="76"/>
                    <a:pt x="368" y="85"/>
                  </a:cubicBezTo>
                  <a:cubicBezTo>
                    <a:pt x="366" y="93"/>
                    <a:pt x="312" y="116"/>
                    <a:pt x="292" y="1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0" name="Freeform 141">
              <a:extLst>
                <a:ext uri="{FF2B5EF4-FFF2-40B4-BE49-F238E27FC236}">
                  <a16:creationId xmlns:a16="http://schemas.microsoft.com/office/drawing/2014/main" id="{D1768882-0F08-4C1B-9CD3-46D04067E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1" name="Oval 142">
              <a:extLst>
                <a:ext uri="{FF2B5EF4-FFF2-40B4-BE49-F238E27FC236}">
                  <a16:creationId xmlns:a16="http://schemas.microsoft.com/office/drawing/2014/main" id="{FC368A25-C2AE-47C2-AED4-79B701C93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85" name="Group 143">
            <a:extLst>
              <a:ext uri="{FF2B5EF4-FFF2-40B4-BE49-F238E27FC236}">
                <a16:creationId xmlns:a16="http://schemas.microsoft.com/office/drawing/2014/main" id="{89F28936-4115-42B8-9B32-2A34EFC68CCE}"/>
              </a:ext>
            </a:extLst>
          </p:cNvPr>
          <p:cNvGrpSpPr>
            <a:grpSpLocks/>
          </p:cNvGrpSpPr>
          <p:nvPr/>
        </p:nvGrpSpPr>
        <p:grpSpPr bwMode="auto">
          <a:xfrm>
            <a:off x="2228850" y="4017963"/>
            <a:ext cx="1263650" cy="630237"/>
            <a:chOff x="533" y="1491"/>
            <a:chExt cx="940" cy="469"/>
          </a:xfrm>
        </p:grpSpPr>
        <p:sp>
          <p:nvSpPr>
            <p:cNvPr id="28890" name="Freeform 144">
              <a:extLst>
                <a:ext uri="{FF2B5EF4-FFF2-40B4-BE49-F238E27FC236}">
                  <a16:creationId xmlns:a16="http://schemas.microsoft.com/office/drawing/2014/main" id="{14DE1322-CA60-45DB-AB38-6D2CAE2A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1" name="Freeform 145">
              <a:extLst>
                <a:ext uri="{FF2B5EF4-FFF2-40B4-BE49-F238E27FC236}">
                  <a16:creationId xmlns:a16="http://schemas.microsoft.com/office/drawing/2014/main" id="{E943402A-E484-4C09-9110-5A877AAB40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5875 w 376"/>
                <a:gd name="T1" fmla="*/ 1663 h 176"/>
                <a:gd name="T2" fmla="*/ 4375 w 376"/>
                <a:gd name="T3" fmla="*/ 661 h 176"/>
                <a:gd name="T4" fmla="*/ 2938 w 376"/>
                <a:gd name="T5" fmla="*/ 0 h 176"/>
                <a:gd name="T6" fmla="*/ 1145 w 376"/>
                <a:gd name="T7" fmla="*/ 874 h 176"/>
                <a:gd name="T8" fmla="*/ 0 w 376"/>
                <a:gd name="T9" fmla="*/ 1705 h 176"/>
                <a:gd name="T10" fmla="*/ 1458 w 376"/>
                <a:gd name="T11" fmla="*/ 2670 h 176"/>
                <a:gd name="T12" fmla="*/ 2925 w 376"/>
                <a:gd name="T13" fmla="*/ 3331 h 176"/>
                <a:gd name="T14" fmla="*/ 4500 w 376"/>
                <a:gd name="T15" fmla="*/ 2593 h 176"/>
                <a:gd name="T16" fmla="*/ 5875 w 376"/>
                <a:gd name="T17" fmla="*/ 1663 h 176"/>
                <a:gd name="T18" fmla="*/ 4625 w 376"/>
                <a:gd name="T19" fmla="*/ 2444 h 176"/>
                <a:gd name="T20" fmla="*/ 4470 w 376"/>
                <a:gd name="T21" fmla="*/ 2513 h 176"/>
                <a:gd name="T22" fmla="*/ 2925 w 376"/>
                <a:gd name="T23" fmla="*/ 3251 h 176"/>
                <a:gd name="T24" fmla="*/ 1470 w 376"/>
                <a:gd name="T25" fmla="*/ 2593 h 176"/>
                <a:gd name="T26" fmla="*/ 1158 w 376"/>
                <a:gd name="T27" fmla="*/ 2422 h 176"/>
                <a:gd name="T28" fmla="*/ 63 w 376"/>
                <a:gd name="T29" fmla="*/ 1705 h 176"/>
                <a:gd name="T30" fmla="*/ 1158 w 376"/>
                <a:gd name="T31" fmla="*/ 943 h 176"/>
                <a:gd name="T32" fmla="*/ 1488 w 376"/>
                <a:gd name="T33" fmla="*/ 759 h 176"/>
                <a:gd name="T34" fmla="*/ 2938 w 376"/>
                <a:gd name="T35" fmla="*/ 77 h 176"/>
                <a:gd name="T36" fmla="*/ 4125 w 376"/>
                <a:gd name="T37" fmla="*/ 605 h 176"/>
                <a:gd name="T38" fmla="*/ 4345 w 376"/>
                <a:gd name="T39" fmla="*/ 738 h 176"/>
                <a:gd name="T40" fmla="*/ 4550 w 376"/>
                <a:gd name="T41" fmla="*/ 853 h 176"/>
                <a:gd name="T42" fmla="*/ 5813 w 376"/>
                <a:gd name="T43" fmla="*/ 1684 h 176"/>
                <a:gd name="T44" fmla="*/ 4625 w 376"/>
                <a:gd name="T45" fmla="*/ 2444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6" h="176">
                  <a:moveTo>
                    <a:pt x="376" y="88"/>
                  </a:move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lose/>
                  <a:moveTo>
                    <a:pt x="296" y="129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44" y="152"/>
                    <a:pt x="194" y="172"/>
                    <a:pt x="187" y="172"/>
                  </a:cubicBezTo>
                  <a:cubicBezTo>
                    <a:pt x="177" y="172"/>
                    <a:pt x="146" y="161"/>
                    <a:pt x="94" y="137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39" y="113"/>
                    <a:pt x="4" y="97"/>
                    <a:pt x="4" y="90"/>
                  </a:cubicBezTo>
                  <a:cubicBezTo>
                    <a:pt x="4" y="81"/>
                    <a:pt x="51" y="60"/>
                    <a:pt x="74" y="5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128" y="25"/>
                    <a:pt x="174" y="4"/>
                    <a:pt x="188" y="4"/>
                  </a:cubicBezTo>
                  <a:cubicBezTo>
                    <a:pt x="206" y="4"/>
                    <a:pt x="238" y="20"/>
                    <a:pt x="264" y="32"/>
                  </a:cubicBezTo>
                  <a:cubicBezTo>
                    <a:pt x="278" y="39"/>
                    <a:pt x="278" y="39"/>
                    <a:pt x="278" y="39"/>
                  </a:cubicBezTo>
                  <a:cubicBezTo>
                    <a:pt x="291" y="45"/>
                    <a:pt x="291" y="45"/>
                    <a:pt x="291" y="45"/>
                  </a:cubicBezTo>
                  <a:cubicBezTo>
                    <a:pt x="313" y="54"/>
                    <a:pt x="370" y="80"/>
                    <a:pt x="372" y="89"/>
                  </a:cubicBezTo>
                  <a:cubicBezTo>
                    <a:pt x="370" y="97"/>
                    <a:pt x="316" y="120"/>
                    <a:pt x="296" y="12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2" name="Oval 146">
              <a:extLst>
                <a:ext uri="{FF2B5EF4-FFF2-40B4-BE49-F238E27FC236}">
                  <a16:creationId xmlns:a16="http://schemas.microsoft.com/office/drawing/2014/main" id="{DFB01CAA-E4D0-4876-AD17-438717FE7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707"/>
              <a:ext cx="155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3" name="Oval 147">
              <a:extLst>
                <a:ext uri="{FF2B5EF4-FFF2-40B4-BE49-F238E27FC236}">
                  <a16:creationId xmlns:a16="http://schemas.microsoft.com/office/drawing/2014/main" id="{BDF63CBA-B47E-42FB-8091-D4113D975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94" name="Freeform 148">
              <a:extLst>
                <a:ext uri="{FF2B5EF4-FFF2-40B4-BE49-F238E27FC236}">
                  <a16:creationId xmlns:a16="http://schemas.microsoft.com/office/drawing/2014/main" id="{C984E40E-1AE5-4CA5-A920-21C2F4941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91"/>
              <a:ext cx="127" cy="69"/>
            </a:xfrm>
            <a:custGeom>
              <a:avLst/>
              <a:gdLst>
                <a:gd name="T0" fmla="*/ 540 w 51"/>
                <a:gd name="T1" fmla="*/ 0 h 26"/>
                <a:gd name="T2" fmla="*/ 695 w 51"/>
                <a:gd name="T3" fmla="*/ 204 h 26"/>
                <a:gd name="T4" fmla="*/ 229 w 51"/>
                <a:gd name="T5" fmla="*/ 451 h 26"/>
                <a:gd name="T6" fmla="*/ 0 w 51"/>
                <a:gd name="T7" fmla="*/ 430 h 26"/>
                <a:gd name="T8" fmla="*/ 311 w 51"/>
                <a:gd name="T9" fmla="*/ 486 h 26"/>
                <a:gd name="T10" fmla="*/ 787 w 51"/>
                <a:gd name="T11" fmla="*/ 226 h 26"/>
                <a:gd name="T12" fmla="*/ 540 w 5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5" y="0"/>
                  </a:moveTo>
                  <a:cubicBezTo>
                    <a:pt x="41" y="3"/>
                    <a:pt x="45" y="7"/>
                    <a:pt x="45" y="11"/>
                  </a:cubicBezTo>
                  <a:cubicBezTo>
                    <a:pt x="45" y="18"/>
                    <a:pt x="32" y="24"/>
                    <a:pt x="15" y="24"/>
                  </a:cubicBezTo>
                  <a:cubicBezTo>
                    <a:pt x="9" y="24"/>
                    <a:pt x="5" y="24"/>
                    <a:pt x="0" y="23"/>
                  </a:cubicBezTo>
                  <a:cubicBezTo>
                    <a:pt x="6" y="25"/>
                    <a:pt x="13" y="26"/>
                    <a:pt x="20" y="26"/>
                  </a:cubicBezTo>
                  <a:cubicBezTo>
                    <a:pt x="37" y="26"/>
                    <a:pt x="51" y="20"/>
                    <a:pt x="51" y="12"/>
                  </a:cubicBezTo>
                  <a:cubicBezTo>
                    <a:pt x="51" y="7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5" name="Freeform 149">
              <a:extLst>
                <a:ext uri="{FF2B5EF4-FFF2-40B4-BE49-F238E27FC236}">
                  <a16:creationId xmlns:a16="http://schemas.microsoft.com/office/drawing/2014/main" id="{F0D9E440-4959-42BB-A5A0-76436E1D1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93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6" name="Freeform 150">
              <a:extLst>
                <a:ext uri="{FF2B5EF4-FFF2-40B4-BE49-F238E27FC236}">
                  <a16:creationId xmlns:a16="http://schemas.microsoft.com/office/drawing/2014/main" id="{93248C9A-3DDD-4404-B3C3-6EFE7BC3B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28"/>
              <a:ext cx="658" cy="211"/>
            </a:xfrm>
            <a:custGeom>
              <a:avLst/>
              <a:gdLst>
                <a:gd name="T0" fmla="*/ 4118 w 263"/>
                <a:gd name="T1" fmla="*/ 0 h 79"/>
                <a:gd name="T2" fmla="*/ 1334 w 263"/>
                <a:gd name="T3" fmla="*/ 1485 h 79"/>
                <a:gd name="T4" fmla="*/ 0 w 263"/>
                <a:gd name="T5" fmla="*/ 913 h 79"/>
                <a:gd name="T6" fmla="*/ 1709 w 263"/>
                <a:gd name="T7" fmla="*/ 1012 h 79"/>
                <a:gd name="T8" fmla="*/ 4118 w 26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9">
                  <a:moveTo>
                    <a:pt x="263" y="0"/>
                  </a:moveTo>
                  <a:cubicBezTo>
                    <a:pt x="260" y="8"/>
                    <a:pt x="101" y="77"/>
                    <a:pt x="85" y="78"/>
                  </a:cubicBezTo>
                  <a:cubicBezTo>
                    <a:pt x="69" y="79"/>
                    <a:pt x="4" y="51"/>
                    <a:pt x="0" y="48"/>
                  </a:cubicBezTo>
                  <a:cubicBezTo>
                    <a:pt x="23" y="55"/>
                    <a:pt x="78" y="60"/>
                    <a:pt x="109" y="53"/>
                  </a:cubicBezTo>
                  <a:cubicBezTo>
                    <a:pt x="140" y="46"/>
                    <a:pt x="237" y="15"/>
                    <a:pt x="263" y="0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7" name="Freeform 151">
              <a:extLst>
                <a:ext uri="{FF2B5EF4-FFF2-40B4-BE49-F238E27FC236}">
                  <a16:creationId xmlns:a16="http://schemas.microsoft.com/office/drawing/2014/main" id="{1B44176B-ECC5-42FB-A67B-2DAC00851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509"/>
              <a:ext cx="522" cy="160"/>
            </a:xfrm>
            <a:custGeom>
              <a:avLst/>
              <a:gdLst>
                <a:gd name="T0" fmla="*/ 0 w 209"/>
                <a:gd name="T1" fmla="*/ 1139 h 60"/>
                <a:gd name="T2" fmla="*/ 2258 w 209"/>
                <a:gd name="T3" fmla="*/ 35 h 60"/>
                <a:gd name="T4" fmla="*/ 3257 w 209"/>
                <a:gd name="T5" fmla="*/ 477 h 60"/>
                <a:gd name="T6" fmla="*/ 2228 w 209"/>
                <a:gd name="T7" fmla="*/ 285 h 60"/>
                <a:gd name="T8" fmla="*/ 0 w 20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0">
                  <a:moveTo>
                    <a:pt x="0" y="60"/>
                  </a:moveTo>
                  <a:cubicBezTo>
                    <a:pt x="29" y="47"/>
                    <a:pt x="126" y="0"/>
                    <a:pt x="145" y="2"/>
                  </a:cubicBezTo>
                  <a:cubicBezTo>
                    <a:pt x="164" y="4"/>
                    <a:pt x="190" y="16"/>
                    <a:pt x="209" y="25"/>
                  </a:cubicBezTo>
                  <a:cubicBezTo>
                    <a:pt x="193" y="17"/>
                    <a:pt x="161" y="12"/>
                    <a:pt x="143" y="15"/>
                  </a:cubicBezTo>
                  <a:cubicBezTo>
                    <a:pt x="124" y="18"/>
                    <a:pt x="11" y="54"/>
                    <a:pt x="0" y="60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8" name="Freeform 152">
              <a:extLst>
                <a:ext uri="{FF2B5EF4-FFF2-40B4-BE49-F238E27FC236}">
                  <a16:creationId xmlns:a16="http://schemas.microsoft.com/office/drawing/2014/main" id="{2C05C1FD-4553-4F4F-A505-95F5BB98A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501"/>
              <a:ext cx="920" cy="448"/>
            </a:xfrm>
            <a:custGeom>
              <a:avLst/>
              <a:gdLst>
                <a:gd name="T0" fmla="*/ 4563 w 368"/>
                <a:gd name="T1" fmla="*/ 2368 h 168"/>
                <a:gd name="T2" fmla="*/ 4408 w 368"/>
                <a:gd name="T3" fmla="*/ 2445 h 168"/>
                <a:gd name="T4" fmla="*/ 2863 w 368"/>
                <a:gd name="T5" fmla="*/ 3187 h 168"/>
                <a:gd name="T6" fmla="*/ 1408 w 368"/>
                <a:gd name="T7" fmla="*/ 2525 h 168"/>
                <a:gd name="T8" fmla="*/ 1095 w 368"/>
                <a:gd name="T9" fmla="*/ 2355 h 168"/>
                <a:gd name="T10" fmla="*/ 0 w 368"/>
                <a:gd name="T11" fmla="*/ 1629 h 168"/>
                <a:gd name="T12" fmla="*/ 1095 w 368"/>
                <a:gd name="T13" fmla="*/ 875 h 168"/>
                <a:gd name="T14" fmla="*/ 1425 w 368"/>
                <a:gd name="T15" fmla="*/ 683 h 168"/>
                <a:gd name="T16" fmla="*/ 2875 w 368"/>
                <a:gd name="T17" fmla="*/ 0 h 168"/>
                <a:gd name="T18" fmla="*/ 4063 w 368"/>
                <a:gd name="T19" fmla="*/ 533 h 168"/>
                <a:gd name="T20" fmla="*/ 4283 w 368"/>
                <a:gd name="T21" fmla="*/ 661 h 168"/>
                <a:gd name="T22" fmla="*/ 4488 w 368"/>
                <a:gd name="T23" fmla="*/ 776 h 168"/>
                <a:gd name="T24" fmla="*/ 5750 w 368"/>
                <a:gd name="T25" fmla="*/ 1613 h 168"/>
                <a:gd name="T26" fmla="*/ 4563 w 368"/>
                <a:gd name="T27" fmla="*/ 2368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8" h="168">
                  <a:moveTo>
                    <a:pt x="292" y="125"/>
                  </a:moveTo>
                  <a:cubicBezTo>
                    <a:pt x="282" y="129"/>
                    <a:pt x="282" y="129"/>
                    <a:pt x="282" y="129"/>
                  </a:cubicBezTo>
                  <a:cubicBezTo>
                    <a:pt x="240" y="148"/>
                    <a:pt x="190" y="168"/>
                    <a:pt x="183" y="168"/>
                  </a:cubicBezTo>
                  <a:cubicBezTo>
                    <a:pt x="173" y="168"/>
                    <a:pt x="142" y="157"/>
                    <a:pt x="90" y="133"/>
                  </a:cubicBezTo>
                  <a:cubicBezTo>
                    <a:pt x="70" y="124"/>
                    <a:pt x="70" y="124"/>
                    <a:pt x="70" y="124"/>
                  </a:cubicBezTo>
                  <a:cubicBezTo>
                    <a:pt x="35" y="109"/>
                    <a:pt x="0" y="93"/>
                    <a:pt x="0" y="86"/>
                  </a:cubicBezTo>
                  <a:cubicBezTo>
                    <a:pt x="0" y="77"/>
                    <a:pt x="47" y="56"/>
                    <a:pt x="70" y="46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24" y="21"/>
                    <a:pt x="170" y="0"/>
                    <a:pt x="184" y="0"/>
                  </a:cubicBezTo>
                  <a:cubicBezTo>
                    <a:pt x="202" y="0"/>
                    <a:pt x="234" y="16"/>
                    <a:pt x="260" y="28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309" y="50"/>
                    <a:pt x="366" y="76"/>
                    <a:pt x="368" y="85"/>
                  </a:cubicBezTo>
                  <a:cubicBezTo>
                    <a:pt x="366" y="93"/>
                    <a:pt x="312" y="116"/>
                    <a:pt x="292" y="1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9" name="Freeform 153">
              <a:extLst>
                <a:ext uri="{FF2B5EF4-FFF2-40B4-BE49-F238E27FC236}">
                  <a16:creationId xmlns:a16="http://schemas.microsoft.com/office/drawing/2014/main" id="{7D0B3A44-6BF5-4C41-934E-FBDC75A1C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0" name="Oval 154">
              <a:extLst>
                <a:ext uri="{FF2B5EF4-FFF2-40B4-BE49-F238E27FC236}">
                  <a16:creationId xmlns:a16="http://schemas.microsoft.com/office/drawing/2014/main" id="{FE69EF84-EAFF-4677-BEE1-5B70FBD08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86" name="Group 155">
            <a:extLst>
              <a:ext uri="{FF2B5EF4-FFF2-40B4-BE49-F238E27FC236}">
                <a16:creationId xmlns:a16="http://schemas.microsoft.com/office/drawing/2014/main" id="{11E85007-3C31-4B28-AF62-BDEDF3D997FB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4017963"/>
            <a:ext cx="1263650" cy="630237"/>
            <a:chOff x="533" y="1491"/>
            <a:chExt cx="940" cy="469"/>
          </a:xfrm>
        </p:grpSpPr>
        <p:sp>
          <p:nvSpPr>
            <p:cNvPr id="28879" name="Freeform 156">
              <a:extLst>
                <a:ext uri="{FF2B5EF4-FFF2-40B4-BE49-F238E27FC236}">
                  <a16:creationId xmlns:a16="http://schemas.microsoft.com/office/drawing/2014/main" id="{4AC7558C-F895-435E-91DE-B4EF3E0BC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0" name="Freeform 157">
              <a:extLst>
                <a:ext uri="{FF2B5EF4-FFF2-40B4-BE49-F238E27FC236}">
                  <a16:creationId xmlns:a16="http://schemas.microsoft.com/office/drawing/2014/main" id="{FCC732C7-DE7F-4554-8AF4-0BC0D88363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5875 w 376"/>
                <a:gd name="T1" fmla="*/ 1663 h 176"/>
                <a:gd name="T2" fmla="*/ 4375 w 376"/>
                <a:gd name="T3" fmla="*/ 661 h 176"/>
                <a:gd name="T4" fmla="*/ 2938 w 376"/>
                <a:gd name="T5" fmla="*/ 0 h 176"/>
                <a:gd name="T6" fmla="*/ 1145 w 376"/>
                <a:gd name="T7" fmla="*/ 874 h 176"/>
                <a:gd name="T8" fmla="*/ 0 w 376"/>
                <a:gd name="T9" fmla="*/ 1705 h 176"/>
                <a:gd name="T10" fmla="*/ 1458 w 376"/>
                <a:gd name="T11" fmla="*/ 2670 h 176"/>
                <a:gd name="T12" fmla="*/ 2925 w 376"/>
                <a:gd name="T13" fmla="*/ 3331 h 176"/>
                <a:gd name="T14" fmla="*/ 4500 w 376"/>
                <a:gd name="T15" fmla="*/ 2593 h 176"/>
                <a:gd name="T16" fmla="*/ 5875 w 376"/>
                <a:gd name="T17" fmla="*/ 1663 h 176"/>
                <a:gd name="T18" fmla="*/ 4625 w 376"/>
                <a:gd name="T19" fmla="*/ 2444 h 176"/>
                <a:gd name="T20" fmla="*/ 4470 w 376"/>
                <a:gd name="T21" fmla="*/ 2513 h 176"/>
                <a:gd name="T22" fmla="*/ 2925 w 376"/>
                <a:gd name="T23" fmla="*/ 3251 h 176"/>
                <a:gd name="T24" fmla="*/ 1470 w 376"/>
                <a:gd name="T25" fmla="*/ 2593 h 176"/>
                <a:gd name="T26" fmla="*/ 1158 w 376"/>
                <a:gd name="T27" fmla="*/ 2422 h 176"/>
                <a:gd name="T28" fmla="*/ 63 w 376"/>
                <a:gd name="T29" fmla="*/ 1705 h 176"/>
                <a:gd name="T30" fmla="*/ 1158 w 376"/>
                <a:gd name="T31" fmla="*/ 943 h 176"/>
                <a:gd name="T32" fmla="*/ 1488 w 376"/>
                <a:gd name="T33" fmla="*/ 759 h 176"/>
                <a:gd name="T34" fmla="*/ 2938 w 376"/>
                <a:gd name="T35" fmla="*/ 77 h 176"/>
                <a:gd name="T36" fmla="*/ 4125 w 376"/>
                <a:gd name="T37" fmla="*/ 605 h 176"/>
                <a:gd name="T38" fmla="*/ 4345 w 376"/>
                <a:gd name="T39" fmla="*/ 738 h 176"/>
                <a:gd name="T40" fmla="*/ 4550 w 376"/>
                <a:gd name="T41" fmla="*/ 853 h 176"/>
                <a:gd name="T42" fmla="*/ 5813 w 376"/>
                <a:gd name="T43" fmla="*/ 1684 h 176"/>
                <a:gd name="T44" fmla="*/ 4625 w 376"/>
                <a:gd name="T45" fmla="*/ 2444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6" h="176">
                  <a:moveTo>
                    <a:pt x="376" y="88"/>
                  </a:move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lose/>
                  <a:moveTo>
                    <a:pt x="296" y="129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44" y="152"/>
                    <a:pt x="194" y="172"/>
                    <a:pt x="187" y="172"/>
                  </a:cubicBezTo>
                  <a:cubicBezTo>
                    <a:pt x="177" y="172"/>
                    <a:pt x="146" y="161"/>
                    <a:pt x="94" y="137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39" y="113"/>
                    <a:pt x="4" y="97"/>
                    <a:pt x="4" y="90"/>
                  </a:cubicBezTo>
                  <a:cubicBezTo>
                    <a:pt x="4" y="81"/>
                    <a:pt x="51" y="60"/>
                    <a:pt x="74" y="5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128" y="25"/>
                    <a:pt x="174" y="4"/>
                    <a:pt x="188" y="4"/>
                  </a:cubicBezTo>
                  <a:cubicBezTo>
                    <a:pt x="206" y="4"/>
                    <a:pt x="238" y="20"/>
                    <a:pt x="264" y="32"/>
                  </a:cubicBezTo>
                  <a:cubicBezTo>
                    <a:pt x="278" y="39"/>
                    <a:pt x="278" y="39"/>
                    <a:pt x="278" y="39"/>
                  </a:cubicBezTo>
                  <a:cubicBezTo>
                    <a:pt x="291" y="45"/>
                    <a:pt x="291" y="45"/>
                    <a:pt x="291" y="45"/>
                  </a:cubicBezTo>
                  <a:cubicBezTo>
                    <a:pt x="313" y="54"/>
                    <a:pt x="370" y="80"/>
                    <a:pt x="372" y="89"/>
                  </a:cubicBezTo>
                  <a:cubicBezTo>
                    <a:pt x="370" y="97"/>
                    <a:pt x="316" y="120"/>
                    <a:pt x="296" y="12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1" name="Oval 158">
              <a:extLst>
                <a:ext uri="{FF2B5EF4-FFF2-40B4-BE49-F238E27FC236}">
                  <a16:creationId xmlns:a16="http://schemas.microsoft.com/office/drawing/2014/main" id="{EA4C08DC-DA93-4C78-B858-8D5245095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707"/>
              <a:ext cx="155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82" name="Oval 159">
              <a:extLst>
                <a:ext uri="{FF2B5EF4-FFF2-40B4-BE49-F238E27FC236}">
                  <a16:creationId xmlns:a16="http://schemas.microsoft.com/office/drawing/2014/main" id="{A833FEF4-C4C0-4E0F-8043-62230313B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83" name="Freeform 160">
              <a:extLst>
                <a:ext uri="{FF2B5EF4-FFF2-40B4-BE49-F238E27FC236}">
                  <a16:creationId xmlns:a16="http://schemas.microsoft.com/office/drawing/2014/main" id="{BA7B68D2-F529-42E1-BC42-613124B68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91"/>
              <a:ext cx="127" cy="69"/>
            </a:xfrm>
            <a:custGeom>
              <a:avLst/>
              <a:gdLst>
                <a:gd name="T0" fmla="*/ 540 w 51"/>
                <a:gd name="T1" fmla="*/ 0 h 26"/>
                <a:gd name="T2" fmla="*/ 695 w 51"/>
                <a:gd name="T3" fmla="*/ 204 h 26"/>
                <a:gd name="T4" fmla="*/ 229 w 51"/>
                <a:gd name="T5" fmla="*/ 451 h 26"/>
                <a:gd name="T6" fmla="*/ 0 w 51"/>
                <a:gd name="T7" fmla="*/ 430 h 26"/>
                <a:gd name="T8" fmla="*/ 311 w 51"/>
                <a:gd name="T9" fmla="*/ 486 h 26"/>
                <a:gd name="T10" fmla="*/ 787 w 51"/>
                <a:gd name="T11" fmla="*/ 226 h 26"/>
                <a:gd name="T12" fmla="*/ 540 w 5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5" y="0"/>
                  </a:moveTo>
                  <a:cubicBezTo>
                    <a:pt x="41" y="3"/>
                    <a:pt x="45" y="7"/>
                    <a:pt x="45" y="11"/>
                  </a:cubicBezTo>
                  <a:cubicBezTo>
                    <a:pt x="45" y="18"/>
                    <a:pt x="32" y="24"/>
                    <a:pt x="15" y="24"/>
                  </a:cubicBezTo>
                  <a:cubicBezTo>
                    <a:pt x="9" y="24"/>
                    <a:pt x="5" y="24"/>
                    <a:pt x="0" y="23"/>
                  </a:cubicBezTo>
                  <a:cubicBezTo>
                    <a:pt x="6" y="25"/>
                    <a:pt x="13" y="26"/>
                    <a:pt x="20" y="26"/>
                  </a:cubicBezTo>
                  <a:cubicBezTo>
                    <a:pt x="37" y="26"/>
                    <a:pt x="51" y="20"/>
                    <a:pt x="51" y="12"/>
                  </a:cubicBezTo>
                  <a:cubicBezTo>
                    <a:pt x="51" y="7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" name="Freeform 161">
              <a:extLst>
                <a:ext uri="{FF2B5EF4-FFF2-40B4-BE49-F238E27FC236}">
                  <a16:creationId xmlns:a16="http://schemas.microsoft.com/office/drawing/2014/main" id="{42CEF686-6AAA-4435-BC36-4A00F419A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93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" name="Freeform 162">
              <a:extLst>
                <a:ext uri="{FF2B5EF4-FFF2-40B4-BE49-F238E27FC236}">
                  <a16:creationId xmlns:a16="http://schemas.microsoft.com/office/drawing/2014/main" id="{D0F05B59-FB83-4BFA-A0C0-DA4207BD3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28"/>
              <a:ext cx="658" cy="211"/>
            </a:xfrm>
            <a:custGeom>
              <a:avLst/>
              <a:gdLst>
                <a:gd name="T0" fmla="*/ 4118 w 263"/>
                <a:gd name="T1" fmla="*/ 0 h 79"/>
                <a:gd name="T2" fmla="*/ 1334 w 263"/>
                <a:gd name="T3" fmla="*/ 1485 h 79"/>
                <a:gd name="T4" fmla="*/ 0 w 263"/>
                <a:gd name="T5" fmla="*/ 913 h 79"/>
                <a:gd name="T6" fmla="*/ 1709 w 263"/>
                <a:gd name="T7" fmla="*/ 1012 h 79"/>
                <a:gd name="T8" fmla="*/ 4118 w 26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9">
                  <a:moveTo>
                    <a:pt x="263" y="0"/>
                  </a:moveTo>
                  <a:cubicBezTo>
                    <a:pt x="260" y="8"/>
                    <a:pt x="101" y="77"/>
                    <a:pt x="85" y="78"/>
                  </a:cubicBezTo>
                  <a:cubicBezTo>
                    <a:pt x="69" y="79"/>
                    <a:pt x="4" y="51"/>
                    <a:pt x="0" y="48"/>
                  </a:cubicBezTo>
                  <a:cubicBezTo>
                    <a:pt x="23" y="55"/>
                    <a:pt x="78" y="60"/>
                    <a:pt x="109" y="53"/>
                  </a:cubicBezTo>
                  <a:cubicBezTo>
                    <a:pt x="140" y="46"/>
                    <a:pt x="237" y="15"/>
                    <a:pt x="263" y="0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6" name="Freeform 163">
              <a:extLst>
                <a:ext uri="{FF2B5EF4-FFF2-40B4-BE49-F238E27FC236}">
                  <a16:creationId xmlns:a16="http://schemas.microsoft.com/office/drawing/2014/main" id="{3D7DEBB5-C3FB-4472-8B40-803950FBF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509"/>
              <a:ext cx="522" cy="160"/>
            </a:xfrm>
            <a:custGeom>
              <a:avLst/>
              <a:gdLst>
                <a:gd name="T0" fmla="*/ 0 w 209"/>
                <a:gd name="T1" fmla="*/ 1139 h 60"/>
                <a:gd name="T2" fmla="*/ 2258 w 209"/>
                <a:gd name="T3" fmla="*/ 35 h 60"/>
                <a:gd name="T4" fmla="*/ 3257 w 209"/>
                <a:gd name="T5" fmla="*/ 477 h 60"/>
                <a:gd name="T6" fmla="*/ 2228 w 209"/>
                <a:gd name="T7" fmla="*/ 285 h 60"/>
                <a:gd name="T8" fmla="*/ 0 w 20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0">
                  <a:moveTo>
                    <a:pt x="0" y="60"/>
                  </a:moveTo>
                  <a:cubicBezTo>
                    <a:pt x="29" y="47"/>
                    <a:pt x="126" y="0"/>
                    <a:pt x="145" y="2"/>
                  </a:cubicBezTo>
                  <a:cubicBezTo>
                    <a:pt x="164" y="4"/>
                    <a:pt x="190" y="16"/>
                    <a:pt x="209" y="25"/>
                  </a:cubicBezTo>
                  <a:cubicBezTo>
                    <a:pt x="193" y="17"/>
                    <a:pt x="161" y="12"/>
                    <a:pt x="143" y="15"/>
                  </a:cubicBezTo>
                  <a:cubicBezTo>
                    <a:pt x="124" y="18"/>
                    <a:pt x="11" y="54"/>
                    <a:pt x="0" y="60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7" name="Freeform 164">
              <a:extLst>
                <a:ext uri="{FF2B5EF4-FFF2-40B4-BE49-F238E27FC236}">
                  <a16:creationId xmlns:a16="http://schemas.microsoft.com/office/drawing/2014/main" id="{43938849-5A08-43BA-B731-3CC8B1102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501"/>
              <a:ext cx="920" cy="448"/>
            </a:xfrm>
            <a:custGeom>
              <a:avLst/>
              <a:gdLst>
                <a:gd name="T0" fmla="*/ 4563 w 368"/>
                <a:gd name="T1" fmla="*/ 2368 h 168"/>
                <a:gd name="T2" fmla="*/ 4408 w 368"/>
                <a:gd name="T3" fmla="*/ 2445 h 168"/>
                <a:gd name="T4" fmla="*/ 2863 w 368"/>
                <a:gd name="T5" fmla="*/ 3187 h 168"/>
                <a:gd name="T6" fmla="*/ 1408 w 368"/>
                <a:gd name="T7" fmla="*/ 2525 h 168"/>
                <a:gd name="T8" fmla="*/ 1095 w 368"/>
                <a:gd name="T9" fmla="*/ 2355 h 168"/>
                <a:gd name="T10" fmla="*/ 0 w 368"/>
                <a:gd name="T11" fmla="*/ 1629 h 168"/>
                <a:gd name="T12" fmla="*/ 1095 w 368"/>
                <a:gd name="T13" fmla="*/ 875 h 168"/>
                <a:gd name="T14" fmla="*/ 1425 w 368"/>
                <a:gd name="T15" fmla="*/ 683 h 168"/>
                <a:gd name="T16" fmla="*/ 2875 w 368"/>
                <a:gd name="T17" fmla="*/ 0 h 168"/>
                <a:gd name="T18" fmla="*/ 4063 w 368"/>
                <a:gd name="T19" fmla="*/ 533 h 168"/>
                <a:gd name="T20" fmla="*/ 4283 w 368"/>
                <a:gd name="T21" fmla="*/ 661 h 168"/>
                <a:gd name="T22" fmla="*/ 4488 w 368"/>
                <a:gd name="T23" fmla="*/ 776 h 168"/>
                <a:gd name="T24" fmla="*/ 5750 w 368"/>
                <a:gd name="T25" fmla="*/ 1613 h 168"/>
                <a:gd name="T26" fmla="*/ 4563 w 368"/>
                <a:gd name="T27" fmla="*/ 2368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8" h="168">
                  <a:moveTo>
                    <a:pt x="292" y="125"/>
                  </a:moveTo>
                  <a:cubicBezTo>
                    <a:pt x="282" y="129"/>
                    <a:pt x="282" y="129"/>
                    <a:pt x="282" y="129"/>
                  </a:cubicBezTo>
                  <a:cubicBezTo>
                    <a:pt x="240" y="148"/>
                    <a:pt x="190" y="168"/>
                    <a:pt x="183" y="168"/>
                  </a:cubicBezTo>
                  <a:cubicBezTo>
                    <a:pt x="173" y="168"/>
                    <a:pt x="142" y="157"/>
                    <a:pt x="90" y="133"/>
                  </a:cubicBezTo>
                  <a:cubicBezTo>
                    <a:pt x="70" y="124"/>
                    <a:pt x="70" y="124"/>
                    <a:pt x="70" y="124"/>
                  </a:cubicBezTo>
                  <a:cubicBezTo>
                    <a:pt x="35" y="109"/>
                    <a:pt x="0" y="93"/>
                    <a:pt x="0" y="86"/>
                  </a:cubicBezTo>
                  <a:cubicBezTo>
                    <a:pt x="0" y="77"/>
                    <a:pt x="47" y="56"/>
                    <a:pt x="70" y="46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24" y="21"/>
                    <a:pt x="170" y="0"/>
                    <a:pt x="184" y="0"/>
                  </a:cubicBezTo>
                  <a:cubicBezTo>
                    <a:pt x="202" y="0"/>
                    <a:pt x="234" y="16"/>
                    <a:pt x="260" y="28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309" y="50"/>
                    <a:pt x="366" y="76"/>
                    <a:pt x="368" y="85"/>
                  </a:cubicBezTo>
                  <a:cubicBezTo>
                    <a:pt x="366" y="93"/>
                    <a:pt x="312" y="116"/>
                    <a:pt x="292" y="1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8" name="Freeform 165">
              <a:extLst>
                <a:ext uri="{FF2B5EF4-FFF2-40B4-BE49-F238E27FC236}">
                  <a16:creationId xmlns:a16="http://schemas.microsoft.com/office/drawing/2014/main" id="{F19A2CE1-4701-4B95-B8B6-5CA36F1D3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9" name="Oval 166">
              <a:extLst>
                <a:ext uri="{FF2B5EF4-FFF2-40B4-BE49-F238E27FC236}">
                  <a16:creationId xmlns:a16="http://schemas.microsoft.com/office/drawing/2014/main" id="{C02A98CD-D72A-42C2-BEB9-E7DE0B7A0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87" name="Group 167">
            <a:extLst>
              <a:ext uri="{FF2B5EF4-FFF2-40B4-BE49-F238E27FC236}">
                <a16:creationId xmlns:a16="http://schemas.microsoft.com/office/drawing/2014/main" id="{CA4017CC-85C5-4D38-8369-D91924BDFB85}"/>
              </a:ext>
            </a:extLst>
          </p:cNvPr>
          <p:cNvGrpSpPr>
            <a:grpSpLocks/>
          </p:cNvGrpSpPr>
          <p:nvPr/>
        </p:nvGrpSpPr>
        <p:grpSpPr bwMode="auto">
          <a:xfrm>
            <a:off x="5276850" y="4017963"/>
            <a:ext cx="1263650" cy="630237"/>
            <a:chOff x="533" y="1491"/>
            <a:chExt cx="940" cy="469"/>
          </a:xfrm>
        </p:grpSpPr>
        <p:sp>
          <p:nvSpPr>
            <p:cNvPr id="28868" name="Freeform 168">
              <a:extLst>
                <a:ext uri="{FF2B5EF4-FFF2-40B4-BE49-F238E27FC236}">
                  <a16:creationId xmlns:a16="http://schemas.microsoft.com/office/drawing/2014/main" id="{7EC8D877-4C49-4E49-B29C-1E1146BFF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9" name="Freeform 169">
              <a:extLst>
                <a:ext uri="{FF2B5EF4-FFF2-40B4-BE49-F238E27FC236}">
                  <a16:creationId xmlns:a16="http://schemas.microsoft.com/office/drawing/2014/main" id="{EC12A9EC-FDCC-4F59-BD34-83A89E04A8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5875 w 376"/>
                <a:gd name="T1" fmla="*/ 1663 h 176"/>
                <a:gd name="T2" fmla="*/ 4375 w 376"/>
                <a:gd name="T3" fmla="*/ 661 h 176"/>
                <a:gd name="T4" fmla="*/ 2938 w 376"/>
                <a:gd name="T5" fmla="*/ 0 h 176"/>
                <a:gd name="T6" fmla="*/ 1145 w 376"/>
                <a:gd name="T7" fmla="*/ 874 h 176"/>
                <a:gd name="T8" fmla="*/ 0 w 376"/>
                <a:gd name="T9" fmla="*/ 1705 h 176"/>
                <a:gd name="T10" fmla="*/ 1458 w 376"/>
                <a:gd name="T11" fmla="*/ 2670 h 176"/>
                <a:gd name="T12" fmla="*/ 2925 w 376"/>
                <a:gd name="T13" fmla="*/ 3331 h 176"/>
                <a:gd name="T14" fmla="*/ 4500 w 376"/>
                <a:gd name="T15" fmla="*/ 2593 h 176"/>
                <a:gd name="T16" fmla="*/ 5875 w 376"/>
                <a:gd name="T17" fmla="*/ 1663 h 176"/>
                <a:gd name="T18" fmla="*/ 4625 w 376"/>
                <a:gd name="T19" fmla="*/ 2444 h 176"/>
                <a:gd name="T20" fmla="*/ 4470 w 376"/>
                <a:gd name="T21" fmla="*/ 2513 h 176"/>
                <a:gd name="T22" fmla="*/ 2925 w 376"/>
                <a:gd name="T23" fmla="*/ 3251 h 176"/>
                <a:gd name="T24" fmla="*/ 1470 w 376"/>
                <a:gd name="T25" fmla="*/ 2593 h 176"/>
                <a:gd name="T26" fmla="*/ 1158 w 376"/>
                <a:gd name="T27" fmla="*/ 2422 h 176"/>
                <a:gd name="T28" fmla="*/ 63 w 376"/>
                <a:gd name="T29" fmla="*/ 1705 h 176"/>
                <a:gd name="T30" fmla="*/ 1158 w 376"/>
                <a:gd name="T31" fmla="*/ 943 h 176"/>
                <a:gd name="T32" fmla="*/ 1488 w 376"/>
                <a:gd name="T33" fmla="*/ 759 h 176"/>
                <a:gd name="T34" fmla="*/ 2938 w 376"/>
                <a:gd name="T35" fmla="*/ 77 h 176"/>
                <a:gd name="T36" fmla="*/ 4125 w 376"/>
                <a:gd name="T37" fmla="*/ 605 h 176"/>
                <a:gd name="T38" fmla="*/ 4345 w 376"/>
                <a:gd name="T39" fmla="*/ 738 h 176"/>
                <a:gd name="T40" fmla="*/ 4550 w 376"/>
                <a:gd name="T41" fmla="*/ 853 h 176"/>
                <a:gd name="T42" fmla="*/ 5813 w 376"/>
                <a:gd name="T43" fmla="*/ 1684 h 176"/>
                <a:gd name="T44" fmla="*/ 4625 w 376"/>
                <a:gd name="T45" fmla="*/ 2444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6" h="176">
                  <a:moveTo>
                    <a:pt x="376" y="88"/>
                  </a:move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lose/>
                  <a:moveTo>
                    <a:pt x="296" y="129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44" y="152"/>
                    <a:pt x="194" y="172"/>
                    <a:pt x="187" y="172"/>
                  </a:cubicBezTo>
                  <a:cubicBezTo>
                    <a:pt x="177" y="172"/>
                    <a:pt x="146" y="161"/>
                    <a:pt x="94" y="137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39" y="113"/>
                    <a:pt x="4" y="97"/>
                    <a:pt x="4" y="90"/>
                  </a:cubicBezTo>
                  <a:cubicBezTo>
                    <a:pt x="4" y="81"/>
                    <a:pt x="51" y="60"/>
                    <a:pt x="74" y="5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128" y="25"/>
                    <a:pt x="174" y="4"/>
                    <a:pt x="188" y="4"/>
                  </a:cubicBezTo>
                  <a:cubicBezTo>
                    <a:pt x="206" y="4"/>
                    <a:pt x="238" y="20"/>
                    <a:pt x="264" y="32"/>
                  </a:cubicBezTo>
                  <a:cubicBezTo>
                    <a:pt x="278" y="39"/>
                    <a:pt x="278" y="39"/>
                    <a:pt x="278" y="39"/>
                  </a:cubicBezTo>
                  <a:cubicBezTo>
                    <a:pt x="291" y="45"/>
                    <a:pt x="291" y="45"/>
                    <a:pt x="291" y="45"/>
                  </a:cubicBezTo>
                  <a:cubicBezTo>
                    <a:pt x="313" y="54"/>
                    <a:pt x="370" y="80"/>
                    <a:pt x="372" y="89"/>
                  </a:cubicBezTo>
                  <a:cubicBezTo>
                    <a:pt x="370" y="97"/>
                    <a:pt x="316" y="120"/>
                    <a:pt x="296" y="12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Oval 170">
              <a:extLst>
                <a:ext uri="{FF2B5EF4-FFF2-40B4-BE49-F238E27FC236}">
                  <a16:creationId xmlns:a16="http://schemas.microsoft.com/office/drawing/2014/main" id="{1EFACD06-807D-4C41-9F30-0CEA00A40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707"/>
              <a:ext cx="155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71" name="Oval 171">
              <a:extLst>
                <a:ext uri="{FF2B5EF4-FFF2-40B4-BE49-F238E27FC236}">
                  <a16:creationId xmlns:a16="http://schemas.microsoft.com/office/drawing/2014/main" id="{1F7CA386-1E72-41E9-AA5A-CB2B1B9F3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72" name="Freeform 172">
              <a:extLst>
                <a:ext uri="{FF2B5EF4-FFF2-40B4-BE49-F238E27FC236}">
                  <a16:creationId xmlns:a16="http://schemas.microsoft.com/office/drawing/2014/main" id="{52B7E0AF-2182-46A1-9738-E462CF162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91"/>
              <a:ext cx="127" cy="69"/>
            </a:xfrm>
            <a:custGeom>
              <a:avLst/>
              <a:gdLst>
                <a:gd name="T0" fmla="*/ 540 w 51"/>
                <a:gd name="T1" fmla="*/ 0 h 26"/>
                <a:gd name="T2" fmla="*/ 695 w 51"/>
                <a:gd name="T3" fmla="*/ 204 h 26"/>
                <a:gd name="T4" fmla="*/ 229 w 51"/>
                <a:gd name="T5" fmla="*/ 451 h 26"/>
                <a:gd name="T6" fmla="*/ 0 w 51"/>
                <a:gd name="T7" fmla="*/ 430 h 26"/>
                <a:gd name="T8" fmla="*/ 311 w 51"/>
                <a:gd name="T9" fmla="*/ 486 h 26"/>
                <a:gd name="T10" fmla="*/ 787 w 51"/>
                <a:gd name="T11" fmla="*/ 226 h 26"/>
                <a:gd name="T12" fmla="*/ 540 w 5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5" y="0"/>
                  </a:moveTo>
                  <a:cubicBezTo>
                    <a:pt x="41" y="3"/>
                    <a:pt x="45" y="7"/>
                    <a:pt x="45" y="11"/>
                  </a:cubicBezTo>
                  <a:cubicBezTo>
                    <a:pt x="45" y="18"/>
                    <a:pt x="32" y="24"/>
                    <a:pt x="15" y="24"/>
                  </a:cubicBezTo>
                  <a:cubicBezTo>
                    <a:pt x="9" y="24"/>
                    <a:pt x="5" y="24"/>
                    <a:pt x="0" y="23"/>
                  </a:cubicBezTo>
                  <a:cubicBezTo>
                    <a:pt x="6" y="25"/>
                    <a:pt x="13" y="26"/>
                    <a:pt x="20" y="26"/>
                  </a:cubicBezTo>
                  <a:cubicBezTo>
                    <a:pt x="37" y="26"/>
                    <a:pt x="51" y="20"/>
                    <a:pt x="51" y="12"/>
                  </a:cubicBezTo>
                  <a:cubicBezTo>
                    <a:pt x="51" y="7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3" name="Freeform 173">
              <a:extLst>
                <a:ext uri="{FF2B5EF4-FFF2-40B4-BE49-F238E27FC236}">
                  <a16:creationId xmlns:a16="http://schemas.microsoft.com/office/drawing/2014/main" id="{593B005A-FD92-42F0-9763-A0B4B85F8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93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Freeform 174">
              <a:extLst>
                <a:ext uri="{FF2B5EF4-FFF2-40B4-BE49-F238E27FC236}">
                  <a16:creationId xmlns:a16="http://schemas.microsoft.com/office/drawing/2014/main" id="{315100D8-516B-471A-A60F-200E6973A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28"/>
              <a:ext cx="658" cy="211"/>
            </a:xfrm>
            <a:custGeom>
              <a:avLst/>
              <a:gdLst>
                <a:gd name="T0" fmla="*/ 4118 w 263"/>
                <a:gd name="T1" fmla="*/ 0 h 79"/>
                <a:gd name="T2" fmla="*/ 1334 w 263"/>
                <a:gd name="T3" fmla="*/ 1485 h 79"/>
                <a:gd name="T4" fmla="*/ 0 w 263"/>
                <a:gd name="T5" fmla="*/ 913 h 79"/>
                <a:gd name="T6" fmla="*/ 1709 w 263"/>
                <a:gd name="T7" fmla="*/ 1012 h 79"/>
                <a:gd name="T8" fmla="*/ 4118 w 26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9">
                  <a:moveTo>
                    <a:pt x="263" y="0"/>
                  </a:moveTo>
                  <a:cubicBezTo>
                    <a:pt x="260" y="8"/>
                    <a:pt x="101" y="77"/>
                    <a:pt x="85" y="78"/>
                  </a:cubicBezTo>
                  <a:cubicBezTo>
                    <a:pt x="69" y="79"/>
                    <a:pt x="4" y="51"/>
                    <a:pt x="0" y="48"/>
                  </a:cubicBezTo>
                  <a:cubicBezTo>
                    <a:pt x="23" y="55"/>
                    <a:pt x="78" y="60"/>
                    <a:pt x="109" y="53"/>
                  </a:cubicBezTo>
                  <a:cubicBezTo>
                    <a:pt x="140" y="46"/>
                    <a:pt x="237" y="15"/>
                    <a:pt x="263" y="0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5" name="Freeform 175">
              <a:extLst>
                <a:ext uri="{FF2B5EF4-FFF2-40B4-BE49-F238E27FC236}">
                  <a16:creationId xmlns:a16="http://schemas.microsoft.com/office/drawing/2014/main" id="{750F954E-2C33-416C-A099-A986E523E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509"/>
              <a:ext cx="522" cy="160"/>
            </a:xfrm>
            <a:custGeom>
              <a:avLst/>
              <a:gdLst>
                <a:gd name="T0" fmla="*/ 0 w 209"/>
                <a:gd name="T1" fmla="*/ 1139 h 60"/>
                <a:gd name="T2" fmla="*/ 2258 w 209"/>
                <a:gd name="T3" fmla="*/ 35 h 60"/>
                <a:gd name="T4" fmla="*/ 3257 w 209"/>
                <a:gd name="T5" fmla="*/ 477 h 60"/>
                <a:gd name="T6" fmla="*/ 2228 w 209"/>
                <a:gd name="T7" fmla="*/ 285 h 60"/>
                <a:gd name="T8" fmla="*/ 0 w 20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0">
                  <a:moveTo>
                    <a:pt x="0" y="60"/>
                  </a:moveTo>
                  <a:cubicBezTo>
                    <a:pt x="29" y="47"/>
                    <a:pt x="126" y="0"/>
                    <a:pt x="145" y="2"/>
                  </a:cubicBezTo>
                  <a:cubicBezTo>
                    <a:pt x="164" y="4"/>
                    <a:pt x="190" y="16"/>
                    <a:pt x="209" y="25"/>
                  </a:cubicBezTo>
                  <a:cubicBezTo>
                    <a:pt x="193" y="17"/>
                    <a:pt x="161" y="12"/>
                    <a:pt x="143" y="15"/>
                  </a:cubicBezTo>
                  <a:cubicBezTo>
                    <a:pt x="124" y="18"/>
                    <a:pt x="11" y="54"/>
                    <a:pt x="0" y="60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Freeform 176">
              <a:extLst>
                <a:ext uri="{FF2B5EF4-FFF2-40B4-BE49-F238E27FC236}">
                  <a16:creationId xmlns:a16="http://schemas.microsoft.com/office/drawing/2014/main" id="{C60C6574-FF42-4178-A88D-51564F90C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501"/>
              <a:ext cx="920" cy="448"/>
            </a:xfrm>
            <a:custGeom>
              <a:avLst/>
              <a:gdLst>
                <a:gd name="T0" fmla="*/ 4563 w 368"/>
                <a:gd name="T1" fmla="*/ 2368 h 168"/>
                <a:gd name="T2" fmla="*/ 4408 w 368"/>
                <a:gd name="T3" fmla="*/ 2445 h 168"/>
                <a:gd name="T4" fmla="*/ 2863 w 368"/>
                <a:gd name="T5" fmla="*/ 3187 h 168"/>
                <a:gd name="T6" fmla="*/ 1408 w 368"/>
                <a:gd name="T7" fmla="*/ 2525 h 168"/>
                <a:gd name="T8" fmla="*/ 1095 w 368"/>
                <a:gd name="T9" fmla="*/ 2355 h 168"/>
                <a:gd name="T10" fmla="*/ 0 w 368"/>
                <a:gd name="T11" fmla="*/ 1629 h 168"/>
                <a:gd name="T12" fmla="*/ 1095 w 368"/>
                <a:gd name="T13" fmla="*/ 875 h 168"/>
                <a:gd name="T14" fmla="*/ 1425 w 368"/>
                <a:gd name="T15" fmla="*/ 683 h 168"/>
                <a:gd name="T16" fmla="*/ 2875 w 368"/>
                <a:gd name="T17" fmla="*/ 0 h 168"/>
                <a:gd name="T18" fmla="*/ 4063 w 368"/>
                <a:gd name="T19" fmla="*/ 533 h 168"/>
                <a:gd name="T20" fmla="*/ 4283 w 368"/>
                <a:gd name="T21" fmla="*/ 661 h 168"/>
                <a:gd name="T22" fmla="*/ 4488 w 368"/>
                <a:gd name="T23" fmla="*/ 776 h 168"/>
                <a:gd name="T24" fmla="*/ 5750 w 368"/>
                <a:gd name="T25" fmla="*/ 1613 h 168"/>
                <a:gd name="T26" fmla="*/ 4563 w 368"/>
                <a:gd name="T27" fmla="*/ 2368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8" h="168">
                  <a:moveTo>
                    <a:pt x="292" y="125"/>
                  </a:moveTo>
                  <a:cubicBezTo>
                    <a:pt x="282" y="129"/>
                    <a:pt x="282" y="129"/>
                    <a:pt x="282" y="129"/>
                  </a:cubicBezTo>
                  <a:cubicBezTo>
                    <a:pt x="240" y="148"/>
                    <a:pt x="190" y="168"/>
                    <a:pt x="183" y="168"/>
                  </a:cubicBezTo>
                  <a:cubicBezTo>
                    <a:pt x="173" y="168"/>
                    <a:pt x="142" y="157"/>
                    <a:pt x="90" y="133"/>
                  </a:cubicBezTo>
                  <a:cubicBezTo>
                    <a:pt x="70" y="124"/>
                    <a:pt x="70" y="124"/>
                    <a:pt x="70" y="124"/>
                  </a:cubicBezTo>
                  <a:cubicBezTo>
                    <a:pt x="35" y="109"/>
                    <a:pt x="0" y="93"/>
                    <a:pt x="0" y="86"/>
                  </a:cubicBezTo>
                  <a:cubicBezTo>
                    <a:pt x="0" y="77"/>
                    <a:pt x="47" y="56"/>
                    <a:pt x="70" y="46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24" y="21"/>
                    <a:pt x="170" y="0"/>
                    <a:pt x="184" y="0"/>
                  </a:cubicBezTo>
                  <a:cubicBezTo>
                    <a:pt x="202" y="0"/>
                    <a:pt x="234" y="16"/>
                    <a:pt x="260" y="28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309" y="50"/>
                    <a:pt x="366" y="76"/>
                    <a:pt x="368" y="85"/>
                  </a:cubicBezTo>
                  <a:cubicBezTo>
                    <a:pt x="366" y="93"/>
                    <a:pt x="312" y="116"/>
                    <a:pt x="292" y="1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" name="Freeform 177">
              <a:extLst>
                <a:ext uri="{FF2B5EF4-FFF2-40B4-BE49-F238E27FC236}">
                  <a16:creationId xmlns:a16="http://schemas.microsoft.com/office/drawing/2014/main" id="{F154EF40-A576-421D-92A9-4EA77998F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8" name="Oval 178">
              <a:extLst>
                <a:ext uri="{FF2B5EF4-FFF2-40B4-BE49-F238E27FC236}">
                  <a16:creationId xmlns:a16="http://schemas.microsoft.com/office/drawing/2014/main" id="{90C8997E-13CA-4570-A48D-778F03918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88" name="Group 179">
            <a:extLst>
              <a:ext uri="{FF2B5EF4-FFF2-40B4-BE49-F238E27FC236}">
                <a16:creationId xmlns:a16="http://schemas.microsoft.com/office/drawing/2014/main" id="{08C27744-31BD-4D7B-9647-4406B03E34D2}"/>
              </a:ext>
            </a:extLst>
          </p:cNvPr>
          <p:cNvGrpSpPr>
            <a:grpSpLocks/>
          </p:cNvGrpSpPr>
          <p:nvPr/>
        </p:nvGrpSpPr>
        <p:grpSpPr bwMode="auto">
          <a:xfrm>
            <a:off x="2990850" y="4381500"/>
            <a:ext cx="1263650" cy="630238"/>
            <a:chOff x="533" y="1491"/>
            <a:chExt cx="940" cy="469"/>
          </a:xfrm>
        </p:grpSpPr>
        <p:sp>
          <p:nvSpPr>
            <p:cNvPr id="28857" name="Freeform 180">
              <a:extLst>
                <a:ext uri="{FF2B5EF4-FFF2-40B4-BE49-F238E27FC236}">
                  <a16:creationId xmlns:a16="http://schemas.microsoft.com/office/drawing/2014/main" id="{F0E72875-947B-4D3F-8DF4-AA3B06F29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181">
              <a:extLst>
                <a:ext uri="{FF2B5EF4-FFF2-40B4-BE49-F238E27FC236}">
                  <a16:creationId xmlns:a16="http://schemas.microsoft.com/office/drawing/2014/main" id="{12EF373E-E600-45D3-8FB0-CD7041BAD6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5875 w 376"/>
                <a:gd name="T1" fmla="*/ 1663 h 176"/>
                <a:gd name="T2" fmla="*/ 4375 w 376"/>
                <a:gd name="T3" fmla="*/ 661 h 176"/>
                <a:gd name="T4" fmla="*/ 2938 w 376"/>
                <a:gd name="T5" fmla="*/ 0 h 176"/>
                <a:gd name="T6" fmla="*/ 1145 w 376"/>
                <a:gd name="T7" fmla="*/ 874 h 176"/>
                <a:gd name="T8" fmla="*/ 0 w 376"/>
                <a:gd name="T9" fmla="*/ 1705 h 176"/>
                <a:gd name="T10" fmla="*/ 1458 w 376"/>
                <a:gd name="T11" fmla="*/ 2670 h 176"/>
                <a:gd name="T12" fmla="*/ 2925 w 376"/>
                <a:gd name="T13" fmla="*/ 3331 h 176"/>
                <a:gd name="T14" fmla="*/ 4500 w 376"/>
                <a:gd name="T15" fmla="*/ 2593 h 176"/>
                <a:gd name="T16" fmla="*/ 5875 w 376"/>
                <a:gd name="T17" fmla="*/ 1663 h 176"/>
                <a:gd name="T18" fmla="*/ 4625 w 376"/>
                <a:gd name="T19" fmla="*/ 2444 h 176"/>
                <a:gd name="T20" fmla="*/ 4470 w 376"/>
                <a:gd name="T21" fmla="*/ 2513 h 176"/>
                <a:gd name="T22" fmla="*/ 2925 w 376"/>
                <a:gd name="T23" fmla="*/ 3251 h 176"/>
                <a:gd name="T24" fmla="*/ 1470 w 376"/>
                <a:gd name="T25" fmla="*/ 2593 h 176"/>
                <a:gd name="T26" fmla="*/ 1158 w 376"/>
                <a:gd name="T27" fmla="*/ 2422 h 176"/>
                <a:gd name="T28" fmla="*/ 63 w 376"/>
                <a:gd name="T29" fmla="*/ 1705 h 176"/>
                <a:gd name="T30" fmla="*/ 1158 w 376"/>
                <a:gd name="T31" fmla="*/ 943 h 176"/>
                <a:gd name="T32" fmla="*/ 1488 w 376"/>
                <a:gd name="T33" fmla="*/ 759 h 176"/>
                <a:gd name="T34" fmla="*/ 2938 w 376"/>
                <a:gd name="T35" fmla="*/ 77 h 176"/>
                <a:gd name="T36" fmla="*/ 4125 w 376"/>
                <a:gd name="T37" fmla="*/ 605 h 176"/>
                <a:gd name="T38" fmla="*/ 4345 w 376"/>
                <a:gd name="T39" fmla="*/ 738 h 176"/>
                <a:gd name="T40" fmla="*/ 4550 w 376"/>
                <a:gd name="T41" fmla="*/ 853 h 176"/>
                <a:gd name="T42" fmla="*/ 5813 w 376"/>
                <a:gd name="T43" fmla="*/ 1684 h 176"/>
                <a:gd name="T44" fmla="*/ 4625 w 376"/>
                <a:gd name="T45" fmla="*/ 2444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6" h="176">
                  <a:moveTo>
                    <a:pt x="376" y="88"/>
                  </a:move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lose/>
                  <a:moveTo>
                    <a:pt x="296" y="129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44" y="152"/>
                    <a:pt x="194" y="172"/>
                    <a:pt x="187" y="172"/>
                  </a:cubicBezTo>
                  <a:cubicBezTo>
                    <a:pt x="177" y="172"/>
                    <a:pt x="146" y="161"/>
                    <a:pt x="94" y="137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39" y="113"/>
                    <a:pt x="4" y="97"/>
                    <a:pt x="4" y="90"/>
                  </a:cubicBezTo>
                  <a:cubicBezTo>
                    <a:pt x="4" y="81"/>
                    <a:pt x="51" y="60"/>
                    <a:pt x="74" y="5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128" y="25"/>
                    <a:pt x="174" y="4"/>
                    <a:pt x="188" y="4"/>
                  </a:cubicBezTo>
                  <a:cubicBezTo>
                    <a:pt x="206" y="4"/>
                    <a:pt x="238" y="20"/>
                    <a:pt x="264" y="32"/>
                  </a:cubicBezTo>
                  <a:cubicBezTo>
                    <a:pt x="278" y="39"/>
                    <a:pt x="278" y="39"/>
                    <a:pt x="278" y="39"/>
                  </a:cubicBezTo>
                  <a:cubicBezTo>
                    <a:pt x="291" y="45"/>
                    <a:pt x="291" y="45"/>
                    <a:pt x="291" y="45"/>
                  </a:cubicBezTo>
                  <a:cubicBezTo>
                    <a:pt x="313" y="54"/>
                    <a:pt x="370" y="80"/>
                    <a:pt x="372" y="89"/>
                  </a:cubicBezTo>
                  <a:cubicBezTo>
                    <a:pt x="370" y="97"/>
                    <a:pt x="316" y="120"/>
                    <a:pt x="296" y="12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Oval 182">
              <a:extLst>
                <a:ext uri="{FF2B5EF4-FFF2-40B4-BE49-F238E27FC236}">
                  <a16:creationId xmlns:a16="http://schemas.microsoft.com/office/drawing/2014/main" id="{E0C72BD9-1FBE-4A0F-A540-149B8F407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707"/>
              <a:ext cx="155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60" name="Oval 183">
              <a:extLst>
                <a:ext uri="{FF2B5EF4-FFF2-40B4-BE49-F238E27FC236}">
                  <a16:creationId xmlns:a16="http://schemas.microsoft.com/office/drawing/2014/main" id="{624A4E7E-CAFD-4EA7-99EB-4173529CB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61" name="Freeform 184">
              <a:extLst>
                <a:ext uri="{FF2B5EF4-FFF2-40B4-BE49-F238E27FC236}">
                  <a16:creationId xmlns:a16="http://schemas.microsoft.com/office/drawing/2014/main" id="{554F24BD-77A7-45EC-BEBD-47A64FEB3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91"/>
              <a:ext cx="127" cy="69"/>
            </a:xfrm>
            <a:custGeom>
              <a:avLst/>
              <a:gdLst>
                <a:gd name="T0" fmla="*/ 540 w 51"/>
                <a:gd name="T1" fmla="*/ 0 h 26"/>
                <a:gd name="T2" fmla="*/ 695 w 51"/>
                <a:gd name="T3" fmla="*/ 204 h 26"/>
                <a:gd name="T4" fmla="*/ 229 w 51"/>
                <a:gd name="T5" fmla="*/ 451 h 26"/>
                <a:gd name="T6" fmla="*/ 0 w 51"/>
                <a:gd name="T7" fmla="*/ 430 h 26"/>
                <a:gd name="T8" fmla="*/ 311 w 51"/>
                <a:gd name="T9" fmla="*/ 486 h 26"/>
                <a:gd name="T10" fmla="*/ 787 w 51"/>
                <a:gd name="T11" fmla="*/ 226 h 26"/>
                <a:gd name="T12" fmla="*/ 540 w 5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5" y="0"/>
                  </a:moveTo>
                  <a:cubicBezTo>
                    <a:pt x="41" y="3"/>
                    <a:pt x="45" y="7"/>
                    <a:pt x="45" y="11"/>
                  </a:cubicBezTo>
                  <a:cubicBezTo>
                    <a:pt x="45" y="18"/>
                    <a:pt x="32" y="24"/>
                    <a:pt x="15" y="24"/>
                  </a:cubicBezTo>
                  <a:cubicBezTo>
                    <a:pt x="9" y="24"/>
                    <a:pt x="5" y="24"/>
                    <a:pt x="0" y="23"/>
                  </a:cubicBezTo>
                  <a:cubicBezTo>
                    <a:pt x="6" y="25"/>
                    <a:pt x="13" y="26"/>
                    <a:pt x="20" y="26"/>
                  </a:cubicBezTo>
                  <a:cubicBezTo>
                    <a:pt x="37" y="26"/>
                    <a:pt x="51" y="20"/>
                    <a:pt x="51" y="12"/>
                  </a:cubicBezTo>
                  <a:cubicBezTo>
                    <a:pt x="51" y="7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Freeform 185">
              <a:extLst>
                <a:ext uri="{FF2B5EF4-FFF2-40B4-BE49-F238E27FC236}">
                  <a16:creationId xmlns:a16="http://schemas.microsoft.com/office/drawing/2014/main" id="{E0BD6769-A369-47B9-872F-90F442AC7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93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3" name="Freeform 186">
              <a:extLst>
                <a:ext uri="{FF2B5EF4-FFF2-40B4-BE49-F238E27FC236}">
                  <a16:creationId xmlns:a16="http://schemas.microsoft.com/office/drawing/2014/main" id="{363C5429-6231-4601-84AD-B03B665E9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28"/>
              <a:ext cx="658" cy="211"/>
            </a:xfrm>
            <a:custGeom>
              <a:avLst/>
              <a:gdLst>
                <a:gd name="T0" fmla="*/ 4118 w 263"/>
                <a:gd name="T1" fmla="*/ 0 h 79"/>
                <a:gd name="T2" fmla="*/ 1334 w 263"/>
                <a:gd name="T3" fmla="*/ 1485 h 79"/>
                <a:gd name="T4" fmla="*/ 0 w 263"/>
                <a:gd name="T5" fmla="*/ 913 h 79"/>
                <a:gd name="T6" fmla="*/ 1709 w 263"/>
                <a:gd name="T7" fmla="*/ 1012 h 79"/>
                <a:gd name="T8" fmla="*/ 4118 w 26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9">
                  <a:moveTo>
                    <a:pt x="263" y="0"/>
                  </a:moveTo>
                  <a:cubicBezTo>
                    <a:pt x="260" y="8"/>
                    <a:pt x="101" y="77"/>
                    <a:pt x="85" y="78"/>
                  </a:cubicBezTo>
                  <a:cubicBezTo>
                    <a:pt x="69" y="79"/>
                    <a:pt x="4" y="51"/>
                    <a:pt x="0" y="48"/>
                  </a:cubicBezTo>
                  <a:cubicBezTo>
                    <a:pt x="23" y="55"/>
                    <a:pt x="78" y="60"/>
                    <a:pt x="109" y="53"/>
                  </a:cubicBezTo>
                  <a:cubicBezTo>
                    <a:pt x="140" y="46"/>
                    <a:pt x="237" y="15"/>
                    <a:pt x="263" y="0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Freeform 187">
              <a:extLst>
                <a:ext uri="{FF2B5EF4-FFF2-40B4-BE49-F238E27FC236}">
                  <a16:creationId xmlns:a16="http://schemas.microsoft.com/office/drawing/2014/main" id="{E5E14A87-F834-482B-9563-8AD0206C9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509"/>
              <a:ext cx="522" cy="160"/>
            </a:xfrm>
            <a:custGeom>
              <a:avLst/>
              <a:gdLst>
                <a:gd name="T0" fmla="*/ 0 w 209"/>
                <a:gd name="T1" fmla="*/ 1139 h 60"/>
                <a:gd name="T2" fmla="*/ 2258 w 209"/>
                <a:gd name="T3" fmla="*/ 35 h 60"/>
                <a:gd name="T4" fmla="*/ 3257 w 209"/>
                <a:gd name="T5" fmla="*/ 477 h 60"/>
                <a:gd name="T6" fmla="*/ 2228 w 209"/>
                <a:gd name="T7" fmla="*/ 285 h 60"/>
                <a:gd name="T8" fmla="*/ 0 w 20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0">
                  <a:moveTo>
                    <a:pt x="0" y="60"/>
                  </a:moveTo>
                  <a:cubicBezTo>
                    <a:pt x="29" y="47"/>
                    <a:pt x="126" y="0"/>
                    <a:pt x="145" y="2"/>
                  </a:cubicBezTo>
                  <a:cubicBezTo>
                    <a:pt x="164" y="4"/>
                    <a:pt x="190" y="16"/>
                    <a:pt x="209" y="25"/>
                  </a:cubicBezTo>
                  <a:cubicBezTo>
                    <a:pt x="193" y="17"/>
                    <a:pt x="161" y="12"/>
                    <a:pt x="143" y="15"/>
                  </a:cubicBezTo>
                  <a:cubicBezTo>
                    <a:pt x="124" y="18"/>
                    <a:pt x="11" y="54"/>
                    <a:pt x="0" y="60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5" name="Freeform 188">
              <a:extLst>
                <a:ext uri="{FF2B5EF4-FFF2-40B4-BE49-F238E27FC236}">
                  <a16:creationId xmlns:a16="http://schemas.microsoft.com/office/drawing/2014/main" id="{B00651A2-6A19-48D9-9E8A-C03942F8B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501"/>
              <a:ext cx="920" cy="448"/>
            </a:xfrm>
            <a:custGeom>
              <a:avLst/>
              <a:gdLst>
                <a:gd name="T0" fmla="*/ 4563 w 368"/>
                <a:gd name="T1" fmla="*/ 2368 h 168"/>
                <a:gd name="T2" fmla="*/ 4408 w 368"/>
                <a:gd name="T3" fmla="*/ 2445 h 168"/>
                <a:gd name="T4" fmla="*/ 2863 w 368"/>
                <a:gd name="T5" fmla="*/ 3187 h 168"/>
                <a:gd name="T6" fmla="*/ 1408 w 368"/>
                <a:gd name="T7" fmla="*/ 2525 h 168"/>
                <a:gd name="T8" fmla="*/ 1095 w 368"/>
                <a:gd name="T9" fmla="*/ 2355 h 168"/>
                <a:gd name="T10" fmla="*/ 0 w 368"/>
                <a:gd name="T11" fmla="*/ 1629 h 168"/>
                <a:gd name="T12" fmla="*/ 1095 w 368"/>
                <a:gd name="T13" fmla="*/ 875 h 168"/>
                <a:gd name="T14" fmla="*/ 1425 w 368"/>
                <a:gd name="T15" fmla="*/ 683 h 168"/>
                <a:gd name="T16" fmla="*/ 2875 w 368"/>
                <a:gd name="T17" fmla="*/ 0 h 168"/>
                <a:gd name="T18" fmla="*/ 4063 w 368"/>
                <a:gd name="T19" fmla="*/ 533 h 168"/>
                <a:gd name="T20" fmla="*/ 4283 w 368"/>
                <a:gd name="T21" fmla="*/ 661 h 168"/>
                <a:gd name="T22" fmla="*/ 4488 w 368"/>
                <a:gd name="T23" fmla="*/ 776 h 168"/>
                <a:gd name="T24" fmla="*/ 5750 w 368"/>
                <a:gd name="T25" fmla="*/ 1613 h 168"/>
                <a:gd name="T26" fmla="*/ 4563 w 368"/>
                <a:gd name="T27" fmla="*/ 2368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8" h="168">
                  <a:moveTo>
                    <a:pt x="292" y="125"/>
                  </a:moveTo>
                  <a:cubicBezTo>
                    <a:pt x="282" y="129"/>
                    <a:pt x="282" y="129"/>
                    <a:pt x="282" y="129"/>
                  </a:cubicBezTo>
                  <a:cubicBezTo>
                    <a:pt x="240" y="148"/>
                    <a:pt x="190" y="168"/>
                    <a:pt x="183" y="168"/>
                  </a:cubicBezTo>
                  <a:cubicBezTo>
                    <a:pt x="173" y="168"/>
                    <a:pt x="142" y="157"/>
                    <a:pt x="90" y="133"/>
                  </a:cubicBezTo>
                  <a:cubicBezTo>
                    <a:pt x="70" y="124"/>
                    <a:pt x="70" y="124"/>
                    <a:pt x="70" y="124"/>
                  </a:cubicBezTo>
                  <a:cubicBezTo>
                    <a:pt x="35" y="109"/>
                    <a:pt x="0" y="93"/>
                    <a:pt x="0" y="86"/>
                  </a:cubicBezTo>
                  <a:cubicBezTo>
                    <a:pt x="0" y="77"/>
                    <a:pt x="47" y="56"/>
                    <a:pt x="70" y="46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24" y="21"/>
                    <a:pt x="170" y="0"/>
                    <a:pt x="184" y="0"/>
                  </a:cubicBezTo>
                  <a:cubicBezTo>
                    <a:pt x="202" y="0"/>
                    <a:pt x="234" y="16"/>
                    <a:pt x="260" y="28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309" y="50"/>
                    <a:pt x="366" y="76"/>
                    <a:pt x="368" y="85"/>
                  </a:cubicBezTo>
                  <a:cubicBezTo>
                    <a:pt x="366" y="93"/>
                    <a:pt x="312" y="116"/>
                    <a:pt x="292" y="1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Freeform 189">
              <a:extLst>
                <a:ext uri="{FF2B5EF4-FFF2-40B4-BE49-F238E27FC236}">
                  <a16:creationId xmlns:a16="http://schemas.microsoft.com/office/drawing/2014/main" id="{541173D5-C051-4006-A8F8-8D3709922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7" name="Oval 190">
              <a:extLst>
                <a:ext uri="{FF2B5EF4-FFF2-40B4-BE49-F238E27FC236}">
                  <a16:creationId xmlns:a16="http://schemas.microsoft.com/office/drawing/2014/main" id="{06CDC5EF-EA7F-4996-B3BB-91560F0ED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89" name="Group 191">
            <a:extLst>
              <a:ext uri="{FF2B5EF4-FFF2-40B4-BE49-F238E27FC236}">
                <a16:creationId xmlns:a16="http://schemas.microsoft.com/office/drawing/2014/main" id="{E51D1251-3B81-4CC0-878C-AC85EEE4B7EA}"/>
              </a:ext>
            </a:extLst>
          </p:cNvPr>
          <p:cNvGrpSpPr>
            <a:grpSpLocks/>
          </p:cNvGrpSpPr>
          <p:nvPr/>
        </p:nvGrpSpPr>
        <p:grpSpPr bwMode="auto">
          <a:xfrm>
            <a:off x="4514850" y="4381500"/>
            <a:ext cx="1263650" cy="630238"/>
            <a:chOff x="533" y="1491"/>
            <a:chExt cx="940" cy="469"/>
          </a:xfrm>
        </p:grpSpPr>
        <p:sp>
          <p:nvSpPr>
            <p:cNvPr id="28846" name="Freeform 192">
              <a:extLst>
                <a:ext uri="{FF2B5EF4-FFF2-40B4-BE49-F238E27FC236}">
                  <a16:creationId xmlns:a16="http://schemas.microsoft.com/office/drawing/2014/main" id="{7E13D6D7-C247-4961-8929-83677F2A3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193">
              <a:extLst>
                <a:ext uri="{FF2B5EF4-FFF2-40B4-BE49-F238E27FC236}">
                  <a16:creationId xmlns:a16="http://schemas.microsoft.com/office/drawing/2014/main" id="{311C7F0D-F1BA-49C0-A98E-CF728431BB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5875 w 376"/>
                <a:gd name="T1" fmla="*/ 1663 h 176"/>
                <a:gd name="T2" fmla="*/ 4375 w 376"/>
                <a:gd name="T3" fmla="*/ 661 h 176"/>
                <a:gd name="T4" fmla="*/ 2938 w 376"/>
                <a:gd name="T5" fmla="*/ 0 h 176"/>
                <a:gd name="T6" fmla="*/ 1145 w 376"/>
                <a:gd name="T7" fmla="*/ 874 h 176"/>
                <a:gd name="T8" fmla="*/ 0 w 376"/>
                <a:gd name="T9" fmla="*/ 1705 h 176"/>
                <a:gd name="T10" fmla="*/ 1458 w 376"/>
                <a:gd name="T11" fmla="*/ 2670 h 176"/>
                <a:gd name="T12" fmla="*/ 2925 w 376"/>
                <a:gd name="T13" fmla="*/ 3331 h 176"/>
                <a:gd name="T14" fmla="*/ 4500 w 376"/>
                <a:gd name="T15" fmla="*/ 2593 h 176"/>
                <a:gd name="T16" fmla="*/ 5875 w 376"/>
                <a:gd name="T17" fmla="*/ 1663 h 176"/>
                <a:gd name="T18" fmla="*/ 4625 w 376"/>
                <a:gd name="T19" fmla="*/ 2444 h 176"/>
                <a:gd name="T20" fmla="*/ 4470 w 376"/>
                <a:gd name="T21" fmla="*/ 2513 h 176"/>
                <a:gd name="T22" fmla="*/ 2925 w 376"/>
                <a:gd name="T23" fmla="*/ 3251 h 176"/>
                <a:gd name="T24" fmla="*/ 1470 w 376"/>
                <a:gd name="T25" fmla="*/ 2593 h 176"/>
                <a:gd name="T26" fmla="*/ 1158 w 376"/>
                <a:gd name="T27" fmla="*/ 2422 h 176"/>
                <a:gd name="T28" fmla="*/ 63 w 376"/>
                <a:gd name="T29" fmla="*/ 1705 h 176"/>
                <a:gd name="T30" fmla="*/ 1158 w 376"/>
                <a:gd name="T31" fmla="*/ 943 h 176"/>
                <a:gd name="T32" fmla="*/ 1488 w 376"/>
                <a:gd name="T33" fmla="*/ 759 h 176"/>
                <a:gd name="T34" fmla="*/ 2938 w 376"/>
                <a:gd name="T35" fmla="*/ 77 h 176"/>
                <a:gd name="T36" fmla="*/ 4125 w 376"/>
                <a:gd name="T37" fmla="*/ 605 h 176"/>
                <a:gd name="T38" fmla="*/ 4345 w 376"/>
                <a:gd name="T39" fmla="*/ 738 h 176"/>
                <a:gd name="T40" fmla="*/ 4550 w 376"/>
                <a:gd name="T41" fmla="*/ 853 h 176"/>
                <a:gd name="T42" fmla="*/ 5813 w 376"/>
                <a:gd name="T43" fmla="*/ 1684 h 176"/>
                <a:gd name="T44" fmla="*/ 4625 w 376"/>
                <a:gd name="T45" fmla="*/ 2444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6" h="176">
                  <a:moveTo>
                    <a:pt x="376" y="88"/>
                  </a:move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lose/>
                  <a:moveTo>
                    <a:pt x="296" y="129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44" y="152"/>
                    <a:pt x="194" y="172"/>
                    <a:pt x="187" y="172"/>
                  </a:cubicBezTo>
                  <a:cubicBezTo>
                    <a:pt x="177" y="172"/>
                    <a:pt x="146" y="161"/>
                    <a:pt x="94" y="137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39" y="113"/>
                    <a:pt x="4" y="97"/>
                    <a:pt x="4" y="90"/>
                  </a:cubicBezTo>
                  <a:cubicBezTo>
                    <a:pt x="4" y="81"/>
                    <a:pt x="51" y="60"/>
                    <a:pt x="74" y="5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128" y="25"/>
                    <a:pt x="174" y="4"/>
                    <a:pt x="188" y="4"/>
                  </a:cubicBezTo>
                  <a:cubicBezTo>
                    <a:pt x="206" y="4"/>
                    <a:pt x="238" y="20"/>
                    <a:pt x="264" y="32"/>
                  </a:cubicBezTo>
                  <a:cubicBezTo>
                    <a:pt x="278" y="39"/>
                    <a:pt x="278" y="39"/>
                    <a:pt x="278" y="39"/>
                  </a:cubicBezTo>
                  <a:cubicBezTo>
                    <a:pt x="291" y="45"/>
                    <a:pt x="291" y="45"/>
                    <a:pt x="291" y="45"/>
                  </a:cubicBezTo>
                  <a:cubicBezTo>
                    <a:pt x="313" y="54"/>
                    <a:pt x="370" y="80"/>
                    <a:pt x="372" y="89"/>
                  </a:cubicBezTo>
                  <a:cubicBezTo>
                    <a:pt x="370" y="97"/>
                    <a:pt x="316" y="120"/>
                    <a:pt x="296" y="12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Oval 194">
              <a:extLst>
                <a:ext uri="{FF2B5EF4-FFF2-40B4-BE49-F238E27FC236}">
                  <a16:creationId xmlns:a16="http://schemas.microsoft.com/office/drawing/2014/main" id="{77426BC9-DA90-4B37-B2D1-76A83FABA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707"/>
              <a:ext cx="155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49" name="Oval 195">
              <a:extLst>
                <a:ext uri="{FF2B5EF4-FFF2-40B4-BE49-F238E27FC236}">
                  <a16:creationId xmlns:a16="http://schemas.microsoft.com/office/drawing/2014/main" id="{9C5EBD23-D4A2-447D-8754-55B767456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50" name="Freeform 196">
              <a:extLst>
                <a:ext uri="{FF2B5EF4-FFF2-40B4-BE49-F238E27FC236}">
                  <a16:creationId xmlns:a16="http://schemas.microsoft.com/office/drawing/2014/main" id="{EFA83295-1CC5-4BCE-9CD2-639CEBC0D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91"/>
              <a:ext cx="127" cy="69"/>
            </a:xfrm>
            <a:custGeom>
              <a:avLst/>
              <a:gdLst>
                <a:gd name="T0" fmla="*/ 540 w 51"/>
                <a:gd name="T1" fmla="*/ 0 h 26"/>
                <a:gd name="T2" fmla="*/ 695 w 51"/>
                <a:gd name="T3" fmla="*/ 204 h 26"/>
                <a:gd name="T4" fmla="*/ 229 w 51"/>
                <a:gd name="T5" fmla="*/ 451 h 26"/>
                <a:gd name="T6" fmla="*/ 0 w 51"/>
                <a:gd name="T7" fmla="*/ 430 h 26"/>
                <a:gd name="T8" fmla="*/ 311 w 51"/>
                <a:gd name="T9" fmla="*/ 486 h 26"/>
                <a:gd name="T10" fmla="*/ 787 w 51"/>
                <a:gd name="T11" fmla="*/ 226 h 26"/>
                <a:gd name="T12" fmla="*/ 540 w 5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5" y="0"/>
                  </a:moveTo>
                  <a:cubicBezTo>
                    <a:pt x="41" y="3"/>
                    <a:pt x="45" y="7"/>
                    <a:pt x="45" y="11"/>
                  </a:cubicBezTo>
                  <a:cubicBezTo>
                    <a:pt x="45" y="18"/>
                    <a:pt x="32" y="24"/>
                    <a:pt x="15" y="24"/>
                  </a:cubicBezTo>
                  <a:cubicBezTo>
                    <a:pt x="9" y="24"/>
                    <a:pt x="5" y="24"/>
                    <a:pt x="0" y="23"/>
                  </a:cubicBezTo>
                  <a:cubicBezTo>
                    <a:pt x="6" y="25"/>
                    <a:pt x="13" y="26"/>
                    <a:pt x="20" y="26"/>
                  </a:cubicBezTo>
                  <a:cubicBezTo>
                    <a:pt x="37" y="26"/>
                    <a:pt x="51" y="20"/>
                    <a:pt x="51" y="12"/>
                  </a:cubicBezTo>
                  <a:cubicBezTo>
                    <a:pt x="51" y="7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197">
              <a:extLst>
                <a:ext uri="{FF2B5EF4-FFF2-40B4-BE49-F238E27FC236}">
                  <a16:creationId xmlns:a16="http://schemas.microsoft.com/office/drawing/2014/main" id="{067355BA-F408-4683-A09B-F0E130928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93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198">
              <a:extLst>
                <a:ext uri="{FF2B5EF4-FFF2-40B4-BE49-F238E27FC236}">
                  <a16:creationId xmlns:a16="http://schemas.microsoft.com/office/drawing/2014/main" id="{ED4834C8-93A8-4B1F-93B7-DE3E3790F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28"/>
              <a:ext cx="658" cy="211"/>
            </a:xfrm>
            <a:custGeom>
              <a:avLst/>
              <a:gdLst>
                <a:gd name="T0" fmla="*/ 4118 w 263"/>
                <a:gd name="T1" fmla="*/ 0 h 79"/>
                <a:gd name="T2" fmla="*/ 1334 w 263"/>
                <a:gd name="T3" fmla="*/ 1485 h 79"/>
                <a:gd name="T4" fmla="*/ 0 w 263"/>
                <a:gd name="T5" fmla="*/ 913 h 79"/>
                <a:gd name="T6" fmla="*/ 1709 w 263"/>
                <a:gd name="T7" fmla="*/ 1012 h 79"/>
                <a:gd name="T8" fmla="*/ 4118 w 26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9">
                  <a:moveTo>
                    <a:pt x="263" y="0"/>
                  </a:moveTo>
                  <a:cubicBezTo>
                    <a:pt x="260" y="8"/>
                    <a:pt x="101" y="77"/>
                    <a:pt x="85" y="78"/>
                  </a:cubicBezTo>
                  <a:cubicBezTo>
                    <a:pt x="69" y="79"/>
                    <a:pt x="4" y="51"/>
                    <a:pt x="0" y="48"/>
                  </a:cubicBezTo>
                  <a:cubicBezTo>
                    <a:pt x="23" y="55"/>
                    <a:pt x="78" y="60"/>
                    <a:pt x="109" y="53"/>
                  </a:cubicBezTo>
                  <a:cubicBezTo>
                    <a:pt x="140" y="46"/>
                    <a:pt x="237" y="15"/>
                    <a:pt x="263" y="0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199">
              <a:extLst>
                <a:ext uri="{FF2B5EF4-FFF2-40B4-BE49-F238E27FC236}">
                  <a16:creationId xmlns:a16="http://schemas.microsoft.com/office/drawing/2014/main" id="{2C28004D-2220-47F6-83C0-44C966F5C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509"/>
              <a:ext cx="522" cy="160"/>
            </a:xfrm>
            <a:custGeom>
              <a:avLst/>
              <a:gdLst>
                <a:gd name="T0" fmla="*/ 0 w 209"/>
                <a:gd name="T1" fmla="*/ 1139 h 60"/>
                <a:gd name="T2" fmla="*/ 2258 w 209"/>
                <a:gd name="T3" fmla="*/ 35 h 60"/>
                <a:gd name="T4" fmla="*/ 3257 w 209"/>
                <a:gd name="T5" fmla="*/ 477 h 60"/>
                <a:gd name="T6" fmla="*/ 2228 w 209"/>
                <a:gd name="T7" fmla="*/ 285 h 60"/>
                <a:gd name="T8" fmla="*/ 0 w 20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0">
                  <a:moveTo>
                    <a:pt x="0" y="60"/>
                  </a:moveTo>
                  <a:cubicBezTo>
                    <a:pt x="29" y="47"/>
                    <a:pt x="126" y="0"/>
                    <a:pt x="145" y="2"/>
                  </a:cubicBezTo>
                  <a:cubicBezTo>
                    <a:pt x="164" y="4"/>
                    <a:pt x="190" y="16"/>
                    <a:pt x="209" y="25"/>
                  </a:cubicBezTo>
                  <a:cubicBezTo>
                    <a:pt x="193" y="17"/>
                    <a:pt x="161" y="12"/>
                    <a:pt x="143" y="15"/>
                  </a:cubicBezTo>
                  <a:cubicBezTo>
                    <a:pt x="124" y="18"/>
                    <a:pt x="11" y="54"/>
                    <a:pt x="0" y="60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200">
              <a:extLst>
                <a:ext uri="{FF2B5EF4-FFF2-40B4-BE49-F238E27FC236}">
                  <a16:creationId xmlns:a16="http://schemas.microsoft.com/office/drawing/2014/main" id="{85389675-7A2C-4C5B-9629-CD4960CC8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501"/>
              <a:ext cx="920" cy="448"/>
            </a:xfrm>
            <a:custGeom>
              <a:avLst/>
              <a:gdLst>
                <a:gd name="T0" fmla="*/ 4563 w 368"/>
                <a:gd name="T1" fmla="*/ 2368 h 168"/>
                <a:gd name="T2" fmla="*/ 4408 w 368"/>
                <a:gd name="T3" fmla="*/ 2445 h 168"/>
                <a:gd name="T4" fmla="*/ 2863 w 368"/>
                <a:gd name="T5" fmla="*/ 3187 h 168"/>
                <a:gd name="T6" fmla="*/ 1408 w 368"/>
                <a:gd name="T7" fmla="*/ 2525 h 168"/>
                <a:gd name="T8" fmla="*/ 1095 w 368"/>
                <a:gd name="T9" fmla="*/ 2355 h 168"/>
                <a:gd name="T10" fmla="*/ 0 w 368"/>
                <a:gd name="T11" fmla="*/ 1629 h 168"/>
                <a:gd name="T12" fmla="*/ 1095 w 368"/>
                <a:gd name="T13" fmla="*/ 875 h 168"/>
                <a:gd name="T14" fmla="*/ 1425 w 368"/>
                <a:gd name="T15" fmla="*/ 683 h 168"/>
                <a:gd name="T16" fmla="*/ 2875 w 368"/>
                <a:gd name="T17" fmla="*/ 0 h 168"/>
                <a:gd name="T18" fmla="*/ 4063 w 368"/>
                <a:gd name="T19" fmla="*/ 533 h 168"/>
                <a:gd name="T20" fmla="*/ 4283 w 368"/>
                <a:gd name="T21" fmla="*/ 661 h 168"/>
                <a:gd name="T22" fmla="*/ 4488 w 368"/>
                <a:gd name="T23" fmla="*/ 776 h 168"/>
                <a:gd name="T24" fmla="*/ 5750 w 368"/>
                <a:gd name="T25" fmla="*/ 1613 h 168"/>
                <a:gd name="T26" fmla="*/ 4563 w 368"/>
                <a:gd name="T27" fmla="*/ 2368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8" h="168">
                  <a:moveTo>
                    <a:pt x="292" y="125"/>
                  </a:moveTo>
                  <a:cubicBezTo>
                    <a:pt x="282" y="129"/>
                    <a:pt x="282" y="129"/>
                    <a:pt x="282" y="129"/>
                  </a:cubicBezTo>
                  <a:cubicBezTo>
                    <a:pt x="240" y="148"/>
                    <a:pt x="190" y="168"/>
                    <a:pt x="183" y="168"/>
                  </a:cubicBezTo>
                  <a:cubicBezTo>
                    <a:pt x="173" y="168"/>
                    <a:pt x="142" y="157"/>
                    <a:pt x="90" y="133"/>
                  </a:cubicBezTo>
                  <a:cubicBezTo>
                    <a:pt x="70" y="124"/>
                    <a:pt x="70" y="124"/>
                    <a:pt x="70" y="124"/>
                  </a:cubicBezTo>
                  <a:cubicBezTo>
                    <a:pt x="35" y="109"/>
                    <a:pt x="0" y="93"/>
                    <a:pt x="0" y="86"/>
                  </a:cubicBezTo>
                  <a:cubicBezTo>
                    <a:pt x="0" y="77"/>
                    <a:pt x="47" y="56"/>
                    <a:pt x="70" y="46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24" y="21"/>
                    <a:pt x="170" y="0"/>
                    <a:pt x="184" y="0"/>
                  </a:cubicBezTo>
                  <a:cubicBezTo>
                    <a:pt x="202" y="0"/>
                    <a:pt x="234" y="16"/>
                    <a:pt x="260" y="28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309" y="50"/>
                    <a:pt x="366" y="76"/>
                    <a:pt x="368" y="85"/>
                  </a:cubicBezTo>
                  <a:cubicBezTo>
                    <a:pt x="366" y="93"/>
                    <a:pt x="312" y="116"/>
                    <a:pt x="292" y="1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201">
              <a:extLst>
                <a:ext uri="{FF2B5EF4-FFF2-40B4-BE49-F238E27FC236}">
                  <a16:creationId xmlns:a16="http://schemas.microsoft.com/office/drawing/2014/main" id="{1C794688-4CBC-4EEA-BA81-B9AAA4F45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Oval 202">
              <a:extLst>
                <a:ext uri="{FF2B5EF4-FFF2-40B4-BE49-F238E27FC236}">
                  <a16:creationId xmlns:a16="http://schemas.microsoft.com/office/drawing/2014/main" id="{3382DCF7-6003-4544-8F2D-6382B40A7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90" name="Group 203">
            <a:extLst>
              <a:ext uri="{FF2B5EF4-FFF2-40B4-BE49-F238E27FC236}">
                <a16:creationId xmlns:a16="http://schemas.microsoft.com/office/drawing/2014/main" id="{66C06BE0-D758-4FEC-B363-874E1B15A7C3}"/>
              </a:ext>
            </a:extLst>
          </p:cNvPr>
          <p:cNvGrpSpPr>
            <a:grpSpLocks/>
          </p:cNvGrpSpPr>
          <p:nvPr/>
        </p:nvGrpSpPr>
        <p:grpSpPr bwMode="auto">
          <a:xfrm>
            <a:off x="6038850" y="4381500"/>
            <a:ext cx="1263650" cy="630238"/>
            <a:chOff x="533" y="1491"/>
            <a:chExt cx="940" cy="469"/>
          </a:xfrm>
        </p:grpSpPr>
        <p:sp>
          <p:nvSpPr>
            <p:cNvPr id="28835" name="Freeform 204">
              <a:extLst>
                <a:ext uri="{FF2B5EF4-FFF2-40B4-BE49-F238E27FC236}">
                  <a16:creationId xmlns:a16="http://schemas.microsoft.com/office/drawing/2014/main" id="{0D839F77-02F8-4771-A75E-DF4A48579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205">
              <a:extLst>
                <a:ext uri="{FF2B5EF4-FFF2-40B4-BE49-F238E27FC236}">
                  <a16:creationId xmlns:a16="http://schemas.microsoft.com/office/drawing/2014/main" id="{F6C1DC3E-C5F3-4C09-96E5-A390E7C02C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5875 w 376"/>
                <a:gd name="T1" fmla="*/ 1663 h 176"/>
                <a:gd name="T2" fmla="*/ 4375 w 376"/>
                <a:gd name="T3" fmla="*/ 661 h 176"/>
                <a:gd name="T4" fmla="*/ 2938 w 376"/>
                <a:gd name="T5" fmla="*/ 0 h 176"/>
                <a:gd name="T6" fmla="*/ 1145 w 376"/>
                <a:gd name="T7" fmla="*/ 874 h 176"/>
                <a:gd name="T8" fmla="*/ 0 w 376"/>
                <a:gd name="T9" fmla="*/ 1705 h 176"/>
                <a:gd name="T10" fmla="*/ 1458 w 376"/>
                <a:gd name="T11" fmla="*/ 2670 h 176"/>
                <a:gd name="T12" fmla="*/ 2925 w 376"/>
                <a:gd name="T13" fmla="*/ 3331 h 176"/>
                <a:gd name="T14" fmla="*/ 4500 w 376"/>
                <a:gd name="T15" fmla="*/ 2593 h 176"/>
                <a:gd name="T16" fmla="*/ 5875 w 376"/>
                <a:gd name="T17" fmla="*/ 1663 h 176"/>
                <a:gd name="T18" fmla="*/ 4625 w 376"/>
                <a:gd name="T19" fmla="*/ 2444 h 176"/>
                <a:gd name="T20" fmla="*/ 4470 w 376"/>
                <a:gd name="T21" fmla="*/ 2513 h 176"/>
                <a:gd name="T22" fmla="*/ 2925 w 376"/>
                <a:gd name="T23" fmla="*/ 3251 h 176"/>
                <a:gd name="T24" fmla="*/ 1470 w 376"/>
                <a:gd name="T25" fmla="*/ 2593 h 176"/>
                <a:gd name="T26" fmla="*/ 1158 w 376"/>
                <a:gd name="T27" fmla="*/ 2422 h 176"/>
                <a:gd name="T28" fmla="*/ 63 w 376"/>
                <a:gd name="T29" fmla="*/ 1705 h 176"/>
                <a:gd name="T30" fmla="*/ 1158 w 376"/>
                <a:gd name="T31" fmla="*/ 943 h 176"/>
                <a:gd name="T32" fmla="*/ 1488 w 376"/>
                <a:gd name="T33" fmla="*/ 759 h 176"/>
                <a:gd name="T34" fmla="*/ 2938 w 376"/>
                <a:gd name="T35" fmla="*/ 77 h 176"/>
                <a:gd name="T36" fmla="*/ 4125 w 376"/>
                <a:gd name="T37" fmla="*/ 605 h 176"/>
                <a:gd name="T38" fmla="*/ 4345 w 376"/>
                <a:gd name="T39" fmla="*/ 738 h 176"/>
                <a:gd name="T40" fmla="*/ 4550 w 376"/>
                <a:gd name="T41" fmla="*/ 853 h 176"/>
                <a:gd name="T42" fmla="*/ 5813 w 376"/>
                <a:gd name="T43" fmla="*/ 1684 h 176"/>
                <a:gd name="T44" fmla="*/ 4625 w 376"/>
                <a:gd name="T45" fmla="*/ 2444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6" h="176">
                  <a:moveTo>
                    <a:pt x="376" y="88"/>
                  </a:move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lose/>
                  <a:moveTo>
                    <a:pt x="296" y="129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44" y="152"/>
                    <a:pt x="194" y="172"/>
                    <a:pt x="187" y="172"/>
                  </a:cubicBezTo>
                  <a:cubicBezTo>
                    <a:pt x="177" y="172"/>
                    <a:pt x="146" y="161"/>
                    <a:pt x="94" y="137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39" y="113"/>
                    <a:pt x="4" y="97"/>
                    <a:pt x="4" y="90"/>
                  </a:cubicBezTo>
                  <a:cubicBezTo>
                    <a:pt x="4" y="81"/>
                    <a:pt x="51" y="60"/>
                    <a:pt x="74" y="5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128" y="25"/>
                    <a:pt x="174" y="4"/>
                    <a:pt x="188" y="4"/>
                  </a:cubicBezTo>
                  <a:cubicBezTo>
                    <a:pt x="206" y="4"/>
                    <a:pt x="238" y="20"/>
                    <a:pt x="264" y="32"/>
                  </a:cubicBezTo>
                  <a:cubicBezTo>
                    <a:pt x="278" y="39"/>
                    <a:pt x="278" y="39"/>
                    <a:pt x="278" y="39"/>
                  </a:cubicBezTo>
                  <a:cubicBezTo>
                    <a:pt x="291" y="45"/>
                    <a:pt x="291" y="45"/>
                    <a:pt x="291" y="45"/>
                  </a:cubicBezTo>
                  <a:cubicBezTo>
                    <a:pt x="313" y="54"/>
                    <a:pt x="370" y="80"/>
                    <a:pt x="372" y="89"/>
                  </a:cubicBezTo>
                  <a:cubicBezTo>
                    <a:pt x="370" y="97"/>
                    <a:pt x="316" y="120"/>
                    <a:pt x="296" y="12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Oval 206">
              <a:extLst>
                <a:ext uri="{FF2B5EF4-FFF2-40B4-BE49-F238E27FC236}">
                  <a16:creationId xmlns:a16="http://schemas.microsoft.com/office/drawing/2014/main" id="{43B34D9B-EB7D-45E9-AD5D-403156D6F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707"/>
              <a:ext cx="155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38" name="Oval 207">
              <a:extLst>
                <a:ext uri="{FF2B5EF4-FFF2-40B4-BE49-F238E27FC236}">
                  <a16:creationId xmlns:a16="http://schemas.microsoft.com/office/drawing/2014/main" id="{9E94392E-8B88-4C02-B06C-CB495922E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39" name="Freeform 208">
              <a:extLst>
                <a:ext uri="{FF2B5EF4-FFF2-40B4-BE49-F238E27FC236}">
                  <a16:creationId xmlns:a16="http://schemas.microsoft.com/office/drawing/2014/main" id="{4459C34F-B302-4DC9-8F6B-E216E530E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91"/>
              <a:ext cx="127" cy="69"/>
            </a:xfrm>
            <a:custGeom>
              <a:avLst/>
              <a:gdLst>
                <a:gd name="T0" fmla="*/ 540 w 51"/>
                <a:gd name="T1" fmla="*/ 0 h 26"/>
                <a:gd name="T2" fmla="*/ 695 w 51"/>
                <a:gd name="T3" fmla="*/ 204 h 26"/>
                <a:gd name="T4" fmla="*/ 229 w 51"/>
                <a:gd name="T5" fmla="*/ 451 h 26"/>
                <a:gd name="T6" fmla="*/ 0 w 51"/>
                <a:gd name="T7" fmla="*/ 430 h 26"/>
                <a:gd name="T8" fmla="*/ 311 w 51"/>
                <a:gd name="T9" fmla="*/ 486 h 26"/>
                <a:gd name="T10" fmla="*/ 787 w 51"/>
                <a:gd name="T11" fmla="*/ 226 h 26"/>
                <a:gd name="T12" fmla="*/ 540 w 5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5" y="0"/>
                  </a:moveTo>
                  <a:cubicBezTo>
                    <a:pt x="41" y="3"/>
                    <a:pt x="45" y="7"/>
                    <a:pt x="45" y="11"/>
                  </a:cubicBezTo>
                  <a:cubicBezTo>
                    <a:pt x="45" y="18"/>
                    <a:pt x="32" y="24"/>
                    <a:pt x="15" y="24"/>
                  </a:cubicBezTo>
                  <a:cubicBezTo>
                    <a:pt x="9" y="24"/>
                    <a:pt x="5" y="24"/>
                    <a:pt x="0" y="23"/>
                  </a:cubicBezTo>
                  <a:cubicBezTo>
                    <a:pt x="6" y="25"/>
                    <a:pt x="13" y="26"/>
                    <a:pt x="20" y="26"/>
                  </a:cubicBezTo>
                  <a:cubicBezTo>
                    <a:pt x="37" y="26"/>
                    <a:pt x="51" y="20"/>
                    <a:pt x="51" y="12"/>
                  </a:cubicBezTo>
                  <a:cubicBezTo>
                    <a:pt x="51" y="7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209">
              <a:extLst>
                <a:ext uri="{FF2B5EF4-FFF2-40B4-BE49-F238E27FC236}">
                  <a16:creationId xmlns:a16="http://schemas.microsoft.com/office/drawing/2014/main" id="{7839DF6E-BD2F-4AA6-ACBF-4D2232F4E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93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210">
              <a:extLst>
                <a:ext uri="{FF2B5EF4-FFF2-40B4-BE49-F238E27FC236}">
                  <a16:creationId xmlns:a16="http://schemas.microsoft.com/office/drawing/2014/main" id="{76DC2AB8-02CC-4501-B24F-D34EB40CA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28"/>
              <a:ext cx="658" cy="211"/>
            </a:xfrm>
            <a:custGeom>
              <a:avLst/>
              <a:gdLst>
                <a:gd name="T0" fmla="*/ 4118 w 263"/>
                <a:gd name="T1" fmla="*/ 0 h 79"/>
                <a:gd name="T2" fmla="*/ 1334 w 263"/>
                <a:gd name="T3" fmla="*/ 1485 h 79"/>
                <a:gd name="T4" fmla="*/ 0 w 263"/>
                <a:gd name="T5" fmla="*/ 913 h 79"/>
                <a:gd name="T6" fmla="*/ 1709 w 263"/>
                <a:gd name="T7" fmla="*/ 1012 h 79"/>
                <a:gd name="T8" fmla="*/ 4118 w 26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9">
                  <a:moveTo>
                    <a:pt x="263" y="0"/>
                  </a:moveTo>
                  <a:cubicBezTo>
                    <a:pt x="260" y="8"/>
                    <a:pt x="101" y="77"/>
                    <a:pt x="85" y="78"/>
                  </a:cubicBezTo>
                  <a:cubicBezTo>
                    <a:pt x="69" y="79"/>
                    <a:pt x="4" y="51"/>
                    <a:pt x="0" y="48"/>
                  </a:cubicBezTo>
                  <a:cubicBezTo>
                    <a:pt x="23" y="55"/>
                    <a:pt x="78" y="60"/>
                    <a:pt x="109" y="53"/>
                  </a:cubicBezTo>
                  <a:cubicBezTo>
                    <a:pt x="140" y="46"/>
                    <a:pt x="237" y="15"/>
                    <a:pt x="263" y="0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211">
              <a:extLst>
                <a:ext uri="{FF2B5EF4-FFF2-40B4-BE49-F238E27FC236}">
                  <a16:creationId xmlns:a16="http://schemas.microsoft.com/office/drawing/2014/main" id="{3B0956D0-95B8-4139-88A8-0209347DD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509"/>
              <a:ext cx="522" cy="160"/>
            </a:xfrm>
            <a:custGeom>
              <a:avLst/>
              <a:gdLst>
                <a:gd name="T0" fmla="*/ 0 w 209"/>
                <a:gd name="T1" fmla="*/ 1139 h 60"/>
                <a:gd name="T2" fmla="*/ 2258 w 209"/>
                <a:gd name="T3" fmla="*/ 35 h 60"/>
                <a:gd name="T4" fmla="*/ 3257 w 209"/>
                <a:gd name="T5" fmla="*/ 477 h 60"/>
                <a:gd name="T6" fmla="*/ 2228 w 209"/>
                <a:gd name="T7" fmla="*/ 285 h 60"/>
                <a:gd name="T8" fmla="*/ 0 w 20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0">
                  <a:moveTo>
                    <a:pt x="0" y="60"/>
                  </a:moveTo>
                  <a:cubicBezTo>
                    <a:pt x="29" y="47"/>
                    <a:pt x="126" y="0"/>
                    <a:pt x="145" y="2"/>
                  </a:cubicBezTo>
                  <a:cubicBezTo>
                    <a:pt x="164" y="4"/>
                    <a:pt x="190" y="16"/>
                    <a:pt x="209" y="25"/>
                  </a:cubicBezTo>
                  <a:cubicBezTo>
                    <a:pt x="193" y="17"/>
                    <a:pt x="161" y="12"/>
                    <a:pt x="143" y="15"/>
                  </a:cubicBezTo>
                  <a:cubicBezTo>
                    <a:pt x="124" y="18"/>
                    <a:pt x="11" y="54"/>
                    <a:pt x="0" y="60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Freeform 212">
              <a:extLst>
                <a:ext uri="{FF2B5EF4-FFF2-40B4-BE49-F238E27FC236}">
                  <a16:creationId xmlns:a16="http://schemas.microsoft.com/office/drawing/2014/main" id="{61DAA22B-B5C0-4668-8CFD-97C9FB33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501"/>
              <a:ext cx="920" cy="448"/>
            </a:xfrm>
            <a:custGeom>
              <a:avLst/>
              <a:gdLst>
                <a:gd name="T0" fmla="*/ 4563 w 368"/>
                <a:gd name="T1" fmla="*/ 2368 h 168"/>
                <a:gd name="T2" fmla="*/ 4408 w 368"/>
                <a:gd name="T3" fmla="*/ 2445 h 168"/>
                <a:gd name="T4" fmla="*/ 2863 w 368"/>
                <a:gd name="T5" fmla="*/ 3187 h 168"/>
                <a:gd name="T6" fmla="*/ 1408 w 368"/>
                <a:gd name="T7" fmla="*/ 2525 h 168"/>
                <a:gd name="T8" fmla="*/ 1095 w 368"/>
                <a:gd name="T9" fmla="*/ 2355 h 168"/>
                <a:gd name="T10" fmla="*/ 0 w 368"/>
                <a:gd name="T11" fmla="*/ 1629 h 168"/>
                <a:gd name="T12" fmla="*/ 1095 w 368"/>
                <a:gd name="T13" fmla="*/ 875 h 168"/>
                <a:gd name="T14" fmla="*/ 1425 w 368"/>
                <a:gd name="T15" fmla="*/ 683 h 168"/>
                <a:gd name="T16" fmla="*/ 2875 w 368"/>
                <a:gd name="T17" fmla="*/ 0 h 168"/>
                <a:gd name="T18" fmla="*/ 4063 w 368"/>
                <a:gd name="T19" fmla="*/ 533 h 168"/>
                <a:gd name="T20" fmla="*/ 4283 w 368"/>
                <a:gd name="T21" fmla="*/ 661 h 168"/>
                <a:gd name="T22" fmla="*/ 4488 w 368"/>
                <a:gd name="T23" fmla="*/ 776 h 168"/>
                <a:gd name="T24" fmla="*/ 5750 w 368"/>
                <a:gd name="T25" fmla="*/ 1613 h 168"/>
                <a:gd name="T26" fmla="*/ 4563 w 368"/>
                <a:gd name="T27" fmla="*/ 2368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8" h="168">
                  <a:moveTo>
                    <a:pt x="292" y="125"/>
                  </a:moveTo>
                  <a:cubicBezTo>
                    <a:pt x="282" y="129"/>
                    <a:pt x="282" y="129"/>
                    <a:pt x="282" y="129"/>
                  </a:cubicBezTo>
                  <a:cubicBezTo>
                    <a:pt x="240" y="148"/>
                    <a:pt x="190" y="168"/>
                    <a:pt x="183" y="168"/>
                  </a:cubicBezTo>
                  <a:cubicBezTo>
                    <a:pt x="173" y="168"/>
                    <a:pt x="142" y="157"/>
                    <a:pt x="90" y="133"/>
                  </a:cubicBezTo>
                  <a:cubicBezTo>
                    <a:pt x="70" y="124"/>
                    <a:pt x="70" y="124"/>
                    <a:pt x="70" y="124"/>
                  </a:cubicBezTo>
                  <a:cubicBezTo>
                    <a:pt x="35" y="109"/>
                    <a:pt x="0" y="93"/>
                    <a:pt x="0" y="86"/>
                  </a:cubicBezTo>
                  <a:cubicBezTo>
                    <a:pt x="0" y="77"/>
                    <a:pt x="47" y="56"/>
                    <a:pt x="70" y="46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24" y="21"/>
                    <a:pt x="170" y="0"/>
                    <a:pt x="184" y="0"/>
                  </a:cubicBezTo>
                  <a:cubicBezTo>
                    <a:pt x="202" y="0"/>
                    <a:pt x="234" y="16"/>
                    <a:pt x="260" y="28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309" y="50"/>
                    <a:pt x="366" y="76"/>
                    <a:pt x="368" y="85"/>
                  </a:cubicBezTo>
                  <a:cubicBezTo>
                    <a:pt x="366" y="93"/>
                    <a:pt x="312" y="116"/>
                    <a:pt x="292" y="1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213">
              <a:extLst>
                <a:ext uri="{FF2B5EF4-FFF2-40B4-BE49-F238E27FC236}">
                  <a16:creationId xmlns:a16="http://schemas.microsoft.com/office/drawing/2014/main" id="{37DA73B4-F600-4BBB-A9AF-41703CB91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Oval 214">
              <a:extLst>
                <a:ext uri="{FF2B5EF4-FFF2-40B4-BE49-F238E27FC236}">
                  <a16:creationId xmlns:a16="http://schemas.microsoft.com/office/drawing/2014/main" id="{ACD190FF-D805-41D7-84A9-C793CE599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91" name="vascular-smooth-muscle-cell-illustration">
            <a:extLst>
              <a:ext uri="{FF2B5EF4-FFF2-40B4-BE49-F238E27FC236}">
                <a16:creationId xmlns:a16="http://schemas.microsoft.com/office/drawing/2014/main" id="{627C681D-3F15-4DB2-A7C0-1C545D9A85DE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2028825" y="3552825"/>
            <a:ext cx="685800" cy="742950"/>
            <a:chOff x="2678" y="2979"/>
            <a:chExt cx="540" cy="514"/>
          </a:xfrm>
        </p:grpSpPr>
        <p:sp>
          <p:nvSpPr>
            <p:cNvPr id="28824" name="Freeform 216">
              <a:extLst>
                <a:ext uri="{FF2B5EF4-FFF2-40B4-BE49-F238E27FC236}">
                  <a16:creationId xmlns:a16="http://schemas.microsoft.com/office/drawing/2014/main" id="{C4DD5226-82B3-4D49-81F3-EF75F17D2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5" name="Freeform 217">
              <a:extLst>
                <a:ext uri="{FF2B5EF4-FFF2-40B4-BE49-F238E27FC236}">
                  <a16:creationId xmlns:a16="http://schemas.microsoft.com/office/drawing/2014/main" id="{5D422D5C-EF10-4F85-B587-9AB93DED4E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1708 w 216"/>
                <a:gd name="T1" fmla="*/ 0 h 193"/>
                <a:gd name="T2" fmla="*/ 720 w 216"/>
                <a:gd name="T3" fmla="*/ 1816 h 193"/>
                <a:gd name="T4" fmla="*/ 95 w 216"/>
                <a:gd name="T5" fmla="*/ 3441 h 193"/>
                <a:gd name="T6" fmla="*/ 1783 w 216"/>
                <a:gd name="T7" fmla="*/ 3646 h 193"/>
                <a:gd name="T8" fmla="*/ 3283 w 216"/>
                <a:gd name="T9" fmla="*/ 3398 h 193"/>
                <a:gd name="T10" fmla="*/ 2658 w 216"/>
                <a:gd name="T11" fmla="*/ 1795 h 193"/>
                <a:gd name="T12" fmla="*/ 1708 w 216"/>
                <a:gd name="T13" fmla="*/ 0 h 193"/>
                <a:gd name="T14" fmla="*/ 3238 w 216"/>
                <a:gd name="T15" fmla="*/ 3361 h 193"/>
                <a:gd name="T16" fmla="*/ 1783 w 216"/>
                <a:gd name="T17" fmla="*/ 3569 h 193"/>
                <a:gd name="T18" fmla="*/ 158 w 216"/>
                <a:gd name="T19" fmla="*/ 3398 h 193"/>
                <a:gd name="T20" fmla="*/ 738 w 216"/>
                <a:gd name="T21" fmla="*/ 1907 h 193"/>
                <a:gd name="T22" fmla="*/ 770 w 216"/>
                <a:gd name="T23" fmla="*/ 1851 h 193"/>
                <a:gd name="T24" fmla="*/ 970 w 216"/>
                <a:gd name="T25" fmla="*/ 1419 h 193"/>
                <a:gd name="T26" fmla="*/ 1708 w 216"/>
                <a:gd name="T27" fmla="*/ 77 h 193"/>
                <a:gd name="T28" fmla="*/ 2345 w 216"/>
                <a:gd name="T29" fmla="*/ 1305 h 193"/>
                <a:gd name="T30" fmla="*/ 2595 w 216"/>
                <a:gd name="T31" fmla="*/ 1830 h 193"/>
                <a:gd name="T32" fmla="*/ 2595 w 216"/>
                <a:gd name="T33" fmla="*/ 1830 h 193"/>
                <a:gd name="T34" fmla="*/ 2688 w 216"/>
                <a:gd name="T35" fmla="*/ 2021 h 193"/>
                <a:gd name="T36" fmla="*/ 3238 w 216"/>
                <a:gd name="T37" fmla="*/ 3361 h 1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" h="193">
                  <a:moveTo>
                    <a:pt x="109" y="0"/>
                  </a:moveTo>
                  <a:cubicBezTo>
                    <a:pt x="97" y="0"/>
                    <a:pt x="63" y="66"/>
                    <a:pt x="46" y="96"/>
                  </a:cubicBezTo>
                  <a:cubicBezTo>
                    <a:pt x="28" y="125"/>
                    <a:pt x="0" y="172"/>
                    <a:pt x="6" y="182"/>
                  </a:cubicBezTo>
                  <a:cubicBezTo>
                    <a:pt x="12" y="192"/>
                    <a:pt x="86" y="193"/>
                    <a:pt x="114" y="193"/>
                  </a:cubicBezTo>
                  <a:cubicBezTo>
                    <a:pt x="141" y="193"/>
                    <a:pt x="204" y="191"/>
                    <a:pt x="210" y="180"/>
                  </a:cubicBezTo>
                  <a:cubicBezTo>
                    <a:pt x="216" y="170"/>
                    <a:pt x="181" y="115"/>
                    <a:pt x="170" y="95"/>
                  </a:cubicBezTo>
                  <a:cubicBezTo>
                    <a:pt x="151" y="63"/>
                    <a:pt x="121" y="0"/>
                    <a:pt x="109" y="0"/>
                  </a:cubicBezTo>
                  <a:close/>
                  <a:moveTo>
                    <a:pt x="207" y="178"/>
                  </a:moveTo>
                  <a:cubicBezTo>
                    <a:pt x="203" y="184"/>
                    <a:pt x="162" y="189"/>
                    <a:pt x="114" y="189"/>
                  </a:cubicBezTo>
                  <a:cubicBezTo>
                    <a:pt x="37" y="189"/>
                    <a:pt x="12" y="183"/>
                    <a:pt x="10" y="180"/>
                  </a:cubicBezTo>
                  <a:cubicBezTo>
                    <a:pt x="5" y="172"/>
                    <a:pt x="36" y="120"/>
                    <a:pt x="47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75" y="53"/>
                    <a:pt x="101" y="5"/>
                    <a:pt x="109" y="4"/>
                  </a:cubicBezTo>
                  <a:cubicBezTo>
                    <a:pt x="116" y="5"/>
                    <a:pt x="138" y="46"/>
                    <a:pt x="150" y="69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72" y="107"/>
                    <a:pt x="172" y="107"/>
                    <a:pt x="172" y="107"/>
                  </a:cubicBezTo>
                  <a:cubicBezTo>
                    <a:pt x="198" y="150"/>
                    <a:pt x="209" y="173"/>
                    <a:pt x="207" y="17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Oval 218">
              <a:extLst>
                <a:ext uri="{FF2B5EF4-FFF2-40B4-BE49-F238E27FC236}">
                  <a16:creationId xmlns:a16="http://schemas.microsoft.com/office/drawing/2014/main" id="{19789D13-D124-4010-984B-D4C3B95D2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293"/>
              <a:ext cx="153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27" name="Oval 219">
              <a:extLst>
                <a:ext uri="{FF2B5EF4-FFF2-40B4-BE49-F238E27FC236}">
                  <a16:creationId xmlns:a16="http://schemas.microsoft.com/office/drawing/2014/main" id="{4B7B2896-91C3-4AF6-82F0-5DD24F25A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28" name="Freeform 220">
              <a:extLst>
                <a:ext uri="{FF2B5EF4-FFF2-40B4-BE49-F238E27FC236}">
                  <a16:creationId xmlns:a16="http://schemas.microsoft.com/office/drawing/2014/main" id="{798BE55E-F994-4EA5-96FA-B4BC7A80A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280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21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30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58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221">
              <a:extLst>
                <a:ext uri="{FF2B5EF4-FFF2-40B4-BE49-F238E27FC236}">
                  <a16:creationId xmlns:a16="http://schemas.microsoft.com/office/drawing/2014/main" id="{0AEF3B3E-98A2-4E89-A6E1-D22481127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283"/>
              <a:ext cx="115" cy="50"/>
            </a:xfrm>
            <a:custGeom>
              <a:avLst/>
              <a:gdLst>
                <a:gd name="T0" fmla="*/ 50 w 46"/>
                <a:gd name="T1" fmla="*/ 200 h 19"/>
                <a:gd name="T2" fmla="*/ 470 w 46"/>
                <a:gd name="T3" fmla="*/ 21 h 19"/>
                <a:gd name="T4" fmla="*/ 720 w 46"/>
                <a:gd name="T5" fmla="*/ 76 h 19"/>
                <a:gd name="T6" fmla="*/ 395 w 46"/>
                <a:gd name="T7" fmla="*/ 0 h 19"/>
                <a:gd name="T8" fmla="*/ 0 w 46"/>
                <a:gd name="T9" fmla="*/ 179 h 19"/>
                <a:gd name="T10" fmla="*/ 158 w 46"/>
                <a:gd name="T11" fmla="*/ 347 h 19"/>
                <a:gd name="T12" fmla="*/ 50 w 46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3" y="11"/>
                  </a:moveTo>
                  <a:cubicBezTo>
                    <a:pt x="3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3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Freeform 222">
              <a:extLst>
                <a:ext uri="{FF2B5EF4-FFF2-40B4-BE49-F238E27FC236}">
                  <a16:creationId xmlns:a16="http://schemas.microsoft.com/office/drawing/2014/main" id="{AEC92239-7728-407D-A06C-6D7D2D6D1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189"/>
              <a:ext cx="362" cy="283"/>
            </a:xfrm>
            <a:custGeom>
              <a:avLst/>
              <a:gdLst>
                <a:gd name="T0" fmla="*/ 0 w 145"/>
                <a:gd name="T1" fmla="*/ 1981 h 106"/>
                <a:gd name="T2" fmla="*/ 2070 w 145"/>
                <a:gd name="T3" fmla="*/ 1823 h 106"/>
                <a:gd name="T4" fmla="*/ 1341 w 145"/>
                <a:gd name="T5" fmla="*/ 0 h 106"/>
                <a:gd name="T6" fmla="*/ 1728 w 145"/>
                <a:gd name="T7" fmla="*/ 1618 h 106"/>
                <a:gd name="T8" fmla="*/ 0 w 145"/>
                <a:gd name="T9" fmla="*/ 198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06">
                  <a:moveTo>
                    <a:pt x="0" y="104"/>
                  </a:moveTo>
                  <a:cubicBezTo>
                    <a:pt x="34" y="106"/>
                    <a:pt x="121" y="105"/>
                    <a:pt x="133" y="96"/>
                  </a:cubicBezTo>
                  <a:cubicBezTo>
                    <a:pt x="145" y="87"/>
                    <a:pt x="94" y="24"/>
                    <a:pt x="86" y="0"/>
                  </a:cubicBezTo>
                  <a:cubicBezTo>
                    <a:pt x="94" y="21"/>
                    <a:pt x="121" y="76"/>
                    <a:pt x="111" y="85"/>
                  </a:cubicBezTo>
                  <a:cubicBezTo>
                    <a:pt x="93" y="101"/>
                    <a:pt x="13" y="105"/>
                    <a:pt x="0" y="104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1" name="Freeform 223">
              <a:extLst>
                <a:ext uri="{FF2B5EF4-FFF2-40B4-BE49-F238E27FC236}">
                  <a16:creationId xmlns:a16="http://schemas.microsoft.com/office/drawing/2014/main" id="{FC3486CE-C06C-406C-9E9B-3A7FE11D3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95"/>
              <a:ext cx="258" cy="416"/>
            </a:xfrm>
            <a:custGeom>
              <a:avLst/>
              <a:gdLst>
                <a:gd name="T0" fmla="*/ 1380 w 103"/>
                <a:gd name="T1" fmla="*/ 77 h 156"/>
                <a:gd name="T2" fmla="*/ 408 w 103"/>
                <a:gd name="T3" fmla="*/ 2027 h 156"/>
                <a:gd name="T4" fmla="*/ 0 w 103"/>
                <a:gd name="T5" fmla="*/ 2957 h 156"/>
                <a:gd name="T6" fmla="*/ 972 w 103"/>
                <a:gd name="T7" fmla="*/ 1101 h 156"/>
                <a:gd name="T8" fmla="*/ 1618 w 103"/>
                <a:gd name="T9" fmla="*/ 376 h 156"/>
                <a:gd name="T10" fmla="*/ 1380 w 103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56">
                  <a:moveTo>
                    <a:pt x="88" y="4"/>
                  </a:moveTo>
                  <a:cubicBezTo>
                    <a:pt x="77" y="18"/>
                    <a:pt x="37" y="90"/>
                    <a:pt x="26" y="107"/>
                  </a:cubicBezTo>
                  <a:cubicBezTo>
                    <a:pt x="14" y="124"/>
                    <a:pt x="2" y="146"/>
                    <a:pt x="0" y="156"/>
                  </a:cubicBezTo>
                  <a:cubicBezTo>
                    <a:pt x="18" y="133"/>
                    <a:pt x="55" y="70"/>
                    <a:pt x="62" y="58"/>
                  </a:cubicBezTo>
                  <a:cubicBezTo>
                    <a:pt x="72" y="42"/>
                    <a:pt x="90" y="6"/>
                    <a:pt x="103" y="20"/>
                  </a:cubicBezTo>
                  <a:cubicBezTo>
                    <a:pt x="98" y="8"/>
                    <a:pt x="93" y="0"/>
                    <a:pt x="88" y="4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2" name="Freeform 224">
              <a:extLst>
                <a:ext uri="{FF2B5EF4-FFF2-40B4-BE49-F238E27FC236}">
                  <a16:creationId xmlns:a16="http://schemas.microsoft.com/office/drawing/2014/main" id="{C7883C1A-3525-4FB9-96C5-78F9E432B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89"/>
              <a:ext cx="511" cy="494"/>
            </a:xfrm>
            <a:custGeom>
              <a:avLst/>
              <a:gdLst>
                <a:gd name="T0" fmla="*/ 3174 w 204"/>
                <a:gd name="T1" fmla="*/ 3316 h 185"/>
                <a:gd name="T2" fmla="*/ 1713 w 204"/>
                <a:gd name="T3" fmla="*/ 3522 h 185"/>
                <a:gd name="T4" fmla="*/ 83 w 204"/>
                <a:gd name="T5" fmla="*/ 3351 h 185"/>
                <a:gd name="T6" fmla="*/ 659 w 204"/>
                <a:gd name="T7" fmla="*/ 1848 h 185"/>
                <a:gd name="T8" fmla="*/ 691 w 204"/>
                <a:gd name="T9" fmla="*/ 1789 h 185"/>
                <a:gd name="T10" fmla="*/ 897 w 204"/>
                <a:gd name="T11" fmla="*/ 1354 h 185"/>
                <a:gd name="T12" fmla="*/ 1638 w 204"/>
                <a:gd name="T13" fmla="*/ 0 h 185"/>
                <a:gd name="T14" fmla="*/ 2277 w 204"/>
                <a:gd name="T15" fmla="*/ 1242 h 185"/>
                <a:gd name="T16" fmla="*/ 2527 w 204"/>
                <a:gd name="T17" fmla="*/ 1768 h 185"/>
                <a:gd name="T18" fmla="*/ 2527 w 204"/>
                <a:gd name="T19" fmla="*/ 1768 h 185"/>
                <a:gd name="T20" fmla="*/ 2623 w 204"/>
                <a:gd name="T21" fmla="*/ 1960 h 185"/>
                <a:gd name="T22" fmla="*/ 3174 w 204"/>
                <a:gd name="T23" fmla="*/ 3316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185">
                  <a:moveTo>
                    <a:pt x="202" y="174"/>
                  </a:moveTo>
                  <a:cubicBezTo>
                    <a:pt x="198" y="180"/>
                    <a:pt x="157" y="185"/>
                    <a:pt x="109" y="185"/>
                  </a:cubicBezTo>
                  <a:cubicBezTo>
                    <a:pt x="32" y="185"/>
                    <a:pt x="7" y="179"/>
                    <a:pt x="5" y="176"/>
                  </a:cubicBezTo>
                  <a:cubicBezTo>
                    <a:pt x="0" y="168"/>
                    <a:pt x="31" y="116"/>
                    <a:pt x="42" y="97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70" y="49"/>
                    <a:pt x="96" y="1"/>
                    <a:pt x="104" y="0"/>
                  </a:cubicBezTo>
                  <a:cubicBezTo>
                    <a:pt x="111" y="1"/>
                    <a:pt x="133" y="42"/>
                    <a:pt x="145" y="65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7" y="103"/>
                    <a:pt x="167" y="103"/>
                    <a:pt x="167" y="103"/>
                  </a:cubicBezTo>
                  <a:cubicBezTo>
                    <a:pt x="193" y="146"/>
                    <a:pt x="204" y="169"/>
                    <a:pt x="202" y="17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3" name="Freeform 225">
              <a:extLst>
                <a:ext uri="{FF2B5EF4-FFF2-40B4-BE49-F238E27FC236}">
                  <a16:creationId xmlns:a16="http://schemas.microsoft.com/office/drawing/2014/main" id="{69F10B64-ACBB-4F00-8078-50143C7C0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Oval 226">
              <a:extLst>
                <a:ext uri="{FF2B5EF4-FFF2-40B4-BE49-F238E27FC236}">
                  <a16:creationId xmlns:a16="http://schemas.microsoft.com/office/drawing/2014/main" id="{E5D6BB2D-A31D-469D-B605-90D8066DE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92" name="Single-smooth-muscle-cell">
            <a:extLst>
              <a:ext uri="{FF2B5EF4-FFF2-40B4-BE49-F238E27FC236}">
                <a16:creationId xmlns:a16="http://schemas.microsoft.com/office/drawing/2014/main" id="{742811EF-64B8-4708-9ACE-79840C6897F5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2028825" y="4314825"/>
            <a:ext cx="685800" cy="742950"/>
            <a:chOff x="2678" y="2979"/>
            <a:chExt cx="540" cy="514"/>
          </a:xfrm>
        </p:grpSpPr>
        <p:sp>
          <p:nvSpPr>
            <p:cNvPr id="28813" name="Freeform 228">
              <a:extLst>
                <a:ext uri="{FF2B5EF4-FFF2-40B4-BE49-F238E27FC236}">
                  <a16:creationId xmlns:a16="http://schemas.microsoft.com/office/drawing/2014/main" id="{BC8E3CEA-66B7-4A04-BBCC-C598A77C6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Freeform 229">
              <a:extLst>
                <a:ext uri="{FF2B5EF4-FFF2-40B4-BE49-F238E27FC236}">
                  <a16:creationId xmlns:a16="http://schemas.microsoft.com/office/drawing/2014/main" id="{3CFA2B58-6342-488B-8EED-99ACAD5044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1708 w 216"/>
                <a:gd name="T1" fmla="*/ 0 h 193"/>
                <a:gd name="T2" fmla="*/ 720 w 216"/>
                <a:gd name="T3" fmla="*/ 1816 h 193"/>
                <a:gd name="T4" fmla="*/ 95 w 216"/>
                <a:gd name="T5" fmla="*/ 3441 h 193"/>
                <a:gd name="T6" fmla="*/ 1783 w 216"/>
                <a:gd name="T7" fmla="*/ 3646 h 193"/>
                <a:gd name="T8" fmla="*/ 3283 w 216"/>
                <a:gd name="T9" fmla="*/ 3398 h 193"/>
                <a:gd name="T10" fmla="*/ 2658 w 216"/>
                <a:gd name="T11" fmla="*/ 1795 h 193"/>
                <a:gd name="T12" fmla="*/ 1708 w 216"/>
                <a:gd name="T13" fmla="*/ 0 h 193"/>
                <a:gd name="T14" fmla="*/ 3238 w 216"/>
                <a:gd name="T15" fmla="*/ 3361 h 193"/>
                <a:gd name="T16" fmla="*/ 1783 w 216"/>
                <a:gd name="T17" fmla="*/ 3569 h 193"/>
                <a:gd name="T18" fmla="*/ 158 w 216"/>
                <a:gd name="T19" fmla="*/ 3398 h 193"/>
                <a:gd name="T20" fmla="*/ 738 w 216"/>
                <a:gd name="T21" fmla="*/ 1907 h 193"/>
                <a:gd name="T22" fmla="*/ 770 w 216"/>
                <a:gd name="T23" fmla="*/ 1851 h 193"/>
                <a:gd name="T24" fmla="*/ 970 w 216"/>
                <a:gd name="T25" fmla="*/ 1419 h 193"/>
                <a:gd name="T26" fmla="*/ 1708 w 216"/>
                <a:gd name="T27" fmla="*/ 77 h 193"/>
                <a:gd name="T28" fmla="*/ 2345 w 216"/>
                <a:gd name="T29" fmla="*/ 1305 h 193"/>
                <a:gd name="T30" fmla="*/ 2595 w 216"/>
                <a:gd name="T31" fmla="*/ 1830 h 193"/>
                <a:gd name="T32" fmla="*/ 2595 w 216"/>
                <a:gd name="T33" fmla="*/ 1830 h 193"/>
                <a:gd name="T34" fmla="*/ 2688 w 216"/>
                <a:gd name="T35" fmla="*/ 2021 h 193"/>
                <a:gd name="T36" fmla="*/ 3238 w 216"/>
                <a:gd name="T37" fmla="*/ 3361 h 1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" h="193">
                  <a:moveTo>
                    <a:pt x="109" y="0"/>
                  </a:moveTo>
                  <a:cubicBezTo>
                    <a:pt x="97" y="0"/>
                    <a:pt x="63" y="66"/>
                    <a:pt x="46" y="96"/>
                  </a:cubicBezTo>
                  <a:cubicBezTo>
                    <a:pt x="28" y="125"/>
                    <a:pt x="0" y="172"/>
                    <a:pt x="6" y="182"/>
                  </a:cubicBezTo>
                  <a:cubicBezTo>
                    <a:pt x="12" y="192"/>
                    <a:pt x="86" y="193"/>
                    <a:pt x="114" y="193"/>
                  </a:cubicBezTo>
                  <a:cubicBezTo>
                    <a:pt x="141" y="193"/>
                    <a:pt x="204" y="191"/>
                    <a:pt x="210" y="180"/>
                  </a:cubicBezTo>
                  <a:cubicBezTo>
                    <a:pt x="216" y="170"/>
                    <a:pt x="181" y="115"/>
                    <a:pt x="170" y="95"/>
                  </a:cubicBezTo>
                  <a:cubicBezTo>
                    <a:pt x="151" y="63"/>
                    <a:pt x="121" y="0"/>
                    <a:pt x="109" y="0"/>
                  </a:cubicBezTo>
                  <a:close/>
                  <a:moveTo>
                    <a:pt x="207" y="178"/>
                  </a:moveTo>
                  <a:cubicBezTo>
                    <a:pt x="203" y="184"/>
                    <a:pt x="162" y="189"/>
                    <a:pt x="114" y="189"/>
                  </a:cubicBezTo>
                  <a:cubicBezTo>
                    <a:pt x="37" y="189"/>
                    <a:pt x="12" y="183"/>
                    <a:pt x="10" y="180"/>
                  </a:cubicBezTo>
                  <a:cubicBezTo>
                    <a:pt x="5" y="172"/>
                    <a:pt x="36" y="120"/>
                    <a:pt x="47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75" y="53"/>
                    <a:pt x="101" y="5"/>
                    <a:pt x="109" y="4"/>
                  </a:cubicBezTo>
                  <a:cubicBezTo>
                    <a:pt x="116" y="5"/>
                    <a:pt x="138" y="46"/>
                    <a:pt x="150" y="69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72" y="107"/>
                    <a:pt x="172" y="107"/>
                    <a:pt x="172" y="107"/>
                  </a:cubicBezTo>
                  <a:cubicBezTo>
                    <a:pt x="198" y="150"/>
                    <a:pt x="209" y="173"/>
                    <a:pt x="207" y="17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Oval 230">
              <a:extLst>
                <a:ext uri="{FF2B5EF4-FFF2-40B4-BE49-F238E27FC236}">
                  <a16:creationId xmlns:a16="http://schemas.microsoft.com/office/drawing/2014/main" id="{9BEAEB7C-B34B-4482-8ADE-4B217005F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293"/>
              <a:ext cx="153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16" name="Oval 231">
              <a:extLst>
                <a:ext uri="{FF2B5EF4-FFF2-40B4-BE49-F238E27FC236}">
                  <a16:creationId xmlns:a16="http://schemas.microsoft.com/office/drawing/2014/main" id="{9F4A0E6C-6AC0-47E9-A345-836D60EEB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17" name="Freeform 232">
              <a:extLst>
                <a:ext uri="{FF2B5EF4-FFF2-40B4-BE49-F238E27FC236}">
                  <a16:creationId xmlns:a16="http://schemas.microsoft.com/office/drawing/2014/main" id="{5ECC8444-9AF2-4FCC-B055-6816B1740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280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21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30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58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Freeform 233">
              <a:extLst>
                <a:ext uri="{FF2B5EF4-FFF2-40B4-BE49-F238E27FC236}">
                  <a16:creationId xmlns:a16="http://schemas.microsoft.com/office/drawing/2014/main" id="{02FDF700-0B64-420B-A045-0C97EDD03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283"/>
              <a:ext cx="115" cy="50"/>
            </a:xfrm>
            <a:custGeom>
              <a:avLst/>
              <a:gdLst>
                <a:gd name="T0" fmla="*/ 50 w 46"/>
                <a:gd name="T1" fmla="*/ 200 h 19"/>
                <a:gd name="T2" fmla="*/ 470 w 46"/>
                <a:gd name="T3" fmla="*/ 21 h 19"/>
                <a:gd name="T4" fmla="*/ 720 w 46"/>
                <a:gd name="T5" fmla="*/ 76 h 19"/>
                <a:gd name="T6" fmla="*/ 395 w 46"/>
                <a:gd name="T7" fmla="*/ 0 h 19"/>
                <a:gd name="T8" fmla="*/ 0 w 46"/>
                <a:gd name="T9" fmla="*/ 179 h 19"/>
                <a:gd name="T10" fmla="*/ 158 w 46"/>
                <a:gd name="T11" fmla="*/ 347 h 19"/>
                <a:gd name="T12" fmla="*/ 50 w 46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3" y="11"/>
                  </a:moveTo>
                  <a:cubicBezTo>
                    <a:pt x="3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3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9" name="Freeform 234">
              <a:extLst>
                <a:ext uri="{FF2B5EF4-FFF2-40B4-BE49-F238E27FC236}">
                  <a16:creationId xmlns:a16="http://schemas.microsoft.com/office/drawing/2014/main" id="{D297C0BA-9B05-449C-AE4F-969F4D66B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189"/>
              <a:ext cx="362" cy="283"/>
            </a:xfrm>
            <a:custGeom>
              <a:avLst/>
              <a:gdLst>
                <a:gd name="T0" fmla="*/ 0 w 145"/>
                <a:gd name="T1" fmla="*/ 1981 h 106"/>
                <a:gd name="T2" fmla="*/ 2070 w 145"/>
                <a:gd name="T3" fmla="*/ 1823 h 106"/>
                <a:gd name="T4" fmla="*/ 1341 w 145"/>
                <a:gd name="T5" fmla="*/ 0 h 106"/>
                <a:gd name="T6" fmla="*/ 1728 w 145"/>
                <a:gd name="T7" fmla="*/ 1618 h 106"/>
                <a:gd name="T8" fmla="*/ 0 w 145"/>
                <a:gd name="T9" fmla="*/ 198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06">
                  <a:moveTo>
                    <a:pt x="0" y="104"/>
                  </a:moveTo>
                  <a:cubicBezTo>
                    <a:pt x="34" y="106"/>
                    <a:pt x="121" y="105"/>
                    <a:pt x="133" y="96"/>
                  </a:cubicBezTo>
                  <a:cubicBezTo>
                    <a:pt x="145" y="87"/>
                    <a:pt x="94" y="24"/>
                    <a:pt x="86" y="0"/>
                  </a:cubicBezTo>
                  <a:cubicBezTo>
                    <a:pt x="94" y="21"/>
                    <a:pt x="121" y="76"/>
                    <a:pt x="111" y="85"/>
                  </a:cubicBezTo>
                  <a:cubicBezTo>
                    <a:pt x="93" y="101"/>
                    <a:pt x="13" y="105"/>
                    <a:pt x="0" y="104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Freeform 235">
              <a:extLst>
                <a:ext uri="{FF2B5EF4-FFF2-40B4-BE49-F238E27FC236}">
                  <a16:creationId xmlns:a16="http://schemas.microsoft.com/office/drawing/2014/main" id="{1BF29B70-EB5E-4D18-8917-DE189F70A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95"/>
              <a:ext cx="258" cy="416"/>
            </a:xfrm>
            <a:custGeom>
              <a:avLst/>
              <a:gdLst>
                <a:gd name="T0" fmla="*/ 1380 w 103"/>
                <a:gd name="T1" fmla="*/ 77 h 156"/>
                <a:gd name="T2" fmla="*/ 408 w 103"/>
                <a:gd name="T3" fmla="*/ 2027 h 156"/>
                <a:gd name="T4" fmla="*/ 0 w 103"/>
                <a:gd name="T5" fmla="*/ 2957 h 156"/>
                <a:gd name="T6" fmla="*/ 972 w 103"/>
                <a:gd name="T7" fmla="*/ 1101 h 156"/>
                <a:gd name="T8" fmla="*/ 1618 w 103"/>
                <a:gd name="T9" fmla="*/ 376 h 156"/>
                <a:gd name="T10" fmla="*/ 1380 w 103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56">
                  <a:moveTo>
                    <a:pt x="88" y="4"/>
                  </a:moveTo>
                  <a:cubicBezTo>
                    <a:pt x="77" y="18"/>
                    <a:pt x="37" y="90"/>
                    <a:pt x="26" y="107"/>
                  </a:cubicBezTo>
                  <a:cubicBezTo>
                    <a:pt x="14" y="124"/>
                    <a:pt x="2" y="146"/>
                    <a:pt x="0" y="156"/>
                  </a:cubicBezTo>
                  <a:cubicBezTo>
                    <a:pt x="18" y="133"/>
                    <a:pt x="55" y="70"/>
                    <a:pt x="62" y="58"/>
                  </a:cubicBezTo>
                  <a:cubicBezTo>
                    <a:pt x="72" y="42"/>
                    <a:pt x="90" y="6"/>
                    <a:pt x="103" y="20"/>
                  </a:cubicBezTo>
                  <a:cubicBezTo>
                    <a:pt x="98" y="8"/>
                    <a:pt x="93" y="0"/>
                    <a:pt x="88" y="4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1" name="Freeform 236">
              <a:extLst>
                <a:ext uri="{FF2B5EF4-FFF2-40B4-BE49-F238E27FC236}">
                  <a16:creationId xmlns:a16="http://schemas.microsoft.com/office/drawing/2014/main" id="{B9450E95-10C4-4AB3-8690-974CEA7A4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89"/>
              <a:ext cx="511" cy="494"/>
            </a:xfrm>
            <a:custGeom>
              <a:avLst/>
              <a:gdLst>
                <a:gd name="T0" fmla="*/ 3174 w 204"/>
                <a:gd name="T1" fmla="*/ 3316 h 185"/>
                <a:gd name="T2" fmla="*/ 1713 w 204"/>
                <a:gd name="T3" fmla="*/ 3522 h 185"/>
                <a:gd name="T4" fmla="*/ 83 w 204"/>
                <a:gd name="T5" fmla="*/ 3351 h 185"/>
                <a:gd name="T6" fmla="*/ 659 w 204"/>
                <a:gd name="T7" fmla="*/ 1848 h 185"/>
                <a:gd name="T8" fmla="*/ 691 w 204"/>
                <a:gd name="T9" fmla="*/ 1789 h 185"/>
                <a:gd name="T10" fmla="*/ 897 w 204"/>
                <a:gd name="T11" fmla="*/ 1354 h 185"/>
                <a:gd name="T12" fmla="*/ 1638 w 204"/>
                <a:gd name="T13" fmla="*/ 0 h 185"/>
                <a:gd name="T14" fmla="*/ 2277 w 204"/>
                <a:gd name="T15" fmla="*/ 1242 h 185"/>
                <a:gd name="T16" fmla="*/ 2527 w 204"/>
                <a:gd name="T17" fmla="*/ 1768 h 185"/>
                <a:gd name="T18" fmla="*/ 2527 w 204"/>
                <a:gd name="T19" fmla="*/ 1768 h 185"/>
                <a:gd name="T20" fmla="*/ 2623 w 204"/>
                <a:gd name="T21" fmla="*/ 1960 h 185"/>
                <a:gd name="T22" fmla="*/ 3174 w 204"/>
                <a:gd name="T23" fmla="*/ 3316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185">
                  <a:moveTo>
                    <a:pt x="202" y="174"/>
                  </a:moveTo>
                  <a:cubicBezTo>
                    <a:pt x="198" y="180"/>
                    <a:pt x="157" y="185"/>
                    <a:pt x="109" y="185"/>
                  </a:cubicBezTo>
                  <a:cubicBezTo>
                    <a:pt x="32" y="185"/>
                    <a:pt x="7" y="179"/>
                    <a:pt x="5" y="176"/>
                  </a:cubicBezTo>
                  <a:cubicBezTo>
                    <a:pt x="0" y="168"/>
                    <a:pt x="31" y="116"/>
                    <a:pt x="42" y="97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70" y="49"/>
                    <a:pt x="96" y="1"/>
                    <a:pt x="104" y="0"/>
                  </a:cubicBezTo>
                  <a:cubicBezTo>
                    <a:pt x="111" y="1"/>
                    <a:pt x="133" y="42"/>
                    <a:pt x="145" y="65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7" y="103"/>
                    <a:pt x="167" y="103"/>
                    <a:pt x="167" y="103"/>
                  </a:cubicBezTo>
                  <a:cubicBezTo>
                    <a:pt x="193" y="146"/>
                    <a:pt x="204" y="169"/>
                    <a:pt x="202" y="17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Freeform 237">
              <a:extLst>
                <a:ext uri="{FF2B5EF4-FFF2-40B4-BE49-F238E27FC236}">
                  <a16:creationId xmlns:a16="http://schemas.microsoft.com/office/drawing/2014/main" id="{D9978DB4-4828-4AA2-A9E1-F8F1AA7F2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3" name="Oval 238">
              <a:extLst>
                <a:ext uri="{FF2B5EF4-FFF2-40B4-BE49-F238E27FC236}">
                  <a16:creationId xmlns:a16="http://schemas.microsoft.com/office/drawing/2014/main" id="{682D21CE-3056-4A11-834F-C0FC95A72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93" name="Single-smooth-muscle-cell-illustration">
            <a:extLst>
              <a:ext uri="{FF2B5EF4-FFF2-40B4-BE49-F238E27FC236}">
                <a16:creationId xmlns:a16="http://schemas.microsoft.com/office/drawing/2014/main" id="{C6116839-B974-46E3-B195-8545BEF879C9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6829425" y="3933825"/>
            <a:ext cx="685800" cy="742950"/>
            <a:chOff x="2678" y="2979"/>
            <a:chExt cx="540" cy="514"/>
          </a:xfrm>
        </p:grpSpPr>
        <p:sp>
          <p:nvSpPr>
            <p:cNvPr id="28802" name="Freeform 240">
              <a:extLst>
                <a:ext uri="{FF2B5EF4-FFF2-40B4-BE49-F238E27FC236}">
                  <a16:creationId xmlns:a16="http://schemas.microsoft.com/office/drawing/2014/main" id="{434584F1-BBB9-4022-8FF5-B5856B6A4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241">
              <a:extLst>
                <a:ext uri="{FF2B5EF4-FFF2-40B4-BE49-F238E27FC236}">
                  <a16:creationId xmlns:a16="http://schemas.microsoft.com/office/drawing/2014/main" id="{F0F7AC74-9694-4480-B226-34BC461072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1708 w 216"/>
                <a:gd name="T1" fmla="*/ 0 h 193"/>
                <a:gd name="T2" fmla="*/ 720 w 216"/>
                <a:gd name="T3" fmla="*/ 1816 h 193"/>
                <a:gd name="T4" fmla="*/ 95 w 216"/>
                <a:gd name="T5" fmla="*/ 3441 h 193"/>
                <a:gd name="T6" fmla="*/ 1783 w 216"/>
                <a:gd name="T7" fmla="*/ 3646 h 193"/>
                <a:gd name="T8" fmla="*/ 3283 w 216"/>
                <a:gd name="T9" fmla="*/ 3398 h 193"/>
                <a:gd name="T10" fmla="*/ 2658 w 216"/>
                <a:gd name="T11" fmla="*/ 1795 h 193"/>
                <a:gd name="T12" fmla="*/ 1708 w 216"/>
                <a:gd name="T13" fmla="*/ 0 h 193"/>
                <a:gd name="T14" fmla="*/ 3238 w 216"/>
                <a:gd name="T15" fmla="*/ 3361 h 193"/>
                <a:gd name="T16" fmla="*/ 1783 w 216"/>
                <a:gd name="T17" fmla="*/ 3569 h 193"/>
                <a:gd name="T18" fmla="*/ 158 w 216"/>
                <a:gd name="T19" fmla="*/ 3398 h 193"/>
                <a:gd name="T20" fmla="*/ 738 w 216"/>
                <a:gd name="T21" fmla="*/ 1907 h 193"/>
                <a:gd name="T22" fmla="*/ 770 w 216"/>
                <a:gd name="T23" fmla="*/ 1851 h 193"/>
                <a:gd name="T24" fmla="*/ 970 w 216"/>
                <a:gd name="T25" fmla="*/ 1419 h 193"/>
                <a:gd name="T26" fmla="*/ 1708 w 216"/>
                <a:gd name="T27" fmla="*/ 77 h 193"/>
                <a:gd name="T28" fmla="*/ 2345 w 216"/>
                <a:gd name="T29" fmla="*/ 1305 h 193"/>
                <a:gd name="T30" fmla="*/ 2595 w 216"/>
                <a:gd name="T31" fmla="*/ 1830 h 193"/>
                <a:gd name="T32" fmla="*/ 2595 w 216"/>
                <a:gd name="T33" fmla="*/ 1830 h 193"/>
                <a:gd name="T34" fmla="*/ 2688 w 216"/>
                <a:gd name="T35" fmla="*/ 2021 h 193"/>
                <a:gd name="T36" fmla="*/ 3238 w 216"/>
                <a:gd name="T37" fmla="*/ 3361 h 1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" h="193">
                  <a:moveTo>
                    <a:pt x="109" y="0"/>
                  </a:moveTo>
                  <a:cubicBezTo>
                    <a:pt x="97" y="0"/>
                    <a:pt x="63" y="66"/>
                    <a:pt x="46" y="96"/>
                  </a:cubicBezTo>
                  <a:cubicBezTo>
                    <a:pt x="28" y="125"/>
                    <a:pt x="0" y="172"/>
                    <a:pt x="6" y="182"/>
                  </a:cubicBezTo>
                  <a:cubicBezTo>
                    <a:pt x="12" y="192"/>
                    <a:pt x="86" y="193"/>
                    <a:pt x="114" y="193"/>
                  </a:cubicBezTo>
                  <a:cubicBezTo>
                    <a:pt x="141" y="193"/>
                    <a:pt x="204" y="191"/>
                    <a:pt x="210" y="180"/>
                  </a:cubicBezTo>
                  <a:cubicBezTo>
                    <a:pt x="216" y="170"/>
                    <a:pt x="181" y="115"/>
                    <a:pt x="170" y="95"/>
                  </a:cubicBezTo>
                  <a:cubicBezTo>
                    <a:pt x="151" y="63"/>
                    <a:pt x="121" y="0"/>
                    <a:pt x="109" y="0"/>
                  </a:cubicBezTo>
                  <a:close/>
                  <a:moveTo>
                    <a:pt x="207" y="178"/>
                  </a:moveTo>
                  <a:cubicBezTo>
                    <a:pt x="203" y="184"/>
                    <a:pt x="162" y="189"/>
                    <a:pt x="114" y="189"/>
                  </a:cubicBezTo>
                  <a:cubicBezTo>
                    <a:pt x="37" y="189"/>
                    <a:pt x="12" y="183"/>
                    <a:pt x="10" y="180"/>
                  </a:cubicBezTo>
                  <a:cubicBezTo>
                    <a:pt x="5" y="172"/>
                    <a:pt x="36" y="120"/>
                    <a:pt x="47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75" y="53"/>
                    <a:pt x="101" y="5"/>
                    <a:pt x="109" y="4"/>
                  </a:cubicBezTo>
                  <a:cubicBezTo>
                    <a:pt x="116" y="5"/>
                    <a:pt x="138" y="46"/>
                    <a:pt x="150" y="69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72" y="107"/>
                    <a:pt x="172" y="107"/>
                    <a:pt x="172" y="107"/>
                  </a:cubicBezTo>
                  <a:cubicBezTo>
                    <a:pt x="198" y="150"/>
                    <a:pt x="209" y="173"/>
                    <a:pt x="207" y="17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Oval 242">
              <a:extLst>
                <a:ext uri="{FF2B5EF4-FFF2-40B4-BE49-F238E27FC236}">
                  <a16:creationId xmlns:a16="http://schemas.microsoft.com/office/drawing/2014/main" id="{31DFD7D2-5D6D-4EFE-A147-A870B04A3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293"/>
              <a:ext cx="153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5" name="Oval 243">
              <a:extLst>
                <a:ext uri="{FF2B5EF4-FFF2-40B4-BE49-F238E27FC236}">
                  <a16:creationId xmlns:a16="http://schemas.microsoft.com/office/drawing/2014/main" id="{6C9CDA4A-5DEE-42BF-B346-8403EA8F6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6" name="Freeform 244">
              <a:extLst>
                <a:ext uri="{FF2B5EF4-FFF2-40B4-BE49-F238E27FC236}">
                  <a16:creationId xmlns:a16="http://schemas.microsoft.com/office/drawing/2014/main" id="{3610E691-7B49-4327-8FDE-F05022CEA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280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21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30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58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245">
              <a:extLst>
                <a:ext uri="{FF2B5EF4-FFF2-40B4-BE49-F238E27FC236}">
                  <a16:creationId xmlns:a16="http://schemas.microsoft.com/office/drawing/2014/main" id="{A40BD032-5139-4098-BDEC-C9DB19596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283"/>
              <a:ext cx="115" cy="50"/>
            </a:xfrm>
            <a:custGeom>
              <a:avLst/>
              <a:gdLst>
                <a:gd name="T0" fmla="*/ 50 w 46"/>
                <a:gd name="T1" fmla="*/ 200 h 19"/>
                <a:gd name="T2" fmla="*/ 470 w 46"/>
                <a:gd name="T3" fmla="*/ 21 h 19"/>
                <a:gd name="T4" fmla="*/ 720 w 46"/>
                <a:gd name="T5" fmla="*/ 76 h 19"/>
                <a:gd name="T6" fmla="*/ 395 w 46"/>
                <a:gd name="T7" fmla="*/ 0 h 19"/>
                <a:gd name="T8" fmla="*/ 0 w 46"/>
                <a:gd name="T9" fmla="*/ 179 h 19"/>
                <a:gd name="T10" fmla="*/ 158 w 46"/>
                <a:gd name="T11" fmla="*/ 347 h 19"/>
                <a:gd name="T12" fmla="*/ 50 w 46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3" y="11"/>
                  </a:moveTo>
                  <a:cubicBezTo>
                    <a:pt x="3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3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246">
              <a:extLst>
                <a:ext uri="{FF2B5EF4-FFF2-40B4-BE49-F238E27FC236}">
                  <a16:creationId xmlns:a16="http://schemas.microsoft.com/office/drawing/2014/main" id="{1E2E7F19-8EC2-4672-85FC-B6D55A193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189"/>
              <a:ext cx="362" cy="283"/>
            </a:xfrm>
            <a:custGeom>
              <a:avLst/>
              <a:gdLst>
                <a:gd name="T0" fmla="*/ 0 w 145"/>
                <a:gd name="T1" fmla="*/ 1981 h 106"/>
                <a:gd name="T2" fmla="*/ 2070 w 145"/>
                <a:gd name="T3" fmla="*/ 1823 h 106"/>
                <a:gd name="T4" fmla="*/ 1341 w 145"/>
                <a:gd name="T5" fmla="*/ 0 h 106"/>
                <a:gd name="T6" fmla="*/ 1728 w 145"/>
                <a:gd name="T7" fmla="*/ 1618 h 106"/>
                <a:gd name="T8" fmla="*/ 0 w 145"/>
                <a:gd name="T9" fmla="*/ 198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06">
                  <a:moveTo>
                    <a:pt x="0" y="104"/>
                  </a:moveTo>
                  <a:cubicBezTo>
                    <a:pt x="34" y="106"/>
                    <a:pt x="121" y="105"/>
                    <a:pt x="133" y="96"/>
                  </a:cubicBezTo>
                  <a:cubicBezTo>
                    <a:pt x="145" y="87"/>
                    <a:pt x="94" y="24"/>
                    <a:pt x="86" y="0"/>
                  </a:cubicBezTo>
                  <a:cubicBezTo>
                    <a:pt x="94" y="21"/>
                    <a:pt x="121" y="76"/>
                    <a:pt x="111" y="85"/>
                  </a:cubicBezTo>
                  <a:cubicBezTo>
                    <a:pt x="93" y="101"/>
                    <a:pt x="13" y="105"/>
                    <a:pt x="0" y="104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247">
              <a:extLst>
                <a:ext uri="{FF2B5EF4-FFF2-40B4-BE49-F238E27FC236}">
                  <a16:creationId xmlns:a16="http://schemas.microsoft.com/office/drawing/2014/main" id="{EEB0E01E-93AE-497F-9473-55FF4EFF6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95"/>
              <a:ext cx="258" cy="416"/>
            </a:xfrm>
            <a:custGeom>
              <a:avLst/>
              <a:gdLst>
                <a:gd name="T0" fmla="*/ 1380 w 103"/>
                <a:gd name="T1" fmla="*/ 77 h 156"/>
                <a:gd name="T2" fmla="*/ 408 w 103"/>
                <a:gd name="T3" fmla="*/ 2027 h 156"/>
                <a:gd name="T4" fmla="*/ 0 w 103"/>
                <a:gd name="T5" fmla="*/ 2957 h 156"/>
                <a:gd name="T6" fmla="*/ 972 w 103"/>
                <a:gd name="T7" fmla="*/ 1101 h 156"/>
                <a:gd name="T8" fmla="*/ 1618 w 103"/>
                <a:gd name="T9" fmla="*/ 376 h 156"/>
                <a:gd name="T10" fmla="*/ 1380 w 103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56">
                  <a:moveTo>
                    <a:pt x="88" y="4"/>
                  </a:moveTo>
                  <a:cubicBezTo>
                    <a:pt x="77" y="18"/>
                    <a:pt x="37" y="90"/>
                    <a:pt x="26" y="107"/>
                  </a:cubicBezTo>
                  <a:cubicBezTo>
                    <a:pt x="14" y="124"/>
                    <a:pt x="2" y="146"/>
                    <a:pt x="0" y="156"/>
                  </a:cubicBezTo>
                  <a:cubicBezTo>
                    <a:pt x="18" y="133"/>
                    <a:pt x="55" y="70"/>
                    <a:pt x="62" y="58"/>
                  </a:cubicBezTo>
                  <a:cubicBezTo>
                    <a:pt x="72" y="42"/>
                    <a:pt x="90" y="6"/>
                    <a:pt x="103" y="20"/>
                  </a:cubicBezTo>
                  <a:cubicBezTo>
                    <a:pt x="98" y="8"/>
                    <a:pt x="93" y="0"/>
                    <a:pt x="88" y="4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248">
              <a:extLst>
                <a:ext uri="{FF2B5EF4-FFF2-40B4-BE49-F238E27FC236}">
                  <a16:creationId xmlns:a16="http://schemas.microsoft.com/office/drawing/2014/main" id="{47C22F1A-1516-4F64-9BB1-F4460A43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89"/>
              <a:ext cx="511" cy="494"/>
            </a:xfrm>
            <a:custGeom>
              <a:avLst/>
              <a:gdLst>
                <a:gd name="T0" fmla="*/ 3174 w 204"/>
                <a:gd name="T1" fmla="*/ 3316 h 185"/>
                <a:gd name="T2" fmla="*/ 1713 w 204"/>
                <a:gd name="T3" fmla="*/ 3522 h 185"/>
                <a:gd name="T4" fmla="*/ 83 w 204"/>
                <a:gd name="T5" fmla="*/ 3351 h 185"/>
                <a:gd name="T6" fmla="*/ 659 w 204"/>
                <a:gd name="T7" fmla="*/ 1848 h 185"/>
                <a:gd name="T8" fmla="*/ 691 w 204"/>
                <a:gd name="T9" fmla="*/ 1789 h 185"/>
                <a:gd name="T10" fmla="*/ 897 w 204"/>
                <a:gd name="T11" fmla="*/ 1354 h 185"/>
                <a:gd name="T12" fmla="*/ 1638 w 204"/>
                <a:gd name="T13" fmla="*/ 0 h 185"/>
                <a:gd name="T14" fmla="*/ 2277 w 204"/>
                <a:gd name="T15" fmla="*/ 1242 h 185"/>
                <a:gd name="T16" fmla="*/ 2527 w 204"/>
                <a:gd name="T17" fmla="*/ 1768 h 185"/>
                <a:gd name="T18" fmla="*/ 2527 w 204"/>
                <a:gd name="T19" fmla="*/ 1768 h 185"/>
                <a:gd name="T20" fmla="*/ 2623 w 204"/>
                <a:gd name="T21" fmla="*/ 1960 h 185"/>
                <a:gd name="T22" fmla="*/ 3174 w 204"/>
                <a:gd name="T23" fmla="*/ 3316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185">
                  <a:moveTo>
                    <a:pt x="202" y="174"/>
                  </a:moveTo>
                  <a:cubicBezTo>
                    <a:pt x="198" y="180"/>
                    <a:pt x="157" y="185"/>
                    <a:pt x="109" y="185"/>
                  </a:cubicBezTo>
                  <a:cubicBezTo>
                    <a:pt x="32" y="185"/>
                    <a:pt x="7" y="179"/>
                    <a:pt x="5" y="176"/>
                  </a:cubicBezTo>
                  <a:cubicBezTo>
                    <a:pt x="0" y="168"/>
                    <a:pt x="31" y="116"/>
                    <a:pt x="42" y="97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70" y="49"/>
                    <a:pt x="96" y="1"/>
                    <a:pt x="104" y="0"/>
                  </a:cubicBezTo>
                  <a:cubicBezTo>
                    <a:pt x="111" y="1"/>
                    <a:pt x="133" y="42"/>
                    <a:pt x="145" y="65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7" y="103"/>
                    <a:pt x="167" y="103"/>
                    <a:pt x="167" y="103"/>
                  </a:cubicBezTo>
                  <a:cubicBezTo>
                    <a:pt x="193" y="146"/>
                    <a:pt x="204" y="169"/>
                    <a:pt x="202" y="17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249">
              <a:extLst>
                <a:ext uri="{FF2B5EF4-FFF2-40B4-BE49-F238E27FC236}">
                  <a16:creationId xmlns:a16="http://schemas.microsoft.com/office/drawing/2014/main" id="{10F46B37-650C-4161-96C7-60250DCE4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Oval 250">
              <a:extLst>
                <a:ext uri="{FF2B5EF4-FFF2-40B4-BE49-F238E27FC236}">
                  <a16:creationId xmlns:a16="http://schemas.microsoft.com/office/drawing/2014/main" id="{1BA2E810-43B1-441B-AC8B-47BC42A23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94" name="Single-smooth-muscle-cell-illustration">
            <a:extLst>
              <a:ext uri="{FF2B5EF4-FFF2-40B4-BE49-F238E27FC236}">
                <a16:creationId xmlns:a16="http://schemas.microsoft.com/office/drawing/2014/main" id="{CD23EE0A-301E-4ABC-BABA-22F9B14209D0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2028825" y="2790825"/>
            <a:ext cx="685800" cy="742950"/>
            <a:chOff x="2678" y="2979"/>
            <a:chExt cx="540" cy="514"/>
          </a:xfrm>
        </p:grpSpPr>
        <p:sp>
          <p:nvSpPr>
            <p:cNvPr id="28791" name="Freeform 252">
              <a:extLst>
                <a:ext uri="{FF2B5EF4-FFF2-40B4-BE49-F238E27FC236}">
                  <a16:creationId xmlns:a16="http://schemas.microsoft.com/office/drawing/2014/main" id="{1E07E909-35BD-4704-A87F-2B8EDBC4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253">
              <a:extLst>
                <a:ext uri="{FF2B5EF4-FFF2-40B4-BE49-F238E27FC236}">
                  <a16:creationId xmlns:a16="http://schemas.microsoft.com/office/drawing/2014/main" id="{6B7965F2-BC78-4959-B150-BB09667506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1708 w 216"/>
                <a:gd name="T1" fmla="*/ 0 h 193"/>
                <a:gd name="T2" fmla="*/ 720 w 216"/>
                <a:gd name="T3" fmla="*/ 1816 h 193"/>
                <a:gd name="T4" fmla="*/ 95 w 216"/>
                <a:gd name="T5" fmla="*/ 3441 h 193"/>
                <a:gd name="T6" fmla="*/ 1783 w 216"/>
                <a:gd name="T7" fmla="*/ 3646 h 193"/>
                <a:gd name="T8" fmla="*/ 3283 w 216"/>
                <a:gd name="T9" fmla="*/ 3398 h 193"/>
                <a:gd name="T10" fmla="*/ 2658 w 216"/>
                <a:gd name="T11" fmla="*/ 1795 h 193"/>
                <a:gd name="T12" fmla="*/ 1708 w 216"/>
                <a:gd name="T13" fmla="*/ 0 h 193"/>
                <a:gd name="T14" fmla="*/ 3238 w 216"/>
                <a:gd name="T15" fmla="*/ 3361 h 193"/>
                <a:gd name="T16" fmla="*/ 1783 w 216"/>
                <a:gd name="T17" fmla="*/ 3569 h 193"/>
                <a:gd name="T18" fmla="*/ 158 w 216"/>
                <a:gd name="T19" fmla="*/ 3398 h 193"/>
                <a:gd name="T20" fmla="*/ 738 w 216"/>
                <a:gd name="T21" fmla="*/ 1907 h 193"/>
                <a:gd name="T22" fmla="*/ 770 w 216"/>
                <a:gd name="T23" fmla="*/ 1851 h 193"/>
                <a:gd name="T24" fmla="*/ 970 w 216"/>
                <a:gd name="T25" fmla="*/ 1419 h 193"/>
                <a:gd name="T26" fmla="*/ 1708 w 216"/>
                <a:gd name="T27" fmla="*/ 77 h 193"/>
                <a:gd name="T28" fmla="*/ 2345 w 216"/>
                <a:gd name="T29" fmla="*/ 1305 h 193"/>
                <a:gd name="T30" fmla="*/ 2595 w 216"/>
                <a:gd name="T31" fmla="*/ 1830 h 193"/>
                <a:gd name="T32" fmla="*/ 2595 w 216"/>
                <a:gd name="T33" fmla="*/ 1830 h 193"/>
                <a:gd name="T34" fmla="*/ 2688 w 216"/>
                <a:gd name="T35" fmla="*/ 2021 h 193"/>
                <a:gd name="T36" fmla="*/ 3238 w 216"/>
                <a:gd name="T37" fmla="*/ 3361 h 1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" h="193">
                  <a:moveTo>
                    <a:pt x="109" y="0"/>
                  </a:moveTo>
                  <a:cubicBezTo>
                    <a:pt x="97" y="0"/>
                    <a:pt x="63" y="66"/>
                    <a:pt x="46" y="96"/>
                  </a:cubicBezTo>
                  <a:cubicBezTo>
                    <a:pt x="28" y="125"/>
                    <a:pt x="0" y="172"/>
                    <a:pt x="6" y="182"/>
                  </a:cubicBezTo>
                  <a:cubicBezTo>
                    <a:pt x="12" y="192"/>
                    <a:pt x="86" y="193"/>
                    <a:pt x="114" y="193"/>
                  </a:cubicBezTo>
                  <a:cubicBezTo>
                    <a:pt x="141" y="193"/>
                    <a:pt x="204" y="191"/>
                    <a:pt x="210" y="180"/>
                  </a:cubicBezTo>
                  <a:cubicBezTo>
                    <a:pt x="216" y="170"/>
                    <a:pt x="181" y="115"/>
                    <a:pt x="170" y="95"/>
                  </a:cubicBezTo>
                  <a:cubicBezTo>
                    <a:pt x="151" y="63"/>
                    <a:pt x="121" y="0"/>
                    <a:pt x="109" y="0"/>
                  </a:cubicBezTo>
                  <a:close/>
                  <a:moveTo>
                    <a:pt x="207" y="178"/>
                  </a:moveTo>
                  <a:cubicBezTo>
                    <a:pt x="203" y="184"/>
                    <a:pt x="162" y="189"/>
                    <a:pt x="114" y="189"/>
                  </a:cubicBezTo>
                  <a:cubicBezTo>
                    <a:pt x="37" y="189"/>
                    <a:pt x="12" y="183"/>
                    <a:pt x="10" y="180"/>
                  </a:cubicBezTo>
                  <a:cubicBezTo>
                    <a:pt x="5" y="172"/>
                    <a:pt x="36" y="120"/>
                    <a:pt x="47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75" y="53"/>
                    <a:pt x="101" y="5"/>
                    <a:pt x="109" y="4"/>
                  </a:cubicBezTo>
                  <a:cubicBezTo>
                    <a:pt x="116" y="5"/>
                    <a:pt x="138" y="46"/>
                    <a:pt x="150" y="69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72" y="107"/>
                    <a:pt x="172" y="107"/>
                    <a:pt x="172" y="107"/>
                  </a:cubicBezTo>
                  <a:cubicBezTo>
                    <a:pt x="198" y="150"/>
                    <a:pt x="209" y="173"/>
                    <a:pt x="207" y="17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Oval 254">
              <a:extLst>
                <a:ext uri="{FF2B5EF4-FFF2-40B4-BE49-F238E27FC236}">
                  <a16:creationId xmlns:a16="http://schemas.microsoft.com/office/drawing/2014/main" id="{5E8DD56F-8772-47A7-87F8-6E1150206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293"/>
              <a:ext cx="153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4" name="Oval 255">
              <a:extLst>
                <a:ext uri="{FF2B5EF4-FFF2-40B4-BE49-F238E27FC236}">
                  <a16:creationId xmlns:a16="http://schemas.microsoft.com/office/drawing/2014/main" id="{C4D6D43F-BCE9-40DD-BE4B-5FD9462D2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5" name="Freeform 256">
              <a:extLst>
                <a:ext uri="{FF2B5EF4-FFF2-40B4-BE49-F238E27FC236}">
                  <a16:creationId xmlns:a16="http://schemas.microsoft.com/office/drawing/2014/main" id="{DAADB0CE-9480-4454-82F4-934D59E76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280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21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30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58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257">
              <a:extLst>
                <a:ext uri="{FF2B5EF4-FFF2-40B4-BE49-F238E27FC236}">
                  <a16:creationId xmlns:a16="http://schemas.microsoft.com/office/drawing/2014/main" id="{A8059F25-1540-4479-8ED6-BBB3E5FD8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283"/>
              <a:ext cx="115" cy="50"/>
            </a:xfrm>
            <a:custGeom>
              <a:avLst/>
              <a:gdLst>
                <a:gd name="T0" fmla="*/ 50 w 46"/>
                <a:gd name="T1" fmla="*/ 200 h 19"/>
                <a:gd name="T2" fmla="*/ 470 w 46"/>
                <a:gd name="T3" fmla="*/ 21 h 19"/>
                <a:gd name="T4" fmla="*/ 720 w 46"/>
                <a:gd name="T5" fmla="*/ 76 h 19"/>
                <a:gd name="T6" fmla="*/ 395 w 46"/>
                <a:gd name="T7" fmla="*/ 0 h 19"/>
                <a:gd name="T8" fmla="*/ 0 w 46"/>
                <a:gd name="T9" fmla="*/ 179 h 19"/>
                <a:gd name="T10" fmla="*/ 158 w 46"/>
                <a:gd name="T11" fmla="*/ 347 h 19"/>
                <a:gd name="T12" fmla="*/ 50 w 46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3" y="11"/>
                  </a:moveTo>
                  <a:cubicBezTo>
                    <a:pt x="3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3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258">
              <a:extLst>
                <a:ext uri="{FF2B5EF4-FFF2-40B4-BE49-F238E27FC236}">
                  <a16:creationId xmlns:a16="http://schemas.microsoft.com/office/drawing/2014/main" id="{A115BED8-9B7B-40F4-8F52-0DB5EA798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189"/>
              <a:ext cx="362" cy="283"/>
            </a:xfrm>
            <a:custGeom>
              <a:avLst/>
              <a:gdLst>
                <a:gd name="T0" fmla="*/ 0 w 145"/>
                <a:gd name="T1" fmla="*/ 1981 h 106"/>
                <a:gd name="T2" fmla="*/ 2070 w 145"/>
                <a:gd name="T3" fmla="*/ 1823 h 106"/>
                <a:gd name="T4" fmla="*/ 1341 w 145"/>
                <a:gd name="T5" fmla="*/ 0 h 106"/>
                <a:gd name="T6" fmla="*/ 1728 w 145"/>
                <a:gd name="T7" fmla="*/ 1618 h 106"/>
                <a:gd name="T8" fmla="*/ 0 w 145"/>
                <a:gd name="T9" fmla="*/ 198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06">
                  <a:moveTo>
                    <a:pt x="0" y="104"/>
                  </a:moveTo>
                  <a:cubicBezTo>
                    <a:pt x="34" y="106"/>
                    <a:pt x="121" y="105"/>
                    <a:pt x="133" y="96"/>
                  </a:cubicBezTo>
                  <a:cubicBezTo>
                    <a:pt x="145" y="87"/>
                    <a:pt x="94" y="24"/>
                    <a:pt x="86" y="0"/>
                  </a:cubicBezTo>
                  <a:cubicBezTo>
                    <a:pt x="94" y="21"/>
                    <a:pt x="121" y="76"/>
                    <a:pt x="111" y="85"/>
                  </a:cubicBezTo>
                  <a:cubicBezTo>
                    <a:pt x="93" y="101"/>
                    <a:pt x="13" y="105"/>
                    <a:pt x="0" y="104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259">
              <a:extLst>
                <a:ext uri="{FF2B5EF4-FFF2-40B4-BE49-F238E27FC236}">
                  <a16:creationId xmlns:a16="http://schemas.microsoft.com/office/drawing/2014/main" id="{D9EC297F-6B3D-42E2-BDD2-0DA873084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95"/>
              <a:ext cx="258" cy="416"/>
            </a:xfrm>
            <a:custGeom>
              <a:avLst/>
              <a:gdLst>
                <a:gd name="T0" fmla="*/ 1380 w 103"/>
                <a:gd name="T1" fmla="*/ 77 h 156"/>
                <a:gd name="T2" fmla="*/ 408 w 103"/>
                <a:gd name="T3" fmla="*/ 2027 h 156"/>
                <a:gd name="T4" fmla="*/ 0 w 103"/>
                <a:gd name="T5" fmla="*/ 2957 h 156"/>
                <a:gd name="T6" fmla="*/ 972 w 103"/>
                <a:gd name="T7" fmla="*/ 1101 h 156"/>
                <a:gd name="T8" fmla="*/ 1618 w 103"/>
                <a:gd name="T9" fmla="*/ 376 h 156"/>
                <a:gd name="T10" fmla="*/ 1380 w 103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56">
                  <a:moveTo>
                    <a:pt x="88" y="4"/>
                  </a:moveTo>
                  <a:cubicBezTo>
                    <a:pt x="77" y="18"/>
                    <a:pt x="37" y="90"/>
                    <a:pt x="26" y="107"/>
                  </a:cubicBezTo>
                  <a:cubicBezTo>
                    <a:pt x="14" y="124"/>
                    <a:pt x="2" y="146"/>
                    <a:pt x="0" y="156"/>
                  </a:cubicBezTo>
                  <a:cubicBezTo>
                    <a:pt x="18" y="133"/>
                    <a:pt x="55" y="70"/>
                    <a:pt x="62" y="58"/>
                  </a:cubicBezTo>
                  <a:cubicBezTo>
                    <a:pt x="72" y="42"/>
                    <a:pt x="90" y="6"/>
                    <a:pt x="103" y="20"/>
                  </a:cubicBezTo>
                  <a:cubicBezTo>
                    <a:pt x="98" y="8"/>
                    <a:pt x="93" y="0"/>
                    <a:pt x="88" y="4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260">
              <a:extLst>
                <a:ext uri="{FF2B5EF4-FFF2-40B4-BE49-F238E27FC236}">
                  <a16:creationId xmlns:a16="http://schemas.microsoft.com/office/drawing/2014/main" id="{640B3A7A-5C0B-424E-B38E-43612DD8F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89"/>
              <a:ext cx="511" cy="494"/>
            </a:xfrm>
            <a:custGeom>
              <a:avLst/>
              <a:gdLst>
                <a:gd name="T0" fmla="*/ 3174 w 204"/>
                <a:gd name="T1" fmla="*/ 3316 h 185"/>
                <a:gd name="T2" fmla="*/ 1713 w 204"/>
                <a:gd name="T3" fmla="*/ 3522 h 185"/>
                <a:gd name="T4" fmla="*/ 83 w 204"/>
                <a:gd name="T5" fmla="*/ 3351 h 185"/>
                <a:gd name="T6" fmla="*/ 659 w 204"/>
                <a:gd name="T7" fmla="*/ 1848 h 185"/>
                <a:gd name="T8" fmla="*/ 691 w 204"/>
                <a:gd name="T9" fmla="*/ 1789 h 185"/>
                <a:gd name="T10" fmla="*/ 897 w 204"/>
                <a:gd name="T11" fmla="*/ 1354 h 185"/>
                <a:gd name="T12" fmla="*/ 1638 w 204"/>
                <a:gd name="T13" fmla="*/ 0 h 185"/>
                <a:gd name="T14" fmla="*/ 2277 w 204"/>
                <a:gd name="T15" fmla="*/ 1242 h 185"/>
                <a:gd name="T16" fmla="*/ 2527 w 204"/>
                <a:gd name="T17" fmla="*/ 1768 h 185"/>
                <a:gd name="T18" fmla="*/ 2527 w 204"/>
                <a:gd name="T19" fmla="*/ 1768 h 185"/>
                <a:gd name="T20" fmla="*/ 2623 w 204"/>
                <a:gd name="T21" fmla="*/ 1960 h 185"/>
                <a:gd name="T22" fmla="*/ 3174 w 204"/>
                <a:gd name="T23" fmla="*/ 3316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185">
                  <a:moveTo>
                    <a:pt x="202" y="174"/>
                  </a:moveTo>
                  <a:cubicBezTo>
                    <a:pt x="198" y="180"/>
                    <a:pt x="157" y="185"/>
                    <a:pt x="109" y="185"/>
                  </a:cubicBezTo>
                  <a:cubicBezTo>
                    <a:pt x="32" y="185"/>
                    <a:pt x="7" y="179"/>
                    <a:pt x="5" y="176"/>
                  </a:cubicBezTo>
                  <a:cubicBezTo>
                    <a:pt x="0" y="168"/>
                    <a:pt x="31" y="116"/>
                    <a:pt x="42" y="97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70" y="49"/>
                    <a:pt x="96" y="1"/>
                    <a:pt x="104" y="0"/>
                  </a:cubicBezTo>
                  <a:cubicBezTo>
                    <a:pt x="111" y="1"/>
                    <a:pt x="133" y="42"/>
                    <a:pt x="145" y="65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7" y="103"/>
                    <a:pt x="167" y="103"/>
                    <a:pt x="167" y="103"/>
                  </a:cubicBezTo>
                  <a:cubicBezTo>
                    <a:pt x="193" y="146"/>
                    <a:pt x="204" y="169"/>
                    <a:pt x="202" y="17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261">
              <a:extLst>
                <a:ext uri="{FF2B5EF4-FFF2-40B4-BE49-F238E27FC236}">
                  <a16:creationId xmlns:a16="http://schemas.microsoft.com/office/drawing/2014/main" id="{EB7A35C4-3507-4782-A57E-1947D3DE7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Oval 262">
              <a:extLst>
                <a:ext uri="{FF2B5EF4-FFF2-40B4-BE49-F238E27FC236}">
                  <a16:creationId xmlns:a16="http://schemas.microsoft.com/office/drawing/2014/main" id="{BB786639-6B4E-478C-BE9E-4796C7AC5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95" name="vascular-smooth-muscle-cell-icon">
            <a:extLst>
              <a:ext uri="{FF2B5EF4-FFF2-40B4-BE49-F238E27FC236}">
                <a16:creationId xmlns:a16="http://schemas.microsoft.com/office/drawing/2014/main" id="{7E0140A8-F618-47A9-BD0C-4E4173F3E297}"/>
              </a:ext>
            </a:extLst>
          </p:cNvPr>
          <p:cNvGrpSpPr>
            <a:grpSpLocks/>
          </p:cNvGrpSpPr>
          <p:nvPr/>
        </p:nvGrpSpPr>
        <p:grpSpPr bwMode="auto">
          <a:xfrm>
            <a:off x="7677150" y="4114800"/>
            <a:ext cx="857250" cy="815975"/>
            <a:chOff x="2678" y="2979"/>
            <a:chExt cx="540" cy="514"/>
          </a:xfrm>
        </p:grpSpPr>
        <p:sp>
          <p:nvSpPr>
            <p:cNvPr id="28780" name="Freeform 264">
              <a:extLst>
                <a:ext uri="{FF2B5EF4-FFF2-40B4-BE49-F238E27FC236}">
                  <a16:creationId xmlns:a16="http://schemas.microsoft.com/office/drawing/2014/main" id="{0FDC794F-5FE4-4F62-91AE-43B36868F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265">
              <a:extLst>
                <a:ext uri="{FF2B5EF4-FFF2-40B4-BE49-F238E27FC236}">
                  <a16:creationId xmlns:a16="http://schemas.microsoft.com/office/drawing/2014/main" id="{0202D06C-FFE6-47CD-8427-E003A92EA1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1708 w 216"/>
                <a:gd name="T1" fmla="*/ 0 h 193"/>
                <a:gd name="T2" fmla="*/ 720 w 216"/>
                <a:gd name="T3" fmla="*/ 1816 h 193"/>
                <a:gd name="T4" fmla="*/ 95 w 216"/>
                <a:gd name="T5" fmla="*/ 3441 h 193"/>
                <a:gd name="T6" fmla="*/ 1783 w 216"/>
                <a:gd name="T7" fmla="*/ 3646 h 193"/>
                <a:gd name="T8" fmla="*/ 3283 w 216"/>
                <a:gd name="T9" fmla="*/ 3398 h 193"/>
                <a:gd name="T10" fmla="*/ 2658 w 216"/>
                <a:gd name="T11" fmla="*/ 1795 h 193"/>
                <a:gd name="T12" fmla="*/ 1708 w 216"/>
                <a:gd name="T13" fmla="*/ 0 h 193"/>
                <a:gd name="T14" fmla="*/ 3238 w 216"/>
                <a:gd name="T15" fmla="*/ 3361 h 193"/>
                <a:gd name="T16" fmla="*/ 1783 w 216"/>
                <a:gd name="T17" fmla="*/ 3569 h 193"/>
                <a:gd name="T18" fmla="*/ 158 w 216"/>
                <a:gd name="T19" fmla="*/ 3398 h 193"/>
                <a:gd name="T20" fmla="*/ 738 w 216"/>
                <a:gd name="T21" fmla="*/ 1907 h 193"/>
                <a:gd name="T22" fmla="*/ 770 w 216"/>
                <a:gd name="T23" fmla="*/ 1851 h 193"/>
                <a:gd name="T24" fmla="*/ 970 w 216"/>
                <a:gd name="T25" fmla="*/ 1419 h 193"/>
                <a:gd name="T26" fmla="*/ 1708 w 216"/>
                <a:gd name="T27" fmla="*/ 77 h 193"/>
                <a:gd name="T28" fmla="*/ 2345 w 216"/>
                <a:gd name="T29" fmla="*/ 1305 h 193"/>
                <a:gd name="T30" fmla="*/ 2595 w 216"/>
                <a:gd name="T31" fmla="*/ 1830 h 193"/>
                <a:gd name="T32" fmla="*/ 2595 w 216"/>
                <a:gd name="T33" fmla="*/ 1830 h 193"/>
                <a:gd name="T34" fmla="*/ 2688 w 216"/>
                <a:gd name="T35" fmla="*/ 2021 h 193"/>
                <a:gd name="T36" fmla="*/ 3238 w 216"/>
                <a:gd name="T37" fmla="*/ 3361 h 1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" h="193">
                  <a:moveTo>
                    <a:pt x="109" y="0"/>
                  </a:moveTo>
                  <a:cubicBezTo>
                    <a:pt x="97" y="0"/>
                    <a:pt x="63" y="66"/>
                    <a:pt x="46" y="96"/>
                  </a:cubicBezTo>
                  <a:cubicBezTo>
                    <a:pt x="28" y="125"/>
                    <a:pt x="0" y="172"/>
                    <a:pt x="6" y="182"/>
                  </a:cubicBezTo>
                  <a:cubicBezTo>
                    <a:pt x="12" y="192"/>
                    <a:pt x="86" y="193"/>
                    <a:pt x="114" y="193"/>
                  </a:cubicBezTo>
                  <a:cubicBezTo>
                    <a:pt x="141" y="193"/>
                    <a:pt x="204" y="191"/>
                    <a:pt x="210" y="180"/>
                  </a:cubicBezTo>
                  <a:cubicBezTo>
                    <a:pt x="216" y="170"/>
                    <a:pt x="181" y="115"/>
                    <a:pt x="170" y="95"/>
                  </a:cubicBezTo>
                  <a:cubicBezTo>
                    <a:pt x="151" y="63"/>
                    <a:pt x="121" y="0"/>
                    <a:pt x="109" y="0"/>
                  </a:cubicBezTo>
                  <a:close/>
                  <a:moveTo>
                    <a:pt x="207" y="178"/>
                  </a:moveTo>
                  <a:cubicBezTo>
                    <a:pt x="203" y="184"/>
                    <a:pt x="162" y="189"/>
                    <a:pt x="114" y="189"/>
                  </a:cubicBezTo>
                  <a:cubicBezTo>
                    <a:pt x="37" y="189"/>
                    <a:pt x="12" y="183"/>
                    <a:pt x="10" y="180"/>
                  </a:cubicBezTo>
                  <a:cubicBezTo>
                    <a:pt x="5" y="172"/>
                    <a:pt x="36" y="120"/>
                    <a:pt x="47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75" y="53"/>
                    <a:pt x="101" y="5"/>
                    <a:pt x="109" y="4"/>
                  </a:cubicBezTo>
                  <a:cubicBezTo>
                    <a:pt x="116" y="5"/>
                    <a:pt x="138" y="46"/>
                    <a:pt x="150" y="69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72" y="107"/>
                    <a:pt x="172" y="107"/>
                    <a:pt x="172" y="107"/>
                  </a:cubicBezTo>
                  <a:cubicBezTo>
                    <a:pt x="198" y="150"/>
                    <a:pt x="209" y="173"/>
                    <a:pt x="207" y="17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Oval 266">
              <a:extLst>
                <a:ext uri="{FF2B5EF4-FFF2-40B4-BE49-F238E27FC236}">
                  <a16:creationId xmlns:a16="http://schemas.microsoft.com/office/drawing/2014/main" id="{B5ECF02F-2C06-4140-861D-01865BE28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293"/>
              <a:ext cx="153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3" name="Oval 267">
              <a:extLst>
                <a:ext uri="{FF2B5EF4-FFF2-40B4-BE49-F238E27FC236}">
                  <a16:creationId xmlns:a16="http://schemas.microsoft.com/office/drawing/2014/main" id="{FC18EE90-CF3D-4DA3-946C-B8270804D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4" name="Freeform 268">
              <a:extLst>
                <a:ext uri="{FF2B5EF4-FFF2-40B4-BE49-F238E27FC236}">
                  <a16:creationId xmlns:a16="http://schemas.microsoft.com/office/drawing/2014/main" id="{FB1B817D-31A7-4B71-881B-D3BCD30EE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280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21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30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58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269">
              <a:extLst>
                <a:ext uri="{FF2B5EF4-FFF2-40B4-BE49-F238E27FC236}">
                  <a16:creationId xmlns:a16="http://schemas.microsoft.com/office/drawing/2014/main" id="{D936ED7A-F266-4AD6-8D52-030E35447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283"/>
              <a:ext cx="115" cy="50"/>
            </a:xfrm>
            <a:custGeom>
              <a:avLst/>
              <a:gdLst>
                <a:gd name="T0" fmla="*/ 50 w 46"/>
                <a:gd name="T1" fmla="*/ 200 h 19"/>
                <a:gd name="T2" fmla="*/ 470 w 46"/>
                <a:gd name="T3" fmla="*/ 21 h 19"/>
                <a:gd name="T4" fmla="*/ 720 w 46"/>
                <a:gd name="T5" fmla="*/ 76 h 19"/>
                <a:gd name="T6" fmla="*/ 395 w 46"/>
                <a:gd name="T7" fmla="*/ 0 h 19"/>
                <a:gd name="T8" fmla="*/ 0 w 46"/>
                <a:gd name="T9" fmla="*/ 179 h 19"/>
                <a:gd name="T10" fmla="*/ 158 w 46"/>
                <a:gd name="T11" fmla="*/ 347 h 19"/>
                <a:gd name="T12" fmla="*/ 50 w 46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3" y="11"/>
                  </a:moveTo>
                  <a:cubicBezTo>
                    <a:pt x="3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3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270">
              <a:extLst>
                <a:ext uri="{FF2B5EF4-FFF2-40B4-BE49-F238E27FC236}">
                  <a16:creationId xmlns:a16="http://schemas.microsoft.com/office/drawing/2014/main" id="{1BD32D1D-D2B9-4B39-AFD3-A7428A013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189"/>
              <a:ext cx="362" cy="283"/>
            </a:xfrm>
            <a:custGeom>
              <a:avLst/>
              <a:gdLst>
                <a:gd name="T0" fmla="*/ 0 w 145"/>
                <a:gd name="T1" fmla="*/ 1981 h 106"/>
                <a:gd name="T2" fmla="*/ 2070 w 145"/>
                <a:gd name="T3" fmla="*/ 1823 h 106"/>
                <a:gd name="T4" fmla="*/ 1341 w 145"/>
                <a:gd name="T5" fmla="*/ 0 h 106"/>
                <a:gd name="T6" fmla="*/ 1728 w 145"/>
                <a:gd name="T7" fmla="*/ 1618 h 106"/>
                <a:gd name="T8" fmla="*/ 0 w 145"/>
                <a:gd name="T9" fmla="*/ 198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06">
                  <a:moveTo>
                    <a:pt x="0" y="104"/>
                  </a:moveTo>
                  <a:cubicBezTo>
                    <a:pt x="34" y="106"/>
                    <a:pt x="121" y="105"/>
                    <a:pt x="133" y="96"/>
                  </a:cubicBezTo>
                  <a:cubicBezTo>
                    <a:pt x="145" y="87"/>
                    <a:pt x="94" y="24"/>
                    <a:pt x="86" y="0"/>
                  </a:cubicBezTo>
                  <a:cubicBezTo>
                    <a:pt x="94" y="21"/>
                    <a:pt x="121" y="76"/>
                    <a:pt x="111" y="85"/>
                  </a:cubicBezTo>
                  <a:cubicBezTo>
                    <a:pt x="93" y="101"/>
                    <a:pt x="13" y="105"/>
                    <a:pt x="0" y="104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271">
              <a:extLst>
                <a:ext uri="{FF2B5EF4-FFF2-40B4-BE49-F238E27FC236}">
                  <a16:creationId xmlns:a16="http://schemas.microsoft.com/office/drawing/2014/main" id="{70613F09-9CE0-481F-9A0F-6AD625051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95"/>
              <a:ext cx="258" cy="416"/>
            </a:xfrm>
            <a:custGeom>
              <a:avLst/>
              <a:gdLst>
                <a:gd name="T0" fmla="*/ 1380 w 103"/>
                <a:gd name="T1" fmla="*/ 77 h 156"/>
                <a:gd name="T2" fmla="*/ 408 w 103"/>
                <a:gd name="T3" fmla="*/ 2027 h 156"/>
                <a:gd name="T4" fmla="*/ 0 w 103"/>
                <a:gd name="T5" fmla="*/ 2957 h 156"/>
                <a:gd name="T6" fmla="*/ 972 w 103"/>
                <a:gd name="T7" fmla="*/ 1101 h 156"/>
                <a:gd name="T8" fmla="*/ 1618 w 103"/>
                <a:gd name="T9" fmla="*/ 376 h 156"/>
                <a:gd name="T10" fmla="*/ 1380 w 103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56">
                  <a:moveTo>
                    <a:pt x="88" y="4"/>
                  </a:moveTo>
                  <a:cubicBezTo>
                    <a:pt x="77" y="18"/>
                    <a:pt x="37" y="90"/>
                    <a:pt x="26" y="107"/>
                  </a:cubicBezTo>
                  <a:cubicBezTo>
                    <a:pt x="14" y="124"/>
                    <a:pt x="2" y="146"/>
                    <a:pt x="0" y="156"/>
                  </a:cubicBezTo>
                  <a:cubicBezTo>
                    <a:pt x="18" y="133"/>
                    <a:pt x="55" y="70"/>
                    <a:pt x="62" y="58"/>
                  </a:cubicBezTo>
                  <a:cubicBezTo>
                    <a:pt x="72" y="42"/>
                    <a:pt x="90" y="6"/>
                    <a:pt x="103" y="20"/>
                  </a:cubicBezTo>
                  <a:cubicBezTo>
                    <a:pt x="98" y="8"/>
                    <a:pt x="93" y="0"/>
                    <a:pt x="88" y="4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272">
              <a:extLst>
                <a:ext uri="{FF2B5EF4-FFF2-40B4-BE49-F238E27FC236}">
                  <a16:creationId xmlns:a16="http://schemas.microsoft.com/office/drawing/2014/main" id="{4588453E-EBCD-46E8-9496-88D2E6A6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89"/>
              <a:ext cx="511" cy="494"/>
            </a:xfrm>
            <a:custGeom>
              <a:avLst/>
              <a:gdLst>
                <a:gd name="T0" fmla="*/ 3174 w 204"/>
                <a:gd name="T1" fmla="*/ 3316 h 185"/>
                <a:gd name="T2" fmla="*/ 1713 w 204"/>
                <a:gd name="T3" fmla="*/ 3522 h 185"/>
                <a:gd name="T4" fmla="*/ 83 w 204"/>
                <a:gd name="T5" fmla="*/ 3351 h 185"/>
                <a:gd name="T6" fmla="*/ 659 w 204"/>
                <a:gd name="T7" fmla="*/ 1848 h 185"/>
                <a:gd name="T8" fmla="*/ 691 w 204"/>
                <a:gd name="T9" fmla="*/ 1789 h 185"/>
                <a:gd name="T10" fmla="*/ 897 w 204"/>
                <a:gd name="T11" fmla="*/ 1354 h 185"/>
                <a:gd name="T12" fmla="*/ 1638 w 204"/>
                <a:gd name="T13" fmla="*/ 0 h 185"/>
                <a:gd name="T14" fmla="*/ 2277 w 204"/>
                <a:gd name="T15" fmla="*/ 1242 h 185"/>
                <a:gd name="T16" fmla="*/ 2527 w 204"/>
                <a:gd name="T17" fmla="*/ 1768 h 185"/>
                <a:gd name="T18" fmla="*/ 2527 w 204"/>
                <a:gd name="T19" fmla="*/ 1768 h 185"/>
                <a:gd name="T20" fmla="*/ 2623 w 204"/>
                <a:gd name="T21" fmla="*/ 1960 h 185"/>
                <a:gd name="T22" fmla="*/ 3174 w 204"/>
                <a:gd name="T23" fmla="*/ 3316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185">
                  <a:moveTo>
                    <a:pt x="202" y="174"/>
                  </a:moveTo>
                  <a:cubicBezTo>
                    <a:pt x="198" y="180"/>
                    <a:pt x="157" y="185"/>
                    <a:pt x="109" y="185"/>
                  </a:cubicBezTo>
                  <a:cubicBezTo>
                    <a:pt x="32" y="185"/>
                    <a:pt x="7" y="179"/>
                    <a:pt x="5" y="176"/>
                  </a:cubicBezTo>
                  <a:cubicBezTo>
                    <a:pt x="0" y="168"/>
                    <a:pt x="31" y="116"/>
                    <a:pt x="42" y="97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70" y="49"/>
                    <a:pt x="96" y="1"/>
                    <a:pt x="104" y="0"/>
                  </a:cubicBezTo>
                  <a:cubicBezTo>
                    <a:pt x="111" y="1"/>
                    <a:pt x="133" y="42"/>
                    <a:pt x="145" y="65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7" y="103"/>
                    <a:pt x="167" y="103"/>
                    <a:pt x="167" y="103"/>
                  </a:cubicBezTo>
                  <a:cubicBezTo>
                    <a:pt x="193" y="146"/>
                    <a:pt x="204" y="169"/>
                    <a:pt x="202" y="17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273">
              <a:extLst>
                <a:ext uri="{FF2B5EF4-FFF2-40B4-BE49-F238E27FC236}">
                  <a16:creationId xmlns:a16="http://schemas.microsoft.com/office/drawing/2014/main" id="{B07C99B6-2499-473E-A8AA-B3F34AC78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Oval 274">
              <a:extLst>
                <a:ext uri="{FF2B5EF4-FFF2-40B4-BE49-F238E27FC236}">
                  <a16:creationId xmlns:a16="http://schemas.microsoft.com/office/drawing/2014/main" id="{2602916A-87D9-4225-AEB3-650EAE7D2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96" name="Group 275">
            <a:extLst>
              <a:ext uri="{FF2B5EF4-FFF2-40B4-BE49-F238E27FC236}">
                <a16:creationId xmlns:a16="http://schemas.microsoft.com/office/drawing/2014/main" id="{6738BE18-A221-4525-B3D5-6D75698728DB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4438650" y="3048000"/>
            <a:ext cx="1447800" cy="434975"/>
            <a:chOff x="2678" y="2979"/>
            <a:chExt cx="540" cy="514"/>
          </a:xfrm>
        </p:grpSpPr>
        <p:sp>
          <p:nvSpPr>
            <p:cNvPr id="28769" name="Freeform 276">
              <a:extLst>
                <a:ext uri="{FF2B5EF4-FFF2-40B4-BE49-F238E27FC236}">
                  <a16:creationId xmlns:a16="http://schemas.microsoft.com/office/drawing/2014/main" id="{2253D48B-1CA6-4361-A196-8EDA8211F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277">
              <a:extLst>
                <a:ext uri="{FF2B5EF4-FFF2-40B4-BE49-F238E27FC236}">
                  <a16:creationId xmlns:a16="http://schemas.microsoft.com/office/drawing/2014/main" id="{1FD265EC-AC7C-4271-BD8C-6E2C787E2D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1708 w 216"/>
                <a:gd name="T1" fmla="*/ 0 h 193"/>
                <a:gd name="T2" fmla="*/ 720 w 216"/>
                <a:gd name="T3" fmla="*/ 1816 h 193"/>
                <a:gd name="T4" fmla="*/ 95 w 216"/>
                <a:gd name="T5" fmla="*/ 3441 h 193"/>
                <a:gd name="T6" fmla="*/ 1783 w 216"/>
                <a:gd name="T7" fmla="*/ 3646 h 193"/>
                <a:gd name="T8" fmla="*/ 3283 w 216"/>
                <a:gd name="T9" fmla="*/ 3398 h 193"/>
                <a:gd name="T10" fmla="*/ 2658 w 216"/>
                <a:gd name="T11" fmla="*/ 1795 h 193"/>
                <a:gd name="T12" fmla="*/ 1708 w 216"/>
                <a:gd name="T13" fmla="*/ 0 h 193"/>
                <a:gd name="T14" fmla="*/ 3238 w 216"/>
                <a:gd name="T15" fmla="*/ 3361 h 193"/>
                <a:gd name="T16" fmla="*/ 1783 w 216"/>
                <a:gd name="T17" fmla="*/ 3569 h 193"/>
                <a:gd name="T18" fmla="*/ 158 w 216"/>
                <a:gd name="T19" fmla="*/ 3398 h 193"/>
                <a:gd name="T20" fmla="*/ 738 w 216"/>
                <a:gd name="T21" fmla="*/ 1907 h 193"/>
                <a:gd name="T22" fmla="*/ 770 w 216"/>
                <a:gd name="T23" fmla="*/ 1851 h 193"/>
                <a:gd name="T24" fmla="*/ 970 w 216"/>
                <a:gd name="T25" fmla="*/ 1419 h 193"/>
                <a:gd name="T26" fmla="*/ 1708 w 216"/>
                <a:gd name="T27" fmla="*/ 77 h 193"/>
                <a:gd name="T28" fmla="*/ 2345 w 216"/>
                <a:gd name="T29" fmla="*/ 1305 h 193"/>
                <a:gd name="T30" fmla="*/ 2595 w 216"/>
                <a:gd name="T31" fmla="*/ 1830 h 193"/>
                <a:gd name="T32" fmla="*/ 2595 w 216"/>
                <a:gd name="T33" fmla="*/ 1830 h 193"/>
                <a:gd name="T34" fmla="*/ 2688 w 216"/>
                <a:gd name="T35" fmla="*/ 2021 h 193"/>
                <a:gd name="T36" fmla="*/ 3238 w 216"/>
                <a:gd name="T37" fmla="*/ 3361 h 1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" h="193">
                  <a:moveTo>
                    <a:pt x="109" y="0"/>
                  </a:moveTo>
                  <a:cubicBezTo>
                    <a:pt x="97" y="0"/>
                    <a:pt x="63" y="66"/>
                    <a:pt x="46" y="96"/>
                  </a:cubicBezTo>
                  <a:cubicBezTo>
                    <a:pt x="28" y="125"/>
                    <a:pt x="0" y="172"/>
                    <a:pt x="6" y="182"/>
                  </a:cubicBezTo>
                  <a:cubicBezTo>
                    <a:pt x="12" y="192"/>
                    <a:pt x="86" y="193"/>
                    <a:pt x="114" y="193"/>
                  </a:cubicBezTo>
                  <a:cubicBezTo>
                    <a:pt x="141" y="193"/>
                    <a:pt x="204" y="191"/>
                    <a:pt x="210" y="180"/>
                  </a:cubicBezTo>
                  <a:cubicBezTo>
                    <a:pt x="216" y="170"/>
                    <a:pt x="181" y="115"/>
                    <a:pt x="170" y="95"/>
                  </a:cubicBezTo>
                  <a:cubicBezTo>
                    <a:pt x="151" y="63"/>
                    <a:pt x="121" y="0"/>
                    <a:pt x="109" y="0"/>
                  </a:cubicBezTo>
                  <a:close/>
                  <a:moveTo>
                    <a:pt x="207" y="178"/>
                  </a:moveTo>
                  <a:cubicBezTo>
                    <a:pt x="203" y="184"/>
                    <a:pt x="162" y="189"/>
                    <a:pt x="114" y="189"/>
                  </a:cubicBezTo>
                  <a:cubicBezTo>
                    <a:pt x="37" y="189"/>
                    <a:pt x="12" y="183"/>
                    <a:pt x="10" y="180"/>
                  </a:cubicBezTo>
                  <a:cubicBezTo>
                    <a:pt x="5" y="172"/>
                    <a:pt x="36" y="120"/>
                    <a:pt x="47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75" y="53"/>
                    <a:pt x="101" y="5"/>
                    <a:pt x="109" y="4"/>
                  </a:cubicBezTo>
                  <a:cubicBezTo>
                    <a:pt x="116" y="5"/>
                    <a:pt x="138" y="46"/>
                    <a:pt x="150" y="69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72" y="107"/>
                    <a:pt x="172" y="107"/>
                    <a:pt x="172" y="107"/>
                  </a:cubicBezTo>
                  <a:cubicBezTo>
                    <a:pt x="198" y="150"/>
                    <a:pt x="209" y="173"/>
                    <a:pt x="207" y="17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Oval 278">
              <a:extLst>
                <a:ext uri="{FF2B5EF4-FFF2-40B4-BE49-F238E27FC236}">
                  <a16:creationId xmlns:a16="http://schemas.microsoft.com/office/drawing/2014/main" id="{0C4B99A2-44AC-4FBE-B3EF-1E8B7CD4C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293"/>
              <a:ext cx="153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72" name="Oval 279">
              <a:extLst>
                <a:ext uri="{FF2B5EF4-FFF2-40B4-BE49-F238E27FC236}">
                  <a16:creationId xmlns:a16="http://schemas.microsoft.com/office/drawing/2014/main" id="{F1244EA6-B1FA-45D9-8328-622957531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73" name="Freeform 280">
              <a:extLst>
                <a:ext uri="{FF2B5EF4-FFF2-40B4-BE49-F238E27FC236}">
                  <a16:creationId xmlns:a16="http://schemas.microsoft.com/office/drawing/2014/main" id="{C1B1ADE6-B84C-4F3C-9141-35438B9F7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280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21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30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58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281">
              <a:extLst>
                <a:ext uri="{FF2B5EF4-FFF2-40B4-BE49-F238E27FC236}">
                  <a16:creationId xmlns:a16="http://schemas.microsoft.com/office/drawing/2014/main" id="{C657E62E-AB2A-4EC4-AAA8-B882BD2FE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283"/>
              <a:ext cx="115" cy="50"/>
            </a:xfrm>
            <a:custGeom>
              <a:avLst/>
              <a:gdLst>
                <a:gd name="T0" fmla="*/ 50 w 46"/>
                <a:gd name="T1" fmla="*/ 200 h 19"/>
                <a:gd name="T2" fmla="*/ 470 w 46"/>
                <a:gd name="T3" fmla="*/ 21 h 19"/>
                <a:gd name="T4" fmla="*/ 720 w 46"/>
                <a:gd name="T5" fmla="*/ 76 h 19"/>
                <a:gd name="T6" fmla="*/ 395 w 46"/>
                <a:gd name="T7" fmla="*/ 0 h 19"/>
                <a:gd name="T8" fmla="*/ 0 w 46"/>
                <a:gd name="T9" fmla="*/ 179 h 19"/>
                <a:gd name="T10" fmla="*/ 158 w 46"/>
                <a:gd name="T11" fmla="*/ 347 h 19"/>
                <a:gd name="T12" fmla="*/ 50 w 46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3" y="11"/>
                  </a:moveTo>
                  <a:cubicBezTo>
                    <a:pt x="3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3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282">
              <a:extLst>
                <a:ext uri="{FF2B5EF4-FFF2-40B4-BE49-F238E27FC236}">
                  <a16:creationId xmlns:a16="http://schemas.microsoft.com/office/drawing/2014/main" id="{0BD6C85B-72CA-4B35-B723-B07C8F3AA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189"/>
              <a:ext cx="362" cy="283"/>
            </a:xfrm>
            <a:custGeom>
              <a:avLst/>
              <a:gdLst>
                <a:gd name="T0" fmla="*/ 0 w 145"/>
                <a:gd name="T1" fmla="*/ 1981 h 106"/>
                <a:gd name="T2" fmla="*/ 2070 w 145"/>
                <a:gd name="T3" fmla="*/ 1823 h 106"/>
                <a:gd name="T4" fmla="*/ 1341 w 145"/>
                <a:gd name="T5" fmla="*/ 0 h 106"/>
                <a:gd name="T6" fmla="*/ 1728 w 145"/>
                <a:gd name="T7" fmla="*/ 1618 h 106"/>
                <a:gd name="T8" fmla="*/ 0 w 145"/>
                <a:gd name="T9" fmla="*/ 198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06">
                  <a:moveTo>
                    <a:pt x="0" y="104"/>
                  </a:moveTo>
                  <a:cubicBezTo>
                    <a:pt x="34" y="106"/>
                    <a:pt x="121" y="105"/>
                    <a:pt x="133" y="96"/>
                  </a:cubicBezTo>
                  <a:cubicBezTo>
                    <a:pt x="145" y="87"/>
                    <a:pt x="94" y="24"/>
                    <a:pt x="86" y="0"/>
                  </a:cubicBezTo>
                  <a:cubicBezTo>
                    <a:pt x="94" y="21"/>
                    <a:pt x="121" y="76"/>
                    <a:pt x="111" y="85"/>
                  </a:cubicBezTo>
                  <a:cubicBezTo>
                    <a:pt x="93" y="101"/>
                    <a:pt x="13" y="105"/>
                    <a:pt x="0" y="104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283">
              <a:extLst>
                <a:ext uri="{FF2B5EF4-FFF2-40B4-BE49-F238E27FC236}">
                  <a16:creationId xmlns:a16="http://schemas.microsoft.com/office/drawing/2014/main" id="{E025F53B-1E8A-4EAB-95D6-25DECC76F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95"/>
              <a:ext cx="258" cy="416"/>
            </a:xfrm>
            <a:custGeom>
              <a:avLst/>
              <a:gdLst>
                <a:gd name="T0" fmla="*/ 1380 w 103"/>
                <a:gd name="T1" fmla="*/ 77 h 156"/>
                <a:gd name="T2" fmla="*/ 408 w 103"/>
                <a:gd name="T3" fmla="*/ 2027 h 156"/>
                <a:gd name="T4" fmla="*/ 0 w 103"/>
                <a:gd name="T5" fmla="*/ 2957 h 156"/>
                <a:gd name="T6" fmla="*/ 972 w 103"/>
                <a:gd name="T7" fmla="*/ 1101 h 156"/>
                <a:gd name="T8" fmla="*/ 1618 w 103"/>
                <a:gd name="T9" fmla="*/ 376 h 156"/>
                <a:gd name="T10" fmla="*/ 1380 w 103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56">
                  <a:moveTo>
                    <a:pt x="88" y="4"/>
                  </a:moveTo>
                  <a:cubicBezTo>
                    <a:pt x="77" y="18"/>
                    <a:pt x="37" y="90"/>
                    <a:pt x="26" y="107"/>
                  </a:cubicBezTo>
                  <a:cubicBezTo>
                    <a:pt x="14" y="124"/>
                    <a:pt x="2" y="146"/>
                    <a:pt x="0" y="156"/>
                  </a:cubicBezTo>
                  <a:cubicBezTo>
                    <a:pt x="18" y="133"/>
                    <a:pt x="55" y="70"/>
                    <a:pt x="62" y="58"/>
                  </a:cubicBezTo>
                  <a:cubicBezTo>
                    <a:pt x="72" y="42"/>
                    <a:pt x="90" y="6"/>
                    <a:pt x="103" y="20"/>
                  </a:cubicBezTo>
                  <a:cubicBezTo>
                    <a:pt x="98" y="8"/>
                    <a:pt x="93" y="0"/>
                    <a:pt x="88" y="4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284">
              <a:extLst>
                <a:ext uri="{FF2B5EF4-FFF2-40B4-BE49-F238E27FC236}">
                  <a16:creationId xmlns:a16="http://schemas.microsoft.com/office/drawing/2014/main" id="{060F065E-4D12-435B-B090-A25CC188D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89"/>
              <a:ext cx="511" cy="494"/>
            </a:xfrm>
            <a:custGeom>
              <a:avLst/>
              <a:gdLst>
                <a:gd name="T0" fmla="*/ 3174 w 204"/>
                <a:gd name="T1" fmla="*/ 3316 h 185"/>
                <a:gd name="T2" fmla="*/ 1713 w 204"/>
                <a:gd name="T3" fmla="*/ 3522 h 185"/>
                <a:gd name="T4" fmla="*/ 83 w 204"/>
                <a:gd name="T5" fmla="*/ 3351 h 185"/>
                <a:gd name="T6" fmla="*/ 659 w 204"/>
                <a:gd name="T7" fmla="*/ 1848 h 185"/>
                <a:gd name="T8" fmla="*/ 691 w 204"/>
                <a:gd name="T9" fmla="*/ 1789 h 185"/>
                <a:gd name="T10" fmla="*/ 897 w 204"/>
                <a:gd name="T11" fmla="*/ 1354 h 185"/>
                <a:gd name="T12" fmla="*/ 1638 w 204"/>
                <a:gd name="T13" fmla="*/ 0 h 185"/>
                <a:gd name="T14" fmla="*/ 2277 w 204"/>
                <a:gd name="T15" fmla="*/ 1242 h 185"/>
                <a:gd name="T16" fmla="*/ 2527 w 204"/>
                <a:gd name="T17" fmla="*/ 1768 h 185"/>
                <a:gd name="T18" fmla="*/ 2527 w 204"/>
                <a:gd name="T19" fmla="*/ 1768 h 185"/>
                <a:gd name="T20" fmla="*/ 2623 w 204"/>
                <a:gd name="T21" fmla="*/ 1960 h 185"/>
                <a:gd name="T22" fmla="*/ 3174 w 204"/>
                <a:gd name="T23" fmla="*/ 3316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185">
                  <a:moveTo>
                    <a:pt x="202" y="174"/>
                  </a:moveTo>
                  <a:cubicBezTo>
                    <a:pt x="198" y="180"/>
                    <a:pt x="157" y="185"/>
                    <a:pt x="109" y="185"/>
                  </a:cubicBezTo>
                  <a:cubicBezTo>
                    <a:pt x="32" y="185"/>
                    <a:pt x="7" y="179"/>
                    <a:pt x="5" y="176"/>
                  </a:cubicBezTo>
                  <a:cubicBezTo>
                    <a:pt x="0" y="168"/>
                    <a:pt x="31" y="116"/>
                    <a:pt x="42" y="97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70" y="49"/>
                    <a:pt x="96" y="1"/>
                    <a:pt x="104" y="0"/>
                  </a:cubicBezTo>
                  <a:cubicBezTo>
                    <a:pt x="111" y="1"/>
                    <a:pt x="133" y="42"/>
                    <a:pt x="145" y="65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7" y="103"/>
                    <a:pt x="167" y="103"/>
                    <a:pt x="167" y="103"/>
                  </a:cubicBezTo>
                  <a:cubicBezTo>
                    <a:pt x="193" y="146"/>
                    <a:pt x="204" y="169"/>
                    <a:pt x="202" y="17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285">
              <a:extLst>
                <a:ext uri="{FF2B5EF4-FFF2-40B4-BE49-F238E27FC236}">
                  <a16:creationId xmlns:a16="http://schemas.microsoft.com/office/drawing/2014/main" id="{50AB5AB5-543E-4E53-8121-4E49E410E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Oval 286">
              <a:extLst>
                <a:ext uri="{FF2B5EF4-FFF2-40B4-BE49-F238E27FC236}">
                  <a16:creationId xmlns:a16="http://schemas.microsoft.com/office/drawing/2014/main" id="{87C994FE-F180-4A6B-9050-FDD920C27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97" name="Group 287">
            <a:extLst>
              <a:ext uri="{FF2B5EF4-FFF2-40B4-BE49-F238E27FC236}">
                <a16:creationId xmlns:a16="http://schemas.microsoft.com/office/drawing/2014/main" id="{B262948C-1695-487B-8E94-E17CCA4BDD16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5962650" y="3048000"/>
            <a:ext cx="1447800" cy="434975"/>
            <a:chOff x="2678" y="2979"/>
            <a:chExt cx="540" cy="514"/>
          </a:xfrm>
        </p:grpSpPr>
        <p:sp>
          <p:nvSpPr>
            <p:cNvPr id="28758" name="Freeform 288">
              <a:extLst>
                <a:ext uri="{FF2B5EF4-FFF2-40B4-BE49-F238E27FC236}">
                  <a16:creationId xmlns:a16="http://schemas.microsoft.com/office/drawing/2014/main" id="{1B49A25B-852C-4C8D-A965-4C6772D19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289">
              <a:extLst>
                <a:ext uri="{FF2B5EF4-FFF2-40B4-BE49-F238E27FC236}">
                  <a16:creationId xmlns:a16="http://schemas.microsoft.com/office/drawing/2014/main" id="{B7A8B4AB-1CAC-4A94-A964-4F637C8860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1708 w 216"/>
                <a:gd name="T1" fmla="*/ 0 h 193"/>
                <a:gd name="T2" fmla="*/ 720 w 216"/>
                <a:gd name="T3" fmla="*/ 1816 h 193"/>
                <a:gd name="T4" fmla="*/ 95 w 216"/>
                <a:gd name="T5" fmla="*/ 3441 h 193"/>
                <a:gd name="T6" fmla="*/ 1783 w 216"/>
                <a:gd name="T7" fmla="*/ 3646 h 193"/>
                <a:gd name="T8" fmla="*/ 3283 w 216"/>
                <a:gd name="T9" fmla="*/ 3398 h 193"/>
                <a:gd name="T10" fmla="*/ 2658 w 216"/>
                <a:gd name="T11" fmla="*/ 1795 h 193"/>
                <a:gd name="T12" fmla="*/ 1708 w 216"/>
                <a:gd name="T13" fmla="*/ 0 h 193"/>
                <a:gd name="T14" fmla="*/ 3238 w 216"/>
                <a:gd name="T15" fmla="*/ 3361 h 193"/>
                <a:gd name="T16" fmla="*/ 1783 w 216"/>
                <a:gd name="T17" fmla="*/ 3569 h 193"/>
                <a:gd name="T18" fmla="*/ 158 w 216"/>
                <a:gd name="T19" fmla="*/ 3398 h 193"/>
                <a:gd name="T20" fmla="*/ 738 w 216"/>
                <a:gd name="T21" fmla="*/ 1907 h 193"/>
                <a:gd name="T22" fmla="*/ 770 w 216"/>
                <a:gd name="T23" fmla="*/ 1851 h 193"/>
                <a:gd name="T24" fmla="*/ 970 w 216"/>
                <a:gd name="T25" fmla="*/ 1419 h 193"/>
                <a:gd name="T26" fmla="*/ 1708 w 216"/>
                <a:gd name="T27" fmla="*/ 77 h 193"/>
                <a:gd name="T28" fmla="*/ 2345 w 216"/>
                <a:gd name="T29" fmla="*/ 1305 h 193"/>
                <a:gd name="T30" fmla="*/ 2595 w 216"/>
                <a:gd name="T31" fmla="*/ 1830 h 193"/>
                <a:gd name="T32" fmla="*/ 2595 w 216"/>
                <a:gd name="T33" fmla="*/ 1830 h 193"/>
                <a:gd name="T34" fmla="*/ 2688 w 216"/>
                <a:gd name="T35" fmla="*/ 2021 h 193"/>
                <a:gd name="T36" fmla="*/ 3238 w 216"/>
                <a:gd name="T37" fmla="*/ 3361 h 1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" h="193">
                  <a:moveTo>
                    <a:pt x="109" y="0"/>
                  </a:moveTo>
                  <a:cubicBezTo>
                    <a:pt x="97" y="0"/>
                    <a:pt x="63" y="66"/>
                    <a:pt x="46" y="96"/>
                  </a:cubicBezTo>
                  <a:cubicBezTo>
                    <a:pt x="28" y="125"/>
                    <a:pt x="0" y="172"/>
                    <a:pt x="6" y="182"/>
                  </a:cubicBezTo>
                  <a:cubicBezTo>
                    <a:pt x="12" y="192"/>
                    <a:pt x="86" y="193"/>
                    <a:pt x="114" y="193"/>
                  </a:cubicBezTo>
                  <a:cubicBezTo>
                    <a:pt x="141" y="193"/>
                    <a:pt x="204" y="191"/>
                    <a:pt x="210" y="180"/>
                  </a:cubicBezTo>
                  <a:cubicBezTo>
                    <a:pt x="216" y="170"/>
                    <a:pt x="181" y="115"/>
                    <a:pt x="170" y="95"/>
                  </a:cubicBezTo>
                  <a:cubicBezTo>
                    <a:pt x="151" y="63"/>
                    <a:pt x="121" y="0"/>
                    <a:pt x="109" y="0"/>
                  </a:cubicBezTo>
                  <a:close/>
                  <a:moveTo>
                    <a:pt x="207" y="178"/>
                  </a:moveTo>
                  <a:cubicBezTo>
                    <a:pt x="203" y="184"/>
                    <a:pt x="162" y="189"/>
                    <a:pt x="114" y="189"/>
                  </a:cubicBezTo>
                  <a:cubicBezTo>
                    <a:pt x="37" y="189"/>
                    <a:pt x="12" y="183"/>
                    <a:pt x="10" y="180"/>
                  </a:cubicBezTo>
                  <a:cubicBezTo>
                    <a:pt x="5" y="172"/>
                    <a:pt x="36" y="120"/>
                    <a:pt x="47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75" y="53"/>
                    <a:pt x="101" y="5"/>
                    <a:pt x="109" y="4"/>
                  </a:cubicBezTo>
                  <a:cubicBezTo>
                    <a:pt x="116" y="5"/>
                    <a:pt x="138" y="46"/>
                    <a:pt x="150" y="69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72" y="107"/>
                    <a:pt x="172" y="107"/>
                    <a:pt x="172" y="107"/>
                  </a:cubicBezTo>
                  <a:cubicBezTo>
                    <a:pt x="198" y="150"/>
                    <a:pt x="209" y="173"/>
                    <a:pt x="207" y="17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Oval 290">
              <a:extLst>
                <a:ext uri="{FF2B5EF4-FFF2-40B4-BE49-F238E27FC236}">
                  <a16:creationId xmlns:a16="http://schemas.microsoft.com/office/drawing/2014/main" id="{E70389FC-A129-4AF9-8D65-5404C562B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293"/>
              <a:ext cx="153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61" name="Oval 291">
              <a:extLst>
                <a:ext uri="{FF2B5EF4-FFF2-40B4-BE49-F238E27FC236}">
                  <a16:creationId xmlns:a16="http://schemas.microsoft.com/office/drawing/2014/main" id="{508C4C93-14EC-47C0-BEBC-298696459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62" name="Freeform 292">
              <a:extLst>
                <a:ext uri="{FF2B5EF4-FFF2-40B4-BE49-F238E27FC236}">
                  <a16:creationId xmlns:a16="http://schemas.microsoft.com/office/drawing/2014/main" id="{92999B1D-32AD-424E-9FAB-A575CF66B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280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21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30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58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293">
              <a:extLst>
                <a:ext uri="{FF2B5EF4-FFF2-40B4-BE49-F238E27FC236}">
                  <a16:creationId xmlns:a16="http://schemas.microsoft.com/office/drawing/2014/main" id="{A611751B-CD7D-4067-B37B-E340B5F52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283"/>
              <a:ext cx="115" cy="50"/>
            </a:xfrm>
            <a:custGeom>
              <a:avLst/>
              <a:gdLst>
                <a:gd name="T0" fmla="*/ 50 w 46"/>
                <a:gd name="T1" fmla="*/ 200 h 19"/>
                <a:gd name="T2" fmla="*/ 470 w 46"/>
                <a:gd name="T3" fmla="*/ 21 h 19"/>
                <a:gd name="T4" fmla="*/ 720 w 46"/>
                <a:gd name="T5" fmla="*/ 76 h 19"/>
                <a:gd name="T6" fmla="*/ 395 w 46"/>
                <a:gd name="T7" fmla="*/ 0 h 19"/>
                <a:gd name="T8" fmla="*/ 0 w 46"/>
                <a:gd name="T9" fmla="*/ 179 h 19"/>
                <a:gd name="T10" fmla="*/ 158 w 46"/>
                <a:gd name="T11" fmla="*/ 347 h 19"/>
                <a:gd name="T12" fmla="*/ 50 w 46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3" y="11"/>
                  </a:moveTo>
                  <a:cubicBezTo>
                    <a:pt x="3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3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294">
              <a:extLst>
                <a:ext uri="{FF2B5EF4-FFF2-40B4-BE49-F238E27FC236}">
                  <a16:creationId xmlns:a16="http://schemas.microsoft.com/office/drawing/2014/main" id="{3F7802DD-938E-4F69-838E-B51516AA7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189"/>
              <a:ext cx="362" cy="283"/>
            </a:xfrm>
            <a:custGeom>
              <a:avLst/>
              <a:gdLst>
                <a:gd name="T0" fmla="*/ 0 w 145"/>
                <a:gd name="T1" fmla="*/ 1981 h 106"/>
                <a:gd name="T2" fmla="*/ 2070 w 145"/>
                <a:gd name="T3" fmla="*/ 1823 h 106"/>
                <a:gd name="T4" fmla="*/ 1341 w 145"/>
                <a:gd name="T5" fmla="*/ 0 h 106"/>
                <a:gd name="T6" fmla="*/ 1728 w 145"/>
                <a:gd name="T7" fmla="*/ 1618 h 106"/>
                <a:gd name="T8" fmla="*/ 0 w 145"/>
                <a:gd name="T9" fmla="*/ 198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06">
                  <a:moveTo>
                    <a:pt x="0" y="104"/>
                  </a:moveTo>
                  <a:cubicBezTo>
                    <a:pt x="34" y="106"/>
                    <a:pt x="121" y="105"/>
                    <a:pt x="133" y="96"/>
                  </a:cubicBezTo>
                  <a:cubicBezTo>
                    <a:pt x="145" y="87"/>
                    <a:pt x="94" y="24"/>
                    <a:pt x="86" y="0"/>
                  </a:cubicBezTo>
                  <a:cubicBezTo>
                    <a:pt x="94" y="21"/>
                    <a:pt x="121" y="76"/>
                    <a:pt x="111" y="85"/>
                  </a:cubicBezTo>
                  <a:cubicBezTo>
                    <a:pt x="93" y="101"/>
                    <a:pt x="13" y="105"/>
                    <a:pt x="0" y="104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295">
              <a:extLst>
                <a:ext uri="{FF2B5EF4-FFF2-40B4-BE49-F238E27FC236}">
                  <a16:creationId xmlns:a16="http://schemas.microsoft.com/office/drawing/2014/main" id="{30CCEBDB-9C35-4F2F-BF77-54ACEFDBF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95"/>
              <a:ext cx="258" cy="416"/>
            </a:xfrm>
            <a:custGeom>
              <a:avLst/>
              <a:gdLst>
                <a:gd name="T0" fmla="*/ 1380 w 103"/>
                <a:gd name="T1" fmla="*/ 77 h 156"/>
                <a:gd name="T2" fmla="*/ 408 w 103"/>
                <a:gd name="T3" fmla="*/ 2027 h 156"/>
                <a:gd name="T4" fmla="*/ 0 w 103"/>
                <a:gd name="T5" fmla="*/ 2957 h 156"/>
                <a:gd name="T6" fmla="*/ 972 w 103"/>
                <a:gd name="T7" fmla="*/ 1101 h 156"/>
                <a:gd name="T8" fmla="*/ 1618 w 103"/>
                <a:gd name="T9" fmla="*/ 376 h 156"/>
                <a:gd name="T10" fmla="*/ 1380 w 103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56">
                  <a:moveTo>
                    <a:pt x="88" y="4"/>
                  </a:moveTo>
                  <a:cubicBezTo>
                    <a:pt x="77" y="18"/>
                    <a:pt x="37" y="90"/>
                    <a:pt x="26" y="107"/>
                  </a:cubicBezTo>
                  <a:cubicBezTo>
                    <a:pt x="14" y="124"/>
                    <a:pt x="2" y="146"/>
                    <a:pt x="0" y="156"/>
                  </a:cubicBezTo>
                  <a:cubicBezTo>
                    <a:pt x="18" y="133"/>
                    <a:pt x="55" y="70"/>
                    <a:pt x="62" y="58"/>
                  </a:cubicBezTo>
                  <a:cubicBezTo>
                    <a:pt x="72" y="42"/>
                    <a:pt x="90" y="6"/>
                    <a:pt x="103" y="20"/>
                  </a:cubicBezTo>
                  <a:cubicBezTo>
                    <a:pt x="98" y="8"/>
                    <a:pt x="93" y="0"/>
                    <a:pt x="88" y="4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296">
              <a:extLst>
                <a:ext uri="{FF2B5EF4-FFF2-40B4-BE49-F238E27FC236}">
                  <a16:creationId xmlns:a16="http://schemas.microsoft.com/office/drawing/2014/main" id="{3E4FDB40-624B-47A9-AA37-A7C9FF6A0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89"/>
              <a:ext cx="511" cy="494"/>
            </a:xfrm>
            <a:custGeom>
              <a:avLst/>
              <a:gdLst>
                <a:gd name="T0" fmla="*/ 3174 w 204"/>
                <a:gd name="T1" fmla="*/ 3316 h 185"/>
                <a:gd name="T2" fmla="*/ 1713 w 204"/>
                <a:gd name="T3" fmla="*/ 3522 h 185"/>
                <a:gd name="T4" fmla="*/ 83 w 204"/>
                <a:gd name="T5" fmla="*/ 3351 h 185"/>
                <a:gd name="T6" fmla="*/ 659 w 204"/>
                <a:gd name="T7" fmla="*/ 1848 h 185"/>
                <a:gd name="T8" fmla="*/ 691 w 204"/>
                <a:gd name="T9" fmla="*/ 1789 h 185"/>
                <a:gd name="T10" fmla="*/ 897 w 204"/>
                <a:gd name="T11" fmla="*/ 1354 h 185"/>
                <a:gd name="T12" fmla="*/ 1638 w 204"/>
                <a:gd name="T13" fmla="*/ 0 h 185"/>
                <a:gd name="T14" fmla="*/ 2277 w 204"/>
                <a:gd name="T15" fmla="*/ 1242 h 185"/>
                <a:gd name="T16" fmla="*/ 2527 w 204"/>
                <a:gd name="T17" fmla="*/ 1768 h 185"/>
                <a:gd name="T18" fmla="*/ 2527 w 204"/>
                <a:gd name="T19" fmla="*/ 1768 h 185"/>
                <a:gd name="T20" fmla="*/ 2623 w 204"/>
                <a:gd name="T21" fmla="*/ 1960 h 185"/>
                <a:gd name="T22" fmla="*/ 3174 w 204"/>
                <a:gd name="T23" fmla="*/ 3316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185">
                  <a:moveTo>
                    <a:pt x="202" y="174"/>
                  </a:moveTo>
                  <a:cubicBezTo>
                    <a:pt x="198" y="180"/>
                    <a:pt x="157" y="185"/>
                    <a:pt x="109" y="185"/>
                  </a:cubicBezTo>
                  <a:cubicBezTo>
                    <a:pt x="32" y="185"/>
                    <a:pt x="7" y="179"/>
                    <a:pt x="5" y="176"/>
                  </a:cubicBezTo>
                  <a:cubicBezTo>
                    <a:pt x="0" y="168"/>
                    <a:pt x="31" y="116"/>
                    <a:pt x="42" y="97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70" y="49"/>
                    <a:pt x="96" y="1"/>
                    <a:pt x="104" y="0"/>
                  </a:cubicBezTo>
                  <a:cubicBezTo>
                    <a:pt x="111" y="1"/>
                    <a:pt x="133" y="42"/>
                    <a:pt x="145" y="65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7" y="103"/>
                    <a:pt x="167" y="103"/>
                    <a:pt x="167" y="103"/>
                  </a:cubicBezTo>
                  <a:cubicBezTo>
                    <a:pt x="193" y="146"/>
                    <a:pt x="204" y="169"/>
                    <a:pt x="202" y="17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297">
              <a:extLst>
                <a:ext uri="{FF2B5EF4-FFF2-40B4-BE49-F238E27FC236}">
                  <a16:creationId xmlns:a16="http://schemas.microsoft.com/office/drawing/2014/main" id="{A9989A98-2FE8-4047-A6FF-CCC978EF0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Oval 298">
              <a:extLst>
                <a:ext uri="{FF2B5EF4-FFF2-40B4-BE49-F238E27FC236}">
                  <a16:creationId xmlns:a16="http://schemas.microsoft.com/office/drawing/2014/main" id="{223B4931-C5A0-4FD1-978C-4594E3BE8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98" name="Smooth-muscle-cell-illustration">
            <a:extLst>
              <a:ext uri="{FF2B5EF4-FFF2-40B4-BE49-F238E27FC236}">
                <a16:creationId xmlns:a16="http://schemas.microsoft.com/office/drawing/2014/main" id="{EF9BE0C3-661A-440F-876F-FEA13359F02C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6829425" y="3171825"/>
            <a:ext cx="685800" cy="742950"/>
            <a:chOff x="2678" y="2979"/>
            <a:chExt cx="540" cy="514"/>
          </a:xfrm>
        </p:grpSpPr>
        <p:sp>
          <p:nvSpPr>
            <p:cNvPr id="28747" name="Freeform 300">
              <a:extLst>
                <a:ext uri="{FF2B5EF4-FFF2-40B4-BE49-F238E27FC236}">
                  <a16:creationId xmlns:a16="http://schemas.microsoft.com/office/drawing/2014/main" id="{C51F00F1-FBAA-41E7-9BEE-DFFB7DE21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301">
              <a:extLst>
                <a:ext uri="{FF2B5EF4-FFF2-40B4-BE49-F238E27FC236}">
                  <a16:creationId xmlns:a16="http://schemas.microsoft.com/office/drawing/2014/main" id="{386963CD-06C0-477C-8F98-DA19296741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1708 w 216"/>
                <a:gd name="T1" fmla="*/ 0 h 193"/>
                <a:gd name="T2" fmla="*/ 720 w 216"/>
                <a:gd name="T3" fmla="*/ 1816 h 193"/>
                <a:gd name="T4" fmla="*/ 95 w 216"/>
                <a:gd name="T5" fmla="*/ 3441 h 193"/>
                <a:gd name="T6" fmla="*/ 1783 w 216"/>
                <a:gd name="T7" fmla="*/ 3646 h 193"/>
                <a:gd name="T8" fmla="*/ 3283 w 216"/>
                <a:gd name="T9" fmla="*/ 3398 h 193"/>
                <a:gd name="T10" fmla="*/ 2658 w 216"/>
                <a:gd name="T11" fmla="*/ 1795 h 193"/>
                <a:gd name="T12" fmla="*/ 1708 w 216"/>
                <a:gd name="T13" fmla="*/ 0 h 193"/>
                <a:gd name="T14" fmla="*/ 3238 w 216"/>
                <a:gd name="T15" fmla="*/ 3361 h 193"/>
                <a:gd name="T16" fmla="*/ 1783 w 216"/>
                <a:gd name="T17" fmla="*/ 3569 h 193"/>
                <a:gd name="T18" fmla="*/ 158 w 216"/>
                <a:gd name="T19" fmla="*/ 3398 h 193"/>
                <a:gd name="T20" fmla="*/ 738 w 216"/>
                <a:gd name="T21" fmla="*/ 1907 h 193"/>
                <a:gd name="T22" fmla="*/ 770 w 216"/>
                <a:gd name="T23" fmla="*/ 1851 h 193"/>
                <a:gd name="T24" fmla="*/ 970 w 216"/>
                <a:gd name="T25" fmla="*/ 1419 h 193"/>
                <a:gd name="T26" fmla="*/ 1708 w 216"/>
                <a:gd name="T27" fmla="*/ 77 h 193"/>
                <a:gd name="T28" fmla="*/ 2345 w 216"/>
                <a:gd name="T29" fmla="*/ 1305 h 193"/>
                <a:gd name="T30" fmla="*/ 2595 w 216"/>
                <a:gd name="T31" fmla="*/ 1830 h 193"/>
                <a:gd name="T32" fmla="*/ 2595 w 216"/>
                <a:gd name="T33" fmla="*/ 1830 h 193"/>
                <a:gd name="T34" fmla="*/ 2688 w 216"/>
                <a:gd name="T35" fmla="*/ 2021 h 193"/>
                <a:gd name="T36" fmla="*/ 3238 w 216"/>
                <a:gd name="T37" fmla="*/ 3361 h 1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" h="193">
                  <a:moveTo>
                    <a:pt x="109" y="0"/>
                  </a:moveTo>
                  <a:cubicBezTo>
                    <a:pt x="97" y="0"/>
                    <a:pt x="63" y="66"/>
                    <a:pt x="46" y="96"/>
                  </a:cubicBezTo>
                  <a:cubicBezTo>
                    <a:pt x="28" y="125"/>
                    <a:pt x="0" y="172"/>
                    <a:pt x="6" y="182"/>
                  </a:cubicBezTo>
                  <a:cubicBezTo>
                    <a:pt x="12" y="192"/>
                    <a:pt x="86" y="193"/>
                    <a:pt x="114" y="193"/>
                  </a:cubicBezTo>
                  <a:cubicBezTo>
                    <a:pt x="141" y="193"/>
                    <a:pt x="204" y="191"/>
                    <a:pt x="210" y="180"/>
                  </a:cubicBezTo>
                  <a:cubicBezTo>
                    <a:pt x="216" y="170"/>
                    <a:pt x="181" y="115"/>
                    <a:pt x="170" y="95"/>
                  </a:cubicBezTo>
                  <a:cubicBezTo>
                    <a:pt x="151" y="63"/>
                    <a:pt x="121" y="0"/>
                    <a:pt x="109" y="0"/>
                  </a:cubicBezTo>
                  <a:close/>
                  <a:moveTo>
                    <a:pt x="207" y="178"/>
                  </a:moveTo>
                  <a:cubicBezTo>
                    <a:pt x="203" y="184"/>
                    <a:pt x="162" y="189"/>
                    <a:pt x="114" y="189"/>
                  </a:cubicBezTo>
                  <a:cubicBezTo>
                    <a:pt x="37" y="189"/>
                    <a:pt x="12" y="183"/>
                    <a:pt x="10" y="180"/>
                  </a:cubicBezTo>
                  <a:cubicBezTo>
                    <a:pt x="5" y="172"/>
                    <a:pt x="36" y="120"/>
                    <a:pt x="47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75" y="53"/>
                    <a:pt x="101" y="5"/>
                    <a:pt x="109" y="4"/>
                  </a:cubicBezTo>
                  <a:cubicBezTo>
                    <a:pt x="116" y="5"/>
                    <a:pt x="138" y="46"/>
                    <a:pt x="150" y="69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72" y="107"/>
                    <a:pt x="172" y="107"/>
                    <a:pt x="172" y="107"/>
                  </a:cubicBezTo>
                  <a:cubicBezTo>
                    <a:pt x="198" y="150"/>
                    <a:pt x="209" y="173"/>
                    <a:pt x="207" y="17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Oval 302">
              <a:extLst>
                <a:ext uri="{FF2B5EF4-FFF2-40B4-BE49-F238E27FC236}">
                  <a16:creationId xmlns:a16="http://schemas.microsoft.com/office/drawing/2014/main" id="{781572E3-92AF-4C37-AF91-349323841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293"/>
              <a:ext cx="153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50" name="Oval 303">
              <a:extLst>
                <a:ext uri="{FF2B5EF4-FFF2-40B4-BE49-F238E27FC236}">
                  <a16:creationId xmlns:a16="http://schemas.microsoft.com/office/drawing/2014/main" id="{CA7B47D4-0224-451F-BCCA-5C1FD741F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51" name="Freeform 304">
              <a:extLst>
                <a:ext uri="{FF2B5EF4-FFF2-40B4-BE49-F238E27FC236}">
                  <a16:creationId xmlns:a16="http://schemas.microsoft.com/office/drawing/2014/main" id="{B942FFAB-51CB-4D48-8BD2-3CD0F325A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280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21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30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58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305">
              <a:extLst>
                <a:ext uri="{FF2B5EF4-FFF2-40B4-BE49-F238E27FC236}">
                  <a16:creationId xmlns:a16="http://schemas.microsoft.com/office/drawing/2014/main" id="{B0878E2A-73D5-43DA-926D-B09CA6032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283"/>
              <a:ext cx="115" cy="50"/>
            </a:xfrm>
            <a:custGeom>
              <a:avLst/>
              <a:gdLst>
                <a:gd name="T0" fmla="*/ 50 w 46"/>
                <a:gd name="T1" fmla="*/ 200 h 19"/>
                <a:gd name="T2" fmla="*/ 470 w 46"/>
                <a:gd name="T3" fmla="*/ 21 h 19"/>
                <a:gd name="T4" fmla="*/ 720 w 46"/>
                <a:gd name="T5" fmla="*/ 76 h 19"/>
                <a:gd name="T6" fmla="*/ 395 w 46"/>
                <a:gd name="T7" fmla="*/ 0 h 19"/>
                <a:gd name="T8" fmla="*/ 0 w 46"/>
                <a:gd name="T9" fmla="*/ 179 h 19"/>
                <a:gd name="T10" fmla="*/ 158 w 46"/>
                <a:gd name="T11" fmla="*/ 347 h 19"/>
                <a:gd name="T12" fmla="*/ 50 w 46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3" y="11"/>
                  </a:moveTo>
                  <a:cubicBezTo>
                    <a:pt x="3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3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306">
              <a:extLst>
                <a:ext uri="{FF2B5EF4-FFF2-40B4-BE49-F238E27FC236}">
                  <a16:creationId xmlns:a16="http://schemas.microsoft.com/office/drawing/2014/main" id="{C1E4E6CE-FA79-4DE1-A867-9CC2A0A35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189"/>
              <a:ext cx="362" cy="283"/>
            </a:xfrm>
            <a:custGeom>
              <a:avLst/>
              <a:gdLst>
                <a:gd name="T0" fmla="*/ 0 w 145"/>
                <a:gd name="T1" fmla="*/ 1981 h 106"/>
                <a:gd name="T2" fmla="*/ 2070 w 145"/>
                <a:gd name="T3" fmla="*/ 1823 h 106"/>
                <a:gd name="T4" fmla="*/ 1341 w 145"/>
                <a:gd name="T5" fmla="*/ 0 h 106"/>
                <a:gd name="T6" fmla="*/ 1728 w 145"/>
                <a:gd name="T7" fmla="*/ 1618 h 106"/>
                <a:gd name="T8" fmla="*/ 0 w 145"/>
                <a:gd name="T9" fmla="*/ 198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06">
                  <a:moveTo>
                    <a:pt x="0" y="104"/>
                  </a:moveTo>
                  <a:cubicBezTo>
                    <a:pt x="34" y="106"/>
                    <a:pt x="121" y="105"/>
                    <a:pt x="133" y="96"/>
                  </a:cubicBezTo>
                  <a:cubicBezTo>
                    <a:pt x="145" y="87"/>
                    <a:pt x="94" y="24"/>
                    <a:pt x="86" y="0"/>
                  </a:cubicBezTo>
                  <a:cubicBezTo>
                    <a:pt x="94" y="21"/>
                    <a:pt x="121" y="76"/>
                    <a:pt x="111" y="85"/>
                  </a:cubicBezTo>
                  <a:cubicBezTo>
                    <a:pt x="93" y="101"/>
                    <a:pt x="13" y="105"/>
                    <a:pt x="0" y="104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307">
              <a:extLst>
                <a:ext uri="{FF2B5EF4-FFF2-40B4-BE49-F238E27FC236}">
                  <a16:creationId xmlns:a16="http://schemas.microsoft.com/office/drawing/2014/main" id="{EE8E0A83-CA11-4CF5-9E49-B08808D46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95"/>
              <a:ext cx="258" cy="416"/>
            </a:xfrm>
            <a:custGeom>
              <a:avLst/>
              <a:gdLst>
                <a:gd name="T0" fmla="*/ 1380 w 103"/>
                <a:gd name="T1" fmla="*/ 77 h 156"/>
                <a:gd name="T2" fmla="*/ 408 w 103"/>
                <a:gd name="T3" fmla="*/ 2027 h 156"/>
                <a:gd name="T4" fmla="*/ 0 w 103"/>
                <a:gd name="T5" fmla="*/ 2957 h 156"/>
                <a:gd name="T6" fmla="*/ 972 w 103"/>
                <a:gd name="T7" fmla="*/ 1101 h 156"/>
                <a:gd name="T8" fmla="*/ 1618 w 103"/>
                <a:gd name="T9" fmla="*/ 376 h 156"/>
                <a:gd name="T10" fmla="*/ 1380 w 103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56">
                  <a:moveTo>
                    <a:pt x="88" y="4"/>
                  </a:moveTo>
                  <a:cubicBezTo>
                    <a:pt x="77" y="18"/>
                    <a:pt x="37" y="90"/>
                    <a:pt x="26" y="107"/>
                  </a:cubicBezTo>
                  <a:cubicBezTo>
                    <a:pt x="14" y="124"/>
                    <a:pt x="2" y="146"/>
                    <a:pt x="0" y="156"/>
                  </a:cubicBezTo>
                  <a:cubicBezTo>
                    <a:pt x="18" y="133"/>
                    <a:pt x="55" y="70"/>
                    <a:pt x="62" y="58"/>
                  </a:cubicBezTo>
                  <a:cubicBezTo>
                    <a:pt x="72" y="42"/>
                    <a:pt x="90" y="6"/>
                    <a:pt x="103" y="20"/>
                  </a:cubicBezTo>
                  <a:cubicBezTo>
                    <a:pt x="98" y="8"/>
                    <a:pt x="93" y="0"/>
                    <a:pt x="88" y="4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308">
              <a:extLst>
                <a:ext uri="{FF2B5EF4-FFF2-40B4-BE49-F238E27FC236}">
                  <a16:creationId xmlns:a16="http://schemas.microsoft.com/office/drawing/2014/main" id="{E1058434-68AD-4799-9DF8-AD31F69E2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89"/>
              <a:ext cx="511" cy="494"/>
            </a:xfrm>
            <a:custGeom>
              <a:avLst/>
              <a:gdLst>
                <a:gd name="T0" fmla="*/ 3174 w 204"/>
                <a:gd name="T1" fmla="*/ 3316 h 185"/>
                <a:gd name="T2" fmla="*/ 1713 w 204"/>
                <a:gd name="T3" fmla="*/ 3522 h 185"/>
                <a:gd name="T4" fmla="*/ 83 w 204"/>
                <a:gd name="T5" fmla="*/ 3351 h 185"/>
                <a:gd name="T6" fmla="*/ 659 w 204"/>
                <a:gd name="T7" fmla="*/ 1848 h 185"/>
                <a:gd name="T8" fmla="*/ 691 w 204"/>
                <a:gd name="T9" fmla="*/ 1789 h 185"/>
                <a:gd name="T10" fmla="*/ 897 w 204"/>
                <a:gd name="T11" fmla="*/ 1354 h 185"/>
                <a:gd name="T12" fmla="*/ 1638 w 204"/>
                <a:gd name="T13" fmla="*/ 0 h 185"/>
                <a:gd name="T14" fmla="*/ 2277 w 204"/>
                <a:gd name="T15" fmla="*/ 1242 h 185"/>
                <a:gd name="T16" fmla="*/ 2527 w 204"/>
                <a:gd name="T17" fmla="*/ 1768 h 185"/>
                <a:gd name="T18" fmla="*/ 2527 w 204"/>
                <a:gd name="T19" fmla="*/ 1768 h 185"/>
                <a:gd name="T20" fmla="*/ 2623 w 204"/>
                <a:gd name="T21" fmla="*/ 1960 h 185"/>
                <a:gd name="T22" fmla="*/ 3174 w 204"/>
                <a:gd name="T23" fmla="*/ 3316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185">
                  <a:moveTo>
                    <a:pt x="202" y="174"/>
                  </a:moveTo>
                  <a:cubicBezTo>
                    <a:pt x="198" y="180"/>
                    <a:pt x="157" y="185"/>
                    <a:pt x="109" y="185"/>
                  </a:cubicBezTo>
                  <a:cubicBezTo>
                    <a:pt x="32" y="185"/>
                    <a:pt x="7" y="179"/>
                    <a:pt x="5" y="176"/>
                  </a:cubicBezTo>
                  <a:cubicBezTo>
                    <a:pt x="0" y="168"/>
                    <a:pt x="31" y="116"/>
                    <a:pt x="42" y="97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70" y="49"/>
                    <a:pt x="96" y="1"/>
                    <a:pt x="104" y="0"/>
                  </a:cubicBezTo>
                  <a:cubicBezTo>
                    <a:pt x="111" y="1"/>
                    <a:pt x="133" y="42"/>
                    <a:pt x="145" y="65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7" y="103"/>
                    <a:pt x="167" y="103"/>
                    <a:pt x="167" y="103"/>
                  </a:cubicBezTo>
                  <a:cubicBezTo>
                    <a:pt x="193" y="146"/>
                    <a:pt x="204" y="169"/>
                    <a:pt x="202" y="17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309">
              <a:extLst>
                <a:ext uri="{FF2B5EF4-FFF2-40B4-BE49-F238E27FC236}">
                  <a16:creationId xmlns:a16="http://schemas.microsoft.com/office/drawing/2014/main" id="{5640415B-8BC7-4399-AC6E-42E120CA4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Oval 310">
              <a:extLst>
                <a:ext uri="{FF2B5EF4-FFF2-40B4-BE49-F238E27FC236}">
                  <a16:creationId xmlns:a16="http://schemas.microsoft.com/office/drawing/2014/main" id="{494DD881-696D-4CA7-BD60-CB7487366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699" name="Group 311">
            <a:extLst>
              <a:ext uri="{FF2B5EF4-FFF2-40B4-BE49-F238E27FC236}">
                <a16:creationId xmlns:a16="http://schemas.microsoft.com/office/drawing/2014/main" id="{C64E6359-4C95-4902-A773-B796ECA5B198}"/>
              </a:ext>
            </a:extLst>
          </p:cNvPr>
          <p:cNvGrpSpPr>
            <a:grpSpLocks/>
          </p:cNvGrpSpPr>
          <p:nvPr/>
        </p:nvGrpSpPr>
        <p:grpSpPr bwMode="auto">
          <a:xfrm>
            <a:off x="2228850" y="4724400"/>
            <a:ext cx="1295400" cy="304800"/>
            <a:chOff x="2678" y="2979"/>
            <a:chExt cx="540" cy="514"/>
          </a:xfrm>
        </p:grpSpPr>
        <p:sp>
          <p:nvSpPr>
            <p:cNvPr id="28736" name="Freeform 312">
              <a:extLst>
                <a:ext uri="{FF2B5EF4-FFF2-40B4-BE49-F238E27FC236}">
                  <a16:creationId xmlns:a16="http://schemas.microsoft.com/office/drawing/2014/main" id="{DF50B0CF-86FC-4179-95D2-A78D03E5B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313">
              <a:extLst>
                <a:ext uri="{FF2B5EF4-FFF2-40B4-BE49-F238E27FC236}">
                  <a16:creationId xmlns:a16="http://schemas.microsoft.com/office/drawing/2014/main" id="{310732E7-FE66-43C2-8FFF-3BDF5B961A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1708 w 216"/>
                <a:gd name="T1" fmla="*/ 0 h 193"/>
                <a:gd name="T2" fmla="*/ 720 w 216"/>
                <a:gd name="T3" fmla="*/ 1816 h 193"/>
                <a:gd name="T4" fmla="*/ 95 w 216"/>
                <a:gd name="T5" fmla="*/ 3441 h 193"/>
                <a:gd name="T6" fmla="*/ 1783 w 216"/>
                <a:gd name="T7" fmla="*/ 3646 h 193"/>
                <a:gd name="T8" fmla="*/ 3283 w 216"/>
                <a:gd name="T9" fmla="*/ 3398 h 193"/>
                <a:gd name="T10" fmla="*/ 2658 w 216"/>
                <a:gd name="T11" fmla="*/ 1795 h 193"/>
                <a:gd name="T12" fmla="*/ 1708 w 216"/>
                <a:gd name="T13" fmla="*/ 0 h 193"/>
                <a:gd name="T14" fmla="*/ 3238 w 216"/>
                <a:gd name="T15" fmla="*/ 3361 h 193"/>
                <a:gd name="T16" fmla="*/ 1783 w 216"/>
                <a:gd name="T17" fmla="*/ 3569 h 193"/>
                <a:gd name="T18" fmla="*/ 158 w 216"/>
                <a:gd name="T19" fmla="*/ 3398 h 193"/>
                <a:gd name="T20" fmla="*/ 738 w 216"/>
                <a:gd name="T21" fmla="*/ 1907 h 193"/>
                <a:gd name="T22" fmla="*/ 770 w 216"/>
                <a:gd name="T23" fmla="*/ 1851 h 193"/>
                <a:gd name="T24" fmla="*/ 970 w 216"/>
                <a:gd name="T25" fmla="*/ 1419 h 193"/>
                <a:gd name="T26" fmla="*/ 1708 w 216"/>
                <a:gd name="T27" fmla="*/ 77 h 193"/>
                <a:gd name="T28" fmla="*/ 2345 w 216"/>
                <a:gd name="T29" fmla="*/ 1305 h 193"/>
                <a:gd name="T30" fmla="*/ 2595 w 216"/>
                <a:gd name="T31" fmla="*/ 1830 h 193"/>
                <a:gd name="T32" fmla="*/ 2595 w 216"/>
                <a:gd name="T33" fmla="*/ 1830 h 193"/>
                <a:gd name="T34" fmla="*/ 2688 w 216"/>
                <a:gd name="T35" fmla="*/ 2021 h 193"/>
                <a:gd name="T36" fmla="*/ 3238 w 216"/>
                <a:gd name="T37" fmla="*/ 3361 h 1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" h="193">
                  <a:moveTo>
                    <a:pt x="109" y="0"/>
                  </a:moveTo>
                  <a:cubicBezTo>
                    <a:pt x="97" y="0"/>
                    <a:pt x="63" y="66"/>
                    <a:pt x="46" y="96"/>
                  </a:cubicBezTo>
                  <a:cubicBezTo>
                    <a:pt x="28" y="125"/>
                    <a:pt x="0" y="172"/>
                    <a:pt x="6" y="182"/>
                  </a:cubicBezTo>
                  <a:cubicBezTo>
                    <a:pt x="12" y="192"/>
                    <a:pt x="86" y="193"/>
                    <a:pt x="114" y="193"/>
                  </a:cubicBezTo>
                  <a:cubicBezTo>
                    <a:pt x="141" y="193"/>
                    <a:pt x="204" y="191"/>
                    <a:pt x="210" y="180"/>
                  </a:cubicBezTo>
                  <a:cubicBezTo>
                    <a:pt x="216" y="170"/>
                    <a:pt x="181" y="115"/>
                    <a:pt x="170" y="95"/>
                  </a:cubicBezTo>
                  <a:cubicBezTo>
                    <a:pt x="151" y="63"/>
                    <a:pt x="121" y="0"/>
                    <a:pt x="109" y="0"/>
                  </a:cubicBezTo>
                  <a:close/>
                  <a:moveTo>
                    <a:pt x="207" y="178"/>
                  </a:moveTo>
                  <a:cubicBezTo>
                    <a:pt x="203" y="184"/>
                    <a:pt x="162" y="189"/>
                    <a:pt x="114" y="189"/>
                  </a:cubicBezTo>
                  <a:cubicBezTo>
                    <a:pt x="37" y="189"/>
                    <a:pt x="12" y="183"/>
                    <a:pt x="10" y="180"/>
                  </a:cubicBezTo>
                  <a:cubicBezTo>
                    <a:pt x="5" y="172"/>
                    <a:pt x="36" y="120"/>
                    <a:pt x="47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75" y="53"/>
                    <a:pt x="101" y="5"/>
                    <a:pt x="109" y="4"/>
                  </a:cubicBezTo>
                  <a:cubicBezTo>
                    <a:pt x="116" y="5"/>
                    <a:pt x="138" y="46"/>
                    <a:pt x="150" y="69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72" y="107"/>
                    <a:pt x="172" y="107"/>
                    <a:pt x="172" y="107"/>
                  </a:cubicBezTo>
                  <a:cubicBezTo>
                    <a:pt x="198" y="150"/>
                    <a:pt x="209" y="173"/>
                    <a:pt x="207" y="17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Oval 314">
              <a:extLst>
                <a:ext uri="{FF2B5EF4-FFF2-40B4-BE49-F238E27FC236}">
                  <a16:creationId xmlns:a16="http://schemas.microsoft.com/office/drawing/2014/main" id="{9138628A-10A7-42B3-80B9-8DC79F6E8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293"/>
              <a:ext cx="153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39" name="Oval 315">
              <a:extLst>
                <a:ext uri="{FF2B5EF4-FFF2-40B4-BE49-F238E27FC236}">
                  <a16:creationId xmlns:a16="http://schemas.microsoft.com/office/drawing/2014/main" id="{0AA33D89-9327-4063-9AB4-EEE90D587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40" name="Freeform 316">
              <a:extLst>
                <a:ext uri="{FF2B5EF4-FFF2-40B4-BE49-F238E27FC236}">
                  <a16:creationId xmlns:a16="http://schemas.microsoft.com/office/drawing/2014/main" id="{4BDB121F-3C8F-433C-AAF5-2D31C1375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280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21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30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58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317">
              <a:extLst>
                <a:ext uri="{FF2B5EF4-FFF2-40B4-BE49-F238E27FC236}">
                  <a16:creationId xmlns:a16="http://schemas.microsoft.com/office/drawing/2014/main" id="{564B71C3-0301-474D-82E0-22A2DBA21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283"/>
              <a:ext cx="115" cy="50"/>
            </a:xfrm>
            <a:custGeom>
              <a:avLst/>
              <a:gdLst>
                <a:gd name="T0" fmla="*/ 50 w 46"/>
                <a:gd name="T1" fmla="*/ 200 h 19"/>
                <a:gd name="T2" fmla="*/ 470 w 46"/>
                <a:gd name="T3" fmla="*/ 21 h 19"/>
                <a:gd name="T4" fmla="*/ 720 w 46"/>
                <a:gd name="T5" fmla="*/ 76 h 19"/>
                <a:gd name="T6" fmla="*/ 395 w 46"/>
                <a:gd name="T7" fmla="*/ 0 h 19"/>
                <a:gd name="T8" fmla="*/ 0 w 46"/>
                <a:gd name="T9" fmla="*/ 179 h 19"/>
                <a:gd name="T10" fmla="*/ 158 w 46"/>
                <a:gd name="T11" fmla="*/ 347 h 19"/>
                <a:gd name="T12" fmla="*/ 50 w 46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3" y="11"/>
                  </a:moveTo>
                  <a:cubicBezTo>
                    <a:pt x="3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3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318">
              <a:extLst>
                <a:ext uri="{FF2B5EF4-FFF2-40B4-BE49-F238E27FC236}">
                  <a16:creationId xmlns:a16="http://schemas.microsoft.com/office/drawing/2014/main" id="{2C4ACEA1-9217-4160-ABDA-C7FCC2517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189"/>
              <a:ext cx="362" cy="283"/>
            </a:xfrm>
            <a:custGeom>
              <a:avLst/>
              <a:gdLst>
                <a:gd name="T0" fmla="*/ 0 w 145"/>
                <a:gd name="T1" fmla="*/ 1981 h 106"/>
                <a:gd name="T2" fmla="*/ 2070 w 145"/>
                <a:gd name="T3" fmla="*/ 1823 h 106"/>
                <a:gd name="T4" fmla="*/ 1341 w 145"/>
                <a:gd name="T5" fmla="*/ 0 h 106"/>
                <a:gd name="T6" fmla="*/ 1728 w 145"/>
                <a:gd name="T7" fmla="*/ 1618 h 106"/>
                <a:gd name="T8" fmla="*/ 0 w 145"/>
                <a:gd name="T9" fmla="*/ 198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06">
                  <a:moveTo>
                    <a:pt x="0" y="104"/>
                  </a:moveTo>
                  <a:cubicBezTo>
                    <a:pt x="34" y="106"/>
                    <a:pt x="121" y="105"/>
                    <a:pt x="133" y="96"/>
                  </a:cubicBezTo>
                  <a:cubicBezTo>
                    <a:pt x="145" y="87"/>
                    <a:pt x="94" y="24"/>
                    <a:pt x="86" y="0"/>
                  </a:cubicBezTo>
                  <a:cubicBezTo>
                    <a:pt x="94" y="21"/>
                    <a:pt x="121" y="76"/>
                    <a:pt x="111" y="85"/>
                  </a:cubicBezTo>
                  <a:cubicBezTo>
                    <a:pt x="93" y="101"/>
                    <a:pt x="13" y="105"/>
                    <a:pt x="0" y="104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319">
              <a:extLst>
                <a:ext uri="{FF2B5EF4-FFF2-40B4-BE49-F238E27FC236}">
                  <a16:creationId xmlns:a16="http://schemas.microsoft.com/office/drawing/2014/main" id="{D0EF1F64-6D94-4134-904D-3628D4D41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95"/>
              <a:ext cx="258" cy="416"/>
            </a:xfrm>
            <a:custGeom>
              <a:avLst/>
              <a:gdLst>
                <a:gd name="T0" fmla="*/ 1380 w 103"/>
                <a:gd name="T1" fmla="*/ 77 h 156"/>
                <a:gd name="T2" fmla="*/ 408 w 103"/>
                <a:gd name="T3" fmla="*/ 2027 h 156"/>
                <a:gd name="T4" fmla="*/ 0 w 103"/>
                <a:gd name="T5" fmla="*/ 2957 h 156"/>
                <a:gd name="T6" fmla="*/ 972 w 103"/>
                <a:gd name="T7" fmla="*/ 1101 h 156"/>
                <a:gd name="T8" fmla="*/ 1618 w 103"/>
                <a:gd name="T9" fmla="*/ 376 h 156"/>
                <a:gd name="T10" fmla="*/ 1380 w 103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56">
                  <a:moveTo>
                    <a:pt x="88" y="4"/>
                  </a:moveTo>
                  <a:cubicBezTo>
                    <a:pt x="77" y="18"/>
                    <a:pt x="37" y="90"/>
                    <a:pt x="26" y="107"/>
                  </a:cubicBezTo>
                  <a:cubicBezTo>
                    <a:pt x="14" y="124"/>
                    <a:pt x="2" y="146"/>
                    <a:pt x="0" y="156"/>
                  </a:cubicBezTo>
                  <a:cubicBezTo>
                    <a:pt x="18" y="133"/>
                    <a:pt x="55" y="70"/>
                    <a:pt x="62" y="58"/>
                  </a:cubicBezTo>
                  <a:cubicBezTo>
                    <a:pt x="72" y="42"/>
                    <a:pt x="90" y="6"/>
                    <a:pt x="103" y="20"/>
                  </a:cubicBezTo>
                  <a:cubicBezTo>
                    <a:pt x="98" y="8"/>
                    <a:pt x="93" y="0"/>
                    <a:pt x="88" y="4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320">
              <a:extLst>
                <a:ext uri="{FF2B5EF4-FFF2-40B4-BE49-F238E27FC236}">
                  <a16:creationId xmlns:a16="http://schemas.microsoft.com/office/drawing/2014/main" id="{BB682D75-2BC4-4843-8F1B-09AA66BA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89"/>
              <a:ext cx="511" cy="494"/>
            </a:xfrm>
            <a:custGeom>
              <a:avLst/>
              <a:gdLst>
                <a:gd name="T0" fmla="*/ 3174 w 204"/>
                <a:gd name="T1" fmla="*/ 3316 h 185"/>
                <a:gd name="T2" fmla="*/ 1713 w 204"/>
                <a:gd name="T3" fmla="*/ 3522 h 185"/>
                <a:gd name="T4" fmla="*/ 83 w 204"/>
                <a:gd name="T5" fmla="*/ 3351 h 185"/>
                <a:gd name="T6" fmla="*/ 659 w 204"/>
                <a:gd name="T7" fmla="*/ 1848 h 185"/>
                <a:gd name="T8" fmla="*/ 691 w 204"/>
                <a:gd name="T9" fmla="*/ 1789 h 185"/>
                <a:gd name="T10" fmla="*/ 897 w 204"/>
                <a:gd name="T11" fmla="*/ 1354 h 185"/>
                <a:gd name="T12" fmla="*/ 1638 w 204"/>
                <a:gd name="T13" fmla="*/ 0 h 185"/>
                <a:gd name="T14" fmla="*/ 2277 w 204"/>
                <a:gd name="T15" fmla="*/ 1242 h 185"/>
                <a:gd name="T16" fmla="*/ 2527 w 204"/>
                <a:gd name="T17" fmla="*/ 1768 h 185"/>
                <a:gd name="T18" fmla="*/ 2527 w 204"/>
                <a:gd name="T19" fmla="*/ 1768 h 185"/>
                <a:gd name="T20" fmla="*/ 2623 w 204"/>
                <a:gd name="T21" fmla="*/ 1960 h 185"/>
                <a:gd name="T22" fmla="*/ 3174 w 204"/>
                <a:gd name="T23" fmla="*/ 3316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185">
                  <a:moveTo>
                    <a:pt x="202" y="174"/>
                  </a:moveTo>
                  <a:cubicBezTo>
                    <a:pt x="198" y="180"/>
                    <a:pt x="157" y="185"/>
                    <a:pt x="109" y="185"/>
                  </a:cubicBezTo>
                  <a:cubicBezTo>
                    <a:pt x="32" y="185"/>
                    <a:pt x="7" y="179"/>
                    <a:pt x="5" y="176"/>
                  </a:cubicBezTo>
                  <a:cubicBezTo>
                    <a:pt x="0" y="168"/>
                    <a:pt x="31" y="116"/>
                    <a:pt x="42" y="97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70" y="49"/>
                    <a:pt x="96" y="1"/>
                    <a:pt x="104" y="0"/>
                  </a:cubicBezTo>
                  <a:cubicBezTo>
                    <a:pt x="111" y="1"/>
                    <a:pt x="133" y="42"/>
                    <a:pt x="145" y="65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7" y="103"/>
                    <a:pt x="167" y="103"/>
                    <a:pt x="167" y="103"/>
                  </a:cubicBezTo>
                  <a:cubicBezTo>
                    <a:pt x="193" y="146"/>
                    <a:pt x="204" y="169"/>
                    <a:pt x="202" y="17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321">
              <a:extLst>
                <a:ext uri="{FF2B5EF4-FFF2-40B4-BE49-F238E27FC236}">
                  <a16:creationId xmlns:a16="http://schemas.microsoft.com/office/drawing/2014/main" id="{B376A8AA-1618-464C-B887-7F1F4D22A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Oval 322">
              <a:extLst>
                <a:ext uri="{FF2B5EF4-FFF2-40B4-BE49-F238E27FC236}">
                  <a16:creationId xmlns:a16="http://schemas.microsoft.com/office/drawing/2014/main" id="{97749070-187E-441E-8AC2-E40DD69D6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700" name="Group 323">
            <a:extLst>
              <a:ext uri="{FF2B5EF4-FFF2-40B4-BE49-F238E27FC236}">
                <a16:creationId xmlns:a16="http://schemas.microsoft.com/office/drawing/2014/main" id="{774D3274-FF1E-4F78-83F6-10A66139E915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4724400"/>
            <a:ext cx="1295400" cy="304800"/>
            <a:chOff x="2678" y="2979"/>
            <a:chExt cx="540" cy="514"/>
          </a:xfrm>
        </p:grpSpPr>
        <p:sp>
          <p:nvSpPr>
            <p:cNvPr id="28725" name="Freeform 324">
              <a:extLst>
                <a:ext uri="{FF2B5EF4-FFF2-40B4-BE49-F238E27FC236}">
                  <a16:creationId xmlns:a16="http://schemas.microsoft.com/office/drawing/2014/main" id="{71B1D57B-ACCE-4126-B719-403AA86FC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325">
              <a:extLst>
                <a:ext uri="{FF2B5EF4-FFF2-40B4-BE49-F238E27FC236}">
                  <a16:creationId xmlns:a16="http://schemas.microsoft.com/office/drawing/2014/main" id="{970196CF-630F-4560-94A7-4D5EE527AB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1708 w 216"/>
                <a:gd name="T1" fmla="*/ 0 h 193"/>
                <a:gd name="T2" fmla="*/ 720 w 216"/>
                <a:gd name="T3" fmla="*/ 1816 h 193"/>
                <a:gd name="T4" fmla="*/ 95 w 216"/>
                <a:gd name="T5" fmla="*/ 3441 h 193"/>
                <a:gd name="T6" fmla="*/ 1783 w 216"/>
                <a:gd name="T7" fmla="*/ 3646 h 193"/>
                <a:gd name="T8" fmla="*/ 3283 w 216"/>
                <a:gd name="T9" fmla="*/ 3398 h 193"/>
                <a:gd name="T10" fmla="*/ 2658 w 216"/>
                <a:gd name="T11" fmla="*/ 1795 h 193"/>
                <a:gd name="T12" fmla="*/ 1708 w 216"/>
                <a:gd name="T13" fmla="*/ 0 h 193"/>
                <a:gd name="T14" fmla="*/ 3238 w 216"/>
                <a:gd name="T15" fmla="*/ 3361 h 193"/>
                <a:gd name="T16" fmla="*/ 1783 w 216"/>
                <a:gd name="T17" fmla="*/ 3569 h 193"/>
                <a:gd name="T18" fmla="*/ 158 w 216"/>
                <a:gd name="T19" fmla="*/ 3398 h 193"/>
                <a:gd name="T20" fmla="*/ 738 w 216"/>
                <a:gd name="T21" fmla="*/ 1907 h 193"/>
                <a:gd name="T22" fmla="*/ 770 w 216"/>
                <a:gd name="T23" fmla="*/ 1851 h 193"/>
                <a:gd name="T24" fmla="*/ 970 w 216"/>
                <a:gd name="T25" fmla="*/ 1419 h 193"/>
                <a:gd name="T26" fmla="*/ 1708 w 216"/>
                <a:gd name="T27" fmla="*/ 77 h 193"/>
                <a:gd name="T28" fmla="*/ 2345 w 216"/>
                <a:gd name="T29" fmla="*/ 1305 h 193"/>
                <a:gd name="T30" fmla="*/ 2595 w 216"/>
                <a:gd name="T31" fmla="*/ 1830 h 193"/>
                <a:gd name="T32" fmla="*/ 2595 w 216"/>
                <a:gd name="T33" fmla="*/ 1830 h 193"/>
                <a:gd name="T34" fmla="*/ 2688 w 216"/>
                <a:gd name="T35" fmla="*/ 2021 h 193"/>
                <a:gd name="T36" fmla="*/ 3238 w 216"/>
                <a:gd name="T37" fmla="*/ 3361 h 1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" h="193">
                  <a:moveTo>
                    <a:pt x="109" y="0"/>
                  </a:moveTo>
                  <a:cubicBezTo>
                    <a:pt x="97" y="0"/>
                    <a:pt x="63" y="66"/>
                    <a:pt x="46" y="96"/>
                  </a:cubicBezTo>
                  <a:cubicBezTo>
                    <a:pt x="28" y="125"/>
                    <a:pt x="0" y="172"/>
                    <a:pt x="6" y="182"/>
                  </a:cubicBezTo>
                  <a:cubicBezTo>
                    <a:pt x="12" y="192"/>
                    <a:pt x="86" y="193"/>
                    <a:pt x="114" y="193"/>
                  </a:cubicBezTo>
                  <a:cubicBezTo>
                    <a:pt x="141" y="193"/>
                    <a:pt x="204" y="191"/>
                    <a:pt x="210" y="180"/>
                  </a:cubicBezTo>
                  <a:cubicBezTo>
                    <a:pt x="216" y="170"/>
                    <a:pt x="181" y="115"/>
                    <a:pt x="170" y="95"/>
                  </a:cubicBezTo>
                  <a:cubicBezTo>
                    <a:pt x="151" y="63"/>
                    <a:pt x="121" y="0"/>
                    <a:pt x="109" y="0"/>
                  </a:cubicBezTo>
                  <a:close/>
                  <a:moveTo>
                    <a:pt x="207" y="178"/>
                  </a:moveTo>
                  <a:cubicBezTo>
                    <a:pt x="203" y="184"/>
                    <a:pt x="162" y="189"/>
                    <a:pt x="114" y="189"/>
                  </a:cubicBezTo>
                  <a:cubicBezTo>
                    <a:pt x="37" y="189"/>
                    <a:pt x="12" y="183"/>
                    <a:pt x="10" y="180"/>
                  </a:cubicBezTo>
                  <a:cubicBezTo>
                    <a:pt x="5" y="172"/>
                    <a:pt x="36" y="120"/>
                    <a:pt x="47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75" y="53"/>
                    <a:pt x="101" y="5"/>
                    <a:pt x="109" y="4"/>
                  </a:cubicBezTo>
                  <a:cubicBezTo>
                    <a:pt x="116" y="5"/>
                    <a:pt x="138" y="46"/>
                    <a:pt x="150" y="69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72" y="107"/>
                    <a:pt x="172" y="107"/>
                    <a:pt x="172" y="107"/>
                  </a:cubicBezTo>
                  <a:cubicBezTo>
                    <a:pt x="198" y="150"/>
                    <a:pt x="209" y="173"/>
                    <a:pt x="207" y="17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Oval 326">
              <a:extLst>
                <a:ext uri="{FF2B5EF4-FFF2-40B4-BE49-F238E27FC236}">
                  <a16:creationId xmlns:a16="http://schemas.microsoft.com/office/drawing/2014/main" id="{79AF051F-F787-46A3-9A0D-BB29B9103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293"/>
              <a:ext cx="153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28" name="Oval 327">
              <a:extLst>
                <a:ext uri="{FF2B5EF4-FFF2-40B4-BE49-F238E27FC236}">
                  <a16:creationId xmlns:a16="http://schemas.microsoft.com/office/drawing/2014/main" id="{349FDFCF-D633-4D8F-8F4F-C1EC7670E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29" name="Freeform 328">
              <a:extLst>
                <a:ext uri="{FF2B5EF4-FFF2-40B4-BE49-F238E27FC236}">
                  <a16:creationId xmlns:a16="http://schemas.microsoft.com/office/drawing/2014/main" id="{B24C34A8-459D-49DF-B9B4-E1713353C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280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21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30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58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329">
              <a:extLst>
                <a:ext uri="{FF2B5EF4-FFF2-40B4-BE49-F238E27FC236}">
                  <a16:creationId xmlns:a16="http://schemas.microsoft.com/office/drawing/2014/main" id="{B29CD038-AD53-4BC7-814F-6119030DA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283"/>
              <a:ext cx="115" cy="50"/>
            </a:xfrm>
            <a:custGeom>
              <a:avLst/>
              <a:gdLst>
                <a:gd name="T0" fmla="*/ 50 w 46"/>
                <a:gd name="T1" fmla="*/ 200 h 19"/>
                <a:gd name="T2" fmla="*/ 470 w 46"/>
                <a:gd name="T3" fmla="*/ 21 h 19"/>
                <a:gd name="T4" fmla="*/ 720 w 46"/>
                <a:gd name="T5" fmla="*/ 76 h 19"/>
                <a:gd name="T6" fmla="*/ 395 w 46"/>
                <a:gd name="T7" fmla="*/ 0 h 19"/>
                <a:gd name="T8" fmla="*/ 0 w 46"/>
                <a:gd name="T9" fmla="*/ 179 h 19"/>
                <a:gd name="T10" fmla="*/ 158 w 46"/>
                <a:gd name="T11" fmla="*/ 347 h 19"/>
                <a:gd name="T12" fmla="*/ 50 w 46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3" y="11"/>
                  </a:moveTo>
                  <a:cubicBezTo>
                    <a:pt x="3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3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330">
              <a:extLst>
                <a:ext uri="{FF2B5EF4-FFF2-40B4-BE49-F238E27FC236}">
                  <a16:creationId xmlns:a16="http://schemas.microsoft.com/office/drawing/2014/main" id="{5B5A5161-79CD-4D5F-9FA9-9B32D7923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189"/>
              <a:ext cx="362" cy="283"/>
            </a:xfrm>
            <a:custGeom>
              <a:avLst/>
              <a:gdLst>
                <a:gd name="T0" fmla="*/ 0 w 145"/>
                <a:gd name="T1" fmla="*/ 1981 h 106"/>
                <a:gd name="T2" fmla="*/ 2070 w 145"/>
                <a:gd name="T3" fmla="*/ 1823 h 106"/>
                <a:gd name="T4" fmla="*/ 1341 w 145"/>
                <a:gd name="T5" fmla="*/ 0 h 106"/>
                <a:gd name="T6" fmla="*/ 1728 w 145"/>
                <a:gd name="T7" fmla="*/ 1618 h 106"/>
                <a:gd name="T8" fmla="*/ 0 w 145"/>
                <a:gd name="T9" fmla="*/ 198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06">
                  <a:moveTo>
                    <a:pt x="0" y="104"/>
                  </a:moveTo>
                  <a:cubicBezTo>
                    <a:pt x="34" y="106"/>
                    <a:pt x="121" y="105"/>
                    <a:pt x="133" y="96"/>
                  </a:cubicBezTo>
                  <a:cubicBezTo>
                    <a:pt x="145" y="87"/>
                    <a:pt x="94" y="24"/>
                    <a:pt x="86" y="0"/>
                  </a:cubicBezTo>
                  <a:cubicBezTo>
                    <a:pt x="94" y="21"/>
                    <a:pt x="121" y="76"/>
                    <a:pt x="111" y="85"/>
                  </a:cubicBezTo>
                  <a:cubicBezTo>
                    <a:pt x="93" y="101"/>
                    <a:pt x="13" y="105"/>
                    <a:pt x="0" y="104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331">
              <a:extLst>
                <a:ext uri="{FF2B5EF4-FFF2-40B4-BE49-F238E27FC236}">
                  <a16:creationId xmlns:a16="http://schemas.microsoft.com/office/drawing/2014/main" id="{8CF1C4D0-7AD7-4FE4-B4DC-DE2CB5D41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95"/>
              <a:ext cx="258" cy="416"/>
            </a:xfrm>
            <a:custGeom>
              <a:avLst/>
              <a:gdLst>
                <a:gd name="T0" fmla="*/ 1380 w 103"/>
                <a:gd name="T1" fmla="*/ 77 h 156"/>
                <a:gd name="T2" fmla="*/ 408 w 103"/>
                <a:gd name="T3" fmla="*/ 2027 h 156"/>
                <a:gd name="T4" fmla="*/ 0 w 103"/>
                <a:gd name="T5" fmla="*/ 2957 h 156"/>
                <a:gd name="T6" fmla="*/ 972 w 103"/>
                <a:gd name="T7" fmla="*/ 1101 h 156"/>
                <a:gd name="T8" fmla="*/ 1618 w 103"/>
                <a:gd name="T9" fmla="*/ 376 h 156"/>
                <a:gd name="T10" fmla="*/ 1380 w 103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56">
                  <a:moveTo>
                    <a:pt x="88" y="4"/>
                  </a:moveTo>
                  <a:cubicBezTo>
                    <a:pt x="77" y="18"/>
                    <a:pt x="37" y="90"/>
                    <a:pt x="26" y="107"/>
                  </a:cubicBezTo>
                  <a:cubicBezTo>
                    <a:pt x="14" y="124"/>
                    <a:pt x="2" y="146"/>
                    <a:pt x="0" y="156"/>
                  </a:cubicBezTo>
                  <a:cubicBezTo>
                    <a:pt x="18" y="133"/>
                    <a:pt x="55" y="70"/>
                    <a:pt x="62" y="58"/>
                  </a:cubicBezTo>
                  <a:cubicBezTo>
                    <a:pt x="72" y="42"/>
                    <a:pt x="90" y="6"/>
                    <a:pt x="103" y="20"/>
                  </a:cubicBezTo>
                  <a:cubicBezTo>
                    <a:pt x="98" y="8"/>
                    <a:pt x="93" y="0"/>
                    <a:pt x="88" y="4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332">
              <a:extLst>
                <a:ext uri="{FF2B5EF4-FFF2-40B4-BE49-F238E27FC236}">
                  <a16:creationId xmlns:a16="http://schemas.microsoft.com/office/drawing/2014/main" id="{A1F9B186-60B1-487B-A95F-9AA68D25C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89"/>
              <a:ext cx="511" cy="494"/>
            </a:xfrm>
            <a:custGeom>
              <a:avLst/>
              <a:gdLst>
                <a:gd name="T0" fmla="*/ 3174 w 204"/>
                <a:gd name="T1" fmla="*/ 3316 h 185"/>
                <a:gd name="T2" fmla="*/ 1713 w 204"/>
                <a:gd name="T3" fmla="*/ 3522 h 185"/>
                <a:gd name="T4" fmla="*/ 83 w 204"/>
                <a:gd name="T5" fmla="*/ 3351 h 185"/>
                <a:gd name="T6" fmla="*/ 659 w 204"/>
                <a:gd name="T7" fmla="*/ 1848 h 185"/>
                <a:gd name="T8" fmla="*/ 691 w 204"/>
                <a:gd name="T9" fmla="*/ 1789 h 185"/>
                <a:gd name="T10" fmla="*/ 897 w 204"/>
                <a:gd name="T11" fmla="*/ 1354 h 185"/>
                <a:gd name="T12" fmla="*/ 1638 w 204"/>
                <a:gd name="T13" fmla="*/ 0 h 185"/>
                <a:gd name="T14" fmla="*/ 2277 w 204"/>
                <a:gd name="T15" fmla="*/ 1242 h 185"/>
                <a:gd name="T16" fmla="*/ 2527 w 204"/>
                <a:gd name="T17" fmla="*/ 1768 h 185"/>
                <a:gd name="T18" fmla="*/ 2527 w 204"/>
                <a:gd name="T19" fmla="*/ 1768 h 185"/>
                <a:gd name="T20" fmla="*/ 2623 w 204"/>
                <a:gd name="T21" fmla="*/ 1960 h 185"/>
                <a:gd name="T22" fmla="*/ 3174 w 204"/>
                <a:gd name="T23" fmla="*/ 3316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185">
                  <a:moveTo>
                    <a:pt x="202" y="174"/>
                  </a:moveTo>
                  <a:cubicBezTo>
                    <a:pt x="198" y="180"/>
                    <a:pt x="157" y="185"/>
                    <a:pt x="109" y="185"/>
                  </a:cubicBezTo>
                  <a:cubicBezTo>
                    <a:pt x="32" y="185"/>
                    <a:pt x="7" y="179"/>
                    <a:pt x="5" y="176"/>
                  </a:cubicBezTo>
                  <a:cubicBezTo>
                    <a:pt x="0" y="168"/>
                    <a:pt x="31" y="116"/>
                    <a:pt x="42" y="97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70" y="49"/>
                    <a:pt x="96" y="1"/>
                    <a:pt x="104" y="0"/>
                  </a:cubicBezTo>
                  <a:cubicBezTo>
                    <a:pt x="111" y="1"/>
                    <a:pt x="133" y="42"/>
                    <a:pt x="145" y="65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7" y="103"/>
                    <a:pt x="167" y="103"/>
                    <a:pt x="167" y="103"/>
                  </a:cubicBezTo>
                  <a:cubicBezTo>
                    <a:pt x="193" y="146"/>
                    <a:pt x="204" y="169"/>
                    <a:pt x="202" y="17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333">
              <a:extLst>
                <a:ext uri="{FF2B5EF4-FFF2-40B4-BE49-F238E27FC236}">
                  <a16:creationId xmlns:a16="http://schemas.microsoft.com/office/drawing/2014/main" id="{2CB36295-D1BB-4780-BF90-4626CFE8F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Oval 334">
              <a:extLst>
                <a:ext uri="{FF2B5EF4-FFF2-40B4-BE49-F238E27FC236}">
                  <a16:creationId xmlns:a16="http://schemas.microsoft.com/office/drawing/2014/main" id="{8765DE6E-E7EB-47D6-9515-76A74DFAD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701" name="Group 335">
            <a:extLst>
              <a:ext uri="{FF2B5EF4-FFF2-40B4-BE49-F238E27FC236}">
                <a16:creationId xmlns:a16="http://schemas.microsoft.com/office/drawing/2014/main" id="{E2121A04-67B6-4DFD-9D13-B748770D5957}"/>
              </a:ext>
            </a:extLst>
          </p:cNvPr>
          <p:cNvGrpSpPr>
            <a:grpSpLocks/>
          </p:cNvGrpSpPr>
          <p:nvPr/>
        </p:nvGrpSpPr>
        <p:grpSpPr bwMode="auto">
          <a:xfrm>
            <a:off x="5276850" y="4724400"/>
            <a:ext cx="1295400" cy="304800"/>
            <a:chOff x="2678" y="2979"/>
            <a:chExt cx="540" cy="514"/>
          </a:xfrm>
        </p:grpSpPr>
        <p:sp>
          <p:nvSpPr>
            <p:cNvPr id="28714" name="Freeform 336">
              <a:extLst>
                <a:ext uri="{FF2B5EF4-FFF2-40B4-BE49-F238E27FC236}">
                  <a16:creationId xmlns:a16="http://schemas.microsoft.com/office/drawing/2014/main" id="{F7E20F26-B07D-4AB9-85C0-2C67970BE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337">
              <a:extLst>
                <a:ext uri="{FF2B5EF4-FFF2-40B4-BE49-F238E27FC236}">
                  <a16:creationId xmlns:a16="http://schemas.microsoft.com/office/drawing/2014/main" id="{EA469FAB-2103-4329-8648-AF9B8A5E52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1708 w 216"/>
                <a:gd name="T1" fmla="*/ 0 h 193"/>
                <a:gd name="T2" fmla="*/ 720 w 216"/>
                <a:gd name="T3" fmla="*/ 1816 h 193"/>
                <a:gd name="T4" fmla="*/ 95 w 216"/>
                <a:gd name="T5" fmla="*/ 3441 h 193"/>
                <a:gd name="T6" fmla="*/ 1783 w 216"/>
                <a:gd name="T7" fmla="*/ 3646 h 193"/>
                <a:gd name="T8" fmla="*/ 3283 w 216"/>
                <a:gd name="T9" fmla="*/ 3398 h 193"/>
                <a:gd name="T10" fmla="*/ 2658 w 216"/>
                <a:gd name="T11" fmla="*/ 1795 h 193"/>
                <a:gd name="T12" fmla="*/ 1708 w 216"/>
                <a:gd name="T13" fmla="*/ 0 h 193"/>
                <a:gd name="T14" fmla="*/ 3238 w 216"/>
                <a:gd name="T15" fmla="*/ 3361 h 193"/>
                <a:gd name="T16" fmla="*/ 1783 w 216"/>
                <a:gd name="T17" fmla="*/ 3569 h 193"/>
                <a:gd name="T18" fmla="*/ 158 w 216"/>
                <a:gd name="T19" fmla="*/ 3398 h 193"/>
                <a:gd name="T20" fmla="*/ 738 w 216"/>
                <a:gd name="T21" fmla="*/ 1907 h 193"/>
                <a:gd name="T22" fmla="*/ 770 w 216"/>
                <a:gd name="T23" fmla="*/ 1851 h 193"/>
                <a:gd name="T24" fmla="*/ 970 w 216"/>
                <a:gd name="T25" fmla="*/ 1419 h 193"/>
                <a:gd name="T26" fmla="*/ 1708 w 216"/>
                <a:gd name="T27" fmla="*/ 77 h 193"/>
                <a:gd name="T28" fmla="*/ 2345 w 216"/>
                <a:gd name="T29" fmla="*/ 1305 h 193"/>
                <a:gd name="T30" fmla="*/ 2595 w 216"/>
                <a:gd name="T31" fmla="*/ 1830 h 193"/>
                <a:gd name="T32" fmla="*/ 2595 w 216"/>
                <a:gd name="T33" fmla="*/ 1830 h 193"/>
                <a:gd name="T34" fmla="*/ 2688 w 216"/>
                <a:gd name="T35" fmla="*/ 2021 h 193"/>
                <a:gd name="T36" fmla="*/ 3238 w 216"/>
                <a:gd name="T37" fmla="*/ 3361 h 1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" h="193">
                  <a:moveTo>
                    <a:pt x="109" y="0"/>
                  </a:moveTo>
                  <a:cubicBezTo>
                    <a:pt x="97" y="0"/>
                    <a:pt x="63" y="66"/>
                    <a:pt x="46" y="96"/>
                  </a:cubicBezTo>
                  <a:cubicBezTo>
                    <a:pt x="28" y="125"/>
                    <a:pt x="0" y="172"/>
                    <a:pt x="6" y="182"/>
                  </a:cubicBezTo>
                  <a:cubicBezTo>
                    <a:pt x="12" y="192"/>
                    <a:pt x="86" y="193"/>
                    <a:pt x="114" y="193"/>
                  </a:cubicBezTo>
                  <a:cubicBezTo>
                    <a:pt x="141" y="193"/>
                    <a:pt x="204" y="191"/>
                    <a:pt x="210" y="180"/>
                  </a:cubicBezTo>
                  <a:cubicBezTo>
                    <a:pt x="216" y="170"/>
                    <a:pt x="181" y="115"/>
                    <a:pt x="170" y="95"/>
                  </a:cubicBezTo>
                  <a:cubicBezTo>
                    <a:pt x="151" y="63"/>
                    <a:pt x="121" y="0"/>
                    <a:pt x="109" y="0"/>
                  </a:cubicBezTo>
                  <a:close/>
                  <a:moveTo>
                    <a:pt x="207" y="178"/>
                  </a:moveTo>
                  <a:cubicBezTo>
                    <a:pt x="203" y="184"/>
                    <a:pt x="162" y="189"/>
                    <a:pt x="114" y="189"/>
                  </a:cubicBezTo>
                  <a:cubicBezTo>
                    <a:pt x="37" y="189"/>
                    <a:pt x="12" y="183"/>
                    <a:pt x="10" y="180"/>
                  </a:cubicBezTo>
                  <a:cubicBezTo>
                    <a:pt x="5" y="172"/>
                    <a:pt x="36" y="120"/>
                    <a:pt x="47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75" y="53"/>
                    <a:pt x="101" y="5"/>
                    <a:pt x="109" y="4"/>
                  </a:cubicBezTo>
                  <a:cubicBezTo>
                    <a:pt x="116" y="5"/>
                    <a:pt x="138" y="46"/>
                    <a:pt x="150" y="69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72" y="107"/>
                    <a:pt x="172" y="107"/>
                    <a:pt x="172" y="107"/>
                  </a:cubicBezTo>
                  <a:cubicBezTo>
                    <a:pt x="198" y="150"/>
                    <a:pt x="209" y="173"/>
                    <a:pt x="207" y="17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Oval 338">
              <a:extLst>
                <a:ext uri="{FF2B5EF4-FFF2-40B4-BE49-F238E27FC236}">
                  <a16:creationId xmlns:a16="http://schemas.microsoft.com/office/drawing/2014/main" id="{2166F8D0-EE42-4AB9-91C4-7AA87FF5B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293"/>
              <a:ext cx="153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17" name="Oval 339">
              <a:extLst>
                <a:ext uri="{FF2B5EF4-FFF2-40B4-BE49-F238E27FC236}">
                  <a16:creationId xmlns:a16="http://schemas.microsoft.com/office/drawing/2014/main" id="{DB63C7BD-B171-4769-89BB-B251D8D64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18" name="Freeform 340">
              <a:extLst>
                <a:ext uri="{FF2B5EF4-FFF2-40B4-BE49-F238E27FC236}">
                  <a16:creationId xmlns:a16="http://schemas.microsoft.com/office/drawing/2014/main" id="{5B71D8C9-8D7D-46A2-BABB-A76D6A4D9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280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21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30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58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341">
              <a:extLst>
                <a:ext uri="{FF2B5EF4-FFF2-40B4-BE49-F238E27FC236}">
                  <a16:creationId xmlns:a16="http://schemas.microsoft.com/office/drawing/2014/main" id="{83F01901-6798-4C7B-9AE2-EFF75598F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283"/>
              <a:ext cx="115" cy="50"/>
            </a:xfrm>
            <a:custGeom>
              <a:avLst/>
              <a:gdLst>
                <a:gd name="T0" fmla="*/ 50 w 46"/>
                <a:gd name="T1" fmla="*/ 200 h 19"/>
                <a:gd name="T2" fmla="*/ 470 w 46"/>
                <a:gd name="T3" fmla="*/ 21 h 19"/>
                <a:gd name="T4" fmla="*/ 720 w 46"/>
                <a:gd name="T5" fmla="*/ 76 h 19"/>
                <a:gd name="T6" fmla="*/ 395 w 46"/>
                <a:gd name="T7" fmla="*/ 0 h 19"/>
                <a:gd name="T8" fmla="*/ 0 w 46"/>
                <a:gd name="T9" fmla="*/ 179 h 19"/>
                <a:gd name="T10" fmla="*/ 158 w 46"/>
                <a:gd name="T11" fmla="*/ 347 h 19"/>
                <a:gd name="T12" fmla="*/ 50 w 46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3" y="11"/>
                  </a:moveTo>
                  <a:cubicBezTo>
                    <a:pt x="3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3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342">
              <a:extLst>
                <a:ext uri="{FF2B5EF4-FFF2-40B4-BE49-F238E27FC236}">
                  <a16:creationId xmlns:a16="http://schemas.microsoft.com/office/drawing/2014/main" id="{BEA2AB19-B599-44F1-9D6A-3524BECB6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189"/>
              <a:ext cx="362" cy="283"/>
            </a:xfrm>
            <a:custGeom>
              <a:avLst/>
              <a:gdLst>
                <a:gd name="T0" fmla="*/ 0 w 145"/>
                <a:gd name="T1" fmla="*/ 1981 h 106"/>
                <a:gd name="T2" fmla="*/ 2070 w 145"/>
                <a:gd name="T3" fmla="*/ 1823 h 106"/>
                <a:gd name="T4" fmla="*/ 1341 w 145"/>
                <a:gd name="T5" fmla="*/ 0 h 106"/>
                <a:gd name="T6" fmla="*/ 1728 w 145"/>
                <a:gd name="T7" fmla="*/ 1618 h 106"/>
                <a:gd name="T8" fmla="*/ 0 w 145"/>
                <a:gd name="T9" fmla="*/ 198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06">
                  <a:moveTo>
                    <a:pt x="0" y="104"/>
                  </a:moveTo>
                  <a:cubicBezTo>
                    <a:pt x="34" y="106"/>
                    <a:pt x="121" y="105"/>
                    <a:pt x="133" y="96"/>
                  </a:cubicBezTo>
                  <a:cubicBezTo>
                    <a:pt x="145" y="87"/>
                    <a:pt x="94" y="24"/>
                    <a:pt x="86" y="0"/>
                  </a:cubicBezTo>
                  <a:cubicBezTo>
                    <a:pt x="94" y="21"/>
                    <a:pt x="121" y="76"/>
                    <a:pt x="111" y="85"/>
                  </a:cubicBezTo>
                  <a:cubicBezTo>
                    <a:pt x="93" y="101"/>
                    <a:pt x="13" y="105"/>
                    <a:pt x="0" y="104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343">
              <a:extLst>
                <a:ext uri="{FF2B5EF4-FFF2-40B4-BE49-F238E27FC236}">
                  <a16:creationId xmlns:a16="http://schemas.microsoft.com/office/drawing/2014/main" id="{CA9517BC-E5C4-40E2-BE6C-906F45517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95"/>
              <a:ext cx="258" cy="416"/>
            </a:xfrm>
            <a:custGeom>
              <a:avLst/>
              <a:gdLst>
                <a:gd name="T0" fmla="*/ 1380 w 103"/>
                <a:gd name="T1" fmla="*/ 77 h 156"/>
                <a:gd name="T2" fmla="*/ 408 w 103"/>
                <a:gd name="T3" fmla="*/ 2027 h 156"/>
                <a:gd name="T4" fmla="*/ 0 w 103"/>
                <a:gd name="T5" fmla="*/ 2957 h 156"/>
                <a:gd name="T6" fmla="*/ 972 w 103"/>
                <a:gd name="T7" fmla="*/ 1101 h 156"/>
                <a:gd name="T8" fmla="*/ 1618 w 103"/>
                <a:gd name="T9" fmla="*/ 376 h 156"/>
                <a:gd name="T10" fmla="*/ 1380 w 103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56">
                  <a:moveTo>
                    <a:pt x="88" y="4"/>
                  </a:moveTo>
                  <a:cubicBezTo>
                    <a:pt x="77" y="18"/>
                    <a:pt x="37" y="90"/>
                    <a:pt x="26" y="107"/>
                  </a:cubicBezTo>
                  <a:cubicBezTo>
                    <a:pt x="14" y="124"/>
                    <a:pt x="2" y="146"/>
                    <a:pt x="0" y="156"/>
                  </a:cubicBezTo>
                  <a:cubicBezTo>
                    <a:pt x="18" y="133"/>
                    <a:pt x="55" y="70"/>
                    <a:pt x="62" y="58"/>
                  </a:cubicBezTo>
                  <a:cubicBezTo>
                    <a:pt x="72" y="42"/>
                    <a:pt x="90" y="6"/>
                    <a:pt x="103" y="20"/>
                  </a:cubicBezTo>
                  <a:cubicBezTo>
                    <a:pt x="98" y="8"/>
                    <a:pt x="93" y="0"/>
                    <a:pt x="88" y="4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344">
              <a:extLst>
                <a:ext uri="{FF2B5EF4-FFF2-40B4-BE49-F238E27FC236}">
                  <a16:creationId xmlns:a16="http://schemas.microsoft.com/office/drawing/2014/main" id="{65E0CE78-F810-4520-B999-B45638AFB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89"/>
              <a:ext cx="511" cy="494"/>
            </a:xfrm>
            <a:custGeom>
              <a:avLst/>
              <a:gdLst>
                <a:gd name="T0" fmla="*/ 3174 w 204"/>
                <a:gd name="T1" fmla="*/ 3316 h 185"/>
                <a:gd name="T2" fmla="*/ 1713 w 204"/>
                <a:gd name="T3" fmla="*/ 3522 h 185"/>
                <a:gd name="T4" fmla="*/ 83 w 204"/>
                <a:gd name="T5" fmla="*/ 3351 h 185"/>
                <a:gd name="T6" fmla="*/ 659 w 204"/>
                <a:gd name="T7" fmla="*/ 1848 h 185"/>
                <a:gd name="T8" fmla="*/ 691 w 204"/>
                <a:gd name="T9" fmla="*/ 1789 h 185"/>
                <a:gd name="T10" fmla="*/ 897 w 204"/>
                <a:gd name="T11" fmla="*/ 1354 h 185"/>
                <a:gd name="T12" fmla="*/ 1638 w 204"/>
                <a:gd name="T13" fmla="*/ 0 h 185"/>
                <a:gd name="T14" fmla="*/ 2277 w 204"/>
                <a:gd name="T15" fmla="*/ 1242 h 185"/>
                <a:gd name="T16" fmla="*/ 2527 w 204"/>
                <a:gd name="T17" fmla="*/ 1768 h 185"/>
                <a:gd name="T18" fmla="*/ 2527 w 204"/>
                <a:gd name="T19" fmla="*/ 1768 h 185"/>
                <a:gd name="T20" fmla="*/ 2623 w 204"/>
                <a:gd name="T21" fmla="*/ 1960 h 185"/>
                <a:gd name="T22" fmla="*/ 3174 w 204"/>
                <a:gd name="T23" fmla="*/ 3316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4" h="185">
                  <a:moveTo>
                    <a:pt x="202" y="174"/>
                  </a:moveTo>
                  <a:cubicBezTo>
                    <a:pt x="198" y="180"/>
                    <a:pt x="157" y="185"/>
                    <a:pt x="109" y="185"/>
                  </a:cubicBezTo>
                  <a:cubicBezTo>
                    <a:pt x="32" y="185"/>
                    <a:pt x="7" y="179"/>
                    <a:pt x="5" y="176"/>
                  </a:cubicBezTo>
                  <a:cubicBezTo>
                    <a:pt x="0" y="168"/>
                    <a:pt x="31" y="116"/>
                    <a:pt x="42" y="97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70" y="49"/>
                    <a:pt x="96" y="1"/>
                    <a:pt x="104" y="0"/>
                  </a:cubicBezTo>
                  <a:cubicBezTo>
                    <a:pt x="111" y="1"/>
                    <a:pt x="133" y="42"/>
                    <a:pt x="145" y="65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7" y="103"/>
                    <a:pt x="167" y="103"/>
                    <a:pt x="167" y="103"/>
                  </a:cubicBezTo>
                  <a:cubicBezTo>
                    <a:pt x="193" y="146"/>
                    <a:pt x="204" y="169"/>
                    <a:pt x="202" y="17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345">
              <a:extLst>
                <a:ext uri="{FF2B5EF4-FFF2-40B4-BE49-F238E27FC236}">
                  <a16:creationId xmlns:a16="http://schemas.microsoft.com/office/drawing/2014/main" id="{F7C8A172-C06B-4C1A-966C-AC6632E68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79"/>
              <a:ext cx="540" cy="514"/>
            </a:xfrm>
            <a:custGeom>
              <a:avLst/>
              <a:gdLst>
                <a:gd name="T0" fmla="*/ 2658 w 216"/>
                <a:gd name="T1" fmla="*/ 1795 h 193"/>
                <a:gd name="T2" fmla="*/ 3283 w 216"/>
                <a:gd name="T3" fmla="*/ 3398 h 193"/>
                <a:gd name="T4" fmla="*/ 1783 w 216"/>
                <a:gd name="T5" fmla="*/ 3646 h 193"/>
                <a:gd name="T6" fmla="*/ 95 w 216"/>
                <a:gd name="T7" fmla="*/ 3441 h 193"/>
                <a:gd name="T8" fmla="*/ 720 w 216"/>
                <a:gd name="T9" fmla="*/ 1816 h 193"/>
                <a:gd name="T10" fmla="*/ 1708 w 216"/>
                <a:gd name="T11" fmla="*/ 0 h 193"/>
                <a:gd name="T12" fmla="*/ 2658 w 216"/>
                <a:gd name="T13" fmla="*/ 179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93">
                  <a:moveTo>
                    <a:pt x="170" y="95"/>
                  </a:moveTo>
                  <a:cubicBezTo>
                    <a:pt x="181" y="115"/>
                    <a:pt x="216" y="170"/>
                    <a:pt x="210" y="180"/>
                  </a:cubicBezTo>
                  <a:cubicBezTo>
                    <a:pt x="204" y="191"/>
                    <a:pt x="141" y="193"/>
                    <a:pt x="114" y="193"/>
                  </a:cubicBezTo>
                  <a:cubicBezTo>
                    <a:pt x="86" y="193"/>
                    <a:pt x="12" y="192"/>
                    <a:pt x="6" y="182"/>
                  </a:cubicBezTo>
                  <a:cubicBezTo>
                    <a:pt x="0" y="172"/>
                    <a:pt x="28" y="125"/>
                    <a:pt x="46" y="96"/>
                  </a:cubicBezTo>
                  <a:cubicBezTo>
                    <a:pt x="63" y="66"/>
                    <a:pt x="97" y="0"/>
                    <a:pt x="109" y="0"/>
                  </a:cubicBezTo>
                  <a:cubicBezTo>
                    <a:pt x="121" y="0"/>
                    <a:pt x="151" y="63"/>
                    <a:pt x="170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Oval 346">
              <a:extLst>
                <a:ext uri="{FF2B5EF4-FFF2-40B4-BE49-F238E27FC236}">
                  <a16:creationId xmlns:a16="http://schemas.microsoft.com/office/drawing/2014/main" id="{D6185194-2269-4E30-8C0F-68C815EAE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275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8702" name="smooth-muscle-cell-isometric-diagram">
            <a:extLst>
              <a:ext uri="{FF2B5EF4-FFF2-40B4-BE49-F238E27FC236}">
                <a16:creationId xmlns:a16="http://schemas.microsoft.com/office/drawing/2014/main" id="{2CA15E66-F3FE-4650-BF87-0078ED5B24A9}"/>
              </a:ext>
            </a:extLst>
          </p:cNvPr>
          <p:cNvGrpSpPr>
            <a:grpSpLocks/>
          </p:cNvGrpSpPr>
          <p:nvPr/>
        </p:nvGrpSpPr>
        <p:grpSpPr bwMode="auto">
          <a:xfrm>
            <a:off x="8686800" y="4191000"/>
            <a:ext cx="1524000" cy="762000"/>
            <a:chOff x="533" y="1491"/>
            <a:chExt cx="940" cy="469"/>
          </a:xfrm>
        </p:grpSpPr>
        <p:sp>
          <p:nvSpPr>
            <p:cNvPr id="28703" name="Freeform 348">
              <a:extLst>
                <a:ext uri="{FF2B5EF4-FFF2-40B4-BE49-F238E27FC236}">
                  <a16:creationId xmlns:a16="http://schemas.microsoft.com/office/drawing/2014/main" id="{45C9BC65-5872-4F60-B3A9-6EE646F49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solidFill>
              <a:srgbClr val="FF6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349">
              <a:extLst>
                <a:ext uri="{FF2B5EF4-FFF2-40B4-BE49-F238E27FC236}">
                  <a16:creationId xmlns:a16="http://schemas.microsoft.com/office/drawing/2014/main" id="{C8365E49-1745-45F3-BFF6-0D97F04E2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5875 w 376"/>
                <a:gd name="T1" fmla="*/ 1663 h 176"/>
                <a:gd name="T2" fmla="*/ 4375 w 376"/>
                <a:gd name="T3" fmla="*/ 661 h 176"/>
                <a:gd name="T4" fmla="*/ 2938 w 376"/>
                <a:gd name="T5" fmla="*/ 0 h 176"/>
                <a:gd name="T6" fmla="*/ 1145 w 376"/>
                <a:gd name="T7" fmla="*/ 874 h 176"/>
                <a:gd name="T8" fmla="*/ 0 w 376"/>
                <a:gd name="T9" fmla="*/ 1705 h 176"/>
                <a:gd name="T10" fmla="*/ 1458 w 376"/>
                <a:gd name="T11" fmla="*/ 2670 h 176"/>
                <a:gd name="T12" fmla="*/ 2925 w 376"/>
                <a:gd name="T13" fmla="*/ 3331 h 176"/>
                <a:gd name="T14" fmla="*/ 4500 w 376"/>
                <a:gd name="T15" fmla="*/ 2593 h 176"/>
                <a:gd name="T16" fmla="*/ 5875 w 376"/>
                <a:gd name="T17" fmla="*/ 1663 h 176"/>
                <a:gd name="T18" fmla="*/ 4625 w 376"/>
                <a:gd name="T19" fmla="*/ 2444 h 176"/>
                <a:gd name="T20" fmla="*/ 4470 w 376"/>
                <a:gd name="T21" fmla="*/ 2513 h 176"/>
                <a:gd name="T22" fmla="*/ 2925 w 376"/>
                <a:gd name="T23" fmla="*/ 3251 h 176"/>
                <a:gd name="T24" fmla="*/ 1470 w 376"/>
                <a:gd name="T25" fmla="*/ 2593 h 176"/>
                <a:gd name="T26" fmla="*/ 1158 w 376"/>
                <a:gd name="T27" fmla="*/ 2422 h 176"/>
                <a:gd name="T28" fmla="*/ 63 w 376"/>
                <a:gd name="T29" fmla="*/ 1705 h 176"/>
                <a:gd name="T30" fmla="*/ 1158 w 376"/>
                <a:gd name="T31" fmla="*/ 943 h 176"/>
                <a:gd name="T32" fmla="*/ 1488 w 376"/>
                <a:gd name="T33" fmla="*/ 759 h 176"/>
                <a:gd name="T34" fmla="*/ 2938 w 376"/>
                <a:gd name="T35" fmla="*/ 77 h 176"/>
                <a:gd name="T36" fmla="*/ 4125 w 376"/>
                <a:gd name="T37" fmla="*/ 605 h 176"/>
                <a:gd name="T38" fmla="*/ 4345 w 376"/>
                <a:gd name="T39" fmla="*/ 738 h 176"/>
                <a:gd name="T40" fmla="*/ 4550 w 376"/>
                <a:gd name="T41" fmla="*/ 853 h 176"/>
                <a:gd name="T42" fmla="*/ 5813 w 376"/>
                <a:gd name="T43" fmla="*/ 1684 h 176"/>
                <a:gd name="T44" fmla="*/ 4625 w 376"/>
                <a:gd name="T45" fmla="*/ 2444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6" h="176">
                  <a:moveTo>
                    <a:pt x="376" y="88"/>
                  </a:move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lose/>
                  <a:moveTo>
                    <a:pt x="296" y="129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44" y="152"/>
                    <a:pt x="194" y="172"/>
                    <a:pt x="187" y="172"/>
                  </a:cubicBezTo>
                  <a:cubicBezTo>
                    <a:pt x="177" y="172"/>
                    <a:pt x="146" y="161"/>
                    <a:pt x="94" y="137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39" y="113"/>
                    <a:pt x="4" y="97"/>
                    <a:pt x="4" y="90"/>
                  </a:cubicBezTo>
                  <a:cubicBezTo>
                    <a:pt x="4" y="81"/>
                    <a:pt x="51" y="60"/>
                    <a:pt x="74" y="5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128" y="25"/>
                    <a:pt x="174" y="4"/>
                    <a:pt x="188" y="4"/>
                  </a:cubicBezTo>
                  <a:cubicBezTo>
                    <a:pt x="206" y="4"/>
                    <a:pt x="238" y="20"/>
                    <a:pt x="264" y="32"/>
                  </a:cubicBezTo>
                  <a:cubicBezTo>
                    <a:pt x="278" y="39"/>
                    <a:pt x="278" y="39"/>
                    <a:pt x="278" y="39"/>
                  </a:cubicBezTo>
                  <a:cubicBezTo>
                    <a:pt x="291" y="45"/>
                    <a:pt x="291" y="45"/>
                    <a:pt x="291" y="45"/>
                  </a:cubicBezTo>
                  <a:cubicBezTo>
                    <a:pt x="313" y="54"/>
                    <a:pt x="370" y="80"/>
                    <a:pt x="372" y="89"/>
                  </a:cubicBezTo>
                  <a:cubicBezTo>
                    <a:pt x="370" y="97"/>
                    <a:pt x="316" y="120"/>
                    <a:pt x="296" y="12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Oval 350">
              <a:extLst>
                <a:ext uri="{FF2B5EF4-FFF2-40B4-BE49-F238E27FC236}">
                  <a16:creationId xmlns:a16="http://schemas.microsoft.com/office/drawing/2014/main" id="{0209E5C7-3D2A-483B-A861-436FEFE69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707"/>
              <a:ext cx="155" cy="72"/>
            </a:xfrm>
            <a:prstGeom prst="ellipse">
              <a:avLst/>
            </a:pr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06" name="Oval 351">
              <a:extLst>
                <a:ext uri="{FF2B5EF4-FFF2-40B4-BE49-F238E27FC236}">
                  <a16:creationId xmlns:a16="http://schemas.microsoft.com/office/drawing/2014/main" id="{DED5F36A-15FC-42BF-A6D0-B6F98F7BC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solidFill>
              <a:srgbClr val="FF15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07" name="Freeform 352">
              <a:extLst>
                <a:ext uri="{FF2B5EF4-FFF2-40B4-BE49-F238E27FC236}">
                  <a16:creationId xmlns:a16="http://schemas.microsoft.com/office/drawing/2014/main" id="{CE0B4990-D108-430B-86BD-C158824D5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91"/>
              <a:ext cx="127" cy="69"/>
            </a:xfrm>
            <a:custGeom>
              <a:avLst/>
              <a:gdLst>
                <a:gd name="T0" fmla="*/ 540 w 51"/>
                <a:gd name="T1" fmla="*/ 0 h 26"/>
                <a:gd name="T2" fmla="*/ 695 w 51"/>
                <a:gd name="T3" fmla="*/ 204 h 26"/>
                <a:gd name="T4" fmla="*/ 229 w 51"/>
                <a:gd name="T5" fmla="*/ 451 h 26"/>
                <a:gd name="T6" fmla="*/ 0 w 51"/>
                <a:gd name="T7" fmla="*/ 430 h 26"/>
                <a:gd name="T8" fmla="*/ 311 w 51"/>
                <a:gd name="T9" fmla="*/ 486 h 26"/>
                <a:gd name="T10" fmla="*/ 787 w 51"/>
                <a:gd name="T11" fmla="*/ 226 h 26"/>
                <a:gd name="T12" fmla="*/ 540 w 5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6">
                  <a:moveTo>
                    <a:pt x="35" y="0"/>
                  </a:moveTo>
                  <a:cubicBezTo>
                    <a:pt x="41" y="3"/>
                    <a:pt x="45" y="7"/>
                    <a:pt x="45" y="11"/>
                  </a:cubicBezTo>
                  <a:cubicBezTo>
                    <a:pt x="45" y="18"/>
                    <a:pt x="32" y="24"/>
                    <a:pt x="15" y="24"/>
                  </a:cubicBezTo>
                  <a:cubicBezTo>
                    <a:pt x="9" y="24"/>
                    <a:pt x="5" y="24"/>
                    <a:pt x="0" y="23"/>
                  </a:cubicBezTo>
                  <a:cubicBezTo>
                    <a:pt x="6" y="25"/>
                    <a:pt x="13" y="26"/>
                    <a:pt x="20" y="26"/>
                  </a:cubicBezTo>
                  <a:cubicBezTo>
                    <a:pt x="37" y="26"/>
                    <a:pt x="51" y="20"/>
                    <a:pt x="51" y="12"/>
                  </a:cubicBezTo>
                  <a:cubicBezTo>
                    <a:pt x="51" y="7"/>
                    <a:pt x="44" y="3"/>
                    <a:pt x="3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353">
              <a:extLst>
                <a:ext uri="{FF2B5EF4-FFF2-40B4-BE49-F238E27FC236}">
                  <a16:creationId xmlns:a16="http://schemas.microsoft.com/office/drawing/2014/main" id="{D0710F2F-B986-42E2-B0D7-35B008F77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93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354">
              <a:extLst>
                <a:ext uri="{FF2B5EF4-FFF2-40B4-BE49-F238E27FC236}">
                  <a16:creationId xmlns:a16="http://schemas.microsoft.com/office/drawing/2014/main" id="{2809724A-D793-4F49-AABA-FEB555336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28"/>
              <a:ext cx="658" cy="211"/>
            </a:xfrm>
            <a:custGeom>
              <a:avLst/>
              <a:gdLst>
                <a:gd name="T0" fmla="*/ 4118 w 263"/>
                <a:gd name="T1" fmla="*/ 0 h 79"/>
                <a:gd name="T2" fmla="*/ 1334 w 263"/>
                <a:gd name="T3" fmla="*/ 1485 h 79"/>
                <a:gd name="T4" fmla="*/ 0 w 263"/>
                <a:gd name="T5" fmla="*/ 913 h 79"/>
                <a:gd name="T6" fmla="*/ 1709 w 263"/>
                <a:gd name="T7" fmla="*/ 1012 h 79"/>
                <a:gd name="T8" fmla="*/ 4118 w 26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9">
                  <a:moveTo>
                    <a:pt x="263" y="0"/>
                  </a:moveTo>
                  <a:cubicBezTo>
                    <a:pt x="260" y="8"/>
                    <a:pt x="101" y="77"/>
                    <a:pt x="85" y="78"/>
                  </a:cubicBezTo>
                  <a:cubicBezTo>
                    <a:pt x="69" y="79"/>
                    <a:pt x="4" y="51"/>
                    <a:pt x="0" y="48"/>
                  </a:cubicBezTo>
                  <a:cubicBezTo>
                    <a:pt x="23" y="55"/>
                    <a:pt x="78" y="60"/>
                    <a:pt x="109" y="53"/>
                  </a:cubicBezTo>
                  <a:cubicBezTo>
                    <a:pt x="140" y="46"/>
                    <a:pt x="237" y="15"/>
                    <a:pt x="263" y="0"/>
                  </a:cubicBezTo>
                  <a:close/>
                </a:path>
              </a:pathLst>
            </a:custGeom>
            <a:solidFill>
              <a:srgbClr val="FF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355">
              <a:extLst>
                <a:ext uri="{FF2B5EF4-FFF2-40B4-BE49-F238E27FC236}">
                  <a16:creationId xmlns:a16="http://schemas.microsoft.com/office/drawing/2014/main" id="{B0FA94EE-1EFB-4909-A617-6BFF8C133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509"/>
              <a:ext cx="522" cy="160"/>
            </a:xfrm>
            <a:custGeom>
              <a:avLst/>
              <a:gdLst>
                <a:gd name="T0" fmla="*/ 0 w 209"/>
                <a:gd name="T1" fmla="*/ 1139 h 60"/>
                <a:gd name="T2" fmla="*/ 2258 w 209"/>
                <a:gd name="T3" fmla="*/ 35 h 60"/>
                <a:gd name="T4" fmla="*/ 3257 w 209"/>
                <a:gd name="T5" fmla="*/ 477 h 60"/>
                <a:gd name="T6" fmla="*/ 2228 w 209"/>
                <a:gd name="T7" fmla="*/ 285 h 60"/>
                <a:gd name="T8" fmla="*/ 0 w 20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0">
                  <a:moveTo>
                    <a:pt x="0" y="60"/>
                  </a:moveTo>
                  <a:cubicBezTo>
                    <a:pt x="29" y="47"/>
                    <a:pt x="126" y="0"/>
                    <a:pt x="145" y="2"/>
                  </a:cubicBezTo>
                  <a:cubicBezTo>
                    <a:pt x="164" y="4"/>
                    <a:pt x="190" y="16"/>
                    <a:pt x="209" y="25"/>
                  </a:cubicBezTo>
                  <a:cubicBezTo>
                    <a:pt x="193" y="17"/>
                    <a:pt x="161" y="12"/>
                    <a:pt x="143" y="15"/>
                  </a:cubicBezTo>
                  <a:cubicBezTo>
                    <a:pt x="124" y="18"/>
                    <a:pt x="11" y="54"/>
                    <a:pt x="0" y="60"/>
                  </a:cubicBezTo>
                  <a:close/>
                </a:path>
              </a:pathLst>
            </a:custGeom>
            <a:solidFill>
              <a:srgbClr val="FF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356">
              <a:extLst>
                <a:ext uri="{FF2B5EF4-FFF2-40B4-BE49-F238E27FC236}">
                  <a16:creationId xmlns:a16="http://schemas.microsoft.com/office/drawing/2014/main" id="{A54FC7CA-BED7-43AD-8232-3B79DB198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501"/>
              <a:ext cx="920" cy="448"/>
            </a:xfrm>
            <a:custGeom>
              <a:avLst/>
              <a:gdLst>
                <a:gd name="T0" fmla="*/ 4563 w 368"/>
                <a:gd name="T1" fmla="*/ 2368 h 168"/>
                <a:gd name="T2" fmla="*/ 4408 w 368"/>
                <a:gd name="T3" fmla="*/ 2445 h 168"/>
                <a:gd name="T4" fmla="*/ 2863 w 368"/>
                <a:gd name="T5" fmla="*/ 3187 h 168"/>
                <a:gd name="T6" fmla="*/ 1408 w 368"/>
                <a:gd name="T7" fmla="*/ 2525 h 168"/>
                <a:gd name="T8" fmla="*/ 1095 w 368"/>
                <a:gd name="T9" fmla="*/ 2355 h 168"/>
                <a:gd name="T10" fmla="*/ 0 w 368"/>
                <a:gd name="T11" fmla="*/ 1629 h 168"/>
                <a:gd name="T12" fmla="*/ 1095 w 368"/>
                <a:gd name="T13" fmla="*/ 875 h 168"/>
                <a:gd name="T14" fmla="*/ 1425 w 368"/>
                <a:gd name="T15" fmla="*/ 683 h 168"/>
                <a:gd name="T16" fmla="*/ 2875 w 368"/>
                <a:gd name="T17" fmla="*/ 0 h 168"/>
                <a:gd name="T18" fmla="*/ 4063 w 368"/>
                <a:gd name="T19" fmla="*/ 533 h 168"/>
                <a:gd name="T20" fmla="*/ 4283 w 368"/>
                <a:gd name="T21" fmla="*/ 661 h 168"/>
                <a:gd name="T22" fmla="*/ 4488 w 368"/>
                <a:gd name="T23" fmla="*/ 776 h 168"/>
                <a:gd name="T24" fmla="*/ 5750 w 368"/>
                <a:gd name="T25" fmla="*/ 1613 h 168"/>
                <a:gd name="T26" fmla="*/ 4563 w 368"/>
                <a:gd name="T27" fmla="*/ 2368 h 1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8" h="168">
                  <a:moveTo>
                    <a:pt x="292" y="125"/>
                  </a:moveTo>
                  <a:cubicBezTo>
                    <a:pt x="282" y="129"/>
                    <a:pt x="282" y="129"/>
                    <a:pt x="282" y="129"/>
                  </a:cubicBezTo>
                  <a:cubicBezTo>
                    <a:pt x="240" y="148"/>
                    <a:pt x="190" y="168"/>
                    <a:pt x="183" y="168"/>
                  </a:cubicBezTo>
                  <a:cubicBezTo>
                    <a:pt x="173" y="168"/>
                    <a:pt x="142" y="157"/>
                    <a:pt x="90" y="133"/>
                  </a:cubicBezTo>
                  <a:cubicBezTo>
                    <a:pt x="70" y="124"/>
                    <a:pt x="70" y="124"/>
                    <a:pt x="70" y="124"/>
                  </a:cubicBezTo>
                  <a:cubicBezTo>
                    <a:pt x="35" y="109"/>
                    <a:pt x="0" y="93"/>
                    <a:pt x="0" y="86"/>
                  </a:cubicBezTo>
                  <a:cubicBezTo>
                    <a:pt x="0" y="77"/>
                    <a:pt x="47" y="56"/>
                    <a:pt x="70" y="46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24" y="21"/>
                    <a:pt x="170" y="0"/>
                    <a:pt x="184" y="0"/>
                  </a:cubicBezTo>
                  <a:cubicBezTo>
                    <a:pt x="202" y="0"/>
                    <a:pt x="234" y="16"/>
                    <a:pt x="260" y="28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309" y="50"/>
                    <a:pt x="366" y="76"/>
                    <a:pt x="368" y="85"/>
                  </a:cubicBezTo>
                  <a:cubicBezTo>
                    <a:pt x="366" y="93"/>
                    <a:pt x="312" y="116"/>
                    <a:pt x="292" y="1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357">
              <a:extLst>
                <a:ext uri="{FF2B5EF4-FFF2-40B4-BE49-F238E27FC236}">
                  <a16:creationId xmlns:a16="http://schemas.microsoft.com/office/drawing/2014/main" id="{D8583025-EA08-4956-96E6-1A29FF147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491"/>
              <a:ext cx="940" cy="469"/>
            </a:xfrm>
            <a:custGeom>
              <a:avLst/>
              <a:gdLst>
                <a:gd name="T0" fmla="*/ 2938 w 376"/>
                <a:gd name="T1" fmla="*/ 0 h 176"/>
                <a:gd name="T2" fmla="*/ 1145 w 376"/>
                <a:gd name="T3" fmla="*/ 874 h 176"/>
                <a:gd name="T4" fmla="*/ 0 w 376"/>
                <a:gd name="T5" fmla="*/ 1705 h 176"/>
                <a:gd name="T6" fmla="*/ 1458 w 376"/>
                <a:gd name="T7" fmla="*/ 2670 h 176"/>
                <a:gd name="T8" fmla="*/ 2925 w 376"/>
                <a:gd name="T9" fmla="*/ 3331 h 176"/>
                <a:gd name="T10" fmla="*/ 4500 w 376"/>
                <a:gd name="T11" fmla="*/ 2593 h 176"/>
                <a:gd name="T12" fmla="*/ 5875 w 376"/>
                <a:gd name="T13" fmla="*/ 1663 h 176"/>
                <a:gd name="T14" fmla="*/ 4375 w 376"/>
                <a:gd name="T15" fmla="*/ 661 h 176"/>
                <a:gd name="T16" fmla="*/ 2938 w 37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76">
                  <a:moveTo>
                    <a:pt x="188" y="0"/>
                  </a:moveTo>
                  <a:cubicBezTo>
                    <a:pt x="170" y="0"/>
                    <a:pt x="111" y="29"/>
                    <a:pt x="73" y="46"/>
                  </a:cubicBezTo>
                  <a:cubicBezTo>
                    <a:pt x="40" y="60"/>
                    <a:pt x="0" y="78"/>
                    <a:pt x="0" y="90"/>
                  </a:cubicBezTo>
                  <a:cubicBezTo>
                    <a:pt x="0" y="101"/>
                    <a:pt x="39" y="117"/>
                    <a:pt x="93" y="141"/>
                  </a:cubicBezTo>
                  <a:cubicBezTo>
                    <a:pt x="149" y="166"/>
                    <a:pt x="177" y="176"/>
                    <a:pt x="187" y="176"/>
                  </a:cubicBezTo>
                  <a:cubicBezTo>
                    <a:pt x="197" y="176"/>
                    <a:pt x="259" y="150"/>
                    <a:pt x="288" y="137"/>
                  </a:cubicBezTo>
                  <a:cubicBezTo>
                    <a:pt x="317" y="124"/>
                    <a:pt x="376" y="100"/>
                    <a:pt x="376" y="88"/>
                  </a:cubicBezTo>
                  <a:cubicBezTo>
                    <a:pt x="376" y="77"/>
                    <a:pt x="307" y="48"/>
                    <a:pt x="280" y="35"/>
                  </a:cubicBezTo>
                  <a:cubicBezTo>
                    <a:pt x="253" y="22"/>
                    <a:pt x="211" y="0"/>
                    <a:pt x="18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Oval 358">
              <a:extLst>
                <a:ext uri="{FF2B5EF4-FFF2-40B4-BE49-F238E27FC236}">
                  <a16:creationId xmlns:a16="http://schemas.microsoft.com/office/drawing/2014/main" id="{B8792E7C-2AC8-4DEA-B986-0234E5BBA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688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>
            <a:extLst>
              <a:ext uri="{FF2B5EF4-FFF2-40B4-BE49-F238E27FC236}">
                <a16:creationId xmlns:a16="http://schemas.microsoft.com/office/drawing/2014/main" id="{9CD5A960-E6AC-4344-BEE1-9737591D43D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Endothelium</a:t>
            </a:r>
          </a:p>
        </p:txBody>
      </p:sp>
      <p:grpSp>
        <p:nvGrpSpPr>
          <p:cNvPr id="29698" name="Group 3">
            <a:extLst>
              <a:ext uri="{FF2B5EF4-FFF2-40B4-BE49-F238E27FC236}">
                <a16:creationId xmlns:a16="http://schemas.microsoft.com/office/drawing/2014/main" id="{821C8302-47F7-4224-B4B2-B34CB054D707}"/>
              </a:ext>
            </a:extLst>
          </p:cNvPr>
          <p:cNvGrpSpPr>
            <a:grpSpLocks/>
          </p:cNvGrpSpPr>
          <p:nvPr/>
        </p:nvGrpSpPr>
        <p:grpSpPr bwMode="auto">
          <a:xfrm>
            <a:off x="2227263" y="3052763"/>
            <a:ext cx="1282700" cy="376237"/>
            <a:chOff x="46" y="1635"/>
            <a:chExt cx="808" cy="237"/>
          </a:xfrm>
        </p:grpSpPr>
        <p:sp>
          <p:nvSpPr>
            <p:cNvPr id="30013" name="Freeform 4">
              <a:extLst>
                <a:ext uri="{FF2B5EF4-FFF2-40B4-BE49-F238E27FC236}">
                  <a16:creationId xmlns:a16="http://schemas.microsoft.com/office/drawing/2014/main" id="{E9755B24-FD54-4C83-9B73-528FB192C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" y="1635"/>
              <a:ext cx="808" cy="237"/>
            </a:xfrm>
            <a:custGeom>
              <a:avLst/>
              <a:gdLst>
                <a:gd name="T0" fmla="*/ 5056 w 323"/>
                <a:gd name="T1" fmla="*/ 1169 h 89"/>
                <a:gd name="T2" fmla="*/ 4663 w 323"/>
                <a:gd name="T3" fmla="*/ 1624 h 89"/>
                <a:gd name="T4" fmla="*/ 1959 w 323"/>
                <a:gd name="T5" fmla="*/ 1603 h 89"/>
                <a:gd name="T6" fmla="*/ 425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3 w 323"/>
                <a:gd name="T13" fmla="*/ 21 h 89"/>
                <a:gd name="T14" fmla="*/ 3442 w 323"/>
                <a:gd name="T15" fmla="*/ 0 h 89"/>
                <a:gd name="T16" fmla="*/ 4538 w 323"/>
                <a:gd name="T17" fmla="*/ 0 h 89"/>
                <a:gd name="T18" fmla="*/ 5006 w 323"/>
                <a:gd name="T19" fmla="*/ 397 h 89"/>
                <a:gd name="T20" fmla="*/ 5056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solidFill>
              <a:srgbClr val="F4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4" name="Freeform 5">
              <a:extLst>
                <a:ext uri="{FF2B5EF4-FFF2-40B4-BE49-F238E27FC236}">
                  <a16:creationId xmlns:a16="http://schemas.microsoft.com/office/drawing/2014/main" id="{14A0D700-2B2E-4D5A-A5E0-334C23114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" y="164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5" name="Oval 6">
              <a:extLst>
                <a:ext uri="{FF2B5EF4-FFF2-40B4-BE49-F238E27FC236}">
                  <a16:creationId xmlns:a16="http://schemas.microsoft.com/office/drawing/2014/main" id="{D38E4BD3-9F6B-4501-892D-9824EFEAC7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1725"/>
              <a:ext cx="153" cy="72"/>
            </a:xfrm>
            <a:prstGeom prst="ellipse">
              <a:avLst/>
            </a:pr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16" name="Oval 7">
              <a:extLst>
                <a:ext uri="{FF2B5EF4-FFF2-40B4-BE49-F238E27FC236}">
                  <a16:creationId xmlns:a16="http://schemas.microsoft.com/office/drawing/2014/main" id="{B24A56B9-E7AB-4AD6-8797-F45FBE1F3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" y="1707"/>
              <a:ext cx="152" cy="72"/>
            </a:xfrm>
            <a:prstGeom prst="ellipse">
              <a:avLst/>
            </a:pr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17" name="Freeform 8">
              <a:extLst>
                <a:ext uri="{FF2B5EF4-FFF2-40B4-BE49-F238E27FC236}">
                  <a16:creationId xmlns:a16="http://schemas.microsoft.com/office/drawing/2014/main" id="{9E5E03F3-DA69-4F4B-BE1E-801B50B75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1712"/>
              <a:ext cx="127" cy="67"/>
            </a:xfrm>
            <a:custGeom>
              <a:avLst/>
              <a:gdLst>
                <a:gd name="T0" fmla="*/ 528 w 51"/>
                <a:gd name="T1" fmla="*/ 0 h 25"/>
                <a:gd name="T2" fmla="*/ 695 w 51"/>
                <a:gd name="T3" fmla="*/ 193 h 25"/>
                <a:gd name="T4" fmla="*/ 229 w 51"/>
                <a:gd name="T5" fmla="*/ 445 h 25"/>
                <a:gd name="T6" fmla="*/ 0 w 51"/>
                <a:gd name="T7" fmla="*/ 423 h 25"/>
                <a:gd name="T8" fmla="*/ 311 w 51"/>
                <a:gd name="T9" fmla="*/ 482 h 25"/>
                <a:gd name="T10" fmla="*/ 787 w 51"/>
                <a:gd name="T11" fmla="*/ 209 h 25"/>
                <a:gd name="T12" fmla="*/ 528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5" y="23"/>
                  </a:cubicBezTo>
                  <a:cubicBezTo>
                    <a:pt x="9" y="23"/>
                    <a:pt x="5" y="23"/>
                    <a:pt x="0" y="22"/>
                  </a:cubicBezTo>
                  <a:cubicBezTo>
                    <a:pt x="6" y="24"/>
                    <a:pt x="13" y="25"/>
                    <a:pt x="20" y="25"/>
                  </a:cubicBezTo>
                  <a:cubicBezTo>
                    <a:pt x="37" y="25"/>
                    <a:pt x="51" y="19"/>
                    <a:pt x="51" y="11"/>
                  </a:cubicBezTo>
                  <a:cubicBezTo>
                    <a:pt x="51" y="6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8" name="Freeform 9">
              <a:extLst>
                <a:ext uri="{FF2B5EF4-FFF2-40B4-BE49-F238E27FC236}">
                  <a16:creationId xmlns:a16="http://schemas.microsoft.com/office/drawing/2014/main" id="{4556F2D9-8741-4D77-AD96-1077C1FC8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1712"/>
              <a:ext cx="115" cy="53"/>
            </a:xfrm>
            <a:custGeom>
              <a:avLst/>
              <a:gdLst>
                <a:gd name="T0" fmla="*/ 63 w 46"/>
                <a:gd name="T1" fmla="*/ 225 h 20"/>
                <a:gd name="T2" fmla="*/ 470 w 46"/>
                <a:gd name="T3" fmla="*/ 34 h 20"/>
                <a:gd name="T4" fmla="*/ 720 w 46"/>
                <a:gd name="T5" fmla="*/ 90 h 20"/>
                <a:gd name="T6" fmla="*/ 395 w 46"/>
                <a:gd name="T7" fmla="*/ 0 h 20"/>
                <a:gd name="T8" fmla="*/ 0 w 46"/>
                <a:gd name="T9" fmla="*/ 204 h 20"/>
                <a:gd name="T10" fmla="*/ 158 w 46"/>
                <a:gd name="T11" fmla="*/ 371 h 20"/>
                <a:gd name="T12" fmla="*/ 63 w 46"/>
                <a:gd name="T13" fmla="*/ 22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9" name="Freeform 10">
              <a:extLst>
                <a:ext uri="{FF2B5EF4-FFF2-40B4-BE49-F238E27FC236}">
                  <a16:creationId xmlns:a16="http://schemas.microsoft.com/office/drawing/2014/main" id="{EA2597EB-C5F9-4AD2-A60F-CE348D35D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" y="1659"/>
              <a:ext cx="325" cy="141"/>
            </a:xfrm>
            <a:custGeom>
              <a:avLst/>
              <a:gdLst>
                <a:gd name="T0" fmla="*/ 20 w 130"/>
                <a:gd name="T1" fmla="*/ 806 h 53"/>
                <a:gd name="T2" fmla="*/ 95 w 130"/>
                <a:gd name="T3" fmla="*/ 149 h 53"/>
                <a:gd name="T4" fmla="*/ 563 w 130"/>
                <a:gd name="T5" fmla="*/ 35 h 53"/>
                <a:gd name="T6" fmla="*/ 1345 w 130"/>
                <a:gd name="T7" fmla="*/ 35 h 53"/>
                <a:gd name="T8" fmla="*/ 1688 w 130"/>
                <a:gd name="T9" fmla="*/ 56 h 53"/>
                <a:gd name="T10" fmla="*/ 2033 w 130"/>
                <a:gd name="T11" fmla="*/ 35 h 53"/>
                <a:gd name="T12" fmla="*/ 550 w 130"/>
                <a:gd name="T13" fmla="*/ 170 h 53"/>
                <a:gd name="T14" fmla="*/ 145 w 130"/>
                <a:gd name="T15" fmla="*/ 452 h 53"/>
                <a:gd name="T16" fmla="*/ 50 w 130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3">
                  <a:moveTo>
                    <a:pt x="1" y="43"/>
                  </a:moveTo>
                  <a:cubicBezTo>
                    <a:pt x="1" y="34"/>
                    <a:pt x="0" y="16"/>
                    <a:pt x="6" y="8"/>
                  </a:cubicBezTo>
                  <a:cubicBezTo>
                    <a:pt x="12" y="0"/>
                    <a:pt x="27" y="2"/>
                    <a:pt x="36" y="2"/>
                  </a:cubicBezTo>
                  <a:cubicBezTo>
                    <a:pt x="52" y="2"/>
                    <a:pt x="69" y="2"/>
                    <a:pt x="86" y="2"/>
                  </a:cubicBezTo>
                  <a:cubicBezTo>
                    <a:pt x="93" y="2"/>
                    <a:pt x="101" y="3"/>
                    <a:pt x="108" y="3"/>
                  </a:cubicBezTo>
                  <a:cubicBezTo>
                    <a:pt x="115" y="2"/>
                    <a:pt x="123" y="1"/>
                    <a:pt x="130" y="2"/>
                  </a:cubicBezTo>
                  <a:cubicBezTo>
                    <a:pt x="100" y="12"/>
                    <a:pt x="66" y="5"/>
                    <a:pt x="35" y="9"/>
                  </a:cubicBezTo>
                  <a:cubicBezTo>
                    <a:pt x="25" y="11"/>
                    <a:pt x="14" y="13"/>
                    <a:pt x="9" y="24"/>
                  </a:cubicBezTo>
                  <a:cubicBezTo>
                    <a:pt x="5" y="33"/>
                    <a:pt x="3" y="43"/>
                    <a:pt x="3" y="53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0" name="Freeform 11">
              <a:extLst>
                <a:ext uri="{FF2B5EF4-FFF2-40B4-BE49-F238E27FC236}">
                  <a16:creationId xmlns:a16="http://schemas.microsoft.com/office/drawing/2014/main" id="{86634694-C76A-44D6-B4E3-CC8C30FB9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" y="1699"/>
              <a:ext cx="502" cy="149"/>
            </a:xfrm>
            <a:custGeom>
              <a:avLst/>
              <a:gdLst>
                <a:gd name="T0" fmla="*/ 0 w 201"/>
                <a:gd name="T1" fmla="*/ 963 h 56"/>
                <a:gd name="T2" fmla="*/ 2290 w 201"/>
                <a:gd name="T3" fmla="*/ 942 h 56"/>
                <a:gd name="T4" fmla="*/ 3037 w 201"/>
                <a:gd name="T5" fmla="*/ 806 h 56"/>
                <a:gd name="T6" fmla="*/ 3037 w 201"/>
                <a:gd name="T7" fmla="*/ 0 h 56"/>
                <a:gd name="T8" fmla="*/ 2850 w 201"/>
                <a:gd name="T9" fmla="*/ 716 h 56"/>
                <a:gd name="T10" fmla="*/ 2433 w 201"/>
                <a:gd name="T11" fmla="*/ 793 h 56"/>
                <a:gd name="T12" fmla="*/ 1903 w 201"/>
                <a:gd name="T13" fmla="*/ 806 h 56"/>
                <a:gd name="T14" fmla="*/ 904 w 201"/>
                <a:gd name="T15" fmla="*/ 849 h 56"/>
                <a:gd name="T16" fmla="*/ 405 w 201"/>
                <a:gd name="T17" fmla="*/ 907 h 56"/>
                <a:gd name="T18" fmla="*/ 62 w 201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56">
                  <a:moveTo>
                    <a:pt x="0" y="51"/>
                  </a:moveTo>
                  <a:cubicBezTo>
                    <a:pt x="49" y="51"/>
                    <a:pt x="98" y="47"/>
                    <a:pt x="147" y="50"/>
                  </a:cubicBezTo>
                  <a:cubicBezTo>
                    <a:pt x="158" y="50"/>
                    <a:pt x="188" y="56"/>
                    <a:pt x="195" y="43"/>
                  </a:cubicBezTo>
                  <a:cubicBezTo>
                    <a:pt x="201" y="34"/>
                    <a:pt x="197" y="10"/>
                    <a:pt x="195" y="0"/>
                  </a:cubicBezTo>
                  <a:cubicBezTo>
                    <a:pt x="195" y="12"/>
                    <a:pt x="194" y="31"/>
                    <a:pt x="183" y="38"/>
                  </a:cubicBezTo>
                  <a:cubicBezTo>
                    <a:pt x="176" y="43"/>
                    <a:pt x="164" y="42"/>
                    <a:pt x="156" y="42"/>
                  </a:cubicBezTo>
                  <a:cubicBezTo>
                    <a:pt x="145" y="43"/>
                    <a:pt x="133" y="43"/>
                    <a:pt x="122" y="43"/>
                  </a:cubicBezTo>
                  <a:cubicBezTo>
                    <a:pt x="101" y="43"/>
                    <a:pt x="79" y="42"/>
                    <a:pt x="58" y="45"/>
                  </a:cubicBezTo>
                  <a:cubicBezTo>
                    <a:pt x="47" y="46"/>
                    <a:pt x="37" y="47"/>
                    <a:pt x="26" y="48"/>
                  </a:cubicBezTo>
                  <a:cubicBezTo>
                    <a:pt x="19" y="49"/>
                    <a:pt x="11" y="48"/>
                    <a:pt x="4" y="52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1" name="Freeform 12">
              <a:extLst>
                <a:ext uri="{FF2B5EF4-FFF2-40B4-BE49-F238E27FC236}">
                  <a16:creationId xmlns:a16="http://schemas.microsoft.com/office/drawing/2014/main" id="{B64EF08F-6179-4C0F-9D5D-5213E9BFB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" y="1635"/>
              <a:ext cx="808" cy="237"/>
            </a:xfrm>
            <a:custGeom>
              <a:avLst/>
              <a:gdLst>
                <a:gd name="T0" fmla="*/ 5056 w 323"/>
                <a:gd name="T1" fmla="*/ 1169 h 89"/>
                <a:gd name="T2" fmla="*/ 4663 w 323"/>
                <a:gd name="T3" fmla="*/ 1624 h 89"/>
                <a:gd name="T4" fmla="*/ 1959 w 323"/>
                <a:gd name="T5" fmla="*/ 1603 h 89"/>
                <a:gd name="T6" fmla="*/ 425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3 w 323"/>
                <a:gd name="T13" fmla="*/ 21 h 89"/>
                <a:gd name="T14" fmla="*/ 3442 w 323"/>
                <a:gd name="T15" fmla="*/ 0 h 89"/>
                <a:gd name="T16" fmla="*/ 4538 w 323"/>
                <a:gd name="T17" fmla="*/ 0 h 89"/>
                <a:gd name="T18" fmla="*/ 5006 w 323"/>
                <a:gd name="T19" fmla="*/ 397 h 89"/>
                <a:gd name="T20" fmla="*/ 5056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2" name="Oval 13">
              <a:extLst>
                <a:ext uri="{FF2B5EF4-FFF2-40B4-BE49-F238E27FC236}">
                  <a16:creationId xmlns:a16="http://schemas.microsoft.com/office/drawing/2014/main" id="{3B297320-07B7-427C-8CB9-D67DC91E5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" y="1707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23" name="Freeform 14">
              <a:extLst>
                <a:ext uri="{FF2B5EF4-FFF2-40B4-BE49-F238E27FC236}">
                  <a16:creationId xmlns:a16="http://schemas.microsoft.com/office/drawing/2014/main" id="{0EA28BC8-43BE-4157-86BD-0F5D33BC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" y="164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Group 15">
            <a:extLst>
              <a:ext uri="{FF2B5EF4-FFF2-40B4-BE49-F238E27FC236}">
                <a16:creationId xmlns:a16="http://schemas.microsoft.com/office/drawing/2014/main" id="{F5BDFBED-9BC0-429E-8358-10F351B5F785}"/>
              </a:ext>
            </a:extLst>
          </p:cNvPr>
          <p:cNvGrpSpPr>
            <a:grpSpLocks/>
          </p:cNvGrpSpPr>
          <p:nvPr/>
        </p:nvGrpSpPr>
        <p:grpSpPr bwMode="auto">
          <a:xfrm>
            <a:off x="3522663" y="3048000"/>
            <a:ext cx="1277937" cy="381000"/>
            <a:chOff x="864" y="1637"/>
            <a:chExt cx="805" cy="240"/>
          </a:xfrm>
        </p:grpSpPr>
        <p:sp>
          <p:nvSpPr>
            <p:cNvPr id="30002" name="Freeform 16">
              <a:extLst>
                <a:ext uri="{FF2B5EF4-FFF2-40B4-BE49-F238E27FC236}">
                  <a16:creationId xmlns:a16="http://schemas.microsoft.com/office/drawing/2014/main" id="{247F0C73-C61E-41FC-90FB-668192047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637"/>
              <a:ext cx="805" cy="240"/>
            </a:xfrm>
            <a:custGeom>
              <a:avLst/>
              <a:gdLst>
                <a:gd name="T0" fmla="*/ 5033 w 322"/>
                <a:gd name="T1" fmla="*/ 1216 h 90"/>
                <a:gd name="T2" fmla="*/ 4520 w 322"/>
                <a:gd name="T3" fmla="*/ 1707 h 90"/>
                <a:gd name="T4" fmla="*/ 3313 w 322"/>
                <a:gd name="T5" fmla="*/ 1685 h 90"/>
                <a:gd name="T6" fmla="*/ 488 w 322"/>
                <a:gd name="T7" fmla="*/ 1672 h 90"/>
                <a:gd name="T8" fmla="*/ 0 w 322"/>
                <a:gd name="T9" fmla="*/ 1216 h 90"/>
                <a:gd name="T10" fmla="*/ 0 w 322"/>
                <a:gd name="T11" fmla="*/ 491 h 90"/>
                <a:gd name="T12" fmla="*/ 283 w 322"/>
                <a:gd name="T13" fmla="*/ 0 h 90"/>
                <a:gd name="T14" fmla="*/ 2438 w 322"/>
                <a:gd name="T15" fmla="*/ 56 h 90"/>
                <a:gd name="T16" fmla="*/ 4470 w 322"/>
                <a:gd name="T17" fmla="*/ 0 h 90"/>
                <a:gd name="T18" fmla="*/ 5033 w 322"/>
                <a:gd name="T19" fmla="*/ 491 h 90"/>
                <a:gd name="T20" fmla="*/ 5033 w 322"/>
                <a:gd name="T21" fmla="*/ 1216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2" h="90">
                  <a:moveTo>
                    <a:pt x="322" y="64"/>
                  </a:moveTo>
                  <a:cubicBezTo>
                    <a:pt x="322" y="79"/>
                    <a:pt x="316" y="90"/>
                    <a:pt x="289" y="90"/>
                  </a:cubicBezTo>
                  <a:cubicBezTo>
                    <a:pt x="289" y="90"/>
                    <a:pt x="274" y="89"/>
                    <a:pt x="212" y="89"/>
                  </a:cubicBezTo>
                  <a:cubicBezTo>
                    <a:pt x="151" y="89"/>
                    <a:pt x="31" y="88"/>
                    <a:pt x="31" y="88"/>
                  </a:cubicBezTo>
                  <a:cubicBezTo>
                    <a:pt x="7" y="88"/>
                    <a:pt x="0" y="79"/>
                    <a:pt x="0" y="6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3" y="0"/>
                    <a:pt x="18" y="0"/>
                  </a:cubicBezTo>
                  <a:cubicBezTo>
                    <a:pt x="18" y="0"/>
                    <a:pt x="100" y="3"/>
                    <a:pt x="156" y="3"/>
                  </a:cubicBezTo>
                  <a:cubicBezTo>
                    <a:pt x="212" y="3"/>
                    <a:pt x="286" y="0"/>
                    <a:pt x="286" y="0"/>
                  </a:cubicBezTo>
                  <a:cubicBezTo>
                    <a:pt x="315" y="0"/>
                    <a:pt x="322" y="12"/>
                    <a:pt x="322" y="26"/>
                  </a:cubicBezTo>
                  <a:lnTo>
                    <a:pt x="322" y="64"/>
                  </a:lnTo>
                  <a:close/>
                </a:path>
              </a:pathLst>
            </a:custGeom>
            <a:solidFill>
              <a:srgbClr val="F4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3" name="Freeform 17">
              <a:extLst>
                <a:ext uri="{FF2B5EF4-FFF2-40B4-BE49-F238E27FC236}">
                  <a16:creationId xmlns:a16="http://schemas.microsoft.com/office/drawing/2014/main" id="{251EEEA4-29C5-407C-B1F1-6721FA6F3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648"/>
              <a:ext cx="785" cy="216"/>
            </a:xfrm>
            <a:custGeom>
              <a:avLst/>
              <a:gdLst>
                <a:gd name="T0" fmla="*/ 4408 w 314"/>
                <a:gd name="T1" fmla="*/ 0 h 81"/>
                <a:gd name="T2" fmla="*/ 4908 w 314"/>
                <a:gd name="T3" fmla="*/ 419 h 81"/>
                <a:gd name="T4" fmla="*/ 4908 w 314"/>
                <a:gd name="T5" fmla="*/ 1139 h 81"/>
                <a:gd name="T6" fmla="*/ 4458 w 314"/>
                <a:gd name="T7" fmla="*/ 1536 h 81"/>
                <a:gd name="T8" fmla="*/ 3250 w 314"/>
                <a:gd name="T9" fmla="*/ 1536 h 81"/>
                <a:gd name="T10" fmla="*/ 425 w 314"/>
                <a:gd name="T11" fmla="*/ 1515 h 81"/>
                <a:gd name="T12" fmla="*/ 0 w 314"/>
                <a:gd name="T13" fmla="*/ 1139 h 81"/>
                <a:gd name="T14" fmla="*/ 0 w 314"/>
                <a:gd name="T15" fmla="*/ 419 h 81"/>
                <a:gd name="T16" fmla="*/ 220 w 314"/>
                <a:gd name="T17" fmla="*/ 0 h 81"/>
                <a:gd name="T18" fmla="*/ 2375 w 314"/>
                <a:gd name="T19" fmla="*/ 77 h 81"/>
                <a:gd name="T20" fmla="*/ 4408 w 314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4" h="81">
                  <a:moveTo>
                    <a:pt x="282" y="0"/>
                  </a:moveTo>
                  <a:cubicBezTo>
                    <a:pt x="310" y="0"/>
                    <a:pt x="314" y="11"/>
                    <a:pt x="314" y="22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314" y="71"/>
                    <a:pt x="312" y="81"/>
                    <a:pt x="285" y="81"/>
                  </a:cubicBezTo>
                  <a:cubicBezTo>
                    <a:pt x="284" y="81"/>
                    <a:pt x="269" y="81"/>
                    <a:pt x="208" y="81"/>
                  </a:cubicBezTo>
                  <a:cubicBezTo>
                    <a:pt x="148" y="81"/>
                    <a:pt x="28" y="80"/>
                    <a:pt x="27" y="80"/>
                  </a:cubicBezTo>
                  <a:cubicBezTo>
                    <a:pt x="5" y="80"/>
                    <a:pt x="0" y="72"/>
                    <a:pt x="0" y="6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3"/>
                    <a:pt x="7" y="0"/>
                    <a:pt x="14" y="0"/>
                  </a:cubicBezTo>
                  <a:cubicBezTo>
                    <a:pt x="15" y="0"/>
                    <a:pt x="96" y="4"/>
                    <a:pt x="152" y="4"/>
                  </a:cubicBezTo>
                  <a:cubicBezTo>
                    <a:pt x="207" y="4"/>
                    <a:pt x="281" y="0"/>
                    <a:pt x="282" y="0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4" name="Oval 18">
              <a:extLst>
                <a:ext uri="{FF2B5EF4-FFF2-40B4-BE49-F238E27FC236}">
                  <a16:creationId xmlns:a16="http://schemas.microsoft.com/office/drawing/2014/main" id="{625B2645-9747-47CF-834E-4C19C2E9B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2" y="1733"/>
              <a:ext cx="155" cy="72"/>
            </a:xfrm>
            <a:prstGeom prst="ellipse">
              <a:avLst/>
            </a:pr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05" name="Oval 19">
              <a:extLst>
                <a:ext uri="{FF2B5EF4-FFF2-40B4-BE49-F238E27FC236}">
                  <a16:creationId xmlns:a16="http://schemas.microsoft.com/office/drawing/2014/main" id="{20B30471-E68E-4528-882A-8EEBAF30E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" y="1715"/>
              <a:ext cx="155" cy="72"/>
            </a:xfrm>
            <a:prstGeom prst="ellipse">
              <a:avLst/>
            </a:pr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06" name="Freeform 20">
              <a:extLst>
                <a:ext uri="{FF2B5EF4-FFF2-40B4-BE49-F238E27FC236}">
                  <a16:creationId xmlns:a16="http://schemas.microsoft.com/office/drawing/2014/main" id="{6B777E5C-EDF5-419B-A26E-6EF8D5AB1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661"/>
              <a:ext cx="332" cy="147"/>
            </a:xfrm>
            <a:custGeom>
              <a:avLst/>
              <a:gdLst>
                <a:gd name="T0" fmla="*/ 62 w 133"/>
                <a:gd name="T1" fmla="*/ 858 h 55"/>
                <a:gd name="T2" fmla="*/ 92 w 133"/>
                <a:gd name="T3" fmla="*/ 136 h 55"/>
                <a:gd name="T4" fmla="*/ 604 w 133"/>
                <a:gd name="T5" fmla="*/ 78 h 55"/>
                <a:gd name="T6" fmla="*/ 1383 w 133"/>
                <a:gd name="T7" fmla="*/ 78 h 55"/>
                <a:gd name="T8" fmla="*/ 1725 w 133"/>
                <a:gd name="T9" fmla="*/ 94 h 55"/>
                <a:gd name="T10" fmla="*/ 2069 w 133"/>
                <a:gd name="T11" fmla="*/ 78 h 55"/>
                <a:gd name="T12" fmla="*/ 592 w 133"/>
                <a:gd name="T13" fmla="*/ 208 h 55"/>
                <a:gd name="T14" fmla="*/ 187 w 133"/>
                <a:gd name="T15" fmla="*/ 492 h 55"/>
                <a:gd name="T16" fmla="*/ 92 w 133"/>
                <a:gd name="T17" fmla="*/ 1050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55">
                  <a:moveTo>
                    <a:pt x="4" y="45"/>
                  </a:moveTo>
                  <a:cubicBezTo>
                    <a:pt x="4" y="36"/>
                    <a:pt x="0" y="15"/>
                    <a:pt x="6" y="7"/>
                  </a:cubicBezTo>
                  <a:cubicBezTo>
                    <a:pt x="12" y="0"/>
                    <a:pt x="30" y="4"/>
                    <a:pt x="39" y="4"/>
                  </a:cubicBezTo>
                  <a:cubicBezTo>
                    <a:pt x="56" y="4"/>
                    <a:pt x="72" y="4"/>
                    <a:pt x="89" y="4"/>
                  </a:cubicBezTo>
                  <a:cubicBezTo>
                    <a:pt x="96" y="4"/>
                    <a:pt x="104" y="5"/>
                    <a:pt x="111" y="5"/>
                  </a:cubicBezTo>
                  <a:cubicBezTo>
                    <a:pt x="118" y="4"/>
                    <a:pt x="126" y="3"/>
                    <a:pt x="133" y="4"/>
                  </a:cubicBezTo>
                  <a:cubicBezTo>
                    <a:pt x="104" y="14"/>
                    <a:pt x="69" y="7"/>
                    <a:pt x="38" y="11"/>
                  </a:cubicBezTo>
                  <a:cubicBezTo>
                    <a:pt x="28" y="13"/>
                    <a:pt x="17" y="15"/>
                    <a:pt x="12" y="26"/>
                  </a:cubicBezTo>
                  <a:cubicBezTo>
                    <a:pt x="8" y="35"/>
                    <a:pt x="6" y="45"/>
                    <a:pt x="6" y="55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7" name="Freeform 21">
              <a:extLst>
                <a:ext uri="{FF2B5EF4-FFF2-40B4-BE49-F238E27FC236}">
                  <a16:creationId xmlns:a16="http://schemas.microsoft.com/office/drawing/2014/main" id="{CF85EF04-6CDA-4309-98ED-B9C0D6906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707"/>
              <a:ext cx="500" cy="149"/>
            </a:xfrm>
            <a:custGeom>
              <a:avLst/>
              <a:gdLst>
                <a:gd name="T0" fmla="*/ 0 w 200"/>
                <a:gd name="T1" fmla="*/ 963 h 56"/>
                <a:gd name="T2" fmla="*/ 2283 w 200"/>
                <a:gd name="T3" fmla="*/ 942 h 56"/>
                <a:gd name="T4" fmla="*/ 3033 w 200"/>
                <a:gd name="T5" fmla="*/ 806 h 56"/>
                <a:gd name="T6" fmla="*/ 3033 w 200"/>
                <a:gd name="T7" fmla="*/ 0 h 56"/>
                <a:gd name="T8" fmla="*/ 2845 w 200"/>
                <a:gd name="T9" fmla="*/ 716 h 56"/>
                <a:gd name="T10" fmla="*/ 2425 w 200"/>
                <a:gd name="T11" fmla="*/ 793 h 56"/>
                <a:gd name="T12" fmla="*/ 1895 w 200"/>
                <a:gd name="T13" fmla="*/ 806 h 56"/>
                <a:gd name="T14" fmla="*/ 895 w 200"/>
                <a:gd name="T15" fmla="*/ 849 h 56"/>
                <a:gd name="T16" fmla="*/ 408 w 200"/>
                <a:gd name="T17" fmla="*/ 907 h 56"/>
                <a:gd name="T18" fmla="*/ 50 w 200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0" h="56">
                  <a:moveTo>
                    <a:pt x="0" y="51"/>
                  </a:moveTo>
                  <a:cubicBezTo>
                    <a:pt x="48" y="51"/>
                    <a:pt x="97" y="47"/>
                    <a:pt x="146" y="50"/>
                  </a:cubicBezTo>
                  <a:cubicBezTo>
                    <a:pt x="158" y="50"/>
                    <a:pt x="187" y="56"/>
                    <a:pt x="194" y="43"/>
                  </a:cubicBezTo>
                  <a:cubicBezTo>
                    <a:pt x="200" y="34"/>
                    <a:pt x="196" y="10"/>
                    <a:pt x="194" y="0"/>
                  </a:cubicBezTo>
                  <a:cubicBezTo>
                    <a:pt x="194" y="12"/>
                    <a:pt x="193" y="31"/>
                    <a:pt x="182" y="38"/>
                  </a:cubicBezTo>
                  <a:cubicBezTo>
                    <a:pt x="175" y="43"/>
                    <a:pt x="163" y="42"/>
                    <a:pt x="155" y="42"/>
                  </a:cubicBezTo>
                  <a:cubicBezTo>
                    <a:pt x="144" y="43"/>
                    <a:pt x="132" y="43"/>
                    <a:pt x="121" y="43"/>
                  </a:cubicBezTo>
                  <a:cubicBezTo>
                    <a:pt x="100" y="43"/>
                    <a:pt x="78" y="42"/>
                    <a:pt x="57" y="45"/>
                  </a:cubicBezTo>
                  <a:cubicBezTo>
                    <a:pt x="46" y="46"/>
                    <a:pt x="36" y="47"/>
                    <a:pt x="26" y="48"/>
                  </a:cubicBezTo>
                  <a:cubicBezTo>
                    <a:pt x="18" y="49"/>
                    <a:pt x="10" y="48"/>
                    <a:pt x="3" y="52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8" name="Freeform 22">
              <a:extLst>
                <a:ext uri="{FF2B5EF4-FFF2-40B4-BE49-F238E27FC236}">
                  <a16:creationId xmlns:a16="http://schemas.microsoft.com/office/drawing/2014/main" id="{AD52271F-AEFB-4218-9C78-7D7800343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720"/>
              <a:ext cx="125" cy="67"/>
            </a:xfrm>
            <a:custGeom>
              <a:avLst/>
              <a:gdLst>
                <a:gd name="T0" fmla="*/ 533 w 50"/>
                <a:gd name="T1" fmla="*/ 0 h 25"/>
                <a:gd name="T2" fmla="*/ 708 w 50"/>
                <a:gd name="T3" fmla="*/ 193 h 25"/>
                <a:gd name="T4" fmla="*/ 220 w 50"/>
                <a:gd name="T5" fmla="*/ 445 h 25"/>
                <a:gd name="T6" fmla="*/ 0 w 50"/>
                <a:gd name="T7" fmla="*/ 423 h 25"/>
                <a:gd name="T8" fmla="*/ 313 w 50"/>
                <a:gd name="T9" fmla="*/ 482 h 25"/>
                <a:gd name="T10" fmla="*/ 783 w 50"/>
                <a:gd name="T11" fmla="*/ 230 h 25"/>
                <a:gd name="T12" fmla="*/ 533 w 5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0" y="19"/>
                    <a:pt x="50" y="12"/>
                  </a:cubicBezTo>
                  <a:cubicBezTo>
                    <a:pt x="50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9" name="Freeform 23">
              <a:extLst>
                <a:ext uri="{FF2B5EF4-FFF2-40B4-BE49-F238E27FC236}">
                  <a16:creationId xmlns:a16="http://schemas.microsoft.com/office/drawing/2014/main" id="{40696868-CBB8-42E2-B873-A61E2C20B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723"/>
              <a:ext cx="112" cy="50"/>
            </a:xfrm>
            <a:custGeom>
              <a:avLst/>
              <a:gdLst>
                <a:gd name="T0" fmla="*/ 42 w 45"/>
                <a:gd name="T1" fmla="*/ 200 h 19"/>
                <a:gd name="T2" fmla="*/ 446 w 45"/>
                <a:gd name="T3" fmla="*/ 21 h 19"/>
                <a:gd name="T4" fmla="*/ 694 w 45"/>
                <a:gd name="T5" fmla="*/ 76 h 19"/>
                <a:gd name="T6" fmla="*/ 371 w 45"/>
                <a:gd name="T7" fmla="*/ 0 h 19"/>
                <a:gd name="T8" fmla="*/ 0 w 45"/>
                <a:gd name="T9" fmla="*/ 179 h 19"/>
                <a:gd name="T10" fmla="*/ 154 w 45"/>
                <a:gd name="T11" fmla="*/ 347 h 19"/>
                <a:gd name="T12" fmla="*/ 42 w 45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9">
                  <a:moveTo>
                    <a:pt x="3" y="11"/>
                  </a:moveTo>
                  <a:cubicBezTo>
                    <a:pt x="3" y="5"/>
                    <a:pt x="16" y="1"/>
                    <a:pt x="29" y="1"/>
                  </a:cubicBezTo>
                  <a:cubicBezTo>
                    <a:pt x="35" y="1"/>
                    <a:pt x="41" y="3"/>
                    <a:pt x="45" y="4"/>
                  </a:cubicBezTo>
                  <a:cubicBezTo>
                    <a:pt x="41" y="1"/>
                    <a:pt x="33" y="0"/>
                    <a:pt x="24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7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0" name="Freeform 24">
              <a:extLst>
                <a:ext uri="{FF2B5EF4-FFF2-40B4-BE49-F238E27FC236}">
                  <a16:creationId xmlns:a16="http://schemas.microsoft.com/office/drawing/2014/main" id="{87FEB3BB-7389-4BA1-A6EA-C00E9C0BF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637"/>
              <a:ext cx="805" cy="240"/>
            </a:xfrm>
            <a:custGeom>
              <a:avLst/>
              <a:gdLst>
                <a:gd name="T0" fmla="*/ 5033 w 322"/>
                <a:gd name="T1" fmla="*/ 1216 h 90"/>
                <a:gd name="T2" fmla="*/ 4520 w 322"/>
                <a:gd name="T3" fmla="*/ 1707 h 90"/>
                <a:gd name="T4" fmla="*/ 3313 w 322"/>
                <a:gd name="T5" fmla="*/ 1685 h 90"/>
                <a:gd name="T6" fmla="*/ 488 w 322"/>
                <a:gd name="T7" fmla="*/ 1672 h 90"/>
                <a:gd name="T8" fmla="*/ 0 w 322"/>
                <a:gd name="T9" fmla="*/ 1216 h 90"/>
                <a:gd name="T10" fmla="*/ 0 w 322"/>
                <a:gd name="T11" fmla="*/ 491 h 90"/>
                <a:gd name="T12" fmla="*/ 283 w 322"/>
                <a:gd name="T13" fmla="*/ 0 h 90"/>
                <a:gd name="T14" fmla="*/ 2438 w 322"/>
                <a:gd name="T15" fmla="*/ 56 h 90"/>
                <a:gd name="T16" fmla="*/ 4470 w 322"/>
                <a:gd name="T17" fmla="*/ 0 h 90"/>
                <a:gd name="T18" fmla="*/ 5033 w 322"/>
                <a:gd name="T19" fmla="*/ 491 h 90"/>
                <a:gd name="T20" fmla="*/ 5033 w 322"/>
                <a:gd name="T21" fmla="*/ 1216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2" h="90">
                  <a:moveTo>
                    <a:pt x="322" y="64"/>
                  </a:moveTo>
                  <a:cubicBezTo>
                    <a:pt x="322" y="79"/>
                    <a:pt x="316" y="90"/>
                    <a:pt x="289" y="90"/>
                  </a:cubicBezTo>
                  <a:cubicBezTo>
                    <a:pt x="289" y="90"/>
                    <a:pt x="274" y="89"/>
                    <a:pt x="212" y="89"/>
                  </a:cubicBezTo>
                  <a:cubicBezTo>
                    <a:pt x="151" y="89"/>
                    <a:pt x="31" y="88"/>
                    <a:pt x="31" y="88"/>
                  </a:cubicBezTo>
                  <a:cubicBezTo>
                    <a:pt x="7" y="88"/>
                    <a:pt x="0" y="79"/>
                    <a:pt x="0" y="6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3" y="0"/>
                    <a:pt x="18" y="0"/>
                  </a:cubicBezTo>
                  <a:cubicBezTo>
                    <a:pt x="18" y="0"/>
                    <a:pt x="100" y="3"/>
                    <a:pt x="156" y="3"/>
                  </a:cubicBezTo>
                  <a:cubicBezTo>
                    <a:pt x="212" y="3"/>
                    <a:pt x="286" y="0"/>
                    <a:pt x="286" y="0"/>
                  </a:cubicBezTo>
                  <a:cubicBezTo>
                    <a:pt x="315" y="0"/>
                    <a:pt x="322" y="12"/>
                    <a:pt x="322" y="26"/>
                  </a:cubicBezTo>
                  <a:lnTo>
                    <a:pt x="322" y="6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1" name="Oval 25">
              <a:extLst>
                <a:ext uri="{FF2B5EF4-FFF2-40B4-BE49-F238E27FC236}">
                  <a16:creationId xmlns:a16="http://schemas.microsoft.com/office/drawing/2014/main" id="{E927B998-BDF2-4F4D-B3EF-815DC1CF3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" y="1715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12" name="Freeform 26">
              <a:extLst>
                <a:ext uri="{FF2B5EF4-FFF2-40B4-BE49-F238E27FC236}">
                  <a16:creationId xmlns:a16="http://schemas.microsoft.com/office/drawing/2014/main" id="{794B5A29-C653-4DD5-99E1-E585B0CC1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648"/>
              <a:ext cx="785" cy="216"/>
            </a:xfrm>
            <a:custGeom>
              <a:avLst/>
              <a:gdLst>
                <a:gd name="T0" fmla="*/ 4408 w 314"/>
                <a:gd name="T1" fmla="*/ 0 h 81"/>
                <a:gd name="T2" fmla="*/ 4908 w 314"/>
                <a:gd name="T3" fmla="*/ 419 h 81"/>
                <a:gd name="T4" fmla="*/ 4908 w 314"/>
                <a:gd name="T5" fmla="*/ 1139 h 81"/>
                <a:gd name="T6" fmla="*/ 4458 w 314"/>
                <a:gd name="T7" fmla="*/ 1536 h 81"/>
                <a:gd name="T8" fmla="*/ 3250 w 314"/>
                <a:gd name="T9" fmla="*/ 1536 h 81"/>
                <a:gd name="T10" fmla="*/ 425 w 314"/>
                <a:gd name="T11" fmla="*/ 1515 h 81"/>
                <a:gd name="T12" fmla="*/ 0 w 314"/>
                <a:gd name="T13" fmla="*/ 1139 h 81"/>
                <a:gd name="T14" fmla="*/ 0 w 314"/>
                <a:gd name="T15" fmla="*/ 419 h 81"/>
                <a:gd name="T16" fmla="*/ 220 w 314"/>
                <a:gd name="T17" fmla="*/ 0 h 81"/>
                <a:gd name="T18" fmla="*/ 2375 w 314"/>
                <a:gd name="T19" fmla="*/ 77 h 81"/>
                <a:gd name="T20" fmla="*/ 4408 w 314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4" h="81">
                  <a:moveTo>
                    <a:pt x="282" y="0"/>
                  </a:moveTo>
                  <a:cubicBezTo>
                    <a:pt x="310" y="0"/>
                    <a:pt x="314" y="11"/>
                    <a:pt x="314" y="22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314" y="71"/>
                    <a:pt x="312" y="81"/>
                    <a:pt x="285" y="81"/>
                  </a:cubicBezTo>
                  <a:cubicBezTo>
                    <a:pt x="284" y="81"/>
                    <a:pt x="269" y="81"/>
                    <a:pt x="208" y="81"/>
                  </a:cubicBezTo>
                  <a:cubicBezTo>
                    <a:pt x="148" y="81"/>
                    <a:pt x="28" y="80"/>
                    <a:pt x="27" y="80"/>
                  </a:cubicBezTo>
                  <a:cubicBezTo>
                    <a:pt x="5" y="80"/>
                    <a:pt x="0" y="72"/>
                    <a:pt x="0" y="6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3"/>
                    <a:pt x="7" y="0"/>
                    <a:pt x="14" y="0"/>
                  </a:cubicBezTo>
                  <a:cubicBezTo>
                    <a:pt x="15" y="0"/>
                    <a:pt x="96" y="4"/>
                    <a:pt x="152" y="4"/>
                  </a:cubicBezTo>
                  <a:cubicBezTo>
                    <a:pt x="207" y="4"/>
                    <a:pt x="281" y="0"/>
                    <a:pt x="282" y="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0" name="Group 27">
            <a:extLst>
              <a:ext uri="{FF2B5EF4-FFF2-40B4-BE49-F238E27FC236}">
                <a16:creationId xmlns:a16="http://schemas.microsoft.com/office/drawing/2014/main" id="{C09A18C5-36AC-4F75-8B1A-610672880E2A}"/>
              </a:ext>
            </a:extLst>
          </p:cNvPr>
          <p:cNvGrpSpPr>
            <a:grpSpLocks/>
          </p:cNvGrpSpPr>
          <p:nvPr/>
        </p:nvGrpSpPr>
        <p:grpSpPr bwMode="auto">
          <a:xfrm>
            <a:off x="4818063" y="3043238"/>
            <a:ext cx="1282700" cy="385762"/>
            <a:chOff x="1683" y="1637"/>
            <a:chExt cx="808" cy="243"/>
          </a:xfrm>
        </p:grpSpPr>
        <p:sp>
          <p:nvSpPr>
            <p:cNvPr id="29991" name="Freeform 28">
              <a:extLst>
                <a:ext uri="{FF2B5EF4-FFF2-40B4-BE49-F238E27FC236}">
                  <a16:creationId xmlns:a16="http://schemas.microsoft.com/office/drawing/2014/main" id="{85918DC5-CCE5-4CFB-ADEC-794EA68B8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637"/>
              <a:ext cx="808" cy="243"/>
            </a:xfrm>
            <a:custGeom>
              <a:avLst/>
              <a:gdLst>
                <a:gd name="T0" fmla="*/ 5056 w 323"/>
                <a:gd name="T1" fmla="*/ 1220 h 91"/>
                <a:gd name="T2" fmla="*/ 4368 w 323"/>
                <a:gd name="T3" fmla="*/ 1733 h 91"/>
                <a:gd name="T4" fmla="*/ 2096 w 323"/>
                <a:gd name="T5" fmla="*/ 1698 h 91"/>
                <a:gd name="T6" fmla="*/ 425 w 323"/>
                <a:gd name="T7" fmla="*/ 1733 h 91"/>
                <a:gd name="T8" fmla="*/ 0 w 323"/>
                <a:gd name="T9" fmla="*/ 1220 h 91"/>
                <a:gd name="T10" fmla="*/ 0 w 323"/>
                <a:gd name="T11" fmla="*/ 491 h 91"/>
                <a:gd name="T12" fmla="*/ 313 w 323"/>
                <a:gd name="T13" fmla="*/ 0 h 91"/>
                <a:gd name="T14" fmla="*/ 2409 w 323"/>
                <a:gd name="T15" fmla="*/ 35 h 91"/>
                <a:gd name="T16" fmla="*/ 4725 w 323"/>
                <a:gd name="T17" fmla="*/ 0 h 91"/>
                <a:gd name="T18" fmla="*/ 5056 w 323"/>
                <a:gd name="T19" fmla="*/ 491 h 91"/>
                <a:gd name="T20" fmla="*/ 5056 w 323"/>
                <a:gd name="T21" fmla="*/ 122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91">
                  <a:moveTo>
                    <a:pt x="323" y="64"/>
                  </a:moveTo>
                  <a:cubicBezTo>
                    <a:pt x="323" y="79"/>
                    <a:pt x="319" y="91"/>
                    <a:pt x="279" y="91"/>
                  </a:cubicBezTo>
                  <a:cubicBezTo>
                    <a:pt x="134" y="89"/>
                    <a:pt x="134" y="89"/>
                    <a:pt x="134" y="89"/>
                  </a:cubicBezTo>
                  <a:cubicBezTo>
                    <a:pt x="27" y="91"/>
                    <a:pt x="27" y="91"/>
                    <a:pt x="27" y="91"/>
                  </a:cubicBezTo>
                  <a:cubicBezTo>
                    <a:pt x="12" y="91"/>
                    <a:pt x="0" y="79"/>
                    <a:pt x="0" y="6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5" y="0"/>
                    <a:pt x="20" y="0"/>
                  </a:cubicBezTo>
                  <a:cubicBezTo>
                    <a:pt x="20" y="0"/>
                    <a:pt x="122" y="2"/>
                    <a:pt x="154" y="2"/>
                  </a:cubicBezTo>
                  <a:cubicBezTo>
                    <a:pt x="185" y="2"/>
                    <a:pt x="302" y="0"/>
                    <a:pt x="302" y="0"/>
                  </a:cubicBezTo>
                  <a:cubicBezTo>
                    <a:pt x="317" y="0"/>
                    <a:pt x="323" y="12"/>
                    <a:pt x="323" y="26"/>
                  </a:cubicBezTo>
                  <a:lnTo>
                    <a:pt x="323" y="64"/>
                  </a:lnTo>
                  <a:close/>
                </a:path>
              </a:pathLst>
            </a:custGeom>
            <a:solidFill>
              <a:srgbClr val="F4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2" name="Freeform 29">
              <a:extLst>
                <a:ext uri="{FF2B5EF4-FFF2-40B4-BE49-F238E27FC236}">
                  <a16:creationId xmlns:a16="http://schemas.microsoft.com/office/drawing/2014/main" id="{E92494C2-321F-4CA4-AE60-AEB9B7CF0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648"/>
              <a:ext cx="785" cy="221"/>
            </a:xfrm>
            <a:custGeom>
              <a:avLst/>
              <a:gdLst>
                <a:gd name="T0" fmla="*/ 4658 w 314"/>
                <a:gd name="T1" fmla="*/ 0 h 83"/>
                <a:gd name="T2" fmla="*/ 4908 w 314"/>
                <a:gd name="T3" fmla="*/ 418 h 83"/>
                <a:gd name="T4" fmla="*/ 4908 w 314"/>
                <a:gd name="T5" fmla="*/ 1134 h 83"/>
                <a:gd name="T6" fmla="*/ 4300 w 314"/>
                <a:gd name="T7" fmla="*/ 1566 h 83"/>
                <a:gd name="T8" fmla="*/ 2033 w 314"/>
                <a:gd name="T9" fmla="*/ 1531 h 83"/>
                <a:gd name="T10" fmla="*/ 363 w 314"/>
                <a:gd name="T11" fmla="*/ 1566 h 83"/>
                <a:gd name="T12" fmla="*/ 0 w 314"/>
                <a:gd name="T13" fmla="*/ 1134 h 83"/>
                <a:gd name="T14" fmla="*/ 0 w 314"/>
                <a:gd name="T15" fmla="*/ 418 h 83"/>
                <a:gd name="T16" fmla="*/ 250 w 314"/>
                <a:gd name="T17" fmla="*/ 0 h 83"/>
                <a:gd name="T18" fmla="*/ 2345 w 314"/>
                <a:gd name="T19" fmla="*/ 56 h 83"/>
                <a:gd name="T20" fmla="*/ 4658 w 314"/>
                <a:gd name="T21" fmla="*/ 0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4" h="83">
                  <a:moveTo>
                    <a:pt x="298" y="0"/>
                  </a:moveTo>
                  <a:cubicBezTo>
                    <a:pt x="312" y="0"/>
                    <a:pt x="314" y="14"/>
                    <a:pt x="314" y="22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314" y="71"/>
                    <a:pt x="314" y="83"/>
                    <a:pt x="275" y="83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11" y="83"/>
                    <a:pt x="0" y="73"/>
                    <a:pt x="0" y="6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8"/>
                    <a:pt x="6" y="0"/>
                    <a:pt x="16" y="0"/>
                  </a:cubicBezTo>
                  <a:cubicBezTo>
                    <a:pt x="17" y="0"/>
                    <a:pt x="119" y="3"/>
                    <a:pt x="150" y="3"/>
                  </a:cubicBezTo>
                  <a:cubicBezTo>
                    <a:pt x="181" y="3"/>
                    <a:pt x="297" y="0"/>
                    <a:pt x="298" y="0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3" name="Oval 30">
              <a:extLst>
                <a:ext uri="{FF2B5EF4-FFF2-40B4-BE49-F238E27FC236}">
                  <a16:creationId xmlns:a16="http://schemas.microsoft.com/office/drawing/2014/main" id="{0F56391E-FE3B-4006-83DE-4507F59FF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8" y="1733"/>
              <a:ext cx="153" cy="72"/>
            </a:xfrm>
            <a:prstGeom prst="ellipse">
              <a:avLst/>
            </a:pr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94" name="Oval 31">
              <a:extLst>
                <a:ext uri="{FF2B5EF4-FFF2-40B4-BE49-F238E27FC236}">
                  <a16:creationId xmlns:a16="http://schemas.microsoft.com/office/drawing/2014/main" id="{F2D20733-D5D8-4B38-B2F6-69B40BE6F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1" y="1715"/>
              <a:ext cx="152" cy="72"/>
            </a:xfrm>
            <a:prstGeom prst="ellipse">
              <a:avLst/>
            </a:pr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95" name="Freeform 32">
              <a:extLst>
                <a:ext uri="{FF2B5EF4-FFF2-40B4-BE49-F238E27FC236}">
                  <a16:creationId xmlns:a16="http://schemas.microsoft.com/office/drawing/2014/main" id="{6FDDDE26-1FAA-4490-8B4B-4736726A4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661"/>
              <a:ext cx="333" cy="147"/>
            </a:xfrm>
            <a:custGeom>
              <a:avLst/>
              <a:gdLst>
                <a:gd name="T0" fmla="*/ 63 w 133"/>
                <a:gd name="T1" fmla="*/ 858 h 55"/>
                <a:gd name="T2" fmla="*/ 95 w 133"/>
                <a:gd name="T3" fmla="*/ 136 h 55"/>
                <a:gd name="T4" fmla="*/ 613 w 133"/>
                <a:gd name="T5" fmla="*/ 78 h 55"/>
                <a:gd name="T6" fmla="*/ 1397 w 133"/>
                <a:gd name="T7" fmla="*/ 78 h 55"/>
                <a:gd name="T8" fmla="*/ 1743 w 133"/>
                <a:gd name="T9" fmla="*/ 94 h 55"/>
                <a:gd name="T10" fmla="*/ 2088 w 133"/>
                <a:gd name="T11" fmla="*/ 78 h 55"/>
                <a:gd name="T12" fmla="*/ 596 w 133"/>
                <a:gd name="T13" fmla="*/ 208 h 55"/>
                <a:gd name="T14" fmla="*/ 188 w 133"/>
                <a:gd name="T15" fmla="*/ 492 h 55"/>
                <a:gd name="T16" fmla="*/ 95 w 133"/>
                <a:gd name="T17" fmla="*/ 1050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55">
                  <a:moveTo>
                    <a:pt x="4" y="45"/>
                  </a:moveTo>
                  <a:cubicBezTo>
                    <a:pt x="4" y="36"/>
                    <a:pt x="0" y="15"/>
                    <a:pt x="6" y="7"/>
                  </a:cubicBezTo>
                  <a:cubicBezTo>
                    <a:pt x="12" y="0"/>
                    <a:pt x="30" y="4"/>
                    <a:pt x="39" y="4"/>
                  </a:cubicBezTo>
                  <a:cubicBezTo>
                    <a:pt x="55" y="4"/>
                    <a:pt x="72" y="4"/>
                    <a:pt x="89" y="4"/>
                  </a:cubicBezTo>
                  <a:cubicBezTo>
                    <a:pt x="96" y="4"/>
                    <a:pt x="104" y="5"/>
                    <a:pt x="111" y="5"/>
                  </a:cubicBezTo>
                  <a:cubicBezTo>
                    <a:pt x="118" y="4"/>
                    <a:pt x="126" y="3"/>
                    <a:pt x="133" y="4"/>
                  </a:cubicBezTo>
                  <a:cubicBezTo>
                    <a:pt x="103" y="14"/>
                    <a:pt x="69" y="7"/>
                    <a:pt x="38" y="11"/>
                  </a:cubicBezTo>
                  <a:cubicBezTo>
                    <a:pt x="28" y="13"/>
                    <a:pt x="17" y="15"/>
                    <a:pt x="12" y="26"/>
                  </a:cubicBezTo>
                  <a:cubicBezTo>
                    <a:pt x="8" y="35"/>
                    <a:pt x="6" y="45"/>
                    <a:pt x="6" y="55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6" name="Freeform 33">
              <a:extLst>
                <a:ext uri="{FF2B5EF4-FFF2-40B4-BE49-F238E27FC236}">
                  <a16:creationId xmlns:a16="http://schemas.microsoft.com/office/drawing/2014/main" id="{8FA323BB-AD69-4BBE-824A-3D9A80E5C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707"/>
              <a:ext cx="503" cy="149"/>
            </a:xfrm>
            <a:custGeom>
              <a:avLst/>
              <a:gdLst>
                <a:gd name="T0" fmla="*/ 0 w 201"/>
                <a:gd name="T1" fmla="*/ 963 h 56"/>
                <a:gd name="T2" fmla="*/ 2242 w 201"/>
                <a:gd name="T3" fmla="*/ 1054 h 56"/>
                <a:gd name="T4" fmla="*/ 3056 w 201"/>
                <a:gd name="T5" fmla="*/ 806 h 56"/>
                <a:gd name="T6" fmla="*/ 3056 w 201"/>
                <a:gd name="T7" fmla="*/ 0 h 56"/>
                <a:gd name="T8" fmla="*/ 2868 w 201"/>
                <a:gd name="T9" fmla="*/ 716 h 56"/>
                <a:gd name="T10" fmla="*/ 2442 w 201"/>
                <a:gd name="T11" fmla="*/ 793 h 56"/>
                <a:gd name="T12" fmla="*/ 1909 w 201"/>
                <a:gd name="T13" fmla="*/ 806 h 56"/>
                <a:gd name="T14" fmla="*/ 908 w 201"/>
                <a:gd name="T15" fmla="*/ 849 h 56"/>
                <a:gd name="T16" fmla="*/ 408 w 201"/>
                <a:gd name="T17" fmla="*/ 907 h 56"/>
                <a:gd name="T18" fmla="*/ 63 w 201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56">
                  <a:moveTo>
                    <a:pt x="0" y="51"/>
                  </a:moveTo>
                  <a:cubicBezTo>
                    <a:pt x="49" y="51"/>
                    <a:pt x="95" y="53"/>
                    <a:pt x="143" y="56"/>
                  </a:cubicBezTo>
                  <a:cubicBezTo>
                    <a:pt x="155" y="56"/>
                    <a:pt x="188" y="56"/>
                    <a:pt x="195" y="43"/>
                  </a:cubicBezTo>
                  <a:cubicBezTo>
                    <a:pt x="201" y="34"/>
                    <a:pt x="197" y="10"/>
                    <a:pt x="195" y="0"/>
                  </a:cubicBezTo>
                  <a:cubicBezTo>
                    <a:pt x="195" y="12"/>
                    <a:pt x="194" y="31"/>
                    <a:pt x="183" y="38"/>
                  </a:cubicBezTo>
                  <a:cubicBezTo>
                    <a:pt x="176" y="43"/>
                    <a:pt x="164" y="42"/>
                    <a:pt x="156" y="42"/>
                  </a:cubicBezTo>
                  <a:cubicBezTo>
                    <a:pt x="145" y="43"/>
                    <a:pt x="133" y="43"/>
                    <a:pt x="122" y="43"/>
                  </a:cubicBezTo>
                  <a:cubicBezTo>
                    <a:pt x="101" y="43"/>
                    <a:pt x="79" y="42"/>
                    <a:pt x="58" y="45"/>
                  </a:cubicBezTo>
                  <a:cubicBezTo>
                    <a:pt x="47" y="46"/>
                    <a:pt x="37" y="47"/>
                    <a:pt x="26" y="48"/>
                  </a:cubicBezTo>
                  <a:cubicBezTo>
                    <a:pt x="19" y="49"/>
                    <a:pt x="11" y="48"/>
                    <a:pt x="4" y="52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7" name="Freeform 34">
              <a:extLst>
                <a:ext uri="{FF2B5EF4-FFF2-40B4-BE49-F238E27FC236}">
                  <a16:creationId xmlns:a16="http://schemas.microsoft.com/office/drawing/2014/main" id="{F8F4FF6B-BB78-4838-953D-3D33FA54D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720"/>
              <a:ext cx="127" cy="67"/>
            </a:xfrm>
            <a:custGeom>
              <a:avLst/>
              <a:gdLst>
                <a:gd name="T0" fmla="*/ 528 w 51"/>
                <a:gd name="T1" fmla="*/ 0 h 25"/>
                <a:gd name="T2" fmla="*/ 695 w 51"/>
                <a:gd name="T3" fmla="*/ 193 h 25"/>
                <a:gd name="T4" fmla="*/ 217 w 51"/>
                <a:gd name="T5" fmla="*/ 445 h 25"/>
                <a:gd name="T6" fmla="*/ 0 w 51"/>
                <a:gd name="T7" fmla="*/ 423 h 25"/>
                <a:gd name="T8" fmla="*/ 311 w 51"/>
                <a:gd name="T9" fmla="*/ 482 h 25"/>
                <a:gd name="T10" fmla="*/ 787 w 51"/>
                <a:gd name="T11" fmla="*/ 230 h 25"/>
                <a:gd name="T12" fmla="*/ 528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8" name="Freeform 35">
              <a:extLst>
                <a:ext uri="{FF2B5EF4-FFF2-40B4-BE49-F238E27FC236}">
                  <a16:creationId xmlns:a16="http://schemas.microsoft.com/office/drawing/2014/main" id="{14AEF9C2-2CDA-4EDD-8D52-3DC75384C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723"/>
              <a:ext cx="115" cy="50"/>
            </a:xfrm>
            <a:custGeom>
              <a:avLst/>
              <a:gdLst>
                <a:gd name="T0" fmla="*/ 50 w 46"/>
                <a:gd name="T1" fmla="*/ 200 h 19"/>
                <a:gd name="T2" fmla="*/ 470 w 46"/>
                <a:gd name="T3" fmla="*/ 21 h 19"/>
                <a:gd name="T4" fmla="*/ 720 w 46"/>
                <a:gd name="T5" fmla="*/ 76 h 19"/>
                <a:gd name="T6" fmla="*/ 395 w 46"/>
                <a:gd name="T7" fmla="*/ 0 h 19"/>
                <a:gd name="T8" fmla="*/ 0 w 46"/>
                <a:gd name="T9" fmla="*/ 179 h 19"/>
                <a:gd name="T10" fmla="*/ 158 w 46"/>
                <a:gd name="T11" fmla="*/ 347 h 19"/>
                <a:gd name="T12" fmla="*/ 50 w 46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3" y="11"/>
                  </a:moveTo>
                  <a:cubicBezTo>
                    <a:pt x="3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3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9" name="Freeform 36">
              <a:extLst>
                <a:ext uri="{FF2B5EF4-FFF2-40B4-BE49-F238E27FC236}">
                  <a16:creationId xmlns:a16="http://schemas.microsoft.com/office/drawing/2014/main" id="{C1222198-C66E-4FBB-8F7F-7A673036C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637"/>
              <a:ext cx="808" cy="243"/>
            </a:xfrm>
            <a:custGeom>
              <a:avLst/>
              <a:gdLst>
                <a:gd name="T0" fmla="*/ 5056 w 323"/>
                <a:gd name="T1" fmla="*/ 1220 h 91"/>
                <a:gd name="T2" fmla="*/ 4368 w 323"/>
                <a:gd name="T3" fmla="*/ 1733 h 91"/>
                <a:gd name="T4" fmla="*/ 2096 w 323"/>
                <a:gd name="T5" fmla="*/ 1698 h 91"/>
                <a:gd name="T6" fmla="*/ 425 w 323"/>
                <a:gd name="T7" fmla="*/ 1733 h 91"/>
                <a:gd name="T8" fmla="*/ 0 w 323"/>
                <a:gd name="T9" fmla="*/ 1220 h 91"/>
                <a:gd name="T10" fmla="*/ 0 w 323"/>
                <a:gd name="T11" fmla="*/ 491 h 91"/>
                <a:gd name="T12" fmla="*/ 313 w 323"/>
                <a:gd name="T13" fmla="*/ 0 h 91"/>
                <a:gd name="T14" fmla="*/ 2409 w 323"/>
                <a:gd name="T15" fmla="*/ 35 h 91"/>
                <a:gd name="T16" fmla="*/ 4725 w 323"/>
                <a:gd name="T17" fmla="*/ 0 h 91"/>
                <a:gd name="T18" fmla="*/ 5056 w 323"/>
                <a:gd name="T19" fmla="*/ 491 h 91"/>
                <a:gd name="T20" fmla="*/ 5056 w 323"/>
                <a:gd name="T21" fmla="*/ 122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91">
                  <a:moveTo>
                    <a:pt x="323" y="64"/>
                  </a:moveTo>
                  <a:cubicBezTo>
                    <a:pt x="323" y="79"/>
                    <a:pt x="319" y="91"/>
                    <a:pt x="279" y="91"/>
                  </a:cubicBezTo>
                  <a:cubicBezTo>
                    <a:pt x="134" y="89"/>
                    <a:pt x="134" y="89"/>
                    <a:pt x="134" y="89"/>
                  </a:cubicBezTo>
                  <a:cubicBezTo>
                    <a:pt x="27" y="91"/>
                    <a:pt x="27" y="91"/>
                    <a:pt x="27" y="91"/>
                  </a:cubicBezTo>
                  <a:cubicBezTo>
                    <a:pt x="12" y="91"/>
                    <a:pt x="0" y="79"/>
                    <a:pt x="0" y="6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5" y="0"/>
                    <a:pt x="20" y="0"/>
                  </a:cubicBezTo>
                  <a:cubicBezTo>
                    <a:pt x="20" y="0"/>
                    <a:pt x="122" y="2"/>
                    <a:pt x="154" y="2"/>
                  </a:cubicBezTo>
                  <a:cubicBezTo>
                    <a:pt x="185" y="2"/>
                    <a:pt x="302" y="0"/>
                    <a:pt x="302" y="0"/>
                  </a:cubicBezTo>
                  <a:cubicBezTo>
                    <a:pt x="317" y="0"/>
                    <a:pt x="323" y="12"/>
                    <a:pt x="323" y="26"/>
                  </a:cubicBezTo>
                  <a:lnTo>
                    <a:pt x="323" y="6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0" name="Oval 37">
              <a:extLst>
                <a:ext uri="{FF2B5EF4-FFF2-40B4-BE49-F238E27FC236}">
                  <a16:creationId xmlns:a16="http://schemas.microsoft.com/office/drawing/2014/main" id="{31065B88-A150-4489-829E-0A5AF58AE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1" y="1715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01" name="Freeform 38">
              <a:extLst>
                <a:ext uri="{FF2B5EF4-FFF2-40B4-BE49-F238E27FC236}">
                  <a16:creationId xmlns:a16="http://schemas.microsoft.com/office/drawing/2014/main" id="{90B0FB94-59D3-4EC2-ABD0-D88A23146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648"/>
              <a:ext cx="785" cy="221"/>
            </a:xfrm>
            <a:custGeom>
              <a:avLst/>
              <a:gdLst>
                <a:gd name="T0" fmla="*/ 4658 w 314"/>
                <a:gd name="T1" fmla="*/ 0 h 83"/>
                <a:gd name="T2" fmla="*/ 4908 w 314"/>
                <a:gd name="T3" fmla="*/ 418 h 83"/>
                <a:gd name="T4" fmla="*/ 4908 w 314"/>
                <a:gd name="T5" fmla="*/ 1134 h 83"/>
                <a:gd name="T6" fmla="*/ 4300 w 314"/>
                <a:gd name="T7" fmla="*/ 1566 h 83"/>
                <a:gd name="T8" fmla="*/ 2033 w 314"/>
                <a:gd name="T9" fmla="*/ 1531 h 83"/>
                <a:gd name="T10" fmla="*/ 363 w 314"/>
                <a:gd name="T11" fmla="*/ 1566 h 83"/>
                <a:gd name="T12" fmla="*/ 0 w 314"/>
                <a:gd name="T13" fmla="*/ 1134 h 83"/>
                <a:gd name="T14" fmla="*/ 0 w 314"/>
                <a:gd name="T15" fmla="*/ 418 h 83"/>
                <a:gd name="T16" fmla="*/ 250 w 314"/>
                <a:gd name="T17" fmla="*/ 0 h 83"/>
                <a:gd name="T18" fmla="*/ 2345 w 314"/>
                <a:gd name="T19" fmla="*/ 56 h 83"/>
                <a:gd name="T20" fmla="*/ 4658 w 314"/>
                <a:gd name="T21" fmla="*/ 0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4" h="83">
                  <a:moveTo>
                    <a:pt x="298" y="0"/>
                  </a:moveTo>
                  <a:cubicBezTo>
                    <a:pt x="312" y="0"/>
                    <a:pt x="314" y="14"/>
                    <a:pt x="314" y="22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314" y="71"/>
                    <a:pt x="314" y="83"/>
                    <a:pt x="275" y="83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11" y="83"/>
                    <a:pt x="0" y="73"/>
                    <a:pt x="0" y="6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8"/>
                    <a:pt x="6" y="0"/>
                    <a:pt x="16" y="0"/>
                  </a:cubicBezTo>
                  <a:cubicBezTo>
                    <a:pt x="17" y="0"/>
                    <a:pt x="119" y="3"/>
                    <a:pt x="150" y="3"/>
                  </a:cubicBezTo>
                  <a:cubicBezTo>
                    <a:pt x="181" y="3"/>
                    <a:pt x="297" y="0"/>
                    <a:pt x="298" y="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1" name="Group 39">
            <a:extLst>
              <a:ext uri="{FF2B5EF4-FFF2-40B4-BE49-F238E27FC236}">
                <a16:creationId xmlns:a16="http://schemas.microsoft.com/office/drawing/2014/main" id="{FA6E2D38-90E3-4329-B7E9-D3BD91929A99}"/>
              </a:ext>
            </a:extLst>
          </p:cNvPr>
          <p:cNvGrpSpPr>
            <a:grpSpLocks/>
          </p:cNvGrpSpPr>
          <p:nvPr/>
        </p:nvGrpSpPr>
        <p:grpSpPr bwMode="auto">
          <a:xfrm>
            <a:off x="6113463" y="3019425"/>
            <a:ext cx="1282700" cy="409575"/>
            <a:chOff x="2499" y="1635"/>
            <a:chExt cx="808" cy="258"/>
          </a:xfrm>
        </p:grpSpPr>
        <p:sp>
          <p:nvSpPr>
            <p:cNvPr id="29980" name="Freeform 40">
              <a:extLst>
                <a:ext uri="{FF2B5EF4-FFF2-40B4-BE49-F238E27FC236}">
                  <a16:creationId xmlns:a16="http://schemas.microsoft.com/office/drawing/2014/main" id="{0124A38F-B493-4DCC-B565-8BA5F2931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635"/>
              <a:ext cx="808" cy="258"/>
            </a:xfrm>
            <a:custGeom>
              <a:avLst/>
              <a:gdLst>
                <a:gd name="T0" fmla="*/ 0 w 323"/>
                <a:gd name="T1" fmla="*/ 489 h 97"/>
                <a:gd name="T2" fmla="*/ 688 w 323"/>
                <a:gd name="T3" fmla="*/ 0 h 97"/>
                <a:gd name="T4" fmla="*/ 2959 w 323"/>
                <a:gd name="T5" fmla="*/ 35 h 97"/>
                <a:gd name="T6" fmla="*/ 4538 w 323"/>
                <a:gd name="T7" fmla="*/ 21 h 97"/>
                <a:gd name="T8" fmla="*/ 5056 w 323"/>
                <a:gd name="T9" fmla="*/ 489 h 97"/>
                <a:gd name="T10" fmla="*/ 5056 w 323"/>
                <a:gd name="T11" fmla="*/ 1202 h 97"/>
                <a:gd name="T12" fmla="*/ 4725 w 323"/>
                <a:gd name="T13" fmla="*/ 1713 h 97"/>
                <a:gd name="T14" fmla="*/ 2522 w 323"/>
                <a:gd name="T15" fmla="*/ 1825 h 97"/>
                <a:gd name="T16" fmla="*/ 313 w 323"/>
                <a:gd name="T17" fmla="*/ 1692 h 97"/>
                <a:gd name="T18" fmla="*/ 0 w 323"/>
                <a:gd name="T19" fmla="*/ 1202 h 97"/>
                <a:gd name="T20" fmla="*/ 0 w 323"/>
                <a:gd name="T21" fmla="*/ 489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97">
                  <a:moveTo>
                    <a:pt x="0" y="26"/>
                  </a:moveTo>
                  <a:cubicBezTo>
                    <a:pt x="0" y="12"/>
                    <a:pt x="4" y="0"/>
                    <a:pt x="44" y="0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290" y="1"/>
                    <a:pt x="290" y="1"/>
                    <a:pt x="290" y="1"/>
                  </a:cubicBezTo>
                  <a:cubicBezTo>
                    <a:pt x="309" y="1"/>
                    <a:pt x="323" y="12"/>
                    <a:pt x="323" y="26"/>
                  </a:cubicBezTo>
                  <a:cubicBezTo>
                    <a:pt x="323" y="64"/>
                    <a:pt x="323" y="64"/>
                    <a:pt x="323" y="64"/>
                  </a:cubicBezTo>
                  <a:cubicBezTo>
                    <a:pt x="323" y="79"/>
                    <a:pt x="317" y="91"/>
                    <a:pt x="302" y="91"/>
                  </a:cubicBezTo>
                  <a:cubicBezTo>
                    <a:pt x="302" y="91"/>
                    <a:pt x="192" y="97"/>
                    <a:pt x="161" y="97"/>
                  </a:cubicBezTo>
                  <a:cubicBezTo>
                    <a:pt x="130" y="97"/>
                    <a:pt x="20" y="90"/>
                    <a:pt x="20" y="90"/>
                  </a:cubicBezTo>
                  <a:cubicBezTo>
                    <a:pt x="5" y="90"/>
                    <a:pt x="0" y="79"/>
                    <a:pt x="0" y="64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F4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1" name="Freeform 41">
              <a:extLst>
                <a:ext uri="{FF2B5EF4-FFF2-40B4-BE49-F238E27FC236}">
                  <a16:creationId xmlns:a16="http://schemas.microsoft.com/office/drawing/2014/main" id="{BA4F52D8-482E-4B95-A166-E7751E363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645"/>
              <a:ext cx="785" cy="235"/>
            </a:xfrm>
            <a:custGeom>
              <a:avLst/>
              <a:gdLst>
                <a:gd name="T0" fmla="*/ 250 w 314"/>
                <a:gd name="T1" fmla="*/ 1562 h 88"/>
                <a:gd name="T2" fmla="*/ 250 w 314"/>
                <a:gd name="T3" fmla="*/ 1562 h 88"/>
                <a:gd name="T4" fmla="*/ 0 w 314"/>
                <a:gd name="T5" fmla="*/ 1140 h 88"/>
                <a:gd name="T6" fmla="*/ 0 w 314"/>
                <a:gd name="T7" fmla="*/ 422 h 88"/>
                <a:gd name="T8" fmla="*/ 625 w 314"/>
                <a:gd name="T9" fmla="*/ 0 h 88"/>
                <a:gd name="T10" fmla="*/ 2895 w 314"/>
                <a:gd name="T11" fmla="*/ 35 h 88"/>
                <a:gd name="T12" fmla="*/ 4470 w 314"/>
                <a:gd name="T13" fmla="*/ 21 h 88"/>
                <a:gd name="T14" fmla="*/ 4908 w 314"/>
                <a:gd name="T15" fmla="*/ 422 h 88"/>
                <a:gd name="T16" fmla="*/ 4908 w 314"/>
                <a:gd name="T17" fmla="*/ 1140 h 88"/>
                <a:gd name="T18" fmla="*/ 4658 w 314"/>
                <a:gd name="T19" fmla="*/ 1584 h 88"/>
                <a:gd name="T20" fmla="*/ 2458 w 314"/>
                <a:gd name="T21" fmla="*/ 1677 h 88"/>
                <a:gd name="T22" fmla="*/ 250 w 314"/>
                <a:gd name="T23" fmla="*/ 1562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4" h="88">
                  <a:moveTo>
                    <a:pt x="16" y="82"/>
                  </a:moveTo>
                  <a:cubicBezTo>
                    <a:pt x="16" y="82"/>
                    <a:pt x="16" y="82"/>
                    <a:pt x="16" y="82"/>
                  </a:cubicBezTo>
                  <a:cubicBezTo>
                    <a:pt x="9" y="82"/>
                    <a:pt x="0" y="79"/>
                    <a:pt x="0" y="6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1"/>
                    <a:pt x="0" y="0"/>
                    <a:pt x="40" y="0"/>
                  </a:cubicBezTo>
                  <a:cubicBezTo>
                    <a:pt x="185" y="2"/>
                    <a:pt x="185" y="2"/>
                    <a:pt x="185" y="2"/>
                  </a:cubicBezTo>
                  <a:cubicBezTo>
                    <a:pt x="286" y="1"/>
                    <a:pt x="286" y="1"/>
                    <a:pt x="286" y="1"/>
                  </a:cubicBezTo>
                  <a:cubicBezTo>
                    <a:pt x="301" y="1"/>
                    <a:pt x="314" y="11"/>
                    <a:pt x="314" y="22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314" y="75"/>
                    <a:pt x="309" y="83"/>
                    <a:pt x="298" y="83"/>
                  </a:cubicBezTo>
                  <a:cubicBezTo>
                    <a:pt x="297" y="83"/>
                    <a:pt x="188" y="88"/>
                    <a:pt x="157" y="88"/>
                  </a:cubicBezTo>
                  <a:cubicBezTo>
                    <a:pt x="126" y="88"/>
                    <a:pt x="17" y="82"/>
                    <a:pt x="16" y="82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2" name="Oval 42">
              <a:extLst>
                <a:ext uri="{FF2B5EF4-FFF2-40B4-BE49-F238E27FC236}">
                  <a16:creationId xmlns:a16="http://schemas.microsoft.com/office/drawing/2014/main" id="{0156EC03-6E16-4238-9852-393269BE4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1747"/>
              <a:ext cx="153" cy="72"/>
            </a:xfrm>
            <a:prstGeom prst="ellipse">
              <a:avLst/>
            </a:pr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83" name="Oval 43">
              <a:extLst>
                <a:ext uri="{FF2B5EF4-FFF2-40B4-BE49-F238E27FC236}">
                  <a16:creationId xmlns:a16="http://schemas.microsoft.com/office/drawing/2014/main" id="{DA4B34F3-52FC-4CAC-BEAA-A5D8B461D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1728"/>
              <a:ext cx="152" cy="72"/>
            </a:xfrm>
            <a:prstGeom prst="ellipse">
              <a:avLst/>
            </a:pr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84" name="Freeform 44">
              <a:extLst>
                <a:ext uri="{FF2B5EF4-FFF2-40B4-BE49-F238E27FC236}">
                  <a16:creationId xmlns:a16="http://schemas.microsoft.com/office/drawing/2014/main" id="{F0DAEE82-D4E0-4C33-8B3A-5C8B3868E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664"/>
              <a:ext cx="328" cy="141"/>
            </a:xfrm>
            <a:custGeom>
              <a:avLst/>
              <a:gdLst>
                <a:gd name="T0" fmla="*/ 33 w 131"/>
                <a:gd name="T1" fmla="*/ 806 h 53"/>
                <a:gd name="T2" fmla="*/ 113 w 131"/>
                <a:gd name="T3" fmla="*/ 149 h 53"/>
                <a:gd name="T4" fmla="*/ 583 w 131"/>
                <a:gd name="T5" fmla="*/ 35 h 53"/>
                <a:gd name="T6" fmla="*/ 1367 w 131"/>
                <a:gd name="T7" fmla="*/ 35 h 53"/>
                <a:gd name="T8" fmla="*/ 1713 w 131"/>
                <a:gd name="T9" fmla="*/ 56 h 53"/>
                <a:gd name="T10" fmla="*/ 2056 w 131"/>
                <a:gd name="T11" fmla="*/ 35 h 53"/>
                <a:gd name="T12" fmla="*/ 563 w 131"/>
                <a:gd name="T13" fmla="*/ 170 h 53"/>
                <a:gd name="T14" fmla="*/ 158 w 131"/>
                <a:gd name="T15" fmla="*/ 452 h 53"/>
                <a:gd name="T16" fmla="*/ 63 w 131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53">
                  <a:moveTo>
                    <a:pt x="2" y="43"/>
                  </a:moveTo>
                  <a:cubicBezTo>
                    <a:pt x="2" y="34"/>
                    <a:pt x="0" y="16"/>
                    <a:pt x="7" y="8"/>
                  </a:cubicBezTo>
                  <a:cubicBezTo>
                    <a:pt x="13" y="0"/>
                    <a:pt x="28" y="2"/>
                    <a:pt x="37" y="2"/>
                  </a:cubicBezTo>
                  <a:cubicBezTo>
                    <a:pt x="53" y="2"/>
                    <a:pt x="70" y="2"/>
                    <a:pt x="87" y="2"/>
                  </a:cubicBezTo>
                  <a:cubicBezTo>
                    <a:pt x="94" y="2"/>
                    <a:pt x="102" y="3"/>
                    <a:pt x="109" y="3"/>
                  </a:cubicBezTo>
                  <a:cubicBezTo>
                    <a:pt x="116" y="2"/>
                    <a:pt x="124" y="1"/>
                    <a:pt x="131" y="2"/>
                  </a:cubicBezTo>
                  <a:cubicBezTo>
                    <a:pt x="101" y="12"/>
                    <a:pt x="67" y="5"/>
                    <a:pt x="36" y="9"/>
                  </a:cubicBezTo>
                  <a:cubicBezTo>
                    <a:pt x="26" y="11"/>
                    <a:pt x="15" y="13"/>
                    <a:pt x="10" y="24"/>
                  </a:cubicBezTo>
                  <a:cubicBezTo>
                    <a:pt x="6" y="33"/>
                    <a:pt x="4" y="43"/>
                    <a:pt x="4" y="53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5" name="Freeform 45">
              <a:extLst>
                <a:ext uri="{FF2B5EF4-FFF2-40B4-BE49-F238E27FC236}">
                  <a16:creationId xmlns:a16="http://schemas.microsoft.com/office/drawing/2014/main" id="{84F7BE97-E5F7-4CF2-8EE9-B30E95494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683"/>
              <a:ext cx="560" cy="194"/>
            </a:xfrm>
            <a:custGeom>
              <a:avLst/>
              <a:gdLst>
                <a:gd name="T0" fmla="*/ 3408 w 224"/>
                <a:gd name="T1" fmla="*/ 396 h 73"/>
                <a:gd name="T2" fmla="*/ 3313 w 224"/>
                <a:gd name="T3" fmla="*/ 1124 h 73"/>
                <a:gd name="T4" fmla="*/ 2720 w 224"/>
                <a:gd name="T5" fmla="*/ 1201 h 73"/>
                <a:gd name="T6" fmla="*/ 1863 w 224"/>
                <a:gd name="T7" fmla="*/ 1257 h 73"/>
                <a:gd name="T8" fmla="*/ 0 w 224"/>
                <a:gd name="T9" fmla="*/ 1257 h 73"/>
                <a:gd name="T10" fmla="*/ 1250 w 224"/>
                <a:gd name="T11" fmla="*/ 1222 h 73"/>
                <a:gd name="T12" fmla="*/ 2520 w 224"/>
                <a:gd name="T13" fmla="*/ 1052 h 73"/>
                <a:gd name="T14" fmla="*/ 3270 w 224"/>
                <a:gd name="T15" fmla="*/ 0 h 73"/>
                <a:gd name="T16" fmla="*/ 3408 w 224"/>
                <a:gd name="T17" fmla="*/ 319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73">
                  <a:moveTo>
                    <a:pt x="218" y="21"/>
                  </a:moveTo>
                  <a:cubicBezTo>
                    <a:pt x="218" y="34"/>
                    <a:pt x="224" y="51"/>
                    <a:pt x="212" y="60"/>
                  </a:cubicBezTo>
                  <a:cubicBezTo>
                    <a:pt x="203" y="67"/>
                    <a:pt x="185" y="64"/>
                    <a:pt x="174" y="64"/>
                  </a:cubicBezTo>
                  <a:cubicBezTo>
                    <a:pt x="151" y="64"/>
                    <a:pt x="142" y="65"/>
                    <a:pt x="119" y="67"/>
                  </a:cubicBezTo>
                  <a:cubicBezTo>
                    <a:pt x="84" y="68"/>
                    <a:pt x="34" y="73"/>
                    <a:pt x="0" y="67"/>
                  </a:cubicBezTo>
                  <a:cubicBezTo>
                    <a:pt x="25" y="66"/>
                    <a:pt x="55" y="67"/>
                    <a:pt x="80" y="65"/>
                  </a:cubicBezTo>
                  <a:cubicBezTo>
                    <a:pt x="108" y="63"/>
                    <a:pt x="132" y="59"/>
                    <a:pt x="161" y="56"/>
                  </a:cubicBezTo>
                  <a:cubicBezTo>
                    <a:pt x="186" y="53"/>
                    <a:pt x="223" y="33"/>
                    <a:pt x="209" y="0"/>
                  </a:cubicBezTo>
                  <a:cubicBezTo>
                    <a:pt x="217" y="4"/>
                    <a:pt x="215" y="11"/>
                    <a:pt x="218" y="17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6" name="Freeform 46">
              <a:extLst>
                <a:ext uri="{FF2B5EF4-FFF2-40B4-BE49-F238E27FC236}">
                  <a16:creationId xmlns:a16="http://schemas.microsoft.com/office/drawing/2014/main" id="{A664814B-CE0B-473D-98D0-8BA62EEA8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733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38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30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5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6" y="24"/>
                    <a:pt x="13" y="25"/>
                    <a:pt x="20" y="25"/>
                  </a:cubicBezTo>
                  <a:cubicBezTo>
                    <a:pt x="37" y="25"/>
                    <a:pt x="51" y="19"/>
                    <a:pt x="51" y="12"/>
                  </a:cubicBezTo>
                  <a:cubicBezTo>
                    <a:pt x="51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7" name="Freeform 47">
              <a:extLst>
                <a:ext uri="{FF2B5EF4-FFF2-40B4-BE49-F238E27FC236}">
                  <a16:creationId xmlns:a16="http://schemas.microsoft.com/office/drawing/2014/main" id="{16480376-8FC5-42E9-996A-229287DDA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736"/>
              <a:ext cx="115" cy="51"/>
            </a:xfrm>
            <a:custGeom>
              <a:avLst/>
              <a:gdLst>
                <a:gd name="T0" fmla="*/ 63 w 46"/>
                <a:gd name="T1" fmla="*/ 217 h 19"/>
                <a:gd name="T2" fmla="*/ 470 w 46"/>
                <a:gd name="T3" fmla="*/ 21 h 19"/>
                <a:gd name="T4" fmla="*/ 720 w 46"/>
                <a:gd name="T5" fmla="*/ 81 h 19"/>
                <a:gd name="T6" fmla="*/ 395 w 46"/>
                <a:gd name="T7" fmla="*/ 0 h 19"/>
                <a:gd name="T8" fmla="*/ 0 w 46"/>
                <a:gd name="T9" fmla="*/ 193 h 19"/>
                <a:gd name="T10" fmla="*/ 158 w 46"/>
                <a:gd name="T11" fmla="*/ 368 h 19"/>
                <a:gd name="T12" fmla="*/ 63 w 46"/>
                <a:gd name="T13" fmla="*/ 21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9">
                  <a:moveTo>
                    <a:pt x="4" y="11"/>
                  </a:moveTo>
                  <a:cubicBezTo>
                    <a:pt x="4" y="5"/>
                    <a:pt x="16" y="1"/>
                    <a:pt x="30" y="1"/>
                  </a:cubicBezTo>
                  <a:cubicBezTo>
                    <a:pt x="35" y="1"/>
                    <a:pt x="42" y="3"/>
                    <a:pt x="46" y="4"/>
                  </a:cubicBezTo>
                  <a:cubicBezTo>
                    <a:pt x="41" y="1"/>
                    <a:pt x="34" y="0"/>
                    <a:pt x="25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8" y="17"/>
                    <a:pt x="4" y="15"/>
                    <a:pt x="4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8" name="Freeform 48">
              <a:extLst>
                <a:ext uri="{FF2B5EF4-FFF2-40B4-BE49-F238E27FC236}">
                  <a16:creationId xmlns:a16="http://schemas.microsoft.com/office/drawing/2014/main" id="{B0563910-69D6-45DA-805F-ECBAB0A92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635"/>
              <a:ext cx="808" cy="258"/>
            </a:xfrm>
            <a:custGeom>
              <a:avLst/>
              <a:gdLst>
                <a:gd name="T0" fmla="*/ 0 w 323"/>
                <a:gd name="T1" fmla="*/ 489 h 97"/>
                <a:gd name="T2" fmla="*/ 688 w 323"/>
                <a:gd name="T3" fmla="*/ 0 h 97"/>
                <a:gd name="T4" fmla="*/ 2959 w 323"/>
                <a:gd name="T5" fmla="*/ 35 h 97"/>
                <a:gd name="T6" fmla="*/ 4538 w 323"/>
                <a:gd name="T7" fmla="*/ 21 h 97"/>
                <a:gd name="T8" fmla="*/ 5056 w 323"/>
                <a:gd name="T9" fmla="*/ 489 h 97"/>
                <a:gd name="T10" fmla="*/ 5056 w 323"/>
                <a:gd name="T11" fmla="*/ 1202 h 97"/>
                <a:gd name="T12" fmla="*/ 4725 w 323"/>
                <a:gd name="T13" fmla="*/ 1713 h 97"/>
                <a:gd name="T14" fmla="*/ 2522 w 323"/>
                <a:gd name="T15" fmla="*/ 1825 h 97"/>
                <a:gd name="T16" fmla="*/ 313 w 323"/>
                <a:gd name="T17" fmla="*/ 1692 h 97"/>
                <a:gd name="T18" fmla="*/ 0 w 323"/>
                <a:gd name="T19" fmla="*/ 1202 h 97"/>
                <a:gd name="T20" fmla="*/ 0 w 323"/>
                <a:gd name="T21" fmla="*/ 489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97">
                  <a:moveTo>
                    <a:pt x="0" y="26"/>
                  </a:moveTo>
                  <a:cubicBezTo>
                    <a:pt x="0" y="12"/>
                    <a:pt x="4" y="0"/>
                    <a:pt x="44" y="0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290" y="1"/>
                    <a:pt x="290" y="1"/>
                    <a:pt x="290" y="1"/>
                  </a:cubicBezTo>
                  <a:cubicBezTo>
                    <a:pt x="309" y="1"/>
                    <a:pt x="323" y="12"/>
                    <a:pt x="323" y="26"/>
                  </a:cubicBezTo>
                  <a:cubicBezTo>
                    <a:pt x="323" y="64"/>
                    <a:pt x="323" y="64"/>
                    <a:pt x="323" y="64"/>
                  </a:cubicBezTo>
                  <a:cubicBezTo>
                    <a:pt x="323" y="79"/>
                    <a:pt x="317" y="91"/>
                    <a:pt x="302" y="91"/>
                  </a:cubicBezTo>
                  <a:cubicBezTo>
                    <a:pt x="302" y="91"/>
                    <a:pt x="192" y="97"/>
                    <a:pt x="161" y="97"/>
                  </a:cubicBezTo>
                  <a:cubicBezTo>
                    <a:pt x="130" y="97"/>
                    <a:pt x="20" y="90"/>
                    <a:pt x="20" y="90"/>
                  </a:cubicBezTo>
                  <a:cubicBezTo>
                    <a:pt x="5" y="90"/>
                    <a:pt x="0" y="79"/>
                    <a:pt x="0" y="64"/>
                  </a:cubicBezTo>
                  <a:lnTo>
                    <a:pt x="0" y="2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9" name="Freeform 49">
              <a:extLst>
                <a:ext uri="{FF2B5EF4-FFF2-40B4-BE49-F238E27FC236}">
                  <a16:creationId xmlns:a16="http://schemas.microsoft.com/office/drawing/2014/main" id="{5775A440-70C9-461B-9579-EAFD98815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645"/>
              <a:ext cx="785" cy="235"/>
            </a:xfrm>
            <a:custGeom>
              <a:avLst/>
              <a:gdLst>
                <a:gd name="T0" fmla="*/ 250 w 314"/>
                <a:gd name="T1" fmla="*/ 1562 h 88"/>
                <a:gd name="T2" fmla="*/ 250 w 314"/>
                <a:gd name="T3" fmla="*/ 1562 h 88"/>
                <a:gd name="T4" fmla="*/ 0 w 314"/>
                <a:gd name="T5" fmla="*/ 1140 h 88"/>
                <a:gd name="T6" fmla="*/ 0 w 314"/>
                <a:gd name="T7" fmla="*/ 422 h 88"/>
                <a:gd name="T8" fmla="*/ 625 w 314"/>
                <a:gd name="T9" fmla="*/ 0 h 88"/>
                <a:gd name="T10" fmla="*/ 2895 w 314"/>
                <a:gd name="T11" fmla="*/ 35 h 88"/>
                <a:gd name="T12" fmla="*/ 4470 w 314"/>
                <a:gd name="T13" fmla="*/ 21 h 88"/>
                <a:gd name="T14" fmla="*/ 4908 w 314"/>
                <a:gd name="T15" fmla="*/ 422 h 88"/>
                <a:gd name="T16" fmla="*/ 4908 w 314"/>
                <a:gd name="T17" fmla="*/ 1140 h 88"/>
                <a:gd name="T18" fmla="*/ 4658 w 314"/>
                <a:gd name="T19" fmla="*/ 1584 h 88"/>
                <a:gd name="T20" fmla="*/ 2458 w 314"/>
                <a:gd name="T21" fmla="*/ 1677 h 88"/>
                <a:gd name="T22" fmla="*/ 250 w 314"/>
                <a:gd name="T23" fmla="*/ 1562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4" h="88">
                  <a:moveTo>
                    <a:pt x="16" y="82"/>
                  </a:moveTo>
                  <a:cubicBezTo>
                    <a:pt x="16" y="82"/>
                    <a:pt x="16" y="82"/>
                    <a:pt x="16" y="82"/>
                  </a:cubicBezTo>
                  <a:cubicBezTo>
                    <a:pt x="9" y="82"/>
                    <a:pt x="0" y="79"/>
                    <a:pt x="0" y="6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1"/>
                    <a:pt x="0" y="0"/>
                    <a:pt x="40" y="0"/>
                  </a:cubicBezTo>
                  <a:cubicBezTo>
                    <a:pt x="185" y="2"/>
                    <a:pt x="185" y="2"/>
                    <a:pt x="185" y="2"/>
                  </a:cubicBezTo>
                  <a:cubicBezTo>
                    <a:pt x="286" y="1"/>
                    <a:pt x="286" y="1"/>
                    <a:pt x="286" y="1"/>
                  </a:cubicBezTo>
                  <a:cubicBezTo>
                    <a:pt x="301" y="1"/>
                    <a:pt x="314" y="11"/>
                    <a:pt x="314" y="22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314" y="75"/>
                    <a:pt x="309" y="83"/>
                    <a:pt x="298" y="83"/>
                  </a:cubicBezTo>
                  <a:cubicBezTo>
                    <a:pt x="297" y="83"/>
                    <a:pt x="188" y="88"/>
                    <a:pt x="157" y="88"/>
                  </a:cubicBezTo>
                  <a:cubicBezTo>
                    <a:pt x="126" y="88"/>
                    <a:pt x="17" y="82"/>
                    <a:pt x="16" y="82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0" name="Oval 50">
              <a:extLst>
                <a:ext uri="{FF2B5EF4-FFF2-40B4-BE49-F238E27FC236}">
                  <a16:creationId xmlns:a16="http://schemas.microsoft.com/office/drawing/2014/main" id="{40431DED-F285-40F8-9F18-41DFCD8CA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1728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9702" name="Group 51">
            <a:extLst>
              <a:ext uri="{FF2B5EF4-FFF2-40B4-BE49-F238E27FC236}">
                <a16:creationId xmlns:a16="http://schemas.microsoft.com/office/drawing/2014/main" id="{3D547C49-C9FF-467A-BCA8-99061D424FDD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2057400"/>
            <a:ext cx="1590675" cy="268288"/>
            <a:chOff x="102" y="1981"/>
            <a:chExt cx="1002" cy="169"/>
          </a:xfrm>
        </p:grpSpPr>
        <p:sp>
          <p:nvSpPr>
            <p:cNvPr id="29970" name="Freeform 52">
              <a:extLst>
                <a:ext uri="{FF2B5EF4-FFF2-40B4-BE49-F238E27FC236}">
                  <a16:creationId xmlns:a16="http://schemas.microsoft.com/office/drawing/2014/main" id="{5F8AFB42-CA7B-441C-94B5-5439BF58F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" y="1981"/>
              <a:ext cx="1002" cy="169"/>
            </a:xfrm>
            <a:custGeom>
              <a:avLst/>
              <a:gdLst>
                <a:gd name="T0" fmla="*/ 34811 w 170"/>
                <a:gd name="T1" fmla="*/ 3173 h 27"/>
                <a:gd name="T2" fmla="*/ 33178 w 170"/>
                <a:gd name="T3" fmla="*/ 6622 h 27"/>
                <a:gd name="T4" fmla="*/ 1839 w 170"/>
                <a:gd name="T5" fmla="*/ 6622 h 27"/>
                <a:gd name="T6" fmla="*/ 0 w 170"/>
                <a:gd name="T7" fmla="*/ 3173 h 27"/>
                <a:gd name="T8" fmla="*/ 0 w 170"/>
                <a:gd name="T9" fmla="*/ 3173 h 27"/>
                <a:gd name="T10" fmla="*/ 1839 w 170"/>
                <a:gd name="T11" fmla="*/ 0 h 27"/>
                <a:gd name="T12" fmla="*/ 33178 w 170"/>
                <a:gd name="T13" fmla="*/ 0 h 27"/>
                <a:gd name="T14" fmla="*/ 34811 w 170"/>
                <a:gd name="T15" fmla="*/ 317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27">
                  <a:moveTo>
                    <a:pt x="170" y="13"/>
                  </a:moveTo>
                  <a:cubicBezTo>
                    <a:pt x="170" y="21"/>
                    <a:pt x="170" y="27"/>
                    <a:pt x="162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" y="27"/>
                    <a:pt x="0" y="21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1" y="0"/>
                    <a:pt x="9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70" y="0"/>
                    <a:pt x="170" y="6"/>
                    <a:pt x="170" y="13"/>
                  </a:cubicBezTo>
                  <a:close/>
                </a:path>
              </a:pathLst>
            </a:custGeom>
            <a:solidFill>
              <a:srgbClr val="FCBC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1" name="Oval 53">
              <a:extLst>
                <a:ext uri="{FF2B5EF4-FFF2-40B4-BE49-F238E27FC236}">
                  <a16:creationId xmlns:a16="http://schemas.microsoft.com/office/drawing/2014/main" id="{EBE8A8B2-93DC-4A80-AA8C-3F4B6F079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" y="2012"/>
              <a:ext cx="135" cy="63"/>
            </a:xfrm>
            <a:prstGeom prst="ellipse">
              <a:avLst/>
            </a:prstGeom>
            <a:solidFill>
              <a:srgbClr val="FC8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72" name="Oval 54">
              <a:extLst>
                <a:ext uri="{FF2B5EF4-FFF2-40B4-BE49-F238E27FC236}">
                  <a16:creationId xmlns:a16="http://schemas.microsoft.com/office/drawing/2014/main" id="{C2A7C74D-73CD-4275-864B-E7A656A7D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" y="2043"/>
              <a:ext cx="130" cy="57"/>
            </a:xfrm>
            <a:prstGeom prst="ellipse">
              <a:avLst/>
            </a:prstGeom>
            <a:solidFill>
              <a:srgbClr val="FEE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73" name="Oval 55">
              <a:extLst>
                <a:ext uri="{FF2B5EF4-FFF2-40B4-BE49-F238E27FC236}">
                  <a16:creationId xmlns:a16="http://schemas.microsoft.com/office/drawing/2014/main" id="{7943732E-FBF1-4EF0-974C-72214FD68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" y="2025"/>
              <a:ext cx="141" cy="62"/>
            </a:xfrm>
            <a:prstGeom prst="ellipse">
              <a:avLst/>
            </a:prstGeom>
            <a:solidFill>
              <a:srgbClr val="FC9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74" name="Freeform 56">
              <a:extLst>
                <a:ext uri="{FF2B5EF4-FFF2-40B4-BE49-F238E27FC236}">
                  <a16:creationId xmlns:a16="http://schemas.microsoft.com/office/drawing/2014/main" id="{39D2DD4E-7FD1-4DD0-BB02-AEA896361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031"/>
              <a:ext cx="95" cy="44"/>
            </a:xfrm>
            <a:custGeom>
              <a:avLst/>
              <a:gdLst>
                <a:gd name="T0" fmla="*/ 214 w 16"/>
                <a:gd name="T1" fmla="*/ 987 h 7"/>
                <a:gd name="T2" fmla="*/ 2078 w 16"/>
                <a:gd name="T3" fmla="*/ 239 h 7"/>
                <a:gd name="T4" fmla="*/ 3349 w 16"/>
                <a:gd name="T5" fmla="*/ 515 h 7"/>
                <a:gd name="T6" fmla="*/ 1870 w 16"/>
                <a:gd name="T7" fmla="*/ 0 h 7"/>
                <a:gd name="T8" fmla="*/ 0 w 16"/>
                <a:gd name="T9" fmla="*/ 987 h 7"/>
                <a:gd name="T10" fmla="*/ 849 w 16"/>
                <a:gd name="T11" fmla="*/ 1741 h 7"/>
                <a:gd name="T12" fmla="*/ 214 w 16"/>
                <a:gd name="T13" fmla="*/ 98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">
                  <a:moveTo>
                    <a:pt x="1" y="4"/>
                  </a:moveTo>
                  <a:cubicBezTo>
                    <a:pt x="1" y="2"/>
                    <a:pt x="6" y="1"/>
                    <a:pt x="10" y="1"/>
                  </a:cubicBezTo>
                  <a:cubicBezTo>
                    <a:pt x="12" y="1"/>
                    <a:pt x="14" y="1"/>
                    <a:pt x="16" y="2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2"/>
                    <a:pt x="0" y="4"/>
                  </a:cubicBezTo>
                  <a:cubicBezTo>
                    <a:pt x="0" y="5"/>
                    <a:pt x="2" y="6"/>
                    <a:pt x="4" y="7"/>
                  </a:cubicBezTo>
                  <a:cubicBezTo>
                    <a:pt x="3" y="6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5" name="Freeform 57">
              <a:extLst>
                <a:ext uri="{FF2B5EF4-FFF2-40B4-BE49-F238E27FC236}">
                  <a16:creationId xmlns:a16="http://schemas.microsoft.com/office/drawing/2014/main" id="{FD1FD5DF-476F-4416-9BB0-D1267E9F2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012"/>
              <a:ext cx="407" cy="119"/>
            </a:xfrm>
            <a:custGeom>
              <a:avLst/>
              <a:gdLst>
                <a:gd name="T0" fmla="*/ 13537 w 69"/>
                <a:gd name="T1" fmla="*/ 983 h 19"/>
                <a:gd name="T2" fmla="*/ 12735 w 69"/>
                <a:gd name="T3" fmla="*/ 4434 h 19"/>
                <a:gd name="T4" fmla="*/ 0 w 69"/>
                <a:gd name="T5" fmla="*/ 4434 h 19"/>
                <a:gd name="T6" fmla="*/ 12316 w 69"/>
                <a:gd name="T7" fmla="*/ 3451 h 19"/>
                <a:gd name="T8" fmla="*/ 13537 w 69"/>
                <a:gd name="T9" fmla="*/ 98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9">
                  <a:moveTo>
                    <a:pt x="66" y="4"/>
                  </a:moveTo>
                  <a:cubicBezTo>
                    <a:pt x="66" y="0"/>
                    <a:pt x="69" y="18"/>
                    <a:pt x="62" y="18"/>
                  </a:cubicBezTo>
                  <a:cubicBezTo>
                    <a:pt x="53" y="19"/>
                    <a:pt x="0" y="18"/>
                    <a:pt x="0" y="18"/>
                  </a:cubicBezTo>
                  <a:cubicBezTo>
                    <a:pt x="9" y="18"/>
                    <a:pt x="55" y="18"/>
                    <a:pt x="60" y="14"/>
                  </a:cubicBezTo>
                  <a:cubicBezTo>
                    <a:pt x="65" y="10"/>
                    <a:pt x="65" y="8"/>
                    <a:pt x="66" y="4"/>
                  </a:cubicBezTo>
                  <a:close/>
                </a:path>
              </a:pathLst>
            </a:custGeom>
            <a:solidFill>
              <a:srgbClr val="FC9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6" name="Freeform 58">
              <a:extLst>
                <a:ext uri="{FF2B5EF4-FFF2-40B4-BE49-F238E27FC236}">
                  <a16:creationId xmlns:a16="http://schemas.microsoft.com/office/drawing/2014/main" id="{9D1A340F-01C8-4DA3-A9EB-4489CB1F8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" y="2006"/>
              <a:ext cx="235" cy="106"/>
            </a:xfrm>
            <a:custGeom>
              <a:avLst/>
              <a:gdLst>
                <a:gd name="T0" fmla="*/ 623 w 40"/>
                <a:gd name="T1" fmla="*/ 4122 h 17"/>
                <a:gd name="T2" fmla="*/ 623 w 40"/>
                <a:gd name="T3" fmla="*/ 468 h 17"/>
                <a:gd name="T4" fmla="*/ 8113 w 40"/>
                <a:gd name="T5" fmla="*/ 0 h 17"/>
                <a:gd name="T6" fmla="*/ 828 w 40"/>
                <a:gd name="T7" fmla="*/ 2176 h 17"/>
                <a:gd name="T8" fmla="*/ 623 w 40"/>
                <a:gd name="T9" fmla="*/ 412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7">
                  <a:moveTo>
                    <a:pt x="3" y="17"/>
                  </a:moveTo>
                  <a:cubicBezTo>
                    <a:pt x="0" y="13"/>
                    <a:pt x="0" y="4"/>
                    <a:pt x="3" y="2"/>
                  </a:cubicBezTo>
                  <a:cubicBezTo>
                    <a:pt x="5" y="0"/>
                    <a:pt x="23" y="0"/>
                    <a:pt x="40" y="0"/>
                  </a:cubicBezTo>
                  <a:cubicBezTo>
                    <a:pt x="32" y="0"/>
                    <a:pt x="5" y="1"/>
                    <a:pt x="4" y="9"/>
                  </a:cubicBezTo>
                  <a:cubicBezTo>
                    <a:pt x="3" y="11"/>
                    <a:pt x="3" y="17"/>
                    <a:pt x="3" y="17"/>
                  </a:cubicBezTo>
                  <a:close/>
                </a:path>
              </a:pathLst>
            </a:custGeom>
            <a:solidFill>
              <a:srgbClr val="FEE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7" name="Freeform 59">
              <a:extLst>
                <a:ext uri="{FF2B5EF4-FFF2-40B4-BE49-F238E27FC236}">
                  <a16:creationId xmlns:a16="http://schemas.microsoft.com/office/drawing/2014/main" id="{BF143F10-8EE6-43FE-8F4D-4253E7930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" y="1981"/>
              <a:ext cx="1002" cy="169"/>
            </a:xfrm>
            <a:custGeom>
              <a:avLst/>
              <a:gdLst>
                <a:gd name="T0" fmla="*/ 34811 w 170"/>
                <a:gd name="T1" fmla="*/ 3173 h 27"/>
                <a:gd name="T2" fmla="*/ 33178 w 170"/>
                <a:gd name="T3" fmla="*/ 6622 h 27"/>
                <a:gd name="T4" fmla="*/ 1839 w 170"/>
                <a:gd name="T5" fmla="*/ 6622 h 27"/>
                <a:gd name="T6" fmla="*/ 0 w 170"/>
                <a:gd name="T7" fmla="*/ 3173 h 27"/>
                <a:gd name="T8" fmla="*/ 0 w 170"/>
                <a:gd name="T9" fmla="*/ 3173 h 27"/>
                <a:gd name="T10" fmla="*/ 1839 w 170"/>
                <a:gd name="T11" fmla="*/ 0 h 27"/>
                <a:gd name="T12" fmla="*/ 33178 w 170"/>
                <a:gd name="T13" fmla="*/ 0 h 27"/>
                <a:gd name="T14" fmla="*/ 34811 w 170"/>
                <a:gd name="T15" fmla="*/ 317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27">
                  <a:moveTo>
                    <a:pt x="170" y="13"/>
                  </a:moveTo>
                  <a:cubicBezTo>
                    <a:pt x="170" y="21"/>
                    <a:pt x="170" y="27"/>
                    <a:pt x="162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" y="27"/>
                    <a:pt x="0" y="21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1" y="0"/>
                    <a:pt x="9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70" y="0"/>
                    <a:pt x="170" y="6"/>
                    <a:pt x="170" y="13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8" name="Oval 60">
              <a:extLst>
                <a:ext uri="{FF2B5EF4-FFF2-40B4-BE49-F238E27FC236}">
                  <a16:creationId xmlns:a16="http://schemas.microsoft.com/office/drawing/2014/main" id="{596AB3B4-E533-43DE-9250-6E4BCE2FB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" y="2025"/>
              <a:ext cx="141" cy="62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79" name="Freeform 61">
              <a:extLst>
                <a:ext uri="{FF2B5EF4-FFF2-40B4-BE49-F238E27FC236}">
                  <a16:creationId xmlns:a16="http://schemas.microsoft.com/office/drawing/2014/main" id="{15E03654-673C-44CF-8757-D113D4334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" y="1993"/>
              <a:ext cx="978" cy="144"/>
            </a:xfrm>
            <a:custGeom>
              <a:avLst/>
              <a:gdLst>
                <a:gd name="T0" fmla="*/ 0 w 166"/>
                <a:gd name="T1" fmla="*/ 2705 h 23"/>
                <a:gd name="T2" fmla="*/ 1426 w 166"/>
                <a:gd name="T3" fmla="*/ 0 h 23"/>
                <a:gd name="T4" fmla="*/ 32734 w 166"/>
                <a:gd name="T5" fmla="*/ 0 h 23"/>
                <a:gd name="T6" fmla="*/ 33947 w 166"/>
                <a:gd name="T7" fmla="*/ 2705 h 23"/>
                <a:gd name="T8" fmla="*/ 32734 w 166"/>
                <a:gd name="T9" fmla="*/ 5647 h 23"/>
                <a:gd name="T10" fmla="*/ 1426 w 166"/>
                <a:gd name="T11" fmla="*/ 5647 h 23"/>
                <a:gd name="T12" fmla="*/ 0 w 166"/>
                <a:gd name="T13" fmla="*/ 270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3">
                  <a:moveTo>
                    <a:pt x="0" y="11"/>
                  </a:moveTo>
                  <a:cubicBezTo>
                    <a:pt x="0" y="2"/>
                    <a:pt x="3" y="0"/>
                    <a:pt x="7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5" y="0"/>
                    <a:pt x="166" y="3"/>
                    <a:pt x="166" y="11"/>
                  </a:cubicBezTo>
                  <a:cubicBezTo>
                    <a:pt x="166" y="20"/>
                    <a:pt x="165" y="23"/>
                    <a:pt x="160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3" y="23"/>
                    <a:pt x="0" y="21"/>
                    <a:pt x="0" y="11"/>
                  </a:cubicBezTo>
                  <a:close/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3" name="Group 62">
            <a:extLst>
              <a:ext uri="{FF2B5EF4-FFF2-40B4-BE49-F238E27FC236}">
                <a16:creationId xmlns:a16="http://schemas.microsoft.com/office/drawing/2014/main" id="{F2D1AEAA-896D-4E53-8F48-B227CD6F28E9}"/>
              </a:ext>
            </a:extLst>
          </p:cNvPr>
          <p:cNvGrpSpPr>
            <a:grpSpLocks/>
          </p:cNvGrpSpPr>
          <p:nvPr/>
        </p:nvGrpSpPr>
        <p:grpSpPr bwMode="auto">
          <a:xfrm>
            <a:off x="2559050" y="5334000"/>
            <a:ext cx="1174750" cy="217488"/>
            <a:chOff x="103" y="2260"/>
            <a:chExt cx="740" cy="137"/>
          </a:xfrm>
        </p:grpSpPr>
        <p:sp>
          <p:nvSpPr>
            <p:cNvPr id="29960" name="Freeform 63">
              <a:extLst>
                <a:ext uri="{FF2B5EF4-FFF2-40B4-BE49-F238E27FC236}">
                  <a16:creationId xmlns:a16="http://schemas.microsoft.com/office/drawing/2014/main" id="{EF9BFB73-5ADA-4042-B0FD-0670BBBA3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" y="2260"/>
              <a:ext cx="740" cy="137"/>
            </a:xfrm>
            <a:custGeom>
              <a:avLst/>
              <a:gdLst>
                <a:gd name="T0" fmla="*/ 8932 w 213"/>
                <a:gd name="T1" fmla="*/ 1015 h 37"/>
                <a:gd name="T2" fmla="*/ 8508 w 213"/>
                <a:gd name="T3" fmla="*/ 1877 h 37"/>
                <a:gd name="T4" fmla="*/ 459 w 213"/>
                <a:gd name="T5" fmla="*/ 1729 h 37"/>
                <a:gd name="T6" fmla="*/ 0 w 213"/>
                <a:gd name="T7" fmla="*/ 863 h 37"/>
                <a:gd name="T8" fmla="*/ 0 w 213"/>
                <a:gd name="T9" fmla="*/ 863 h 37"/>
                <a:gd name="T10" fmla="*/ 507 w 213"/>
                <a:gd name="T11" fmla="*/ 0 h 37"/>
                <a:gd name="T12" fmla="*/ 8557 w 213"/>
                <a:gd name="T13" fmla="*/ 152 h 37"/>
                <a:gd name="T14" fmla="*/ 8932 w 213"/>
                <a:gd name="T15" fmla="*/ 101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37">
                  <a:moveTo>
                    <a:pt x="213" y="20"/>
                  </a:moveTo>
                  <a:cubicBezTo>
                    <a:pt x="213" y="29"/>
                    <a:pt x="212" y="37"/>
                    <a:pt x="203" y="3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2" y="34"/>
                    <a:pt x="0" y="2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4" y="3"/>
                    <a:pt x="204" y="3"/>
                    <a:pt x="204" y="3"/>
                  </a:cubicBezTo>
                  <a:cubicBezTo>
                    <a:pt x="213" y="3"/>
                    <a:pt x="213" y="11"/>
                    <a:pt x="213" y="20"/>
                  </a:cubicBezTo>
                  <a:close/>
                </a:path>
              </a:pathLst>
            </a:custGeom>
            <a:solidFill>
              <a:srgbClr val="F1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1" name="Oval 64">
              <a:extLst>
                <a:ext uri="{FF2B5EF4-FFF2-40B4-BE49-F238E27FC236}">
                  <a16:creationId xmlns:a16="http://schemas.microsoft.com/office/drawing/2014/main" id="{0E2E0ECA-B96D-4E71-ADB9-39C13D3DE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" y="2286"/>
              <a:ext cx="101" cy="48"/>
            </a:xfrm>
            <a:prstGeom prst="ellipse">
              <a:avLst/>
            </a:prstGeom>
            <a:solidFill>
              <a:srgbClr val="ED7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62" name="Oval 65">
              <a:extLst>
                <a:ext uri="{FF2B5EF4-FFF2-40B4-BE49-F238E27FC236}">
                  <a16:creationId xmlns:a16="http://schemas.microsoft.com/office/drawing/2014/main" id="{EFDAF752-3448-4947-AA8C-67EF64334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" y="2312"/>
              <a:ext cx="97" cy="40"/>
            </a:xfrm>
            <a:prstGeom prst="ellipse">
              <a:avLst/>
            </a:prstGeom>
            <a:solidFill>
              <a:srgbClr val="F7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63" name="Freeform 66">
              <a:extLst>
                <a:ext uri="{FF2B5EF4-FFF2-40B4-BE49-F238E27FC236}">
                  <a16:creationId xmlns:a16="http://schemas.microsoft.com/office/drawing/2014/main" id="{230587AF-0C3E-4DB3-A97E-F3C4E90A5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2289"/>
              <a:ext cx="299" cy="89"/>
            </a:xfrm>
            <a:custGeom>
              <a:avLst/>
              <a:gdLst>
                <a:gd name="T0" fmla="*/ 3445 w 86"/>
                <a:gd name="T1" fmla="*/ 304 h 24"/>
                <a:gd name="T2" fmla="*/ 3240 w 86"/>
                <a:gd name="T3" fmla="*/ 1168 h 24"/>
                <a:gd name="T4" fmla="*/ 0 w 86"/>
                <a:gd name="T5" fmla="*/ 1168 h 24"/>
                <a:gd name="T6" fmla="*/ 3153 w 86"/>
                <a:gd name="T7" fmla="*/ 920 h 24"/>
                <a:gd name="T8" fmla="*/ 3445 w 86"/>
                <a:gd name="T9" fmla="*/ 30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4">
                  <a:moveTo>
                    <a:pt x="82" y="6"/>
                  </a:moveTo>
                  <a:cubicBezTo>
                    <a:pt x="82" y="0"/>
                    <a:pt x="86" y="22"/>
                    <a:pt x="77" y="23"/>
                  </a:cubicBezTo>
                  <a:cubicBezTo>
                    <a:pt x="66" y="24"/>
                    <a:pt x="0" y="23"/>
                    <a:pt x="0" y="23"/>
                  </a:cubicBezTo>
                  <a:cubicBezTo>
                    <a:pt x="11" y="22"/>
                    <a:pt x="68" y="23"/>
                    <a:pt x="75" y="18"/>
                  </a:cubicBezTo>
                  <a:cubicBezTo>
                    <a:pt x="81" y="13"/>
                    <a:pt x="81" y="10"/>
                    <a:pt x="82" y="6"/>
                  </a:cubicBezTo>
                  <a:close/>
                </a:path>
              </a:pathLst>
            </a:custGeom>
            <a:solidFill>
              <a:srgbClr val="ED7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4" name="Freeform 67">
              <a:extLst>
                <a:ext uri="{FF2B5EF4-FFF2-40B4-BE49-F238E27FC236}">
                  <a16:creationId xmlns:a16="http://schemas.microsoft.com/office/drawing/2014/main" id="{A38CA423-0804-4083-AB4A-5FCEC3C8C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" y="2275"/>
              <a:ext cx="174" cy="85"/>
            </a:xfrm>
            <a:custGeom>
              <a:avLst/>
              <a:gdLst>
                <a:gd name="T0" fmla="*/ 122 w 50"/>
                <a:gd name="T1" fmla="*/ 1160 h 23"/>
                <a:gd name="T2" fmla="*/ 171 w 50"/>
                <a:gd name="T3" fmla="*/ 152 h 23"/>
                <a:gd name="T4" fmla="*/ 2109 w 50"/>
                <a:gd name="T5" fmla="*/ 55 h 23"/>
                <a:gd name="T6" fmla="*/ 171 w 50"/>
                <a:gd name="T7" fmla="*/ 602 h 23"/>
                <a:gd name="T8" fmla="*/ 122 w 50"/>
                <a:gd name="T9" fmla="*/ 116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3">
                  <a:moveTo>
                    <a:pt x="3" y="23"/>
                  </a:moveTo>
                  <a:cubicBezTo>
                    <a:pt x="0" y="17"/>
                    <a:pt x="0" y="6"/>
                    <a:pt x="4" y="3"/>
                  </a:cubicBezTo>
                  <a:cubicBezTo>
                    <a:pt x="6" y="0"/>
                    <a:pt x="28" y="1"/>
                    <a:pt x="50" y="1"/>
                  </a:cubicBezTo>
                  <a:cubicBezTo>
                    <a:pt x="40" y="1"/>
                    <a:pt x="6" y="2"/>
                    <a:pt x="4" y="12"/>
                  </a:cubicBezTo>
                  <a:cubicBezTo>
                    <a:pt x="3" y="14"/>
                    <a:pt x="3" y="23"/>
                    <a:pt x="3" y="23"/>
                  </a:cubicBezTo>
                  <a:close/>
                </a:path>
              </a:pathLst>
            </a:custGeom>
            <a:solidFill>
              <a:srgbClr val="F6C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5" name="Freeform 68">
              <a:extLst>
                <a:ext uri="{FF2B5EF4-FFF2-40B4-BE49-F238E27FC236}">
                  <a16:creationId xmlns:a16="http://schemas.microsoft.com/office/drawing/2014/main" id="{DD1B0360-6ED5-4F17-9B73-800D06484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2297"/>
              <a:ext cx="104" cy="48"/>
            </a:xfrm>
            <a:custGeom>
              <a:avLst/>
              <a:gdLst>
                <a:gd name="T0" fmla="*/ 0 w 30"/>
                <a:gd name="T1" fmla="*/ 299 h 13"/>
                <a:gd name="T2" fmla="*/ 624 w 30"/>
                <a:gd name="T3" fmla="*/ 0 h 13"/>
                <a:gd name="T4" fmla="*/ 1251 w 30"/>
                <a:gd name="T5" fmla="*/ 354 h 13"/>
                <a:gd name="T6" fmla="*/ 624 w 30"/>
                <a:gd name="T7" fmla="*/ 654 h 13"/>
                <a:gd name="T8" fmla="*/ 0 w 30"/>
                <a:gd name="T9" fmla="*/ 2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">
                  <a:moveTo>
                    <a:pt x="0" y="6"/>
                  </a:moveTo>
                  <a:cubicBezTo>
                    <a:pt x="0" y="3"/>
                    <a:pt x="7" y="0"/>
                    <a:pt x="15" y="0"/>
                  </a:cubicBezTo>
                  <a:cubicBezTo>
                    <a:pt x="23" y="0"/>
                    <a:pt x="30" y="3"/>
                    <a:pt x="30" y="7"/>
                  </a:cubicBezTo>
                  <a:cubicBezTo>
                    <a:pt x="30" y="10"/>
                    <a:pt x="23" y="13"/>
                    <a:pt x="15" y="13"/>
                  </a:cubicBezTo>
                  <a:cubicBezTo>
                    <a:pt x="7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EA6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6" name="Freeform 69">
              <a:extLst>
                <a:ext uri="{FF2B5EF4-FFF2-40B4-BE49-F238E27FC236}">
                  <a16:creationId xmlns:a16="http://schemas.microsoft.com/office/drawing/2014/main" id="{6CCFECAD-E8C5-48FE-8EC9-59A24D8D1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2304"/>
              <a:ext cx="66" cy="30"/>
            </a:xfrm>
            <a:custGeom>
              <a:avLst/>
              <a:gdLst>
                <a:gd name="T0" fmla="*/ 35 w 19"/>
                <a:gd name="T1" fmla="*/ 266 h 8"/>
                <a:gd name="T2" fmla="*/ 507 w 19"/>
                <a:gd name="T3" fmla="*/ 0 h 8"/>
                <a:gd name="T4" fmla="*/ 795 w 19"/>
                <a:gd name="T5" fmla="*/ 113 h 8"/>
                <a:gd name="T6" fmla="*/ 424 w 19"/>
                <a:gd name="T7" fmla="*/ 0 h 8"/>
                <a:gd name="T8" fmla="*/ 0 w 19"/>
                <a:gd name="T9" fmla="*/ 210 h 8"/>
                <a:gd name="T10" fmla="*/ 170 w 19"/>
                <a:gd name="T11" fmla="*/ 424 h 8"/>
                <a:gd name="T12" fmla="*/ 35 w 19"/>
                <a:gd name="T13" fmla="*/ 26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1" y="5"/>
                  </a:moveTo>
                  <a:cubicBezTo>
                    <a:pt x="1" y="2"/>
                    <a:pt x="6" y="0"/>
                    <a:pt x="12" y="0"/>
                  </a:cubicBezTo>
                  <a:cubicBezTo>
                    <a:pt x="15" y="0"/>
                    <a:pt x="17" y="1"/>
                    <a:pt x="19" y="2"/>
                  </a:cubicBezTo>
                  <a:cubicBezTo>
                    <a:pt x="17" y="0"/>
                    <a:pt x="14" y="0"/>
                    <a:pt x="10" y="0"/>
                  </a:cubicBezTo>
                  <a:cubicBezTo>
                    <a:pt x="4" y="0"/>
                    <a:pt x="0" y="2"/>
                    <a:pt x="0" y="4"/>
                  </a:cubicBezTo>
                  <a:cubicBezTo>
                    <a:pt x="0" y="6"/>
                    <a:pt x="1" y="7"/>
                    <a:pt x="4" y="8"/>
                  </a:cubicBezTo>
                  <a:cubicBezTo>
                    <a:pt x="3" y="7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7" name="Freeform 70">
              <a:extLst>
                <a:ext uri="{FF2B5EF4-FFF2-40B4-BE49-F238E27FC236}">
                  <a16:creationId xmlns:a16="http://schemas.microsoft.com/office/drawing/2014/main" id="{09028EEE-80EF-4B68-B333-160F747F9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" y="2260"/>
              <a:ext cx="740" cy="137"/>
            </a:xfrm>
            <a:custGeom>
              <a:avLst/>
              <a:gdLst>
                <a:gd name="T0" fmla="*/ 8932 w 213"/>
                <a:gd name="T1" fmla="*/ 1015 h 37"/>
                <a:gd name="T2" fmla="*/ 8508 w 213"/>
                <a:gd name="T3" fmla="*/ 1877 h 37"/>
                <a:gd name="T4" fmla="*/ 459 w 213"/>
                <a:gd name="T5" fmla="*/ 1729 h 37"/>
                <a:gd name="T6" fmla="*/ 0 w 213"/>
                <a:gd name="T7" fmla="*/ 863 h 37"/>
                <a:gd name="T8" fmla="*/ 0 w 213"/>
                <a:gd name="T9" fmla="*/ 863 h 37"/>
                <a:gd name="T10" fmla="*/ 507 w 213"/>
                <a:gd name="T11" fmla="*/ 0 h 37"/>
                <a:gd name="T12" fmla="*/ 8557 w 213"/>
                <a:gd name="T13" fmla="*/ 152 h 37"/>
                <a:gd name="T14" fmla="*/ 8932 w 213"/>
                <a:gd name="T15" fmla="*/ 101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37">
                  <a:moveTo>
                    <a:pt x="213" y="20"/>
                  </a:moveTo>
                  <a:cubicBezTo>
                    <a:pt x="213" y="29"/>
                    <a:pt x="212" y="37"/>
                    <a:pt x="203" y="3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2" y="34"/>
                    <a:pt x="0" y="2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4" y="3"/>
                    <a:pt x="204" y="3"/>
                    <a:pt x="204" y="3"/>
                  </a:cubicBezTo>
                  <a:cubicBezTo>
                    <a:pt x="213" y="3"/>
                    <a:pt x="213" y="11"/>
                    <a:pt x="213" y="2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8" name="Freeform 71">
              <a:extLst>
                <a:ext uri="{FF2B5EF4-FFF2-40B4-BE49-F238E27FC236}">
                  <a16:creationId xmlns:a16="http://schemas.microsoft.com/office/drawing/2014/main" id="{D5D469E3-0E7E-4A3A-AC5A-619B38610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2297"/>
              <a:ext cx="104" cy="48"/>
            </a:xfrm>
            <a:custGeom>
              <a:avLst/>
              <a:gdLst>
                <a:gd name="T0" fmla="*/ 0 w 30"/>
                <a:gd name="T1" fmla="*/ 299 h 13"/>
                <a:gd name="T2" fmla="*/ 624 w 30"/>
                <a:gd name="T3" fmla="*/ 0 h 13"/>
                <a:gd name="T4" fmla="*/ 1251 w 30"/>
                <a:gd name="T5" fmla="*/ 354 h 13"/>
                <a:gd name="T6" fmla="*/ 624 w 30"/>
                <a:gd name="T7" fmla="*/ 654 h 13"/>
                <a:gd name="T8" fmla="*/ 0 w 30"/>
                <a:gd name="T9" fmla="*/ 2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">
                  <a:moveTo>
                    <a:pt x="0" y="6"/>
                  </a:moveTo>
                  <a:cubicBezTo>
                    <a:pt x="0" y="3"/>
                    <a:pt x="7" y="0"/>
                    <a:pt x="15" y="0"/>
                  </a:cubicBezTo>
                  <a:cubicBezTo>
                    <a:pt x="23" y="0"/>
                    <a:pt x="30" y="3"/>
                    <a:pt x="30" y="7"/>
                  </a:cubicBezTo>
                  <a:cubicBezTo>
                    <a:pt x="30" y="10"/>
                    <a:pt x="23" y="13"/>
                    <a:pt x="15" y="13"/>
                  </a:cubicBezTo>
                  <a:cubicBezTo>
                    <a:pt x="7" y="13"/>
                    <a:pt x="0" y="10"/>
                    <a:pt x="0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9" name="Freeform 72">
              <a:extLst>
                <a:ext uri="{FF2B5EF4-FFF2-40B4-BE49-F238E27FC236}">
                  <a16:creationId xmlns:a16="http://schemas.microsoft.com/office/drawing/2014/main" id="{B00F9F8D-43F8-4A53-B5DF-A8170025B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" y="2271"/>
              <a:ext cx="723" cy="114"/>
            </a:xfrm>
            <a:custGeom>
              <a:avLst/>
              <a:gdLst>
                <a:gd name="T0" fmla="*/ 8398 w 208"/>
                <a:gd name="T1" fmla="*/ 1541 h 31"/>
                <a:gd name="T2" fmla="*/ 337 w 208"/>
                <a:gd name="T3" fmla="*/ 1394 h 31"/>
                <a:gd name="T4" fmla="*/ 122 w 208"/>
                <a:gd name="T5" fmla="*/ 1298 h 31"/>
                <a:gd name="T6" fmla="*/ 0 w 208"/>
                <a:gd name="T7" fmla="*/ 691 h 31"/>
                <a:gd name="T8" fmla="*/ 122 w 208"/>
                <a:gd name="T9" fmla="*/ 96 h 31"/>
                <a:gd name="T10" fmla="*/ 375 w 208"/>
                <a:gd name="T11" fmla="*/ 0 h 31"/>
                <a:gd name="T12" fmla="*/ 8447 w 208"/>
                <a:gd name="T13" fmla="*/ 147 h 31"/>
                <a:gd name="T14" fmla="*/ 8613 w 208"/>
                <a:gd name="T15" fmla="*/ 202 h 31"/>
                <a:gd name="T16" fmla="*/ 8735 w 208"/>
                <a:gd name="T17" fmla="*/ 853 h 31"/>
                <a:gd name="T18" fmla="*/ 8735 w 208"/>
                <a:gd name="T19" fmla="*/ 853 h 31"/>
                <a:gd name="T20" fmla="*/ 8613 w 208"/>
                <a:gd name="T21" fmla="*/ 1445 h 31"/>
                <a:gd name="T22" fmla="*/ 8398 w 208"/>
                <a:gd name="T23" fmla="*/ 1541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8" h="31">
                  <a:moveTo>
                    <a:pt x="200" y="31"/>
                  </a:moveTo>
                  <a:cubicBezTo>
                    <a:pt x="8" y="28"/>
                    <a:pt x="8" y="28"/>
                    <a:pt x="8" y="28"/>
                  </a:cubicBezTo>
                  <a:cubicBezTo>
                    <a:pt x="6" y="28"/>
                    <a:pt x="4" y="27"/>
                    <a:pt x="3" y="26"/>
                  </a:cubicBezTo>
                  <a:cubicBezTo>
                    <a:pt x="1" y="24"/>
                    <a:pt x="0" y="20"/>
                    <a:pt x="0" y="14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4" y="0"/>
                    <a:pt x="6" y="0"/>
                    <a:pt x="9" y="0"/>
                  </a:cubicBezTo>
                  <a:cubicBezTo>
                    <a:pt x="201" y="3"/>
                    <a:pt x="201" y="3"/>
                    <a:pt x="201" y="3"/>
                  </a:cubicBezTo>
                  <a:cubicBezTo>
                    <a:pt x="203" y="3"/>
                    <a:pt x="204" y="3"/>
                    <a:pt x="205" y="4"/>
                  </a:cubicBezTo>
                  <a:cubicBezTo>
                    <a:pt x="207" y="7"/>
                    <a:pt x="208" y="12"/>
                    <a:pt x="208" y="17"/>
                  </a:cubicBezTo>
                  <a:cubicBezTo>
                    <a:pt x="208" y="17"/>
                    <a:pt x="208" y="17"/>
                    <a:pt x="208" y="17"/>
                  </a:cubicBezTo>
                  <a:cubicBezTo>
                    <a:pt x="207" y="22"/>
                    <a:pt x="207" y="27"/>
                    <a:pt x="205" y="29"/>
                  </a:cubicBezTo>
                  <a:cubicBezTo>
                    <a:pt x="204" y="30"/>
                    <a:pt x="202" y="31"/>
                    <a:pt x="200" y="31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4" name="Group 73">
            <a:extLst>
              <a:ext uri="{FF2B5EF4-FFF2-40B4-BE49-F238E27FC236}">
                <a16:creationId xmlns:a16="http://schemas.microsoft.com/office/drawing/2014/main" id="{35AE9B1F-D589-49BE-BC2B-2CA700E7839C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3657600"/>
            <a:ext cx="1281113" cy="376238"/>
            <a:chOff x="240" y="2640"/>
            <a:chExt cx="807" cy="237"/>
          </a:xfrm>
        </p:grpSpPr>
        <p:sp>
          <p:nvSpPr>
            <p:cNvPr id="29949" name="Freeform 74">
              <a:extLst>
                <a:ext uri="{FF2B5EF4-FFF2-40B4-BE49-F238E27FC236}">
                  <a16:creationId xmlns:a16="http://schemas.microsoft.com/office/drawing/2014/main" id="{3A994484-21B9-41D0-8B67-AD0B8B84E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2640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solidFill>
              <a:srgbClr val="FF4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0" name="Freeform 75">
              <a:extLst>
                <a:ext uri="{FF2B5EF4-FFF2-40B4-BE49-F238E27FC236}">
                  <a16:creationId xmlns:a16="http://schemas.microsoft.com/office/drawing/2014/main" id="{6A57029C-71F3-4543-B74C-84A749F30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651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FF8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1" name="Oval 76">
              <a:extLst>
                <a:ext uri="{FF2B5EF4-FFF2-40B4-BE49-F238E27FC236}">
                  <a16:creationId xmlns:a16="http://schemas.microsoft.com/office/drawing/2014/main" id="{51FD2386-C859-4B23-BEAD-29D174707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" y="2731"/>
              <a:ext cx="152" cy="72"/>
            </a:xfrm>
            <a:prstGeom prst="ellipse">
              <a:avLst/>
            </a:prstGeom>
            <a:solidFill>
              <a:srgbClr val="FFA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52" name="Oval 77">
              <a:extLst>
                <a:ext uri="{FF2B5EF4-FFF2-40B4-BE49-F238E27FC236}">
                  <a16:creationId xmlns:a16="http://schemas.microsoft.com/office/drawing/2014/main" id="{225DB3AE-C971-4E6B-8924-BDE9A4D61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" y="2712"/>
              <a:ext cx="153" cy="72"/>
            </a:xfrm>
            <a:prstGeom prst="ellipse">
              <a:avLst/>
            </a:prstGeom>
            <a:solidFill>
              <a:srgbClr val="FF4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53" name="Freeform 78">
              <a:extLst>
                <a:ext uri="{FF2B5EF4-FFF2-40B4-BE49-F238E27FC236}">
                  <a16:creationId xmlns:a16="http://schemas.microsoft.com/office/drawing/2014/main" id="{C4D9C99C-DA6C-4F96-BEFB-CD5707B6C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2717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38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09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5" y="23"/>
                  </a:cubicBezTo>
                  <a:cubicBezTo>
                    <a:pt x="9" y="23"/>
                    <a:pt x="5" y="23"/>
                    <a:pt x="0" y="22"/>
                  </a:cubicBezTo>
                  <a:cubicBezTo>
                    <a:pt x="6" y="24"/>
                    <a:pt x="13" y="25"/>
                    <a:pt x="20" y="25"/>
                  </a:cubicBezTo>
                  <a:cubicBezTo>
                    <a:pt x="37" y="25"/>
                    <a:pt x="51" y="19"/>
                    <a:pt x="51" y="11"/>
                  </a:cubicBezTo>
                  <a:cubicBezTo>
                    <a:pt x="51" y="6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F2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4" name="Freeform 79">
              <a:extLst>
                <a:ext uri="{FF2B5EF4-FFF2-40B4-BE49-F238E27FC236}">
                  <a16:creationId xmlns:a16="http://schemas.microsoft.com/office/drawing/2014/main" id="{BD360583-CBEA-454F-8D17-7C6318B92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717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5" name="Freeform 80">
              <a:extLst>
                <a:ext uri="{FF2B5EF4-FFF2-40B4-BE49-F238E27FC236}">
                  <a16:creationId xmlns:a16="http://schemas.microsoft.com/office/drawing/2014/main" id="{4E4DDFF6-B0FF-433B-A166-ECB5DFC58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" y="2664"/>
              <a:ext cx="325" cy="141"/>
            </a:xfrm>
            <a:custGeom>
              <a:avLst/>
              <a:gdLst>
                <a:gd name="T0" fmla="*/ 20 w 130"/>
                <a:gd name="T1" fmla="*/ 806 h 53"/>
                <a:gd name="T2" fmla="*/ 95 w 130"/>
                <a:gd name="T3" fmla="*/ 149 h 53"/>
                <a:gd name="T4" fmla="*/ 563 w 130"/>
                <a:gd name="T5" fmla="*/ 35 h 53"/>
                <a:gd name="T6" fmla="*/ 1345 w 130"/>
                <a:gd name="T7" fmla="*/ 35 h 53"/>
                <a:gd name="T8" fmla="*/ 1688 w 130"/>
                <a:gd name="T9" fmla="*/ 56 h 53"/>
                <a:gd name="T10" fmla="*/ 2033 w 130"/>
                <a:gd name="T11" fmla="*/ 35 h 53"/>
                <a:gd name="T12" fmla="*/ 550 w 130"/>
                <a:gd name="T13" fmla="*/ 170 h 53"/>
                <a:gd name="T14" fmla="*/ 145 w 130"/>
                <a:gd name="T15" fmla="*/ 452 h 53"/>
                <a:gd name="T16" fmla="*/ 50 w 130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3">
                  <a:moveTo>
                    <a:pt x="1" y="43"/>
                  </a:moveTo>
                  <a:cubicBezTo>
                    <a:pt x="1" y="34"/>
                    <a:pt x="0" y="16"/>
                    <a:pt x="6" y="8"/>
                  </a:cubicBezTo>
                  <a:cubicBezTo>
                    <a:pt x="12" y="0"/>
                    <a:pt x="27" y="2"/>
                    <a:pt x="36" y="2"/>
                  </a:cubicBezTo>
                  <a:cubicBezTo>
                    <a:pt x="52" y="2"/>
                    <a:pt x="69" y="2"/>
                    <a:pt x="86" y="2"/>
                  </a:cubicBezTo>
                  <a:cubicBezTo>
                    <a:pt x="93" y="2"/>
                    <a:pt x="101" y="3"/>
                    <a:pt x="108" y="3"/>
                  </a:cubicBezTo>
                  <a:cubicBezTo>
                    <a:pt x="115" y="2"/>
                    <a:pt x="123" y="1"/>
                    <a:pt x="130" y="2"/>
                  </a:cubicBezTo>
                  <a:cubicBezTo>
                    <a:pt x="100" y="12"/>
                    <a:pt x="66" y="5"/>
                    <a:pt x="35" y="9"/>
                  </a:cubicBezTo>
                  <a:cubicBezTo>
                    <a:pt x="25" y="11"/>
                    <a:pt x="14" y="13"/>
                    <a:pt x="9" y="24"/>
                  </a:cubicBezTo>
                  <a:cubicBezTo>
                    <a:pt x="5" y="33"/>
                    <a:pt x="3" y="43"/>
                    <a:pt x="3" y="53"/>
                  </a:cubicBezTo>
                </a:path>
              </a:pathLst>
            </a:custGeom>
            <a:solidFill>
              <a:srgbClr val="FFA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6" name="Freeform 81">
              <a:extLst>
                <a:ext uri="{FF2B5EF4-FFF2-40B4-BE49-F238E27FC236}">
                  <a16:creationId xmlns:a16="http://schemas.microsoft.com/office/drawing/2014/main" id="{D58D9186-3420-4919-A0E7-6D255687E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2704"/>
              <a:ext cx="503" cy="149"/>
            </a:xfrm>
            <a:custGeom>
              <a:avLst/>
              <a:gdLst>
                <a:gd name="T0" fmla="*/ 0 w 201"/>
                <a:gd name="T1" fmla="*/ 963 h 56"/>
                <a:gd name="T2" fmla="*/ 2305 w 201"/>
                <a:gd name="T3" fmla="*/ 942 h 56"/>
                <a:gd name="T4" fmla="*/ 3056 w 201"/>
                <a:gd name="T5" fmla="*/ 806 h 56"/>
                <a:gd name="T6" fmla="*/ 3056 w 201"/>
                <a:gd name="T7" fmla="*/ 0 h 56"/>
                <a:gd name="T8" fmla="*/ 2868 w 201"/>
                <a:gd name="T9" fmla="*/ 716 h 56"/>
                <a:gd name="T10" fmla="*/ 2442 w 201"/>
                <a:gd name="T11" fmla="*/ 793 h 56"/>
                <a:gd name="T12" fmla="*/ 1909 w 201"/>
                <a:gd name="T13" fmla="*/ 806 h 56"/>
                <a:gd name="T14" fmla="*/ 908 w 201"/>
                <a:gd name="T15" fmla="*/ 849 h 56"/>
                <a:gd name="T16" fmla="*/ 408 w 201"/>
                <a:gd name="T17" fmla="*/ 907 h 56"/>
                <a:gd name="T18" fmla="*/ 63 w 201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56">
                  <a:moveTo>
                    <a:pt x="0" y="51"/>
                  </a:moveTo>
                  <a:cubicBezTo>
                    <a:pt x="49" y="51"/>
                    <a:pt x="98" y="47"/>
                    <a:pt x="147" y="50"/>
                  </a:cubicBezTo>
                  <a:cubicBezTo>
                    <a:pt x="158" y="50"/>
                    <a:pt x="188" y="56"/>
                    <a:pt x="195" y="43"/>
                  </a:cubicBezTo>
                  <a:cubicBezTo>
                    <a:pt x="201" y="34"/>
                    <a:pt x="197" y="10"/>
                    <a:pt x="195" y="0"/>
                  </a:cubicBezTo>
                  <a:cubicBezTo>
                    <a:pt x="195" y="12"/>
                    <a:pt x="194" y="31"/>
                    <a:pt x="183" y="38"/>
                  </a:cubicBezTo>
                  <a:cubicBezTo>
                    <a:pt x="176" y="43"/>
                    <a:pt x="164" y="42"/>
                    <a:pt x="156" y="42"/>
                  </a:cubicBezTo>
                  <a:cubicBezTo>
                    <a:pt x="145" y="43"/>
                    <a:pt x="133" y="43"/>
                    <a:pt x="122" y="43"/>
                  </a:cubicBezTo>
                  <a:cubicBezTo>
                    <a:pt x="101" y="43"/>
                    <a:pt x="79" y="42"/>
                    <a:pt x="58" y="45"/>
                  </a:cubicBezTo>
                  <a:cubicBezTo>
                    <a:pt x="47" y="46"/>
                    <a:pt x="37" y="47"/>
                    <a:pt x="26" y="48"/>
                  </a:cubicBezTo>
                  <a:cubicBezTo>
                    <a:pt x="19" y="49"/>
                    <a:pt x="11" y="48"/>
                    <a:pt x="4" y="52"/>
                  </a:cubicBezTo>
                </a:path>
              </a:pathLst>
            </a:custGeom>
            <a:solidFill>
              <a:srgbClr val="FF6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7" name="Freeform 82">
              <a:extLst>
                <a:ext uri="{FF2B5EF4-FFF2-40B4-BE49-F238E27FC236}">
                  <a16:creationId xmlns:a16="http://schemas.microsoft.com/office/drawing/2014/main" id="{AFCF9C37-787E-4A93-9384-3B3AAC66E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2640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8" name="Oval 83">
              <a:extLst>
                <a:ext uri="{FF2B5EF4-FFF2-40B4-BE49-F238E27FC236}">
                  <a16:creationId xmlns:a16="http://schemas.microsoft.com/office/drawing/2014/main" id="{980FA4FB-760B-4A89-91FC-0AFBD20C4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" y="2712"/>
              <a:ext cx="153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59" name="Freeform 84">
              <a:extLst>
                <a:ext uri="{FF2B5EF4-FFF2-40B4-BE49-F238E27FC236}">
                  <a16:creationId xmlns:a16="http://schemas.microsoft.com/office/drawing/2014/main" id="{D9E338C0-C9B3-423B-8C46-3F56010A7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651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5" name="Group 85">
            <a:extLst>
              <a:ext uri="{FF2B5EF4-FFF2-40B4-BE49-F238E27FC236}">
                <a16:creationId xmlns:a16="http://schemas.microsoft.com/office/drawing/2014/main" id="{2F58CBC6-CBA2-4786-81AB-367D41A9A6A7}"/>
              </a:ext>
            </a:extLst>
          </p:cNvPr>
          <p:cNvGrpSpPr>
            <a:grpSpLocks/>
          </p:cNvGrpSpPr>
          <p:nvPr/>
        </p:nvGrpSpPr>
        <p:grpSpPr bwMode="auto">
          <a:xfrm>
            <a:off x="2224088" y="4267200"/>
            <a:ext cx="1281112" cy="376238"/>
            <a:chOff x="4032" y="3984"/>
            <a:chExt cx="807" cy="237"/>
          </a:xfrm>
        </p:grpSpPr>
        <p:sp>
          <p:nvSpPr>
            <p:cNvPr id="29938" name="Freeform 86">
              <a:extLst>
                <a:ext uri="{FF2B5EF4-FFF2-40B4-BE49-F238E27FC236}">
                  <a16:creationId xmlns:a16="http://schemas.microsoft.com/office/drawing/2014/main" id="{213F69B2-35C9-4961-9E4E-A5EE65B94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84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solidFill>
              <a:srgbClr val="FF4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9" name="Freeform 87">
              <a:extLst>
                <a:ext uri="{FF2B5EF4-FFF2-40B4-BE49-F238E27FC236}">
                  <a16:creationId xmlns:a16="http://schemas.microsoft.com/office/drawing/2014/main" id="{6E6CEDD2-BA4E-40E2-97AB-2F275332A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399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FF8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0" name="Oval 88">
              <a:extLst>
                <a:ext uri="{FF2B5EF4-FFF2-40B4-BE49-F238E27FC236}">
                  <a16:creationId xmlns:a16="http://schemas.microsoft.com/office/drawing/2014/main" id="{025A82F7-456B-4E45-9B1D-8446EC8F5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7" y="4075"/>
              <a:ext cx="152" cy="72"/>
            </a:xfrm>
            <a:prstGeom prst="ellipse">
              <a:avLst/>
            </a:prstGeom>
            <a:solidFill>
              <a:srgbClr val="FFA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1" name="Oval 89">
              <a:extLst>
                <a:ext uri="{FF2B5EF4-FFF2-40B4-BE49-F238E27FC236}">
                  <a16:creationId xmlns:a16="http://schemas.microsoft.com/office/drawing/2014/main" id="{CCBBF230-FE6A-4231-A87F-E17D11A06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" y="4056"/>
              <a:ext cx="153" cy="72"/>
            </a:xfrm>
            <a:prstGeom prst="ellipse">
              <a:avLst/>
            </a:prstGeom>
            <a:solidFill>
              <a:srgbClr val="FF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2" name="Freeform 90">
              <a:extLst>
                <a:ext uri="{FF2B5EF4-FFF2-40B4-BE49-F238E27FC236}">
                  <a16:creationId xmlns:a16="http://schemas.microsoft.com/office/drawing/2014/main" id="{CA675281-5D55-455C-A402-A1B6D5627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4061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38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09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5" y="23"/>
                  </a:cubicBezTo>
                  <a:cubicBezTo>
                    <a:pt x="9" y="23"/>
                    <a:pt x="5" y="23"/>
                    <a:pt x="0" y="22"/>
                  </a:cubicBezTo>
                  <a:cubicBezTo>
                    <a:pt x="6" y="24"/>
                    <a:pt x="13" y="25"/>
                    <a:pt x="20" y="25"/>
                  </a:cubicBezTo>
                  <a:cubicBezTo>
                    <a:pt x="37" y="25"/>
                    <a:pt x="51" y="19"/>
                    <a:pt x="51" y="11"/>
                  </a:cubicBezTo>
                  <a:cubicBezTo>
                    <a:pt x="51" y="6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F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3" name="Freeform 91">
              <a:extLst>
                <a:ext uri="{FF2B5EF4-FFF2-40B4-BE49-F238E27FC236}">
                  <a16:creationId xmlns:a16="http://schemas.microsoft.com/office/drawing/2014/main" id="{D9BA602A-169C-4B66-8FCF-09C8F148F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4061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4" name="Freeform 92">
              <a:extLst>
                <a:ext uri="{FF2B5EF4-FFF2-40B4-BE49-F238E27FC236}">
                  <a16:creationId xmlns:a16="http://schemas.microsoft.com/office/drawing/2014/main" id="{B49D1C90-2F17-4EB2-8337-5654F4064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4008"/>
              <a:ext cx="325" cy="141"/>
            </a:xfrm>
            <a:custGeom>
              <a:avLst/>
              <a:gdLst>
                <a:gd name="T0" fmla="*/ 20 w 130"/>
                <a:gd name="T1" fmla="*/ 806 h 53"/>
                <a:gd name="T2" fmla="*/ 95 w 130"/>
                <a:gd name="T3" fmla="*/ 149 h 53"/>
                <a:gd name="T4" fmla="*/ 563 w 130"/>
                <a:gd name="T5" fmla="*/ 35 h 53"/>
                <a:gd name="T6" fmla="*/ 1345 w 130"/>
                <a:gd name="T7" fmla="*/ 35 h 53"/>
                <a:gd name="T8" fmla="*/ 1688 w 130"/>
                <a:gd name="T9" fmla="*/ 56 h 53"/>
                <a:gd name="T10" fmla="*/ 2033 w 130"/>
                <a:gd name="T11" fmla="*/ 35 h 53"/>
                <a:gd name="T12" fmla="*/ 550 w 130"/>
                <a:gd name="T13" fmla="*/ 170 h 53"/>
                <a:gd name="T14" fmla="*/ 145 w 130"/>
                <a:gd name="T15" fmla="*/ 452 h 53"/>
                <a:gd name="T16" fmla="*/ 50 w 130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3">
                  <a:moveTo>
                    <a:pt x="1" y="43"/>
                  </a:moveTo>
                  <a:cubicBezTo>
                    <a:pt x="1" y="34"/>
                    <a:pt x="0" y="16"/>
                    <a:pt x="6" y="8"/>
                  </a:cubicBezTo>
                  <a:cubicBezTo>
                    <a:pt x="12" y="0"/>
                    <a:pt x="27" y="2"/>
                    <a:pt x="36" y="2"/>
                  </a:cubicBezTo>
                  <a:cubicBezTo>
                    <a:pt x="52" y="2"/>
                    <a:pt x="69" y="2"/>
                    <a:pt x="86" y="2"/>
                  </a:cubicBezTo>
                  <a:cubicBezTo>
                    <a:pt x="93" y="2"/>
                    <a:pt x="101" y="3"/>
                    <a:pt x="108" y="3"/>
                  </a:cubicBezTo>
                  <a:cubicBezTo>
                    <a:pt x="115" y="2"/>
                    <a:pt x="123" y="1"/>
                    <a:pt x="130" y="2"/>
                  </a:cubicBezTo>
                  <a:cubicBezTo>
                    <a:pt x="100" y="12"/>
                    <a:pt x="66" y="5"/>
                    <a:pt x="35" y="9"/>
                  </a:cubicBezTo>
                  <a:cubicBezTo>
                    <a:pt x="25" y="11"/>
                    <a:pt x="14" y="13"/>
                    <a:pt x="9" y="24"/>
                  </a:cubicBezTo>
                  <a:cubicBezTo>
                    <a:pt x="5" y="33"/>
                    <a:pt x="3" y="43"/>
                    <a:pt x="3" y="53"/>
                  </a:cubicBezTo>
                </a:path>
              </a:pathLst>
            </a:custGeom>
            <a:solidFill>
              <a:srgbClr val="FFA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5" name="Freeform 93">
              <a:extLst>
                <a:ext uri="{FF2B5EF4-FFF2-40B4-BE49-F238E27FC236}">
                  <a16:creationId xmlns:a16="http://schemas.microsoft.com/office/drawing/2014/main" id="{F9BD8DE1-83A0-4DE7-9685-5A297962E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4048"/>
              <a:ext cx="503" cy="149"/>
            </a:xfrm>
            <a:custGeom>
              <a:avLst/>
              <a:gdLst>
                <a:gd name="T0" fmla="*/ 0 w 201"/>
                <a:gd name="T1" fmla="*/ 963 h 56"/>
                <a:gd name="T2" fmla="*/ 2305 w 201"/>
                <a:gd name="T3" fmla="*/ 942 h 56"/>
                <a:gd name="T4" fmla="*/ 3056 w 201"/>
                <a:gd name="T5" fmla="*/ 806 h 56"/>
                <a:gd name="T6" fmla="*/ 3056 w 201"/>
                <a:gd name="T7" fmla="*/ 0 h 56"/>
                <a:gd name="T8" fmla="*/ 2868 w 201"/>
                <a:gd name="T9" fmla="*/ 716 h 56"/>
                <a:gd name="T10" fmla="*/ 2442 w 201"/>
                <a:gd name="T11" fmla="*/ 793 h 56"/>
                <a:gd name="T12" fmla="*/ 1909 w 201"/>
                <a:gd name="T13" fmla="*/ 806 h 56"/>
                <a:gd name="T14" fmla="*/ 908 w 201"/>
                <a:gd name="T15" fmla="*/ 849 h 56"/>
                <a:gd name="T16" fmla="*/ 408 w 201"/>
                <a:gd name="T17" fmla="*/ 907 h 56"/>
                <a:gd name="T18" fmla="*/ 63 w 201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56">
                  <a:moveTo>
                    <a:pt x="0" y="51"/>
                  </a:moveTo>
                  <a:cubicBezTo>
                    <a:pt x="49" y="51"/>
                    <a:pt x="98" y="47"/>
                    <a:pt x="147" y="50"/>
                  </a:cubicBezTo>
                  <a:cubicBezTo>
                    <a:pt x="158" y="50"/>
                    <a:pt x="188" y="56"/>
                    <a:pt x="195" y="43"/>
                  </a:cubicBezTo>
                  <a:cubicBezTo>
                    <a:pt x="201" y="34"/>
                    <a:pt x="197" y="10"/>
                    <a:pt x="195" y="0"/>
                  </a:cubicBezTo>
                  <a:cubicBezTo>
                    <a:pt x="195" y="12"/>
                    <a:pt x="194" y="31"/>
                    <a:pt x="183" y="38"/>
                  </a:cubicBezTo>
                  <a:cubicBezTo>
                    <a:pt x="176" y="43"/>
                    <a:pt x="164" y="42"/>
                    <a:pt x="156" y="42"/>
                  </a:cubicBezTo>
                  <a:cubicBezTo>
                    <a:pt x="145" y="43"/>
                    <a:pt x="133" y="43"/>
                    <a:pt x="122" y="43"/>
                  </a:cubicBezTo>
                  <a:cubicBezTo>
                    <a:pt x="101" y="43"/>
                    <a:pt x="79" y="42"/>
                    <a:pt x="58" y="45"/>
                  </a:cubicBezTo>
                  <a:cubicBezTo>
                    <a:pt x="47" y="46"/>
                    <a:pt x="37" y="47"/>
                    <a:pt x="26" y="48"/>
                  </a:cubicBezTo>
                  <a:cubicBezTo>
                    <a:pt x="19" y="49"/>
                    <a:pt x="11" y="48"/>
                    <a:pt x="4" y="52"/>
                  </a:cubicBezTo>
                </a:path>
              </a:pathLst>
            </a:custGeom>
            <a:solidFill>
              <a:srgbClr val="FF6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6" name="Freeform 94">
              <a:extLst>
                <a:ext uri="{FF2B5EF4-FFF2-40B4-BE49-F238E27FC236}">
                  <a16:creationId xmlns:a16="http://schemas.microsoft.com/office/drawing/2014/main" id="{D8CBBE9F-2766-4A32-B169-F6D2C0F7D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84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7" name="Oval 95">
              <a:extLst>
                <a:ext uri="{FF2B5EF4-FFF2-40B4-BE49-F238E27FC236}">
                  <a16:creationId xmlns:a16="http://schemas.microsoft.com/office/drawing/2014/main" id="{DF7BAD57-9269-4D31-86DA-E8DBAFF0E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" y="4056"/>
              <a:ext cx="153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8" name="Freeform 96">
              <a:extLst>
                <a:ext uri="{FF2B5EF4-FFF2-40B4-BE49-F238E27FC236}">
                  <a16:creationId xmlns:a16="http://schemas.microsoft.com/office/drawing/2014/main" id="{05F917D7-F7F0-493A-87E0-CA325F91F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399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6" name="Group 97">
            <a:extLst>
              <a:ext uri="{FF2B5EF4-FFF2-40B4-BE49-F238E27FC236}">
                <a16:creationId xmlns:a16="http://schemas.microsoft.com/office/drawing/2014/main" id="{A066D970-31A0-48BF-A404-741063FC105D}"/>
              </a:ext>
            </a:extLst>
          </p:cNvPr>
          <p:cNvGrpSpPr>
            <a:grpSpLocks/>
          </p:cNvGrpSpPr>
          <p:nvPr/>
        </p:nvGrpSpPr>
        <p:grpSpPr bwMode="auto">
          <a:xfrm>
            <a:off x="7408863" y="3052763"/>
            <a:ext cx="1282700" cy="376237"/>
            <a:chOff x="3310" y="1635"/>
            <a:chExt cx="808" cy="237"/>
          </a:xfrm>
        </p:grpSpPr>
        <p:sp>
          <p:nvSpPr>
            <p:cNvPr id="29927" name="Freeform 98">
              <a:extLst>
                <a:ext uri="{FF2B5EF4-FFF2-40B4-BE49-F238E27FC236}">
                  <a16:creationId xmlns:a16="http://schemas.microsoft.com/office/drawing/2014/main" id="{2C307775-AEC4-4EB2-9DBE-162846A90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635"/>
              <a:ext cx="808" cy="237"/>
            </a:xfrm>
            <a:custGeom>
              <a:avLst/>
              <a:gdLst>
                <a:gd name="T0" fmla="*/ 5056 w 323"/>
                <a:gd name="T1" fmla="*/ 1169 h 89"/>
                <a:gd name="T2" fmla="*/ 4663 w 323"/>
                <a:gd name="T3" fmla="*/ 1624 h 89"/>
                <a:gd name="T4" fmla="*/ 1959 w 323"/>
                <a:gd name="T5" fmla="*/ 1603 h 89"/>
                <a:gd name="T6" fmla="*/ 425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3 w 323"/>
                <a:gd name="T13" fmla="*/ 21 h 89"/>
                <a:gd name="T14" fmla="*/ 3442 w 323"/>
                <a:gd name="T15" fmla="*/ 0 h 89"/>
                <a:gd name="T16" fmla="*/ 4538 w 323"/>
                <a:gd name="T17" fmla="*/ 0 h 89"/>
                <a:gd name="T18" fmla="*/ 5006 w 323"/>
                <a:gd name="T19" fmla="*/ 397 h 89"/>
                <a:gd name="T20" fmla="*/ 5056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solidFill>
              <a:srgbClr val="F4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8" name="Freeform 99">
              <a:extLst>
                <a:ext uri="{FF2B5EF4-FFF2-40B4-BE49-F238E27FC236}">
                  <a16:creationId xmlns:a16="http://schemas.microsoft.com/office/drawing/2014/main" id="{2875AADF-5C25-4C15-BDDF-4DACEC4AA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64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9" name="Oval 100">
              <a:extLst>
                <a:ext uri="{FF2B5EF4-FFF2-40B4-BE49-F238E27FC236}">
                  <a16:creationId xmlns:a16="http://schemas.microsoft.com/office/drawing/2014/main" id="{1675AAD2-522A-40D9-ADB8-2D7BF3164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1725"/>
              <a:ext cx="153" cy="72"/>
            </a:xfrm>
            <a:prstGeom prst="ellipse">
              <a:avLst/>
            </a:pr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30" name="Oval 101">
              <a:extLst>
                <a:ext uri="{FF2B5EF4-FFF2-40B4-BE49-F238E27FC236}">
                  <a16:creationId xmlns:a16="http://schemas.microsoft.com/office/drawing/2014/main" id="{0290EC80-E02F-4A34-8DF2-F31D9B95F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1707"/>
              <a:ext cx="152" cy="72"/>
            </a:xfrm>
            <a:prstGeom prst="ellipse">
              <a:avLst/>
            </a:pr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31" name="Freeform 102">
              <a:extLst>
                <a:ext uri="{FF2B5EF4-FFF2-40B4-BE49-F238E27FC236}">
                  <a16:creationId xmlns:a16="http://schemas.microsoft.com/office/drawing/2014/main" id="{5B0DCBC5-3348-48B0-85E9-297AFB2FD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712"/>
              <a:ext cx="127" cy="67"/>
            </a:xfrm>
            <a:custGeom>
              <a:avLst/>
              <a:gdLst>
                <a:gd name="T0" fmla="*/ 528 w 51"/>
                <a:gd name="T1" fmla="*/ 0 h 25"/>
                <a:gd name="T2" fmla="*/ 695 w 51"/>
                <a:gd name="T3" fmla="*/ 193 h 25"/>
                <a:gd name="T4" fmla="*/ 229 w 51"/>
                <a:gd name="T5" fmla="*/ 445 h 25"/>
                <a:gd name="T6" fmla="*/ 0 w 51"/>
                <a:gd name="T7" fmla="*/ 423 h 25"/>
                <a:gd name="T8" fmla="*/ 311 w 51"/>
                <a:gd name="T9" fmla="*/ 482 h 25"/>
                <a:gd name="T10" fmla="*/ 787 w 51"/>
                <a:gd name="T11" fmla="*/ 209 h 25"/>
                <a:gd name="T12" fmla="*/ 528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5" y="23"/>
                  </a:cubicBezTo>
                  <a:cubicBezTo>
                    <a:pt x="9" y="23"/>
                    <a:pt x="5" y="23"/>
                    <a:pt x="0" y="22"/>
                  </a:cubicBezTo>
                  <a:cubicBezTo>
                    <a:pt x="6" y="24"/>
                    <a:pt x="13" y="25"/>
                    <a:pt x="20" y="25"/>
                  </a:cubicBezTo>
                  <a:cubicBezTo>
                    <a:pt x="37" y="25"/>
                    <a:pt x="51" y="19"/>
                    <a:pt x="51" y="11"/>
                  </a:cubicBezTo>
                  <a:cubicBezTo>
                    <a:pt x="51" y="6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2" name="Freeform 103">
              <a:extLst>
                <a:ext uri="{FF2B5EF4-FFF2-40B4-BE49-F238E27FC236}">
                  <a16:creationId xmlns:a16="http://schemas.microsoft.com/office/drawing/2014/main" id="{C5109690-4679-4A18-8819-FF7D3712A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712"/>
              <a:ext cx="115" cy="53"/>
            </a:xfrm>
            <a:custGeom>
              <a:avLst/>
              <a:gdLst>
                <a:gd name="T0" fmla="*/ 63 w 46"/>
                <a:gd name="T1" fmla="*/ 225 h 20"/>
                <a:gd name="T2" fmla="*/ 470 w 46"/>
                <a:gd name="T3" fmla="*/ 34 h 20"/>
                <a:gd name="T4" fmla="*/ 720 w 46"/>
                <a:gd name="T5" fmla="*/ 90 h 20"/>
                <a:gd name="T6" fmla="*/ 395 w 46"/>
                <a:gd name="T7" fmla="*/ 0 h 20"/>
                <a:gd name="T8" fmla="*/ 0 w 46"/>
                <a:gd name="T9" fmla="*/ 204 h 20"/>
                <a:gd name="T10" fmla="*/ 158 w 46"/>
                <a:gd name="T11" fmla="*/ 371 h 20"/>
                <a:gd name="T12" fmla="*/ 63 w 46"/>
                <a:gd name="T13" fmla="*/ 22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3" name="Freeform 104">
              <a:extLst>
                <a:ext uri="{FF2B5EF4-FFF2-40B4-BE49-F238E27FC236}">
                  <a16:creationId xmlns:a16="http://schemas.microsoft.com/office/drawing/2014/main" id="{E5624DB8-2F4A-4BA4-B189-2966D9DFE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659"/>
              <a:ext cx="325" cy="141"/>
            </a:xfrm>
            <a:custGeom>
              <a:avLst/>
              <a:gdLst>
                <a:gd name="T0" fmla="*/ 20 w 130"/>
                <a:gd name="T1" fmla="*/ 806 h 53"/>
                <a:gd name="T2" fmla="*/ 95 w 130"/>
                <a:gd name="T3" fmla="*/ 149 h 53"/>
                <a:gd name="T4" fmla="*/ 563 w 130"/>
                <a:gd name="T5" fmla="*/ 35 h 53"/>
                <a:gd name="T6" fmla="*/ 1345 w 130"/>
                <a:gd name="T7" fmla="*/ 35 h 53"/>
                <a:gd name="T8" fmla="*/ 1688 w 130"/>
                <a:gd name="T9" fmla="*/ 56 h 53"/>
                <a:gd name="T10" fmla="*/ 2033 w 130"/>
                <a:gd name="T11" fmla="*/ 35 h 53"/>
                <a:gd name="T12" fmla="*/ 550 w 130"/>
                <a:gd name="T13" fmla="*/ 170 h 53"/>
                <a:gd name="T14" fmla="*/ 145 w 130"/>
                <a:gd name="T15" fmla="*/ 452 h 53"/>
                <a:gd name="T16" fmla="*/ 50 w 130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3">
                  <a:moveTo>
                    <a:pt x="1" y="43"/>
                  </a:moveTo>
                  <a:cubicBezTo>
                    <a:pt x="1" y="34"/>
                    <a:pt x="0" y="16"/>
                    <a:pt x="6" y="8"/>
                  </a:cubicBezTo>
                  <a:cubicBezTo>
                    <a:pt x="12" y="0"/>
                    <a:pt x="27" y="2"/>
                    <a:pt x="36" y="2"/>
                  </a:cubicBezTo>
                  <a:cubicBezTo>
                    <a:pt x="52" y="2"/>
                    <a:pt x="69" y="2"/>
                    <a:pt x="86" y="2"/>
                  </a:cubicBezTo>
                  <a:cubicBezTo>
                    <a:pt x="93" y="2"/>
                    <a:pt x="101" y="3"/>
                    <a:pt x="108" y="3"/>
                  </a:cubicBezTo>
                  <a:cubicBezTo>
                    <a:pt x="115" y="2"/>
                    <a:pt x="123" y="1"/>
                    <a:pt x="130" y="2"/>
                  </a:cubicBezTo>
                  <a:cubicBezTo>
                    <a:pt x="100" y="12"/>
                    <a:pt x="66" y="5"/>
                    <a:pt x="35" y="9"/>
                  </a:cubicBezTo>
                  <a:cubicBezTo>
                    <a:pt x="25" y="11"/>
                    <a:pt x="14" y="13"/>
                    <a:pt x="9" y="24"/>
                  </a:cubicBezTo>
                  <a:cubicBezTo>
                    <a:pt x="5" y="33"/>
                    <a:pt x="3" y="43"/>
                    <a:pt x="3" y="53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4" name="Freeform 105">
              <a:extLst>
                <a:ext uri="{FF2B5EF4-FFF2-40B4-BE49-F238E27FC236}">
                  <a16:creationId xmlns:a16="http://schemas.microsoft.com/office/drawing/2014/main" id="{0ABDE397-47CF-42F1-B718-8EC5A3808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699"/>
              <a:ext cx="502" cy="149"/>
            </a:xfrm>
            <a:custGeom>
              <a:avLst/>
              <a:gdLst>
                <a:gd name="T0" fmla="*/ 0 w 201"/>
                <a:gd name="T1" fmla="*/ 963 h 56"/>
                <a:gd name="T2" fmla="*/ 2290 w 201"/>
                <a:gd name="T3" fmla="*/ 942 h 56"/>
                <a:gd name="T4" fmla="*/ 3037 w 201"/>
                <a:gd name="T5" fmla="*/ 806 h 56"/>
                <a:gd name="T6" fmla="*/ 3037 w 201"/>
                <a:gd name="T7" fmla="*/ 0 h 56"/>
                <a:gd name="T8" fmla="*/ 2850 w 201"/>
                <a:gd name="T9" fmla="*/ 716 h 56"/>
                <a:gd name="T10" fmla="*/ 2433 w 201"/>
                <a:gd name="T11" fmla="*/ 793 h 56"/>
                <a:gd name="T12" fmla="*/ 1903 w 201"/>
                <a:gd name="T13" fmla="*/ 806 h 56"/>
                <a:gd name="T14" fmla="*/ 904 w 201"/>
                <a:gd name="T15" fmla="*/ 849 h 56"/>
                <a:gd name="T16" fmla="*/ 405 w 201"/>
                <a:gd name="T17" fmla="*/ 907 h 56"/>
                <a:gd name="T18" fmla="*/ 62 w 201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56">
                  <a:moveTo>
                    <a:pt x="0" y="51"/>
                  </a:moveTo>
                  <a:cubicBezTo>
                    <a:pt x="49" y="51"/>
                    <a:pt x="98" y="47"/>
                    <a:pt x="147" y="50"/>
                  </a:cubicBezTo>
                  <a:cubicBezTo>
                    <a:pt x="158" y="50"/>
                    <a:pt x="188" y="56"/>
                    <a:pt x="195" y="43"/>
                  </a:cubicBezTo>
                  <a:cubicBezTo>
                    <a:pt x="201" y="34"/>
                    <a:pt x="197" y="10"/>
                    <a:pt x="195" y="0"/>
                  </a:cubicBezTo>
                  <a:cubicBezTo>
                    <a:pt x="195" y="12"/>
                    <a:pt x="194" y="31"/>
                    <a:pt x="183" y="38"/>
                  </a:cubicBezTo>
                  <a:cubicBezTo>
                    <a:pt x="176" y="43"/>
                    <a:pt x="164" y="42"/>
                    <a:pt x="156" y="42"/>
                  </a:cubicBezTo>
                  <a:cubicBezTo>
                    <a:pt x="145" y="43"/>
                    <a:pt x="133" y="43"/>
                    <a:pt x="122" y="43"/>
                  </a:cubicBezTo>
                  <a:cubicBezTo>
                    <a:pt x="101" y="43"/>
                    <a:pt x="79" y="42"/>
                    <a:pt x="58" y="45"/>
                  </a:cubicBezTo>
                  <a:cubicBezTo>
                    <a:pt x="47" y="46"/>
                    <a:pt x="37" y="47"/>
                    <a:pt x="26" y="48"/>
                  </a:cubicBezTo>
                  <a:cubicBezTo>
                    <a:pt x="19" y="49"/>
                    <a:pt x="11" y="48"/>
                    <a:pt x="4" y="52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5" name="Freeform 106">
              <a:extLst>
                <a:ext uri="{FF2B5EF4-FFF2-40B4-BE49-F238E27FC236}">
                  <a16:creationId xmlns:a16="http://schemas.microsoft.com/office/drawing/2014/main" id="{9E1F0789-AB2B-4948-8E60-6D0683F85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635"/>
              <a:ext cx="808" cy="237"/>
            </a:xfrm>
            <a:custGeom>
              <a:avLst/>
              <a:gdLst>
                <a:gd name="T0" fmla="*/ 5056 w 323"/>
                <a:gd name="T1" fmla="*/ 1169 h 89"/>
                <a:gd name="T2" fmla="*/ 4663 w 323"/>
                <a:gd name="T3" fmla="*/ 1624 h 89"/>
                <a:gd name="T4" fmla="*/ 1959 w 323"/>
                <a:gd name="T5" fmla="*/ 1603 h 89"/>
                <a:gd name="T6" fmla="*/ 425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3 w 323"/>
                <a:gd name="T13" fmla="*/ 21 h 89"/>
                <a:gd name="T14" fmla="*/ 3442 w 323"/>
                <a:gd name="T15" fmla="*/ 0 h 89"/>
                <a:gd name="T16" fmla="*/ 4538 w 323"/>
                <a:gd name="T17" fmla="*/ 0 h 89"/>
                <a:gd name="T18" fmla="*/ 5006 w 323"/>
                <a:gd name="T19" fmla="*/ 397 h 89"/>
                <a:gd name="T20" fmla="*/ 5056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6" name="Oval 107">
              <a:extLst>
                <a:ext uri="{FF2B5EF4-FFF2-40B4-BE49-F238E27FC236}">
                  <a16:creationId xmlns:a16="http://schemas.microsoft.com/office/drawing/2014/main" id="{D75623EF-9118-4C73-9056-EFC3CB39E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1707"/>
              <a:ext cx="152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37" name="Freeform 108">
              <a:extLst>
                <a:ext uri="{FF2B5EF4-FFF2-40B4-BE49-F238E27FC236}">
                  <a16:creationId xmlns:a16="http://schemas.microsoft.com/office/drawing/2014/main" id="{BB242974-88C2-4A82-B0B4-79CD7D6C2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64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7" name="Group 109">
            <a:extLst>
              <a:ext uri="{FF2B5EF4-FFF2-40B4-BE49-F238E27FC236}">
                <a16:creationId xmlns:a16="http://schemas.microsoft.com/office/drawing/2014/main" id="{6FA6D533-4F53-4A5D-8305-BFA2A2DDAC89}"/>
              </a:ext>
            </a:extLst>
          </p:cNvPr>
          <p:cNvGrpSpPr>
            <a:grpSpLocks/>
          </p:cNvGrpSpPr>
          <p:nvPr/>
        </p:nvGrpSpPr>
        <p:grpSpPr bwMode="auto">
          <a:xfrm>
            <a:off x="8704263" y="3048000"/>
            <a:ext cx="1277937" cy="381000"/>
            <a:chOff x="4128" y="1637"/>
            <a:chExt cx="805" cy="240"/>
          </a:xfrm>
        </p:grpSpPr>
        <p:sp>
          <p:nvSpPr>
            <p:cNvPr id="29916" name="Freeform 110">
              <a:extLst>
                <a:ext uri="{FF2B5EF4-FFF2-40B4-BE49-F238E27FC236}">
                  <a16:creationId xmlns:a16="http://schemas.microsoft.com/office/drawing/2014/main" id="{D6866350-DC1B-4A54-BB0D-22AA89A9B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637"/>
              <a:ext cx="805" cy="240"/>
            </a:xfrm>
            <a:custGeom>
              <a:avLst/>
              <a:gdLst>
                <a:gd name="T0" fmla="*/ 5033 w 322"/>
                <a:gd name="T1" fmla="*/ 1216 h 90"/>
                <a:gd name="T2" fmla="*/ 4520 w 322"/>
                <a:gd name="T3" fmla="*/ 1707 h 90"/>
                <a:gd name="T4" fmla="*/ 3313 w 322"/>
                <a:gd name="T5" fmla="*/ 1685 h 90"/>
                <a:gd name="T6" fmla="*/ 488 w 322"/>
                <a:gd name="T7" fmla="*/ 1672 h 90"/>
                <a:gd name="T8" fmla="*/ 0 w 322"/>
                <a:gd name="T9" fmla="*/ 1216 h 90"/>
                <a:gd name="T10" fmla="*/ 0 w 322"/>
                <a:gd name="T11" fmla="*/ 491 h 90"/>
                <a:gd name="T12" fmla="*/ 283 w 322"/>
                <a:gd name="T13" fmla="*/ 0 h 90"/>
                <a:gd name="T14" fmla="*/ 2438 w 322"/>
                <a:gd name="T15" fmla="*/ 56 h 90"/>
                <a:gd name="T16" fmla="*/ 4470 w 322"/>
                <a:gd name="T17" fmla="*/ 0 h 90"/>
                <a:gd name="T18" fmla="*/ 5033 w 322"/>
                <a:gd name="T19" fmla="*/ 491 h 90"/>
                <a:gd name="T20" fmla="*/ 5033 w 322"/>
                <a:gd name="T21" fmla="*/ 1216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2" h="90">
                  <a:moveTo>
                    <a:pt x="322" y="64"/>
                  </a:moveTo>
                  <a:cubicBezTo>
                    <a:pt x="322" y="79"/>
                    <a:pt x="316" y="90"/>
                    <a:pt x="289" y="90"/>
                  </a:cubicBezTo>
                  <a:cubicBezTo>
                    <a:pt x="289" y="90"/>
                    <a:pt x="274" y="89"/>
                    <a:pt x="212" y="89"/>
                  </a:cubicBezTo>
                  <a:cubicBezTo>
                    <a:pt x="151" y="89"/>
                    <a:pt x="31" y="88"/>
                    <a:pt x="31" y="88"/>
                  </a:cubicBezTo>
                  <a:cubicBezTo>
                    <a:pt x="7" y="88"/>
                    <a:pt x="0" y="79"/>
                    <a:pt x="0" y="6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3" y="0"/>
                    <a:pt x="18" y="0"/>
                  </a:cubicBezTo>
                  <a:cubicBezTo>
                    <a:pt x="18" y="0"/>
                    <a:pt x="100" y="3"/>
                    <a:pt x="156" y="3"/>
                  </a:cubicBezTo>
                  <a:cubicBezTo>
                    <a:pt x="212" y="3"/>
                    <a:pt x="286" y="0"/>
                    <a:pt x="286" y="0"/>
                  </a:cubicBezTo>
                  <a:cubicBezTo>
                    <a:pt x="315" y="0"/>
                    <a:pt x="322" y="12"/>
                    <a:pt x="322" y="26"/>
                  </a:cubicBezTo>
                  <a:lnTo>
                    <a:pt x="322" y="64"/>
                  </a:lnTo>
                  <a:close/>
                </a:path>
              </a:pathLst>
            </a:custGeom>
            <a:solidFill>
              <a:srgbClr val="F47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7" name="Freeform 111">
              <a:extLst>
                <a:ext uri="{FF2B5EF4-FFF2-40B4-BE49-F238E27FC236}">
                  <a16:creationId xmlns:a16="http://schemas.microsoft.com/office/drawing/2014/main" id="{D120AA82-6596-4D91-8C91-A191F4DB0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648"/>
              <a:ext cx="785" cy="216"/>
            </a:xfrm>
            <a:custGeom>
              <a:avLst/>
              <a:gdLst>
                <a:gd name="T0" fmla="*/ 4408 w 314"/>
                <a:gd name="T1" fmla="*/ 0 h 81"/>
                <a:gd name="T2" fmla="*/ 4908 w 314"/>
                <a:gd name="T3" fmla="*/ 419 h 81"/>
                <a:gd name="T4" fmla="*/ 4908 w 314"/>
                <a:gd name="T5" fmla="*/ 1139 h 81"/>
                <a:gd name="T6" fmla="*/ 4458 w 314"/>
                <a:gd name="T7" fmla="*/ 1536 h 81"/>
                <a:gd name="T8" fmla="*/ 3250 w 314"/>
                <a:gd name="T9" fmla="*/ 1536 h 81"/>
                <a:gd name="T10" fmla="*/ 425 w 314"/>
                <a:gd name="T11" fmla="*/ 1515 h 81"/>
                <a:gd name="T12" fmla="*/ 0 w 314"/>
                <a:gd name="T13" fmla="*/ 1139 h 81"/>
                <a:gd name="T14" fmla="*/ 0 w 314"/>
                <a:gd name="T15" fmla="*/ 419 h 81"/>
                <a:gd name="T16" fmla="*/ 220 w 314"/>
                <a:gd name="T17" fmla="*/ 0 h 81"/>
                <a:gd name="T18" fmla="*/ 2375 w 314"/>
                <a:gd name="T19" fmla="*/ 77 h 81"/>
                <a:gd name="T20" fmla="*/ 4408 w 314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4" h="81">
                  <a:moveTo>
                    <a:pt x="282" y="0"/>
                  </a:moveTo>
                  <a:cubicBezTo>
                    <a:pt x="310" y="0"/>
                    <a:pt x="314" y="11"/>
                    <a:pt x="314" y="22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314" y="71"/>
                    <a:pt x="312" y="81"/>
                    <a:pt x="285" y="81"/>
                  </a:cubicBezTo>
                  <a:cubicBezTo>
                    <a:pt x="284" y="81"/>
                    <a:pt x="269" y="81"/>
                    <a:pt x="208" y="81"/>
                  </a:cubicBezTo>
                  <a:cubicBezTo>
                    <a:pt x="148" y="81"/>
                    <a:pt x="28" y="80"/>
                    <a:pt x="27" y="80"/>
                  </a:cubicBezTo>
                  <a:cubicBezTo>
                    <a:pt x="5" y="80"/>
                    <a:pt x="0" y="72"/>
                    <a:pt x="0" y="6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3"/>
                    <a:pt x="7" y="0"/>
                    <a:pt x="14" y="0"/>
                  </a:cubicBezTo>
                  <a:cubicBezTo>
                    <a:pt x="15" y="0"/>
                    <a:pt x="96" y="4"/>
                    <a:pt x="152" y="4"/>
                  </a:cubicBezTo>
                  <a:cubicBezTo>
                    <a:pt x="207" y="4"/>
                    <a:pt x="281" y="0"/>
                    <a:pt x="282" y="0"/>
                  </a:cubicBezTo>
                  <a:close/>
                </a:path>
              </a:pathLst>
            </a:custGeom>
            <a:solidFill>
              <a:srgbClr val="F9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8" name="Oval 112">
              <a:extLst>
                <a:ext uri="{FF2B5EF4-FFF2-40B4-BE49-F238E27FC236}">
                  <a16:creationId xmlns:a16="http://schemas.microsoft.com/office/drawing/2014/main" id="{C3365F27-4B5E-46BD-BB42-8E9A8F60D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6" y="1733"/>
              <a:ext cx="155" cy="72"/>
            </a:xfrm>
            <a:prstGeom prst="ellipse">
              <a:avLst/>
            </a:pr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19" name="Oval 113">
              <a:extLst>
                <a:ext uri="{FF2B5EF4-FFF2-40B4-BE49-F238E27FC236}">
                  <a16:creationId xmlns:a16="http://schemas.microsoft.com/office/drawing/2014/main" id="{B9B0AF0F-701D-4405-9DC2-D12CBFCD2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8" y="1715"/>
              <a:ext cx="155" cy="72"/>
            </a:xfrm>
            <a:prstGeom prst="ellipse">
              <a:avLst/>
            </a:prstGeom>
            <a:solidFill>
              <a:srgbClr val="F4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20" name="Freeform 114">
              <a:extLst>
                <a:ext uri="{FF2B5EF4-FFF2-40B4-BE49-F238E27FC236}">
                  <a16:creationId xmlns:a16="http://schemas.microsoft.com/office/drawing/2014/main" id="{FBC4A5FA-183E-47DB-9746-6C796407C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661"/>
              <a:ext cx="332" cy="147"/>
            </a:xfrm>
            <a:custGeom>
              <a:avLst/>
              <a:gdLst>
                <a:gd name="T0" fmla="*/ 62 w 133"/>
                <a:gd name="T1" fmla="*/ 858 h 55"/>
                <a:gd name="T2" fmla="*/ 92 w 133"/>
                <a:gd name="T3" fmla="*/ 136 h 55"/>
                <a:gd name="T4" fmla="*/ 604 w 133"/>
                <a:gd name="T5" fmla="*/ 78 h 55"/>
                <a:gd name="T6" fmla="*/ 1383 w 133"/>
                <a:gd name="T7" fmla="*/ 78 h 55"/>
                <a:gd name="T8" fmla="*/ 1725 w 133"/>
                <a:gd name="T9" fmla="*/ 94 h 55"/>
                <a:gd name="T10" fmla="*/ 2069 w 133"/>
                <a:gd name="T11" fmla="*/ 78 h 55"/>
                <a:gd name="T12" fmla="*/ 592 w 133"/>
                <a:gd name="T13" fmla="*/ 208 h 55"/>
                <a:gd name="T14" fmla="*/ 187 w 133"/>
                <a:gd name="T15" fmla="*/ 492 h 55"/>
                <a:gd name="T16" fmla="*/ 92 w 133"/>
                <a:gd name="T17" fmla="*/ 1050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55">
                  <a:moveTo>
                    <a:pt x="4" y="45"/>
                  </a:moveTo>
                  <a:cubicBezTo>
                    <a:pt x="4" y="36"/>
                    <a:pt x="0" y="15"/>
                    <a:pt x="6" y="7"/>
                  </a:cubicBezTo>
                  <a:cubicBezTo>
                    <a:pt x="12" y="0"/>
                    <a:pt x="30" y="4"/>
                    <a:pt x="39" y="4"/>
                  </a:cubicBezTo>
                  <a:cubicBezTo>
                    <a:pt x="56" y="4"/>
                    <a:pt x="72" y="4"/>
                    <a:pt x="89" y="4"/>
                  </a:cubicBezTo>
                  <a:cubicBezTo>
                    <a:pt x="96" y="4"/>
                    <a:pt x="104" y="5"/>
                    <a:pt x="111" y="5"/>
                  </a:cubicBezTo>
                  <a:cubicBezTo>
                    <a:pt x="118" y="4"/>
                    <a:pt x="126" y="3"/>
                    <a:pt x="133" y="4"/>
                  </a:cubicBezTo>
                  <a:cubicBezTo>
                    <a:pt x="104" y="14"/>
                    <a:pt x="69" y="7"/>
                    <a:pt x="38" y="11"/>
                  </a:cubicBezTo>
                  <a:cubicBezTo>
                    <a:pt x="28" y="13"/>
                    <a:pt x="17" y="15"/>
                    <a:pt x="12" y="26"/>
                  </a:cubicBezTo>
                  <a:cubicBezTo>
                    <a:pt x="8" y="35"/>
                    <a:pt x="6" y="45"/>
                    <a:pt x="6" y="55"/>
                  </a:cubicBezTo>
                </a:path>
              </a:pathLst>
            </a:custGeom>
            <a:solidFill>
              <a:srgbClr val="FB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1" name="Freeform 115">
              <a:extLst>
                <a:ext uri="{FF2B5EF4-FFF2-40B4-BE49-F238E27FC236}">
                  <a16:creationId xmlns:a16="http://schemas.microsoft.com/office/drawing/2014/main" id="{01A2A4B5-6459-4D63-AF27-DDFE8FD41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707"/>
              <a:ext cx="500" cy="149"/>
            </a:xfrm>
            <a:custGeom>
              <a:avLst/>
              <a:gdLst>
                <a:gd name="T0" fmla="*/ 0 w 200"/>
                <a:gd name="T1" fmla="*/ 963 h 56"/>
                <a:gd name="T2" fmla="*/ 2283 w 200"/>
                <a:gd name="T3" fmla="*/ 942 h 56"/>
                <a:gd name="T4" fmla="*/ 3033 w 200"/>
                <a:gd name="T5" fmla="*/ 806 h 56"/>
                <a:gd name="T6" fmla="*/ 3033 w 200"/>
                <a:gd name="T7" fmla="*/ 0 h 56"/>
                <a:gd name="T8" fmla="*/ 2845 w 200"/>
                <a:gd name="T9" fmla="*/ 716 h 56"/>
                <a:gd name="T10" fmla="*/ 2425 w 200"/>
                <a:gd name="T11" fmla="*/ 793 h 56"/>
                <a:gd name="T12" fmla="*/ 1895 w 200"/>
                <a:gd name="T13" fmla="*/ 806 h 56"/>
                <a:gd name="T14" fmla="*/ 895 w 200"/>
                <a:gd name="T15" fmla="*/ 849 h 56"/>
                <a:gd name="T16" fmla="*/ 408 w 200"/>
                <a:gd name="T17" fmla="*/ 907 h 56"/>
                <a:gd name="T18" fmla="*/ 50 w 200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0" h="56">
                  <a:moveTo>
                    <a:pt x="0" y="51"/>
                  </a:moveTo>
                  <a:cubicBezTo>
                    <a:pt x="48" y="51"/>
                    <a:pt x="97" y="47"/>
                    <a:pt x="146" y="50"/>
                  </a:cubicBezTo>
                  <a:cubicBezTo>
                    <a:pt x="158" y="50"/>
                    <a:pt x="187" y="56"/>
                    <a:pt x="194" y="43"/>
                  </a:cubicBezTo>
                  <a:cubicBezTo>
                    <a:pt x="200" y="34"/>
                    <a:pt x="196" y="10"/>
                    <a:pt x="194" y="0"/>
                  </a:cubicBezTo>
                  <a:cubicBezTo>
                    <a:pt x="194" y="12"/>
                    <a:pt x="193" y="31"/>
                    <a:pt x="182" y="38"/>
                  </a:cubicBezTo>
                  <a:cubicBezTo>
                    <a:pt x="175" y="43"/>
                    <a:pt x="163" y="42"/>
                    <a:pt x="155" y="42"/>
                  </a:cubicBezTo>
                  <a:cubicBezTo>
                    <a:pt x="144" y="43"/>
                    <a:pt x="132" y="43"/>
                    <a:pt x="121" y="43"/>
                  </a:cubicBezTo>
                  <a:cubicBezTo>
                    <a:pt x="100" y="43"/>
                    <a:pt x="78" y="42"/>
                    <a:pt x="57" y="45"/>
                  </a:cubicBezTo>
                  <a:cubicBezTo>
                    <a:pt x="46" y="46"/>
                    <a:pt x="36" y="47"/>
                    <a:pt x="26" y="48"/>
                  </a:cubicBezTo>
                  <a:cubicBezTo>
                    <a:pt x="18" y="49"/>
                    <a:pt x="10" y="48"/>
                    <a:pt x="3" y="52"/>
                  </a:cubicBezTo>
                </a:path>
              </a:pathLst>
            </a:custGeom>
            <a:solidFill>
              <a:srgbClr val="F7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2" name="Freeform 116">
              <a:extLst>
                <a:ext uri="{FF2B5EF4-FFF2-40B4-BE49-F238E27FC236}">
                  <a16:creationId xmlns:a16="http://schemas.microsoft.com/office/drawing/2014/main" id="{ED526678-9809-4E0A-803E-73E7B2F04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720"/>
              <a:ext cx="125" cy="67"/>
            </a:xfrm>
            <a:custGeom>
              <a:avLst/>
              <a:gdLst>
                <a:gd name="T0" fmla="*/ 533 w 50"/>
                <a:gd name="T1" fmla="*/ 0 h 25"/>
                <a:gd name="T2" fmla="*/ 708 w 50"/>
                <a:gd name="T3" fmla="*/ 193 h 25"/>
                <a:gd name="T4" fmla="*/ 220 w 50"/>
                <a:gd name="T5" fmla="*/ 445 h 25"/>
                <a:gd name="T6" fmla="*/ 0 w 50"/>
                <a:gd name="T7" fmla="*/ 423 h 25"/>
                <a:gd name="T8" fmla="*/ 313 w 50"/>
                <a:gd name="T9" fmla="*/ 482 h 25"/>
                <a:gd name="T10" fmla="*/ 783 w 50"/>
                <a:gd name="T11" fmla="*/ 230 h 25"/>
                <a:gd name="T12" fmla="*/ 533 w 5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4" y="23"/>
                  </a:cubicBezTo>
                  <a:cubicBezTo>
                    <a:pt x="9" y="23"/>
                    <a:pt x="4" y="23"/>
                    <a:pt x="0" y="22"/>
                  </a:cubicBezTo>
                  <a:cubicBezTo>
                    <a:pt x="5" y="24"/>
                    <a:pt x="12" y="25"/>
                    <a:pt x="20" y="25"/>
                  </a:cubicBezTo>
                  <a:cubicBezTo>
                    <a:pt x="37" y="25"/>
                    <a:pt x="50" y="19"/>
                    <a:pt x="50" y="12"/>
                  </a:cubicBezTo>
                  <a:cubicBezTo>
                    <a:pt x="50" y="7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36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3" name="Freeform 117">
              <a:extLst>
                <a:ext uri="{FF2B5EF4-FFF2-40B4-BE49-F238E27FC236}">
                  <a16:creationId xmlns:a16="http://schemas.microsoft.com/office/drawing/2014/main" id="{1515C989-4743-4FF3-B902-0F4818567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723"/>
              <a:ext cx="112" cy="50"/>
            </a:xfrm>
            <a:custGeom>
              <a:avLst/>
              <a:gdLst>
                <a:gd name="T0" fmla="*/ 42 w 45"/>
                <a:gd name="T1" fmla="*/ 200 h 19"/>
                <a:gd name="T2" fmla="*/ 446 w 45"/>
                <a:gd name="T3" fmla="*/ 21 h 19"/>
                <a:gd name="T4" fmla="*/ 694 w 45"/>
                <a:gd name="T5" fmla="*/ 76 h 19"/>
                <a:gd name="T6" fmla="*/ 371 w 45"/>
                <a:gd name="T7" fmla="*/ 0 h 19"/>
                <a:gd name="T8" fmla="*/ 0 w 45"/>
                <a:gd name="T9" fmla="*/ 179 h 19"/>
                <a:gd name="T10" fmla="*/ 154 w 45"/>
                <a:gd name="T11" fmla="*/ 347 h 19"/>
                <a:gd name="T12" fmla="*/ 42 w 45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9">
                  <a:moveTo>
                    <a:pt x="3" y="11"/>
                  </a:moveTo>
                  <a:cubicBezTo>
                    <a:pt x="3" y="5"/>
                    <a:pt x="16" y="1"/>
                    <a:pt x="29" y="1"/>
                  </a:cubicBezTo>
                  <a:cubicBezTo>
                    <a:pt x="35" y="1"/>
                    <a:pt x="41" y="3"/>
                    <a:pt x="45" y="4"/>
                  </a:cubicBezTo>
                  <a:cubicBezTo>
                    <a:pt x="41" y="1"/>
                    <a:pt x="33" y="0"/>
                    <a:pt x="24" y="0"/>
                  </a:cubicBezTo>
                  <a:cubicBezTo>
                    <a:pt x="11" y="0"/>
                    <a:pt x="0" y="4"/>
                    <a:pt x="0" y="10"/>
                  </a:cubicBezTo>
                  <a:cubicBezTo>
                    <a:pt x="0" y="14"/>
                    <a:pt x="4" y="17"/>
                    <a:pt x="10" y="19"/>
                  </a:cubicBezTo>
                  <a:cubicBezTo>
                    <a:pt x="7" y="17"/>
                    <a:pt x="3" y="15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4" name="Freeform 118">
              <a:extLst>
                <a:ext uri="{FF2B5EF4-FFF2-40B4-BE49-F238E27FC236}">
                  <a16:creationId xmlns:a16="http://schemas.microsoft.com/office/drawing/2014/main" id="{921B39EA-DE67-4E2C-8761-B4875E49F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637"/>
              <a:ext cx="805" cy="240"/>
            </a:xfrm>
            <a:custGeom>
              <a:avLst/>
              <a:gdLst>
                <a:gd name="T0" fmla="*/ 5033 w 322"/>
                <a:gd name="T1" fmla="*/ 1216 h 90"/>
                <a:gd name="T2" fmla="*/ 4520 w 322"/>
                <a:gd name="T3" fmla="*/ 1707 h 90"/>
                <a:gd name="T4" fmla="*/ 3313 w 322"/>
                <a:gd name="T5" fmla="*/ 1685 h 90"/>
                <a:gd name="T6" fmla="*/ 488 w 322"/>
                <a:gd name="T7" fmla="*/ 1672 h 90"/>
                <a:gd name="T8" fmla="*/ 0 w 322"/>
                <a:gd name="T9" fmla="*/ 1216 h 90"/>
                <a:gd name="T10" fmla="*/ 0 w 322"/>
                <a:gd name="T11" fmla="*/ 491 h 90"/>
                <a:gd name="T12" fmla="*/ 283 w 322"/>
                <a:gd name="T13" fmla="*/ 0 h 90"/>
                <a:gd name="T14" fmla="*/ 2438 w 322"/>
                <a:gd name="T15" fmla="*/ 56 h 90"/>
                <a:gd name="T16" fmla="*/ 4470 w 322"/>
                <a:gd name="T17" fmla="*/ 0 h 90"/>
                <a:gd name="T18" fmla="*/ 5033 w 322"/>
                <a:gd name="T19" fmla="*/ 491 h 90"/>
                <a:gd name="T20" fmla="*/ 5033 w 322"/>
                <a:gd name="T21" fmla="*/ 1216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2" h="90">
                  <a:moveTo>
                    <a:pt x="322" y="64"/>
                  </a:moveTo>
                  <a:cubicBezTo>
                    <a:pt x="322" y="79"/>
                    <a:pt x="316" y="90"/>
                    <a:pt x="289" y="90"/>
                  </a:cubicBezTo>
                  <a:cubicBezTo>
                    <a:pt x="289" y="90"/>
                    <a:pt x="274" y="89"/>
                    <a:pt x="212" y="89"/>
                  </a:cubicBezTo>
                  <a:cubicBezTo>
                    <a:pt x="151" y="89"/>
                    <a:pt x="31" y="88"/>
                    <a:pt x="31" y="88"/>
                  </a:cubicBezTo>
                  <a:cubicBezTo>
                    <a:pt x="7" y="88"/>
                    <a:pt x="0" y="79"/>
                    <a:pt x="0" y="6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3" y="0"/>
                    <a:pt x="18" y="0"/>
                  </a:cubicBezTo>
                  <a:cubicBezTo>
                    <a:pt x="18" y="0"/>
                    <a:pt x="100" y="3"/>
                    <a:pt x="156" y="3"/>
                  </a:cubicBezTo>
                  <a:cubicBezTo>
                    <a:pt x="212" y="3"/>
                    <a:pt x="286" y="0"/>
                    <a:pt x="286" y="0"/>
                  </a:cubicBezTo>
                  <a:cubicBezTo>
                    <a:pt x="315" y="0"/>
                    <a:pt x="322" y="12"/>
                    <a:pt x="322" y="26"/>
                  </a:cubicBezTo>
                  <a:lnTo>
                    <a:pt x="322" y="6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5" name="Oval 119">
              <a:extLst>
                <a:ext uri="{FF2B5EF4-FFF2-40B4-BE49-F238E27FC236}">
                  <a16:creationId xmlns:a16="http://schemas.microsoft.com/office/drawing/2014/main" id="{B535DBFB-6418-475F-9335-BE92BC0A3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8" y="1715"/>
              <a:ext cx="155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26" name="Freeform 120">
              <a:extLst>
                <a:ext uri="{FF2B5EF4-FFF2-40B4-BE49-F238E27FC236}">
                  <a16:creationId xmlns:a16="http://schemas.microsoft.com/office/drawing/2014/main" id="{62CDACFD-7428-45D9-B6D9-5E071091A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648"/>
              <a:ext cx="785" cy="216"/>
            </a:xfrm>
            <a:custGeom>
              <a:avLst/>
              <a:gdLst>
                <a:gd name="T0" fmla="*/ 4408 w 314"/>
                <a:gd name="T1" fmla="*/ 0 h 81"/>
                <a:gd name="T2" fmla="*/ 4908 w 314"/>
                <a:gd name="T3" fmla="*/ 419 h 81"/>
                <a:gd name="T4" fmla="*/ 4908 w 314"/>
                <a:gd name="T5" fmla="*/ 1139 h 81"/>
                <a:gd name="T6" fmla="*/ 4458 w 314"/>
                <a:gd name="T7" fmla="*/ 1536 h 81"/>
                <a:gd name="T8" fmla="*/ 3250 w 314"/>
                <a:gd name="T9" fmla="*/ 1536 h 81"/>
                <a:gd name="T10" fmla="*/ 425 w 314"/>
                <a:gd name="T11" fmla="*/ 1515 h 81"/>
                <a:gd name="T12" fmla="*/ 0 w 314"/>
                <a:gd name="T13" fmla="*/ 1139 h 81"/>
                <a:gd name="T14" fmla="*/ 0 w 314"/>
                <a:gd name="T15" fmla="*/ 419 h 81"/>
                <a:gd name="T16" fmla="*/ 220 w 314"/>
                <a:gd name="T17" fmla="*/ 0 h 81"/>
                <a:gd name="T18" fmla="*/ 2375 w 314"/>
                <a:gd name="T19" fmla="*/ 77 h 81"/>
                <a:gd name="T20" fmla="*/ 4408 w 314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4" h="81">
                  <a:moveTo>
                    <a:pt x="282" y="0"/>
                  </a:moveTo>
                  <a:cubicBezTo>
                    <a:pt x="310" y="0"/>
                    <a:pt x="314" y="11"/>
                    <a:pt x="314" y="22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314" y="71"/>
                    <a:pt x="312" y="81"/>
                    <a:pt x="285" y="81"/>
                  </a:cubicBezTo>
                  <a:cubicBezTo>
                    <a:pt x="284" y="81"/>
                    <a:pt x="269" y="81"/>
                    <a:pt x="208" y="81"/>
                  </a:cubicBezTo>
                  <a:cubicBezTo>
                    <a:pt x="148" y="81"/>
                    <a:pt x="28" y="80"/>
                    <a:pt x="27" y="80"/>
                  </a:cubicBezTo>
                  <a:cubicBezTo>
                    <a:pt x="5" y="80"/>
                    <a:pt x="0" y="72"/>
                    <a:pt x="0" y="6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3"/>
                    <a:pt x="7" y="0"/>
                    <a:pt x="14" y="0"/>
                  </a:cubicBezTo>
                  <a:cubicBezTo>
                    <a:pt x="15" y="0"/>
                    <a:pt x="96" y="4"/>
                    <a:pt x="152" y="4"/>
                  </a:cubicBezTo>
                  <a:cubicBezTo>
                    <a:pt x="207" y="4"/>
                    <a:pt x="281" y="0"/>
                    <a:pt x="282" y="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8" name="Group 121">
            <a:extLst>
              <a:ext uri="{FF2B5EF4-FFF2-40B4-BE49-F238E27FC236}">
                <a16:creationId xmlns:a16="http://schemas.microsoft.com/office/drawing/2014/main" id="{15F69361-31A5-4B12-8EE4-02D9CCC41D02}"/>
              </a:ext>
            </a:extLst>
          </p:cNvPr>
          <p:cNvGrpSpPr>
            <a:grpSpLocks/>
          </p:cNvGrpSpPr>
          <p:nvPr/>
        </p:nvGrpSpPr>
        <p:grpSpPr bwMode="auto">
          <a:xfrm>
            <a:off x="6019800" y="2057400"/>
            <a:ext cx="1590675" cy="268288"/>
            <a:chOff x="1110" y="1981"/>
            <a:chExt cx="1002" cy="169"/>
          </a:xfrm>
        </p:grpSpPr>
        <p:sp>
          <p:nvSpPr>
            <p:cNvPr id="29906" name="Freeform 122">
              <a:extLst>
                <a:ext uri="{FF2B5EF4-FFF2-40B4-BE49-F238E27FC236}">
                  <a16:creationId xmlns:a16="http://schemas.microsoft.com/office/drawing/2014/main" id="{6AAA7CB5-107E-433A-A6AE-A0DDA2A6B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981"/>
              <a:ext cx="1002" cy="169"/>
            </a:xfrm>
            <a:custGeom>
              <a:avLst/>
              <a:gdLst>
                <a:gd name="T0" fmla="*/ 34811 w 170"/>
                <a:gd name="T1" fmla="*/ 3173 h 27"/>
                <a:gd name="T2" fmla="*/ 33178 w 170"/>
                <a:gd name="T3" fmla="*/ 6622 h 27"/>
                <a:gd name="T4" fmla="*/ 1839 w 170"/>
                <a:gd name="T5" fmla="*/ 6622 h 27"/>
                <a:gd name="T6" fmla="*/ 0 w 170"/>
                <a:gd name="T7" fmla="*/ 3173 h 27"/>
                <a:gd name="T8" fmla="*/ 0 w 170"/>
                <a:gd name="T9" fmla="*/ 3173 h 27"/>
                <a:gd name="T10" fmla="*/ 1839 w 170"/>
                <a:gd name="T11" fmla="*/ 0 h 27"/>
                <a:gd name="T12" fmla="*/ 33178 w 170"/>
                <a:gd name="T13" fmla="*/ 0 h 27"/>
                <a:gd name="T14" fmla="*/ 34811 w 170"/>
                <a:gd name="T15" fmla="*/ 317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27">
                  <a:moveTo>
                    <a:pt x="170" y="13"/>
                  </a:moveTo>
                  <a:cubicBezTo>
                    <a:pt x="170" y="21"/>
                    <a:pt x="170" y="27"/>
                    <a:pt x="162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" y="27"/>
                    <a:pt x="0" y="21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1" y="0"/>
                    <a:pt x="9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70" y="0"/>
                    <a:pt x="170" y="6"/>
                    <a:pt x="170" y="13"/>
                  </a:cubicBezTo>
                  <a:close/>
                </a:path>
              </a:pathLst>
            </a:custGeom>
            <a:solidFill>
              <a:srgbClr val="FCBC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7" name="Oval 123">
              <a:extLst>
                <a:ext uri="{FF2B5EF4-FFF2-40B4-BE49-F238E27FC236}">
                  <a16:creationId xmlns:a16="http://schemas.microsoft.com/office/drawing/2014/main" id="{4FEBAE30-EBF3-4226-8233-35D462230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2012"/>
              <a:ext cx="135" cy="63"/>
            </a:xfrm>
            <a:prstGeom prst="ellipse">
              <a:avLst/>
            </a:prstGeom>
            <a:solidFill>
              <a:srgbClr val="FC8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08" name="Oval 124">
              <a:extLst>
                <a:ext uri="{FF2B5EF4-FFF2-40B4-BE49-F238E27FC236}">
                  <a16:creationId xmlns:a16="http://schemas.microsoft.com/office/drawing/2014/main" id="{DF5F1C24-1598-4BD9-BE54-440B59FD6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" y="2043"/>
              <a:ext cx="130" cy="57"/>
            </a:xfrm>
            <a:prstGeom prst="ellipse">
              <a:avLst/>
            </a:prstGeom>
            <a:solidFill>
              <a:srgbClr val="FEE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09" name="Oval 125">
              <a:extLst>
                <a:ext uri="{FF2B5EF4-FFF2-40B4-BE49-F238E27FC236}">
                  <a16:creationId xmlns:a16="http://schemas.microsoft.com/office/drawing/2014/main" id="{F491240A-CB14-4C8B-BDAD-2675A2ADE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2025"/>
              <a:ext cx="141" cy="62"/>
            </a:xfrm>
            <a:prstGeom prst="ellipse">
              <a:avLst/>
            </a:prstGeom>
            <a:solidFill>
              <a:srgbClr val="FC9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10" name="Freeform 126">
              <a:extLst>
                <a:ext uri="{FF2B5EF4-FFF2-40B4-BE49-F238E27FC236}">
                  <a16:creationId xmlns:a16="http://schemas.microsoft.com/office/drawing/2014/main" id="{9605EED4-91F3-412F-BF14-6A7686DBA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031"/>
              <a:ext cx="95" cy="44"/>
            </a:xfrm>
            <a:custGeom>
              <a:avLst/>
              <a:gdLst>
                <a:gd name="T0" fmla="*/ 214 w 16"/>
                <a:gd name="T1" fmla="*/ 987 h 7"/>
                <a:gd name="T2" fmla="*/ 2078 w 16"/>
                <a:gd name="T3" fmla="*/ 239 h 7"/>
                <a:gd name="T4" fmla="*/ 3349 w 16"/>
                <a:gd name="T5" fmla="*/ 515 h 7"/>
                <a:gd name="T6" fmla="*/ 1870 w 16"/>
                <a:gd name="T7" fmla="*/ 0 h 7"/>
                <a:gd name="T8" fmla="*/ 0 w 16"/>
                <a:gd name="T9" fmla="*/ 987 h 7"/>
                <a:gd name="T10" fmla="*/ 849 w 16"/>
                <a:gd name="T11" fmla="*/ 1741 h 7"/>
                <a:gd name="T12" fmla="*/ 214 w 16"/>
                <a:gd name="T13" fmla="*/ 98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">
                  <a:moveTo>
                    <a:pt x="1" y="4"/>
                  </a:moveTo>
                  <a:cubicBezTo>
                    <a:pt x="1" y="2"/>
                    <a:pt x="6" y="1"/>
                    <a:pt x="10" y="1"/>
                  </a:cubicBezTo>
                  <a:cubicBezTo>
                    <a:pt x="12" y="1"/>
                    <a:pt x="14" y="1"/>
                    <a:pt x="16" y="2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2"/>
                    <a:pt x="0" y="4"/>
                  </a:cubicBezTo>
                  <a:cubicBezTo>
                    <a:pt x="0" y="5"/>
                    <a:pt x="2" y="6"/>
                    <a:pt x="4" y="7"/>
                  </a:cubicBezTo>
                  <a:cubicBezTo>
                    <a:pt x="3" y="6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1" name="Freeform 127">
              <a:extLst>
                <a:ext uri="{FF2B5EF4-FFF2-40B4-BE49-F238E27FC236}">
                  <a16:creationId xmlns:a16="http://schemas.microsoft.com/office/drawing/2014/main" id="{4691A40C-449D-495B-B6CE-763609616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012"/>
              <a:ext cx="407" cy="119"/>
            </a:xfrm>
            <a:custGeom>
              <a:avLst/>
              <a:gdLst>
                <a:gd name="T0" fmla="*/ 13537 w 69"/>
                <a:gd name="T1" fmla="*/ 983 h 19"/>
                <a:gd name="T2" fmla="*/ 12735 w 69"/>
                <a:gd name="T3" fmla="*/ 4434 h 19"/>
                <a:gd name="T4" fmla="*/ 0 w 69"/>
                <a:gd name="T5" fmla="*/ 4434 h 19"/>
                <a:gd name="T6" fmla="*/ 12316 w 69"/>
                <a:gd name="T7" fmla="*/ 3451 h 19"/>
                <a:gd name="T8" fmla="*/ 13537 w 69"/>
                <a:gd name="T9" fmla="*/ 98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9">
                  <a:moveTo>
                    <a:pt x="66" y="4"/>
                  </a:moveTo>
                  <a:cubicBezTo>
                    <a:pt x="66" y="0"/>
                    <a:pt x="69" y="18"/>
                    <a:pt x="62" y="18"/>
                  </a:cubicBezTo>
                  <a:cubicBezTo>
                    <a:pt x="53" y="19"/>
                    <a:pt x="0" y="18"/>
                    <a:pt x="0" y="18"/>
                  </a:cubicBezTo>
                  <a:cubicBezTo>
                    <a:pt x="9" y="18"/>
                    <a:pt x="55" y="18"/>
                    <a:pt x="60" y="14"/>
                  </a:cubicBezTo>
                  <a:cubicBezTo>
                    <a:pt x="65" y="10"/>
                    <a:pt x="65" y="8"/>
                    <a:pt x="66" y="4"/>
                  </a:cubicBezTo>
                  <a:close/>
                </a:path>
              </a:pathLst>
            </a:custGeom>
            <a:solidFill>
              <a:srgbClr val="FC9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2" name="Freeform 128">
              <a:extLst>
                <a:ext uri="{FF2B5EF4-FFF2-40B4-BE49-F238E27FC236}">
                  <a16:creationId xmlns:a16="http://schemas.microsoft.com/office/drawing/2014/main" id="{1EDC5F0A-9F3C-406B-8C04-18F95E876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006"/>
              <a:ext cx="235" cy="106"/>
            </a:xfrm>
            <a:custGeom>
              <a:avLst/>
              <a:gdLst>
                <a:gd name="T0" fmla="*/ 623 w 40"/>
                <a:gd name="T1" fmla="*/ 4122 h 17"/>
                <a:gd name="T2" fmla="*/ 623 w 40"/>
                <a:gd name="T3" fmla="*/ 468 h 17"/>
                <a:gd name="T4" fmla="*/ 8113 w 40"/>
                <a:gd name="T5" fmla="*/ 0 h 17"/>
                <a:gd name="T6" fmla="*/ 828 w 40"/>
                <a:gd name="T7" fmla="*/ 2176 h 17"/>
                <a:gd name="T8" fmla="*/ 623 w 40"/>
                <a:gd name="T9" fmla="*/ 412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7">
                  <a:moveTo>
                    <a:pt x="3" y="17"/>
                  </a:moveTo>
                  <a:cubicBezTo>
                    <a:pt x="0" y="13"/>
                    <a:pt x="0" y="4"/>
                    <a:pt x="3" y="2"/>
                  </a:cubicBezTo>
                  <a:cubicBezTo>
                    <a:pt x="5" y="0"/>
                    <a:pt x="23" y="0"/>
                    <a:pt x="40" y="0"/>
                  </a:cubicBezTo>
                  <a:cubicBezTo>
                    <a:pt x="32" y="0"/>
                    <a:pt x="5" y="1"/>
                    <a:pt x="4" y="9"/>
                  </a:cubicBezTo>
                  <a:cubicBezTo>
                    <a:pt x="3" y="11"/>
                    <a:pt x="3" y="17"/>
                    <a:pt x="3" y="17"/>
                  </a:cubicBezTo>
                  <a:close/>
                </a:path>
              </a:pathLst>
            </a:custGeom>
            <a:solidFill>
              <a:srgbClr val="FEE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3" name="Freeform 129">
              <a:extLst>
                <a:ext uri="{FF2B5EF4-FFF2-40B4-BE49-F238E27FC236}">
                  <a16:creationId xmlns:a16="http://schemas.microsoft.com/office/drawing/2014/main" id="{6850AF5A-CF93-44B6-9A4F-F3B91155B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981"/>
              <a:ext cx="1002" cy="169"/>
            </a:xfrm>
            <a:custGeom>
              <a:avLst/>
              <a:gdLst>
                <a:gd name="T0" fmla="*/ 34811 w 170"/>
                <a:gd name="T1" fmla="*/ 3173 h 27"/>
                <a:gd name="T2" fmla="*/ 33178 w 170"/>
                <a:gd name="T3" fmla="*/ 6622 h 27"/>
                <a:gd name="T4" fmla="*/ 1839 w 170"/>
                <a:gd name="T5" fmla="*/ 6622 h 27"/>
                <a:gd name="T6" fmla="*/ 0 w 170"/>
                <a:gd name="T7" fmla="*/ 3173 h 27"/>
                <a:gd name="T8" fmla="*/ 0 w 170"/>
                <a:gd name="T9" fmla="*/ 3173 h 27"/>
                <a:gd name="T10" fmla="*/ 1839 w 170"/>
                <a:gd name="T11" fmla="*/ 0 h 27"/>
                <a:gd name="T12" fmla="*/ 33178 w 170"/>
                <a:gd name="T13" fmla="*/ 0 h 27"/>
                <a:gd name="T14" fmla="*/ 34811 w 170"/>
                <a:gd name="T15" fmla="*/ 317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27">
                  <a:moveTo>
                    <a:pt x="170" y="13"/>
                  </a:moveTo>
                  <a:cubicBezTo>
                    <a:pt x="170" y="21"/>
                    <a:pt x="170" y="27"/>
                    <a:pt x="162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" y="27"/>
                    <a:pt x="0" y="21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1" y="0"/>
                    <a:pt x="9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70" y="0"/>
                    <a:pt x="170" y="6"/>
                    <a:pt x="170" y="13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4" name="Oval 130">
              <a:extLst>
                <a:ext uri="{FF2B5EF4-FFF2-40B4-BE49-F238E27FC236}">
                  <a16:creationId xmlns:a16="http://schemas.microsoft.com/office/drawing/2014/main" id="{FDD492FC-2F10-42F3-AD2D-5CC5FEE05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2025"/>
              <a:ext cx="141" cy="62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15" name="Freeform 131">
              <a:extLst>
                <a:ext uri="{FF2B5EF4-FFF2-40B4-BE49-F238E27FC236}">
                  <a16:creationId xmlns:a16="http://schemas.microsoft.com/office/drawing/2014/main" id="{425DAD9A-9075-4268-877C-EBAC863A8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993"/>
              <a:ext cx="978" cy="144"/>
            </a:xfrm>
            <a:custGeom>
              <a:avLst/>
              <a:gdLst>
                <a:gd name="T0" fmla="*/ 0 w 166"/>
                <a:gd name="T1" fmla="*/ 2705 h 23"/>
                <a:gd name="T2" fmla="*/ 1426 w 166"/>
                <a:gd name="T3" fmla="*/ 0 h 23"/>
                <a:gd name="T4" fmla="*/ 32734 w 166"/>
                <a:gd name="T5" fmla="*/ 0 h 23"/>
                <a:gd name="T6" fmla="*/ 33947 w 166"/>
                <a:gd name="T7" fmla="*/ 2705 h 23"/>
                <a:gd name="T8" fmla="*/ 32734 w 166"/>
                <a:gd name="T9" fmla="*/ 5647 h 23"/>
                <a:gd name="T10" fmla="*/ 1426 w 166"/>
                <a:gd name="T11" fmla="*/ 5647 h 23"/>
                <a:gd name="T12" fmla="*/ 0 w 166"/>
                <a:gd name="T13" fmla="*/ 270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3">
                  <a:moveTo>
                    <a:pt x="0" y="11"/>
                  </a:moveTo>
                  <a:cubicBezTo>
                    <a:pt x="0" y="2"/>
                    <a:pt x="3" y="0"/>
                    <a:pt x="7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5" y="0"/>
                    <a:pt x="166" y="3"/>
                    <a:pt x="166" y="11"/>
                  </a:cubicBezTo>
                  <a:cubicBezTo>
                    <a:pt x="166" y="20"/>
                    <a:pt x="165" y="23"/>
                    <a:pt x="160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3" y="23"/>
                    <a:pt x="0" y="21"/>
                    <a:pt x="0" y="11"/>
                  </a:cubicBezTo>
                  <a:close/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9" name="Group 132">
            <a:extLst>
              <a:ext uri="{FF2B5EF4-FFF2-40B4-BE49-F238E27FC236}">
                <a16:creationId xmlns:a16="http://schemas.microsoft.com/office/drawing/2014/main" id="{DE19B16C-F3E4-4ABE-A8FA-54AADAB153D4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2057400"/>
            <a:ext cx="1590675" cy="268288"/>
            <a:chOff x="2118" y="1981"/>
            <a:chExt cx="1002" cy="169"/>
          </a:xfrm>
        </p:grpSpPr>
        <p:sp>
          <p:nvSpPr>
            <p:cNvPr id="29896" name="Freeform 133">
              <a:extLst>
                <a:ext uri="{FF2B5EF4-FFF2-40B4-BE49-F238E27FC236}">
                  <a16:creationId xmlns:a16="http://schemas.microsoft.com/office/drawing/2014/main" id="{96DBEF5A-DA06-4EE2-B1E8-42C622A73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981"/>
              <a:ext cx="1002" cy="169"/>
            </a:xfrm>
            <a:custGeom>
              <a:avLst/>
              <a:gdLst>
                <a:gd name="T0" fmla="*/ 34811 w 170"/>
                <a:gd name="T1" fmla="*/ 3173 h 27"/>
                <a:gd name="T2" fmla="*/ 33178 w 170"/>
                <a:gd name="T3" fmla="*/ 6622 h 27"/>
                <a:gd name="T4" fmla="*/ 1839 w 170"/>
                <a:gd name="T5" fmla="*/ 6622 h 27"/>
                <a:gd name="T6" fmla="*/ 0 w 170"/>
                <a:gd name="T7" fmla="*/ 3173 h 27"/>
                <a:gd name="T8" fmla="*/ 0 w 170"/>
                <a:gd name="T9" fmla="*/ 3173 h 27"/>
                <a:gd name="T10" fmla="*/ 1839 w 170"/>
                <a:gd name="T11" fmla="*/ 0 h 27"/>
                <a:gd name="T12" fmla="*/ 33178 w 170"/>
                <a:gd name="T13" fmla="*/ 0 h 27"/>
                <a:gd name="T14" fmla="*/ 34811 w 170"/>
                <a:gd name="T15" fmla="*/ 317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27">
                  <a:moveTo>
                    <a:pt x="170" y="13"/>
                  </a:moveTo>
                  <a:cubicBezTo>
                    <a:pt x="170" y="21"/>
                    <a:pt x="170" y="27"/>
                    <a:pt x="162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" y="27"/>
                    <a:pt x="0" y="21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1" y="0"/>
                    <a:pt x="9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70" y="0"/>
                    <a:pt x="170" y="6"/>
                    <a:pt x="170" y="13"/>
                  </a:cubicBezTo>
                  <a:close/>
                </a:path>
              </a:pathLst>
            </a:custGeom>
            <a:solidFill>
              <a:srgbClr val="FCBC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7" name="Oval 134">
              <a:extLst>
                <a:ext uri="{FF2B5EF4-FFF2-40B4-BE49-F238E27FC236}">
                  <a16:creationId xmlns:a16="http://schemas.microsoft.com/office/drawing/2014/main" id="{700AE311-E536-40DC-8247-B9A18843E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9" y="2012"/>
              <a:ext cx="135" cy="63"/>
            </a:xfrm>
            <a:prstGeom prst="ellipse">
              <a:avLst/>
            </a:prstGeom>
            <a:solidFill>
              <a:srgbClr val="FC8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98" name="Oval 135">
              <a:extLst>
                <a:ext uri="{FF2B5EF4-FFF2-40B4-BE49-F238E27FC236}">
                  <a16:creationId xmlns:a16="http://schemas.microsoft.com/office/drawing/2014/main" id="{0DCCBA90-5712-4485-84D4-746628F1F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043"/>
              <a:ext cx="130" cy="57"/>
            </a:xfrm>
            <a:prstGeom prst="ellipse">
              <a:avLst/>
            </a:prstGeom>
            <a:solidFill>
              <a:srgbClr val="FEE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99" name="Oval 136">
              <a:extLst>
                <a:ext uri="{FF2B5EF4-FFF2-40B4-BE49-F238E27FC236}">
                  <a16:creationId xmlns:a16="http://schemas.microsoft.com/office/drawing/2014/main" id="{69DCB5F5-F7DB-49F5-AE24-1AAB717E4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2025"/>
              <a:ext cx="141" cy="62"/>
            </a:xfrm>
            <a:prstGeom prst="ellipse">
              <a:avLst/>
            </a:prstGeom>
            <a:solidFill>
              <a:srgbClr val="FC9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00" name="Freeform 137">
              <a:extLst>
                <a:ext uri="{FF2B5EF4-FFF2-40B4-BE49-F238E27FC236}">
                  <a16:creationId xmlns:a16="http://schemas.microsoft.com/office/drawing/2014/main" id="{10989E80-6343-4D30-8A12-C43E2EC5C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031"/>
              <a:ext cx="95" cy="44"/>
            </a:xfrm>
            <a:custGeom>
              <a:avLst/>
              <a:gdLst>
                <a:gd name="T0" fmla="*/ 214 w 16"/>
                <a:gd name="T1" fmla="*/ 987 h 7"/>
                <a:gd name="T2" fmla="*/ 2078 w 16"/>
                <a:gd name="T3" fmla="*/ 239 h 7"/>
                <a:gd name="T4" fmla="*/ 3349 w 16"/>
                <a:gd name="T5" fmla="*/ 515 h 7"/>
                <a:gd name="T6" fmla="*/ 1870 w 16"/>
                <a:gd name="T7" fmla="*/ 0 h 7"/>
                <a:gd name="T8" fmla="*/ 0 w 16"/>
                <a:gd name="T9" fmla="*/ 987 h 7"/>
                <a:gd name="T10" fmla="*/ 849 w 16"/>
                <a:gd name="T11" fmla="*/ 1741 h 7"/>
                <a:gd name="T12" fmla="*/ 214 w 16"/>
                <a:gd name="T13" fmla="*/ 98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">
                  <a:moveTo>
                    <a:pt x="1" y="4"/>
                  </a:moveTo>
                  <a:cubicBezTo>
                    <a:pt x="1" y="2"/>
                    <a:pt x="6" y="1"/>
                    <a:pt x="10" y="1"/>
                  </a:cubicBezTo>
                  <a:cubicBezTo>
                    <a:pt x="12" y="1"/>
                    <a:pt x="14" y="1"/>
                    <a:pt x="16" y="2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2"/>
                    <a:pt x="0" y="4"/>
                  </a:cubicBezTo>
                  <a:cubicBezTo>
                    <a:pt x="0" y="5"/>
                    <a:pt x="2" y="6"/>
                    <a:pt x="4" y="7"/>
                  </a:cubicBezTo>
                  <a:cubicBezTo>
                    <a:pt x="3" y="6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1" name="Freeform 138">
              <a:extLst>
                <a:ext uri="{FF2B5EF4-FFF2-40B4-BE49-F238E27FC236}">
                  <a16:creationId xmlns:a16="http://schemas.microsoft.com/office/drawing/2014/main" id="{065F040B-68BC-4711-A3AB-1C3A9C3E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2"/>
              <a:ext cx="407" cy="119"/>
            </a:xfrm>
            <a:custGeom>
              <a:avLst/>
              <a:gdLst>
                <a:gd name="T0" fmla="*/ 13537 w 69"/>
                <a:gd name="T1" fmla="*/ 983 h 19"/>
                <a:gd name="T2" fmla="*/ 12735 w 69"/>
                <a:gd name="T3" fmla="*/ 4434 h 19"/>
                <a:gd name="T4" fmla="*/ 0 w 69"/>
                <a:gd name="T5" fmla="*/ 4434 h 19"/>
                <a:gd name="T6" fmla="*/ 12316 w 69"/>
                <a:gd name="T7" fmla="*/ 3451 h 19"/>
                <a:gd name="T8" fmla="*/ 13537 w 69"/>
                <a:gd name="T9" fmla="*/ 98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9">
                  <a:moveTo>
                    <a:pt x="66" y="4"/>
                  </a:moveTo>
                  <a:cubicBezTo>
                    <a:pt x="66" y="0"/>
                    <a:pt x="69" y="18"/>
                    <a:pt x="62" y="18"/>
                  </a:cubicBezTo>
                  <a:cubicBezTo>
                    <a:pt x="53" y="19"/>
                    <a:pt x="0" y="18"/>
                    <a:pt x="0" y="18"/>
                  </a:cubicBezTo>
                  <a:cubicBezTo>
                    <a:pt x="9" y="18"/>
                    <a:pt x="55" y="18"/>
                    <a:pt x="60" y="14"/>
                  </a:cubicBezTo>
                  <a:cubicBezTo>
                    <a:pt x="65" y="10"/>
                    <a:pt x="65" y="8"/>
                    <a:pt x="66" y="4"/>
                  </a:cubicBezTo>
                  <a:close/>
                </a:path>
              </a:pathLst>
            </a:custGeom>
            <a:solidFill>
              <a:srgbClr val="FC9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2" name="Freeform 139">
              <a:extLst>
                <a:ext uri="{FF2B5EF4-FFF2-40B4-BE49-F238E27FC236}">
                  <a16:creationId xmlns:a16="http://schemas.microsoft.com/office/drawing/2014/main" id="{F6DC57C6-4E08-43E7-96B4-6FDBC4E02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006"/>
              <a:ext cx="235" cy="106"/>
            </a:xfrm>
            <a:custGeom>
              <a:avLst/>
              <a:gdLst>
                <a:gd name="T0" fmla="*/ 623 w 40"/>
                <a:gd name="T1" fmla="*/ 4122 h 17"/>
                <a:gd name="T2" fmla="*/ 623 w 40"/>
                <a:gd name="T3" fmla="*/ 468 h 17"/>
                <a:gd name="T4" fmla="*/ 8113 w 40"/>
                <a:gd name="T5" fmla="*/ 0 h 17"/>
                <a:gd name="T6" fmla="*/ 828 w 40"/>
                <a:gd name="T7" fmla="*/ 2176 h 17"/>
                <a:gd name="T8" fmla="*/ 623 w 40"/>
                <a:gd name="T9" fmla="*/ 412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7">
                  <a:moveTo>
                    <a:pt x="3" y="17"/>
                  </a:moveTo>
                  <a:cubicBezTo>
                    <a:pt x="0" y="13"/>
                    <a:pt x="0" y="4"/>
                    <a:pt x="3" y="2"/>
                  </a:cubicBezTo>
                  <a:cubicBezTo>
                    <a:pt x="5" y="0"/>
                    <a:pt x="23" y="0"/>
                    <a:pt x="40" y="0"/>
                  </a:cubicBezTo>
                  <a:cubicBezTo>
                    <a:pt x="32" y="0"/>
                    <a:pt x="5" y="1"/>
                    <a:pt x="4" y="9"/>
                  </a:cubicBezTo>
                  <a:cubicBezTo>
                    <a:pt x="3" y="11"/>
                    <a:pt x="3" y="17"/>
                    <a:pt x="3" y="17"/>
                  </a:cubicBezTo>
                  <a:close/>
                </a:path>
              </a:pathLst>
            </a:custGeom>
            <a:solidFill>
              <a:srgbClr val="FEE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3" name="Freeform 140">
              <a:extLst>
                <a:ext uri="{FF2B5EF4-FFF2-40B4-BE49-F238E27FC236}">
                  <a16:creationId xmlns:a16="http://schemas.microsoft.com/office/drawing/2014/main" id="{442B0759-1A9E-4662-AF24-A2BE20BA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981"/>
              <a:ext cx="1002" cy="169"/>
            </a:xfrm>
            <a:custGeom>
              <a:avLst/>
              <a:gdLst>
                <a:gd name="T0" fmla="*/ 34811 w 170"/>
                <a:gd name="T1" fmla="*/ 3173 h 27"/>
                <a:gd name="T2" fmla="*/ 33178 w 170"/>
                <a:gd name="T3" fmla="*/ 6622 h 27"/>
                <a:gd name="T4" fmla="*/ 1839 w 170"/>
                <a:gd name="T5" fmla="*/ 6622 h 27"/>
                <a:gd name="T6" fmla="*/ 0 w 170"/>
                <a:gd name="T7" fmla="*/ 3173 h 27"/>
                <a:gd name="T8" fmla="*/ 0 w 170"/>
                <a:gd name="T9" fmla="*/ 3173 h 27"/>
                <a:gd name="T10" fmla="*/ 1839 w 170"/>
                <a:gd name="T11" fmla="*/ 0 h 27"/>
                <a:gd name="T12" fmla="*/ 33178 w 170"/>
                <a:gd name="T13" fmla="*/ 0 h 27"/>
                <a:gd name="T14" fmla="*/ 34811 w 170"/>
                <a:gd name="T15" fmla="*/ 317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27">
                  <a:moveTo>
                    <a:pt x="170" y="13"/>
                  </a:moveTo>
                  <a:cubicBezTo>
                    <a:pt x="170" y="21"/>
                    <a:pt x="170" y="27"/>
                    <a:pt x="162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" y="27"/>
                    <a:pt x="0" y="21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1" y="0"/>
                    <a:pt x="9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70" y="0"/>
                    <a:pt x="170" y="6"/>
                    <a:pt x="170" y="13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4" name="Oval 141">
              <a:extLst>
                <a:ext uri="{FF2B5EF4-FFF2-40B4-BE49-F238E27FC236}">
                  <a16:creationId xmlns:a16="http://schemas.microsoft.com/office/drawing/2014/main" id="{8FD1E52C-6E9B-4C53-BAD9-72E1CAE82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2025"/>
              <a:ext cx="141" cy="62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05" name="Freeform 142">
              <a:extLst>
                <a:ext uri="{FF2B5EF4-FFF2-40B4-BE49-F238E27FC236}">
                  <a16:creationId xmlns:a16="http://schemas.microsoft.com/office/drawing/2014/main" id="{E8399FD4-5CE3-4F2E-8347-2CD30D283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1993"/>
              <a:ext cx="978" cy="144"/>
            </a:xfrm>
            <a:custGeom>
              <a:avLst/>
              <a:gdLst>
                <a:gd name="T0" fmla="*/ 0 w 166"/>
                <a:gd name="T1" fmla="*/ 2705 h 23"/>
                <a:gd name="T2" fmla="*/ 1426 w 166"/>
                <a:gd name="T3" fmla="*/ 0 h 23"/>
                <a:gd name="T4" fmla="*/ 32734 w 166"/>
                <a:gd name="T5" fmla="*/ 0 h 23"/>
                <a:gd name="T6" fmla="*/ 33947 w 166"/>
                <a:gd name="T7" fmla="*/ 2705 h 23"/>
                <a:gd name="T8" fmla="*/ 32734 w 166"/>
                <a:gd name="T9" fmla="*/ 5647 h 23"/>
                <a:gd name="T10" fmla="*/ 1426 w 166"/>
                <a:gd name="T11" fmla="*/ 5647 h 23"/>
                <a:gd name="T12" fmla="*/ 0 w 166"/>
                <a:gd name="T13" fmla="*/ 270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3">
                  <a:moveTo>
                    <a:pt x="0" y="11"/>
                  </a:moveTo>
                  <a:cubicBezTo>
                    <a:pt x="0" y="2"/>
                    <a:pt x="3" y="0"/>
                    <a:pt x="7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5" y="0"/>
                    <a:pt x="166" y="3"/>
                    <a:pt x="166" y="11"/>
                  </a:cubicBezTo>
                  <a:cubicBezTo>
                    <a:pt x="166" y="20"/>
                    <a:pt x="165" y="23"/>
                    <a:pt x="160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3" y="23"/>
                    <a:pt x="0" y="21"/>
                    <a:pt x="0" y="11"/>
                  </a:cubicBezTo>
                  <a:close/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10" name="Group 143">
            <a:extLst>
              <a:ext uri="{FF2B5EF4-FFF2-40B4-BE49-F238E27FC236}">
                <a16:creationId xmlns:a16="http://schemas.microsoft.com/office/drawing/2014/main" id="{72E97A07-06D2-474E-9459-34DCDDA7BE96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057400"/>
            <a:ext cx="1590675" cy="268288"/>
            <a:chOff x="3126" y="1981"/>
            <a:chExt cx="1002" cy="169"/>
          </a:xfrm>
        </p:grpSpPr>
        <p:sp>
          <p:nvSpPr>
            <p:cNvPr id="29886" name="Freeform 144">
              <a:extLst>
                <a:ext uri="{FF2B5EF4-FFF2-40B4-BE49-F238E27FC236}">
                  <a16:creationId xmlns:a16="http://schemas.microsoft.com/office/drawing/2014/main" id="{F04748D6-A521-4821-B0EB-C75B8E90D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981"/>
              <a:ext cx="1002" cy="169"/>
            </a:xfrm>
            <a:custGeom>
              <a:avLst/>
              <a:gdLst>
                <a:gd name="T0" fmla="*/ 34811 w 170"/>
                <a:gd name="T1" fmla="*/ 3173 h 27"/>
                <a:gd name="T2" fmla="*/ 33178 w 170"/>
                <a:gd name="T3" fmla="*/ 6622 h 27"/>
                <a:gd name="T4" fmla="*/ 1839 w 170"/>
                <a:gd name="T5" fmla="*/ 6622 h 27"/>
                <a:gd name="T6" fmla="*/ 0 w 170"/>
                <a:gd name="T7" fmla="*/ 3173 h 27"/>
                <a:gd name="T8" fmla="*/ 0 w 170"/>
                <a:gd name="T9" fmla="*/ 3173 h 27"/>
                <a:gd name="T10" fmla="*/ 1839 w 170"/>
                <a:gd name="T11" fmla="*/ 0 h 27"/>
                <a:gd name="T12" fmla="*/ 33178 w 170"/>
                <a:gd name="T13" fmla="*/ 0 h 27"/>
                <a:gd name="T14" fmla="*/ 34811 w 170"/>
                <a:gd name="T15" fmla="*/ 317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27">
                  <a:moveTo>
                    <a:pt x="170" y="13"/>
                  </a:moveTo>
                  <a:cubicBezTo>
                    <a:pt x="170" y="21"/>
                    <a:pt x="170" y="27"/>
                    <a:pt x="162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" y="27"/>
                    <a:pt x="0" y="21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1" y="0"/>
                    <a:pt x="9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70" y="0"/>
                    <a:pt x="170" y="6"/>
                    <a:pt x="170" y="13"/>
                  </a:cubicBezTo>
                  <a:close/>
                </a:path>
              </a:pathLst>
            </a:custGeom>
            <a:solidFill>
              <a:srgbClr val="FCBC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7" name="Oval 145">
              <a:extLst>
                <a:ext uri="{FF2B5EF4-FFF2-40B4-BE49-F238E27FC236}">
                  <a16:creationId xmlns:a16="http://schemas.microsoft.com/office/drawing/2014/main" id="{EC1DE97B-AE90-4EE3-84C8-323CBA0E7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012"/>
              <a:ext cx="135" cy="63"/>
            </a:xfrm>
            <a:prstGeom prst="ellipse">
              <a:avLst/>
            </a:prstGeom>
            <a:solidFill>
              <a:srgbClr val="FC8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88" name="Oval 146">
              <a:extLst>
                <a:ext uri="{FF2B5EF4-FFF2-40B4-BE49-F238E27FC236}">
                  <a16:creationId xmlns:a16="http://schemas.microsoft.com/office/drawing/2014/main" id="{63614523-7D48-490F-BC9F-1BD386A33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043"/>
              <a:ext cx="130" cy="57"/>
            </a:xfrm>
            <a:prstGeom prst="ellipse">
              <a:avLst/>
            </a:prstGeom>
            <a:solidFill>
              <a:srgbClr val="FEE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89" name="Oval 147">
              <a:extLst>
                <a:ext uri="{FF2B5EF4-FFF2-40B4-BE49-F238E27FC236}">
                  <a16:creationId xmlns:a16="http://schemas.microsoft.com/office/drawing/2014/main" id="{50867AA6-28AF-4965-BB60-3E8F6FCB8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9" y="2025"/>
              <a:ext cx="141" cy="62"/>
            </a:xfrm>
            <a:prstGeom prst="ellipse">
              <a:avLst/>
            </a:prstGeom>
            <a:solidFill>
              <a:srgbClr val="FC9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90" name="Freeform 148">
              <a:extLst>
                <a:ext uri="{FF2B5EF4-FFF2-40B4-BE49-F238E27FC236}">
                  <a16:creationId xmlns:a16="http://schemas.microsoft.com/office/drawing/2014/main" id="{BEEF2EF7-7DF4-462A-8E23-2A4008AB6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031"/>
              <a:ext cx="95" cy="44"/>
            </a:xfrm>
            <a:custGeom>
              <a:avLst/>
              <a:gdLst>
                <a:gd name="T0" fmla="*/ 214 w 16"/>
                <a:gd name="T1" fmla="*/ 987 h 7"/>
                <a:gd name="T2" fmla="*/ 2078 w 16"/>
                <a:gd name="T3" fmla="*/ 239 h 7"/>
                <a:gd name="T4" fmla="*/ 3349 w 16"/>
                <a:gd name="T5" fmla="*/ 515 h 7"/>
                <a:gd name="T6" fmla="*/ 1870 w 16"/>
                <a:gd name="T7" fmla="*/ 0 h 7"/>
                <a:gd name="T8" fmla="*/ 0 w 16"/>
                <a:gd name="T9" fmla="*/ 987 h 7"/>
                <a:gd name="T10" fmla="*/ 849 w 16"/>
                <a:gd name="T11" fmla="*/ 1741 h 7"/>
                <a:gd name="T12" fmla="*/ 214 w 16"/>
                <a:gd name="T13" fmla="*/ 98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">
                  <a:moveTo>
                    <a:pt x="1" y="4"/>
                  </a:moveTo>
                  <a:cubicBezTo>
                    <a:pt x="1" y="2"/>
                    <a:pt x="6" y="1"/>
                    <a:pt x="10" y="1"/>
                  </a:cubicBezTo>
                  <a:cubicBezTo>
                    <a:pt x="12" y="1"/>
                    <a:pt x="14" y="1"/>
                    <a:pt x="16" y="2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2"/>
                    <a:pt x="0" y="4"/>
                  </a:cubicBezTo>
                  <a:cubicBezTo>
                    <a:pt x="0" y="5"/>
                    <a:pt x="2" y="6"/>
                    <a:pt x="4" y="7"/>
                  </a:cubicBezTo>
                  <a:cubicBezTo>
                    <a:pt x="3" y="6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1" name="Freeform 149">
              <a:extLst>
                <a:ext uri="{FF2B5EF4-FFF2-40B4-BE49-F238E27FC236}">
                  <a16:creationId xmlns:a16="http://schemas.microsoft.com/office/drawing/2014/main" id="{05FDE071-EA62-4B0A-9894-C9BDD363C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012"/>
              <a:ext cx="407" cy="119"/>
            </a:xfrm>
            <a:custGeom>
              <a:avLst/>
              <a:gdLst>
                <a:gd name="T0" fmla="*/ 13537 w 69"/>
                <a:gd name="T1" fmla="*/ 983 h 19"/>
                <a:gd name="T2" fmla="*/ 12735 w 69"/>
                <a:gd name="T3" fmla="*/ 4434 h 19"/>
                <a:gd name="T4" fmla="*/ 0 w 69"/>
                <a:gd name="T5" fmla="*/ 4434 h 19"/>
                <a:gd name="T6" fmla="*/ 12316 w 69"/>
                <a:gd name="T7" fmla="*/ 3451 h 19"/>
                <a:gd name="T8" fmla="*/ 13537 w 69"/>
                <a:gd name="T9" fmla="*/ 98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9">
                  <a:moveTo>
                    <a:pt x="66" y="4"/>
                  </a:moveTo>
                  <a:cubicBezTo>
                    <a:pt x="66" y="0"/>
                    <a:pt x="69" y="18"/>
                    <a:pt x="62" y="18"/>
                  </a:cubicBezTo>
                  <a:cubicBezTo>
                    <a:pt x="53" y="19"/>
                    <a:pt x="0" y="18"/>
                    <a:pt x="0" y="18"/>
                  </a:cubicBezTo>
                  <a:cubicBezTo>
                    <a:pt x="9" y="18"/>
                    <a:pt x="55" y="18"/>
                    <a:pt x="60" y="14"/>
                  </a:cubicBezTo>
                  <a:cubicBezTo>
                    <a:pt x="65" y="10"/>
                    <a:pt x="65" y="8"/>
                    <a:pt x="66" y="4"/>
                  </a:cubicBezTo>
                  <a:close/>
                </a:path>
              </a:pathLst>
            </a:custGeom>
            <a:solidFill>
              <a:srgbClr val="FC9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2" name="Freeform 150">
              <a:extLst>
                <a:ext uri="{FF2B5EF4-FFF2-40B4-BE49-F238E27FC236}">
                  <a16:creationId xmlns:a16="http://schemas.microsoft.com/office/drawing/2014/main" id="{33CC5C34-4508-4F84-B26B-26099E769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006"/>
              <a:ext cx="235" cy="106"/>
            </a:xfrm>
            <a:custGeom>
              <a:avLst/>
              <a:gdLst>
                <a:gd name="T0" fmla="*/ 623 w 40"/>
                <a:gd name="T1" fmla="*/ 4122 h 17"/>
                <a:gd name="T2" fmla="*/ 623 w 40"/>
                <a:gd name="T3" fmla="*/ 468 h 17"/>
                <a:gd name="T4" fmla="*/ 8113 w 40"/>
                <a:gd name="T5" fmla="*/ 0 h 17"/>
                <a:gd name="T6" fmla="*/ 828 w 40"/>
                <a:gd name="T7" fmla="*/ 2176 h 17"/>
                <a:gd name="T8" fmla="*/ 623 w 40"/>
                <a:gd name="T9" fmla="*/ 412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7">
                  <a:moveTo>
                    <a:pt x="3" y="17"/>
                  </a:moveTo>
                  <a:cubicBezTo>
                    <a:pt x="0" y="13"/>
                    <a:pt x="0" y="4"/>
                    <a:pt x="3" y="2"/>
                  </a:cubicBezTo>
                  <a:cubicBezTo>
                    <a:pt x="5" y="0"/>
                    <a:pt x="23" y="0"/>
                    <a:pt x="40" y="0"/>
                  </a:cubicBezTo>
                  <a:cubicBezTo>
                    <a:pt x="32" y="0"/>
                    <a:pt x="5" y="1"/>
                    <a:pt x="4" y="9"/>
                  </a:cubicBezTo>
                  <a:cubicBezTo>
                    <a:pt x="3" y="11"/>
                    <a:pt x="3" y="17"/>
                    <a:pt x="3" y="17"/>
                  </a:cubicBezTo>
                  <a:close/>
                </a:path>
              </a:pathLst>
            </a:custGeom>
            <a:solidFill>
              <a:srgbClr val="FEE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3" name="Freeform 151">
              <a:extLst>
                <a:ext uri="{FF2B5EF4-FFF2-40B4-BE49-F238E27FC236}">
                  <a16:creationId xmlns:a16="http://schemas.microsoft.com/office/drawing/2014/main" id="{B7B9AC91-E730-472E-B198-055A2176E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981"/>
              <a:ext cx="1002" cy="169"/>
            </a:xfrm>
            <a:custGeom>
              <a:avLst/>
              <a:gdLst>
                <a:gd name="T0" fmla="*/ 34811 w 170"/>
                <a:gd name="T1" fmla="*/ 3173 h 27"/>
                <a:gd name="T2" fmla="*/ 33178 w 170"/>
                <a:gd name="T3" fmla="*/ 6622 h 27"/>
                <a:gd name="T4" fmla="*/ 1839 w 170"/>
                <a:gd name="T5" fmla="*/ 6622 h 27"/>
                <a:gd name="T6" fmla="*/ 0 w 170"/>
                <a:gd name="T7" fmla="*/ 3173 h 27"/>
                <a:gd name="T8" fmla="*/ 0 w 170"/>
                <a:gd name="T9" fmla="*/ 3173 h 27"/>
                <a:gd name="T10" fmla="*/ 1839 w 170"/>
                <a:gd name="T11" fmla="*/ 0 h 27"/>
                <a:gd name="T12" fmla="*/ 33178 w 170"/>
                <a:gd name="T13" fmla="*/ 0 h 27"/>
                <a:gd name="T14" fmla="*/ 34811 w 170"/>
                <a:gd name="T15" fmla="*/ 317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27">
                  <a:moveTo>
                    <a:pt x="170" y="13"/>
                  </a:moveTo>
                  <a:cubicBezTo>
                    <a:pt x="170" y="21"/>
                    <a:pt x="170" y="27"/>
                    <a:pt x="162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" y="27"/>
                    <a:pt x="0" y="21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1" y="0"/>
                    <a:pt x="9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70" y="0"/>
                    <a:pt x="170" y="6"/>
                    <a:pt x="170" y="13"/>
                  </a:cubicBezTo>
                  <a:close/>
                </a:path>
              </a:pathLst>
            </a:custGeom>
            <a:noFill/>
            <a:ln w="190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4" name="Oval 152">
              <a:extLst>
                <a:ext uri="{FF2B5EF4-FFF2-40B4-BE49-F238E27FC236}">
                  <a16:creationId xmlns:a16="http://schemas.microsoft.com/office/drawing/2014/main" id="{E6C70757-FC4B-450D-96FD-7BF96F88F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9" y="2025"/>
              <a:ext cx="141" cy="62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95" name="Freeform 153">
              <a:extLst>
                <a:ext uri="{FF2B5EF4-FFF2-40B4-BE49-F238E27FC236}">
                  <a16:creationId xmlns:a16="http://schemas.microsoft.com/office/drawing/2014/main" id="{E0F326ED-0548-44E3-B4D9-10D26ECA8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993"/>
              <a:ext cx="978" cy="144"/>
            </a:xfrm>
            <a:custGeom>
              <a:avLst/>
              <a:gdLst>
                <a:gd name="T0" fmla="*/ 0 w 166"/>
                <a:gd name="T1" fmla="*/ 2705 h 23"/>
                <a:gd name="T2" fmla="*/ 1426 w 166"/>
                <a:gd name="T3" fmla="*/ 0 h 23"/>
                <a:gd name="T4" fmla="*/ 32734 w 166"/>
                <a:gd name="T5" fmla="*/ 0 h 23"/>
                <a:gd name="T6" fmla="*/ 33947 w 166"/>
                <a:gd name="T7" fmla="*/ 2705 h 23"/>
                <a:gd name="T8" fmla="*/ 32734 w 166"/>
                <a:gd name="T9" fmla="*/ 5647 h 23"/>
                <a:gd name="T10" fmla="*/ 1426 w 166"/>
                <a:gd name="T11" fmla="*/ 5647 h 23"/>
                <a:gd name="T12" fmla="*/ 0 w 166"/>
                <a:gd name="T13" fmla="*/ 270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3">
                  <a:moveTo>
                    <a:pt x="0" y="11"/>
                  </a:moveTo>
                  <a:cubicBezTo>
                    <a:pt x="0" y="2"/>
                    <a:pt x="3" y="0"/>
                    <a:pt x="7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5" y="0"/>
                    <a:pt x="166" y="3"/>
                    <a:pt x="166" y="11"/>
                  </a:cubicBezTo>
                  <a:cubicBezTo>
                    <a:pt x="166" y="20"/>
                    <a:pt x="165" y="23"/>
                    <a:pt x="160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3" y="23"/>
                    <a:pt x="0" y="21"/>
                    <a:pt x="0" y="11"/>
                  </a:cubicBezTo>
                  <a:close/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11" name="Group 154">
            <a:extLst>
              <a:ext uri="{FF2B5EF4-FFF2-40B4-BE49-F238E27FC236}">
                <a16:creationId xmlns:a16="http://schemas.microsoft.com/office/drawing/2014/main" id="{2ED37139-106A-41C6-A6EC-DA15BD0877BB}"/>
              </a:ext>
            </a:extLst>
          </p:cNvPr>
          <p:cNvGrpSpPr>
            <a:grpSpLocks/>
          </p:cNvGrpSpPr>
          <p:nvPr/>
        </p:nvGrpSpPr>
        <p:grpSpPr bwMode="auto">
          <a:xfrm>
            <a:off x="3744913" y="5334000"/>
            <a:ext cx="1174750" cy="217488"/>
            <a:chOff x="871" y="2260"/>
            <a:chExt cx="740" cy="137"/>
          </a:xfrm>
        </p:grpSpPr>
        <p:sp>
          <p:nvSpPr>
            <p:cNvPr id="29876" name="Freeform 155">
              <a:extLst>
                <a:ext uri="{FF2B5EF4-FFF2-40B4-BE49-F238E27FC236}">
                  <a16:creationId xmlns:a16="http://schemas.microsoft.com/office/drawing/2014/main" id="{A1C677EA-624D-4102-9536-33799D280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260"/>
              <a:ext cx="740" cy="137"/>
            </a:xfrm>
            <a:custGeom>
              <a:avLst/>
              <a:gdLst>
                <a:gd name="T0" fmla="*/ 8932 w 213"/>
                <a:gd name="T1" fmla="*/ 1015 h 37"/>
                <a:gd name="T2" fmla="*/ 8508 w 213"/>
                <a:gd name="T3" fmla="*/ 1877 h 37"/>
                <a:gd name="T4" fmla="*/ 459 w 213"/>
                <a:gd name="T5" fmla="*/ 1729 h 37"/>
                <a:gd name="T6" fmla="*/ 0 w 213"/>
                <a:gd name="T7" fmla="*/ 863 h 37"/>
                <a:gd name="T8" fmla="*/ 0 w 213"/>
                <a:gd name="T9" fmla="*/ 863 h 37"/>
                <a:gd name="T10" fmla="*/ 507 w 213"/>
                <a:gd name="T11" fmla="*/ 0 h 37"/>
                <a:gd name="T12" fmla="*/ 8557 w 213"/>
                <a:gd name="T13" fmla="*/ 152 h 37"/>
                <a:gd name="T14" fmla="*/ 8932 w 213"/>
                <a:gd name="T15" fmla="*/ 101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37">
                  <a:moveTo>
                    <a:pt x="213" y="20"/>
                  </a:moveTo>
                  <a:cubicBezTo>
                    <a:pt x="213" y="29"/>
                    <a:pt x="212" y="37"/>
                    <a:pt x="203" y="3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2" y="34"/>
                    <a:pt x="0" y="2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4" y="3"/>
                    <a:pt x="204" y="3"/>
                    <a:pt x="204" y="3"/>
                  </a:cubicBezTo>
                  <a:cubicBezTo>
                    <a:pt x="213" y="3"/>
                    <a:pt x="213" y="11"/>
                    <a:pt x="213" y="20"/>
                  </a:cubicBezTo>
                  <a:close/>
                </a:path>
              </a:pathLst>
            </a:custGeom>
            <a:solidFill>
              <a:srgbClr val="F1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Oval 156">
              <a:extLst>
                <a:ext uri="{FF2B5EF4-FFF2-40B4-BE49-F238E27FC236}">
                  <a16:creationId xmlns:a16="http://schemas.microsoft.com/office/drawing/2014/main" id="{40640990-ED02-4E14-B7F8-AAA4C558F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6" y="2286"/>
              <a:ext cx="101" cy="48"/>
            </a:xfrm>
            <a:prstGeom prst="ellipse">
              <a:avLst/>
            </a:prstGeom>
            <a:solidFill>
              <a:srgbClr val="ED7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78" name="Oval 157">
              <a:extLst>
                <a:ext uri="{FF2B5EF4-FFF2-40B4-BE49-F238E27FC236}">
                  <a16:creationId xmlns:a16="http://schemas.microsoft.com/office/drawing/2014/main" id="{F94C640B-5E4E-49C3-9AEF-D0D7A32DC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2312"/>
              <a:ext cx="97" cy="40"/>
            </a:xfrm>
            <a:prstGeom prst="ellipse">
              <a:avLst/>
            </a:prstGeom>
            <a:solidFill>
              <a:srgbClr val="F7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79" name="Freeform 158">
              <a:extLst>
                <a:ext uri="{FF2B5EF4-FFF2-40B4-BE49-F238E27FC236}">
                  <a16:creationId xmlns:a16="http://schemas.microsoft.com/office/drawing/2014/main" id="{88545C30-83CD-4619-8D1F-D8AB0CEA1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289"/>
              <a:ext cx="299" cy="89"/>
            </a:xfrm>
            <a:custGeom>
              <a:avLst/>
              <a:gdLst>
                <a:gd name="T0" fmla="*/ 3445 w 86"/>
                <a:gd name="T1" fmla="*/ 304 h 24"/>
                <a:gd name="T2" fmla="*/ 3240 w 86"/>
                <a:gd name="T3" fmla="*/ 1168 h 24"/>
                <a:gd name="T4" fmla="*/ 0 w 86"/>
                <a:gd name="T5" fmla="*/ 1168 h 24"/>
                <a:gd name="T6" fmla="*/ 3153 w 86"/>
                <a:gd name="T7" fmla="*/ 920 h 24"/>
                <a:gd name="T8" fmla="*/ 3445 w 86"/>
                <a:gd name="T9" fmla="*/ 30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4">
                  <a:moveTo>
                    <a:pt x="82" y="6"/>
                  </a:moveTo>
                  <a:cubicBezTo>
                    <a:pt x="82" y="0"/>
                    <a:pt x="86" y="22"/>
                    <a:pt x="77" y="23"/>
                  </a:cubicBezTo>
                  <a:cubicBezTo>
                    <a:pt x="66" y="24"/>
                    <a:pt x="0" y="23"/>
                    <a:pt x="0" y="23"/>
                  </a:cubicBezTo>
                  <a:cubicBezTo>
                    <a:pt x="11" y="22"/>
                    <a:pt x="68" y="23"/>
                    <a:pt x="75" y="18"/>
                  </a:cubicBezTo>
                  <a:cubicBezTo>
                    <a:pt x="81" y="13"/>
                    <a:pt x="81" y="10"/>
                    <a:pt x="82" y="6"/>
                  </a:cubicBezTo>
                  <a:close/>
                </a:path>
              </a:pathLst>
            </a:custGeom>
            <a:solidFill>
              <a:srgbClr val="ED7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0" name="Freeform 159">
              <a:extLst>
                <a:ext uri="{FF2B5EF4-FFF2-40B4-BE49-F238E27FC236}">
                  <a16:creationId xmlns:a16="http://schemas.microsoft.com/office/drawing/2014/main" id="{FA9B861B-FCED-4092-B96D-D3FF3035D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275"/>
              <a:ext cx="174" cy="85"/>
            </a:xfrm>
            <a:custGeom>
              <a:avLst/>
              <a:gdLst>
                <a:gd name="T0" fmla="*/ 122 w 50"/>
                <a:gd name="T1" fmla="*/ 1160 h 23"/>
                <a:gd name="T2" fmla="*/ 171 w 50"/>
                <a:gd name="T3" fmla="*/ 152 h 23"/>
                <a:gd name="T4" fmla="*/ 2109 w 50"/>
                <a:gd name="T5" fmla="*/ 55 h 23"/>
                <a:gd name="T6" fmla="*/ 171 w 50"/>
                <a:gd name="T7" fmla="*/ 602 h 23"/>
                <a:gd name="T8" fmla="*/ 122 w 50"/>
                <a:gd name="T9" fmla="*/ 116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3">
                  <a:moveTo>
                    <a:pt x="3" y="23"/>
                  </a:moveTo>
                  <a:cubicBezTo>
                    <a:pt x="0" y="17"/>
                    <a:pt x="0" y="6"/>
                    <a:pt x="4" y="3"/>
                  </a:cubicBezTo>
                  <a:cubicBezTo>
                    <a:pt x="6" y="0"/>
                    <a:pt x="28" y="1"/>
                    <a:pt x="50" y="1"/>
                  </a:cubicBezTo>
                  <a:cubicBezTo>
                    <a:pt x="40" y="1"/>
                    <a:pt x="6" y="2"/>
                    <a:pt x="4" y="12"/>
                  </a:cubicBezTo>
                  <a:cubicBezTo>
                    <a:pt x="3" y="14"/>
                    <a:pt x="3" y="23"/>
                    <a:pt x="3" y="23"/>
                  </a:cubicBezTo>
                  <a:close/>
                </a:path>
              </a:pathLst>
            </a:custGeom>
            <a:solidFill>
              <a:srgbClr val="F6C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1" name="Freeform 160">
              <a:extLst>
                <a:ext uri="{FF2B5EF4-FFF2-40B4-BE49-F238E27FC236}">
                  <a16:creationId xmlns:a16="http://schemas.microsoft.com/office/drawing/2014/main" id="{A181D364-E161-423D-AED3-D658AE8E2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297"/>
              <a:ext cx="104" cy="48"/>
            </a:xfrm>
            <a:custGeom>
              <a:avLst/>
              <a:gdLst>
                <a:gd name="T0" fmla="*/ 0 w 30"/>
                <a:gd name="T1" fmla="*/ 299 h 13"/>
                <a:gd name="T2" fmla="*/ 624 w 30"/>
                <a:gd name="T3" fmla="*/ 0 h 13"/>
                <a:gd name="T4" fmla="*/ 1251 w 30"/>
                <a:gd name="T5" fmla="*/ 354 h 13"/>
                <a:gd name="T6" fmla="*/ 624 w 30"/>
                <a:gd name="T7" fmla="*/ 654 h 13"/>
                <a:gd name="T8" fmla="*/ 0 w 30"/>
                <a:gd name="T9" fmla="*/ 2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">
                  <a:moveTo>
                    <a:pt x="0" y="6"/>
                  </a:moveTo>
                  <a:cubicBezTo>
                    <a:pt x="0" y="3"/>
                    <a:pt x="7" y="0"/>
                    <a:pt x="15" y="0"/>
                  </a:cubicBezTo>
                  <a:cubicBezTo>
                    <a:pt x="23" y="0"/>
                    <a:pt x="30" y="3"/>
                    <a:pt x="30" y="7"/>
                  </a:cubicBezTo>
                  <a:cubicBezTo>
                    <a:pt x="30" y="10"/>
                    <a:pt x="23" y="13"/>
                    <a:pt x="15" y="13"/>
                  </a:cubicBezTo>
                  <a:cubicBezTo>
                    <a:pt x="7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EA6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2" name="Freeform 161">
              <a:extLst>
                <a:ext uri="{FF2B5EF4-FFF2-40B4-BE49-F238E27FC236}">
                  <a16:creationId xmlns:a16="http://schemas.microsoft.com/office/drawing/2014/main" id="{C8397EB0-07AB-4F46-BF25-BA1902077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304"/>
              <a:ext cx="66" cy="30"/>
            </a:xfrm>
            <a:custGeom>
              <a:avLst/>
              <a:gdLst>
                <a:gd name="T0" fmla="*/ 35 w 19"/>
                <a:gd name="T1" fmla="*/ 266 h 8"/>
                <a:gd name="T2" fmla="*/ 507 w 19"/>
                <a:gd name="T3" fmla="*/ 0 h 8"/>
                <a:gd name="T4" fmla="*/ 795 w 19"/>
                <a:gd name="T5" fmla="*/ 113 h 8"/>
                <a:gd name="T6" fmla="*/ 424 w 19"/>
                <a:gd name="T7" fmla="*/ 0 h 8"/>
                <a:gd name="T8" fmla="*/ 0 w 19"/>
                <a:gd name="T9" fmla="*/ 210 h 8"/>
                <a:gd name="T10" fmla="*/ 170 w 19"/>
                <a:gd name="T11" fmla="*/ 424 h 8"/>
                <a:gd name="T12" fmla="*/ 35 w 19"/>
                <a:gd name="T13" fmla="*/ 26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1" y="5"/>
                  </a:moveTo>
                  <a:cubicBezTo>
                    <a:pt x="1" y="2"/>
                    <a:pt x="6" y="0"/>
                    <a:pt x="12" y="0"/>
                  </a:cubicBezTo>
                  <a:cubicBezTo>
                    <a:pt x="15" y="0"/>
                    <a:pt x="17" y="1"/>
                    <a:pt x="19" y="2"/>
                  </a:cubicBezTo>
                  <a:cubicBezTo>
                    <a:pt x="17" y="0"/>
                    <a:pt x="14" y="0"/>
                    <a:pt x="10" y="0"/>
                  </a:cubicBezTo>
                  <a:cubicBezTo>
                    <a:pt x="4" y="0"/>
                    <a:pt x="0" y="2"/>
                    <a:pt x="0" y="4"/>
                  </a:cubicBezTo>
                  <a:cubicBezTo>
                    <a:pt x="0" y="6"/>
                    <a:pt x="1" y="7"/>
                    <a:pt x="4" y="8"/>
                  </a:cubicBezTo>
                  <a:cubicBezTo>
                    <a:pt x="3" y="7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3" name="Freeform 162">
              <a:extLst>
                <a:ext uri="{FF2B5EF4-FFF2-40B4-BE49-F238E27FC236}">
                  <a16:creationId xmlns:a16="http://schemas.microsoft.com/office/drawing/2014/main" id="{33488CE9-A666-4578-8D94-419975A5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260"/>
              <a:ext cx="740" cy="137"/>
            </a:xfrm>
            <a:custGeom>
              <a:avLst/>
              <a:gdLst>
                <a:gd name="T0" fmla="*/ 8932 w 213"/>
                <a:gd name="T1" fmla="*/ 1015 h 37"/>
                <a:gd name="T2" fmla="*/ 8508 w 213"/>
                <a:gd name="T3" fmla="*/ 1877 h 37"/>
                <a:gd name="T4" fmla="*/ 459 w 213"/>
                <a:gd name="T5" fmla="*/ 1729 h 37"/>
                <a:gd name="T6" fmla="*/ 0 w 213"/>
                <a:gd name="T7" fmla="*/ 863 h 37"/>
                <a:gd name="T8" fmla="*/ 0 w 213"/>
                <a:gd name="T9" fmla="*/ 863 h 37"/>
                <a:gd name="T10" fmla="*/ 507 w 213"/>
                <a:gd name="T11" fmla="*/ 0 h 37"/>
                <a:gd name="T12" fmla="*/ 8557 w 213"/>
                <a:gd name="T13" fmla="*/ 152 h 37"/>
                <a:gd name="T14" fmla="*/ 8932 w 213"/>
                <a:gd name="T15" fmla="*/ 101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37">
                  <a:moveTo>
                    <a:pt x="213" y="20"/>
                  </a:moveTo>
                  <a:cubicBezTo>
                    <a:pt x="213" y="29"/>
                    <a:pt x="212" y="37"/>
                    <a:pt x="203" y="3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2" y="34"/>
                    <a:pt x="0" y="2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4" y="3"/>
                    <a:pt x="204" y="3"/>
                    <a:pt x="204" y="3"/>
                  </a:cubicBezTo>
                  <a:cubicBezTo>
                    <a:pt x="213" y="3"/>
                    <a:pt x="213" y="11"/>
                    <a:pt x="213" y="2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4" name="Freeform 163">
              <a:extLst>
                <a:ext uri="{FF2B5EF4-FFF2-40B4-BE49-F238E27FC236}">
                  <a16:creationId xmlns:a16="http://schemas.microsoft.com/office/drawing/2014/main" id="{22002BF2-198E-488E-9C25-12660BCA5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297"/>
              <a:ext cx="104" cy="48"/>
            </a:xfrm>
            <a:custGeom>
              <a:avLst/>
              <a:gdLst>
                <a:gd name="T0" fmla="*/ 0 w 30"/>
                <a:gd name="T1" fmla="*/ 299 h 13"/>
                <a:gd name="T2" fmla="*/ 624 w 30"/>
                <a:gd name="T3" fmla="*/ 0 h 13"/>
                <a:gd name="T4" fmla="*/ 1251 w 30"/>
                <a:gd name="T5" fmla="*/ 354 h 13"/>
                <a:gd name="T6" fmla="*/ 624 w 30"/>
                <a:gd name="T7" fmla="*/ 654 h 13"/>
                <a:gd name="T8" fmla="*/ 0 w 30"/>
                <a:gd name="T9" fmla="*/ 2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">
                  <a:moveTo>
                    <a:pt x="0" y="6"/>
                  </a:moveTo>
                  <a:cubicBezTo>
                    <a:pt x="0" y="3"/>
                    <a:pt x="7" y="0"/>
                    <a:pt x="15" y="0"/>
                  </a:cubicBezTo>
                  <a:cubicBezTo>
                    <a:pt x="23" y="0"/>
                    <a:pt x="30" y="3"/>
                    <a:pt x="30" y="7"/>
                  </a:cubicBezTo>
                  <a:cubicBezTo>
                    <a:pt x="30" y="10"/>
                    <a:pt x="23" y="13"/>
                    <a:pt x="15" y="13"/>
                  </a:cubicBezTo>
                  <a:cubicBezTo>
                    <a:pt x="7" y="13"/>
                    <a:pt x="0" y="10"/>
                    <a:pt x="0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5" name="Freeform 164">
              <a:extLst>
                <a:ext uri="{FF2B5EF4-FFF2-40B4-BE49-F238E27FC236}">
                  <a16:creationId xmlns:a16="http://schemas.microsoft.com/office/drawing/2014/main" id="{CF0B5825-E95E-49B7-A306-D7284069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271"/>
              <a:ext cx="723" cy="114"/>
            </a:xfrm>
            <a:custGeom>
              <a:avLst/>
              <a:gdLst>
                <a:gd name="T0" fmla="*/ 8398 w 208"/>
                <a:gd name="T1" fmla="*/ 1541 h 31"/>
                <a:gd name="T2" fmla="*/ 337 w 208"/>
                <a:gd name="T3" fmla="*/ 1394 h 31"/>
                <a:gd name="T4" fmla="*/ 122 w 208"/>
                <a:gd name="T5" fmla="*/ 1298 h 31"/>
                <a:gd name="T6" fmla="*/ 0 w 208"/>
                <a:gd name="T7" fmla="*/ 691 h 31"/>
                <a:gd name="T8" fmla="*/ 122 w 208"/>
                <a:gd name="T9" fmla="*/ 96 h 31"/>
                <a:gd name="T10" fmla="*/ 375 w 208"/>
                <a:gd name="T11" fmla="*/ 0 h 31"/>
                <a:gd name="T12" fmla="*/ 8447 w 208"/>
                <a:gd name="T13" fmla="*/ 147 h 31"/>
                <a:gd name="T14" fmla="*/ 8613 w 208"/>
                <a:gd name="T15" fmla="*/ 202 h 31"/>
                <a:gd name="T16" fmla="*/ 8735 w 208"/>
                <a:gd name="T17" fmla="*/ 853 h 31"/>
                <a:gd name="T18" fmla="*/ 8735 w 208"/>
                <a:gd name="T19" fmla="*/ 853 h 31"/>
                <a:gd name="T20" fmla="*/ 8613 w 208"/>
                <a:gd name="T21" fmla="*/ 1445 h 31"/>
                <a:gd name="T22" fmla="*/ 8398 w 208"/>
                <a:gd name="T23" fmla="*/ 1541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8" h="31">
                  <a:moveTo>
                    <a:pt x="200" y="31"/>
                  </a:moveTo>
                  <a:cubicBezTo>
                    <a:pt x="8" y="28"/>
                    <a:pt x="8" y="28"/>
                    <a:pt x="8" y="28"/>
                  </a:cubicBezTo>
                  <a:cubicBezTo>
                    <a:pt x="6" y="28"/>
                    <a:pt x="4" y="27"/>
                    <a:pt x="3" y="26"/>
                  </a:cubicBezTo>
                  <a:cubicBezTo>
                    <a:pt x="1" y="24"/>
                    <a:pt x="0" y="20"/>
                    <a:pt x="0" y="14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4" y="0"/>
                    <a:pt x="6" y="0"/>
                    <a:pt x="9" y="0"/>
                  </a:cubicBezTo>
                  <a:cubicBezTo>
                    <a:pt x="201" y="3"/>
                    <a:pt x="201" y="3"/>
                    <a:pt x="201" y="3"/>
                  </a:cubicBezTo>
                  <a:cubicBezTo>
                    <a:pt x="203" y="3"/>
                    <a:pt x="204" y="3"/>
                    <a:pt x="205" y="4"/>
                  </a:cubicBezTo>
                  <a:cubicBezTo>
                    <a:pt x="207" y="7"/>
                    <a:pt x="208" y="12"/>
                    <a:pt x="208" y="17"/>
                  </a:cubicBezTo>
                  <a:cubicBezTo>
                    <a:pt x="208" y="17"/>
                    <a:pt x="208" y="17"/>
                    <a:pt x="208" y="17"/>
                  </a:cubicBezTo>
                  <a:cubicBezTo>
                    <a:pt x="207" y="22"/>
                    <a:pt x="207" y="27"/>
                    <a:pt x="205" y="29"/>
                  </a:cubicBezTo>
                  <a:cubicBezTo>
                    <a:pt x="204" y="30"/>
                    <a:pt x="202" y="31"/>
                    <a:pt x="200" y="31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12" name="Group 165">
            <a:extLst>
              <a:ext uri="{FF2B5EF4-FFF2-40B4-BE49-F238E27FC236}">
                <a16:creationId xmlns:a16="http://schemas.microsoft.com/office/drawing/2014/main" id="{6D521E29-2A95-4420-A1C6-843DE4F21CBD}"/>
              </a:ext>
            </a:extLst>
          </p:cNvPr>
          <p:cNvGrpSpPr>
            <a:grpSpLocks/>
          </p:cNvGrpSpPr>
          <p:nvPr/>
        </p:nvGrpSpPr>
        <p:grpSpPr bwMode="auto">
          <a:xfrm>
            <a:off x="4964113" y="5334000"/>
            <a:ext cx="1174750" cy="217488"/>
            <a:chOff x="1639" y="2260"/>
            <a:chExt cx="740" cy="137"/>
          </a:xfrm>
        </p:grpSpPr>
        <p:sp>
          <p:nvSpPr>
            <p:cNvPr id="29866" name="Freeform 166">
              <a:extLst>
                <a:ext uri="{FF2B5EF4-FFF2-40B4-BE49-F238E27FC236}">
                  <a16:creationId xmlns:a16="http://schemas.microsoft.com/office/drawing/2014/main" id="{344C6FD7-0DF1-4B8C-91CE-CAD9D4CC0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260"/>
              <a:ext cx="740" cy="137"/>
            </a:xfrm>
            <a:custGeom>
              <a:avLst/>
              <a:gdLst>
                <a:gd name="T0" fmla="*/ 8932 w 213"/>
                <a:gd name="T1" fmla="*/ 1015 h 37"/>
                <a:gd name="T2" fmla="*/ 8508 w 213"/>
                <a:gd name="T3" fmla="*/ 1877 h 37"/>
                <a:gd name="T4" fmla="*/ 459 w 213"/>
                <a:gd name="T5" fmla="*/ 1729 h 37"/>
                <a:gd name="T6" fmla="*/ 0 w 213"/>
                <a:gd name="T7" fmla="*/ 863 h 37"/>
                <a:gd name="T8" fmla="*/ 0 w 213"/>
                <a:gd name="T9" fmla="*/ 863 h 37"/>
                <a:gd name="T10" fmla="*/ 507 w 213"/>
                <a:gd name="T11" fmla="*/ 0 h 37"/>
                <a:gd name="T12" fmla="*/ 8557 w 213"/>
                <a:gd name="T13" fmla="*/ 152 h 37"/>
                <a:gd name="T14" fmla="*/ 8932 w 213"/>
                <a:gd name="T15" fmla="*/ 101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37">
                  <a:moveTo>
                    <a:pt x="213" y="20"/>
                  </a:moveTo>
                  <a:cubicBezTo>
                    <a:pt x="213" y="29"/>
                    <a:pt x="212" y="37"/>
                    <a:pt x="203" y="3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2" y="34"/>
                    <a:pt x="0" y="2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4" y="3"/>
                    <a:pt x="204" y="3"/>
                    <a:pt x="204" y="3"/>
                  </a:cubicBezTo>
                  <a:cubicBezTo>
                    <a:pt x="213" y="3"/>
                    <a:pt x="213" y="11"/>
                    <a:pt x="213" y="20"/>
                  </a:cubicBezTo>
                  <a:close/>
                </a:path>
              </a:pathLst>
            </a:custGeom>
            <a:solidFill>
              <a:srgbClr val="F1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7" name="Oval 167">
              <a:extLst>
                <a:ext uri="{FF2B5EF4-FFF2-40B4-BE49-F238E27FC236}">
                  <a16:creationId xmlns:a16="http://schemas.microsoft.com/office/drawing/2014/main" id="{2CFBAF61-0C36-4C23-AB6E-D367A8887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2286"/>
              <a:ext cx="101" cy="48"/>
            </a:xfrm>
            <a:prstGeom prst="ellipse">
              <a:avLst/>
            </a:prstGeom>
            <a:solidFill>
              <a:srgbClr val="ED7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68" name="Oval 168">
              <a:extLst>
                <a:ext uri="{FF2B5EF4-FFF2-40B4-BE49-F238E27FC236}">
                  <a16:creationId xmlns:a16="http://schemas.microsoft.com/office/drawing/2014/main" id="{19BE7D52-48DE-43E2-8649-366441B9F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2312"/>
              <a:ext cx="97" cy="40"/>
            </a:xfrm>
            <a:prstGeom prst="ellipse">
              <a:avLst/>
            </a:prstGeom>
            <a:solidFill>
              <a:srgbClr val="F7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69" name="Freeform 169">
              <a:extLst>
                <a:ext uri="{FF2B5EF4-FFF2-40B4-BE49-F238E27FC236}">
                  <a16:creationId xmlns:a16="http://schemas.microsoft.com/office/drawing/2014/main" id="{C4FEA0AD-9C1E-4194-95F3-0A948DA59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289"/>
              <a:ext cx="299" cy="89"/>
            </a:xfrm>
            <a:custGeom>
              <a:avLst/>
              <a:gdLst>
                <a:gd name="T0" fmla="*/ 3445 w 86"/>
                <a:gd name="T1" fmla="*/ 304 h 24"/>
                <a:gd name="T2" fmla="*/ 3240 w 86"/>
                <a:gd name="T3" fmla="*/ 1168 h 24"/>
                <a:gd name="T4" fmla="*/ 0 w 86"/>
                <a:gd name="T5" fmla="*/ 1168 h 24"/>
                <a:gd name="T6" fmla="*/ 3153 w 86"/>
                <a:gd name="T7" fmla="*/ 920 h 24"/>
                <a:gd name="T8" fmla="*/ 3445 w 86"/>
                <a:gd name="T9" fmla="*/ 30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4">
                  <a:moveTo>
                    <a:pt x="82" y="6"/>
                  </a:moveTo>
                  <a:cubicBezTo>
                    <a:pt x="82" y="0"/>
                    <a:pt x="86" y="22"/>
                    <a:pt x="77" y="23"/>
                  </a:cubicBezTo>
                  <a:cubicBezTo>
                    <a:pt x="66" y="24"/>
                    <a:pt x="0" y="23"/>
                    <a:pt x="0" y="23"/>
                  </a:cubicBezTo>
                  <a:cubicBezTo>
                    <a:pt x="11" y="22"/>
                    <a:pt x="68" y="23"/>
                    <a:pt x="75" y="18"/>
                  </a:cubicBezTo>
                  <a:cubicBezTo>
                    <a:pt x="81" y="13"/>
                    <a:pt x="81" y="10"/>
                    <a:pt x="82" y="6"/>
                  </a:cubicBezTo>
                  <a:close/>
                </a:path>
              </a:pathLst>
            </a:custGeom>
            <a:solidFill>
              <a:srgbClr val="ED7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0" name="Freeform 170">
              <a:extLst>
                <a:ext uri="{FF2B5EF4-FFF2-40B4-BE49-F238E27FC236}">
                  <a16:creationId xmlns:a16="http://schemas.microsoft.com/office/drawing/2014/main" id="{F998D53D-EDBA-4D9D-84D9-9F2B75187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275"/>
              <a:ext cx="174" cy="85"/>
            </a:xfrm>
            <a:custGeom>
              <a:avLst/>
              <a:gdLst>
                <a:gd name="T0" fmla="*/ 122 w 50"/>
                <a:gd name="T1" fmla="*/ 1160 h 23"/>
                <a:gd name="T2" fmla="*/ 171 w 50"/>
                <a:gd name="T3" fmla="*/ 152 h 23"/>
                <a:gd name="T4" fmla="*/ 2109 w 50"/>
                <a:gd name="T5" fmla="*/ 55 h 23"/>
                <a:gd name="T6" fmla="*/ 171 w 50"/>
                <a:gd name="T7" fmla="*/ 602 h 23"/>
                <a:gd name="T8" fmla="*/ 122 w 50"/>
                <a:gd name="T9" fmla="*/ 116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3">
                  <a:moveTo>
                    <a:pt x="3" y="23"/>
                  </a:moveTo>
                  <a:cubicBezTo>
                    <a:pt x="0" y="17"/>
                    <a:pt x="0" y="6"/>
                    <a:pt x="4" y="3"/>
                  </a:cubicBezTo>
                  <a:cubicBezTo>
                    <a:pt x="6" y="0"/>
                    <a:pt x="28" y="1"/>
                    <a:pt x="50" y="1"/>
                  </a:cubicBezTo>
                  <a:cubicBezTo>
                    <a:pt x="40" y="1"/>
                    <a:pt x="6" y="2"/>
                    <a:pt x="4" y="12"/>
                  </a:cubicBezTo>
                  <a:cubicBezTo>
                    <a:pt x="3" y="14"/>
                    <a:pt x="3" y="23"/>
                    <a:pt x="3" y="23"/>
                  </a:cubicBezTo>
                  <a:close/>
                </a:path>
              </a:pathLst>
            </a:custGeom>
            <a:solidFill>
              <a:srgbClr val="F6C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1" name="Freeform 171">
              <a:extLst>
                <a:ext uri="{FF2B5EF4-FFF2-40B4-BE49-F238E27FC236}">
                  <a16:creationId xmlns:a16="http://schemas.microsoft.com/office/drawing/2014/main" id="{BEF8558C-DFDC-4133-9BA6-6E5B914C0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297"/>
              <a:ext cx="104" cy="48"/>
            </a:xfrm>
            <a:custGeom>
              <a:avLst/>
              <a:gdLst>
                <a:gd name="T0" fmla="*/ 0 w 30"/>
                <a:gd name="T1" fmla="*/ 299 h 13"/>
                <a:gd name="T2" fmla="*/ 624 w 30"/>
                <a:gd name="T3" fmla="*/ 0 h 13"/>
                <a:gd name="T4" fmla="*/ 1251 w 30"/>
                <a:gd name="T5" fmla="*/ 354 h 13"/>
                <a:gd name="T6" fmla="*/ 624 w 30"/>
                <a:gd name="T7" fmla="*/ 654 h 13"/>
                <a:gd name="T8" fmla="*/ 0 w 30"/>
                <a:gd name="T9" fmla="*/ 2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">
                  <a:moveTo>
                    <a:pt x="0" y="6"/>
                  </a:moveTo>
                  <a:cubicBezTo>
                    <a:pt x="0" y="3"/>
                    <a:pt x="7" y="0"/>
                    <a:pt x="15" y="0"/>
                  </a:cubicBezTo>
                  <a:cubicBezTo>
                    <a:pt x="23" y="0"/>
                    <a:pt x="30" y="3"/>
                    <a:pt x="30" y="7"/>
                  </a:cubicBezTo>
                  <a:cubicBezTo>
                    <a:pt x="30" y="10"/>
                    <a:pt x="23" y="13"/>
                    <a:pt x="15" y="13"/>
                  </a:cubicBezTo>
                  <a:cubicBezTo>
                    <a:pt x="7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EA6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2" name="Freeform 172">
              <a:extLst>
                <a:ext uri="{FF2B5EF4-FFF2-40B4-BE49-F238E27FC236}">
                  <a16:creationId xmlns:a16="http://schemas.microsoft.com/office/drawing/2014/main" id="{66E7F8E9-B294-4884-AB75-808B28D1C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304"/>
              <a:ext cx="66" cy="30"/>
            </a:xfrm>
            <a:custGeom>
              <a:avLst/>
              <a:gdLst>
                <a:gd name="T0" fmla="*/ 35 w 19"/>
                <a:gd name="T1" fmla="*/ 266 h 8"/>
                <a:gd name="T2" fmla="*/ 507 w 19"/>
                <a:gd name="T3" fmla="*/ 0 h 8"/>
                <a:gd name="T4" fmla="*/ 795 w 19"/>
                <a:gd name="T5" fmla="*/ 113 h 8"/>
                <a:gd name="T6" fmla="*/ 424 w 19"/>
                <a:gd name="T7" fmla="*/ 0 h 8"/>
                <a:gd name="T8" fmla="*/ 0 w 19"/>
                <a:gd name="T9" fmla="*/ 210 h 8"/>
                <a:gd name="T10" fmla="*/ 170 w 19"/>
                <a:gd name="T11" fmla="*/ 424 h 8"/>
                <a:gd name="T12" fmla="*/ 35 w 19"/>
                <a:gd name="T13" fmla="*/ 26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1" y="5"/>
                  </a:moveTo>
                  <a:cubicBezTo>
                    <a:pt x="1" y="2"/>
                    <a:pt x="6" y="0"/>
                    <a:pt x="12" y="0"/>
                  </a:cubicBezTo>
                  <a:cubicBezTo>
                    <a:pt x="15" y="0"/>
                    <a:pt x="17" y="1"/>
                    <a:pt x="19" y="2"/>
                  </a:cubicBezTo>
                  <a:cubicBezTo>
                    <a:pt x="17" y="0"/>
                    <a:pt x="14" y="0"/>
                    <a:pt x="10" y="0"/>
                  </a:cubicBezTo>
                  <a:cubicBezTo>
                    <a:pt x="4" y="0"/>
                    <a:pt x="0" y="2"/>
                    <a:pt x="0" y="4"/>
                  </a:cubicBezTo>
                  <a:cubicBezTo>
                    <a:pt x="0" y="6"/>
                    <a:pt x="1" y="7"/>
                    <a:pt x="4" y="8"/>
                  </a:cubicBezTo>
                  <a:cubicBezTo>
                    <a:pt x="3" y="7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3" name="Freeform 173">
              <a:extLst>
                <a:ext uri="{FF2B5EF4-FFF2-40B4-BE49-F238E27FC236}">
                  <a16:creationId xmlns:a16="http://schemas.microsoft.com/office/drawing/2014/main" id="{A28F231B-2802-4F26-AAA7-D02AB7027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260"/>
              <a:ext cx="740" cy="137"/>
            </a:xfrm>
            <a:custGeom>
              <a:avLst/>
              <a:gdLst>
                <a:gd name="T0" fmla="*/ 8932 w 213"/>
                <a:gd name="T1" fmla="*/ 1015 h 37"/>
                <a:gd name="T2" fmla="*/ 8508 w 213"/>
                <a:gd name="T3" fmla="*/ 1877 h 37"/>
                <a:gd name="T4" fmla="*/ 459 w 213"/>
                <a:gd name="T5" fmla="*/ 1729 h 37"/>
                <a:gd name="T6" fmla="*/ 0 w 213"/>
                <a:gd name="T7" fmla="*/ 863 h 37"/>
                <a:gd name="T8" fmla="*/ 0 w 213"/>
                <a:gd name="T9" fmla="*/ 863 h 37"/>
                <a:gd name="T10" fmla="*/ 507 w 213"/>
                <a:gd name="T11" fmla="*/ 0 h 37"/>
                <a:gd name="T12" fmla="*/ 8557 w 213"/>
                <a:gd name="T13" fmla="*/ 152 h 37"/>
                <a:gd name="T14" fmla="*/ 8932 w 213"/>
                <a:gd name="T15" fmla="*/ 101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37">
                  <a:moveTo>
                    <a:pt x="213" y="20"/>
                  </a:moveTo>
                  <a:cubicBezTo>
                    <a:pt x="213" y="29"/>
                    <a:pt x="212" y="37"/>
                    <a:pt x="203" y="3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2" y="34"/>
                    <a:pt x="0" y="2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4" y="3"/>
                    <a:pt x="204" y="3"/>
                    <a:pt x="204" y="3"/>
                  </a:cubicBezTo>
                  <a:cubicBezTo>
                    <a:pt x="213" y="3"/>
                    <a:pt x="213" y="11"/>
                    <a:pt x="213" y="2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4" name="Freeform 174">
              <a:extLst>
                <a:ext uri="{FF2B5EF4-FFF2-40B4-BE49-F238E27FC236}">
                  <a16:creationId xmlns:a16="http://schemas.microsoft.com/office/drawing/2014/main" id="{8326C74F-555B-4C0A-88D5-1046C0AFB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297"/>
              <a:ext cx="104" cy="48"/>
            </a:xfrm>
            <a:custGeom>
              <a:avLst/>
              <a:gdLst>
                <a:gd name="T0" fmla="*/ 0 w 30"/>
                <a:gd name="T1" fmla="*/ 299 h 13"/>
                <a:gd name="T2" fmla="*/ 624 w 30"/>
                <a:gd name="T3" fmla="*/ 0 h 13"/>
                <a:gd name="T4" fmla="*/ 1251 w 30"/>
                <a:gd name="T5" fmla="*/ 354 h 13"/>
                <a:gd name="T6" fmla="*/ 624 w 30"/>
                <a:gd name="T7" fmla="*/ 654 h 13"/>
                <a:gd name="T8" fmla="*/ 0 w 30"/>
                <a:gd name="T9" fmla="*/ 2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">
                  <a:moveTo>
                    <a:pt x="0" y="6"/>
                  </a:moveTo>
                  <a:cubicBezTo>
                    <a:pt x="0" y="3"/>
                    <a:pt x="7" y="0"/>
                    <a:pt x="15" y="0"/>
                  </a:cubicBezTo>
                  <a:cubicBezTo>
                    <a:pt x="23" y="0"/>
                    <a:pt x="30" y="3"/>
                    <a:pt x="30" y="7"/>
                  </a:cubicBezTo>
                  <a:cubicBezTo>
                    <a:pt x="30" y="10"/>
                    <a:pt x="23" y="13"/>
                    <a:pt x="15" y="13"/>
                  </a:cubicBezTo>
                  <a:cubicBezTo>
                    <a:pt x="7" y="13"/>
                    <a:pt x="0" y="10"/>
                    <a:pt x="0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5" name="Freeform 175">
              <a:extLst>
                <a:ext uri="{FF2B5EF4-FFF2-40B4-BE49-F238E27FC236}">
                  <a16:creationId xmlns:a16="http://schemas.microsoft.com/office/drawing/2014/main" id="{ADDD3BF9-A41C-4CCF-A875-71B53C9FB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271"/>
              <a:ext cx="723" cy="114"/>
            </a:xfrm>
            <a:custGeom>
              <a:avLst/>
              <a:gdLst>
                <a:gd name="T0" fmla="*/ 8398 w 208"/>
                <a:gd name="T1" fmla="*/ 1541 h 31"/>
                <a:gd name="T2" fmla="*/ 337 w 208"/>
                <a:gd name="T3" fmla="*/ 1394 h 31"/>
                <a:gd name="T4" fmla="*/ 122 w 208"/>
                <a:gd name="T5" fmla="*/ 1298 h 31"/>
                <a:gd name="T6" fmla="*/ 0 w 208"/>
                <a:gd name="T7" fmla="*/ 691 h 31"/>
                <a:gd name="T8" fmla="*/ 122 w 208"/>
                <a:gd name="T9" fmla="*/ 96 h 31"/>
                <a:gd name="T10" fmla="*/ 375 w 208"/>
                <a:gd name="T11" fmla="*/ 0 h 31"/>
                <a:gd name="T12" fmla="*/ 8447 w 208"/>
                <a:gd name="T13" fmla="*/ 147 h 31"/>
                <a:gd name="T14" fmla="*/ 8613 w 208"/>
                <a:gd name="T15" fmla="*/ 202 h 31"/>
                <a:gd name="T16" fmla="*/ 8735 w 208"/>
                <a:gd name="T17" fmla="*/ 853 h 31"/>
                <a:gd name="T18" fmla="*/ 8735 w 208"/>
                <a:gd name="T19" fmla="*/ 853 h 31"/>
                <a:gd name="T20" fmla="*/ 8613 w 208"/>
                <a:gd name="T21" fmla="*/ 1445 h 31"/>
                <a:gd name="T22" fmla="*/ 8398 w 208"/>
                <a:gd name="T23" fmla="*/ 1541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8" h="31">
                  <a:moveTo>
                    <a:pt x="200" y="31"/>
                  </a:moveTo>
                  <a:cubicBezTo>
                    <a:pt x="8" y="28"/>
                    <a:pt x="8" y="28"/>
                    <a:pt x="8" y="28"/>
                  </a:cubicBezTo>
                  <a:cubicBezTo>
                    <a:pt x="6" y="28"/>
                    <a:pt x="4" y="27"/>
                    <a:pt x="3" y="26"/>
                  </a:cubicBezTo>
                  <a:cubicBezTo>
                    <a:pt x="1" y="24"/>
                    <a:pt x="0" y="20"/>
                    <a:pt x="0" y="14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4" y="0"/>
                    <a:pt x="6" y="0"/>
                    <a:pt x="9" y="0"/>
                  </a:cubicBezTo>
                  <a:cubicBezTo>
                    <a:pt x="201" y="3"/>
                    <a:pt x="201" y="3"/>
                    <a:pt x="201" y="3"/>
                  </a:cubicBezTo>
                  <a:cubicBezTo>
                    <a:pt x="203" y="3"/>
                    <a:pt x="204" y="3"/>
                    <a:pt x="205" y="4"/>
                  </a:cubicBezTo>
                  <a:cubicBezTo>
                    <a:pt x="207" y="7"/>
                    <a:pt x="208" y="12"/>
                    <a:pt x="208" y="17"/>
                  </a:cubicBezTo>
                  <a:cubicBezTo>
                    <a:pt x="208" y="17"/>
                    <a:pt x="208" y="17"/>
                    <a:pt x="208" y="17"/>
                  </a:cubicBezTo>
                  <a:cubicBezTo>
                    <a:pt x="207" y="22"/>
                    <a:pt x="207" y="27"/>
                    <a:pt x="205" y="29"/>
                  </a:cubicBezTo>
                  <a:cubicBezTo>
                    <a:pt x="204" y="30"/>
                    <a:pt x="202" y="31"/>
                    <a:pt x="200" y="31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13" name="Group 176">
            <a:extLst>
              <a:ext uri="{FF2B5EF4-FFF2-40B4-BE49-F238E27FC236}">
                <a16:creationId xmlns:a16="http://schemas.microsoft.com/office/drawing/2014/main" id="{3E3CC5A7-1019-4276-938D-082DCC5C2471}"/>
              </a:ext>
            </a:extLst>
          </p:cNvPr>
          <p:cNvGrpSpPr>
            <a:grpSpLocks/>
          </p:cNvGrpSpPr>
          <p:nvPr/>
        </p:nvGrpSpPr>
        <p:grpSpPr bwMode="auto">
          <a:xfrm>
            <a:off x="6183313" y="5334000"/>
            <a:ext cx="1174750" cy="217488"/>
            <a:chOff x="2407" y="2260"/>
            <a:chExt cx="740" cy="137"/>
          </a:xfrm>
        </p:grpSpPr>
        <p:sp>
          <p:nvSpPr>
            <p:cNvPr id="29856" name="Freeform 177">
              <a:extLst>
                <a:ext uri="{FF2B5EF4-FFF2-40B4-BE49-F238E27FC236}">
                  <a16:creationId xmlns:a16="http://schemas.microsoft.com/office/drawing/2014/main" id="{6118E45D-926E-4B2F-A8A5-681795242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260"/>
              <a:ext cx="740" cy="137"/>
            </a:xfrm>
            <a:custGeom>
              <a:avLst/>
              <a:gdLst>
                <a:gd name="T0" fmla="*/ 8932 w 213"/>
                <a:gd name="T1" fmla="*/ 1015 h 37"/>
                <a:gd name="T2" fmla="*/ 8508 w 213"/>
                <a:gd name="T3" fmla="*/ 1877 h 37"/>
                <a:gd name="T4" fmla="*/ 459 w 213"/>
                <a:gd name="T5" fmla="*/ 1729 h 37"/>
                <a:gd name="T6" fmla="*/ 0 w 213"/>
                <a:gd name="T7" fmla="*/ 863 h 37"/>
                <a:gd name="T8" fmla="*/ 0 w 213"/>
                <a:gd name="T9" fmla="*/ 863 h 37"/>
                <a:gd name="T10" fmla="*/ 507 w 213"/>
                <a:gd name="T11" fmla="*/ 0 h 37"/>
                <a:gd name="T12" fmla="*/ 8557 w 213"/>
                <a:gd name="T13" fmla="*/ 152 h 37"/>
                <a:gd name="T14" fmla="*/ 8932 w 213"/>
                <a:gd name="T15" fmla="*/ 101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37">
                  <a:moveTo>
                    <a:pt x="213" y="20"/>
                  </a:moveTo>
                  <a:cubicBezTo>
                    <a:pt x="213" y="29"/>
                    <a:pt x="212" y="37"/>
                    <a:pt x="203" y="3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2" y="34"/>
                    <a:pt x="0" y="2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4" y="3"/>
                    <a:pt x="204" y="3"/>
                    <a:pt x="204" y="3"/>
                  </a:cubicBezTo>
                  <a:cubicBezTo>
                    <a:pt x="213" y="3"/>
                    <a:pt x="213" y="11"/>
                    <a:pt x="213" y="20"/>
                  </a:cubicBezTo>
                  <a:close/>
                </a:path>
              </a:pathLst>
            </a:custGeom>
            <a:solidFill>
              <a:srgbClr val="F1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Oval 178">
              <a:extLst>
                <a:ext uri="{FF2B5EF4-FFF2-40B4-BE49-F238E27FC236}">
                  <a16:creationId xmlns:a16="http://schemas.microsoft.com/office/drawing/2014/main" id="{0779EF8C-B563-4681-AC6E-36F251C5C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2" y="2286"/>
              <a:ext cx="101" cy="48"/>
            </a:xfrm>
            <a:prstGeom prst="ellipse">
              <a:avLst/>
            </a:prstGeom>
            <a:solidFill>
              <a:srgbClr val="ED7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58" name="Oval 179">
              <a:extLst>
                <a:ext uri="{FF2B5EF4-FFF2-40B4-BE49-F238E27FC236}">
                  <a16:creationId xmlns:a16="http://schemas.microsoft.com/office/drawing/2014/main" id="{0543287E-F634-409D-BAB9-FD96D5478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312"/>
              <a:ext cx="97" cy="40"/>
            </a:xfrm>
            <a:prstGeom prst="ellipse">
              <a:avLst/>
            </a:prstGeom>
            <a:solidFill>
              <a:srgbClr val="F7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59" name="Freeform 180">
              <a:extLst>
                <a:ext uri="{FF2B5EF4-FFF2-40B4-BE49-F238E27FC236}">
                  <a16:creationId xmlns:a16="http://schemas.microsoft.com/office/drawing/2014/main" id="{3DD18A57-FE42-40CC-BE92-8F866972F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289"/>
              <a:ext cx="299" cy="89"/>
            </a:xfrm>
            <a:custGeom>
              <a:avLst/>
              <a:gdLst>
                <a:gd name="T0" fmla="*/ 3445 w 86"/>
                <a:gd name="T1" fmla="*/ 304 h 24"/>
                <a:gd name="T2" fmla="*/ 3240 w 86"/>
                <a:gd name="T3" fmla="*/ 1168 h 24"/>
                <a:gd name="T4" fmla="*/ 0 w 86"/>
                <a:gd name="T5" fmla="*/ 1168 h 24"/>
                <a:gd name="T6" fmla="*/ 3153 w 86"/>
                <a:gd name="T7" fmla="*/ 920 h 24"/>
                <a:gd name="T8" fmla="*/ 3445 w 86"/>
                <a:gd name="T9" fmla="*/ 30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4">
                  <a:moveTo>
                    <a:pt x="82" y="6"/>
                  </a:moveTo>
                  <a:cubicBezTo>
                    <a:pt x="82" y="0"/>
                    <a:pt x="86" y="22"/>
                    <a:pt x="77" y="23"/>
                  </a:cubicBezTo>
                  <a:cubicBezTo>
                    <a:pt x="66" y="24"/>
                    <a:pt x="0" y="23"/>
                    <a:pt x="0" y="23"/>
                  </a:cubicBezTo>
                  <a:cubicBezTo>
                    <a:pt x="11" y="22"/>
                    <a:pt x="68" y="23"/>
                    <a:pt x="75" y="18"/>
                  </a:cubicBezTo>
                  <a:cubicBezTo>
                    <a:pt x="81" y="13"/>
                    <a:pt x="81" y="10"/>
                    <a:pt x="82" y="6"/>
                  </a:cubicBezTo>
                  <a:close/>
                </a:path>
              </a:pathLst>
            </a:custGeom>
            <a:solidFill>
              <a:srgbClr val="ED7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0" name="Freeform 181">
              <a:extLst>
                <a:ext uri="{FF2B5EF4-FFF2-40B4-BE49-F238E27FC236}">
                  <a16:creationId xmlns:a16="http://schemas.microsoft.com/office/drawing/2014/main" id="{E2E99ADF-4AE8-419D-A797-5EE20A4D0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275"/>
              <a:ext cx="174" cy="85"/>
            </a:xfrm>
            <a:custGeom>
              <a:avLst/>
              <a:gdLst>
                <a:gd name="T0" fmla="*/ 122 w 50"/>
                <a:gd name="T1" fmla="*/ 1160 h 23"/>
                <a:gd name="T2" fmla="*/ 171 w 50"/>
                <a:gd name="T3" fmla="*/ 152 h 23"/>
                <a:gd name="T4" fmla="*/ 2109 w 50"/>
                <a:gd name="T5" fmla="*/ 55 h 23"/>
                <a:gd name="T6" fmla="*/ 171 w 50"/>
                <a:gd name="T7" fmla="*/ 602 h 23"/>
                <a:gd name="T8" fmla="*/ 122 w 50"/>
                <a:gd name="T9" fmla="*/ 116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3">
                  <a:moveTo>
                    <a:pt x="3" y="23"/>
                  </a:moveTo>
                  <a:cubicBezTo>
                    <a:pt x="0" y="17"/>
                    <a:pt x="0" y="6"/>
                    <a:pt x="4" y="3"/>
                  </a:cubicBezTo>
                  <a:cubicBezTo>
                    <a:pt x="6" y="0"/>
                    <a:pt x="28" y="1"/>
                    <a:pt x="50" y="1"/>
                  </a:cubicBezTo>
                  <a:cubicBezTo>
                    <a:pt x="40" y="1"/>
                    <a:pt x="6" y="2"/>
                    <a:pt x="4" y="12"/>
                  </a:cubicBezTo>
                  <a:cubicBezTo>
                    <a:pt x="3" y="14"/>
                    <a:pt x="3" y="23"/>
                    <a:pt x="3" y="23"/>
                  </a:cubicBezTo>
                  <a:close/>
                </a:path>
              </a:pathLst>
            </a:custGeom>
            <a:solidFill>
              <a:srgbClr val="F6C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1" name="Freeform 182">
              <a:extLst>
                <a:ext uri="{FF2B5EF4-FFF2-40B4-BE49-F238E27FC236}">
                  <a16:creationId xmlns:a16="http://schemas.microsoft.com/office/drawing/2014/main" id="{CF239592-5417-4FA3-A62F-B87F77596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297"/>
              <a:ext cx="104" cy="48"/>
            </a:xfrm>
            <a:custGeom>
              <a:avLst/>
              <a:gdLst>
                <a:gd name="T0" fmla="*/ 0 w 30"/>
                <a:gd name="T1" fmla="*/ 299 h 13"/>
                <a:gd name="T2" fmla="*/ 624 w 30"/>
                <a:gd name="T3" fmla="*/ 0 h 13"/>
                <a:gd name="T4" fmla="*/ 1251 w 30"/>
                <a:gd name="T5" fmla="*/ 354 h 13"/>
                <a:gd name="T6" fmla="*/ 624 w 30"/>
                <a:gd name="T7" fmla="*/ 654 h 13"/>
                <a:gd name="T8" fmla="*/ 0 w 30"/>
                <a:gd name="T9" fmla="*/ 2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">
                  <a:moveTo>
                    <a:pt x="0" y="6"/>
                  </a:moveTo>
                  <a:cubicBezTo>
                    <a:pt x="0" y="3"/>
                    <a:pt x="7" y="0"/>
                    <a:pt x="15" y="0"/>
                  </a:cubicBezTo>
                  <a:cubicBezTo>
                    <a:pt x="23" y="0"/>
                    <a:pt x="30" y="3"/>
                    <a:pt x="30" y="7"/>
                  </a:cubicBezTo>
                  <a:cubicBezTo>
                    <a:pt x="30" y="10"/>
                    <a:pt x="23" y="13"/>
                    <a:pt x="15" y="13"/>
                  </a:cubicBezTo>
                  <a:cubicBezTo>
                    <a:pt x="7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EA6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2" name="Freeform 183">
              <a:extLst>
                <a:ext uri="{FF2B5EF4-FFF2-40B4-BE49-F238E27FC236}">
                  <a16:creationId xmlns:a16="http://schemas.microsoft.com/office/drawing/2014/main" id="{DF240F3B-A633-4EB5-A009-F00656199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304"/>
              <a:ext cx="66" cy="30"/>
            </a:xfrm>
            <a:custGeom>
              <a:avLst/>
              <a:gdLst>
                <a:gd name="T0" fmla="*/ 35 w 19"/>
                <a:gd name="T1" fmla="*/ 266 h 8"/>
                <a:gd name="T2" fmla="*/ 507 w 19"/>
                <a:gd name="T3" fmla="*/ 0 h 8"/>
                <a:gd name="T4" fmla="*/ 795 w 19"/>
                <a:gd name="T5" fmla="*/ 113 h 8"/>
                <a:gd name="T6" fmla="*/ 424 w 19"/>
                <a:gd name="T7" fmla="*/ 0 h 8"/>
                <a:gd name="T8" fmla="*/ 0 w 19"/>
                <a:gd name="T9" fmla="*/ 210 h 8"/>
                <a:gd name="T10" fmla="*/ 170 w 19"/>
                <a:gd name="T11" fmla="*/ 424 h 8"/>
                <a:gd name="T12" fmla="*/ 35 w 19"/>
                <a:gd name="T13" fmla="*/ 26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1" y="5"/>
                  </a:moveTo>
                  <a:cubicBezTo>
                    <a:pt x="1" y="2"/>
                    <a:pt x="6" y="0"/>
                    <a:pt x="12" y="0"/>
                  </a:cubicBezTo>
                  <a:cubicBezTo>
                    <a:pt x="15" y="0"/>
                    <a:pt x="17" y="1"/>
                    <a:pt x="19" y="2"/>
                  </a:cubicBezTo>
                  <a:cubicBezTo>
                    <a:pt x="17" y="0"/>
                    <a:pt x="14" y="0"/>
                    <a:pt x="10" y="0"/>
                  </a:cubicBezTo>
                  <a:cubicBezTo>
                    <a:pt x="4" y="0"/>
                    <a:pt x="0" y="2"/>
                    <a:pt x="0" y="4"/>
                  </a:cubicBezTo>
                  <a:cubicBezTo>
                    <a:pt x="0" y="6"/>
                    <a:pt x="1" y="7"/>
                    <a:pt x="4" y="8"/>
                  </a:cubicBezTo>
                  <a:cubicBezTo>
                    <a:pt x="3" y="7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3" name="Freeform 184">
              <a:extLst>
                <a:ext uri="{FF2B5EF4-FFF2-40B4-BE49-F238E27FC236}">
                  <a16:creationId xmlns:a16="http://schemas.microsoft.com/office/drawing/2014/main" id="{0C18BAD1-046B-40E5-AFBB-DAD47E35E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260"/>
              <a:ext cx="740" cy="137"/>
            </a:xfrm>
            <a:custGeom>
              <a:avLst/>
              <a:gdLst>
                <a:gd name="T0" fmla="*/ 8932 w 213"/>
                <a:gd name="T1" fmla="*/ 1015 h 37"/>
                <a:gd name="T2" fmla="*/ 8508 w 213"/>
                <a:gd name="T3" fmla="*/ 1877 h 37"/>
                <a:gd name="T4" fmla="*/ 459 w 213"/>
                <a:gd name="T5" fmla="*/ 1729 h 37"/>
                <a:gd name="T6" fmla="*/ 0 w 213"/>
                <a:gd name="T7" fmla="*/ 863 h 37"/>
                <a:gd name="T8" fmla="*/ 0 w 213"/>
                <a:gd name="T9" fmla="*/ 863 h 37"/>
                <a:gd name="T10" fmla="*/ 507 w 213"/>
                <a:gd name="T11" fmla="*/ 0 h 37"/>
                <a:gd name="T12" fmla="*/ 8557 w 213"/>
                <a:gd name="T13" fmla="*/ 152 h 37"/>
                <a:gd name="T14" fmla="*/ 8932 w 213"/>
                <a:gd name="T15" fmla="*/ 101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37">
                  <a:moveTo>
                    <a:pt x="213" y="20"/>
                  </a:moveTo>
                  <a:cubicBezTo>
                    <a:pt x="213" y="29"/>
                    <a:pt x="212" y="37"/>
                    <a:pt x="203" y="3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2" y="34"/>
                    <a:pt x="0" y="2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4" y="3"/>
                    <a:pt x="204" y="3"/>
                    <a:pt x="204" y="3"/>
                  </a:cubicBezTo>
                  <a:cubicBezTo>
                    <a:pt x="213" y="3"/>
                    <a:pt x="213" y="11"/>
                    <a:pt x="213" y="2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4" name="Freeform 185">
              <a:extLst>
                <a:ext uri="{FF2B5EF4-FFF2-40B4-BE49-F238E27FC236}">
                  <a16:creationId xmlns:a16="http://schemas.microsoft.com/office/drawing/2014/main" id="{3B500E73-FC4F-49C7-BECC-0DB54CCBA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297"/>
              <a:ext cx="104" cy="48"/>
            </a:xfrm>
            <a:custGeom>
              <a:avLst/>
              <a:gdLst>
                <a:gd name="T0" fmla="*/ 0 w 30"/>
                <a:gd name="T1" fmla="*/ 299 h 13"/>
                <a:gd name="T2" fmla="*/ 624 w 30"/>
                <a:gd name="T3" fmla="*/ 0 h 13"/>
                <a:gd name="T4" fmla="*/ 1251 w 30"/>
                <a:gd name="T5" fmla="*/ 354 h 13"/>
                <a:gd name="T6" fmla="*/ 624 w 30"/>
                <a:gd name="T7" fmla="*/ 654 h 13"/>
                <a:gd name="T8" fmla="*/ 0 w 30"/>
                <a:gd name="T9" fmla="*/ 2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">
                  <a:moveTo>
                    <a:pt x="0" y="6"/>
                  </a:moveTo>
                  <a:cubicBezTo>
                    <a:pt x="0" y="3"/>
                    <a:pt x="7" y="0"/>
                    <a:pt x="15" y="0"/>
                  </a:cubicBezTo>
                  <a:cubicBezTo>
                    <a:pt x="23" y="0"/>
                    <a:pt x="30" y="3"/>
                    <a:pt x="30" y="7"/>
                  </a:cubicBezTo>
                  <a:cubicBezTo>
                    <a:pt x="30" y="10"/>
                    <a:pt x="23" y="13"/>
                    <a:pt x="15" y="13"/>
                  </a:cubicBezTo>
                  <a:cubicBezTo>
                    <a:pt x="7" y="13"/>
                    <a:pt x="0" y="10"/>
                    <a:pt x="0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5" name="Freeform 186">
              <a:extLst>
                <a:ext uri="{FF2B5EF4-FFF2-40B4-BE49-F238E27FC236}">
                  <a16:creationId xmlns:a16="http://schemas.microsoft.com/office/drawing/2014/main" id="{D2C7E26D-654D-4E6B-8868-CFB52C9E6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271"/>
              <a:ext cx="723" cy="114"/>
            </a:xfrm>
            <a:custGeom>
              <a:avLst/>
              <a:gdLst>
                <a:gd name="T0" fmla="*/ 8398 w 208"/>
                <a:gd name="T1" fmla="*/ 1541 h 31"/>
                <a:gd name="T2" fmla="*/ 337 w 208"/>
                <a:gd name="T3" fmla="*/ 1394 h 31"/>
                <a:gd name="T4" fmla="*/ 122 w 208"/>
                <a:gd name="T5" fmla="*/ 1298 h 31"/>
                <a:gd name="T6" fmla="*/ 0 w 208"/>
                <a:gd name="T7" fmla="*/ 691 h 31"/>
                <a:gd name="T8" fmla="*/ 122 w 208"/>
                <a:gd name="T9" fmla="*/ 96 h 31"/>
                <a:gd name="T10" fmla="*/ 375 w 208"/>
                <a:gd name="T11" fmla="*/ 0 h 31"/>
                <a:gd name="T12" fmla="*/ 8447 w 208"/>
                <a:gd name="T13" fmla="*/ 147 h 31"/>
                <a:gd name="T14" fmla="*/ 8613 w 208"/>
                <a:gd name="T15" fmla="*/ 202 h 31"/>
                <a:gd name="T16" fmla="*/ 8735 w 208"/>
                <a:gd name="T17" fmla="*/ 853 h 31"/>
                <a:gd name="T18" fmla="*/ 8735 w 208"/>
                <a:gd name="T19" fmla="*/ 853 h 31"/>
                <a:gd name="T20" fmla="*/ 8613 w 208"/>
                <a:gd name="T21" fmla="*/ 1445 h 31"/>
                <a:gd name="T22" fmla="*/ 8398 w 208"/>
                <a:gd name="T23" fmla="*/ 1541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8" h="31">
                  <a:moveTo>
                    <a:pt x="200" y="31"/>
                  </a:moveTo>
                  <a:cubicBezTo>
                    <a:pt x="8" y="28"/>
                    <a:pt x="8" y="28"/>
                    <a:pt x="8" y="28"/>
                  </a:cubicBezTo>
                  <a:cubicBezTo>
                    <a:pt x="6" y="28"/>
                    <a:pt x="4" y="27"/>
                    <a:pt x="3" y="26"/>
                  </a:cubicBezTo>
                  <a:cubicBezTo>
                    <a:pt x="1" y="24"/>
                    <a:pt x="0" y="20"/>
                    <a:pt x="0" y="14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4" y="0"/>
                    <a:pt x="6" y="0"/>
                    <a:pt x="9" y="0"/>
                  </a:cubicBezTo>
                  <a:cubicBezTo>
                    <a:pt x="201" y="3"/>
                    <a:pt x="201" y="3"/>
                    <a:pt x="201" y="3"/>
                  </a:cubicBezTo>
                  <a:cubicBezTo>
                    <a:pt x="203" y="3"/>
                    <a:pt x="204" y="3"/>
                    <a:pt x="205" y="4"/>
                  </a:cubicBezTo>
                  <a:cubicBezTo>
                    <a:pt x="207" y="7"/>
                    <a:pt x="208" y="12"/>
                    <a:pt x="208" y="17"/>
                  </a:cubicBezTo>
                  <a:cubicBezTo>
                    <a:pt x="208" y="17"/>
                    <a:pt x="208" y="17"/>
                    <a:pt x="208" y="17"/>
                  </a:cubicBezTo>
                  <a:cubicBezTo>
                    <a:pt x="207" y="22"/>
                    <a:pt x="207" y="27"/>
                    <a:pt x="205" y="29"/>
                  </a:cubicBezTo>
                  <a:cubicBezTo>
                    <a:pt x="204" y="30"/>
                    <a:pt x="202" y="31"/>
                    <a:pt x="200" y="31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14" name="Group 187">
            <a:extLst>
              <a:ext uri="{FF2B5EF4-FFF2-40B4-BE49-F238E27FC236}">
                <a16:creationId xmlns:a16="http://schemas.microsoft.com/office/drawing/2014/main" id="{ABF50052-174C-47B0-B041-6BA156EA9245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5334000"/>
            <a:ext cx="1174750" cy="217488"/>
            <a:chOff x="871" y="2260"/>
            <a:chExt cx="740" cy="137"/>
          </a:xfrm>
        </p:grpSpPr>
        <p:sp>
          <p:nvSpPr>
            <p:cNvPr id="29846" name="Freeform 188">
              <a:extLst>
                <a:ext uri="{FF2B5EF4-FFF2-40B4-BE49-F238E27FC236}">
                  <a16:creationId xmlns:a16="http://schemas.microsoft.com/office/drawing/2014/main" id="{AFE9F0C4-8FB2-417A-BFA2-DA7AE6E5A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260"/>
              <a:ext cx="740" cy="137"/>
            </a:xfrm>
            <a:custGeom>
              <a:avLst/>
              <a:gdLst>
                <a:gd name="T0" fmla="*/ 8932 w 213"/>
                <a:gd name="T1" fmla="*/ 1015 h 37"/>
                <a:gd name="T2" fmla="*/ 8508 w 213"/>
                <a:gd name="T3" fmla="*/ 1877 h 37"/>
                <a:gd name="T4" fmla="*/ 459 w 213"/>
                <a:gd name="T5" fmla="*/ 1729 h 37"/>
                <a:gd name="T6" fmla="*/ 0 w 213"/>
                <a:gd name="T7" fmla="*/ 863 h 37"/>
                <a:gd name="T8" fmla="*/ 0 w 213"/>
                <a:gd name="T9" fmla="*/ 863 h 37"/>
                <a:gd name="T10" fmla="*/ 507 w 213"/>
                <a:gd name="T11" fmla="*/ 0 h 37"/>
                <a:gd name="T12" fmla="*/ 8557 w 213"/>
                <a:gd name="T13" fmla="*/ 152 h 37"/>
                <a:gd name="T14" fmla="*/ 8932 w 213"/>
                <a:gd name="T15" fmla="*/ 101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37">
                  <a:moveTo>
                    <a:pt x="213" y="20"/>
                  </a:moveTo>
                  <a:cubicBezTo>
                    <a:pt x="213" y="29"/>
                    <a:pt x="212" y="37"/>
                    <a:pt x="203" y="3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2" y="34"/>
                    <a:pt x="0" y="2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4" y="3"/>
                    <a:pt x="204" y="3"/>
                    <a:pt x="204" y="3"/>
                  </a:cubicBezTo>
                  <a:cubicBezTo>
                    <a:pt x="213" y="3"/>
                    <a:pt x="213" y="11"/>
                    <a:pt x="213" y="20"/>
                  </a:cubicBezTo>
                  <a:close/>
                </a:path>
              </a:pathLst>
            </a:custGeom>
            <a:solidFill>
              <a:srgbClr val="F1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7" name="Oval 189">
              <a:extLst>
                <a:ext uri="{FF2B5EF4-FFF2-40B4-BE49-F238E27FC236}">
                  <a16:creationId xmlns:a16="http://schemas.microsoft.com/office/drawing/2014/main" id="{3EF4E795-B856-460C-A8D6-9D1E6231D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6" y="2286"/>
              <a:ext cx="101" cy="48"/>
            </a:xfrm>
            <a:prstGeom prst="ellipse">
              <a:avLst/>
            </a:prstGeom>
            <a:solidFill>
              <a:srgbClr val="ED7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48" name="Oval 190">
              <a:extLst>
                <a:ext uri="{FF2B5EF4-FFF2-40B4-BE49-F238E27FC236}">
                  <a16:creationId xmlns:a16="http://schemas.microsoft.com/office/drawing/2014/main" id="{0FA1F739-E173-43D8-BE48-5FE822457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2312"/>
              <a:ext cx="97" cy="40"/>
            </a:xfrm>
            <a:prstGeom prst="ellipse">
              <a:avLst/>
            </a:prstGeom>
            <a:solidFill>
              <a:srgbClr val="F7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49" name="Freeform 191">
              <a:extLst>
                <a:ext uri="{FF2B5EF4-FFF2-40B4-BE49-F238E27FC236}">
                  <a16:creationId xmlns:a16="http://schemas.microsoft.com/office/drawing/2014/main" id="{2997003B-623F-4D26-B545-EB9B55415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289"/>
              <a:ext cx="299" cy="89"/>
            </a:xfrm>
            <a:custGeom>
              <a:avLst/>
              <a:gdLst>
                <a:gd name="T0" fmla="*/ 3445 w 86"/>
                <a:gd name="T1" fmla="*/ 304 h 24"/>
                <a:gd name="T2" fmla="*/ 3240 w 86"/>
                <a:gd name="T3" fmla="*/ 1168 h 24"/>
                <a:gd name="T4" fmla="*/ 0 w 86"/>
                <a:gd name="T5" fmla="*/ 1168 h 24"/>
                <a:gd name="T6" fmla="*/ 3153 w 86"/>
                <a:gd name="T7" fmla="*/ 920 h 24"/>
                <a:gd name="T8" fmla="*/ 3445 w 86"/>
                <a:gd name="T9" fmla="*/ 30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4">
                  <a:moveTo>
                    <a:pt x="82" y="6"/>
                  </a:moveTo>
                  <a:cubicBezTo>
                    <a:pt x="82" y="0"/>
                    <a:pt x="86" y="22"/>
                    <a:pt x="77" y="23"/>
                  </a:cubicBezTo>
                  <a:cubicBezTo>
                    <a:pt x="66" y="24"/>
                    <a:pt x="0" y="23"/>
                    <a:pt x="0" y="23"/>
                  </a:cubicBezTo>
                  <a:cubicBezTo>
                    <a:pt x="11" y="22"/>
                    <a:pt x="68" y="23"/>
                    <a:pt x="75" y="18"/>
                  </a:cubicBezTo>
                  <a:cubicBezTo>
                    <a:pt x="81" y="13"/>
                    <a:pt x="81" y="10"/>
                    <a:pt x="82" y="6"/>
                  </a:cubicBezTo>
                  <a:close/>
                </a:path>
              </a:pathLst>
            </a:custGeom>
            <a:solidFill>
              <a:srgbClr val="ED7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0" name="Freeform 192">
              <a:extLst>
                <a:ext uri="{FF2B5EF4-FFF2-40B4-BE49-F238E27FC236}">
                  <a16:creationId xmlns:a16="http://schemas.microsoft.com/office/drawing/2014/main" id="{04C56872-D06D-41DB-B570-A062D22ED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275"/>
              <a:ext cx="174" cy="85"/>
            </a:xfrm>
            <a:custGeom>
              <a:avLst/>
              <a:gdLst>
                <a:gd name="T0" fmla="*/ 122 w 50"/>
                <a:gd name="T1" fmla="*/ 1160 h 23"/>
                <a:gd name="T2" fmla="*/ 171 w 50"/>
                <a:gd name="T3" fmla="*/ 152 h 23"/>
                <a:gd name="T4" fmla="*/ 2109 w 50"/>
                <a:gd name="T5" fmla="*/ 55 h 23"/>
                <a:gd name="T6" fmla="*/ 171 w 50"/>
                <a:gd name="T7" fmla="*/ 602 h 23"/>
                <a:gd name="T8" fmla="*/ 122 w 50"/>
                <a:gd name="T9" fmla="*/ 116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3">
                  <a:moveTo>
                    <a:pt x="3" y="23"/>
                  </a:moveTo>
                  <a:cubicBezTo>
                    <a:pt x="0" y="17"/>
                    <a:pt x="0" y="6"/>
                    <a:pt x="4" y="3"/>
                  </a:cubicBezTo>
                  <a:cubicBezTo>
                    <a:pt x="6" y="0"/>
                    <a:pt x="28" y="1"/>
                    <a:pt x="50" y="1"/>
                  </a:cubicBezTo>
                  <a:cubicBezTo>
                    <a:pt x="40" y="1"/>
                    <a:pt x="6" y="2"/>
                    <a:pt x="4" y="12"/>
                  </a:cubicBezTo>
                  <a:cubicBezTo>
                    <a:pt x="3" y="14"/>
                    <a:pt x="3" y="23"/>
                    <a:pt x="3" y="23"/>
                  </a:cubicBezTo>
                  <a:close/>
                </a:path>
              </a:pathLst>
            </a:custGeom>
            <a:solidFill>
              <a:srgbClr val="F6C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Freeform 193">
              <a:extLst>
                <a:ext uri="{FF2B5EF4-FFF2-40B4-BE49-F238E27FC236}">
                  <a16:creationId xmlns:a16="http://schemas.microsoft.com/office/drawing/2014/main" id="{1AB9947A-F801-48A6-903A-414CA9A37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297"/>
              <a:ext cx="104" cy="48"/>
            </a:xfrm>
            <a:custGeom>
              <a:avLst/>
              <a:gdLst>
                <a:gd name="T0" fmla="*/ 0 w 30"/>
                <a:gd name="T1" fmla="*/ 299 h 13"/>
                <a:gd name="T2" fmla="*/ 624 w 30"/>
                <a:gd name="T3" fmla="*/ 0 h 13"/>
                <a:gd name="T4" fmla="*/ 1251 w 30"/>
                <a:gd name="T5" fmla="*/ 354 h 13"/>
                <a:gd name="T6" fmla="*/ 624 w 30"/>
                <a:gd name="T7" fmla="*/ 654 h 13"/>
                <a:gd name="T8" fmla="*/ 0 w 30"/>
                <a:gd name="T9" fmla="*/ 2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">
                  <a:moveTo>
                    <a:pt x="0" y="6"/>
                  </a:moveTo>
                  <a:cubicBezTo>
                    <a:pt x="0" y="3"/>
                    <a:pt x="7" y="0"/>
                    <a:pt x="15" y="0"/>
                  </a:cubicBezTo>
                  <a:cubicBezTo>
                    <a:pt x="23" y="0"/>
                    <a:pt x="30" y="3"/>
                    <a:pt x="30" y="7"/>
                  </a:cubicBezTo>
                  <a:cubicBezTo>
                    <a:pt x="30" y="10"/>
                    <a:pt x="23" y="13"/>
                    <a:pt x="15" y="13"/>
                  </a:cubicBezTo>
                  <a:cubicBezTo>
                    <a:pt x="7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EA6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2" name="Freeform 194">
              <a:extLst>
                <a:ext uri="{FF2B5EF4-FFF2-40B4-BE49-F238E27FC236}">
                  <a16:creationId xmlns:a16="http://schemas.microsoft.com/office/drawing/2014/main" id="{BCC72DE0-D5EF-459D-A871-434921EA8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304"/>
              <a:ext cx="66" cy="30"/>
            </a:xfrm>
            <a:custGeom>
              <a:avLst/>
              <a:gdLst>
                <a:gd name="T0" fmla="*/ 35 w 19"/>
                <a:gd name="T1" fmla="*/ 266 h 8"/>
                <a:gd name="T2" fmla="*/ 507 w 19"/>
                <a:gd name="T3" fmla="*/ 0 h 8"/>
                <a:gd name="T4" fmla="*/ 795 w 19"/>
                <a:gd name="T5" fmla="*/ 113 h 8"/>
                <a:gd name="T6" fmla="*/ 424 w 19"/>
                <a:gd name="T7" fmla="*/ 0 h 8"/>
                <a:gd name="T8" fmla="*/ 0 w 19"/>
                <a:gd name="T9" fmla="*/ 210 h 8"/>
                <a:gd name="T10" fmla="*/ 170 w 19"/>
                <a:gd name="T11" fmla="*/ 424 h 8"/>
                <a:gd name="T12" fmla="*/ 35 w 19"/>
                <a:gd name="T13" fmla="*/ 26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1" y="5"/>
                  </a:moveTo>
                  <a:cubicBezTo>
                    <a:pt x="1" y="2"/>
                    <a:pt x="6" y="0"/>
                    <a:pt x="12" y="0"/>
                  </a:cubicBezTo>
                  <a:cubicBezTo>
                    <a:pt x="15" y="0"/>
                    <a:pt x="17" y="1"/>
                    <a:pt x="19" y="2"/>
                  </a:cubicBezTo>
                  <a:cubicBezTo>
                    <a:pt x="17" y="0"/>
                    <a:pt x="14" y="0"/>
                    <a:pt x="10" y="0"/>
                  </a:cubicBezTo>
                  <a:cubicBezTo>
                    <a:pt x="4" y="0"/>
                    <a:pt x="0" y="2"/>
                    <a:pt x="0" y="4"/>
                  </a:cubicBezTo>
                  <a:cubicBezTo>
                    <a:pt x="0" y="6"/>
                    <a:pt x="1" y="7"/>
                    <a:pt x="4" y="8"/>
                  </a:cubicBezTo>
                  <a:cubicBezTo>
                    <a:pt x="3" y="7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3" name="Freeform 195">
              <a:extLst>
                <a:ext uri="{FF2B5EF4-FFF2-40B4-BE49-F238E27FC236}">
                  <a16:creationId xmlns:a16="http://schemas.microsoft.com/office/drawing/2014/main" id="{2C619C30-12DE-46F6-842C-83DAF9687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260"/>
              <a:ext cx="740" cy="137"/>
            </a:xfrm>
            <a:custGeom>
              <a:avLst/>
              <a:gdLst>
                <a:gd name="T0" fmla="*/ 8932 w 213"/>
                <a:gd name="T1" fmla="*/ 1015 h 37"/>
                <a:gd name="T2" fmla="*/ 8508 w 213"/>
                <a:gd name="T3" fmla="*/ 1877 h 37"/>
                <a:gd name="T4" fmla="*/ 459 w 213"/>
                <a:gd name="T5" fmla="*/ 1729 h 37"/>
                <a:gd name="T6" fmla="*/ 0 w 213"/>
                <a:gd name="T7" fmla="*/ 863 h 37"/>
                <a:gd name="T8" fmla="*/ 0 w 213"/>
                <a:gd name="T9" fmla="*/ 863 h 37"/>
                <a:gd name="T10" fmla="*/ 507 w 213"/>
                <a:gd name="T11" fmla="*/ 0 h 37"/>
                <a:gd name="T12" fmla="*/ 8557 w 213"/>
                <a:gd name="T13" fmla="*/ 152 h 37"/>
                <a:gd name="T14" fmla="*/ 8932 w 213"/>
                <a:gd name="T15" fmla="*/ 101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37">
                  <a:moveTo>
                    <a:pt x="213" y="20"/>
                  </a:moveTo>
                  <a:cubicBezTo>
                    <a:pt x="213" y="29"/>
                    <a:pt x="212" y="37"/>
                    <a:pt x="203" y="3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2" y="34"/>
                    <a:pt x="0" y="2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4" y="3"/>
                    <a:pt x="204" y="3"/>
                    <a:pt x="204" y="3"/>
                  </a:cubicBezTo>
                  <a:cubicBezTo>
                    <a:pt x="213" y="3"/>
                    <a:pt x="213" y="11"/>
                    <a:pt x="213" y="2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4" name="Freeform 196">
              <a:extLst>
                <a:ext uri="{FF2B5EF4-FFF2-40B4-BE49-F238E27FC236}">
                  <a16:creationId xmlns:a16="http://schemas.microsoft.com/office/drawing/2014/main" id="{C47BD261-7E2F-46D3-BA7A-634C07854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297"/>
              <a:ext cx="104" cy="48"/>
            </a:xfrm>
            <a:custGeom>
              <a:avLst/>
              <a:gdLst>
                <a:gd name="T0" fmla="*/ 0 w 30"/>
                <a:gd name="T1" fmla="*/ 299 h 13"/>
                <a:gd name="T2" fmla="*/ 624 w 30"/>
                <a:gd name="T3" fmla="*/ 0 h 13"/>
                <a:gd name="T4" fmla="*/ 1251 w 30"/>
                <a:gd name="T5" fmla="*/ 354 h 13"/>
                <a:gd name="T6" fmla="*/ 624 w 30"/>
                <a:gd name="T7" fmla="*/ 654 h 13"/>
                <a:gd name="T8" fmla="*/ 0 w 30"/>
                <a:gd name="T9" fmla="*/ 2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">
                  <a:moveTo>
                    <a:pt x="0" y="6"/>
                  </a:moveTo>
                  <a:cubicBezTo>
                    <a:pt x="0" y="3"/>
                    <a:pt x="7" y="0"/>
                    <a:pt x="15" y="0"/>
                  </a:cubicBezTo>
                  <a:cubicBezTo>
                    <a:pt x="23" y="0"/>
                    <a:pt x="30" y="3"/>
                    <a:pt x="30" y="7"/>
                  </a:cubicBezTo>
                  <a:cubicBezTo>
                    <a:pt x="30" y="10"/>
                    <a:pt x="23" y="13"/>
                    <a:pt x="15" y="13"/>
                  </a:cubicBezTo>
                  <a:cubicBezTo>
                    <a:pt x="7" y="13"/>
                    <a:pt x="0" y="10"/>
                    <a:pt x="0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5" name="Freeform 197">
              <a:extLst>
                <a:ext uri="{FF2B5EF4-FFF2-40B4-BE49-F238E27FC236}">
                  <a16:creationId xmlns:a16="http://schemas.microsoft.com/office/drawing/2014/main" id="{6121E008-F172-4E02-844F-B9A34508D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271"/>
              <a:ext cx="723" cy="114"/>
            </a:xfrm>
            <a:custGeom>
              <a:avLst/>
              <a:gdLst>
                <a:gd name="T0" fmla="*/ 8398 w 208"/>
                <a:gd name="T1" fmla="*/ 1541 h 31"/>
                <a:gd name="T2" fmla="*/ 337 w 208"/>
                <a:gd name="T3" fmla="*/ 1394 h 31"/>
                <a:gd name="T4" fmla="*/ 122 w 208"/>
                <a:gd name="T5" fmla="*/ 1298 h 31"/>
                <a:gd name="T6" fmla="*/ 0 w 208"/>
                <a:gd name="T7" fmla="*/ 691 h 31"/>
                <a:gd name="T8" fmla="*/ 122 w 208"/>
                <a:gd name="T9" fmla="*/ 96 h 31"/>
                <a:gd name="T10" fmla="*/ 375 w 208"/>
                <a:gd name="T11" fmla="*/ 0 h 31"/>
                <a:gd name="T12" fmla="*/ 8447 w 208"/>
                <a:gd name="T13" fmla="*/ 147 h 31"/>
                <a:gd name="T14" fmla="*/ 8613 w 208"/>
                <a:gd name="T15" fmla="*/ 202 h 31"/>
                <a:gd name="T16" fmla="*/ 8735 w 208"/>
                <a:gd name="T17" fmla="*/ 853 h 31"/>
                <a:gd name="T18" fmla="*/ 8735 w 208"/>
                <a:gd name="T19" fmla="*/ 853 h 31"/>
                <a:gd name="T20" fmla="*/ 8613 w 208"/>
                <a:gd name="T21" fmla="*/ 1445 h 31"/>
                <a:gd name="T22" fmla="*/ 8398 w 208"/>
                <a:gd name="T23" fmla="*/ 1541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8" h="31">
                  <a:moveTo>
                    <a:pt x="200" y="31"/>
                  </a:moveTo>
                  <a:cubicBezTo>
                    <a:pt x="8" y="28"/>
                    <a:pt x="8" y="28"/>
                    <a:pt x="8" y="28"/>
                  </a:cubicBezTo>
                  <a:cubicBezTo>
                    <a:pt x="6" y="28"/>
                    <a:pt x="4" y="27"/>
                    <a:pt x="3" y="26"/>
                  </a:cubicBezTo>
                  <a:cubicBezTo>
                    <a:pt x="1" y="24"/>
                    <a:pt x="0" y="20"/>
                    <a:pt x="0" y="14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4" y="0"/>
                    <a:pt x="6" y="0"/>
                    <a:pt x="9" y="0"/>
                  </a:cubicBezTo>
                  <a:cubicBezTo>
                    <a:pt x="201" y="3"/>
                    <a:pt x="201" y="3"/>
                    <a:pt x="201" y="3"/>
                  </a:cubicBezTo>
                  <a:cubicBezTo>
                    <a:pt x="203" y="3"/>
                    <a:pt x="204" y="3"/>
                    <a:pt x="205" y="4"/>
                  </a:cubicBezTo>
                  <a:cubicBezTo>
                    <a:pt x="207" y="7"/>
                    <a:pt x="208" y="12"/>
                    <a:pt x="208" y="17"/>
                  </a:cubicBezTo>
                  <a:cubicBezTo>
                    <a:pt x="208" y="17"/>
                    <a:pt x="208" y="17"/>
                    <a:pt x="208" y="17"/>
                  </a:cubicBezTo>
                  <a:cubicBezTo>
                    <a:pt x="207" y="22"/>
                    <a:pt x="207" y="27"/>
                    <a:pt x="205" y="29"/>
                  </a:cubicBezTo>
                  <a:cubicBezTo>
                    <a:pt x="204" y="30"/>
                    <a:pt x="202" y="31"/>
                    <a:pt x="200" y="31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15" name="Group 198">
            <a:extLst>
              <a:ext uri="{FF2B5EF4-FFF2-40B4-BE49-F238E27FC236}">
                <a16:creationId xmlns:a16="http://schemas.microsoft.com/office/drawing/2014/main" id="{3FB86DD4-0591-47DA-A589-F75093874D03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5334000"/>
            <a:ext cx="1174750" cy="217488"/>
            <a:chOff x="1639" y="2260"/>
            <a:chExt cx="740" cy="137"/>
          </a:xfrm>
        </p:grpSpPr>
        <p:sp>
          <p:nvSpPr>
            <p:cNvPr id="29836" name="Freeform 199">
              <a:extLst>
                <a:ext uri="{FF2B5EF4-FFF2-40B4-BE49-F238E27FC236}">
                  <a16:creationId xmlns:a16="http://schemas.microsoft.com/office/drawing/2014/main" id="{CA2FDBFC-09C2-455A-93CA-549F6BF4B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260"/>
              <a:ext cx="740" cy="137"/>
            </a:xfrm>
            <a:custGeom>
              <a:avLst/>
              <a:gdLst>
                <a:gd name="T0" fmla="*/ 8932 w 213"/>
                <a:gd name="T1" fmla="*/ 1015 h 37"/>
                <a:gd name="T2" fmla="*/ 8508 w 213"/>
                <a:gd name="T3" fmla="*/ 1877 h 37"/>
                <a:gd name="T4" fmla="*/ 459 w 213"/>
                <a:gd name="T5" fmla="*/ 1729 h 37"/>
                <a:gd name="T6" fmla="*/ 0 w 213"/>
                <a:gd name="T7" fmla="*/ 863 h 37"/>
                <a:gd name="T8" fmla="*/ 0 w 213"/>
                <a:gd name="T9" fmla="*/ 863 h 37"/>
                <a:gd name="T10" fmla="*/ 507 w 213"/>
                <a:gd name="T11" fmla="*/ 0 h 37"/>
                <a:gd name="T12" fmla="*/ 8557 w 213"/>
                <a:gd name="T13" fmla="*/ 152 h 37"/>
                <a:gd name="T14" fmla="*/ 8932 w 213"/>
                <a:gd name="T15" fmla="*/ 101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37">
                  <a:moveTo>
                    <a:pt x="213" y="20"/>
                  </a:moveTo>
                  <a:cubicBezTo>
                    <a:pt x="213" y="29"/>
                    <a:pt x="212" y="37"/>
                    <a:pt x="203" y="3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2" y="34"/>
                    <a:pt x="0" y="2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4" y="3"/>
                    <a:pt x="204" y="3"/>
                    <a:pt x="204" y="3"/>
                  </a:cubicBezTo>
                  <a:cubicBezTo>
                    <a:pt x="213" y="3"/>
                    <a:pt x="213" y="11"/>
                    <a:pt x="213" y="20"/>
                  </a:cubicBezTo>
                  <a:close/>
                </a:path>
              </a:pathLst>
            </a:custGeom>
            <a:solidFill>
              <a:srgbClr val="F1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7" name="Oval 200">
              <a:extLst>
                <a:ext uri="{FF2B5EF4-FFF2-40B4-BE49-F238E27FC236}">
                  <a16:creationId xmlns:a16="http://schemas.microsoft.com/office/drawing/2014/main" id="{FB8534B2-F9FA-4583-B023-EF1A29E58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2286"/>
              <a:ext cx="101" cy="48"/>
            </a:xfrm>
            <a:prstGeom prst="ellipse">
              <a:avLst/>
            </a:prstGeom>
            <a:solidFill>
              <a:srgbClr val="ED7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38" name="Oval 201">
              <a:extLst>
                <a:ext uri="{FF2B5EF4-FFF2-40B4-BE49-F238E27FC236}">
                  <a16:creationId xmlns:a16="http://schemas.microsoft.com/office/drawing/2014/main" id="{F5925CE0-27AB-4AC8-8AE2-77224813B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2312"/>
              <a:ext cx="97" cy="40"/>
            </a:xfrm>
            <a:prstGeom prst="ellipse">
              <a:avLst/>
            </a:prstGeom>
            <a:solidFill>
              <a:srgbClr val="F7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39" name="Freeform 202">
              <a:extLst>
                <a:ext uri="{FF2B5EF4-FFF2-40B4-BE49-F238E27FC236}">
                  <a16:creationId xmlns:a16="http://schemas.microsoft.com/office/drawing/2014/main" id="{D442B713-678C-4A4B-90AB-EE25485A6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289"/>
              <a:ext cx="299" cy="89"/>
            </a:xfrm>
            <a:custGeom>
              <a:avLst/>
              <a:gdLst>
                <a:gd name="T0" fmla="*/ 3445 w 86"/>
                <a:gd name="T1" fmla="*/ 304 h 24"/>
                <a:gd name="T2" fmla="*/ 3240 w 86"/>
                <a:gd name="T3" fmla="*/ 1168 h 24"/>
                <a:gd name="T4" fmla="*/ 0 w 86"/>
                <a:gd name="T5" fmla="*/ 1168 h 24"/>
                <a:gd name="T6" fmla="*/ 3153 w 86"/>
                <a:gd name="T7" fmla="*/ 920 h 24"/>
                <a:gd name="T8" fmla="*/ 3445 w 86"/>
                <a:gd name="T9" fmla="*/ 30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4">
                  <a:moveTo>
                    <a:pt x="82" y="6"/>
                  </a:moveTo>
                  <a:cubicBezTo>
                    <a:pt x="82" y="0"/>
                    <a:pt x="86" y="22"/>
                    <a:pt x="77" y="23"/>
                  </a:cubicBezTo>
                  <a:cubicBezTo>
                    <a:pt x="66" y="24"/>
                    <a:pt x="0" y="23"/>
                    <a:pt x="0" y="23"/>
                  </a:cubicBezTo>
                  <a:cubicBezTo>
                    <a:pt x="11" y="22"/>
                    <a:pt x="68" y="23"/>
                    <a:pt x="75" y="18"/>
                  </a:cubicBezTo>
                  <a:cubicBezTo>
                    <a:pt x="81" y="13"/>
                    <a:pt x="81" y="10"/>
                    <a:pt x="82" y="6"/>
                  </a:cubicBezTo>
                  <a:close/>
                </a:path>
              </a:pathLst>
            </a:custGeom>
            <a:solidFill>
              <a:srgbClr val="ED7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0" name="Freeform 203">
              <a:extLst>
                <a:ext uri="{FF2B5EF4-FFF2-40B4-BE49-F238E27FC236}">
                  <a16:creationId xmlns:a16="http://schemas.microsoft.com/office/drawing/2014/main" id="{52F7864C-FC13-4A5C-B308-CAA5AB996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275"/>
              <a:ext cx="174" cy="85"/>
            </a:xfrm>
            <a:custGeom>
              <a:avLst/>
              <a:gdLst>
                <a:gd name="T0" fmla="*/ 122 w 50"/>
                <a:gd name="T1" fmla="*/ 1160 h 23"/>
                <a:gd name="T2" fmla="*/ 171 w 50"/>
                <a:gd name="T3" fmla="*/ 152 h 23"/>
                <a:gd name="T4" fmla="*/ 2109 w 50"/>
                <a:gd name="T5" fmla="*/ 55 h 23"/>
                <a:gd name="T6" fmla="*/ 171 w 50"/>
                <a:gd name="T7" fmla="*/ 602 h 23"/>
                <a:gd name="T8" fmla="*/ 122 w 50"/>
                <a:gd name="T9" fmla="*/ 116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3">
                  <a:moveTo>
                    <a:pt x="3" y="23"/>
                  </a:moveTo>
                  <a:cubicBezTo>
                    <a:pt x="0" y="17"/>
                    <a:pt x="0" y="6"/>
                    <a:pt x="4" y="3"/>
                  </a:cubicBezTo>
                  <a:cubicBezTo>
                    <a:pt x="6" y="0"/>
                    <a:pt x="28" y="1"/>
                    <a:pt x="50" y="1"/>
                  </a:cubicBezTo>
                  <a:cubicBezTo>
                    <a:pt x="40" y="1"/>
                    <a:pt x="6" y="2"/>
                    <a:pt x="4" y="12"/>
                  </a:cubicBezTo>
                  <a:cubicBezTo>
                    <a:pt x="3" y="14"/>
                    <a:pt x="3" y="23"/>
                    <a:pt x="3" y="23"/>
                  </a:cubicBezTo>
                  <a:close/>
                </a:path>
              </a:pathLst>
            </a:custGeom>
            <a:solidFill>
              <a:srgbClr val="F6C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1" name="Freeform 204">
              <a:extLst>
                <a:ext uri="{FF2B5EF4-FFF2-40B4-BE49-F238E27FC236}">
                  <a16:creationId xmlns:a16="http://schemas.microsoft.com/office/drawing/2014/main" id="{A1C1EE8C-7B8C-4DE5-A152-F1C6864E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297"/>
              <a:ext cx="104" cy="48"/>
            </a:xfrm>
            <a:custGeom>
              <a:avLst/>
              <a:gdLst>
                <a:gd name="T0" fmla="*/ 0 w 30"/>
                <a:gd name="T1" fmla="*/ 299 h 13"/>
                <a:gd name="T2" fmla="*/ 624 w 30"/>
                <a:gd name="T3" fmla="*/ 0 h 13"/>
                <a:gd name="T4" fmla="*/ 1251 w 30"/>
                <a:gd name="T5" fmla="*/ 354 h 13"/>
                <a:gd name="T6" fmla="*/ 624 w 30"/>
                <a:gd name="T7" fmla="*/ 654 h 13"/>
                <a:gd name="T8" fmla="*/ 0 w 30"/>
                <a:gd name="T9" fmla="*/ 2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">
                  <a:moveTo>
                    <a:pt x="0" y="6"/>
                  </a:moveTo>
                  <a:cubicBezTo>
                    <a:pt x="0" y="3"/>
                    <a:pt x="7" y="0"/>
                    <a:pt x="15" y="0"/>
                  </a:cubicBezTo>
                  <a:cubicBezTo>
                    <a:pt x="23" y="0"/>
                    <a:pt x="30" y="3"/>
                    <a:pt x="30" y="7"/>
                  </a:cubicBezTo>
                  <a:cubicBezTo>
                    <a:pt x="30" y="10"/>
                    <a:pt x="23" y="13"/>
                    <a:pt x="15" y="13"/>
                  </a:cubicBezTo>
                  <a:cubicBezTo>
                    <a:pt x="7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EA6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2" name="Freeform 205">
              <a:extLst>
                <a:ext uri="{FF2B5EF4-FFF2-40B4-BE49-F238E27FC236}">
                  <a16:creationId xmlns:a16="http://schemas.microsoft.com/office/drawing/2014/main" id="{7695983A-8768-404C-AA28-FA5A4C50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304"/>
              <a:ext cx="66" cy="30"/>
            </a:xfrm>
            <a:custGeom>
              <a:avLst/>
              <a:gdLst>
                <a:gd name="T0" fmla="*/ 35 w 19"/>
                <a:gd name="T1" fmla="*/ 266 h 8"/>
                <a:gd name="T2" fmla="*/ 507 w 19"/>
                <a:gd name="T3" fmla="*/ 0 h 8"/>
                <a:gd name="T4" fmla="*/ 795 w 19"/>
                <a:gd name="T5" fmla="*/ 113 h 8"/>
                <a:gd name="T6" fmla="*/ 424 w 19"/>
                <a:gd name="T7" fmla="*/ 0 h 8"/>
                <a:gd name="T8" fmla="*/ 0 w 19"/>
                <a:gd name="T9" fmla="*/ 210 h 8"/>
                <a:gd name="T10" fmla="*/ 170 w 19"/>
                <a:gd name="T11" fmla="*/ 424 h 8"/>
                <a:gd name="T12" fmla="*/ 35 w 19"/>
                <a:gd name="T13" fmla="*/ 26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1" y="5"/>
                  </a:moveTo>
                  <a:cubicBezTo>
                    <a:pt x="1" y="2"/>
                    <a:pt x="6" y="0"/>
                    <a:pt x="12" y="0"/>
                  </a:cubicBezTo>
                  <a:cubicBezTo>
                    <a:pt x="15" y="0"/>
                    <a:pt x="17" y="1"/>
                    <a:pt x="19" y="2"/>
                  </a:cubicBezTo>
                  <a:cubicBezTo>
                    <a:pt x="17" y="0"/>
                    <a:pt x="14" y="0"/>
                    <a:pt x="10" y="0"/>
                  </a:cubicBezTo>
                  <a:cubicBezTo>
                    <a:pt x="4" y="0"/>
                    <a:pt x="0" y="2"/>
                    <a:pt x="0" y="4"/>
                  </a:cubicBezTo>
                  <a:cubicBezTo>
                    <a:pt x="0" y="6"/>
                    <a:pt x="1" y="7"/>
                    <a:pt x="4" y="8"/>
                  </a:cubicBezTo>
                  <a:cubicBezTo>
                    <a:pt x="3" y="7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3" name="Freeform 206">
              <a:extLst>
                <a:ext uri="{FF2B5EF4-FFF2-40B4-BE49-F238E27FC236}">
                  <a16:creationId xmlns:a16="http://schemas.microsoft.com/office/drawing/2014/main" id="{E32BAFB8-A60C-4393-8A34-B64A71A53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260"/>
              <a:ext cx="740" cy="137"/>
            </a:xfrm>
            <a:custGeom>
              <a:avLst/>
              <a:gdLst>
                <a:gd name="T0" fmla="*/ 8932 w 213"/>
                <a:gd name="T1" fmla="*/ 1015 h 37"/>
                <a:gd name="T2" fmla="*/ 8508 w 213"/>
                <a:gd name="T3" fmla="*/ 1877 h 37"/>
                <a:gd name="T4" fmla="*/ 459 w 213"/>
                <a:gd name="T5" fmla="*/ 1729 h 37"/>
                <a:gd name="T6" fmla="*/ 0 w 213"/>
                <a:gd name="T7" fmla="*/ 863 h 37"/>
                <a:gd name="T8" fmla="*/ 0 w 213"/>
                <a:gd name="T9" fmla="*/ 863 h 37"/>
                <a:gd name="T10" fmla="*/ 507 w 213"/>
                <a:gd name="T11" fmla="*/ 0 h 37"/>
                <a:gd name="T12" fmla="*/ 8557 w 213"/>
                <a:gd name="T13" fmla="*/ 152 h 37"/>
                <a:gd name="T14" fmla="*/ 8932 w 213"/>
                <a:gd name="T15" fmla="*/ 101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37">
                  <a:moveTo>
                    <a:pt x="213" y="20"/>
                  </a:moveTo>
                  <a:cubicBezTo>
                    <a:pt x="213" y="29"/>
                    <a:pt x="212" y="37"/>
                    <a:pt x="203" y="3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2" y="34"/>
                    <a:pt x="0" y="2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4" y="3"/>
                    <a:pt x="204" y="3"/>
                    <a:pt x="204" y="3"/>
                  </a:cubicBezTo>
                  <a:cubicBezTo>
                    <a:pt x="213" y="3"/>
                    <a:pt x="213" y="11"/>
                    <a:pt x="213" y="2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4" name="Freeform 207">
              <a:extLst>
                <a:ext uri="{FF2B5EF4-FFF2-40B4-BE49-F238E27FC236}">
                  <a16:creationId xmlns:a16="http://schemas.microsoft.com/office/drawing/2014/main" id="{5F59F878-A2DB-4E11-BDF3-87F970659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297"/>
              <a:ext cx="104" cy="48"/>
            </a:xfrm>
            <a:custGeom>
              <a:avLst/>
              <a:gdLst>
                <a:gd name="T0" fmla="*/ 0 w 30"/>
                <a:gd name="T1" fmla="*/ 299 h 13"/>
                <a:gd name="T2" fmla="*/ 624 w 30"/>
                <a:gd name="T3" fmla="*/ 0 h 13"/>
                <a:gd name="T4" fmla="*/ 1251 w 30"/>
                <a:gd name="T5" fmla="*/ 354 h 13"/>
                <a:gd name="T6" fmla="*/ 624 w 30"/>
                <a:gd name="T7" fmla="*/ 654 h 13"/>
                <a:gd name="T8" fmla="*/ 0 w 30"/>
                <a:gd name="T9" fmla="*/ 2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">
                  <a:moveTo>
                    <a:pt x="0" y="6"/>
                  </a:moveTo>
                  <a:cubicBezTo>
                    <a:pt x="0" y="3"/>
                    <a:pt x="7" y="0"/>
                    <a:pt x="15" y="0"/>
                  </a:cubicBezTo>
                  <a:cubicBezTo>
                    <a:pt x="23" y="0"/>
                    <a:pt x="30" y="3"/>
                    <a:pt x="30" y="7"/>
                  </a:cubicBezTo>
                  <a:cubicBezTo>
                    <a:pt x="30" y="10"/>
                    <a:pt x="23" y="13"/>
                    <a:pt x="15" y="13"/>
                  </a:cubicBezTo>
                  <a:cubicBezTo>
                    <a:pt x="7" y="13"/>
                    <a:pt x="0" y="10"/>
                    <a:pt x="0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208">
              <a:extLst>
                <a:ext uri="{FF2B5EF4-FFF2-40B4-BE49-F238E27FC236}">
                  <a16:creationId xmlns:a16="http://schemas.microsoft.com/office/drawing/2014/main" id="{ABF00223-C030-4D19-9FB3-7ADAAE8DB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271"/>
              <a:ext cx="723" cy="114"/>
            </a:xfrm>
            <a:custGeom>
              <a:avLst/>
              <a:gdLst>
                <a:gd name="T0" fmla="*/ 8398 w 208"/>
                <a:gd name="T1" fmla="*/ 1541 h 31"/>
                <a:gd name="T2" fmla="*/ 337 w 208"/>
                <a:gd name="T3" fmla="*/ 1394 h 31"/>
                <a:gd name="T4" fmla="*/ 122 w 208"/>
                <a:gd name="T5" fmla="*/ 1298 h 31"/>
                <a:gd name="T6" fmla="*/ 0 w 208"/>
                <a:gd name="T7" fmla="*/ 691 h 31"/>
                <a:gd name="T8" fmla="*/ 122 w 208"/>
                <a:gd name="T9" fmla="*/ 96 h 31"/>
                <a:gd name="T10" fmla="*/ 375 w 208"/>
                <a:gd name="T11" fmla="*/ 0 h 31"/>
                <a:gd name="T12" fmla="*/ 8447 w 208"/>
                <a:gd name="T13" fmla="*/ 147 h 31"/>
                <a:gd name="T14" fmla="*/ 8613 w 208"/>
                <a:gd name="T15" fmla="*/ 202 h 31"/>
                <a:gd name="T16" fmla="*/ 8735 w 208"/>
                <a:gd name="T17" fmla="*/ 853 h 31"/>
                <a:gd name="T18" fmla="*/ 8735 w 208"/>
                <a:gd name="T19" fmla="*/ 853 h 31"/>
                <a:gd name="T20" fmla="*/ 8613 w 208"/>
                <a:gd name="T21" fmla="*/ 1445 h 31"/>
                <a:gd name="T22" fmla="*/ 8398 w 208"/>
                <a:gd name="T23" fmla="*/ 1541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8" h="31">
                  <a:moveTo>
                    <a:pt x="200" y="31"/>
                  </a:moveTo>
                  <a:cubicBezTo>
                    <a:pt x="8" y="28"/>
                    <a:pt x="8" y="28"/>
                    <a:pt x="8" y="28"/>
                  </a:cubicBezTo>
                  <a:cubicBezTo>
                    <a:pt x="6" y="28"/>
                    <a:pt x="4" y="27"/>
                    <a:pt x="3" y="26"/>
                  </a:cubicBezTo>
                  <a:cubicBezTo>
                    <a:pt x="1" y="24"/>
                    <a:pt x="0" y="20"/>
                    <a:pt x="0" y="14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4" y="0"/>
                    <a:pt x="6" y="0"/>
                    <a:pt x="9" y="0"/>
                  </a:cubicBezTo>
                  <a:cubicBezTo>
                    <a:pt x="201" y="3"/>
                    <a:pt x="201" y="3"/>
                    <a:pt x="201" y="3"/>
                  </a:cubicBezTo>
                  <a:cubicBezTo>
                    <a:pt x="203" y="3"/>
                    <a:pt x="204" y="3"/>
                    <a:pt x="205" y="4"/>
                  </a:cubicBezTo>
                  <a:cubicBezTo>
                    <a:pt x="207" y="7"/>
                    <a:pt x="208" y="12"/>
                    <a:pt x="208" y="17"/>
                  </a:cubicBezTo>
                  <a:cubicBezTo>
                    <a:pt x="208" y="17"/>
                    <a:pt x="208" y="17"/>
                    <a:pt x="208" y="17"/>
                  </a:cubicBezTo>
                  <a:cubicBezTo>
                    <a:pt x="207" y="22"/>
                    <a:pt x="207" y="27"/>
                    <a:pt x="205" y="29"/>
                  </a:cubicBezTo>
                  <a:cubicBezTo>
                    <a:pt x="204" y="30"/>
                    <a:pt x="202" y="31"/>
                    <a:pt x="200" y="31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16" name="Group 209">
            <a:extLst>
              <a:ext uri="{FF2B5EF4-FFF2-40B4-BE49-F238E27FC236}">
                <a16:creationId xmlns:a16="http://schemas.microsoft.com/office/drawing/2014/main" id="{A65CE554-CE3A-4D0C-B619-AC5105B07A44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3657600"/>
            <a:ext cx="1281113" cy="376238"/>
            <a:chOff x="240" y="2640"/>
            <a:chExt cx="807" cy="237"/>
          </a:xfrm>
        </p:grpSpPr>
        <p:sp>
          <p:nvSpPr>
            <p:cNvPr id="29825" name="Freeform 210">
              <a:extLst>
                <a:ext uri="{FF2B5EF4-FFF2-40B4-BE49-F238E27FC236}">
                  <a16:creationId xmlns:a16="http://schemas.microsoft.com/office/drawing/2014/main" id="{D9072212-8077-40B1-9E19-C7B9DEE52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2640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solidFill>
              <a:srgbClr val="FF4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Freeform 211">
              <a:extLst>
                <a:ext uri="{FF2B5EF4-FFF2-40B4-BE49-F238E27FC236}">
                  <a16:creationId xmlns:a16="http://schemas.microsoft.com/office/drawing/2014/main" id="{8B543A17-625B-400F-8204-42B969EA1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651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FF8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7" name="Oval 212">
              <a:extLst>
                <a:ext uri="{FF2B5EF4-FFF2-40B4-BE49-F238E27FC236}">
                  <a16:creationId xmlns:a16="http://schemas.microsoft.com/office/drawing/2014/main" id="{49597932-D9D8-45D4-9C70-731278049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" y="2731"/>
              <a:ext cx="152" cy="72"/>
            </a:xfrm>
            <a:prstGeom prst="ellipse">
              <a:avLst/>
            </a:prstGeom>
            <a:solidFill>
              <a:srgbClr val="FFA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28" name="Oval 213">
              <a:extLst>
                <a:ext uri="{FF2B5EF4-FFF2-40B4-BE49-F238E27FC236}">
                  <a16:creationId xmlns:a16="http://schemas.microsoft.com/office/drawing/2014/main" id="{9A354F4D-C0DB-40E9-B4CB-6313E215C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" y="2712"/>
              <a:ext cx="153" cy="72"/>
            </a:xfrm>
            <a:prstGeom prst="ellipse">
              <a:avLst/>
            </a:prstGeom>
            <a:solidFill>
              <a:srgbClr val="FF4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29" name="Freeform 214">
              <a:extLst>
                <a:ext uri="{FF2B5EF4-FFF2-40B4-BE49-F238E27FC236}">
                  <a16:creationId xmlns:a16="http://schemas.microsoft.com/office/drawing/2014/main" id="{95F8D8F1-8D14-4872-A88A-C0340E5E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2717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38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09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5" y="23"/>
                  </a:cubicBezTo>
                  <a:cubicBezTo>
                    <a:pt x="9" y="23"/>
                    <a:pt x="5" y="23"/>
                    <a:pt x="0" y="22"/>
                  </a:cubicBezTo>
                  <a:cubicBezTo>
                    <a:pt x="6" y="24"/>
                    <a:pt x="13" y="25"/>
                    <a:pt x="20" y="25"/>
                  </a:cubicBezTo>
                  <a:cubicBezTo>
                    <a:pt x="37" y="25"/>
                    <a:pt x="51" y="19"/>
                    <a:pt x="51" y="11"/>
                  </a:cubicBezTo>
                  <a:cubicBezTo>
                    <a:pt x="51" y="6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F2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0" name="Freeform 215">
              <a:extLst>
                <a:ext uri="{FF2B5EF4-FFF2-40B4-BE49-F238E27FC236}">
                  <a16:creationId xmlns:a16="http://schemas.microsoft.com/office/drawing/2014/main" id="{0F6D3A3A-2578-4B3A-928D-D82DA887E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717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1" name="Freeform 216">
              <a:extLst>
                <a:ext uri="{FF2B5EF4-FFF2-40B4-BE49-F238E27FC236}">
                  <a16:creationId xmlns:a16="http://schemas.microsoft.com/office/drawing/2014/main" id="{0438240B-38BE-481B-9D97-A434CEF03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" y="2664"/>
              <a:ext cx="325" cy="141"/>
            </a:xfrm>
            <a:custGeom>
              <a:avLst/>
              <a:gdLst>
                <a:gd name="T0" fmla="*/ 20 w 130"/>
                <a:gd name="T1" fmla="*/ 806 h 53"/>
                <a:gd name="T2" fmla="*/ 95 w 130"/>
                <a:gd name="T3" fmla="*/ 149 h 53"/>
                <a:gd name="T4" fmla="*/ 563 w 130"/>
                <a:gd name="T5" fmla="*/ 35 h 53"/>
                <a:gd name="T6" fmla="*/ 1345 w 130"/>
                <a:gd name="T7" fmla="*/ 35 h 53"/>
                <a:gd name="T8" fmla="*/ 1688 w 130"/>
                <a:gd name="T9" fmla="*/ 56 h 53"/>
                <a:gd name="T10" fmla="*/ 2033 w 130"/>
                <a:gd name="T11" fmla="*/ 35 h 53"/>
                <a:gd name="T12" fmla="*/ 550 w 130"/>
                <a:gd name="T13" fmla="*/ 170 h 53"/>
                <a:gd name="T14" fmla="*/ 145 w 130"/>
                <a:gd name="T15" fmla="*/ 452 h 53"/>
                <a:gd name="T16" fmla="*/ 50 w 130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3">
                  <a:moveTo>
                    <a:pt x="1" y="43"/>
                  </a:moveTo>
                  <a:cubicBezTo>
                    <a:pt x="1" y="34"/>
                    <a:pt x="0" y="16"/>
                    <a:pt x="6" y="8"/>
                  </a:cubicBezTo>
                  <a:cubicBezTo>
                    <a:pt x="12" y="0"/>
                    <a:pt x="27" y="2"/>
                    <a:pt x="36" y="2"/>
                  </a:cubicBezTo>
                  <a:cubicBezTo>
                    <a:pt x="52" y="2"/>
                    <a:pt x="69" y="2"/>
                    <a:pt x="86" y="2"/>
                  </a:cubicBezTo>
                  <a:cubicBezTo>
                    <a:pt x="93" y="2"/>
                    <a:pt x="101" y="3"/>
                    <a:pt x="108" y="3"/>
                  </a:cubicBezTo>
                  <a:cubicBezTo>
                    <a:pt x="115" y="2"/>
                    <a:pt x="123" y="1"/>
                    <a:pt x="130" y="2"/>
                  </a:cubicBezTo>
                  <a:cubicBezTo>
                    <a:pt x="100" y="12"/>
                    <a:pt x="66" y="5"/>
                    <a:pt x="35" y="9"/>
                  </a:cubicBezTo>
                  <a:cubicBezTo>
                    <a:pt x="25" y="11"/>
                    <a:pt x="14" y="13"/>
                    <a:pt x="9" y="24"/>
                  </a:cubicBezTo>
                  <a:cubicBezTo>
                    <a:pt x="5" y="33"/>
                    <a:pt x="3" y="43"/>
                    <a:pt x="3" y="53"/>
                  </a:cubicBezTo>
                </a:path>
              </a:pathLst>
            </a:custGeom>
            <a:solidFill>
              <a:srgbClr val="FFA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2" name="Freeform 217">
              <a:extLst>
                <a:ext uri="{FF2B5EF4-FFF2-40B4-BE49-F238E27FC236}">
                  <a16:creationId xmlns:a16="http://schemas.microsoft.com/office/drawing/2014/main" id="{20BDE504-CF1E-4763-95C6-7507B50AF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2704"/>
              <a:ext cx="503" cy="149"/>
            </a:xfrm>
            <a:custGeom>
              <a:avLst/>
              <a:gdLst>
                <a:gd name="T0" fmla="*/ 0 w 201"/>
                <a:gd name="T1" fmla="*/ 963 h 56"/>
                <a:gd name="T2" fmla="*/ 2305 w 201"/>
                <a:gd name="T3" fmla="*/ 942 h 56"/>
                <a:gd name="T4" fmla="*/ 3056 w 201"/>
                <a:gd name="T5" fmla="*/ 806 h 56"/>
                <a:gd name="T6" fmla="*/ 3056 w 201"/>
                <a:gd name="T7" fmla="*/ 0 h 56"/>
                <a:gd name="T8" fmla="*/ 2868 w 201"/>
                <a:gd name="T9" fmla="*/ 716 h 56"/>
                <a:gd name="T10" fmla="*/ 2442 w 201"/>
                <a:gd name="T11" fmla="*/ 793 h 56"/>
                <a:gd name="T12" fmla="*/ 1909 w 201"/>
                <a:gd name="T13" fmla="*/ 806 h 56"/>
                <a:gd name="T14" fmla="*/ 908 w 201"/>
                <a:gd name="T15" fmla="*/ 849 h 56"/>
                <a:gd name="T16" fmla="*/ 408 w 201"/>
                <a:gd name="T17" fmla="*/ 907 h 56"/>
                <a:gd name="T18" fmla="*/ 63 w 201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56">
                  <a:moveTo>
                    <a:pt x="0" y="51"/>
                  </a:moveTo>
                  <a:cubicBezTo>
                    <a:pt x="49" y="51"/>
                    <a:pt x="98" y="47"/>
                    <a:pt x="147" y="50"/>
                  </a:cubicBezTo>
                  <a:cubicBezTo>
                    <a:pt x="158" y="50"/>
                    <a:pt x="188" y="56"/>
                    <a:pt x="195" y="43"/>
                  </a:cubicBezTo>
                  <a:cubicBezTo>
                    <a:pt x="201" y="34"/>
                    <a:pt x="197" y="10"/>
                    <a:pt x="195" y="0"/>
                  </a:cubicBezTo>
                  <a:cubicBezTo>
                    <a:pt x="195" y="12"/>
                    <a:pt x="194" y="31"/>
                    <a:pt x="183" y="38"/>
                  </a:cubicBezTo>
                  <a:cubicBezTo>
                    <a:pt x="176" y="43"/>
                    <a:pt x="164" y="42"/>
                    <a:pt x="156" y="42"/>
                  </a:cubicBezTo>
                  <a:cubicBezTo>
                    <a:pt x="145" y="43"/>
                    <a:pt x="133" y="43"/>
                    <a:pt x="122" y="43"/>
                  </a:cubicBezTo>
                  <a:cubicBezTo>
                    <a:pt x="101" y="43"/>
                    <a:pt x="79" y="42"/>
                    <a:pt x="58" y="45"/>
                  </a:cubicBezTo>
                  <a:cubicBezTo>
                    <a:pt x="47" y="46"/>
                    <a:pt x="37" y="47"/>
                    <a:pt x="26" y="48"/>
                  </a:cubicBezTo>
                  <a:cubicBezTo>
                    <a:pt x="19" y="49"/>
                    <a:pt x="11" y="48"/>
                    <a:pt x="4" y="52"/>
                  </a:cubicBezTo>
                </a:path>
              </a:pathLst>
            </a:custGeom>
            <a:solidFill>
              <a:srgbClr val="FF6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218">
              <a:extLst>
                <a:ext uri="{FF2B5EF4-FFF2-40B4-BE49-F238E27FC236}">
                  <a16:creationId xmlns:a16="http://schemas.microsoft.com/office/drawing/2014/main" id="{BC3EBF8D-720B-471D-9369-9D2279C8C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2640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Oval 219">
              <a:extLst>
                <a:ext uri="{FF2B5EF4-FFF2-40B4-BE49-F238E27FC236}">
                  <a16:creationId xmlns:a16="http://schemas.microsoft.com/office/drawing/2014/main" id="{352F4AD9-0555-442E-838D-6D98518DC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" y="2712"/>
              <a:ext cx="153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35" name="Freeform 220">
              <a:extLst>
                <a:ext uri="{FF2B5EF4-FFF2-40B4-BE49-F238E27FC236}">
                  <a16:creationId xmlns:a16="http://schemas.microsoft.com/office/drawing/2014/main" id="{1146CAFD-C1A0-40B5-BBAE-CDD070883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651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17" name="Group 221">
            <a:extLst>
              <a:ext uri="{FF2B5EF4-FFF2-40B4-BE49-F238E27FC236}">
                <a16:creationId xmlns:a16="http://schemas.microsoft.com/office/drawing/2014/main" id="{941A9C8C-878C-414E-8AAF-590477332090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3657600"/>
            <a:ext cx="1281113" cy="376238"/>
            <a:chOff x="240" y="2640"/>
            <a:chExt cx="807" cy="237"/>
          </a:xfrm>
        </p:grpSpPr>
        <p:sp>
          <p:nvSpPr>
            <p:cNvPr id="29814" name="Freeform 222">
              <a:extLst>
                <a:ext uri="{FF2B5EF4-FFF2-40B4-BE49-F238E27FC236}">
                  <a16:creationId xmlns:a16="http://schemas.microsoft.com/office/drawing/2014/main" id="{0B25F1C0-AC55-4C3C-AEFC-41804C1F5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2640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solidFill>
              <a:srgbClr val="FF4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Freeform 223">
              <a:extLst>
                <a:ext uri="{FF2B5EF4-FFF2-40B4-BE49-F238E27FC236}">
                  <a16:creationId xmlns:a16="http://schemas.microsoft.com/office/drawing/2014/main" id="{33C5D2C2-5F43-4EC6-B980-B2C072CED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651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FF8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6" name="Oval 224">
              <a:extLst>
                <a:ext uri="{FF2B5EF4-FFF2-40B4-BE49-F238E27FC236}">
                  <a16:creationId xmlns:a16="http://schemas.microsoft.com/office/drawing/2014/main" id="{B1D347F1-5131-4A8D-A754-FC4A27DC4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" y="2731"/>
              <a:ext cx="152" cy="72"/>
            </a:xfrm>
            <a:prstGeom prst="ellipse">
              <a:avLst/>
            </a:prstGeom>
            <a:solidFill>
              <a:srgbClr val="FFA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7" name="Oval 225">
              <a:extLst>
                <a:ext uri="{FF2B5EF4-FFF2-40B4-BE49-F238E27FC236}">
                  <a16:creationId xmlns:a16="http://schemas.microsoft.com/office/drawing/2014/main" id="{B27D038B-D7A5-4ACC-9AC2-F06763530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" y="2712"/>
              <a:ext cx="153" cy="72"/>
            </a:xfrm>
            <a:prstGeom prst="ellipse">
              <a:avLst/>
            </a:prstGeom>
            <a:solidFill>
              <a:srgbClr val="FF4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8" name="Freeform 226">
              <a:extLst>
                <a:ext uri="{FF2B5EF4-FFF2-40B4-BE49-F238E27FC236}">
                  <a16:creationId xmlns:a16="http://schemas.microsoft.com/office/drawing/2014/main" id="{966A430B-91D6-4909-87F0-0060BECE3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2717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38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09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5" y="23"/>
                  </a:cubicBezTo>
                  <a:cubicBezTo>
                    <a:pt x="9" y="23"/>
                    <a:pt x="5" y="23"/>
                    <a:pt x="0" y="22"/>
                  </a:cubicBezTo>
                  <a:cubicBezTo>
                    <a:pt x="6" y="24"/>
                    <a:pt x="13" y="25"/>
                    <a:pt x="20" y="25"/>
                  </a:cubicBezTo>
                  <a:cubicBezTo>
                    <a:pt x="37" y="25"/>
                    <a:pt x="51" y="19"/>
                    <a:pt x="51" y="11"/>
                  </a:cubicBezTo>
                  <a:cubicBezTo>
                    <a:pt x="51" y="6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F2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Freeform 227">
              <a:extLst>
                <a:ext uri="{FF2B5EF4-FFF2-40B4-BE49-F238E27FC236}">
                  <a16:creationId xmlns:a16="http://schemas.microsoft.com/office/drawing/2014/main" id="{694112CF-B3E7-4C92-9CF8-6FC6DDD9C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717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0" name="Freeform 228">
              <a:extLst>
                <a:ext uri="{FF2B5EF4-FFF2-40B4-BE49-F238E27FC236}">
                  <a16:creationId xmlns:a16="http://schemas.microsoft.com/office/drawing/2014/main" id="{B0339BC3-1173-42BB-B758-595894C25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" y="2664"/>
              <a:ext cx="325" cy="141"/>
            </a:xfrm>
            <a:custGeom>
              <a:avLst/>
              <a:gdLst>
                <a:gd name="T0" fmla="*/ 20 w 130"/>
                <a:gd name="T1" fmla="*/ 806 h 53"/>
                <a:gd name="T2" fmla="*/ 95 w 130"/>
                <a:gd name="T3" fmla="*/ 149 h 53"/>
                <a:gd name="T4" fmla="*/ 563 w 130"/>
                <a:gd name="T5" fmla="*/ 35 h 53"/>
                <a:gd name="T6" fmla="*/ 1345 w 130"/>
                <a:gd name="T7" fmla="*/ 35 h 53"/>
                <a:gd name="T8" fmla="*/ 1688 w 130"/>
                <a:gd name="T9" fmla="*/ 56 h 53"/>
                <a:gd name="T10" fmla="*/ 2033 w 130"/>
                <a:gd name="T11" fmla="*/ 35 h 53"/>
                <a:gd name="T12" fmla="*/ 550 w 130"/>
                <a:gd name="T13" fmla="*/ 170 h 53"/>
                <a:gd name="T14" fmla="*/ 145 w 130"/>
                <a:gd name="T15" fmla="*/ 452 h 53"/>
                <a:gd name="T16" fmla="*/ 50 w 130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3">
                  <a:moveTo>
                    <a:pt x="1" y="43"/>
                  </a:moveTo>
                  <a:cubicBezTo>
                    <a:pt x="1" y="34"/>
                    <a:pt x="0" y="16"/>
                    <a:pt x="6" y="8"/>
                  </a:cubicBezTo>
                  <a:cubicBezTo>
                    <a:pt x="12" y="0"/>
                    <a:pt x="27" y="2"/>
                    <a:pt x="36" y="2"/>
                  </a:cubicBezTo>
                  <a:cubicBezTo>
                    <a:pt x="52" y="2"/>
                    <a:pt x="69" y="2"/>
                    <a:pt x="86" y="2"/>
                  </a:cubicBezTo>
                  <a:cubicBezTo>
                    <a:pt x="93" y="2"/>
                    <a:pt x="101" y="3"/>
                    <a:pt x="108" y="3"/>
                  </a:cubicBezTo>
                  <a:cubicBezTo>
                    <a:pt x="115" y="2"/>
                    <a:pt x="123" y="1"/>
                    <a:pt x="130" y="2"/>
                  </a:cubicBezTo>
                  <a:cubicBezTo>
                    <a:pt x="100" y="12"/>
                    <a:pt x="66" y="5"/>
                    <a:pt x="35" y="9"/>
                  </a:cubicBezTo>
                  <a:cubicBezTo>
                    <a:pt x="25" y="11"/>
                    <a:pt x="14" y="13"/>
                    <a:pt x="9" y="24"/>
                  </a:cubicBezTo>
                  <a:cubicBezTo>
                    <a:pt x="5" y="33"/>
                    <a:pt x="3" y="43"/>
                    <a:pt x="3" y="53"/>
                  </a:cubicBezTo>
                </a:path>
              </a:pathLst>
            </a:custGeom>
            <a:solidFill>
              <a:srgbClr val="FFA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Freeform 229">
              <a:extLst>
                <a:ext uri="{FF2B5EF4-FFF2-40B4-BE49-F238E27FC236}">
                  <a16:creationId xmlns:a16="http://schemas.microsoft.com/office/drawing/2014/main" id="{6D3FFDFA-36C5-4FE8-9A90-5F19F22D9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2704"/>
              <a:ext cx="503" cy="149"/>
            </a:xfrm>
            <a:custGeom>
              <a:avLst/>
              <a:gdLst>
                <a:gd name="T0" fmla="*/ 0 w 201"/>
                <a:gd name="T1" fmla="*/ 963 h 56"/>
                <a:gd name="T2" fmla="*/ 2305 w 201"/>
                <a:gd name="T3" fmla="*/ 942 h 56"/>
                <a:gd name="T4" fmla="*/ 3056 w 201"/>
                <a:gd name="T5" fmla="*/ 806 h 56"/>
                <a:gd name="T6" fmla="*/ 3056 w 201"/>
                <a:gd name="T7" fmla="*/ 0 h 56"/>
                <a:gd name="T8" fmla="*/ 2868 w 201"/>
                <a:gd name="T9" fmla="*/ 716 h 56"/>
                <a:gd name="T10" fmla="*/ 2442 w 201"/>
                <a:gd name="T11" fmla="*/ 793 h 56"/>
                <a:gd name="T12" fmla="*/ 1909 w 201"/>
                <a:gd name="T13" fmla="*/ 806 h 56"/>
                <a:gd name="T14" fmla="*/ 908 w 201"/>
                <a:gd name="T15" fmla="*/ 849 h 56"/>
                <a:gd name="T16" fmla="*/ 408 w 201"/>
                <a:gd name="T17" fmla="*/ 907 h 56"/>
                <a:gd name="T18" fmla="*/ 63 w 201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56">
                  <a:moveTo>
                    <a:pt x="0" y="51"/>
                  </a:moveTo>
                  <a:cubicBezTo>
                    <a:pt x="49" y="51"/>
                    <a:pt x="98" y="47"/>
                    <a:pt x="147" y="50"/>
                  </a:cubicBezTo>
                  <a:cubicBezTo>
                    <a:pt x="158" y="50"/>
                    <a:pt x="188" y="56"/>
                    <a:pt x="195" y="43"/>
                  </a:cubicBezTo>
                  <a:cubicBezTo>
                    <a:pt x="201" y="34"/>
                    <a:pt x="197" y="10"/>
                    <a:pt x="195" y="0"/>
                  </a:cubicBezTo>
                  <a:cubicBezTo>
                    <a:pt x="195" y="12"/>
                    <a:pt x="194" y="31"/>
                    <a:pt x="183" y="38"/>
                  </a:cubicBezTo>
                  <a:cubicBezTo>
                    <a:pt x="176" y="43"/>
                    <a:pt x="164" y="42"/>
                    <a:pt x="156" y="42"/>
                  </a:cubicBezTo>
                  <a:cubicBezTo>
                    <a:pt x="145" y="43"/>
                    <a:pt x="133" y="43"/>
                    <a:pt x="122" y="43"/>
                  </a:cubicBezTo>
                  <a:cubicBezTo>
                    <a:pt x="101" y="43"/>
                    <a:pt x="79" y="42"/>
                    <a:pt x="58" y="45"/>
                  </a:cubicBezTo>
                  <a:cubicBezTo>
                    <a:pt x="47" y="46"/>
                    <a:pt x="37" y="47"/>
                    <a:pt x="26" y="48"/>
                  </a:cubicBezTo>
                  <a:cubicBezTo>
                    <a:pt x="19" y="49"/>
                    <a:pt x="11" y="48"/>
                    <a:pt x="4" y="52"/>
                  </a:cubicBezTo>
                </a:path>
              </a:pathLst>
            </a:custGeom>
            <a:solidFill>
              <a:srgbClr val="FF6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2" name="Freeform 230">
              <a:extLst>
                <a:ext uri="{FF2B5EF4-FFF2-40B4-BE49-F238E27FC236}">
                  <a16:creationId xmlns:a16="http://schemas.microsoft.com/office/drawing/2014/main" id="{298E099B-8BA9-47D3-9D3C-30045CDF1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2640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Oval 231">
              <a:extLst>
                <a:ext uri="{FF2B5EF4-FFF2-40B4-BE49-F238E27FC236}">
                  <a16:creationId xmlns:a16="http://schemas.microsoft.com/office/drawing/2014/main" id="{0B11D656-C335-4872-B6C6-1DEE5E5BC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" y="2712"/>
              <a:ext cx="153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24" name="Freeform 232">
              <a:extLst>
                <a:ext uri="{FF2B5EF4-FFF2-40B4-BE49-F238E27FC236}">
                  <a16:creationId xmlns:a16="http://schemas.microsoft.com/office/drawing/2014/main" id="{2DBCDAD8-7EDF-4B55-8534-06B431944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651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18" name="Group 233">
            <a:extLst>
              <a:ext uri="{FF2B5EF4-FFF2-40B4-BE49-F238E27FC236}">
                <a16:creationId xmlns:a16="http://schemas.microsoft.com/office/drawing/2014/main" id="{25F4795C-372B-46E3-8038-328E87D3D3C5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3657600"/>
            <a:ext cx="1281113" cy="376238"/>
            <a:chOff x="240" y="2640"/>
            <a:chExt cx="807" cy="237"/>
          </a:xfrm>
        </p:grpSpPr>
        <p:sp>
          <p:nvSpPr>
            <p:cNvPr id="29803" name="Freeform 234">
              <a:extLst>
                <a:ext uri="{FF2B5EF4-FFF2-40B4-BE49-F238E27FC236}">
                  <a16:creationId xmlns:a16="http://schemas.microsoft.com/office/drawing/2014/main" id="{40EA71F2-82A8-4A7D-B86F-28183E886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2640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solidFill>
              <a:srgbClr val="FF4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4" name="Freeform 235">
              <a:extLst>
                <a:ext uri="{FF2B5EF4-FFF2-40B4-BE49-F238E27FC236}">
                  <a16:creationId xmlns:a16="http://schemas.microsoft.com/office/drawing/2014/main" id="{83A89FDA-1EAD-45AF-A18A-4DAE1B1E3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651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FF8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Oval 236">
              <a:extLst>
                <a:ext uri="{FF2B5EF4-FFF2-40B4-BE49-F238E27FC236}">
                  <a16:creationId xmlns:a16="http://schemas.microsoft.com/office/drawing/2014/main" id="{4DB9DE8B-D07C-4C41-AE01-78318D334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" y="2731"/>
              <a:ext cx="152" cy="72"/>
            </a:xfrm>
            <a:prstGeom prst="ellipse">
              <a:avLst/>
            </a:prstGeom>
            <a:solidFill>
              <a:srgbClr val="FFA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6" name="Oval 237">
              <a:extLst>
                <a:ext uri="{FF2B5EF4-FFF2-40B4-BE49-F238E27FC236}">
                  <a16:creationId xmlns:a16="http://schemas.microsoft.com/office/drawing/2014/main" id="{D91D73D6-5D48-455C-B840-8647678D9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" y="2712"/>
              <a:ext cx="153" cy="72"/>
            </a:xfrm>
            <a:prstGeom prst="ellipse">
              <a:avLst/>
            </a:prstGeom>
            <a:solidFill>
              <a:srgbClr val="FF4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7" name="Freeform 238">
              <a:extLst>
                <a:ext uri="{FF2B5EF4-FFF2-40B4-BE49-F238E27FC236}">
                  <a16:creationId xmlns:a16="http://schemas.microsoft.com/office/drawing/2014/main" id="{0CBFE294-7756-4EB9-AFF8-D430FA8B5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2717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38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09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5" y="23"/>
                  </a:cubicBezTo>
                  <a:cubicBezTo>
                    <a:pt x="9" y="23"/>
                    <a:pt x="5" y="23"/>
                    <a:pt x="0" y="22"/>
                  </a:cubicBezTo>
                  <a:cubicBezTo>
                    <a:pt x="6" y="24"/>
                    <a:pt x="13" y="25"/>
                    <a:pt x="20" y="25"/>
                  </a:cubicBezTo>
                  <a:cubicBezTo>
                    <a:pt x="37" y="25"/>
                    <a:pt x="51" y="19"/>
                    <a:pt x="51" y="11"/>
                  </a:cubicBezTo>
                  <a:cubicBezTo>
                    <a:pt x="51" y="6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F2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8" name="Freeform 239">
              <a:extLst>
                <a:ext uri="{FF2B5EF4-FFF2-40B4-BE49-F238E27FC236}">
                  <a16:creationId xmlns:a16="http://schemas.microsoft.com/office/drawing/2014/main" id="{24187FCE-615A-482F-9067-CC4E220BF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717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Freeform 240">
              <a:extLst>
                <a:ext uri="{FF2B5EF4-FFF2-40B4-BE49-F238E27FC236}">
                  <a16:creationId xmlns:a16="http://schemas.microsoft.com/office/drawing/2014/main" id="{8ACD8D71-558B-456E-B1AC-8465E1603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" y="2664"/>
              <a:ext cx="325" cy="141"/>
            </a:xfrm>
            <a:custGeom>
              <a:avLst/>
              <a:gdLst>
                <a:gd name="T0" fmla="*/ 20 w 130"/>
                <a:gd name="T1" fmla="*/ 806 h 53"/>
                <a:gd name="T2" fmla="*/ 95 w 130"/>
                <a:gd name="T3" fmla="*/ 149 h 53"/>
                <a:gd name="T4" fmla="*/ 563 w 130"/>
                <a:gd name="T5" fmla="*/ 35 h 53"/>
                <a:gd name="T6" fmla="*/ 1345 w 130"/>
                <a:gd name="T7" fmla="*/ 35 h 53"/>
                <a:gd name="T8" fmla="*/ 1688 w 130"/>
                <a:gd name="T9" fmla="*/ 56 h 53"/>
                <a:gd name="T10" fmla="*/ 2033 w 130"/>
                <a:gd name="T11" fmla="*/ 35 h 53"/>
                <a:gd name="T12" fmla="*/ 550 w 130"/>
                <a:gd name="T13" fmla="*/ 170 h 53"/>
                <a:gd name="T14" fmla="*/ 145 w 130"/>
                <a:gd name="T15" fmla="*/ 452 h 53"/>
                <a:gd name="T16" fmla="*/ 50 w 130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3">
                  <a:moveTo>
                    <a:pt x="1" y="43"/>
                  </a:moveTo>
                  <a:cubicBezTo>
                    <a:pt x="1" y="34"/>
                    <a:pt x="0" y="16"/>
                    <a:pt x="6" y="8"/>
                  </a:cubicBezTo>
                  <a:cubicBezTo>
                    <a:pt x="12" y="0"/>
                    <a:pt x="27" y="2"/>
                    <a:pt x="36" y="2"/>
                  </a:cubicBezTo>
                  <a:cubicBezTo>
                    <a:pt x="52" y="2"/>
                    <a:pt x="69" y="2"/>
                    <a:pt x="86" y="2"/>
                  </a:cubicBezTo>
                  <a:cubicBezTo>
                    <a:pt x="93" y="2"/>
                    <a:pt x="101" y="3"/>
                    <a:pt x="108" y="3"/>
                  </a:cubicBezTo>
                  <a:cubicBezTo>
                    <a:pt x="115" y="2"/>
                    <a:pt x="123" y="1"/>
                    <a:pt x="130" y="2"/>
                  </a:cubicBezTo>
                  <a:cubicBezTo>
                    <a:pt x="100" y="12"/>
                    <a:pt x="66" y="5"/>
                    <a:pt x="35" y="9"/>
                  </a:cubicBezTo>
                  <a:cubicBezTo>
                    <a:pt x="25" y="11"/>
                    <a:pt x="14" y="13"/>
                    <a:pt x="9" y="24"/>
                  </a:cubicBezTo>
                  <a:cubicBezTo>
                    <a:pt x="5" y="33"/>
                    <a:pt x="3" y="43"/>
                    <a:pt x="3" y="53"/>
                  </a:cubicBezTo>
                </a:path>
              </a:pathLst>
            </a:custGeom>
            <a:solidFill>
              <a:srgbClr val="FFA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0" name="Freeform 241">
              <a:extLst>
                <a:ext uri="{FF2B5EF4-FFF2-40B4-BE49-F238E27FC236}">
                  <a16:creationId xmlns:a16="http://schemas.microsoft.com/office/drawing/2014/main" id="{654FE7C1-CEDF-4F4B-8F1F-C620439FF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2704"/>
              <a:ext cx="503" cy="149"/>
            </a:xfrm>
            <a:custGeom>
              <a:avLst/>
              <a:gdLst>
                <a:gd name="T0" fmla="*/ 0 w 201"/>
                <a:gd name="T1" fmla="*/ 963 h 56"/>
                <a:gd name="T2" fmla="*/ 2305 w 201"/>
                <a:gd name="T3" fmla="*/ 942 h 56"/>
                <a:gd name="T4" fmla="*/ 3056 w 201"/>
                <a:gd name="T5" fmla="*/ 806 h 56"/>
                <a:gd name="T6" fmla="*/ 3056 w 201"/>
                <a:gd name="T7" fmla="*/ 0 h 56"/>
                <a:gd name="T8" fmla="*/ 2868 w 201"/>
                <a:gd name="T9" fmla="*/ 716 h 56"/>
                <a:gd name="T10" fmla="*/ 2442 w 201"/>
                <a:gd name="T11" fmla="*/ 793 h 56"/>
                <a:gd name="T12" fmla="*/ 1909 w 201"/>
                <a:gd name="T13" fmla="*/ 806 h 56"/>
                <a:gd name="T14" fmla="*/ 908 w 201"/>
                <a:gd name="T15" fmla="*/ 849 h 56"/>
                <a:gd name="T16" fmla="*/ 408 w 201"/>
                <a:gd name="T17" fmla="*/ 907 h 56"/>
                <a:gd name="T18" fmla="*/ 63 w 201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56">
                  <a:moveTo>
                    <a:pt x="0" y="51"/>
                  </a:moveTo>
                  <a:cubicBezTo>
                    <a:pt x="49" y="51"/>
                    <a:pt x="98" y="47"/>
                    <a:pt x="147" y="50"/>
                  </a:cubicBezTo>
                  <a:cubicBezTo>
                    <a:pt x="158" y="50"/>
                    <a:pt x="188" y="56"/>
                    <a:pt x="195" y="43"/>
                  </a:cubicBezTo>
                  <a:cubicBezTo>
                    <a:pt x="201" y="34"/>
                    <a:pt x="197" y="10"/>
                    <a:pt x="195" y="0"/>
                  </a:cubicBezTo>
                  <a:cubicBezTo>
                    <a:pt x="195" y="12"/>
                    <a:pt x="194" y="31"/>
                    <a:pt x="183" y="38"/>
                  </a:cubicBezTo>
                  <a:cubicBezTo>
                    <a:pt x="176" y="43"/>
                    <a:pt x="164" y="42"/>
                    <a:pt x="156" y="42"/>
                  </a:cubicBezTo>
                  <a:cubicBezTo>
                    <a:pt x="145" y="43"/>
                    <a:pt x="133" y="43"/>
                    <a:pt x="122" y="43"/>
                  </a:cubicBezTo>
                  <a:cubicBezTo>
                    <a:pt x="101" y="43"/>
                    <a:pt x="79" y="42"/>
                    <a:pt x="58" y="45"/>
                  </a:cubicBezTo>
                  <a:cubicBezTo>
                    <a:pt x="47" y="46"/>
                    <a:pt x="37" y="47"/>
                    <a:pt x="26" y="48"/>
                  </a:cubicBezTo>
                  <a:cubicBezTo>
                    <a:pt x="19" y="49"/>
                    <a:pt x="11" y="48"/>
                    <a:pt x="4" y="52"/>
                  </a:cubicBezTo>
                </a:path>
              </a:pathLst>
            </a:custGeom>
            <a:solidFill>
              <a:srgbClr val="FF6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Freeform 242">
              <a:extLst>
                <a:ext uri="{FF2B5EF4-FFF2-40B4-BE49-F238E27FC236}">
                  <a16:creationId xmlns:a16="http://schemas.microsoft.com/office/drawing/2014/main" id="{0BE90AA8-EEA2-4228-98CB-DB508445D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2640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2" name="Oval 243">
              <a:extLst>
                <a:ext uri="{FF2B5EF4-FFF2-40B4-BE49-F238E27FC236}">
                  <a16:creationId xmlns:a16="http://schemas.microsoft.com/office/drawing/2014/main" id="{5BC0FD90-67C5-42EE-BC8A-ED44D727B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" y="2712"/>
              <a:ext cx="153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3" name="Freeform 244">
              <a:extLst>
                <a:ext uri="{FF2B5EF4-FFF2-40B4-BE49-F238E27FC236}">
                  <a16:creationId xmlns:a16="http://schemas.microsoft.com/office/drawing/2014/main" id="{1644D0C6-3AB4-4314-808E-981BA4EF1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651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19" name="Group 245">
            <a:extLst>
              <a:ext uri="{FF2B5EF4-FFF2-40B4-BE49-F238E27FC236}">
                <a16:creationId xmlns:a16="http://schemas.microsoft.com/office/drawing/2014/main" id="{8C59FFDF-BB3D-4785-9501-58018BE8D0D3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3657600"/>
            <a:ext cx="1281113" cy="376238"/>
            <a:chOff x="240" y="2640"/>
            <a:chExt cx="807" cy="237"/>
          </a:xfrm>
        </p:grpSpPr>
        <p:sp>
          <p:nvSpPr>
            <p:cNvPr id="29792" name="Freeform 246">
              <a:extLst>
                <a:ext uri="{FF2B5EF4-FFF2-40B4-BE49-F238E27FC236}">
                  <a16:creationId xmlns:a16="http://schemas.microsoft.com/office/drawing/2014/main" id="{BE8FFE41-C88C-4B70-A430-403252BA0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2640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solidFill>
              <a:srgbClr val="FF4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Freeform 247">
              <a:extLst>
                <a:ext uri="{FF2B5EF4-FFF2-40B4-BE49-F238E27FC236}">
                  <a16:creationId xmlns:a16="http://schemas.microsoft.com/office/drawing/2014/main" id="{228E4613-F6A9-4526-916A-E0583CD25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651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FF8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4" name="Oval 248">
              <a:extLst>
                <a:ext uri="{FF2B5EF4-FFF2-40B4-BE49-F238E27FC236}">
                  <a16:creationId xmlns:a16="http://schemas.microsoft.com/office/drawing/2014/main" id="{4C672687-2DBE-4E96-A9D2-C3DFB1696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" y="2731"/>
              <a:ext cx="152" cy="72"/>
            </a:xfrm>
            <a:prstGeom prst="ellipse">
              <a:avLst/>
            </a:prstGeom>
            <a:solidFill>
              <a:srgbClr val="FFA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5" name="Oval 249">
              <a:extLst>
                <a:ext uri="{FF2B5EF4-FFF2-40B4-BE49-F238E27FC236}">
                  <a16:creationId xmlns:a16="http://schemas.microsoft.com/office/drawing/2014/main" id="{6DB563A0-52C1-48D9-8DFD-711429318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" y="2712"/>
              <a:ext cx="153" cy="72"/>
            </a:xfrm>
            <a:prstGeom prst="ellipse">
              <a:avLst/>
            </a:prstGeom>
            <a:solidFill>
              <a:srgbClr val="FF4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6" name="Freeform 250">
              <a:extLst>
                <a:ext uri="{FF2B5EF4-FFF2-40B4-BE49-F238E27FC236}">
                  <a16:creationId xmlns:a16="http://schemas.microsoft.com/office/drawing/2014/main" id="{E699A270-7847-418B-B5A5-0C0C03902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2717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38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09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5" y="23"/>
                  </a:cubicBezTo>
                  <a:cubicBezTo>
                    <a:pt x="9" y="23"/>
                    <a:pt x="5" y="23"/>
                    <a:pt x="0" y="22"/>
                  </a:cubicBezTo>
                  <a:cubicBezTo>
                    <a:pt x="6" y="24"/>
                    <a:pt x="13" y="25"/>
                    <a:pt x="20" y="25"/>
                  </a:cubicBezTo>
                  <a:cubicBezTo>
                    <a:pt x="37" y="25"/>
                    <a:pt x="51" y="19"/>
                    <a:pt x="51" y="11"/>
                  </a:cubicBezTo>
                  <a:cubicBezTo>
                    <a:pt x="51" y="6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F2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Freeform 251">
              <a:extLst>
                <a:ext uri="{FF2B5EF4-FFF2-40B4-BE49-F238E27FC236}">
                  <a16:creationId xmlns:a16="http://schemas.microsoft.com/office/drawing/2014/main" id="{8A8D1806-7F48-49AE-9960-653143870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717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8" name="Freeform 252">
              <a:extLst>
                <a:ext uri="{FF2B5EF4-FFF2-40B4-BE49-F238E27FC236}">
                  <a16:creationId xmlns:a16="http://schemas.microsoft.com/office/drawing/2014/main" id="{01C89DDC-3774-4272-8C5B-34DDF74B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" y="2664"/>
              <a:ext cx="325" cy="141"/>
            </a:xfrm>
            <a:custGeom>
              <a:avLst/>
              <a:gdLst>
                <a:gd name="T0" fmla="*/ 20 w 130"/>
                <a:gd name="T1" fmla="*/ 806 h 53"/>
                <a:gd name="T2" fmla="*/ 95 w 130"/>
                <a:gd name="T3" fmla="*/ 149 h 53"/>
                <a:gd name="T4" fmla="*/ 563 w 130"/>
                <a:gd name="T5" fmla="*/ 35 h 53"/>
                <a:gd name="T6" fmla="*/ 1345 w 130"/>
                <a:gd name="T7" fmla="*/ 35 h 53"/>
                <a:gd name="T8" fmla="*/ 1688 w 130"/>
                <a:gd name="T9" fmla="*/ 56 h 53"/>
                <a:gd name="T10" fmla="*/ 2033 w 130"/>
                <a:gd name="T11" fmla="*/ 35 h 53"/>
                <a:gd name="T12" fmla="*/ 550 w 130"/>
                <a:gd name="T13" fmla="*/ 170 h 53"/>
                <a:gd name="T14" fmla="*/ 145 w 130"/>
                <a:gd name="T15" fmla="*/ 452 h 53"/>
                <a:gd name="T16" fmla="*/ 50 w 130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3">
                  <a:moveTo>
                    <a:pt x="1" y="43"/>
                  </a:moveTo>
                  <a:cubicBezTo>
                    <a:pt x="1" y="34"/>
                    <a:pt x="0" y="16"/>
                    <a:pt x="6" y="8"/>
                  </a:cubicBezTo>
                  <a:cubicBezTo>
                    <a:pt x="12" y="0"/>
                    <a:pt x="27" y="2"/>
                    <a:pt x="36" y="2"/>
                  </a:cubicBezTo>
                  <a:cubicBezTo>
                    <a:pt x="52" y="2"/>
                    <a:pt x="69" y="2"/>
                    <a:pt x="86" y="2"/>
                  </a:cubicBezTo>
                  <a:cubicBezTo>
                    <a:pt x="93" y="2"/>
                    <a:pt x="101" y="3"/>
                    <a:pt x="108" y="3"/>
                  </a:cubicBezTo>
                  <a:cubicBezTo>
                    <a:pt x="115" y="2"/>
                    <a:pt x="123" y="1"/>
                    <a:pt x="130" y="2"/>
                  </a:cubicBezTo>
                  <a:cubicBezTo>
                    <a:pt x="100" y="12"/>
                    <a:pt x="66" y="5"/>
                    <a:pt x="35" y="9"/>
                  </a:cubicBezTo>
                  <a:cubicBezTo>
                    <a:pt x="25" y="11"/>
                    <a:pt x="14" y="13"/>
                    <a:pt x="9" y="24"/>
                  </a:cubicBezTo>
                  <a:cubicBezTo>
                    <a:pt x="5" y="33"/>
                    <a:pt x="3" y="43"/>
                    <a:pt x="3" y="53"/>
                  </a:cubicBezTo>
                </a:path>
              </a:pathLst>
            </a:custGeom>
            <a:solidFill>
              <a:srgbClr val="FFA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Freeform 253">
              <a:extLst>
                <a:ext uri="{FF2B5EF4-FFF2-40B4-BE49-F238E27FC236}">
                  <a16:creationId xmlns:a16="http://schemas.microsoft.com/office/drawing/2014/main" id="{A9DAE6A0-C653-4E5A-B8D9-01D64E27E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2704"/>
              <a:ext cx="503" cy="149"/>
            </a:xfrm>
            <a:custGeom>
              <a:avLst/>
              <a:gdLst>
                <a:gd name="T0" fmla="*/ 0 w 201"/>
                <a:gd name="T1" fmla="*/ 963 h 56"/>
                <a:gd name="T2" fmla="*/ 2305 w 201"/>
                <a:gd name="T3" fmla="*/ 942 h 56"/>
                <a:gd name="T4" fmla="*/ 3056 w 201"/>
                <a:gd name="T5" fmla="*/ 806 h 56"/>
                <a:gd name="T6" fmla="*/ 3056 w 201"/>
                <a:gd name="T7" fmla="*/ 0 h 56"/>
                <a:gd name="T8" fmla="*/ 2868 w 201"/>
                <a:gd name="T9" fmla="*/ 716 h 56"/>
                <a:gd name="T10" fmla="*/ 2442 w 201"/>
                <a:gd name="T11" fmla="*/ 793 h 56"/>
                <a:gd name="T12" fmla="*/ 1909 w 201"/>
                <a:gd name="T13" fmla="*/ 806 h 56"/>
                <a:gd name="T14" fmla="*/ 908 w 201"/>
                <a:gd name="T15" fmla="*/ 849 h 56"/>
                <a:gd name="T16" fmla="*/ 408 w 201"/>
                <a:gd name="T17" fmla="*/ 907 h 56"/>
                <a:gd name="T18" fmla="*/ 63 w 201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56">
                  <a:moveTo>
                    <a:pt x="0" y="51"/>
                  </a:moveTo>
                  <a:cubicBezTo>
                    <a:pt x="49" y="51"/>
                    <a:pt x="98" y="47"/>
                    <a:pt x="147" y="50"/>
                  </a:cubicBezTo>
                  <a:cubicBezTo>
                    <a:pt x="158" y="50"/>
                    <a:pt x="188" y="56"/>
                    <a:pt x="195" y="43"/>
                  </a:cubicBezTo>
                  <a:cubicBezTo>
                    <a:pt x="201" y="34"/>
                    <a:pt x="197" y="10"/>
                    <a:pt x="195" y="0"/>
                  </a:cubicBezTo>
                  <a:cubicBezTo>
                    <a:pt x="195" y="12"/>
                    <a:pt x="194" y="31"/>
                    <a:pt x="183" y="38"/>
                  </a:cubicBezTo>
                  <a:cubicBezTo>
                    <a:pt x="176" y="43"/>
                    <a:pt x="164" y="42"/>
                    <a:pt x="156" y="42"/>
                  </a:cubicBezTo>
                  <a:cubicBezTo>
                    <a:pt x="145" y="43"/>
                    <a:pt x="133" y="43"/>
                    <a:pt x="122" y="43"/>
                  </a:cubicBezTo>
                  <a:cubicBezTo>
                    <a:pt x="101" y="43"/>
                    <a:pt x="79" y="42"/>
                    <a:pt x="58" y="45"/>
                  </a:cubicBezTo>
                  <a:cubicBezTo>
                    <a:pt x="47" y="46"/>
                    <a:pt x="37" y="47"/>
                    <a:pt x="26" y="48"/>
                  </a:cubicBezTo>
                  <a:cubicBezTo>
                    <a:pt x="19" y="49"/>
                    <a:pt x="11" y="48"/>
                    <a:pt x="4" y="52"/>
                  </a:cubicBezTo>
                </a:path>
              </a:pathLst>
            </a:custGeom>
            <a:solidFill>
              <a:srgbClr val="FF6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0" name="Freeform 254">
              <a:extLst>
                <a:ext uri="{FF2B5EF4-FFF2-40B4-BE49-F238E27FC236}">
                  <a16:creationId xmlns:a16="http://schemas.microsoft.com/office/drawing/2014/main" id="{940606CA-F31B-4ADA-BFE7-57A2D0618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2640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Oval 255">
              <a:extLst>
                <a:ext uri="{FF2B5EF4-FFF2-40B4-BE49-F238E27FC236}">
                  <a16:creationId xmlns:a16="http://schemas.microsoft.com/office/drawing/2014/main" id="{AC0F8120-596F-4600-A2DB-189E3B1FD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" y="2712"/>
              <a:ext cx="153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2" name="Freeform 256">
              <a:extLst>
                <a:ext uri="{FF2B5EF4-FFF2-40B4-BE49-F238E27FC236}">
                  <a16:creationId xmlns:a16="http://schemas.microsoft.com/office/drawing/2014/main" id="{1F633530-2EDC-4AFA-8930-650E54B72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651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20" name="Group 257">
            <a:extLst>
              <a:ext uri="{FF2B5EF4-FFF2-40B4-BE49-F238E27FC236}">
                <a16:creationId xmlns:a16="http://schemas.microsoft.com/office/drawing/2014/main" id="{8BA2D57A-F21F-4210-97C9-6EDAACDB187B}"/>
              </a:ext>
            </a:extLst>
          </p:cNvPr>
          <p:cNvGrpSpPr>
            <a:grpSpLocks/>
          </p:cNvGrpSpPr>
          <p:nvPr/>
        </p:nvGrpSpPr>
        <p:grpSpPr bwMode="auto">
          <a:xfrm>
            <a:off x="8686800" y="3657600"/>
            <a:ext cx="1281113" cy="376238"/>
            <a:chOff x="240" y="2640"/>
            <a:chExt cx="807" cy="237"/>
          </a:xfrm>
        </p:grpSpPr>
        <p:sp>
          <p:nvSpPr>
            <p:cNvPr id="29781" name="Freeform 258">
              <a:extLst>
                <a:ext uri="{FF2B5EF4-FFF2-40B4-BE49-F238E27FC236}">
                  <a16:creationId xmlns:a16="http://schemas.microsoft.com/office/drawing/2014/main" id="{FDBCDE0E-D3AE-4FDC-BDCB-9505391C8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2640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solidFill>
              <a:srgbClr val="FF4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Freeform 259">
              <a:extLst>
                <a:ext uri="{FF2B5EF4-FFF2-40B4-BE49-F238E27FC236}">
                  <a16:creationId xmlns:a16="http://schemas.microsoft.com/office/drawing/2014/main" id="{42611A95-E2BB-4B32-8415-D32CCAAB3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651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FF8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3" name="Oval 260">
              <a:extLst>
                <a:ext uri="{FF2B5EF4-FFF2-40B4-BE49-F238E27FC236}">
                  <a16:creationId xmlns:a16="http://schemas.microsoft.com/office/drawing/2014/main" id="{7C49A8A7-ED91-4AD0-888C-9FC73435A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" y="2731"/>
              <a:ext cx="152" cy="72"/>
            </a:xfrm>
            <a:prstGeom prst="ellipse">
              <a:avLst/>
            </a:prstGeom>
            <a:solidFill>
              <a:srgbClr val="FFA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4" name="Oval 261">
              <a:extLst>
                <a:ext uri="{FF2B5EF4-FFF2-40B4-BE49-F238E27FC236}">
                  <a16:creationId xmlns:a16="http://schemas.microsoft.com/office/drawing/2014/main" id="{7B114DDC-67FB-44A9-9C2D-99609F729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" y="2712"/>
              <a:ext cx="153" cy="72"/>
            </a:xfrm>
            <a:prstGeom prst="ellipse">
              <a:avLst/>
            </a:prstGeom>
            <a:solidFill>
              <a:srgbClr val="FF4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5" name="Freeform 262">
              <a:extLst>
                <a:ext uri="{FF2B5EF4-FFF2-40B4-BE49-F238E27FC236}">
                  <a16:creationId xmlns:a16="http://schemas.microsoft.com/office/drawing/2014/main" id="{95736CE2-3146-4D95-B745-4A16CA8E4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2717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38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09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5" y="23"/>
                  </a:cubicBezTo>
                  <a:cubicBezTo>
                    <a:pt x="9" y="23"/>
                    <a:pt x="5" y="23"/>
                    <a:pt x="0" y="22"/>
                  </a:cubicBezTo>
                  <a:cubicBezTo>
                    <a:pt x="6" y="24"/>
                    <a:pt x="13" y="25"/>
                    <a:pt x="20" y="25"/>
                  </a:cubicBezTo>
                  <a:cubicBezTo>
                    <a:pt x="37" y="25"/>
                    <a:pt x="51" y="19"/>
                    <a:pt x="51" y="11"/>
                  </a:cubicBezTo>
                  <a:cubicBezTo>
                    <a:pt x="51" y="6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F2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6" name="Freeform 263">
              <a:extLst>
                <a:ext uri="{FF2B5EF4-FFF2-40B4-BE49-F238E27FC236}">
                  <a16:creationId xmlns:a16="http://schemas.microsoft.com/office/drawing/2014/main" id="{9AD88821-34FB-4606-822A-D49D3FF86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717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Freeform 264">
              <a:extLst>
                <a:ext uri="{FF2B5EF4-FFF2-40B4-BE49-F238E27FC236}">
                  <a16:creationId xmlns:a16="http://schemas.microsoft.com/office/drawing/2014/main" id="{8BBDE6D5-5E09-475A-9BD9-D422C066F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" y="2664"/>
              <a:ext cx="325" cy="141"/>
            </a:xfrm>
            <a:custGeom>
              <a:avLst/>
              <a:gdLst>
                <a:gd name="T0" fmla="*/ 20 w 130"/>
                <a:gd name="T1" fmla="*/ 806 h 53"/>
                <a:gd name="T2" fmla="*/ 95 w 130"/>
                <a:gd name="T3" fmla="*/ 149 h 53"/>
                <a:gd name="T4" fmla="*/ 563 w 130"/>
                <a:gd name="T5" fmla="*/ 35 h 53"/>
                <a:gd name="T6" fmla="*/ 1345 w 130"/>
                <a:gd name="T7" fmla="*/ 35 h 53"/>
                <a:gd name="T8" fmla="*/ 1688 w 130"/>
                <a:gd name="T9" fmla="*/ 56 h 53"/>
                <a:gd name="T10" fmla="*/ 2033 w 130"/>
                <a:gd name="T11" fmla="*/ 35 h 53"/>
                <a:gd name="T12" fmla="*/ 550 w 130"/>
                <a:gd name="T13" fmla="*/ 170 h 53"/>
                <a:gd name="T14" fmla="*/ 145 w 130"/>
                <a:gd name="T15" fmla="*/ 452 h 53"/>
                <a:gd name="T16" fmla="*/ 50 w 130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3">
                  <a:moveTo>
                    <a:pt x="1" y="43"/>
                  </a:moveTo>
                  <a:cubicBezTo>
                    <a:pt x="1" y="34"/>
                    <a:pt x="0" y="16"/>
                    <a:pt x="6" y="8"/>
                  </a:cubicBezTo>
                  <a:cubicBezTo>
                    <a:pt x="12" y="0"/>
                    <a:pt x="27" y="2"/>
                    <a:pt x="36" y="2"/>
                  </a:cubicBezTo>
                  <a:cubicBezTo>
                    <a:pt x="52" y="2"/>
                    <a:pt x="69" y="2"/>
                    <a:pt x="86" y="2"/>
                  </a:cubicBezTo>
                  <a:cubicBezTo>
                    <a:pt x="93" y="2"/>
                    <a:pt x="101" y="3"/>
                    <a:pt x="108" y="3"/>
                  </a:cubicBezTo>
                  <a:cubicBezTo>
                    <a:pt x="115" y="2"/>
                    <a:pt x="123" y="1"/>
                    <a:pt x="130" y="2"/>
                  </a:cubicBezTo>
                  <a:cubicBezTo>
                    <a:pt x="100" y="12"/>
                    <a:pt x="66" y="5"/>
                    <a:pt x="35" y="9"/>
                  </a:cubicBezTo>
                  <a:cubicBezTo>
                    <a:pt x="25" y="11"/>
                    <a:pt x="14" y="13"/>
                    <a:pt x="9" y="24"/>
                  </a:cubicBezTo>
                  <a:cubicBezTo>
                    <a:pt x="5" y="33"/>
                    <a:pt x="3" y="43"/>
                    <a:pt x="3" y="53"/>
                  </a:cubicBezTo>
                </a:path>
              </a:pathLst>
            </a:custGeom>
            <a:solidFill>
              <a:srgbClr val="FFA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8" name="Freeform 265">
              <a:extLst>
                <a:ext uri="{FF2B5EF4-FFF2-40B4-BE49-F238E27FC236}">
                  <a16:creationId xmlns:a16="http://schemas.microsoft.com/office/drawing/2014/main" id="{D4B24DD0-83E6-41A4-AC5D-4AEFE046A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2704"/>
              <a:ext cx="503" cy="149"/>
            </a:xfrm>
            <a:custGeom>
              <a:avLst/>
              <a:gdLst>
                <a:gd name="T0" fmla="*/ 0 w 201"/>
                <a:gd name="T1" fmla="*/ 963 h 56"/>
                <a:gd name="T2" fmla="*/ 2305 w 201"/>
                <a:gd name="T3" fmla="*/ 942 h 56"/>
                <a:gd name="T4" fmla="*/ 3056 w 201"/>
                <a:gd name="T5" fmla="*/ 806 h 56"/>
                <a:gd name="T6" fmla="*/ 3056 w 201"/>
                <a:gd name="T7" fmla="*/ 0 h 56"/>
                <a:gd name="T8" fmla="*/ 2868 w 201"/>
                <a:gd name="T9" fmla="*/ 716 h 56"/>
                <a:gd name="T10" fmla="*/ 2442 w 201"/>
                <a:gd name="T11" fmla="*/ 793 h 56"/>
                <a:gd name="T12" fmla="*/ 1909 w 201"/>
                <a:gd name="T13" fmla="*/ 806 h 56"/>
                <a:gd name="T14" fmla="*/ 908 w 201"/>
                <a:gd name="T15" fmla="*/ 849 h 56"/>
                <a:gd name="T16" fmla="*/ 408 w 201"/>
                <a:gd name="T17" fmla="*/ 907 h 56"/>
                <a:gd name="T18" fmla="*/ 63 w 201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56">
                  <a:moveTo>
                    <a:pt x="0" y="51"/>
                  </a:moveTo>
                  <a:cubicBezTo>
                    <a:pt x="49" y="51"/>
                    <a:pt x="98" y="47"/>
                    <a:pt x="147" y="50"/>
                  </a:cubicBezTo>
                  <a:cubicBezTo>
                    <a:pt x="158" y="50"/>
                    <a:pt x="188" y="56"/>
                    <a:pt x="195" y="43"/>
                  </a:cubicBezTo>
                  <a:cubicBezTo>
                    <a:pt x="201" y="34"/>
                    <a:pt x="197" y="10"/>
                    <a:pt x="195" y="0"/>
                  </a:cubicBezTo>
                  <a:cubicBezTo>
                    <a:pt x="195" y="12"/>
                    <a:pt x="194" y="31"/>
                    <a:pt x="183" y="38"/>
                  </a:cubicBezTo>
                  <a:cubicBezTo>
                    <a:pt x="176" y="43"/>
                    <a:pt x="164" y="42"/>
                    <a:pt x="156" y="42"/>
                  </a:cubicBezTo>
                  <a:cubicBezTo>
                    <a:pt x="145" y="43"/>
                    <a:pt x="133" y="43"/>
                    <a:pt x="122" y="43"/>
                  </a:cubicBezTo>
                  <a:cubicBezTo>
                    <a:pt x="101" y="43"/>
                    <a:pt x="79" y="42"/>
                    <a:pt x="58" y="45"/>
                  </a:cubicBezTo>
                  <a:cubicBezTo>
                    <a:pt x="47" y="46"/>
                    <a:pt x="37" y="47"/>
                    <a:pt x="26" y="48"/>
                  </a:cubicBezTo>
                  <a:cubicBezTo>
                    <a:pt x="19" y="49"/>
                    <a:pt x="11" y="48"/>
                    <a:pt x="4" y="52"/>
                  </a:cubicBezTo>
                </a:path>
              </a:pathLst>
            </a:custGeom>
            <a:solidFill>
              <a:srgbClr val="FF6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Freeform 266">
              <a:extLst>
                <a:ext uri="{FF2B5EF4-FFF2-40B4-BE49-F238E27FC236}">
                  <a16:creationId xmlns:a16="http://schemas.microsoft.com/office/drawing/2014/main" id="{1AD14A54-C74F-45DB-A2F1-FDA64B821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2640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0" name="Oval 267">
              <a:extLst>
                <a:ext uri="{FF2B5EF4-FFF2-40B4-BE49-F238E27FC236}">
                  <a16:creationId xmlns:a16="http://schemas.microsoft.com/office/drawing/2014/main" id="{4B64BBD7-2822-4167-A5D5-3A4BE1000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" y="2712"/>
              <a:ext cx="153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1" name="Freeform 268">
              <a:extLst>
                <a:ext uri="{FF2B5EF4-FFF2-40B4-BE49-F238E27FC236}">
                  <a16:creationId xmlns:a16="http://schemas.microsoft.com/office/drawing/2014/main" id="{37E39322-20FB-437B-8386-2007AD619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651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21" name="Group 269">
            <a:extLst>
              <a:ext uri="{FF2B5EF4-FFF2-40B4-BE49-F238E27FC236}">
                <a16:creationId xmlns:a16="http://schemas.microsoft.com/office/drawing/2014/main" id="{D4B27F25-0A56-4669-81B5-7BFA25E79D39}"/>
              </a:ext>
            </a:extLst>
          </p:cNvPr>
          <p:cNvGrpSpPr>
            <a:grpSpLocks/>
          </p:cNvGrpSpPr>
          <p:nvPr/>
        </p:nvGrpSpPr>
        <p:grpSpPr bwMode="auto">
          <a:xfrm>
            <a:off x="3519488" y="4267200"/>
            <a:ext cx="1281112" cy="376238"/>
            <a:chOff x="4032" y="3984"/>
            <a:chExt cx="807" cy="237"/>
          </a:xfrm>
        </p:grpSpPr>
        <p:sp>
          <p:nvSpPr>
            <p:cNvPr id="29770" name="Freeform 270">
              <a:extLst>
                <a:ext uri="{FF2B5EF4-FFF2-40B4-BE49-F238E27FC236}">
                  <a16:creationId xmlns:a16="http://schemas.microsoft.com/office/drawing/2014/main" id="{1E22CC3F-D04D-4E6A-B959-2115E04AD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84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solidFill>
              <a:srgbClr val="FF4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Freeform 271">
              <a:extLst>
                <a:ext uri="{FF2B5EF4-FFF2-40B4-BE49-F238E27FC236}">
                  <a16:creationId xmlns:a16="http://schemas.microsoft.com/office/drawing/2014/main" id="{C27E07A6-E831-44B3-841E-0C8F92931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399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FF8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2" name="Oval 272">
              <a:extLst>
                <a:ext uri="{FF2B5EF4-FFF2-40B4-BE49-F238E27FC236}">
                  <a16:creationId xmlns:a16="http://schemas.microsoft.com/office/drawing/2014/main" id="{7820E638-3799-4D2F-8B53-621AF6E50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7" y="4075"/>
              <a:ext cx="152" cy="72"/>
            </a:xfrm>
            <a:prstGeom prst="ellipse">
              <a:avLst/>
            </a:prstGeom>
            <a:solidFill>
              <a:srgbClr val="FFA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3" name="Oval 273">
              <a:extLst>
                <a:ext uri="{FF2B5EF4-FFF2-40B4-BE49-F238E27FC236}">
                  <a16:creationId xmlns:a16="http://schemas.microsoft.com/office/drawing/2014/main" id="{19316A76-8FCD-426F-89B6-5E2BB923E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" y="4056"/>
              <a:ext cx="153" cy="72"/>
            </a:xfrm>
            <a:prstGeom prst="ellipse">
              <a:avLst/>
            </a:prstGeom>
            <a:solidFill>
              <a:srgbClr val="FF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4" name="Freeform 274">
              <a:extLst>
                <a:ext uri="{FF2B5EF4-FFF2-40B4-BE49-F238E27FC236}">
                  <a16:creationId xmlns:a16="http://schemas.microsoft.com/office/drawing/2014/main" id="{20378BCA-68F8-424F-B808-5FDF8A174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4061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38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09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5" y="23"/>
                  </a:cubicBezTo>
                  <a:cubicBezTo>
                    <a:pt x="9" y="23"/>
                    <a:pt x="5" y="23"/>
                    <a:pt x="0" y="22"/>
                  </a:cubicBezTo>
                  <a:cubicBezTo>
                    <a:pt x="6" y="24"/>
                    <a:pt x="13" y="25"/>
                    <a:pt x="20" y="25"/>
                  </a:cubicBezTo>
                  <a:cubicBezTo>
                    <a:pt x="37" y="25"/>
                    <a:pt x="51" y="19"/>
                    <a:pt x="51" y="11"/>
                  </a:cubicBezTo>
                  <a:cubicBezTo>
                    <a:pt x="51" y="6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F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Freeform 275">
              <a:extLst>
                <a:ext uri="{FF2B5EF4-FFF2-40B4-BE49-F238E27FC236}">
                  <a16:creationId xmlns:a16="http://schemas.microsoft.com/office/drawing/2014/main" id="{01AAF728-AA21-4D11-B273-607FCA508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4061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6" name="Freeform 276">
              <a:extLst>
                <a:ext uri="{FF2B5EF4-FFF2-40B4-BE49-F238E27FC236}">
                  <a16:creationId xmlns:a16="http://schemas.microsoft.com/office/drawing/2014/main" id="{B9A961A8-A048-47FE-B083-0B7599231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4008"/>
              <a:ext cx="325" cy="141"/>
            </a:xfrm>
            <a:custGeom>
              <a:avLst/>
              <a:gdLst>
                <a:gd name="T0" fmla="*/ 20 w 130"/>
                <a:gd name="T1" fmla="*/ 806 h 53"/>
                <a:gd name="T2" fmla="*/ 95 w 130"/>
                <a:gd name="T3" fmla="*/ 149 h 53"/>
                <a:gd name="T4" fmla="*/ 563 w 130"/>
                <a:gd name="T5" fmla="*/ 35 h 53"/>
                <a:gd name="T6" fmla="*/ 1345 w 130"/>
                <a:gd name="T7" fmla="*/ 35 h 53"/>
                <a:gd name="T8" fmla="*/ 1688 w 130"/>
                <a:gd name="T9" fmla="*/ 56 h 53"/>
                <a:gd name="T10" fmla="*/ 2033 w 130"/>
                <a:gd name="T11" fmla="*/ 35 h 53"/>
                <a:gd name="T12" fmla="*/ 550 w 130"/>
                <a:gd name="T13" fmla="*/ 170 h 53"/>
                <a:gd name="T14" fmla="*/ 145 w 130"/>
                <a:gd name="T15" fmla="*/ 452 h 53"/>
                <a:gd name="T16" fmla="*/ 50 w 130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3">
                  <a:moveTo>
                    <a:pt x="1" y="43"/>
                  </a:moveTo>
                  <a:cubicBezTo>
                    <a:pt x="1" y="34"/>
                    <a:pt x="0" y="16"/>
                    <a:pt x="6" y="8"/>
                  </a:cubicBezTo>
                  <a:cubicBezTo>
                    <a:pt x="12" y="0"/>
                    <a:pt x="27" y="2"/>
                    <a:pt x="36" y="2"/>
                  </a:cubicBezTo>
                  <a:cubicBezTo>
                    <a:pt x="52" y="2"/>
                    <a:pt x="69" y="2"/>
                    <a:pt x="86" y="2"/>
                  </a:cubicBezTo>
                  <a:cubicBezTo>
                    <a:pt x="93" y="2"/>
                    <a:pt x="101" y="3"/>
                    <a:pt x="108" y="3"/>
                  </a:cubicBezTo>
                  <a:cubicBezTo>
                    <a:pt x="115" y="2"/>
                    <a:pt x="123" y="1"/>
                    <a:pt x="130" y="2"/>
                  </a:cubicBezTo>
                  <a:cubicBezTo>
                    <a:pt x="100" y="12"/>
                    <a:pt x="66" y="5"/>
                    <a:pt x="35" y="9"/>
                  </a:cubicBezTo>
                  <a:cubicBezTo>
                    <a:pt x="25" y="11"/>
                    <a:pt x="14" y="13"/>
                    <a:pt x="9" y="24"/>
                  </a:cubicBezTo>
                  <a:cubicBezTo>
                    <a:pt x="5" y="33"/>
                    <a:pt x="3" y="43"/>
                    <a:pt x="3" y="53"/>
                  </a:cubicBezTo>
                </a:path>
              </a:pathLst>
            </a:custGeom>
            <a:solidFill>
              <a:srgbClr val="FFA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277">
              <a:extLst>
                <a:ext uri="{FF2B5EF4-FFF2-40B4-BE49-F238E27FC236}">
                  <a16:creationId xmlns:a16="http://schemas.microsoft.com/office/drawing/2014/main" id="{98AE7D6E-6EAA-4BC7-9D08-7A1D11DFF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4048"/>
              <a:ext cx="503" cy="149"/>
            </a:xfrm>
            <a:custGeom>
              <a:avLst/>
              <a:gdLst>
                <a:gd name="T0" fmla="*/ 0 w 201"/>
                <a:gd name="T1" fmla="*/ 963 h 56"/>
                <a:gd name="T2" fmla="*/ 2305 w 201"/>
                <a:gd name="T3" fmla="*/ 942 h 56"/>
                <a:gd name="T4" fmla="*/ 3056 w 201"/>
                <a:gd name="T5" fmla="*/ 806 h 56"/>
                <a:gd name="T6" fmla="*/ 3056 w 201"/>
                <a:gd name="T7" fmla="*/ 0 h 56"/>
                <a:gd name="T8" fmla="*/ 2868 w 201"/>
                <a:gd name="T9" fmla="*/ 716 h 56"/>
                <a:gd name="T10" fmla="*/ 2442 w 201"/>
                <a:gd name="T11" fmla="*/ 793 h 56"/>
                <a:gd name="T12" fmla="*/ 1909 w 201"/>
                <a:gd name="T13" fmla="*/ 806 h 56"/>
                <a:gd name="T14" fmla="*/ 908 w 201"/>
                <a:gd name="T15" fmla="*/ 849 h 56"/>
                <a:gd name="T16" fmla="*/ 408 w 201"/>
                <a:gd name="T17" fmla="*/ 907 h 56"/>
                <a:gd name="T18" fmla="*/ 63 w 201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56">
                  <a:moveTo>
                    <a:pt x="0" y="51"/>
                  </a:moveTo>
                  <a:cubicBezTo>
                    <a:pt x="49" y="51"/>
                    <a:pt x="98" y="47"/>
                    <a:pt x="147" y="50"/>
                  </a:cubicBezTo>
                  <a:cubicBezTo>
                    <a:pt x="158" y="50"/>
                    <a:pt x="188" y="56"/>
                    <a:pt x="195" y="43"/>
                  </a:cubicBezTo>
                  <a:cubicBezTo>
                    <a:pt x="201" y="34"/>
                    <a:pt x="197" y="10"/>
                    <a:pt x="195" y="0"/>
                  </a:cubicBezTo>
                  <a:cubicBezTo>
                    <a:pt x="195" y="12"/>
                    <a:pt x="194" y="31"/>
                    <a:pt x="183" y="38"/>
                  </a:cubicBezTo>
                  <a:cubicBezTo>
                    <a:pt x="176" y="43"/>
                    <a:pt x="164" y="42"/>
                    <a:pt x="156" y="42"/>
                  </a:cubicBezTo>
                  <a:cubicBezTo>
                    <a:pt x="145" y="43"/>
                    <a:pt x="133" y="43"/>
                    <a:pt x="122" y="43"/>
                  </a:cubicBezTo>
                  <a:cubicBezTo>
                    <a:pt x="101" y="43"/>
                    <a:pt x="79" y="42"/>
                    <a:pt x="58" y="45"/>
                  </a:cubicBezTo>
                  <a:cubicBezTo>
                    <a:pt x="47" y="46"/>
                    <a:pt x="37" y="47"/>
                    <a:pt x="26" y="48"/>
                  </a:cubicBezTo>
                  <a:cubicBezTo>
                    <a:pt x="19" y="49"/>
                    <a:pt x="11" y="48"/>
                    <a:pt x="4" y="52"/>
                  </a:cubicBezTo>
                </a:path>
              </a:pathLst>
            </a:custGeom>
            <a:solidFill>
              <a:srgbClr val="FF6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Freeform 278">
              <a:extLst>
                <a:ext uri="{FF2B5EF4-FFF2-40B4-BE49-F238E27FC236}">
                  <a16:creationId xmlns:a16="http://schemas.microsoft.com/office/drawing/2014/main" id="{04C88C0C-C75A-48FF-9ED7-D12852F84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84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9" name="Oval 279">
              <a:extLst>
                <a:ext uri="{FF2B5EF4-FFF2-40B4-BE49-F238E27FC236}">
                  <a16:creationId xmlns:a16="http://schemas.microsoft.com/office/drawing/2014/main" id="{08A14C82-23CB-4CB2-9ABF-F3F16DDB7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" y="4056"/>
              <a:ext cx="153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0" name="Freeform 280">
              <a:extLst>
                <a:ext uri="{FF2B5EF4-FFF2-40B4-BE49-F238E27FC236}">
                  <a16:creationId xmlns:a16="http://schemas.microsoft.com/office/drawing/2014/main" id="{3453F1D4-9ABB-43C9-9810-E39BDF1EE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399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22" name="Group 281">
            <a:extLst>
              <a:ext uri="{FF2B5EF4-FFF2-40B4-BE49-F238E27FC236}">
                <a16:creationId xmlns:a16="http://schemas.microsoft.com/office/drawing/2014/main" id="{8005B806-AD1B-466C-83E8-888AF9D139F9}"/>
              </a:ext>
            </a:extLst>
          </p:cNvPr>
          <p:cNvGrpSpPr>
            <a:grpSpLocks/>
          </p:cNvGrpSpPr>
          <p:nvPr/>
        </p:nvGrpSpPr>
        <p:grpSpPr bwMode="auto">
          <a:xfrm>
            <a:off x="4814888" y="4267200"/>
            <a:ext cx="1281112" cy="376238"/>
            <a:chOff x="4032" y="3984"/>
            <a:chExt cx="807" cy="237"/>
          </a:xfrm>
        </p:grpSpPr>
        <p:sp>
          <p:nvSpPr>
            <p:cNvPr id="29759" name="Freeform 282">
              <a:extLst>
                <a:ext uri="{FF2B5EF4-FFF2-40B4-BE49-F238E27FC236}">
                  <a16:creationId xmlns:a16="http://schemas.microsoft.com/office/drawing/2014/main" id="{F603374E-154D-454F-AEE8-7E52495DD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84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solidFill>
              <a:srgbClr val="FF4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Freeform 283">
              <a:extLst>
                <a:ext uri="{FF2B5EF4-FFF2-40B4-BE49-F238E27FC236}">
                  <a16:creationId xmlns:a16="http://schemas.microsoft.com/office/drawing/2014/main" id="{566A1792-8996-46D3-AE07-7746587A0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399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FF8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1" name="Oval 284">
              <a:extLst>
                <a:ext uri="{FF2B5EF4-FFF2-40B4-BE49-F238E27FC236}">
                  <a16:creationId xmlns:a16="http://schemas.microsoft.com/office/drawing/2014/main" id="{A0D02718-79D2-4610-925C-D26964854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7" y="4075"/>
              <a:ext cx="152" cy="72"/>
            </a:xfrm>
            <a:prstGeom prst="ellipse">
              <a:avLst/>
            </a:prstGeom>
            <a:solidFill>
              <a:srgbClr val="FFA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62" name="Oval 285">
              <a:extLst>
                <a:ext uri="{FF2B5EF4-FFF2-40B4-BE49-F238E27FC236}">
                  <a16:creationId xmlns:a16="http://schemas.microsoft.com/office/drawing/2014/main" id="{CC45EF19-DD23-4F20-93C1-BD4F62DB9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" y="4056"/>
              <a:ext cx="153" cy="72"/>
            </a:xfrm>
            <a:prstGeom prst="ellipse">
              <a:avLst/>
            </a:prstGeom>
            <a:solidFill>
              <a:srgbClr val="FF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63" name="Freeform 286">
              <a:extLst>
                <a:ext uri="{FF2B5EF4-FFF2-40B4-BE49-F238E27FC236}">
                  <a16:creationId xmlns:a16="http://schemas.microsoft.com/office/drawing/2014/main" id="{33BC70B4-9454-42EB-BA9B-4335C8381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4061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38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09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5" y="23"/>
                  </a:cubicBezTo>
                  <a:cubicBezTo>
                    <a:pt x="9" y="23"/>
                    <a:pt x="5" y="23"/>
                    <a:pt x="0" y="22"/>
                  </a:cubicBezTo>
                  <a:cubicBezTo>
                    <a:pt x="6" y="24"/>
                    <a:pt x="13" y="25"/>
                    <a:pt x="20" y="25"/>
                  </a:cubicBezTo>
                  <a:cubicBezTo>
                    <a:pt x="37" y="25"/>
                    <a:pt x="51" y="19"/>
                    <a:pt x="51" y="11"/>
                  </a:cubicBezTo>
                  <a:cubicBezTo>
                    <a:pt x="51" y="6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F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287">
              <a:extLst>
                <a:ext uri="{FF2B5EF4-FFF2-40B4-BE49-F238E27FC236}">
                  <a16:creationId xmlns:a16="http://schemas.microsoft.com/office/drawing/2014/main" id="{16508C5D-2905-4516-A673-9E8B33D9A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4061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Freeform 288">
              <a:extLst>
                <a:ext uri="{FF2B5EF4-FFF2-40B4-BE49-F238E27FC236}">
                  <a16:creationId xmlns:a16="http://schemas.microsoft.com/office/drawing/2014/main" id="{7CA5FCBE-62D5-4E76-96B4-6A85A96EF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4008"/>
              <a:ext cx="325" cy="141"/>
            </a:xfrm>
            <a:custGeom>
              <a:avLst/>
              <a:gdLst>
                <a:gd name="T0" fmla="*/ 20 w 130"/>
                <a:gd name="T1" fmla="*/ 806 h 53"/>
                <a:gd name="T2" fmla="*/ 95 w 130"/>
                <a:gd name="T3" fmla="*/ 149 h 53"/>
                <a:gd name="T4" fmla="*/ 563 w 130"/>
                <a:gd name="T5" fmla="*/ 35 h 53"/>
                <a:gd name="T6" fmla="*/ 1345 w 130"/>
                <a:gd name="T7" fmla="*/ 35 h 53"/>
                <a:gd name="T8" fmla="*/ 1688 w 130"/>
                <a:gd name="T9" fmla="*/ 56 h 53"/>
                <a:gd name="T10" fmla="*/ 2033 w 130"/>
                <a:gd name="T11" fmla="*/ 35 h 53"/>
                <a:gd name="T12" fmla="*/ 550 w 130"/>
                <a:gd name="T13" fmla="*/ 170 h 53"/>
                <a:gd name="T14" fmla="*/ 145 w 130"/>
                <a:gd name="T15" fmla="*/ 452 h 53"/>
                <a:gd name="T16" fmla="*/ 50 w 130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3">
                  <a:moveTo>
                    <a:pt x="1" y="43"/>
                  </a:moveTo>
                  <a:cubicBezTo>
                    <a:pt x="1" y="34"/>
                    <a:pt x="0" y="16"/>
                    <a:pt x="6" y="8"/>
                  </a:cubicBezTo>
                  <a:cubicBezTo>
                    <a:pt x="12" y="0"/>
                    <a:pt x="27" y="2"/>
                    <a:pt x="36" y="2"/>
                  </a:cubicBezTo>
                  <a:cubicBezTo>
                    <a:pt x="52" y="2"/>
                    <a:pt x="69" y="2"/>
                    <a:pt x="86" y="2"/>
                  </a:cubicBezTo>
                  <a:cubicBezTo>
                    <a:pt x="93" y="2"/>
                    <a:pt x="101" y="3"/>
                    <a:pt x="108" y="3"/>
                  </a:cubicBezTo>
                  <a:cubicBezTo>
                    <a:pt x="115" y="2"/>
                    <a:pt x="123" y="1"/>
                    <a:pt x="130" y="2"/>
                  </a:cubicBezTo>
                  <a:cubicBezTo>
                    <a:pt x="100" y="12"/>
                    <a:pt x="66" y="5"/>
                    <a:pt x="35" y="9"/>
                  </a:cubicBezTo>
                  <a:cubicBezTo>
                    <a:pt x="25" y="11"/>
                    <a:pt x="14" y="13"/>
                    <a:pt x="9" y="24"/>
                  </a:cubicBezTo>
                  <a:cubicBezTo>
                    <a:pt x="5" y="33"/>
                    <a:pt x="3" y="43"/>
                    <a:pt x="3" y="53"/>
                  </a:cubicBezTo>
                </a:path>
              </a:pathLst>
            </a:custGeom>
            <a:solidFill>
              <a:srgbClr val="FFA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6" name="Freeform 289">
              <a:extLst>
                <a:ext uri="{FF2B5EF4-FFF2-40B4-BE49-F238E27FC236}">
                  <a16:creationId xmlns:a16="http://schemas.microsoft.com/office/drawing/2014/main" id="{D00A737E-E90F-4421-AE55-5463AC870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4048"/>
              <a:ext cx="503" cy="149"/>
            </a:xfrm>
            <a:custGeom>
              <a:avLst/>
              <a:gdLst>
                <a:gd name="T0" fmla="*/ 0 w 201"/>
                <a:gd name="T1" fmla="*/ 963 h 56"/>
                <a:gd name="T2" fmla="*/ 2305 w 201"/>
                <a:gd name="T3" fmla="*/ 942 h 56"/>
                <a:gd name="T4" fmla="*/ 3056 w 201"/>
                <a:gd name="T5" fmla="*/ 806 h 56"/>
                <a:gd name="T6" fmla="*/ 3056 w 201"/>
                <a:gd name="T7" fmla="*/ 0 h 56"/>
                <a:gd name="T8" fmla="*/ 2868 w 201"/>
                <a:gd name="T9" fmla="*/ 716 h 56"/>
                <a:gd name="T10" fmla="*/ 2442 w 201"/>
                <a:gd name="T11" fmla="*/ 793 h 56"/>
                <a:gd name="T12" fmla="*/ 1909 w 201"/>
                <a:gd name="T13" fmla="*/ 806 h 56"/>
                <a:gd name="T14" fmla="*/ 908 w 201"/>
                <a:gd name="T15" fmla="*/ 849 h 56"/>
                <a:gd name="T16" fmla="*/ 408 w 201"/>
                <a:gd name="T17" fmla="*/ 907 h 56"/>
                <a:gd name="T18" fmla="*/ 63 w 201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56">
                  <a:moveTo>
                    <a:pt x="0" y="51"/>
                  </a:moveTo>
                  <a:cubicBezTo>
                    <a:pt x="49" y="51"/>
                    <a:pt x="98" y="47"/>
                    <a:pt x="147" y="50"/>
                  </a:cubicBezTo>
                  <a:cubicBezTo>
                    <a:pt x="158" y="50"/>
                    <a:pt x="188" y="56"/>
                    <a:pt x="195" y="43"/>
                  </a:cubicBezTo>
                  <a:cubicBezTo>
                    <a:pt x="201" y="34"/>
                    <a:pt x="197" y="10"/>
                    <a:pt x="195" y="0"/>
                  </a:cubicBezTo>
                  <a:cubicBezTo>
                    <a:pt x="195" y="12"/>
                    <a:pt x="194" y="31"/>
                    <a:pt x="183" y="38"/>
                  </a:cubicBezTo>
                  <a:cubicBezTo>
                    <a:pt x="176" y="43"/>
                    <a:pt x="164" y="42"/>
                    <a:pt x="156" y="42"/>
                  </a:cubicBezTo>
                  <a:cubicBezTo>
                    <a:pt x="145" y="43"/>
                    <a:pt x="133" y="43"/>
                    <a:pt x="122" y="43"/>
                  </a:cubicBezTo>
                  <a:cubicBezTo>
                    <a:pt x="101" y="43"/>
                    <a:pt x="79" y="42"/>
                    <a:pt x="58" y="45"/>
                  </a:cubicBezTo>
                  <a:cubicBezTo>
                    <a:pt x="47" y="46"/>
                    <a:pt x="37" y="47"/>
                    <a:pt x="26" y="48"/>
                  </a:cubicBezTo>
                  <a:cubicBezTo>
                    <a:pt x="19" y="49"/>
                    <a:pt x="11" y="48"/>
                    <a:pt x="4" y="52"/>
                  </a:cubicBezTo>
                </a:path>
              </a:pathLst>
            </a:custGeom>
            <a:solidFill>
              <a:srgbClr val="FF6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Freeform 290">
              <a:extLst>
                <a:ext uri="{FF2B5EF4-FFF2-40B4-BE49-F238E27FC236}">
                  <a16:creationId xmlns:a16="http://schemas.microsoft.com/office/drawing/2014/main" id="{A1351835-D22E-4F8B-AB2E-05C6F47F7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84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8" name="Oval 291">
              <a:extLst>
                <a:ext uri="{FF2B5EF4-FFF2-40B4-BE49-F238E27FC236}">
                  <a16:creationId xmlns:a16="http://schemas.microsoft.com/office/drawing/2014/main" id="{EBB380CA-601C-45B4-B9A3-FFC6EAB71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" y="4056"/>
              <a:ext cx="153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69" name="Freeform 292">
              <a:extLst>
                <a:ext uri="{FF2B5EF4-FFF2-40B4-BE49-F238E27FC236}">
                  <a16:creationId xmlns:a16="http://schemas.microsoft.com/office/drawing/2014/main" id="{BD49E2CA-214C-46DE-8620-575E37645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399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23" name="Group 293">
            <a:extLst>
              <a:ext uri="{FF2B5EF4-FFF2-40B4-BE49-F238E27FC236}">
                <a16:creationId xmlns:a16="http://schemas.microsoft.com/office/drawing/2014/main" id="{53135EDD-9735-4A8A-94E5-60BDB5D5D12A}"/>
              </a:ext>
            </a:extLst>
          </p:cNvPr>
          <p:cNvGrpSpPr>
            <a:grpSpLocks/>
          </p:cNvGrpSpPr>
          <p:nvPr/>
        </p:nvGrpSpPr>
        <p:grpSpPr bwMode="auto">
          <a:xfrm>
            <a:off x="6124575" y="4267200"/>
            <a:ext cx="1281113" cy="376238"/>
            <a:chOff x="4032" y="3984"/>
            <a:chExt cx="807" cy="237"/>
          </a:xfrm>
        </p:grpSpPr>
        <p:sp>
          <p:nvSpPr>
            <p:cNvPr id="29748" name="Freeform 294">
              <a:extLst>
                <a:ext uri="{FF2B5EF4-FFF2-40B4-BE49-F238E27FC236}">
                  <a16:creationId xmlns:a16="http://schemas.microsoft.com/office/drawing/2014/main" id="{594B5F89-05BE-4207-B563-7A1F396B6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84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solidFill>
              <a:srgbClr val="FF4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295">
              <a:extLst>
                <a:ext uri="{FF2B5EF4-FFF2-40B4-BE49-F238E27FC236}">
                  <a16:creationId xmlns:a16="http://schemas.microsoft.com/office/drawing/2014/main" id="{040AFFCD-22F2-4694-86FF-D371B287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399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FF8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Oval 296">
              <a:extLst>
                <a:ext uri="{FF2B5EF4-FFF2-40B4-BE49-F238E27FC236}">
                  <a16:creationId xmlns:a16="http://schemas.microsoft.com/office/drawing/2014/main" id="{9D4405CB-AF2E-4BDA-A7E4-D29535C8C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7" y="4075"/>
              <a:ext cx="152" cy="72"/>
            </a:xfrm>
            <a:prstGeom prst="ellipse">
              <a:avLst/>
            </a:prstGeom>
            <a:solidFill>
              <a:srgbClr val="FFA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51" name="Oval 297">
              <a:extLst>
                <a:ext uri="{FF2B5EF4-FFF2-40B4-BE49-F238E27FC236}">
                  <a16:creationId xmlns:a16="http://schemas.microsoft.com/office/drawing/2014/main" id="{6A0F2123-E73C-4DA9-9F58-25E1716B2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" y="4056"/>
              <a:ext cx="153" cy="72"/>
            </a:xfrm>
            <a:prstGeom prst="ellipse">
              <a:avLst/>
            </a:prstGeom>
            <a:solidFill>
              <a:srgbClr val="FF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52" name="Freeform 298">
              <a:extLst>
                <a:ext uri="{FF2B5EF4-FFF2-40B4-BE49-F238E27FC236}">
                  <a16:creationId xmlns:a16="http://schemas.microsoft.com/office/drawing/2014/main" id="{5646B199-25C4-4D8C-94C4-2B3607CA7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4061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38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09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5" y="23"/>
                  </a:cubicBezTo>
                  <a:cubicBezTo>
                    <a:pt x="9" y="23"/>
                    <a:pt x="5" y="23"/>
                    <a:pt x="0" y="22"/>
                  </a:cubicBezTo>
                  <a:cubicBezTo>
                    <a:pt x="6" y="24"/>
                    <a:pt x="13" y="25"/>
                    <a:pt x="20" y="25"/>
                  </a:cubicBezTo>
                  <a:cubicBezTo>
                    <a:pt x="37" y="25"/>
                    <a:pt x="51" y="19"/>
                    <a:pt x="51" y="11"/>
                  </a:cubicBezTo>
                  <a:cubicBezTo>
                    <a:pt x="51" y="6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F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299">
              <a:extLst>
                <a:ext uri="{FF2B5EF4-FFF2-40B4-BE49-F238E27FC236}">
                  <a16:creationId xmlns:a16="http://schemas.microsoft.com/office/drawing/2014/main" id="{2A39F08F-D63D-4876-826D-ED8B74002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4061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300">
              <a:extLst>
                <a:ext uri="{FF2B5EF4-FFF2-40B4-BE49-F238E27FC236}">
                  <a16:creationId xmlns:a16="http://schemas.microsoft.com/office/drawing/2014/main" id="{F5BB3E4E-2A33-440A-BEDC-FA7823D83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4008"/>
              <a:ext cx="325" cy="141"/>
            </a:xfrm>
            <a:custGeom>
              <a:avLst/>
              <a:gdLst>
                <a:gd name="T0" fmla="*/ 20 w 130"/>
                <a:gd name="T1" fmla="*/ 806 h 53"/>
                <a:gd name="T2" fmla="*/ 95 w 130"/>
                <a:gd name="T3" fmla="*/ 149 h 53"/>
                <a:gd name="T4" fmla="*/ 563 w 130"/>
                <a:gd name="T5" fmla="*/ 35 h 53"/>
                <a:gd name="T6" fmla="*/ 1345 w 130"/>
                <a:gd name="T7" fmla="*/ 35 h 53"/>
                <a:gd name="T8" fmla="*/ 1688 w 130"/>
                <a:gd name="T9" fmla="*/ 56 h 53"/>
                <a:gd name="T10" fmla="*/ 2033 w 130"/>
                <a:gd name="T11" fmla="*/ 35 h 53"/>
                <a:gd name="T12" fmla="*/ 550 w 130"/>
                <a:gd name="T13" fmla="*/ 170 h 53"/>
                <a:gd name="T14" fmla="*/ 145 w 130"/>
                <a:gd name="T15" fmla="*/ 452 h 53"/>
                <a:gd name="T16" fmla="*/ 50 w 130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3">
                  <a:moveTo>
                    <a:pt x="1" y="43"/>
                  </a:moveTo>
                  <a:cubicBezTo>
                    <a:pt x="1" y="34"/>
                    <a:pt x="0" y="16"/>
                    <a:pt x="6" y="8"/>
                  </a:cubicBezTo>
                  <a:cubicBezTo>
                    <a:pt x="12" y="0"/>
                    <a:pt x="27" y="2"/>
                    <a:pt x="36" y="2"/>
                  </a:cubicBezTo>
                  <a:cubicBezTo>
                    <a:pt x="52" y="2"/>
                    <a:pt x="69" y="2"/>
                    <a:pt x="86" y="2"/>
                  </a:cubicBezTo>
                  <a:cubicBezTo>
                    <a:pt x="93" y="2"/>
                    <a:pt x="101" y="3"/>
                    <a:pt x="108" y="3"/>
                  </a:cubicBezTo>
                  <a:cubicBezTo>
                    <a:pt x="115" y="2"/>
                    <a:pt x="123" y="1"/>
                    <a:pt x="130" y="2"/>
                  </a:cubicBezTo>
                  <a:cubicBezTo>
                    <a:pt x="100" y="12"/>
                    <a:pt x="66" y="5"/>
                    <a:pt x="35" y="9"/>
                  </a:cubicBezTo>
                  <a:cubicBezTo>
                    <a:pt x="25" y="11"/>
                    <a:pt x="14" y="13"/>
                    <a:pt x="9" y="24"/>
                  </a:cubicBezTo>
                  <a:cubicBezTo>
                    <a:pt x="5" y="33"/>
                    <a:pt x="3" y="43"/>
                    <a:pt x="3" y="53"/>
                  </a:cubicBezTo>
                </a:path>
              </a:pathLst>
            </a:custGeom>
            <a:solidFill>
              <a:srgbClr val="FFA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301">
              <a:extLst>
                <a:ext uri="{FF2B5EF4-FFF2-40B4-BE49-F238E27FC236}">
                  <a16:creationId xmlns:a16="http://schemas.microsoft.com/office/drawing/2014/main" id="{F097D9B1-45D0-4D6C-8C69-D8A5F6F79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4048"/>
              <a:ext cx="503" cy="149"/>
            </a:xfrm>
            <a:custGeom>
              <a:avLst/>
              <a:gdLst>
                <a:gd name="T0" fmla="*/ 0 w 201"/>
                <a:gd name="T1" fmla="*/ 963 h 56"/>
                <a:gd name="T2" fmla="*/ 2305 w 201"/>
                <a:gd name="T3" fmla="*/ 942 h 56"/>
                <a:gd name="T4" fmla="*/ 3056 w 201"/>
                <a:gd name="T5" fmla="*/ 806 h 56"/>
                <a:gd name="T6" fmla="*/ 3056 w 201"/>
                <a:gd name="T7" fmla="*/ 0 h 56"/>
                <a:gd name="T8" fmla="*/ 2868 w 201"/>
                <a:gd name="T9" fmla="*/ 716 h 56"/>
                <a:gd name="T10" fmla="*/ 2442 w 201"/>
                <a:gd name="T11" fmla="*/ 793 h 56"/>
                <a:gd name="T12" fmla="*/ 1909 w 201"/>
                <a:gd name="T13" fmla="*/ 806 h 56"/>
                <a:gd name="T14" fmla="*/ 908 w 201"/>
                <a:gd name="T15" fmla="*/ 849 h 56"/>
                <a:gd name="T16" fmla="*/ 408 w 201"/>
                <a:gd name="T17" fmla="*/ 907 h 56"/>
                <a:gd name="T18" fmla="*/ 63 w 201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56">
                  <a:moveTo>
                    <a:pt x="0" y="51"/>
                  </a:moveTo>
                  <a:cubicBezTo>
                    <a:pt x="49" y="51"/>
                    <a:pt x="98" y="47"/>
                    <a:pt x="147" y="50"/>
                  </a:cubicBezTo>
                  <a:cubicBezTo>
                    <a:pt x="158" y="50"/>
                    <a:pt x="188" y="56"/>
                    <a:pt x="195" y="43"/>
                  </a:cubicBezTo>
                  <a:cubicBezTo>
                    <a:pt x="201" y="34"/>
                    <a:pt x="197" y="10"/>
                    <a:pt x="195" y="0"/>
                  </a:cubicBezTo>
                  <a:cubicBezTo>
                    <a:pt x="195" y="12"/>
                    <a:pt x="194" y="31"/>
                    <a:pt x="183" y="38"/>
                  </a:cubicBezTo>
                  <a:cubicBezTo>
                    <a:pt x="176" y="43"/>
                    <a:pt x="164" y="42"/>
                    <a:pt x="156" y="42"/>
                  </a:cubicBezTo>
                  <a:cubicBezTo>
                    <a:pt x="145" y="43"/>
                    <a:pt x="133" y="43"/>
                    <a:pt x="122" y="43"/>
                  </a:cubicBezTo>
                  <a:cubicBezTo>
                    <a:pt x="101" y="43"/>
                    <a:pt x="79" y="42"/>
                    <a:pt x="58" y="45"/>
                  </a:cubicBezTo>
                  <a:cubicBezTo>
                    <a:pt x="47" y="46"/>
                    <a:pt x="37" y="47"/>
                    <a:pt x="26" y="48"/>
                  </a:cubicBezTo>
                  <a:cubicBezTo>
                    <a:pt x="19" y="49"/>
                    <a:pt x="11" y="48"/>
                    <a:pt x="4" y="52"/>
                  </a:cubicBezTo>
                </a:path>
              </a:pathLst>
            </a:custGeom>
            <a:solidFill>
              <a:srgbClr val="FF6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302">
              <a:extLst>
                <a:ext uri="{FF2B5EF4-FFF2-40B4-BE49-F238E27FC236}">
                  <a16:creationId xmlns:a16="http://schemas.microsoft.com/office/drawing/2014/main" id="{26EE855C-B96D-4A40-AF62-F212B5714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84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Oval 303">
              <a:extLst>
                <a:ext uri="{FF2B5EF4-FFF2-40B4-BE49-F238E27FC236}">
                  <a16:creationId xmlns:a16="http://schemas.microsoft.com/office/drawing/2014/main" id="{654479EF-F3EB-4AAF-9A1F-BD7364653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" y="4056"/>
              <a:ext cx="153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58" name="Freeform 304">
              <a:extLst>
                <a:ext uri="{FF2B5EF4-FFF2-40B4-BE49-F238E27FC236}">
                  <a16:creationId xmlns:a16="http://schemas.microsoft.com/office/drawing/2014/main" id="{E4E403FE-B718-4089-BD5D-F334A4FEF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399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24" name="Group 305">
            <a:extLst>
              <a:ext uri="{FF2B5EF4-FFF2-40B4-BE49-F238E27FC236}">
                <a16:creationId xmlns:a16="http://schemas.microsoft.com/office/drawing/2014/main" id="{FF2ECB94-0061-41BC-A984-373A5392F83D}"/>
              </a:ext>
            </a:extLst>
          </p:cNvPr>
          <p:cNvGrpSpPr>
            <a:grpSpLocks/>
          </p:cNvGrpSpPr>
          <p:nvPr/>
        </p:nvGrpSpPr>
        <p:grpSpPr bwMode="auto">
          <a:xfrm>
            <a:off x="7419975" y="4267200"/>
            <a:ext cx="1281113" cy="376238"/>
            <a:chOff x="4032" y="3984"/>
            <a:chExt cx="807" cy="237"/>
          </a:xfrm>
        </p:grpSpPr>
        <p:sp>
          <p:nvSpPr>
            <p:cNvPr id="29737" name="Freeform 306">
              <a:extLst>
                <a:ext uri="{FF2B5EF4-FFF2-40B4-BE49-F238E27FC236}">
                  <a16:creationId xmlns:a16="http://schemas.microsoft.com/office/drawing/2014/main" id="{5682E86E-E502-4688-8F7C-C49371485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84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solidFill>
              <a:srgbClr val="FF4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307">
              <a:extLst>
                <a:ext uri="{FF2B5EF4-FFF2-40B4-BE49-F238E27FC236}">
                  <a16:creationId xmlns:a16="http://schemas.microsoft.com/office/drawing/2014/main" id="{908DAE07-4B8D-48D5-86BB-63CD157A9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399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FF8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Oval 308">
              <a:extLst>
                <a:ext uri="{FF2B5EF4-FFF2-40B4-BE49-F238E27FC236}">
                  <a16:creationId xmlns:a16="http://schemas.microsoft.com/office/drawing/2014/main" id="{3BB26182-A2BE-404D-B8D2-BC7E3002B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7" y="4075"/>
              <a:ext cx="152" cy="72"/>
            </a:xfrm>
            <a:prstGeom prst="ellipse">
              <a:avLst/>
            </a:prstGeom>
            <a:solidFill>
              <a:srgbClr val="FFA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40" name="Oval 309">
              <a:extLst>
                <a:ext uri="{FF2B5EF4-FFF2-40B4-BE49-F238E27FC236}">
                  <a16:creationId xmlns:a16="http://schemas.microsoft.com/office/drawing/2014/main" id="{77744747-DCA9-45C1-8016-104A8049C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" y="4056"/>
              <a:ext cx="153" cy="72"/>
            </a:xfrm>
            <a:prstGeom prst="ellipse">
              <a:avLst/>
            </a:prstGeom>
            <a:solidFill>
              <a:srgbClr val="FF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41" name="Freeform 310">
              <a:extLst>
                <a:ext uri="{FF2B5EF4-FFF2-40B4-BE49-F238E27FC236}">
                  <a16:creationId xmlns:a16="http://schemas.microsoft.com/office/drawing/2014/main" id="{E41D382D-2513-48CC-9DA0-AAC48BF85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4061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38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09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5" y="23"/>
                  </a:cubicBezTo>
                  <a:cubicBezTo>
                    <a:pt x="9" y="23"/>
                    <a:pt x="5" y="23"/>
                    <a:pt x="0" y="22"/>
                  </a:cubicBezTo>
                  <a:cubicBezTo>
                    <a:pt x="6" y="24"/>
                    <a:pt x="13" y="25"/>
                    <a:pt x="20" y="25"/>
                  </a:cubicBezTo>
                  <a:cubicBezTo>
                    <a:pt x="37" y="25"/>
                    <a:pt x="51" y="19"/>
                    <a:pt x="51" y="11"/>
                  </a:cubicBezTo>
                  <a:cubicBezTo>
                    <a:pt x="51" y="6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F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311">
              <a:extLst>
                <a:ext uri="{FF2B5EF4-FFF2-40B4-BE49-F238E27FC236}">
                  <a16:creationId xmlns:a16="http://schemas.microsoft.com/office/drawing/2014/main" id="{D6691733-42ED-40CA-82CA-F229B02A0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4061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312">
              <a:extLst>
                <a:ext uri="{FF2B5EF4-FFF2-40B4-BE49-F238E27FC236}">
                  <a16:creationId xmlns:a16="http://schemas.microsoft.com/office/drawing/2014/main" id="{69C004EE-4004-496A-ABDA-3D14E6DF7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4008"/>
              <a:ext cx="325" cy="141"/>
            </a:xfrm>
            <a:custGeom>
              <a:avLst/>
              <a:gdLst>
                <a:gd name="T0" fmla="*/ 20 w 130"/>
                <a:gd name="T1" fmla="*/ 806 h 53"/>
                <a:gd name="T2" fmla="*/ 95 w 130"/>
                <a:gd name="T3" fmla="*/ 149 h 53"/>
                <a:gd name="T4" fmla="*/ 563 w 130"/>
                <a:gd name="T5" fmla="*/ 35 h 53"/>
                <a:gd name="T6" fmla="*/ 1345 w 130"/>
                <a:gd name="T7" fmla="*/ 35 h 53"/>
                <a:gd name="T8" fmla="*/ 1688 w 130"/>
                <a:gd name="T9" fmla="*/ 56 h 53"/>
                <a:gd name="T10" fmla="*/ 2033 w 130"/>
                <a:gd name="T11" fmla="*/ 35 h 53"/>
                <a:gd name="T12" fmla="*/ 550 w 130"/>
                <a:gd name="T13" fmla="*/ 170 h 53"/>
                <a:gd name="T14" fmla="*/ 145 w 130"/>
                <a:gd name="T15" fmla="*/ 452 h 53"/>
                <a:gd name="T16" fmla="*/ 50 w 130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3">
                  <a:moveTo>
                    <a:pt x="1" y="43"/>
                  </a:moveTo>
                  <a:cubicBezTo>
                    <a:pt x="1" y="34"/>
                    <a:pt x="0" y="16"/>
                    <a:pt x="6" y="8"/>
                  </a:cubicBezTo>
                  <a:cubicBezTo>
                    <a:pt x="12" y="0"/>
                    <a:pt x="27" y="2"/>
                    <a:pt x="36" y="2"/>
                  </a:cubicBezTo>
                  <a:cubicBezTo>
                    <a:pt x="52" y="2"/>
                    <a:pt x="69" y="2"/>
                    <a:pt x="86" y="2"/>
                  </a:cubicBezTo>
                  <a:cubicBezTo>
                    <a:pt x="93" y="2"/>
                    <a:pt x="101" y="3"/>
                    <a:pt x="108" y="3"/>
                  </a:cubicBezTo>
                  <a:cubicBezTo>
                    <a:pt x="115" y="2"/>
                    <a:pt x="123" y="1"/>
                    <a:pt x="130" y="2"/>
                  </a:cubicBezTo>
                  <a:cubicBezTo>
                    <a:pt x="100" y="12"/>
                    <a:pt x="66" y="5"/>
                    <a:pt x="35" y="9"/>
                  </a:cubicBezTo>
                  <a:cubicBezTo>
                    <a:pt x="25" y="11"/>
                    <a:pt x="14" y="13"/>
                    <a:pt x="9" y="24"/>
                  </a:cubicBezTo>
                  <a:cubicBezTo>
                    <a:pt x="5" y="33"/>
                    <a:pt x="3" y="43"/>
                    <a:pt x="3" y="53"/>
                  </a:cubicBezTo>
                </a:path>
              </a:pathLst>
            </a:custGeom>
            <a:solidFill>
              <a:srgbClr val="FFA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313">
              <a:extLst>
                <a:ext uri="{FF2B5EF4-FFF2-40B4-BE49-F238E27FC236}">
                  <a16:creationId xmlns:a16="http://schemas.microsoft.com/office/drawing/2014/main" id="{F7C57D98-2A2A-41E3-942B-C2761DE9E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4048"/>
              <a:ext cx="503" cy="149"/>
            </a:xfrm>
            <a:custGeom>
              <a:avLst/>
              <a:gdLst>
                <a:gd name="T0" fmla="*/ 0 w 201"/>
                <a:gd name="T1" fmla="*/ 963 h 56"/>
                <a:gd name="T2" fmla="*/ 2305 w 201"/>
                <a:gd name="T3" fmla="*/ 942 h 56"/>
                <a:gd name="T4" fmla="*/ 3056 w 201"/>
                <a:gd name="T5" fmla="*/ 806 h 56"/>
                <a:gd name="T6" fmla="*/ 3056 w 201"/>
                <a:gd name="T7" fmla="*/ 0 h 56"/>
                <a:gd name="T8" fmla="*/ 2868 w 201"/>
                <a:gd name="T9" fmla="*/ 716 h 56"/>
                <a:gd name="T10" fmla="*/ 2442 w 201"/>
                <a:gd name="T11" fmla="*/ 793 h 56"/>
                <a:gd name="T12" fmla="*/ 1909 w 201"/>
                <a:gd name="T13" fmla="*/ 806 h 56"/>
                <a:gd name="T14" fmla="*/ 908 w 201"/>
                <a:gd name="T15" fmla="*/ 849 h 56"/>
                <a:gd name="T16" fmla="*/ 408 w 201"/>
                <a:gd name="T17" fmla="*/ 907 h 56"/>
                <a:gd name="T18" fmla="*/ 63 w 201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56">
                  <a:moveTo>
                    <a:pt x="0" y="51"/>
                  </a:moveTo>
                  <a:cubicBezTo>
                    <a:pt x="49" y="51"/>
                    <a:pt x="98" y="47"/>
                    <a:pt x="147" y="50"/>
                  </a:cubicBezTo>
                  <a:cubicBezTo>
                    <a:pt x="158" y="50"/>
                    <a:pt x="188" y="56"/>
                    <a:pt x="195" y="43"/>
                  </a:cubicBezTo>
                  <a:cubicBezTo>
                    <a:pt x="201" y="34"/>
                    <a:pt x="197" y="10"/>
                    <a:pt x="195" y="0"/>
                  </a:cubicBezTo>
                  <a:cubicBezTo>
                    <a:pt x="195" y="12"/>
                    <a:pt x="194" y="31"/>
                    <a:pt x="183" y="38"/>
                  </a:cubicBezTo>
                  <a:cubicBezTo>
                    <a:pt x="176" y="43"/>
                    <a:pt x="164" y="42"/>
                    <a:pt x="156" y="42"/>
                  </a:cubicBezTo>
                  <a:cubicBezTo>
                    <a:pt x="145" y="43"/>
                    <a:pt x="133" y="43"/>
                    <a:pt x="122" y="43"/>
                  </a:cubicBezTo>
                  <a:cubicBezTo>
                    <a:pt x="101" y="43"/>
                    <a:pt x="79" y="42"/>
                    <a:pt x="58" y="45"/>
                  </a:cubicBezTo>
                  <a:cubicBezTo>
                    <a:pt x="47" y="46"/>
                    <a:pt x="37" y="47"/>
                    <a:pt x="26" y="48"/>
                  </a:cubicBezTo>
                  <a:cubicBezTo>
                    <a:pt x="19" y="49"/>
                    <a:pt x="11" y="48"/>
                    <a:pt x="4" y="52"/>
                  </a:cubicBezTo>
                </a:path>
              </a:pathLst>
            </a:custGeom>
            <a:solidFill>
              <a:srgbClr val="FF6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314">
              <a:extLst>
                <a:ext uri="{FF2B5EF4-FFF2-40B4-BE49-F238E27FC236}">
                  <a16:creationId xmlns:a16="http://schemas.microsoft.com/office/drawing/2014/main" id="{FB4F2FA5-AB9B-4A4C-8D29-29CEB5CD7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84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Oval 315">
              <a:extLst>
                <a:ext uri="{FF2B5EF4-FFF2-40B4-BE49-F238E27FC236}">
                  <a16:creationId xmlns:a16="http://schemas.microsoft.com/office/drawing/2014/main" id="{4E2062C1-6838-4417-9AC6-08410DE47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" y="4056"/>
              <a:ext cx="153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47" name="Freeform 316">
              <a:extLst>
                <a:ext uri="{FF2B5EF4-FFF2-40B4-BE49-F238E27FC236}">
                  <a16:creationId xmlns:a16="http://schemas.microsoft.com/office/drawing/2014/main" id="{05EF5FE9-E49C-430A-8190-088224CB1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399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25" name="Group 317">
            <a:extLst>
              <a:ext uri="{FF2B5EF4-FFF2-40B4-BE49-F238E27FC236}">
                <a16:creationId xmlns:a16="http://schemas.microsoft.com/office/drawing/2014/main" id="{36DF12CE-0783-4326-B997-69EB79A8F76A}"/>
              </a:ext>
            </a:extLst>
          </p:cNvPr>
          <p:cNvGrpSpPr>
            <a:grpSpLocks/>
          </p:cNvGrpSpPr>
          <p:nvPr/>
        </p:nvGrpSpPr>
        <p:grpSpPr bwMode="auto">
          <a:xfrm>
            <a:off x="8701088" y="4267200"/>
            <a:ext cx="1281112" cy="376238"/>
            <a:chOff x="4032" y="3984"/>
            <a:chExt cx="807" cy="237"/>
          </a:xfrm>
        </p:grpSpPr>
        <p:sp>
          <p:nvSpPr>
            <p:cNvPr id="29726" name="Freeform 318">
              <a:extLst>
                <a:ext uri="{FF2B5EF4-FFF2-40B4-BE49-F238E27FC236}">
                  <a16:creationId xmlns:a16="http://schemas.microsoft.com/office/drawing/2014/main" id="{BB0E6F14-A5BA-4F53-B882-95C0920DF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84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solidFill>
              <a:srgbClr val="FF4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319">
              <a:extLst>
                <a:ext uri="{FF2B5EF4-FFF2-40B4-BE49-F238E27FC236}">
                  <a16:creationId xmlns:a16="http://schemas.microsoft.com/office/drawing/2014/main" id="{575A9FFC-8928-486A-A559-51DC7E644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399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FF8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Oval 320">
              <a:extLst>
                <a:ext uri="{FF2B5EF4-FFF2-40B4-BE49-F238E27FC236}">
                  <a16:creationId xmlns:a16="http://schemas.microsoft.com/office/drawing/2014/main" id="{BDFCA7F8-AE5E-4881-9759-D89C064AE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7" y="4075"/>
              <a:ext cx="152" cy="72"/>
            </a:xfrm>
            <a:prstGeom prst="ellipse">
              <a:avLst/>
            </a:prstGeom>
            <a:solidFill>
              <a:srgbClr val="FFA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29" name="Oval 321">
              <a:extLst>
                <a:ext uri="{FF2B5EF4-FFF2-40B4-BE49-F238E27FC236}">
                  <a16:creationId xmlns:a16="http://schemas.microsoft.com/office/drawing/2014/main" id="{8C9A7F01-AF42-489B-A4A4-FE8FA3101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" y="4056"/>
              <a:ext cx="153" cy="72"/>
            </a:xfrm>
            <a:prstGeom prst="ellipse">
              <a:avLst/>
            </a:prstGeom>
            <a:solidFill>
              <a:srgbClr val="FF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30" name="Freeform 322">
              <a:extLst>
                <a:ext uri="{FF2B5EF4-FFF2-40B4-BE49-F238E27FC236}">
                  <a16:creationId xmlns:a16="http://schemas.microsoft.com/office/drawing/2014/main" id="{5C7ED188-6CBF-4B54-8307-150C15F77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4061"/>
              <a:ext cx="128" cy="67"/>
            </a:xfrm>
            <a:custGeom>
              <a:avLst/>
              <a:gdLst>
                <a:gd name="T0" fmla="*/ 535 w 51"/>
                <a:gd name="T1" fmla="*/ 0 h 25"/>
                <a:gd name="T2" fmla="*/ 713 w 51"/>
                <a:gd name="T3" fmla="*/ 193 h 25"/>
                <a:gd name="T4" fmla="*/ 238 w 51"/>
                <a:gd name="T5" fmla="*/ 445 h 25"/>
                <a:gd name="T6" fmla="*/ 0 w 51"/>
                <a:gd name="T7" fmla="*/ 423 h 25"/>
                <a:gd name="T8" fmla="*/ 314 w 51"/>
                <a:gd name="T9" fmla="*/ 482 h 25"/>
                <a:gd name="T10" fmla="*/ 806 w 51"/>
                <a:gd name="T11" fmla="*/ 209 h 25"/>
                <a:gd name="T12" fmla="*/ 535 w 5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34" y="0"/>
                  </a:moveTo>
                  <a:cubicBezTo>
                    <a:pt x="41" y="2"/>
                    <a:pt x="45" y="6"/>
                    <a:pt x="45" y="10"/>
                  </a:cubicBezTo>
                  <a:cubicBezTo>
                    <a:pt x="45" y="17"/>
                    <a:pt x="31" y="23"/>
                    <a:pt x="15" y="23"/>
                  </a:cubicBezTo>
                  <a:cubicBezTo>
                    <a:pt x="9" y="23"/>
                    <a:pt x="5" y="23"/>
                    <a:pt x="0" y="22"/>
                  </a:cubicBezTo>
                  <a:cubicBezTo>
                    <a:pt x="6" y="24"/>
                    <a:pt x="13" y="25"/>
                    <a:pt x="20" y="25"/>
                  </a:cubicBezTo>
                  <a:cubicBezTo>
                    <a:pt x="37" y="25"/>
                    <a:pt x="51" y="19"/>
                    <a:pt x="51" y="11"/>
                  </a:cubicBezTo>
                  <a:cubicBezTo>
                    <a:pt x="51" y="6"/>
                    <a:pt x="44" y="2"/>
                    <a:pt x="34" y="0"/>
                  </a:cubicBezTo>
                  <a:close/>
                </a:path>
              </a:pathLst>
            </a:custGeom>
            <a:solidFill>
              <a:srgbClr val="FF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323">
              <a:extLst>
                <a:ext uri="{FF2B5EF4-FFF2-40B4-BE49-F238E27FC236}">
                  <a16:creationId xmlns:a16="http://schemas.microsoft.com/office/drawing/2014/main" id="{8312F209-7A30-4F42-8C2D-CCD63957B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4061"/>
              <a:ext cx="115" cy="54"/>
            </a:xfrm>
            <a:custGeom>
              <a:avLst/>
              <a:gdLst>
                <a:gd name="T0" fmla="*/ 63 w 46"/>
                <a:gd name="T1" fmla="*/ 232 h 20"/>
                <a:gd name="T2" fmla="*/ 470 w 46"/>
                <a:gd name="T3" fmla="*/ 38 h 20"/>
                <a:gd name="T4" fmla="*/ 720 w 46"/>
                <a:gd name="T5" fmla="*/ 103 h 20"/>
                <a:gd name="T6" fmla="*/ 395 w 46"/>
                <a:gd name="T7" fmla="*/ 0 h 20"/>
                <a:gd name="T8" fmla="*/ 0 w 46"/>
                <a:gd name="T9" fmla="*/ 219 h 20"/>
                <a:gd name="T10" fmla="*/ 158 w 46"/>
                <a:gd name="T11" fmla="*/ 394 h 20"/>
                <a:gd name="T12" fmla="*/ 63 w 46"/>
                <a:gd name="T13" fmla="*/ 232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4" y="12"/>
                  </a:moveTo>
                  <a:cubicBezTo>
                    <a:pt x="4" y="6"/>
                    <a:pt x="16" y="2"/>
                    <a:pt x="30" y="2"/>
                  </a:cubicBezTo>
                  <a:cubicBezTo>
                    <a:pt x="35" y="2"/>
                    <a:pt x="42" y="3"/>
                    <a:pt x="46" y="5"/>
                  </a:cubicBezTo>
                  <a:cubicBezTo>
                    <a:pt x="42" y="2"/>
                    <a:pt x="34" y="0"/>
                    <a:pt x="25" y="0"/>
                  </a:cubicBezTo>
                  <a:cubicBezTo>
                    <a:pt x="11" y="0"/>
                    <a:pt x="0" y="5"/>
                    <a:pt x="0" y="11"/>
                  </a:cubicBezTo>
                  <a:cubicBezTo>
                    <a:pt x="0" y="15"/>
                    <a:pt x="4" y="18"/>
                    <a:pt x="10" y="20"/>
                  </a:cubicBezTo>
                  <a:cubicBezTo>
                    <a:pt x="8" y="18"/>
                    <a:pt x="4" y="16"/>
                    <a:pt x="4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324">
              <a:extLst>
                <a:ext uri="{FF2B5EF4-FFF2-40B4-BE49-F238E27FC236}">
                  <a16:creationId xmlns:a16="http://schemas.microsoft.com/office/drawing/2014/main" id="{0A14D138-63AC-4E07-B3F8-72C70F13D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4008"/>
              <a:ext cx="325" cy="141"/>
            </a:xfrm>
            <a:custGeom>
              <a:avLst/>
              <a:gdLst>
                <a:gd name="T0" fmla="*/ 20 w 130"/>
                <a:gd name="T1" fmla="*/ 806 h 53"/>
                <a:gd name="T2" fmla="*/ 95 w 130"/>
                <a:gd name="T3" fmla="*/ 149 h 53"/>
                <a:gd name="T4" fmla="*/ 563 w 130"/>
                <a:gd name="T5" fmla="*/ 35 h 53"/>
                <a:gd name="T6" fmla="*/ 1345 w 130"/>
                <a:gd name="T7" fmla="*/ 35 h 53"/>
                <a:gd name="T8" fmla="*/ 1688 w 130"/>
                <a:gd name="T9" fmla="*/ 56 h 53"/>
                <a:gd name="T10" fmla="*/ 2033 w 130"/>
                <a:gd name="T11" fmla="*/ 35 h 53"/>
                <a:gd name="T12" fmla="*/ 550 w 130"/>
                <a:gd name="T13" fmla="*/ 170 h 53"/>
                <a:gd name="T14" fmla="*/ 145 w 130"/>
                <a:gd name="T15" fmla="*/ 452 h 53"/>
                <a:gd name="T16" fmla="*/ 50 w 130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3">
                  <a:moveTo>
                    <a:pt x="1" y="43"/>
                  </a:moveTo>
                  <a:cubicBezTo>
                    <a:pt x="1" y="34"/>
                    <a:pt x="0" y="16"/>
                    <a:pt x="6" y="8"/>
                  </a:cubicBezTo>
                  <a:cubicBezTo>
                    <a:pt x="12" y="0"/>
                    <a:pt x="27" y="2"/>
                    <a:pt x="36" y="2"/>
                  </a:cubicBezTo>
                  <a:cubicBezTo>
                    <a:pt x="52" y="2"/>
                    <a:pt x="69" y="2"/>
                    <a:pt x="86" y="2"/>
                  </a:cubicBezTo>
                  <a:cubicBezTo>
                    <a:pt x="93" y="2"/>
                    <a:pt x="101" y="3"/>
                    <a:pt x="108" y="3"/>
                  </a:cubicBezTo>
                  <a:cubicBezTo>
                    <a:pt x="115" y="2"/>
                    <a:pt x="123" y="1"/>
                    <a:pt x="130" y="2"/>
                  </a:cubicBezTo>
                  <a:cubicBezTo>
                    <a:pt x="100" y="12"/>
                    <a:pt x="66" y="5"/>
                    <a:pt x="35" y="9"/>
                  </a:cubicBezTo>
                  <a:cubicBezTo>
                    <a:pt x="25" y="11"/>
                    <a:pt x="14" y="13"/>
                    <a:pt x="9" y="24"/>
                  </a:cubicBezTo>
                  <a:cubicBezTo>
                    <a:pt x="5" y="33"/>
                    <a:pt x="3" y="43"/>
                    <a:pt x="3" y="53"/>
                  </a:cubicBezTo>
                </a:path>
              </a:pathLst>
            </a:custGeom>
            <a:solidFill>
              <a:srgbClr val="FFA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325">
              <a:extLst>
                <a:ext uri="{FF2B5EF4-FFF2-40B4-BE49-F238E27FC236}">
                  <a16:creationId xmlns:a16="http://schemas.microsoft.com/office/drawing/2014/main" id="{2CE918A2-F3CD-47E9-B728-2D0B0DF44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4048"/>
              <a:ext cx="503" cy="149"/>
            </a:xfrm>
            <a:custGeom>
              <a:avLst/>
              <a:gdLst>
                <a:gd name="T0" fmla="*/ 0 w 201"/>
                <a:gd name="T1" fmla="*/ 963 h 56"/>
                <a:gd name="T2" fmla="*/ 2305 w 201"/>
                <a:gd name="T3" fmla="*/ 942 h 56"/>
                <a:gd name="T4" fmla="*/ 3056 w 201"/>
                <a:gd name="T5" fmla="*/ 806 h 56"/>
                <a:gd name="T6" fmla="*/ 3056 w 201"/>
                <a:gd name="T7" fmla="*/ 0 h 56"/>
                <a:gd name="T8" fmla="*/ 2868 w 201"/>
                <a:gd name="T9" fmla="*/ 716 h 56"/>
                <a:gd name="T10" fmla="*/ 2442 w 201"/>
                <a:gd name="T11" fmla="*/ 793 h 56"/>
                <a:gd name="T12" fmla="*/ 1909 w 201"/>
                <a:gd name="T13" fmla="*/ 806 h 56"/>
                <a:gd name="T14" fmla="*/ 908 w 201"/>
                <a:gd name="T15" fmla="*/ 849 h 56"/>
                <a:gd name="T16" fmla="*/ 408 w 201"/>
                <a:gd name="T17" fmla="*/ 907 h 56"/>
                <a:gd name="T18" fmla="*/ 63 w 201"/>
                <a:gd name="T19" fmla="*/ 97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56">
                  <a:moveTo>
                    <a:pt x="0" y="51"/>
                  </a:moveTo>
                  <a:cubicBezTo>
                    <a:pt x="49" y="51"/>
                    <a:pt x="98" y="47"/>
                    <a:pt x="147" y="50"/>
                  </a:cubicBezTo>
                  <a:cubicBezTo>
                    <a:pt x="158" y="50"/>
                    <a:pt x="188" y="56"/>
                    <a:pt x="195" y="43"/>
                  </a:cubicBezTo>
                  <a:cubicBezTo>
                    <a:pt x="201" y="34"/>
                    <a:pt x="197" y="10"/>
                    <a:pt x="195" y="0"/>
                  </a:cubicBezTo>
                  <a:cubicBezTo>
                    <a:pt x="195" y="12"/>
                    <a:pt x="194" y="31"/>
                    <a:pt x="183" y="38"/>
                  </a:cubicBezTo>
                  <a:cubicBezTo>
                    <a:pt x="176" y="43"/>
                    <a:pt x="164" y="42"/>
                    <a:pt x="156" y="42"/>
                  </a:cubicBezTo>
                  <a:cubicBezTo>
                    <a:pt x="145" y="43"/>
                    <a:pt x="133" y="43"/>
                    <a:pt x="122" y="43"/>
                  </a:cubicBezTo>
                  <a:cubicBezTo>
                    <a:pt x="101" y="43"/>
                    <a:pt x="79" y="42"/>
                    <a:pt x="58" y="45"/>
                  </a:cubicBezTo>
                  <a:cubicBezTo>
                    <a:pt x="47" y="46"/>
                    <a:pt x="37" y="47"/>
                    <a:pt x="26" y="48"/>
                  </a:cubicBezTo>
                  <a:cubicBezTo>
                    <a:pt x="19" y="49"/>
                    <a:pt x="11" y="48"/>
                    <a:pt x="4" y="52"/>
                  </a:cubicBezTo>
                </a:path>
              </a:pathLst>
            </a:custGeom>
            <a:solidFill>
              <a:srgbClr val="FF6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326">
              <a:extLst>
                <a:ext uri="{FF2B5EF4-FFF2-40B4-BE49-F238E27FC236}">
                  <a16:creationId xmlns:a16="http://schemas.microsoft.com/office/drawing/2014/main" id="{2CF3B215-8DD4-4B2F-97EC-B76FF36E4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84"/>
              <a:ext cx="807" cy="237"/>
            </a:xfrm>
            <a:custGeom>
              <a:avLst/>
              <a:gdLst>
                <a:gd name="T0" fmla="*/ 5037 w 323"/>
                <a:gd name="T1" fmla="*/ 1169 h 89"/>
                <a:gd name="T2" fmla="*/ 4650 w 323"/>
                <a:gd name="T3" fmla="*/ 1624 h 89"/>
                <a:gd name="T4" fmla="*/ 1949 w 323"/>
                <a:gd name="T5" fmla="*/ 1603 h 89"/>
                <a:gd name="T6" fmla="*/ 417 w 323"/>
                <a:gd name="T7" fmla="*/ 1680 h 89"/>
                <a:gd name="T8" fmla="*/ 0 w 323"/>
                <a:gd name="T9" fmla="*/ 1113 h 89"/>
                <a:gd name="T10" fmla="*/ 0 w 323"/>
                <a:gd name="T11" fmla="*/ 453 h 89"/>
                <a:gd name="T12" fmla="*/ 530 w 323"/>
                <a:gd name="T13" fmla="*/ 21 h 89"/>
                <a:gd name="T14" fmla="*/ 3433 w 323"/>
                <a:gd name="T15" fmla="*/ 0 h 89"/>
                <a:gd name="T16" fmla="*/ 4525 w 323"/>
                <a:gd name="T17" fmla="*/ 0 h 89"/>
                <a:gd name="T18" fmla="*/ 4994 w 323"/>
                <a:gd name="T19" fmla="*/ 397 h 89"/>
                <a:gd name="T20" fmla="*/ 5037 w 323"/>
                <a:gd name="T21" fmla="*/ 116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89">
                  <a:moveTo>
                    <a:pt x="323" y="62"/>
                  </a:moveTo>
                  <a:cubicBezTo>
                    <a:pt x="323" y="77"/>
                    <a:pt x="313" y="86"/>
                    <a:pt x="298" y="86"/>
                  </a:cubicBezTo>
                  <a:cubicBezTo>
                    <a:pt x="298" y="86"/>
                    <a:pt x="164" y="85"/>
                    <a:pt x="125" y="85"/>
                  </a:cubicBezTo>
                  <a:cubicBezTo>
                    <a:pt x="87" y="85"/>
                    <a:pt x="27" y="89"/>
                    <a:pt x="27" y="89"/>
                  </a:cubicBezTo>
                  <a:cubicBezTo>
                    <a:pt x="12" y="89"/>
                    <a:pt x="0" y="80"/>
                    <a:pt x="0" y="5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0" y="0"/>
                    <a:pt x="34" y="1"/>
                  </a:cubicBezTo>
                  <a:cubicBezTo>
                    <a:pt x="34" y="1"/>
                    <a:pt x="172" y="0"/>
                    <a:pt x="220" y="0"/>
                  </a:cubicBezTo>
                  <a:cubicBezTo>
                    <a:pt x="267" y="0"/>
                    <a:pt x="290" y="0"/>
                    <a:pt x="290" y="0"/>
                  </a:cubicBezTo>
                  <a:cubicBezTo>
                    <a:pt x="305" y="0"/>
                    <a:pt x="320" y="6"/>
                    <a:pt x="320" y="21"/>
                  </a:cubicBezTo>
                  <a:lnTo>
                    <a:pt x="323" y="6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Oval 327">
              <a:extLst>
                <a:ext uri="{FF2B5EF4-FFF2-40B4-BE49-F238E27FC236}">
                  <a16:creationId xmlns:a16="http://schemas.microsoft.com/office/drawing/2014/main" id="{41468163-3858-4BAC-91CD-E9B2F45A5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" y="4056"/>
              <a:ext cx="153" cy="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36" name="Freeform 328">
              <a:extLst>
                <a:ext uri="{FF2B5EF4-FFF2-40B4-BE49-F238E27FC236}">
                  <a16:creationId xmlns:a16="http://schemas.microsoft.com/office/drawing/2014/main" id="{F5CD4E61-7782-42F9-8E87-58249EDE6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3995"/>
              <a:ext cx="785" cy="216"/>
            </a:xfrm>
            <a:custGeom>
              <a:avLst/>
              <a:gdLst>
                <a:gd name="T0" fmla="*/ 470 w 314"/>
                <a:gd name="T1" fmla="*/ 35 h 81"/>
                <a:gd name="T2" fmla="*/ 3375 w 314"/>
                <a:gd name="T3" fmla="*/ 0 h 81"/>
                <a:gd name="T4" fmla="*/ 4470 w 314"/>
                <a:gd name="T5" fmla="*/ 0 h 81"/>
                <a:gd name="T6" fmla="*/ 4875 w 314"/>
                <a:gd name="T7" fmla="*/ 320 h 81"/>
                <a:gd name="T8" fmla="*/ 4908 w 314"/>
                <a:gd name="T9" fmla="*/ 1117 h 81"/>
                <a:gd name="T10" fmla="*/ 4595 w 314"/>
                <a:gd name="T11" fmla="*/ 1480 h 81"/>
                <a:gd name="T12" fmla="*/ 1895 w 314"/>
                <a:gd name="T13" fmla="*/ 1443 h 81"/>
                <a:gd name="T14" fmla="*/ 363 w 314"/>
                <a:gd name="T15" fmla="*/ 1536 h 81"/>
                <a:gd name="T16" fmla="*/ 0 w 314"/>
                <a:gd name="T17" fmla="*/ 1045 h 81"/>
                <a:gd name="T18" fmla="*/ 0 w 314"/>
                <a:gd name="T19" fmla="*/ 376 h 81"/>
                <a:gd name="T20" fmla="*/ 83 w 314"/>
                <a:gd name="T21" fmla="*/ 136 h 81"/>
                <a:gd name="T22" fmla="*/ 470 w 314"/>
                <a:gd name="T23" fmla="*/ 35 h 81"/>
                <a:gd name="T24" fmla="*/ 470 w 314"/>
                <a:gd name="T25" fmla="*/ 35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81">
                  <a:moveTo>
                    <a:pt x="30" y="2"/>
                  </a:moveTo>
                  <a:cubicBezTo>
                    <a:pt x="32" y="2"/>
                    <a:pt x="169" y="0"/>
                    <a:pt x="216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98" y="0"/>
                    <a:pt x="312" y="5"/>
                    <a:pt x="312" y="17"/>
                  </a:cubicBezTo>
                  <a:cubicBezTo>
                    <a:pt x="312" y="17"/>
                    <a:pt x="314" y="58"/>
                    <a:pt x="314" y="59"/>
                  </a:cubicBezTo>
                  <a:cubicBezTo>
                    <a:pt x="314" y="71"/>
                    <a:pt x="307" y="78"/>
                    <a:pt x="294" y="78"/>
                  </a:cubicBezTo>
                  <a:cubicBezTo>
                    <a:pt x="293" y="78"/>
                    <a:pt x="160" y="76"/>
                    <a:pt x="121" y="76"/>
                  </a:cubicBezTo>
                  <a:cubicBezTo>
                    <a:pt x="84" y="76"/>
                    <a:pt x="26" y="81"/>
                    <a:pt x="23" y="81"/>
                  </a:cubicBezTo>
                  <a:cubicBezTo>
                    <a:pt x="9" y="81"/>
                    <a:pt x="0" y="71"/>
                    <a:pt x="0" y="5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5"/>
                    <a:pt x="2" y="10"/>
                    <a:pt x="5" y="7"/>
                  </a:cubicBezTo>
                  <a:cubicBezTo>
                    <a:pt x="10" y="3"/>
                    <a:pt x="18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>
            <a:extLst>
              <a:ext uri="{FF2B5EF4-FFF2-40B4-BE49-F238E27FC236}">
                <a16:creationId xmlns:a16="http://schemas.microsoft.com/office/drawing/2014/main" id="{1A5B0C0E-6B90-4E87-9A4B-7A4FC7ED2D9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Vasoconstriction and</a:t>
            </a:r>
            <a:br>
              <a:rPr lang="fr-FR" altLang="x-none" sz="2800"/>
            </a:br>
            <a:r>
              <a:rPr lang="fr-FR" altLang="x-none" sz="2800"/>
              <a:t>vasodilation</a:t>
            </a:r>
          </a:p>
        </p:txBody>
      </p:sp>
      <p:grpSp>
        <p:nvGrpSpPr>
          <p:cNvPr id="30722" name="Artery-Cross-Section-Anatomy">
            <a:extLst>
              <a:ext uri="{FF2B5EF4-FFF2-40B4-BE49-F238E27FC236}">
                <a16:creationId xmlns:a16="http://schemas.microsoft.com/office/drawing/2014/main" id="{ABFACB53-6594-4617-9B8D-4EA54C6E0642}"/>
              </a:ext>
            </a:extLst>
          </p:cNvPr>
          <p:cNvGrpSpPr>
            <a:grpSpLocks/>
          </p:cNvGrpSpPr>
          <p:nvPr/>
        </p:nvGrpSpPr>
        <p:grpSpPr bwMode="auto">
          <a:xfrm>
            <a:off x="2136775" y="2862263"/>
            <a:ext cx="2092325" cy="1882775"/>
            <a:chOff x="386" y="1803"/>
            <a:chExt cx="1318" cy="1186"/>
          </a:xfrm>
        </p:grpSpPr>
        <p:sp>
          <p:nvSpPr>
            <p:cNvPr id="31069" name="Freeform 42">
              <a:extLst>
                <a:ext uri="{FF2B5EF4-FFF2-40B4-BE49-F238E27FC236}">
                  <a16:creationId xmlns:a16="http://schemas.microsoft.com/office/drawing/2014/main" id="{048C900D-F498-46D0-B0D3-BC5E5CD7E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803"/>
              <a:ext cx="1160" cy="1160"/>
            </a:xfrm>
            <a:custGeom>
              <a:avLst/>
              <a:gdLst>
                <a:gd name="T0" fmla="*/ 6908 w 464"/>
                <a:gd name="T1" fmla="*/ 2867 h 435"/>
                <a:gd name="T2" fmla="*/ 5083 w 464"/>
                <a:gd name="T3" fmla="*/ 5688 h 435"/>
                <a:gd name="T4" fmla="*/ 1813 w 464"/>
                <a:gd name="T5" fmla="*/ 8248 h 435"/>
                <a:gd name="T6" fmla="*/ 1813 w 464"/>
                <a:gd name="T7" fmla="*/ 8248 h 435"/>
                <a:gd name="T8" fmla="*/ 3050 w 464"/>
                <a:gd name="T9" fmla="*/ 5995 h 435"/>
                <a:gd name="T10" fmla="*/ 1033 w 464"/>
                <a:gd name="T11" fmla="*/ 3528 h 435"/>
                <a:gd name="T12" fmla="*/ 0 w 464"/>
                <a:gd name="T13" fmla="*/ 3869 h 435"/>
                <a:gd name="T14" fmla="*/ 4925 w 464"/>
                <a:gd name="T15" fmla="*/ 797 h 435"/>
                <a:gd name="T16" fmla="*/ 5500 w 464"/>
                <a:gd name="T17" fmla="*/ 341 h 435"/>
                <a:gd name="T18" fmla="*/ 7125 w 464"/>
                <a:gd name="T19" fmla="*/ 1080 h 435"/>
                <a:gd name="T20" fmla="*/ 7208 w 464"/>
                <a:gd name="T21" fmla="*/ 1992 h 435"/>
                <a:gd name="T22" fmla="*/ 6908 w 464"/>
                <a:gd name="T23" fmla="*/ 2867 h 4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4" h="435">
                  <a:moveTo>
                    <a:pt x="442" y="151"/>
                  </a:moveTo>
                  <a:cubicBezTo>
                    <a:pt x="406" y="213"/>
                    <a:pt x="379" y="251"/>
                    <a:pt x="325" y="300"/>
                  </a:cubicBezTo>
                  <a:cubicBezTo>
                    <a:pt x="271" y="350"/>
                    <a:pt x="188" y="407"/>
                    <a:pt x="116" y="435"/>
                  </a:cubicBezTo>
                  <a:cubicBezTo>
                    <a:pt x="116" y="435"/>
                    <a:pt x="116" y="435"/>
                    <a:pt x="116" y="435"/>
                  </a:cubicBezTo>
                  <a:cubicBezTo>
                    <a:pt x="162" y="416"/>
                    <a:pt x="195" y="370"/>
                    <a:pt x="195" y="316"/>
                  </a:cubicBezTo>
                  <a:cubicBezTo>
                    <a:pt x="195" y="244"/>
                    <a:pt x="137" y="186"/>
                    <a:pt x="66" y="186"/>
                  </a:cubicBezTo>
                  <a:cubicBezTo>
                    <a:pt x="42" y="186"/>
                    <a:pt x="20" y="193"/>
                    <a:pt x="0" y="204"/>
                  </a:cubicBezTo>
                  <a:cubicBezTo>
                    <a:pt x="87" y="155"/>
                    <a:pt x="178" y="153"/>
                    <a:pt x="315" y="42"/>
                  </a:cubicBezTo>
                  <a:cubicBezTo>
                    <a:pt x="328" y="31"/>
                    <a:pt x="338" y="23"/>
                    <a:pt x="352" y="18"/>
                  </a:cubicBezTo>
                  <a:cubicBezTo>
                    <a:pt x="392" y="0"/>
                    <a:pt x="438" y="18"/>
                    <a:pt x="456" y="57"/>
                  </a:cubicBezTo>
                  <a:cubicBezTo>
                    <a:pt x="463" y="73"/>
                    <a:pt x="464" y="90"/>
                    <a:pt x="461" y="105"/>
                  </a:cubicBezTo>
                  <a:cubicBezTo>
                    <a:pt x="457" y="118"/>
                    <a:pt x="452" y="134"/>
                    <a:pt x="442" y="151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0" name="Freeform 43">
              <a:extLst>
                <a:ext uri="{FF2B5EF4-FFF2-40B4-BE49-F238E27FC236}">
                  <a16:creationId xmlns:a16="http://schemas.microsoft.com/office/drawing/2014/main" id="{ED45EB52-7450-4705-AD9B-C266081D3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899"/>
              <a:ext cx="707" cy="973"/>
            </a:xfrm>
            <a:custGeom>
              <a:avLst/>
              <a:gdLst>
                <a:gd name="T0" fmla="*/ 1686 w 283"/>
                <a:gd name="T1" fmla="*/ 5017 h 365"/>
                <a:gd name="T2" fmla="*/ 0 w 283"/>
                <a:gd name="T3" fmla="*/ 6915 h 365"/>
                <a:gd name="T4" fmla="*/ 2196 w 283"/>
                <a:gd name="T5" fmla="*/ 4961 h 365"/>
                <a:gd name="T6" fmla="*/ 4025 w 283"/>
                <a:gd name="T7" fmla="*/ 2138 h 365"/>
                <a:gd name="T8" fmla="*/ 4307 w 283"/>
                <a:gd name="T9" fmla="*/ 1272 h 365"/>
                <a:gd name="T10" fmla="*/ 3962 w 283"/>
                <a:gd name="T11" fmla="*/ 0 h 365"/>
                <a:gd name="T12" fmla="*/ 3557 w 283"/>
                <a:gd name="T13" fmla="*/ 2500 h 365"/>
                <a:gd name="T14" fmla="*/ 1686 w 283"/>
                <a:gd name="T15" fmla="*/ 5017 h 3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3" h="365">
                  <a:moveTo>
                    <a:pt x="108" y="265"/>
                  </a:moveTo>
                  <a:cubicBezTo>
                    <a:pt x="70" y="305"/>
                    <a:pt x="37" y="340"/>
                    <a:pt x="0" y="365"/>
                  </a:cubicBezTo>
                  <a:cubicBezTo>
                    <a:pt x="52" y="335"/>
                    <a:pt x="104" y="297"/>
                    <a:pt x="141" y="262"/>
                  </a:cubicBezTo>
                  <a:cubicBezTo>
                    <a:pt x="195" y="213"/>
                    <a:pt x="222" y="175"/>
                    <a:pt x="258" y="113"/>
                  </a:cubicBezTo>
                  <a:cubicBezTo>
                    <a:pt x="267" y="96"/>
                    <a:pt x="273" y="80"/>
                    <a:pt x="276" y="67"/>
                  </a:cubicBezTo>
                  <a:cubicBezTo>
                    <a:pt x="283" y="47"/>
                    <a:pt x="270" y="14"/>
                    <a:pt x="254" y="0"/>
                  </a:cubicBezTo>
                  <a:cubicBezTo>
                    <a:pt x="271" y="29"/>
                    <a:pt x="268" y="69"/>
                    <a:pt x="228" y="132"/>
                  </a:cubicBezTo>
                  <a:cubicBezTo>
                    <a:pt x="206" y="167"/>
                    <a:pt x="160" y="219"/>
                    <a:pt x="108" y="265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1" name="Freeform 44">
              <a:extLst>
                <a:ext uri="{FF2B5EF4-FFF2-40B4-BE49-F238E27FC236}">
                  <a16:creationId xmlns:a16="http://schemas.microsoft.com/office/drawing/2014/main" id="{7B90D4BB-7EC5-4CF2-B38F-176982465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949"/>
              <a:ext cx="350" cy="648"/>
            </a:xfrm>
            <a:custGeom>
              <a:avLst/>
              <a:gdLst>
                <a:gd name="T0" fmla="*/ 0 w 140"/>
                <a:gd name="T1" fmla="*/ 4608 h 243"/>
                <a:gd name="T2" fmla="*/ 1833 w 140"/>
                <a:gd name="T3" fmla="*/ 1784 h 243"/>
                <a:gd name="T4" fmla="*/ 2113 w 140"/>
                <a:gd name="T5" fmla="*/ 909 h 243"/>
                <a:gd name="T6" fmla="*/ 1988 w 140"/>
                <a:gd name="T7" fmla="*/ 0 h 243"/>
                <a:gd name="T8" fmla="*/ 1908 w 140"/>
                <a:gd name="T9" fmla="*/ 1251 h 243"/>
                <a:gd name="T10" fmla="*/ 0 w 140"/>
                <a:gd name="T11" fmla="*/ 4608 h 2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43">
                  <a:moveTo>
                    <a:pt x="0" y="243"/>
                  </a:moveTo>
                  <a:cubicBezTo>
                    <a:pt x="54" y="194"/>
                    <a:pt x="81" y="156"/>
                    <a:pt x="117" y="94"/>
                  </a:cubicBezTo>
                  <a:cubicBezTo>
                    <a:pt x="126" y="77"/>
                    <a:pt x="132" y="61"/>
                    <a:pt x="135" y="48"/>
                  </a:cubicBezTo>
                  <a:cubicBezTo>
                    <a:pt x="140" y="35"/>
                    <a:pt x="135" y="15"/>
                    <a:pt x="127" y="0"/>
                  </a:cubicBezTo>
                  <a:cubicBezTo>
                    <a:pt x="131" y="13"/>
                    <a:pt x="138" y="28"/>
                    <a:pt x="122" y="66"/>
                  </a:cubicBezTo>
                  <a:cubicBezTo>
                    <a:pt x="106" y="104"/>
                    <a:pt x="60" y="187"/>
                    <a:pt x="0" y="243"/>
                  </a:cubicBezTo>
                  <a:close/>
                </a:path>
              </a:pathLst>
            </a:custGeom>
            <a:solidFill>
              <a:srgbClr val="E564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2" name="Freeform 45">
              <a:extLst>
                <a:ext uri="{FF2B5EF4-FFF2-40B4-BE49-F238E27FC236}">
                  <a16:creationId xmlns:a16="http://schemas.microsoft.com/office/drawing/2014/main" id="{4F6FFCC3-47A0-4E0F-B4C3-3C2CCC844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848"/>
              <a:ext cx="795" cy="411"/>
            </a:xfrm>
            <a:custGeom>
              <a:avLst/>
              <a:gdLst>
                <a:gd name="T0" fmla="*/ 0 w 318"/>
                <a:gd name="T1" fmla="*/ 2928 h 154"/>
                <a:gd name="T2" fmla="*/ 3395 w 318"/>
                <a:gd name="T3" fmla="*/ 627 h 154"/>
                <a:gd name="T4" fmla="*/ 3970 w 318"/>
                <a:gd name="T5" fmla="*/ 171 h 154"/>
                <a:gd name="T6" fmla="*/ 4970 w 318"/>
                <a:gd name="T7" fmla="*/ 171 h 154"/>
                <a:gd name="T8" fmla="*/ 3783 w 318"/>
                <a:gd name="T9" fmla="*/ 512 h 154"/>
                <a:gd name="T10" fmla="*/ 0 w 318"/>
                <a:gd name="T11" fmla="*/ 2928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8" h="154">
                  <a:moveTo>
                    <a:pt x="0" y="154"/>
                  </a:moveTo>
                  <a:cubicBezTo>
                    <a:pt x="61" y="131"/>
                    <a:pt x="130" y="105"/>
                    <a:pt x="217" y="33"/>
                  </a:cubicBezTo>
                  <a:cubicBezTo>
                    <a:pt x="231" y="22"/>
                    <a:pt x="240" y="15"/>
                    <a:pt x="254" y="9"/>
                  </a:cubicBezTo>
                  <a:cubicBezTo>
                    <a:pt x="275" y="0"/>
                    <a:pt x="298" y="0"/>
                    <a:pt x="318" y="9"/>
                  </a:cubicBezTo>
                  <a:cubicBezTo>
                    <a:pt x="299" y="7"/>
                    <a:pt x="273" y="6"/>
                    <a:pt x="242" y="27"/>
                  </a:cubicBezTo>
                  <a:cubicBezTo>
                    <a:pt x="211" y="48"/>
                    <a:pt x="138" y="118"/>
                    <a:pt x="0" y="154"/>
                  </a:cubicBezTo>
                  <a:close/>
                </a:path>
              </a:pathLst>
            </a:custGeom>
            <a:solidFill>
              <a:srgbClr val="FCE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3" name="Oval 46">
              <a:extLst>
                <a:ext uri="{FF2B5EF4-FFF2-40B4-BE49-F238E27FC236}">
                  <a16:creationId xmlns:a16="http://schemas.microsoft.com/office/drawing/2014/main" id="{6646FBBD-9864-4920-8CE4-4C6AC04F97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" y="2299"/>
              <a:ext cx="645" cy="690"/>
            </a:xfrm>
            <a:prstGeom prst="ellipse">
              <a:avLst/>
            </a:prstGeom>
            <a:solidFill>
              <a:srgbClr val="EE9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074" name="Oval 47">
              <a:extLst>
                <a:ext uri="{FF2B5EF4-FFF2-40B4-BE49-F238E27FC236}">
                  <a16:creationId xmlns:a16="http://schemas.microsoft.com/office/drawing/2014/main" id="{95CD6CE7-F34B-404E-91BE-C5E166404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" y="2323"/>
              <a:ext cx="605" cy="642"/>
            </a:xfrm>
            <a:prstGeom prst="ellipse">
              <a:avLst/>
            </a:pr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075" name="Oval 48">
              <a:extLst>
                <a:ext uri="{FF2B5EF4-FFF2-40B4-BE49-F238E27FC236}">
                  <a16:creationId xmlns:a16="http://schemas.microsoft.com/office/drawing/2014/main" id="{3CBED120-32F6-4349-8D2B-E04ACE743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" y="2392"/>
              <a:ext cx="475" cy="507"/>
            </a:xfrm>
            <a:prstGeom prst="ellipse">
              <a:avLst/>
            </a:pr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076" name="Oval 49">
              <a:extLst>
                <a:ext uri="{FF2B5EF4-FFF2-40B4-BE49-F238E27FC236}">
                  <a16:creationId xmlns:a16="http://schemas.microsoft.com/office/drawing/2014/main" id="{D578127C-9195-4DDE-BB24-1283CDA41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" y="2405"/>
              <a:ext cx="450" cy="478"/>
            </a:xfrm>
            <a:prstGeom prst="ellipse">
              <a:avLst/>
            </a:prstGeom>
            <a:solidFill>
              <a:srgbClr val="BF6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077" name="Oval 50">
              <a:extLst>
                <a:ext uri="{FF2B5EF4-FFF2-40B4-BE49-F238E27FC236}">
                  <a16:creationId xmlns:a16="http://schemas.microsoft.com/office/drawing/2014/main" id="{3F619D39-6E79-48A6-B44D-B0198BD2A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424"/>
              <a:ext cx="415" cy="443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078" name="Freeform 51">
              <a:extLst>
                <a:ext uri="{FF2B5EF4-FFF2-40B4-BE49-F238E27FC236}">
                  <a16:creationId xmlns:a16="http://schemas.microsoft.com/office/drawing/2014/main" id="{EC98ED92-EAA2-4320-98E3-957ADA266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2424"/>
              <a:ext cx="410" cy="403"/>
            </a:xfrm>
            <a:custGeom>
              <a:avLst/>
              <a:gdLst>
                <a:gd name="T0" fmla="*/ 375 w 164"/>
                <a:gd name="T1" fmla="*/ 2223 h 151"/>
                <a:gd name="T2" fmla="*/ 1563 w 164"/>
                <a:gd name="T3" fmla="*/ 606 h 151"/>
                <a:gd name="T4" fmla="*/ 2563 w 164"/>
                <a:gd name="T5" fmla="*/ 1217 h 151"/>
                <a:gd name="T6" fmla="*/ 1300 w 164"/>
                <a:gd name="T7" fmla="*/ 0 h 151"/>
                <a:gd name="T8" fmla="*/ 0 w 164"/>
                <a:gd name="T9" fmla="*/ 1580 h 151"/>
                <a:gd name="T10" fmla="*/ 563 w 164"/>
                <a:gd name="T11" fmla="*/ 2872 h 151"/>
                <a:gd name="T12" fmla="*/ 375 w 164"/>
                <a:gd name="T13" fmla="*/ 2223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151">
                  <a:moveTo>
                    <a:pt x="24" y="117"/>
                  </a:moveTo>
                  <a:cubicBezTo>
                    <a:pt x="23" y="65"/>
                    <a:pt x="54" y="32"/>
                    <a:pt x="100" y="32"/>
                  </a:cubicBezTo>
                  <a:cubicBezTo>
                    <a:pt x="118" y="32"/>
                    <a:pt x="151" y="38"/>
                    <a:pt x="164" y="64"/>
                  </a:cubicBezTo>
                  <a:cubicBezTo>
                    <a:pt x="155" y="27"/>
                    <a:pt x="122" y="0"/>
                    <a:pt x="83" y="0"/>
                  </a:cubicBezTo>
                  <a:cubicBezTo>
                    <a:pt x="37" y="0"/>
                    <a:pt x="0" y="37"/>
                    <a:pt x="0" y="83"/>
                  </a:cubicBezTo>
                  <a:cubicBezTo>
                    <a:pt x="0" y="111"/>
                    <a:pt x="14" y="136"/>
                    <a:pt x="36" y="151"/>
                  </a:cubicBezTo>
                  <a:cubicBezTo>
                    <a:pt x="23" y="136"/>
                    <a:pt x="24" y="124"/>
                    <a:pt x="24" y="117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9" name="Freeform 52">
              <a:extLst>
                <a:ext uri="{FF2B5EF4-FFF2-40B4-BE49-F238E27FC236}">
                  <a16:creationId xmlns:a16="http://schemas.microsoft.com/office/drawing/2014/main" id="{F4D11663-BA17-4695-92BE-BFE86F8CB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403"/>
              <a:ext cx="365" cy="408"/>
            </a:xfrm>
            <a:custGeom>
              <a:avLst/>
              <a:gdLst>
                <a:gd name="T0" fmla="*/ 563 w 146"/>
                <a:gd name="T1" fmla="*/ 2901 h 153"/>
                <a:gd name="T2" fmla="*/ 283 w 146"/>
                <a:gd name="T3" fmla="*/ 1421 h 153"/>
                <a:gd name="T4" fmla="*/ 1845 w 146"/>
                <a:gd name="T5" fmla="*/ 376 h 153"/>
                <a:gd name="T6" fmla="*/ 2283 w 146"/>
                <a:gd name="T7" fmla="*/ 661 h 153"/>
                <a:gd name="T8" fmla="*/ 1720 w 146"/>
                <a:gd name="T9" fmla="*/ 227 h 153"/>
                <a:gd name="T10" fmla="*/ 145 w 146"/>
                <a:gd name="T11" fmla="*/ 1272 h 153"/>
                <a:gd name="T12" fmla="*/ 563 w 146"/>
                <a:gd name="T13" fmla="*/ 2901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53">
                  <a:moveTo>
                    <a:pt x="36" y="153"/>
                  </a:moveTo>
                  <a:cubicBezTo>
                    <a:pt x="17" y="133"/>
                    <a:pt x="9" y="104"/>
                    <a:pt x="18" y="75"/>
                  </a:cubicBezTo>
                  <a:cubicBezTo>
                    <a:pt x="30" y="32"/>
                    <a:pt x="75" y="8"/>
                    <a:pt x="118" y="20"/>
                  </a:cubicBezTo>
                  <a:cubicBezTo>
                    <a:pt x="128" y="23"/>
                    <a:pt x="138" y="28"/>
                    <a:pt x="146" y="35"/>
                  </a:cubicBezTo>
                  <a:cubicBezTo>
                    <a:pt x="136" y="24"/>
                    <a:pt x="124" y="16"/>
                    <a:pt x="110" y="12"/>
                  </a:cubicBezTo>
                  <a:cubicBezTo>
                    <a:pt x="67" y="0"/>
                    <a:pt x="22" y="24"/>
                    <a:pt x="9" y="67"/>
                  </a:cubicBezTo>
                  <a:cubicBezTo>
                    <a:pt x="0" y="100"/>
                    <a:pt x="11" y="133"/>
                    <a:pt x="36" y="153"/>
                  </a:cubicBezTo>
                  <a:close/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0" name="Freeform 53">
              <a:extLst>
                <a:ext uri="{FF2B5EF4-FFF2-40B4-BE49-F238E27FC236}">
                  <a16:creationId xmlns:a16="http://schemas.microsoft.com/office/drawing/2014/main" id="{69780C87-FDD9-4FFE-B23F-755021CE9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2485"/>
              <a:ext cx="8" cy="14"/>
            </a:xfrm>
            <a:custGeom>
              <a:avLst/>
              <a:gdLst>
                <a:gd name="T0" fmla="*/ 56 w 3"/>
                <a:gd name="T1" fmla="*/ 0 h 5"/>
                <a:gd name="T2" fmla="*/ 35 w 3"/>
                <a:gd name="T3" fmla="*/ 62 h 5"/>
                <a:gd name="T4" fmla="*/ 0 w 3"/>
                <a:gd name="T5" fmla="*/ 109 h 5"/>
                <a:gd name="T6" fmla="*/ 21 w 3"/>
                <a:gd name="T7" fmla="*/ 48 h 5"/>
                <a:gd name="T8" fmla="*/ 56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0"/>
                    <a:pt x="3" y="2"/>
                    <a:pt x="2" y="3"/>
                  </a:cubicBezTo>
                  <a:cubicBezTo>
                    <a:pt x="2" y="4"/>
                    <a:pt x="1" y="5"/>
                    <a:pt x="0" y="5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1" name="Freeform 54">
              <a:extLst>
                <a:ext uri="{FF2B5EF4-FFF2-40B4-BE49-F238E27FC236}">
                  <a16:creationId xmlns:a16="http://schemas.microsoft.com/office/drawing/2014/main" id="{03CCA19A-3840-40D7-A573-CB2E9F6F2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352"/>
              <a:ext cx="12" cy="8"/>
            </a:xfrm>
            <a:custGeom>
              <a:avLst/>
              <a:gdLst>
                <a:gd name="T0" fmla="*/ 70 w 5"/>
                <a:gd name="T1" fmla="*/ 0 h 3"/>
                <a:gd name="T2" fmla="*/ 41 w 5"/>
                <a:gd name="T3" fmla="*/ 35 h 3"/>
                <a:gd name="T4" fmla="*/ 12 w 5"/>
                <a:gd name="T5" fmla="*/ 56 h 3"/>
                <a:gd name="T6" fmla="*/ 29 w 5"/>
                <a:gd name="T7" fmla="*/ 21 h 3"/>
                <a:gd name="T8" fmla="*/ 70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1"/>
                    <a:pt x="5" y="2"/>
                    <a:pt x="3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1" y="2"/>
                    <a:pt x="2" y="1"/>
                  </a:cubicBezTo>
                  <a:cubicBezTo>
                    <a:pt x="4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2" name="Freeform 55">
              <a:extLst>
                <a:ext uri="{FF2B5EF4-FFF2-40B4-BE49-F238E27FC236}">
                  <a16:creationId xmlns:a16="http://schemas.microsoft.com/office/drawing/2014/main" id="{1B6542E4-4160-4498-9D0D-950FD1614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312"/>
              <a:ext cx="13" cy="5"/>
            </a:xfrm>
            <a:custGeom>
              <a:avLst/>
              <a:gdLst>
                <a:gd name="T0" fmla="*/ 88 w 5"/>
                <a:gd name="T1" fmla="*/ 20 h 2"/>
                <a:gd name="T2" fmla="*/ 55 w 5"/>
                <a:gd name="T3" fmla="*/ 33 h 2"/>
                <a:gd name="T4" fmla="*/ 0 w 5"/>
                <a:gd name="T5" fmla="*/ 0 h 2"/>
                <a:gd name="T6" fmla="*/ 55 w 5"/>
                <a:gd name="T7" fmla="*/ 0 h 2"/>
                <a:gd name="T8" fmla="*/ 88 w 5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5" y="1"/>
                    <a:pt x="4" y="2"/>
                    <a:pt x="3" y="2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ubicBezTo>
                    <a:pt x="4" y="0"/>
                    <a:pt x="5" y="0"/>
                    <a:pt x="5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3" name="Freeform 56">
              <a:extLst>
                <a:ext uri="{FF2B5EF4-FFF2-40B4-BE49-F238E27FC236}">
                  <a16:creationId xmlns:a16="http://schemas.microsoft.com/office/drawing/2014/main" id="{2D0E8703-8E45-4AA3-B24C-F6C079126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2371"/>
              <a:ext cx="13" cy="8"/>
            </a:xfrm>
            <a:custGeom>
              <a:avLst/>
              <a:gdLst>
                <a:gd name="T0" fmla="*/ 68 w 5"/>
                <a:gd name="T1" fmla="*/ 56 h 3"/>
                <a:gd name="T2" fmla="*/ 34 w 5"/>
                <a:gd name="T3" fmla="*/ 35 h 3"/>
                <a:gd name="T4" fmla="*/ 0 w 5"/>
                <a:gd name="T5" fmla="*/ 0 h 3"/>
                <a:gd name="T6" fmla="*/ 55 w 5"/>
                <a:gd name="T7" fmla="*/ 21 h 3"/>
                <a:gd name="T8" fmla="*/ 68 w 5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4" y="3"/>
                  </a:moveTo>
                  <a:cubicBezTo>
                    <a:pt x="4" y="3"/>
                    <a:pt x="3" y="3"/>
                    <a:pt x="2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3" y="1"/>
                  </a:cubicBezTo>
                  <a:cubicBezTo>
                    <a:pt x="4" y="1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4" name="Freeform 57">
              <a:extLst>
                <a:ext uri="{FF2B5EF4-FFF2-40B4-BE49-F238E27FC236}">
                  <a16:creationId xmlns:a16="http://schemas.microsoft.com/office/drawing/2014/main" id="{CFFA0F04-BED2-4BE2-90E9-5B3142A97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512"/>
              <a:ext cx="5" cy="16"/>
            </a:xfrm>
            <a:custGeom>
              <a:avLst/>
              <a:gdLst>
                <a:gd name="T0" fmla="*/ 33 w 2"/>
                <a:gd name="T1" fmla="*/ 93 h 6"/>
                <a:gd name="T2" fmla="*/ 0 w 2"/>
                <a:gd name="T3" fmla="*/ 56 h 6"/>
                <a:gd name="T4" fmla="*/ 0 w 2"/>
                <a:gd name="T5" fmla="*/ 21 h 6"/>
                <a:gd name="T6" fmla="*/ 33 w 2"/>
                <a:gd name="T7" fmla="*/ 56 h 6"/>
                <a:gd name="T8" fmla="*/ 33 w 2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2" y="5"/>
                  </a:moveTo>
                  <a:cubicBezTo>
                    <a:pt x="1" y="6"/>
                    <a:pt x="1" y="5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1"/>
                    <a:pt x="2" y="3"/>
                  </a:cubicBezTo>
                  <a:cubicBezTo>
                    <a:pt x="2" y="4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5" name="Freeform 58">
              <a:extLst>
                <a:ext uri="{FF2B5EF4-FFF2-40B4-BE49-F238E27FC236}">
                  <a16:creationId xmlns:a16="http://schemas.microsoft.com/office/drawing/2014/main" id="{25778716-AAC4-4B56-8010-FDC8516F1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680"/>
              <a:ext cx="5" cy="13"/>
            </a:xfrm>
            <a:custGeom>
              <a:avLst/>
              <a:gdLst>
                <a:gd name="T0" fmla="*/ 20 w 2"/>
                <a:gd name="T1" fmla="*/ 88 h 5"/>
                <a:gd name="T2" fmla="*/ 0 w 2"/>
                <a:gd name="T3" fmla="*/ 34 h 5"/>
                <a:gd name="T4" fmla="*/ 33 w 2"/>
                <a:gd name="T5" fmla="*/ 0 h 5"/>
                <a:gd name="T6" fmla="*/ 33 w 2"/>
                <a:gd name="T7" fmla="*/ 34 h 5"/>
                <a:gd name="T8" fmla="*/ 20 w 2"/>
                <a:gd name="T9" fmla="*/ 8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1" y="5"/>
                  </a:move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4"/>
                    <a:pt x="2" y="5"/>
                    <a:pt x="1" y="5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6" name="Freeform 59">
              <a:extLst>
                <a:ext uri="{FF2B5EF4-FFF2-40B4-BE49-F238E27FC236}">
                  <a16:creationId xmlns:a16="http://schemas.microsoft.com/office/drawing/2014/main" id="{ADAAB5D9-F671-4963-8A9C-C186B80FC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827"/>
              <a:ext cx="10" cy="10"/>
            </a:xfrm>
            <a:custGeom>
              <a:avLst/>
              <a:gdLst>
                <a:gd name="T0" fmla="*/ 20 w 4"/>
                <a:gd name="T1" fmla="*/ 63 h 4"/>
                <a:gd name="T2" fmla="*/ 20 w 4"/>
                <a:gd name="T3" fmla="*/ 20 h 4"/>
                <a:gd name="T4" fmla="*/ 63 w 4"/>
                <a:gd name="T5" fmla="*/ 0 h 4"/>
                <a:gd name="T6" fmla="*/ 50 w 4"/>
                <a:gd name="T7" fmla="*/ 33 h 4"/>
                <a:gd name="T8" fmla="*/ 20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0" y="4"/>
                    <a:pt x="1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1"/>
                    <a:pt x="3" y="2"/>
                  </a:cubicBezTo>
                  <a:cubicBezTo>
                    <a:pt x="2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7" name="Freeform 60">
              <a:extLst>
                <a:ext uri="{FF2B5EF4-FFF2-40B4-BE49-F238E27FC236}">
                  <a16:creationId xmlns:a16="http://schemas.microsoft.com/office/drawing/2014/main" id="{BF158976-BB74-46C7-8BC0-86E40A09F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933"/>
              <a:ext cx="13" cy="8"/>
            </a:xfrm>
            <a:custGeom>
              <a:avLst/>
              <a:gdLst>
                <a:gd name="T0" fmla="*/ 21 w 5"/>
                <a:gd name="T1" fmla="*/ 56 h 3"/>
                <a:gd name="T2" fmla="*/ 34 w 5"/>
                <a:gd name="T3" fmla="*/ 21 h 3"/>
                <a:gd name="T4" fmla="*/ 88 w 5"/>
                <a:gd name="T5" fmla="*/ 0 h 3"/>
                <a:gd name="T6" fmla="*/ 55 w 5"/>
                <a:gd name="T7" fmla="*/ 35 h 3"/>
                <a:gd name="T8" fmla="*/ 21 w 5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1" y="3"/>
                  </a:moveTo>
                  <a:cubicBezTo>
                    <a:pt x="0" y="3"/>
                    <a:pt x="1" y="2"/>
                    <a:pt x="2" y="1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1"/>
                    <a:pt x="5" y="2"/>
                    <a:pt x="3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8" name="Freeform 61">
              <a:extLst>
                <a:ext uri="{FF2B5EF4-FFF2-40B4-BE49-F238E27FC236}">
                  <a16:creationId xmlns:a16="http://schemas.microsoft.com/office/drawing/2014/main" id="{1F850E03-77DD-42FF-88C9-69537BE88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2973"/>
              <a:ext cx="12" cy="6"/>
            </a:xfrm>
            <a:custGeom>
              <a:avLst/>
              <a:gdLst>
                <a:gd name="T0" fmla="*/ 0 w 5"/>
                <a:gd name="T1" fmla="*/ 27 h 2"/>
                <a:gd name="T2" fmla="*/ 41 w 5"/>
                <a:gd name="T3" fmla="*/ 0 h 2"/>
                <a:gd name="T4" fmla="*/ 70 w 5"/>
                <a:gd name="T5" fmla="*/ 27 h 2"/>
                <a:gd name="T6" fmla="*/ 41 w 5"/>
                <a:gd name="T7" fmla="*/ 54 h 2"/>
                <a:gd name="T8" fmla="*/ 0 w 5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5" y="1"/>
                    <a:pt x="4" y="2"/>
                    <a:pt x="3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9" name="Freeform 62">
              <a:extLst>
                <a:ext uri="{FF2B5EF4-FFF2-40B4-BE49-F238E27FC236}">
                  <a16:creationId xmlns:a16="http://schemas.microsoft.com/office/drawing/2014/main" id="{ED6FFD5D-F2A0-4664-BC81-EAC3ABD22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2936"/>
              <a:ext cx="13" cy="8"/>
            </a:xfrm>
            <a:custGeom>
              <a:avLst/>
              <a:gdLst>
                <a:gd name="T0" fmla="*/ 0 w 5"/>
                <a:gd name="T1" fmla="*/ 0 h 3"/>
                <a:gd name="T2" fmla="*/ 55 w 5"/>
                <a:gd name="T3" fmla="*/ 21 h 3"/>
                <a:gd name="T4" fmla="*/ 68 w 5"/>
                <a:gd name="T5" fmla="*/ 56 h 3"/>
                <a:gd name="T6" fmla="*/ 34 w 5"/>
                <a:gd name="T7" fmla="*/ 35 h 3"/>
                <a:gd name="T8" fmla="*/ 0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0"/>
                    <a:pt x="1" y="0"/>
                    <a:pt x="3" y="1"/>
                  </a:cubicBezTo>
                  <a:cubicBezTo>
                    <a:pt x="4" y="1"/>
                    <a:pt x="5" y="2"/>
                    <a:pt x="4" y="3"/>
                  </a:cubicBezTo>
                  <a:cubicBezTo>
                    <a:pt x="4" y="3"/>
                    <a:pt x="3" y="3"/>
                    <a:pt x="2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0" name="Freeform 63">
              <a:extLst>
                <a:ext uri="{FF2B5EF4-FFF2-40B4-BE49-F238E27FC236}">
                  <a16:creationId xmlns:a16="http://schemas.microsoft.com/office/drawing/2014/main" id="{CBD9B255-B1C7-44BF-ABB0-81352B5E8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840"/>
              <a:ext cx="10" cy="13"/>
            </a:xfrm>
            <a:custGeom>
              <a:avLst/>
              <a:gdLst>
                <a:gd name="T0" fmla="*/ 0 w 4"/>
                <a:gd name="T1" fmla="*/ 21 h 5"/>
                <a:gd name="T2" fmla="*/ 50 w 4"/>
                <a:gd name="T3" fmla="*/ 34 h 5"/>
                <a:gd name="T4" fmla="*/ 63 w 4"/>
                <a:gd name="T5" fmla="*/ 68 h 5"/>
                <a:gd name="T6" fmla="*/ 33 w 4"/>
                <a:gd name="T7" fmla="*/ 55 h 5"/>
                <a:gd name="T8" fmla="*/ 0 w 4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5"/>
                    <a:pt x="2" y="4"/>
                    <a:pt x="2" y="3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1" name="Freeform 64">
              <a:extLst>
                <a:ext uri="{FF2B5EF4-FFF2-40B4-BE49-F238E27FC236}">
                  <a16:creationId xmlns:a16="http://schemas.microsoft.com/office/drawing/2014/main" id="{FEC170AE-E0BC-4BBE-9EA9-D158861C4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2696"/>
              <a:ext cx="8" cy="13"/>
            </a:xfrm>
            <a:custGeom>
              <a:avLst/>
              <a:gdLst>
                <a:gd name="T0" fmla="*/ 21 w 3"/>
                <a:gd name="T1" fmla="*/ 0 h 5"/>
                <a:gd name="T2" fmla="*/ 35 w 3"/>
                <a:gd name="T3" fmla="*/ 34 h 5"/>
                <a:gd name="T4" fmla="*/ 35 w 3"/>
                <a:gd name="T5" fmla="*/ 88 h 5"/>
                <a:gd name="T6" fmla="*/ 21 w 3"/>
                <a:gd name="T7" fmla="*/ 34 h 5"/>
                <a:gd name="T8" fmla="*/ 21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3" y="3"/>
                    <a:pt x="2" y="5"/>
                    <a:pt x="2" y="5"/>
                  </a:cubicBezTo>
                  <a:cubicBezTo>
                    <a:pt x="1" y="5"/>
                    <a:pt x="1" y="4"/>
                    <a:pt x="1" y="2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2" name="Freeform 65">
              <a:extLst>
                <a:ext uri="{FF2B5EF4-FFF2-40B4-BE49-F238E27FC236}">
                  <a16:creationId xmlns:a16="http://schemas.microsoft.com/office/drawing/2014/main" id="{EF55835D-200D-47D8-AEC4-7AEEE8646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635"/>
              <a:ext cx="243" cy="213"/>
            </a:xfrm>
            <a:custGeom>
              <a:avLst/>
              <a:gdLst>
                <a:gd name="T0" fmla="*/ 1526 w 97"/>
                <a:gd name="T1" fmla="*/ 21 h 80"/>
                <a:gd name="T2" fmla="*/ 333 w 97"/>
                <a:gd name="T3" fmla="*/ 1454 h 80"/>
                <a:gd name="T4" fmla="*/ 0 w 97"/>
                <a:gd name="T5" fmla="*/ 1454 h 80"/>
                <a:gd name="T6" fmla="*/ 333 w 97"/>
                <a:gd name="T7" fmla="*/ 1510 h 80"/>
                <a:gd name="T8" fmla="*/ 1526 w 97"/>
                <a:gd name="T9" fmla="*/ 35 h 80"/>
                <a:gd name="T10" fmla="*/ 1526 w 97"/>
                <a:gd name="T11" fmla="*/ 2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80">
                  <a:moveTo>
                    <a:pt x="97" y="1"/>
                  </a:moveTo>
                  <a:cubicBezTo>
                    <a:pt x="93" y="42"/>
                    <a:pt x="62" y="75"/>
                    <a:pt x="21" y="77"/>
                  </a:cubicBezTo>
                  <a:cubicBezTo>
                    <a:pt x="18" y="77"/>
                    <a:pt x="7" y="79"/>
                    <a:pt x="0" y="77"/>
                  </a:cubicBezTo>
                  <a:cubicBezTo>
                    <a:pt x="7" y="79"/>
                    <a:pt x="14" y="80"/>
                    <a:pt x="21" y="80"/>
                  </a:cubicBezTo>
                  <a:cubicBezTo>
                    <a:pt x="63" y="80"/>
                    <a:pt x="97" y="45"/>
                    <a:pt x="97" y="2"/>
                  </a:cubicBezTo>
                  <a:cubicBezTo>
                    <a:pt x="97" y="0"/>
                    <a:pt x="97" y="1"/>
                    <a:pt x="97" y="1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3" name="Freeform 66">
              <a:extLst>
                <a:ext uri="{FF2B5EF4-FFF2-40B4-BE49-F238E27FC236}">
                  <a16:creationId xmlns:a16="http://schemas.microsoft.com/office/drawing/2014/main" id="{6979BF83-111D-4C19-8E1F-6980D85DD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437"/>
              <a:ext cx="508" cy="547"/>
            </a:xfrm>
            <a:custGeom>
              <a:avLst/>
              <a:gdLst>
                <a:gd name="T0" fmla="*/ 1909 w 203"/>
                <a:gd name="T1" fmla="*/ 2300 h 205"/>
                <a:gd name="T2" fmla="*/ 3181 w 203"/>
                <a:gd name="T3" fmla="*/ 662 h 205"/>
                <a:gd name="T4" fmla="*/ 1709 w 203"/>
                <a:gd name="T5" fmla="*/ 1289 h 205"/>
                <a:gd name="T6" fmla="*/ 863 w 203"/>
                <a:gd name="T7" fmla="*/ 0 h 205"/>
                <a:gd name="T8" fmla="*/ 926 w 203"/>
                <a:gd name="T9" fmla="*/ 136 h 205"/>
                <a:gd name="T10" fmla="*/ 1251 w 203"/>
                <a:gd name="T11" fmla="*/ 1481 h 205"/>
                <a:gd name="T12" fmla="*/ 488 w 203"/>
                <a:gd name="T13" fmla="*/ 3418 h 205"/>
                <a:gd name="T14" fmla="*/ 438 w 203"/>
                <a:gd name="T15" fmla="*/ 3461 h 205"/>
                <a:gd name="T16" fmla="*/ 1909 w 203"/>
                <a:gd name="T17" fmla="*/ 2300 h 2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3" h="205">
                  <a:moveTo>
                    <a:pt x="122" y="121"/>
                  </a:moveTo>
                  <a:cubicBezTo>
                    <a:pt x="203" y="35"/>
                    <a:pt x="203" y="35"/>
                    <a:pt x="203" y="35"/>
                  </a:cubicBezTo>
                  <a:cubicBezTo>
                    <a:pt x="187" y="50"/>
                    <a:pt x="125" y="94"/>
                    <a:pt x="109" y="68"/>
                  </a:cubicBezTo>
                  <a:cubicBezTo>
                    <a:pt x="92" y="42"/>
                    <a:pt x="83" y="25"/>
                    <a:pt x="55" y="0"/>
                  </a:cubicBezTo>
                  <a:cubicBezTo>
                    <a:pt x="56" y="1"/>
                    <a:pt x="58" y="3"/>
                    <a:pt x="59" y="7"/>
                  </a:cubicBezTo>
                  <a:cubicBezTo>
                    <a:pt x="72" y="27"/>
                    <a:pt x="80" y="51"/>
                    <a:pt x="80" y="78"/>
                  </a:cubicBezTo>
                  <a:cubicBezTo>
                    <a:pt x="80" y="119"/>
                    <a:pt x="61" y="156"/>
                    <a:pt x="31" y="180"/>
                  </a:cubicBezTo>
                  <a:cubicBezTo>
                    <a:pt x="30" y="180"/>
                    <a:pt x="29" y="181"/>
                    <a:pt x="28" y="182"/>
                  </a:cubicBezTo>
                  <a:cubicBezTo>
                    <a:pt x="0" y="205"/>
                    <a:pt x="122" y="121"/>
                    <a:pt x="122" y="121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4" name="Freeform 67">
              <a:extLst>
                <a:ext uri="{FF2B5EF4-FFF2-40B4-BE49-F238E27FC236}">
                  <a16:creationId xmlns:a16="http://schemas.microsoft.com/office/drawing/2014/main" id="{20E77DE0-DFC9-4E35-BF97-32C297202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2576"/>
              <a:ext cx="163" cy="299"/>
            </a:xfrm>
            <a:custGeom>
              <a:avLst/>
              <a:gdLst>
                <a:gd name="T0" fmla="*/ 0 w 65"/>
                <a:gd name="T1" fmla="*/ 0 h 112"/>
                <a:gd name="T2" fmla="*/ 83 w 65"/>
                <a:gd name="T3" fmla="*/ 307 h 112"/>
                <a:gd name="T4" fmla="*/ 50 w 65"/>
                <a:gd name="T5" fmla="*/ 513 h 112"/>
                <a:gd name="T6" fmla="*/ 125 w 65"/>
                <a:gd name="T7" fmla="*/ 683 h 112"/>
                <a:gd name="T8" fmla="*/ 113 w 65"/>
                <a:gd name="T9" fmla="*/ 1068 h 112"/>
                <a:gd name="T10" fmla="*/ 364 w 65"/>
                <a:gd name="T11" fmla="*/ 1332 h 112"/>
                <a:gd name="T12" fmla="*/ 429 w 65"/>
                <a:gd name="T13" fmla="*/ 1711 h 112"/>
                <a:gd name="T14" fmla="*/ 710 w 65"/>
                <a:gd name="T15" fmla="*/ 1903 h 112"/>
                <a:gd name="T16" fmla="*/ 838 w 65"/>
                <a:gd name="T17" fmla="*/ 2109 h 112"/>
                <a:gd name="T18" fmla="*/ 1026 w 65"/>
                <a:gd name="T19" fmla="*/ 2053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112">
                  <a:moveTo>
                    <a:pt x="0" y="0"/>
                  </a:moveTo>
                  <a:cubicBezTo>
                    <a:pt x="5" y="5"/>
                    <a:pt x="7" y="8"/>
                    <a:pt x="5" y="16"/>
                  </a:cubicBezTo>
                  <a:cubicBezTo>
                    <a:pt x="5" y="19"/>
                    <a:pt x="3" y="24"/>
                    <a:pt x="3" y="27"/>
                  </a:cubicBezTo>
                  <a:cubicBezTo>
                    <a:pt x="4" y="31"/>
                    <a:pt x="7" y="33"/>
                    <a:pt x="8" y="36"/>
                  </a:cubicBezTo>
                  <a:cubicBezTo>
                    <a:pt x="12" y="43"/>
                    <a:pt x="7" y="49"/>
                    <a:pt x="7" y="56"/>
                  </a:cubicBezTo>
                  <a:cubicBezTo>
                    <a:pt x="7" y="65"/>
                    <a:pt x="18" y="65"/>
                    <a:pt x="23" y="70"/>
                  </a:cubicBezTo>
                  <a:cubicBezTo>
                    <a:pt x="29" y="75"/>
                    <a:pt x="25" y="83"/>
                    <a:pt x="27" y="90"/>
                  </a:cubicBezTo>
                  <a:cubicBezTo>
                    <a:pt x="31" y="98"/>
                    <a:pt x="38" y="96"/>
                    <a:pt x="45" y="100"/>
                  </a:cubicBezTo>
                  <a:cubicBezTo>
                    <a:pt x="49" y="103"/>
                    <a:pt x="47" y="110"/>
                    <a:pt x="53" y="111"/>
                  </a:cubicBezTo>
                  <a:cubicBezTo>
                    <a:pt x="58" y="112"/>
                    <a:pt x="61" y="108"/>
                    <a:pt x="65" y="10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5" name="Freeform 68">
              <a:extLst>
                <a:ext uri="{FF2B5EF4-FFF2-40B4-BE49-F238E27FC236}">
                  <a16:creationId xmlns:a16="http://schemas.microsoft.com/office/drawing/2014/main" id="{DE21988F-BBDC-485F-85E9-3FD17E69A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" y="2619"/>
              <a:ext cx="55" cy="229"/>
            </a:xfrm>
            <a:custGeom>
              <a:avLst/>
              <a:gdLst>
                <a:gd name="T0" fmla="*/ 0 w 22"/>
                <a:gd name="T1" fmla="*/ 0 h 86"/>
                <a:gd name="T2" fmla="*/ 95 w 22"/>
                <a:gd name="T3" fmla="*/ 264 h 86"/>
                <a:gd name="T4" fmla="*/ 83 w 22"/>
                <a:gd name="T5" fmla="*/ 474 h 86"/>
                <a:gd name="T6" fmla="*/ 175 w 22"/>
                <a:gd name="T7" fmla="*/ 703 h 86"/>
                <a:gd name="T8" fmla="*/ 175 w 22"/>
                <a:gd name="T9" fmla="*/ 921 h 86"/>
                <a:gd name="T10" fmla="*/ 145 w 22"/>
                <a:gd name="T11" fmla="*/ 1134 h 86"/>
                <a:gd name="T12" fmla="*/ 250 w 22"/>
                <a:gd name="T13" fmla="*/ 1305 h 86"/>
                <a:gd name="T14" fmla="*/ 300 w 22"/>
                <a:gd name="T15" fmla="*/ 1624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86">
                  <a:moveTo>
                    <a:pt x="0" y="0"/>
                  </a:moveTo>
                  <a:cubicBezTo>
                    <a:pt x="6" y="0"/>
                    <a:pt x="6" y="10"/>
                    <a:pt x="6" y="14"/>
                  </a:cubicBezTo>
                  <a:cubicBezTo>
                    <a:pt x="5" y="18"/>
                    <a:pt x="4" y="22"/>
                    <a:pt x="5" y="25"/>
                  </a:cubicBezTo>
                  <a:cubicBezTo>
                    <a:pt x="7" y="30"/>
                    <a:pt x="10" y="32"/>
                    <a:pt x="11" y="37"/>
                  </a:cubicBezTo>
                  <a:cubicBezTo>
                    <a:pt x="11" y="41"/>
                    <a:pt x="11" y="46"/>
                    <a:pt x="11" y="49"/>
                  </a:cubicBezTo>
                  <a:cubicBezTo>
                    <a:pt x="10" y="53"/>
                    <a:pt x="8" y="56"/>
                    <a:pt x="9" y="60"/>
                  </a:cubicBezTo>
                  <a:cubicBezTo>
                    <a:pt x="9" y="65"/>
                    <a:pt x="13" y="67"/>
                    <a:pt x="16" y="69"/>
                  </a:cubicBezTo>
                  <a:cubicBezTo>
                    <a:pt x="22" y="74"/>
                    <a:pt x="21" y="79"/>
                    <a:pt x="19" y="8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6" name="Freeform 69">
              <a:extLst>
                <a:ext uri="{FF2B5EF4-FFF2-40B4-BE49-F238E27FC236}">
                  <a16:creationId xmlns:a16="http://schemas.microsoft.com/office/drawing/2014/main" id="{1EC8D44F-778A-4859-91E5-593BEDA02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2643"/>
              <a:ext cx="25" cy="72"/>
            </a:xfrm>
            <a:custGeom>
              <a:avLst/>
              <a:gdLst>
                <a:gd name="T0" fmla="*/ 83 w 10"/>
                <a:gd name="T1" fmla="*/ 0 h 27"/>
                <a:gd name="T2" fmla="*/ 158 w 10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5" y="0"/>
                  </a:moveTo>
                  <a:cubicBezTo>
                    <a:pt x="0" y="8"/>
                    <a:pt x="6" y="20"/>
                    <a:pt x="10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7" name="Freeform 70">
              <a:extLst>
                <a:ext uri="{FF2B5EF4-FFF2-40B4-BE49-F238E27FC236}">
                  <a16:creationId xmlns:a16="http://schemas.microsoft.com/office/drawing/2014/main" id="{E5AB54EE-F2D6-4B09-8514-5CEACECB4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2432"/>
              <a:ext cx="57" cy="187"/>
            </a:xfrm>
            <a:custGeom>
              <a:avLst/>
              <a:gdLst>
                <a:gd name="T0" fmla="*/ 0 w 23"/>
                <a:gd name="T1" fmla="*/ 1336 h 70"/>
                <a:gd name="T2" fmla="*/ 92 w 23"/>
                <a:gd name="T3" fmla="*/ 1071 h 70"/>
                <a:gd name="T4" fmla="*/ 136 w 23"/>
                <a:gd name="T5" fmla="*/ 858 h 70"/>
                <a:gd name="T6" fmla="*/ 136 w 23"/>
                <a:gd name="T7" fmla="*/ 671 h 70"/>
                <a:gd name="T8" fmla="*/ 337 w 23"/>
                <a:gd name="T9" fmla="*/ 307 h 70"/>
                <a:gd name="T10" fmla="*/ 307 w 23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0">
                  <a:moveTo>
                    <a:pt x="0" y="70"/>
                  </a:moveTo>
                  <a:cubicBezTo>
                    <a:pt x="2" y="65"/>
                    <a:pt x="3" y="60"/>
                    <a:pt x="6" y="56"/>
                  </a:cubicBezTo>
                  <a:cubicBezTo>
                    <a:pt x="8" y="52"/>
                    <a:pt x="9" y="49"/>
                    <a:pt x="9" y="45"/>
                  </a:cubicBezTo>
                  <a:cubicBezTo>
                    <a:pt x="9" y="41"/>
                    <a:pt x="8" y="39"/>
                    <a:pt x="9" y="35"/>
                  </a:cubicBezTo>
                  <a:cubicBezTo>
                    <a:pt x="12" y="27"/>
                    <a:pt x="20" y="24"/>
                    <a:pt x="22" y="16"/>
                  </a:cubicBezTo>
                  <a:cubicBezTo>
                    <a:pt x="23" y="11"/>
                    <a:pt x="22" y="4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8" name="Freeform 71">
              <a:extLst>
                <a:ext uri="{FF2B5EF4-FFF2-40B4-BE49-F238E27FC236}">
                  <a16:creationId xmlns:a16="http://schemas.microsoft.com/office/drawing/2014/main" id="{7E25E60D-F6AA-40D4-B77C-DFB990D66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2328"/>
              <a:ext cx="280" cy="184"/>
            </a:xfrm>
            <a:custGeom>
              <a:avLst/>
              <a:gdLst>
                <a:gd name="T0" fmla="*/ 0 w 112"/>
                <a:gd name="T1" fmla="*/ 1309 h 69"/>
                <a:gd name="T2" fmla="*/ 20 w 112"/>
                <a:gd name="T3" fmla="*/ 1139 h 69"/>
                <a:gd name="T4" fmla="*/ 63 w 112"/>
                <a:gd name="T5" fmla="*/ 989 h 69"/>
                <a:gd name="T6" fmla="*/ 145 w 112"/>
                <a:gd name="T7" fmla="*/ 797 h 69"/>
                <a:gd name="T8" fmla="*/ 395 w 112"/>
                <a:gd name="T9" fmla="*/ 627 h 69"/>
                <a:gd name="T10" fmla="*/ 500 w 112"/>
                <a:gd name="T11" fmla="*/ 477 h 69"/>
                <a:gd name="T12" fmla="*/ 583 w 112"/>
                <a:gd name="T13" fmla="*/ 397 h 69"/>
                <a:gd name="T14" fmla="*/ 925 w 112"/>
                <a:gd name="T15" fmla="*/ 285 h 69"/>
                <a:gd name="T16" fmla="*/ 1175 w 112"/>
                <a:gd name="T17" fmla="*/ 136 h 69"/>
                <a:gd name="T18" fmla="*/ 1583 w 112"/>
                <a:gd name="T19" fmla="*/ 136 h 69"/>
                <a:gd name="T20" fmla="*/ 1750 w 112"/>
                <a:gd name="T21" fmla="*/ 0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2" h="69">
                  <a:moveTo>
                    <a:pt x="0" y="69"/>
                  </a:moveTo>
                  <a:cubicBezTo>
                    <a:pt x="1" y="66"/>
                    <a:pt x="0" y="63"/>
                    <a:pt x="1" y="60"/>
                  </a:cubicBezTo>
                  <a:cubicBezTo>
                    <a:pt x="1" y="57"/>
                    <a:pt x="3" y="55"/>
                    <a:pt x="4" y="52"/>
                  </a:cubicBezTo>
                  <a:cubicBezTo>
                    <a:pt x="6" y="48"/>
                    <a:pt x="7" y="45"/>
                    <a:pt x="9" y="42"/>
                  </a:cubicBezTo>
                  <a:cubicBezTo>
                    <a:pt x="13" y="37"/>
                    <a:pt x="20" y="36"/>
                    <a:pt x="25" y="33"/>
                  </a:cubicBezTo>
                  <a:cubicBezTo>
                    <a:pt x="28" y="31"/>
                    <a:pt x="30" y="28"/>
                    <a:pt x="32" y="25"/>
                  </a:cubicBezTo>
                  <a:cubicBezTo>
                    <a:pt x="34" y="23"/>
                    <a:pt x="34" y="22"/>
                    <a:pt x="37" y="21"/>
                  </a:cubicBezTo>
                  <a:cubicBezTo>
                    <a:pt x="44" y="18"/>
                    <a:pt x="52" y="19"/>
                    <a:pt x="59" y="15"/>
                  </a:cubicBezTo>
                  <a:cubicBezTo>
                    <a:pt x="65" y="12"/>
                    <a:pt x="67" y="5"/>
                    <a:pt x="75" y="7"/>
                  </a:cubicBezTo>
                  <a:cubicBezTo>
                    <a:pt x="83" y="9"/>
                    <a:pt x="92" y="12"/>
                    <a:pt x="101" y="7"/>
                  </a:cubicBezTo>
                  <a:cubicBezTo>
                    <a:pt x="104" y="5"/>
                    <a:pt x="109" y="2"/>
                    <a:pt x="1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9" name="Freeform 72">
              <a:extLst>
                <a:ext uri="{FF2B5EF4-FFF2-40B4-BE49-F238E27FC236}">
                  <a16:creationId xmlns:a16="http://schemas.microsoft.com/office/drawing/2014/main" id="{96034CAE-1ABA-49BF-844D-5ADC0B848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488"/>
              <a:ext cx="33" cy="72"/>
            </a:xfrm>
            <a:custGeom>
              <a:avLst/>
              <a:gdLst>
                <a:gd name="T0" fmla="*/ 180 w 13"/>
                <a:gd name="T1" fmla="*/ 0 h 27"/>
                <a:gd name="T2" fmla="*/ 129 w 13"/>
                <a:gd name="T3" fmla="*/ 341 h 27"/>
                <a:gd name="T4" fmla="*/ 0 w 13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1" y="0"/>
                  </a:moveTo>
                  <a:cubicBezTo>
                    <a:pt x="13" y="6"/>
                    <a:pt x="11" y="13"/>
                    <a:pt x="8" y="18"/>
                  </a:cubicBezTo>
                  <a:cubicBezTo>
                    <a:pt x="6" y="22"/>
                    <a:pt x="2" y="24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0" name="Freeform 73">
              <a:extLst>
                <a:ext uri="{FF2B5EF4-FFF2-40B4-BE49-F238E27FC236}">
                  <a16:creationId xmlns:a16="http://schemas.microsoft.com/office/drawing/2014/main" id="{8BD01BEA-4E7F-416A-9AFD-74B64E87F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" y="2525"/>
              <a:ext cx="23" cy="94"/>
            </a:xfrm>
            <a:custGeom>
              <a:avLst/>
              <a:gdLst>
                <a:gd name="T0" fmla="*/ 151 w 9"/>
                <a:gd name="T1" fmla="*/ 0 h 35"/>
                <a:gd name="T2" fmla="*/ 51 w 9"/>
                <a:gd name="T3" fmla="*/ 115 h 35"/>
                <a:gd name="T4" fmla="*/ 20 w 9"/>
                <a:gd name="T5" fmla="*/ 368 h 35"/>
                <a:gd name="T6" fmla="*/ 0 w 9"/>
                <a:gd name="T7" fmla="*/ 6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5">
                  <a:moveTo>
                    <a:pt x="9" y="0"/>
                  </a:moveTo>
                  <a:cubicBezTo>
                    <a:pt x="7" y="2"/>
                    <a:pt x="4" y="3"/>
                    <a:pt x="3" y="6"/>
                  </a:cubicBezTo>
                  <a:cubicBezTo>
                    <a:pt x="1" y="10"/>
                    <a:pt x="2" y="15"/>
                    <a:pt x="1" y="19"/>
                  </a:cubicBezTo>
                  <a:cubicBezTo>
                    <a:pt x="0" y="25"/>
                    <a:pt x="1" y="30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1" name="Freeform 74">
              <a:extLst>
                <a:ext uri="{FF2B5EF4-FFF2-40B4-BE49-F238E27FC236}">
                  <a16:creationId xmlns:a16="http://schemas.microsoft.com/office/drawing/2014/main" id="{DC04C5A2-72A8-4A32-8EB2-A0E82DE61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581"/>
              <a:ext cx="15" cy="62"/>
            </a:xfrm>
            <a:custGeom>
              <a:avLst/>
              <a:gdLst>
                <a:gd name="T0" fmla="*/ 20 w 6"/>
                <a:gd name="T1" fmla="*/ 0 h 23"/>
                <a:gd name="T2" fmla="*/ 0 w 6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1" y="0"/>
                  </a:moveTo>
                  <a:cubicBezTo>
                    <a:pt x="6" y="7"/>
                    <a:pt x="2" y="15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2" name="Freeform 75">
              <a:extLst>
                <a:ext uri="{FF2B5EF4-FFF2-40B4-BE49-F238E27FC236}">
                  <a16:creationId xmlns:a16="http://schemas.microsoft.com/office/drawing/2014/main" id="{326AFC2E-12F4-419E-900E-E30115D51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637"/>
              <a:ext cx="13" cy="75"/>
            </a:xfrm>
            <a:custGeom>
              <a:avLst/>
              <a:gdLst>
                <a:gd name="T0" fmla="*/ 0 w 5"/>
                <a:gd name="T1" fmla="*/ 0 h 28"/>
                <a:gd name="T2" fmla="*/ 68 w 5"/>
                <a:gd name="T3" fmla="*/ 78 h 28"/>
                <a:gd name="T4" fmla="*/ 88 w 5"/>
                <a:gd name="T5" fmla="*/ 273 h 28"/>
                <a:gd name="T6" fmla="*/ 34 w 5"/>
                <a:gd name="T7" fmla="*/ 538 h 28"/>
                <a:gd name="T8" fmla="*/ 55 w 5"/>
                <a:gd name="T9" fmla="*/ 51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8">
                  <a:moveTo>
                    <a:pt x="0" y="0"/>
                  </a:moveTo>
                  <a:cubicBezTo>
                    <a:pt x="1" y="1"/>
                    <a:pt x="3" y="2"/>
                    <a:pt x="4" y="4"/>
                  </a:cubicBezTo>
                  <a:cubicBezTo>
                    <a:pt x="5" y="7"/>
                    <a:pt x="5" y="11"/>
                    <a:pt x="5" y="14"/>
                  </a:cubicBezTo>
                  <a:cubicBezTo>
                    <a:pt x="5" y="19"/>
                    <a:pt x="4" y="23"/>
                    <a:pt x="2" y="28"/>
                  </a:cubicBezTo>
                  <a:cubicBezTo>
                    <a:pt x="2" y="28"/>
                    <a:pt x="3" y="28"/>
                    <a:pt x="3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3" name="Freeform 76">
              <a:extLst>
                <a:ext uri="{FF2B5EF4-FFF2-40B4-BE49-F238E27FC236}">
                  <a16:creationId xmlns:a16="http://schemas.microsoft.com/office/drawing/2014/main" id="{0035A8B5-759D-4DC6-834B-E3D5DFD73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776"/>
              <a:ext cx="37" cy="61"/>
            </a:xfrm>
            <a:custGeom>
              <a:avLst/>
              <a:gdLst>
                <a:gd name="T0" fmla="*/ 0 w 15"/>
                <a:gd name="T1" fmla="*/ 0 h 23"/>
                <a:gd name="T2" fmla="*/ 224 w 15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14" y="1"/>
                    <a:pt x="11" y="14"/>
                    <a:pt x="15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4" name="Freeform 77">
              <a:extLst>
                <a:ext uri="{FF2B5EF4-FFF2-40B4-BE49-F238E27FC236}">
                  <a16:creationId xmlns:a16="http://schemas.microsoft.com/office/drawing/2014/main" id="{C1E7A3C6-8239-40C5-9158-40A294176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421"/>
              <a:ext cx="30" cy="51"/>
            </a:xfrm>
            <a:custGeom>
              <a:avLst/>
              <a:gdLst>
                <a:gd name="T0" fmla="*/ 0 w 12"/>
                <a:gd name="T1" fmla="*/ 368 h 19"/>
                <a:gd name="T2" fmla="*/ 188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19"/>
                  </a:moveTo>
                  <a:cubicBezTo>
                    <a:pt x="10" y="19"/>
                    <a:pt x="9" y="6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5" name="Freeform 78">
              <a:extLst>
                <a:ext uri="{FF2B5EF4-FFF2-40B4-BE49-F238E27FC236}">
                  <a16:creationId xmlns:a16="http://schemas.microsoft.com/office/drawing/2014/main" id="{4E20026C-6AAB-4930-B7F2-AF5C44B15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2379"/>
              <a:ext cx="48" cy="45"/>
            </a:xfrm>
            <a:custGeom>
              <a:avLst/>
              <a:gdLst>
                <a:gd name="T0" fmla="*/ 0 w 19"/>
                <a:gd name="T1" fmla="*/ 204 h 17"/>
                <a:gd name="T2" fmla="*/ 306 w 1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11"/>
                  </a:moveTo>
                  <a:cubicBezTo>
                    <a:pt x="7" y="17"/>
                    <a:pt x="17" y="6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6" name="Freeform 79">
              <a:extLst>
                <a:ext uri="{FF2B5EF4-FFF2-40B4-BE49-F238E27FC236}">
                  <a16:creationId xmlns:a16="http://schemas.microsoft.com/office/drawing/2014/main" id="{8FB16F79-30C9-49ED-96B5-1ED6CFD24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2344"/>
              <a:ext cx="65" cy="32"/>
            </a:xfrm>
            <a:custGeom>
              <a:avLst/>
              <a:gdLst>
                <a:gd name="T0" fmla="*/ 0 w 26"/>
                <a:gd name="T1" fmla="*/ 227 h 12"/>
                <a:gd name="T2" fmla="*/ 238 w 26"/>
                <a:gd name="T3" fmla="*/ 21 h 12"/>
                <a:gd name="T4" fmla="*/ 408 w 26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0" y="12"/>
                  </a:moveTo>
                  <a:cubicBezTo>
                    <a:pt x="0" y="6"/>
                    <a:pt x="10" y="2"/>
                    <a:pt x="15" y="1"/>
                  </a:cubicBezTo>
                  <a:cubicBezTo>
                    <a:pt x="18" y="1"/>
                    <a:pt x="22" y="0"/>
                    <a:pt x="26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7" name="Freeform 80">
              <a:extLst>
                <a:ext uri="{FF2B5EF4-FFF2-40B4-BE49-F238E27FC236}">
                  <a16:creationId xmlns:a16="http://schemas.microsoft.com/office/drawing/2014/main" id="{B1054E3A-BA4A-44E9-A197-C9AD11978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352"/>
              <a:ext cx="60" cy="21"/>
            </a:xfrm>
            <a:custGeom>
              <a:avLst/>
              <a:gdLst>
                <a:gd name="T0" fmla="*/ 0 w 24"/>
                <a:gd name="T1" fmla="*/ 123 h 8"/>
                <a:gd name="T2" fmla="*/ 220 w 24"/>
                <a:gd name="T3" fmla="*/ 89 h 8"/>
                <a:gd name="T4" fmla="*/ 375 w 2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">
                  <a:moveTo>
                    <a:pt x="0" y="7"/>
                  </a:moveTo>
                  <a:cubicBezTo>
                    <a:pt x="5" y="8"/>
                    <a:pt x="10" y="8"/>
                    <a:pt x="14" y="5"/>
                  </a:cubicBezTo>
                  <a:cubicBezTo>
                    <a:pt x="17" y="4"/>
                    <a:pt x="21" y="2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8" name="Freeform 81">
              <a:extLst>
                <a:ext uri="{FF2B5EF4-FFF2-40B4-BE49-F238E27FC236}">
                  <a16:creationId xmlns:a16="http://schemas.microsoft.com/office/drawing/2014/main" id="{516EF050-9A7A-4AD6-A58A-8FB9814F6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325"/>
              <a:ext cx="73" cy="22"/>
            </a:xfrm>
            <a:custGeom>
              <a:avLst/>
              <a:gdLst>
                <a:gd name="T0" fmla="*/ 0 w 29"/>
                <a:gd name="T1" fmla="*/ 168 h 8"/>
                <a:gd name="T2" fmla="*/ 284 w 29"/>
                <a:gd name="T3" fmla="*/ 22 h 8"/>
                <a:gd name="T4" fmla="*/ 463 w 29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8">
                  <a:moveTo>
                    <a:pt x="0" y="8"/>
                  </a:moveTo>
                  <a:cubicBezTo>
                    <a:pt x="6" y="4"/>
                    <a:pt x="10" y="0"/>
                    <a:pt x="18" y="1"/>
                  </a:cubicBezTo>
                  <a:cubicBezTo>
                    <a:pt x="23" y="2"/>
                    <a:pt x="25" y="4"/>
                    <a:pt x="29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9" name="Freeform 82">
              <a:extLst>
                <a:ext uri="{FF2B5EF4-FFF2-40B4-BE49-F238E27FC236}">
                  <a16:creationId xmlns:a16="http://schemas.microsoft.com/office/drawing/2014/main" id="{AB3A3627-4022-405F-BC73-F81DDAB3D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555"/>
              <a:ext cx="32" cy="58"/>
            </a:xfrm>
            <a:custGeom>
              <a:avLst/>
              <a:gdLst>
                <a:gd name="T0" fmla="*/ 103 w 13"/>
                <a:gd name="T1" fmla="*/ 403 h 22"/>
                <a:gd name="T2" fmla="*/ 194 w 1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7" y="22"/>
                  </a:moveTo>
                  <a:cubicBezTo>
                    <a:pt x="0" y="15"/>
                    <a:pt x="9" y="6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0" name="Freeform 83">
              <a:extLst>
                <a:ext uri="{FF2B5EF4-FFF2-40B4-BE49-F238E27FC236}">
                  <a16:creationId xmlns:a16="http://schemas.microsoft.com/office/drawing/2014/main" id="{A7941A7D-1C65-4B56-913C-3CF7F7CE8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435"/>
              <a:ext cx="40" cy="58"/>
            </a:xfrm>
            <a:custGeom>
              <a:avLst/>
              <a:gdLst>
                <a:gd name="T0" fmla="*/ 0 w 16"/>
                <a:gd name="T1" fmla="*/ 403 h 22"/>
                <a:gd name="T2" fmla="*/ 83 w 16"/>
                <a:gd name="T3" fmla="*/ 111 h 22"/>
                <a:gd name="T4" fmla="*/ 188 w 16"/>
                <a:gd name="T5" fmla="*/ 21 h 22"/>
                <a:gd name="T6" fmla="*/ 250 w 1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0" y="17"/>
                    <a:pt x="1" y="10"/>
                    <a:pt x="5" y="6"/>
                  </a:cubicBezTo>
                  <a:cubicBezTo>
                    <a:pt x="7" y="4"/>
                    <a:pt x="10" y="2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1" name="Freeform 84">
              <a:extLst>
                <a:ext uri="{FF2B5EF4-FFF2-40B4-BE49-F238E27FC236}">
                  <a16:creationId xmlns:a16="http://schemas.microsoft.com/office/drawing/2014/main" id="{10D9E2B5-3305-4F33-8944-D9EE5D7AE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2837"/>
              <a:ext cx="310" cy="107"/>
            </a:xfrm>
            <a:custGeom>
              <a:avLst/>
              <a:gdLst>
                <a:gd name="T0" fmla="*/ 0 w 124"/>
                <a:gd name="T1" fmla="*/ 265 h 40"/>
                <a:gd name="T2" fmla="*/ 33 w 124"/>
                <a:gd name="T3" fmla="*/ 321 h 40"/>
                <a:gd name="T4" fmla="*/ 158 w 124"/>
                <a:gd name="T5" fmla="*/ 401 h 40"/>
                <a:gd name="T6" fmla="*/ 333 w 124"/>
                <a:gd name="T7" fmla="*/ 444 h 40"/>
                <a:gd name="T8" fmla="*/ 488 w 124"/>
                <a:gd name="T9" fmla="*/ 615 h 40"/>
                <a:gd name="T10" fmla="*/ 895 w 124"/>
                <a:gd name="T11" fmla="*/ 629 h 40"/>
                <a:gd name="T12" fmla="*/ 1220 w 124"/>
                <a:gd name="T13" fmla="*/ 687 h 40"/>
                <a:gd name="T14" fmla="*/ 1533 w 124"/>
                <a:gd name="T15" fmla="*/ 538 h 40"/>
                <a:gd name="T16" fmla="*/ 1845 w 124"/>
                <a:gd name="T17" fmla="*/ 479 h 40"/>
                <a:gd name="T18" fmla="*/ 1938 w 124"/>
                <a:gd name="T19" fmla="*/ 171 h 40"/>
                <a:gd name="T20" fmla="*/ 1938 w 124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40">
                  <a:moveTo>
                    <a:pt x="0" y="14"/>
                  </a:moveTo>
                  <a:cubicBezTo>
                    <a:pt x="2" y="14"/>
                    <a:pt x="1" y="15"/>
                    <a:pt x="2" y="17"/>
                  </a:cubicBezTo>
                  <a:cubicBezTo>
                    <a:pt x="5" y="19"/>
                    <a:pt x="6" y="20"/>
                    <a:pt x="10" y="21"/>
                  </a:cubicBezTo>
                  <a:cubicBezTo>
                    <a:pt x="13" y="22"/>
                    <a:pt x="17" y="21"/>
                    <a:pt x="21" y="23"/>
                  </a:cubicBezTo>
                  <a:cubicBezTo>
                    <a:pt x="25" y="25"/>
                    <a:pt x="28" y="29"/>
                    <a:pt x="31" y="32"/>
                  </a:cubicBezTo>
                  <a:cubicBezTo>
                    <a:pt x="40" y="40"/>
                    <a:pt x="47" y="35"/>
                    <a:pt x="57" y="33"/>
                  </a:cubicBezTo>
                  <a:cubicBezTo>
                    <a:pt x="65" y="31"/>
                    <a:pt x="70" y="36"/>
                    <a:pt x="78" y="36"/>
                  </a:cubicBezTo>
                  <a:cubicBezTo>
                    <a:pt x="86" y="36"/>
                    <a:pt x="90" y="31"/>
                    <a:pt x="98" y="28"/>
                  </a:cubicBezTo>
                  <a:cubicBezTo>
                    <a:pt x="104" y="25"/>
                    <a:pt x="112" y="27"/>
                    <a:pt x="118" y="25"/>
                  </a:cubicBezTo>
                  <a:cubicBezTo>
                    <a:pt x="124" y="22"/>
                    <a:pt x="123" y="15"/>
                    <a:pt x="124" y="9"/>
                  </a:cubicBezTo>
                  <a:cubicBezTo>
                    <a:pt x="124" y="6"/>
                    <a:pt x="122" y="2"/>
                    <a:pt x="12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2" name="Freeform 85">
              <a:extLst>
                <a:ext uri="{FF2B5EF4-FFF2-40B4-BE49-F238E27FC236}">
                  <a16:creationId xmlns:a16="http://schemas.microsoft.com/office/drawing/2014/main" id="{43EB7924-128F-45BA-8C23-B1FD319ED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872"/>
              <a:ext cx="52" cy="24"/>
            </a:xfrm>
            <a:custGeom>
              <a:avLst/>
              <a:gdLst>
                <a:gd name="T0" fmla="*/ 0 w 21"/>
                <a:gd name="T1" fmla="*/ 0 h 9"/>
                <a:gd name="T2" fmla="*/ 196 w 21"/>
                <a:gd name="T3" fmla="*/ 35 h 9"/>
                <a:gd name="T4" fmla="*/ 319 w 2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0" y="0"/>
                  </a:moveTo>
                  <a:cubicBezTo>
                    <a:pt x="4" y="2"/>
                    <a:pt x="9" y="0"/>
                    <a:pt x="13" y="2"/>
                  </a:cubicBezTo>
                  <a:cubicBezTo>
                    <a:pt x="16" y="3"/>
                    <a:pt x="20" y="6"/>
                    <a:pt x="21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3" name="Freeform 86">
              <a:extLst>
                <a:ext uri="{FF2B5EF4-FFF2-40B4-BE49-F238E27FC236}">
                  <a16:creationId xmlns:a16="http://schemas.microsoft.com/office/drawing/2014/main" id="{C7A43A9A-B364-48B7-A4C6-0C1155433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901"/>
              <a:ext cx="67" cy="24"/>
            </a:xfrm>
            <a:custGeom>
              <a:avLst/>
              <a:gdLst>
                <a:gd name="T0" fmla="*/ 0 w 27"/>
                <a:gd name="T1" fmla="*/ 56 h 9"/>
                <a:gd name="T2" fmla="*/ 337 w 27"/>
                <a:gd name="T3" fmla="*/ 77 h 9"/>
                <a:gd name="T4" fmla="*/ 412 w 2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0" y="3"/>
                  </a:moveTo>
                  <a:cubicBezTo>
                    <a:pt x="5" y="2"/>
                    <a:pt x="16" y="0"/>
                    <a:pt x="22" y="4"/>
                  </a:cubicBezTo>
                  <a:cubicBezTo>
                    <a:pt x="24" y="5"/>
                    <a:pt x="26" y="9"/>
                    <a:pt x="27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4" name="Freeform 87">
              <a:extLst>
                <a:ext uri="{FF2B5EF4-FFF2-40B4-BE49-F238E27FC236}">
                  <a16:creationId xmlns:a16="http://schemas.microsoft.com/office/drawing/2014/main" id="{6202C196-EB7D-4953-B54A-CECBB8696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2784"/>
              <a:ext cx="22" cy="59"/>
            </a:xfrm>
            <a:custGeom>
              <a:avLst/>
              <a:gdLst>
                <a:gd name="T0" fmla="*/ 0 w 9"/>
                <a:gd name="T1" fmla="*/ 0 h 22"/>
                <a:gd name="T2" fmla="*/ 42 w 9"/>
                <a:gd name="T3" fmla="*/ 252 h 22"/>
                <a:gd name="T4" fmla="*/ 132 w 9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cubicBezTo>
                    <a:pt x="1" y="5"/>
                    <a:pt x="0" y="9"/>
                    <a:pt x="3" y="13"/>
                  </a:cubicBezTo>
                  <a:cubicBezTo>
                    <a:pt x="4" y="17"/>
                    <a:pt x="6" y="20"/>
                    <a:pt x="9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5" name="Freeform 88">
              <a:extLst>
                <a:ext uri="{FF2B5EF4-FFF2-40B4-BE49-F238E27FC236}">
                  <a16:creationId xmlns:a16="http://schemas.microsoft.com/office/drawing/2014/main" id="{0C30C522-D0C4-4A2E-A73B-FB195EAA0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832"/>
              <a:ext cx="117" cy="117"/>
            </a:xfrm>
            <a:custGeom>
              <a:avLst/>
              <a:gdLst>
                <a:gd name="T0" fmla="*/ 0 w 47"/>
                <a:gd name="T1" fmla="*/ 0 h 44"/>
                <a:gd name="T2" fmla="*/ 167 w 47"/>
                <a:gd name="T3" fmla="*/ 247 h 44"/>
                <a:gd name="T4" fmla="*/ 249 w 47"/>
                <a:gd name="T5" fmla="*/ 261 h 44"/>
                <a:gd name="T6" fmla="*/ 309 w 47"/>
                <a:gd name="T7" fmla="*/ 375 h 44"/>
                <a:gd name="T8" fmla="*/ 371 w 47"/>
                <a:gd name="T9" fmla="*/ 566 h 44"/>
                <a:gd name="T10" fmla="*/ 558 w 47"/>
                <a:gd name="T11" fmla="*/ 657 h 44"/>
                <a:gd name="T12" fmla="*/ 682 w 47"/>
                <a:gd name="T13" fmla="*/ 737 h 44"/>
                <a:gd name="T14" fmla="*/ 712 w 47"/>
                <a:gd name="T15" fmla="*/ 792 h 44"/>
                <a:gd name="T16" fmla="*/ 724 w 47"/>
                <a:gd name="T17" fmla="*/ 806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44">
                  <a:moveTo>
                    <a:pt x="0" y="0"/>
                  </a:moveTo>
                  <a:cubicBezTo>
                    <a:pt x="2" y="7"/>
                    <a:pt x="3" y="11"/>
                    <a:pt x="11" y="13"/>
                  </a:cubicBezTo>
                  <a:cubicBezTo>
                    <a:pt x="12" y="13"/>
                    <a:pt x="15" y="13"/>
                    <a:pt x="16" y="14"/>
                  </a:cubicBezTo>
                  <a:cubicBezTo>
                    <a:pt x="18" y="15"/>
                    <a:pt x="20" y="19"/>
                    <a:pt x="20" y="20"/>
                  </a:cubicBezTo>
                  <a:cubicBezTo>
                    <a:pt x="21" y="24"/>
                    <a:pt x="22" y="27"/>
                    <a:pt x="24" y="30"/>
                  </a:cubicBezTo>
                  <a:cubicBezTo>
                    <a:pt x="27" y="33"/>
                    <a:pt x="32" y="34"/>
                    <a:pt x="36" y="35"/>
                  </a:cubicBezTo>
                  <a:cubicBezTo>
                    <a:pt x="39" y="36"/>
                    <a:pt x="41" y="37"/>
                    <a:pt x="44" y="39"/>
                  </a:cubicBezTo>
                  <a:cubicBezTo>
                    <a:pt x="44" y="40"/>
                    <a:pt x="45" y="41"/>
                    <a:pt x="46" y="42"/>
                  </a:cubicBezTo>
                  <a:cubicBezTo>
                    <a:pt x="47" y="42"/>
                    <a:pt x="47" y="44"/>
                    <a:pt x="47" y="4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6" name="Freeform 89">
              <a:extLst>
                <a:ext uri="{FF2B5EF4-FFF2-40B4-BE49-F238E27FC236}">
                  <a16:creationId xmlns:a16="http://schemas.microsoft.com/office/drawing/2014/main" id="{878DA88A-5BD1-43E5-9E02-4EAFFABD2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891"/>
              <a:ext cx="60" cy="40"/>
            </a:xfrm>
            <a:custGeom>
              <a:avLst/>
              <a:gdLst>
                <a:gd name="T0" fmla="*/ 0 w 24"/>
                <a:gd name="T1" fmla="*/ 0 h 15"/>
                <a:gd name="T2" fmla="*/ 175 w 24"/>
                <a:gd name="T3" fmla="*/ 264 h 15"/>
                <a:gd name="T4" fmla="*/ 375 w 24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0"/>
                  </a:moveTo>
                  <a:cubicBezTo>
                    <a:pt x="4" y="5"/>
                    <a:pt x="4" y="12"/>
                    <a:pt x="11" y="14"/>
                  </a:cubicBezTo>
                  <a:cubicBezTo>
                    <a:pt x="15" y="15"/>
                    <a:pt x="20" y="13"/>
                    <a:pt x="24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7" name="Freeform 90">
              <a:extLst>
                <a:ext uri="{FF2B5EF4-FFF2-40B4-BE49-F238E27FC236}">
                  <a16:creationId xmlns:a16="http://schemas.microsoft.com/office/drawing/2014/main" id="{32A340AA-9DE5-4DB1-94B1-9088F15FF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2867"/>
              <a:ext cx="38" cy="48"/>
            </a:xfrm>
            <a:custGeom>
              <a:avLst/>
              <a:gdLst>
                <a:gd name="T0" fmla="*/ 0 w 15"/>
                <a:gd name="T1" fmla="*/ 0 h 18"/>
                <a:gd name="T2" fmla="*/ 129 w 15"/>
                <a:gd name="T3" fmla="*/ 227 h 18"/>
                <a:gd name="T4" fmla="*/ 243 w 15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1" y="5"/>
                    <a:pt x="4" y="8"/>
                    <a:pt x="8" y="12"/>
                  </a:cubicBezTo>
                  <a:cubicBezTo>
                    <a:pt x="10" y="14"/>
                    <a:pt x="13" y="17"/>
                    <a:pt x="15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8" name="Freeform 91">
              <a:extLst>
                <a:ext uri="{FF2B5EF4-FFF2-40B4-BE49-F238E27FC236}">
                  <a16:creationId xmlns:a16="http://schemas.microsoft.com/office/drawing/2014/main" id="{C248DCF6-1BDF-470B-9D92-2368B7034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2904"/>
              <a:ext cx="85" cy="19"/>
            </a:xfrm>
            <a:custGeom>
              <a:avLst/>
              <a:gdLst>
                <a:gd name="T0" fmla="*/ 0 w 34"/>
                <a:gd name="T1" fmla="*/ 141 h 7"/>
                <a:gd name="T2" fmla="*/ 300 w 34"/>
                <a:gd name="T3" fmla="*/ 22 h 7"/>
                <a:gd name="T4" fmla="*/ 520 w 34"/>
                <a:gd name="T5" fmla="*/ 60 h 7"/>
                <a:gd name="T6" fmla="*/ 520 w 34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7">
                  <a:moveTo>
                    <a:pt x="0" y="7"/>
                  </a:moveTo>
                  <a:cubicBezTo>
                    <a:pt x="7" y="6"/>
                    <a:pt x="12" y="0"/>
                    <a:pt x="19" y="1"/>
                  </a:cubicBezTo>
                  <a:cubicBezTo>
                    <a:pt x="24" y="1"/>
                    <a:pt x="29" y="2"/>
                    <a:pt x="33" y="3"/>
                  </a:cubicBezTo>
                  <a:cubicBezTo>
                    <a:pt x="34" y="3"/>
                    <a:pt x="34" y="3"/>
                    <a:pt x="33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9" name="Freeform 92">
              <a:extLst>
                <a:ext uri="{FF2B5EF4-FFF2-40B4-BE49-F238E27FC236}">
                  <a16:creationId xmlns:a16="http://schemas.microsoft.com/office/drawing/2014/main" id="{AB331512-E77B-4B41-B321-504C24239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840"/>
              <a:ext cx="47" cy="67"/>
            </a:xfrm>
            <a:custGeom>
              <a:avLst/>
              <a:gdLst>
                <a:gd name="T0" fmla="*/ 0 w 19"/>
                <a:gd name="T1" fmla="*/ 482 h 25"/>
                <a:gd name="T2" fmla="*/ 134 w 19"/>
                <a:gd name="T3" fmla="*/ 423 h 25"/>
                <a:gd name="T4" fmla="*/ 195 w 19"/>
                <a:gd name="T5" fmla="*/ 252 h 25"/>
                <a:gd name="T6" fmla="*/ 257 w 19"/>
                <a:gd name="T7" fmla="*/ 115 h 25"/>
                <a:gd name="T8" fmla="*/ 275 w 19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5">
                  <a:moveTo>
                    <a:pt x="0" y="25"/>
                  </a:moveTo>
                  <a:cubicBezTo>
                    <a:pt x="3" y="24"/>
                    <a:pt x="7" y="24"/>
                    <a:pt x="9" y="22"/>
                  </a:cubicBezTo>
                  <a:cubicBezTo>
                    <a:pt x="11" y="19"/>
                    <a:pt x="11" y="16"/>
                    <a:pt x="13" y="13"/>
                  </a:cubicBezTo>
                  <a:cubicBezTo>
                    <a:pt x="14" y="11"/>
                    <a:pt x="17" y="9"/>
                    <a:pt x="17" y="6"/>
                  </a:cubicBezTo>
                  <a:cubicBezTo>
                    <a:pt x="18" y="5"/>
                    <a:pt x="19" y="0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0" name="Freeform 93">
              <a:extLst>
                <a:ext uri="{FF2B5EF4-FFF2-40B4-BE49-F238E27FC236}">
                  <a16:creationId xmlns:a16="http://schemas.microsoft.com/office/drawing/2014/main" id="{807AD6E9-25CF-48A2-A565-768B3E9E4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883"/>
              <a:ext cx="72" cy="26"/>
            </a:xfrm>
            <a:custGeom>
              <a:avLst/>
              <a:gdLst>
                <a:gd name="T0" fmla="*/ 0 w 29"/>
                <a:gd name="T1" fmla="*/ 177 h 10"/>
                <a:gd name="T2" fmla="*/ 444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4" y="0"/>
                    <a:pt x="20" y="0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1" name="Freeform 94">
              <a:extLst>
                <a:ext uri="{FF2B5EF4-FFF2-40B4-BE49-F238E27FC236}">
                  <a16:creationId xmlns:a16="http://schemas.microsoft.com/office/drawing/2014/main" id="{21FD6F4C-2E83-49AC-8C6C-216037469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928"/>
              <a:ext cx="60" cy="19"/>
            </a:xfrm>
            <a:custGeom>
              <a:avLst/>
              <a:gdLst>
                <a:gd name="T0" fmla="*/ 0 w 24"/>
                <a:gd name="T1" fmla="*/ 60 h 7"/>
                <a:gd name="T2" fmla="*/ 238 w 24"/>
                <a:gd name="T3" fmla="*/ 103 h 7"/>
                <a:gd name="T4" fmla="*/ 375 w 24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">
                  <a:moveTo>
                    <a:pt x="0" y="3"/>
                  </a:moveTo>
                  <a:cubicBezTo>
                    <a:pt x="4" y="6"/>
                    <a:pt x="10" y="7"/>
                    <a:pt x="15" y="5"/>
                  </a:cubicBezTo>
                  <a:cubicBezTo>
                    <a:pt x="17" y="5"/>
                    <a:pt x="23" y="0"/>
                    <a:pt x="24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2" name="Freeform 95">
              <a:extLst>
                <a:ext uri="{FF2B5EF4-FFF2-40B4-BE49-F238E27FC236}">
                  <a16:creationId xmlns:a16="http://schemas.microsoft.com/office/drawing/2014/main" id="{8097ED10-F467-4FFD-9D5D-2FE0C340D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936"/>
              <a:ext cx="100" cy="29"/>
            </a:xfrm>
            <a:custGeom>
              <a:avLst/>
              <a:gdLst>
                <a:gd name="T0" fmla="*/ 0 w 40"/>
                <a:gd name="T1" fmla="*/ 90 h 11"/>
                <a:gd name="T2" fmla="*/ 220 w 40"/>
                <a:gd name="T3" fmla="*/ 21 h 11"/>
                <a:gd name="T4" fmla="*/ 375 w 40"/>
                <a:gd name="T5" fmla="*/ 21 h 11"/>
                <a:gd name="T6" fmla="*/ 625 w 40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1">
                  <a:moveTo>
                    <a:pt x="0" y="5"/>
                  </a:moveTo>
                  <a:cubicBezTo>
                    <a:pt x="4" y="2"/>
                    <a:pt x="10" y="2"/>
                    <a:pt x="14" y="1"/>
                  </a:cubicBezTo>
                  <a:cubicBezTo>
                    <a:pt x="18" y="0"/>
                    <a:pt x="20" y="0"/>
                    <a:pt x="24" y="1"/>
                  </a:cubicBezTo>
                  <a:cubicBezTo>
                    <a:pt x="29" y="3"/>
                    <a:pt x="37" y="8"/>
                    <a:pt x="4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3" name="Freeform 96">
              <a:extLst>
                <a:ext uri="{FF2B5EF4-FFF2-40B4-BE49-F238E27FC236}">
                  <a16:creationId xmlns:a16="http://schemas.microsoft.com/office/drawing/2014/main" id="{76517191-D8A6-4A7E-8796-66F6B9756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941"/>
              <a:ext cx="72" cy="16"/>
            </a:xfrm>
            <a:custGeom>
              <a:avLst/>
              <a:gdLst>
                <a:gd name="T0" fmla="*/ 0 w 29"/>
                <a:gd name="T1" fmla="*/ 0 h 6"/>
                <a:gd name="T2" fmla="*/ 228 w 29"/>
                <a:gd name="T3" fmla="*/ 35 h 6"/>
                <a:gd name="T4" fmla="*/ 382 w 29"/>
                <a:gd name="T5" fmla="*/ 56 h 6"/>
                <a:gd name="T6" fmla="*/ 444 w 29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6">
                  <a:moveTo>
                    <a:pt x="0" y="0"/>
                  </a:moveTo>
                  <a:cubicBezTo>
                    <a:pt x="3" y="6"/>
                    <a:pt x="10" y="3"/>
                    <a:pt x="15" y="2"/>
                  </a:cubicBezTo>
                  <a:cubicBezTo>
                    <a:pt x="18" y="2"/>
                    <a:pt x="22" y="1"/>
                    <a:pt x="25" y="3"/>
                  </a:cubicBezTo>
                  <a:cubicBezTo>
                    <a:pt x="27" y="3"/>
                    <a:pt x="28" y="4"/>
                    <a:pt x="29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4" name="Freeform 97">
              <a:extLst>
                <a:ext uri="{FF2B5EF4-FFF2-40B4-BE49-F238E27FC236}">
                  <a16:creationId xmlns:a16="http://schemas.microsoft.com/office/drawing/2014/main" id="{AE8EBF87-6B6D-4D1C-B19C-552B2133F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909"/>
              <a:ext cx="57" cy="35"/>
            </a:xfrm>
            <a:custGeom>
              <a:avLst/>
              <a:gdLst>
                <a:gd name="T0" fmla="*/ 0 w 23"/>
                <a:gd name="T1" fmla="*/ 253 h 13"/>
                <a:gd name="T2" fmla="*/ 92 w 23"/>
                <a:gd name="T3" fmla="*/ 218 h 13"/>
                <a:gd name="T4" fmla="*/ 228 w 23"/>
                <a:gd name="T5" fmla="*/ 175 h 13"/>
                <a:gd name="T6" fmla="*/ 349 w 23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0" y="13"/>
                  </a:moveTo>
                  <a:cubicBezTo>
                    <a:pt x="2" y="13"/>
                    <a:pt x="4" y="12"/>
                    <a:pt x="6" y="11"/>
                  </a:cubicBezTo>
                  <a:cubicBezTo>
                    <a:pt x="9" y="10"/>
                    <a:pt x="12" y="10"/>
                    <a:pt x="15" y="9"/>
                  </a:cubicBezTo>
                  <a:cubicBezTo>
                    <a:pt x="20" y="7"/>
                    <a:pt x="19" y="1"/>
                    <a:pt x="2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5" name="Freeform 98">
              <a:extLst>
                <a:ext uri="{FF2B5EF4-FFF2-40B4-BE49-F238E27FC236}">
                  <a16:creationId xmlns:a16="http://schemas.microsoft.com/office/drawing/2014/main" id="{028EE992-9B0D-4C17-82FF-EEEACF6E4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352"/>
              <a:ext cx="160" cy="69"/>
            </a:xfrm>
            <a:custGeom>
              <a:avLst/>
              <a:gdLst>
                <a:gd name="T0" fmla="*/ 0 w 64"/>
                <a:gd name="T1" fmla="*/ 0 h 26"/>
                <a:gd name="T2" fmla="*/ 408 w 64"/>
                <a:gd name="T3" fmla="*/ 35 h 26"/>
                <a:gd name="T4" fmla="*/ 563 w 64"/>
                <a:gd name="T5" fmla="*/ 133 h 26"/>
                <a:gd name="T6" fmla="*/ 708 w 64"/>
                <a:gd name="T7" fmla="*/ 170 h 26"/>
                <a:gd name="T8" fmla="*/ 938 w 64"/>
                <a:gd name="T9" fmla="*/ 353 h 26"/>
                <a:gd name="T10" fmla="*/ 1000 w 64"/>
                <a:gd name="T11" fmla="*/ 430 h 26"/>
                <a:gd name="T12" fmla="*/ 1000 w 64"/>
                <a:gd name="T13" fmla="*/ 48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26">
                  <a:moveTo>
                    <a:pt x="0" y="0"/>
                  </a:moveTo>
                  <a:cubicBezTo>
                    <a:pt x="8" y="5"/>
                    <a:pt x="17" y="0"/>
                    <a:pt x="26" y="2"/>
                  </a:cubicBezTo>
                  <a:cubicBezTo>
                    <a:pt x="30" y="2"/>
                    <a:pt x="32" y="5"/>
                    <a:pt x="36" y="7"/>
                  </a:cubicBezTo>
                  <a:cubicBezTo>
                    <a:pt x="39" y="9"/>
                    <a:pt x="42" y="9"/>
                    <a:pt x="45" y="9"/>
                  </a:cubicBezTo>
                  <a:cubicBezTo>
                    <a:pt x="52" y="9"/>
                    <a:pt x="56" y="13"/>
                    <a:pt x="60" y="19"/>
                  </a:cubicBezTo>
                  <a:cubicBezTo>
                    <a:pt x="61" y="20"/>
                    <a:pt x="63" y="21"/>
                    <a:pt x="64" y="23"/>
                  </a:cubicBezTo>
                  <a:cubicBezTo>
                    <a:pt x="64" y="24"/>
                    <a:pt x="64" y="26"/>
                    <a:pt x="64" y="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6" name="Freeform 99">
              <a:extLst>
                <a:ext uri="{FF2B5EF4-FFF2-40B4-BE49-F238E27FC236}">
                  <a16:creationId xmlns:a16="http://schemas.microsoft.com/office/drawing/2014/main" id="{72E4624A-2F2B-48C2-84A4-2D24B0FE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357"/>
              <a:ext cx="63" cy="16"/>
            </a:xfrm>
            <a:custGeom>
              <a:avLst/>
              <a:gdLst>
                <a:gd name="T0" fmla="*/ 0 w 25"/>
                <a:gd name="T1" fmla="*/ 56 h 6"/>
                <a:gd name="T2" fmla="*/ 242 w 25"/>
                <a:gd name="T3" fmla="*/ 77 h 6"/>
                <a:gd name="T4" fmla="*/ 401 w 2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">
                  <a:moveTo>
                    <a:pt x="0" y="3"/>
                  </a:moveTo>
                  <a:cubicBezTo>
                    <a:pt x="6" y="5"/>
                    <a:pt x="9" y="6"/>
                    <a:pt x="15" y="4"/>
                  </a:cubicBezTo>
                  <a:cubicBezTo>
                    <a:pt x="19" y="3"/>
                    <a:pt x="21" y="1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7" name="Freeform 100">
              <a:extLst>
                <a:ext uri="{FF2B5EF4-FFF2-40B4-BE49-F238E27FC236}">
                  <a16:creationId xmlns:a16="http://schemas.microsoft.com/office/drawing/2014/main" id="{F10CEFDA-0ADA-4285-AE85-F3B4E1044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333"/>
              <a:ext cx="38" cy="24"/>
            </a:xfrm>
            <a:custGeom>
              <a:avLst/>
              <a:gdLst>
                <a:gd name="T0" fmla="*/ 0 w 15"/>
                <a:gd name="T1" fmla="*/ 0 h 9"/>
                <a:gd name="T2" fmla="*/ 160 w 15"/>
                <a:gd name="T3" fmla="*/ 77 h 9"/>
                <a:gd name="T4" fmla="*/ 243 w 15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3" y="1"/>
                    <a:pt x="7" y="2"/>
                    <a:pt x="10" y="4"/>
                  </a:cubicBezTo>
                  <a:cubicBezTo>
                    <a:pt x="11" y="6"/>
                    <a:pt x="13" y="8"/>
                    <a:pt x="15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8" name="Freeform 101">
              <a:extLst>
                <a:ext uri="{FF2B5EF4-FFF2-40B4-BE49-F238E27FC236}">
                  <a16:creationId xmlns:a16="http://schemas.microsoft.com/office/drawing/2014/main" id="{10CB6BAA-26A1-44B6-8046-BCBC5B1F5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344"/>
              <a:ext cx="63" cy="35"/>
            </a:xfrm>
            <a:custGeom>
              <a:avLst/>
              <a:gdLst>
                <a:gd name="T0" fmla="*/ 0 w 25"/>
                <a:gd name="T1" fmla="*/ 81 h 13"/>
                <a:gd name="T2" fmla="*/ 285 w 25"/>
                <a:gd name="T3" fmla="*/ 81 h 13"/>
                <a:gd name="T4" fmla="*/ 381 w 25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4"/>
                  </a:moveTo>
                  <a:cubicBezTo>
                    <a:pt x="6" y="3"/>
                    <a:pt x="13" y="0"/>
                    <a:pt x="18" y="4"/>
                  </a:cubicBezTo>
                  <a:cubicBezTo>
                    <a:pt x="20" y="6"/>
                    <a:pt x="25" y="11"/>
                    <a:pt x="24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9" name="Freeform 102">
              <a:extLst>
                <a:ext uri="{FF2B5EF4-FFF2-40B4-BE49-F238E27FC236}">
                  <a16:creationId xmlns:a16="http://schemas.microsoft.com/office/drawing/2014/main" id="{C7A82144-8101-49B5-B94D-FD03F0845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365"/>
              <a:ext cx="153" cy="142"/>
            </a:xfrm>
            <a:custGeom>
              <a:avLst/>
              <a:gdLst>
                <a:gd name="T0" fmla="*/ 0 w 61"/>
                <a:gd name="T1" fmla="*/ 0 h 53"/>
                <a:gd name="T2" fmla="*/ 158 w 61"/>
                <a:gd name="T3" fmla="*/ 94 h 53"/>
                <a:gd name="T4" fmla="*/ 301 w 61"/>
                <a:gd name="T5" fmla="*/ 230 h 53"/>
                <a:gd name="T6" fmla="*/ 429 w 61"/>
                <a:gd name="T7" fmla="*/ 287 h 53"/>
                <a:gd name="T8" fmla="*/ 459 w 61"/>
                <a:gd name="T9" fmla="*/ 388 h 53"/>
                <a:gd name="T10" fmla="*/ 522 w 61"/>
                <a:gd name="T11" fmla="*/ 458 h 53"/>
                <a:gd name="T12" fmla="*/ 660 w 61"/>
                <a:gd name="T13" fmla="*/ 573 h 53"/>
                <a:gd name="T14" fmla="*/ 692 w 61"/>
                <a:gd name="T15" fmla="*/ 769 h 53"/>
                <a:gd name="T16" fmla="*/ 963 w 61"/>
                <a:gd name="T17" fmla="*/ 101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53">
                  <a:moveTo>
                    <a:pt x="0" y="0"/>
                  </a:moveTo>
                  <a:cubicBezTo>
                    <a:pt x="3" y="2"/>
                    <a:pt x="7" y="2"/>
                    <a:pt x="10" y="5"/>
                  </a:cubicBezTo>
                  <a:cubicBezTo>
                    <a:pt x="13" y="7"/>
                    <a:pt x="15" y="10"/>
                    <a:pt x="19" y="12"/>
                  </a:cubicBezTo>
                  <a:cubicBezTo>
                    <a:pt x="22" y="13"/>
                    <a:pt x="26" y="12"/>
                    <a:pt x="27" y="15"/>
                  </a:cubicBezTo>
                  <a:cubicBezTo>
                    <a:pt x="28" y="16"/>
                    <a:pt x="28" y="18"/>
                    <a:pt x="29" y="20"/>
                  </a:cubicBezTo>
                  <a:cubicBezTo>
                    <a:pt x="30" y="22"/>
                    <a:pt x="31" y="23"/>
                    <a:pt x="33" y="24"/>
                  </a:cubicBezTo>
                  <a:cubicBezTo>
                    <a:pt x="35" y="26"/>
                    <a:pt x="39" y="27"/>
                    <a:pt x="42" y="30"/>
                  </a:cubicBezTo>
                  <a:cubicBezTo>
                    <a:pt x="44" y="32"/>
                    <a:pt x="43" y="37"/>
                    <a:pt x="44" y="40"/>
                  </a:cubicBezTo>
                  <a:cubicBezTo>
                    <a:pt x="47" y="50"/>
                    <a:pt x="55" y="49"/>
                    <a:pt x="61" y="5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0" name="Freeform 103">
              <a:extLst>
                <a:ext uri="{FF2B5EF4-FFF2-40B4-BE49-F238E27FC236}">
                  <a16:creationId xmlns:a16="http://schemas.microsoft.com/office/drawing/2014/main" id="{8EFA447D-D06E-4CC1-9908-9BD293AAF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392"/>
              <a:ext cx="75" cy="93"/>
            </a:xfrm>
            <a:custGeom>
              <a:avLst/>
              <a:gdLst>
                <a:gd name="T0" fmla="*/ 0 w 30"/>
                <a:gd name="T1" fmla="*/ 0 h 35"/>
                <a:gd name="T2" fmla="*/ 158 w 30"/>
                <a:gd name="T3" fmla="*/ 205 h 35"/>
                <a:gd name="T4" fmla="*/ 270 w 30"/>
                <a:gd name="T5" fmla="*/ 340 h 35"/>
                <a:gd name="T6" fmla="*/ 470 w 30"/>
                <a:gd name="T7" fmla="*/ 65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">
                  <a:moveTo>
                    <a:pt x="0" y="0"/>
                  </a:moveTo>
                  <a:cubicBezTo>
                    <a:pt x="0" y="5"/>
                    <a:pt x="5" y="10"/>
                    <a:pt x="10" y="11"/>
                  </a:cubicBezTo>
                  <a:cubicBezTo>
                    <a:pt x="14" y="13"/>
                    <a:pt x="15" y="13"/>
                    <a:pt x="17" y="18"/>
                  </a:cubicBezTo>
                  <a:cubicBezTo>
                    <a:pt x="20" y="25"/>
                    <a:pt x="26" y="28"/>
                    <a:pt x="30" y="3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" name="Freeform 104">
              <a:extLst>
                <a:ext uri="{FF2B5EF4-FFF2-40B4-BE49-F238E27FC236}">
                  <a16:creationId xmlns:a16="http://schemas.microsoft.com/office/drawing/2014/main" id="{CD83FDFE-30EC-493F-8CF0-ADA78613B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493"/>
              <a:ext cx="40" cy="222"/>
            </a:xfrm>
            <a:custGeom>
              <a:avLst/>
              <a:gdLst>
                <a:gd name="T0" fmla="*/ 63 w 16"/>
                <a:gd name="T1" fmla="*/ 0 h 83"/>
                <a:gd name="T2" fmla="*/ 175 w 16"/>
                <a:gd name="T3" fmla="*/ 380 h 83"/>
                <a:gd name="T4" fmla="*/ 113 w 16"/>
                <a:gd name="T5" fmla="*/ 671 h 83"/>
                <a:gd name="T6" fmla="*/ 220 w 16"/>
                <a:gd name="T7" fmla="*/ 901 h 83"/>
                <a:gd name="T8" fmla="*/ 113 w 16"/>
                <a:gd name="T9" fmla="*/ 1337 h 83"/>
                <a:gd name="T10" fmla="*/ 95 w 16"/>
                <a:gd name="T11" fmla="*/ 1509 h 83"/>
                <a:gd name="T12" fmla="*/ 0 w 16"/>
                <a:gd name="T13" fmla="*/ 1589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83">
                  <a:moveTo>
                    <a:pt x="4" y="0"/>
                  </a:moveTo>
                  <a:cubicBezTo>
                    <a:pt x="5" y="7"/>
                    <a:pt x="13" y="11"/>
                    <a:pt x="11" y="20"/>
                  </a:cubicBezTo>
                  <a:cubicBezTo>
                    <a:pt x="10" y="25"/>
                    <a:pt x="6" y="30"/>
                    <a:pt x="7" y="35"/>
                  </a:cubicBezTo>
                  <a:cubicBezTo>
                    <a:pt x="9" y="40"/>
                    <a:pt x="13" y="43"/>
                    <a:pt x="14" y="47"/>
                  </a:cubicBezTo>
                  <a:cubicBezTo>
                    <a:pt x="16" y="56"/>
                    <a:pt x="6" y="61"/>
                    <a:pt x="7" y="70"/>
                  </a:cubicBezTo>
                  <a:cubicBezTo>
                    <a:pt x="8" y="74"/>
                    <a:pt x="9" y="76"/>
                    <a:pt x="6" y="79"/>
                  </a:cubicBezTo>
                  <a:cubicBezTo>
                    <a:pt x="4" y="81"/>
                    <a:pt x="2" y="83"/>
                    <a:pt x="0" y="8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2" name="Freeform 105">
              <a:extLst>
                <a:ext uri="{FF2B5EF4-FFF2-40B4-BE49-F238E27FC236}">
                  <a16:creationId xmlns:a16="http://schemas.microsoft.com/office/drawing/2014/main" id="{74418770-9769-4050-9CF3-10DA16D75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589"/>
              <a:ext cx="10" cy="75"/>
            </a:xfrm>
            <a:custGeom>
              <a:avLst/>
              <a:gdLst>
                <a:gd name="T0" fmla="*/ 33 w 4"/>
                <a:gd name="T1" fmla="*/ 0 h 28"/>
                <a:gd name="T2" fmla="*/ 20 w 4"/>
                <a:gd name="T3" fmla="*/ 308 h 28"/>
                <a:gd name="T4" fmla="*/ 50 w 4"/>
                <a:gd name="T5" fmla="*/ 445 h 28"/>
                <a:gd name="T6" fmla="*/ 50 w 4"/>
                <a:gd name="T7" fmla="*/ 5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8">
                  <a:moveTo>
                    <a:pt x="2" y="0"/>
                  </a:moveTo>
                  <a:cubicBezTo>
                    <a:pt x="4" y="6"/>
                    <a:pt x="0" y="10"/>
                    <a:pt x="1" y="16"/>
                  </a:cubicBezTo>
                  <a:cubicBezTo>
                    <a:pt x="1" y="18"/>
                    <a:pt x="3" y="20"/>
                    <a:pt x="3" y="23"/>
                  </a:cubicBezTo>
                  <a:cubicBezTo>
                    <a:pt x="3" y="25"/>
                    <a:pt x="2" y="27"/>
                    <a:pt x="3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3" name="Freeform 106">
              <a:extLst>
                <a:ext uri="{FF2B5EF4-FFF2-40B4-BE49-F238E27FC236}">
                  <a16:creationId xmlns:a16="http://schemas.microsoft.com/office/drawing/2014/main" id="{A36B8677-33B5-4F15-B845-B11A94B73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539"/>
              <a:ext cx="13" cy="72"/>
            </a:xfrm>
            <a:custGeom>
              <a:avLst/>
              <a:gdLst>
                <a:gd name="T0" fmla="*/ 0 w 5"/>
                <a:gd name="T1" fmla="*/ 0 h 27"/>
                <a:gd name="T2" fmla="*/ 68 w 5"/>
                <a:gd name="T3" fmla="*/ 93 h 27"/>
                <a:gd name="T4" fmla="*/ 68 w 5"/>
                <a:gd name="T5" fmla="*/ 264 h 27"/>
                <a:gd name="T6" fmla="*/ 21 w 5"/>
                <a:gd name="T7" fmla="*/ 5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  <a:cubicBezTo>
                    <a:pt x="5" y="8"/>
                    <a:pt x="4" y="11"/>
                    <a:pt x="4" y="14"/>
                  </a:cubicBezTo>
                  <a:cubicBezTo>
                    <a:pt x="3" y="17"/>
                    <a:pt x="4" y="24"/>
                    <a:pt x="1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4" name="Freeform 107">
              <a:extLst>
                <a:ext uri="{FF2B5EF4-FFF2-40B4-BE49-F238E27FC236}">
                  <a16:creationId xmlns:a16="http://schemas.microsoft.com/office/drawing/2014/main" id="{02A027C6-9791-446C-8F2F-74D98321B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579"/>
              <a:ext cx="25" cy="173"/>
            </a:xfrm>
            <a:custGeom>
              <a:avLst/>
              <a:gdLst>
                <a:gd name="T0" fmla="*/ 0 w 10"/>
                <a:gd name="T1" fmla="*/ 0 h 65"/>
                <a:gd name="T2" fmla="*/ 113 w 10"/>
                <a:gd name="T3" fmla="*/ 362 h 65"/>
                <a:gd name="T4" fmla="*/ 63 w 10"/>
                <a:gd name="T5" fmla="*/ 695 h 65"/>
                <a:gd name="T6" fmla="*/ 145 w 10"/>
                <a:gd name="T7" fmla="*/ 865 h 65"/>
                <a:gd name="T8" fmla="*/ 113 w 10"/>
                <a:gd name="T9" fmla="*/ 1019 h 65"/>
                <a:gd name="T10" fmla="*/ 113 w 10"/>
                <a:gd name="T11" fmla="*/ 1224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5">
                  <a:moveTo>
                    <a:pt x="0" y="0"/>
                  </a:moveTo>
                  <a:cubicBezTo>
                    <a:pt x="4" y="6"/>
                    <a:pt x="9" y="12"/>
                    <a:pt x="7" y="19"/>
                  </a:cubicBezTo>
                  <a:cubicBezTo>
                    <a:pt x="6" y="24"/>
                    <a:pt x="1" y="31"/>
                    <a:pt x="4" y="37"/>
                  </a:cubicBezTo>
                  <a:cubicBezTo>
                    <a:pt x="6" y="40"/>
                    <a:pt x="9" y="42"/>
                    <a:pt x="9" y="46"/>
                  </a:cubicBezTo>
                  <a:cubicBezTo>
                    <a:pt x="10" y="49"/>
                    <a:pt x="8" y="51"/>
                    <a:pt x="7" y="54"/>
                  </a:cubicBezTo>
                  <a:cubicBezTo>
                    <a:pt x="6" y="57"/>
                    <a:pt x="5" y="63"/>
                    <a:pt x="7" y="6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5" name="Freeform 108">
              <a:extLst>
                <a:ext uri="{FF2B5EF4-FFF2-40B4-BE49-F238E27FC236}">
                  <a16:creationId xmlns:a16="http://schemas.microsoft.com/office/drawing/2014/main" id="{0A37D4F0-9AB8-4B02-8073-4406A1278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669"/>
              <a:ext cx="18" cy="91"/>
            </a:xfrm>
            <a:custGeom>
              <a:avLst/>
              <a:gdLst>
                <a:gd name="T0" fmla="*/ 67 w 7"/>
                <a:gd name="T1" fmla="*/ 0 h 34"/>
                <a:gd name="T2" fmla="*/ 21 w 7"/>
                <a:gd name="T3" fmla="*/ 193 h 34"/>
                <a:gd name="T4" fmla="*/ 54 w 7"/>
                <a:gd name="T5" fmla="*/ 423 h 34"/>
                <a:gd name="T6" fmla="*/ 118 w 7"/>
                <a:gd name="T7" fmla="*/ 65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4">
                  <a:moveTo>
                    <a:pt x="4" y="0"/>
                  </a:moveTo>
                  <a:cubicBezTo>
                    <a:pt x="4" y="4"/>
                    <a:pt x="2" y="7"/>
                    <a:pt x="1" y="10"/>
                  </a:cubicBezTo>
                  <a:cubicBezTo>
                    <a:pt x="0" y="15"/>
                    <a:pt x="1" y="18"/>
                    <a:pt x="3" y="22"/>
                  </a:cubicBezTo>
                  <a:cubicBezTo>
                    <a:pt x="4" y="26"/>
                    <a:pt x="6" y="32"/>
                    <a:pt x="7" y="3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6" name="Freeform 109">
              <a:extLst>
                <a:ext uri="{FF2B5EF4-FFF2-40B4-BE49-F238E27FC236}">
                  <a16:creationId xmlns:a16="http://schemas.microsoft.com/office/drawing/2014/main" id="{2FBDF4AF-CE24-4DF0-BD5D-131185E58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467"/>
              <a:ext cx="50" cy="74"/>
            </a:xfrm>
            <a:custGeom>
              <a:avLst/>
              <a:gdLst>
                <a:gd name="T0" fmla="*/ 50 w 20"/>
                <a:gd name="T1" fmla="*/ 0 h 28"/>
                <a:gd name="T2" fmla="*/ 188 w 20"/>
                <a:gd name="T3" fmla="*/ 349 h 28"/>
                <a:gd name="T4" fmla="*/ 313 w 20"/>
                <a:gd name="T5" fmla="*/ 51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3" y="0"/>
                  </a:moveTo>
                  <a:cubicBezTo>
                    <a:pt x="0" y="7"/>
                    <a:pt x="6" y="15"/>
                    <a:pt x="12" y="19"/>
                  </a:cubicBezTo>
                  <a:cubicBezTo>
                    <a:pt x="16" y="22"/>
                    <a:pt x="18" y="23"/>
                    <a:pt x="20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7" name="Freeform 110">
              <a:extLst>
                <a:ext uri="{FF2B5EF4-FFF2-40B4-BE49-F238E27FC236}">
                  <a16:creationId xmlns:a16="http://schemas.microsoft.com/office/drawing/2014/main" id="{9ABDF8D8-0D99-4F58-BF07-726631349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515"/>
              <a:ext cx="17" cy="74"/>
            </a:xfrm>
            <a:custGeom>
              <a:avLst/>
              <a:gdLst>
                <a:gd name="T0" fmla="*/ 0 w 7"/>
                <a:gd name="T1" fmla="*/ 0 h 28"/>
                <a:gd name="T2" fmla="*/ 0 w 7"/>
                <a:gd name="T3" fmla="*/ 167 h 28"/>
                <a:gd name="T4" fmla="*/ 58 w 7"/>
                <a:gd name="T5" fmla="*/ 315 h 28"/>
                <a:gd name="T6" fmla="*/ 100 w 7"/>
                <a:gd name="T7" fmla="*/ 51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12"/>
                    <a:pt x="2" y="14"/>
                    <a:pt x="4" y="17"/>
                  </a:cubicBezTo>
                  <a:cubicBezTo>
                    <a:pt x="5" y="20"/>
                    <a:pt x="6" y="25"/>
                    <a:pt x="7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8" name="Freeform 111">
              <a:extLst>
                <a:ext uri="{FF2B5EF4-FFF2-40B4-BE49-F238E27FC236}">
                  <a16:creationId xmlns:a16="http://schemas.microsoft.com/office/drawing/2014/main" id="{6958B26D-37B1-4B6F-9FF0-F823F8F49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507"/>
              <a:ext cx="25" cy="80"/>
            </a:xfrm>
            <a:custGeom>
              <a:avLst/>
              <a:gdLst>
                <a:gd name="T0" fmla="*/ 0 w 10"/>
                <a:gd name="T1" fmla="*/ 0 h 30"/>
                <a:gd name="T2" fmla="*/ 20 w 10"/>
                <a:gd name="T3" fmla="*/ 171 h 30"/>
                <a:gd name="T4" fmla="*/ 0 w 10"/>
                <a:gd name="T5" fmla="*/ 320 h 30"/>
                <a:gd name="T6" fmla="*/ 158 w 10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  <a:cubicBezTo>
                    <a:pt x="1" y="11"/>
                    <a:pt x="0" y="14"/>
                    <a:pt x="0" y="17"/>
                  </a:cubicBezTo>
                  <a:cubicBezTo>
                    <a:pt x="1" y="21"/>
                    <a:pt x="7" y="27"/>
                    <a:pt x="10" y="3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9" name="Freeform 112">
              <a:extLst>
                <a:ext uri="{FF2B5EF4-FFF2-40B4-BE49-F238E27FC236}">
                  <a16:creationId xmlns:a16="http://schemas.microsoft.com/office/drawing/2014/main" id="{F71974CC-6714-4334-92B1-48B284697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589"/>
              <a:ext cx="20" cy="70"/>
            </a:xfrm>
            <a:custGeom>
              <a:avLst/>
              <a:gdLst>
                <a:gd name="T0" fmla="*/ 83 w 8"/>
                <a:gd name="T1" fmla="*/ 0 h 26"/>
                <a:gd name="T2" fmla="*/ 20 w 8"/>
                <a:gd name="T3" fmla="*/ 275 h 26"/>
                <a:gd name="T4" fmla="*/ 125 w 8"/>
                <a:gd name="T5" fmla="*/ 50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6">
                  <a:moveTo>
                    <a:pt x="5" y="0"/>
                  </a:moveTo>
                  <a:cubicBezTo>
                    <a:pt x="2" y="2"/>
                    <a:pt x="0" y="11"/>
                    <a:pt x="1" y="14"/>
                  </a:cubicBezTo>
                  <a:cubicBezTo>
                    <a:pt x="2" y="16"/>
                    <a:pt x="8" y="26"/>
                    <a:pt x="8" y="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0" name="Freeform 113">
              <a:extLst>
                <a:ext uri="{FF2B5EF4-FFF2-40B4-BE49-F238E27FC236}">
                  <a16:creationId xmlns:a16="http://schemas.microsoft.com/office/drawing/2014/main" id="{BDE6881C-10FE-47E3-B627-9410D9AB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421"/>
              <a:ext cx="35" cy="43"/>
            </a:xfrm>
            <a:custGeom>
              <a:avLst/>
              <a:gdLst>
                <a:gd name="T0" fmla="*/ 0 w 14"/>
                <a:gd name="T1" fmla="*/ 0 h 16"/>
                <a:gd name="T2" fmla="*/ 83 w 14"/>
                <a:gd name="T3" fmla="*/ 253 h 16"/>
                <a:gd name="T4" fmla="*/ 220 w 14"/>
                <a:gd name="T5" fmla="*/ 29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1" y="4"/>
                    <a:pt x="2" y="10"/>
                    <a:pt x="5" y="13"/>
                  </a:cubicBezTo>
                  <a:cubicBezTo>
                    <a:pt x="7" y="14"/>
                    <a:pt x="12" y="16"/>
                    <a:pt x="14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1" name="Freeform 114">
              <a:extLst>
                <a:ext uri="{FF2B5EF4-FFF2-40B4-BE49-F238E27FC236}">
                  <a16:creationId xmlns:a16="http://schemas.microsoft.com/office/drawing/2014/main" id="{92A346BB-BAA8-4CFE-B964-F57A55824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360"/>
              <a:ext cx="50" cy="27"/>
            </a:xfrm>
            <a:custGeom>
              <a:avLst/>
              <a:gdLst>
                <a:gd name="T0" fmla="*/ 0 w 20"/>
                <a:gd name="T1" fmla="*/ 0 h 10"/>
                <a:gd name="T2" fmla="*/ 313 w 20"/>
                <a:gd name="T3" fmla="*/ 1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0"/>
                  </a:moveTo>
                  <a:cubicBezTo>
                    <a:pt x="4" y="10"/>
                    <a:pt x="13" y="5"/>
                    <a:pt x="2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2" name="Freeform 115">
              <a:extLst>
                <a:ext uri="{FF2B5EF4-FFF2-40B4-BE49-F238E27FC236}">
                  <a16:creationId xmlns:a16="http://schemas.microsoft.com/office/drawing/2014/main" id="{F8C3AFC4-FBB0-44C8-AA8B-AE8172C4C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744"/>
              <a:ext cx="108" cy="139"/>
            </a:xfrm>
            <a:custGeom>
              <a:avLst/>
              <a:gdLst>
                <a:gd name="T0" fmla="*/ 0 w 43"/>
                <a:gd name="T1" fmla="*/ 994 h 52"/>
                <a:gd name="T2" fmla="*/ 208 w 43"/>
                <a:gd name="T3" fmla="*/ 743 h 52"/>
                <a:gd name="T4" fmla="*/ 505 w 43"/>
                <a:gd name="T5" fmla="*/ 478 h 52"/>
                <a:gd name="T6" fmla="*/ 600 w 43"/>
                <a:gd name="T7" fmla="*/ 136 h 52"/>
                <a:gd name="T8" fmla="*/ 630 w 43"/>
                <a:gd name="T9" fmla="*/ 35 h 52"/>
                <a:gd name="T10" fmla="*/ 681 w 43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2">
                  <a:moveTo>
                    <a:pt x="0" y="52"/>
                  </a:moveTo>
                  <a:cubicBezTo>
                    <a:pt x="7" y="51"/>
                    <a:pt x="12" y="45"/>
                    <a:pt x="13" y="39"/>
                  </a:cubicBezTo>
                  <a:cubicBezTo>
                    <a:pt x="15" y="28"/>
                    <a:pt x="24" y="30"/>
                    <a:pt x="32" y="25"/>
                  </a:cubicBezTo>
                  <a:cubicBezTo>
                    <a:pt x="36" y="22"/>
                    <a:pt x="36" y="12"/>
                    <a:pt x="38" y="7"/>
                  </a:cubicBezTo>
                  <a:cubicBezTo>
                    <a:pt x="38" y="5"/>
                    <a:pt x="38" y="3"/>
                    <a:pt x="40" y="2"/>
                  </a:cubicBezTo>
                  <a:cubicBezTo>
                    <a:pt x="41" y="1"/>
                    <a:pt x="42" y="1"/>
                    <a:pt x="4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3" name="Freeform 116">
              <a:extLst>
                <a:ext uri="{FF2B5EF4-FFF2-40B4-BE49-F238E27FC236}">
                  <a16:creationId xmlns:a16="http://schemas.microsoft.com/office/drawing/2014/main" id="{C18B7938-C31E-4997-9922-CFFF7B3F7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704"/>
              <a:ext cx="25" cy="61"/>
            </a:xfrm>
            <a:custGeom>
              <a:avLst/>
              <a:gdLst>
                <a:gd name="T0" fmla="*/ 158 w 10"/>
                <a:gd name="T1" fmla="*/ 0 h 23"/>
                <a:gd name="T2" fmla="*/ 125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0" y="3"/>
                    <a:pt x="8" y="17"/>
                    <a:pt x="8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4" name="Freeform 117">
              <a:extLst>
                <a:ext uri="{FF2B5EF4-FFF2-40B4-BE49-F238E27FC236}">
                  <a16:creationId xmlns:a16="http://schemas.microsoft.com/office/drawing/2014/main" id="{62E36813-7ED3-4520-85BC-E8232FFED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760"/>
              <a:ext cx="42" cy="61"/>
            </a:xfrm>
            <a:custGeom>
              <a:avLst/>
              <a:gdLst>
                <a:gd name="T0" fmla="*/ 257 w 17"/>
                <a:gd name="T1" fmla="*/ 0 h 23"/>
                <a:gd name="T2" fmla="*/ 74 w 17"/>
                <a:gd name="T3" fmla="*/ 225 h 23"/>
                <a:gd name="T4" fmla="*/ 0 w 17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17" y="0"/>
                  </a:moveTo>
                  <a:cubicBezTo>
                    <a:pt x="11" y="1"/>
                    <a:pt x="6" y="7"/>
                    <a:pt x="5" y="12"/>
                  </a:cubicBezTo>
                  <a:cubicBezTo>
                    <a:pt x="4" y="16"/>
                    <a:pt x="4" y="22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5" name="Freeform 118">
              <a:extLst>
                <a:ext uri="{FF2B5EF4-FFF2-40B4-BE49-F238E27FC236}">
                  <a16:creationId xmlns:a16="http://schemas.microsoft.com/office/drawing/2014/main" id="{2B457D64-1F2D-4005-9F0E-36896F8CC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2816"/>
              <a:ext cx="47" cy="51"/>
            </a:xfrm>
            <a:custGeom>
              <a:avLst/>
              <a:gdLst>
                <a:gd name="T0" fmla="*/ 0 w 19"/>
                <a:gd name="T1" fmla="*/ 368 h 19"/>
                <a:gd name="T2" fmla="*/ 215 w 19"/>
                <a:gd name="T3" fmla="*/ 217 h 19"/>
                <a:gd name="T4" fmla="*/ 287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0" y="19"/>
                  </a:moveTo>
                  <a:cubicBezTo>
                    <a:pt x="7" y="19"/>
                    <a:pt x="10" y="17"/>
                    <a:pt x="14" y="11"/>
                  </a:cubicBezTo>
                  <a:cubicBezTo>
                    <a:pt x="16" y="7"/>
                    <a:pt x="17" y="3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6" name="Freeform 119">
              <a:extLst>
                <a:ext uri="{FF2B5EF4-FFF2-40B4-BE49-F238E27FC236}">
                  <a16:creationId xmlns:a16="http://schemas.microsoft.com/office/drawing/2014/main" id="{776917DA-F262-4109-B58A-0E9009E79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829"/>
              <a:ext cx="40" cy="35"/>
            </a:xfrm>
            <a:custGeom>
              <a:avLst/>
              <a:gdLst>
                <a:gd name="T0" fmla="*/ 0 w 16"/>
                <a:gd name="T1" fmla="*/ 253 h 13"/>
                <a:gd name="T2" fmla="*/ 0 w 16"/>
                <a:gd name="T3" fmla="*/ 253 h 13"/>
                <a:gd name="T4" fmla="*/ 95 w 16"/>
                <a:gd name="T5" fmla="*/ 35 h 13"/>
                <a:gd name="T6" fmla="*/ 250 w 1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9"/>
                    <a:pt x="3" y="4"/>
                    <a:pt x="6" y="2"/>
                  </a:cubicBezTo>
                  <a:cubicBezTo>
                    <a:pt x="9" y="0"/>
                    <a:pt x="13" y="2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7" name="Freeform 120">
              <a:extLst>
                <a:ext uri="{FF2B5EF4-FFF2-40B4-BE49-F238E27FC236}">
                  <a16:creationId xmlns:a16="http://schemas.microsoft.com/office/drawing/2014/main" id="{D11C07B0-A94C-4DDE-9A00-E5D7B9CFC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733"/>
              <a:ext cx="43" cy="67"/>
            </a:xfrm>
            <a:custGeom>
              <a:avLst/>
              <a:gdLst>
                <a:gd name="T0" fmla="*/ 0 w 17"/>
                <a:gd name="T1" fmla="*/ 482 h 25"/>
                <a:gd name="T2" fmla="*/ 255 w 17"/>
                <a:gd name="T3" fmla="*/ 308 h 25"/>
                <a:gd name="T4" fmla="*/ 243 w 17"/>
                <a:gd name="T5" fmla="*/ 137 h 25"/>
                <a:gd name="T6" fmla="*/ 225 w 17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5">
                  <a:moveTo>
                    <a:pt x="0" y="25"/>
                  </a:moveTo>
                  <a:cubicBezTo>
                    <a:pt x="5" y="22"/>
                    <a:pt x="15" y="23"/>
                    <a:pt x="16" y="16"/>
                  </a:cubicBezTo>
                  <a:cubicBezTo>
                    <a:pt x="17" y="13"/>
                    <a:pt x="16" y="10"/>
                    <a:pt x="15" y="7"/>
                  </a:cubicBezTo>
                  <a:cubicBezTo>
                    <a:pt x="14" y="5"/>
                    <a:pt x="13" y="3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8" name="Freeform 121">
              <a:extLst>
                <a:ext uri="{FF2B5EF4-FFF2-40B4-BE49-F238E27FC236}">
                  <a16:creationId xmlns:a16="http://schemas.microsoft.com/office/drawing/2014/main" id="{860AF261-5B22-4F1F-9519-F85A85530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2365"/>
              <a:ext cx="68" cy="22"/>
            </a:xfrm>
            <a:custGeom>
              <a:avLst/>
              <a:gdLst>
                <a:gd name="T0" fmla="*/ 0 w 27"/>
                <a:gd name="T1" fmla="*/ 0 h 8"/>
                <a:gd name="T2" fmla="*/ 242 w 27"/>
                <a:gd name="T3" fmla="*/ 168 h 8"/>
                <a:gd name="T4" fmla="*/ 431 w 27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">
                  <a:moveTo>
                    <a:pt x="0" y="0"/>
                  </a:moveTo>
                  <a:cubicBezTo>
                    <a:pt x="4" y="5"/>
                    <a:pt x="9" y="8"/>
                    <a:pt x="15" y="8"/>
                  </a:cubicBezTo>
                  <a:cubicBezTo>
                    <a:pt x="20" y="8"/>
                    <a:pt x="23" y="7"/>
                    <a:pt x="27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9" name="Freeform 122">
              <a:extLst>
                <a:ext uri="{FF2B5EF4-FFF2-40B4-BE49-F238E27FC236}">
                  <a16:creationId xmlns:a16="http://schemas.microsoft.com/office/drawing/2014/main" id="{4FE8DC78-9E7A-4480-942F-99C6A596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379"/>
              <a:ext cx="110" cy="64"/>
            </a:xfrm>
            <a:custGeom>
              <a:avLst/>
              <a:gdLst>
                <a:gd name="T0" fmla="*/ 0 w 44"/>
                <a:gd name="T1" fmla="*/ 0 h 24"/>
                <a:gd name="T2" fmla="*/ 220 w 44"/>
                <a:gd name="T3" fmla="*/ 192 h 24"/>
                <a:gd name="T4" fmla="*/ 488 w 44"/>
                <a:gd name="T5" fmla="*/ 264 h 24"/>
                <a:gd name="T6" fmla="*/ 688 w 44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4">
                  <a:moveTo>
                    <a:pt x="0" y="0"/>
                  </a:moveTo>
                  <a:cubicBezTo>
                    <a:pt x="5" y="4"/>
                    <a:pt x="8" y="9"/>
                    <a:pt x="14" y="10"/>
                  </a:cubicBezTo>
                  <a:cubicBezTo>
                    <a:pt x="20" y="11"/>
                    <a:pt x="26" y="11"/>
                    <a:pt x="31" y="14"/>
                  </a:cubicBezTo>
                  <a:cubicBezTo>
                    <a:pt x="36" y="17"/>
                    <a:pt x="40" y="21"/>
                    <a:pt x="44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0" name="Freeform 123">
              <a:extLst>
                <a:ext uri="{FF2B5EF4-FFF2-40B4-BE49-F238E27FC236}">
                  <a16:creationId xmlns:a16="http://schemas.microsoft.com/office/drawing/2014/main" id="{5B33AD6A-3BA0-42CE-8A33-9F30A4CC8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2413"/>
              <a:ext cx="82" cy="59"/>
            </a:xfrm>
            <a:custGeom>
              <a:avLst/>
              <a:gdLst>
                <a:gd name="T0" fmla="*/ 0 w 33"/>
                <a:gd name="T1" fmla="*/ 0 h 22"/>
                <a:gd name="T2" fmla="*/ 229 w 33"/>
                <a:gd name="T3" fmla="*/ 308 h 22"/>
                <a:gd name="T4" fmla="*/ 383 w 33"/>
                <a:gd name="T5" fmla="*/ 389 h 22"/>
                <a:gd name="T6" fmla="*/ 507 w 33"/>
                <a:gd name="T7" fmla="*/ 42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2">
                  <a:moveTo>
                    <a:pt x="0" y="0"/>
                  </a:moveTo>
                  <a:cubicBezTo>
                    <a:pt x="4" y="9"/>
                    <a:pt x="7" y="12"/>
                    <a:pt x="15" y="16"/>
                  </a:cubicBezTo>
                  <a:cubicBezTo>
                    <a:pt x="18" y="18"/>
                    <a:pt x="21" y="19"/>
                    <a:pt x="25" y="20"/>
                  </a:cubicBezTo>
                  <a:cubicBezTo>
                    <a:pt x="28" y="20"/>
                    <a:pt x="30" y="20"/>
                    <a:pt x="33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1" name="Freeform 124">
              <a:extLst>
                <a:ext uri="{FF2B5EF4-FFF2-40B4-BE49-F238E27FC236}">
                  <a16:creationId xmlns:a16="http://schemas.microsoft.com/office/drawing/2014/main" id="{31789E14-CADA-45CC-82DD-2A24A7757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464"/>
              <a:ext cx="40" cy="59"/>
            </a:xfrm>
            <a:custGeom>
              <a:avLst/>
              <a:gdLst>
                <a:gd name="T0" fmla="*/ 0 w 16"/>
                <a:gd name="T1" fmla="*/ 0 h 22"/>
                <a:gd name="T2" fmla="*/ 95 w 16"/>
                <a:gd name="T3" fmla="*/ 308 h 22"/>
                <a:gd name="T4" fmla="*/ 250 w 16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0" y="0"/>
                  </a:moveTo>
                  <a:cubicBezTo>
                    <a:pt x="1" y="6"/>
                    <a:pt x="1" y="12"/>
                    <a:pt x="6" y="16"/>
                  </a:cubicBezTo>
                  <a:cubicBezTo>
                    <a:pt x="9" y="19"/>
                    <a:pt x="14" y="18"/>
                    <a:pt x="16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2" name="Freeform 125">
              <a:extLst>
                <a:ext uri="{FF2B5EF4-FFF2-40B4-BE49-F238E27FC236}">
                  <a16:creationId xmlns:a16="http://schemas.microsoft.com/office/drawing/2014/main" id="{0B8305A8-B46D-4188-BDAD-F37D92411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2373"/>
              <a:ext cx="80" cy="86"/>
            </a:xfrm>
            <a:custGeom>
              <a:avLst/>
              <a:gdLst>
                <a:gd name="T0" fmla="*/ 0 w 32"/>
                <a:gd name="T1" fmla="*/ 621 h 32"/>
                <a:gd name="T2" fmla="*/ 33 w 32"/>
                <a:gd name="T3" fmla="*/ 390 h 32"/>
                <a:gd name="T4" fmla="*/ 145 w 32"/>
                <a:gd name="T5" fmla="*/ 253 h 32"/>
                <a:gd name="T6" fmla="*/ 345 w 32"/>
                <a:gd name="T7" fmla="*/ 175 h 32"/>
                <a:gd name="T8" fmla="*/ 500 w 32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0" y="32"/>
                  </a:moveTo>
                  <a:cubicBezTo>
                    <a:pt x="2" y="31"/>
                    <a:pt x="1" y="23"/>
                    <a:pt x="2" y="20"/>
                  </a:cubicBezTo>
                  <a:cubicBezTo>
                    <a:pt x="3" y="18"/>
                    <a:pt x="6" y="14"/>
                    <a:pt x="9" y="13"/>
                  </a:cubicBezTo>
                  <a:cubicBezTo>
                    <a:pt x="13" y="11"/>
                    <a:pt x="18" y="12"/>
                    <a:pt x="22" y="9"/>
                  </a:cubicBezTo>
                  <a:cubicBezTo>
                    <a:pt x="25" y="7"/>
                    <a:pt x="30" y="3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3" name="Freeform 126">
              <a:extLst>
                <a:ext uri="{FF2B5EF4-FFF2-40B4-BE49-F238E27FC236}">
                  <a16:creationId xmlns:a16="http://schemas.microsoft.com/office/drawing/2014/main" id="{9CF19A08-DDF7-4C30-8271-C7BD7BCCF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2368"/>
              <a:ext cx="77" cy="29"/>
            </a:xfrm>
            <a:custGeom>
              <a:avLst/>
              <a:gdLst>
                <a:gd name="T0" fmla="*/ 0 w 31"/>
                <a:gd name="T1" fmla="*/ 145 h 11"/>
                <a:gd name="T2" fmla="*/ 258 w 31"/>
                <a:gd name="T3" fmla="*/ 166 h 11"/>
                <a:gd name="T4" fmla="*/ 474 w 3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1">
                  <a:moveTo>
                    <a:pt x="0" y="8"/>
                  </a:moveTo>
                  <a:cubicBezTo>
                    <a:pt x="6" y="9"/>
                    <a:pt x="11" y="11"/>
                    <a:pt x="17" y="9"/>
                  </a:cubicBezTo>
                  <a:cubicBezTo>
                    <a:pt x="22" y="8"/>
                    <a:pt x="28" y="5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4" name="Freeform 127">
              <a:extLst>
                <a:ext uri="{FF2B5EF4-FFF2-40B4-BE49-F238E27FC236}">
                  <a16:creationId xmlns:a16="http://schemas.microsoft.com/office/drawing/2014/main" id="{70E090B4-C0F1-434D-826D-301B493A3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2488"/>
              <a:ext cx="38" cy="69"/>
            </a:xfrm>
            <a:custGeom>
              <a:avLst/>
              <a:gdLst>
                <a:gd name="T0" fmla="*/ 0 w 15"/>
                <a:gd name="T1" fmla="*/ 486 h 26"/>
                <a:gd name="T2" fmla="*/ 243 w 1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0" y="26"/>
                  </a:moveTo>
                  <a:cubicBezTo>
                    <a:pt x="0" y="16"/>
                    <a:pt x="2" y="0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5" name="Freeform 128">
              <a:extLst>
                <a:ext uri="{FF2B5EF4-FFF2-40B4-BE49-F238E27FC236}">
                  <a16:creationId xmlns:a16="http://schemas.microsoft.com/office/drawing/2014/main" id="{5427FEB3-6582-4BE6-8A84-FCDD360C1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2701"/>
              <a:ext cx="15" cy="67"/>
            </a:xfrm>
            <a:custGeom>
              <a:avLst/>
              <a:gdLst>
                <a:gd name="T0" fmla="*/ 0 w 6"/>
                <a:gd name="T1" fmla="*/ 0 h 25"/>
                <a:gd name="T2" fmla="*/ 95 w 6"/>
                <a:gd name="T3" fmla="*/ 273 h 25"/>
                <a:gd name="T4" fmla="*/ 95 w 6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cubicBezTo>
                    <a:pt x="3" y="5"/>
                    <a:pt x="5" y="9"/>
                    <a:pt x="6" y="14"/>
                  </a:cubicBezTo>
                  <a:cubicBezTo>
                    <a:pt x="6" y="18"/>
                    <a:pt x="5" y="21"/>
                    <a:pt x="6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6" name="Oval 129">
              <a:extLst>
                <a:ext uri="{FF2B5EF4-FFF2-40B4-BE49-F238E27FC236}">
                  <a16:creationId xmlns:a16="http://schemas.microsoft.com/office/drawing/2014/main" id="{BD069C3D-0104-4DF3-A743-B4933E8BE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" y="2405"/>
              <a:ext cx="450" cy="478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157" name="Freeform 130">
              <a:extLst>
                <a:ext uri="{FF2B5EF4-FFF2-40B4-BE49-F238E27FC236}">
                  <a16:creationId xmlns:a16="http://schemas.microsoft.com/office/drawing/2014/main" id="{3E54E4B4-74F9-497F-A72E-5C0FC00D9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435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2" y="4"/>
                    <a:pt x="4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8" name="Freeform 131">
              <a:extLst>
                <a:ext uri="{FF2B5EF4-FFF2-40B4-BE49-F238E27FC236}">
                  <a16:creationId xmlns:a16="http://schemas.microsoft.com/office/drawing/2014/main" id="{82E22608-A356-4631-8C25-8153380B9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2405"/>
              <a:ext cx="5" cy="16"/>
            </a:xfrm>
            <a:custGeom>
              <a:avLst/>
              <a:gdLst>
                <a:gd name="T0" fmla="*/ 0 w 2"/>
                <a:gd name="T1" fmla="*/ 115 h 6"/>
                <a:gd name="T2" fmla="*/ 33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2" y="5"/>
                    <a:pt x="1" y="3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9" name="Freeform 132">
              <a:extLst>
                <a:ext uri="{FF2B5EF4-FFF2-40B4-BE49-F238E27FC236}">
                  <a16:creationId xmlns:a16="http://schemas.microsoft.com/office/drawing/2014/main" id="{A993C0CE-C967-4F72-86E5-03D406F22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19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0" name="Freeform 133">
              <a:extLst>
                <a:ext uri="{FF2B5EF4-FFF2-40B4-BE49-F238E27FC236}">
                  <a16:creationId xmlns:a16="http://schemas.microsoft.com/office/drawing/2014/main" id="{CDDBA8E4-F3EE-4034-9942-BC1FE5CA4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432"/>
              <a:ext cx="12" cy="13"/>
            </a:xfrm>
            <a:custGeom>
              <a:avLst/>
              <a:gdLst>
                <a:gd name="T0" fmla="*/ 0 w 5"/>
                <a:gd name="T1" fmla="*/ 68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2" y="5"/>
                    <a:pt x="4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1" name="Freeform 134">
              <a:extLst>
                <a:ext uri="{FF2B5EF4-FFF2-40B4-BE49-F238E27FC236}">
                  <a16:creationId xmlns:a16="http://schemas.microsoft.com/office/drawing/2014/main" id="{34B8091E-5F6D-4900-95FD-202F005A5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443"/>
              <a:ext cx="2" cy="5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2" name="Freeform 135">
              <a:extLst>
                <a:ext uri="{FF2B5EF4-FFF2-40B4-BE49-F238E27FC236}">
                  <a16:creationId xmlns:a16="http://schemas.microsoft.com/office/drawing/2014/main" id="{28DAC3F5-F95A-4621-B34E-E8386A592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488"/>
              <a:ext cx="12" cy="11"/>
            </a:xfrm>
            <a:custGeom>
              <a:avLst/>
              <a:gdLst>
                <a:gd name="T0" fmla="*/ 0 w 5"/>
                <a:gd name="T1" fmla="*/ 61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4"/>
                    <a:pt x="5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3" name="Freeform 136">
              <a:extLst>
                <a:ext uri="{FF2B5EF4-FFF2-40B4-BE49-F238E27FC236}">
                  <a16:creationId xmlns:a16="http://schemas.microsoft.com/office/drawing/2014/main" id="{FC55F24F-AAF2-4748-B86F-43DC1D2B2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485"/>
              <a:ext cx="1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4" name="Freeform 137">
              <a:extLst>
                <a:ext uri="{FF2B5EF4-FFF2-40B4-BE49-F238E27FC236}">
                  <a16:creationId xmlns:a16="http://schemas.microsoft.com/office/drawing/2014/main" id="{AFE3D0B5-A607-4778-977B-3DAB224B4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549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4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5" name="Freeform 138">
              <a:extLst>
                <a:ext uri="{FF2B5EF4-FFF2-40B4-BE49-F238E27FC236}">
                  <a16:creationId xmlns:a16="http://schemas.microsoft.com/office/drawing/2014/main" id="{90F0C854-E231-48B7-A59D-78ED95005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544"/>
              <a:ext cx="5" cy="5"/>
            </a:xfrm>
            <a:custGeom>
              <a:avLst/>
              <a:gdLst>
                <a:gd name="T0" fmla="*/ 0 w 2"/>
                <a:gd name="T1" fmla="*/ 33 h 2"/>
                <a:gd name="T2" fmla="*/ 2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6" name="Freeform 139">
              <a:extLst>
                <a:ext uri="{FF2B5EF4-FFF2-40B4-BE49-F238E27FC236}">
                  <a16:creationId xmlns:a16="http://schemas.microsoft.com/office/drawing/2014/main" id="{4A90FB60-7C0E-40B5-9999-9D7EE604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2653"/>
              <a:ext cx="12" cy="3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1"/>
                    <a:pt x="4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7" name="Freeform 140">
              <a:extLst>
                <a:ext uri="{FF2B5EF4-FFF2-40B4-BE49-F238E27FC236}">
                  <a16:creationId xmlns:a16="http://schemas.microsoft.com/office/drawing/2014/main" id="{C46DAEB6-F8E3-4C32-93C8-B3ED46A8A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656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8" name="Freeform 141">
              <a:extLst>
                <a:ext uri="{FF2B5EF4-FFF2-40B4-BE49-F238E27FC236}">
                  <a16:creationId xmlns:a16="http://schemas.microsoft.com/office/drawing/2014/main" id="{57AED229-E524-4CF6-98FE-2773B9F3A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741"/>
              <a:ext cx="15" cy="8"/>
            </a:xfrm>
            <a:custGeom>
              <a:avLst/>
              <a:gdLst>
                <a:gd name="T0" fmla="*/ 0 w 6"/>
                <a:gd name="T1" fmla="*/ 0 h 3"/>
                <a:gd name="T2" fmla="*/ 63 w 6"/>
                <a:gd name="T3" fmla="*/ 35 h 3"/>
                <a:gd name="T4" fmla="*/ 95 w 6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  <a:cubicBezTo>
                    <a:pt x="4" y="2"/>
                    <a:pt x="5" y="3"/>
                    <a:pt x="6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9" name="Freeform 142">
              <a:extLst>
                <a:ext uri="{FF2B5EF4-FFF2-40B4-BE49-F238E27FC236}">
                  <a16:creationId xmlns:a16="http://schemas.microsoft.com/office/drawing/2014/main" id="{EA23F005-11FA-43A1-B9B8-75D7EF5E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744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0" name="Freeform 143">
              <a:extLst>
                <a:ext uri="{FF2B5EF4-FFF2-40B4-BE49-F238E27FC236}">
                  <a16:creationId xmlns:a16="http://schemas.microsoft.com/office/drawing/2014/main" id="{E2715139-6545-4863-8AEE-7B31A0849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813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1" name="Freeform 144">
              <a:extLst>
                <a:ext uri="{FF2B5EF4-FFF2-40B4-BE49-F238E27FC236}">
                  <a16:creationId xmlns:a16="http://schemas.microsoft.com/office/drawing/2014/main" id="{573334BA-028D-412B-86D4-F1DC55FD0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816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2" name="Freeform 145">
              <a:extLst>
                <a:ext uri="{FF2B5EF4-FFF2-40B4-BE49-F238E27FC236}">
                  <a16:creationId xmlns:a16="http://schemas.microsoft.com/office/drawing/2014/main" id="{41E895C0-7E57-4E3A-80C6-111A81DC0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861"/>
              <a:ext cx="3" cy="16"/>
            </a:xfrm>
            <a:custGeom>
              <a:avLst/>
              <a:gdLst>
                <a:gd name="T0" fmla="*/ 0 w 1"/>
                <a:gd name="T1" fmla="*/ 0 h 6"/>
                <a:gd name="T2" fmla="*/ 27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3" name="Freeform 146">
              <a:extLst>
                <a:ext uri="{FF2B5EF4-FFF2-40B4-BE49-F238E27FC236}">
                  <a16:creationId xmlns:a16="http://schemas.microsoft.com/office/drawing/2014/main" id="{CFF9DA0F-FCAC-44B9-A627-DEA1753C2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872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4" name="Freeform 147">
              <a:extLst>
                <a:ext uri="{FF2B5EF4-FFF2-40B4-BE49-F238E27FC236}">
                  <a16:creationId xmlns:a16="http://schemas.microsoft.com/office/drawing/2014/main" id="{414ED523-10F0-46E5-9F14-370496DA7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864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1"/>
                    <a:pt x="1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5" name="Freeform 148">
              <a:extLst>
                <a:ext uri="{FF2B5EF4-FFF2-40B4-BE49-F238E27FC236}">
                  <a16:creationId xmlns:a16="http://schemas.microsoft.com/office/drawing/2014/main" id="{9FBE521A-975F-4C10-A0A2-F62C64CF1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867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6" name="Freeform 149">
              <a:extLst>
                <a:ext uri="{FF2B5EF4-FFF2-40B4-BE49-F238E27FC236}">
                  <a16:creationId xmlns:a16="http://schemas.microsoft.com/office/drawing/2014/main" id="{F7D0253F-18D6-4321-8898-126E8ED4E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835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7" name="Freeform 150">
              <a:extLst>
                <a:ext uri="{FF2B5EF4-FFF2-40B4-BE49-F238E27FC236}">
                  <a16:creationId xmlns:a16="http://schemas.microsoft.com/office/drawing/2014/main" id="{B79D8694-A4A3-4048-A0BA-60F54F08B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837"/>
              <a:ext cx="7" cy="3"/>
            </a:xfrm>
            <a:custGeom>
              <a:avLst/>
              <a:gdLst>
                <a:gd name="T0" fmla="*/ 0 w 3"/>
                <a:gd name="T1" fmla="*/ 27 h 1"/>
                <a:gd name="T2" fmla="*/ 28 w 3"/>
                <a:gd name="T3" fmla="*/ 0 h 1"/>
                <a:gd name="T4" fmla="*/ 37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8" name="Freeform 151">
              <a:extLst>
                <a:ext uri="{FF2B5EF4-FFF2-40B4-BE49-F238E27FC236}">
                  <a16:creationId xmlns:a16="http://schemas.microsoft.com/office/drawing/2014/main" id="{6EB6855B-BF4B-4A2B-98A9-15545F2F1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2784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4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9" name="Freeform 152">
              <a:extLst>
                <a:ext uri="{FF2B5EF4-FFF2-40B4-BE49-F238E27FC236}">
                  <a16:creationId xmlns:a16="http://schemas.microsoft.com/office/drawing/2014/main" id="{E7611AC1-AF1D-48EB-9386-8CDDB8665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2787"/>
              <a:ext cx="7" cy="2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0"/>
                    <a:pt x="3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0" name="Freeform 153">
              <a:extLst>
                <a:ext uri="{FF2B5EF4-FFF2-40B4-BE49-F238E27FC236}">
                  <a16:creationId xmlns:a16="http://schemas.microsoft.com/office/drawing/2014/main" id="{899BEE72-50DD-4C46-86CE-8B1DD9F83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2704"/>
              <a:ext cx="12" cy="3"/>
            </a:xfrm>
            <a:custGeom>
              <a:avLst/>
              <a:gdLst>
                <a:gd name="T0" fmla="*/ 0 w 5"/>
                <a:gd name="T1" fmla="*/ 27 h 1"/>
                <a:gd name="T2" fmla="*/ 41 w 5"/>
                <a:gd name="T3" fmla="*/ 0 h 1"/>
                <a:gd name="T4" fmla="*/ 70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4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1" name="Freeform 154">
              <a:extLst>
                <a:ext uri="{FF2B5EF4-FFF2-40B4-BE49-F238E27FC236}">
                  <a16:creationId xmlns:a16="http://schemas.microsoft.com/office/drawing/2014/main" id="{733CDB51-A316-4F6F-BD88-D4C317062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2707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2" name="Freeform 155">
              <a:extLst>
                <a:ext uri="{FF2B5EF4-FFF2-40B4-BE49-F238E27FC236}">
                  <a16:creationId xmlns:a16="http://schemas.microsoft.com/office/drawing/2014/main" id="{0CA95DA4-93D5-46F3-84B5-2F89122A4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611"/>
              <a:ext cx="12" cy="8"/>
            </a:xfrm>
            <a:custGeom>
              <a:avLst/>
              <a:gdLst>
                <a:gd name="T0" fmla="*/ 0 w 5"/>
                <a:gd name="T1" fmla="*/ 0 h 3"/>
                <a:gd name="T2" fmla="*/ 7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2"/>
                    <a:pt x="4" y="2"/>
                    <a:pt x="5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3" name="Freeform 156">
              <a:extLst>
                <a:ext uri="{FF2B5EF4-FFF2-40B4-BE49-F238E27FC236}">
                  <a16:creationId xmlns:a16="http://schemas.microsoft.com/office/drawing/2014/main" id="{418582BC-015A-4B76-9C61-819B1234B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2616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4" name="Freeform 157">
              <a:extLst>
                <a:ext uri="{FF2B5EF4-FFF2-40B4-BE49-F238E27FC236}">
                  <a16:creationId xmlns:a16="http://schemas.microsoft.com/office/drawing/2014/main" id="{337BE72F-C0FF-47BC-9570-30FDF8A5F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2523"/>
              <a:ext cx="13" cy="5"/>
            </a:xfrm>
            <a:custGeom>
              <a:avLst/>
              <a:gdLst>
                <a:gd name="T0" fmla="*/ 0 w 5"/>
                <a:gd name="T1" fmla="*/ 0 h 2"/>
                <a:gd name="T2" fmla="*/ 68 w 5"/>
                <a:gd name="T3" fmla="*/ 20 h 2"/>
                <a:gd name="T4" fmla="*/ 88 w 5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  <a:cubicBezTo>
                    <a:pt x="5" y="1"/>
                    <a:pt x="5" y="2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5" name="Freeform 158">
              <a:extLst>
                <a:ext uri="{FF2B5EF4-FFF2-40B4-BE49-F238E27FC236}">
                  <a16:creationId xmlns:a16="http://schemas.microsoft.com/office/drawing/2014/main" id="{79C87BD8-9506-4DCB-85C4-47A64873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437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6" name="Oval 159">
              <a:extLst>
                <a:ext uri="{FF2B5EF4-FFF2-40B4-BE49-F238E27FC236}">
                  <a16:creationId xmlns:a16="http://schemas.microsoft.com/office/drawing/2014/main" id="{50D20F55-9B99-44D7-8A58-3EACB77DF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" y="2323"/>
              <a:ext cx="605" cy="64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187" name="Freeform 160">
              <a:extLst>
                <a:ext uri="{FF2B5EF4-FFF2-40B4-BE49-F238E27FC236}">
                  <a16:creationId xmlns:a16="http://schemas.microsoft.com/office/drawing/2014/main" id="{49BC878D-3F44-4CBC-B9A3-3A52A5C79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429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83 w 6"/>
                <a:gd name="T3" fmla="*/ 77 h 6"/>
                <a:gd name="T4" fmla="*/ 95 w 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1"/>
                    <a:pt x="3" y="3"/>
                    <a:pt x="5" y="4"/>
                  </a:cubicBezTo>
                  <a:cubicBezTo>
                    <a:pt x="5" y="5"/>
                    <a:pt x="6" y="5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8" name="Freeform 161">
              <a:extLst>
                <a:ext uri="{FF2B5EF4-FFF2-40B4-BE49-F238E27FC236}">
                  <a16:creationId xmlns:a16="http://schemas.microsoft.com/office/drawing/2014/main" id="{6A630BB4-4B02-4F95-9BB6-CECA805DB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440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9" name="Freeform 162">
              <a:extLst>
                <a:ext uri="{FF2B5EF4-FFF2-40B4-BE49-F238E27FC236}">
                  <a16:creationId xmlns:a16="http://schemas.microsoft.com/office/drawing/2014/main" id="{0D7F8345-2381-430A-A215-2655EC577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603"/>
              <a:ext cx="20" cy="2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0" name="Freeform 163">
              <a:extLst>
                <a:ext uri="{FF2B5EF4-FFF2-40B4-BE49-F238E27FC236}">
                  <a16:creationId xmlns:a16="http://schemas.microsoft.com/office/drawing/2014/main" id="{71F96ED0-4FBB-4B3F-A2EA-1FE76D178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2605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1" name="Freeform 164">
              <a:extLst>
                <a:ext uri="{FF2B5EF4-FFF2-40B4-BE49-F238E27FC236}">
                  <a16:creationId xmlns:a16="http://schemas.microsoft.com/office/drawing/2014/main" id="{A33CB233-4871-4412-856B-376F17799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2776"/>
              <a:ext cx="20" cy="11"/>
            </a:xfrm>
            <a:custGeom>
              <a:avLst/>
              <a:gdLst>
                <a:gd name="T0" fmla="*/ 0 w 8"/>
                <a:gd name="T1" fmla="*/ 61 h 4"/>
                <a:gd name="T2" fmla="*/ 63 w 8"/>
                <a:gd name="T3" fmla="*/ 47 h 4"/>
                <a:gd name="T4" fmla="*/ 125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3"/>
                  </a:moveTo>
                  <a:cubicBezTo>
                    <a:pt x="1" y="4"/>
                    <a:pt x="3" y="2"/>
                    <a:pt x="4" y="2"/>
                  </a:cubicBezTo>
                  <a:cubicBezTo>
                    <a:pt x="5" y="1"/>
                    <a:pt x="7" y="1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2" name="Freeform 165">
              <a:extLst>
                <a:ext uri="{FF2B5EF4-FFF2-40B4-BE49-F238E27FC236}">
                  <a16:creationId xmlns:a16="http://schemas.microsoft.com/office/drawing/2014/main" id="{7D7A1B09-961F-477C-8CCA-ADB086CE3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779"/>
              <a:ext cx="7" cy="2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3" name="Freeform 166">
              <a:extLst>
                <a:ext uri="{FF2B5EF4-FFF2-40B4-BE49-F238E27FC236}">
                  <a16:creationId xmlns:a16="http://schemas.microsoft.com/office/drawing/2014/main" id="{D77231C3-B4FB-470D-A4C3-AA914FF95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896"/>
              <a:ext cx="13" cy="16"/>
            </a:xfrm>
            <a:custGeom>
              <a:avLst/>
              <a:gdLst>
                <a:gd name="T0" fmla="*/ 0 w 5"/>
                <a:gd name="T1" fmla="*/ 115 h 6"/>
                <a:gd name="T2" fmla="*/ 8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3" y="5"/>
                    <a:pt x="3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4" name="Freeform 167">
              <a:extLst>
                <a:ext uri="{FF2B5EF4-FFF2-40B4-BE49-F238E27FC236}">
                  <a16:creationId xmlns:a16="http://schemas.microsoft.com/office/drawing/2014/main" id="{7DB7C50D-C5EB-4F65-8858-9C824BDB9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2899"/>
              <a:ext cx="8" cy="2"/>
            </a:xfrm>
            <a:custGeom>
              <a:avLst/>
              <a:gdLst>
                <a:gd name="T0" fmla="*/ 0 w 3"/>
                <a:gd name="T1" fmla="*/ 8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5" name="Freeform 168">
              <a:extLst>
                <a:ext uri="{FF2B5EF4-FFF2-40B4-BE49-F238E27FC236}">
                  <a16:creationId xmlns:a16="http://schemas.microsoft.com/office/drawing/2014/main" id="{0BB9D1FD-84AA-4C99-9D88-F3E1FCE29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952"/>
              <a:ext cx="7" cy="21"/>
            </a:xfrm>
            <a:custGeom>
              <a:avLst/>
              <a:gdLst>
                <a:gd name="T0" fmla="*/ 37 w 3"/>
                <a:gd name="T1" fmla="*/ 0 h 8"/>
                <a:gd name="T2" fmla="*/ 0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3" y="3"/>
                    <a:pt x="2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6" name="Freeform 169">
              <a:extLst>
                <a:ext uri="{FF2B5EF4-FFF2-40B4-BE49-F238E27FC236}">
                  <a16:creationId xmlns:a16="http://schemas.microsoft.com/office/drawing/2014/main" id="{4E3A342B-247A-4867-B73A-632B9088D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971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7" name="Freeform 170">
              <a:extLst>
                <a:ext uri="{FF2B5EF4-FFF2-40B4-BE49-F238E27FC236}">
                  <a16:creationId xmlns:a16="http://schemas.microsoft.com/office/drawing/2014/main" id="{ED655C22-9308-4210-941E-7A81D4F72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960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63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3"/>
                    <a:pt x="2" y="5"/>
                    <a:pt x="4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8" name="Freeform 171">
              <a:extLst>
                <a:ext uri="{FF2B5EF4-FFF2-40B4-BE49-F238E27FC236}">
                  <a16:creationId xmlns:a16="http://schemas.microsoft.com/office/drawing/2014/main" id="{10D8C6F5-E2FD-45A9-96B9-71C1EEEC0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976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9" name="Freeform 172">
              <a:extLst>
                <a:ext uri="{FF2B5EF4-FFF2-40B4-BE49-F238E27FC236}">
                  <a16:creationId xmlns:a16="http://schemas.microsoft.com/office/drawing/2014/main" id="{458A2EBF-560C-411B-BC98-3B096E7E3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885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0" name="Freeform 173">
              <a:extLst>
                <a:ext uri="{FF2B5EF4-FFF2-40B4-BE49-F238E27FC236}">
                  <a16:creationId xmlns:a16="http://schemas.microsoft.com/office/drawing/2014/main" id="{5CC31C76-0DE3-457D-A743-2EE7C89F9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888"/>
              <a:ext cx="8" cy="3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1" name="Freeform 174">
              <a:extLst>
                <a:ext uri="{FF2B5EF4-FFF2-40B4-BE49-F238E27FC236}">
                  <a16:creationId xmlns:a16="http://schemas.microsoft.com/office/drawing/2014/main" id="{EC627FD4-0F82-4AC2-8655-AEEC9E699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765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5" y="2"/>
                    <a:pt x="8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2" name="Freeform 175">
              <a:extLst>
                <a:ext uri="{FF2B5EF4-FFF2-40B4-BE49-F238E27FC236}">
                  <a16:creationId xmlns:a16="http://schemas.microsoft.com/office/drawing/2014/main" id="{54143D08-FD2E-4EC3-A9E3-5A53B9448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771"/>
              <a:ext cx="2" cy="8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3" name="Freeform 176">
              <a:extLst>
                <a:ext uri="{FF2B5EF4-FFF2-40B4-BE49-F238E27FC236}">
                  <a16:creationId xmlns:a16="http://schemas.microsoft.com/office/drawing/2014/main" id="{DE55050B-2E04-40A0-9F2C-8A815FD8F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605"/>
              <a:ext cx="20" cy="3"/>
            </a:xfrm>
            <a:custGeom>
              <a:avLst/>
              <a:gdLst>
                <a:gd name="T0" fmla="*/ 0 w 8"/>
                <a:gd name="T1" fmla="*/ 27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4" name="Freeform 177">
              <a:extLst>
                <a:ext uri="{FF2B5EF4-FFF2-40B4-BE49-F238E27FC236}">
                  <a16:creationId xmlns:a16="http://schemas.microsoft.com/office/drawing/2014/main" id="{A6B21DB3-68E8-4427-BE32-52F0D13F3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605"/>
              <a:ext cx="7" cy="3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5" name="Freeform 178">
              <a:extLst>
                <a:ext uri="{FF2B5EF4-FFF2-40B4-BE49-F238E27FC236}">
                  <a16:creationId xmlns:a16="http://schemas.microsoft.com/office/drawing/2014/main" id="{D421492C-775D-4A48-AACC-21E897244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432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4"/>
                    <a:pt x="5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6" name="Freeform 179">
              <a:extLst>
                <a:ext uri="{FF2B5EF4-FFF2-40B4-BE49-F238E27FC236}">
                  <a16:creationId xmlns:a16="http://schemas.microsoft.com/office/drawing/2014/main" id="{C995F775-F38E-42EB-9BB1-0CCF8ED5A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443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7" name="Freeform 180">
              <a:extLst>
                <a:ext uri="{FF2B5EF4-FFF2-40B4-BE49-F238E27FC236}">
                  <a16:creationId xmlns:a16="http://schemas.microsoft.com/office/drawing/2014/main" id="{A680610F-87BA-48A4-B8ED-749166A2F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323"/>
              <a:ext cx="10" cy="21"/>
            </a:xfrm>
            <a:custGeom>
              <a:avLst/>
              <a:gdLst>
                <a:gd name="T0" fmla="*/ 0 w 4"/>
                <a:gd name="T1" fmla="*/ 144 h 8"/>
                <a:gd name="T2" fmla="*/ 6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2" y="7"/>
                    <a:pt x="4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8" name="Freeform 181">
              <a:extLst>
                <a:ext uri="{FF2B5EF4-FFF2-40B4-BE49-F238E27FC236}">
                  <a16:creationId xmlns:a16="http://schemas.microsoft.com/office/drawing/2014/main" id="{6EA9009F-4330-40F6-B00F-1AC8DDEDF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2325"/>
              <a:ext cx="8" cy="6"/>
            </a:xfrm>
            <a:custGeom>
              <a:avLst/>
              <a:gdLst>
                <a:gd name="T0" fmla="*/ 0 w 3"/>
                <a:gd name="T1" fmla="*/ 54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9" name="Freeform 182">
              <a:extLst>
                <a:ext uri="{FF2B5EF4-FFF2-40B4-BE49-F238E27FC236}">
                  <a16:creationId xmlns:a16="http://schemas.microsoft.com/office/drawing/2014/main" id="{FA912963-E2BA-4B47-8E95-7CA8DC3C2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307"/>
              <a:ext cx="5" cy="21"/>
            </a:xfrm>
            <a:custGeom>
              <a:avLst/>
              <a:gdLst>
                <a:gd name="T0" fmla="*/ 0 w 2"/>
                <a:gd name="T1" fmla="*/ 0 h 8"/>
                <a:gd name="T2" fmla="*/ 20 w 2"/>
                <a:gd name="T3" fmla="*/ 89 h 8"/>
                <a:gd name="T4" fmla="*/ 33 w 2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2"/>
                    <a:pt x="1" y="4"/>
                    <a:pt x="1" y="5"/>
                  </a:cubicBezTo>
                  <a:cubicBezTo>
                    <a:pt x="2" y="6"/>
                    <a:pt x="2" y="7"/>
                    <a:pt x="2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0" name="Freeform 183">
              <a:extLst>
                <a:ext uri="{FF2B5EF4-FFF2-40B4-BE49-F238E27FC236}">
                  <a16:creationId xmlns:a16="http://schemas.microsoft.com/office/drawing/2014/main" id="{F0DD53EC-CB5F-4A7D-9935-726C6EBFD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2323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1" name="Oval 184">
              <a:extLst>
                <a:ext uri="{FF2B5EF4-FFF2-40B4-BE49-F238E27FC236}">
                  <a16:creationId xmlns:a16="http://schemas.microsoft.com/office/drawing/2014/main" id="{EBB40B7F-71AC-4256-9826-C6E923ABF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" y="2299"/>
              <a:ext cx="645" cy="690"/>
            </a:xfrm>
            <a:prstGeom prst="ellipse">
              <a:avLst/>
            </a:prstGeom>
            <a:noFill/>
            <a:ln w="12700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12" name="Freeform 185">
              <a:extLst>
                <a:ext uri="{FF2B5EF4-FFF2-40B4-BE49-F238E27FC236}">
                  <a16:creationId xmlns:a16="http://schemas.microsoft.com/office/drawing/2014/main" id="{24B6176A-67CE-45AD-9C31-76C4F11C3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803"/>
              <a:ext cx="1160" cy="1160"/>
            </a:xfrm>
            <a:custGeom>
              <a:avLst/>
              <a:gdLst>
                <a:gd name="T0" fmla="*/ 6908 w 464"/>
                <a:gd name="T1" fmla="*/ 2867 h 435"/>
                <a:gd name="T2" fmla="*/ 5083 w 464"/>
                <a:gd name="T3" fmla="*/ 5688 h 435"/>
                <a:gd name="T4" fmla="*/ 1813 w 464"/>
                <a:gd name="T5" fmla="*/ 8248 h 435"/>
                <a:gd name="T6" fmla="*/ 1813 w 464"/>
                <a:gd name="T7" fmla="*/ 8248 h 435"/>
                <a:gd name="T8" fmla="*/ 3050 w 464"/>
                <a:gd name="T9" fmla="*/ 5995 h 435"/>
                <a:gd name="T10" fmla="*/ 1033 w 464"/>
                <a:gd name="T11" fmla="*/ 3528 h 435"/>
                <a:gd name="T12" fmla="*/ 0 w 464"/>
                <a:gd name="T13" fmla="*/ 3869 h 435"/>
                <a:gd name="T14" fmla="*/ 4925 w 464"/>
                <a:gd name="T15" fmla="*/ 797 h 435"/>
                <a:gd name="T16" fmla="*/ 5500 w 464"/>
                <a:gd name="T17" fmla="*/ 341 h 435"/>
                <a:gd name="T18" fmla="*/ 7125 w 464"/>
                <a:gd name="T19" fmla="*/ 1080 h 435"/>
                <a:gd name="T20" fmla="*/ 7208 w 464"/>
                <a:gd name="T21" fmla="*/ 1992 h 435"/>
                <a:gd name="T22" fmla="*/ 6908 w 464"/>
                <a:gd name="T23" fmla="*/ 2867 h 4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4" h="435">
                  <a:moveTo>
                    <a:pt x="442" y="151"/>
                  </a:moveTo>
                  <a:cubicBezTo>
                    <a:pt x="406" y="213"/>
                    <a:pt x="379" y="251"/>
                    <a:pt x="325" y="300"/>
                  </a:cubicBezTo>
                  <a:cubicBezTo>
                    <a:pt x="271" y="350"/>
                    <a:pt x="188" y="407"/>
                    <a:pt x="116" y="435"/>
                  </a:cubicBezTo>
                  <a:cubicBezTo>
                    <a:pt x="116" y="435"/>
                    <a:pt x="116" y="435"/>
                    <a:pt x="116" y="435"/>
                  </a:cubicBezTo>
                  <a:cubicBezTo>
                    <a:pt x="162" y="416"/>
                    <a:pt x="195" y="370"/>
                    <a:pt x="195" y="316"/>
                  </a:cubicBezTo>
                  <a:cubicBezTo>
                    <a:pt x="195" y="244"/>
                    <a:pt x="137" y="186"/>
                    <a:pt x="66" y="186"/>
                  </a:cubicBezTo>
                  <a:cubicBezTo>
                    <a:pt x="42" y="186"/>
                    <a:pt x="20" y="193"/>
                    <a:pt x="0" y="204"/>
                  </a:cubicBezTo>
                  <a:cubicBezTo>
                    <a:pt x="87" y="155"/>
                    <a:pt x="178" y="153"/>
                    <a:pt x="315" y="42"/>
                  </a:cubicBezTo>
                  <a:cubicBezTo>
                    <a:pt x="328" y="31"/>
                    <a:pt x="338" y="23"/>
                    <a:pt x="352" y="18"/>
                  </a:cubicBezTo>
                  <a:cubicBezTo>
                    <a:pt x="392" y="0"/>
                    <a:pt x="438" y="18"/>
                    <a:pt x="456" y="57"/>
                  </a:cubicBezTo>
                  <a:cubicBezTo>
                    <a:pt x="463" y="73"/>
                    <a:pt x="464" y="90"/>
                    <a:pt x="461" y="105"/>
                  </a:cubicBezTo>
                  <a:cubicBezTo>
                    <a:pt x="457" y="118"/>
                    <a:pt x="452" y="134"/>
                    <a:pt x="442" y="151"/>
                  </a:cubicBezTo>
                  <a:close/>
                </a:path>
              </a:pathLst>
            </a:custGeom>
            <a:noFill/>
            <a:ln w="1270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3" name="Oval 186">
              <a:extLst>
                <a:ext uri="{FF2B5EF4-FFF2-40B4-BE49-F238E27FC236}">
                  <a16:creationId xmlns:a16="http://schemas.microsoft.com/office/drawing/2014/main" id="{6F45DF16-A1CA-4C4B-B38A-4C8032B73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424"/>
              <a:ext cx="415" cy="443"/>
            </a:xfrm>
            <a:prstGeom prst="ellipse">
              <a:avLst/>
            </a:prstGeom>
            <a:noFill/>
            <a:ln w="12700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0723" name="Diagram-of-arterial-vasoconstriction">
            <a:extLst>
              <a:ext uri="{FF2B5EF4-FFF2-40B4-BE49-F238E27FC236}">
                <a16:creationId xmlns:a16="http://schemas.microsoft.com/office/drawing/2014/main" id="{4C54CFF1-55D6-49B8-94C6-C2F17D1B0E72}"/>
              </a:ext>
            </a:extLst>
          </p:cNvPr>
          <p:cNvGrpSpPr>
            <a:grpSpLocks/>
          </p:cNvGrpSpPr>
          <p:nvPr/>
        </p:nvGrpSpPr>
        <p:grpSpPr bwMode="auto">
          <a:xfrm>
            <a:off x="4879975" y="2852738"/>
            <a:ext cx="2128838" cy="1884362"/>
            <a:chOff x="2114" y="1797"/>
            <a:chExt cx="1341" cy="1187"/>
          </a:xfrm>
        </p:grpSpPr>
        <p:sp>
          <p:nvSpPr>
            <p:cNvPr id="30875" name="Freeform 188">
              <a:extLst>
                <a:ext uri="{FF2B5EF4-FFF2-40B4-BE49-F238E27FC236}">
                  <a16:creationId xmlns:a16="http://schemas.microsoft.com/office/drawing/2014/main" id="{D57C609B-15C3-4B21-A427-A97FA1C44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797"/>
              <a:ext cx="1141" cy="1096"/>
            </a:xfrm>
            <a:custGeom>
              <a:avLst/>
              <a:gdLst>
                <a:gd name="T0" fmla="*/ 6798 w 456"/>
                <a:gd name="T1" fmla="*/ 2765 h 411"/>
                <a:gd name="T2" fmla="*/ 4922 w 456"/>
                <a:gd name="T3" fmla="*/ 5427 h 411"/>
                <a:gd name="T4" fmla="*/ 1629 w 456"/>
                <a:gd name="T5" fmla="*/ 7795 h 411"/>
                <a:gd name="T6" fmla="*/ 1629 w 456"/>
                <a:gd name="T7" fmla="*/ 7795 h 411"/>
                <a:gd name="T8" fmla="*/ 2755 w 456"/>
                <a:gd name="T9" fmla="*/ 5768 h 411"/>
                <a:gd name="T10" fmla="*/ 938 w 456"/>
                <a:gd name="T11" fmla="*/ 3549 h 411"/>
                <a:gd name="T12" fmla="*/ 0 w 456"/>
                <a:gd name="T13" fmla="*/ 3848 h 411"/>
                <a:gd name="T14" fmla="*/ 4934 w 456"/>
                <a:gd name="T15" fmla="*/ 797 h 411"/>
                <a:gd name="T16" fmla="*/ 5527 w 456"/>
                <a:gd name="T17" fmla="*/ 341 h 411"/>
                <a:gd name="T18" fmla="*/ 6999 w 456"/>
                <a:gd name="T19" fmla="*/ 989 h 411"/>
                <a:gd name="T20" fmla="*/ 7081 w 456"/>
                <a:gd name="T21" fmla="*/ 1899 h 411"/>
                <a:gd name="T22" fmla="*/ 6798 w 456"/>
                <a:gd name="T23" fmla="*/ 2765 h 4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6" h="411">
                  <a:moveTo>
                    <a:pt x="434" y="146"/>
                  </a:moveTo>
                  <a:cubicBezTo>
                    <a:pt x="398" y="208"/>
                    <a:pt x="368" y="236"/>
                    <a:pt x="314" y="286"/>
                  </a:cubicBezTo>
                  <a:cubicBezTo>
                    <a:pt x="260" y="335"/>
                    <a:pt x="170" y="386"/>
                    <a:pt x="104" y="411"/>
                  </a:cubicBezTo>
                  <a:cubicBezTo>
                    <a:pt x="104" y="411"/>
                    <a:pt x="104" y="411"/>
                    <a:pt x="104" y="411"/>
                  </a:cubicBezTo>
                  <a:cubicBezTo>
                    <a:pt x="146" y="394"/>
                    <a:pt x="176" y="352"/>
                    <a:pt x="176" y="304"/>
                  </a:cubicBezTo>
                  <a:cubicBezTo>
                    <a:pt x="176" y="239"/>
                    <a:pt x="124" y="187"/>
                    <a:pt x="60" y="187"/>
                  </a:cubicBezTo>
                  <a:cubicBezTo>
                    <a:pt x="38" y="187"/>
                    <a:pt x="18" y="193"/>
                    <a:pt x="0" y="203"/>
                  </a:cubicBezTo>
                  <a:cubicBezTo>
                    <a:pt x="79" y="159"/>
                    <a:pt x="179" y="154"/>
                    <a:pt x="315" y="42"/>
                  </a:cubicBezTo>
                  <a:cubicBezTo>
                    <a:pt x="329" y="31"/>
                    <a:pt x="338" y="24"/>
                    <a:pt x="353" y="18"/>
                  </a:cubicBezTo>
                  <a:cubicBezTo>
                    <a:pt x="392" y="0"/>
                    <a:pt x="429" y="13"/>
                    <a:pt x="447" y="52"/>
                  </a:cubicBezTo>
                  <a:cubicBezTo>
                    <a:pt x="454" y="68"/>
                    <a:pt x="456" y="85"/>
                    <a:pt x="452" y="100"/>
                  </a:cubicBezTo>
                  <a:cubicBezTo>
                    <a:pt x="449" y="113"/>
                    <a:pt x="443" y="129"/>
                    <a:pt x="434" y="146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Freeform 189">
              <a:extLst>
                <a:ext uri="{FF2B5EF4-FFF2-40B4-BE49-F238E27FC236}">
                  <a16:creationId xmlns:a16="http://schemas.microsoft.com/office/drawing/2014/main" id="{8A30EAFA-E7A5-49A0-949A-3B3E4665C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880"/>
              <a:ext cx="733" cy="931"/>
            </a:xfrm>
            <a:custGeom>
              <a:avLst/>
              <a:gdLst>
                <a:gd name="T0" fmla="*/ 1801 w 293"/>
                <a:gd name="T1" fmla="*/ 4860 h 349"/>
                <a:gd name="T2" fmla="*/ 0 w 293"/>
                <a:gd name="T3" fmla="*/ 6626 h 349"/>
                <a:gd name="T4" fmla="*/ 2317 w 293"/>
                <a:gd name="T5" fmla="*/ 4804 h 349"/>
                <a:gd name="T6" fmla="*/ 4180 w 293"/>
                <a:gd name="T7" fmla="*/ 2142 h 349"/>
                <a:gd name="T8" fmla="*/ 4476 w 293"/>
                <a:gd name="T9" fmla="*/ 1275 h 349"/>
                <a:gd name="T10" fmla="*/ 4130 w 293"/>
                <a:gd name="T11" fmla="*/ 0 h 349"/>
                <a:gd name="T12" fmla="*/ 3713 w 293"/>
                <a:gd name="T13" fmla="*/ 2505 h 349"/>
                <a:gd name="T14" fmla="*/ 1801 w 293"/>
                <a:gd name="T15" fmla="*/ 4860 h 3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3" h="349">
                  <a:moveTo>
                    <a:pt x="115" y="256"/>
                  </a:moveTo>
                  <a:cubicBezTo>
                    <a:pt x="76" y="295"/>
                    <a:pt x="33" y="327"/>
                    <a:pt x="0" y="349"/>
                  </a:cubicBezTo>
                  <a:cubicBezTo>
                    <a:pt x="47" y="323"/>
                    <a:pt x="110" y="288"/>
                    <a:pt x="148" y="253"/>
                  </a:cubicBezTo>
                  <a:cubicBezTo>
                    <a:pt x="202" y="204"/>
                    <a:pt x="232" y="175"/>
                    <a:pt x="267" y="113"/>
                  </a:cubicBezTo>
                  <a:cubicBezTo>
                    <a:pt x="277" y="96"/>
                    <a:pt x="282" y="80"/>
                    <a:pt x="286" y="67"/>
                  </a:cubicBezTo>
                  <a:cubicBezTo>
                    <a:pt x="293" y="47"/>
                    <a:pt x="279" y="14"/>
                    <a:pt x="264" y="0"/>
                  </a:cubicBezTo>
                  <a:cubicBezTo>
                    <a:pt x="281" y="29"/>
                    <a:pt x="277" y="69"/>
                    <a:pt x="237" y="132"/>
                  </a:cubicBezTo>
                  <a:cubicBezTo>
                    <a:pt x="215" y="167"/>
                    <a:pt x="167" y="210"/>
                    <a:pt x="115" y="256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7" name="Freeform 190">
              <a:extLst>
                <a:ext uri="{FF2B5EF4-FFF2-40B4-BE49-F238E27FC236}">
                  <a16:creationId xmlns:a16="http://schemas.microsoft.com/office/drawing/2014/main" id="{AD65FD2E-E00B-47F8-BECB-B3C07B454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931"/>
              <a:ext cx="358" cy="624"/>
            </a:xfrm>
            <a:custGeom>
              <a:avLst/>
              <a:gdLst>
                <a:gd name="T0" fmla="*/ 0 w 143"/>
                <a:gd name="T1" fmla="*/ 4437 h 234"/>
                <a:gd name="T2" fmla="*/ 1868 w 143"/>
                <a:gd name="T3" fmla="*/ 1784 h 234"/>
                <a:gd name="T4" fmla="*/ 2163 w 143"/>
                <a:gd name="T5" fmla="*/ 909 h 234"/>
                <a:gd name="T6" fmla="*/ 2038 w 143"/>
                <a:gd name="T7" fmla="*/ 0 h 234"/>
                <a:gd name="T8" fmla="*/ 1963 w 143"/>
                <a:gd name="T9" fmla="*/ 1251 h 234"/>
                <a:gd name="T10" fmla="*/ 0 w 143"/>
                <a:gd name="T11" fmla="*/ 4437 h 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234">
                  <a:moveTo>
                    <a:pt x="0" y="234"/>
                  </a:moveTo>
                  <a:cubicBezTo>
                    <a:pt x="54" y="185"/>
                    <a:pt x="84" y="156"/>
                    <a:pt x="119" y="94"/>
                  </a:cubicBezTo>
                  <a:cubicBezTo>
                    <a:pt x="129" y="77"/>
                    <a:pt x="134" y="61"/>
                    <a:pt x="138" y="48"/>
                  </a:cubicBezTo>
                  <a:cubicBezTo>
                    <a:pt x="143" y="35"/>
                    <a:pt x="138" y="15"/>
                    <a:pt x="130" y="0"/>
                  </a:cubicBezTo>
                  <a:cubicBezTo>
                    <a:pt x="134" y="13"/>
                    <a:pt x="141" y="28"/>
                    <a:pt x="125" y="66"/>
                  </a:cubicBezTo>
                  <a:cubicBezTo>
                    <a:pt x="109" y="104"/>
                    <a:pt x="60" y="178"/>
                    <a:pt x="0" y="234"/>
                  </a:cubicBezTo>
                  <a:close/>
                </a:path>
              </a:pathLst>
            </a:custGeom>
            <a:solidFill>
              <a:srgbClr val="E564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8" name="Freeform 191">
              <a:extLst>
                <a:ext uri="{FF2B5EF4-FFF2-40B4-BE49-F238E27FC236}">
                  <a16:creationId xmlns:a16="http://schemas.microsoft.com/office/drawing/2014/main" id="{F856A571-CD33-4CFF-B765-6B6DAAA61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829"/>
              <a:ext cx="798" cy="430"/>
            </a:xfrm>
            <a:custGeom>
              <a:avLst/>
              <a:gdLst>
                <a:gd name="T0" fmla="*/ 0 w 319"/>
                <a:gd name="T1" fmla="*/ 3066 h 161"/>
                <a:gd name="T2" fmla="*/ 3567 w 319"/>
                <a:gd name="T3" fmla="*/ 742 h 161"/>
                <a:gd name="T4" fmla="*/ 4150 w 319"/>
                <a:gd name="T5" fmla="*/ 264 h 161"/>
                <a:gd name="T6" fmla="*/ 4993 w 319"/>
                <a:gd name="T7" fmla="*/ 171 h 161"/>
                <a:gd name="T8" fmla="*/ 3960 w 319"/>
                <a:gd name="T9" fmla="*/ 606 h 161"/>
                <a:gd name="T10" fmla="*/ 0 w 319"/>
                <a:gd name="T11" fmla="*/ 3066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9" h="161">
                  <a:moveTo>
                    <a:pt x="0" y="161"/>
                  </a:moveTo>
                  <a:cubicBezTo>
                    <a:pt x="55" y="141"/>
                    <a:pt x="140" y="110"/>
                    <a:pt x="228" y="39"/>
                  </a:cubicBezTo>
                  <a:cubicBezTo>
                    <a:pt x="241" y="28"/>
                    <a:pt x="250" y="20"/>
                    <a:pt x="265" y="14"/>
                  </a:cubicBezTo>
                  <a:cubicBezTo>
                    <a:pt x="286" y="5"/>
                    <a:pt x="300" y="0"/>
                    <a:pt x="319" y="9"/>
                  </a:cubicBezTo>
                  <a:cubicBezTo>
                    <a:pt x="301" y="7"/>
                    <a:pt x="283" y="11"/>
                    <a:pt x="253" y="32"/>
                  </a:cubicBezTo>
                  <a:cubicBezTo>
                    <a:pt x="222" y="53"/>
                    <a:pt x="125" y="129"/>
                    <a:pt x="0" y="161"/>
                  </a:cubicBezTo>
                  <a:close/>
                </a:path>
              </a:pathLst>
            </a:custGeom>
            <a:solidFill>
              <a:srgbClr val="FCE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9" name="Oval 192">
              <a:extLst>
                <a:ext uri="{FF2B5EF4-FFF2-40B4-BE49-F238E27FC236}">
                  <a16:creationId xmlns:a16="http://schemas.microsoft.com/office/drawing/2014/main" id="{82E8407F-A45B-4972-AE22-4732B9FC1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2" y="2296"/>
              <a:ext cx="583" cy="621"/>
            </a:xfrm>
            <a:prstGeom prst="ellipse">
              <a:avLst/>
            </a:prstGeom>
            <a:solidFill>
              <a:srgbClr val="EE9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80" name="Oval 193">
              <a:extLst>
                <a:ext uri="{FF2B5EF4-FFF2-40B4-BE49-F238E27FC236}">
                  <a16:creationId xmlns:a16="http://schemas.microsoft.com/office/drawing/2014/main" id="{1A9FC6D9-BE4B-40B8-9B0C-4131661D9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325"/>
              <a:ext cx="528" cy="563"/>
            </a:xfrm>
            <a:prstGeom prst="ellipse">
              <a:avLst/>
            </a:pr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81" name="Oval 194">
              <a:extLst>
                <a:ext uri="{FF2B5EF4-FFF2-40B4-BE49-F238E27FC236}">
                  <a16:creationId xmlns:a16="http://schemas.microsoft.com/office/drawing/2014/main" id="{DEF60857-760F-4842-AC73-7013A8639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2448"/>
              <a:ext cx="301" cy="320"/>
            </a:xfrm>
            <a:prstGeom prst="ellipse">
              <a:avLst/>
            </a:pr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82" name="Oval 195">
              <a:extLst>
                <a:ext uri="{FF2B5EF4-FFF2-40B4-BE49-F238E27FC236}">
                  <a16:creationId xmlns:a16="http://schemas.microsoft.com/office/drawing/2014/main" id="{AA3CA40C-621B-4B41-8D02-1F619E033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461"/>
              <a:ext cx="275" cy="294"/>
            </a:xfrm>
            <a:prstGeom prst="ellipse">
              <a:avLst/>
            </a:prstGeom>
            <a:solidFill>
              <a:srgbClr val="BF6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83" name="Oval 196">
              <a:extLst>
                <a:ext uri="{FF2B5EF4-FFF2-40B4-BE49-F238E27FC236}">
                  <a16:creationId xmlns:a16="http://schemas.microsoft.com/office/drawing/2014/main" id="{1F68CEF0-C874-4952-BCD2-5CAC720E2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477"/>
              <a:ext cx="243" cy="259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84" name="Freeform 197">
              <a:extLst>
                <a:ext uri="{FF2B5EF4-FFF2-40B4-BE49-F238E27FC236}">
                  <a16:creationId xmlns:a16="http://schemas.microsoft.com/office/drawing/2014/main" id="{E1642394-A048-4D05-9086-0775B05BE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475"/>
              <a:ext cx="240" cy="234"/>
            </a:xfrm>
            <a:custGeom>
              <a:avLst/>
              <a:gdLst>
                <a:gd name="T0" fmla="*/ 220 w 96"/>
                <a:gd name="T1" fmla="*/ 1295 h 88"/>
                <a:gd name="T2" fmla="*/ 908 w 96"/>
                <a:gd name="T3" fmla="*/ 362 h 88"/>
                <a:gd name="T4" fmla="*/ 1500 w 96"/>
                <a:gd name="T5" fmla="*/ 715 h 88"/>
                <a:gd name="T6" fmla="*/ 750 w 96"/>
                <a:gd name="T7" fmla="*/ 0 h 88"/>
                <a:gd name="T8" fmla="*/ 0 w 96"/>
                <a:gd name="T9" fmla="*/ 920 h 88"/>
                <a:gd name="T10" fmla="*/ 333 w 96"/>
                <a:gd name="T11" fmla="*/ 1654 h 88"/>
                <a:gd name="T12" fmla="*/ 220 w 96"/>
                <a:gd name="T13" fmla="*/ 1295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88">
                  <a:moveTo>
                    <a:pt x="14" y="69"/>
                  </a:moveTo>
                  <a:cubicBezTo>
                    <a:pt x="13" y="38"/>
                    <a:pt x="31" y="19"/>
                    <a:pt x="58" y="19"/>
                  </a:cubicBezTo>
                  <a:cubicBezTo>
                    <a:pt x="69" y="19"/>
                    <a:pt x="88" y="22"/>
                    <a:pt x="96" y="38"/>
                  </a:cubicBezTo>
                  <a:cubicBezTo>
                    <a:pt x="91" y="16"/>
                    <a:pt x="71" y="0"/>
                    <a:pt x="48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65"/>
                    <a:pt x="8" y="80"/>
                    <a:pt x="21" y="88"/>
                  </a:cubicBezTo>
                  <a:cubicBezTo>
                    <a:pt x="13" y="80"/>
                    <a:pt x="14" y="73"/>
                    <a:pt x="14" y="69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5" name="Freeform 198">
              <a:extLst>
                <a:ext uri="{FF2B5EF4-FFF2-40B4-BE49-F238E27FC236}">
                  <a16:creationId xmlns:a16="http://schemas.microsoft.com/office/drawing/2014/main" id="{E54B9D5C-4D8A-4452-A638-BADC50CCE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461"/>
              <a:ext cx="212" cy="240"/>
            </a:xfrm>
            <a:custGeom>
              <a:avLst/>
              <a:gdLst>
                <a:gd name="T0" fmla="*/ 324 w 85"/>
                <a:gd name="T1" fmla="*/ 1707 h 90"/>
                <a:gd name="T2" fmla="*/ 155 w 85"/>
                <a:gd name="T3" fmla="*/ 832 h 90"/>
                <a:gd name="T4" fmla="*/ 1070 w 85"/>
                <a:gd name="T5" fmla="*/ 227 h 90"/>
                <a:gd name="T6" fmla="*/ 1319 w 85"/>
                <a:gd name="T7" fmla="*/ 397 h 90"/>
                <a:gd name="T8" fmla="*/ 995 w 85"/>
                <a:gd name="T9" fmla="*/ 149 h 90"/>
                <a:gd name="T10" fmla="*/ 75 w 85"/>
                <a:gd name="T11" fmla="*/ 760 h 90"/>
                <a:gd name="T12" fmla="*/ 324 w 85"/>
                <a:gd name="T13" fmla="*/ 1707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90">
                  <a:moveTo>
                    <a:pt x="21" y="90"/>
                  </a:moveTo>
                  <a:cubicBezTo>
                    <a:pt x="10" y="78"/>
                    <a:pt x="5" y="61"/>
                    <a:pt x="10" y="44"/>
                  </a:cubicBezTo>
                  <a:cubicBezTo>
                    <a:pt x="17" y="19"/>
                    <a:pt x="44" y="5"/>
                    <a:pt x="69" y="12"/>
                  </a:cubicBezTo>
                  <a:cubicBezTo>
                    <a:pt x="75" y="14"/>
                    <a:pt x="80" y="17"/>
                    <a:pt x="85" y="21"/>
                  </a:cubicBezTo>
                  <a:cubicBezTo>
                    <a:pt x="80" y="15"/>
                    <a:pt x="72" y="10"/>
                    <a:pt x="64" y="8"/>
                  </a:cubicBezTo>
                  <a:cubicBezTo>
                    <a:pt x="39" y="0"/>
                    <a:pt x="12" y="15"/>
                    <a:pt x="5" y="40"/>
                  </a:cubicBezTo>
                  <a:cubicBezTo>
                    <a:pt x="0" y="59"/>
                    <a:pt x="6" y="78"/>
                    <a:pt x="21" y="90"/>
                  </a:cubicBezTo>
                  <a:close/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6" name="Freeform 199">
              <a:extLst>
                <a:ext uri="{FF2B5EF4-FFF2-40B4-BE49-F238E27FC236}">
                  <a16:creationId xmlns:a16="http://schemas.microsoft.com/office/drawing/2014/main" id="{8B13BCCA-1C3C-4574-88BF-0B3F31B4B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464"/>
              <a:ext cx="8" cy="11"/>
            </a:xfrm>
            <a:custGeom>
              <a:avLst/>
              <a:gdLst>
                <a:gd name="T0" fmla="*/ 35 w 3"/>
                <a:gd name="T1" fmla="*/ 0 h 4"/>
                <a:gd name="T2" fmla="*/ 35 w 3"/>
                <a:gd name="T3" fmla="*/ 47 h 4"/>
                <a:gd name="T4" fmla="*/ 0 w 3"/>
                <a:gd name="T5" fmla="*/ 83 h 4"/>
                <a:gd name="T6" fmla="*/ 0 w 3"/>
                <a:gd name="T7" fmla="*/ 47 h 4"/>
                <a:gd name="T8" fmla="*/ 35 w 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0"/>
                    <a:pt x="3" y="1"/>
                    <a:pt x="2" y="2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7" name="Freeform 200">
              <a:extLst>
                <a:ext uri="{FF2B5EF4-FFF2-40B4-BE49-F238E27FC236}">
                  <a16:creationId xmlns:a16="http://schemas.microsoft.com/office/drawing/2014/main" id="{1F205E92-64A6-4C12-8DBB-BCBD94078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344"/>
              <a:ext cx="13" cy="8"/>
            </a:xfrm>
            <a:custGeom>
              <a:avLst/>
              <a:gdLst>
                <a:gd name="T0" fmla="*/ 88 w 5"/>
                <a:gd name="T1" fmla="*/ 0 h 3"/>
                <a:gd name="T2" fmla="*/ 55 w 5"/>
                <a:gd name="T3" fmla="*/ 35 h 3"/>
                <a:gd name="T4" fmla="*/ 21 w 5"/>
                <a:gd name="T5" fmla="*/ 35 h 3"/>
                <a:gd name="T6" fmla="*/ 34 w 5"/>
                <a:gd name="T7" fmla="*/ 0 h 3"/>
                <a:gd name="T8" fmla="*/ 88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0"/>
                    <a:pt x="4" y="1"/>
                    <a:pt x="3" y="2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8" name="Freeform 201">
              <a:extLst>
                <a:ext uri="{FF2B5EF4-FFF2-40B4-BE49-F238E27FC236}">
                  <a16:creationId xmlns:a16="http://schemas.microsoft.com/office/drawing/2014/main" id="{592AD379-396D-41DA-A18A-7248506F1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307"/>
              <a:ext cx="10" cy="5"/>
            </a:xfrm>
            <a:custGeom>
              <a:avLst/>
              <a:gdLst>
                <a:gd name="T0" fmla="*/ 63 w 4"/>
                <a:gd name="T1" fmla="*/ 20 h 2"/>
                <a:gd name="T2" fmla="*/ 33 w 4"/>
                <a:gd name="T3" fmla="*/ 33 h 2"/>
                <a:gd name="T4" fmla="*/ 0 w 4"/>
                <a:gd name="T5" fmla="*/ 20 h 2"/>
                <a:gd name="T6" fmla="*/ 33 w 4"/>
                <a:gd name="T7" fmla="*/ 0 h 2"/>
                <a:gd name="T8" fmla="*/ 63 w 4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1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9" name="Freeform 202">
              <a:extLst>
                <a:ext uri="{FF2B5EF4-FFF2-40B4-BE49-F238E27FC236}">
                  <a16:creationId xmlns:a16="http://schemas.microsoft.com/office/drawing/2014/main" id="{A5C375BF-6766-4847-A220-502F9ADD7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360"/>
              <a:ext cx="13" cy="8"/>
            </a:xfrm>
            <a:custGeom>
              <a:avLst/>
              <a:gdLst>
                <a:gd name="T0" fmla="*/ 68 w 5"/>
                <a:gd name="T1" fmla="*/ 56 h 3"/>
                <a:gd name="T2" fmla="*/ 34 w 5"/>
                <a:gd name="T3" fmla="*/ 35 h 3"/>
                <a:gd name="T4" fmla="*/ 0 w 5"/>
                <a:gd name="T5" fmla="*/ 21 h 3"/>
                <a:gd name="T6" fmla="*/ 55 w 5"/>
                <a:gd name="T7" fmla="*/ 21 h 3"/>
                <a:gd name="T8" fmla="*/ 68 w 5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4" y="3"/>
                  </a:moveTo>
                  <a:cubicBezTo>
                    <a:pt x="4" y="3"/>
                    <a:pt x="3" y="3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0" name="Freeform 203">
              <a:extLst>
                <a:ext uri="{FF2B5EF4-FFF2-40B4-BE49-F238E27FC236}">
                  <a16:creationId xmlns:a16="http://schemas.microsoft.com/office/drawing/2014/main" id="{C5931176-F727-4602-A4AE-0F3113E2D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488"/>
              <a:ext cx="5" cy="13"/>
            </a:xfrm>
            <a:custGeom>
              <a:avLst/>
              <a:gdLst>
                <a:gd name="T0" fmla="*/ 33 w 2"/>
                <a:gd name="T1" fmla="*/ 88 h 5"/>
                <a:gd name="T2" fmla="*/ 0 w 2"/>
                <a:gd name="T3" fmla="*/ 55 h 5"/>
                <a:gd name="T4" fmla="*/ 0 w 2"/>
                <a:gd name="T5" fmla="*/ 0 h 5"/>
                <a:gd name="T6" fmla="*/ 33 w 2"/>
                <a:gd name="T7" fmla="*/ 34 h 5"/>
                <a:gd name="T8" fmla="*/ 33 w 2"/>
                <a:gd name="T9" fmla="*/ 8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2" y="3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1" name="Freeform 204">
              <a:extLst>
                <a:ext uri="{FF2B5EF4-FFF2-40B4-BE49-F238E27FC236}">
                  <a16:creationId xmlns:a16="http://schemas.microsoft.com/office/drawing/2014/main" id="{2BA23A9E-6255-4008-B030-6669A3F1A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637"/>
              <a:ext cx="5" cy="14"/>
            </a:xfrm>
            <a:custGeom>
              <a:avLst/>
              <a:gdLst>
                <a:gd name="T0" fmla="*/ 0 w 2"/>
                <a:gd name="T1" fmla="*/ 109 h 5"/>
                <a:gd name="T2" fmla="*/ 0 w 2"/>
                <a:gd name="T3" fmla="*/ 62 h 5"/>
                <a:gd name="T4" fmla="*/ 20 w 2"/>
                <a:gd name="T5" fmla="*/ 0 h 5"/>
                <a:gd name="T6" fmla="*/ 20 w 2"/>
                <a:gd name="T7" fmla="*/ 62 h 5"/>
                <a:gd name="T8" fmla="*/ 0 w 2"/>
                <a:gd name="T9" fmla="*/ 10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1" y="3"/>
                  </a:cubicBezTo>
                  <a:cubicBezTo>
                    <a:pt x="1" y="4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2" name="Freeform 205">
              <a:extLst>
                <a:ext uri="{FF2B5EF4-FFF2-40B4-BE49-F238E27FC236}">
                  <a16:creationId xmlns:a16="http://schemas.microsoft.com/office/drawing/2014/main" id="{6A7E0348-5A8A-4157-83E5-96C8BEAC4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771"/>
              <a:ext cx="8" cy="10"/>
            </a:xfrm>
            <a:custGeom>
              <a:avLst/>
              <a:gdLst>
                <a:gd name="T0" fmla="*/ 0 w 3"/>
                <a:gd name="T1" fmla="*/ 63 h 4"/>
                <a:gd name="T2" fmla="*/ 21 w 3"/>
                <a:gd name="T3" fmla="*/ 20 h 4"/>
                <a:gd name="T4" fmla="*/ 56 w 3"/>
                <a:gd name="T5" fmla="*/ 0 h 4"/>
                <a:gd name="T6" fmla="*/ 35 w 3"/>
                <a:gd name="T7" fmla="*/ 33 h 4"/>
                <a:gd name="T8" fmla="*/ 0 w 3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1"/>
                    <a:pt x="2" y="2"/>
                  </a:cubicBezTo>
                  <a:cubicBezTo>
                    <a:pt x="1" y="3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3" name="Freeform 206">
              <a:extLst>
                <a:ext uri="{FF2B5EF4-FFF2-40B4-BE49-F238E27FC236}">
                  <a16:creationId xmlns:a16="http://schemas.microsoft.com/office/drawing/2014/main" id="{D5B15805-3BF6-4C9F-A578-6EA8A8A8B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867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20 w 4"/>
                <a:gd name="T3" fmla="*/ 21 h 3"/>
                <a:gd name="T4" fmla="*/ 63 w 4"/>
                <a:gd name="T5" fmla="*/ 0 h 3"/>
                <a:gd name="T6" fmla="*/ 33 w 4"/>
                <a:gd name="T7" fmla="*/ 35 h 3"/>
                <a:gd name="T8" fmla="*/ 0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4" y="0"/>
                    <a:pt x="4" y="0"/>
                  </a:cubicBezTo>
                  <a:cubicBezTo>
                    <a:pt x="4" y="1"/>
                    <a:pt x="3" y="1"/>
                    <a:pt x="2" y="2"/>
                  </a:cubicBezTo>
                  <a:cubicBezTo>
                    <a:pt x="1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4" name="Freeform 207">
              <a:extLst>
                <a:ext uri="{FF2B5EF4-FFF2-40B4-BE49-F238E27FC236}">
                  <a16:creationId xmlns:a16="http://schemas.microsoft.com/office/drawing/2014/main" id="{14D6B3B9-FBDA-45EC-B160-F453DF1BE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904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33 w 4"/>
                <a:gd name="T3" fmla="*/ 0 h 1"/>
                <a:gd name="T4" fmla="*/ 63 w 4"/>
                <a:gd name="T5" fmla="*/ 0 h 1"/>
                <a:gd name="T6" fmla="*/ 33 w 4"/>
                <a:gd name="T7" fmla="*/ 27 h 1"/>
                <a:gd name="T8" fmla="*/ 0 w 4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5" name="Freeform 208">
              <a:extLst>
                <a:ext uri="{FF2B5EF4-FFF2-40B4-BE49-F238E27FC236}">
                  <a16:creationId xmlns:a16="http://schemas.microsoft.com/office/drawing/2014/main" id="{73C3679F-73A7-4F38-BD22-9A3498797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869"/>
              <a:ext cx="12" cy="8"/>
            </a:xfrm>
            <a:custGeom>
              <a:avLst/>
              <a:gdLst>
                <a:gd name="T0" fmla="*/ 0 w 5"/>
                <a:gd name="T1" fmla="*/ 0 h 3"/>
                <a:gd name="T2" fmla="*/ 41 w 5"/>
                <a:gd name="T3" fmla="*/ 21 h 3"/>
                <a:gd name="T4" fmla="*/ 58 w 5"/>
                <a:gd name="T5" fmla="*/ 35 h 3"/>
                <a:gd name="T6" fmla="*/ 29 w 5"/>
                <a:gd name="T7" fmla="*/ 35 h 3"/>
                <a:gd name="T8" fmla="*/ 0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5" y="2"/>
                    <a:pt x="4" y="2"/>
                  </a:cubicBezTo>
                  <a:cubicBezTo>
                    <a:pt x="4" y="3"/>
                    <a:pt x="3" y="3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6" name="Freeform 209">
              <a:extLst>
                <a:ext uri="{FF2B5EF4-FFF2-40B4-BE49-F238E27FC236}">
                  <a16:creationId xmlns:a16="http://schemas.microsoft.com/office/drawing/2014/main" id="{8EC864D6-8E51-4286-8D2F-0332BFEAF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784"/>
              <a:ext cx="10" cy="11"/>
            </a:xfrm>
            <a:custGeom>
              <a:avLst/>
              <a:gdLst>
                <a:gd name="T0" fmla="*/ 0 w 4"/>
                <a:gd name="T1" fmla="*/ 0 h 4"/>
                <a:gd name="T2" fmla="*/ 33 w 4"/>
                <a:gd name="T3" fmla="*/ 22 h 4"/>
                <a:gd name="T4" fmla="*/ 50 w 4"/>
                <a:gd name="T5" fmla="*/ 83 h 4"/>
                <a:gd name="T6" fmla="*/ 20 w 4"/>
                <a:gd name="T7" fmla="*/ 47 h 4"/>
                <a:gd name="T8" fmla="*/ 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0"/>
                    <a:pt x="1" y="0"/>
                    <a:pt x="2" y="1"/>
                  </a:cubicBezTo>
                  <a:cubicBezTo>
                    <a:pt x="3" y="2"/>
                    <a:pt x="4" y="3"/>
                    <a:pt x="3" y="4"/>
                  </a:cubicBezTo>
                  <a:cubicBezTo>
                    <a:pt x="3" y="4"/>
                    <a:pt x="2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7" name="Freeform 210">
              <a:extLst>
                <a:ext uri="{FF2B5EF4-FFF2-40B4-BE49-F238E27FC236}">
                  <a16:creationId xmlns:a16="http://schemas.microsoft.com/office/drawing/2014/main" id="{A8EC4F5B-65CA-4EA5-92C3-605EDDFE7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651"/>
              <a:ext cx="5" cy="13"/>
            </a:xfrm>
            <a:custGeom>
              <a:avLst/>
              <a:gdLst>
                <a:gd name="T0" fmla="*/ 20 w 2"/>
                <a:gd name="T1" fmla="*/ 21 h 5"/>
                <a:gd name="T2" fmla="*/ 33 w 2"/>
                <a:gd name="T3" fmla="*/ 55 h 5"/>
                <a:gd name="T4" fmla="*/ 33 w 2"/>
                <a:gd name="T5" fmla="*/ 88 h 5"/>
                <a:gd name="T6" fmla="*/ 20 w 2"/>
                <a:gd name="T7" fmla="*/ 55 h 5"/>
                <a:gd name="T8" fmla="*/ 20 w 2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1" y="1"/>
                  </a:moveTo>
                  <a:cubicBezTo>
                    <a:pt x="1" y="0"/>
                    <a:pt x="2" y="1"/>
                    <a:pt x="2" y="3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8" name="Freeform 211">
              <a:extLst>
                <a:ext uri="{FF2B5EF4-FFF2-40B4-BE49-F238E27FC236}">
                  <a16:creationId xmlns:a16="http://schemas.microsoft.com/office/drawing/2014/main" id="{4C7B4F85-E867-4BC4-9CF8-A2616C01B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597"/>
              <a:ext cx="142" cy="126"/>
            </a:xfrm>
            <a:custGeom>
              <a:avLst/>
              <a:gdLst>
                <a:gd name="T0" fmla="*/ 882 w 57"/>
                <a:gd name="T1" fmla="*/ 21 h 47"/>
                <a:gd name="T2" fmla="*/ 199 w 57"/>
                <a:gd name="T3" fmla="*/ 869 h 47"/>
                <a:gd name="T4" fmla="*/ 0 w 57"/>
                <a:gd name="T5" fmla="*/ 885 h 47"/>
                <a:gd name="T6" fmla="*/ 187 w 57"/>
                <a:gd name="T7" fmla="*/ 906 h 47"/>
                <a:gd name="T8" fmla="*/ 882 w 57"/>
                <a:gd name="T9" fmla="*/ 35 h 47"/>
                <a:gd name="T10" fmla="*/ 882 w 57"/>
                <a:gd name="T11" fmla="*/ 21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7">
                  <a:moveTo>
                    <a:pt x="57" y="1"/>
                  </a:moveTo>
                  <a:cubicBezTo>
                    <a:pt x="55" y="25"/>
                    <a:pt x="37" y="44"/>
                    <a:pt x="13" y="45"/>
                  </a:cubicBezTo>
                  <a:cubicBezTo>
                    <a:pt x="11" y="46"/>
                    <a:pt x="5" y="46"/>
                    <a:pt x="0" y="46"/>
                  </a:cubicBezTo>
                  <a:cubicBezTo>
                    <a:pt x="4" y="47"/>
                    <a:pt x="8" y="47"/>
                    <a:pt x="12" y="47"/>
                  </a:cubicBezTo>
                  <a:cubicBezTo>
                    <a:pt x="37" y="47"/>
                    <a:pt x="57" y="27"/>
                    <a:pt x="57" y="2"/>
                  </a:cubicBezTo>
                  <a:cubicBezTo>
                    <a:pt x="57" y="0"/>
                    <a:pt x="57" y="1"/>
                    <a:pt x="57" y="1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9" name="Freeform 212">
              <a:extLst>
                <a:ext uri="{FF2B5EF4-FFF2-40B4-BE49-F238E27FC236}">
                  <a16:creationId xmlns:a16="http://schemas.microsoft.com/office/drawing/2014/main" id="{BC3D0AA5-C0B1-4B35-88A9-126EDA1E8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419"/>
              <a:ext cx="512" cy="496"/>
            </a:xfrm>
            <a:custGeom>
              <a:avLst/>
              <a:gdLst>
                <a:gd name="T0" fmla="*/ 1716 w 205"/>
                <a:gd name="T1" fmla="*/ 2069 h 186"/>
                <a:gd name="T2" fmla="*/ 3194 w 205"/>
                <a:gd name="T3" fmla="*/ 661 h 186"/>
                <a:gd name="T4" fmla="*/ 1509 w 205"/>
                <a:gd name="T5" fmla="*/ 1173 h 186"/>
                <a:gd name="T6" fmla="*/ 762 w 205"/>
                <a:gd name="T7" fmla="*/ 0 h 186"/>
                <a:gd name="T8" fmla="*/ 824 w 205"/>
                <a:gd name="T9" fmla="*/ 115 h 186"/>
                <a:gd name="T10" fmla="*/ 1124 w 205"/>
                <a:gd name="T11" fmla="*/ 1344 h 186"/>
                <a:gd name="T12" fmla="*/ 417 w 205"/>
                <a:gd name="T13" fmla="*/ 3072 h 186"/>
                <a:gd name="T14" fmla="*/ 387 w 205"/>
                <a:gd name="T15" fmla="*/ 3107 h 186"/>
                <a:gd name="T16" fmla="*/ 1716 w 205"/>
                <a:gd name="T17" fmla="*/ 2069 h 1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86">
                  <a:moveTo>
                    <a:pt x="110" y="109"/>
                  </a:moveTo>
                  <a:cubicBezTo>
                    <a:pt x="205" y="35"/>
                    <a:pt x="205" y="35"/>
                    <a:pt x="205" y="35"/>
                  </a:cubicBezTo>
                  <a:cubicBezTo>
                    <a:pt x="190" y="50"/>
                    <a:pt x="112" y="86"/>
                    <a:pt x="97" y="62"/>
                  </a:cubicBezTo>
                  <a:cubicBezTo>
                    <a:pt x="83" y="38"/>
                    <a:pt x="75" y="23"/>
                    <a:pt x="49" y="0"/>
                  </a:cubicBezTo>
                  <a:cubicBezTo>
                    <a:pt x="50" y="1"/>
                    <a:pt x="52" y="3"/>
                    <a:pt x="53" y="6"/>
                  </a:cubicBezTo>
                  <a:cubicBezTo>
                    <a:pt x="65" y="25"/>
                    <a:pt x="72" y="47"/>
                    <a:pt x="72" y="71"/>
                  </a:cubicBezTo>
                  <a:cubicBezTo>
                    <a:pt x="72" y="108"/>
                    <a:pt x="54" y="141"/>
                    <a:pt x="27" y="162"/>
                  </a:cubicBezTo>
                  <a:cubicBezTo>
                    <a:pt x="27" y="163"/>
                    <a:pt x="26" y="164"/>
                    <a:pt x="25" y="164"/>
                  </a:cubicBezTo>
                  <a:cubicBezTo>
                    <a:pt x="0" y="186"/>
                    <a:pt x="110" y="109"/>
                    <a:pt x="110" y="109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0" name="Freeform 213">
              <a:extLst>
                <a:ext uri="{FF2B5EF4-FFF2-40B4-BE49-F238E27FC236}">
                  <a16:creationId xmlns:a16="http://schemas.microsoft.com/office/drawing/2014/main" id="{99E8B3CF-6A5C-48DE-8CF8-D23FF46CB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547"/>
              <a:ext cx="143" cy="261"/>
            </a:xfrm>
            <a:custGeom>
              <a:avLst/>
              <a:gdLst>
                <a:gd name="T0" fmla="*/ 0 w 57"/>
                <a:gd name="T1" fmla="*/ 0 h 98"/>
                <a:gd name="T2" fmla="*/ 83 w 57"/>
                <a:gd name="T3" fmla="*/ 264 h 98"/>
                <a:gd name="T4" fmla="*/ 50 w 57"/>
                <a:gd name="T5" fmla="*/ 453 h 98"/>
                <a:gd name="T6" fmla="*/ 125 w 57"/>
                <a:gd name="T7" fmla="*/ 589 h 98"/>
                <a:gd name="T8" fmla="*/ 95 w 57"/>
                <a:gd name="T9" fmla="*/ 929 h 98"/>
                <a:gd name="T10" fmla="*/ 334 w 57"/>
                <a:gd name="T11" fmla="*/ 1148 h 98"/>
                <a:gd name="T12" fmla="*/ 379 w 57"/>
                <a:gd name="T13" fmla="*/ 1475 h 98"/>
                <a:gd name="T14" fmla="*/ 617 w 57"/>
                <a:gd name="T15" fmla="*/ 1646 h 98"/>
                <a:gd name="T16" fmla="*/ 743 w 57"/>
                <a:gd name="T17" fmla="*/ 1830 h 98"/>
                <a:gd name="T18" fmla="*/ 901 w 57"/>
                <a:gd name="T19" fmla="*/ 1774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98">
                  <a:moveTo>
                    <a:pt x="0" y="0"/>
                  </a:moveTo>
                  <a:cubicBezTo>
                    <a:pt x="5" y="4"/>
                    <a:pt x="6" y="7"/>
                    <a:pt x="5" y="14"/>
                  </a:cubicBezTo>
                  <a:cubicBezTo>
                    <a:pt x="4" y="17"/>
                    <a:pt x="3" y="21"/>
                    <a:pt x="3" y="24"/>
                  </a:cubicBezTo>
                  <a:cubicBezTo>
                    <a:pt x="4" y="27"/>
                    <a:pt x="7" y="29"/>
                    <a:pt x="8" y="31"/>
                  </a:cubicBezTo>
                  <a:cubicBezTo>
                    <a:pt x="11" y="38"/>
                    <a:pt x="6" y="43"/>
                    <a:pt x="6" y="49"/>
                  </a:cubicBezTo>
                  <a:cubicBezTo>
                    <a:pt x="7" y="57"/>
                    <a:pt x="16" y="57"/>
                    <a:pt x="21" y="61"/>
                  </a:cubicBezTo>
                  <a:cubicBezTo>
                    <a:pt x="26" y="66"/>
                    <a:pt x="22" y="73"/>
                    <a:pt x="24" y="78"/>
                  </a:cubicBezTo>
                  <a:cubicBezTo>
                    <a:pt x="27" y="86"/>
                    <a:pt x="34" y="84"/>
                    <a:pt x="39" y="87"/>
                  </a:cubicBezTo>
                  <a:cubicBezTo>
                    <a:pt x="43" y="90"/>
                    <a:pt x="41" y="96"/>
                    <a:pt x="47" y="97"/>
                  </a:cubicBezTo>
                  <a:cubicBezTo>
                    <a:pt x="51" y="98"/>
                    <a:pt x="53" y="94"/>
                    <a:pt x="57" y="9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1" name="Freeform 214">
              <a:extLst>
                <a:ext uri="{FF2B5EF4-FFF2-40B4-BE49-F238E27FC236}">
                  <a16:creationId xmlns:a16="http://schemas.microsoft.com/office/drawing/2014/main" id="{FABE5521-9E0A-4CEE-B501-C563D5D76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584"/>
              <a:ext cx="47" cy="200"/>
            </a:xfrm>
            <a:custGeom>
              <a:avLst/>
              <a:gdLst>
                <a:gd name="T0" fmla="*/ 0 w 19"/>
                <a:gd name="T1" fmla="*/ 0 h 75"/>
                <a:gd name="T2" fmla="*/ 74 w 19"/>
                <a:gd name="T3" fmla="*/ 227 h 75"/>
                <a:gd name="T4" fmla="*/ 62 w 19"/>
                <a:gd name="T5" fmla="*/ 419 h 75"/>
                <a:gd name="T6" fmla="*/ 134 w 19"/>
                <a:gd name="T7" fmla="*/ 627 h 75"/>
                <a:gd name="T8" fmla="*/ 134 w 19"/>
                <a:gd name="T9" fmla="*/ 819 h 75"/>
                <a:gd name="T10" fmla="*/ 104 w 19"/>
                <a:gd name="T11" fmla="*/ 1003 h 75"/>
                <a:gd name="T12" fmla="*/ 215 w 19"/>
                <a:gd name="T13" fmla="*/ 1160 h 75"/>
                <a:gd name="T14" fmla="*/ 245 w 19"/>
                <a:gd name="T15" fmla="*/ 1421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75">
                  <a:moveTo>
                    <a:pt x="0" y="0"/>
                  </a:moveTo>
                  <a:cubicBezTo>
                    <a:pt x="5" y="0"/>
                    <a:pt x="5" y="9"/>
                    <a:pt x="5" y="12"/>
                  </a:cubicBezTo>
                  <a:cubicBezTo>
                    <a:pt x="4" y="16"/>
                    <a:pt x="3" y="19"/>
                    <a:pt x="4" y="22"/>
                  </a:cubicBezTo>
                  <a:cubicBezTo>
                    <a:pt x="6" y="26"/>
                    <a:pt x="9" y="28"/>
                    <a:pt x="9" y="33"/>
                  </a:cubicBezTo>
                  <a:cubicBezTo>
                    <a:pt x="9" y="36"/>
                    <a:pt x="9" y="40"/>
                    <a:pt x="9" y="43"/>
                  </a:cubicBezTo>
                  <a:cubicBezTo>
                    <a:pt x="9" y="46"/>
                    <a:pt x="6" y="49"/>
                    <a:pt x="7" y="53"/>
                  </a:cubicBezTo>
                  <a:cubicBezTo>
                    <a:pt x="8" y="57"/>
                    <a:pt x="11" y="58"/>
                    <a:pt x="14" y="61"/>
                  </a:cubicBezTo>
                  <a:cubicBezTo>
                    <a:pt x="19" y="65"/>
                    <a:pt x="18" y="69"/>
                    <a:pt x="16" y="7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2" name="Freeform 215">
              <a:extLst>
                <a:ext uri="{FF2B5EF4-FFF2-40B4-BE49-F238E27FC236}">
                  <a16:creationId xmlns:a16="http://schemas.microsoft.com/office/drawing/2014/main" id="{8F4776F1-6490-485D-831E-6C1435A0F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605"/>
              <a:ext cx="22" cy="64"/>
            </a:xfrm>
            <a:custGeom>
              <a:avLst/>
              <a:gdLst>
                <a:gd name="T0" fmla="*/ 59 w 9"/>
                <a:gd name="T1" fmla="*/ 0 h 24"/>
                <a:gd name="T2" fmla="*/ 132 w 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4" y="0"/>
                  </a:moveTo>
                  <a:cubicBezTo>
                    <a:pt x="0" y="7"/>
                    <a:pt x="5" y="18"/>
                    <a:pt x="9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3" name="Freeform 216">
              <a:extLst>
                <a:ext uri="{FF2B5EF4-FFF2-40B4-BE49-F238E27FC236}">
                  <a16:creationId xmlns:a16="http://schemas.microsoft.com/office/drawing/2014/main" id="{46B8AC81-A144-4F39-92BB-2F6E40A80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421"/>
              <a:ext cx="50" cy="163"/>
            </a:xfrm>
            <a:custGeom>
              <a:avLst/>
              <a:gdLst>
                <a:gd name="T0" fmla="*/ 0 w 20"/>
                <a:gd name="T1" fmla="*/ 1165 h 61"/>
                <a:gd name="T2" fmla="*/ 95 w 20"/>
                <a:gd name="T3" fmla="*/ 935 h 61"/>
                <a:gd name="T4" fmla="*/ 125 w 20"/>
                <a:gd name="T5" fmla="*/ 743 h 61"/>
                <a:gd name="T6" fmla="*/ 125 w 20"/>
                <a:gd name="T7" fmla="*/ 593 h 61"/>
                <a:gd name="T8" fmla="*/ 313 w 20"/>
                <a:gd name="T9" fmla="*/ 265 h 61"/>
                <a:gd name="T10" fmla="*/ 283 w 20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1">
                  <a:moveTo>
                    <a:pt x="0" y="61"/>
                  </a:moveTo>
                  <a:cubicBezTo>
                    <a:pt x="2" y="56"/>
                    <a:pt x="3" y="53"/>
                    <a:pt x="6" y="49"/>
                  </a:cubicBezTo>
                  <a:cubicBezTo>
                    <a:pt x="8" y="46"/>
                    <a:pt x="9" y="43"/>
                    <a:pt x="8" y="39"/>
                  </a:cubicBezTo>
                  <a:cubicBezTo>
                    <a:pt x="8" y="36"/>
                    <a:pt x="7" y="34"/>
                    <a:pt x="8" y="31"/>
                  </a:cubicBezTo>
                  <a:cubicBezTo>
                    <a:pt x="11" y="24"/>
                    <a:pt x="18" y="21"/>
                    <a:pt x="20" y="14"/>
                  </a:cubicBezTo>
                  <a:cubicBezTo>
                    <a:pt x="20" y="10"/>
                    <a:pt x="20" y="4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4" name="Freeform 217">
              <a:extLst>
                <a:ext uri="{FF2B5EF4-FFF2-40B4-BE49-F238E27FC236}">
                  <a16:creationId xmlns:a16="http://schemas.microsoft.com/office/drawing/2014/main" id="{8763CC04-CA1E-4FE1-8BF0-C95914718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331"/>
              <a:ext cx="245" cy="160"/>
            </a:xfrm>
            <a:custGeom>
              <a:avLst/>
              <a:gdLst>
                <a:gd name="T0" fmla="*/ 20 w 98"/>
                <a:gd name="T1" fmla="*/ 1139 h 60"/>
                <a:gd name="T2" fmla="*/ 20 w 98"/>
                <a:gd name="T3" fmla="*/ 989 h 60"/>
                <a:gd name="T4" fmla="*/ 63 w 98"/>
                <a:gd name="T5" fmla="*/ 853 h 60"/>
                <a:gd name="T6" fmla="*/ 125 w 98"/>
                <a:gd name="T7" fmla="*/ 683 h 60"/>
                <a:gd name="T8" fmla="*/ 345 w 98"/>
                <a:gd name="T9" fmla="*/ 547 h 60"/>
                <a:gd name="T10" fmla="*/ 438 w 98"/>
                <a:gd name="T11" fmla="*/ 419 h 60"/>
                <a:gd name="T12" fmla="*/ 500 w 98"/>
                <a:gd name="T13" fmla="*/ 341 h 60"/>
                <a:gd name="T14" fmla="*/ 800 w 98"/>
                <a:gd name="T15" fmla="*/ 248 h 60"/>
                <a:gd name="T16" fmla="*/ 1020 w 98"/>
                <a:gd name="T17" fmla="*/ 115 h 60"/>
                <a:gd name="T18" fmla="*/ 1375 w 98"/>
                <a:gd name="T19" fmla="*/ 115 h 60"/>
                <a:gd name="T20" fmla="*/ 1533 w 98"/>
                <a:gd name="T21" fmla="*/ 0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60">
                  <a:moveTo>
                    <a:pt x="1" y="60"/>
                  </a:moveTo>
                  <a:cubicBezTo>
                    <a:pt x="1" y="57"/>
                    <a:pt x="0" y="55"/>
                    <a:pt x="1" y="52"/>
                  </a:cubicBezTo>
                  <a:cubicBezTo>
                    <a:pt x="1" y="49"/>
                    <a:pt x="3" y="48"/>
                    <a:pt x="4" y="45"/>
                  </a:cubicBezTo>
                  <a:cubicBezTo>
                    <a:pt x="5" y="42"/>
                    <a:pt x="6" y="39"/>
                    <a:pt x="8" y="36"/>
                  </a:cubicBezTo>
                  <a:cubicBezTo>
                    <a:pt x="11" y="32"/>
                    <a:pt x="18" y="32"/>
                    <a:pt x="22" y="29"/>
                  </a:cubicBezTo>
                  <a:cubicBezTo>
                    <a:pt x="24" y="27"/>
                    <a:pt x="27" y="25"/>
                    <a:pt x="28" y="22"/>
                  </a:cubicBezTo>
                  <a:cubicBezTo>
                    <a:pt x="30" y="20"/>
                    <a:pt x="30" y="19"/>
                    <a:pt x="32" y="18"/>
                  </a:cubicBezTo>
                  <a:cubicBezTo>
                    <a:pt x="38" y="16"/>
                    <a:pt x="46" y="16"/>
                    <a:pt x="51" y="13"/>
                  </a:cubicBezTo>
                  <a:cubicBezTo>
                    <a:pt x="57" y="10"/>
                    <a:pt x="59" y="4"/>
                    <a:pt x="65" y="6"/>
                  </a:cubicBezTo>
                  <a:cubicBezTo>
                    <a:pt x="73" y="8"/>
                    <a:pt x="81" y="10"/>
                    <a:pt x="88" y="6"/>
                  </a:cubicBezTo>
                  <a:cubicBezTo>
                    <a:pt x="91" y="4"/>
                    <a:pt x="95" y="2"/>
                    <a:pt x="9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5" name="Freeform 218">
              <a:extLst>
                <a:ext uri="{FF2B5EF4-FFF2-40B4-BE49-F238E27FC236}">
                  <a16:creationId xmlns:a16="http://schemas.microsoft.com/office/drawing/2014/main" id="{8F3E119D-B145-4249-9015-4502BD53E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469"/>
              <a:ext cx="28" cy="64"/>
            </a:xfrm>
            <a:custGeom>
              <a:avLst/>
              <a:gdLst>
                <a:gd name="T0" fmla="*/ 150 w 11"/>
                <a:gd name="T1" fmla="*/ 0 h 24"/>
                <a:gd name="T2" fmla="*/ 97 w 11"/>
                <a:gd name="T3" fmla="*/ 307 h 24"/>
                <a:gd name="T4" fmla="*/ 0 w 11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9" y="0"/>
                  </a:moveTo>
                  <a:cubicBezTo>
                    <a:pt x="11" y="6"/>
                    <a:pt x="9" y="11"/>
                    <a:pt x="6" y="16"/>
                  </a:cubicBezTo>
                  <a:cubicBezTo>
                    <a:pt x="5" y="19"/>
                    <a:pt x="1" y="21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6" name="Freeform 219">
              <a:extLst>
                <a:ext uri="{FF2B5EF4-FFF2-40B4-BE49-F238E27FC236}">
                  <a16:creationId xmlns:a16="http://schemas.microsoft.com/office/drawing/2014/main" id="{D78ACC8E-6A98-478F-812E-DC9B196CF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501"/>
              <a:ext cx="20" cy="83"/>
            </a:xfrm>
            <a:custGeom>
              <a:avLst/>
              <a:gdLst>
                <a:gd name="T0" fmla="*/ 125 w 8"/>
                <a:gd name="T1" fmla="*/ 0 h 31"/>
                <a:gd name="T2" fmla="*/ 33 w 8"/>
                <a:gd name="T3" fmla="*/ 115 h 31"/>
                <a:gd name="T4" fmla="*/ 20 w 8"/>
                <a:gd name="T5" fmla="*/ 329 h 31"/>
                <a:gd name="T6" fmla="*/ 0 w 8"/>
                <a:gd name="T7" fmla="*/ 59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1">
                  <a:moveTo>
                    <a:pt x="8" y="0"/>
                  </a:moveTo>
                  <a:cubicBezTo>
                    <a:pt x="5" y="2"/>
                    <a:pt x="4" y="3"/>
                    <a:pt x="2" y="6"/>
                  </a:cubicBezTo>
                  <a:cubicBezTo>
                    <a:pt x="1" y="9"/>
                    <a:pt x="1" y="14"/>
                    <a:pt x="1" y="17"/>
                  </a:cubicBezTo>
                  <a:cubicBezTo>
                    <a:pt x="0" y="22"/>
                    <a:pt x="0" y="26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7" name="Freeform 220">
              <a:extLst>
                <a:ext uri="{FF2B5EF4-FFF2-40B4-BE49-F238E27FC236}">
                  <a16:creationId xmlns:a16="http://schemas.microsoft.com/office/drawing/2014/main" id="{CB942A07-EFDD-4034-BE50-1912A8347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552"/>
              <a:ext cx="12" cy="53"/>
            </a:xfrm>
            <a:custGeom>
              <a:avLst/>
              <a:gdLst>
                <a:gd name="T0" fmla="*/ 12 w 5"/>
                <a:gd name="T1" fmla="*/ 0 h 20"/>
                <a:gd name="T2" fmla="*/ 0 w 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1" y="0"/>
                  </a:moveTo>
                  <a:cubicBezTo>
                    <a:pt x="5" y="6"/>
                    <a:pt x="2" y="13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8" name="Freeform 221">
              <a:extLst>
                <a:ext uri="{FF2B5EF4-FFF2-40B4-BE49-F238E27FC236}">
                  <a16:creationId xmlns:a16="http://schemas.microsoft.com/office/drawing/2014/main" id="{41902D4B-2320-4E95-8745-FBCE72874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600"/>
              <a:ext cx="10" cy="67"/>
            </a:xfrm>
            <a:custGeom>
              <a:avLst/>
              <a:gdLst>
                <a:gd name="T0" fmla="*/ 0 w 4"/>
                <a:gd name="T1" fmla="*/ 0 h 25"/>
                <a:gd name="T2" fmla="*/ 50 w 4"/>
                <a:gd name="T3" fmla="*/ 78 h 25"/>
                <a:gd name="T4" fmla="*/ 63 w 4"/>
                <a:gd name="T5" fmla="*/ 252 h 25"/>
                <a:gd name="T6" fmla="*/ 33 w 4"/>
                <a:gd name="T7" fmla="*/ 461 h 25"/>
                <a:gd name="T8" fmla="*/ 33 w 4"/>
                <a:gd name="T9" fmla="*/ 46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5">
                  <a:moveTo>
                    <a:pt x="0" y="0"/>
                  </a:moveTo>
                  <a:cubicBezTo>
                    <a:pt x="1" y="1"/>
                    <a:pt x="2" y="2"/>
                    <a:pt x="3" y="4"/>
                  </a:cubicBezTo>
                  <a:cubicBezTo>
                    <a:pt x="4" y="6"/>
                    <a:pt x="4" y="10"/>
                    <a:pt x="4" y="13"/>
                  </a:cubicBezTo>
                  <a:cubicBezTo>
                    <a:pt x="4" y="17"/>
                    <a:pt x="3" y="20"/>
                    <a:pt x="2" y="24"/>
                  </a:cubicBezTo>
                  <a:cubicBezTo>
                    <a:pt x="2" y="25"/>
                    <a:pt x="2" y="25"/>
                    <a:pt x="2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9" name="Freeform 222">
              <a:extLst>
                <a:ext uri="{FF2B5EF4-FFF2-40B4-BE49-F238E27FC236}">
                  <a16:creationId xmlns:a16="http://schemas.microsoft.com/office/drawing/2014/main" id="{872979A0-2459-4225-AE19-3EE70F226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723"/>
              <a:ext cx="32" cy="53"/>
            </a:xfrm>
            <a:custGeom>
              <a:avLst/>
              <a:gdLst>
                <a:gd name="T0" fmla="*/ 0 w 13"/>
                <a:gd name="T1" fmla="*/ 0 h 20"/>
                <a:gd name="T2" fmla="*/ 194 w 13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0" y="0"/>
                  </a:moveTo>
                  <a:cubicBezTo>
                    <a:pt x="12" y="1"/>
                    <a:pt x="10" y="12"/>
                    <a:pt x="13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0" name="Freeform 223">
              <a:extLst>
                <a:ext uri="{FF2B5EF4-FFF2-40B4-BE49-F238E27FC236}">
                  <a16:creationId xmlns:a16="http://schemas.microsoft.com/office/drawing/2014/main" id="{A673293F-1E17-4277-9A9D-C2C5AA5D9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411"/>
              <a:ext cx="25" cy="45"/>
            </a:xfrm>
            <a:custGeom>
              <a:avLst/>
              <a:gdLst>
                <a:gd name="T0" fmla="*/ 0 w 10"/>
                <a:gd name="T1" fmla="*/ 315 h 17"/>
                <a:gd name="T2" fmla="*/ 158 w 10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17"/>
                  </a:moveTo>
                  <a:cubicBezTo>
                    <a:pt x="9" y="17"/>
                    <a:pt x="8" y="6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1" name="Freeform 224">
              <a:extLst>
                <a:ext uri="{FF2B5EF4-FFF2-40B4-BE49-F238E27FC236}">
                  <a16:creationId xmlns:a16="http://schemas.microsoft.com/office/drawing/2014/main" id="{FECB4AC6-E124-4F70-82AF-22485B40B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373"/>
              <a:ext cx="43" cy="40"/>
            </a:xfrm>
            <a:custGeom>
              <a:avLst/>
              <a:gdLst>
                <a:gd name="T0" fmla="*/ 0 w 17"/>
                <a:gd name="T1" fmla="*/ 192 h 15"/>
                <a:gd name="T2" fmla="*/ 276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0"/>
                  </a:moveTo>
                  <a:cubicBezTo>
                    <a:pt x="7" y="15"/>
                    <a:pt x="15" y="6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2" name="Freeform 225">
              <a:extLst>
                <a:ext uri="{FF2B5EF4-FFF2-40B4-BE49-F238E27FC236}">
                  <a16:creationId xmlns:a16="http://schemas.microsoft.com/office/drawing/2014/main" id="{7ED98F84-1428-4254-8446-F99FBB58B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344"/>
              <a:ext cx="55" cy="29"/>
            </a:xfrm>
            <a:custGeom>
              <a:avLst/>
              <a:gdLst>
                <a:gd name="T0" fmla="*/ 0 w 22"/>
                <a:gd name="T1" fmla="*/ 200 h 11"/>
                <a:gd name="T2" fmla="*/ 188 w 22"/>
                <a:gd name="T3" fmla="*/ 21 h 11"/>
                <a:gd name="T4" fmla="*/ 345 w 22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0" y="11"/>
                  </a:moveTo>
                  <a:cubicBezTo>
                    <a:pt x="0" y="6"/>
                    <a:pt x="8" y="2"/>
                    <a:pt x="12" y="1"/>
                  </a:cubicBezTo>
                  <a:cubicBezTo>
                    <a:pt x="16" y="1"/>
                    <a:pt x="19" y="0"/>
                    <a:pt x="22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3" name="Freeform 226">
              <a:extLst>
                <a:ext uri="{FF2B5EF4-FFF2-40B4-BE49-F238E27FC236}">
                  <a16:creationId xmlns:a16="http://schemas.microsoft.com/office/drawing/2014/main" id="{AAAA301C-3A8F-45AA-9AC9-C7261CF32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352"/>
              <a:ext cx="53" cy="19"/>
            </a:xfrm>
            <a:custGeom>
              <a:avLst/>
              <a:gdLst>
                <a:gd name="T0" fmla="*/ 0 w 21"/>
                <a:gd name="T1" fmla="*/ 117 h 7"/>
                <a:gd name="T2" fmla="*/ 209 w 21"/>
                <a:gd name="T3" fmla="*/ 81 h 7"/>
                <a:gd name="T4" fmla="*/ 338 w 2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">
                  <a:moveTo>
                    <a:pt x="0" y="6"/>
                  </a:moveTo>
                  <a:cubicBezTo>
                    <a:pt x="5" y="7"/>
                    <a:pt x="9" y="7"/>
                    <a:pt x="13" y="4"/>
                  </a:cubicBezTo>
                  <a:cubicBezTo>
                    <a:pt x="16" y="3"/>
                    <a:pt x="19" y="2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4" name="Freeform 227">
              <a:extLst>
                <a:ext uri="{FF2B5EF4-FFF2-40B4-BE49-F238E27FC236}">
                  <a16:creationId xmlns:a16="http://schemas.microsoft.com/office/drawing/2014/main" id="{4E1467D0-9597-47F0-8120-A109B738C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328"/>
              <a:ext cx="62" cy="19"/>
            </a:xfrm>
            <a:custGeom>
              <a:avLst/>
              <a:gdLst>
                <a:gd name="T0" fmla="*/ 0 w 25"/>
                <a:gd name="T1" fmla="*/ 141 h 7"/>
                <a:gd name="T2" fmla="*/ 228 w 25"/>
                <a:gd name="T3" fmla="*/ 22 h 7"/>
                <a:gd name="T4" fmla="*/ 382 w 25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7">
                  <a:moveTo>
                    <a:pt x="0" y="7"/>
                  </a:moveTo>
                  <a:cubicBezTo>
                    <a:pt x="5" y="3"/>
                    <a:pt x="8" y="0"/>
                    <a:pt x="15" y="1"/>
                  </a:cubicBezTo>
                  <a:cubicBezTo>
                    <a:pt x="19" y="1"/>
                    <a:pt x="21" y="3"/>
                    <a:pt x="25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5" name="Freeform 228">
              <a:extLst>
                <a:ext uri="{FF2B5EF4-FFF2-40B4-BE49-F238E27FC236}">
                  <a16:creationId xmlns:a16="http://schemas.microsoft.com/office/drawing/2014/main" id="{7DCDE881-2B67-43D7-9E26-A5EDFE3FC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528"/>
              <a:ext cx="30" cy="51"/>
            </a:xfrm>
            <a:custGeom>
              <a:avLst/>
              <a:gdLst>
                <a:gd name="T0" fmla="*/ 113 w 12"/>
                <a:gd name="T1" fmla="*/ 368 h 19"/>
                <a:gd name="T2" fmla="*/ 188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7" y="19"/>
                  </a:moveTo>
                  <a:cubicBezTo>
                    <a:pt x="0" y="14"/>
                    <a:pt x="8" y="5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6" name="Freeform 229">
              <a:extLst>
                <a:ext uri="{FF2B5EF4-FFF2-40B4-BE49-F238E27FC236}">
                  <a16:creationId xmlns:a16="http://schemas.microsoft.com/office/drawing/2014/main" id="{579D28AD-56C8-4D17-8082-BCF4BEA9E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421"/>
              <a:ext cx="35" cy="54"/>
            </a:xfrm>
            <a:custGeom>
              <a:avLst/>
              <a:gdLst>
                <a:gd name="T0" fmla="*/ 0 w 14"/>
                <a:gd name="T1" fmla="*/ 394 h 20"/>
                <a:gd name="T2" fmla="*/ 63 w 14"/>
                <a:gd name="T3" fmla="*/ 116 h 20"/>
                <a:gd name="T4" fmla="*/ 158 w 14"/>
                <a:gd name="T5" fmla="*/ 38 h 20"/>
                <a:gd name="T6" fmla="*/ 220 w 14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0" y="15"/>
                    <a:pt x="1" y="9"/>
                    <a:pt x="4" y="6"/>
                  </a:cubicBezTo>
                  <a:cubicBezTo>
                    <a:pt x="6" y="4"/>
                    <a:pt x="8" y="3"/>
                    <a:pt x="10" y="2"/>
                  </a:cubicBezTo>
                  <a:cubicBezTo>
                    <a:pt x="12" y="1"/>
                    <a:pt x="13" y="1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7" name="Freeform 230">
              <a:extLst>
                <a:ext uri="{FF2B5EF4-FFF2-40B4-BE49-F238E27FC236}">
                  <a16:creationId xmlns:a16="http://schemas.microsoft.com/office/drawing/2014/main" id="{5D8D776C-BBF6-4B5D-A6CE-8917AE582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773"/>
              <a:ext cx="272" cy="96"/>
            </a:xfrm>
            <a:custGeom>
              <a:avLst/>
              <a:gdLst>
                <a:gd name="T0" fmla="*/ 0 w 109"/>
                <a:gd name="T1" fmla="*/ 248 h 36"/>
                <a:gd name="T2" fmla="*/ 30 w 109"/>
                <a:gd name="T3" fmla="*/ 285 h 36"/>
                <a:gd name="T4" fmla="*/ 125 w 109"/>
                <a:gd name="T5" fmla="*/ 363 h 36"/>
                <a:gd name="T6" fmla="*/ 292 w 109"/>
                <a:gd name="T7" fmla="*/ 397 h 36"/>
                <a:gd name="T8" fmla="*/ 417 w 109"/>
                <a:gd name="T9" fmla="*/ 547 h 36"/>
                <a:gd name="T10" fmla="*/ 779 w 109"/>
                <a:gd name="T11" fmla="*/ 547 h 36"/>
                <a:gd name="T12" fmla="*/ 1058 w 109"/>
                <a:gd name="T13" fmla="*/ 605 h 36"/>
                <a:gd name="T14" fmla="*/ 1320 w 109"/>
                <a:gd name="T15" fmla="*/ 477 h 36"/>
                <a:gd name="T16" fmla="*/ 1600 w 109"/>
                <a:gd name="T17" fmla="*/ 419 h 36"/>
                <a:gd name="T18" fmla="*/ 1682 w 109"/>
                <a:gd name="T19" fmla="*/ 149 h 36"/>
                <a:gd name="T20" fmla="*/ 1682 w 109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36">
                  <a:moveTo>
                    <a:pt x="0" y="13"/>
                  </a:moveTo>
                  <a:cubicBezTo>
                    <a:pt x="1" y="13"/>
                    <a:pt x="1" y="14"/>
                    <a:pt x="2" y="15"/>
                  </a:cubicBezTo>
                  <a:cubicBezTo>
                    <a:pt x="4" y="18"/>
                    <a:pt x="5" y="18"/>
                    <a:pt x="8" y="19"/>
                  </a:cubicBezTo>
                  <a:cubicBezTo>
                    <a:pt x="12" y="20"/>
                    <a:pt x="15" y="19"/>
                    <a:pt x="19" y="21"/>
                  </a:cubicBezTo>
                  <a:cubicBezTo>
                    <a:pt x="22" y="23"/>
                    <a:pt x="24" y="26"/>
                    <a:pt x="27" y="29"/>
                  </a:cubicBezTo>
                  <a:cubicBezTo>
                    <a:pt x="35" y="36"/>
                    <a:pt x="41" y="31"/>
                    <a:pt x="50" y="29"/>
                  </a:cubicBezTo>
                  <a:cubicBezTo>
                    <a:pt x="57" y="28"/>
                    <a:pt x="62" y="32"/>
                    <a:pt x="68" y="32"/>
                  </a:cubicBezTo>
                  <a:cubicBezTo>
                    <a:pt x="75" y="32"/>
                    <a:pt x="79" y="28"/>
                    <a:pt x="85" y="25"/>
                  </a:cubicBezTo>
                  <a:cubicBezTo>
                    <a:pt x="91" y="22"/>
                    <a:pt x="98" y="24"/>
                    <a:pt x="103" y="22"/>
                  </a:cubicBezTo>
                  <a:cubicBezTo>
                    <a:pt x="109" y="20"/>
                    <a:pt x="108" y="14"/>
                    <a:pt x="108" y="8"/>
                  </a:cubicBezTo>
                  <a:cubicBezTo>
                    <a:pt x="108" y="6"/>
                    <a:pt x="107" y="2"/>
                    <a:pt x="10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8" name="Freeform 231">
              <a:extLst>
                <a:ext uri="{FF2B5EF4-FFF2-40B4-BE49-F238E27FC236}">
                  <a16:creationId xmlns:a16="http://schemas.microsoft.com/office/drawing/2014/main" id="{77CCA780-A4C7-423E-BCFB-0FF457C71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805"/>
              <a:ext cx="45" cy="22"/>
            </a:xfrm>
            <a:custGeom>
              <a:avLst/>
              <a:gdLst>
                <a:gd name="T0" fmla="*/ 0 w 18"/>
                <a:gd name="T1" fmla="*/ 0 h 8"/>
                <a:gd name="T2" fmla="*/ 188 w 18"/>
                <a:gd name="T3" fmla="*/ 47 h 8"/>
                <a:gd name="T4" fmla="*/ 283 w 18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">
                  <a:moveTo>
                    <a:pt x="0" y="0"/>
                  </a:moveTo>
                  <a:cubicBezTo>
                    <a:pt x="3" y="2"/>
                    <a:pt x="8" y="0"/>
                    <a:pt x="12" y="2"/>
                  </a:cubicBezTo>
                  <a:cubicBezTo>
                    <a:pt x="14" y="3"/>
                    <a:pt x="17" y="6"/>
                    <a:pt x="18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9" name="Freeform 232">
              <a:extLst>
                <a:ext uri="{FF2B5EF4-FFF2-40B4-BE49-F238E27FC236}">
                  <a16:creationId xmlns:a16="http://schemas.microsoft.com/office/drawing/2014/main" id="{43FB4E12-2031-4C04-95A4-BE5AED186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832"/>
              <a:ext cx="63" cy="21"/>
            </a:xfrm>
            <a:custGeom>
              <a:avLst/>
              <a:gdLst>
                <a:gd name="T0" fmla="*/ 0 w 25"/>
                <a:gd name="T1" fmla="*/ 34 h 8"/>
                <a:gd name="T2" fmla="*/ 318 w 25"/>
                <a:gd name="T3" fmla="*/ 55 h 8"/>
                <a:gd name="T4" fmla="*/ 401 w 25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2"/>
                  </a:moveTo>
                  <a:cubicBezTo>
                    <a:pt x="5" y="1"/>
                    <a:pt x="15" y="0"/>
                    <a:pt x="20" y="3"/>
                  </a:cubicBezTo>
                  <a:cubicBezTo>
                    <a:pt x="21" y="4"/>
                    <a:pt x="23" y="7"/>
                    <a:pt x="25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0" name="Freeform 233">
              <a:extLst>
                <a:ext uri="{FF2B5EF4-FFF2-40B4-BE49-F238E27FC236}">
                  <a16:creationId xmlns:a16="http://schemas.microsoft.com/office/drawing/2014/main" id="{8FE71CD4-170F-47C1-8BAC-CA71163F2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731"/>
              <a:ext cx="20" cy="50"/>
            </a:xfrm>
            <a:custGeom>
              <a:avLst/>
              <a:gdLst>
                <a:gd name="T0" fmla="*/ 20 w 8"/>
                <a:gd name="T1" fmla="*/ 0 h 19"/>
                <a:gd name="T2" fmla="*/ 50 w 8"/>
                <a:gd name="T3" fmla="*/ 200 h 19"/>
                <a:gd name="T4" fmla="*/ 125 w 8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1" y="0"/>
                  </a:moveTo>
                  <a:cubicBezTo>
                    <a:pt x="1" y="4"/>
                    <a:pt x="0" y="7"/>
                    <a:pt x="3" y="11"/>
                  </a:cubicBezTo>
                  <a:cubicBezTo>
                    <a:pt x="4" y="14"/>
                    <a:pt x="6" y="17"/>
                    <a:pt x="8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1" name="Freeform 234">
              <a:extLst>
                <a:ext uri="{FF2B5EF4-FFF2-40B4-BE49-F238E27FC236}">
                  <a16:creationId xmlns:a16="http://schemas.microsoft.com/office/drawing/2014/main" id="{AAC146E7-64B7-458D-9EB4-BAE9E411A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771"/>
              <a:ext cx="100" cy="104"/>
            </a:xfrm>
            <a:custGeom>
              <a:avLst/>
              <a:gdLst>
                <a:gd name="T0" fmla="*/ 0 w 40"/>
                <a:gd name="T1" fmla="*/ 0 h 39"/>
                <a:gd name="T2" fmla="*/ 125 w 40"/>
                <a:gd name="T3" fmla="*/ 205 h 39"/>
                <a:gd name="T4" fmla="*/ 220 w 40"/>
                <a:gd name="T5" fmla="*/ 227 h 39"/>
                <a:gd name="T6" fmla="*/ 270 w 40"/>
                <a:gd name="T7" fmla="*/ 341 h 39"/>
                <a:gd name="T8" fmla="*/ 313 w 40"/>
                <a:gd name="T9" fmla="*/ 491 h 39"/>
                <a:gd name="T10" fmla="*/ 488 w 40"/>
                <a:gd name="T11" fmla="*/ 589 h 39"/>
                <a:gd name="T12" fmla="*/ 583 w 40"/>
                <a:gd name="T13" fmla="*/ 648 h 39"/>
                <a:gd name="T14" fmla="*/ 613 w 40"/>
                <a:gd name="T15" fmla="*/ 683 h 39"/>
                <a:gd name="T16" fmla="*/ 625 w 40"/>
                <a:gd name="T17" fmla="*/ 704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39">
                  <a:moveTo>
                    <a:pt x="0" y="0"/>
                  </a:moveTo>
                  <a:cubicBezTo>
                    <a:pt x="1" y="6"/>
                    <a:pt x="2" y="10"/>
                    <a:pt x="8" y="11"/>
                  </a:cubicBezTo>
                  <a:cubicBezTo>
                    <a:pt x="10" y="12"/>
                    <a:pt x="13" y="11"/>
                    <a:pt x="14" y="12"/>
                  </a:cubicBezTo>
                  <a:cubicBezTo>
                    <a:pt x="15" y="13"/>
                    <a:pt x="16" y="16"/>
                    <a:pt x="17" y="18"/>
                  </a:cubicBezTo>
                  <a:cubicBezTo>
                    <a:pt x="18" y="21"/>
                    <a:pt x="18" y="24"/>
                    <a:pt x="20" y="26"/>
                  </a:cubicBezTo>
                  <a:cubicBezTo>
                    <a:pt x="23" y="29"/>
                    <a:pt x="27" y="30"/>
                    <a:pt x="31" y="31"/>
                  </a:cubicBezTo>
                  <a:cubicBezTo>
                    <a:pt x="33" y="31"/>
                    <a:pt x="35" y="32"/>
                    <a:pt x="37" y="34"/>
                  </a:cubicBezTo>
                  <a:cubicBezTo>
                    <a:pt x="38" y="35"/>
                    <a:pt x="39" y="36"/>
                    <a:pt x="39" y="36"/>
                  </a:cubicBezTo>
                  <a:cubicBezTo>
                    <a:pt x="40" y="37"/>
                    <a:pt x="40" y="39"/>
                    <a:pt x="40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2" name="Freeform 235">
              <a:extLst>
                <a:ext uri="{FF2B5EF4-FFF2-40B4-BE49-F238E27FC236}">
                  <a16:creationId xmlns:a16="http://schemas.microsoft.com/office/drawing/2014/main" id="{2DC1EFEA-F635-4FA3-B24E-956460E95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821"/>
              <a:ext cx="52" cy="35"/>
            </a:xfrm>
            <a:custGeom>
              <a:avLst/>
              <a:gdLst>
                <a:gd name="T0" fmla="*/ 0 w 21"/>
                <a:gd name="T1" fmla="*/ 0 h 13"/>
                <a:gd name="T2" fmla="*/ 154 w 21"/>
                <a:gd name="T3" fmla="*/ 232 h 13"/>
                <a:gd name="T4" fmla="*/ 319 w 21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3" y="5"/>
                    <a:pt x="3" y="11"/>
                    <a:pt x="10" y="12"/>
                  </a:cubicBezTo>
                  <a:cubicBezTo>
                    <a:pt x="13" y="13"/>
                    <a:pt x="17" y="12"/>
                    <a:pt x="21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3" name="Freeform 236">
              <a:extLst>
                <a:ext uri="{FF2B5EF4-FFF2-40B4-BE49-F238E27FC236}">
                  <a16:creationId xmlns:a16="http://schemas.microsoft.com/office/drawing/2014/main" id="{365FDCB3-22BC-4BB0-B749-5D275DD50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800"/>
              <a:ext cx="33" cy="43"/>
            </a:xfrm>
            <a:custGeom>
              <a:avLst/>
              <a:gdLst>
                <a:gd name="T0" fmla="*/ 0 w 13"/>
                <a:gd name="T1" fmla="*/ 0 h 16"/>
                <a:gd name="T2" fmla="*/ 117 w 13"/>
                <a:gd name="T3" fmla="*/ 218 h 16"/>
                <a:gd name="T4" fmla="*/ 213 w 13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1" y="5"/>
                    <a:pt x="3" y="7"/>
                    <a:pt x="7" y="11"/>
                  </a:cubicBezTo>
                  <a:cubicBezTo>
                    <a:pt x="9" y="13"/>
                    <a:pt x="11" y="15"/>
                    <a:pt x="13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4" name="Freeform 237">
              <a:extLst>
                <a:ext uri="{FF2B5EF4-FFF2-40B4-BE49-F238E27FC236}">
                  <a16:creationId xmlns:a16="http://schemas.microsoft.com/office/drawing/2014/main" id="{F65BD7B3-AEC6-41E1-B861-78B98629E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835"/>
              <a:ext cx="75" cy="16"/>
            </a:xfrm>
            <a:custGeom>
              <a:avLst/>
              <a:gdLst>
                <a:gd name="T0" fmla="*/ 0 w 30"/>
                <a:gd name="T1" fmla="*/ 115 h 6"/>
                <a:gd name="T2" fmla="*/ 270 w 30"/>
                <a:gd name="T3" fmla="*/ 0 h 6"/>
                <a:gd name="T4" fmla="*/ 458 w 30"/>
                <a:gd name="T5" fmla="*/ 35 h 6"/>
                <a:gd name="T6" fmla="*/ 458 w 30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cubicBezTo>
                    <a:pt x="6" y="5"/>
                    <a:pt x="11" y="0"/>
                    <a:pt x="17" y="0"/>
                  </a:cubicBezTo>
                  <a:cubicBezTo>
                    <a:pt x="21" y="0"/>
                    <a:pt x="25" y="2"/>
                    <a:pt x="29" y="2"/>
                  </a:cubicBezTo>
                  <a:cubicBezTo>
                    <a:pt x="30" y="2"/>
                    <a:pt x="30" y="2"/>
                    <a:pt x="29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5" name="Freeform 238">
              <a:extLst>
                <a:ext uri="{FF2B5EF4-FFF2-40B4-BE49-F238E27FC236}">
                  <a16:creationId xmlns:a16="http://schemas.microsoft.com/office/drawing/2014/main" id="{4AEAD49C-3AC8-42BC-8EB4-7EA6F3C2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776"/>
              <a:ext cx="40" cy="59"/>
            </a:xfrm>
            <a:custGeom>
              <a:avLst/>
              <a:gdLst>
                <a:gd name="T0" fmla="*/ 0 w 16"/>
                <a:gd name="T1" fmla="*/ 424 h 22"/>
                <a:gd name="T2" fmla="*/ 113 w 16"/>
                <a:gd name="T3" fmla="*/ 367 h 22"/>
                <a:gd name="T4" fmla="*/ 175 w 16"/>
                <a:gd name="T5" fmla="*/ 231 h 22"/>
                <a:gd name="T6" fmla="*/ 238 w 16"/>
                <a:gd name="T7" fmla="*/ 115 h 22"/>
                <a:gd name="T8" fmla="*/ 238 w 1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2" y="21"/>
                    <a:pt x="6" y="22"/>
                    <a:pt x="7" y="19"/>
                  </a:cubicBezTo>
                  <a:cubicBezTo>
                    <a:pt x="9" y="17"/>
                    <a:pt x="9" y="14"/>
                    <a:pt x="11" y="12"/>
                  </a:cubicBezTo>
                  <a:cubicBezTo>
                    <a:pt x="12" y="10"/>
                    <a:pt x="14" y="9"/>
                    <a:pt x="15" y="6"/>
                  </a:cubicBezTo>
                  <a:cubicBezTo>
                    <a:pt x="15" y="5"/>
                    <a:pt x="16" y="1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" name="Freeform 239">
              <a:extLst>
                <a:ext uri="{FF2B5EF4-FFF2-40B4-BE49-F238E27FC236}">
                  <a16:creationId xmlns:a16="http://schemas.microsoft.com/office/drawing/2014/main" id="{7D853AA3-67D2-468D-9C92-0F029BEE9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813"/>
              <a:ext cx="65" cy="24"/>
            </a:xfrm>
            <a:custGeom>
              <a:avLst/>
              <a:gdLst>
                <a:gd name="T0" fmla="*/ 0 w 26"/>
                <a:gd name="T1" fmla="*/ 171 h 9"/>
                <a:gd name="T2" fmla="*/ 408 w 2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">
                  <a:moveTo>
                    <a:pt x="0" y="9"/>
                  </a:moveTo>
                  <a:cubicBezTo>
                    <a:pt x="4" y="1"/>
                    <a:pt x="18" y="0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" name="Freeform 240">
              <a:extLst>
                <a:ext uri="{FF2B5EF4-FFF2-40B4-BE49-F238E27FC236}">
                  <a16:creationId xmlns:a16="http://schemas.microsoft.com/office/drawing/2014/main" id="{4ADED126-D81B-4B0A-B531-D5D377FFE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856"/>
              <a:ext cx="52" cy="13"/>
            </a:xfrm>
            <a:custGeom>
              <a:avLst/>
              <a:gdLst>
                <a:gd name="T0" fmla="*/ 0 w 21"/>
                <a:gd name="T1" fmla="*/ 34 h 5"/>
                <a:gd name="T2" fmla="*/ 196 w 21"/>
                <a:gd name="T3" fmla="*/ 68 h 5"/>
                <a:gd name="T4" fmla="*/ 319 w 21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">
                  <a:moveTo>
                    <a:pt x="0" y="2"/>
                  </a:moveTo>
                  <a:cubicBezTo>
                    <a:pt x="3" y="5"/>
                    <a:pt x="9" y="5"/>
                    <a:pt x="13" y="4"/>
                  </a:cubicBezTo>
                  <a:cubicBezTo>
                    <a:pt x="15" y="4"/>
                    <a:pt x="20" y="0"/>
                    <a:pt x="21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8" name="Freeform 241">
              <a:extLst>
                <a:ext uri="{FF2B5EF4-FFF2-40B4-BE49-F238E27FC236}">
                  <a16:creationId xmlns:a16="http://schemas.microsoft.com/office/drawing/2014/main" id="{5FCE3E21-5C39-4D1F-90BE-5F9CB3F14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861"/>
              <a:ext cx="85" cy="27"/>
            </a:xfrm>
            <a:custGeom>
              <a:avLst/>
              <a:gdLst>
                <a:gd name="T0" fmla="*/ 0 w 34"/>
                <a:gd name="T1" fmla="*/ 103 h 10"/>
                <a:gd name="T2" fmla="*/ 188 w 34"/>
                <a:gd name="T3" fmla="*/ 22 h 10"/>
                <a:gd name="T4" fmla="*/ 313 w 34"/>
                <a:gd name="T5" fmla="*/ 22 h 10"/>
                <a:gd name="T6" fmla="*/ 533 w 34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0">
                  <a:moveTo>
                    <a:pt x="0" y="5"/>
                  </a:moveTo>
                  <a:cubicBezTo>
                    <a:pt x="3" y="2"/>
                    <a:pt x="8" y="2"/>
                    <a:pt x="12" y="1"/>
                  </a:cubicBezTo>
                  <a:cubicBezTo>
                    <a:pt x="15" y="0"/>
                    <a:pt x="17" y="0"/>
                    <a:pt x="20" y="1"/>
                  </a:cubicBezTo>
                  <a:cubicBezTo>
                    <a:pt x="25" y="2"/>
                    <a:pt x="32" y="7"/>
                    <a:pt x="34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9" name="Freeform 242">
              <a:extLst>
                <a:ext uri="{FF2B5EF4-FFF2-40B4-BE49-F238E27FC236}">
                  <a16:creationId xmlns:a16="http://schemas.microsoft.com/office/drawing/2014/main" id="{B27F70C9-FC49-440F-A321-191E3A40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864"/>
              <a:ext cx="63" cy="16"/>
            </a:xfrm>
            <a:custGeom>
              <a:avLst/>
              <a:gdLst>
                <a:gd name="T0" fmla="*/ 0 w 25"/>
                <a:gd name="T1" fmla="*/ 0 h 6"/>
                <a:gd name="T2" fmla="*/ 209 w 25"/>
                <a:gd name="T3" fmla="*/ 56 h 6"/>
                <a:gd name="T4" fmla="*/ 350 w 25"/>
                <a:gd name="T5" fmla="*/ 56 h 6"/>
                <a:gd name="T6" fmla="*/ 401 w 25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">
                  <a:moveTo>
                    <a:pt x="0" y="0"/>
                  </a:moveTo>
                  <a:cubicBezTo>
                    <a:pt x="3" y="6"/>
                    <a:pt x="8" y="4"/>
                    <a:pt x="13" y="3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23" y="3"/>
                    <a:pt x="24" y="4"/>
                    <a:pt x="25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0" name="Freeform 243">
              <a:extLst>
                <a:ext uri="{FF2B5EF4-FFF2-40B4-BE49-F238E27FC236}">
                  <a16:creationId xmlns:a16="http://schemas.microsoft.com/office/drawing/2014/main" id="{40BE73AE-F685-478D-B5D4-766F97C17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837"/>
              <a:ext cx="50" cy="32"/>
            </a:xfrm>
            <a:custGeom>
              <a:avLst/>
              <a:gdLst>
                <a:gd name="T0" fmla="*/ 0 w 20"/>
                <a:gd name="T1" fmla="*/ 227 h 12"/>
                <a:gd name="T2" fmla="*/ 83 w 20"/>
                <a:gd name="T3" fmla="*/ 192 h 12"/>
                <a:gd name="T4" fmla="*/ 208 w 20"/>
                <a:gd name="T5" fmla="*/ 149 h 12"/>
                <a:gd name="T6" fmla="*/ 313 w 2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2" y="12"/>
                    <a:pt x="4" y="11"/>
                    <a:pt x="5" y="10"/>
                  </a:cubicBezTo>
                  <a:cubicBezTo>
                    <a:pt x="8" y="9"/>
                    <a:pt x="11" y="9"/>
                    <a:pt x="13" y="8"/>
                  </a:cubicBezTo>
                  <a:cubicBezTo>
                    <a:pt x="17" y="6"/>
                    <a:pt x="17" y="1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1" name="Freeform 244">
              <a:extLst>
                <a:ext uri="{FF2B5EF4-FFF2-40B4-BE49-F238E27FC236}">
                  <a16:creationId xmlns:a16="http://schemas.microsoft.com/office/drawing/2014/main" id="{F51D8640-63EB-417F-94AA-B510750A4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349"/>
              <a:ext cx="140" cy="64"/>
            </a:xfrm>
            <a:custGeom>
              <a:avLst/>
              <a:gdLst>
                <a:gd name="T0" fmla="*/ 0 w 56"/>
                <a:gd name="T1" fmla="*/ 21 h 24"/>
                <a:gd name="T2" fmla="*/ 345 w 56"/>
                <a:gd name="T3" fmla="*/ 35 h 24"/>
                <a:gd name="T4" fmla="*/ 488 w 56"/>
                <a:gd name="T5" fmla="*/ 136 h 24"/>
                <a:gd name="T6" fmla="*/ 625 w 56"/>
                <a:gd name="T7" fmla="*/ 149 h 24"/>
                <a:gd name="T8" fmla="*/ 813 w 56"/>
                <a:gd name="T9" fmla="*/ 320 h 24"/>
                <a:gd name="T10" fmla="*/ 863 w 56"/>
                <a:gd name="T11" fmla="*/ 397 h 24"/>
                <a:gd name="T12" fmla="*/ 875 w 56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4">
                  <a:moveTo>
                    <a:pt x="0" y="1"/>
                  </a:moveTo>
                  <a:cubicBezTo>
                    <a:pt x="7" y="5"/>
                    <a:pt x="15" y="0"/>
                    <a:pt x="22" y="2"/>
                  </a:cubicBezTo>
                  <a:cubicBezTo>
                    <a:pt x="26" y="3"/>
                    <a:pt x="28" y="5"/>
                    <a:pt x="31" y="7"/>
                  </a:cubicBezTo>
                  <a:cubicBezTo>
                    <a:pt x="34" y="9"/>
                    <a:pt x="36" y="8"/>
                    <a:pt x="40" y="8"/>
                  </a:cubicBezTo>
                  <a:cubicBezTo>
                    <a:pt x="46" y="8"/>
                    <a:pt x="49" y="12"/>
                    <a:pt x="52" y="17"/>
                  </a:cubicBezTo>
                  <a:cubicBezTo>
                    <a:pt x="53" y="18"/>
                    <a:pt x="55" y="19"/>
                    <a:pt x="55" y="21"/>
                  </a:cubicBezTo>
                  <a:cubicBezTo>
                    <a:pt x="56" y="22"/>
                    <a:pt x="56" y="24"/>
                    <a:pt x="56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2" name="Freeform 245">
              <a:extLst>
                <a:ext uri="{FF2B5EF4-FFF2-40B4-BE49-F238E27FC236}">
                  <a16:creationId xmlns:a16="http://schemas.microsoft.com/office/drawing/2014/main" id="{80A32A85-4AE3-46BC-ABBC-03B8FA013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357"/>
              <a:ext cx="52" cy="14"/>
            </a:xfrm>
            <a:custGeom>
              <a:avLst/>
              <a:gdLst>
                <a:gd name="T0" fmla="*/ 0 w 21"/>
                <a:gd name="T1" fmla="*/ 48 h 5"/>
                <a:gd name="T2" fmla="*/ 196 w 21"/>
                <a:gd name="T3" fmla="*/ 62 h 5"/>
                <a:gd name="T4" fmla="*/ 319 w 2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">
                  <a:moveTo>
                    <a:pt x="0" y="2"/>
                  </a:moveTo>
                  <a:cubicBezTo>
                    <a:pt x="4" y="4"/>
                    <a:pt x="8" y="5"/>
                    <a:pt x="13" y="3"/>
                  </a:cubicBezTo>
                  <a:cubicBezTo>
                    <a:pt x="16" y="2"/>
                    <a:pt x="18" y="0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3" name="Freeform 246">
              <a:extLst>
                <a:ext uri="{FF2B5EF4-FFF2-40B4-BE49-F238E27FC236}">
                  <a16:creationId xmlns:a16="http://schemas.microsoft.com/office/drawing/2014/main" id="{DDC04106-7C1D-43C7-8B02-D54BA2EFE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336"/>
              <a:ext cx="33" cy="19"/>
            </a:xfrm>
            <a:custGeom>
              <a:avLst/>
              <a:gdLst>
                <a:gd name="T0" fmla="*/ 0 w 13"/>
                <a:gd name="T1" fmla="*/ 0 h 7"/>
                <a:gd name="T2" fmla="*/ 147 w 13"/>
                <a:gd name="T3" fmla="*/ 60 h 7"/>
                <a:gd name="T4" fmla="*/ 213 w 13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3" y="1"/>
                    <a:pt x="6" y="1"/>
                    <a:pt x="9" y="3"/>
                  </a:cubicBezTo>
                  <a:cubicBezTo>
                    <a:pt x="10" y="5"/>
                    <a:pt x="11" y="6"/>
                    <a:pt x="13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4" name="Freeform 247">
              <a:extLst>
                <a:ext uri="{FF2B5EF4-FFF2-40B4-BE49-F238E27FC236}">
                  <a16:creationId xmlns:a16="http://schemas.microsoft.com/office/drawing/2014/main" id="{62593B22-DC1C-4B78-845C-9D7448449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344"/>
              <a:ext cx="52" cy="32"/>
            </a:xfrm>
            <a:custGeom>
              <a:avLst/>
              <a:gdLst>
                <a:gd name="T0" fmla="*/ 0 w 21"/>
                <a:gd name="T1" fmla="*/ 56 h 12"/>
                <a:gd name="T2" fmla="*/ 228 w 21"/>
                <a:gd name="T3" fmla="*/ 77 h 12"/>
                <a:gd name="T4" fmla="*/ 319 w 21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0" y="3"/>
                  </a:moveTo>
                  <a:cubicBezTo>
                    <a:pt x="5" y="3"/>
                    <a:pt x="11" y="0"/>
                    <a:pt x="15" y="4"/>
                  </a:cubicBezTo>
                  <a:cubicBezTo>
                    <a:pt x="17" y="5"/>
                    <a:pt x="21" y="10"/>
                    <a:pt x="21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5" name="Freeform 248">
              <a:extLst>
                <a:ext uri="{FF2B5EF4-FFF2-40B4-BE49-F238E27FC236}">
                  <a16:creationId xmlns:a16="http://schemas.microsoft.com/office/drawing/2014/main" id="{43E46D94-DF8B-483C-9043-E3D61FB84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363"/>
              <a:ext cx="133" cy="122"/>
            </a:xfrm>
            <a:custGeom>
              <a:avLst/>
              <a:gdLst>
                <a:gd name="T0" fmla="*/ 0 w 53"/>
                <a:gd name="T1" fmla="*/ 0 h 46"/>
                <a:gd name="T2" fmla="*/ 125 w 53"/>
                <a:gd name="T3" fmla="*/ 77 h 46"/>
                <a:gd name="T4" fmla="*/ 251 w 53"/>
                <a:gd name="T5" fmla="*/ 191 h 46"/>
                <a:gd name="T6" fmla="*/ 379 w 53"/>
                <a:gd name="T7" fmla="*/ 239 h 46"/>
                <a:gd name="T8" fmla="*/ 396 w 53"/>
                <a:gd name="T9" fmla="*/ 316 h 46"/>
                <a:gd name="T10" fmla="*/ 442 w 53"/>
                <a:gd name="T11" fmla="*/ 395 h 46"/>
                <a:gd name="T12" fmla="*/ 567 w 53"/>
                <a:gd name="T13" fmla="*/ 485 h 46"/>
                <a:gd name="T14" fmla="*/ 597 w 53"/>
                <a:gd name="T15" fmla="*/ 655 h 46"/>
                <a:gd name="T16" fmla="*/ 838 w 53"/>
                <a:gd name="T17" fmla="*/ 859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46">
                  <a:moveTo>
                    <a:pt x="0" y="0"/>
                  </a:moveTo>
                  <a:cubicBezTo>
                    <a:pt x="3" y="2"/>
                    <a:pt x="6" y="2"/>
                    <a:pt x="8" y="4"/>
                  </a:cubicBezTo>
                  <a:cubicBezTo>
                    <a:pt x="11" y="7"/>
                    <a:pt x="12" y="9"/>
                    <a:pt x="16" y="10"/>
                  </a:cubicBezTo>
                  <a:cubicBezTo>
                    <a:pt x="19" y="11"/>
                    <a:pt x="22" y="10"/>
                    <a:pt x="24" y="13"/>
                  </a:cubicBezTo>
                  <a:cubicBezTo>
                    <a:pt x="24" y="14"/>
                    <a:pt x="24" y="16"/>
                    <a:pt x="25" y="17"/>
                  </a:cubicBezTo>
                  <a:cubicBezTo>
                    <a:pt x="25" y="19"/>
                    <a:pt x="27" y="20"/>
                    <a:pt x="28" y="21"/>
                  </a:cubicBezTo>
                  <a:cubicBezTo>
                    <a:pt x="30" y="23"/>
                    <a:pt x="34" y="24"/>
                    <a:pt x="36" y="26"/>
                  </a:cubicBezTo>
                  <a:cubicBezTo>
                    <a:pt x="38" y="28"/>
                    <a:pt x="37" y="32"/>
                    <a:pt x="38" y="35"/>
                  </a:cubicBezTo>
                  <a:cubicBezTo>
                    <a:pt x="41" y="44"/>
                    <a:pt x="47" y="43"/>
                    <a:pt x="53" y="4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6" name="Freeform 249">
              <a:extLst>
                <a:ext uri="{FF2B5EF4-FFF2-40B4-BE49-F238E27FC236}">
                  <a16:creationId xmlns:a16="http://schemas.microsoft.com/office/drawing/2014/main" id="{C55CF16C-A677-4439-BCE9-56883ED9A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387"/>
              <a:ext cx="63" cy="80"/>
            </a:xfrm>
            <a:custGeom>
              <a:avLst/>
              <a:gdLst>
                <a:gd name="T0" fmla="*/ 0 w 25"/>
                <a:gd name="T1" fmla="*/ 0 h 30"/>
                <a:gd name="T2" fmla="*/ 126 w 25"/>
                <a:gd name="T3" fmla="*/ 192 h 30"/>
                <a:gd name="T4" fmla="*/ 222 w 25"/>
                <a:gd name="T5" fmla="*/ 285 h 30"/>
                <a:gd name="T6" fmla="*/ 401 w 25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0">
                  <a:moveTo>
                    <a:pt x="0" y="0"/>
                  </a:moveTo>
                  <a:cubicBezTo>
                    <a:pt x="0" y="4"/>
                    <a:pt x="4" y="8"/>
                    <a:pt x="8" y="10"/>
                  </a:cubicBezTo>
                  <a:cubicBezTo>
                    <a:pt x="12" y="11"/>
                    <a:pt x="13" y="11"/>
                    <a:pt x="14" y="15"/>
                  </a:cubicBezTo>
                  <a:cubicBezTo>
                    <a:pt x="17" y="22"/>
                    <a:pt x="22" y="25"/>
                    <a:pt x="25" y="3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7" name="Freeform 250">
              <a:extLst>
                <a:ext uri="{FF2B5EF4-FFF2-40B4-BE49-F238E27FC236}">
                  <a16:creationId xmlns:a16="http://schemas.microsoft.com/office/drawing/2014/main" id="{4FDC4B07-BCBC-429B-8601-63E9CDF47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475"/>
              <a:ext cx="35" cy="194"/>
            </a:xfrm>
            <a:custGeom>
              <a:avLst/>
              <a:gdLst>
                <a:gd name="T0" fmla="*/ 63 w 14"/>
                <a:gd name="T1" fmla="*/ 0 h 73"/>
                <a:gd name="T2" fmla="*/ 158 w 14"/>
                <a:gd name="T3" fmla="*/ 319 h 73"/>
                <a:gd name="T4" fmla="*/ 95 w 14"/>
                <a:gd name="T5" fmla="*/ 579 h 73"/>
                <a:gd name="T6" fmla="*/ 188 w 14"/>
                <a:gd name="T7" fmla="*/ 771 h 73"/>
                <a:gd name="T8" fmla="*/ 95 w 14"/>
                <a:gd name="T9" fmla="*/ 1145 h 73"/>
                <a:gd name="T10" fmla="*/ 83 w 14"/>
                <a:gd name="T11" fmla="*/ 1292 h 73"/>
                <a:gd name="T12" fmla="*/ 0 w 14"/>
                <a:gd name="T13" fmla="*/ 1371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73">
                  <a:moveTo>
                    <a:pt x="4" y="0"/>
                  </a:moveTo>
                  <a:cubicBezTo>
                    <a:pt x="4" y="7"/>
                    <a:pt x="11" y="10"/>
                    <a:pt x="10" y="17"/>
                  </a:cubicBezTo>
                  <a:cubicBezTo>
                    <a:pt x="9" y="22"/>
                    <a:pt x="5" y="26"/>
                    <a:pt x="6" y="31"/>
                  </a:cubicBezTo>
                  <a:cubicBezTo>
                    <a:pt x="7" y="35"/>
                    <a:pt x="11" y="37"/>
                    <a:pt x="12" y="41"/>
                  </a:cubicBezTo>
                  <a:cubicBezTo>
                    <a:pt x="14" y="49"/>
                    <a:pt x="5" y="53"/>
                    <a:pt x="6" y="61"/>
                  </a:cubicBezTo>
                  <a:cubicBezTo>
                    <a:pt x="7" y="65"/>
                    <a:pt x="8" y="66"/>
                    <a:pt x="5" y="69"/>
                  </a:cubicBezTo>
                  <a:cubicBezTo>
                    <a:pt x="4" y="71"/>
                    <a:pt x="2" y="72"/>
                    <a:pt x="0" y="7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8" name="Freeform 251">
              <a:extLst>
                <a:ext uri="{FF2B5EF4-FFF2-40B4-BE49-F238E27FC236}">
                  <a16:creationId xmlns:a16="http://schemas.microsoft.com/office/drawing/2014/main" id="{329BB1E4-70AB-424C-AD6C-218D53C0D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557"/>
              <a:ext cx="5" cy="67"/>
            </a:xfrm>
            <a:custGeom>
              <a:avLst/>
              <a:gdLst>
                <a:gd name="T0" fmla="*/ 20 w 2"/>
                <a:gd name="T1" fmla="*/ 0 h 25"/>
                <a:gd name="T2" fmla="*/ 0 w 2"/>
                <a:gd name="T3" fmla="*/ 273 h 25"/>
                <a:gd name="T4" fmla="*/ 33 w 2"/>
                <a:gd name="T5" fmla="*/ 389 h 25"/>
                <a:gd name="T6" fmla="*/ 33 w 2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5">
                  <a:moveTo>
                    <a:pt x="1" y="0"/>
                  </a:moveTo>
                  <a:cubicBezTo>
                    <a:pt x="2" y="6"/>
                    <a:pt x="0" y="9"/>
                    <a:pt x="0" y="14"/>
                  </a:cubicBezTo>
                  <a:cubicBezTo>
                    <a:pt x="0" y="16"/>
                    <a:pt x="2" y="18"/>
                    <a:pt x="2" y="20"/>
                  </a:cubicBezTo>
                  <a:cubicBezTo>
                    <a:pt x="2" y="22"/>
                    <a:pt x="1" y="24"/>
                    <a:pt x="2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9" name="Freeform 252">
              <a:extLst>
                <a:ext uri="{FF2B5EF4-FFF2-40B4-BE49-F238E27FC236}">
                  <a16:creationId xmlns:a16="http://schemas.microsoft.com/office/drawing/2014/main" id="{6198F8DB-084F-464F-BA4C-F8A7BCB5C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515"/>
              <a:ext cx="10" cy="61"/>
            </a:xfrm>
            <a:custGeom>
              <a:avLst/>
              <a:gdLst>
                <a:gd name="T0" fmla="*/ 0 w 4"/>
                <a:gd name="T1" fmla="*/ 0 h 23"/>
                <a:gd name="T2" fmla="*/ 50 w 4"/>
                <a:gd name="T3" fmla="*/ 77 h 23"/>
                <a:gd name="T4" fmla="*/ 50 w 4"/>
                <a:gd name="T5" fmla="*/ 225 h 23"/>
                <a:gd name="T6" fmla="*/ 0 w 4"/>
                <a:gd name="T7" fmla="*/ 43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0" y="1"/>
                    <a:pt x="2" y="2"/>
                    <a:pt x="3" y="4"/>
                  </a:cubicBezTo>
                  <a:cubicBezTo>
                    <a:pt x="4" y="7"/>
                    <a:pt x="3" y="9"/>
                    <a:pt x="3" y="12"/>
                  </a:cubicBezTo>
                  <a:cubicBezTo>
                    <a:pt x="2" y="15"/>
                    <a:pt x="3" y="21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0" name="Freeform 253">
              <a:extLst>
                <a:ext uri="{FF2B5EF4-FFF2-40B4-BE49-F238E27FC236}">
                  <a16:creationId xmlns:a16="http://schemas.microsoft.com/office/drawing/2014/main" id="{60F77093-5407-4DC8-A7BE-8CE7D6208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549"/>
              <a:ext cx="22" cy="152"/>
            </a:xfrm>
            <a:custGeom>
              <a:avLst/>
              <a:gdLst>
                <a:gd name="T0" fmla="*/ 0 w 9"/>
                <a:gd name="T1" fmla="*/ 0 h 57"/>
                <a:gd name="T2" fmla="*/ 103 w 9"/>
                <a:gd name="T3" fmla="*/ 307 h 57"/>
                <a:gd name="T4" fmla="*/ 59 w 9"/>
                <a:gd name="T5" fmla="*/ 605 h 57"/>
                <a:gd name="T6" fmla="*/ 120 w 9"/>
                <a:gd name="T7" fmla="*/ 760 h 57"/>
                <a:gd name="T8" fmla="*/ 90 w 9"/>
                <a:gd name="T9" fmla="*/ 888 h 57"/>
                <a:gd name="T10" fmla="*/ 90 w 9"/>
                <a:gd name="T11" fmla="*/ 108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57">
                  <a:moveTo>
                    <a:pt x="0" y="0"/>
                  </a:moveTo>
                  <a:cubicBezTo>
                    <a:pt x="3" y="5"/>
                    <a:pt x="8" y="10"/>
                    <a:pt x="7" y="16"/>
                  </a:cubicBezTo>
                  <a:cubicBezTo>
                    <a:pt x="5" y="21"/>
                    <a:pt x="1" y="27"/>
                    <a:pt x="4" y="32"/>
                  </a:cubicBezTo>
                  <a:cubicBezTo>
                    <a:pt x="6" y="35"/>
                    <a:pt x="8" y="36"/>
                    <a:pt x="8" y="40"/>
                  </a:cubicBezTo>
                  <a:cubicBezTo>
                    <a:pt x="9" y="43"/>
                    <a:pt x="7" y="45"/>
                    <a:pt x="6" y="47"/>
                  </a:cubicBezTo>
                  <a:cubicBezTo>
                    <a:pt x="6" y="50"/>
                    <a:pt x="5" y="55"/>
                    <a:pt x="6" y="5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1" name="Freeform 254">
              <a:extLst>
                <a:ext uri="{FF2B5EF4-FFF2-40B4-BE49-F238E27FC236}">
                  <a16:creationId xmlns:a16="http://schemas.microsoft.com/office/drawing/2014/main" id="{6D05C63F-25D4-41B2-8763-30825CB3A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629"/>
              <a:ext cx="15" cy="80"/>
            </a:xfrm>
            <a:custGeom>
              <a:avLst/>
              <a:gdLst>
                <a:gd name="T0" fmla="*/ 63 w 6"/>
                <a:gd name="T1" fmla="*/ 0 h 30"/>
                <a:gd name="T2" fmla="*/ 20 w 6"/>
                <a:gd name="T3" fmla="*/ 171 h 30"/>
                <a:gd name="T4" fmla="*/ 50 w 6"/>
                <a:gd name="T5" fmla="*/ 363 h 30"/>
                <a:gd name="T6" fmla="*/ 95 w 6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0">
                  <a:moveTo>
                    <a:pt x="4" y="0"/>
                  </a:moveTo>
                  <a:cubicBezTo>
                    <a:pt x="4" y="3"/>
                    <a:pt x="2" y="6"/>
                    <a:pt x="1" y="9"/>
                  </a:cubicBezTo>
                  <a:cubicBezTo>
                    <a:pt x="0" y="13"/>
                    <a:pt x="1" y="16"/>
                    <a:pt x="3" y="19"/>
                  </a:cubicBezTo>
                  <a:cubicBezTo>
                    <a:pt x="4" y="22"/>
                    <a:pt x="6" y="27"/>
                    <a:pt x="6" y="3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2" name="Freeform 255">
              <a:extLst>
                <a:ext uri="{FF2B5EF4-FFF2-40B4-BE49-F238E27FC236}">
                  <a16:creationId xmlns:a16="http://schemas.microsoft.com/office/drawing/2014/main" id="{88DBF7CF-1CB3-4889-9B90-E27DCF57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451"/>
              <a:ext cx="45" cy="66"/>
            </a:xfrm>
            <a:custGeom>
              <a:avLst/>
              <a:gdLst>
                <a:gd name="T0" fmla="*/ 33 w 18"/>
                <a:gd name="T1" fmla="*/ 0 h 25"/>
                <a:gd name="T2" fmla="*/ 175 w 18"/>
                <a:gd name="T3" fmla="*/ 314 h 25"/>
                <a:gd name="T4" fmla="*/ 283 w 18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2" y="0"/>
                  </a:moveTo>
                  <a:cubicBezTo>
                    <a:pt x="0" y="7"/>
                    <a:pt x="5" y="14"/>
                    <a:pt x="11" y="17"/>
                  </a:cubicBezTo>
                  <a:cubicBezTo>
                    <a:pt x="14" y="20"/>
                    <a:pt x="16" y="20"/>
                    <a:pt x="18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3" name="Freeform 256">
              <a:extLst>
                <a:ext uri="{FF2B5EF4-FFF2-40B4-BE49-F238E27FC236}">
                  <a16:creationId xmlns:a16="http://schemas.microsoft.com/office/drawing/2014/main" id="{2DFAD54E-5303-451F-83F9-AA6CBEDC4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493"/>
              <a:ext cx="15" cy="64"/>
            </a:xfrm>
            <a:custGeom>
              <a:avLst/>
              <a:gdLst>
                <a:gd name="T0" fmla="*/ 0 w 6"/>
                <a:gd name="T1" fmla="*/ 0 h 24"/>
                <a:gd name="T2" fmla="*/ 0 w 6"/>
                <a:gd name="T3" fmla="*/ 149 h 24"/>
                <a:gd name="T4" fmla="*/ 50 w 6"/>
                <a:gd name="T5" fmla="*/ 285 h 24"/>
                <a:gd name="T6" fmla="*/ 95 w 6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4">
                  <a:moveTo>
                    <a:pt x="0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0" y="10"/>
                    <a:pt x="2" y="13"/>
                    <a:pt x="3" y="15"/>
                  </a:cubicBezTo>
                  <a:cubicBezTo>
                    <a:pt x="5" y="18"/>
                    <a:pt x="5" y="22"/>
                    <a:pt x="6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4" name="Freeform 257">
              <a:extLst>
                <a:ext uri="{FF2B5EF4-FFF2-40B4-BE49-F238E27FC236}">
                  <a16:creationId xmlns:a16="http://schemas.microsoft.com/office/drawing/2014/main" id="{5615959B-D3FA-4907-8AED-C523D755C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485"/>
              <a:ext cx="22" cy="72"/>
            </a:xfrm>
            <a:custGeom>
              <a:avLst/>
              <a:gdLst>
                <a:gd name="T0" fmla="*/ 0 w 9"/>
                <a:gd name="T1" fmla="*/ 0 h 27"/>
                <a:gd name="T2" fmla="*/ 12 w 9"/>
                <a:gd name="T3" fmla="*/ 149 h 27"/>
                <a:gd name="T4" fmla="*/ 0 w 9"/>
                <a:gd name="T5" fmla="*/ 285 h 27"/>
                <a:gd name="T6" fmla="*/ 132 w 9"/>
                <a:gd name="T7" fmla="*/ 5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0" y="0"/>
                  </a:moveTo>
                  <a:cubicBezTo>
                    <a:pt x="0" y="3"/>
                    <a:pt x="1" y="5"/>
                    <a:pt x="1" y="8"/>
                  </a:cubicBezTo>
                  <a:cubicBezTo>
                    <a:pt x="1" y="10"/>
                    <a:pt x="0" y="13"/>
                    <a:pt x="0" y="15"/>
                  </a:cubicBezTo>
                  <a:cubicBezTo>
                    <a:pt x="1" y="19"/>
                    <a:pt x="6" y="24"/>
                    <a:pt x="9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5" name="Freeform 258">
              <a:extLst>
                <a:ext uri="{FF2B5EF4-FFF2-40B4-BE49-F238E27FC236}">
                  <a16:creationId xmlns:a16="http://schemas.microsoft.com/office/drawing/2014/main" id="{0D53706B-2F51-4BBE-B005-FD1E9CEBE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557"/>
              <a:ext cx="18" cy="64"/>
            </a:xfrm>
            <a:custGeom>
              <a:avLst/>
              <a:gdLst>
                <a:gd name="T0" fmla="*/ 67 w 7"/>
                <a:gd name="T1" fmla="*/ 0 h 24"/>
                <a:gd name="T2" fmla="*/ 0 w 7"/>
                <a:gd name="T3" fmla="*/ 248 h 24"/>
                <a:gd name="T4" fmla="*/ 100 w 7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4">
                  <a:moveTo>
                    <a:pt x="4" y="0"/>
                  </a:moveTo>
                  <a:cubicBezTo>
                    <a:pt x="1" y="3"/>
                    <a:pt x="0" y="10"/>
                    <a:pt x="0" y="13"/>
                  </a:cubicBezTo>
                  <a:cubicBezTo>
                    <a:pt x="1" y="15"/>
                    <a:pt x="7" y="23"/>
                    <a:pt x="6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6" name="Freeform 259">
              <a:extLst>
                <a:ext uri="{FF2B5EF4-FFF2-40B4-BE49-F238E27FC236}">
                  <a16:creationId xmlns:a16="http://schemas.microsoft.com/office/drawing/2014/main" id="{9174E910-BD67-4F27-ACF5-4E436EE1D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413"/>
              <a:ext cx="30" cy="35"/>
            </a:xfrm>
            <a:custGeom>
              <a:avLst/>
              <a:gdLst>
                <a:gd name="T0" fmla="*/ 0 w 12"/>
                <a:gd name="T1" fmla="*/ 0 h 13"/>
                <a:gd name="T2" fmla="*/ 63 w 12"/>
                <a:gd name="T3" fmla="*/ 197 h 13"/>
                <a:gd name="T4" fmla="*/ 188 w 12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" y="3"/>
                    <a:pt x="2" y="8"/>
                    <a:pt x="4" y="10"/>
                  </a:cubicBezTo>
                  <a:cubicBezTo>
                    <a:pt x="6" y="11"/>
                    <a:pt x="10" y="13"/>
                    <a:pt x="12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7" name="Freeform 260">
              <a:extLst>
                <a:ext uri="{FF2B5EF4-FFF2-40B4-BE49-F238E27FC236}">
                  <a16:creationId xmlns:a16="http://schemas.microsoft.com/office/drawing/2014/main" id="{C2603658-F06F-4C00-9C8C-99F7C5CF7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357"/>
              <a:ext cx="42" cy="24"/>
            </a:xfrm>
            <a:custGeom>
              <a:avLst/>
              <a:gdLst>
                <a:gd name="T0" fmla="*/ 0 w 17"/>
                <a:gd name="T1" fmla="*/ 0 h 9"/>
                <a:gd name="T2" fmla="*/ 257 w 17"/>
                <a:gd name="T3" fmla="*/ 9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3" y="9"/>
                    <a:pt x="11" y="5"/>
                    <a:pt x="17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8" name="Freeform 261">
              <a:extLst>
                <a:ext uri="{FF2B5EF4-FFF2-40B4-BE49-F238E27FC236}">
                  <a16:creationId xmlns:a16="http://schemas.microsoft.com/office/drawing/2014/main" id="{C22EA002-CBB1-4035-A733-A17A149D2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693"/>
              <a:ext cx="95" cy="120"/>
            </a:xfrm>
            <a:custGeom>
              <a:avLst/>
              <a:gdLst>
                <a:gd name="T0" fmla="*/ 0 w 38"/>
                <a:gd name="T1" fmla="*/ 853 h 45"/>
                <a:gd name="T2" fmla="*/ 188 w 38"/>
                <a:gd name="T3" fmla="*/ 648 h 45"/>
                <a:gd name="T4" fmla="*/ 438 w 38"/>
                <a:gd name="T5" fmla="*/ 419 h 45"/>
                <a:gd name="T6" fmla="*/ 520 w 38"/>
                <a:gd name="T7" fmla="*/ 115 h 45"/>
                <a:gd name="T8" fmla="*/ 550 w 38"/>
                <a:gd name="T9" fmla="*/ 35 h 45"/>
                <a:gd name="T10" fmla="*/ 595 w 38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5">
                  <a:moveTo>
                    <a:pt x="0" y="45"/>
                  </a:moveTo>
                  <a:cubicBezTo>
                    <a:pt x="6" y="45"/>
                    <a:pt x="11" y="40"/>
                    <a:pt x="12" y="34"/>
                  </a:cubicBezTo>
                  <a:cubicBezTo>
                    <a:pt x="14" y="25"/>
                    <a:pt x="22" y="27"/>
                    <a:pt x="28" y="22"/>
                  </a:cubicBezTo>
                  <a:cubicBezTo>
                    <a:pt x="32" y="19"/>
                    <a:pt x="32" y="11"/>
                    <a:pt x="33" y="6"/>
                  </a:cubicBezTo>
                  <a:cubicBezTo>
                    <a:pt x="34" y="5"/>
                    <a:pt x="34" y="3"/>
                    <a:pt x="35" y="2"/>
                  </a:cubicBezTo>
                  <a:cubicBezTo>
                    <a:pt x="36" y="1"/>
                    <a:pt x="37" y="1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9" name="Freeform 262">
              <a:extLst>
                <a:ext uri="{FF2B5EF4-FFF2-40B4-BE49-F238E27FC236}">
                  <a16:creationId xmlns:a16="http://schemas.microsoft.com/office/drawing/2014/main" id="{0B0B2534-3AA2-4F64-8F06-3B200AB7D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659"/>
              <a:ext cx="20" cy="53"/>
            </a:xfrm>
            <a:custGeom>
              <a:avLst/>
              <a:gdLst>
                <a:gd name="T0" fmla="*/ 125 w 8"/>
                <a:gd name="T1" fmla="*/ 0 h 20"/>
                <a:gd name="T2" fmla="*/ 113 w 8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0" y="2"/>
                    <a:pt x="6" y="15"/>
                    <a:pt x="7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0" name="Freeform 263">
              <a:extLst>
                <a:ext uri="{FF2B5EF4-FFF2-40B4-BE49-F238E27FC236}">
                  <a16:creationId xmlns:a16="http://schemas.microsoft.com/office/drawing/2014/main" id="{3D916E20-4986-4D74-B6C7-C8B202263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709"/>
              <a:ext cx="38" cy="51"/>
            </a:xfrm>
            <a:custGeom>
              <a:avLst/>
              <a:gdLst>
                <a:gd name="T0" fmla="*/ 243 w 15"/>
                <a:gd name="T1" fmla="*/ 0 h 19"/>
                <a:gd name="T2" fmla="*/ 63 w 15"/>
                <a:gd name="T3" fmla="*/ 193 h 19"/>
                <a:gd name="T4" fmla="*/ 0 w 15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0" y="0"/>
                    <a:pt x="5" y="6"/>
                    <a:pt x="4" y="10"/>
                  </a:cubicBezTo>
                  <a:cubicBezTo>
                    <a:pt x="3" y="13"/>
                    <a:pt x="3" y="19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1" name="Freeform 264">
              <a:extLst>
                <a:ext uri="{FF2B5EF4-FFF2-40B4-BE49-F238E27FC236}">
                  <a16:creationId xmlns:a16="http://schemas.microsoft.com/office/drawing/2014/main" id="{2791DED3-F671-42F7-B591-FA2DF29EB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755"/>
              <a:ext cx="42" cy="45"/>
            </a:xfrm>
            <a:custGeom>
              <a:avLst/>
              <a:gdLst>
                <a:gd name="T0" fmla="*/ 0 w 17"/>
                <a:gd name="T1" fmla="*/ 315 h 17"/>
                <a:gd name="T2" fmla="*/ 183 w 17"/>
                <a:gd name="T3" fmla="*/ 183 h 17"/>
                <a:gd name="T4" fmla="*/ 257 w 1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6" y="17"/>
                    <a:pt x="9" y="16"/>
                    <a:pt x="12" y="10"/>
                  </a:cubicBezTo>
                  <a:cubicBezTo>
                    <a:pt x="14" y="7"/>
                    <a:pt x="15" y="4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2" name="Freeform 265">
              <a:extLst>
                <a:ext uri="{FF2B5EF4-FFF2-40B4-BE49-F238E27FC236}">
                  <a16:creationId xmlns:a16="http://schemas.microsoft.com/office/drawing/2014/main" id="{BF230F4C-D063-457A-8520-C1FDA853B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768"/>
              <a:ext cx="35" cy="32"/>
            </a:xfrm>
            <a:custGeom>
              <a:avLst/>
              <a:gdLst>
                <a:gd name="T0" fmla="*/ 20 w 14"/>
                <a:gd name="T1" fmla="*/ 205 h 12"/>
                <a:gd name="T2" fmla="*/ 0 w 14"/>
                <a:gd name="T3" fmla="*/ 227 h 12"/>
                <a:gd name="T4" fmla="*/ 95 w 14"/>
                <a:gd name="T5" fmla="*/ 35 h 12"/>
                <a:gd name="T6" fmla="*/ 220 w 14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1" y="11"/>
                  </a:moveTo>
                  <a:cubicBezTo>
                    <a:pt x="1" y="12"/>
                    <a:pt x="1" y="12"/>
                    <a:pt x="0" y="12"/>
                  </a:cubicBezTo>
                  <a:cubicBezTo>
                    <a:pt x="1" y="8"/>
                    <a:pt x="3" y="3"/>
                    <a:pt x="6" y="2"/>
                  </a:cubicBezTo>
                  <a:cubicBezTo>
                    <a:pt x="8" y="0"/>
                    <a:pt x="12" y="2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3" name="Freeform 266">
              <a:extLst>
                <a:ext uri="{FF2B5EF4-FFF2-40B4-BE49-F238E27FC236}">
                  <a16:creationId xmlns:a16="http://schemas.microsoft.com/office/drawing/2014/main" id="{4A40675B-26D2-420D-8FF5-4E980D829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685"/>
              <a:ext cx="40" cy="56"/>
            </a:xfrm>
            <a:custGeom>
              <a:avLst/>
              <a:gdLst>
                <a:gd name="T0" fmla="*/ 0 w 16"/>
                <a:gd name="T1" fmla="*/ 397 h 21"/>
                <a:gd name="T2" fmla="*/ 238 w 16"/>
                <a:gd name="T3" fmla="*/ 248 h 21"/>
                <a:gd name="T4" fmla="*/ 220 w 16"/>
                <a:gd name="T5" fmla="*/ 115 h 21"/>
                <a:gd name="T6" fmla="*/ 208 w 16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1">
                  <a:moveTo>
                    <a:pt x="0" y="21"/>
                  </a:moveTo>
                  <a:cubicBezTo>
                    <a:pt x="5" y="19"/>
                    <a:pt x="14" y="20"/>
                    <a:pt x="15" y="13"/>
                  </a:cubicBezTo>
                  <a:cubicBezTo>
                    <a:pt x="16" y="11"/>
                    <a:pt x="15" y="8"/>
                    <a:pt x="14" y="6"/>
                  </a:cubicBezTo>
                  <a:cubicBezTo>
                    <a:pt x="14" y="4"/>
                    <a:pt x="12" y="2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4" name="Freeform 267">
              <a:extLst>
                <a:ext uri="{FF2B5EF4-FFF2-40B4-BE49-F238E27FC236}">
                  <a16:creationId xmlns:a16="http://schemas.microsoft.com/office/drawing/2014/main" id="{8FE869E3-F79D-4A58-9A66-CA963CEB2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363"/>
              <a:ext cx="58" cy="21"/>
            </a:xfrm>
            <a:custGeom>
              <a:avLst/>
              <a:gdLst>
                <a:gd name="T0" fmla="*/ 0 w 23"/>
                <a:gd name="T1" fmla="*/ 0 h 8"/>
                <a:gd name="T2" fmla="*/ 209 w 23"/>
                <a:gd name="T3" fmla="*/ 123 h 8"/>
                <a:gd name="T4" fmla="*/ 368 w 23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3" y="5"/>
                    <a:pt x="8" y="7"/>
                    <a:pt x="13" y="7"/>
                  </a:cubicBezTo>
                  <a:cubicBezTo>
                    <a:pt x="18" y="8"/>
                    <a:pt x="20" y="6"/>
                    <a:pt x="23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5" name="Freeform 268">
              <a:extLst>
                <a:ext uri="{FF2B5EF4-FFF2-40B4-BE49-F238E27FC236}">
                  <a16:creationId xmlns:a16="http://schemas.microsoft.com/office/drawing/2014/main" id="{683C7532-D4D5-4E7F-9C10-6EFB266C0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376"/>
              <a:ext cx="95" cy="53"/>
            </a:xfrm>
            <a:custGeom>
              <a:avLst/>
              <a:gdLst>
                <a:gd name="T0" fmla="*/ 0 w 38"/>
                <a:gd name="T1" fmla="*/ 0 h 20"/>
                <a:gd name="T2" fmla="*/ 188 w 38"/>
                <a:gd name="T3" fmla="*/ 148 h 20"/>
                <a:gd name="T4" fmla="*/ 425 w 38"/>
                <a:gd name="T5" fmla="*/ 225 h 20"/>
                <a:gd name="T6" fmla="*/ 595 w 38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0">
                  <a:moveTo>
                    <a:pt x="0" y="0"/>
                  </a:moveTo>
                  <a:cubicBezTo>
                    <a:pt x="4" y="3"/>
                    <a:pt x="6" y="7"/>
                    <a:pt x="12" y="8"/>
                  </a:cubicBezTo>
                  <a:cubicBezTo>
                    <a:pt x="16" y="9"/>
                    <a:pt x="22" y="9"/>
                    <a:pt x="27" y="12"/>
                  </a:cubicBezTo>
                  <a:cubicBezTo>
                    <a:pt x="31" y="14"/>
                    <a:pt x="34" y="18"/>
                    <a:pt x="38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6" name="Freeform 269">
              <a:extLst>
                <a:ext uri="{FF2B5EF4-FFF2-40B4-BE49-F238E27FC236}">
                  <a16:creationId xmlns:a16="http://schemas.microsoft.com/office/drawing/2014/main" id="{2BC39E24-2E4C-4983-921B-E44B98E31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405"/>
              <a:ext cx="73" cy="51"/>
            </a:xfrm>
            <a:custGeom>
              <a:avLst/>
              <a:gdLst>
                <a:gd name="T0" fmla="*/ 0 w 29"/>
                <a:gd name="T1" fmla="*/ 0 h 19"/>
                <a:gd name="T2" fmla="*/ 209 w 29"/>
                <a:gd name="T3" fmla="*/ 274 h 19"/>
                <a:gd name="T4" fmla="*/ 347 w 29"/>
                <a:gd name="T5" fmla="*/ 330 h 19"/>
                <a:gd name="T6" fmla="*/ 463 w 29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9">
                  <a:moveTo>
                    <a:pt x="0" y="0"/>
                  </a:moveTo>
                  <a:cubicBezTo>
                    <a:pt x="3" y="7"/>
                    <a:pt x="6" y="10"/>
                    <a:pt x="13" y="14"/>
                  </a:cubicBezTo>
                  <a:cubicBezTo>
                    <a:pt x="16" y="16"/>
                    <a:pt x="19" y="17"/>
                    <a:pt x="22" y="17"/>
                  </a:cubicBezTo>
                  <a:cubicBezTo>
                    <a:pt x="25" y="17"/>
                    <a:pt x="27" y="17"/>
                    <a:pt x="29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7" name="Freeform 270">
              <a:extLst>
                <a:ext uri="{FF2B5EF4-FFF2-40B4-BE49-F238E27FC236}">
                  <a16:creationId xmlns:a16="http://schemas.microsoft.com/office/drawing/2014/main" id="{72CF4ED2-7E70-412A-B79C-01ECB8D80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451"/>
              <a:ext cx="35" cy="50"/>
            </a:xfrm>
            <a:custGeom>
              <a:avLst/>
              <a:gdLst>
                <a:gd name="T0" fmla="*/ 0 w 14"/>
                <a:gd name="T1" fmla="*/ 0 h 19"/>
                <a:gd name="T2" fmla="*/ 83 w 14"/>
                <a:gd name="T3" fmla="*/ 234 h 19"/>
                <a:gd name="T4" fmla="*/ 220 w 14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0" y="0"/>
                  </a:moveTo>
                  <a:cubicBezTo>
                    <a:pt x="1" y="4"/>
                    <a:pt x="1" y="10"/>
                    <a:pt x="5" y="13"/>
                  </a:cubicBezTo>
                  <a:cubicBezTo>
                    <a:pt x="8" y="16"/>
                    <a:pt x="12" y="15"/>
                    <a:pt x="14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8" name="Freeform 271">
              <a:extLst>
                <a:ext uri="{FF2B5EF4-FFF2-40B4-BE49-F238E27FC236}">
                  <a16:creationId xmlns:a16="http://schemas.microsoft.com/office/drawing/2014/main" id="{C02DC34A-AC4D-4AE4-B8B3-76225FA6E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371"/>
              <a:ext cx="70" cy="74"/>
            </a:xfrm>
            <a:custGeom>
              <a:avLst/>
              <a:gdLst>
                <a:gd name="T0" fmla="*/ 0 w 28"/>
                <a:gd name="T1" fmla="*/ 518 h 28"/>
                <a:gd name="T2" fmla="*/ 33 w 28"/>
                <a:gd name="T3" fmla="*/ 336 h 28"/>
                <a:gd name="T4" fmla="*/ 125 w 28"/>
                <a:gd name="T5" fmla="*/ 204 h 28"/>
                <a:gd name="T6" fmla="*/ 300 w 28"/>
                <a:gd name="T7" fmla="*/ 132 h 28"/>
                <a:gd name="T8" fmla="*/ 438 w 2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0" y="28"/>
                  </a:moveTo>
                  <a:cubicBezTo>
                    <a:pt x="2" y="27"/>
                    <a:pt x="1" y="20"/>
                    <a:pt x="2" y="18"/>
                  </a:cubicBezTo>
                  <a:cubicBezTo>
                    <a:pt x="3" y="15"/>
                    <a:pt x="6" y="12"/>
                    <a:pt x="8" y="11"/>
                  </a:cubicBezTo>
                  <a:cubicBezTo>
                    <a:pt x="12" y="9"/>
                    <a:pt x="16" y="10"/>
                    <a:pt x="19" y="7"/>
                  </a:cubicBezTo>
                  <a:cubicBezTo>
                    <a:pt x="22" y="6"/>
                    <a:pt x="27" y="2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9" name="Freeform 272">
              <a:extLst>
                <a:ext uri="{FF2B5EF4-FFF2-40B4-BE49-F238E27FC236}">
                  <a16:creationId xmlns:a16="http://schemas.microsoft.com/office/drawing/2014/main" id="{317DA3E9-FD48-47D4-83B2-A0E20682F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365"/>
              <a:ext cx="68" cy="24"/>
            </a:xfrm>
            <a:custGeom>
              <a:avLst/>
              <a:gdLst>
                <a:gd name="T0" fmla="*/ 0 w 27"/>
                <a:gd name="T1" fmla="*/ 136 h 9"/>
                <a:gd name="T2" fmla="*/ 242 w 27"/>
                <a:gd name="T3" fmla="*/ 149 h 9"/>
                <a:gd name="T4" fmla="*/ 431 w 2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0" y="7"/>
                  </a:moveTo>
                  <a:cubicBezTo>
                    <a:pt x="5" y="8"/>
                    <a:pt x="9" y="9"/>
                    <a:pt x="15" y="8"/>
                  </a:cubicBezTo>
                  <a:cubicBezTo>
                    <a:pt x="19" y="7"/>
                    <a:pt x="24" y="4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0" name="Freeform 273">
              <a:extLst>
                <a:ext uri="{FF2B5EF4-FFF2-40B4-BE49-F238E27FC236}">
                  <a16:creationId xmlns:a16="http://schemas.microsoft.com/office/drawing/2014/main" id="{CA148185-6E0B-4822-B48F-24A8BC07E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469"/>
              <a:ext cx="33" cy="62"/>
            </a:xfrm>
            <a:custGeom>
              <a:avLst/>
              <a:gdLst>
                <a:gd name="T0" fmla="*/ 0 w 13"/>
                <a:gd name="T1" fmla="*/ 450 h 23"/>
                <a:gd name="T2" fmla="*/ 213 w 13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23"/>
                  </a:moveTo>
                  <a:cubicBezTo>
                    <a:pt x="0" y="14"/>
                    <a:pt x="2" y="0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1" name="Freeform 274">
              <a:extLst>
                <a:ext uri="{FF2B5EF4-FFF2-40B4-BE49-F238E27FC236}">
                  <a16:creationId xmlns:a16="http://schemas.microsoft.com/office/drawing/2014/main" id="{09B90C75-84FA-4CCE-BE0D-15C605815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659"/>
              <a:ext cx="15" cy="56"/>
            </a:xfrm>
            <a:custGeom>
              <a:avLst/>
              <a:gdLst>
                <a:gd name="T0" fmla="*/ 0 w 6"/>
                <a:gd name="T1" fmla="*/ 0 h 21"/>
                <a:gd name="T2" fmla="*/ 83 w 6"/>
                <a:gd name="T3" fmla="*/ 205 h 21"/>
                <a:gd name="T4" fmla="*/ 83 w 6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0" y="0"/>
                  </a:moveTo>
                  <a:cubicBezTo>
                    <a:pt x="2" y="3"/>
                    <a:pt x="4" y="7"/>
                    <a:pt x="5" y="11"/>
                  </a:cubicBezTo>
                  <a:cubicBezTo>
                    <a:pt x="6" y="15"/>
                    <a:pt x="5" y="18"/>
                    <a:pt x="5" y="2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2" name="Oval 275">
              <a:extLst>
                <a:ext uri="{FF2B5EF4-FFF2-40B4-BE49-F238E27FC236}">
                  <a16:creationId xmlns:a16="http://schemas.microsoft.com/office/drawing/2014/main" id="{ABD84741-03C4-4AC0-9152-D75D6B197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461"/>
              <a:ext cx="275" cy="294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963" name="Freeform 276">
              <a:extLst>
                <a:ext uri="{FF2B5EF4-FFF2-40B4-BE49-F238E27FC236}">
                  <a16:creationId xmlns:a16="http://schemas.microsoft.com/office/drawing/2014/main" id="{5556EE39-E0AD-41FA-9BBC-FAC09C4EA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480"/>
              <a:ext cx="7" cy="11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2" y="4"/>
                    <a:pt x="3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4" name="Freeform 277">
              <a:extLst>
                <a:ext uri="{FF2B5EF4-FFF2-40B4-BE49-F238E27FC236}">
                  <a16:creationId xmlns:a16="http://schemas.microsoft.com/office/drawing/2014/main" id="{D1C0FEAC-FD58-40DD-A8ED-D20641DAF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464"/>
              <a:ext cx="2" cy="13"/>
            </a:xfrm>
            <a:custGeom>
              <a:avLst/>
              <a:gdLst>
                <a:gd name="T0" fmla="*/ 0 w 1"/>
                <a:gd name="T1" fmla="*/ 88 h 5"/>
                <a:gd name="T2" fmla="*/ 8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4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5" name="Freeform 278">
              <a:extLst>
                <a:ext uri="{FF2B5EF4-FFF2-40B4-BE49-F238E27FC236}">
                  <a16:creationId xmlns:a16="http://schemas.microsoft.com/office/drawing/2014/main" id="{18C06064-DD41-47BE-9E03-864E62F5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475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6" name="Freeform 279">
              <a:extLst>
                <a:ext uri="{FF2B5EF4-FFF2-40B4-BE49-F238E27FC236}">
                  <a16:creationId xmlns:a16="http://schemas.microsoft.com/office/drawing/2014/main" id="{36F0FFE0-82C6-4DB6-AFE5-40FE8B215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477"/>
              <a:ext cx="8" cy="14"/>
            </a:xfrm>
            <a:custGeom>
              <a:avLst/>
              <a:gdLst>
                <a:gd name="T0" fmla="*/ 0 w 3"/>
                <a:gd name="T1" fmla="*/ 87 h 5"/>
                <a:gd name="T2" fmla="*/ 5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1" y="5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7" name="Freeform 280">
              <a:extLst>
                <a:ext uri="{FF2B5EF4-FFF2-40B4-BE49-F238E27FC236}">
                  <a16:creationId xmlns:a16="http://schemas.microsoft.com/office/drawing/2014/main" id="{E811122B-1CA9-41C3-BB86-552DD9DE9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48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8" name="Freeform 281">
              <a:extLst>
                <a:ext uri="{FF2B5EF4-FFF2-40B4-BE49-F238E27FC236}">
                  <a16:creationId xmlns:a16="http://schemas.microsoft.com/office/drawing/2014/main" id="{FF4670A4-38A6-4C3F-AE74-E6F106648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509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4"/>
                    <a:pt x="4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9" name="Freeform 282">
              <a:extLst>
                <a:ext uri="{FF2B5EF4-FFF2-40B4-BE49-F238E27FC236}">
                  <a16:creationId xmlns:a16="http://schemas.microsoft.com/office/drawing/2014/main" id="{7BAF4784-C314-4A71-955D-D77CA20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547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3"/>
                    <a:pt x="4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0" name="Freeform 283">
              <a:extLst>
                <a:ext uri="{FF2B5EF4-FFF2-40B4-BE49-F238E27FC236}">
                  <a16:creationId xmlns:a16="http://schemas.microsoft.com/office/drawing/2014/main" id="{BA6EB2B9-26D4-4F1F-ADCD-F661F6FFC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613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0"/>
                    <a:pt x="4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1" name="Freeform 284">
              <a:extLst>
                <a:ext uri="{FF2B5EF4-FFF2-40B4-BE49-F238E27FC236}">
                  <a16:creationId xmlns:a16="http://schemas.microsoft.com/office/drawing/2014/main" id="{6D013B36-45E2-4321-970C-3C5387390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616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2" name="Freeform 285">
              <a:extLst>
                <a:ext uri="{FF2B5EF4-FFF2-40B4-BE49-F238E27FC236}">
                  <a16:creationId xmlns:a16="http://schemas.microsoft.com/office/drawing/2014/main" id="{CC103C8D-51EC-4638-82AC-C8B795364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664"/>
              <a:ext cx="10" cy="5"/>
            </a:xfrm>
            <a:custGeom>
              <a:avLst/>
              <a:gdLst>
                <a:gd name="T0" fmla="*/ 0 w 4"/>
                <a:gd name="T1" fmla="*/ 0 h 2"/>
                <a:gd name="T2" fmla="*/ 33 w 4"/>
                <a:gd name="T3" fmla="*/ 20 h 2"/>
                <a:gd name="T4" fmla="*/ 63 w 4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2" y="1"/>
                    <a:pt x="4" y="2"/>
                    <a:pt x="4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3" name="Freeform 286">
              <a:extLst>
                <a:ext uri="{FF2B5EF4-FFF2-40B4-BE49-F238E27FC236}">
                  <a16:creationId xmlns:a16="http://schemas.microsoft.com/office/drawing/2014/main" id="{68CAAF64-5BB6-4FEC-ABED-FF4FD2066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664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4" name="Freeform 287">
              <a:extLst>
                <a:ext uri="{FF2B5EF4-FFF2-40B4-BE49-F238E27FC236}">
                  <a16:creationId xmlns:a16="http://schemas.microsoft.com/office/drawing/2014/main" id="{A501BCC8-3E8C-477C-AF87-30DABE235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707"/>
              <a:ext cx="7" cy="13"/>
            </a:xfrm>
            <a:custGeom>
              <a:avLst/>
              <a:gdLst>
                <a:gd name="T0" fmla="*/ 0 w 3"/>
                <a:gd name="T1" fmla="*/ 0 h 5"/>
                <a:gd name="T2" fmla="*/ 37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2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5" name="Freeform 288">
              <a:extLst>
                <a:ext uri="{FF2B5EF4-FFF2-40B4-BE49-F238E27FC236}">
                  <a16:creationId xmlns:a16="http://schemas.microsoft.com/office/drawing/2014/main" id="{4615126D-D1FB-4E43-BBDA-D690494F6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707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6" name="Freeform 289">
              <a:extLst>
                <a:ext uri="{FF2B5EF4-FFF2-40B4-BE49-F238E27FC236}">
                  <a16:creationId xmlns:a16="http://schemas.microsoft.com/office/drawing/2014/main" id="{943BC017-98AD-4DCA-BD7B-DDE698573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733"/>
              <a:ext cx="3" cy="14"/>
            </a:xfrm>
            <a:custGeom>
              <a:avLst/>
              <a:gdLst>
                <a:gd name="T0" fmla="*/ 0 w 1"/>
                <a:gd name="T1" fmla="*/ 0 h 5"/>
                <a:gd name="T2" fmla="*/ 27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1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7" name="Freeform 290">
              <a:extLst>
                <a:ext uri="{FF2B5EF4-FFF2-40B4-BE49-F238E27FC236}">
                  <a16:creationId xmlns:a16="http://schemas.microsoft.com/office/drawing/2014/main" id="{03889EB7-72F1-4416-9453-9FEC71A6B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741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2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8" name="Freeform 291">
              <a:extLst>
                <a:ext uri="{FF2B5EF4-FFF2-40B4-BE49-F238E27FC236}">
                  <a16:creationId xmlns:a16="http://schemas.microsoft.com/office/drawing/2014/main" id="{92BC393E-85B0-40D0-9368-72FFDB470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736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1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9" name="Freeform 292">
              <a:extLst>
                <a:ext uri="{FF2B5EF4-FFF2-40B4-BE49-F238E27FC236}">
                  <a16:creationId xmlns:a16="http://schemas.microsoft.com/office/drawing/2014/main" id="{19501B47-EA14-4282-8833-FE422C630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736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0" name="Freeform 293">
              <a:extLst>
                <a:ext uri="{FF2B5EF4-FFF2-40B4-BE49-F238E27FC236}">
                  <a16:creationId xmlns:a16="http://schemas.microsoft.com/office/drawing/2014/main" id="{C0B5BA8F-23C7-4D7B-9272-F1BB22AC3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717"/>
              <a:ext cx="8" cy="16"/>
            </a:xfrm>
            <a:custGeom>
              <a:avLst/>
              <a:gdLst>
                <a:gd name="T0" fmla="*/ 0 w 3"/>
                <a:gd name="T1" fmla="*/ 115 h 6"/>
                <a:gd name="T2" fmla="*/ 56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5"/>
                    <a:pt x="3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1" name="Freeform 294">
              <a:extLst>
                <a:ext uri="{FF2B5EF4-FFF2-40B4-BE49-F238E27FC236}">
                  <a16:creationId xmlns:a16="http://schemas.microsoft.com/office/drawing/2014/main" id="{2CC8D594-96CC-45C7-B18F-72C4F480A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720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2" name="Freeform 295">
              <a:extLst>
                <a:ext uri="{FF2B5EF4-FFF2-40B4-BE49-F238E27FC236}">
                  <a16:creationId xmlns:a16="http://schemas.microsoft.com/office/drawing/2014/main" id="{10335591-98ED-4509-B972-8E8C2FA7E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688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3"/>
                    <a:pt x="5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3" name="Freeform 296">
              <a:extLst>
                <a:ext uri="{FF2B5EF4-FFF2-40B4-BE49-F238E27FC236}">
                  <a16:creationId xmlns:a16="http://schemas.microsoft.com/office/drawing/2014/main" id="{9B3BA5ED-2956-47D4-B1BD-17B66B802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691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4" name="Freeform 297">
              <a:extLst>
                <a:ext uri="{FF2B5EF4-FFF2-40B4-BE49-F238E27FC236}">
                  <a16:creationId xmlns:a16="http://schemas.microsoft.com/office/drawing/2014/main" id="{2568D3B1-BBE7-4E46-B595-4BB7B68A9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640"/>
              <a:ext cx="13" cy="8"/>
            </a:xfrm>
            <a:custGeom>
              <a:avLst/>
              <a:gdLst>
                <a:gd name="T0" fmla="*/ 0 w 5"/>
                <a:gd name="T1" fmla="*/ 35 h 3"/>
                <a:gd name="T2" fmla="*/ 68 w 5"/>
                <a:gd name="T3" fmla="*/ 21 h 3"/>
                <a:gd name="T4" fmla="*/ 88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1" y="3"/>
                    <a:pt x="3" y="1"/>
                    <a:pt x="4" y="1"/>
                  </a:cubicBezTo>
                  <a:cubicBezTo>
                    <a:pt x="4" y="0"/>
                    <a:pt x="5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5" name="Freeform 298">
              <a:extLst>
                <a:ext uri="{FF2B5EF4-FFF2-40B4-BE49-F238E27FC236}">
                  <a16:creationId xmlns:a16="http://schemas.microsoft.com/office/drawing/2014/main" id="{746B337B-EBBF-449A-9B74-647BDC2B6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643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6" name="Freeform 299">
              <a:extLst>
                <a:ext uri="{FF2B5EF4-FFF2-40B4-BE49-F238E27FC236}">
                  <a16:creationId xmlns:a16="http://schemas.microsoft.com/office/drawing/2014/main" id="{6D496B5A-E613-4B1C-9893-62DEF9220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587"/>
              <a:ext cx="12" cy="5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1"/>
                    <a:pt x="4" y="1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7" name="Freeform 300">
              <a:extLst>
                <a:ext uri="{FF2B5EF4-FFF2-40B4-BE49-F238E27FC236}">
                  <a16:creationId xmlns:a16="http://schemas.microsoft.com/office/drawing/2014/main" id="{458FEBA0-E5D3-4716-80F6-FAB1ECBB6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592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8" name="Freeform 301">
              <a:extLst>
                <a:ext uri="{FF2B5EF4-FFF2-40B4-BE49-F238E27FC236}">
                  <a16:creationId xmlns:a16="http://schemas.microsoft.com/office/drawing/2014/main" id="{B3684ED3-BA6B-42E4-8DE9-859A5C21B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533"/>
              <a:ext cx="13" cy="6"/>
            </a:xfrm>
            <a:custGeom>
              <a:avLst/>
              <a:gdLst>
                <a:gd name="T0" fmla="*/ 0 w 5"/>
                <a:gd name="T1" fmla="*/ 0 h 2"/>
                <a:gd name="T2" fmla="*/ 68 w 5"/>
                <a:gd name="T3" fmla="*/ 27 h 2"/>
                <a:gd name="T4" fmla="*/ 88 w 5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0"/>
                    <a:pt x="3" y="1"/>
                    <a:pt x="4" y="1"/>
                  </a:cubicBezTo>
                  <a:cubicBezTo>
                    <a:pt x="4" y="2"/>
                    <a:pt x="5" y="2"/>
                    <a:pt x="5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9" name="Freeform 302">
              <a:extLst>
                <a:ext uri="{FF2B5EF4-FFF2-40B4-BE49-F238E27FC236}">
                  <a16:creationId xmlns:a16="http://schemas.microsoft.com/office/drawing/2014/main" id="{6C90D139-C9E8-4ABF-9070-E057372EF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483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0" name="Oval 303">
              <a:extLst>
                <a:ext uri="{FF2B5EF4-FFF2-40B4-BE49-F238E27FC236}">
                  <a16:creationId xmlns:a16="http://schemas.microsoft.com/office/drawing/2014/main" id="{2624D4C3-AC29-46F5-8B6A-0256EB50C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325"/>
              <a:ext cx="528" cy="563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991" name="Freeform 304">
              <a:extLst>
                <a:ext uri="{FF2B5EF4-FFF2-40B4-BE49-F238E27FC236}">
                  <a16:creationId xmlns:a16="http://schemas.microsoft.com/office/drawing/2014/main" id="{31AE6BF0-34D2-42EB-A3AD-E86C75579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413"/>
              <a:ext cx="17" cy="19"/>
            </a:xfrm>
            <a:custGeom>
              <a:avLst/>
              <a:gdLst>
                <a:gd name="T0" fmla="*/ 0 w 7"/>
                <a:gd name="T1" fmla="*/ 0 h 7"/>
                <a:gd name="T2" fmla="*/ 87 w 7"/>
                <a:gd name="T3" fmla="*/ 103 h 7"/>
                <a:gd name="T4" fmla="*/ 100 w 7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1" y="1"/>
                    <a:pt x="5" y="4"/>
                    <a:pt x="6" y="5"/>
                  </a:cubicBezTo>
                  <a:cubicBezTo>
                    <a:pt x="6" y="6"/>
                    <a:pt x="7" y="6"/>
                    <a:pt x="7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2" name="Freeform 305">
              <a:extLst>
                <a:ext uri="{FF2B5EF4-FFF2-40B4-BE49-F238E27FC236}">
                  <a16:creationId xmlns:a16="http://schemas.microsoft.com/office/drawing/2014/main" id="{C6538EB6-E407-4F10-BFAF-78BA3B228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427"/>
              <a:ext cx="7" cy="2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1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3" name="Freeform 306">
              <a:extLst>
                <a:ext uri="{FF2B5EF4-FFF2-40B4-BE49-F238E27FC236}">
                  <a16:creationId xmlns:a16="http://schemas.microsoft.com/office/drawing/2014/main" id="{B443A09B-F931-4D1B-B028-D9EC5036E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568"/>
              <a:ext cx="25" cy="8"/>
            </a:xfrm>
            <a:custGeom>
              <a:avLst/>
              <a:gdLst>
                <a:gd name="T0" fmla="*/ 0 w 10"/>
                <a:gd name="T1" fmla="*/ 0 h 3"/>
                <a:gd name="T2" fmla="*/ 158 w 10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2" y="1"/>
                    <a:pt x="8" y="3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4" name="Freeform 307">
              <a:extLst>
                <a:ext uri="{FF2B5EF4-FFF2-40B4-BE49-F238E27FC236}">
                  <a16:creationId xmlns:a16="http://schemas.microsoft.com/office/drawing/2014/main" id="{4E0D1744-2E2B-4C55-8210-A79B1BA16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576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5" name="Freeform 308">
              <a:extLst>
                <a:ext uri="{FF2B5EF4-FFF2-40B4-BE49-F238E27FC236}">
                  <a16:creationId xmlns:a16="http://schemas.microsoft.com/office/drawing/2014/main" id="{88CF2878-98D7-4DD4-B2AE-B7C7E35A1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723"/>
              <a:ext cx="22" cy="10"/>
            </a:xfrm>
            <a:custGeom>
              <a:avLst/>
              <a:gdLst>
                <a:gd name="T0" fmla="*/ 0 w 9"/>
                <a:gd name="T1" fmla="*/ 63 h 4"/>
                <a:gd name="T2" fmla="*/ 59 w 9"/>
                <a:gd name="T3" fmla="*/ 33 h 4"/>
                <a:gd name="T4" fmla="*/ 132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1" y="4"/>
                    <a:pt x="3" y="3"/>
                    <a:pt x="4" y="2"/>
                  </a:cubicBezTo>
                  <a:cubicBezTo>
                    <a:pt x="5" y="2"/>
                    <a:pt x="8" y="1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6" name="Freeform 309">
              <a:extLst>
                <a:ext uri="{FF2B5EF4-FFF2-40B4-BE49-F238E27FC236}">
                  <a16:creationId xmlns:a16="http://schemas.microsoft.com/office/drawing/2014/main" id="{88F80F38-512D-4B78-BD7F-7D24CB64F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725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7" name="Freeform 310">
              <a:extLst>
                <a:ext uri="{FF2B5EF4-FFF2-40B4-BE49-F238E27FC236}">
                  <a16:creationId xmlns:a16="http://schemas.microsoft.com/office/drawing/2014/main" id="{522E8226-3DE3-4D0C-BC01-0F70FFECE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827"/>
              <a:ext cx="15" cy="21"/>
            </a:xfrm>
            <a:custGeom>
              <a:avLst/>
              <a:gdLst>
                <a:gd name="T0" fmla="*/ 0 w 6"/>
                <a:gd name="T1" fmla="*/ 144 h 8"/>
                <a:gd name="T2" fmla="*/ 95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2" y="7"/>
                    <a:pt x="4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8" name="Freeform 311">
              <a:extLst>
                <a:ext uri="{FF2B5EF4-FFF2-40B4-BE49-F238E27FC236}">
                  <a16:creationId xmlns:a16="http://schemas.microsoft.com/office/drawing/2014/main" id="{C6DCD4A3-E5DE-4CF9-8A39-EEF82E524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829"/>
              <a:ext cx="8" cy="6"/>
            </a:xfrm>
            <a:custGeom>
              <a:avLst/>
              <a:gdLst>
                <a:gd name="T0" fmla="*/ 0 w 3"/>
                <a:gd name="T1" fmla="*/ 54 h 2"/>
                <a:gd name="T2" fmla="*/ 56 w 3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9" name="Freeform 312">
              <a:extLst>
                <a:ext uri="{FF2B5EF4-FFF2-40B4-BE49-F238E27FC236}">
                  <a16:creationId xmlns:a16="http://schemas.microsoft.com/office/drawing/2014/main" id="{CDBDDF96-0D5A-4545-AF6B-A600CD3C5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877"/>
              <a:ext cx="10" cy="27"/>
            </a:xfrm>
            <a:custGeom>
              <a:avLst/>
              <a:gdLst>
                <a:gd name="T0" fmla="*/ 63 w 4"/>
                <a:gd name="T1" fmla="*/ 0 h 10"/>
                <a:gd name="T2" fmla="*/ 0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3"/>
                    <a:pt x="2" y="8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0" name="Freeform 313">
              <a:extLst>
                <a:ext uri="{FF2B5EF4-FFF2-40B4-BE49-F238E27FC236}">
                  <a16:creationId xmlns:a16="http://schemas.microsoft.com/office/drawing/2014/main" id="{AF90AF1B-15DE-47D0-AAD3-FA45CC488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899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1" name="Freeform 314">
              <a:extLst>
                <a:ext uri="{FF2B5EF4-FFF2-40B4-BE49-F238E27FC236}">
                  <a16:creationId xmlns:a16="http://schemas.microsoft.com/office/drawing/2014/main" id="{35B37BC8-106B-4985-8EA2-3A7716804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883"/>
              <a:ext cx="10" cy="26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3"/>
                    <a:pt x="2" y="8"/>
                    <a:pt x="4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2" name="Freeform 315">
              <a:extLst>
                <a:ext uri="{FF2B5EF4-FFF2-40B4-BE49-F238E27FC236}">
                  <a16:creationId xmlns:a16="http://schemas.microsoft.com/office/drawing/2014/main" id="{91A77647-0864-49B3-9468-00EA8C393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904"/>
              <a:ext cx="3" cy="8"/>
            </a:xfrm>
            <a:custGeom>
              <a:avLst/>
              <a:gdLst>
                <a:gd name="T0" fmla="*/ 27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3" name="Freeform 316">
              <a:extLst>
                <a:ext uri="{FF2B5EF4-FFF2-40B4-BE49-F238E27FC236}">
                  <a16:creationId xmlns:a16="http://schemas.microsoft.com/office/drawing/2014/main" id="{A0D8DD89-ECBB-4CBE-841D-8AC14FFF8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819"/>
              <a:ext cx="15" cy="18"/>
            </a:xfrm>
            <a:custGeom>
              <a:avLst/>
              <a:gdLst>
                <a:gd name="T0" fmla="*/ 0 w 6"/>
                <a:gd name="T1" fmla="*/ 0 h 7"/>
                <a:gd name="T2" fmla="*/ 95 w 6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2"/>
                    <a:pt x="4" y="5"/>
                    <a:pt x="6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4" name="Freeform 317">
              <a:extLst>
                <a:ext uri="{FF2B5EF4-FFF2-40B4-BE49-F238E27FC236}">
                  <a16:creationId xmlns:a16="http://schemas.microsoft.com/office/drawing/2014/main" id="{97C2E333-8C99-4BAF-9B62-530F94E85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821"/>
              <a:ext cx="8" cy="1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5" name="Freeform 318">
              <a:extLst>
                <a:ext uri="{FF2B5EF4-FFF2-40B4-BE49-F238E27FC236}">
                  <a16:creationId xmlns:a16="http://schemas.microsoft.com/office/drawing/2014/main" id="{9951EC1E-7024-4036-BB67-FCE791B30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712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158 w 10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1" y="1"/>
                    <a:pt x="7" y="3"/>
                    <a:pt x="1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6" name="Freeform 319">
              <a:extLst>
                <a:ext uri="{FF2B5EF4-FFF2-40B4-BE49-F238E27FC236}">
                  <a16:creationId xmlns:a16="http://schemas.microsoft.com/office/drawing/2014/main" id="{31327323-5874-4743-8497-71A9DC184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720"/>
              <a:ext cx="2" cy="8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7" name="Freeform 320">
              <a:extLst>
                <a:ext uri="{FF2B5EF4-FFF2-40B4-BE49-F238E27FC236}">
                  <a16:creationId xmlns:a16="http://schemas.microsoft.com/office/drawing/2014/main" id="{80084C56-7245-4EBC-91A7-D832AEB31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571"/>
              <a:ext cx="25" cy="5"/>
            </a:xfrm>
            <a:custGeom>
              <a:avLst/>
              <a:gdLst>
                <a:gd name="T0" fmla="*/ 0 w 10"/>
                <a:gd name="T1" fmla="*/ 33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8" name="Freeform 321">
              <a:extLst>
                <a:ext uri="{FF2B5EF4-FFF2-40B4-BE49-F238E27FC236}">
                  <a16:creationId xmlns:a16="http://schemas.microsoft.com/office/drawing/2014/main" id="{AB3695BF-010D-414B-9058-D2106FCB3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573"/>
              <a:ext cx="8" cy="3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9" name="Freeform 322">
              <a:extLst>
                <a:ext uri="{FF2B5EF4-FFF2-40B4-BE49-F238E27FC236}">
                  <a16:creationId xmlns:a16="http://schemas.microsoft.com/office/drawing/2014/main" id="{622C1D0B-13A6-454B-9A8E-16614663F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416"/>
              <a:ext cx="17" cy="16"/>
            </a:xfrm>
            <a:custGeom>
              <a:avLst/>
              <a:gdLst>
                <a:gd name="T0" fmla="*/ 0 w 7"/>
                <a:gd name="T1" fmla="*/ 115 h 6"/>
                <a:gd name="T2" fmla="*/ 10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5"/>
                    <a:pt x="5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0" name="Freeform 323">
              <a:extLst>
                <a:ext uri="{FF2B5EF4-FFF2-40B4-BE49-F238E27FC236}">
                  <a16:creationId xmlns:a16="http://schemas.microsoft.com/office/drawing/2014/main" id="{33357366-E06A-4D9C-A24B-6EA063636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424"/>
              <a:ext cx="7" cy="13"/>
            </a:xfrm>
            <a:custGeom>
              <a:avLst/>
              <a:gdLst>
                <a:gd name="T0" fmla="*/ 37 w 3"/>
                <a:gd name="T1" fmla="*/ 0 h 5"/>
                <a:gd name="T2" fmla="*/ 12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1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1" name="Freeform 324">
              <a:extLst>
                <a:ext uri="{FF2B5EF4-FFF2-40B4-BE49-F238E27FC236}">
                  <a16:creationId xmlns:a16="http://schemas.microsoft.com/office/drawing/2014/main" id="{41DE0DE9-2520-46F4-B72A-8B6373154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317"/>
              <a:ext cx="12" cy="24"/>
            </a:xfrm>
            <a:custGeom>
              <a:avLst/>
              <a:gdLst>
                <a:gd name="T0" fmla="*/ 0 w 5"/>
                <a:gd name="T1" fmla="*/ 171 h 9"/>
                <a:gd name="T2" fmla="*/ 7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8"/>
                    <a:pt x="5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2" name="Freeform 325">
              <a:extLst>
                <a:ext uri="{FF2B5EF4-FFF2-40B4-BE49-F238E27FC236}">
                  <a16:creationId xmlns:a16="http://schemas.microsoft.com/office/drawing/2014/main" id="{4D5BF118-AB7E-4F41-9BF7-D9F951F3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20"/>
              <a:ext cx="7" cy="3"/>
            </a:xfrm>
            <a:custGeom>
              <a:avLst/>
              <a:gdLst>
                <a:gd name="T0" fmla="*/ 0 w 3"/>
                <a:gd name="T1" fmla="*/ 27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3" name="Freeform 326">
              <a:extLst>
                <a:ext uri="{FF2B5EF4-FFF2-40B4-BE49-F238E27FC236}">
                  <a16:creationId xmlns:a16="http://schemas.microsoft.com/office/drawing/2014/main" id="{2D169C70-352D-48ED-87BD-1E511EC1E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304"/>
              <a:ext cx="5" cy="27"/>
            </a:xfrm>
            <a:custGeom>
              <a:avLst/>
              <a:gdLst>
                <a:gd name="T0" fmla="*/ 0 w 2"/>
                <a:gd name="T1" fmla="*/ 0 h 10"/>
                <a:gd name="T2" fmla="*/ 33 w 2"/>
                <a:gd name="T3" fmla="*/ 138 h 10"/>
                <a:gd name="T4" fmla="*/ 33 w 2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1"/>
                    <a:pt x="2" y="5"/>
                    <a:pt x="2" y="7"/>
                  </a:cubicBezTo>
                  <a:cubicBezTo>
                    <a:pt x="2" y="8"/>
                    <a:pt x="2" y="9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4" name="Freeform 327">
              <a:extLst>
                <a:ext uri="{FF2B5EF4-FFF2-40B4-BE49-F238E27FC236}">
                  <a16:creationId xmlns:a16="http://schemas.microsoft.com/office/drawing/2014/main" id="{4A3151A1-95B2-4B00-9429-2F9C9BF0F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325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5" name="Oval 328">
              <a:extLst>
                <a:ext uri="{FF2B5EF4-FFF2-40B4-BE49-F238E27FC236}">
                  <a16:creationId xmlns:a16="http://schemas.microsoft.com/office/drawing/2014/main" id="{261749F4-306B-4810-B4DA-6E10CC67D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2" y="2296"/>
              <a:ext cx="583" cy="621"/>
            </a:xfrm>
            <a:prstGeom prst="ellipse">
              <a:avLst/>
            </a:prstGeom>
            <a:noFill/>
            <a:ln w="12700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016" name="Freeform 329">
              <a:extLst>
                <a:ext uri="{FF2B5EF4-FFF2-40B4-BE49-F238E27FC236}">
                  <a16:creationId xmlns:a16="http://schemas.microsoft.com/office/drawing/2014/main" id="{78C7812A-B10C-4990-B1A4-A6F2F0BE2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797"/>
              <a:ext cx="1141" cy="1096"/>
            </a:xfrm>
            <a:custGeom>
              <a:avLst/>
              <a:gdLst>
                <a:gd name="T0" fmla="*/ 6798 w 456"/>
                <a:gd name="T1" fmla="*/ 2765 h 411"/>
                <a:gd name="T2" fmla="*/ 4922 w 456"/>
                <a:gd name="T3" fmla="*/ 5427 h 411"/>
                <a:gd name="T4" fmla="*/ 1629 w 456"/>
                <a:gd name="T5" fmla="*/ 7795 h 411"/>
                <a:gd name="T6" fmla="*/ 1629 w 456"/>
                <a:gd name="T7" fmla="*/ 7795 h 411"/>
                <a:gd name="T8" fmla="*/ 2755 w 456"/>
                <a:gd name="T9" fmla="*/ 5768 h 411"/>
                <a:gd name="T10" fmla="*/ 938 w 456"/>
                <a:gd name="T11" fmla="*/ 3549 h 411"/>
                <a:gd name="T12" fmla="*/ 0 w 456"/>
                <a:gd name="T13" fmla="*/ 3848 h 411"/>
                <a:gd name="T14" fmla="*/ 4934 w 456"/>
                <a:gd name="T15" fmla="*/ 797 h 411"/>
                <a:gd name="T16" fmla="*/ 5527 w 456"/>
                <a:gd name="T17" fmla="*/ 341 h 411"/>
                <a:gd name="T18" fmla="*/ 6999 w 456"/>
                <a:gd name="T19" fmla="*/ 989 h 411"/>
                <a:gd name="T20" fmla="*/ 7081 w 456"/>
                <a:gd name="T21" fmla="*/ 1899 h 411"/>
                <a:gd name="T22" fmla="*/ 6798 w 456"/>
                <a:gd name="T23" fmla="*/ 2765 h 4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6" h="411">
                  <a:moveTo>
                    <a:pt x="434" y="146"/>
                  </a:moveTo>
                  <a:cubicBezTo>
                    <a:pt x="398" y="208"/>
                    <a:pt x="368" y="236"/>
                    <a:pt x="314" y="286"/>
                  </a:cubicBezTo>
                  <a:cubicBezTo>
                    <a:pt x="260" y="335"/>
                    <a:pt x="170" y="386"/>
                    <a:pt x="104" y="411"/>
                  </a:cubicBezTo>
                  <a:cubicBezTo>
                    <a:pt x="104" y="411"/>
                    <a:pt x="104" y="411"/>
                    <a:pt x="104" y="411"/>
                  </a:cubicBezTo>
                  <a:cubicBezTo>
                    <a:pt x="146" y="394"/>
                    <a:pt x="176" y="352"/>
                    <a:pt x="176" y="304"/>
                  </a:cubicBezTo>
                  <a:cubicBezTo>
                    <a:pt x="176" y="239"/>
                    <a:pt x="124" y="187"/>
                    <a:pt x="60" y="187"/>
                  </a:cubicBezTo>
                  <a:cubicBezTo>
                    <a:pt x="38" y="187"/>
                    <a:pt x="18" y="193"/>
                    <a:pt x="0" y="203"/>
                  </a:cubicBezTo>
                  <a:cubicBezTo>
                    <a:pt x="79" y="159"/>
                    <a:pt x="179" y="154"/>
                    <a:pt x="315" y="42"/>
                  </a:cubicBezTo>
                  <a:cubicBezTo>
                    <a:pt x="329" y="31"/>
                    <a:pt x="338" y="24"/>
                    <a:pt x="353" y="18"/>
                  </a:cubicBezTo>
                  <a:cubicBezTo>
                    <a:pt x="392" y="0"/>
                    <a:pt x="429" y="13"/>
                    <a:pt x="447" y="52"/>
                  </a:cubicBezTo>
                  <a:cubicBezTo>
                    <a:pt x="454" y="68"/>
                    <a:pt x="456" y="85"/>
                    <a:pt x="452" y="100"/>
                  </a:cubicBezTo>
                  <a:cubicBezTo>
                    <a:pt x="449" y="113"/>
                    <a:pt x="443" y="129"/>
                    <a:pt x="434" y="146"/>
                  </a:cubicBezTo>
                  <a:close/>
                </a:path>
              </a:pathLst>
            </a:custGeom>
            <a:noFill/>
            <a:ln w="1270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7" name="Oval 330">
              <a:extLst>
                <a:ext uri="{FF2B5EF4-FFF2-40B4-BE49-F238E27FC236}">
                  <a16:creationId xmlns:a16="http://schemas.microsoft.com/office/drawing/2014/main" id="{04D88A82-D6C9-4CC8-8A38-FF17C581F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477"/>
              <a:ext cx="243" cy="259"/>
            </a:xfrm>
            <a:prstGeom prst="ellipse">
              <a:avLst/>
            </a:prstGeom>
            <a:noFill/>
            <a:ln w="12700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018" name="Freeform 331">
              <a:extLst>
                <a:ext uri="{FF2B5EF4-FFF2-40B4-BE49-F238E27FC236}">
                  <a16:creationId xmlns:a16="http://schemas.microsoft.com/office/drawing/2014/main" id="{EED6DC89-BC5F-4F19-A255-84C51D879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395"/>
              <a:ext cx="118" cy="216"/>
            </a:xfrm>
            <a:custGeom>
              <a:avLst/>
              <a:gdLst>
                <a:gd name="T0" fmla="*/ 0 w 47"/>
                <a:gd name="T1" fmla="*/ 1536 h 81"/>
                <a:gd name="T2" fmla="*/ 33 w 47"/>
                <a:gd name="T3" fmla="*/ 1331 h 81"/>
                <a:gd name="T4" fmla="*/ 113 w 47"/>
                <a:gd name="T5" fmla="*/ 1173 h 81"/>
                <a:gd name="T6" fmla="*/ 113 w 47"/>
                <a:gd name="T7" fmla="*/ 989 h 81"/>
                <a:gd name="T8" fmla="*/ 221 w 47"/>
                <a:gd name="T9" fmla="*/ 853 h 81"/>
                <a:gd name="T10" fmla="*/ 316 w 47"/>
                <a:gd name="T11" fmla="*/ 605 h 81"/>
                <a:gd name="T12" fmla="*/ 397 w 47"/>
                <a:gd name="T13" fmla="*/ 477 h 81"/>
                <a:gd name="T14" fmla="*/ 472 w 47"/>
                <a:gd name="T15" fmla="*/ 341 h 81"/>
                <a:gd name="T16" fmla="*/ 693 w 47"/>
                <a:gd name="T17" fmla="*/ 149 h 81"/>
                <a:gd name="T18" fmla="*/ 693 w 47"/>
                <a:gd name="T19" fmla="*/ 56 h 81"/>
                <a:gd name="T20" fmla="*/ 743 w 47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81">
                  <a:moveTo>
                    <a:pt x="0" y="81"/>
                  </a:moveTo>
                  <a:cubicBezTo>
                    <a:pt x="3" y="78"/>
                    <a:pt x="4" y="73"/>
                    <a:pt x="2" y="70"/>
                  </a:cubicBezTo>
                  <a:cubicBezTo>
                    <a:pt x="5" y="68"/>
                    <a:pt x="7" y="64"/>
                    <a:pt x="7" y="62"/>
                  </a:cubicBezTo>
                  <a:cubicBezTo>
                    <a:pt x="8" y="58"/>
                    <a:pt x="6" y="55"/>
                    <a:pt x="7" y="52"/>
                  </a:cubicBezTo>
                  <a:cubicBezTo>
                    <a:pt x="8" y="48"/>
                    <a:pt x="12" y="48"/>
                    <a:pt x="14" y="45"/>
                  </a:cubicBezTo>
                  <a:cubicBezTo>
                    <a:pt x="18" y="41"/>
                    <a:pt x="19" y="37"/>
                    <a:pt x="20" y="32"/>
                  </a:cubicBezTo>
                  <a:cubicBezTo>
                    <a:pt x="20" y="28"/>
                    <a:pt x="22" y="28"/>
                    <a:pt x="25" y="25"/>
                  </a:cubicBezTo>
                  <a:cubicBezTo>
                    <a:pt x="28" y="22"/>
                    <a:pt x="27" y="20"/>
                    <a:pt x="30" y="18"/>
                  </a:cubicBezTo>
                  <a:cubicBezTo>
                    <a:pt x="34" y="16"/>
                    <a:pt x="42" y="13"/>
                    <a:pt x="44" y="8"/>
                  </a:cubicBezTo>
                  <a:cubicBezTo>
                    <a:pt x="44" y="7"/>
                    <a:pt x="44" y="5"/>
                    <a:pt x="44" y="3"/>
                  </a:cubicBezTo>
                  <a:cubicBezTo>
                    <a:pt x="45" y="2"/>
                    <a:pt x="47" y="0"/>
                    <a:pt x="4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9" name="Freeform 332">
              <a:extLst>
                <a:ext uri="{FF2B5EF4-FFF2-40B4-BE49-F238E27FC236}">
                  <a16:creationId xmlns:a16="http://schemas.microsoft.com/office/drawing/2014/main" id="{92AB85B2-F6D0-4CE8-8644-FFDBD5915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379"/>
              <a:ext cx="280" cy="237"/>
            </a:xfrm>
            <a:custGeom>
              <a:avLst/>
              <a:gdLst>
                <a:gd name="T0" fmla="*/ 0 w 112"/>
                <a:gd name="T1" fmla="*/ 285 h 89"/>
                <a:gd name="T2" fmla="*/ 345 w 112"/>
                <a:gd name="T3" fmla="*/ 56 h 89"/>
                <a:gd name="T4" fmla="*/ 625 w 112"/>
                <a:gd name="T5" fmla="*/ 56 h 89"/>
                <a:gd name="T6" fmla="*/ 720 w 112"/>
                <a:gd name="T7" fmla="*/ 0 h 89"/>
                <a:gd name="T8" fmla="*/ 783 w 112"/>
                <a:gd name="T9" fmla="*/ 77 h 89"/>
                <a:gd name="T10" fmla="*/ 925 w 112"/>
                <a:gd name="T11" fmla="*/ 192 h 89"/>
                <a:gd name="T12" fmla="*/ 1145 w 112"/>
                <a:gd name="T13" fmla="*/ 264 h 89"/>
                <a:gd name="T14" fmla="*/ 1208 w 112"/>
                <a:gd name="T15" fmla="*/ 453 h 89"/>
                <a:gd name="T16" fmla="*/ 1345 w 112"/>
                <a:gd name="T17" fmla="*/ 589 h 89"/>
                <a:gd name="T18" fmla="*/ 1520 w 112"/>
                <a:gd name="T19" fmla="*/ 831 h 89"/>
                <a:gd name="T20" fmla="*/ 1738 w 112"/>
                <a:gd name="T21" fmla="*/ 1134 h 89"/>
                <a:gd name="T22" fmla="*/ 1675 w 112"/>
                <a:gd name="T23" fmla="*/ 1489 h 89"/>
                <a:gd name="T24" fmla="*/ 1595 w 112"/>
                <a:gd name="T25" fmla="*/ 1680 h 89"/>
                <a:gd name="T26" fmla="*/ 1613 w 112"/>
                <a:gd name="T27" fmla="*/ 1659 h 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89">
                  <a:moveTo>
                    <a:pt x="0" y="15"/>
                  </a:moveTo>
                  <a:cubicBezTo>
                    <a:pt x="9" y="15"/>
                    <a:pt x="19" y="13"/>
                    <a:pt x="22" y="3"/>
                  </a:cubicBezTo>
                  <a:cubicBezTo>
                    <a:pt x="28" y="6"/>
                    <a:pt x="34" y="5"/>
                    <a:pt x="40" y="3"/>
                  </a:cubicBezTo>
                  <a:cubicBezTo>
                    <a:pt x="42" y="2"/>
                    <a:pt x="44" y="0"/>
                    <a:pt x="46" y="0"/>
                  </a:cubicBezTo>
                  <a:cubicBezTo>
                    <a:pt x="47" y="1"/>
                    <a:pt x="49" y="3"/>
                    <a:pt x="50" y="4"/>
                  </a:cubicBezTo>
                  <a:cubicBezTo>
                    <a:pt x="53" y="6"/>
                    <a:pt x="56" y="8"/>
                    <a:pt x="59" y="10"/>
                  </a:cubicBezTo>
                  <a:cubicBezTo>
                    <a:pt x="63" y="11"/>
                    <a:pt x="69" y="11"/>
                    <a:pt x="73" y="14"/>
                  </a:cubicBezTo>
                  <a:cubicBezTo>
                    <a:pt x="76" y="17"/>
                    <a:pt x="75" y="21"/>
                    <a:pt x="77" y="24"/>
                  </a:cubicBezTo>
                  <a:cubicBezTo>
                    <a:pt x="79" y="29"/>
                    <a:pt x="82" y="30"/>
                    <a:pt x="86" y="31"/>
                  </a:cubicBezTo>
                  <a:cubicBezTo>
                    <a:pt x="93" y="34"/>
                    <a:pt x="94" y="38"/>
                    <a:pt x="97" y="44"/>
                  </a:cubicBezTo>
                  <a:cubicBezTo>
                    <a:pt x="99" y="52"/>
                    <a:pt x="109" y="52"/>
                    <a:pt x="111" y="60"/>
                  </a:cubicBezTo>
                  <a:cubicBezTo>
                    <a:pt x="112" y="66"/>
                    <a:pt x="110" y="74"/>
                    <a:pt x="107" y="79"/>
                  </a:cubicBezTo>
                  <a:cubicBezTo>
                    <a:pt x="105" y="82"/>
                    <a:pt x="105" y="86"/>
                    <a:pt x="102" y="89"/>
                  </a:cubicBezTo>
                  <a:cubicBezTo>
                    <a:pt x="102" y="89"/>
                    <a:pt x="103" y="89"/>
                    <a:pt x="103" y="8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0" name="Freeform 333">
              <a:extLst>
                <a:ext uri="{FF2B5EF4-FFF2-40B4-BE49-F238E27FC236}">
                  <a16:creationId xmlns:a16="http://schemas.microsoft.com/office/drawing/2014/main" id="{89C49C02-3DF4-470C-A9A0-67B8BF13E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20"/>
              <a:ext cx="72" cy="293"/>
            </a:xfrm>
            <a:custGeom>
              <a:avLst/>
              <a:gdLst>
                <a:gd name="T0" fmla="*/ 340 w 29"/>
                <a:gd name="T1" fmla="*/ 0 h 110"/>
                <a:gd name="T2" fmla="*/ 370 w 29"/>
                <a:gd name="T3" fmla="*/ 320 h 110"/>
                <a:gd name="T4" fmla="*/ 432 w 29"/>
                <a:gd name="T5" fmla="*/ 567 h 110"/>
                <a:gd name="T6" fmla="*/ 382 w 29"/>
                <a:gd name="T7" fmla="*/ 717 h 110"/>
                <a:gd name="T8" fmla="*/ 382 w 29"/>
                <a:gd name="T9" fmla="*/ 887 h 110"/>
                <a:gd name="T10" fmla="*/ 400 w 29"/>
                <a:gd name="T11" fmla="*/ 1079 h 110"/>
                <a:gd name="T12" fmla="*/ 320 w 29"/>
                <a:gd name="T13" fmla="*/ 1249 h 110"/>
                <a:gd name="T14" fmla="*/ 370 w 29"/>
                <a:gd name="T15" fmla="*/ 1590 h 110"/>
                <a:gd name="T16" fmla="*/ 258 w 29"/>
                <a:gd name="T17" fmla="*/ 1761 h 110"/>
                <a:gd name="T18" fmla="*/ 216 w 29"/>
                <a:gd name="T19" fmla="*/ 1830 h 110"/>
                <a:gd name="T20" fmla="*/ 137 w 29"/>
                <a:gd name="T21" fmla="*/ 1889 h 110"/>
                <a:gd name="T22" fmla="*/ 12 w 29"/>
                <a:gd name="T23" fmla="*/ 2078 h 1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110">
                  <a:moveTo>
                    <a:pt x="22" y="0"/>
                  </a:moveTo>
                  <a:cubicBezTo>
                    <a:pt x="22" y="6"/>
                    <a:pt x="22" y="10"/>
                    <a:pt x="24" y="17"/>
                  </a:cubicBezTo>
                  <a:cubicBezTo>
                    <a:pt x="26" y="21"/>
                    <a:pt x="29" y="25"/>
                    <a:pt x="28" y="30"/>
                  </a:cubicBezTo>
                  <a:cubicBezTo>
                    <a:pt x="27" y="33"/>
                    <a:pt x="25" y="36"/>
                    <a:pt x="25" y="38"/>
                  </a:cubicBezTo>
                  <a:cubicBezTo>
                    <a:pt x="24" y="41"/>
                    <a:pt x="25" y="44"/>
                    <a:pt x="25" y="47"/>
                  </a:cubicBezTo>
                  <a:cubicBezTo>
                    <a:pt x="25" y="50"/>
                    <a:pt x="27" y="54"/>
                    <a:pt x="26" y="57"/>
                  </a:cubicBezTo>
                  <a:cubicBezTo>
                    <a:pt x="25" y="60"/>
                    <a:pt x="22" y="62"/>
                    <a:pt x="21" y="66"/>
                  </a:cubicBezTo>
                  <a:cubicBezTo>
                    <a:pt x="20" y="72"/>
                    <a:pt x="24" y="78"/>
                    <a:pt x="24" y="84"/>
                  </a:cubicBezTo>
                  <a:cubicBezTo>
                    <a:pt x="24" y="89"/>
                    <a:pt x="20" y="90"/>
                    <a:pt x="17" y="93"/>
                  </a:cubicBezTo>
                  <a:cubicBezTo>
                    <a:pt x="16" y="94"/>
                    <a:pt x="15" y="96"/>
                    <a:pt x="14" y="97"/>
                  </a:cubicBezTo>
                  <a:cubicBezTo>
                    <a:pt x="13" y="98"/>
                    <a:pt x="11" y="98"/>
                    <a:pt x="9" y="100"/>
                  </a:cubicBezTo>
                  <a:cubicBezTo>
                    <a:pt x="6" y="101"/>
                    <a:pt x="0" y="108"/>
                    <a:pt x="1" y="1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1" name="Freeform 334">
              <a:extLst>
                <a:ext uri="{FF2B5EF4-FFF2-40B4-BE49-F238E27FC236}">
                  <a16:creationId xmlns:a16="http://schemas.microsoft.com/office/drawing/2014/main" id="{91FCB504-4CA2-464E-BB27-959113040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621"/>
              <a:ext cx="55" cy="123"/>
            </a:xfrm>
            <a:custGeom>
              <a:avLst/>
              <a:gdLst>
                <a:gd name="T0" fmla="*/ 0 w 22"/>
                <a:gd name="T1" fmla="*/ 880 h 46"/>
                <a:gd name="T2" fmla="*/ 95 w 22"/>
                <a:gd name="T3" fmla="*/ 615 h 46"/>
                <a:gd name="T4" fmla="*/ 220 w 22"/>
                <a:gd name="T5" fmla="*/ 444 h 46"/>
                <a:gd name="T6" fmla="*/ 270 w 22"/>
                <a:gd name="T7" fmla="*/ 209 h 46"/>
                <a:gd name="T8" fmla="*/ 300 w 22"/>
                <a:gd name="T9" fmla="*/ 78 h 46"/>
                <a:gd name="T10" fmla="*/ 345 w 22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6">
                  <a:moveTo>
                    <a:pt x="0" y="46"/>
                  </a:moveTo>
                  <a:cubicBezTo>
                    <a:pt x="7" y="43"/>
                    <a:pt x="3" y="38"/>
                    <a:pt x="6" y="32"/>
                  </a:cubicBezTo>
                  <a:cubicBezTo>
                    <a:pt x="8" y="28"/>
                    <a:pt x="12" y="26"/>
                    <a:pt x="14" y="23"/>
                  </a:cubicBezTo>
                  <a:cubicBezTo>
                    <a:pt x="16" y="19"/>
                    <a:pt x="16" y="14"/>
                    <a:pt x="17" y="11"/>
                  </a:cubicBezTo>
                  <a:cubicBezTo>
                    <a:pt x="17" y="9"/>
                    <a:pt x="18" y="6"/>
                    <a:pt x="19" y="4"/>
                  </a:cubicBezTo>
                  <a:cubicBezTo>
                    <a:pt x="20" y="3"/>
                    <a:pt x="22" y="2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2" name="Freeform 335">
              <a:extLst>
                <a:ext uri="{FF2B5EF4-FFF2-40B4-BE49-F238E27FC236}">
                  <a16:creationId xmlns:a16="http://schemas.microsoft.com/office/drawing/2014/main" id="{CF84BA70-4B93-4785-810C-2BB3C5577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485"/>
              <a:ext cx="43" cy="128"/>
            </a:xfrm>
            <a:custGeom>
              <a:avLst/>
              <a:gdLst>
                <a:gd name="T0" fmla="*/ 20 w 17"/>
                <a:gd name="T1" fmla="*/ 0 h 48"/>
                <a:gd name="T2" fmla="*/ 20 w 17"/>
                <a:gd name="T3" fmla="*/ 136 h 48"/>
                <a:gd name="T4" fmla="*/ 96 w 17"/>
                <a:gd name="T5" fmla="*/ 285 h 48"/>
                <a:gd name="T6" fmla="*/ 210 w 17"/>
                <a:gd name="T7" fmla="*/ 435 h 48"/>
                <a:gd name="T8" fmla="*/ 192 w 17"/>
                <a:gd name="T9" fmla="*/ 776 h 48"/>
                <a:gd name="T10" fmla="*/ 276 w 17"/>
                <a:gd name="T11" fmla="*/ 909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8">
                  <a:moveTo>
                    <a:pt x="1" y="0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1" y="10"/>
                    <a:pt x="4" y="12"/>
                    <a:pt x="6" y="15"/>
                  </a:cubicBezTo>
                  <a:cubicBezTo>
                    <a:pt x="10" y="18"/>
                    <a:pt x="14" y="18"/>
                    <a:pt x="13" y="23"/>
                  </a:cubicBezTo>
                  <a:cubicBezTo>
                    <a:pt x="12" y="29"/>
                    <a:pt x="10" y="35"/>
                    <a:pt x="12" y="41"/>
                  </a:cubicBezTo>
                  <a:cubicBezTo>
                    <a:pt x="13" y="44"/>
                    <a:pt x="17" y="47"/>
                    <a:pt x="17" y="4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3" name="Freeform 336">
              <a:extLst>
                <a:ext uri="{FF2B5EF4-FFF2-40B4-BE49-F238E27FC236}">
                  <a16:creationId xmlns:a16="http://schemas.microsoft.com/office/drawing/2014/main" id="{057B47DC-DBC0-4207-95CC-184E640CD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520"/>
              <a:ext cx="28" cy="67"/>
            </a:xfrm>
            <a:custGeom>
              <a:avLst/>
              <a:gdLst>
                <a:gd name="T0" fmla="*/ 64 w 11"/>
                <a:gd name="T1" fmla="*/ 0 h 25"/>
                <a:gd name="T2" fmla="*/ 181 w 11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4" y="0"/>
                  </a:moveTo>
                  <a:cubicBezTo>
                    <a:pt x="0" y="7"/>
                    <a:pt x="5" y="19"/>
                    <a:pt x="11" y="2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4" name="Freeform 337">
              <a:extLst>
                <a:ext uri="{FF2B5EF4-FFF2-40B4-BE49-F238E27FC236}">
                  <a16:creationId xmlns:a16="http://schemas.microsoft.com/office/drawing/2014/main" id="{17487053-7373-4FCB-9A8F-92D1862B3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600"/>
              <a:ext cx="17" cy="69"/>
            </a:xfrm>
            <a:custGeom>
              <a:avLst/>
              <a:gdLst>
                <a:gd name="T0" fmla="*/ 41 w 7"/>
                <a:gd name="T1" fmla="*/ 0 h 26"/>
                <a:gd name="T2" fmla="*/ 100 w 7"/>
                <a:gd name="T3" fmla="*/ 226 h 26"/>
                <a:gd name="T4" fmla="*/ 0 w 7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6">
                  <a:moveTo>
                    <a:pt x="3" y="0"/>
                  </a:moveTo>
                  <a:cubicBezTo>
                    <a:pt x="5" y="4"/>
                    <a:pt x="7" y="7"/>
                    <a:pt x="7" y="12"/>
                  </a:cubicBezTo>
                  <a:cubicBezTo>
                    <a:pt x="6" y="16"/>
                    <a:pt x="3" y="25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5" name="Freeform 338">
              <a:extLst>
                <a:ext uri="{FF2B5EF4-FFF2-40B4-BE49-F238E27FC236}">
                  <a16:creationId xmlns:a16="http://schemas.microsoft.com/office/drawing/2014/main" id="{FC3915A8-CB44-42B0-A03D-D17367DD6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579"/>
              <a:ext cx="18" cy="77"/>
            </a:xfrm>
            <a:custGeom>
              <a:avLst/>
              <a:gdLst>
                <a:gd name="T0" fmla="*/ 67 w 7"/>
                <a:gd name="T1" fmla="*/ 0 h 29"/>
                <a:gd name="T2" fmla="*/ 21 w 7"/>
                <a:gd name="T3" fmla="*/ 316 h 29"/>
                <a:gd name="T4" fmla="*/ 67 w 7"/>
                <a:gd name="T5" fmla="*/ 451 h 29"/>
                <a:gd name="T6" fmla="*/ 118 w 7"/>
                <a:gd name="T7" fmla="*/ 5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9">
                  <a:moveTo>
                    <a:pt x="4" y="0"/>
                  </a:moveTo>
                  <a:cubicBezTo>
                    <a:pt x="3" y="6"/>
                    <a:pt x="0" y="11"/>
                    <a:pt x="1" y="17"/>
                  </a:cubicBezTo>
                  <a:cubicBezTo>
                    <a:pt x="2" y="19"/>
                    <a:pt x="3" y="22"/>
                    <a:pt x="4" y="24"/>
                  </a:cubicBezTo>
                  <a:cubicBezTo>
                    <a:pt x="5" y="26"/>
                    <a:pt x="7" y="27"/>
                    <a:pt x="7" y="2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6" name="Freeform 339">
              <a:extLst>
                <a:ext uri="{FF2B5EF4-FFF2-40B4-BE49-F238E27FC236}">
                  <a16:creationId xmlns:a16="http://schemas.microsoft.com/office/drawing/2014/main" id="{04E76361-8739-47B1-AB8A-2FFD4BA6D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661"/>
              <a:ext cx="12" cy="40"/>
            </a:xfrm>
            <a:custGeom>
              <a:avLst/>
              <a:gdLst>
                <a:gd name="T0" fmla="*/ 0 w 5"/>
                <a:gd name="T1" fmla="*/ 0 h 15"/>
                <a:gd name="T2" fmla="*/ 58 w 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5" y="2"/>
                    <a:pt x="4" y="11"/>
                    <a:pt x="4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7" name="Freeform 340">
              <a:extLst>
                <a:ext uri="{FF2B5EF4-FFF2-40B4-BE49-F238E27FC236}">
                  <a16:creationId xmlns:a16="http://schemas.microsoft.com/office/drawing/2014/main" id="{6A18D39E-66EA-4127-9BC1-59B869DBD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704"/>
              <a:ext cx="95" cy="59"/>
            </a:xfrm>
            <a:custGeom>
              <a:avLst/>
              <a:gdLst>
                <a:gd name="T0" fmla="*/ 0 w 38"/>
                <a:gd name="T1" fmla="*/ 389 h 22"/>
                <a:gd name="T2" fmla="*/ 208 w 38"/>
                <a:gd name="T3" fmla="*/ 389 h 22"/>
                <a:gd name="T4" fmla="*/ 300 w 38"/>
                <a:gd name="T5" fmla="*/ 287 h 22"/>
                <a:gd name="T6" fmla="*/ 345 w 38"/>
                <a:gd name="T7" fmla="*/ 193 h 22"/>
                <a:gd name="T8" fmla="*/ 500 w 38"/>
                <a:gd name="T9" fmla="*/ 172 h 22"/>
                <a:gd name="T10" fmla="*/ 595 w 3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2">
                  <a:moveTo>
                    <a:pt x="0" y="20"/>
                  </a:moveTo>
                  <a:cubicBezTo>
                    <a:pt x="4" y="20"/>
                    <a:pt x="8" y="22"/>
                    <a:pt x="13" y="20"/>
                  </a:cubicBezTo>
                  <a:cubicBezTo>
                    <a:pt x="15" y="19"/>
                    <a:pt x="17" y="17"/>
                    <a:pt x="19" y="15"/>
                  </a:cubicBezTo>
                  <a:cubicBezTo>
                    <a:pt x="20" y="13"/>
                    <a:pt x="20" y="11"/>
                    <a:pt x="22" y="10"/>
                  </a:cubicBezTo>
                  <a:cubicBezTo>
                    <a:pt x="25" y="8"/>
                    <a:pt x="28" y="11"/>
                    <a:pt x="32" y="9"/>
                  </a:cubicBezTo>
                  <a:cubicBezTo>
                    <a:pt x="35" y="8"/>
                    <a:pt x="37" y="3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" name="Freeform 341">
              <a:extLst>
                <a:ext uri="{FF2B5EF4-FFF2-40B4-BE49-F238E27FC236}">
                  <a16:creationId xmlns:a16="http://schemas.microsoft.com/office/drawing/2014/main" id="{38D8AC14-47D6-4B81-B2AB-78CE244F0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683"/>
              <a:ext cx="42" cy="45"/>
            </a:xfrm>
            <a:custGeom>
              <a:avLst/>
              <a:gdLst>
                <a:gd name="T0" fmla="*/ 0 w 17"/>
                <a:gd name="T1" fmla="*/ 315 h 17"/>
                <a:gd name="T2" fmla="*/ 91 w 17"/>
                <a:gd name="T3" fmla="*/ 90 h 17"/>
                <a:gd name="T4" fmla="*/ 257 w 1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2" y="12"/>
                    <a:pt x="2" y="8"/>
                    <a:pt x="6" y="5"/>
                  </a:cubicBezTo>
                  <a:cubicBezTo>
                    <a:pt x="9" y="3"/>
                    <a:pt x="14" y="0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" name="Freeform 342">
              <a:extLst>
                <a:ext uri="{FF2B5EF4-FFF2-40B4-BE49-F238E27FC236}">
                  <a16:creationId xmlns:a16="http://schemas.microsoft.com/office/drawing/2014/main" id="{BBBC822E-BF0A-410B-A77C-CBE6D9FE3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421"/>
              <a:ext cx="80" cy="99"/>
            </a:xfrm>
            <a:custGeom>
              <a:avLst/>
              <a:gdLst>
                <a:gd name="T0" fmla="*/ 0 w 32"/>
                <a:gd name="T1" fmla="*/ 0 h 37"/>
                <a:gd name="T2" fmla="*/ 250 w 32"/>
                <a:gd name="T3" fmla="*/ 150 h 37"/>
                <a:gd name="T4" fmla="*/ 283 w 32"/>
                <a:gd name="T5" fmla="*/ 364 h 37"/>
                <a:gd name="T6" fmla="*/ 470 w 32"/>
                <a:gd name="T7" fmla="*/ 516 h 37"/>
                <a:gd name="T8" fmla="*/ 500 w 32"/>
                <a:gd name="T9" fmla="*/ 70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7">
                  <a:moveTo>
                    <a:pt x="0" y="0"/>
                  </a:moveTo>
                  <a:cubicBezTo>
                    <a:pt x="6" y="1"/>
                    <a:pt x="12" y="2"/>
                    <a:pt x="16" y="8"/>
                  </a:cubicBezTo>
                  <a:cubicBezTo>
                    <a:pt x="17" y="11"/>
                    <a:pt x="18" y="15"/>
                    <a:pt x="18" y="19"/>
                  </a:cubicBezTo>
                  <a:cubicBezTo>
                    <a:pt x="22" y="19"/>
                    <a:pt x="28" y="22"/>
                    <a:pt x="30" y="27"/>
                  </a:cubicBezTo>
                  <a:cubicBezTo>
                    <a:pt x="31" y="30"/>
                    <a:pt x="31" y="34"/>
                    <a:pt x="32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0" name="Freeform 343">
              <a:extLst>
                <a:ext uri="{FF2B5EF4-FFF2-40B4-BE49-F238E27FC236}">
                  <a16:creationId xmlns:a16="http://schemas.microsoft.com/office/drawing/2014/main" id="{08A5DFE6-6989-4D48-94B4-61DB6E57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437"/>
              <a:ext cx="32" cy="46"/>
            </a:xfrm>
            <a:custGeom>
              <a:avLst/>
              <a:gdLst>
                <a:gd name="T0" fmla="*/ 0 w 13"/>
                <a:gd name="T1" fmla="*/ 0 h 17"/>
                <a:gd name="T2" fmla="*/ 153 w 13"/>
                <a:gd name="T3" fmla="*/ 176 h 17"/>
                <a:gd name="T4" fmla="*/ 194 w 13"/>
                <a:gd name="T5" fmla="*/ 3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4" y="2"/>
                    <a:pt x="8" y="5"/>
                    <a:pt x="10" y="9"/>
                  </a:cubicBezTo>
                  <a:cubicBezTo>
                    <a:pt x="11" y="11"/>
                    <a:pt x="11" y="15"/>
                    <a:pt x="13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1" name="Freeform 344">
              <a:extLst>
                <a:ext uri="{FF2B5EF4-FFF2-40B4-BE49-F238E27FC236}">
                  <a16:creationId xmlns:a16="http://schemas.microsoft.com/office/drawing/2014/main" id="{089F41B8-CB4C-4904-844C-A9974B804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437"/>
              <a:ext cx="48" cy="64"/>
            </a:xfrm>
            <a:custGeom>
              <a:avLst/>
              <a:gdLst>
                <a:gd name="T0" fmla="*/ 0 w 19"/>
                <a:gd name="T1" fmla="*/ 456 h 24"/>
                <a:gd name="T2" fmla="*/ 275 w 19"/>
                <a:gd name="T3" fmla="*/ 248 h 24"/>
                <a:gd name="T4" fmla="*/ 288 w 19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4">
                  <a:moveTo>
                    <a:pt x="0" y="24"/>
                  </a:moveTo>
                  <a:cubicBezTo>
                    <a:pt x="6" y="23"/>
                    <a:pt x="14" y="19"/>
                    <a:pt x="17" y="13"/>
                  </a:cubicBezTo>
                  <a:cubicBezTo>
                    <a:pt x="19" y="9"/>
                    <a:pt x="17" y="3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2" name="Freeform 345">
              <a:extLst>
                <a:ext uri="{FF2B5EF4-FFF2-40B4-BE49-F238E27FC236}">
                  <a16:creationId xmlns:a16="http://schemas.microsoft.com/office/drawing/2014/main" id="{7AD7BD1F-642C-48C8-8A0D-21C9DFF15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427"/>
              <a:ext cx="205" cy="32"/>
            </a:xfrm>
            <a:custGeom>
              <a:avLst/>
              <a:gdLst>
                <a:gd name="T0" fmla="*/ 0 w 82"/>
                <a:gd name="T1" fmla="*/ 227 h 12"/>
                <a:gd name="T2" fmla="*/ 83 w 82"/>
                <a:gd name="T3" fmla="*/ 192 h 12"/>
                <a:gd name="T4" fmla="*/ 283 w 82"/>
                <a:gd name="T5" fmla="*/ 171 h 12"/>
                <a:gd name="T6" fmla="*/ 500 w 82"/>
                <a:gd name="T7" fmla="*/ 35 h 12"/>
                <a:gd name="T8" fmla="*/ 675 w 82"/>
                <a:gd name="T9" fmla="*/ 77 h 12"/>
                <a:gd name="T10" fmla="*/ 1050 w 82"/>
                <a:gd name="T11" fmla="*/ 21 h 12"/>
                <a:gd name="T12" fmla="*/ 1283 w 82"/>
                <a:gd name="T13" fmla="*/ 5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">
                  <a:moveTo>
                    <a:pt x="0" y="12"/>
                  </a:moveTo>
                  <a:cubicBezTo>
                    <a:pt x="1" y="11"/>
                    <a:pt x="3" y="10"/>
                    <a:pt x="5" y="10"/>
                  </a:cubicBezTo>
                  <a:cubicBezTo>
                    <a:pt x="10" y="9"/>
                    <a:pt x="13" y="11"/>
                    <a:pt x="18" y="9"/>
                  </a:cubicBezTo>
                  <a:cubicBezTo>
                    <a:pt x="23" y="7"/>
                    <a:pt x="27" y="4"/>
                    <a:pt x="32" y="2"/>
                  </a:cubicBezTo>
                  <a:cubicBezTo>
                    <a:pt x="36" y="1"/>
                    <a:pt x="39" y="3"/>
                    <a:pt x="43" y="4"/>
                  </a:cubicBezTo>
                  <a:cubicBezTo>
                    <a:pt x="52" y="7"/>
                    <a:pt x="59" y="0"/>
                    <a:pt x="67" y="1"/>
                  </a:cubicBezTo>
                  <a:cubicBezTo>
                    <a:pt x="73" y="2"/>
                    <a:pt x="76" y="4"/>
                    <a:pt x="82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3" name="Freeform 346">
              <a:extLst>
                <a:ext uri="{FF2B5EF4-FFF2-40B4-BE49-F238E27FC236}">
                  <a16:creationId xmlns:a16="http://schemas.microsoft.com/office/drawing/2014/main" id="{5D66D3D6-1BD5-4CD7-B442-5FC0F1AF6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408"/>
              <a:ext cx="85" cy="24"/>
            </a:xfrm>
            <a:custGeom>
              <a:avLst/>
              <a:gdLst>
                <a:gd name="T0" fmla="*/ 0 w 34"/>
                <a:gd name="T1" fmla="*/ 171 h 9"/>
                <a:gd name="T2" fmla="*/ 300 w 34"/>
                <a:gd name="T3" fmla="*/ 77 h 9"/>
                <a:gd name="T4" fmla="*/ 458 w 34"/>
                <a:gd name="T5" fmla="*/ 136 h 9"/>
                <a:gd name="T6" fmla="*/ 533 w 3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9">
                  <a:moveTo>
                    <a:pt x="0" y="9"/>
                  </a:moveTo>
                  <a:cubicBezTo>
                    <a:pt x="7" y="7"/>
                    <a:pt x="12" y="3"/>
                    <a:pt x="19" y="4"/>
                  </a:cubicBezTo>
                  <a:cubicBezTo>
                    <a:pt x="23" y="4"/>
                    <a:pt x="26" y="5"/>
                    <a:pt x="29" y="7"/>
                  </a:cubicBezTo>
                  <a:cubicBezTo>
                    <a:pt x="30" y="4"/>
                    <a:pt x="31" y="2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4" name="Freeform 347">
              <a:extLst>
                <a:ext uri="{FF2B5EF4-FFF2-40B4-BE49-F238E27FC236}">
                  <a16:creationId xmlns:a16="http://schemas.microsoft.com/office/drawing/2014/main" id="{7C5586AC-0D9A-4020-813A-E87B07BBA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413"/>
              <a:ext cx="75" cy="40"/>
            </a:xfrm>
            <a:custGeom>
              <a:avLst/>
              <a:gdLst>
                <a:gd name="T0" fmla="*/ 0 w 30"/>
                <a:gd name="T1" fmla="*/ 285 h 15"/>
                <a:gd name="T2" fmla="*/ 470 w 30"/>
                <a:gd name="T3" fmla="*/ 11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5">
                  <a:moveTo>
                    <a:pt x="0" y="15"/>
                  </a:moveTo>
                  <a:cubicBezTo>
                    <a:pt x="4" y="6"/>
                    <a:pt x="22" y="0"/>
                    <a:pt x="3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5" name="Freeform 348">
              <a:extLst>
                <a:ext uri="{FF2B5EF4-FFF2-40B4-BE49-F238E27FC236}">
                  <a16:creationId xmlns:a16="http://schemas.microsoft.com/office/drawing/2014/main" id="{D0A366CA-104B-4178-8D95-40EBC2C3F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403"/>
              <a:ext cx="60" cy="21"/>
            </a:xfrm>
            <a:custGeom>
              <a:avLst/>
              <a:gdLst>
                <a:gd name="T0" fmla="*/ 0 w 24"/>
                <a:gd name="T1" fmla="*/ 144 h 8"/>
                <a:gd name="T2" fmla="*/ 220 w 24"/>
                <a:gd name="T3" fmla="*/ 0 h 8"/>
                <a:gd name="T4" fmla="*/ 375 w 24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">
                  <a:moveTo>
                    <a:pt x="0" y="8"/>
                  </a:moveTo>
                  <a:cubicBezTo>
                    <a:pt x="4" y="4"/>
                    <a:pt x="7" y="0"/>
                    <a:pt x="14" y="0"/>
                  </a:cubicBezTo>
                  <a:cubicBezTo>
                    <a:pt x="18" y="0"/>
                    <a:pt x="22" y="3"/>
                    <a:pt x="24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6" name="Freeform 349">
              <a:extLst>
                <a:ext uri="{FF2B5EF4-FFF2-40B4-BE49-F238E27FC236}">
                  <a16:creationId xmlns:a16="http://schemas.microsoft.com/office/drawing/2014/main" id="{64C0DF3B-EB14-422D-83C4-60C939753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32"/>
              <a:ext cx="60" cy="45"/>
            </a:xfrm>
            <a:custGeom>
              <a:avLst/>
              <a:gdLst>
                <a:gd name="T0" fmla="*/ 0 w 24"/>
                <a:gd name="T1" fmla="*/ 0 h 17"/>
                <a:gd name="T2" fmla="*/ 375 w 24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1" y="7"/>
                    <a:pt x="19" y="17"/>
                    <a:pt x="24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7" name="Freeform 350">
              <a:extLst>
                <a:ext uri="{FF2B5EF4-FFF2-40B4-BE49-F238E27FC236}">
                  <a16:creationId xmlns:a16="http://schemas.microsoft.com/office/drawing/2014/main" id="{0FDA1061-AD6E-4F8B-86B5-CB3BED084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464"/>
              <a:ext cx="45" cy="40"/>
            </a:xfrm>
            <a:custGeom>
              <a:avLst/>
              <a:gdLst>
                <a:gd name="T0" fmla="*/ 50 w 18"/>
                <a:gd name="T1" fmla="*/ 0 h 15"/>
                <a:gd name="T2" fmla="*/ 283 w 18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3" y="0"/>
                  </a:moveTo>
                  <a:cubicBezTo>
                    <a:pt x="0" y="9"/>
                    <a:pt x="9" y="15"/>
                    <a:pt x="18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8" name="Freeform 351">
              <a:extLst>
                <a:ext uri="{FF2B5EF4-FFF2-40B4-BE49-F238E27FC236}">
                  <a16:creationId xmlns:a16="http://schemas.microsoft.com/office/drawing/2014/main" id="{C248315F-6BA4-4175-A4AE-5685E2EAA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563"/>
              <a:ext cx="101" cy="248"/>
            </a:xfrm>
            <a:custGeom>
              <a:avLst/>
              <a:gdLst>
                <a:gd name="T0" fmla="*/ 0 w 40"/>
                <a:gd name="T1" fmla="*/ 0 h 93"/>
                <a:gd name="T2" fmla="*/ 51 w 40"/>
                <a:gd name="T3" fmla="*/ 248 h 93"/>
                <a:gd name="T4" fmla="*/ 63 w 40"/>
                <a:gd name="T5" fmla="*/ 533 h 93"/>
                <a:gd name="T6" fmla="*/ 146 w 40"/>
                <a:gd name="T7" fmla="*/ 661 h 93"/>
                <a:gd name="T8" fmla="*/ 159 w 40"/>
                <a:gd name="T9" fmla="*/ 832 h 93"/>
                <a:gd name="T10" fmla="*/ 242 w 40"/>
                <a:gd name="T11" fmla="*/ 1101 h 93"/>
                <a:gd name="T12" fmla="*/ 389 w 40"/>
                <a:gd name="T13" fmla="*/ 1309 h 93"/>
                <a:gd name="T14" fmla="*/ 422 w 40"/>
                <a:gd name="T15" fmla="*/ 1459 h 93"/>
                <a:gd name="T16" fmla="*/ 497 w 40"/>
                <a:gd name="T17" fmla="*/ 1480 h 93"/>
                <a:gd name="T18" fmla="*/ 644 w 40"/>
                <a:gd name="T19" fmla="*/ 1763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93">
                  <a:moveTo>
                    <a:pt x="0" y="0"/>
                  </a:moveTo>
                  <a:cubicBezTo>
                    <a:pt x="2" y="4"/>
                    <a:pt x="3" y="8"/>
                    <a:pt x="3" y="13"/>
                  </a:cubicBezTo>
                  <a:cubicBezTo>
                    <a:pt x="3" y="18"/>
                    <a:pt x="1" y="23"/>
                    <a:pt x="4" y="28"/>
                  </a:cubicBezTo>
                  <a:cubicBezTo>
                    <a:pt x="5" y="31"/>
                    <a:pt x="8" y="32"/>
                    <a:pt x="9" y="35"/>
                  </a:cubicBezTo>
                  <a:cubicBezTo>
                    <a:pt x="10" y="38"/>
                    <a:pt x="10" y="41"/>
                    <a:pt x="10" y="44"/>
                  </a:cubicBezTo>
                  <a:cubicBezTo>
                    <a:pt x="10" y="50"/>
                    <a:pt x="11" y="54"/>
                    <a:pt x="15" y="58"/>
                  </a:cubicBezTo>
                  <a:cubicBezTo>
                    <a:pt x="19" y="61"/>
                    <a:pt x="23" y="64"/>
                    <a:pt x="24" y="69"/>
                  </a:cubicBezTo>
                  <a:cubicBezTo>
                    <a:pt x="25" y="71"/>
                    <a:pt x="24" y="75"/>
                    <a:pt x="26" y="77"/>
                  </a:cubicBezTo>
                  <a:cubicBezTo>
                    <a:pt x="27" y="78"/>
                    <a:pt x="29" y="77"/>
                    <a:pt x="31" y="78"/>
                  </a:cubicBezTo>
                  <a:cubicBezTo>
                    <a:pt x="36" y="80"/>
                    <a:pt x="38" y="88"/>
                    <a:pt x="40" y="9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9" name="Freeform 352">
              <a:extLst>
                <a:ext uri="{FF2B5EF4-FFF2-40B4-BE49-F238E27FC236}">
                  <a16:creationId xmlns:a16="http://schemas.microsoft.com/office/drawing/2014/main" id="{125CD146-4571-438C-A99E-EEE5C24EF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621"/>
              <a:ext cx="27" cy="64"/>
            </a:xfrm>
            <a:custGeom>
              <a:avLst/>
              <a:gdLst>
                <a:gd name="T0" fmla="*/ 42 w 11"/>
                <a:gd name="T1" fmla="*/ 0 h 24"/>
                <a:gd name="T2" fmla="*/ 29 w 11"/>
                <a:gd name="T3" fmla="*/ 264 h 24"/>
                <a:gd name="T4" fmla="*/ 162 w 11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3" y="0"/>
                  </a:moveTo>
                  <a:cubicBezTo>
                    <a:pt x="2" y="4"/>
                    <a:pt x="0" y="9"/>
                    <a:pt x="2" y="14"/>
                  </a:cubicBezTo>
                  <a:cubicBezTo>
                    <a:pt x="4" y="18"/>
                    <a:pt x="8" y="20"/>
                    <a:pt x="11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0" name="Freeform 353">
              <a:extLst>
                <a:ext uri="{FF2B5EF4-FFF2-40B4-BE49-F238E27FC236}">
                  <a16:creationId xmlns:a16="http://schemas.microsoft.com/office/drawing/2014/main" id="{5CD7B10A-C3B9-4EE3-AEE2-97DA29BE3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709"/>
              <a:ext cx="33" cy="51"/>
            </a:xfrm>
            <a:custGeom>
              <a:avLst/>
              <a:gdLst>
                <a:gd name="T0" fmla="*/ 20 w 13"/>
                <a:gd name="T1" fmla="*/ 0 h 19"/>
                <a:gd name="T2" fmla="*/ 63 w 13"/>
                <a:gd name="T3" fmla="*/ 274 h 19"/>
                <a:gd name="T4" fmla="*/ 213 w 13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" y="0"/>
                  </a:moveTo>
                  <a:cubicBezTo>
                    <a:pt x="2" y="5"/>
                    <a:pt x="0" y="10"/>
                    <a:pt x="4" y="14"/>
                  </a:cubicBezTo>
                  <a:cubicBezTo>
                    <a:pt x="5" y="17"/>
                    <a:pt x="10" y="19"/>
                    <a:pt x="13" y="1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1" name="Freeform 354">
              <a:extLst>
                <a:ext uri="{FF2B5EF4-FFF2-40B4-BE49-F238E27FC236}">
                  <a16:creationId xmlns:a16="http://schemas.microsoft.com/office/drawing/2014/main" id="{4B4A5005-336D-4776-ACDB-0091E5AE4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661"/>
              <a:ext cx="30" cy="62"/>
            </a:xfrm>
            <a:custGeom>
              <a:avLst/>
              <a:gdLst>
                <a:gd name="T0" fmla="*/ 0 w 12"/>
                <a:gd name="T1" fmla="*/ 0 h 23"/>
                <a:gd name="T2" fmla="*/ 125 w 12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0" y="0"/>
                  </a:moveTo>
                  <a:cubicBezTo>
                    <a:pt x="4" y="2"/>
                    <a:pt x="12" y="19"/>
                    <a:pt x="8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2" name="Freeform 355">
              <a:extLst>
                <a:ext uri="{FF2B5EF4-FFF2-40B4-BE49-F238E27FC236}">
                  <a16:creationId xmlns:a16="http://schemas.microsoft.com/office/drawing/2014/main" id="{5BD21429-826B-4AB5-8ABF-EAD664742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496"/>
              <a:ext cx="22" cy="176"/>
            </a:xfrm>
            <a:custGeom>
              <a:avLst/>
              <a:gdLst>
                <a:gd name="T0" fmla="*/ 29 w 9"/>
                <a:gd name="T1" fmla="*/ 1251 h 66"/>
                <a:gd name="T2" fmla="*/ 42 w 9"/>
                <a:gd name="T3" fmla="*/ 1080 h 66"/>
                <a:gd name="T4" fmla="*/ 29 w 9"/>
                <a:gd name="T5" fmla="*/ 909 h 66"/>
                <a:gd name="T6" fmla="*/ 0 w 9"/>
                <a:gd name="T7" fmla="*/ 704 h 66"/>
                <a:gd name="T8" fmla="*/ 42 w 9"/>
                <a:gd name="T9" fmla="*/ 533 h 66"/>
                <a:gd name="T10" fmla="*/ 42 w 9"/>
                <a:gd name="T11" fmla="*/ 397 h 66"/>
                <a:gd name="T12" fmla="*/ 29 w 9"/>
                <a:gd name="T13" fmla="*/ 248 h 66"/>
                <a:gd name="T14" fmla="*/ 71 w 9"/>
                <a:gd name="T15" fmla="*/ 0 h 66"/>
                <a:gd name="T16" fmla="*/ 71 w 9"/>
                <a:gd name="T17" fmla="*/ 21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66">
                  <a:moveTo>
                    <a:pt x="2" y="66"/>
                  </a:moveTo>
                  <a:cubicBezTo>
                    <a:pt x="3" y="63"/>
                    <a:pt x="2" y="60"/>
                    <a:pt x="3" y="57"/>
                  </a:cubicBezTo>
                  <a:cubicBezTo>
                    <a:pt x="3" y="54"/>
                    <a:pt x="3" y="51"/>
                    <a:pt x="2" y="48"/>
                  </a:cubicBezTo>
                  <a:cubicBezTo>
                    <a:pt x="2" y="44"/>
                    <a:pt x="0" y="41"/>
                    <a:pt x="0" y="37"/>
                  </a:cubicBezTo>
                  <a:cubicBezTo>
                    <a:pt x="0" y="34"/>
                    <a:pt x="2" y="31"/>
                    <a:pt x="3" y="28"/>
                  </a:cubicBezTo>
                  <a:cubicBezTo>
                    <a:pt x="3" y="26"/>
                    <a:pt x="4" y="23"/>
                    <a:pt x="3" y="21"/>
                  </a:cubicBezTo>
                  <a:cubicBezTo>
                    <a:pt x="3" y="18"/>
                    <a:pt x="1" y="16"/>
                    <a:pt x="2" y="13"/>
                  </a:cubicBezTo>
                  <a:cubicBezTo>
                    <a:pt x="2" y="9"/>
                    <a:pt x="9" y="4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3" name="Freeform 356">
              <a:extLst>
                <a:ext uri="{FF2B5EF4-FFF2-40B4-BE49-F238E27FC236}">
                  <a16:creationId xmlns:a16="http://schemas.microsoft.com/office/drawing/2014/main" id="{6723C2F5-D7BF-4642-9F08-9666F1D9C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509"/>
              <a:ext cx="15" cy="30"/>
            </a:xfrm>
            <a:custGeom>
              <a:avLst/>
              <a:gdLst>
                <a:gd name="T0" fmla="*/ 0 w 6"/>
                <a:gd name="T1" fmla="*/ 0 h 11"/>
                <a:gd name="T2" fmla="*/ 95 w 6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1" y="4"/>
                    <a:pt x="3" y="9"/>
                    <a:pt x="6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4" name="Freeform 357">
              <a:extLst>
                <a:ext uri="{FF2B5EF4-FFF2-40B4-BE49-F238E27FC236}">
                  <a16:creationId xmlns:a16="http://schemas.microsoft.com/office/drawing/2014/main" id="{C09F60F2-5C01-4049-B23D-B55B51175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539"/>
              <a:ext cx="18" cy="117"/>
            </a:xfrm>
            <a:custGeom>
              <a:avLst/>
              <a:gdLst>
                <a:gd name="T0" fmla="*/ 118 w 7"/>
                <a:gd name="T1" fmla="*/ 0 h 44"/>
                <a:gd name="T2" fmla="*/ 21 w 7"/>
                <a:gd name="T3" fmla="*/ 205 h 44"/>
                <a:gd name="T4" fmla="*/ 54 w 7"/>
                <a:gd name="T5" fmla="*/ 396 h 44"/>
                <a:gd name="T6" fmla="*/ 21 w 7"/>
                <a:gd name="T7" fmla="*/ 580 h 44"/>
                <a:gd name="T8" fmla="*/ 33 w 7"/>
                <a:gd name="T9" fmla="*/ 82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4">
                  <a:moveTo>
                    <a:pt x="7" y="0"/>
                  </a:moveTo>
                  <a:cubicBezTo>
                    <a:pt x="4" y="3"/>
                    <a:pt x="2" y="7"/>
                    <a:pt x="1" y="11"/>
                  </a:cubicBezTo>
                  <a:cubicBezTo>
                    <a:pt x="0" y="15"/>
                    <a:pt x="2" y="18"/>
                    <a:pt x="3" y="21"/>
                  </a:cubicBezTo>
                  <a:cubicBezTo>
                    <a:pt x="4" y="24"/>
                    <a:pt x="2" y="28"/>
                    <a:pt x="1" y="31"/>
                  </a:cubicBezTo>
                  <a:cubicBezTo>
                    <a:pt x="0" y="35"/>
                    <a:pt x="0" y="41"/>
                    <a:pt x="2" y="4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5" name="Freeform 358">
              <a:extLst>
                <a:ext uri="{FF2B5EF4-FFF2-40B4-BE49-F238E27FC236}">
                  <a16:creationId xmlns:a16="http://schemas.microsoft.com/office/drawing/2014/main" id="{394A3D7E-74BF-4725-8FAA-4D20A30EA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445"/>
              <a:ext cx="55" cy="43"/>
            </a:xfrm>
            <a:custGeom>
              <a:avLst/>
              <a:gdLst>
                <a:gd name="T0" fmla="*/ 0 w 22"/>
                <a:gd name="T1" fmla="*/ 312 h 16"/>
                <a:gd name="T2" fmla="*/ 345 w 22"/>
                <a:gd name="T3" fmla="*/ 5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0" y="16"/>
                  </a:moveTo>
                  <a:cubicBezTo>
                    <a:pt x="2" y="5"/>
                    <a:pt x="12" y="0"/>
                    <a:pt x="22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6" name="Freeform 359">
              <a:extLst>
                <a:ext uri="{FF2B5EF4-FFF2-40B4-BE49-F238E27FC236}">
                  <a16:creationId xmlns:a16="http://schemas.microsoft.com/office/drawing/2014/main" id="{322A2522-378D-4F20-894A-7B3A4847B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485"/>
              <a:ext cx="33" cy="62"/>
            </a:xfrm>
            <a:custGeom>
              <a:avLst/>
              <a:gdLst>
                <a:gd name="T0" fmla="*/ 147 w 13"/>
                <a:gd name="T1" fmla="*/ 0 h 23"/>
                <a:gd name="T2" fmla="*/ 0 w 13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9" y="0"/>
                  </a:moveTo>
                  <a:cubicBezTo>
                    <a:pt x="13" y="6"/>
                    <a:pt x="5" y="18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7" name="Freeform 360">
              <a:extLst>
                <a:ext uri="{FF2B5EF4-FFF2-40B4-BE49-F238E27FC236}">
                  <a16:creationId xmlns:a16="http://schemas.microsoft.com/office/drawing/2014/main" id="{669356F1-EC06-4510-9B88-9018F1575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536"/>
              <a:ext cx="5" cy="32"/>
            </a:xfrm>
            <a:custGeom>
              <a:avLst/>
              <a:gdLst>
                <a:gd name="T0" fmla="*/ 33 w 2"/>
                <a:gd name="T1" fmla="*/ 0 h 12"/>
                <a:gd name="T2" fmla="*/ 20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3"/>
                    <a:pt x="0" y="9"/>
                    <a:pt x="1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8" name="Freeform 361">
              <a:extLst>
                <a:ext uri="{FF2B5EF4-FFF2-40B4-BE49-F238E27FC236}">
                  <a16:creationId xmlns:a16="http://schemas.microsoft.com/office/drawing/2014/main" id="{23D17494-8616-4994-8CED-C0AC70649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403"/>
              <a:ext cx="35" cy="13"/>
            </a:xfrm>
            <a:custGeom>
              <a:avLst/>
              <a:gdLst>
                <a:gd name="T0" fmla="*/ 0 w 14"/>
                <a:gd name="T1" fmla="*/ 55 h 5"/>
                <a:gd name="T2" fmla="*/ 22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3"/>
                  </a:moveTo>
                  <a:cubicBezTo>
                    <a:pt x="4" y="5"/>
                    <a:pt x="10" y="3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9" name="Freeform 362">
              <a:extLst>
                <a:ext uri="{FF2B5EF4-FFF2-40B4-BE49-F238E27FC236}">
                  <a16:creationId xmlns:a16="http://schemas.microsoft.com/office/drawing/2014/main" id="{D36D72C6-EF2A-4484-9814-A6B63F2F8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797"/>
              <a:ext cx="60" cy="38"/>
            </a:xfrm>
            <a:custGeom>
              <a:avLst/>
              <a:gdLst>
                <a:gd name="T0" fmla="*/ 0 w 24"/>
                <a:gd name="T1" fmla="*/ 0 h 14"/>
                <a:gd name="T2" fmla="*/ 83 w 24"/>
                <a:gd name="T3" fmla="*/ 0 h 14"/>
                <a:gd name="T4" fmla="*/ 220 w 24"/>
                <a:gd name="T5" fmla="*/ 22 h 14"/>
                <a:gd name="T6" fmla="*/ 375 w 24"/>
                <a:gd name="T7" fmla="*/ 258 h 14"/>
                <a:gd name="T8" fmla="*/ 363 w 24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0" y="0"/>
                  </a:moveTo>
                  <a:cubicBezTo>
                    <a:pt x="0" y="0"/>
                    <a:pt x="3" y="0"/>
                    <a:pt x="5" y="0"/>
                  </a:cubicBezTo>
                  <a:cubicBezTo>
                    <a:pt x="8" y="0"/>
                    <a:pt x="11" y="0"/>
                    <a:pt x="14" y="1"/>
                  </a:cubicBezTo>
                  <a:cubicBezTo>
                    <a:pt x="19" y="4"/>
                    <a:pt x="19" y="10"/>
                    <a:pt x="24" y="13"/>
                  </a:cubicBezTo>
                  <a:cubicBezTo>
                    <a:pt x="24" y="14"/>
                    <a:pt x="23" y="13"/>
                    <a:pt x="23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0" name="Freeform 363">
              <a:extLst>
                <a:ext uri="{FF2B5EF4-FFF2-40B4-BE49-F238E27FC236}">
                  <a16:creationId xmlns:a16="http://schemas.microsoft.com/office/drawing/2014/main" id="{6C380429-0BAF-4BBB-A080-A874C722F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757"/>
              <a:ext cx="155" cy="59"/>
            </a:xfrm>
            <a:custGeom>
              <a:avLst/>
              <a:gdLst>
                <a:gd name="T0" fmla="*/ 0 w 62"/>
                <a:gd name="T1" fmla="*/ 424 h 22"/>
                <a:gd name="T2" fmla="*/ 125 w 62"/>
                <a:gd name="T3" fmla="*/ 389 h 22"/>
                <a:gd name="T4" fmla="*/ 238 w 62"/>
                <a:gd name="T5" fmla="*/ 402 h 22"/>
                <a:gd name="T6" fmla="*/ 533 w 62"/>
                <a:gd name="T7" fmla="*/ 231 h 22"/>
                <a:gd name="T8" fmla="*/ 863 w 62"/>
                <a:gd name="T9" fmla="*/ 252 h 22"/>
                <a:gd name="T10" fmla="*/ 970 w 62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2">
                  <a:moveTo>
                    <a:pt x="0" y="22"/>
                  </a:moveTo>
                  <a:cubicBezTo>
                    <a:pt x="3" y="21"/>
                    <a:pt x="5" y="19"/>
                    <a:pt x="8" y="20"/>
                  </a:cubicBezTo>
                  <a:cubicBezTo>
                    <a:pt x="10" y="20"/>
                    <a:pt x="12" y="21"/>
                    <a:pt x="15" y="21"/>
                  </a:cubicBezTo>
                  <a:cubicBezTo>
                    <a:pt x="22" y="21"/>
                    <a:pt x="27" y="12"/>
                    <a:pt x="34" y="12"/>
                  </a:cubicBezTo>
                  <a:cubicBezTo>
                    <a:pt x="41" y="12"/>
                    <a:pt x="48" y="16"/>
                    <a:pt x="55" y="13"/>
                  </a:cubicBezTo>
                  <a:cubicBezTo>
                    <a:pt x="60" y="11"/>
                    <a:pt x="61" y="5"/>
                    <a:pt x="6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1" name="Freeform 364">
              <a:extLst>
                <a:ext uri="{FF2B5EF4-FFF2-40B4-BE49-F238E27FC236}">
                  <a16:creationId xmlns:a16="http://schemas.microsoft.com/office/drawing/2014/main" id="{9202E37E-73AE-4CDD-91F2-6F19AA869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733"/>
              <a:ext cx="35" cy="51"/>
            </a:xfrm>
            <a:custGeom>
              <a:avLst/>
              <a:gdLst>
                <a:gd name="T0" fmla="*/ 0 w 14"/>
                <a:gd name="T1" fmla="*/ 346 h 19"/>
                <a:gd name="T2" fmla="*/ 208 w 14"/>
                <a:gd name="T3" fmla="*/ 172 h 19"/>
                <a:gd name="T4" fmla="*/ 220 w 1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0" y="18"/>
                  </a:moveTo>
                  <a:cubicBezTo>
                    <a:pt x="4" y="19"/>
                    <a:pt x="11" y="13"/>
                    <a:pt x="13" y="9"/>
                  </a:cubicBezTo>
                  <a:cubicBezTo>
                    <a:pt x="14" y="6"/>
                    <a:pt x="14" y="1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2" name="Freeform 365">
              <a:extLst>
                <a:ext uri="{FF2B5EF4-FFF2-40B4-BE49-F238E27FC236}">
                  <a16:creationId xmlns:a16="http://schemas.microsoft.com/office/drawing/2014/main" id="{71AC74B4-9FAE-4E04-92CA-1702DA784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725"/>
              <a:ext cx="25" cy="54"/>
            </a:xfrm>
            <a:custGeom>
              <a:avLst/>
              <a:gdLst>
                <a:gd name="T0" fmla="*/ 158 w 10"/>
                <a:gd name="T1" fmla="*/ 0 h 20"/>
                <a:gd name="T2" fmla="*/ 20 w 10"/>
                <a:gd name="T3" fmla="*/ 197 h 20"/>
                <a:gd name="T4" fmla="*/ 0 w 10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cubicBezTo>
                    <a:pt x="6" y="3"/>
                    <a:pt x="2" y="5"/>
                    <a:pt x="1" y="10"/>
                  </a:cubicBezTo>
                  <a:cubicBezTo>
                    <a:pt x="0" y="13"/>
                    <a:pt x="1" y="17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3" name="Freeform 366">
              <a:extLst>
                <a:ext uri="{FF2B5EF4-FFF2-40B4-BE49-F238E27FC236}">
                  <a16:creationId xmlns:a16="http://schemas.microsoft.com/office/drawing/2014/main" id="{63E03051-0C72-4FFC-A586-B4AC202E7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704"/>
              <a:ext cx="153" cy="91"/>
            </a:xfrm>
            <a:custGeom>
              <a:avLst/>
              <a:gdLst>
                <a:gd name="T0" fmla="*/ 0 w 61"/>
                <a:gd name="T1" fmla="*/ 0 h 34"/>
                <a:gd name="T2" fmla="*/ 95 w 61"/>
                <a:gd name="T3" fmla="*/ 56 h 34"/>
                <a:gd name="T4" fmla="*/ 238 w 61"/>
                <a:gd name="T5" fmla="*/ 230 h 34"/>
                <a:gd name="T6" fmla="*/ 396 w 61"/>
                <a:gd name="T7" fmla="*/ 343 h 34"/>
                <a:gd name="T8" fmla="*/ 492 w 61"/>
                <a:gd name="T9" fmla="*/ 500 h 34"/>
                <a:gd name="T10" fmla="*/ 775 w 61"/>
                <a:gd name="T11" fmla="*/ 538 h 34"/>
                <a:gd name="T12" fmla="*/ 963 w 61"/>
                <a:gd name="T13" fmla="*/ 65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34">
                  <a:moveTo>
                    <a:pt x="0" y="0"/>
                  </a:moveTo>
                  <a:cubicBezTo>
                    <a:pt x="3" y="0"/>
                    <a:pt x="4" y="1"/>
                    <a:pt x="6" y="3"/>
                  </a:cubicBezTo>
                  <a:cubicBezTo>
                    <a:pt x="9" y="7"/>
                    <a:pt x="11" y="9"/>
                    <a:pt x="15" y="12"/>
                  </a:cubicBezTo>
                  <a:cubicBezTo>
                    <a:pt x="18" y="14"/>
                    <a:pt x="22" y="15"/>
                    <a:pt x="25" y="18"/>
                  </a:cubicBezTo>
                  <a:cubicBezTo>
                    <a:pt x="27" y="20"/>
                    <a:pt x="28" y="24"/>
                    <a:pt x="31" y="26"/>
                  </a:cubicBezTo>
                  <a:cubicBezTo>
                    <a:pt x="36" y="29"/>
                    <a:pt x="43" y="26"/>
                    <a:pt x="49" y="28"/>
                  </a:cubicBezTo>
                  <a:cubicBezTo>
                    <a:pt x="53" y="29"/>
                    <a:pt x="57" y="32"/>
                    <a:pt x="61" y="3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4" name="Freeform 367">
              <a:extLst>
                <a:ext uri="{FF2B5EF4-FFF2-40B4-BE49-F238E27FC236}">
                  <a16:creationId xmlns:a16="http://schemas.microsoft.com/office/drawing/2014/main" id="{DEBFF4F3-D82A-4857-BBDB-4A6868F76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725"/>
              <a:ext cx="52" cy="48"/>
            </a:xfrm>
            <a:custGeom>
              <a:avLst/>
              <a:gdLst>
                <a:gd name="T0" fmla="*/ 0 w 21"/>
                <a:gd name="T1" fmla="*/ 0 h 18"/>
                <a:gd name="T2" fmla="*/ 319 w 21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8">
                  <a:moveTo>
                    <a:pt x="0" y="0"/>
                  </a:moveTo>
                  <a:cubicBezTo>
                    <a:pt x="1" y="13"/>
                    <a:pt x="10" y="17"/>
                    <a:pt x="21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5" name="Freeform 368">
              <a:extLst>
                <a:ext uri="{FF2B5EF4-FFF2-40B4-BE49-F238E27FC236}">
                  <a16:creationId xmlns:a16="http://schemas.microsoft.com/office/drawing/2014/main" id="{F6EAF073-5FF8-40BF-B726-4A762C26D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779"/>
              <a:ext cx="65" cy="21"/>
            </a:xfrm>
            <a:custGeom>
              <a:avLst/>
              <a:gdLst>
                <a:gd name="T0" fmla="*/ 0 w 26"/>
                <a:gd name="T1" fmla="*/ 0 h 8"/>
                <a:gd name="T2" fmla="*/ 270 w 26"/>
                <a:gd name="T3" fmla="*/ 144 h 8"/>
                <a:gd name="T4" fmla="*/ 408 w 26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">
                  <a:moveTo>
                    <a:pt x="0" y="0"/>
                  </a:moveTo>
                  <a:cubicBezTo>
                    <a:pt x="3" y="5"/>
                    <a:pt x="11" y="8"/>
                    <a:pt x="17" y="8"/>
                  </a:cubicBezTo>
                  <a:cubicBezTo>
                    <a:pt x="19" y="7"/>
                    <a:pt x="24" y="5"/>
                    <a:pt x="26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6" name="Freeform 369">
              <a:extLst>
                <a:ext uri="{FF2B5EF4-FFF2-40B4-BE49-F238E27FC236}">
                  <a16:creationId xmlns:a16="http://schemas.microsoft.com/office/drawing/2014/main" id="{9978BD08-41FE-461B-B900-030801DAE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792"/>
              <a:ext cx="62" cy="32"/>
            </a:xfrm>
            <a:custGeom>
              <a:avLst/>
              <a:gdLst>
                <a:gd name="T0" fmla="*/ 0 w 25"/>
                <a:gd name="T1" fmla="*/ 149 h 12"/>
                <a:gd name="T2" fmla="*/ 258 w 25"/>
                <a:gd name="T3" fmla="*/ 171 h 12"/>
                <a:gd name="T4" fmla="*/ 382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0" y="8"/>
                  </a:moveTo>
                  <a:cubicBezTo>
                    <a:pt x="4" y="11"/>
                    <a:pt x="13" y="12"/>
                    <a:pt x="17" y="9"/>
                  </a:cubicBezTo>
                  <a:cubicBezTo>
                    <a:pt x="20" y="6"/>
                    <a:pt x="22" y="3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7" name="Freeform 370">
              <a:extLst>
                <a:ext uri="{FF2B5EF4-FFF2-40B4-BE49-F238E27FC236}">
                  <a16:creationId xmlns:a16="http://schemas.microsoft.com/office/drawing/2014/main" id="{A3EC930A-9BA1-423F-A3C0-1FB0F9584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755"/>
              <a:ext cx="32" cy="34"/>
            </a:xfrm>
            <a:custGeom>
              <a:avLst/>
              <a:gdLst>
                <a:gd name="T0" fmla="*/ 194 w 13"/>
                <a:gd name="T1" fmla="*/ 21 h 13"/>
                <a:gd name="T2" fmla="*/ 0 w 13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3" y="1"/>
                  </a:moveTo>
                  <a:cubicBezTo>
                    <a:pt x="6" y="0"/>
                    <a:pt x="3" y="8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8" name="Freeform 371">
              <a:extLst>
                <a:ext uri="{FF2B5EF4-FFF2-40B4-BE49-F238E27FC236}">
                  <a16:creationId xmlns:a16="http://schemas.microsoft.com/office/drawing/2014/main" id="{A5F0D840-49E4-40FD-A6F3-89ADDCD49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789"/>
              <a:ext cx="50" cy="38"/>
            </a:xfrm>
            <a:custGeom>
              <a:avLst/>
              <a:gdLst>
                <a:gd name="T0" fmla="*/ 0 w 20"/>
                <a:gd name="T1" fmla="*/ 198 h 14"/>
                <a:gd name="T2" fmla="*/ 238 w 20"/>
                <a:gd name="T3" fmla="*/ 198 h 14"/>
                <a:gd name="T4" fmla="*/ 313 w 2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0" y="10"/>
                  </a:moveTo>
                  <a:cubicBezTo>
                    <a:pt x="4" y="13"/>
                    <a:pt x="11" y="14"/>
                    <a:pt x="15" y="10"/>
                  </a:cubicBezTo>
                  <a:cubicBezTo>
                    <a:pt x="17" y="8"/>
                    <a:pt x="20" y="3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9" name="Freeform 372">
              <a:extLst>
                <a:ext uri="{FF2B5EF4-FFF2-40B4-BE49-F238E27FC236}">
                  <a16:creationId xmlns:a16="http://schemas.microsoft.com/office/drawing/2014/main" id="{8494B700-5FE1-421B-8CB0-79EF85DA9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643"/>
              <a:ext cx="36" cy="69"/>
            </a:xfrm>
            <a:custGeom>
              <a:avLst/>
              <a:gdLst>
                <a:gd name="T0" fmla="*/ 0 w 14"/>
                <a:gd name="T1" fmla="*/ 0 h 26"/>
                <a:gd name="T2" fmla="*/ 185 w 1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0" y="0"/>
                  </a:moveTo>
                  <a:cubicBezTo>
                    <a:pt x="7" y="6"/>
                    <a:pt x="14" y="17"/>
                    <a:pt x="11" y="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0" name="Freeform 373">
              <a:extLst>
                <a:ext uri="{FF2B5EF4-FFF2-40B4-BE49-F238E27FC236}">
                  <a16:creationId xmlns:a16="http://schemas.microsoft.com/office/drawing/2014/main" id="{6A5E1EB2-68C2-4C21-99D6-5366AFDCC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568"/>
              <a:ext cx="15" cy="32"/>
            </a:xfrm>
            <a:custGeom>
              <a:avLst/>
              <a:gdLst>
                <a:gd name="T0" fmla="*/ 95 w 6"/>
                <a:gd name="T1" fmla="*/ 0 h 12"/>
                <a:gd name="T2" fmla="*/ 0 w 6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4" y="4"/>
                    <a:pt x="2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1" name="Line 374">
              <a:extLst>
                <a:ext uri="{FF2B5EF4-FFF2-40B4-BE49-F238E27FC236}">
                  <a16:creationId xmlns:a16="http://schemas.microsoft.com/office/drawing/2014/main" id="{20011299-A345-4004-A239-CAB0627CC4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2" y="2896"/>
              <a:ext cx="85" cy="88"/>
            </a:xfrm>
            <a:prstGeom prst="line">
              <a:avLst/>
            </a:prstGeom>
            <a:noFill/>
            <a:ln w="158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2" name="Freeform 375">
              <a:extLst>
                <a:ext uri="{FF2B5EF4-FFF2-40B4-BE49-F238E27FC236}">
                  <a16:creationId xmlns:a16="http://schemas.microsoft.com/office/drawing/2014/main" id="{2F2738C7-BB1D-49CB-A1ED-0FBA6871E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851"/>
              <a:ext cx="95" cy="98"/>
            </a:xfrm>
            <a:custGeom>
              <a:avLst/>
              <a:gdLst>
                <a:gd name="T0" fmla="*/ 0 w 38"/>
                <a:gd name="T1" fmla="*/ 0 h 37"/>
                <a:gd name="T2" fmla="*/ 595 w 38"/>
                <a:gd name="T3" fmla="*/ 183 h 37"/>
                <a:gd name="T4" fmla="*/ 313 w 38"/>
                <a:gd name="T5" fmla="*/ 350 h 37"/>
                <a:gd name="T6" fmla="*/ 175 w 38"/>
                <a:gd name="T7" fmla="*/ 689 h 37"/>
                <a:gd name="T8" fmla="*/ 0 w 3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7">
                  <a:moveTo>
                    <a:pt x="0" y="0"/>
                  </a:moveTo>
                  <a:cubicBezTo>
                    <a:pt x="11" y="5"/>
                    <a:pt x="26" y="10"/>
                    <a:pt x="38" y="10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0" y="26"/>
                    <a:pt x="5" y="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3" name="Line 376">
              <a:extLst>
                <a:ext uri="{FF2B5EF4-FFF2-40B4-BE49-F238E27FC236}">
                  <a16:creationId xmlns:a16="http://schemas.microsoft.com/office/drawing/2014/main" id="{808F3CEF-A1F8-45BF-BE57-9C131FC445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4" y="2235"/>
              <a:ext cx="83" cy="90"/>
            </a:xfrm>
            <a:prstGeom prst="line">
              <a:avLst/>
            </a:prstGeom>
            <a:noFill/>
            <a:ln w="158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4" name="Freeform 377">
              <a:extLst>
                <a:ext uri="{FF2B5EF4-FFF2-40B4-BE49-F238E27FC236}">
                  <a16:creationId xmlns:a16="http://schemas.microsoft.com/office/drawing/2014/main" id="{B5425C84-6BF3-486E-982C-8F906D262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269"/>
              <a:ext cx="92" cy="102"/>
            </a:xfrm>
            <a:custGeom>
              <a:avLst/>
              <a:gdLst>
                <a:gd name="T0" fmla="*/ 569 w 37"/>
                <a:gd name="T1" fmla="*/ 735 h 38"/>
                <a:gd name="T2" fmla="*/ 0 w 37"/>
                <a:gd name="T3" fmla="*/ 518 h 38"/>
                <a:gd name="T4" fmla="*/ 278 w 37"/>
                <a:gd name="T5" fmla="*/ 346 h 38"/>
                <a:gd name="T6" fmla="*/ 415 w 37"/>
                <a:gd name="T7" fmla="*/ 0 h 38"/>
                <a:gd name="T8" fmla="*/ 569 w 37"/>
                <a:gd name="T9" fmla="*/ 73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8">
                  <a:moveTo>
                    <a:pt x="37" y="38"/>
                  </a:moveTo>
                  <a:cubicBezTo>
                    <a:pt x="26" y="33"/>
                    <a:pt x="11" y="28"/>
                    <a:pt x="0" y="2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12"/>
                    <a:pt x="32" y="27"/>
                    <a:pt x="37" y="3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5" name="Line 378">
              <a:extLst>
                <a:ext uri="{FF2B5EF4-FFF2-40B4-BE49-F238E27FC236}">
                  <a16:creationId xmlns:a16="http://schemas.microsoft.com/office/drawing/2014/main" id="{7F9E2858-2E9E-4CE7-961A-C4643DF882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14" y="2896"/>
              <a:ext cx="83" cy="88"/>
            </a:xfrm>
            <a:prstGeom prst="line">
              <a:avLst/>
            </a:prstGeom>
            <a:noFill/>
            <a:ln w="158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6" name="Freeform 379">
              <a:extLst>
                <a:ext uri="{FF2B5EF4-FFF2-40B4-BE49-F238E27FC236}">
                  <a16:creationId xmlns:a16="http://schemas.microsoft.com/office/drawing/2014/main" id="{2C14773B-DFB5-4CB4-8026-BC300A5B8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851"/>
              <a:ext cx="95" cy="98"/>
            </a:xfrm>
            <a:custGeom>
              <a:avLst/>
              <a:gdLst>
                <a:gd name="T0" fmla="*/ 595 w 38"/>
                <a:gd name="T1" fmla="*/ 0 h 37"/>
                <a:gd name="T2" fmla="*/ 425 w 38"/>
                <a:gd name="T3" fmla="*/ 689 h 37"/>
                <a:gd name="T4" fmla="*/ 283 w 38"/>
                <a:gd name="T5" fmla="*/ 350 h 37"/>
                <a:gd name="T6" fmla="*/ 0 w 38"/>
                <a:gd name="T7" fmla="*/ 183 h 37"/>
                <a:gd name="T8" fmla="*/ 595 w 3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7">
                  <a:moveTo>
                    <a:pt x="38" y="0"/>
                  </a:moveTo>
                  <a:cubicBezTo>
                    <a:pt x="32" y="11"/>
                    <a:pt x="28" y="26"/>
                    <a:pt x="27" y="37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9"/>
                    <a:pt x="27" y="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7" name="Line 380">
              <a:extLst>
                <a:ext uri="{FF2B5EF4-FFF2-40B4-BE49-F238E27FC236}">
                  <a16:creationId xmlns:a16="http://schemas.microsoft.com/office/drawing/2014/main" id="{97DEFA1D-26B6-4C03-A2BF-424A73DD3E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32" y="2235"/>
              <a:ext cx="85" cy="90"/>
            </a:xfrm>
            <a:prstGeom prst="line">
              <a:avLst/>
            </a:prstGeom>
            <a:noFill/>
            <a:ln w="158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8" name="Freeform 381">
              <a:extLst>
                <a:ext uri="{FF2B5EF4-FFF2-40B4-BE49-F238E27FC236}">
                  <a16:creationId xmlns:a16="http://schemas.microsoft.com/office/drawing/2014/main" id="{4C8FF094-C09D-49F6-8846-18241D32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269"/>
              <a:ext cx="95" cy="102"/>
            </a:xfrm>
            <a:custGeom>
              <a:avLst/>
              <a:gdLst>
                <a:gd name="T0" fmla="*/ 0 w 38"/>
                <a:gd name="T1" fmla="*/ 735 h 38"/>
                <a:gd name="T2" fmla="*/ 175 w 38"/>
                <a:gd name="T3" fmla="*/ 0 h 38"/>
                <a:gd name="T4" fmla="*/ 313 w 38"/>
                <a:gd name="T5" fmla="*/ 346 h 38"/>
                <a:gd name="T6" fmla="*/ 595 w 38"/>
                <a:gd name="T7" fmla="*/ 518 h 38"/>
                <a:gd name="T8" fmla="*/ 0 w 38"/>
                <a:gd name="T9" fmla="*/ 73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cubicBezTo>
                    <a:pt x="5" y="27"/>
                    <a:pt x="10" y="12"/>
                    <a:pt x="11" y="0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26" y="28"/>
                    <a:pt x="11" y="33"/>
                    <a:pt x="0" y="3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4" name="Artery-Vasodilation-Cross-Section">
            <a:extLst>
              <a:ext uri="{FF2B5EF4-FFF2-40B4-BE49-F238E27FC236}">
                <a16:creationId xmlns:a16="http://schemas.microsoft.com/office/drawing/2014/main" id="{762A5E87-AD9B-4CE7-BCDC-4F6E9D4B45DA}"/>
              </a:ext>
            </a:extLst>
          </p:cNvPr>
          <p:cNvGrpSpPr>
            <a:grpSpLocks/>
          </p:cNvGrpSpPr>
          <p:nvPr/>
        </p:nvGrpSpPr>
        <p:grpSpPr bwMode="auto">
          <a:xfrm>
            <a:off x="7616825" y="2852738"/>
            <a:ext cx="2352675" cy="2189162"/>
            <a:chOff x="3838" y="1797"/>
            <a:chExt cx="1482" cy="1379"/>
          </a:xfrm>
        </p:grpSpPr>
        <p:sp>
          <p:nvSpPr>
            <p:cNvPr id="30725" name="Freeform 383">
              <a:extLst>
                <a:ext uri="{FF2B5EF4-FFF2-40B4-BE49-F238E27FC236}">
                  <a16:creationId xmlns:a16="http://schemas.microsoft.com/office/drawing/2014/main" id="{6E1FAE5E-3145-438C-BD1B-F63C703A9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1797"/>
              <a:ext cx="1247" cy="1307"/>
            </a:xfrm>
            <a:custGeom>
              <a:avLst/>
              <a:gdLst>
                <a:gd name="T0" fmla="*/ 5758 w 499"/>
                <a:gd name="T1" fmla="*/ 6362 h 490"/>
                <a:gd name="T2" fmla="*/ 2167 w 499"/>
                <a:gd name="T3" fmla="*/ 9298 h 490"/>
                <a:gd name="T4" fmla="*/ 2167 w 499"/>
                <a:gd name="T5" fmla="*/ 9298 h 490"/>
                <a:gd name="T6" fmla="*/ 3684 w 499"/>
                <a:gd name="T7" fmla="*/ 6567 h 490"/>
                <a:gd name="T8" fmla="*/ 1230 w 499"/>
                <a:gd name="T9" fmla="*/ 3585 h 490"/>
                <a:gd name="T10" fmla="*/ 0 w 499"/>
                <a:gd name="T11" fmla="*/ 4006 h 490"/>
                <a:gd name="T12" fmla="*/ 5228 w 499"/>
                <a:gd name="T13" fmla="*/ 875 h 490"/>
                <a:gd name="T14" fmla="*/ 5853 w 499"/>
                <a:gd name="T15" fmla="*/ 363 h 490"/>
                <a:gd name="T16" fmla="*/ 7632 w 499"/>
                <a:gd name="T17" fmla="*/ 1195 h 490"/>
                <a:gd name="T18" fmla="*/ 7744 w 499"/>
                <a:gd name="T19" fmla="*/ 2355 h 490"/>
                <a:gd name="T20" fmla="*/ 5758 w 499"/>
                <a:gd name="T21" fmla="*/ 6362 h 4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9" h="490">
                  <a:moveTo>
                    <a:pt x="369" y="335"/>
                  </a:moveTo>
                  <a:cubicBezTo>
                    <a:pt x="304" y="395"/>
                    <a:pt x="227" y="457"/>
                    <a:pt x="139" y="490"/>
                  </a:cubicBezTo>
                  <a:cubicBezTo>
                    <a:pt x="139" y="490"/>
                    <a:pt x="139" y="490"/>
                    <a:pt x="139" y="490"/>
                  </a:cubicBezTo>
                  <a:cubicBezTo>
                    <a:pt x="196" y="467"/>
                    <a:pt x="236" y="411"/>
                    <a:pt x="236" y="346"/>
                  </a:cubicBezTo>
                  <a:cubicBezTo>
                    <a:pt x="236" y="259"/>
                    <a:pt x="166" y="189"/>
                    <a:pt x="79" y="189"/>
                  </a:cubicBezTo>
                  <a:cubicBezTo>
                    <a:pt x="50" y="189"/>
                    <a:pt x="23" y="197"/>
                    <a:pt x="0" y="211"/>
                  </a:cubicBezTo>
                  <a:cubicBezTo>
                    <a:pt x="105" y="151"/>
                    <a:pt x="184" y="169"/>
                    <a:pt x="335" y="46"/>
                  </a:cubicBezTo>
                  <a:cubicBezTo>
                    <a:pt x="349" y="34"/>
                    <a:pt x="360" y="26"/>
                    <a:pt x="375" y="19"/>
                  </a:cubicBezTo>
                  <a:cubicBezTo>
                    <a:pt x="419" y="0"/>
                    <a:pt x="470" y="19"/>
                    <a:pt x="489" y="63"/>
                  </a:cubicBezTo>
                  <a:cubicBezTo>
                    <a:pt x="497" y="80"/>
                    <a:pt x="499" y="107"/>
                    <a:pt x="496" y="124"/>
                  </a:cubicBezTo>
                  <a:cubicBezTo>
                    <a:pt x="491" y="147"/>
                    <a:pt x="434" y="275"/>
                    <a:pt x="369" y="335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6" name="Freeform 384">
              <a:extLst>
                <a:ext uri="{FF2B5EF4-FFF2-40B4-BE49-F238E27FC236}">
                  <a16:creationId xmlns:a16="http://schemas.microsoft.com/office/drawing/2014/main" id="{A8300AF8-B697-4C1A-96C8-E88FCCCBB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904"/>
              <a:ext cx="705" cy="1091"/>
            </a:xfrm>
            <a:custGeom>
              <a:avLst/>
              <a:gdLst>
                <a:gd name="T0" fmla="*/ 1595 w 282"/>
                <a:gd name="T1" fmla="*/ 5679 h 409"/>
                <a:gd name="T2" fmla="*/ 0 w 282"/>
                <a:gd name="T3" fmla="*/ 7762 h 409"/>
                <a:gd name="T4" fmla="*/ 2345 w 282"/>
                <a:gd name="T5" fmla="*/ 5564 h 409"/>
                <a:gd name="T6" fmla="*/ 3813 w 282"/>
                <a:gd name="T7" fmla="*/ 2812 h 409"/>
                <a:gd name="T8" fmla="*/ 4283 w 282"/>
                <a:gd name="T9" fmla="*/ 1400 h 409"/>
                <a:gd name="T10" fmla="*/ 3895 w 282"/>
                <a:gd name="T11" fmla="*/ 0 h 409"/>
                <a:gd name="T12" fmla="*/ 3470 w 282"/>
                <a:gd name="T13" fmla="*/ 2961 h 409"/>
                <a:gd name="T14" fmla="*/ 1595 w 282"/>
                <a:gd name="T15" fmla="*/ 5679 h 4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2" h="409">
                  <a:moveTo>
                    <a:pt x="102" y="299"/>
                  </a:moveTo>
                  <a:cubicBezTo>
                    <a:pt x="55" y="346"/>
                    <a:pt x="45" y="379"/>
                    <a:pt x="0" y="409"/>
                  </a:cubicBezTo>
                  <a:cubicBezTo>
                    <a:pt x="64" y="373"/>
                    <a:pt x="107" y="337"/>
                    <a:pt x="150" y="293"/>
                  </a:cubicBezTo>
                  <a:cubicBezTo>
                    <a:pt x="189" y="254"/>
                    <a:pt x="232" y="185"/>
                    <a:pt x="244" y="148"/>
                  </a:cubicBezTo>
                  <a:cubicBezTo>
                    <a:pt x="248" y="133"/>
                    <a:pt x="270" y="88"/>
                    <a:pt x="274" y="74"/>
                  </a:cubicBezTo>
                  <a:cubicBezTo>
                    <a:pt x="282" y="51"/>
                    <a:pt x="266" y="15"/>
                    <a:pt x="249" y="0"/>
                  </a:cubicBezTo>
                  <a:cubicBezTo>
                    <a:pt x="276" y="40"/>
                    <a:pt x="262" y="78"/>
                    <a:pt x="222" y="156"/>
                  </a:cubicBezTo>
                  <a:cubicBezTo>
                    <a:pt x="196" y="208"/>
                    <a:pt x="147" y="272"/>
                    <a:pt x="102" y="299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" name="Freeform 385">
              <a:extLst>
                <a:ext uri="{FF2B5EF4-FFF2-40B4-BE49-F238E27FC236}">
                  <a16:creationId xmlns:a16="http://schemas.microsoft.com/office/drawing/2014/main" id="{07F27087-1423-4620-81E0-DA34889F4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1957"/>
              <a:ext cx="370" cy="763"/>
            </a:xfrm>
            <a:custGeom>
              <a:avLst/>
              <a:gdLst>
                <a:gd name="T0" fmla="*/ 0 w 148"/>
                <a:gd name="T1" fmla="*/ 5432 h 286"/>
                <a:gd name="T2" fmla="*/ 1583 w 148"/>
                <a:gd name="T3" fmla="*/ 2924 h 286"/>
                <a:gd name="T4" fmla="*/ 2238 w 148"/>
                <a:gd name="T5" fmla="*/ 1104 h 286"/>
                <a:gd name="T6" fmla="*/ 2050 w 148"/>
                <a:gd name="T7" fmla="*/ 0 h 286"/>
                <a:gd name="T8" fmla="*/ 1675 w 148"/>
                <a:gd name="T9" fmla="*/ 2198 h 286"/>
                <a:gd name="T10" fmla="*/ 0 w 148"/>
                <a:gd name="T11" fmla="*/ 5432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286">
                  <a:moveTo>
                    <a:pt x="0" y="286"/>
                  </a:moveTo>
                  <a:cubicBezTo>
                    <a:pt x="45" y="236"/>
                    <a:pt x="71" y="210"/>
                    <a:pt x="101" y="154"/>
                  </a:cubicBezTo>
                  <a:cubicBezTo>
                    <a:pt x="124" y="112"/>
                    <a:pt x="139" y="72"/>
                    <a:pt x="143" y="58"/>
                  </a:cubicBezTo>
                  <a:cubicBezTo>
                    <a:pt x="148" y="43"/>
                    <a:pt x="140" y="17"/>
                    <a:pt x="131" y="0"/>
                  </a:cubicBezTo>
                  <a:cubicBezTo>
                    <a:pt x="140" y="33"/>
                    <a:pt x="136" y="58"/>
                    <a:pt x="107" y="116"/>
                  </a:cubicBezTo>
                  <a:cubicBezTo>
                    <a:pt x="82" y="168"/>
                    <a:pt x="63" y="212"/>
                    <a:pt x="0" y="286"/>
                  </a:cubicBezTo>
                  <a:close/>
                </a:path>
              </a:pathLst>
            </a:custGeom>
            <a:solidFill>
              <a:srgbClr val="E564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" name="Freeform 386">
              <a:extLst>
                <a:ext uri="{FF2B5EF4-FFF2-40B4-BE49-F238E27FC236}">
                  <a16:creationId xmlns:a16="http://schemas.microsoft.com/office/drawing/2014/main" id="{68D38A87-4B3B-4340-8203-4D0FB561E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845"/>
              <a:ext cx="818" cy="406"/>
            </a:xfrm>
            <a:custGeom>
              <a:avLst/>
              <a:gdLst>
                <a:gd name="T0" fmla="*/ 0 w 327"/>
                <a:gd name="T1" fmla="*/ 2895 h 152"/>
                <a:gd name="T2" fmla="*/ 3397 w 327"/>
                <a:gd name="T3" fmla="*/ 705 h 152"/>
                <a:gd name="T4" fmla="*/ 4035 w 327"/>
                <a:gd name="T5" fmla="*/ 206 h 152"/>
                <a:gd name="T6" fmla="*/ 5118 w 327"/>
                <a:gd name="T7" fmla="*/ 192 h 152"/>
                <a:gd name="T8" fmla="*/ 3817 w 327"/>
                <a:gd name="T9" fmla="*/ 572 h 152"/>
                <a:gd name="T10" fmla="*/ 0 w 327"/>
                <a:gd name="T11" fmla="*/ 2895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7" h="152">
                  <a:moveTo>
                    <a:pt x="0" y="152"/>
                  </a:moveTo>
                  <a:cubicBezTo>
                    <a:pt x="74" y="125"/>
                    <a:pt x="121" y="116"/>
                    <a:pt x="217" y="37"/>
                  </a:cubicBezTo>
                  <a:cubicBezTo>
                    <a:pt x="232" y="25"/>
                    <a:pt x="242" y="17"/>
                    <a:pt x="258" y="11"/>
                  </a:cubicBezTo>
                  <a:cubicBezTo>
                    <a:pt x="281" y="0"/>
                    <a:pt x="306" y="1"/>
                    <a:pt x="327" y="10"/>
                  </a:cubicBezTo>
                  <a:cubicBezTo>
                    <a:pt x="307" y="8"/>
                    <a:pt x="278" y="7"/>
                    <a:pt x="244" y="30"/>
                  </a:cubicBezTo>
                  <a:cubicBezTo>
                    <a:pt x="210" y="53"/>
                    <a:pt x="168" y="109"/>
                    <a:pt x="0" y="152"/>
                  </a:cubicBezTo>
                  <a:close/>
                </a:path>
              </a:pathLst>
            </a:custGeom>
            <a:solidFill>
              <a:srgbClr val="FCE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Oval 387">
              <a:extLst>
                <a:ext uri="{FF2B5EF4-FFF2-40B4-BE49-F238E27FC236}">
                  <a16:creationId xmlns:a16="http://schemas.microsoft.com/office/drawing/2014/main" id="{6BC52368-66F9-47C6-84F7-3CA5F5D80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2301"/>
              <a:ext cx="783" cy="835"/>
            </a:xfrm>
            <a:prstGeom prst="ellipse">
              <a:avLst/>
            </a:prstGeom>
            <a:solidFill>
              <a:srgbClr val="EE9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30" name="Oval 388">
              <a:extLst>
                <a:ext uri="{FF2B5EF4-FFF2-40B4-BE49-F238E27FC236}">
                  <a16:creationId xmlns:a16="http://schemas.microsoft.com/office/drawing/2014/main" id="{8691C3E7-CE6C-4B8A-ACA2-50D7E2994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" y="2331"/>
              <a:ext cx="730" cy="778"/>
            </a:xfrm>
            <a:prstGeom prst="ellipse">
              <a:avLst/>
            </a:pr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31" name="Oval 389">
              <a:extLst>
                <a:ext uri="{FF2B5EF4-FFF2-40B4-BE49-F238E27FC236}">
                  <a16:creationId xmlns:a16="http://schemas.microsoft.com/office/drawing/2014/main" id="{18382B34-2E5F-47A7-A4F2-139D9BA0E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2400"/>
              <a:ext cx="600" cy="640"/>
            </a:xfrm>
            <a:prstGeom prst="ellipse">
              <a:avLst/>
            </a:pr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32" name="Oval 390">
              <a:extLst>
                <a:ext uri="{FF2B5EF4-FFF2-40B4-BE49-F238E27FC236}">
                  <a16:creationId xmlns:a16="http://schemas.microsoft.com/office/drawing/2014/main" id="{7619925A-9ECC-4896-BE72-332C3B6A1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8" y="2419"/>
              <a:ext cx="565" cy="602"/>
            </a:xfrm>
            <a:prstGeom prst="ellipse">
              <a:avLst/>
            </a:prstGeom>
            <a:solidFill>
              <a:srgbClr val="BF6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33" name="Oval 391">
              <a:extLst>
                <a:ext uri="{FF2B5EF4-FFF2-40B4-BE49-F238E27FC236}">
                  <a16:creationId xmlns:a16="http://schemas.microsoft.com/office/drawing/2014/main" id="{3ABFF654-0CD7-498E-810F-D9169FFA1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2440"/>
              <a:ext cx="523" cy="557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34" name="Freeform 392">
              <a:extLst>
                <a:ext uri="{FF2B5EF4-FFF2-40B4-BE49-F238E27FC236}">
                  <a16:creationId xmlns:a16="http://schemas.microsoft.com/office/drawing/2014/main" id="{B1A5AC4A-DF30-4904-9BD4-F1607E549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440"/>
              <a:ext cx="515" cy="507"/>
            </a:xfrm>
            <a:custGeom>
              <a:avLst/>
              <a:gdLst>
                <a:gd name="T0" fmla="*/ 470 w 206"/>
                <a:gd name="T1" fmla="*/ 2813 h 190"/>
                <a:gd name="T2" fmla="*/ 1970 w 206"/>
                <a:gd name="T3" fmla="*/ 777 h 190"/>
                <a:gd name="T4" fmla="*/ 3220 w 206"/>
                <a:gd name="T5" fmla="*/ 1537 h 190"/>
                <a:gd name="T6" fmla="*/ 1625 w 206"/>
                <a:gd name="T7" fmla="*/ 0 h 190"/>
                <a:gd name="T8" fmla="*/ 0 w 206"/>
                <a:gd name="T9" fmla="*/ 1993 h 190"/>
                <a:gd name="T10" fmla="*/ 688 w 206"/>
                <a:gd name="T11" fmla="*/ 3610 h 190"/>
                <a:gd name="T12" fmla="*/ 470 w 206"/>
                <a:gd name="T13" fmla="*/ 2813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6" h="190">
                  <a:moveTo>
                    <a:pt x="30" y="148"/>
                  </a:moveTo>
                  <a:cubicBezTo>
                    <a:pt x="28" y="82"/>
                    <a:pt x="68" y="41"/>
                    <a:pt x="126" y="41"/>
                  </a:cubicBezTo>
                  <a:cubicBezTo>
                    <a:pt x="148" y="41"/>
                    <a:pt x="190" y="48"/>
                    <a:pt x="206" y="81"/>
                  </a:cubicBezTo>
                  <a:cubicBezTo>
                    <a:pt x="195" y="35"/>
                    <a:pt x="154" y="0"/>
                    <a:pt x="104" y="0"/>
                  </a:cubicBezTo>
                  <a:cubicBezTo>
                    <a:pt x="47" y="0"/>
                    <a:pt x="0" y="47"/>
                    <a:pt x="0" y="105"/>
                  </a:cubicBezTo>
                  <a:cubicBezTo>
                    <a:pt x="0" y="140"/>
                    <a:pt x="17" y="171"/>
                    <a:pt x="44" y="190"/>
                  </a:cubicBezTo>
                  <a:cubicBezTo>
                    <a:pt x="28" y="172"/>
                    <a:pt x="30" y="156"/>
                    <a:pt x="30" y="148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393">
              <a:extLst>
                <a:ext uri="{FF2B5EF4-FFF2-40B4-BE49-F238E27FC236}">
                  <a16:creationId xmlns:a16="http://schemas.microsoft.com/office/drawing/2014/main" id="{32A331A1-B0C3-446C-854A-034E7E593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413"/>
              <a:ext cx="460" cy="518"/>
            </a:xfrm>
            <a:custGeom>
              <a:avLst/>
              <a:gdLst>
                <a:gd name="T0" fmla="*/ 720 w 184"/>
                <a:gd name="T1" fmla="*/ 3693 h 194"/>
                <a:gd name="T2" fmla="*/ 345 w 184"/>
                <a:gd name="T3" fmla="*/ 1810 h 194"/>
                <a:gd name="T4" fmla="*/ 2333 w 184"/>
                <a:gd name="T5" fmla="*/ 491 h 194"/>
                <a:gd name="T6" fmla="*/ 2875 w 184"/>
                <a:gd name="T7" fmla="*/ 833 h 194"/>
                <a:gd name="T8" fmla="*/ 2158 w 184"/>
                <a:gd name="T9" fmla="*/ 307 h 194"/>
                <a:gd name="T10" fmla="*/ 188 w 184"/>
                <a:gd name="T11" fmla="*/ 1618 h 194"/>
                <a:gd name="T12" fmla="*/ 720 w 184"/>
                <a:gd name="T13" fmla="*/ 3693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4" h="194">
                  <a:moveTo>
                    <a:pt x="46" y="194"/>
                  </a:moveTo>
                  <a:cubicBezTo>
                    <a:pt x="22" y="168"/>
                    <a:pt x="12" y="131"/>
                    <a:pt x="22" y="95"/>
                  </a:cubicBezTo>
                  <a:cubicBezTo>
                    <a:pt x="38" y="41"/>
                    <a:pt x="95" y="10"/>
                    <a:pt x="149" y="26"/>
                  </a:cubicBezTo>
                  <a:cubicBezTo>
                    <a:pt x="162" y="29"/>
                    <a:pt x="174" y="36"/>
                    <a:pt x="184" y="44"/>
                  </a:cubicBezTo>
                  <a:cubicBezTo>
                    <a:pt x="172" y="31"/>
                    <a:pt x="157" y="21"/>
                    <a:pt x="138" y="16"/>
                  </a:cubicBezTo>
                  <a:cubicBezTo>
                    <a:pt x="84" y="0"/>
                    <a:pt x="27" y="31"/>
                    <a:pt x="12" y="85"/>
                  </a:cubicBezTo>
                  <a:cubicBezTo>
                    <a:pt x="0" y="126"/>
                    <a:pt x="14" y="168"/>
                    <a:pt x="46" y="194"/>
                  </a:cubicBezTo>
                  <a:close/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394">
              <a:extLst>
                <a:ext uri="{FF2B5EF4-FFF2-40B4-BE49-F238E27FC236}">
                  <a16:creationId xmlns:a16="http://schemas.microsoft.com/office/drawing/2014/main" id="{DEBE5957-E67E-44C9-A8DE-C29B26F47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525"/>
              <a:ext cx="10" cy="16"/>
            </a:xfrm>
            <a:custGeom>
              <a:avLst/>
              <a:gdLst>
                <a:gd name="T0" fmla="*/ 63 w 4"/>
                <a:gd name="T1" fmla="*/ 21 h 6"/>
                <a:gd name="T2" fmla="*/ 50 w 4"/>
                <a:gd name="T3" fmla="*/ 77 h 6"/>
                <a:gd name="T4" fmla="*/ 20 w 4"/>
                <a:gd name="T5" fmla="*/ 115 h 6"/>
                <a:gd name="T6" fmla="*/ 20 w 4"/>
                <a:gd name="T7" fmla="*/ 56 h 6"/>
                <a:gd name="T8" fmla="*/ 63 w 4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4" y="1"/>
                  </a:moveTo>
                  <a:cubicBezTo>
                    <a:pt x="4" y="1"/>
                    <a:pt x="4" y="2"/>
                    <a:pt x="3" y="4"/>
                  </a:cubicBezTo>
                  <a:cubicBezTo>
                    <a:pt x="2" y="5"/>
                    <a:pt x="1" y="6"/>
                    <a:pt x="1" y="6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395">
              <a:extLst>
                <a:ext uri="{FF2B5EF4-FFF2-40B4-BE49-F238E27FC236}">
                  <a16:creationId xmlns:a16="http://schemas.microsoft.com/office/drawing/2014/main" id="{70CC0C1F-127B-4E44-BA55-CB6D8990E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365"/>
              <a:ext cx="15" cy="11"/>
            </a:xfrm>
            <a:custGeom>
              <a:avLst/>
              <a:gdLst>
                <a:gd name="T0" fmla="*/ 95 w 6"/>
                <a:gd name="T1" fmla="*/ 0 h 4"/>
                <a:gd name="T2" fmla="*/ 63 w 6"/>
                <a:gd name="T3" fmla="*/ 61 h 4"/>
                <a:gd name="T4" fmla="*/ 0 w 6"/>
                <a:gd name="T5" fmla="*/ 61 h 4"/>
                <a:gd name="T6" fmla="*/ 50 w 6"/>
                <a:gd name="T7" fmla="*/ 22 h 4"/>
                <a:gd name="T8" fmla="*/ 95 w 6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6" y="1"/>
                    <a:pt x="5" y="2"/>
                    <a:pt x="4" y="3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3"/>
                    <a:pt x="1" y="2"/>
                    <a:pt x="3" y="1"/>
                  </a:cubicBezTo>
                  <a:cubicBezTo>
                    <a:pt x="4" y="0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396">
              <a:extLst>
                <a:ext uri="{FF2B5EF4-FFF2-40B4-BE49-F238E27FC236}">
                  <a16:creationId xmlns:a16="http://schemas.microsoft.com/office/drawing/2014/main" id="{90EA1C5F-90EA-4A29-B7B1-A904D5E3C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315"/>
              <a:ext cx="17" cy="8"/>
            </a:xfrm>
            <a:custGeom>
              <a:avLst/>
              <a:gdLst>
                <a:gd name="T0" fmla="*/ 100 w 7"/>
                <a:gd name="T1" fmla="*/ 35 h 3"/>
                <a:gd name="T2" fmla="*/ 41 w 7"/>
                <a:gd name="T3" fmla="*/ 56 h 3"/>
                <a:gd name="T4" fmla="*/ 0 w 7"/>
                <a:gd name="T5" fmla="*/ 21 h 3"/>
                <a:gd name="T6" fmla="*/ 41 w 7"/>
                <a:gd name="T7" fmla="*/ 0 h 3"/>
                <a:gd name="T8" fmla="*/ 100 w 7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7" y="2"/>
                  </a:moveTo>
                  <a:cubicBezTo>
                    <a:pt x="6" y="2"/>
                    <a:pt x="5" y="3"/>
                    <a:pt x="3" y="3"/>
                  </a:cubicBezTo>
                  <a:cubicBezTo>
                    <a:pt x="2" y="3"/>
                    <a:pt x="0" y="2"/>
                    <a:pt x="0" y="1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1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397">
              <a:extLst>
                <a:ext uri="{FF2B5EF4-FFF2-40B4-BE49-F238E27FC236}">
                  <a16:creationId xmlns:a16="http://schemas.microsoft.com/office/drawing/2014/main" id="{F4A8298C-C68D-4E1E-A8E6-9C39ADE9E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387"/>
              <a:ext cx="15" cy="10"/>
            </a:xfrm>
            <a:custGeom>
              <a:avLst/>
              <a:gdLst>
                <a:gd name="T0" fmla="*/ 83 w 6"/>
                <a:gd name="T1" fmla="*/ 63 h 4"/>
                <a:gd name="T2" fmla="*/ 33 w 6"/>
                <a:gd name="T3" fmla="*/ 50 h 4"/>
                <a:gd name="T4" fmla="*/ 0 w 6"/>
                <a:gd name="T5" fmla="*/ 20 h 4"/>
                <a:gd name="T6" fmla="*/ 50 w 6"/>
                <a:gd name="T7" fmla="*/ 20 h 4"/>
                <a:gd name="T8" fmla="*/ 83 w 6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5" y="4"/>
                    <a:pt x="4" y="4"/>
                    <a:pt x="2" y="3"/>
                  </a:cubicBezTo>
                  <a:cubicBezTo>
                    <a:pt x="1" y="3"/>
                    <a:pt x="0" y="1"/>
                    <a:pt x="0" y="1"/>
                  </a:cubicBezTo>
                  <a:cubicBezTo>
                    <a:pt x="0" y="0"/>
                    <a:pt x="2" y="1"/>
                    <a:pt x="3" y="1"/>
                  </a:cubicBezTo>
                  <a:cubicBezTo>
                    <a:pt x="5" y="2"/>
                    <a:pt x="6" y="3"/>
                    <a:pt x="5" y="4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398">
              <a:extLst>
                <a:ext uri="{FF2B5EF4-FFF2-40B4-BE49-F238E27FC236}">
                  <a16:creationId xmlns:a16="http://schemas.microsoft.com/office/drawing/2014/main" id="{B1143B2C-09E0-4A51-BA93-F38BA580C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2560"/>
              <a:ext cx="8" cy="16"/>
            </a:xfrm>
            <a:custGeom>
              <a:avLst/>
              <a:gdLst>
                <a:gd name="T0" fmla="*/ 56 w 3"/>
                <a:gd name="T1" fmla="*/ 115 h 6"/>
                <a:gd name="T2" fmla="*/ 0 w 3"/>
                <a:gd name="T3" fmla="*/ 77 h 6"/>
                <a:gd name="T4" fmla="*/ 0 w 3"/>
                <a:gd name="T5" fmla="*/ 0 h 6"/>
                <a:gd name="T6" fmla="*/ 35 w 3"/>
                <a:gd name="T7" fmla="*/ 56 h 6"/>
                <a:gd name="T8" fmla="*/ 56 w 3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6"/>
                    <a:pt x="1" y="5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1"/>
                    <a:pt x="2" y="3"/>
                  </a:cubicBezTo>
                  <a:cubicBezTo>
                    <a:pt x="3" y="4"/>
                    <a:pt x="3" y="6"/>
                    <a:pt x="3" y="6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399">
              <a:extLst>
                <a:ext uri="{FF2B5EF4-FFF2-40B4-BE49-F238E27FC236}">
                  <a16:creationId xmlns:a16="http://schemas.microsoft.com/office/drawing/2014/main" id="{02AE3D96-3357-41E8-8BCE-115E82F22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760"/>
              <a:ext cx="8" cy="19"/>
            </a:xfrm>
            <a:custGeom>
              <a:avLst/>
              <a:gdLst>
                <a:gd name="T0" fmla="*/ 21 w 3"/>
                <a:gd name="T1" fmla="*/ 141 h 7"/>
                <a:gd name="T2" fmla="*/ 0 w 3"/>
                <a:gd name="T3" fmla="*/ 60 h 7"/>
                <a:gd name="T4" fmla="*/ 35 w 3"/>
                <a:gd name="T5" fmla="*/ 0 h 7"/>
                <a:gd name="T6" fmla="*/ 56 w 3"/>
                <a:gd name="T7" fmla="*/ 81 h 7"/>
                <a:gd name="T8" fmla="*/ 21 w 3"/>
                <a:gd name="T9" fmla="*/ 14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1" y="7"/>
                  </a:moveTo>
                  <a:cubicBezTo>
                    <a:pt x="0" y="7"/>
                    <a:pt x="0" y="5"/>
                    <a:pt x="0" y="3"/>
                  </a:cubicBezTo>
                  <a:cubicBezTo>
                    <a:pt x="1" y="2"/>
                    <a:pt x="1" y="0"/>
                    <a:pt x="2" y="0"/>
                  </a:cubicBezTo>
                  <a:cubicBezTo>
                    <a:pt x="3" y="1"/>
                    <a:pt x="3" y="2"/>
                    <a:pt x="3" y="4"/>
                  </a:cubicBezTo>
                  <a:cubicBezTo>
                    <a:pt x="2" y="5"/>
                    <a:pt x="2" y="7"/>
                    <a:pt x="1" y="7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400">
              <a:extLst>
                <a:ext uri="{FF2B5EF4-FFF2-40B4-BE49-F238E27FC236}">
                  <a16:creationId xmlns:a16="http://schemas.microsoft.com/office/drawing/2014/main" id="{0B31A141-8B94-4281-8C6F-F92A65990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939"/>
              <a:ext cx="13" cy="16"/>
            </a:xfrm>
            <a:custGeom>
              <a:avLst/>
              <a:gdLst>
                <a:gd name="T0" fmla="*/ 21 w 5"/>
                <a:gd name="T1" fmla="*/ 93 h 6"/>
                <a:gd name="T2" fmla="*/ 34 w 5"/>
                <a:gd name="T3" fmla="*/ 35 h 6"/>
                <a:gd name="T4" fmla="*/ 68 w 5"/>
                <a:gd name="T5" fmla="*/ 0 h 6"/>
                <a:gd name="T6" fmla="*/ 55 w 5"/>
                <a:gd name="T7" fmla="*/ 56 h 6"/>
                <a:gd name="T8" fmla="*/ 21 w 5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5"/>
                  </a:moveTo>
                  <a:cubicBezTo>
                    <a:pt x="0" y="5"/>
                    <a:pt x="1" y="3"/>
                    <a:pt x="2" y="2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5" y="1"/>
                    <a:pt x="5" y="2"/>
                    <a:pt x="3" y="3"/>
                  </a:cubicBezTo>
                  <a:cubicBezTo>
                    <a:pt x="2" y="5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401">
              <a:extLst>
                <a:ext uri="{FF2B5EF4-FFF2-40B4-BE49-F238E27FC236}">
                  <a16:creationId xmlns:a16="http://schemas.microsoft.com/office/drawing/2014/main" id="{9F0E3D01-3D23-491B-BA46-E2283C4B9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067"/>
              <a:ext cx="15" cy="13"/>
            </a:xfrm>
            <a:custGeom>
              <a:avLst/>
              <a:gdLst>
                <a:gd name="T0" fmla="*/ 0 w 6"/>
                <a:gd name="T1" fmla="*/ 68 h 5"/>
                <a:gd name="T2" fmla="*/ 33 w 6"/>
                <a:gd name="T3" fmla="*/ 34 h 5"/>
                <a:gd name="T4" fmla="*/ 83 w 6"/>
                <a:gd name="T5" fmla="*/ 21 h 5"/>
                <a:gd name="T6" fmla="*/ 50 w 6"/>
                <a:gd name="T7" fmla="*/ 68 h 5"/>
                <a:gd name="T8" fmla="*/ 0 w 6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0" y="4"/>
                    <a:pt x="1" y="3"/>
                    <a:pt x="2" y="2"/>
                  </a:cubicBezTo>
                  <a:cubicBezTo>
                    <a:pt x="4" y="1"/>
                    <a:pt x="5" y="0"/>
                    <a:pt x="5" y="1"/>
                  </a:cubicBezTo>
                  <a:cubicBezTo>
                    <a:pt x="6" y="1"/>
                    <a:pt x="5" y="3"/>
                    <a:pt x="3" y="4"/>
                  </a:cubicBezTo>
                  <a:cubicBezTo>
                    <a:pt x="2" y="4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402">
              <a:extLst>
                <a:ext uri="{FF2B5EF4-FFF2-40B4-BE49-F238E27FC236}">
                  <a16:creationId xmlns:a16="http://schemas.microsoft.com/office/drawing/2014/main" id="{2DAC387F-77FE-4F27-8D11-07DCDF4BE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117"/>
              <a:ext cx="15" cy="6"/>
            </a:xfrm>
            <a:custGeom>
              <a:avLst/>
              <a:gdLst>
                <a:gd name="T0" fmla="*/ 0 w 6"/>
                <a:gd name="T1" fmla="*/ 27 h 2"/>
                <a:gd name="T2" fmla="*/ 50 w 6"/>
                <a:gd name="T3" fmla="*/ 0 h 2"/>
                <a:gd name="T4" fmla="*/ 95 w 6"/>
                <a:gd name="T5" fmla="*/ 27 h 2"/>
                <a:gd name="T6" fmla="*/ 50 w 6"/>
                <a:gd name="T7" fmla="*/ 54 h 2"/>
                <a:gd name="T8" fmla="*/ 0 w 6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6" y="2"/>
                    <a:pt x="5" y="2"/>
                    <a:pt x="3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403">
              <a:extLst>
                <a:ext uri="{FF2B5EF4-FFF2-40B4-BE49-F238E27FC236}">
                  <a16:creationId xmlns:a16="http://schemas.microsoft.com/office/drawing/2014/main" id="{E859C263-BA3C-44FA-B376-9FDC177F9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3072"/>
              <a:ext cx="15" cy="11"/>
            </a:xfrm>
            <a:custGeom>
              <a:avLst/>
              <a:gdLst>
                <a:gd name="T0" fmla="*/ 20 w 6"/>
                <a:gd name="T1" fmla="*/ 0 h 4"/>
                <a:gd name="T2" fmla="*/ 63 w 6"/>
                <a:gd name="T3" fmla="*/ 22 h 4"/>
                <a:gd name="T4" fmla="*/ 95 w 6"/>
                <a:gd name="T5" fmla="*/ 61 h 4"/>
                <a:gd name="T6" fmla="*/ 50 w 6"/>
                <a:gd name="T7" fmla="*/ 61 h 4"/>
                <a:gd name="T8" fmla="*/ 20 w 6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1" y="0"/>
                    <a:pt x="2" y="0"/>
                    <a:pt x="4" y="1"/>
                  </a:cubicBezTo>
                  <a:cubicBezTo>
                    <a:pt x="5" y="2"/>
                    <a:pt x="6" y="3"/>
                    <a:pt x="6" y="3"/>
                  </a:cubicBezTo>
                  <a:cubicBezTo>
                    <a:pt x="6" y="4"/>
                    <a:pt x="4" y="4"/>
                    <a:pt x="3" y="3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404">
              <a:extLst>
                <a:ext uri="{FF2B5EF4-FFF2-40B4-BE49-F238E27FC236}">
                  <a16:creationId xmlns:a16="http://schemas.microsoft.com/office/drawing/2014/main" id="{73D9B6A9-A9C5-4160-A426-5A0C3E2E6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2957"/>
              <a:ext cx="13" cy="14"/>
            </a:xfrm>
            <a:custGeom>
              <a:avLst/>
              <a:gdLst>
                <a:gd name="T0" fmla="*/ 21 w 5"/>
                <a:gd name="T1" fmla="*/ 0 h 5"/>
                <a:gd name="T2" fmla="*/ 55 w 5"/>
                <a:gd name="T3" fmla="*/ 48 h 5"/>
                <a:gd name="T4" fmla="*/ 88 w 5"/>
                <a:gd name="T5" fmla="*/ 109 h 5"/>
                <a:gd name="T6" fmla="*/ 34 w 5"/>
                <a:gd name="T7" fmla="*/ 62 h 5"/>
                <a:gd name="T8" fmla="*/ 21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1" y="0"/>
                    <a:pt x="2" y="0"/>
                    <a:pt x="3" y="2"/>
                  </a:cubicBezTo>
                  <a:cubicBezTo>
                    <a:pt x="5" y="3"/>
                    <a:pt x="5" y="4"/>
                    <a:pt x="5" y="5"/>
                  </a:cubicBezTo>
                  <a:cubicBezTo>
                    <a:pt x="4" y="5"/>
                    <a:pt x="3" y="4"/>
                    <a:pt x="2" y="3"/>
                  </a:cubicBezTo>
                  <a:cubicBezTo>
                    <a:pt x="1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405">
              <a:extLst>
                <a:ext uri="{FF2B5EF4-FFF2-40B4-BE49-F238E27FC236}">
                  <a16:creationId xmlns:a16="http://schemas.microsoft.com/office/drawing/2014/main" id="{CE75EC4A-E37E-4763-8D9B-D91214069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779"/>
              <a:ext cx="7" cy="18"/>
            </a:xfrm>
            <a:custGeom>
              <a:avLst/>
              <a:gdLst>
                <a:gd name="T0" fmla="*/ 12 w 3"/>
                <a:gd name="T1" fmla="*/ 21 h 7"/>
                <a:gd name="T2" fmla="*/ 37 w 3"/>
                <a:gd name="T3" fmla="*/ 54 h 7"/>
                <a:gd name="T4" fmla="*/ 28 w 3"/>
                <a:gd name="T5" fmla="*/ 118 h 7"/>
                <a:gd name="T6" fmla="*/ 12 w 3"/>
                <a:gd name="T7" fmla="*/ 67 h 7"/>
                <a:gd name="T8" fmla="*/ 12 w 3"/>
                <a:gd name="T9" fmla="*/ 2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1" y="1"/>
                  </a:moveTo>
                  <a:cubicBezTo>
                    <a:pt x="2" y="0"/>
                    <a:pt x="2" y="2"/>
                    <a:pt x="3" y="3"/>
                  </a:cubicBezTo>
                  <a:cubicBezTo>
                    <a:pt x="3" y="5"/>
                    <a:pt x="3" y="7"/>
                    <a:pt x="2" y="7"/>
                  </a:cubicBezTo>
                  <a:cubicBezTo>
                    <a:pt x="2" y="7"/>
                    <a:pt x="1" y="6"/>
                    <a:pt x="1" y="4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DF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406">
              <a:extLst>
                <a:ext uri="{FF2B5EF4-FFF2-40B4-BE49-F238E27FC236}">
                  <a16:creationId xmlns:a16="http://schemas.microsoft.com/office/drawing/2014/main" id="{24CD31F1-4EC7-42A6-B9B0-0A2EA9CEA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707"/>
              <a:ext cx="308" cy="269"/>
            </a:xfrm>
            <a:custGeom>
              <a:avLst/>
              <a:gdLst>
                <a:gd name="T0" fmla="*/ 1931 w 123"/>
                <a:gd name="T1" fmla="*/ 21 h 101"/>
                <a:gd name="T2" fmla="*/ 426 w 123"/>
                <a:gd name="T3" fmla="*/ 1830 h 101"/>
                <a:gd name="T4" fmla="*/ 0 w 123"/>
                <a:gd name="T5" fmla="*/ 1830 h 101"/>
                <a:gd name="T6" fmla="*/ 426 w 123"/>
                <a:gd name="T7" fmla="*/ 1907 h 101"/>
                <a:gd name="T8" fmla="*/ 1931 w 123"/>
                <a:gd name="T9" fmla="*/ 56 h 101"/>
                <a:gd name="T10" fmla="*/ 1931 w 123"/>
                <a:gd name="T11" fmla="*/ 21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01">
                  <a:moveTo>
                    <a:pt x="123" y="1"/>
                  </a:moveTo>
                  <a:cubicBezTo>
                    <a:pt x="118" y="54"/>
                    <a:pt x="79" y="95"/>
                    <a:pt x="27" y="97"/>
                  </a:cubicBezTo>
                  <a:cubicBezTo>
                    <a:pt x="24" y="98"/>
                    <a:pt x="10" y="99"/>
                    <a:pt x="0" y="97"/>
                  </a:cubicBezTo>
                  <a:cubicBezTo>
                    <a:pt x="9" y="100"/>
                    <a:pt x="18" y="101"/>
                    <a:pt x="27" y="101"/>
                  </a:cubicBezTo>
                  <a:cubicBezTo>
                    <a:pt x="80" y="101"/>
                    <a:pt x="123" y="56"/>
                    <a:pt x="123" y="3"/>
                  </a:cubicBezTo>
                  <a:cubicBezTo>
                    <a:pt x="122" y="0"/>
                    <a:pt x="123" y="1"/>
                    <a:pt x="123" y="1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407">
              <a:extLst>
                <a:ext uri="{FF2B5EF4-FFF2-40B4-BE49-F238E27FC236}">
                  <a16:creationId xmlns:a16="http://schemas.microsoft.com/office/drawing/2014/main" id="{71A3EA62-29F8-4A6E-B5CA-10A0DED3D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67"/>
              <a:ext cx="613" cy="664"/>
            </a:xfrm>
            <a:custGeom>
              <a:avLst/>
              <a:gdLst>
                <a:gd name="T0" fmla="*/ 2304 w 245"/>
                <a:gd name="T1" fmla="*/ 2787 h 249"/>
                <a:gd name="T2" fmla="*/ 3838 w 245"/>
                <a:gd name="T3" fmla="*/ 819 h 249"/>
                <a:gd name="T4" fmla="*/ 2054 w 245"/>
                <a:gd name="T5" fmla="*/ 1571 h 249"/>
                <a:gd name="T6" fmla="*/ 1033 w 245"/>
                <a:gd name="T7" fmla="*/ 0 h 249"/>
                <a:gd name="T8" fmla="*/ 1113 w 245"/>
                <a:gd name="T9" fmla="*/ 171 h 249"/>
                <a:gd name="T10" fmla="*/ 1521 w 245"/>
                <a:gd name="T11" fmla="*/ 1800 h 249"/>
                <a:gd name="T12" fmla="*/ 583 w 245"/>
                <a:gd name="T13" fmla="*/ 4131 h 249"/>
                <a:gd name="T14" fmla="*/ 533 w 245"/>
                <a:gd name="T15" fmla="*/ 4189 h 249"/>
                <a:gd name="T16" fmla="*/ 2304 w 245"/>
                <a:gd name="T17" fmla="*/ 2787 h 2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5" h="249">
                  <a:moveTo>
                    <a:pt x="147" y="147"/>
                  </a:moveTo>
                  <a:cubicBezTo>
                    <a:pt x="245" y="43"/>
                    <a:pt x="245" y="43"/>
                    <a:pt x="245" y="43"/>
                  </a:cubicBezTo>
                  <a:cubicBezTo>
                    <a:pt x="226" y="62"/>
                    <a:pt x="151" y="115"/>
                    <a:pt x="131" y="83"/>
                  </a:cubicBezTo>
                  <a:cubicBezTo>
                    <a:pt x="111" y="51"/>
                    <a:pt x="100" y="31"/>
                    <a:pt x="66" y="0"/>
                  </a:cubicBezTo>
                  <a:cubicBezTo>
                    <a:pt x="68" y="2"/>
                    <a:pt x="69" y="4"/>
                    <a:pt x="71" y="9"/>
                  </a:cubicBezTo>
                  <a:cubicBezTo>
                    <a:pt x="87" y="33"/>
                    <a:pt x="97" y="63"/>
                    <a:pt x="97" y="95"/>
                  </a:cubicBezTo>
                  <a:cubicBezTo>
                    <a:pt x="97" y="145"/>
                    <a:pt x="73" y="189"/>
                    <a:pt x="37" y="218"/>
                  </a:cubicBezTo>
                  <a:cubicBezTo>
                    <a:pt x="36" y="219"/>
                    <a:pt x="35" y="220"/>
                    <a:pt x="34" y="221"/>
                  </a:cubicBezTo>
                  <a:cubicBezTo>
                    <a:pt x="0" y="249"/>
                    <a:pt x="147" y="147"/>
                    <a:pt x="147" y="147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408">
              <a:extLst>
                <a:ext uri="{FF2B5EF4-FFF2-40B4-BE49-F238E27FC236}">
                  <a16:creationId xmlns:a16="http://schemas.microsoft.com/office/drawing/2014/main" id="{617B63CA-A0F2-4C84-B702-636F948B1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637"/>
              <a:ext cx="188" cy="360"/>
            </a:xfrm>
            <a:custGeom>
              <a:avLst/>
              <a:gdLst>
                <a:gd name="T0" fmla="*/ 0 w 75"/>
                <a:gd name="T1" fmla="*/ 0 h 135"/>
                <a:gd name="T2" fmla="*/ 113 w 75"/>
                <a:gd name="T3" fmla="*/ 341 h 135"/>
                <a:gd name="T4" fmla="*/ 83 w 75"/>
                <a:gd name="T5" fmla="*/ 627 h 135"/>
                <a:gd name="T6" fmla="*/ 175 w 75"/>
                <a:gd name="T7" fmla="*/ 819 h 135"/>
                <a:gd name="T8" fmla="*/ 145 w 75"/>
                <a:gd name="T9" fmla="*/ 1272 h 135"/>
                <a:gd name="T10" fmla="*/ 459 w 75"/>
                <a:gd name="T11" fmla="*/ 1592 h 135"/>
                <a:gd name="T12" fmla="*/ 534 w 75"/>
                <a:gd name="T13" fmla="*/ 2048 h 135"/>
                <a:gd name="T14" fmla="*/ 847 w 75"/>
                <a:gd name="T15" fmla="*/ 2275 h 135"/>
                <a:gd name="T16" fmla="*/ 1025 w 75"/>
                <a:gd name="T17" fmla="*/ 2539 h 135"/>
                <a:gd name="T18" fmla="*/ 1181 w 75"/>
                <a:gd name="T19" fmla="*/ 2483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135">
                  <a:moveTo>
                    <a:pt x="0" y="0"/>
                  </a:moveTo>
                  <a:cubicBezTo>
                    <a:pt x="6" y="6"/>
                    <a:pt x="9" y="10"/>
                    <a:pt x="7" y="18"/>
                  </a:cubicBezTo>
                  <a:cubicBezTo>
                    <a:pt x="6" y="23"/>
                    <a:pt x="4" y="28"/>
                    <a:pt x="5" y="33"/>
                  </a:cubicBezTo>
                  <a:cubicBezTo>
                    <a:pt x="6" y="37"/>
                    <a:pt x="9" y="39"/>
                    <a:pt x="11" y="43"/>
                  </a:cubicBezTo>
                  <a:cubicBezTo>
                    <a:pt x="15" y="51"/>
                    <a:pt x="9" y="59"/>
                    <a:pt x="9" y="67"/>
                  </a:cubicBezTo>
                  <a:cubicBezTo>
                    <a:pt x="9" y="79"/>
                    <a:pt x="22" y="78"/>
                    <a:pt x="29" y="84"/>
                  </a:cubicBezTo>
                  <a:cubicBezTo>
                    <a:pt x="35" y="90"/>
                    <a:pt x="31" y="100"/>
                    <a:pt x="34" y="108"/>
                  </a:cubicBezTo>
                  <a:cubicBezTo>
                    <a:pt x="38" y="119"/>
                    <a:pt x="47" y="115"/>
                    <a:pt x="54" y="120"/>
                  </a:cubicBezTo>
                  <a:cubicBezTo>
                    <a:pt x="60" y="124"/>
                    <a:pt x="57" y="132"/>
                    <a:pt x="65" y="134"/>
                  </a:cubicBezTo>
                  <a:cubicBezTo>
                    <a:pt x="71" y="135"/>
                    <a:pt x="70" y="131"/>
                    <a:pt x="75" y="13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409">
              <a:extLst>
                <a:ext uri="{FF2B5EF4-FFF2-40B4-BE49-F238E27FC236}">
                  <a16:creationId xmlns:a16="http://schemas.microsoft.com/office/drawing/2014/main" id="{00B570D0-7B0C-4B04-B386-A37DF6580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688"/>
              <a:ext cx="68" cy="277"/>
            </a:xfrm>
            <a:custGeom>
              <a:avLst/>
              <a:gdLst>
                <a:gd name="T0" fmla="*/ 0 w 27"/>
                <a:gd name="T1" fmla="*/ 0 h 104"/>
                <a:gd name="T2" fmla="*/ 113 w 27"/>
                <a:gd name="T3" fmla="*/ 320 h 104"/>
                <a:gd name="T4" fmla="*/ 96 w 27"/>
                <a:gd name="T5" fmla="*/ 567 h 104"/>
                <a:gd name="T6" fmla="*/ 209 w 27"/>
                <a:gd name="T7" fmla="*/ 852 h 104"/>
                <a:gd name="T8" fmla="*/ 209 w 27"/>
                <a:gd name="T9" fmla="*/ 1135 h 104"/>
                <a:gd name="T10" fmla="*/ 159 w 27"/>
                <a:gd name="T11" fmla="*/ 1377 h 104"/>
                <a:gd name="T12" fmla="*/ 317 w 27"/>
                <a:gd name="T13" fmla="*/ 1590 h 104"/>
                <a:gd name="T14" fmla="*/ 368 w 27"/>
                <a:gd name="T15" fmla="*/ 1966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04">
                  <a:moveTo>
                    <a:pt x="0" y="0"/>
                  </a:moveTo>
                  <a:cubicBezTo>
                    <a:pt x="7" y="0"/>
                    <a:pt x="8" y="12"/>
                    <a:pt x="7" y="17"/>
                  </a:cubicBezTo>
                  <a:cubicBezTo>
                    <a:pt x="6" y="22"/>
                    <a:pt x="4" y="26"/>
                    <a:pt x="6" y="30"/>
                  </a:cubicBezTo>
                  <a:cubicBezTo>
                    <a:pt x="8" y="36"/>
                    <a:pt x="13" y="38"/>
                    <a:pt x="13" y="45"/>
                  </a:cubicBezTo>
                  <a:cubicBezTo>
                    <a:pt x="13" y="50"/>
                    <a:pt x="13" y="55"/>
                    <a:pt x="13" y="60"/>
                  </a:cubicBezTo>
                  <a:cubicBezTo>
                    <a:pt x="12" y="64"/>
                    <a:pt x="9" y="68"/>
                    <a:pt x="10" y="73"/>
                  </a:cubicBezTo>
                  <a:cubicBezTo>
                    <a:pt x="11" y="78"/>
                    <a:pt x="16" y="80"/>
                    <a:pt x="20" y="84"/>
                  </a:cubicBezTo>
                  <a:cubicBezTo>
                    <a:pt x="27" y="90"/>
                    <a:pt x="25" y="96"/>
                    <a:pt x="23" y="10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410">
              <a:extLst>
                <a:ext uri="{FF2B5EF4-FFF2-40B4-BE49-F238E27FC236}">
                  <a16:creationId xmlns:a16="http://schemas.microsoft.com/office/drawing/2014/main" id="{96809525-FC99-4703-ABC6-C5AF9614A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717"/>
              <a:ext cx="30" cy="88"/>
            </a:xfrm>
            <a:custGeom>
              <a:avLst/>
              <a:gdLst>
                <a:gd name="T0" fmla="*/ 113 w 12"/>
                <a:gd name="T1" fmla="*/ 0 h 33"/>
                <a:gd name="T2" fmla="*/ 188 w 12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7" y="0"/>
                  </a:moveTo>
                  <a:cubicBezTo>
                    <a:pt x="0" y="10"/>
                    <a:pt x="7" y="24"/>
                    <a:pt x="12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411">
              <a:extLst>
                <a:ext uri="{FF2B5EF4-FFF2-40B4-BE49-F238E27FC236}">
                  <a16:creationId xmlns:a16="http://schemas.microsoft.com/office/drawing/2014/main" id="{8B108528-E749-484C-89CB-92A6941A6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461"/>
              <a:ext cx="67" cy="227"/>
            </a:xfrm>
            <a:custGeom>
              <a:avLst/>
              <a:gdLst>
                <a:gd name="T0" fmla="*/ 0 w 27"/>
                <a:gd name="T1" fmla="*/ 1618 h 85"/>
                <a:gd name="T2" fmla="*/ 104 w 27"/>
                <a:gd name="T3" fmla="*/ 1298 h 85"/>
                <a:gd name="T4" fmla="*/ 166 w 27"/>
                <a:gd name="T5" fmla="*/ 1050 h 85"/>
                <a:gd name="T6" fmla="*/ 166 w 27"/>
                <a:gd name="T7" fmla="*/ 820 h 85"/>
                <a:gd name="T8" fmla="*/ 412 w 27"/>
                <a:gd name="T9" fmla="*/ 363 h 85"/>
                <a:gd name="T10" fmla="*/ 382 w 27"/>
                <a:gd name="T11" fmla="*/ 0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85">
                  <a:moveTo>
                    <a:pt x="0" y="85"/>
                  </a:moveTo>
                  <a:cubicBezTo>
                    <a:pt x="2" y="78"/>
                    <a:pt x="4" y="73"/>
                    <a:pt x="7" y="68"/>
                  </a:cubicBezTo>
                  <a:cubicBezTo>
                    <a:pt x="10" y="63"/>
                    <a:pt x="11" y="60"/>
                    <a:pt x="11" y="55"/>
                  </a:cubicBezTo>
                  <a:cubicBezTo>
                    <a:pt x="11" y="50"/>
                    <a:pt x="9" y="47"/>
                    <a:pt x="11" y="43"/>
                  </a:cubicBezTo>
                  <a:cubicBezTo>
                    <a:pt x="14" y="33"/>
                    <a:pt x="25" y="30"/>
                    <a:pt x="27" y="19"/>
                  </a:cubicBezTo>
                  <a:cubicBezTo>
                    <a:pt x="27" y="14"/>
                    <a:pt x="26" y="6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412">
              <a:extLst>
                <a:ext uri="{FF2B5EF4-FFF2-40B4-BE49-F238E27FC236}">
                  <a16:creationId xmlns:a16="http://schemas.microsoft.com/office/drawing/2014/main" id="{6412B0B0-18DB-44BF-9D99-896A18A35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336"/>
              <a:ext cx="340" cy="221"/>
            </a:xfrm>
            <a:custGeom>
              <a:avLst/>
              <a:gdLst>
                <a:gd name="T0" fmla="*/ 20 w 136"/>
                <a:gd name="T1" fmla="*/ 1566 h 83"/>
                <a:gd name="T2" fmla="*/ 20 w 136"/>
                <a:gd name="T3" fmla="*/ 1361 h 83"/>
                <a:gd name="T4" fmla="*/ 83 w 136"/>
                <a:gd name="T5" fmla="*/ 1190 h 83"/>
                <a:gd name="T6" fmla="*/ 188 w 136"/>
                <a:gd name="T7" fmla="*/ 943 h 83"/>
                <a:gd name="T8" fmla="*/ 488 w 136"/>
                <a:gd name="T9" fmla="*/ 759 h 83"/>
                <a:gd name="T10" fmla="*/ 613 w 136"/>
                <a:gd name="T11" fmla="*/ 588 h 83"/>
                <a:gd name="T12" fmla="*/ 708 w 136"/>
                <a:gd name="T13" fmla="*/ 474 h 83"/>
                <a:gd name="T14" fmla="*/ 1125 w 136"/>
                <a:gd name="T15" fmla="*/ 341 h 83"/>
                <a:gd name="T16" fmla="*/ 1425 w 136"/>
                <a:gd name="T17" fmla="*/ 170 h 83"/>
                <a:gd name="T18" fmla="*/ 1908 w 136"/>
                <a:gd name="T19" fmla="*/ 170 h 83"/>
                <a:gd name="T20" fmla="*/ 2125 w 136"/>
                <a:gd name="T21" fmla="*/ 0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83">
                  <a:moveTo>
                    <a:pt x="1" y="83"/>
                  </a:moveTo>
                  <a:cubicBezTo>
                    <a:pt x="1" y="80"/>
                    <a:pt x="0" y="76"/>
                    <a:pt x="1" y="72"/>
                  </a:cubicBezTo>
                  <a:cubicBezTo>
                    <a:pt x="2" y="69"/>
                    <a:pt x="4" y="66"/>
                    <a:pt x="5" y="63"/>
                  </a:cubicBezTo>
                  <a:cubicBezTo>
                    <a:pt x="7" y="59"/>
                    <a:pt x="9" y="54"/>
                    <a:pt x="12" y="50"/>
                  </a:cubicBezTo>
                  <a:cubicBezTo>
                    <a:pt x="16" y="45"/>
                    <a:pt x="25" y="44"/>
                    <a:pt x="31" y="40"/>
                  </a:cubicBezTo>
                  <a:cubicBezTo>
                    <a:pt x="34" y="37"/>
                    <a:pt x="37" y="34"/>
                    <a:pt x="39" y="31"/>
                  </a:cubicBezTo>
                  <a:cubicBezTo>
                    <a:pt x="41" y="28"/>
                    <a:pt x="41" y="27"/>
                    <a:pt x="45" y="25"/>
                  </a:cubicBezTo>
                  <a:cubicBezTo>
                    <a:pt x="53" y="22"/>
                    <a:pt x="63" y="23"/>
                    <a:pt x="72" y="18"/>
                  </a:cubicBezTo>
                  <a:cubicBezTo>
                    <a:pt x="79" y="14"/>
                    <a:pt x="81" y="6"/>
                    <a:pt x="91" y="9"/>
                  </a:cubicBezTo>
                  <a:cubicBezTo>
                    <a:pt x="101" y="11"/>
                    <a:pt x="112" y="15"/>
                    <a:pt x="122" y="9"/>
                  </a:cubicBezTo>
                  <a:cubicBezTo>
                    <a:pt x="127" y="6"/>
                    <a:pt x="132" y="3"/>
                    <a:pt x="13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413">
              <a:extLst>
                <a:ext uri="{FF2B5EF4-FFF2-40B4-BE49-F238E27FC236}">
                  <a16:creationId xmlns:a16="http://schemas.microsoft.com/office/drawing/2014/main" id="{D72B31B5-58A5-4316-AA77-57CBB69EA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531"/>
              <a:ext cx="37" cy="88"/>
            </a:xfrm>
            <a:custGeom>
              <a:avLst/>
              <a:gdLst>
                <a:gd name="T0" fmla="*/ 195 w 15"/>
                <a:gd name="T1" fmla="*/ 0 h 33"/>
                <a:gd name="T2" fmla="*/ 133 w 15"/>
                <a:gd name="T3" fmla="*/ 419 h 33"/>
                <a:gd name="T4" fmla="*/ 0 w 15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13" y="0"/>
                  </a:moveTo>
                  <a:cubicBezTo>
                    <a:pt x="15" y="7"/>
                    <a:pt x="12" y="15"/>
                    <a:pt x="9" y="22"/>
                  </a:cubicBezTo>
                  <a:cubicBezTo>
                    <a:pt x="6" y="26"/>
                    <a:pt x="1" y="28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414">
              <a:extLst>
                <a:ext uri="{FF2B5EF4-FFF2-40B4-BE49-F238E27FC236}">
                  <a16:creationId xmlns:a16="http://schemas.microsoft.com/office/drawing/2014/main" id="{E7827AB0-1394-435E-B55D-B698AE717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576"/>
              <a:ext cx="28" cy="112"/>
            </a:xfrm>
            <a:custGeom>
              <a:avLst/>
              <a:gdLst>
                <a:gd name="T0" fmla="*/ 181 w 11"/>
                <a:gd name="T1" fmla="*/ 0 h 42"/>
                <a:gd name="T2" fmla="*/ 51 w 11"/>
                <a:gd name="T3" fmla="*/ 136 h 42"/>
                <a:gd name="T4" fmla="*/ 20 w 11"/>
                <a:gd name="T5" fmla="*/ 435 h 42"/>
                <a:gd name="T6" fmla="*/ 0 w 11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2">
                  <a:moveTo>
                    <a:pt x="11" y="0"/>
                  </a:moveTo>
                  <a:cubicBezTo>
                    <a:pt x="8" y="2"/>
                    <a:pt x="5" y="3"/>
                    <a:pt x="3" y="7"/>
                  </a:cubicBezTo>
                  <a:cubicBezTo>
                    <a:pt x="1" y="12"/>
                    <a:pt x="2" y="18"/>
                    <a:pt x="1" y="23"/>
                  </a:cubicBezTo>
                  <a:cubicBezTo>
                    <a:pt x="0" y="29"/>
                    <a:pt x="1" y="36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415">
              <a:extLst>
                <a:ext uri="{FF2B5EF4-FFF2-40B4-BE49-F238E27FC236}">
                  <a16:creationId xmlns:a16="http://schemas.microsoft.com/office/drawing/2014/main" id="{13C1878C-71D1-48FC-B855-E6E2BBEAA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643"/>
              <a:ext cx="18" cy="74"/>
            </a:xfrm>
            <a:custGeom>
              <a:avLst/>
              <a:gdLst>
                <a:gd name="T0" fmla="*/ 33 w 7"/>
                <a:gd name="T1" fmla="*/ 0 h 28"/>
                <a:gd name="T2" fmla="*/ 0 w 7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2" y="0"/>
                  </a:moveTo>
                  <a:cubicBezTo>
                    <a:pt x="7" y="9"/>
                    <a:pt x="3" y="19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416">
              <a:extLst>
                <a:ext uri="{FF2B5EF4-FFF2-40B4-BE49-F238E27FC236}">
                  <a16:creationId xmlns:a16="http://schemas.microsoft.com/office/drawing/2014/main" id="{0B59D722-BE68-4C20-B677-A7A5E5955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709"/>
              <a:ext cx="15" cy="91"/>
            </a:xfrm>
            <a:custGeom>
              <a:avLst/>
              <a:gdLst>
                <a:gd name="T0" fmla="*/ 0 w 6"/>
                <a:gd name="T1" fmla="*/ 0 h 34"/>
                <a:gd name="T2" fmla="*/ 63 w 6"/>
                <a:gd name="T3" fmla="*/ 94 h 34"/>
                <a:gd name="T4" fmla="*/ 83 w 6"/>
                <a:gd name="T5" fmla="*/ 343 h 34"/>
                <a:gd name="T6" fmla="*/ 50 w 6"/>
                <a:gd name="T7" fmla="*/ 653 h 34"/>
                <a:gd name="T8" fmla="*/ 50 w 6"/>
                <a:gd name="T9" fmla="*/ 65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4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  <a:cubicBezTo>
                    <a:pt x="6" y="8"/>
                    <a:pt x="5" y="14"/>
                    <a:pt x="5" y="18"/>
                  </a:cubicBezTo>
                  <a:cubicBezTo>
                    <a:pt x="6" y="23"/>
                    <a:pt x="4" y="28"/>
                    <a:pt x="3" y="34"/>
                  </a:cubicBezTo>
                  <a:cubicBezTo>
                    <a:pt x="2" y="34"/>
                    <a:pt x="3" y="34"/>
                    <a:pt x="3" y="3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417">
              <a:extLst>
                <a:ext uri="{FF2B5EF4-FFF2-40B4-BE49-F238E27FC236}">
                  <a16:creationId xmlns:a16="http://schemas.microsoft.com/office/drawing/2014/main" id="{B1E7EC9B-F3E7-43C1-AF47-AF7390FF6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880"/>
              <a:ext cx="47" cy="72"/>
            </a:xfrm>
            <a:custGeom>
              <a:avLst/>
              <a:gdLst>
                <a:gd name="T0" fmla="*/ 0 w 19"/>
                <a:gd name="T1" fmla="*/ 0 h 27"/>
                <a:gd name="T2" fmla="*/ 287 w 19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7">
                  <a:moveTo>
                    <a:pt x="0" y="0"/>
                  </a:moveTo>
                  <a:cubicBezTo>
                    <a:pt x="12" y="5"/>
                    <a:pt x="14" y="17"/>
                    <a:pt x="19" y="2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418">
              <a:extLst>
                <a:ext uri="{FF2B5EF4-FFF2-40B4-BE49-F238E27FC236}">
                  <a16:creationId xmlns:a16="http://schemas.microsoft.com/office/drawing/2014/main" id="{5549E620-703C-4778-A949-E8BAC4FCF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448"/>
              <a:ext cx="35" cy="64"/>
            </a:xfrm>
            <a:custGeom>
              <a:avLst/>
              <a:gdLst>
                <a:gd name="T0" fmla="*/ 0 w 14"/>
                <a:gd name="T1" fmla="*/ 435 h 24"/>
                <a:gd name="T2" fmla="*/ 220 w 14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4">
                  <a:moveTo>
                    <a:pt x="0" y="23"/>
                  </a:moveTo>
                  <a:cubicBezTo>
                    <a:pt x="12" y="24"/>
                    <a:pt x="11" y="8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419">
              <a:extLst>
                <a:ext uri="{FF2B5EF4-FFF2-40B4-BE49-F238E27FC236}">
                  <a16:creationId xmlns:a16="http://schemas.microsoft.com/office/drawing/2014/main" id="{455E56E8-05FB-4AC6-962D-10BB7AD5C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397"/>
              <a:ext cx="60" cy="54"/>
            </a:xfrm>
            <a:custGeom>
              <a:avLst/>
              <a:gdLst>
                <a:gd name="T0" fmla="*/ 0 w 24"/>
                <a:gd name="T1" fmla="*/ 257 h 20"/>
                <a:gd name="T2" fmla="*/ 375 w 2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13"/>
                  </a:moveTo>
                  <a:cubicBezTo>
                    <a:pt x="10" y="20"/>
                    <a:pt x="21" y="8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420">
              <a:extLst>
                <a:ext uri="{FF2B5EF4-FFF2-40B4-BE49-F238E27FC236}">
                  <a16:creationId xmlns:a16="http://schemas.microsoft.com/office/drawing/2014/main" id="{BF27ECE5-3D1C-4610-BE92-4E4D31D81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355"/>
              <a:ext cx="80" cy="40"/>
            </a:xfrm>
            <a:custGeom>
              <a:avLst/>
              <a:gdLst>
                <a:gd name="T0" fmla="*/ 20 w 32"/>
                <a:gd name="T1" fmla="*/ 285 h 15"/>
                <a:gd name="T2" fmla="*/ 283 w 32"/>
                <a:gd name="T3" fmla="*/ 35 h 15"/>
                <a:gd name="T4" fmla="*/ 500 w 32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1" y="15"/>
                  </a:moveTo>
                  <a:cubicBezTo>
                    <a:pt x="0" y="8"/>
                    <a:pt x="12" y="3"/>
                    <a:pt x="18" y="2"/>
                  </a:cubicBezTo>
                  <a:cubicBezTo>
                    <a:pt x="22" y="1"/>
                    <a:pt x="27" y="0"/>
                    <a:pt x="32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421">
              <a:extLst>
                <a:ext uri="{FF2B5EF4-FFF2-40B4-BE49-F238E27FC236}">
                  <a16:creationId xmlns:a16="http://schemas.microsoft.com/office/drawing/2014/main" id="{9455FA21-9BAB-452A-A0A1-31D844DC0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365"/>
              <a:ext cx="73" cy="27"/>
            </a:xfrm>
            <a:custGeom>
              <a:avLst/>
              <a:gdLst>
                <a:gd name="T0" fmla="*/ 0 w 29"/>
                <a:gd name="T1" fmla="*/ 159 h 10"/>
                <a:gd name="T2" fmla="*/ 284 w 29"/>
                <a:gd name="T3" fmla="*/ 116 h 10"/>
                <a:gd name="T4" fmla="*/ 463 w 2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">
                  <a:moveTo>
                    <a:pt x="0" y="8"/>
                  </a:moveTo>
                  <a:cubicBezTo>
                    <a:pt x="6" y="10"/>
                    <a:pt x="12" y="10"/>
                    <a:pt x="18" y="6"/>
                  </a:cubicBezTo>
                  <a:cubicBezTo>
                    <a:pt x="21" y="4"/>
                    <a:pt x="26" y="3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422">
              <a:extLst>
                <a:ext uri="{FF2B5EF4-FFF2-40B4-BE49-F238E27FC236}">
                  <a16:creationId xmlns:a16="http://schemas.microsoft.com/office/drawing/2014/main" id="{145C949B-1509-41EF-8BCD-AD59A7F3C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333"/>
              <a:ext cx="87" cy="24"/>
            </a:xfrm>
            <a:custGeom>
              <a:avLst/>
              <a:gdLst>
                <a:gd name="T0" fmla="*/ 0 w 35"/>
                <a:gd name="T1" fmla="*/ 171 h 9"/>
                <a:gd name="T2" fmla="*/ 321 w 35"/>
                <a:gd name="T3" fmla="*/ 21 h 9"/>
                <a:gd name="T4" fmla="*/ 537 w 35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9">
                  <a:moveTo>
                    <a:pt x="0" y="9"/>
                  </a:moveTo>
                  <a:cubicBezTo>
                    <a:pt x="7" y="4"/>
                    <a:pt x="12" y="0"/>
                    <a:pt x="21" y="1"/>
                  </a:cubicBezTo>
                  <a:cubicBezTo>
                    <a:pt x="27" y="2"/>
                    <a:pt x="30" y="4"/>
                    <a:pt x="35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423">
              <a:extLst>
                <a:ext uri="{FF2B5EF4-FFF2-40B4-BE49-F238E27FC236}">
                  <a16:creationId xmlns:a16="http://schemas.microsoft.com/office/drawing/2014/main" id="{E282733C-03D6-4BE9-ACB7-B3417399E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2600"/>
              <a:ext cx="40" cy="67"/>
            </a:xfrm>
            <a:custGeom>
              <a:avLst/>
              <a:gdLst>
                <a:gd name="T0" fmla="*/ 145 w 16"/>
                <a:gd name="T1" fmla="*/ 482 h 25"/>
                <a:gd name="T2" fmla="*/ 250 w 1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9" y="25"/>
                  </a:moveTo>
                  <a:cubicBezTo>
                    <a:pt x="0" y="17"/>
                    <a:pt x="11" y="7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424">
              <a:extLst>
                <a:ext uri="{FF2B5EF4-FFF2-40B4-BE49-F238E27FC236}">
                  <a16:creationId xmlns:a16="http://schemas.microsoft.com/office/drawing/2014/main" id="{05518594-D680-4B21-B56C-AB2DA71ED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464"/>
              <a:ext cx="50" cy="72"/>
            </a:xfrm>
            <a:custGeom>
              <a:avLst/>
              <a:gdLst>
                <a:gd name="T0" fmla="*/ 0 w 20"/>
                <a:gd name="T1" fmla="*/ 512 h 27"/>
                <a:gd name="T2" fmla="*/ 95 w 20"/>
                <a:gd name="T3" fmla="*/ 149 h 27"/>
                <a:gd name="T4" fmla="*/ 220 w 20"/>
                <a:gd name="T5" fmla="*/ 35 h 27"/>
                <a:gd name="T6" fmla="*/ 313 w 2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7">
                  <a:moveTo>
                    <a:pt x="0" y="27"/>
                  </a:moveTo>
                  <a:cubicBezTo>
                    <a:pt x="0" y="20"/>
                    <a:pt x="1" y="12"/>
                    <a:pt x="6" y="8"/>
                  </a:cubicBezTo>
                  <a:cubicBezTo>
                    <a:pt x="8" y="5"/>
                    <a:pt x="12" y="3"/>
                    <a:pt x="14" y="2"/>
                  </a:cubicBezTo>
                  <a:cubicBezTo>
                    <a:pt x="16" y="1"/>
                    <a:pt x="18" y="1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425">
              <a:extLst>
                <a:ext uri="{FF2B5EF4-FFF2-40B4-BE49-F238E27FC236}">
                  <a16:creationId xmlns:a16="http://schemas.microsoft.com/office/drawing/2014/main" id="{F5CA270F-6FA1-478F-919F-21137D91A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2981"/>
              <a:ext cx="378" cy="102"/>
            </a:xfrm>
            <a:custGeom>
              <a:avLst/>
              <a:gdLst>
                <a:gd name="T0" fmla="*/ 0 w 151"/>
                <a:gd name="T1" fmla="*/ 115 h 38"/>
                <a:gd name="T2" fmla="*/ 63 w 151"/>
                <a:gd name="T3" fmla="*/ 193 h 38"/>
                <a:gd name="T4" fmla="*/ 188 w 151"/>
                <a:gd name="T5" fmla="*/ 274 h 38"/>
                <a:gd name="T6" fmla="*/ 408 w 151"/>
                <a:gd name="T7" fmla="*/ 330 h 38"/>
                <a:gd name="T8" fmla="*/ 596 w 151"/>
                <a:gd name="T9" fmla="*/ 540 h 38"/>
                <a:gd name="T10" fmla="*/ 1096 w 151"/>
                <a:gd name="T11" fmla="*/ 561 h 38"/>
                <a:gd name="T12" fmla="*/ 1492 w 151"/>
                <a:gd name="T13" fmla="*/ 620 h 38"/>
                <a:gd name="T14" fmla="*/ 1867 w 151"/>
                <a:gd name="T15" fmla="*/ 446 h 38"/>
                <a:gd name="T16" fmla="*/ 2255 w 151"/>
                <a:gd name="T17" fmla="*/ 368 h 38"/>
                <a:gd name="T18" fmla="*/ 2368 w 151"/>
                <a:gd name="T19" fmla="*/ 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1" h="38">
                  <a:moveTo>
                    <a:pt x="0" y="6"/>
                  </a:moveTo>
                  <a:cubicBezTo>
                    <a:pt x="3" y="6"/>
                    <a:pt x="2" y="8"/>
                    <a:pt x="4" y="10"/>
                  </a:cubicBezTo>
                  <a:cubicBezTo>
                    <a:pt x="6" y="13"/>
                    <a:pt x="8" y="14"/>
                    <a:pt x="12" y="14"/>
                  </a:cubicBezTo>
                  <a:cubicBezTo>
                    <a:pt x="17" y="16"/>
                    <a:pt x="22" y="15"/>
                    <a:pt x="26" y="17"/>
                  </a:cubicBezTo>
                  <a:cubicBezTo>
                    <a:pt x="32" y="20"/>
                    <a:pt x="34" y="24"/>
                    <a:pt x="38" y="28"/>
                  </a:cubicBezTo>
                  <a:cubicBezTo>
                    <a:pt x="49" y="38"/>
                    <a:pt x="58" y="32"/>
                    <a:pt x="70" y="29"/>
                  </a:cubicBezTo>
                  <a:cubicBezTo>
                    <a:pt x="79" y="27"/>
                    <a:pt x="86" y="32"/>
                    <a:pt x="95" y="32"/>
                  </a:cubicBezTo>
                  <a:cubicBezTo>
                    <a:pt x="105" y="32"/>
                    <a:pt x="110" y="26"/>
                    <a:pt x="119" y="23"/>
                  </a:cubicBezTo>
                  <a:cubicBezTo>
                    <a:pt x="127" y="19"/>
                    <a:pt x="136" y="22"/>
                    <a:pt x="144" y="19"/>
                  </a:cubicBezTo>
                  <a:cubicBezTo>
                    <a:pt x="151" y="16"/>
                    <a:pt x="150" y="7"/>
                    <a:pt x="15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426">
              <a:extLst>
                <a:ext uri="{FF2B5EF4-FFF2-40B4-BE49-F238E27FC236}">
                  <a16:creationId xmlns:a16="http://schemas.microsoft.com/office/drawing/2014/main" id="{0CD26A18-52FB-42A2-916A-9597DFED3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995"/>
              <a:ext cx="65" cy="29"/>
            </a:xfrm>
            <a:custGeom>
              <a:avLst/>
              <a:gdLst>
                <a:gd name="T0" fmla="*/ 0 w 26"/>
                <a:gd name="T1" fmla="*/ 0 h 11"/>
                <a:gd name="T2" fmla="*/ 220 w 26"/>
                <a:gd name="T3" fmla="*/ 55 h 11"/>
                <a:gd name="T4" fmla="*/ 408 w 26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5" y="2"/>
                    <a:pt x="9" y="1"/>
                    <a:pt x="14" y="3"/>
                  </a:cubicBezTo>
                  <a:cubicBezTo>
                    <a:pt x="17" y="4"/>
                    <a:pt x="25" y="8"/>
                    <a:pt x="26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427">
              <a:extLst>
                <a:ext uri="{FF2B5EF4-FFF2-40B4-BE49-F238E27FC236}">
                  <a16:creationId xmlns:a16="http://schemas.microsoft.com/office/drawing/2014/main" id="{E0C16249-0E06-4E1E-AD7E-9D96926D0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3032"/>
              <a:ext cx="85" cy="27"/>
            </a:xfrm>
            <a:custGeom>
              <a:avLst/>
              <a:gdLst>
                <a:gd name="T0" fmla="*/ 0 w 34"/>
                <a:gd name="T1" fmla="*/ 59 h 10"/>
                <a:gd name="T2" fmla="*/ 425 w 34"/>
                <a:gd name="T3" fmla="*/ 81 h 10"/>
                <a:gd name="T4" fmla="*/ 533 w 34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0">
                  <a:moveTo>
                    <a:pt x="0" y="3"/>
                  </a:moveTo>
                  <a:cubicBezTo>
                    <a:pt x="7" y="1"/>
                    <a:pt x="20" y="0"/>
                    <a:pt x="27" y="4"/>
                  </a:cubicBezTo>
                  <a:cubicBezTo>
                    <a:pt x="29" y="5"/>
                    <a:pt x="32" y="10"/>
                    <a:pt x="34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428">
              <a:extLst>
                <a:ext uri="{FF2B5EF4-FFF2-40B4-BE49-F238E27FC236}">
                  <a16:creationId xmlns:a16="http://schemas.microsoft.com/office/drawing/2014/main" id="{3E163EF7-FBBD-4A62-B018-2FE79D44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891"/>
              <a:ext cx="27" cy="69"/>
            </a:xfrm>
            <a:custGeom>
              <a:avLst/>
              <a:gdLst>
                <a:gd name="T0" fmla="*/ 0 w 11"/>
                <a:gd name="T1" fmla="*/ 0 h 26"/>
                <a:gd name="T2" fmla="*/ 42 w 11"/>
                <a:gd name="T3" fmla="*/ 281 h 26"/>
                <a:gd name="T4" fmla="*/ 162 w 11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6">
                  <a:moveTo>
                    <a:pt x="0" y="0"/>
                  </a:moveTo>
                  <a:cubicBezTo>
                    <a:pt x="0" y="6"/>
                    <a:pt x="0" y="9"/>
                    <a:pt x="3" y="15"/>
                  </a:cubicBezTo>
                  <a:cubicBezTo>
                    <a:pt x="5" y="19"/>
                    <a:pt x="8" y="23"/>
                    <a:pt x="11" y="2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429">
              <a:extLst>
                <a:ext uri="{FF2B5EF4-FFF2-40B4-BE49-F238E27FC236}">
                  <a16:creationId xmlns:a16="http://schemas.microsoft.com/office/drawing/2014/main" id="{97CCA168-9D04-432A-AF07-FFCAAF4D6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947"/>
              <a:ext cx="140" cy="141"/>
            </a:xfrm>
            <a:custGeom>
              <a:avLst/>
              <a:gdLst>
                <a:gd name="T0" fmla="*/ 0 w 56"/>
                <a:gd name="T1" fmla="*/ 0 h 53"/>
                <a:gd name="T2" fmla="*/ 188 w 56"/>
                <a:gd name="T3" fmla="*/ 282 h 53"/>
                <a:gd name="T4" fmla="*/ 300 w 56"/>
                <a:gd name="T5" fmla="*/ 303 h 53"/>
                <a:gd name="T6" fmla="*/ 375 w 56"/>
                <a:gd name="T7" fmla="*/ 474 h 53"/>
                <a:gd name="T8" fmla="*/ 438 w 56"/>
                <a:gd name="T9" fmla="*/ 678 h 53"/>
                <a:gd name="T10" fmla="*/ 675 w 56"/>
                <a:gd name="T11" fmla="*/ 793 h 53"/>
                <a:gd name="T12" fmla="*/ 813 w 56"/>
                <a:gd name="T13" fmla="*/ 886 h 53"/>
                <a:gd name="T14" fmla="*/ 863 w 56"/>
                <a:gd name="T15" fmla="*/ 942 h 53"/>
                <a:gd name="T16" fmla="*/ 875 w 56"/>
                <a:gd name="T17" fmla="*/ 963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53">
                  <a:moveTo>
                    <a:pt x="0" y="0"/>
                  </a:moveTo>
                  <a:cubicBezTo>
                    <a:pt x="2" y="8"/>
                    <a:pt x="3" y="13"/>
                    <a:pt x="12" y="15"/>
                  </a:cubicBezTo>
                  <a:cubicBezTo>
                    <a:pt x="14" y="16"/>
                    <a:pt x="18" y="15"/>
                    <a:pt x="19" y="16"/>
                  </a:cubicBezTo>
                  <a:cubicBezTo>
                    <a:pt x="22" y="17"/>
                    <a:pt x="23" y="22"/>
                    <a:pt x="24" y="25"/>
                  </a:cubicBezTo>
                  <a:cubicBezTo>
                    <a:pt x="25" y="28"/>
                    <a:pt x="26" y="32"/>
                    <a:pt x="28" y="36"/>
                  </a:cubicBezTo>
                  <a:cubicBezTo>
                    <a:pt x="32" y="40"/>
                    <a:pt x="38" y="41"/>
                    <a:pt x="43" y="42"/>
                  </a:cubicBezTo>
                  <a:cubicBezTo>
                    <a:pt x="47" y="43"/>
                    <a:pt x="49" y="44"/>
                    <a:pt x="52" y="47"/>
                  </a:cubicBezTo>
                  <a:cubicBezTo>
                    <a:pt x="53" y="48"/>
                    <a:pt x="54" y="49"/>
                    <a:pt x="55" y="50"/>
                  </a:cubicBezTo>
                  <a:cubicBezTo>
                    <a:pt x="56" y="51"/>
                    <a:pt x="56" y="53"/>
                    <a:pt x="56" y="5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430">
              <a:extLst>
                <a:ext uri="{FF2B5EF4-FFF2-40B4-BE49-F238E27FC236}">
                  <a16:creationId xmlns:a16="http://schemas.microsoft.com/office/drawing/2014/main" id="{3552B165-4981-41A0-B85F-42178BDFE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3019"/>
              <a:ext cx="72" cy="45"/>
            </a:xfrm>
            <a:custGeom>
              <a:avLst/>
              <a:gdLst>
                <a:gd name="T0" fmla="*/ 0 w 29"/>
                <a:gd name="T1" fmla="*/ 0 h 17"/>
                <a:gd name="T2" fmla="*/ 216 w 29"/>
                <a:gd name="T3" fmla="*/ 294 h 17"/>
                <a:gd name="T4" fmla="*/ 444 w 29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0" y="0"/>
                  </a:moveTo>
                  <a:cubicBezTo>
                    <a:pt x="5" y="6"/>
                    <a:pt x="5" y="14"/>
                    <a:pt x="14" y="16"/>
                  </a:cubicBezTo>
                  <a:cubicBezTo>
                    <a:pt x="19" y="17"/>
                    <a:pt x="25" y="15"/>
                    <a:pt x="29" y="1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431">
              <a:extLst>
                <a:ext uri="{FF2B5EF4-FFF2-40B4-BE49-F238E27FC236}">
                  <a16:creationId xmlns:a16="http://schemas.microsoft.com/office/drawing/2014/main" id="{C1658C8A-33DF-491D-8339-5D75B4004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987"/>
              <a:ext cx="47" cy="58"/>
            </a:xfrm>
            <a:custGeom>
              <a:avLst/>
              <a:gdLst>
                <a:gd name="T0" fmla="*/ 0 w 19"/>
                <a:gd name="T1" fmla="*/ 0 h 22"/>
                <a:gd name="T2" fmla="*/ 153 w 19"/>
                <a:gd name="T3" fmla="*/ 277 h 22"/>
                <a:gd name="T4" fmla="*/ 287 w 19"/>
                <a:gd name="T5" fmla="*/ 40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1" y="7"/>
                    <a:pt x="5" y="10"/>
                    <a:pt x="10" y="15"/>
                  </a:cubicBezTo>
                  <a:cubicBezTo>
                    <a:pt x="12" y="17"/>
                    <a:pt x="16" y="21"/>
                    <a:pt x="19" y="2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432">
              <a:extLst>
                <a:ext uri="{FF2B5EF4-FFF2-40B4-BE49-F238E27FC236}">
                  <a16:creationId xmlns:a16="http://schemas.microsoft.com/office/drawing/2014/main" id="{1A7562F9-446F-414A-B3A1-537F2F6F7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3035"/>
              <a:ext cx="105" cy="21"/>
            </a:xfrm>
            <a:custGeom>
              <a:avLst/>
              <a:gdLst>
                <a:gd name="T0" fmla="*/ 0 w 42"/>
                <a:gd name="T1" fmla="*/ 144 h 8"/>
                <a:gd name="T2" fmla="*/ 375 w 42"/>
                <a:gd name="T3" fmla="*/ 0 h 8"/>
                <a:gd name="T4" fmla="*/ 645 w 42"/>
                <a:gd name="T5" fmla="*/ 55 h 8"/>
                <a:gd name="T6" fmla="*/ 645 w 42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8">
                  <a:moveTo>
                    <a:pt x="0" y="8"/>
                  </a:moveTo>
                  <a:cubicBezTo>
                    <a:pt x="9" y="7"/>
                    <a:pt x="16" y="0"/>
                    <a:pt x="24" y="0"/>
                  </a:cubicBezTo>
                  <a:cubicBezTo>
                    <a:pt x="30" y="1"/>
                    <a:pt x="36" y="2"/>
                    <a:pt x="41" y="3"/>
                  </a:cubicBezTo>
                  <a:cubicBezTo>
                    <a:pt x="42" y="3"/>
                    <a:pt x="42" y="3"/>
                    <a:pt x="41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433">
              <a:extLst>
                <a:ext uri="{FF2B5EF4-FFF2-40B4-BE49-F238E27FC236}">
                  <a16:creationId xmlns:a16="http://schemas.microsoft.com/office/drawing/2014/main" id="{B392B6E1-2485-4DDD-8914-7F5B75A7B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963"/>
              <a:ext cx="63" cy="74"/>
            </a:xfrm>
            <a:custGeom>
              <a:avLst/>
              <a:gdLst>
                <a:gd name="T0" fmla="*/ 0 w 25"/>
                <a:gd name="T1" fmla="*/ 518 h 28"/>
                <a:gd name="T2" fmla="*/ 159 w 25"/>
                <a:gd name="T3" fmla="*/ 426 h 28"/>
                <a:gd name="T4" fmla="*/ 242 w 25"/>
                <a:gd name="T5" fmla="*/ 238 h 28"/>
                <a:gd name="T6" fmla="*/ 401 w 25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8">
                  <a:moveTo>
                    <a:pt x="0" y="28"/>
                  </a:moveTo>
                  <a:cubicBezTo>
                    <a:pt x="3" y="26"/>
                    <a:pt x="8" y="27"/>
                    <a:pt x="10" y="23"/>
                  </a:cubicBezTo>
                  <a:cubicBezTo>
                    <a:pt x="13" y="21"/>
                    <a:pt x="13" y="17"/>
                    <a:pt x="15" y="13"/>
                  </a:cubicBezTo>
                  <a:cubicBezTo>
                    <a:pt x="17" y="11"/>
                    <a:pt x="24" y="3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434">
              <a:extLst>
                <a:ext uri="{FF2B5EF4-FFF2-40B4-BE49-F238E27FC236}">
                  <a16:creationId xmlns:a16="http://schemas.microsoft.com/office/drawing/2014/main" id="{0FA0DAB3-7EF8-4114-8E94-3D8DF1F26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005"/>
              <a:ext cx="88" cy="32"/>
            </a:xfrm>
            <a:custGeom>
              <a:avLst/>
              <a:gdLst>
                <a:gd name="T0" fmla="*/ 0 w 35"/>
                <a:gd name="T1" fmla="*/ 227 h 12"/>
                <a:gd name="T2" fmla="*/ 556 w 3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2">
                  <a:moveTo>
                    <a:pt x="0" y="12"/>
                  </a:moveTo>
                  <a:cubicBezTo>
                    <a:pt x="5" y="1"/>
                    <a:pt x="25" y="0"/>
                    <a:pt x="35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435">
              <a:extLst>
                <a:ext uri="{FF2B5EF4-FFF2-40B4-BE49-F238E27FC236}">
                  <a16:creationId xmlns:a16="http://schemas.microsoft.com/office/drawing/2014/main" id="{665AF90D-3D93-4413-B6F4-C9EFF72EE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3064"/>
              <a:ext cx="75" cy="19"/>
            </a:xfrm>
            <a:custGeom>
              <a:avLst/>
              <a:gdLst>
                <a:gd name="T0" fmla="*/ 0 w 30"/>
                <a:gd name="T1" fmla="*/ 60 h 7"/>
                <a:gd name="T2" fmla="*/ 300 w 30"/>
                <a:gd name="T3" fmla="*/ 117 h 7"/>
                <a:gd name="T4" fmla="*/ 470 w 30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">
                  <a:moveTo>
                    <a:pt x="0" y="3"/>
                  </a:moveTo>
                  <a:cubicBezTo>
                    <a:pt x="6" y="7"/>
                    <a:pt x="13" y="7"/>
                    <a:pt x="19" y="6"/>
                  </a:cubicBezTo>
                  <a:cubicBezTo>
                    <a:pt x="21" y="5"/>
                    <a:pt x="29" y="0"/>
                    <a:pt x="3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436">
              <a:extLst>
                <a:ext uri="{FF2B5EF4-FFF2-40B4-BE49-F238E27FC236}">
                  <a16:creationId xmlns:a16="http://schemas.microsoft.com/office/drawing/2014/main" id="{0802242C-8792-456F-AD7D-DAC0FE9DE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3072"/>
              <a:ext cx="117" cy="35"/>
            </a:xfrm>
            <a:custGeom>
              <a:avLst/>
              <a:gdLst>
                <a:gd name="T0" fmla="*/ 0 w 47"/>
                <a:gd name="T1" fmla="*/ 116 h 13"/>
                <a:gd name="T2" fmla="*/ 249 w 47"/>
                <a:gd name="T3" fmla="*/ 22 h 13"/>
                <a:gd name="T4" fmla="*/ 433 w 47"/>
                <a:gd name="T5" fmla="*/ 22 h 13"/>
                <a:gd name="T6" fmla="*/ 724 w 47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3">
                  <a:moveTo>
                    <a:pt x="0" y="6"/>
                  </a:moveTo>
                  <a:cubicBezTo>
                    <a:pt x="4" y="2"/>
                    <a:pt x="11" y="2"/>
                    <a:pt x="16" y="1"/>
                  </a:cubicBezTo>
                  <a:cubicBezTo>
                    <a:pt x="21" y="0"/>
                    <a:pt x="24" y="0"/>
                    <a:pt x="28" y="1"/>
                  </a:cubicBezTo>
                  <a:cubicBezTo>
                    <a:pt x="34" y="3"/>
                    <a:pt x="44" y="10"/>
                    <a:pt x="47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437">
              <a:extLst>
                <a:ext uri="{FF2B5EF4-FFF2-40B4-BE49-F238E27FC236}">
                  <a16:creationId xmlns:a16="http://schemas.microsoft.com/office/drawing/2014/main" id="{BAE32DD2-F6CC-45E7-8DAA-A028EF183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3077"/>
              <a:ext cx="88" cy="19"/>
            </a:xfrm>
            <a:custGeom>
              <a:avLst/>
              <a:gdLst>
                <a:gd name="T0" fmla="*/ 0 w 35"/>
                <a:gd name="T1" fmla="*/ 0 h 7"/>
                <a:gd name="T2" fmla="*/ 272 w 35"/>
                <a:gd name="T3" fmla="*/ 60 h 7"/>
                <a:gd name="T4" fmla="*/ 475 w 35"/>
                <a:gd name="T5" fmla="*/ 60 h 7"/>
                <a:gd name="T6" fmla="*/ 556 w 35"/>
                <a:gd name="T7" fmla="*/ 11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7">
                  <a:moveTo>
                    <a:pt x="0" y="0"/>
                  </a:moveTo>
                  <a:cubicBezTo>
                    <a:pt x="3" y="7"/>
                    <a:pt x="11" y="4"/>
                    <a:pt x="17" y="3"/>
                  </a:cubicBezTo>
                  <a:cubicBezTo>
                    <a:pt x="22" y="2"/>
                    <a:pt x="26" y="2"/>
                    <a:pt x="30" y="3"/>
                  </a:cubicBezTo>
                  <a:cubicBezTo>
                    <a:pt x="32" y="4"/>
                    <a:pt x="33" y="5"/>
                    <a:pt x="35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438">
              <a:extLst>
                <a:ext uri="{FF2B5EF4-FFF2-40B4-BE49-F238E27FC236}">
                  <a16:creationId xmlns:a16="http://schemas.microsoft.com/office/drawing/2014/main" id="{B46256EB-E4FB-4BF1-BEA9-9828FDA35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3037"/>
              <a:ext cx="67" cy="46"/>
            </a:xfrm>
            <a:custGeom>
              <a:avLst/>
              <a:gdLst>
                <a:gd name="T0" fmla="*/ 0 w 27"/>
                <a:gd name="T1" fmla="*/ 336 h 17"/>
                <a:gd name="T2" fmla="*/ 92 w 27"/>
                <a:gd name="T3" fmla="*/ 279 h 17"/>
                <a:gd name="T4" fmla="*/ 258 w 27"/>
                <a:gd name="T5" fmla="*/ 219 h 17"/>
                <a:gd name="T6" fmla="*/ 412 w 2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7">
                  <a:moveTo>
                    <a:pt x="0" y="17"/>
                  </a:moveTo>
                  <a:cubicBezTo>
                    <a:pt x="2" y="17"/>
                    <a:pt x="4" y="15"/>
                    <a:pt x="6" y="14"/>
                  </a:cubicBezTo>
                  <a:cubicBezTo>
                    <a:pt x="10" y="13"/>
                    <a:pt x="14" y="13"/>
                    <a:pt x="17" y="11"/>
                  </a:cubicBezTo>
                  <a:cubicBezTo>
                    <a:pt x="23" y="9"/>
                    <a:pt x="23" y="2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439">
              <a:extLst>
                <a:ext uri="{FF2B5EF4-FFF2-40B4-BE49-F238E27FC236}">
                  <a16:creationId xmlns:a16="http://schemas.microsoft.com/office/drawing/2014/main" id="{29CC2DAD-D0E3-4D5D-B6BF-1B3DA6B26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365"/>
              <a:ext cx="193" cy="86"/>
            </a:xfrm>
            <a:custGeom>
              <a:avLst/>
              <a:gdLst>
                <a:gd name="T0" fmla="*/ 0 w 77"/>
                <a:gd name="T1" fmla="*/ 0 h 32"/>
                <a:gd name="T2" fmla="*/ 491 w 77"/>
                <a:gd name="T3" fmla="*/ 35 h 32"/>
                <a:gd name="T4" fmla="*/ 679 w 77"/>
                <a:gd name="T5" fmla="*/ 175 h 32"/>
                <a:gd name="T6" fmla="*/ 867 w 77"/>
                <a:gd name="T7" fmla="*/ 218 h 32"/>
                <a:gd name="T8" fmla="*/ 1130 w 77"/>
                <a:gd name="T9" fmla="*/ 427 h 32"/>
                <a:gd name="T10" fmla="*/ 1213 w 77"/>
                <a:gd name="T11" fmla="*/ 527 h 32"/>
                <a:gd name="T12" fmla="*/ 1213 w 77"/>
                <a:gd name="T13" fmla="*/ 6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32">
                  <a:moveTo>
                    <a:pt x="0" y="0"/>
                  </a:moveTo>
                  <a:cubicBezTo>
                    <a:pt x="9" y="6"/>
                    <a:pt x="21" y="0"/>
                    <a:pt x="31" y="2"/>
                  </a:cubicBezTo>
                  <a:cubicBezTo>
                    <a:pt x="36" y="3"/>
                    <a:pt x="39" y="7"/>
                    <a:pt x="43" y="9"/>
                  </a:cubicBezTo>
                  <a:cubicBezTo>
                    <a:pt x="47" y="11"/>
                    <a:pt x="50" y="11"/>
                    <a:pt x="55" y="11"/>
                  </a:cubicBezTo>
                  <a:cubicBezTo>
                    <a:pt x="63" y="10"/>
                    <a:pt x="68" y="16"/>
                    <a:pt x="72" y="22"/>
                  </a:cubicBezTo>
                  <a:cubicBezTo>
                    <a:pt x="74" y="24"/>
                    <a:pt x="76" y="26"/>
                    <a:pt x="77" y="27"/>
                  </a:cubicBezTo>
                  <a:cubicBezTo>
                    <a:pt x="77" y="29"/>
                    <a:pt x="77" y="32"/>
                    <a:pt x="77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440">
              <a:extLst>
                <a:ext uri="{FF2B5EF4-FFF2-40B4-BE49-F238E27FC236}">
                  <a16:creationId xmlns:a16="http://schemas.microsoft.com/office/drawing/2014/main" id="{7E8BB6FD-6CB0-49E8-8B40-75DFC99EB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373"/>
              <a:ext cx="72" cy="19"/>
            </a:xfrm>
            <a:custGeom>
              <a:avLst/>
              <a:gdLst>
                <a:gd name="T0" fmla="*/ 0 w 29"/>
                <a:gd name="T1" fmla="*/ 60 h 7"/>
                <a:gd name="T2" fmla="*/ 278 w 29"/>
                <a:gd name="T3" fmla="*/ 103 h 7"/>
                <a:gd name="T4" fmla="*/ 444 w 2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">
                  <a:moveTo>
                    <a:pt x="0" y="3"/>
                  </a:moveTo>
                  <a:cubicBezTo>
                    <a:pt x="6" y="6"/>
                    <a:pt x="11" y="7"/>
                    <a:pt x="18" y="5"/>
                  </a:cubicBezTo>
                  <a:cubicBezTo>
                    <a:pt x="22" y="3"/>
                    <a:pt x="25" y="1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441">
              <a:extLst>
                <a:ext uri="{FF2B5EF4-FFF2-40B4-BE49-F238E27FC236}">
                  <a16:creationId xmlns:a16="http://schemas.microsoft.com/office/drawing/2014/main" id="{C15DE461-E7B3-42A0-83A1-A098DE0D6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344"/>
              <a:ext cx="45" cy="27"/>
            </a:xfrm>
            <a:custGeom>
              <a:avLst/>
              <a:gdLst>
                <a:gd name="T0" fmla="*/ 0 w 18"/>
                <a:gd name="T1" fmla="*/ 0 h 10"/>
                <a:gd name="T2" fmla="*/ 175 w 18"/>
                <a:gd name="T3" fmla="*/ 81 h 10"/>
                <a:gd name="T4" fmla="*/ 283 w 18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0"/>
                  </a:moveTo>
                  <a:cubicBezTo>
                    <a:pt x="4" y="1"/>
                    <a:pt x="8" y="2"/>
                    <a:pt x="11" y="4"/>
                  </a:cubicBezTo>
                  <a:cubicBezTo>
                    <a:pt x="13" y="6"/>
                    <a:pt x="15" y="9"/>
                    <a:pt x="18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442">
              <a:extLst>
                <a:ext uri="{FF2B5EF4-FFF2-40B4-BE49-F238E27FC236}">
                  <a16:creationId xmlns:a16="http://schemas.microsoft.com/office/drawing/2014/main" id="{496681FF-8A62-43A7-8FF4-31B0F9A4B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355"/>
              <a:ext cx="75" cy="42"/>
            </a:xfrm>
            <a:custGeom>
              <a:avLst/>
              <a:gdLst>
                <a:gd name="T0" fmla="*/ 0 w 30"/>
                <a:gd name="T1" fmla="*/ 89 h 16"/>
                <a:gd name="T2" fmla="*/ 333 w 30"/>
                <a:gd name="T3" fmla="*/ 89 h 16"/>
                <a:gd name="T4" fmla="*/ 458 w 30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0" y="5"/>
                  </a:moveTo>
                  <a:cubicBezTo>
                    <a:pt x="7" y="4"/>
                    <a:pt x="15" y="0"/>
                    <a:pt x="21" y="5"/>
                  </a:cubicBezTo>
                  <a:cubicBezTo>
                    <a:pt x="23" y="7"/>
                    <a:pt x="30" y="13"/>
                    <a:pt x="29" y="1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443">
              <a:extLst>
                <a:ext uri="{FF2B5EF4-FFF2-40B4-BE49-F238E27FC236}">
                  <a16:creationId xmlns:a16="http://schemas.microsoft.com/office/drawing/2014/main" id="{89CBDE65-4132-4AFD-953A-747B3C56E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384"/>
              <a:ext cx="183" cy="168"/>
            </a:xfrm>
            <a:custGeom>
              <a:avLst/>
              <a:gdLst>
                <a:gd name="T0" fmla="*/ 0 w 73"/>
                <a:gd name="T1" fmla="*/ 0 h 63"/>
                <a:gd name="T2" fmla="*/ 175 w 73"/>
                <a:gd name="T3" fmla="*/ 77 h 63"/>
                <a:gd name="T4" fmla="*/ 346 w 73"/>
                <a:gd name="T5" fmla="*/ 248 h 63"/>
                <a:gd name="T6" fmla="*/ 504 w 73"/>
                <a:gd name="T7" fmla="*/ 320 h 63"/>
                <a:gd name="T8" fmla="*/ 534 w 73"/>
                <a:gd name="T9" fmla="*/ 435 h 63"/>
                <a:gd name="T10" fmla="*/ 617 w 73"/>
                <a:gd name="T11" fmla="*/ 533 h 63"/>
                <a:gd name="T12" fmla="*/ 772 w 73"/>
                <a:gd name="T13" fmla="*/ 661 h 63"/>
                <a:gd name="T14" fmla="*/ 835 w 73"/>
                <a:gd name="T15" fmla="*/ 909 h 63"/>
                <a:gd name="T16" fmla="*/ 1151 w 73"/>
                <a:gd name="T17" fmla="*/ 1195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63">
                  <a:moveTo>
                    <a:pt x="0" y="0"/>
                  </a:moveTo>
                  <a:cubicBezTo>
                    <a:pt x="3" y="2"/>
                    <a:pt x="7" y="2"/>
                    <a:pt x="11" y="4"/>
                  </a:cubicBezTo>
                  <a:cubicBezTo>
                    <a:pt x="15" y="8"/>
                    <a:pt x="17" y="12"/>
                    <a:pt x="22" y="13"/>
                  </a:cubicBezTo>
                  <a:cubicBezTo>
                    <a:pt x="26" y="14"/>
                    <a:pt x="30" y="13"/>
                    <a:pt x="32" y="17"/>
                  </a:cubicBezTo>
                  <a:cubicBezTo>
                    <a:pt x="33" y="18"/>
                    <a:pt x="33" y="21"/>
                    <a:pt x="34" y="23"/>
                  </a:cubicBezTo>
                  <a:cubicBezTo>
                    <a:pt x="35" y="25"/>
                    <a:pt x="37" y="27"/>
                    <a:pt x="39" y="28"/>
                  </a:cubicBezTo>
                  <a:cubicBezTo>
                    <a:pt x="42" y="31"/>
                    <a:pt x="47" y="32"/>
                    <a:pt x="49" y="35"/>
                  </a:cubicBezTo>
                  <a:cubicBezTo>
                    <a:pt x="53" y="38"/>
                    <a:pt x="51" y="44"/>
                    <a:pt x="53" y="48"/>
                  </a:cubicBezTo>
                  <a:cubicBezTo>
                    <a:pt x="56" y="59"/>
                    <a:pt x="65" y="58"/>
                    <a:pt x="73" y="6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444">
              <a:extLst>
                <a:ext uri="{FF2B5EF4-FFF2-40B4-BE49-F238E27FC236}">
                  <a16:creationId xmlns:a16="http://schemas.microsoft.com/office/drawing/2014/main" id="{A96A843D-26C4-4179-ADE7-18A4A81D8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416"/>
              <a:ext cx="87" cy="109"/>
            </a:xfrm>
            <a:custGeom>
              <a:avLst/>
              <a:gdLst>
                <a:gd name="T0" fmla="*/ 0 w 35"/>
                <a:gd name="T1" fmla="*/ 0 h 41"/>
                <a:gd name="T2" fmla="*/ 167 w 35"/>
                <a:gd name="T3" fmla="*/ 247 h 41"/>
                <a:gd name="T4" fmla="*/ 308 w 35"/>
                <a:gd name="T5" fmla="*/ 375 h 41"/>
                <a:gd name="T6" fmla="*/ 537 w 35"/>
                <a:gd name="T7" fmla="*/ 77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1">
                  <a:moveTo>
                    <a:pt x="0" y="0"/>
                  </a:moveTo>
                  <a:cubicBezTo>
                    <a:pt x="0" y="6"/>
                    <a:pt x="6" y="11"/>
                    <a:pt x="11" y="13"/>
                  </a:cubicBezTo>
                  <a:cubicBezTo>
                    <a:pt x="16" y="14"/>
                    <a:pt x="18" y="15"/>
                    <a:pt x="20" y="20"/>
                  </a:cubicBezTo>
                  <a:cubicBezTo>
                    <a:pt x="23" y="29"/>
                    <a:pt x="31" y="33"/>
                    <a:pt x="35" y="4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445">
              <a:extLst>
                <a:ext uri="{FF2B5EF4-FFF2-40B4-BE49-F238E27FC236}">
                  <a16:creationId xmlns:a16="http://schemas.microsoft.com/office/drawing/2014/main" id="{AACB44E2-F891-4534-AF49-E6256A02D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2536"/>
              <a:ext cx="35" cy="256"/>
            </a:xfrm>
            <a:custGeom>
              <a:avLst/>
              <a:gdLst>
                <a:gd name="T0" fmla="*/ 0 w 14"/>
                <a:gd name="T1" fmla="*/ 0 h 96"/>
                <a:gd name="T2" fmla="*/ 125 w 14"/>
                <a:gd name="T3" fmla="*/ 456 h 96"/>
                <a:gd name="T4" fmla="*/ 50 w 14"/>
                <a:gd name="T5" fmla="*/ 819 h 96"/>
                <a:gd name="T6" fmla="*/ 188 w 14"/>
                <a:gd name="T7" fmla="*/ 1080 h 96"/>
                <a:gd name="T8" fmla="*/ 50 w 14"/>
                <a:gd name="T9" fmla="*/ 1592 h 96"/>
                <a:gd name="T10" fmla="*/ 20 w 14"/>
                <a:gd name="T11" fmla="*/ 1821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96">
                  <a:moveTo>
                    <a:pt x="0" y="0"/>
                  </a:moveTo>
                  <a:cubicBezTo>
                    <a:pt x="0" y="9"/>
                    <a:pt x="10" y="14"/>
                    <a:pt x="8" y="24"/>
                  </a:cubicBezTo>
                  <a:cubicBezTo>
                    <a:pt x="7" y="30"/>
                    <a:pt x="2" y="36"/>
                    <a:pt x="3" y="43"/>
                  </a:cubicBezTo>
                  <a:cubicBezTo>
                    <a:pt x="5" y="48"/>
                    <a:pt x="10" y="52"/>
                    <a:pt x="12" y="57"/>
                  </a:cubicBezTo>
                  <a:cubicBezTo>
                    <a:pt x="14" y="68"/>
                    <a:pt x="2" y="74"/>
                    <a:pt x="3" y="84"/>
                  </a:cubicBezTo>
                  <a:cubicBezTo>
                    <a:pt x="4" y="90"/>
                    <a:pt x="5" y="92"/>
                    <a:pt x="1" y="9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446">
              <a:extLst>
                <a:ext uri="{FF2B5EF4-FFF2-40B4-BE49-F238E27FC236}">
                  <a16:creationId xmlns:a16="http://schemas.microsoft.com/office/drawing/2014/main" id="{710FA917-E004-4BAB-B638-F0580388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589"/>
              <a:ext cx="15" cy="88"/>
            </a:xfrm>
            <a:custGeom>
              <a:avLst/>
              <a:gdLst>
                <a:gd name="T0" fmla="*/ 0 w 6"/>
                <a:gd name="T1" fmla="*/ 0 h 33"/>
                <a:gd name="T2" fmla="*/ 63 w 6"/>
                <a:gd name="T3" fmla="*/ 136 h 33"/>
                <a:gd name="T4" fmla="*/ 63 w 6"/>
                <a:gd name="T5" fmla="*/ 341 h 33"/>
                <a:gd name="T6" fmla="*/ 20 w 6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3">
                  <a:moveTo>
                    <a:pt x="0" y="0"/>
                  </a:moveTo>
                  <a:cubicBezTo>
                    <a:pt x="1" y="3"/>
                    <a:pt x="3" y="4"/>
                    <a:pt x="4" y="7"/>
                  </a:cubicBezTo>
                  <a:cubicBezTo>
                    <a:pt x="6" y="11"/>
                    <a:pt x="5" y="13"/>
                    <a:pt x="4" y="18"/>
                  </a:cubicBezTo>
                  <a:cubicBezTo>
                    <a:pt x="3" y="22"/>
                    <a:pt x="4" y="30"/>
                    <a:pt x="1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447">
              <a:extLst>
                <a:ext uri="{FF2B5EF4-FFF2-40B4-BE49-F238E27FC236}">
                  <a16:creationId xmlns:a16="http://schemas.microsoft.com/office/drawing/2014/main" id="{3A8E6D49-CA70-4B1F-8BA6-948E2CE6A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640"/>
              <a:ext cx="27" cy="211"/>
            </a:xfrm>
            <a:custGeom>
              <a:avLst/>
              <a:gdLst>
                <a:gd name="T0" fmla="*/ 0 w 11"/>
                <a:gd name="T1" fmla="*/ 0 h 79"/>
                <a:gd name="T2" fmla="*/ 120 w 11"/>
                <a:gd name="T3" fmla="*/ 422 h 79"/>
                <a:gd name="T4" fmla="*/ 71 w 11"/>
                <a:gd name="T5" fmla="*/ 857 h 79"/>
                <a:gd name="T6" fmla="*/ 162 w 11"/>
                <a:gd name="T7" fmla="*/ 1050 h 79"/>
                <a:gd name="T8" fmla="*/ 120 w 11"/>
                <a:gd name="T9" fmla="*/ 1242 h 79"/>
                <a:gd name="T10" fmla="*/ 120 w 11"/>
                <a:gd name="T11" fmla="*/ 1506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79">
                  <a:moveTo>
                    <a:pt x="0" y="0"/>
                  </a:moveTo>
                  <a:cubicBezTo>
                    <a:pt x="4" y="7"/>
                    <a:pt x="10" y="14"/>
                    <a:pt x="8" y="22"/>
                  </a:cubicBezTo>
                  <a:cubicBezTo>
                    <a:pt x="7" y="29"/>
                    <a:pt x="1" y="38"/>
                    <a:pt x="5" y="45"/>
                  </a:cubicBezTo>
                  <a:cubicBezTo>
                    <a:pt x="7" y="49"/>
                    <a:pt x="10" y="50"/>
                    <a:pt x="11" y="55"/>
                  </a:cubicBezTo>
                  <a:cubicBezTo>
                    <a:pt x="11" y="59"/>
                    <a:pt x="9" y="62"/>
                    <a:pt x="8" y="65"/>
                  </a:cubicBezTo>
                  <a:cubicBezTo>
                    <a:pt x="7" y="69"/>
                    <a:pt x="5" y="76"/>
                    <a:pt x="8" y="7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448">
              <a:extLst>
                <a:ext uri="{FF2B5EF4-FFF2-40B4-BE49-F238E27FC236}">
                  <a16:creationId xmlns:a16="http://schemas.microsoft.com/office/drawing/2014/main" id="{8D67BC0D-B5A5-4175-9AE6-5FC8E7F88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749"/>
              <a:ext cx="20" cy="112"/>
            </a:xfrm>
            <a:custGeom>
              <a:avLst/>
              <a:gdLst>
                <a:gd name="T0" fmla="*/ 83 w 8"/>
                <a:gd name="T1" fmla="*/ 0 h 42"/>
                <a:gd name="T2" fmla="*/ 20 w 8"/>
                <a:gd name="T3" fmla="*/ 248 h 42"/>
                <a:gd name="T4" fmla="*/ 50 w 8"/>
                <a:gd name="T5" fmla="*/ 512 h 42"/>
                <a:gd name="T6" fmla="*/ 125 w 8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2">
                  <a:moveTo>
                    <a:pt x="5" y="0"/>
                  </a:moveTo>
                  <a:cubicBezTo>
                    <a:pt x="6" y="5"/>
                    <a:pt x="3" y="8"/>
                    <a:pt x="1" y="13"/>
                  </a:cubicBezTo>
                  <a:cubicBezTo>
                    <a:pt x="0" y="18"/>
                    <a:pt x="1" y="22"/>
                    <a:pt x="3" y="27"/>
                  </a:cubicBezTo>
                  <a:cubicBezTo>
                    <a:pt x="5" y="31"/>
                    <a:pt x="8" y="38"/>
                    <a:pt x="8" y="4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449">
              <a:extLst>
                <a:ext uri="{FF2B5EF4-FFF2-40B4-BE49-F238E27FC236}">
                  <a16:creationId xmlns:a16="http://schemas.microsoft.com/office/drawing/2014/main" id="{1119A6C8-D7DE-444B-8C74-EB8538A4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501"/>
              <a:ext cx="63" cy="94"/>
            </a:xfrm>
            <a:custGeom>
              <a:avLst/>
              <a:gdLst>
                <a:gd name="T0" fmla="*/ 63 w 25"/>
                <a:gd name="T1" fmla="*/ 0 h 35"/>
                <a:gd name="T2" fmla="*/ 242 w 25"/>
                <a:gd name="T3" fmla="*/ 462 h 35"/>
                <a:gd name="T4" fmla="*/ 401 w 25"/>
                <a:gd name="T5" fmla="*/ 677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5">
                  <a:moveTo>
                    <a:pt x="4" y="0"/>
                  </a:moveTo>
                  <a:cubicBezTo>
                    <a:pt x="0" y="10"/>
                    <a:pt x="8" y="19"/>
                    <a:pt x="15" y="24"/>
                  </a:cubicBezTo>
                  <a:cubicBezTo>
                    <a:pt x="20" y="28"/>
                    <a:pt x="23" y="29"/>
                    <a:pt x="25" y="3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450">
              <a:extLst>
                <a:ext uri="{FF2B5EF4-FFF2-40B4-BE49-F238E27FC236}">
                  <a16:creationId xmlns:a16="http://schemas.microsoft.com/office/drawing/2014/main" id="{ED1CE4F6-9341-4944-BFB6-3408E5667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560"/>
              <a:ext cx="22" cy="91"/>
            </a:xfrm>
            <a:custGeom>
              <a:avLst/>
              <a:gdLst>
                <a:gd name="T0" fmla="*/ 0 w 9"/>
                <a:gd name="T1" fmla="*/ 0 h 34"/>
                <a:gd name="T2" fmla="*/ 12 w 9"/>
                <a:gd name="T3" fmla="*/ 209 h 34"/>
                <a:gd name="T4" fmla="*/ 71 w 9"/>
                <a:gd name="T5" fmla="*/ 401 h 34"/>
                <a:gd name="T6" fmla="*/ 132 w 9"/>
                <a:gd name="T7" fmla="*/ 65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4">
                  <a:moveTo>
                    <a:pt x="0" y="0"/>
                  </a:moveTo>
                  <a:cubicBezTo>
                    <a:pt x="1" y="4"/>
                    <a:pt x="0" y="8"/>
                    <a:pt x="1" y="11"/>
                  </a:cubicBezTo>
                  <a:cubicBezTo>
                    <a:pt x="1" y="15"/>
                    <a:pt x="3" y="18"/>
                    <a:pt x="5" y="21"/>
                  </a:cubicBezTo>
                  <a:cubicBezTo>
                    <a:pt x="7" y="26"/>
                    <a:pt x="8" y="31"/>
                    <a:pt x="9" y="3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451">
              <a:extLst>
                <a:ext uri="{FF2B5EF4-FFF2-40B4-BE49-F238E27FC236}">
                  <a16:creationId xmlns:a16="http://schemas.microsoft.com/office/drawing/2014/main" id="{B0BCCA3C-B1FC-4CCC-A239-86CDF8051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552"/>
              <a:ext cx="33" cy="99"/>
            </a:xfrm>
            <a:custGeom>
              <a:avLst/>
              <a:gdLst>
                <a:gd name="T0" fmla="*/ 20 w 13"/>
                <a:gd name="T1" fmla="*/ 0 h 37"/>
                <a:gd name="T2" fmla="*/ 33 w 13"/>
                <a:gd name="T3" fmla="*/ 209 h 37"/>
                <a:gd name="T4" fmla="*/ 20 w 13"/>
                <a:gd name="T5" fmla="*/ 385 h 37"/>
                <a:gd name="T6" fmla="*/ 213 w 13"/>
                <a:gd name="T7" fmla="*/ 70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" y="0"/>
                  </a:moveTo>
                  <a:cubicBezTo>
                    <a:pt x="1" y="4"/>
                    <a:pt x="3" y="7"/>
                    <a:pt x="2" y="11"/>
                  </a:cubicBezTo>
                  <a:cubicBezTo>
                    <a:pt x="2" y="14"/>
                    <a:pt x="0" y="17"/>
                    <a:pt x="1" y="20"/>
                  </a:cubicBezTo>
                  <a:cubicBezTo>
                    <a:pt x="3" y="25"/>
                    <a:pt x="10" y="33"/>
                    <a:pt x="13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452">
              <a:extLst>
                <a:ext uri="{FF2B5EF4-FFF2-40B4-BE49-F238E27FC236}">
                  <a16:creationId xmlns:a16="http://schemas.microsoft.com/office/drawing/2014/main" id="{C715B7DF-6FB6-4996-A079-87FDB48D9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651"/>
              <a:ext cx="25" cy="88"/>
            </a:xfrm>
            <a:custGeom>
              <a:avLst/>
              <a:gdLst>
                <a:gd name="T0" fmla="*/ 95 w 10"/>
                <a:gd name="T1" fmla="*/ 0 h 33"/>
                <a:gd name="T2" fmla="*/ 33 w 10"/>
                <a:gd name="T3" fmla="*/ 341 h 33"/>
                <a:gd name="T4" fmla="*/ 145 w 10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3">
                  <a:moveTo>
                    <a:pt x="6" y="0"/>
                  </a:moveTo>
                  <a:cubicBezTo>
                    <a:pt x="3" y="4"/>
                    <a:pt x="0" y="13"/>
                    <a:pt x="2" y="18"/>
                  </a:cubicBezTo>
                  <a:cubicBezTo>
                    <a:pt x="2" y="20"/>
                    <a:pt x="10" y="32"/>
                    <a:pt x="9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453">
              <a:extLst>
                <a:ext uri="{FF2B5EF4-FFF2-40B4-BE49-F238E27FC236}">
                  <a16:creationId xmlns:a16="http://schemas.microsoft.com/office/drawing/2014/main" id="{C802295B-319E-4119-8E8B-E2F89F14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451"/>
              <a:ext cx="42" cy="50"/>
            </a:xfrm>
            <a:custGeom>
              <a:avLst/>
              <a:gdLst>
                <a:gd name="T0" fmla="*/ 0 w 17"/>
                <a:gd name="T1" fmla="*/ 0 h 19"/>
                <a:gd name="T2" fmla="*/ 91 w 17"/>
                <a:gd name="T3" fmla="*/ 271 h 19"/>
                <a:gd name="T4" fmla="*/ 257 w 17"/>
                <a:gd name="T5" fmla="*/ 32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1" y="4"/>
                    <a:pt x="3" y="12"/>
                    <a:pt x="6" y="15"/>
                  </a:cubicBezTo>
                  <a:cubicBezTo>
                    <a:pt x="8" y="16"/>
                    <a:pt x="15" y="19"/>
                    <a:pt x="17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454">
              <a:extLst>
                <a:ext uri="{FF2B5EF4-FFF2-40B4-BE49-F238E27FC236}">
                  <a16:creationId xmlns:a16="http://schemas.microsoft.com/office/drawing/2014/main" id="{D3A3CC42-D68F-4338-80C7-30CBA5E92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373"/>
              <a:ext cx="60" cy="35"/>
            </a:xfrm>
            <a:custGeom>
              <a:avLst/>
              <a:gdLst>
                <a:gd name="T0" fmla="*/ 0 w 24"/>
                <a:gd name="T1" fmla="*/ 0 h 13"/>
                <a:gd name="T2" fmla="*/ 375 w 24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0" y="0"/>
                  </a:moveTo>
                  <a:cubicBezTo>
                    <a:pt x="4" y="13"/>
                    <a:pt x="15" y="7"/>
                    <a:pt x="24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455">
              <a:extLst>
                <a:ext uri="{FF2B5EF4-FFF2-40B4-BE49-F238E27FC236}">
                  <a16:creationId xmlns:a16="http://schemas.microsoft.com/office/drawing/2014/main" id="{27791468-AEAD-4E33-B56D-665BDE0BE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840"/>
              <a:ext cx="133" cy="168"/>
            </a:xfrm>
            <a:custGeom>
              <a:avLst/>
              <a:gdLst>
                <a:gd name="T0" fmla="*/ 0 w 53"/>
                <a:gd name="T1" fmla="*/ 1195 h 63"/>
                <a:gd name="T2" fmla="*/ 271 w 53"/>
                <a:gd name="T3" fmla="*/ 888 h 63"/>
                <a:gd name="T4" fmla="*/ 617 w 53"/>
                <a:gd name="T5" fmla="*/ 568 h 63"/>
                <a:gd name="T6" fmla="*/ 725 w 53"/>
                <a:gd name="T7" fmla="*/ 149 h 63"/>
                <a:gd name="T8" fmla="*/ 775 w 53"/>
                <a:gd name="T9" fmla="*/ 35 h 63"/>
                <a:gd name="T10" fmla="*/ 838 w 53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3">
                  <a:moveTo>
                    <a:pt x="0" y="63"/>
                  </a:moveTo>
                  <a:cubicBezTo>
                    <a:pt x="9" y="62"/>
                    <a:pt x="16" y="55"/>
                    <a:pt x="17" y="47"/>
                  </a:cubicBezTo>
                  <a:cubicBezTo>
                    <a:pt x="20" y="34"/>
                    <a:pt x="30" y="36"/>
                    <a:pt x="39" y="30"/>
                  </a:cubicBezTo>
                  <a:cubicBezTo>
                    <a:pt x="44" y="26"/>
                    <a:pt x="44" y="15"/>
                    <a:pt x="46" y="8"/>
                  </a:cubicBezTo>
                  <a:cubicBezTo>
                    <a:pt x="47" y="6"/>
                    <a:pt x="47" y="4"/>
                    <a:pt x="49" y="2"/>
                  </a:cubicBezTo>
                  <a:cubicBezTo>
                    <a:pt x="50" y="1"/>
                    <a:pt x="52" y="2"/>
                    <a:pt x="5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456">
              <a:extLst>
                <a:ext uri="{FF2B5EF4-FFF2-40B4-BE49-F238E27FC236}">
                  <a16:creationId xmlns:a16="http://schemas.microsoft.com/office/drawing/2014/main" id="{270D1FCD-0361-494C-A8F1-D1A02C857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792"/>
              <a:ext cx="28" cy="75"/>
            </a:xfrm>
            <a:custGeom>
              <a:avLst/>
              <a:gdLst>
                <a:gd name="T0" fmla="*/ 181 w 11"/>
                <a:gd name="T1" fmla="*/ 0 h 28"/>
                <a:gd name="T2" fmla="*/ 150 w 11"/>
                <a:gd name="T3" fmla="*/ 5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0" y="3"/>
                    <a:pt x="8" y="20"/>
                    <a:pt x="9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457">
              <a:extLst>
                <a:ext uri="{FF2B5EF4-FFF2-40B4-BE49-F238E27FC236}">
                  <a16:creationId xmlns:a16="http://schemas.microsoft.com/office/drawing/2014/main" id="{927769E7-A85A-4996-A4E8-C44B6F32F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859"/>
              <a:ext cx="50" cy="74"/>
            </a:xfrm>
            <a:custGeom>
              <a:avLst/>
              <a:gdLst>
                <a:gd name="T0" fmla="*/ 313 w 20"/>
                <a:gd name="T1" fmla="*/ 0 h 28"/>
                <a:gd name="T2" fmla="*/ 83 w 20"/>
                <a:gd name="T3" fmla="*/ 280 h 28"/>
                <a:gd name="T4" fmla="*/ 0 w 20"/>
                <a:gd name="T5" fmla="*/ 51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20" y="0"/>
                  </a:moveTo>
                  <a:cubicBezTo>
                    <a:pt x="13" y="1"/>
                    <a:pt x="7" y="9"/>
                    <a:pt x="5" y="15"/>
                  </a:cubicBezTo>
                  <a:cubicBezTo>
                    <a:pt x="4" y="19"/>
                    <a:pt x="4" y="27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458">
              <a:extLst>
                <a:ext uri="{FF2B5EF4-FFF2-40B4-BE49-F238E27FC236}">
                  <a16:creationId xmlns:a16="http://schemas.microsoft.com/office/drawing/2014/main" id="{29D7E3A6-F64D-4FE2-9606-6936899DD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925"/>
              <a:ext cx="58" cy="62"/>
            </a:xfrm>
            <a:custGeom>
              <a:avLst/>
              <a:gdLst>
                <a:gd name="T0" fmla="*/ 0 w 23"/>
                <a:gd name="T1" fmla="*/ 450 h 23"/>
                <a:gd name="T2" fmla="*/ 272 w 23"/>
                <a:gd name="T3" fmla="*/ 275 h 23"/>
                <a:gd name="T4" fmla="*/ 368 w 2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0" y="23"/>
                  </a:moveTo>
                  <a:cubicBezTo>
                    <a:pt x="8" y="23"/>
                    <a:pt x="13" y="21"/>
                    <a:pt x="17" y="14"/>
                  </a:cubicBezTo>
                  <a:cubicBezTo>
                    <a:pt x="19" y="9"/>
                    <a:pt x="20" y="4"/>
                    <a:pt x="2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459">
              <a:extLst>
                <a:ext uri="{FF2B5EF4-FFF2-40B4-BE49-F238E27FC236}">
                  <a16:creationId xmlns:a16="http://schemas.microsoft.com/office/drawing/2014/main" id="{4FFD48A2-5202-41FE-987E-D43ABA75B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944"/>
              <a:ext cx="47" cy="43"/>
            </a:xfrm>
            <a:custGeom>
              <a:avLst/>
              <a:gdLst>
                <a:gd name="T0" fmla="*/ 0 w 19"/>
                <a:gd name="T1" fmla="*/ 290 h 16"/>
                <a:gd name="T2" fmla="*/ 0 w 19"/>
                <a:gd name="T3" fmla="*/ 312 h 16"/>
                <a:gd name="T4" fmla="*/ 104 w 19"/>
                <a:gd name="T5" fmla="*/ 35 h 16"/>
                <a:gd name="T6" fmla="*/ 287 w 19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6">
                  <a:moveTo>
                    <a:pt x="0" y="15"/>
                  </a:moveTo>
                  <a:cubicBezTo>
                    <a:pt x="0" y="15"/>
                    <a:pt x="0" y="16"/>
                    <a:pt x="0" y="16"/>
                  </a:cubicBezTo>
                  <a:cubicBezTo>
                    <a:pt x="0" y="11"/>
                    <a:pt x="3" y="4"/>
                    <a:pt x="7" y="2"/>
                  </a:cubicBezTo>
                  <a:cubicBezTo>
                    <a:pt x="11" y="0"/>
                    <a:pt x="16" y="2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460">
              <a:extLst>
                <a:ext uri="{FF2B5EF4-FFF2-40B4-BE49-F238E27FC236}">
                  <a16:creationId xmlns:a16="http://schemas.microsoft.com/office/drawing/2014/main" id="{092E36F7-3226-4A0F-A824-194FAD5E0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848"/>
              <a:ext cx="42" cy="61"/>
            </a:xfrm>
            <a:custGeom>
              <a:avLst/>
              <a:gdLst>
                <a:gd name="T0" fmla="*/ 0 w 17"/>
                <a:gd name="T1" fmla="*/ 430 h 23"/>
                <a:gd name="T2" fmla="*/ 245 w 17"/>
                <a:gd name="T3" fmla="*/ 204 h 23"/>
                <a:gd name="T4" fmla="*/ 225 w 1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0" y="23"/>
                  </a:moveTo>
                  <a:cubicBezTo>
                    <a:pt x="6" y="19"/>
                    <a:pt x="14" y="20"/>
                    <a:pt x="16" y="11"/>
                  </a:cubicBezTo>
                  <a:cubicBezTo>
                    <a:pt x="17" y="7"/>
                    <a:pt x="16" y="4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461">
              <a:extLst>
                <a:ext uri="{FF2B5EF4-FFF2-40B4-BE49-F238E27FC236}">
                  <a16:creationId xmlns:a16="http://schemas.microsoft.com/office/drawing/2014/main" id="{44DEA010-EBC2-482C-BCD9-B69825476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384"/>
              <a:ext cx="83" cy="19"/>
            </a:xfrm>
            <a:custGeom>
              <a:avLst/>
              <a:gdLst>
                <a:gd name="T0" fmla="*/ 0 w 33"/>
                <a:gd name="T1" fmla="*/ 0 h 7"/>
                <a:gd name="T2" fmla="*/ 254 w 33"/>
                <a:gd name="T3" fmla="*/ 103 h 7"/>
                <a:gd name="T4" fmla="*/ 526 w 33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">
                  <a:moveTo>
                    <a:pt x="0" y="0"/>
                  </a:moveTo>
                  <a:cubicBezTo>
                    <a:pt x="5" y="6"/>
                    <a:pt x="9" y="5"/>
                    <a:pt x="16" y="5"/>
                  </a:cubicBezTo>
                  <a:cubicBezTo>
                    <a:pt x="23" y="5"/>
                    <a:pt x="28" y="7"/>
                    <a:pt x="33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462">
              <a:extLst>
                <a:ext uri="{FF2B5EF4-FFF2-40B4-BE49-F238E27FC236}">
                  <a16:creationId xmlns:a16="http://schemas.microsoft.com/office/drawing/2014/main" id="{E840C1C3-1303-4522-A340-AB5C14088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397"/>
              <a:ext cx="132" cy="75"/>
            </a:xfrm>
            <a:custGeom>
              <a:avLst/>
              <a:gdLst>
                <a:gd name="T0" fmla="*/ 0 w 53"/>
                <a:gd name="T1" fmla="*/ 0 h 28"/>
                <a:gd name="T2" fmla="*/ 324 w 53"/>
                <a:gd name="T3" fmla="*/ 209 h 28"/>
                <a:gd name="T4" fmla="*/ 590 w 53"/>
                <a:gd name="T5" fmla="*/ 329 h 28"/>
                <a:gd name="T6" fmla="*/ 819 w 53"/>
                <a:gd name="T7" fmla="*/ 5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8">
                  <a:moveTo>
                    <a:pt x="0" y="0"/>
                  </a:moveTo>
                  <a:cubicBezTo>
                    <a:pt x="6" y="5"/>
                    <a:pt x="13" y="9"/>
                    <a:pt x="21" y="11"/>
                  </a:cubicBezTo>
                  <a:cubicBezTo>
                    <a:pt x="27" y="12"/>
                    <a:pt x="32" y="14"/>
                    <a:pt x="38" y="17"/>
                  </a:cubicBezTo>
                  <a:cubicBezTo>
                    <a:pt x="43" y="20"/>
                    <a:pt x="48" y="26"/>
                    <a:pt x="53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463">
              <a:extLst>
                <a:ext uri="{FF2B5EF4-FFF2-40B4-BE49-F238E27FC236}">
                  <a16:creationId xmlns:a16="http://schemas.microsoft.com/office/drawing/2014/main" id="{2BC5192C-8CF3-4DF7-99A5-F6A4D0FAE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389"/>
              <a:ext cx="102" cy="96"/>
            </a:xfrm>
            <a:custGeom>
              <a:avLst/>
              <a:gdLst>
                <a:gd name="T0" fmla="*/ 0 w 41"/>
                <a:gd name="T1" fmla="*/ 683 h 36"/>
                <a:gd name="T2" fmla="*/ 62 w 41"/>
                <a:gd name="T3" fmla="*/ 477 h 36"/>
                <a:gd name="T4" fmla="*/ 199 w 41"/>
                <a:gd name="T5" fmla="*/ 307 h 36"/>
                <a:gd name="T6" fmla="*/ 445 w 41"/>
                <a:gd name="T7" fmla="*/ 205 h 36"/>
                <a:gd name="T8" fmla="*/ 632 w 4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6">
                  <a:moveTo>
                    <a:pt x="0" y="36"/>
                  </a:moveTo>
                  <a:cubicBezTo>
                    <a:pt x="2" y="34"/>
                    <a:pt x="3" y="29"/>
                    <a:pt x="4" y="25"/>
                  </a:cubicBezTo>
                  <a:cubicBezTo>
                    <a:pt x="6" y="22"/>
                    <a:pt x="10" y="17"/>
                    <a:pt x="13" y="16"/>
                  </a:cubicBezTo>
                  <a:cubicBezTo>
                    <a:pt x="18" y="14"/>
                    <a:pt x="24" y="15"/>
                    <a:pt x="29" y="11"/>
                  </a:cubicBezTo>
                  <a:cubicBezTo>
                    <a:pt x="32" y="9"/>
                    <a:pt x="39" y="4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464">
              <a:extLst>
                <a:ext uri="{FF2B5EF4-FFF2-40B4-BE49-F238E27FC236}">
                  <a16:creationId xmlns:a16="http://schemas.microsoft.com/office/drawing/2014/main" id="{273CB260-2995-4560-9DD4-C661A33DB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384"/>
              <a:ext cx="93" cy="29"/>
            </a:xfrm>
            <a:custGeom>
              <a:avLst/>
              <a:gdLst>
                <a:gd name="T0" fmla="*/ 0 w 37"/>
                <a:gd name="T1" fmla="*/ 182 h 11"/>
                <a:gd name="T2" fmla="*/ 317 w 37"/>
                <a:gd name="T3" fmla="*/ 124 h 11"/>
                <a:gd name="T4" fmla="*/ 588 w 3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1">
                  <a:moveTo>
                    <a:pt x="0" y="10"/>
                  </a:moveTo>
                  <a:cubicBezTo>
                    <a:pt x="7" y="11"/>
                    <a:pt x="12" y="9"/>
                    <a:pt x="20" y="7"/>
                  </a:cubicBezTo>
                  <a:cubicBezTo>
                    <a:pt x="26" y="6"/>
                    <a:pt x="34" y="6"/>
                    <a:pt x="3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465">
              <a:extLst>
                <a:ext uri="{FF2B5EF4-FFF2-40B4-BE49-F238E27FC236}">
                  <a16:creationId xmlns:a16="http://schemas.microsoft.com/office/drawing/2014/main" id="{644CFC38-99DC-4E98-B01B-94B4CBED2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789"/>
              <a:ext cx="20" cy="80"/>
            </a:xfrm>
            <a:custGeom>
              <a:avLst/>
              <a:gdLst>
                <a:gd name="T0" fmla="*/ 0 w 8"/>
                <a:gd name="T1" fmla="*/ 0 h 30"/>
                <a:gd name="T2" fmla="*/ 113 w 8"/>
                <a:gd name="T3" fmla="*/ 341 h 30"/>
                <a:gd name="T4" fmla="*/ 125 w 8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0">
                  <a:moveTo>
                    <a:pt x="0" y="0"/>
                  </a:moveTo>
                  <a:cubicBezTo>
                    <a:pt x="3" y="5"/>
                    <a:pt x="6" y="12"/>
                    <a:pt x="7" y="18"/>
                  </a:cubicBezTo>
                  <a:cubicBezTo>
                    <a:pt x="8" y="22"/>
                    <a:pt x="8" y="25"/>
                    <a:pt x="8" y="3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Oval 466">
              <a:extLst>
                <a:ext uri="{FF2B5EF4-FFF2-40B4-BE49-F238E27FC236}">
                  <a16:creationId xmlns:a16="http://schemas.microsoft.com/office/drawing/2014/main" id="{DC5D970B-CB02-45B3-98CE-CE0ABC05F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8" y="2419"/>
              <a:ext cx="565" cy="60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09" name="Freeform 467">
              <a:extLst>
                <a:ext uri="{FF2B5EF4-FFF2-40B4-BE49-F238E27FC236}">
                  <a16:creationId xmlns:a16="http://schemas.microsoft.com/office/drawing/2014/main" id="{2E38AFC7-4F43-4478-8C5D-26FD1630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456"/>
              <a:ext cx="12" cy="16"/>
            </a:xfrm>
            <a:custGeom>
              <a:avLst/>
              <a:gdLst>
                <a:gd name="T0" fmla="*/ 0 w 5"/>
                <a:gd name="T1" fmla="*/ 0 h 6"/>
                <a:gd name="T2" fmla="*/ 70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2"/>
                    <a:pt x="2" y="5"/>
                    <a:pt x="5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468">
              <a:extLst>
                <a:ext uri="{FF2B5EF4-FFF2-40B4-BE49-F238E27FC236}">
                  <a16:creationId xmlns:a16="http://schemas.microsoft.com/office/drawing/2014/main" id="{62EA2BAF-E183-4606-80DF-760CC37C3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419"/>
              <a:ext cx="7" cy="21"/>
            </a:xfrm>
            <a:custGeom>
              <a:avLst/>
              <a:gdLst>
                <a:gd name="T0" fmla="*/ 0 w 3"/>
                <a:gd name="T1" fmla="*/ 144 h 8"/>
                <a:gd name="T2" fmla="*/ 37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3" y="6"/>
                    <a:pt x="2" y="3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469">
              <a:extLst>
                <a:ext uri="{FF2B5EF4-FFF2-40B4-BE49-F238E27FC236}">
                  <a16:creationId xmlns:a16="http://schemas.microsoft.com/office/drawing/2014/main" id="{E347B9BC-A249-4E8F-8010-68E4D9367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432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470">
              <a:extLst>
                <a:ext uri="{FF2B5EF4-FFF2-40B4-BE49-F238E27FC236}">
                  <a16:creationId xmlns:a16="http://schemas.microsoft.com/office/drawing/2014/main" id="{F9D82BCE-C63B-4785-986D-8DD1447D3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451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3" y="6"/>
                    <a:pt x="5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471">
              <a:extLst>
                <a:ext uri="{FF2B5EF4-FFF2-40B4-BE49-F238E27FC236}">
                  <a16:creationId xmlns:a16="http://schemas.microsoft.com/office/drawing/2014/main" id="{CCC27AF5-89B9-4A9E-A207-054153F3A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464"/>
              <a:ext cx="3" cy="5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472">
              <a:extLst>
                <a:ext uri="{FF2B5EF4-FFF2-40B4-BE49-F238E27FC236}">
                  <a16:creationId xmlns:a16="http://schemas.microsoft.com/office/drawing/2014/main" id="{F15624DD-2214-441D-BDA0-B2D70EF03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520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5"/>
                    <a:pt x="6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473">
              <a:extLst>
                <a:ext uri="{FF2B5EF4-FFF2-40B4-BE49-F238E27FC236}">
                  <a16:creationId xmlns:a16="http://schemas.microsoft.com/office/drawing/2014/main" id="{E5046814-78A1-4A55-949C-CE84360B7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517"/>
              <a:ext cx="2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474">
              <a:extLst>
                <a:ext uri="{FF2B5EF4-FFF2-40B4-BE49-F238E27FC236}">
                  <a16:creationId xmlns:a16="http://schemas.microsoft.com/office/drawing/2014/main" id="{37CAC561-87FD-4303-A5AA-246F39F91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600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4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475">
              <a:extLst>
                <a:ext uri="{FF2B5EF4-FFF2-40B4-BE49-F238E27FC236}">
                  <a16:creationId xmlns:a16="http://schemas.microsoft.com/office/drawing/2014/main" id="{4F973F45-ADA1-4A88-8CF1-081CB040D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592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476">
              <a:extLst>
                <a:ext uri="{FF2B5EF4-FFF2-40B4-BE49-F238E27FC236}">
                  <a16:creationId xmlns:a16="http://schemas.microsoft.com/office/drawing/2014/main" id="{EDA939AA-85A6-4F7E-813C-17A7120A8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731"/>
              <a:ext cx="18" cy="5"/>
            </a:xfrm>
            <a:custGeom>
              <a:avLst/>
              <a:gdLst>
                <a:gd name="T0" fmla="*/ 0 w 7"/>
                <a:gd name="T1" fmla="*/ 0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0" y="2"/>
                    <a:pt x="5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477">
              <a:extLst>
                <a:ext uri="{FF2B5EF4-FFF2-40B4-BE49-F238E27FC236}">
                  <a16:creationId xmlns:a16="http://schemas.microsoft.com/office/drawing/2014/main" id="{3FC3D86F-6D98-4545-9B3B-09B8424F5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733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2" y="2"/>
                    <a:pt x="2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478">
              <a:extLst>
                <a:ext uri="{FF2B5EF4-FFF2-40B4-BE49-F238E27FC236}">
                  <a16:creationId xmlns:a16="http://schemas.microsoft.com/office/drawing/2014/main" id="{599F2C2E-724C-4266-8697-C69724FC0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843"/>
              <a:ext cx="17" cy="10"/>
            </a:xfrm>
            <a:custGeom>
              <a:avLst/>
              <a:gdLst>
                <a:gd name="T0" fmla="*/ 0 w 7"/>
                <a:gd name="T1" fmla="*/ 0 h 4"/>
                <a:gd name="T2" fmla="*/ 70 w 7"/>
                <a:gd name="T3" fmla="*/ 33 h 4"/>
                <a:gd name="T4" fmla="*/ 100 w 7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1"/>
                    <a:pt x="3" y="1"/>
                    <a:pt x="5" y="2"/>
                  </a:cubicBezTo>
                  <a:cubicBezTo>
                    <a:pt x="5" y="3"/>
                    <a:pt x="6" y="3"/>
                    <a:pt x="7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479">
              <a:extLst>
                <a:ext uri="{FF2B5EF4-FFF2-40B4-BE49-F238E27FC236}">
                  <a16:creationId xmlns:a16="http://schemas.microsoft.com/office/drawing/2014/main" id="{3E396910-DEC7-4642-94F9-33739C373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845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480">
              <a:extLst>
                <a:ext uri="{FF2B5EF4-FFF2-40B4-BE49-F238E27FC236}">
                  <a16:creationId xmlns:a16="http://schemas.microsoft.com/office/drawing/2014/main" id="{8ED8263B-7141-4698-B4EC-231839047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933"/>
              <a:ext cx="10" cy="19"/>
            </a:xfrm>
            <a:custGeom>
              <a:avLst/>
              <a:gdLst>
                <a:gd name="T0" fmla="*/ 20 w 4"/>
                <a:gd name="T1" fmla="*/ 0 h 7"/>
                <a:gd name="T2" fmla="*/ 63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2"/>
                    <a:pt x="2" y="5"/>
                    <a:pt x="4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481">
              <a:extLst>
                <a:ext uri="{FF2B5EF4-FFF2-40B4-BE49-F238E27FC236}">
                  <a16:creationId xmlns:a16="http://schemas.microsoft.com/office/drawing/2014/main" id="{314815BA-0F03-41B7-BCF2-D88350751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936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482">
              <a:extLst>
                <a:ext uri="{FF2B5EF4-FFF2-40B4-BE49-F238E27FC236}">
                  <a16:creationId xmlns:a16="http://schemas.microsoft.com/office/drawing/2014/main" id="{125C0EA8-942B-41F2-B06B-BF1968240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995"/>
              <a:ext cx="5" cy="18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2"/>
                    <a:pt x="2" y="5"/>
                    <a:pt x="2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483">
              <a:extLst>
                <a:ext uri="{FF2B5EF4-FFF2-40B4-BE49-F238E27FC236}">
                  <a16:creationId xmlns:a16="http://schemas.microsoft.com/office/drawing/2014/main" id="{DBEBF37F-B8E4-447B-999D-04EEF5B82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008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484">
              <a:extLst>
                <a:ext uri="{FF2B5EF4-FFF2-40B4-BE49-F238E27FC236}">
                  <a16:creationId xmlns:a16="http://schemas.microsoft.com/office/drawing/2014/main" id="{715003A2-5FCE-4CAC-9660-B8F7461C2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997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3" y="1"/>
                    <a:pt x="1" y="6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485">
              <a:extLst>
                <a:ext uri="{FF2B5EF4-FFF2-40B4-BE49-F238E27FC236}">
                  <a16:creationId xmlns:a16="http://schemas.microsoft.com/office/drawing/2014/main" id="{981AEA33-4F3E-4B36-9F06-4683C4CF6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997"/>
              <a:ext cx="8" cy="6"/>
            </a:xfrm>
            <a:custGeom>
              <a:avLst/>
              <a:gdLst>
                <a:gd name="T0" fmla="*/ 0 w 3"/>
                <a:gd name="T1" fmla="*/ 54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486">
              <a:extLst>
                <a:ext uri="{FF2B5EF4-FFF2-40B4-BE49-F238E27FC236}">
                  <a16:creationId xmlns:a16="http://schemas.microsoft.com/office/drawing/2014/main" id="{06CC5AEF-88C8-491F-99F8-63B672846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960"/>
              <a:ext cx="12" cy="13"/>
            </a:xfrm>
            <a:custGeom>
              <a:avLst/>
              <a:gdLst>
                <a:gd name="T0" fmla="*/ 0 w 5"/>
                <a:gd name="T1" fmla="*/ 88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5"/>
                    <a:pt x="3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487">
              <a:extLst>
                <a:ext uri="{FF2B5EF4-FFF2-40B4-BE49-F238E27FC236}">
                  <a16:creationId xmlns:a16="http://schemas.microsoft.com/office/drawing/2014/main" id="{A534D47A-A5C9-45A4-A212-D10BFE165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963"/>
              <a:ext cx="7" cy="2"/>
            </a:xfrm>
            <a:custGeom>
              <a:avLst/>
              <a:gdLst>
                <a:gd name="T0" fmla="*/ 0 w 3"/>
                <a:gd name="T1" fmla="*/ 8 h 1"/>
                <a:gd name="T2" fmla="*/ 28 w 3"/>
                <a:gd name="T3" fmla="*/ 0 h 1"/>
                <a:gd name="T4" fmla="*/ 37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488">
              <a:extLst>
                <a:ext uri="{FF2B5EF4-FFF2-40B4-BE49-F238E27FC236}">
                  <a16:creationId xmlns:a16="http://schemas.microsoft.com/office/drawing/2014/main" id="{ECADCD35-4762-4A8B-8E9C-2188EBF6E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896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489">
              <a:extLst>
                <a:ext uri="{FF2B5EF4-FFF2-40B4-BE49-F238E27FC236}">
                  <a16:creationId xmlns:a16="http://schemas.microsoft.com/office/drawing/2014/main" id="{BA58B281-2F28-45DF-9C69-9DB04861B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899"/>
              <a:ext cx="7" cy="2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490">
              <a:extLst>
                <a:ext uri="{FF2B5EF4-FFF2-40B4-BE49-F238E27FC236}">
                  <a16:creationId xmlns:a16="http://schemas.microsoft.com/office/drawing/2014/main" id="{CB3447EF-C917-408C-BBD2-A65EE5E4F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792"/>
              <a:ext cx="17" cy="8"/>
            </a:xfrm>
            <a:custGeom>
              <a:avLst/>
              <a:gdLst>
                <a:gd name="T0" fmla="*/ 0 w 7"/>
                <a:gd name="T1" fmla="*/ 35 h 3"/>
                <a:gd name="T2" fmla="*/ 58 w 7"/>
                <a:gd name="T3" fmla="*/ 21 h 3"/>
                <a:gd name="T4" fmla="*/ 100 w 7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1" y="3"/>
                    <a:pt x="3" y="1"/>
                    <a:pt x="4" y="1"/>
                  </a:cubicBezTo>
                  <a:cubicBezTo>
                    <a:pt x="5" y="0"/>
                    <a:pt x="6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491">
              <a:extLst>
                <a:ext uri="{FF2B5EF4-FFF2-40B4-BE49-F238E27FC236}">
                  <a16:creationId xmlns:a16="http://schemas.microsoft.com/office/drawing/2014/main" id="{EBCBFD47-8135-4CCA-8F94-0DE19B1C0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797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492">
              <a:extLst>
                <a:ext uri="{FF2B5EF4-FFF2-40B4-BE49-F238E27FC236}">
                  <a16:creationId xmlns:a16="http://schemas.microsoft.com/office/drawing/2014/main" id="{5E424216-723D-4872-966A-13367F312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677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2"/>
                    <a:pt x="5" y="2"/>
                    <a:pt x="6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493">
              <a:extLst>
                <a:ext uri="{FF2B5EF4-FFF2-40B4-BE49-F238E27FC236}">
                  <a16:creationId xmlns:a16="http://schemas.microsoft.com/office/drawing/2014/main" id="{2FEFD896-90C7-490E-9CD3-E52283B10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85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0"/>
                    <a:pt x="2" y="1"/>
                    <a:pt x="2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494">
              <a:extLst>
                <a:ext uri="{FF2B5EF4-FFF2-40B4-BE49-F238E27FC236}">
                  <a16:creationId xmlns:a16="http://schemas.microsoft.com/office/drawing/2014/main" id="{A20773F4-D938-4319-9402-8415F357F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565"/>
              <a:ext cx="15" cy="8"/>
            </a:xfrm>
            <a:custGeom>
              <a:avLst/>
              <a:gdLst>
                <a:gd name="T0" fmla="*/ 0 w 6"/>
                <a:gd name="T1" fmla="*/ 0 h 3"/>
                <a:gd name="T2" fmla="*/ 63 w 6"/>
                <a:gd name="T3" fmla="*/ 21 h 3"/>
                <a:gd name="T4" fmla="*/ 95 w 6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0" y="1"/>
                    <a:pt x="3" y="1"/>
                    <a:pt x="4" y="1"/>
                  </a:cubicBezTo>
                  <a:cubicBezTo>
                    <a:pt x="5" y="1"/>
                    <a:pt x="6" y="2"/>
                    <a:pt x="6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495">
              <a:extLst>
                <a:ext uri="{FF2B5EF4-FFF2-40B4-BE49-F238E27FC236}">
                  <a16:creationId xmlns:a16="http://schemas.microsoft.com/office/drawing/2014/main" id="{6E0C3839-9431-438E-84C1-4CC0DE97A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459"/>
              <a:ext cx="7" cy="2"/>
            </a:xfrm>
            <a:custGeom>
              <a:avLst/>
              <a:gdLst>
                <a:gd name="T0" fmla="*/ 37 w 3"/>
                <a:gd name="T1" fmla="*/ 8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Oval 496">
              <a:extLst>
                <a:ext uri="{FF2B5EF4-FFF2-40B4-BE49-F238E27FC236}">
                  <a16:creationId xmlns:a16="http://schemas.microsoft.com/office/drawing/2014/main" id="{57C5BCE7-60C2-4FB9-AD67-2B7C4D7B4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" y="2331"/>
              <a:ext cx="730" cy="778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39" name="Freeform 497">
              <a:extLst>
                <a:ext uri="{FF2B5EF4-FFF2-40B4-BE49-F238E27FC236}">
                  <a16:creationId xmlns:a16="http://schemas.microsoft.com/office/drawing/2014/main" id="{6A617730-BBB1-4BC9-8E4F-BBBA52883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2459"/>
              <a:ext cx="18" cy="21"/>
            </a:xfrm>
            <a:custGeom>
              <a:avLst/>
              <a:gdLst>
                <a:gd name="T0" fmla="*/ 0 w 7"/>
                <a:gd name="T1" fmla="*/ 0 h 8"/>
                <a:gd name="T2" fmla="*/ 85 w 7"/>
                <a:gd name="T3" fmla="*/ 89 h 8"/>
                <a:gd name="T4" fmla="*/ 118 w 7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2" y="2"/>
                    <a:pt x="4" y="3"/>
                    <a:pt x="5" y="5"/>
                  </a:cubicBezTo>
                  <a:cubicBezTo>
                    <a:pt x="6" y="6"/>
                    <a:pt x="7" y="7"/>
                    <a:pt x="7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498">
              <a:extLst>
                <a:ext uri="{FF2B5EF4-FFF2-40B4-BE49-F238E27FC236}">
                  <a16:creationId xmlns:a16="http://schemas.microsoft.com/office/drawing/2014/main" id="{A242508B-6975-4905-B8ED-3DC67E61D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472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4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499">
              <a:extLst>
                <a:ext uri="{FF2B5EF4-FFF2-40B4-BE49-F238E27FC236}">
                  <a16:creationId xmlns:a16="http://schemas.microsoft.com/office/drawing/2014/main" id="{65C6108F-F1F4-487E-954B-2CDA6637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667"/>
              <a:ext cx="25" cy="5"/>
            </a:xfrm>
            <a:custGeom>
              <a:avLst/>
              <a:gdLst>
                <a:gd name="T0" fmla="*/ 0 w 10"/>
                <a:gd name="T1" fmla="*/ 0 h 2"/>
                <a:gd name="T2" fmla="*/ 158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2"/>
                    <a:pt x="7" y="2"/>
                    <a:pt x="1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500">
              <a:extLst>
                <a:ext uri="{FF2B5EF4-FFF2-40B4-BE49-F238E27FC236}">
                  <a16:creationId xmlns:a16="http://schemas.microsoft.com/office/drawing/2014/main" id="{B1B176E0-F2E4-4B75-AC92-863673BA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672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501">
              <a:extLst>
                <a:ext uri="{FF2B5EF4-FFF2-40B4-BE49-F238E27FC236}">
                  <a16:creationId xmlns:a16="http://schemas.microsoft.com/office/drawing/2014/main" id="{4C598B8F-E0CA-4C12-8DF8-2B37EDBB8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2877"/>
              <a:ext cx="22" cy="14"/>
            </a:xfrm>
            <a:custGeom>
              <a:avLst/>
              <a:gdLst>
                <a:gd name="T0" fmla="*/ 0 w 9"/>
                <a:gd name="T1" fmla="*/ 87 h 5"/>
                <a:gd name="T2" fmla="*/ 90 w 9"/>
                <a:gd name="T3" fmla="*/ 48 h 5"/>
                <a:gd name="T4" fmla="*/ 132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2" y="5"/>
                    <a:pt x="4" y="3"/>
                    <a:pt x="6" y="2"/>
                  </a:cubicBezTo>
                  <a:cubicBezTo>
                    <a:pt x="7" y="2"/>
                    <a:pt x="8" y="1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502">
              <a:extLst>
                <a:ext uri="{FF2B5EF4-FFF2-40B4-BE49-F238E27FC236}">
                  <a16:creationId xmlns:a16="http://schemas.microsoft.com/office/drawing/2014/main" id="{CB727470-6D7B-4DFE-9F43-01BDE9083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883"/>
              <a:ext cx="7" cy="2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503">
              <a:extLst>
                <a:ext uri="{FF2B5EF4-FFF2-40B4-BE49-F238E27FC236}">
                  <a16:creationId xmlns:a16="http://schemas.microsoft.com/office/drawing/2014/main" id="{98979499-23E1-4395-A20F-AEA1045B0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3024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9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6"/>
                    <a:pt x="4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504">
              <a:extLst>
                <a:ext uri="{FF2B5EF4-FFF2-40B4-BE49-F238E27FC236}">
                  <a16:creationId xmlns:a16="http://schemas.microsoft.com/office/drawing/2014/main" id="{82A631AA-7F6D-4A02-A140-CCDF61296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3027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505">
              <a:extLst>
                <a:ext uri="{FF2B5EF4-FFF2-40B4-BE49-F238E27FC236}">
                  <a16:creationId xmlns:a16="http://schemas.microsoft.com/office/drawing/2014/main" id="{E62ED5E2-70C9-4C83-AB24-CF42DFC83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091"/>
              <a:ext cx="10" cy="26"/>
            </a:xfrm>
            <a:custGeom>
              <a:avLst/>
              <a:gdLst>
                <a:gd name="T0" fmla="*/ 63 w 4"/>
                <a:gd name="T1" fmla="*/ 0 h 10"/>
                <a:gd name="T2" fmla="*/ 0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4"/>
                    <a:pt x="2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506">
              <a:extLst>
                <a:ext uri="{FF2B5EF4-FFF2-40B4-BE49-F238E27FC236}">
                  <a16:creationId xmlns:a16="http://schemas.microsoft.com/office/drawing/2014/main" id="{7A01384A-FED3-4D24-AD47-30A975040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3112"/>
              <a:ext cx="2" cy="8"/>
            </a:xfrm>
            <a:custGeom>
              <a:avLst/>
              <a:gdLst>
                <a:gd name="T0" fmla="*/ 8 w 1"/>
                <a:gd name="T1" fmla="*/ 0 h 3"/>
                <a:gd name="T2" fmla="*/ 8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507">
              <a:extLst>
                <a:ext uri="{FF2B5EF4-FFF2-40B4-BE49-F238E27FC236}">
                  <a16:creationId xmlns:a16="http://schemas.microsoft.com/office/drawing/2014/main" id="{6B55FF09-AAEC-4B95-8CFC-4083B681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101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1" y="3"/>
                    <a:pt x="2" y="6"/>
                    <a:pt x="4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508">
              <a:extLst>
                <a:ext uri="{FF2B5EF4-FFF2-40B4-BE49-F238E27FC236}">
                  <a16:creationId xmlns:a16="http://schemas.microsoft.com/office/drawing/2014/main" id="{4A5C0683-2B0D-4206-9D7D-CE6BE3069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120"/>
              <a:ext cx="3" cy="8"/>
            </a:xfrm>
            <a:custGeom>
              <a:avLst/>
              <a:gdLst>
                <a:gd name="T0" fmla="*/ 27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509">
              <a:extLst>
                <a:ext uri="{FF2B5EF4-FFF2-40B4-BE49-F238E27FC236}">
                  <a16:creationId xmlns:a16="http://schemas.microsoft.com/office/drawing/2014/main" id="{6561752D-BFCA-43D3-833F-5B2E7ED89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3011"/>
              <a:ext cx="15" cy="18"/>
            </a:xfrm>
            <a:custGeom>
              <a:avLst/>
              <a:gdLst>
                <a:gd name="T0" fmla="*/ 0 w 6"/>
                <a:gd name="T1" fmla="*/ 0 h 7"/>
                <a:gd name="T2" fmla="*/ 95 w 6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3"/>
                    <a:pt x="4" y="5"/>
                    <a:pt x="6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510">
              <a:extLst>
                <a:ext uri="{FF2B5EF4-FFF2-40B4-BE49-F238E27FC236}">
                  <a16:creationId xmlns:a16="http://schemas.microsoft.com/office/drawing/2014/main" id="{F894BCB5-787F-4B37-83AE-288725F08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013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0"/>
                    <a:pt x="3" y="1"/>
                    <a:pt x="4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511">
              <a:extLst>
                <a:ext uri="{FF2B5EF4-FFF2-40B4-BE49-F238E27FC236}">
                  <a16:creationId xmlns:a16="http://schemas.microsoft.com/office/drawing/2014/main" id="{4556E451-FD18-43F2-A0BF-A8ACE7CF3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864"/>
              <a:ext cx="23" cy="11"/>
            </a:xfrm>
            <a:custGeom>
              <a:avLst/>
              <a:gdLst>
                <a:gd name="T0" fmla="*/ 0 w 9"/>
                <a:gd name="T1" fmla="*/ 0 h 4"/>
                <a:gd name="T2" fmla="*/ 151 w 9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2" y="3"/>
                    <a:pt x="6" y="3"/>
                    <a:pt x="9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512">
              <a:extLst>
                <a:ext uri="{FF2B5EF4-FFF2-40B4-BE49-F238E27FC236}">
                  <a16:creationId xmlns:a16="http://schemas.microsoft.com/office/drawing/2014/main" id="{0E6639FB-8C39-4C53-9997-81A1432BD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872"/>
              <a:ext cx="2" cy="8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513">
              <a:extLst>
                <a:ext uri="{FF2B5EF4-FFF2-40B4-BE49-F238E27FC236}">
                  <a16:creationId xmlns:a16="http://schemas.microsoft.com/office/drawing/2014/main" id="{0DC9BBBF-D016-4D96-9E53-EBDBE96E7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672"/>
              <a:ext cx="25" cy="3"/>
            </a:xfrm>
            <a:custGeom>
              <a:avLst/>
              <a:gdLst>
                <a:gd name="T0" fmla="*/ 0 w 10"/>
                <a:gd name="T1" fmla="*/ 27 h 1"/>
                <a:gd name="T2" fmla="*/ 158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4" y="1"/>
                    <a:pt x="7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514">
              <a:extLst>
                <a:ext uri="{FF2B5EF4-FFF2-40B4-BE49-F238E27FC236}">
                  <a16:creationId xmlns:a16="http://schemas.microsoft.com/office/drawing/2014/main" id="{51F0FA5E-05E8-4DED-914F-03EA55529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672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Freeform 515">
              <a:extLst>
                <a:ext uri="{FF2B5EF4-FFF2-40B4-BE49-F238E27FC236}">
                  <a16:creationId xmlns:a16="http://schemas.microsoft.com/office/drawing/2014/main" id="{6DAB18BA-F610-4DDB-94FF-E5E943796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461"/>
              <a:ext cx="17" cy="19"/>
            </a:xfrm>
            <a:custGeom>
              <a:avLst/>
              <a:gdLst>
                <a:gd name="T0" fmla="*/ 0 w 7"/>
                <a:gd name="T1" fmla="*/ 141 h 7"/>
                <a:gd name="T2" fmla="*/ 10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5"/>
                    <a:pt x="6" y="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Freeform 516">
              <a:extLst>
                <a:ext uri="{FF2B5EF4-FFF2-40B4-BE49-F238E27FC236}">
                  <a16:creationId xmlns:a16="http://schemas.microsoft.com/office/drawing/2014/main" id="{C6C88503-CF11-4B98-98B4-C735E56A3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475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2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9" name="Freeform 517">
              <a:extLst>
                <a:ext uri="{FF2B5EF4-FFF2-40B4-BE49-F238E27FC236}">
                  <a16:creationId xmlns:a16="http://schemas.microsoft.com/office/drawing/2014/main" id="{00596C98-1861-4C5A-A2AE-57AC7AC49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331"/>
              <a:ext cx="10" cy="24"/>
            </a:xfrm>
            <a:custGeom>
              <a:avLst/>
              <a:gdLst>
                <a:gd name="T0" fmla="*/ 0 w 4"/>
                <a:gd name="T1" fmla="*/ 171 h 9"/>
                <a:gd name="T2" fmla="*/ 63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2" y="8"/>
                    <a:pt x="4" y="3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Freeform 518">
              <a:extLst>
                <a:ext uri="{FF2B5EF4-FFF2-40B4-BE49-F238E27FC236}">
                  <a16:creationId xmlns:a16="http://schemas.microsoft.com/office/drawing/2014/main" id="{9C1F1DFC-27A8-4F13-B4D1-8BA8CA6E9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333"/>
              <a:ext cx="7" cy="6"/>
            </a:xfrm>
            <a:custGeom>
              <a:avLst/>
              <a:gdLst>
                <a:gd name="T0" fmla="*/ 0 w 3"/>
                <a:gd name="T1" fmla="*/ 54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1" name="Freeform 519">
              <a:extLst>
                <a:ext uri="{FF2B5EF4-FFF2-40B4-BE49-F238E27FC236}">
                  <a16:creationId xmlns:a16="http://schemas.microsoft.com/office/drawing/2014/main" id="{DFDF09DC-94F8-4994-92E1-497C10FA7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312"/>
              <a:ext cx="5" cy="24"/>
            </a:xfrm>
            <a:custGeom>
              <a:avLst/>
              <a:gdLst>
                <a:gd name="T0" fmla="*/ 0 w 2"/>
                <a:gd name="T1" fmla="*/ 0 h 9"/>
                <a:gd name="T2" fmla="*/ 33 w 2"/>
                <a:gd name="T3" fmla="*/ 115 h 9"/>
                <a:gd name="T4" fmla="*/ 33 w 2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0" y="1"/>
                    <a:pt x="1" y="4"/>
                    <a:pt x="2" y="6"/>
                  </a:cubicBezTo>
                  <a:cubicBezTo>
                    <a:pt x="2" y="7"/>
                    <a:pt x="2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Freeform 520">
              <a:extLst>
                <a:ext uri="{FF2B5EF4-FFF2-40B4-BE49-F238E27FC236}">
                  <a16:creationId xmlns:a16="http://schemas.microsoft.com/office/drawing/2014/main" id="{40675805-587E-4CFC-A4C8-1333281CE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331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3" name="Oval 521">
              <a:extLst>
                <a:ext uri="{FF2B5EF4-FFF2-40B4-BE49-F238E27FC236}">
                  <a16:creationId xmlns:a16="http://schemas.microsoft.com/office/drawing/2014/main" id="{8F209E67-9628-4647-8990-2F9F6C3B4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2301"/>
              <a:ext cx="783" cy="835"/>
            </a:xfrm>
            <a:prstGeom prst="ellipse">
              <a:avLst/>
            </a:prstGeom>
            <a:noFill/>
            <a:ln w="12700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64" name="Freeform 522">
              <a:extLst>
                <a:ext uri="{FF2B5EF4-FFF2-40B4-BE49-F238E27FC236}">
                  <a16:creationId xmlns:a16="http://schemas.microsoft.com/office/drawing/2014/main" id="{C60EC090-5738-4A76-99AC-DAEF3C14B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1797"/>
              <a:ext cx="1247" cy="1307"/>
            </a:xfrm>
            <a:custGeom>
              <a:avLst/>
              <a:gdLst>
                <a:gd name="T0" fmla="*/ 5758 w 499"/>
                <a:gd name="T1" fmla="*/ 6362 h 490"/>
                <a:gd name="T2" fmla="*/ 2167 w 499"/>
                <a:gd name="T3" fmla="*/ 9298 h 490"/>
                <a:gd name="T4" fmla="*/ 2167 w 499"/>
                <a:gd name="T5" fmla="*/ 9298 h 490"/>
                <a:gd name="T6" fmla="*/ 3684 w 499"/>
                <a:gd name="T7" fmla="*/ 6567 h 490"/>
                <a:gd name="T8" fmla="*/ 1230 w 499"/>
                <a:gd name="T9" fmla="*/ 3585 h 490"/>
                <a:gd name="T10" fmla="*/ 0 w 499"/>
                <a:gd name="T11" fmla="*/ 4006 h 490"/>
                <a:gd name="T12" fmla="*/ 5228 w 499"/>
                <a:gd name="T13" fmla="*/ 875 h 490"/>
                <a:gd name="T14" fmla="*/ 5853 w 499"/>
                <a:gd name="T15" fmla="*/ 363 h 490"/>
                <a:gd name="T16" fmla="*/ 7632 w 499"/>
                <a:gd name="T17" fmla="*/ 1195 h 490"/>
                <a:gd name="T18" fmla="*/ 7744 w 499"/>
                <a:gd name="T19" fmla="*/ 2355 h 490"/>
                <a:gd name="T20" fmla="*/ 5758 w 499"/>
                <a:gd name="T21" fmla="*/ 6362 h 4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9" h="490">
                  <a:moveTo>
                    <a:pt x="369" y="335"/>
                  </a:moveTo>
                  <a:cubicBezTo>
                    <a:pt x="304" y="395"/>
                    <a:pt x="227" y="457"/>
                    <a:pt x="139" y="490"/>
                  </a:cubicBezTo>
                  <a:cubicBezTo>
                    <a:pt x="139" y="490"/>
                    <a:pt x="139" y="490"/>
                    <a:pt x="139" y="490"/>
                  </a:cubicBezTo>
                  <a:cubicBezTo>
                    <a:pt x="196" y="467"/>
                    <a:pt x="236" y="411"/>
                    <a:pt x="236" y="346"/>
                  </a:cubicBezTo>
                  <a:cubicBezTo>
                    <a:pt x="236" y="259"/>
                    <a:pt x="166" y="189"/>
                    <a:pt x="79" y="189"/>
                  </a:cubicBezTo>
                  <a:cubicBezTo>
                    <a:pt x="50" y="189"/>
                    <a:pt x="23" y="197"/>
                    <a:pt x="0" y="211"/>
                  </a:cubicBezTo>
                  <a:cubicBezTo>
                    <a:pt x="105" y="151"/>
                    <a:pt x="184" y="169"/>
                    <a:pt x="335" y="46"/>
                  </a:cubicBezTo>
                  <a:cubicBezTo>
                    <a:pt x="349" y="34"/>
                    <a:pt x="360" y="26"/>
                    <a:pt x="375" y="19"/>
                  </a:cubicBezTo>
                  <a:cubicBezTo>
                    <a:pt x="419" y="0"/>
                    <a:pt x="470" y="19"/>
                    <a:pt x="489" y="63"/>
                  </a:cubicBezTo>
                  <a:cubicBezTo>
                    <a:pt x="497" y="80"/>
                    <a:pt x="499" y="107"/>
                    <a:pt x="496" y="124"/>
                  </a:cubicBezTo>
                  <a:cubicBezTo>
                    <a:pt x="491" y="147"/>
                    <a:pt x="434" y="275"/>
                    <a:pt x="369" y="335"/>
                  </a:cubicBezTo>
                  <a:close/>
                </a:path>
              </a:pathLst>
            </a:custGeom>
            <a:noFill/>
            <a:ln w="1270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5" name="Oval 523">
              <a:extLst>
                <a:ext uri="{FF2B5EF4-FFF2-40B4-BE49-F238E27FC236}">
                  <a16:creationId xmlns:a16="http://schemas.microsoft.com/office/drawing/2014/main" id="{80F80718-AE14-4568-ACBC-CB89CE534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2440"/>
              <a:ext cx="523" cy="557"/>
            </a:xfrm>
            <a:prstGeom prst="ellipse">
              <a:avLst/>
            </a:prstGeom>
            <a:noFill/>
            <a:ln w="12700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66" name="Freeform 524">
              <a:extLst>
                <a:ext uri="{FF2B5EF4-FFF2-40B4-BE49-F238E27FC236}">
                  <a16:creationId xmlns:a16="http://schemas.microsoft.com/office/drawing/2014/main" id="{009E1FC8-D069-4869-B5A0-9146E32E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496"/>
              <a:ext cx="30" cy="40"/>
            </a:xfrm>
            <a:custGeom>
              <a:avLst/>
              <a:gdLst>
                <a:gd name="T0" fmla="*/ 50 w 12"/>
                <a:gd name="T1" fmla="*/ 0 h 15"/>
                <a:gd name="T2" fmla="*/ 188 w 12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3" y="0"/>
                  </a:moveTo>
                  <a:cubicBezTo>
                    <a:pt x="0" y="7"/>
                    <a:pt x="7" y="12"/>
                    <a:pt x="12" y="1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7" name="Line 525">
              <a:extLst>
                <a:ext uri="{FF2B5EF4-FFF2-40B4-BE49-F238E27FC236}">
                  <a16:creationId xmlns:a16="http://schemas.microsoft.com/office/drawing/2014/main" id="{816E479E-1297-4034-AB57-9BA3EE3870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3" y="3032"/>
              <a:ext cx="92" cy="99"/>
            </a:xfrm>
            <a:prstGeom prst="line">
              <a:avLst/>
            </a:prstGeom>
            <a:noFill/>
            <a:ln w="158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Freeform 526">
              <a:extLst>
                <a:ext uri="{FF2B5EF4-FFF2-40B4-BE49-F238E27FC236}">
                  <a16:creationId xmlns:a16="http://schemas.microsoft.com/office/drawing/2014/main" id="{2539DC8E-5019-4888-9206-C8D7DED49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077"/>
              <a:ext cx="95" cy="99"/>
            </a:xfrm>
            <a:custGeom>
              <a:avLst/>
              <a:gdLst>
                <a:gd name="T0" fmla="*/ 595 w 38"/>
                <a:gd name="T1" fmla="*/ 709 h 37"/>
                <a:gd name="T2" fmla="*/ 0 w 38"/>
                <a:gd name="T3" fmla="*/ 516 h 37"/>
                <a:gd name="T4" fmla="*/ 300 w 38"/>
                <a:gd name="T5" fmla="*/ 342 h 37"/>
                <a:gd name="T6" fmla="*/ 425 w 38"/>
                <a:gd name="T7" fmla="*/ 0 h 37"/>
                <a:gd name="T8" fmla="*/ 595 w 38"/>
                <a:gd name="T9" fmla="*/ 70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7">
                  <a:moveTo>
                    <a:pt x="38" y="37"/>
                  </a:moveTo>
                  <a:cubicBezTo>
                    <a:pt x="27" y="32"/>
                    <a:pt x="12" y="28"/>
                    <a:pt x="0" y="2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8" y="11"/>
                    <a:pt x="33" y="26"/>
                    <a:pt x="38" y="3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9" name="Line 527">
              <a:extLst>
                <a:ext uri="{FF2B5EF4-FFF2-40B4-BE49-F238E27FC236}">
                  <a16:creationId xmlns:a16="http://schemas.microsoft.com/office/drawing/2014/main" id="{57B69315-883A-422D-BF70-2FF49A4243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0" y="2307"/>
              <a:ext cx="93" cy="98"/>
            </a:xfrm>
            <a:prstGeom prst="line">
              <a:avLst/>
            </a:prstGeom>
            <a:noFill/>
            <a:ln w="158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Freeform 528">
              <a:extLst>
                <a:ext uri="{FF2B5EF4-FFF2-40B4-BE49-F238E27FC236}">
                  <a16:creationId xmlns:a16="http://schemas.microsoft.com/office/drawing/2014/main" id="{A671CBFE-C7E5-4349-BA36-9C5E63DB9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261"/>
              <a:ext cx="95" cy="99"/>
            </a:xfrm>
            <a:custGeom>
              <a:avLst/>
              <a:gdLst>
                <a:gd name="T0" fmla="*/ 0 w 38"/>
                <a:gd name="T1" fmla="*/ 0 h 37"/>
                <a:gd name="T2" fmla="*/ 595 w 38"/>
                <a:gd name="T3" fmla="*/ 209 h 37"/>
                <a:gd name="T4" fmla="*/ 313 w 38"/>
                <a:gd name="T5" fmla="*/ 364 h 37"/>
                <a:gd name="T6" fmla="*/ 175 w 38"/>
                <a:gd name="T7" fmla="*/ 709 h 37"/>
                <a:gd name="T8" fmla="*/ 0 w 3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7">
                  <a:moveTo>
                    <a:pt x="0" y="0"/>
                  </a:moveTo>
                  <a:cubicBezTo>
                    <a:pt x="11" y="5"/>
                    <a:pt x="26" y="10"/>
                    <a:pt x="38" y="11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0" y="26"/>
                    <a:pt x="5" y="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1" name="Line 529">
              <a:extLst>
                <a:ext uri="{FF2B5EF4-FFF2-40B4-BE49-F238E27FC236}">
                  <a16:creationId xmlns:a16="http://schemas.microsoft.com/office/drawing/2014/main" id="{36B6A1DC-466C-4A1A-8A9C-7362BAB682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80" y="3032"/>
              <a:ext cx="95" cy="99"/>
            </a:xfrm>
            <a:prstGeom prst="line">
              <a:avLst/>
            </a:prstGeom>
            <a:noFill/>
            <a:ln w="158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Freeform 530">
              <a:extLst>
                <a:ext uri="{FF2B5EF4-FFF2-40B4-BE49-F238E27FC236}">
                  <a16:creationId xmlns:a16="http://schemas.microsoft.com/office/drawing/2014/main" id="{034346E5-20EB-4E25-90DF-26950D36A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077"/>
              <a:ext cx="95" cy="99"/>
            </a:xfrm>
            <a:custGeom>
              <a:avLst/>
              <a:gdLst>
                <a:gd name="T0" fmla="*/ 0 w 38"/>
                <a:gd name="T1" fmla="*/ 709 h 37"/>
                <a:gd name="T2" fmla="*/ 175 w 38"/>
                <a:gd name="T3" fmla="*/ 0 h 37"/>
                <a:gd name="T4" fmla="*/ 313 w 38"/>
                <a:gd name="T5" fmla="*/ 342 h 37"/>
                <a:gd name="T6" fmla="*/ 595 w 38"/>
                <a:gd name="T7" fmla="*/ 516 h 37"/>
                <a:gd name="T8" fmla="*/ 0 w 38"/>
                <a:gd name="T9" fmla="*/ 70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7">
                  <a:moveTo>
                    <a:pt x="0" y="37"/>
                  </a:moveTo>
                  <a:cubicBezTo>
                    <a:pt x="5" y="26"/>
                    <a:pt x="10" y="11"/>
                    <a:pt x="11" y="0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26" y="28"/>
                    <a:pt x="11" y="32"/>
                    <a:pt x="0" y="3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3" name="Line 531">
              <a:extLst>
                <a:ext uri="{FF2B5EF4-FFF2-40B4-BE49-F238E27FC236}">
                  <a16:creationId xmlns:a16="http://schemas.microsoft.com/office/drawing/2014/main" id="{A47C6B29-060A-475F-BCF3-E9F2219194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63" y="2307"/>
              <a:ext cx="92" cy="98"/>
            </a:xfrm>
            <a:prstGeom prst="line">
              <a:avLst/>
            </a:prstGeom>
            <a:noFill/>
            <a:ln w="158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Freeform 532">
              <a:extLst>
                <a:ext uri="{FF2B5EF4-FFF2-40B4-BE49-F238E27FC236}">
                  <a16:creationId xmlns:a16="http://schemas.microsoft.com/office/drawing/2014/main" id="{6EC7EFCE-A3CE-4DC2-AD17-BA53678B1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261"/>
              <a:ext cx="95" cy="99"/>
            </a:xfrm>
            <a:custGeom>
              <a:avLst/>
              <a:gdLst>
                <a:gd name="T0" fmla="*/ 595 w 38"/>
                <a:gd name="T1" fmla="*/ 0 h 37"/>
                <a:gd name="T2" fmla="*/ 425 w 38"/>
                <a:gd name="T3" fmla="*/ 709 h 37"/>
                <a:gd name="T4" fmla="*/ 300 w 38"/>
                <a:gd name="T5" fmla="*/ 364 h 37"/>
                <a:gd name="T6" fmla="*/ 0 w 38"/>
                <a:gd name="T7" fmla="*/ 209 h 37"/>
                <a:gd name="T8" fmla="*/ 595 w 3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7">
                  <a:moveTo>
                    <a:pt x="38" y="0"/>
                  </a:moveTo>
                  <a:cubicBezTo>
                    <a:pt x="33" y="11"/>
                    <a:pt x="28" y="26"/>
                    <a:pt x="27" y="37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2" y="10"/>
                    <a:pt x="27" y="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>
            <a:extLst>
              <a:ext uri="{FF2B5EF4-FFF2-40B4-BE49-F238E27FC236}">
                <a16:creationId xmlns:a16="http://schemas.microsoft.com/office/drawing/2014/main" id="{5F6729CF-F9A4-48B2-8891-A653209F961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Vasoconstriction</a:t>
            </a:r>
          </a:p>
        </p:txBody>
      </p:sp>
      <p:grpSp>
        <p:nvGrpSpPr>
          <p:cNvPr id="31746" name="Arterial-vasoconstriction-diagram">
            <a:extLst>
              <a:ext uri="{FF2B5EF4-FFF2-40B4-BE49-F238E27FC236}">
                <a16:creationId xmlns:a16="http://schemas.microsoft.com/office/drawing/2014/main" id="{AE9D9B5E-D75B-4654-B318-7D741BB27FE6}"/>
              </a:ext>
            </a:extLst>
          </p:cNvPr>
          <p:cNvGrpSpPr>
            <a:grpSpLocks/>
          </p:cNvGrpSpPr>
          <p:nvPr/>
        </p:nvGrpSpPr>
        <p:grpSpPr bwMode="auto">
          <a:xfrm>
            <a:off x="3392488" y="2184400"/>
            <a:ext cx="1601787" cy="3081338"/>
            <a:chOff x="1177" y="1376"/>
            <a:chExt cx="1009" cy="1941"/>
          </a:xfrm>
        </p:grpSpPr>
        <p:sp>
          <p:nvSpPr>
            <p:cNvPr id="31767" name="Freeform 8">
              <a:extLst>
                <a:ext uri="{FF2B5EF4-FFF2-40B4-BE49-F238E27FC236}">
                  <a16:creationId xmlns:a16="http://schemas.microsoft.com/office/drawing/2014/main" id="{344E0EE0-BE6C-4B58-866D-C56E960AA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376"/>
              <a:ext cx="981" cy="1792"/>
            </a:xfrm>
            <a:custGeom>
              <a:avLst/>
              <a:gdLst>
                <a:gd name="T0" fmla="*/ 0 w 392"/>
                <a:gd name="T1" fmla="*/ 11699 h 672"/>
                <a:gd name="T2" fmla="*/ 1722 w 392"/>
                <a:gd name="T3" fmla="*/ 5597 h 672"/>
                <a:gd name="T4" fmla="*/ 3514 w 392"/>
                <a:gd name="T5" fmla="*/ 568 h 672"/>
                <a:gd name="T6" fmla="*/ 5093 w 392"/>
                <a:gd name="T7" fmla="*/ 307 h 672"/>
                <a:gd name="T8" fmla="*/ 6061 w 392"/>
                <a:gd name="T9" fmla="*/ 1443 h 672"/>
                <a:gd name="T10" fmla="*/ 5861 w 392"/>
                <a:gd name="T11" fmla="*/ 3507 h 672"/>
                <a:gd name="T12" fmla="*/ 4860 w 392"/>
                <a:gd name="T13" fmla="*/ 6635 h 672"/>
                <a:gd name="T14" fmla="*/ 3138 w 392"/>
                <a:gd name="T15" fmla="*/ 12744 h 6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2" h="672">
                  <a:moveTo>
                    <a:pt x="0" y="617"/>
                  </a:moveTo>
                  <a:cubicBezTo>
                    <a:pt x="0" y="617"/>
                    <a:pt x="18" y="480"/>
                    <a:pt x="110" y="295"/>
                  </a:cubicBezTo>
                  <a:cubicBezTo>
                    <a:pt x="202" y="110"/>
                    <a:pt x="202" y="54"/>
                    <a:pt x="224" y="30"/>
                  </a:cubicBezTo>
                  <a:cubicBezTo>
                    <a:pt x="242" y="10"/>
                    <a:pt x="284" y="0"/>
                    <a:pt x="325" y="16"/>
                  </a:cubicBezTo>
                  <a:cubicBezTo>
                    <a:pt x="360" y="29"/>
                    <a:pt x="379" y="47"/>
                    <a:pt x="387" y="76"/>
                  </a:cubicBezTo>
                  <a:cubicBezTo>
                    <a:pt x="391" y="89"/>
                    <a:pt x="392" y="124"/>
                    <a:pt x="374" y="185"/>
                  </a:cubicBezTo>
                  <a:cubicBezTo>
                    <a:pt x="363" y="223"/>
                    <a:pt x="345" y="280"/>
                    <a:pt x="310" y="350"/>
                  </a:cubicBezTo>
                  <a:cubicBezTo>
                    <a:pt x="217" y="535"/>
                    <a:pt x="200" y="672"/>
                    <a:pt x="200" y="672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9">
              <a:extLst>
                <a:ext uri="{FF2B5EF4-FFF2-40B4-BE49-F238E27FC236}">
                  <a16:creationId xmlns:a16="http://schemas.microsoft.com/office/drawing/2014/main" id="{BA26E91F-2CF1-4F69-8071-A6B349344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472"/>
              <a:ext cx="618" cy="1603"/>
            </a:xfrm>
            <a:custGeom>
              <a:avLst/>
              <a:gdLst>
                <a:gd name="T0" fmla="*/ 3255 w 247"/>
                <a:gd name="T1" fmla="*/ 0 h 601"/>
                <a:gd name="T2" fmla="*/ 3788 w 247"/>
                <a:gd name="T3" fmla="*/ 760 h 601"/>
                <a:gd name="T4" fmla="*/ 3588 w 247"/>
                <a:gd name="T5" fmla="*/ 2825 h 601"/>
                <a:gd name="T6" fmla="*/ 2567 w 247"/>
                <a:gd name="T7" fmla="*/ 5961 h 601"/>
                <a:gd name="T8" fmla="*/ 971 w 247"/>
                <a:gd name="T9" fmla="*/ 11325 h 601"/>
                <a:gd name="T10" fmla="*/ 863 w 247"/>
                <a:gd name="T11" fmla="*/ 11368 h 601"/>
                <a:gd name="T12" fmla="*/ 0 w 247"/>
                <a:gd name="T13" fmla="*/ 10549 h 601"/>
                <a:gd name="T14" fmla="*/ 801 w 247"/>
                <a:gd name="T15" fmla="*/ 10015 h 601"/>
                <a:gd name="T16" fmla="*/ 2429 w 247"/>
                <a:gd name="T17" fmla="*/ 5671 h 601"/>
                <a:gd name="T18" fmla="*/ 3618 w 247"/>
                <a:gd name="T19" fmla="*/ 1139 h 601"/>
                <a:gd name="T20" fmla="*/ 3255 w 247"/>
                <a:gd name="T21" fmla="*/ 0 h 6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7" h="601">
                  <a:moveTo>
                    <a:pt x="208" y="0"/>
                  </a:moveTo>
                  <a:cubicBezTo>
                    <a:pt x="225" y="10"/>
                    <a:pt x="237" y="22"/>
                    <a:pt x="242" y="40"/>
                  </a:cubicBezTo>
                  <a:cubicBezTo>
                    <a:pt x="246" y="53"/>
                    <a:pt x="247" y="88"/>
                    <a:pt x="229" y="149"/>
                  </a:cubicBezTo>
                  <a:cubicBezTo>
                    <a:pt x="218" y="187"/>
                    <a:pt x="200" y="244"/>
                    <a:pt x="164" y="314"/>
                  </a:cubicBezTo>
                  <a:cubicBezTo>
                    <a:pt x="102" y="440"/>
                    <a:pt x="73" y="543"/>
                    <a:pt x="62" y="597"/>
                  </a:cubicBezTo>
                  <a:cubicBezTo>
                    <a:pt x="61" y="600"/>
                    <a:pt x="57" y="601"/>
                    <a:pt x="55" y="599"/>
                  </a:cubicBezTo>
                  <a:cubicBezTo>
                    <a:pt x="42" y="582"/>
                    <a:pt x="17" y="564"/>
                    <a:pt x="0" y="556"/>
                  </a:cubicBezTo>
                  <a:cubicBezTo>
                    <a:pt x="17" y="556"/>
                    <a:pt x="31" y="552"/>
                    <a:pt x="51" y="528"/>
                  </a:cubicBezTo>
                  <a:cubicBezTo>
                    <a:pt x="71" y="504"/>
                    <a:pt x="119" y="364"/>
                    <a:pt x="155" y="299"/>
                  </a:cubicBezTo>
                  <a:cubicBezTo>
                    <a:pt x="191" y="234"/>
                    <a:pt x="232" y="108"/>
                    <a:pt x="231" y="60"/>
                  </a:cubicBezTo>
                  <a:cubicBezTo>
                    <a:pt x="229" y="12"/>
                    <a:pt x="218" y="7"/>
                    <a:pt x="208" y="0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10">
              <a:extLst>
                <a:ext uri="{FF2B5EF4-FFF2-40B4-BE49-F238E27FC236}">
                  <a16:creationId xmlns:a16="http://schemas.microsoft.com/office/drawing/2014/main" id="{C7562B31-702A-4DA3-91E4-2A6924EC3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411"/>
              <a:ext cx="750" cy="1474"/>
            </a:xfrm>
            <a:custGeom>
              <a:avLst/>
              <a:gdLst>
                <a:gd name="T0" fmla="*/ 1800 w 300"/>
                <a:gd name="T1" fmla="*/ 5661 h 553"/>
                <a:gd name="T2" fmla="*/ 3488 w 300"/>
                <a:gd name="T3" fmla="*/ 1045 h 553"/>
                <a:gd name="T4" fmla="*/ 4688 w 300"/>
                <a:gd name="T5" fmla="*/ 248 h 553"/>
                <a:gd name="T6" fmla="*/ 3333 w 300"/>
                <a:gd name="T7" fmla="*/ 477 h 553"/>
                <a:gd name="T8" fmla="*/ 1550 w 300"/>
                <a:gd name="T9" fmla="*/ 5491 h 553"/>
                <a:gd name="T10" fmla="*/ 0 w 300"/>
                <a:gd name="T11" fmla="*/ 10473 h 553"/>
                <a:gd name="T12" fmla="*/ 1800 w 300"/>
                <a:gd name="T13" fmla="*/ 5661 h 5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0" h="553">
                  <a:moveTo>
                    <a:pt x="115" y="299"/>
                  </a:moveTo>
                  <a:cubicBezTo>
                    <a:pt x="157" y="213"/>
                    <a:pt x="197" y="109"/>
                    <a:pt x="223" y="55"/>
                  </a:cubicBezTo>
                  <a:cubicBezTo>
                    <a:pt x="250" y="2"/>
                    <a:pt x="267" y="19"/>
                    <a:pt x="300" y="13"/>
                  </a:cubicBezTo>
                  <a:cubicBezTo>
                    <a:pt x="261" y="0"/>
                    <a:pt x="230" y="6"/>
                    <a:pt x="213" y="25"/>
                  </a:cubicBezTo>
                  <a:cubicBezTo>
                    <a:pt x="190" y="49"/>
                    <a:pt x="191" y="105"/>
                    <a:pt x="99" y="290"/>
                  </a:cubicBezTo>
                  <a:cubicBezTo>
                    <a:pt x="43" y="402"/>
                    <a:pt x="14" y="496"/>
                    <a:pt x="0" y="553"/>
                  </a:cubicBezTo>
                  <a:cubicBezTo>
                    <a:pt x="11" y="510"/>
                    <a:pt x="74" y="386"/>
                    <a:pt x="115" y="299"/>
                  </a:cubicBezTo>
                  <a:close/>
                </a:path>
              </a:pathLst>
            </a:custGeom>
            <a:solidFill>
              <a:srgbClr val="F6C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11">
              <a:extLst>
                <a:ext uri="{FF2B5EF4-FFF2-40B4-BE49-F238E27FC236}">
                  <a16:creationId xmlns:a16="http://schemas.microsoft.com/office/drawing/2014/main" id="{D0F9AAA7-06E4-4DA4-A583-43B15BF96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477"/>
              <a:ext cx="468" cy="1171"/>
            </a:xfrm>
            <a:custGeom>
              <a:avLst/>
              <a:gdLst>
                <a:gd name="T0" fmla="*/ 2525 w 187"/>
                <a:gd name="T1" fmla="*/ 990 h 439"/>
                <a:gd name="T2" fmla="*/ 1114 w 187"/>
                <a:gd name="T3" fmla="*/ 5009 h 439"/>
                <a:gd name="T4" fmla="*/ 0 w 187"/>
                <a:gd name="T5" fmla="*/ 8333 h 439"/>
                <a:gd name="T6" fmla="*/ 0 w 187"/>
                <a:gd name="T7" fmla="*/ 8333 h 439"/>
                <a:gd name="T8" fmla="*/ 1159 w 187"/>
                <a:gd name="T9" fmla="*/ 5052 h 439"/>
                <a:gd name="T10" fmla="*/ 2588 w 187"/>
                <a:gd name="T11" fmla="*/ 1003 h 439"/>
                <a:gd name="T12" fmla="*/ 2931 w 187"/>
                <a:gd name="T13" fmla="*/ 0 h 439"/>
                <a:gd name="T14" fmla="*/ 2931 w 187"/>
                <a:gd name="T15" fmla="*/ 0 h 439"/>
                <a:gd name="T16" fmla="*/ 2525 w 187"/>
                <a:gd name="T17" fmla="*/ 990 h 4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7" h="439">
                  <a:moveTo>
                    <a:pt x="161" y="52"/>
                  </a:moveTo>
                  <a:cubicBezTo>
                    <a:pt x="148" y="91"/>
                    <a:pt x="125" y="155"/>
                    <a:pt x="71" y="264"/>
                  </a:cubicBezTo>
                  <a:cubicBezTo>
                    <a:pt x="42" y="322"/>
                    <a:pt x="20" y="381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20" y="381"/>
                    <a:pt x="46" y="323"/>
                    <a:pt x="74" y="266"/>
                  </a:cubicBezTo>
                  <a:cubicBezTo>
                    <a:pt x="129" y="157"/>
                    <a:pt x="151" y="92"/>
                    <a:pt x="165" y="53"/>
                  </a:cubicBezTo>
                  <a:cubicBezTo>
                    <a:pt x="174" y="26"/>
                    <a:pt x="178" y="9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77" y="10"/>
                    <a:pt x="171" y="24"/>
                    <a:pt x="161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12">
              <a:extLst>
                <a:ext uri="{FF2B5EF4-FFF2-40B4-BE49-F238E27FC236}">
                  <a16:creationId xmlns:a16="http://schemas.microsoft.com/office/drawing/2014/main" id="{50D7F7D6-409C-4DB7-9A71-4E8392580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899"/>
              <a:ext cx="551" cy="418"/>
            </a:xfrm>
            <a:custGeom>
              <a:avLst/>
              <a:gdLst>
                <a:gd name="T0" fmla="*/ 3268 w 220"/>
                <a:gd name="T1" fmla="*/ 2170 h 157"/>
                <a:gd name="T2" fmla="*/ 2076 w 220"/>
                <a:gd name="T3" fmla="*/ 375 h 157"/>
                <a:gd name="T4" fmla="*/ 188 w 220"/>
                <a:gd name="T5" fmla="*/ 772 h 157"/>
                <a:gd name="T6" fmla="*/ 1380 w 220"/>
                <a:gd name="T7" fmla="*/ 2588 h 157"/>
                <a:gd name="T8" fmla="*/ 3268 w 220"/>
                <a:gd name="T9" fmla="*/ 217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0" h="157">
                  <a:moveTo>
                    <a:pt x="208" y="115"/>
                  </a:moveTo>
                  <a:cubicBezTo>
                    <a:pt x="220" y="83"/>
                    <a:pt x="186" y="41"/>
                    <a:pt x="132" y="20"/>
                  </a:cubicBezTo>
                  <a:cubicBezTo>
                    <a:pt x="78" y="0"/>
                    <a:pt x="24" y="9"/>
                    <a:pt x="12" y="41"/>
                  </a:cubicBezTo>
                  <a:cubicBezTo>
                    <a:pt x="0" y="73"/>
                    <a:pt x="34" y="116"/>
                    <a:pt x="88" y="137"/>
                  </a:cubicBezTo>
                  <a:cubicBezTo>
                    <a:pt x="142" y="157"/>
                    <a:pt x="196" y="148"/>
                    <a:pt x="208" y="115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13">
              <a:extLst>
                <a:ext uri="{FF2B5EF4-FFF2-40B4-BE49-F238E27FC236}">
                  <a16:creationId xmlns:a16="http://schemas.microsoft.com/office/drawing/2014/main" id="{E08ADBEA-E00D-465D-9E65-4D258D4C7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947"/>
              <a:ext cx="426" cy="322"/>
            </a:xfrm>
            <a:custGeom>
              <a:avLst/>
              <a:gdLst>
                <a:gd name="T0" fmla="*/ 2656 w 170"/>
                <a:gd name="T1" fmla="*/ 1714 h 121"/>
                <a:gd name="T2" fmla="*/ 1130 w 170"/>
                <a:gd name="T3" fmla="*/ 1940 h 121"/>
                <a:gd name="T4" fmla="*/ 125 w 170"/>
                <a:gd name="T5" fmla="*/ 567 h 121"/>
                <a:gd name="T6" fmla="*/ 1639 w 170"/>
                <a:gd name="T7" fmla="*/ 341 h 121"/>
                <a:gd name="T8" fmla="*/ 2676 w 170"/>
                <a:gd name="T9" fmla="*/ 1565 h 121"/>
                <a:gd name="T10" fmla="*/ 2656 w 170"/>
                <a:gd name="T11" fmla="*/ 1714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121">
                  <a:moveTo>
                    <a:pt x="169" y="91"/>
                  </a:moveTo>
                  <a:cubicBezTo>
                    <a:pt x="161" y="111"/>
                    <a:pt x="119" y="121"/>
                    <a:pt x="72" y="103"/>
                  </a:cubicBezTo>
                  <a:cubicBezTo>
                    <a:pt x="24" y="85"/>
                    <a:pt x="0" y="50"/>
                    <a:pt x="8" y="30"/>
                  </a:cubicBezTo>
                  <a:cubicBezTo>
                    <a:pt x="15" y="10"/>
                    <a:pt x="57" y="0"/>
                    <a:pt x="104" y="18"/>
                  </a:cubicBezTo>
                  <a:cubicBezTo>
                    <a:pt x="146" y="34"/>
                    <a:pt x="170" y="62"/>
                    <a:pt x="170" y="83"/>
                  </a:cubicBezTo>
                  <a:cubicBezTo>
                    <a:pt x="170" y="86"/>
                    <a:pt x="169" y="88"/>
                    <a:pt x="169" y="9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14">
              <a:extLst>
                <a:ext uri="{FF2B5EF4-FFF2-40B4-BE49-F238E27FC236}">
                  <a16:creationId xmlns:a16="http://schemas.microsoft.com/office/drawing/2014/main" id="{048FC428-52CD-4657-9135-2F6DA6C9E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136"/>
              <a:ext cx="326" cy="125"/>
            </a:xfrm>
            <a:custGeom>
              <a:avLst/>
              <a:gdLst>
                <a:gd name="T0" fmla="*/ 1999 w 130"/>
                <a:gd name="T1" fmla="*/ 0 h 47"/>
                <a:gd name="T2" fmla="*/ 1956 w 130"/>
                <a:gd name="T3" fmla="*/ 375 h 47"/>
                <a:gd name="T4" fmla="*/ 492 w 130"/>
                <a:gd name="T5" fmla="*/ 468 h 47"/>
                <a:gd name="T6" fmla="*/ 0 w 130"/>
                <a:gd name="T7" fmla="*/ 170 h 47"/>
                <a:gd name="T8" fmla="*/ 597 w 130"/>
                <a:gd name="T9" fmla="*/ 566 h 47"/>
                <a:gd name="T10" fmla="*/ 2019 w 130"/>
                <a:gd name="T11" fmla="*/ 362 h 47"/>
                <a:gd name="T12" fmla="*/ 2031 w 130"/>
                <a:gd name="T13" fmla="*/ 205 h 47"/>
                <a:gd name="T14" fmla="*/ 1999 w 130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0" h="47">
                  <a:moveTo>
                    <a:pt x="127" y="0"/>
                  </a:moveTo>
                  <a:cubicBezTo>
                    <a:pt x="128" y="2"/>
                    <a:pt x="130" y="12"/>
                    <a:pt x="124" y="20"/>
                  </a:cubicBezTo>
                  <a:cubicBezTo>
                    <a:pt x="112" y="35"/>
                    <a:pt x="71" y="40"/>
                    <a:pt x="31" y="25"/>
                  </a:cubicBezTo>
                  <a:cubicBezTo>
                    <a:pt x="19" y="21"/>
                    <a:pt x="9" y="15"/>
                    <a:pt x="0" y="9"/>
                  </a:cubicBezTo>
                  <a:cubicBezTo>
                    <a:pt x="10" y="17"/>
                    <a:pt x="22" y="25"/>
                    <a:pt x="38" y="30"/>
                  </a:cubicBezTo>
                  <a:cubicBezTo>
                    <a:pt x="82" y="47"/>
                    <a:pt x="121" y="38"/>
                    <a:pt x="128" y="19"/>
                  </a:cubicBezTo>
                  <a:cubicBezTo>
                    <a:pt x="129" y="16"/>
                    <a:pt x="129" y="14"/>
                    <a:pt x="129" y="11"/>
                  </a:cubicBezTo>
                  <a:cubicBezTo>
                    <a:pt x="129" y="8"/>
                    <a:pt x="128" y="4"/>
                    <a:pt x="127" y="0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15">
              <a:extLst>
                <a:ext uri="{FF2B5EF4-FFF2-40B4-BE49-F238E27FC236}">
                  <a16:creationId xmlns:a16="http://schemas.microsoft.com/office/drawing/2014/main" id="{B4D51652-7C82-46F9-A996-96CF063B5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3155"/>
              <a:ext cx="222" cy="120"/>
            </a:xfrm>
            <a:custGeom>
              <a:avLst/>
              <a:gdLst>
                <a:gd name="T0" fmla="*/ 1337 w 89"/>
                <a:gd name="T1" fmla="*/ 0 h 45"/>
                <a:gd name="T2" fmla="*/ 1287 w 89"/>
                <a:gd name="T3" fmla="*/ 376 h 45"/>
                <a:gd name="T4" fmla="*/ 105 w 89"/>
                <a:gd name="T5" fmla="*/ 661 h 45"/>
                <a:gd name="T6" fmla="*/ 883 w 89"/>
                <a:gd name="T7" fmla="*/ 739 h 45"/>
                <a:gd name="T8" fmla="*/ 1349 w 89"/>
                <a:gd name="T9" fmla="*/ 363 h 45"/>
                <a:gd name="T10" fmla="*/ 1369 w 89"/>
                <a:gd name="T11" fmla="*/ 205 h 45"/>
                <a:gd name="T12" fmla="*/ 1337 w 89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45">
                  <a:moveTo>
                    <a:pt x="86" y="0"/>
                  </a:moveTo>
                  <a:cubicBezTo>
                    <a:pt x="87" y="2"/>
                    <a:pt x="89" y="11"/>
                    <a:pt x="83" y="20"/>
                  </a:cubicBezTo>
                  <a:cubicBezTo>
                    <a:pt x="69" y="36"/>
                    <a:pt x="39" y="42"/>
                    <a:pt x="7" y="35"/>
                  </a:cubicBezTo>
                  <a:cubicBezTo>
                    <a:pt x="0" y="34"/>
                    <a:pt x="30" y="45"/>
                    <a:pt x="57" y="39"/>
                  </a:cubicBezTo>
                  <a:cubicBezTo>
                    <a:pt x="71" y="36"/>
                    <a:pt x="82" y="29"/>
                    <a:pt x="87" y="19"/>
                  </a:cubicBezTo>
                  <a:cubicBezTo>
                    <a:pt x="88" y="16"/>
                    <a:pt x="88" y="14"/>
                    <a:pt x="88" y="11"/>
                  </a:cubicBezTo>
                  <a:cubicBezTo>
                    <a:pt x="88" y="8"/>
                    <a:pt x="87" y="4"/>
                    <a:pt x="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6">
              <a:extLst>
                <a:ext uri="{FF2B5EF4-FFF2-40B4-BE49-F238E27FC236}">
                  <a16:creationId xmlns:a16="http://schemas.microsoft.com/office/drawing/2014/main" id="{53FE9FEC-0AA2-473F-8E36-A2399F85A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955"/>
              <a:ext cx="378" cy="226"/>
            </a:xfrm>
            <a:custGeom>
              <a:avLst/>
              <a:gdLst>
                <a:gd name="T0" fmla="*/ 2368 w 151"/>
                <a:gd name="T1" fmla="*/ 1130 h 85"/>
                <a:gd name="T2" fmla="*/ 1429 w 151"/>
                <a:gd name="T3" fmla="*/ 282 h 85"/>
                <a:gd name="T4" fmla="*/ 33 w 151"/>
                <a:gd name="T5" fmla="*/ 319 h 85"/>
                <a:gd name="T6" fmla="*/ 876 w 151"/>
                <a:gd name="T7" fmla="*/ 1279 h 85"/>
                <a:gd name="T8" fmla="*/ 2368 w 151"/>
                <a:gd name="T9" fmla="*/ 113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85">
                  <a:moveTo>
                    <a:pt x="151" y="60"/>
                  </a:moveTo>
                  <a:cubicBezTo>
                    <a:pt x="141" y="43"/>
                    <a:pt x="120" y="26"/>
                    <a:pt x="91" y="15"/>
                  </a:cubicBezTo>
                  <a:cubicBezTo>
                    <a:pt x="52" y="0"/>
                    <a:pt x="18" y="4"/>
                    <a:pt x="2" y="17"/>
                  </a:cubicBezTo>
                  <a:cubicBezTo>
                    <a:pt x="0" y="19"/>
                    <a:pt x="10" y="50"/>
                    <a:pt x="56" y="68"/>
                  </a:cubicBezTo>
                  <a:cubicBezTo>
                    <a:pt x="100" y="85"/>
                    <a:pt x="139" y="77"/>
                    <a:pt x="151" y="60"/>
                  </a:cubicBezTo>
                  <a:close/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7">
              <a:extLst>
                <a:ext uri="{FF2B5EF4-FFF2-40B4-BE49-F238E27FC236}">
                  <a16:creationId xmlns:a16="http://schemas.microsoft.com/office/drawing/2014/main" id="{A7D67B2B-41C8-40BD-BB7A-0572CF440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965"/>
              <a:ext cx="268" cy="110"/>
            </a:xfrm>
            <a:custGeom>
              <a:avLst/>
              <a:gdLst>
                <a:gd name="T0" fmla="*/ 0 w 107"/>
                <a:gd name="T1" fmla="*/ 35 h 41"/>
                <a:gd name="T2" fmla="*/ 721 w 107"/>
                <a:gd name="T3" fmla="*/ 577 h 41"/>
                <a:gd name="T4" fmla="*/ 1681 w 107"/>
                <a:gd name="T5" fmla="*/ 757 h 41"/>
                <a:gd name="T6" fmla="*/ 959 w 107"/>
                <a:gd name="T7" fmla="*/ 215 h 41"/>
                <a:gd name="T8" fmla="*/ 0 w 107"/>
                <a:gd name="T9" fmla="*/ 3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41">
                  <a:moveTo>
                    <a:pt x="0" y="2"/>
                  </a:moveTo>
                  <a:cubicBezTo>
                    <a:pt x="11" y="13"/>
                    <a:pt x="26" y="23"/>
                    <a:pt x="46" y="30"/>
                  </a:cubicBezTo>
                  <a:cubicBezTo>
                    <a:pt x="68" y="39"/>
                    <a:pt x="90" y="41"/>
                    <a:pt x="107" y="39"/>
                  </a:cubicBezTo>
                  <a:cubicBezTo>
                    <a:pt x="96" y="28"/>
                    <a:pt x="80" y="18"/>
                    <a:pt x="61" y="11"/>
                  </a:cubicBezTo>
                  <a:cubicBezTo>
                    <a:pt x="38" y="2"/>
                    <a:pt x="17" y="0"/>
                    <a:pt x="0" y="2"/>
                  </a:cubicBezTo>
                  <a:close/>
                </a:path>
              </a:pathLst>
            </a:custGeom>
            <a:solidFill>
              <a:srgbClr val="A00D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18">
              <a:extLst>
                <a:ext uri="{FF2B5EF4-FFF2-40B4-BE49-F238E27FC236}">
                  <a16:creationId xmlns:a16="http://schemas.microsoft.com/office/drawing/2014/main" id="{D8E0AAE0-E147-45BE-B572-4E1E30C0A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309"/>
              <a:ext cx="410" cy="782"/>
            </a:xfrm>
            <a:custGeom>
              <a:avLst/>
              <a:gdLst>
                <a:gd name="T0" fmla="*/ 595 w 164"/>
                <a:gd name="T1" fmla="*/ 4865 h 293"/>
                <a:gd name="T2" fmla="*/ 1208 w 164"/>
                <a:gd name="T3" fmla="*/ 3747 h 293"/>
                <a:gd name="T4" fmla="*/ 2563 w 164"/>
                <a:gd name="T5" fmla="*/ 0 h 293"/>
                <a:gd name="T6" fmla="*/ 1000 w 164"/>
                <a:gd name="T7" fmla="*/ 5493 h 293"/>
                <a:gd name="T8" fmla="*/ 895 w 164"/>
                <a:gd name="T9" fmla="*/ 5514 h 293"/>
                <a:gd name="T10" fmla="*/ 0 w 164"/>
                <a:gd name="T11" fmla="*/ 4601 h 293"/>
                <a:gd name="T12" fmla="*/ 595 w 164"/>
                <a:gd name="T13" fmla="*/ 4865 h 2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293">
                  <a:moveTo>
                    <a:pt x="38" y="256"/>
                  </a:moveTo>
                  <a:cubicBezTo>
                    <a:pt x="50" y="258"/>
                    <a:pt x="63" y="249"/>
                    <a:pt x="77" y="197"/>
                  </a:cubicBezTo>
                  <a:cubicBezTo>
                    <a:pt x="95" y="129"/>
                    <a:pt x="141" y="43"/>
                    <a:pt x="164" y="0"/>
                  </a:cubicBezTo>
                  <a:cubicBezTo>
                    <a:pt x="101" y="126"/>
                    <a:pt x="75" y="235"/>
                    <a:pt x="64" y="289"/>
                  </a:cubicBezTo>
                  <a:cubicBezTo>
                    <a:pt x="63" y="292"/>
                    <a:pt x="59" y="293"/>
                    <a:pt x="57" y="290"/>
                  </a:cubicBezTo>
                  <a:cubicBezTo>
                    <a:pt x="45" y="271"/>
                    <a:pt x="17" y="250"/>
                    <a:pt x="0" y="242"/>
                  </a:cubicBezTo>
                  <a:cubicBezTo>
                    <a:pt x="7" y="245"/>
                    <a:pt x="28" y="256"/>
                    <a:pt x="38" y="256"/>
                  </a:cubicBezTo>
                  <a:close/>
                </a:path>
              </a:pathLst>
            </a:custGeom>
            <a:solidFill>
              <a:srgbClr val="E564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19">
              <a:extLst>
                <a:ext uri="{FF2B5EF4-FFF2-40B4-BE49-F238E27FC236}">
                  <a16:creationId xmlns:a16="http://schemas.microsoft.com/office/drawing/2014/main" id="{7F22B254-6379-4453-84D1-5586ACB6A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376"/>
              <a:ext cx="981" cy="1792"/>
            </a:xfrm>
            <a:custGeom>
              <a:avLst/>
              <a:gdLst>
                <a:gd name="T0" fmla="*/ 0 w 392"/>
                <a:gd name="T1" fmla="*/ 11699 h 672"/>
                <a:gd name="T2" fmla="*/ 1722 w 392"/>
                <a:gd name="T3" fmla="*/ 5597 h 672"/>
                <a:gd name="T4" fmla="*/ 3514 w 392"/>
                <a:gd name="T5" fmla="*/ 568 h 672"/>
                <a:gd name="T6" fmla="*/ 5093 w 392"/>
                <a:gd name="T7" fmla="*/ 307 h 672"/>
                <a:gd name="T8" fmla="*/ 6061 w 392"/>
                <a:gd name="T9" fmla="*/ 1443 h 672"/>
                <a:gd name="T10" fmla="*/ 5861 w 392"/>
                <a:gd name="T11" fmla="*/ 3507 h 672"/>
                <a:gd name="T12" fmla="*/ 4860 w 392"/>
                <a:gd name="T13" fmla="*/ 6635 h 672"/>
                <a:gd name="T14" fmla="*/ 3138 w 392"/>
                <a:gd name="T15" fmla="*/ 12744 h 6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2" h="672">
                  <a:moveTo>
                    <a:pt x="0" y="617"/>
                  </a:moveTo>
                  <a:cubicBezTo>
                    <a:pt x="0" y="617"/>
                    <a:pt x="18" y="480"/>
                    <a:pt x="110" y="295"/>
                  </a:cubicBezTo>
                  <a:cubicBezTo>
                    <a:pt x="202" y="110"/>
                    <a:pt x="202" y="54"/>
                    <a:pt x="224" y="30"/>
                  </a:cubicBezTo>
                  <a:cubicBezTo>
                    <a:pt x="242" y="10"/>
                    <a:pt x="284" y="0"/>
                    <a:pt x="325" y="16"/>
                  </a:cubicBezTo>
                  <a:cubicBezTo>
                    <a:pt x="360" y="29"/>
                    <a:pt x="379" y="47"/>
                    <a:pt x="387" y="76"/>
                  </a:cubicBezTo>
                  <a:cubicBezTo>
                    <a:pt x="391" y="89"/>
                    <a:pt x="392" y="124"/>
                    <a:pt x="374" y="185"/>
                  </a:cubicBezTo>
                  <a:cubicBezTo>
                    <a:pt x="363" y="223"/>
                    <a:pt x="345" y="280"/>
                    <a:pt x="310" y="350"/>
                  </a:cubicBezTo>
                  <a:cubicBezTo>
                    <a:pt x="217" y="535"/>
                    <a:pt x="200" y="672"/>
                    <a:pt x="200" y="672"/>
                  </a:cubicBezTo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20">
              <a:extLst>
                <a:ext uri="{FF2B5EF4-FFF2-40B4-BE49-F238E27FC236}">
                  <a16:creationId xmlns:a16="http://schemas.microsoft.com/office/drawing/2014/main" id="{5C50FC36-5D26-4489-9119-39D8CB58A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899"/>
              <a:ext cx="551" cy="418"/>
            </a:xfrm>
            <a:custGeom>
              <a:avLst/>
              <a:gdLst>
                <a:gd name="T0" fmla="*/ 3268 w 220"/>
                <a:gd name="T1" fmla="*/ 2170 h 157"/>
                <a:gd name="T2" fmla="*/ 2076 w 220"/>
                <a:gd name="T3" fmla="*/ 375 h 157"/>
                <a:gd name="T4" fmla="*/ 188 w 220"/>
                <a:gd name="T5" fmla="*/ 772 h 157"/>
                <a:gd name="T6" fmla="*/ 1380 w 220"/>
                <a:gd name="T7" fmla="*/ 2588 h 157"/>
                <a:gd name="T8" fmla="*/ 3268 w 220"/>
                <a:gd name="T9" fmla="*/ 2170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0" h="157">
                  <a:moveTo>
                    <a:pt x="208" y="115"/>
                  </a:moveTo>
                  <a:cubicBezTo>
                    <a:pt x="220" y="83"/>
                    <a:pt x="186" y="41"/>
                    <a:pt x="132" y="20"/>
                  </a:cubicBezTo>
                  <a:cubicBezTo>
                    <a:pt x="78" y="0"/>
                    <a:pt x="24" y="9"/>
                    <a:pt x="12" y="41"/>
                  </a:cubicBezTo>
                  <a:cubicBezTo>
                    <a:pt x="0" y="73"/>
                    <a:pt x="34" y="116"/>
                    <a:pt x="88" y="137"/>
                  </a:cubicBezTo>
                  <a:cubicBezTo>
                    <a:pt x="142" y="157"/>
                    <a:pt x="196" y="148"/>
                    <a:pt x="208" y="1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21">
              <a:extLst>
                <a:ext uri="{FF2B5EF4-FFF2-40B4-BE49-F238E27FC236}">
                  <a16:creationId xmlns:a16="http://schemas.microsoft.com/office/drawing/2014/main" id="{814E3253-379D-4336-9861-EFC5E61BF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947"/>
              <a:ext cx="426" cy="322"/>
            </a:xfrm>
            <a:custGeom>
              <a:avLst/>
              <a:gdLst>
                <a:gd name="T0" fmla="*/ 2656 w 170"/>
                <a:gd name="T1" fmla="*/ 1714 h 121"/>
                <a:gd name="T2" fmla="*/ 1130 w 170"/>
                <a:gd name="T3" fmla="*/ 1940 h 121"/>
                <a:gd name="T4" fmla="*/ 125 w 170"/>
                <a:gd name="T5" fmla="*/ 567 h 121"/>
                <a:gd name="T6" fmla="*/ 1639 w 170"/>
                <a:gd name="T7" fmla="*/ 341 h 121"/>
                <a:gd name="T8" fmla="*/ 2676 w 170"/>
                <a:gd name="T9" fmla="*/ 1565 h 121"/>
                <a:gd name="T10" fmla="*/ 2656 w 170"/>
                <a:gd name="T11" fmla="*/ 1714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121">
                  <a:moveTo>
                    <a:pt x="169" y="91"/>
                  </a:moveTo>
                  <a:cubicBezTo>
                    <a:pt x="161" y="111"/>
                    <a:pt x="119" y="121"/>
                    <a:pt x="72" y="103"/>
                  </a:cubicBezTo>
                  <a:cubicBezTo>
                    <a:pt x="24" y="85"/>
                    <a:pt x="0" y="50"/>
                    <a:pt x="8" y="30"/>
                  </a:cubicBezTo>
                  <a:cubicBezTo>
                    <a:pt x="15" y="10"/>
                    <a:pt x="57" y="0"/>
                    <a:pt x="104" y="18"/>
                  </a:cubicBezTo>
                  <a:cubicBezTo>
                    <a:pt x="146" y="34"/>
                    <a:pt x="170" y="62"/>
                    <a:pt x="170" y="83"/>
                  </a:cubicBezTo>
                  <a:cubicBezTo>
                    <a:pt x="170" y="86"/>
                    <a:pt x="169" y="88"/>
                    <a:pt x="169" y="91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22">
              <a:extLst>
                <a:ext uri="{FF2B5EF4-FFF2-40B4-BE49-F238E27FC236}">
                  <a16:creationId xmlns:a16="http://schemas.microsoft.com/office/drawing/2014/main" id="{4CB93C7B-ED0C-4CBE-AF28-BF128A9C6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643"/>
              <a:ext cx="100" cy="282"/>
            </a:xfrm>
            <a:custGeom>
              <a:avLst/>
              <a:gdLst>
                <a:gd name="T0" fmla="*/ 345 w 40"/>
                <a:gd name="T1" fmla="*/ 1995 h 106"/>
                <a:gd name="T2" fmla="*/ 625 w 40"/>
                <a:gd name="T3" fmla="*/ 0 h 106"/>
                <a:gd name="T4" fmla="*/ 0 w 40"/>
                <a:gd name="T5" fmla="*/ 1846 h 106"/>
                <a:gd name="T6" fmla="*/ 270 w 40"/>
                <a:gd name="T7" fmla="*/ 1961 h 106"/>
                <a:gd name="T8" fmla="*/ 345 w 40"/>
                <a:gd name="T9" fmla="*/ 1995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6">
                  <a:moveTo>
                    <a:pt x="22" y="106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5" y="100"/>
                    <a:pt x="11" y="101"/>
                    <a:pt x="17" y="104"/>
                  </a:cubicBezTo>
                  <a:cubicBezTo>
                    <a:pt x="19" y="104"/>
                    <a:pt x="20" y="105"/>
                    <a:pt x="22" y="106"/>
                  </a:cubicBezTo>
                  <a:close/>
                </a:path>
              </a:pathLst>
            </a:custGeom>
            <a:solidFill>
              <a:srgbClr val="7F7B96"/>
            </a:solidFill>
            <a:ln w="7938" cap="rnd">
              <a:solidFill>
                <a:srgbClr val="76787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23">
              <a:extLst>
                <a:ext uri="{FF2B5EF4-FFF2-40B4-BE49-F238E27FC236}">
                  <a16:creationId xmlns:a16="http://schemas.microsoft.com/office/drawing/2014/main" id="{8EC52965-C4F1-49C5-91BF-13615529C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979"/>
              <a:ext cx="218" cy="317"/>
            </a:xfrm>
            <a:custGeom>
              <a:avLst/>
              <a:gdLst>
                <a:gd name="T0" fmla="*/ 1085 w 87"/>
                <a:gd name="T1" fmla="*/ 192 h 119"/>
                <a:gd name="T2" fmla="*/ 930 w 87"/>
                <a:gd name="T3" fmla="*/ 115 h 119"/>
                <a:gd name="T4" fmla="*/ 629 w 87"/>
                <a:gd name="T5" fmla="*/ 0 h 119"/>
                <a:gd name="T6" fmla="*/ 376 w 87"/>
                <a:gd name="T7" fmla="*/ 717 h 119"/>
                <a:gd name="T8" fmla="*/ 0 w 87"/>
                <a:gd name="T9" fmla="*/ 589 h 119"/>
                <a:gd name="T10" fmla="*/ 346 w 87"/>
                <a:gd name="T11" fmla="*/ 2248 h 119"/>
                <a:gd name="T12" fmla="*/ 1368 w 87"/>
                <a:gd name="T13" fmla="*/ 1058 h 119"/>
                <a:gd name="T14" fmla="*/ 972 w 87"/>
                <a:gd name="T15" fmla="*/ 930 h 119"/>
                <a:gd name="T16" fmla="*/ 1085 w 87"/>
                <a:gd name="T17" fmla="*/ 192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119">
                  <a:moveTo>
                    <a:pt x="69" y="10"/>
                  </a:moveTo>
                  <a:cubicBezTo>
                    <a:pt x="66" y="8"/>
                    <a:pt x="63" y="7"/>
                    <a:pt x="59" y="6"/>
                  </a:cubicBezTo>
                  <a:cubicBezTo>
                    <a:pt x="53" y="3"/>
                    <a:pt x="46" y="1"/>
                    <a:pt x="40" y="0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22" y="119"/>
                    <a:pt x="22" y="119"/>
                    <a:pt x="22" y="119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62" y="49"/>
                    <a:pt x="62" y="49"/>
                    <a:pt x="62" y="49"/>
                  </a:cubicBezTo>
                  <a:lnTo>
                    <a:pt x="69" y="10"/>
                  </a:lnTo>
                  <a:close/>
                </a:path>
              </a:pathLst>
            </a:custGeom>
            <a:solidFill>
              <a:srgbClr val="635D7B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24">
              <a:extLst>
                <a:ext uri="{FF2B5EF4-FFF2-40B4-BE49-F238E27FC236}">
                  <a16:creationId xmlns:a16="http://schemas.microsoft.com/office/drawing/2014/main" id="{3E6CCAF0-D3EE-49A4-B4DB-C9864E54E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077"/>
              <a:ext cx="47" cy="174"/>
            </a:xfrm>
            <a:custGeom>
              <a:avLst/>
              <a:gdLst>
                <a:gd name="T0" fmla="*/ 228 w 19"/>
                <a:gd name="T1" fmla="*/ 1247 h 65"/>
                <a:gd name="T2" fmla="*/ 0 w 19"/>
                <a:gd name="T3" fmla="*/ 0 h 65"/>
                <a:gd name="T4" fmla="*/ 287 w 19"/>
                <a:gd name="T5" fmla="*/ 94 h 65"/>
                <a:gd name="T6" fmla="*/ 92 w 19"/>
                <a:gd name="T7" fmla="*/ 115 h 65"/>
                <a:gd name="T8" fmla="*/ 228 w 19"/>
                <a:gd name="T9" fmla="*/ 124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5">
                  <a:moveTo>
                    <a:pt x="15" y="6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8" y="4"/>
                    <a:pt x="6" y="6"/>
                  </a:cubicBezTo>
                  <a:cubicBezTo>
                    <a:pt x="3" y="9"/>
                    <a:pt x="15" y="65"/>
                    <a:pt x="15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25">
              <a:extLst>
                <a:ext uri="{FF2B5EF4-FFF2-40B4-BE49-F238E27FC236}">
                  <a16:creationId xmlns:a16="http://schemas.microsoft.com/office/drawing/2014/main" id="{818A720E-E04C-4C11-AAA7-59E7A0DF4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981"/>
              <a:ext cx="85" cy="80"/>
            </a:xfrm>
            <a:custGeom>
              <a:avLst/>
              <a:gdLst>
                <a:gd name="T0" fmla="*/ 0 w 34"/>
                <a:gd name="T1" fmla="*/ 363 h 30"/>
                <a:gd name="T2" fmla="*/ 125 w 34"/>
                <a:gd name="T3" fmla="*/ 0 h 30"/>
                <a:gd name="T4" fmla="*/ 533 w 34"/>
                <a:gd name="T5" fmla="*/ 192 h 30"/>
                <a:gd name="T6" fmla="*/ 488 w 34"/>
                <a:gd name="T7" fmla="*/ 568 h 30"/>
                <a:gd name="T8" fmla="*/ 0 w 34"/>
                <a:gd name="T9" fmla="*/ 36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0" y="19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28" y="5"/>
                    <a:pt x="34" y="1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22" y="30"/>
                    <a:pt x="6" y="26"/>
                    <a:pt x="0" y="19"/>
                  </a:cubicBezTo>
                  <a:close/>
                </a:path>
              </a:pathLst>
            </a:custGeom>
            <a:solidFill>
              <a:srgbClr val="4C4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Vasoconstriction-of-an-artery-diagram">
            <a:extLst>
              <a:ext uri="{FF2B5EF4-FFF2-40B4-BE49-F238E27FC236}">
                <a16:creationId xmlns:a16="http://schemas.microsoft.com/office/drawing/2014/main" id="{3770CFEC-04E5-476D-9969-DA857EDD9897}"/>
              </a:ext>
            </a:extLst>
          </p:cNvPr>
          <p:cNvGrpSpPr>
            <a:grpSpLocks/>
          </p:cNvGrpSpPr>
          <p:nvPr/>
        </p:nvGrpSpPr>
        <p:grpSpPr bwMode="auto">
          <a:xfrm>
            <a:off x="6978650" y="2184400"/>
            <a:ext cx="1508125" cy="3040063"/>
            <a:chOff x="3436" y="1376"/>
            <a:chExt cx="950" cy="1915"/>
          </a:xfrm>
        </p:grpSpPr>
        <p:sp>
          <p:nvSpPr>
            <p:cNvPr id="31748" name="Freeform 27">
              <a:extLst>
                <a:ext uri="{FF2B5EF4-FFF2-40B4-BE49-F238E27FC236}">
                  <a16:creationId xmlns:a16="http://schemas.microsoft.com/office/drawing/2014/main" id="{7032814F-2194-48A4-BD1A-903F09C23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376"/>
              <a:ext cx="925" cy="1787"/>
            </a:xfrm>
            <a:custGeom>
              <a:avLst/>
              <a:gdLst>
                <a:gd name="T0" fmla="*/ 0 w 370"/>
                <a:gd name="T1" fmla="*/ 11666 h 670"/>
                <a:gd name="T2" fmla="*/ 1720 w 370"/>
                <a:gd name="T3" fmla="*/ 5556 h 670"/>
                <a:gd name="T4" fmla="*/ 3500 w 370"/>
                <a:gd name="T5" fmla="*/ 533 h 670"/>
                <a:gd name="T6" fmla="*/ 4783 w 370"/>
                <a:gd name="T7" fmla="*/ 307 h 670"/>
                <a:gd name="T8" fmla="*/ 5688 w 370"/>
                <a:gd name="T9" fmla="*/ 1400 h 670"/>
                <a:gd name="T10" fmla="*/ 5500 w 370"/>
                <a:gd name="T11" fmla="*/ 3473 h 670"/>
                <a:gd name="T12" fmla="*/ 4488 w 370"/>
                <a:gd name="T13" fmla="*/ 6601 h 670"/>
                <a:gd name="T14" fmla="*/ 2770 w 370"/>
                <a:gd name="T15" fmla="*/ 12712 h 6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0" h="670">
                  <a:moveTo>
                    <a:pt x="0" y="615"/>
                  </a:moveTo>
                  <a:cubicBezTo>
                    <a:pt x="0" y="615"/>
                    <a:pt x="18" y="478"/>
                    <a:pt x="110" y="293"/>
                  </a:cubicBezTo>
                  <a:cubicBezTo>
                    <a:pt x="202" y="108"/>
                    <a:pt x="202" y="52"/>
                    <a:pt x="224" y="28"/>
                  </a:cubicBezTo>
                  <a:cubicBezTo>
                    <a:pt x="242" y="8"/>
                    <a:pt x="264" y="0"/>
                    <a:pt x="306" y="16"/>
                  </a:cubicBezTo>
                  <a:cubicBezTo>
                    <a:pt x="341" y="29"/>
                    <a:pt x="356" y="45"/>
                    <a:pt x="364" y="74"/>
                  </a:cubicBezTo>
                  <a:cubicBezTo>
                    <a:pt x="369" y="87"/>
                    <a:pt x="370" y="122"/>
                    <a:pt x="352" y="183"/>
                  </a:cubicBezTo>
                  <a:cubicBezTo>
                    <a:pt x="340" y="221"/>
                    <a:pt x="322" y="278"/>
                    <a:pt x="287" y="348"/>
                  </a:cubicBezTo>
                  <a:cubicBezTo>
                    <a:pt x="195" y="533"/>
                    <a:pt x="177" y="670"/>
                    <a:pt x="177" y="670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28">
              <a:extLst>
                <a:ext uri="{FF2B5EF4-FFF2-40B4-BE49-F238E27FC236}">
                  <a16:creationId xmlns:a16="http://schemas.microsoft.com/office/drawing/2014/main" id="{B4B81509-0D70-49AA-94AA-D6AD1ADBA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456"/>
              <a:ext cx="617" cy="1619"/>
            </a:xfrm>
            <a:custGeom>
              <a:avLst/>
              <a:gdLst>
                <a:gd name="T0" fmla="*/ 3257 w 247"/>
                <a:gd name="T1" fmla="*/ 0 h 607"/>
                <a:gd name="T2" fmla="*/ 3774 w 247"/>
                <a:gd name="T3" fmla="*/ 832 h 607"/>
                <a:gd name="T4" fmla="*/ 3570 w 247"/>
                <a:gd name="T5" fmla="*/ 2902 h 607"/>
                <a:gd name="T6" fmla="*/ 2570 w 247"/>
                <a:gd name="T7" fmla="*/ 6033 h 607"/>
                <a:gd name="T8" fmla="*/ 949 w 247"/>
                <a:gd name="T9" fmla="*/ 11461 h 607"/>
                <a:gd name="T10" fmla="*/ 887 w 247"/>
                <a:gd name="T11" fmla="*/ 11496 h 607"/>
                <a:gd name="T12" fmla="*/ 0 w 247"/>
                <a:gd name="T13" fmla="*/ 10629 h 607"/>
                <a:gd name="T14" fmla="*/ 792 w 247"/>
                <a:gd name="T15" fmla="*/ 10095 h 607"/>
                <a:gd name="T16" fmla="*/ 2416 w 247"/>
                <a:gd name="T17" fmla="*/ 5748 h 607"/>
                <a:gd name="T18" fmla="*/ 3600 w 247"/>
                <a:gd name="T19" fmla="*/ 1216 h 607"/>
                <a:gd name="T20" fmla="*/ 3257 w 247"/>
                <a:gd name="T21" fmla="*/ 0 h 6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7" h="607">
                  <a:moveTo>
                    <a:pt x="209" y="0"/>
                  </a:moveTo>
                  <a:cubicBezTo>
                    <a:pt x="226" y="10"/>
                    <a:pt x="237" y="26"/>
                    <a:pt x="242" y="44"/>
                  </a:cubicBezTo>
                  <a:cubicBezTo>
                    <a:pt x="246" y="57"/>
                    <a:pt x="247" y="92"/>
                    <a:pt x="229" y="153"/>
                  </a:cubicBezTo>
                  <a:cubicBezTo>
                    <a:pt x="218" y="191"/>
                    <a:pt x="200" y="248"/>
                    <a:pt x="165" y="318"/>
                  </a:cubicBezTo>
                  <a:cubicBezTo>
                    <a:pt x="101" y="447"/>
                    <a:pt x="72" y="552"/>
                    <a:pt x="61" y="604"/>
                  </a:cubicBezTo>
                  <a:cubicBezTo>
                    <a:pt x="61" y="606"/>
                    <a:pt x="58" y="607"/>
                    <a:pt x="57" y="606"/>
                  </a:cubicBezTo>
                  <a:cubicBezTo>
                    <a:pt x="45" y="588"/>
                    <a:pt x="19" y="569"/>
                    <a:pt x="0" y="560"/>
                  </a:cubicBezTo>
                  <a:cubicBezTo>
                    <a:pt x="18" y="560"/>
                    <a:pt x="31" y="556"/>
                    <a:pt x="51" y="532"/>
                  </a:cubicBezTo>
                  <a:cubicBezTo>
                    <a:pt x="71" y="508"/>
                    <a:pt x="119" y="368"/>
                    <a:pt x="155" y="303"/>
                  </a:cubicBezTo>
                  <a:cubicBezTo>
                    <a:pt x="191" y="238"/>
                    <a:pt x="232" y="112"/>
                    <a:pt x="231" y="64"/>
                  </a:cubicBezTo>
                  <a:cubicBezTo>
                    <a:pt x="230" y="16"/>
                    <a:pt x="219" y="7"/>
                    <a:pt x="209" y="0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29">
              <a:extLst>
                <a:ext uri="{FF2B5EF4-FFF2-40B4-BE49-F238E27FC236}">
                  <a16:creationId xmlns:a16="http://schemas.microsoft.com/office/drawing/2014/main" id="{252C9EC1-6847-4772-A92F-138A029A3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403"/>
              <a:ext cx="703" cy="1477"/>
            </a:xfrm>
            <a:custGeom>
              <a:avLst/>
              <a:gdLst>
                <a:gd name="T0" fmla="*/ 1804 w 281"/>
                <a:gd name="T1" fmla="*/ 5687 h 554"/>
                <a:gd name="T2" fmla="*/ 3430 w 281"/>
                <a:gd name="T3" fmla="*/ 1058 h 554"/>
                <a:gd name="T4" fmla="*/ 4401 w 281"/>
                <a:gd name="T5" fmla="*/ 227 h 554"/>
                <a:gd name="T6" fmla="*/ 3335 w 281"/>
                <a:gd name="T7" fmla="*/ 419 h 554"/>
                <a:gd name="T8" fmla="*/ 1551 w 281"/>
                <a:gd name="T9" fmla="*/ 5516 h 554"/>
                <a:gd name="T10" fmla="*/ 0 w 281"/>
                <a:gd name="T11" fmla="*/ 10499 h 554"/>
                <a:gd name="T12" fmla="*/ 1804 w 281"/>
                <a:gd name="T13" fmla="*/ 5687 h 5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554">
                  <a:moveTo>
                    <a:pt x="115" y="300"/>
                  </a:moveTo>
                  <a:cubicBezTo>
                    <a:pt x="157" y="214"/>
                    <a:pt x="198" y="112"/>
                    <a:pt x="219" y="56"/>
                  </a:cubicBezTo>
                  <a:cubicBezTo>
                    <a:pt x="231" y="24"/>
                    <a:pt x="249" y="9"/>
                    <a:pt x="281" y="12"/>
                  </a:cubicBezTo>
                  <a:cubicBezTo>
                    <a:pt x="242" y="0"/>
                    <a:pt x="230" y="4"/>
                    <a:pt x="213" y="22"/>
                  </a:cubicBezTo>
                  <a:cubicBezTo>
                    <a:pt x="190" y="47"/>
                    <a:pt x="191" y="106"/>
                    <a:pt x="99" y="291"/>
                  </a:cubicBezTo>
                  <a:cubicBezTo>
                    <a:pt x="43" y="403"/>
                    <a:pt x="14" y="497"/>
                    <a:pt x="0" y="554"/>
                  </a:cubicBezTo>
                  <a:cubicBezTo>
                    <a:pt x="11" y="511"/>
                    <a:pt x="74" y="387"/>
                    <a:pt x="115" y="300"/>
                  </a:cubicBezTo>
                  <a:close/>
                </a:path>
              </a:pathLst>
            </a:custGeom>
            <a:solidFill>
              <a:srgbClr val="F6C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30">
              <a:extLst>
                <a:ext uri="{FF2B5EF4-FFF2-40B4-BE49-F238E27FC236}">
                  <a16:creationId xmlns:a16="http://schemas.microsoft.com/office/drawing/2014/main" id="{DA96CC81-9A7C-4D90-AB4A-864E51A15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472"/>
              <a:ext cx="468" cy="1171"/>
            </a:xfrm>
            <a:custGeom>
              <a:avLst/>
              <a:gdLst>
                <a:gd name="T0" fmla="*/ 2525 w 187"/>
                <a:gd name="T1" fmla="*/ 990 h 439"/>
                <a:gd name="T2" fmla="*/ 1114 w 187"/>
                <a:gd name="T3" fmla="*/ 5009 h 439"/>
                <a:gd name="T4" fmla="*/ 0 w 187"/>
                <a:gd name="T5" fmla="*/ 8333 h 439"/>
                <a:gd name="T6" fmla="*/ 0 w 187"/>
                <a:gd name="T7" fmla="*/ 8333 h 439"/>
                <a:gd name="T8" fmla="*/ 1159 w 187"/>
                <a:gd name="T9" fmla="*/ 5052 h 439"/>
                <a:gd name="T10" fmla="*/ 2588 w 187"/>
                <a:gd name="T11" fmla="*/ 1003 h 439"/>
                <a:gd name="T12" fmla="*/ 2931 w 187"/>
                <a:gd name="T13" fmla="*/ 0 h 439"/>
                <a:gd name="T14" fmla="*/ 2931 w 187"/>
                <a:gd name="T15" fmla="*/ 0 h 439"/>
                <a:gd name="T16" fmla="*/ 2525 w 187"/>
                <a:gd name="T17" fmla="*/ 990 h 4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7" h="439">
                  <a:moveTo>
                    <a:pt x="161" y="52"/>
                  </a:moveTo>
                  <a:cubicBezTo>
                    <a:pt x="148" y="91"/>
                    <a:pt x="125" y="155"/>
                    <a:pt x="71" y="264"/>
                  </a:cubicBezTo>
                  <a:cubicBezTo>
                    <a:pt x="42" y="322"/>
                    <a:pt x="20" y="381"/>
                    <a:pt x="0" y="439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20" y="381"/>
                    <a:pt x="46" y="323"/>
                    <a:pt x="74" y="266"/>
                  </a:cubicBezTo>
                  <a:cubicBezTo>
                    <a:pt x="129" y="157"/>
                    <a:pt x="151" y="92"/>
                    <a:pt x="165" y="53"/>
                  </a:cubicBezTo>
                  <a:cubicBezTo>
                    <a:pt x="174" y="26"/>
                    <a:pt x="178" y="9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77" y="10"/>
                    <a:pt x="171" y="24"/>
                    <a:pt x="161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31">
              <a:extLst>
                <a:ext uri="{FF2B5EF4-FFF2-40B4-BE49-F238E27FC236}">
                  <a16:creationId xmlns:a16="http://schemas.microsoft.com/office/drawing/2014/main" id="{DF494567-BDC6-4212-B406-BEB022B87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915"/>
              <a:ext cx="490" cy="371"/>
            </a:xfrm>
            <a:custGeom>
              <a:avLst/>
              <a:gdLst>
                <a:gd name="T0" fmla="*/ 2895 w 196"/>
                <a:gd name="T1" fmla="*/ 1959 h 139"/>
                <a:gd name="T2" fmla="*/ 1833 w 196"/>
                <a:gd name="T3" fmla="*/ 342 h 139"/>
                <a:gd name="T4" fmla="*/ 158 w 196"/>
                <a:gd name="T5" fmla="*/ 683 h 139"/>
                <a:gd name="T6" fmla="*/ 1220 w 196"/>
                <a:gd name="T7" fmla="*/ 2301 h 139"/>
                <a:gd name="T8" fmla="*/ 2895 w 196"/>
                <a:gd name="T9" fmla="*/ 1959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139">
                  <a:moveTo>
                    <a:pt x="185" y="103"/>
                  </a:moveTo>
                  <a:cubicBezTo>
                    <a:pt x="196" y="74"/>
                    <a:pt x="165" y="36"/>
                    <a:pt x="117" y="18"/>
                  </a:cubicBezTo>
                  <a:cubicBezTo>
                    <a:pt x="69" y="0"/>
                    <a:pt x="21" y="8"/>
                    <a:pt x="10" y="36"/>
                  </a:cubicBezTo>
                  <a:cubicBezTo>
                    <a:pt x="0" y="65"/>
                    <a:pt x="30" y="103"/>
                    <a:pt x="78" y="121"/>
                  </a:cubicBezTo>
                  <a:cubicBezTo>
                    <a:pt x="126" y="139"/>
                    <a:pt x="174" y="131"/>
                    <a:pt x="185" y="103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32">
              <a:extLst>
                <a:ext uri="{FF2B5EF4-FFF2-40B4-BE49-F238E27FC236}">
                  <a16:creationId xmlns:a16="http://schemas.microsoft.com/office/drawing/2014/main" id="{977CEB23-6B81-440F-AD40-35F6303CA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923"/>
              <a:ext cx="383" cy="235"/>
            </a:xfrm>
            <a:custGeom>
              <a:avLst/>
              <a:gdLst>
                <a:gd name="T0" fmla="*/ 188 w 153"/>
                <a:gd name="T1" fmla="*/ 764 h 88"/>
                <a:gd name="T2" fmla="*/ 1742 w 153"/>
                <a:gd name="T3" fmla="*/ 435 h 88"/>
                <a:gd name="T4" fmla="*/ 2401 w 153"/>
                <a:gd name="T5" fmla="*/ 913 h 88"/>
                <a:gd name="T6" fmla="*/ 1647 w 153"/>
                <a:gd name="T7" fmla="*/ 320 h 88"/>
                <a:gd name="T8" fmla="*/ 95 w 153"/>
                <a:gd name="T9" fmla="*/ 662 h 88"/>
                <a:gd name="T10" fmla="*/ 426 w 153"/>
                <a:gd name="T11" fmla="*/ 1677 h 88"/>
                <a:gd name="T12" fmla="*/ 188 w 153"/>
                <a:gd name="T13" fmla="*/ 764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88">
                  <a:moveTo>
                    <a:pt x="12" y="40"/>
                  </a:moveTo>
                  <a:cubicBezTo>
                    <a:pt x="22" y="14"/>
                    <a:pt x="66" y="6"/>
                    <a:pt x="111" y="23"/>
                  </a:cubicBezTo>
                  <a:cubicBezTo>
                    <a:pt x="128" y="29"/>
                    <a:pt x="142" y="38"/>
                    <a:pt x="153" y="48"/>
                  </a:cubicBezTo>
                  <a:cubicBezTo>
                    <a:pt x="142" y="36"/>
                    <a:pt x="125" y="25"/>
                    <a:pt x="105" y="17"/>
                  </a:cubicBezTo>
                  <a:cubicBezTo>
                    <a:pt x="61" y="0"/>
                    <a:pt x="16" y="8"/>
                    <a:pt x="6" y="35"/>
                  </a:cubicBezTo>
                  <a:cubicBezTo>
                    <a:pt x="0" y="51"/>
                    <a:pt x="9" y="71"/>
                    <a:pt x="27" y="88"/>
                  </a:cubicBezTo>
                  <a:cubicBezTo>
                    <a:pt x="12" y="72"/>
                    <a:pt x="6" y="55"/>
                    <a:pt x="12" y="40"/>
                  </a:cubicBezTo>
                  <a:close/>
                </a:path>
              </a:pathLst>
            </a:custGeom>
            <a:solidFill>
              <a:srgbClr val="F3A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33">
              <a:extLst>
                <a:ext uri="{FF2B5EF4-FFF2-40B4-BE49-F238E27FC236}">
                  <a16:creationId xmlns:a16="http://schemas.microsoft.com/office/drawing/2014/main" id="{4AF09955-4C87-445E-9B7E-E28FCC79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965"/>
              <a:ext cx="273" cy="307"/>
            </a:xfrm>
            <a:custGeom>
              <a:avLst/>
              <a:gdLst>
                <a:gd name="T0" fmla="*/ 564 w 109"/>
                <a:gd name="T1" fmla="*/ 56 h 115"/>
                <a:gd name="T2" fmla="*/ 408 w 109"/>
                <a:gd name="T3" fmla="*/ 0 h 115"/>
                <a:gd name="T4" fmla="*/ 426 w 109"/>
                <a:gd name="T5" fmla="*/ 0 h 115"/>
                <a:gd name="T6" fmla="*/ 1400 w 109"/>
                <a:gd name="T7" fmla="*/ 1482 h 115"/>
                <a:gd name="T8" fmla="*/ 0 w 109"/>
                <a:gd name="T9" fmla="*/ 1882 h 115"/>
                <a:gd name="T10" fmla="*/ 1555 w 109"/>
                <a:gd name="T11" fmla="*/ 1540 h 115"/>
                <a:gd name="T12" fmla="*/ 564 w 109"/>
                <a:gd name="T13" fmla="*/ 56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15">
                  <a:moveTo>
                    <a:pt x="36" y="3"/>
                  </a:moveTo>
                  <a:cubicBezTo>
                    <a:pt x="33" y="2"/>
                    <a:pt x="30" y="0"/>
                    <a:pt x="26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71" y="16"/>
                    <a:pt x="99" y="52"/>
                    <a:pt x="89" y="78"/>
                  </a:cubicBezTo>
                  <a:cubicBezTo>
                    <a:pt x="80" y="102"/>
                    <a:pt x="41" y="111"/>
                    <a:pt x="0" y="99"/>
                  </a:cubicBezTo>
                  <a:cubicBezTo>
                    <a:pt x="45" y="115"/>
                    <a:pt x="89" y="108"/>
                    <a:pt x="99" y="81"/>
                  </a:cubicBezTo>
                  <a:cubicBezTo>
                    <a:pt x="109" y="55"/>
                    <a:pt x="81" y="20"/>
                    <a:pt x="36" y="3"/>
                  </a:cubicBezTo>
                  <a:close/>
                </a:path>
              </a:pathLst>
            </a:custGeom>
            <a:solidFill>
              <a:srgbClr val="F3A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34">
              <a:extLst>
                <a:ext uri="{FF2B5EF4-FFF2-40B4-BE49-F238E27FC236}">
                  <a16:creationId xmlns:a16="http://schemas.microsoft.com/office/drawing/2014/main" id="{E67141A3-CBEA-4255-8E12-53123F668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008"/>
              <a:ext cx="243" cy="184"/>
            </a:xfrm>
            <a:custGeom>
              <a:avLst/>
              <a:gdLst>
                <a:gd name="T0" fmla="*/ 1506 w 97"/>
                <a:gd name="T1" fmla="*/ 989 h 69"/>
                <a:gd name="T2" fmla="*/ 646 w 97"/>
                <a:gd name="T3" fmla="*/ 1117 h 69"/>
                <a:gd name="T4" fmla="*/ 63 w 97"/>
                <a:gd name="T5" fmla="*/ 320 h 69"/>
                <a:gd name="T6" fmla="*/ 929 w 97"/>
                <a:gd name="T7" fmla="*/ 192 h 69"/>
                <a:gd name="T8" fmla="*/ 1526 w 97"/>
                <a:gd name="T9" fmla="*/ 888 h 69"/>
                <a:gd name="T10" fmla="*/ 1506 w 97"/>
                <a:gd name="T11" fmla="*/ 98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69">
                  <a:moveTo>
                    <a:pt x="96" y="52"/>
                  </a:moveTo>
                  <a:cubicBezTo>
                    <a:pt x="92" y="63"/>
                    <a:pt x="68" y="69"/>
                    <a:pt x="41" y="59"/>
                  </a:cubicBezTo>
                  <a:cubicBezTo>
                    <a:pt x="14" y="49"/>
                    <a:pt x="0" y="29"/>
                    <a:pt x="4" y="17"/>
                  </a:cubicBezTo>
                  <a:cubicBezTo>
                    <a:pt x="8" y="6"/>
                    <a:pt x="32" y="0"/>
                    <a:pt x="59" y="10"/>
                  </a:cubicBezTo>
                  <a:cubicBezTo>
                    <a:pt x="83" y="19"/>
                    <a:pt x="97" y="36"/>
                    <a:pt x="97" y="47"/>
                  </a:cubicBezTo>
                  <a:cubicBezTo>
                    <a:pt x="97" y="49"/>
                    <a:pt x="96" y="50"/>
                    <a:pt x="96" y="5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35">
              <a:extLst>
                <a:ext uri="{FF2B5EF4-FFF2-40B4-BE49-F238E27FC236}">
                  <a16:creationId xmlns:a16="http://schemas.microsoft.com/office/drawing/2014/main" id="{2523EA09-92B7-46B1-9B0C-D431D779F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011"/>
              <a:ext cx="222" cy="139"/>
            </a:xfrm>
            <a:custGeom>
              <a:avLst/>
              <a:gdLst>
                <a:gd name="T0" fmla="*/ 808 w 89"/>
                <a:gd name="T1" fmla="*/ 171 h 52"/>
                <a:gd name="T2" fmla="*/ 0 w 89"/>
                <a:gd name="T3" fmla="*/ 230 h 52"/>
                <a:gd name="T4" fmla="*/ 559 w 89"/>
                <a:gd name="T5" fmla="*/ 821 h 52"/>
                <a:gd name="T6" fmla="*/ 1382 w 89"/>
                <a:gd name="T7" fmla="*/ 786 h 52"/>
                <a:gd name="T8" fmla="*/ 808 w 89"/>
                <a:gd name="T9" fmla="*/ 17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2">
                  <a:moveTo>
                    <a:pt x="52" y="9"/>
                  </a:moveTo>
                  <a:cubicBezTo>
                    <a:pt x="29" y="0"/>
                    <a:pt x="8" y="3"/>
                    <a:pt x="0" y="12"/>
                  </a:cubicBezTo>
                  <a:cubicBezTo>
                    <a:pt x="3" y="23"/>
                    <a:pt x="16" y="36"/>
                    <a:pt x="36" y="43"/>
                  </a:cubicBezTo>
                  <a:cubicBezTo>
                    <a:pt x="60" y="52"/>
                    <a:pt x="81" y="49"/>
                    <a:pt x="89" y="41"/>
                  </a:cubicBezTo>
                  <a:cubicBezTo>
                    <a:pt x="85" y="30"/>
                    <a:pt x="72" y="17"/>
                    <a:pt x="52" y="9"/>
                  </a:cubicBezTo>
                  <a:close/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36">
              <a:extLst>
                <a:ext uri="{FF2B5EF4-FFF2-40B4-BE49-F238E27FC236}">
                  <a16:creationId xmlns:a16="http://schemas.microsoft.com/office/drawing/2014/main" id="{31ECEFF4-F8EC-49F0-8E03-963B27698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3027"/>
              <a:ext cx="115" cy="128"/>
            </a:xfrm>
            <a:custGeom>
              <a:avLst/>
              <a:gdLst>
                <a:gd name="T0" fmla="*/ 0 w 46"/>
                <a:gd name="T1" fmla="*/ 0 h 48"/>
                <a:gd name="T2" fmla="*/ 595 w 46"/>
                <a:gd name="T3" fmla="*/ 909 h 48"/>
                <a:gd name="T4" fmla="*/ 0 w 46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8">
                  <a:moveTo>
                    <a:pt x="0" y="0"/>
                  </a:moveTo>
                  <a:cubicBezTo>
                    <a:pt x="19" y="7"/>
                    <a:pt x="46" y="26"/>
                    <a:pt x="38" y="48"/>
                  </a:cubicBezTo>
                  <a:cubicBezTo>
                    <a:pt x="44" y="40"/>
                    <a:pt x="44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37">
              <a:extLst>
                <a:ext uri="{FF2B5EF4-FFF2-40B4-BE49-F238E27FC236}">
                  <a16:creationId xmlns:a16="http://schemas.microsoft.com/office/drawing/2014/main" id="{A3ECA241-1A92-4F72-9E23-9C218161B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019"/>
              <a:ext cx="142" cy="59"/>
            </a:xfrm>
            <a:custGeom>
              <a:avLst/>
              <a:gdLst>
                <a:gd name="T0" fmla="*/ 0 w 57"/>
                <a:gd name="T1" fmla="*/ 21 h 22"/>
                <a:gd name="T2" fmla="*/ 371 w 57"/>
                <a:gd name="T3" fmla="*/ 308 h 22"/>
                <a:gd name="T4" fmla="*/ 882 w 57"/>
                <a:gd name="T5" fmla="*/ 402 h 22"/>
                <a:gd name="T6" fmla="*/ 508 w 57"/>
                <a:gd name="T7" fmla="*/ 115 h 22"/>
                <a:gd name="T8" fmla="*/ 0 w 57"/>
                <a:gd name="T9" fmla="*/ 2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2">
                  <a:moveTo>
                    <a:pt x="0" y="1"/>
                  </a:moveTo>
                  <a:cubicBezTo>
                    <a:pt x="6" y="7"/>
                    <a:pt x="14" y="12"/>
                    <a:pt x="24" y="16"/>
                  </a:cubicBezTo>
                  <a:cubicBezTo>
                    <a:pt x="37" y="21"/>
                    <a:pt x="48" y="22"/>
                    <a:pt x="57" y="21"/>
                  </a:cubicBezTo>
                  <a:cubicBezTo>
                    <a:pt x="51" y="15"/>
                    <a:pt x="43" y="10"/>
                    <a:pt x="33" y="6"/>
                  </a:cubicBezTo>
                  <a:cubicBezTo>
                    <a:pt x="20" y="1"/>
                    <a:pt x="9" y="0"/>
                    <a:pt x="0" y="1"/>
                  </a:cubicBezTo>
                  <a:close/>
                </a:path>
              </a:pathLst>
            </a:custGeom>
            <a:solidFill>
              <a:srgbClr val="A00D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38">
              <a:extLst>
                <a:ext uri="{FF2B5EF4-FFF2-40B4-BE49-F238E27FC236}">
                  <a16:creationId xmlns:a16="http://schemas.microsoft.com/office/drawing/2014/main" id="{751DE9D3-E340-4226-93CF-41B31AE8D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304"/>
              <a:ext cx="412" cy="782"/>
            </a:xfrm>
            <a:custGeom>
              <a:avLst/>
              <a:gdLst>
                <a:gd name="T0" fmla="*/ 592 w 165"/>
                <a:gd name="T1" fmla="*/ 4865 h 293"/>
                <a:gd name="T2" fmla="*/ 1196 w 165"/>
                <a:gd name="T3" fmla="*/ 3747 h 293"/>
                <a:gd name="T4" fmla="*/ 2569 w 165"/>
                <a:gd name="T5" fmla="*/ 0 h 293"/>
                <a:gd name="T6" fmla="*/ 1011 w 165"/>
                <a:gd name="T7" fmla="*/ 5434 h 293"/>
                <a:gd name="T8" fmla="*/ 904 w 165"/>
                <a:gd name="T9" fmla="*/ 5477 h 293"/>
                <a:gd name="T10" fmla="*/ 0 w 165"/>
                <a:gd name="T11" fmla="*/ 4601 h 293"/>
                <a:gd name="T12" fmla="*/ 592 w 165"/>
                <a:gd name="T13" fmla="*/ 4865 h 2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5" h="293">
                  <a:moveTo>
                    <a:pt x="38" y="256"/>
                  </a:moveTo>
                  <a:cubicBezTo>
                    <a:pt x="50" y="258"/>
                    <a:pt x="63" y="249"/>
                    <a:pt x="77" y="197"/>
                  </a:cubicBezTo>
                  <a:cubicBezTo>
                    <a:pt x="95" y="129"/>
                    <a:pt x="141" y="43"/>
                    <a:pt x="165" y="0"/>
                  </a:cubicBezTo>
                  <a:cubicBezTo>
                    <a:pt x="102" y="125"/>
                    <a:pt x="76" y="232"/>
                    <a:pt x="65" y="286"/>
                  </a:cubicBezTo>
                  <a:cubicBezTo>
                    <a:pt x="64" y="289"/>
                    <a:pt x="62" y="293"/>
                    <a:pt x="58" y="288"/>
                  </a:cubicBezTo>
                  <a:cubicBezTo>
                    <a:pt x="45" y="270"/>
                    <a:pt x="18" y="250"/>
                    <a:pt x="0" y="242"/>
                  </a:cubicBezTo>
                  <a:cubicBezTo>
                    <a:pt x="7" y="245"/>
                    <a:pt x="29" y="256"/>
                    <a:pt x="38" y="256"/>
                  </a:cubicBezTo>
                  <a:close/>
                </a:path>
              </a:pathLst>
            </a:custGeom>
            <a:solidFill>
              <a:srgbClr val="E564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39">
              <a:extLst>
                <a:ext uri="{FF2B5EF4-FFF2-40B4-BE49-F238E27FC236}">
                  <a16:creationId xmlns:a16="http://schemas.microsoft.com/office/drawing/2014/main" id="{8EDE85F4-95C1-4398-9EB1-57FD6C3F7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376"/>
              <a:ext cx="925" cy="1787"/>
            </a:xfrm>
            <a:custGeom>
              <a:avLst/>
              <a:gdLst>
                <a:gd name="T0" fmla="*/ 0 w 370"/>
                <a:gd name="T1" fmla="*/ 11666 h 670"/>
                <a:gd name="T2" fmla="*/ 1720 w 370"/>
                <a:gd name="T3" fmla="*/ 5556 h 670"/>
                <a:gd name="T4" fmla="*/ 3500 w 370"/>
                <a:gd name="T5" fmla="*/ 533 h 670"/>
                <a:gd name="T6" fmla="*/ 4783 w 370"/>
                <a:gd name="T7" fmla="*/ 307 h 670"/>
                <a:gd name="T8" fmla="*/ 5688 w 370"/>
                <a:gd name="T9" fmla="*/ 1400 h 670"/>
                <a:gd name="T10" fmla="*/ 5500 w 370"/>
                <a:gd name="T11" fmla="*/ 3473 h 670"/>
                <a:gd name="T12" fmla="*/ 4488 w 370"/>
                <a:gd name="T13" fmla="*/ 6601 h 670"/>
                <a:gd name="T14" fmla="*/ 2770 w 370"/>
                <a:gd name="T15" fmla="*/ 12712 h 6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0" h="670">
                  <a:moveTo>
                    <a:pt x="0" y="615"/>
                  </a:moveTo>
                  <a:cubicBezTo>
                    <a:pt x="0" y="615"/>
                    <a:pt x="18" y="478"/>
                    <a:pt x="110" y="293"/>
                  </a:cubicBezTo>
                  <a:cubicBezTo>
                    <a:pt x="202" y="108"/>
                    <a:pt x="202" y="52"/>
                    <a:pt x="224" y="28"/>
                  </a:cubicBezTo>
                  <a:cubicBezTo>
                    <a:pt x="242" y="8"/>
                    <a:pt x="264" y="0"/>
                    <a:pt x="306" y="16"/>
                  </a:cubicBezTo>
                  <a:cubicBezTo>
                    <a:pt x="341" y="29"/>
                    <a:pt x="356" y="45"/>
                    <a:pt x="364" y="74"/>
                  </a:cubicBezTo>
                  <a:cubicBezTo>
                    <a:pt x="369" y="87"/>
                    <a:pt x="370" y="122"/>
                    <a:pt x="352" y="183"/>
                  </a:cubicBezTo>
                  <a:cubicBezTo>
                    <a:pt x="340" y="221"/>
                    <a:pt x="322" y="278"/>
                    <a:pt x="287" y="348"/>
                  </a:cubicBezTo>
                  <a:cubicBezTo>
                    <a:pt x="195" y="533"/>
                    <a:pt x="177" y="670"/>
                    <a:pt x="177" y="670"/>
                  </a:cubicBezTo>
                </a:path>
              </a:pathLst>
            </a:custGeom>
            <a:noFill/>
            <a:ln w="1270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40">
              <a:extLst>
                <a:ext uri="{FF2B5EF4-FFF2-40B4-BE49-F238E27FC236}">
                  <a16:creationId xmlns:a16="http://schemas.microsoft.com/office/drawing/2014/main" id="{50C32CB9-53B0-4548-B1AA-A2E5E2963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915"/>
              <a:ext cx="490" cy="371"/>
            </a:xfrm>
            <a:custGeom>
              <a:avLst/>
              <a:gdLst>
                <a:gd name="T0" fmla="*/ 2895 w 196"/>
                <a:gd name="T1" fmla="*/ 1959 h 139"/>
                <a:gd name="T2" fmla="*/ 1833 w 196"/>
                <a:gd name="T3" fmla="*/ 342 h 139"/>
                <a:gd name="T4" fmla="*/ 158 w 196"/>
                <a:gd name="T5" fmla="*/ 683 h 139"/>
                <a:gd name="T6" fmla="*/ 1220 w 196"/>
                <a:gd name="T7" fmla="*/ 2301 h 139"/>
                <a:gd name="T8" fmla="*/ 2895 w 196"/>
                <a:gd name="T9" fmla="*/ 1959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139">
                  <a:moveTo>
                    <a:pt x="185" y="103"/>
                  </a:moveTo>
                  <a:cubicBezTo>
                    <a:pt x="196" y="74"/>
                    <a:pt x="165" y="36"/>
                    <a:pt x="117" y="18"/>
                  </a:cubicBezTo>
                  <a:cubicBezTo>
                    <a:pt x="69" y="0"/>
                    <a:pt x="21" y="8"/>
                    <a:pt x="10" y="36"/>
                  </a:cubicBezTo>
                  <a:cubicBezTo>
                    <a:pt x="0" y="65"/>
                    <a:pt x="30" y="103"/>
                    <a:pt x="78" y="121"/>
                  </a:cubicBezTo>
                  <a:cubicBezTo>
                    <a:pt x="126" y="139"/>
                    <a:pt x="174" y="131"/>
                    <a:pt x="185" y="103"/>
                  </a:cubicBezTo>
                  <a:close/>
                </a:path>
              </a:pathLst>
            </a:custGeom>
            <a:noFill/>
            <a:ln w="1270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41">
              <a:extLst>
                <a:ext uri="{FF2B5EF4-FFF2-40B4-BE49-F238E27FC236}">
                  <a16:creationId xmlns:a16="http://schemas.microsoft.com/office/drawing/2014/main" id="{291AFED4-49FF-43DF-9C5D-1F104C7F4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008"/>
              <a:ext cx="243" cy="184"/>
            </a:xfrm>
            <a:custGeom>
              <a:avLst/>
              <a:gdLst>
                <a:gd name="T0" fmla="*/ 1506 w 97"/>
                <a:gd name="T1" fmla="*/ 989 h 69"/>
                <a:gd name="T2" fmla="*/ 646 w 97"/>
                <a:gd name="T3" fmla="*/ 1117 h 69"/>
                <a:gd name="T4" fmla="*/ 63 w 97"/>
                <a:gd name="T5" fmla="*/ 320 h 69"/>
                <a:gd name="T6" fmla="*/ 929 w 97"/>
                <a:gd name="T7" fmla="*/ 192 h 69"/>
                <a:gd name="T8" fmla="*/ 1526 w 97"/>
                <a:gd name="T9" fmla="*/ 888 h 69"/>
                <a:gd name="T10" fmla="*/ 1506 w 97"/>
                <a:gd name="T11" fmla="*/ 98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69">
                  <a:moveTo>
                    <a:pt x="96" y="52"/>
                  </a:moveTo>
                  <a:cubicBezTo>
                    <a:pt x="92" y="63"/>
                    <a:pt x="68" y="69"/>
                    <a:pt x="41" y="59"/>
                  </a:cubicBezTo>
                  <a:cubicBezTo>
                    <a:pt x="14" y="49"/>
                    <a:pt x="0" y="29"/>
                    <a:pt x="4" y="17"/>
                  </a:cubicBezTo>
                  <a:cubicBezTo>
                    <a:pt x="8" y="6"/>
                    <a:pt x="32" y="0"/>
                    <a:pt x="59" y="10"/>
                  </a:cubicBezTo>
                  <a:cubicBezTo>
                    <a:pt x="83" y="19"/>
                    <a:pt x="97" y="36"/>
                    <a:pt x="97" y="47"/>
                  </a:cubicBezTo>
                  <a:cubicBezTo>
                    <a:pt x="97" y="49"/>
                    <a:pt x="96" y="50"/>
                    <a:pt x="96" y="52"/>
                  </a:cubicBezTo>
                  <a:close/>
                </a:path>
              </a:pathLst>
            </a:custGeom>
            <a:noFill/>
            <a:ln w="1270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42">
              <a:extLst>
                <a:ext uri="{FF2B5EF4-FFF2-40B4-BE49-F238E27FC236}">
                  <a16:creationId xmlns:a16="http://schemas.microsoft.com/office/drawing/2014/main" id="{DA67797B-C7EE-443F-99AA-7E2BACF12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637"/>
              <a:ext cx="103" cy="283"/>
            </a:xfrm>
            <a:custGeom>
              <a:avLst/>
              <a:gdLst>
                <a:gd name="T0" fmla="*/ 367 w 41"/>
                <a:gd name="T1" fmla="*/ 2018 h 106"/>
                <a:gd name="T2" fmla="*/ 651 w 41"/>
                <a:gd name="T3" fmla="*/ 0 h 106"/>
                <a:gd name="T4" fmla="*/ 0 w 41"/>
                <a:gd name="T5" fmla="*/ 1866 h 106"/>
                <a:gd name="T6" fmla="*/ 284 w 41"/>
                <a:gd name="T7" fmla="*/ 1981 h 106"/>
                <a:gd name="T8" fmla="*/ 367 w 41"/>
                <a:gd name="T9" fmla="*/ 2018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06">
                  <a:moveTo>
                    <a:pt x="23" y="106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6" y="100"/>
                    <a:pt x="12" y="101"/>
                    <a:pt x="18" y="104"/>
                  </a:cubicBezTo>
                  <a:cubicBezTo>
                    <a:pt x="20" y="104"/>
                    <a:pt x="21" y="105"/>
                    <a:pt x="23" y="106"/>
                  </a:cubicBezTo>
                  <a:close/>
                </a:path>
              </a:pathLst>
            </a:custGeom>
            <a:solidFill>
              <a:srgbClr val="7F7B96"/>
            </a:solidFill>
            <a:ln w="7938" cap="rnd">
              <a:solidFill>
                <a:srgbClr val="76787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43">
              <a:extLst>
                <a:ext uri="{FF2B5EF4-FFF2-40B4-BE49-F238E27FC236}">
                  <a16:creationId xmlns:a16="http://schemas.microsoft.com/office/drawing/2014/main" id="{1D111EA9-C42C-4466-A928-DACB2256B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022"/>
              <a:ext cx="217" cy="269"/>
            </a:xfrm>
            <a:custGeom>
              <a:avLst/>
              <a:gdLst>
                <a:gd name="T0" fmla="*/ 1028 w 87"/>
                <a:gd name="T1" fmla="*/ 226 h 101"/>
                <a:gd name="T2" fmla="*/ 808 w 87"/>
                <a:gd name="T3" fmla="*/ 93 h 101"/>
                <a:gd name="T4" fmla="*/ 499 w 87"/>
                <a:gd name="T5" fmla="*/ 0 h 101"/>
                <a:gd name="T6" fmla="*/ 374 w 87"/>
                <a:gd name="T7" fmla="*/ 376 h 101"/>
                <a:gd name="T8" fmla="*/ 0 w 87"/>
                <a:gd name="T9" fmla="*/ 248 h 101"/>
                <a:gd name="T10" fmla="*/ 342 w 87"/>
                <a:gd name="T11" fmla="*/ 1907 h 101"/>
                <a:gd name="T12" fmla="*/ 1349 w 87"/>
                <a:gd name="T13" fmla="*/ 716 h 101"/>
                <a:gd name="T14" fmla="*/ 965 w 87"/>
                <a:gd name="T15" fmla="*/ 589 h 101"/>
                <a:gd name="T16" fmla="*/ 1028 w 87"/>
                <a:gd name="T17" fmla="*/ 226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101">
                  <a:moveTo>
                    <a:pt x="66" y="12"/>
                  </a:moveTo>
                  <a:cubicBezTo>
                    <a:pt x="62" y="9"/>
                    <a:pt x="57" y="7"/>
                    <a:pt x="52" y="5"/>
                  </a:cubicBezTo>
                  <a:cubicBezTo>
                    <a:pt x="45" y="3"/>
                    <a:pt x="39" y="1"/>
                    <a:pt x="32" y="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2" y="101"/>
                    <a:pt x="22" y="101"/>
                    <a:pt x="22" y="101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62" y="31"/>
                    <a:pt x="62" y="31"/>
                    <a:pt x="62" y="31"/>
                  </a:cubicBezTo>
                  <a:lnTo>
                    <a:pt x="66" y="12"/>
                  </a:lnTo>
                  <a:close/>
                </a:path>
              </a:pathLst>
            </a:custGeom>
            <a:solidFill>
              <a:srgbClr val="635D7B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44">
              <a:extLst>
                <a:ext uri="{FF2B5EF4-FFF2-40B4-BE49-F238E27FC236}">
                  <a16:creationId xmlns:a16="http://schemas.microsoft.com/office/drawing/2014/main" id="{7ACE572B-8715-4BEF-B582-09A5BDEF6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3072"/>
              <a:ext cx="48" cy="174"/>
            </a:xfrm>
            <a:custGeom>
              <a:avLst/>
              <a:gdLst>
                <a:gd name="T0" fmla="*/ 255 w 19"/>
                <a:gd name="T1" fmla="*/ 1247 h 65"/>
                <a:gd name="T2" fmla="*/ 0 w 19"/>
                <a:gd name="T3" fmla="*/ 0 h 65"/>
                <a:gd name="T4" fmla="*/ 306 w 19"/>
                <a:gd name="T5" fmla="*/ 94 h 65"/>
                <a:gd name="T6" fmla="*/ 96 w 19"/>
                <a:gd name="T7" fmla="*/ 115 h 65"/>
                <a:gd name="T8" fmla="*/ 255 w 19"/>
                <a:gd name="T9" fmla="*/ 124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5">
                  <a:moveTo>
                    <a:pt x="16" y="6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9" y="4"/>
                    <a:pt x="6" y="6"/>
                  </a:cubicBezTo>
                  <a:cubicBezTo>
                    <a:pt x="4" y="9"/>
                    <a:pt x="16" y="65"/>
                    <a:pt x="16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45">
              <a:extLst>
                <a:ext uri="{FF2B5EF4-FFF2-40B4-BE49-F238E27FC236}">
                  <a16:creationId xmlns:a16="http://schemas.microsoft.com/office/drawing/2014/main" id="{E8C0D508-806B-4775-838B-50E4591D2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3027"/>
              <a:ext cx="83" cy="45"/>
            </a:xfrm>
            <a:custGeom>
              <a:avLst/>
              <a:gdLst>
                <a:gd name="T0" fmla="*/ 526 w 33"/>
                <a:gd name="T1" fmla="*/ 183 h 17"/>
                <a:gd name="T2" fmla="*/ 506 w 33"/>
                <a:gd name="T3" fmla="*/ 315 h 17"/>
                <a:gd name="T4" fmla="*/ 0 w 33"/>
                <a:gd name="T5" fmla="*/ 111 h 17"/>
                <a:gd name="T6" fmla="*/ 33 w 33"/>
                <a:gd name="T7" fmla="*/ 0 h 17"/>
                <a:gd name="T8" fmla="*/ 526 w 33"/>
                <a:gd name="T9" fmla="*/ 18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7">
                  <a:moveTo>
                    <a:pt x="33" y="10"/>
                  </a:moveTo>
                  <a:cubicBezTo>
                    <a:pt x="32" y="17"/>
                    <a:pt x="32" y="17"/>
                    <a:pt x="32" y="17"/>
                  </a:cubicBezTo>
                  <a:cubicBezTo>
                    <a:pt x="23" y="17"/>
                    <a:pt x="5" y="12"/>
                    <a:pt x="0" y="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0"/>
                    <a:pt x="22" y="3"/>
                    <a:pt x="33" y="10"/>
                  </a:cubicBezTo>
                  <a:close/>
                </a:path>
              </a:pathLst>
            </a:custGeom>
            <a:solidFill>
              <a:srgbClr val="4C4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2">
            <a:extLst>
              <a:ext uri="{FF2B5EF4-FFF2-40B4-BE49-F238E27FC236}">
                <a16:creationId xmlns:a16="http://schemas.microsoft.com/office/drawing/2014/main" id="{A3189193-EC0B-440A-911E-FE3E38C8267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Capillaries (1)</a:t>
            </a:r>
          </a:p>
        </p:txBody>
      </p:sp>
      <p:grpSp>
        <p:nvGrpSpPr>
          <p:cNvPr id="32770" name="capillary-bed-network-diagram">
            <a:extLst>
              <a:ext uri="{FF2B5EF4-FFF2-40B4-BE49-F238E27FC236}">
                <a16:creationId xmlns:a16="http://schemas.microsoft.com/office/drawing/2014/main" id="{53D783AA-EEA2-4E13-8E1F-BC4C84A49827}"/>
              </a:ext>
            </a:extLst>
          </p:cNvPr>
          <p:cNvGrpSpPr>
            <a:grpSpLocks/>
          </p:cNvGrpSpPr>
          <p:nvPr/>
        </p:nvGrpSpPr>
        <p:grpSpPr bwMode="auto">
          <a:xfrm>
            <a:off x="3052763" y="1412875"/>
            <a:ext cx="5715000" cy="4752975"/>
            <a:chOff x="963" y="697"/>
            <a:chExt cx="3600" cy="2994"/>
          </a:xfrm>
        </p:grpSpPr>
        <p:sp>
          <p:nvSpPr>
            <p:cNvPr id="32771" name="Freeform 115">
              <a:extLst>
                <a:ext uri="{FF2B5EF4-FFF2-40B4-BE49-F238E27FC236}">
                  <a16:creationId xmlns:a16="http://schemas.microsoft.com/office/drawing/2014/main" id="{C40A92E8-2A94-4678-A442-7778A6869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479"/>
              <a:ext cx="1200" cy="891"/>
            </a:xfrm>
            <a:custGeom>
              <a:avLst/>
              <a:gdLst>
                <a:gd name="T0" fmla="*/ 12291 w 359"/>
                <a:gd name="T1" fmla="*/ 3760 h 250"/>
                <a:gd name="T2" fmla="*/ 10937 w 359"/>
                <a:gd name="T3" fmla="*/ 2666 h 250"/>
                <a:gd name="T4" fmla="*/ 11017 w 359"/>
                <a:gd name="T5" fmla="*/ 1180 h 250"/>
                <a:gd name="T6" fmla="*/ 11017 w 359"/>
                <a:gd name="T7" fmla="*/ 178 h 250"/>
                <a:gd name="T8" fmla="*/ 10426 w 359"/>
                <a:gd name="T9" fmla="*/ 139 h 250"/>
                <a:gd name="T10" fmla="*/ 10426 w 359"/>
                <a:gd name="T11" fmla="*/ 1219 h 250"/>
                <a:gd name="T12" fmla="*/ 10202 w 359"/>
                <a:gd name="T13" fmla="*/ 2987 h 250"/>
                <a:gd name="T14" fmla="*/ 8781 w 359"/>
                <a:gd name="T15" fmla="*/ 4890 h 250"/>
                <a:gd name="T16" fmla="*/ 8514 w 359"/>
                <a:gd name="T17" fmla="*/ 5157 h 250"/>
                <a:gd name="T18" fmla="*/ 6725 w 359"/>
                <a:gd name="T19" fmla="*/ 7153 h 250"/>
                <a:gd name="T20" fmla="*/ 6234 w 359"/>
                <a:gd name="T21" fmla="*/ 6337 h 250"/>
                <a:gd name="T22" fmla="*/ 5866 w 359"/>
                <a:gd name="T23" fmla="*/ 5752 h 250"/>
                <a:gd name="T24" fmla="*/ 4145 w 359"/>
                <a:gd name="T25" fmla="*/ 3582 h 250"/>
                <a:gd name="T26" fmla="*/ 3476 w 359"/>
                <a:gd name="T27" fmla="*/ 3304 h 250"/>
                <a:gd name="T28" fmla="*/ 2280 w 359"/>
                <a:gd name="T29" fmla="*/ 2491 h 250"/>
                <a:gd name="T30" fmla="*/ 2280 w 359"/>
                <a:gd name="T31" fmla="*/ 2135 h 250"/>
                <a:gd name="T32" fmla="*/ 2390 w 359"/>
                <a:gd name="T33" fmla="*/ 584 h 250"/>
                <a:gd name="T34" fmla="*/ 2280 w 359"/>
                <a:gd name="T35" fmla="*/ 89 h 250"/>
                <a:gd name="T36" fmla="*/ 1865 w 359"/>
                <a:gd name="T37" fmla="*/ 228 h 250"/>
                <a:gd name="T38" fmla="*/ 1641 w 359"/>
                <a:gd name="T39" fmla="*/ 1942 h 250"/>
                <a:gd name="T40" fmla="*/ 1641 w 359"/>
                <a:gd name="T41" fmla="*/ 2031 h 250"/>
                <a:gd name="T42" fmla="*/ 1721 w 359"/>
                <a:gd name="T43" fmla="*/ 2630 h 250"/>
                <a:gd name="T44" fmla="*/ 1641 w 359"/>
                <a:gd name="T45" fmla="*/ 3443 h 250"/>
                <a:gd name="T46" fmla="*/ 1274 w 359"/>
                <a:gd name="T47" fmla="*/ 3988 h 250"/>
                <a:gd name="T48" fmla="*/ 973 w 359"/>
                <a:gd name="T49" fmla="*/ 4255 h 250"/>
                <a:gd name="T50" fmla="*/ 414 w 359"/>
                <a:gd name="T51" fmla="*/ 5474 h 250"/>
                <a:gd name="T52" fmla="*/ 110 w 359"/>
                <a:gd name="T53" fmla="*/ 6248 h 250"/>
                <a:gd name="T54" fmla="*/ 110 w 359"/>
                <a:gd name="T55" fmla="*/ 6743 h 250"/>
                <a:gd name="T56" fmla="*/ 558 w 359"/>
                <a:gd name="T57" fmla="*/ 6743 h 250"/>
                <a:gd name="T58" fmla="*/ 973 w 359"/>
                <a:gd name="T59" fmla="*/ 5702 h 250"/>
                <a:gd name="T60" fmla="*/ 1421 w 359"/>
                <a:gd name="T61" fmla="*/ 4751 h 250"/>
                <a:gd name="T62" fmla="*/ 1641 w 359"/>
                <a:gd name="T63" fmla="*/ 4523 h 250"/>
                <a:gd name="T64" fmla="*/ 2246 w 359"/>
                <a:gd name="T65" fmla="*/ 3671 h 250"/>
                <a:gd name="T66" fmla="*/ 2246 w 359"/>
                <a:gd name="T67" fmla="*/ 3482 h 250"/>
                <a:gd name="T68" fmla="*/ 3319 w 359"/>
                <a:gd name="T69" fmla="*/ 4027 h 250"/>
                <a:gd name="T70" fmla="*/ 3887 w 359"/>
                <a:gd name="T71" fmla="*/ 4255 h 250"/>
                <a:gd name="T72" fmla="*/ 5375 w 359"/>
                <a:gd name="T73" fmla="*/ 6109 h 250"/>
                <a:gd name="T74" fmla="*/ 5753 w 359"/>
                <a:gd name="T75" fmla="*/ 6797 h 250"/>
                <a:gd name="T76" fmla="*/ 6234 w 359"/>
                <a:gd name="T77" fmla="*/ 7734 h 250"/>
                <a:gd name="T78" fmla="*/ 6281 w 359"/>
                <a:gd name="T79" fmla="*/ 7734 h 250"/>
                <a:gd name="T80" fmla="*/ 4593 w 359"/>
                <a:gd name="T81" fmla="*/ 11088 h 250"/>
                <a:gd name="T82" fmla="*/ 5151 w 359"/>
                <a:gd name="T83" fmla="*/ 11319 h 250"/>
                <a:gd name="T84" fmla="*/ 8895 w 359"/>
                <a:gd name="T85" fmla="*/ 5702 h 250"/>
                <a:gd name="T86" fmla="*/ 9152 w 359"/>
                <a:gd name="T87" fmla="*/ 5435 h 250"/>
                <a:gd name="T88" fmla="*/ 10603 w 359"/>
                <a:gd name="T89" fmla="*/ 3532 h 250"/>
                <a:gd name="T90" fmla="*/ 12134 w 359"/>
                <a:gd name="T91" fmla="*/ 4484 h 250"/>
                <a:gd name="T92" fmla="*/ 13106 w 359"/>
                <a:gd name="T93" fmla="*/ 4890 h 250"/>
                <a:gd name="T94" fmla="*/ 13407 w 359"/>
                <a:gd name="T95" fmla="*/ 4305 h 250"/>
                <a:gd name="T96" fmla="*/ 12291 w 359"/>
                <a:gd name="T97" fmla="*/ 3760 h 2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59" h="250">
                  <a:moveTo>
                    <a:pt x="329" y="83"/>
                  </a:moveTo>
                  <a:cubicBezTo>
                    <a:pt x="309" y="78"/>
                    <a:pt x="297" y="74"/>
                    <a:pt x="293" y="59"/>
                  </a:cubicBezTo>
                  <a:cubicBezTo>
                    <a:pt x="296" y="48"/>
                    <a:pt x="295" y="37"/>
                    <a:pt x="295" y="26"/>
                  </a:cubicBezTo>
                  <a:cubicBezTo>
                    <a:pt x="294" y="19"/>
                    <a:pt x="294" y="12"/>
                    <a:pt x="295" y="4"/>
                  </a:cubicBezTo>
                  <a:cubicBezTo>
                    <a:pt x="279" y="3"/>
                    <a:pt x="279" y="3"/>
                    <a:pt x="279" y="3"/>
                  </a:cubicBezTo>
                  <a:cubicBezTo>
                    <a:pt x="278" y="11"/>
                    <a:pt x="278" y="19"/>
                    <a:pt x="279" y="27"/>
                  </a:cubicBezTo>
                  <a:cubicBezTo>
                    <a:pt x="279" y="41"/>
                    <a:pt x="280" y="53"/>
                    <a:pt x="273" y="66"/>
                  </a:cubicBezTo>
                  <a:cubicBezTo>
                    <a:pt x="264" y="83"/>
                    <a:pt x="249" y="95"/>
                    <a:pt x="235" y="108"/>
                  </a:cubicBezTo>
                  <a:cubicBezTo>
                    <a:pt x="228" y="114"/>
                    <a:pt x="228" y="114"/>
                    <a:pt x="228" y="114"/>
                  </a:cubicBezTo>
                  <a:cubicBezTo>
                    <a:pt x="211" y="129"/>
                    <a:pt x="195" y="143"/>
                    <a:pt x="180" y="158"/>
                  </a:cubicBezTo>
                  <a:cubicBezTo>
                    <a:pt x="176" y="152"/>
                    <a:pt x="171" y="146"/>
                    <a:pt x="167" y="140"/>
                  </a:cubicBezTo>
                  <a:cubicBezTo>
                    <a:pt x="163" y="135"/>
                    <a:pt x="160" y="131"/>
                    <a:pt x="157" y="127"/>
                  </a:cubicBezTo>
                  <a:cubicBezTo>
                    <a:pt x="147" y="110"/>
                    <a:pt x="132" y="88"/>
                    <a:pt x="111" y="79"/>
                  </a:cubicBezTo>
                  <a:cubicBezTo>
                    <a:pt x="105" y="77"/>
                    <a:pt x="99" y="75"/>
                    <a:pt x="93" y="73"/>
                  </a:cubicBezTo>
                  <a:cubicBezTo>
                    <a:pt x="77" y="69"/>
                    <a:pt x="65" y="65"/>
                    <a:pt x="61" y="55"/>
                  </a:cubicBezTo>
                  <a:cubicBezTo>
                    <a:pt x="61" y="52"/>
                    <a:pt x="61" y="50"/>
                    <a:pt x="61" y="47"/>
                  </a:cubicBezTo>
                  <a:cubicBezTo>
                    <a:pt x="59" y="35"/>
                    <a:pt x="58" y="24"/>
                    <a:pt x="64" y="13"/>
                  </a:cubicBezTo>
                  <a:cubicBezTo>
                    <a:pt x="66" y="9"/>
                    <a:pt x="65" y="4"/>
                    <a:pt x="61" y="2"/>
                  </a:cubicBezTo>
                  <a:cubicBezTo>
                    <a:pt x="57" y="0"/>
                    <a:pt x="52" y="2"/>
                    <a:pt x="50" y="5"/>
                  </a:cubicBezTo>
                  <a:cubicBezTo>
                    <a:pt x="43" y="18"/>
                    <a:pt x="43" y="31"/>
                    <a:pt x="44" y="43"/>
                  </a:cubicBezTo>
                  <a:cubicBezTo>
                    <a:pt x="44" y="44"/>
                    <a:pt x="44" y="44"/>
                    <a:pt x="44" y="45"/>
                  </a:cubicBezTo>
                  <a:cubicBezTo>
                    <a:pt x="44" y="50"/>
                    <a:pt x="44" y="54"/>
                    <a:pt x="46" y="58"/>
                  </a:cubicBezTo>
                  <a:cubicBezTo>
                    <a:pt x="46" y="65"/>
                    <a:pt x="46" y="70"/>
                    <a:pt x="44" y="76"/>
                  </a:cubicBezTo>
                  <a:cubicBezTo>
                    <a:pt x="43" y="81"/>
                    <a:pt x="39" y="84"/>
                    <a:pt x="34" y="88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19" y="102"/>
                    <a:pt x="15" y="112"/>
                    <a:pt x="11" y="121"/>
                  </a:cubicBezTo>
                  <a:cubicBezTo>
                    <a:pt x="9" y="127"/>
                    <a:pt x="6" y="134"/>
                    <a:pt x="3" y="138"/>
                  </a:cubicBezTo>
                  <a:cubicBezTo>
                    <a:pt x="0" y="141"/>
                    <a:pt x="0" y="146"/>
                    <a:pt x="3" y="149"/>
                  </a:cubicBezTo>
                  <a:cubicBezTo>
                    <a:pt x="7" y="152"/>
                    <a:pt x="12" y="152"/>
                    <a:pt x="15" y="149"/>
                  </a:cubicBezTo>
                  <a:cubicBezTo>
                    <a:pt x="20" y="142"/>
                    <a:pt x="23" y="134"/>
                    <a:pt x="26" y="126"/>
                  </a:cubicBezTo>
                  <a:cubicBezTo>
                    <a:pt x="29" y="118"/>
                    <a:pt x="32" y="111"/>
                    <a:pt x="38" y="105"/>
                  </a:cubicBezTo>
                  <a:cubicBezTo>
                    <a:pt x="38" y="105"/>
                    <a:pt x="44" y="100"/>
                    <a:pt x="44" y="100"/>
                  </a:cubicBezTo>
                  <a:cubicBezTo>
                    <a:pt x="50" y="95"/>
                    <a:pt x="57" y="90"/>
                    <a:pt x="60" y="81"/>
                  </a:cubicBezTo>
                  <a:cubicBezTo>
                    <a:pt x="60" y="80"/>
                    <a:pt x="60" y="78"/>
                    <a:pt x="60" y="77"/>
                  </a:cubicBezTo>
                  <a:cubicBezTo>
                    <a:pt x="69" y="83"/>
                    <a:pt x="80" y="86"/>
                    <a:pt x="89" y="89"/>
                  </a:cubicBezTo>
                  <a:cubicBezTo>
                    <a:pt x="95" y="90"/>
                    <a:pt x="100" y="92"/>
                    <a:pt x="104" y="94"/>
                  </a:cubicBezTo>
                  <a:cubicBezTo>
                    <a:pt x="122" y="101"/>
                    <a:pt x="135" y="121"/>
                    <a:pt x="144" y="135"/>
                  </a:cubicBezTo>
                  <a:cubicBezTo>
                    <a:pt x="146" y="140"/>
                    <a:pt x="150" y="145"/>
                    <a:pt x="154" y="150"/>
                  </a:cubicBezTo>
                  <a:cubicBezTo>
                    <a:pt x="160" y="157"/>
                    <a:pt x="166" y="165"/>
                    <a:pt x="167" y="171"/>
                  </a:cubicBezTo>
                  <a:cubicBezTo>
                    <a:pt x="167" y="171"/>
                    <a:pt x="167" y="171"/>
                    <a:pt x="168" y="171"/>
                  </a:cubicBezTo>
                  <a:cubicBezTo>
                    <a:pt x="150" y="192"/>
                    <a:pt x="134" y="215"/>
                    <a:pt x="123" y="245"/>
                  </a:cubicBezTo>
                  <a:cubicBezTo>
                    <a:pt x="138" y="250"/>
                    <a:pt x="138" y="250"/>
                    <a:pt x="138" y="250"/>
                  </a:cubicBezTo>
                  <a:cubicBezTo>
                    <a:pt x="159" y="195"/>
                    <a:pt x="197" y="162"/>
                    <a:pt x="238" y="126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60" y="108"/>
                    <a:pt x="274" y="95"/>
                    <a:pt x="284" y="78"/>
                  </a:cubicBezTo>
                  <a:cubicBezTo>
                    <a:pt x="294" y="91"/>
                    <a:pt x="310" y="95"/>
                    <a:pt x="325" y="99"/>
                  </a:cubicBezTo>
                  <a:cubicBezTo>
                    <a:pt x="335" y="101"/>
                    <a:pt x="344" y="104"/>
                    <a:pt x="351" y="108"/>
                  </a:cubicBezTo>
                  <a:cubicBezTo>
                    <a:pt x="359" y="95"/>
                    <a:pt x="359" y="95"/>
                    <a:pt x="359" y="95"/>
                  </a:cubicBezTo>
                  <a:cubicBezTo>
                    <a:pt x="350" y="89"/>
                    <a:pt x="339" y="86"/>
                    <a:pt x="329" y="83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2" name="Freeform 116">
              <a:extLst>
                <a:ext uri="{FF2B5EF4-FFF2-40B4-BE49-F238E27FC236}">
                  <a16:creationId xmlns:a16="http://schemas.microsoft.com/office/drawing/2014/main" id="{F2DBE1B8-2E04-42E2-B395-FBC96B40B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964"/>
              <a:ext cx="528" cy="681"/>
            </a:xfrm>
            <a:custGeom>
              <a:avLst/>
              <a:gdLst>
                <a:gd name="T0" fmla="*/ 5895 w 158"/>
                <a:gd name="T1" fmla="*/ 6839 h 191"/>
                <a:gd name="T2" fmla="*/ 3586 w 158"/>
                <a:gd name="T3" fmla="*/ 4945 h 191"/>
                <a:gd name="T4" fmla="*/ 2580 w 158"/>
                <a:gd name="T5" fmla="*/ 3993 h 191"/>
                <a:gd name="T6" fmla="*/ 1383 w 158"/>
                <a:gd name="T7" fmla="*/ 2899 h 191"/>
                <a:gd name="T8" fmla="*/ 672 w 158"/>
                <a:gd name="T9" fmla="*/ 50 h 191"/>
                <a:gd name="T10" fmla="*/ 77 w 158"/>
                <a:gd name="T11" fmla="*/ 0 h 191"/>
                <a:gd name="T12" fmla="*/ 1163 w 158"/>
                <a:gd name="T13" fmla="*/ 3851 h 191"/>
                <a:gd name="T14" fmla="*/ 2122 w 158"/>
                <a:gd name="T15" fmla="*/ 7348 h 191"/>
                <a:gd name="T16" fmla="*/ 2724 w 158"/>
                <a:gd name="T17" fmla="*/ 7388 h 191"/>
                <a:gd name="T18" fmla="*/ 2089 w 158"/>
                <a:gd name="T19" fmla="*/ 4435 h 191"/>
                <a:gd name="T20" fmla="*/ 2165 w 158"/>
                <a:gd name="T21" fmla="*/ 4539 h 191"/>
                <a:gd name="T22" fmla="*/ 3318 w 158"/>
                <a:gd name="T23" fmla="*/ 5580 h 191"/>
                <a:gd name="T24" fmla="*/ 4254 w 158"/>
                <a:gd name="T25" fmla="*/ 6115 h 191"/>
                <a:gd name="T26" fmla="*/ 3248 w 158"/>
                <a:gd name="T27" fmla="*/ 8161 h 191"/>
                <a:gd name="T28" fmla="*/ 3653 w 158"/>
                <a:gd name="T29" fmla="*/ 8657 h 191"/>
                <a:gd name="T30" fmla="*/ 4779 w 158"/>
                <a:gd name="T31" fmla="*/ 6625 h 191"/>
                <a:gd name="T32" fmla="*/ 5484 w 158"/>
                <a:gd name="T33" fmla="*/ 7388 h 191"/>
                <a:gd name="T34" fmla="*/ 5895 w 158"/>
                <a:gd name="T35" fmla="*/ 6839 h 1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8" h="191">
                  <a:moveTo>
                    <a:pt x="158" y="151"/>
                  </a:moveTo>
                  <a:cubicBezTo>
                    <a:pt x="135" y="130"/>
                    <a:pt x="124" y="120"/>
                    <a:pt x="96" y="109"/>
                  </a:cubicBezTo>
                  <a:cubicBezTo>
                    <a:pt x="87" y="105"/>
                    <a:pt x="78" y="97"/>
                    <a:pt x="69" y="88"/>
                  </a:cubicBezTo>
                  <a:cubicBezTo>
                    <a:pt x="59" y="79"/>
                    <a:pt x="49" y="69"/>
                    <a:pt x="37" y="64"/>
                  </a:cubicBezTo>
                  <a:cubicBezTo>
                    <a:pt x="26" y="44"/>
                    <a:pt x="17" y="24"/>
                    <a:pt x="18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33"/>
                    <a:pt x="16" y="59"/>
                    <a:pt x="31" y="85"/>
                  </a:cubicBezTo>
                  <a:cubicBezTo>
                    <a:pt x="45" y="110"/>
                    <a:pt x="59" y="134"/>
                    <a:pt x="57" y="162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4" y="139"/>
                    <a:pt x="66" y="118"/>
                    <a:pt x="56" y="98"/>
                  </a:cubicBezTo>
                  <a:cubicBezTo>
                    <a:pt x="57" y="99"/>
                    <a:pt x="57" y="99"/>
                    <a:pt x="58" y="100"/>
                  </a:cubicBezTo>
                  <a:cubicBezTo>
                    <a:pt x="68" y="109"/>
                    <a:pt x="78" y="119"/>
                    <a:pt x="89" y="123"/>
                  </a:cubicBezTo>
                  <a:cubicBezTo>
                    <a:pt x="99" y="127"/>
                    <a:pt x="107" y="131"/>
                    <a:pt x="114" y="135"/>
                  </a:cubicBezTo>
                  <a:cubicBezTo>
                    <a:pt x="112" y="154"/>
                    <a:pt x="100" y="168"/>
                    <a:pt x="87" y="180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110" y="180"/>
                    <a:pt x="124" y="165"/>
                    <a:pt x="128" y="146"/>
                  </a:cubicBezTo>
                  <a:cubicBezTo>
                    <a:pt x="134" y="150"/>
                    <a:pt x="140" y="156"/>
                    <a:pt x="147" y="163"/>
                  </a:cubicBezTo>
                  <a:lnTo>
                    <a:pt x="158" y="151"/>
                  </a:ln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3" name="Freeform 117">
              <a:extLst>
                <a:ext uri="{FF2B5EF4-FFF2-40B4-BE49-F238E27FC236}">
                  <a16:creationId xmlns:a16="http://schemas.microsoft.com/office/drawing/2014/main" id="{E45D7521-F501-4838-A8D7-4F69E4D83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1545"/>
              <a:ext cx="80" cy="100"/>
            </a:xfrm>
            <a:custGeom>
              <a:avLst/>
              <a:gdLst>
                <a:gd name="T0" fmla="*/ 857 w 24"/>
                <a:gd name="T1" fmla="*/ 689 h 28"/>
                <a:gd name="T2" fmla="*/ 557 w 24"/>
                <a:gd name="T3" fmla="*/ 179 h 28"/>
                <a:gd name="T4" fmla="*/ 590 w 24"/>
                <a:gd name="T5" fmla="*/ 0 h 28"/>
                <a:gd name="T6" fmla="*/ 0 w 24"/>
                <a:gd name="T7" fmla="*/ 779 h 28"/>
                <a:gd name="T8" fmla="*/ 410 w 24"/>
                <a:gd name="T9" fmla="*/ 1275 h 28"/>
                <a:gd name="T10" fmla="*/ 890 w 24"/>
                <a:gd name="T11" fmla="*/ 689 h 28"/>
                <a:gd name="T12" fmla="*/ 857 w 24"/>
                <a:gd name="T13" fmla="*/ 689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23" y="15"/>
                  </a:moveTo>
                  <a:cubicBezTo>
                    <a:pt x="20" y="12"/>
                    <a:pt x="13" y="9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1" y="6"/>
                    <a:pt x="6" y="12"/>
                    <a:pt x="0" y="17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5" y="24"/>
                    <a:pt x="20" y="20"/>
                    <a:pt x="24" y="15"/>
                  </a:cubicBezTo>
                  <a:cubicBezTo>
                    <a:pt x="23" y="15"/>
                    <a:pt x="23" y="15"/>
                    <a:pt x="23" y="15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4" name="Freeform 118">
              <a:extLst>
                <a:ext uri="{FF2B5EF4-FFF2-40B4-BE49-F238E27FC236}">
                  <a16:creationId xmlns:a16="http://schemas.microsoft.com/office/drawing/2014/main" id="{DDAC0986-71D0-4CAE-90A0-2BBAFF339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83"/>
              <a:ext cx="481" cy="339"/>
            </a:xfrm>
            <a:custGeom>
              <a:avLst/>
              <a:gdLst>
                <a:gd name="T0" fmla="*/ 5288 w 144"/>
                <a:gd name="T1" fmla="*/ 814 h 95"/>
                <a:gd name="T2" fmla="*/ 5368 w 144"/>
                <a:gd name="T3" fmla="*/ 89 h 95"/>
                <a:gd name="T4" fmla="*/ 3424 w 144"/>
                <a:gd name="T5" fmla="*/ 496 h 95"/>
                <a:gd name="T6" fmla="*/ 1607 w 144"/>
                <a:gd name="T7" fmla="*/ 778 h 95"/>
                <a:gd name="T8" fmla="*/ 1607 w 144"/>
                <a:gd name="T9" fmla="*/ 814 h 95"/>
                <a:gd name="T10" fmla="*/ 892 w 144"/>
                <a:gd name="T11" fmla="*/ 724 h 95"/>
                <a:gd name="T12" fmla="*/ 481 w 144"/>
                <a:gd name="T13" fmla="*/ 546 h 95"/>
                <a:gd name="T14" fmla="*/ 0 w 144"/>
                <a:gd name="T15" fmla="*/ 956 h 95"/>
                <a:gd name="T16" fmla="*/ 939 w 144"/>
                <a:gd name="T17" fmla="*/ 1452 h 95"/>
                <a:gd name="T18" fmla="*/ 1339 w 144"/>
                <a:gd name="T19" fmla="*/ 1502 h 95"/>
                <a:gd name="T20" fmla="*/ 1784 w 144"/>
                <a:gd name="T21" fmla="*/ 2052 h 95"/>
                <a:gd name="T22" fmla="*/ 2088 w 144"/>
                <a:gd name="T23" fmla="*/ 2548 h 95"/>
                <a:gd name="T24" fmla="*/ 4062 w 144"/>
                <a:gd name="T25" fmla="*/ 4139 h 95"/>
                <a:gd name="T26" fmla="*/ 4362 w 144"/>
                <a:gd name="T27" fmla="*/ 4318 h 95"/>
                <a:gd name="T28" fmla="*/ 4319 w 144"/>
                <a:gd name="T29" fmla="*/ 4264 h 95"/>
                <a:gd name="T30" fmla="*/ 4810 w 144"/>
                <a:gd name="T31" fmla="*/ 3822 h 95"/>
                <a:gd name="T32" fmla="*/ 4252 w 144"/>
                <a:gd name="T33" fmla="*/ 3451 h 95"/>
                <a:gd name="T34" fmla="*/ 2532 w 144"/>
                <a:gd name="T35" fmla="*/ 2088 h 95"/>
                <a:gd name="T36" fmla="*/ 2308 w 144"/>
                <a:gd name="T37" fmla="*/ 1631 h 95"/>
                <a:gd name="T38" fmla="*/ 2275 w 144"/>
                <a:gd name="T39" fmla="*/ 1592 h 95"/>
                <a:gd name="T40" fmla="*/ 3614 w 144"/>
                <a:gd name="T41" fmla="*/ 1185 h 95"/>
                <a:gd name="T42" fmla="*/ 5288 w 144"/>
                <a:gd name="T43" fmla="*/ 814 h 9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4" h="95">
                  <a:moveTo>
                    <a:pt x="142" y="18"/>
                  </a:moveTo>
                  <a:cubicBezTo>
                    <a:pt x="144" y="2"/>
                    <a:pt x="144" y="2"/>
                    <a:pt x="144" y="2"/>
                  </a:cubicBezTo>
                  <a:cubicBezTo>
                    <a:pt x="125" y="0"/>
                    <a:pt x="108" y="6"/>
                    <a:pt x="92" y="11"/>
                  </a:cubicBezTo>
                  <a:cubicBezTo>
                    <a:pt x="74" y="17"/>
                    <a:pt x="60" y="23"/>
                    <a:pt x="43" y="17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36" y="15"/>
                    <a:pt x="29" y="15"/>
                    <a:pt x="24" y="16"/>
                  </a:cubicBezTo>
                  <a:cubicBezTo>
                    <a:pt x="18" y="16"/>
                    <a:pt x="16" y="16"/>
                    <a:pt x="13" y="12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9" y="33"/>
                    <a:pt x="19" y="32"/>
                    <a:pt x="25" y="32"/>
                  </a:cubicBezTo>
                  <a:cubicBezTo>
                    <a:pt x="30" y="31"/>
                    <a:pt x="33" y="31"/>
                    <a:pt x="36" y="33"/>
                  </a:cubicBezTo>
                  <a:cubicBezTo>
                    <a:pt x="42" y="36"/>
                    <a:pt x="44" y="39"/>
                    <a:pt x="48" y="45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73" y="78"/>
                    <a:pt x="95" y="86"/>
                    <a:pt x="109" y="91"/>
                  </a:cubicBezTo>
                  <a:cubicBezTo>
                    <a:pt x="112" y="92"/>
                    <a:pt x="116" y="94"/>
                    <a:pt x="117" y="95"/>
                  </a:cubicBezTo>
                  <a:cubicBezTo>
                    <a:pt x="116" y="94"/>
                    <a:pt x="116" y="94"/>
                    <a:pt x="116" y="94"/>
                  </a:cubicBezTo>
                  <a:cubicBezTo>
                    <a:pt x="129" y="84"/>
                    <a:pt x="129" y="84"/>
                    <a:pt x="129" y="84"/>
                  </a:cubicBezTo>
                  <a:cubicBezTo>
                    <a:pt x="126" y="81"/>
                    <a:pt x="122" y="79"/>
                    <a:pt x="114" y="76"/>
                  </a:cubicBezTo>
                  <a:cubicBezTo>
                    <a:pt x="102" y="71"/>
                    <a:pt x="83" y="64"/>
                    <a:pt x="68" y="4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1" y="36"/>
                    <a:pt x="61" y="36"/>
                    <a:pt x="61" y="35"/>
                  </a:cubicBezTo>
                  <a:cubicBezTo>
                    <a:pt x="74" y="35"/>
                    <a:pt x="85" y="30"/>
                    <a:pt x="97" y="26"/>
                  </a:cubicBezTo>
                  <a:cubicBezTo>
                    <a:pt x="112" y="21"/>
                    <a:pt x="126" y="16"/>
                    <a:pt x="142" y="18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119">
              <a:extLst>
                <a:ext uri="{FF2B5EF4-FFF2-40B4-BE49-F238E27FC236}">
                  <a16:creationId xmlns:a16="http://schemas.microsoft.com/office/drawing/2014/main" id="{C7DDB15D-C345-4ACA-BBF1-23584C464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331"/>
              <a:ext cx="1641" cy="1123"/>
            </a:xfrm>
            <a:custGeom>
              <a:avLst/>
              <a:gdLst>
                <a:gd name="T0" fmla="*/ 17737 w 491"/>
                <a:gd name="T1" fmla="*/ 1679 h 315"/>
                <a:gd name="T2" fmla="*/ 16320 w 491"/>
                <a:gd name="T3" fmla="*/ 3494 h 315"/>
                <a:gd name="T4" fmla="*/ 14856 w 491"/>
                <a:gd name="T5" fmla="*/ 4841 h 315"/>
                <a:gd name="T6" fmla="*/ 14408 w 491"/>
                <a:gd name="T7" fmla="*/ 6203 h 315"/>
                <a:gd name="T8" fmla="*/ 13359 w 491"/>
                <a:gd name="T9" fmla="*/ 8071 h 315"/>
                <a:gd name="T10" fmla="*/ 13359 w 491"/>
                <a:gd name="T11" fmla="*/ 8071 h 315"/>
                <a:gd name="T12" fmla="*/ 11383 w 491"/>
                <a:gd name="T13" fmla="*/ 8517 h 315"/>
                <a:gd name="T14" fmla="*/ 9819 w 491"/>
                <a:gd name="T15" fmla="*/ 8834 h 315"/>
                <a:gd name="T16" fmla="*/ 9672 w 491"/>
                <a:gd name="T17" fmla="*/ 8567 h 315"/>
                <a:gd name="T18" fmla="*/ 7954 w 491"/>
                <a:gd name="T19" fmla="*/ 7244 h 315"/>
                <a:gd name="T20" fmla="*/ 6902 w 491"/>
                <a:gd name="T21" fmla="*/ 6620 h 315"/>
                <a:gd name="T22" fmla="*/ 5865 w 491"/>
                <a:gd name="T23" fmla="*/ 5440 h 315"/>
                <a:gd name="T24" fmla="*/ 4335 w 491"/>
                <a:gd name="T25" fmla="*/ 3850 h 315"/>
                <a:gd name="T26" fmla="*/ 5484 w 491"/>
                <a:gd name="T27" fmla="*/ 585 h 315"/>
                <a:gd name="T28" fmla="*/ 5117 w 491"/>
                <a:gd name="T29" fmla="*/ 0 h 315"/>
                <a:gd name="T30" fmla="*/ 3663 w 491"/>
                <a:gd name="T31" fmla="*/ 3583 h 315"/>
                <a:gd name="T32" fmla="*/ 2948 w 491"/>
                <a:gd name="T33" fmla="*/ 3622 h 315"/>
                <a:gd name="T34" fmla="*/ 2423 w 491"/>
                <a:gd name="T35" fmla="*/ 3672 h 315"/>
                <a:gd name="T36" fmla="*/ 939 w 491"/>
                <a:gd name="T37" fmla="*/ 3216 h 315"/>
                <a:gd name="T38" fmla="*/ 144 w 491"/>
                <a:gd name="T39" fmla="*/ 2948 h 315"/>
                <a:gd name="T40" fmla="*/ 0 w 491"/>
                <a:gd name="T41" fmla="*/ 3622 h 315"/>
                <a:gd name="T42" fmla="*/ 749 w 491"/>
                <a:gd name="T43" fmla="*/ 3900 h 315"/>
                <a:gd name="T44" fmla="*/ 2390 w 491"/>
                <a:gd name="T45" fmla="*/ 4399 h 315"/>
                <a:gd name="T46" fmla="*/ 3028 w 491"/>
                <a:gd name="T47" fmla="*/ 4346 h 315"/>
                <a:gd name="T48" fmla="*/ 3730 w 491"/>
                <a:gd name="T49" fmla="*/ 4346 h 315"/>
                <a:gd name="T50" fmla="*/ 5418 w 491"/>
                <a:gd name="T51" fmla="*/ 5936 h 315"/>
                <a:gd name="T52" fmla="*/ 5561 w 491"/>
                <a:gd name="T53" fmla="*/ 6075 h 315"/>
                <a:gd name="T54" fmla="*/ 4512 w 491"/>
                <a:gd name="T55" fmla="*/ 7205 h 315"/>
                <a:gd name="T56" fmla="*/ 2981 w 491"/>
                <a:gd name="T57" fmla="*/ 9736 h 315"/>
                <a:gd name="T58" fmla="*/ 3061 w 491"/>
                <a:gd name="T59" fmla="*/ 11515 h 315"/>
                <a:gd name="T60" fmla="*/ 2871 w 491"/>
                <a:gd name="T61" fmla="*/ 13815 h 315"/>
                <a:gd name="T62" fmla="*/ 3362 w 491"/>
                <a:gd name="T63" fmla="*/ 14275 h 315"/>
                <a:gd name="T64" fmla="*/ 3663 w 491"/>
                <a:gd name="T65" fmla="*/ 11412 h 315"/>
                <a:gd name="T66" fmla="*/ 3586 w 491"/>
                <a:gd name="T67" fmla="*/ 9836 h 315"/>
                <a:gd name="T68" fmla="*/ 4846 w 491"/>
                <a:gd name="T69" fmla="*/ 7790 h 315"/>
                <a:gd name="T70" fmla="*/ 5976 w 491"/>
                <a:gd name="T71" fmla="*/ 6620 h 315"/>
                <a:gd name="T72" fmla="*/ 6567 w 491"/>
                <a:gd name="T73" fmla="*/ 7205 h 315"/>
                <a:gd name="T74" fmla="*/ 7730 w 491"/>
                <a:gd name="T75" fmla="*/ 7879 h 315"/>
                <a:gd name="T76" fmla="*/ 9181 w 491"/>
                <a:gd name="T77" fmla="*/ 9013 h 315"/>
                <a:gd name="T78" fmla="*/ 9228 w 491"/>
                <a:gd name="T79" fmla="*/ 9112 h 315"/>
                <a:gd name="T80" fmla="*/ 9228 w 491"/>
                <a:gd name="T81" fmla="*/ 9112 h 315"/>
                <a:gd name="T82" fmla="*/ 9371 w 491"/>
                <a:gd name="T83" fmla="*/ 9380 h 315"/>
                <a:gd name="T84" fmla="*/ 9672 w 491"/>
                <a:gd name="T85" fmla="*/ 12863 h 315"/>
                <a:gd name="T86" fmla="*/ 10187 w 491"/>
                <a:gd name="T87" fmla="*/ 13230 h 315"/>
                <a:gd name="T88" fmla="*/ 10120 w 491"/>
                <a:gd name="T89" fmla="*/ 9608 h 315"/>
                <a:gd name="T90" fmla="*/ 11537 w 491"/>
                <a:gd name="T91" fmla="*/ 9241 h 315"/>
                <a:gd name="T92" fmla="*/ 14074 w 491"/>
                <a:gd name="T93" fmla="*/ 9013 h 315"/>
                <a:gd name="T94" fmla="*/ 14441 w 491"/>
                <a:gd name="T95" fmla="*/ 8478 h 315"/>
                <a:gd name="T96" fmla="*/ 14221 w 491"/>
                <a:gd name="T97" fmla="*/ 8285 h 315"/>
                <a:gd name="T98" fmla="*/ 14966 w 491"/>
                <a:gd name="T99" fmla="*/ 6431 h 315"/>
                <a:gd name="T100" fmla="*/ 15347 w 491"/>
                <a:gd name="T101" fmla="*/ 5212 h 315"/>
                <a:gd name="T102" fmla="*/ 16611 w 491"/>
                <a:gd name="T103" fmla="*/ 4078 h 315"/>
                <a:gd name="T104" fmla="*/ 18328 w 491"/>
                <a:gd name="T105" fmla="*/ 1679 h 315"/>
                <a:gd name="T106" fmla="*/ 17737 w 491"/>
                <a:gd name="T107" fmla="*/ 1679 h 31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91" h="315">
                  <a:moveTo>
                    <a:pt x="475" y="37"/>
                  </a:moveTo>
                  <a:cubicBezTo>
                    <a:pt x="475" y="55"/>
                    <a:pt x="457" y="65"/>
                    <a:pt x="437" y="77"/>
                  </a:cubicBezTo>
                  <a:cubicBezTo>
                    <a:pt x="422" y="85"/>
                    <a:pt x="407" y="93"/>
                    <a:pt x="398" y="107"/>
                  </a:cubicBezTo>
                  <a:cubicBezTo>
                    <a:pt x="392" y="115"/>
                    <a:pt x="389" y="125"/>
                    <a:pt x="386" y="137"/>
                  </a:cubicBezTo>
                  <a:cubicBezTo>
                    <a:pt x="379" y="156"/>
                    <a:pt x="373" y="176"/>
                    <a:pt x="358" y="178"/>
                  </a:cubicBezTo>
                  <a:cubicBezTo>
                    <a:pt x="358" y="178"/>
                    <a:pt x="358" y="178"/>
                    <a:pt x="358" y="178"/>
                  </a:cubicBezTo>
                  <a:cubicBezTo>
                    <a:pt x="341" y="179"/>
                    <a:pt x="323" y="184"/>
                    <a:pt x="305" y="188"/>
                  </a:cubicBezTo>
                  <a:cubicBezTo>
                    <a:pt x="292" y="192"/>
                    <a:pt x="269" y="198"/>
                    <a:pt x="263" y="195"/>
                  </a:cubicBezTo>
                  <a:cubicBezTo>
                    <a:pt x="261" y="193"/>
                    <a:pt x="260" y="191"/>
                    <a:pt x="259" y="189"/>
                  </a:cubicBezTo>
                  <a:cubicBezTo>
                    <a:pt x="247" y="174"/>
                    <a:pt x="230" y="167"/>
                    <a:pt x="213" y="160"/>
                  </a:cubicBezTo>
                  <a:cubicBezTo>
                    <a:pt x="204" y="156"/>
                    <a:pt x="194" y="151"/>
                    <a:pt x="185" y="146"/>
                  </a:cubicBezTo>
                  <a:cubicBezTo>
                    <a:pt x="175" y="139"/>
                    <a:pt x="167" y="130"/>
                    <a:pt x="157" y="120"/>
                  </a:cubicBezTo>
                  <a:cubicBezTo>
                    <a:pt x="145" y="106"/>
                    <a:pt x="132" y="93"/>
                    <a:pt x="116" y="85"/>
                  </a:cubicBezTo>
                  <a:cubicBezTo>
                    <a:pt x="105" y="66"/>
                    <a:pt x="129" y="27"/>
                    <a:pt x="147" y="13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19" y="15"/>
                    <a:pt x="94" y="51"/>
                    <a:pt x="98" y="79"/>
                  </a:cubicBezTo>
                  <a:cubicBezTo>
                    <a:pt x="91" y="79"/>
                    <a:pt x="85" y="80"/>
                    <a:pt x="79" y="80"/>
                  </a:cubicBezTo>
                  <a:cubicBezTo>
                    <a:pt x="74" y="81"/>
                    <a:pt x="69" y="82"/>
                    <a:pt x="65" y="81"/>
                  </a:cubicBezTo>
                  <a:cubicBezTo>
                    <a:pt x="52" y="80"/>
                    <a:pt x="38" y="76"/>
                    <a:pt x="25" y="71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34" y="91"/>
                    <a:pt x="49" y="96"/>
                    <a:pt x="64" y="97"/>
                  </a:cubicBezTo>
                  <a:cubicBezTo>
                    <a:pt x="70" y="98"/>
                    <a:pt x="76" y="97"/>
                    <a:pt x="81" y="96"/>
                  </a:cubicBezTo>
                  <a:cubicBezTo>
                    <a:pt x="88" y="95"/>
                    <a:pt x="94" y="94"/>
                    <a:pt x="100" y="96"/>
                  </a:cubicBezTo>
                  <a:cubicBezTo>
                    <a:pt x="117" y="100"/>
                    <a:pt x="131" y="116"/>
                    <a:pt x="145" y="131"/>
                  </a:cubicBezTo>
                  <a:cubicBezTo>
                    <a:pt x="147" y="132"/>
                    <a:pt x="148" y="133"/>
                    <a:pt x="149" y="134"/>
                  </a:cubicBezTo>
                  <a:cubicBezTo>
                    <a:pt x="142" y="144"/>
                    <a:pt x="132" y="152"/>
                    <a:pt x="121" y="159"/>
                  </a:cubicBezTo>
                  <a:cubicBezTo>
                    <a:pt x="104" y="172"/>
                    <a:pt x="84" y="186"/>
                    <a:pt x="80" y="215"/>
                  </a:cubicBezTo>
                  <a:cubicBezTo>
                    <a:pt x="78" y="228"/>
                    <a:pt x="80" y="241"/>
                    <a:pt x="82" y="254"/>
                  </a:cubicBezTo>
                  <a:cubicBezTo>
                    <a:pt x="85" y="273"/>
                    <a:pt x="88" y="291"/>
                    <a:pt x="77" y="305"/>
                  </a:cubicBezTo>
                  <a:cubicBezTo>
                    <a:pt x="90" y="315"/>
                    <a:pt x="90" y="315"/>
                    <a:pt x="90" y="315"/>
                  </a:cubicBezTo>
                  <a:cubicBezTo>
                    <a:pt x="104" y="295"/>
                    <a:pt x="101" y="273"/>
                    <a:pt x="98" y="252"/>
                  </a:cubicBezTo>
                  <a:cubicBezTo>
                    <a:pt x="96" y="240"/>
                    <a:pt x="94" y="228"/>
                    <a:pt x="96" y="217"/>
                  </a:cubicBezTo>
                  <a:cubicBezTo>
                    <a:pt x="99" y="195"/>
                    <a:pt x="113" y="184"/>
                    <a:pt x="130" y="172"/>
                  </a:cubicBezTo>
                  <a:cubicBezTo>
                    <a:pt x="141" y="165"/>
                    <a:pt x="152" y="157"/>
                    <a:pt x="160" y="146"/>
                  </a:cubicBezTo>
                  <a:cubicBezTo>
                    <a:pt x="165" y="151"/>
                    <a:pt x="171" y="155"/>
                    <a:pt x="176" y="159"/>
                  </a:cubicBezTo>
                  <a:cubicBezTo>
                    <a:pt x="186" y="166"/>
                    <a:pt x="197" y="170"/>
                    <a:pt x="207" y="174"/>
                  </a:cubicBezTo>
                  <a:cubicBezTo>
                    <a:pt x="222" y="181"/>
                    <a:pt x="237" y="187"/>
                    <a:pt x="246" y="199"/>
                  </a:cubicBezTo>
                  <a:cubicBezTo>
                    <a:pt x="246" y="199"/>
                    <a:pt x="247" y="200"/>
                    <a:pt x="247" y="201"/>
                  </a:cubicBezTo>
                  <a:cubicBezTo>
                    <a:pt x="247" y="201"/>
                    <a:pt x="247" y="201"/>
                    <a:pt x="247" y="201"/>
                  </a:cubicBezTo>
                  <a:cubicBezTo>
                    <a:pt x="248" y="203"/>
                    <a:pt x="249" y="205"/>
                    <a:pt x="251" y="207"/>
                  </a:cubicBezTo>
                  <a:cubicBezTo>
                    <a:pt x="264" y="229"/>
                    <a:pt x="270" y="265"/>
                    <a:pt x="259" y="284"/>
                  </a:cubicBezTo>
                  <a:cubicBezTo>
                    <a:pt x="273" y="292"/>
                    <a:pt x="273" y="292"/>
                    <a:pt x="273" y="292"/>
                  </a:cubicBezTo>
                  <a:cubicBezTo>
                    <a:pt x="286" y="270"/>
                    <a:pt x="282" y="237"/>
                    <a:pt x="271" y="212"/>
                  </a:cubicBezTo>
                  <a:cubicBezTo>
                    <a:pt x="282" y="211"/>
                    <a:pt x="295" y="208"/>
                    <a:pt x="309" y="204"/>
                  </a:cubicBezTo>
                  <a:cubicBezTo>
                    <a:pt x="334" y="197"/>
                    <a:pt x="364" y="189"/>
                    <a:pt x="377" y="199"/>
                  </a:cubicBezTo>
                  <a:cubicBezTo>
                    <a:pt x="387" y="187"/>
                    <a:pt x="387" y="187"/>
                    <a:pt x="387" y="187"/>
                  </a:cubicBezTo>
                  <a:cubicBezTo>
                    <a:pt x="385" y="186"/>
                    <a:pt x="383" y="184"/>
                    <a:pt x="381" y="183"/>
                  </a:cubicBezTo>
                  <a:cubicBezTo>
                    <a:pt x="391" y="172"/>
                    <a:pt x="396" y="156"/>
                    <a:pt x="401" y="142"/>
                  </a:cubicBezTo>
                  <a:cubicBezTo>
                    <a:pt x="404" y="131"/>
                    <a:pt x="407" y="122"/>
                    <a:pt x="411" y="115"/>
                  </a:cubicBezTo>
                  <a:cubicBezTo>
                    <a:pt x="418" y="105"/>
                    <a:pt x="431" y="98"/>
                    <a:pt x="445" y="90"/>
                  </a:cubicBezTo>
                  <a:cubicBezTo>
                    <a:pt x="466" y="78"/>
                    <a:pt x="491" y="65"/>
                    <a:pt x="491" y="37"/>
                  </a:cubicBezTo>
                  <a:lnTo>
                    <a:pt x="475" y="37"/>
                  </a:ln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120">
              <a:extLst>
                <a:ext uri="{FF2B5EF4-FFF2-40B4-BE49-F238E27FC236}">
                  <a16:creationId xmlns:a16="http://schemas.microsoft.com/office/drawing/2014/main" id="{55B56486-E6E4-4B3B-9A99-C53FE5128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810"/>
              <a:ext cx="354" cy="114"/>
            </a:xfrm>
            <a:custGeom>
              <a:avLst/>
              <a:gdLst>
                <a:gd name="T0" fmla="*/ 0 w 106"/>
                <a:gd name="T1" fmla="*/ 901 h 32"/>
                <a:gd name="T2" fmla="*/ 3947 w 106"/>
                <a:gd name="T3" fmla="*/ 673 h 32"/>
                <a:gd name="T4" fmla="*/ 3837 w 106"/>
                <a:gd name="T5" fmla="*/ 0 h 32"/>
                <a:gd name="T6" fmla="*/ 224 w 106"/>
                <a:gd name="T7" fmla="*/ 228 h 32"/>
                <a:gd name="T8" fmla="*/ 0 w 106"/>
                <a:gd name="T9" fmla="*/ 90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2">
                  <a:moveTo>
                    <a:pt x="0" y="20"/>
                  </a:moveTo>
                  <a:cubicBezTo>
                    <a:pt x="31" y="32"/>
                    <a:pt x="73" y="24"/>
                    <a:pt x="106" y="15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74" y="7"/>
                    <a:pt x="33" y="15"/>
                    <a:pt x="6" y="5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121">
              <a:extLst>
                <a:ext uri="{FF2B5EF4-FFF2-40B4-BE49-F238E27FC236}">
                  <a16:creationId xmlns:a16="http://schemas.microsoft.com/office/drawing/2014/main" id="{E3DDA817-B169-4069-A69F-E9C20FC42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463"/>
              <a:ext cx="842" cy="884"/>
            </a:xfrm>
            <a:custGeom>
              <a:avLst/>
              <a:gdLst>
                <a:gd name="T0" fmla="*/ 9399 w 252"/>
                <a:gd name="T1" fmla="*/ 0 h 248"/>
                <a:gd name="T2" fmla="*/ 8808 w 252"/>
                <a:gd name="T3" fmla="*/ 0 h 248"/>
                <a:gd name="T4" fmla="*/ 7391 w 252"/>
                <a:gd name="T5" fmla="*/ 1818 h 248"/>
                <a:gd name="T6" fmla="*/ 5927 w 252"/>
                <a:gd name="T7" fmla="*/ 3176 h 248"/>
                <a:gd name="T8" fmla="*/ 5483 w 252"/>
                <a:gd name="T9" fmla="*/ 4523 h 248"/>
                <a:gd name="T10" fmla="*/ 4444 w 252"/>
                <a:gd name="T11" fmla="*/ 6391 h 248"/>
                <a:gd name="T12" fmla="*/ 4444 w 252"/>
                <a:gd name="T13" fmla="*/ 6391 h 248"/>
                <a:gd name="T14" fmla="*/ 2466 w 252"/>
                <a:gd name="T15" fmla="*/ 6837 h 248"/>
                <a:gd name="T16" fmla="*/ 892 w 252"/>
                <a:gd name="T17" fmla="*/ 7154 h 248"/>
                <a:gd name="T18" fmla="*/ 748 w 252"/>
                <a:gd name="T19" fmla="*/ 6887 h 248"/>
                <a:gd name="T20" fmla="*/ 414 w 252"/>
                <a:gd name="T21" fmla="*/ 6480 h 248"/>
                <a:gd name="T22" fmla="*/ 190 w 252"/>
                <a:gd name="T23" fmla="*/ 6569 h 248"/>
                <a:gd name="T24" fmla="*/ 144 w 252"/>
                <a:gd name="T25" fmla="*/ 6837 h 248"/>
                <a:gd name="T26" fmla="*/ 0 w 252"/>
                <a:gd name="T27" fmla="*/ 7026 h 248"/>
                <a:gd name="T28" fmla="*/ 257 w 252"/>
                <a:gd name="T29" fmla="*/ 7332 h 248"/>
                <a:gd name="T30" fmla="*/ 301 w 252"/>
                <a:gd name="T31" fmla="*/ 7432 h 248"/>
                <a:gd name="T32" fmla="*/ 301 w 252"/>
                <a:gd name="T33" fmla="*/ 7432 h 248"/>
                <a:gd name="T34" fmla="*/ 448 w 252"/>
                <a:gd name="T35" fmla="*/ 7699 h 248"/>
                <a:gd name="T36" fmla="*/ 825 w 252"/>
                <a:gd name="T37" fmla="*/ 11004 h 248"/>
                <a:gd name="T38" fmla="*/ 1417 w 252"/>
                <a:gd name="T39" fmla="*/ 11143 h 248"/>
                <a:gd name="T40" fmla="*/ 1196 w 252"/>
                <a:gd name="T41" fmla="*/ 7927 h 248"/>
                <a:gd name="T42" fmla="*/ 2613 w 252"/>
                <a:gd name="T43" fmla="*/ 7560 h 248"/>
                <a:gd name="T44" fmla="*/ 5146 w 252"/>
                <a:gd name="T45" fmla="*/ 7332 h 248"/>
                <a:gd name="T46" fmla="*/ 5526 w 252"/>
                <a:gd name="T47" fmla="*/ 6798 h 248"/>
                <a:gd name="T48" fmla="*/ 5293 w 252"/>
                <a:gd name="T49" fmla="*/ 6609 h 248"/>
                <a:gd name="T50" fmla="*/ 6041 w 252"/>
                <a:gd name="T51" fmla="*/ 4752 h 248"/>
                <a:gd name="T52" fmla="*/ 6419 w 252"/>
                <a:gd name="T53" fmla="*/ 3532 h 248"/>
                <a:gd name="T54" fmla="*/ 7682 w 252"/>
                <a:gd name="T55" fmla="*/ 2402 h 248"/>
                <a:gd name="T56" fmla="*/ 9399 w 252"/>
                <a:gd name="T57" fmla="*/ 0 h 24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52" h="248">
                  <a:moveTo>
                    <a:pt x="252" y="0"/>
                  </a:moveTo>
                  <a:cubicBezTo>
                    <a:pt x="236" y="0"/>
                    <a:pt x="236" y="0"/>
                    <a:pt x="236" y="0"/>
                  </a:cubicBezTo>
                  <a:cubicBezTo>
                    <a:pt x="236" y="18"/>
                    <a:pt x="218" y="28"/>
                    <a:pt x="198" y="40"/>
                  </a:cubicBezTo>
                  <a:cubicBezTo>
                    <a:pt x="183" y="48"/>
                    <a:pt x="168" y="56"/>
                    <a:pt x="159" y="70"/>
                  </a:cubicBezTo>
                  <a:cubicBezTo>
                    <a:pt x="153" y="78"/>
                    <a:pt x="150" y="88"/>
                    <a:pt x="147" y="100"/>
                  </a:cubicBezTo>
                  <a:cubicBezTo>
                    <a:pt x="140" y="119"/>
                    <a:pt x="134" y="139"/>
                    <a:pt x="119" y="141"/>
                  </a:cubicBezTo>
                  <a:cubicBezTo>
                    <a:pt x="119" y="141"/>
                    <a:pt x="119" y="141"/>
                    <a:pt x="119" y="141"/>
                  </a:cubicBezTo>
                  <a:cubicBezTo>
                    <a:pt x="102" y="142"/>
                    <a:pt x="84" y="147"/>
                    <a:pt x="66" y="151"/>
                  </a:cubicBezTo>
                  <a:cubicBezTo>
                    <a:pt x="53" y="155"/>
                    <a:pt x="30" y="161"/>
                    <a:pt x="24" y="158"/>
                  </a:cubicBezTo>
                  <a:cubicBezTo>
                    <a:pt x="22" y="156"/>
                    <a:pt x="21" y="154"/>
                    <a:pt x="20" y="152"/>
                  </a:cubicBezTo>
                  <a:cubicBezTo>
                    <a:pt x="17" y="149"/>
                    <a:pt x="14" y="146"/>
                    <a:pt x="11" y="143"/>
                  </a:cubicBezTo>
                  <a:cubicBezTo>
                    <a:pt x="10" y="145"/>
                    <a:pt x="7" y="145"/>
                    <a:pt x="5" y="145"/>
                  </a:cubicBezTo>
                  <a:cubicBezTo>
                    <a:pt x="5" y="147"/>
                    <a:pt x="4" y="149"/>
                    <a:pt x="4" y="151"/>
                  </a:cubicBezTo>
                  <a:cubicBezTo>
                    <a:pt x="1" y="149"/>
                    <a:pt x="0" y="151"/>
                    <a:pt x="0" y="155"/>
                  </a:cubicBezTo>
                  <a:cubicBezTo>
                    <a:pt x="2" y="157"/>
                    <a:pt x="5" y="159"/>
                    <a:pt x="7" y="162"/>
                  </a:cubicBezTo>
                  <a:cubicBezTo>
                    <a:pt x="7" y="162"/>
                    <a:pt x="8" y="163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9" y="166"/>
                    <a:pt x="10" y="168"/>
                    <a:pt x="12" y="170"/>
                  </a:cubicBezTo>
                  <a:cubicBezTo>
                    <a:pt x="24" y="191"/>
                    <a:pt x="31" y="224"/>
                    <a:pt x="22" y="243"/>
                  </a:cubicBezTo>
                  <a:cubicBezTo>
                    <a:pt x="26" y="247"/>
                    <a:pt x="32" y="248"/>
                    <a:pt x="38" y="246"/>
                  </a:cubicBezTo>
                  <a:cubicBezTo>
                    <a:pt x="46" y="225"/>
                    <a:pt x="41" y="197"/>
                    <a:pt x="32" y="175"/>
                  </a:cubicBezTo>
                  <a:cubicBezTo>
                    <a:pt x="43" y="174"/>
                    <a:pt x="56" y="171"/>
                    <a:pt x="70" y="167"/>
                  </a:cubicBezTo>
                  <a:cubicBezTo>
                    <a:pt x="95" y="160"/>
                    <a:pt x="125" y="152"/>
                    <a:pt x="138" y="162"/>
                  </a:cubicBezTo>
                  <a:cubicBezTo>
                    <a:pt x="148" y="150"/>
                    <a:pt x="148" y="150"/>
                    <a:pt x="148" y="150"/>
                  </a:cubicBezTo>
                  <a:cubicBezTo>
                    <a:pt x="146" y="149"/>
                    <a:pt x="144" y="147"/>
                    <a:pt x="142" y="146"/>
                  </a:cubicBezTo>
                  <a:cubicBezTo>
                    <a:pt x="152" y="135"/>
                    <a:pt x="157" y="119"/>
                    <a:pt x="162" y="105"/>
                  </a:cubicBezTo>
                  <a:cubicBezTo>
                    <a:pt x="165" y="94"/>
                    <a:pt x="168" y="85"/>
                    <a:pt x="172" y="78"/>
                  </a:cubicBezTo>
                  <a:cubicBezTo>
                    <a:pt x="179" y="68"/>
                    <a:pt x="192" y="61"/>
                    <a:pt x="206" y="53"/>
                  </a:cubicBezTo>
                  <a:cubicBezTo>
                    <a:pt x="227" y="41"/>
                    <a:pt x="252" y="28"/>
                    <a:pt x="252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122">
              <a:extLst>
                <a:ext uri="{FF2B5EF4-FFF2-40B4-BE49-F238E27FC236}">
                  <a16:creationId xmlns:a16="http://schemas.microsoft.com/office/drawing/2014/main" id="{B7EE49DC-DABB-4BE8-B79D-BBB4511E4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760"/>
              <a:ext cx="171" cy="104"/>
            </a:xfrm>
            <a:custGeom>
              <a:avLst/>
              <a:gdLst>
                <a:gd name="T0" fmla="*/ 788 w 51"/>
                <a:gd name="T1" fmla="*/ 179 h 29"/>
                <a:gd name="T2" fmla="*/ 191 w 51"/>
                <a:gd name="T3" fmla="*/ 0 h 29"/>
                <a:gd name="T4" fmla="*/ 34 w 51"/>
                <a:gd name="T5" fmla="*/ 696 h 29"/>
                <a:gd name="T6" fmla="*/ 640 w 51"/>
                <a:gd name="T7" fmla="*/ 925 h 29"/>
                <a:gd name="T8" fmla="*/ 1619 w 51"/>
                <a:gd name="T9" fmla="*/ 1338 h 29"/>
                <a:gd name="T10" fmla="*/ 1921 w 51"/>
                <a:gd name="T11" fmla="*/ 732 h 29"/>
                <a:gd name="T12" fmla="*/ 788 w 51"/>
                <a:gd name="T13" fmla="*/ 17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9">
                  <a:moveTo>
                    <a:pt x="21" y="4"/>
                  </a:moveTo>
                  <a:cubicBezTo>
                    <a:pt x="15" y="3"/>
                    <a:pt x="10" y="1"/>
                    <a:pt x="5" y="0"/>
                  </a:cubicBezTo>
                  <a:cubicBezTo>
                    <a:pt x="1" y="4"/>
                    <a:pt x="0" y="10"/>
                    <a:pt x="1" y="15"/>
                  </a:cubicBezTo>
                  <a:cubicBezTo>
                    <a:pt x="7" y="17"/>
                    <a:pt x="12" y="19"/>
                    <a:pt x="17" y="20"/>
                  </a:cubicBezTo>
                  <a:cubicBezTo>
                    <a:pt x="27" y="22"/>
                    <a:pt x="36" y="25"/>
                    <a:pt x="43" y="29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42" y="10"/>
                    <a:pt x="31" y="7"/>
                    <a:pt x="21" y="4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Oval 123">
              <a:extLst>
                <a:ext uri="{FF2B5EF4-FFF2-40B4-BE49-F238E27FC236}">
                  <a16:creationId xmlns:a16="http://schemas.microsoft.com/office/drawing/2014/main" id="{A27ACEB3-0C17-42FC-9B7C-AC217942A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958"/>
              <a:ext cx="7" cy="8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0" name="Oval 124">
              <a:extLst>
                <a:ext uri="{FF2B5EF4-FFF2-40B4-BE49-F238E27FC236}">
                  <a16:creationId xmlns:a16="http://schemas.microsoft.com/office/drawing/2014/main" id="{66E8AD4E-82F9-4418-88F0-FB50B4AC7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1976"/>
              <a:ext cx="10" cy="11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1" name="Oval 125">
              <a:extLst>
                <a:ext uri="{FF2B5EF4-FFF2-40B4-BE49-F238E27FC236}">
                  <a16:creationId xmlns:a16="http://schemas.microsoft.com/office/drawing/2014/main" id="{40B9544F-5961-4FFE-8538-651EBE684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973"/>
              <a:ext cx="6" cy="10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2" name="Oval 126">
              <a:extLst>
                <a:ext uri="{FF2B5EF4-FFF2-40B4-BE49-F238E27FC236}">
                  <a16:creationId xmlns:a16="http://schemas.microsoft.com/office/drawing/2014/main" id="{D05BB436-2227-478C-8A84-1A2533191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983"/>
              <a:ext cx="6" cy="11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3" name="Oval 127">
              <a:extLst>
                <a:ext uri="{FF2B5EF4-FFF2-40B4-BE49-F238E27FC236}">
                  <a16:creationId xmlns:a16="http://schemas.microsoft.com/office/drawing/2014/main" id="{18D99804-71B0-4C72-8205-04D267C29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994"/>
              <a:ext cx="7" cy="7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4" name="Oval 128">
              <a:extLst>
                <a:ext uri="{FF2B5EF4-FFF2-40B4-BE49-F238E27FC236}">
                  <a16:creationId xmlns:a16="http://schemas.microsoft.com/office/drawing/2014/main" id="{40C0E2B6-403D-4229-B04B-DC85BC763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976"/>
              <a:ext cx="7" cy="11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5" name="Oval 129">
              <a:extLst>
                <a:ext uri="{FF2B5EF4-FFF2-40B4-BE49-F238E27FC236}">
                  <a16:creationId xmlns:a16="http://schemas.microsoft.com/office/drawing/2014/main" id="{95AFCE6A-67D0-4965-B2EA-3B9C5BE32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2" y="1973"/>
              <a:ext cx="7" cy="7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6" name="Oval 130">
              <a:extLst>
                <a:ext uri="{FF2B5EF4-FFF2-40B4-BE49-F238E27FC236}">
                  <a16:creationId xmlns:a16="http://schemas.microsoft.com/office/drawing/2014/main" id="{862DC77F-6F01-42C4-9896-7B7621C60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" y="1987"/>
              <a:ext cx="6" cy="7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7" name="Oval 131">
              <a:extLst>
                <a:ext uri="{FF2B5EF4-FFF2-40B4-BE49-F238E27FC236}">
                  <a16:creationId xmlns:a16="http://schemas.microsoft.com/office/drawing/2014/main" id="{1B035FDE-7FC6-4F5B-8599-9754C375A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1983"/>
              <a:ext cx="6" cy="11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8" name="Oval 132">
              <a:extLst>
                <a:ext uri="{FF2B5EF4-FFF2-40B4-BE49-F238E27FC236}">
                  <a16:creationId xmlns:a16="http://schemas.microsoft.com/office/drawing/2014/main" id="{5A01B019-A2BB-449E-BAC7-A9B60EDBC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2005"/>
              <a:ext cx="6" cy="7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9" name="Oval 133">
              <a:extLst>
                <a:ext uri="{FF2B5EF4-FFF2-40B4-BE49-F238E27FC236}">
                  <a16:creationId xmlns:a16="http://schemas.microsoft.com/office/drawing/2014/main" id="{2B14A300-1FB1-474F-A892-66AE33C88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" y="2012"/>
              <a:ext cx="10" cy="11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0" name="Oval 134">
              <a:extLst>
                <a:ext uri="{FF2B5EF4-FFF2-40B4-BE49-F238E27FC236}">
                  <a16:creationId xmlns:a16="http://schemas.microsoft.com/office/drawing/2014/main" id="{6451414E-BDF0-40F5-8F32-E342F5B03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9" y="1994"/>
              <a:ext cx="10" cy="11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1" name="Oval 135">
              <a:extLst>
                <a:ext uri="{FF2B5EF4-FFF2-40B4-BE49-F238E27FC236}">
                  <a16:creationId xmlns:a16="http://schemas.microsoft.com/office/drawing/2014/main" id="{672D21BE-C868-49B3-80C8-92CAE2FB1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9" y="2001"/>
              <a:ext cx="7" cy="11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2" name="Oval 136">
              <a:extLst>
                <a:ext uri="{FF2B5EF4-FFF2-40B4-BE49-F238E27FC236}">
                  <a16:creationId xmlns:a16="http://schemas.microsoft.com/office/drawing/2014/main" id="{8D1EE3BD-5140-4FB1-9A66-4E965FBC7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1980"/>
              <a:ext cx="7" cy="7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3" name="Oval 137">
              <a:extLst>
                <a:ext uri="{FF2B5EF4-FFF2-40B4-BE49-F238E27FC236}">
                  <a16:creationId xmlns:a16="http://schemas.microsoft.com/office/drawing/2014/main" id="{31EFEF72-DE8C-45D0-9B94-F872E4B4A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1976"/>
              <a:ext cx="10" cy="11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4" name="Oval 138">
              <a:extLst>
                <a:ext uri="{FF2B5EF4-FFF2-40B4-BE49-F238E27FC236}">
                  <a16:creationId xmlns:a16="http://schemas.microsoft.com/office/drawing/2014/main" id="{C329FB11-972C-480E-AE7E-BEBEC97F3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" y="1998"/>
              <a:ext cx="10" cy="10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5" name="Oval 139">
              <a:extLst>
                <a:ext uri="{FF2B5EF4-FFF2-40B4-BE49-F238E27FC236}">
                  <a16:creationId xmlns:a16="http://schemas.microsoft.com/office/drawing/2014/main" id="{D6E4F338-564F-4DAD-9738-4F1266F09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2015"/>
              <a:ext cx="10" cy="8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6" name="Oval 140">
              <a:extLst>
                <a:ext uri="{FF2B5EF4-FFF2-40B4-BE49-F238E27FC236}">
                  <a16:creationId xmlns:a16="http://schemas.microsoft.com/office/drawing/2014/main" id="{173C48D4-CDEC-442C-AA69-BB9E1AE8A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2" y="2026"/>
              <a:ext cx="7" cy="11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7" name="Oval 141">
              <a:extLst>
                <a:ext uri="{FF2B5EF4-FFF2-40B4-BE49-F238E27FC236}">
                  <a16:creationId xmlns:a16="http://schemas.microsoft.com/office/drawing/2014/main" id="{5731BEF7-BF18-478B-9C6E-88E28110B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9" y="2008"/>
              <a:ext cx="6" cy="7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8" name="Oval 142">
              <a:extLst>
                <a:ext uri="{FF2B5EF4-FFF2-40B4-BE49-F238E27FC236}">
                  <a16:creationId xmlns:a16="http://schemas.microsoft.com/office/drawing/2014/main" id="{0593FE53-0F75-41FE-B524-EB283C1DB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1987"/>
              <a:ext cx="7" cy="7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9" name="Oval 143">
              <a:extLst>
                <a:ext uri="{FF2B5EF4-FFF2-40B4-BE49-F238E27FC236}">
                  <a16:creationId xmlns:a16="http://schemas.microsoft.com/office/drawing/2014/main" id="{EA7DE0D1-1607-4E8D-8C20-16C16D244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2008"/>
              <a:ext cx="6" cy="7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0" name="Oval 144">
              <a:extLst>
                <a:ext uri="{FF2B5EF4-FFF2-40B4-BE49-F238E27FC236}">
                  <a16:creationId xmlns:a16="http://schemas.microsoft.com/office/drawing/2014/main" id="{3823C050-80F0-4C99-A8EF-1660A5500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1994"/>
              <a:ext cx="6" cy="11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1" name="Oval 145">
              <a:extLst>
                <a:ext uri="{FF2B5EF4-FFF2-40B4-BE49-F238E27FC236}">
                  <a16:creationId xmlns:a16="http://schemas.microsoft.com/office/drawing/2014/main" id="{A19222A6-FB47-4AE8-9C2A-66EA8D6A5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1973"/>
              <a:ext cx="7" cy="7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2" name="Oval 146">
              <a:extLst>
                <a:ext uri="{FF2B5EF4-FFF2-40B4-BE49-F238E27FC236}">
                  <a16:creationId xmlns:a16="http://schemas.microsoft.com/office/drawing/2014/main" id="{A5E687B7-0DCF-4F92-A278-995C13A8E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1958"/>
              <a:ext cx="7" cy="8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3" name="Oval 147">
              <a:extLst>
                <a:ext uri="{FF2B5EF4-FFF2-40B4-BE49-F238E27FC236}">
                  <a16:creationId xmlns:a16="http://schemas.microsoft.com/office/drawing/2014/main" id="{11CCDA18-AF43-4E6B-B9A8-8CBDB4BED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1966"/>
              <a:ext cx="7" cy="10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4" name="Oval 148">
              <a:extLst>
                <a:ext uri="{FF2B5EF4-FFF2-40B4-BE49-F238E27FC236}">
                  <a16:creationId xmlns:a16="http://schemas.microsoft.com/office/drawing/2014/main" id="{65777B77-C783-46FE-B898-4874BEF41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1958"/>
              <a:ext cx="7" cy="8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5" name="Oval 149">
              <a:extLst>
                <a:ext uri="{FF2B5EF4-FFF2-40B4-BE49-F238E27FC236}">
                  <a16:creationId xmlns:a16="http://schemas.microsoft.com/office/drawing/2014/main" id="{51C4EF45-465D-4790-B9A5-EF631A8CB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969"/>
              <a:ext cx="6" cy="7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6" name="Oval 150">
              <a:extLst>
                <a:ext uri="{FF2B5EF4-FFF2-40B4-BE49-F238E27FC236}">
                  <a16:creationId xmlns:a16="http://schemas.microsoft.com/office/drawing/2014/main" id="{1848B499-8A63-49A2-A9FA-4C2B5A975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944"/>
              <a:ext cx="7" cy="7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7" name="Oval 151">
              <a:extLst>
                <a:ext uri="{FF2B5EF4-FFF2-40B4-BE49-F238E27FC236}">
                  <a16:creationId xmlns:a16="http://schemas.microsoft.com/office/drawing/2014/main" id="{3F599556-B7D1-41F2-9F3C-4AEC448C8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966"/>
              <a:ext cx="7" cy="7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8" name="Oval 152">
              <a:extLst>
                <a:ext uri="{FF2B5EF4-FFF2-40B4-BE49-F238E27FC236}">
                  <a16:creationId xmlns:a16="http://schemas.microsoft.com/office/drawing/2014/main" id="{3135D8D6-0C6B-447F-BE99-4D0190F10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976"/>
              <a:ext cx="10" cy="11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9" name="Oval 153">
              <a:extLst>
                <a:ext uri="{FF2B5EF4-FFF2-40B4-BE49-F238E27FC236}">
                  <a16:creationId xmlns:a16="http://schemas.microsoft.com/office/drawing/2014/main" id="{A4080EDB-2C35-4ED1-9271-078A2EE2A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1987"/>
              <a:ext cx="7" cy="11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0" name="Oval 154">
              <a:extLst>
                <a:ext uri="{FF2B5EF4-FFF2-40B4-BE49-F238E27FC236}">
                  <a16:creationId xmlns:a16="http://schemas.microsoft.com/office/drawing/2014/main" id="{F40BF36C-840F-4771-AE2A-DA0AD4550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994"/>
              <a:ext cx="10" cy="11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1" name="Oval 155">
              <a:extLst>
                <a:ext uri="{FF2B5EF4-FFF2-40B4-BE49-F238E27FC236}">
                  <a16:creationId xmlns:a16="http://schemas.microsoft.com/office/drawing/2014/main" id="{8FAC7CF9-68D4-45E8-95EA-0CA3FF804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005"/>
              <a:ext cx="6" cy="7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2" name="Oval 156">
              <a:extLst>
                <a:ext uri="{FF2B5EF4-FFF2-40B4-BE49-F238E27FC236}">
                  <a16:creationId xmlns:a16="http://schemas.microsoft.com/office/drawing/2014/main" id="{5DAE5307-22FE-4CA7-8978-D191B8FE1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1994"/>
              <a:ext cx="7" cy="7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3" name="Oval 157">
              <a:extLst>
                <a:ext uri="{FF2B5EF4-FFF2-40B4-BE49-F238E27FC236}">
                  <a16:creationId xmlns:a16="http://schemas.microsoft.com/office/drawing/2014/main" id="{19A5C4A2-8052-4CED-9C65-28EA6C007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1987"/>
              <a:ext cx="10" cy="7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4" name="Oval 158">
              <a:extLst>
                <a:ext uri="{FF2B5EF4-FFF2-40B4-BE49-F238E27FC236}">
                  <a16:creationId xmlns:a16="http://schemas.microsoft.com/office/drawing/2014/main" id="{2CACA410-EB47-48D2-9294-CBEBF38A6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1951"/>
              <a:ext cx="7" cy="11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5" name="Oval 159">
              <a:extLst>
                <a:ext uri="{FF2B5EF4-FFF2-40B4-BE49-F238E27FC236}">
                  <a16:creationId xmlns:a16="http://schemas.microsoft.com/office/drawing/2014/main" id="{13974B57-5F9C-4D78-B6A9-716C145BA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1948"/>
              <a:ext cx="3" cy="7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6" name="Oval 160">
              <a:extLst>
                <a:ext uri="{FF2B5EF4-FFF2-40B4-BE49-F238E27FC236}">
                  <a16:creationId xmlns:a16="http://schemas.microsoft.com/office/drawing/2014/main" id="{794DD043-C514-473F-8467-BE0AD970A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1958"/>
              <a:ext cx="3" cy="4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7" name="Oval 161">
              <a:extLst>
                <a:ext uri="{FF2B5EF4-FFF2-40B4-BE49-F238E27FC236}">
                  <a16:creationId xmlns:a16="http://schemas.microsoft.com/office/drawing/2014/main" id="{8686B7EF-C412-46AB-80FE-A03CD822F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944"/>
              <a:ext cx="4" cy="4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8" name="Oval 162">
              <a:extLst>
                <a:ext uri="{FF2B5EF4-FFF2-40B4-BE49-F238E27FC236}">
                  <a16:creationId xmlns:a16="http://schemas.microsoft.com/office/drawing/2014/main" id="{69093666-BD82-403A-8BE8-85C8362E3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1944"/>
              <a:ext cx="3" cy="4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9" name="Oval 163">
              <a:extLst>
                <a:ext uri="{FF2B5EF4-FFF2-40B4-BE49-F238E27FC236}">
                  <a16:creationId xmlns:a16="http://schemas.microsoft.com/office/drawing/2014/main" id="{EEE86F54-8621-43D6-B66E-6839FE3B7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958"/>
              <a:ext cx="4" cy="4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0" name="Oval 164">
              <a:extLst>
                <a:ext uri="{FF2B5EF4-FFF2-40B4-BE49-F238E27FC236}">
                  <a16:creationId xmlns:a16="http://schemas.microsoft.com/office/drawing/2014/main" id="{45278E60-D8D1-4174-9F35-787C5C132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" y="1969"/>
              <a:ext cx="3" cy="4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1" name="Oval 165">
              <a:extLst>
                <a:ext uri="{FF2B5EF4-FFF2-40B4-BE49-F238E27FC236}">
                  <a16:creationId xmlns:a16="http://schemas.microsoft.com/office/drawing/2014/main" id="{4F0578D4-230F-4872-9419-23B2B1D3D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1987"/>
              <a:ext cx="4" cy="3"/>
            </a:xfrm>
            <a:prstGeom prst="ellipse">
              <a:avLst/>
            </a:pr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2" name="Oval 166">
              <a:extLst>
                <a:ext uri="{FF2B5EF4-FFF2-40B4-BE49-F238E27FC236}">
                  <a16:creationId xmlns:a16="http://schemas.microsoft.com/office/drawing/2014/main" id="{6DD00C1F-B8B6-4A31-B2E4-0464FED73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9" y="2047"/>
              <a:ext cx="3" cy="4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3" name="Oval 167">
              <a:extLst>
                <a:ext uri="{FF2B5EF4-FFF2-40B4-BE49-F238E27FC236}">
                  <a16:creationId xmlns:a16="http://schemas.microsoft.com/office/drawing/2014/main" id="{D9C775FA-B67A-4925-B2A2-2A00AE8D3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2055"/>
              <a:ext cx="4" cy="3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4" name="Oval 168">
              <a:extLst>
                <a:ext uri="{FF2B5EF4-FFF2-40B4-BE49-F238E27FC236}">
                  <a16:creationId xmlns:a16="http://schemas.microsoft.com/office/drawing/2014/main" id="{439CCA27-A035-4E6E-B2FE-C714F2937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6" y="2040"/>
              <a:ext cx="3" cy="4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5" name="Oval 169">
              <a:extLst>
                <a:ext uri="{FF2B5EF4-FFF2-40B4-BE49-F238E27FC236}">
                  <a16:creationId xmlns:a16="http://schemas.microsoft.com/office/drawing/2014/main" id="{A861756D-264D-4EA4-8B7B-B4EE596A4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033"/>
              <a:ext cx="3" cy="4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6" name="Oval 170">
              <a:extLst>
                <a:ext uri="{FF2B5EF4-FFF2-40B4-BE49-F238E27FC236}">
                  <a16:creationId xmlns:a16="http://schemas.microsoft.com/office/drawing/2014/main" id="{F158D7E4-E47A-4090-BA36-88ED9E109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083"/>
              <a:ext cx="3" cy="4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7" name="Oval 171">
              <a:extLst>
                <a:ext uri="{FF2B5EF4-FFF2-40B4-BE49-F238E27FC236}">
                  <a16:creationId xmlns:a16="http://schemas.microsoft.com/office/drawing/2014/main" id="{202535CB-5753-45EC-BFD5-28FAC699B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1994"/>
              <a:ext cx="3" cy="4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8" name="Oval 172">
              <a:extLst>
                <a:ext uri="{FF2B5EF4-FFF2-40B4-BE49-F238E27FC236}">
                  <a16:creationId xmlns:a16="http://schemas.microsoft.com/office/drawing/2014/main" id="{77394BCB-E8AC-40B0-B204-A84D82FBC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2051"/>
              <a:ext cx="7" cy="7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9" name="Oval 173">
              <a:extLst>
                <a:ext uri="{FF2B5EF4-FFF2-40B4-BE49-F238E27FC236}">
                  <a16:creationId xmlns:a16="http://schemas.microsoft.com/office/drawing/2014/main" id="{8642BDF0-D9D5-4AF7-95FE-ABF5951F4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033"/>
              <a:ext cx="4" cy="7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0" name="Oval 174">
              <a:extLst>
                <a:ext uri="{FF2B5EF4-FFF2-40B4-BE49-F238E27FC236}">
                  <a16:creationId xmlns:a16="http://schemas.microsoft.com/office/drawing/2014/main" id="{18BCAED7-A09A-4D96-83D4-249C57D74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2015"/>
              <a:ext cx="4" cy="8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1" name="Oval 175">
              <a:extLst>
                <a:ext uri="{FF2B5EF4-FFF2-40B4-BE49-F238E27FC236}">
                  <a16:creationId xmlns:a16="http://schemas.microsoft.com/office/drawing/2014/main" id="{4A4D03C9-83E5-499B-AFDC-D80434CE2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9" y="2030"/>
              <a:ext cx="6" cy="3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2" name="Oval 176">
              <a:extLst>
                <a:ext uri="{FF2B5EF4-FFF2-40B4-BE49-F238E27FC236}">
                  <a16:creationId xmlns:a16="http://schemas.microsoft.com/office/drawing/2014/main" id="{578B6E83-806E-4ACB-B03A-13A5E21A2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2033"/>
              <a:ext cx="3" cy="7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3" name="Oval 177">
              <a:extLst>
                <a:ext uri="{FF2B5EF4-FFF2-40B4-BE49-F238E27FC236}">
                  <a16:creationId xmlns:a16="http://schemas.microsoft.com/office/drawing/2014/main" id="{CEF015DA-36FE-448A-99FB-FB6424974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2040"/>
              <a:ext cx="3" cy="7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4" name="Oval 178">
              <a:extLst>
                <a:ext uri="{FF2B5EF4-FFF2-40B4-BE49-F238E27FC236}">
                  <a16:creationId xmlns:a16="http://schemas.microsoft.com/office/drawing/2014/main" id="{5D7927B0-2F88-4212-A43F-A4A3E7875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9" y="2055"/>
              <a:ext cx="3" cy="3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5" name="Oval 179">
              <a:extLst>
                <a:ext uri="{FF2B5EF4-FFF2-40B4-BE49-F238E27FC236}">
                  <a16:creationId xmlns:a16="http://schemas.microsoft.com/office/drawing/2014/main" id="{2FB10C30-3644-4A83-9771-3CD103F89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2015"/>
              <a:ext cx="3" cy="8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6" name="Oval 180">
              <a:extLst>
                <a:ext uri="{FF2B5EF4-FFF2-40B4-BE49-F238E27FC236}">
                  <a16:creationId xmlns:a16="http://schemas.microsoft.com/office/drawing/2014/main" id="{DEF7C863-4CBA-46FD-8117-1DBDFA65E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008"/>
              <a:ext cx="7" cy="7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7" name="Oval 181">
              <a:extLst>
                <a:ext uri="{FF2B5EF4-FFF2-40B4-BE49-F238E27FC236}">
                  <a16:creationId xmlns:a16="http://schemas.microsoft.com/office/drawing/2014/main" id="{659C2A06-F1F2-475A-9A07-16B304FF9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1994"/>
              <a:ext cx="6" cy="7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8" name="Oval 182">
              <a:extLst>
                <a:ext uri="{FF2B5EF4-FFF2-40B4-BE49-F238E27FC236}">
                  <a16:creationId xmlns:a16="http://schemas.microsoft.com/office/drawing/2014/main" id="{8ADA5FC4-019D-49C0-A13F-5A3629B89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2001"/>
              <a:ext cx="7" cy="7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9" name="Oval 183">
              <a:extLst>
                <a:ext uri="{FF2B5EF4-FFF2-40B4-BE49-F238E27FC236}">
                  <a16:creationId xmlns:a16="http://schemas.microsoft.com/office/drawing/2014/main" id="{1F0AA7C0-02B7-459B-BFA4-D36D81EE7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023"/>
              <a:ext cx="7" cy="3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0" name="Oval 184">
              <a:extLst>
                <a:ext uri="{FF2B5EF4-FFF2-40B4-BE49-F238E27FC236}">
                  <a16:creationId xmlns:a16="http://schemas.microsoft.com/office/drawing/2014/main" id="{C2B3E67C-F1AD-4CAC-ADEB-63CEC11D1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037"/>
              <a:ext cx="7" cy="7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1" name="Oval 185">
              <a:extLst>
                <a:ext uri="{FF2B5EF4-FFF2-40B4-BE49-F238E27FC236}">
                  <a16:creationId xmlns:a16="http://schemas.microsoft.com/office/drawing/2014/main" id="{2AF36648-F022-4010-9144-99F99B344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047"/>
              <a:ext cx="7" cy="8"/>
            </a:xfrm>
            <a:prstGeom prst="ellipse">
              <a:avLst/>
            </a:pr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2" name="Freeform 186">
              <a:extLst>
                <a:ext uri="{FF2B5EF4-FFF2-40B4-BE49-F238E27FC236}">
                  <a16:creationId xmlns:a16="http://schemas.microsoft.com/office/drawing/2014/main" id="{733EA79E-29B1-469B-814C-FCFC984DF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541"/>
              <a:ext cx="7" cy="7"/>
            </a:xfrm>
            <a:custGeom>
              <a:avLst/>
              <a:gdLst>
                <a:gd name="T0" fmla="*/ 88 w 2"/>
                <a:gd name="T1" fmla="*/ 88 h 2"/>
                <a:gd name="T2" fmla="*/ 0 w 2"/>
                <a:gd name="T3" fmla="*/ 88 h 2"/>
                <a:gd name="T4" fmla="*/ 0 w 2"/>
                <a:gd name="T5" fmla="*/ 49 h 2"/>
                <a:gd name="T6" fmla="*/ 49 w 2"/>
                <a:gd name="T7" fmla="*/ 0 h 2"/>
                <a:gd name="T8" fmla="*/ 88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187">
              <a:extLst>
                <a:ext uri="{FF2B5EF4-FFF2-40B4-BE49-F238E27FC236}">
                  <a16:creationId xmlns:a16="http://schemas.microsoft.com/office/drawing/2014/main" id="{9272600D-FC84-47AB-901D-0A98335D3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520"/>
              <a:ext cx="6" cy="7"/>
            </a:xfrm>
            <a:custGeom>
              <a:avLst/>
              <a:gdLst>
                <a:gd name="T0" fmla="*/ 54 w 2"/>
                <a:gd name="T1" fmla="*/ 88 h 2"/>
                <a:gd name="T2" fmla="*/ 27 w 2"/>
                <a:gd name="T3" fmla="*/ 88 h 2"/>
                <a:gd name="T4" fmla="*/ 0 w 2"/>
                <a:gd name="T5" fmla="*/ 49 h 2"/>
                <a:gd name="T6" fmla="*/ 27 w 2"/>
                <a:gd name="T7" fmla="*/ 0 h 2"/>
                <a:gd name="T8" fmla="*/ 54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188">
              <a:extLst>
                <a:ext uri="{FF2B5EF4-FFF2-40B4-BE49-F238E27FC236}">
                  <a16:creationId xmlns:a16="http://schemas.microsoft.com/office/drawing/2014/main" id="{FA34D7A4-F4B9-4C41-A878-250C34CA5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516"/>
              <a:ext cx="10" cy="7"/>
            </a:xfrm>
            <a:custGeom>
              <a:avLst/>
              <a:gdLst>
                <a:gd name="T0" fmla="*/ 77 w 3"/>
                <a:gd name="T1" fmla="*/ 49 h 2"/>
                <a:gd name="T2" fmla="*/ 33 w 3"/>
                <a:gd name="T3" fmla="*/ 88 h 2"/>
                <a:gd name="T4" fmla="*/ 0 w 3"/>
                <a:gd name="T5" fmla="*/ 0 h 2"/>
                <a:gd name="T6" fmla="*/ 77 w 3"/>
                <a:gd name="T7" fmla="*/ 0 h 2"/>
                <a:gd name="T8" fmla="*/ 77 w 3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189">
              <a:extLst>
                <a:ext uri="{FF2B5EF4-FFF2-40B4-BE49-F238E27FC236}">
                  <a16:creationId xmlns:a16="http://schemas.microsoft.com/office/drawing/2014/main" id="{2A9A64E4-D3EA-4A4C-A6DA-F8BB4A140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506"/>
              <a:ext cx="10" cy="10"/>
            </a:xfrm>
            <a:custGeom>
              <a:avLst/>
              <a:gdLst>
                <a:gd name="T0" fmla="*/ 110 w 3"/>
                <a:gd name="T1" fmla="*/ 77 h 3"/>
                <a:gd name="T2" fmla="*/ 33 w 3"/>
                <a:gd name="T3" fmla="*/ 77 h 3"/>
                <a:gd name="T4" fmla="*/ 33 w 3"/>
                <a:gd name="T5" fmla="*/ 33 h 3"/>
                <a:gd name="T6" fmla="*/ 77 w 3"/>
                <a:gd name="T7" fmla="*/ 0 h 3"/>
                <a:gd name="T8" fmla="*/ 110 w 3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190">
              <a:extLst>
                <a:ext uri="{FF2B5EF4-FFF2-40B4-BE49-F238E27FC236}">
                  <a16:creationId xmlns:a16="http://schemas.microsoft.com/office/drawing/2014/main" id="{99557BAE-9983-46F4-9368-E465E9EEF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491"/>
              <a:ext cx="10" cy="11"/>
            </a:xfrm>
            <a:custGeom>
              <a:avLst/>
              <a:gdLst>
                <a:gd name="T0" fmla="*/ 77 w 3"/>
                <a:gd name="T1" fmla="*/ 95 h 3"/>
                <a:gd name="T2" fmla="*/ 33 w 3"/>
                <a:gd name="T3" fmla="*/ 147 h 3"/>
                <a:gd name="T4" fmla="*/ 0 w 3"/>
                <a:gd name="T5" fmla="*/ 55 h 3"/>
                <a:gd name="T6" fmla="*/ 77 w 3"/>
                <a:gd name="T7" fmla="*/ 0 h 3"/>
                <a:gd name="T8" fmla="*/ 77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191">
              <a:extLst>
                <a:ext uri="{FF2B5EF4-FFF2-40B4-BE49-F238E27FC236}">
                  <a16:creationId xmlns:a16="http://schemas.microsoft.com/office/drawing/2014/main" id="{2A38FE2A-C690-4442-9691-841391D6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506"/>
              <a:ext cx="7" cy="10"/>
            </a:xfrm>
            <a:custGeom>
              <a:avLst/>
              <a:gdLst>
                <a:gd name="T0" fmla="*/ 88 w 2"/>
                <a:gd name="T1" fmla="*/ 77 h 3"/>
                <a:gd name="T2" fmla="*/ 0 w 2"/>
                <a:gd name="T3" fmla="*/ 77 h 3"/>
                <a:gd name="T4" fmla="*/ 0 w 2"/>
                <a:gd name="T5" fmla="*/ 33 h 3"/>
                <a:gd name="T6" fmla="*/ 49 w 2"/>
                <a:gd name="T7" fmla="*/ 0 h 3"/>
                <a:gd name="T8" fmla="*/ 88 w 2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192">
              <a:extLst>
                <a:ext uri="{FF2B5EF4-FFF2-40B4-BE49-F238E27FC236}">
                  <a16:creationId xmlns:a16="http://schemas.microsoft.com/office/drawing/2014/main" id="{C0A4DE32-6B03-43B8-8AEB-309CB0CE7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506"/>
              <a:ext cx="10" cy="10"/>
            </a:xfrm>
            <a:custGeom>
              <a:avLst/>
              <a:gdLst>
                <a:gd name="T0" fmla="*/ 110 w 3"/>
                <a:gd name="T1" fmla="*/ 77 h 3"/>
                <a:gd name="T2" fmla="*/ 33 w 3"/>
                <a:gd name="T3" fmla="*/ 77 h 3"/>
                <a:gd name="T4" fmla="*/ 33 w 3"/>
                <a:gd name="T5" fmla="*/ 33 h 3"/>
                <a:gd name="T6" fmla="*/ 77 w 3"/>
                <a:gd name="T7" fmla="*/ 0 h 3"/>
                <a:gd name="T8" fmla="*/ 110 w 3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193">
              <a:extLst>
                <a:ext uri="{FF2B5EF4-FFF2-40B4-BE49-F238E27FC236}">
                  <a16:creationId xmlns:a16="http://schemas.microsoft.com/office/drawing/2014/main" id="{E9D2D2BA-D8DE-4EB1-9C4D-4A1101718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491"/>
              <a:ext cx="7" cy="8"/>
            </a:xfrm>
            <a:custGeom>
              <a:avLst/>
              <a:gdLst>
                <a:gd name="T0" fmla="*/ 88 w 2"/>
                <a:gd name="T1" fmla="*/ 128 h 2"/>
                <a:gd name="T2" fmla="*/ 0 w 2"/>
                <a:gd name="T3" fmla="*/ 128 h 2"/>
                <a:gd name="T4" fmla="*/ 0 w 2"/>
                <a:gd name="T5" fmla="*/ 64 h 2"/>
                <a:gd name="T6" fmla="*/ 49 w 2"/>
                <a:gd name="T7" fmla="*/ 0 h 2"/>
                <a:gd name="T8" fmla="*/ 88 w 2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194">
              <a:extLst>
                <a:ext uri="{FF2B5EF4-FFF2-40B4-BE49-F238E27FC236}">
                  <a16:creationId xmlns:a16="http://schemas.microsoft.com/office/drawing/2014/main" id="{9B635637-DD70-4CD3-9BCA-DFFF0EDEE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495"/>
              <a:ext cx="6" cy="11"/>
            </a:xfrm>
            <a:custGeom>
              <a:avLst/>
              <a:gdLst>
                <a:gd name="T0" fmla="*/ 54 w 2"/>
                <a:gd name="T1" fmla="*/ 95 h 3"/>
                <a:gd name="T2" fmla="*/ 27 w 2"/>
                <a:gd name="T3" fmla="*/ 147 h 3"/>
                <a:gd name="T4" fmla="*/ 0 w 2"/>
                <a:gd name="T5" fmla="*/ 55 h 3"/>
                <a:gd name="T6" fmla="*/ 54 w 2"/>
                <a:gd name="T7" fmla="*/ 55 h 3"/>
                <a:gd name="T8" fmla="*/ 54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195">
              <a:extLst>
                <a:ext uri="{FF2B5EF4-FFF2-40B4-BE49-F238E27FC236}">
                  <a16:creationId xmlns:a16="http://schemas.microsoft.com/office/drawing/2014/main" id="{324AC957-194A-414A-9DBB-81C663605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481"/>
              <a:ext cx="10" cy="7"/>
            </a:xfrm>
            <a:custGeom>
              <a:avLst/>
              <a:gdLst>
                <a:gd name="T0" fmla="*/ 77 w 3"/>
                <a:gd name="T1" fmla="*/ 49 h 2"/>
                <a:gd name="T2" fmla="*/ 33 w 3"/>
                <a:gd name="T3" fmla="*/ 88 h 2"/>
                <a:gd name="T4" fmla="*/ 0 w 3"/>
                <a:gd name="T5" fmla="*/ 49 h 2"/>
                <a:gd name="T6" fmla="*/ 77 w 3"/>
                <a:gd name="T7" fmla="*/ 0 h 2"/>
                <a:gd name="T8" fmla="*/ 77 w 3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196">
              <a:extLst>
                <a:ext uri="{FF2B5EF4-FFF2-40B4-BE49-F238E27FC236}">
                  <a16:creationId xmlns:a16="http://schemas.microsoft.com/office/drawing/2014/main" id="{DE037924-D8C4-44D3-867D-128C30905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466"/>
              <a:ext cx="6" cy="8"/>
            </a:xfrm>
            <a:custGeom>
              <a:avLst/>
              <a:gdLst>
                <a:gd name="T0" fmla="*/ 54 w 2"/>
                <a:gd name="T1" fmla="*/ 128 h 2"/>
                <a:gd name="T2" fmla="*/ 27 w 2"/>
                <a:gd name="T3" fmla="*/ 128 h 2"/>
                <a:gd name="T4" fmla="*/ 0 w 2"/>
                <a:gd name="T5" fmla="*/ 64 h 2"/>
                <a:gd name="T6" fmla="*/ 54 w 2"/>
                <a:gd name="T7" fmla="*/ 0 h 2"/>
                <a:gd name="T8" fmla="*/ 54 w 2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197">
              <a:extLst>
                <a:ext uri="{FF2B5EF4-FFF2-40B4-BE49-F238E27FC236}">
                  <a16:creationId xmlns:a16="http://schemas.microsoft.com/office/drawing/2014/main" id="{CF6D2F31-BFFA-4388-99DF-8FF9939A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477"/>
              <a:ext cx="10" cy="11"/>
            </a:xfrm>
            <a:custGeom>
              <a:avLst/>
              <a:gdLst>
                <a:gd name="T0" fmla="*/ 110 w 3"/>
                <a:gd name="T1" fmla="*/ 95 h 3"/>
                <a:gd name="T2" fmla="*/ 33 w 3"/>
                <a:gd name="T3" fmla="*/ 95 h 3"/>
                <a:gd name="T4" fmla="*/ 0 w 3"/>
                <a:gd name="T5" fmla="*/ 55 h 3"/>
                <a:gd name="T6" fmla="*/ 77 w 3"/>
                <a:gd name="T7" fmla="*/ 0 h 3"/>
                <a:gd name="T8" fmla="*/ 11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2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198">
              <a:extLst>
                <a:ext uri="{FF2B5EF4-FFF2-40B4-BE49-F238E27FC236}">
                  <a16:creationId xmlns:a16="http://schemas.microsoft.com/office/drawing/2014/main" id="{CD83B118-9187-4C67-ABAE-8F355E2F2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466"/>
              <a:ext cx="6" cy="11"/>
            </a:xfrm>
            <a:custGeom>
              <a:avLst/>
              <a:gdLst>
                <a:gd name="T0" fmla="*/ 54 w 2"/>
                <a:gd name="T1" fmla="*/ 95 h 3"/>
                <a:gd name="T2" fmla="*/ 0 w 2"/>
                <a:gd name="T3" fmla="*/ 95 h 3"/>
                <a:gd name="T4" fmla="*/ 0 w 2"/>
                <a:gd name="T5" fmla="*/ 55 h 3"/>
                <a:gd name="T6" fmla="*/ 27 w 2"/>
                <a:gd name="T7" fmla="*/ 0 h 3"/>
                <a:gd name="T8" fmla="*/ 54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199">
              <a:extLst>
                <a:ext uri="{FF2B5EF4-FFF2-40B4-BE49-F238E27FC236}">
                  <a16:creationId xmlns:a16="http://schemas.microsoft.com/office/drawing/2014/main" id="{3A725959-E2FA-4EB4-8346-A5DF6BE5B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491"/>
              <a:ext cx="7" cy="11"/>
            </a:xfrm>
            <a:custGeom>
              <a:avLst/>
              <a:gdLst>
                <a:gd name="T0" fmla="*/ 88 w 2"/>
                <a:gd name="T1" fmla="*/ 95 h 3"/>
                <a:gd name="T2" fmla="*/ 0 w 2"/>
                <a:gd name="T3" fmla="*/ 147 h 3"/>
                <a:gd name="T4" fmla="*/ 0 w 2"/>
                <a:gd name="T5" fmla="*/ 55 h 3"/>
                <a:gd name="T6" fmla="*/ 49 w 2"/>
                <a:gd name="T7" fmla="*/ 55 h 3"/>
                <a:gd name="T8" fmla="*/ 88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200">
              <a:extLst>
                <a:ext uri="{FF2B5EF4-FFF2-40B4-BE49-F238E27FC236}">
                  <a16:creationId xmlns:a16="http://schemas.microsoft.com/office/drawing/2014/main" id="{7E896E13-9C9C-4F13-A59C-A01D1DF5A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499"/>
              <a:ext cx="6" cy="10"/>
            </a:xfrm>
            <a:custGeom>
              <a:avLst/>
              <a:gdLst>
                <a:gd name="T0" fmla="*/ 54 w 2"/>
                <a:gd name="T1" fmla="*/ 77 h 3"/>
                <a:gd name="T2" fmla="*/ 27 w 2"/>
                <a:gd name="T3" fmla="*/ 110 h 3"/>
                <a:gd name="T4" fmla="*/ 0 w 2"/>
                <a:gd name="T5" fmla="*/ 33 h 3"/>
                <a:gd name="T6" fmla="*/ 54 w 2"/>
                <a:gd name="T7" fmla="*/ 33 h 3"/>
                <a:gd name="T8" fmla="*/ 54 w 2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201">
              <a:extLst>
                <a:ext uri="{FF2B5EF4-FFF2-40B4-BE49-F238E27FC236}">
                  <a16:creationId xmlns:a16="http://schemas.microsoft.com/office/drawing/2014/main" id="{6BC91573-9321-4CEA-97E8-25AD04BA5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477"/>
              <a:ext cx="10" cy="11"/>
            </a:xfrm>
            <a:custGeom>
              <a:avLst/>
              <a:gdLst>
                <a:gd name="T0" fmla="*/ 110 w 3"/>
                <a:gd name="T1" fmla="*/ 95 h 3"/>
                <a:gd name="T2" fmla="*/ 33 w 3"/>
                <a:gd name="T3" fmla="*/ 147 h 3"/>
                <a:gd name="T4" fmla="*/ 33 w 3"/>
                <a:gd name="T5" fmla="*/ 55 h 3"/>
                <a:gd name="T6" fmla="*/ 77 w 3"/>
                <a:gd name="T7" fmla="*/ 55 h 3"/>
                <a:gd name="T8" fmla="*/ 11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202">
              <a:extLst>
                <a:ext uri="{FF2B5EF4-FFF2-40B4-BE49-F238E27FC236}">
                  <a16:creationId xmlns:a16="http://schemas.microsoft.com/office/drawing/2014/main" id="{62DD86E8-2268-4538-B42C-85B123EB3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466"/>
              <a:ext cx="6" cy="11"/>
            </a:xfrm>
            <a:custGeom>
              <a:avLst/>
              <a:gdLst>
                <a:gd name="T0" fmla="*/ 54 w 2"/>
                <a:gd name="T1" fmla="*/ 95 h 3"/>
                <a:gd name="T2" fmla="*/ 27 w 2"/>
                <a:gd name="T3" fmla="*/ 147 h 3"/>
                <a:gd name="T4" fmla="*/ 0 w 2"/>
                <a:gd name="T5" fmla="*/ 55 h 3"/>
                <a:gd name="T6" fmla="*/ 54 w 2"/>
                <a:gd name="T7" fmla="*/ 55 h 3"/>
                <a:gd name="T8" fmla="*/ 54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203">
              <a:extLst>
                <a:ext uri="{FF2B5EF4-FFF2-40B4-BE49-F238E27FC236}">
                  <a16:creationId xmlns:a16="http://schemas.microsoft.com/office/drawing/2014/main" id="{9D1DDE85-8DCF-4E3D-8018-37BD17333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456"/>
              <a:ext cx="7" cy="10"/>
            </a:xfrm>
            <a:custGeom>
              <a:avLst/>
              <a:gdLst>
                <a:gd name="T0" fmla="*/ 88 w 2"/>
                <a:gd name="T1" fmla="*/ 77 h 3"/>
                <a:gd name="T2" fmla="*/ 0 w 2"/>
                <a:gd name="T3" fmla="*/ 77 h 3"/>
                <a:gd name="T4" fmla="*/ 0 w 2"/>
                <a:gd name="T5" fmla="*/ 33 h 3"/>
                <a:gd name="T6" fmla="*/ 49 w 2"/>
                <a:gd name="T7" fmla="*/ 0 h 3"/>
                <a:gd name="T8" fmla="*/ 88 w 2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204">
              <a:extLst>
                <a:ext uri="{FF2B5EF4-FFF2-40B4-BE49-F238E27FC236}">
                  <a16:creationId xmlns:a16="http://schemas.microsoft.com/office/drawing/2014/main" id="{CE5CD5BB-DCBF-444B-829E-CD0436531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466"/>
              <a:ext cx="6" cy="11"/>
            </a:xfrm>
            <a:custGeom>
              <a:avLst/>
              <a:gdLst>
                <a:gd name="T0" fmla="*/ 54 w 2"/>
                <a:gd name="T1" fmla="*/ 95 h 3"/>
                <a:gd name="T2" fmla="*/ 27 w 2"/>
                <a:gd name="T3" fmla="*/ 95 h 3"/>
                <a:gd name="T4" fmla="*/ 0 w 2"/>
                <a:gd name="T5" fmla="*/ 55 h 3"/>
                <a:gd name="T6" fmla="*/ 54 w 2"/>
                <a:gd name="T7" fmla="*/ 0 h 3"/>
                <a:gd name="T8" fmla="*/ 54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205">
              <a:extLst>
                <a:ext uri="{FF2B5EF4-FFF2-40B4-BE49-F238E27FC236}">
                  <a16:creationId xmlns:a16="http://schemas.microsoft.com/office/drawing/2014/main" id="{9082154C-3797-49DB-BA41-2E5CB51B5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484"/>
              <a:ext cx="10" cy="7"/>
            </a:xfrm>
            <a:custGeom>
              <a:avLst/>
              <a:gdLst>
                <a:gd name="T0" fmla="*/ 77 w 3"/>
                <a:gd name="T1" fmla="*/ 49 h 2"/>
                <a:gd name="T2" fmla="*/ 33 w 3"/>
                <a:gd name="T3" fmla="*/ 88 h 2"/>
                <a:gd name="T4" fmla="*/ 0 w 3"/>
                <a:gd name="T5" fmla="*/ 0 h 2"/>
                <a:gd name="T6" fmla="*/ 77 w 3"/>
                <a:gd name="T7" fmla="*/ 0 h 2"/>
                <a:gd name="T8" fmla="*/ 77 w 3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206">
              <a:extLst>
                <a:ext uri="{FF2B5EF4-FFF2-40B4-BE49-F238E27FC236}">
                  <a16:creationId xmlns:a16="http://schemas.microsoft.com/office/drawing/2014/main" id="{B6219B7F-1339-48CA-B41B-EDD3AAAA8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481"/>
              <a:ext cx="10" cy="7"/>
            </a:xfrm>
            <a:custGeom>
              <a:avLst/>
              <a:gdLst>
                <a:gd name="T0" fmla="*/ 110 w 3"/>
                <a:gd name="T1" fmla="*/ 88 h 2"/>
                <a:gd name="T2" fmla="*/ 33 w 3"/>
                <a:gd name="T3" fmla="*/ 88 h 2"/>
                <a:gd name="T4" fmla="*/ 33 w 3"/>
                <a:gd name="T5" fmla="*/ 49 h 2"/>
                <a:gd name="T6" fmla="*/ 77 w 3"/>
                <a:gd name="T7" fmla="*/ 0 h 2"/>
                <a:gd name="T8" fmla="*/ 110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207">
              <a:extLst>
                <a:ext uri="{FF2B5EF4-FFF2-40B4-BE49-F238E27FC236}">
                  <a16:creationId xmlns:a16="http://schemas.microsoft.com/office/drawing/2014/main" id="{F698DA77-F50E-402D-953B-88B60E4CF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491"/>
              <a:ext cx="10" cy="11"/>
            </a:xfrm>
            <a:custGeom>
              <a:avLst/>
              <a:gdLst>
                <a:gd name="T0" fmla="*/ 77 w 3"/>
                <a:gd name="T1" fmla="*/ 95 h 3"/>
                <a:gd name="T2" fmla="*/ 33 w 3"/>
                <a:gd name="T3" fmla="*/ 95 h 3"/>
                <a:gd name="T4" fmla="*/ 0 w 3"/>
                <a:gd name="T5" fmla="*/ 55 h 3"/>
                <a:gd name="T6" fmla="*/ 77 w 3"/>
                <a:gd name="T7" fmla="*/ 0 h 3"/>
                <a:gd name="T8" fmla="*/ 77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208">
              <a:extLst>
                <a:ext uri="{FF2B5EF4-FFF2-40B4-BE49-F238E27FC236}">
                  <a16:creationId xmlns:a16="http://schemas.microsoft.com/office/drawing/2014/main" id="{C2496965-9992-4765-8B11-B6890DE9F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502"/>
              <a:ext cx="7" cy="7"/>
            </a:xfrm>
            <a:custGeom>
              <a:avLst/>
              <a:gdLst>
                <a:gd name="T0" fmla="*/ 88 w 2"/>
                <a:gd name="T1" fmla="*/ 88 h 2"/>
                <a:gd name="T2" fmla="*/ 49 w 2"/>
                <a:gd name="T3" fmla="*/ 88 h 2"/>
                <a:gd name="T4" fmla="*/ 0 w 2"/>
                <a:gd name="T5" fmla="*/ 49 h 2"/>
                <a:gd name="T6" fmla="*/ 88 w 2"/>
                <a:gd name="T7" fmla="*/ 0 h 2"/>
                <a:gd name="T8" fmla="*/ 88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209">
              <a:extLst>
                <a:ext uri="{FF2B5EF4-FFF2-40B4-BE49-F238E27FC236}">
                  <a16:creationId xmlns:a16="http://schemas.microsoft.com/office/drawing/2014/main" id="{8CD32AF8-6C73-479B-AE18-9D09AD49C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523"/>
              <a:ext cx="10" cy="8"/>
            </a:xfrm>
            <a:custGeom>
              <a:avLst/>
              <a:gdLst>
                <a:gd name="T0" fmla="*/ 77 w 3"/>
                <a:gd name="T1" fmla="*/ 64 h 2"/>
                <a:gd name="T2" fmla="*/ 33 w 3"/>
                <a:gd name="T3" fmla="*/ 128 h 2"/>
                <a:gd name="T4" fmla="*/ 0 w 3"/>
                <a:gd name="T5" fmla="*/ 0 h 2"/>
                <a:gd name="T6" fmla="*/ 77 w 3"/>
                <a:gd name="T7" fmla="*/ 0 h 2"/>
                <a:gd name="T8" fmla="*/ 77 w 3"/>
                <a:gd name="T9" fmla="*/ 6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210">
              <a:extLst>
                <a:ext uri="{FF2B5EF4-FFF2-40B4-BE49-F238E27FC236}">
                  <a16:creationId xmlns:a16="http://schemas.microsoft.com/office/drawing/2014/main" id="{40B2F665-BFE1-4EF4-8445-A5C67E02A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520"/>
              <a:ext cx="10" cy="7"/>
            </a:xfrm>
            <a:custGeom>
              <a:avLst/>
              <a:gdLst>
                <a:gd name="T0" fmla="*/ 77 w 3"/>
                <a:gd name="T1" fmla="*/ 49 h 2"/>
                <a:gd name="T2" fmla="*/ 33 w 3"/>
                <a:gd name="T3" fmla="*/ 88 h 2"/>
                <a:gd name="T4" fmla="*/ 0 w 3"/>
                <a:gd name="T5" fmla="*/ 0 h 2"/>
                <a:gd name="T6" fmla="*/ 77 w 3"/>
                <a:gd name="T7" fmla="*/ 0 h 2"/>
                <a:gd name="T8" fmla="*/ 77 w 3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211">
              <a:extLst>
                <a:ext uri="{FF2B5EF4-FFF2-40B4-BE49-F238E27FC236}">
                  <a16:creationId xmlns:a16="http://schemas.microsoft.com/office/drawing/2014/main" id="{57C153C3-F5A4-48CB-A8B5-C8B79FEBA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534"/>
              <a:ext cx="10" cy="11"/>
            </a:xfrm>
            <a:custGeom>
              <a:avLst/>
              <a:gdLst>
                <a:gd name="T0" fmla="*/ 77 w 3"/>
                <a:gd name="T1" fmla="*/ 95 h 3"/>
                <a:gd name="T2" fmla="*/ 33 w 3"/>
                <a:gd name="T3" fmla="*/ 95 h 3"/>
                <a:gd name="T4" fmla="*/ 0 w 3"/>
                <a:gd name="T5" fmla="*/ 55 h 3"/>
                <a:gd name="T6" fmla="*/ 77 w 3"/>
                <a:gd name="T7" fmla="*/ 0 h 3"/>
                <a:gd name="T8" fmla="*/ 77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212">
              <a:extLst>
                <a:ext uri="{FF2B5EF4-FFF2-40B4-BE49-F238E27FC236}">
                  <a16:creationId xmlns:a16="http://schemas.microsoft.com/office/drawing/2014/main" id="{2FE0290B-F7C4-45C7-953E-B3535295D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527"/>
              <a:ext cx="10" cy="7"/>
            </a:xfrm>
            <a:custGeom>
              <a:avLst/>
              <a:gdLst>
                <a:gd name="T0" fmla="*/ 110 w 3"/>
                <a:gd name="T1" fmla="*/ 49 h 2"/>
                <a:gd name="T2" fmla="*/ 33 w 3"/>
                <a:gd name="T3" fmla="*/ 88 h 2"/>
                <a:gd name="T4" fmla="*/ 33 w 3"/>
                <a:gd name="T5" fmla="*/ 0 h 2"/>
                <a:gd name="T6" fmla="*/ 77 w 3"/>
                <a:gd name="T7" fmla="*/ 0 h 2"/>
                <a:gd name="T8" fmla="*/ 110 w 3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213">
              <a:extLst>
                <a:ext uri="{FF2B5EF4-FFF2-40B4-BE49-F238E27FC236}">
                  <a16:creationId xmlns:a16="http://schemas.microsoft.com/office/drawing/2014/main" id="{972B83AF-2022-48A5-A9EA-10AFE0BB6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563"/>
              <a:ext cx="10" cy="10"/>
            </a:xfrm>
            <a:custGeom>
              <a:avLst/>
              <a:gdLst>
                <a:gd name="T0" fmla="*/ 77 w 3"/>
                <a:gd name="T1" fmla="*/ 77 h 3"/>
                <a:gd name="T2" fmla="*/ 33 w 3"/>
                <a:gd name="T3" fmla="*/ 110 h 3"/>
                <a:gd name="T4" fmla="*/ 0 w 3"/>
                <a:gd name="T5" fmla="*/ 33 h 3"/>
                <a:gd name="T6" fmla="*/ 77 w 3"/>
                <a:gd name="T7" fmla="*/ 0 h 3"/>
                <a:gd name="T8" fmla="*/ 77 w 3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214">
              <a:extLst>
                <a:ext uri="{FF2B5EF4-FFF2-40B4-BE49-F238E27FC236}">
                  <a16:creationId xmlns:a16="http://schemas.microsoft.com/office/drawing/2014/main" id="{4994F83D-FCAB-4B4A-BEB7-5CCC31A2B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541"/>
              <a:ext cx="6" cy="11"/>
            </a:xfrm>
            <a:custGeom>
              <a:avLst/>
              <a:gdLst>
                <a:gd name="T0" fmla="*/ 54 w 2"/>
                <a:gd name="T1" fmla="*/ 95 h 3"/>
                <a:gd name="T2" fmla="*/ 27 w 2"/>
                <a:gd name="T3" fmla="*/ 95 h 3"/>
                <a:gd name="T4" fmla="*/ 0 w 2"/>
                <a:gd name="T5" fmla="*/ 55 h 3"/>
                <a:gd name="T6" fmla="*/ 54 w 2"/>
                <a:gd name="T7" fmla="*/ 0 h 3"/>
                <a:gd name="T8" fmla="*/ 54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215">
              <a:extLst>
                <a:ext uri="{FF2B5EF4-FFF2-40B4-BE49-F238E27FC236}">
                  <a16:creationId xmlns:a16="http://schemas.microsoft.com/office/drawing/2014/main" id="{1C8FD2DE-E3D5-4D96-A6E4-3CE359203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523"/>
              <a:ext cx="10" cy="11"/>
            </a:xfrm>
            <a:custGeom>
              <a:avLst/>
              <a:gdLst>
                <a:gd name="T0" fmla="*/ 110 w 3"/>
                <a:gd name="T1" fmla="*/ 95 h 3"/>
                <a:gd name="T2" fmla="*/ 33 w 3"/>
                <a:gd name="T3" fmla="*/ 95 h 3"/>
                <a:gd name="T4" fmla="*/ 33 w 3"/>
                <a:gd name="T5" fmla="*/ 55 h 3"/>
                <a:gd name="T6" fmla="*/ 77 w 3"/>
                <a:gd name="T7" fmla="*/ 0 h 3"/>
                <a:gd name="T8" fmla="*/ 11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216">
              <a:extLst>
                <a:ext uri="{FF2B5EF4-FFF2-40B4-BE49-F238E27FC236}">
                  <a16:creationId xmlns:a16="http://schemas.microsoft.com/office/drawing/2014/main" id="{B1391F42-B9A4-4030-A489-A03998BC8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495"/>
              <a:ext cx="6" cy="11"/>
            </a:xfrm>
            <a:custGeom>
              <a:avLst/>
              <a:gdLst>
                <a:gd name="T0" fmla="*/ 54 w 2"/>
                <a:gd name="T1" fmla="*/ 95 h 3"/>
                <a:gd name="T2" fmla="*/ 0 w 2"/>
                <a:gd name="T3" fmla="*/ 147 h 3"/>
                <a:gd name="T4" fmla="*/ 0 w 2"/>
                <a:gd name="T5" fmla="*/ 55 h 3"/>
                <a:gd name="T6" fmla="*/ 27 w 2"/>
                <a:gd name="T7" fmla="*/ 0 h 3"/>
                <a:gd name="T8" fmla="*/ 54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217">
              <a:extLst>
                <a:ext uri="{FF2B5EF4-FFF2-40B4-BE49-F238E27FC236}">
                  <a16:creationId xmlns:a16="http://schemas.microsoft.com/office/drawing/2014/main" id="{9A031BC5-86CF-41C5-BAE5-19CAD2BA6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499"/>
              <a:ext cx="10" cy="10"/>
            </a:xfrm>
            <a:custGeom>
              <a:avLst/>
              <a:gdLst>
                <a:gd name="T0" fmla="*/ 110 w 3"/>
                <a:gd name="T1" fmla="*/ 77 h 3"/>
                <a:gd name="T2" fmla="*/ 33 w 3"/>
                <a:gd name="T3" fmla="*/ 110 h 3"/>
                <a:gd name="T4" fmla="*/ 0 w 3"/>
                <a:gd name="T5" fmla="*/ 33 h 3"/>
                <a:gd name="T6" fmla="*/ 77 w 3"/>
                <a:gd name="T7" fmla="*/ 0 h 3"/>
                <a:gd name="T8" fmla="*/ 110 w 3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218">
              <a:extLst>
                <a:ext uri="{FF2B5EF4-FFF2-40B4-BE49-F238E27FC236}">
                  <a16:creationId xmlns:a16="http://schemas.microsoft.com/office/drawing/2014/main" id="{38063F1F-B99A-4D67-8416-711F2F5B9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534"/>
              <a:ext cx="7" cy="7"/>
            </a:xfrm>
            <a:custGeom>
              <a:avLst/>
              <a:gdLst>
                <a:gd name="T0" fmla="*/ 88 w 2"/>
                <a:gd name="T1" fmla="*/ 88 h 2"/>
                <a:gd name="T2" fmla="*/ 49 w 2"/>
                <a:gd name="T3" fmla="*/ 88 h 2"/>
                <a:gd name="T4" fmla="*/ 0 w 2"/>
                <a:gd name="T5" fmla="*/ 49 h 2"/>
                <a:gd name="T6" fmla="*/ 88 w 2"/>
                <a:gd name="T7" fmla="*/ 0 h 2"/>
                <a:gd name="T8" fmla="*/ 88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219">
              <a:extLst>
                <a:ext uri="{FF2B5EF4-FFF2-40B4-BE49-F238E27FC236}">
                  <a16:creationId xmlns:a16="http://schemas.microsoft.com/office/drawing/2014/main" id="{30C36BE1-A995-44B6-AD9A-2451F49ED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552"/>
              <a:ext cx="4" cy="4"/>
            </a:xfrm>
            <a:custGeom>
              <a:avLst/>
              <a:gdLst>
                <a:gd name="T0" fmla="*/ 64 w 1"/>
                <a:gd name="T1" fmla="*/ 64 h 1"/>
                <a:gd name="T2" fmla="*/ 0 w 1"/>
                <a:gd name="T3" fmla="*/ 64 h 1"/>
                <a:gd name="T4" fmla="*/ 0 w 1"/>
                <a:gd name="T5" fmla="*/ 0 h 1"/>
                <a:gd name="T6" fmla="*/ 0 w 1"/>
                <a:gd name="T7" fmla="*/ 0 h 1"/>
                <a:gd name="T8" fmla="*/ 64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220">
              <a:extLst>
                <a:ext uri="{FF2B5EF4-FFF2-40B4-BE49-F238E27FC236}">
                  <a16:creationId xmlns:a16="http://schemas.microsoft.com/office/drawing/2014/main" id="{A81ED94D-BACD-4879-8B76-4177CAC26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552"/>
              <a:ext cx="3" cy="7"/>
            </a:xfrm>
            <a:custGeom>
              <a:avLst/>
              <a:gdLst>
                <a:gd name="T0" fmla="*/ 27 w 1"/>
                <a:gd name="T1" fmla="*/ 49 h 2"/>
                <a:gd name="T2" fmla="*/ 27 w 1"/>
                <a:gd name="T3" fmla="*/ 49 h 2"/>
                <a:gd name="T4" fmla="*/ 0 w 1"/>
                <a:gd name="T5" fmla="*/ 49 h 2"/>
                <a:gd name="T6" fmla="*/ 27 w 1"/>
                <a:gd name="T7" fmla="*/ 0 h 2"/>
                <a:gd name="T8" fmla="*/ 27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221">
              <a:extLst>
                <a:ext uri="{FF2B5EF4-FFF2-40B4-BE49-F238E27FC236}">
                  <a16:creationId xmlns:a16="http://schemas.microsoft.com/office/drawing/2014/main" id="{A7B24437-1A44-4F59-937D-B523BC7BA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559"/>
              <a:ext cx="3" cy="4"/>
            </a:xfrm>
            <a:custGeom>
              <a:avLst/>
              <a:gdLst>
                <a:gd name="T0" fmla="*/ 27 w 1"/>
                <a:gd name="T1" fmla="*/ 64 h 1"/>
                <a:gd name="T2" fmla="*/ 0 w 1"/>
                <a:gd name="T3" fmla="*/ 64 h 1"/>
                <a:gd name="T4" fmla="*/ 0 w 1"/>
                <a:gd name="T5" fmla="*/ 64 h 1"/>
                <a:gd name="T6" fmla="*/ 27 w 1"/>
                <a:gd name="T7" fmla="*/ 0 h 1"/>
                <a:gd name="T8" fmla="*/ 27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222">
              <a:extLst>
                <a:ext uri="{FF2B5EF4-FFF2-40B4-BE49-F238E27FC236}">
                  <a16:creationId xmlns:a16="http://schemas.microsoft.com/office/drawing/2014/main" id="{954A452D-0A46-4CD9-8A74-B79E98250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577"/>
              <a:ext cx="7" cy="4"/>
            </a:xfrm>
            <a:custGeom>
              <a:avLst/>
              <a:gdLst>
                <a:gd name="T0" fmla="*/ 88 w 2"/>
                <a:gd name="T1" fmla="*/ 64 h 1"/>
                <a:gd name="T2" fmla="*/ 49 w 2"/>
                <a:gd name="T3" fmla="*/ 64 h 1"/>
                <a:gd name="T4" fmla="*/ 49 w 2"/>
                <a:gd name="T5" fmla="*/ 64 h 1"/>
                <a:gd name="T6" fmla="*/ 49 w 2"/>
                <a:gd name="T7" fmla="*/ 0 h 1"/>
                <a:gd name="T8" fmla="*/ 88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223">
              <a:extLst>
                <a:ext uri="{FF2B5EF4-FFF2-40B4-BE49-F238E27FC236}">
                  <a16:creationId xmlns:a16="http://schemas.microsoft.com/office/drawing/2014/main" id="{A89F761B-860C-44E3-8A17-3FF0AAECA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563"/>
              <a:ext cx="7" cy="3"/>
            </a:xfrm>
            <a:custGeom>
              <a:avLst/>
              <a:gdLst>
                <a:gd name="T0" fmla="*/ 49 w 2"/>
                <a:gd name="T1" fmla="*/ 27 h 1"/>
                <a:gd name="T2" fmla="*/ 49 w 2"/>
                <a:gd name="T3" fmla="*/ 27 h 1"/>
                <a:gd name="T4" fmla="*/ 0 w 2"/>
                <a:gd name="T5" fmla="*/ 0 h 1"/>
                <a:gd name="T6" fmla="*/ 49 w 2"/>
                <a:gd name="T7" fmla="*/ 0 h 1"/>
                <a:gd name="T8" fmla="*/ 49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224">
              <a:extLst>
                <a:ext uri="{FF2B5EF4-FFF2-40B4-BE49-F238E27FC236}">
                  <a16:creationId xmlns:a16="http://schemas.microsoft.com/office/drawing/2014/main" id="{9C6B4A12-BE75-4D2A-811B-197DB89C4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548"/>
              <a:ext cx="3" cy="8"/>
            </a:xfrm>
            <a:custGeom>
              <a:avLst/>
              <a:gdLst>
                <a:gd name="T0" fmla="*/ 27 w 1"/>
                <a:gd name="T1" fmla="*/ 64 h 2"/>
                <a:gd name="T2" fmla="*/ 0 w 1"/>
                <a:gd name="T3" fmla="*/ 128 h 2"/>
                <a:gd name="T4" fmla="*/ 0 w 1"/>
                <a:gd name="T5" fmla="*/ 64 h 2"/>
                <a:gd name="T6" fmla="*/ 27 w 1"/>
                <a:gd name="T7" fmla="*/ 64 h 2"/>
                <a:gd name="T8" fmla="*/ 27 w 1"/>
                <a:gd name="T9" fmla="*/ 6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225">
              <a:extLst>
                <a:ext uri="{FF2B5EF4-FFF2-40B4-BE49-F238E27FC236}">
                  <a16:creationId xmlns:a16="http://schemas.microsoft.com/office/drawing/2014/main" id="{CBF6ADDE-234E-40F1-8838-FA8944B52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538"/>
              <a:ext cx="3" cy="7"/>
            </a:xfrm>
            <a:custGeom>
              <a:avLst/>
              <a:gdLst>
                <a:gd name="T0" fmla="*/ 27 w 1"/>
                <a:gd name="T1" fmla="*/ 49 h 2"/>
                <a:gd name="T2" fmla="*/ 0 w 1"/>
                <a:gd name="T3" fmla="*/ 88 h 2"/>
                <a:gd name="T4" fmla="*/ 0 w 1"/>
                <a:gd name="T5" fmla="*/ 49 h 2"/>
                <a:gd name="T6" fmla="*/ 27 w 1"/>
                <a:gd name="T7" fmla="*/ 49 h 2"/>
                <a:gd name="T8" fmla="*/ 27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226">
              <a:extLst>
                <a:ext uri="{FF2B5EF4-FFF2-40B4-BE49-F238E27FC236}">
                  <a16:creationId xmlns:a16="http://schemas.microsoft.com/office/drawing/2014/main" id="{5C3449AF-F203-4766-A301-C8F4EE9F1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516"/>
              <a:ext cx="7" cy="4"/>
            </a:xfrm>
            <a:custGeom>
              <a:avLst/>
              <a:gdLst>
                <a:gd name="T0" fmla="*/ 88 w 2"/>
                <a:gd name="T1" fmla="*/ 64 h 1"/>
                <a:gd name="T2" fmla="*/ 49 w 2"/>
                <a:gd name="T3" fmla="*/ 64 h 1"/>
                <a:gd name="T4" fmla="*/ 49 w 2"/>
                <a:gd name="T5" fmla="*/ 0 h 1"/>
                <a:gd name="T6" fmla="*/ 49 w 2"/>
                <a:gd name="T7" fmla="*/ 0 h 1"/>
                <a:gd name="T8" fmla="*/ 88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227">
              <a:extLst>
                <a:ext uri="{FF2B5EF4-FFF2-40B4-BE49-F238E27FC236}">
                  <a16:creationId xmlns:a16="http://schemas.microsoft.com/office/drawing/2014/main" id="{08CD7548-4240-4709-A328-05E206CE4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513"/>
              <a:ext cx="4" cy="3"/>
            </a:xfrm>
            <a:custGeom>
              <a:avLst/>
              <a:gdLst>
                <a:gd name="T0" fmla="*/ 64 w 1"/>
                <a:gd name="T1" fmla="*/ 27 h 1"/>
                <a:gd name="T2" fmla="*/ 64 w 1"/>
                <a:gd name="T3" fmla="*/ 27 h 1"/>
                <a:gd name="T4" fmla="*/ 0 w 1"/>
                <a:gd name="T5" fmla="*/ 0 h 1"/>
                <a:gd name="T6" fmla="*/ 64 w 1"/>
                <a:gd name="T7" fmla="*/ 0 h 1"/>
                <a:gd name="T8" fmla="*/ 64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228">
              <a:extLst>
                <a:ext uri="{FF2B5EF4-FFF2-40B4-BE49-F238E27FC236}">
                  <a16:creationId xmlns:a16="http://schemas.microsoft.com/office/drawing/2014/main" id="{EBF667AB-B389-45FC-8188-968E7A594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520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229">
              <a:extLst>
                <a:ext uri="{FF2B5EF4-FFF2-40B4-BE49-F238E27FC236}">
                  <a16:creationId xmlns:a16="http://schemas.microsoft.com/office/drawing/2014/main" id="{F7F10114-7FBC-4A88-A0AA-A83C11073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434"/>
              <a:ext cx="3" cy="8"/>
            </a:xfrm>
            <a:custGeom>
              <a:avLst/>
              <a:gdLst>
                <a:gd name="T0" fmla="*/ 27 w 1"/>
                <a:gd name="T1" fmla="*/ 64 h 2"/>
                <a:gd name="T2" fmla="*/ 0 w 1"/>
                <a:gd name="T3" fmla="*/ 64 h 2"/>
                <a:gd name="T4" fmla="*/ 0 w 1"/>
                <a:gd name="T5" fmla="*/ 64 h 2"/>
                <a:gd name="T6" fmla="*/ 0 w 1"/>
                <a:gd name="T7" fmla="*/ 0 h 2"/>
                <a:gd name="T8" fmla="*/ 27 w 1"/>
                <a:gd name="T9" fmla="*/ 6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230">
              <a:extLst>
                <a:ext uri="{FF2B5EF4-FFF2-40B4-BE49-F238E27FC236}">
                  <a16:creationId xmlns:a16="http://schemas.microsoft.com/office/drawing/2014/main" id="{01E55A5F-C404-4B8C-B5CE-97D49B8A1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431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231">
              <a:extLst>
                <a:ext uri="{FF2B5EF4-FFF2-40B4-BE49-F238E27FC236}">
                  <a16:creationId xmlns:a16="http://schemas.microsoft.com/office/drawing/2014/main" id="{B4AC475A-6BDE-4E76-8987-10A9E503A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406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27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232">
              <a:extLst>
                <a:ext uri="{FF2B5EF4-FFF2-40B4-BE49-F238E27FC236}">
                  <a16:creationId xmlns:a16="http://schemas.microsoft.com/office/drawing/2014/main" id="{42BA2B4E-CCF1-414C-806F-C99AF004E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409"/>
              <a:ext cx="3" cy="8"/>
            </a:xfrm>
            <a:custGeom>
              <a:avLst/>
              <a:gdLst>
                <a:gd name="T0" fmla="*/ 27 w 1"/>
                <a:gd name="T1" fmla="*/ 64 h 2"/>
                <a:gd name="T2" fmla="*/ 0 w 1"/>
                <a:gd name="T3" fmla="*/ 64 h 2"/>
                <a:gd name="T4" fmla="*/ 0 w 1"/>
                <a:gd name="T5" fmla="*/ 64 h 2"/>
                <a:gd name="T6" fmla="*/ 27 w 1"/>
                <a:gd name="T7" fmla="*/ 0 h 2"/>
                <a:gd name="T8" fmla="*/ 27 w 1"/>
                <a:gd name="T9" fmla="*/ 6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233">
              <a:extLst>
                <a:ext uri="{FF2B5EF4-FFF2-40B4-BE49-F238E27FC236}">
                  <a16:creationId xmlns:a16="http://schemas.microsoft.com/office/drawing/2014/main" id="{454B2AA8-D7E0-47CA-8A9E-0E5C689DC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427"/>
              <a:ext cx="6" cy="4"/>
            </a:xfrm>
            <a:custGeom>
              <a:avLst/>
              <a:gdLst>
                <a:gd name="T0" fmla="*/ 54 w 2"/>
                <a:gd name="T1" fmla="*/ 64 h 1"/>
                <a:gd name="T2" fmla="*/ 27 w 2"/>
                <a:gd name="T3" fmla="*/ 64 h 1"/>
                <a:gd name="T4" fmla="*/ 27 w 2"/>
                <a:gd name="T5" fmla="*/ 0 h 1"/>
                <a:gd name="T6" fmla="*/ 27 w 2"/>
                <a:gd name="T7" fmla="*/ 0 h 1"/>
                <a:gd name="T8" fmla="*/ 54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234">
              <a:extLst>
                <a:ext uri="{FF2B5EF4-FFF2-40B4-BE49-F238E27FC236}">
                  <a16:creationId xmlns:a16="http://schemas.microsoft.com/office/drawing/2014/main" id="{437AE6DF-07B8-4B89-8610-E88200FA3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438"/>
              <a:ext cx="4" cy="4"/>
            </a:xfrm>
            <a:custGeom>
              <a:avLst/>
              <a:gdLst>
                <a:gd name="T0" fmla="*/ 64 w 1"/>
                <a:gd name="T1" fmla="*/ 0 h 1"/>
                <a:gd name="T2" fmla="*/ 0 w 1"/>
                <a:gd name="T3" fmla="*/ 64 h 1"/>
                <a:gd name="T4" fmla="*/ 0 w 1"/>
                <a:gd name="T5" fmla="*/ 0 h 1"/>
                <a:gd name="T6" fmla="*/ 64 w 1"/>
                <a:gd name="T7" fmla="*/ 0 h 1"/>
                <a:gd name="T8" fmla="*/ 64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235">
              <a:extLst>
                <a:ext uri="{FF2B5EF4-FFF2-40B4-BE49-F238E27FC236}">
                  <a16:creationId xmlns:a16="http://schemas.microsoft.com/office/drawing/2014/main" id="{25A3B6FD-7771-412E-8123-6F13D30AE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438"/>
              <a:ext cx="3" cy="4"/>
            </a:xfrm>
            <a:custGeom>
              <a:avLst/>
              <a:gdLst>
                <a:gd name="T0" fmla="*/ 27 w 1"/>
                <a:gd name="T1" fmla="*/ 64 h 1"/>
                <a:gd name="T2" fmla="*/ 0 w 1"/>
                <a:gd name="T3" fmla="*/ 64 h 1"/>
                <a:gd name="T4" fmla="*/ 0 w 1"/>
                <a:gd name="T5" fmla="*/ 0 h 1"/>
                <a:gd name="T6" fmla="*/ 0 w 1"/>
                <a:gd name="T7" fmla="*/ 0 h 1"/>
                <a:gd name="T8" fmla="*/ 27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236">
              <a:extLst>
                <a:ext uri="{FF2B5EF4-FFF2-40B4-BE49-F238E27FC236}">
                  <a16:creationId xmlns:a16="http://schemas.microsoft.com/office/drawing/2014/main" id="{BD551C12-C2CD-4930-B04D-82FBF43C7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395"/>
              <a:ext cx="4" cy="7"/>
            </a:xfrm>
            <a:custGeom>
              <a:avLst/>
              <a:gdLst>
                <a:gd name="T0" fmla="*/ 64 w 1"/>
                <a:gd name="T1" fmla="*/ 49 h 2"/>
                <a:gd name="T2" fmla="*/ 0 w 1"/>
                <a:gd name="T3" fmla="*/ 88 h 2"/>
                <a:gd name="T4" fmla="*/ 0 w 1"/>
                <a:gd name="T5" fmla="*/ 49 h 2"/>
                <a:gd name="T6" fmla="*/ 64 w 1"/>
                <a:gd name="T7" fmla="*/ 49 h 2"/>
                <a:gd name="T8" fmla="*/ 64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237">
              <a:extLst>
                <a:ext uri="{FF2B5EF4-FFF2-40B4-BE49-F238E27FC236}">
                  <a16:creationId xmlns:a16="http://schemas.microsoft.com/office/drawing/2014/main" id="{3599E09E-16FD-4D3C-BCBE-F4D370164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399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238">
              <a:extLst>
                <a:ext uri="{FF2B5EF4-FFF2-40B4-BE49-F238E27FC236}">
                  <a16:creationId xmlns:a16="http://schemas.microsoft.com/office/drawing/2014/main" id="{1CE294E4-498D-4636-A63A-406D1186E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388"/>
              <a:ext cx="7" cy="7"/>
            </a:xfrm>
            <a:custGeom>
              <a:avLst/>
              <a:gdLst>
                <a:gd name="T0" fmla="*/ 49 w 2"/>
                <a:gd name="T1" fmla="*/ 49 h 2"/>
                <a:gd name="T2" fmla="*/ 49 w 2"/>
                <a:gd name="T3" fmla="*/ 88 h 2"/>
                <a:gd name="T4" fmla="*/ 0 w 2"/>
                <a:gd name="T5" fmla="*/ 49 h 2"/>
                <a:gd name="T6" fmla="*/ 49 w 2"/>
                <a:gd name="T7" fmla="*/ 49 h 2"/>
                <a:gd name="T8" fmla="*/ 49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239">
              <a:extLst>
                <a:ext uri="{FF2B5EF4-FFF2-40B4-BE49-F238E27FC236}">
                  <a16:creationId xmlns:a16="http://schemas.microsoft.com/office/drawing/2014/main" id="{53C72633-1C39-4CDE-8D90-F0D72F2E6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417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240">
              <a:extLst>
                <a:ext uri="{FF2B5EF4-FFF2-40B4-BE49-F238E27FC236}">
                  <a16:creationId xmlns:a16="http://schemas.microsoft.com/office/drawing/2014/main" id="{73689656-2731-4C3A-96A9-29F72D29F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434"/>
              <a:ext cx="4" cy="4"/>
            </a:xfrm>
            <a:custGeom>
              <a:avLst/>
              <a:gdLst>
                <a:gd name="T0" fmla="*/ 64 w 1"/>
                <a:gd name="T1" fmla="*/ 64 h 1"/>
                <a:gd name="T2" fmla="*/ 0 w 1"/>
                <a:gd name="T3" fmla="*/ 64 h 1"/>
                <a:gd name="T4" fmla="*/ 0 w 1"/>
                <a:gd name="T5" fmla="*/ 0 h 1"/>
                <a:gd name="T6" fmla="*/ 64 w 1"/>
                <a:gd name="T7" fmla="*/ 0 h 1"/>
                <a:gd name="T8" fmla="*/ 64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241">
              <a:extLst>
                <a:ext uri="{FF2B5EF4-FFF2-40B4-BE49-F238E27FC236}">
                  <a16:creationId xmlns:a16="http://schemas.microsoft.com/office/drawing/2014/main" id="{6E949347-6E12-4090-B517-B134F3D84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452"/>
              <a:ext cx="3" cy="4"/>
            </a:xfrm>
            <a:custGeom>
              <a:avLst/>
              <a:gdLst>
                <a:gd name="T0" fmla="*/ 27 w 1"/>
                <a:gd name="T1" fmla="*/ 64 h 1"/>
                <a:gd name="T2" fmla="*/ 0 w 1"/>
                <a:gd name="T3" fmla="*/ 64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242">
              <a:extLst>
                <a:ext uri="{FF2B5EF4-FFF2-40B4-BE49-F238E27FC236}">
                  <a16:creationId xmlns:a16="http://schemas.microsoft.com/office/drawing/2014/main" id="{0CD01AED-949E-4497-BBED-F5D653315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449"/>
              <a:ext cx="4" cy="3"/>
            </a:xfrm>
            <a:custGeom>
              <a:avLst/>
              <a:gdLst>
                <a:gd name="T0" fmla="*/ 64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64 w 1"/>
                <a:gd name="T7" fmla="*/ 0 h 1"/>
                <a:gd name="T8" fmla="*/ 64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243">
              <a:extLst>
                <a:ext uri="{FF2B5EF4-FFF2-40B4-BE49-F238E27FC236}">
                  <a16:creationId xmlns:a16="http://schemas.microsoft.com/office/drawing/2014/main" id="{5CEA051A-21F6-48A3-8E7F-1C82EDD9F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499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244">
              <a:extLst>
                <a:ext uri="{FF2B5EF4-FFF2-40B4-BE49-F238E27FC236}">
                  <a16:creationId xmlns:a16="http://schemas.microsoft.com/office/drawing/2014/main" id="{5CD46B92-0F8F-4399-85AC-21ED7C9AD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427"/>
              <a:ext cx="3" cy="4"/>
            </a:xfrm>
            <a:custGeom>
              <a:avLst/>
              <a:gdLst>
                <a:gd name="T0" fmla="*/ 27 w 1"/>
                <a:gd name="T1" fmla="*/ 64 h 1"/>
                <a:gd name="T2" fmla="*/ 0 w 1"/>
                <a:gd name="T3" fmla="*/ 64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245">
              <a:extLst>
                <a:ext uri="{FF2B5EF4-FFF2-40B4-BE49-F238E27FC236}">
                  <a16:creationId xmlns:a16="http://schemas.microsoft.com/office/drawing/2014/main" id="{377FAE78-A38F-4B3E-844C-F2B4A35FD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442"/>
              <a:ext cx="6" cy="3"/>
            </a:xfrm>
            <a:custGeom>
              <a:avLst/>
              <a:gdLst>
                <a:gd name="T0" fmla="*/ 54 w 2"/>
                <a:gd name="T1" fmla="*/ 27 h 1"/>
                <a:gd name="T2" fmla="*/ 27 w 2"/>
                <a:gd name="T3" fmla="*/ 27 h 1"/>
                <a:gd name="T4" fmla="*/ 0 w 2"/>
                <a:gd name="T5" fmla="*/ 0 h 1"/>
                <a:gd name="T6" fmla="*/ 27 w 2"/>
                <a:gd name="T7" fmla="*/ 0 h 1"/>
                <a:gd name="T8" fmla="*/ 54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246">
              <a:extLst>
                <a:ext uri="{FF2B5EF4-FFF2-40B4-BE49-F238E27FC236}">
                  <a16:creationId xmlns:a16="http://schemas.microsoft.com/office/drawing/2014/main" id="{B7E6CCB0-F0F0-41C9-812A-C5D2F80BE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459"/>
              <a:ext cx="6" cy="7"/>
            </a:xfrm>
            <a:custGeom>
              <a:avLst/>
              <a:gdLst>
                <a:gd name="T0" fmla="*/ 54 w 2"/>
                <a:gd name="T1" fmla="*/ 49 h 2"/>
                <a:gd name="T2" fmla="*/ 27 w 2"/>
                <a:gd name="T3" fmla="*/ 88 h 2"/>
                <a:gd name="T4" fmla="*/ 0 w 2"/>
                <a:gd name="T5" fmla="*/ 0 h 2"/>
                <a:gd name="T6" fmla="*/ 27 w 2"/>
                <a:gd name="T7" fmla="*/ 0 h 2"/>
                <a:gd name="T8" fmla="*/ 54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247">
              <a:extLst>
                <a:ext uri="{FF2B5EF4-FFF2-40B4-BE49-F238E27FC236}">
                  <a16:creationId xmlns:a16="http://schemas.microsoft.com/office/drawing/2014/main" id="{5F70971A-5202-4537-8219-EF8D97D02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452"/>
              <a:ext cx="6" cy="7"/>
            </a:xfrm>
            <a:custGeom>
              <a:avLst/>
              <a:gdLst>
                <a:gd name="T0" fmla="*/ 54 w 2"/>
                <a:gd name="T1" fmla="*/ 49 h 2"/>
                <a:gd name="T2" fmla="*/ 0 w 2"/>
                <a:gd name="T3" fmla="*/ 49 h 2"/>
                <a:gd name="T4" fmla="*/ 0 w 2"/>
                <a:gd name="T5" fmla="*/ 0 h 2"/>
                <a:gd name="T6" fmla="*/ 27 w 2"/>
                <a:gd name="T7" fmla="*/ 0 h 2"/>
                <a:gd name="T8" fmla="*/ 54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1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248">
              <a:extLst>
                <a:ext uri="{FF2B5EF4-FFF2-40B4-BE49-F238E27FC236}">
                  <a16:creationId xmlns:a16="http://schemas.microsoft.com/office/drawing/2014/main" id="{54D8C7BA-313F-4295-B0C7-57F323CA6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449"/>
              <a:ext cx="7" cy="7"/>
            </a:xfrm>
            <a:custGeom>
              <a:avLst/>
              <a:gdLst>
                <a:gd name="T0" fmla="*/ 88 w 2"/>
                <a:gd name="T1" fmla="*/ 88 h 2"/>
                <a:gd name="T2" fmla="*/ 49 w 2"/>
                <a:gd name="T3" fmla="*/ 88 h 2"/>
                <a:gd name="T4" fmla="*/ 0 w 2"/>
                <a:gd name="T5" fmla="*/ 49 h 2"/>
                <a:gd name="T6" fmla="*/ 88 w 2"/>
                <a:gd name="T7" fmla="*/ 0 h 2"/>
                <a:gd name="T8" fmla="*/ 88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249">
              <a:extLst>
                <a:ext uri="{FF2B5EF4-FFF2-40B4-BE49-F238E27FC236}">
                  <a16:creationId xmlns:a16="http://schemas.microsoft.com/office/drawing/2014/main" id="{9BE25BCA-D582-43BD-90A2-ABB2F6D5D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442"/>
              <a:ext cx="6" cy="7"/>
            </a:xfrm>
            <a:custGeom>
              <a:avLst/>
              <a:gdLst>
                <a:gd name="T0" fmla="*/ 54 w 2"/>
                <a:gd name="T1" fmla="*/ 88 h 2"/>
                <a:gd name="T2" fmla="*/ 27 w 2"/>
                <a:gd name="T3" fmla="*/ 88 h 2"/>
                <a:gd name="T4" fmla="*/ 27 w 2"/>
                <a:gd name="T5" fmla="*/ 49 h 2"/>
                <a:gd name="T6" fmla="*/ 54 w 2"/>
                <a:gd name="T7" fmla="*/ 0 h 2"/>
                <a:gd name="T8" fmla="*/ 54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250">
              <a:extLst>
                <a:ext uri="{FF2B5EF4-FFF2-40B4-BE49-F238E27FC236}">
                  <a16:creationId xmlns:a16="http://schemas.microsoft.com/office/drawing/2014/main" id="{DFAA8E6F-B0EC-411D-84AA-284F227DF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442"/>
              <a:ext cx="6" cy="7"/>
            </a:xfrm>
            <a:custGeom>
              <a:avLst/>
              <a:gdLst>
                <a:gd name="T0" fmla="*/ 54 w 2"/>
                <a:gd name="T1" fmla="*/ 49 h 2"/>
                <a:gd name="T2" fmla="*/ 27 w 2"/>
                <a:gd name="T3" fmla="*/ 88 h 2"/>
                <a:gd name="T4" fmla="*/ 27 w 2"/>
                <a:gd name="T5" fmla="*/ 49 h 2"/>
                <a:gd name="T6" fmla="*/ 54 w 2"/>
                <a:gd name="T7" fmla="*/ 0 h 2"/>
                <a:gd name="T8" fmla="*/ 54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251">
              <a:extLst>
                <a:ext uri="{FF2B5EF4-FFF2-40B4-BE49-F238E27FC236}">
                  <a16:creationId xmlns:a16="http://schemas.microsoft.com/office/drawing/2014/main" id="{37FF46F8-A373-40AD-9718-AE55132A8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420"/>
              <a:ext cx="6" cy="7"/>
            </a:xfrm>
            <a:custGeom>
              <a:avLst/>
              <a:gdLst>
                <a:gd name="T0" fmla="*/ 54 w 2"/>
                <a:gd name="T1" fmla="*/ 49 h 2"/>
                <a:gd name="T2" fmla="*/ 27 w 2"/>
                <a:gd name="T3" fmla="*/ 88 h 2"/>
                <a:gd name="T4" fmla="*/ 27 w 2"/>
                <a:gd name="T5" fmla="*/ 0 h 2"/>
                <a:gd name="T6" fmla="*/ 54 w 2"/>
                <a:gd name="T7" fmla="*/ 0 h 2"/>
                <a:gd name="T8" fmla="*/ 54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252">
              <a:extLst>
                <a:ext uri="{FF2B5EF4-FFF2-40B4-BE49-F238E27FC236}">
                  <a16:creationId xmlns:a16="http://schemas.microsoft.com/office/drawing/2014/main" id="{43B3586A-6A0B-4C0B-9B9D-DC6547D8B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456"/>
              <a:ext cx="6" cy="3"/>
            </a:xfrm>
            <a:custGeom>
              <a:avLst/>
              <a:gdLst>
                <a:gd name="T0" fmla="*/ 54 w 2"/>
                <a:gd name="T1" fmla="*/ 27 h 1"/>
                <a:gd name="T2" fmla="*/ 27 w 2"/>
                <a:gd name="T3" fmla="*/ 27 h 1"/>
                <a:gd name="T4" fmla="*/ 0 w 2"/>
                <a:gd name="T5" fmla="*/ 0 h 1"/>
                <a:gd name="T6" fmla="*/ 27 w 2"/>
                <a:gd name="T7" fmla="*/ 0 h 1"/>
                <a:gd name="T8" fmla="*/ 54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253">
              <a:extLst>
                <a:ext uri="{FF2B5EF4-FFF2-40B4-BE49-F238E27FC236}">
                  <a16:creationId xmlns:a16="http://schemas.microsoft.com/office/drawing/2014/main" id="{FF8ED297-709F-4A85-A6DA-1A36E63DE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459"/>
              <a:ext cx="7" cy="7"/>
            </a:xfrm>
            <a:custGeom>
              <a:avLst/>
              <a:gdLst>
                <a:gd name="T0" fmla="*/ 88 w 2"/>
                <a:gd name="T1" fmla="*/ 49 h 2"/>
                <a:gd name="T2" fmla="*/ 49 w 2"/>
                <a:gd name="T3" fmla="*/ 88 h 2"/>
                <a:gd name="T4" fmla="*/ 0 w 2"/>
                <a:gd name="T5" fmla="*/ 49 h 2"/>
                <a:gd name="T6" fmla="*/ 49 w 2"/>
                <a:gd name="T7" fmla="*/ 0 h 2"/>
                <a:gd name="T8" fmla="*/ 88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254">
              <a:extLst>
                <a:ext uri="{FF2B5EF4-FFF2-40B4-BE49-F238E27FC236}">
                  <a16:creationId xmlns:a16="http://schemas.microsoft.com/office/drawing/2014/main" id="{2ED3E9E5-44CC-406B-9E6C-315A9146F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488"/>
              <a:ext cx="7" cy="7"/>
            </a:xfrm>
            <a:custGeom>
              <a:avLst/>
              <a:gdLst>
                <a:gd name="T0" fmla="*/ 88 w 2"/>
                <a:gd name="T1" fmla="*/ 88 h 2"/>
                <a:gd name="T2" fmla="*/ 49 w 2"/>
                <a:gd name="T3" fmla="*/ 88 h 2"/>
                <a:gd name="T4" fmla="*/ 0 w 2"/>
                <a:gd name="T5" fmla="*/ 49 h 2"/>
                <a:gd name="T6" fmla="*/ 88 w 2"/>
                <a:gd name="T7" fmla="*/ 49 h 2"/>
                <a:gd name="T8" fmla="*/ 88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255">
              <a:extLst>
                <a:ext uri="{FF2B5EF4-FFF2-40B4-BE49-F238E27FC236}">
                  <a16:creationId xmlns:a16="http://schemas.microsoft.com/office/drawing/2014/main" id="{F39ECFCA-A4AA-4C51-ADEA-EA56EDA61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488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88 h 2"/>
                <a:gd name="T4" fmla="*/ 0 w 2"/>
                <a:gd name="T5" fmla="*/ 49 h 2"/>
                <a:gd name="T6" fmla="*/ 49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256">
              <a:extLst>
                <a:ext uri="{FF2B5EF4-FFF2-40B4-BE49-F238E27FC236}">
                  <a16:creationId xmlns:a16="http://schemas.microsoft.com/office/drawing/2014/main" id="{52BBF594-B314-4A61-98B4-67EF731F2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445"/>
              <a:ext cx="6" cy="7"/>
            </a:xfrm>
            <a:custGeom>
              <a:avLst/>
              <a:gdLst>
                <a:gd name="T0" fmla="*/ 54 w 2"/>
                <a:gd name="T1" fmla="*/ 88 h 2"/>
                <a:gd name="T2" fmla="*/ 27 w 2"/>
                <a:gd name="T3" fmla="*/ 88 h 2"/>
                <a:gd name="T4" fmla="*/ 0 w 2"/>
                <a:gd name="T5" fmla="*/ 49 h 2"/>
                <a:gd name="T6" fmla="*/ 54 w 2"/>
                <a:gd name="T7" fmla="*/ 49 h 2"/>
                <a:gd name="T8" fmla="*/ 54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257">
              <a:extLst>
                <a:ext uri="{FF2B5EF4-FFF2-40B4-BE49-F238E27FC236}">
                  <a16:creationId xmlns:a16="http://schemas.microsoft.com/office/drawing/2014/main" id="{86C80178-DF40-4642-ADFE-AE92E2AA7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445"/>
              <a:ext cx="3" cy="7"/>
            </a:xfrm>
            <a:custGeom>
              <a:avLst/>
              <a:gdLst>
                <a:gd name="T0" fmla="*/ 27 w 1"/>
                <a:gd name="T1" fmla="*/ 49 h 2"/>
                <a:gd name="T2" fmla="*/ 0 w 1"/>
                <a:gd name="T3" fmla="*/ 49 h 2"/>
                <a:gd name="T4" fmla="*/ 0 w 1"/>
                <a:gd name="T5" fmla="*/ 0 h 2"/>
                <a:gd name="T6" fmla="*/ 27 w 1"/>
                <a:gd name="T7" fmla="*/ 0 h 2"/>
                <a:gd name="T8" fmla="*/ 27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258">
              <a:extLst>
                <a:ext uri="{FF2B5EF4-FFF2-40B4-BE49-F238E27FC236}">
                  <a16:creationId xmlns:a16="http://schemas.microsoft.com/office/drawing/2014/main" id="{7DBFE6A4-8E2B-405F-963A-FD292F66D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431"/>
              <a:ext cx="6" cy="7"/>
            </a:xfrm>
            <a:custGeom>
              <a:avLst/>
              <a:gdLst>
                <a:gd name="T0" fmla="*/ 54 w 2"/>
                <a:gd name="T1" fmla="*/ 88 h 2"/>
                <a:gd name="T2" fmla="*/ 27 w 2"/>
                <a:gd name="T3" fmla="*/ 88 h 2"/>
                <a:gd name="T4" fmla="*/ 0 w 2"/>
                <a:gd name="T5" fmla="*/ 49 h 2"/>
                <a:gd name="T6" fmla="*/ 54 w 2"/>
                <a:gd name="T7" fmla="*/ 0 h 2"/>
                <a:gd name="T8" fmla="*/ 54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259">
              <a:extLst>
                <a:ext uri="{FF2B5EF4-FFF2-40B4-BE49-F238E27FC236}">
                  <a16:creationId xmlns:a16="http://schemas.microsoft.com/office/drawing/2014/main" id="{9A9F5239-D0FF-4AA9-A4EE-3B0C395CD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420"/>
              <a:ext cx="6" cy="7"/>
            </a:xfrm>
            <a:custGeom>
              <a:avLst/>
              <a:gdLst>
                <a:gd name="T0" fmla="*/ 27 w 2"/>
                <a:gd name="T1" fmla="*/ 49 h 2"/>
                <a:gd name="T2" fmla="*/ 0 w 2"/>
                <a:gd name="T3" fmla="*/ 88 h 2"/>
                <a:gd name="T4" fmla="*/ 0 w 2"/>
                <a:gd name="T5" fmla="*/ 49 h 2"/>
                <a:gd name="T6" fmla="*/ 27 w 2"/>
                <a:gd name="T7" fmla="*/ 0 h 2"/>
                <a:gd name="T8" fmla="*/ 27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260">
              <a:extLst>
                <a:ext uri="{FF2B5EF4-FFF2-40B4-BE49-F238E27FC236}">
                  <a16:creationId xmlns:a16="http://schemas.microsoft.com/office/drawing/2014/main" id="{13FD6C11-0E57-4152-BA71-C0B271970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634"/>
              <a:ext cx="10" cy="7"/>
            </a:xfrm>
            <a:custGeom>
              <a:avLst/>
              <a:gdLst>
                <a:gd name="T0" fmla="*/ 77 w 3"/>
                <a:gd name="T1" fmla="*/ 88 h 2"/>
                <a:gd name="T2" fmla="*/ 0 w 3"/>
                <a:gd name="T3" fmla="*/ 49 h 2"/>
                <a:gd name="T4" fmla="*/ 33 w 3"/>
                <a:gd name="T5" fmla="*/ 0 h 2"/>
                <a:gd name="T6" fmla="*/ 77 w 3"/>
                <a:gd name="T7" fmla="*/ 49 h 2"/>
                <a:gd name="T8" fmla="*/ 77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261">
              <a:extLst>
                <a:ext uri="{FF2B5EF4-FFF2-40B4-BE49-F238E27FC236}">
                  <a16:creationId xmlns:a16="http://schemas.microsoft.com/office/drawing/2014/main" id="{12163BF5-8C77-49CC-B35A-71542880E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02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0 w 2"/>
                <a:gd name="T3" fmla="*/ 49 h 2"/>
                <a:gd name="T4" fmla="*/ 27 w 2"/>
                <a:gd name="T5" fmla="*/ 0 h 2"/>
                <a:gd name="T6" fmla="*/ 54 w 2"/>
                <a:gd name="T7" fmla="*/ 49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262">
              <a:extLst>
                <a:ext uri="{FF2B5EF4-FFF2-40B4-BE49-F238E27FC236}">
                  <a16:creationId xmlns:a16="http://schemas.microsoft.com/office/drawing/2014/main" id="{4925E550-49E3-440F-92FC-F0AAD5D06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598"/>
              <a:ext cx="6" cy="11"/>
            </a:xfrm>
            <a:custGeom>
              <a:avLst/>
              <a:gdLst>
                <a:gd name="T0" fmla="*/ 27 w 2"/>
                <a:gd name="T1" fmla="*/ 147 h 3"/>
                <a:gd name="T2" fmla="*/ 0 w 2"/>
                <a:gd name="T3" fmla="*/ 95 h 3"/>
                <a:gd name="T4" fmla="*/ 27 w 2"/>
                <a:gd name="T5" fmla="*/ 0 h 3"/>
                <a:gd name="T6" fmla="*/ 54 w 2"/>
                <a:gd name="T7" fmla="*/ 55 h 3"/>
                <a:gd name="T8" fmla="*/ 27 w 2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2"/>
                    <a:pt x="2" y="2"/>
                    <a:pt x="1" y="3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263">
              <a:extLst>
                <a:ext uri="{FF2B5EF4-FFF2-40B4-BE49-F238E27FC236}">
                  <a16:creationId xmlns:a16="http://schemas.microsoft.com/office/drawing/2014/main" id="{7DD2E047-B0BE-4F2F-9370-DF8DEE7E5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584"/>
              <a:ext cx="10" cy="7"/>
            </a:xfrm>
            <a:custGeom>
              <a:avLst/>
              <a:gdLst>
                <a:gd name="T0" fmla="*/ 77 w 3"/>
                <a:gd name="T1" fmla="*/ 88 h 2"/>
                <a:gd name="T2" fmla="*/ 0 w 3"/>
                <a:gd name="T3" fmla="*/ 49 h 2"/>
                <a:gd name="T4" fmla="*/ 33 w 3"/>
                <a:gd name="T5" fmla="*/ 0 h 2"/>
                <a:gd name="T6" fmla="*/ 77 w 3"/>
                <a:gd name="T7" fmla="*/ 49 h 2"/>
                <a:gd name="T8" fmla="*/ 77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264">
              <a:extLst>
                <a:ext uri="{FF2B5EF4-FFF2-40B4-BE49-F238E27FC236}">
                  <a16:creationId xmlns:a16="http://schemas.microsoft.com/office/drawing/2014/main" id="{12C5F25E-6766-45F9-9CA7-191826F7E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588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0 w 2"/>
                <a:gd name="T3" fmla="*/ 49 h 2"/>
                <a:gd name="T4" fmla="*/ 27 w 2"/>
                <a:gd name="T5" fmla="*/ 0 h 2"/>
                <a:gd name="T6" fmla="*/ 54 w 2"/>
                <a:gd name="T7" fmla="*/ 49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265">
              <a:extLst>
                <a:ext uri="{FF2B5EF4-FFF2-40B4-BE49-F238E27FC236}">
                  <a16:creationId xmlns:a16="http://schemas.microsoft.com/office/drawing/2014/main" id="{BC4D9CDA-FB1D-4283-BEB7-2E90C18B9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577"/>
              <a:ext cx="10" cy="11"/>
            </a:xfrm>
            <a:custGeom>
              <a:avLst/>
              <a:gdLst>
                <a:gd name="T0" fmla="*/ 77 w 3"/>
                <a:gd name="T1" fmla="*/ 147 h 3"/>
                <a:gd name="T2" fmla="*/ 33 w 3"/>
                <a:gd name="T3" fmla="*/ 95 h 3"/>
                <a:gd name="T4" fmla="*/ 33 w 3"/>
                <a:gd name="T5" fmla="*/ 0 h 3"/>
                <a:gd name="T6" fmla="*/ 110 w 3"/>
                <a:gd name="T7" fmla="*/ 55 h 3"/>
                <a:gd name="T8" fmla="*/ 77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1" y="2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266">
              <a:extLst>
                <a:ext uri="{FF2B5EF4-FFF2-40B4-BE49-F238E27FC236}">
                  <a16:creationId xmlns:a16="http://schemas.microsoft.com/office/drawing/2014/main" id="{071A0A3F-00E3-412A-A27A-DD88D61C9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570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267">
              <a:extLst>
                <a:ext uri="{FF2B5EF4-FFF2-40B4-BE49-F238E27FC236}">
                  <a16:creationId xmlns:a16="http://schemas.microsoft.com/office/drawing/2014/main" id="{CAEBBCB2-4644-4DFE-951C-ED148BB1B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577"/>
              <a:ext cx="10" cy="11"/>
            </a:xfrm>
            <a:custGeom>
              <a:avLst/>
              <a:gdLst>
                <a:gd name="T0" fmla="*/ 77 w 3"/>
                <a:gd name="T1" fmla="*/ 147 h 3"/>
                <a:gd name="T2" fmla="*/ 0 w 3"/>
                <a:gd name="T3" fmla="*/ 95 h 3"/>
                <a:gd name="T4" fmla="*/ 33 w 3"/>
                <a:gd name="T5" fmla="*/ 55 h 3"/>
                <a:gd name="T6" fmla="*/ 77 w 3"/>
                <a:gd name="T7" fmla="*/ 55 h 3"/>
                <a:gd name="T8" fmla="*/ 77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3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268">
              <a:extLst>
                <a:ext uri="{FF2B5EF4-FFF2-40B4-BE49-F238E27FC236}">
                  <a16:creationId xmlns:a16="http://schemas.microsoft.com/office/drawing/2014/main" id="{03C528DC-69CA-4481-ABE0-F578BBF10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573"/>
              <a:ext cx="10" cy="11"/>
            </a:xfrm>
            <a:custGeom>
              <a:avLst/>
              <a:gdLst>
                <a:gd name="T0" fmla="*/ 77 w 3"/>
                <a:gd name="T1" fmla="*/ 95 h 3"/>
                <a:gd name="T2" fmla="*/ 0 w 3"/>
                <a:gd name="T3" fmla="*/ 95 h 3"/>
                <a:gd name="T4" fmla="*/ 33 w 3"/>
                <a:gd name="T5" fmla="*/ 0 h 3"/>
                <a:gd name="T6" fmla="*/ 110 w 3"/>
                <a:gd name="T7" fmla="*/ 55 h 3"/>
                <a:gd name="T8" fmla="*/ 77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269">
              <a:extLst>
                <a:ext uri="{FF2B5EF4-FFF2-40B4-BE49-F238E27FC236}">
                  <a16:creationId xmlns:a16="http://schemas.microsoft.com/office/drawing/2014/main" id="{9025B348-0AFF-4840-9EA1-694FA704F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559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270">
              <a:extLst>
                <a:ext uri="{FF2B5EF4-FFF2-40B4-BE49-F238E27FC236}">
                  <a16:creationId xmlns:a16="http://schemas.microsoft.com/office/drawing/2014/main" id="{DA708D73-9A0A-48C6-98A2-31E295DCE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552"/>
              <a:ext cx="10" cy="11"/>
            </a:xfrm>
            <a:custGeom>
              <a:avLst/>
              <a:gdLst>
                <a:gd name="T0" fmla="*/ 77 w 3"/>
                <a:gd name="T1" fmla="*/ 147 h 3"/>
                <a:gd name="T2" fmla="*/ 0 w 3"/>
                <a:gd name="T3" fmla="*/ 95 h 3"/>
                <a:gd name="T4" fmla="*/ 33 w 3"/>
                <a:gd name="T5" fmla="*/ 0 h 3"/>
                <a:gd name="T6" fmla="*/ 77 w 3"/>
                <a:gd name="T7" fmla="*/ 55 h 3"/>
                <a:gd name="T8" fmla="*/ 77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3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271">
              <a:extLst>
                <a:ext uri="{FF2B5EF4-FFF2-40B4-BE49-F238E27FC236}">
                  <a16:creationId xmlns:a16="http://schemas.microsoft.com/office/drawing/2014/main" id="{2D5A105A-346E-4DB6-8401-C29E0D41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541"/>
              <a:ext cx="10" cy="11"/>
            </a:xfrm>
            <a:custGeom>
              <a:avLst/>
              <a:gdLst>
                <a:gd name="T0" fmla="*/ 77 w 3"/>
                <a:gd name="T1" fmla="*/ 147 h 3"/>
                <a:gd name="T2" fmla="*/ 33 w 3"/>
                <a:gd name="T3" fmla="*/ 95 h 3"/>
                <a:gd name="T4" fmla="*/ 33 w 3"/>
                <a:gd name="T5" fmla="*/ 0 h 3"/>
                <a:gd name="T6" fmla="*/ 110 w 3"/>
                <a:gd name="T7" fmla="*/ 55 h 3"/>
                <a:gd name="T8" fmla="*/ 77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1" y="2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272">
              <a:extLst>
                <a:ext uri="{FF2B5EF4-FFF2-40B4-BE49-F238E27FC236}">
                  <a16:creationId xmlns:a16="http://schemas.microsoft.com/office/drawing/2014/main" id="{E2D760CE-5926-4831-9350-F8BD97685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563"/>
              <a:ext cx="10" cy="7"/>
            </a:xfrm>
            <a:custGeom>
              <a:avLst/>
              <a:gdLst>
                <a:gd name="T0" fmla="*/ 77 w 3"/>
                <a:gd name="T1" fmla="*/ 88 h 2"/>
                <a:gd name="T2" fmla="*/ 33 w 3"/>
                <a:gd name="T3" fmla="*/ 49 h 2"/>
                <a:gd name="T4" fmla="*/ 33 w 3"/>
                <a:gd name="T5" fmla="*/ 0 h 2"/>
                <a:gd name="T6" fmla="*/ 110 w 3"/>
                <a:gd name="T7" fmla="*/ 49 h 2"/>
                <a:gd name="T8" fmla="*/ 77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273">
              <a:extLst>
                <a:ext uri="{FF2B5EF4-FFF2-40B4-BE49-F238E27FC236}">
                  <a16:creationId xmlns:a16="http://schemas.microsoft.com/office/drawing/2014/main" id="{D51A6A77-63B7-4385-8811-D81159BA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573"/>
              <a:ext cx="10" cy="8"/>
            </a:xfrm>
            <a:custGeom>
              <a:avLst/>
              <a:gdLst>
                <a:gd name="T0" fmla="*/ 77 w 3"/>
                <a:gd name="T1" fmla="*/ 128 h 2"/>
                <a:gd name="T2" fmla="*/ 33 w 3"/>
                <a:gd name="T3" fmla="*/ 64 h 2"/>
                <a:gd name="T4" fmla="*/ 33 w 3"/>
                <a:gd name="T5" fmla="*/ 0 h 2"/>
                <a:gd name="T6" fmla="*/ 110 w 3"/>
                <a:gd name="T7" fmla="*/ 64 h 2"/>
                <a:gd name="T8" fmla="*/ 77 w 3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274">
              <a:extLst>
                <a:ext uri="{FF2B5EF4-FFF2-40B4-BE49-F238E27FC236}">
                  <a16:creationId xmlns:a16="http://schemas.microsoft.com/office/drawing/2014/main" id="{3F705E6D-E415-49BA-89BC-B081D9CE9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563"/>
              <a:ext cx="10" cy="7"/>
            </a:xfrm>
            <a:custGeom>
              <a:avLst/>
              <a:gdLst>
                <a:gd name="T0" fmla="*/ 77 w 3"/>
                <a:gd name="T1" fmla="*/ 88 h 2"/>
                <a:gd name="T2" fmla="*/ 0 w 3"/>
                <a:gd name="T3" fmla="*/ 49 h 2"/>
                <a:gd name="T4" fmla="*/ 33 w 3"/>
                <a:gd name="T5" fmla="*/ 0 h 2"/>
                <a:gd name="T6" fmla="*/ 77 w 3"/>
                <a:gd name="T7" fmla="*/ 49 h 2"/>
                <a:gd name="T8" fmla="*/ 77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275">
              <a:extLst>
                <a:ext uri="{FF2B5EF4-FFF2-40B4-BE49-F238E27FC236}">
                  <a16:creationId xmlns:a16="http://schemas.microsoft.com/office/drawing/2014/main" id="{3EBB3344-9029-4EBE-B5DF-092FD62E4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566"/>
              <a:ext cx="10" cy="11"/>
            </a:xfrm>
            <a:custGeom>
              <a:avLst/>
              <a:gdLst>
                <a:gd name="T0" fmla="*/ 77 w 3"/>
                <a:gd name="T1" fmla="*/ 147 h 3"/>
                <a:gd name="T2" fmla="*/ 0 w 3"/>
                <a:gd name="T3" fmla="*/ 95 h 3"/>
                <a:gd name="T4" fmla="*/ 33 w 3"/>
                <a:gd name="T5" fmla="*/ 55 h 3"/>
                <a:gd name="T6" fmla="*/ 110 w 3"/>
                <a:gd name="T7" fmla="*/ 55 h 3"/>
                <a:gd name="T8" fmla="*/ 77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276">
              <a:extLst>
                <a:ext uri="{FF2B5EF4-FFF2-40B4-BE49-F238E27FC236}">
                  <a16:creationId xmlns:a16="http://schemas.microsoft.com/office/drawing/2014/main" id="{CAA846C7-BA73-4C85-A69B-FA88C3604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563"/>
              <a:ext cx="10" cy="7"/>
            </a:xfrm>
            <a:custGeom>
              <a:avLst/>
              <a:gdLst>
                <a:gd name="T0" fmla="*/ 77 w 3"/>
                <a:gd name="T1" fmla="*/ 88 h 2"/>
                <a:gd name="T2" fmla="*/ 0 w 3"/>
                <a:gd name="T3" fmla="*/ 49 h 2"/>
                <a:gd name="T4" fmla="*/ 33 w 3"/>
                <a:gd name="T5" fmla="*/ 0 h 2"/>
                <a:gd name="T6" fmla="*/ 110 w 3"/>
                <a:gd name="T7" fmla="*/ 49 h 2"/>
                <a:gd name="T8" fmla="*/ 77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277">
              <a:extLst>
                <a:ext uri="{FF2B5EF4-FFF2-40B4-BE49-F238E27FC236}">
                  <a16:creationId xmlns:a16="http://schemas.microsoft.com/office/drawing/2014/main" id="{70571FED-4BF7-4725-A7D6-383D700A2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552"/>
              <a:ext cx="10" cy="7"/>
            </a:xfrm>
            <a:custGeom>
              <a:avLst/>
              <a:gdLst>
                <a:gd name="T0" fmla="*/ 77 w 3"/>
                <a:gd name="T1" fmla="*/ 88 h 2"/>
                <a:gd name="T2" fmla="*/ 33 w 3"/>
                <a:gd name="T3" fmla="*/ 49 h 2"/>
                <a:gd name="T4" fmla="*/ 33 w 3"/>
                <a:gd name="T5" fmla="*/ 0 h 2"/>
                <a:gd name="T6" fmla="*/ 110 w 3"/>
                <a:gd name="T7" fmla="*/ 49 h 2"/>
                <a:gd name="T8" fmla="*/ 77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278">
              <a:extLst>
                <a:ext uri="{FF2B5EF4-FFF2-40B4-BE49-F238E27FC236}">
                  <a16:creationId xmlns:a16="http://schemas.microsoft.com/office/drawing/2014/main" id="{AF8B3127-EF70-473C-B35E-D56C98273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552"/>
              <a:ext cx="6" cy="11"/>
            </a:xfrm>
            <a:custGeom>
              <a:avLst/>
              <a:gdLst>
                <a:gd name="T0" fmla="*/ 27 w 2"/>
                <a:gd name="T1" fmla="*/ 95 h 3"/>
                <a:gd name="T2" fmla="*/ 0 w 2"/>
                <a:gd name="T3" fmla="*/ 95 h 3"/>
                <a:gd name="T4" fmla="*/ 27 w 2"/>
                <a:gd name="T5" fmla="*/ 0 h 3"/>
                <a:gd name="T6" fmla="*/ 54 w 2"/>
                <a:gd name="T7" fmla="*/ 55 h 3"/>
                <a:gd name="T8" fmla="*/ 27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279">
              <a:extLst>
                <a:ext uri="{FF2B5EF4-FFF2-40B4-BE49-F238E27FC236}">
                  <a16:creationId xmlns:a16="http://schemas.microsoft.com/office/drawing/2014/main" id="{709F382B-318D-477E-BEB9-6C3FDC356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581"/>
              <a:ext cx="10" cy="10"/>
            </a:xfrm>
            <a:custGeom>
              <a:avLst/>
              <a:gdLst>
                <a:gd name="T0" fmla="*/ 77 w 3"/>
                <a:gd name="T1" fmla="*/ 110 h 3"/>
                <a:gd name="T2" fmla="*/ 0 w 3"/>
                <a:gd name="T3" fmla="*/ 77 h 3"/>
                <a:gd name="T4" fmla="*/ 33 w 3"/>
                <a:gd name="T5" fmla="*/ 33 h 3"/>
                <a:gd name="T6" fmla="*/ 110 w 3"/>
                <a:gd name="T7" fmla="*/ 33 h 3"/>
                <a:gd name="T8" fmla="*/ 77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280">
              <a:extLst>
                <a:ext uri="{FF2B5EF4-FFF2-40B4-BE49-F238E27FC236}">
                  <a16:creationId xmlns:a16="http://schemas.microsoft.com/office/drawing/2014/main" id="{39FF3458-4E74-4591-B118-070184B5E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584"/>
              <a:ext cx="7" cy="11"/>
            </a:xfrm>
            <a:custGeom>
              <a:avLst/>
              <a:gdLst>
                <a:gd name="T0" fmla="*/ 49 w 2"/>
                <a:gd name="T1" fmla="*/ 147 h 3"/>
                <a:gd name="T2" fmla="*/ 0 w 2"/>
                <a:gd name="T3" fmla="*/ 95 h 3"/>
                <a:gd name="T4" fmla="*/ 49 w 2"/>
                <a:gd name="T5" fmla="*/ 55 h 3"/>
                <a:gd name="T6" fmla="*/ 88 w 2"/>
                <a:gd name="T7" fmla="*/ 55 h 3"/>
                <a:gd name="T8" fmla="*/ 49 w 2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281">
              <a:extLst>
                <a:ext uri="{FF2B5EF4-FFF2-40B4-BE49-F238E27FC236}">
                  <a16:creationId xmlns:a16="http://schemas.microsoft.com/office/drawing/2014/main" id="{ECEB72D0-4959-40E3-A1B1-6908226FF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566"/>
              <a:ext cx="6" cy="11"/>
            </a:xfrm>
            <a:custGeom>
              <a:avLst/>
              <a:gdLst>
                <a:gd name="T0" fmla="*/ 27 w 2"/>
                <a:gd name="T1" fmla="*/ 147 h 3"/>
                <a:gd name="T2" fmla="*/ 0 w 2"/>
                <a:gd name="T3" fmla="*/ 95 h 3"/>
                <a:gd name="T4" fmla="*/ 27 w 2"/>
                <a:gd name="T5" fmla="*/ 55 h 3"/>
                <a:gd name="T6" fmla="*/ 54 w 2"/>
                <a:gd name="T7" fmla="*/ 55 h 3"/>
                <a:gd name="T8" fmla="*/ 27 w 2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282">
              <a:extLst>
                <a:ext uri="{FF2B5EF4-FFF2-40B4-BE49-F238E27FC236}">
                  <a16:creationId xmlns:a16="http://schemas.microsoft.com/office/drawing/2014/main" id="{665D99F7-A6D8-4136-84CA-86D83F80F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591"/>
              <a:ext cx="10" cy="7"/>
            </a:xfrm>
            <a:custGeom>
              <a:avLst/>
              <a:gdLst>
                <a:gd name="T0" fmla="*/ 77 w 3"/>
                <a:gd name="T1" fmla="*/ 88 h 2"/>
                <a:gd name="T2" fmla="*/ 33 w 3"/>
                <a:gd name="T3" fmla="*/ 49 h 2"/>
                <a:gd name="T4" fmla="*/ 33 w 3"/>
                <a:gd name="T5" fmla="*/ 0 h 2"/>
                <a:gd name="T6" fmla="*/ 110 w 3"/>
                <a:gd name="T7" fmla="*/ 49 h 2"/>
                <a:gd name="T8" fmla="*/ 77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283">
              <a:extLst>
                <a:ext uri="{FF2B5EF4-FFF2-40B4-BE49-F238E27FC236}">
                  <a16:creationId xmlns:a16="http://schemas.microsoft.com/office/drawing/2014/main" id="{51AA1557-5045-48B2-92F2-ED61C2C6D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595"/>
              <a:ext cx="10" cy="10"/>
            </a:xfrm>
            <a:custGeom>
              <a:avLst/>
              <a:gdLst>
                <a:gd name="T0" fmla="*/ 77 w 3"/>
                <a:gd name="T1" fmla="*/ 110 h 3"/>
                <a:gd name="T2" fmla="*/ 0 w 3"/>
                <a:gd name="T3" fmla="*/ 77 h 3"/>
                <a:gd name="T4" fmla="*/ 33 w 3"/>
                <a:gd name="T5" fmla="*/ 33 h 3"/>
                <a:gd name="T6" fmla="*/ 110 w 3"/>
                <a:gd name="T7" fmla="*/ 33 h 3"/>
                <a:gd name="T8" fmla="*/ 77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284">
              <a:extLst>
                <a:ext uri="{FF2B5EF4-FFF2-40B4-BE49-F238E27FC236}">
                  <a16:creationId xmlns:a16="http://schemas.microsoft.com/office/drawing/2014/main" id="{17CAABC2-CAD8-4780-AAF8-06361AE70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13"/>
              <a:ext cx="7" cy="10"/>
            </a:xfrm>
            <a:custGeom>
              <a:avLst/>
              <a:gdLst>
                <a:gd name="T0" fmla="*/ 49 w 2"/>
                <a:gd name="T1" fmla="*/ 110 h 3"/>
                <a:gd name="T2" fmla="*/ 0 w 2"/>
                <a:gd name="T3" fmla="*/ 77 h 3"/>
                <a:gd name="T4" fmla="*/ 49 w 2"/>
                <a:gd name="T5" fmla="*/ 0 h 3"/>
                <a:gd name="T6" fmla="*/ 88 w 2"/>
                <a:gd name="T7" fmla="*/ 33 h 3"/>
                <a:gd name="T8" fmla="*/ 49 w 2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285">
              <a:extLst>
                <a:ext uri="{FF2B5EF4-FFF2-40B4-BE49-F238E27FC236}">
                  <a16:creationId xmlns:a16="http://schemas.microsoft.com/office/drawing/2014/main" id="{C457EDB5-5EF5-4B67-BC92-730C69380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616"/>
              <a:ext cx="10" cy="7"/>
            </a:xfrm>
            <a:custGeom>
              <a:avLst/>
              <a:gdLst>
                <a:gd name="T0" fmla="*/ 77 w 3"/>
                <a:gd name="T1" fmla="*/ 88 h 2"/>
                <a:gd name="T2" fmla="*/ 0 w 3"/>
                <a:gd name="T3" fmla="*/ 49 h 2"/>
                <a:gd name="T4" fmla="*/ 33 w 3"/>
                <a:gd name="T5" fmla="*/ 0 h 2"/>
                <a:gd name="T6" fmla="*/ 77 w 3"/>
                <a:gd name="T7" fmla="*/ 49 h 2"/>
                <a:gd name="T8" fmla="*/ 77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286">
              <a:extLst>
                <a:ext uri="{FF2B5EF4-FFF2-40B4-BE49-F238E27FC236}">
                  <a16:creationId xmlns:a16="http://schemas.microsoft.com/office/drawing/2014/main" id="{790819D6-A9F3-49D2-8DE7-2378D5EB0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659"/>
              <a:ext cx="10" cy="7"/>
            </a:xfrm>
            <a:custGeom>
              <a:avLst/>
              <a:gdLst>
                <a:gd name="T0" fmla="*/ 77 w 3"/>
                <a:gd name="T1" fmla="*/ 88 h 2"/>
                <a:gd name="T2" fmla="*/ 33 w 3"/>
                <a:gd name="T3" fmla="*/ 49 h 2"/>
                <a:gd name="T4" fmla="*/ 33 w 3"/>
                <a:gd name="T5" fmla="*/ 0 h 2"/>
                <a:gd name="T6" fmla="*/ 110 w 3"/>
                <a:gd name="T7" fmla="*/ 49 h 2"/>
                <a:gd name="T8" fmla="*/ 77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287">
              <a:extLst>
                <a:ext uri="{FF2B5EF4-FFF2-40B4-BE49-F238E27FC236}">
                  <a16:creationId xmlns:a16="http://schemas.microsoft.com/office/drawing/2014/main" id="{2D016FFE-5A7E-4738-B466-0DD53840D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595"/>
              <a:ext cx="10" cy="7"/>
            </a:xfrm>
            <a:custGeom>
              <a:avLst/>
              <a:gdLst>
                <a:gd name="T0" fmla="*/ 77 w 3"/>
                <a:gd name="T1" fmla="*/ 88 h 2"/>
                <a:gd name="T2" fmla="*/ 0 w 3"/>
                <a:gd name="T3" fmla="*/ 49 h 2"/>
                <a:gd name="T4" fmla="*/ 33 w 3"/>
                <a:gd name="T5" fmla="*/ 0 h 2"/>
                <a:gd name="T6" fmla="*/ 77 w 3"/>
                <a:gd name="T7" fmla="*/ 49 h 2"/>
                <a:gd name="T8" fmla="*/ 77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288">
              <a:extLst>
                <a:ext uri="{FF2B5EF4-FFF2-40B4-BE49-F238E27FC236}">
                  <a16:creationId xmlns:a16="http://schemas.microsoft.com/office/drawing/2014/main" id="{E49E4539-E523-482F-9EAA-A3345FD4F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588"/>
              <a:ext cx="10" cy="7"/>
            </a:xfrm>
            <a:custGeom>
              <a:avLst/>
              <a:gdLst>
                <a:gd name="T0" fmla="*/ 77 w 3"/>
                <a:gd name="T1" fmla="*/ 88 h 2"/>
                <a:gd name="T2" fmla="*/ 0 w 3"/>
                <a:gd name="T3" fmla="*/ 49 h 2"/>
                <a:gd name="T4" fmla="*/ 33 w 3"/>
                <a:gd name="T5" fmla="*/ 0 h 2"/>
                <a:gd name="T6" fmla="*/ 77 w 3"/>
                <a:gd name="T7" fmla="*/ 49 h 2"/>
                <a:gd name="T8" fmla="*/ 77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289">
              <a:extLst>
                <a:ext uri="{FF2B5EF4-FFF2-40B4-BE49-F238E27FC236}">
                  <a16:creationId xmlns:a16="http://schemas.microsoft.com/office/drawing/2014/main" id="{EFF9E1BD-E19E-47E7-9B87-01FCC4098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566"/>
              <a:ext cx="7" cy="7"/>
            </a:xfrm>
            <a:custGeom>
              <a:avLst/>
              <a:gdLst>
                <a:gd name="T0" fmla="*/ 88 w 2"/>
                <a:gd name="T1" fmla="*/ 88 h 2"/>
                <a:gd name="T2" fmla="*/ 49 w 2"/>
                <a:gd name="T3" fmla="*/ 88 h 2"/>
                <a:gd name="T4" fmla="*/ 49 w 2"/>
                <a:gd name="T5" fmla="*/ 49 h 2"/>
                <a:gd name="T6" fmla="*/ 88 w 2"/>
                <a:gd name="T7" fmla="*/ 49 h 2"/>
                <a:gd name="T8" fmla="*/ 88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290">
              <a:extLst>
                <a:ext uri="{FF2B5EF4-FFF2-40B4-BE49-F238E27FC236}">
                  <a16:creationId xmlns:a16="http://schemas.microsoft.com/office/drawing/2014/main" id="{CDB3816E-3B17-4E2B-94F1-B7BAFCCDB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577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291">
              <a:extLst>
                <a:ext uri="{FF2B5EF4-FFF2-40B4-BE49-F238E27FC236}">
                  <a16:creationId xmlns:a16="http://schemas.microsoft.com/office/drawing/2014/main" id="{98210533-0323-4672-BAF4-244DF5210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595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292">
              <a:extLst>
                <a:ext uri="{FF2B5EF4-FFF2-40B4-BE49-F238E27FC236}">
                  <a16:creationId xmlns:a16="http://schemas.microsoft.com/office/drawing/2014/main" id="{E882A094-DB94-4FBF-A5CE-5D0F8F298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609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0 w 2"/>
                <a:gd name="T3" fmla="*/ 49 h 2"/>
                <a:gd name="T4" fmla="*/ 0 w 2"/>
                <a:gd name="T5" fmla="*/ 0 h 2"/>
                <a:gd name="T6" fmla="*/ 27 w 2"/>
                <a:gd name="T7" fmla="*/ 49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293">
              <a:extLst>
                <a:ext uri="{FF2B5EF4-FFF2-40B4-BE49-F238E27FC236}">
                  <a16:creationId xmlns:a16="http://schemas.microsoft.com/office/drawing/2014/main" id="{E63ADB06-9A26-4FB0-82F2-65C5E299D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616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0 w 2"/>
                <a:gd name="T5" fmla="*/ 0 h 2"/>
                <a:gd name="T6" fmla="*/ 49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294">
              <a:extLst>
                <a:ext uri="{FF2B5EF4-FFF2-40B4-BE49-F238E27FC236}">
                  <a16:creationId xmlns:a16="http://schemas.microsoft.com/office/drawing/2014/main" id="{BD2B9E9A-B251-426B-9E8D-6D132C623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609"/>
              <a:ext cx="7" cy="4"/>
            </a:xfrm>
            <a:custGeom>
              <a:avLst/>
              <a:gdLst>
                <a:gd name="T0" fmla="*/ 49 w 2"/>
                <a:gd name="T1" fmla="*/ 64 h 1"/>
                <a:gd name="T2" fmla="*/ 0 w 2"/>
                <a:gd name="T3" fmla="*/ 64 h 1"/>
                <a:gd name="T4" fmla="*/ 49 w 2"/>
                <a:gd name="T5" fmla="*/ 0 h 1"/>
                <a:gd name="T6" fmla="*/ 88 w 2"/>
                <a:gd name="T7" fmla="*/ 0 h 1"/>
                <a:gd name="T8" fmla="*/ 49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295">
              <a:extLst>
                <a:ext uri="{FF2B5EF4-FFF2-40B4-BE49-F238E27FC236}">
                  <a16:creationId xmlns:a16="http://schemas.microsoft.com/office/drawing/2014/main" id="{CDE676CC-FEDF-46BB-BC86-381380181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556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296">
              <a:extLst>
                <a:ext uri="{FF2B5EF4-FFF2-40B4-BE49-F238E27FC236}">
                  <a16:creationId xmlns:a16="http://schemas.microsoft.com/office/drawing/2014/main" id="{4D702A49-BA89-4932-8740-4EEBD35AE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605"/>
              <a:ext cx="6" cy="8"/>
            </a:xfrm>
            <a:custGeom>
              <a:avLst/>
              <a:gdLst>
                <a:gd name="T0" fmla="*/ 27 w 2"/>
                <a:gd name="T1" fmla="*/ 128 h 2"/>
                <a:gd name="T2" fmla="*/ 0 w 2"/>
                <a:gd name="T3" fmla="*/ 64 h 2"/>
                <a:gd name="T4" fmla="*/ 27 w 2"/>
                <a:gd name="T5" fmla="*/ 0 h 2"/>
                <a:gd name="T6" fmla="*/ 54 w 2"/>
                <a:gd name="T7" fmla="*/ 64 h 2"/>
                <a:gd name="T8" fmla="*/ 27 w 2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297">
              <a:extLst>
                <a:ext uri="{FF2B5EF4-FFF2-40B4-BE49-F238E27FC236}">
                  <a16:creationId xmlns:a16="http://schemas.microsoft.com/office/drawing/2014/main" id="{86C087FA-15D4-4345-8A1E-4554C9A37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634"/>
              <a:ext cx="3" cy="4"/>
            </a:xfrm>
            <a:custGeom>
              <a:avLst/>
              <a:gdLst>
                <a:gd name="T0" fmla="*/ 27 w 1"/>
                <a:gd name="T1" fmla="*/ 64 h 1"/>
                <a:gd name="T2" fmla="*/ 0 w 1"/>
                <a:gd name="T3" fmla="*/ 64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298">
              <a:extLst>
                <a:ext uri="{FF2B5EF4-FFF2-40B4-BE49-F238E27FC236}">
                  <a16:creationId xmlns:a16="http://schemas.microsoft.com/office/drawing/2014/main" id="{FC215AEE-2C1D-4CCA-944C-DFF67354A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652"/>
              <a:ext cx="7" cy="3"/>
            </a:xfrm>
            <a:custGeom>
              <a:avLst/>
              <a:gdLst>
                <a:gd name="T0" fmla="*/ 49 w 2"/>
                <a:gd name="T1" fmla="*/ 27 h 1"/>
                <a:gd name="T2" fmla="*/ 0 w 2"/>
                <a:gd name="T3" fmla="*/ 0 h 1"/>
                <a:gd name="T4" fmla="*/ 49 w 2"/>
                <a:gd name="T5" fmla="*/ 0 h 1"/>
                <a:gd name="T6" fmla="*/ 49 w 2"/>
                <a:gd name="T7" fmla="*/ 0 h 1"/>
                <a:gd name="T8" fmla="*/ 49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299">
              <a:extLst>
                <a:ext uri="{FF2B5EF4-FFF2-40B4-BE49-F238E27FC236}">
                  <a16:creationId xmlns:a16="http://schemas.microsoft.com/office/drawing/2014/main" id="{5987609C-BFBC-4331-B3A8-1CCE82A51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670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300">
              <a:extLst>
                <a:ext uri="{FF2B5EF4-FFF2-40B4-BE49-F238E27FC236}">
                  <a16:creationId xmlns:a16="http://schemas.microsoft.com/office/drawing/2014/main" id="{8A0BD0FA-665D-4F0C-977A-44E89005F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663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301">
              <a:extLst>
                <a:ext uri="{FF2B5EF4-FFF2-40B4-BE49-F238E27FC236}">
                  <a16:creationId xmlns:a16="http://schemas.microsoft.com/office/drawing/2014/main" id="{CBCE690E-51FA-4856-BCAC-CB7533CF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648"/>
              <a:ext cx="3" cy="4"/>
            </a:xfrm>
            <a:custGeom>
              <a:avLst/>
              <a:gdLst>
                <a:gd name="T0" fmla="*/ 27 w 1"/>
                <a:gd name="T1" fmla="*/ 64 h 1"/>
                <a:gd name="T2" fmla="*/ 0 w 1"/>
                <a:gd name="T3" fmla="*/ 64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302">
              <a:extLst>
                <a:ext uri="{FF2B5EF4-FFF2-40B4-BE49-F238E27FC236}">
                  <a16:creationId xmlns:a16="http://schemas.microsoft.com/office/drawing/2014/main" id="{E32606DB-E3D7-4968-8EFD-BEA4329C1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623"/>
              <a:ext cx="4" cy="4"/>
            </a:xfrm>
            <a:custGeom>
              <a:avLst/>
              <a:gdLst>
                <a:gd name="T0" fmla="*/ 64 w 1"/>
                <a:gd name="T1" fmla="*/ 64 h 1"/>
                <a:gd name="T2" fmla="*/ 0 w 1"/>
                <a:gd name="T3" fmla="*/ 64 h 1"/>
                <a:gd name="T4" fmla="*/ 64 w 1"/>
                <a:gd name="T5" fmla="*/ 0 h 1"/>
                <a:gd name="T6" fmla="*/ 64 w 1"/>
                <a:gd name="T7" fmla="*/ 0 h 1"/>
                <a:gd name="T8" fmla="*/ 64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303">
              <a:extLst>
                <a:ext uri="{FF2B5EF4-FFF2-40B4-BE49-F238E27FC236}">
                  <a16:creationId xmlns:a16="http://schemas.microsoft.com/office/drawing/2014/main" id="{1473682D-5276-4E3C-B4FB-DA407BCE8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623"/>
              <a:ext cx="6" cy="4"/>
            </a:xfrm>
            <a:custGeom>
              <a:avLst/>
              <a:gdLst>
                <a:gd name="T0" fmla="*/ 27 w 2"/>
                <a:gd name="T1" fmla="*/ 64 h 1"/>
                <a:gd name="T2" fmla="*/ 0 w 2"/>
                <a:gd name="T3" fmla="*/ 64 h 1"/>
                <a:gd name="T4" fmla="*/ 27 w 2"/>
                <a:gd name="T5" fmla="*/ 0 h 1"/>
                <a:gd name="T6" fmla="*/ 27 w 2"/>
                <a:gd name="T7" fmla="*/ 64 h 1"/>
                <a:gd name="T8" fmla="*/ 27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304">
              <a:extLst>
                <a:ext uri="{FF2B5EF4-FFF2-40B4-BE49-F238E27FC236}">
                  <a16:creationId xmlns:a16="http://schemas.microsoft.com/office/drawing/2014/main" id="{FB0E42F0-1EBA-4AF8-B99A-D93BE4E2D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58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305">
              <a:extLst>
                <a:ext uri="{FF2B5EF4-FFF2-40B4-BE49-F238E27FC236}">
                  <a16:creationId xmlns:a16="http://schemas.microsoft.com/office/drawing/2014/main" id="{61A073C3-DE9E-4FD2-8C89-C0875A1FF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577"/>
              <a:ext cx="4" cy="7"/>
            </a:xfrm>
            <a:custGeom>
              <a:avLst/>
              <a:gdLst>
                <a:gd name="T0" fmla="*/ 64 w 1"/>
                <a:gd name="T1" fmla="*/ 49 h 2"/>
                <a:gd name="T2" fmla="*/ 0 w 1"/>
                <a:gd name="T3" fmla="*/ 49 h 2"/>
                <a:gd name="T4" fmla="*/ 0 w 1"/>
                <a:gd name="T5" fmla="*/ 0 h 2"/>
                <a:gd name="T6" fmla="*/ 64 w 1"/>
                <a:gd name="T7" fmla="*/ 49 h 2"/>
                <a:gd name="T8" fmla="*/ 64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306">
              <a:extLst>
                <a:ext uri="{FF2B5EF4-FFF2-40B4-BE49-F238E27FC236}">
                  <a16:creationId xmlns:a16="http://schemas.microsoft.com/office/drawing/2014/main" id="{A169136E-9B3D-4FA0-AFEC-250344419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545"/>
              <a:ext cx="4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64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307">
              <a:extLst>
                <a:ext uri="{FF2B5EF4-FFF2-40B4-BE49-F238E27FC236}">
                  <a16:creationId xmlns:a16="http://schemas.microsoft.com/office/drawing/2014/main" id="{EB13A2A5-0512-4365-B5DE-657C0FE2B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523"/>
              <a:ext cx="4" cy="8"/>
            </a:xfrm>
            <a:custGeom>
              <a:avLst/>
              <a:gdLst>
                <a:gd name="T0" fmla="*/ 64 w 1"/>
                <a:gd name="T1" fmla="*/ 128 h 2"/>
                <a:gd name="T2" fmla="*/ 0 w 1"/>
                <a:gd name="T3" fmla="*/ 64 h 2"/>
                <a:gd name="T4" fmla="*/ 64 w 1"/>
                <a:gd name="T5" fmla="*/ 64 h 2"/>
                <a:gd name="T6" fmla="*/ 64 w 1"/>
                <a:gd name="T7" fmla="*/ 64 h 2"/>
                <a:gd name="T8" fmla="*/ 64 w 1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308">
              <a:extLst>
                <a:ext uri="{FF2B5EF4-FFF2-40B4-BE49-F238E27FC236}">
                  <a16:creationId xmlns:a16="http://schemas.microsoft.com/office/drawing/2014/main" id="{C5FF76F0-60A3-4175-8EE6-76E9717F5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506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309">
              <a:extLst>
                <a:ext uri="{FF2B5EF4-FFF2-40B4-BE49-F238E27FC236}">
                  <a16:creationId xmlns:a16="http://schemas.microsoft.com/office/drawing/2014/main" id="{ADB35813-818B-471C-8025-A1C6C2A9B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499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310">
              <a:extLst>
                <a:ext uri="{FF2B5EF4-FFF2-40B4-BE49-F238E27FC236}">
                  <a16:creationId xmlns:a16="http://schemas.microsoft.com/office/drawing/2014/main" id="{27266DF6-9189-48ED-997C-27EEF8826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509"/>
              <a:ext cx="4" cy="4"/>
            </a:xfrm>
            <a:custGeom>
              <a:avLst/>
              <a:gdLst>
                <a:gd name="T0" fmla="*/ 64 w 1"/>
                <a:gd name="T1" fmla="*/ 64 h 1"/>
                <a:gd name="T2" fmla="*/ 0 w 1"/>
                <a:gd name="T3" fmla="*/ 64 h 1"/>
                <a:gd name="T4" fmla="*/ 64 w 1"/>
                <a:gd name="T5" fmla="*/ 0 h 1"/>
                <a:gd name="T6" fmla="*/ 64 w 1"/>
                <a:gd name="T7" fmla="*/ 0 h 1"/>
                <a:gd name="T8" fmla="*/ 64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311">
              <a:extLst>
                <a:ext uri="{FF2B5EF4-FFF2-40B4-BE49-F238E27FC236}">
                  <a16:creationId xmlns:a16="http://schemas.microsoft.com/office/drawing/2014/main" id="{35E852F6-5AE8-4F4D-81B3-FD2394C1B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520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312">
              <a:extLst>
                <a:ext uri="{FF2B5EF4-FFF2-40B4-BE49-F238E27FC236}">
                  <a16:creationId xmlns:a16="http://schemas.microsoft.com/office/drawing/2014/main" id="{59CCB200-D1B6-4C37-BABC-5BD230051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513"/>
              <a:ext cx="7" cy="3"/>
            </a:xfrm>
            <a:custGeom>
              <a:avLst/>
              <a:gdLst>
                <a:gd name="T0" fmla="*/ 49 w 2"/>
                <a:gd name="T1" fmla="*/ 27 h 1"/>
                <a:gd name="T2" fmla="*/ 0 w 2"/>
                <a:gd name="T3" fmla="*/ 27 h 1"/>
                <a:gd name="T4" fmla="*/ 49 w 2"/>
                <a:gd name="T5" fmla="*/ 0 h 1"/>
                <a:gd name="T6" fmla="*/ 88 w 2"/>
                <a:gd name="T7" fmla="*/ 27 h 1"/>
                <a:gd name="T8" fmla="*/ 49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313">
              <a:extLst>
                <a:ext uri="{FF2B5EF4-FFF2-40B4-BE49-F238E27FC236}">
                  <a16:creationId xmlns:a16="http://schemas.microsoft.com/office/drawing/2014/main" id="{43A9F33C-4E72-4B7B-8BB6-F63591619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491"/>
              <a:ext cx="7" cy="8"/>
            </a:xfrm>
            <a:custGeom>
              <a:avLst/>
              <a:gdLst>
                <a:gd name="T0" fmla="*/ 49 w 2"/>
                <a:gd name="T1" fmla="*/ 128 h 2"/>
                <a:gd name="T2" fmla="*/ 49 w 2"/>
                <a:gd name="T3" fmla="*/ 64 h 2"/>
                <a:gd name="T4" fmla="*/ 49 w 2"/>
                <a:gd name="T5" fmla="*/ 64 h 2"/>
                <a:gd name="T6" fmla="*/ 88 w 2"/>
                <a:gd name="T7" fmla="*/ 64 h 2"/>
                <a:gd name="T8" fmla="*/ 49 w 2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314">
              <a:extLst>
                <a:ext uri="{FF2B5EF4-FFF2-40B4-BE49-F238E27FC236}">
                  <a16:creationId xmlns:a16="http://schemas.microsoft.com/office/drawing/2014/main" id="{810A4042-CE44-4806-B59A-7C3604BAA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1481"/>
              <a:ext cx="3" cy="7"/>
            </a:xfrm>
            <a:custGeom>
              <a:avLst/>
              <a:gdLst>
                <a:gd name="T0" fmla="*/ 0 w 1"/>
                <a:gd name="T1" fmla="*/ 49 h 2"/>
                <a:gd name="T2" fmla="*/ 0 w 1"/>
                <a:gd name="T3" fmla="*/ 49 h 2"/>
                <a:gd name="T4" fmla="*/ 0 w 1"/>
                <a:gd name="T5" fmla="*/ 0 h 2"/>
                <a:gd name="T6" fmla="*/ 27 w 1"/>
                <a:gd name="T7" fmla="*/ 49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315">
              <a:extLst>
                <a:ext uri="{FF2B5EF4-FFF2-40B4-BE49-F238E27FC236}">
                  <a16:creationId xmlns:a16="http://schemas.microsoft.com/office/drawing/2014/main" id="{5B6E817E-A7F5-4618-9B78-A1650ACB2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502"/>
              <a:ext cx="3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0 w 1"/>
                <a:gd name="T5" fmla="*/ 0 h 2"/>
                <a:gd name="T6" fmla="*/ 27 w 1"/>
                <a:gd name="T7" fmla="*/ 49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316">
              <a:extLst>
                <a:ext uri="{FF2B5EF4-FFF2-40B4-BE49-F238E27FC236}">
                  <a16:creationId xmlns:a16="http://schemas.microsoft.com/office/drawing/2014/main" id="{A84E593E-B63B-48D4-AAE5-B5DCB8642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523"/>
              <a:ext cx="4" cy="4"/>
            </a:xfrm>
            <a:custGeom>
              <a:avLst/>
              <a:gdLst>
                <a:gd name="T0" fmla="*/ 64 w 1"/>
                <a:gd name="T1" fmla="*/ 64 h 1"/>
                <a:gd name="T2" fmla="*/ 0 w 1"/>
                <a:gd name="T3" fmla="*/ 64 h 1"/>
                <a:gd name="T4" fmla="*/ 0 w 1"/>
                <a:gd name="T5" fmla="*/ 0 h 1"/>
                <a:gd name="T6" fmla="*/ 64 w 1"/>
                <a:gd name="T7" fmla="*/ 0 h 1"/>
                <a:gd name="T8" fmla="*/ 64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317">
              <a:extLst>
                <a:ext uri="{FF2B5EF4-FFF2-40B4-BE49-F238E27FC236}">
                  <a16:creationId xmlns:a16="http://schemas.microsoft.com/office/drawing/2014/main" id="{208806A2-3071-47C1-AE2E-A8438CEA7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534"/>
              <a:ext cx="3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64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318">
              <a:extLst>
                <a:ext uri="{FF2B5EF4-FFF2-40B4-BE49-F238E27FC236}">
                  <a16:creationId xmlns:a16="http://schemas.microsoft.com/office/drawing/2014/main" id="{25604877-E2DB-4076-986A-5097C1664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541"/>
              <a:ext cx="3" cy="7"/>
            </a:xfrm>
            <a:custGeom>
              <a:avLst/>
              <a:gdLst>
                <a:gd name="T0" fmla="*/ 27 w 1"/>
                <a:gd name="T1" fmla="*/ 88 h 2"/>
                <a:gd name="T2" fmla="*/ 0 w 1"/>
                <a:gd name="T3" fmla="*/ 49 h 2"/>
                <a:gd name="T4" fmla="*/ 27 w 1"/>
                <a:gd name="T5" fmla="*/ 49 h 2"/>
                <a:gd name="T6" fmla="*/ 27 w 1"/>
                <a:gd name="T7" fmla="*/ 49 h 2"/>
                <a:gd name="T8" fmla="*/ 27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319">
              <a:extLst>
                <a:ext uri="{FF2B5EF4-FFF2-40B4-BE49-F238E27FC236}">
                  <a16:creationId xmlns:a16="http://schemas.microsoft.com/office/drawing/2014/main" id="{177BC364-8C45-4D64-A8CE-60EA2662B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534"/>
              <a:ext cx="3" cy="4"/>
            </a:xfrm>
            <a:custGeom>
              <a:avLst/>
              <a:gdLst>
                <a:gd name="T0" fmla="*/ 27 w 1"/>
                <a:gd name="T1" fmla="*/ 64 h 1"/>
                <a:gd name="T2" fmla="*/ 0 w 1"/>
                <a:gd name="T3" fmla="*/ 64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320">
              <a:extLst>
                <a:ext uri="{FF2B5EF4-FFF2-40B4-BE49-F238E27FC236}">
                  <a16:creationId xmlns:a16="http://schemas.microsoft.com/office/drawing/2014/main" id="{B89C9564-D841-4DE8-AA88-4849CA8E6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588"/>
              <a:ext cx="4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0 w 1"/>
                <a:gd name="T5" fmla="*/ 49 h 2"/>
                <a:gd name="T6" fmla="*/ 64 w 1"/>
                <a:gd name="T7" fmla="*/ 49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321">
              <a:extLst>
                <a:ext uri="{FF2B5EF4-FFF2-40B4-BE49-F238E27FC236}">
                  <a16:creationId xmlns:a16="http://schemas.microsoft.com/office/drawing/2014/main" id="{876EDE19-3C24-47B2-9BBB-82308B5AC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534"/>
              <a:ext cx="4" cy="4"/>
            </a:xfrm>
            <a:custGeom>
              <a:avLst/>
              <a:gdLst>
                <a:gd name="T0" fmla="*/ 64 w 1"/>
                <a:gd name="T1" fmla="*/ 64 h 1"/>
                <a:gd name="T2" fmla="*/ 0 w 1"/>
                <a:gd name="T3" fmla="*/ 64 h 1"/>
                <a:gd name="T4" fmla="*/ 64 w 1"/>
                <a:gd name="T5" fmla="*/ 0 h 1"/>
                <a:gd name="T6" fmla="*/ 64 w 1"/>
                <a:gd name="T7" fmla="*/ 64 h 1"/>
                <a:gd name="T8" fmla="*/ 64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322">
              <a:extLst>
                <a:ext uri="{FF2B5EF4-FFF2-40B4-BE49-F238E27FC236}">
                  <a16:creationId xmlns:a16="http://schemas.microsoft.com/office/drawing/2014/main" id="{3393F1FC-51D1-4A4C-A927-5A1AC81D6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534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0 w 2"/>
                <a:gd name="T3" fmla="*/ 49 h 2"/>
                <a:gd name="T4" fmla="*/ 0 w 2"/>
                <a:gd name="T5" fmla="*/ 0 h 2"/>
                <a:gd name="T6" fmla="*/ 27 w 2"/>
                <a:gd name="T7" fmla="*/ 0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323">
              <a:extLst>
                <a:ext uri="{FF2B5EF4-FFF2-40B4-BE49-F238E27FC236}">
                  <a16:creationId xmlns:a16="http://schemas.microsoft.com/office/drawing/2014/main" id="{CA9A3745-78F3-4D14-A78C-0ACC46D3C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545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0 w 2"/>
                <a:gd name="T5" fmla="*/ 0 h 2"/>
                <a:gd name="T6" fmla="*/ 49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324">
              <a:extLst>
                <a:ext uri="{FF2B5EF4-FFF2-40B4-BE49-F238E27FC236}">
                  <a16:creationId xmlns:a16="http://schemas.microsoft.com/office/drawing/2014/main" id="{E6F05F7B-7EC6-447A-8220-1B5F6C1CF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548"/>
              <a:ext cx="7" cy="8"/>
            </a:xfrm>
            <a:custGeom>
              <a:avLst/>
              <a:gdLst>
                <a:gd name="T0" fmla="*/ 49 w 2"/>
                <a:gd name="T1" fmla="*/ 128 h 2"/>
                <a:gd name="T2" fmla="*/ 0 w 2"/>
                <a:gd name="T3" fmla="*/ 64 h 2"/>
                <a:gd name="T4" fmla="*/ 49 w 2"/>
                <a:gd name="T5" fmla="*/ 0 h 2"/>
                <a:gd name="T6" fmla="*/ 88 w 2"/>
                <a:gd name="T7" fmla="*/ 64 h 2"/>
                <a:gd name="T8" fmla="*/ 49 w 2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325">
              <a:extLst>
                <a:ext uri="{FF2B5EF4-FFF2-40B4-BE49-F238E27FC236}">
                  <a16:creationId xmlns:a16="http://schemas.microsoft.com/office/drawing/2014/main" id="{1C2AAB26-E957-42CC-A362-EF3F52CD1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552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88 h 2"/>
                <a:gd name="T4" fmla="*/ 49 w 2"/>
                <a:gd name="T5" fmla="*/ 49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326">
              <a:extLst>
                <a:ext uri="{FF2B5EF4-FFF2-40B4-BE49-F238E27FC236}">
                  <a16:creationId xmlns:a16="http://schemas.microsoft.com/office/drawing/2014/main" id="{D9629023-B330-4BE2-9436-E14B338EB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552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0 w 2"/>
                <a:gd name="T3" fmla="*/ 49 h 2"/>
                <a:gd name="T4" fmla="*/ 27 w 2"/>
                <a:gd name="T5" fmla="*/ 0 h 2"/>
                <a:gd name="T6" fmla="*/ 54 w 2"/>
                <a:gd name="T7" fmla="*/ 49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327">
              <a:extLst>
                <a:ext uri="{FF2B5EF4-FFF2-40B4-BE49-F238E27FC236}">
                  <a16:creationId xmlns:a16="http://schemas.microsoft.com/office/drawing/2014/main" id="{18A9EA54-B01C-4774-9930-192D037D0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545"/>
              <a:ext cx="4" cy="3"/>
            </a:xfrm>
            <a:custGeom>
              <a:avLst/>
              <a:gdLst>
                <a:gd name="T0" fmla="*/ 64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64 w 1"/>
                <a:gd name="T7" fmla="*/ 0 h 1"/>
                <a:gd name="T8" fmla="*/ 64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328">
              <a:extLst>
                <a:ext uri="{FF2B5EF4-FFF2-40B4-BE49-F238E27FC236}">
                  <a16:creationId xmlns:a16="http://schemas.microsoft.com/office/drawing/2014/main" id="{166C7B17-F5BF-428C-B23C-E736F5654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1520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329">
              <a:extLst>
                <a:ext uri="{FF2B5EF4-FFF2-40B4-BE49-F238E27FC236}">
                  <a16:creationId xmlns:a16="http://schemas.microsoft.com/office/drawing/2014/main" id="{7AC1B15F-5A72-433C-93B5-F88976796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534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0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330">
              <a:extLst>
                <a:ext uri="{FF2B5EF4-FFF2-40B4-BE49-F238E27FC236}">
                  <a16:creationId xmlns:a16="http://schemas.microsoft.com/office/drawing/2014/main" id="{4277A224-3D9F-4EB0-846A-51F6D481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531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88 h 2"/>
                <a:gd name="T4" fmla="*/ 49 w 2"/>
                <a:gd name="T5" fmla="*/ 49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331">
              <a:extLst>
                <a:ext uri="{FF2B5EF4-FFF2-40B4-BE49-F238E27FC236}">
                  <a16:creationId xmlns:a16="http://schemas.microsoft.com/office/drawing/2014/main" id="{535F2C47-8B5E-4088-8963-C7DB5F8D9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577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332">
              <a:extLst>
                <a:ext uri="{FF2B5EF4-FFF2-40B4-BE49-F238E27FC236}">
                  <a16:creationId xmlns:a16="http://schemas.microsoft.com/office/drawing/2014/main" id="{41D481D0-A2DD-467E-9259-F46720BAA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563"/>
              <a:ext cx="7" cy="3"/>
            </a:xfrm>
            <a:custGeom>
              <a:avLst/>
              <a:gdLst>
                <a:gd name="T0" fmla="*/ 49 w 2"/>
                <a:gd name="T1" fmla="*/ 27 h 1"/>
                <a:gd name="T2" fmla="*/ 0 w 2"/>
                <a:gd name="T3" fmla="*/ 27 h 1"/>
                <a:gd name="T4" fmla="*/ 49 w 2"/>
                <a:gd name="T5" fmla="*/ 0 h 1"/>
                <a:gd name="T6" fmla="*/ 88 w 2"/>
                <a:gd name="T7" fmla="*/ 0 h 1"/>
                <a:gd name="T8" fmla="*/ 49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333">
              <a:extLst>
                <a:ext uri="{FF2B5EF4-FFF2-40B4-BE49-F238E27FC236}">
                  <a16:creationId xmlns:a16="http://schemas.microsoft.com/office/drawing/2014/main" id="{A96F89C9-B187-4AE2-9448-75CC2B589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545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334">
              <a:extLst>
                <a:ext uri="{FF2B5EF4-FFF2-40B4-BE49-F238E27FC236}">
                  <a16:creationId xmlns:a16="http://schemas.microsoft.com/office/drawing/2014/main" id="{1D0482D9-6E4E-415B-8320-F7B12FCB7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591"/>
              <a:ext cx="7" cy="7"/>
            </a:xfrm>
            <a:custGeom>
              <a:avLst/>
              <a:gdLst>
                <a:gd name="T0" fmla="*/ 88 w 2"/>
                <a:gd name="T1" fmla="*/ 88 h 2"/>
                <a:gd name="T2" fmla="*/ 49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88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335">
              <a:extLst>
                <a:ext uri="{FF2B5EF4-FFF2-40B4-BE49-F238E27FC236}">
                  <a16:creationId xmlns:a16="http://schemas.microsoft.com/office/drawing/2014/main" id="{9E419717-78D3-4589-AD84-7BD20B086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523"/>
              <a:ext cx="6" cy="8"/>
            </a:xfrm>
            <a:custGeom>
              <a:avLst/>
              <a:gdLst>
                <a:gd name="T0" fmla="*/ 54 w 2"/>
                <a:gd name="T1" fmla="*/ 64 h 2"/>
                <a:gd name="T2" fmla="*/ 27 w 2"/>
                <a:gd name="T3" fmla="*/ 64 h 2"/>
                <a:gd name="T4" fmla="*/ 27 w 2"/>
                <a:gd name="T5" fmla="*/ 0 h 2"/>
                <a:gd name="T6" fmla="*/ 54 w 2"/>
                <a:gd name="T7" fmla="*/ 0 h 2"/>
                <a:gd name="T8" fmla="*/ 54 w 2"/>
                <a:gd name="T9" fmla="*/ 6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336">
              <a:extLst>
                <a:ext uri="{FF2B5EF4-FFF2-40B4-BE49-F238E27FC236}">
                  <a16:creationId xmlns:a16="http://schemas.microsoft.com/office/drawing/2014/main" id="{B6570E76-BA70-4F86-91B6-E920EB5CB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527"/>
              <a:ext cx="3" cy="7"/>
            </a:xfrm>
            <a:custGeom>
              <a:avLst/>
              <a:gdLst>
                <a:gd name="T0" fmla="*/ 27 w 1"/>
                <a:gd name="T1" fmla="*/ 88 h 2"/>
                <a:gd name="T2" fmla="*/ 0 w 1"/>
                <a:gd name="T3" fmla="*/ 49 h 2"/>
                <a:gd name="T4" fmla="*/ 0 w 1"/>
                <a:gd name="T5" fmla="*/ 0 h 2"/>
                <a:gd name="T6" fmla="*/ 27 w 1"/>
                <a:gd name="T7" fmla="*/ 49 h 2"/>
                <a:gd name="T8" fmla="*/ 27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Freeform 337">
              <a:extLst>
                <a:ext uri="{FF2B5EF4-FFF2-40B4-BE49-F238E27FC236}">
                  <a16:creationId xmlns:a16="http://schemas.microsoft.com/office/drawing/2014/main" id="{1B96335F-3BB9-4A0A-AFFB-BEB1EC3FC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520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0 w 2"/>
                <a:gd name="T3" fmla="*/ 49 h 2"/>
                <a:gd name="T4" fmla="*/ 0 w 2"/>
                <a:gd name="T5" fmla="*/ 0 h 2"/>
                <a:gd name="T6" fmla="*/ 27 w 2"/>
                <a:gd name="T7" fmla="*/ 49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4" name="Freeform 338">
              <a:extLst>
                <a:ext uri="{FF2B5EF4-FFF2-40B4-BE49-F238E27FC236}">
                  <a16:creationId xmlns:a16="http://schemas.microsoft.com/office/drawing/2014/main" id="{E4C31F59-753F-4FB1-959C-FD86A93B1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513"/>
              <a:ext cx="7" cy="7"/>
            </a:xfrm>
            <a:custGeom>
              <a:avLst/>
              <a:gdLst>
                <a:gd name="T0" fmla="*/ 49 w 2"/>
                <a:gd name="T1" fmla="*/ 49 h 2"/>
                <a:gd name="T2" fmla="*/ 0 w 2"/>
                <a:gd name="T3" fmla="*/ 49 h 2"/>
                <a:gd name="T4" fmla="*/ 0 w 2"/>
                <a:gd name="T5" fmla="*/ 0 h 2"/>
                <a:gd name="T6" fmla="*/ 88 w 2"/>
                <a:gd name="T7" fmla="*/ 0 h 2"/>
                <a:gd name="T8" fmla="*/ 49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339">
              <a:extLst>
                <a:ext uri="{FF2B5EF4-FFF2-40B4-BE49-F238E27FC236}">
                  <a16:creationId xmlns:a16="http://schemas.microsoft.com/office/drawing/2014/main" id="{77DCC58F-D125-4DEF-B234-FD6544358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750"/>
              <a:ext cx="7" cy="7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88 h 2"/>
                <a:gd name="T4" fmla="*/ 49 w 2"/>
                <a:gd name="T5" fmla="*/ 88 h 2"/>
                <a:gd name="T6" fmla="*/ 88 w 2"/>
                <a:gd name="T7" fmla="*/ 49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340">
              <a:extLst>
                <a:ext uri="{FF2B5EF4-FFF2-40B4-BE49-F238E27FC236}">
                  <a16:creationId xmlns:a16="http://schemas.microsoft.com/office/drawing/2014/main" id="{54F46BA0-371E-42B1-9CE2-B18210B99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753"/>
              <a:ext cx="7" cy="7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88 h 2"/>
                <a:gd name="T4" fmla="*/ 49 w 2"/>
                <a:gd name="T5" fmla="*/ 88 h 2"/>
                <a:gd name="T6" fmla="*/ 88 w 2"/>
                <a:gd name="T7" fmla="*/ 49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341">
              <a:extLst>
                <a:ext uri="{FF2B5EF4-FFF2-40B4-BE49-F238E27FC236}">
                  <a16:creationId xmlns:a16="http://schemas.microsoft.com/office/drawing/2014/main" id="{8D6A73D0-D144-4488-A1D4-F067135BF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768"/>
              <a:ext cx="10" cy="10"/>
            </a:xfrm>
            <a:custGeom>
              <a:avLst/>
              <a:gdLst>
                <a:gd name="T0" fmla="*/ 33 w 3"/>
                <a:gd name="T1" fmla="*/ 33 h 3"/>
                <a:gd name="T2" fmla="*/ 0 w 3"/>
                <a:gd name="T3" fmla="*/ 77 h 3"/>
                <a:gd name="T4" fmla="*/ 77 w 3"/>
                <a:gd name="T5" fmla="*/ 110 h 3"/>
                <a:gd name="T6" fmla="*/ 77 w 3"/>
                <a:gd name="T7" fmla="*/ 33 h 3"/>
                <a:gd name="T8" fmla="*/ 33 w 3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342">
              <a:extLst>
                <a:ext uri="{FF2B5EF4-FFF2-40B4-BE49-F238E27FC236}">
                  <a16:creationId xmlns:a16="http://schemas.microsoft.com/office/drawing/2014/main" id="{AF60BA6D-1946-4FFB-A59C-457BB0A90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764"/>
              <a:ext cx="7" cy="11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95 h 3"/>
                <a:gd name="T4" fmla="*/ 49 w 2"/>
                <a:gd name="T5" fmla="*/ 95 h 3"/>
                <a:gd name="T6" fmla="*/ 88 w 2"/>
                <a:gd name="T7" fmla="*/ 55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3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343">
              <a:extLst>
                <a:ext uri="{FF2B5EF4-FFF2-40B4-BE49-F238E27FC236}">
                  <a16:creationId xmlns:a16="http://schemas.microsoft.com/office/drawing/2014/main" id="{B3D96B8B-CEAA-4368-B5F0-4799A7BBF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771"/>
              <a:ext cx="10" cy="11"/>
            </a:xfrm>
            <a:custGeom>
              <a:avLst/>
              <a:gdLst>
                <a:gd name="T0" fmla="*/ 33 w 3"/>
                <a:gd name="T1" fmla="*/ 55 h 3"/>
                <a:gd name="T2" fmla="*/ 33 w 3"/>
                <a:gd name="T3" fmla="*/ 95 h 3"/>
                <a:gd name="T4" fmla="*/ 77 w 3"/>
                <a:gd name="T5" fmla="*/ 147 h 3"/>
                <a:gd name="T6" fmla="*/ 110 w 3"/>
                <a:gd name="T7" fmla="*/ 55 h 3"/>
                <a:gd name="T8" fmla="*/ 33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344">
              <a:extLst>
                <a:ext uri="{FF2B5EF4-FFF2-40B4-BE49-F238E27FC236}">
                  <a16:creationId xmlns:a16="http://schemas.microsoft.com/office/drawing/2014/main" id="{7623CE92-8B49-4762-B67B-385BC6ED9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782"/>
              <a:ext cx="10" cy="7"/>
            </a:xfrm>
            <a:custGeom>
              <a:avLst/>
              <a:gdLst>
                <a:gd name="T0" fmla="*/ 33 w 3"/>
                <a:gd name="T1" fmla="*/ 0 h 2"/>
                <a:gd name="T2" fmla="*/ 33 w 3"/>
                <a:gd name="T3" fmla="*/ 88 h 2"/>
                <a:gd name="T4" fmla="*/ 77 w 3"/>
                <a:gd name="T5" fmla="*/ 88 h 2"/>
                <a:gd name="T6" fmla="*/ 110 w 3"/>
                <a:gd name="T7" fmla="*/ 49 h 2"/>
                <a:gd name="T8" fmla="*/ 33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345">
              <a:extLst>
                <a:ext uri="{FF2B5EF4-FFF2-40B4-BE49-F238E27FC236}">
                  <a16:creationId xmlns:a16="http://schemas.microsoft.com/office/drawing/2014/main" id="{7226358C-0C76-47B4-83A2-64B2C6DDB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792"/>
              <a:ext cx="10" cy="11"/>
            </a:xfrm>
            <a:custGeom>
              <a:avLst/>
              <a:gdLst>
                <a:gd name="T0" fmla="*/ 33 w 3"/>
                <a:gd name="T1" fmla="*/ 0 h 3"/>
                <a:gd name="T2" fmla="*/ 33 w 3"/>
                <a:gd name="T3" fmla="*/ 95 h 3"/>
                <a:gd name="T4" fmla="*/ 77 w 3"/>
                <a:gd name="T5" fmla="*/ 95 h 3"/>
                <a:gd name="T6" fmla="*/ 110 w 3"/>
                <a:gd name="T7" fmla="*/ 55 h 3"/>
                <a:gd name="T8" fmla="*/ 33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2" y="3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346">
              <a:extLst>
                <a:ext uri="{FF2B5EF4-FFF2-40B4-BE49-F238E27FC236}">
                  <a16:creationId xmlns:a16="http://schemas.microsoft.com/office/drawing/2014/main" id="{61E08D24-7B28-447E-94FA-401D309C5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792"/>
              <a:ext cx="7" cy="8"/>
            </a:xfrm>
            <a:custGeom>
              <a:avLst/>
              <a:gdLst>
                <a:gd name="T0" fmla="*/ 49 w 2"/>
                <a:gd name="T1" fmla="*/ 0 h 2"/>
                <a:gd name="T2" fmla="*/ 0 w 2"/>
                <a:gd name="T3" fmla="*/ 64 h 2"/>
                <a:gd name="T4" fmla="*/ 88 w 2"/>
                <a:gd name="T5" fmla="*/ 128 h 2"/>
                <a:gd name="T6" fmla="*/ 88 w 2"/>
                <a:gd name="T7" fmla="*/ 0 h 2"/>
                <a:gd name="T8" fmla="*/ 49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347">
              <a:extLst>
                <a:ext uri="{FF2B5EF4-FFF2-40B4-BE49-F238E27FC236}">
                  <a16:creationId xmlns:a16="http://schemas.microsoft.com/office/drawing/2014/main" id="{03EB8FB3-F538-4636-BEBB-5EFD1796A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782"/>
              <a:ext cx="10" cy="10"/>
            </a:xfrm>
            <a:custGeom>
              <a:avLst/>
              <a:gdLst>
                <a:gd name="T0" fmla="*/ 33 w 3"/>
                <a:gd name="T1" fmla="*/ 33 h 3"/>
                <a:gd name="T2" fmla="*/ 0 w 3"/>
                <a:gd name="T3" fmla="*/ 77 h 3"/>
                <a:gd name="T4" fmla="*/ 77 w 3"/>
                <a:gd name="T5" fmla="*/ 110 h 3"/>
                <a:gd name="T6" fmla="*/ 77 w 3"/>
                <a:gd name="T7" fmla="*/ 33 h 3"/>
                <a:gd name="T8" fmla="*/ 33 w 3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3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348">
              <a:extLst>
                <a:ext uri="{FF2B5EF4-FFF2-40B4-BE49-F238E27FC236}">
                  <a16:creationId xmlns:a16="http://schemas.microsoft.com/office/drawing/2014/main" id="{E430E8A3-CA52-47D4-9A10-7EE21F612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775"/>
              <a:ext cx="7" cy="10"/>
            </a:xfrm>
            <a:custGeom>
              <a:avLst/>
              <a:gdLst>
                <a:gd name="T0" fmla="*/ 49 w 2"/>
                <a:gd name="T1" fmla="*/ 0 h 3"/>
                <a:gd name="T2" fmla="*/ 0 w 2"/>
                <a:gd name="T3" fmla="*/ 77 h 3"/>
                <a:gd name="T4" fmla="*/ 88 w 2"/>
                <a:gd name="T5" fmla="*/ 77 h 3"/>
                <a:gd name="T6" fmla="*/ 88 w 2"/>
                <a:gd name="T7" fmla="*/ 33 h 3"/>
                <a:gd name="T8" fmla="*/ 49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349">
              <a:extLst>
                <a:ext uri="{FF2B5EF4-FFF2-40B4-BE49-F238E27FC236}">
                  <a16:creationId xmlns:a16="http://schemas.microsoft.com/office/drawing/2014/main" id="{AB3D8E6F-38B2-4D23-91EE-565E30C0D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782"/>
              <a:ext cx="6" cy="10"/>
            </a:xfrm>
            <a:custGeom>
              <a:avLst/>
              <a:gdLst>
                <a:gd name="T0" fmla="*/ 27 w 2"/>
                <a:gd name="T1" fmla="*/ 33 h 3"/>
                <a:gd name="T2" fmla="*/ 0 w 2"/>
                <a:gd name="T3" fmla="*/ 77 h 3"/>
                <a:gd name="T4" fmla="*/ 54 w 2"/>
                <a:gd name="T5" fmla="*/ 110 h 3"/>
                <a:gd name="T6" fmla="*/ 54 w 2"/>
                <a:gd name="T7" fmla="*/ 33 h 3"/>
                <a:gd name="T8" fmla="*/ 27 w 2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350">
              <a:extLst>
                <a:ext uri="{FF2B5EF4-FFF2-40B4-BE49-F238E27FC236}">
                  <a16:creationId xmlns:a16="http://schemas.microsoft.com/office/drawing/2014/main" id="{A780DA26-1336-47B5-8BEC-7414EEA6D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800"/>
              <a:ext cx="10" cy="10"/>
            </a:xfrm>
            <a:custGeom>
              <a:avLst/>
              <a:gdLst>
                <a:gd name="T0" fmla="*/ 33 w 3"/>
                <a:gd name="T1" fmla="*/ 0 h 3"/>
                <a:gd name="T2" fmla="*/ 33 w 3"/>
                <a:gd name="T3" fmla="*/ 77 h 3"/>
                <a:gd name="T4" fmla="*/ 77 w 3"/>
                <a:gd name="T5" fmla="*/ 77 h 3"/>
                <a:gd name="T6" fmla="*/ 110 w 3"/>
                <a:gd name="T7" fmla="*/ 33 h 3"/>
                <a:gd name="T8" fmla="*/ 33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2" y="3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351">
              <a:extLst>
                <a:ext uri="{FF2B5EF4-FFF2-40B4-BE49-F238E27FC236}">
                  <a16:creationId xmlns:a16="http://schemas.microsoft.com/office/drawing/2014/main" id="{7902BC45-9CF3-4A9A-B86A-1F07EAD4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803"/>
              <a:ext cx="10" cy="11"/>
            </a:xfrm>
            <a:custGeom>
              <a:avLst/>
              <a:gdLst>
                <a:gd name="T0" fmla="*/ 33 w 3"/>
                <a:gd name="T1" fmla="*/ 55 h 3"/>
                <a:gd name="T2" fmla="*/ 33 w 3"/>
                <a:gd name="T3" fmla="*/ 95 h 3"/>
                <a:gd name="T4" fmla="*/ 77 w 3"/>
                <a:gd name="T5" fmla="*/ 147 h 3"/>
                <a:gd name="T6" fmla="*/ 110 w 3"/>
                <a:gd name="T7" fmla="*/ 55 h 3"/>
                <a:gd name="T8" fmla="*/ 33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352">
              <a:extLst>
                <a:ext uri="{FF2B5EF4-FFF2-40B4-BE49-F238E27FC236}">
                  <a16:creationId xmlns:a16="http://schemas.microsoft.com/office/drawing/2014/main" id="{326CEF9F-6EFC-4DFF-AFA1-B7FDC9CFB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803"/>
              <a:ext cx="10" cy="7"/>
            </a:xfrm>
            <a:custGeom>
              <a:avLst/>
              <a:gdLst>
                <a:gd name="T0" fmla="*/ 33 w 3"/>
                <a:gd name="T1" fmla="*/ 0 h 2"/>
                <a:gd name="T2" fmla="*/ 0 w 3"/>
                <a:gd name="T3" fmla="*/ 49 h 2"/>
                <a:gd name="T4" fmla="*/ 77 w 3"/>
                <a:gd name="T5" fmla="*/ 88 h 2"/>
                <a:gd name="T6" fmla="*/ 110 w 3"/>
                <a:gd name="T7" fmla="*/ 0 h 2"/>
                <a:gd name="T8" fmla="*/ 33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353">
              <a:extLst>
                <a:ext uri="{FF2B5EF4-FFF2-40B4-BE49-F238E27FC236}">
                  <a16:creationId xmlns:a16="http://schemas.microsoft.com/office/drawing/2014/main" id="{EEBF8475-493B-4B11-AC25-946A812AF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792"/>
              <a:ext cx="10" cy="11"/>
            </a:xfrm>
            <a:custGeom>
              <a:avLst/>
              <a:gdLst>
                <a:gd name="T0" fmla="*/ 33 w 3"/>
                <a:gd name="T1" fmla="*/ 55 h 3"/>
                <a:gd name="T2" fmla="*/ 0 w 3"/>
                <a:gd name="T3" fmla="*/ 95 h 3"/>
                <a:gd name="T4" fmla="*/ 77 w 3"/>
                <a:gd name="T5" fmla="*/ 147 h 3"/>
                <a:gd name="T6" fmla="*/ 110 w 3"/>
                <a:gd name="T7" fmla="*/ 55 h 3"/>
                <a:gd name="T8" fmla="*/ 33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2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354">
              <a:extLst>
                <a:ext uri="{FF2B5EF4-FFF2-40B4-BE49-F238E27FC236}">
                  <a16:creationId xmlns:a16="http://schemas.microsoft.com/office/drawing/2014/main" id="{F6E7EDA7-4F80-453E-A754-66F256D7B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789"/>
              <a:ext cx="10" cy="11"/>
            </a:xfrm>
            <a:custGeom>
              <a:avLst/>
              <a:gdLst>
                <a:gd name="T0" fmla="*/ 33 w 3"/>
                <a:gd name="T1" fmla="*/ 0 h 3"/>
                <a:gd name="T2" fmla="*/ 0 w 3"/>
                <a:gd name="T3" fmla="*/ 95 h 3"/>
                <a:gd name="T4" fmla="*/ 77 w 3"/>
                <a:gd name="T5" fmla="*/ 95 h 3"/>
                <a:gd name="T6" fmla="*/ 110 w 3"/>
                <a:gd name="T7" fmla="*/ 55 h 3"/>
                <a:gd name="T8" fmla="*/ 33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355">
              <a:extLst>
                <a:ext uri="{FF2B5EF4-FFF2-40B4-BE49-F238E27FC236}">
                  <a16:creationId xmlns:a16="http://schemas.microsoft.com/office/drawing/2014/main" id="{87B90799-16F6-4A1C-8349-AB98E60F8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771"/>
              <a:ext cx="10" cy="11"/>
            </a:xfrm>
            <a:custGeom>
              <a:avLst/>
              <a:gdLst>
                <a:gd name="T0" fmla="*/ 33 w 3"/>
                <a:gd name="T1" fmla="*/ 55 h 3"/>
                <a:gd name="T2" fmla="*/ 0 w 3"/>
                <a:gd name="T3" fmla="*/ 95 h 3"/>
                <a:gd name="T4" fmla="*/ 77 w 3"/>
                <a:gd name="T5" fmla="*/ 147 h 3"/>
                <a:gd name="T6" fmla="*/ 77 w 3"/>
                <a:gd name="T7" fmla="*/ 55 h 3"/>
                <a:gd name="T8" fmla="*/ 33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356">
              <a:extLst>
                <a:ext uri="{FF2B5EF4-FFF2-40B4-BE49-F238E27FC236}">
                  <a16:creationId xmlns:a16="http://schemas.microsoft.com/office/drawing/2014/main" id="{74E43880-9606-444A-9F43-979040CA5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768"/>
              <a:ext cx="6" cy="10"/>
            </a:xfrm>
            <a:custGeom>
              <a:avLst/>
              <a:gdLst>
                <a:gd name="T0" fmla="*/ 0 w 2"/>
                <a:gd name="T1" fmla="*/ 33 h 3"/>
                <a:gd name="T2" fmla="*/ 0 w 2"/>
                <a:gd name="T3" fmla="*/ 77 h 3"/>
                <a:gd name="T4" fmla="*/ 27 w 2"/>
                <a:gd name="T5" fmla="*/ 110 h 3"/>
                <a:gd name="T6" fmla="*/ 54 w 2"/>
                <a:gd name="T7" fmla="*/ 33 h 3"/>
                <a:gd name="T8" fmla="*/ 0 w 2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357">
              <a:extLst>
                <a:ext uri="{FF2B5EF4-FFF2-40B4-BE49-F238E27FC236}">
                  <a16:creationId xmlns:a16="http://schemas.microsoft.com/office/drawing/2014/main" id="{33187C6A-E4C9-4B60-927A-E40755A2C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792"/>
              <a:ext cx="10" cy="11"/>
            </a:xfrm>
            <a:custGeom>
              <a:avLst/>
              <a:gdLst>
                <a:gd name="T0" fmla="*/ 33 w 3"/>
                <a:gd name="T1" fmla="*/ 55 h 3"/>
                <a:gd name="T2" fmla="*/ 33 w 3"/>
                <a:gd name="T3" fmla="*/ 95 h 3"/>
                <a:gd name="T4" fmla="*/ 77 w 3"/>
                <a:gd name="T5" fmla="*/ 147 h 3"/>
                <a:gd name="T6" fmla="*/ 110 w 3"/>
                <a:gd name="T7" fmla="*/ 55 h 3"/>
                <a:gd name="T8" fmla="*/ 33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358">
              <a:extLst>
                <a:ext uri="{FF2B5EF4-FFF2-40B4-BE49-F238E27FC236}">
                  <a16:creationId xmlns:a16="http://schemas.microsoft.com/office/drawing/2014/main" id="{993E4013-4F17-410B-AF90-E1CBE5762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807"/>
              <a:ext cx="10" cy="10"/>
            </a:xfrm>
            <a:custGeom>
              <a:avLst/>
              <a:gdLst>
                <a:gd name="T0" fmla="*/ 33 w 3"/>
                <a:gd name="T1" fmla="*/ 33 h 3"/>
                <a:gd name="T2" fmla="*/ 0 w 3"/>
                <a:gd name="T3" fmla="*/ 77 h 3"/>
                <a:gd name="T4" fmla="*/ 77 w 3"/>
                <a:gd name="T5" fmla="*/ 110 h 3"/>
                <a:gd name="T6" fmla="*/ 77 w 3"/>
                <a:gd name="T7" fmla="*/ 33 h 3"/>
                <a:gd name="T8" fmla="*/ 33 w 3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359">
              <a:extLst>
                <a:ext uri="{FF2B5EF4-FFF2-40B4-BE49-F238E27FC236}">
                  <a16:creationId xmlns:a16="http://schemas.microsoft.com/office/drawing/2014/main" id="{3F845A01-3E8E-4B89-986A-473D156DB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764"/>
              <a:ext cx="7" cy="11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95 h 3"/>
                <a:gd name="T4" fmla="*/ 49 w 2"/>
                <a:gd name="T5" fmla="*/ 95 h 3"/>
                <a:gd name="T6" fmla="*/ 88 w 2"/>
                <a:gd name="T7" fmla="*/ 55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3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360">
              <a:extLst>
                <a:ext uri="{FF2B5EF4-FFF2-40B4-BE49-F238E27FC236}">
                  <a16:creationId xmlns:a16="http://schemas.microsoft.com/office/drawing/2014/main" id="{6306CDBC-6AB1-4FA6-9F4D-581F33D22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768"/>
              <a:ext cx="10" cy="10"/>
            </a:xfrm>
            <a:custGeom>
              <a:avLst/>
              <a:gdLst>
                <a:gd name="T0" fmla="*/ 33 w 3"/>
                <a:gd name="T1" fmla="*/ 33 h 3"/>
                <a:gd name="T2" fmla="*/ 33 w 3"/>
                <a:gd name="T3" fmla="*/ 77 h 3"/>
                <a:gd name="T4" fmla="*/ 77 w 3"/>
                <a:gd name="T5" fmla="*/ 110 h 3"/>
                <a:gd name="T6" fmla="*/ 110 w 3"/>
                <a:gd name="T7" fmla="*/ 33 h 3"/>
                <a:gd name="T8" fmla="*/ 33 w 3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361">
              <a:extLst>
                <a:ext uri="{FF2B5EF4-FFF2-40B4-BE49-F238E27FC236}">
                  <a16:creationId xmlns:a16="http://schemas.microsoft.com/office/drawing/2014/main" id="{81B9AACC-0068-478F-ACD1-1068D1567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800"/>
              <a:ext cx="7" cy="10"/>
            </a:xfrm>
            <a:custGeom>
              <a:avLst/>
              <a:gdLst>
                <a:gd name="T0" fmla="*/ 49 w 2"/>
                <a:gd name="T1" fmla="*/ 33 h 3"/>
                <a:gd name="T2" fmla="*/ 0 w 2"/>
                <a:gd name="T3" fmla="*/ 77 h 3"/>
                <a:gd name="T4" fmla="*/ 88 w 2"/>
                <a:gd name="T5" fmla="*/ 110 h 3"/>
                <a:gd name="T6" fmla="*/ 88 w 2"/>
                <a:gd name="T7" fmla="*/ 33 h 3"/>
                <a:gd name="T8" fmla="*/ 49 w 2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362">
              <a:extLst>
                <a:ext uri="{FF2B5EF4-FFF2-40B4-BE49-F238E27FC236}">
                  <a16:creationId xmlns:a16="http://schemas.microsoft.com/office/drawing/2014/main" id="{B883F14B-35F4-42FB-B772-F8009C146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789"/>
              <a:ext cx="10" cy="11"/>
            </a:xfrm>
            <a:custGeom>
              <a:avLst/>
              <a:gdLst>
                <a:gd name="T0" fmla="*/ 33 w 3"/>
                <a:gd name="T1" fmla="*/ 55 h 3"/>
                <a:gd name="T2" fmla="*/ 0 w 3"/>
                <a:gd name="T3" fmla="*/ 95 h 3"/>
                <a:gd name="T4" fmla="*/ 77 w 3"/>
                <a:gd name="T5" fmla="*/ 147 h 3"/>
                <a:gd name="T6" fmla="*/ 77 w 3"/>
                <a:gd name="T7" fmla="*/ 55 h 3"/>
                <a:gd name="T8" fmla="*/ 33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363">
              <a:extLst>
                <a:ext uri="{FF2B5EF4-FFF2-40B4-BE49-F238E27FC236}">
                  <a16:creationId xmlns:a16="http://schemas.microsoft.com/office/drawing/2014/main" id="{22B9A268-6405-4831-94A2-5C186C21C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778"/>
              <a:ext cx="11" cy="11"/>
            </a:xfrm>
            <a:custGeom>
              <a:avLst/>
              <a:gdLst>
                <a:gd name="T0" fmla="*/ 55 w 3"/>
                <a:gd name="T1" fmla="*/ 55 h 3"/>
                <a:gd name="T2" fmla="*/ 0 w 3"/>
                <a:gd name="T3" fmla="*/ 95 h 3"/>
                <a:gd name="T4" fmla="*/ 95 w 3"/>
                <a:gd name="T5" fmla="*/ 147 h 3"/>
                <a:gd name="T6" fmla="*/ 95 w 3"/>
                <a:gd name="T7" fmla="*/ 55 h 3"/>
                <a:gd name="T8" fmla="*/ 55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2"/>
                    <a:pt x="3" y="2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364">
              <a:extLst>
                <a:ext uri="{FF2B5EF4-FFF2-40B4-BE49-F238E27FC236}">
                  <a16:creationId xmlns:a16="http://schemas.microsoft.com/office/drawing/2014/main" id="{8A32DDC6-1DE5-4669-A441-11B0F4C82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768"/>
              <a:ext cx="7" cy="10"/>
            </a:xfrm>
            <a:custGeom>
              <a:avLst/>
              <a:gdLst>
                <a:gd name="T0" fmla="*/ 0 w 2"/>
                <a:gd name="T1" fmla="*/ 33 h 3"/>
                <a:gd name="T2" fmla="*/ 0 w 2"/>
                <a:gd name="T3" fmla="*/ 77 h 3"/>
                <a:gd name="T4" fmla="*/ 49 w 2"/>
                <a:gd name="T5" fmla="*/ 110 h 3"/>
                <a:gd name="T6" fmla="*/ 88 w 2"/>
                <a:gd name="T7" fmla="*/ 33 h 3"/>
                <a:gd name="T8" fmla="*/ 0 w 2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365">
              <a:extLst>
                <a:ext uri="{FF2B5EF4-FFF2-40B4-BE49-F238E27FC236}">
                  <a16:creationId xmlns:a16="http://schemas.microsoft.com/office/drawing/2014/main" id="{DB9C89B6-0F3D-486E-9BDC-7E2ABAAB4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60"/>
              <a:ext cx="6" cy="11"/>
            </a:xfrm>
            <a:custGeom>
              <a:avLst/>
              <a:gdLst>
                <a:gd name="T0" fmla="*/ 27 w 2"/>
                <a:gd name="T1" fmla="*/ 0 h 3"/>
                <a:gd name="T2" fmla="*/ 0 w 2"/>
                <a:gd name="T3" fmla="*/ 95 h 3"/>
                <a:gd name="T4" fmla="*/ 54 w 2"/>
                <a:gd name="T5" fmla="*/ 95 h 3"/>
                <a:gd name="T6" fmla="*/ 54 w 2"/>
                <a:gd name="T7" fmla="*/ 55 h 3"/>
                <a:gd name="T8" fmla="*/ 27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366">
              <a:extLst>
                <a:ext uri="{FF2B5EF4-FFF2-40B4-BE49-F238E27FC236}">
                  <a16:creationId xmlns:a16="http://schemas.microsoft.com/office/drawing/2014/main" id="{A2A9A43D-E093-464E-88AA-AB8A3433A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735"/>
              <a:ext cx="10" cy="11"/>
            </a:xfrm>
            <a:custGeom>
              <a:avLst/>
              <a:gdLst>
                <a:gd name="T0" fmla="*/ 33 w 3"/>
                <a:gd name="T1" fmla="*/ 55 h 3"/>
                <a:gd name="T2" fmla="*/ 0 w 3"/>
                <a:gd name="T3" fmla="*/ 95 h 3"/>
                <a:gd name="T4" fmla="*/ 77 w 3"/>
                <a:gd name="T5" fmla="*/ 147 h 3"/>
                <a:gd name="T6" fmla="*/ 77 w 3"/>
                <a:gd name="T7" fmla="*/ 55 h 3"/>
                <a:gd name="T8" fmla="*/ 33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3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367">
              <a:extLst>
                <a:ext uri="{FF2B5EF4-FFF2-40B4-BE49-F238E27FC236}">
                  <a16:creationId xmlns:a16="http://schemas.microsoft.com/office/drawing/2014/main" id="{89179542-C627-4837-A818-5B36F5B66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732"/>
              <a:ext cx="10" cy="7"/>
            </a:xfrm>
            <a:custGeom>
              <a:avLst/>
              <a:gdLst>
                <a:gd name="T0" fmla="*/ 33 w 3"/>
                <a:gd name="T1" fmla="*/ 0 h 2"/>
                <a:gd name="T2" fmla="*/ 0 w 3"/>
                <a:gd name="T3" fmla="*/ 88 h 2"/>
                <a:gd name="T4" fmla="*/ 77 w 3"/>
                <a:gd name="T5" fmla="*/ 88 h 2"/>
                <a:gd name="T6" fmla="*/ 110 w 3"/>
                <a:gd name="T7" fmla="*/ 49 h 2"/>
                <a:gd name="T8" fmla="*/ 33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368">
              <a:extLst>
                <a:ext uri="{FF2B5EF4-FFF2-40B4-BE49-F238E27FC236}">
                  <a16:creationId xmlns:a16="http://schemas.microsoft.com/office/drawing/2014/main" id="{C32F6EAE-C393-4CDE-AE4C-704AC82AB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43"/>
              <a:ext cx="10" cy="10"/>
            </a:xfrm>
            <a:custGeom>
              <a:avLst/>
              <a:gdLst>
                <a:gd name="T0" fmla="*/ 33 w 3"/>
                <a:gd name="T1" fmla="*/ 0 h 3"/>
                <a:gd name="T2" fmla="*/ 33 w 3"/>
                <a:gd name="T3" fmla="*/ 77 h 3"/>
                <a:gd name="T4" fmla="*/ 77 w 3"/>
                <a:gd name="T5" fmla="*/ 77 h 3"/>
                <a:gd name="T6" fmla="*/ 110 w 3"/>
                <a:gd name="T7" fmla="*/ 33 h 3"/>
                <a:gd name="T8" fmla="*/ 33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2" y="3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369">
              <a:extLst>
                <a:ext uri="{FF2B5EF4-FFF2-40B4-BE49-F238E27FC236}">
                  <a16:creationId xmlns:a16="http://schemas.microsoft.com/office/drawing/2014/main" id="{91303826-B06A-4D6D-B3F0-36335489C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746"/>
              <a:ext cx="10" cy="7"/>
            </a:xfrm>
            <a:custGeom>
              <a:avLst/>
              <a:gdLst>
                <a:gd name="T0" fmla="*/ 33 w 3"/>
                <a:gd name="T1" fmla="*/ 0 h 2"/>
                <a:gd name="T2" fmla="*/ 33 w 3"/>
                <a:gd name="T3" fmla="*/ 88 h 2"/>
                <a:gd name="T4" fmla="*/ 77 w 3"/>
                <a:gd name="T5" fmla="*/ 88 h 2"/>
                <a:gd name="T6" fmla="*/ 110 w 3"/>
                <a:gd name="T7" fmla="*/ 49 h 2"/>
                <a:gd name="T8" fmla="*/ 33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370">
              <a:extLst>
                <a:ext uri="{FF2B5EF4-FFF2-40B4-BE49-F238E27FC236}">
                  <a16:creationId xmlns:a16="http://schemas.microsoft.com/office/drawing/2014/main" id="{94AE273D-7A08-44B2-A28D-B01DF3A27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750"/>
              <a:ext cx="10" cy="10"/>
            </a:xfrm>
            <a:custGeom>
              <a:avLst/>
              <a:gdLst>
                <a:gd name="T0" fmla="*/ 33 w 3"/>
                <a:gd name="T1" fmla="*/ 33 h 3"/>
                <a:gd name="T2" fmla="*/ 0 w 3"/>
                <a:gd name="T3" fmla="*/ 77 h 3"/>
                <a:gd name="T4" fmla="*/ 77 w 3"/>
                <a:gd name="T5" fmla="*/ 110 h 3"/>
                <a:gd name="T6" fmla="*/ 77 w 3"/>
                <a:gd name="T7" fmla="*/ 33 h 3"/>
                <a:gd name="T8" fmla="*/ 33 w 3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3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371">
              <a:extLst>
                <a:ext uri="{FF2B5EF4-FFF2-40B4-BE49-F238E27FC236}">
                  <a16:creationId xmlns:a16="http://schemas.microsoft.com/office/drawing/2014/main" id="{FBA0A88E-0816-4577-86F4-88BA8A1E6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757"/>
              <a:ext cx="6" cy="7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88 h 2"/>
                <a:gd name="T4" fmla="*/ 27 w 2"/>
                <a:gd name="T5" fmla="*/ 88 h 2"/>
                <a:gd name="T6" fmla="*/ 54 w 2"/>
                <a:gd name="T7" fmla="*/ 49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372">
              <a:extLst>
                <a:ext uri="{FF2B5EF4-FFF2-40B4-BE49-F238E27FC236}">
                  <a16:creationId xmlns:a16="http://schemas.microsoft.com/office/drawing/2014/main" id="{FF060083-5244-41E1-A77A-1C57778E1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764"/>
              <a:ext cx="10" cy="7"/>
            </a:xfrm>
            <a:custGeom>
              <a:avLst/>
              <a:gdLst>
                <a:gd name="T0" fmla="*/ 33 w 3"/>
                <a:gd name="T1" fmla="*/ 0 h 2"/>
                <a:gd name="T2" fmla="*/ 0 w 3"/>
                <a:gd name="T3" fmla="*/ 49 h 2"/>
                <a:gd name="T4" fmla="*/ 77 w 3"/>
                <a:gd name="T5" fmla="*/ 88 h 2"/>
                <a:gd name="T6" fmla="*/ 110 w 3"/>
                <a:gd name="T7" fmla="*/ 0 h 2"/>
                <a:gd name="T8" fmla="*/ 33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373">
              <a:extLst>
                <a:ext uri="{FF2B5EF4-FFF2-40B4-BE49-F238E27FC236}">
                  <a16:creationId xmlns:a16="http://schemas.microsoft.com/office/drawing/2014/main" id="{76E13550-33AB-46BF-9A42-046D36FBF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775"/>
              <a:ext cx="10" cy="10"/>
            </a:xfrm>
            <a:custGeom>
              <a:avLst/>
              <a:gdLst>
                <a:gd name="T0" fmla="*/ 33 w 3"/>
                <a:gd name="T1" fmla="*/ 0 h 3"/>
                <a:gd name="T2" fmla="*/ 33 w 3"/>
                <a:gd name="T3" fmla="*/ 77 h 3"/>
                <a:gd name="T4" fmla="*/ 77 w 3"/>
                <a:gd name="T5" fmla="*/ 77 h 3"/>
                <a:gd name="T6" fmla="*/ 110 w 3"/>
                <a:gd name="T7" fmla="*/ 33 h 3"/>
                <a:gd name="T8" fmla="*/ 33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2" y="3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374">
              <a:extLst>
                <a:ext uri="{FF2B5EF4-FFF2-40B4-BE49-F238E27FC236}">
                  <a16:creationId xmlns:a16="http://schemas.microsoft.com/office/drawing/2014/main" id="{249D58CF-E579-406F-AA30-F5A132330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782"/>
              <a:ext cx="7" cy="7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49 h 2"/>
                <a:gd name="T4" fmla="*/ 49 w 2"/>
                <a:gd name="T5" fmla="*/ 88 h 2"/>
                <a:gd name="T6" fmla="*/ 88 w 2"/>
                <a:gd name="T7" fmla="*/ 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375">
              <a:extLst>
                <a:ext uri="{FF2B5EF4-FFF2-40B4-BE49-F238E27FC236}">
                  <a16:creationId xmlns:a16="http://schemas.microsoft.com/office/drawing/2014/main" id="{82C646DC-8BCA-4C3A-984D-DD1EA0CE0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760"/>
              <a:ext cx="3" cy="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64 h 1"/>
                <a:gd name="T4" fmla="*/ 27 w 1"/>
                <a:gd name="T5" fmla="*/ 64 h 1"/>
                <a:gd name="T6" fmla="*/ 27 w 1"/>
                <a:gd name="T7" fmla="*/ 64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376">
              <a:extLst>
                <a:ext uri="{FF2B5EF4-FFF2-40B4-BE49-F238E27FC236}">
                  <a16:creationId xmlns:a16="http://schemas.microsoft.com/office/drawing/2014/main" id="{6853444C-FF10-43F8-A265-12F41584F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743"/>
              <a:ext cx="7" cy="3"/>
            </a:xfrm>
            <a:custGeom>
              <a:avLst/>
              <a:gdLst>
                <a:gd name="T0" fmla="*/ 49 w 2"/>
                <a:gd name="T1" fmla="*/ 0 h 1"/>
                <a:gd name="T2" fmla="*/ 0 w 2"/>
                <a:gd name="T3" fmla="*/ 27 h 1"/>
                <a:gd name="T4" fmla="*/ 49 w 2"/>
                <a:gd name="T5" fmla="*/ 27 h 1"/>
                <a:gd name="T6" fmla="*/ 49 w 2"/>
                <a:gd name="T7" fmla="*/ 0 h 1"/>
                <a:gd name="T8" fmla="*/ 49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377">
              <a:extLst>
                <a:ext uri="{FF2B5EF4-FFF2-40B4-BE49-F238E27FC236}">
                  <a16:creationId xmlns:a16="http://schemas.microsoft.com/office/drawing/2014/main" id="{12895583-D703-4A56-A796-AF5C78234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721"/>
              <a:ext cx="6" cy="4"/>
            </a:xfrm>
            <a:custGeom>
              <a:avLst/>
              <a:gdLst>
                <a:gd name="T0" fmla="*/ 27 w 2"/>
                <a:gd name="T1" fmla="*/ 0 h 1"/>
                <a:gd name="T2" fmla="*/ 27 w 2"/>
                <a:gd name="T3" fmla="*/ 64 h 1"/>
                <a:gd name="T4" fmla="*/ 27 w 2"/>
                <a:gd name="T5" fmla="*/ 64 h 1"/>
                <a:gd name="T6" fmla="*/ 54 w 2"/>
                <a:gd name="T7" fmla="*/ 0 h 1"/>
                <a:gd name="T8" fmla="*/ 27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378">
              <a:extLst>
                <a:ext uri="{FF2B5EF4-FFF2-40B4-BE49-F238E27FC236}">
                  <a16:creationId xmlns:a16="http://schemas.microsoft.com/office/drawing/2014/main" id="{EE3F1BAF-FF82-4443-A0B3-F1C7E3EF5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750"/>
              <a:ext cx="4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64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379">
              <a:extLst>
                <a:ext uri="{FF2B5EF4-FFF2-40B4-BE49-F238E27FC236}">
                  <a16:creationId xmlns:a16="http://schemas.microsoft.com/office/drawing/2014/main" id="{398F7696-A4B1-4546-965F-CE748DF1B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753"/>
              <a:ext cx="3" cy="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27 w 1"/>
                <a:gd name="T5" fmla="*/ 64 h 1"/>
                <a:gd name="T6" fmla="*/ 27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380">
              <a:extLst>
                <a:ext uri="{FF2B5EF4-FFF2-40B4-BE49-F238E27FC236}">
                  <a16:creationId xmlns:a16="http://schemas.microsoft.com/office/drawing/2014/main" id="{2F91992E-4016-4C34-A955-2C22EF3A4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775"/>
              <a:ext cx="6" cy="3"/>
            </a:xfrm>
            <a:custGeom>
              <a:avLst/>
              <a:gdLst>
                <a:gd name="T0" fmla="*/ 27 w 2"/>
                <a:gd name="T1" fmla="*/ 0 h 1"/>
                <a:gd name="T2" fmla="*/ 27 w 2"/>
                <a:gd name="T3" fmla="*/ 27 h 1"/>
                <a:gd name="T4" fmla="*/ 27 w 2"/>
                <a:gd name="T5" fmla="*/ 27 h 1"/>
                <a:gd name="T6" fmla="*/ 54 w 2"/>
                <a:gd name="T7" fmla="*/ 0 h 1"/>
                <a:gd name="T8" fmla="*/ 27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381">
              <a:extLst>
                <a:ext uri="{FF2B5EF4-FFF2-40B4-BE49-F238E27FC236}">
                  <a16:creationId xmlns:a16="http://schemas.microsoft.com/office/drawing/2014/main" id="{6A912DFA-C2B1-480A-BD01-B082B525F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764"/>
              <a:ext cx="6" cy="4"/>
            </a:xfrm>
            <a:custGeom>
              <a:avLst/>
              <a:gdLst>
                <a:gd name="T0" fmla="*/ 27 w 2"/>
                <a:gd name="T1" fmla="*/ 0 h 1"/>
                <a:gd name="T2" fmla="*/ 0 w 2"/>
                <a:gd name="T3" fmla="*/ 64 h 1"/>
                <a:gd name="T4" fmla="*/ 27 w 2"/>
                <a:gd name="T5" fmla="*/ 64 h 1"/>
                <a:gd name="T6" fmla="*/ 27 w 2"/>
                <a:gd name="T7" fmla="*/ 0 h 1"/>
                <a:gd name="T8" fmla="*/ 27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382">
              <a:extLst>
                <a:ext uri="{FF2B5EF4-FFF2-40B4-BE49-F238E27FC236}">
                  <a16:creationId xmlns:a16="http://schemas.microsoft.com/office/drawing/2014/main" id="{35981CBC-507D-4CCD-A4EF-3C43C9034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789"/>
              <a:ext cx="4" cy="7"/>
            </a:xfrm>
            <a:custGeom>
              <a:avLst/>
              <a:gdLst>
                <a:gd name="T0" fmla="*/ 64 w 1"/>
                <a:gd name="T1" fmla="*/ 0 h 2"/>
                <a:gd name="T2" fmla="*/ 0 w 1"/>
                <a:gd name="T3" fmla="*/ 49 h 2"/>
                <a:gd name="T4" fmla="*/ 64 w 1"/>
                <a:gd name="T5" fmla="*/ 49 h 2"/>
                <a:gd name="T6" fmla="*/ 64 w 1"/>
                <a:gd name="T7" fmla="*/ 49 h 2"/>
                <a:gd name="T8" fmla="*/ 64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383">
              <a:extLst>
                <a:ext uri="{FF2B5EF4-FFF2-40B4-BE49-F238E27FC236}">
                  <a16:creationId xmlns:a16="http://schemas.microsoft.com/office/drawing/2014/main" id="{AD64F977-21CB-49FF-BFAA-4562CAABB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800"/>
              <a:ext cx="3" cy="7"/>
            </a:xfrm>
            <a:custGeom>
              <a:avLst/>
              <a:gdLst>
                <a:gd name="T0" fmla="*/ 0 w 1"/>
                <a:gd name="T1" fmla="*/ 49 h 2"/>
                <a:gd name="T2" fmla="*/ 0 w 1"/>
                <a:gd name="T3" fmla="*/ 49 h 2"/>
                <a:gd name="T4" fmla="*/ 27 w 1"/>
                <a:gd name="T5" fmla="*/ 88 h 2"/>
                <a:gd name="T6" fmla="*/ 27 w 1"/>
                <a:gd name="T7" fmla="*/ 49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384">
              <a:extLst>
                <a:ext uri="{FF2B5EF4-FFF2-40B4-BE49-F238E27FC236}">
                  <a16:creationId xmlns:a16="http://schemas.microsoft.com/office/drawing/2014/main" id="{0652E68E-8FE4-4A3C-B209-F3C7D98D1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743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27 h 1"/>
                <a:gd name="T4" fmla="*/ 27 w 1"/>
                <a:gd name="T5" fmla="*/ 27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9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385">
              <a:extLst>
                <a:ext uri="{FF2B5EF4-FFF2-40B4-BE49-F238E27FC236}">
                  <a16:creationId xmlns:a16="http://schemas.microsoft.com/office/drawing/2014/main" id="{9AA0A7D6-088F-496F-BF36-9FC484D92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778"/>
              <a:ext cx="3" cy="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64 h 1"/>
                <a:gd name="T4" fmla="*/ 0 w 1"/>
                <a:gd name="T5" fmla="*/ 64 h 1"/>
                <a:gd name="T6" fmla="*/ 27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386">
              <a:extLst>
                <a:ext uri="{FF2B5EF4-FFF2-40B4-BE49-F238E27FC236}">
                  <a16:creationId xmlns:a16="http://schemas.microsoft.com/office/drawing/2014/main" id="{31F3742F-1808-4B84-BB97-A7D93BB2D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800"/>
              <a:ext cx="7" cy="3"/>
            </a:xfrm>
            <a:custGeom>
              <a:avLst/>
              <a:gdLst>
                <a:gd name="T0" fmla="*/ 49 w 2"/>
                <a:gd name="T1" fmla="*/ 0 h 1"/>
                <a:gd name="T2" fmla="*/ 0 w 2"/>
                <a:gd name="T3" fmla="*/ 0 h 1"/>
                <a:gd name="T4" fmla="*/ 49 w 2"/>
                <a:gd name="T5" fmla="*/ 27 h 1"/>
                <a:gd name="T6" fmla="*/ 49 w 2"/>
                <a:gd name="T7" fmla="*/ 0 h 1"/>
                <a:gd name="T8" fmla="*/ 49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387">
              <a:extLst>
                <a:ext uri="{FF2B5EF4-FFF2-40B4-BE49-F238E27FC236}">
                  <a16:creationId xmlns:a16="http://schemas.microsoft.com/office/drawing/2014/main" id="{BCAC1DE7-0BD6-480E-98D3-3C800451E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803"/>
              <a:ext cx="3" cy="4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64 h 1"/>
                <a:gd name="T4" fmla="*/ 27 w 1"/>
                <a:gd name="T5" fmla="*/ 64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388">
              <a:extLst>
                <a:ext uri="{FF2B5EF4-FFF2-40B4-BE49-F238E27FC236}">
                  <a16:creationId xmlns:a16="http://schemas.microsoft.com/office/drawing/2014/main" id="{17DCD5CD-832D-4EF4-A032-F310516F1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814"/>
              <a:ext cx="4" cy="7"/>
            </a:xfrm>
            <a:custGeom>
              <a:avLst/>
              <a:gdLst>
                <a:gd name="T0" fmla="*/ 0 w 1"/>
                <a:gd name="T1" fmla="*/ 49 h 2"/>
                <a:gd name="T2" fmla="*/ 0 w 1"/>
                <a:gd name="T3" fmla="*/ 49 h 2"/>
                <a:gd name="T4" fmla="*/ 64 w 1"/>
                <a:gd name="T5" fmla="*/ 88 h 2"/>
                <a:gd name="T6" fmla="*/ 64 w 1"/>
                <a:gd name="T7" fmla="*/ 49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389">
              <a:extLst>
                <a:ext uri="{FF2B5EF4-FFF2-40B4-BE49-F238E27FC236}">
                  <a16:creationId xmlns:a16="http://schemas.microsoft.com/office/drawing/2014/main" id="{4BB0EF6E-3B9F-4E2B-9CF4-0E98F0720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817"/>
              <a:ext cx="3" cy="4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64 h 1"/>
                <a:gd name="T4" fmla="*/ 27 w 1"/>
                <a:gd name="T5" fmla="*/ 64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390">
              <a:extLst>
                <a:ext uri="{FF2B5EF4-FFF2-40B4-BE49-F238E27FC236}">
                  <a16:creationId xmlns:a16="http://schemas.microsoft.com/office/drawing/2014/main" id="{04B48A88-3A90-43A8-A322-A3B67CC6E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2810"/>
              <a:ext cx="6" cy="7"/>
            </a:xfrm>
            <a:custGeom>
              <a:avLst/>
              <a:gdLst>
                <a:gd name="T0" fmla="*/ 27 w 2"/>
                <a:gd name="T1" fmla="*/ 0 h 2"/>
                <a:gd name="T2" fmla="*/ 27 w 2"/>
                <a:gd name="T3" fmla="*/ 49 h 2"/>
                <a:gd name="T4" fmla="*/ 27 w 2"/>
                <a:gd name="T5" fmla="*/ 49 h 2"/>
                <a:gd name="T6" fmla="*/ 27 w 2"/>
                <a:gd name="T7" fmla="*/ 49 h 2"/>
                <a:gd name="T8" fmla="*/ 27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391">
              <a:extLst>
                <a:ext uri="{FF2B5EF4-FFF2-40B4-BE49-F238E27FC236}">
                  <a16:creationId xmlns:a16="http://schemas.microsoft.com/office/drawing/2014/main" id="{1B1559FB-15DA-4FFF-BB12-6FB39CD2D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821"/>
              <a:ext cx="3" cy="7"/>
            </a:xfrm>
            <a:custGeom>
              <a:avLst/>
              <a:gdLst>
                <a:gd name="T0" fmla="*/ 0 w 1"/>
                <a:gd name="T1" fmla="*/ 49 h 2"/>
                <a:gd name="T2" fmla="*/ 0 w 1"/>
                <a:gd name="T3" fmla="*/ 49 h 2"/>
                <a:gd name="T4" fmla="*/ 27 w 1"/>
                <a:gd name="T5" fmla="*/ 88 h 2"/>
                <a:gd name="T6" fmla="*/ 27 w 1"/>
                <a:gd name="T7" fmla="*/ 49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392">
              <a:extLst>
                <a:ext uri="{FF2B5EF4-FFF2-40B4-BE49-F238E27FC236}">
                  <a16:creationId xmlns:a16="http://schemas.microsoft.com/office/drawing/2014/main" id="{D9281487-68BC-4865-ADA2-B4026CDCE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810"/>
              <a:ext cx="3" cy="7"/>
            </a:xfrm>
            <a:custGeom>
              <a:avLst/>
              <a:gdLst>
                <a:gd name="T0" fmla="*/ 0 w 1"/>
                <a:gd name="T1" fmla="*/ 49 h 2"/>
                <a:gd name="T2" fmla="*/ 0 w 1"/>
                <a:gd name="T3" fmla="*/ 49 h 2"/>
                <a:gd name="T4" fmla="*/ 0 w 1"/>
                <a:gd name="T5" fmla="*/ 88 h 2"/>
                <a:gd name="T6" fmla="*/ 27 w 1"/>
                <a:gd name="T7" fmla="*/ 49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393">
              <a:extLst>
                <a:ext uri="{FF2B5EF4-FFF2-40B4-BE49-F238E27FC236}">
                  <a16:creationId xmlns:a16="http://schemas.microsoft.com/office/drawing/2014/main" id="{AFF13203-3F93-4721-8FF3-F420598F1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828"/>
              <a:ext cx="7" cy="4"/>
            </a:xfrm>
            <a:custGeom>
              <a:avLst/>
              <a:gdLst>
                <a:gd name="T0" fmla="*/ 49 w 2"/>
                <a:gd name="T1" fmla="*/ 0 h 1"/>
                <a:gd name="T2" fmla="*/ 49 w 2"/>
                <a:gd name="T3" fmla="*/ 64 h 1"/>
                <a:gd name="T4" fmla="*/ 49 w 2"/>
                <a:gd name="T5" fmla="*/ 64 h 1"/>
                <a:gd name="T6" fmla="*/ 88 w 2"/>
                <a:gd name="T7" fmla="*/ 0 h 1"/>
                <a:gd name="T8" fmla="*/ 49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394">
              <a:extLst>
                <a:ext uri="{FF2B5EF4-FFF2-40B4-BE49-F238E27FC236}">
                  <a16:creationId xmlns:a16="http://schemas.microsoft.com/office/drawing/2014/main" id="{C9ECDE33-D2CA-4A8E-B3F6-29C4CB257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792"/>
              <a:ext cx="7" cy="4"/>
            </a:xfrm>
            <a:custGeom>
              <a:avLst/>
              <a:gdLst>
                <a:gd name="T0" fmla="*/ 49 w 2"/>
                <a:gd name="T1" fmla="*/ 0 h 1"/>
                <a:gd name="T2" fmla="*/ 49 w 2"/>
                <a:gd name="T3" fmla="*/ 64 h 1"/>
                <a:gd name="T4" fmla="*/ 49 w 2"/>
                <a:gd name="T5" fmla="*/ 64 h 1"/>
                <a:gd name="T6" fmla="*/ 88 w 2"/>
                <a:gd name="T7" fmla="*/ 0 h 1"/>
                <a:gd name="T8" fmla="*/ 49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395">
              <a:extLst>
                <a:ext uri="{FF2B5EF4-FFF2-40B4-BE49-F238E27FC236}">
                  <a16:creationId xmlns:a16="http://schemas.microsoft.com/office/drawing/2014/main" id="{A83E1C67-8C5C-4296-86B0-9B0E110A8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789"/>
              <a:ext cx="6" cy="3"/>
            </a:xfrm>
            <a:custGeom>
              <a:avLst/>
              <a:gdLst>
                <a:gd name="T0" fmla="*/ 27 w 2"/>
                <a:gd name="T1" fmla="*/ 0 h 1"/>
                <a:gd name="T2" fmla="*/ 27 w 2"/>
                <a:gd name="T3" fmla="*/ 27 h 1"/>
                <a:gd name="T4" fmla="*/ 27 w 2"/>
                <a:gd name="T5" fmla="*/ 27 h 1"/>
                <a:gd name="T6" fmla="*/ 27 w 2"/>
                <a:gd name="T7" fmla="*/ 0 h 1"/>
                <a:gd name="T8" fmla="*/ 27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396">
              <a:extLst>
                <a:ext uri="{FF2B5EF4-FFF2-40B4-BE49-F238E27FC236}">
                  <a16:creationId xmlns:a16="http://schemas.microsoft.com/office/drawing/2014/main" id="{8E4E5285-EC1F-49BA-89AE-116BA507F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789"/>
              <a:ext cx="3" cy="7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49 h 2"/>
                <a:gd name="T4" fmla="*/ 27 w 1"/>
                <a:gd name="T5" fmla="*/ 49 h 2"/>
                <a:gd name="T6" fmla="*/ 27 w 1"/>
                <a:gd name="T7" fmla="*/ 49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397">
              <a:extLst>
                <a:ext uri="{FF2B5EF4-FFF2-40B4-BE49-F238E27FC236}">
                  <a16:creationId xmlns:a16="http://schemas.microsoft.com/office/drawing/2014/main" id="{F7846D30-CE6D-44FF-8D50-8EE2FE4BB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796"/>
              <a:ext cx="4" cy="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64 w 1"/>
                <a:gd name="T5" fmla="*/ 64 h 1"/>
                <a:gd name="T6" fmla="*/ 64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398">
              <a:extLst>
                <a:ext uri="{FF2B5EF4-FFF2-40B4-BE49-F238E27FC236}">
                  <a16:creationId xmlns:a16="http://schemas.microsoft.com/office/drawing/2014/main" id="{9724701B-D8D4-48E8-BAF8-4AADB295B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803"/>
              <a:ext cx="6" cy="4"/>
            </a:xfrm>
            <a:custGeom>
              <a:avLst/>
              <a:gdLst>
                <a:gd name="T0" fmla="*/ 27 w 2"/>
                <a:gd name="T1" fmla="*/ 0 h 1"/>
                <a:gd name="T2" fmla="*/ 27 w 2"/>
                <a:gd name="T3" fmla="*/ 0 h 1"/>
                <a:gd name="T4" fmla="*/ 27 w 2"/>
                <a:gd name="T5" fmla="*/ 64 h 1"/>
                <a:gd name="T6" fmla="*/ 54 w 2"/>
                <a:gd name="T7" fmla="*/ 0 h 1"/>
                <a:gd name="T8" fmla="*/ 27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399">
              <a:extLst>
                <a:ext uri="{FF2B5EF4-FFF2-40B4-BE49-F238E27FC236}">
                  <a16:creationId xmlns:a16="http://schemas.microsoft.com/office/drawing/2014/main" id="{28B20B13-BA33-4518-8D78-FBC207F0F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771"/>
              <a:ext cx="7" cy="7"/>
            </a:xfrm>
            <a:custGeom>
              <a:avLst/>
              <a:gdLst>
                <a:gd name="T0" fmla="*/ 49 w 2"/>
                <a:gd name="T1" fmla="*/ 49 h 2"/>
                <a:gd name="T2" fmla="*/ 0 w 2"/>
                <a:gd name="T3" fmla="*/ 49 h 2"/>
                <a:gd name="T4" fmla="*/ 49 w 2"/>
                <a:gd name="T5" fmla="*/ 88 h 2"/>
                <a:gd name="T6" fmla="*/ 49 w 2"/>
                <a:gd name="T7" fmla="*/ 49 h 2"/>
                <a:gd name="T8" fmla="*/ 49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400">
              <a:extLst>
                <a:ext uri="{FF2B5EF4-FFF2-40B4-BE49-F238E27FC236}">
                  <a16:creationId xmlns:a16="http://schemas.microsoft.com/office/drawing/2014/main" id="{28868907-29F9-4F22-93CD-A3016E314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782"/>
              <a:ext cx="3" cy="7"/>
            </a:xfrm>
            <a:custGeom>
              <a:avLst/>
              <a:gdLst>
                <a:gd name="T0" fmla="*/ 0 w 1"/>
                <a:gd name="T1" fmla="*/ 49 h 2"/>
                <a:gd name="T2" fmla="*/ 0 w 1"/>
                <a:gd name="T3" fmla="*/ 49 h 2"/>
                <a:gd name="T4" fmla="*/ 27 w 1"/>
                <a:gd name="T5" fmla="*/ 88 h 2"/>
                <a:gd name="T6" fmla="*/ 27 w 1"/>
                <a:gd name="T7" fmla="*/ 49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401">
              <a:extLst>
                <a:ext uri="{FF2B5EF4-FFF2-40B4-BE49-F238E27FC236}">
                  <a16:creationId xmlns:a16="http://schemas.microsoft.com/office/drawing/2014/main" id="{E26E7DE9-C3CD-46AD-A3FA-21E425D7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796"/>
              <a:ext cx="7" cy="7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49 h 2"/>
                <a:gd name="T4" fmla="*/ 49 w 2"/>
                <a:gd name="T5" fmla="*/ 49 h 2"/>
                <a:gd name="T6" fmla="*/ 49 w 2"/>
                <a:gd name="T7" fmla="*/ 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2"/>
                    <a:pt x="1" y="1"/>
                  </a:cubicBezTo>
                  <a:cubicBezTo>
                    <a:pt x="1" y="1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402">
              <a:extLst>
                <a:ext uri="{FF2B5EF4-FFF2-40B4-BE49-F238E27FC236}">
                  <a16:creationId xmlns:a16="http://schemas.microsoft.com/office/drawing/2014/main" id="{109ADB74-45E9-4A2A-BB6C-998709D4B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796"/>
              <a:ext cx="7" cy="7"/>
            </a:xfrm>
            <a:custGeom>
              <a:avLst/>
              <a:gdLst>
                <a:gd name="T0" fmla="*/ 49 w 2"/>
                <a:gd name="T1" fmla="*/ 0 h 2"/>
                <a:gd name="T2" fmla="*/ 49 w 2"/>
                <a:gd name="T3" fmla="*/ 49 h 2"/>
                <a:gd name="T4" fmla="*/ 88 w 2"/>
                <a:gd name="T5" fmla="*/ 88 h 2"/>
                <a:gd name="T6" fmla="*/ 88 w 2"/>
                <a:gd name="T7" fmla="*/ 0 h 2"/>
                <a:gd name="T8" fmla="*/ 49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403">
              <a:extLst>
                <a:ext uri="{FF2B5EF4-FFF2-40B4-BE49-F238E27FC236}">
                  <a16:creationId xmlns:a16="http://schemas.microsoft.com/office/drawing/2014/main" id="{F1512111-7722-4F2F-BFF2-D3DF5EE35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785"/>
              <a:ext cx="7" cy="7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49 h 2"/>
                <a:gd name="T4" fmla="*/ 49 w 2"/>
                <a:gd name="T5" fmla="*/ 88 h 2"/>
                <a:gd name="T6" fmla="*/ 49 w 2"/>
                <a:gd name="T7" fmla="*/ 49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404">
              <a:extLst>
                <a:ext uri="{FF2B5EF4-FFF2-40B4-BE49-F238E27FC236}">
                  <a16:creationId xmlns:a16="http://schemas.microsoft.com/office/drawing/2014/main" id="{06133F9B-16A6-42BF-AAFC-547C7D295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775"/>
              <a:ext cx="7" cy="7"/>
            </a:xfrm>
            <a:custGeom>
              <a:avLst/>
              <a:gdLst>
                <a:gd name="T0" fmla="*/ 49 w 2"/>
                <a:gd name="T1" fmla="*/ 49 h 2"/>
                <a:gd name="T2" fmla="*/ 0 w 2"/>
                <a:gd name="T3" fmla="*/ 88 h 2"/>
                <a:gd name="T4" fmla="*/ 49 w 2"/>
                <a:gd name="T5" fmla="*/ 88 h 2"/>
                <a:gd name="T6" fmla="*/ 88 w 2"/>
                <a:gd name="T7" fmla="*/ 49 h 2"/>
                <a:gd name="T8" fmla="*/ 49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405">
              <a:extLst>
                <a:ext uri="{FF2B5EF4-FFF2-40B4-BE49-F238E27FC236}">
                  <a16:creationId xmlns:a16="http://schemas.microsoft.com/office/drawing/2014/main" id="{EEB17992-6E98-4A2B-B02C-52AD77DB4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771"/>
              <a:ext cx="7" cy="7"/>
            </a:xfrm>
            <a:custGeom>
              <a:avLst/>
              <a:gdLst>
                <a:gd name="T0" fmla="*/ 0 w 2"/>
                <a:gd name="T1" fmla="*/ 49 h 2"/>
                <a:gd name="T2" fmla="*/ 0 w 2"/>
                <a:gd name="T3" fmla="*/ 88 h 2"/>
                <a:gd name="T4" fmla="*/ 49 w 2"/>
                <a:gd name="T5" fmla="*/ 88 h 2"/>
                <a:gd name="T6" fmla="*/ 88 w 2"/>
                <a:gd name="T7" fmla="*/ 49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406">
              <a:extLst>
                <a:ext uri="{FF2B5EF4-FFF2-40B4-BE49-F238E27FC236}">
                  <a16:creationId xmlns:a16="http://schemas.microsoft.com/office/drawing/2014/main" id="{1638AFE3-9DF2-4D8A-9B01-0BC7B167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782"/>
              <a:ext cx="7" cy="7"/>
            </a:xfrm>
            <a:custGeom>
              <a:avLst/>
              <a:gdLst>
                <a:gd name="T0" fmla="*/ 49 w 2"/>
                <a:gd name="T1" fmla="*/ 49 h 2"/>
                <a:gd name="T2" fmla="*/ 0 w 2"/>
                <a:gd name="T3" fmla="*/ 88 h 2"/>
                <a:gd name="T4" fmla="*/ 88 w 2"/>
                <a:gd name="T5" fmla="*/ 88 h 2"/>
                <a:gd name="T6" fmla="*/ 88 w 2"/>
                <a:gd name="T7" fmla="*/ 49 h 2"/>
                <a:gd name="T8" fmla="*/ 49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407">
              <a:extLst>
                <a:ext uri="{FF2B5EF4-FFF2-40B4-BE49-F238E27FC236}">
                  <a16:creationId xmlns:a16="http://schemas.microsoft.com/office/drawing/2014/main" id="{2CB49569-2E11-46B1-8CFA-CB7624E4A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792"/>
              <a:ext cx="7" cy="8"/>
            </a:xfrm>
            <a:custGeom>
              <a:avLst/>
              <a:gdLst>
                <a:gd name="T0" fmla="*/ 49 w 2"/>
                <a:gd name="T1" fmla="*/ 0 h 2"/>
                <a:gd name="T2" fmla="*/ 49 w 2"/>
                <a:gd name="T3" fmla="*/ 64 h 2"/>
                <a:gd name="T4" fmla="*/ 88 w 2"/>
                <a:gd name="T5" fmla="*/ 128 h 2"/>
                <a:gd name="T6" fmla="*/ 88 w 2"/>
                <a:gd name="T7" fmla="*/ 64 h 2"/>
                <a:gd name="T8" fmla="*/ 49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408">
              <a:extLst>
                <a:ext uri="{FF2B5EF4-FFF2-40B4-BE49-F238E27FC236}">
                  <a16:creationId xmlns:a16="http://schemas.microsoft.com/office/drawing/2014/main" id="{26843670-C63B-485F-A757-201014679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807"/>
              <a:ext cx="7" cy="7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49 h 2"/>
                <a:gd name="T4" fmla="*/ 49 w 2"/>
                <a:gd name="T5" fmla="*/ 49 h 2"/>
                <a:gd name="T6" fmla="*/ 88 w 2"/>
                <a:gd name="T7" fmla="*/ 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2"/>
                    <a:pt x="1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409">
              <a:extLst>
                <a:ext uri="{FF2B5EF4-FFF2-40B4-BE49-F238E27FC236}">
                  <a16:creationId xmlns:a16="http://schemas.microsoft.com/office/drawing/2014/main" id="{37C15AE6-9FAD-4952-904C-588BE1D6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814"/>
              <a:ext cx="6" cy="7"/>
            </a:xfrm>
            <a:custGeom>
              <a:avLst/>
              <a:gdLst>
                <a:gd name="T0" fmla="*/ 27 w 2"/>
                <a:gd name="T1" fmla="*/ 49 h 2"/>
                <a:gd name="T2" fmla="*/ 0 w 2"/>
                <a:gd name="T3" fmla="*/ 88 h 2"/>
                <a:gd name="T4" fmla="*/ 27 w 2"/>
                <a:gd name="T5" fmla="*/ 88 h 2"/>
                <a:gd name="T6" fmla="*/ 54 w 2"/>
                <a:gd name="T7" fmla="*/ 49 h 2"/>
                <a:gd name="T8" fmla="*/ 27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410">
              <a:extLst>
                <a:ext uri="{FF2B5EF4-FFF2-40B4-BE49-F238E27FC236}">
                  <a16:creationId xmlns:a16="http://schemas.microsoft.com/office/drawing/2014/main" id="{5997061B-23B8-48B8-9559-65C457339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782"/>
              <a:ext cx="6" cy="7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49 h 2"/>
                <a:gd name="T4" fmla="*/ 27 w 2"/>
                <a:gd name="T5" fmla="*/ 49 h 2"/>
                <a:gd name="T6" fmla="*/ 27 w 2"/>
                <a:gd name="T7" fmla="*/ 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2"/>
                    <a:pt x="1" y="1"/>
                  </a:cubicBezTo>
                  <a:cubicBezTo>
                    <a:pt x="1" y="1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411">
              <a:extLst>
                <a:ext uri="{FF2B5EF4-FFF2-40B4-BE49-F238E27FC236}">
                  <a16:creationId xmlns:a16="http://schemas.microsoft.com/office/drawing/2014/main" id="{EB57FFB4-316D-4D62-860E-1EC3B4A27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760"/>
              <a:ext cx="6" cy="8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28 h 2"/>
                <a:gd name="T4" fmla="*/ 27 w 2"/>
                <a:gd name="T5" fmla="*/ 128 h 2"/>
                <a:gd name="T6" fmla="*/ 27 w 2"/>
                <a:gd name="T7" fmla="*/ 64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2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412">
              <a:extLst>
                <a:ext uri="{FF2B5EF4-FFF2-40B4-BE49-F238E27FC236}">
                  <a16:creationId xmlns:a16="http://schemas.microsoft.com/office/drawing/2014/main" id="{CC9FD989-3682-4A8F-8B3E-4373B9AB7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817"/>
              <a:ext cx="7" cy="8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28 h 2"/>
                <a:gd name="T4" fmla="*/ 49 w 2"/>
                <a:gd name="T5" fmla="*/ 128 h 2"/>
                <a:gd name="T6" fmla="*/ 49 w 2"/>
                <a:gd name="T7" fmla="*/ 64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2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413">
              <a:extLst>
                <a:ext uri="{FF2B5EF4-FFF2-40B4-BE49-F238E27FC236}">
                  <a16:creationId xmlns:a16="http://schemas.microsoft.com/office/drawing/2014/main" id="{7DAEF609-8D83-41B4-B2BD-B758E2BAA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807"/>
              <a:ext cx="7" cy="7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49 h 2"/>
                <a:gd name="T4" fmla="*/ 49 w 2"/>
                <a:gd name="T5" fmla="*/ 88 h 2"/>
                <a:gd name="T6" fmla="*/ 49 w 2"/>
                <a:gd name="T7" fmla="*/ 49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2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414">
              <a:extLst>
                <a:ext uri="{FF2B5EF4-FFF2-40B4-BE49-F238E27FC236}">
                  <a16:creationId xmlns:a16="http://schemas.microsoft.com/office/drawing/2014/main" id="{79C093EC-81CF-4754-A80E-C307FF817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803"/>
              <a:ext cx="7" cy="7"/>
            </a:xfrm>
            <a:custGeom>
              <a:avLst/>
              <a:gdLst>
                <a:gd name="T0" fmla="*/ 49 w 2"/>
                <a:gd name="T1" fmla="*/ 49 h 2"/>
                <a:gd name="T2" fmla="*/ 0 w 2"/>
                <a:gd name="T3" fmla="*/ 88 h 2"/>
                <a:gd name="T4" fmla="*/ 49 w 2"/>
                <a:gd name="T5" fmla="*/ 88 h 2"/>
                <a:gd name="T6" fmla="*/ 88 w 2"/>
                <a:gd name="T7" fmla="*/ 49 h 2"/>
                <a:gd name="T8" fmla="*/ 49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415">
              <a:extLst>
                <a:ext uri="{FF2B5EF4-FFF2-40B4-BE49-F238E27FC236}">
                  <a16:creationId xmlns:a16="http://schemas.microsoft.com/office/drawing/2014/main" id="{6C46106A-76A3-4B08-B8DE-1E4FD603B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807"/>
              <a:ext cx="7" cy="7"/>
            </a:xfrm>
            <a:custGeom>
              <a:avLst/>
              <a:gdLst>
                <a:gd name="T0" fmla="*/ 49 w 2"/>
                <a:gd name="T1" fmla="*/ 0 h 2"/>
                <a:gd name="T2" fmla="*/ 49 w 2"/>
                <a:gd name="T3" fmla="*/ 49 h 2"/>
                <a:gd name="T4" fmla="*/ 88 w 2"/>
                <a:gd name="T5" fmla="*/ 88 h 2"/>
                <a:gd name="T6" fmla="*/ 88 w 2"/>
                <a:gd name="T7" fmla="*/ 0 h 2"/>
                <a:gd name="T8" fmla="*/ 49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4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416">
              <a:extLst>
                <a:ext uri="{FF2B5EF4-FFF2-40B4-BE49-F238E27FC236}">
                  <a16:creationId xmlns:a16="http://schemas.microsoft.com/office/drawing/2014/main" id="{8DD65CA5-E109-4ACE-823C-BFD2DD1188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7" y="697"/>
              <a:ext cx="3563" cy="2994"/>
            </a:xfrm>
            <a:custGeom>
              <a:avLst/>
              <a:gdLst>
                <a:gd name="T0" fmla="*/ 782 w 1066"/>
                <a:gd name="T1" fmla="*/ 26857 h 840"/>
                <a:gd name="T2" fmla="*/ 32933 w 1066"/>
                <a:gd name="T3" fmla="*/ 12906 h 840"/>
                <a:gd name="T4" fmla="*/ 32933 w 1066"/>
                <a:gd name="T5" fmla="*/ 12906 h 840"/>
                <a:gd name="T6" fmla="*/ 21548 w 1066"/>
                <a:gd name="T7" fmla="*/ 25356 h 840"/>
                <a:gd name="T8" fmla="*/ 22745 w 1066"/>
                <a:gd name="T9" fmla="*/ 30300 h 840"/>
                <a:gd name="T10" fmla="*/ 14265 w 1066"/>
                <a:gd name="T11" fmla="*/ 23453 h 840"/>
                <a:gd name="T12" fmla="*/ 15943 w 1066"/>
                <a:gd name="T13" fmla="*/ 27580 h 840"/>
                <a:gd name="T14" fmla="*/ 15195 w 1066"/>
                <a:gd name="T15" fmla="*/ 17711 h 840"/>
                <a:gd name="T16" fmla="*/ 17026 w 1066"/>
                <a:gd name="T17" fmla="*/ 19158 h 840"/>
                <a:gd name="T18" fmla="*/ 13550 w 1066"/>
                <a:gd name="T19" fmla="*/ 14496 h 840"/>
                <a:gd name="T20" fmla="*/ 21472 w 1066"/>
                <a:gd name="T21" fmla="*/ 6109 h 840"/>
                <a:gd name="T22" fmla="*/ 26097 w 1066"/>
                <a:gd name="T23" fmla="*/ 12272 h 840"/>
                <a:gd name="T24" fmla="*/ 26064 w 1066"/>
                <a:gd name="T25" fmla="*/ 8472 h 840"/>
                <a:gd name="T26" fmla="*/ 28039 w 1066"/>
                <a:gd name="T27" fmla="*/ 13951 h 840"/>
                <a:gd name="T28" fmla="*/ 22926 w 1066"/>
                <a:gd name="T29" fmla="*/ 22195 h 840"/>
                <a:gd name="T30" fmla="*/ 21137 w 1066"/>
                <a:gd name="T31" fmla="*/ 19108 h 840"/>
                <a:gd name="T32" fmla="*/ 22478 w 1066"/>
                <a:gd name="T33" fmla="*/ 14125 h 840"/>
                <a:gd name="T34" fmla="*/ 20646 w 1066"/>
                <a:gd name="T35" fmla="*/ 23225 h 840"/>
                <a:gd name="T36" fmla="*/ 20242 w 1066"/>
                <a:gd name="T37" fmla="*/ 23859 h 840"/>
                <a:gd name="T38" fmla="*/ 20837 w 1066"/>
                <a:gd name="T39" fmla="*/ 21596 h 840"/>
                <a:gd name="T40" fmla="*/ 21281 w 1066"/>
                <a:gd name="T41" fmla="*/ 11370 h 840"/>
                <a:gd name="T42" fmla="*/ 20646 w 1066"/>
                <a:gd name="T43" fmla="*/ 14393 h 840"/>
                <a:gd name="T44" fmla="*/ 19048 w 1066"/>
                <a:gd name="T45" fmla="*/ 12361 h 840"/>
                <a:gd name="T46" fmla="*/ 15014 w 1066"/>
                <a:gd name="T47" fmla="*/ 21596 h 840"/>
                <a:gd name="T48" fmla="*/ 25349 w 1066"/>
                <a:gd name="T49" fmla="*/ 30920 h 840"/>
                <a:gd name="T50" fmla="*/ 23641 w 1066"/>
                <a:gd name="T51" fmla="*/ 28254 h 840"/>
                <a:gd name="T52" fmla="*/ 25583 w 1066"/>
                <a:gd name="T53" fmla="*/ 24177 h 840"/>
                <a:gd name="T54" fmla="*/ 25168 w 1066"/>
                <a:gd name="T55" fmla="*/ 22640 h 840"/>
                <a:gd name="T56" fmla="*/ 25168 w 1066"/>
                <a:gd name="T57" fmla="*/ 21824 h 840"/>
                <a:gd name="T58" fmla="*/ 28153 w 1066"/>
                <a:gd name="T59" fmla="*/ 20060 h 840"/>
                <a:gd name="T60" fmla="*/ 30576 w 1066"/>
                <a:gd name="T61" fmla="*/ 17479 h 840"/>
                <a:gd name="T62" fmla="*/ 27481 w 1066"/>
                <a:gd name="T63" fmla="*/ 8373 h 840"/>
                <a:gd name="T64" fmla="*/ 24420 w 1066"/>
                <a:gd name="T65" fmla="*/ 6708 h 840"/>
                <a:gd name="T66" fmla="*/ 23751 w 1066"/>
                <a:gd name="T67" fmla="*/ 5564 h 840"/>
                <a:gd name="T68" fmla="*/ 17999 w 1066"/>
                <a:gd name="T69" fmla="*/ 7471 h 840"/>
                <a:gd name="T70" fmla="*/ 17518 w 1066"/>
                <a:gd name="T71" fmla="*/ 7877 h 840"/>
                <a:gd name="T72" fmla="*/ 12581 w 1066"/>
                <a:gd name="T73" fmla="*/ 14446 h 840"/>
                <a:gd name="T74" fmla="*/ 15238 w 1066"/>
                <a:gd name="T75" fmla="*/ 19158 h 840"/>
                <a:gd name="T76" fmla="*/ 13597 w 1066"/>
                <a:gd name="T77" fmla="*/ 19069 h 840"/>
                <a:gd name="T78" fmla="*/ 13406 w 1066"/>
                <a:gd name="T79" fmla="*/ 23047 h 840"/>
                <a:gd name="T80" fmla="*/ 10311 w 1066"/>
                <a:gd name="T81" fmla="*/ 23909 h 840"/>
                <a:gd name="T82" fmla="*/ 9228 w 1066"/>
                <a:gd name="T83" fmla="*/ 23275 h 840"/>
                <a:gd name="T84" fmla="*/ 8657 w 1066"/>
                <a:gd name="T85" fmla="*/ 27441 h 840"/>
                <a:gd name="T86" fmla="*/ 18714 w 1066"/>
                <a:gd name="T87" fmla="*/ 35319 h 840"/>
                <a:gd name="T88" fmla="*/ 17999 w 1066"/>
                <a:gd name="T89" fmla="*/ 31647 h 840"/>
                <a:gd name="T90" fmla="*/ 16321 w 1066"/>
                <a:gd name="T91" fmla="*/ 28115 h 840"/>
                <a:gd name="T92" fmla="*/ 21438 w 1066"/>
                <a:gd name="T93" fmla="*/ 35001 h 840"/>
                <a:gd name="T94" fmla="*/ 22745 w 1066"/>
                <a:gd name="T95" fmla="*/ 33690 h 840"/>
                <a:gd name="T96" fmla="*/ 18935 w 1066"/>
                <a:gd name="T97" fmla="*/ 33779 h 840"/>
                <a:gd name="T98" fmla="*/ 23113 w 1066"/>
                <a:gd name="T99" fmla="*/ 31330 h 840"/>
                <a:gd name="T100" fmla="*/ 23861 w 1066"/>
                <a:gd name="T101" fmla="*/ 31925 h 840"/>
                <a:gd name="T102" fmla="*/ 25950 w 1066"/>
                <a:gd name="T103" fmla="*/ 30161 h 840"/>
                <a:gd name="T104" fmla="*/ 29617 w 1066"/>
                <a:gd name="T105" fmla="*/ 26347 h 840"/>
                <a:gd name="T106" fmla="*/ 29951 w 1066"/>
                <a:gd name="T107" fmla="*/ 25267 h 840"/>
                <a:gd name="T108" fmla="*/ 27338 w 1066"/>
                <a:gd name="T109" fmla="*/ 22601 h 840"/>
                <a:gd name="T110" fmla="*/ 28788 w 1066"/>
                <a:gd name="T111" fmla="*/ 22056 h 840"/>
                <a:gd name="T112" fmla="*/ 33905 w 1066"/>
                <a:gd name="T113" fmla="*/ 14125 h 8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066" h="840">
                  <a:moveTo>
                    <a:pt x="951" y="275"/>
                  </a:moveTo>
                  <a:cubicBezTo>
                    <a:pt x="938" y="276"/>
                    <a:pt x="907" y="273"/>
                    <a:pt x="878" y="243"/>
                  </a:cubicBezTo>
                  <a:cubicBezTo>
                    <a:pt x="871" y="235"/>
                    <a:pt x="864" y="227"/>
                    <a:pt x="856" y="219"/>
                  </a:cubicBezTo>
                  <a:cubicBezTo>
                    <a:pt x="776" y="131"/>
                    <a:pt x="652" y="0"/>
                    <a:pt x="487" y="75"/>
                  </a:cubicBezTo>
                  <a:cubicBezTo>
                    <a:pt x="340" y="143"/>
                    <a:pt x="314" y="277"/>
                    <a:pt x="295" y="375"/>
                  </a:cubicBezTo>
                  <a:cubicBezTo>
                    <a:pt x="293" y="387"/>
                    <a:pt x="290" y="399"/>
                    <a:pt x="288" y="410"/>
                  </a:cubicBezTo>
                  <a:cubicBezTo>
                    <a:pt x="276" y="472"/>
                    <a:pt x="220" y="476"/>
                    <a:pt x="188" y="483"/>
                  </a:cubicBezTo>
                  <a:cubicBezTo>
                    <a:pt x="131" y="493"/>
                    <a:pt x="59" y="502"/>
                    <a:pt x="0" y="549"/>
                  </a:cubicBezTo>
                  <a:cubicBezTo>
                    <a:pt x="21" y="593"/>
                    <a:pt x="21" y="593"/>
                    <a:pt x="21" y="593"/>
                  </a:cubicBezTo>
                  <a:cubicBezTo>
                    <a:pt x="51" y="570"/>
                    <a:pt x="83" y="553"/>
                    <a:pt x="114" y="542"/>
                  </a:cubicBezTo>
                  <a:cubicBezTo>
                    <a:pt x="137" y="546"/>
                    <a:pt x="175" y="584"/>
                    <a:pt x="215" y="623"/>
                  </a:cubicBezTo>
                  <a:cubicBezTo>
                    <a:pt x="307" y="715"/>
                    <a:pt x="432" y="840"/>
                    <a:pt x="581" y="796"/>
                  </a:cubicBezTo>
                  <a:cubicBezTo>
                    <a:pt x="776" y="738"/>
                    <a:pt x="818" y="597"/>
                    <a:pt x="851" y="485"/>
                  </a:cubicBezTo>
                  <a:cubicBezTo>
                    <a:pt x="864" y="441"/>
                    <a:pt x="877" y="410"/>
                    <a:pt x="896" y="377"/>
                  </a:cubicBezTo>
                  <a:cubicBezTo>
                    <a:pt x="928" y="306"/>
                    <a:pt x="1032" y="328"/>
                    <a:pt x="1058" y="332"/>
                  </a:cubicBezTo>
                  <a:cubicBezTo>
                    <a:pt x="1066" y="283"/>
                    <a:pt x="1066" y="283"/>
                    <a:pt x="1066" y="283"/>
                  </a:cubicBezTo>
                  <a:cubicBezTo>
                    <a:pt x="1023" y="276"/>
                    <a:pt x="985" y="274"/>
                    <a:pt x="951" y="275"/>
                  </a:cubicBezTo>
                  <a:close/>
                  <a:moveTo>
                    <a:pt x="882" y="285"/>
                  </a:moveTo>
                  <a:cubicBezTo>
                    <a:pt x="853" y="292"/>
                    <a:pt x="827" y="303"/>
                    <a:pt x="803" y="315"/>
                  </a:cubicBezTo>
                  <a:cubicBezTo>
                    <a:pt x="795" y="301"/>
                    <a:pt x="773" y="296"/>
                    <a:pt x="754" y="293"/>
                  </a:cubicBezTo>
                  <a:cubicBezTo>
                    <a:pt x="747" y="291"/>
                    <a:pt x="740" y="290"/>
                    <a:pt x="736" y="288"/>
                  </a:cubicBezTo>
                  <a:cubicBezTo>
                    <a:pt x="735" y="288"/>
                    <a:pt x="734" y="287"/>
                    <a:pt x="732" y="287"/>
                  </a:cubicBezTo>
                  <a:cubicBezTo>
                    <a:pt x="720" y="267"/>
                    <a:pt x="721" y="254"/>
                    <a:pt x="738" y="238"/>
                  </a:cubicBezTo>
                  <a:cubicBezTo>
                    <a:pt x="738" y="238"/>
                    <a:pt x="753" y="222"/>
                    <a:pt x="758" y="210"/>
                  </a:cubicBezTo>
                  <a:cubicBezTo>
                    <a:pt x="768" y="215"/>
                    <a:pt x="778" y="220"/>
                    <a:pt x="787" y="225"/>
                  </a:cubicBezTo>
                  <a:cubicBezTo>
                    <a:pt x="807" y="236"/>
                    <a:pt x="828" y="248"/>
                    <a:pt x="848" y="251"/>
                  </a:cubicBezTo>
                  <a:cubicBezTo>
                    <a:pt x="860" y="264"/>
                    <a:pt x="871" y="276"/>
                    <a:pt x="882" y="285"/>
                  </a:cubicBezTo>
                  <a:close/>
                  <a:moveTo>
                    <a:pt x="555" y="642"/>
                  </a:moveTo>
                  <a:cubicBezTo>
                    <a:pt x="541" y="648"/>
                    <a:pt x="527" y="655"/>
                    <a:pt x="515" y="664"/>
                  </a:cubicBezTo>
                  <a:cubicBezTo>
                    <a:pt x="513" y="666"/>
                    <a:pt x="509" y="667"/>
                    <a:pt x="507" y="663"/>
                  </a:cubicBezTo>
                  <a:cubicBezTo>
                    <a:pt x="501" y="649"/>
                    <a:pt x="493" y="635"/>
                    <a:pt x="484" y="622"/>
                  </a:cubicBezTo>
                  <a:cubicBezTo>
                    <a:pt x="468" y="599"/>
                    <a:pt x="455" y="579"/>
                    <a:pt x="460" y="554"/>
                  </a:cubicBezTo>
                  <a:cubicBezTo>
                    <a:pt x="460" y="552"/>
                    <a:pt x="460" y="548"/>
                    <a:pt x="467" y="546"/>
                  </a:cubicBezTo>
                  <a:cubicBezTo>
                    <a:pt x="477" y="540"/>
                    <a:pt x="487" y="534"/>
                    <a:pt x="496" y="527"/>
                  </a:cubicBezTo>
                  <a:cubicBezTo>
                    <a:pt x="501" y="524"/>
                    <a:pt x="506" y="522"/>
                    <a:pt x="511" y="521"/>
                  </a:cubicBezTo>
                  <a:cubicBezTo>
                    <a:pt x="522" y="548"/>
                    <a:pt x="555" y="555"/>
                    <a:pt x="577" y="560"/>
                  </a:cubicBezTo>
                  <a:cubicBezTo>
                    <a:pt x="589" y="563"/>
                    <a:pt x="600" y="569"/>
                    <a:pt x="613" y="581"/>
                  </a:cubicBezTo>
                  <a:cubicBezTo>
                    <a:pt x="613" y="581"/>
                    <a:pt x="613" y="581"/>
                    <a:pt x="614" y="581"/>
                  </a:cubicBezTo>
                  <a:cubicBezTo>
                    <a:pt x="613" y="583"/>
                    <a:pt x="613" y="585"/>
                    <a:pt x="612" y="587"/>
                  </a:cubicBezTo>
                  <a:cubicBezTo>
                    <a:pt x="612" y="591"/>
                    <a:pt x="611" y="594"/>
                    <a:pt x="610" y="598"/>
                  </a:cubicBezTo>
                  <a:cubicBezTo>
                    <a:pt x="609" y="602"/>
                    <a:pt x="605" y="608"/>
                    <a:pt x="605" y="608"/>
                  </a:cubicBezTo>
                  <a:cubicBezTo>
                    <a:pt x="593" y="625"/>
                    <a:pt x="574" y="633"/>
                    <a:pt x="555" y="642"/>
                  </a:cubicBezTo>
                  <a:close/>
                  <a:moveTo>
                    <a:pt x="604" y="636"/>
                  </a:moveTo>
                  <a:cubicBezTo>
                    <a:pt x="604" y="641"/>
                    <a:pt x="604" y="646"/>
                    <a:pt x="604" y="651"/>
                  </a:cubicBezTo>
                  <a:cubicBezTo>
                    <a:pt x="605" y="658"/>
                    <a:pt x="607" y="663"/>
                    <a:pt x="609" y="669"/>
                  </a:cubicBezTo>
                  <a:cubicBezTo>
                    <a:pt x="611" y="673"/>
                    <a:pt x="608" y="673"/>
                    <a:pt x="607" y="674"/>
                  </a:cubicBezTo>
                  <a:cubicBezTo>
                    <a:pt x="593" y="675"/>
                    <a:pt x="587" y="669"/>
                    <a:pt x="576" y="660"/>
                  </a:cubicBezTo>
                  <a:cubicBezTo>
                    <a:pt x="575" y="659"/>
                    <a:pt x="573" y="657"/>
                    <a:pt x="572" y="656"/>
                  </a:cubicBezTo>
                  <a:cubicBezTo>
                    <a:pt x="571" y="655"/>
                    <a:pt x="569" y="653"/>
                    <a:pt x="572" y="652"/>
                  </a:cubicBezTo>
                  <a:cubicBezTo>
                    <a:pt x="582" y="647"/>
                    <a:pt x="592" y="642"/>
                    <a:pt x="600" y="635"/>
                  </a:cubicBezTo>
                  <a:cubicBezTo>
                    <a:pt x="602" y="634"/>
                    <a:pt x="604" y="635"/>
                    <a:pt x="604" y="636"/>
                  </a:cubicBezTo>
                  <a:close/>
                  <a:moveTo>
                    <a:pt x="398" y="568"/>
                  </a:moveTo>
                  <a:cubicBezTo>
                    <a:pt x="393" y="572"/>
                    <a:pt x="392" y="567"/>
                    <a:pt x="392" y="567"/>
                  </a:cubicBezTo>
                  <a:cubicBezTo>
                    <a:pt x="391" y="549"/>
                    <a:pt x="388" y="532"/>
                    <a:pt x="382" y="518"/>
                  </a:cubicBezTo>
                  <a:cubicBezTo>
                    <a:pt x="381" y="516"/>
                    <a:pt x="385" y="512"/>
                    <a:pt x="388" y="512"/>
                  </a:cubicBezTo>
                  <a:cubicBezTo>
                    <a:pt x="393" y="513"/>
                    <a:pt x="399" y="513"/>
                    <a:pt x="404" y="514"/>
                  </a:cubicBezTo>
                  <a:cubicBezTo>
                    <a:pt x="426" y="517"/>
                    <a:pt x="448" y="520"/>
                    <a:pt x="471" y="521"/>
                  </a:cubicBezTo>
                  <a:cubicBezTo>
                    <a:pt x="473" y="521"/>
                    <a:pt x="474" y="523"/>
                    <a:pt x="472" y="524"/>
                  </a:cubicBezTo>
                  <a:cubicBezTo>
                    <a:pt x="464" y="529"/>
                    <a:pt x="455" y="534"/>
                    <a:pt x="446" y="538"/>
                  </a:cubicBezTo>
                  <a:cubicBezTo>
                    <a:pt x="429" y="547"/>
                    <a:pt x="412" y="556"/>
                    <a:pt x="398" y="568"/>
                  </a:cubicBezTo>
                  <a:close/>
                  <a:moveTo>
                    <a:pt x="443" y="562"/>
                  </a:moveTo>
                  <a:cubicBezTo>
                    <a:pt x="442" y="574"/>
                    <a:pt x="445" y="585"/>
                    <a:pt x="450" y="596"/>
                  </a:cubicBezTo>
                  <a:cubicBezTo>
                    <a:pt x="441" y="598"/>
                    <a:pt x="433" y="604"/>
                    <a:pt x="427" y="609"/>
                  </a:cubicBezTo>
                  <a:cubicBezTo>
                    <a:pt x="426" y="609"/>
                    <a:pt x="426" y="609"/>
                    <a:pt x="426" y="609"/>
                  </a:cubicBezTo>
                  <a:cubicBezTo>
                    <a:pt x="418" y="616"/>
                    <a:pt x="418" y="616"/>
                    <a:pt x="418" y="616"/>
                  </a:cubicBezTo>
                  <a:cubicBezTo>
                    <a:pt x="403" y="627"/>
                    <a:pt x="391" y="637"/>
                    <a:pt x="374" y="639"/>
                  </a:cubicBezTo>
                  <a:cubicBezTo>
                    <a:pt x="376" y="634"/>
                    <a:pt x="378" y="628"/>
                    <a:pt x="381" y="623"/>
                  </a:cubicBezTo>
                  <a:cubicBezTo>
                    <a:pt x="383" y="619"/>
                    <a:pt x="384" y="615"/>
                    <a:pt x="385" y="611"/>
                  </a:cubicBezTo>
                  <a:cubicBezTo>
                    <a:pt x="385" y="611"/>
                    <a:pt x="385" y="611"/>
                    <a:pt x="385" y="611"/>
                  </a:cubicBezTo>
                  <a:cubicBezTo>
                    <a:pt x="397" y="585"/>
                    <a:pt x="416" y="572"/>
                    <a:pt x="439" y="560"/>
                  </a:cubicBezTo>
                  <a:cubicBezTo>
                    <a:pt x="440" y="559"/>
                    <a:pt x="443" y="559"/>
                    <a:pt x="443" y="562"/>
                  </a:cubicBezTo>
                  <a:close/>
                  <a:moveTo>
                    <a:pt x="407" y="391"/>
                  </a:moveTo>
                  <a:cubicBezTo>
                    <a:pt x="400" y="376"/>
                    <a:pt x="401" y="369"/>
                    <a:pt x="408" y="353"/>
                  </a:cubicBezTo>
                  <a:cubicBezTo>
                    <a:pt x="413" y="338"/>
                    <a:pt x="412" y="329"/>
                    <a:pt x="403" y="315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5" y="309"/>
                    <a:pt x="409" y="309"/>
                    <a:pt x="415" y="309"/>
                  </a:cubicBezTo>
                  <a:cubicBezTo>
                    <a:pt x="419" y="309"/>
                    <a:pt x="424" y="309"/>
                    <a:pt x="429" y="309"/>
                  </a:cubicBezTo>
                  <a:cubicBezTo>
                    <a:pt x="452" y="329"/>
                    <a:pt x="478" y="351"/>
                    <a:pt x="493" y="380"/>
                  </a:cubicBezTo>
                  <a:cubicBezTo>
                    <a:pt x="499" y="390"/>
                    <a:pt x="502" y="403"/>
                    <a:pt x="504" y="417"/>
                  </a:cubicBezTo>
                  <a:cubicBezTo>
                    <a:pt x="505" y="418"/>
                    <a:pt x="505" y="422"/>
                    <a:pt x="501" y="422"/>
                  </a:cubicBezTo>
                  <a:cubicBezTo>
                    <a:pt x="487" y="421"/>
                    <a:pt x="471" y="422"/>
                    <a:pt x="456" y="423"/>
                  </a:cubicBezTo>
                  <a:cubicBezTo>
                    <a:pt x="443" y="424"/>
                    <a:pt x="429" y="425"/>
                    <a:pt x="416" y="424"/>
                  </a:cubicBezTo>
                  <a:cubicBezTo>
                    <a:pt x="418" y="415"/>
                    <a:pt x="412" y="402"/>
                    <a:pt x="407" y="391"/>
                  </a:cubicBezTo>
                  <a:close/>
                  <a:moveTo>
                    <a:pt x="363" y="320"/>
                  </a:moveTo>
                  <a:cubicBezTo>
                    <a:pt x="365" y="318"/>
                    <a:pt x="368" y="317"/>
                    <a:pt x="370" y="316"/>
                  </a:cubicBezTo>
                  <a:cubicBezTo>
                    <a:pt x="377" y="312"/>
                    <a:pt x="384" y="311"/>
                    <a:pt x="391" y="310"/>
                  </a:cubicBezTo>
                  <a:cubicBezTo>
                    <a:pt x="396" y="319"/>
                    <a:pt x="396" y="319"/>
                    <a:pt x="396" y="319"/>
                  </a:cubicBezTo>
                  <a:cubicBezTo>
                    <a:pt x="404" y="331"/>
                    <a:pt x="405" y="336"/>
                    <a:pt x="400" y="350"/>
                  </a:cubicBezTo>
                  <a:cubicBezTo>
                    <a:pt x="399" y="353"/>
                    <a:pt x="398" y="355"/>
                    <a:pt x="398" y="357"/>
                  </a:cubicBezTo>
                  <a:cubicBezTo>
                    <a:pt x="392" y="345"/>
                    <a:pt x="381" y="326"/>
                    <a:pt x="363" y="320"/>
                  </a:cubicBezTo>
                  <a:close/>
                  <a:moveTo>
                    <a:pt x="643" y="160"/>
                  </a:moveTo>
                  <a:cubicBezTo>
                    <a:pt x="662" y="192"/>
                    <a:pt x="666" y="227"/>
                    <a:pt x="656" y="265"/>
                  </a:cubicBezTo>
                  <a:cubicBezTo>
                    <a:pt x="651" y="285"/>
                    <a:pt x="649" y="305"/>
                    <a:pt x="648" y="325"/>
                  </a:cubicBezTo>
                  <a:cubicBezTo>
                    <a:pt x="631" y="312"/>
                    <a:pt x="619" y="297"/>
                    <a:pt x="611" y="274"/>
                  </a:cubicBezTo>
                  <a:cubicBezTo>
                    <a:pt x="600" y="238"/>
                    <a:pt x="581" y="231"/>
                    <a:pt x="555" y="221"/>
                  </a:cubicBezTo>
                  <a:cubicBezTo>
                    <a:pt x="543" y="216"/>
                    <a:pt x="543" y="216"/>
                    <a:pt x="543" y="216"/>
                  </a:cubicBezTo>
                  <a:cubicBezTo>
                    <a:pt x="531" y="211"/>
                    <a:pt x="522" y="206"/>
                    <a:pt x="514" y="200"/>
                  </a:cubicBezTo>
                  <a:cubicBezTo>
                    <a:pt x="513" y="177"/>
                    <a:pt x="537" y="161"/>
                    <a:pt x="559" y="147"/>
                  </a:cubicBezTo>
                  <a:cubicBezTo>
                    <a:pt x="575" y="135"/>
                    <a:pt x="575" y="135"/>
                    <a:pt x="575" y="135"/>
                  </a:cubicBezTo>
                  <a:cubicBezTo>
                    <a:pt x="587" y="126"/>
                    <a:pt x="593" y="118"/>
                    <a:pt x="598" y="108"/>
                  </a:cubicBezTo>
                  <a:cubicBezTo>
                    <a:pt x="618" y="125"/>
                    <a:pt x="633" y="142"/>
                    <a:pt x="643" y="159"/>
                  </a:cubicBezTo>
                  <a:cubicBezTo>
                    <a:pt x="643" y="160"/>
                    <a:pt x="643" y="160"/>
                    <a:pt x="643" y="160"/>
                  </a:cubicBezTo>
                  <a:cubicBezTo>
                    <a:pt x="643" y="160"/>
                    <a:pt x="643" y="160"/>
                    <a:pt x="643" y="160"/>
                  </a:cubicBezTo>
                  <a:close/>
                  <a:moveTo>
                    <a:pt x="705" y="202"/>
                  </a:moveTo>
                  <a:cubicBezTo>
                    <a:pt x="720" y="197"/>
                    <a:pt x="736" y="201"/>
                    <a:pt x="751" y="207"/>
                  </a:cubicBezTo>
                  <a:cubicBezTo>
                    <a:pt x="748" y="214"/>
                    <a:pt x="737" y="227"/>
                    <a:pt x="732" y="232"/>
                  </a:cubicBezTo>
                  <a:cubicBezTo>
                    <a:pt x="715" y="249"/>
                    <a:pt x="712" y="263"/>
                    <a:pt x="721" y="282"/>
                  </a:cubicBezTo>
                  <a:cubicBezTo>
                    <a:pt x="713" y="278"/>
                    <a:pt x="706" y="275"/>
                    <a:pt x="699" y="271"/>
                  </a:cubicBezTo>
                  <a:cubicBezTo>
                    <a:pt x="692" y="267"/>
                    <a:pt x="684" y="262"/>
                    <a:pt x="676" y="259"/>
                  </a:cubicBezTo>
                  <a:cubicBezTo>
                    <a:pt x="678" y="251"/>
                    <a:pt x="678" y="251"/>
                    <a:pt x="678" y="251"/>
                  </a:cubicBezTo>
                  <a:cubicBezTo>
                    <a:pt x="684" y="230"/>
                    <a:pt x="689" y="214"/>
                    <a:pt x="705" y="202"/>
                  </a:cubicBezTo>
                  <a:close/>
                  <a:moveTo>
                    <a:pt x="676" y="210"/>
                  </a:moveTo>
                  <a:cubicBezTo>
                    <a:pt x="675" y="196"/>
                    <a:pt x="671" y="183"/>
                    <a:pt x="666" y="170"/>
                  </a:cubicBezTo>
                  <a:cubicBezTo>
                    <a:pt x="668" y="170"/>
                    <a:pt x="670" y="171"/>
                    <a:pt x="672" y="172"/>
                  </a:cubicBezTo>
                  <a:cubicBezTo>
                    <a:pt x="684" y="175"/>
                    <a:pt x="695" y="178"/>
                    <a:pt x="702" y="185"/>
                  </a:cubicBezTo>
                  <a:cubicBezTo>
                    <a:pt x="701" y="186"/>
                    <a:pt x="699" y="187"/>
                    <a:pt x="698" y="187"/>
                  </a:cubicBezTo>
                  <a:cubicBezTo>
                    <a:pt x="698" y="187"/>
                    <a:pt x="698" y="187"/>
                    <a:pt x="698" y="187"/>
                  </a:cubicBezTo>
                  <a:cubicBezTo>
                    <a:pt x="698" y="188"/>
                    <a:pt x="698" y="188"/>
                    <a:pt x="698" y="188"/>
                  </a:cubicBezTo>
                  <a:cubicBezTo>
                    <a:pt x="688" y="194"/>
                    <a:pt x="681" y="202"/>
                    <a:pt x="676" y="210"/>
                  </a:cubicBezTo>
                  <a:close/>
                  <a:moveTo>
                    <a:pt x="683" y="397"/>
                  </a:moveTo>
                  <a:cubicBezTo>
                    <a:pt x="682" y="398"/>
                    <a:pt x="680" y="399"/>
                    <a:pt x="679" y="400"/>
                  </a:cubicBezTo>
                  <a:cubicBezTo>
                    <a:pt x="678" y="401"/>
                    <a:pt x="675" y="400"/>
                    <a:pt x="675" y="399"/>
                  </a:cubicBezTo>
                  <a:cubicBezTo>
                    <a:pt x="663" y="350"/>
                    <a:pt x="661" y="313"/>
                    <a:pt x="671" y="274"/>
                  </a:cubicBezTo>
                  <a:cubicBezTo>
                    <a:pt x="678" y="277"/>
                    <a:pt x="685" y="281"/>
                    <a:pt x="692" y="285"/>
                  </a:cubicBezTo>
                  <a:cubicBezTo>
                    <a:pt x="704" y="292"/>
                    <a:pt x="717" y="299"/>
                    <a:pt x="731" y="304"/>
                  </a:cubicBezTo>
                  <a:cubicBezTo>
                    <a:pt x="736" y="305"/>
                    <a:pt x="743" y="307"/>
                    <a:pt x="751" y="308"/>
                  </a:cubicBezTo>
                  <a:cubicBezTo>
                    <a:pt x="764" y="311"/>
                    <a:pt x="784" y="315"/>
                    <a:pt x="789" y="322"/>
                  </a:cubicBezTo>
                  <a:cubicBezTo>
                    <a:pt x="749" y="344"/>
                    <a:pt x="715" y="372"/>
                    <a:pt x="683" y="397"/>
                  </a:cubicBezTo>
                  <a:close/>
                  <a:moveTo>
                    <a:pt x="712" y="415"/>
                  </a:moveTo>
                  <a:cubicBezTo>
                    <a:pt x="717" y="425"/>
                    <a:pt x="723" y="432"/>
                    <a:pt x="733" y="436"/>
                  </a:cubicBezTo>
                  <a:cubicBezTo>
                    <a:pt x="723" y="437"/>
                    <a:pt x="712" y="433"/>
                    <a:pt x="702" y="429"/>
                  </a:cubicBezTo>
                  <a:cubicBezTo>
                    <a:pt x="700" y="428"/>
                    <a:pt x="699" y="427"/>
                    <a:pt x="697" y="427"/>
                  </a:cubicBezTo>
                  <a:cubicBezTo>
                    <a:pt x="699" y="425"/>
                    <a:pt x="701" y="424"/>
                    <a:pt x="703" y="422"/>
                  </a:cubicBezTo>
                  <a:cubicBezTo>
                    <a:pt x="706" y="420"/>
                    <a:pt x="709" y="418"/>
                    <a:pt x="712" y="415"/>
                  </a:cubicBezTo>
                  <a:close/>
                  <a:moveTo>
                    <a:pt x="614" y="490"/>
                  </a:moveTo>
                  <a:cubicBezTo>
                    <a:pt x="613" y="489"/>
                    <a:pt x="613" y="487"/>
                    <a:pt x="614" y="486"/>
                  </a:cubicBezTo>
                  <a:cubicBezTo>
                    <a:pt x="628" y="478"/>
                    <a:pt x="641" y="469"/>
                    <a:pt x="654" y="460"/>
                  </a:cubicBezTo>
                  <a:cubicBezTo>
                    <a:pt x="655" y="459"/>
                    <a:pt x="657" y="460"/>
                    <a:pt x="657" y="461"/>
                  </a:cubicBezTo>
                  <a:cubicBezTo>
                    <a:pt x="656" y="465"/>
                    <a:pt x="656" y="469"/>
                    <a:pt x="655" y="472"/>
                  </a:cubicBezTo>
                  <a:cubicBezTo>
                    <a:pt x="653" y="490"/>
                    <a:pt x="651" y="506"/>
                    <a:pt x="638" y="521"/>
                  </a:cubicBezTo>
                  <a:cubicBezTo>
                    <a:pt x="637" y="522"/>
                    <a:pt x="634" y="522"/>
                    <a:pt x="633" y="520"/>
                  </a:cubicBezTo>
                  <a:cubicBezTo>
                    <a:pt x="630" y="510"/>
                    <a:pt x="624" y="499"/>
                    <a:pt x="614" y="490"/>
                  </a:cubicBezTo>
                  <a:close/>
                  <a:moveTo>
                    <a:pt x="603" y="456"/>
                  </a:moveTo>
                  <a:cubicBezTo>
                    <a:pt x="594" y="441"/>
                    <a:pt x="585" y="430"/>
                    <a:pt x="566" y="422"/>
                  </a:cubicBezTo>
                  <a:cubicBezTo>
                    <a:pt x="565" y="421"/>
                    <a:pt x="564" y="420"/>
                    <a:pt x="563" y="420"/>
                  </a:cubicBezTo>
                  <a:cubicBezTo>
                    <a:pt x="563" y="420"/>
                    <a:pt x="562" y="420"/>
                    <a:pt x="562" y="420"/>
                  </a:cubicBezTo>
                  <a:cubicBezTo>
                    <a:pt x="547" y="414"/>
                    <a:pt x="533" y="407"/>
                    <a:pt x="519" y="401"/>
                  </a:cubicBezTo>
                  <a:cubicBezTo>
                    <a:pt x="519" y="398"/>
                    <a:pt x="518" y="396"/>
                    <a:pt x="518" y="394"/>
                  </a:cubicBezTo>
                  <a:cubicBezTo>
                    <a:pt x="518" y="385"/>
                    <a:pt x="522" y="373"/>
                    <a:pt x="533" y="362"/>
                  </a:cubicBezTo>
                  <a:cubicBezTo>
                    <a:pt x="536" y="358"/>
                    <a:pt x="540" y="355"/>
                    <a:pt x="544" y="351"/>
                  </a:cubicBezTo>
                  <a:cubicBezTo>
                    <a:pt x="550" y="347"/>
                    <a:pt x="556" y="342"/>
                    <a:pt x="561" y="336"/>
                  </a:cubicBezTo>
                  <a:cubicBezTo>
                    <a:pt x="563" y="334"/>
                    <a:pt x="570" y="325"/>
                    <a:pt x="571" y="324"/>
                  </a:cubicBezTo>
                  <a:cubicBezTo>
                    <a:pt x="579" y="317"/>
                    <a:pt x="598" y="313"/>
                    <a:pt x="602" y="312"/>
                  </a:cubicBezTo>
                  <a:cubicBezTo>
                    <a:pt x="606" y="311"/>
                    <a:pt x="613" y="312"/>
                    <a:pt x="617" y="317"/>
                  </a:cubicBezTo>
                  <a:cubicBezTo>
                    <a:pt x="626" y="328"/>
                    <a:pt x="637" y="336"/>
                    <a:pt x="649" y="345"/>
                  </a:cubicBezTo>
                  <a:cubicBezTo>
                    <a:pt x="651" y="365"/>
                    <a:pt x="655" y="386"/>
                    <a:pt x="661" y="409"/>
                  </a:cubicBezTo>
                  <a:cubicBezTo>
                    <a:pt x="662" y="410"/>
                    <a:pt x="660" y="415"/>
                    <a:pt x="659" y="416"/>
                  </a:cubicBezTo>
                  <a:cubicBezTo>
                    <a:pt x="641" y="431"/>
                    <a:pt x="622" y="444"/>
                    <a:pt x="603" y="456"/>
                  </a:cubicBezTo>
                  <a:close/>
                  <a:moveTo>
                    <a:pt x="554" y="543"/>
                  </a:moveTo>
                  <a:cubicBezTo>
                    <a:pt x="551" y="538"/>
                    <a:pt x="549" y="533"/>
                    <a:pt x="550" y="528"/>
                  </a:cubicBezTo>
                  <a:cubicBezTo>
                    <a:pt x="550" y="525"/>
                    <a:pt x="551" y="523"/>
                    <a:pt x="551" y="521"/>
                  </a:cubicBezTo>
                  <a:cubicBezTo>
                    <a:pt x="552" y="518"/>
                    <a:pt x="553" y="516"/>
                    <a:pt x="553" y="513"/>
                  </a:cubicBezTo>
                  <a:cubicBezTo>
                    <a:pt x="553" y="513"/>
                    <a:pt x="554" y="512"/>
                    <a:pt x="555" y="512"/>
                  </a:cubicBezTo>
                  <a:cubicBezTo>
                    <a:pt x="568" y="508"/>
                    <a:pt x="580" y="504"/>
                    <a:pt x="592" y="498"/>
                  </a:cubicBezTo>
                  <a:cubicBezTo>
                    <a:pt x="596" y="496"/>
                    <a:pt x="598" y="498"/>
                    <a:pt x="599" y="498"/>
                  </a:cubicBezTo>
                  <a:cubicBezTo>
                    <a:pt x="625" y="519"/>
                    <a:pt x="623" y="544"/>
                    <a:pt x="616" y="573"/>
                  </a:cubicBezTo>
                  <a:cubicBezTo>
                    <a:pt x="607" y="565"/>
                    <a:pt x="595" y="556"/>
                    <a:pt x="578" y="552"/>
                  </a:cubicBezTo>
                  <a:cubicBezTo>
                    <a:pt x="571" y="551"/>
                    <a:pt x="563" y="549"/>
                    <a:pt x="555" y="546"/>
                  </a:cubicBezTo>
                  <a:cubicBezTo>
                    <a:pt x="555" y="546"/>
                    <a:pt x="555" y="546"/>
                    <a:pt x="555" y="546"/>
                  </a:cubicBezTo>
                  <a:lnTo>
                    <a:pt x="554" y="543"/>
                  </a:lnTo>
                  <a:close/>
                  <a:moveTo>
                    <a:pt x="542" y="527"/>
                  </a:moveTo>
                  <a:cubicBezTo>
                    <a:pt x="541" y="533"/>
                    <a:pt x="543" y="538"/>
                    <a:pt x="545" y="542"/>
                  </a:cubicBezTo>
                  <a:cubicBezTo>
                    <a:pt x="534" y="537"/>
                    <a:pt x="524" y="530"/>
                    <a:pt x="519" y="519"/>
                  </a:cubicBezTo>
                  <a:cubicBezTo>
                    <a:pt x="528" y="517"/>
                    <a:pt x="537" y="516"/>
                    <a:pt x="545" y="515"/>
                  </a:cubicBezTo>
                  <a:cubicBezTo>
                    <a:pt x="544" y="516"/>
                    <a:pt x="544" y="517"/>
                    <a:pt x="544" y="519"/>
                  </a:cubicBezTo>
                  <a:cubicBezTo>
                    <a:pt x="543" y="521"/>
                    <a:pt x="542" y="524"/>
                    <a:pt x="542" y="527"/>
                  </a:cubicBezTo>
                  <a:close/>
                  <a:moveTo>
                    <a:pt x="521" y="421"/>
                  </a:moveTo>
                  <a:cubicBezTo>
                    <a:pt x="521" y="418"/>
                    <a:pt x="520" y="414"/>
                    <a:pt x="520" y="410"/>
                  </a:cubicBezTo>
                  <a:cubicBezTo>
                    <a:pt x="532" y="416"/>
                    <a:pt x="545" y="422"/>
                    <a:pt x="558" y="427"/>
                  </a:cubicBezTo>
                  <a:cubicBezTo>
                    <a:pt x="555" y="442"/>
                    <a:pt x="552" y="462"/>
                    <a:pt x="558" y="477"/>
                  </a:cubicBezTo>
                  <a:cubicBezTo>
                    <a:pt x="556" y="478"/>
                    <a:pt x="553" y="479"/>
                    <a:pt x="551" y="480"/>
                  </a:cubicBezTo>
                  <a:cubicBezTo>
                    <a:pt x="550" y="480"/>
                    <a:pt x="545" y="480"/>
                    <a:pt x="544" y="479"/>
                  </a:cubicBezTo>
                  <a:cubicBezTo>
                    <a:pt x="529" y="466"/>
                    <a:pt x="525" y="444"/>
                    <a:pt x="521" y="421"/>
                  </a:cubicBezTo>
                  <a:close/>
                  <a:moveTo>
                    <a:pt x="565" y="475"/>
                  </a:moveTo>
                  <a:cubicBezTo>
                    <a:pt x="560" y="462"/>
                    <a:pt x="563" y="444"/>
                    <a:pt x="565" y="430"/>
                  </a:cubicBezTo>
                  <a:cubicBezTo>
                    <a:pt x="580" y="437"/>
                    <a:pt x="588" y="445"/>
                    <a:pt x="596" y="460"/>
                  </a:cubicBezTo>
                  <a:cubicBezTo>
                    <a:pt x="586" y="465"/>
                    <a:pt x="576" y="470"/>
                    <a:pt x="565" y="475"/>
                  </a:cubicBezTo>
                  <a:close/>
                  <a:moveTo>
                    <a:pt x="573" y="295"/>
                  </a:moveTo>
                  <a:cubicBezTo>
                    <a:pt x="574" y="280"/>
                    <a:pt x="572" y="264"/>
                    <a:pt x="570" y="251"/>
                  </a:cubicBezTo>
                  <a:cubicBezTo>
                    <a:pt x="570" y="248"/>
                    <a:pt x="573" y="246"/>
                    <a:pt x="575" y="247"/>
                  </a:cubicBezTo>
                  <a:cubicBezTo>
                    <a:pt x="584" y="254"/>
                    <a:pt x="591" y="262"/>
                    <a:pt x="596" y="279"/>
                  </a:cubicBezTo>
                  <a:cubicBezTo>
                    <a:pt x="598" y="283"/>
                    <a:pt x="599" y="286"/>
                    <a:pt x="600" y="290"/>
                  </a:cubicBezTo>
                  <a:cubicBezTo>
                    <a:pt x="603" y="295"/>
                    <a:pt x="598" y="296"/>
                    <a:pt x="598" y="296"/>
                  </a:cubicBezTo>
                  <a:cubicBezTo>
                    <a:pt x="593" y="298"/>
                    <a:pt x="588" y="299"/>
                    <a:pt x="582" y="301"/>
                  </a:cubicBezTo>
                  <a:cubicBezTo>
                    <a:pt x="579" y="302"/>
                    <a:pt x="573" y="298"/>
                    <a:pt x="573" y="295"/>
                  </a:cubicBezTo>
                  <a:close/>
                  <a:moveTo>
                    <a:pt x="543" y="235"/>
                  </a:moveTo>
                  <a:cubicBezTo>
                    <a:pt x="544" y="235"/>
                    <a:pt x="553" y="240"/>
                    <a:pt x="553" y="242"/>
                  </a:cubicBezTo>
                  <a:cubicBezTo>
                    <a:pt x="557" y="264"/>
                    <a:pt x="560" y="302"/>
                    <a:pt x="553" y="318"/>
                  </a:cubicBezTo>
                  <a:cubicBezTo>
                    <a:pt x="553" y="318"/>
                    <a:pt x="553" y="319"/>
                    <a:pt x="552" y="319"/>
                  </a:cubicBezTo>
                  <a:cubicBezTo>
                    <a:pt x="552" y="320"/>
                    <a:pt x="552" y="320"/>
                    <a:pt x="552" y="320"/>
                  </a:cubicBezTo>
                  <a:cubicBezTo>
                    <a:pt x="552" y="320"/>
                    <a:pt x="551" y="322"/>
                    <a:pt x="551" y="322"/>
                  </a:cubicBezTo>
                  <a:cubicBezTo>
                    <a:pt x="547" y="329"/>
                    <a:pt x="541" y="334"/>
                    <a:pt x="534" y="339"/>
                  </a:cubicBezTo>
                  <a:cubicBezTo>
                    <a:pt x="530" y="342"/>
                    <a:pt x="525" y="346"/>
                    <a:pt x="521" y="351"/>
                  </a:cubicBezTo>
                  <a:cubicBezTo>
                    <a:pt x="517" y="355"/>
                    <a:pt x="514" y="359"/>
                    <a:pt x="511" y="363"/>
                  </a:cubicBezTo>
                  <a:cubicBezTo>
                    <a:pt x="510" y="365"/>
                    <a:pt x="506" y="368"/>
                    <a:pt x="501" y="361"/>
                  </a:cubicBezTo>
                  <a:cubicBezTo>
                    <a:pt x="487" y="340"/>
                    <a:pt x="469" y="322"/>
                    <a:pt x="451" y="306"/>
                  </a:cubicBezTo>
                  <a:cubicBezTo>
                    <a:pt x="475" y="302"/>
                    <a:pt x="496" y="290"/>
                    <a:pt x="510" y="273"/>
                  </a:cubicBezTo>
                  <a:cubicBezTo>
                    <a:pt x="514" y="267"/>
                    <a:pt x="518" y="261"/>
                    <a:pt x="521" y="257"/>
                  </a:cubicBezTo>
                  <a:cubicBezTo>
                    <a:pt x="527" y="247"/>
                    <a:pt x="531" y="240"/>
                    <a:pt x="543" y="235"/>
                  </a:cubicBezTo>
                  <a:close/>
                  <a:moveTo>
                    <a:pt x="457" y="439"/>
                  </a:moveTo>
                  <a:cubicBezTo>
                    <a:pt x="473" y="438"/>
                    <a:pt x="489" y="436"/>
                    <a:pt x="502" y="438"/>
                  </a:cubicBezTo>
                  <a:cubicBezTo>
                    <a:pt x="508" y="438"/>
                    <a:pt x="509" y="442"/>
                    <a:pt x="509" y="444"/>
                  </a:cubicBezTo>
                  <a:cubicBezTo>
                    <a:pt x="513" y="457"/>
                    <a:pt x="517" y="470"/>
                    <a:pt x="525" y="481"/>
                  </a:cubicBezTo>
                  <a:cubicBezTo>
                    <a:pt x="526" y="483"/>
                    <a:pt x="528" y="485"/>
                    <a:pt x="523" y="487"/>
                  </a:cubicBezTo>
                  <a:cubicBezTo>
                    <a:pt x="486" y="493"/>
                    <a:pt x="448" y="488"/>
                    <a:pt x="408" y="482"/>
                  </a:cubicBezTo>
                  <a:cubicBezTo>
                    <a:pt x="406" y="482"/>
                    <a:pt x="402" y="478"/>
                    <a:pt x="402" y="477"/>
                  </a:cubicBezTo>
                  <a:cubicBezTo>
                    <a:pt x="401" y="464"/>
                    <a:pt x="397" y="449"/>
                    <a:pt x="392" y="437"/>
                  </a:cubicBezTo>
                  <a:cubicBezTo>
                    <a:pt x="412" y="443"/>
                    <a:pt x="435" y="441"/>
                    <a:pt x="457" y="439"/>
                  </a:cubicBezTo>
                  <a:close/>
                  <a:moveTo>
                    <a:pt x="620" y="649"/>
                  </a:moveTo>
                  <a:cubicBezTo>
                    <a:pt x="619" y="640"/>
                    <a:pt x="620" y="631"/>
                    <a:pt x="621" y="621"/>
                  </a:cubicBezTo>
                  <a:cubicBezTo>
                    <a:pt x="623" y="624"/>
                    <a:pt x="625" y="627"/>
                    <a:pt x="627" y="629"/>
                  </a:cubicBezTo>
                  <a:cubicBezTo>
                    <a:pt x="634" y="637"/>
                    <a:pt x="643" y="639"/>
                    <a:pt x="651" y="641"/>
                  </a:cubicBezTo>
                  <a:cubicBezTo>
                    <a:pt x="656" y="641"/>
                    <a:pt x="660" y="642"/>
                    <a:pt x="664" y="644"/>
                  </a:cubicBezTo>
                  <a:cubicBezTo>
                    <a:pt x="672" y="647"/>
                    <a:pt x="682" y="654"/>
                    <a:pt x="689" y="660"/>
                  </a:cubicBezTo>
                  <a:cubicBezTo>
                    <a:pt x="685" y="667"/>
                    <a:pt x="682" y="675"/>
                    <a:pt x="679" y="683"/>
                  </a:cubicBezTo>
                  <a:cubicBezTo>
                    <a:pt x="678" y="683"/>
                    <a:pt x="678" y="683"/>
                    <a:pt x="678" y="684"/>
                  </a:cubicBezTo>
                  <a:cubicBezTo>
                    <a:pt x="677" y="684"/>
                    <a:pt x="676" y="684"/>
                    <a:pt x="675" y="684"/>
                  </a:cubicBezTo>
                  <a:cubicBezTo>
                    <a:pt x="656" y="688"/>
                    <a:pt x="642" y="688"/>
                    <a:pt x="635" y="683"/>
                  </a:cubicBezTo>
                  <a:cubicBezTo>
                    <a:pt x="632" y="680"/>
                    <a:pt x="627" y="672"/>
                    <a:pt x="627" y="672"/>
                  </a:cubicBezTo>
                  <a:cubicBezTo>
                    <a:pt x="624" y="665"/>
                    <a:pt x="621" y="657"/>
                    <a:pt x="620" y="649"/>
                  </a:cubicBezTo>
                  <a:close/>
                  <a:moveTo>
                    <a:pt x="693" y="653"/>
                  </a:moveTo>
                  <a:cubicBezTo>
                    <a:pt x="686" y="646"/>
                    <a:pt x="675" y="640"/>
                    <a:pt x="667" y="636"/>
                  </a:cubicBezTo>
                  <a:cubicBezTo>
                    <a:pt x="662" y="635"/>
                    <a:pt x="657" y="634"/>
                    <a:pt x="653" y="633"/>
                  </a:cubicBezTo>
                  <a:cubicBezTo>
                    <a:pt x="645" y="631"/>
                    <a:pt x="639" y="630"/>
                    <a:pt x="633" y="624"/>
                  </a:cubicBezTo>
                  <a:cubicBezTo>
                    <a:pt x="630" y="620"/>
                    <a:pt x="627" y="615"/>
                    <a:pt x="624" y="609"/>
                  </a:cubicBezTo>
                  <a:cubicBezTo>
                    <a:pt x="624" y="609"/>
                    <a:pt x="624" y="609"/>
                    <a:pt x="624" y="609"/>
                  </a:cubicBezTo>
                  <a:cubicBezTo>
                    <a:pt x="625" y="603"/>
                    <a:pt x="627" y="597"/>
                    <a:pt x="628" y="591"/>
                  </a:cubicBezTo>
                  <a:cubicBezTo>
                    <a:pt x="631" y="577"/>
                    <a:pt x="635" y="563"/>
                    <a:pt x="636" y="548"/>
                  </a:cubicBezTo>
                  <a:cubicBezTo>
                    <a:pt x="636" y="547"/>
                    <a:pt x="636" y="543"/>
                    <a:pt x="640" y="540"/>
                  </a:cubicBezTo>
                  <a:cubicBezTo>
                    <a:pt x="650" y="532"/>
                    <a:pt x="656" y="524"/>
                    <a:pt x="661" y="515"/>
                  </a:cubicBezTo>
                  <a:cubicBezTo>
                    <a:pt x="661" y="514"/>
                    <a:pt x="664" y="513"/>
                    <a:pt x="665" y="514"/>
                  </a:cubicBezTo>
                  <a:cubicBezTo>
                    <a:pt x="667" y="516"/>
                    <a:pt x="670" y="518"/>
                    <a:pt x="672" y="520"/>
                  </a:cubicBezTo>
                  <a:cubicBezTo>
                    <a:pt x="677" y="525"/>
                    <a:pt x="682" y="529"/>
                    <a:pt x="685" y="534"/>
                  </a:cubicBezTo>
                  <a:cubicBezTo>
                    <a:pt x="691" y="541"/>
                    <a:pt x="693" y="549"/>
                    <a:pt x="696" y="558"/>
                  </a:cubicBezTo>
                  <a:cubicBezTo>
                    <a:pt x="698" y="564"/>
                    <a:pt x="700" y="570"/>
                    <a:pt x="703" y="576"/>
                  </a:cubicBezTo>
                  <a:cubicBezTo>
                    <a:pt x="709" y="588"/>
                    <a:pt x="719" y="602"/>
                    <a:pt x="731" y="615"/>
                  </a:cubicBezTo>
                  <a:cubicBezTo>
                    <a:pt x="730" y="616"/>
                    <a:pt x="730" y="616"/>
                    <a:pt x="730" y="616"/>
                  </a:cubicBezTo>
                  <a:cubicBezTo>
                    <a:pt x="727" y="623"/>
                    <a:pt x="724" y="625"/>
                    <a:pt x="717" y="630"/>
                  </a:cubicBezTo>
                  <a:cubicBezTo>
                    <a:pt x="715" y="631"/>
                    <a:pt x="715" y="631"/>
                    <a:pt x="715" y="631"/>
                  </a:cubicBezTo>
                  <a:cubicBezTo>
                    <a:pt x="705" y="638"/>
                    <a:pt x="698" y="645"/>
                    <a:pt x="693" y="653"/>
                  </a:cubicBezTo>
                  <a:close/>
                  <a:moveTo>
                    <a:pt x="683" y="508"/>
                  </a:moveTo>
                  <a:cubicBezTo>
                    <a:pt x="679" y="506"/>
                    <a:pt x="676" y="503"/>
                    <a:pt x="674" y="500"/>
                  </a:cubicBezTo>
                  <a:cubicBezTo>
                    <a:pt x="673" y="499"/>
                    <a:pt x="674" y="498"/>
                    <a:pt x="675" y="498"/>
                  </a:cubicBezTo>
                  <a:cubicBezTo>
                    <a:pt x="688" y="500"/>
                    <a:pt x="701" y="499"/>
                    <a:pt x="713" y="497"/>
                  </a:cubicBezTo>
                  <a:cubicBezTo>
                    <a:pt x="713" y="497"/>
                    <a:pt x="716" y="498"/>
                    <a:pt x="715" y="501"/>
                  </a:cubicBezTo>
                  <a:cubicBezTo>
                    <a:pt x="713" y="507"/>
                    <a:pt x="709" y="516"/>
                    <a:pt x="706" y="524"/>
                  </a:cubicBezTo>
                  <a:cubicBezTo>
                    <a:pt x="706" y="525"/>
                    <a:pt x="705" y="526"/>
                    <a:pt x="705" y="527"/>
                  </a:cubicBezTo>
                  <a:cubicBezTo>
                    <a:pt x="704" y="528"/>
                    <a:pt x="701" y="529"/>
                    <a:pt x="701" y="528"/>
                  </a:cubicBezTo>
                  <a:cubicBezTo>
                    <a:pt x="700" y="526"/>
                    <a:pt x="699" y="525"/>
                    <a:pt x="698" y="524"/>
                  </a:cubicBezTo>
                  <a:cubicBezTo>
                    <a:pt x="693" y="518"/>
                    <a:pt x="688" y="513"/>
                    <a:pt x="683" y="508"/>
                  </a:cubicBezTo>
                  <a:close/>
                  <a:moveTo>
                    <a:pt x="674" y="482"/>
                  </a:moveTo>
                  <a:cubicBezTo>
                    <a:pt x="673" y="482"/>
                    <a:pt x="671" y="477"/>
                    <a:pt x="671" y="474"/>
                  </a:cubicBezTo>
                  <a:cubicBezTo>
                    <a:pt x="672" y="465"/>
                    <a:pt x="674" y="455"/>
                    <a:pt x="676" y="446"/>
                  </a:cubicBezTo>
                  <a:cubicBezTo>
                    <a:pt x="677" y="445"/>
                    <a:pt x="678" y="442"/>
                    <a:pt x="678" y="442"/>
                  </a:cubicBezTo>
                  <a:cubicBezTo>
                    <a:pt x="679" y="441"/>
                    <a:pt x="680" y="440"/>
                    <a:pt x="681" y="440"/>
                  </a:cubicBezTo>
                  <a:cubicBezTo>
                    <a:pt x="684" y="437"/>
                    <a:pt x="687" y="435"/>
                    <a:pt x="690" y="433"/>
                  </a:cubicBezTo>
                  <a:cubicBezTo>
                    <a:pt x="693" y="434"/>
                    <a:pt x="696" y="435"/>
                    <a:pt x="699" y="436"/>
                  </a:cubicBezTo>
                  <a:cubicBezTo>
                    <a:pt x="714" y="442"/>
                    <a:pt x="731" y="448"/>
                    <a:pt x="746" y="441"/>
                  </a:cubicBezTo>
                  <a:cubicBezTo>
                    <a:pt x="746" y="441"/>
                    <a:pt x="746" y="441"/>
                    <a:pt x="746" y="441"/>
                  </a:cubicBezTo>
                  <a:cubicBezTo>
                    <a:pt x="746" y="441"/>
                    <a:pt x="754" y="443"/>
                    <a:pt x="754" y="443"/>
                  </a:cubicBezTo>
                  <a:cubicBezTo>
                    <a:pt x="765" y="446"/>
                    <a:pt x="777" y="449"/>
                    <a:pt x="780" y="458"/>
                  </a:cubicBezTo>
                  <a:cubicBezTo>
                    <a:pt x="771" y="467"/>
                    <a:pt x="762" y="475"/>
                    <a:pt x="751" y="480"/>
                  </a:cubicBezTo>
                  <a:cubicBezTo>
                    <a:pt x="737" y="478"/>
                    <a:pt x="724" y="480"/>
                    <a:pt x="712" y="481"/>
                  </a:cubicBezTo>
                  <a:cubicBezTo>
                    <a:pt x="699" y="483"/>
                    <a:pt x="687" y="484"/>
                    <a:pt x="674" y="482"/>
                  </a:cubicBezTo>
                  <a:close/>
                  <a:moveTo>
                    <a:pt x="756" y="436"/>
                  </a:moveTo>
                  <a:cubicBezTo>
                    <a:pt x="748" y="434"/>
                    <a:pt x="748" y="434"/>
                    <a:pt x="748" y="434"/>
                  </a:cubicBezTo>
                  <a:cubicBezTo>
                    <a:pt x="732" y="429"/>
                    <a:pt x="724" y="423"/>
                    <a:pt x="718" y="410"/>
                  </a:cubicBezTo>
                  <a:cubicBezTo>
                    <a:pt x="749" y="386"/>
                    <a:pt x="780" y="362"/>
                    <a:pt x="817" y="343"/>
                  </a:cubicBezTo>
                  <a:cubicBezTo>
                    <a:pt x="815" y="354"/>
                    <a:pt x="816" y="368"/>
                    <a:pt x="819" y="386"/>
                  </a:cubicBezTo>
                  <a:cubicBezTo>
                    <a:pt x="820" y="392"/>
                    <a:pt x="820" y="392"/>
                    <a:pt x="820" y="392"/>
                  </a:cubicBezTo>
                  <a:cubicBezTo>
                    <a:pt x="821" y="399"/>
                    <a:pt x="823" y="408"/>
                    <a:pt x="822" y="412"/>
                  </a:cubicBezTo>
                  <a:cubicBezTo>
                    <a:pt x="822" y="412"/>
                    <a:pt x="822" y="413"/>
                    <a:pt x="823" y="414"/>
                  </a:cubicBezTo>
                  <a:cubicBezTo>
                    <a:pt x="812" y="422"/>
                    <a:pt x="803" y="433"/>
                    <a:pt x="793" y="443"/>
                  </a:cubicBezTo>
                  <a:cubicBezTo>
                    <a:pt x="791" y="446"/>
                    <a:pt x="789" y="448"/>
                    <a:pt x="786" y="451"/>
                  </a:cubicBezTo>
                  <a:cubicBezTo>
                    <a:pt x="780" y="441"/>
                    <a:pt x="766" y="438"/>
                    <a:pt x="756" y="436"/>
                  </a:cubicBezTo>
                  <a:close/>
                  <a:moveTo>
                    <a:pt x="827" y="228"/>
                  </a:moveTo>
                  <a:cubicBezTo>
                    <a:pt x="817" y="223"/>
                    <a:pt x="806" y="217"/>
                    <a:pt x="795" y="211"/>
                  </a:cubicBezTo>
                  <a:cubicBezTo>
                    <a:pt x="776" y="201"/>
                    <a:pt x="756" y="190"/>
                    <a:pt x="736" y="185"/>
                  </a:cubicBezTo>
                  <a:cubicBezTo>
                    <a:pt x="748" y="180"/>
                    <a:pt x="759" y="174"/>
                    <a:pt x="768" y="167"/>
                  </a:cubicBezTo>
                  <a:cubicBezTo>
                    <a:pt x="789" y="187"/>
                    <a:pt x="809" y="208"/>
                    <a:pt x="827" y="228"/>
                  </a:cubicBezTo>
                  <a:close/>
                  <a:moveTo>
                    <a:pt x="673" y="101"/>
                  </a:moveTo>
                  <a:cubicBezTo>
                    <a:pt x="674" y="99"/>
                    <a:pt x="675" y="100"/>
                    <a:pt x="676" y="100"/>
                  </a:cubicBezTo>
                  <a:cubicBezTo>
                    <a:pt x="705" y="114"/>
                    <a:pt x="732" y="134"/>
                    <a:pt x="756" y="156"/>
                  </a:cubicBezTo>
                  <a:cubicBezTo>
                    <a:pt x="747" y="162"/>
                    <a:pt x="736" y="167"/>
                    <a:pt x="725" y="173"/>
                  </a:cubicBezTo>
                  <a:cubicBezTo>
                    <a:pt x="716" y="178"/>
                    <a:pt x="716" y="178"/>
                    <a:pt x="716" y="178"/>
                  </a:cubicBezTo>
                  <a:cubicBezTo>
                    <a:pt x="706" y="165"/>
                    <a:pt x="691" y="160"/>
                    <a:pt x="676" y="156"/>
                  </a:cubicBezTo>
                  <a:cubicBezTo>
                    <a:pt x="668" y="154"/>
                    <a:pt x="660" y="152"/>
                    <a:pt x="654" y="148"/>
                  </a:cubicBezTo>
                  <a:cubicBezTo>
                    <a:pt x="654" y="147"/>
                    <a:pt x="653" y="146"/>
                    <a:pt x="653" y="145"/>
                  </a:cubicBezTo>
                  <a:cubicBezTo>
                    <a:pt x="652" y="145"/>
                    <a:pt x="652" y="145"/>
                    <a:pt x="652" y="145"/>
                  </a:cubicBezTo>
                  <a:cubicBezTo>
                    <a:pt x="648" y="132"/>
                    <a:pt x="654" y="128"/>
                    <a:pt x="660" y="121"/>
                  </a:cubicBezTo>
                  <a:cubicBezTo>
                    <a:pt x="665" y="116"/>
                    <a:pt x="670" y="110"/>
                    <a:pt x="673" y="101"/>
                  </a:cubicBezTo>
                  <a:close/>
                  <a:moveTo>
                    <a:pt x="655" y="91"/>
                  </a:moveTo>
                  <a:cubicBezTo>
                    <a:pt x="658" y="92"/>
                    <a:pt x="658" y="94"/>
                    <a:pt x="658" y="95"/>
                  </a:cubicBezTo>
                  <a:cubicBezTo>
                    <a:pt x="657" y="101"/>
                    <a:pt x="653" y="105"/>
                    <a:pt x="649" y="110"/>
                  </a:cubicBezTo>
                  <a:cubicBezTo>
                    <a:pt x="645" y="114"/>
                    <a:pt x="642" y="118"/>
                    <a:pt x="639" y="123"/>
                  </a:cubicBezTo>
                  <a:cubicBezTo>
                    <a:pt x="639" y="123"/>
                    <a:pt x="636" y="123"/>
                    <a:pt x="636" y="123"/>
                  </a:cubicBezTo>
                  <a:cubicBezTo>
                    <a:pt x="622" y="107"/>
                    <a:pt x="605" y="92"/>
                    <a:pt x="585" y="77"/>
                  </a:cubicBezTo>
                  <a:cubicBezTo>
                    <a:pt x="609" y="77"/>
                    <a:pt x="633" y="82"/>
                    <a:pt x="655" y="91"/>
                  </a:cubicBezTo>
                  <a:close/>
                  <a:moveTo>
                    <a:pt x="497" y="97"/>
                  </a:moveTo>
                  <a:cubicBezTo>
                    <a:pt x="518" y="88"/>
                    <a:pt x="539" y="82"/>
                    <a:pt x="559" y="79"/>
                  </a:cubicBezTo>
                  <a:cubicBezTo>
                    <a:pt x="568" y="85"/>
                    <a:pt x="577" y="91"/>
                    <a:pt x="586" y="98"/>
                  </a:cubicBezTo>
                  <a:cubicBezTo>
                    <a:pt x="581" y="108"/>
                    <a:pt x="576" y="114"/>
                    <a:pt x="565" y="123"/>
                  </a:cubicBezTo>
                  <a:cubicBezTo>
                    <a:pt x="550" y="133"/>
                    <a:pt x="550" y="133"/>
                    <a:pt x="550" y="133"/>
                  </a:cubicBezTo>
                  <a:cubicBezTo>
                    <a:pt x="530" y="147"/>
                    <a:pt x="506" y="163"/>
                    <a:pt x="500" y="187"/>
                  </a:cubicBezTo>
                  <a:cubicBezTo>
                    <a:pt x="494" y="180"/>
                    <a:pt x="489" y="173"/>
                    <a:pt x="482" y="165"/>
                  </a:cubicBezTo>
                  <a:cubicBezTo>
                    <a:pt x="481" y="164"/>
                    <a:pt x="481" y="164"/>
                    <a:pt x="481" y="164"/>
                  </a:cubicBezTo>
                  <a:cubicBezTo>
                    <a:pt x="466" y="145"/>
                    <a:pt x="452" y="138"/>
                    <a:pt x="433" y="137"/>
                  </a:cubicBezTo>
                  <a:cubicBezTo>
                    <a:pt x="451" y="122"/>
                    <a:pt x="472" y="109"/>
                    <a:pt x="497" y="97"/>
                  </a:cubicBezTo>
                  <a:close/>
                  <a:moveTo>
                    <a:pt x="333" y="313"/>
                  </a:moveTo>
                  <a:cubicBezTo>
                    <a:pt x="346" y="259"/>
                    <a:pt x="367" y="204"/>
                    <a:pt x="410" y="158"/>
                  </a:cubicBezTo>
                  <a:cubicBezTo>
                    <a:pt x="413" y="155"/>
                    <a:pt x="419" y="152"/>
                    <a:pt x="419" y="152"/>
                  </a:cubicBezTo>
                  <a:cubicBezTo>
                    <a:pt x="419" y="152"/>
                    <a:pt x="420" y="152"/>
                    <a:pt x="421" y="152"/>
                  </a:cubicBezTo>
                  <a:cubicBezTo>
                    <a:pt x="424" y="152"/>
                    <a:pt x="427" y="152"/>
                    <a:pt x="429" y="152"/>
                  </a:cubicBezTo>
                  <a:cubicBezTo>
                    <a:pt x="445" y="153"/>
                    <a:pt x="456" y="158"/>
                    <a:pt x="469" y="174"/>
                  </a:cubicBezTo>
                  <a:cubicBezTo>
                    <a:pt x="469" y="174"/>
                    <a:pt x="470" y="175"/>
                    <a:pt x="470" y="175"/>
                  </a:cubicBezTo>
                  <a:cubicBezTo>
                    <a:pt x="486" y="196"/>
                    <a:pt x="497" y="210"/>
                    <a:pt x="519" y="223"/>
                  </a:cubicBezTo>
                  <a:cubicBezTo>
                    <a:pt x="521" y="224"/>
                    <a:pt x="523" y="228"/>
                    <a:pt x="521" y="230"/>
                  </a:cubicBezTo>
                  <a:cubicBezTo>
                    <a:pt x="515" y="235"/>
                    <a:pt x="511" y="242"/>
                    <a:pt x="507" y="248"/>
                  </a:cubicBezTo>
                  <a:cubicBezTo>
                    <a:pt x="504" y="253"/>
                    <a:pt x="501" y="258"/>
                    <a:pt x="497" y="262"/>
                  </a:cubicBezTo>
                  <a:cubicBezTo>
                    <a:pt x="484" y="278"/>
                    <a:pt x="464" y="289"/>
                    <a:pt x="441" y="292"/>
                  </a:cubicBezTo>
                  <a:cubicBezTo>
                    <a:pt x="432" y="293"/>
                    <a:pt x="423" y="293"/>
                    <a:pt x="415" y="293"/>
                  </a:cubicBezTo>
                  <a:cubicBezTo>
                    <a:pt x="398" y="293"/>
                    <a:pt x="382" y="293"/>
                    <a:pt x="363" y="301"/>
                  </a:cubicBezTo>
                  <a:cubicBezTo>
                    <a:pt x="353" y="306"/>
                    <a:pt x="345" y="312"/>
                    <a:pt x="337" y="319"/>
                  </a:cubicBezTo>
                  <a:cubicBezTo>
                    <a:pt x="335" y="321"/>
                    <a:pt x="332" y="317"/>
                    <a:pt x="333" y="313"/>
                  </a:cubicBezTo>
                  <a:close/>
                  <a:moveTo>
                    <a:pt x="325" y="353"/>
                  </a:moveTo>
                  <a:cubicBezTo>
                    <a:pt x="325" y="353"/>
                    <a:pt x="326" y="349"/>
                    <a:pt x="327" y="348"/>
                  </a:cubicBezTo>
                  <a:cubicBezTo>
                    <a:pt x="331" y="345"/>
                    <a:pt x="334" y="343"/>
                    <a:pt x="337" y="340"/>
                  </a:cubicBezTo>
                  <a:cubicBezTo>
                    <a:pt x="343" y="335"/>
                    <a:pt x="348" y="330"/>
                    <a:pt x="354" y="326"/>
                  </a:cubicBezTo>
                  <a:cubicBezTo>
                    <a:pt x="374" y="328"/>
                    <a:pt x="386" y="350"/>
                    <a:pt x="393" y="367"/>
                  </a:cubicBezTo>
                  <a:cubicBezTo>
                    <a:pt x="394" y="368"/>
                    <a:pt x="394" y="368"/>
                    <a:pt x="395" y="369"/>
                  </a:cubicBezTo>
                  <a:cubicBezTo>
                    <a:pt x="394" y="377"/>
                    <a:pt x="395" y="384"/>
                    <a:pt x="400" y="394"/>
                  </a:cubicBezTo>
                  <a:cubicBezTo>
                    <a:pt x="408" y="412"/>
                    <a:pt x="409" y="420"/>
                    <a:pt x="408" y="423"/>
                  </a:cubicBezTo>
                  <a:cubicBezTo>
                    <a:pt x="394" y="421"/>
                    <a:pt x="383" y="418"/>
                    <a:pt x="379" y="412"/>
                  </a:cubicBezTo>
                  <a:cubicBezTo>
                    <a:pt x="372" y="403"/>
                    <a:pt x="362" y="396"/>
                    <a:pt x="353" y="389"/>
                  </a:cubicBezTo>
                  <a:cubicBezTo>
                    <a:pt x="339" y="378"/>
                    <a:pt x="325" y="367"/>
                    <a:pt x="325" y="353"/>
                  </a:cubicBezTo>
                  <a:close/>
                  <a:moveTo>
                    <a:pt x="293" y="475"/>
                  </a:moveTo>
                  <a:cubicBezTo>
                    <a:pt x="295" y="472"/>
                    <a:pt x="297" y="468"/>
                    <a:pt x="298" y="467"/>
                  </a:cubicBezTo>
                  <a:cubicBezTo>
                    <a:pt x="312" y="443"/>
                    <a:pt x="312" y="417"/>
                    <a:pt x="318" y="385"/>
                  </a:cubicBezTo>
                  <a:cubicBezTo>
                    <a:pt x="318" y="383"/>
                    <a:pt x="321" y="381"/>
                    <a:pt x="322" y="383"/>
                  </a:cubicBezTo>
                  <a:cubicBezTo>
                    <a:pt x="328" y="390"/>
                    <a:pt x="336" y="396"/>
                    <a:pt x="343" y="401"/>
                  </a:cubicBezTo>
                  <a:cubicBezTo>
                    <a:pt x="351" y="408"/>
                    <a:pt x="364" y="421"/>
                    <a:pt x="364" y="421"/>
                  </a:cubicBezTo>
                  <a:cubicBezTo>
                    <a:pt x="365" y="421"/>
                    <a:pt x="366" y="422"/>
                    <a:pt x="366" y="423"/>
                  </a:cubicBezTo>
                  <a:cubicBezTo>
                    <a:pt x="367" y="423"/>
                    <a:pt x="367" y="424"/>
                    <a:pt x="367" y="424"/>
                  </a:cubicBezTo>
                  <a:cubicBezTo>
                    <a:pt x="374" y="436"/>
                    <a:pt x="381" y="453"/>
                    <a:pt x="384" y="469"/>
                  </a:cubicBezTo>
                  <a:cubicBezTo>
                    <a:pt x="385" y="472"/>
                    <a:pt x="380" y="479"/>
                    <a:pt x="376" y="479"/>
                  </a:cubicBezTo>
                  <a:cubicBezTo>
                    <a:pt x="352" y="476"/>
                    <a:pt x="328" y="474"/>
                    <a:pt x="304" y="476"/>
                  </a:cubicBezTo>
                  <a:cubicBezTo>
                    <a:pt x="302" y="476"/>
                    <a:pt x="298" y="476"/>
                    <a:pt x="295" y="477"/>
                  </a:cubicBezTo>
                  <a:cubicBezTo>
                    <a:pt x="293" y="477"/>
                    <a:pt x="292" y="476"/>
                    <a:pt x="293" y="475"/>
                  </a:cubicBezTo>
                  <a:close/>
                  <a:moveTo>
                    <a:pt x="291" y="509"/>
                  </a:moveTo>
                  <a:cubicBezTo>
                    <a:pt x="314" y="506"/>
                    <a:pt x="336" y="507"/>
                    <a:pt x="359" y="509"/>
                  </a:cubicBezTo>
                  <a:cubicBezTo>
                    <a:pt x="375" y="532"/>
                    <a:pt x="380" y="572"/>
                    <a:pt x="371" y="603"/>
                  </a:cubicBezTo>
                  <a:cubicBezTo>
                    <a:pt x="370" y="605"/>
                    <a:pt x="367" y="608"/>
                    <a:pt x="366" y="607"/>
                  </a:cubicBezTo>
                  <a:cubicBezTo>
                    <a:pt x="355" y="604"/>
                    <a:pt x="345" y="600"/>
                    <a:pt x="335" y="596"/>
                  </a:cubicBezTo>
                  <a:cubicBezTo>
                    <a:pt x="323" y="591"/>
                    <a:pt x="312" y="586"/>
                    <a:pt x="299" y="583"/>
                  </a:cubicBezTo>
                  <a:cubicBezTo>
                    <a:pt x="297" y="583"/>
                    <a:pt x="296" y="582"/>
                    <a:pt x="294" y="582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83" y="581"/>
                    <a:pt x="276" y="574"/>
                    <a:pt x="269" y="561"/>
                  </a:cubicBezTo>
                  <a:cubicBezTo>
                    <a:pt x="269" y="561"/>
                    <a:pt x="269" y="561"/>
                    <a:pt x="269" y="560"/>
                  </a:cubicBezTo>
                  <a:cubicBezTo>
                    <a:pt x="269" y="549"/>
                    <a:pt x="269" y="537"/>
                    <a:pt x="276" y="528"/>
                  </a:cubicBezTo>
                  <a:cubicBezTo>
                    <a:pt x="277" y="526"/>
                    <a:pt x="279" y="524"/>
                    <a:pt x="281" y="522"/>
                  </a:cubicBezTo>
                  <a:cubicBezTo>
                    <a:pt x="285" y="519"/>
                    <a:pt x="290" y="514"/>
                    <a:pt x="291" y="509"/>
                  </a:cubicBezTo>
                  <a:close/>
                  <a:moveTo>
                    <a:pt x="261" y="513"/>
                  </a:moveTo>
                  <a:cubicBezTo>
                    <a:pt x="282" y="510"/>
                    <a:pt x="282" y="510"/>
                    <a:pt x="282" y="510"/>
                  </a:cubicBezTo>
                  <a:cubicBezTo>
                    <a:pt x="280" y="512"/>
                    <a:pt x="278" y="514"/>
                    <a:pt x="276" y="516"/>
                  </a:cubicBezTo>
                  <a:cubicBezTo>
                    <a:pt x="273" y="518"/>
                    <a:pt x="271" y="521"/>
                    <a:pt x="269" y="523"/>
                  </a:cubicBezTo>
                  <a:cubicBezTo>
                    <a:pt x="264" y="530"/>
                    <a:pt x="262" y="537"/>
                    <a:pt x="262" y="544"/>
                  </a:cubicBezTo>
                  <a:cubicBezTo>
                    <a:pt x="261" y="544"/>
                    <a:pt x="261" y="543"/>
                    <a:pt x="261" y="542"/>
                  </a:cubicBezTo>
                  <a:cubicBezTo>
                    <a:pt x="257" y="533"/>
                    <a:pt x="253" y="522"/>
                    <a:pt x="247" y="514"/>
                  </a:cubicBezTo>
                  <a:cubicBezTo>
                    <a:pt x="252" y="513"/>
                    <a:pt x="257" y="513"/>
                    <a:pt x="261" y="513"/>
                  </a:cubicBezTo>
                  <a:close/>
                  <a:moveTo>
                    <a:pt x="148" y="531"/>
                  </a:moveTo>
                  <a:cubicBezTo>
                    <a:pt x="177" y="523"/>
                    <a:pt x="204" y="519"/>
                    <a:pt x="228" y="516"/>
                  </a:cubicBezTo>
                  <a:cubicBezTo>
                    <a:pt x="235" y="522"/>
                    <a:pt x="240" y="533"/>
                    <a:pt x="246" y="548"/>
                  </a:cubicBezTo>
                  <a:cubicBezTo>
                    <a:pt x="251" y="560"/>
                    <a:pt x="256" y="572"/>
                    <a:pt x="264" y="582"/>
                  </a:cubicBezTo>
                  <a:cubicBezTo>
                    <a:pt x="256" y="583"/>
                    <a:pt x="249" y="585"/>
                    <a:pt x="242" y="587"/>
                  </a:cubicBezTo>
                  <a:cubicBezTo>
                    <a:pt x="234" y="589"/>
                    <a:pt x="226" y="591"/>
                    <a:pt x="217" y="592"/>
                  </a:cubicBezTo>
                  <a:cubicBezTo>
                    <a:pt x="191" y="566"/>
                    <a:pt x="168" y="544"/>
                    <a:pt x="148" y="531"/>
                  </a:cubicBezTo>
                  <a:close/>
                  <a:moveTo>
                    <a:pt x="232" y="606"/>
                  </a:moveTo>
                  <a:cubicBezTo>
                    <a:pt x="232" y="606"/>
                    <a:pt x="231" y="606"/>
                    <a:pt x="231" y="606"/>
                  </a:cubicBezTo>
                  <a:cubicBezTo>
                    <a:pt x="236" y="605"/>
                    <a:pt x="241" y="603"/>
                    <a:pt x="246" y="602"/>
                  </a:cubicBezTo>
                  <a:cubicBezTo>
                    <a:pt x="262" y="598"/>
                    <a:pt x="277" y="594"/>
                    <a:pt x="295" y="599"/>
                  </a:cubicBezTo>
                  <a:cubicBezTo>
                    <a:pt x="307" y="602"/>
                    <a:pt x="317" y="606"/>
                    <a:pt x="328" y="611"/>
                  </a:cubicBezTo>
                  <a:cubicBezTo>
                    <a:pt x="338" y="615"/>
                    <a:pt x="348" y="619"/>
                    <a:pt x="359" y="622"/>
                  </a:cubicBezTo>
                  <a:cubicBezTo>
                    <a:pt x="362" y="623"/>
                    <a:pt x="362" y="626"/>
                    <a:pt x="361" y="628"/>
                  </a:cubicBezTo>
                  <a:cubicBezTo>
                    <a:pt x="346" y="661"/>
                    <a:pt x="339" y="683"/>
                    <a:pt x="348" y="712"/>
                  </a:cubicBezTo>
                  <a:cubicBezTo>
                    <a:pt x="305" y="679"/>
                    <a:pt x="266" y="640"/>
                    <a:pt x="232" y="606"/>
                  </a:cubicBezTo>
                  <a:close/>
                  <a:moveTo>
                    <a:pt x="501" y="780"/>
                  </a:moveTo>
                  <a:cubicBezTo>
                    <a:pt x="482" y="778"/>
                    <a:pt x="463" y="773"/>
                    <a:pt x="444" y="766"/>
                  </a:cubicBezTo>
                  <a:cubicBezTo>
                    <a:pt x="442" y="766"/>
                    <a:pt x="442" y="762"/>
                    <a:pt x="444" y="761"/>
                  </a:cubicBezTo>
                  <a:cubicBezTo>
                    <a:pt x="458" y="753"/>
                    <a:pt x="468" y="742"/>
                    <a:pt x="478" y="730"/>
                  </a:cubicBezTo>
                  <a:cubicBezTo>
                    <a:pt x="479" y="729"/>
                    <a:pt x="481" y="729"/>
                    <a:pt x="481" y="730"/>
                  </a:cubicBezTo>
                  <a:cubicBezTo>
                    <a:pt x="483" y="742"/>
                    <a:pt x="489" y="751"/>
                    <a:pt x="495" y="760"/>
                  </a:cubicBezTo>
                  <a:cubicBezTo>
                    <a:pt x="498" y="764"/>
                    <a:pt x="501" y="769"/>
                    <a:pt x="504" y="775"/>
                  </a:cubicBezTo>
                  <a:cubicBezTo>
                    <a:pt x="506" y="778"/>
                    <a:pt x="503" y="780"/>
                    <a:pt x="501" y="780"/>
                  </a:cubicBezTo>
                  <a:close/>
                  <a:moveTo>
                    <a:pt x="482" y="698"/>
                  </a:moveTo>
                  <a:cubicBezTo>
                    <a:pt x="482" y="699"/>
                    <a:pt x="482" y="699"/>
                    <a:pt x="482" y="699"/>
                  </a:cubicBezTo>
                  <a:cubicBezTo>
                    <a:pt x="479" y="701"/>
                    <a:pt x="477" y="704"/>
                    <a:pt x="475" y="707"/>
                  </a:cubicBezTo>
                  <a:cubicBezTo>
                    <a:pt x="460" y="727"/>
                    <a:pt x="447" y="744"/>
                    <a:pt x="423" y="753"/>
                  </a:cubicBezTo>
                  <a:cubicBezTo>
                    <a:pt x="421" y="753"/>
                    <a:pt x="417" y="755"/>
                    <a:pt x="413" y="753"/>
                  </a:cubicBezTo>
                  <a:cubicBezTo>
                    <a:pt x="401" y="747"/>
                    <a:pt x="389" y="740"/>
                    <a:pt x="378" y="733"/>
                  </a:cubicBezTo>
                  <a:cubicBezTo>
                    <a:pt x="377" y="732"/>
                    <a:pt x="375" y="730"/>
                    <a:pt x="371" y="724"/>
                  </a:cubicBezTo>
                  <a:cubicBezTo>
                    <a:pt x="357" y="698"/>
                    <a:pt x="357" y="681"/>
                    <a:pt x="367" y="655"/>
                  </a:cubicBezTo>
                  <a:cubicBezTo>
                    <a:pt x="393" y="656"/>
                    <a:pt x="410" y="642"/>
                    <a:pt x="427" y="629"/>
                  </a:cubicBezTo>
                  <a:cubicBezTo>
                    <a:pt x="436" y="622"/>
                    <a:pt x="436" y="622"/>
                    <a:pt x="436" y="622"/>
                  </a:cubicBezTo>
                  <a:cubicBezTo>
                    <a:pt x="437" y="621"/>
                    <a:pt x="437" y="621"/>
                    <a:pt x="437" y="621"/>
                  </a:cubicBezTo>
                  <a:cubicBezTo>
                    <a:pt x="450" y="612"/>
                    <a:pt x="454" y="611"/>
                    <a:pt x="456" y="612"/>
                  </a:cubicBezTo>
                  <a:cubicBezTo>
                    <a:pt x="457" y="612"/>
                    <a:pt x="458" y="612"/>
                    <a:pt x="458" y="613"/>
                  </a:cubicBezTo>
                  <a:cubicBezTo>
                    <a:pt x="462" y="619"/>
                    <a:pt x="466" y="625"/>
                    <a:pt x="471" y="631"/>
                  </a:cubicBezTo>
                  <a:cubicBezTo>
                    <a:pt x="480" y="645"/>
                    <a:pt x="490" y="660"/>
                    <a:pt x="494" y="675"/>
                  </a:cubicBezTo>
                  <a:cubicBezTo>
                    <a:pt x="495" y="677"/>
                    <a:pt x="495" y="682"/>
                    <a:pt x="492" y="686"/>
                  </a:cubicBezTo>
                  <a:cubicBezTo>
                    <a:pt x="488" y="690"/>
                    <a:pt x="485" y="694"/>
                    <a:pt x="482" y="698"/>
                  </a:cubicBezTo>
                  <a:close/>
                  <a:moveTo>
                    <a:pt x="613" y="753"/>
                  </a:moveTo>
                  <a:cubicBezTo>
                    <a:pt x="612" y="758"/>
                    <a:pt x="607" y="761"/>
                    <a:pt x="605" y="762"/>
                  </a:cubicBezTo>
                  <a:cubicBezTo>
                    <a:pt x="595" y="766"/>
                    <a:pt x="585" y="769"/>
                    <a:pt x="574" y="773"/>
                  </a:cubicBezTo>
                  <a:cubicBezTo>
                    <a:pt x="559" y="777"/>
                    <a:pt x="544" y="780"/>
                    <a:pt x="529" y="780"/>
                  </a:cubicBezTo>
                  <a:cubicBezTo>
                    <a:pt x="524" y="781"/>
                    <a:pt x="523" y="777"/>
                    <a:pt x="522" y="776"/>
                  </a:cubicBezTo>
                  <a:cubicBezTo>
                    <a:pt x="519" y="768"/>
                    <a:pt x="515" y="761"/>
                    <a:pt x="511" y="755"/>
                  </a:cubicBezTo>
                  <a:cubicBezTo>
                    <a:pt x="518" y="755"/>
                    <a:pt x="525" y="751"/>
                    <a:pt x="530" y="748"/>
                  </a:cubicBezTo>
                  <a:cubicBezTo>
                    <a:pt x="536" y="745"/>
                    <a:pt x="536" y="745"/>
                    <a:pt x="536" y="745"/>
                  </a:cubicBezTo>
                  <a:cubicBezTo>
                    <a:pt x="550" y="737"/>
                    <a:pt x="562" y="735"/>
                    <a:pt x="576" y="737"/>
                  </a:cubicBezTo>
                  <a:cubicBezTo>
                    <a:pt x="595" y="741"/>
                    <a:pt x="595" y="741"/>
                    <a:pt x="595" y="741"/>
                  </a:cubicBezTo>
                  <a:cubicBezTo>
                    <a:pt x="608" y="744"/>
                    <a:pt x="608" y="744"/>
                    <a:pt x="608" y="744"/>
                  </a:cubicBezTo>
                  <a:cubicBezTo>
                    <a:pt x="609" y="744"/>
                    <a:pt x="609" y="744"/>
                    <a:pt x="609" y="744"/>
                  </a:cubicBezTo>
                  <a:cubicBezTo>
                    <a:pt x="611" y="744"/>
                    <a:pt x="613" y="744"/>
                    <a:pt x="615" y="745"/>
                  </a:cubicBezTo>
                  <a:cubicBezTo>
                    <a:pt x="614" y="747"/>
                    <a:pt x="613" y="750"/>
                    <a:pt x="613" y="753"/>
                  </a:cubicBezTo>
                  <a:close/>
                  <a:moveTo>
                    <a:pt x="611" y="736"/>
                  </a:moveTo>
                  <a:cubicBezTo>
                    <a:pt x="610" y="736"/>
                    <a:pt x="610" y="736"/>
                    <a:pt x="610" y="736"/>
                  </a:cubicBezTo>
                  <a:cubicBezTo>
                    <a:pt x="597" y="733"/>
                    <a:pt x="597" y="733"/>
                    <a:pt x="597" y="733"/>
                  </a:cubicBezTo>
                  <a:cubicBezTo>
                    <a:pt x="578" y="729"/>
                    <a:pt x="578" y="729"/>
                    <a:pt x="578" y="729"/>
                  </a:cubicBezTo>
                  <a:cubicBezTo>
                    <a:pt x="561" y="727"/>
                    <a:pt x="548" y="729"/>
                    <a:pt x="532" y="737"/>
                  </a:cubicBezTo>
                  <a:cubicBezTo>
                    <a:pt x="526" y="741"/>
                    <a:pt x="526" y="741"/>
                    <a:pt x="526" y="741"/>
                  </a:cubicBezTo>
                  <a:cubicBezTo>
                    <a:pt x="520" y="745"/>
                    <a:pt x="513" y="749"/>
                    <a:pt x="507" y="746"/>
                  </a:cubicBezTo>
                  <a:cubicBezTo>
                    <a:pt x="506" y="746"/>
                    <a:pt x="506" y="746"/>
                    <a:pt x="505" y="746"/>
                  </a:cubicBezTo>
                  <a:cubicBezTo>
                    <a:pt x="498" y="735"/>
                    <a:pt x="494" y="726"/>
                    <a:pt x="496" y="710"/>
                  </a:cubicBezTo>
                  <a:cubicBezTo>
                    <a:pt x="496" y="708"/>
                    <a:pt x="499" y="702"/>
                    <a:pt x="500" y="701"/>
                  </a:cubicBezTo>
                  <a:cubicBezTo>
                    <a:pt x="507" y="692"/>
                    <a:pt x="515" y="684"/>
                    <a:pt x="524" y="677"/>
                  </a:cubicBezTo>
                  <a:cubicBezTo>
                    <a:pt x="531" y="672"/>
                    <a:pt x="538" y="668"/>
                    <a:pt x="545" y="664"/>
                  </a:cubicBezTo>
                  <a:cubicBezTo>
                    <a:pt x="551" y="661"/>
                    <a:pt x="555" y="664"/>
                    <a:pt x="557" y="665"/>
                  </a:cubicBezTo>
                  <a:cubicBezTo>
                    <a:pt x="560" y="667"/>
                    <a:pt x="563" y="670"/>
                    <a:pt x="566" y="672"/>
                  </a:cubicBezTo>
                  <a:cubicBezTo>
                    <a:pt x="578" y="683"/>
                    <a:pt x="590" y="692"/>
                    <a:pt x="613" y="689"/>
                  </a:cubicBezTo>
                  <a:cubicBezTo>
                    <a:pt x="614" y="689"/>
                    <a:pt x="618" y="690"/>
                    <a:pt x="619" y="692"/>
                  </a:cubicBezTo>
                  <a:cubicBezTo>
                    <a:pt x="621" y="698"/>
                    <a:pt x="623" y="704"/>
                    <a:pt x="623" y="709"/>
                  </a:cubicBezTo>
                  <a:cubicBezTo>
                    <a:pt x="623" y="718"/>
                    <a:pt x="620" y="727"/>
                    <a:pt x="617" y="736"/>
                  </a:cubicBezTo>
                  <a:cubicBezTo>
                    <a:pt x="615" y="737"/>
                    <a:pt x="614" y="736"/>
                    <a:pt x="611" y="736"/>
                  </a:cubicBezTo>
                  <a:close/>
                  <a:moveTo>
                    <a:pt x="713" y="698"/>
                  </a:moveTo>
                  <a:cubicBezTo>
                    <a:pt x="691" y="718"/>
                    <a:pt x="665" y="735"/>
                    <a:pt x="634" y="750"/>
                  </a:cubicBezTo>
                  <a:cubicBezTo>
                    <a:pt x="633" y="751"/>
                    <a:pt x="630" y="750"/>
                    <a:pt x="631" y="747"/>
                  </a:cubicBezTo>
                  <a:cubicBezTo>
                    <a:pt x="631" y="746"/>
                    <a:pt x="632" y="744"/>
                    <a:pt x="632" y="743"/>
                  </a:cubicBezTo>
                  <a:cubicBezTo>
                    <a:pt x="635" y="732"/>
                    <a:pt x="639" y="721"/>
                    <a:pt x="639" y="709"/>
                  </a:cubicBezTo>
                  <a:cubicBezTo>
                    <a:pt x="639" y="708"/>
                    <a:pt x="639" y="706"/>
                    <a:pt x="639" y="705"/>
                  </a:cubicBezTo>
                  <a:cubicBezTo>
                    <a:pt x="638" y="702"/>
                    <a:pt x="641" y="702"/>
                    <a:pt x="642" y="702"/>
                  </a:cubicBezTo>
                  <a:cubicBezTo>
                    <a:pt x="654" y="704"/>
                    <a:pt x="668" y="702"/>
                    <a:pt x="679" y="700"/>
                  </a:cubicBezTo>
                  <a:cubicBezTo>
                    <a:pt x="692" y="697"/>
                    <a:pt x="702" y="696"/>
                    <a:pt x="712" y="695"/>
                  </a:cubicBezTo>
                  <a:cubicBezTo>
                    <a:pt x="713" y="695"/>
                    <a:pt x="714" y="697"/>
                    <a:pt x="713" y="698"/>
                  </a:cubicBezTo>
                  <a:close/>
                  <a:moveTo>
                    <a:pt x="758" y="646"/>
                  </a:moveTo>
                  <a:cubicBezTo>
                    <a:pt x="751" y="655"/>
                    <a:pt x="744" y="665"/>
                    <a:pt x="737" y="674"/>
                  </a:cubicBezTo>
                  <a:cubicBezTo>
                    <a:pt x="735" y="675"/>
                    <a:pt x="731" y="679"/>
                    <a:pt x="726" y="679"/>
                  </a:cubicBezTo>
                  <a:cubicBezTo>
                    <a:pt x="712" y="679"/>
                    <a:pt x="701" y="680"/>
                    <a:pt x="687" y="682"/>
                  </a:cubicBezTo>
                  <a:cubicBezTo>
                    <a:pt x="690" y="676"/>
                    <a:pt x="692" y="671"/>
                    <a:pt x="695" y="666"/>
                  </a:cubicBezTo>
                  <a:cubicBezTo>
                    <a:pt x="696" y="666"/>
                    <a:pt x="697" y="666"/>
                    <a:pt x="697" y="666"/>
                  </a:cubicBezTo>
                  <a:cubicBezTo>
                    <a:pt x="698" y="665"/>
                    <a:pt x="700" y="663"/>
                    <a:pt x="699" y="660"/>
                  </a:cubicBezTo>
                  <a:cubicBezTo>
                    <a:pt x="699" y="660"/>
                    <a:pt x="699" y="660"/>
                    <a:pt x="698" y="660"/>
                  </a:cubicBezTo>
                  <a:cubicBezTo>
                    <a:pt x="704" y="651"/>
                    <a:pt x="710" y="644"/>
                    <a:pt x="720" y="638"/>
                  </a:cubicBezTo>
                  <a:cubicBezTo>
                    <a:pt x="722" y="636"/>
                    <a:pt x="722" y="636"/>
                    <a:pt x="722" y="636"/>
                  </a:cubicBezTo>
                  <a:cubicBezTo>
                    <a:pt x="728" y="632"/>
                    <a:pt x="732" y="629"/>
                    <a:pt x="736" y="621"/>
                  </a:cubicBezTo>
                  <a:cubicBezTo>
                    <a:pt x="743" y="629"/>
                    <a:pt x="750" y="635"/>
                    <a:pt x="756" y="640"/>
                  </a:cubicBezTo>
                  <a:cubicBezTo>
                    <a:pt x="757" y="641"/>
                    <a:pt x="760" y="643"/>
                    <a:pt x="758" y="646"/>
                  </a:cubicBezTo>
                  <a:close/>
                  <a:moveTo>
                    <a:pt x="793" y="582"/>
                  </a:moveTo>
                  <a:cubicBezTo>
                    <a:pt x="786" y="597"/>
                    <a:pt x="779" y="612"/>
                    <a:pt x="770" y="626"/>
                  </a:cubicBezTo>
                  <a:cubicBezTo>
                    <a:pt x="770" y="627"/>
                    <a:pt x="766" y="628"/>
                    <a:pt x="765" y="627"/>
                  </a:cubicBezTo>
                  <a:cubicBezTo>
                    <a:pt x="758" y="621"/>
                    <a:pt x="750" y="613"/>
                    <a:pt x="742" y="604"/>
                  </a:cubicBezTo>
                  <a:cubicBezTo>
                    <a:pt x="742" y="604"/>
                    <a:pt x="743" y="602"/>
                    <a:pt x="745" y="602"/>
                  </a:cubicBezTo>
                  <a:cubicBezTo>
                    <a:pt x="754" y="599"/>
                    <a:pt x="763" y="594"/>
                    <a:pt x="771" y="589"/>
                  </a:cubicBezTo>
                  <a:cubicBezTo>
                    <a:pt x="778" y="585"/>
                    <a:pt x="784" y="582"/>
                    <a:pt x="790" y="580"/>
                  </a:cubicBezTo>
                  <a:cubicBezTo>
                    <a:pt x="791" y="579"/>
                    <a:pt x="793" y="581"/>
                    <a:pt x="793" y="582"/>
                  </a:cubicBezTo>
                  <a:close/>
                  <a:moveTo>
                    <a:pt x="809" y="540"/>
                  </a:moveTo>
                  <a:cubicBezTo>
                    <a:pt x="806" y="546"/>
                    <a:pt x="804" y="552"/>
                    <a:pt x="802" y="558"/>
                  </a:cubicBezTo>
                  <a:cubicBezTo>
                    <a:pt x="802" y="559"/>
                    <a:pt x="798" y="562"/>
                    <a:pt x="797" y="562"/>
                  </a:cubicBezTo>
                  <a:cubicBezTo>
                    <a:pt x="784" y="563"/>
                    <a:pt x="773" y="570"/>
                    <a:pt x="763" y="576"/>
                  </a:cubicBezTo>
                  <a:cubicBezTo>
                    <a:pt x="752" y="582"/>
                    <a:pt x="742" y="588"/>
                    <a:pt x="731" y="586"/>
                  </a:cubicBezTo>
                  <a:cubicBezTo>
                    <a:pt x="730" y="586"/>
                    <a:pt x="725" y="583"/>
                    <a:pt x="724" y="581"/>
                  </a:cubicBezTo>
                  <a:cubicBezTo>
                    <a:pt x="722" y="577"/>
                    <a:pt x="719" y="573"/>
                    <a:pt x="718" y="569"/>
                  </a:cubicBezTo>
                  <a:cubicBezTo>
                    <a:pt x="716" y="566"/>
                    <a:pt x="714" y="562"/>
                    <a:pt x="713" y="558"/>
                  </a:cubicBezTo>
                  <a:cubicBezTo>
                    <a:pt x="713" y="557"/>
                    <a:pt x="713" y="551"/>
                    <a:pt x="713" y="550"/>
                  </a:cubicBezTo>
                  <a:cubicBezTo>
                    <a:pt x="715" y="544"/>
                    <a:pt x="718" y="537"/>
                    <a:pt x="721" y="530"/>
                  </a:cubicBezTo>
                  <a:cubicBezTo>
                    <a:pt x="725" y="519"/>
                    <a:pt x="730" y="508"/>
                    <a:pt x="732" y="499"/>
                  </a:cubicBezTo>
                  <a:cubicBezTo>
                    <a:pt x="732" y="498"/>
                    <a:pt x="734" y="495"/>
                    <a:pt x="737" y="495"/>
                  </a:cubicBezTo>
                  <a:cubicBezTo>
                    <a:pt x="743" y="495"/>
                    <a:pt x="748" y="496"/>
                    <a:pt x="754" y="497"/>
                  </a:cubicBezTo>
                  <a:cubicBezTo>
                    <a:pt x="771" y="501"/>
                    <a:pt x="783" y="513"/>
                    <a:pt x="796" y="525"/>
                  </a:cubicBezTo>
                  <a:cubicBezTo>
                    <a:pt x="799" y="528"/>
                    <a:pt x="803" y="532"/>
                    <a:pt x="806" y="535"/>
                  </a:cubicBezTo>
                  <a:cubicBezTo>
                    <a:pt x="807" y="536"/>
                    <a:pt x="809" y="539"/>
                    <a:pt x="809" y="540"/>
                  </a:cubicBezTo>
                  <a:close/>
                  <a:moveTo>
                    <a:pt x="828" y="478"/>
                  </a:moveTo>
                  <a:cubicBezTo>
                    <a:pt x="824" y="492"/>
                    <a:pt x="819" y="507"/>
                    <a:pt x="815" y="521"/>
                  </a:cubicBezTo>
                  <a:cubicBezTo>
                    <a:pt x="812" y="519"/>
                    <a:pt x="810" y="516"/>
                    <a:pt x="807" y="514"/>
                  </a:cubicBezTo>
                  <a:cubicBezTo>
                    <a:pt x="796" y="504"/>
                    <a:pt x="785" y="493"/>
                    <a:pt x="771" y="487"/>
                  </a:cubicBezTo>
                  <a:cubicBezTo>
                    <a:pt x="784" y="478"/>
                    <a:pt x="795" y="465"/>
                    <a:pt x="805" y="454"/>
                  </a:cubicBezTo>
                  <a:cubicBezTo>
                    <a:pt x="819" y="439"/>
                    <a:pt x="831" y="424"/>
                    <a:pt x="847" y="417"/>
                  </a:cubicBezTo>
                  <a:cubicBezTo>
                    <a:pt x="840" y="437"/>
                    <a:pt x="834" y="457"/>
                    <a:pt x="828" y="478"/>
                  </a:cubicBezTo>
                  <a:close/>
                  <a:moveTo>
                    <a:pt x="854" y="398"/>
                  </a:moveTo>
                  <a:cubicBezTo>
                    <a:pt x="845" y="400"/>
                    <a:pt x="838" y="403"/>
                    <a:pt x="831" y="408"/>
                  </a:cubicBezTo>
                  <a:cubicBezTo>
                    <a:pt x="830" y="403"/>
                    <a:pt x="829" y="396"/>
                    <a:pt x="828" y="391"/>
                  </a:cubicBezTo>
                  <a:cubicBezTo>
                    <a:pt x="827" y="385"/>
                    <a:pt x="827" y="385"/>
                    <a:pt x="827" y="385"/>
                  </a:cubicBezTo>
                  <a:cubicBezTo>
                    <a:pt x="823" y="364"/>
                    <a:pt x="823" y="349"/>
                    <a:pt x="827" y="339"/>
                  </a:cubicBezTo>
                  <a:cubicBezTo>
                    <a:pt x="851" y="327"/>
                    <a:pt x="878" y="318"/>
                    <a:pt x="908" y="312"/>
                  </a:cubicBezTo>
                  <a:cubicBezTo>
                    <a:pt x="884" y="335"/>
                    <a:pt x="867" y="365"/>
                    <a:pt x="854" y="398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417">
              <a:extLst>
                <a:ext uri="{FF2B5EF4-FFF2-40B4-BE49-F238E27FC236}">
                  <a16:creationId xmlns:a16="http://schemas.microsoft.com/office/drawing/2014/main" id="{39E4343F-72ED-4F0F-ACE8-86D45182EA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1" y="707"/>
              <a:ext cx="1919" cy="2845"/>
            </a:xfrm>
            <a:custGeom>
              <a:avLst/>
              <a:gdLst>
                <a:gd name="T0" fmla="*/ 0 w 574"/>
                <a:gd name="T1" fmla="*/ 3177 h 798"/>
                <a:gd name="T2" fmla="*/ 2170 w 574"/>
                <a:gd name="T3" fmla="*/ 5886 h 798"/>
                <a:gd name="T4" fmla="*/ 3955 w 574"/>
                <a:gd name="T5" fmla="*/ 4752 h 798"/>
                <a:gd name="T6" fmla="*/ 5834 w 574"/>
                <a:gd name="T7" fmla="*/ 14592 h 798"/>
                <a:gd name="T8" fmla="*/ 6238 w 574"/>
                <a:gd name="T9" fmla="*/ 18710 h 798"/>
                <a:gd name="T10" fmla="*/ 2313 w 574"/>
                <a:gd name="T11" fmla="*/ 18810 h 798"/>
                <a:gd name="T12" fmla="*/ 2581 w 574"/>
                <a:gd name="T13" fmla="*/ 22521 h 798"/>
                <a:gd name="T14" fmla="*/ 3253 w 574"/>
                <a:gd name="T15" fmla="*/ 24924 h 798"/>
                <a:gd name="T16" fmla="*/ 4483 w 574"/>
                <a:gd name="T17" fmla="*/ 26464 h 798"/>
                <a:gd name="T18" fmla="*/ 4035 w 574"/>
                <a:gd name="T19" fmla="*/ 28635 h 798"/>
                <a:gd name="T20" fmla="*/ 3510 w 574"/>
                <a:gd name="T21" fmla="*/ 30136 h 798"/>
                <a:gd name="T22" fmla="*/ 4894 w 574"/>
                <a:gd name="T23" fmla="*/ 31994 h 798"/>
                <a:gd name="T24" fmla="*/ 3220 w 574"/>
                <a:gd name="T25" fmla="*/ 32896 h 798"/>
                <a:gd name="T26" fmla="*/ 4336 w 574"/>
                <a:gd name="T27" fmla="*/ 33580 h 798"/>
                <a:gd name="T28" fmla="*/ 3062 w 574"/>
                <a:gd name="T29" fmla="*/ 34889 h 798"/>
                <a:gd name="T30" fmla="*/ 15101 w 574"/>
                <a:gd name="T31" fmla="*/ 16942 h 798"/>
                <a:gd name="T32" fmla="*/ 9792 w 574"/>
                <a:gd name="T33" fmla="*/ 13141 h 798"/>
                <a:gd name="T34" fmla="*/ 11019 w 574"/>
                <a:gd name="T35" fmla="*/ 10054 h 798"/>
                <a:gd name="T36" fmla="*/ 12216 w 574"/>
                <a:gd name="T37" fmla="*/ 17348 h 798"/>
                <a:gd name="T38" fmla="*/ 10986 w 574"/>
                <a:gd name="T39" fmla="*/ 20300 h 798"/>
                <a:gd name="T40" fmla="*/ 7847 w 574"/>
                <a:gd name="T41" fmla="*/ 19305 h 798"/>
                <a:gd name="T42" fmla="*/ 12517 w 574"/>
                <a:gd name="T43" fmla="*/ 10193 h 798"/>
                <a:gd name="T44" fmla="*/ 6763 w 574"/>
                <a:gd name="T45" fmla="*/ 4435 h 798"/>
                <a:gd name="T46" fmla="*/ 6874 w 574"/>
                <a:gd name="T47" fmla="*/ 6927 h 798"/>
                <a:gd name="T48" fmla="*/ 6763 w 574"/>
                <a:gd name="T49" fmla="*/ 4435 h 798"/>
                <a:gd name="T50" fmla="*/ 6874 w 574"/>
                <a:gd name="T51" fmla="*/ 9380 h 798"/>
                <a:gd name="T52" fmla="*/ 6091 w 574"/>
                <a:gd name="T53" fmla="*/ 3989 h 798"/>
                <a:gd name="T54" fmla="*/ 3477 w 574"/>
                <a:gd name="T55" fmla="*/ 3355 h 798"/>
                <a:gd name="T56" fmla="*/ 8562 w 574"/>
                <a:gd name="T57" fmla="*/ 12646 h 798"/>
                <a:gd name="T58" fmla="*/ 7479 w 574"/>
                <a:gd name="T59" fmla="*/ 12774 h 798"/>
                <a:gd name="T60" fmla="*/ 6987 w 574"/>
                <a:gd name="T61" fmla="*/ 17986 h 798"/>
                <a:gd name="T62" fmla="*/ 6951 w 574"/>
                <a:gd name="T63" fmla="*/ 19890 h 798"/>
                <a:gd name="T64" fmla="*/ 9488 w 574"/>
                <a:gd name="T65" fmla="*/ 19854 h 798"/>
                <a:gd name="T66" fmla="*/ 6797 w 574"/>
                <a:gd name="T67" fmla="*/ 21708 h 798"/>
                <a:gd name="T68" fmla="*/ 7990 w 574"/>
                <a:gd name="T69" fmla="*/ 23605 h 798"/>
                <a:gd name="T70" fmla="*/ 6797 w 574"/>
                <a:gd name="T71" fmla="*/ 22521 h 798"/>
                <a:gd name="T72" fmla="*/ 6091 w 574"/>
                <a:gd name="T73" fmla="*/ 21252 h 798"/>
                <a:gd name="T74" fmla="*/ 2728 w 574"/>
                <a:gd name="T75" fmla="*/ 21391 h 798"/>
                <a:gd name="T76" fmla="*/ 5376 w 574"/>
                <a:gd name="T77" fmla="*/ 24696 h 798"/>
                <a:gd name="T78" fmla="*/ 7208 w 574"/>
                <a:gd name="T79" fmla="*/ 24061 h 798"/>
                <a:gd name="T80" fmla="*/ 8405 w 574"/>
                <a:gd name="T81" fmla="*/ 28407 h 798"/>
                <a:gd name="T82" fmla="*/ 5266 w 574"/>
                <a:gd name="T83" fmla="*/ 28140 h 798"/>
                <a:gd name="T84" fmla="*/ 4818 w 574"/>
                <a:gd name="T85" fmla="*/ 28001 h 798"/>
                <a:gd name="T86" fmla="*/ 6987 w 574"/>
                <a:gd name="T87" fmla="*/ 30810 h 798"/>
                <a:gd name="T88" fmla="*/ 4784 w 574"/>
                <a:gd name="T89" fmla="*/ 29274 h 798"/>
                <a:gd name="T90" fmla="*/ 5490 w 574"/>
                <a:gd name="T91" fmla="*/ 31994 h 798"/>
                <a:gd name="T92" fmla="*/ 8261 w 574"/>
                <a:gd name="T93" fmla="*/ 31495 h 798"/>
                <a:gd name="T94" fmla="*/ 7589 w 574"/>
                <a:gd name="T95" fmla="*/ 30047 h 798"/>
                <a:gd name="T96" fmla="*/ 8595 w 574"/>
                <a:gd name="T97" fmla="*/ 28689 h 798"/>
                <a:gd name="T98" fmla="*/ 10384 w 574"/>
                <a:gd name="T99" fmla="*/ 28229 h 798"/>
                <a:gd name="T100" fmla="*/ 11133 w 574"/>
                <a:gd name="T101" fmla="*/ 26147 h 798"/>
                <a:gd name="T102" fmla="*/ 10127 w 574"/>
                <a:gd name="T103" fmla="*/ 25969 h 798"/>
                <a:gd name="T104" fmla="*/ 8261 w 574"/>
                <a:gd name="T105" fmla="*/ 24785 h 798"/>
                <a:gd name="T106" fmla="*/ 11357 w 574"/>
                <a:gd name="T107" fmla="*/ 23655 h 798"/>
                <a:gd name="T108" fmla="*/ 11768 w 574"/>
                <a:gd name="T109" fmla="*/ 23159 h 798"/>
                <a:gd name="T110" fmla="*/ 13523 w 574"/>
                <a:gd name="T111" fmla="*/ 17897 h 798"/>
                <a:gd name="T112" fmla="*/ 15546 w 574"/>
                <a:gd name="T113" fmla="*/ 14008 h 7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74" h="798">
                  <a:moveTo>
                    <a:pt x="574" y="280"/>
                  </a:moveTo>
                  <a:cubicBezTo>
                    <a:pt x="531" y="273"/>
                    <a:pt x="493" y="271"/>
                    <a:pt x="459" y="272"/>
                  </a:cubicBezTo>
                  <a:cubicBezTo>
                    <a:pt x="446" y="273"/>
                    <a:pt x="415" y="270"/>
                    <a:pt x="386" y="240"/>
                  </a:cubicBezTo>
                  <a:cubicBezTo>
                    <a:pt x="379" y="232"/>
                    <a:pt x="372" y="224"/>
                    <a:pt x="364" y="216"/>
                  </a:cubicBezTo>
                  <a:cubicBezTo>
                    <a:pt x="285" y="129"/>
                    <a:pt x="163" y="0"/>
                    <a:pt x="0" y="70"/>
                  </a:cubicBezTo>
                  <a:cubicBezTo>
                    <a:pt x="2" y="78"/>
                    <a:pt x="4" y="86"/>
                    <a:pt x="5" y="94"/>
                  </a:cubicBezTo>
                  <a:cubicBezTo>
                    <a:pt x="27" y="85"/>
                    <a:pt x="47" y="79"/>
                    <a:pt x="67" y="76"/>
                  </a:cubicBezTo>
                  <a:cubicBezTo>
                    <a:pt x="76" y="82"/>
                    <a:pt x="85" y="88"/>
                    <a:pt x="94" y="95"/>
                  </a:cubicBezTo>
                  <a:cubicBezTo>
                    <a:pt x="89" y="105"/>
                    <a:pt x="84" y="111"/>
                    <a:pt x="73" y="120"/>
                  </a:cubicBezTo>
                  <a:cubicBezTo>
                    <a:pt x="58" y="130"/>
                    <a:pt x="58" y="130"/>
                    <a:pt x="58" y="130"/>
                  </a:cubicBezTo>
                  <a:cubicBezTo>
                    <a:pt x="53" y="134"/>
                    <a:pt x="48" y="137"/>
                    <a:pt x="43" y="141"/>
                  </a:cubicBezTo>
                  <a:cubicBezTo>
                    <a:pt x="50" y="143"/>
                    <a:pt x="56" y="144"/>
                    <a:pt x="63" y="146"/>
                  </a:cubicBezTo>
                  <a:cubicBezTo>
                    <a:pt x="64" y="146"/>
                    <a:pt x="65" y="145"/>
                    <a:pt x="67" y="144"/>
                  </a:cubicBezTo>
                  <a:cubicBezTo>
                    <a:pt x="83" y="132"/>
                    <a:pt x="83" y="132"/>
                    <a:pt x="83" y="132"/>
                  </a:cubicBezTo>
                  <a:cubicBezTo>
                    <a:pt x="95" y="123"/>
                    <a:pt x="101" y="115"/>
                    <a:pt x="106" y="105"/>
                  </a:cubicBezTo>
                  <a:cubicBezTo>
                    <a:pt x="126" y="122"/>
                    <a:pt x="141" y="139"/>
                    <a:pt x="151" y="156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70" y="189"/>
                    <a:pt x="174" y="224"/>
                    <a:pt x="164" y="262"/>
                  </a:cubicBezTo>
                  <a:cubicBezTo>
                    <a:pt x="159" y="282"/>
                    <a:pt x="157" y="302"/>
                    <a:pt x="156" y="322"/>
                  </a:cubicBezTo>
                  <a:cubicBezTo>
                    <a:pt x="149" y="316"/>
                    <a:pt x="143" y="310"/>
                    <a:pt x="137" y="303"/>
                  </a:cubicBezTo>
                  <a:cubicBezTo>
                    <a:pt x="135" y="309"/>
                    <a:pt x="133" y="315"/>
                    <a:pt x="131" y="320"/>
                  </a:cubicBezTo>
                  <a:cubicBezTo>
                    <a:pt x="138" y="328"/>
                    <a:pt x="147" y="335"/>
                    <a:pt x="157" y="342"/>
                  </a:cubicBezTo>
                  <a:cubicBezTo>
                    <a:pt x="159" y="362"/>
                    <a:pt x="163" y="383"/>
                    <a:pt x="169" y="406"/>
                  </a:cubicBezTo>
                  <a:cubicBezTo>
                    <a:pt x="170" y="407"/>
                    <a:pt x="168" y="412"/>
                    <a:pt x="167" y="413"/>
                  </a:cubicBezTo>
                  <a:cubicBezTo>
                    <a:pt x="149" y="428"/>
                    <a:pt x="130" y="441"/>
                    <a:pt x="111" y="453"/>
                  </a:cubicBezTo>
                  <a:cubicBezTo>
                    <a:pt x="102" y="438"/>
                    <a:pt x="93" y="427"/>
                    <a:pt x="74" y="419"/>
                  </a:cubicBezTo>
                  <a:cubicBezTo>
                    <a:pt x="73" y="418"/>
                    <a:pt x="72" y="417"/>
                    <a:pt x="71" y="417"/>
                  </a:cubicBezTo>
                  <a:cubicBezTo>
                    <a:pt x="71" y="417"/>
                    <a:pt x="70" y="417"/>
                    <a:pt x="70" y="417"/>
                  </a:cubicBezTo>
                  <a:cubicBezTo>
                    <a:pt x="65" y="415"/>
                    <a:pt x="67" y="417"/>
                    <a:pt x="62" y="415"/>
                  </a:cubicBezTo>
                  <a:cubicBezTo>
                    <a:pt x="61" y="417"/>
                    <a:pt x="60" y="419"/>
                    <a:pt x="59" y="422"/>
                  </a:cubicBezTo>
                  <a:cubicBezTo>
                    <a:pt x="64" y="424"/>
                    <a:pt x="61" y="422"/>
                    <a:pt x="66" y="424"/>
                  </a:cubicBezTo>
                  <a:cubicBezTo>
                    <a:pt x="63" y="439"/>
                    <a:pt x="60" y="459"/>
                    <a:pt x="66" y="474"/>
                  </a:cubicBezTo>
                  <a:cubicBezTo>
                    <a:pt x="64" y="475"/>
                    <a:pt x="63" y="476"/>
                    <a:pt x="61" y="476"/>
                  </a:cubicBezTo>
                  <a:cubicBezTo>
                    <a:pt x="63" y="483"/>
                    <a:pt x="65" y="490"/>
                    <a:pt x="69" y="497"/>
                  </a:cubicBezTo>
                  <a:cubicBezTo>
                    <a:pt x="71" y="500"/>
                    <a:pt x="73" y="502"/>
                    <a:pt x="75" y="505"/>
                  </a:cubicBezTo>
                  <a:cubicBezTo>
                    <a:pt x="84" y="502"/>
                    <a:pt x="92" y="499"/>
                    <a:pt x="100" y="495"/>
                  </a:cubicBezTo>
                  <a:cubicBezTo>
                    <a:pt x="104" y="493"/>
                    <a:pt x="106" y="495"/>
                    <a:pt x="107" y="495"/>
                  </a:cubicBezTo>
                  <a:cubicBezTo>
                    <a:pt x="133" y="516"/>
                    <a:pt x="131" y="541"/>
                    <a:pt x="124" y="570"/>
                  </a:cubicBezTo>
                  <a:cubicBezTo>
                    <a:pt x="115" y="562"/>
                    <a:pt x="103" y="553"/>
                    <a:pt x="87" y="550"/>
                  </a:cubicBezTo>
                  <a:cubicBezTo>
                    <a:pt x="86" y="552"/>
                    <a:pt x="84" y="554"/>
                    <a:pt x="83" y="557"/>
                  </a:cubicBezTo>
                  <a:cubicBezTo>
                    <a:pt x="84" y="557"/>
                    <a:pt x="84" y="557"/>
                    <a:pt x="85" y="557"/>
                  </a:cubicBezTo>
                  <a:cubicBezTo>
                    <a:pt x="97" y="560"/>
                    <a:pt x="108" y="566"/>
                    <a:pt x="121" y="578"/>
                  </a:cubicBezTo>
                  <a:cubicBezTo>
                    <a:pt x="121" y="578"/>
                    <a:pt x="121" y="578"/>
                    <a:pt x="122" y="578"/>
                  </a:cubicBezTo>
                  <a:cubicBezTo>
                    <a:pt x="121" y="580"/>
                    <a:pt x="121" y="582"/>
                    <a:pt x="120" y="584"/>
                  </a:cubicBezTo>
                  <a:cubicBezTo>
                    <a:pt x="120" y="588"/>
                    <a:pt x="119" y="591"/>
                    <a:pt x="118" y="595"/>
                  </a:cubicBezTo>
                  <a:cubicBezTo>
                    <a:pt x="117" y="599"/>
                    <a:pt x="113" y="605"/>
                    <a:pt x="113" y="605"/>
                  </a:cubicBezTo>
                  <a:cubicBezTo>
                    <a:pt x="106" y="615"/>
                    <a:pt x="97" y="622"/>
                    <a:pt x="86" y="628"/>
                  </a:cubicBezTo>
                  <a:cubicBezTo>
                    <a:pt x="88" y="633"/>
                    <a:pt x="90" y="638"/>
                    <a:pt x="92" y="643"/>
                  </a:cubicBezTo>
                  <a:cubicBezTo>
                    <a:pt x="98" y="639"/>
                    <a:pt x="103" y="636"/>
                    <a:pt x="108" y="632"/>
                  </a:cubicBezTo>
                  <a:cubicBezTo>
                    <a:pt x="110" y="631"/>
                    <a:pt x="112" y="632"/>
                    <a:pt x="112" y="633"/>
                  </a:cubicBezTo>
                  <a:cubicBezTo>
                    <a:pt x="112" y="638"/>
                    <a:pt x="112" y="643"/>
                    <a:pt x="112" y="648"/>
                  </a:cubicBezTo>
                  <a:cubicBezTo>
                    <a:pt x="113" y="655"/>
                    <a:pt x="115" y="660"/>
                    <a:pt x="117" y="666"/>
                  </a:cubicBezTo>
                  <a:cubicBezTo>
                    <a:pt x="119" y="670"/>
                    <a:pt x="116" y="670"/>
                    <a:pt x="115" y="671"/>
                  </a:cubicBezTo>
                  <a:cubicBezTo>
                    <a:pt x="106" y="671"/>
                    <a:pt x="100" y="669"/>
                    <a:pt x="94" y="665"/>
                  </a:cubicBezTo>
                  <a:cubicBezTo>
                    <a:pt x="94" y="666"/>
                    <a:pt x="94" y="666"/>
                    <a:pt x="94" y="666"/>
                  </a:cubicBezTo>
                  <a:cubicBezTo>
                    <a:pt x="93" y="671"/>
                    <a:pt x="92" y="676"/>
                    <a:pt x="90" y="681"/>
                  </a:cubicBezTo>
                  <a:cubicBezTo>
                    <a:pt x="98" y="685"/>
                    <a:pt x="107" y="688"/>
                    <a:pt x="121" y="686"/>
                  </a:cubicBezTo>
                  <a:cubicBezTo>
                    <a:pt x="122" y="686"/>
                    <a:pt x="126" y="687"/>
                    <a:pt x="127" y="689"/>
                  </a:cubicBezTo>
                  <a:cubicBezTo>
                    <a:pt x="129" y="695"/>
                    <a:pt x="131" y="701"/>
                    <a:pt x="131" y="706"/>
                  </a:cubicBezTo>
                  <a:cubicBezTo>
                    <a:pt x="131" y="715"/>
                    <a:pt x="128" y="724"/>
                    <a:pt x="125" y="733"/>
                  </a:cubicBezTo>
                  <a:cubicBezTo>
                    <a:pt x="123" y="734"/>
                    <a:pt x="122" y="733"/>
                    <a:pt x="119" y="733"/>
                  </a:cubicBezTo>
                  <a:cubicBezTo>
                    <a:pt x="118" y="733"/>
                    <a:pt x="118" y="733"/>
                    <a:pt x="118" y="733"/>
                  </a:cubicBezTo>
                  <a:cubicBezTo>
                    <a:pt x="105" y="730"/>
                    <a:pt x="105" y="730"/>
                    <a:pt x="105" y="730"/>
                  </a:cubicBezTo>
                  <a:cubicBezTo>
                    <a:pt x="86" y="726"/>
                    <a:pt x="86" y="726"/>
                    <a:pt x="86" y="726"/>
                  </a:cubicBezTo>
                  <a:cubicBezTo>
                    <a:pt x="81" y="726"/>
                    <a:pt x="76" y="725"/>
                    <a:pt x="72" y="726"/>
                  </a:cubicBezTo>
                  <a:cubicBezTo>
                    <a:pt x="71" y="728"/>
                    <a:pt x="71" y="731"/>
                    <a:pt x="70" y="734"/>
                  </a:cubicBezTo>
                  <a:cubicBezTo>
                    <a:pt x="75" y="733"/>
                    <a:pt x="79" y="734"/>
                    <a:pt x="84" y="734"/>
                  </a:cubicBezTo>
                  <a:cubicBezTo>
                    <a:pt x="103" y="738"/>
                    <a:pt x="103" y="738"/>
                    <a:pt x="103" y="738"/>
                  </a:cubicBezTo>
                  <a:cubicBezTo>
                    <a:pt x="116" y="741"/>
                    <a:pt x="116" y="741"/>
                    <a:pt x="116" y="741"/>
                  </a:cubicBezTo>
                  <a:cubicBezTo>
                    <a:pt x="117" y="741"/>
                    <a:pt x="117" y="741"/>
                    <a:pt x="117" y="741"/>
                  </a:cubicBezTo>
                  <a:cubicBezTo>
                    <a:pt x="119" y="741"/>
                    <a:pt x="121" y="741"/>
                    <a:pt x="123" y="742"/>
                  </a:cubicBezTo>
                  <a:cubicBezTo>
                    <a:pt x="122" y="744"/>
                    <a:pt x="121" y="747"/>
                    <a:pt x="121" y="750"/>
                  </a:cubicBezTo>
                  <a:cubicBezTo>
                    <a:pt x="120" y="755"/>
                    <a:pt x="115" y="758"/>
                    <a:pt x="113" y="759"/>
                  </a:cubicBezTo>
                  <a:cubicBezTo>
                    <a:pt x="103" y="763"/>
                    <a:pt x="93" y="766"/>
                    <a:pt x="82" y="770"/>
                  </a:cubicBezTo>
                  <a:cubicBezTo>
                    <a:pt x="77" y="771"/>
                    <a:pt x="72" y="772"/>
                    <a:pt x="67" y="773"/>
                  </a:cubicBezTo>
                  <a:cubicBezTo>
                    <a:pt x="67" y="782"/>
                    <a:pt x="68" y="790"/>
                    <a:pt x="68" y="798"/>
                  </a:cubicBezTo>
                  <a:cubicBezTo>
                    <a:pt x="75" y="796"/>
                    <a:pt x="82" y="795"/>
                    <a:pt x="89" y="793"/>
                  </a:cubicBezTo>
                  <a:cubicBezTo>
                    <a:pt x="284" y="735"/>
                    <a:pt x="326" y="594"/>
                    <a:pt x="359" y="482"/>
                  </a:cubicBezTo>
                  <a:cubicBezTo>
                    <a:pt x="372" y="438"/>
                    <a:pt x="385" y="407"/>
                    <a:pt x="404" y="374"/>
                  </a:cubicBezTo>
                  <a:cubicBezTo>
                    <a:pt x="436" y="303"/>
                    <a:pt x="540" y="325"/>
                    <a:pt x="566" y="329"/>
                  </a:cubicBezTo>
                  <a:lnTo>
                    <a:pt x="574" y="280"/>
                  </a:lnTo>
                  <a:close/>
                  <a:moveTo>
                    <a:pt x="390" y="282"/>
                  </a:moveTo>
                  <a:cubicBezTo>
                    <a:pt x="361" y="289"/>
                    <a:pt x="335" y="300"/>
                    <a:pt x="311" y="312"/>
                  </a:cubicBezTo>
                  <a:cubicBezTo>
                    <a:pt x="303" y="298"/>
                    <a:pt x="281" y="293"/>
                    <a:pt x="262" y="290"/>
                  </a:cubicBezTo>
                  <a:cubicBezTo>
                    <a:pt x="255" y="288"/>
                    <a:pt x="248" y="287"/>
                    <a:pt x="244" y="285"/>
                  </a:cubicBezTo>
                  <a:cubicBezTo>
                    <a:pt x="243" y="285"/>
                    <a:pt x="242" y="284"/>
                    <a:pt x="240" y="284"/>
                  </a:cubicBezTo>
                  <a:cubicBezTo>
                    <a:pt x="228" y="264"/>
                    <a:pt x="229" y="251"/>
                    <a:pt x="246" y="235"/>
                  </a:cubicBezTo>
                  <a:cubicBezTo>
                    <a:pt x="246" y="235"/>
                    <a:pt x="261" y="219"/>
                    <a:pt x="266" y="207"/>
                  </a:cubicBezTo>
                  <a:cubicBezTo>
                    <a:pt x="276" y="212"/>
                    <a:pt x="286" y="217"/>
                    <a:pt x="295" y="222"/>
                  </a:cubicBezTo>
                  <a:cubicBezTo>
                    <a:pt x="315" y="233"/>
                    <a:pt x="336" y="245"/>
                    <a:pt x="356" y="248"/>
                  </a:cubicBezTo>
                  <a:cubicBezTo>
                    <a:pt x="368" y="261"/>
                    <a:pt x="379" y="273"/>
                    <a:pt x="390" y="282"/>
                  </a:cubicBezTo>
                  <a:close/>
                  <a:moveTo>
                    <a:pt x="226" y="407"/>
                  </a:moveTo>
                  <a:cubicBezTo>
                    <a:pt x="257" y="383"/>
                    <a:pt x="288" y="359"/>
                    <a:pt x="325" y="340"/>
                  </a:cubicBezTo>
                  <a:cubicBezTo>
                    <a:pt x="323" y="351"/>
                    <a:pt x="324" y="365"/>
                    <a:pt x="327" y="383"/>
                  </a:cubicBezTo>
                  <a:cubicBezTo>
                    <a:pt x="328" y="389"/>
                    <a:pt x="328" y="389"/>
                    <a:pt x="328" y="389"/>
                  </a:cubicBezTo>
                  <a:cubicBezTo>
                    <a:pt x="329" y="396"/>
                    <a:pt x="331" y="405"/>
                    <a:pt x="330" y="409"/>
                  </a:cubicBezTo>
                  <a:cubicBezTo>
                    <a:pt x="330" y="409"/>
                    <a:pt x="330" y="410"/>
                    <a:pt x="331" y="411"/>
                  </a:cubicBezTo>
                  <a:cubicBezTo>
                    <a:pt x="320" y="419"/>
                    <a:pt x="311" y="430"/>
                    <a:pt x="301" y="440"/>
                  </a:cubicBezTo>
                  <a:cubicBezTo>
                    <a:pt x="299" y="443"/>
                    <a:pt x="297" y="445"/>
                    <a:pt x="294" y="448"/>
                  </a:cubicBezTo>
                  <a:cubicBezTo>
                    <a:pt x="288" y="438"/>
                    <a:pt x="274" y="435"/>
                    <a:pt x="264" y="433"/>
                  </a:cubicBezTo>
                  <a:cubicBezTo>
                    <a:pt x="256" y="431"/>
                    <a:pt x="256" y="431"/>
                    <a:pt x="256" y="431"/>
                  </a:cubicBezTo>
                  <a:cubicBezTo>
                    <a:pt x="240" y="426"/>
                    <a:pt x="232" y="420"/>
                    <a:pt x="226" y="407"/>
                  </a:cubicBezTo>
                  <a:close/>
                  <a:moveTo>
                    <a:pt x="241" y="433"/>
                  </a:moveTo>
                  <a:cubicBezTo>
                    <a:pt x="231" y="434"/>
                    <a:pt x="220" y="430"/>
                    <a:pt x="210" y="426"/>
                  </a:cubicBezTo>
                  <a:cubicBezTo>
                    <a:pt x="208" y="425"/>
                    <a:pt x="207" y="424"/>
                    <a:pt x="205" y="424"/>
                  </a:cubicBezTo>
                  <a:cubicBezTo>
                    <a:pt x="207" y="422"/>
                    <a:pt x="209" y="421"/>
                    <a:pt x="211" y="419"/>
                  </a:cubicBezTo>
                  <a:cubicBezTo>
                    <a:pt x="214" y="417"/>
                    <a:pt x="217" y="415"/>
                    <a:pt x="220" y="412"/>
                  </a:cubicBezTo>
                  <a:cubicBezTo>
                    <a:pt x="225" y="422"/>
                    <a:pt x="231" y="429"/>
                    <a:pt x="241" y="433"/>
                  </a:cubicBezTo>
                  <a:close/>
                  <a:moveTo>
                    <a:pt x="335" y="225"/>
                  </a:moveTo>
                  <a:cubicBezTo>
                    <a:pt x="325" y="220"/>
                    <a:pt x="314" y="214"/>
                    <a:pt x="303" y="208"/>
                  </a:cubicBezTo>
                  <a:cubicBezTo>
                    <a:pt x="284" y="198"/>
                    <a:pt x="264" y="187"/>
                    <a:pt x="244" y="182"/>
                  </a:cubicBezTo>
                  <a:cubicBezTo>
                    <a:pt x="256" y="177"/>
                    <a:pt x="267" y="171"/>
                    <a:pt x="276" y="164"/>
                  </a:cubicBezTo>
                  <a:cubicBezTo>
                    <a:pt x="297" y="184"/>
                    <a:pt x="317" y="205"/>
                    <a:pt x="335" y="225"/>
                  </a:cubicBezTo>
                  <a:close/>
                  <a:moveTo>
                    <a:pt x="181" y="98"/>
                  </a:moveTo>
                  <a:cubicBezTo>
                    <a:pt x="182" y="96"/>
                    <a:pt x="183" y="97"/>
                    <a:pt x="184" y="97"/>
                  </a:cubicBezTo>
                  <a:cubicBezTo>
                    <a:pt x="213" y="111"/>
                    <a:pt x="240" y="131"/>
                    <a:pt x="264" y="153"/>
                  </a:cubicBezTo>
                  <a:cubicBezTo>
                    <a:pt x="255" y="159"/>
                    <a:pt x="244" y="164"/>
                    <a:pt x="233" y="170"/>
                  </a:cubicBezTo>
                  <a:cubicBezTo>
                    <a:pt x="224" y="175"/>
                    <a:pt x="224" y="175"/>
                    <a:pt x="224" y="175"/>
                  </a:cubicBezTo>
                  <a:cubicBezTo>
                    <a:pt x="214" y="162"/>
                    <a:pt x="199" y="157"/>
                    <a:pt x="184" y="153"/>
                  </a:cubicBezTo>
                  <a:cubicBezTo>
                    <a:pt x="176" y="151"/>
                    <a:pt x="168" y="149"/>
                    <a:pt x="162" y="145"/>
                  </a:cubicBezTo>
                  <a:cubicBezTo>
                    <a:pt x="162" y="144"/>
                    <a:pt x="161" y="143"/>
                    <a:pt x="161" y="142"/>
                  </a:cubicBezTo>
                  <a:cubicBezTo>
                    <a:pt x="160" y="142"/>
                    <a:pt x="160" y="142"/>
                    <a:pt x="160" y="142"/>
                  </a:cubicBezTo>
                  <a:cubicBezTo>
                    <a:pt x="156" y="129"/>
                    <a:pt x="162" y="125"/>
                    <a:pt x="168" y="118"/>
                  </a:cubicBezTo>
                  <a:cubicBezTo>
                    <a:pt x="173" y="113"/>
                    <a:pt x="178" y="107"/>
                    <a:pt x="181" y="98"/>
                  </a:cubicBezTo>
                  <a:close/>
                  <a:moveTo>
                    <a:pt x="210" y="182"/>
                  </a:moveTo>
                  <a:cubicBezTo>
                    <a:pt x="209" y="183"/>
                    <a:pt x="207" y="184"/>
                    <a:pt x="206" y="184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6" y="185"/>
                    <a:pt x="206" y="185"/>
                    <a:pt x="206" y="185"/>
                  </a:cubicBezTo>
                  <a:cubicBezTo>
                    <a:pt x="196" y="191"/>
                    <a:pt x="189" y="199"/>
                    <a:pt x="184" y="207"/>
                  </a:cubicBezTo>
                  <a:cubicBezTo>
                    <a:pt x="183" y="193"/>
                    <a:pt x="179" y="180"/>
                    <a:pt x="174" y="167"/>
                  </a:cubicBezTo>
                  <a:cubicBezTo>
                    <a:pt x="176" y="167"/>
                    <a:pt x="178" y="168"/>
                    <a:pt x="180" y="169"/>
                  </a:cubicBezTo>
                  <a:cubicBezTo>
                    <a:pt x="192" y="172"/>
                    <a:pt x="203" y="175"/>
                    <a:pt x="210" y="182"/>
                  </a:cubicBezTo>
                  <a:close/>
                  <a:moveTo>
                    <a:pt x="93" y="74"/>
                  </a:moveTo>
                  <a:cubicBezTo>
                    <a:pt x="117" y="74"/>
                    <a:pt x="141" y="79"/>
                    <a:pt x="163" y="88"/>
                  </a:cubicBezTo>
                  <a:cubicBezTo>
                    <a:pt x="166" y="89"/>
                    <a:pt x="166" y="91"/>
                    <a:pt x="166" y="92"/>
                  </a:cubicBezTo>
                  <a:cubicBezTo>
                    <a:pt x="165" y="98"/>
                    <a:pt x="161" y="102"/>
                    <a:pt x="157" y="107"/>
                  </a:cubicBezTo>
                  <a:cubicBezTo>
                    <a:pt x="153" y="111"/>
                    <a:pt x="150" y="115"/>
                    <a:pt x="147" y="120"/>
                  </a:cubicBezTo>
                  <a:cubicBezTo>
                    <a:pt x="147" y="120"/>
                    <a:pt x="144" y="120"/>
                    <a:pt x="144" y="120"/>
                  </a:cubicBezTo>
                  <a:cubicBezTo>
                    <a:pt x="130" y="104"/>
                    <a:pt x="113" y="89"/>
                    <a:pt x="93" y="74"/>
                  </a:cubicBezTo>
                  <a:close/>
                  <a:moveTo>
                    <a:pt x="186" y="248"/>
                  </a:moveTo>
                  <a:cubicBezTo>
                    <a:pt x="192" y="227"/>
                    <a:pt x="197" y="211"/>
                    <a:pt x="213" y="199"/>
                  </a:cubicBezTo>
                  <a:cubicBezTo>
                    <a:pt x="228" y="194"/>
                    <a:pt x="244" y="198"/>
                    <a:pt x="259" y="204"/>
                  </a:cubicBezTo>
                  <a:cubicBezTo>
                    <a:pt x="256" y="211"/>
                    <a:pt x="245" y="224"/>
                    <a:pt x="240" y="229"/>
                  </a:cubicBezTo>
                  <a:cubicBezTo>
                    <a:pt x="223" y="246"/>
                    <a:pt x="220" y="260"/>
                    <a:pt x="229" y="279"/>
                  </a:cubicBezTo>
                  <a:cubicBezTo>
                    <a:pt x="221" y="275"/>
                    <a:pt x="214" y="272"/>
                    <a:pt x="207" y="268"/>
                  </a:cubicBezTo>
                  <a:cubicBezTo>
                    <a:pt x="200" y="264"/>
                    <a:pt x="192" y="259"/>
                    <a:pt x="184" y="256"/>
                  </a:cubicBezTo>
                  <a:lnTo>
                    <a:pt x="186" y="248"/>
                  </a:lnTo>
                  <a:close/>
                  <a:moveTo>
                    <a:pt x="179" y="271"/>
                  </a:moveTo>
                  <a:cubicBezTo>
                    <a:pt x="186" y="274"/>
                    <a:pt x="193" y="278"/>
                    <a:pt x="200" y="282"/>
                  </a:cubicBezTo>
                  <a:cubicBezTo>
                    <a:pt x="212" y="289"/>
                    <a:pt x="225" y="296"/>
                    <a:pt x="239" y="301"/>
                  </a:cubicBezTo>
                  <a:cubicBezTo>
                    <a:pt x="244" y="302"/>
                    <a:pt x="251" y="304"/>
                    <a:pt x="259" y="305"/>
                  </a:cubicBezTo>
                  <a:cubicBezTo>
                    <a:pt x="272" y="308"/>
                    <a:pt x="292" y="312"/>
                    <a:pt x="297" y="319"/>
                  </a:cubicBezTo>
                  <a:cubicBezTo>
                    <a:pt x="257" y="341"/>
                    <a:pt x="223" y="369"/>
                    <a:pt x="191" y="394"/>
                  </a:cubicBezTo>
                  <a:cubicBezTo>
                    <a:pt x="190" y="395"/>
                    <a:pt x="188" y="396"/>
                    <a:pt x="187" y="397"/>
                  </a:cubicBezTo>
                  <a:cubicBezTo>
                    <a:pt x="186" y="398"/>
                    <a:pt x="183" y="397"/>
                    <a:pt x="183" y="396"/>
                  </a:cubicBezTo>
                  <a:cubicBezTo>
                    <a:pt x="171" y="347"/>
                    <a:pt x="169" y="310"/>
                    <a:pt x="179" y="271"/>
                  </a:cubicBezTo>
                  <a:close/>
                  <a:moveTo>
                    <a:pt x="179" y="471"/>
                  </a:moveTo>
                  <a:cubicBezTo>
                    <a:pt x="180" y="462"/>
                    <a:pt x="182" y="452"/>
                    <a:pt x="184" y="443"/>
                  </a:cubicBezTo>
                  <a:cubicBezTo>
                    <a:pt x="185" y="442"/>
                    <a:pt x="186" y="439"/>
                    <a:pt x="186" y="439"/>
                  </a:cubicBezTo>
                  <a:cubicBezTo>
                    <a:pt x="187" y="438"/>
                    <a:pt x="188" y="437"/>
                    <a:pt x="189" y="437"/>
                  </a:cubicBezTo>
                  <a:cubicBezTo>
                    <a:pt x="192" y="434"/>
                    <a:pt x="195" y="432"/>
                    <a:pt x="198" y="430"/>
                  </a:cubicBezTo>
                  <a:cubicBezTo>
                    <a:pt x="201" y="431"/>
                    <a:pt x="204" y="432"/>
                    <a:pt x="207" y="433"/>
                  </a:cubicBezTo>
                  <a:cubicBezTo>
                    <a:pt x="222" y="439"/>
                    <a:pt x="239" y="445"/>
                    <a:pt x="254" y="438"/>
                  </a:cubicBezTo>
                  <a:cubicBezTo>
                    <a:pt x="254" y="438"/>
                    <a:pt x="254" y="438"/>
                    <a:pt x="254" y="438"/>
                  </a:cubicBezTo>
                  <a:cubicBezTo>
                    <a:pt x="254" y="438"/>
                    <a:pt x="262" y="440"/>
                    <a:pt x="262" y="440"/>
                  </a:cubicBezTo>
                  <a:cubicBezTo>
                    <a:pt x="273" y="443"/>
                    <a:pt x="285" y="446"/>
                    <a:pt x="288" y="455"/>
                  </a:cubicBezTo>
                  <a:cubicBezTo>
                    <a:pt x="279" y="464"/>
                    <a:pt x="270" y="472"/>
                    <a:pt x="259" y="477"/>
                  </a:cubicBezTo>
                  <a:cubicBezTo>
                    <a:pt x="245" y="475"/>
                    <a:pt x="232" y="477"/>
                    <a:pt x="220" y="478"/>
                  </a:cubicBezTo>
                  <a:cubicBezTo>
                    <a:pt x="207" y="480"/>
                    <a:pt x="195" y="481"/>
                    <a:pt x="182" y="479"/>
                  </a:cubicBezTo>
                  <a:cubicBezTo>
                    <a:pt x="181" y="479"/>
                    <a:pt x="179" y="474"/>
                    <a:pt x="179" y="471"/>
                  </a:cubicBezTo>
                  <a:close/>
                  <a:moveTo>
                    <a:pt x="183" y="495"/>
                  </a:moveTo>
                  <a:cubicBezTo>
                    <a:pt x="196" y="497"/>
                    <a:pt x="209" y="496"/>
                    <a:pt x="221" y="494"/>
                  </a:cubicBezTo>
                  <a:cubicBezTo>
                    <a:pt x="221" y="494"/>
                    <a:pt x="224" y="495"/>
                    <a:pt x="223" y="498"/>
                  </a:cubicBezTo>
                  <a:cubicBezTo>
                    <a:pt x="221" y="504"/>
                    <a:pt x="217" y="513"/>
                    <a:pt x="214" y="521"/>
                  </a:cubicBezTo>
                  <a:cubicBezTo>
                    <a:pt x="214" y="522"/>
                    <a:pt x="213" y="523"/>
                    <a:pt x="213" y="524"/>
                  </a:cubicBezTo>
                  <a:cubicBezTo>
                    <a:pt x="212" y="525"/>
                    <a:pt x="209" y="526"/>
                    <a:pt x="209" y="525"/>
                  </a:cubicBezTo>
                  <a:cubicBezTo>
                    <a:pt x="208" y="523"/>
                    <a:pt x="207" y="522"/>
                    <a:pt x="206" y="521"/>
                  </a:cubicBezTo>
                  <a:cubicBezTo>
                    <a:pt x="201" y="515"/>
                    <a:pt x="196" y="510"/>
                    <a:pt x="191" y="505"/>
                  </a:cubicBezTo>
                  <a:cubicBezTo>
                    <a:pt x="187" y="503"/>
                    <a:pt x="184" y="500"/>
                    <a:pt x="182" y="497"/>
                  </a:cubicBezTo>
                  <a:cubicBezTo>
                    <a:pt x="181" y="496"/>
                    <a:pt x="182" y="495"/>
                    <a:pt x="183" y="495"/>
                  </a:cubicBezTo>
                  <a:close/>
                  <a:moveTo>
                    <a:pt x="122" y="483"/>
                  </a:moveTo>
                  <a:cubicBezTo>
                    <a:pt x="136" y="475"/>
                    <a:pt x="149" y="466"/>
                    <a:pt x="162" y="457"/>
                  </a:cubicBezTo>
                  <a:cubicBezTo>
                    <a:pt x="163" y="456"/>
                    <a:pt x="165" y="457"/>
                    <a:pt x="165" y="458"/>
                  </a:cubicBezTo>
                  <a:cubicBezTo>
                    <a:pt x="164" y="462"/>
                    <a:pt x="164" y="466"/>
                    <a:pt x="163" y="469"/>
                  </a:cubicBezTo>
                  <a:cubicBezTo>
                    <a:pt x="161" y="487"/>
                    <a:pt x="159" y="503"/>
                    <a:pt x="146" y="518"/>
                  </a:cubicBezTo>
                  <a:cubicBezTo>
                    <a:pt x="145" y="519"/>
                    <a:pt x="142" y="519"/>
                    <a:pt x="141" y="517"/>
                  </a:cubicBezTo>
                  <a:cubicBezTo>
                    <a:pt x="138" y="507"/>
                    <a:pt x="132" y="496"/>
                    <a:pt x="122" y="487"/>
                  </a:cubicBezTo>
                  <a:cubicBezTo>
                    <a:pt x="121" y="486"/>
                    <a:pt x="121" y="484"/>
                    <a:pt x="122" y="483"/>
                  </a:cubicBezTo>
                  <a:close/>
                  <a:moveTo>
                    <a:pt x="73" y="472"/>
                  </a:moveTo>
                  <a:cubicBezTo>
                    <a:pt x="68" y="459"/>
                    <a:pt x="71" y="441"/>
                    <a:pt x="73" y="427"/>
                  </a:cubicBezTo>
                  <a:cubicBezTo>
                    <a:pt x="88" y="434"/>
                    <a:pt x="96" y="442"/>
                    <a:pt x="104" y="457"/>
                  </a:cubicBezTo>
                  <a:cubicBezTo>
                    <a:pt x="94" y="462"/>
                    <a:pt x="84" y="467"/>
                    <a:pt x="73" y="472"/>
                  </a:cubicBezTo>
                  <a:close/>
                  <a:moveTo>
                    <a:pt x="136" y="588"/>
                  </a:moveTo>
                  <a:cubicBezTo>
                    <a:pt x="139" y="574"/>
                    <a:pt x="143" y="560"/>
                    <a:pt x="144" y="545"/>
                  </a:cubicBezTo>
                  <a:cubicBezTo>
                    <a:pt x="144" y="544"/>
                    <a:pt x="144" y="540"/>
                    <a:pt x="148" y="537"/>
                  </a:cubicBezTo>
                  <a:cubicBezTo>
                    <a:pt x="158" y="529"/>
                    <a:pt x="164" y="521"/>
                    <a:pt x="169" y="512"/>
                  </a:cubicBezTo>
                  <a:cubicBezTo>
                    <a:pt x="169" y="511"/>
                    <a:pt x="172" y="510"/>
                    <a:pt x="173" y="511"/>
                  </a:cubicBezTo>
                  <a:cubicBezTo>
                    <a:pt x="175" y="513"/>
                    <a:pt x="178" y="515"/>
                    <a:pt x="180" y="517"/>
                  </a:cubicBezTo>
                  <a:cubicBezTo>
                    <a:pt x="185" y="522"/>
                    <a:pt x="190" y="526"/>
                    <a:pt x="193" y="531"/>
                  </a:cubicBezTo>
                  <a:cubicBezTo>
                    <a:pt x="199" y="538"/>
                    <a:pt x="201" y="546"/>
                    <a:pt x="204" y="555"/>
                  </a:cubicBezTo>
                  <a:cubicBezTo>
                    <a:pt x="206" y="561"/>
                    <a:pt x="208" y="567"/>
                    <a:pt x="211" y="573"/>
                  </a:cubicBezTo>
                  <a:cubicBezTo>
                    <a:pt x="217" y="585"/>
                    <a:pt x="227" y="599"/>
                    <a:pt x="239" y="612"/>
                  </a:cubicBezTo>
                  <a:cubicBezTo>
                    <a:pt x="238" y="613"/>
                    <a:pt x="238" y="613"/>
                    <a:pt x="238" y="613"/>
                  </a:cubicBezTo>
                  <a:cubicBezTo>
                    <a:pt x="235" y="620"/>
                    <a:pt x="232" y="622"/>
                    <a:pt x="225" y="627"/>
                  </a:cubicBezTo>
                  <a:cubicBezTo>
                    <a:pt x="223" y="628"/>
                    <a:pt x="223" y="628"/>
                    <a:pt x="223" y="628"/>
                  </a:cubicBezTo>
                  <a:cubicBezTo>
                    <a:pt x="213" y="635"/>
                    <a:pt x="206" y="642"/>
                    <a:pt x="201" y="650"/>
                  </a:cubicBezTo>
                  <a:cubicBezTo>
                    <a:pt x="194" y="643"/>
                    <a:pt x="183" y="637"/>
                    <a:pt x="175" y="633"/>
                  </a:cubicBezTo>
                  <a:cubicBezTo>
                    <a:pt x="170" y="632"/>
                    <a:pt x="165" y="631"/>
                    <a:pt x="161" y="630"/>
                  </a:cubicBezTo>
                  <a:cubicBezTo>
                    <a:pt x="153" y="628"/>
                    <a:pt x="147" y="627"/>
                    <a:pt x="141" y="621"/>
                  </a:cubicBezTo>
                  <a:cubicBezTo>
                    <a:pt x="138" y="617"/>
                    <a:pt x="135" y="612"/>
                    <a:pt x="132" y="606"/>
                  </a:cubicBezTo>
                  <a:cubicBezTo>
                    <a:pt x="132" y="606"/>
                    <a:pt x="132" y="606"/>
                    <a:pt x="132" y="606"/>
                  </a:cubicBezTo>
                  <a:cubicBezTo>
                    <a:pt x="133" y="600"/>
                    <a:pt x="135" y="594"/>
                    <a:pt x="136" y="588"/>
                  </a:cubicBezTo>
                  <a:close/>
                  <a:moveTo>
                    <a:pt x="128" y="646"/>
                  </a:moveTo>
                  <a:cubicBezTo>
                    <a:pt x="127" y="637"/>
                    <a:pt x="128" y="628"/>
                    <a:pt x="129" y="618"/>
                  </a:cubicBezTo>
                  <a:cubicBezTo>
                    <a:pt x="131" y="621"/>
                    <a:pt x="133" y="624"/>
                    <a:pt x="135" y="626"/>
                  </a:cubicBezTo>
                  <a:cubicBezTo>
                    <a:pt x="142" y="634"/>
                    <a:pt x="151" y="636"/>
                    <a:pt x="159" y="638"/>
                  </a:cubicBezTo>
                  <a:cubicBezTo>
                    <a:pt x="164" y="638"/>
                    <a:pt x="168" y="639"/>
                    <a:pt x="172" y="641"/>
                  </a:cubicBezTo>
                  <a:cubicBezTo>
                    <a:pt x="180" y="644"/>
                    <a:pt x="190" y="651"/>
                    <a:pt x="197" y="657"/>
                  </a:cubicBezTo>
                  <a:cubicBezTo>
                    <a:pt x="193" y="664"/>
                    <a:pt x="190" y="672"/>
                    <a:pt x="187" y="680"/>
                  </a:cubicBezTo>
                  <a:cubicBezTo>
                    <a:pt x="186" y="680"/>
                    <a:pt x="186" y="680"/>
                    <a:pt x="186" y="681"/>
                  </a:cubicBezTo>
                  <a:cubicBezTo>
                    <a:pt x="185" y="681"/>
                    <a:pt x="184" y="681"/>
                    <a:pt x="183" y="681"/>
                  </a:cubicBezTo>
                  <a:cubicBezTo>
                    <a:pt x="164" y="685"/>
                    <a:pt x="150" y="685"/>
                    <a:pt x="143" y="680"/>
                  </a:cubicBezTo>
                  <a:cubicBezTo>
                    <a:pt x="140" y="677"/>
                    <a:pt x="135" y="669"/>
                    <a:pt x="135" y="669"/>
                  </a:cubicBezTo>
                  <a:cubicBezTo>
                    <a:pt x="132" y="662"/>
                    <a:pt x="129" y="654"/>
                    <a:pt x="128" y="646"/>
                  </a:cubicBezTo>
                  <a:close/>
                  <a:moveTo>
                    <a:pt x="221" y="695"/>
                  </a:moveTo>
                  <a:cubicBezTo>
                    <a:pt x="199" y="715"/>
                    <a:pt x="173" y="732"/>
                    <a:pt x="142" y="747"/>
                  </a:cubicBezTo>
                  <a:cubicBezTo>
                    <a:pt x="141" y="748"/>
                    <a:pt x="138" y="747"/>
                    <a:pt x="139" y="744"/>
                  </a:cubicBezTo>
                  <a:cubicBezTo>
                    <a:pt x="139" y="743"/>
                    <a:pt x="140" y="741"/>
                    <a:pt x="140" y="740"/>
                  </a:cubicBezTo>
                  <a:cubicBezTo>
                    <a:pt x="143" y="729"/>
                    <a:pt x="147" y="718"/>
                    <a:pt x="147" y="706"/>
                  </a:cubicBezTo>
                  <a:cubicBezTo>
                    <a:pt x="147" y="705"/>
                    <a:pt x="147" y="703"/>
                    <a:pt x="147" y="702"/>
                  </a:cubicBezTo>
                  <a:cubicBezTo>
                    <a:pt x="146" y="699"/>
                    <a:pt x="149" y="699"/>
                    <a:pt x="150" y="699"/>
                  </a:cubicBezTo>
                  <a:cubicBezTo>
                    <a:pt x="162" y="701"/>
                    <a:pt x="176" y="699"/>
                    <a:pt x="187" y="697"/>
                  </a:cubicBezTo>
                  <a:cubicBezTo>
                    <a:pt x="200" y="694"/>
                    <a:pt x="210" y="693"/>
                    <a:pt x="220" y="692"/>
                  </a:cubicBezTo>
                  <a:cubicBezTo>
                    <a:pt x="221" y="692"/>
                    <a:pt x="222" y="694"/>
                    <a:pt x="221" y="695"/>
                  </a:cubicBezTo>
                  <a:close/>
                  <a:moveTo>
                    <a:pt x="266" y="643"/>
                  </a:moveTo>
                  <a:cubicBezTo>
                    <a:pt x="259" y="652"/>
                    <a:pt x="252" y="662"/>
                    <a:pt x="245" y="671"/>
                  </a:cubicBezTo>
                  <a:cubicBezTo>
                    <a:pt x="243" y="672"/>
                    <a:pt x="239" y="676"/>
                    <a:pt x="234" y="676"/>
                  </a:cubicBezTo>
                  <a:cubicBezTo>
                    <a:pt x="220" y="676"/>
                    <a:pt x="209" y="677"/>
                    <a:pt x="195" y="679"/>
                  </a:cubicBezTo>
                  <a:cubicBezTo>
                    <a:pt x="198" y="673"/>
                    <a:pt x="200" y="668"/>
                    <a:pt x="203" y="663"/>
                  </a:cubicBezTo>
                  <a:cubicBezTo>
                    <a:pt x="204" y="663"/>
                    <a:pt x="205" y="663"/>
                    <a:pt x="205" y="663"/>
                  </a:cubicBezTo>
                  <a:cubicBezTo>
                    <a:pt x="206" y="662"/>
                    <a:pt x="208" y="660"/>
                    <a:pt x="207" y="657"/>
                  </a:cubicBezTo>
                  <a:cubicBezTo>
                    <a:pt x="207" y="657"/>
                    <a:pt x="207" y="657"/>
                    <a:pt x="206" y="657"/>
                  </a:cubicBezTo>
                  <a:cubicBezTo>
                    <a:pt x="212" y="648"/>
                    <a:pt x="218" y="641"/>
                    <a:pt x="228" y="635"/>
                  </a:cubicBezTo>
                  <a:cubicBezTo>
                    <a:pt x="230" y="633"/>
                    <a:pt x="230" y="633"/>
                    <a:pt x="230" y="633"/>
                  </a:cubicBezTo>
                  <a:cubicBezTo>
                    <a:pt x="236" y="629"/>
                    <a:pt x="240" y="626"/>
                    <a:pt x="244" y="618"/>
                  </a:cubicBezTo>
                  <a:cubicBezTo>
                    <a:pt x="251" y="626"/>
                    <a:pt x="258" y="632"/>
                    <a:pt x="264" y="637"/>
                  </a:cubicBezTo>
                  <a:cubicBezTo>
                    <a:pt x="265" y="638"/>
                    <a:pt x="268" y="640"/>
                    <a:pt x="266" y="643"/>
                  </a:cubicBezTo>
                  <a:close/>
                  <a:moveTo>
                    <a:pt x="301" y="579"/>
                  </a:moveTo>
                  <a:cubicBezTo>
                    <a:pt x="294" y="594"/>
                    <a:pt x="287" y="609"/>
                    <a:pt x="278" y="623"/>
                  </a:cubicBezTo>
                  <a:cubicBezTo>
                    <a:pt x="278" y="624"/>
                    <a:pt x="274" y="625"/>
                    <a:pt x="273" y="624"/>
                  </a:cubicBezTo>
                  <a:cubicBezTo>
                    <a:pt x="266" y="618"/>
                    <a:pt x="258" y="610"/>
                    <a:pt x="250" y="601"/>
                  </a:cubicBezTo>
                  <a:cubicBezTo>
                    <a:pt x="250" y="601"/>
                    <a:pt x="251" y="599"/>
                    <a:pt x="253" y="599"/>
                  </a:cubicBezTo>
                  <a:cubicBezTo>
                    <a:pt x="262" y="596"/>
                    <a:pt x="271" y="591"/>
                    <a:pt x="279" y="586"/>
                  </a:cubicBezTo>
                  <a:cubicBezTo>
                    <a:pt x="286" y="582"/>
                    <a:pt x="292" y="579"/>
                    <a:pt x="298" y="577"/>
                  </a:cubicBezTo>
                  <a:cubicBezTo>
                    <a:pt x="299" y="576"/>
                    <a:pt x="301" y="578"/>
                    <a:pt x="301" y="579"/>
                  </a:cubicBezTo>
                  <a:close/>
                  <a:moveTo>
                    <a:pt x="317" y="537"/>
                  </a:moveTo>
                  <a:cubicBezTo>
                    <a:pt x="314" y="543"/>
                    <a:pt x="312" y="549"/>
                    <a:pt x="310" y="555"/>
                  </a:cubicBezTo>
                  <a:cubicBezTo>
                    <a:pt x="310" y="556"/>
                    <a:pt x="306" y="559"/>
                    <a:pt x="305" y="559"/>
                  </a:cubicBezTo>
                  <a:cubicBezTo>
                    <a:pt x="292" y="560"/>
                    <a:pt x="281" y="567"/>
                    <a:pt x="271" y="573"/>
                  </a:cubicBezTo>
                  <a:cubicBezTo>
                    <a:pt x="260" y="579"/>
                    <a:pt x="250" y="585"/>
                    <a:pt x="239" y="583"/>
                  </a:cubicBezTo>
                  <a:cubicBezTo>
                    <a:pt x="238" y="583"/>
                    <a:pt x="233" y="580"/>
                    <a:pt x="232" y="578"/>
                  </a:cubicBezTo>
                  <a:cubicBezTo>
                    <a:pt x="230" y="574"/>
                    <a:pt x="227" y="570"/>
                    <a:pt x="226" y="566"/>
                  </a:cubicBezTo>
                  <a:cubicBezTo>
                    <a:pt x="224" y="563"/>
                    <a:pt x="222" y="559"/>
                    <a:pt x="221" y="555"/>
                  </a:cubicBezTo>
                  <a:cubicBezTo>
                    <a:pt x="221" y="554"/>
                    <a:pt x="221" y="548"/>
                    <a:pt x="221" y="547"/>
                  </a:cubicBezTo>
                  <a:cubicBezTo>
                    <a:pt x="223" y="541"/>
                    <a:pt x="226" y="534"/>
                    <a:pt x="229" y="527"/>
                  </a:cubicBezTo>
                  <a:cubicBezTo>
                    <a:pt x="233" y="516"/>
                    <a:pt x="238" y="505"/>
                    <a:pt x="240" y="496"/>
                  </a:cubicBezTo>
                  <a:cubicBezTo>
                    <a:pt x="240" y="495"/>
                    <a:pt x="242" y="492"/>
                    <a:pt x="245" y="492"/>
                  </a:cubicBezTo>
                  <a:cubicBezTo>
                    <a:pt x="251" y="492"/>
                    <a:pt x="256" y="493"/>
                    <a:pt x="262" y="494"/>
                  </a:cubicBezTo>
                  <a:cubicBezTo>
                    <a:pt x="279" y="498"/>
                    <a:pt x="291" y="510"/>
                    <a:pt x="304" y="522"/>
                  </a:cubicBezTo>
                  <a:cubicBezTo>
                    <a:pt x="307" y="525"/>
                    <a:pt x="311" y="529"/>
                    <a:pt x="314" y="532"/>
                  </a:cubicBezTo>
                  <a:cubicBezTo>
                    <a:pt x="315" y="533"/>
                    <a:pt x="317" y="536"/>
                    <a:pt x="317" y="537"/>
                  </a:cubicBezTo>
                  <a:close/>
                  <a:moveTo>
                    <a:pt x="336" y="475"/>
                  </a:moveTo>
                  <a:cubicBezTo>
                    <a:pt x="332" y="489"/>
                    <a:pt x="327" y="504"/>
                    <a:pt x="323" y="518"/>
                  </a:cubicBezTo>
                  <a:cubicBezTo>
                    <a:pt x="320" y="516"/>
                    <a:pt x="318" y="513"/>
                    <a:pt x="315" y="511"/>
                  </a:cubicBezTo>
                  <a:cubicBezTo>
                    <a:pt x="304" y="501"/>
                    <a:pt x="293" y="490"/>
                    <a:pt x="279" y="484"/>
                  </a:cubicBezTo>
                  <a:cubicBezTo>
                    <a:pt x="292" y="475"/>
                    <a:pt x="303" y="462"/>
                    <a:pt x="313" y="451"/>
                  </a:cubicBezTo>
                  <a:cubicBezTo>
                    <a:pt x="327" y="436"/>
                    <a:pt x="339" y="421"/>
                    <a:pt x="355" y="414"/>
                  </a:cubicBezTo>
                  <a:cubicBezTo>
                    <a:pt x="348" y="434"/>
                    <a:pt x="342" y="454"/>
                    <a:pt x="336" y="475"/>
                  </a:cubicBezTo>
                  <a:close/>
                  <a:moveTo>
                    <a:pt x="362" y="395"/>
                  </a:moveTo>
                  <a:cubicBezTo>
                    <a:pt x="353" y="397"/>
                    <a:pt x="346" y="400"/>
                    <a:pt x="339" y="405"/>
                  </a:cubicBezTo>
                  <a:cubicBezTo>
                    <a:pt x="338" y="400"/>
                    <a:pt x="337" y="393"/>
                    <a:pt x="336" y="388"/>
                  </a:cubicBezTo>
                  <a:cubicBezTo>
                    <a:pt x="335" y="382"/>
                    <a:pt x="335" y="382"/>
                    <a:pt x="335" y="382"/>
                  </a:cubicBezTo>
                  <a:cubicBezTo>
                    <a:pt x="331" y="361"/>
                    <a:pt x="331" y="346"/>
                    <a:pt x="335" y="336"/>
                  </a:cubicBezTo>
                  <a:cubicBezTo>
                    <a:pt x="359" y="324"/>
                    <a:pt x="386" y="315"/>
                    <a:pt x="416" y="309"/>
                  </a:cubicBezTo>
                  <a:cubicBezTo>
                    <a:pt x="392" y="332"/>
                    <a:pt x="375" y="362"/>
                    <a:pt x="362" y="395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418">
              <a:extLst>
                <a:ext uri="{FF2B5EF4-FFF2-40B4-BE49-F238E27FC236}">
                  <a16:creationId xmlns:a16="http://schemas.microsoft.com/office/drawing/2014/main" id="{A6D3BCF3-7A4F-4889-8DEA-7BCF0ACDEA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7" y="697"/>
              <a:ext cx="3563" cy="2994"/>
            </a:xfrm>
            <a:custGeom>
              <a:avLst/>
              <a:gdLst>
                <a:gd name="T0" fmla="*/ 782 w 1066"/>
                <a:gd name="T1" fmla="*/ 26857 h 840"/>
                <a:gd name="T2" fmla="*/ 32933 w 1066"/>
                <a:gd name="T3" fmla="*/ 12906 h 840"/>
                <a:gd name="T4" fmla="*/ 32933 w 1066"/>
                <a:gd name="T5" fmla="*/ 12906 h 840"/>
                <a:gd name="T6" fmla="*/ 21548 w 1066"/>
                <a:gd name="T7" fmla="*/ 25356 h 840"/>
                <a:gd name="T8" fmla="*/ 22745 w 1066"/>
                <a:gd name="T9" fmla="*/ 30300 h 840"/>
                <a:gd name="T10" fmla="*/ 14265 w 1066"/>
                <a:gd name="T11" fmla="*/ 23453 h 840"/>
                <a:gd name="T12" fmla="*/ 15943 w 1066"/>
                <a:gd name="T13" fmla="*/ 27580 h 840"/>
                <a:gd name="T14" fmla="*/ 15195 w 1066"/>
                <a:gd name="T15" fmla="*/ 17711 h 840"/>
                <a:gd name="T16" fmla="*/ 17026 w 1066"/>
                <a:gd name="T17" fmla="*/ 19158 h 840"/>
                <a:gd name="T18" fmla="*/ 13550 w 1066"/>
                <a:gd name="T19" fmla="*/ 14496 h 840"/>
                <a:gd name="T20" fmla="*/ 21472 w 1066"/>
                <a:gd name="T21" fmla="*/ 6109 h 840"/>
                <a:gd name="T22" fmla="*/ 26097 w 1066"/>
                <a:gd name="T23" fmla="*/ 12272 h 840"/>
                <a:gd name="T24" fmla="*/ 26064 w 1066"/>
                <a:gd name="T25" fmla="*/ 8472 h 840"/>
                <a:gd name="T26" fmla="*/ 28039 w 1066"/>
                <a:gd name="T27" fmla="*/ 13951 h 840"/>
                <a:gd name="T28" fmla="*/ 22926 w 1066"/>
                <a:gd name="T29" fmla="*/ 22195 h 840"/>
                <a:gd name="T30" fmla="*/ 21137 w 1066"/>
                <a:gd name="T31" fmla="*/ 19108 h 840"/>
                <a:gd name="T32" fmla="*/ 22478 w 1066"/>
                <a:gd name="T33" fmla="*/ 14125 h 840"/>
                <a:gd name="T34" fmla="*/ 20646 w 1066"/>
                <a:gd name="T35" fmla="*/ 23225 h 840"/>
                <a:gd name="T36" fmla="*/ 20242 w 1066"/>
                <a:gd name="T37" fmla="*/ 23859 h 840"/>
                <a:gd name="T38" fmla="*/ 20837 w 1066"/>
                <a:gd name="T39" fmla="*/ 21596 h 840"/>
                <a:gd name="T40" fmla="*/ 21281 w 1066"/>
                <a:gd name="T41" fmla="*/ 11370 h 840"/>
                <a:gd name="T42" fmla="*/ 20646 w 1066"/>
                <a:gd name="T43" fmla="*/ 14393 h 840"/>
                <a:gd name="T44" fmla="*/ 19048 w 1066"/>
                <a:gd name="T45" fmla="*/ 12361 h 840"/>
                <a:gd name="T46" fmla="*/ 15014 w 1066"/>
                <a:gd name="T47" fmla="*/ 21596 h 840"/>
                <a:gd name="T48" fmla="*/ 25349 w 1066"/>
                <a:gd name="T49" fmla="*/ 30920 h 840"/>
                <a:gd name="T50" fmla="*/ 23641 w 1066"/>
                <a:gd name="T51" fmla="*/ 28254 h 840"/>
                <a:gd name="T52" fmla="*/ 25583 w 1066"/>
                <a:gd name="T53" fmla="*/ 24177 h 840"/>
                <a:gd name="T54" fmla="*/ 25168 w 1066"/>
                <a:gd name="T55" fmla="*/ 22640 h 840"/>
                <a:gd name="T56" fmla="*/ 25168 w 1066"/>
                <a:gd name="T57" fmla="*/ 21824 h 840"/>
                <a:gd name="T58" fmla="*/ 28153 w 1066"/>
                <a:gd name="T59" fmla="*/ 20060 h 840"/>
                <a:gd name="T60" fmla="*/ 30576 w 1066"/>
                <a:gd name="T61" fmla="*/ 17479 h 840"/>
                <a:gd name="T62" fmla="*/ 27481 w 1066"/>
                <a:gd name="T63" fmla="*/ 8373 h 840"/>
                <a:gd name="T64" fmla="*/ 24420 w 1066"/>
                <a:gd name="T65" fmla="*/ 6708 h 840"/>
                <a:gd name="T66" fmla="*/ 23751 w 1066"/>
                <a:gd name="T67" fmla="*/ 5564 h 840"/>
                <a:gd name="T68" fmla="*/ 17999 w 1066"/>
                <a:gd name="T69" fmla="*/ 7471 h 840"/>
                <a:gd name="T70" fmla="*/ 17518 w 1066"/>
                <a:gd name="T71" fmla="*/ 7877 h 840"/>
                <a:gd name="T72" fmla="*/ 12581 w 1066"/>
                <a:gd name="T73" fmla="*/ 14446 h 840"/>
                <a:gd name="T74" fmla="*/ 15238 w 1066"/>
                <a:gd name="T75" fmla="*/ 19158 h 840"/>
                <a:gd name="T76" fmla="*/ 13597 w 1066"/>
                <a:gd name="T77" fmla="*/ 19069 h 840"/>
                <a:gd name="T78" fmla="*/ 13406 w 1066"/>
                <a:gd name="T79" fmla="*/ 23047 h 840"/>
                <a:gd name="T80" fmla="*/ 10311 w 1066"/>
                <a:gd name="T81" fmla="*/ 23909 h 840"/>
                <a:gd name="T82" fmla="*/ 9228 w 1066"/>
                <a:gd name="T83" fmla="*/ 23275 h 840"/>
                <a:gd name="T84" fmla="*/ 8657 w 1066"/>
                <a:gd name="T85" fmla="*/ 27441 h 840"/>
                <a:gd name="T86" fmla="*/ 18714 w 1066"/>
                <a:gd name="T87" fmla="*/ 35319 h 840"/>
                <a:gd name="T88" fmla="*/ 17999 w 1066"/>
                <a:gd name="T89" fmla="*/ 31647 h 840"/>
                <a:gd name="T90" fmla="*/ 16321 w 1066"/>
                <a:gd name="T91" fmla="*/ 28115 h 840"/>
                <a:gd name="T92" fmla="*/ 21438 w 1066"/>
                <a:gd name="T93" fmla="*/ 35001 h 840"/>
                <a:gd name="T94" fmla="*/ 22745 w 1066"/>
                <a:gd name="T95" fmla="*/ 33690 h 840"/>
                <a:gd name="T96" fmla="*/ 18935 w 1066"/>
                <a:gd name="T97" fmla="*/ 33779 h 840"/>
                <a:gd name="T98" fmla="*/ 23113 w 1066"/>
                <a:gd name="T99" fmla="*/ 31330 h 840"/>
                <a:gd name="T100" fmla="*/ 23861 w 1066"/>
                <a:gd name="T101" fmla="*/ 31925 h 840"/>
                <a:gd name="T102" fmla="*/ 25950 w 1066"/>
                <a:gd name="T103" fmla="*/ 30161 h 840"/>
                <a:gd name="T104" fmla="*/ 29617 w 1066"/>
                <a:gd name="T105" fmla="*/ 26347 h 840"/>
                <a:gd name="T106" fmla="*/ 29951 w 1066"/>
                <a:gd name="T107" fmla="*/ 25267 h 840"/>
                <a:gd name="T108" fmla="*/ 27338 w 1066"/>
                <a:gd name="T109" fmla="*/ 22601 h 840"/>
                <a:gd name="T110" fmla="*/ 28788 w 1066"/>
                <a:gd name="T111" fmla="*/ 22056 h 840"/>
                <a:gd name="T112" fmla="*/ 33905 w 1066"/>
                <a:gd name="T113" fmla="*/ 14125 h 8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066" h="840">
                  <a:moveTo>
                    <a:pt x="951" y="275"/>
                  </a:moveTo>
                  <a:cubicBezTo>
                    <a:pt x="938" y="276"/>
                    <a:pt x="907" y="273"/>
                    <a:pt x="878" y="243"/>
                  </a:cubicBezTo>
                  <a:cubicBezTo>
                    <a:pt x="871" y="235"/>
                    <a:pt x="864" y="227"/>
                    <a:pt x="856" y="219"/>
                  </a:cubicBezTo>
                  <a:cubicBezTo>
                    <a:pt x="776" y="131"/>
                    <a:pt x="652" y="0"/>
                    <a:pt x="487" y="75"/>
                  </a:cubicBezTo>
                  <a:cubicBezTo>
                    <a:pt x="340" y="143"/>
                    <a:pt x="314" y="277"/>
                    <a:pt x="295" y="375"/>
                  </a:cubicBezTo>
                  <a:cubicBezTo>
                    <a:pt x="293" y="387"/>
                    <a:pt x="290" y="399"/>
                    <a:pt x="288" y="410"/>
                  </a:cubicBezTo>
                  <a:cubicBezTo>
                    <a:pt x="276" y="472"/>
                    <a:pt x="220" y="476"/>
                    <a:pt x="188" y="483"/>
                  </a:cubicBezTo>
                  <a:cubicBezTo>
                    <a:pt x="131" y="493"/>
                    <a:pt x="59" y="502"/>
                    <a:pt x="0" y="549"/>
                  </a:cubicBezTo>
                  <a:cubicBezTo>
                    <a:pt x="21" y="593"/>
                    <a:pt x="21" y="593"/>
                    <a:pt x="21" y="593"/>
                  </a:cubicBezTo>
                  <a:cubicBezTo>
                    <a:pt x="51" y="570"/>
                    <a:pt x="83" y="553"/>
                    <a:pt x="114" y="542"/>
                  </a:cubicBezTo>
                  <a:cubicBezTo>
                    <a:pt x="137" y="546"/>
                    <a:pt x="175" y="584"/>
                    <a:pt x="215" y="623"/>
                  </a:cubicBezTo>
                  <a:cubicBezTo>
                    <a:pt x="307" y="715"/>
                    <a:pt x="432" y="840"/>
                    <a:pt x="581" y="796"/>
                  </a:cubicBezTo>
                  <a:cubicBezTo>
                    <a:pt x="776" y="738"/>
                    <a:pt x="818" y="597"/>
                    <a:pt x="851" y="485"/>
                  </a:cubicBezTo>
                  <a:cubicBezTo>
                    <a:pt x="864" y="441"/>
                    <a:pt x="877" y="410"/>
                    <a:pt x="896" y="377"/>
                  </a:cubicBezTo>
                  <a:cubicBezTo>
                    <a:pt x="928" y="306"/>
                    <a:pt x="1032" y="328"/>
                    <a:pt x="1058" y="332"/>
                  </a:cubicBezTo>
                  <a:cubicBezTo>
                    <a:pt x="1066" y="283"/>
                    <a:pt x="1066" y="283"/>
                    <a:pt x="1066" y="283"/>
                  </a:cubicBezTo>
                  <a:cubicBezTo>
                    <a:pt x="1023" y="276"/>
                    <a:pt x="985" y="274"/>
                    <a:pt x="951" y="275"/>
                  </a:cubicBezTo>
                  <a:close/>
                  <a:moveTo>
                    <a:pt x="882" y="285"/>
                  </a:moveTo>
                  <a:cubicBezTo>
                    <a:pt x="853" y="292"/>
                    <a:pt x="827" y="303"/>
                    <a:pt x="803" y="315"/>
                  </a:cubicBezTo>
                  <a:cubicBezTo>
                    <a:pt x="795" y="301"/>
                    <a:pt x="773" y="296"/>
                    <a:pt x="754" y="293"/>
                  </a:cubicBezTo>
                  <a:cubicBezTo>
                    <a:pt x="747" y="291"/>
                    <a:pt x="740" y="290"/>
                    <a:pt x="736" y="288"/>
                  </a:cubicBezTo>
                  <a:cubicBezTo>
                    <a:pt x="735" y="288"/>
                    <a:pt x="734" y="287"/>
                    <a:pt x="732" y="287"/>
                  </a:cubicBezTo>
                  <a:cubicBezTo>
                    <a:pt x="720" y="267"/>
                    <a:pt x="721" y="254"/>
                    <a:pt x="738" y="238"/>
                  </a:cubicBezTo>
                  <a:cubicBezTo>
                    <a:pt x="738" y="238"/>
                    <a:pt x="753" y="222"/>
                    <a:pt x="758" y="210"/>
                  </a:cubicBezTo>
                  <a:cubicBezTo>
                    <a:pt x="768" y="215"/>
                    <a:pt x="778" y="220"/>
                    <a:pt x="787" y="225"/>
                  </a:cubicBezTo>
                  <a:cubicBezTo>
                    <a:pt x="807" y="236"/>
                    <a:pt x="828" y="248"/>
                    <a:pt x="848" y="251"/>
                  </a:cubicBezTo>
                  <a:cubicBezTo>
                    <a:pt x="860" y="264"/>
                    <a:pt x="871" y="276"/>
                    <a:pt x="882" y="285"/>
                  </a:cubicBezTo>
                  <a:close/>
                  <a:moveTo>
                    <a:pt x="555" y="642"/>
                  </a:moveTo>
                  <a:cubicBezTo>
                    <a:pt x="541" y="648"/>
                    <a:pt x="527" y="655"/>
                    <a:pt x="515" y="664"/>
                  </a:cubicBezTo>
                  <a:cubicBezTo>
                    <a:pt x="513" y="666"/>
                    <a:pt x="509" y="667"/>
                    <a:pt x="507" y="663"/>
                  </a:cubicBezTo>
                  <a:cubicBezTo>
                    <a:pt x="501" y="649"/>
                    <a:pt x="493" y="635"/>
                    <a:pt x="484" y="622"/>
                  </a:cubicBezTo>
                  <a:cubicBezTo>
                    <a:pt x="468" y="599"/>
                    <a:pt x="455" y="579"/>
                    <a:pt x="460" y="554"/>
                  </a:cubicBezTo>
                  <a:cubicBezTo>
                    <a:pt x="460" y="552"/>
                    <a:pt x="460" y="548"/>
                    <a:pt x="467" y="546"/>
                  </a:cubicBezTo>
                  <a:cubicBezTo>
                    <a:pt x="477" y="540"/>
                    <a:pt x="487" y="534"/>
                    <a:pt x="496" y="527"/>
                  </a:cubicBezTo>
                  <a:cubicBezTo>
                    <a:pt x="501" y="524"/>
                    <a:pt x="506" y="522"/>
                    <a:pt x="511" y="521"/>
                  </a:cubicBezTo>
                  <a:cubicBezTo>
                    <a:pt x="522" y="548"/>
                    <a:pt x="555" y="555"/>
                    <a:pt x="577" y="560"/>
                  </a:cubicBezTo>
                  <a:cubicBezTo>
                    <a:pt x="589" y="563"/>
                    <a:pt x="600" y="569"/>
                    <a:pt x="613" y="581"/>
                  </a:cubicBezTo>
                  <a:cubicBezTo>
                    <a:pt x="613" y="581"/>
                    <a:pt x="613" y="581"/>
                    <a:pt x="614" y="581"/>
                  </a:cubicBezTo>
                  <a:cubicBezTo>
                    <a:pt x="613" y="583"/>
                    <a:pt x="613" y="585"/>
                    <a:pt x="612" y="587"/>
                  </a:cubicBezTo>
                  <a:cubicBezTo>
                    <a:pt x="612" y="591"/>
                    <a:pt x="611" y="594"/>
                    <a:pt x="610" y="598"/>
                  </a:cubicBezTo>
                  <a:cubicBezTo>
                    <a:pt x="609" y="602"/>
                    <a:pt x="605" y="608"/>
                    <a:pt x="605" y="608"/>
                  </a:cubicBezTo>
                  <a:cubicBezTo>
                    <a:pt x="593" y="625"/>
                    <a:pt x="574" y="633"/>
                    <a:pt x="555" y="642"/>
                  </a:cubicBezTo>
                  <a:close/>
                  <a:moveTo>
                    <a:pt x="604" y="636"/>
                  </a:moveTo>
                  <a:cubicBezTo>
                    <a:pt x="604" y="641"/>
                    <a:pt x="604" y="646"/>
                    <a:pt x="604" y="651"/>
                  </a:cubicBezTo>
                  <a:cubicBezTo>
                    <a:pt x="605" y="658"/>
                    <a:pt x="607" y="663"/>
                    <a:pt x="609" y="669"/>
                  </a:cubicBezTo>
                  <a:cubicBezTo>
                    <a:pt x="611" y="673"/>
                    <a:pt x="608" y="673"/>
                    <a:pt x="607" y="674"/>
                  </a:cubicBezTo>
                  <a:cubicBezTo>
                    <a:pt x="593" y="675"/>
                    <a:pt x="587" y="669"/>
                    <a:pt x="576" y="660"/>
                  </a:cubicBezTo>
                  <a:cubicBezTo>
                    <a:pt x="575" y="659"/>
                    <a:pt x="573" y="657"/>
                    <a:pt x="572" y="656"/>
                  </a:cubicBezTo>
                  <a:cubicBezTo>
                    <a:pt x="571" y="655"/>
                    <a:pt x="569" y="653"/>
                    <a:pt x="572" y="652"/>
                  </a:cubicBezTo>
                  <a:cubicBezTo>
                    <a:pt x="582" y="647"/>
                    <a:pt x="592" y="642"/>
                    <a:pt x="600" y="635"/>
                  </a:cubicBezTo>
                  <a:cubicBezTo>
                    <a:pt x="602" y="634"/>
                    <a:pt x="604" y="635"/>
                    <a:pt x="604" y="636"/>
                  </a:cubicBezTo>
                  <a:close/>
                  <a:moveTo>
                    <a:pt x="398" y="568"/>
                  </a:moveTo>
                  <a:cubicBezTo>
                    <a:pt x="393" y="572"/>
                    <a:pt x="392" y="567"/>
                    <a:pt x="392" y="567"/>
                  </a:cubicBezTo>
                  <a:cubicBezTo>
                    <a:pt x="391" y="549"/>
                    <a:pt x="388" y="532"/>
                    <a:pt x="382" y="518"/>
                  </a:cubicBezTo>
                  <a:cubicBezTo>
                    <a:pt x="381" y="516"/>
                    <a:pt x="385" y="512"/>
                    <a:pt x="388" y="512"/>
                  </a:cubicBezTo>
                  <a:cubicBezTo>
                    <a:pt x="393" y="513"/>
                    <a:pt x="399" y="513"/>
                    <a:pt x="404" y="514"/>
                  </a:cubicBezTo>
                  <a:cubicBezTo>
                    <a:pt x="426" y="517"/>
                    <a:pt x="448" y="520"/>
                    <a:pt x="471" y="521"/>
                  </a:cubicBezTo>
                  <a:cubicBezTo>
                    <a:pt x="473" y="521"/>
                    <a:pt x="474" y="523"/>
                    <a:pt x="472" y="524"/>
                  </a:cubicBezTo>
                  <a:cubicBezTo>
                    <a:pt x="464" y="529"/>
                    <a:pt x="455" y="534"/>
                    <a:pt x="446" y="538"/>
                  </a:cubicBezTo>
                  <a:cubicBezTo>
                    <a:pt x="429" y="547"/>
                    <a:pt x="412" y="556"/>
                    <a:pt x="398" y="568"/>
                  </a:cubicBezTo>
                  <a:close/>
                  <a:moveTo>
                    <a:pt x="443" y="562"/>
                  </a:moveTo>
                  <a:cubicBezTo>
                    <a:pt x="442" y="574"/>
                    <a:pt x="445" y="585"/>
                    <a:pt x="450" y="596"/>
                  </a:cubicBezTo>
                  <a:cubicBezTo>
                    <a:pt x="441" y="598"/>
                    <a:pt x="433" y="604"/>
                    <a:pt x="427" y="609"/>
                  </a:cubicBezTo>
                  <a:cubicBezTo>
                    <a:pt x="426" y="609"/>
                    <a:pt x="426" y="609"/>
                    <a:pt x="426" y="609"/>
                  </a:cubicBezTo>
                  <a:cubicBezTo>
                    <a:pt x="418" y="616"/>
                    <a:pt x="418" y="616"/>
                    <a:pt x="418" y="616"/>
                  </a:cubicBezTo>
                  <a:cubicBezTo>
                    <a:pt x="403" y="627"/>
                    <a:pt x="391" y="637"/>
                    <a:pt x="374" y="639"/>
                  </a:cubicBezTo>
                  <a:cubicBezTo>
                    <a:pt x="376" y="634"/>
                    <a:pt x="378" y="628"/>
                    <a:pt x="381" y="623"/>
                  </a:cubicBezTo>
                  <a:cubicBezTo>
                    <a:pt x="383" y="619"/>
                    <a:pt x="384" y="615"/>
                    <a:pt x="385" y="611"/>
                  </a:cubicBezTo>
                  <a:cubicBezTo>
                    <a:pt x="385" y="611"/>
                    <a:pt x="385" y="611"/>
                    <a:pt x="385" y="611"/>
                  </a:cubicBezTo>
                  <a:cubicBezTo>
                    <a:pt x="397" y="585"/>
                    <a:pt x="416" y="572"/>
                    <a:pt x="439" y="560"/>
                  </a:cubicBezTo>
                  <a:cubicBezTo>
                    <a:pt x="440" y="559"/>
                    <a:pt x="443" y="559"/>
                    <a:pt x="443" y="562"/>
                  </a:cubicBezTo>
                  <a:close/>
                  <a:moveTo>
                    <a:pt x="407" y="391"/>
                  </a:moveTo>
                  <a:cubicBezTo>
                    <a:pt x="400" y="376"/>
                    <a:pt x="401" y="369"/>
                    <a:pt x="408" y="353"/>
                  </a:cubicBezTo>
                  <a:cubicBezTo>
                    <a:pt x="413" y="338"/>
                    <a:pt x="412" y="329"/>
                    <a:pt x="403" y="315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5" y="309"/>
                    <a:pt x="409" y="309"/>
                    <a:pt x="415" y="309"/>
                  </a:cubicBezTo>
                  <a:cubicBezTo>
                    <a:pt x="419" y="309"/>
                    <a:pt x="424" y="309"/>
                    <a:pt x="429" y="309"/>
                  </a:cubicBezTo>
                  <a:cubicBezTo>
                    <a:pt x="452" y="329"/>
                    <a:pt x="478" y="351"/>
                    <a:pt x="493" y="380"/>
                  </a:cubicBezTo>
                  <a:cubicBezTo>
                    <a:pt x="499" y="390"/>
                    <a:pt x="502" y="403"/>
                    <a:pt x="504" y="417"/>
                  </a:cubicBezTo>
                  <a:cubicBezTo>
                    <a:pt x="505" y="418"/>
                    <a:pt x="505" y="422"/>
                    <a:pt x="501" y="422"/>
                  </a:cubicBezTo>
                  <a:cubicBezTo>
                    <a:pt x="487" y="421"/>
                    <a:pt x="471" y="422"/>
                    <a:pt x="456" y="423"/>
                  </a:cubicBezTo>
                  <a:cubicBezTo>
                    <a:pt x="443" y="424"/>
                    <a:pt x="429" y="425"/>
                    <a:pt x="416" y="424"/>
                  </a:cubicBezTo>
                  <a:cubicBezTo>
                    <a:pt x="418" y="415"/>
                    <a:pt x="412" y="402"/>
                    <a:pt x="407" y="391"/>
                  </a:cubicBezTo>
                  <a:close/>
                  <a:moveTo>
                    <a:pt x="363" y="320"/>
                  </a:moveTo>
                  <a:cubicBezTo>
                    <a:pt x="365" y="318"/>
                    <a:pt x="368" y="317"/>
                    <a:pt x="370" y="316"/>
                  </a:cubicBezTo>
                  <a:cubicBezTo>
                    <a:pt x="377" y="312"/>
                    <a:pt x="384" y="311"/>
                    <a:pt x="391" y="310"/>
                  </a:cubicBezTo>
                  <a:cubicBezTo>
                    <a:pt x="396" y="319"/>
                    <a:pt x="396" y="319"/>
                    <a:pt x="396" y="319"/>
                  </a:cubicBezTo>
                  <a:cubicBezTo>
                    <a:pt x="404" y="331"/>
                    <a:pt x="405" y="336"/>
                    <a:pt x="400" y="350"/>
                  </a:cubicBezTo>
                  <a:cubicBezTo>
                    <a:pt x="399" y="353"/>
                    <a:pt x="398" y="355"/>
                    <a:pt x="398" y="357"/>
                  </a:cubicBezTo>
                  <a:cubicBezTo>
                    <a:pt x="392" y="345"/>
                    <a:pt x="381" y="326"/>
                    <a:pt x="363" y="320"/>
                  </a:cubicBezTo>
                  <a:close/>
                  <a:moveTo>
                    <a:pt x="643" y="160"/>
                  </a:moveTo>
                  <a:cubicBezTo>
                    <a:pt x="662" y="192"/>
                    <a:pt x="666" y="227"/>
                    <a:pt x="656" y="265"/>
                  </a:cubicBezTo>
                  <a:cubicBezTo>
                    <a:pt x="651" y="285"/>
                    <a:pt x="649" y="305"/>
                    <a:pt x="648" y="325"/>
                  </a:cubicBezTo>
                  <a:cubicBezTo>
                    <a:pt x="631" y="312"/>
                    <a:pt x="619" y="297"/>
                    <a:pt x="611" y="274"/>
                  </a:cubicBezTo>
                  <a:cubicBezTo>
                    <a:pt x="600" y="238"/>
                    <a:pt x="581" y="231"/>
                    <a:pt x="555" y="221"/>
                  </a:cubicBezTo>
                  <a:cubicBezTo>
                    <a:pt x="543" y="216"/>
                    <a:pt x="543" y="216"/>
                    <a:pt x="543" y="216"/>
                  </a:cubicBezTo>
                  <a:cubicBezTo>
                    <a:pt x="531" y="211"/>
                    <a:pt x="522" y="206"/>
                    <a:pt x="514" y="200"/>
                  </a:cubicBezTo>
                  <a:cubicBezTo>
                    <a:pt x="513" y="177"/>
                    <a:pt x="537" y="161"/>
                    <a:pt x="559" y="147"/>
                  </a:cubicBezTo>
                  <a:cubicBezTo>
                    <a:pt x="575" y="135"/>
                    <a:pt x="575" y="135"/>
                    <a:pt x="575" y="135"/>
                  </a:cubicBezTo>
                  <a:cubicBezTo>
                    <a:pt x="587" y="126"/>
                    <a:pt x="593" y="118"/>
                    <a:pt x="598" y="108"/>
                  </a:cubicBezTo>
                  <a:cubicBezTo>
                    <a:pt x="618" y="125"/>
                    <a:pt x="633" y="142"/>
                    <a:pt x="643" y="159"/>
                  </a:cubicBezTo>
                  <a:cubicBezTo>
                    <a:pt x="643" y="160"/>
                    <a:pt x="643" y="160"/>
                    <a:pt x="643" y="160"/>
                  </a:cubicBezTo>
                  <a:cubicBezTo>
                    <a:pt x="643" y="160"/>
                    <a:pt x="643" y="160"/>
                    <a:pt x="643" y="160"/>
                  </a:cubicBezTo>
                  <a:close/>
                  <a:moveTo>
                    <a:pt x="705" y="202"/>
                  </a:moveTo>
                  <a:cubicBezTo>
                    <a:pt x="720" y="197"/>
                    <a:pt x="736" y="201"/>
                    <a:pt x="751" y="207"/>
                  </a:cubicBezTo>
                  <a:cubicBezTo>
                    <a:pt x="748" y="214"/>
                    <a:pt x="737" y="227"/>
                    <a:pt x="732" y="232"/>
                  </a:cubicBezTo>
                  <a:cubicBezTo>
                    <a:pt x="715" y="249"/>
                    <a:pt x="712" y="263"/>
                    <a:pt x="721" y="282"/>
                  </a:cubicBezTo>
                  <a:cubicBezTo>
                    <a:pt x="713" y="278"/>
                    <a:pt x="706" y="275"/>
                    <a:pt x="699" y="271"/>
                  </a:cubicBezTo>
                  <a:cubicBezTo>
                    <a:pt x="692" y="267"/>
                    <a:pt x="684" y="262"/>
                    <a:pt x="676" y="259"/>
                  </a:cubicBezTo>
                  <a:cubicBezTo>
                    <a:pt x="678" y="251"/>
                    <a:pt x="678" y="251"/>
                    <a:pt x="678" y="251"/>
                  </a:cubicBezTo>
                  <a:cubicBezTo>
                    <a:pt x="684" y="230"/>
                    <a:pt x="689" y="214"/>
                    <a:pt x="705" y="202"/>
                  </a:cubicBezTo>
                  <a:close/>
                  <a:moveTo>
                    <a:pt x="676" y="210"/>
                  </a:moveTo>
                  <a:cubicBezTo>
                    <a:pt x="675" y="196"/>
                    <a:pt x="671" y="183"/>
                    <a:pt x="666" y="170"/>
                  </a:cubicBezTo>
                  <a:cubicBezTo>
                    <a:pt x="668" y="170"/>
                    <a:pt x="670" y="171"/>
                    <a:pt x="672" y="172"/>
                  </a:cubicBezTo>
                  <a:cubicBezTo>
                    <a:pt x="684" y="175"/>
                    <a:pt x="695" y="178"/>
                    <a:pt x="702" y="185"/>
                  </a:cubicBezTo>
                  <a:cubicBezTo>
                    <a:pt x="701" y="186"/>
                    <a:pt x="699" y="187"/>
                    <a:pt x="698" y="187"/>
                  </a:cubicBezTo>
                  <a:cubicBezTo>
                    <a:pt x="698" y="187"/>
                    <a:pt x="698" y="187"/>
                    <a:pt x="698" y="187"/>
                  </a:cubicBezTo>
                  <a:cubicBezTo>
                    <a:pt x="698" y="188"/>
                    <a:pt x="698" y="188"/>
                    <a:pt x="698" y="188"/>
                  </a:cubicBezTo>
                  <a:cubicBezTo>
                    <a:pt x="688" y="194"/>
                    <a:pt x="681" y="202"/>
                    <a:pt x="676" y="210"/>
                  </a:cubicBezTo>
                  <a:close/>
                  <a:moveTo>
                    <a:pt x="683" y="397"/>
                  </a:moveTo>
                  <a:cubicBezTo>
                    <a:pt x="682" y="398"/>
                    <a:pt x="680" y="399"/>
                    <a:pt x="679" y="400"/>
                  </a:cubicBezTo>
                  <a:cubicBezTo>
                    <a:pt x="678" y="401"/>
                    <a:pt x="675" y="400"/>
                    <a:pt x="675" y="399"/>
                  </a:cubicBezTo>
                  <a:cubicBezTo>
                    <a:pt x="663" y="350"/>
                    <a:pt x="661" y="313"/>
                    <a:pt x="671" y="274"/>
                  </a:cubicBezTo>
                  <a:cubicBezTo>
                    <a:pt x="678" y="277"/>
                    <a:pt x="685" y="281"/>
                    <a:pt x="692" y="285"/>
                  </a:cubicBezTo>
                  <a:cubicBezTo>
                    <a:pt x="704" y="292"/>
                    <a:pt x="717" y="299"/>
                    <a:pt x="731" y="304"/>
                  </a:cubicBezTo>
                  <a:cubicBezTo>
                    <a:pt x="736" y="305"/>
                    <a:pt x="743" y="307"/>
                    <a:pt x="751" y="308"/>
                  </a:cubicBezTo>
                  <a:cubicBezTo>
                    <a:pt x="764" y="311"/>
                    <a:pt x="784" y="315"/>
                    <a:pt x="789" y="322"/>
                  </a:cubicBezTo>
                  <a:cubicBezTo>
                    <a:pt x="749" y="344"/>
                    <a:pt x="715" y="372"/>
                    <a:pt x="683" y="397"/>
                  </a:cubicBezTo>
                  <a:close/>
                  <a:moveTo>
                    <a:pt x="712" y="415"/>
                  </a:moveTo>
                  <a:cubicBezTo>
                    <a:pt x="717" y="425"/>
                    <a:pt x="723" y="432"/>
                    <a:pt x="733" y="436"/>
                  </a:cubicBezTo>
                  <a:cubicBezTo>
                    <a:pt x="723" y="437"/>
                    <a:pt x="712" y="433"/>
                    <a:pt x="702" y="429"/>
                  </a:cubicBezTo>
                  <a:cubicBezTo>
                    <a:pt x="700" y="428"/>
                    <a:pt x="699" y="427"/>
                    <a:pt x="697" y="427"/>
                  </a:cubicBezTo>
                  <a:cubicBezTo>
                    <a:pt x="699" y="425"/>
                    <a:pt x="701" y="424"/>
                    <a:pt x="703" y="422"/>
                  </a:cubicBezTo>
                  <a:cubicBezTo>
                    <a:pt x="706" y="420"/>
                    <a:pt x="709" y="418"/>
                    <a:pt x="712" y="415"/>
                  </a:cubicBezTo>
                  <a:close/>
                  <a:moveTo>
                    <a:pt x="614" y="490"/>
                  </a:moveTo>
                  <a:cubicBezTo>
                    <a:pt x="613" y="489"/>
                    <a:pt x="613" y="487"/>
                    <a:pt x="614" y="486"/>
                  </a:cubicBezTo>
                  <a:cubicBezTo>
                    <a:pt x="628" y="478"/>
                    <a:pt x="641" y="469"/>
                    <a:pt x="654" y="460"/>
                  </a:cubicBezTo>
                  <a:cubicBezTo>
                    <a:pt x="655" y="459"/>
                    <a:pt x="657" y="460"/>
                    <a:pt x="657" y="461"/>
                  </a:cubicBezTo>
                  <a:cubicBezTo>
                    <a:pt x="656" y="465"/>
                    <a:pt x="656" y="469"/>
                    <a:pt x="655" y="472"/>
                  </a:cubicBezTo>
                  <a:cubicBezTo>
                    <a:pt x="653" y="490"/>
                    <a:pt x="651" y="506"/>
                    <a:pt x="638" y="521"/>
                  </a:cubicBezTo>
                  <a:cubicBezTo>
                    <a:pt x="637" y="522"/>
                    <a:pt x="634" y="522"/>
                    <a:pt x="633" y="520"/>
                  </a:cubicBezTo>
                  <a:cubicBezTo>
                    <a:pt x="630" y="510"/>
                    <a:pt x="624" y="499"/>
                    <a:pt x="614" y="490"/>
                  </a:cubicBezTo>
                  <a:close/>
                  <a:moveTo>
                    <a:pt x="603" y="456"/>
                  </a:moveTo>
                  <a:cubicBezTo>
                    <a:pt x="594" y="441"/>
                    <a:pt x="585" y="430"/>
                    <a:pt x="566" y="422"/>
                  </a:cubicBezTo>
                  <a:cubicBezTo>
                    <a:pt x="565" y="421"/>
                    <a:pt x="564" y="420"/>
                    <a:pt x="563" y="420"/>
                  </a:cubicBezTo>
                  <a:cubicBezTo>
                    <a:pt x="563" y="420"/>
                    <a:pt x="562" y="420"/>
                    <a:pt x="562" y="420"/>
                  </a:cubicBezTo>
                  <a:cubicBezTo>
                    <a:pt x="547" y="414"/>
                    <a:pt x="533" y="407"/>
                    <a:pt x="519" y="401"/>
                  </a:cubicBezTo>
                  <a:cubicBezTo>
                    <a:pt x="519" y="398"/>
                    <a:pt x="518" y="396"/>
                    <a:pt x="518" y="394"/>
                  </a:cubicBezTo>
                  <a:cubicBezTo>
                    <a:pt x="518" y="385"/>
                    <a:pt x="522" y="373"/>
                    <a:pt x="533" y="362"/>
                  </a:cubicBezTo>
                  <a:cubicBezTo>
                    <a:pt x="536" y="358"/>
                    <a:pt x="540" y="355"/>
                    <a:pt x="544" y="351"/>
                  </a:cubicBezTo>
                  <a:cubicBezTo>
                    <a:pt x="550" y="347"/>
                    <a:pt x="556" y="342"/>
                    <a:pt x="561" y="336"/>
                  </a:cubicBezTo>
                  <a:cubicBezTo>
                    <a:pt x="563" y="334"/>
                    <a:pt x="570" y="325"/>
                    <a:pt x="571" y="324"/>
                  </a:cubicBezTo>
                  <a:cubicBezTo>
                    <a:pt x="579" y="317"/>
                    <a:pt x="598" y="313"/>
                    <a:pt x="602" y="312"/>
                  </a:cubicBezTo>
                  <a:cubicBezTo>
                    <a:pt x="606" y="311"/>
                    <a:pt x="613" y="312"/>
                    <a:pt x="617" y="317"/>
                  </a:cubicBezTo>
                  <a:cubicBezTo>
                    <a:pt x="626" y="328"/>
                    <a:pt x="637" y="336"/>
                    <a:pt x="649" y="345"/>
                  </a:cubicBezTo>
                  <a:cubicBezTo>
                    <a:pt x="651" y="365"/>
                    <a:pt x="655" y="386"/>
                    <a:pt x="661" y="409"/>
                  </a:cubicBezTo>
                  <a:cubicBezTo>
                    <a:pt x="662" y="410"/>
                    <a:pt x="660" y="415"/>
                    <a:pt x="659" y="416"/>
                  </a:cubicBezTo>
                  <a:cubicBezTo>
                    <a:pt x="641" y="431"/>
                    <a:pt x="622" y="444"/>
                    <a:pt x="603" y="456"/>
                  </a:cubicBezTo>
                  <a:close/>
                  <a:moveTo>
                    <a:pt x="554" y="543"/>
                  </a:moveTo>
                  <a:cubicBezTo>
                    <a:pt x="551" y="538"/>
                    <a:pt x="549" y="533"/>
                    <a:pt x="550" y="528"/>
                  </a:cubicBezTo>
                  <a:cubicBezTo>
                    <a:pt x="550" y="525"/>
                    <a:pt x="551" y="523"/>
                    <a:pt x="551" y="521"/>
                  </a:cubicBezTo>
                  <a:cubicBezTo>
                    <a:pt x="552" y="518"/>
                    <a:pt x="553" y="516"/>
                    <a:pt x="553" y="513"/>
                  </a:cubicBezTo>
                  <a:cubicBezTo>
                    <a:pt x="553" y="513"/>
                    <a:pt x="554" y="512"/>
                    <a:pt x="555" y="512"/>
                  </a:cubicBezTo>
                  <a:cubicBezTo>
                    <a:pt x="568" y="508"/>
                    <a:pt x="580" y="504"/>
                    <a:pt x="592" y="498"/>
                  </a:cubicBezTo>
                  <a:cubicBezTo>
                    <a:pt x="596" y="496"/>
                    <a:pt x="598" y="498"/>
                    <a:pt x="599" y="498"/>
                  </a:cubicBezTo>
                  <a:cubicBezTo>
                    <a:pt x="625" y="519"/>
                    <a:pt x="623" y="544"/>
                    <a:pt x="616" y="573"/>
                  </a:cubicBezTo>
                  <a:cubicBezTo>
                    <a:pt x="607" y="565"/>
                    <a:pt x="595" y="556"/>
                    <a:pt x="578" y="552"/>
                  </a:cubicBezTo>
                  <a:cubicBezTo>
                    <a:pt x="571" y="551"/>
                    <a:pt x="563" y="549"/>
                    <a:pt x="555" y="546"/>
                  </a:cubicBezTo>
                  <a:cubicBezTo>
                    <a:pt x="555" y="546"/>
                    <a:pt x="555" y="546"/>
                    <a:pt x="555" y="546"/>
                  </a:cubicBezTo>
                  <a:lnTo>
                    <a:pt x="554" y="543"/>
                  </a:lnTo>
                  <a:close/>
                  <a:moveTo>
                    <a:pt x="542" y="527"/>
                  </a:moveTo>
                  <a:cubicBezTo>
                    <a:pt x="541" y="533"/>
                    <a:pt x="543" y="538"/>
                    <a:pt x="545" y="542"/>
                  </a:cubicBezTo>
                  <a:cubicBezTo>
                    <a:pt x="534" y="537"/>
                    <a:pt x="524" y="530"/>
                    <a:pt x="519" y="519"/>
                  </a:cubicBezTo>
                  <a:cubicBezTo>
                    <a:pt x="528" y="517"/>
                    <a:pt x="537" y="516"/>
                    <a:pt x="545" y="515"/>
                  </a:cubicBezTo>
                  <a:cubicBezTo>
                    <a:pt x="544" y="516"/>
                    <a:pt x="544" y="517"/>
                    <a:pt x="544" y="519"/>
                  </a:cubicBezTo>
                  <a:cubicBezTo>
                    <a:pt x="543" y="521"/>
                    <a:pt x="542" y="524"/>
                    <a:pt x="542" y="527"/>
                  </a:cubicBezTo>
                  <a:close/>
                  <a:moveTo>
                    <a:pt x="521" y="421"/>
                  </a:moveTo>
                  <a:cubicBezTo>
                    <a:pt x="521" y="418"/>
                    <a:pt x="520" y="414"/>
                    <a:pt x="520" y="410"/>
                  </a:cubicBezTo>
                  <a:cubicBezTo>
                    <a:pt x="532" y="416"/>
                    <a:pt x="545" y="422"/>
                    <a:pt x="558" y="427"/>
                  </a:cubicBezTo>
                  <a:cubicBezTo>
                    <a:pt x="555" y="442"/>
                    <a:pt x="552" y="462"/>
                    <a:pt x="558" y="477"/>
                  </a:cubicBezTo>
                  <a:cubicBezTo>
                    <a:pt x="556" y="478"/>
                    <a:pt x="553" y="479"/>
                    <a:pt x="551" y="480"/>
                  </a:cubicBezTo>
                  <a:cubicBezTo>
                    <a:pt x="550" y="480"/>
                    <a:pt x="545" y="480"/>
                    <a:pt x="544" y="479"/>
                  </a:cubicBezTo>
                  <a:cubicBezTo>
                    <a:pt x="529" y="466"/>
                    <a:pt x="525" y="444"/>
                    <a:pt x="521" y="421"/>
                  </a:cubicBezTo>
                  <a:close/>
                  <a:moveTo>
                    <a:pt x="565" y="475"/>
                  </a:moveTo>
                  <a:cubicBezTo>
                    <a:pt x="560" y="462"/>
                    <a:pt x="563" y="444"/>
                    <a:pt x="565" y="430"/>
                  </a:cubicBezTo>
                  <a:cubicBezTo>
                    <a:pt x="580" y="437"/>
                    <a:pt x="588" y="445"/>
                    <a:pt x="596" y="460"/>
                  </a:cubicBezTo>
                  <a:cubicBezTo>
                    <a:pt x="586" y="465"/>
                    <a:pt x="576" y="470"/>
                    <a:pt x="565" y="475"/>
                  </a:cubicBezTo>
                  <a:close/>
                  <a:moveTo>
                    <a:pt x="573" y="295"/>
                  </a:moveTo>
                  <a:cubicBezTo>
                    <a:pt x="574" y="280"/>
                    <a:pt x="572" y="264"/>
                    <a:pt x="570" y="251"/>
                  </a:cubicBezTo>
                  <a:cubicBezTo>
                    <a:pt x="570" y="248"/>
                    <a:pt x="573" y="246"/>
                    <a:pt x="575" y="247"/>
                  </a:cubicBezTo>
                  <a:cubicBezTo>
                    <a:pt x="584" y="254"/>
                    <a:pt x="591" y="262"/>
                    <a:pt x="596" y="279"/>
                  </a:cubicBezTo>
                  <a:cubicBezTo>
                    <a:pt x="598" y="283"/>
                    <a:pt x="599" y="286"/>
                    <a:pt x="600" y="290"/>
                  </a:cubicBezTo>
                  <a:cubicBezTo>
                    <a:pt x="603" y="295"/>
                    <a:pt x="598" y="296"/>
                    <a:pt x="598" y="296"/>
                  </a:cubicBezTo>
                  <a:cubicBezTo>
                    <a:pt x="593" y="298"/>
                    <a:pt x="588" y="299"/>
                    <a:pt x="582" y="301"/>
                  </a:cubicBezTo>
                  <a:cubicBezTo>
                    <a:pt x="579" y="302"/>
                    <a:pt x="573" y="298"/>
                    <a:pt x="573" y="295"/>
                  </a:cubicBezTo>
                  <a:close/>
                  <a:moveTo>
                    <a:pt x="543" y="235"/>
                  </a:moveTo>
                  <a:cubicBezTo>
                    <a:pt x="544" y="235"/>
                    <a:pt x="553" y="240"/>
                    <a:pt x="553" y="242"/>
                  </a:cubicBezTo>
                  <a:cubicBezTo>
                    <a:pt x="557" y="264"/>
                    <a:pt x="560" y="302"/>
                    <a:pt x="553" y="318"/>
                  </a:cubicBezTo>
                  <a:cubicBezTo>
                    <a:pt x="553" y="318"/>
                    <a:pt x="553" y="319"/>
                    <a:pt x="552" y="319"/>
                  </a:cubicBezTo>
                  <a:cubicBezTo>
                    <a:pt x="552" y="320"/>
                    <a:pt x="552" y="320"/>
                    <a:pt x="552" y="320"/>
                  </a:cubicBezTo>
                  <a:cubicBezTo>
                    <a:pt x="552" y="320"/>
                    <a:pt x="551" y="322"/>
                    <a:pt x="551" y="322"/>
                  </a:cubicBezTo>
                  <a:cubicBezTo>
                    <a:pt x="547" y="329"/>
                    <a:pt x="541" y="334"/>
                    <a:pt x="534" y="339"/>
                  </a:cubicBezTo>
                  <a:cubicBezTo>
                    <a:pt x="530" y="342"/>
                    <a:pt x="525" y="346"/>
                    <a:pt x="521" y="351"/>
                  </a:cubicBezTo>
                  <a:cubicBezTo>
                    <a:pt x="517" y="355"/>
                    <a:pt x="514" y="359"/>
                    <a:pt x="511" y="363"/>
                  </a:cubicBezTo>
                  <a:cubicBezTo>
                    <a:pt x="510" y="365"/>
                    <a:pt x="506" y="368"/>
                    <a:pt x="501" y="361"/>
                  </a:cubicBezTo>
                  <a:cubicBezTo>
                    <a:pt x="487" y="340"/>
                    <a:pt x="469" y="322"/>
                    <a:pt x="451" y="306"/>
                  </a:cubicBezTo>
                  <a:cubicBezTo>
                    <a:pt x="475" y="302"/>
                    <a:pt x="496" y="290"/>
                    <a:pt x="510" y="273"/>
                  </a:cubicBezTo>
                  <a:cubicBezTo>
                    <a:pt x="514" y="267"/>
                    <a:pt x="518" y="261"/>
                    <a:pt x="521" y="257"/>
                  </a:cubicBezTo>
                  <a:cubicBezTo>
                    <a:pt x="527" y="247"/>
                    <a:pt x="531" y="240"/>
                    <a:pt x="543" y="235"/>
                  </a:cubicBezTo>
                  <a:close/>
                  <a:moveTo>
                    <a:pt x="457" y="439"/>
                  </a:moveTo>
                  <a:cubicBezTo>
                    <a:pt x="473" y="438"/>
                    <a:pt x="489" y="436"/>
                    <a:pt x="502" y="438"/>
                  </a:cubicBezTo>
                  <a:cubicBezTo>
                    <a:pt x="508" y="438"/>
                    <a:pt x="509" y="442"/>
                    <a:pt x="509" y="444"/>
                  </a:cubicBezTo>
                  <a:cubicBezTo>
                    <a:pt x="513" y="457"/>
                    <a:pt x="517" y="470"/>
                    <a:pt x="525" y="481"/>
                  </a:cubicBezTo>
                  <a:cubicBezTo>
                    <a:pt x="526" y="483"/>
                    <a:pt x="528" y="485"/>
                    <a:pt x="523" y="487"/>
                  </a:cubicBezTo>
                  <a:cubicBezTo>
                    <a:pt x="486" y="493"/>
                    <a:pt x="448" y="488"/>
                    <a:pt x="408" y="482"/>
                  </a:cubicBezTo>
                  <a:cubicBezTo>
                    <a:pt x="406" y="482"/>
                    <a:pt x="402" y="478"/>
                    <a:pt x="402" y="477"/>
                  </a:cubicBezTo>
                  <a:cubicBezTo>
                    <a:pt x="401" y="464"/>
                    <a:pt x="397" y="449"/>
                    <a:pt x="392" y="437"/>
                  </a:cubicBezTo>
                  <a:cubicBezTo>
                    <a:pt x="412" y="443"/>
                    <a:pt x="435" y="441"/>
                    <a:pt x="457" y="439"/>
                  </a:cubicBezTo>
                  <a:close/>
                  <a:moveTo>
                    <a:pt x="620" y="649"/>
                  </a:moveTo>
                  <a:cubicBezTo>
                    <a:pt x="619" y="640"/>
                    <a:pt x="620" y="631"/>
                    <a:pt x="621" y="621"/>
                  </a:cubicBezTo>
                  <a:cubicBezTo>
                    <a:pt x="623" y="624"/>
                    <a:pt x="625" y="627"/>
                    <a:pt x="627" y="629"/>
                  </a:cubicBezTo>
                  <a:cubicBezTo>
                    <a:pt x="634" y="637"/>
                    <a:pt x="643" y="639"/>
                    <a:pt x="651" y="641"/>
                  </a:cubicBezTo>
                  <a:cubicBezTo>
                    <a:pt x="656" y="641"/>
                    <a:pt x="660" y="642"/>
                    <a:pt x="664" y="644"/>
                  </a:cubicBezTo>
                  <a:cubicBezTo>
                    <a:pt x="672" y="647"/>
                    <a:pt x="682" y="654"/>
                    <a:pt x="689" y="660"/>
                  </a:cubicBezTo>
                  <a:cubicBezTo>
                    <a:pt x="685" y="667"/>
                    <a:pt x="682" y="675"/>
                    <a:pt x="679" y="683"/>
                  </a:cubicBezTo>
                  <a:cubicBezTo>
                    <a:pt x="678" y="683"/>
                    <a:pt x="678" y="683"/>
                    <a:pt x="678" y="684"/>
                  </a:cubicBezTo>
                  <a:cubicBezTo>
                    <a:pt x="677" y="684"/>
                    <a:pt x="676" y="684"/>
                    <a:pt x="675" y="684"/>
                  </a:cubicBezTo>
                  <a:cubicBezTo>
                    <a:pt x="656" y="688"/>
                    <a:pt x="642" y="688"/>
                    <a:pt x="635" y="683"/>
                  </a:cubicBezTo>
                  <a:cubicBezTo>
                    <a:pt x="632" y="680"/>
                    <a:pt x="627" y="672"/>
                    <a:pt x="627" y="672"/>
                  </a:cubicBezTo>
                  <a:cubicBezTo>
                    <a:pt x="624" y="665"/>
                    <a:pt x="621" y="657"/>
                    <a:pt x="620" y="649"/>
                  </a:cubicBezTo>
                  <a:close/>
                  <a:moveTo>
                    <a:pt x="693" y="653"/>
                  </a:moveTo>
                  <a:cubicBezTo>
                    <a:pt x="686" y="646"/>
                    <a:pt x="675" y="640"/>
                    <a:pt x="667" y="636"/>
                  </a:cubicBezTo>
                  <a:cubicBezTo>
                    <a:pt x="662" y="635"/>
                    <a:pt x="657" y="634"/>
                    <a:pt x="653" y="633"/>
                  </a:cubicBezTo>
                  <a:cubicBezTo>
                    <a:pt x="645" y="631"/>
                    <a:pt x="639" y="630"/>
                    <a:pt x="633" y="624"/>
                  </a:cubicBezTo>
                  <a:cubicBezTo>
                    <a:pt x="630" y="620"/>
                    <a:pt x="627" y="615"/>
                    <a:pt x="624" y="609"/>
                  </a:cubicBezTo>
                  <a:cubicBezTo>
                    <a:pt x="624" y="609"/>
                    <a:pt x="624" y="609"/>
                    <a:pt x="624" y="609"/>
                  </a:cubicBezTo>
                  <a:cubicBezTo>
                    <a:pt x="625" y="603"/>
                    <a:pt x="627" y="597"/>
                    <a:pt x="628" y="591"/>
                  </a:cubicBezTo>
                  <a:cubicBezTo>
                    <a:pt x="631" y="577"/>
                    <a:pt x="635" y="563"/>
                    <a:pt x="636" y="548"/>
                  </a:cubicBezTo>
                  <a:cubicBezTo>
                    <a:pt x="636" y="547"/>
                    <a:pt x="636" y="543"/>
                    <a:pt x="640" y="540"/>
                  </a:cubicBezTo>
                  <a:cubicBezTo>
                    <a:pt x="650" y="532"/>
                    <a:pt x="656" y="524"/>
                    <a:pt x="661" y="515"/>
                  </a:cubicBezTo>
                  <a:cubicBezTo>
                    <a:pt x="661" y="514"/>
                    <a:pt x="664" y="513"/>
                    <a:pt x="665" y="514"/>
                  </a:cubicBezTo>
                  <a:cubicBezTo>
                    <a:pt x="667" y="516"/>
                    <a:pt x="670" y="518"/>
                    <a:pt x="672" y="520"/>
                  </a:cubicBezTo>
                  <a:cubicBezTo>
                    <a:pt x="677" y="525"/>
                    <a:pt x="682" y="529"/>
                    <a:pt x="685" y="534"/>
                  </a:cubicBezTo>
                  <a:cubicBezTo>
                    <a:pt x="691" y="541"/>
                    <a:pt x="693" y="549"/>
                    <a:pt x="696" y="558"/>
                  </a:cubicBezTo>
                  <a:cubicBezTo>
                    <a:pt x="698" y="564"/>
                    <a:pt x="700" y="570"/>
                    <a:pt x="703" y="576"/>
                  </a:cubicBezTo>
                  <a:cubicBezTo>
                    <a:pt x="709" y="588"/>
                    <a:pt x="719" y="602"/>
                    <a:pt x="731" y="615"/>
                  </a:cubicBezTo>
                  <a:cubicBezTo>
                    <a:pt x="730" y="616"/>
                    <a:pt x="730" y="616"/>
                    <a:pt x="730" y="616"/>
                  </a:cubicBezTo>
                  <a:cubicBezTo>
                    <a:pt x="727" y="623"/>
                    <a:pt x="724" y="625"/>
                    <a:pt x="717" y="630"/>
                  </a:cubicBezTo>
                  <a:cubicBezTo>
                    <a:pt x="715" y="631"/>
                    <a:pt x="715" y="631"/>
                    <a:pt x="715" y="631"/>
                  </a:cubicBezTo>
                  <a:cubicBezTo>
                    <a:pt x="705" y="638"/>
                    <a:pt x="698" y="645"/>
                    <a:pt x="693" y="653"/>
                  </a:cubicBezTo>
                  <a:close/>
                  <a:moveTo>
                    <a:pt x="683" y="508"/>
                  </a:moveTo>
                  <a:cubicBezTo>
                    <a:pt x="679" y="506"/>
                    <a:pt x="676" y="503"/>
                    <a:pt x="674" y="500"/>
                  </a:cubicBezTo>
                  <a:cubicBezTo>
                    <a:pt x="673" y="499"/>
                    <a:pt x="674" y="498"/>
                    <a:pt x="675" y="498"/>
                  </a:cubicBezTo>
                  <a:cubicBezTo>
                    <a:pt x="688" y="500"/>
                    <a:pt x="701" y="499"/>
                    <a:pt x="713" y="497"/>
                  </a:cubicBezTo>
                  <a:cubicBezTo>
                    <a:pt x="713" y="497"/>
                    <a:pt x="716" y="498"/>
                    <a:pt x="715" y="501"/>
                  </a:cubicBezTo>
                  <a:cubicBezTo>
                    <a:pt x="713" y="507"/>
                    <a:pt x="709" y="516"/>
                    <a:pt x="706" y="524"/>
                  </a:cubicBezTo>
                  <a:cubicBezTo>
                    <a:pt x="706" y="525"/>
                    <a:pt x="705" y="526"/>
                    <a:pt x="705" y="527"/>
                  </a:cubicBezTo>
                  <a:cubicBezTo>
                    <a:pt x="704" y="528"/>
                    <a:pt x="701" y="529"/>
                    <a:pt x="701" y="528"/>
                  </a:cubicBezTo>
                  <a:cubicBezTo>
                    <a:pt x="700" y="526"/>
                    <a:pt x="699" y="525"/>
                    <a:pt x="698" y="524"/>
                  </a:cubicBezTo>
                  <a:cubicBezTo>
                    <a:pt x="693" y="518"/>
                    <a:pt x="688" y="513"/>
                    <a:pt x="683" y="508"/>
                  </a:cubicBezTo>
                  <a:close/>
                  <a:moveTo>
                    <a:pt x="674" y="482"/>
                  </a:moveTo>
                  <a:cubicBezTo>
                    <a:pt x="673" y="482"/>
                    <a:pt x="671" y="477"/>
                    <a:pt x="671" y="474"/>
                  </a:cubicBezTo>
                  <a:cubicBezTo>
                    <a:pt x="672" y="465"/>
                    <a:pt x="674" y="455"/>
                    <a:pt x="676" y="446"/>
                  </a:cubicBezTo>
                  <a:cubicBezTo>
                    <a:pt x="677" y="445"/>
                    <a:pt x="678" y="442"/>
                    <a:pt x="678" y="442"/>
                  </a:cubicBezTo>
                  <a:cubicBezTo>
                    <a:pt x="679" y="441"/>
                    <a:pt x="680" y="440"/>
                    <a:pt x="681" y="440"/>
                  </a:cubicBezTo>
                  <a:cubicBezTo>
                    <a:pt x="684" y="437"/>
                    <a:pt x="687" y="435"/>
                    <a:pt x="690" y="433"/>
                  </a:cubicBezTo>
                  <a:cubicBezTo>
                    <a:pt x="693" y="434"/>
                    <a:pt x="696" y="435"/>
                    <a:pt x="699" y="436"/>
                  </a:cubicBezTo>
                  <a:cubicBezTo>
                    <a:pt x="714" y="442"/>
                    <a:pt x="731" y="448"/>
                    <a:pt x="746" y="441"/>
                  </a:cubicBezTo>
                  <a:cubicBezTo>
                    <a:pt x="746" y="441"/>
                    <a:pt x="746" y="441"/>
                    <a:pt x="746" y="441"/>
                  </a:cubicBezTo>
                  <a:cubicBezTo>
                    <a:pt x="746" y="441"/>
                    <a:pt x="754" y="443"/>
                    <a:pt x="754" y="443"/>
                  </a:cubicBezTo>
                  <a:cubicBezTo>
                    <a:pt x="765" y="446"/>
                    <a:pt x="777" y="449"/>
                    <a:pt x="780" y="458"/>
                  </a:cubicBezTo>
                  <a:cubicBezTo>
                    <a:pt x="771" y="467"/>
                    <a:pt x="762" y="475"/>
                    <a:pt x="751" y="480"/>
                  </a:cubicBezTo>
                  <a:cubicBezTo>
                    <a:pt x="737" y="478"/>
                    <a:pt x="724" y="480"/>
                    <a:pt x="712" y="481"/>
                  </a:cubicBezTo>
                  <a:cubicBezTo>
                    <a:pt x="699" y="483"/>
                    <a:pt x="687" y="484"/>
                    <a:pt x="674" y="482"/>
                  </a:cubicBezTo>
                  <a:close/>
                  <a:moveTo>
                    <a:pt x="756" y="436"/>
                  </a:moveTo>
                  <a:cubicBezTo>
                    <a:pt x="748" y="434"/>
                    <a:pt x="748" y="434"/>
                    <a:pt x="748" y="434"/>
                  </a:cubicBezTo>
                  <a:cubicBezTo>
                    <a:pt x="732" y="429"/>
                    <a:pt x="724" y="423"/>
                    <a:pt x="718" y="410"/>
                  </a:cubicBezTo>
                  <a:cubicBezTo>
                    <a:pt x="749" y="386"/>
                    <a:pt x="780" y="362"/>
                    <a:pt x="817" y="343"/>
                  </a:cubicBezTo>
                  <a:cubicBezTo>
                    <a:pt x="815" y="354"/>
                    <a:pt x="816" y="368"/>
                    <a:pt x="819" y="386"/>
                  </a:cubicBezTo>
                  <a:cubicBezTo>
                    <a:pt x="820" y="392"/>
                    <a:pt x="820" y="392"/>
                    <a:pt x="820" y="392"/>
                  </a:cubicBezTo>
                  <a:cubicBezTo>
                    <a:pt x="821" y="399"/>
                    <a:pt x="823" y="408"/>
                    <a:pt x="822" y="412"/>
                  </a:cubicBezTo>
                  <a:cubicBezTo>
                    <a:pt x="822" y="412"/>
                    <a:pt x="822" y="413"/>
                    <a:pt x="823" y="414"/>
                  </a:cubicBezTo>
                  <a:cubicBezTo>
                    <a:pt x="812" y="422"/>
                    <a:pt x="803" y="433"/>
                    <a:pt x="793" y="443"/>
                  </a:cubicBezTo>
                  <a:cubicBezTo>
                    <a:pt x="791" y="446"/>
                    <a:pt x="789" y="448"/>
                    <a:pt x="786" y="451"/>
                  </a:cubicBezTo>
                  <a:cubicBezTo>
                    <a:pt x="780" y="441"/>
                    <a:pt x="766" y="438"/>
                    <a:pt x="756" y="436"/>
                  </a:cubicBezTo>
                  <a:close/>
                  <a:moveTo>
                    <a:pt x="827" y="228"/>
                  </a:moveTo>
                  <a:cubicBezTo>
                    <a:pt x="817" y="223"/>
                    <a:pt x="806" y="217"/>
                    <a:pt x="795" y="211"/>
                  </a:cubicBezTo>
                  <a:cubicBezTo>
                    <a:pt x="776" y="201"/>
                    <a:pt x="756" y="190"/>
                    <a:pt x="736" y="185"/>
                  </a:cubicBezTo>
                  <a:cubicBezTo>
                    <a:pt x="748" y="180"/>
                    <a:pt x="759" y="174"/>
                    <a:pt x="768" y="167"/>
                  </a:cubicBezTo>
                  <a:cubicBezTo>
                    <a:pt x="789" y="187"/>
                    <a:pt x="809" y="208"/>
                    <a:pt x="827" y="228"/>
                  </a:cubicBezTo>
                  <a:close/>
                  <a:moveTo>
                    <a:pt x="673" y="101"/>
                  </a:moveTo>
                  <a:cubicBezTo>
                    <a:pt x="674" y="99"/>
                    <a:pt x="675" y="100"/>
                    <a:pt x="676" y="100"/>
                  </a:cubicBezTo>
                  <a:cubicBezTo>
                    <a:pt x="705" y="114"/>
                    <a:pt x="732" y="134"/>
                    <a:pt x="756" y="156"/>
                  </a:cubicBezTo>
                  <a:cubicBezTo>
                    <a:pt x="747" y="162"/>
                    <a:pt x="736" y="167"/>
                    <a:pt x="725" y="173"/>
                  </a:cubicBezTo>
                  <a:cubicBezTo>
                    <a:pt x="716" y="178"/>
                    <a:pt x="716" y="178"/>
                    <a:pt x="716" y="178"/>
                  </a:cubicBezTo>
                  <a:cubicBezTo>
                    <a:pt x="706" y="165"/>
                    <a:pt x="691" y="160"/>
                    <a:pt x="676" y="156"/>
                  </a:cubicBezTo>
                  <a:cubicBezTo>
                    <a:pt x="668" y="154"/>
                    <a:pt x="660" y="152"/>
                    <a:pt x="654" y="148"/>
                  </a:cubicBezTo>
                  <a:cubicBezTo>
                    <a:pt x="654" y="147"/>
                    <a:pt x="653" y="146"/>
                    <a:pt x="653" y="145"/>
                  </a:cubicBezTo>
                  <a:cubicBezTo>
                    <a:pt x="652" y="145"/>
                    <a:pt x="652" y="145"/>
                    <a:pt x="652" y="145"/>
                  </a:cubicBezTo>
                  <a:cubicBezTo>
                    <a:pt x="648" y="132"/>
                    <a:pt x="654" y="128"/>
                    <a:pt x="660" y="121"/>
                  </a:cubicBezTo>
                  <a:cubicBezTo>
                    <a:pt x="665" y="116"/>
                    <a:pt x="670" y="110"/>
                    <a:pt x="673" y="101"/>
                  </a:cubicBezTo>
                  <a:close/>
                  <a:moveTo>
                    <a:pt x="655" y="91"/>
                  </a:moveTo>
                  <a:cubicBezTo>
                    <a:pt x="658" y="92"/>
                    <a:pt x="658" y="94"/>
                    <a:pt x="658" y="95"/>
                  </a:cubicBezTo>
                  <a:cubicBezTo>
                    <a:pt x="657" y="101"/>
                    <a:pt x="653" y="105"/>
                    <a:pt x="649" y="110"/>
                  </a:cubicBezTo>
                  <a:cubicBezTo>
                    <a:pt x="645" y="114"/>
                    <a:pt x="642" y="118"/>
                    <a:pt x="639" y="123"/>
                  </a:cubicBezTo>
                  <a:cubicBezTo>
                    <a:pt x="639" y="123"/>
                    <a:pt x="636" y="123"/>
                    <a:pt x="636" y="123"/>
                  </a:cubicBezTo>
                  <a:cubicBezTo>
                    <a:pt x="622" y="107"/>
                    <a:pt x="605" y="92"/>
                    <a:pt x="585" y="77"/>
                  </a:cubicBezTo>
                  <a:cubicBezTo>
                    <a:pt x="609" y="77"/>
                    <a:pt x="633" y="82"/>
                    <a:pt x="655" y="91"/>
                  </a:cubicBezTo>
                  <a:close/>
                  <a:moveTo>
                    <a:pt x="497" y="97"/>
                  </a:moveTo>
                  <a:cubicBezTo>
                    <a:pt x="518" y="88"/>
                    <a:pt x="539" y="82"/>
                    <a:pt x="559" y="79"/>
                  </a:cubicBezTo>
                  <a:cubicBezTo>
                    <a:pt x="568" y="85"/>
                    <a:pt x="577" y="91"/>
                    <a:pt x="586" y="98"/>
                  </a:cubicBezTo>
                  <a:cubicBezTo>
                    <a:pt x="581" y="108"/>
                    <a:pt x="576" y="114"/>
                    <a:pt x="565" y="123"/>
                  </a:cubicBezTo>
                  <a:cubicBezTo>
                    <a:pt x="550" y="133"/>
                    <a:pt x="550" y="133"/>
                    <a:pt x="550" y="133"/>
                  </a:cubicBezTo>
                  <a:cubicBezTo>
                    <a:pt x="530" y="147"/>
                    <a:pt x="506" y="163"/>
                    <a:pt x="500" y="187"/>
                  </a:cubicBezTo>
                  <a:cubicBezTo>
                    <a:pt x="494" y="180"/>
                    <a:pt x="489" y="173"/>
                    <a:pt x="482" y="165"/>
                  </a:cubicBezTo>
                  <a:cubicBezTo>
                    <a:pt x="481" y="164"/>
                    <a:pt x="481" y="164"/>
                    <a:pt x="481" y="164"/>
                  </a:cubicBezTo>
                  <a:cubicBezTo>
                    <a:pt x="466" y="145"/>
                    <a:pt x="452" y="138"/>
                    <a:pt x="433" y="137"/>
                  </a:cubicBezTo>
                  <a:cubicBezTo>
                    <a:pt x="451" y="122"/>
                    <a:pt x="472" y="109"/>
                    <a:pt x="497" y="97"/>
                  </a:cubicBezTo>
                  <a:close/>
                  <a:moveTo>
                    <a:pt x="333" y="313"/>
                  </a:moveTo>
                  <a:cubicBezTo>
                    <a:pt x="346" y="259"/>
                    <a:pt x="367" y="204"/>
                    <a:pt x="410" y="158"/>
                  </a:cubicBezTo>
                  <a:cubicBezTo>
                    <a:pt x="413" y="155"/>
                    <a:pt x="419" y="152"/>
                    <a:pt x="419" y="152"/>
                  </a:cubicBezTo>
                  <a:cubicBezTo>
                    <a:pt x="419" y="152"/>
                    <a:pt x="420" y="152"/>
                    <a:pt x="421" y="152"/>
                  </a:cubicBezTo>
                  <a:cubicBezTo>
                    <a:pt x="424" y="152"/>
                    <a:pt x="427" y="152"/>
                    <a:pt x="429" y="152"/>
                  </a:cubicBezTo>
                  <a:cubicBezTo>
                    <a:pt x="445" y="153"/>
                    <a:pt x="456" y="158"/>
                    <a:pt x="469" y="174"/>
                  </a:cubicBezTo>
                  <a:cubicBezTo>
                    <a:pt x="469" y="174"/>
                    <a:pt x="470" y="175"/>
                    <a:pt x="470" y="175"/>
                  </a:cubicBezTo>
                  <a:cubicBezTo>
                    <a:pt x="486" y="196"/>
                    <a:pt x="497" y="210"/>
                    <a:pt x="519" y="223"/>
                  </a:cubicBezTo>
                  <a:cubicBezTo>
                    <a:pt x="521" y="224"/>
                    <a:pt x="523" y="228"/>
                    <a:pt x="521" y="230"/>
                  </a:cubicBezTo>
                  <a:cubicBezTo>
                    <a:pt x="515" y="235"/>
                    <a:pt x="511" y="242"/>
                    <a:pt x="507" y="248"/>
                  </a:cubicBezTo>
                  <a:cubicBezTo>
                    <a:pt x="504" y="253"/>
                    <a:pt x="501" y="258"/>
                    <a:pt x="497" y="262"/>
                  </a:cubicBezTo>
                  <a:cubicBezTo>
                    <a:pt x="484" y="278"/>
                    <a:pt x="464" y="289"/>
                    <a:pt x="441" y="292"/>
                  </a:cubicBezTo>
                  <a:cubicBezTo>
                    <a:pt x="432" y="293"/>
                    <a:pt x="423" y="293"/>
                    <a:pt x="415" y="293"/>
                  </a:cubicBezTo>
                  <a:cubicBezTo>
                    <a:pt x="398" y="293"/>
                    <a:pt x="382" y="293"/>
                    <a:pt x="363" y="301"/>
                  </a:cubicBezTo>
                  <a:cubicBezTo>
                    <a:pt x="353" y="306"/>
                    <a:pt x="345" y="312"/>
                    <a:pt x="337" y="319"/>
                  </a:cubicBezTo>
                  <a:cubicBezTo>
                    <a:pt x="335" y="321"/>
                    <a:pt x="332" y="317"/>
                    <a:pt x="333" y="313"/>
                  </a:cubicBezTo>
                  <a:close/>
                  <a:moveTo>
                    <a:pt x="325" y="353"/>
                  </a:moveTo>
                  <a:cubicBezTo>
                    <a:pt x="325" y="353"/>
                    <a:pt x="326" y="349"/>
                    <a:pt x="327" y="348"/>
                  </a:cubicBezTo>
                  <a:cubicBezTo>
                    <a:pt x="331" y="345"/>
                    <a:pt x="334" y="343"/>
                    <a:pt x="337" y="340"/>
                  </a:cubicBezTo>
                  <a:cubicBezTo>
                    <a:pt x="343" y="335"/>
                    <a:pt x="348" y="330"/>
                    <a:pt x="354" y="326"/>
                  </a:cubicBezTo>
                  <a:cubicBezTo>
                    <a:pt x="374" y="328"/>
                    <a:pt x="386" y="350"/>
                    <a:pt x="393" y="367"/>
                  </a:cubicBezTo>
                  <a:cubicBezTo>
                    <a:pt x="394" y="368"/>
                    <a:pt x="394" y="368"/>
                    <a:pt x="395" y="369"/>
                  </a:cubicBezTo>
                  <a:cubicBezTo>
                    <a:pt x="394" y="377"/>
                    <a:pt x="395" y="384"/>
                    <a:pt x="400" y="394"/>
                  </a:cubicBezTo>
                  <a:cubicBezTo>
                    <a:pt x="408" y="412"/>
                    <a:pt x="409" y="420"/>
                    <a:pt x="408" y="423"/>
                  </a:cubicBezTo>
                  <a:cubicBezTo>
                    <a:pt x="394" y="421"/>
                    <a:pt x="383" y="418"/>
                    <a:pt x="379" y="412"/>
                  </a:cubicBezTo>
                  <a:cubicBezTo>
                    <a:pt x="372" y="403"/>
                    <a:pt x="362" y="396"/>
                    <a:pt x="353" y="389"/>
                  </a:cubicBezTo>
                  <a:cubicBezTo>
                    <a:pt x="339" y="378"/>
                    <a:pt x="325" y="367"/>
                    <a:pt x="325" y="353"/>
                  </a:cubicBezTo>
                  <a:close/>
                  <a:moveTo>
                    <a:pt x="293" y="475"/>
                  </a:moveTo>
                  <a:cubicBezTo>
                    <a:pt x="295" y="472"/>
                    <a:pt x="297" y="468"/>
                    <a:pt x="298" y="467"/>
                  </a:cubicBezTo>
                  <a:cubicBezTo>
                    <a:pt x="312" y="443"/>
                    <a:pt x="312" y="417"/>
                    <a:pt x="318" y="385"/>
                  </a:cubicBezTo>
                  <a:cubicBezTo>
                    <a:pt x="318" y="383"/>
                    <a:pt x="321" y="381"/>
                    <a:pt x="322" y="383"/>
                  </a:cubicBezTo>
                  <a:cubicBezTo>
                    <a:pt x="328" y="390"/>
                    <a:pt x="336" y="396"/>
                    <a:pt x="343" y="401"/>
                  </a:cubicBezTo>
                  <a:cubicBezTo>
                    <a:pt x="351" y="408"/>
                    <a:pt x="364" y="421"/>
                    <a:pt x="364" y="421"/>
                  </a:cubicBezTo>
                  <a:cubicBezTo>
                    <a:pt x="365" y="421"/>
                    <a:pt x="366" y="422"/>
                    <a:pt x="366" y="423"/>
                  </a:cubicBezTo>
                  <a:cubicBezTo>
                    <a:pt x="367" y="423"/>
                    <a:pt x="367" y="424"/>
                    <a:pt x="367" y="424"/>
                  </a:cubicBezTo>
                  <a:cubicBezTo>
                    <a:pt x="374" y="436"/>
                    <a:pt x="381" y="453"/>
                    <a:pt x="384" y="469"/>
                  </a:cubicBezTo>
                  <a:cubicBezTo>
                    <a:pt x="385" y="472"/>
                    <a:pt x="380" y="479"/>
                    <a:pt x="376" y="479"/>
                  </a:cubicBezTo>
                  <a:cubicBezTo>
                    <a:pt x="352" y="476"/>
                    <a:pt x="328" y="474"/>
                    <a:pt x="304" y="476"/>
                  </a:cubicBezTo>
                  <a:cubicBezTo>
                    <a:pt x="302" y="476"/>
                    <a:pt x="298" y="476"/>
                    <a:pt x="295" y="477"/>
                  </a:cubicBezTo>
                  <a:cubicBezTo>
                    <a:pt x="293" y="477"/>
                    <a:pt x="292" y="476"/>
                    <a:pt x="293" y="475"/>
                  </a:cubicBezTo>
                  <a:close/>
                  <a:moveTo>
                    <a:pt x="291" y="509"/>
                  </a:moveTo>
                  <a:cubicBezTo>
                    <a:pt x="314" y="506"/>
                    <a:pt x="336" y="507"/>
                    <a:pt x="359" y="509"/>
                  </a:cubicBezTo>
                  <a:cubicBezTo>
                    <a:pt x="375" y="532"/>
                    <a:pt x="380" y="572"/>
                    <a:pt x="371" y="603"/>
                  </a:cubicBezTo>
                  <a:cubicBezTo>
                    <a:pt x="370" y="605"/>
                    <a:pt x="367" y="608"/>
                    <a:pt x="366" y="607"/>
                  </a:cubicBezTo>
                  <a:cubicBezTo>
                    <a:pt x="355" y="604"/>
                    <a:pt x="345" y="600"/>
                    <a:pt x="335" y="596"/>
                  </a:cubicBezTo>
                  <a:cubicBezTo>
                    <a:pt x="323" y="591"/>
                    <a:pt x="312" y="586"/>
                    <a:pt x="299" y="583"/>
                  </a:cubicBezTo>
                  <a:cubicBezTo>
                    <a:pt x="297" y="583"/>
                    <a:pt x="296" y="582"/>
                    <a:pt x="294" y="582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83" y="581"/>
                    <a:pt x="276" y="574"/>
                    <a:pt x="269" y="561"/>
                  </a:cubicBezTo>
                  <a:cubicBezTo>
                    <a:pt x="269" y="561"/>
                    <a:pt x="269" y="561"/>
                    <a:pt x="269" y="560"/>
                  </a:cubicBezTo>
                  <a:cubicBezTo>
                    <a:pt x="269" y="549"/>
                    <a:pt x="269" y="537"/>
                    <a:pt x="276" y="528"/>
                  </a:cubicBezTo>
                  <a:cubicBezTo>
                    <a:pt x="277" y="526"/>
                    <a:pt x="279" y="524"/>
                    <a:pt x="281" y="522"/>
                  </a:cubicBezTo>
                  <a:cubicBezTo>
                    <a:pt x="285" y="519"/>
                    <a:pt x="290" y="514"/>
                    <a:pt x="291" y="509"/>
                  </a:cubicBezTo>
                  <a:close/>
                  <a:moveTo>
                    <a:pt x="261" y="513"/>
                  </a:moveTo>
                  <a:cubicBezTo>
                    <a:pt x="282" y="510"/>
                    <a:pt x="282" y="510"/>
                    <a:pt x="282" y="510"/>
                  </a:cubicBezTo>
                  <a:cubicBezTo>
                    <a:pt x="280" y="512"/>
                    <a:pt x="278" y="514"/>
                    <a:pt x="276" y="516"/>
                  </a:cubicBezTo>
                  <a:cubicBezTo>
                    <a:pt x="273" y="518"/>
                    <a:pt x="271" y="521"/>
                    <a:pt x="269" y="523"/>
                  </a:cubicBezTo>
                  <a:cubicBezTo>
                    <a:pt x="264" y="530"/>
                    <a:pt x="262" y="537"/>
                    <a:pt x="262" y="544"/>
                  </a:cubicBezTo>
                  <a:cubicBezTo>
                    <a:pt x="261" y="544"/>
                    <a:pt x="261" y="543"/>
                    <a:pt x="261" y="542"/>
                  </a:cubicBezTo>
                  <a:cubicBezTo>
                    <a:pt x="257" y="533"/>
                    <a:pt x="253" y="522"/>
                    <a:pt x="247" y="514"/>
                  </a:cubicBezTo>
                  <a:cubicBezTo>
                    <a:pt x="252" y="513"/>
                    <a:pt x="257" y="513"/>
                    <a:pt x="261" y="513"/>
                  </a:cubicBezTo>
                  <a:close/>
                  <a:moveTo>
                    <a:pt x="148" y="531"/>
                  </a:moveTo>
                  <a:cubicBezTo>
                    <a:pt x="177" y="523"/>
                    <a:pt x="204" y="519"/>
                    <a:pt x="228" y="516"/>
                  </a:cubicBezTo>
                  <a:cubicBezTo>
                    <a:pt x="235" y="522"/>
                    <a:pt x="240" y="533"/>
                    <a:pt x="246" y="548"/>
                  </a:cubicBezTo>
                  <a:cubicBezTo>
                    <a:pt x="251" y="560"/>
                    <a:pt x="256" y="572"/>
                    <a:pt x="264" y="582"/>
                  </a:cubicBezTo>
                  <a:cubicBezTo>
                    <a:pt x="256" y="583"/>
                    <a:pt x="249" y="585"/>
                    <a:pt x="242" y="587"/>
                  </a:cubicBezTo>
                  <a:cubicBezTo>
                    <a:pt x="234" y="589"/>
                    <a:pt x="226" y="591"/>
                    <a:pt x="217" y="592"/>
                  </a:cubicBezTo>
                  <a:cubicBezTo>
                    <a:pt x="191" y="566"/>
                    <a:pt x="168" y="544"/>
                    <a:pt x="148" y="531"/>
                  </a:cubicBezTo>
                  <a:close/>
                  <a:moveTo>
                    <a:pt x="232" y="606"/>
                  </a:moveTo>
                  <a:cubicBezTo>
                    <a:pt x="232" y="606"/>
                    <a:pt x="231" y="606"/>
                    <a:pt x="231" y="606"/>
                  </a:cubicBezTo>
                  <a:cubicBezTo>
                    <a:pt x="236" y="605"/>
                    <a:pt x="241" y="603"/>
                    <a:pt x="246" y="602"/>
                  </a:cubicBezTo>
                  <a:cubicBezTo>
                    <a:pt x="262" y="598"/>
                    <a:pt x="277" y="594"/>
                    <a:pt x="295" y="599"/>
                  </a:cubicBezTo>
                  <a:cubicBezTo>
                    <a:pt x="307" y="602"/>
                    <a:pt x="317" y="606"/>
                    <a:pt x="328" y="611"/>
                  </a:cubicBezTo>
                  <a:cubicBezTo>
                    <a:pt x="338" y="615"/>
                    <a:pt x="348" y="619"/>
                    <a:pt x="359" y="622"/>
                  </a:cubicBezTo>
                  <a:cubicBezTo>
                    <a:pt x="362" y="623"/>
                    <a:pt x="362" y="626"/>
                    <a:pt x="361" y="628"/>
                  </a:cubicBezTo>
                  <a:cubicBezTo>
                    <a:pt x="346" y="661"/>
                    <a:pt x="339" y="683"/>
                    <a:pt x="348" y="712"/>
                  </a:cubicBezTo>
                  <a:cubicBezTo>
                    <a:pt x="305" y="679"/>
                    <a:pt x="266" y="640"/>
                    <a:pt x="232" y="606"/>
                  </a:cubicBezTo>
                  <a:close/>
                  <a:moveTo>
                    <a:pt x="501" y="780"/>
                  </a:moveTo>
                  <a:cubicBezTo>
                    <a:pt x="482" y="778"/>
                    <a:pt x="463" y="773"/>
                    <a:pt x="444" y="766"/>
                  </a:cubicBezTo>
                  <a:cubicBezTo>
                    <a:pt x="442" y="766"/>
                    <a:pt x="442" y="762"/>
                    <a:pt x="444" y="761"/>
                  </a:cubicBezTo>
                  <a:cubicBezTo>
                    <a:pt x="458" y="753"/>
                    <a:pt x="468" y="742"/>
                    <a:pt x="478" y="730"/>
                  </a:cubicBezTo>
                  <a:cubicBezTo>
                    <a:pt x="479" y="729"/>
                    <a:pt x="481" y="729"/>
                    <a:pt x="481" y="730"/>
                  </a:cubicBezTo>
                  <a:cubicBezTo>
                    <a:pt x="483" y="742"/>
                    <a:pt x="489" y="751"/>
                    <a:pt x="495" y="760"/>
                  </a:cubicBezTo>
                  <a:cubicBezTo>
                    <a:pt x="498" y="764"/>
                    <a:pt x="501" y="769"/>
                    <a:pt x="504" y="775"/>
                  </a:cubicBezTo>
                  <a:cubicBezTo>
                    <a:pt x="506" y="778"/>
                    <a:pt x="503" y="780"/>
                    <a:pt x="501" y="780"/>
                  </a:cubicBezTo>
                  <a:close/>
                  <a:moveTo>
                    <a:pt x="482" y="698"/>
                  </a:moveTo>
                  <a:cubicBezTo>
                    <a:pt x="482" y="699"/>
                    <a:pt x="482" y="699"/>
                    <a:pt x="482" y="699"/>
                  </a:cubicBezTo>
                  <a:cubicBezTo>
                    <a:pt x="479" y="701"/>
                    <a:pt x="477" y="704"/>
                    <a:pt x="475" y="707"/>
                  </a:cubicBezTo>
                  <a:cubicBezTo>
                    <a:pt x="460" y="727"/>
                    <a:pt x="447" y="744"/>
                    <a:pt x="423" y="753"/>
                  </a:cubicBezTo>
                  <a:cubicBezTo>
                    <a:pt x="421" y="753"/>
                    <a:pt x="417" y="755"/>
                    <a:pt x="413" y="753"/>
                  </a:cubicBezTo>
                  <a:cubicBezTo>
                    <a:pt x="401" y="747"/>
                    <a:pt x="389" y="740"/>
                    <a:pt x="378" y="733"/>
                  </a:cubicBezTo>
                  <a:cubicBezTo>
                    <a:pt x="377" y="732"/>
                    <a:pt x="375" y="730"/>
                    <a:pt x="371" y="724"/>
                  </a:cubicBezTo>
                  <a:cubicBezTo>
                    <a:pt x="357" y="698"/>
                    <a:pt x="357" y="681"/>
                    <a:pt x="367" y="655"/>
                  </a:cubicBezTo>
                  <a:cubicBezTo>
                    <a:pt x="393" y="656"/>
                    <a:pt x="410" y="642"/>
                    <a:pt x="427" y="629"/>
                  </a:cubicBezTo>
                  <a:cubicBezTo>
                    <a:pt x="436" y="622"/>
                    <a:pt x="436" y="622"/>
                    <a:pt x="436" y="622"/>
                  </a:cubicBezTo>
                  <a:cubicBezTo>
                    <a:pt x="437" y="621"/>
                    <a:pt x="437" y="621"/>
                    <a:pt x="437" y="621"/>
                  </a:cubicBezTo>
                  <a:cubicBezTo>
                    <a:pt x="450" y="612"/>
                    <a:pt x="454" y="611"/>
                    <a:pt x="456" y="612"/>
                  </a:cubicBezTo>
                  <a:cubicBezTo>
                    <a:pt x="457" y="612"/>
                    <a:pt x="458" y="612"/>
                    <a:pt x="458" y="613"/>
                  </a:cubicBezTo>
                  <a:cubicBezTo>
                    <a:pt x="462" y="619"/>
                    <a:pt x="466" y="625"/>
                    <a:pt x="471" y="631"/>
                  </a:cubicBezTo>
                  <a:cubicBezTo>
                    <a:pt x="480" y="645"/>
                    <a:pt x="490" y="660"/>
                    <a:pt x="494" y="675"/>
                  </a:cubicBezTo>
                  <a:cubicBezTo>
                    <a:pt x="495" y="677"/>
                    <a:pt x="495" y="682"/>
                    <a:pt x="492" y="686"/>
                  </a:cubicBezTo>
                  <a:cubicBezTo>
                    <a:pt x="488" y="690"/>
                    <a:pt x="485" y="694"/>
                    <a:pt x="482" y="698"/>
                  </a:cubicBezTo>
                  <a:close/>
                  <a:moveTo>
                    <a:pt x="613" y="753"/>
                  </a:moveTo>
                  <a:cubicBezTo>
                    <a:pt x="612" y="758"/>
                    <a:pt x="607" y="761"/>
                    <a:pt x="605" y="762"/>
                  </a:cubicBezTo>
                  <a:cubicBezTo>
                    <a:pt x="595" y="766"/>
                    <a:pt x="585" y="769"/>
                    <a:pt x="574" y="773"/>
                  </a:cubicBezTo>
                  <a:cubicBezTo>
                    <a:pt x="559" y="777"/>
                    <a:pt x="544" y="780"/>
                    <a:pt x="529" y="780"/>
                  </a:cubicBezTo>
                  <a:cubicBezTo>
                    <a:pt x="524" y="781"/>
                    <a:pt x="523" y="777"/>
                    <a:pt x="522" y="776"/>
                  </a:cubicBezTo>
                  <a:cubicBezTo>
                    <a:pt x="519" y="768"/>
                    <a:pt x="515" y="761"/>
                    <a:pt x="511" y="755"/>
                  </a:cubicBezTo>
                  <a:cubicBezTo>
                    <a:pt x="518" y="755"/>
                    <a:pt x="525" y="751"/>
                    <a:pt x="530" y="748"/>
                  </a:cubicBezTo>
                  <a:cubicBezTo>
                    <a:pt x="536" y="745"/>
                    <a:pt x="536" y="745"/>
                    <a:pt x="536" y="745"/>
                  </a:cubicBezTo>
                  <a:cubicBezTo>
                    <a:pt x="550" y="737"/>
                    <a:pt x="562" y="735"/>
                    <a:pt x="576" y="737"/>
                  </a:cubicBezTo>
                  <a:cubicBezTo>
                    <a:pt x="595" y="741"/>
                    <a:pt x="595" y="741"/>
                    <a:pt x="595" y="741"/>
                  </a:cubicBezTo>
                  <a:cubicBezTo>
                    <a:pt x="608" y="744"/>
                    <a:pt x="608" y="744"/>
                    <a:pt x="608" y="744"/>
                  </a:cubicBezTo>
                  <a:cubicBezTo>
                    <a:pt x="609" y="744"/>
                    <a:pt x="609" y="744"/>
                    <a:pt x="609" y="744"/>
                  </a:cubicBezTo>
                  <a:cubicBezTo>
                    <a:pt x="611" y="744"/>
                    <a:pt x="613" y="744"/>
                    <a:pt x="615" y="745"/>
                  </a:cubicBezTo>
                  <a:cubicBezTo>
                    <a:pt x="614" y="747"/>
                    <a:pt x="613" y="750"/>
                    <a:pt x="613" y="753"/>
                  </a:cubicBezTo>
                  <a:close/>
                  <a:moveTo>
                    <a:pt x="611" y="736"/>
                  </a:moveTo>
                  <a:cubicBezTo>
                    <a:pt x="610" y="736"/>
                    <a:pt x="610" y="736"/>
                    <a:pt x="610" y="736"/>
                  </a:cubicBezTo>
                  <a:cubicBezTo>
                    <a:pt x="597" y="733"/>
                    <a:pt x="597" y="733"/>
                    <a:pt x="597" y="733"/>
                  </a:cubicBezTo>
                  <a:cubicBezTo>
                    <a:pt x="578" y="729"/>
                    <a:pt x="578" y="729"/>
                    <a:pt x="578" y="729"/>
                  </a:cubicBezTo>
                  <a:cubicBezTo>
                    <a:pt x="561" y="727"/>
                    <a:pt x="548" y="729"/>
                    <a:pt x="532" y="737"/>
                  </a:cubicBezTo>
                  <a:cubicBezTo>
                    <a:pt x="526" y="741"/>
                    <a:pt x="526" y="741"/>
                    <a:pt x="526" y="741"/>
                  </a:cubicBezTo>
                  <a:cubicBezTo>
                    <a:pt x="520" y="745"/>
                    <a:pt x="513" y="749"/>
                    <a:pt x="507" y="746"/>
                  </a:cubicBezTo>
                  <a:cubicBezTo>
                    <a:pt x="506" y="746"/>
                    <a:pt x="506" y="746"/>
                    <a:pt x="505" y="746"/>
                  </a:cubicBezTo>
                  <a:cubicBezTo>
                    <a:pt x="498" y="735"/>
                    <a:pt x="494" y="726"/>
                    <a:pt x="496" y="710"/>
                  </a:cubicBezTo>
                  <a:cubicBezTo>
                    <a:pt x="496" y="708"/>
                    <a:pt x="499" y="702"/>
                    <a:pt x="500" y="701"/>
                  </a:cubicBezTo>
                  <a:cubicBezTo>
                    <a:pt x="507" y="692"/>
                    <a:pt x="515" y="684"/>
                    <a:pt x="524" y="677"/>
                  </a:cubicBezTo>
                  <a:cubicBezTo>
                    <a:pt x="531" y="672"/>
                    <a:pt x="538" y="668"/>
                    <a:pt x="545" y="664"/>
                  </a:cubicBezTo>
                  <a:cubicBezTo>
                    <a:pt x="551" y="661"/>
                    <a:pt x="555" y="664"/>
                    <a:pt x="557" y="665"/>
                  </a:cubicBezTo>
                  <a:cubicBezTo>
                    <a:pt x="560" y="667"/>
                    <a:pt x="563" y="670"/>
                    <a:pt x="566" y="672"/>
                  </a:cubicBezTo>
                  <a:cubicBezTo>
                    <a:pt x="578" y="683"/>
                    <a:pt x="590" y="692"/>
                    <a:pt x="613" y="689"/>
                  </a:cubicBezTo>
                  <a:cubicBezTo>
                    <a:pt x="614" y="689"/>
                    <a:pt x="618" y="690"/>
                    <a:pt x="619" y="692"/>
                  </a:cubicBezTo>
                  <a:cubicBezTo>
                    <a:pt x="621" y="698"/>
                    <a:pt x="623" y="704"/>
                    <a:pt x="623" y="709"/>
                  </a:cubicBezTo>
                  <a:cubicBezTo>
                    <a:pt x="623" y="718"/>
                    <a:pt x="620" y="727"/>
                    <a:pt x="617" y="736"/>
                  </a:cubicBezTo>
                  <a:cubicBezTo>
                    <a:pt x="615" y="737"/>
                    <a:pt x="614" y="736"/>
                    <a:pt x="611" y="736"/>
                  </a:cubicBezTo>
                  <a:close/>
                  <a:moveTo>
                    <a:pt x="713" y="698"/>
                  </a:moveTo>
                  <a:cubicBezTo>
                    <a:pt x="691" y="718"/>
                    <a:pt x="665" y="735"/>
                    <a:pt x="634" y="750"/>
                  </a:cubicBezTo>
                  <a:cubicBezTo>
                    <a:pt x="633" y="751"/>
                    <a:pt x="630" y="750"/>
                    <a:pt x="631" y="747"/>
                  </a:cubicBezTo>
                  <a:cubicBezTo>
                    <a:pt x="631" y="746"/>
                    <a:pt x="632" y="744"/>
                    <a:pt x="632" y="743"/>
                  </a:cubicBezTo>
                  <a:cubicBezTo>
                    <a:pt x="635" y="732"/>
                    <a:pt x="639" y="721"/>
                    <a:pt x="639" y="709"/>
                  </a:cubicBezTo>
                  <a:cubicBezTo>
                    <a:pt x="639" y="708"/>
                    <a:pt x="639" y="706"/>
                    <a:pt x="639" y="705"/>
                  </a:cubicBezTo>
                  <a:cubicBezTo>
                    <a:pt x="638" y="702"/>
                    <a:pt x="641" y="702"/>
                    <a:pt x="642" y="702"/>
                  </a:cubicBezTo>
                  <a:cubicBezTo>
                    <a:pt x="654" y="704"/>
                    <a:pt x="668" y="702"/>
                    <a:pt x="679" y="700"/>
                  </a:cubicBezTo>
                  <a:cubicBezTo>
                    <a:pt x="692" y="697"/>
                    <a:pt x="702" y="696"/>
                    <a:pt x="712" y="695"/>
                  </a:cubicBezTo>
                  <a:cubicBezTo>
                    <a:pt x="713" y="695"/>
                    <a:pt x="714" y="697"/>
                    <a:pt x="713" y="698"/>
                  </a:cubicBezTo>
                  <a:close/>
                  <a:moveTo>
                    <a:pt x="758" y="646"/>
                  </a:moveTo>
                  <a:cubicBezTo>
                    <a:pt x="751" y="655"/>
                    <a:pt x="744" y="665"/>
                    <a:pt x="737" y="674"/>
                  </a:cubicBezTo>
                  <a:cubicBezTo>
                    <a:pt x="735" y="675"/>
                    <a:pt x="731" y="679"/>
                    <a:pt x="726" y="679"/>
                  </a:cubicBezTo>
                  <a:cubicBezTo>
                    <a:pt x="712" y="679"/>
                    <a:pt x="701" y="680"/>
                    <a:pt x="687" y="682"/>
                  </a:cubicBezTo>
                  <a:cubicBezTo>
                    <a:pt x="690" y="676"/>
                    <a:pt x="692" y="671"/>
                    <a:pt x="695" y="666"/>
                  </a:cubicBezTo>
                  <a:cubicBezTo>
                    <a:pt x="696" y="666"/>
                    <a:pt x="697" y="666"/>
                    <a:pt x="697" y="666"/>
                  </a:cubicBezTo>
                  <a:cubicBezTo>
                    <a:pt x="698" y="665"/>
                    <a:pt x="700" y="663"/>
                    <a:pt x="699" y="660"/>
                  </a:cubicBezTo>
                  <a:cubicBezTo>
                    <a:pt x="699" y="660"/>
                    <a:pt x="699" y="660"/>
                    <a:pt x="698" y="660"/>
                  </a:cubicBezTo>
                  <a:cubicBezTo>
                    <a:pt x="704" y="651"/>
                    <a:pt x="710" y="644"/>
                    <a:pt x="720" y="638"/>
                  </a:cubicBezTo>
                  <a:cubicBezTo>
                    <a:pt x="722" y="636"/>
                    <a:pt x="722" y="636"/>
                    <a:pt x="722" y="636"/>
                  </a:cubicBezTo>
                  <a:cubicBezTo>
                    <a:pt x="728" y="632"/>
                    <a:pt x="732" y="629"/>
                    <a:pt x="736" y="621"/>
                  </a:cubicBezTo>
                  <a:cubicBezTo>
                    <a:pt x="743" y="629"/>
                    <a:pt x="750" y="635"/>
                    <a:pt x="756" y="640"/>
                  </a:cubicBezTo>
                  <a:cubicBezTo>
                    <a:pt x="757" y="641"/>
                    <a:pt x="760" y="643"/>
                    <a:pt x="758" y="646"/>
                  </a:cubicBezTo>
                  <a:close/>
                  <a:moveTo>
                    <a:pt x="793" y="582"/>
                  </a:moveTo>
                  <a:cubicBezTo>
                    <a:pt x="786" y="597"/>
                    <a:pt x="779" y="612"/>
                    <a:pt x="770" y="626"/>
                  </a:cubicBezTo>
                  <a:cubicBezTo>
                    <a:pt x="770" y="627"/>
                    <a:pt x="766" y="628"/>
                    <a:pt x="765" y="627"/>
                  </a:cubicBezTo>
                  <a:cubicBezTo>
                    <a:pt x="758" y="621"/>
                    <a:pt x="750" y="613"/>
                    <a:pt x="742" y="604"/>
                  </a:cubicBezTo>
                  <a:cubicBezTo>
                    <a:pt x="742" y="604"/>
                    <a:pt x="743" y="602"/>
                    <a:pt x="745" y="602"/>
                  </a:cubicBezTo>
                  <a:cubicBezTo>
                    <a:pt x="754" y="599"/>
                    <a:pt x="763" y="594"/>
                    <a:pt x="771" y="589"/>
                  </a:cubicBezTo>
                  <a:cubicBezTo>
                    <a:pt x="778" y="585"/>
                    <a:pt x="784" y="582"/>
                    <a:pt x="790" y="580"/>
                  </a:cubicBezTo>
                  <a:cubicBezTo>
                    <a:pt x="791" y="579"/>
                    <a:pt x="793" y="581"/>
                    <a:pt x="793" y="582"/>
                  </a:cubicBezTo>
                  <a:close/>
                  <a:moveTo>
                    <a:pt x="809" y="540"/>
                  </a:moveTo>
                  <a:cubicBezTo>
                    <a:pt x="806" y="546"/>
                    <a:pt x="804" y="552"/>
                    <a:pt x="802" y="558"/>
                  </a:cubicBezTo>
                  <a:cubicBezTo>
                    <a:pt x="802" y="559"/>
                    <a:pt x="798" y="562"/>
                    <a:pt x="797" y="562"/>
                  </a:cubicBezTo>
                  <a:cubicBezTo>
                    <a:pt x="784" y="563"/>
                    <a:pt x="773" y="570"/>
                    <a:pt x="763" y="576"/>
                  </a:cubicBezTo>
                  <a:cubicBezTo>
                    <a:pt x="752" y="582"/>
                    <a:pt x="742" y="588"/>
                    <a:pt x="731" y="586"/>
                  </a:cubicBezTo>
                  <a:cubicBezTo>
                    <a:pt x="730" y="586"/>
                    <a:pt x="725" y="583"/>
                    <a:pt x="724" y="581"/>
                  </a:cubicBezTo>
                  <a:cubicBezTo>
                    <a:pt x="722" y="577"/>
                    <a:pt x="719" y="573"/>
                    <a:pt x="718" y="569"/>
                  </a:cubicBezTo>
                  <a:cubicBezTo>
                    <a:pt x="716" y="566"/>
                    <a:pt x="714" y="562"/>
                    <a:pt x="713" y="558"/>
                  </a:cubicBezTo>
                  <a:cubicBezTo>
                    <a:pt x="713" y="557"/>
                    <a:pt x="713" y="551"/>
                    <a:pt x="713" y="550"/>
                  </a:cubicBezTo>
                  <a:cubicBezTo>
                    <a:pt x="715" y="544"/>
                    <a:pt x="718" y="537"/>
                    <a:pt x="721" y="530"/>
                  </a:cubicBezTo>
                  <a:cubicBezTo>
                    <a:pt x="725" y="519"/>
                    <a:pt x="730" y="508"/>
                    <a:pt x="732" y="499"/>
                  </a:cubicBezTo>
                  <a:cubicBezTo>
                    <a:pt x="732" y="498"/>
                    <a:pt x="734" y="495"/>
                    <a:pt x="737" y="495"/>
                  </a:cubicBezTo>
                  <a:cubicBezTo>
                    <a:pt x="743" y="495"/>
                    <a:pt x="748" y="496"/>
                    <a:pt x="754" y="497"/>
                  </a:cubicBezTo>
                  <a:cubicBezTo>
                    <a:pt x="771" y="501"/>
                    <a:pt x="783" y="513"/>
                    <a:pt x="796" y="525"/>
                  </a:cubicBezTo>
                  <a:cubicBezTo>
                    <a:pt x="799" y="528"/>
                    <a:pt x="803" y="532"/>
                    <a:pt x="806" y="535"/>
                  </a:cubicBezTo>
                  <a:cubicBezTo>
                    <a:pt x="807" y="536"/>
                    <a:pt x="809" y="539"/>
                    <a:pt x="809" y="540"/>
                  </a:cubicBezTo>
                  <a:close/>
                  <a:moveTo>
                    <a:pt x="828" y="478"/>
                  </a:moveTo>
                  <a:cubicBezTo>
                    <a:pt x="824" y="492"/>
                    <a:pt x="819" y="507"/>
                    <a:pt x="815" y="521"/>
                  </a:cubicBezTo>
                  <a:cubicBezTo>
                    <a:pt x="812" y="519"/>
                    <a:pt x="810" y="516"/>
                    <a:pt x="807" y="514"/>
                  </a:cubicBezTo>
                  <a:cubicBezTo>
                    <a:pt x="796" y="504"/>
                    <a:pt x="785" y="493"/>
                    <a:pt x="771" y="487"/>
                  </a:cubicBezTo>
                  <a:cubicBezTo>
                    <a:pt x="784" y="478"/>
                    <a:pt x="795" y="465"/>
                    <a:pt x="805" y="454"/>
                  </a:cubicBezTo>
                  <a:cubicBezTo>
                    <a:pt x="819" y="439"/>
                    <a:pt x="831" y="424"/>
                    <a:pt x="847" y="417"/>
                  </a:cubicBezTo>
                  <a:cubicBezTo>
                    <a:pt x="840" y="437"/>
                    <a:pt x="834" y="457"/>
                    <a:pt x="828" y="478"/>
                  </a:cubicBezTo>
                  <a:close/>
                  <a:moveTo>
                    <a:pt x="854" y="398"/>
                  </a:moveTo>
                  <a:cubicBezTo>
                    <a:pt x="845" y="400"/>
                    <a:pt x="838" y="403"/>
                    <a:pt x="831" y="408"/>
                  </a:cubicBezTo>
                  <a:cubicBezTo>
                    <a:pt x="830" y="403"/>
                    <a:pt x="829" y="396"/>
                    <a:pt x="828" y="391"/>
                  </a:cubicBezTo>
                  <a:cubicBezTo>
                    <a:pt x="827" y="385"/>
                    <a:pt x="827" y="385"/>
                    <a:pt x="827" y="385"/>
                  </a:cubicBezTo>
                  <a:cubicBezTo>
                    <a:pt x="823" y="364"/>
                    <a:pt x="823" y="349"/>
                    <a:pt x="827" y="339"/>
                  </a:cubicBezTo>
                  <a:cubicBezTo>
                    <a:pt x="851" y="327"/>
                    <a:pt x="878" y="318"/>
                    <a:pt x="908" y="312"/>
                  </a:cubicBezTo>
                  <a:cubicBezTo>
                    <a:pt x="884" y="335"/>
                    <a:pt x="867" y="365"/>
                    <a:pt x="854" y="39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419">
              <a:extLst>
                <a:ext uri="{FF2B5EF4-FFF2-40B4-BE49-F238E27FC236}">
                  <a16:creationId xmlns:a16="http://schemas.microsoft.com/office/drawing/2014/main" id="{A1DA0899-CDD7-4BD3-8A4F-8241EB40F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777"/>
              <a:ext cx="645" cy="666"/>
            </a:xfrm>
            <a:custGeom>
              <a:avLst/>
              <a:gdLst>
                <a:gd name="T0" fmla="*/ 110 w 193"/>
                <a:gd name="T1" fmla="*/ 139 h 187"/>
                <a:gd name="T2" fmla="*/ 110 w 193"/>
                <a:gd name="T3" fmla="*/ 634 h 187"/>
                <a:gd name="T4" fmla="*/ 2390 w 193"/>
                <a:gd name="T5" fmla="*/ 2169 h 187"/>
                <a:gd name="T6" fmla="*/ 2724 w 193"/>
                <a:gd name="T7" fmla="*/ 2258 h 187"/>
                <a:gd name="T8" fmla="*/ 5417 w 193"/>
                <a:gd name="T9" fmla="*/ 4605 h 187"/>
                <a:gd name="T10" fmla="*/ 5708 w 193"/>
                <a:gd name="T11" fmla="*/ 5734 h 187"/>
                <a:gd name="T12" fmla="*/ 6199 w 193"/>
                <a:gd name="T13" fmla="*/ 7180 h 187"/>
                <a:gd name="T14" fmla="*/ 6266 w 193"/>
                <a:gd name="T15" fmla="*/ 7319 h 187"/>
                <a:gd name="T16" fmla="*/ 7015 w 193"/>
                <a:gd name="T17" fmla="*/ 8398 h 187"/>
                <a:gd name="T18" fmla="*/ 6724 w 193"/>
                <a:gd name="T19" fmla="*/ 8092 h 187"/>
                <a:gd name="T20" fmla="*/ 6981 w 193"/>
                <a:gd name="T21" fmla="*/ 7725 h 187"/>
                <a:gd name="T22" fmla="*/ 7205 w 193"/>
                <a:gd name="T23" fmla="*/ 7775 h 187"/>
                <a:gd name="T24" fmla="*/ 6757 w 193"/>
                <a:gd name="T25" fmla="*/ 6952 h 187"/>
                <a:gd name="T26" fmla="*/ 6677 w 193"/>
                <a:gd name="T27" fmla="*/ 6824 h 187"/>
                <a:gd name="T28" fmla="*/ 6310 w 193"/>
                <a:gd name="T29" fmla="*/ 5556 h 187"/>
                <a:gd name="T30" fmla="*/ 5932 w 193"/>
                <a:gd name="T31" fmla="*/ 4288 h 187"/>
                <a:gd name="T32" fmla="*/ 2914 w 193"/>
                <a:gd name="T33" fmla="*/ 1585 h 187"/>
                <a:gd name="T34" fmla="*/ 2613 w 193"/>
                <a:gd name="T35" fmla="*/ 1446 h 187"/>
                <a:gd name="T36" fmla="*/ 558 w 193"/>
                <a:gd name="T37" fmla="*/ 139 h 187"/>
                <a:gd name="T38" fmla="*/ 110 w 193"/>
                <a:gd name="T39" fmla="*/ 139 h 18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3" h="187">
                  <a:moveTo>
                    <a:pt x="3" y="3"/>
                  </a:moveTo>
                  <a:cubicBezTo>
                    <a:pt x="0" y="6"/>
                    <a:pt x="0" y="11"/>
                    <a:pt x="3" y="14"/>
                  </a:cubicBezTo>
                  <a:cubicBezTo>
                    <a:pt x="19" y="32"/>
                    <a:pt x="43" y="40"/>
                    <a:pt x="64" y="48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99" y="60"/>
                    <a:pt x="133" y="80"/>
                    <a:pt x="145" y="102"/>
                  </a:cubicBezTo>
                  <a:cubicBezTo>
                    <a:pt x="149" y="110"/>
                    <a:pt x="151" y="118"/>
                    <a:pt x="153" y="127"/>
                  </a:cubicBezTo>
                  <a:cubicBezTo>
                    <a:pt x="156" y="137"/>
                    <a:pt x="159" y="148"/>
                    <a:pt x="166" y="159"/>
                  </a:cubicBezTo>
                  <a:cubicBezTo>
                    <a:pt x="168" y="162"/>
                    <a:pt x="168" y="162"/>
                    <a:pt x="168" y="162"/>
                  </a:cubicBezTo>
                  <a:cubicBezTo>
                    <a:pt x="180" y="184"/>
                    <a:pt x="183" y="187"/>
                    <a:pt x="188" y="186"/>
                  </a:cubicBezTo>
                  <a:cubicBezTo>
                    <a:pt x="184" y="187"/>
                    <a:pt x="181" y="183"/>
                    <a:pt x="180" y="179"/>
                  </a:cubicBezTo>
                  <a:cubicBezTo>
                    <a:pt x="180" y="175"/>
                    <a:pt x="183" y="171"/>
                    <a:pt x="187" y="171"/>
                  </a:cubicBezTo>
                  <a:cubicBezTo>
                    <a:pt x="190" y="170"/>
                    <a:pt x="192" y="172"/>
                    <a:pt x="193" y="172"/>
                  </a:cubicBezTo>
                  <a:cubicBezTo>
                    <a:pt x="192" y="171"/>
                    <a:pt x="188" y="165"/>
                    <a:pt x="181" y="154"/>
                  </a:cubicBezTo>
                  <a:cubicBezTo>
                    <a:pt x="179" y="151"/>
                    <a:pt x="179" y="151"/>
                    <a:pt x="179" y="151"/>
                  </a:cubicBezTo>
                  <a:cubicBezTo>
                    <a:pt x="174" y="142"/>
                    <a:pt x="172" y="133"/>
                    <a:pt x="169" y="123"/>
                  </a:cubicBezTo>
                  <a:cubicBezTo>
                    <a:pt x="166" y="113"/>
                    <a:pt x="164" y="104"/>
                    <a:pt x="159" y="95"/>
                  </a:cubicBezTo>
                  <a:cubicBezTo>
                    <a:pt x="145" y="69"/>
                    <a:pt x="108" y="46"/>
                    <a:pt x="78" y="35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49" y="25"/>
                    <a:pt x="28" y="18"/>
                    <a:pt x="15" y="3"/>
                  </a:cubicBezTo>
                  <a:cubicBezTo>
                    <a:pt x="12" y="0"/>
                    <a:pt x="7" y="0"/>
                    <a:pt x="3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420">
              <a:extLst>
                <a:ext uri="{FF2B5EF4-FFF2-40B4-BE49-F238E27FC236}">
                  <a16:creationId xmlns:a16="http://schemas.microsoft.com/office/drawing/2014/main" id="{70EBB13C-5FBC-4225-A51C-1D4152722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787"/>
              <a:ext cx="575" cy="571"/>
            </a:xfrm>
            <a:custGeom>
              <a:avLst/>
              <a:gdLst>
                <a:gd name="T0" fmla="*/ 6425 w 172"/>
                <a:gd name="T1" fmla="*/ 7273 h 160"/>
                <a:gd name="T2" fmla="*/ 6201 w 172"/>
                <a:gd name="T3" fmla="*/ 6866 h 160"/>
                <a:gd name="T4" fmla="*/ 6124 w 172"/>
                <a:gd name="T5" fmla="*/ 6724 h 160"/>
                <a:gd name="T6" fmla="*/ 5757 w 172"/>
                <a:gd name="T7" fmla="*/ 5449 h 160"/>
                <a:gd name="T8" fmla="*/ 5376 w 172"/>
                <a:gd name="T9" fmla="*/ 4179 h 160"/>
                <a:gd name="T10" fmla="*/ 2357 w 172"/>
                <a:gd name="T11" fmla="*/ 1452 h 160"/>
                <a:gd name="T12" fmla="*/ 2056 w 172"/>
                <a:gd name="T13" fmla="*/ 1313 h 160"/>
                <a:gd name="T14" fmla="*/ 0 w 172"/>
                <a:gd name="T15" fmla="*/ 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60">
                  <a:moveTo>
                    <a:pt x="172" y="160"/>
                  </a:moveTo>
                  <a:cubicBezTo>
                    <a:pt x="170" y="157"/>
                    <a:pt x="168" y="154"/>
                    <a:pt x="166" y="151"/>
                  </a:cubicBezTo>
                  <a:cubicBezTo>
                    <a:pt x="164" y="148"/>
                    <a:pt x="164" y="148"/>
                    <a:pt x="164" y="148"/>
                  </a:cubicBezTo>
                  <a:cubicBezTo>
                    <a:pt x="159" y="139"/>
                    <a:pt x="157" y="130"/>
                    <a:pt x="154" y="120"/>
                  </a:cubicBezTo>
                  <a:cubicBezTo>
                    <a:pt x="151" y="110"/>
                    <a:pt x="149" y="101"/>
                    <a:pt x="144" y="92"/>
                  </a:cubicBezTo>
                  <a:cubicBezTo>
                    <a:pt x="130" y="66"/>
                    <a:pt x="93" y="43"/>
                    <a:pt x="63" y="32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34" y="22"/>
                    <a:pt x="13" y="1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421">
              <a:extLst>
                <a:ext uri="{FF2B5EF4-FFF2-40B4-BE49-F238E27FC236}">
                  <a16:creationId xmlns:a16="http://schemas.microsoft.com/office/drawing/2014/main" id="{15B825D0-B876-424A-A059-1B1AA2661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851"/>
              <a:ext cx="575" cy="578"/>
            </a:xfrm>
            <a:custGeom>
              <a:avLst/>
              <a:gdLst>
                <a:gd name="T0" fmla="*/ 0 w 172"/>
                <a:gd name="T1" fmla="*/ 0 h 162"/>
                <a:gd name="T2" fmla="*/ 2023 w 172"/>
                <a:gd name="T3" fmla="*/ 1224 h 162"/>
                <a:gd name="T4" fmla="*/ 2357 w 172"/>
                <a:gd name="T5" fmla="*/ 1309 h 162"/>
                <a:gd name="T6" fmla="*/ 5041 w 172"/>
                <a:gd name="T7" fmla="*/ 3679 h 162"/>
                <a:gd name="T8" fmla="*/ 5342 w 172"/>
                <a:gd name="T9" fmla="*/ 4813 h 162"/>
                <a:gd name="T10" fmla="*/ 5834 w 172"/>
                <a:gd name="T11" fmla="*/ 6262 h 162"/>
                <a:gd name="T12" fmla="*/ 5900 w 172"/>
                <a:gd name="T13" fmla="*/ 6404 h 162"/>
                <a:gd name="T14" fmla="*/ 6425 w 172"/>
                <a:gd name="T15" fmla="*/ 7357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62">
                  <a:moveTo>
                    <a:pt x="0" y="0"/>
                  </a:moveTo>
                  <a:cubicBezTo>
                    <a:pt x="15" y="13"/>
                    <a:pt x="36" y="20"/>
                    <a:pt x="54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89" y="39"/>
                    <a:pt x="123" y="59"/>
                    <a:pt x="135" y="81"/>
                  </a:cubicBezTo>
                  <a:cubicBezTo>
                    <a:pt x="139" y="89"/>
                    <a:pt x="141" y="97"/>
                    <a:pt x="143" y="106"/>
                  </a:cubicBezTo>
                  <a:cubicBezTo>
                    <a:pt x="146" y="116"/>
                    <a:pt x="149" y="127"/>
                    <a:pt x="156" y="138"/>
                  </a:cubicBezTo>
                  <a:cubicBezTo>
                    <a:pt x="158" y="141"/>
                    <a:pt x="158" y="141"/>
                    <a:pt x="158" y="141"/>
                  </a:cubicBezTo>
                  <a:cubicBezTo>
                    <a:pt x="165" y="153"/>
                    <a:pt x="169" y="159"/>
                    <a:pt x="172" y="16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422">
              <a:extLst>
                <a:ext uri="{FF2B5EF4-FFF2-40B4-BE49-F238E27FC236}">
                  <a16:creationId xmlns:a16="http://schemas.microsoft.com/office/drawing/2014/main" id="{564EB88E-2E8A-41C6-BD15-D368C1F26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201"/>
              <a:ext cx="378" cy="862"/>
            </a:xfrm>
            <a:custGeom>
              <a:avLst/>
              <a:gdLst>
                <a:gd name="T0" fmla="*/ 559 w 113"/>
                <a:gd name="T1" fmla="*/ 267 h 242"/>
                <a:gd name="T2" fmla="*/ 448 w 113"/>
                <a:gd name="T3" fmla="*/ 634 h 242"/>
                <a:gd name="T4" fmla="*/ 110 w 113"/>
                <a:gd name="T5" fmla="*/ 2714 h 242"/>
                <a:gd name="T6" fmla="*/ 301 w 113"/>
                <a:gd name="T7" fmla="*/ 3387 h 242"/>
                <a:gd name="T8" fmla="*/ 1980 w 113"/>
                <a:gd name="T9" fmla="*/ 5468 h 242"/>
                <a:gd name="T10" fmla="*/ 2061 w 113"/>
                <a:gd name="T11" fmla="*/ 5518 h 242"/>
                <a:gd name="T12" fmla="*/ 3144 w 113"/>
                <a:gd name="T13" fmla="*/ 7053 h 242"/>
                <a:gd name="T14" fmla="*/ 3402 w 113"/>
                <a:gd name="T15" fmla="*/ 8221 h 242"/>
                <a:gd name="T16" fmla="*/ 3402 w 113"/>
                <a:gd name="T17" fmla="*/ 8994 h 242"/>
                <a:gd name="T18" fmla="*/ 3559 w 113"/>
                <a:gd name="T19" fmla="*/ 10479 h 242"/>
                <a:gd name="T20" fmla="*/ 3559 w 113"/>
                <a:gd name="T21" fmla="*/ 10529 h 242"/>
                <a:gd name="T22" fmla="*/ 3593 w 113"/>
                <a:gd name="T23" fmla="*/ 10583 h 242"/>
                <a:gd name="T24" fmla="*/ 3593 w 113"/>
                <a:gd name="T25" fmla="*/ 10583 h 242"/>
                <a:gd name="T26" fmla="*/ 3593 w 113"/>
                <a:gd name="T27" fmla="*/ 10618 h 242"/>
                <a:gd name="T28" fmla="*/ 3593 w 113"/>
                <a:gd name="T29" fmla="*/ 10618 h 242"/>
                <a:gd name="T30" fmla="*/ 3593 w 113"/>
                <a:gd name="T31" fmla="*/ 10618 h 242"/>
                <a:gd name="T32" fmla="*/ 3593 w 113"/>
                <a:gd name="T33" fmla="*/ 10618 h 242"/>
                <a:gd name="T34" fmla="*/ 4007 w 113"/>
                <a:gd name="T35" fmla="*/ 10796 h 242"/>
                <a:gd name="T36" fmla="*/ 4118 w 113"/>
                <a:gd name="T37" fmla="*/ 10301 h 242"/>
                <a:gd name="T38" fmla="*/ 4151 w 113"/>
                <a:gd name="T39" fmla="*/ 10301 h 242"/>
                <a:gd name="T40" fmla="*/ 4118 w 113"/>
                <a:gd name="T41" fmla="*/ 10301 h 242"/>
                <a:gd name="T42" fmla="*/ 4007 w 113"/>
                <a:gd name="T43" fmla="*/ 8994 h 242"/>
                <a:gd name="T44" fmla="*/ 4007 w 113"/>
                <a:gd name="T45" fmla="*/ 8132 h 242"/>
                <a:gd name="T46" fmla="*/ 2395 w 113"/>
                <a:gd name="T47" fmla="*/ 4923 h 242"/>
                <a:gd name="T48" fmla="*/ 2315 w 113"/>
                <a:gd name="T49" fmla="*/ 4883 h 242"/>
                <a:gd name="T50" fmla="*/ 716 w 113"/>
                <a:gd name="T51" fmla="*/ 2575 h 242"/>
                <a:gd name="T52" fmla="*/ 1007 w 113"/>
                <a:gd name="T53" fmla="*/ 901 h 242"/>
                <a:gd name="T54" fmla="*/ 1121 w 113"/>
                <a:gd name="T55" fmla="*/ 584 h 242"/>
                <a:gd name="T56" fmla="*/ 973 w 113"/>
                <a:gd name="T57" fmla="*/ 89 h 242"/>
                <a:gd name="T58" fmla="*/ 559 w 113"/>
                <a:gd name="T59" fmla="*/ 267 h 2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3" h="242">
                  <a:moveTo>
                    <a:pt x="15" y="6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6" y="28"/>
                    <a:pt x="0" y="42"/>
                    <a:pt x="3" y="60"/>
                  </a:cubicBezTo>
                  <a:cubicBezTo>
                    <a:pt x="4" y="65"/>
                    <a:pt x="6" y="70"/>
                    <a:pt x="8" y="75"/>
                  </a:cubicBezTo>
                  <a:cubicBezTo>
                    <a:pt x="17" y="96"/>
                    <a:pt x="35" y="109"/>
                    <a:pt x="53" y="121"/>
                  </a:cubicBezTo>
                  <a:cubicBezTo>
                    <a:pt x="55" y="122"/>
                    <a:pt x="55" y="122"/>
                    <a:pt x="55" y="122"/>
                  </a:cubicBezTo>
                  <a:cubicBezTo>
                    <a:pt x="69" y="132"/>
                    <a:pt x="78" y="142"/>
                    <a:pt x="84" y="156"/>
                  </a:cubicBezTo>
                  <a:cubicBezTo>
                    <a:pt x="88" y="164"/>
                    <a:pt x="90" y="172"/>
                    <a:pt x="91" y="182"/>
                  </a:cubicBezTo>
                  <a:cubicBezTo>
                    <a:pt x="91" y="187"/>
                    <a:pt x="91" y="193"/>
                    <a:pt x="91" y="199"/>
                  </a:cubicBezTo>
                  <a:cubicBezTo>
                    <a:pt x="91" y="210"/>
                    <a:pt x="91" y="221"/>
                    <a:pt x="95" y="232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4"/>
                    <a:pt x="96" y="234"/>
                  </a:cubicBezTo>
                  <a:cubicBezTo>
                    <a:pt x="96" y="234"/>
                    <a:pt x="96" y="234"/>
                    <a:pt x="96" y="234"/>
                  </a:cubicBezTo>
                  <a:cubicBezTo>
                    <a:pt x="96" y="234"/>
                    <a:pt x="96" y="235"/>
                    <a:pt x="96" y="235"/>
                  </a:cubicBezTo>
                  <a:cubicBezTo>
                    <a:pt x="96" y="235"/>
                    <a:pt x="96" y="235"/>
                    <a:pt x="96" y="235"/>
                  </a:cubicBezTo>
                  <a:cubicBezTo>
                    <a:pt x="96" y="235"/>
                    <a:pt x="96" y="235"/>
                    <a:pt x="96" y="235"/>
                  </a:cubicBezTo>
                  <a:cubicBezTo>
                    <a:pt x="96" y="235"/>
                    <a:pt x="96" y="235"/>
                    <a:pt x="96" y="235"/>
                  </a:cubicBezTo>
                  <a:cubicBezTo>
                    <a:pt x="100" y="242"/>
                    <a:pt x="107" y="239"/>
                    <a:pt x="107" y="239"/>
                  </a:cubicBezTo>
                  <a:cubicBezTo>
                    <a:pt x="110" y="238"/>
                    <a:pt x="113" y="235"/>
                    <a:pt x="110" y="228"/>
                  </a:cubicBezTo>
                  <a:cubicBezTo>
                    <a:pt x="110" y="228"/>
                    <a:pt x="110" y="228"/>
                    <a:pt x="111" y="228"/>
                  </a:cubicBezTo>
                  <a:cubicBezTo>
                    <a:pt x="110" y="228"/>
                    <a:pt x="110" y="228"/>
                    <a:pt x="110" y="228"/>
                  </a:cubicBezTo>
                  <a:cubicBezTo>
                    <a:pt x="107" y="219"/>
                    <a:pt x="107" y="210"/>
                    <a:pt x="107" y="199"/>
                  </a:cubicBezTo>
                  <a:cubicBezTo>
                    <a:pt x="107" y="193"/>
                    <a:pt x="107" y="187"/>
                    <a:pt x="107" y="180"/>
                  </a:cubicBezTo>
                  <a:cubicBezTo>
                    <a:pt x="103" y="149"/>
                    <a:pt x="90" y="126"/>
                    <a:pt x="64" y="109"/>
                  </a:cubicBezTo>
                  <a:cubicBezTo>
                    <a:pt x="62" y="108"/>
                    <a:pt x="62" y="108"/>
                    <a:pt x="62" y="108"/>
                  </a:cubicBezTo>
                  <a:cubicBezTo>
                    <a:pt x="41" y="93"/>
                    <a:pt x="24" y="81"/>
                    <a:pt x="19" y="57"/>
                  </a:cubicBezTo>
                  <a:cubicBezTo>
                    <a:pt x="17" y="44"/>
                    <a:pt x="21" y="33"/>
                    <a:pt x="27" y="20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2" y="9"/>
                    <a:pt x="30" y="4"/>
                    <a:pt x="26" y="2"/>
                  </a:cubicBezTo>
                  <a:cubicBezTo>
                    <a:pt x="22" y="0"/>
                    <a:pt x="17" y="2"/>
                    <a:pt x="15" y="6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423">
              <a:extLst>
                <a:ext uri="{FF2B5EF4-FFF2-40B4-BE49-F238E27FC236}">
                  <a16:creationId xmlns:a16="http://schemas.microsoft.com/office/drawing/2014/main" id="{62ABBD1F-F9F4-4A80-9939-1F7C179EE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247"/>
              <a:ext cx="314" cy="766"/>
            </a:xfrm>
            <a:custGeom>
              <a:avLst/>
              <a:gdLst>
                <a:gd name="T0" fmla="*/ 3471 w 94"/>
                <a:gd name="T1" fmla="*/ 9723 h 215"/>
                <a:gd name="T2" fmla="*/ 3504 w 94"/>
                <a:gd name="T3" fmla="*/ 9723 h 215"/>
                <a:gd name="T4" fmla="*/ 3471 w 94"/>
                <a:gd name="T5" fmla="*/ 9723 h 215"/>
                <a:gd name="T6" fmla="*/ 3357 w 94"/>
                <a:gd name="T7" fmla="*/ 8415 h 215"/>
                <a:gd name="T8" fmla="*/ 3357 w 94"/>
                <a:gd name="T9" fmla="*/ 7553 h 215"/>
                <a:gd name="T10" fmla="*/ 1750 w 94"/>
                <a:gd name="T11" fmla="*/ 4339 h 215"/>
                <a:gd name="T12" fmla="*/ 1674 w 94"/>
                <a:gd name="T13" fmla="*/ 4290 h 215"/>
                <a:gd name="T14" fmla="*/ 77 w 94"/>
                <a:gd name="T15" fmla="*/ 1992 h 215"/>
                <a:gd name="T16" fmla="*/ 367 w 94"/>
                <a:gd name="T17" fmla="*/ 317 h 215"/>
                <a:gd name="T18" fmla="*/ 481 w 94"/>
                <a:gd name="T19" fmla="*/ 0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215">
                  <a:moveTo>
                    <a:pt x="93" y="215"/>
                  </a:moveTo>
                  <a:cubicBezTo>
                    <a:pt x="93" y="215"/>
                    <a:pt x="93" y="215"/>
                    <a:pt x="94" y="215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90" y="206"/>
                    <a:pt x="90" y="197"/>
                    <a:pt x="90" y="186"/>
                  </a:cubicBezTo>
                  <a:cubicBezTo>
                    <a:pt x="90" y="180"/>
                    <a:pt x="90" y="174"/>
                    <a:pt x="90" y="167"/>
                  </a:cubicBezTo>
                  <a:cubicBezTo>
                    <a:pt x="86" y="136"/>
                    <a:pt x="73" y="113"/>
                    <a:pt x="47" y="96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24" y="80"/>
                    <a:pt x="7" y="68"/>
                    <a:pt x="2" y="44"/>
                  </a:cubicBezTo>
                  <a:cubicBezTo>
                    <a:pt x="0" y="31"/>
                    <a:pt x="4" y="20"/>
                    <a:pt x="10" y="7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424">
              <a:extLst>
                <a:ext uri="{FF2B5EF4-FFF2-40B4-BE49-F238E27FC236}">
                  <a16:creationId xmlns:a16="http://schemas.microsoft.com/office/drawing/2014/main" id="{73B7BE57-6D60-472E-B4DA-AE49A8974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251"/>
              <a:ext cx="321" cy="787"/>
            </a:xfrm>
            <a:custGeom>
              <a:avLst/>
              <a:gdLst>
                <a:gd name="T0" fmla="*/ 448 w 96"/>
                <a:gd name="T1" fmla="*/ 0 h 221"/>
                <a:gd name="T2" fmla="*/ 110 w 96"/>
                <a:gd name="T3" fmla="*/ 2080 h 221"/>
                <a:gd name="T4" fmla="*/ 301 w 96"/>
                <a:gd name="T5" fmla="*/ 2753 h 221"/>
                <a:gd name="T6" fmla="*/ 1980 w 96"/>
                <a:gd name="T7" fmla="*/ 4832 h 221"/>
                <a:gd name="T8" fmla="*/ 2056 w 96"/>
                <a:gd name="T9" fmla="*/ 4882 h 221"/>
                <a:gd name="T10" fmla="*/ 3143 w 96"/>
                <a:gd name="T11" fmla="*/ 6417 h 221"/>
                <a:gd name="T12" fmla="*/ 3401 w 96"/>
                <a:gd name="T13" fmla="*/ 7585 h 221"/>
                <a:gd name="T14" fmla="*/ 3401 w 96"/>
                <a:gd name="T15" fmla="*/ 8358 h 221"/>
                <a:gd name="T16" fmla="*/ 3554 w 96"/>
                <a:gd name="T17" fmla="*/ 9839 h 221"/>
                <a:gd name="T18" fmla="*/ 3554 w 96"/>
                <a:gd name="T19" fmla="*/ 9893 h 221"/>
                <a:gd name="T20" fmla="*/ 3588 w 96"/>
                <a:gd name="T21" fmla="*/ 9928 h 221"/>
                <a:gd name="T22" fmla="*/ 3588 w 96"/>
                <a:gd name="T23" fmla="*/ 9928 h 221"/>
                <a:gd name="T24" fmla="*/ 3588 w 96"/>
                <a:gd name="T25" fmla="*/ 9982 h 221"/>
                <a:gd name="T26" fmla="*/ 3588 w 96"/>
                <a:gd name="T27" fmla="*/ 9982 h 221"/>
                <a:gd name="T28" fmla="*/ 3588 w 96"/>
                <a:gd name="T29" fmla="*/ 9982 h 221"/>
                <a:gd name="T30" fmla="*/ 3588 w 96"/>
                <a:gd name="T31" fmla="*/ 9982 h 2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6" h="221">
                  <a:moveTo>
                    <a:pt x="12" y="0"/>
                  </a:moveTo>
                  <a:cubicBezTo>
                    <a:pt x="6" y="14"/>
                    <a:pt x="0" y="28"/>
                    <a:pt x="3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7" y="82"/>
                    <a:pt x="35" y="95"/>
                    <a:pt x="53" y="107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69" y="118"/>
                    <a:pt x="78" y="128"/>
                    <a:pt x="84" y="142"/>
                  </a:cubicBezTo>
                  <a:cubicBezTo>
                    <a:pt x="88" y="150"/>
                    <a:pt x="90" y="158"/>
                    <a:pt x="91" y="168"/>
                  </a:cubicBezTo>
                  <a:cubicBezTo>
                    <a:pt x="91" y="173"/>
                    <a:pt x="91" y="179"/>
                    <a:pt x="91" y="185"/>
                  </a:cubicBezTo>
                  <a:cubicBezTo>
                    <a:pt x="91" y="196"/>
                    <a:pt x="91" y="207"/>
                    <a:pt x="95" y="218"/>
                  </a:cubicBezTo>
                  <a:cubicBezTo>
                    <a:pt x="95" y="219"/>
                    <a:pt x="95" y="219"/>
                    <a:pt x="95" y="219"/>
                  </a:cubicBezTo>
                  <a:cubicBezTo>
                    <a:pt x="95" y="219"/>
                    <a:pt x="95" y="220"/>
                    <a:pt x="96" y="220"/>
                  </a:cubicBezTo>
                  <a:cubicBezTo>
                    <a:pt x="96" y="220"/>
                    <a:pt x="96" y="220"/>
                    <a:pt x="96" y="220"/>
                  </a:cubicBezTo>
                  <a:cubicBezTo>
                    <a:pt x="96" y="220"/>
                    <a:pt x="96" y="221"/>
                    <a:pt x="96" y="221"/>
                  </a:cubicBezTo>
                  <a:cubicBezTo>
                    <a:pt x="96" y="221"/>
                    <a:pt x="96" y="221"/>
                    <a:pt x="96" y="221"/>
                  </a:cubicBezTo>
                  <a:cubicBezTo>
                    <a:pt x="96" y="221"/>
                    <a:pt x="96" y="221"/>
                    <a:pt x="96" y="221"/>
                  </a:cubicBezTo>
                  <a:cubicBezTo>
                    <a:pt x="96" y="221"/>
                    <a:pt x="96" y="221"/>
                    <a:pt x="96" y="22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425">
              <a:extLst>
                <a:ext uri="{FF2B5EF4-FFF2-40B4-BE49-F238E27FC236}">
                  <a16:creationId xmlns:a16="http://schemas.microsoft.com/office/drawing/2014/main" id="{BEB5F792-AA81-4457-9C13-D4D8CCB2C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154"/>
              <a:ext cx="294" cy="674"/>
            </a:xfrm>
            <a:custGeom>
              <a:avLst/>
              <a:gdLst>
                <a:gd name="T0" fmla="*/ 2689 w 88"/>
                <a:gd name="T1" fmla="*/ 317 h 189"/>
                <a:gd name="T2" fmla="*/ 2345 w 88"/>
                <a:gd name="T3" fmla="*/ 1412 h 189"/>
                <a:gd name="T4" fmla="*/ 1898 w 88"/>
                <a:gd name="T5" fmla="*/ 1947 h 189"/>
                <a:gd name="T6" fmla="*/ 1006 w 88"/>
                <a:gd name="T7" fmla="*/ 3217 h 189"/>
                <a:gd name="T8" fmla="*/ 224 w 88"/>
                <a:gd name="T9" fmla="*/ 5938 h 189"/>
                <a:gd name="T10" fmla="*/ 144 w 88"/>
                <a:gd name="T11" fmla="*/ 6537 h 189"/>
                <a:gd name="T12" fmla="*/ 77 w 88"/>
                <a:gd name="T13" fmla="*/ 7300 h 189"/>
                <a:gd name="T14" fmla="*/ 77 w 88"/>
                <a:gd name="T15" fmla="*/ 7667 h 189"/>
                <a:gd name="T16" fmla="*/ 77 w 88"/>
                <a:gd name="T17" fmla="*/ 8024 h 189"/>
                <a:gd name="T18" fmla="*/ 224 w 88"/>
                <a:gd name="T19" fmla="*/ 8520 h 189"/>
                <a:gd name="T20" fmla="*/ 591 w 88"/>
                <a:gd name="T21" fmla="*/ 8306 h 189"/>
                <a:gd name="T22" fmla="*/ 668 w 88"/>
                <a:gd name="T23" fmla="*/ 7617 h 189"/>
                <a:gd name="T24" fmla="*/ 635 w 88"/>
                <a:gd name="T25" fmla="*/ 7350 h 189"/>
                <a:gd name="T26" fmla="*/ 748 w 88"/>
                <a:gd name="T27" fmla="*/ 6665 h 189"/>
                <a:gd name="T28" fmla="*/ 825 w 88"/>
                <a:gd name="T29" fmla="*/ 5991 h 189"/>
                <a:gd name="T30" fmla="*/ 1530 w 88"/>
                <a:gd name="T31" fmla="*/ 3588 h 189"/>
                <a:gd name="T32" fmla="*/ 2312 w 88"/>
                <a:gd name="T33" fmla="*/ 2454 h 189"/>
                <a:gd name="T34" fmla="*/ 2803 w 88"/>
                <a:gd name="T35" fmla="*/ 1908 h 189"/>
                <a:gd name="T36" fmla="*/ 3281 w 88"/>
                <a:gd name="T37" fmla="*/ 456 h 189"/>
                <a:gd name="T38" fmla="*/ 3024 w 88"/>
                <a:gd name="T39" fmla="*/ 0 h 189"/>
                <a:gd name="T40" fmla="*/ 2689 w 88"/>
                <a:gd name="T41" fmla="*/ 317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8" h="189">
                  <a:moveTo>
                    <a:pt x="72" y="7"/>
                  </a:moveTo>
                  <a:cubicBezTo>
                    <a:pt x="70" y="18"/>
                    <a:pt x="69" y="25"/>
                    <a:pt x="63" y="31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42" y="51"/>
                    <a:pt x="33" y="59"/>
                    <a:pt x="27" y="71"/>
                  </a:cubicBezTo>
                  <a:cubicBezTo>
                    <a:pt x="15" y="91"/>
                    <a:pt x="8" y="114"/>
                    <a:pt x="6" y="131"/>
                  </a:cubicBezTo>
                  <a:cubicBezTo>
                    <a:pt x="4" y="144"/>
                    <a:pt x="4" y="144"/>
                    <a:pt x="4" y="144"/>
                  </a:cubicBezTo>
                  <a:cubicBezTo>
                    <a:pt x="3" y="149"/>
                    <a:pt x="2" y="155"/>
                    <a:pt x="2" y="161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2" y="172"/>
                    <a:pt x="2" y="176"/>
                    <a:pt x="2" y="177"/>
                  </a:cubicBezTo>
                  <a:cubicBezTo>
                    <a:pt x="0" y="181"/>
                    <a:pt x="2" y="186"/>
                    <a:pt x="6" y="188"/>
                  </a:cubicBezTo>
                  <a:cubicBezTo>
                    <a:pt x="10" y="189"/>
                    <a:pt x="15" y="188"/>
                    <a:pt x="16" y="183"/>
                  </a:cubicBezTo>
                  <a:cubicBezTo>
                    <a:pt x="19" y="178"/>
                    <a:pt x="18" y="173"/>
                    <a:pt x="18" y="168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8" y="157"/>
                    <a:pt x="19" y="152"/>
                    <a:pt x="20" y="147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4" y="115"/>
                    <a:pt x="33" y="93"/>
                    <a:pt x="41" y="79"/>
                  </a:cubicBezTo>
                  <a:cubicBezTo>
                    <a:pt x="46" y="69"/>
                    <a:pt x="54" y="62"/>
                    <a:pt x="62" y="54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84" y="32"/>
                    <a:pt x="86" y="21"/>
                    <a:pt x="88" y="10"/>
                  </a:cubicBezTo>
                  <a:cubicBezTo>
                    <a:pt x="88" y="5"/>
                    <a:pt x="85" y="1"/>
                    <a:pt x="81" y="0"/>
                  </a:cubicBezTo>
                  <a:cubicBezTo>
                    <a:pt x="77" y="0"/>
                    <a:pt x="73" y="3"/>
                    <a:pt x="72" y="7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426">
              <a:extLst>
                <a:ext uri="{FF2B5EF4-FFF2-40B4-BE49-F238E27FC236}">
                  <a16:creationId xmlns:a16="http://schemas.microsoft.com/office/drawing/2014/main" id="{E0054A97-477E-4D14-9C4C-141EE6B58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190"/>
              <a:ext cx="240" cy="617"/>
            </a:xfrm>
            <a:custGeom>
              <a:avLst/>
              <a:gdLst>
                <a:gd name="T0" fmla="*/ 0 w 72"/>
                <a:gd name="T1" fmla="*/ 7850 h 173"/>
                <a:gd name="T2" fmla="*/ 77 w 72"/>
                <a:gd name="T3" fmla="*/ 7172 h 173"/>
                <a:gd name="T4" fmla="*/ 33 w 72"/>
                <a:gd name="T5" fmla="*/ 6894 h 173"/>
                <a:gd name="T6" fmla="*/ 143 w 72"/>
                <a:gd name="T7" fmla="*/ 6220 h 173"/>
                <a:gd name="T8" fmla="*/ 223 w 72"/>
                <a:gd name="T9" fmla="*/ 5532 h 173"/>
                <a:gd name="T10" fmla="*/ 923 w 72"/>
                <a:gd name="T11" fmla="*/ 3128 h 173"/>
                <a:gd name="T12" fmla="*/ 1700 w 72"/>
                <a:gd name="T13" fmla="*/ 1997 h 173"/>
                <a:gd name="T14" fmla="*/ 2190 w 72"/>
                <a:gd name="T15" fmla="*/ 1452 h 173"/>
                <a:gd name="T16" fmla="*/ 2667 w 72"/>
                <a:gd name="T17" fmla="*/ 0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173">
                  <a:moveTo>
                    <a:pt x="0" y="173"/>
                  </a:moveTo>
                  <a:cubicBezTo>
                    <a:pt x="3" y="168"/>
                    <a:pt x="2" y="163"/>
                    <a:pt x="2" y="158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2" y="147"/>
                    <a:pt x="3" y="142"/>
                    <a:pt x="4" y="137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8" y="105"/>
                    <a:pt x="17" y="83"/>
                    <a:pt x="25" y="69"/>
                  </a:cubicBezTo>
                  <a:cubicBezTo>
                    <a:pt x="30" y="59"/>
                    <a:pt x="38" y="52"/>
                    <a:pt x="46" y="44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8" y="22"/>
                    <a:pt x="70" y="11"/>
                    <a:pt x="72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427">
              <a:extLst>
                <a:ext uri="{FF2B5EF4-FFF2-40B4-BE49-F238E27FC236}">
                  <a16:creationId xmlns:a16="http://schemas.microsoft.com/office/drawing/2014/main" id="{9C92F630-0E4D-41B5-A418-EADEDC7FA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179"/>
              <a:ext cx="234" cy="606"/>
            </a:xfrm>
            <a:custGeom>
              <a:avLst/>
              <a:gdLst>
                <a:gd name="T0" fmla="*/ 2614 w 70"/>
                <a:gd name="T1" fmla="*/ 0 h 170"/>
                <a:gd name="T2" fmla="*/ 2280 w 70"/>
                <a:gd name="T3" fmla="*/ 1094 h 170"/>
                <a:gd name="T4" fmla="*/ 1832 w 70"/>
                <a:gd name="T5" fmla="*/ 1626 h 170"/>
                <a:gd name="T6" fmla="*/ 939 w 70"/>
                <a:gd name="T7" fmla="*/ 2898 h 170"/>
                <a:gd name="T8" fmla="*/ 144 w 70"/>
                <a:gd name="T9" fmla="*/ 5618 h 170"/>
                <a:gd name="T10" fmla="*/ 77 w 70"/>
                <a:gd name="T11" fmla="*/ 6203 h 170"/>
                <a:gd name="T12" fmla="*/ 0 w 70"/>
                <a:gd name="T13" fmla="*/ 6976 h 170"/>
                <a:gd name="T14" fmla="*/ 0 w 70"/>
                <a:gd name="T15" fmla="*/ 7333 h 170"/>
                <a:gd name="T16" fmla="*/ 0 w 70"/>
                <a:gd name="T17" fmla="*/ 7700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70">
                  <a:moveTo>
                    <a:pt x="70" y="0"/>
                  </a:moveTo>
                  <a:cubicBezTo>
                    <a:pt x="68" y="11"/>
                    <a:pt x="67" y="18"/>
                    <a:pt x="61" y="2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0" y="44"/>
                    <a:pt x="31" y="52"/>
                    <a:pt x="25" y="64"/>
                  </a:cubicBezTo>
                  <a:cubicBezTo>
                    <a:pt x="13" y="84"/>
                    <a:pt x="6" y="107"/>
                    <a:pt x="4" y="124"/>
                  </a:cubicBezTo>
                  <a:cubicBezTo>
                    <a:pt x="2" y="137"/>
                    <a:pt x="2" y="137"/>
                    <a:pt x="2" y="137"/>
                  </a:cubicBezTo>
                  <a:cubicBezTo>
                    <a:pt x="1" y="142"/>
                    <a:pt x="0" y="148"/>
                    <a:pt x="0" y="154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0" y="165"/>
                    <a:pt x="0" y="169"/>
                    <a:pt x="0" y="17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428">
              <a:extLst>
                <a:ext uri="{FF2B5EF4-FFF2-40B4-BE49-F238E27FC236}">
                  <a16:creationId xmlns:a16="http://schemas.microsoft.com/office/drawing/2014/main" id="{CA1DE7FE-4668-47AD-B1B6-416518955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646"/>
              <a:ext cx="97" cy="175"/>
            </a:xfrm>
            <a:custGeom>
              <a:avLst/>
              <a:gdLst>
                <a:gd name="T0" fmla="*/ 224 w 29"/>
                <a:gd name="T1" fmla="*/ 1275 h 49"/>
                <a:gd name="T2" fmla="*/ 191 w 29"/>
                <a:gd name="T3" fmla="*/ 89 h 49"/>
                <a:gd name="T4" fmla="*/ 863 w 29"/>
                <a:gd name="T5" fmla="*/ 957 h 49"/>
                <a:gd name="T6" fmla="*/ 896 w 29"/>
                <a:gd name="T7" fmla="*/ 2143 h 49"/>
                <a:gd name="T8" fmla="*/ 224 w 29"/>
                <a:gd name="T9" fmla="*/ 127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9">
                  <a:moveTo>
                    <a:pt x="6" y="28"/>
                  </a:moveTo>
                  <a:cubicBezTo>
                    <a:pt x="0" y="16"/>
                    <a:pt x="0" y="4"/>
                    <a:pt x="5" y="2"/>
                  </a:cubicBezTo>
                  <a:cubicBezTo>
                    <a:pt x="9" y="0"/>
                    <a:pt x="18" y="8"/>
                    <a:pt x="23" y="21"/>
                  </a:cubicBezTo>
                  <a:cubicBezTo>
                    <a:pt x="28" y="33"/>
                    <a:pt x="29" y="45"/>
                    <a:pt x="24" y="47"/>
                  </a:cubicBezTo>
                  <a:cubicBezTo>
                    <a:pt x="19" y="49"/>
                    <a:pt x="11" y="41"/>
                    <a:pt x="6" y="28"/>
                  </a:cubicBezTo>
                  <a:close/>
                </a:path>
              </a:pathLst>
            </a:custGeom>
            <a:solidFill>
              <a:srgbClr val="F9D7C6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429">
              <a:extLst>
                <a:ext uri="{FF2B5EF4-FFF2-40B4-BE49-F238E27FC236}">
                  <a16:creationId xmlns:a16="http://schemas.microsoft.com/office/drawing/2014/main" id="{EDC8BE7D-3278-445D-8973-54DA122B1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675"/>
              <a:ext cx="57" cy="117"/>
            </a:xfrm>
            <a:custGeom>
              <a:avLst/>
              <a:gdLst>
                <a:gd name="T0" fmla="*/ 191 w 17"/>
                <a:gd name="T1" fmla="*/ 805 h 33"/>
                <a:gd name="T2" fmla="*/ 77 w 17"/>
                <a:gd name="T3" fmla="*/ 50 h 33"/>
                <a:gd name="T4" fmla="*/ 449 w 17"/>
                <a:gd name="T5" fmla="*/ 667 h 33"/>
                <a:gd name="T6" fmla="*/ 563 w 17"/>
                <a:gd name="T7" fmla="*/ 1471 h 33"/>
                <a:gd name="T8" fmla="*/ 191 w 17"/>
                <a:gd name="T9" fmla="*/ 80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3">
                  <a:moveTo>
                    <a:pt x="5" y="18"/>
                  </a:moveTo>
                  <a:cubicBezTo>
                    <a:pt x="1" y="10"/>
                    <a:pt x="0" y="1"/>
                    <a:pt x="2" y="1"/>
                  </a:cubicBezTo>
                  <a:cubicBezTo>
                    <a:pt x="3" y="0"/>
                    <a:pt x="9" y="7"/>
                    <a:pt x="12" y="15"/>
                  </a:cubicBezTo>
                  <a:cubicBezTo>
                    <a:pt x="15" y="23"/>
                    <a:pt x="17" y="32"/>
                    <a:pt x="15" y="33"/>
                  </a:cubicBezTo>
                  <a:cubicBezTo>
                    <a:pt x="14" y="33"/>
                    <a:pt x="8" y="26"/>
                    <a:pt x="5" y="18"/>
                  </a:cubicBezTo>
                  <a:close/>
                </a:path>
              </a:pathLst>
            </a:custGeom>
            <a:solidFill>
              <a:srgbClr val="E1422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430">
              <a:extLst>
                <a:ext uri="{FF2B5EF4-FFF2-40B4-BE49-F238E27FC236}">
                  <a16:creationId xmlns:a16="http://schemas.microsoft.com/office/drawing/2014/main" id="{8F8FB603-64FA-4E16-80A7-9427E460F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705"/>
              <a:ext cx="77" cy="179"/>
            </a:xfrm>
            <a:custGeom>
              <a:avLst/>
              <a:gdLst>
                <a:gd name="T0" fmla="*/ 77 w 23"/>
                <a:gd name="T1" fmla="*/ 1103 h 50"/>
                <a:gd name="T2" fmla="*/ 559 w 23"/>
                <a:gd name="T3" fmla="*/ 50 h 50"/>
                <a:gd name="T4" fmla="*/ 783 w 23"/>
                <a:gd name="T5" fmla="*/ 1192 h 50"/>
                <a:gd name="T6" fmla="*/ 301 w 23"/>
                <a:gd name="T7" fmla="*/ 2245 h 50"/>
                <a:gd name="T8" fmla="*/ 77 w 23"/>
                <a:gd name="T9" fmla="*/ 110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0">
                  <a:moveTo>
                    <a:pt x="2" y="24"/>
                  </a:moveTo>
                  <a:cubicBezTo>
                    <a:pt x="5" y="10"/>
                    <a:pt x="10" y="0"/>
                    <a:pt x="15" y="1"/>
                  </a:cubicBezTo>
                  <a:cubicBezTo>
                    <a:pt x="20" y="1"/>
                    <a:pt x="23" y="13"/>
                    <a:pt x="21" y="26"/>
                  </a:cubicBezTo>
                  <a:cubicBezTo>
                    <a:pt x="19" y="40"/>
                    <a:pt x="13" y="50"/>
                    <a:pt x="8" y="49"/>
                  </a:cubicBezTo>
                  <a:cubicBezTo>
                    <a:pt x="3" y="49"/>
                    <a:pt x="0" y="37"/>
                    <a:pt x="2" y="24"/>
                  </a:cubicBezTo>
                  <a:close/>
                </a:path>
              </a:pathLst>
            </a:custGeom>
            <a:solidFill>
              <a:srgbClr val="D4E5F4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431">
              <a:extLst>
                <a:ext uri="{FF2B5EF4-FFF2-40B4-BE49-F238E27FC236}">
                  <a16:creationId xmlns:a16="http://schemas.microsoft.com/office/drawing/2014/main" id="{8BB7038F-F9AB-4418-8C3D-CF7259C15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730"/>
              <a:ext cx="37" cy="125"/>
            </a:xfrm>
            <a:custGeom>
              <a:avLst/>
              <a:gdLst>
                <a:gd name="T0" fmla="*/ 81 w 11"/>
                <a:gd name="T1" fmla="*/ 779 h 35"/>
                <a:gd name="T2" fmla="*/ 306 w 11"/>
                <a:gd name="T3" fmla="*/ 50 h 35"/>
                <a:gd name="T4" fmla="*/ 383 w 11"/>
                <a:gd name="T5" fmla="*/ 868 h 35"/>
                <a:gd name="T6" fmla="*/ 114 w 11"/>
                <a:gd name="T7" fmla="*/ 1593 h 35"/>
                <a:gd name="T8" fmla="*/ 81 w 11"/>
                <a:gd name="T9" fmla="*/ 77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5">
                  <a:moveTo>
                    <a:pt x="2" y="17"/>
                  </a:moveTo>
                  <a:cubicBezTo>
                    <a:pt x="3" y="9"/>
                    <a:pt x="6" y="0"/>
                    <a:pt x="8" y="1"/>
                  </a:cubicBezTo>
                  <a:cubicBezTo>
                    <a:pt x="10" y="1"/>
                    <a:pt x="11" y="10"/>
                    <a:pt x="10" y="19"/>
                  </a:cubicBezTo>
                  <a:cubicBezTo>
                    <a:pt x="8" y="27"/>
                    <a:pt x="5" y="35"/>
                    <a:pt x="3" y="35"/>
                  </a:cubicBezTo>
                  <a:cubicBezTo>
                    <a:pt x="1" y="35"/>
                    <a:pt x="0" y="26"/>
                    <a:pt x="2" y="17"/>
                  </a:cubicBezTo>
                  <a:close/>
                </a:path>
              </a:pathLst>
            </a:custGeom>
            <a:solidFill>
              <a:srgbClr val="0075B4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432">
              <a:extLst>
                <a:ext uri="{FF2B5EF4-FFF2-40B4-BE49-F238E27FC236}">
                  <a16:creationId xmlns:a16="http://schemas.microsoft.com/office/drawing/2014/main" id="{147697CE-FB05-4C16-91C1-E41F34C32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791"/>
              <a:ext cx="327" cy="68"/>
            </a:xfrm>
            <a:custGeom>
              <a:avLst/>
              <a:gdLst>
                <a:gd name="T0" fmla="*/ 3640 w 98"/>
                <a:gd name="T1" fmla="*/ 780 h 19"/>
                <a:gd name="T2" fmla="*/ 0 w 98"/>
                <a:gd name="T3" fmla="*/ 870 h 19"/>
                <a:gd name="T4" fmla="*/ 3640 w 98"/>
                <a:gd name="T5" fmla="*/ 78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9">
                  <a:moveTo>
                    <a:pt x="98" y="17"/>
                  </a:moveTo>
                  <a:cubicBezTo>
                    <a:pt x="52" y="10"/>
                    <a:pt x="22" y="11"/>
                    <a:pt x="0" y="19"/>
                  </a:cubicBezTo>
                  <a:cubicBezTo>
                    <a:pt x="30" y="3"/>
                    <a:pt x="60" y="0"/>
                    <a:pt x="98" y="17"/>
                  </a:cubicBezTo>
                  <a:close/>
                </a:path>
              </a:pathLst>
            </a:custGeom>
            <a:solidFill>
              <a:srgbClr val="009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433">
              <a:extLst>
                <a:ext uri="{FF2B5EF4-FFF2-40B4-BE49-F238E27FC236}">
                  <a16:creationId xmlns:a16="http://schemas.microsoft.com/office/drawing/2014/main" id="{51D8DAD0-0F8B-4EB0-B536-1AE73DC62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787"/>
              <a:ext cx="211" cy="82"/>
            </a:xfrm>
            <a:custGeom>
              <a:avLst/>
              <a:gdLst>
                <a:gd name="T0" fmla="*/ 0 w 63"/>
                <a:gd name="T1" fmla="*/ 1041 h 23"/>
                <a:gd name="T2" fmla="*/ 2368 w 63"/>
                <a:gd name="T3" fmla="*/ 1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23">
                  <a:moveTo>
                    <a:pt x="0" y="23"/>
                  </a:moveTo>
                  <a:cubicBezTo>
                    <a:pt x="16" y="9"/>
                    <a:pt x="51" y="0"/>
                    <a:pt x="63" y="3"/>
                  </a:cubicBezTo>
                </a:path>
              </a:pathLst>
            </a:custGeom>
            <a:solidFill>
              <a:srgbClr val="009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434">
              <a:extLst>
                <a:ext uri="{FF2B5EF4-FFF2-40B4-BE49-F238E27FC236}">
                  <a16:creationId xmlns:a16="http://schemas.microsoft.com/office/drawing/2014/main" id="{687C488E-5795-4994-8221-C7E8274D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684"/>
              <a:ext cx="324" cy="46"/>
            </a:xfrm>
            <a:custGeom>
              <a:avLst/>
              <a:gdLst>
                <a:gd name="T0" fmla="*/ 3614 w 97"/>
                <a:gd name="T1" fmla="*/ 577 h 13"/>
                <a:gd name="T2" fmla="*/ 0 w 97"/>
                <a:gd name="T3" fmla="*/ 400 h 13"/>
                <a:gd name="T4" fmla="*/ 3614 w 97"/>
                <a:gd name="T5" fmla="*/ 57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3">
                  <a:moveTo>
                    <a:pt x="97" y="13"/>
                  </a:moveTo>
                  <a:cubicBezTo>
                    <a:pt x="73" y="6"/>
                    <a:pt x="26" y="0"/>
                    <a:pt x="0" y="9"/>
                  </a:cubicBezTo>
                  <a:cubicBezTo>
                    <a:pt x="22" y="6"/>
                    <a:pt x="88" y="10"/>
                    <a:pt x="97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435">
              <a:extLst>
                <a:ext uri="{FF2B5EF4-FFF2-40B4-BE49-F238E27FC236}">
                  <a16:creationId xmlns:a16="http://schemas.microsoft.com/office/drawing/2014/main" id="{42C53038-0093-4B33-BBB4-91D14C8DE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057"/>
              <a:ext cx="431" cy="684"/>
            </a:xfrm>
            <a:custGeom>
              <a:avLst/>
              <a:gdLst>
                <a:gd name="T0" fmla="*/ 0 w 129"/>
                <a:gd name="T1" fmla="*/ 8682 h 192"/>
                <a:gd name="T2" fmla="*/ 4811 w 129"/>
                <a:gd name="T3" fmla="*/ 0 h 192"/>
                <a:gd name="T4" fmla="*/ 0 w 129"/>
                <a:gd name="T5" fmla="*/ 8682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192">
                  <a:moveTo>
                    <a:pt x="0" y="192"/>
                  </a:moveTo>
                  <a:cubicBezTo>
                    <a:pt x="6" y="161"/>
                    <a:pt x="37" y="56"/>
                    <a:pt x="129" y="0"/>
                  </a:cubicBezTo>
                  <a:cubicBezTo>
                    <a:pt x="80" y="40"/>
                    <a:pt x="24" y="105"/>
                    <a:pt x="0" y="1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436">
              <a:extLst>
                <a:ext uri="{FF2B5EF4-FFF2-40B4-BE49-F238E27FC236}">
                  <a16:creationId xmlns:a16="http://schemas.microsoft.com/office/drawing/2014/main" id="{F30D0A6F-49D1-4D7B-A160-3EB6B4676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062"/>
              <a:ext cx="375" cy="288"/>
            </a:xfrm>
            <a:custGeom>
              <a:avLst/>
              <a:gdLst>
                <a:gd name="T0" fmla="*/ 0 w 112"/>
                <a:gd name="T1" fmla="*/ 3641 h 81"/>
                <a:gd name="T2" fmla="*/ 4205 w 112"/>
                <a:gd name="T3" fmla="*/ 0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81">
                  <a:moveTo>
                    <a:pt x="0" y="81"/>
                  </a:moveTo>
                  <a:cubicBezTo>
                    <a:pt x="24" y="70"/>
                    <a:pt x="96" y="15"/>
                    <a:pt x="1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437">
              <a:extLst>
                <a:ext uri="{FF2B5EF4-FFF2-40B4-BE49-F238E27FC236}">
                  <a16:creationId xmlns:a16="http://schemas.microsoft.com/office/drawing/2014/main" id="{5B22843B-6398-438A-8C5E-BF9FB9380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450"/>
              <a:ext cx="488" cy="182"/>
            </a:xfrm>
            <a:custGeom>
              <a:avLst/>
              <a:gdLst>
                <a:gd name="T0" fmla="*/ 0 w 146"/>
                <a:gd name="T1" fmla="*/ 2316 h 51"/>
                <a:gd name="T2" fmla="*/ 5452 w 146"/>
                <a:gd name="T3" fmla="*/ 0 h 51"/>
                <a:gd name="T4" fmla="*/ 0 w 146"/>
                <a:gd name="T5" fmla="*/ 231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51">
                  <a:moveTo>
                    <a:pt x="0" y="51"/>
                  </a:moveTo>
                  <a:cubicBezTo>
                    <a:pt x="28" y="29"/>
                    <a:pt x="90" y="5"/>
                    <a:pt x="146" y="0"/>
                  </a:cubicBezTo>
                  <a:cubicBezTo>
                    <a:pt x="128" y="4"/>
                    <a:pt x="34" y="26"/>
                    <a:pt x="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438">
              <a:extLst>
                <a:ext uri="{FF2B5EF4-FFF2-40B4-BE49-F238E27FC236}">
                  <a16:creationId xmlns:a16="http://schemas.microsoft.com/office/drawing/2014/main" id="{8A3D2490-9A6A-438A-B56F-D7E1C2A3E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024"/>
              <a:ext cx="378" cy="339"/>
            </a:xfrm>
            <a:custGeom>
              <a:avLst/>
              <a:gdLst>
                <a:gd name="T0" fmla="*/ 0 w 113"/>
                <a:gd name="T1" fmla="*/ 0 h 95"/>
                <a:gd name="T2" fmla="*/ 4228 w 113"/>
                <a:gd name="T3" fmla="*/ 4318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95">
                  <a:moveTo>
                    <a:pt x="0" y="0"/>
                  </a:moveTo>
                  <a:cubicBezTo>
                    <a:pt x="20" y="10"/>
                    <a:pt x="78" y="58"/>
                    <a:pt x="113" y="9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439">
              <a:extLst>
                <a:ext uri="{FF2B5EF4-FFF2-40B4-BE49-F238E27FC236}">
                  <a16:creationId xmlns:a16="http://schemas.microsoft.com/office/drawing/2014/main" id="{94964F68-335C-4168-86C8-E7CEA0E2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297"/>
              <a:ext cx="221" cy="353"/>
            </a:xfrm>
            <a:custGeom>
              <a:avLst/>
              <a:gdLst>
                <a:gd name="T0" fmla="*/ 449 w 66"/>
                <a:gd name="T1" fmla="*/ 0 h 99"/>
                <a:gd name="T2" fmla="*/ 559 w 66"/>
                <a:gd name="T3" fmla="*/ 2542 h 99"/>
                <a:gd name="T4" fmla="*/ 2478 w 66"/>
                <a:gd name="T5" fmla="*/ 4489 h 99"/>
                <a:gd name="T6" fmla="*/ 673 w 66"/>
                <a:gd name="T7" fmla="*/ 2453 h 99"/>
                <a:gd name="T8" fmla="*/ 449 w 66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99">
                  <a:moveTo>
                    <a:pt x="12" y="0"/>
                  </a:moveTo>
                  <a:cubicBezTo>
                    <a:pt x="6" y="10"/>
                    <a:pt x="0" y="35"/>
                    <a:pt x="15" y="56"/>
                  </a:cubicBezTo>
                  <a:cubicBezTo>
                    <a:pt x="31" y="78"/>
                    <a:pt x="60" y="90"/>
                    <a:pt x="66" y="99"/>
                  </a:cubicBezTo>
                  <a:cubicBezTo>
                    <a:pt x="62" y="94"/>
                    <a:pt x="26" y="69"/>
                    <a:pt x="18" y="54"/>
                  </a:cubicBezTo>
                  <a:cubicBezTo>
                    <a:pt x="10" y="38"/>
                    <a:pt x="4" y="23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440">
              <a:extLst>
                <a:ext uri="{FF2B5EF4-FFF2-40B4-BE49-F238E27FC236}">
                  <a16:creationId xmlns:a16="http://schemas.microsoft.com/office/drawing/2014/main" id="{7EFD594C-B26B-403C-9062-940A1F764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293"/>
              <a:ext cx="140" cy="221"/>
            </a:xfrm>
            <a:custGeom>
              <a:avLst/>
              <a:gdLst>
                <a:gd name="T0" fmla="*/ 0 w 42"/>
                <a:gd name="T1" fmla="*/ 2809 h 62"/>
                <a:gd name="T2" fmla="*/ 523 w 42"/>
                <a:gd name="T3" fmla="*/ 1308 h 62"/>
                <a:gd name="T4" fmla="*/ 1557 w 42"/>
                <a:gd name="T5" fmla="*/ 0 h 62"/>
                <a:gd name="T6" fmla="*/ 0 w 42"/>
                <a:gd name="T7" fmla="*/ 2809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2">
                  <a:moveTo>
                    <a:pt x="0" y="62"/>
                  </a:moveTo>
                  <a:cubicBezTo>
                    <a:pt x="3" y="52"/>
                    <a:pt x="6" y="41"/>
                    <a:pt x="14" y="29"/>
                  </a:cubicBezTo>
                  <a:cubicBezTo>
                    <a:pt x="20" y="20"/>
                    <a:pt x="30" y="11"/>
                    <a:pt x="42" y="0"/>
                  </a:cubicBezTo>
                  <a:cubicBezTo>
                    <a:pt x="33" y="6"/>
                    <a:pt x="5" y="48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441">
              <a:extLst>
                <a:ext uri="{FF2B5EF4-FFF2-40B4-BE49-F238E27FC236}">
                  <a16:creationId xmlns:a16="http://schemas.microsoft.com/office/drawing/2014/main" id="{D6D2B2A2-B072-4C3F-B511-9E1508D9B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851"/>
              <a:ext cx="124" cy="161"/>
            </a:xfrm>
            <a:custGeom>
              <a:avLst/>
              <a:gdLst>
                <a:gd name="T0" fmla="*/ 0 w 37"/>
                <a:gd name="T1" fmla="*/ 0 h 45"/>
                <a:gd name="T2" fmla="*/ 1394 w 37"/>
                <a:gd name="T3" fmla="*/ 2061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5">
                  <a:moveTo>
                    <a:pt x="0" y="0"/>
                  </a:moveTo>
                  <a:cubicBezTo>
                    <a:pt x="8" y="7"/>
                    <a:pt x="29" y="26"/>
                    <a:pt x="37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442">
              <a:extLst>
                <a:ext uri="{FF2B5EF4-FFF2-40B4-BE49-F238E27FC236}">
                  <a16:creationId xmlns:a16="http://schemas.microsoft.com/office/drawing/2014/main" id="{2F00C356-F09C-46C1-9152-E5FDBFBB7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331"/>
              <a:ext cx="47" cy="324"/>
            </a:xfrm>
            <a:custGeom>
              <a:avLst/>
              <a:gdLst>
                <a:gd name="T0" fmla="*/ 0 w 14"/>
                <a:gd name="T1" fmla="*/ 0 h 91"/>
                <a:gd name="T2" fmla="*/ 148 w 14"/>
                <a:gd name="T3" fmla="*/ 4109 h 91"/>
                <a:gd name="T4" fmla="*/ 0 w 14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1">
                  <a:moveTo>
                    <a:pt x="0" y="0"/>
                  </a:moveTo>
                  <a:cubicBezTo>
                    <a:pt x="8" y="13"/>
                    <a:pt x="14" y="57"/>
                    <a:pt x="4" y="91"/>
                  </a:cubicBezTo>
                  <a:cubicBezTo>
                    <a:pt x="6" y="84"/>
                    <a:pt x="11" y="3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443">
              <a:extLst>
                <a:ext uri="{FF2B5EF4-FFF2-40B4-BE49-F238E27FC236}">
                  <a16:creationId xmlns:a16="http://schemas.microsoft.com/office/drawing/2014/main" id="{DC9B2D13-C8A6-45F6-A558-D1CD7BBE2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944"/>
              <a:ext cx="184" cy="118"/>
            </a:xfrm>
            <a:custGeom>
              <a:avLst/>
              <a:gdLst>
                <a:gd name="T0" fmla="*/ 2061 w 55"/>
                <a:gd name="T1" fmla="*/ 1509 h 33"/>
                <a:gd name="T2" fmla="*/ 0 w 55"/>
                <a:gd name="T3" fmla="*/ 0 h 33"/>
                <a:gd name="T4" fmla="*/ 2061 w 55"/>
                <a:gd name="T5" fmla="*/ 150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3">
                  <a:moveTo>
                    <a:pt x="55" y="33"/>
                  </a:moveTo>
                  <a:cubicBezTo>
                    <a:pt x="48" y="26"/>
                    <a:pt x="16" y="4"/>
                    <a:pt x="0" y="0"/>
                  </a:cubicBezTo>
                  <a:cubicBezTo>
                    <a:pt x="14" y="3"/>
                    <a:pt x="43" y="16"/>
                    <a:pt x="55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444">
              <a:extLst>
                <a:ext uri="{FF2B5EF4-FFF2-40B4-BE49-F238E27FC236}">
                  <a16:creationId xmlns:a16="http://schemas.microsoft.com/office/drawing/2014/main" id="{EF647785-3E77-4669-87A4-423D906E1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830"/>
              <a:ext cx="144" cy="253"/>
            </a:xfrm>
            <a:custGeom>
              <a:avLst/>
              <a:gdLst>
                <a:gd name="T0" fmla="*/ 1614 w 43"/>
                <a:gd name="T1" fmla="*/ 0 h 71"/>
                <a:gd name="T2" fmla="*/ 0 w 43"/>
                <a:gd name="T3" fmla="*/ 3214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71">
                  <a:moveTo>
                    <a:pt x="43" y="0"/>
                  </a:moveTo>
                  <a:cubicBezTo>
                    <a:pt x="32" y="13"/>
                    <a:pt x="11" y="41"/>
                    <a:pt x="0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445">
              <a:extLst>
                <a:ext uri="{FF2B5EF4-FFF2-40B4-BE49-F238E27FC236}">
                  <a16:creationId xmlns:a16="http://schemas.microsoft.com/office/drawing/2014/main" id="{0E47AAAA-CABA-49EA-986A-4150257BA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653"/>
              <a:ext cx="67" cy="157"/>
            </a:xfrm>
            <a:custGeom>
              <a:avLst/>
              <a:gdLst>
                <a:gd name="T0" fmla="*/ 0 w 20"/>
                <a:gd name="T1" fmla="*/ 0 h 44"/>
                <a:gd name="T2" fmla="*/ 750 w 20"/>
                <a:gd name="T3" fmla="*/ 1998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4">
                  <a:moveTo>
                    <a:pt x="0" y="0"/>
                  </a:moveTo>
                  <a:cubicBezTo>
                    <a:pt x="2" y="11"/>
                    <a:pt x="9" y="28"/>
                    <a:pt x="20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446">
              <a:extLst>
                <a:ext uri="{FF2B5EF4-FFF2-40B4-BE49-F238E27FC236}">
                  <a16:creationId xmlns:a16="http://schemas.microsoft.com/office/drawing/2014/main" id="{529E57D4-7C41-4F9E-AC1D-AD55D1192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383"/>
              <a:ext cx="40" cy="146"/>
            </a:xfrm>
            <a:custGeom>
              <a:avLst/>
              <a:gdLst>
                <a:gd name="T0" fmla="*/ 410 w 12"/>
                <a:gd name="T1" fmla="*/ 0 h 41"/>
                <a:gd name="T2" fmla="*/ 0 w 12"/>
                <a:gd name="T3" fmla="*/ 1852 h 41"/>
                <a:gd name="T4" fmla="*/ 410 w 1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1">
                  <a:moveTo>
                    <a:pt x="11" y="0"/>
                  </a:moveTo>
                  <a:cubicBezTo>
                    <a:pt x="12" y="6"/>
                    <a:pt x="8" y="30"/>
                    <a:pt x="0" y="41"/>
                  </a:cubicBezTo>
                  <a:cubicBezTo>
                    <a:pt x="3" y="36"/>
                    <a:pt x="11" y="5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447">
              <a:extLst>
                <a:ext uri="{FF2B5EF4-FFF2-40B4-BE49-F238E27FC236}">
                  <a16:creationId xmlns:a16="http://schemas.microsoft.com/office/drawing/2014/main" id="{01719A21-F971-409C-9A82-DAB8C57BF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032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448">
              <a:extLst>
                <a:ext uri="{FF2B5EF4-FFF2-40B4-BE49-F238E27FC236}">
                  <a16:creationId xmlns:a16="http://schemas.microsoft.com/office/drawing/2014/main" id="{B5DED852-29EF-43E0-AF6D-88FCB4ACC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028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449">
              <a:extLst>
                <a:ext uri="{FF2B5EF4-FFF2-40B4-BE49-F238E27FC236}">
                  <a16:creationId xmlns:a16="http://schemas.microsoft.com/office/drawing/2014/main" id="{0D0E6102-BF74-42FC-9CE2-6F880A4B3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007"/>
              <a:ext cx="10" cy="10"/>
            </a:xfrm>
            <a:custGeom>
              <a:avLst/>
              <a:gdLst>
                <a:gd name="T0" fmla="*/ 33 w 3"/>
                <a:gd name="T1" fmla="*/ 110 h 3"/>
                <a:gd name="T2" fmla="*/ 0 w 3"/>
                <a:gd name="T3" fmla="*/ 33 h 3"/>
                <a:gd name="T4" fmla="*/ 77 w 3"/>
                <a:gd name="T5" fmla="*/ 0 h 3"/>
                <a:gd name="T6" fmla="*/ 110 w 3"/>
                <a:gd name="T7" fmla="*/ 77 h 3"/>
                <a:gd name="T8" fmla="*/ 33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450">
              <a:extLst>
                <a:ext uri="{FF2B5EF4-FFF2-40B4-BE49-F238E27FC236}">
                  <a16:creationId xmlns:a16="http://schemas.microsoft.com/office/drawing/2014/main" id="{D416A82C-F01F-42AA-96DC-900019DE2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014"/>
              <a:ext cx="13" cy="14"/>
            </a:xfrm>
            <a:custGeom>
              <a:avLst/>
              <a:gdLst>
                <a:gd name="T0" fmla="*/ 33 w 4"/>
                <a:gd name="T1" fmla="*/ 137 h 4"/>
                <a:gd name="T2" fmla="*/ 33 w 4"/>
                <a:gd name="T3" fmla="*/ 49 h 4"/>
                <a:gd name="T4" fmla="*/ 107 w 4"/>
                <a:gd name="T5" fmla="*/ 0 h 4"/>
                <a:gd name="T6" fmla="*/ 107 w 4"/>
                <a:gd name="T7" fmla="*/ 88 h 4"/>
                <a:gd name="T8" fmla="*/ 33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451">
              <a:extLst>
                <a:ext uri="{FF2B5EF4-FFF2-40B4-BE49-F238E27FC236}">
                  <a16:creationId xmlns:a16="http://schemas.microsoft.com/office/drawing/2014/main" id="{131F5ACF-F6FA-4CD8-BEBF-5026C340B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003"/>
              <a:ext cx="13" cy="11"/>
            </a:xfrm>
            <a:custGeom>
              <a:avLst/>
              <a:gdLst>
                <a:gd name="T0" fmla="*/ 33 w 4"/>
                <a:gd name="T1" fmla="*/ 147 h 3"/>
                <a:gd name="T2" fmla="*/ 33 w 4"/>
                <a:gd name="T3" fmla="*/ 55 h 3"/>
                <a:gd name="T4" fmla="*/ 107 w 4"/>
                <a:gd name="T5" fmla="*/ 0 h 3"/>
                <a:gd name="T6" fmla="*/ 137 w 4"/>
                <a:gd name="T7" fmla="*/ 95 h 3"/>
                <a:gd name="T8" fmla="*/ 33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452">
              <a:extLst>
                <a:ext uri="{FF2B5EF4-FFF2-40B4-BE49-F238E27FC236}">
                  <a16:creationId xmlns:a16="http://schemas.microsoft.com/office/drawing/2014/main" id="{8AA85EFC-BC2B-49D8-9613-4C7FBE4AD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989"/>
              <a:ext cx="13" cy="14"/>
            </a:xfrm>
            <a:custGeom>
              <a:avLst/>
              <a:gdLst>
                <a:gd name="T0" fmla="*/ 33 w 4"/>
                <a:gd name="T1" fmla="*/ 172 h 4"/>
                <a:gd name="T2" fmla="*/ 33 w 4"/>
                <a:gd name="T3" fmla="*/ 88 h 4"/>
                <a:gd name="T4" fmla="*/ 107 w 4"/>
                <a:gd name="T5" fmla="*/ 49 h 4"/>
                <a:gd name="T6" fmla="*/ 107 w 4"/>
                <a:gd name="T7" fmla="*/ 137 h 4"/>
                <a:gd name="T8" fmla="*/ 33 w 4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1" y="3"/>
                    <a:pt x="0" y="2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453">
              <a:extLst>
                <a:ext uri="{FF2B5EF4-FFF2-40B4-BE49-F238E27FC236}">
                  <a16:creationId xmlns:a16="http://schemas.microsoft.com/office/drawing/2014/main" id="{40FEF972-9439-449D-AF27-F7339D3B2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975"/>
              <a:ext cx="13" cy="14"/>
            </a:xfrm>
            <a:custGeom>
              <a:avLst/>
              <a:gdLst>
                <a:gd name="T0" fmla="*/ 75 w 4"/>
                <a:gd name="T1" fmla="*/ 137 h 4"/>
                <a:gd name="T2" fmla="*/ 33 w 4"/>
                <a:gd name="T3" fmla="*/ 49 h 4"/>
                <a:gd name="T4" fmla="*/ 107 w 4"/>
                <a:gd name="T5" fmla="*/ 49 h 4"/>
                <a:gd name="T6" fmla="*/ 137 w 4"/>
                <a:gd name="T7" fmla="*/ 137 h 4"/>
                <a:gd name="T8" fmla="*/ 75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3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454">
              <a:extLst>
                <a:ext uri="{FF2B5EF4-FFF2-40B4-BE49-F238E27FC236}">
                  <a16:creationId xmlns:a16="http://schemas.microsoft.com/office/drawing/2014/main" id="{65CC022D-84AA-4FB1-8209-23C0A497B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975"/>
              <a:ext cx="14" cy="14"/>
            </a:xfrm>
            <a:custGeom>
              <a:avLst/>
              <a:gdLst>
                <a:gd name="T0" fmla="*/ 49 w 4"/>
                <a:gd name="T1" fmla="*/ 137 h 4"/>
                <a:gd name="T2" fmla="*/ 0 w 4"/>
                <a:gd name="T3" fmla="*/ 49 h 4"/>
                <a:gd name="T4" fmla="*/ 137 w 4"/>
                <a:gd name="T5" fmla="*/ 0 h 4"/>
                <a:gd name="T6" fmla="*/ 137 w 4"/>
                <a:gd name="T7" fmla="*/ 88 h 4"/>
                <a:gd name="T8" fmla="*/ 49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455">
              <a:extLst>
                <a:ext uri="{FF2B5EF4-FFF2-40B4-BE49-F238E27FC236}">
                  <a16:creationId xmlns:a16="http://schemas.microsoft.com/office/drawing/2014/main" id="{9DD26AEA-7A77-4876-8E8C-915B7DA80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989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456">
              <a:extLst>
                <a:ext uri="{FF2B5EF4-FFF2-40B4-BE49-F238E27FC236}">
                  <a16:creationId xmlns:a16="http://schemas.microsoft.com/office/drawing/2014/main" id="{7F95BCD7-AD05-4E54-904C-1D0623089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000"/>
              <a:ext cx="14" cy="14"/>
            </a:xfrm>
            <a:custGeom>
              <a:avLst/>
              <a:gdLst>
                <a:gd name="T0" fmla="*/ 49 w 4"/>
                <a:gd name="T1" fmla="*/ 137 h 4"/>
                <a:gd name="T2" fmla="*/ 0 w 4"/>
                <a:gd name="T3" fmla="*/ 49 h 4"/>
                <a:gd name="T4" fmla="*/ 137 w 4"/>
                <a:gd name="T5" fmla="*/ 0 h 4"/>
                <a:gd name="T6" fmla="*/ 137 w 4"/>
                <a:gd name="T7" fmla="*/ 88 h 4"/>
                <a:gd name="T8" fmla="*/ 49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457">
              <a:extLst>
                <a:ext uri="{FF2B5EF4-FFF2-40B4-BE49-F238E27FC236}">
                  <a16:creationId xmlns:a16="http://schemas.microsoft.com/office/drawing/2014/main" id="{9D4331FF-263F-4574-88F8-4594BF169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989"/>
              <a:ext cx="13" cy="14"/>
            </a:xfrm>
            <a:custGeom>
              <a:avLst/>
              <a:gdLst>
                <a:gd name="T0" fmla="*/ 75 w 4"/>
                <a:gd name="T1" fmla="*/ 137 h 4"/>
                <a:gd name="T2" fmla="*/ 33 w 4"/>
                <a:gd name="T3" fmla="*/ 49 h 4"/>
                <a:gd name="T4" fmla="*/ 107 w 4"/>
                <a:gd name="T5" fmla="*/ 0 h 4"/>
                <a:gd name="T6" fmla="*/ 137 w 4"/>
                <a:gd name="T7" fmla="*/ 137 h 4"/>
                <a:gd name="T8" fmla="*/ 75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3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458">
              <a:extLst>
                <a:ext uri="{FF2B5EF4-FFF2-40B4-BE49-F238E27FC236}">
                  <a16:creationId xmlns:a16="http://schemas.microsoft.com/office/drawing/2014/main" id="{682F34CA-38CF-435E-8209-606C71B41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967"/>
              <a:ext cx="13" cy="11"/>
            </a:xfrm>
            <a:custGeom>
              <a:avLst/>
              <a:gdLst>
                <a:gd name="T0" fmla="*/ 33 w 4"/>
                <a:gd name="T1" fmla="*/ 147 h 3"/>
                <a:gd name="T2" fmla="*/ 33 w 4"/>
                <a:gd name="T3" fmla="*/ 55 h 3"/>
                <a:gd name="T4" fmla="*/ 107 w 4"/>
                <a:gd name="T5" fmla="*/ 0 h 3"/>
                <a:gd name="T6" fmla="*/ 107 w 4"/>
                <a:gd name="T7" fmla="*/ 95 h 3"/>
                <a:gd name="T8" fmla="*/ 33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459">
              <a:extLst>
                <a:ext uri="{FF2B5EF4-FFF2-40B4-BE49-F238E27FC236}">
                  <a16:creationId xmlns:a16="http://schemas.microsoft.com/office/drawing/2014/main" id="{B17FD84A-3DA6-4ADC-8DD2-77DF1930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960"/>
              <a:ext cx="13" cy="11"/>
            </a:xfrm>
            <a:custGeom>
              <a:avLst/>
              <a:gdLst>
                <a:gd name="T0" fmla="*/ 33 w 4"/>
                <a:gd name="T1" fmla="*/ 147 h 3"/>
                <a:gd name="T2" fmla="*/ 33 w 4"/>
                <a:gd name="T3" fmla="*/ 55 h 3"/>
                <a:gd name="T4" fmla="*/ 107 w 4"/>
                <a:gd name="T5" fmla="*/ 0 h 3"/>
                <a:gd name="T6" fmla="*/ 137 w 4"/>
                <a:gd name="T7" fmla="*/ 95 h 3"/>
                <a:gd name="T8" fmla="*/ 33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460">
              <a:extLst>
                <a:ext uri="{FF2B5EF4-FFF2-40B4-BE49-F238E27FC236}">
                  <a16:creationId xmlns:a16="http://schemas.microsoft.com/office/drawing/2014/main" id="{63C17D3C-EFFA-4329-92D2-5CDCF5F73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964"/>
              <a:ext cx="13" cy="11"/>
            </a:xfrm>
            <a:custGeom>
              <a:avLst/>
              <a:gdLst>
                <a:gd name="T0" fmla="*/ 75 w 4"/>
                <a:gd name="T1" fmla="*/ 147 h 3"/>
                <a:gd name="T2" fmla="*/ 33 w 4"/>
                <a:gd name="T3" fmla="*/ 55 h 3"/>
                <a:gd name="T4" fmla="*/ 107 w 4"/>
                <a:gd name="T5" fmla="*/ 0 h 3"/>
                <a:gd name="T6" fmla="*/ 137 w 4"/>
                <a:gd name="T7" fmla="*/ 95 h 3"/>
                <a:gd name="T8" fmla="*/ 75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3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461">
              <a:extLst>
                <a:ext uri="{FF2B5EF4-FFF2-40B4-BE49-F238E27FC236}">
                  <a16:creationId xmlns:a16="http://schemas.microsoft.com/office/drawing/2014/main" id="{04817550-026B-4821-920F-0FE09FCCB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971"/>
              <a:ext cx="10" cy="14"/>
            </a:xfrm>
            <a:custGeom>
              <a:avLst/>
              <a:gdLst>
                <a:gd name="T0" fmla="*/ 33 w 3"/>
                <a:gd name="T1" fmla="*/ 172 h 4"/>
                <a:gd name="T2" fmla="*/ 0 w 3"/>
                <a:gd name="T3" fmla="*/ 88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462">
              <a:extLst>
                <a:ext uri="{FF2B5EF4-FFF2-40B4-BE49-F238E27FC236}">
                  <a16:creationId xmlns:a16="http://schemas.microsoft.com/office/drawing/2014/main" id="{408D65A2-A233-494C-8DD5-6D7CCBF7F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982"/>
              <a:ext cx="10" cy="10"/>
            </a:xfrm>
            <a:custGeom>
              <a:avLst/>
              <a:gdLst>
                <a:gd name="T0" fmla="*/ 33 w 3"/>
                <a:gd name="T1" fmla="*/ 110 h 3"/>
                <a:gd name="T2" fmla="*/ 0 w 3"/>
                <a:gd name="T3" fmla="*/ 33 h 3"/>
                <a:gd name="T4" fmla="*/ 77 w 3"/>
                <a:gd name="T5" fmla="*/ 0 h 3"/>
                <a:gd name="T6" fmla="*/ 110 w 3"/>
                <a:gd name="T7" fmla="*/ 77 h 3"/>
                <a:gd name="T8" fmla="*/ 33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463">
              <a:extLst>
                <a:ext uri="{FF2B5EF4-FFF2-40B4-BE49-F238E27FC236}">
                  <a16:creationId xmlns:a16="http://schemas.microsoft.com/office/drawing/2014/main" id="{5F7EC1DF-CBCF-4365-BB6A-40EB219CC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003"/>
              <a:ext cx="13" cy="14"/>
            </a:xfrm>
            <a:custGeom>
              <a:avLst/>
              <a:gdLst>
                <a:gd name="T0" fmla="*/ 75 w 4"/>
                <a:gd name="T1" fmla="*/ 137 h 4"/>
                <a:gd name="T2" fmla="*/ 33 w 4"/>
                <a:gd name="T3" fmla="*/ 49 h 4"/>
                <a:gd name="T4" fmla="*/ 107 w 4"/>
                <a:gd name="T5" fmla="*/ 0 h 4"/>
                <a:gd name="T6" fmla="*/ 137 w 4"/>
                <a:gd name="T7" fmla="*/ 137 h 4"/>
                <a:gd name="T8" fmla="*/ 75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3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464">
              <a:extLst>
                <a:ext uri="{FF2B5EF4-FFF2-40B4-BE49-F238E27FC236}">
                  <a16:creationId xmlns:a16="http://schemas.microsoft.com/office/drawing/2014/main" id="{44315B26-BF4C-4A74-B05E-1C82C2C7E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007"/>
              <a:ext cx="14" cy="14"/>
            </a:xfrm>
            <a:custGeom>
              <a:avLst/>
              <a:gdLst>
                <a:gd name="T0" fmla="*/ 49 w 4"/>
                <a:gd name="T1" fmla="*/ 137 h 4"/>
                <a:gd name="T2" fmla="*/ 49 w 4"/>
                <a:gd name="T3" fmla="*/ 49 h 4"/>
                <a:gd name="T4" fmla="*/ 137 w 4"/>
                <a:gd name="T5" fmla="*/ 49 h 4"/>
                <a:gd name="T6" fmla="*/ 137 w 4"/>
                <a:gd name="T7" fmla="*/ 137 h 4"/>
                <a:gd name="T8" fmla="*/ 49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465">
              <a:extLst>
                <a:ext uri="{FF2B5EF4-FFF2-40B4-BE49-F238E27FC236}">
                  <a16:creationId xmlns:a16="http://schemas.microsoft.com/office/drawing/2014/main" id="{E3CAA165-38D1-47A1-A606-640D5650C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975"/>
              <a:ext cx="13" cy="14"/>
            </a:xfrm>
            <a:custGeom>
              <a:avLst/>
              <a:gdLst>
                <a:gd name="T0" fmla="*/ 33 w 4"/>
                <a:gd name="T1" fmla="*/ 137 h 4"/>
                <a:gd name="T2" fmla="*/ 33 w 4"/>
                <a:gd name="T3" fmla="*/ 49 h 4"/>
                <a:gd name="T4" fmla="*/ 107 w 4"/>
                <a:gd name="T5" fmla="*/ 0 h 4"/>
                <a:gd name="T6" fmla="*/ 107 w 4"/>
                <a:gd name="T7" fmla="*/ 88 h 4"/>
                <a:gd name="T8" fmla="*/ 33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466">
              <a:extLst>
                <a:ext uri="{FF2B5EF4-FFF2-40B4-BE49-F238E27FC236}">
                  <a16:creationId xmlns:a16="http://schemas.microsoft.com/office/drawing/2014/main" id="{30D30DE9-27D9-4F8D-B4CC-7ABADD760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957"/>
              <a:ext cx="13" cy="10"/>
            </a:xfrm>
            <a:custGeom>
              <a:avLst/>
              <a:gdLst>
                <a:gd name="T0" fmla="*/ 33 w 4"/>
                <a:gd name="T1" fmla="*/ 110 h 3"/>
                <a:gd name="T2" fmla="*/ 33 w 4"/>
                <a:gd name="T3" fmla="*/ 33 h 3"/>
                <a:gd name="T4" fmla="*/ 107 w 4"/>
                <a:gd name="T5" fmla="*/ 0 h 3"/>
                <a:gd name="T6" fmla="*/ 137 w 4"/>
                <a:gd name="T7" fmla="*/ 77 h 3"/>
                <a:gd name="T8" fmla="*/ 33 w 4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467">
              <a:extLst>
                <a:ext uri="{FF2B5EF4-FFF2-40B4-BE49-F238E27FC236}">
                  <a16:creationId xmlns:a16="http://schemas.microsoft.com/office/drawing/2014/main" id="{C5DE8D06-00D4-4916-8AD8-9DC8FD174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014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468">
              <a:extLst>
                <a:ext uri="{FF2B5EF4-FFF2-40B4-BE49-F238E27FC236}">
                  <a16:creationId xmlns:a16="http://schemas.microsoft.com/office/drawing/2014/main" id="{D6038EB0-87F7-4B0F-AF8D-CDBE53411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007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0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469">
              <a:extLst>
                <a:ext uri="{FF2B5EF4-FFF2-40B4-BE49-F238E27FC236}">
                  <a16:creationId xmlns:a16="http://schemas.microsoft.com/office/drawing/2014/main" id="{04FF5B80-B4F3-4B34-9B18-537303263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964"/>
              <a:ext cx="13" cy="11"/>
            </a:xfrm>
            <a:custGeom>
              <a:avLst/>
              <a:gdLst>
                <a:gd name="T0" fmla="*/ 33 w 4"/>
                <a:gd name="T1" fmla="*/ 147 h 3"/>
                <a:gd name="T2" fmla="*/ 33 w 4"/>
                <a:gd name="T3" fmla="*/ 55 h 3"/>
                <a:gd name="T4" fmla="*/ 107 w 4"/>
                <a:gd name="T5" fmla="*/ 0 h 3"/>
                <a:gd name="T6" fmla="*/ 107 w 4"/>
                <a:gd name="T7" fmla="*/ 95 h 3"/>
                <a:gd name="T8" fmla="*/ 33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470">
              <a:extLst>
                <a:ext uri="{FF2B5EF4-FFF2-40B4-BE49-F238E27FC236}">
                  <a16:creationId xmlns:a16="http://schemas.microsoft.com/office/drawing/2014/main" id="{C2EE0A8E-81E7-4F2A-8D25-F76B1CDFB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978"/>
              <a:ext cx="13" cy="11"/>
            </a:xfrm>
            <a:custGeom>
              <a:avLst/>
              <a:gdLst>
                <a:gd name="T0" fmla="*/ 33 w 4"/>
                <a:gd name="T1" fmla="*/ 147 h 3"/>
                <a:gd name="T2" fmla="*/ 33 w 4"/>
                <a:gd name="T3" fmla="*/ 55 h 3"/>
                <a:gd name="T4" fmla="*/ 107 w 4"/>
                <a:gd name="T5" fmla="*/ 0 h 3"/>
                <a:gd name="T6" fmla="*/ 137 w 4"/>
                <a:gd name="T7" fmla="*/ 95 h 3"/>
                <a:gd name="T8" fmla="*/ 33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471">
              <a:extLst>
                <a:ext uri="{FF2B5EF4-FFF2-40B4-BE49-F238E27FC236}">
                  <a16:creationId xmlns:a16="http://schemas.microsoft.com/office/drawing/2014/main" id="{5A20E595-A348-446A-BDC2-E92C467A5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992"/>
              <a:ext cx="13" cy="15"/>
            </a:xfrm>
            <a:custGeom>
              <a:avLst/>
              <a:gdLst>
                <a:gd name="T0" fmla="*/ 33 w 4"/>
                <a:gd name="T1" fmla="*/ 154 h 4"/>
                <a:gd name="T2" fmla="*/ 33 w 4"/>
                <a:gd name="T3" fmla="*/ 56 h 4"/>
                <a:gd name="T4" fmla="*/ 107 w 4"/>
                <a:gd name="T5" fmla="*/ 0 h 4"/>
                <a:gd name="T6" fmla="*/ 137 w 4"/>
                <a:gd name="T7" fmla="*/ 113 h 4"/>
                <a:gd name="T8" fmla="*/ 33 w 4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472">
              <a:extLst>
                <a:ext uri="{FF2B5EF4-FFF2-40B4-BE49-F238E27FC236}">
                  <a16:creationId xmlns:a16="http://schemas.microsoft.com/office/drawing/2014/main" id="{A564D56F-E094-465F-8050-7333F3766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007"/>
              <a:ext cx="13" cy="10"/>
            </a:xfrm>
            <a:custGeom>
              <a:avLst/>
              <a:gdLst>
                <a:gd name="T0" fmla="*/ 75 w 4"/>
                <a:gd name="T1" fmla="*/ 110 h 3"/>
                <a:gd name="T2" fmla="*/ 33 w 4"/>
                <a:gd name="T3" fmla="*/ 33 h 3"/>
                <a:gd name="T4" fmla="*/ 107 w 4"/>
                <a:gd name="T5" fmla="*/ 0 h 3"/>
                <a:gd name="T6" fmla="*/ 137 w 4"/>
                <a:gd name="T7" fmla="*/ 77 h 3"/>
                <a:gd name="T8" fmla="*/ 75 w 4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3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473">
              <a:extLst>
                <a:ext uri="{FF2B5EF4-FFF2-40B4-BE49-F238E27FC236}">
                  <a16:creationId xmlns:a16="http://schemas.microsoft.com/office/drawing/2014/main" id="{84B4EED4-9C4F-4D2B-8810-35A8EB3AF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017"/>
              <a:ext cx="13" cy="15"/>
            </a:xfrm>
            <a:custGeom>
              <a:avLst/>
              <a:gdLst>
                <a:gd name="T0" fmla="*/ 75 w 4"/>
                <a:gd name="T1" fmla="*/ 154 h 4"/>
                <a:gd name="T2" fmla="*/ 33 w 4"/>
                <a:gd name="T3" fmla="*/ 56 h 4"/>
                <a:gd name="T4" fmla="*/ 107 w 4"/>
                <a:gd name="T5" fmla="*/ 0 h 4"/>
                <a:gd name="T6" fmla="*/ 137 w 4"/>
                <a:gd name="T7" fmla="*/ 113 h 4"/>
                <a:gd name="T8" fmla="*/ 75 w 4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474">
              <a:extLst>
                <a:ext uri="{FF2B5EF4-FFF2-40B4-BE49-F238E27FC236}">
                  <a16:creationId xmlns:a16="http://schemas.microsoft.com/office/drawing/2014/main" id="{FB83FF5E-5451-46BA-AFBB-3443E10D8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057"/>
              <a:ext cx="13" cy="14"/>
            </a:xfrm>
            <a:custGeom>
              <a:avLst/>
              <a:gdLst>
                <a:gd name="T0" fmla="*/ 33 w 4"/>
                <a:gd name="T1" fmla="*/ 137 h 4"/>
                <a:gd name="T2" fmla="*/ 0 w 4"/>
                <a:gd name="T3" fmla="*/ 49 h 4"/>
                <a:gd name="T4" fmla="*/ 75 w 4"/>
                <a:gd name="T5" fmla="*/ 0 h 4"/>
                <a:gd name="T6" fmla="*/ 107 w 4"/>
                <a:gd name="T7" fmla="*/ 88 h 4"/>
                <a:gd name="T8" fmla="*/ 33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4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475">
              <a:extLst>
                <a:ext uri="{FF2B5EF4-FFF2-40B4-BE49-F238E27FC236}">
                  <a16:creationId xmlns:a16="http://schemas.microsoft.com/office/drawing/2014/main" id="{5F8BAE0A-841C-4E5D-ACE0-03BC0E909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007"/>
              <a:ext cx="13" cy="10"/>
            </a:xfrm>
            <a:custGeom>
              <a:avLst/>
              <a:gdLst>
                <a:gd name="T0" fmla="*/ 33 w 4"/>
                <a:gd name="T1" fmla="*/ 110 h 3"/>
                <a:gd name="T2" fmla="*/ 0 w 4"/>
                <a:gd name="T3" fmla="*/ 33 h 3"/>
                <a:gd name="T4" fmla="*/ 75 w 4"/>
                <a:gd name="T5" fmla="*/ 0 h 3"/>
                <a:gd name="T6" fmla="*/ 107 w 4"/>
                <a:gd name="T7" fmla="*/ 77 h 3"/>
                <a:gd name="T8" fmla="*/ 33 w 4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4" y="2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476">
              <a:extLst>
                <a:ext uri="{FF2B5EF4-FFF2-40B4-BE49-F238E27FC236}">
                  <a16:creationId xmlns:a16="http://schemas.microsoft.com/office/drawing/2014/main" id="{30FE68FD-4D14-44C1-87E6-6A06E92EB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042"/>
              <a:ext cx="14" cy="11"/>
            </a:xfrm>
            <a:custGeom>
              <a:avLst/>
              <a:gdLst>
                <a:gd name="T0" fmla="*/ 49 w 4"/>
                <a:gd name="T1" fmla="*/ 147 h 3"/>
                <a:gd name="T2" fmla="*/ 49 w 4"/>
                <a:gd name="T3" fmla="*/ 55 h 3"/>
                <a:gd name="T4" fmla="*/ 137 w 4"/>
                <a:gd name="T5" fmla="*/ 0 h 3"/>
                <a:gd name="T6" fmla="*/ 137 w 4"/>
                <a:gd name="T7" fmla="*/ 95 h 3"/>
                <a:gd name="T8" fmla="*/ 49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477">
              <a:extLst>
                <a:ext uri="{FF2B5EF4-FFF2-40B4-BE49-F238E27FC236}">
                  <a16:creationId xmlns:a16="http://schemas.microsoft.com/office/drawing/2014/main" id="{203D4892-4234-4593-89BC-FE6A41D23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039"/>
              <a:ext cx="14" cy="10"/>
            </a:xfrm>
            <a:custGeom>
              <a:avLst/>
              <a:gdLst>
                <a:gd name="T0" fmla="*/ 49 w 4"/>
                <a:gd name="T1" fmla="*/ 110 h 3"/>
                <a:gd name="T2" fmla="*/ 49 w 4"/>
                <a:gd name="T3" fmla="*/ 33 h 3"/>
                <a:gd name="T4" fmla="*/ 137 w 4"/>
                <a:gd name="T5" fmla="*/ 0 h 3"/>
                <a:gd name="T6" fmla="*/ 172 w 4"/>
                <a:gd name="T7" fmla="*/ 77 h 3"/>
                <a:gd name="T8" fmla="*/ 49 w 4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478">
              <a:extLst>
                <a:ext uri="{FF2B5EF4-FFF2-40B4-BE49-F238E27FC236}">
                  <a16:creationId xmlns:a16="http://schemas.microsoft.com/office/drawing/2014/main" id="{8BD67D5E-4482-4DD5-A374-993B3FDBB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032"/>
              <a:ext cx="13" cy="10"/>
            </a:xfrm>
            <a:custGeom>
              <a:avLst/>
              <a:gdLst>
                <a:gd name="T0" fmla="*/ 33 w 4"/>
                <a:gd name="T1" fmla="*/ 110 h 3"/>
                <a:gd name="T2" fmla="*/ 33 w 4"/>
                <a:gd name="T3" fmla="*/ 33 h 3"/>
                <a:gd name="T4" fmla="*/ 107 w 4"/>
                <a:gd name="T5" fmla="*/ 0 h 3"/>
                <a:gd name="T6" fmla="*/ 107 w 4"/>
                <a:gd name="T7" fmla="*/ 77 h 3"/>
                <a:gd name="T8" fmla="*/ 33 w 4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5" name="Freeform 479">
              <a:extLst>
                <a:ext uri="{FF2B5EF4-FFF2-40B4-BE49-F238E27FC236}">
                  <a16:creationId xmlns:a16="http://schemas.microsoft.com/office/drawing/2014/main" id="{C395AC73-29D7-4A3A-ADC1-FB08C8276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024"/>
              <a:ext cx="14" cy="15"/>
            </a:xfrm>
            <a:custGeom>
              <a:avLst/>
              <a:gdLst>
                <a:gd name="T0" fmla="*/ 49 w 4"/>
                <a:gd name="T1" fmla="*/ 154 h 4"/>
                <a:gd name="T2" fmla="*/ 0 w 4"/>
                <a:gd name="T3" fmla="*/ 56 h 4"/>
                <a:gd name="T4" fmla="*/ 88 w 4"/>
                <a:gd name="T5" fmla="*/ 0 h 4"/>
                <a:gd name="T6" fmla="*/ 137 w 4"/>
                <a:gd name="T7" fmla="*/ 154 h 4"/>
                <a:gd name="T8" fmla="*/ 49 w 4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6" name="Freeform 480">
              <a:extLst>
                <a:ext uri="{FF2B5EF4-FFF2-40B4-BE49-F238E27FC236}">
                  <a16:creationId xmlns:a16="http://schemas.microsoft.com/office/drawing/2014/main" id="{5B6686BB-3400-45A8-BB02-8F144F26A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014"/>
              <a:ext cx="10" cy="14"/>
            </a:xfrm>
            <a:custGeom>
              <a:avLst/>
              <a:gdLst>
                <a:gd name="T0" fmla="*/ 33 w 3"/>
                <a:gd name="T1" fmla="*/ 172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Freeform 481">
              <a:extLst>
                <a:ext uri="{FF2B5EF4-FFF2-40B4-BE49-F238E27FC236}">
                  <a16:creationId xmlns:a16="http://schemas.microsoft.com/office/drawing/2014/main" id="{A815D370-BC02-44FD-B53E-1B66CE492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064"/>
              <a:ext cx="10" cy="14"/>
            </a:xfrm>
            <a:custGeom>
              <a:avLst/>
              <a:gdLst>
                <a:gd name="T0" fmla="*/ 33 w 3"/>
                <a:gd name="T1" fmla="*/ 172 h 4"/>
                <a:gd name="T2" fmla="*/ 0 w 3"/>
                <a:gd name="T3" fmla="*/ 88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Freeform 482">
              <a:extLst>
                <a:ext uri="{FF2B5EF4-FFF2-40B4-BE49-F238E27FC236}">
                  <a16:creationId xmlns:a16="http://schemas.microsoft.com/office/drawing/2014/main" id="{C51DBFBE-90EF-48D4-AF4E-CB4C0F5DB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032"/>
              <a:ext cx="10" cy="10"/>
            </a:xfrm>
            <a:custGeom>
              <a:avLst/>
              <a:gdLst>
                <a:gd name="T0" fmla="*/ 33 w 3"/>
                <a:gd name="T1" fmla="*/ 110 h 3"/>
                <a:gd name="T2" fmla="*/ 0 w 3"/>
                <a:gd name="T3" fmla="*/ 33 h 3"/>
                <a:gd name="T4" fmla="*/ 77 w 3"/>
                <a:gd name="T5" fmla="*/ 0 h 3"/>
                <a:gd name="T6" fmla="*/ 110 w 3"/>
                <a:gd name="T7" fmla="*/ 77 h 3"/>
                <a:gd name="T8" fmla="*/ 33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483">
              <a:extLst>
                <a:ext uri="{FF2B5EF4-FFF2-40B4-BE49-F238E27FC236}">
                  <a16:creationId xmlns:a16="http://schemas.microsoft.com/office/drawing/2014/main" id="{60AF5B11-ABCD-41DC-9EF4-C446B247B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010"/>
              <a:ext cx="10" cy="14"/>
            </a:xfrm>
            <a:custGeom>
              <a:avLst/>
              <a:gdLst>
                <a:gd name="T0" fmla="*/ 33 w 3"/>
                <a:gd name="T1" fmla="*/ 172 h 4"/>
                <a:gd name="T2" fmla="*/ 0 w 3"/>
                <a:gd name="T3" fmla="*/ 88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484">
              <a:extLst>
                <a:ext uri="{FF2B5EF4-FFF2-40B4-BE49-F238E27FC236}">
                  <a16:creationId xmlns:a16="http://schemas.microsoft.com/office/drawing/2014/main" id="{EB227B6C-7412-40FA-9C38-68347C023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992"/>
              <a:ext cx="14" cy="15"/>
            </a:xfrm>
            <a:custGeom>
              <a:avLst/>
              <a:gdLst>
                <a:gd name="T0" fmla="*/ 49 w 4"/>
                <a:gd name="T1" fmla="*/ 154 h 4"/>
                <a:gd name="T2" fmla="*/ 49 w 4"/>
                <a:gd name="T3" fmla="*/ 56 h 4"/>
                <a:gd name="T4" fmla="*/ 137 w 4"/>
                <a:gd name="T5" fmla="*/ 0 h 4"/>
                <a:gd name="T6" fmla="*/ 137 w 4"/>
                <a:gd name="T7" fmla="*/ 154 h 4"/>
                <a:gd name="T8" fmla="*/ 49 w 4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485">
              <a:extLst>
                <a:ext uri="{FF2B5EF4-FFF2-40B4-BE49-F238E27FC236}">
                  <a16:creationId xmlns:a16="http://schemas.microsoft.com/office/drawing/2014/main" id="{E2CF5EC6-B647-45DD-A9EA-6AF13C632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985"/>
              <a:ext cx="14" cy="15"/>
            </a:xfrm>
            <a:custGeom>
              <a:avLst/>
              <a:gdLst>
                <a:gd name="T0" fmla="*/ 49 w 4"/>
                <a:gd name="T1" fmla="*/ 154 h 4"/>
                <a:gd name="T2" fmla="*/ 0 w 4"/>
                <a:gd name="T3" fmla="*/ 56 h 4"/>
                <a:gd name="T4" fmla="*/ 88 w 4"/>
                <a:gd name="T5" fmla="*/ 56 h 4"/>
                <a:gd name="T6" fmla="*/ 137 w 4"/>
                <a:gd name="T7" fmla="*/ 154 h 4"/>
                <a:gd name="T8" fmla="*/ 49 w 4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486">
              <a:extLst>
                <a:ext uri="{FF2B5EF4-FFF2-40B4-BE49-F238E27FC236}">
                  <a16:creationId xmlns:a16="http://schemas.microsoft.com/office/drawing/2014/main" id="{842E1885-A352-4D23-A674-B00D34D51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000"/>
              <a:ext cx="10" cy="10"/>
            </a:xfrm>
            <a:custGeom>
              <a:avLst/>
              <a:gdLst>
                <a:gd name="T0" fmla="*/ 33 w 3"/>
                <a:gd name="T1" fmla="*/ 110 h 3"/>
                <a:gd name="T2" fmla="*/ 0 w 3"/>
                <a:gd name="T3" fmla="*/ 33 h 3"/>
                <a:gd name="T4" fmla="*/ 77 w 3"/>
                <a:gd name="T5" fmla="*/ 0 h 3"/>
                <a:gd name="T6" fmla="*/ 110 w 3"/>
                <a:gd name="T7" fmla="*/ 77 h 3"/>
                <a:gd name="T8" fmla="*/ 33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487">
              <a:extLst>
                <a:ext uri="{FF2B5EF4-FFF2-40B4-BE49-F238E27FC236}">
                  <a16:creationId xmlns:a16="http://schemas.microsoft.com/office/drawing/2014/main" id="{6EDE39E0-771B-4358-8B60-8FF2774E6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989"/>
              <a:ext cx="10" cy="14"/>
            </a:xfrm>
            <a:custGeom>
              <a:avLst/>
              <a:gdLst>
                <a:gd name="T0" fmla="*/ 33 w 3"/>
                <a:gd name="T1" fmla="*/ 172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488">
              <a:extLst>
                <a:ext uri="{FF2B5EF4-FFF2-40B4-BE49-F238E27FC236}">
                  <a16:creationId xmlns:a16="http://schemas.microsoft.com/office/drawing/2014/main" id="{E80711EE-E00F-4916-97DA-23B73F0AB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021"/>
              <a:ext cx="3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27 w 1"/>
                <a:gd name="T5" fmla="*/ 49 h 2"/>
                <a:gd name="T6" fmla="*/ 27 w 1"/>
                <a:gd name="T7" fmla="*/ 88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489">
              <a:extLst>
                <a:ext uri="{FF2B5EF4-FFF2-40B4-BE49-F238E27FC236}">
                  <a16:creationId xmlns:a16="http://schemas.microsoft.com/office/drawing/2014/main" id="{D31740EA-5B29-407B-8BAD-31D2100EB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049"/>
              <a:ext cx="7" cy="4"/>
            </a:xfrm>
            <a:custGeom>
              <a:avLst/>
              <a:gdLst>
                <a:gd name="T0" fmla="*/ 49 w 2"/>
                <a:gd name="T1" fmla="*/ 64 h 1"/>
                <a:gd name="T2" fmla="*/ 0 w 2"/>
                <a:gd name="T3" fmla="*/ 0 h 1"/>
                <a:gd name="T4" fmla="*/ 49 w 2"/>
                <a:gd name="T5" fmla="*/ 0 h 1"/>
                <a:gd name="T6" fmla="*/ 88 w 2"/>
                <a:gd name="T7" fmla="*/ 64 h 1"/>
                <a:gd name="T8" fmla="*/ 49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490">
              <a:extLst>
                <a:ext uri="{FF2B5EF4-FFF2-40B4-BE49-F238E27FC236}">
                  <a16:creationId xmlns:a16="http://schemas.microsoft.com/office/drawing/2014/main" id="{008EB275-984E-48B0-BA9C-AB1E4ADA6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071"/>
              <a:ext cx="3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27 w 1"/>
                <a:gd name="T5" fmla="*/ 0 h 2"/>
                <a:gd name="T6" fmla="*/ 27 w 1"/>
                <a:gd name="T7" fmla="*/ 49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491">
              <a:extLst>
                <a:ext uri="{FF2B5EF4-FFF2-40B4-BE49-F238E27FC236}">
                  <a16:creationId xmlns:a16="http://schemas.microsoft.com/office/drawing/2014/main" id="{4A9EB375-5D9D-4044-B1C1-CB1A1B8BF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046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49 w 2"/>
                <a:gd name="T5" fmla="*/ 49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492">
              <a:extLst>
                <a:ext uri="{FF2B5EF4-FFF2-40B4-BE49-F238E27FC236}">
                  <a16:creationId xmlns:a16="http://schemas.microsoft.com/office/drawing/2014/main" id="{94C48406-A39D-4D34-9DE6-023839A0E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028"/>
              <a:ext cx="4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0 h 1"/>
                <a:gd name="T4" fmla="*/ 64 w 1"/>
                <a:gd name="T5" fmla="*/ 0 h 1"/>
                <a:gd name="T6" fmla="*/ 64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9" name="Freeform 493">
              <a:extLst>
                <a:ext uri="{FF2B5EF4-FFF2-40B4-BE49-F238E27FC236}">
                  <a16:creationId xmlns:a16="http://schemas.microsoft.com/office/drawing/2014/main" id="{2B856288-9CC0-4A50-8281-EF761008E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049"/>
              <a:ext cx="4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0 h 1"/>
                <a:gd name="T4" fmla="*/ 64 w 1"/>
                <a:gd name="T5" fmla="*/ 0 h 1"/>
                <a:gd name="T6" fmla="*/ 64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0" name="Freeform 494">
              <a:extLst>
                <a:ext uri="{FF2B5EF4-FFF2-40B4-BE49-F238E27FC236}">
                  <a16:creationId xmlns:a16="http://schemas.microsoft.com/office/drawing/2014/main" id="{D4BA633C-BEDB-49E9-ADAE-E04FD825E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035"/>
              <a:ext cx="4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0 h 1"/>
                <a:gd name="T4" fmla="*/ 64 w 1"/>
                <a:gd name="T5" fmla="*/ 0 h 1"/>
                <a:gd name="T6" fmla="*/ 64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1" name="Freeform 495">
              <a:extLst>
                <a:ext uri="{FF2B5EF4-FFF2-40B4-BE49-F238E27FC236}">
                  <a16:creationId xmlns:a16="http://schemas.microsoft.com/office/drawing/2014/main" id="{6517C416-2DA0-4871-AC0C-A11CB332B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003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27 w 2"/>
                <a:gd name="T3" fmla="*/ 49 h 2"/>
                <a:gd name="T4" fmla="*/ 27 w 2"/>
                <a:gd name="T5" fmla="*/ 49 h 2"/>
                <a:gd name="T6" fmla="*/ 54 w 2"/>
                <a:gd name="T7" fmla="*/ 88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2" name="Freeform 496">
              <a:extLst>
                <a:ext uri="{FF2B5EF4-FFF2-40B4-BE49-F238E27FC236}">
                  <a16:creationId xmlns:a16="http://schemas.microsoft.com/office/drawing/2014/main" id="{AC178E31-DE76-4FA1-92CD-56075C1C6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021"/>
              <a:ext cx="7" cy="3"/>
            </a:xfrm>
            <a:custGeom>
              <a:avLst/>
              <a:gdLst>
                <a:gd name="T0" fmla="*/ 49 w 2"/>
                <a:gd name="T1" fmla="*/ 27 h 1"/>
                <a:gd name="T2" fmla="*/ 0 w 2"/>
                <a:gd name="T3" fmla="*/ 0 h 1"/>
                <a:gd name="T4" fmla="*/ 49 w 2"/>
                <a:gd name="T5" fmla="*/ 0 h 1"/>
                <a:gd name="T6" fmla="*/ 88 w 2"/>
                <a:gd name="T7" fmla="*/ 27 h 1"/>
                <a:gd name="T8" fmla="*/ 49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3" name="Freeform 497">
              <a:extLst>
                <a:ext uri="{FF2B5EF4-FFF2-40B4-BE49-F238E27FC236}">
                  <a16:creationId xmlns:a16="http://schemas.microsoft.com/office/drawing/2014/main" id="{B1F6647E-DD39-4502-AE18-96CDD17CE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985"/>
              <a:ext cx="4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0 h 1"/>
                <a:gd name="T4" fmla="*/ 64 w 1"/>
                <a:gd name="T5" fmla="*/ 0 h 1"/>
                <a:gd name="T6" fmla="*/ 64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4" name="Freeform 498">
              <a:extLst>
                <a:ext uri="{FF2B5EF4-FFF2-40B4-BE49-F238E27FC236}">
                  <a16:creationId xmlns:a16="http://schemas.microsoft.com/office/drawing/2014/main" id="{8141A367-3EB3-4D18-8D70-CDA8662B4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971"/>
              <a:ext cx="3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5" name="Freeform 499">
              <a:extLst>
                <a:ext uri="{FF2B5EF4-FFF2-40B4-BE49-F238E27FC236}">
                  <a16:creationId xmlns:a16="http://schemas.microsoft.com/office/drawing/2014/main" id="{C6451F21-D562-41FA-A6CD-A22D7D5E6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049"/>
              <a:ext cx="3" cy="8"/>
            </a:xfrm>
            <a:custGeom>
              <a:avLst/>
              <a:gdLst>
                <a:gd name="T0" fmla="*/ 0 w 1"/>
                <a:gd name="T1" fmla="*/ 128 h 2"/>
                <a:gd name="T2" fmla="*/ 0 w 1"/>
                <a:gd name="T3" fmla="*/ 64 h 2"/>
                <a:gd name="T4" fmla="*/ 27 w 1"/>
                <a:gd name="T5" fmla="*/ 0 h 2"/>
                <a:gd name="T6" fmla="*/ 27 w 1"/>
                <a:gd name="T7" fmla="*/ 64 h 2"/>
                <a:gd name="T8" fmla="*/ 0 w 1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6" name="Freeform 500">
              <a:extLst>
                <a:ext uri="{FF2B5EF4-FFF2-40B4-BE49-F238E27FC236}">
                  <a16:creationId xmlns:a16="http://schemas.microsoft.com/office/drawing/2014/main" id="{44E6A78C-5E9B-471C-A4C0-34D4084A4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003"/>
              <a:ext cx="3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27 w 1"/>
                <a:gd name="T5" fmla="*/ 49 h 2"/>
                <a:gd name="T6" fmla="*/ 27 w 1"/>
                <a:gd name="T7" fmla="*/ 49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7" name="Freeform 501">
              <a:extLst>
                <a:ext uri="{FF2B5EF4-FFF2-40B4-BE49-F238E27FC236}">
                  <a16:creationId xmlns:a16="http://schemas.microsoft.com/office/drawing/2014/main" id="{90A1A60C-78CE-4141-9696-3795C263E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978"/>
              <a:ext cx="7" cy="4"/>
            </a:xfrm>
            <a:custGeom>
              <a:avLst/>
              <a:gdLst>
                <a:gd name="T0" fmla="*/ 49 w 2"/>
                <a:gd name="T1" fmla="*/ 64 h 1"/>
                <a:gd name="T2" fmla="*/ 0 w 2"/>
                <a:gd name="T3" fmla="*/ 0 h 1"/>
                <a:gd name="T4" fmla="*/ 49 w 2"/>
                <a:gd name="T5" fmla="*/ 0 h 1"/>
                <a:gd name="T6" fmla="*/ 88 w 2"/>
                <a:gd name="T7" fmla="*/ 64 h 1"/>
                <a:gd name="T8" fmla="*/ 49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8" name="Freeform 502">
              <a:extLst>
                <a:ext uri="{FF2B5EF4-FFF2-40B4-BE49-F238E27FC236}">
                  <a16:creationId xmlns:a16="http://schemas.microsoft.com/office/drawing/2014/main" id="{24420620-5614-42D3-9DD9-E2F48A061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971"/>
              <a:ext cx="6" cy="4"/>
            </a:xfrm>
            <a:custGeom>
              <a:avLst/>
              <a:gdLst>
                <a:gd name="T0" fmla="*/ 27 w 2"/>
                <a:gd name="T1" fmla="*/ 64 h 1"/>
                <a:gd name="T2" fmla="*/ 27 w 2"/>
                <a:gd name="T3" fmla="*/ 0 h 1"/>
                <a:gd name="T4" fmla="*/ 54 w 2"/>
                <a:gd name="T5" fmla="*/ 0 h 1"/>
                <a:gd name="T6" fmla="*/ 54 w 2"/>
                <a:gd name="T7" fmla="*/ 64 h 1"/>
                <a:gd name="T8" fmla="*/ 27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9" name="Freeform 503">
              <a:extLst>
                <a:ext uri="{FF2B5EF4-FFF2-40B4-BE49-F238E27FC236}">
                  <a16:creationId xmlns:a16="http://schemas.microsoft.com/office/drawing/2014/main" id="{FAE3E497-40AC-46E1-8734-0916966C4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953"/>
              <a:ext cx="4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64 w 1"/>
                <a:gd name="T5" fmla="*/ 0 h 2"/>
                <a:gd name="T6" fmla="*/ 64 w 1"/>
                <a:gd name="T7" fmla="*/ 49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0" name="Freeform 504">
              <a:extLst>
                <a:ext uri="{FF2B5EF4-FFF2-40B4-BE49-F238E27FC236}">
                  <a16:creationId xmlns:a16="http://schemas.microsoft.com/office/drawing/2014/main" id="{6CD139B3-D6E9-4D3F-9E78-72C18B0C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950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27 w 2"/>
                <a:gd name="T3" fmla="*/ 49 h 2"/>
                <a:gd name="T4" fmla="*/ 54 w 2"/>
                <a:gd name="T5" fmla="*/ 49 h 2"/>
                <a:gd name="T6" fmla="*/ 54 w 2"/>
                <a:gd name="T7" fmla="*/ 88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1" name="Freeform 505">
              <a:extLst>
                <a:ext uri="{FF2B5EF4-FFF2-40B4-BE49-F238E27FC236}">
                  <a16:creationId xmlns:a16="http://schemas.microsoft.com/office/drawing/2014/main" id="{66AABD0C-9684-4C7A-942C-45BBB7AF7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957"/>
              <a:ext cx="3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27 w 1"/>
                <a:gd name="T5" fmla="*/ 49 h 2"/>
                <a:gd name="T6" fmla="*/ 27 w 1"/>
                <a:gd name="T7" fmla="*/ 88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2" name="Freeform 506">
              <a:extLst>
                <a:ext uri="{FF2B5EF4-FFF2-40B4-BE49-F238E27FC236}">
                  <a16:creationId xmlns:a16="http://schemas.microsoft.com/office/drawing/2014/main" id="{95871C90-67DF-4C5C-9C4B-F7196E673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942"/>
              <a:ext cx="6" cy="8"/>
            </a:xfrm>
            <a:custGeom>
              <a:avLst/>
              <a:gdLst>
                <a:gd name="T0" fmla="*/ 27 w 2"/>
                <a:gd name="T1" fmla="*/ 128 h 2"/>
                <a:gd name="T2" fmla="*/ 27 w 2"/>
                <a:gd name="T3" fmla="*/ 64 h 2"/>
                <a:gd name="T4" fmla="*/ 54 w 2"/>
                <a:gd name="T5" fmla="*/ 0 h 2"/>
                <a:gd name="T6" fmla="*/ 54 w 2"/>
                <a:gd name="T7" fmla="*/ 64 h 2"/>
                <a:gd name="T8" fmla="*/ 27 w 2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3" name="Freeform 507">
              <a:extLst>
                <a:ext uri="{FF2B5EF4-FFF2-40B4-BE49-F238E27FC236}">
                  <a16:creationId xmlns:a16="http://schemas.microsoft.com/office/drawing/2014/main" id="{BC15E51C-03A0-4D0D-8082-E102B1439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960"/>
              <a:ext cx="3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4" name="Freeform 508">
              <a:extLst>
                <a:ext uri="{FF2B5EF4-FFF2-40B4-BE49-F238E27FC236}">
                  <a16:creationId xmlns:a16="http://schemas.microsoft.com/office/drawing/2014/main" id="{B6FF28C4-0072-4FAB-B165-00B128C9D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942"/>
              <a:ext cx="7" cy="8"/>
            </a:xfrm>
            <a:custGeom>
              <a:avLst/>
              <a:gdLst>
                <a:gd name="T0" fmla="*/ 49 w 2"/>
                <a:gd name="T1" fmla="*/ 128 h 2"/>
                <a:gd name="T2" fmla="*/ 0 w 2"/>
                <a:gd name="T3" fmla="*/ 64 h 2"/>
                <a:gd name="T4" fmla="*/ 49 w 2"/>
                <a:gd name="T5" fmla="*/ 64 h 2"/>
                <a:gd name="T6" fmla="*/ 88 w 2"/>
                <a:gd name="T7" fmla="*/ 128 h 2"/>
                <a:gd name="T8" fmla="*/ 49 w 2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5" name="Freeform 509">
              <a:extLst>
                <a:ext uri="{FF2B5EF4-FFF2-40B4-BE49-F238E27FC236}">
                  <a16:creationId xmlns:a16="http://schemas.microsoft.com/office/drawing/2014/main" id="{94AC58B7-EFA4-42D4-A5E6-1BA0EC341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925"/>
              <a:ext cx="4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64 w 1"/>
                <a:gd name="T5" fmla="*/ 0 h 2"/>
                <a:gd name="T6" fmla="*/ 64 w 1"/>
                <a:gd name="T7" fmla="*/ 49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6" name="Freeform 510">
              <a:extLst>
                <a:ext uri="{FF2B5EF4-FFF2-40B4-BE49-F238E27FC236}">
                  <a16:creationId xmlns:a16="http://schemas.microsoft.com/office/drawing/2014/main" id="{101DA111-B59C-4CAF-BC68-9C7586938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960"/>
              <a:ext cx="3" cy="7"/>
            </a:xfrm>
            <a:custGeom>
              <a:avLst/>
              <a:gdLst>
                <a:gd name="T0" fmla="*/ 0 w 1"/>
                <a:gd name="T1" fmla="*/ 49 h 2"/>
                <a:gd name="T2" fmla="*/ 0 w 1"/>
                <a:gd name="T3" fmla="*/ 0 h 2"/>
                <a:gd name="T4" fmla="*/ 27 w 1"/>
                <a:gd name="T5" fmla="*/ 0 h 2"/>
                <a:gd name="T6" fmla="*/ 27 w 1"/>
                <a:gd name="T7" fmla="*/ 49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7" name="Freeform 511">
              <a:extLst>
                <a:ext uri="{FF2B5EF4-FFF2-40B4-BE49-F238E27FC236}">
                  <a16:creationId xmlns:a16="http://schemas.microsoft.com/office/drawing/2014/main" id="{F5971943-B60C-482B-AA26-1408DD6E7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939"/>
              <a:ext cx="3" cy="7"/>
            </a:xfrm>
            <a:custGeom>
              <a:avLst/>
              <a:gdLst>
                <a:gd name="T0" fmla="*/ 0 w 1"/>
                <a:gd name="T1" fmla="*/ 49 h 2"/>
                <a:gd name="T2" fmla="*/ 0 w 1"/>
                <a:gd name="T3" fmla="*/ 0 h 2"/>
                <a:gd name="T4" fmla="*/ 27 w 1"/>
                <a:gd name="T5" fmla="*/ 0 h 2"/>
                <a:gd name="T6" fmla="*/ 27 w 1"/>
                <a:gd name="T7" fmla="*/ 49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8" name="Freeform 512">
              <a:extLst>
                <a:ext uri="{FF2B5EF4-FFF2-40B4-BE49-F238E27FC236}">
                  <a16:creationId xmlns:a16="http://schemas.microsoft.com/office/drawing/2014/main" id="{BF7F8906-3F2E-45D8-9FEA-2E61A8C68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964"/>
              <a:ext cx="4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64 w 1"/>
                <a:gd name="T5" fmla="*/ 49 h 2"/>
                <a:gd name="T6" fmla="*/ 64 w 1"/>
                <a:gd name="T7" fmla="*/ 88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9" name="Freeform 513">
              <a:extLst>
                <a:ext uri="{FF2B5EF4-FFF2-40B4-BE49-F238E27FC236}">
                  <a16:creationId xmlns:a16="http://schemas.microsoft.com/office/drawing/2014/main" id="{657E2BD1-F1C8-4915-B9BE-9A804B3B5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992"/>
              <a:ext cx="3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0" name="Freeform 514">
              <a:extLst>
                <a:ext uri="{FF2B5EF4-FFF2-40B4-BE49-F238E27FC236}">
                  <a16:creationId xmlns:a16="http://schemas.microsoft.com/office/drawing/2014/main" id="{F7FCA216-F6B4-4E5C-B334-945E17B46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989"/>
              <a:ext cx="6" cy="3"/>
            </a:xfrm>
            <a:custGeom>
              <a:avLst/>
              <a:gdLst>
                <a:gd name="T0" fmla="*/ 27 w 2"/>
                <a:gd name="T1" fmla="*/ 27 h 1"/>
                <a:gd name="T2" fmla="*/ 27 w 2"/>
                <a:gd name="T3" fmla="*/ 0 h 1"/>
                <a:gd name="T4" fmla="*/ 54 w 2"/>
                <a:gd name="T5" fmla="*/ 0 h 1"/>
                <a:gd name="T6" fmla="*/ 54 w 2"/>
                <a:gd name="T7" fmla="*/ 27 h 1"/>
                <a:gd name="T8" fmla="*/ 27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1" name="Freeform 515">
              <a:extLst>
                <a:ext uri="{FF2B5EF4-FFF2-40B4-BE49-F238E27FC236}">
                  <a16:creationId xmlns:a16="http://schemas.microsoft.com/office/drawing/2014/main" id="{3E0FADAA-C420-474B-BDA2-6B6A0FDD5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982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2" name="Freeform 516">
              <a:extLst>
                <a:ext uri="{FF2B5EF4-FFF2-40B4-BE49-F238E27FC236}">
                  <a16:creationId xmlns:a16="http://schemas.microsoft.com/office/drawing/2014/main" id="{3C54114B-2ED1-4F48-B14C-B903D4328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971"/>
              <a:ext cx="4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64 w 1"/>
                <a:gd name="T5" fmla="*/ 0 h 2"/>
                <a:gd name="T6" fmla="*/ 64 w 1"/>
                <a:gd name="T7" fmla="*/ 49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3" name="Freeform 517">
              <a:extLst>
                <a:ext uri="{FF2B5EF4-FFF2-40B4-BE49-F238E27FC236}">
                  <a16:creationId xmlns:a16="http://schemas.microsoft.com/office/drawing/2014/main" id="{4F34DC89-8238-4D17-9837-0940FED35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010"/>
              <a:ext cx="6" cy="4"/>
            </a:xfrm>
            <a:custGeom>
              <a:avLst/>
              <a:gdLst>
                <a:gd name="T0" fmla="*/ 27 w 2"/>
                <a:gd name="T1" fmla="*/ 64 h 1"/>
                <a:gd name="T2" fmla="*/ 27 w 2"/>
                <a:gd name="T3" fmla="*/ 0 h 1"/>
                <a:gd name="T4" fmla="*/ 27 w 2"/>
                <a:gd name="T5" fmla="*/ 0 h 1"/>
                <a:gd name="T6" fmla="*/ 54 w 2"/>
                <a:gd name="T7" fmla="*/ 64 h 1"/>
                <a:gd name="T8" fmla="*/ 27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4" name="Freeform 518">
              <a:extLst>
                <a:ext uri="{FF2B5EF4-FFF2-40B4-BE49-F238E27FC236}">
                  <a16:creationId xmlns:a16="http://schemas.microsoft.com/office/drawing/2014/main" id="{FD7E578D-B97E-42BD-B542-A5E7831E4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996"/>
              <a:ext cx="6" cy="7"/>
            </a:xfrm>
            <a:custGeom>
              <a:avLst/>
              <a:gdLst>
                <a:gd name="T0" fmla="*/ 0 w 2"/>
                <a:gd name="T1" fmla="*/ 88 h 2"/>
                <a:gd name="T2" fmla="*/ 0 w 2"/>
                <a:gd name="T3" fmla="*/ 49 h 2"/>
                <a:gd name="T4" fmla="*/ 27 w 2"/>
                <a:gd name="T5" fmla="*/ 0 h 2"/>
                <a:gd name="T6" fmla="*/ 27 w 2"/>
                <a:gd name="T7" fmla="*/ 49 h 2"/>
                <a:gd name="T8" fmla="*/ 0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5" name="Freeform 519">
              <a:extLst>
                <a:ext uri="{FF2B5EF4-FFF2-40B4-BE49-F238E27FC236}">
                  <a16:creationId xmlns:a16="http://schemas.microsoft.com/office/drawing/2014/main" id="{E5AF6031-290C-4AD4-99D4-2F8A5A95C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978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33 w 3"/>
                <a:gd name="T3" fmla="*/ 49 h 2"/>
                <a:gd name="T4" fmla="*/ 77 w 3"/>
                <a:gd name="T5" fmla="*/ 0 h 2"/>
                <a:gd name="T6" fmla="*/ 110 w 3"/>
                <a:gd name="T7" fmla="*/ 88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6" name="Freeform 520">
              <a:extLst>
                <a:ext uri="{FF2B5EF4-FFF2-40B4-BE49-F238E27FC236}">
                  <a16:creationId xmlns:a16="http://schemas.microsoft.com/office/drawing/2014/main" id="{92C2B111-B0CC-4CA1-B844-A0895C7DA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975"/>
              <a:ext cx="10" cy="10"/>
            </a:xfrm>
            <a:custGeom>
              <a:avLst/>
              <a:gdLst>
                <a:gd name="T0" fmla="*/ 33 w 3"/>
                <a:gd name="T1" fmla="*/ 110 h 3"/>
                <a:gd name="T2" fmla="*/ 33 w 3"/>
                <a:gd name="T3" fmla="*/ 33 h 3"/>
                <a:gd name="T4" fmla="*/ 77 w 3"/>
                <a:gd name="T5" fmla="*/ 33 h 3"/>
                <a:gd name="T6" fmla="*/ 110 w 3"/>
                <a:gd name="T7" fmla="*/ 77 h 3"/>
                <a:gd name="T8" fmla="*/ 33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7" name="Freeform 521">
              <a:extLst>
                <a:ext uri="{FF2B5EF4-FFF2-40B4-BE49-F238E27FC236}">
                  <a16:creationId xmlns:a16="http://schemas.microsoft.com/office/drawing/2014/main" id="{A594E3CA-0D50-42B6-92AB-78D870FBF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989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55 h 3"/>
                <a:gd name="T6" fmla="*/ 77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8" name="Freeform 522">
              <a:extLst>
                <a:ext uri="{FF2B5EF4-FFF2-40B4-BE49-F238E27FC236}">
                  <a16:creationId xmlns:a16="http://schemas.microsoft.com/office/drawing/2014/main" id="{7332CA1A-B57E-460D-8308-4201947D4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003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33 w 3"/>
                <a:gd name="T3" fmla="*/ 0 h 2"/>
                <a:gd name="T4" fmla="*/ 77 w 3"/>
                <a:gd name="T5" fmla="*/ 0 h 2"/>
                <a:gd name="T6" fmla="*/ 110 w 3"/>
                <a:gd name="T7" fmla="*/ 49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9" name="Freeform 523">
              <a:extLst>
                <a:ext uri="{FF2B5EF4-FFF2-40B4-BE49-F238E27FC236}">
                  <a16:creationId xmlns:a16="http://schemas.microsoft.com/office/drawing/2014/main" id="{3F956B63-61C9-416C-AE53-C56AE3508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007"/>
              <a:ext cx="10" cy="10"/>
            </a:xfrm>
            <a:custGeom>
              <a:avLst/>
              <a:gdLst>
                <a:gd name="T0" fmla="*/ 33 w 3"/>
                <a:gd name="T1" fmla="*/ 110 h 3"/>
                <a:gd name="T2" fmla="*/ 0 w 3"/>
                <a:gd name="T3" fmla="*/ 33 h 3"/>
                <a:gd name="T4" fmla="*/ 77 w 3"/>
                <a:gd name="T5" fmla="*/ 33 h 3"/>
                <a:gd name="T6" fmla="*/ 77 w 3"/>
                <a:gd name="T7" fmla="*/ 77 h 3"/>
                <a:gd name="T8" fmla="*/ 33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0" name="Freeform 524">
              <a:extLst>
                <a:ext uri="{FF2B5EF4-FFF2-40B4-BE49-F238E27FC236}">
                  <a16:creationId xmlns:a16="http://schemas.microsoft.com/office/drawing/2014/main" id="{70085296-FC1F-4429-AF42-8EBA4CFF5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992"/>
              <a:ext cx="6" cy="11"/>
            </a:xfrm>
            <a:custGeom>
              <a:avLst/>
              <a:gdLst>
                <a:gd name="T0" fmla="*/ 0 w 2"/>
                <a:gd name="T1" fmla="*/ 147 h 3"/>
                <a:gd name="T2" fmla="*/ 0 w 2"/>
                <a:gd name="T3" fmla="*/ 55 h 3"/>
                <a:gd name="T4" fmla="*/ 27 w 2"/>
                <a:gd name="T5" fmla="*/ 0 h 3"/>
                <a:gd name="T6" fmla="*/ 54 w 2"/>
                <a:gd name="T7" fmla="*/ 95 h 3"/>
                <a:gd name="T8" fmla="*/ 0 w 2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1" name="Freeform 525">
              <a:extLst>
                <a:ext uri="{FF2B5EF4-FFF2-40B4-BE49-F238E27FC236}">
                  <a16:creationId xmlns:a16="http://schemas.microsoft.com/office/drawing/2014/main" id="{8C5D5999-B9C1-4E65-AA2C-A461C361D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982"/>
              <a:ext cx="11" cy="7"/>
            </a:xfrm>
            <a:custGeom>
              <a:avLst/>
              <a:gdLst>
                <a:gd name="T0" fmla="*/ 55 w 3"/>
                <a:gd name="T1" fmla="*/ 88 h 2"/>
                <a:gd name="T2" fmla="*/ 0 w 3"/>
                <a:gd name="T3" fmla="*/ 0 h 2"/>
                <a:gd name="T4" fmla="*/ 95 w 3"/>
                <a:gd name="T5" fmla="*/ 0 h 2"/>
                <a:gd name="T6" fmla="*/ 95 w 3"/>
                <a:gd name="T7" fmla="*/ 49 h 2"/>
                <a:gd name="T8" fmla="*/ 55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2" name="Freeform 526">
              <a:extLst>
                <a:ext uri="{FF2B5EF4-FFF2-40B4-BE49-F238E27FC236}">
                  <a16:creationId xmlns:a16="http://schemas.microsoft.com/office/drawing/2014/main" id="{3502A1F7-C4C5-4E08-B16E-CD118C1C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982"/>
              <a:ext cx="7" cy="7"/>
            </a:xfrm>
            <a:custGeom>
              <a:avLst/>
              <a:gdLst>
                <a:gd name="T0" fmla="*/ 0 w 2"/>
                <a:gd name="T1" fmla="*/ 88 h 2"/>
                <a:gd name="T2" fmla="*/ 0 w 2"/>
                <a:gd name="T3" fmla="*/ 49 h 2"/>
                <a:gd name="T4" fmla="*/ 88 w 2"/>
                <a:gd name="T5" fmla="*/ 0 h 2"/>
                <a:gd name="T6" fmla="*/ 88 w 2"/>
                <a:gd name="T7" fmla="*/ 88 h 2"/>
                <a:gd name="T8" fmla="*/ 0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3" name="Freeform 527">
              <a:extLst>
                <a:ext uri="{FF2B5EF4-FFF2-40B4-BE49-F238E27FC236}">
                  <a16:creationId xmlns:a16="http://schemas.microsoft.com/office/drawing/2014/main" id="{7D3C24E6-02F1-482E-887B-18B3AF4DB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017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55 h 3"/>
                <a:gd name="T6" fmla="*/ 77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4" name="Freeform 528">
              <a:extLst>
                <a:ext uri="{FF2B5EF4-FFF2-40B4-BE49-F238E27FC236}">
                  <a16:creationId xmlns:a16="http://schemas.microsoft.com/office/drawing/2014/main" id="{96A884BA-E209-4EB9-9152-82ED46AB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964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0 w 3"/>
                <a:gd name="T3" fmla="*/ 0 h 2"/>
                <a:gd name="T4" fmla="*/ 77 w 3"/>
                <a:gd name="T5" fmla="*/ 0 h 2"/>
                <a:gd name="T6" fmla="*/ 77 w 3"/>
                <a:gd name="T7" fmla="*/ 49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5" name="Freeform 529">
              <a:extLst>
                <a:ext uri="{FF2B5EF4-FFF2-40B4-BE49-F238E27FC236}">
                  <a16:creationId xmlns:a16="http://schemas.microsoft.com/office/drawing/2014/main" id="{8B41AD26-60D8-494A-97D6-F55F0A902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950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0 w 3"/>
                <a:gd name="T3" fmla="*/ 49 h 2"/>
                <a:gd name="T4" fmla="*/ 77 w 3"/>
                <a:gd name="T5" fmla="*/ 0 h 2"/>
                <a:gd name="T6" fmla="*/ 77 w 3"/>
                <a:gd name="T7" fmla="*/ 88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6" name="Freeform 530">
              <a:extLst>
                <a:ext uri="{FF2B5EF4-FFF2-40B4-BE49-F238E27FC236}">
                  <a16:creationId xmlns:a16="http://schemas.microsoft.com/office/drawing/2014/main" id="{4A97C793-FD6F-4244-93BC-F4AE7B5E4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946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33 w 3"/>
                <a:gd name="T3" fmla="*/ 55 h 3"/>
                <a:gd name="T4" fmla="*/ 77 w 3"/>
                <a:gd name="T5" fmla="*/ 55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7" name="Freeform 531">
              <a:extLst>
                <a:ext uri="{FF2B5EF4-FFF2-40B4-BE49-F238E27FC236}">
                  <a16:creationId xmlns:a16="http://schemas.microsoft.com/office/drawing/2014/main" id="{4B557F8A-126B-44C0-B629-FAED6776B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996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33 w 3"/>
                <a:gd name="T3" fmla="*/ 0 h 2"/>
                <a:gd name="T4" fmla="*/ 77 w 3"/>
                <a:gd name="T5" fmla="*/ 0 h 2"/>
                <a:gd name="T6" fmla="*/ 110 w 3"/>
                <a:gd name="T7" fmla="*/ 49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8" name="Freeform 532">
              <a:extLst>
                <a:ext uri="{FF2B5EF4-FFF2-40B4-BE49-F238E27FC236}">
                  <a16:creationId xmlns:a16="http://schemas.microsoft.com/office/drawing/2014/main" id="{F5F8259C-4476-4262-9EC6-7A1D1F6A3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021"/>
              <a:ext cx="10" cy="11"/>
            </a:xfrm>
            <a:custGeom>
              <a:avLst/>
              <a:gdLst>
                <a:gd name="T0" fmla="*/ 33 w 3"/>
                <a:gd name="T1" fmla="*/ 95 h 3"/>
                <a:gd name="T2" fmla="*/ 0 w 3"/>
                <a:gd name="T3" fmla="*/ 55 h 3"/>
                <a:gd name="T4" fmla="*/ 77 w 3"/>
                <a:gd name="T5" fmla="*/ 0 h 3"/>
                <a:gd name="T6" fmla="*/ 77 w 3"/>
                <a:gd name="T7" fmla="*/ 95 h 3"/>
                <a:gd name="T8" fmla="*/ 33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9" name="Freeform 533">
              <a:extLst>
                <a:ext uri="{FF2B5EF4-FFF2-40B4-BE49-F238E27FC236}">
                  <a16:creationId xmlns:a16="http://schemas.microsoft.com/office/drawing/2014/main" id="{637D7752-03DE-4871-99F5-8364593FF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946"/>
              <a:ext cx="10" cy="11"/>
            </a:xfrm>
            <a:custGeom>
              <a:avLst/>
              <a:gdLst>
                <a:gd name="T0" fmla="*/ 33 w 3"/>
                <a:gd name="T1" fmla="*/ 95 h 3"/>
                <a:gd name="T2" fmla="*/ 33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0" name="Freeform 534">
              <a:extLst>
                <a:ext uri="{FF2B5EF4-FFF2-40B4-BE49-F238E27FC236}">
                  <a16:creationId xmlns:a16="http://schemas.microsoft.com/office/drawing/2014/main" id="{3119532E-4E52-411C-93F5-1932EF2F3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960"/>
              <a:ext cx="10" cy="11"/>
            </a:xfrm>
            <a:custGeom>
              <a:avLst/>
              <a:gdLst>
                <a:gd name="T0" fmla="*/ 33 w 3"/>
                <a:gd name="T1" fmla="*/ 95 h 3"/>
                <a:gd name="T2" fmla="*/ 0 w 3"/>
                <a:gd name="T3" fmla="*/ 55 h 3"/>
                <a:gd name="T4" fmla="*/ 77 w 3"/>
                <a:gd name="T5" fmla="*/ 0 h 3"/>
                <a:gd name="T6" fmla="*/ 77 w 3"/>
                <a:gd name="T7" fmla="*/ 95 h 3"/>
                <a:gd name="T8" fmla="*/ 33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1" name="Freeform 535">
              <a:extLst>
                <a:ext uri="{FF2B5EF4-FFF2-40B4-BE49-F238E27FC236}">
                  <a16:creationId xmlns:a16="http://schemas.microsoft.com/office/drawing/2014/main" id="{09E861A6-5810-46EA-91FD-A0E621414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964"/>
              <a:ext cx="7" cy="11"/>
            </a:xfrm>
            <a:custGeom>
              <a:avLst/>
              <a:gdLst>
                <a:gd name="T0" fmla="*/ 0 w 2"/>
                <a:gd name="T1" fmla="*/ 95 h 3"/>
                <a:gd name="T2" fmla="*/ 0 w 2"/>
                <a:gd name="T3" fmla="*/ 55 h 3"/>
                <a:gd name="T4" fmla="*/ 49 w 2"/>
                <a:gd name="T5" fmla="*/ 0 h 3"/>
                <a:gd name="T6" fmla="*/ 88 w 2"/>
                <a:gd name="T7" fmla="*/ 95 h 3"/>
                <a:gd name="T8" fmla="*/ 0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2" name="Freeform 536">
              <a:extLst>
                <a:ext uri="{FF2B5EF4-FFF2-40B4-BE49-F238E27FC236}">
                  <a16:creationId xmlns:a16="http://schemas.microsoft.com/office/drawing/2014/main" id="{27465722-AFE5-43A2-B5EF-033B51581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928"/>
              <a:ext cx="10" cy="11"/>
            </a:xfrm>
            <a:custGeom>
              <a:avLst/>
              <a:gdLst>
                <a:gd name="T0" fmla="*/ 33 w 3"/>
                <a:gd name="T1" fmla="*/ 95 h 3"/>
                <a:gd name="T2" fmla="*/ 33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3" name="Freeform 537">
              <a:extLst>
                <a:ext uri="{FF2B5EF4-FFF2-40B4-BE49-F238E27FC236}">
                  <a16:creationId xmlns:a16="http://schemas.microsoft.com/office/drawing/2014/main" id="{B7736056-4556-41AB-88D3-7E8B9EAE5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935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33 w 3"/>
                <a:gd name="T3" fmla="*/ 49 h 2"/>
                <a:gd name="T4" fmla="*/ 77 w 3"/>
                <a:gd name="T5" fmla="*/ 0 h 2"/>
                <a:gd name="T6" fmla="*/ 110 w 3"/>
                <a:gd name="T7" fmla="*/ 88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4" name="Freeform 538">
              <a:extLst>
                <a:ext uri="{FF2B5EF4-FFF2-40B4-BE49-F238E27FC236}">
                  <a16:creationId xmlns:a16="http://schemas.microsoft.com/office/drawing/2014/main" id="{4D40539A-B670-4262-864B-BBCC143CE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274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5" name="Freeform 539">
              <a:extLst>
                <a:ext uri="{FF2B5EF4-FFF2-40B4-BE49-F238E27FC236}">
                  <a16:creationId xmlns:a16="http://schemas.microsoft.com/office/drawing/2014/main" id="{62AF59A1-CFF5-456D-9DF3-EAE271B17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238"/>
              <a:ext cx="10" cy="15"/>
            </a:xfrm>
            <a:custGeom>
              <a:avLst/>
              <a:gdLst>
                <a:gd name="T0" fmla="*/ 33 w 3"/>
                <a:gd name="T1" fmla="*/ 154 h 4"/>
                <a:gd name="T2" fmla="*/ 0 w 3"/>
                <a:gd name="T3" fmla="*/ 56 h 4"/>
                <a:gd name="T4" fmla="*/ 77 w 3"/>
                <a:gd name="T5" fmla="*/ 0 h 4"/>
                <a:gd name="T6" fmla="*/ 110 w 3"/>
                <a:gd name="T7" fmla="*/ 113 h 4"/>
                <a:gd name="T8" fmla="*/ 33 w 3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6" name="Freeform 540">
              <a:extLst>
                <a:ext uri="{FF2B5EF4-FFF2-40B4-BE49-F238E27FC236}">
                  <a16:creationId xmlns:a16="http://schemas.microsoft.com/office/drawing/2014/main" id="{FA0C1DF6-263A-4AD3-8947-934895E14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242"/>
              <a:ext cx="10" cy="14"/>
            </a:xfrm>
            <a:custGeom>
              <a:avLst/>
              <a:gdLst>
                <a:gd name="T0" fmla="*/ 33 w 3"/>
                <a:gd name="T1" fmla="*/ 172 h 4"/>
                <a:gd name="T2" fmla="*/ 0 w 3"/>
                <a:gd name="T3" fmla="*/ 88 h 4"/>
                <a:gd name="T4" fmla="*/ 77 w 3"/>
                <a:gd name="T5" fmla="*/ 0 h 4"/>
                <a:gd name="T6" fmla="*/ 110 w 3"/>
                <a:gd name="T7" fmla="*/ 88 h 4"/>
                <a:gd name="T8" fmla="*/ 33 w 3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7" name="Freeform 541">
              <a:extLst>
                <a:ext uri="{FF2B5EF4-FFF2-40B4-BE49-F238E27FC236}">
                  <a16:creationId xmlns:a16="http://schemas.microsoft.com/office/drawing/2014/main" id="{4A29DF05-ED45-467A-986F-D3D83FEC4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228"/>
              <a:ext cx="14" cy="14"/>
            </a:xfrm>
            <a:custGeom>
              <a:avLst/>
              <a:gdLst>
                <a:gd name="T0" fmla="*/ 88 w 4"/>
                <a:gd name="T1" fmla="*/ 137 h 4"/>
                <a:gd name="T2" fmla="*/ 0 w 4"/>
                <a:gd name="T3" fmla="*/ 49 h 4"/>
                <a:gd name="T4" fmla="*/ 88 w 4"/>
                <a:gd name="T5" fmla="*/ 0 h 4"/>
                <a:gd name="T6" fmla="*/ 137 w 4"/>
                <a:gd name="T7" fmla="*/ 88 h 4"/>
                <a:gd name="T8" fmla="*/ 88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8" name="Freeform 542">
              <a:extLst>
                <a:ext uri="{FF2B5EF4-FFF2-40B4-BE49-F238E27FC236}">
                  <a16:creationId xmlns:a16="http://schemas.microsoft.com/office/drawing/2014/main" id="{E1BF788C-C49F-4B48-AB38-94450624D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221"/>
              <a:ext cx="14" cy="10"/>
            </a:xfrm>
            <a:custGeom>
              <a:avLst/>
              <a:gdLst>
                <a:gd name="T0" fmla="*/ 88 w 4"/>
                <a:gd name="T1" fmla="*/ 110 h 3"/>
                <a:gd name="T2" fmla="*/ 49 w 4"/>
                <a:gd name="T3" fmla="*/ 33 h 3"/>
                <a:gd name="T4" fmla="*/ 137 w 4"/>
                <a:gd name="T5" fmla="*/ 0 h 3"/>
                <a:gd name="T6" fmla="*/ 172 w 4"/>
                <a:gd name="T7" fmla="*/ 77 h 3"/>
                <a:gd name="T8" fmla="*/ 88 w 4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9" name="Freeform 543">
              <a:extLst>
                <a:ext uri="{FF2B5EF4-FFF2-40B4-BE49-F238E27FC236}">
                  <a16:creationId xmlns:a16="http://schemas.microsoft.com/office/drawing/2014/main" id="{02BBD107-1E12-4CC2-8535-9BE0B292A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206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0" name="Freeform 544">
              <a:extLst>
                <a:ext uri="{FF2B5EF4-FFF2-40B4-BE49-F238E27FC236}">
                  <a16:creationId xmlns:a16="http://schemas.microsoft.com/office/drawing/2014/main" id="{0FA120A8-0660-454E-8FA4-91630C78E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199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1" name="Freeform 545">
              <a:extLst>
                <a:ext uri="{FF2B5EF4-FFF2-40B4-BE49-F238E27FC236}">
                  <a16:creationId xmlns:a16="http://schemas.microsoft.com/office/drawing/2014/main" id="{C263D494-AD80-4C5F-9E5B-49D411DF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213"/>
              <a:ext cx="10" cy="15"/>
            </a:xfrm>
            <a:custGeom>
              <a:avLst/>
              <a:gdLst>
                <a:gd name="T0" fmla="*/ 33 w 3"/>
                <a:gd name="T1" fmla="*/ 210 h 4"/>
                <a:gd name="T2" fmla="*/ 0 w 3"/>
                <a:gd name="T3" fmla="*/ 113 h 4"/>
                <a:gd name="T4" fmla="*/ 77 w 3"/>
                <a:gd name="T5" fmla="*/ 56 h 4"/>
                <a:gd name="T6" fmla="*/ 110 w 3"/>
                <a:gd name="T7" fmla="*/ 113 h 4"/>
                <a:gd name="T8" fmla="*/ 33 w 3"/>
                <a:gd name="T9" fmla="*/ 21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2" name="Freeform 546">
              <a:extLst>
                <a:ext uri="{FF2B5EF4-FFF2-40B4-BE49-F238E27FC236}">
                  <a16:creationId xmlns:a16="http://schemas.microsoft.com/office/drawing/2014/main" id="{3DD10F25-DABA-4BE0-B2BD-BCDE3AAF8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217"/>
              <a:ext cx="14" cy="14"/>
            </a:xfrm>
            <a:custGeom>
              <a:avLst/>
              <a:gdLst>
                <a:gd name="T0" fmla="*/ 49 w 4"/>
                <a:gd name="T1" fmla="*/ 137 h 4"/>
                <a:gd name="T2" fmla="*/ 0 w 4"/>
                <a:gd name="T3" fmla="*/ 49 h 4"/>
                <a:gd name="T4" fmla="*/ 88 w 4"/>
                <a:gd name="T5" fmla="*/ 0 h 4"/>
                <a:gd name="T6" fmla="*/ 137 w 4"/>
                <a:gd name="T7" fmla="*/ 88 h 4"/>
                <a:gd name="T8" fmla="*/ 49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3" name="Freeform 547">
              <a:extLst>
                <a:ext uri="{FF2B5EF4-FFF2-40B4-BE49-F238E27FC236}">
                  <a16:creationId xmlns:a16="http://schemas.microsoft.com/office/drawing/2014/main" id="{2D51F655-4C1B-4374-B5A4-933423AD1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210"/>
              <a:ext cx="14" cy="14"/>
            </a:xfrm>
            <a:custGeom>
              <a:avLst/>
              <a:gdLst>
                <a:gd name="T0" fmla="*/ 88 w 4"/>
                <a:gd name="T1" fmla="*/ 172 h 4"/>
                <a:gd name="T2" fmla="*/ 49 w 4"/>
                <a:gd name="T3" fmla="*/ 88 h 4"/>
                <a:gd name="T4" fmla="*/ 88 w 4"/>
                <a:gd name="T5" fmla="*/ 49 h 4"/>
                <a:gd name="T6" fmla="*/ 172 w 4"/>
                <a:gd name="T7" fmla="*/ 137 h 4"/>
                <a:gd name="T8" fmla="*/ 88 w 4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3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4" name="Freeform 548">
              <a:extLst>
                <a:ext uri="{FF2B5EF4-FFF2-40B4-BE49-F238E27FC236}">
                  <a16:creationId xmlns:a16="http://schemas.microsoft.com/office/drawing/2014/main" id="{F420FBC6-F7F8-4785-8234-5DC6F053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188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5" name="Freeform 549">
              <a:extLst>
                <a:ext uri="{FF2B5EF4-FFF2-40B4-BE49-F238E27FC236}">
                  <a16:creationId xmlns:a16="http://schemas.microsoft.com/office/drawing/2014/main" id="{651868F5-3F27-49C3-95B6-8E876A6BD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178"/>
              <a:ext cx="13" cy="10"/>
            </a:xfrm>
            <a:custGeom>
              <a:avLst/>
              <a:gdLst>
                <a:gd name="T0" fmla="*/ 33 w 4"/>
                <a:gd name="T1" fmla="*/ 110 h 3"/>
                <a:gd name="T2" fmla="*/ 0 w 4"/>
                <a:gd name="T3" fmla="*/ 33 h 3"/>
                <a:gd name="T4" fmla="*/ 75 w 4"/>
                <a:gd name="T5" fmla="*/ 0 h 3"/>
                <a:gd name="T6" fmla="*/ 107 w 4"/>
                <a:gd name="T7" fmla="*/ 77 h 3"/>
                <a:gd name="T8" fmla="*/ 33 w 4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6" name="Freeform 550">
              <a:extLst>
                <a:ext uri="{FF2B5EF4-FFF2-40B4-BE49-F238E27FC236}">
                  <a16:creationId xmlns:a16="http://schemas.microsoft.com/office/drawing/2014/main" id="{CAA6A0DF-9F9B-49FC-908C-EE927EEA8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188"/>
              <a:ext cx="10" cy="15"/>
            </a:xfrm>
            <a:custGeom>
              <a:avLst/>
              <a:gdLst>
                <a:gd name="T0" fmla="*/ 33 w 3"/>
                <a:gd name="T1" fmla="*/ 154 h 4"/>
                <a:gd name="T2" fmla="*/ 0 w 3"/>
                <a:gd name="T3" fmla="*/ 113 h 4"/>
                <a:gd name="T4" fmla="*/ 77 w 3"/>
                <a:gd name="T5" fmla="*/ 0 h 4"/>
                <a:gd name="T6" fmla="*/ 110 w 3"/>
                <a:gd name="T7" fmla="*/ 113 h 4"/>
                <a:gd name="T8" fmla="*/ 33 w 3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7" name="Freeform 551">
              <a:extLst>
                <a:ext uri="{FF2B5EF4-FFF2-40B4-BE49-F238E27FC236}">
                  <a16:creationId xmlns:a16="http://schemas.microsoft.com/office/drawing/2014/main" id="{C0ACF878-9D91-4C07-BF60-6CA84F77F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203"/>
              <a:ext cx="10" cy="10"/>
            </a:xfrm>
            <a:custGeom>
              <a:avLst/>
              <a:gdLst>
                <a:gd name="T0" fmla="*/ 33 w 3"/>
                <a:gd name="T1" fmla="*/ 110 h 3"/>
                <a:gd name="T2" fmla="*/ 0 w 3"/>
                <a:gd name="T3" fmla="*/ 33 h 3"/>
                <a:gd name="T4" fmla="*/ 77 w 3"/>
                <a:gd name="T5" fmla="*/ 0 h 3"/>
                <a:gd name="T6" fmla="*/ 110 w 3"/>
                <a:gd name="T7" fmla="*/ 77 h 3"/>
                <a:gd name="T8" fmla="*/ 33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8" name="Freeform 552">
              <a:extLst>
                <a:ext uri="{FF2B5EF4-FFF2-40B4-BE49-F238E27FC236}">
                  <a16:creationId xmlns:a16="http://schemas.microsoft.com/office/drawing/2014/main" id="{D7DFC693-D72F-415C-9DA9-5D4808C41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203"/>
              <a:ext cx="13" cy="10"/>
            </a:xfrm>
            <a:custGeom>
              <a:avLst/>
              <a:gdLst>
                <a:gd name="T0" fmla="*/ 33 w 4"/>
                <a:gd name="T1" fmla="*/ 110 h 3"/>
                <a:gd name="T2" fmla="*/ 0 w 4"/>
                <a:gd name="T3" fmla="*/ 33 h 3"/>
                <a:gd name="T4" fmla="*/ 75 w 4"/>
                <a:gd name="T5" fmla="*/ 0 h 3"/>
                <a:gd name="T6" fmla="*/ 107 w 4"/>
                <a:gd name="T7" fmla="*/ 77 h 3"/>
                <a:gd name="T8" fmla="*/ 33 w 4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9" name="Freeform 553">
              <a:extLst>
                <a:ext uri="{FF2B5EF4-FFF2-40B4-BE49-F238E27FC236}">
                  <a16:creationId xmlns:a16="http://schemas.microsoft.com/office/drawing/2014/main" id="{49EC8B85-991D-418C-9601-5E158D6B3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192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0 h 4"/>
                <a:gd name="T6" fmla="*/ 110 w 3"/>
                <a:gd name="T7" fmla="*/ 88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0" name="Freeform 554">
              <a:extLst>
                <a:ext uri="{FF2B5EF4-FFF2-40B4-BE49-F238E27FC236}">
                  <a16:creationId xmlns:a16="http://schemas.microsoft.com/office/drawing/2014/main" id="{B17F66A7-EB0E-4098-B45F-50DFE18A0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178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88 h 4"/>
                <a:gd name="T4" fmla="*/ 77 w 3"/>
                <a:gd name="T5" fmla="*/ 0 h 4"/>
                <a:gd name="T6" fmla="*/ 110 w 3"/>
                <a:gd name="T7" fmla="*/ 88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1" name="Freeform 555">
              <a:extLst>
                <a:ext uri="{FF2B5EF4-FFF2-40B4-BE49-F238E27FC236}">
                  <a16:creationId xmlns:a16="http://schemas.microsoft.com/office/drawing/2014/main" id="{C9B2591D-3D02-401F-ADEF-81CF47F83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203"/>
              <a:ext cx="13" cy="14"/>
            </a:xfrm>
            <a:custGeom>
              <a:avLst/>
              <a:gdLst>
                <a:gd name="T0" fmla="*/ 75 w 4"/>
                <a:gd name="T1" fmla="*/ 172 h 4"/>
                <a:gd name="T2" fmla="*/ 0 w 4"/>
                <a:gd name="T3" fmla="*/ 88 h 4"/>
                <a:gd name="T4" fmla="*/ 75 w 4"/>
                <a:gd name="T5" fmla="*/ 0 h 4"/>
                <a:gd name="T6" fmla="*/ 107 w 4"/>
                <a:gd name="T7" fmla="*/ 88 h 4"/>
                <a:gd name="T8" fmla="*/ 75 w 4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2"/>
                    <a:pt x="3" y="2"/>
                  </a:cubicBezTo>
                  <a:cubicBezTo>
                    <a:pt x="3" y="3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2" name="Freeform 556">
              <a:extLst>
                <a:ext uri="{FF2B5EF4-FFF2-40B4-BE49-F238E27FC236}">
                  <a16:creationId xmlns:a16="http://schemas.microsoft.com/office/drawing/2014/main" id="{52C9BEE4-A917-4F01-9FE0-D4A17A314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196"/>
              <a:ext cx="10" cy="10"/>
            </a:xfrm>
            <a:custGeom>
              <a:avLst/>
              <a:gdLst>
                <a:gd name="T0" fmla="*/ 33 w 3"/>
                <a:gd name="T1" fmla="*/ 110 h 3"/>
                <a:gd name="T2" fmla="*/ 0 w 3"/>
                <a:gd name="T3" fmla="*/ 33 h 3"/>
                <a:gd name="T4" fmla="*/ 77 w 3"/>
                <a:gd name="T5" fmla="*/ 0 h 3"/>
                <a:gd name="T6" fmla="*/ 110 w 3"/>
                <a:gd name="T7" fmla="*/ 77 h 3"/>
                <a:gd name="T8" fmla="*/ 33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3" name="Freeform 557">
              <a:extLst>
                <a:ext uri="{FF2B5EF4-FFF2-40B4-BE49-F238E27FC236}">
                  <a16:creationId xmlns:a16="http://schemas.microsoft.com/office/drawing/2014/main" id="{AFA39832-2C0E-4E04-8D77-C0BFAEB0E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213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4" name="Freeform 558">
              <a:extLst>
                <a:ext uri="{FF2B5EF4-FFF2-40B4-BE49-F238E27FC236}">
                  <a16:creationId xmlns:a16="http://schemas.microsoft.com/office/drawing/2014/main" id="{8CD81ADB-EB75-4CAB-AEFC-93C244B49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228"/>
              <a:ext cx="10" cy="10"/>
            </a:xfrm>
            <a:custGeom>
              <a:avLst/>
              <a:gdLst>
                <a:gd name="T0" fmla="*/ 33 w 3"/>
                <a:gd name="T1" fmla="*/ 110 h 3"/>
                <a:gd name="T2" fmla="*/ 0 w 3"/>
                <a:gd name="T3" fmla="*/ 33 h 3"/>
                <a:gd name="T4" fmla="*/ 77 w 3"/>
                <a:gd name="T5" fmla="*/ 0 h 3"/>
                <a:gd name="T6" fmla="*/ 110 w 3"/>
                <a:gd name="T7" fmla="*/ 77 h 3"/>
                <a:gd name="T8" fmla="*/ 33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5" name="Freeform 559">
              <a:extLst>
                <a:ext uri="{FF2B5EF4-FFF2-40B4-BE49-F238E27FC236}">
                  <a16:creationId xmlns:a16="http://schemas.microsoft.com/office/drawing/2014/main" id="{676C0CDF-A97F-462C-ABDA-F0034252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245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6" name="Freeform 560">
              <a:extLst>
                <a:ext uri="{FF2B5EF4-FFF2-40B4-BE49-F238E27FC236}">
                  <a16:creationId xmlns:a16="http://schemas.microsoft.com/office/drawing/2014/main" id="{BE0B77C3-583C-434C-8883-923188618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253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0 h 4"/>
                <a:gd name="T6" fmla="*/ 110 w 3"/>
                <a:gd name="T7" fmla="*/ 88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7" name="Freeform 561">
              <a:extLst>
                <a:ext uri="{FF2B5EF4-FFF2-40B4-BE49-F238E27FC236}">
                  <a16:creationId xmlns:a16="http://schemas.microsoft.com/office/drawing/2014/main" id="{FC8F03A7-6C72-4454-B0DC-567CEAA58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281"/>
              <a:ext cx="13" cy="11"/>
            </a:xfrm>
            <a:custGeom>
              <a:avLst/>
              <a:gdLst>
                <a:gd name="T0" fmla="*/ 75 w 4"/>
                <a:gd name="T1" fmla="*/ 147 h 3"/>
                <a:gd name="T2" fmla="*/ 0 w 4"/>
                <a:gd name="T3" fmla="*/ 55 h 3"/>
                <a:gd name="T4" fmla="*/ 75 w 4"/>
                <a:gd name="T5" fmla="*/ 0 h 3"/>
                <a:gd name="T6" fmla="*/ 107 w 4"/>
                <a:gd name="T7" fmla="*/ 95 h 3"/>
                <a:gd name="T8" fmla="*/ 75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8" name="Freeform 562">
              <a:extLst>
                <a:ext uri="{FF2B5EF4-FFF2-40B4-BE49-F238E27FC236}">
                  <a16:creationId xmlns:a16="http://schemas.microsoft.com/office/drawing/2014/main" id="{ABA8C219-3FD7-4ECE-8CE5-32E508001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256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9" name="Freeform 563">
              <a:extLst>
                <a:ext uri="{FF2B5EF4-FFF2-40B4-BE49-F238E27FC236}">
                  <a16:creationId xmlns:a16="http://schemas.microsoft.com/office/drawing/2014/main" id="{0BFFCB45-1B96-46A5-B4C6-529A21359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260"/>
              <a:ext cx="14" cy="14"/>
            </a:xfrm>
            <a:custGeom>
              <a:avLst/>
              <a:gdLst>
                <a:gd name="T0" fmla="*/ 88 w 4"/>
                <a:gd name="T1" fmla="*/ 172 h 4"/>
                <a:gd name="T2" fmla="*/ 49 w 4"/>
                <a:gd name="T3" fmla="*/ 88 h 4"/>
                <a:gd name="T4" fmla="*/ 88 w 4"/>
                <a:gd name="T5" fmla="*/ 49 h 4"/>
                <a:gd name="T6" fmla="*/ 172 w 4"/>
                <a:gd name="T7" fmla="*/ 88 h 4"/>
                <a:gd name="T8" fmla="*/ 88 w 4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3"/>
                    <a:pt x="0" y="3"/>
                    <a:pt x="1" y="2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ubicBezTo>
                    <a:pt x="3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0" name="Freeform 564">
              <a:extLst>
                <a:ext uri="{FF2B5EF4-FFF2-40B4-BE49-F238E27FC236}">
                  <a16:creationId xmlns:a16="http://schemas.microsoft.com/office/drawing/2014/main" id="{23339A83-0B6F-4F75-86A2-9358F4D7A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235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0 h 4"/>
                <a:gd name="T6" fmla="*/ 110 w 3"/>
                <a:gd name="T7" fmla="*/ 88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1" name="Freeform 565">
              <a:extLst>
                <a:ext uri="{FF2B5EF4-FFF2-40B4-BE49-F238E27FC236}">
                  <a16:creationId xmlns:a16="http://schemas.microsoft.com/office/drawing/2014/main" id="{171F0396-4FB9-4097-A0D3-BE9EBA64C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213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2" name="Freeform 566">
              <a:extLst>
                <a:ext uri="{FF2B5EF4-FFF2-40B4-BE49-F238E27FC236}">
                  <a16:creationId xmlns:a16="http://schemas.microsoft.com/office/drawing/2014/main" id="{615A2502-BA3A-4C6A-A9FA-73E519F72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231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3" name="Freeform 567">
              <a:extLst>
                <a:ext uri="{FF2B5EF4-FFF2-40B4-BE49-F238E27FC236}">
                  <a16:creationId xmlns:a16="http://schemas.microsoft.com/office/drawing/2014/main" id="{49DD22E3-A82F-471C-9B3C-6BC871B5D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228"/>
              <a:ext cx="13" cy="14"/>
            </a:xfrm>
            <a:custGeom>
              <a:avLst/>
              <a:gdLst>
                <a:gd name="T0" fmla="*/ 75 w 4"/>
                <a:gd name="T1" fmla="*/ 172 h 4"/>
                <a:gd name="T2" fmla="*/ 0 w 4"/>
                <a:gd name="T3" fmla="*/ 88 h 4"/>
                <a:gd name="T4" fmla="*/ 75 w 4"/>
                <a:gd name="T5" fmla="*/ 49 h 4"/>
                <a:gd name="T6" fmla="*/ 107 w 4"/>
                <a:gd name="T7" fmla="*/ 88 h 4"/>
                <a:gd name="T8" fmla="*/ 75 w 4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4" y="2"/>
                    <a:pt x="3" y="2"/>
                  </a:cubicBezTo>
                  <a:cubicBezTo>
                    <a:pt x="3" y="3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4" name="Freeform 568">
              <a:extLst>
                <a:ext uri="{FF2B5EF4-FFF2-40B4-BE49-F238E27FC236}">
                  <a16:creationId xmlns:a16="http://schemas.microsoft.com/office/drawing/2014/main" id="{FC507AF6-3237-4529-939C-CB99AE9F4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249"/>
              <a:ext cx="3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5" name="Freeform 569">
              <a:extLst>
                <a:ext uri="{FF2B5EF4-FFF2-40B4-BE49-F238E27FC236}">
                  <a16:creationId xmlns:a16="http://schemas.microsoft.com/office/drawing/2014/main" id="{7264488E-2B07-429D-B376-6E7C2E572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260"/>
              <a:ext cx="7" cy="3"/>
            </a:xfrm>
            <a:custGeom>
              <a:avLst/>
              <a:gdLst>
                <a:gd name="T0" fmla="*/ 49 w 2"/>
                <a:gd name="T1" fmla="*/ 27 h 1"/>
                <a:gd name="T2" fmla="*/ 0 w 2"/>
                <a:gd name="T3" fmla="*/ 0 h 1"/>
                <a:gd name="T4" fmla="*/ 49 w 2"/>
                <a:gd name="T5" fmla="*/ 0 h 1"/>
                <a:gd name="T6" fmla="*/ 88 w 2"/>
                <a:gd name="T7" fmla="*/ 27 h 1"/>
                <a:gd name="T8" fmla="*/ 49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6" name="Freeform 570">
              <a:extLst>
                <a:ext uri="{FF2B5EF4-FFF2-40B4-BE49-F238E27FC236}">
                  <a16:creationId xmlns:a16="http://schemas.microsoft.com/office/drawing/2014/main" id="{C464516A-289C-4114-BA45-AF59A61B5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302"/>
              <a:ext cx="3" cy="8"/>
            </a:xfrm>
            <a:custGeom>
              <a:avLst/>
              <a:gdLst>
                <a:gd name="T0" fmla="*/ 0 w 1"/>
                <a:gd name="T1" fmla="*/ 128 h 2"/>
                <a:gd name="T2" fmla="*/ 0 w 1"/>
                <a:gd name="T3" fmla="*/ 64 h 2"/>
                <a:gd name="T4" fmla="*/ 27 w 1"/>
                <a:gd name="T5" fmla="*/ 0 h 2"/>
                <a:gd name="T6" fmla="*/ 27 w 1"/>
                <a:gd name="T7" fmla="*/ 64 h 2"/>
                <a:gd name="T8" fmla="*/ 0 w 1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7" name="Freeform 571">
              <a:extLst>
                <a:ext uri="{FF2B5EF4-FFF2-40B4-BE49-F238E27FC236}">
                  <a16:creationId xmlns:a16="http://schemas.microsoft.com/office/drawing/2014/main" id="{052D8975-3975-42E8-A04A-AC2403990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327"/>
              <a:ext cx="7" cy="4"/>
            </a:xfrm>
            <a:custGeom>
              <a:avLst/>
              <a:gdLst>
                <a:gd name="T0" fmla="*/ 49 w 2"/>
                <a:gd name="T1" fmla="*/ 64 h 1"/>
                <a:gd name="T2" fmla="*/ 0 w 2"/>
                <a:gd name="T3" fmla="*/ 0 h 1"/>
                <a:gd name="T4" fmla="*/ 49 w 2"/>
                <a:gd name="T5" fmla="*/ 0 h 1"/>
                <a:gd name="T6" fmla="*/ 88 w 2"/>
                <a:gd name="T7" fmla="*/ 0 h 1"/>
                <a:gd name="T8" fmla="*/ 49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8" name="Freeform 572">
              <a:extLst>
                <a:ext uri="{FF2B5EF4-FFF2-40B4-BE49-F238E27FC236}">
                  <a16:creationId xmlns:a16="http://schemas.microsoft.com/office/drawing/2014/main" id="{D63C0684-7079-47FC-8C88-13045768C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278"/>
              <a:ext cx="7" cy="3"/>
            </a:xfrm>
            <a:custGeom>
              <a:avLst/>
              <a:gdLst>
                <a:gd name="T0" fmla="*/ 49 w 2"/>
                <a:gd name="T1" fmla="*/ 27 h 1"/>
                <a:gd name="T2" fmla="*/ 0 w 2"/>
                <a:gd name="T3" fmla="*/ 0 h 1"/>
                <a:gd name="T4" fmla="*/ 49 w 2"/>
                <a:gd name="T5" fmla="*/ 0 h 1"/>
                <a:gd name="T6" fmla="*/ 88 w 2"/>
                <a:gd name="T7" fmla="*/ 0 h 1"/>
                <a:gd name="T8" fmla="*/ 49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9" name="Freeform 573">
              <a:extLst>
                <a:ext uri="{FF2B5EF4-FFF2-40B4-BE49-F238E27FC236}">
                  <a16:creationId xmlns:a16="http://schemas.microsoft.com/office/drawing/2014/main" id="{1A818F49-50BE-4CE5-A8C2-6D2F38EE4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295"/>
              <a:ext cx="6" cy="7"/>
            </a:xfrm>
            <a:custGeom>
              <a:avLst/>
              <a:gdLst>
                <a:gd name="T0" fmla="*/ 27 w 2"/>
                <a:gd name="T1" fmla="*/ 49 h 2"/>
                <a:gd name="T2" fmla="*/ 0 w 2"/>
                <a:gd name="T3" fmla="*/ 49 h 2"/>
                <a:gd name="T4" fmla="*/ 27 w 2"/>
                <a:gd name="T5" fmla="*/ 0 h 2"/>
                <a:gd name="T6" fmla="*/ 54 w 2"/>
                <a:gd name="T7" fmla="*/ 49 h 2"/>
                <a:gd name="T8" fmla="*/ 27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0" name="Freeform 574">
              <a:extLst>
                <a:ext uri="{FF2B5EF4-FFF2-40B4-BE49-F238E27FC236}">
                  <a16:creationId xmlns:a16="http://schemas.microsoft.com/office/drawing/2014/main" id="{A24352A3-B84A-4406-93BC-B5F203A02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288"/>
              <a:ext cx="3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1" name="Freeform 575">
              <a:extLst>
                <a:ext uri="{FF2B5EF4-FFF2-40B4-BE49-F238E27FC236}">
                  <a16:creationId xmlns:a16="http://schemas.microsoft.com/office/drawing/2014/main" id="{0F7CCAA3-0049-4DDE-A913-609716A2B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285"/>
              <a:ext cx="6" cy="3"/>
            </a:xfrm>
            <a:custGeom>
              <a:avLst/>
              <a:gdLst>
                <a:gd name="T0" fmla="*/ 27 w 2"/>
                <a:gd name="T1" fmla="*/ 27 h 1"/>
                <a:gd name="T2" fmla="*/ 0 w 2"/>
                <a:gd name="T3" fmla="*/ 0 h 1"/>
                <a:gd name="T4" fmla="*/ 27 w 2"/>
                <a:gd name="T5" fmla="*/ 0 h 1"/>
                <a:gd name="T6" fmla="*/ 54 w 2"/>
                <a:gd name="T7" fmla="*/ 0 h 1"/>
                <a:gd name="T8" fmla="*/ 27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2" name="Freeform 576">
              <a:extLst>
                <a:ext uri="{FF2B5EF4-FFF2-40B4-BE49-F238E27FC236}">
                  <a16:creationId xmlns:a16="http://schemas.microsoft.com/office/drawing/2014/main" id="{B9167A4E-E2FE-45E5-9D59-EBD14BF25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217"/>
              <a:ext cx="6" cy="7"/>
            </a:xfrm>
            <a:custGeom>
              <a:avLst/>
              <a:gdLst>
                <a:gd name="T0" fmla="*/ 27 w 2"/>
                <a:gd name="T1" fmla="*/ 49 h 2"/>
                <a:gd name="T2" fmla="*/ 0 w 2"/>
                <a:gd name="T3" fmla="*/ 49 h 2"/>
                <a:gd name="T4" fmla="*/ 27 w 2"/>
                <a:gd name="T5" fmla="*/ 0 h 2"/>
                <a:gd name="T6" fmla="*/ 54 w 2"/>
                <a:gd name="T7" fmla="*/ 49 h 2"/>
                <a:gd name="T8" fmla="*/ 27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3" name="Freeform 577">
              <a:extLst>
                <a:ext uri="{FF2B5EF4-FFF2-40B4-BE49-F238E27FC236}">
                  <a16:creationId xmlns:a16="http://schemas.microsoft.com/office/drawing/2014/main" id="{EA85DC32-D6F6-4610-A4CF-8F30AF22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210"/>
              <a:ext cx="6" cy="3"/>
            </a:xfrm>
            <a:custGeom>
              <a:avLst/>
              <a:gdLst>
                <a:gd name="T0" fmla="*/ 27 w 2"/>
                <a:gd name="T1" fmla="*/ 27 h 1"/>
                <a:gd name="T2" fmla="*/ 0 w 2"/>
                <a:gd name="T3" fmla="*/ 0 h 1"/>
                <a:gd name="T4" fmla="*/ 27 w 2"/>
                <a:gd name="T5" fmla="*/ 0 h 1"/>
                <a:gd name="T6" fmla="*/ 54 w 2"/>
                <a:gd name="T7" fmla="*/ 27 h 1"/>
                <a:gd name="T8" fmla="*/ 27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4" name="Freeform 578">
              <a:extLst>
                <a:ext uri="{FF2B5EF4-FFF2-40B4-BE49-F238E27FC236}">
                  <a16:creationId xmlns:a16="http://schemas.microsoft.com/office/drawing/2014/main" id="{4A612124-A84E-4708-BF70-0CC9A8764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192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49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5" name="Freeform 579">
              <a:extLst>
                <a:ext uri="{FF2B5EF4-FFF2-40B4-BE49-F238E27FC236}">
                  <a16:creationId xmlns:a16="http://schemas.microsoft.com/office/drawing/2014/main" id="{4E507746-90BF-40D8-950F-2DD6C843E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181"/>
              <a:ext cx="4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64 w 1"/>
                <a:gd name="T5" fmla="*/ 0 h 2"/>
                <a:gd name="T6" fmla="*/ 64 w 1"/>
                <a:gd name="T7" fmla="*/ 49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6" name="Freeform 580">
              <a:extLst>
                <a:ext uri="{FF2B5EF4-FFF2-40B4-BE49-F238E27FC236}">
                  <a16:creationId xmlns:a16="http://schemas.microsoft.com/office/drawing/2014/main" id="{85FF0DDA-5777-4EDC-A16D-2221683E1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135"/>
              <a:ext cx="7" cy="7"/>
            </a:xfrm>
            <a:custGeom>
              <a:avLst/>
              <a:gdLst>
                <a:gd name="T0" fmla="*/ 49 w 2"/>
                <a:gd name="T1" fmla="*/ 49 h 2"/>
                <a:gd name="T2" fmla="*/ 0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7" name="Freeform 581">
              <a:extLst>
                <a:ext uri="{FF2B5EF4-FFF2-40B4-BE49-F238E27FC236}">
                  <a16:creationId xmlns:a16="http://schemas.microsoft.com/office/drawing/2014/main" id="{F2D95443-346B-4A99-97A1-1FFAF345D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114"/>
              <a:ext cx="7" cy="3"/>
            </a:xfrm>
            <a:custGeom>
              <a:avLst/>
              <a:gdLst>
                <a:gd name="T0" fmla="*/ 49 w 2"/>
                <a:gd name="T1" fmla="*/ 27 h 1"/>
                <a:gd name="T2" fmla="*/ 0 w 2"/>
                <a:gd name="T3" fmla="*/ 0 h 1"/>
                <a:gd name="T4" fmla="*/ 49 w 2"/>
                <a:gd name="T5" fmla="*/ 0 h 1"/>
                <a:gd name="T6" fmla="*/ 88 w 2"/>
                <a:gd name="T7" fmla="*/ 27 h 1"/>
                <a:gd name="T8" fmla="*/ 49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8" name="Freeform 582">
              <a:extLst>
                <a:ext uri="{FF2B5EF4-FFF2-40B4-BE49-F238E27FC236}">
                  <a16:creationId xmlns:a16="http://schemas.microsoft.com/office/drawing/2014/main" id="{4DC73454-098E-4C8B-B114-932C88F54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192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9" name="Freeform 583">
              <a:extLst>
                <a:ext uri="{FF2B5EF4-FFF2-40B4-BE49-F238E27FC236}">
                  <a16:creationId xmlns:a16="http://schemas.microsoft.com/office/drawing/2014/main" id="{4EE00D8E-1048-4DFC-915D-5A98D8C33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185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0" name="Freeform 584">
              <a:extLst>
                <a:ext uri="{FF2B5EF4-FFF2-40B4-BE49-F238E27FC236}">
                  <a16:creationId xmlns:a16="http://schemas.microsoft.com/office/drawing/2014/main" id="{D7670B6D-0985-4EA7-AEAC-2370A90A0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178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0 w 2"/>
                <a:gd name="T3" fmla="*/ 49 h 2"/>
                <a:gd name="T4" fmla="*/ 27 w 2"/>
                <a:gd name="T5" fmla="*/ 0 h 2"/>
                <a:gd name="T6" fmla="*/ 54 w 2"/>
                <a:gd name="T7" fmla="*/ 49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1" name="Freeform 585">
              <a:extLst>
                <a:ext uri="{FF2B5EF4-FFF2-40B4-BE49-F238E27FC236}">
                  <a16:creationId xmlns:a16="http://schemas.microsoft.com/office/drawing/2014/main" id="{5CBE8AAD-2D21-49D2-B8E3-72D185A62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163"/>
              <a:ext cx="7" cy="11"/>
            </a:xfrm>
            <a:custGeom>
              <a:avLst/>
              <a:gdLst>
                <a:gd name="T0" fmla="*/ 49 w 2"/>
                <a:gd name="T1" fmla="*/ 147 h 3"/>
                <a:gd name="T2" fmla="*/ 0 w 2"/>
                <a:gd name="T3" fmla="*/ 55 h 3"/>
                <a:gd name="T4" fmla="*/ 49 w 2"/>
                <a:gd name="T5" fmla="*/ 0 h 3"/>
                <a:gd name="T6" fmla="*/ 88 w 2"/>
                <a:gd name="T7" fmla="*/ 95 h 3"/>
                <a:gd name="T8" fmla="*/ 49 w 2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2" name="Freeform 586">
              <a:extLst>
                <a:ext uri="{FF2B5EF4-FFF2-40B4-BE49-F238E27FC236}">
                  <a16:creationId xmlns:a16="http://schemas.microsoft.com/office/drawing/2014/main" id="{867EAC6C-00BC-4B70-8F76-F48CB1CA3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171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0 w 2"/>
                <a:gd name="T3" fmla="*/ 49 h 2"/>
                <a:gd name="T4" fmla="*/ 27 w 2"/>
                <a:gd name="T5" fmla="*/ 0 h 2"/>
                <a:gd name="T6" fmla="*/ 54 w 2"/>
                <a:gd name="T7" fmla="*/ 49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3" name="Freeform 587">
              <a:extLst>
                <a:ext uri="{FF2B5EF4-FFF2-40B4-BE49-F238E27FC236}">
                  <a16:creationId xmlns:a16="http://schemas.microsoft.com/office/drawing/2014/main" id="{79705553-4477-4913-ABF0-1486253C5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210"/>
              <a:ext cx="7" cy="11"/>
            </a:xfrm>
            <a:custGeom>
              <a:avLst/>
              <a:gdLst>
                <a:gd name="T0" fmla="*/ 49 w 2"/>
                <a:gd name="T1" fmla="*/ 147 h 3"/>
                <a:gd name="T2" fmla="*/ 0 w 2"/>
                <a:gd name="T3" fmla="*/ 55 h 3"/>
                <a:gd name="T4" fmla="*/ 49 w 2"/>
                <a:gd name="T5" fmla="*/ 0 h 3"/>
                <a:gd name="T6" fmla="*/ 88 w 2"/>
                <a:gd name="T7" fmla="*/ 95 h 3"/>
                <a:gd name="T8" fmla="*/ 49 w 2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4" name="Freeform 588">
              <a:extLst>
                <a:ext uri="{FF2B5EF4-FFF2-40B4-BE49-F238E27FC236}">
                  <a16:creationId xmlns:a16="http://schemas.microsoft.com/office/drawing/2014/main" id="{F5C67EA3-5D7F-4A2E-87C2-0863EA546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156"/>
              <a:ext cx="7" cy="11"/>
            </a:xfrm>
            <a:custGeom>
              <a:avLst/>
              <a:gdLst>
                <a:gd name="T0" fmla="*/ 49 w 2"/>
                <a:gd name="T1" fmla="*/ 95 h 3"/>
                <a:gd name="T2" fmla="*/ 0 w 2"/>
                <a:gd name="T3" fmla="*/ 55 h 3"/>
                <a:gd name="T4" fmla="*/ 49 w 2"/>
                <a:gd name="T5" fmla="*/ 0 h 3"/>
                <a:gd name="T6" fmla="*/ 88 w 2"/>
                <a:gd name="T7" fmla="*/ 95 h 3"/>
                <a:gd name="T8" fmla="*/ 49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5" name="Freeform 589">
              <a:extLst>
                <a:ext uri="{FF2B5EF4-FFF2-40B4-BE49-F238E27FC236}">
                  <a16:creationId xmlns:a16="http://schemas.microsoft.com/office/drawing/2014/main" id="{50856798-F77B-4E91-8608-45BD6023F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171"/>
              <a:ext cx="10" cy="10"/>
            </a:xfrm>
            <a:custGeom>
              <a:avLst/>
              <a:gdLst>
                <a:gd name="T0" fmla="*/ 33 w 3"/>
                <a:gd name="T1" fmla="*/ 77 h 3"/>
                <a:gd name="T2" fmla="*/ 33 w 3"/>
                <a:gd name="T3" fmla="*/ 33 h 3"/>
                <a:gd name="T4" fmla="*/ 77 w 3"/>
                <a:gd name="T5" fmla="*/ 0 h 3"/>
                <a:gd name="T6" fmla="*/ 110 w 3"/>
                <a:gd name="T7" fmla="*/ 77 h 3"/>
                <a:gd name="T8" fmla="*/ 33 w 3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6" name="Freeform 590">
              <a:extLst>
                <a:ext uri="{FF2B5EF4-FFF2-40B4-BE49-F238E27FC236}">
                  <a16:creationId xmlns:a16="http://schemas.microsoft.com/office/drawing/2014/main" id="{F47F2430-AFB7-4AA8-BE71-352CA801F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153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7" name="Freeform 591">
              <a:extLst>
                <a:ext uri="{FF2B5EF4-FFF2-40B4-BE49-F238E27FC236}">
                  <a16:creationId xmlns:a16="http://schemas.microsoft.com/office/drawing/2014/main" id="{D835081B-4703-40C1-AE63-790DA3907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199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8" name="Freeform 592">
              <a:extLst>
                <a:ext uri="{FF2B5EF4-FFF2-40B4-BE49-F238E27FC236}">
                  <a16:creationId xmlns:a16="http://schemas.microsoft.com/office/drawing/2014/main" id="{7A434117-92AB-4BF9-9803-82B95D4C0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203"/>
              <a:ext cx="10" cy="10"/>
            </a:xfrm>
            <a:custGeom>
              <a:avLst/>
              <a:gdLst>
                <a:gd name="T0" fmla="*/ 33 w 3"/>
                <a:gd name="T1" fmla="*/ 110 h 3"/>
                <a:gd name="T2" fmla="*/ 33 w 3"/>
                <a:gd name="T3" fmla="*/ 33 h 3"/>
                <a:gd name="T4" fmla="*/ 77 w 3"/>
                <a:gd name="T5" fmla="*/ 33 h 3"/>
                <a:gd name="T6" fmla="*/ 110 w 3"/>
                <a:gd name="T7" fmla="*/ 77 h 3"/>
                <a:gd name="T8" fmla="*/ 33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9" name="Freeform 593">
              <a:extLst>
                <a:ext uri="{FF2B5EF4-FFF2-40B4-BE49-F238E27FC236}">
                  <a16:creationId xmlns:a16="http://schemas.microsoft.com/office/drawing/2014/main" id="{F14B4090-8548-4EF4-B3ED-46F4791D4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153"/>
              <a:ext cx="10" cy="10"/>
            </a:xfrm>
            <a:custGeom>
              <a:avLst/>
              <a:gdLst>
                <a:gd name="T0" fmla="*/ 33 w 3"/>
                <a:gd name="T1" fmla="*/ 110 h 3"/>
                <a:gd name="T2" fmla="*/ 33 w 3"/>
                <a:gd name="T3" fmla="*/ 33 h 3"/>
                <a:gd name="T4" fmla="*/ 77 w 3"/>
                <a:gd name="T5" fmla="*/ 0 h 3"/>
                <a:gd name="T6" fmla="*/ 110 w 3"/>
                <a:gd name="T7" fmla="*/ 77 h 3"/>
                <a:gd name="T8" fmla="*/ 33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0" name="Freeform 594">
              <a:extLst>
                <a:ext uri="{FF2B5EF4-FFF2-40B4-BE49-F238E27FC236}">
                  <a16:creationId xmlns:a16="http://schemas.microsoft.com/office/drawing/2014/main" id="{2DC999CA-1D59-4092-BA76-C7112C87F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167"/>
              <a:ext cx="7" cy="11"/>
            </a:xfrm>
            <a:custGeom>
              <a:avLst/>
              <a:gdLst>
                <a:gd name="T0" fmla="*/ 49 w 2"/>
                <a:gd name="T1" fmla="*/ 147 h 3"/>
                <a:gd name="T2" fmla="*/ 0 w 2"/>
                <a:gd name="T3" fmla="*/ 55 h 3"/>
                <a:gd name="T4" fmla="*/ 49 w 2"/>
                <a:gd name="T5" fmla="*/ 55 h 3"/>
                <a:gd name="T6" fmla="*/ 88 w 2"/>
                <a:gd name="T7" fmla="*/ 95 h 3"/>
                <a:gd name="T8" fmla="*/ 49 w 2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1" name="Freeform 595">
              <a:extLst>
                <a:ext uri="{FF2B5EF4-FFF2-40B4-BE49-F238E27FC236}">
                  <a16:creationId xmlns:a16="http://schemas.microsoft.com/office/drawing/2014/main" id="{6D713B41-7862-4657-B56D-98984CF03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139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33 w 3"/>
                <a:gd name="T3" fmla="*/ 49 h 2"/>
                <a:gd name="T4" fmla="*/ 77 w 3"/>
                <a:gd name="T5" fmla="*/ 0 h 2"/>
                <a:gd name="T6" fmla="*/ 110 w 3"/>
                <a:gd name="T7" fmla="*/ 49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2" name="Freeform 596">
              <a:extLst>
                <a:ext uri="{FF2B5EF4-FFF2-40B4-BE49-F238E27FC236}">
                  <a16:creationId xmlns:a16="http://schemas.microsoft.com/office/drawing/2014/main" id="{047E4A2E-C01A-4973-A2AB-8CFDF64C3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794"/>
              <a:ext cx="10" cy="11"/>
            </a:xfrm>
            <a:custGeom>
              <a:avLst/>
              <a:gdLst>
                <a:gd name="T0" fmla="*/ 0 w 3"/>
                <a:gd name="T1" fmla="*/ 55 h 3"/>
                <a:gd name="T2" fmla="*/ 33 w 3"/>
                <a:gd name="T3" fmla="*/ 0 h 3"/>
                <a:gd name="T4" fmla="*/ 110 w 3"/>
                <a:gd name="T5" fmla="*/ 95 h 3"/>
                <a:gd name="T6" fmla="*/ 33 w 3"/>
                <a:gd name="T7" fmla="*/ 147 h 3"/>
                <a:gd name="T8" fmla="*/ 0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3" name="Freeform 597">
              <a:extLst>
                <a:ext uri="{FF2B5EF4-FFF2-40B4-BE49-F238E27FC236}">
                  <a16:creationId xmlns:a16="http://schemas.microsoft.com/office/drawing/2014/main" id="{FABBA6C7-EACA-4E87-829C-BF809C7E6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780"/>
              <a:ext cx="10" cy="11"/>
            </a:xfrm>
            <a:custGeom>
              <a:avLst/>
              <a:gdLst>
                <a:gd name="T0" fmla="*/ 0 w 3"/>
                <a:gd name="T1" fmla="*/ 95 h 3"/>
                <a:gd name="T2" fmla="*/ 77 w 3"/>
                <a:gd name="T3" fmla="*/ 0 h 3"/>
                <a:gd name="T4" fmla="*/ 110 w 3"/>
                <a:gd name="T5" fmla="*/ 95 h 3"/>
                <a:gd name="T6" fmla="*/ 77 w 3"/>
                <a:gd name="T7" fmla="*/ 147 h 3"/>
                <a:gd name="T8" fmla="*/ 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4" name="Freeform 598">
              <a:extLst>
                <a:ext uri="{FF2B5EF4-FFF2-40B4-BE49-F238E27FC236}">
                  <a16:creationId xmlns:a16="http://schemas.microsoft.com/office/drawing/2014/main" id="{330D95E0-5B35-4DF1-A5AF-8AFFD13D4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777"/>
              <a:ext cx="10" cy="14"/>
            </a:xfrm>
            <a:custGeom>
              <a:avLst/>
              <a:gdLst>
                <a:gd name="T0" fmla="*/ 0 w 3"/>
                <a:gd name="T1" fmla="*/ 88 h 4"/>
                <a:gd name="T2" fmla="*/ 77 w 3"/>
                <a:gd name="T3" fmla="*/ 0 h 4"/>
                <a:gd name="T4" fmla="*/ 110 w 3"/>
                <a:gd name="T5" fmla="*/ 88 h 4"/>
                <a:gd name="T6" fmla="*/ 33 w 3"/>
                <a:gd name="T7" fmla="*/ 172 h 4"/>
                <a:gd name="T8" fmla="*/ 0 w 3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5" name="Freeform 599">
              <a:extLst>
                <a:ext uri="{FF2B5EF4-FFF2-40B4-BE49-F238E27FC236}">
                  <a16:creationId xmlns:a16="http://schemas.microsoft.com/office/drawing/2014/main" id="{61A76FC4-D618-4B78-B326-CD1B64F0A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762"/>
              <a:ext cx="10" cy="15"/>
            </a:xfrm>
            <a:custGeom>
              <a:avLst/>
              <a:gdLst>
                <a:gd name="T0" fmla="*/ 0 w 3"/>
                <a:gd name="T1" fmla="*/ 113 h 4"/>
                <a:gd name="T2" fmla="*/ 77 w 3"/>
                <a:gd name="T3" fmla="*/ 0 h 4"/>
                <a:gd name="T4" fmla="*/ 110 w 3"/>
                <a:gd name="T5" fmla="*/ 113 h 4"/>
                <a:gd name="T6" fmla="*/ 77 w 3"/>
                <a:gd name="T7" fmla="*/ 210 h 4"/>
                <a:gd name="T8" fmla="*/ 0 w 3"/>
                <a:gd name="T9" fmla="*/ 11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6" name="Freeform 600">
              <a:extLst>
                <a:ext uri="{FF2B5EF4-FFF2-40B4-BE49-F238E27FC236}">
                  <a16:creationId xmlns:a16="http://schemas.microsoft.com/office/drawing/2014/main" id="{EA50A835-3678-42A7-BFCB-1B355B463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819"/>
              <a:ext cx="10" cy="15"/>
            </a:xfrm>
            <a:custGeom>
              <a:avLst/>
              <a:gdLst>
                <a:gd name="T0" fmla="*/ 0 w 3"/>
                <a:gd name="T1" fmla="*/ 113 h 4"/>
                <a:gd name="T2" fmla="*/ 77 w 3"/>
                <a:gd name="T3" fmla="*/ 56 h 4"/>
                <a:gd name="T4" fmla="*/ 110 w 3"/>
                <a:gd name="T5" fmla="*/ 113 h 4"/>
                <a:gd name="T6" fmla="*/ 33 w 3"/>
                <a:gd name="T7" fmla="*/ 210 h 4"/>
                <a:gd name="T8" fmla="*/ 0 w 3"/>
                <a:gd name="T9" fmla="*/ 11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7" name="Freeform 601">
              <a:extLst>
                <a:ext uri="{FF2B5EF4-FFF2-40B4-BE49-F238E27FC236}">
                  <a16:creationId xmlns:a16="http://schemas.microsoft.com/office/drawing/2014/main" id="{02D86545-CEA7-40FF-A06B-CDE9A7F8B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798"/>
              <a:ext cx="10" cy="14"/>
            </a:xfrm>
            <a:custGeom>
              <a:avLst/>
              <a:gdLst>
                <a:gd name="T0" fmla="*/ 0 w 3"/>
                <a:gd name="T1" fmla="*/ 88 h 4"/>
                <a:gd name="T2" fmla="*/ 77 w 3"/>
                <a:gd name="T3" fmla="*/ 0 h 4"/>
                <a:gd name="T4" fmla="*/ 110 w 3"/>
                <a:gd name="T5" fmla="*/ 88 h 4"/>
                <a:gd name="T6" fmla="*/ 77 w 3"/>
                <a:gd name="T7" fmla="*/ 172 h 4"/>
                <a:gd name="T8" fmla="*/ 0 w 3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8" name="Freeform 602">
              <a:extLst>
                <a:ext uri="{FF2B5EF4-FFF2-40B4-BE49-F238E27FC236}">
                  <a16:creationId xmlns:a16="http://schemas.microsoft.com/office/drawing/2014/main" id="{3B244B7E-D4BF-4ACB-8318-9509F9E60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794"/>
              <a:ext cx="10" cy="11"/>
            </a:xfrm>
            <a:custGeom>
              <a:avLst/>
              <a:gdLst>
                <a:gd name="T0" fmla="*/ 0 w 3"/>
                <a:gd name="T1" fmla="*/ 55 h 3"/>
                <a:gd name="T2" fmla="*/ 77 w 3"/>
                <a:gd name="T3" fmla="*/ 0 h 3"/>
                <a:gd name="T4" fmla="*/ 110 w 3"/>
                <a:gd name="T5" fmla="*/ 95 h 3"/>
                <a:gd name="T6" fmla="*/ 77 w 3"/>
                <a:gd name="T7" fmla="*/ 147 h 3"/>
                <a:gd name="T8" fmla="*/ 0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9" name="Freeform 603">
              <a:extLst>
                <a:ext uri="{FF2B5EF4-FFF2-40B4-BE49-F238E27FC236}">
                  <a16:creationId xmlns:a16="http://schemas.microsoft.com/office/drawing/2014/main" id="{796DEF0C-DCA9-4BC8-94A1-7F62EF517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816"/>
              <a:ext cx="10" cy="10"/>
            </a:xfrm>
            <a:custGeom>
              <a:avLst/>
              <a:gdLst>
                <a:gd name="T0" fmla="*/ 0 w 3"/>
                <a:gd name="T1" fmla="*/ 77 h 3"/>
                <a:gd name="T2" fmla="*/ 77 w 3"/>
                <a:gd name="T3" fmla="*/ 0 h 3"/>
                <a:gd name="T4" fmla="*/ 110 w 3"/>
                <a:gd name="T5" fmla="*/ 77 h 3"/>
                <a:gd name="T6" fmla="*/ 33 w 3"/>
                <a:gd name="T7" fmla="*/ 110 h 3"/>
                <a:gd name="T8" fmla="*/ 0 w 3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0" name="Freeform 604">
              <a:extLst>
                <a:ext uri="{FF2B5EF4-FFF2-40B4-BE49-F238E27FC236}">
                  <a16:creationId xmlns:a16="http://schemas.microsoft.com/office/drawing/2014/main" id="{130E7384-B894-428B-A3E1-F1BE515FE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809"/>
              <a:ext cx="10" cy="14"/>
            </a:xfrm>
            <a:custGeom>
              <a:avLst/>
              <a:gdLst>
                <a:gd name="T0" fmla="*/ 0 w 3"/>
                <a:gd name="T1" fmla="*/ 88 h 4"/>
                <a:gd name="T2" fmla="*/ 77 w 3"/>
                <a:gd name="T3" fmla="*/ 0 h 4"/>
                <a:gd name="T4" fmla="*/ 110 w 3"/>
                <a:gd name="T5" fmla="*/ 88 h 4"/>
                <a:gd name="T6" fmla="*/ 77 w 3"/>
                <a:gd name="T7" fmla="*/ 172 h 4"/>
                <a:gd name="T8" fmla="*/ 0 w 3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1" name="Freeform 605">
              <a:extLst>
                <a:ext uri="{FF2B5EF4-FFF2-40B4-BE49-F238E27FC236}">
                  <a16:creationId xmlns:a16="http://schemas.microsoft.com/office/drawing/2014/main" id="{E376B429-306A-49F1-8C21-42AA7101E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830"/>
              <a:ext cx="13" cy="11"/>
            </a:xfrm>
            <a:custGeom>
              <a:avLst/>
              <a:gdLst>
                <a:gd name="T0" fmla="*/ 0 w 4"/>
                <a:gd name="T1" fmla="*/ 55 h 3"/>
                <a:gd name="T2" fmla="*/ 75 w 4"/>
                <a:gd name="T3" fmla="*/ 0 h 3"/>
                <a:gd name="T4" fmla="*/ 137 w 4"/>
                <a:gd name="T5" fmla="*/ 95 h 3"/>
                <a:gd name="T6" fmla="*/ 75 w 4"/>
                <a:gd name="T7" fmla="*/ 147 h 3"/>
                <a:gd name="T8" fmla="*/ 0 w 4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2" name="Freeform 606">
              <a:extLst>
                <a:ext uri="{FF2B5EF4-FFF2-40B4-BE49-F238E27FC236}">
                  <a16:creationId xmlns:a16="http://schemas.microsoft.com/office/drawing/2014/main" id="{3541F5FA-F14A-47C8-A3F3-110FE66CD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841"/>
              <a:ext cx="14" cy="10"/>
            </a:xfrm>
            <a:custGeom>
              <a:avLst/>
              <a:gdLst>
                <a:gd name="T0" fmla="*/ 0 w 4"/>
                <a:gd name="T1" fmla="*/ 33 h 3"/>
                <a:gd name="T2" fmla="*/ 88 w 4"/>
                <a:gd name="T3" fmla="*/ 0 h 3"/>
                <a:gd name="T4" fmla="*/ 172 w 4"/>
                <a:gd name="T5" fmla="*/ 77 h 3"/>
                <a:gd name="T6" fmla="*/ 88 w 4"/>
                <a:gd name="T7" fmla="*/ 110 h 3"/>
                <a:gd name="T8" fmla="*/ 0 w 4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3" name="Freeform 607">
              <a:extLst>
                <a:ext uri="{FF2B5EF4-FFF2-40B4-BE49-F238E27FC236}">
                  <a16:creationId xmlns:a16="http://schemas.microsoft.com/office/drawing/2014/main" id="{F12F6ED6-5342-4AB9-A76D-A760C4230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30"/>
              <a:ext cx="14" cy="11"/>
            </a:xfrm>
            <a:custGeom>
              <a:avLst/>
              <a:gdLst>
                <a:gd name="T0" fmla="*/ 49 w 4"/>
                <a:gd name="T1" fmla="*/ 55 h 3"/>
                <a:gd name="T2" fmla="*/ 88 w 4"/>
                <a:gd name="T3" fmla="*/ 0 h 3"/>
                <a:gd name="T4" fmla="*/ 172 w 4"/>
                <a:gd name="T5" fmla="*/ 55 h 3"/>
                <a:gd name="T6" fmla="*/ 88 w 4"/>
                <a:gd name="T7" fmla="*/ 147 h 3"/>
                <a:gd name="T8" fmla="*/ 49 w 4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4" name="Freeform 608">
              <a:extLst>
                <a:ext uri="{FF2B5EF4-FFF2-40B4-BE49-F238E27FC236}">
                  <a16:creationId xmlns:a16="http://schemas.microsoft.com/office/drawing/2014/main" id="{92CC57DA-7608-4351-91CA-5555FA366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837"/>
              <a:ext cx="10" cy="11"/>
            </a:xfrm>
            <a:custGeom>
              <a:avLst/>
              <a:gdLst>
                <a:gd name="T0" fmla="*/ 0 w 3"/>
                <a:gd name="T1" fmla="*/ 95 h 3"/>
                <a:gd name="T2" fmla="*/ 77 w 3"/>
                <a:gd name="T3" fmla="*/ 0 h 3"/>
                <a:gd name="T4" fmla="*/ 110 w 3"/>
                <a:gd name="T5" fmla="*/ 95 h 3"/>
                <a:gd name="T6" fmla="*/ 33 w 3"/>
                <a:gd name="T7" fmla="*/ 147 h 3"/>
                <a:gd name="T8" fmla="*/ 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5" name="Freeform 609">
              <a:extLst>
                <a:ext uri="{FF2B5EF4-FFF2-40B4-BE49-F238E27FC236}">
                  <a16:creationId xmlns:a16="http://schemas.microsoft.com/office/drawing/2014/main" id="{CC1B1736-63BA-4142-B018-0540A607D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1809"/>
              <a:ext cx="14" cy="14"/>
            </a:xfrm>
            <a:custGeom>
              <a:avLst/>
              <a:gdLst>
                <a:gd name="T0" fmla="*/ 0 w 4"/>
                <a:gd name="T1" fmla="*/ 88 h 4"/>
                <a:gd name="T2" fmla="*/ 88 w 4"/>
                <a:gd name="T3" fmla="*/ 0 h 4"/>
                <a:gd name="T4" fmla="*/ 172 w 4"/>
                <a:gd name="T5" fmla="*/ 88 h 4"/>
                <a:gd name="T6" fmla="*/ 88 w 4"/>
                <a:gd name="T7" fmla="*/ 137 h 4"/>
                <a:gd name="T8" fmla="*/ 0 w 4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6" name="Freeform 610">
              <a:extLst>
                <a:ext uri="{FF2B5EF4-FFF2-40B4-BE49-F238E27FC236}">
                  <a16:creationId xmlns:a16="http://schemas.microsoft.com/office/drawing/2014/main" id="{EBEEF29C-BA66-4FFA-ACB7-3F5E7747E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802"/>
              <a:ext cx="10" cy="10"/>
            </a:xfrm>
            <a:custGeom>
              <a:avLst/>
              <a:gdLst>
                <a:gd name="T0" fmla="*/ 0 w 3"/>
                <a:gd name="T1" fmla="*/ 33 h 3"/>
                <a:gd name="T2" fmla="*/ 33 w 3"/>
                <a:gd name="T3" fmla="*/ 0 h 3"/>
                <a:gd name="T4" fmla="*/ 110 w 3"/>
                <a:gd name="T5" fmla="*/ 77 h 3"/>
                <a:gd name="T6" fmla="*/ 33 w 3"/>
                <a:gd name="T7" fmla="*/ 110 h 3"/>
                <a:gd name="T8" fmla="*/ 0 w 3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7" name="Oval 611">
              <a:extLst>
                <a:ext uri="{FF2B5EF4-FFF2-40B4-BE49-F238E27FC236}">
                  <a16:creationId xmlns:a16="http://schemas.microsoft.com/office/drawing/2014/main" id="{D914DA92-C49F-4900-AA69-E7D9DC806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1830"/>
              <a:ext cx="10" cy="11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68" name="Freeform 612">
              <a:extLst>
                <a:ext uri="{FF2B5EF4-FFF2-40B4-BE49-F238E27FC236}">
                  <a16:creationId xmlns:a16="http://schemas.microsoft.com/office/drawing/2014/main" id="{97B87030-DC0B-4E94-BFB2-20D33E538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44"/>
              <a:ext cx="11" cy="11"/>
            </a:xfrm>
            <a:custGeom>
              <a:avLst/>
              <a:gdLst>
                <a:gd name="T0" fmla="*/ 0 w 3"/>
                <a:gd name="T1" fmla="*/ 55 h 3"/>
                <a:gd name="T2" fmla="*/ 95 w 3"/>
                <a:gd name="T3" fmla="*/ 0 h 3"/>
                <a:gd name="T4" fmla="*/ 147 w 3"/>
                <a:gd name="T5" fmla="*/ 55 h 3"/>
                <a:gd name="T6" fmla="*/ 95 w 3"/>
                <a:gd name="T7" fmla="*/ 147 h 3"/>
                <a:gd name="T8" fmla="*/ 0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9" name="Freeform 613">
              <a:extLst>
                <a:ext uri="{FF2B5EF4-FFF2-40B4-BE49-F238E27FC236}">
                  <a16:creationId xmlns:a16="http://schemas.microsoft.com/office/drawing/2014/main" id="{5E02127B-444E-46E3-A7E2-CC615A111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823"/>
              <a:ext cx="10" cy="11"/>
            </a:xfrm>
            <a:custGeom>
              <a:avLst/>
              <a:gdLst>
                <a:gd name="T0" fmla="*/ 0 w 3"/>
                <a:gd name="T1" fmla="*/ 55 h 3"/>
                <a:gd name="T2" fmla="*/ 77 w 3"/>
                <a:gd name="T3" fmla="*/ 0 h 3"/>
                <a:gd name="T4" fmla="*/ 110 w 3"/>
                <a:gd name="T5" fmla="*/ 95 h 3"/>
                <a:gd name="T6" fmla="*/ 77 w 3"/>
                <a:gd name="T7" fmla="*/ 147 h 3"/>
                <a:gd name="T8" fmla="*/ 0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0" name="Freeform 614">
              <a:extLst>
                <a:ext uri="{FF2B5EF4-FFF2-40B4-BE49-F238E27FC236}">
                  <a16:creationId xmlns:a16="http://schemas.microsoft.com/office/drawing/2014/main" id="{14020463-D322-47D6-A551-84A7E9E4F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798"/>
              <a:ext cx="10" cy="11"/>
            </a:xfrm>
            <a:custGeom>
              <a:avLst/>
              <a:gdLst>
                <a:gd name="T0" fmla="*/ 0 w 3"/>
                <a:gd name="T1" fmla="*/ 55 h 3"/>
                <a:gd name="T2" fmla="*/ 77 w 3"/>
                <a:gd name="T3" fmla="*/ 0 h 3"/>
                <a:gd name="T4" fmla="*/ 110 w 3"/>
                <a:gd name="T5" fmla="*/ 55 h 3"/>
                <a:gd name="T6" fmla="*/ 77 w 3"/>
                <a:gd name="T7" fmla="*/ 147 h 3"/>
                <a:gd name="T8" fmla="*/ 0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1" name="Freeform 615">
              <a:extLst>
                <a:ext uri="{FF2B5EF4-FFF2-40B4-BE49-F238E27FC236}">
                  <a16:creationId xmlns:a16="http://schemas.microsoft.com/office/drawing/2014/main" id="{14E9914D-E89B-4C53-AFA6-3D801E0CA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802"/>
              <a:ext cx="10" cy="14"/>
            </a:xfrm>
            <a:custGeom>
              <a:avLst/>
              <a:gdLst>
                <a:gd name="T0" fmla="*/ 0 w 3"/>
                <a:gd name="T1" fmla="*/ 88 h 4"/>
                <a:gd name="T2" fmla="*/ 77 w 3"/>
                <a:gd name="T3" fmla="*/ 0 h 4"/>
                <a:gd name="T4" fmla="*/ 110 w 3"/>
                <a:gd name="T5" fmla="*/ 88 h 4"/>
                <a:gd name="T6" fmla="*/ 33 w 3"/>
                <a:gd name="T7" fmla="*/ 172 h 4"/>
                <a:gd name="T8" fmla="*/ 0 w 3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2" name="Freeform 616">
              <a:extLst>
                <a:ext uri="{FF2B5EF4-FFF2-40B4-BE49-F238E27FC236}">
                  <a16:creationId xmlns:a16="http://schemas.microsoft.com/office/drawing/2014/main" id="{9BF35EBB-5BB8-4DEF-9FC4-9919274B5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777"/>
              <a:ext cx="14" cy="10"/>
            </a:xfrm>
            <a:custGeom>
              <a:avLst/>
              <a:gdLst>
                <a:gd name="T0" fmla="*/ 0 w 4"/>
                <a:gd name="T1" fmla="*/ 33 h 3"/>
                <a:gd name="T2" fmla="*/ 88 w 4"/>
                <a:gd name="T3" fmla="*/ 0 h 3"/>
                <a:gd name="T4" fmla="*/ 172 w 4"/>
                <a:gd name="T5" fmla="*/ 33 h 3"/>
                <a:gd name="T6" fmla="*/ 88 w 4"/>
                <a:gd name="T7" fmla="*/ 110 h 3"/>
                <a:gd name="T8" fmla="*/ 0 w 4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3" name="Freeform 617">
              <a:extLst>
                <a:ext uri="{FF2B5EF4-FFF2-40B4-BE49-F238E27FC236}">
                  <a16:creationId xmlns:a16="http://schemas.microsoft.com/office/drawing/2014/main" id="{BA0F05F2-713A-4D54-9CC6-3A70633A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784"/>
              <a:ext cx="10" cy="10"/>
            </a:xfrm>
            <a:custGeom>
              <a:avLst/>
              <a:gdLst>
                <a:gd name="T0" fmla="*/ 0 w 3"/>
                <a:gd name="T1" fmla="*/ 77 h 3"/>
                <a:gd name="T2" fmla="*/ 77 w 3"/>
                <a:gd name="T3" fmla="*/ 0 h 3"/>
                <a:gd name="T4" fmla="*/ 110 w 3"/>
                <a:gd name="T5" fmla="*/ 77 h 3"/>
                <a:gd name="T6" fmla="*/ 33 w 3"/>
                <a:gd name="T7" fmla="*/ 110 h 3"/>
                <a:gd name="T8" fmla="*/ 0 w 3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4" name="Freeform 618">
              <a:extLst>
                <a:ext uri="{FF2B5EF4-FFF2-40B4-BE49-F238E27FC236}">
                  <a16:creationId xmlns:a16="http://schemas.microsoft.com/office/drawing/2014/main" id="{62DF7B75-174E-40BC-BF1D-8835F15E3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809"/>
              <a:ext cx="10" cy="14"/>
            </a:xfrm>
            <a:custGeom>
              <a:avLst/>
              <a:gdLst>
                <a:gd name="T0" fmla="*/ 0 w 3"/>
                <a:gd name="T1" fmla="*/ 88 h 4"/>
                <a:gd name="T2" fmla="*/ 33 w 3"/>
                <a:gd name="T3" fmla="*/ 0 h 4"/>
                <a:gd name="T4" fmla="*/ 110 w 3"/>
                <a:gd name="T5" fmla="*/ 88 h 4"/>
                <a:gd name="T6" fmla="*/ 33 w 3"/>
                <a:gd name="T7" fmla="*/ 172 h 4"/>
                <a:gd name="T8" fmla="*/ 0 w 3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5" name="Freeform 619">
              <a:extLst>
                <a:ext uri="{FF2B5EF4-FFF2-40B4-BE49-F238E27FC236}">
                  <a16:creationId xmlns:a16="http://schemas.microsoft.com/office/drawing/2014/main" id="{F15996A2-2126-46B3-995B-3175B3D25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805"/>
              <a:ext cx="13" cy="14"/>
            </a:xfrm>
            <a:custGeom>
              <a:avLst/>
              <a:gdLst>
                <a:gd name="T0" fmla="*/ 0 w 4"/>
                <a:gd name="T1" fmla="*/ 88 h 4"/>
                <a:gd name="T2" fmla="*/ 75 w 4"/>
                <a:gd name="T3" fmla="*/ 0 h 4"/>
                <a:gd name="T4" fmla="*/ 137 w 4"/>
                <a:gd name="T5" fmla="*/ 88 h 4"/>
                <a:gd name="T6" fmla="*/ 75 w 4"/>
                <a:gd name="T7" fmla="*/ 172 h 4"/>
                <a:gd name="T8" fmla="*/ 0 w 4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6" name="Freeform 620">
              <a:extLst>
                <a:ext uri="{FF2B5EF4-FFF2-40B4-BE49-F238E27FC236}">
                  <a16:creationId xmlns:a16="http://schemas.microsoft.com/office/drawing/2014/main" id="{415329EA-CB2A-4185-8D30-F7A712AE3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766"/>
              <a:ext cx="10" cy="11"/>
            </a:xfrm>
            <a:custGeom>
              <a:avLst/>
              <a:gdLst>
                <a:gd name="T0" fmla="*/ 0 w 3"/>
                <a:gd name="T1" fmla="*/ 55 h 3"/>
                <a:gd name="T2" fmla="*/ 77 w 3"/>
                <a:gd name="T3" fmla="*/ 0 h 3"/>
                <a:gd name="T4" fmla="*/ 110 w 3"/>
                <a:gd name="T5" fmla="*/ 55 h 3"/>
                <a:gd name="T6" fmla="*/ 77 w 3"/>
                <a:gd name="T7" fmla="*/ 147 h 3"/>
                <a:gd name="T8" fmla="*/ 0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7" name="Freeform 621">
              <a:extLst>
                <a:ext uri="{FF2B5EF4-FFF2-40B4-BE49-F238E27FC236}">
                  <a16:creationId xmlns:a16="http://schemas.microsoft.com/office/drawing/2014/main" id="{BF41BD85-07A4-4B1E-81CE-E7D1C355E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741"/>
              <a:ext cx="10" cy="11"/>
            </a:xfrm>
            <a:custGeom>
              <a:avLst/>
              <a:gdLst>
                <a:gd name="T0" fmla="*/ 0 w 3"/>
                <a:gd name="T1" fmla="*/ 95 h 3"/>
                <a:gd name="T2" fmla="*/ 33 w 3"/>
                <a:gd name="T3" fmla="*/ 0 h 3"/>
                <a:gd name="T4" fmla="*/ 110 w 3"/>
                <a:gd name="T5" fmla="*/ 95 h 3"/>
                <a:gd name="T6" fmla="*/ 33 w 3"/>
                <a:gd name="T7" fmla="*/ 147 h 3"/>
                <a:gd name="T8" fmla="*/ 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8" name="Freeform 622">
              <a:extLst>
                <a:ext uri="{FF2B5EF4-FFF2-40B4-BE49-F238E27FC236}">
                  <a16:creationId xmlns:a16="http://schemas.microsoft.com/office/drawing/2014/main" id="{51CC3EB8-6AC2-4D83-8B6F-B1AEDE0B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777"/>
              <a:ext cx="10" cy="10"/>
            </a:xfrm>
            <a:custGeom>
              <a:avLst/>
              <a:gdLst>
                <a:gd name="T0" fmla="*/ 0 w 3"/>
                <a:gd name="T1" fmla="*/ 77 h 3"/>
                <a:gd name="T2" fmla="*/ 33 w 3"/>
                <a:gd name="T3" fmla="*/ 0 h 3"/>
                <a:gd name="T4" fmla="*/ 110 w 3"/>
                <a:gd name="T5" fmla="*/ 77 h 3"/>
                <a:gd name="T6" fmla="*/ 33 w 3"/>
                <a:gd name="T7" fmla="*/ 110 h 3"/>
                <a:gd name="T8" fmla="*/ 0 w 3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9" name="Freeform 623">
              <a:extLst>
                <a:ext uri="{FF2B5EF4-FFF2-40B4-BE49-F238E27FC236}">
                  <a16:creationId xmlns:a16="http://schemas.microsoft.com/office/drawing/2014/main" id="{A549DAFA-A8C4-42DB-8389-51A0594D2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709"/>
              <a:ext cx="10" cy="14"/>
            </a:xfrm>
            <a:custGeom>
              <a:avLst/>
              <a:gdLst>
                <a:gd name="T0" fmla="*/ 0 w 3"/>
                <a:gd name="T1" fmla="*/ 88 h 4"/>
                <a:gd name="T2" fmla="*/ 77 w 3"/>
                <a:gd name="T3" fmla="*/ 0 h 4"/>
                <a:gd name="T4" fmla="*/ 110 w 3"/>
                <a:gd name="T5" fmla="*/ 88 h 4"/>
                <a:gd name="T6" fmla="*/ 33 w 3"/>
                <a:gd name="T7" fmla="*/ 172 h 4"/>
                <a:gd name="T8" fmla="*/ 0 w 3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0" name="Freeform 624">
              <a:extLst>
                <a:ext uri="{FF2B5EF4-FFF2-40B4-BE49-F238E27FC236}">
                  <a16:creationId xmlns:a16="http://schemas.microsoft.com/office/drawing/2014/main" id="{B7DF0731-2A20-4355-9363-0B9718587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748"/>
              <a:ext cx="10" cy="11"/>
            </a:xfrm>
            <a:custGeom>
              <a:avLst/>
              <a:gdLst>
                <a:gd name="T0" fmla="*/ 0 w 3"/>
                <a:gd name="T1" fmla="*/ 95 h 3"/>
                <a:gd name="T2" fmla="*/ 77 w 3"/>
                <a:gd name="T3" fmla="*/ 0 h 3"/>
                <a:gd name="T4" fmla="*/ 110 w 3"/>
                <a:gd name="T5" fmla="*/ 95 h 3"/>
                <a:gd name="T6" fmla="*/ 77 w 3"/>
                <a:gd name="T7" fmla="*/ 147 h 3"/>
                <a:gd name="T8" fmla="*/ 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1" name="Oval 625">
              <a:extLst>
                <a:ext uri="{FF2B5EF4-FFF2-40B4-BE49-F238E27FC236}">
                  <a16:creationId xmlns:a16="http://schemas.microsoft.com/office/drawing/2014/main" id="{616A70B5-8820-48AD-886B-37B9D0B2B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6" y="1791"/>
              <a:ext cx="6" cy="3"/>
            </a:xfrm>
            <a:prstGeom prst="ellipse">
              <a:avLst/>
            </a:pr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82" name="Freeform 626">
              <a:extLst>
                <a:ext uri="{FF2B5EF4-FFF2-40B4-BE49-F238E27FC236}">
                  <a16:creationId xmlns:a16="http://schemas.microsoft.com/office/drawing/2014/main" id="{74357D00-405D-4992-92E3-06DF1C81F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759"/>
              <a:ext cx="7" cy="3"/>
            </a:xfrm>
            <a:custGeom>
              <a:avLst/>
              <a:gdLst>
                <a:gd name="T0" fmla="*/ 0 w 2"/>
                <a:gd name="T1" fmla="*/ 0 h 1"/>
                <a:gd name="T2" fmla="*/ 49 w 2"/>
                <a:gd name="T3" fmla="*/ 0 h 1"/>
                <a:gd name="T4" fmla="*/ 88 w 2"/>
                <a:gd name="T5" fmla="*/ 27 h 1"/>
                <a:gd name="T6" fmla="*/ 49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3" name="Freeform 627">
              <a:extLst>
                <a:ext uri="{FF2B5EF4-FFF2-40B4-BE49-F238E27FC236}">
                  <a16:creationId xmlns:a16="http://schemas.microsoft.com/office/drawing/2014/main" id="{D7E7A10A-AE62-4318-B8BC-0BEEFD7FA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730"/>
              <a:ext cx="7" cy="4"/>
            </a:xfrm>
            <a:custGeom>
              <a:avLst/>
              <a:gdLst>
                <a:gd name="T0" fmla="*/ 0 w 2"/>
                <a:gd name="T1" fmla="*/ 0 h 1"/>
                <a:gd name="T2" fmla="*/ 49 w 2"/>
                <a:gd name="T3" fmla="*/ 0 h 1"/>
                <a:gd name="T4" fmla="*/ 88 w 2"/>
                <a:gd name="T5" fmla="*/ 64 h 1"/>
                <a:gd name="T6" fmla="*/ 49 w 2"/>
                <a:gd name="T7" fmla="*/ 64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4" name="Freeform 628">
              <a:extLst>
                <a:ext uri="{FF2B5EF4-FFF2-40B4-BE49-F238E27FC236}">
                  <a16:creationId xmlns:a16="http://schemas.microsoft.com/office/drawing/2014/main" id="{4872DEB6-8B0A-42DE-84F8-A65DEC0AB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687"/>
              <a:ext cx="3" cy="4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64 h 1"/>
                <a:gd name="T6" fmla="*/ 27 w 1"/>
                <a:gd name="T7" fmla="*/ 64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5" name="Oval 629">
              <a:extLst>
                <a:ext uri="{FF2B5EF4-FFF2-40B4-BE49-F238E27FC236}">
                  <a16:creationId xmlns:a16="http://schemas.microsoft.com/office/drawing/2014/main" id="{54BA3F9C-225F-42D5-BB77-26C903539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1695"/>
              <a:ext cx="4" cy="7"/>
            </a:xfrm>
            <a:prstGeom prst="ellipse">
              <a:avLst/>
            </a:pr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86" name="Oval 630">
              <a:extLst>
                <a:ext uri="{FF2B5EF4-FFF2-40B4-BE49-F238E27FC236}">
                  <a16:creationId xmlns:a16="http://schemas.microsoft.com/office/drawing/2014/main" id="{5D003B10-6470-4062-A28E-C07DDC7E0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2" y="1784"/>
              <a:ext cx="7" cy="7"/>
            </a:xfrm>
            <a:prstGeom prst="ellipse">
              <a:avLst/>
            </a:pr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87" name="Oval 631">
              <a:extLst>
                <a:ext uri="{FF2B5EF4-FFF2-40B4-BE49-F238E27FC236}">
                  <a16:creationId xmlns:a16="http://schemas.microsoft.com/office/drawing/2014/main" id="{E4A2D44F-E819-4025-A60D-1E330CC0B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1766"/>
              <a:ext cx="7" cy="7"/>
            </a:xfrm>
            <a:prstGeom prst="ellipse">
              <a:avLst/>
            </a:pr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88" name="Oval 632">
              <a:extLst>
                <a:ext uri="{FF2B5EF4-FFF2-40B4-BE49-F238E27FC236}">
                  <a16:creationId xmlns:a16="http://schemas.microsoft.com/office/drawing/2014/main" id="{71DA60E4-55A1-4556-ACB5-06501B649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1784"/>
              <a:ext cx="3" cy="3"/>
            </a:xfrm>
            <a:prstGeom prst="ellipse">
              <a:avLst/>
            </a:pr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89" name="Freeform 633">
              <a:extLst>
                <a:ext uri="{FF2B5EF4-FFF2-40B4-BE49-F238E27FC236}">
                  <a16:creationId xmlns:a16="http://schemas.microsoft.com/office/drawing/2014/main" id="{CFAF884A-3251-403C-85EE-A48F1E330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769"/>
              <a:ext cx="4" cy="8"/>
            </a:xfrm>
            <a:custGeom>
              <a:avLst/>
              <a:gdLst>
                <a:gd name="T0" fmla="*/ 0 w 1"/>
                <a:gd name="T1" fmla="*/ 64 h 2"/>
                <a:gd name="T2" fmla="*/ 64 w 1"/>
                <a:gd name="T3" fmla="*/ 0 h 2"/>
                <a:gd name="T4" fmla="*/ 64 w 1"/>
                <a:gd name="T5" fmla="*/ 64 h 2"/>
                <a:gd name="T6" fmla="*/ 64 w 1"/>
                <a:gd name="T7" fmla="*/ 128 h 2"/>
                <a:gd name="T8" fmla="*/ 0 w 1"/>
                <a:gd name="T9" fmla="*/ 6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0" name="Freeform 634">
              <a:extLst>
                <a:ext uri="{FF2B5EF4-FFF2-40B4-BE49-F238E27FC236}">
                  <a16:creationId xmlns:a16="http://schemas.microsoft.com/office/drawing/2014/main" id="{7E472E05-ABEA-448F-B0E7-2C3910DD6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752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1" name="Freeform 635">
              <a:extLst>
                <a:ext uri="{FF2B5EF4-FFF2-40B4-BE49-F238E27FC236}">
                  <a16:creationId xmlns:a16="http://schemas.microsoft.com/office/drawing/2014/main" id="{A6091B6A-1282-46D3-8C39-1D8FB1B2D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787"/>
              <a:ext cx="3" cy="7"/>
            </a:xfrm>
            <a:custGeom>
              <a:avLst/>
              <a:gdLst>
                <a:gd name="T0" fmla="*/ 0 w 1"/>
                <a:gd name="T1" fmla="*/ 49 h 2"/>
                <a:gd name="T2" fmla="*/ 27 w 1"/>
                <a:gd name="T3" fmla="*/ 0 h 2"/>
                <a:gd name="T4" fmla="*/ 27 w 1"/>
                <a:gd name="T5" fmla="*/ 49 h 2"/>
                <a:gd name="T6" fmla="*/ 0 w 1"/>
                <a:gd name="T7" fmla="*/ 88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2" name="Oval 636">
              <a:extLst>
                <a:ext uri="{FF2B5EF4-FFF2-40B4-BE49-F238E27FC236}">
                  <a16:creationId xmlns:a16="http://schemas.microsoft.com/office/drawing/2014/main" id="{DED230B1-A15B-4A7D-8E2F-90F643AC3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1869"/>
              <a:ext cx="3" cy="4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93" name="Freeform 637">
              <a:extLst>
                <a:ext uri="{FF2B5EF4-FFF2-40B4-BE49-F238E27FC236}">
                  <a16:creationId xmlns:a16="http://schemas.microsoft.com/office/drawing/2014/main" id="{80C2AB00-2EA8-45D2-9B63-1451F2E95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873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4" name="Oval 638">
              <a:extLst>
                <a:ext uri="{FF2B5EF4-FFF2-40B4-BE49-F238E27FC236}">
                  <a16:creationId xmlns:a16="http://schemas.microsoft.com/office/drawing/2014/main" id="{BEE23C01-8B3D-484B-813C-049B67AF0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898"/>
              <a:ext cx="7" cy="3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95" name="Freeform 639">
              <a:extLst>
                <a:ext uri="{FF2B5EF4-FFF2-40B4-BE49-F238E27FC236}">
                  <a16:creationId xmlns:a16="http://schemas.microsoft.com/office/drawing/2014/main" id="{575E5AF3-6EE3-4EF5-B15D-951E074E7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912"/>
              <a:ext cx="4" cy="4"/>
            </a:xfrm>
            <a:custGeom>
              <a:avLst/>
              <a:gdLst>
                <a:gd name="T0" fmla="*/ 0 w 1"/>
                <a:gd name="T1" fmla="*/ 0 h 1"/>
                <a:gd name="T2" fmla="*/ 64 w 1"/>
                <a:gd name="T3" fmla="*/ 0 h 1"/>
                <a:gd name="T4" fmla="*/ 64 w 1"/>
                <a:gd name="T5" fmla="*/ 64 h 1"/>
                <a:gd name="T6" fmla="*/ 0 w 1"/>
                <a:gd name="T7" fmla="*/ 64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6" name="Oval 640">
              <a:extLst>
                <a:ext uri="{FF2B5EF4-FFF2-40B4-BE49-F238E27FC236}">
                  <a16:creationId xmlns:a16="http://schemas.microsoft.com/office/drawing/2014/main" id="{D8682211-9D73-4F50-BCCE-985692AD3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" y="1884"/>
              <a:ext cx="7" cy="7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97" name="Freeform 641">
              <a:extLst>
                <a:ext uri="{FF2B5EF4-FFF2-40B4-BE49-F238E27FC236}">
                  <a16:creationId xmlns:a16="http://schemas.microsoft.com/office/drawing/2014/main" id="{F700680D-5B89-4FE5-88BC-18CC40F08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855"/>
              <a:ext cx="7" cy="11"/>
            </a:xfrm>
            <a:custGeom>
              <a:avLst/>
              <a:gdLst>
                <a:gd name="T0" fmla="*/ 0 w 2"/>
                <a:gd name="T1" fmla="*/ 55 h 3"/>
                <a:gd name="T2" fmla="*/ 49 w 2"/>
                <a:gd name="T3" fmla="*/ 0 h 3"/>
                <a:gd name="T4" fmla="*/ 88 w 2"/>
                <a:gd name="T5" fmla="*/ 95 h 3"/>
                <a:gd name="T6" fmla="*/ 49 w 2"/>
                <a:gd name="T7" fmla="*/ 147 h 3"/>
                <a:gd name="T8" fmla="*/ 0 w 2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8" name="Freeform 642">
              <a:extLst>
                <a:ext uri="{FF2B5EF4-FFF2-40B4-BE49-F238E27FC236}">
                  <a16:creationId xmlns:a16="http://schemas.microsoft.com/office/drawing/2014/main" id="{87F5A702-8585-4817-8751-67186B4D6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884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9" name="Oval 643">
              <a:extLst>
                <a:ext uri="{FF2B5EF4-FFF2-40B4-BE49-F238E27FC236}">
                  <a16:creationId xmlns:a16="http://schemas.microsoft.com/office/drawing/2014/main" id="{0C8F0534-1901-4141-A916-BC83052C0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1859"/>
              <a:ext cx="6" cy="7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00" name="Oval 644">
              <a:extLst>
                <a:ext uri="{FF2B5EF4-FFF2-40B4-BE49-F238E27FC236}">
                  <a16:creationId xmlns:a16="http://schemas.microsoft.com/office/drawing/2014/main" id="{14281203-9520-4488-A3A1-FE717D684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848"/>
              <a:ext cx="6" cy="11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01" name="Oval 645">
              <a:extLst>
                <a:ext uri="{FF2B5EF4-FFF2-40B4-BE49-F238E27FC236}">
                  <a16:creationId xmlns:a16="http://schemas.microsoft.com/office/drawing/2014/main" id="{E75C834A-C02F-4AE8-A68F-23DEB07FD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6" y="1837"/>
              <a:ext cx="7" cy="7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02" name="Freeform 646">
              <a:extLst>
                <a:ext uri="{FF2B5EF4-FFF2-40B4-BE49-F238E27FC236}">
                  <a16:creationId xmlns:a16="http://schemas.microsoft.com/office/drawing/2014/main" id="{C6C7AD55-4CE0-49FC-B30F-B00C59D4D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823"/>
              <a:ext cx="6" cy="11"/>
            </a:xfrm>
            <a:custGeom>
              <a:avLst/>
              <a:gdLst>
                <a:gd name="T0" fmla="*/ 0 w 2"/>
                <a:gd name="T1" fmla="*/ 55 h 3"/>
                <a:gd name="T2" fmla="*/ 27 w 2"/>
                <a:gd name="T3" fmla="*/ 0 h 3"/>
                <a:gd name="T4" fmla="*/ 54 w 2"/>
                <a:gd name="T5" fmla="*/ 95 h 3"/>
                <a:gd name="T6" fmla="*/ 27 w 2"/>
                <a:gd name="T7" fmla="*/ 147 h 3"/>
                <a:gd name="T8" fmla="*/ 0 w 2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3" name="Freeform 647">
              <a:extLst>
                <a:ext uri="{FF2B5EF4-FFF2-40B4-BE49-F238E27FC236}">
                  <a16:creationId xmlns:a16="http://schemas.microsoft.com/office/drawing/2014/main" id="{854D0316-92BE-465A-9DF9-AFFB18F4B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183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4" name="Freeform 648">
              <a:extLst>
                <a:ext uri="{FF2B5EF4-FFF2-40B4-BE49-F238E27FC236}">
                  <a16:creationId xmlns:a16="http://schemas.microsoft.com/office/drawing/2014/main" id="{9D0AE6A4-529F-4489-8FF9-A1BA8E1C3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179"/>
              <a:ext cx="10" cy="11"/>
            </a:xfrm>
            <a:custGeom>
              <a:avLst/>
              <a:gdLst>
                <a:gd name="T0" fmla="*/ 33 w 3"/>
                <a:gd name="T1" fmla="*/ 55 h 3"/>
                <a:gd name="T2" fmla="*/ 77 w 3"/>
                <a:gd name="T3" fmla="*/ 0 h 3"/>
                <a:gd name="T4" fmla="*/ 110 w 3"/>
                <a:gd name="T5" fmla="*/ 95 h 3"/>
                <a:gd name="T6" fmla="*/ 77 w 3"/>
                <a:gd name="T7" fmla="*/ 147 h 3"/>
                <a:gd name="T8" fmla="*/ 33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5" name="Freeform 649">
              <a:extLst>
                <a:ext uri="{FF2B5EF4-FFF2-40B4-BE49-F238E27FC236}">
                  <a16:creationId xmlns:a16="http://schemas.microsoft.com/office/drawing/2014/main" id="{2894E962-69B3-4000-ADAF-89924CDD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76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6" name="Freeform 650">
              <a:extLst>
                <a:ext uri="{FF2B5EF4-FFF2-40B4-BE49-F238E27FC236}">
                  <a16:creationId xmlns:a16="http://schemas.microsoft.com/office/drawing/2014/main" id="{DC14467E-ABE6-4A9E-9B35-D9037E605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69"/>
              <a:ext cx="7" cy="10"/>
            </a:xfrm>
            <a:custGeom>
              <a:avLst/>
              <a:gdLst>
                <a:gd name="T0" fmla="*/ 0 w 2"/>
                <a:gd name="T1" fmla="*/ 33 h 3"/>
                <a:gd name="T2" fmla="*/ 49 w 2"/>
                <a:gd name="T3" fmla="*/ 0 h 3"/>
                <a:gd name="T4" fmla="*/ 88 w 2"/>
                <a:gd name="T5" fmla="*/ 77 h 3"/>
                <a:gd name="T6" fmla="*/ 49 w 2"/>
                <a:gd name="T7" fmla="*/ 110 h 3"/>
                <a:gd name="T8" fmla="*/ 0 w 2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7" name="Freeform 651">
              <a:extLst>
                <a:ext uri="{FF2B5EF4-FFF2-40B4-BE49-F238E27FC236}">
                  <a16:creationId xmlns:a16="http://schemas.microsoft.com/office/drawing/2014/main" id="{0A232B6F-927A-4263-A265-2ADCEE400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194"/>
              <a:ext cx="10" cy="7"/>
            </a:xfrm>
            <a:custGeom>
              <a:avLst/>
              <a:gdLst>
                <a:gd name="T0" fmla="*/ 0 w 3"/>
                <a:gd name="T1" fmla="*/ 49 h 2"/>
                <a:gd name="T2" fmla="*/ 77 w 3"/>
                <a:gd name="T3" fmla="*/ 0 h 2"/>
                <a:gd name="T4" fmla="*/ 110 w 3"/>
                <a:gd name="T5" fmla="*/ 49 h 2"/>
                <a:gd name="T6" fmla="*/ 33 w 3"/>
                <a:gd name="T7" fmla="*/ 88 h 2"/>
                <a:gd name="T8" fmla="*/ 0 w 3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8" name="Freeform 652">
              <a:extLst>
                <a:ext uri="{FF2B5EF4-FFF2-40B4-BE49-F238E27FC236}">
                  <a16:creationId xmlns:a16="http://schemas.microsoft.com/office/drawing/2014/main" id="{3F30424A-B905-4C12-8343-EB0E1B1CB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197"/>
              <a:ext cx="6" cy="7"/>
            </a:xfrm>
            <a:custGeom>
              <a:avLst/>
              <a:gdLst>
                <a:gd name="T0" fmla="*/ 0 w 2"/>
                <a:gd name="T1" fmla="*/ 49 h 2"/>
                <a:gd name="T2" fmla="*/ 27 w 2"/>
                <a:gd name="T3" fmla="*/ 0 h 2"/>
                <a:gd name="T4" fmla="*/ 54 w 2"/>
                <a:gd name="T5" fmla="*/ 49 h 2"/>
                <a:gd name="T6" fmla="*/ 27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9" name="Freeform 653">
              <a:extLst>
                <a:ext uri="{FF2B5EF4-FFF2-40B4-BE49-F238E27FC236}">
                  <a16:creationId xmlns:a16="http://schemas.microsoft.com/office/drawing/2014/main" id="{E10C6BF6-8481-49D0-83FA-200564DD4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183"/>
              <a:ext cx="10" cy="11"/>
            </a:xfrm>
            <a:custGeom>
              <a:avLst/>
              <a:gdLst>
                <a:gd name="T0" fmla="*/ 0 w 3"/>
                <a:gd name="T1" fmla="*/ 55 h 3"/>
                <a:gd name="T2" fmla="*/ 77 w 3"/>
                <a:gd name="T3" fmla="*/ 0 h 3"/>
                <a:gd name="T4" fmla="*/ 110 w 3"/>
                <a:gd name="T5" fmla="*/ 55 h 3"/>
                <a:gd name="T6" fmla="*/ 33 w 3"/>
                <a:gd name="T7" fmla="*/ 147 h 3"/>
                <a:gd name="T8" fmla="*/ 0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0" name="Oval 654">
              <a:extLst>
                <a:ext uri="{FF2B5EF4-FFF2-40B4-BE49-F238E27FC236}">
                  <a16:creationId xmlns:a16="http://schemas.microsoft.com/office/drawing/2014/main" id="{2C3C596A-D703-41C7-A7E9-0667264BB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2165"/>
              <a:ext cx="6" cy="7"/>
            </a:xfrm>
            <a:prstGeom prst="ellipse">
              <a:avLst/>
            </a:pr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11" name="Freeform 655">
              <a:extLst>
                <a:ext uri="{FF2B5EF4-FFF2-40B4-BE49-F238E27FC236}">
                  <a16:creationId xmlns:a16="http://schemas.microsoft.com/office/drawing/2014/main" id="{86EA01B9-D5E0-4C25-989E-DC750C7B1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197"/>
              <a:ext cx="6" cy="7"/>
            </a:xfrm>
            <a:custGeom>
              <a:avLst/>
              <a:gdLst>
                <a:gd name="T0" fmla="*/ 0 w 2"/>
                <a:gd name="T1" fmla="*/ 49 h 2"/>
                <a:gd name="T2" fmla="*/ 27 w 2"/>
                <a:gd name="T3" fmla="*/ 0 h 2"/>
                <a:gd name="T4" fmla="*/ 54 w 2"/>
                <a:gd name="T5" fmla="*/ 49 h 2"/>
                <a:gd name="T6" fmla="*/ 27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2" name="Oval 656">
              <a:extLst>
                <a:ext uri="{FF2B5EF4-FFF2-40B4-BE49-F238E27FC236}">
                  <a16:creationId xmlns:a16="http://schemas.microsoft.com/office/drawing/2014/main" id="{B3FF3F4D-16A9-4A93-979F-9EFFFB93A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208"/>
              <a:ext cx="6" cy="7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13" name="Oval 657">
              <a:extLst>
                <a:ext uri="{FF2B5EF4-FFF2-40B4-BE49-F238E27FC236}">
                  <a16:creationId xmlns:a16="http://schemas.microsoft.com/office/drawing/2014/main" id="{8EBFAB0B-B37D-45A5-81E0-0650C26C2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233"/>
              <a:ext cx="7" cy="7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14" name="Oval 658">
              <a:extLst>
                <a:ext uri="{FF2B5EF4-FFF2-40B4-BE49-F238E27FC236}">
                  <a16:creationId xmlns:a16="http://schemas.microsoft.com/office/drawing/2014/main" id="{D358B366-39E2-4E3C-A495-B8A600068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265"/>
              <a:ext cx="7" cy="7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15" name="Freeform 659">
              <a:extLst>
                <a:ext uri="{FF2B5EF4-FFF2-40B4-BE49-F238E27FC236}">
                  <a16:creationId xmlns:a16="http://schemas.microsoft.com/office/drawing/2014/main" id="{C29B64EA-BE16-44CD-991B-1CB432E51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201"/>
              <a:ext cx="4" cy="7"/>
            </a:xfrm>
            <a:custGeom>
              <a:avLst/>
              <a:gdLst>
                <a:gd name="T0" fmla="*/ 0 w 1"/>
                <a:gd name="T1" fmla="*/ 49 h 2"/>
                <a:gd name="T2" fmla="*/ 64 w 1"/>
                <a:gd name="T3" fmla="*/ 0 h 2"/>
                <a:gd name="T4" fmla="*/ 64 w 1"/>
                <a:gd name="T5" fmla="*/ 49 h 2"/>
                <a:gd name="T6" fmla="*/ 0 w 1"/>
                <a:gd name="T7" fmla="*/ 88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6" name="Oval 660">
              <a:extLst>
                <a:ext uri="{FF2B5EF4-FFF2-40B4-BE49-F238E27FC236}">
                  <a16:creationId xmlns:a16="http://schemas.microsoft.com/office/drawing/2014/main" id="{87BD2C70-3606-4083-9F43-CB74130BB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2222"/>
              <a:ext cx="7" cy="7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17" name="Freeform 661">
              <a:extLst>
                <a:ext uri="{FF2B5EF4-FFF2-40B4-BE49-F238E27FC236}">
                  <a16:creationId xmlns:a16="http://schemas.microsoft.com/office/drawing/2014/main" id="{29CD4155-7AD9-4B78-9824-F77061652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293"/>
              <a:ext cx="7" cy="8"/>
            </a:xfrm>
            <a:custGeom>
              <a:avLst/>
              <a:gdLst>
                <a:gd name="T0" fmla="*/ 49 w 2"/>
                <a:gd name="T1" fmla="*/ 0 h 2"/>
                <a:gd name="T2" fmla="*/ 88 w 2"/>
                <a:gd name="T3" fmla="*/ 0 h 2"/>
                <a:gd name="T4" fmla="*/ 88 w 2"/>
                <a:gd name="T5" fmla="*/ 64 h 2"/>
                <a:gd name="T6" fmla="*/ 49 w 2"/>
                <a:gd name="T7" fmla="*/ 128 h 2"/>
                <a:gd name="T8" fmla="*/ 49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8" name="Freeform 662">
              <a:extLst>
                <a:ext uri="{FF2B5EF4-FFF2-40B4-BE49-F238E27FC236}">
                  <a16:creationId xmlns:a16="http://schemas.microsoft.com/office/drawing/2014/main" id="{2EADA3EA-9D65-4FF2-ADBF-871F14B9C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272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9" name="Oval 663">
              <a:extLst>
                <a:ext uri="{FF2B5EF4-FFF2-40B4-BE49-F238E27FC236}">
                  <a16:creationId xmlns:a16="http://schemas.microsoft.com/office/drawing/2014/main" id="{11BB89A5-EBE7-425A-8128-8D564FA70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251"/>
              <a:ext cx="6" cy="7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20" name="Oval 664">
              <a:extLst>
                <a:ext uri="{FF2B5EF4-FFF2-40B4-BE49-F238E27FC236}">
                  <a16:creationId xmlns:a16="http://schemas.microsoft.com/office/drawing/2014/main" id="{AF439E59-DA23-4260-A4D5-0022BD754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2211"/>
              <a:ext cx="6" cy="8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21" name="Freeform 665">
              <a:extLst>
                <a:ext uri="{FF2B5EF4-FFF2-40B4-BE49-F238E27FC236}">
                  <a16:creationId xmlns:a16="http://schemas.microsoft.com/office/drawing/2014/main" id="{0291EBB0-C8CD-41BB-BF0E-473DDB57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197"/>
              <a:ext cx="6" cy="7"/>
            </a:xfrm>
            <a:custGeom>
              <a:avLst/>
              <a:gdLst>
                <a:gd name="T0" fmla="*/ 0 w 2"/>
                <a:gd name="T1" fmla="*/ 49 h 2"/>
                <a:gd name="T2" fmla="*/ 27 w 2"/>
                <a:gd name="T3" fmla="*/ 0 h 2"/>
                <a:gd name="T4" fmla="*/ 54 w 2"/>
                <a:gd name="T5" fmla="*/ 49 h 2"/>
                <a:gd name="T6" fmla="*/ 27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2" name="Freeform 666">
              <a:extLst>
                <a:ext uri="{FF2B5EF4-FFF2-40B4-BE49-F238E27FC236}">
                  <a16:creationId xmlns:a16="http://schemas.microsoft.com/office/drawing/2014/main" id="{B04A15C6-B2AB-4238-84DF-3371273B6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204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3" name="Freeform 667">
              <a:extLst>
                <a:ext uri="{FF2B5EF4-FFF2-40B4-BE49-F238E27FC236}">
                  <a16:creationId xmlns:a16="http://schemas.microsoft.com/office/drawing/2014/main" id="{9D9D3CD2-90A5-46F1-A09C-0C68623FD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219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49 h 2"/>
                <a:gd name="T4" fmla="*/ 88 w 2"/>
                <a:gd name="T5" fmla="*/ 88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4" name="Oval 668">
              <a:extLst>
                <a:ext uri="{FF2B5EF4-FFF2-40B4-BE49-F238E27FC236}">
                  <a16:creationId xmlns:a16="http://schemas.microsoft.com/office/drawing/2014/main" id="{C6132672-B6CE-4976-B994-C536AF6B5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233"/>
              <a:ext cx="6" cy="7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25" name="Freeform 669">
              <a:extLst>
                <a:ext uri="{FF2B5EF4-FFF2-40B4-BE49-F238E27FC236}">
                  <a16:creationId xmlns:a16="http://schemas.microsoft.com/office/drawing/2014/main" id="{A07AC15C-52F9-47AA-88E9-601485E03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219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6" name="Freeform 670">
              <a:extLst>
                <a:ext uri="{FF2B5EF4-FFF2-40B4-BE49-F238E27FC236}">
                  <a16:creationId xmlns:a16="http://schemas.microsoft.com/office/drawing/2014/main" id="{46D0AB94-E4AC-430B-BF33-1700DCEF5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251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7" name="Freeform 671">
              <a:extLst>
                <a:ext uri="{FF2B5EF4-FFF2-40B4-BE49-F238E27FC236}">
                  <a16:creationId xmlns:a16="http://schemas.microsoft.com/office/drawing/2014/main" id="{EC2C6753-9B32-40C5-931B-90F3D62C2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265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27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8" name="Oval 672">
              <a:extLst>
                <a:ext uri="{FF2B5EF4-FFF2-40B4-BE49-F238E27FC236}">
                  <a16:creationId xmlns:a16="http://schemas.microsoft.com/office/drawing/2014/main" id="{F5BD75F1-2114-49B1-96F2-AEBE0925C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2279"/>
              <a:ext cx="4" cy="4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29" name="Oval 673">
              <a:extLst>
                <a:ext uri="{FF2B5EF4-FFF2-40B4-BE49-F238E27FC236}">
                  <a16:creationId xmlns:a16="http://schemas.microsoft.com/office/drawing/2014/main" id="{0BAEAE27-3DBF-47FF-AE0D-9990FB510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2283"/>
              <a:ext cx="7" cy="3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30" name="Freeform 674">
              <a:extLst>
                <a:ext uri="{FF2B5EF4-FFF2-40B4-BE49-F238E27FC236}">
                  <a16:creationId xmlns:a16="http://schemas.microsoft.com/office/drawing/2014/main" id="{FF31A57D-1958-4B41-92F4-1D00424D3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30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27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1" name="Freeform 675">
              <a:extLst>
                <a:ext uri="{FF2B5EF4-FFF2-40B4-BE49-F238E27FC236}">
                  <a16:creationId xmlns:a16="http://schemas.microsoft.com/office/drawing/2014/main" id="{5DB6E8A3-797C-4DE5-8861-46DA261B5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304"/>
              <a:ext cx="3" cy="4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64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2" name="Freeform 676">
              <a:extLst>
                <a:ext uri="{FF2B5EF4-FFF2-40B4-BE49-F238E27FC236}">
                  <a16:creationId xmlns:a16="http://schemas.microsoft.com/office/drawing/2014/main" id="{05C78D13-D503-4B3B-B867-467F83D15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236"/>
              <a:ext cx="7" cy="8"/>
            </a:xfrm>
            <a:custGeom>
              <a:avLst/>
              <a:gdLst>
                <a:gd name="T0" fmla="*/ 0 w 2"/>
                <a:gd name="T1" fmla="*/ 64 h 2"/>
                <a:gd name="T2" fmla="*/ 49 w 2"/>
                <a:gd name="T3" fmla="*/ 0 h 2"/>
                <a:gd name="T4" fmla="*/ 88 w 2"/>
                <a:gd name="T5" fmla="*/ 64 h 2"/>
                <a:gd name="T6" fmla="*/ 49 w 2"/>
                <a:gd name="T7" fmla="*/ 128 h 2"/>
                <a:gd name="T8" fmla="*/ 0 w 2"/>
                <a:gd name="T9" fmla="*/ 6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3" name="Freeform 677">
              <a:extLst>
                <a:ext uri="{FF2B5EF4-FFF2-40B4-BE49-F238E27FC236}">
                  <a16:creationId xmlns:a16="http://schemas.microsoft.com/office/drawing/2014/main" id="{6D1A2529-577F-402C-BCF3-ABCD36988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244"/>
              <a:ext cx="6" cy="7"/>
            </a:xfrm>
            <a:custGeom>
              <a:avLst/>
              <a:gdLst>
                <a:gd name="T0" fmla="*/ 27 w 2"/>
                <a:gd name="T1" fmla="*/ 49 h 2"/>
                <a:gd name="T2" fmla="*/ 54 w 2"/>
                <a:gd name="T3" fmla="*/ 0 h 2"/>
                <a:gd name="T4" fmla="*/ 54 w 2"/>
                <a:gd name="T5" fmla="*/ 88 h 2"/>
                <a:gd name="T6" fmla="*/ 27 w 2"/>
                <a:gd name="T7" fmla="*/ 88 h 2"/>
                <a:gd name="T8" fmla="*/ 27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4" name="Freeform 678">
              <a:extLst>
                <a:ext uri="{FF2B5EF4-FFF2-40B4-BE49-F238E27FC236}">
                  <a16:creationId xmlns:a16="http://schemas.microsoft.com/office/drawing/2014/main" id="{E7C02CE5-85BF-43A6-A410-E0377AE10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87"/>
              <a:ext cx="10" cy="10"/>
            </a:xfrm>
            <a:custGeom>
              <a:avLst/>
              <a:gdLst>
                <a:gd name="T0" fmla="*/ 0 w 3"/>
                <a:gd name="T1" fmla="*/ 33 h 3"/>
                <a:gd name="T2" fmla="*/ 33 w 3"/>
                <a:gd name="T3" fmla="*/ 0 h 3"/>
                <a:gd name="T4" fmla="*/ 110 w 3"/>
                <a:gd name="T5" fmla="*/ 77 h 3"/>
                <a:gd name="T6" fmla="*/ 33 w 3"/>
                <a:gd name="T7" fmla="*/ 110 h 3"/>
                <a:gd name="T8" fmla="*/ 0 w 3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5" name="Freeform 679">
              <a:extLst>
                <a:ext uri="{FF2B5EF4-FFF2-40B4-BE49-F238E27FC236}">
                  <a16:creationId xmlns:a16="http://schemas.microsoft.com/office/drawing/2014/main" id="{962DD353-0214-4F72-9077-CA681F9D1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197"/>
              <a:ext cx="10" cy="11"/>
            </a:xfrm>
            <a:custGeom>
              <a:avLst/>
              <a:gdLst>
                <a:gd name="T0" fmla="*/ 0 w 3"/>
                <a:gd name="T1" fmla="*/ 55 h 3"/>
                <a:gd name="T2" fmla="*/ 77 w 3"/>
                <a:gd name="T3" fmla="*/ 0 h 3"/>
                <a:gd name="T4" fmla="*/ 110 w 3"/>
                <a:gd name="T5" fmla="*/ 95 h 3"/>
                <a:gd name="T6" fmla="*/ 77 w 3"/>
                <a:gd name="T7" fmla="*/ 147 h 3"/>
                <a:gd name="T8" fmla="*/ 0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6" name="Freeform 680">
              <a:extLst>
                <a:ext uri="{FF2B5EF4-FFF2-40B4-BE49-F238E27FC236}">
                  <a16:creationId xmlns:a16="http://schemas.microsoft.com/office/drawing/2014/main" id="{E74362B2-82EC-42DB-95B9-280144781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194"/>
              <a:ext cx="10" cy="10"/>
            </a:xfrm>
            <a:custGeom>
              <a:avLst/>
              <a:gdLst>
                <a:gd name="T0" fmla="*/ 0 w 3"/>
                <a:gd name="T1" fmla="*/ 33 h 3"/>
                <a:gd name="T2" fmla="*/ 33 w 3"/>
                <a:gd name="T3" fmla="*/ 0 h 3"/>
                <a:gd name="T4" fmla="*/ 110 w 3"/>
                <a:gd name="T5" fmla="*/ 77 h 3"/>
                <a:gd name="T6" fmla="*/ 33 w 3"/>
                <a:gd name="T7" fmla="*/ 110 h 3"/>
                <a:gd name="T8" fmla="*/ 0 w 3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7" name="Freeform 681">
              <a:extLst>
                <a:ext uri="{FF2B5EF4-FFF2-40B4-BE49-F238E27FC236}">
                  <a16:creationId xmlns:a16="http://schemas.microsoft.com/office/drawing/2014/main" id="{04A2BC42-AB7F-4C06-9BD3-4E0919810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204"/>
              <a:ext cx="14" cy="11"/>
            </a:xfrm>
            <a:custGeom>
              <a:avLst/>
              <a:gdLst>
                <a:gd name="T0" fmla="*/ 0 w 4"/>
                <a:gd name="T1" fmla="*/ 55 h 3"/>
                <a:gd name="T2" fmla="*/ 88 w 4"/>
                <a:gd name="T3" fmla="*/ 0 h 3"/>
                <a:gd name="T4" fmla="*/ 172 w 4"/>
                <a:gd name="T5" fmla="*/ 55 h 3"/>
                <a:gd name="T6" fmla="*/ 88 w 4"/>
                <a:gd name="T7" fmla="*/ 147 h 3"/>
                <a:gd name="T8" fmla="*/ 0 w 4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8" name="Freeform 682">
              <a:extLst>
                <a:ext uri="{FF2B5EF4-FFF2-40B4-BE49-F238E27FC236}">
                  <a16:creationId xmlns:a16="http://schemas.microsoft.com/office/drawing/2014/main" id="{AFBF038C-E96A-4194-AEAF-A89920AD4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187"/>
              <a:ext cx="6" cy="7"/>
            </a:xfrm>
            <a:custGeom>
              <a:avLst/>
              <a:gdLst>
                <a:gd name="T0" fmla="*/ 0 w 2"/>
                <a:gd name="T1" fmla="*/ 49 h 2"/>
                <a:gd name="T2" fmla="*/ 27 w 2"/>
                <a:gd name="T3" fmla="*/ 0 h 2"/>
                <a:gd name="T4" fmla="*/ 54 w 2"/>
                <a:gd name="T5" fmla="*/ 49 h 2"/>
                <a:gd name="T6" fmla="*/ 27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9" name="Freeform 683">
              <a:extLst>
                <a:ext uri="{FF2B5EF4-FFF2-40B4-BE49-F238E27FC236}">
                  <a16:creationId xmlns:a16="http://schemas.microsoft.com/office/drawing/2014/main" id="{7CE9E607-2D79-4142-9DB2-C4A61FD89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668"/>
              <a:ext cx="10" cy="10"/>
            </a:xfrm>
            <a:custGeom>
              <a:avLst/>
              <a:gdLst>
                <a:gd name="T0" fmla="*/ 0 w 3"/>
                <a:gd name="T1" fmla="*/ 77 h 3"/>
                <a:gd name="T2" fmla="*/ 33 w 3"/>
                <a:gd name="T3" fmla="*/ 0 h 3"/>
                <a:gd name="T4" fmla="*/ 110 w 3"/>
                <a:gd name="T5" fmla="*/ 33 h 3"/>
                <a:gd name="T6" fmla="*/ 33 w 3"/>
                <a:gd name="T7" fmla="*/ 110 h 3"/>
                <a:gd name="T8" fmla="*/ 0 w 3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0" name="Freeform 684">
              <a:extLst>
                <a:ext uri="{FF2B5EF4-FFF2-40B4-BE49-F238E27FC236}">
                  <a16:creationId xmlns:a16="http://schemas.microsoft.com/office/drawing/2014/main" id="{D5FBDF30-7F72-4C68-9799-97BC6D134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668"/>
              <a:ext cx="6" cy="10"/>
            </a:xfrm>
            <a:custGeom>
              <a:avLst/>
              <a:gdLst>
                <a:gd name="T0" fmla="*/ 0 w 2"/>
                <a:gd name="T1" fmla="*/ 77 h 3"/>
                <a:gd name="T2" fmla="*/ 27 w 2"/>
                <a:gd name="T3" fmla="*/ 0 h 3"/>
                <a:gd name="T4" fmla="*/ 54 w 2"/>
                <a:gd name="T5" fmla="*/ 33 h 3"/>
                <a:gd name="T6" fmla="*/ 27 w 2"/>
                <a:gd name="T7" fmla="*/ 110 h 3"/>
                <a:gd name="T8" fmla="*/ 0 w 2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1" name="Oval 685">
              <a:extLst>
                <a:ext uri="{FF2B5EF4-FFF2-40B4-BE49-F238E27FC236}">
                  <a16:creationId xmlns:a16="http://schemas.microsoft.com/office/drawing/2014/main" id="{3E3C12DC-BD92-4AC7-9A3F-7EBF5A794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2664"/>
              <a:ext cx="7" cy="7"/>
            </a:xfrm>
            <a:prstGeom prst="ellipse">
              <a:avLst/>
            </a:pr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42" name="Freeform 686">
              <a:extLst>
                <a:ext uri="{FF2B5EF4-FFF2-40B4-BE49-F238E27FC236}">
                  <a16:creationId xmlns:a16="http://schemas.microsoft.com/office/drawing/2014/main" id="{E352DD68-6A79-4722-B057-410FFD91D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661"/>
              <a:ext cx="10" cy="7"/>
            </a:xfrm>
            <a:custGeom>
              <a:avLst/>
              <a:gdLst>
                <a:gd name="T0" fmla="*/ 0 w 3"/>
                <a:gd name="T1" fmla="*/ 49 h 2"/>
                <a:gd name="T2" fmla="*/ 77 w 3"/>
                <a:gd name="T3" fmla="*/ 0 h 2"/>
                <a:gd name="T4" fmla="*/ 110 w 3"/>
                <a:gd name="T5" fmla="*/ 49 h 2"/>
                <a:gd name="T6" fmla="*/ 77 w 3"/>
                <a:gd name="T7" fmla="*/ 88 h 2"/>
                <a:gd name="T8" fmla="*/ 0 w 3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3" name="Freeform 687">
              <a:extLst>
                <a:ext uri="{FF2B5EF4-FFF2-40B4-BE49-F238E27FC236}">
                  <a16:creationId xmlns:a16="http://schemas.microsoft.com/office/drawing/2014/main" id="{33C407B5-EAAB-47DB-8120-9C6E8652B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678"/>
              <a:ext cx="10" cy="8"/>
            </a:xfrm>
            <a:custGeom>
              <a:avLst/>
              <a:gdLst>
                <a:gd name="T0" fmla="*/ 0 w 3"/>
                <a:gd name="T1" fmla="*/ 64 h 2"/>
                <a:gd name="T2" fmla="*/ 33 w 3"/>
                <a:gd name="T3" fmla="*/ 0 h 2"/>
                <a:gd name="T4" fmla="*/ 77 w 3"/>
                <a:gd name="T5" fmla="*/ 64 h 2"/>
                <a:gd name="T6" fmla="*/ 33 w 3"/>
                <a:gd name="T7" fmla="*/ 128 h 2"/>
                <a:gd name="T8" fmla="*/ 0 w 3"/>
                <a:gd name="T9" fmla="*/ 6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4" name="Freeform 688">
              <a:extLst>
                <a:ext uri="{FF2B5EF4-FFF2-40B4-BE49-F238E27FC236}">
                  <a16:creationId xmlns:a16="http://schemas.microsoft.com/office/drawing/2014/main" id="{B3F5E83E-F7A9-41F3-99B2-6214912C6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678"/>
              <a:ext cx="7" cy="11"/>
            </a:xfrm>
            <a:custGeom>
              <a:avLst/>
              <a:gdLst>
                <a:gd name="T0" fmla="*/ 0 w 2"/>
                <a:gd name="T1" fmla="*/ 95 h 3"/>
                <a:gd name="T2" fmla="*/ 49 w 2"/>
                <a:gd name="T3" fmla="*/ 0 h 3"/>
                <a:gd name="T4" fmla="*/ 88 w 2"/>
                <a:gd name="T5" fmla="*/ 55 h 3"/>
                <a:gd name="T6" fmla="*/ 49 w 2"/>
                <a:gd name="T7" fmla="*/ 147 h 3"/>
                <a:gd name="T8" fmla="*/ 0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5" name="Freeform 689">
              <a:extLst>
                <a:ext uri="{FF2B5EF4-FFF2-40B4-BE49-F238E27FC236}">
                  <a16:creationId xmlns:a16="http://schemas.microsoft.com/office/drawing/2014/main" id="{AD724967-8C0E-4D1D-A56F-ECCB8E13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668"/>
              <a:ext cx="10" cy="10"/>
            </a:xfrm>
            <a:custGeom>
              <a:avLst/>
              <a:gdLst>
                <a:gd name="T0" fmla="*/ 33 w 3"/>
                <a:gd name="T1" fmla="*/ 33 h 3"/>
                <a:gd name="T2" fmla="*/ 77 w 3"/>
                <a:gd name="T3" fmla="*/ 0 h 3"/>
                <a:gd name="T4" fmla="*/ 110 w 3"/>
                <a:gd name="T5" fmla="*/ 33 h 3"/>
                <a:gd name="T6" fmla="*/ 77 w 3"/>
                <a:gd name="T7" fmla="*/ 110 h 3"/>
                <a:gd name="T8" fmla="*/ 33 w 3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6" name="Oval 690">
              <a:extLst>
                <a:ext uri="{FF2B5EF4-FFF2-40B4-BE49-F238E27FC236}">
                  <a16:creationId xmlns:a16="http://schemas.microsoft.com/office/drawing/2014/main" id="{2BA7FF01-9822-4CD8-82D0-459693EBA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678"/>
              <a:ext cx="7" cy="8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47" name="Freeform 691">
              <a:extLst>
                <a:ext uri="{FF2B5EF4-FFF2-40B4-BE49-F238E27FC236}">
                  <a16:creationId xmlns:a16="http://schemas.microsoft.com/office/drawing/2014/main" id="{71CC02A4-4663-4192-8429-3C5B97513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689"/>
              <a:ext cx="7" cy="7"/>
            </a:xfrm>
            <a:custGeom>
              <a:avLst/>
              <a:gdLst>
                <a:gd name="T0" fmla="*/ 0 w 2"/>
                <a:gd name="T1" fmla="*/ 49 h 2"/>
                <a:gd name="T2" fmla="*/ 0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8" name="Freeform 692">
              <a:extLst>
                <a:ext uri="{FF2B5EF4-FFF2-40B4-BE49-F238E27FC236}">
                  <a16:creationId xmlns:a16="http://schemas.microsoft.com/office/drawing/2014/main" id="{D49D9FCF-9865-4395-B1CD-EE14CCACD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693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9" name="Freeform 693">
              <a:extLst>
                <a:ext uri="{FF2B5EF4-FFF2-40B4-BE49-F238E27FC236}">
                  <a16:creationId xmlns:a16="http://schemas.microsoft.com/office/drawing/2014/main" id="{083903FA-614A-4F26-B5D9-336295F93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707"/>
              <a:ext cx="4" cy="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64 w 1"/>
                <a:gd name="T5" fmla="*/ 0 h 1"/>
                <a:gd name="T6" fmla="*/ 64 w 1"/>
                <a:gd name="T7" fmla="*/ 64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0" name="Oval 694">
              <a:extLst>
                <a:ext uri="{FF2B5EF4-FFF2-40B4-BE49-F238E27FC236}">
                  <a16:creationId xmlns:a16="http://schemas.microsoft.com/office/drawing/2014/main" id="{44542940-ADF4-45BA-9713-85C460DDC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700"/>
              <a:ext cx="4" cy="3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51" name="Freeform 695">
              <a:extLst>
                <a:ext uri="{FF2B5EF4-FFF2-40B4-BE49-F238E27FC236}">
                  <a16:creationId xmlns:a16="http://schemas.microsoft.com/office/drawing/2014/main" id="{92F94DD3-3335-4F40-B39E-0CA8D3E61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703"/>
              <a:ext cx="4" cy="4"/>
            </a:xfrm>
            <a:custGeom>
              <a:avLst/>
              <a:gdLst>
                <a:gd name="T0" fmla="*/ 0 w 1"/>
                <a:gd name="T1" fmla="*/ 0 h 1"/>
                <a:gd name="T2" fmla="*/ 64 w 1"/>
                <a:gd name="T3" fmla="*/ 0 h 1"/>
                <a:gd name="T4" fmla="*/ 64 w 1"/>
                <a:gd name="T5" fmla="*/ 0 h 1"/>
                <a:gd name="T6" fmla="*/ 64 w 1"/>
                <a:gd name="T7" fmla="*/ 64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2" name="Oval 696">
              <a:extLst>
                <a:ext uri="{FF2B5EF4-FFF2-40B4-BE49-F238E27FC236}">
                  <a16:creationId xmlns:a16="http://schemas.microsoft.com/office/drawing/2014/main" id="{EE8BB056-585F-42D0-AD70-51479181A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2682"/>
              <a:ext cx="4" cy="7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53" name="Freeform 697">
              <a:extLst>
                <a:ext uri="{FF2B5EF4-FFF2-40B4-BE49-F238E27FC236}">
                  <a16:creationId xmlns:a16="http://schemas.microsoft.com/office/drawing/2014/main" id="{4C1F9D23-189C-49DB-B4D8-249E503A7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68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27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4" name="Freeform 698">
              <a:extLst>
                <a:ext uri="{FF2B5EF4-FFF2-40B4-BE49-F238E27FC236}">
                  <a16:creationId xmlns:a16="http://schemas.microsoft.com/office/drawing/2014/main" id="{9437A905-E12E-4E78-8CC8-5A63BCC9A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664"/>
              <a:ext cx="7" cy="4"/>
            </a:xfrm>
            <a:custGeom>
              <a:avLst/>
              <a:gdLst>
                <a:gd name="T0" fmla="*/ 0 w 2"/>
                <a:gd name="T1" fmla="*/ 0 h 1"/>
                <a:gd name="T2" fmla="*/ 49 w 2"/>
                <a:gd name="T3" fmla="*/ 0 h 1"/>
                <a:gd name="T4" fmla="*/ 88 w 2"/>
                <a:gd name="T5" fmla="*/ 0 h 1"/>
                <a:gd name="T6" fmla="*/ 49 w 2"/>
                <a:gd name="T7" fmla="*/ 64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5" name="Oval 699">
              <a:extLst>
                <a:ext uri="{FF2B5EF4-FFF2-40B4-BE49-F238E27FC236}">
                  <a16:creationId xmlns:a16="http://schemas.microsoft.com/office/drawing/2014/main" id="{F4EE57A2-9EF2-4A37-B9A1-51FED5912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671"/>
              <a:ext cx="7" cy="4"/>
            </a:xfrm>
            <a:prstGeom prst="ellipse">
              <a:avLst/>
            </a:pr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56" name="Freeform 700">
              <a:extLst>
                <a:ext uri="{FF2B5EF4-FFF2-40B4-BE49-F238E27FC236}">
                  <a16:creationId xmlns:a16="http://schemas.microsoft.com/office/drawing/2014/main" id="{9606ECC4-2AA1-41E0-8E6F-64594D3BE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657"/>
              <a:ext cx="3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0 h 1"/>
                <a:gd name="T4" fmla="*/ 27 w 1"/>
                <a:gd name="T5" fmla="*/ 64 h 1"/>
                <a:gd name="T6" fmla="*/ 0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7" name="Oval 701">
              <a:extLst>
                <a:ext uri="{FF2B5EF4-FFF2-40B4-BE49-F238E27FC236}">
                  <a16:creationId xmlns:a16="http://schemas.microsoft.com/office/drawing/2014/main" id="{3EFB6600-42A4-478B-9AAD-9E74ECB72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2657"/>
              <a:ext cx="3" cy="7"/>
            </a:xfrm>
            <a:prstGeom prst="ellipse">
              <a:avLst/>
            </a:pr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58" name="Oval 702">
              <a:extLst>
                <a:ext uri="{FF2B5EF4-FFF2-40B4-BE49-F238E27FC236}">
                  <a16:creationId xmlns:a16="http://schemas.microsoft.com/office/drawing/2014/main" id="{46FDBD2B-C4AD-412C-B1FC-74BE63CF9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664"/>
              <a:ext cx="4" cy="4"/>
            </a:xfrm>
            <a:prstGeom prst="ellipse">
              <a:avLst/>
            </a:pr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59" name="Oval 703">
              <a:extLst>
                <a:ext uri="{FF2B5EF4-FFF2-40B4-BE49-F238E27FC236}">
                  <a16:creationId xmlns:a16="http://schemas.microsoft.com/office/drawing/2014/main" id="{4CC5A4EB-F94B-4FD5-A3B9-0AC54BBB9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2678"/>
              <a:ext cx="7" cy="8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60" name="Oval 704">
              <a:extLst>
                <a:ext uri="{FF2B5EF4-FFF2-40B4-BE49-F238E27FC236}">
                  <a16:creationId xmlns:a16="http://schemas.microsoft.com/office/drawing/2014/main" id="{4B3F7FD0-F549-4EF6-8B8C-AD309E4E2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2678"/>
              <a:ext cx="7" cy="8"/>
            </a:xfrm>
            <a:prstGeom prst="ellipse">
              <a:avLst/>
            </a:pr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61" name="Freeform 705">
              <a:extLst>
                <a:ext uri="{FF2B5EF4-FFF2-40B4-BE49-F238E27FC236}">
                  <a16:creationId xmlns:a16="http://schemas.microsoft.com/office/drawing/2014/main" id="{704814DD-B439-4C09-B310-99EAD535E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671"/>
              <a:ext cx="10" cy="11"/>
            </a:xfrm>
            <a:custGeom>
              <a:avLst/>
              <a:gdLst>
                <a:gd name="T0" fmla="*/ 0 w 3"/>
                <a:gd name="T1" fmla="*/ 55 h 3"/>
                <a:gd name="T2" fmla="*/ 77 w 3"/>
                <a:gd name="T3" fmla="*/ 0 h 3"/>
                <a:gd name="T4" fmla="*/ 110 w 3"/>
                <a:gd name="T5" fmla="*/ 55 h 3"/>
                <a:gd name="T6" fmla="*/ 77 w 3"/>
                <a:gd name="T7" fmla="*/ 147 h 3"/>
                <a:gd name="T8" fmla="*/ 0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2" name="Freeform 706">
              <a:extLst>
                <a:ext uri="{FF2B5EF4-FFF2-40B4-BE49-F238E27FC236}">
                  <a16:creationId xmlns:a16="http://schemas.microsoft.com/office/drawing/2014/main" id="{63830CE6-FBC4-4B24-AB19-1DA1E4867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678"/>
              <a:ext cx="10" cy="11"/>
            </a:xfrm>
            <a:custGeom>
              <a:avLst/>
              <a:gdLst>
                <a:gd name="T0" fmla="*/ 0 w 3"/>
                <a:gd name="T1" fmla="*/ 95 h 3"/>
                <a:gd name="T2" fmla="*/ 33 w 3"/>
                <a:gd name="T3" fmla="*/ 0 h 3"/>
                <a:gd name="T4" fmla="*/ 110 w 3"/>
                <a:gd name="T5" fmla="*/ 95 h 3"/>
                <a:gd name="T6" fmla="*/ 77 w 3"/>
                <a:gd name="T7" fmla="*/ 147 h 3"/>
                <a:gd name="T8" fmla="*/ 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3" name="Freeform 707">
              <a:extLst>
                <a:ext uri="{FF2B5EF4-FFF2-40B4-BE49-F238E27FC236}">
                  <a16:creationId xmlns:a16="http://schemas.microsoft.com/office/drawing/2014/main" id="{7803770A-8869-462B-910B-53D715BC9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675"/>
              <a:ext cx="10" cy="11"/>
            </a:xfrm>
            <a:custGeom>
              <a:avLst/>
              <a:gdLst>
                <a:gd name="T0" fmla="*/ 0 w 3"/>
                <a:gd name="T1" fmla="*/ 55 h 3"/>
                <a:gd name="T2" fmla="*/ 77 w 3"/>
                <a:gd name="T3" fmla="*/ 0 h 3"/>
                <a:gd name="T4" fmla="*/ 110 w 3"/>
                <a:gd name="T5" fmla="*/ 55 h 3"/>
                <a:gd name="T6" fmla="*/ 77 w 3"/>
                <a:gd name="T7" fmla="*/ 147 h 3"/>
                <a:gd name="T8" fmla="*/ 0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4" name="Freeform 708">
              <a:extLst>
                <a:ext uri="{FF2B5EF4-FFF2-40B4-BE49-F238E27FC236}">
                  <a16:creationId xmlns:a16="http://schemas.microsoft.com/office/drawing/2014/main" id="{CE0F2421-7480-4F1A-9A97-CC7F8F2AD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682"/>
              <a:ext cx="14" cy="11"/>
            </a:xfrm>
            <a:custGeom>
              <a:avLst/>
              <a:gdLst>
                <a:gd name="T0" fmla="*/ 49 w 4"/>
                <a:gd name="T1" fmla="*/ 95 h 3"/>
                <a:gd name="T2" fmla="*/ 88 w 4"/>
                <a:gd name="T3" fmla="*/ 0 h 3"/>
                <a:gd name="T4" fmla="*/ 172 w 4"/>
                <a:gd name="T5" fmla="*/ 95 h 3"/>
                <a:gd name="T6" fmla="*/ 88 w 4"/>
                <a:gd name="T7" fmla="*/ 147 h 3"/>
                <a:gd name="T8" fmla="*/ 49 w 4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5" name="Freeform 709">
              <a:extLst>
                <a:ext uri="{FF2B5EF4-FFF2-40B4-BE49-F238E27FC236}">
                  <a16:creationId xmlns:a16="http://schemas.microsoft.com/office/drawing/2014/main" id="{778BA6CC-B972-4D68-BE0E-1D5CE9030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675"/>
              <a:ext cx="3" cy="7"/>
            </a:xfrm>
            <a:custGeom>
              <a:avLst/>
              <a:gdLst>
                <a:gd name="T0" fmla="*/ 0 w 1"/>
                <a:gd name="T1" fmla="*/ 49 h 2"/>
                <a:gd name="T2" fmla="*/ 0 w 1"/>
                <a:gd name="T3" fmla="*/ 0 h 2"/>
                <a:gd name="T4" fmla="*/ 27 w 1"/>
                <a:gd name="T5" fmla="*/ 49 h 2"/>
                <a:gd name="T6" fmla="*/ 27 w 1"/>
                <a:gd name="T7" fmla="*/ 88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6" name="Freeform 710">
              <a:extLst>
                <a:ext uri="{FF2B5EF4-FFF2-40B4-BE49-F238E27FC236}">
                  <a16:creationId xmlns:a16="http://schemas.microsoft.com/office/drawing/2014/main" id="{95AEFCC6-1581-4097-BDC9-034694A8A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151"/>
              <a:ext cx="3" cy="7"/>
            </a:xfrm>
            <a:custGeom>
              <a:avLst/>
              <a:gdLst>
                <a:gd name="T0" fmla="*/ 0 w 1"/>
                <a:gd name="T1" fmla="*/ 49 h 2"/>
                <a:gd name="T2" fmla="*/ 27 w 1"/>
                <a:gd name="T3" fmla="*/ 0 h 2"/>
                <a:gd name="T4" fmla="*/ 27 w 1"/>
                <a:gd name="T5" fmla="*/ 49 h 2"/>
                <a:gd name="T6" fmla="*/ 0 w 1"/>
                <a:gd name="T7" fmla="*/ 88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7" name="Freeform 711">
              <a:extLst>
                <a:ext uri="{FF2B5EF4-FFF2-40B4-BE49-F238E27FC236}">
                  <a16:creationId xmlns:a16="http://schemas.microsoft.com/office/drawing/2014/main" id="{5E819748-9477-48B9-8A88-9F12CE0C9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162"/>
              <a:ext cx="4" cy="7"/>
            </a:xfrm>
            <a:custGeom>
              <a:avLst/>
              <a:gdLst>
                <a:gd name="T0" fmla="*/ 0 w 1"/>
                <a:gd name="T1" fmla="*/ 49 h 2"/>
                <a:gd name="T2" fmla="*/ 0 w 1"/>
                <a:gd name="T3" fmla="*/ 0 h 2"/>
                <a:gd name="T4" fmla="*/ 64 w 1"/>
                <a:gd name="T5" fmla="*/ 49 h 2"/>
                <a:gd name="T6" fmla="*/ 0 w 1"/>
                <a:gd name="T7" fmla="*/ 88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8" name="Freeform 712">
              <a:extLst>
                <a:ext uri="{FF2B5EF4-FFF2-40B4-BE49-F238E27FC236}">
                  <a16:creationId xmlns:a16="http://schemas.microsoft.com/office/drawing/2014/main" id="{5452EF80-6FA1-49E6-B919-0DDE672E8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176"/>
              <a:ext cx="6" cy="3"/>
            </a:xfrm>
            <a:custGeom>
              <a:avLst/>
              <a:gdLst>
                <a:gd name="T0" fmla="*/ 0 w 2"/>
                <a:gd name="T1" fmla="*/ 0 h 1"/>
                <a:gd name="T2" fmla="*/ 27 w 2"/>
                <a:gd name="T3" fmla="*/ 0 h 1"/>
                <a:gd name="T4" fmla="*/ 27 w 2"/>
                <a:gd name="T5" fmla="*/ 0 h 1"/>
                <a:gd name="T6" fmla="*/ 27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9" name="Freeform 713">
              <a:extLst>
                <a:ext uri="{FF2B5EF4-FFF2-40B4-BE49-F238E27FC236}">
                  <a16:creationId xmlns:a16="http://schemas.microsoft.com/office/drawing/2014/main" id="{B7ACBE32-DE56-40AE-99AE-420B30FD8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162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0" name="Freeform 714">
              <a:extLst>
                <a:ext uri="{FF2B5EF4-FFF2-40B4-BE49-F238E27FC236}">
                  <a16:creationId xmlns:a16="http://schemas.microsoft.com/office/drawing/2014/main" id="{FA91F4E3-B46A-4DD2-8AEE-C64853AE3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866"/>
              <a:ext cx="6" cy="7"/>
            </a:xfrm>
            <a:custGeom>
              <a:avLst/>
              <a:gdLst>
                <a:gd name="T0" fmla="*/ 0 w 2"/>
                <a:gd name="T1" fmla="*/ 49 h 2"/>
                <a:gd name="T2" fmla="*/ 27 w 2"/>
                <a:gd name="T3" fmla="*/ 0 h 2"/>
                <a:gd name="T4" fmla="*/ 54 w 2"/>
                <a:gd name="T5" fmla="*/ 49 h 2"/>
                <a:gd name="T6" fmla="*/ 27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1" name="Freeform 715">
              <a:extLst>
                <a:ext uri="{FF2B5EF4-FFF2-40B4-BE49-F238E27FC236}">
                  <a16:creationId xmlns:a16="http://schemas.microsoft.com/office/drawing/2014/main" id="{018C5D5E-A3E6-4FEE-9246-459A9B4F4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869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2" name="Freeform 716">
              <a:extLst>
                <a:ext uri="{FF2B5EF4-FFF2-40B4-BE49-F238E27FC236}">
                  <a16:creationId xmlns:a16="http://schemas.microsoft.com/office/drawing/2014/main" id="{89A40587-1BC7-46FA-8AF7-502C127E4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873"/>
              <a:ext cx="7" cy="11"/>
            </a:xfrm>
            <a:custGeom>
              <a:avLst/>
              <a:gdLst>
                <a:gd name="T0" fmla="*/ 0 w 2"/>
                <a:gd name="T1" fmla="*/ 95 h 3"/>
                <a:gd name="T2" fmla="*/ 49 w 2"/>
                <a:gd name="T3" fmla="*/ 0 h 3"/>
                <a:gd name="T4" fmla="*/ 88 w 2"/>
                <a:gd name="T5" fmla="*/ 95 h 3"/>
                <a:gd name="T6" fmla="*/ 49 w 2"/>
                <a:gd name="T7" fmla="*/ 147 h 3"/>
                <a:gd name="T8" fmla="*/ 0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3" name="Freeform 717">
              <a:extLst>
                <a:ext uri="{FF2B5EF4-FFF2-40B4-BE49-F238E27FC236}">
                  <a16:creationId xmlns:a16="http://schemas.microsoft.com/office/drawing/2014/main" id="{75A47A2D-A12D-4A4B-8162-39E0AE02C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1859"/>
              <a:ext cx="10" cy="7"/>
            </a:xfrm>
            <a:custGeom>
              <a:avLst/>
              <a:gdLst>
                <a:gd name="T0" fmla="*/ 0 w 3"/>
                <a:gd name="T1" fmla="*/ 49 h 2"/>
                <a:gd name="T2" fmla="*/ 77 w 3"/>
                <a:gd name="T3" fmla="*/ 0 h 2"/>
                <a:gd name="T4" fmla="*/ 110 w 3"/>
                <a:gd name="T5" fmla="*/ 49 h 2"/>
                <a:gd name="T6" fmla="*/ 33 w 3"/>
                <a:gd name="T7" fmla="*/ 88 h 2"/>
                <a:gd name="T8" fmla="*/ 0 w 3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4" name="Freeform 718">
              <a:extLst>
                <a:ext uri="{FF2B5EF4-FFF2-40B4-BE49-F238E27FC236}">
                  <a16:creationId xmlns:a16="http://schemas.microsoft.com/office/drawing/2014/main" id="{29053F15-B399-49D7-8A0F-9896F270F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855"/>
              <a:ext cx="6" cy="7"/>
            </a:xfrm>
            <a:custGeom>
              <a:avLst/>
              <a:gdLst>
                <a:gd name="T0" fmla="*/ 0 w 2"/>
                <a:gd name="T1" fmla="*/ 49 h 2"/>
                <a:gd name="T2" fmla="*/ 27 w 2"/>
                <a:gd name="T3" fmla="*/ 0 h 2"/>
                <a:gd name="T4" fmla="*/ 54 w 2"/>
                <a:gd name="T5" fmla="*/ 49 h 2"/>
                <a:gd name="T6" fmla="*/ 27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5" name="Freeform 719">
              <a:extLst>
                <a:ext uri="{FF2B5EF4-FFF2-40B4-BE49-F238E27FC236}">
                  <a16:creationId xmlns:a16="http://schemas.microsoft.com/office/drawing/2014/main" id="{C6E42C84-F676-43D5-86A2-6A0FE496E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866"/>
              <a:ext cx="6" cy="10"/>
            </a:xfrm>
            <a:custGeom>
              <a:avLst/>
              <a:gdLst>
                <a:gd name="T0" fmla="*/ 0 w 2"/>
                <a:gd name="T1" fmla="*/ 33 h 3"/>
                <a:gd name="T2" fmla="*/ 27 w 2"/>
                <a:gd name="T3" fmla="*/ 0 h 3"/>
                <a:gd name="T4" fmla="*/ 54 w 2"/>
                <a:gd name="T5" fmla="*/ 77 h 3"/>
                <a:gd name="T6" fmla="*/ 27 w 2"/>
                <a:gd name="T7" fmla="*/ 110 h 3"/>
                <a:gd name="T8" fmla="*/ 0 w 2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6" name="Freeform 720">
              <a:extLst>
                <a:ext uri="{FF2B5EF4-FFF2-40B4-BE49-F238E27FC236}">
                  <a16:creationId xmlns:a16="http://schemas.microsoft.com/office/drawing/2014/main" id="{C1CF99D7-D873-425D-953D-0154FEFEA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876"/>
              <a:ext cx="10" cy="11"/>
            </a:xfrm>
            <a:custGeom>
              <a:avLst/>
              <a:gdLst>
                <a:gd name="T0" fmla="*/ 0 w 3"/>
                <a:gd name="T1" fmla="*/ 95 h 3"/>
                <a:gd name="T2" fmla="*/ 77 w 3"/>
                <a:gd name="T3" fmla="*/ 55 h 3"/>
                <a:gd name="T4" fmla="*/ 110 w 3"/>
                <a:gd name="T5" fmla="*/ 95 h 3"/>
                <a:gd name="T6" fmla="*/ 77 w 3"/>
                <a:gd name="T7" fmla="*/ 147 h 3"/>
                <a:gd name="T8" fmla="*/ 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7" name="Freeform 721">
              <a:extLst>
                <a:ext uri="{FF2B5EF4-FFF2-40B4-BE49-F238E27FC236}">
                  <a16:creationId xmlns:a16="http://schemas.microsoft.com/office/drawing/2014/main" id="{EFA3FC04-BB91-4376-958F-F7B97AEB6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894"/>
              <a:ext cx="6" cy="11"/>
            </a:xfrm>
            <a:custGeom>
              <a:avLst/>
              <a:gdLst>
                <a:gd name="T0" fmla="*/ 0 w 2"/>
                <a:gd name="T1" fmla="*/ 55 h 3"/>
                <a:gd name="T2" fmla="*/ 27 w 2"/>
                <a:gd name="T3" fmla="*/ 0 h 3"/>
                <a:gd name="T4" fmla="*/ 54 w 2"/>
                <a:gd name="T5" fmla="*/ 95 h 3"/>
                <a:gd name="T6" fmla="*/ 27 w 2"/>
                <a:gd name="T7" fmla="*/ 147 h 3"/>
                <a:gd name="T8" fmla="*/ 0 w 2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8" name="Freeform 722">
              <a:extLst>
                <a:ext uri="{FF2B5EF4-FFF2-40B4-BE49-F238E27FC236}">
                  <a16:creationId xmlns:a16="http://schemas.microsoft.com/office/drawing/2014/main" id="{9170FE95-A09A-4BCF-903C-80BA11AF7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3081"/>
              <a:ext cx="10" cy="14"/>
            </a:xfrm>
            <a:custGeom>
              <a:avLst/>
              <a:gdLst>
                <a:gd name="T0" fmla="*/ 0 w 3"/>
                <a:gd name="T1" fmla="*/ 88 h 4"/>
                <a:gd name="T2" fmla="*/ 33 w 3"/>
                <a:gd name="T3" fmla="*/ 49 h 4"/>
                <a:gd name="T4" fmla="*/ 110 w 3"/>
                <a:gd name="T5" fmla="*/ 88 h 4"/>
                <a:gd name="T6" fmla="*/ 77 w 3"/>
                <a:gd name="T7" fmla="*/ 172 h 4"/>
                <a:gd name="T8" fmla="*/ 0 w 3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9" name="Freeform 723">
              <a:extLst>
                <a:ext uri="{FF2B5EF4-FFF2-40B4-BE49-F238E27FC236}">
                  <a16:creationId xmlns:a16="http://schemas.microsoft.com/office/drawing/2014/main" id="{526CDCFD-F42A-4542-ACA7-B7EABA32F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074"/>
              <a:ext cx="10" cy="11"/>
            </a:xfrm>
            <a:custGeom>
              <a:avLst/>
              <a:gdLst>
                <a:gd name="T0" fmla="*/ 0 w 3"/>
                <a:gd name="T1" fmla="*/ 55 h 3"/>
                <a:gd name="T2" fmla="*/ 33 w 3"/>
                <a:gd name="T3" fmla="*/ 0 h 3"/>
                <a:gd name="T4" fmla="*/ 110 w 3"/>
                <a:gd name="T5" fmla="*/ 55 h 3"/>
                <a:gd name="T6" fmla="*/ 77 w 3"/>
                <a:gd name="T7" fmla="*/ 147 h 3"/>
                <a:gd name="T8" fmla="*/ 0 w 3"/>
                <a:gd name="T9" fmla="*/ 5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0" name="Freeform 724">
              <a:extLst>
                <a:ext uri="{FF2B5EF4-FFF2-40B4-BE49-F238E27FC236}">
                  <a16:creationId xmlns:a16="http://schemas.microsoft.com/office/drawing/2014/main" id="{8116FB00-B5AE-4853-9E61-C5A6A202F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056"/>
              <a:ext cx="13" cy="11"/>
            </a:xfrm>
            <a:custGeom>
              <a:avLst/>
              <a:gdLst>
                <a:gd name="T0" fmla="*/ 0 w 4"/>
                <a:gd name="T1" fmla="*/ 95 h 3"/>
                <a:gd name="T2" fmla="*/ 75 w 4"/>
                <a:gd name="T3" fmla="*/ 0 h 3"/>
                <a:gd name="T4" fmla="*/ 137 w 4"/>
                <a:gd name="T5" fmla="*/ 95 h 3"/>
                <a:gd name="T6" fmla="*/ 75 w 4"/>
                <a:gd name="T7" fmla="*/ 147 h 3"/>
                <a:gd name="T8" fmla="*/ 0 w 4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1" name="Freeform 725">
              <a:extLst>
                <a:ext uri="{FF2B5EF4-FFF2-40B4-BE49-F238E27FC236}">
                  <a16:creationId xmlns:a16="http://schemas.microsoft.com/office/drawing/2014/main" id="{53F29209-BF82-4CE7-BCD8-2D4E6172D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060"/>
              <a:ext cx="10" cy="11"/>
            </a:xfrm>
            <a:custGeom>
              <a:avLst/>
              <a:gdLst>
                <a:gd name="T0" fmla="*/ 0 w 3"/>
                <a:gd name="T1" fmla="*/ 95 h 3"/>
                <a:gd name="T2" fmla="*/ 33 w 3"/>
                <a:gd name="T3" fmla="*/ 0 h 3"/>
                <a:gd name="T4" fmla="*/ 110 w 3"/>
                <a:gd name="T5" fmla="*/ 55 h 3"/>
                <a:gd name="T6" fmla="*/ 77 w 3"/>
                <a:gd name="T7" fmla="*/ 147 h 3"/>
                <a:gd name="T8" fmla="*/ 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2" name="Freeform 726">
              <a:extLst>
                <a:ext uri="{FF2B5EF4-FFF2-40B4-BE49-F238E27FC236}">
                  <a16:creationId xmlns:a16="http://schemas.microsoft.com/office/drawing/2014/main" id="{7A0B2009-716D-4150-B60B-708D365E1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106"/>
              <a:ext cx="10" cy="11"/>
            </a:xfrm>
            <a:custGeom>
              <a:avLst/>
              <a:gdLst>
                <a:gd name="T0" fmla="*/ 0 w 3"/>
                <a:gd name="T1" fmla="*/ 95 h 3"/>
                <a:gd name="T2" fmla="*/ 33 w 3"/>
                <a:gd name="T3" fmla="*/ 0 h 3"/>
                <a:gd name="T4" fmla="*/ 110 w 3"/>
                <a:gd name="T5" fmla="*/ 95 h 3"/>
                <a:gd name="T6" fmla="*/ 77 w 3"/>
                <a:gd name="T7" fmla="*/ 147 h 3"/>
                <a:gd name="T8" fmla="*/ 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3" name="Freeform 727">
              <a:extLst>
                <a:ext uri="{FF2B5EF4-FFF2-40B4-BE49-F238E27FC236}">
                  <a16:creationId xmlns:a16="http://schemas.microsoft.com/office/drawing/2014/main" id="{0D853294-AA92-476B-BD46-3491C69C7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085"/>
              <a:ext cx="10" cy="10"/>
            </a:xfrm>
            <a:custGeom>
              <a:avLst/>
              <a:gdLst>
                <a:gd name="T0" fmla="*/ 0 w 3"/>
                <a:gd name="T1" fmla="*/ 77 h 3"/>
                <a:gd name="T2" fmla="*/ 33 w 3"/>
                <a:gd name="T3" fmla="*/ 0 h 3"/>
                <a:gd name="T4" fmla="*/ 110 w 3"/>
                <a:gd name="T5" fmla="*/ 33 h 3"/>
                <a:gd name="T6" fmla="*/ 77 w 3"/>
                <a:gd name="T7" fmla="*/ 110 h 3"/>
                <a:gd name="T8" fmla="*/ 0 w 3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" name="Freeform 728">
              <a:extLst>
                <a:ext uri="{FF2B5EF4-FFF2-40B4-BE49-F238E27FC236}">
                  <a16:creationId xmlns:a16="http://schemas.microsoft.com/office/drawing/2014/main" id="{DAD3620A-EE99-4AAC-BA57-3B44430C1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078"/>
              <a:ext cx="14" cy="10"/>
            </a:xfrm>
            <a:custGeom>
              <a:avLst/>
              <a:gdLst>
                <a:gd name="T0" fmla="*/ 0 w 4"/>
                <a:gd name="T1" fmla="*/ 77 h 3"/>
                <a:gd name="T2" fmla="*/ 88 w 4"/>
                <a:gd name="T3" fmla="*/ 0 h 3"/>
                <a:gd name="T4" fmla="*/ 172 w 4"/>
                <a:gd name="T5" fmla="*/ 33 h 3"/>
                <a:gd name="T6" fmla="*/ 88 w 4"/>
                <a:gd name="T7" fmla="*/ 110 h 3"/>
                <a:gd name="T8" fmla="*/ 0 w 4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5" name="Freeform 729">
              <a:extLst>
                <a:ext uri="{FF2B5EF4-FFF2-40B4-BE49-F238E27FC236}">
                  <a16:creationId xmlns:a16="http://schemas.microsoft.com/office/drawing/2014/main" id="{4CDC2E7E-898C-4419-B10C-C15AE8FAF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095"/>
              <a:ext cx="13" cy="11"/>
            </a:xfrm>
            <a:custGeom>
              <a:avLst/>
              <a:gdLst>
                <a:gd name="T0" fmla="*/ 0 w 4"/>
                <a:gd name="T1" fmla="*/ 95 h 3"/>
                <a:gd name="T2" fmla="*/ 75 w 4"/>
                <a:gd name="T3" fmla="*/ 0 h 3"/>
                <a:gd name="T4" fmla="*/ 107 w 4"/>
                <a:gd name="T5" fmla="*/ 55 h 3"/>
                <a:gd name="T6" fmla="*/ 75 w 4"/>
                <a:gd name="T7" fmla="*/ 147 h 3"/>
                <a:gd name="T8" fmla="*/ 0 w 4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6" name="Freeform 730">
              <a:extLst>
                <a:ext uri="{FF2B5EF4-FFF2-40B4-BE49-F238E27FC236}">
                  <a16:creationId xmlns:a16="http://schemas.microsoft.com/office/drawing/2014/main" id="{3B19CF4F-8028-4951-90F0-888EAC36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092"/>
              <a:ext cx="13" cy="14"/>
            </a:xfrm>
            <a:custGeom>
              <a:avLst/>
              <a:gdLst>
                <a:gd name="T0" fmla="*/ 0 w 4"/>
                <a:gd name="T1" fmla="*/ 88 h 4"/>
                <a:gd name="T2" fmla="*/ 75 w 4"/>
                <a:gd name="T3" fmla="*/ 0 h 4"/>
                <a:gd name="T4" fmla="*/ 137 w 4"/>
                <a:gd name="T5" fmla="*/ 88 h 4"/>
                <a:gd name="T6" fmla="*/ 75 w 4"/>
                <a:gd name="T7" fmla="*/ 172 h 4"/>
                <a:gd name="T8" fmla="*/ 0 w 4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7" name="Freeform 731">
              <a:extLst>
                <a:ext uri="{FF2B5EF4-FFF2-40B4-BE49-F238E27FC236}">
                  <a16:creationId xmlns:a16="http://schemas.microsoft.com/office/drawing/2014/main" id="{D7CA03AC-6460-492B-B568-C93F9D429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113"/>
              <a:ext cx="10" cy="11"/>
            </a:xfrm>
            <a:custGeom>
              <a:avLst/>
              <a:gdLst>
                <a:gd name="T0" fmla="*/ 0 w 3"/>
                <a:gd name="T1" fmla="*/ 95 h 3"/>
                <a:gd name="T2" fmla="*/ 33 w 3"/>
                <a:gd name="T3" fmla="*/ 0 h 3"/>
                <a:gd name="T4" fmla="*/ 110 w 3"/>
                <a:gd name="T5" fmla="*/ 55 h 3"/>
                <a:gd name="T6" fmla="*/ 33 w 3"/>
                <a:gd name="T7" fmla="*/ 147 h 3"/>
                <a:gd name="T8" fmla="*/ 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8" name="Freeform 732">
              <a:extLst>
                <a:ext uri="{FF2B5EF4-FFF2-40B4-BE49-F238E27FC236}">
                  <a16:creationId xmlns:a16="http://schemas.microsoft.com/office/drawing/2014/main" id="{537D0050-92E8-4D49-9F10-ECCF452BD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3120"/>
              <a:ext cx="13" cy="11"/>
            </a:xfrm>
            <a:custGeom>
              <a:avLst/>
              <a:gdLst>
                <a:gd name="T0" fmla="*/ 0 w 4"/>
                <a:gd name="T1" fmla="*/ 95 h 3"/>
                <a:gd name="T2" fmla="*/ 75 w 4"/>
                <a:gd name="T3" fmla="*/ 0 h 3"/>
                <a:gd name="T4" fmla="*/ 137 w 4"/>
                <a:gd name="T5" fmla="*/ 55 h 3"/>
                <a:gd name="T6" fmla="*/ 75 w 4"/>
                <a:gd name="T7" fmla="*/ 147 h 3"/>
                <a:gd name="T8" fmla="*/ 0 w 4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9" name="Freeform 733">
              <a:extLst>
                <a:ext uri="{FF2B5EF4-FFF2-40B4-BE49-F238E27FC236}">
                  <a16:creationId xmlns:a16="http://schemas.microsoft.com/office/drawing/2014/main" id="{F7C4C10B-37D4-4403-99E4-81BD72BE0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106"/>
              <a:ext cx="13" cy="11"/>
            </a:xfrm>
            <a:custGeom>
              <a:avLst/>
              <a:gdLst>
                <a:gd name="T0" fmla="*/ 33 w 4"/>
                <a:gd name="T1" fmla="*/ 95 h 3"/>
                <a:gd name="T2" fmla="*/ 75 w 4"/>
                <a:gd name="T3" fmla="*/ 0 h 3"/>
                <a:gd name="T4" fmla="*/ 137 w 4"/>
                <a:gd name="T5" fmla="*/ 55 h 3"/>
                <a:gd name="T6" fmla="*/ 75 w 4"/>
                <a:gd name="T7" fmla="*/ 147 h 3"/>
                <a:gd name="T8" fmla="*/ 33 w 4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0" name="Freeform 734">
              <a:extLst>
                <a:ext uri="{FF2B5EF4-FFF2-40B4-BE49-F238E27FC236}">
                  <a16:creationId xmlns:a16="http://schemas.microsoft.com/office/drawing/2014/main" id="{CCB3FCBD-785F-4B88-A800-AF15F71D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110"/>
              <a:ext cx="14" cy="14"/>
            </a:xfrm>
            <a:custGeom>
              <a:avLst/>
              <a:gdLst>
                <a:gd name="T0" fmla="*/ 0 w 4"/>
                <a:gd name="T1" fmla="*/ 88 h 4"/>
                <a:gd name="T2" fmla="*/ 88 w 4"/>
                <a:gd name="T3" fmla="*/ 49 h 4"/>
                <a:gd name="T4" fmla="*/ 172 w 4"/>
                <a:gd name="T5" fmla="*/ 88 h 4"/>
                <a:gd name="T6" fmla="*/ 88 w 4"/>
                <a:gd name="T7" fmla="*/ 172 h 4"/>
                <a:gd name="T8" fmla="*/ 0 w 4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1" name="Freeform 735">
              <a:extLst>
                <a:ext uri="{FF2B5EF4-FFF2-40B4-BE49-F238E27FC236}">
                  <a16:creationId xmlns:a16="http://schemas.microsoft.com/office/drawing/2014/main" id="{C55AA734-D4C0-4967-9CB4-3AF9B206E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3088"/>
              <a:ext cx="14" cy="11"/>
            </a:xfrm>
            <a:custGeom>
              <a:avLst/>
              <a:gdLst>
                <a:gd name="T0" fmla="*/ 0 w 4"/>
                <a:gd name="T1" fmla="*/ 95 h 3"/>
                <a:gd name="T2" fmla="*/ 88 w 4"/>
                <a:gd name="T3" fmla="*/ 0 h 3"/>
                <a:gd name="T4" fmla="*/ 172 w 4"/>
                <a:gd name="T5" fmla="*/ 55 h 3"/>
                <a:gd name="T6" fmla="*/ 88 w 4"/>
                <a:gd name="T7" fmla="*/ 147 h 3"/>
                <a:gd name="T8" fmla="*/ 0 w 4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2" name="Freeform 736">
              <a:extLst>
                <a:ext uri="{FF2B5EF4-FFF2-40B4-BE49-F238E27FC236}">
                  <a16:creationId xmlns:a16="http://schemas.microsoft.com/office/drawing/2014/main" id="{7551B004-A4B2-456C-B29B-B114F56F0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3081"/>
              <a:ext cx="13" cy="14"/>
            </a:xfrm>
            <a:custGeom>
              <a:avLst/>
              <a:gdLst>
                <a:gd name="T0" fmla="*/ 0 w 4"/>
                <a:gd name="T1" fmla="*/ 88 h 4"/>
                <a:gd name="T2" fmla="*/ 75 w 4"/>
                <a:gd name="T3" fmla="*/ 0 h 4"/>
                <a:gd name="T4" fmla="*/ 107 w 4"/>
                <a:gd name="T5" fmla="*/ 88 h 4"/>
                <a:gd name="T6" fmla="*/ 75 w 4"/>
                <a:gd name="T7" fmla="*/ 137 h 4"/>
                <a:gd name="T8" fmla="*/ 0 w 4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3" name="Freeform 737">
              <a:extLst>
                <a:ext uri="{FF2B5EF4-FFF2-40B4-BE49-F238E27FC236}">
                  <a16:creationId xmlns:a16="http://schemas.microsoft.com/office/drawing/2014/main" id="{5464E4A5-57B3-49CE-802F-5E98160A4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110"/>
              <a:ext cx="10" cy="14"/>
            </a:xfrm>
            <a:custGeom>
              <a:avLst/>
              <a:gdLst>
                <a:gd name="T0" fmla="*/ 0 w 3"/>
                <a:gd name="T1" fmla="*/ 88 h 4"/>
                <a:gd name="T2" fmla="*/ 33 w 3"/>
                <a:gd name="T3" fmla="*/ 0 h 4"/>
                <a:gd name="T4" fmla="*/ 110 w 3"/>
                <a:gd name="T5" fmla="*/ 88 h 4"/>
                <a:gd name="T6" fmla="*/ 77 w 3"/>
                <a:gd name="T7" fmla="*/ 137 h 4"/>
                <a:gd name="T8" fmla="*/ 0 w 3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4" name="Freeform 738">
              <a:extLst>
                <a:ext uri="{FF2B5EF4-FFF2-40B4-BE49-F238E27FC236}">
                  <a16:creationId xmlns:a16="http://schemas.microsoft.com/office/drawing/2014/main" id="{F7C1CF80-9F14-486A-AE05-F9849AF87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120"/>
              <a:ext cx="10" cy="11"/>
            </a:xfrm>
            <a:custGeom>
              <a:avLst/>
              <a:gdLst>
                <a:gd name="T0" fmla="*/ 0 w 3"/>
                <a:gd name="T1" fmla="*/ 95 h 3"/>
                <a:gd name="T2" fmla="*/ 33 w 3"/>
                <a:gd name="T3" fmla="*/ 0 h 3"/>
                <a:gd name="T4" fmla="*/ 110 w 3"/>
                <a:gd name="T5" fmla="*/ 55 h 3"/>
                <a:gd name="T6" fmla="*/ 77 w 3"/>
                <a:gd name="T7" fmla="*/ 147 h 3"/>
                <a:gd name="T8" fmla="*/ 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5" name="Freeform 739">
              <a:extLst>
                <a:ext uri="{FF2B5EF4-FFF2-40B4-BE49-F238E27FC236}">
                  <a16:creationId xmlns:a16="http://schemas.microsoft.com/office/drawing/2014/main" id="{0F6158E7-5F4A-4CC5-8371-A01CD3986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3095"/>
              <a:ext cx="10" cy="15"/>
            </a:xfrm>
            <a:custGeom>
              <a:avLst/>
              <a:gdLst>
                <a:gd name="T0" fmla="*/ 0 w 3"/>
                <a:gd name="T1" fmla="*/ 113 h 4"/>
                <a:gd name="T2" fmla="*/ 33 w 3"/>
                <a:gd name="T3" fmla="*/ 56 h 4"/>
                <a:gd name="T4" fmla="*/ 110 w 3"/>
                <a:gd name="T5" fmla="*/ 113 h 4"/>
                <a:gd name="T6" fmla="*/ 33 w 3"/>
                <a:gd name="T7" fmla="*/ 210 h 4"/>
                <a:gd name="T8" fmla="*/ 0 w 3"/>
                <a:gd name="T9" fmla="*/ 11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6" name="Freeform 740">
              <a:extLst>
                <a:ext uri="{FF2B5EF4-FFF2-40B4-BE49-F238E27FC236}">
                  <a16:creationId xmlns:a16="http://schemas.microsoft.com/office/drawing/2014/main" id="{C8EA8C22-810C-4DA8-9616-9393F7BD4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3078"/>
              <a:ext cx="13" cy="10"/>
            </a:xfrm>
            <a:custGeom>
              <a:avLst/>
              <a:gdLst>
                <a:gd name="T0" fmla="*/ 0 w 4"/>
                <a:gd name="T1" fmla="*/ 77 h 3"/>
                <a:gd name="T2" fmla="*/ 75 w 4"/>
                <a:gd name="T3" fmla="*/ 0 h 3"/>
                <a:gd name="T4" fmla="*/ 107 w 4"/>
                <a:gd name="T5" fmla="*/ 33 h 3"/>
                <a:gd name="T6" fmla="*/ 75 w 4"/>
                <a:gd name="T7" fmla="*/ 110 h 3"/>
                <a:gd name="T8" fmla="*/ 0 w 4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7" name="Freeform 741">
              <a:extLst>
                <a:ext uri="{FF2B5EF4-FFF2-40B4-BE49-F238E27FC236}">
                  <a16:creationId xmlns:a16="http://schemas.microsoft.com/office/drawing/2014/main" id="{98A3308E-2FB5-4E52-AB96-C886CB728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081"/>
              <a:ext cx="13" cy="14"/>
            </a:xfrm>
            <a:custGeom>
              <a:avLst/>
              <a:gdLst>
                <a:gd name="T0" fmla="*/ 0 w 4"/>
                <a:gd name="T1" fmla="*/ 88 h 4"/>
                <a:gd name="T2" fmla="*/ 75 w 4"/>
                <a:gd name="T3" fmla="*/ 0 h 4"/>
                <a:gd name="T4" fmla="*/ 137 w 4"/>
                <a:gd name="T5" fmla="*/ 88 h 4"/>
                <a:gd name="T6" fmla="*/ 75 w 4"/>
                <a:gd name="T7" fmla="*/ 172 h 4"/>
                <a:gd name="T8" fmla="*/ 0 w 4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3" y="3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8" name="Freeform 742">
              <a:extLst>
                <a:ext uri="{FF2B5EF4-FFF2-40B4-BE49-F238E27FC236}">
                  <a16:creationId xmlns:a16="http://schemas.microsoft.com/office/drawing/2014/main" id="{070AE2B3-6E7A-4B21-B3A9-64BB2A017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3060"/>
              <a:ext cx="13" cy="11"/>
            </a:xfrm>
            <a:custGeom>
              <a:avLst/>
              <a:gdLst>
                <a:gd name="T0" fmla="*/ 33 w 4"/>
                <a:gd name="T1" fmla="*/ 95 h 3"/>
                <a:gd name="T2" fmla="*/ 75 w 4"/>
                <a:gd name="T3" fmla="*/ 0 h 3"/>
                <a:gd name="T4" fmla="*/ 137 w 4"/>
                <a:gd name="T5" fmla="*/ 55 h 3"/>
                <a:gd name="T6" fmla="*/ 75 w 4"/>
                <a:gd name="T7" fmla="*/ 147 h 3"/>
                <a:gd name="T8" fmla="*/ 33 w 4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9" name="Freeform 743">
              <a:extLst>
                <a:ext uri="{FF2B5EF4-FFF2-40B4-BE49-F238E27FC236}">
                  <a16:creationId xmlns:a16="http://schemas.microsoft.com/office/drawing/2014/main" id="{97E5B54D-560D-4EE7-A0F2-2BDD4D7A5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071"/>
              <a:ext cx="13" cy="14"/>
            </a:xfrm>
            <a:custGeom>
              <a:avLst/>
              <a:gdLst>
                <a:gd name="T0" fmla="*/ 33 w 4"/>
                <a:gd name="T1" fmla="*/ 88 h 4"/>
                <a:gd name="T2" fmla="*/ 75 w 4"/>
                <a:gd name="T3" fmla="*/ 0 h 4"/>
                <a:gd name="T4" fmla="*/ 137 w 4"/>
                <a:gd name="T5" fmla="*/ 88 h 4"/>
                <a:gd name="T6" fmla="*/ 75 w 4"/>
                <a:gd name="T7" fmla="*/ 137 h 4"/>
                <a:gd name="T8" fmla="*/ 33 w 4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4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0" name="Freeform 744">
              <a:extLst>
                <a:ext uri="{FF2B5EF4-FFF2-40B4-BE49-F238E27FC236}">
                  <a16:creationId xmlns:a16="http://schemas.microsoft.com/office/drawing/2014/main" id="{14E09658-68CB-4074-B5E5-C230C7900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092"/>
              <a:ext cx="10" cy="14"/>
            </a:xfrm>
            <a:custGeom>
              <a:avLst/>
              <a:gdLst>
                <a:gd name="T0" fmla="*/ 0 w 3"/>
                <a:gd name="T1" fmla="*/ 88 h 4"/>
                <a:gd name="T2" fmla="*/ 33 w 3"/>
                <a:gd name="T3" fmla="*/ 0 h 4"/>
                <a:gd name="T4" fmla="*/ 110 w 3"/>
                <a:gd name="T5" fmla="*/ 88 h 4"/>
                <a:gd name="T6" fmla="*/ 77 w 3"/>
                <a:gd name="T7" fmla="*/ 172 h 4"/>
                <a:gd name="T8" fmla="*/ 0 w 3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1" name="Freeform 745">
              <a:extLst>
                <a:ext uri="{FF2B5EF4-FFF2-40B4-BE49-F238E27FC236}">
                  <a16:creationId xmlns:a16="http://schemas.microsoft.com/office/drawing/2014/main" id="{39FCC607-D63B-4472-A1FD-AC59DA112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095"/>
              <a:ext cx="10" cy="11"/>
            </a:xfrm>
            <a:custGeom>
              <a:avLst/>
              <a:gdLst>
                <a:gd name="T0" fmla="*/ 0 w 3"/>
                <a:gd name="T1" fmla="*/ 95 h 3"/>
                <a:gd name="T2" fmla="*/ 33 w 3"/>
                <a:gd name="T3" fmla="*/ 0 h 3"/>
                <a:gd name="T4" fmla="*/ 110 w 3"/>
                <a:gd name="T5" fmla="*/ 55 h 3"/>
                <a:gd name="T6" fmla="*/ 77 w 3"/>
                <a:gd name="T7" fmla="*/ 147 h 3"/>
                <a:gd name="T8" fmla="*/ 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2" name="Freeform 746">
              <a:extLst>
                <a:ext uri="{FF2B5EF4-FFF2-40B4-BE49-F238E27FC236}">
                  <a16:creationId xmlns:a16="http://schemas.microsoft.com/office/drawing/2014/main" id="{372A6473-1D41-4A87-A828-70B825537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3053"/>
              <a:ext cx="10" cy="14"/>
            </a:xfrm>
            <a:custGeom>
              <a:avLst/>
              <a:gdLst>
                <a:gd name="T0" fmla="*/ 0 w 3"/>
                <a:gd name="T1" fmla="*/ 88 h 4"/>
                <a:gd name="T2" fmla="*/ 33 w 3"/>
                <a:gd name="T3" fmla="*/ 0 h 4"/>
                <a:gd name="T4" fmla="*/ 110 w 3"/>
                <a:gd name="T5" fmla="*/ 88 h 4"/>
                <a:gd name="T6" fmla="*/ 77 w 3"/>
                <a:gd name="T7" fmla="*/ 137 h 4"/>
                <a:gd name="T8" fmla="*/ 0 w 3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3" name="Freeform 747">
              <a:extLst>
                <a:ext uri="{FF2B5EF4-FFF2-40B4-BE49-F238E27FC236}">
                  <a16:creationId xmlns:a16="http://schemas.microsoft.com/office/drawing/2014/main" id="{85188C00-C4DF-431D-A069-3501F05C5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3035"/>
              <a:ext cx="10" cy="11"/>
            </a:xfrm>
            <a:custGeom>
              <a:avLst/>
              <a:gdLst>
                <a:gd name="T0" fmla="*/ 0 w 3"/>
                <a:gd name="T1" fmla="*/ 95 h 3"/>
                <a:gd name="T2" fmla="*/ 33 w 3"/>
                <a:gd name="T3" fmla="*/ 0 h 3"/>
                <a:gd name="T4" fmla="*/ 110 w 3"/>
                <a:gd name="T5" fmla="*/ 55 h 3"/>
                <a:gd name="T6" fmla="*/ 77 w 3"/>
                <a:gd name="T7" fmla="*/ 147 h 3"/>
                <a:gd name="T8" fmla="*/ 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4" name="Freeform 748">
              <a:extLst>
                <a:ext uri="{FF2B5EF4-FFF2-40B4-BE49-F238E27FC236}">
                  <a16:creationId xmlns:a16="http://schemas.microsoft.com/office/drawing/2014/main" id="{2FFDFCC1-99CC-4135-BA71-141D1182E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024"/>
              <a:ext cx="14" cy="14"/>
            </a:xfrm>
            <a:custGeom>
              <a:avLst/>
              <a:gdLst>
                <a:gd name="T0" fmla="*/ 0 w 4"/>
                <a:gd name="T1" fmla="*/ 88 h 4"/>
                <a:gd name="T2" fmla="*/ 88 w 4"/>
                <a:gd name="T3" fmla="*/ 49 h 4"/>
                <a:gd name="T4" fmla="*/ 172 w 4"/>
                <a:gd name="T5" fmla="*/ 88 h 4"/>
                <a:gd name="T6" fmla="*/ 88 w 4"/>
                <a:gd name="T7" fmla="*/ 172 h 4"/>
                <a:gd name="T8" fmla="*/ 0 w 4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5" name="Freeform 749">
              <a:extLst>
                <a:ext uri="{FF2B5EF4-FFF2-40B4-BE49-F238E27FC236}">
                  <a16:creationId xmlns:a16="http://schemas.microsoft.com/office/drawing/2014/main" id="{BAB8C197-823F-436D-A85D-07D905694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3046"/>
              <a:ext cx="13" cy="14"/>
            </a:xfrm>
            <a:custGeom>
              <a:avLst/>
              <a:gdLst>
                <a:gd name="T0" fmla="*/ 0 w 4"/>
                <a:gd name="T1" fmla="*/ 88 h 4"/>
                <a:gd name="T2" fmla="*/ 75 w 4"/>
                <a:gd name="T3" fmla="*/ 49 h 4"/>
                <a:gd name="T4" fmla="*/ 107 w 4"/>
                <a:gd name="T5" fmla="*/ 88 h 4"/>
                <a:gd name="T6" fmla="*/ 75 w 4"/>
                <a:gd name="T7" fmla="*/ 172 h 4"/>
                <a:gd name="T8" fmla="*/ 0 w 4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6" name="Freeform 750">
              <a:extLst>
                <a:ext uri="{FF2B5EF4-FFF2-40B4-BE49-F238E27FC236}">
                  <a16:creationId xmlns:a16="http://schemas.microsoft.com/office/drawing/2014/main" id="{DF055A49-1674-4BA1-AB47-734860D68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074"/>
              <a:ext cx="6" cy="7"/>
            </a:xfrm>
            <a:custGeom>
              <a:avLst/>
              <a:gdLst>
                <a:gd name="T0" fmla="*/ 0 w 2"/>
                <a:gd name="T1" fmla="*/ 49 h 2"/>
                <a:gd name="T2" fmla="*/ 27 w 2"/>
                <a:gd name="T3" fmla="*/ 0 h 2"/>
                <a:gd name="T4" fmla="*/ 54 w 2"/>
                <a:gd name="T5" fmla="*/ 49 h 2"/>
                <a:gd name="T6" fmla="*/ 27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7" name="Freeform 751">
              <a:extLst>
                <a:ext uri="{FF2B5EF4-FFF2-40B4-BE49-F238E27FC236}">
                  <a16:creationId xmlns:a16="http://schemas.microsoft.com/office/drawing/2014/main" id="{58410AA2-F500-4462-ACC2-52E95D63C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3053"/>
              <a:ext cx="6" cy="3"/>
            </a:xfrm>
            <a:custGeom>
              <a:avLst/>
              <a:gdLst>
                <a:gd name="T0" fmla="*/ 27 w 2"/>
                <a:gd name="T1" fmla="*/ 27 h 1"/>
                <a:gd name="T2" fmla="*/ 27 w 2"/>
                <a:gd name="T3" fmla="*/ 0 h 1"/>
                <a:gd name="T4" fmla="*/ 54 w 2"/>
                <a:gd name="T5" fmla="*/ 27 h 1"/>
                <a:gd name="T6" fmla="*/ 27 w 2"/>
                <a:gd name="T7" fmla="*/ 27 h 1"/>
                <a:gd name="T8" fmla="*/ 27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8" name="Freeform 752">
              <a:extLst>
                <a:ext uri="{FF2B5EF4-FFF2-40B4-BE49-F238E27FC236}">
                  <a16:creationId xmlns:a16="http://schemas.microsoft.com/office/drawing/2014/main" id="{FB9E6F90-D585-408A-A883-8FFDDAE5D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013"/>
              <a:ext cx="3" cy="8"/>
            </a:xfrm>
            <a:custGeom>
              <a:avLst/>
              <a:gdLst>
                <a:gd name="T0" fmla="*/ 0 w 1"/>
                <a:gd name="T1" fmla="*/ 64 h 2"/>
                <a:gd name="T2" fmla="*/ 27 w 1"/>
                <a:gd name="T3" fmla="*/ 0 h 2"/>
                <a:gd name="T4" fmla="*/ 27 w 1"/>
                <a:gd name="T5" fmla="*/ 64 h 2"/>
                <a:gd name="T6" fmla="*/ 27 w 1"/>
                <a:gd name="T7" fmla="*/ 128 h 2"/>
                <a:gd name="T8" fmla="*/ 0 w 1"/>
                <a:gd name="T9" fmla="*/ 6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9" name="Freeform 753">
              <a:extLst>
                <a:ext uri="{FF2B5EF4-FFF2-40B4-BE49-F238E27FC236}">
                  <a16:creationId xmlns:a16="http://schemas.microsoft.com/office/drawing/2014/main" id="{9CFFB03D-DDFE-4324-9633-2D1F07296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049"/>
              <a:ext cx="7" cy="4"/>
            </a:xfrm>
            <a:custGeom>
              <a:avLst/>
              <a:gdLst>
                <a:gd name="T0" fmla="*/ 49 w 2"/>
                <a:gd name="T1" fmla="*/ 64 h 1"/>
                <a:gd name="T2" fmla="*/ 49 w 2"/>
                <a:gd name="T3" fmla="*/ 0 h 1"/>
                <a:gd name="T4" fmla="*/ 88 w 2"/>
                <a:gd name="T5" fmla="*/ 0 h 1"/>
                <a:gd name="T6" fmla="*/ 49 w 2"/>
                <a:gd name="T7" fmla="*/ 64 h 1"/>
                <a:gd name="T8" fmla="*/ 49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0" name="Freeform 754">
              <a:extLst>
                <a:ext uri="{FF2B5EF4-FFF2-40B4-BE49-F238E27FC236}">
                  <a16:creationId xmlns:a16="http://schemas.microsoft.com/office/drawing/2014/main" id="{AA2B5552-6685-4BDA-83FF-B9C2326B7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3060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1" name="Freeform 755">
              <a:extLst>
                <a:ext uri="{FF2B5EF4-FFF2-40B4-BE49-F238E27FC236}">
                  <a16:creationId xmlns:a16="http://schemas.microsoft.com/office/drawing/2014/main" id="{071A306B-49E3-4193-A315-6CD7AA619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996"/>
              <a:ext cx="3" cy="7"/>
            </a:xfrm>
            <a:custGeom>
              <a:avLst/>
              <a:gdLst>
                <a:gd name="T0" fmla="*/ 0 w 1"/>
                <a:gd name="T1" fmla="*/ 49 h 2"/>
                <a:gd name="T2" fmla="*/ 27 w 1"/>
                <a:gd name="T3" fmla="*/ 0 h 2"/>
                <a:gd name="T4" fmla="*/ 27 w 1"/>
                <a:gd name="T5" fmla="*/ 49 h 2"/>
                <a:gd name="T6" fmla="*/ 27 w 1"/>
                <a:gd name="T7" fmla="*/ 49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2" name="Freeform 756">
              <a:extLst>
                <a:ext uri="{FF2B5EF4-FFF2-40B4-BE49-F238E27FC236}">
                  <a16:creationId xmlns:a16="http://schemas.microsoft.com/office/drawing/2014/main" id="{413D39B8-7B56-404E-9080-D5220A1AF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088"/>
              <a:ext cx="6" cy="7"/>
            </a:xfrm>
            <a:custGeom>
              <a:avLst/>
              <a:gdLst>
                <a:gd name="T0" fmla="*/ 0 w 2"/>
                <a:gd name="T1" fmla="*/ 49 h 2"/>
                <a:gd name="T2" fmla="*/ 27 w 2"/>
                <a:gd name="T3" fmla="*/ 0 h 2"/>
                <a:gd name="T4" fmla="*/ 54 w 2"/>
                <a:gd name="T5" fmla="*/ 49 h 2"/>
                <a:gd name="T6" fmla="*/ 27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3" name="Freeform 757">
              <a:extLst>
                <a:ext uri="{FF2B5EF4-FFF2-40B4-BE49-F238E27FC236}">
                  <a16:creationId xmlns:a16="http://schemas.microsoft.com/office/drawing/2014/main" id="{9F4161E9-2513-49B1-856A-8F307E198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074"/>
              <a:ext cx="4" cy="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64 w 1"/>
                <a:gd name="T5" fmla="*/ 0 h 1"/>
                <a:gd name="T6" fmla="*/ 64 w 1"/>
                <a:gd name="T7" fmla="*/ 64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4" name="Freeform 758">
              <a:extLst>
                <a:ext uri="{FF2B5EF4-FFF2-40B4-BE49-F238E27FC236}">
                  <a16:creationId xmlns:a16="http://schemas.microsoft.com/office/drawing/2014/main" id="{EC6707A6-763D-4360-A6E6-D2625B832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042"/>
              <a:ext cx="6" cy="7"/>
            </a:xfrm>
            <a:custGeom>
              <a:avLst/>
              <a:gdLst>
                <a:gd name="T0" fmla="*/ 0 w 2"/>
                <a:gd name="T1" fmla="*/ 49 h 2"/>
                <a:gd name="T2" fmla="*/ 27 w 2"/>
                <a:gd name="T3" fmla="*/ 0 h 2"/>
                <a:gd name="T4" fmla="*/ 27 w 2"/>
                <a:gd name="T5" fmla="*/ 49 h 2"/>
                <a:gd name="T6" fmla="*/ 27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5" name="Freeform 759">
              <a:extLst>
                <a:ext uri="{FF2B5EF4-FFF2-40B4-BE49-F238E27FC236}">
                  <a16:creationId xmlns:a16="http://schemas.microsoft.com/office/drawing/2014/main" id="{C1E8236D-D553-4BFE-B95E-3A588919C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999"/>
              <a:ext cx="7" cy="4"/>
            </a:xfrm>
            <a:custGeom>
              <a:avLst/>
              <a:gdLst>
                <a:gd name="T0" fmla="*/ 0 w 2"/>
                <a:gd name="T1" fmla="*/ 64 h 1"/>
                <a:gd name="T2" fmla="*/ 49 w 2"/>
                <a:gd name="T3" fmla="*/ 0 h 1"/>
                <a:gd name="T4" fmla="*/ 88 w 2"/>
                <a:gd name="T5" fmla="*/ 64 h 1"/>
                <a:gd name="T6" fmla="*/ 49 w 2"/>
                <a:gd name="T7" fmla="*/ 64 h 1"/>
                <a:gd name="T8" fmla="*/ 0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6" name="Freeform 760">
              <a:extLst>
                <a:ext uri="{FF2B5EF4-FFF2-40B4-BE49-F238E27FC236}">
                  <a16:creationId xmlns:a16="http://schemas.microsoft.com/office/drawing/2014/main" id="{BEA6E2B3-6DA5-4277-86E5-008468031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989"/>
              <a:ext cx="7" cy="3"/>
            </a:xfrm>
            <a:custGeom>
              <a:avLst/>
              <a:gdLst>
                <a:gd name="T0" fmla="*/ 0 w 2"/>
                <a:gd name="T1" fmla="*/ 27 h 1"/>
                <a:gd name="T2" fmla="*/ 49 w 2"/>
                <a:gd name="T3" fmla="*/ 0 h 1"/>
                <a:gd name="T4" fmla="*/ 88 w 2"/>
                <a:gd name="T5" fmla="*/ 27 h 1"/>
                <a:gd name="T6" fmla="*/ 49 w 2"/>
                <a:gd name="T7" fmla="*/ 27 h 1"/>
                <a:gd name="T8" fmla="*/ 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7" name="Oval 761">
              <a:extLst>
                <a:ext uri="{FF2B5EF4-FFF2-40B4-BE49-F238E27FC236}">
                  <a16:creationId xmlns:a16="http://schemas.microsoft.com/office/drawing/2014/main" id="{45EEE18A-5781-4DED-B4C8-C5E380172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3003"/>
              <a:ext cx="4" cy="3"/>
            </a:xfrm>
            <a:prstGeom prst="ellipse">
              <a:avLst/>
            </a:pr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418" name="Freeform 762">
              <a:extLst>
                <a:ext uri="{FF2B5EF4-FFF2-40B4-BE49-F238E27FC236}">
                  <a16:creationId xmlns:a16="http://schemas.microsoft.com/office/drawing/2014/main" id="{9393585F-6DE2-4F93-A301-D4A5A626B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006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9" name="Freeform 763">
              <a:extLst>
                <a:ext uri="{FF2B5EF4-FFF2-40B4-BE49-F238E27FC236}">
                  <a16:creationId xmlns:a16="http://schemas.microsoft.com/office/drawing/2014/main" id="{4697B523-DACA-4AEC-AADE-A33B67642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006"/>
              <a:ext cx="3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0" name="Freeform 764">
              <a:extLst>
                <a:ext uri="{FF2B5EF4-FFF2-40B4-BE49-F238E27FC236}">
                  <a16:creationId xmlns:a16="http://schemas.microsoft.com/office/drawing/2014/main" id="{30E7A688-9029-4CEC-8D05-EA1A17188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992"/>
              <a:ext cx="6" cy="7"/>
            </a:xfrm>
            <a:custGeom>
              <a:avLst/>
              <a:gdLst>
                <a:gd name="T0" fmla="*/ 0 w 2"/>
                <a:gd name="T1" fmla="*/ 49 h 2"/>
                <a:gd name="T2" fmla="*/ 27 w 2"/>
                <a:gd name="T3" fmla="*/ 0 h 2"/>
                <a:gd name="T4" fmla="*/ 54 w 2"/>
                <a:gd name="T5" fmla="*/ 49 h 2"/>
                <a:gd name="T6" fmla="*/ 27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1" name="Freeform 765">
              <a:extLst>
                <a:ext uri="{FF2B5EF4-FFF2-40B4-BE49-F238E27FC236}">
                  <a16:creationId xmlns:a16="http://schemas.microsoft.com/office/drawing/2014/main" id="{A4F2FE6E-38EA-4213-A64D-63FC83ED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3010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2" name="Freeform 766">
              <a:extLst>
                <a:ext uri="{FF2B5EF4-FFF2-40B4-BE49-F238E27FC236}">
                  <a16:creationId xmlns:a16="http://schemas.microsoft.com/office/drawing/2014/main" id="{29EC31D9-6531-404A-B8C9-A966E6FAE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989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3" name="Freeform 767">
              <a:extLst>
                <a:ext uri="{FF2B5EF4-FFF2-40B4-BE49-F238E27FC236}">
                  <a16:creationId xmlns:a16="http://schemas.microsoft.com/office/drawing/2014/main" id="{9365349E-3BCB-42C9-BEC4-282D02D47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031"/>
              <a:ext cx="3" cy="4"/>
            </a:xfrm>
            <a:custGeom>
              <a:avLst/>
              <a:gdLst>
                <a:gd name="T0" fmla="*/ 0 w 1"/>
                <a:gd name="T1" fmla="*/ 64 h 1"/>
                <a:gd name="T2" fmla="*/ 27 w 1"/>
                <a:gd name="T3" fmla="*/ 0 h 1"/>
                <a:gd name="T4" fmla="*/ 27 w 1"/>
                <a:gd name="T5" fmla="*/ 64 h 1"/>
                <a:gd name="T6" fmla="*/ 27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4" name="Freeform 768">
              <a:extLst>
                <a:ext uri="{FF2B5EF4-FFF2-40B4-BE49-F238E27FC236}">
                  <a16:creationId xmlns:a16="http://schemas.microsoft.com/office/drawing/2014/main" id="{63415064-96C4-4262-B1B8-B1D0E76AD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017"/>
              <a:ext cx="4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5" name="Freeform 769">
              <a:extLst>
                <a:ext uri="{FF2B5EF4-FFF2-40B4-BE49-F238E27FC236}">
                  <a16:creationId xmlns:a16="http://schemas.microsoft.com/office/drawing/2014/main" id="{6335910C-FA3D-47B8-91CD-CEE326BAE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071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6" name="Freeform 770">
              <a:extLst>
                <a:ext uri="{FF2B5EF4-FFF2-40B4-BE49-F238E27FC236}">
                  <a16:creationId xmlns:a16="http://schemas.microsoft.com/office/drawing/2014/main" id="{2384580A-C53D-413E-8BF0-2DDC08A6F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138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7" name="Freeform 771">
              <a:extLst>
                <a:ext uri="{FF2B5EF4-FFF2-40B4-BE49-F238E27FC236}">
                  <a16:creationId xmlns:a16="http://schemas.microsoft.com/office/drawing/2014/main" id="{D2B40C1D-E0A7-4DB0-AEF4-2139EE568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131"/>
              <a:ext cx="7" cy="4"/>
            </a:xfrm>
            <a:custGeom>
              <a:avLst/>
              <a:gdLst>
                <a:gd name="T0" fmla="*/ 0 w 2"/>
                <a:gd name="T1" fmla="*/ 64 h 1"/>
                <a:gd name="T2" fmla="*/ 49 w 2"/>
                <a:gd name="T3" fmla="*/ 0 h 1"/>
                <a:gd name="T4" fmla="*/ 88 w 2"/>
                <a:gd name="T5" fmla="*/ 0 h 1"/>
                <a:gd name="T6" fmla="*/ 49 w 2"/>
                <a:gd name="T7" fmla="*/ 64 h 1"/>
                <a:gd name="T8" fmla="*/ 0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8" name="Freeform 772">
              <a:extLst>
                <a:ext uri="{FF2B5EF4-FFF2-40B4-BE49-F238E27FC236}">
                  <a16:creationId xmlns:a16="http://schemas.microsoft.com/office/drawing/2014/main" id="{8DD6DD20-7B65-4798-9FE8-276160B47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131"/>
              <a:ext cx="6" cy="7"/>
            </a:xfrm>
            <a:custGeom>
              <a:avLst/>
              <a:gdLst>
                <a:gd name="T0" fmla="*/ 0 w 2"/>
                <a:gd name="T1" fmla="*/ 49 h 2"/>
                <a:gd name="T2" fmla="*/ 27 w 2"/>
                <a:gd name="T3" fmla="*/ 0 h 2"/>
                <a:gd name="T4" fmla="*/ 54 w 2"/>
                <a:gd name="T5" fmla="*/ 49 h 2"/>
                <a:gd name="T6" fmla="*/ 27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9" name="Freeform 773">
              <a:extLst>
                <a:ext uri="{FF2B5EF4-FFF2-40B4-BE49-F238E27FC236}">
                  <a16:creationId xmlns:a16="http://schemas.microsoft.com/office/drawing/2014/main" id="{1D5E8545-34ED-4D04-9300-CF223E560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145"/>
              <a:ext cx="3" cy="8"/>
            </a:xfrm>
            <a:custGeom>
              <a:avLst/>
              <a:gdLst>
                <a:gd name="T0" fmla="*/ 0 w 1"/>
                <a:gd name="T1" fmla="*/ 64 h 2"/>
                <a:gd name="T2" fmla="*/ 0 w 1"/>
                <a:gd name="T3" fmla="*/ 0 h 2"/>
                <a:gd name="T4" fmla="*/ 27 w 1"/>
                <a:gd name="T5" fmla="*/ 64 h 2"/>
                <a:gd name="T6" fmla="*/ 0 w 1"/>
                <a:gd name="T7" fmla="*/ 64 h 2"/>
                <a:gd name="T8" fmla="*/ 0 w 1"/>
                <a:gd name="T9" fmla="*/ 6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0" name="Freeform 774">
              <a:extLst>
                <a:ext uri="{FF2B5EF4-FFF2-40B4-BE49-F238E27FC236}">
                  <a16:creationId xmlns:a16="http://schemas.microsoft.com/office/drawing/2014/main" id="{F096DD99-D043-4C2D-815D-224BCE0A5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3131"/>
              <a:ext cx="7" cy="4"/>
            </a:xfrm>
            <a:custGeom>
              <a:avLst/>
              <a:gdLst>
                <a:gd name="T0" fmla="*/ 0 w 2"/>
                <a:gd name="T1" fmla="*/ 64 h 1"/>
                <a:gd name="T2" fmla="*/ 49 w 2"/>
                <a:gd name="T3" fmla="*/ 0 h 1"/>
                <a:gd name="T4" fmla="*/ 88 w 2"/>
                <a:gd name="T5" fmla="*/ 0 h 1"/>
                <a:gd name="T6" fmla="*/ 49 w 2"/>
                <a:gd name="T7" fmla="*/ 64 h 1"/>
                <a:gd name="T8" fmla="*/ 0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1" name="Freeform 775">
              <a:extLst>
                <a:ext uri="{FF2B5EF4-FFF2-40B4-BE49-F238E27FC236}">
                  <a16:creationId xmlns:a16="http://schemas.microsoft.com/office/drawing/2014/main" id="{0CDB8C86-4313-4E4A-B83C-B11114A45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03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2" name="Freeform 776">
              <a:extLst>
                <a:ext uri="{FF2B5EF4-FFF2-40B4-BE49-F238E27FC236}">
                  <a16:creationId xmlns:a16="http://schemas.microsoft.com/office/drawing/2014/main" id="{3B06340B-2C94-4499-9499-7FDB48650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106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3" name="Freeform 777">
              <a:extLst>
                <a:ext uri="{FF2B5EF4-FFF2-40B4-BE49-F238E27FC236}">
                  <a16:creationId xmlns:a16="http://schemas.microsoft.com/office/drawing/2014/main" id="{D3956D12-5BED-441A-A400-9B998FB8E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3113"/>
              <a:ext cx="3" cy="7"/>
            </a:xfrm>
            <a:custGeom>
              <a:avLst/>
              <a:gdLst>
                <a:gd name="T0" fmla="*/ 0 w 1"/>
                <a:gd name="T1" fmla="*/ 49 h 2"/>
                <a:gd name="T2" fmla="*/ 27 w 1"/>
                <a:gd name="T3" fmla="*/ 0 h 2"/>
                <a:gd name="T4" fmla="*/ 27 w 1"/>
                <a:gd name="T5" fmla="*/ 49 h 2"/>
                <a:gd name="T6" fmla="*/ 27 w 1"/>
                <a:gd name="T7" fmla="*/ 88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4" name="Freeform 778">
              <a:extLst>
                <a:ext uri="{FF2B5EF4-FFF2-40B4-BE49-F238E27FC236}">
                  <a16:creationId xmlns:a16="http://schemas.microsoft.com/office/drawing/2014/main" id="{F5BEEC8A-8733-4296-A6C2-2783A04FA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149"/>
              <a:ext cx="3" cy="4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64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5" name="Freeform 779">
              <a:extLst>
                <a:ext uri="{FF2B5EF4-FFF2-40B4-BE49-F238E27FC236}">
                  <a16:creationId xmlns:a16="http://schemas.microsoft.com/office/drawing/2014/main" id="{761831B5-367A-44D0-A27A-C01145C82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106"/>
              <a:ext cx="4" cy="4"/>
            </a:xfrm>
            <a:custGeom>
              <a:avLst/>
              <a:gdLst>
                <a:gd name="T0" fmla="*/ 0 w 1"/>
                <a:gd name="T1" fmla="*/ 64 h 1"/>
                <a:gd name="T2" fmla="*/ 64 w 1"/>
                <a:gd name="T3" fmla="*/ 0 h 1"/>
                <a:gd name="T4" fmla="*/ 64 w 1"/>
                <a:gd name="T5" fmla="*/ 64 h 1"/>
                <a:gd name="T6" fmla="*/ 64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6" name="Freeform 780">
              <a:extLst>
                <a:ext uri="{FF2B5EF4-FFF2-40B4-BE49-F238E27FC236}">
                  <a16:creationId xmlns:a16="http://schemas.microsoft.com/office/drawing/2014/main" id="{CB5BEDC5-6BD8-4B55-8A14-FC4FCDE84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31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7" name="Freeform 781">
              <a:extLst>
                <a:ext uri="{FF2B5EF4-FFF2-40B4-BE49-F238E27FC236}">
                  <a16:creationId xmlns:a16="http://schemas.microsoft.com/office/drawing/2014/main" id="{8A1C0921-D596-42EB-A59F-F662E5ACC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081"/>
              <a:ext cx="3" cy="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w 1"/>
                <a:gd name="T7" fmla="*/ 64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8" name="Freeform 782">
              <a:extLst>
                <a:ext uri="{FF2B5EF4-FFF2-40B4-BE49-F238E27FC236}">
                  <a16:creationId xmlns:a16="http://schemas.microsoft.com/office/drawing/2014/main" id="{760FA5E6-1E92-4BF9-BC3C-0F7A3C00F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896"/>
              <a:ext cx="4" cy="1"/>
            </a:xfrm>
            <a:custGeom>
              <a:avLst/>
              <a:gdLst>
                <a:gd name="T0" fmla="*/ 64 w 1"/>
                <a:gd name="T1" fmla="*/ 0 h 1"/>
                <a:gd name="T2" fmla="*/ 64 w 1"/>
                <a:gd name="T3" fmla="*/ 0 h 1"/>
                <a:gd name="T4" fmla="*/ 64 w 1"/>
                <a:gd name="T5" fmla="*/ 0 h 1"/>
                <a:gd name="T6" fmla="*/ 64 w 1"/>
                <a:gd name="T7" fmla="*/ 0 h 1"/>
                <a:gd name="T8" fmla="*/ 64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9" name="Freeform 783">
              <a:extLst>
                <a:ext uri="{FF2B5EF4-FFF2-40B4-BE49-F238E27FC236}">
                  <a16:creationId xmlns:a16="http://schemas.microsoft.com/office/drawing/2014/main" id="{AE02E0DF-047E-4D23-8DCB-8859E4C7B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864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0" name="Freeform 784">
              <a:extLst>
                <a:ext uri="{FF2B5EF4-FFF2-40B4-BE49-F238E27FC236}">
                  <a16:creationId xmlns:a16="http://schemas.microsoft.com/office/drawing/2014/main" id="{4DA5D489-AF21-47DA-98A9-4C169AD6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921"/>
              <a:ext cx="4" cy="3"/>
            </a:xfrm>
            <a:custGeom>
              <a:avLst/>
              <a:gdLst>
                <a:gd name="T0" fmla="*/ 0 w 1"/>
                <a:gd name="T1" fmla="*/ 0 h 1"/>
                <a:gd name="T2" fmla="*/ 64 w 1"/>
                <a:gd name="T3" fmla="*/ 0 h 1"/>
                <a:gd name="T4" fmla="*/ 64 w 1"/>
                <a:gd name="T5" fmla="*/ 0 h 1"/>
                <a:gd name="T6" fmla="*/ 64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1" name="Freeform 785">
              <a:extLst>
                <a:ext uri="{FF2B5EF4-FFF2-40B4-BE49-F238E27FC236}">
                  <a16:creationId xmlns:a16="http://schemas.microsoft.com/office/drawing/2014/main" id="{E4064BB7-1857-438C-887D-E32D5FFA2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94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2" name="Freeform 786">
              <a:extLst>
                <a:ext uri="{FF2B5EF4-FFF2-40B4-BE49-F238E27FC236}">
                  <a16:creationId xmlns:a16="http://schemas.microsoft.com/office/drawing/2014/main" id="{B678AE7E-81FE-4AC3-856E-B5D8DFC67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967"/>
              <a:ext cx="4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64 w 1"/>
                <a:gd name="T5" fmla="*/ 0 h 1"/>
                <a:gd name="T6" fmla="*/ 64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3" name="Freeform 787">
              <a:extLst>
                <a:ext uri="{FF2B5EF4-FFF2-40B4-BE49-F238E27FC236}">
                  <a16:creationId xmlns:a16="http://schemas.microsoft.com/office/drawing/2014/main" id="{A50848BA-9335-450D-8C2E-FB4253AC5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3128"/>
              <a:ext cx="6" cy="7"/>
            </a:xfrm>
            <a:custGeom>
              <a:avLst/>
              <a:gdLst>
                <a:gd name="T0" fmla="*/ 0 w 2"/>
                <a:gd name="T1" fmla="*/ 49 h 2"/>
                <a:gd name="T2" fmla="*/ 27 w 2"/>
                <a:gd name="T3" fmla="*/ 0 h 2"/>
                <a:gd name="T4" fmla="*/ 54 w 2"/>
                <a:gd name="T5" fmla="*/ 49 h 2"/>
                <a:gd name="T6" fmla="*/ 27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4" name="Freeform 788">
              <a:extLst>
                <a:ext uri="{FF2B5EF4-FFF2-40B4-BE49-F238E27FC236}">
                  <a16:creationId xmlns:a16="http://schemas.microsoft.com/office/drawing/2014/main" id="{EA26270F-7B52-4ED6-B514-DE55A1EA0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3138"/>
              <a:ext cx="7" cy="11"/>
            </a:xfrm>
            <a:custGeom>
              <a:avLst/>
              <a:gdLst>
                <a:gd name="T0" fmla="*/ 0 w 2"/>
                <a:gd name="T1" fmla="*/ 95 h 3"/>
                <a:gd name="T2" fmla="*/ 49 w 2"/>
                <a:gd name="T3" fmla="*/ 0 h 3"/>
                <a:gd name="T4" fmla="*/ 88 w 2"/>
                <a:gd name="T5" fmla="*/ 55 h 3"/>
                <a:gd name="T6" fmla="*/ 49 w 2"/>
                <a:gd name="T7" fmla="*/ 147 h 3"/>
                <a:gd name="T8" fmla="*/ 0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5" name="Freeform 789">
              <a:extLst>
                <a:ext uri="{FF2B5EF4-FFF2-40B4-BE49-F238E27FC236}">
                  <a16:creationId xmlns:a16="http://schemas.microsoft.com/office/drawing/2014/main" id="{380DA185-26DD-45EB-9FE8-44CF91867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117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6" name="Freeform 790">
              <a:extLst>
                <a:ext uri="{FF2B5EF4-FFF2-40B4-BE49-F238E27FC236}">
                  <a16:creationId xmlns:a16="http://schemas.microsoft.com/office/drawing/2014/main" id="{75F471F7-27C1-4956-8BEF-F63608884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106"/>
              <a:ext cx="10" cy="7"/>
            </a:xfrm>
            <a:custGeom>
              <a:avLst/>
              <a:gdLst>
                <a:gd name="T0" fmla="*/ 0 w 3"/>
                <a:gd name="T1" fmla="*/ 49 h 2"/>
                <a:gd name="T2" fmla="*/ 33 w 3"/>
                <a:gd name="T3" fmla="*/ 0 h 2"/>
                <a:gd name="T4" fmla="*/ 110 w 3"/>
                <a:gd name="T5" fmla="*/ 49 h 2"/>
                <a:gd name="T6" fmla="*/ 77 w 3"/>
                <a:gd name="T7" fmla="*/ 88 h 2"/>
                <a:gd name="T8" fmla="*/ 0 w 3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7" name="Freeform 791">
              <a:extLst>
                <a:ext uri="{FF2B5EF4-FFF2-40B4-BE49-F238E27FC236}">
                  <a16:creationId xmlns:a16="http://schemas.microsoft.com/office/drawing/2014/main" id="{483633A8-D51D-450E-8A1B-E4A7B7083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924"/>
              <a:ext cx="6" cy="11"/>
            </a:xfrm>
            <a:custGeom>
              <a:avLst/>
              <a:gdLst>
                <a:gd name="T0" fmla="*/ 0 w 2"/>
                <a:gd name="T1" fmla="*/ 95 h 3"/>
                <a:gd name="T2" fmla="*/ 27 w 2"/>
                <a:gd name="T3" fmla="*/ 0 h 3"/>
                <a:gd name="T4" fmla="*/ 54 w 2"/>
                <a:gd name="T5" fmla="*/ 55 h 3"/>
                <a:gd name="T6" fmla="*/ 27 w 2"/>
                <a:gd name="T7" fmla="*/ 147 h 3"/>
                <a:gd name="T8" fmla="*/ 0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8" name="Freeform 792">
              <a:extLst>
                <a:ext uri="{FF2B5EF4-FFF2-40B4-BE49-F238E27FC236}">
                  <a16:creationId xmlns:a16="http://schemas.microsoft.com/office/drawing/2014/main" id="{CA93FC0C-93C0-47FB-8D95-247858A40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921"/>
              <a:ext cx="10" cy="7"/>
            </a:xfrm>
            <a:custGeom>
              <a:avLst/>
              <a:gdLst>
                <a:gd name="T0" fmla="*/ 0 w 3"/>
                <a:gd name="T1" fmla="*/ 49 h 2"/>
                <a:gd name="T2" fmla="*/ 33 w 3"/>
                <a:gd name="T3" fmla="*/ 0 h 2"/>
                <a:gd name="T4" fmla="*/ 77 w 3"/>
                <a:gd name="T5" fmla="*/ 49 h 2"/>
                <a:gd name="T6" fmla="*/ 33 w 3"/>
                <a:gd name="T7" fmla="*/ 88 h 2"/>
                <a:gd name="T8" fmla="*/ 0 w 3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9" name="Freeform 793">
              <a:extLst>
                <a:ext uri="{FF2B5EF4-FFF2-40B4-BE49-F238E27FC236}">
                  <a16:creationId xmlns:a16="http://schemas.microsoft.com/office/drawing/2014/main" id="{AB7886A5-645D-4DCE-A3B9-BB824B07C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942"/>
              <a:ext cx="6" cy="7"/>
            </a:xfrm>
            <a:custGeom>
              <a:avLst/>
              <a:gdLst>
                <a:gd name="T0" fmla="*/ 0 w 2"/>
                <a:gd name="T1" fmla="*/ 49 h 2"/>
                <a:gd name="T2" fmla="*/ 27 w 2"/>
                <a:gd name="T3" fmla="*/ 0 h 2"/>
                <a:gd name="T4" fmla="*/ 54 w 2"/>
                <a:gd name="T5" fmla="*/ 49 h 2"/>
                <a:gd name="T6" fmla="*/ 27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0" name="Freeform 794">
              <a:extLst>
                <a:ext uri="{FF2B5EF4-FFF2-40B4-BE49-F238E27FC236}">
                  <a16:creationId xmlns:a16="http://schemas.microsoft.com/office/drawing/2014/main" id="{ECA88D51-72E6-4B4E-AD3F-1978B6F73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882"/>
              <a:ext cx="10" cy="7"/>
            </a:xfrm>
            <a:custGeom>
              <a:avLst/>
              <a:gdLst>
                <a:gd name="T0" fmla="*/ 0 w 3"/>
                <a:gd name="T1" fmla="*/ 49 h 2"/>
                <a:gd name="T2" fmla="*/ 33 w 3"/>
                <a:gd name="T3" fmla="*/ 0 h 2"/>
                <a:gd name="T4" fmla="*/ 110 w 3"/>
                <a:gd name="T5" fmla="*/ 49 h 2"/>
                <a:gd name="T6" fmla="*/ 77 w 3"/>
                <a:gd name="T7" fmla="*/ 88 h 2"/>
                <a:gd name="T8" fmla="*/ 0 w 3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1" name="Freeform 795">
              <a:extLst>
                <a:ext uri="{FF2B5EF4-FFF2-40B4-BE49-F238E27FC236}">
                  <a16:creationId xmlns:a16="http://schemas.microsoft.com/office/drawing/2014/main" id="{1C1E9335-5ED3-48E3-AEC5-FC05380AD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903"/>
              <a:ext cx="6" cy="7"/>
            </a:xfrm>
            <a:custGeom>
              <a:avLst/>
              <a:gdLst>
                <a:gd name="T0" fmla="*/ 0 w 2"/>
                <a:gd name="T1" fmla="*/ 49 h 2"/>
                <a:gd name="T2" fmla="*/ 27 w 2"/>
                <a:gd name="T3" fmla="*/ 0 h 2"/>
                <a:gd name="T4" fmla="*/ 54 w 2"/>
                <a:gd name="T5" fmla="*/ 49 h 2"/>
                <a:gd name="T6" fmla="*/ 27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2" name="Freeform 796">
              <a:extLst>
                <a:ext uri="{FF2B5EF4-FFF2-40B4-BE49-F238E27FC236}">
                  <a16:creationId xmlns:a16="http://schemas.microsoft.com/office/drawing/2014/main" id="{FF3DB4C6-50B1-4D64-AEAB-1550612EA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928"/>
              <a:ext cx="6" cy="11"/>
            </a:xfrm>
            <a:custGeom>
              <a:avLst/>
              <a:gdLst>
                <a:gd name="T0" fmla="*/ 0 w 2"/>
                <a:gd name="T1" fmla="*/ 95 h 3"/>
                <a:gd name="T2" fmla="*/ 27 w 2"/>
                <a:gd name="T3" fmla="*/ 0 h 3"/>
                <a:gd name="T4" fmla="*/ 54 w 2"/>
                <a:gd name="T5" fmla="*/ 55 h 3"/>
                <a:gd name="T6" fmla="*/ 27 w 2"/>
                <a:gd name="T7" fmla="*/ 147 h 3"/>
                <a:gd name="T8" fmla="*/ 0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3" name="Freeform 797">
              <a:extLst>
                <a:ext uri="{FF2B5EF4-FFF2-40B4-BE49-F238E27FC236}">
                  <a16:creationId xmlns:a16="http://schemas.microsoft.com/office/drawing/2014/main" id="{584C2BDD-E492-4AA5-8BD9-06FB54140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946"/>
              <a:ext cx="10" cy="10"/>
            </a:xfrm>
            <a:custGeom>
              <a:avLst/>
              <a:gdLst>
                <a:gd name="T0" fmla="*/ 0 w 3"/>
                <a:gd name="T1" fmla="*/ 77 h 3"/>
                <a:gd name="T2" fmla="*/ 33 w 3"/>
                <a:gd name="T3" fmla="*/ 0 h 3"/>
                <a:gd name="T4" fmla="*/ 110 w 3"/>
                <a:gd name="T5" fmla="*/ 33 h 3"/>
                <a:gd name="T6" fmla="*/ 77 w 3"/>
                <a:gd name="T7" fmla="*/ 110 h 3"/>
                <a:gd name="T8" fmla="*/ 0 w 3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4" name="Freeform 798">
              <a:extLst>
                <a:ext uri="{FF2B5EF4-FFF2-40B4-BE49-F238E27FC236}">
                  <a16:creationId xmlns:a16="http://schemas.microsoft.com/office/drawing/2014/main" id="{75923497-DC3E-4DBD-8B82-61A90CBEE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935"/>
              <a:ext cx="10" cy="11"/>
            </a:xfrm>
            <a:custGeom>
              <a:avLst/>
              <a:gdLst>
                <a:gd name="T0" fmla="*/ 33 w 3"/>
                <a:gd name="T1" fmla="*/ 95 h 3"/>
                <a:gd name="T2" fmla="*/ 77 w 3"/>
                <a:gd name="T3" fmla="*/ 0 h 3"/>
                <a:gd name="T4" fmla="*/ 110 w 3"/>
                <a:gd name="T5" fmla="*/ 55 h 3"/>
                <a:gd name="T6" fmla="*/ 77 w 3"/>
                <a:gd name="T7" fmla="*/ 147 h 3"/>
                <a:gd name="T8" fmla="*/ 33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5" name="Freeform 799">
              <a:extLst>
                <a:ext uri="{FF2B5EF4-FFF2-40B4-BE49-F238E27FC236}">
                  <a16:creationId xmlns:a16="http://schemas.microsoft.com/office/drawing/2014/main" id="{830BEF74-CF55-4128-B809-291CE401C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932"/>
              <a:ext cx="10" cy="7"/>
            </a:xfrm>
            <a:custGeom>
              <a:avLst/>
              <a:gdLst>
                <a:gd name="T0" fmla="*/ 0 w 3"/>
                <a:gd name="T1" fmla="*/ 49 h 2"/>
                <a:gd name="T2" fmla="*/ 33 w 3"/>
                <a:gd name="T3" fmla="*/ 0 h 2"/>
                <a:gd name="T4" fmla="*/ 110 w 3"/>
                <a:gd name="T5" fmla="*/ 49 h 2"/>
                <a:gd name="T6" fmla="*/ 77 w 3"/>
                <a:gd name="T7" fmla="*/ 88 h 2"/>
                <a:gd name="T8" fmla="*/ 0 w 3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6" name="Freeform 800">
              <a:extLst>
                <a:ext uri="{FF2B5EF4-FFF2-40B4-BE49-F238E27FC236}">
                  <a16:creationId xmlns:a16="http://schemas.microsoft.com/office/drawing/2014/main" id="{8030D686-CB26-4045-A19D-1954204B7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106"/>
              <a:ext cx="7" cy="11"/>
            </a:xfrm>
            <a:custGeom>
              <a:avLst/>
              <a:gdLst>
                <a:gd name="T0" fmla="*/ 0 w 2"/>
                <a:gd name="T1" fmla="*/ 95 h 3"/>
                <a:gd name="T2" fmla="*/ 49 w 2"/>
                <a:gd name="T3" fmla="*/ 55 h 3"/>
                <a:gd name="T4" fmla="*/ 88 w 2"/>
                <a:gd name="T5" fmla="*/ 95 h 3"/>
                <a:gd name="T6" fmla="*/ 49 w 2"/>
                <a:gd name="T7" fmla="*/ 147 h 3"/>
                <a:gd name="T8" fmla="*/ 0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7" name="Freeform 801">
              <a:extLst>
                <a:ext uri="{FF2B5EF4-FFF2-40B4-BE49-F238E27FC236}">
                  <a16:creationId xmlns:a16="http://schemas.microsoft.com/office/drawing/2014/main" id="{4C9BF8E7-1B59-4E4E-B8EB-565EAE114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3106"/>
              <a:ext cx="10" cy="7"/>
            </a:xfrm>
            <a:custGeom>
              <a:avLst/>
              <a:gdLst>
                <a:gd name="T0" fmla="*/ 33 w 3"/>
                <a:gd name="T1" fmla="*/ 49 h 2"/>
                <a:gd name="T2" fmla="*/ 77 w 3"/>
                <a:gd name="T3" fmla="*/ 0 h 2"/>
                <a:gd name="T4" fmla="*/ 110 w 3"/>
                <a:gd name="T5" fmla="*/ 49 h 2"/>
                <a:gd name="T6" fmla="*/ 77 w 3"/>
                <a:gd name="T7" fmla="*/ 88 h 2"/>
                <a:gd name="T8" fmla="*/ 33 w 3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8" name="Freeform 802">
              <a:extLst>
                <a:ext uri="{FF2B5EF4-FFF2-40B4-BE49-F238E27FC236}">
                  <a16:creationId xmlns:a16="http://schemas.microsoft.com/office/drawing/2014/main" id="{200F3224-495D-4A19-B4DD-AC204CD76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3117"/>
              <a:ext cx="7" cy="11"/>
            </a:xfrm>
            <a:custGeom>
              <a:avLst/>
              <a:gdLst>
                <a:gd name="T0" fmla="*/ 0 w 2"/>
                <a:gd name="T1" fmla="*/ 95 h 3"/>
                <a:gd name="T2" fmla="*/ 49 w 2"/>
                <a:gd name="T3" fmla="*/ 0 h 3"/>
                <a:gd name="T4" fmla="*/ 88 w 2"/>
                <a:gd name="T5" fmla="*/ 55 h 3"/>
                <a:gd name="T6" fmla="*/ 49 w 2"/>
                <a:gd name="T7" fmla="*/ 147 h 3"/>
                <a:gd name="T8" fmla="*/ 0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9" name="Freeform 803">
              <a:extLst>
                <a:ext uri="{FF2B5EF4-FFF2-40B4-BE49-F238E27FC236}">
                  <a16:creationId xmlns:a16="http://schemas.microsoft.com/office/drawing/2014/main" id="{8A77D19B-DF0A-42E3-B8B9-9135EC422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3124"/>
              <a:ext cx="7" cy="11"/>
            </a:xfrm>
            <a:custGeom>
              <a:avLst/>
              <a:gdLst>
                <a:gd name="T0" fmla="*/ 0 w 2"/>
                <a:gd name="T1" fmla="*/ 95 h 3"/>
                <a:gd name="T2" fmla="*/ 49 w 2"/>
                <a:gd name="T3" fmla="*/ 55 h 3"/>
                <a:gd name="T4" fmla="*/ 88 w 2"/>
                <a:gd name="T5" fmla="*/ 55 h 3"/>
                <a:gd name="T6" fmla="*/ 49 w 2"/>
                <a:gd name="T7" fmla="*/ 147 h 3"/>
                <a:gd name="T8" fmla="*/ 0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0" name="Freeform 804">
              <a:extLst>
                <a:ext uri="{FF2B5EF4-FFF2-40B4-BE49-F238E27FC236}">
                  <a16:creationId xmlns:a16="http://schemas.microsoft.com/office/drawing/2014/main" id="{2E189C0B-BE34-4702-B681-A34377D4C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128"/>
              <a:ext cx="10" cy="7"/>
            </a:xfrm>
            <a:custGeom>
              <a:avLst/>
              <a:gdLst>
                <a:gd name="T0" fmla="*/ 0 w 3"/>
                <a:gd name="T1" fmla="*/ 49 h 2"/>
                <a:gd name="T2" fmla="*/ 33 w 3"/>
                <a:gd name="T3" fmla="*/ 0 h 2"/>
                <a:gd name="T4" fmla="*/ 110 w 3"/>
                <a:gd name="T5" fmla="*/ 49 h 2"/>
                <a:gd name="T6" fmla="*/ 77 w 3"/>
                <a:gd name="T7" fmla="*/ 88 h 2"/>
                <a:gd name="T8" fmla="*/ 0 w 3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1" name="Freeform 805">
              <a:extLst>
                <a:ext uri="{FF2B5EF4-FFF2-40B4-BE49-F238E27FC236}">
                  <a16:creationId xmlns:a16="http://schemas.microsoft.com/office/drawing/2014/main" id="{0BC0D23D-1804-4C94-B1BA-62F344894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3135"/>
              <a:ext cx="7" cy="10"/>
            </a:xfrm>
            <a:custGeom>
              <a:avLst/>
              <a:gdLst>
                <a:gd name="T0" fmla="*/ 0 w 2"/>
                <a:gd name="T1" fmla="*/ 33 h 3"/>
                <a:gd name="T2" fmla="*/ 49 w 2"/>
                <a:gd name="T3" fmla="*/ 0 h 3"/>
                <a:gd name="T4" fmla="*/ 88 w 2"/>
                <a:gd name="T5" fmla="*/ 33 h 3"/>
                <a:gd name="T6" fmla="*/ 49 w 2"/>
                <a:gd name="T7" fmla="*/ 77 h 3"/>
                <a:gd name="T8" fmla="*/ 0 w 2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2" name="Freeform 806">
              <a:extLst>
                <a:ext uri="{FF2B5EF4-FFF2-40B4-BE49-F238E27FC236}">
                  <a16:creationId xmlns:a16="http://schemas.microsoft.com/office/drawing/2014/main" id="{301F498C-6C9D-4F40-B86E-24FADC8F7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3131"/>
              <a:ext cx="10" cy="11"/>
            </a:xfrm>
            <a:custGeom>
              <a:avLst/>
              <a:gdLst>
                <a:gd name="T0" fmla="*/ 0 w 3"/>
                <a:gd name="T1" fmla="*/ 95 h 3"/>
                <a:gd name="T2" fmla="*/ 33 w 3"/>
                <a:gd name="T3" fmla="*/ 0 h 3"/>
                <a:gd name="T4" fmla="*/ 110 w 3"/>
                <a:gd name="T5" fmla="*/ 55 h 3"/>
                <a:gd name="T6" fmla="*/ 77 w 3"/>
                <a:gd name="T7" fmla="*/ 147 h 3"/>
                <a:gd name="T8" fmla="*/ 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3" name="Freeform 807">
              <a:extLst>
                <a:ext uri="{FF2B5EF4-FFF2-40B4-BE49-F238E27FC236}">
                  <a16:creationId xmlns:a16="http://schemas.microsoft.com/office/drawing/2014/main" id="{01D883AD-027F-4121-896C-9737E76D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3120"/>
              <a:ext cx="7" cy="11"/>
            </a:xfrm>
            <a:custGeom>
              <a:avLst/>
              <a:gdLst>
                <a:gd name="T0" fmla="*/ 0 w 2"/>
                <a:gd name="T1" fmla="*/ 95 h 3"/>
                <a:gd name="T2" fmla="*/ 49 w 2"/>
                <a:gd name="T3" fmla="*/ 0 h 3"/>
                <a:gd name="T4" fmla="*/ 88 w 2"/>
                <a:gd name="T5" fmla="*/ 55 h 3"/>
                <a:gd name="T6" fmla="*/ 49 w 2"/>
                <a:gd name="T7" fmla="*/ 147 h 3"/>
                <a:gd name="T8" fmla="*/ 0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4" name="Freeform 808">
              <a:extLst>
                <a:ext uri="{FF2B5EF4-FFF2-40B4-BE49-F238E27FC236}">
                  <a16:creationId xmlns:a16="http://schemas.microsoft.com/office/drawing/2014/main" id="{4CBFB5E7-1393-431F-AF88-46B9FFAED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17"/>
              <a:ext cx="7" cy="7"/>
            </a:xfrm>
            <a:custGeom>
              <a:avLst/>
              <a:gdLst>
                <a:gd name="T0" fmla="*/ 0 w 2"/>
                <a:gd name="T1" fmla="*/ 49 h 2"/>
                <a:gd name="T2" fmla="*/ 49 w 2"/>
                <a:gd name="T3" fmla="*/ 0 h 2"/>
                <a:gd name="T4" fmla="*/ 88 w 2"/>
                <a:gd name="T5" fmla="*/ 49 h 2"/>
                <a:gd name="T6" fmla="*/ 49 w 2"/>
                <a:gd name="T7" fmla="*/ 88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5" name="Freeform 809">
              <a:extLst>
                <a:ext uri="{FF2B5EF4-FFF2-40B4-BE49-F238E27FC236}">
                  <a16:creationId xmlns:a16="http://schemas.microsoft.com/office/drawing/2014/main" id="{D6BF377D-C9C7-43DC-96A0-2DD6B876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3131"/>
              <a:ext cx="10" cy="11"/>
            </a:xfrm>
            <a:custGeom>
              <a:avLst/>
              <a:gdLst>
                <a:gd name="T0" fmla="*/ 0 w 3"/>
                <a:gd name="T1" fmla="*/ 95 h 3"/>
                <a:gd name="T2" fmla="*/ 33 w 3"/>
                <a:gd name="T3" fmla="*/ 0 h 3"/>
                <a:gd name="T4" fmla="*/ 110 w 3"/>
                <a:gd name="T5" fmla="*/ 55 h 3"/>
                <a:gd name="T6" fmla="*/ 77 w 3"/>
                <a:gd name="T7" fmla="*/ 147 h 3"/>
                <a:gd name="T8" fmla="*/ 0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6" name="Freeform 810">
              <a:extLst>
                <a:ext uri="{FF2B5EF4-FFF2-40B4-BE49-F238E27FC236}">
                  <a16:creationId xmlns:a16="http://schemas.microsoft.com/office/drawing/2014/main" id="{4A54BF3D-B89A-48AC-9194-F8B025C3B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135"/>
              <a:ext cx="10" cy="7"/>
            </a:xfrm>
            <a:custGeom>
              <a:avLst/>
              <a:gdLst>
                <a:gd name="T0" fmla="*/ 0 w 3"/>
                <a:gd name="T1" fmla="*/ 49 h 2"/>
                <a:gd name="T2" fmla="*/ 33 w 3"/>
                <a:gd name="T3" fmla="*/ 0 h 2"/>
                <a:gd name="T4" fmla="*/ 77 w 3"/>
                <a:gd name="T5" fmla="*/ 49 h 2"/>
                <a:gd name="T6" fmla="*/ 33 w 3"/>
                <a:gd name="T7" fmla="*/ 88 h 2"/>
                <a:gd name="T8" fmla="*/ 0 w 3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7" name="Freeform 811">
              <a:extLst>
                <a:ext uri="{FF2B5EF4-FFF2-40B4-BE49-F238E27FC236}">
                  <a16:creationId xmlns:a16="http://schemas.microsoft.com/office/drawing/2014/main" id="{059C091A-5D12-48ED-8AE2-F6F6B134D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921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33 w 3"/>
                <a:gd name="T3" fmla="*/ 49 h 2"/>
                <a:gd name="T4" fmla="*/ 77 w 3"/>
                <a:gd name="T5" fmla="*/ 0 h 2"/>
                <a:gd name="T6" fmla="*/ 110 w 3"/>
                <a:gd name="T7" fmla="*/ 88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8" name="Freeform 812">
              <a:extLst>
                <a:ext uri="{FF2B5EF4-FFF2-40B4-BE49-F238E27FC236}">
                  <a16:creationId xmlns:a16="http://schemas.microsoft.com/office/drawing/2014/main" id="{3A8F8478-1178-45DF-A131-DB214D9F9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964"/>
              <a:ext cx="11" cy="7"/>
            </a:xfrm>
            <a:custGeom>
              <a:avLst/>
              <a:gdLst>
                <a:gd name="T0" fmla="*/ 55 w 3"/>
                <a:gd name="T1" fmla="*/ 88 h 2"/>
                <a:gd name="T2" fmla="*/ 0 w 3"/>
                <a:gd name="T3" fmla="*/ 0 h 2"/>
                <a:gd name="T4" fmla="*/ 95 w 3"/>
                <a:gd name="T5" fmla="*/ 0 h 2"/>
                <a:gd name="T6" fmla="*/ 95 w 3"/>
                <a:gd name="T7" fmla="*/ 49 h 2"/>
                <a:gd name="T8" fmla="*/ 55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9" name="Freeform 813">
              <a:extLst>
                <a:ext uri="{FF2B5EF4-FFF2-40B4-BE49-F238E27FC236}">
                  <a16:creationId xmlns:a16="http://schemas.microsoft.com/office/drawing/2014/main" id="{2819D166-1F77-4E37-845A-4335F9799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32"/>
              <a:ext cx="10" cy="10"/>
            </a:xfrm>
            <a:custGeom>
              <a:avLst/>
              <a:gdLst>
                <a:gd name="T0" fmla="*/ 33 w 3"/>
                <a:gd name="T1" fmla="*/ 77 h 3"/>
                <a:gd name="T2" fmla="*/ 33 w 3"/>
                <a:gd name="T3" fmla="*/ 33 h 3"/>
                <a:gd name="T4" fmla="*/ 77 w 3"/>
                <a:gd name="T5" fmla="*/ 0 h 3"/>
                <a:gd name="T6" fmla="*/ 110 w 3"/>
                <a:gd name="T7" fmla="*/ 77 h 3"/>
                <a:gd name="T8" fmla="*/ 33 w 3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0" name="Freeform 814">
              <a:extLst>
                <a:ext uri="{FF2B5EF4-FFF2-40B4-BE49-F238E27FC236}">
                  <a16:creationId xmlns:a16="http://schemas.microsoft.com/office/drawing/2014/main" id="{F64CE7E5-6D06-4FB7-99BF-BBE4F537A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939"/>
              <a:ext cx="10" cy="11"/>
            </a:xfrm>
            <a:custGeom>
              <a:avLst/>
              <a:gdLst>
                <a:gd name="T0" fmla="*/ 33 w 3"/>
                <a:gd name="T1" fmla="*/ 95 h 3"/>
                <a:gd name="T2" fmla="*/ 0 w 3"/>
                <a:gd name="T3" fmla="*/ 55 h 3"/>
                <a:gd name="T4" fmla="*/ 77 w 3"/>
                <a:gd name="T5" fmla="*/ 0 h 3"/>
                <a:gd name="T6" fmla="*/ 77 w 3"/>
                <a:gd name="T7" fmla="*/ 95 h 3"/>
                <a:gd name="T8" fmla="*/ 33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1" name="Freeform 815">
              <a:extLst>
                <a:ext uri="{FF2B5EF4-FFF2-40B4-BE49-F238E27FC236}">
                  <a16:creationId xmlns:a16="http://schemas.microsoft.com/office/drawing/2014/main" id="{C7EFC4A1-5373-4999-BC4D-5743E6431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530"/>
              <a:ext cx="13" cy="15"/>
            </a:xfrm>
            <a:custGeom>
              <a:avLst/>
              <a:gdLst>
                <a:gd name="T0" fmla="*/ 33 w 4"/>
                <a:gd name="T1" fmla="*/ 210 h 4"/>
                <a:gd name="T2" fmla="*/ 33 w 4"/>
                <a:gd name="T3" fmla="*/ 56 h 4"/>
                <a:gd name="T4" fmla="*/ 107 w 4"/>
                <a:gd name="T5" fmla="*/ 56 h 4"/>
                <a:gd name="T6" fmla="*/ 107 w 4"/>
                <a:gd name="T7" fmla="*/ 154 h 4"/>
                <a:gd name="T8" fmla="*/ 33 w 4"/>
                <a:gd name="T9" fmla="*/ 21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2" name="Freeform 816">
              <a:extLst>
                <a:ext uri="{FF2B5EF4-FFF2-40B4-BE49-F238E27FC236}">
                  <a16:creationId xmlns:a16="http://schemas.microsoft.com/office/drawing/2014/main" id="{BCA1F6CC-74A6-4311-BBBD-55AE63E56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3530"/>
              <a:ext cx="13" cy="15"/>
            </a:xfrm>
            <a:custGeom>
              <a:avLst/>
              <a:gdLst>
                <a:gd name="T0" fmla="*/ 33 w 4"/>
                <a:gd name="T1" fmla="*/ 210 h 4"/>
                <a:gd name="T2" fmla="*/ 33 w 4"/>
                <a:gd name="T3" fmla="*/ 56 h 4"/>
                <a:gd name="T4" fmla="*/ 107 w 4"/>
                <a:gd name="T5" fmla="*/ 56 h 4"/>
                <a:gd name="T6" fmla="*/ 137 w 4"/>
                <a:gd name="T7" fmla="*/ 154 h 4"/>
                <a:gd name="T8" fmla="*/ 33 w 4"/>
                <a:gd name="T9" fmla="*/ 21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3" name="Freeform 817">
              <a:extLst>
                <a:ext uri="{FF2B5EF4-FFF2-40B4-BE49-F238E27FC236}">
                  <a16:creationId xmlns:a16="http://schemas.microsoft.com/office/drawing/2014/main" id="{0EB1498E-F6EF-4164-A9ED-364F441F8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309"/>
              <a:ext cx="7" cy="7"/>
            </a:xfrm>
            <a:custGeom>
              <a:avLst/>
              <a:gdLst>
                <a:gd name="T0" fmla="*/ 49 w 2"/>
                <a:gd name="T1" fmla="*/ 49 h 2"/>
                <a:gd name="T2" fmla="*/ 49 w 2"/>
                <a:gd name="T3" fmla="*/ 0 h 2"/>
                <a:gd name="T4" fmla="*/ 88 w 2"/>
                <a:gd name="T5" fmla="*/ 0 h 2"/>
                <a:gd name="T6" fmla="*/ 88 w 2"/>
                <a:gd name="T7" fmla="*/ 49 h 2"/>
                <a:gd name="T8" fmla="*/ 49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4" name="Freeform 818">
              <a:extLst>
                <a:ext uri="{FF2B5EF4-FFF2-40B4-BE49-F238E27FC236}">
                  <a16:creationId xmlns:a16="http://schemas.microsoft.com/office/drawing/2014/main" id="{3002254C-B838-4703-ACE5-CCAD48CDE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320"/>
              <a:ext cx="7" cy="7"/>
            </a:xfrm>
            <a:custGeom>
              <a:avLst/>
              <a:gdLst>
                <a:gd name="T0" fmla="*/ 0 w 2"/>
                <a:gd name="T1" fmla="*/ 49 h 2"/>
                <a:gd name="T2" fmla="*/ 0 w 2"/>
                <a:gd name="T3" fmla="*/ 0 h 2"/>
                <a:gd name="T4" fmla="*/ 49 w 2"/>
                <a:gd name="T5" fmla="*/ 0 h 2"/>
                <a:gd name="T6" fmla="*/ 49 w 2"/>
                <a:gd name="T7" fmla="*/ 49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5" name="Freeform 819">
              <a:extLst>
                <a:ext uri="{FF2B5EF4-FFF2-40B4-BE49-F238E27FC236}">
                  <a16:creationId xmlns:a16="http://schemas.microsoft.com/office/drawing/2014/main" id="{E06DD7DC-486F-48CA-BBC3-D5F0F53BF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3309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27 w 2"/>
                <a:gd name="T3" fmla="*/ 49 h 2"/>
                <a:gd name="T4" fmla="*/ 54 w 2"/>
                <a:gd name="T5" fmla="*/ 49 h 2"/>
                <a:gd name="T6" fmla="*/ 54 w 2"/>
                <a:gd name="T7" fmla="*/ 88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6" name="Freeform 820">
              <a:extLst>
                <a:ext uri="{FF2B5EF4-FFF2-40B4-BE49-F238E27FC236}">
                  <a16:creationId xmlns:a16="http://schemas.microsoft.com/office/drawing/2014/main" id="{EA1170A2-9DA7-4D63-BD5D-6E4FC4FCD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331"/>
              <a:ext cx="6" cy="7"/>
            </a:xfrm>
            <a:custGeom>
              <a:avLst/>
              <a:gdLst>
                <a:gd name="T0" fmla="*/ 0 w 2"/>
                <a:gd name="T1" fmla="*/ 88 h 2"/>
                <a:gd name="T2" fmla="*/ 0 w 2"/>
                <a:gd name="T3" fmla="*/ 49 h 2"/>
                <a:gd name="T4" fmla="*/ 27 w 2"/>
                <a:gd name="T5" fmla="*/ 49 h 2"/>
                <a:gd name="T6" fmla="*/ 54 w 2"/>
                <a:gd name="T7" fmla="*/ 88 h 2"/>
                <a:gd name="T8" fmla="*/ 0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7" name="Freeform 821">
              <a:extLst>
                <a:ext uri="{FF2B5EF4-FFF2-40B4-BE49-F238E27FC236}">
                  <a16:creationId xmlns:a16="http://schemas.microsoft.com/office/drawing/2014/main" id="{6FF37CB3-0B29-4B4E-86A2-FD4FECB17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320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27 w 2"/>
                <a:gd name="T3" fmla="*/ 0 h 2"/>
                <a:gd name="T4" fmla="*/ 54 w 2"/>
                <a:gd name="T5" fmla="*/ 0 h 2"/>
                <a:gd name="T6" fmla="*/ 54 w 2"/>
                <a:gd name="T7" fmla="*/ 49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8" name="Freeform 822">
              <a:extLst>
                <a:ext uri="{FF2B5EF4-FFF2-40B4-BE49-F238E27FC236}">
                  <a16:creationId xmlns:a16="http://schemas.microsoft.com/office/drawing/2014/main" id="{69B29E1D-36D8-467C-9486-1DB35937A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316"/>
              <a:ext cx="6" cy="8"/>
            </a:xfrm>
            <a:custGeom>
              <a:avLst/>
              <a:gdLst>
                <a:gd name="T0" fmla="*/ 0 w 2"/>
                <a:gd name="T1" fmla="*/ 128 h 2"/>
                <a:gd name="T2" fmla="*/ 0 w 2"/>
                <a:gd name="T3" fmla="*/ 0 h 2"/>
                <a:gd name="T4" fmla="*/ 27 w 2"/>
                <a:gd name="T5" fmla="*/ 0 h 2"/>
                <a:gd name="T6" fmla="*/ 27 w 2"/>
                <a:gd name="T7" fmla="*/ 64 h 2"/>
                <a:gd name="T8" fmla="*/ 0 w 2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9" name="Freeform 823">
              <a:extLst>
                <a:ext uri="{FF2B5EF4-FFF2-40B4-BE49-F238E27FC236}">
                  <a16:creationId xmlns:a16="http://schemas.microsoft.com/office/drawing/2014/main" id="{2B71F2F6-37AC-49C8-8644-53F7A3F26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313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88 w 2"/>
                <a:gd name="T5" fmla="*/ 49 h 2"/>
                <a:gd name="T6" fmla="*/ 88 w 2"/>
                <a:gd name="T7" fmla="*/ 88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0" name="Freeform 824">
              <a:extLst>
                <a:ext uri="{FF2B5EF4-FFF2-40B4-BE49-F238E27FC236}">
                  <a16:creationId xmlns:a16="http://schemas.microsoft.com/office/drawing/2014/main" id="{4F250260-4BF1-473F-88E2-D95CA0881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509"/>
              <a:ext cx="13" cy="14"/>
            </a:xfrm>
            <a:custGeom>
              <a:avLst/>
              <a:gdLst>
                <a:gd name="T0" fmla="*/ 33 w 4"/>
                <a:gd name="T1" fmla="*/ 172 h 4"/>
                <a:gd name="T2" fmla="*/ 33 w 4"/>
                <a:gd name="T3" fmla="*/ 49 h 4"/>
                <a:gd name="T4" fmla="*/ 107 w 4"/>
                <a:gd name="T5" fmla="*/ 49 h 4"/>
                <a:gd name="T6" fmla="*/ 107 w 4"/>
                <a:gd name="T7" fmla="*/ 137 h 4"/>
                <a:gd name="T8" fmla="*/ 33 w 4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1" name="Freeform 825">
              <a:extLst>
                <a:ext uri="{FF2B5EF4-FFF2-40B4-BE49-F238E27FC236}">
                  <a16:creationId xmlns:a16="http://schemas.microsoft.com/office/drawing/2014/main" id="{724782DC-B0EE-4F1E-BFFA-1878E2D6F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520"/>
              <a:ext cx="13" cy="14"/>
            </a:xfrm>
            <a:custGeom>
              <a:avLst/>
              <a:gdLst>
                <a:gd name="T0" fmla="*/ 33 w 4"/>
                <a:gd name="T1" fmla="*/ 137 h 4"/>
                <a:gd name="T2" fmla="*/ 33 w 4"/>
                <a:gd name="T3" fmla="*/ 49 h 4"/>
                <a:gd name="T4" fmla="*/ 107 w 4"/>
                <a:gd name="T5" fmla="*/ 0 h 4"/>
                <a:gd name="T6" fmla="*/ 107 w 4"/>
                <a:gd name="T7" fmla="*/ 137 h 4"/>
                <a:gd name="T8" fmla="*/ 33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2" name="Freeform 826">
              <a:extLst>
                <a:ext uri="{FF2B5EF4-FFF2-40B4-BE49-F238E27FC236}">
                  <a16:creationId xmlns:a16="http://schemas.microsoft.com/office/drawing/2014/main" id="{2AB9F553-0BC5-4BAC-A18F-2387463BB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513"/>
              <a:ext cx="10" cy="10"/>
            </a:xfrm>
            <a:custGeom>
              <a:avLst/>
              <a:gdLst>
                <a:gd name="T0" fmla="*/ 33 w 3"/>
                <a:gd name="T1" fmla="*/ 110 h 3"/>
                <a:gd name="T2" fmla="*/ 0 w 3"/>
                <a:gd name="T3" fmla="*/ 33 h 3"/>
                <a:gd name="T4" fmla="*/ 110 w 3"/>
                <a:gd name="T5" fmla="*/ 0 h 3"/>
                <a:gd name="T6" fmla="*/ 110 w 3"/>
                <a:gd name="T7" fmla="*/ 77 h 3"/>
                <a:gd name="T8" fmla="*/ 33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3" name="Freeform 827">
              <a:extLst>
                <a:ext uri="{FF2B5EF4-FFF2-40B4-BE49-F238E27FC236}">
                  <a16:creationId xmlns:a16="http://schemas.microsoft.com/office/drawing/2014/main" id="{CC514010-4266-4913-A2DF-AAAAA39AA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498"/>
              <a:ext cx="13" cy="11"/>
            </a:xfrm>
            <a:custGeom>
              <a:avLst/>
              <a:gdLst>
                <a:gd name="T0" fmla="*/ 33 w 4"/>
                <a:gd name="T1" fmla="*/ 147 h 3"/>
                <a:gd name="T2" fmla="*/ 33 w 4"/>
                <a:gd name="T3" fmla="*/ 0 h 3"/>
                <a:gd name="T4" fmla="*/ 107 w 4"/>
                <a:gd name="T5" fmla="*/ 0 h 3"/>
                <a:gd name="T6" fmla="*/ 107 w 4"/>
                <a:gd name="T7" fmla="*/ 95 h 3"/>
                <a:gd name="T8" fmla="*/ 33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4" name="Freeform 828">
              <a:extLst>
                <a:ext uri="{FF2B5EF4-FFF2-40B4-BE49-F238E27FC236}">
                  <a16:creationId xmlns:a16="http://schemas.microsoft.com/office/drawing/2014/main" id="{1B666C90-EB75-4ECB-9D14-F7DF9FE48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480"/>
              <a:ext cx="14" cy="15"/>
            </a:xfrm>
            <a:custGeom>
              <a:avLst/>
              <a:gdLst>
                <a:gd name="T0" fmla="*/ 49 w 4"/>
                <a:gd name="T1" fmla="*/ 154 h 4"/>
                <a:gd name="T2" fmla="*/ 0 w 4"/>
                <a:gd name="T3" fmla="*/ 56 h 4"/>
                <a:gd name="T4" fmla="*/ 137 w 4"/>
                <a:gd name="T5" fmla="*/ 56 h 4"/>
                <a:gd name="T6" fmla="*/ 137 w 4"/>
                <a:gd name="T7" fmla="*/ 154 h 4"/>
                <a:gd name="T8" fmla="*/ 49 w 4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5" name="Freeform 829">
              <a:extLst>
                <a:ext uri="{FF2B5EF4-FFF2-40B4-BE49-F238E27FC236}">
                  <a16:creationId xmlns:a16="http://schemas.microsoft.com/office/drawing/2014/main" id="{2499B3FC-0BA1-44FB-A762-4453895B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484"/>
              <a:ext cx="10" cy="14"/>
            </a:xfrm>
            <a:custGeom>
              <a:avLst/>
              <a:gdLst>
                <a:gd name="T0" fmla="*/ 0 w 3"/>
                <a:gd name="T1" fmla="*/ 137 h 4"/>
                <a:gd name="T2" fmla="*/ 0 w 3"/>
                <a:gd name="T3" fmla="*/ 49 h 4"/>
                <a:gd name="T4" fmla="*/ 77 w 3"/>
                <a:gd name="T5" fmla="*/ 0 h 4"/>
                <a:gd name="T6" fmla="*/ 110 w 3"/>
                <a:gd name="T7" fmla="*/ 137 h 4"/>
                <a:gd name="T8" fmla="*/ 0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6" name="Freeform 830">
              <a:extLst>
                <a:ext uri="{FF2B5EF4-FFF2-40B4-BE49-F238E27FC236}">
                  <a16:creationId xmlns:a16="http://schemas.microsoft.com/office/drawing/2014/main" id="{69CF55C7-8BD6-4829-BBE0-82169C6C8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495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110 w 3"/>
                <a:gd name="T5" fmla="*/ 49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7" name="Freeform 831">
              <a:extLst>
                <a:ext uri="{FF2B5EF4-FFF2-40B4-BE49-F238E27FC236}">
                  <a16:creationId xmlns:a16="http://schemas.microsoft.com/office/drawing/2014/main" id="{E5F75CF7-EDA1-4430-BBDE-8D706DF11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3509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8" name="Freeform 832">
              <a:extLst>
                <a:ext uri="{FF2B5EF4-FFF2-40B4-BE49-F238E27FC236}">
                  <a16:creationId xmlns:a16="http://schemas.microsoft.com/office/drawing/2014/main" id="{E9E54185-A015-46A7-B5E5-A5B05C7DC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502"/>
              <a:ext cx="14" cy="14"/>
            </a:xfrm>
            <a:custGeom>
              <a:avLst/>
              <a:gdLst>
                <a:gd name="T0" fmla="*/ 49 w 4"/>
                <a:gd name="T1" fmla="*/ 137 h 4"/>
                <a:gd name="T2" fmla="*/ 49 w 4"/>
                <a:gd name="T3" fmla="*/ 49 h 4"/>
                <a:gd name="T4" fmla="*/ 137 w 4"/>
                <a:gd name="T5" fmla="*/ 49 h 4"/>
                <a:gd name="T6" fmla="*/ 172 w 4"/>
                <a:gd name="T7" fmla="*/ 137 h 4"/>
                <a:gd name="T8" fmla="*/ 49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9" name="Freeform 833">
              <a:extLst>
                <a:ext uri="{FF2B5EF4-FFF2-40B4-BE49-F238E27FC236}">
                  <a16:creationId xmlns:a16="http://schemas.microsoft.com/office/drawing/2014/main" id="{2ED07D9F-C539-4290-B3FE-ECEBC8C43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477"/>
              <a:ext cx="10" cy="14"/>
            </a:xfrm>
            <a:custGeom>
              <a:avLst/>
              <a:gdLst>
                <a:gd name="T0" fmla="*/ 0 w 3"/>
                <a:gd name="T1" fmla="*/ 137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0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0" name="Freeform 834">
              <a:extLst>
                <a:ext uri="{FF2B5EF4-FFF2-40B4-BE49-F238E27FC236}">
                  <a16:creationId xmlns:a16="http://schemas.microsoft.com/office/drawing/2014/main" id="{169E9E85-4FD3-4531-8699-8C3AB75D7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302"/>
              <a:ext cx="14" cy="11"/>
            </a:xfrm>
            <a:custGeom>
              <a:avLst/>
              <a:gdLst>
                <a:gd name="T0" fmla="*/ 49 w 4"/>
                <a:gd name="T1" fmla="*/ 147 h 3"/>
                <a:gd name="T2" fmla="*/ 49 w 4"/>
                <a:gd name="T3" fmla="*/ 55 h 3"/>
                <a:gd name="T4" fmla="*/ 137 w 4"/>
                <a:gd name="T5" fmla="*/ 0 h 3"/>
                <a:gd name="T6" fmla="*/ 172 w 4"/>
                <a:gd name="T7" fmla="*/ 95 h 3"/>
                <a:gd name="T8" fmla="*/ 49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1" name="Freeform 835">
              <a:extLst>
                <a:ext uri="{FF2B5EF4-FFF2-40B4-BE49-F238E27FC236}">
                  <a16:creationId xmlns:a16="http://schemas.microsoft.com/office/drawing/2014/main" id="{BD6BF816-EECD-4A0E-9E3B-BB644C7F3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498"/>
              <a:ext cx="10" cy="11"/>
            </a:xfrm>
            <a:custGeom>
              <a:avLst/>
              <a:gdLst>
                <a:gd name="T0" fmla="*/ 0 w 3"/>
                <a:gd name="T1" fmla="*/ 147 h 3"/>
                <a:gd name="T2" fmla="*/ 0 w 3"/>
                <a:gd name="T3" fmla="*/ 0 h 3"/>
                <a:gd name="T4" fmla="*/ 77 w 3"/>
                <a:gd name="T5" fmla="*/ 0 h 3"/>
                <a:gd name="T6" fmla="*/ 110 w 3"/>
                <a:gd name="T7" fmla="*/ 95 h 3"/>
                <a:gd name="T8" fmla="*/ 0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2" name="Freeform 836">
              <a:extLst>
                <a:ext uri="{FF2B5EF4-FFF2-40B4-BE49-F238E27FC236}">
                  <a16:creationId xmlns:a16="http://schemas.microsoft.com/office/drawing/2014/main" id="{2DDE7DA5-6503-4508-A7BF-C209A6452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502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110 w 3"/>
                <a:gd name="T5" fmla="*/ 49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3" name="Freeform 837">
              <a:extLst>
                <a:ext uri="{FF2B5EF4-FFF2-40B4-BE49-F238E27FC236}">
                  <a16:creationId xmlns:a16="http://schemas.microsoft.com/office/drawing/2014/main" id="{6299314F-C56C-447C-99A9-C113AA7F4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3491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4" name="Freeform 838">
              <a:extLst>
                <a:ext uri="{FF2B5EF4-FFF2-40B4-BE49-F238E27FC236}">
                  <a16:creationId xmlns:a16="http://schemas.microsoft.com/office/drawing/2014/main" id="{BB6E6F77-F4C1-411C-B8B6-E95537C1C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3466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5" name="Freeform 839">
              <a:extLst>
                <a:ext uri="{FF2B5EF4-FFF2-40B4-BE49-F238E27FC236}">
                  <a16:creationId xmlns:a16="http://schemas.microsoft.com/office/drawing/2014/main" id="{543755F6-6B56-4E72-9FCF-F421FE179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477"/>
              <a:ext cx="14" cy="14"/>
            </a:xfrm>
            <a:custGeom>
              <a:avLst/>
              <a:gdLst>
                <a:gd name="T0" fmla="*/ 49 w 4"/>
                <a:gd name="T1" fmla="*/ 137 h 4"/>
                <a:gd name="T2" fmla="*/ 0 w 4"/>
                <a:gd name="T3" fmla="*/ 49 h 4"/>
                <a:gd name="T4" fmla="*/ 137 w 4"/>
                <a:gd name="T5" fmla="*/ 49 h 4"/>
                <a:gd name="T6" fmla="*/ 137 w 4"/>
                <a:gd name="T7" fmla="*/ 137 h 4"/>
                <a:gd name="T8" fmla="*/ 49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6" name="Freeform 840">
              <a:extLst>
                <a:ext uri="{FF2B5EF4-FFF2-40B4-BE49-F238E27FC236}">
                  <a16:creationId xmlns:a16="http://schemas.microsoft.com/office/drawing/2014/main" id="{E0254A9F-3222-4241-83BB-D764EC22E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473"/>
              <a:ext cx="13" cy="11"/>
            </a:xfrm>
            <a:custGeom>
              <a:avLst/>
              <a:gdLst>
                <a:gd name="T0" fmla="*/ 33 w 4"/>
                <a:gd name="T1" fmla="*/ 147 h 3"/>
                <a:gd name="T2" fmla="*/ 33 w 4"/>
                <a:gd name="T3" fmla="*/ 55 h 3"/>
                <a:gd name="T4" fmla="*/ 107 w 4"/>
                <a:gd name="T5" fmla="*/ 0 h 3"/>
                <a:gd name="T6" fmla="*/ 107 w 4"/>
                <a:gd name="T7" fmla="*/ 95 h 3"/>
                <a:gd name="T8" fmla="*/ 33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7" name="Freeform 841">
              <a:extLst>
                <a:ext uri="{FF2B5EF4-FFF2-40B4-BE49-F238E27FC236}">
                  <a16:creationId xmlns:a16="http://schemas.microsoft.com/office/drawing/2014/main" id="{780DD064-DB8A-46E8-9AB9-D2ADE0086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295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55 h 3"/>
                <a:gd name="T6" fmla="*/ 77 w 3"/>
                <a:gd name="T7" fmla="*/ 147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8" name="Freeform 842">
              <a:extLst>
                <a:ext uri="{FF2B5EF4-FFF2-40B4-BE49-F238E27FC236}">
                  <a16:creationId xmlns:a16="http://schemas.microsoft.com/office/drawing/2014/main" id="{43518A80-8D49-47F1-994E-AB31514D1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306"/>
              <a:ext cx="7" cy="10"/>
            </a:xfrm>
            <a:custGeom>
              <a:avLst/>
              <a:gdLst>
                <a:gd name="T0" fmla="*/ 49 w 2"/>
                <a:gd name="T1" fmla="*/ 110 h 3"/>
                <a:gd name="T2" fmla="*/ 0 w 2"/>
                <a:gd name="T3" fmla="*/ 33 h 3"/>
                <a:gd name="T4" fmla="*/ 88 w 2"/>
                <a:gd name="T5" fmla="*/ 33 h 3"/>
                <a:gd name="T6" fmla="*/ 88 w 2"/>
                <a:gd name="T7" fmla="*/ 77 h 3"/>
                <a:gd name="T8" fmla="*/ 49 w 2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9" name="Freeform 843">
              <a:extLst>
                <a:ext uri="{FF2B5EF4-FFF2-40B4-BE49-F238E27FC236}">
                  <a16:creationId xmlns:a16="http://schemas.microsoft.com/office/drawing/2014/main" id="{019DA86D-722E-45D4-8F4C-BD62CC08A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306"/>
              <a:ext cx="13" cy="10"/>
            </a:xfrm>
            <a:custGeom>
              <a:avLst/>
              <a:gdLst>
                <a:gd name="T0" fmla="*/ 33 w 4"/>
                <a:gd name="T1" fmla="*/ 110 h 3"/>
                <a:gd name="T2" fmla="*/ 0 w 4"/>
                <a:gd name="T3" fmla="*/ 33 h 3"/>
                <a:gd name="T4" fmla="*/ 107 w 4"/>
                <a:gd name="T5" fmla="*/ 0 h 3"/>
                <a:gd name="T6" fmla="*/ 107 w 4"/>
                <a:gd name="T7" fmla="*/ 77 h 3"/>
                <a:gd name="T8" fmla="*/ 33 w 4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0" name="Freeform 844">
              <a:extLst>
                <a:ext uri="{FF2B5EF4-FFF2-40B4-BE49-F238E27FC236}">
                  <a16:creationId xmlns:a16="http://schemas.microsoft.com/office/drawing/2014/main" id="{D627E9DF-E69D-4A33-890C-659E3EE57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3470"/>
              <a:ext cx="14" cy="14"/>
            </a:xfrm>
            <a:custGeom>
              <a:avLst/>
              <a:gdLst>
                <a:gd name="T0" fmla="*/ 49 w 4"/>
                <a:gd name="T1" fmla="*/ 172 h 4"/>
                <a:gd name="T2" fmla="*/ 49 w 4"/>
                <a:gd name="T3" fmla="*/ 49 h 4"/>
                <a:gd name="T4" fmla="*/ 137 w 4"/>
                <a:gd name="T5" fmla="*/ 49 h 4"/>
                <a:gd name="T6" fmla="*/ 137 w 4"/>
                <a:gd name="T7" fmla="*/ 137 h 4"/>
                <a:gd name="T8" fmla="*/ 49 w 4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1" name="Freeform 845">
              <a:extLst>
                <a:ext uri="{FF2B5EF4-FFF2-40B4-BE49-F238E27FC236}">
                  <a16:creationId xmlns:a16="http://schemas.microsoft.com/office/drawing/2014/main" id="{5A85496D-FBF5-4E0D-A063-FA72B528B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3480"/>
              <a:ext cx="13" cy="11"/>
            </a:xfrm>
            <a:custGeom>
              <a:avLst/>
              <a:gdLst>
                <a:gd name="T0" fmla="*/ 33 w 4"/>
                <a:gd name="T1" fmla="*/ 147 h 3"/>
                <a:gd name="T2" fmla="*/ 33 w 4"/>
                <a:gd name="T3" fmla="*/ 55 h 3"/>
                <a:gd name="T4" fmla="*/ 107 w 4"/>
                <a:gd name="T5" fmla="*/ 0 h 3"/>
                <a:gd name="T6" fmla="*/ 107 w 4"/>
                <a:gd name="T7" fmla="*/ 147 h 3"/>
                <a:gd name="T8" fmla="*/ 33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2" name="Freeform 846">
              <a:extLst>
                <a:ext uri="{FF2B5EF4-FFF2-40B4-BE49-F238E27FC236}">
                  <a16:creationId xmlns:a16="http://schemas.microsoft.com/office/drawing/2014/main" id="{8F0A5A00-7670-45B8-A5BD-C7CDC4B3C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491"/>
              <a:ext cx="13" cy="14"/>
            </a:xfrm>
            <a:custGeom>
              <a:avLst/>
              <a:gdLst>
                <a:gd name="T0" fmla="*/ 33 w 4"/>
                <a:gd name="T1" fmla="*/ 137 h 4"/>
                <a:gd name="T2" fmla="*/ 33 w 4"/>
                <a:gd name="T3" fmla="*/ 49 h 4"/>
                <a:gd name="T4" fmla="*/ 107 w 4"/>
                <a:gd name="T5" fmla="*/ 49 h 4"/>
                <a:gd name="T6" fmla="*/ 107 w 4"/>
                <a:gd name="T7" fmla="*/ 137 h 4"/>
                <a:gd name="T8" fmla="*/ 33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3" name="Freeform 847">
              <a:extLst>
                <a:ext uri="{FF2B5EF4-FFF2-40B4-BE49-F238E27FC236}">
                  <a16:creationId xmlns:a16="http://schemas.microsoft.com/office/drawing/2014/main" id="{5637249D-BBDF-4890-A82E-83794C3CD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516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110 w 3"/>
                <a:gd name="T5" fmla="*/ 0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4" name="Freeform 848">
              <a:extLst>
                <a:ext uri="{FF2B5EF4-FFF2-40B4-BE49-F238E27FC236}">
                  <a16:creationId xmlns:a16="http://schemas.microsoft.com/office/drawing/2014/main" id="{B6815215-E188-4CE0-B6AF-D9C651E6B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3523"/>
              <a:ext cx="14" cy="11"/>
            </a:xfrm>
            <a:custGeom>
              <a:avLst/>
              <a:gdLst>
                <a:gd name="T0" fmla="*/ 49 w 4"/>
                <a:gd name="T1" fmla="*/ 147 h 3"/>
                <a:gd name="T2" fmla="*/ 49 w 4"/>
                <a:gd name="T3" fmla="*/ 55 h 3"/>
                <a:gd name="T4" fmla="*/ 137 w 4"/>
                <a:gd name="T5" fmla="*/ 0 h 3"/>
                <a:gd name="T6" fmla="*/ 137 w 4"/>
                <a:gd name="T7" fmla="*/ 95 h 3"/>
                <a:gd name="T8" fmla="*/ 49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5" name="Freeform 849">
              <a:extLst>
                <a:ext uri="{FF2B5EF4-FFF2-40B4-BE49-F238E27FC236}">
                  <a16:creationId xmlns:a16="http://schemas.microsoft.com/office/drawing/2014/main" id="{EAB69B55-338C-413D-A9AF-A97E9CB7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488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0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6" name="Freeform 850">
              <a:extLst>
                <a:ext uri="{FF2B5EF4-FFF2-40B4-BE49-F238E27FC236}">
                  <a16:creationId xmlns:a16="http://schemas.microsoft.com/office/drawing/2014/main" id="{043DA105-BAFC-45DC-B36C-64CA5F23F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3466"/>
              <a:ext cx="13" cy="11"/>
            </a:xfrm>
            <a:custGeom>
              <a:avLst/>
              <a:gdLst>
                <a:gd name="T0" fmla="*/ 33 w 4"/>
                <a:gd name="T1" fmla="*/ 147 h 3"/>
                <a:gd name="T2" fmla="*/ 33 w 4"/>
                <a:gd name="T3" fmla="*/ 55 h 3"/>
                <a:gd name="T4" fmla="*/ 107 w 4"/>
                <a:gd name="T5" fmla="*/ 0 h 3"/>
                <a:gd name="T6" fmla="*/ 137 w 4"/>
                <a:gd name="T7" fmla="*/ 95 h 3"/>
                <a:gd name="T8" fmla="*/ 33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7" name="Freeform 851">
              <a:extLst>
                <a:ext uri="{FF2B5EF4-FFF2-40B4-BE49-F238E27FC236}">
                  <a16:creationId xmlns:a16="http://schemas.microsoft.com/office/drawing/2014/main" id="{2C5768AB-4415-4FC7-B594-C5AE49274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523"/>
              <a:ext cx="10" cy="14"/>
            </a:xfrm>
            <a:custGeom>
              <a:avLst/>
              <a:gdLst>
                <a:gd name="T0" fmla="*/ 33 w 3"/>
                <a:gd name="T1" fmla="*/ 172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8" name="Freeform 852">
              <a:extLst>
                <a:ext uri="{FF2B5EF4-FFF2-40B4-BE49-F238E27FC236}">
                  <a16:creationId xmlns:a16="http://schemas.microsoft.com/office/drawing/2014/main" id="{E514386C-F4A1-4D74-B99B-2CB1120A9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516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110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9" name="Freeform 853">
              <a:extLst>
                <a:ext uri="{FF2B5EF4-FFF2-40B4-BE49-F238E27FC236}">
                  <a16:creationId xmlns:a16="http://schemas.microsoft.com/office/drawing/2014/main" id="{33971376-5146-45AE-9AB1-BB55063A3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3470"/>
              <a:ext cx="13" cy="14"/>
            </a:xfrm>
            <a:custGeom>
              <a:avLst/>
              <a:gdLst>
                <a:gd name="T0" fmla="*/ 33 w 4"/>
                <a:gd name="T1" fmla="*/ 137 h 4"/>
                <a:gd name="T2" fmla="*/ 33 w 4"/>
                <a:gd name="T3" fmla="*/ 49 h 4"/>
                <a:gd name="T4" fmla="*/ 107 w 4"/>
                <a:gd name="T5" fmla="*/ 49 h 4"/>
                <a:gd name="T6" fmla="*/ 107 w 4"/>
                <a:gd name="T7" fmla="*/ 137 h 4"/>
                <a:gd name="T8" fmla="*/ 33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0" name="Freeform 854">
              <a:extLst>
                <a:ext uri="{FF2B5EF4-FFF2-40B4-BE49-F238E27FC236}">
                  <a16:creationId xmlns:a16="http://schemas.microsoft.com/office/drawing/2014/main" id="{49F020AA-D03F-45DD-8559-EB833D671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480"/>
              <a:ext cx="10" cy="15"/>
            </a:xfrm>
            <a:custGeom>
              <a:avLst/>
              <a:gdLst>
                <a:gd name="T0" fmla="*/ 33 w 3"/>
                <a:gd name="T1" fmla="*/ 154 h 4"/>
                <a:gd name="T2" fmla="*/ 0 w 3"/>
                <a:gd name="T3" fmla="*/ 56 h 4"/>
                <a:gd name="T4" fmla="*/ 77 w 3"/>
                <a:gd name="T5" fmla="*/ 56 h 4"/>
                <a:gd name="T6" fmla="*/ 110 w 3"/>
                <a:gd name="T7" fmla="*/ 154 h 4"/>
                <a:gd name="T8" fmla="*/ 33 w 3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1" name="Freeform 855">
              <a:extLst>
                <a:ext uri="{FF2B5EF4-FFF2-40B4-BE49-F238E27FC236}">
                  <a16:creationId xmlns:a16="http://schemas.microsoft.com/office/drawing/2014/main" id="{6CE07313-69A0-4C7E-9F53-48172DDD8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302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2" name="Freeform 856">
              <a:extLst>
                <a:ext uri="{FF2B5EF4-FFF2-40B4-BE49-F238E27FC236}">
                  <a16:creationId xmlns:a16="http://schemas.microsoft.com/office/drawing/2014/main" id="{810693B0-0FB3-4585-B407-7EC8F22F8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295"/>
              <a:ext cx="10" cy="14"/>
            </a:xfrm>
            <a:custGeom>
              <a:avLst/>
              <a:gdLst>
                <a:gd name="T0" fmla="*/ 33 w 3"/>
                <a:gd name="T1" fmla="*/ 172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3" name="Freeform 857">
              <a:extLst>
                <a:ext uri="{FF2B5EF4-FFF2-40B4-BE49-F238E27FC236}">
                  <a16:creationId xmlns:a16="http://schemas.microsoft.com/office/drawing/2014/main" id="{5EB6AE51-287F-4A33-B26B-44F978932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299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4" name="Freeform 858">
              <a:extLst>
                <a:ext uri="{FF2B5EF4-FFF2-40B4-BE49-F238E27FC236}">
                  <a16:creationId xmlns:a16="http://schemas.microsoft.com/office/drawing/2014/main" id="{67E36BC9-6F04-4E7E-89DF-899B664D6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3309"/>
              <a:ext cx="6" cy="11"/>
            </a:xfrm>
            <a:custGeom>
              <a:avLst/>
              <a:gdLst>
                <a:gd name="T0" fmla="*/ 0 w 2"/>
                <a:gd name="T1" fmla="*/ 95 h 3"/>
                <a:gd name="T2" fmla="*/ 0 w 2"/>
                <a:gd name="T3" fmla="*/ 55 h 3"/>
                <a:gd name="T4" fmla="*/ 27 w 2"/>
                <a:gd name="T5" fmla="*/ 0 h 3"/>
                <a:gd name="T6" fmla="*/ 54 w 2"/>
                <a:gd name="T7" fmla="*/ 95 h 3"/>
                <a:gd name="T8" fmla="*/ 0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5" name="Freeform 859">
              <a:extLst>
                <a:ext uri="{FF2B5EF4-FFF2-40B4-BE49-F238E27FC236}">
                  <a16:creationId xmlns:a16="http://schemas.microsoft.com/office/drawing/2014/main" id="{DF2C529B-6E72-488E-A740-97C79A6CD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495"/>
              <a:ext cx="14" cy="14"/>
            </a:xfrm>
            <a:custGeom>
              <a:avLst/>
              <a:gdLst>
                <a:gd name="T0" fmla="*/ 49 w 4"/>
                <a:gd name="T1" fmla="*/ 172 h 4"/>
                <a:gd name="T2" fmla="*/ 49 w 4"/>
                <a:gd name="T3" fmla="*/ 49 h 4"/>
                <a:gd name="T4" fmla="*/ 137 w 4"/>
                <a:gd name="T5" fmla="*/ 49 h 4"/>
                <a:gd name="T6" fmla="*/ 137 w 4"/>
                <a:gd name="T7" fmla="*/ 137 h 4"/>
                <a:gd name="T8" fmla="*/ 49 w 4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6" name="Freeform 860">
              <a:extLst>
                <a:ext uri="{FF2B5EF4-FFF2-40B4-BE49-F238E27FC236}">
                  <a16:creationId xmlns:a16="http://schemas.microsoft.com/office/drawing/2014/main" id="{BA2E3BB6-50C2-4385-B6E5-F4825A63F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505"/>
              <a:ext cx="14" cy="15"/>
            </a:xfrm>
            <a:custGeom>
              <a:avLst/>
              <a:gdLst>
                <a:gd name="T0" fmla="*/ 49 w 4"/>
                <a:gd name="T1" fmla="*/ 154 h 4"/>
                <a:gd name="T2" fmla="*/ 0 w 4"/>
                <a:gd name="T3" fmla="*/ 56 h 4"/>
                <a:gd name="T4" fmla="*/ 137 w 4"/>
                <a:gd name="T5" fmla="*/ 56 h 4"/>
                <a:gd name="T6" fmla="*/ 137 w 4"/>
                <a:gd name="T7" fmla="*/ 154 h 4"/>
                <a:gd name="T8" fmla="*/ 49 w 4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7" name="Freeform 861">
              <a:extLst>
                <a:ext uri="{FF2B5EF4-FFF2-40B4-BE49-F238E27FC236}">
                  <a16:creationId xmlns:a16="http://schemas.microsoft.com/office/drawing/2014/main" id="{3A562620-FB5C-4401-BFB1-E10D95F19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520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0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8" name="Freeform 862">
              <a:extLst>
                <a:ext uri="{FF2B5EF4-FFF2-40B4-BE49-F238E27FC236}">
                  <a16:creationId xmlns:a16="http://schemas.microsoft.com/office/drawing/2014/main" id="{5B1ACF8E-04AE-4146-A58C-A0505D1EB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541"/>
              <a:ext cx="14" cy="11"/>
            </a:xfrm>
            <a:custGeom>
              <a:avLst/>
              <a:gdLst>
                <a:gd name="T0" fmla="*/ 49 w 4"/>
                <a:gd name="T1" fmla="*/ 147 h 3"/>
                <a:gd name="T2" fmla="*/ 49 w 4"/>
                <a:gd name="T3" fmla="*/ 55 h 3"/>
                <a:gd name="T4" fmla="*/ 137 w 4"/>
                <a:gd name="T5" fmla="*/ 0 h 3"/>
                <a:gd name="T6" fmla="*/ 172 w 4"/>
                <a:gd name="T7" fmla="*/ 95 h 3"/>
                <a:gd name="T8" fmla="*/ 49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9" name="Freeform 863">
              <a:extLst>
                <a:ext uri="{FF2B5EF4-FFF2-40B4-BE49-F238E27FC236}">
                  <a16:creationId xmlns:a16="http://schemas.microsoft.com/office/drawing/2014/main" id="{AF9DEDB6-848B-4FD3-A34F-FA7C8980B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502"/>
              <a:ext cx="10" cy="14"/>
            </a:xfrm>
            <a:custGeom>
              <a:avLst/>
              <a:gdLst>
                <a:gd name="T0" fmla="*/ 0 w 3"/>
                <a:gd name="T1" fmla="*/ 137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0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0" name="Freeform 864">
              <a:extLst>
                <a:ext uri="{FF2B5EF4-FFF2-40B4-BE49-F238E27FC236}">
                  <a16:creationId xmlns:a16="http://schemas.microsoft.com/office/drawing/2014/main" id="{C2896476-D610-47A2-944C-F283B107B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534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1" name="Freeform 865">
              <a:extLst>
                <a:ext uri="{FF2B5EF4-FFF2-40B4-BE49-F238E27FC236}">
                  <a16:creationId xmlns:a16="http://schemas.microsoft.com/office/drawing/2014/main" id="{6CD375D8-CD0E-4152-B32F-9FBD5168F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3530"/>
              <a:ext cx="10" cy="15"/>
            </a:xfrm>
            <a:custGeom>
              <a:avLst/>
              <a:gdLst>
                <a:gd name="T0" fmla="*/ 33 w 3"/>
                <a:gd name="T1" fmla="*/ 154 h 4"/>
                <a:gd name="T2" fmla="*/ 0 w 3"/>
                <a:gd name="T3" fmla="*/ 56 h 4"/>
                <a:gd name="T4" fmla="*/ 110 w 3"/>
                <a:gd name="T5" fmla="*/ 56 h 4"/>
                <a:gd name="T6" fmla="*/ 110 w 3"/>
                <a:gd name="T7" fmla="*/ 154 h 4"/>
                <a:gd name="T8" fmla="*/ 33 w 3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2" name="Freeform 866">
              <a:extLst>
                <a:ext uri="{FF2B5EF4-FFF2-40B4-BE49-F238E27FC236}">
                  <a16:creationId xmlns:a16="http://schemas.microsoft.com/office/drawing/2014/main" id="{271F973E-BD40-4B69-9936-CE51A6DA9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537"/>
              <a:ext cx="10" cy="15"/>
            </a:xfrm>
            <a:custGeom>
              <a:avLst/>
              <a:gdLst>
                <a:gd name="T0" fmla="*/ 33 w 3"/>
                <a:gd name="T1" fmla="*/ 154 h 4"/>
                <a:gd name="T2" fmla="*/ 0 w 3"/>
                <a:gd name="T3" fmla="*/ 56 h 4"/>
                <a:gd name="T4" fmla="*/ 77 w 3"/>
                <a:gd name="T5" fmla="*/ 0 h 4"/>
                <a:gd name="T6" fmla="*/ 110 w 3"/>
                <a:gd name="T7" fmla="*/ 154 h 4"/>
                <a:gd name="T8" fmla="*/ 33 w 3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3" name="Freeform 867">
              <a:extLst>
                <a:ext uri="{FF2B5EF4-FFF2-40B4-BE49-F238E27FC236}">
                  <a16:creationId xmlns:a16="http://schemas.microsoft.com/office/drawing/2014/main" id="{1794269B-E9F4-4B03-BD65-B29BB2097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3534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147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4" name="Freeform 868">
              <a:extLst>
                <a:ext uri="{FF2B5EF4-FFF2-40B4-BE49-F238E27FC236}">
                  <a16:creationId xmlns:a16="http://schemas.microsoft.com/office/drawing/2014/main" id="{62B967A8-8081-4212-BF30-31546BFF5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3523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110 w 3"/>
                <a:gd name="T5" fmla="*/ 0 h 3"/>
                <a:gd name="T6" fmla="*/ 110 w 3"/>
                <a:gd name="T7" fmla="*/ 147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5" name="Freeform 869">
              <a:extLst>
                <a:ext uri="{FF2B5EF4-FFF2-40B4-BE49-F238E27FC236}">
                  <a16:creationId xmlns:a16="http://schemas.microsoft.com/office/drawing/2014/main" id="{1A3FCA74-7D5B-4B34-9140-25EDAB707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3545"/>
              <a:ext cx="14" cy="14"/>
            </a:xfrm>
            <a:custGeom>
              <a:avLst/>
              <a:gdLst>
                <a:gd name="T0" fmla="*/ 49 w 4"/>
                <a:gd name="T1" fmla="*/ 137 h 4"/>
                <a:gd name="T2" fmla="*/ 49 w 4"/>
                <a:gd name="T3" fmla="*/ 49 h 4"/>
                <a:gd name="T4" fmla="*/ 137 w 4"/>
                <a:gd name="T5" fmla="*/ 49 h 4"/>
                <a:gd name="T6" fmla="*/ 137 w 4"/>
                <a:gd name="T7" fmla="*/ 137 h 4"/>
                <a:gd name="T8" fmla="*/ 49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6" name="Freeform 870">
              <a:extLst>
                <a:ext uri="{FF2B5EF4-FFF2-40B4-BE49-F238E27FC236}">
                  <a16:creationId xmlns:a16="http://schemas.microsoft.com/office/drawing/2014/main" id="{5155C4F8-B9A9-4E87-9E20-14281B027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3509"/>
              <a:ext cx="13" cy="14"/>
            </a:xfrm>
            <a:custGeom>
              <a:avLst/>
              <a:gdLst>
                <a:gd name="T0" fmla="*/ 33 w 4"/>
                <a:gd name="T1" fmla="*/ 172 h 4"/>
                <a:gd name="T2" fmla="*/ 33 w 4"/>
                <a:gd name="T3" fmla="*/ 49 h 4"/>
                <a:gd name="T4" fmla="*/ 107 w 4"/>
                <a:gd name="T5" fmla="*/ 49 h 4"/>
                <a:gd name="T6" fmla="*/ 107 w 4"/>
                <a:gd name="T7" fmla="*/ 137 h 4"/>
                <a:gd name="T8" fmla="*/ 33 w 4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7" name="Freeform 871">
              <a:extLst>
                <a:ext uri="{FF2B5EF4-FFF2-40B4-BE49-F238E27FC236}">
                  <a16:creationId xmlns:a16="http://schemas.microsoft.com/office/drawing/2014/main" id="{C03D4E85-CB99-47C3-ABB2-33DBD6412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509"/>
              <a:ext cx="14" cy="14"/>
            </a:xfrm>
            <a:custGeom>
              <a:avLst/>
              <a:gdLst>
                <a:gd name="T0" fmla="*/ 49 w 4"/>
                <a:gd name="T1" fmla="*/ 137 h 4"/>
                <a:gd name="T2" fmla="*/ 49 w 4"/>
                <a:gd name="T3" fmla="*/ 49 h 4"/>
                <a:gd name="T4" fmla="*/ 137 w 4"/>
                <a:gd name="T5" fmla="*/ 49 h 4"/>
                <a:gd name="T6" fmla="*/ 137 w 4"/>
                <a:gd name="T7" fmla="*/ 137 h 4"/>
                <a:gd name="T8" fmla="*/ 49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8" name="Freeform 872">
              <a:extLst>
                <a:ext uri="{FF2B5EF4-FFF2-40B4-BE49-F238E27FC236}">
                  <a16:creationId xmlns:a16="http://schemas.microsoft.com/office/drawing/2014/main" id="{BCB1FC71-824F-4BF4-BEC9-89C4CDB01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491"/>
              <a:ext cx="13" cy="14"/>
            </a:xfrm>
            <a:custGeom>
              <a:avLst/>
              <a:gdLst>
                <a:gd name="T0" fmla="*/ 33 w 4"/>
                <a:gd name="T1" fmla="*/ 137 h 4"/>
                <a:gd name="T2" fmla="*/ 33 w 4"/>
                <a:gd name="T3" fmla="*/ 49 h 4"/>
                <a:gd name="T4" fmla="*/ 107 w 4"/>
                <a:gd name="T5" fmla="*/ 49 h 4"/>
                <a:gd name="T6" fmla="*/ 107 w 4"/>
                <a:gd name="T7" fmla="*/ 137 h 4"/>
                <a:gd name="T8" fmla="*/ 33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9" name="Freeform 873">
              <a:extLst>
                <a:ext uri="{FF2B5EF4-FFF2-40B4-BE49-F238E27FC236}">
                  <a16:creationId xmlns:a16="http://schemas.microsoft.com/office/drawing/2014/main" id="{36B52DAE-DABA-484E-AC71-0BFC2FC24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477"/>
              <a:ext cx="13" cy="14"/>
            </a:xfrm>
            <a:custGeom>
              <a:avLst/>
              <a:gdLst>
                <a:gd name="T0" fmla="*/ 33 w 4"/>
                <a:gd name="T1" fmla="*/ 137 h 4"/>
                <a:gd name="T2" fmla="*/ 33 w 4"/>
                <a:gd name="T3" fmla="*/ 49 h 4"/>
                <a:gd name="T4" fmla="*/ 107 w 4"/>
                <a:gd name="T5" fmla="*/ 0 h 4"/>
                <a:gd name="T6" fmla="*/ 107 w 4"/>
                <a:gd name="T7" fmla="*/ 137 h 4"/>
                <a:gd name="T8" fmla="*/ 33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0" name="Freeform 874">
              <a:extLst>
                <a:ext uri="{FF2B5EF4-FFF2-40B4-BE49-F238E27FC236}">
                  <a16:creationId xmlns:a16="http://schemas.microsoft.com/office/drawing/2014/main" id="{DA3A12B7-E26B-4A33-9847-62ED81729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3488"/>
              <a:ext cx="13" cy="14"/>
            </a:xfrm>
            <a:custGeom>
              <a:avLst/>
              <a:gdLst>
                <a:gd name="T0" fmla="*/ 33 w 4"/>
                <a:gd name="T1" fmla="*/ 137 h 4"/>
                <a:gd name="T2" fmla="*/ 33 w 4"/>
                <a:gd name="T3" fmla="*/ 49 h 4"/>
                <a:gd name="T4" fmla="*/ 107 w 4"/>
                <a:gd name="T5" fmla="*/ 0 h 4"/>
                <a:gd name="T6" fmla="*/ 107 w 4"/>
                <a:gd name="T7" fmla="*/ 137 h 4"/>
                <a:gd name="T8" fmla="*/ 33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1" name="Freeform 875">
              <a:extLst>
                <a:ext uri="{FF2B5EF4-FFF2-40B4-BE49-F238E27FC236}">
                  <a16:creationId xmlns:a16="http://schemas.microsoft.com/office/drawing/2014/main" id="{22F18C90-FF3A-4959-92E6-FFFC480A7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3505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2" name="Freeform 876">
              <a:extLst>
                <a:ext uri="{FF2B5EF4-FFF2-40B4-BE49-F238E27FC236}">
                  <a16:creationId xmlns:a16="http://schemas.microsoft.com/office/drawing/2014/main" id="{434B1D55-B2A2-45F1-AE7E-69C02DDDF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495"/>
              <a:ext cx="14" cy="10"/>
            </a:xfrm>
            <a:custGeom>
              <a:avLst/>
              <a:gdLst>
                <a:gd name="T0" fmla="*/ 49 w 4"/>
                <a:gd name="T1" fmla="*/ 110 h 3"/>
                <a:gd name="T2" fmla="*/ 49 w 4"/>
                <a:gd name="T3" fmla="*/ 33 h 3"/>
                <a:gd name="T4" fmla="*/ 137 w 4"/>
                <a:gd name="T5" fmla="*/ 0 h 3"/>
                <a:gd name="T6" fmla="*/ 137 w 4"/>
                <a:gd name="T7" fmla="*/ 77 h 3"/>
                <a:gd name="T8" fmla="*/ 49 w 4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3" name="Freeform 877">
              <a:extLst>
                <a:ext uri="{FF2B5EF4-FFF2-40B4-BE49-F238E27FC236}">
                  <a16:creationId xmlns:a16="http://schemas.microsoft.com/office/drawing/2014/main" id="{8401B7A8-7240-49EB-8AA6-C222777D6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505"/>
              <a:ext cx="13" cy="15"/>
            </a:xfrm>
            <a:custGeom>
              <a:avLst/>
              <a:gdLst>
                <a:gd name="T0" fmla="*/ 33 w 4"/>
                <a:gd name="T1" fmla="*/ 154 h 4"/>
                <a:gd name="T2" fmla="*/ 33 w 4"/>
                <a:gd name="T3" fmla="*/ 56 h 4"/>
                <a:gd name="T4" fmla="*/ 107 w 4"/>
                <a:gd name="T5" fmla="*/ 56 h 4"/>
                <a:gd name="T6" fmla="*/ 137 w 4"/>
                <a:gd name="T7" fmla="*/ 154 h 4"/>
                <a:gd name="T8" fmla="*/ 33 w 4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4" name="Freeform 878">
              <a:extLst>
                <a:ext uri="{FF2B5EF4-FFF2-40B4-BE49-F238E27FC236}">
                  <a16:creationId xmlns:a16="http://schemas.microsoft.com/office/drawing/2014/main" id="{921148CC-17C3-4BB2-9DEE-E7E2F013D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491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5" name="Freeform 879">
              <a:extLst>
                <a:ext uri="{FF2B5EF4-FFF2-40B4-BE49-F238E27FC236}">
                  <a16:creationId xmlns:a16="http://schemas.microsoft.com/office/drawing/2014/main" id="{D389A313-49EE-49D3-B966-649550E65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520"/>
              <a:ext cx="3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27 w 1"/>
                <a:gd name="T5" fmla="*/ 49 h 2"/>
                <a:gd name="T6" fmla="*/ 27 w 1"/>
                <a:gd name="T7" fmla="*/ 88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6" name="Freeform 880">
              <a:extLst>
                <a:ext uri="{FF2B5EF4-FFF2-40B4-BE49-F238E27FC236}">
                  <a16:creationId xmlns:a16="http://schemas.microsoft.com/office/drawing/2014/main" id="{A77BC309-CD42-4842-85DE-602FF816B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523"/>
              <a:ext cx="7" cy="7"/>
            </a:xfrm>
            <a:custGeom>
              <a:avLst/>
              <a:gdLst>
                <a:gd name="T0" fmla="*/ 0 w 2"/>
                <a:gd name="T1" fmla="*/ 88 h 2"/>
                <a:gd name="T2" fmla="*/ 0 w 2"/>
                <a:gd name="T3" fmla="*/ 49 h 2"/>
                <a:gd name="T4" fmla="*/ 49 w 2"/>
                <a:gd name="T5" fmla="*/ 0 h 2"/>
                <a:gd name="T6" fmla="*/ 88 w 2"/>
                <a:gd name="T7" fmla="*/ 88 h 2"/>
                <a:gd name="T8" fmla="*/ 0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7" name="Freeform 881">
              <a:extLst>
                <a:ext uri="{FF2B5EF4-FFF2-40B4-BE49-F238E27FC236}">
                  <a16:creationId xmlns:a16="http://schemas.microsoft.com/office/drawing/2014/main" id="{20F77357-ECFF-4FE4-A0A7-89DC920A2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537"/>
              <a:ext cx="7" cy="8"/>
            </a:xfrm>
            <a:custGeom>
              <a:avLst/>
              <a:gdLst>
                <a:gd name="T0" fmla="*/ 49 w 2"/>
                <a:gd name="T1" fmla="*/ 128 h 2"/>
                <a:gd name="T2" fmla="*/ 49 w 2"/>
                <a:gd name="T3" fmla="*/ 64 h 2"/>
                <a:gd name="T4" fmla="*/ 88 w 2"/>
                <a:gd name="T5" fmla="*/ 0 h 2"/>
                <a:gd name="T6" fmla="*/ 88 w 2"/>
                <a:gd name="T7" fmla="*/ 128 h 2"/>
                <a:gd name="T8" fmla="*/ 49 w 2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8" name="Freeform 882">
              <a:extLst>
                <a:ext uri="{FF2B5EF4-FFF2-40B4-BE49-F238E27FC236}">
                  <a16:creationId xmlns:a16="http://schemas.microsoft.com/office/drawing/2014/main" id="{837E5C68-2EF4-4E73-A923-65E80317C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3516"/>
              <a:ext cx="7" cy="7"/>
            </a:xfrm>
            <a:custGeom>
              <a:avLst/>
              <a:gdLst>
                <a:gd name="T0" fmla="*/ 49 w 2"/>
                <a:gd name="T1" fmla="*/ 49 h 2"/>
                <a:gd name="T2" fmla="*/ 49 w 2"/>
                <a:gd name="T3" fmla="*/ 0 h 2"/>
                <a:gd name="T4" fmla="*/ 88 w 2"/>
                <a:gd name="T5" fmla="*/ 0 h 2"/>
                <a:gd name="T6" fmla="*/ 88 w 2"/>
                <a:gd name="T7" fmla="*/ 49 h 2"/>
                <a:gd name="T8" fmla="*/ 49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9" name="Freeform 883">
              <a:extLst>
                <a:ext uri="{FF2B5EF4-FFF2-40B4-BE49-F238E27FC236}">
                  <a16:creationId xmlns:a16="http://schemas.microsoft.com/office/drawing/2014/main" id="{83B91996-84DF-4722-B88C-4309F685E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3534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0 w 2"/>
                <a:gd name="T3" fmla="*/ 49 h 2"/>
                <a:gd name="T4" fmla="*/ 54 w 2"/>
                <a:gd name="T5" fmla="*/ 0 h 2"/>
                <a:gd name="T6" fmla="*/ 54 w 2"/>
                <a:gd name="T7" fmla="*/ 88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0" name="Freeform 884">
              <a:extLst>
                <a:ext uri="{FF2B5EF4-FFF2-40B4-BE49-F238E27FC236}">
                  <a16:creationId xmlns:a16="http://schemas.microsoft.com/office/drawing/2014/main" id="{1F7C0A87-E659-4377-A945-B31F10047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484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33 w 3"/>
                <a:gd name="T3" fmla="*/ 0 h 2"/>
                <a:gd name="T4" fmla="*/ 77 w 3"/>
                <a:gd name="T5" fmla="*/ 0 h 2"/>
                <a:gd name="T6" fmla="*/ 77 w 3"/>
                <a:gd name="T7" fmla="*/ 49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1" name="Freeform 885">
              <a:extLst>
                <a:ext uri="{FF2B5EF4-FFF2-40B4-BE49-F238E27FC236}">
                  <a16:creationId xmlns:a16="http://schemas.microsoft.com/office/drawing/2014/main" id="{E69FA924-44A6-42FF-A42A-2FD98A113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3548"/>
              <a:ext cx="3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2" name="Freeform 886">
              <a:extLst>
                <a:ext uri="{FF2B5EF4-FFF2-40B4-BE49-F238E27FC236}">
                  <a16:creationId xmlns:a16="http://schemas.microsoft.com/office/drawing/2014/main" id="{D615A2D5-F142-4114-A726-D2C71387D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3527"/>
              <a:ext cx="7" cy="7"/>
            </a:xfrm>
            <a:custGeom>
              <a:avLst/>
              <a:gdLst>
                <a:gd name="T0" fmla="*/ 49 w 2"/>
                <a:gd name="T1" fmla="*/ 49 h 2"/>
                <a:gd name="T2" fmla="*/ 0 w 2"/>
                <a:gd name="T3" fmla="*/ 0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3" name="Freeform 887">
              <a:extLst>
                <a:ext uri="{FF2B5EF4-FFF2-40B4-BE49-F238E27FC236}">
                  <a16:creationId xmlns:a16="http://schemas.microsoft.com/office/drawing/2014/main" id="{23611DAC-2B15-4252-8569-67FD346D5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534"/>
              <a:ext cx="7" cy="7"/>
            </a:xfrm>
            <a:custGeom>
              <a:avLst/>
              <a:gdLst>
                <a:gd name="T0" fmla="*/ 0 w 2"/>
                <a:gd name="T1" fmla="*/ 88 h 2"/>
                <a:gd name="T2" fmla="*/ 0 w 2"/>
                <a:gd name="T3" fmla="*/ 49 h 2"/>
                <a:gd name="T4" fmla="*/ 49 w 2"/>
                <a:gd name="T5" fmla="*/ 0 h 2"/>
                <a:gd name="T6" fmla="*/ 49 w 2"/>
                <a:gd name="T7" fmla="*/ 49 h 2"/>
                <a:gd name="T8" fmla="*/ 0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4" name="Freeform 888">
              <a:extLst>
                <a:ext uri="{FF2B5EF4-FFF2-40B4-BE49-F238E27FC236}">
                  <a16:creationId xmlns:a16="http://schemas.microsoft.com/office/drawing/2014/main" id="{9C2F7C38-2017-4B55-B837-96269EB1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505"/>
              <a:ext cx="7" cy="4"/>
            </a:xfrm>
            <a:custGeom>
              <a:avLst/>
              <a:gdLst>
                <a:gd name="T0" fmla="*/ 49 w 2"/>
                <a:gd name="T1" fmla="*/ 64 h 1"/>
                <a:gd name="T2" fmla="*/ 0 w 2"/>
                <a:gd name="T3" fmla="*/ 0 h 1"/>
                <a:gd name="T4" fmla="*/ 49 w 2"/>
                <a:gd name="T5" fmla="*/ 0 h 1"/>
                <a:gd name="T6" fmla="*/ 88 w 2"/>
                <a:gd name="T7" fmla="*/ 64 h 1"/>
                <a:gd name="T8" fmla="*/ 49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5" name="Freeform 889">
              <a:extLst>
                <a:ext uri="{FF2B5EF4-FFF2-40B4-BE49-F238E27FC236}">
                  <a16:creationId xmlns:a16="http://schemas.microsoft.com/office/drawing/2014/main" id="{47B37A22-1C42-4AEB-B8A4-BDE24DE1F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327"/>
              <a:ext cx="3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27 w 1"/>
                <a:gd name="T5" fmla="*/ 0 h 2"/>
                <a:gd name="T6" fmla="*/ 27 w 1"/>
                <a:gd name="T7" fmla="*/ 49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6" name="Freeform 890">
              <a:extLst>
                <a:ext uri="{FF2B5EF4-FFF2-40B4-BE49-F238E27FC236}">
                  <a16:creationId xmlns:a16="http://schemas.microsoft.com/office/drawing/2014/main" id="{1E5F5E61-6819-4F23-BB18-3E7479A8A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341"/>
              <a:ext cx="7" cy="4"/>
            </a:xfrm>
            <a:custGeom>
              <a:avLst/>
              <a:gdLst>
                <a:gd name="T0" fmla="*/ 0 w 2"/>
                <a:gd name="T1" fmla="*/ 64 h 1"/>
                <a:gd name="T2" fmla="*/ 0 w 2"/>
                <a:gd name="T3" fmla="*/ 0 h 1"/>
                <a:gd name="T4" fmla="*/ 49 w 2"/>
                <a:gd name="T5" fmla="*/ 0 h 1"/>
                <a:gd name="T6" fmla="*/ 49 w 2"/>
                <a:gd name="T7" fmla="*/ 64 h 1"/>
                <a:gd name="T8" fmla="*/ 0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7" name="Freeform 891">
              <a:extLst>
                <a:ext uri="{FF2B5EF4-FFF2-40B4-BE49-F238E27FC236}">
                  <a16:creationId xmlns:a16="http://schemas.microsoft.com/office/drawing/2014/main" id="{6F45CA58-EC36-47B4-99F3-CF5809631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3327"/>
              <a:ext cx="3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27 w 1"/>
                <a:gd name="T5" fmla="*/ 0 h 2"/>
                <a:gd name="T6" fmla="*/ 27 w 1"/>
                <a:gd name="T7" fmla="*/ 49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8" name="Freeform 892">
              <a:extLst>
                <a:ext uri="{FF2B5EF4-FFF2-40B4-BE49-F238E27FC236}">
                  <a16:creationId xmlns:a16="http://schemas.microsoft.com/office/drawing/2014/main" id="{231465D3-0A62-44A5-8E4F-4C13699A5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3302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9" name="Freeform 893">
              <a:extLst>
                <a:ext uri="{FF2B5EF4-FFF2-40B4-BE49-F238E27FC236}">
                  <a16:creationId xmlns:a16="http://schemas.microsoft.com/office/drawing/2014/main" id="{8146FBFB-F4C4-4D8A-AFB8-06F421DFC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530"/>
              <a:ext cx="6" cy="7"/>
            </a:xfrm>
            <a:custGeom>
              <a:avLst/>
              <a:gdLst>
                <a:gd name="T0" fmla="*/ 27 w 2"/>
                <a:gd name="T1" fmla="*/ 49 h 2"/>
                <a:gd name="T2" fmla="*/ 27 w 2"/>
                <a:gd name="T3" fmla="*/ 0 h 2"/>
                <a:gd name="T4" fmla="*/ 54 w 2"/>
                <a:gd name="T5" fmla="*/ 0 h 2"/>
                <a:gd name="T6" fmla="*/ 54 w 2"/>
                <a:gd name="T7" fmla="*/ 49 h 2"/>
                <a:gd name="T8" fmla="*/ 27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0" name="Freeform 894">
              <a:extLst>
                <a:ext uri="{FF2B5EF4-FFF2-40B4-BE49-F238E27FC236}">
                  <a16:creationId xmlns:a16="http://schemas.microsoft.com/office/drawing/2014/main" id="{626412F1-8590-440C-ADF3-CFDDD5B87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3516"/>
              <a:ext cx="7" cy="4"/>
            </a:xfrm>
            <a:custGeom>
              <a:avLst/>
              <a:gdLst>
                <a:gd name="T0" fmla="*/ 0 w 2"/>
                <a:gd name="T1" fmla="*/ 64 h 1"/>
                <a:gd name="T2" fmla="*/ 0 w 2"/>
                <a:gd name="T3" fmla="*/ 0 h 1"/>
                <a:gd name="T4" fmla="*/ 49 w 2"/>
                <a:gd name="T5" fmla="*/ 0 h 1"/>
                <a:gd name="T6" fmla="*/ 49 w 2"/>
                <a:gd name="T7" fmla="*/ 64 h 1"/>
                <a:gd name="T8" fmla="*/ 0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1" name="Freeform 895">
              <a:extLst>
                <a:ext uri="{FF2B5EF4-FFF2-40B4-BE49-F238E27FC236}">
                  <a16:creationId xmlns:a16="http://schemas.microsoft.com/office/drawing/2014/main" id="{FAF1DFE2-C78F-44D5-98C9-BBD106B90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502"/>
              <a:ext cx="7" cy="7"/>
            </a:xfrm>
            <a:custGeom>
              <a:avLst/>
              <a:gdLst>
                <a:gd name="T0" fmla="*/ 0 w 2"/>
                <a:gd name="T1" fmla="*/ 88 h 2"/>
                <a:gd name="T2" fmla="*/ 0 w 2"/>
                <a:gd name="T3" fmla="*/ 49 h 2"/>
                <a:gd name="T4" fmla="*/ 49 w 2"/>
                <a:gd name="T5" fmla="*/ 49 h 2"/>
                <a:gd name="T6" fmla="*/ 49 w 2"/>
                <a:gd name="T7" fmla="*/ 88 h 2"/>
                <a:gd name="T8" fmla="*/ 0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2" name="Freeform 896">
              <a:extLst>
                <a:ext uri="{FF2B5EF4-FFF2-40B4-BE49-F238E27FC236}">
                  <a16:creationId xmlns:a16="http://schemas.microsoft.com/office/drawing/2014/main" id="{390EE62D-F0C1-474A-A483-1930BDA12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520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49 w 2"/>
                <a:gd name="T3" fmla="*/ 49 h 2"/>
                <a:gd name="T4" fmla="*/ 88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3" name="Freeform 897">
              <a:extLst>
                <a:ext uri="{FF2B5EF4-FFF2-40B4-BE49-F238E27FC236}">
                  <a16:creationId xmlns:a16="http://schemas.microsoft.com/office/drawing/2014/main" id="{DF2B9FED-0F90-44E6-BAB8-DED198C00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491"/>
              <a:ext cx="6" cy="4"/>
            </a:xfrm>
            <a:custGeom>
              <a:avLst/>
              <a:gdLst>
                <a:gd name="T0" fmla="*/ 0 w 2"/>
                <a:gd name="T1" fmla="*/ 64 h 1"/>
                <a:gd name="T2" fmla="*/ 0 w 2"/>
                <a:gd name="T3" fmla="*/ 0 h 1"/>
                <a:gd name="T4" fmla="*/ 27 w 2"/>
                <a:gd name="T5" fmla="*/ 0 h 1"/>
                <a:gd name="T6" fmla="*/ 27 w 2"/>
                <a:gd name="T7" fmla="*/ 64 h 1"/>
                <a:gd name="T8" fmla="*/ 0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4" name="Freeform 898">
              <a:extLst>
                <a:ext uri="{FF2B5EF4-FFF2-40B4-BE49-F238E27FC236}">
                  <a16:creationId xmlns:a16="http://schemas.microsoft.com/office/drawing/2014/main" id="{83BCC1A1-C222-4362-8284-411349B76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477"/>
              <a:ext cx="4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64 w 1"/>
                <a:gd name="T5" fmla="*/ 0 h 1"/>
                <a:gd name="T6" fmla="*/ 64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5" name="Freeform 899">
              <a:extLst>
                <a:ext uri="{FF2B5EF4-FFF2-40B4-BE49-F238E27FC236}">
                  <a16:creationId xmlns:a16="http://schemas.microsoft.com/office/drawing/2014/main" id="{AE3AB768-CB9D-4463-8AF4-6CBC3946C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548"/>
              <a:ext cx="7" cy="4"/>
            </a:xfrm>
            <a:custGeom>
              <a:avLst/>
              <a:gdLst>
                <a:gd name="T0" fmla="*/ 49 w 2"/>
                <a:gd name="T1" fmla="*/ 64 h 1"/>
                <a:gd name="T2" fmla="*/ 49 w 2"/>
                <a:gd name="T3" fmla="*/ 0 h 1"/>
                <a:gd name="T4" fmla="*/ 88 w 2"/>
                <a:gd name="T5" fmla="*/ 0 h 1"/>
                <a:gd name="T6" fmla="*/ 88 w 2"/>
                <a:gd name="T7" fmla="*/ 64 h 1"/>
                <a:gd name="T8" fmla="*/ 49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6" name="Freeform 900">
              <a:extLst>
                <a:ext uri="{FF2B5EF4-FFF2-40B4-BE49-F238E27FC236}">
                  <a16:creationId xmlns:a16="http://schemas.microsoft.com/office/drawing/2014/main" id="{EF90F23E-0393-4152-B5AF-080806D3A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513"/>
              <a:ext cx="3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27 w 1"/>
                <a:gd name="T5" fmla="*/ 0 h 2"/>
                <a:gd name="T6" fmla="*/ 27 w 1"/>
                <a:gd name="T7" fmla="*/ 49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7" name="Freeform 901">
              <a:extLst>
                <a:ext uri="{FF2B5EF4-FFF2-40B4-BE49-F238E27FC236}">
                  <a16:creationId xmlns:a16="http://schemas.microsoft.com/office/drawing/2014/main" id="{149A7532-7B70-4957-A253-E502FBECF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495"/>
              <a:ext cx="3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27 w 1"/>
                <a:gd name="T5" fmla="*/ 49 h 2"/>
                <a:gd name="T6" fmla="*/ 27 w 1"/>
                <a:gd name="T7" fmla="*/ 88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8" name="Freeform 902">
              <a:extLst>
                <a:ext uri="{FF2B5EF4-FFF2-40B4-BE49-F238E27FC236}">
                  <a16:creationId xmlns:a16="http://schemas.microsoft.com/office/drawing/2014/main" id="{9EAEA301-99F7-4AD2-81E2-1315F370B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495"/>
              <a:ext cx="7" cy="3"/>
            </a:xfrm>
            <a:custGeom>
              <a:avLst/>
              <a:gdLst>
                <a:gd name="T0" fmla="*/ 0 w 2"/>
                <a:gd name="T1" fmla="*/ 27 h 1"/>
                <a:gd name="T2" fmla="*/ 0 w 2"/>
                <a:gd name="T3" fmla="*/ 0 h 1"/>
                <a:gd name="T4" fmla="*/ 49 w 2"/>
                <a:gd name="T5" fmla="*/ 0 h 1"/>
                <a:gd name="T6" fmla="*/ 49 w 2"/>
                <a:gd name="T7" fmla="*/ 27 h 1"/>
                <a:gd name="T8" fmla="*/ 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9" name="Freeform 903">
              <a:extLst>
                <a:ext uri="{FF2B5EF4-FFF2-40B4-BE49-F238E27FC236}">
                  <a16:creationId xmlns:a16="http://schemas.microsoft.com/office/drawing/2014/main" id="{118ACA9F-62CE-4FE5-B882-B7D875914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3477"/>
              <a:ext cx="3" cy="7"/>
            </a:xfrm>
            <a:custGeom>
              <a:avLst/>
              <a:gdLst>
                <a:gd name="T0" fmla="*/ 0 w 1"/>
                <a:gd name="T1" fmla="*/ 49 h 2"/>
                <a:gd name="T2" fmla="*/ 0 w 1"/>
                <a:gd name="T3" fmla="*/ 0 h 2"/>
                <a:gd name="T4" fmla="*/ 27 w 1"/>
                <a:gd name="T5" fmla="*/ 0 h 2"/>
                <a:gd name="T6" fmla="*/ 27 w 1"/>
                <a:gd name="T7" fmla="*/ 49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0" name="Freeform 904">
              <a:extLst>
                <a:ext uri="{FF2B5EF4-FFF2-40B4-BE49-F238E27FC236}">
                  <a16:creationId xmlns:a16="http://schemas.microsoft.com/office/drawing/2014/main" id="{8881FDB7-87D5-4682-A0C6-90089BA08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3473"/>
              <a:ext cx="3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1" name="Freeform 905">
              <a:extLst>
                <a:ext uri="{FF2B5EF4-FFF2-40B4-BE49-F238E27FC236}">
                  <a16:creationId xmlns:a16="http://schemas.microsoft.com/office/drawing/2014/main" id="{E04EA63F-149C-43A6-81EC-417DD5D1F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502"/>
              <a:ext cx="6" cy="3"/>
            </a:xfrm>
            <a:custGeom>
              <a:avLst/>
              <a:gdLst>
                <a:gd name="T0" fmla="*/ 27 w 2"/>
                <a:gd name="T1" fmla="*/ 27 h 1"/>
                <a:gd name="T2" fmla="*/ 0 w 2"/>
                <a:gd name="T3" fmla="*/ 0 h 1"/>
                <a:gd name="T4" fmla="*/ 27 w 2"/>
                <a:gd name="T5" fmla="*/ 0 h 1"/>
                <a:gd name="T6" fmla="*/ 54 w 2"/>
                <a:gd name="T7" fmla="*/ 27 h 1"/>
                <a:gd name="T8" fmla="*/ 27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2" name="Freeform 906">
              <a:extLst>
                <a:ext uri="{FF2B5EF4-FFF2-40B4-BE49-F238E27FC236}">
                  <a16:creationId xmlns:a16="http://schemas.microsoft.com/office/drawing/2014/main" id="{0A5792A0-AE83-45BF-BADE-F162EC02F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477"/>
              <a:ext cx="4" cy="7"/>
            </a:xfrm>
            <a:custGeom>
              <a:avLst/>
              <a:gdLst>
                <a:gd name="T0" fmla="*/ 0 w 1"/>
                <a:gd name="T1" fmla="*/ 49 h 2"/>
                <a:gd name="T2" fmla="*/ 0 w 1"/>
                <a:gd name="T3" fmla="*/ 0 h 2"/>
                <a:gd name="T4" fmla="*/ 64 w 1"/>
                <a:gd name="T5" fmla="*/ 0 h 2"/>
                <a:gd name="T6" fmla="*/ 64 w 1"/>
                <a:gd name="T7" fmla="*/ 49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3" name="Freeform 907">
              <a:extLst>
                <a:ext uri="{FF2B5EF4-FFF2-40B4-BE49-F238E27FC236}">
                  <a16:creationId xmlns:a16="http://schemas.microsoft.com/office/drawing/2014/main" id="{BD97A559-C2DC-4923-8AAC-A34CC0160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463"/>
              <a:ext cx="6" cy="7"/>
            </a:xfrm>
            <a:custGeom>
              <a:avLst/>
              <a:gdLst>
                <a:gd name="T0" fmla="*/ 0 w 2"/>
                <a:gd name="T1" fmla="*/ 49 h 2"/>
                <a:gd name="T2" fmla="*/ 0 w 2"/>
                <a:gd name="T3" fmla="*/ 0 h 2"/>
                <a:gd name="T4" fmla="*/ 27 w 2"/>
                <a:gd name="T5" fmla="*/ 0 h 2"/>
                <a:gd name="T6" fmla="*/ 27 w 2"/>
                <a:gd name="T7" fmla="*/ 49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4" name="Freeform 908">
              <a:extLst>
                <a:ext uri="{FF2B5EF4-FFF2-40B4-BE49-F238E27FC236}">
                  <a16:creationId xmlns:a16="http://schemas.microsoft.com/office/drawing/2014/main" id="{B262C795-2B1A-4724-874F-84CFA7036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484"/>
              <a:ext cx="3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27 w 1"/>
                <a:gd name="T5" fmla="*/ 0 h 2"/>
                <a:gd name="T6" fmla="*/ 27 w 1"/>
                <a:gd name="T7" fmla="*/ 49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5" name="Freeform 909">
              <a:extLst>
                <a:ext uri="{FF2B5EF4-FFF2-40B4-BE49-F238E27FC236}">
                  <a16:creationId xmlns:a16="http://schemas.microsoft.com/office/drawing/2014/main" id="{35F0F1B4-D719-40B9-A220-0940C9BE6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477"/>
              <a:ext cx="4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64 w 1"/>
                <a:gd name="T5" fmla="*/ 0 h 1"/>
                <a:gd name="T6" fmla="*/ 64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6" name="Freeform 910">
              <a:extLst>
                <a:ext uri="{FF2B5EF4-FFF2-40B4-BE49-F238E27FC236}">
                  <a16:creationId xmlns:a16="http://schemas.microsoft.com/office/drawing/2014/main" id="{3337750C-FBC1-410A-B682-0A06E6089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456"/>
              <a:ext cx="4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64 w 1"/>
                <a:gd name="T5" fmla="*/ 0 h 1"/>
                <a:gd name="T6" fmla="*/ 64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7" name="Freeform 911">
              <a:extLst>
                <a:ext uri="{FF2B5EF4-FFF2-40B4-BE49-F238E27FC236}">
                  <a16:creationId xmlns:a16="http://schemas.microsoft.com/office/drawing/2014/main" id="{08CD8DB2-0460-429A-9F21-496D75506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491"/>
              <a:ext cx="7" cy="4"/>
            </a:xfrm>
            <a:custGeom>
              <a:avLst/>
              <a:gdLst>
                <a:gd name="T0" fmla="*/ 49 w 2"/>
                <a:gd name="T1" fmla="*/ 64 h 1"/>
                <a:gd name="T2" fmla="*/ 49 w 2"/>
                <a:gd name="T3" fmla="*/ 0 h 1"/>
                <a:gd name="T4" fmla="*/ 88 w 2"/>
                <a:gd name="T5" fmla="*/ 0 h 1"/>
                <a:gd name="T6" fmla="*/ 88 w 2"/>
                <a:gd name="T7" fmla="*/ 64 h 1"/>
                <a:gd name="T8" fmla="*/ 49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8" name="Freeform 912">
              <a:extLst>
                <a:ext uri="{FF2B5EF4-FFF2-40B4-BE49-F238E27FC236}">
                  <a16:creationId xmlns:a16="http://schemas.microsoft.com/office/drawing/2014/main" id="{78FC6685-35DB-4D4B-88A6-6240E2BAC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466"/>
              <a:ext cx="6" cy="4"/>
            </a:xfrm>
            <a:custGeom>
              <a:avLst/>
              <a:gdLst>
                <a:gd name="T0" fmla="*/ 27 w 2"/>
                <a:gd name="T1" fmla="*/ 64 h 1"/>
                <a:gd name="T2" fmla="*/ 27 w 2"/>
                <a:gd name="T3" fmla="*/ 0 h 1"/>
                <a:gd name="T4" fmla="*/ 54 w 2"/>
                <a:gd name="T5" fmla="*/ 0 h 1"/>
                <a:gd name="T6" fmla="*/ 54 w 2"/>
                <a:gd name="T7" fmla="*/ 64 h 1"/>
                <a:gd name="T8" fmla="*/ 27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9" name="Freeform 913">
              <a:extLst>
                <a:ext uri="{FF2B5EF4-FFF2-40B4-BE49-F238E27FC236}">
                  <a16:creationId xmlns:a16="http://schemas.microsoft.com/office/drawing/2014/main" id="{DF797756-8D43-4796-9462-049090E1E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320"/>
              <a:ext cx="3" cy="4"/>
            </a:xfrm>
            <a:custGeom>
              <a:avLst/>
              <a:gdLst>
                <a:gd name="T0" fmla="*/ 0 w 1"/>
                <a:gd name="T1" fmla="*/ 64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64 h 1"/>
                <a:gd name="T8" fmla="*/ 0 w 1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0" name="Freeform 914">
              <a:extLst>
                <a:ext uri="{FF2B5EF4-FFF2-40B4-BE49-F238E27FC236}">
                  <a16:creationId xmlns:a16="http://schemas.microsoft.com/office/drawing/2014/main" id="{50BD3E53-C3A6-43F7-BC42-8FC16CBA6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30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1" name="Freeform 915">
              <a:extLst>
                <a:ext uri="{FF2B5EF4-FFF2-40B4-BE49-F238E27FC236}">
                  <a16:creationId xmlns:a16="http://schemas.microsoft.com/office/drawing/2014/main" id="{E67C1944-3257-4A59-BF37-DC0209E96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3313"/>
              <a:ext cx="3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27 w 1"/>
                <a:gd name="T5" fmla="*/ 0 h 2"/>
                <a:gd name="T6" fmla="*/ 27 w 1"/>
                <a:gd name="T7" fmla="*/ 49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2" name="Freeform 916">
              <a:extLst>
                <a:ext uri="{FF2B5EF4-FFF2-40B4-BE49-F238E27FC236}">
                  <a16:creationId xmlns:a16="http://schemas.microsoft.com/office/drawing/2014/main" id="{DF031E48-F9DA-4C19-966A-FE0334CF3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299"/>
              <a:ext cx="7" cy="7"/>
            </a:xfrm>
            <a:custGeom>
              <a:avLst/>
              <a:gdLst>
                <a:gd name="T0" fmla="*/ 0 w 2"/>
                <a:gd name="T1" fmla="*/ 88 h 2"/>
                <a:gd name="T2" fmla="*/ 0 w 2"/>
                <a:gd name="T3" fmla="*/ 49 h 2"/>
                <a:gd name="T4" fmla="*/ 49 w 2"/>
                <a:gd name="T5" fmla="*/ 49 h 2"/>
                <a:gd name="T6" fmla="*/ 49 w 2"/>
                <a:gd name="T7" fmla="*/ 88 h 2"/>
                <a:gd name="T8" fmla="*/ 0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3" name="Freeform 917">
              <a:extLst>
                <a:ext uri="{FF2B5EF4-FFF2-40B4-BE49-F238E27FC236}">
                  <a16:creationId xmlns:a16="http://schemas.microsoft.com/office/drawing/2014/main" id="{1F5A9772-2C80-4718-AC5D-2DCEB29EF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313"/>
              <a:ext cx="7" cy="3"/>
            </a:xfrm>
            <a:custGeom>
              <a:avLst/>
              <a:gdLst>
                <a:gd name="T0" fmla="*/ 0 w 2"/>
                <a:gd name="T1" fmla="*/ 27 h 1"/>
                <a:gd name="T2" fmla="*/ 0 w 2"/>
                <a:gd name="T3" fmla="*/ 0 h 1"/>
                <a:gd name="T4" fmla="*/ 49 w 2"/>
                <a:gd name="T5" fmla="*/ 0 h 1"/>
                <a:gd name="T6" fmla="*/ 49 w 2"/>
                <a:gd name="T7" fmla="*/ 27 h 1"/>
                <a:gd name="T8" fmla="*/ 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4" name="Freeform 918">
              <a:extLst>
                <a:ext uri="{FF2B5EF4-FFF2-40B4-BE49-F238E27FC236}">
                  <a16:creationId xmlns:a16="http://schemas.microsoft.com/office/drawing/2014/main" id="{44ED33AD-043F-4C5A-A7BD-FF98058C1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3309"/>
              <a:ext cx="7" cy="7"/>
            </a:xfrm>
            <a:custGeom>
              <a:avLst/>
              <a:gdLst>
                <a:gd name="T0" fmla="*/ 0 w 2"/>
                <a:gd name="T1" fmla="*/ 49 h 2"/>
                <a:gd name="T2" fmla="*/ 0 w 2"/>
                <a:gd name="T3" fmla="*/ 0 h 2"/>
                <a:gd name="T4" fmla="*/ 49 w 2"/>
                <a:gd name="T5" fmla="*/ 0 h 2"/>
                <a:gd name="T6" fmla="*/ 49 w 2"/>
                <a:gd name="T7" fmla="*/ 49 h 2"/>
                <a:gd name="T8" fmla="*/ 0 w 2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5" name="Freeform 919">
              <a:extLst>
                <a:ext uri="{FF2B5EF4-FFF2-40B4-BE49-F238E27FC236}">
                  <a16:creationId xmlns:a16="http://schemas.microsoft.com/office/drawing/2014/main" id="{906EA456-16D0-4201-A402-547534BBD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491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0 w 2"/>
                <a:gd name="T3" fmla="*/ 49 h 2"/>
                <a:gd name="T4" fmla="*/ 27 w 2"/>
                <a:gd name="T5" fmla="*/ 49 h 2"/>
                <a:gd name="T6" fmla="*/ 54 w 2"/>
                <a:gd name="T7" fmla="*/ 88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6" name="Freeform 920">
              <a:extLst>
                <a:ext uri="{FF2B5EF4-FFF2-40B4-BE49-F238E27FC236}">
                  <a16:creationId xmlns:a16="http://schemas.microsoft.com/office/drawing/2014/main" id="{84E4B999-1D2D-4E78-B8E1-D89362AC8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3505"/>
              <a:ext cx="7" cy="8"/>
            </a:xfrm>
            <a:custGeom>
              <a:avLst/>
              <a:gdLst>
                <a:gd name="T0" fmla="*/ 49 w 2"/>
                <a:gd name="T1" fmla="*/ 128 h 2"/>
                <a:gd name="T2" fmla="*/ 49 w 2"/>
                <a:gd name="T3" fmla="*/ 64 h 2"/>
                <a:gd name="T4" fmla="*/ 88 w 2"/>
                <a:gd name="T5" fmla="*/ 64 h 2"/>
                <a:gd name="T6" fmla="*/ 88 w 2"/>
                <a:gd name="T7" fmla="*/ 128 h 2"/>
                <a:gd name="T8" fmla="*/ 49 w 2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7" name="Freeform 921">
              <a:extLst>
                <a:ext uri="{FF2B5EF4-FFF2-40B4-BE49-F238E27FC236}">
                  <a16:creationId xmlns:a16="http://schemas.microsoft.com/office/drawing/2014/main" id="{0750EA2D-02E5-4FC3-B7F9-C7548646E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3505"/>
              <a:ext cx="7" cy="8"/>
            </a:xfrm>
            <a:custGeom>
              <a:avLst/>
              <a:gdLst>
                <a:gd name="T0" fmla="*/ 49 w 2"/>
                <a:gd name="T1" fmla="*/ 128 h 2"/>
                <a:gd name="T2" fmla="*/ 49 w 2"/>
                <a:gd name="T3" fmla="*/ 64 h 2"/>
                <a:gd name="T4" fmla="*/ 88 w 2"/>
                <a:gd name="T5" fmla="*/ 0 h 2"/>
                <a:gd name="T6" fmla="*/ 88 w 2"/>
                <a:gd name="T7" fmla="*/ 64 h 2"/>
                <a:gd name="T8" fmla="*/ 49 w 2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8" name="Freeform 922">
              <a:extLst>
                <a:ext uri="{FF2B5EF4-FFF2-40B4-BE49-F238E27FC236}">
                  <a16:creationId xmlns:a16="http://schemas.microsoft.com/office/drawing/2014/main" id="{2E6A36B0-5506-41F9-93C6-7704AC8E7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3498"/>
              <a:ext cx="7" cy="4"/>
            </a:xfrm>
            <a:custGeom>
              <a:avLst/>
              <a:gdLst>
                <a:gd name="T0" fmla="*/ 0 w 2"/>
                <a:gd name="T1" fmla="*/ 64 h 1"/>
                <a:gd name="T2" fmla="*/ 0 w 2"/>
                <a:gd name="T3" fmla="*/ 0 h 1"/>
                <a:gd name="T4" fmla="*/ 49 w 2"/>
                <a:gd name="T5" fmla="*/ 0 h 1"/>
                <a:gd name="T6" fmla="*/ 49 w 2"/>
                <a:gd name="T7" fmla="*/ 64 h 1"/>
                <a:gd name="T8" fmla="*/ 0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9" name="Freeform 923">
              <a:extLst>
                <a:ext uri="{FF2B5EF4-FFF2-40B4-BE49-F238E27FC236}">
                  <a16:creationId xmlns:a16="http://schemas.microsoft.com/office/drawing/2014/main" id="{96193DBD-0AF4-4AE4-9122-D9A700F91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488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27 w 2"/>
                <a:gd name="T3" fmla="*/ 49 h 2"/>
                <a:gd name="T4" fmla="*/ 27 w 2"/>
                <a:gd name="T5" fmla="*/ 0 h 2"/>
                <a:gd name="T6" fmla="*/ 54 w 2"/>
                <a:gd name="T7" fmla="*/ 49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0" name="Freeform 924">
              <a:extLst>
                <a:ext uri="{FF2B5EF4-FFF2-40B4-BE49-F238E27FC236}">
                  <a16:creationId xmlns:a16="http://schemas.microsoft.com/office/drawing/2014/main" id="{CFD7B9C2-99AB-4CF9-9EC9-EBCE5FAFD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516"/>
              <a:ext cx="3" cy="7"/>
            </a:xfrm>
            <a:custGeom>
              <a:avLst/>
              <a:gdLst>
                <a:gd name="T0" fmla="*/ 0 w 1"/>
                <a:gd name="T1" fmla="*/ 88 h 2"/>
                <a:gd name="T2" fmla="*/ 0 w 1"/>
                <a:gd name="T3" fmla="*/ 49 h 2"/>
                <a:gd name="T4" fmla="*/ 27 w 1"/>
                <a:gd name="T5" fmla="*/ 0 h 2"/>
                <a:gd name="T6" fmla="*/ 27 w 1"/>
                <a:gd name="T7" fmla="*/ 49 h 2"/>
                <a:gd name="T8" fmla="*/ 0 w 1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1" name="Freeform 925">
              <a:extLst>
                <a:ext uri="{FF2B5EF4-FFF2-40B4-BE49-F238E27FC236}">
                  <a16:creationId xmlns:a16="http://schemas.microsoft.com/office/drawing/2014/main" id="{2E539D9E-9488-4499-862A-E6B85624F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3505"/>
              <a:ext cx="6" cy="8"/>
            </a:xfrm>
            <a:custGeom>
              <a:avLst/>
              <a:gdLst>
                <a:gd name="T0" fmla="*/ 27 w 2"/>
                <a:gd name="T1" fmla="*/ 64 h 2"/>
                <a:gd name="T2" fmla="*/ 0 w 2"/>
                <a:gd name="T3" fmla="*/ 0 h 2"/>
                <a:gd name="T4" fmla="*/ 27 w 2"/>
                <a:gd name="T5" fmla="*/ 0 h 2"/>
                <a:gd name="T6" fmla="*/ 54 w 2"/>
                <a:gd name="T7" fmla="*/ 64 h 2"/>
                <a:gd name="T8" fmla="*/ 27 w 2"/>
                <a:gd name="T9" fmla="*/ 6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2" name="Freeform 926">
              <a:extLst>
                <a:ext uri="{FF2B5EF4-FFF2-40B4-BE49-F238E27FC236}">
                  <a16:creationId xmlns:a16="http://schemas.microsoft.com/office/drawing/2014/main" id="{58D4FB58-69EC-443B-9633-2CD7792B5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495"/>
              <a:ext cx="7" cy="10"/>
            </a:xfrm>
            <a:custGeom>
              <a:avLst/>
              <a:gdLst>
                <a:gd name="T0" fmla="*/ 0 w 2"/>
                <a:gd name="T1" fmla="*/ 77 h 3"/>
                <a:gd name="T2" fmla="*/ 0 w 2"/>
                <a:gd name="T3" fmla="*/ 33 h 3"/>
                <a:gd name="T4" fmla="*/ 88 w 2"/>
                <a:gd name="T5" fmla="*/ 0 h 3"/>
                <a:gd name="T6" fmla="*/ 88 w 2"/>
                <a:gd name="T7" fmla="*/ 77 h 3"/>
                <a:gd name="T8" fmla="*/ 0 w 2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3" name="Freeform 927">
              <a:extLst>
                <a:ext uri="{FF2B5EF4-FFF2-40B4-BE49-F238E27FC236}">
                  <a16:creationId xmlns:a16="http://schemas.microsoft.com/office/drawing/2014/main" id="{85AE2C19-F9DC-48C1-85F1-8DBD52465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491"/>
              <a:ext cx="7" cy="7"/>
            </a:xfrm>
            <a:custGeom>
              <a:avLst/>
              <a:gdLst>
                <a:gd name="T0" fmla="*/ 0 w 2"/>
                <a:gd name="T1" fmla="*/ 88 h 2"/>
                <a:gd name="T2" fmla="*/ 0 w 2"/>
                <a:gd name="T3" fmla="*/ 0 h 2"/>
                <a:gd name="T4" fmla="*/ 88 w 2"/>
                <a:gd name="T5" fmla="*/ 0 h 2"/>
                <a:gd name="T6" fmla="*/ 88 w 2"/>
                <a:gd name="T7" fmla="*/ 88 h 2"/>
                <a:gd name="T8" fmla="*/ 0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4" name="Freeform 928">
              <a:extLst>
                <a:ext uri="{FF2B5EF4-FFF2-40B4-BE49-F238E27FC236}">
                  <a16:creationId xmlns:a16="http://schemas.microsoft.com/office/drawing/2014/main" id="{9C552F65-59C6-4CD3-93B2-E1592B387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3505"/>
              <a:ext cx="10" cy="11"/>
            </a:xfrm>
            <a:custGeom>
              <a:avLst/>
              <a:gdLst>
                <a:gd name="T0" fmla="*/ 33 w 3"/>
                <a:gd name="T1" fmla="*/ 95 h 3"/>
                <a:gd name="T2" fmla="*/ 0 w 3"/>
                <a:gd name="T3" fmla="*/ 55 h 3"/>
                <a:gd name="T4" fmla="*/ 77 w 3"/>
                <a:gd name="T5" fmla="*/ 0 h 3"/>
                <a:gd name="T6" fmla="*/ 77 w 3"/>
                <a:gd name="T7" fmla="*/ 95 h 3"/>
                <a:gd name="T8" fmla="*/ 33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5" name="Freeform 929">
              <a:extLst>
                <a:ext uri="{FF2B5EF4-FFF2-40B4-BE49-F238E27FC236}">
                  <a16:creationId xmlns:a16="http://schemas.microsoft.com/office/drawing/2014/main" id="{A16D37E4-1CB7-47B2-9F24-30B95E136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3516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55 h 3"/>
                <a:gd name="T6" fmla="*/ 77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6" name="Freeform 930">
              <a:extLst>
                <a:ext uri="{FF2B5EF4-FFF2-40B4-BE49-F238E27FC236}">
                  <a16:creationId xmlns:a16="http://schemas.microsoft.com/office/drawing/2014/main" id="{3DE4BD68-B891-4510-829C-7AF1ED30D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516"/>
              <a:ext cx="10" cy="11"/>
            </a:xfrm>
            <a:custGeom>
              <a:avLst/>
              <a:gdLst>
                <a:gd name="T0" fmla="*/ 33 w 3"/>
                <a:gd name="T1" fmla="*/ 95 h 3"/>
                <a:gd name="T2" fmla="*/ 33 w 3"/>
                <a:gd name="T3" fmla="*/ 55 h 3"/>
                <a:gd name="T4" fmla="*/ 77 w 3"/>
                <a:gd name="T5" fmla="*/ 55 h 3"/>
                <a:gd name="T6" fmla="*/ 110 w 3"/>
                <a:gd name="T7" fmla="*/ 95 h 3"/>
                <a:gd name="T8" fmla="*/ 33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7" name="Freeform 931">
              <a:extLst>
                <a:ext uri="{FF2B5EF4-FFF2-40B4-BE49-F238E27FC236}">
                  <a16:creationId xmlns:a16="http://schemas.microsoft.com/office/drawing/2014/main" id="{7FB6DF9B-D340-46E7-9350-A338E3913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509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33 w 3"/>
                <a:gd name="T3" fmla="*/ 55 h 3"/>
                <a:gd name="T4" fmla="*/ 77 w 3"/>
                <a:gd name="T5" fmla="*/ 55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8" name="Freeform 932">
              <a:extLst>
                <a:ext uri="{FF2B5EF4-FFF2-40B4-BE49-F238E27FC236}">
                  <a16:creationId xmlns:a16="http://schemas.microsoft.com/office/drawing/2014/main" id="{0ABD9DA3-88A9-4068-A97E-8F73F2F0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495"/>
              <a:ext cx="10" cy="10"/>
            </a:xfrm>
            <a:custGeom>
              <a:avLst/>
              <a:gdLst>
                <a:gd name="T0" fmla="*/ 33 w 3"/>
                <a:gd name="T1" fmla="*/ 77 h 3"/>
                <a:gd name="T2" fmla="*/ 0 w 3"/>
                <a:gd name="T3" fmla="*/ 33 h 3"/>
                <a:gd name="T4" fmla="*/ 77 w 3"/>
                <a:gd name="T5" fmla="*/ 0 h 3"/>
                <a:gd name="T6" fmla="*/ 77 w 3"/>
                <a:gd name="T7" fmla="*/ 77 h 3"/>
                <a:gd name="T8" fmla="*/ 33 w 3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9" name="Freeform 933">
              <a:extLst>
                <a:ext uri="{FF2B5EF4-FFF2-40B4-BE49-F238E27FC236}">
                  <a16:creationId xmlns:a16="http://schemas.microsoft.com/office/drawing/2014/main" id="{7B0CA849-A1BC-4FB4-8BC8-B58897884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3498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33 w 3"/>
                <a:gd name="T3" fmla="*/ 0 h 2"/>
                <a:gd name="T4" fmla="*/ 77 w 3"/>
                <a:gd name="T5" fmla="*/ 0 h 2"/>
                <a:gd name="T6" fmla="*/ 110 w 3"/>
                <a:gd name="T7" fmla="*/ 88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0" name="Freeform 934">
              <a:extLst>
                <a:ext uri="{FF2B5EF4-FFF2-40B4-BE49-F238E27FC236}">
                  <a16:creationId xmlns:a16="http://schemas.microsoft.com/office/drawing/2014/main" id="{7D251260-70BB-4168-A4E4-2BB38EDCF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530"/>
              <a:ext cx="10" cy="11"/>
            </a:xfrm>
            <a:custGeom>
              <a:avLst/>
              <a:gdLst>
                <a:gd name="T0" fmla="*/ 33 w 3"/>
                <a:gd name="T1" fmla="*/ 95 h 3"/>
                <a:gd name="T2" fmla="*/ 0 w 3"/>
                <a:gd name="T3" fmla="*/ 55 h 3"/>
                <a:gd name="T4" fmla="*/ 77 w 3"/>
                <a:gd name="T5" fmla="*/ 0 h 3"/>
                <a:gd name="T6" fmla="*/ 77 w 3"/>
                <a:gd name="T7" fmla="*/ 95 h 3"/>
                <a:gd name="T8" fmla="*/ 33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1" name="Freeform 935">
              <a:extLst>
                <a:ext uri="{FF2B5EF4-FFF2-40B4-BE49-F238E27FC236}">
                  <a16:creationId xmlns:a16="http://schemas.microsoft.com/office/drawing/2014/main" id="{C1437368-C25F-4982-81A7-98986A75A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3477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55 h 3"/>
                <a:gd name="T6" fmla="*/ 77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2" name="Freeform 936">
              <a:extLst>
                <a:ext uri="{FF2B5EF4-FFF2-40B4-BE49-F238E27FC236}">
                  <a16:creationId xmlns:a16="http://schemas.microsoft.com/office/drawing/2014/main" id="{A8BEE398-270E-4BCD-93F2-06910E183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466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33 w 3"/>
                <a:gd name="T3" fmla="*/ 0 h 2"/>
                <a:gd name="T4" fmla="*/ 77 w 3"/>
                <a:gd name="T5" fmla="*/ 0 h 2"/>
                <a:gd name="T6" fmla="*/ 110 w 3"/>
                <a:gd name="T7" fmla="*/ 49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3" name="Freeform 937">
              <a:extLst>
                <a:ext uri="{FF2B5EF4-FFF2-40B4-BE49-F238E27FC236}">
                  <a16:creationId xmlns:a16="http://schemas.microsoft.com/office/drawing/2014/main" id="{142A141D-312D-4C9B-B011-70BEB5A33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459"/>
              <a:ext cx="6" cy="11"/>
            </a:xfrm>
            <a:custGeom>
              <a:avLst/>
              <a:gdLst>
                <a:gd name="T0" fmla="*/ 0 w 2"/>
                <a:gd name="T1" fmla="*/ 147 h 3"/>
                <a:gd name="T2" fmla="*/ 0 w 2"/>
                <a:gd name="T3" fmla="*/ 55 h 3"/>
                <a:gd name="T4" fmla="*/ 54 w 2"/>
                <a:gd name="T5" fmla="*/ 55 h 3"/>
                <a:gd name="T6" fmla="*/ 54 w 2"/>
                <a:gd name="T7" fmla="*/ 95 h 3"/>
                <a:gd name="T8" fmla="*/ 0 w 2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4" name="Freeform 938">
              <a:extLst>
                <a:ext uri="{FF2B5EF4-FFF2-40B4-BE49-F238E27FC236}">
                  <a16:creationId xmlns:a16="http://schemas.microsoft.com/office/drawing/2014/main" id="{411C9ADE-5F7E-4C6E-9287-5F607F560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505"/>
              <a:ext cx="11" cy="8"/>
            </a:xfrm>
            <a:custGeom>
              <a:avLst/>
              <a:gdLst>
                <a:gd name="T0" fmla="*/ 55 w 3"/>
                <a:gd name="T1" fmla="*/ 128 h 2"/>
                <a:gd name="T2" fmla="*/ 55 w 3"/>
                <a:gd name="T3" fmla="*/ 0 h 2"/>
                <a:gd name="T4" fmla="*/ 95 w 3"/>
                <a:gd name="T5" fmla="*/ 0 h 2"/>
                <a:gd name="T6" fmla="*/ 95 w 3"/>
                <a:gd name="T7" fmla="*/ 64 h 2"/>
                <a:gd name="T8" fmla="*/ 55 w 3"/>
                <a:gd name="T9" fmla="*/ 12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5" name="Freeform 939">
              <a:extLst>
                <a:ext uri="{FF2B5EF4-FFF2-40B4-BE49-F238E27FC236}">
                  <a16:creationId xmlns:a16="http://schemas.microsoft.com/office/drawing/2014/main" id="{2BE7DBEA-7613-4C28-8790-81938EDDE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3530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0 w 3"/>
                <a:gd name="T3" fmla="*/ 0 h 2"/>
                <a:gd name="T4" fmla="*/ 77 w 3"/>
                <a:gd name="T5" fmla="*/ 0 h 2"/>
                <a:gd name="T6" fmla="*/ 77 w 3"/>
                <a:gd name="T7" fmla="*/ 88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6" name="Freeform 940">
              <a:extLst>
                <a:ext uri="{FF2B5EF4-FFF2-40B4-BE49-F238E27FC236}">
                  <a16:creationId xmlns:a16="http://schemas.microsoft.com/office/drawing/2014/main" id="{7C1C1E0E-F713-4EE8-8F06-B07979210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463"/>
              <a:ext cx="7" cy="10"/>
            </a:xfrm>
            <a:custGeom>
              <a:avLst/>
              <a:gdLst>
                <a:gd name="T0" fmla="*/ 0 w 2"/>
                <a:gd name="T1" fmla="*/ 77 h 3"/>
                <a:gd name="T2" fmla="*/ 0 w 2"/>
                <a:gd name="T3" fmla="*/ 33 h 3"/>
                <a:gd name="T4" fmla="*/ 88 w 2"/>
                <a:gd name="T5" fmla="*/ 33 h 3"/>
                <a:gd name="T6" fmla="*/ 88 w 2"/>
                <a:gd name="T7" fmla="*/ 77 h 3"/>
                <a:gd name="T8" fmla="*/ 0 w 2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7" name="Freeform 941">
              <a:extLst>
                <a:ext uri="{FF2B5EF4-FFF2-40B4-BE49-F238E27FC236}">
                  <a16:creationId xmlns:a16="http://schemas.microsoft.com/office/drawing/2014/main" id="{DB4F0065-8E65-41D5-BC51-389430176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299"/>
              <a:ext cx="10" cy="10"/>
            </a:xfrm>
            <a:custGeom>
              <a:avLst/>
              <a:gdLst>
                <a:gd name="T0" fmla="*/ 33 w 3"/>
                <a:gd name="T1" fmla="*/ 110 h 3"/>
                <a:gd name="T2" fmla="*/ 33 w 3"/>
                <a:gd name="T3" fmla="*/ 33 h 3"/>
                <a:gd name="T4" fmla="*/ 77 w 3"/>
                <a:gd name="T5" fmla="*/ 33 h 3"/>
                <a:gd name="T6" fmla="*/ 110 w 3"/>
                <a:gd name="T7" fmla="*/ 77 h 3"/>
                <a:gd name="T8" fmla="*/ 33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8" name="Freeform 942">
              <a:extLst>
                <a:ext uri="{FF2B5EF4-FFF2-40B4-BE49-F238E27FC236}">
                  <a16:creationId xmlns:a16="http://schemas.microsoft.com/office/drawing/2014/main" id="{E80B8040-8124-4C9A-81B5-A44C7256C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3302"/>
              <a:ext cx="6" cy="7"/>
            </a:xfrm>
            <a:custGeom>
              <a:avLst/>
              <a:gdLst>
                <a:gd name="T0" fmla="*/ 0 w 2"/>
                <a:gd name="T1" fmla="*/ 88 h 2"/>
                <a:gd name="T2" fmla="*/ 0 w 2"/>
                <a:gd name="T3" fmla="*/ 49 h 2"/>
                <a:gd name="T4" fmla="*/ 27 w 2"/>
                <a:gd name="T5" fmla="*/ 0 h 2"/>
                <a:gd name="T6" fmla="*/ 54 w 2"/>
                <a:gd name="T7" fmla="*/ 88 h 2"/>
                <a:gd name="T8" fmla="*/ 0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9" name="Freeform 943">
              <a:extLst>
                <a:ext uri="{FF2B5EF4-FFF2-40B4-BE49-F238E27FC236}">
                  <a16:creationId xmlns:a16="http://schemas.microsoft.com/office/drawing/2014/main" id="{69A42775-6005-4600-958F-D96FDD7BA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302"/>
              <a:ext cx="10" cy="11"/>
            </a:xfrm>
            <a:custGeom>
              <a:avLst/>
              <a:gdLst>
                <a:gd name="T0" fmla="*/ 33 w 3"/>
                <a:gd name="T1" fmla="*/ 95 h 3"/>
                <a:gd name="T2" fmla="*/ 33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0" name="Freeform 944">
              <a:extLst>
                <a:ext uri="{FF2B5EF4-FFF2-40B4-BE49-F238E27FC236}">
                  <a16:creationId xmlns:a16="http://schemas.microsoft.com/office/drawing/2014/main" id="{AD91CC25-1211-4E42-B11D-9946E5BF8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309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0 w 3"/>
                <a:gd name="T3" fmla="*/ 49 h 2"/>
                <a:gd name="T4" fmla="*/ 77 w 3"/>
                <a:gd name="T5" fmla="*/ 0 h 2"/>
                <a:gd name="T6" fmla="*/ 77 w 3"/>
                <a:gd name="T7" fmla="*/ 88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1" name="Freeform 945">
              <a:extLst>
                <a:ext uri="{FF2B5EF4-FFF2-40B4-BE49-F238E27FC236}">
                  <a16:creationId xmlns:a16="http://schemas.microsoft.com/office/drawing/2014/main" id="{83B171D8-973D-4830-8C77-D9699DFA6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3313"/>
              <a:ext cx="7" cy="11"/>
            </a:xfrm>
            <a:custGeom>
              <a:avLst/>
              <a:gdLst>
                <a:gd name="T0" fmla="*/ 0 w 2"/>
                <a:gd name="T1" fmla="*/ 147 h 3"/>
                <a:gd name="T2" fmla="*/ 0 w 2"/>
                <a:gd name="T3" fmla="*/ 55 h 3"/>
                <a:gd name="T4" fmla="*/ 88 w 2"/>
                <a:gd name="T5" fmla="*/ 55 h 3"/>
                <a:gd name="T6" fmla="*/ 88 w 2"/>
                <a:gd name="T7" fmla="*/ 95 h 3"/>
                <a:gd name="T8" fmla="*/ 0 w 2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2" name="Freeform 946">
              <a:extLst>
                <a:ext uri="{FF2B5EF4-FFF2-40B4-BE49-F238E27FC236}">
                  <a16:creationId xmlns:a16="http://schemas.microsoft.com/office/drawing/2014/main" id="{92355869-A81A-4890-BC9D-1B8053030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477"/>
              <a:ext cx="10" cy="11"/>
            </a:xfrm>
            <a:custGeom>
              <a:avLst/>
              <a:gdLst>
                <a:gd name="T0" fmla="*/ 33 w 3"/>
                <a:gd name="T1" fmla="*/ 95 h 3"/>
                <a:gd name="T2" fmla="*/ 0 w 3"/>
                <a:gd name="T3" fmla="*/ 55 h 3"/>
                <a:gd name="T4" fmla="*/ 77 w 3"/>
                <a:gd name="T5" fmla="*/ 55 h 3"/>
                <a:gd name="T6" fmla="*/ 77 w 3"/>
                <a:gd name="T7" fmla="*/ 95 h 3"/>
                <a:gd name="T8" fmla="*/ 33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2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3" name="Freeform 947">
              <a:extLst>
                <a:ext uri="{FF2B5EF4-FFF2-40B4-BE49-F238E27FC236}">
                  <a16:creationId xmlns:a16="http://schemas.microsoft.com/office/drawing/2014/main" id="{53D2EBA8-82C7-4566-97E6-EDA92C772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484"/>
              <a:ext cx="10" cy="11"/>
            </a:xfrm>
            <a:custGeom>
              <a:avLst/>
              <a:gdLst>
                <a:gd name="T0" fmla="*/ 33 w 3"/>
                <a:gd name="T1" fmla="*/ 95 h 3"/>
                <a:gd name="T2" fmla="*/ 33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4" name="Freeform 948">
              <a:extLst>
                <a:ext uri="{FF2B5EF4-FFF2-40B4-BE49-F238E27FC236}">
                  <a16:creationId xmlns:a16="http://schemas.microsoft.com/office/drawing/2014/main" id="{1DE353D0-2B93-4B87-AAD6-AA4F039C0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3448"/>
              <a:ext cx="10" cy="11"/>
            </a:xfrm>
            <a:custGeom>
              <a:avLst/>
              <a:gdLst>
                <a:gd name="T0" fmla="*/ 33 w 3"/>
                <a:gd name="T1" fmla="*/ 95 h 3"/>
                <a:gd name="T2" fmla="*/ 33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5" name="Freeform 949">
              <a:extLst>
                <a:ext uri="{FF2B5EF4-FFF2-40B4-BE49-F238E27FC236}">
                  <a16:creationId xmlns:a16="http://schemas.microsoft.com/office/drawing/2014/main" id="{8A4C3EF8-73DB-4F53-AF2F-ACE6A29BF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452"/>
              <a:ext cx="10" cy="11"/>
            </a:xfrm>
            <a:custGeom>
              <a:avLst/>
              <a:gdLst>
                <a:gd name="T0" fmla="*/ 33 w 3"/>
                <a:gd name="T1" fmla="*/ 95 h 3"/>
                <a:gd name="T2" fmla="*/ 0 w 3"/>
                <a:gd name="T3" fmla="*/ 55 h 3"/>
                <a:gd name="T4" fmla="*/ 77 w 3"/>
                <a:gd name="T5" fmla="*/ 0 h 3"/>
                <a:gd name="T6" fmla="*/ 77 w 3"/>
                <a:gd name="T7" fmla="*/ 95 h 3"/>
                <a:gd name="T8" fmla="*/ 33 w 3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6" name="Freeform 950">
              <a:extLst>
                <a:ext uri="{FF2B5EF4-FFF2-40B4-BE49-F238E27FC236}">
                  <a16:creationId xmlns:a16="http://schemas.microsoft.com/office/drawing/2014/main" id="{C7240F6C-5302-4672-9E0E-F4405F0C5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445"/>
              <a:ext cx="7" cy="11"/>
            </a:xfrm>
            <a:custGeom>
              <a:avLst/>
              <a:gdLst>
                <a:gd name="T0" fmla="*/ 0 w 2"/>
                <a:gd name="T1" fmla="*/ 95 h 3"/>
                <a:gd name="T2" fmla="*/ 0 w 2"/>
                <a:gd name="T3" fmla="*/ 55 h 3"/>
                <a:gd name="T4" fmla="*/ 88 w 2"/>
                <a:gd name="T5" fmla="*/ 0 h 3"/>
                <a:gd name="T6" fmla="*/ 88 w 2"/>
                <a:gd name="T7" fmla="*/ 95 h 3"/>
                <a:gd name="T8" fmla="*/ 0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7" name="Freeform 951">
              <a:extLst>
                <a:ext uri="{FF2B5EF4-FFF2-40B4-BE49-F238E27FC236}">
                  <a16:creationId xmlns:a16="http://schemas.microsoft.com/office/drawing/2014/main" id="{704F9601-34CB-40BF-AAF7-4BD5EA6DD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484"/>
              <a:ext cx="7" cy="11"/>
            </a:xfrm>
            <a:custGeom>
              <a:avLst/>
              <a:gdLst>
                <a:gd name="T0" fmla="*/ 0 w 2"/>
                <a:gd name="T1" fmla="*/ 95 h 3"/>
                <a:gd name="T2" fmla="*/ 0 w 2"/>
                <a:gd name="T3" fmla="*/ 55 h 3"/>
                <a:gd name="T4" fmla="*/ 88 w 2"/>
                <a:gd name="T5" fmla="*/ 0 h 3"/>
                <a:gd name="T6" fmla="*/ 88 w 2"/>
                <a:gd name="T7" fmla="*/ 95 h 3"/>
                <a:gd name="T8" fmla="*/ 0 w 2"/>
                <a:gd name="T9" fmla="*/ 9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8" name="Freeform 952">
              <a:extLst>
                <a:ext uri="{FF2B5EF4-FFF2-40B4-BE49-F238E27FC236}">
                  <a16:creationId xmlns:a16="http://schemas.microsoft.com/office/drawing/2014/main" id="{4E1769C8-5BA4-40DD-B0C2-E99A4D8E7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456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33 w 3"/>
                <a:gd name="T3" fmla="*/ 0 h 2"/>
                <a:gd name="T4" fmla="*/ 77 w 3"/>
                <a:gd name="T5" fmla="*/ 0 h 2"/>
                <a:gd name="T6" fmla="*/ 77 w 3"/>
                <a:gd name="T7" fmla="*/ 88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9" name="Freeform 953">
              <a:extLst>
                <a:ext uri="{FF2B5EF4-FFF2-40B4-BE49-F238E27FC236}">
                  <a16:creationId xmlns:a16="http://schemas.microsoft.com/office/drawing/2014/main" id="{8AE4FBF0-AF84-45EC-A942-1FF1E53D3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3466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33 w 3"/>
                <a:gd name="T3" fmla="*/ 55 h 3"/>
                <a:gd name="T4" fmla="*/ 77 w 3"/>
                <a:gd name="T5" fmla="*/ 55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0" name="Freeform 954">
              <a:extLst>
                <a:ext uri="{FF2B5EF4-FFF2-40B4-BE49-F238E27FC236}">
                  <a16:creationId xmlns:a16="http://schemas.microsoft.com/office/drawing/2014/main" id="{A738D951-EBD7-4265-A0D6-1665D46AB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110"/>
              <a:ext cx="10" cy="14"/>
            </a:xfrm>
            <a:custGeom>
              <a:avLst/>
              <a:gdLst>
                <a:gd name="T0" fmla="*/ 0 w 3"/>
                <a:gd name="T1" fmla="*/ 88 h 4"/>
                <a:gd name="T2" fmla="*/ 77 w 3"/>
                <a:gd name="T3" fmla="*/ 49 h 4"/>
                <a:gd name="T4" fmla="*/ 110 w 3"/>
                <a:gd name="T5" fmla="*/ 88 h 4"/>
                <a:gd name="T6" fmla="*/ 77 w 3"/>
                <a:gd name="T7" fmla="*/ 172 h 4"/>
                <a:gd name="T8" fmla="*/ 0 w 3"/>
                <a:gd name="T9" fmla="*/ 8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1" name="Freeform 955">
              <a:extLst>
                <a:ext uri="{FF2B5EF4-FFF2-40B4-BE49-F238E27FC236}">
                  <a16:creationId xmlns:a16="http://schemas.microsoft.com/office/drawing/2014/main" id="{4800417C-7005-4404-A8BA-F3CA58033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103"/>
              <a:ext cx="10" cy="10"/>
            </a:xfrm>
            <a:custGeom>
              <a:avLst/>
              <a:gdLst>
                <a:gd name="T0" fmla="*/ 0 w 3"/>
                <a:gd name="T1" fmla="*/ 77 h 3"/>
                <a:gd name="T2" fmla="*/ 33 w 3"/>
                <a:gd name="T3" fmla="*/ 0 h 3"/>
                <a:gd name="T4" fmla="*/ 110 w 3"/>
                <a:gd name="T5" fmla="*/ 33 h 3"/>
                <a:gd name="T6" fmla="*/ 77 w 3"/>
                <a:gd name="T7" fmla="*/ 110 h 3"/>
                <a:gd name="T8" fmla="*/ 0 w 3"/>
                <a:gd name="T9" fmla="*/ 7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2" name="Freeform 956">
              <a:extLst>
                <a:ext uri="{FF2B5EF4-FFF2-40B4-BE49-F238E27FC236}">
                  <a16:creationId xmlns:a16="http://schemas.microsoft.com/office/drawing/2014/main" id="{153027B5-ECCA-4E6C-8CEE-B064CF78C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985"/>
              <a:ext cx="10" cy="14"/>
            </a:xfrm>
            <a:custGeom>
              <a:avLst/>
              <a:gdLst>
                <a:gd name="T0" fmla="*/ 33 w 3"/>
                <a:gd name="T1" fmla="*/ 172 h 4"/>
                <a:gd name="T2" fmla="*/ 0 w 3"/>
                <a:gd name="T3" fmla="*/ 88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3" name="Freeform 957">
              <a:extLst>
                <a:ext uri="{FF2B5EF4-FFF2-40B4-BE49-F238E27FC236}">
                  <a16:creationId xmlns:a16="http://schemas.microsoft.com/office/drawing/2014/main" id="{60A24E4F-39C4-4632-BEFD-CC67F8596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978"/>
              <a:ext cx="13" cy="11"/>
            </a:xfrm>
            <a:custGeom>
              <a:avLst/>
              <a:gdLst>
                <a:gd name="T0" fmla="*/ 33 w 4"/>
                <a:gd name="T1" fmla="*/ 147 h 3"/>
                <a:gd name="T2" fmla="*/ 0 w 4"/>
                <a:gd name="T3" fmla="*/ 55 h 3"/>
                <a:gd name="T4" fmla="*/ 75 w 4"/>
                <a:gd name="T5" fmla="*/ 0 h 3"/>
                <a:gd name="T6" fmla="*/ 107 w 4"/>
                <a:gd name="T7" fmla="*/ 95 h 3"/>
                <a:gd name="T8" fmla="*/ 33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4" name="Freeform 958">
              <a:extLst>
                <a:ext uri="{FF2B5EF4-FFF2-40B4-BE49-F238E27FC236}">
                  <a16:creationId xmlns:a16="http://schemas.microsoft.com/office/drawing/2014/main" id="{88554B0C-8E3F-4301-9F6E-0522AAB0D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960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5" name="Freeform 959">
              <a:extLst>
                <a:ext uri="{FF2B5EF4-FFF2-40B4-BE49-F238E27FC236}">
                  <a16:creationId xmlns:a16="http://schemas.microsoft.com/office/drawing/2014/main" id="{4E6AA9F1-9855-421C-B0EE-B88E89B2B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956"/>
              <a:ext cx="13" cy="15"/>
            </a:xfrm>
            <a:custGeom>
              <a:avLst/>
              <a:gdLst>
                <a:gd name="T0" fmla="*/ 75 w 4"/>
                <a:gd name="T1" fmla="*/ 210 h 4"/>
                <a:gd name="T2" fmla="*/ 33 w 4"/>
                <a:gd name="T3" fmla="*/ 113 h 4"/>
                <a:gd name="T4" fmla="*/ 107 w 4"/>
                <a:gd name="T5" fmla="*/ 56 h 4"/>
                <a:gd name="T6" fmla="*/ 137 w 4"/>
                <a:gd name="T7" fmla="*/ 154 h 4"/>
                <a:gd name="T8" fmla="*/ 75 w 4"/>
                <a:gd name="T9" fmla="*/ 21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3"/>
                    <a:pt x="0" y="2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6" name="Freeform 960">
              <a:extLst>
                <a:ext uri="{FF2B5EF4-FFF2-40B4-BE49-F238E27FC236}">
                  <a16:creationId xmlns:a16="http://schemas.microsoft.com/office/drawing/2014/main" id="{DEA019E8-2F7E-4449-8BAA-CC5DED5A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971"/>
              <a:ext cx="10" cy="14"/>
            </a:xfrm>
            <a:custGeom>
              <a:avLst/>
              <a:gdLst>
                <a:gd name="T0" fmla="*/ 33 w 3"/>
                <a:gd name="T1" fmla="*/ 172 h 4"/>
                <a:gd name="T2" fmla="*/ 0 w 3"/>
                <a:gd name="T3" fmla="*/ 88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7" name="Freeform 961">
              <a:extLst>
                <a:ext uri="{FF2B5EF4-FFF2-40B4-BE49-F238E27FC236}">
                  <a16:creationId xmlns:a16="http://schemas.microsoft.com/office/drawing/2014/main" id="{5E0E78DC-9DC9-40C0-895C-57C65E209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978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8" name="Freeform 962">
              <a:extLst>
                <a:ext uri="{FF2B5EF4-FFF2-40B4-BE49-F238E27FC236}">
                  <a16:creationId xmlns:a16="http://schemas.microsoft.com/office/drawing/2014/main" id="{6B787B1A-D5B2-4BDC-B741-0198CCEDF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974"/>
              <a:ext cx="10" cy="15"/>
            </a:xfrm>
            <a:custGeom>
              <a:avLst/>
              <a:gdLst>
                <a:gd name="T0" fmla="*/ 33 w 3"/>
                <a:gd name="T1" fmla="*/ 210 h 4"/>
                <a:gd name="T2" fmla="*/ 0 w 3"/>
                <a:gd name="T3" fmla="*/ 113 h 4"/>
                <a:gd name="T4" fmla="*/ 77 w 3"/>
                <a:gd name="T5" fmla="*/ 56 h 4"/>
                <a:gd name="T6" fmla="*/ 110 w 3"/>
                <a:gd name="T7" fmla="*/ 154 h 4"/>
                <a:gd name="T8" fmla="*/ 33 w 3"/>
                <a:gd name="T9" fmla="*/ 21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9" name="Freeform 963">
              <a:extLst>
                <a:ext uri="{FF2B5EF4-FFF2-40B4-BE49-F238E27FC236}">
                  <a16:creationId xmlns:a16="http://schemas.microsoft.com/office/drawing/2014/main" id="{00D23EDB-09BD-44FD-99C7-E656CBA9C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2949"/>
              <a:ext cx="10" cy="15"/>
            </a:xfrm>
            <a:custGeom>
              <a:avLst/>
              <a:gdLst>
                <a:gd name="T0" fmla="*/ 33 w 3"/>
                <a:gd name="T1" fmla="*/ 154 h 4"/>
                <a:gd name="T2" fmla="*/ 0 w 3"/>
                <a:gd name="T3" fmla="*/ 56 h 4"/>
                <a:gd name="T4" fmla="*/ 77 w 3"/>
                <a:gd name="T5" fmla="*/ 0 h 4"/>
                <a:gd name="T6" fmla="*/ 110 w 3"/>
                <a:gd name="T7" fmla="*/ 113 h 4"/>
                <a:gd name="T8" fmla="*/ 33 w 3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0" name="Freeform 964">
              <a:extLst>
                <a:ext uri="{FF2B5EF4-FFF2-40B4-BE49-F238E27FC236}">
                  <a16:creationId xmlns:a16="http://schemas.microsoft.com/office/drawing/2014/main" id="{4A73BAC0-7BDB-4762-B4C4-C2F89F7E6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939"/>
              <a:ext cx="13" cy="14"/>
            </a:xfrm>
            <a:custGeom>
              <a:avLst/>
              <a:gdLst>
                <a:gd name="T0" fmla="*/ 33 w 4"/>
                <a:gd name="T1" fmla="*/ 172 h 4"/>
                <a:gd name="T2" fmla="*/ 33 w 4"/>
                <a:gd name="T3" fmla="*/ 88 h 4"/>
                <a:gd name="T4" fmla="*/ 107 w 4"/>
                <a:gd name="T5" fmla="*/ 49 h 4"/>
                <a:gd name="T6" fmla="*/ 137 w 4"/>
                <a:gd name="T7" fmla="*/ 137 h 4"/>
                <a:gd name="T8" fmla="*/ 33 w 4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1" y="3"/>
                    <a:pt x="0" y="2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3" y="3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1" name="Freeform 965">
              <a:extLst>
                <a:ext uri="{FF2B5EF4-FFF2-40B4-BE49-F238E27FC236}">
                  <a16:creationId xmlns:a16="http://schemas.microsoft.com/office/drawing/2014/main" id="{1C3934BA-C398-427C-A16E-16C5993BE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946"/>
              <a:ext cx="13" cy="10"/>
            </a:xfrm>
            <a:custGeom>
              <a:avLst/>
              <a:gdLst>
                <a:gd name="T0" fmla="*/ 75 w 4"/>
                <a:gd name="T1" fmla="*/ 110 h 3"/>
                <a:gd name="T2" fmla="*/ 33 w 4"/>
                <a:gd name="T3" fmla="*/ 33 h 3"/>
                <a:gd name="T4" fmla="*/ 107 w 4"/>
                <a:gd name="T5" fmla="*/ 0 h 3"/>
                <a:gd name="T6" fmla="*/ 137 w 4"/>
                <a:gd name="T7" fmla="*/ 77 h 3"/>
                <a:gd name="T8" fmla="*/ 75 w 4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3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2" name="Freeform 966">
              <a:extLst>
                <a:ext uri="{FF2B5EF4-FFF2-40B4-BE49-F238E27FC236}">
                  <a16:creationId xmlns:a16="http://schemas.microsoft.com/office/drawing/2014/main" id="{D28598C0-FF5E-4480-83D6-22FD80D74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956"/>
              <a:ext cx="13" cy="15"/>
            </a:xfrm>
            <a:custGeom>
              <a:avLst/>
              <a:gdLst>
                <a:gd name="T0" fmla="*/ 33 w 4"/>
                <a:gd name="T1" fmla="*/ 210 h 4"/>
                <a:gd name="T2" fmla="*/ 0 w 4"/>
                <a:gd name="T3" fmla="*/ 113 h 4"/>
                <a:gd name="T4" fmla="*/ 75 w 4"/>
                <a:gd name="T5" fmla="*/ 56 h 4"/>
                <a:gd name="T6" fmla="*/ 107 w 4"/>
                <a:gd name="T7" fmla="*/ 154 h 4"/>
                <a:gd name="T8" fmla="*/ 33 w 4"/>
                <a:gd name="T9" fmla="*/ 21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3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3" name="Freeform 967">
              <a:extLst>
                <a:ext uri="{FF2B5EF4-FFF2-40B4-BE49-F238E27FC236}">
                  <a16:creationId xmlns:a16="http://schemas.microsoft.com/office/drawing/2014/main" id="{97EFF91D-9DFF-4554-A3D6-EFEB79D55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964"/>
              <a:ext cx="14" cy="10"/>
            </a:xfrm>
            <a:custGeom>
              <a:avLst/>
              <a:gdLst>
                <a:gd name="T0" fmla="*/ 88 w 4"/>
                <a:gd name="T1" fmla="*/ 110 h 3"/>
                <a:gd name="T2" fmla="*/ 49 w 4"/>
                <a:gd name="T3" fmla="*/ 33 h 3"/>
                <a:gd name="T4" fmla="*/ 137 w 4"/>
                <a:gd name="T5" fmla="*/ 0 h 3"/>
                <a:gd name="T6" fmla="*/ 172 w 4"/>
                <a:gd name="T7" fmla="*/ 77 h 3"/>
                <a:gd name="T8" fmla="*/ 88 w 4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3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4" name="Freeform 968">
              <a:extLst>
                <a:ext uri="{FF2B5EF4-FFF2-40B4-BE49-F238E27FC236}">
                  <a16:creationId xmlns:a16="http://schemas.microsoft.com/office/drawing/2014/main" id="{9960C624-D7FE-4197-A31A-E2C4BC255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56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5" name="Freeform 969">
              <a:extLst>
                <a:ext uri="{FF2B5EF4-FFF2-40B4-BE49-F238E27FC236}">
                  <a16:creationId xmlns:a16="http://schemas.microsoft.com/office/drawing/2014/main" id="{8E6A4C06-B7ED-4AB7-A616-B12E86C26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939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0 h 4"/>
                <a:gd name="T6" fmla="*/ 110 w 3"/>
                <a:gd name="T7" fmla="*/ 88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6" name="Freeform 970">
              <a:extLst>
                <a:ext uri="{FF2B5EF4-FFF2-40B4-BE49-F238E27FC236}">
                  <a16:creationId xmlns:a16="http://schemas.microsoft.com/office/drawing/2014/main" id="{344BC5FA-5118-4FDC-8BD2-E94D74630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956"/>
              <a:ext cx="14" cy="11"/>
            </a:xfrm>
            <a:custGeom>
              <a:avLst/>
              <a:gdLst>
                <a:gd name="T0" fmla="*/ 49 w 4"/>
                <a:gd name="T1" fmla="*/ 147 h 3"/>
                <a:gd name="T2" fmla="*/ 0 w 4"/>
                <a:gd name="T3" fmla="*/ 55 h 3"/>
                <a:gd name="T4" fmla="*/ 88 w 4"/>
                <a:gd name="T5" fmla="*/ 0 h 3"/>
                <a:gd name="T6" fmla="*/ 137 w 4"/>
                <a:gd name="T7" fmla="*/ 95 h 3"/>
                <a:gd name="T8" fmla="*/ 49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7" name="Freeform 971">
              <a:extLst>
                <a:ext uri="{FF2B5EF4-FFF2-40B4-BE49-F238E27FC236}">
                  <a16:creationId xmlns:a16="http://schemas.microsoft.com/office/drawing/2014/main" id="{D54CC2C1-88BE-49D1-9C2B-C484F09DC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949"/>
              <a:ext cx="13" cy="15"/>
            </a:xfrm>
            <a:custGeom>
              <a:avLst/>
              <a:gdLst>
                <a:gd name="T0" fmla="*/ 33 w 4"/>
                <a:gd name="T1" fmla="*/ 210 h 4"/>
                <a:gd name="T2" fmla="*/ 33 w 4"/>
                <a:gd name="T3" fmla="*/ 113 h 4"/>
                <a:gd name="T4" fmla="*/ 107 w 4"/>
                <a:gd name="T5" fmla="*/ 56 h 4"/>
                <a:gd name="T6" fmla="*/ 107 w 4"/>
                <a:gd name="T7" fmla="*/ 154 h 4"/>
                <a:gd name="T8" fmla="*/ 33 w 4"/>
                <a:gd name="T9" fmla="*/ 21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1" y="3"/>
                    <a:pt x="0" y="2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8" name="Freeform 972">
              <a:extLst>
                <a:ext uri="{FF2B5EF4-FFF2-40B4-BE49-F238E27FC236}">
                  <a16:creationId xmlns:a16="http://schemas.microsoft.com/office/drawing/2014/main" id="{5BE5F1A1-1A7A-42EF-AC7A-9B50136E6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971"/>
              <a:ext cx="10" cy="10"/>
            </a:xfrm>
            <a:custGeom>
              <a:avLst/>
              <a:gdLst>
                <a:gd name="T0" fmla="*/ 33 w 3"/>
                <a:gd name="T1" fmla="*/ 110 h 3"/>
                <a:gd name="T2" fmla="*/ 0 w 3"/>
                <a:gd name="T3" fmla="*/ 33 h 3"/>
                <a:gd name="T4" fmla="*/ 77 w 3"/>
                <a:gd name="T5" fmla="*/ 0 h 3"/>
                <a:gd name="T6" fmla="*/ 110 w 3"/>
                <a:gd name="T7" fmla="*/ 77 h 3"/>
                <a:gd name="T8" fmla="*/ 33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9" name="Freeform 973">
              <a:extLst>
                <a:ext uri="{FF2B5EF4-FFF2-40B4-BE49-F238E27FC236}">
                  <a16:creationId xmlns:a16="http://schemas.microsoft.com/office/drawing/2014/main" id="{CCEAA4C4-ACDE-490C-A23E-9FE5B2C5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981"/>
              <a:ext cx="14" cy="11"/>
            </a:xfrm>
            <a:custGeom>
              <a:avLst/>
              <a:gdLst>
                <a:gd name="T0" fmla="*/ 88 w 4"/>
                <a:gd name="T1" fmla="*/ 147 h 3"/>
                <a:gd name="T2" fmla="*/ 49 w 4"/>
                <a:gd name="T3" fmla="*/ 55 h 3"/>
                <a:gd name="T4" fmla="*/ 137 w 4"/>
                <a:gd name="T5" fmla="*/ 0 h 3"/>
                <a:gd name="T6" fmla="*/ 172 w 4"/>
                <a:gd name="T7" fmla="*/ 95 h 3"/>
                <a:gd name="T8" fmla="*/ 88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0" name="Freeform 974">
              <a:extLst>
                <a:ext uri="{FF2B5EF4-FFF2-40B4-BE49-F238E27FC236}">
                  <a16:creationId xmlns:a16="http://schemas.microsoft.com/office/drawing/2014/main" id="{AECA96C3-CED5-49B5-93D5-83B29E6E9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971"/>
              <a:ext cx="10" cy="14"/>
            </a:xfrm>
            <a:custGeom>
              <a:avLst/>
              <a:gdLst>
                <a:gd name="T0" fmla="*/ 33 w 3"/>
                <a:gd name="T1" fmla="*/ 137 h 4"/>
                <a:gd name="T2" fmla="*/ 0 w 3"/>
                <a:gd name="T3" fmla="*/ 49 h 4"/>
                <a:gd name="T4" fmla="*/ 77 w 3"/>
                <a:gd name="T5" fmla="*/ 0 h 4"/>
                <a:gd name="T6" fmla="*/ 110 w 3"/>
                <a:gd name="T7" fmla="*/ 88 h 4"/>
                <a:gd name="T8" fmla="*/ 33 w 3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1" name="Freeform 975">
              <a:extLst>
                <a:ext uri="{FF2B5EF4-FFF2-40B4-BE49-F238E27FC236}">
                  <a16:creationId xmlns:a16="http://schemas.microsoft.com/office/drawing/2014/main" id="{F4237A6C-E3CD-4744-AD9D-A39ACB43C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956"/>
              <a:ext cx="10" cy="11"/>
            </a:xfrm>
            <a:custGeom>
              <a:avLst/>
              <a:gdLst>
                <a:gd name="T0" fmla="*/ 33 w 3"/>
                <a:gd name="T1" fmla="*/ 147 h 3"/>
                <a:gd name="T2" fmla="*/ 0 w 3"/>
                <a:gd name="T3" fmla="*/ 55 h 3"/>
                <a:gd name="T4" fmla="*/ 77 w 3"/>
                <a:gd name="T5" fmla="*/ 0 h 3"/>
                <a:gd name="T6" fmla="*/ 110 w 3"/>
                <a:gd name="T7" fmla="*/ 95 h 3"/>
                <a:gd name="T8" fmla="*/ 33 w 3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2" name="Freeform 976">
              <a:extLst>
                <a:ext uri="{FF2B5EF4-FFF2-40B4-BE49-F238E27FC236}">
                  <a16:creationId xmlns:a16="http://schemas.microsoft.com/office/drawing/2014/main" id="{53FCB883-3798-421A-93DA-A191146E1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992"/>
              <a:ext cx="10" cy="14"/>
            </a:xfrm>
            <a:custGeom>
              <a:avLst/>
              <a:gdLst>
                <a:gd name="T0" fmla="*/ 33 w 3"/>
                <a:gd name="T1" fmla="*/ 172 h 4"/>
                <a:gd name="T2" fmla="*/ 0 w 3"/>
                <a:gd name="T3" fmla="*/ 88 h 4"/>
                <a:gd name="T4" fmla="*/ 77 w 3"/>
                <a:gd name="T5" fmla="*/ 49 h 4"/>
                <a:gd name="T6" fmla="*/ 110 w 3"/>
                <a:gd name="T7" fmla="*/ 137 h 4"/>
                <a:gd name="T8" fmla="*/ 33 w 3"/>
                <a:gd name="T9" fmla="*/ 17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3" name="Freeform 977">
              <a:extLst>
                <a:ext uri="{FF2B5EF4-FFF2-40B4-BE49-F238E27FC236}">
                  <a16:creationId xmlns:a16="http://schemas.microsoft.com/office/drawing/2014/main" id="{EB6F8DA8-165E-4DCA-8B5C-777D8C849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971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0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4" name="Freeform 978">
              <a:extLst>
                <a:ext uri="{FF2B5EF4-FFF2-40B4-BE49-F238E27FC236}">
                  <a16:creationId xmlns:a16="http://schemas.microsoft.com/office/drawing/2014/main" id="{F23CE410-AE91-46E8-8317-0CC91B9FD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964"/>
              <a:ext cx="7" cy="3"/>
            </a:xfrm>
            <a:custGeom>
              <a:avLst/>
              <a:gdLst>
                <a:gd name="T0" fmla="*/ 49 w 2"/>
                <a:gd name="T1" fmla="*/ 27 h 1"/>
                <a:gd name="T2" fmla="*/ 49 w 2"/>
                <a:gd name="T3" fmla="*/ 0 h 1"/>
                <a:gd name="T4" fmla="*/ 88 w 2"/>
                <a:gd name="T5" fmla="*/ 0 h 1"/>
                <a:gd name="T6" fmla="*/ 88 w 2"/>
                <a:gd name="T7" fmla="*/ 27 h 1"/>
                <a:gd name="T8" fmla="*/ 49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5" name="Freeform 979">
              <a:extLst>
                <a:ext uri="{FF2B5EF4-FFF2-40B4-BE49-F238E27FC236}">
                  <a16:creationId xmlns:a16="http://schemas.microsoft.com/office/drawing/2014/main" id="{1B05ECAB-4013-43A5-8EC1-657DD002B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949"/>
              <a:ext cx="7" cy="4"/>
            </a:xfrm>
            <a:custGeom>
              <a:avLst/>
              <a:gdLst>
                <a:gd name="T0" fmla="*/ 49 w 2"/>
                <a:gd name="T1" fmla="*/ 64 h 1"/>
                <a:gd name="T2" fmla="*/ 49 w 2"/>
                <a:gd name="T3" fmla="*/ 0 h 1"/>
                <a:gd name="T4" fmla="*/ 49 w 2"/>
                <a:gd name="T5" fmla="*/ 0 h 1"/>
                <a:gd name="T6" fmla="*/ 88 w 2"/>
                <a:gd name="T7" fmla="*/ 64 h 1"/>
                <a:gd name="T8" fmla="*/ 49 w 2"/>
                <a:gd name="T9" fmla="*/ 64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6" name="Freeform 980">
              <a:extLst>
                <a:ext uri="{FF2B5EF4-FFF2-40B4-BE49-F238E27FC236}">
                  <a16:creationId xmlns:a16="http://schemas.microsoft.com/office/drawing/2014/main" id="{5AB3277F-396E-4C70-9167-BC970C508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932"/>
              <a:ext cx="4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64 w 1"/>
                <a:gd name="T5" fmla="*/ 0 h 1"/>
                <a:gd name="T6" fmla="*/ 64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7" name="Freeform 981">
              <a:extLst>
                <a:ext uri="{FF2B5EF4-FFF2-40B4-BE49-F238E27FC236}">
                  <a16:creationId xmlns:a16="http://schemas.microsoft.com/office/drawing/2014/main" id="{815518FA-A042-4B6E-8A39-F4AA711F4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935"/>
              <a:ext cx="6" cy="7"/>
            </a:xfrm>
            <a:custGeom>
              <a:avLst/>
              <a:gdLst>
                <a:gd name="T0" fmla="*/ 27 w 2"/>
                <a:gd name="T1" fmla="*/ 88 h 2"/>
                <a:gd name="T2" fmla="*/ 0 w 2"/>
                <a:gd name="T3" fmla="*/ 49 h 2"/>
                <a:gd name="T4" fmla="*/ 27 w 2"/>
                <a:gd name="T5" fmla="*/ 0 h 2"/>
                <a:gd name="T6" fmla="*/ 54 w 2"/>
                <a:gd name="T7" fmla="*/ 49 h 2"/>
                <a:gd name="T8" fmla="*/ 27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8" name="Freeform 982">
              <a:extLst>
                <a:ext uri="{FF2B5EF4-FFF2-40B4-BE49-F238E27FC236}">
                  <a16:creationId xmlns:a16="http://schemas.microsoft.com/office/drawing/2014/main" id="{E264EB00-5B30-4C24-B155-BE16A1DAD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903"/>
              <a:ext cx="7" cy="7"/>
            </a:xfrm>
            <a:custGeom>
              <a:avLst/>
              <a:gdLst>
                <a:gd name="T0" fmla="*/ 49 w 2"/>
                <a:gd name="T1" fmla="*/ 88 h 2"/>
                <a:gd name="T2" fmla="*/ 49 w 2"/>
                <a:gd name="T3" fmla="*/ 49 h 2"/>
                <a:gd name="T4" fmla="*/ 49 w 2"/>
                <a:gd name="T5" fmla="*/ 0 h 2"/>
                <a:gd name="T6" fmla="*/ 88 w 2"/>
                <a:gd name="T7" fmla="*/ 49 h 2"/>
                <a:gd name="T8" fmla="*/ 49 w 2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9" name="Freeform 983">
              <a:extLst>
                <a:ext uri="{FF2B5EF4-FFF2-40B4-BE49-F238E27FC236}">
                  <a16:creationId xmlns:a16="http://schemas.microsoft.com/office/drawing/2014/main" id="{B2B104F8-E279-4749-92BD-11A9F7029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889"/>
              <a:ext cx="7" cy="3"/>
            </a:xfrm>
            <a:custGeom>
              <a:avLst/>
              <a:gdLst>
                <a:gd name="T0" fmla="*/ 49 w 2"/>
                <a:gd name="T1" fmla="*/ 27 h 1"/>
                <a:gd name="T2" fmla="*/ 49 w 2"/>
                <a:gd name="T3" fmla="*/ 0 h 1"/>
                <a:gd name="T4" fmla="*/ 49 w 2"/>
                <a:gd name="T5" fmla="*/ 0 h 1"/>
                <a:gd name="T6" fmla="*/ 88 w 2"/>
                <a:gd name="T7" fmla="*/ 27 h 1"/>
                <a:gd name="T8" fmla="*/ 49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0" name="Freeform 984">
              <a:extLst>
                <a:ext uri="{FF2B5EF4-FFF2-40B4-BE49-F238E27FC236}">
                  <a16:creationId xmlns:a16="http://schemas.microsoft.com/office/drawing/2014/main" id="{E2B27AAA-780D-428F-B904-009F9E0B2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914"/>
              <a:ext cx="4" cy="7"/>
            </a:xfrm>
            <a:custGeom>
              <a:avLst/>
              <a:gdLst>
                <a:gd name="T0" fmla="*/ 0 w 1"/>
                <a:gd name="T1" fmla="*/ 49 h 2"/>
                <a:gd name="T2" fmla="*/ 0 w 1"/>
                <a:gd name="T3" fmla="*/ 49 h 2"/>
                <a:gd name="T4" fmla="*/ 64 w 1"/>
                <a:gd name="T5" fmla="*/ 0 h 2"/>
                <a:gd name="T6" fmla="*/ 64 w 1"/>
                <a:gd name="T7" fmla="*/ 49 h 2"/>
                <a:gd name="T8" fmla="*/ 0 w 1"/>
                <a:gd name="T9" fmla="*/ 49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1" name="Freeform 985">
              <a:extLst>
                <a:ext uri="{FF2B5EF4-FFF2-40B4-BE49-F238E27FC236}">
                  <a16:creationId xmlns:a16="http://schemas.microsoft.com/office/drawing/2014/main" id="{970C89AC-6386-489D-B2EE-CCCD3F24B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946"/>
              <a:ext cx="10" cy="10"/>
            </a:xfrm>
            <a:custGeom>
              <a:avLst/>
              <a:gdLst>
                <a:gd name="T0" fmla="*/ 33 w 3"/>
                <a:gd name="T1" fmla="*/ 110 h 3"/>
                <a:gd name="T2" fmla="*/ 0 w 3"/>
                <a:gd name="T3" fmla="*/ 33 h 3"/>
                <a:gd name="T4" fmla="*/ 77 w 3"/>
                <a:gd name="T5" fmla="*/ 33 h 3"/>
                <a:gd name="T6" fmla="*/ 77 w 3"/>
                <a:gd name="T7" fmla="*/ 77 h 3"/>
                <a:gd name="T8" fmla="*/ 33 w 3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2" name="Freeform 986">
              <a:extLst>
                <a:ext uri="{FF2B5EF4-FFF2-40B4-BE49-F238E27FC236}">
                  <a16:creationId xmlns:a16="http://schemas.microsoft.com/office/drawing/2014/main" id="{7EFB7295-092E-4CC1-BC8E-EA1D5D6EA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32"/>
              <a:ext cx="7" cy="10"/>
            </a:xfrm>
            <a:custGeom>
              <a:avLst/>
              <a:gdLst>
                <a:gd name="T0" fmla="*/ 0 w 2"/>
                <a:gd name="T1" fmla="*/ 110 h 3"/>
                <a:gd name="T2" fmla="*/ 0 w 2"/>
                <a:gd name="T3" fmla="*/ 33 h 3"/>
                <a:gd name="T4" fmla="*/ 49 w 2"/>
                <a:gd name="T5" fmla="*/ 0 h 3"/>
                <a:gd name="T6" fmla="*/ 88 w 2"/>
                <a:gd name="T7" fmla="*/ 77 h 3"/>
                <a:gd name="T8" fmla="*/ 0 w 2"/>
                <a:gd name="T9" fmla="*/ 11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3" name="Freeform 987">
              <a:extLst>
                <a:ext uri="{FF2B5EF4-FFF2-40B4-BE49-F238E27FC236}">
                  <a16:creationId xmlns:a16="http://schemas.microsoft.com/office/drawing/2014/main" id="{FA58E9A9-123D-4FBF-A000-1A8CE92AC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971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0 w 3"/>
                <a:gd name="T3" fmla="*/ 49 h 2"/>
                <a:gd name="T4" fmla="*/ 77 w 3"/>
                <a:gd name="T5" fmla="*/ 0 h 2"/>
                <a:gd name="T6" fmla="*/ 77 w 3"/>
                <a:gd name="T7" fmla="*/ 88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4" name="Freeform 988">
              <a:extLst>
                <a:ext uri="{FF2B5EF4-FFF2-40B4-BE49-F238E27FC236}">
                  <a16:creationId xmlns:a16="http://schemas.microsoft.com/office/drawing/2014/main" id="{66A00917-7937-48BB-A91A-67C77E547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960"/>
              <a:ext cx="10" cy="7"/>
            </a:xfrm>
            <a:custGeom>
              <a:avLst/>
              <a:gdLst>
                <a:gd name="T0" fmla="*/ 33 w 3"/>
                <a:gd name="T1" fmla="*/ 88 h 2"/>
                <a:gd name="T2" fmla="*/ 0 w 3"/>
                <a:gd name="T3" fmla="*/ 49 h 2"/>
                <a:gd name="T4" fmla="*/ 77 w 3"/>
                <a:gd name="T5" fmla="*/ 0 h 2"/>
                <a:gd name="T6" fmla="*/ 77 w 3"/>
                <a:gd name="T7" fmla="*/ 49 h 2"/>
                <a:gd name="T8" fmla="*/ 33 w 3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5" name="Freeform 989">
              <a:extLst>
                <a:ext uri="{FF2B5EF4-FFF2-40B4-BE49-F238E27FC236}">
                  <a16:creationId xmlns:a16="http://schemas.microsoft.com/office/drawing/2014/main" id="{3C2557B7-30BB-4FF8-8AE9-CA5ED8A49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967"/>
              <a:ext cx="6" cy="11"/>
            </a:xfrm>
            <a:custGeom>
              <a:avLst/>
              <a:gdLst>
                <a:gd name="T0" fmla="*/ 27 w 2"/>
                <a:gd name="T1" fmla="*/ 147 h 3"/>
                <a:gd name="T2" fmla="*/ 0 w 2"/>
                <a:gd name="T3" fmla="*/ 55 h 3"/>
                <a:gd name="T4" fmla="*/ 27 w 2"/>
                <a:gd name="T5" fmla="*/ 0 h 3"/>
                <a:gd name="T6" fmla="*/ 54 w 2"/>
                <a:gd name="T7" fmla="*/ 95 h 3"/>
                <a:gd name="T8" fmla="*/ 27 w 2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6" name="Freeform 990">
              <a:extLst>
                <a:ext uri="{FF2B5EF4-FFF2-40B4-BE49-F238E27FC236}">
                  <a16:creationId xmlns:a16="http://schemas.microsoft.com/office/drawing/2014/main" id="{B10AB014-32B5-4D17-8623-58F25E5F3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967"/>
              <a:ext cx="6" cy="11"/>
            </a:xfrm>
            <a:custGeom>
              <a:avLst/>
              <a:gdLst>
                <a:gd name="T0" fmla="*/ 0 w 2"/>
                <a:gd name="T1" fmla="*/ 147 h 3"/>
                <a:gd name="T2" fmla="*/ 0 w 2"/>
                <a:gd name="T3" fmla="*/ 55 h 3"/>
                <a:gd name="T4" fmla="*/ 27 w 2"/>
                <a:gd name="T5" fmla="*/ 0 h 3"/>
                <a:gd name="T6" fmla="*/ 54 w 2"/>
                <a:gd name="T7" fmla="*/ 95 h 3"/>
                <a:gd name="T8" fmla="*/ 0 w 2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E1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7" name="Freeform 991">
              <a:extLst>
                <a:ext uri="{FF2B5EF4-FFF2-40B4-BE49-F238E27FC236}">
                  <a16:creationId xmlns:a16="http://schemas.microsoft.com/office/drawing/2014/main" id="{9A7F9538-875C-4F5C-A2C9-A96429509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978"/>
              <a:ext cx="13" cy="14"/>
            </a:xfrm>
            <a:custGeom>
              <a:avLst/>
              <a:gdLst>
                <a:gd name="T0" fmla="*/ 75 w 4"/>
                <a:gd name="T1" fmla="*/ 137 h 4"/>
                <a:gd name="T2" fmla="*/ 33 w 4"/>
                <a:gd name="T3" fmla="*/ 49 h 4"/>
                <a:gd name="T4" fmla="*/ 107 w 4"/>
                <a:gd name="T5" fmla="*/ 0 h 4"/>
                <a:gd name="T6" fmla="*/ 137 w 4"/>
                <a:gd name="T7" fmla="*/ 88 h 4"/>
                <a:gd name="T8" fmla="*/ 75 w 4"/>
                <a:gd name="T9" fmla="*/ 13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8" name="Freeform 992">
              <a:extLst>
                <a:ext uri="{FF2B5EF4-FFF2-40B4-BE49-F238E27FC236}">
                  <a16:creationId xmlns:a16="http://schemas.microsoft.com/office/drawing/2014/main" id="{93A8E48C-CA8D-438E-913B-FA3C101C3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960"/>
              <a:ext cx="13" cy="11"/>
            </a:xfrm>
            <a:custGeom>
              <a:avLst/>
              <a:gdLst>
                <a:gd name="T0" fmla="*/ 75 w 4"/>
                <a:gd name="T1" fmla="*/ 147 h 3"/>
                <a:gd name="T2" fmla="*/ 33 w 4"/>
                <a:gd name="T3" fmla="*/ 55 h 3"/>
                <a:gd name="T4" fmla="*/ 107 w 4"/>
                <a:gd name="T5" fmla="*/ 0 h 3"/>
                <a:gd name="T6" fmla="*/ 137 w 4"/>
                <a:gd name="T7" fmla="*/ 95 h 3"/>
                <a:gd name="T8" fmla="*/ 75 w 4"/>
                <a:gd name="T9" fmla="*/ 14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7EB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>
            <a:extLst>
              <a:ext uri="{FF2B5EF4-FFF2-40B4-BE49-F238E27FC236}">
                <a16:creationId xmlns:a16="http://schemas.microsoft.com/office/drawing/2014/main" id="{42B2125A-D2D1-4014-9BDD-FFA895438E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Capillaries (2)</a:t>
            </a:r>
          </a:p>
        </p:txBody>
      </p:sp>
      <p:sp>
        <p:nvSpPr>
          <p:cNvPr id="33794" name="Oval 3">
            <a:extLst>
              <a:ext uri="{FF2B5EF4-FFF2-40B4-BE49-F238E27FC236}">
                <a16:creationId xmlns:a16="http://schemas.microsoft.com/office/drawing/2014/main" id="{167A36CE-EE08-4327-967A-DF3B817FD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9175" y="3103563"/>
            <a:ext cx="4763" cy="4762"/>
          </a:xfrm>
          <a:prstGeom prst="ellipse">
            <a:avLst/>
          </a:prstGeom>
          <a:solidFill>
            <a:srgbClr val="589FD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5" name="Oval 4">
            <a:extLst>
              <a:ext uri="{FF2B5EF4-FFF2-40B4-BE49-F238E27FC236}">
                <a16:creationId xmlns:a16="http://schemas.microsoft.com/office/drawing/2014/main" id="{0DA48E18-BE61-4DF6-ABC0-8511530BA0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4413" y="3063875"/>
            <a:ext cx="4762" cy="4763"/>
          </a:xfrm>
          <a:prstGeom prst="ellipse">
            <a:avLst/>
          </a:prstGeom>
          <a:solidFill>
            <a:srgbClr val="589FD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6" name="Oval 5">
            <a:extLst>
              <a:ext uri="{FF2B5EF4-FFF2-40B4-BE49-F238E27FC236}">
                <a16:creationId xmlns:a16="http://schemas.microsoft.com/office/drawing/2014/main" id="{F03CE781-AB46-4601-9183-B56093BC1E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9663" y="3125788"/>
            <a:ext cx="4762" cy="6350"/>
          </a:xfrm>
          <a:prstGeom prst="ellipse">
            <a:avLst/>
          </a:prstGeom>
          <a:solidFill>
            <a:srgbClr val="589FD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7" name="Oval 6">
            <a:extLst>
              <a:ext uri="{FF2B5EF4-FFF2-40B4-BE49-F238E27FC236}">
                <a16:creationId xmlns:a16="http://schemas.microsoft.com/office/drawing/2014/main" id="{E261FD24-3DD4-4C4E-A365-DAC3E40954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3163" y="3244850"/>
            <a:ext cx="4762" cy="4763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8" name="Oval 7">
            <a:extLst>
              <a:ext uri="{FF2B5EF4-FFF2-40B4-BE49-F238E27FC236}">
                <a16:creationId xmlns:a16="http://schemas.microsoft.com/office/drawing/2014/main" id="{20C73AA8-2254-4832-A0AD-A82EB17680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3800" y="3278188"/>
            <a:ext cx="6350" cy="6350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799" name="Oval 8">
            <a:extLst>
              <a:ext uri="{FF2B5EF4-FFF2-40B4-BE49-F238E27FC236}">
                <a16:creationId xmlns:a16="http://schemas.microsoft.com/office/drawing/2014/main" id="{D1247502-9092-4783-ADD1-44DA5AAB8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4913" y="3222625"/>
            <a:ext cx="4762" cy="4763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0" name="Oval 9">
            <a:extLst>
              <a:ext uri="{FF2B5EF4-FFF2-40B4-BE49-F238E27FC236}">
                <a16:creationId xmlns:a16="http://schemas.microsoft.com/office/drawing/2014/main" id="{28A122F5-2EB6-44E5-9CF2-21CDB3B60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9675" y="3284538"/>
            <a:ext cx="6350" cy="4762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1" name="Oval 10">
            <a:extLst>
              <a:ext uri="{FF2B5EF4-FFF2-40B4-BE49-F238E27FC236}">
                <a16:creationId xmlns:a16="http://schemas.microsoft.com/office/drawing/2014/main" id="{B135BDD0-8065-4551-B96C-93F725D0A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1900" y="3273425"/>
            <a:ext cx="4763" cy="4763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2" name="Oval 11">
            <a:extLst>
              <a:ext uri="{FF2B5EF4-FFF2-40B4-BE49-F238E27FC236}">
                <a16:creationId xmlns:a16="http://schemas.microsoft.com/office/drawing/2014/main" id="{2171E692-FE3D-4A6D-9A7A-8E380DD776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400" y="3273425"/>
            <a:ext cx="4763" cy="4763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3" name="Oval 12">
            <a:extLst>
              <a:ext uri="{FF2B5EF4-FFF2-40B4-BE49-F238E27FC236}">
                <a16:creationId xmlns:a16="http://schemas.microsoft.com/office/drawing/2014/main" id="{9C9DB523-A614-4514-A883-F26F555BAD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7288" y="3244850"/>
            <a:ext cx="4762" cy="4763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4" name="Oval 13">
            <a:extLst>
              <a:ext uri="{FF2B5EF4-FFF2-40B4-BE49-F238E27FC236}">
                <a16:creationId xmlns:a16="http://schemas.microsoft.com/office/drawing/2014/main" id="{ECDF9A9B-5EE2-4E27-BFDC-386DA9B18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0938" y="3216275"/>
            <a:ext cx="6350" cy="6350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5" name="Oval 14">
            <a:extLst>
              <a:ext uri="{FF2B5EF4-FFF2-40B4-BE49-F238E27FC236}">
                <a16:creationId xmlns:a16="http://schemas.microsoft.com/office/drawing/2014/main" id="{0D470DDD-04F4-437C-B8B7-5C68EA69B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400" y="3216275"/>
            <a:ext cx="4763" cy="6350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6" name="Oval 15">
            <a:extLst>
              <a:ext uri="{FF2B5EF4-FFF2-40B4-BE49-F238E27FC236}">
                <a16:creationId xmlns:a16="http://schemas.microsoft.com/office/drawing/2014/main" id="{C84B336A-CD71-4E36-86A3-3336B5947E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6175" y="3233738"/>
            <a:ext cx="4763" cy="11112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7" name="Oval 16">
            <a:extLst>
              <a:ext uri="{FF2B5EF4-FFF2-40B4-BE49-F238E27FC236}">
                <a16:creationId xmlns:a16="http://schemas.microsoft.com/office/drawing/2014/main" id="{4839D2CC-0DAA-4ECA-8CD8-D445AEC1D8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3163" y="3216275"/>
            <a:ext cx="11112" cy="6350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8" name="Oval 17">
            <a:extLst>
              <a:ext uri="{FF2B5EF4-FFF2-40B4-BE49-F238E27FC236}">
                <a16:creationId xmlns:a16="http://schemas.microsoft.com/office/drawing/2014/main" id="{6CC5BBF5-3619-4EFC-97C4-C7ECB0879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7288" y="2843213"/>
            <a:ext cx="4762" cy="11112"/>
          </a:xfrm>
          <a:prstGeom prst="ellipse">
            <a:avLst/>
          </a:prstGeom>
          <a:solidFill>
            <a:srgbClr val="7EB9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09" name="Oval 18">
            <a:extLst>
              <a:ext uri="{FF2B5EF4-FFF2-40B4-BE49-F238E27FC236}">
                <a16:creationId xmlns:a16="http://schemas.microsoft.com/office/drawing/2014/main" id="{58FA4919-5882-474B-AAFC-4CCFDB2254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3800" y="2808288"/>
            <a:ext cx="6350" cy="12700"/>
          </a:xfrm>
          <a:prstGeom prst="ellipse">
            <a:avLst/>
          </a:prstGeom>
          <a:solidFill>
            <a:srgbClr val="7EB9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0" name="Oval 19">
            <a:extLst>
              <a:ext uri="{FF2B5EF4-FFF2-40B4-BE49-F238E27FC236}">
                <a16:creationId xmlns:a16="http://schemas.microsoft.com/office/drawing/2014/main" id="{E2C5AB08-12A8-4BAF-8D78-9B2DA0B14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8550" y="3578225"/>
            <a:ext cx="4763" cy="6350"/>
          </a:xfrm>
          <a:prstGeom prst="ellipse">
            <a:avLst/>
          </a:prstGeom>
          <a:solidFill>
            <a:srgbClr val="E142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1" name="Oval 20">
            <a:extLst>
              <a:ext uri="{FF2B5EF4-FFF2-40B4-BE49-F238E27FC236}">
                <a16:creationId xmlns:a16="http://schemas.microsoft.com/office/drawing/2014/main" id="{FB43FE3A-58B1-453C-9705-6048994EC7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5200" y="3617913"/>
            <a:ext cx="6350" cy="6350"/>
          </a:xfrm>
          <a:prstGeom prst="ellipse">
            <a:avLst/>
          </a:prstGeom>
          <a:solidFill>
            <a:srgbClr val="E142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2" name="Oval 21">
            <a:extLst>
              <a:ext uri="{FF2B5EF4-FFF2-40B4-BE49-F238E27FC236}">
                <a16:creationId xmlns:a16="http://schemas.microsoft.com/office/drawing/2014/main" id="{2A41043F-7D84-41E7-B5C1-0A749749EB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5063" y="4275138"/>
            <a:ext cx="11112" cy="4762"/>
          </a:xfrm>
          <a:prstGeom prst="ellipse">
            <a:avLst/>
          </a:prstGeom>
          <a:solidFill>
            <a:srgbClr val="E142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3" name="Oval 22">
            <a:extLst>
              <a:ext uri="{FF2B5EF4-FFF2-40B4-BE49-F238E27FC236}">
                <a16:creationId xmlns:a16="http://schemas.microsoft.com/office/drawing/2014/main" id="{EB7954EF-BDEF-4D18-8012-CBC502DE21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9663" y="4275138"/>
            <a:ext cx="4762" cy="4762"/>
          </a:xfrm>
          <a:prstGeom prst="ellipse">
            <a:avLst/>
          </a:prstGeom>
          <a:solidFill>
            <a:srgbClr val="E142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4" name="Oval 23">
            <a:extLst>
              <a:ext uri="{FF2B5EF4-FFF2-40B4-BE49-F238E27FC236}">
                <a16:creationId xmlns:a16="http://schemas.microsoft.com/office/drawing/2014/main" id="{F82A9275-C55F-42AC-A7C5-2A84AD5D2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5675" y="4211638"/>
            <a:ext cx="4763" cy="12700"/>
          </a:xfrm>
          <a:prstGeom prst="ellipse">
            <a:avLst/>
          </a:prstGeom>
          <a:solidFill>
            <a:srgbClr val="7EB9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5" name="Oval 24">
            <a:extLst>
              <a:ext uri="{FF2B5EF4-FFF2-40B4-BE49-F238E27FC236}">
                <a16:creationId xmlns:a16="http://schemas.microsoft.com/office/drawing/2014/main" id="{CEF677EF-547F-4D8D-A08A-98418026C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5675" y="4806950"/>
            <a:ext cx="4763" cy="4763"/>
          </a:xfrm>
          <a:prstGeom prst="ellipse">
            <a:avLst/>
          </a:prstGeom>
          <a:solidFill>
            <a:srgbClr val="7EB9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6" name="Oval 25">
            <a:extLst>
              <a:ext uri="{FF2B5EF4-FFF2-40B4-BE49-F238E27FC236}">
                <a16:creationId xmlns:a16="http://schemas.microsoft.com/office/drawing/2014/main" id="{E129B2E5-005B-40A0-9DD7-F21EBE3D3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0438" y="4767263"/>
            <a:ext cx="1587" cy="1587"/>
          </a:xfrm>
          <a:prstGeom prst="ellipse">
            <a:avLst/>
          </a:prstGeom>
          <a:solidFill>
            <a:srgbClr val="7EB9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7" name="Oval 26">
            <a:extLst>
              <a:ext uri="{FF2B5EF4-FFF2-40B4-BE49-F238E27FC236}">
                <a16:creationId xmlns:a16="http://schemas.microsoft.com/office/drawing/2014/main" id="{C90DBD13-B389-4239-A1B0-2E8804CC8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9050" y="4965700"/>
            <a:ext cx="6350" cy="4763"/>
          </a:xfrm>
          <a:prstGeom prst="ellipse">
            <a:avLst/>
          </a:prstGeom>
          <a:solidFill>
            <a:srgbClr val="E142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8" name="Oval 27">
            <a:extLst>
              <a:ext uri="{FF2B5EF4-FFF2-40B4-BE49-F238E27FC236}">
                <a16:creationId xmlns:a16="http://schemas.microsoft.com/office/drawing/2014/main" id="{351704A9-5300-4803-8836-1A54C468C5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1425" y="4913313"/>
            <a:ext cx="6350" cy="6350"/>
          </a:xfrm>
          <a:prstGeom prst="ellipse">
            <a:avLst/>
          </a:prstGeom>
          <a:solidFill>
            <a:srgbClr val="E142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3819" name="Freeform 28">
            <a:extLst>
              <a:ext uri="{FF2B5EF4-FFF2-40B4-BE49-F238E27FC236}">
                <a16:creationId xmlns:a16="http://schemas.microsoft.com/office/drawing/2014/main" id="{25A7E0D5-4CDD-4052-BA99-13DE03E7C287}"/>
              </a:ext>
            </a:extLst>
          </p:cNvPr>
          <p:cNvSpPr>
            <a:spLocks/>
          </p:cNvSpPr>
          <p:nvPr/>
        </p:nvSpPr>
        <p:spPr bwMode="auto">
          <a:xfrm>
            <a:off x="6877050" y="1130300"/>
            <a:ext cx="266700" cy="258763"/>
          </a:xfrm>
          <a:custGeom>
            <a:avLst/>
            <a:gdLst>
              <a:gd name="T0" fmla="*/ 2147483646 w 104"/>
              <a:gd name="T1" fmla="*/ 2147483646 h 101"/>
              <a:gd name="T2" fmla="*/ 2147483646 w 104"/>
              <a:gd name="T3" fmla="*/ 2147483646 h 101"/>
              <a:gd name="T4" fmla="*/ 2147483646 w 104"/>
              <a:gd name="T5" fmla="*/ 2147483646 h 101"/>
              <a:gd name="T6" fmla="*/ 2147483646 w 104"/>
              <a:gd name="T7" fmla="*/ 2147483646 h 101"/>
              <a:gd name="T8" fmla="*/ 2147483646 w 104"/>
              <a:gd name="T9" fmla="*/ 2147483646 h 1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4" h="101">
                <a:moveTo>
                  <a:pt x="95" y="9"/>
                </a:moveTo>
                <a:cubicBezTo>
                  <a:pt x="104" y="18"/>
                  <a:pt x="91" y="44"/>
                  <a:pt x="67" y="67"/>
                </a:cubicBezTo>
                <a:cubicBezTo>
                  <a:pt x="43" y="90"/>
                  <a:pt x="17" y="101"/>
                  <a:pt x="9" y="92"/>
                </a:cubicBezTo>
                <a:cubicBezTo>
                  <a:pt x="0" y="83"/>
                  <a:pt x="13" y="58"/>
                  <a:pt x="37" y="35"/>
                </a:cubicBezTo>
                <a:cubicBezTo>
                  <a:pt x="61" y="11"/>
                  <a:pt x="87" y="0"/>
                  <a:pt x="95" y="9"/>
                </a:cubicBezTo>
                <a:close/>
              </a:path>
            </a:pathLst>
          </a:custGeom>
          <a:noFill/>
          <a:ln w="11113" cap="flat">
            <a:solidFill>
              <a:srgbClr val="343434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3820" name="Capillary-bed-and-lymphatic-capillaries">
            <a:extLst>
              <a:ext uri="{FF2B5EF4-FFF2-40B4-BE49-F238E27FC236}">
                <a16:creationId xmlns:a16="http://schemas.microsoft.com/office/drawing/2014/main" id="{7340D61B-1A9E-44FD-A9DF-D7EC3029C969}"/>
              </a:ext>
            </a:extLst>
          </p:cNvPr>
          <p:cNvGrpSpPr>
            <a:grpSpLocks/>
          </p:cNvGrpSpPr>
          <p:nvPr/>
        </p:nvGrpSpPr>
        <p:grpSpPr bwMode="auto">
          <a:xfrm>
            <a:off x="3611563" y="1130300"/>
            <a:ext cx="4905375" cy="5434013"/>
            <a:chOff x="1315" y="712"/>
            <a:chExt cx="3090" cy="3423"/>
          </a:xfrm>
        </p:grpSpPr>
        <p:sp>
          <p:nvSpPr>
            <p:cNvPr id="33821" name="Freeform 30">
              <a:extLst>
                <a:ext uri="{FF2B5EF4-FFF2-40B4-BE49-F238E27FC236}">
                  <a16:creationId xmlns:a16="http://schemas.microsoft.com/office/drawing/2014/main" id="{ADDE7A31-B0F6-491A-AD65-0DA2A1B015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42" y="1035"/>
              <a:ext cx="2674" cy="3100"/>
            </a:xfrm>
            <a:custGeom>
              <a:avLst/>
              <a:gdLst>
                <a:gd name="T0" fmla="*/ 5616 w 1656"/>
                <a:gd name="T1" fmla="*/ 4320 h 1921"/>
                <a:gd name="T2" fmla="*/ 4670 w 1656"/>
                <a:gd name="T3" fmla="*/ 3008 h 1921"/>
                <a:gd name="T4" fmla="*/ 4649 w 1656"/>
                <a:gd name="T5" fmla="*/ 2984 h 1921"/>
                <a:gd name="T6" fmla="*/ 4628 w 1656"/>
                <a:gd name="T7" fmla="*/ 2953 h 1921"/>
                <a:gd name="T8" fmla="*/ 4610 w 1656"/>
                <a:gd name="T9" fmla="*/ 2916 h 1921"/>
                <a:gd name="T10" fmla="*/ 4597 w 1656"/>
                <a:gd name="T11" fmla="*/ 2868 h 1921"/>
                <a:gd name="T12" fmla="*/ 4623 w 1656"/>
                <a:gd name="T13" fmla="*/ 2614 h 1921"/>
                <a:gd name="T14" fmla="*/ 4815 w 1656"/>
                <a:gd name="T15" fmla="*/ 1548 h 1921"/>
                <a:gd name="T16" fmla="*/ 4628 w 1656"/>
                <a:gd name="T17" fmla="*/ 1677 h 1921"/>
                <a:gd name="T18" fmla="*/ 4618 w 1656"/>
                <a:gd name="T19" fmla="*/ 1622 h 1921"/>
                <a:gd name="T20" fmla="*/ 4615 w 1656"/>
                <a:gd name="T21" fmla="*/ 1594 h 1921"/>
                <a:gd name="T22" fmla="*/ 4576 w 1656"/>
                <a:gd name="T23" fmla="*/ 1341 h 1921"/>
                <a:gd name="T24" fmla="*/ 4376 w 1656"/>
                <a:gd name="T25" fmla="*/ 1485 h 1921"/>
                <a:gd name="T26" fmla="*/ 4411 w 1656"/>
                <a:gd name="T27" fmla="*/ 2719 h 1921"/>
                <a:gd name="T28" fmla="*/ 3895 w 1656"/>
                <a:gd name="T29" fmla="*/ 1698 h 1921"/>
                <a:gd name="T30" fmla="*/ 4059 w 1656"/>
                <a:gd name="T31" fmla="*/ 2768 h 1921"/>
                <a:gd name="T32" fmla="*/ 4529 w 1656"/>
                <a:gd name="T33" fmla="*/ 3161 h 1921"/>
                <a:gd name="T34" fmla="*/ 4902 w 1656"/>
                <a:gd name="T35" fmla="*/ 4349 h 1921"/>
                <a:gd name="T36" fmla="*/ 2855 w 1656"/>
                <a:gd name="T37" fmla="*/ 4204 h 1921"/>
                <a:gd name="T38" fmla="*/ 2202 w 1656"/>
                <a:gd name="T39" fmla="*/ 2890 h 1921"/>
                <a:gd name="T40" fmla="*/ 3197 w 1656"/>
                <a:gd name="T41" fmla="*/ 870 h 1921"/>
                <a:gd name="T42" fmla="*/ 3087 w 1656"/>
                <a:gd name="T43" fmla="*/ 1244 h 1921"/>
                <a:gd name="T44" fmla="*/ 2902 w 1656"/>
                <a:gd name="T45" fmla="*/ 1680 h 1921"/>
                <a:gd name="T46" fmla="*/ 2151 w 1656"/>
                <a:gd name="T47" fmla="*/ 1635 h 1921"/>
                <a:gd name="T48" fmla="*/ 1268 w 1656"/>
                <a:gd name="T49" fmla="*/ 3479 h 1921"/>
                <a:gd name="T50" fmla="*/ 1335 w 1656"/>
                <a:gd name="T51" fmla="*/ 3781 h 1921"/>
                <a:gd name="T52" fmla="*/ 649 w 1656"/>
                <a:gd name="T53" fmla="*/ 4925 h 1921"/>
                <a:gd name="T54" fmla="*/ 446 w 1656"/>
                <a:gd name="T55" fmla="*/ 5396 h 1921"/>
                <a:gd name="T56" fmla="*/ 1242 w 1656"/>
                <a:gd name="T57" fmla="*/ 7804 h 1921"/>
                <a:gd name="T58" fmla="*/ 3305 w 1656"/>
                <a:gd name="T59" fmla="*/ 6156 h 1921"/>
                <a:gd name="T60" fmla="*/ 4118 w 1656"/>
                <a:gd name="T61" fmla="*/ 7807 h 1921"/>
                <a:gd name="T62" fmla="*/ 4555 w 1656"/>
                <a:gd name="T63" fmla="*/ 6106 h 1921"/>
                <a:gd name="T64" fmla="*/ 6769 w 1656"/>
                <a:gd name="T65" fmla="*/ 5304 h 1921"/>
                <a:gd name="T66" fmla="*/ 917 w 1656"/>
                <a:gd name="T67" fmla="*/ 5380 h 1921"/>
                <a:gd name="T68" fmla="*/ 1721 w 1656"/>
                <a:gd name="T69" fmla="*/ 5719 h 1921"/>
                <a:gd name="T70" fmla="*/ 1272 w 1656"/>
                <a:gd name="T71" fmla="*/ 4794 h 1921"/>
                <a:gd name="T72" fmla="*/ 2588 w 1656"/>
                <a:gd name="T73" fmla="*/ 4498 h 1921"/>
                <a:gd name="T74" fmla="*/ 1364 w 1656"/>
                <a:gd name="T75" fmla="*/ 5046 h 1921"/>
                <a:gd name="T76" fmla="*/ 2232 w 1656"/>
                <a:gd name="T77" fmla="*/ 5669 h 1921"/>
                <a:gd name="T78" fmla="*/ 2858 w 1656"/>
                <a:gd name="T79" fmla="*/ 5341 h 1921"/>
                <a:gd name="T80" fmla="*/ 3971 w 1656"/>
                <a:gd name="T81" fmla="*/ 4778 h 1921"/>
                <a:gd name="T82" fmla="*/ 4444 w 1656"/>
                <a:gd name="T83" fmla="*/ 5698 h 1921"/>
                <a:gd name="T84" fmla="*/ 4008 w 1656"/>
                <a:gd name="T85" fmla="*/ 5430 h 1921"/>
                <a:gd name="T86" fmla="*/ 5364 w 1656"/>
                <a:gd name="T87" fmla="*/ 5456 h 1921"/>
                <a:gd name="T88" fmla="*/ 5330 w 1656"/>
                <a:gd name="T89" fmla="*/ 4596 h 19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656" h="1921">
                  <a:moveTo>
                    <a:pt x="1631" y="1166"/>
                  </a:moveTo>
                  <a:cubicBezTo>
                    <a:pt x="1631" y="1166"/>
                    <a:pt x="1561" y="1142"/>
                    <a:pt x="1504" y="1111"/>
                  </a:cubicBezTo>
                  <a:cubicBezTo>
                    <a:pt x="1447" y="1080"/>
                    <a:pt x="1369" y="1035"/>
                    <a:pt x="1334" y="1028"/>
                  </a:cubicBezTo>
                  <a:cubicBezTo>
                    <a:pt x="1299" y="1021"/>
                    <a:pt x="1289" y="1016"/>
                    <a:pt x="1276" y="975"/>
                  </a:cubicBezTo>
                  <a:cubicBezTo>
                    <a:pt x="1263" y="936"/>
                    <a:pt x="1229" y="852"/>
                    <a:pt x="1117" y="724"/>
                  </a:cubicBezTo>
                  <a:cubicBezTo>
                    <a:pt x="1114" y="722"/>
                    <a:pt x="1112" y="719"/>
                    <a:pt x="1109" y="716"/>
                  </a:cubicBezTo>
                  <a:cubicBezTo>
                    <a:pt x="1109" y="715"/>
                    <a:pt x="1108" y="714"/>
                    <a:pt x="1107" y="713"/>
                  </a:cubicBezTo>
                  <a:cubicBezTo>
                    <a:pt x="1107" y="713"/>
                    <a:pt x="1107" y="713"/>
                    <a:pt x="1107" y="713"/>
                  </a:cubicBezTo>
                  <a:cubicBezTo>
                    <a:pt x="1106" y="712"/>
                    <a:pt x="1105" y="711"/>
                    <a:pt x="1104" y="710"/>
                  </a:cubicBezTo>
                  <a:cubicBezTo>
                    <a:pt x="1104" y="710"/>
                    <a:pt x="1104" y="710"/>
                    <a:pt x="1104" y="710"/>
                  </a:cubicBezTo>
                  <a:cubicBezTo>
                    <a:pt x="1102" y="708"/>
                    <a:pt x="1101" y="706"/>
                    <a:pt x="1100" y="704"/>
                  </a:cubicBezTo>
                  <a:cubicBezTo>
                    <a:pt x="1100" y="704"/>
                    <a:pt x="1100" y="704"/>
                    <a:pt x="1099" y="703"/>
                  </a:cubicBezTo>
                  <a:cubicBezTo>
                    <a:pt x="1099" y="702"/>
                    <a:pt x="1098" y="701"/>
                    <a:pt x="1098" y="700"/>
                  </a:cubicBezTo>
                  <a:cubicBezTo>
                    <a:pt x="1098" y="700"/>
                    <a:pt x="1098" y="700"/>
                    <a:pt x="1098" y="700"/>
                  </a:cubicBezTo>
                  <a:cubicBezTo>
                    <a:pt x="1096" y="698"/>
                    <a:pt x="1095" y="696"/>
                    <a:pt x="1095" y="694"/>
                  </a:cubicBezTo>
                  <a:cubicBezTo>
                    <a:pt x="1095" y="694"/>
                    <a:pt x="1095" y="694"/>
                    <a:pt x="1095" y="694"/>
                  </a:cubicBezTo>
                  <a:cubicBezTo>
                    <a:pt x="1093" y="690"/>
                    <a:pt x="1092" y="687"/>
                    <a:pt x="1092" y="682"/>
                  </a:cubicBezTo>
                  <a:cubicBezTo>
                    <a:pt x="1092" y="682"/>
                    <a:pt x="1092" y="682"/>
                    <a:pt x="1092" y="682"/>
                  </a:cubicBezTo>
                  <a:cubicBezTo>
                    <a:pt x="1091" y="674"/>
                    <a:pt x="1091" y="664"/>
                    <a:pt x="1093" y="649"/>
                  </a:cubicBezTo>
                  <a:cubicBezTo>
                    <a:pt x="1093" y="649"/>
                    <a:pt x="1093" y="649"/>
                    <a:pt x="1093" y="649"/>
                  </a:cubicBezTo>
                  <a:cubicBezTo>
                    <a:pt x="1094" y="641"/>
                    <a:pt x="1096" y="632"/>
                    <a:pt x="1098" y="622"/>
                  </a:cubicBezTo>
                  <a:cubicBezTo>
                    <a:pt x="1099" y="617"/>
                    <a:pt x="1099" y="613"/>
                    <a:pt x="1100" y="609"/>
                  </a:cubicBezTo>
                  <a:cubicBezTo>
                    <a:pt x="1102" y="603"/>
                    <a:pt x="1103" y="597"/>
                    <a:pt x="1105" y="592"/>
                  </a:cubicBezTo>
                  <a:cubicBezTo>
                    <a:pt x="1111" y="570"/>
                    <a:pt x="1135" y="410"/>
                    <a:pt x="1144" y="368"/>
                  </a:cubicBezTo>
                  <a:cubicBezTo>
                    <a:pt x="1165" y="276"/>
                    <a:pt x="1135" y="150"/>
                    <a:pt x="1116" y="147"/>
                  </a:cubicBezTo>
                  <a:cubicBezTo>
                    <a:pt x="1085" y="141"/>
                    <a:pt x="1087" y="182"/>
                    <a:pt x="1097" y="244"/>
                  </a:cubicBezTo>
                  <a:cubicBezTo>
                    <a:pt x="1112" y="333"/>
                    <a:pt x="1099" y="399"/>
                    <a:pt x="1099" y="399"/>
                  </a:cubicBezTo>
                  <a:cubicBezTo>
                    <a:pt x="1099" y="397"/>
                    <a:pt x="1099" y="395"/>
                    <a:pt x="1098" y="393"/>
                  </a:cubicBezTo>
                  <a:cubicBezTo>
                    <a:pt x="1098" y="392"/>
                    <a:pt x="1098" y="392"/>
                    <a:pt x="1098" y="392"/>
                  </a:cubicBezTo>
                  <a:cubicBezTo>
                    <a:pt x="1098" y="390"/>
                    <a:pt x="1097" y="388"/>
                    <a:pt x="1097" y="386"/>
                  </a:cubicBezTo>
                  <a:cubicBezTo>
                    <a:pt x="1097" y="386"/>
                    <a:pt x="1097" y="386"/>
                    <a:pt x="1097" y="385"/>
                  </a:cubicBezTo>
                  <a:cubicBezTo>
                    <a:pt x="1097" y="383"/>
                    <a:pt x="1096" y="381"/>
                    <a:pt x="1096" y="379"/>
                  </a:cubicBezTo>
                  <a:cubicBezTo>
                    <a:pt x="1096" y="379"/>
                    <a:pt x="1096" y="379"/>
                    <a:pt x="1096" y="379"/>
                  </a:cubicBezTo>
                  <a:cubicBezTo>
                    <a:pt x="1094" y="367"/>
                    <a:pt x="1092" y="355"/>
                    <a:pt x="1090" y="342"/>
                  </a:cubicBezTo>
                  <a:cubicBezTo>
                    <a:pt x="1090" y="342"/>
                    <a:pt x="1090" y="342"/>
                    <a:pt x="1090" y="342"/>
                  </a:cubicBezTo>
                  <a:cubicBezTo>
                    <a:pt x="1089" y="334"/>
                    <a:pt x="1088" y="327"/>
                    <a:pt x="1087" y="319"/>
                  </a:cubicBezTo>
                  <a:cubicBezTo>
                    <a:pt x="1083" y="283"/>
                    <a:pt x="1080" y="243"/>
                    <a:pt x="1080" y="235"/>
                  </a:cubicBezTo>
                  <a:cubicBezTo>
                    <a:pt x="1079" y="222"/>
                    <a:pt x="1079" y="203"/>
                    <a:pt x="1062" y="202"/>
                  </a:cubicBezTo>
                  <a:cubicBezTo>
                    <a:pt x="1020" y="199"/>
                    <a:pt x="1032" y="312"/>
                    <a:pt x="1039" y="353"/>
                  </a:cubicBezTo>
                  <a:cubicBezTo>
                    <a:pt x="1043" y="382"/>
                    <a:pt x="1046" y="395"/>
                    <a:pt x="1049" y="411"/>
                  </a:cubicBezTo>
                  <a:cubicBezTo>
                    <a:pt x="1057" y="459"/>
                    <a:pt x="1081" y="498"/>
                    <a:pt x="1064" y="556"/>
                  </a:cubicBezTo>
                  <a:cubicBezTo>
                    <a:pt x="1048" y="647"/>
                    <a:pt x="1048" y="647"/>
                    <a:pt x="1048" y="647"/>
                  </a:cubicBezTo>
                  <a:cubicBezTo>
                    <a:pt x="1041" y="664"/>
                    <a:pt x="1036" y="660"/>
                    <a:pt x="1031" y="657"/>
                  </a:cubicBezTo>
                  <a:cubicBezTo>
                    <a:pt x="1006" y="640"/>
                    <a:pt x="918" y="556"/>
                    <a:pt x="960" y="430"/>
                  </a:cubicBezTo>
                  <a:cubicBezTo>
                    <a:pt x="970" y="401"/>
                    <a:pt x="937" y="383"/>
                    <a:pt x="925" y="404"/>
                  </a:cubicBezTo>
                  <a:cubicBezTo>
                    <a:pt x="913" y="425"/>
                    <a:pt x="877" y="507"/>
                    <a:pt x="931" y="612"/>
                  </a:cubicBezTo>
                  <a:cubicBezTo>
                    <a:pt x="941" y="630"/>
                    <a:pt x="952" y="646"/>
                    <a:pt x="964" y="659"/>
                  </a:cubicBezTo>
                  <a:cubicBezTo>
                    <a:pt x="964" y="659"/>
                    <a:pt x="964" y="659"/>
                    <a:pt x="964" y="659"/>
                  </a:cubicBezTo>
                  <a:cubicBezTo>
                    <a:pt x="964" y="659"/>
                    <a:pt x="964" y="659"/>
                    <a:pt x="964" y="659"/>
                  </a:cubicBezTo>
                  <a:cubicBezTo>
                    <a:pt x="982" y="679"/>
                    <a:pt x="1003" y="695"/>
                    <a:pt x="1024" y="711"/>
                  </a:cubicBezTo>
                  <a:cubicBezTo>
                    <a:pt x="1041" y="724"/>
                    <a:pt x="1059" y="737"/>
                    <a:pt x="1076" y="752"/>
                  </a:cubicBezTo>
                  <a:cubicBezTo>
                    <a:pt x="1076" y="752"/>
                    <a:pt x="1076" y="752"/>
                    <a:pt x="1076" y="752"/>
                  </a:cubicBezTo>
                  <a:cubicBezTo>
                    <a:pt x="1103" y="776"/>
                    <a:pt x="1129" y="806"/>
                    <a:pt x="1152" y="852"/>
                  </a:cubicBezTo>
                  <a:cubicBezTo>
                    <a:pt x="1222" y="989"/>
                    <a:pt x="1203" y="1030"/>
                    <a:pt x="1164" y="1035"/>
                  </a:cubicBezTo>
                  <a:cubicBezTo>
                    <a:pt x="1125" y="1040"/>
                    <a:pt x="1065" y="1070"/>
                    <a:pt x="1032" y="1074"/>
                  </a:cubicBezTo>
                  <a:cubicBezTo>
                    <a:pt x="999" y="1078"/>
                    <a:pt x="963" y="1083"/>
                    <a:pt x="932" y="1078"/>
                  </a:cubicBezTo>
                  <a:cubicBezTo>
                    <a:pt x="902" y="1073"/>
                    <a:pt x="765" y="1048"/>
                    <a:pt x="678" y="1000"/>
                  </a:cubicBezTo>
                  <a:cubicBezTo>
                    <a:pt x="590" y="951"/>
                    <a:pt x="451" y="897"/>
                    <a:pt x="443" y="889"/>
                  </a:cubicBezTo>
                  <a:cubicBezTo>
                    <a:pt x="435" y="881"/>
                    <a:pt x="403" y="882"/>
                    <a:pt x="411" y="837"/>
                  </a:cubicBezTo>
                  <a:cubicBezTo>
                    <a:pt x="419" y="796"/>
                    <a:pt x="465" y="733"/>
                    <a:pt x="523" y="688"/>
                  </a:cubicBezTo>
                  <a:cubicBezTo>
                    <a:pt x="732" y="523"/>
                    <a:pt x="809" y="374"/>
                    <a:pt x="814" y="299"/>
                  </a:cubicBezTo>
                  <a:cubicBezTo>
                    <a:pt x="818" y="223"/>
                    <a:pt x="804" y="0"/>
                    <a:pt x="762" y="8"/>
                  </a:cubicBezTo>
                  <a:cubicBezTo>
                    <a:pt x="721" y="15"/>
                    <a:pt x="744" y="59"/>
                    <a:pt x="759" y="207"/>
                  </a:cubicBezTo>
                  <a:cubicBezTo>
                    <a:pt x="777" y="377"/>
                    <a:pt x="739" y="321"/>
                    <a:pt x="739" y="321"/>
                  </a:cubicBezTo>
                  <a:cubicBezTo>
                    <a:pt x="739" y="321"/>
                    <a:pt x="736" y="317"/>
                    <a:pt x="733" y="298"/>
                  </a:cubicBezTo>
                  <a:cubicBezTo>
                    <a:pt x="733" y="298"/>
                    <a:pt x="733" y="297"/>
                    <a:pt x="733" y="296"/>
                  </a:cubicBezTo>
                  <a:cubicBezTo>
                    <a:pt x="731" y="282"/>
                    <a:pt x="727" y="267"/>
                    <a:pt x="723" y="252"/>
                  </a:cubicBezTo>
                  <a:cubicBezTo>
                    <a:pt x="723" y="252"/>
                    <a:pt x="703" y="177"/>
                    <a:pt x="680" y="186"/>
                  </a:cubicBezTo>
                  <a:cubicBezTo>
                    <a:pt x="630" y="207"/>
                    <a:pt x="726" y="282"/>
                    <a:pt x="689" y="400"/>
                  </a:cubicBezTo>
                  <a:cubicBezTo>
                    <a:pt x="653" y="516"/>
                    <a:pt x="603" y="554"/>
                    <a:pt x="600" y="509"/>
                  </a:cubicBezTo>
                  <a:cubicBezTo>
                    <a:pt x="597" y="464"/>
                    <a:pt x="577" y="406"/>
                    <a:pt x="539" y="354"/>
                  </a:cubicBezTo>
                  <a:cubicBezTo>
                    <a:pt x="522" y="333"/>
                    <a:pt x="498" y="360"/>
                    <a:pt x="511" y="389"/>
                  </a:cubicBezTo>
                  <a:cubicBezTo>
                    <a:pt x="538" y="454"/>
                    <a:pt x="572" y="543"/>
                    <a:pt x="531" y="597"/>
                  </a:cubicBezTo>
                  <a:cubicBezTo>
                    <a:pt x="485" y="659"/>
                    <a:pt x="404" y="661"/>
                    <a:pt x="345" y="807"/>
                  </a:cubicBezTo>
                  <a:cubicBezTo>
                    <a:pt x="331" y="840"/>
                    <a:pt x="335" y="842"/>
                    <a:pt x="301" y="828"/>
                  </a:cubicBezTo>
                  <a:cubicBezTo>
                    <a:pt x="268" y="815"/>
                    <a:pt x="199" y="805"/>
                    <a:pt x="139" y="820"/>
                  </a:cubicBezTo>
                  <a:cubicBezTo>
                    <a:pt x="141" y="885"/>
                    <a:pt x="141" y="885"/>
                    <a:pt x="141" y="885"/>
                  </a:cubicBezTo>
                  <a:cubicBezTo>
                    <a:pt x="141" y="885"/>
                    <a:pt x="243" y="863"/>
                    <a:pt x="317" y="900"/>
                  </a:cubicBezTo>
                  <a:cubicBezTo>
                    <a:pt x="391" y="936"/>
                    <a:pt x="390" y="927"/>
                    <a:pt x="353" y="955"/>
                  </a:cubicBezTo>
                  <a:cubicBezTo>
                    <a:pt x="317" y="983"/>
                    <a:pt x="265" y="1026"/>
                    <a:pt x="228" y="1115"/>
                  </a:cubicBezTo>
                  <a:cubicBezTo>
                    <a:pt x="209" y="1162"/>
                    <a:pt x="205" y="1172"/>
                    <a:pt x="154" y="1172"/>
                  </a:cubicBezTo>
                  <a:cubicBezTo>
                    <a:pt x="103" y="1172"/>
                    <a:pt x="21" y="1185"/>
                    <a:pt x="0" y="1195"/>
                  </a:cubicBezTo>
                  <a:cubicBezTo>
                    <a:pt x="24" y="1284"/>
                    <a:pt x="24" y="1284"/>
                    <a:pt x="24" y="1284"/>
                  </a:cubicBezTo>
                  <a:cubicBezTo>
                    <a:pt x="24" y="1284"/>
                    <a:pt x="69" y="1249"/>
                    <a:pt x="106" y="1284"/>
                  </a:cubicBezTo>
                  <a:cubicBezTo>
                    <a:pt x="142" y="1319"/>
                    <a:pt x="212" y="1429"/>
                    <a:pt x="304" y="1471"/>
                  </a:cubicBezTo>
                  <a:cubicBezTo>
                    <a:pt x="396" y="1513"/>
                    <a:pt x="393" y="1549"/>
                    <a:pt x="374" y="1615"/>
                  </a:cubicBezTo>
                  <a:cubicBezTo>
                    <a:pt x="355" y="1681"/>
                    <a:pt x="297" y="1782"/>
                    <a:pt x="295" y="1857"/>
                  </a:cubicBezTo>
                  <a:cubicBezTo>
                    <a:pt x="295" y="1857"/>
                    <a:pt x="340" y="1921"/>
                    <a:pt x="415" y="1860"/>
                  </a:cubicBezTo>
                  <a:cubicBezTo>
                    <a:pt x="415" y="1860"/>
                    <a:pt x="435" y="1637"/>
                    <a:pt x="592" y="1541"/>
                  </a:cubicBezTo>
                  <a:cubicBezTo>
                    <a:pt x="750" y="1445"/>
                    <a:pt x="764" y="1455"/>
                    <a:pt x="785" y="1465"/>
                  </a:cubicBezTo>
                  <a:cubicBezTo>
                    <a:pt x="805" y="1475"/>
                    <a:pt x="853" y="1510"/>
                    <a:pt x="866" y="1514"/>
                  </a:cubicBezTo>
                  <a:cubicBezTo>
                    <a:pt x="879" y="1519"/>
                    <a:pt x="885" y="1533"/>
                    <a:pt x="888" y="1571"/>
                  </a:cubicBezTo>
                  <a:cubicBezTo>
                    <a:pt x="891" y="1609"/>
                    <a:pt x="913" y="1797"/>
                    <a:pt x="978" y="1858"/>
                  </a:cubicBezTo>
                  <a:cubicBezTo>
                    <a:pt x="978" y="1858"/>
                    <a:pt x="1050" y="1879"/>
                    <a:pt x="1077" y="1804"/>
                  </a:cubicBezTo>
                  <a:cubicBezTo>
                    <a:pt x="1077" y="1804"/>
                    <a:pt x="967" y="1668"/>
                    <a:pt x="991" y="1536"/>
                  </a:cubicBezTo>
                  <a:cubicBezTo>
                    <a:pt x="999" y="1497"/>
                    <a:pt x="1051" y="1484"/>
                    <a:pt x="1082" y="1453"/>
                  </a:cubicBezTo>
                  <a:cubicBezTo>
                    <a:pt x="1112" y="1423"/>
                    <a:pt x="1147" y="1367"/>
                    <a:pt x="1195" y="1364"/>
                  </a:cubicBezTo>
                  <a:cubicBezTo>
                    <a:pt x="1195" y="1364"/>
                    <a:pt x="1351" y="1382"/>
                    <a:pt x="1471" y="1303"/>
                  </a:cubicBezTo>
                  <a:cubicBezTo>
                    <a:pt x="1513" y="1276"/>
                    <a:pt x="1536" y="1249"/>
                    <a:pt x="1608" y="1262"/>
                  </a:cubicBezTo>
                  <a:cubicBezTo>
                    <a:pt x="1608" y="1262"/>
                    <a:pt x="1656" y="1219"/>
                    <a:pt x="1631" y="1166"/>
                  </a:cubicBezTo>
                  <a:close/>
                  <a:moveTo>
                    <a:pt x="363" y="1408"/>
                  </a:moveTo>
                  <a:cubicBezTo>
                    <a:pt x="302" y="1379"/>
                    <a:pt x="212" y="1306"/>
                    <a:pt x="218" y="1280"/>
                  </a:cubicBezTo>
                  <a:cubicBezTo>
                    <a:pt x="221" y="1267"/>
                    <a:pt x="240" y="1273"/>
                    <a:pt x="240" y="1273"/>
                  </a:cubicBezTo>
                  <a:cubicBezTo>
                    <a:pt x="240" y="1273"/>
                    <a:pt x="348" y="1292"/>
                    <a:pt x="373" y="1302"/>
                  </a:cubicBezTo>
                  <a:cubicBezTo>
                    <a:pt x="399" y="1313"/>
                    <a:pt x="409" y="1325"/>
                    <a:pt x="409" y="1361"/>
                  </a:cubicBezTo>
                  <a:cubicBezTo>
                    <a:pt x="409" y="1396"/>
                    <a:pt x="424" y="1438"/>
                    <a:pt x="363" y="1408"/>
                  </a:cubicBezTo>
                  <a:close/>
                  <a:moveTo>
                    <a:pt x="324" y="1201"/>
                  </a:moveTo>
                  <a:cubicBezTo>
                    <a:pt x="324" y="1201"/>
                    <a:pt x="276" y="1192"/>
                    <a:pt x="302" y="1141"/>
                  </a:cubicBezTo>
                  <a:cubicBezTo>
                    <a:pt x="302" y="1141"/>
                    <a:pt x="361" y="1035"/>
                    <a:pt x="403" y="1004"/>
                  </a:cubicBezTo>
                  <a:cubicBezTo>
                    <a:pt x="445" y="973"/>
                    <a:pt x="460" y="971"/>
                    <a:pt x="505" y="992"/>
                  </a:cubicBezTo>
                  <a:cubicBezTo>
                    <a:pt x="549" y="1013"/>
                    <a:pt x="625" y="1043"/>
                    <a:pt x="615" y="1070"/>
                  </a:cubicBezTo>
                  <a:cubicBezTo>
                    <a:pt x="604" y="1097"/>
                    <a:pt x="569" y="1172"/>
                    <a:pt x="565" y="1210"/>
                  </a:cubicBezTo>
                  <a:cubicBezTo>
                    <a:pt x="561" y="1247"/>
                    <a:pt x="548" y="1270"/>
                    <a:pt x="488" y="1254"/>
                  </a:cubicBezTo>
                  <a:cubicBezTo>
                    <a:pt x="428" y="1237"/>
                    <a:pt x="324" y="1201"/>
                    <a:pt x="324" y="1201"/>
                  </a:cubicBezTo>
                  <a:close/>
                  <a:moveTo>
                    <a:pt x="687" y="1394"/>
                  </a:moveTo>
                  <a:cubicBezTo>
                    <a:pt x="664" y="1420"/>
                    <a:pt x="509" y="1504"/>
                    <a:pt x="491" y="1444"/>
                  </a:cubicBezTo>
                  <a:cubicBezTo>
                    <a:pt x="473" y="1385"/>
                    <a:pt x="467" y="1325"/>
                    <a:pt x="530" y="1349"/>
                  </a:cubicBezTo>
                  <a:cubicBezTo>
                    <a:pt x="530" y="1349"/>
                    <a:pt x="615" y="1359"/>
                    <a:pt x="649" y="1356"/>
                  </a:cubicBezTo>
                  <a:cubicBezTo>
                    <a:pt x="684" y="1353"/>
                    <a:pt x="709" y="1367"/>
                    <a:pt x="687" y="1394"/>
                  </a:cubicBezTo>
                  <a:close/>
                  <a:moveTo>
                    <a:pt x="679" y="1271"/>
                  </a:moveTo>
                  <a:cubicBezTo>
                    <a:pt x="612" y="1273"/>
                    <a:pt x="619" y="1191"/>
                    <a:pt x="642" y="1149"/>
                  </a:cubicBezTo>
                  <a:cubicBezTo>
                    <a:pt x="664" y="1107"/>
                    <a:pt x="693" y="1082"/>
                    <a:pt x="734" y="1095"/>
                  </a:cubicBezTo>
                  <a:cubicBezTo>
                    <a:pt x="734" y="1095"/>
                    <a:pt x="890" y="1137"/>
                    <a:pt x="943" y="1137"/>
                  </a:cubicBezTo>
                  <a:cubicBezTo>
                    <a:pt x="997" y="1137"/>
                    <a:pt x="994" y="1167"/>
                    <a:pt x="970" y="1179"/>
                  </a:cubicBezTo>
                  <a:cubicBezTo>
                    <a:pt x="946" y="1191"/>
                    <a:pt x="849" y="1267"/>
                    <a:pt x="679" y="1271"/>
                  </a:cubicBezTo>
                  <a:close/>
                  <a:moveTo>
                    <a:pt x="1055" y="1356"/>
                  </a:moveTo>
                  <a:cubicBezTo>
                    <a:pt x="1030" y="1386"/>
                    <a:pt x="963" y="1458"/>
                    <a:pt x="878" y="1428"/>
                  </a:cubicBezTo>
                  <a:cubicBezTo>
                    <a:pt x="793" y="1398"/>
                    <a:pt x="772" y="1340"/>
                    <a:pt x="824" y="1332"/>
                  </a:cubicBezTo>
                  <a:cubicBezTo>
                    <a:pt x="824" y="1332"/>
                    <a:pt x="933" y="1310"/>
                    <a:pt x="952" y="1292"/>
                  </a:cubicBezTo>
                  <a:cubicBezTo>
                    <a:pt x="972" y="1274"/>
                    <a:pt x="995" y="1277"/>
                    <a:pt x="1021" y="1299"/>
                  </a:cubicBezTo>
                  <a:cubicBezTo>
                    <a:pt x="1046" y="1322"/>
                    <a:pt x="1081" y="1326"/>
                    <a:pt x="1055" y="1356"/>
                  </a:cubicBezTo>
                  <a:close/>
                  <a:moveTo>
                    <a:pt x="1274" y="1298"/>
                  </a:moveTo>
                  <a:cubicBezTo>
                    <a:pt x="1209" y="1299"/>
                    <a:pt x="1112" y="1273"/>
                    <a:pt x="1057" y="1213"/>
                  </a:cubicBezTo>
                  <a:cubicBezTo>
                    <a:pt x="1057" y="1213"/>
                    <a:pt x="1073" y="1182"/>
                    <a:pt x="1089" y="1153"/>
                  </a:cubicBezTo>
                  <a:cubicBezTo>
                    <a:pt x="1106" y="1125"/>
                    <a:pt x="1179" y="1086"/>
                    <a:pt x="1266" y="1094"/>
                  </a:cubicBezTo>
                  <a:cubicBezTo>
                    <a:pt x="1352" y="1101"/>
                    <a:pt x="1488" y="1146"/>
                    <a:pt x="1488" y="1201"/>
                  </a:cubicBezTo>
                  <a:cubicBezTo>
                    <a:pt x="1488" y="1256"/>
                    <a:pt x="1340" y="1297"/>
                    <a:pt x="1274" y="1298"/>
                  </a:cubicBezTo>
                  <a:close/>
                </a:path>
              </a:pathLst>
            </a:custGeom>
            <a:solidFill>
              <a:srgbClr val="CDD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31">
              <a:extLst>
                <a:ext uri="{FF2B5EF4-FFF2-40B4-BE49-F238E27FC236}">
                  <a16:creationId xmlns:a16="http://schemas.microsoft.com/office/drawing/2014/main" id="{F3F4BED9-F42E-4CFA-8B19-EDC461D40B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42" y="1035"/>
              <a:ext cx="2674" cy="3100"/>
            </a:xfrm>
            <a:custGeom>
              <a:avLst/>
              <a:gdLst>
                <a:gd name="T0" fmla="*/ 5616 w 1656"/>
                <a:gd name="T1" fmla="*/ 4320 h 1921"/>
                <a:gd name="T2" fmla="*/ 4670 w 1656"/>
                <a:gd name="T3" fmla="*/ 3008 h 1921"/>
                <a:gd name="T4" fmla="*/ 4649 w 1656"/>
                <a:gd name="T5" fmla="*/ 2984 h 1921"/>
                <a:gd name="T6" fmla="*/ 4628 w 1656"/>
                <a:gd name="T7" fmla="*/ 2953 h 1921"/>
                <a:gd name="T8" fmla="*/ 4610 w 1656"/>
                <a:gd name="T9" fmla="*/ 2916 h 1921"/>
                <a:gd name="T10" fmla="*/ 4597 w 1656"/>
                <a:gd name="T11" fmla="*/ 2868 h 1921"/>
                <a:gd name="T12" fmla="*/ 4623 w 1656"/>
                <a:gd name="T13" fmla="*/ 2614 h 1921"/>
                <a:gd name="T14" fmla="*/ 4815 w 1656"/>
                <a:gd name="T15" fmla="*/ 1548 h 1921"/>
                <a:gd name="T16" fmla="*/ 4628 w 1656"/>
                <a:gd name="T17" fmla="*/ 1677 h 1921"/>
                <a:gd name="T18" fmla="*/ 4618 w 1656"/>
                <a:gd name="T19" fmla="*/ 1622 h 1921"/>
                <a:gd name="T20" fmla="*/ 4615 w 1656"/>
                <a:gd name="T21" fmla="*/ 1594 h 1921"/>
                <a:gd name="T22" fmla="*/ 4576 w 1656"/>
                <a:gd name="T23" fmla="*/ 1341 h 1921"/>
                <a:gd name="T24" fmla="*/ 4376 w 1656"/>
                <a:gd name="T25" fmla="*/ 1485 h 1921"/>
                <a:gd name="T26" fmla="*/ 4411 w 1656"/>
                <a:gd name="T27" fmla="*/ 2719 h 1921"/>
                <a:gd name="T28" fmla="*/ 3895 w 1656"/>
                <a:gd name="T29" fmla="*/ 1698 h 1921"/>
                <a:gd name="T30" fmla="*/ 4059 w 1656"/>
                <a:gd name="T31" fmla="*/ 2768 h 1921"/>
                <a:gd name="T32" fmla="*/ 4529 w 1656"/>
                <a:gd name="T33" fmla="*/ 3161 h 1921"/>
                <a:gd name="T34" fmla="*/ 4902 w 1656"/>
                <a:gd name="T35" fmla="*/ 4349 h 1921"/>
                <a:gd name="T36" fmla="*/ 2855 w 1656"/>
                <a:gd name="T37" fmla="*/ 4204 h 1921"/>
                <a:gd name="T38" fmla="*/ 2202 w 1656"/>
                <a:gd name="T39" fmla="*/ 2890 h 1921"/>
                <a:gd name="T40" fmla="*/ 3197 w 1656"/>
                <a:gd name="T41" fmla="*/ 870 h 1921"/>
                <a:gd name="T42" fmla="*/ 3087 w 1656"/>
                <a:gd name="T43" fmla="*/ 1244 h 1921"/>
                <a:gd name="T44" fmla="*/ 2902 w 1656"/>
                <a:gd name="T45" fmla="*/ 1680 h 1921"/>
                <a:gd name="T46" fmla="*/ 2151 w 1656"/>
                <a:gd name="T47" fmla="*/ 1635 h 1921"/>
                <a:gd name="T48" fmla="*/ 1268 w 1656"/>
                <a:gd name="T49" fmla="*/ 3479 h 1921"/>
                <a:gd name="T50" fmla="*/ 1335 w 1656"/>
                <a:gd name="T51" fmla="*/ 3781 h 1921"/>
                <a:gd name="T52" fmla="*/ 649 w 1656"/>
                <a:gd name="T53" fmla="*/ 4925 h 1921"/>
                <a:gd name="T54" fmla="*/ 446 w 1656"/>
                <a:gd name="T55" fmla="*/ 5396 h 1921"/>
                <a:gd name="T56" fmla="*/ 1242 w 1656"/>
                <a:gd name="T57" fmla="*/ 7804 h 1921"/>
                <a:gd name="T58" fmla="*/ 3305 w 1656"/>
                <a:gd name="T59" fmla="*/ 6156 h 1921"/>
                <a:gd name="T60" fmla="*/ 4118 w 1656"/>
                <a:gd name="T61" fmla="*/ 7807 h 1921"/>
                <a:gd name="T62" fmla="*/ 4555 w 1656"/>
                <a:gd name="T63" fmla="*/ 6106 h 1921"/>
                <a:gd name="T64" fmla="*/ 6769 w 1656"/>
                <a:gd name="T65" fmla="*/ 5304 h 1921"/>
                <a:gd name="T66" fmla="*/ 917 w 1656"/>
                <a:gd name="T67" fmla="*/ 5380 h 1921"/>
                <a:gd name="T68" fmla="*/ 1721 w 1656"/>
                <a:gd name="T69" fmla="*/ 5719 h 1921"/>
                <a:gd name="T70" fmla="*/ 1272 w 1656"/>
                <a:gd name="T71" fmla="*/ 4794 h 1921"/>
                <a:gd name="T72" fmla="*/ 2588 w 1656"/>
                <a:gd name="T73" fmla="*/ 4498 h 1921"/>
                <a:gd name="T74" fmla="*/ 1364 w 1656"/>
                <a:gd name="T75" fmla="*/ 5046 h 1921"/>
                <a:gd name="T76" fmla="*/ 2232 w 1656"/>
                <a:gd name="T77" fmla="*/ 5669 h 1921"/>
                <a:gd name="T78" fmla="*/ 2858 w 1656"/>
                <a:gd name="T79" fmla="*/ 5341 h 1921"/>
                <a:gd name="T80" fmla="*/ 3971 w 1656"/>
                <a:gd name="T81" fmla="*/ 4778 h 1921"/>
                <a:gd name="T82" fmla="*/ 4444 w 1656"/>
                <a:gd name="T83" fmla="*/ 5698 h 1921"/>
                <a:gd name="T84" fmla="*/ 4008 w 1656"/>
                <a:gd name="T85" fmla="*/ 5430 h 1921"/>
                <a:gd name="T86" fmla="*/ 5364 w 1656"/>
                <a:gd name="T87" fmla="*/ 5456 h 1921"/>
                <a:gd name="T88" fmla="*/ 5330 w 1656"/>
                <a:gd name="T89" fmla="*/ 4596 h 19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656" h="1921">
                  <a:moveTo>
                    <a:pt x="1631" y="1166"/>
                  </a:moveTo>
                  <a:cubicBezTo>
                    <a:pt x="1631" y="1166"/>
                    <a:pt x="1561" y="1142"/>
                    <a:pt x="1504" y="1111"/>
                  </a:cubicBezTo>
                  <a:cubicBezTo>
                    <a:pt x="1447" y="1080"/>
                    <a:pt x="1369" y="1035"/>
                    <a:pt x="1334" y="1028"/>
                  </a:cubicBezTo>
                  <a:cubicBezTo>
                    <a:pt x="1299" y="1021"/>
                    <a:pt x="1289" y="1016"/>
                    <a:pt x="1276" y="975"/>
                  </a:cubicBezTo>
                  <a:cubicBezTo>
                    <a:pt x="1263" y="936"/>
                    <a:pt x="1229" y="852"/>
                    <a:pt x="1117" y="724"/>
                  </a:cubicBezTo>
                  <a:cubicBezTo>
                    <a:pt x="1114" y="722"/>
                    <a:pt x="1112" y="719"/>
                    <a:pt x="1109" y="716"/>
                  </a:cubicBezTo>
                  <a:cubicBezTo>
                    <a:pt x="1109" y="715"/>
                    <a:pt x="1108" y="714"/>
                    <a:pt x="1107" y="713"/>
                  </a:cubicBezTo>
                  <a:cubicBezTo>
                    <a:pt x="1107" y="713"/>
                    <a:pt x="1107" y="713"/>
                    <a:pt x="1107" y="713"/>
                  </a:cubicBezTo>
                  <a:cubicBezTo>
                    <a:pt x="1106" y="712"/>
                    <a:pt x="1105" y="711"/>
                    <a:pt x="1104" y="710"/>
                  </a:cubicBezTo>
                  <a:cubicBezTo>
                    <a:pt x="1104" y="710"/>
                    <a:pt x="1104" y="710"/>
                    <a:pt x="1104" y="710"/>
                  </a:cubicBezTo>
                  <a:cubicBezTo>
                    <a:pt x="1102" y="708"/>
                    <a:pt x="1101" y="706"/>
                    <a:pt x="1100" y="704"/>
                  </a:cubicBezTo>
                  <a:cubicBezTo>
                    <a:pt x="1100" y="704"/>
                    <a:pt x="1100" y="704"/>
                    <a:pt x="1099" y="703"/>
                  </a:cubicBezTo>
                  <a:cubicBezTo>
                    <a:pt x="1099" y="702"/>
                    <a:pt x="1098" y="701"/>
                    <a:pt x="1098" y="700"/>
                  </a:cubicBezTo>
                  <a:cubicBezTo>
                    <a:pt x="1098" y="700"/>
                    <a:pt x="1098" y="700"/>
                    <a:pt x="1098" y="700"/>
                  </a:cubicBezTo>
                  <a:cubicBezTo>
                    <a:pt x="1096" y="698"/>
                    <a:pt x="1095" y="696"/>
                    <a:pt x="1095" y="694"/>
                  </a:cubicBezTo>
                  <a:cubicBezTo>
                    <a:pt x="1095" y="694"/>
                    <a:pt x="1095" y="694"/>
                    <a:pt x="1095" y="694"/>
                  </a:cubicBezTo>
                  <a:cubicBezTo>
                    <a:pt x="1093" y="690"/>
                    <a:pt x="1092" y="687"/>
                    <a:pt x="1092" y="682"/>
                  </a:cubicBezTo>
                  <a:cubicBezTo>
                    <a:pt x="1092" y="682"/>
                    <a:pt x="1092" y="682"/>
                    <a:pt x="1092" y="682"/>
                  </a:cubicBezTo>
                  <a:cubicBezTo>
                    <a:pt x="1091" y="674"/>
                    <a:pt x="1091" y="664"/>
                    <a:pt x="1093" y="649"/>
                  </a:cubicBezTo>
                  <a:cubicBezTo>
                    <a:pt x="1093" y="649"/>
                    <a:pt x="1093" y="649"/>
                    <a:pt x="1093" y="649"/>
                  </a:cubicBezTo>
                  <a:cubicBezTo>
                    <a:pt x="1094" y="641"/>
                    <a:pt x="1096" y="632"/>
                    <a:pt x="1098" y="622"/>
                  </a:cubicBezTo>
                  <a:cubicBezTo>
                    <a:pt x="1099" y="617"/>
                    <a:pt x="1099" y="613"/>
                    <a:pt x="1100" y="609"/>
                  </a:cubicBezTo>
                  <a:cubicBezTo>
                    <a:pt x="1102" y="603"/>
                    <a:pt x="1103" y="597"/>
                    <a:pt x="1105" y="592"/>
                  </a:cubicBezTo>
                  <a:cubicBezTo>
                    <a:pt x="1111" y="570"/>
                    <a:pt x="1135" y="410"/>
                    <a:pt x="1144" y="368"/>
                  </a:cubicBezTo>
                  <a:cubicBezTo>
                    <a:pt x="1165" y="276"/>
                    <a:pt x="1135" y="150"/>
                    <a:pt x="1116" y="147"/>
                  </a:cubicBezTo>
                  <a:cubicBezTo>
                    <a:pt x="1085" y="141"/>
                    <a:pt x="1087" y="182"/>
                    <a:pt x="1097" y="244"/>
                  </a:cubicBezTo>
                  <a:cubicBezTo>
                    <a:pt x="1112" y="333"/>
                    <a:pt x="1099" y="399"/>
                    <a:pt x="1099" y="399"/>
                  </a:cubicBezTo>
                  <a:cubicBezTo>
                    <a:pt x="1099" y="397"/>
                    <a:pt x="1099" y="395"/>
                    <a:pt x="1098" y="393"/>
                  </a:cubicBezTo>
                  <a:cubicBezTo>
                    <a:pt x="1098" y="392"/>
                    <a:pt x="1098" y="392"/>
                    <a:pt x="1098" y="392"/>
                  </a:cubicBezTo>
                  <a:cubicBezTo>
                    <a:pt x="1098" y="390"/>
                    <a:pt x="1097" y="388"/>
                    <a:pt x="1097" y="386"/>
                  </a:cubicBezTo>
                  <a:cubicBezTo>
                    <a:pt x="1097" y="386"/>
                    <a:pt x="1097" y="386"/>
                    <a:pt x="1097" y="385"/>
                  </a:cubicBezTo>
                  <a:cubicBezTo>
                    <a:pt x="1097" y="383"/>
                    <a:pt x="1096" y="381"/>
                    <a:pt x="1096" y="379"/>
                  </a:cubicBezTo>
                  <a:cubicBezTo>
                    <a:pt x="1096" y="379"/>
                    <a:pt x="1096" y="379"/>
                    <a:pt x="1096" y="379"/>
                  </a:cubicBezTo>
                  <a:cubicBezTo>
                    <a:pt x="1094" y="367"/>
                    <a:pt x="1092" y="355"/>
                    <a:pt x="1090" y="342"/>
                  </a:cubicBezTo>
                  <a:cubicBezTo>
                    <a:pt x="1090" y="342"/>
                    <a:pt x="1090" y="342"/>
                    <a:pt x="1090" y="342"/>
                  </a:cubicBezTo>
                  <a:cubicBezTo>
                    <a:pt x="1089" y="334"/>
                    <a:pt x="1088" y="327"/>
                    <a:pt x="1087" y="319"/>
                  </a:cubicBezTo>
                  <a:cubicBezTo>
                    <a:pt x="1083" y="283"/>
                    <a:pt x="1080" y="243"/>
                    <a:pt x="1080" y="235"/>
                  </a:cubicBezTo>
                  <a:cubicBezTo>
                    <a:pt x="1079" y="222"/>
                    <a:pt x="1079" y="203"/>
                    <a:pt x="1062" y="202"/>
                  </a:cubicBezTo>
                  <a:cubicBezTo>
                    <a:pt x="1020" y="199"/>
                    <a:pt x="1032" y="312"/>
                    <a:pt x="1039" y="353"/>
                  </a:cubicBezTo>
                  <a:cubicBezTo>
                    <a:pt x="1043" y="382"/>
                    <a:pt x="1046" y="395"/>
                    <a:pt x="1049" y="411"/>
                  </a:cubicBezTo>
                  <a:cubicBezTo>
                    <a:pt x="1057" y="459"/>
                    <a:pt x="1081" y="498"/>
                    <a:pt x="1064" y="556"/>
                  </a:cubicBezTo>
                  <a:cubicBezTo>
                    <a:pt x="1048" y="647"/>
                    <a:pt x="1048" y="647"/>
                    <a:pt x="1048" y="647"/>
                  </a:cubicBezTo>
                  <a:cubicBezTo>
                    <a:pt x="1041" y="664"/>
                    <a:pt x="1036" y="660"/>
                    <a:pt x="1031" y="657"/>
                  </a:cubicBezTo>
                  <a:cubicBezTo>
                    <a:pt x="1006" y="640"/>
                    <a:pt x="918" y="556"/>
                    <a:pt x="960" y="430"/>
                  </a:cubicBezTo>
                  <a:cubicBezTo>
                    <a:pt x="970" y="401"/>
                    <a:pt x="937" y="383"/>
                    <a:pt x="925" y="404"/>
                  </a:cubicBezTo>
                  <a:cubicBezTo>
                    <a:pt x="913" y="425"/>
                    <a:pt x="877" y="507"/>
                    <a:pt x="931" y="612"/>
                  </a:cubicBezTo>
                  <a:cubicBezTo>
                    <a:pt x="941" y="630"/>
                    <a:pt x="952" y="646"/>
                    <a:pt x="964" y="659"/>
                  </a:cubicBezTo>
                  <a:cubicBezTo>
                    <a:pt x="964" y="659"/>
                    <a:pt x="964" y="659"/>
                    <a:pt x="964" y="659"/>
                  </a:cubicBezTo>
                  <a:cubicBezTo>
                    <a:pt x="964" y="659"/>
                    <a:pt x="964" y="659"/>
                    <a:pt x="964" y="659"/>
                  </a:cubicBezTo>
                  <a:cubicBezTo>
                    <a:pt x="982" y="679"/>
                    <a:pt x="1003" y="695"/>
                    <a:pt x="1024" y="711"/>
                  </a:cubicBezTo>
                  <a:cubicBezTo>
                    <a:pt x="1041" y="724"/>
                    <a:pt x="1059" y="737"/>
                    <a:pt x="1076" y="752"/>
                  </a:cubicBezTo>
                  <a:cubicBezTo>
                    <a:pt x="1076" y="752"/>
                    <a:pt x="1076" y="752"/>
                    <a:pt x="1076" y="752"/>
                  </a:cubicBezTo>
                  <a:cubicBezTo>
                    <a:pt x="1103" y="776"/>
                    <a:pt x="1129" y="806"/>
                    <a:pt x="1152" y="852"/>
                  </a:cubicBezTo>
                  <a:cubicBezTo>
                    <a:pt x="1222" y="989"/>
                    <a:pt x="1203" y="1030"/>
                    <a:pt x="1164" y="1035"/>
                  </a:cubicBezTo>
                  <a:cubicBezTo>
                    <a:pt x="1125" y="1040"/>
                    <a:pt x="1065" y="1070"/>
                    <a:pt x="1032" y="1074"/>
                  </a:cubicBezTo>
                  <a:cubicBezTo>
                    <a:pt x="999" y="1078"/>
                    <a:pt x="963" y="1083"/>
                    <a:pt x="932" y="1078"/>
                  </a:cubicBezTo>
                  <a:cubicBezTo>
                    <a:pt x="902" y="1073"/>
                    <a:pt x="765" y="1048"/>
                    <a:pt x="678" y="1000"/>
                  </a:cubicBezTo>
                  <a:cubicBezTo>
                    <a:pt x="590" y="951"/>
                    <a:pt x="451" y="897"/>
                    <a:pt x="443" y="889"/>
                  </a:cubicBezTo>
                  <a:cubicBezTo>
                    <a:pt x="435" y="881"/>
                    <a:pt x="403" y="882"/>
                    <a:pt x="411" y="837"/>
                  </a:cubicBezTo>
                  <a:cubicBezTo>
                    <a:pt x="419" y="796"/>
                    <a:pt x="465" y="733"/>
                    <a:pt x="523" y="688"/>
                  </a:cubicBezTo>
                  <a:cubicBezTo>
                    <a:pt x="732" y="523"/>
                    <a:pt x="809" y="374"/>
                    <a:pt x="814" y="299"/>
                  </a:cubicBezTo>
                  <a:cubicBezTo>
                    <a:pt x="818" y="223"/>
                    <a:pt x="804" y="0"/>
                    <a:pt x="762" y="8"/>
                  </a:cubicBezTo>
                  <a:cubicBezTo>
                    <a:pt x="721" y="15"/>
                    <a:pt x="744" y="59"/>
                    <a:pt x="759" y="207"/>
                  </a:cubicBezTo>
                  <a:cubicBezTo>
                    <a:pt x="777" y="377"/>
                    <a:pt x="739" y="321"/>
                    <a:pt x="739" y="321"/>
                  </a:cubicBezTo>
                  <a:cubicBezTo>
                    <a:pt x="739" y="321"/>
                    <a:pt x="736" y="317"/>
                    <a:pt x="733" y="298"/>
                  </a:cubicBezTo>
                  <a:cubicBezTo>
                    <a:pt x="733" y="298"/>
                    <a:pt x="733" y="297"/>
                    <a:pt x="733" y="296"/>
                  </a:cubicBezTo>
                  <a:cubicBezTo>
                    <a:pt x="731" y="282"/>
                    <a:pt x="727" y="267"/>
                    <a:pt x="723" y="252"/>
                  </a:cubicBezTo>
                  <a:cubicBezTo>
                    <a:pt x="723" y="252"/>
                    <a:pt x="703" y="177"/>
                    <a:pt x="680" y="186"/>
                  </a:cubicBezTo>
                  <a:cubicBezTo>
                    <a:pt x="630" y="207"/>
                    <a:pt x="726" y="282"/>
                    <a:pt x="689" y="400"/>
                  </a:cubicBezTo>
                  <a:cubicBezTo>
                    <a:pt x="653" y="516"/>
                    <a:pt x="603" y="554"/>
                    <a:pt x="600" y="509"/>
                  </a:cubicBezTo>
                  <a:cubicBezTo>
                    <a:pt x="597" y="464"/>
                    <a:pt x="577" y="406"/>
                    <a:pt x="539" y="354"/>
                  </a:cubicBezTo>
                  <a:cubicBezTo>
                    <a:pt x="522" y="333"/>
                    <a:pt x="498" y="360"/>
                    <a:pt x="511" y="389"/>
                  </a:cubicBezTo>
                  <a:cubicBezTo>
                    <a:pt x="538" y="454"/>
                    <a:pt x="572" y="543"/>
                    <a:pt x="531" y="597"/>
                  </a:cubicBezTo>
                  <a:cubicBezTo>
                    <a:pt x="485" y="659"/>
                    <a:pt x="404" y="661"/>
                    <a:pt x="345" y="807"/>
                  </a:cubicBezTo>
                  <a:cubicBezTo>
                    <a:pt x="331" y="840"/>
                    <a:pt x="335" y="842"/>
                    <a:pt x="301" y="828"/>
                  </a:cubicBezTo>
                  <a:cubicBezTo>
                    <a:pt x="268" y="815"/>
                    <a:pt x="199" y="805"/>
                    <a:pt x="139" y="820"/>
                  </a:cubicBezTo>
                  <a:cubicBezTo>
                    <a:pt x="141" y="885"/>
                    <a:pt x="141" y="885"/>
                    <a:pt x="141" y="885"/>
                  </a:cubicBezTo>
                  <a:cubicBezTo>
                    <a:pt x="141" y="885"/>
                    <a:pt x="243" y="863"/>
                    <a:pt x="317" y="900"/>
                  </a:cubicBezTo>
                  <a:cubicBezTo>
                    <a:pt x="391" y="936"/>
                    <a:pt x="390" y="927"/>
                    <a:pt x="353" y="955"/>
                  </a:cubicBezTo>
                  <a:cubicBezTo>
                    <a:pt x="317" y="983"/>
                    <a:pt x="265" y="1026"/>
                    <a:pt x="228" y="1115"/>
                  </a:cubicBezTo>
                  <a:cubicBezTo>
                    <a:pt x="209" y="1162"/>
                    <a:pt x="205" y="1172"/>
                    <a:pt x="154" y="1172"/>
                  </a:cubicBezTo>
                  <a:cubicBezTo>
                    <a:pt x="103" y="1172"/>
                    <a:pt x="21" y="1185"/>
                    <a:pt x="0" y="1195"/>
                  </a:cubicBezTo>
                  <a:cubicBezTo>
                    <a:pt x="24" y="1284"/>
                    <a:pt x="24" y="1284"/>
                    <a:pt x="24" y="1284"/>
                  </a:cubicBezTo>
                  <a:cubicBezTo>
                    <a:pt x="24" y="1284"/>
                    <a:pt x="69" y="1249"/>
                    <a:pt x="106" y="1284"/>
                  </a:cubicBezTo>
                  <a:cubicBezTo>
                    <a:pt x="142" y="1319"/>
                    <a:pt x="212" y="1429"/>
                    <a:pt x="304" y="1471"/>
                  </a:cubicBezTo>
                  <a:cubicBezTo>
                    <a:pt x="396" y="1513"/>
                    <a:pt x="393" y="1549"/>
                    <a:pt x="374" y="1615"/>
                  </a:cubicBezTo>
                  <a:cubicBezTo>
                    <a:pt x="355" y="1681"/>
                    <a:pt x="297" y="1782"/>
                    <a:pt x="295" y="1857"/>
                  </a:cubicBezTo>
                  <a:cubicBezTo>
                    <a:pt x="295" y="1857"/>
                    <a:pt x="340" y="1921"/>
                    <a:pt x="415" y="1860"/>
                  </a:cubicBezTo>
                  <a:cubicBezTo>
                    <a:pt x="415" y="1860"/>
                    <a:pt x="435" y="1637"/>
                    <a:pt x="592" y="1541"/>
                  </a:cubicBezTo>
                  <a:cubicBezTo>
                    <a:pt x="750" y="1445"/>
                    <a:pt x="764" y="1455"/>
                    <a:pt x="785" y="1465"/>
                  </a:cubicBezTo>
                  <a:cubicBezTo>
                    <a:pt x="805" y="1475"/>
                    <a:pt x="853" y="1510"/>
                    <a:pt x="866" y="1514"/>
                  </a:cubicBezTo>
                  <a:cubicBezTo>
                    <a:pt x="879" y="1519"/>
                    <a:pt x="885" y="1533"/>
                    <a:pt x="888" y="1571"/>
                  </a:cubicBezTo>
                  <a:cubicBezTo>
                    <a:pt x="891" y="1609"/>
                    <a:pt x="913" y="1797"/>
                    <a:pt x="978" y="1858"/>
                  </a:cubicBezTo>
                  <a:cubicBezTo>
                    <a:pt x="978" y="1858"/>
                    <a:pt x="1050" y="1879"/>
                    <a:pt x="1077" y="1804"/>
                  </a:cubicBezTo>
                  <a:cubicBezTo>
                    <a:pt x="1077" y="1804"/>
                    <a:pt x="967" y="1668"/>
                    <a:pt x="991" y="1536"/>
                  </a:cubicBezTo>
                  <a:cubicBezTo>
                    <a:pt x="999" y="1497"/>
                    <a:pt x="1051" y="1484"/>
                    <a:pt x="1082" y="1453"/>
                  </a:cubicBezTo>
                  <a:cubicBezTo>
                    <a:pt x="1112" y="1423"/>
                    <a:pt x="1147" y="1367"/>
                    <a:pt x="1195" y="1364"/>
                  </a:cubicBezTo>
                  <a:cubicBezTo>
                    <a:pt x="1195" y="1364"/>
                    <a:pt x="1351" y="1382"/>
                    <a:pt x="1471" y="1303"/>
                  </a:cubicBezTo>
                  <a:cubicBezTo>
                    <a:pt x="1513" y="1276"/>
                    <a:pt x="1536" y="1249"/>
                    <a:pt x="1608" y="1262"/>
                  </a:cubicBezTo>
                  <a:cubicBezTo>
                    <a:pt x="1608" y="1262"/>
                    <a:pt x="1656" y="1219"/>
                    <a:pt x="1631" y="1166"/>
                  </a:cubicBezTo>
                  <a:close/>
                  <a:moveTo>
                    <a:pt x="363" y="1408"/>
                  </a:moveTo>
                  <a:cubicBezTo>
                    <a:pt x="302" y="1379"/>
                    <a:pt x="212" y="1306"/>
                    <a:pt x="218" y="1280"/>
                  </a:cubicBezTo>
                  <a:cubicBezTo>
                    <a:pt x="221" y="1267"/>
                    <a:pt x="240" y="1273"/>
                    <a:pt x="240" y="1273"/>
                  </a:cubicBezTo>
                  <a:cubicBezTo>
                    <a:pt x="240" y="1273"/>
                    <a:pt x="348" y="1292"/>
                    <a:pt x="373" y="1302"/>
                  </a:cubicBezTo>
                  <a:cubicBezTo>
                    <a:pt x="399" y="1313"/>
                    <a:pt x="409" y="1325"/>
                    <a:pt x="409" y="1361"/>
                  </a:cubicBezTo>
                  <a:cubicBezTo>
                    <a:pt x="409" y="1396"/>
                    <a:pt x="424" y="1438"/>
                    <a:pt x="363" y="1408"/>
                  </a:cubicBezTo>
                  <a:close/>
                  <a:moveTo>
                    <a:pt x="324" y="1201"/>
                  </a:moveTo>
                  <a:cubicBezTo>
                    <a:pt x="324" y="1201"/>
                    <a:pt x="276" y="1192"/>
                    <a:pt x="302" y="1141"/>
                  </a:cubicBezTo>
                  <a:cubicBezTo>
                    <a:pt x="302" y="1141"/>
                    <a:pt x="361" y="1035"/>
                    <a:pt x="403" y="1004"/>
                  </a:cubicBezTo>
                  <a:cubicBezTo>
                    <a:pt x="445" y="973"/>
                    <a:pt x="460" y="971"/>
                    <a:pt x="505" y="992"/>
                  </a:cubicBezTo>
                  <a:cubicBezTo>
                    <a:pt x="549" y="1013"/>
                    <a:pt x="625" y="1043"/>
                    <a:pt x="615" y="1070"/>
                  </a:cubicBezTo>
                  <a:cubicBezTo>
                    <a:pt x="604" y="1097"/>
                    <a:pt x="569" y="1172"/>
                    <a:pt x="565" y="1210"/>
                  </a:cubicBezTo>
                  <a:cubicBezTo>
                    <a:pt x="561" y="1247"/>
                    <a:pt x="548" y="1270"/>
                    <a:pt x="488" y="1254"/>
                  </a:cubicBezTo>
                  <a:cubicBezTo>
                    <a:pt x="428" y="1237"/>
                    <a:pt x="324" y="1201"/>
                    <a:pt x="324" y="1201"/>
                  </a:cubicBezTo>
                  <a:close/>
                  <a:moveTo>
                    <a:pt x="687" y="1394"/>
                  </a:moveTo>
                  <a:cubicBezTo>
                    <a:pt x="664" y="1420"/>
                    <a:pt x="509" y="1504"/>
                    <a:pt x="491" y="1444"/>
                  </a:cubicBezTo>
                  <a:cubicBezTo>
                    <a:pt x="473" y="1385"/>
                    <a:pt x="467" y="1325"/>
                    <a:pt x="530" y="1349"/>
                  </a:cubicBezTo>
                  <a:cubicBezTo>
                    <a:pt x="530" y="1349"/>
                    <a:pt x="615" y="1359"/>
                    <a:pt x="649" y="1356"/>
                  </a:cubicBezTo>
                  <a:cubicBezTo>
                    <a:pt x="684" y="1353"/>
                    <a:pt x="709" y="1367"/>
                    <a:pt x="687" y="1394"/>
                  </a:cubicBezTo>
                  <a:close/>
                  <a:moveTo>
                    <a:pt x="679" y="1271"/>
                  </a:moveTo>
                  <a:cubicBezTo>
                    <a:pt x="612" y="1273"/>
                    <a:pt x="619" y="1191"/>
                    <a:pt x="642" y="1149"/>
                  </a:cubicBezTo>
                  <a:cubicBezTo>
                    <a:pt x="664" y="1107"/>
                    <a:pt x="693" y="1082"/>
                    <a:pt x="734" y="1095"/>
                  </a:cubicBezTo>
                  <a:cubicBezTo>
                    <a:pt x="734" y="1095"/>
                    <a:pt x="890" y="1137"/>
                    <a:pt x="943" y="1137"/>
                  </a:cubicBezTo>
                  <a:cubicBezTo>
                    <a:pt x="997" y="1137"/>
                    <a:pt x="994" y="1167"/>
                    <a:pt x="970" y="1179"/>
                  </a:cubicBezTo>
                  <a:cubicBezTo>
                    <a:pt x="946" y="1191"/>
                    <a:pt x="849" y="1267"/>
                    <a:pt x="679" y="1271"/>
                  </a:cubicBezTo>
                  <a:close/>
                  <a:moveTo>
                    <a:pt x="1055" y="1356"/>
                  </a:moveTo>
                  <a:cubicBezTo>
                    <a:pt x="1030" y="1386"/>
                    <a:pt x="963" y="1458"/>
                    <a:pt x="878" y="1428"/>
                  </a:cubicBezTo>
                  <a:cubicBezTo>
                    <a:pt x="793" y="1398"/>
                    <a:pt x="772" y="1340"/>
                    <a:pt x="824" y="1332"/>
                  </a:cubicBezTo>
                  <a:cubicBezTo>
                    <a:pt x="824" y="1332"/>
                    <a:pt x="933" y="1310"/>
                    <a:pt x="952" y="1292"/>
                  </a:cubicBezTo>
                  <a:cubicBezTo>
                    <a:pt x="972" y="1274"/>
                    <a:pt x="995" y="1277"/>
                    <a:pt x="1021" y="1299"/>
                  </a:cubicBezTo>
                  <a:cubicBezTo>
                    <a:pt x="1046" y="1322"/>
                    <a:pt x="1081" y="1326"/>
                    <a:pt x="1055" y="1356"/>
                  </a:cubicBezTo>
                  <a:close/>
                  <a:moveTo>
                    <a:pt x="1274" y="1298"/>
                  </a:moveTo>
                  <a:cubicBezTo>
                    <a:pt x="1209" y="1299"/>
                    <a:pt x="1112" y="1273"/>
                    <a:pt x="1057" y="1213"/>
                  </a:cubicBezTo>
                  <a:cubicBezTo>
                    <a:pt x="1057" y="1213"/>
                    <a:pt x="1073" y="1182"/>
                    <a:pt x="1089" y="1153"/>
                  </a:cubicBezTo>
                  <a:cubicBezTo>
                    <a:pt x="1106" y="1125"/>
                    <a:pt x="1179" y="1086"/>
                    <a:pt x="1266" y="1094"/>
                  </a:cubicBezTo>
                  <a:cubicBezTo>
                    <a:pt x="1352" y="1101"/>
                    <a:pt x="1488" y="1146"/>
                    <a:pt x="1488" y="1201"/>
                  </a:cubicBezTo>
                  <a:cubicBezTo>
                    <a:pt x="1488" y="1256"/>
                    <a:pt x="1340" y="1297"/>
                    <a:pt x="1274" y="1298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32">
              <a:extLst>
                <a:ext uri="{FF2B5EF4-FFF2-40B4-BE49-F238E27FC236}">
                  <a16:creationId xmlns:a16="http://schemas.microsoft.com/office/drawing/2014/main" id="{79899D35-468E-4DEF-B26F-1DF9E63CA6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15" y="725"/>
              <a:ext cx="3090" cy="2079"/>
            </a:xfrm>
            <a:custGeom>
              <a:avLst/>
              <a:gdLst>
                <a:gd name="T0" fmla="*/ 5757 w 1914"/>
                <a:gd name="T1" fmla="*/ 0 h 1288"/>
                <a:gd name="T2" fmla="*/ 6459 w 1914"/>
                <a:gd name="T3" fmla="*/ 1918 h 1288"/>
                <a:gd name="T4" fmla="*/ 5596 w 1914"/>
                <a:gd name="T5" fmla="*/ 1651 h 1288"/>
                <a:gd name="T6" fmla="*/ 4532 w 1914"/>
                <a:gd name="T7" fmla="*/ 628 h 1288"/>
                <a:gd name="T8" fmla="*/ 3234 w 1914"/>
                <a:gd name="T9" fmla="*/ 492 h 1288"/>
                <a:gd name="T10" fmla="*/ 2197 w 1914"/>
                <a:gd name="T11" fmla="*/ 1128 h 1288"/>
                <a:gd name="T12" fmla="*/ 1556 w 1914"/>
                <a:gd name="T13" fmla="*/ 1968 h 1288"/>
                <a:gd name="T14" fmla="*/ 1048 w 1914"/>
                <a:gd name="T15" fmla="*/ 508 h 1288"/>
                <a:gd name="T16" fmla="*/ 378 w 1914"/>
                <a:gd name="T17" fmla="*/ 2040 h 1288"/>
                <a:gd name="T18" fmla="*/ 759 w 1914"/>
                <a:gd name="T19" fmla="*/ 5109 h 1288"/>
                <a:gd name="T20" fmla="*/ 1511 w 1914"/>
                <a:gd name="T21" fmla="*/ 3428 h 1288"/>
                <a:gd name="T22" fmla="*/ 2706 w 1914"/>
                <a:gd name="T23" fmla="*/ 4637 h 1288"/>
                <a:gd name="T24" fmla="*/ 4120 w 1914"/>
                <a:gd name="T25" fmla="*/ 4812 h 1288"/>
                <a:gd name="T26" fmla="*/ 5518 w 1914"/>
                <a:gd name="T27" fmla="*/ 3953 h 1288"/>
                <a:gd name="T28" fmla="*/ 7720 w 1914"/>
                <a:gd name="T29" fmla="*/ 5026 h 1288"/>
                <a:gd name="T30" fmla="*/ 7284 w 1914"/>
                <a:gd name="T31" fmla="*/ 3041 h 1288"/>
                <a:gd name="T32" fmla="*/ 4327 w 1914"/>
                <a:gd name="T33" fmla="*/ 1307 h 1288"/>
                <a:gd name="T34" fmla="*/ 4417 w 1914"/>
                <a:gd name="T35" fmla="*/ 875 h 1288"/>
                <a:gd name="T36" fmla="*/ 3829 w 1914"/>
                <a:gd name="T37" fmla="*/ 3382 h 1288"/>
                <a:gd name="T38" fmla="*/ 4191 w 1914"/>
                <a:gd name="T39" fmla="*/ 2678 h 1288"/>
                <a:gd name="T40" fmla="*/ 4165 w 1914"/>
                <a:gd name="T41" fmla="*/ 2082 h 1288"/>
                <a:gd name="T42" fmla="*/ 3816 w 1914"/>
                <a:gd name="T43" fmla="*/ 2431 h 1288"/>
                <a:gd name="T44" fmla="*/ 4165 w 1914"/>
                <a:gd name="T45" fmla="*/ 2082 h 1288"/>
                <a:gd name="T46" fmla="*/ 3733 w 1914"/>
                <a:gd name="T47" fmla="*/ 896 h 1288"/>
                <a:gd name="T48" fmla="*/ 3649 w 1914"/>
                <a:gd name="T49" fmla="*/ 1748 h 1288"/>
                <a:gd name="T50" fmla="*/ 3356 w 1914"/>
                <a:gd name="T51" fmla="*/ 794 h 1288"/>
                <a:gd name="T52" fmla="*/ 3466 w 1914"/>
                <a:gd name="T53" fmla="*/ 2287 h 1288"/>
                <a:gd name="T54" fmla="*/ 3156 w 1914"/>
                <a:gd name="T55" fmla="*/ 2570 h 1288"/>
                <a:gd name="T56" fmla="*/ 3151 w 1914"/>
                <a:gd name="T57" fmla="*/ 2006 h 1288"/>
                <a:gd name="T58" fmla="*/ 2807 w 1914"/>
                <a:gd name="T59" fmla="*/ 1060 h 1288"/>
                <a:gd name="T60" fmla="*/ 3000 w 1914"/>
                <a:gd name="T61" fmla="*/ 1658 h 1288"/>
                <a:gd name="T62" fmla="*/ 2515 w 1914"/>
                <a:gd name="T63" fmla="*/ 1253 h 1288"/>
                <a:gd name="T64" fmla="*/ 2336 w 1914"/>
                <a:gd name="T65" fmla="*/ 1663 h 1288"/>
                <a:gd name="T66" fmla="*/ 2402 w 1914"/>
                <a:gd name="T67" fmla="*/ 2076 h 1288"/>
                <a:gd name="T68" fmla="*/ 1527 w 1914"/>
                <a:gd name="T69" fmla="*/ 2855 h 1288"/>
                <a:gd name="T70" fmla="*/ 1926 w 1914"/>
                <a:gd name="T71" fmla="*/ 2207 h 1288"/>
                <a:gd name="T72" fmla="*/ 2012 w 1914"/>
                <a:gd name="T73" fmla="*/ 2923 h 1288"/>
                <a:gd name="T74" fmla="*/ 2054 w 1914"/>
                <a:gd name="T75" fmla="*/ 3616 h 1288"/>
                <a:gd name="T76" fmla="*/ 2601 w 1914"/>
                <a:gd name="T77" fmla="*/ 2834 h 1288"/>
                <a:gd name="T78" fmla="*/ 3172 w 1914"/>
                <a:gd name="T79" fmla="*/ 2965 h 1288"/>
                <a:gd name="T80" fmla="*/ 2054 w 1914"/>
                <a:gd name="T81" fmla="*/ 3616 h 1288"/>
                <a:gd name="T82" fmla="*/ 2951 w 1914"/>
                <a:gd name="T83" fmla="*/ 4348 h 1288"/>
                <a:gd name="T84" fmla="*/ 2985 w 1914"/>
                <a:gd name="T85" fmla="*/ 4034 h 1288"/>
                <a:gd name="T86" fmla="*/ 3670 w 1914"/>
                <a:gd name="T87" fmla="*/ 3869 h 1288"/>
                <a:gd name="T88" fmla="*/ 3904 w 1914"/>
                <a:gd name="T89" fmla="*/ 4463 h 1288"/>
                <a:gd name="T90" fmla="*/ 4120 w 1914"/>
                <a:gd name="T91" fmla="*/ 4108 h 1288"/>
                <a:gd name="T92" fmla="*/ 3904 w 1914"/>
                <a:gd name="T93" fmla="*/ 4463 h 1288"/>
                <a:gd name="T94" fmla="*/ 4704 w 1914"/>
                <a:gd name="T95" fmla="*/ 3966 h 1288"/>
                <a:gd name="T96" fmla="*/ 5189 w 1914"/>
                <a:gd name="T97" fmla="*/ 3669 h 1288"/>
                <a:gd name="T98" fmla="*/ 4843 w 1914"/>
                <a:gd name="T99" fmla="*/ 2232 h 1288"/>
                <a:gd name="T100" fmla="*/ 4930 w 1914"/>
                <a:gd name="T101" fmla="*/ 2918 h 1288"/>
                <a:gd name="T102" fmla="*/ 4577 w 1914"/>
                <a:gd name="T103" fmla="*/ 2629 h 1288"/>
                <a:gd name="T104" fmla="*/ 5134 w 1914"/>
                <a:gd name="T105" fmla="*/ 1892 h 1288"/>
                <a:gd name="T106" fmla="*/ 4666 w 1914"/>
                <a:gd name="T107" fmla="*/ 1459 h 1288"/>
                <a:gd name="T108" fmla="*/ 5134 w 1914"/>
                <a:gd name="T109" fmla="*/ 1892 h 1288"/>
                <a:gd name="T110" fmla="*/ 5418 w 1914"/>
                <a:gd name="T111" fmla="*/ 3251 h 1288"/>
                <a:gd name="T112" fmla="*/ 5867 w 1914"/>
                <a:gd name="T113" fmla="*/ 2596 h 1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914" h="1288">
                  <a:moveTo>
                    <a:pt x="1731" y="723"/>
                  </a:moveTo>
                  <a:cubicBezTo>
                    <a:pt x="1666" y="433"/>
                    <a:pt x="1508" y="124"/>
                    <a:pt x="1368" y="0"/>
                  </a:cubicBezTo>
                  <a:cubicBezTo>
                    <a:pt x="1282" y="84"/>
                    <a:pt x="1282" y="84"/>
                    <a:pt x="1282" y="84"/>
                  </a:cubicBezTo>
                  <a:cubicBezTo>
                    <a:pt x="1282" y="84"/>
                    <a:pt x="1361" y="117"/>
                    <a:pt x="1535" y="456"/>
                  </a:cubicBezTo>
                  <a:cubicBezTo>
                    <a:pt x="1569" y="522"/>
                    <a:pt x="1570" y="589"/>
                    <a:pt x="1460" y="541"/>
                  </a:cubicBezTo>
                  <a:cubicBezTo>
                    <a:pt x="1349" y="493"/>
                    <a:pt x="1343" y="428"/>
                    <a:pt x="1330" y="393"/>
                  </a:cubicBezTo>
                  <a:cubicBezTo>
                    <a:pt x="1318" y="357"/>
                    <a:pt x="1274" y="270"/>
                    <a:pt x="1182" y="238"/>
                  </a:cubicBezTo>
                  <a:cubicBezTo>
                    <a:pt x="1115" y="215"/>
                    <a:pt x="1130" y="178"/>
                    <a:pt x="1077" y="149"/>
                  </a:cubicBezTo>
                  <a:cubicBezTo>
                    <a:pt x="1016" y="114"/>
                    <a:pt x="1013" y="140"/>
                    <a:pt x="977" y="113"/>
                  </a:cubicBezTo>
                  <a:cubicBezTo>
                    <a:pt x="942" y="86"/>
                    <a:pt x="819" y="88"/>
                    <a:pt x="769" y="117"/>
                  </a:cubicBezTo>
                  <a:cubicBezTo>
                    <a:pt x="718" y="147"/>
                    <a:pt x="693" y="159"/>
                    <a:pt x="666" y="159"/>
                  </a:cubicBezTo>
                  <a:cubicBezTo>
                    <a:pt x="639" y="159"/>
                    <a:pt x="556" y="207"/>
                    <a:pt x="522" y="268"/>
                  </a:cubicBezTo>
                  <a:cubicBezTo>
                    <a:pt x="489" y="328"/>
                    <a:pt x="476" y="339"/>
                    <a:pt x="447" y="357"/>
                  </a:cubicBezTo>
                  <a:cubicBezTo>
                    <a:pt x="418" y="376"/>
                    <a:pt x="382" y="437"/>
                    <a:pt x="370" y="468"/>
                  </a:cubicBezTo>
                  <a:cubicBezTo>
                    <a:pt x="357" y="499"/>
                    <a:pt x="299" y="612"/>
                    <a:pt x="213" y="593"/>
                  </a:cubicBezTo>
                  <a:cubicBezTo>
                    <a:pt x="128" y="575"/>
                    <a:pt x="276" y="493"/>
                    <a:pt x="249" y="121"/>
                  </a:cubicBezTo>
                  <a:cubicBezTo>
                    <a:pt x="130" y="126"/>
                    <a:pt x="130" y="126"/>
                    <a:pt x="130" y="126"/>
                  </a:cubicBezTo>
                  <a:cubicBezTo>
                    <a:pt x="130" y="126"/>
                    <a:pt x="169" y="266"/>
                    <a:pt x="90" y="485"/>
                  </a:cubicBezTo>
                  <a:cubicBezTo>
                    <a:pt x="11" y="704"/>
                    <a:pt x="0" y="894"/>
                    <a:pt x="75" y="1243"/>
                  </a:cubicBezTo>
                  <a:cubicBezTo>
                    <a:pt x="75" y="1243"/>
                    <a:pt x="138" y="1288"/>
                    <a:pt x="180" y="1215"/>
                  </a:cubicBezTo>
                  <a:cubicBezTo>
                    <a:pt x="180" y="1215"/>
                    <a:pt x="103" y="934"/>
                    <a:pt x="140" y="779"/>
                  </a:cubicBezTo>
                  <a:cubicBezTo>
                    <a:pt x="178" y="625"/>
                    <a:pt x="313" y="727"/>
                    <a:pt x="359" y="815"/>
                  </a:cubicBezTo>
                  <a:cubicBezTo>
                    <a:pt x="405" y="902"/>
                    <a:pt x="432" y="934"/>
                    <a:pt x="468" y="944"/>
                  </a:cubicBezTo>
                  <a:cubicBezTo>
                    <a:pt x="503" y="954"/>
                    <a:pt x="499" y="1029"/>
                    <a:pt x="643" y="1103"/>
                  </a:cubicBezTo>
                  <a:cubicBezTo>
                    <a:pt x="733" y="1149"/>
                    <a:pt x="766" y="1124"/>
                    <a:pt x="789" y="1126"/>
                  </a:cubicBezTo>
                  <a:cubicBezTo>
                    <a:pt x="812" y="1128"/>
                    <a:pt x="896" y="1169"/>
                    <a:pt x="979" y="1144"/>
                  </a:cubicBezTo>
                  <a:cubicBezTo>
                    <a:pt x="1165" y="1090"/>
                    <a:pt x="1126" y="1040"/>
                    <a:pt x="1157" y="1023"/>
                  </a:cubicBezTo>
                  <a:cubicBezTo>
                    <a:pt x="1188" y="1007"/>
                    <a:pt x="1251" y="1011"/>
                    <a:pt x="1311" y="940"/>
                  </a:cubicBezTo>
                  <a:cubicBezTo>
                    <a:pt x="1372" y="869"/>
                    <a:pt x="1386" y="763"/>
                    <a:pt x="1497" y="685"/>
                  </a:cubicBezTo>
                  <a:cubicBezTo>
                    <a:pt x="1675" y="562"/>
                    <a:pt x="1593" y="1017"/>
                    <a:pt x="1835" y="1195"/>
                  </a:cubicBezTo>
                  <a:cubicBezTo>
                    <a:pt x="1835" y="1195"/>
                    <a:pt x="1914" y="1197"/>
                    <a:pt x="1914" y="1115"/>
                  </a:cubicBezTo>
                  <a:cubicBezTo>
                    <a:pt x="1914" y="1115"/>
                    <a:pt x="1796" y="1013"/>
                    <a:pt x="1731" y="723"/>
                  </a:cubicBezTo>
                  <a:close/>
                  <a:moveTo>
                    <a:pt x="1050" y="208"/>
                  </a:moveTo>
                  <a:cubicBezTo>
                    <a:pt x="1096" y="251"/>
                    <a:pt x="1028" y="311"/>
                    <a:pt x="1028" y="311"/>
                  </a:cubicBezTo>
                  <a:cubicBezTo>
                    <a:pt x="980" y="370"/>
                    <a:pt x="981" y="271"/>
                    <a:pt x="971" y="232"/>
                  </a:cubicBezTo>
                  <a:cubicBezTo>
                    <a:pt x="961" y="193"/>
                    <a:pt x="1005" y="165"/>
                    <a:pt x="1050" y="208"/>
                  </a:cubicBezTo>
                  <a:close/>
                  <a:moveTo>
                    <a:pt x="1032" y="769"/>
                  </a:moveTo>
                  <a:cubicBezTo>
                    <a:pt x="1003" y="796"/>
                    <a:pt x="951" y="788"/>
                    <a:pt x="910" y="804"/>
                  </a:cubicBezTo>
                  <a:cubicBezTo>
                    <a:pt x="868" y="820"/>
                    <a:pt x="836" y="838"/>
                    <a:pt x="850" y="816"/>
                  </a:cubicBezTo>
                  <a:cubicBezTo>
                    <a:pt x="855" y="808"/>
                    <a:pt x="944" y="634"/>
                    <a:pt x="996" y="637"/>
                  </a:cubicBezTo>
                  <a:cubicBezTo>
                    <a:pt x="1047" y="639"/>
                    <a:pt x="1060" y="742"/>
                    <a:pt x="1032" y="769"/>
                  </a:cubicBezTo>
                  <a:close/>
                  <a:moveTo>
                    <a:pt x="990" y="495"/>
                  </a:moveTo>
                  <a:cubicBezTo>
                    <a:pt x="1015" y="499"/>
                    <a:pt x="1044" y="491"/>
                    <a:pt x="1009" y="512"/>
                  </a:cubicBezTo>
                  <a:cubicBezTo>
                    <a:pt x="973" y="533"/>
                    <a:pt x="920" y="624"/>
                    <a:pt x="907" y="578"/>
                  </a:cubicBezTo>
                  <a:cubicBezTo>
                    <a:pt x="894" y="533"/>
                    <a:pt x="885" y="499"/>
                    <a:pt x="907" y="490"/>
                  </a:cubicBezTo>
                  <a:cubicBezTo>
                    <a:pt x="921" y="484"/>
                    <a:pt x="966" y="491"/>
                    <a:pt x="990" y="495"/>
                  </a:cubicBezTo>
                  <a:close/>
                  <a:moveTo>
                    <a:pt x="798" y="189"/>
                  </a:moveTo>
                  <a:cubicBezTo>
                    <a:pt x="838" y="173"/>
                    <a:pt x="885" y="155"/>
                    <a:pt x="887" y="213"/>
                  </a:cubicBezTo>
                  <a:cubicBezTo>
                    <a:pt x="888" y="272"/>
                    <a:pt x="906" y="329"/>
                    <a:pt x="911" y="347"/>
                  </a:cubicBezTo>
                  <a:cubicBezTo>
                    <a:pt x="916" y="365"/>
                    <a:pt x="936" y="411"/>
                    <a:pt x="867" y="416"/>
                  </a:cubicBezTo>
                  <a:cubicBezTo>
                    <a:pt x="798" y="421"/>
                    <a:pt x="784" y="398"/>
                    <a:pt x="772" y="258"/>
                  </a:cubicBezTo>
                  <a:cubicBezTo>
                    <a:pt x="772" y="258"/>
                    <a:pt x="758" y="204"/>
                    <a:pt x="798" y="189"/>
                  </a:cubicBezTo>
                  <a:close/>
                  <a:moveTo>
                    <a:pt x="749" y="477"/>
                  </a:moveTo>
                  <a:cubicBezTo>
                    <a:pt x="783" y="486"/>
                    <a:pt x="814" y="490"/>
                    <a:pt x="824" y="544"/>
                  </a:cubicBezTo>
                  <a:cubicBezTo>
                    <a:pt x="835" y="599"/>
                    <a:pt x="862" y="653"/>
                    <a:pt x="845" y="665"/>
                  </a:cubicBezTo>
                  <a:cubicBezTo>
                    <a:pt x="828" y="677"/>
                    <a:pt x="788" y="625"/>
                    <a:pt x="750" y="611"/>
                  </a:cubicBezTo>
                  <a:cubicBezTo>
                    <a:pt x="713" y="596"/>
                    <a:pt x="674" y="583"/>
                    <a:pt x="690" y="537"/>
                  </a:cubicBezTo>
                  <a:cubicBezTo>
                    <a:pt x="690" y="537"/>
                    <a:pt x="715" y="468"/>
                    <a:pt x="749" y="477"/>
                  </a:cubicBezTo>
                  <a:close/>
                  <a:moveTo>
                    <a:pt x="598" y="298"/>
                  </a:moveTo>
                  <a:cubicBezTo>
                    <a:pt x="598" y="298"/>
                    <a:pt x="631" y="263"/>
                    <a:pt x="667" y="252"/>
                  </a:cubicBezTo>
                  <a:cubicBezTo>
                    <a:pt x="703" y="242"/>
                    <a:pt x="706" y="259"/>
                    <a:pt x="711" y="286"/>
                  </a:cubicBezTo>
                  <a:cubicBezTo>
                    <a:pt x="716" y="313"/>
                    <a:pt x="729" y="390"/>
                    <a:pt x="713" y="394"/>
                  </a:cubicBezTo>
                  <a:cubicBezTo>
                    <a:pt x="696" y="398"/>
                    <a:pt x="658" y="346"/>
                    <a:pt x="631" y="341"/>
                  </a:cubicBezTo>
                  <a:cubicBezTo>
                    <a:pt x="604" y="335"/>
                    <a:pt x="571" y="326"/>
                    <a:pt x="598" y="298"/>
                  </a:cubicBezTo>
                  <a:close/>
                  <a:moveTo>
                    <a:pt x="481" y="437"/>
                  </a:moveTo>
                  <a:cubicBezTo>
                    <a:pt x="481" y="437"/>
                    <a:pt x="501" y="381"/>
                    <a:pt x="555" y="395"/>
                  </a:cubicBezTo>
                  <a:cubicBezTo>
                    <a:pt x="610" y="409"/>
                    <a:pt x="655" y="425"/>
                    <a:pt x="640" y="450"/>
                  </a:cubicBezTo>
                  <a:cubicBezTo>
                    <a:pt x="624" y="474"/>
                    <a:pt x="633" y="512"/>
                    <a:pt x="571" y="494"/>
                  </a:cubicBezTo>
                  <a:cubicBezTo>
                    <a:pt x="509" y="476"/>
                    <a:pt x="459" y="480"/>
                    <a:pt x="481" y="437"/>
                  </a:cubicBezTo>
                  <a:close/>
                  <a:moveTo>
                    <a:pt x="363" y="679"/>
                  </a:moveTo>
                  <a:cubicBezTo>
                    <a:pt x="340" y="650"/>
                    <a:pt x="376" y="616"/>
                    <a:pt x="400" y="578"/>
                  </a:cubicBezTo>
                  <a:cubicBezTo>
                    <a:pt x="423" y="541"/>
                    <a:pt x="424" y="526"/>
                    <a:pt x="458" y="525"/>
                  </a:cubicBezTo>
                  <a:cubicBezTo>
                    <a:pt x="492" y="524"/>
                    <a:pt x="559" y="551"/>
                    <a:pt x="559" y="551"/>
                  </a:cubicBezTo>
                  <a:cubicBezTo>
                    <a:pt x="620" y="572"/>
                    <a:pt x="548" y="646"/>
                    <a:pt x="478" y="695"/>
                  </a:cubicBezTo>
                  <a:cubicBezTo>
                    <a:pt x="408" y="744"/>
                    <a:pt x="387" y="709"/>
                    <a:pt x="363" y="679"/>
                  </a:cubicBezTo>
                  <a:close/>
                  <a:moveTo>
                    <a:pt x="488" y="860"/>
                  </a:moveTo>
                  <a:cubicBezTo>
                    <a:pt x="446" y="809"/>
                    <a:pt x="481" y="794"/>
                    <a:pt x="494" y="785"/>
                  </a:cubicBezTo>
                  <a:cubicBezTo>
                    <a:pt x="507" y="775"/>
                    <a:pt x="583" y="705"/>
                    <a:pt x="618" y="674"/>
                  </a:cubicBezTo>
                  <a:cubicBezTo>
                    <a:pt x="653" y="643"/>
                    <a:pt x="709" y="679"/>
                    <a:pt x="709" y="679"/>
                  </a:cubicBezTo>
                  <a:cubicBezTo>
                    <a:pt x="709" y="679"/>
                    <a:pt x="715" y="686"/>
                    <a:pt x="754" y="705"/>
                  </a:cubicBezTo>
                  <a:cubicBezTo>
                    <a:pt x="793" y="725"/>
                    <a:pt x="744" y="821"/>
                    <a:pt x="676" y="872"/>
                  </a:cubicBezTo>
                  <a:cubicBezTo>
                    <a:pt x="609" y="922"/>
                    <a:pt x="530" y="910"/>
                    <a:pt x="488" y="860"/>
                  </a:cubicBezTo>
                  <a:close/>
                  <a:moveTo>
                    <a:pt x="789" y="1007"/>
                  </a:moveTo>
                  <a:cubicBezTo>
                    <a:pt x="774" y="1027"/>
                    <a:pt x="767" y="1057"/>
                    <a:pt x="701" y="1034"/>
                  </a:cubicBezTo>
                  <a:cubicBezTo>
                    <a:pt x="635" y="1010"/>
                    <a:pt x="609" y="968"/>
                    <a:pt x="653" y="965"/>
                  </a:cubicBezTo>
                  <a:cubicBezTo>
                    <a:pt x="697" y="962"/>
                    <a:pt x="709" y="959"/>
                    <a:pt x="709" y="959"/>
                  </a:cubicBezTo>
                  <a:cubicBezTo>
                    <a:pt x="709" y="959"/>
                    <a:pt x="796" y="927"/>
                    <a:pt x="826" y="917"/>
                  </a:cubicBezTo>
                  <a:cubicBezTo>
                    <a:pt x="855" y="907"/>
                    <a:pt x="892" y="894"/>
                    <a:pt x="872" y="920"/>
                  </a:cubicBezTo>
                  <a:cubicBezTo>
                    <a:pt x="853" y="946"/>
                    <a:pt x="805" y="986"/>
                    <a:pt x="789" y="1007"/>
                  </a:cubicBezTo>
                  <a:close/>
                  <a:moveTo>
                    <a:pt x="928" y="1061"/>
                  </a:moveTo>
                  <a:cubicBezTo>
                    <a:pt x="811" y="1073"/>
                    <a:pt x="914" y="995"/>
                    <a:pt x="933" y="978"/>
                  </a:cubicBezTo>
                  <a:cubicBezTo>
                    <a:pt x="953" y="961"/>
                    <a:pt x="963" y="960"/>
                    <a:pt x="979" y="977"/>
                  </a:cubicBezTo>
                  <a:cubicBezTo>
                    <a:pt x="994" y="994"/>
                    <a:pt x="1037" y="1001"/>
                    <a:pt x="1040" y="1016"/>
                  </a:cubicBezTo>
                  <a:cubicBezTo>
                    <a:pt x="1046" y="1049"/>
                    <a:pt x="928" y="1061"/>
                    <a:pt x="928" y="1061"/>
                  </a:cubicBezTo>
                  <a:close/>
                  <a:moveTo>
                    <a:pt x="1233" y="872"/>
                  </a:moveTo>
                  <a:cubicBezTo>
                    <a:pt x="1207" y="927"/>
                    <a:pt x="1153" y="962"/>
                    <a:pt x="1118" y="943"/>
                  </a:cubicBezTo>
                  <a:cubicBezTo>
                    <a:pt x="1083" y="923"/>
                    <a:pt x="994" y="891"/>
                    <a:pt x="998" y="866"/>
                  </a:cubicBezTo>
                  <a:cubicBezTo>
                    <a:pt x="1001" y="850"/>
                    <a:pt x="1259" y="816"/>
                    <a:pt x="1233" y="872"/>
                  </a:cubicBezTo>
                  <a:close/>
                  <a:moveTo>
                    <a:pt x="1088" y="577"/>
                  </a:moveTo>
                  <a:cubicBezTo>
                    <a:pt x="1109" y="563"/>
                    <a:pt x="1129" y="529"/>
                    <a:pt x="1151" y="531"/>
                  </a:cubicBezTo>
                  <a:cubicBezTo>
                    <a:pt x="1173" y="534"/>
                    <a:pt x="1225" y="534"/>
                    <a:pt x="1215" y="560"/>
                  </a:cubicBezTo>
                  <a:cubicBezTo>
                    <a:pt x="1205" y="586"/>
                    <a:pt x="1176" y="669"/>
                    <a:pt x="1172" y="694"/>
                  </a:cubicBezTo>
                  <a:cubicBezTo>
                    <a:pt x="1168" y="718"/>
                    <a:pt x="1168" y="756"/>
                    <a:pt x="1145" y="753"/>
                  </a:cubicBezTo>
                  <a:cubicBezTo>
                    <a:pt x="1121" y="751"/>
                    <a:pt x="1124" y="686"/>
                    <a:pt x="1088" y="625"/>
                  </a:cubicBezTo>
                  <a:cubicBezTo>
                    <a:pt x="1088" y="625"/>
                    <a:pt x="1067" y="591"/>
                    <a:pt x="1088" y="577"/>
                  </a:cubicBezTo>
                  <a:close/>
                  <a:moveTo>
                    <a:pt x="1220" y="450"/>
                  </a:moveTo>
                  <a:cubicBezTo>
                    <a:pt x="1154" y="468"/>
                    <a:pt x="1063" y="429"/>
                    <a:pt x="1063" y="429"/>
                  </a:cubicBezTo>
                  <a:cubicBezTo>
                    <a:pt x="1012" y="406"/>
                    <a:pt x="1070" y="406"/>
                    <a:pt x="1109" y="347"/>
                  </a:cubicBezTo>
                  <a:cubicBezTo>
                    <a:pt x="1127" y="320"/>
                    <a:pt x="1136" y="283"/>
                    <a:pt x="1197" y="333"/>
                  </a:cubicBezTo>
                  <a:cubicBezTo>
                    <a:pt x="1258" y="382"/>
                    <a:pt x="1286" y="431"/>
                    <a:pt x="1220" y="450"/>
                  </a:cubicBezTo>
                  <a:close/>
                  <a:moveTo>
                    <a:pt x="1367" y="705"/>
                  </a:moveTo>
                  <a:cubicBezTo>
                    <a:pt x="1345" y="727"/>
                    <a:pt x="1319" y="775"/>
                    <a:pt x="1288" y="773"/>
                  </a:cubicBezTo>
                  <a:cubicBezTo>
                    <a:pt x="1224" y="768"/>
                    <a:pt x="1300" y="567"/>
                    <a:pt x="1319" y="552"/>
                  </a:cubicBezTo>
                  <a:cubicBezTo>
                    <a:pt x="1337" y="538"/>
                    <a:pt x="1362" y="599"/>
                    <a:pt x="1394" y="617"/>
                  </a:cubicBezTo>
                  <a:cubicBezTo>
                    <a:pt x="1427" y="635"/>
                    <a:pt x="1389" y="683"/>
                    <a:pt x="1367" y="705"/>
                  </a:cubicBezTo>
                  <a:close/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33">
              <a:extLst>
                <a:ext uri="{FF2B5EF4-FFF2-40B4-BE49-F238E27FC236}">
                  <a16:creationId xmlns:a16="http://schemas.microsoft.com/office/drawing/2014/main" id="{2927FE12-D99B-43EE-AFA7-CB2D826553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15" y="880"/>
              <a:ext cx="1639" cy="1924"/>
            </a:xfrm>
            <a:custGeom>
              <a:avLst/>
              <a:gdLst>
                <a:gd name="T0" fmla="*/ 3909 w 1015"/>
                <a:gd name="T1" fmla="*/ 4059 h 1192"/>
                <a:gd name="T2" fmla="*/ 4026 w 1015"/>
                <a:gd name="T3" fmla="*/ 3656 h 1192"/>
                <a:gd name="T4" fmla="*/ 3895 w 1015"/>
                <a:gd name="T5" fmla="*/ 2960 h 1192"/>
                <a:gd name="T6" fmla="*/ 3830 w 1015"/>
                <a:gd name="T7" fmla="*/ 2978 h 1192"/>
                <a:gd name="T8" fmla="*/ 4039 w 1015"/>
                <a:gd name="T9" fmla="*/ 2350 h 1192"/>
                <a:gd name="T10" fmla="*/ 3821 w 1015"/>
                <a:gd name="T11" fmla="*/ 2027 h 1192"/>
                <a:gd name="T12" fmla="*/ 3861 w 1015"/>
                <a:gd name="T13" fmla="*/ 1650 h 1192"/>
                <a:gd name="T14" fmla="*/ 3712 w 1015"/>
                <a:gd name="T15" fmla="*/ 1336 h 1192"/>
                <a:gd name="T16" fmla="*/ 3252 w 1015"/>
                <a:gd name="T17" fmla="*/ 680 h 1192"/>
                <a:gd name="T18" fmla="*/ 3452 w 1015"/>
                <a:gd name="T19" fmla="*/ 357 h 1192"/>
                <a:gd name="T20" fmla="*/ 3259 w 1015"/>
                <a:gd name="T21" fmla="*/ 76 h 1192"/>
                <a:gd name="T22" fmla="*/ 2803 w 1015"/>
                <a:gd name="T23" fmla="*/ 266 h 1192"/>
                <a:gd name="T24" fmla="*/ 1883 w 1015"/>
                <a:gd name="T25" fmla="*/ 1098 h 1192"/>
                <a:gd name="T26" fmla="*/ 896 w 1015"/>
                <a:gd name="T27" fmla="*/ 2090 h 1192"/>
                <a:gd name="T28" fmla="*/ 547 w 1015"/>
                <a:gd name="T29" fmla="*/ 124 h 1192"/>
                <a:gd name="T30" fmla="*/ 315 w 1015"/>
                <a:gd name="T31" fmla="*/ 4823 h 1192"/>
                <a:gd name="T32" fmla="*/ 589 w 1015"/>
                <a:gd name="T33" fmla="*/ 2871 h 1192"/>
                <a:gd name="T34" fmla="*/ 1972 w 1015"/>
                <a:gd name="T35" fmla="*/ 3567 h 1192"/>
                <a:gd name="T36" fmla="*/ 3322 w 1015"/>
                <a:gd name="T37" fmla="*/ 4332 h 1192"/>
                <a:gd name="T38" fmla="*/ 4084 w 1015"/>
                <a:gd name="T39" fmla="*/ 4411 h 1192"/>
                <a:gd name="T40" fmla="*/ 3152 w 1015"/>
                <a:gd name="T41" fmla="*/ 1603 h 1192"/>
                <a:gd name="T42" fmla="*/ 3557 w 1015"/>
                <a:gd name="T43" fmla="*/ 2392 h 1192"/>
                <a:gd name="T44" fmla="*/ 2905 w 1015"/>
                <a:gd name="T45" fmla="*/ 1855 h 1192"/>
                <a:gd name="T46" fmla="*/ 2519 w 1015"/>
                <a:gd name="T47" fmla="*/ 849 h 1192"/>
                <a:gd name="T48" fmla="*/ 2994 w 1015"/>
                <a:gd name="T49" fmla="*/ 801 h 1192"/>
                <a:gd name="T50" fmla="*/ 2656 w 1015"/>
                <a:gd name="T51" fmla="*/ 1030 h 1192"/>
                <a:gd name="T52" fmla="*/ 2027 w 1015"/>
                <a:gd name="T53" fmla="*/ 1433 h 1192"/>
                <a:gd name="T54" fmla="*/ 2693 w 1015"/>
                <a:gd name="T55" fmla="*/ 1488 h 1192"/>
                <a:gd name="T56" fmla="*/ 2027 w 1015"/>
                <a:gd name="T57" fmla="*/ 1433 h 1192"/>
                <a:gd name="T58" fmla="*/ 1684 w 1015"/>
                <a:gd name="T59" fmla="*/ 2027 h 1192"/>
                <a:gd name="T60" fmla="*/ 2354 w 1015"/>
                <a:gd name="T61" fmla="*/ 1913 h 1192"/>
                <a:gd name="T62" fmla="*/ 1528 w 1015"/>
                <a:gd name="T63" fmla="*/ 2452 h 1192"/>
                <a:gd name="T64" fmla="*/ 2081 w 1015"/>
                <a:gd name="T65" fmla="*/ 2897 h 1192"/>
                <a:gd name="T66" fmla="*/ 2986 w 1015"/>
                <a:gd name="T67" fmla="*/ 2452 h 1192"/>
                <a:gd name="T68" fmla="*/ 2847 w 1015"/>
                <a:gd name="T69" fmla="*/ 3264 h 1192"/>
                <a:gd name="T70" fmla="*/ 3322 w 1015"/>
                <a:gd name="T71" fmla="*/ 3830 h 1192"/>
                <a:gd name="T72" fmla="*/ 2748 w 1015"/>
                <a:gd name="T73" fmla="*/ 3656 h 1192"/>
                <a:gd name="T74" fmla="*/ 3478 w 1015"/>
                <a:gd name="T75" fmla="*/ 3453 h 1192"/>
                <a:gd name="T76" fmla="*/ 3322 w 1015"/>
                <a:gd name="T77" fmla="*/ 3830 h 119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015" h="1192">
                  <a:moveTo>
                    <a:pt x="961" y="960"/>
                  </a:moveTo>
                  <a:cubicBezTo>
                    <a:pt x="943" y="964"/>
                    <a:pt x="928" y="965"/>
                    <a:pt x="928" y="965"/>
                  </a:cubicBezTo>
                  <a:cubicBezTo>
                    <a:pt x="811" y="977"/>
                    <a:pt x="914" y="899"/>
                    <a:pt x="933" y="882"/>
                  </a:cubicBezTo>
                  <a:cubicBezTo>
                    <a:pt x="942" y="874"/>
                    <a:pt x="950" y="870"/>
                    <a:pt x="956" y="869"/>
                  </a:cubicBezTo>
                  <a:cubicBezTo>
                    <a:pt x="956" y="869"/>
                    <a:pt x="956" y="869"/>
                    <a:pt x="956" y="868"/>
                  </a:cubicBezTo>
                  <a:cubicBezTo>
                    <a:pt x="994" y="865"/>
                    <a:pt x="970" y="700"/>
                    <a:pt x="925" y="704"/>
                  </a:cubicBezTo>
                  <a:cubicBezTo>
                    <a:pt x="925" y="704"/>
                    <a:pt x="925" y="704"/>
                    <a:pt x="925" y="703"/>
                  </a:cubicBezTo>
                  <a:cubicBezTo>
                    <a:pt x="920" y="705"/>
                    <a:pt x="915" y="706"/>
                    <a:pt x="910" y="708"/>
                  </a:cubicBezTo>
                  <a:cubicBezTo>
                    <a:pt x="868" y="724"/>
                    <a:pt x="836" y="742"/>
                    <a:pt x="850" y="720"/>
                  </a:cubicBezTo>
                  <a:cubicBezTo>
                    <a:pt x="854" y="714"/>
                    <a:pt x="910" y="603"/>
                    <a:pt x="959" y="559"/>
                  </a:cubicBezTo>
                  <a:cubicBezTo>
                    <a:pt x="967" y="530"/>
                    <a:pt x="976" y="478"/>
                    <a:pt x="934" y="488"/>
                  </a:cubicBezTo>
                  <a:cubicBezTo>
                    <a:pt x="922" y="497"/>
                    <a:pt x="912" y="499"/>
                    <a:pt x="907" y="482"/>
                  </a:cubicBezTo>
                  <a:cubicBezTo>
                    <a:pt x="894" y="437"/>
                    <a:pt x="885" y="403"/>
                    <a:pt x="907" y="394"/>
                  </a:cubicBezTo>
                  <a:cubicBezTo>
                    <a:pt x="910" y="393"/>
                    <a:pt x="913" y="392"/>
                    <a:pt x="917" y="392"/>
                  </a:cubicBezTo>
                  <a:cubicBezTo>
                    <a:pt x="933" y="382"/>
                    <a:pt x="917" y="309"/>
                    <a:pt x="883" y="319"/>
                  </a:cubicBezTo>
                  <a:cubicBezTo>
                    <a:pt x="882" y="319"/>
                    <a:pt x="882" y="318"/>
                    <a:pt x="882" y="318"/>
                  </a:cubicBezTo>
                  <a:cubicBezTo>
                    <a:pt x="878" y="319"/>
                    <a:pt x="873" y="319"/>
                    <a:pt x="867" y="320"/>
                  </a:cubicBezTo>
                  <a:cubicBezTo>
                    <a:pt x="798" y="325"/>
                    <a:pt x="784" y="302"/>
                    <a:pt x="772" y="162"/>
                  </a:cubicBezTo>
                  <a:cubicBezTo>
                    <a:pt x="772" y="162"/>
                    <a:pt x="758" y="108"/>
                    <a:pt x="798" y="93"/>
                  </a:cubicBezTo>
                  <a:cubicBezTo>
                    <a:pt x="805" y="90"/>
                    <a:pt x="813" y="87"/>
                    <a:pt x="820" y="85"/>
                  </a:cubicBezTo>
                  <a:cubicBezTo>
                    <a:pt x="851" y="55"/>
                    <a:pt x="815" y="0"/>
                    <a:pt x="774" y="19"/>
                  </a:cubicBezTo>
                  <a:cubicBezTo>
                    <a:pt x="774" y="18"/>
                    <a:pt x="774" y="18"/>
                    <a:pt x="774" y="18"/>
                  </a:cubicBezTo>
                  <a:cubicBezTo>
                    <a:pt x="772" y="19"/>
                    <a:pt x="770" y="20"/>
                    <a:pt x="769" y="21"/>
                  </a:cubicBezTo>
                  <a:cubicBezTo>
                    <a:pt x="718" y="51"/>
                    <a:pt x="693" y="63"/>
                    <a:pt x="666" y="63"/>
                  </a:cubicBezTo>
                  <a:cubicBezTo>
                    <a:pt x="639" y="63"/>
                    <a:pt x="556" y="111"/>
                    <a:pt x="522" y="172"/>
                  </a:cubicBezTo>
                  <a:cubicBezTo>
                    <a:pt x="489" y="232"/>
                    <a:pt x="476" y="243"/>
                    <a:pt x="447" y="261"/>
                  </a:cubicBezTo>
                  <a:cubicBezTo>
                    <a:pt x="418" y="280"/>
                    <a:pt x="382" y="341"/>
                    <a:pt x="370" y="372"/>
                  </a:cubicBezTo>
                  <a:cubicBezTo>
                    <a:pt x="357" y="403"/>
                    <a:pt x="299" y="516"/>
                    <a:pt x="213" y="497"/>
                  </a:cubicBezTo>
                  <a:cubicBezTo>
                    <a:pt x="128" y="478"/>
                    <a:pt x="276" y="397"/>
                    <a:pt x="249" y="25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0" y="30"/>
                    <a:pt x="169" y="170"/>
                    <a:pt x="90" y="389"/>
                  </a:cubicBezTo>
                  <a:cubicBezTo>
                    <a:pt x="11" y="608"/>
                    <a:pt x="0" y="798"/>
                    <a:pt x="75" y="1147"/>
                  </a:cubicBezTo>
                  <a:cubicBezTo>
                    <a:pt x="75" y="1147"/>
                    <a:pt x="138" y="1192"/>
                    <a:pt x="180" y="1119"/>
                  </a:cubicBezTo>
                  <a:cubicBezTo>
                    <a:pt x="180" y="1119"/>
                    <a:pt x="103" y="838"/>
                    <a:pt x="140" y="683"/>
                  </a:cubicBezTo>
                  <a:cubicBezTo>
                    <a:pt x="178" y="529"/>
                    <a:pt x="313" y="631"/>
                    <a:pt x="359" y="719"/>
                  </a:cubicBezTo>
                  <a:cubicBezTo>
                    <a:pt x="405" y="806"/>
                    <a:pt x="432" y="838"/>
                    <a:pt x="468" y="848"/>
                  </a:cubicBezTo>
                  <a:cubicBezTo>
                    <a:pt x="503" y="858"/>
                    <a:pt x="499" y="933"/>
                    <a:pt x="643" y="1007"/>
                  </a:cubicBezTo>
                  <a:cubicBezTo>
                    <a:pt x="733" y="1053"/>
                    <a:pt x="766" y="1028"/>
                    <a:pt x="789" y="1030"/>
                  </a:cubicBezTo>
                  <a:cubicBezTo>
                    <a:pt x="811" y="1032"/>
                    <a:pt x="890" y="1069"/>
                    <a:pt x="969" y="1051"/>
                  </a:cubicBezTo>
                  <a:cubicBezTo>
                    <a:pt x="970" y="1051"/>
                    <a:pt x="970" y="1050"/>
                    <a:pt x="970" y="1049"/>
                  </a:cubicBezTo>
                  <a:cubicBezTo>
                    <a:pt x="1015" y="1036"/>
                    <a:pt x="1010" y="963"/>
                    <a:pt x="961" y="960"/>
                  </a:cubicBezTo>
                  <a:close/>
                  <a:moveTo>
                    <a:pt x="749" y="381"/>
                  </a:moveTo>
                  <a:cubicBezTo>
                    <a:pt x="783" y="390"/>
                    <a:pt x="814" y="394"/>
                    <a:pt x="824" y="448"/>
                  </a:cubicBezTo>
                  <a:cubicBezTo>
                    <a:pt x="835" y="503"/>
                    <a:pt x="862" y="557"/>
                    <a:pt x="845" y="569"/>
                  </a:cubicBezTo>
                  <a:cubicBezTo>
                    <a:pt x="828" y="581"/>
                    <a:pt x="788" y="529"/>
                    <a:pt x="750" y="515"/>
                  </a:cubicBezTo>
                  <a:cubicBezTo>
                    <a:pt x="713" y="500"/>
                    <a:pt x="674" y="487"/>
                    <a:pt x="690" y="441"/>
                  </a:cubicBezTo>
                  <a:cubicBezTo>
                    <a:pt x="690" y="441"/>
                    <a:pt x="715" y="372"/>
                    <a:pt x="749" y="381"/>
                  </a:cubicBezTo>
                  <a:close/>
                  <a:moveTo>
                    <a:pt x="598" y="202"/>
                  </a:moveTo>
                  <a:cubicBezTo>
                    <a:pt x="598" y="202"/>
                    <a:pt x="631" y="167"/>
                    <a:pt x="667" y="156"/>
                  </a:cubicBezTo>
                  <a:cubicBezTo>
                    <a:pt x="703" y="146"/>
                    <a:pt x="706" y="163"/>
                    <a:pt x="711" y="190"/>
                  </a:cubicBezTo>
                  <a:cubicBezTo>
                    <a:pt x="716" y="217"/>
                    <a:pt x="729" y="294"/>
                    <a:pt x="713" y="298"/>
                  </a:cubicBezTo>
                  <a:cubicBezTo>
                    <a:pt x="696" y="302"/>
                    <a:pt x="658" y="250"/>
                    <a:pt x="631" y="245"/>
                  </a:cubicBezTo>
                  <a:cubicBezTo>
                    <a:pt x="604" y="239"/>
                    <a:pt x="571" y="230"/>
                    <a:pt x="598" y="202"/>
                  </a:cubicBezTo>
                  <a:close/>
                  <a:moveTo>
                    <a:pt x="481" y="341"/>
                  </a:moveTo>
                  <a:cubicBezTo>
                    <a:pt x="481" y="341"/>
                    <a:pt x="501" y="285"/>
                    <a:pt x="555" y="299"/>
                  </a:cubicBezTo>
                  <a:cubicBezTo>
                    <a:pt x="610" y="313"/>
                    <a:pt x="655" y="329"/>
                    <a:pt x="640" y="354"/>
                  </a:cubicBezTo>
                  <a:cubicBezTo>
                    <a:pt x="624" y="378"/>
                    <a:pt x="633" y="416"/>
                    <a:pt x="571" y="398"/>
                  </a:cubicBezTo>
                  <a:cubicBezTo>
                    <a:pt x="509" y="380"/>
                    <a:pt x="459" y="384"/>
                    <a:pt x="481" y="341"/>
                  </a:cubicBezTo>
                  <a:close/>
                  <a:moveTo>
                    <a:pt x="363" y="583"/>
                  </a:moveTo>
                  <a:cubicBezTo>
                    <a:pt x="340" y="554"/>
                    <a:pt x="376" y="520"/>
                    <a:pt x="400" y="482"/>
                  </a:cubicBezTo>
                  <a:cubicBezTo>
                    <a:pt x="423" y="445"/>
                    <a:pt x="424" y="430"/>
                    <a:pt x="458" y="429"/>
                  </a:cubicBezTo>
                  <a:cubicBezTo>
                    <a:pt x="492" y="428"/>
                    <a:pt x="559" y="455"/>
                    <a:pt x="559" y="455"/>
                  </a:cubicBezTo>
                  <a:cubicBezTo>
                    <a:pt x="620" y="476"/>
                    <a:pt x="548" y="550"/>
                    <a:pt x="478" y="599"/>
                  </a:cubicBezTo>
                  <a:cubicBezTo>
                    <a:pt x="407" y="648"/>
                    <a:pt x="387" y="613"/>
                    <a:pt x="363" y="583"/>
                  </a:cubicBezTo>
                  <a:close/>
                  <a:moveTo>
                    <a:pt x="488" y="764"/>
                  </a:moveTo>
                  <a:cubicBezTo>
                    <a:pt x="446" y="713"/>
                    <a:pt x="481" y="698"/>
                    <a:pt x="494" y="689"/>
                  </a:cubicBezTo>
                  <a:cubicBezTo>
                    <a:pt x="507" y="679"/>
                    <a:pt x="583" y="609"/>
                    <a:pt x="618" y="578"/>
                  </a:cubicBezTo>
                  <a:cubicBezTo>
                    <a:pt x="653" y="547"/>
                    <a:pt x="709" y="583"/>
                    <a:pt x="709" y="583"/>
                  </a:cubicBezTo>
                  <a:cubicBezTo>
                    <a:pt x="709" y="583"/>
                    <a:pt x="715" y="590"/>
                    <a:pt x="754" y="609"/>
                  </a:cubicBezTo>
                  <a:cubicBezTo>
                    <a:pt x="793" y="629"/>
                    <a:pt x="744" y="725"/>
                    <a:pt x="676" y="776"/>
                  </a:cubicBezTo>
                  <a:cubicBezTo>
                    <a:pt x="609" y="826"/>
                    <a:pt x="530" y="814"/>
                    <a:pt x="488" y="764"/>
                  </a:cubicBezTo>
                  <a:close/>
                  <a:moveTo>
                    <a:pt x="789" y="911"/>
                  </a:moveTo>
                  <a:cubicBezTo>
                    <a:pt x="774" y="931"/>
                    <a:pt x="767" y="961"/>
                    <a:pt x="701" y="938"/>
                  </a:cubicBezTo>
                  <a:cubicBezTo>
                    <a:pt x="635" y="914"/>
                    <a:pt x="609" y="872"/>
                    <a:pt x="653" y="869"/>
                  </a:cubicBezTo>
                  <a:cubicBezTo>
                    <a:pt x="697" y="866"/>
                    <a:pt x="709" y="863"/>
                    <a:pt x="709" y="863"/>
                  </a:cubicBezTo>
                  <a:cubicBezTo>
                    <a:pt x="709" y="863"/>
                    <a:pt x="796" y="831"/>
                    <a:pt x="826" y="821"/>
                  </a:cubicBezTo>
                  <a:cubicBezTo>
                    <a:pt x="855" y="811"/>
                    <a:pt x="892" y="798"/>
                    <a:pt x="872" y="824"/>
                  </a:cubicBezTo>
                  <a:cubicBezTo>
                    <a:pt x="853" y="850"/>
                    <a:pt x="805" y="890"/>
                    <a:pt x="789" y="911"/>
                  </a:cubicBezTo>
                  <a:close/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34">
              <a:extLst>
                <a:ext uri="{FF2B5EF4-FFF2-40B4-BE49-F238E27FC236}">
                  <a16:creationId xmlns:a16="http://schemas.microsoft.com/office/drawing/2014/main" id="{7FB55CF8-FFDF-408F-9087-3D220DF6E8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8" y="878"/>
              <a:ext cx="475" cy="1708"/>
            </a:xfrm>
            <a:custGeom>
              <a:avLst/>
              <a:gdLst>
                <a:gd name="T0" fmla="*/ 966 w 294"/>
                <a:gd name="T1" fmla="*/ 1918 h 1058"/>
                <a:gd name="T2" fmla="*/ 806 w 294"/>
                <a:gd name="T3" fmla="*/ 2074 h 1058"/>
                <a:gd name="T4" fmla="*/ 856 w 294"/>
                <a:gd name="T5" fmla="*/ 2121 h 1058"/>
                <a:gd name="T6" fmla="*/ 806 w 294"/>
                <a:gd name="T7" fmla="*/ 2499 h 1058"/>
                <a:gd name="T8" fmla="*/ 1089 w 294"/>
                <a:gd name="T9" fmla="*/ 2275 h 1058"/>
                <a:gd name="T10" fmla="*/ 1116 w 294"/>
                <a:gd name="T11" fmla="*/ 2281 h 1058"/>
                <a:gd name="T12" fmla="*/ 961 w 294"/>
                <a:gd name="T13" fmla="*/ 1931 h 1058"/>
                <a:gd name="T14" fmla="*/ 966 w 294"/>
                <a:gd name="T15" fmla="*/ 1918 h 1058"/>
                <a:gd name="T16" fmla="*/ 520 w 294"/>
                <a:gd name="T17" fmla="*/ 0 h 1058"/>
                <a:gd name="T18" fmla="*/ 131 w 294"/>
                <a:gd name="T19" fmla="*/ 94 h 1058"/>
                <a:gd name="T20" fmla="*/ 0 w 294"/>
                <a:gd name="T21" fmla="*/ 170 h 1058"/>
                <a:gd name="T22" fmla="*/ 165 w 294"/>
                <a:gd name="T23" fmla="*/ 274 h 1058"/>
                <a:gd name="T24" fmla="*/ 207 w 294"/>
                <a:gd name="T25" fmla="*/ 420 h 1058"/>
                <a:gd name="T26" fmla="*/ 207 w 294"/>
                <a:gd name="T27" fmla="*/ 420 h 1058"/>
                <a:gd name="T28" fmla="*/ 254 w 294"/>
                <a:gd name="T29" fmla="*/ 396 h 1058"/>
                <a:gd name="T30" fmla="*/ 499 w 294"/>
                <a:gd name="T31" fmla="*/ 328 h 1058"/>
                <a:gd name="T32" fmla="*/ 520 w 294"/>
                <a:gd name="T33" fmla="*/ 0 h 1058"/>
                <a:gd name="T34" fmla="*/ 1123 w 294"/>
                <a:gd name="T35" fmla="*/ 4000 h 1058"/>
                <a:gd name="T36" fmla="*/ 1047 w 294"/>
                <a:gd name="T37" fmla="*/ 4021 h 1058"/>
                <a:gd name="T38" fmla="*/ 801 w 294"/>
                <a:gd name="T39" fmla="*/ 4063 h 1058"/>
                <a:gd name="T40" fmla="*/ 767 w 294"/>
                <a:gd name="T41" fmla="*/ 4068 h 1058"/>
                <a:gd name="T42" fmla="*/ 708 w 294"/>
                <a:gd name="T43" fmla="*/ 4443 h 1058"/>
                <a:gd name="T44" fmla="*/ 708 w 294"/>
                <a:gd name="T45" fmla="*/ 4443 h 1058"/>
                <a:gd name="T46" fmla="*/ 1021 w 294"/>
                <a:gd name="T47" fmla="*/ 4412 h 1058"/>
                <a:gd name="T48" fmla="*/ 1191 w 294"/>
                <a:gd name="T49" fmla="*/ 4357 h 1058"/>
                <a:gd name="T50" fmla="*/ 1191 w 294"/>
                <a:gd name="T51" fmla="*/ 4357 h 1058"/>
                <a:gd name="T52" fmla="*/ 1123 w 294"/>
                <a:gd name="T53" fmla="*/ 4000 h 1058"/>
                <a:gd name="T54" fmla="*/ 700 w 294"/>
                <a:gd name="T55" fmla="*/ 1666 h 1058"/>
                <a:gd name="T56" fmla="*/ 713 w 294"/>
                <a:gd name="T57" fmla="*/ 1663 h 1058"/>
                <a:gd name="T58" fmla="*/ 1029 w 294"/>
                <a:gd name="T59" fmla="*/ 1679 h 1058"/>
                <a:gd name="T60" fmla="*/ 730 w 294"/>
                <a:gd name="T61" fmla="*/ 1280 h 1058"/>
                <a:gd name="T62" fmla="*/ 543 w 294"/>
                <a:gd name="T63" fmla="*/ 1350 h 1058"/>
                <a:gd name="T64" fmla="*/ 509 w 294"/>
                <a:gd name="T65" fmla="*/ 1350 h 1058"/>
                <a:gd name="T66" fmla="*/ 700 w 294"/>
                <a:gd name="T67" fmla="*/ 1666 h 1058"/>
                <a:gd name="T68" fmla="*/ 806 w 294"/>
                <a:gd name="T69" fmla="*/ 3724 h 1058"/>
                <a:gd name="T70" fmla="*/ 806 w 294"/>
                <a:gd name="T71" fmla="*/ 3728 h 1058"/>
                <a:gd name="T72" fmla="*/ 822 w 294"/>
                <a:gd name="T73" fmla="*/ 3713 h 1058"/>
                <a:gd name="T74" fmla="*/ 1015 w 294"/>
                <a:gd name="T75" fmla="*/ 3707 h 1058"/>
                <a:gd name="T76" fmla="*/ 1034 w 294"/>
                <a:gd name="T77" fmla="*/ 3724 h 1058"/>
                <a:gd name="T78" fmla="*/ 1029 w 294"/>
                <a:gd name="T79" fmla="*/ 3713 h 1058"/>
                <a:gd name="T80" fmla="*/ 911 w 294"/>
                <a:gd name="T81" fmla="*/ 2940 h 1058"/>
                <a:gd name="T82" fmla="*/ 725 w 294"/>
                <a:gd name="T83" fmla="*/ 2983 h 1058"/>
                <a:gd name="T84" fmla="*/ 662 w 294"/>
                <a:gd name="T85" fmla="*/ 3008 h 1058"/>
                <a:gd name="T86" fmla="*/ 658 w 294"/>
                <a:gd name="T87" fmla="*/ 3020 h 1058"/>
                <a:gd name="T88" fmla="*/ 806 w 294"/>
                <a:gd name="T89" fmla="*/ 3724 h 105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94" h="1058">
                  <a:moveTo>
                    <a:pt x="229" y="456"/>
                  </a:moveTo>
                  <a:cubicBezTo>
                    <a:pt x="215" y="471"/>
                    <a:pt x="202" y="486"/>
                    <a:pt x="191" y="493"/>
                  </a:cubicBezTo>
                  <a:cubicBezTo>
                    <a:pt x="195" y="498"/>
                    <a:pt x="196" y="494"/>
                    <a:pt x="203" y="504"/>
                  </a:cubicBezTo>
                  <a:cubicBezTo>
                    <a:pt x="231" y="543"/>
                    <a:pt x="196" y="579"/>
                    <a:pt x="191" y="594"/>
                  </a:cubicBezTo>
                  <a:cubicBezTo>
                    <a:pt x="214" y="564"/>
                    <a:pt x="238" y="540"/>
                    <a:pt x="258" y="541"/>
                  </a:cubicBezTo>
                  <a:cubicBezTo>
                    <a:pt x="260" y="541"/>
                    <a:pt x="262" y="542"/>
                    <a:pt x="265" y="542"/>
                  </a:cubicBezTo>
                  <a:cubicBezTo>
                    <a:pt x="276" y="472"/>
                    <a:pt x="228" y="459"/>
                    <a:pt x="228" y="459"/>
                  </a:cubicBezTo>
                  <a:lnTo>
                    <a:pt x="229" y="456"/>
                  </a:lnTo>
                  <a:close/>
                  <a:moveTo>
                    <a:pt x="123" y="0"/>
                  </a:moveTo>
                  <a:cubicBezTo>
                    <a:pt x="87" y="2"/>
                    <a:pt x="52" y="10"/>
                    <a:pt x="31" y="22"/>
                  </a:cubicBezTo>
                  <a:cubicBezTo>
                    <a:pt x="19" y="29"/>
                    <a:pt x="9" y="35"/>
                    <a:pt x="0" y="40"/>
                  </a:cubicBezTo>
                  <a:cubicBezTo>
                    <a:pt x="15" y="41"/>
                    <a:pt x="31" y="52"/>
                    <a:pt x="39" y="65"/>
                  </a:cubicBezTo>
                  <a:cubicBezTo>
                    <a:pt x="47" y="78"/>
                    <a:pt x="49" y="98"/>
                    <a:pt x="49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52" y="97"/>
                    <a:pt x="56" y="95"/>
                    <a:pt x="60" y="94"/>
                  </a:cubicBezTo>
                  <a:cubicBezTo>
                    <a:pt x="80" y="86"/>
                    <a:pt x="101" y="78"/>
                    <a:pt x="118" y="78"/>
                  </a:cubicBezTo>
                  <a:cubicBezTo>
                    <a:pt x="125" y="70"/>
                    <a:pt x="151" y="36"/>
                    <a:pt x="123" y="0"/>
                  </a:cubicBezTo>
                  <a:close/>
                  <a:moveTo>
                    <a:pt x="266" y="951"/>
                  </a:moveTo>
                  <a:cubicBezTo>
                    <a:pt x="248" y="956"/>
                    <a:pt x="248" y="956"/>
                    <a:pt x="248" y="956"/>
                  </a:cubicBezTo>
                  <a:cubicBezTo>
                    <a:pt x="220" y="963"/>
                    <a:pt x="190" y="966"/>
                    <a:pt x="190" y="966"/>
                  </a:cubicBezTo>
                  <a:cubicBezTo>
                    <a:pt x="187" y="966"/>
                    <a:pt x="185" y="966"/>
                    <a:pt x="182" y="967"/>
                  </a:cubicBezTo>
                  <a:cubicBezTo>
                    <a:pt x="185" y="969"/>
                    <a:pt x="232" y="1021"/>
                    <a:pt x="168" y="1056"/>
                  </a:cubicBezTo>
                  <a:cubicBezTo>
                    <a:pt x="168" y="1056"/>
                    <a:pt x="168" y="1056"/>
                    <a:pt x="168" y="1056"/>
                  </a:cubicBezTo>
                  <a:cubicBezTo>
                    <a:pt x="192" y="1058"/>
                    <a:pt x="217" y="1056"/>
                    <a:pt x="242" y="1049"/>
                  </a:cubicBezTo>
                  <a:cubicBezTo>
                    <a:pt x="256" y="1045"/>
                    <a:pt x="270" y="1041"/>
                    <a:pt x="282" y="1036"/>
                  </a:cubicBezTo>
                  <a:cubicBezTo>
                    <a:pt x="282" y="1036"/>
                    <a:pt x="282" y="1036"/>
                    <a:pt x="282" y="1036"/>
                  </a:cubicBezTo>
                  <a:cubicBezTo>
                    <a:pt x="294" y="965"/>
                    <a:pt x="266" y="951"/>
                    <a:pt x="266" y="951"/>
                  </a:cubicBezTo>
                  <a:close/>
                  <a:moveTo>
                    <a:pt x="166" y="396"/>
                  </a:moveTo>
                  <a:cubicBezTo>
                    <a:pt x="167" y="396"/>
                    <a:pt x="168" y="395"/>
                    <a:pt x="169" y="395"/>
                  </a:cubicBezTo>
                  <a:cubicBezTo>
                    <a:pt x="182" y="390"/>
                    <a:pt x="219" y="395"/>
                    <a:pt x="244" y="399"/>
                  </a:cubicBezTo>
                  <a:cubicBezTo>
                    <a:pt x="257" y="341"/>
                    <a:pt x="179" y="306"/>
                    <a:pt x="173" y="304"/>
                  </a:cubicBezTo>
                  <a:cubicBezTo>
                    <a:pt x="166" y="312"/>
                    <a:pt x="153" y="319"/>
                    <a:pt x="129" y="321"/>
                  </a:cubicBezTo>
                  <a:cubicBezTo>
                    <a:pt x="126" y="321"/>
                    <a:pt x="124" y="321"/>
                    <a:pt x="121" y="321"/>
                  </a:cubicBezTo>
                  <a:cubicBezTo>
                    <a:pt x="158" y="327"/>
                    <a:pt x="167" y="364"/>
                    <a:pt x="166" y="396"/>
                  </a:cubicBezTo>
                  <a:close/>
                  <a:moveTo>
                    <a:pt x="191" y="885"/>
                  </a:moveTo>
                  <a:cubicBezTo>
                    <a:pt x="191" y="886"/>
                    <a:pt x="191" y="886"/>
                    <a:pt x="191" y="886"/>
                  </a:cubicBezTo>
                  <a:cubicBezTo>
                    <a:pt x="193" y="885"/>
                    <a:pt x="194" y="884"/>
                    <a:pt x="195" y="883"/>
                  </a:cubicBezTo>
                  <a:cubicBezTo>
                    <a:pt x="215" y="866"/>
                    <a:pt x="225" y="865"/>
                    <a:pt x="241" y="881"/>
                  </a:cubicBezTo>
                  <a:cubicBezTo>
                    <a:pt x="242" y="883"/>
                    <a:pt x="243" y="884"/>
                    <a:pt x="245" y="885"/>
                  </a:cubicBezTo>
                  <a:cubicBezTo>
                    <a:pt x="244" y="883"/>
                    <a:pt x="244" y="883"/>
                    <a:pt x="244" y="883"/>
                  </a:cubicBezTo>
                  <a:cubicBezTo>
                    <a:pt x="283" y="786"/>
                    <a:pt x="226" y="710"/>
                    <a:pt x="216" y="699"/>
                  </a:cubicBezTo>
                  <a:cubicBezTo>
                    <a:pt x="201" y="701"/>
                    <a:pt x="186" y="704"/>
                    <a:pt x="172" y="709"/>
                  </a:cubicBezTo>
                  <a:cubicBezTo>
                    <a:pt x="167" y="711"/>
                    <a:pt x="162" y="713"/>
                    <a:pt x="157" y="715"/>
                  </a:cubicBezTo>
                  <a:cubicBezTo>
                    <a:pt x="157" y="716"/>
                    <a:pt x="157" y="717"/>
                    <a:pt x="156" y="718"/>
                  </a:cubicBezTo>
                  <a:cubicBezTo>
                    <a:pt x="156" y="718"/>
                    <a:pt x="214" y="798"/>
                    <a:pt x="191" y="885"/>
                  </a:cubicBezTo>
                  <a:close/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35">
              <a:extLst>
                <a:ext uri="{FF2B5EF4-FFF2-40B4-BE49-F238E27FC236}">
                  <a16:creationId xmlns:a16="http://schemas.microsoft.com/office/drawing/2014/main" id="{3C34DDCE-79B0-4F73-9C6C-C737B1323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961"/>
              <a:ext cx="18" cy="17"/>
            </a:xfrm>
            <a:custGeom>
              <a:avLst/>
              <a:gdLst>
                <a:gd name="T0" fmla="*/ 13 w 11"/>
                <a:gd name="T1" fmla="*/ 19 h 11"/>
                <a:gd name="T2" fmla="*/ 47 w 11"/>
                <a:gd name="T3" fmla="*/ 29 h 11"/>
                <a:gd name="T4" fmla="*/ 0 w 11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3" y="5"/>
                  </a:moveTo>
                  <a:cubicBezTo>
                    <a:pt x="2" y="0"/>
                    <a:pt x="11" y="1"/>
                    <a:pt x="11" y="8"/>
                  </a:cubicBezTo>
                  <a:cubicBezTo>
                    <a:pt x="7" y="8"/>
                    <a:pt x="2" y="11"/>
                    <a:pt x="0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36">
              <a:extLst>
                <a:ext uri="{FF2B5EF4-FFF2-40B4-BE49-F238E27FC236}">
                  <a16:creationId xmlns:a16="http://schemas.microsoft.com/office/drawing/2014/main" id="{FB914CDC-AEF0-4371-B447-EAC960EA1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972"/>
              <a:ext cx="14" cy="24"/>
            </a:xfrm>
            <a:custGeom>
              <a:avLst/>
              <a:gdLst>
                <a:gd name="T0" fmla="*/ 12 w 9"/>
                <a:gd name="T1" fmla="*/ 16 h 15"/>
                <a:gd name="T2" fmla="*/ 22 w 9"/>
                <a:gd name="T3" fmla="*/ 48 h 15"/>
                <a:gd name="T4" fmla="*/ 8 w 9"/>
                <a:gd name="T5" fmla="*/ 2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3" y="4"/>
                  </a:moveTo>
                  <a:cubicBezTo>
                    <a:pt x="0" y="6"/>
                    <a:pt x="2" y="15"/>
                    <a:pt x="6" y="12"/>
                  </a:cubicBezTo>
                  <a:cubicBezTo>
                    <a:pt x="9" y="10"/>
                    <a:pt x="5" y="0"/>
                    <a:pt x="2" y="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37">
              <a:extLst>
                <a:ext uri="{FF2B5EF4-FFF2-40B4-BE49-F238E27FC236}">
                  <a16:creationId xmlns:a16="http://schemas.microsoft.com/office/drawing/2014/main" id="{77464489-E5B1-4E29-9446-64889955F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994"/>
              <a:ext cx="13" cy="21"/>
            </a:xfrm>
            <a:custGeom>
              <a:avLst/>
              <a:gdLst>
                <a:gd name="T0" fmla="*/ 5 w 8"/>
                <a:gd name="T1" fmla="*/ 13 h 13"/>
                <a:gd name="T2" fmla="*/ 26 w 8"/>
                <a:gd name="T3" fmla="*/ 34 h 13"/>
                <a:gd name="T4" fmla="*/ 8 w 8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3"/>
                  </a:moveTo>
                  <a:cubicBezTo>
                    <a:pt x="0" y="6"/>
                    <a:pt x="4" y="13"/>
                    <a:pt x="6" y="8"/>
                  </a:cubicBezTo>
                  <a:cubicBezTo>
                    <a:pt x="8" y="4"/>
                    <a:pt x="2" y="0"/>
                    <a:pt x="2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38">
              <a:extLst>
                <a:ext uri="{FF2B5EF4-FFF2-40B4-BE49-F238E27FC236}">
                  <a16:creationId xmlns:a16="http://schemas.microsoft.com/office/drawing/2014/main" id="{48BB687C-BFE7-4430-AA49-CF22BAC11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991"/>
              <a:ext cx="18" cy="31"/>
            </a:xfrm>
            <a:custGeom>
              <a:avLst/>
              <a:gdLst>
                <a:gd name="T0" fmla="*/ 0 w 11"/>
                <a:gd name="T1" fmla="*/ 55 h 19"/>
                <a:gd name="T2" fmla="*/ 8 w 11"/>
                <a:gd name="T3" fmla="*/ 4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13"/>
                  </a:moveTo>
                  <a:cubicBezTo>
                    <a:pt x="11" y="19"/>
                    <a:pt x="1" y="0"/>
                    <a:pt x="2" y="1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39">
              <a:extLst>
                <a:ext uri="{FF2B5EF4-FFF2-40B4-BE49-F238E27FC236}">
                  <a16:creationId xmlns:a16="http://schemas.microsoft.com/office/drawing/2014/main" id="{00887A54-AEA5-4DC4-81EF-24C0C35AF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003"/>
              <a:ext cx="10" cy="14"/>
            </a:xfrm>
            <a:custGeom>
              <a:avLst/>
              <a:gdLst>
                <a:gd name="T0" fmla="*/ 0 w 6"/>
                <a:gd name="T1" fmla="*/ 14 h 9"/>
                <a:gd name="T2" fmla="*/ 8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4"/>
                  </a:moveTo>
                  <a:cubicBezTo>
                    <a:pt x="3" y="9"/>
                    <a:pt x="6" y="2"/>
                    <a:pt x="2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40">
              <a:extLst>
                <a:ext uri="{FF2B5EF4-FFF2-40B4-BE49-F238E27FC236}">
                  <a16:creationId xmlns:a16="http://schemas.microsoft.com/office/drawing/2014/main" id="{0B8DBC08-69B8-4073-9ECE-8461F58A1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941"/>
              <a:ext cx="21" cy="20"/>
            </a:xfrm>
            <a:custGeom>
              <a:avLst/>
              <a:gdLst>
                <a:gd name="T0" fmla="*/ 29 w 13"/>
                <a:gd name="T1" fmla="*/ 8 h 12"/>
                <a:gd name="T2" fmla="*/ 26 w 13"/>
                <a:gd name="T3" fmla="*/ 50 h 12"/>
                <a:gd name="T4" fmla="*/ 50 w 13"/>
                <a:gd name="T5" fmla="*/ 20 h 12"/>
                <a:gd name="T6" fmla="*/ 29 w 13"/>
                <a:gd name="T7" fmla="*/ 2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7" y="2"/>
                  </a:moveTo>
                  <a:cubicBezTo>
                    <a:pt x="2" y="0"/>
                    <a:pt x="0" y="9"/>
                    <a:pt x="6" y="11"/>
                  </a:cubicBezTo>
                  <a:cubicBezTo>
                    <a:pt x="9" y="12"/>
                    <a:pt x="13" y="8"/>
                    <a:pt x="12" y="4"/>
                  </a:cubicBezTo>
                  <a:cubicBezTo>
                    <a:pt x="11" y="0"/>
                    <a:pt x="7" y="2"/>
                    <a:pt x="7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41">
              <a:extLst>
                <a:ext uri="{FF2B5EF4-FFF2-40B4-BE49-F238E27FC236}">
                  <a16:creationId xmlns:a16="http://schemas.microsoft.com/office/drawing/2014/main" id="{4867BEDB-BBE2-4B80-8C01-FF5A1D88F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953"/>
              <a:ext cx="21" cy="22"/>
            </a:xfrm>
            <a:custGeom>
              <a:avLst/>
              <a:gdLst>
                <a:gd name="T0" fmla="*/ 8 w 13"/>
                <a:gd name="T1" fmla="*/ 14 h 14"/>
                <a:gd name="T2" fmla="*/ 0 w 13"/>
                <a:gd name="T3" fmla="*/ 13 h 14"/>
                <a:gd name="T4" fmla="*/ 26 w 13"/>
                <a:gd name="T5" fmla="*/ 49 h 14"/>
                <a:gd name="T6" fmla="*/ 0 w 13"/>
                <a:gd name="T7" fmla="*/ 3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2" y="4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7"/>
                    <a:pt x="0" y="14"/>
                    <a:pt x="6" y="13"/>
                  </a:cubicBezTo>
                  <a:cubicBezTo>
                    <a:pt x="13" y="11"/>
                    <a:pt x="6" y="0"/>
                    <a:pt x="0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42">
              <a:extLst>
                <a:ext uri="{FF2B5EF4-FFF2-40B4-BE49-F238E27FC236}">
                  <a16:creationId xmlns:a16="http://schemas.microsoft.com/office/drawing/2014/main" id="{AC09652D-A31F-42D4-9D2E-F6632ABDC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967"/>
              <a:ext cx="5" cy="5"/>
            </a:xfrm>
            <a:custGeom>
              <a:avLst/>
              <a:gdLst>
                <a:gd name="T0" fmla="*/ 5 w 3"/>
                <a:gd name="T1" fmla="*/ 13 h 3"/>
                <a:gd name="T2" fmla="*/ 8 w 3"/>
                <a:gd name="T3" fmla="*/ 5 h 3"/>
                <a:gd name="T4" fmla="*/ 0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2" y="2"/>
                    <a:pt x="3" y="2"/>
                    <a:pt x="2" y="1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43">
              <a:extLst>
                <a:ext uri="{FF2B5EF4-FFF2-40B4-BE49-F238E27FC236}">
                  <a16:creationId xmlns:a16="http://schemas.microsoft.com/office/drawing/2014/main" id="{470B5CB8-BC42-4EBC-8783-51A36D340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978"/>
              <a:ext cx="16" cy="16"/>
            </a:xfrm>
            <a:custGeom>
              <a:avLst/>
              <a:gdLst>
                <a:gd name="T0" fmla="*/ 16 w 10"/>
                <a:gd name="T1" fmla="*/ 21 h 10"/>
                <a:gd name="T2" fmla="*/ 13 w 10"/>
                <a:gd name="T3" fmla="*/ 13 h 10"/>
                <a:gd name="T4" fmla="*/ 16 w 10"/>
                <a:gd name="T5" fmla="*/ 34 h 10"/>
                <a:gd name="T6" fmla="*/ 5 w 10"/>
                <a:gd name="T7" fmla="*/ 2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5"/>
                  </a:moveTo>
                  <a:cubicBezTo>
                    <a:pt x="4" y="4"/>
                    <a:pt x="3" y="4"/>
                    <a:pt x="3" y="3"/>
                  </a:cubicBezTo>
                  <a:cubicBezTo>
                    <a:pt x="0" y="5"/>
                    <a:pt x="0" y="10"/>
                    <a:pt x="4" y="8"/>
                  </a:cubicBezTo>
                  <a:cubicBezTo>
                    <a:pt x="10" y="6"/>
                    <a:pt x="3" y="0"/>
                    <a:pt x="1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44">
              <a:extLst>
                <a:ext uri="{FF2B5EF4-FFF2-40B4-BE49-F238E27FC236}">
                  <a16:creationId xmlns:a16="http://schemas.microsoft.com/office/drawing/2014/main" id="{36831B3D-0D55-4F54-B416-81578083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1003"/>
              <a:ext cx="24" cy="30"/>
            </a:xfrm>
            <a:custGeom>
              <a:avLst/>
              <a:gdLst>
                <a:gd name="T0" fmla="*/ 21 w 15"/>
                <a:gd name="T1" fmla="*/ 33 h 19"/>
                <a:gd name="T2" fmla="*/ 21 w 15"/>
                <a:gd name="T3" fmla="*/ 69 h 19"/>
                <a:gd name="T4" fmla="*/ 0 w 15"/>
                <a:gd name="T5" fmla="*/ 4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5" y="8"/>
                  </a:moveTo>
                  <a:cubicBezTo>
                    <a:pt x="0" y="7"/>
                    <a:pt x="0" y="17"/>
                    <a:pt x="5" y="18"/>
                  </a:cubicBezTo>
                  <a:cubicBezTo>
                    <a:pt x="15" y="19"/>
                    <a:pt x="6" y="0"/>
                    <a:pt x="0" y="1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45">
              <a:extLst>
                <a:ext uri="{FF2B5EF4-FFF2-40B4-BE49-F238E27FC236}">
                  <a16:creationId xmlns:a16="http://schemas.microsoft.com/office/drawing/2014/main" id="{B95171CF-A561-465F-8491-35E78DBC2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033"/>
              <a:ext cx="13" cy="20"/>
            </a:xfrm>
            <a:custGeom>
              <a:avLst/>
              <a:gdLst>
                <a:gd name="T0" fmla="*/ 21 w 8"/>
                <a:gd name="T1" fmla="*/ 5 h 12"/>
                <a:gd name="T2" fmla="*/ 8 w 8"/>
                <a:gd name="T3" fmla="*/ 0 h 12"/>
                <a:gd name="T4" fmla="*/ 29 w 8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5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0" y="8"/>
                    <a:pt x="8" y="12"/>
                    <a:pt x="7" y="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46">
              <a:extLst>
                <a:ext uri="{FF2B5EF4-FFF2-40B4-BE49-F238E27FC236}">
                  <a16:creationId xmlns:a16="http://schemas.microsoft.com/office/drawing/2014/main" id="{CE9A8129-2C0A-499A-A61D-BDEE0B224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046"/>
              <a:ext cx="15" cy="16"/>
            </a:xfrm>
            <a:custGeom>
              <a:avLst/>
              <a:gdLst>
                <a:gd name="T0" fmla="*/ 8 w 9"/>
                <a:gd name="T1" fmla="*/ 29 h 10"/>
                <a:gd name="T2" fmla="*/ 22 w 9"/>
                <a:gd name="T3" fmla="*/ 29 h 10"/>
                <a:gd name="T4" fmla="*/ 0 w 9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7"/>
                  </a:moveTo>
                  <a:cubicBezTo>
                    <a:pt x="1" y="8"/>
                    <a:pt x="2" y="10"/>
                    <a:pt x="5" y="7"/>
                  </a:cubicBezTo>
                  <a:cubicBezTo>
                    <a:pt x="9" y="3"/>
                    <a:pt x="1" y="0"/>
                    <a:pt x="0" y="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47">
              <a:extLst>
                <a:ext uri="{FF2B5EF4-FFF2-40B4-BE49-F238E27FC236}">
                  <a16:creationId xmlns:a16="http://schemas.microsoft.com/office/drawing/2014/main" id="{84DFB73A-F122-4568-9F1C-DD77DE006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091"/>
              <a:ext cx="18" cy="29"/>
            </a:xfrm>
            <a:custGeom>
              <a:avLst/>
              <a:gdLst>
                <a:gd name="T0" fmla="*/ 0 w 11"/>
                <a:gd name="T1" fmla="*/ 34 h 18"/>
                <a:gd name="T2" fmla="*/ 8 w 11"/>
                <a:gd name="T3" fmla="*/ 1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0" y="8"/>
                  </a:moveTo>
                  <a:cubicBezTo>
                    <a:pt x="4" y="18"/>
                    <a:pt x="11" y="0"/>
                    <a:pt x="2" y="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48">
              <a:extLst>
                <a:ext uri="{FF2B5EF4-FFF2-40B4-BE49-F238E27FC236}">
                  <a16:creationId xmlns:a16="http://schemas.microsoft.com/office/drawing/2014/main" id="{2E17706E-C1D2-4E88-BE92-076ABF8BE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004"/>
              <a:ext cx="18" cy="15"/>
            </a:xfrm>
            <a:custGeom>
              <a:avLst/>
              <a:gdLst>
                <a:gd name="T0" fmla="*/ 21 w 11"/>
                <a:gd name="T1" fmla="*/ 22 h 9"/>
                <a:gd name="T2" fmla="*/ 18 w 11"/>
                <a:gd name="T3" fmla="*/ 28 h 9"/>
                <a:gd name="T4" fmla="*/ 29 w 11"/>
                <a:gd name="T5" fmla="*/ 42 h 9"/>
                <a:gd name="T6" fmla="*/ 0 w 11"/>
                <a:gd name="T7" fmla="*/ 2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5" y="5"/>
                  </a:moveTo>
                  <a:cubicBezTo>
                    <a:pt x="5" y="5"/>
                    <a:pt x="4" y="5"/>
                    <a:pt x="4" y="6"/>
                  </a:cubicBezTo>
                  <a:cubicBezTo>
                    <a:pt x="5" y="8"/>
                    <a:pt x="6" y="8"/>
                    <a:pt x="7" y="9"/>
                  </a:cubicBezTo>
                  <a:cubicBezTo>
                    <a:pt x="11" y="4"/>
                    <a:pt x="3" y="0"/>
                    <a:pt x="0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49">
              <a:extLst>
                <a:ext uri="{FF2B5EF4-FFF2-40B4-BE49-F238E27FC236}">
                  <a16:creationId xmlns:a16="http://schemas.microsoft.com/office/drawing/2014/main" id="{F31E74DC-B36B-41A3-BF2B-87A61B1D1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996"/>
              <a:ext cx="5" cy="5"/>
            </a:xfrm>
            <a:custGeom>
              <a:avLst/>
              <a:gdLst>
                <a:gd name="T0" fmla="*/ 13 w 3"/>
                <a:gd name="T1" fmla="*/ 0 h 3"/>
                <a:gd name="T2" fmla="*/ 0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50">
              <a:extLst>
                <a:ext uri="{FF2B5EF4-FFF2-40B4-BE49-F238E27FC236}">
                  <a16:creationId xmlns:a16="http://schemas.microsoft.com/office/drawing/2014/main" id="{38315EF3-750C-496B-8431-085C5189F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928"/>
              <a:ext cx="20" cy="20"/>
            </a:xfrm>
            <a:custGeom>
              <a:avLst/>
              <a:gdLst>
                <a:gd name="T0" fmla="*/ 0 w 12"/>
                <a:gd name="T1" fmla="*/ 20 h 12"/>
                <a:gd name="T2" fmla="*/ 42 w 12"/>
                <a:gd name="T3" fmla="*/ 33 h 12"/>
                <a:gd name="T4" fmla="*/ 8 w 12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4"/>
                  </a:moveTo>
                  <a:cubicBezTo>
                    <a:pt x="2" y="7"/>
                    <a:pt x="7" y="12"/>
                    <a:pt x="9" y="7"/>
                  </a:cubicBezTo>
                  <a:cubicBezTo>
                    <a:pt x="12" y="0"/>
                    <a:pt x="4" y="1"/>
                    <a:pt x="2" y="7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51">
              <a:extLst>
                <a:ext uri="{FF2B5EF4-FFF2-40B4-BE49-F238E27FC236}">
                  <a16:creationId xmlns:a16="http://schemas.microsoft.com/office/drawing/2014/main" id="{1175EAB1-733E-4AD9-B659-D3A2E5B7A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959"/>
              <a:ext cx="14" cy="26"/>
            </a:xfrm>
            <a:custGeom>
              <a:avLst/>
              <a:gdLst>
                <a:gd name="T0" fmla="*/ 19 w 9"/>
                <a:gd name="T1" fmla="*/ 29 h 16"/>
                <a:gd name="T2" fmla="*/ 0 w 9"/>
                <a:gd name="T3" fmla="*/ 55 h 16"/>
                <a:gd name="T4" fmla="*/ 8 w 9"/>
                <a:gd name="T5" fmla="*/ 3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5" y="7"/>
                  </a:moveTo>
                  <a:cubicBezTo>
                    <a:pt x="1" y="5"/>
                    <a:pt x="0" y="10"/>
                    <a:pt x="0" y="13"/>
                  </a:cubicBezTo>
                  <a:cubicBezTo>
                    <a:pt x="9" y="16"/>
                    <a:pt x="7" y="0"/>
                    <a:pt x="2" y="8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52">
              <a:extLst>
                <a:ext uri="{FF2B5EF4-FFF2-40B4-BE49-F238E27FC236}">
                  <a16:creationId xmlns:a16="http://schemas.microsoft.com/office/drawing/2014/main" id="{7B5AB407-ABE5-42BE-9961-48ED8D417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990"/>
              <a:ext cx="18" cy="27"/>
            </a:xfrm>
            <a:custGeom>
              <a:avLst/>
              <a:gdLst>
                <a:gd name="T0" fmla="*/ 13 w 11"/>
                <a:gd name="T1" fmla="*/ 25 h 17"/>
                <a:gd name="T2" fmla="*/ 41 w 11"/>
                <a:gd name="T3" fmla="*/ 16 h 17"/>
                <a:gd name="T4" fmla="*/ 13 w 11"/>
                <a:gd name="T5" fmla="*/ 4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3" y="6"/>
                  </a:moveTo>
                  <a:cubicBezTo>
                    <a:pt x="0" y="4"/>
                    <a:pt x="6" y="0"/>
                    <a:pt x="9" y="4"/>
                  </a:cubicBezTo>
                  <a:cubicBezTo>
                    <a:pt x="11" y="7"/>
                    <a:pt x="5" y="17"/>
                    <a:pt x="3" y="12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53">
              <a:extLst>
                <a:ext uri="{FF2B5EF4-FFF2-40B4-BE49-F238E27FC236}">
                  <a16:creationId xmlns:a16="http://schemas.microsoft.com/office/drawing/2014/main" id="{4F26E944-C20B-4D76-A9F1-CC261A2C3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946"/>
              <a:ext cx="14" cy="15"/>
            </a:xfrm>
            <a:custGeom>
              <a:avLst/>
              <a:gdLst>
                <a:gd name="T0" fmla="*/ 8 w 9"/>
                <a:gd name="T1" fmla="*/ 28 h 9"/>
                <a:gd name="T2" fmla="*/ 22 w 9"/>
                <a:gd name="T3" fmla="*/ 8 h 9"/>
                <a:gd name="T4" fmla="*/ 14 w 9"/>
                <a:gd name="T5" fmla="*/ 4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2" y="6"/>
                  </a:moveTo>
                  <a:cubicBezTo>
                    <a:pt x="0" y="4"/>
                    <a:pt x="3" y="0"/>
                    <a:pt x="6" y="2"/>
                  </a:cubicBezTo>
                  <a:cubicBezTo>
                    <a:pt x="9" y="3"/>
                    <a:pt x="6" y="8"/>
                    <a:pt x="4" y="9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54">
              <a:extLst>
                <a:ext uri="{FF2B5EF4-FFF2-40B4-BE49-F238E27FC236}">
                  <a16:creationId xmlns:a16="http://schemas.microsoft.com/office/drawing/2014/main" id="{80C53B23-3203-43A4-B3CD-14841BCE5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941"/>
              <a:ext cx="18" cy="16"/>
            </a:xfrm>
            <a:custGeom>
              <a:avLst/>
              <a:gdLst>
                <a:gd name="T0" fmla="*/ 18 w 11"/>
                <a:gd name="T1" fmla="*/ 13 h 10"/>
                <a:gd name="T2" fmla="*/ 29 w 11"/>
                <a:gd name="T3" fmla="*/ 29 h 10"/>
                <a:gd name="T4" fmla="*/ 0 w 11"/>
                <a:gd name="T5" fmla="*/ 2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3"/>
                  </a:moveTo>
                  <a:cubicBezTo>
                    <a:pt x="3" y="6"/>
                    <a:pt x="5" y="10"/>
                    <a:pt x="7" y="7"/>
                  </a:cubicBezTo>
                  <a:cubicBezTo>
                    <a:pt x="11" y="2"/>
                    <a:pt x="2" y="0"/>
                    <a:pt x="0" y="6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55">
              <a:extLst>
                <a:ext uri="{FF2B5EF4-FFF2-40B4-BE49-F238E27FC236}">
                  <a16:creationId xmlns:a16="http://schemas.microsoft.com/office/drawing/2014/main" id="{E1980D39-F38C-4EFF-8EBA-1495B5CA2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953"/>
              <a:ext cx="11" cy="14"/>
            </a:xfrm>
            <a:custGeom>
              <a:avLst/>
              <a:gdLst>
                <a:gd name="T0" fmla="*/ 0 w 7"/>
                <a:gd name="T1" fmla="*/ 14 h 9"/>
                <a:gd name="T2" fmla="*/ 14 w 7"/>
                <a:gd name="T3" fmla="*/ 22 h 9"/>
                <a:gd name="T4" fmla="*/ 0 w 7"/>
                <a:gd name="T5" fmla="*/ 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0" y="7"/>
                    <a:pt x="2" y="9"/>
                    <a:pt x="4" y="6"/>
                  </a:cubicBezTo>
                  <a:cubicBezTo>
                    <a:pt x="7" y="3"/>
                    <a:pt x="1" y="0"/>
                    <a:pt x="0" y="5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56">
              <a:extLst>
                <a:ext uri="{FF2B5EF4-FFF2-40B4-BE49-F238E27FC236}">
                  <a16:creationId xmlns:a16="http://schemas.microsoft.com/office/drawing/2014/main" id="{AE5BD927-6462-4D71-97BA-AB6A36C1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964"/>
              <a:ext cx="12" cy="16"/>
            </a:xfrm>
            <a:custGeom>
              <a:avLst/>
              <a:gdLst>
                <a:gd name="T0" fmla="*/ 5 w 7"/>
                <a:gd name="T1" fmla="*/ 26 h 10"/>
                <a:gd name="T2" fmla="*/ 26 w 7"/>
                <a:gd name="T3" fmla="*/ 42 h 10"/>
                <a:gd name="T4" fmla="*/ 0 w 7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6"/>
                  </a:moveTo>
                  <a:cubicBezTo>
                    <a:pt x="2" y="8"/>
                    <a:pt x="3" y="9"/>
                    <a:pt x="5" y="10"/>
                  </a:cubicBezTo>
                  <a:cubicBezTo>
                    <a:pt x="7" y="6"/>
                    <a:pt x="4" y="0"/>
                    <a:pt x="0" y="4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57">
              <a:extLst>
                <a:ext uri="{FF2B5EF4-FFF2-40B4-BE49-F238E27FC236}">
                  <a16:creationId xmlns:a16="http://schemas.microsoft.com/office/drawing/2014/main" id="{19F56A58-B1AD-4F1D-BEC5-D27C57325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923"/>
              <a:ext cx="8" cy="9"/>
            </a:xfrm>
            <a:custGeom>
              <a:avLst/>
              <a:gdLst>
                <a:gd name="T0" fmla="*/ 0 w 5"/>
                <a:gd name="T1" fmla="*/ 13 h 5"/>
                <a:gd name="T2" fmla="*/ 5 w 5"/>
                <a:gd name="T3" fmla="*/ 29 h 5"/>
                <a:gd name="T4" fmla="*/ 21 w 5"/>
                <a:gd name="T5" fmla="*/ 0 h 5"/>
                <a:gd name="T6" fmla="*/ 5 w 5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3"/>
                    <a:pt x="1" y="4"/>
                    <a:pt x="1" y="5"/>
                  </a:cubicBezTo>
                  <a:cubicBezTo>
                    <a:pt x="3" y="4"/>
                    <a:pt x="5" y="2"/>
                    <a:pt x="5" y="0"/>
                  </a:cubicBezTo>
                  <a:cubicBezTo>
                    <a:pt x="2" y="0"/>
                    <a:pt x="1" y="2"/>
                    <a:pt x="1" y="5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58">
              <a:extLst>
                <a:ext uri="{FF2B5EF4-FFF2-40B4-BE49-F238E27FC236}">
                  <a16:creationId xmlns:a16="http://schemas.microsoft.com/office/drawing/2014/main" id="{1739194F-E4B7-47DC-B445-0B88E9CD1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972"/>
              <a:ext cx="11" cy="18"/>
            </a:xfrm>
            <a:custGeom>
              <a:avLst/>
              <a:gdLst>
                <a:gd name="T0" fmla="*/ 5 w 7"/>
                <a:gd name="T1" fmla="*/ 21 h 11"/>
                <a:gd name="T2" fmla="*/ 5 w 7"/>
                <a:gd name="T3" fmla="*/ 47 h 11"/>
                <a:gd name="T4" fmla="*/ 5 w 7"/>
                <a:gd name="T5" fmla="*/ 2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5"/>
                  </a:moveTo>
                  <a:cubicBezTo>
                    <a:pt x="0" y="7"/>
                    <a:pt x="0" y="9"/>
                    <a:pt x="1" y="11"/>
                  </a:cubicBezTo>
                  <a:cubicBezTo>
                    <a:pt x="7" y="11"/>
                    <a:pt x="3" y="0"/>
                    <a:pt x="1" y="6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59">
              <a:extLst>
                <a:ext uri="{FF2B5EF4-FFF2-40B4-BE49-F238E27FC236}">
                  <a16:creationId xmlns:a16="http://schemas.microsoft.com/office/drawing/2014/main" id="{29E1C414-2389-4915-A9CE-1A94FB001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017"/>
              <a:ext cx="15" cy="16"/>
            </a:xfrm>
            <a:custGeom>
              <a:avLst/>
              <a:gdLst>
                <a:gd name="T0" fmla="*/ 33 w 9"/>
                <a:gd name="T1" fmla="*/ 5 h 10"/>
                <a:gd name="T2" fmla="*/ 42 w 9"/>
                <a:gd name="T3" fmla="*/ 5 h 10"/>
                <a:gd name="T4" fmla="*/ 20 w 9"/>
                <a:gd name="T5" fmla="*/ 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1"/>
                  </a:moveTo>
                  <a:cubicBezTo>
                    <a:pt x="0" y="4"/>
                    <a:pt x="7" y="10"/>
                    <a:pt x="9" y="1"/>
                  </a:cubicBezTo>
                  <a:cubicBezTo>
                    <a:pt x="7" y="0"/>
                    <a:pt x="5" y="1"/>
                    <a:pt x="4" y="3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60">
              <a:extLst>
                <a:ext uri="{FF2B5EF4-FFF2-40B4-BE49-F238E27FC236}">
                  <a16:creationId xmlns:a16="http://schemas.microsoft.com/office/drawing/2014/main" id="{0376402B-AF70-4D4F-B109-11553A4FA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988"/>
              <a:ext cx="8" cy="19"/>
            </a:xfrm>
            <a:custGeom>
              <a:avLst/>
              <a:gdLst>
                <a:gd name="T0" fmla="*/ 5 w 5"/>
                <a:gd name="T1" fmla="*/ 33 h 12"/>
                <a:gd name="T2" fmla="*/ 21 w 5"/>
                <a:gd name="T3" fmla="*/ 25 h 12"/>
                <a:gd name="T4" fmla="*/ 0 w 5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1" y="8"/>
                  </a:moveTo>
                  <a:cubicBezTo>
                    <a:pt x="3" y="12"/>
                    <a:pt x="5" y="10"/>
                    <a:pt x="5" y="6"/>
                  </a:cubicBezTo>
                  <a:cubicBezTo>
                    <a:pt x="4" y="0"/>
                    <a:pt x="0" y="4"/>
                    <a:pt x="0" y="8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61">
              <a:extLst>
                <a:ext uri="{FF2B5EF4-FFF2-40B4-BE49-F238E27FC236}">
                  <a16:creationId xmlns:a16="http://schemas.microsoft.com/office/drawing/2014/main" id="{559BBC20-42FB-476D-A37A-B3DB77F2A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001"/>
              <a:ext cx="10" cy="14"/>
            </a:xfrm>
            <a:custGeom>
              <a:avLst/>
              <a:gdLst>
                <a:gd name="T0" fmla="*/ 5 w 6"/>
                <a:gd name="T1" fmla="*/ 34 h 9"/>
                <a:gd name="T2" fmla="*/ 0 w 6"/>
                <a:gd name="T3" fmla="*/ 2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1" y="9"/>
                  </a:moveTo>
                  <a:cubicBezTo>
                    <a:pt x="6" y="7"/>
                    <a:pt x="1" y="0"/>
                    <a:pt x="0" y="6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62">
              <a:extLst>
                <a:ext uri="{FF2B5EF4-FFF2-40B4-BE49-F238E27FC236}">
                  <a16:creationId xmlns:a16="http://schemas.microsoft.com/office/drawing/2014/main" id="{DBC71266-05FF-491B-99A4-C9F920F64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998"/>
              <a:ext cx="7" cy="5"/>
            </a:xfrm>
            <a:custGeom>
              <a:avLst/>
              <a:gdLst>
                <a:gd name="T0" fmla="*/ 0 w 4"/>
                <a:gd name="T1" fmla="*/ 5 h 3"/>
                <a:gd name="T2" fmla="*/ 7 w 4"/>
                <a:gd name="T3" fmla="*/ 13 h 3"/>
                <a:gd name="T4" fmla="*/ 21 w 4"/>
                <a:gd name="T5" fmla="*/ 0 h 3"/>
                <a:gd name="T6" fmla="*/ 12 w 4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3" y="3"/>
                    <a:pt x="3" y="2"/>
                    <a:pt x="4" y="0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63">
              <a:extLst>
                <a:ext uri="{FF2B5EF4-FFF2-40B4-BE49-F238E27FC236}">
                  <a16:creationId xmlns:a16="http://schemas.microsoft.com/office/drawing/2014/main" id="{CD2D30A7-2C38-46A0-AE75-35D914AB9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944"/>
              <a:ext cx="13" cy="12"/>
            </a:xfrm>
            <a:custGeom>
              <a:avLst/>
              <a:gdLst>
                <a:gd name="T0" fmla="*/ 8 w 8"/>
                <a:gd name="T1" fmla="*/ 0 h 7"/>
                <a:gd name="T2" fmla="*/ 13 w 8"/>
                <a:gd name="T3" fmla="*/ 29 h 7"/>
                <a:gd name="T4" fmla="*/ 1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1" y="2"/>
                    <a:pt x="0" y="7"/>
                    <a:pt x="3" y="6"/>
                  </a:cubicBezTo>
                  <a:cubicBezTo>
                    <a:pt x="7" y="5"/>
                    <a:pt x="8" y="0"/>
                    <a:pt x="3" y="0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64">
              <a:extLst>
                <a:ext uri="{FF2B5EF4-FFF2-40B4-BE49-F238E27FC236}">
                  <a16:creationId xmlns:a16="http://schemas.microsoft.com/office/drawing/2014/main" id="{AA7974F5-9F11-4850-B732-B6C7F8691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886"/>
              <a:ext cx="18" cy="20"/>
            </a:xfrm>
            <a:custGeom>
              <a:avLst/>
              <a:gdLst>
                <a:gd name="T0" fmla="*/ 5 w 11"/>
                <a:gd name="T1" fmla="*/ 28 h 12"/>
                <a:gd name="T2" fmla="*/ 29 w 11"/>
                <a:gd name="T3" fmla="*/ 42 h 12"/>
                <a:gd name="T4" fmla="*/ 0 w 11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6"/>
                  </a:moveTo>
                  <a:cubicBezTo>
                    <a:pt x="1" y="9"/>
                    <a:pt x="4" y="12"/>
                    <a:pt x="7" y="9"/>
                  </a:cubicBezTo>
                  <a:cubicBezTo>
                    <a:pt x="11" y="5"/>
                    <a:pt x="2" y="0"/>
                    <a:pt x="0" y="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65">
              <a:extLst>
                <a:ext uri="{FF2B5EF4-FFF2-40B4-BE49-F238E27FC236}">
                  <a16:creationId xmlns:a16="http://schemas.microsoft.com/office/drawing/2014/main" id="{9EB89818-0643-4C95-97B0-1EAABB061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888"/>
              <a:ext cx="13" cy="21"/>
            </a:xfrm>
            <a:custGeom>
              <a:avLst/>
              <a:gdLst>
                <a:gd name="T0" fmla="*/ 8 w 8"/>
                <a:gd name="T1" fmla="*/ 29 h 13"/>
                <a:gd name="T2" fmla="*/ 0 w 8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2" y="7"/>
                  </a:moveTo>
                  <a:cubicBezTo>
                    <a:pt x="8" y="13"/>
                    <a:pt x="7" y="0"/>
                    <a:pt x="0" y="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66">
              <a:extLst>
                <a:ext uri="{FF2B5EF4-FFF2-40B4-BE49-F238E27FC236}">
                  <a16:creationId xmlns:a16="http://schemas.microsoft.com/office/drawing/2014/main" id="{40FA7D41-4F71-49B5-A35A-DD13D87C4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917"/>
              <a:ext cx="17" cy="18"/>
            </a:xfrm>
            <a:custGeom>
              <a:avLst/>
              <a:gdLst>
                <a:gd name="T0" fmla="*/ 9 w 10"/>
                <a:gd name="T1" fmla="*/ 26 h 11"/>
                <a:gd name="T2" fmla="*/ 41 w 10"/>
                <a:gd name="T3" fmla="*/ 34 h 11"/>
                <a:gd name="T4" fmla="*/ 0 w 10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2" y="6"/>
                  </a:moveTo>
                  <a:cubicBezTo>
                    <a:pt x="2" y="9"/>
                    <a:pt x="7" y="11"/>
                    <a:pt x="8" y="8"/>
                  </a:cubicBezTo>
                  <a:cubicBezTo>
                    <a:pt x="10" y="4"/>
                    <a:pt x="1" y="0"/>
                    <a:pt x="0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67">
              <a:extLst>
                <a:ext uri="{FF2B5EF4-FFF2-40B4-BE49-F238E27FC236}">
                  <a16:creationId xmlns:a16="http://schemas.microsoft.com/office/drawing/2014/main" id="{481B9F85-A1D1-4E2E-8088-52C513B22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888"/>
              <a:ext cx="11" cy="13"/>
            </a:xfrm>
            <a:custGeom>
              <a:avLst/>
              <a:gdLst>
                <a:gd name="T0" fmla="*/ 0 w 7"/>
                <a:gd name="T1" fmla="*/ 8 h 8"/>
                <a:gd name="T2" fmla="*/ 20 w 7"/>
                <a:gd name="T3" fmla="*/ 21 h 8"/>
                <a:gd name="T4" fmla="*/ 0 w 7"/>
                <a:gd name="T5" fmla="*/ 2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0" y="4"/>
                    <a:pt x="3" y="8"/>
                    <a:pt x="5" y="5"/>
                  </a:cubicBezTo>
                  <a:cubicBezTo>
                    <a:pt x="7" y="1"/>
                    <a:pt x="1" y="0"/>
                    <a:pt x="0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68">
              <a:extLst>
                <a:ext uri="{FF2B5EF4-FFF2-40B4-BE49-F238E27FC236}">
                  <a16:creationId xmlns:a16="http://schemas.microsoft.com/office/drawing/2014/main" id="{D7B47587-8395-467C-991F-4EE7990D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940"/>
              <a:ext cx="14" cy="17"/>
            </a:xfrm>
            <a:custGeom>
              <a:avLst/>
              <a:gdLst>
                <a:gd name="T0" fmla="*/ 8 w 9"/>
                <a:gd name="T1" fmla="*/ 22 h 11"/>
                <a:gd name="T2" fmla="*/ 26 w 9"/>
                <a:gd name="T3" fmla="*/ 29 h 11"/>
                <a:gd name="T4" fmla="*/ 0 w 9"/>
                <a:gd name="T5" fmla="*/ 1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6"/>
                  </a:moveTo>
                  <a:cubicBezTo>
                    <a:pt x="2" y="9"/>
                    <a:pt x="5" y="11"/>
                    <a:pt x="7" y="8"/>
                  </a:cubicBezTo>
                  <a:cubicBezTo>
                    <a:pt x="9" y="3"/>
                    <a:pt x="3" y="0"/>
                    <a:pt x="0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69">
              <a:extLst>
                <a:ext uri="{FF2B5EF4-FFF2-40B4-BE49-F238E27FC236}">
                  <a16:creationId xmlns:a16="http://schemas.microsoft.com/office/drawing/2014/main" id="{C6338CAA-AA39-441A-A6A3-06B8C903F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911"/>
              <a:ext cx="15" cy="16"/>
            </a:xfrm>
            <a:custGeom>
              <a:avLst/>
              <a:gdLst>
                <a:gd name="T0" fmla="*/ 13 w 9"/>
                <a:gd name="T1" fmla="*/ 21 h 10"/>
                <a:gd name="T2" fmla="*/ 28 w 9"/>
                <a:gd name="T3" fmla="*/ 29 h 10"/>
                <a:gd name="T4" fmla="*/ 0 w 9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5"/>
                  </a:moveTo>
                  <a:cubicBezTo>
                    <a:pt x="2" y="8"/>
                    <a:pt x="5" y="10"/>
                    <a:pt x="6" y="7"/>
                  </a:cubicBezTo>
                  <a:cubicBezTo>
                    <a:pt x="9" y="2"/>
                    <a:pt x="3" y="0"/>
                    <a:pt x="0" y="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70">
              <a:extLst>
                <a:ext uri="{FF2B5EF4-FFF2-40B4-BE49-F238E27FC236}">
                  <a16:creationId xmlns:a16="http://schemas.microsoft.com/office/drawing/2014/main" id="{E41CA31F-19E1-435B-A2A1-CF824FF0F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964"/>
              <a:ext cx="11" cy="19"/>
            </a:xfrm>
            <a:custGeom>
              <a:avLst/>
              <a:gdLst>
                <a:gd name="T0" fmla="*/ 0 w 7"/>
                <a:gd name="T1" fmla="*/ 25 h 12"/>
                <a:gd name="T2" fmla="*/ 14 w 7"/>
                <a:gd name="T3" fmla="*/ 35 h 12"/>
                <a:gd name="T4" fmla="*/ 0 w 7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6"/>
                  </a:moveTo>
                  <a:cubicBezTo>
                    <a:pt x="1" y="8"/>
                    <a:pt x="2" y="12"/>
                    <a:pt x="4" y="9"/>
                  </a:cubicBezTo>
                  <a:cubicBezTo>
                    <a:pt x="7" y="6"/>
                    <a:pt x="0" y="0"/>
                    <a:pt x="0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71">
              <a:extLst>
                <a:ext uri="{FF2B5EF4-FFF2-40B4-BE49-F238E27FC236}">
                  <a16:creationId xmlns:a16="http://schemas.microsoft.com/office/drawing/2014/main" id="{6E829394-DEDC-4611-84E2-F00239EB2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949"/>
              <a:ext cx="8" cy="13"/>
            </a:xfrm>
            <a:custGeom>
              <a:avLst/>
              <a:gdLst>
                <a:gd name="T0" fmla="*/ 8 w 5"/>
                <a:gd name="T1" fmla="*/ 18 h 8"/>
                <a:gd name="T2" fmla="*/ 21 w 5"/>
                <a:gd name="T3" fmla="*/ 18 h 8"/>
                <a:gd name="T4" fmla="*/ 0 w 5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4"/>
                  </a:moveTo>
                  <a:cubicBezTo>
                    <a:pt x="0" y="8"/>
                    <a:pt x="4" y="7"/>
                    <a:pt x="5" y="4"/>
                  </a:cubicBezTo>
                  <a:cubicBezTo>
                    <a:pt x="5" y="0"/>
                    <a:pt x="0" y="2"/>
                    <a:pt x="0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72">
              <a:extLst>
                <a:ext uri="{FF2B5EF4-FFF2-40B4-BE49-F238E27FC236}">
                  <a16:creationId xmlns:a16="http://schemas.microsoft.com/office/drawing/2014/main" id="{721C688D-6604-4338-969F-6DB9FF697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949"/>
              <a:ext cx="6" cy="5"/>
            </a:xfrm>
            <a:custGeom>
              <a:avLst/>
              <a:gdLst>
                <a:gd name="T0" fmla="*/ 0 w 4"/>
                <a:gd name="T1" fmla="*/ 5 h 3"/>
                <a:gd name="T2" fmla="*/ 14 w 4"/>
                <a:gd name="T3" fmla="*/ 0 h 3"/>
                <a:gd name="T4" fmla="*/ 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3"/>
                    <a:pt x="4" y="3"/>
                    <a:pt x="4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73">
              <a:extLst>
                <a:ext uri="{FF2B5EF4-FFF2-40B4-BE49-F238E27FC236}">
                  <a16:creationId xmlns:a16="http://schemas.microsoft.com/office/drawing/2014/main" id="{9E1E7849-333E-4A37-88C8-05CF3A62E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896"/>
              <a:ext cx="10" cy="8"/>
            </a:xfrm>
            <a:custGeom>
              <a:avLst/>
              <a:gdLst>
                <a:gd name="T0" fmla="*/ 8 w 6"/>
                <a:gd name="T1" fmla="*/ 13 h 5"/>
                <a:gd name="T2" fmla="*/ 8 w 6"/>
                <a:gd name="T3" fmla="*/ 21 h 5"/>
                <a:gd name="T4" fmla="*/ 0 w 6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4"/>
                    <a:pt x="2" y="4"/>
                    <a:pt x="2" y="5"/>
                  </a:cubicBezTo>
                  <a:cubicBezTo>
                    <a:pt x="6" y="5"/>
                    <a:pt x="4" y="0"/>
                    <a:pt x="0" y="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74">
              <a:extLst>
                <a:ext uri="{FF2B5EF4-FFF2-40B4-BE49-F238E27FC236}">
                  <a16:creationId xmlns:a16="http://schemas.microsoft.com/office/drawing/2014/main" id="{16F233E0-5B81-42A6-AD15-5498D59A9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975"/>
              <a:ext cx="17" cy="16"/>
            </a:xfrm>
            <a:custGeom>
              <a:avLst/>
              <a:gdLst>
                <a:gd name="T0" fmla="*/ 9 w 10"/>
                <a:gd name="T1" fmla="*/ 21 h 10"/>
                <a:gd name="T2" fmla="*/ 34 w 10"/>
                <a:gd name="T3" fmla="*/ 26 h 10"/>
                <a:gd name="T4" fmla="*/ 0 w 10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2" y="5"/>
                  </a:moveTo>
                  <a:cubicBezTo>
                    <a:pt x="2" y="8"/>
                    <a:pt x="6" y="10"/>
                    <a:pt x="7" y="6"/>
                  </a:cubicBezTo>
                  <a:cubicBezTo>
                    <a:pt x="10" y="0"/>
                    <a:pt x="2" y="2"/>
                    <a:pt x="0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75">
              <a:extLst>
                <a:ext uri="{FF2B5EF4-FFF2-40B4-BE49-F238E27FC236}">
                  <a16:creationId xmlns:a16="http://schemas.microsoft.com/office/drawing/2014/main" id="{7DEC7303-9992-4E93-89E4-94364C1BA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982"/>
              <a:ext cx="12" cy="17"/>
            </a:xfrm>
            <a:custGeom>
              <a:avLst/>
              <a:gdLst>
                <a:gd name="T0" fmla="*/ 0 w 7"/>
                <a:gd name="T1" fmla="*/ 26 h 11"/>
                <a:gd name="T2" fmla="*/ 29 w 7"/>
                <a:gd name="T3" fmla="*/ 19 h 11"/>
                <a:gd name="T4" fmla="*/ 5 w 7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7"/>
                  </a:moveTo>
                  <a:cubicBezTo>
                    <a:pt x="1" y="11"/>
                    <a:pt x="7" y="7"/>
                    <a:pt x="6" y="5"/>
                  </a:cubicBezTo>
                  <a:cubicBezTo>
                    <a:pt x="5" y="0"/>
                    <a:pt x="0" y="4"/>
                    <a:pt x="1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76">
              <a:extLst>
                <a:ext uri="{FF2B5EF4-FFF2-40B4-BE49-F238E27FC236}">
                  <a16:creationId xmlns:a16="http://schemas.microsoft.com/office/drawing/2014/main" id="{B071548C-D5A3-47FB-8EAF-D3C58958F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007"/>
              <a:ext cx="11" cy="13"/>
            </a:xfrm>
            <a:custGeom>
              <a:avLst/>
              <a:gdLst>
                <a:gd name="T0" fmla="*/ 0 w 7"/>
                <a:gd name="T1" fmla="*/ 0 h 8"/>
                <a:gd name="T2" fmla="*/ 22 w 7"/>
                <a:gd name="T3" fmla="*/ 18 h 8"/>
                <a:gd name="T4" fmla="*/ 0 w 7"/>
                <a:gd name="T5" fmla="*/ 2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3"/>
                    <a:pt x="4" y="8"/>
                    <a:pt x="6" y="4"/>
                  </a:cubicBezTo>
                  <a:cubicBezTo>
                    <a:pt x="7" y="0"/>
                    <a:pt x="1" y="2"/>
                    <a:pt x="0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77">
              <a:extLst>
                <a:ext uri="{FF2B5EF4-FFF2-40B4-BE49-F238E27FC236}">
                  <a16:creationId xmlns:a16="http://schemas.microsoft.com/office/drawing/2014/main" id="{0932BA5A-5F7C-4A75-8640-B848E35D9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953"/>
              <a:ext cx="7" cy="8"/>
            </a:xfrm>
            <a:custGeom>
              <a:avLst/>
              <a:gdLst>
                <a:gd name="T0" fmla="*/ 0 w 4"/>
                <a:gd name="T1" fmla="*/ 8 h 5"/>
                <a:gd name="T2" fmla="*/ 7 w 4"/>
                <a:gd name="T3" fmla="*/ 21 h 5"/>
                <a:gd name="T4" fmla="*/ 12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78">
              <a:extLst>
                <a:ext uri="{FF2B5EF4-FFF2-40B4-BE49-F238E27FC236}">
                  <a16:creationId xmlns:a16="http://schemas.microsoft.com/office/drawing/2014/main" id="{76A4C26D-D9F0-4FF4-A7E5-7E5033526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882"/>
              <a:ext cx="6" cy="6"/>
            </a:xfrm>
            <a:custGeom>
              <a:avLst/>
              <a:gdLst>
                <a:gd name="T0" fmla="*/ 0 w 4"/>
                <a:gd name="T1" fmla="*/ 5 h 4"/>
                <a:gd name="T2" fmla="*/ 0 w 4"/>
                <a:gd name="T3" fmla="*/ 14 h 4"/>
                <a:gd name="T4" fmla="*/ 14 w 4"/>
                <a:gd name="T5" fmla="*/ 8 h 4"/>
                <a:gd name="T6" fmla="*/ 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79">
              <a:extLst>
                <a:ext uri="{FF2B5EF4-FFF2-40B4-BE49-F238E27FC236}">
                  <a16:creationId xmlns:a16="http://schemas.microsoft.com/office/drawing/2014/main" id="{4623451D-A7B0-4C4D-AAEC-10DEF19E2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883"/>
              <a:ext cx="2" cy="3"/>
            </a:xfrm>
            <a:custGeom>
              <a:avLst/>
              <a:gdLst>
                <a:gd name="T0" fmla="*/ 8 w 1"/>
                <a:gd name="T1" fmla="*/ 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1" y="0"/>
                    <a:pt x="0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80">
              <a:extLst>
                <a:ext uri="{FF2B5EF4-FFF2-40B4-BE49-F238E27FC236}">
                  <a16:creationId xmlns:a16="http://schemas.microsoft.com/office/drawing/2014/main" id="{9D3803EB-4FB0-4ABD-8013-0D8054F76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890"/>
              <a:ext cx="18" cy="32"/>
            </a:xfrm>
            <a:custGeom>
              <a:avLst/>
              <a:gdLst>
                <a:gd name="T0" fmla="*/ 41 w 11"/>
                <a:gd name="T1" fmla="*/ 21 h 20"/>
                <a:gd name="T2" fmla="*/ 13 w 11"/>
                <a:gd name="T3" fmla="*/ 48 h 20"/>
                <a:gd name="T4" fmla="*/ 21 w 11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9" y="5"/>
                  </a:moveTo>
                  <a:cubicBezTo>
                    <a:pt x="6" y="6"/>
                    <a:pt x="0" y="8"/>
                    <a:pt x="3" y="12"/>
                  </a:cubicBezTo>
                  <a:cubicBezTo>
                    <a:pt x="10" y="20"/>
                    <a:pt x="11" y="0"/>
                    <a:pt x="5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81">
              <a:extLst>
                <a:ext uri="{FF2B5EF4-FFF2-40B4-BE49-F238E27FC236}">
                  <a16:creationId xmlns:a16="http://schemas.microsoft.com/office/drawing/2014/main" id="{485F3F76-8894-4D6F-9E30-F04A04C3F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953"/>
              <a:ext cx="16" cy="16"/>
            </a:xfrm>
            <a:custGeom>
              <a:avLst/>
              <a:gdLst>
                <a:gd name="T0" fmla="*/ 8 w 10"/>
                <a:gd name="T1" fmla="*/ 0 h 10"/>
                <a:gd name="T2" fmla="*/ 16 w 10"/>
                <a:gd name="T3" fmla="*/ 34 h 10"/>
                <a:gd name="T4" fmla="*/ 16 w 10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0" y="2"/>
                    <a:pt x="1" y="8"/>
                    <a:pt x="4" y="8"/>
                  </a:cubicBezTo>
                  <a:cubicBezTo>
                    <a:pt x="10" y="10"/>
                    <a:pt x="9" y="2"/>
                    <a:pt x="4" y="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82">
              <a:extLst>
                <a:ext uri="{FF2B5EF4-FFF2-40B4-BE49-F238E27FC236}">
                  <a16:creationId xmlns:a16="http://schemas.microsoft.com/office/drawing/2014/main" id="{09F3F9BE-3C78-48B4-BF41-10FAF732D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982"/>
              <a:ext cx="9" cy="21"/>
            </a:xfrm>
            <a:custGeom>
              <a:avLst/>
              <a:gdLst>
                <a:gd name="T0" fmla="*/ 0 w 6"/>
                <a:gd name="T1" fmla="*/ 29 h 13"/>
                <a:gd name="T2" fmla="*/ 21 w 6"/>
                <a:gd name="T3" fmla="*/ 26 h 13"/>
                <a:gd name="T4" fmla="*/ 0 w 6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0" y="7"/>
                  </a:moveTo>
                  <a:cubicBezTo>
                    <a:pt x="1" y="13"/>
                    <a:pt x="6" y="11"/>
                    <a:pt x="6" y="6"/>
                  </a:cubicBezTo>
                  <a:cubicBezTo>
                    <a:pt x="6" y="2"/>
                    <a:pt x="1" y="0"/>
                    <a:pt x="0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83">
              <a:extLst>
                <a:ext uri="{FF2B5EF4-FFF2-40B4-BE49-F238E27FC236}">
                  <a16:creationId xmlns:a16="http://schemas.microsoft.com/office/drawing/2014/main" id="{6D243D7D-2BD5-452D-BC37-8D0F553F9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896"/>
              <a:ext cx="24" cy="23"/>
            </a:xfrm>
            <a:custGeom>
              <a:avLst/>
              <a:gdLst>
                <a:gd name="T0" fmla="*/ 16 w 15"/>
                <a:gd name="T1" fmla="*/ 35 h 14"/>
                <a:gd name="T2" fmla="*/ 35 w 15"/>
                <a:gd name="T3" fmla="*/ 49 h 14"/>
                <a:gd name="T4" fmla="*/ 16 w 15"/>
                <a:gd name="T5" fmla="*/ 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4" y="8"/>
                  </a:moveTo>
                  <a:cubicBezTo>
                    <a:pt x="3" y="10"/>
                    <a:pt x="7" y="14"/>
                    <a:pt x="9" y="11"/>
                  </a:cubicBezTo>
                  <a:cubicBezTo>
                    <a:pt x="15" y="4"/>
                    <a:pt x="0" y="0"/>
                    <a:pt x="4" y="9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84">
              <a:extLst>
                <a:ext uri="{FF2B5EF4-FFF2-40B4-BE49-F238E27FC236}">
                  <a16:creationId xmlns:a16="http://schemas.microsoft.com/office/drawing/2014/main" id="{A0AFF482-A437-45A1-B0CF-A94C3547B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904"/>
              <a:ext cx="13" cy="31"/>
            </a:xfrm>
            <a:custGeom>
              <a:avLst/>
              <a:gdLst>
                <a:gd name="T0" fmla="*/ 5 w 8"/>
                <a:gd name="T1" fmla="*/ 47 h 19"/>
                <a:gd name="T2" fmla="*/ 0 w 8"/>
                <a:gd name="T3" fmla="*/ 4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1" y="11"/>
                  </a:moveTo>
                  <a:cubicBezTo>
                    <a:pt x="8" y="19"/>
                    <a:pt x="6" y="0"/>
                    <a:pt x="0" y="10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85">
              <a:extLst>
                <a:ext uri="{FF2B5EF4-FFF2-40B4-BE49-F238E27FC236}">
                  <a16:creationId xmlns:a16="http://schemas.microsoft.com/office/drawing/2014/main" id="{FA48C230-040A-46A2-A357-9604199A1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927"/>
              <a:ext cx="15" cy="14"/>
            </a:xfrm>
            <a:custGeom>
              <a:avLst/>
              <a:gdLst>
                <a:gd name="T0" fmla="*/ 0 w 9"/>
                <a:gd name="T1" fmla="*/ 19 h 9"/>
                <a:gd name="T2" fmla="*/ 0 w 9"/>
                <a:gd name="T3" fmla="*/ 26 h 9"/>
                <a:gd name="T4" fmla="*/ 20 w 9"/>
                <a:gd name="T5" fmla="*/ 0 h 9"/>
                <a:gd name="T6" fmla="*/ 0 w 9"/>
                <a:gd name="T7" fmla="*/ 1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0" y="6"/>
                    <a:pt x="0" y="6"/>
                    <a:pt x="0" y="7"/>
                  </a:cubicBezTo>
                  <a:cubicBezTo>
                    <a:pt x="5" y="9"/>
                    <a:pt x="9" y="4"/>
                    <a:pt x="4" y="0"/>
                  </a:cubicBezTo>
                  <a:cubicBezTo>
                    <a:pt x="2" y="1"/>
                    <a:pt x="0" y="3"/>
                    <a:pt x="0" y="5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86">
              <a:extLst>
                <a:ext uri="{FF2B5EF4-FFF2-40B4-BE49-F238E27FC236}">
                  <a16:creationId xmlns:a16="http://schemas.microsoft.com/office/drawing/2014/main" id="{9BCEB5BB-E11C-4F61-A915-B9F30E2CF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948"/>
              <a:ext cx="2" cy="3"/>
            </a:xfrm>
            <a:custGeom>
              <a:avLst/>
              <a:gdLst>
                <a:gd name="T0" fmla="*/ 0 w 1"/>
                <a:gd name="T1" fmla="*/ 8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87">
              <a:extLst>
                <a:ext uri="{FF2B5EF4-FFF2-40B4-BE49-F238E27FC236}">
                  <a16:creationId xmlns:a16="http://schemas.microsoft.com/office/drawing/2014/main" id="{3252854D-BE23-4535-9820-FB77D17D3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886"/>
              <a:ext cx="5" cy="2"/>
            </a:xfrm>
            <a:custGeom>
              <a:avLst/>
              <a:gdLst>
                <a:gd name="T0" fmla="*/ 13 w 3"/>
                <a:gd name="T1" fmla="*/ 0 h 1"/>
                <a:gd name="T2" fmla="*/ 0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88">
              <a:extLst>
                <a:ext uri="{FF2B5EF4-FFF2-40B4-BE49-F238E27FC236}">
                  <a16:creationId xmlns:a16="http://schemas.microsoft.com/office/drawing/2014/main" id="{10FCD106-885D-4A45-A741-354DBF03F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901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89">
              <a:extLst>
                <a:ext uri="{FF2B5EF4-FFF2-40B4-BE49-F238E27FC236}">
                  <a16:creationId xmlns:a16="http://schemas.microsoft.com/office/drawing/2014/main" id="{77524572-410D-4254-9A2F-73F447C7E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909"/>
              <a:ext cx="13" cy="18"/>
            </a:xfrm>
            <a:custGeom>
              <a:avLst/>
              <a:gdLst>
                <a:gd name="T0" fmla="*/ 0 w 8"/>
                <a:gd name="T1" fmla="*/ 18 h 11"/>
                <a:gd name="T2" fmla="*/ 26 w 8"/>
                <a:gd name="T3" fmla="*/ 29 h 11"/>
                <a:gd name="T4" fmla="*/ 0 w 8"/>
                <a:gd name="T5" fmla="*/ 2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0" y="4"/>
                  </a:moveTo>
                  <a:cubicBezTo>
                    <a:pt x="0" y="8"/>
                    <a:pt x="5" y="11"/>
                    <a:pt x="6" y="7"/>
                  </a:cubicBezTo>
                  <a:cubicBezTo>
                    <a:pt x="8" y="1"/>
                    <a:pt x="1" y="0"/>
                    <a:pt x="0" y="6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90">
              <a:extLst>
                <a:ext uri="{FF2B5EF4-FFF2-40B4-BE49-F238E27FC236}">
                  <a16:creationId xmlns:a16="http://schemas.microsoft.com/office/drawing/2014/main" id="{725D5284-183E-4611-9F4A-1C79F1770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948"/>
              <a:ext cx="26" cy="22"/>
            </a:xfrm>
            <a:custGeom>
              <a:avLst/>
              <a:gdLst>
                <a:gd name="T0" fmla="*/ 21 w 16"/>
                <a:gd name="T1" fmla="*/ 20 h 14"/>
                <a:gd name="T2" fmla="*/ 42 w 16"/>
                <a:gd name="T3" fmla="*/ 47 h 14"/>
                <a:gd name="T4" fmla="*/ 21 w 16"/>
                <a:gd name="T5" fmla="*/ 3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5" y="5"/>
                  </a:moveTo>
                  <a:cubicBezTo>
                    <a:pt x="0" y="6"/>
                    <a:pt x="6" y="14"/>
                    <a:pt x="10" y="12"/>
                  </a:cubicBezTo>
                  <a:cubicBezTo>
                    <a:pt x="16" y="8"/>
                    <a:pt x="5" y="0"/>
                    <a:pt x="5" y="9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91">
              <a:extLst>
                <a:ext uri="{FF2B5EF4-FFF2-40B4-BE49-F238E27FC236}">
                  <a16:creationId xmlns:a16="http://schemas.microsoft.com/office/drawing/2014/main" id="{97E9449B-C95E-4D5A-B6FC-93A58A76F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956"/>
              <a:ext cx="16" cy="14"/>
            </a:xfrm>
            <a:custGeom>
              <a:avLst/>
              <a:gdLst>
                <a:gd name="T0" fmla="*/ 0 w 10"/>
                <a:gd name="T1" fmla="*/ 19 h 9"/>
                <a:gd name="T2" fmla="*/ 26 w 10"/>
                <a:gd name="T3" fmla="*/ 26 h 9"/>
                <a:gd name="T4" fmla="*/ 0 w 10"/>
                <a:gd name="T5" fmla="*/ 2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cubicBezTo>
                    <a:pt x="1" y="8"/>
                    <a:pt x="3" y="9"/>
                    <a:pt x="6" y="7"/>
                  </a:cubicBezTo>
                  <a:cubicBezTo>
                    <a:pt x="10" y="3"/>
                    <a:pt x="1" y="0"/>
                    <a:pt x="0" y="7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92">
              <a:extLst>
                <a:ext uri="{FF2B5EF4-FFF2-40B4-BE49-F238E27FC236}">
                  <a16:creationId xmlns:a16="http://schemas.microsoft.com/office/drawing/2014/main" id="{36F66339-B449-4146-B5D7-AF7CC769F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980"/>
              <a:ext cx="7" cy="16"/>
            </a:xfrm>
            <a:custGeom>
              <a:avLst/>
              <a:gdLst>
                <a:gd name="T0" fmla="*/ 0 w 4"/>
                <a:gd name="T1" fmla="*/ 21 h 10"/>
                <a:gd name="T2" fmla="*/ 16 w 4"/>
                <a:gd name="T3" fmla="*/ 5 h 10"/>
                <a:gd name="T4" fmla="*/ 12 w 4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0" y="5"/>
                  </a:moveTo>
                  <a:cubicBezTo>
                    <a:pt x="2" y="10"/>
                    <a:pt x="4" y="4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93">
              <a:extLst>
                <a:ext uri="{FF2B5EF4-FFF2-40B4-BE49-F238E27FC236}">
                  <a16:creationId xmlns:a16="http://schemas.microsoft.com/office/drawing/2014/main" id="{B08F286D-63C3-492D-B0B9-D60BB041C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927"/>
              <a:ext cx="21" cy="19"/>
            </a:xfrm>
            <a:custGeom>
              <a:avLst/>
              <a:gdLst>
                <a:gd name="T0" fmla="*/ 13 w 13"/>
                <a:gd name="T1" fmla="*/ 25 h 12"/>
                <a:gd name="T2" fmla="*/ 26 w 13"/>
                <a:gd name="T3" fmla="*/ 40 h 12"/>
                <a:gd name="T4" fmla="*/ 8 w 13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3" y="6"/>
                  </a:moveTo>
                  <a:cubicBezTo>
                    <a:pt x="0" y="8"/>
                    <a:pt x="3" y="12"/>
                    <a:pt x="6" y="10"/>
                  </a:cubicBezTo>
                  <a:cubicBezTo>
                    <a:pt x="13" y="7"/>
                    <a:pt x="2" y="0"/>
                    <a:pt x="2" y="8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94">
              <a:extLst>
                <a:ext uri="{FF2B5EF4-FFF2-40B4-BE49-F238E27FC236}">
                  <a16:creationId xmlns:a16="http://schemas.microsoft.com/office/drawing/2014/main" id="{E57A1720-E7F1-4C7A-A40A-BBC0B8832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878"/>
              <a:ext cx="16" cy="18"/>
            </a:xfrm>
            <a:custGeom>
              <a:avLst/>
              <a:gdLst>
                <a:gd name="T0" fmla="*/ 16 w 10"/>
                <a:gd name="T1" fmla="*/ 18 h 11"/>
                <a:gd name="T2" fmla="*/ 13 w 10"/>
                <a:gd name="T3" fmla="*/ 47 h 11"/>
                <a:gd name="T4" fmla="*/ 5 w 10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4" y="4"/>
                  </a:moveTo>
                  <a:cubicBezTo>
                    <a:pt x="0" y="4"/>
                    <a:pt x="0" y="11"/>
                    <a:pt x="3" y="11"/>
                  </a:cubicBezTo>
                  <a:cubicBezTo>
                    <a:pt x="10" y="11"/>
                    <a:pt x="4" y="0"/>
                    <a:pt x="1" y="8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95">
              <a:extLst>
                <a:ext uri="{FF2B5EF4-FFF2-40B4-BE49-F238E27FC236}">
                  <a16:creationId xmlns:a16="http://schemas.microsoft.com/office/drawing/2014/main" id="{F1403B94-8D1D-47BB-AE49-0F8F4DBB7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961"/>
              <a:ext cx="11" cy="11"/>
            </a:xfrm>
            <a:custGeom>
              <a:avLst/>
              <a:gdLst>
                <a:gd name="T0" fmla="*/ 5 w 7"/>
                <a:gd name="T1" fmla="*/ 5 h 7"/>
                <a:gd name="T2" fmla="*/ 20 w 7"/>
                <a:gd name="T3" fmla="*/ 14 h 7"/>
                <a:gd name="T4" fmla="*/ 8 w 7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0" y="4"/>
                    <a:pt x="3" y="7"/>
                    <a:pt x="5" y="4"/>
                  </a:cubicBezTo>
                  <a:cubicBezTo>
                    <a:pt x="7" y="1"/>
                    <a:pt x="4" y="0"/>
                    <a:pt x="2" y="1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96">
              <a:extLst>
                <a:ext uri="{FF2B5EF4-FFF2-40B4-BE49-F238E27FC236}">
                  <a16:creationId xmlns:a16="http://schemas.microsoft.com/office/drawing/2014/main" id="{272AF163-EA23-4351-A4E9-293313780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941"/>
              <a:ext cx="13" cy="13"/>
            </a:xfrm>
            <a:custGeom>
              <a:avLst/>
              <a:gdLst>
                <a:gd name="T0" fmla="*/ 18 w 8"/>
                <a:gd name="T1" fmla="*/ 18 h 8"/>
                <a:gd name="T2" fmla="*/ 13 w 8"/>
                <a:gd name="T3" fmla="*/ 29 h 8"/>
                <a:gd name="T4" fmla="*/ 13 w 8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4"/>
                  </a:moveTo>
                  <a:cubicBezTo>
                    <a:pt x="1" y="3"/>
                    <a:pt x="0" y="7"/>
                    <a:pt x="3" y="7"/>
                  </a:cubicBezTo>
                  <a:cubicBezTo>
                    <a:pt x="8" y="8"/>
                    <a:pt x="8" y="0"/>
                    <a:pt x="3" y="2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97">
              <a:extLst>
                <a:ext uri="{FF2B5EF4-FFF2-40B4-BE49-F238E27FC236}">
                  <a16:creationId xmlns:a16="http://schemas.microsoft.com/office/drawing/2014/main" id="{1BD8F37C-60E0-4FC2-83DB-C1E8807C2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917"/>
              <a:ext cx="13" cy="15"/>
            </a:xfrm>
            <a:custGeom>
              <a:avLst/>
              <a:gdLst>
                <a:gd name="T0" fmla="*/ 13 w 8"/>
                <a:gd name="T1" fmla="*/ 20 h 9"/>
                <a:gd name="T2" fmla="*/ 5 w 8"/>
                <a:gd name="T3" fmla="*/ 13 h 9"/>
                <a:gd name="T4" fmla="*/ 8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4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9"/>
                    <a:pt x="8" y="6"/>
                    <a:pt x="2" y="0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98">
              <a:extLst>
                <a:ext uri="{FF2B5EF4-FFF2-40B4-BE49-F238E27FC236}">
                  <a16:creationId xmlns:a16="http://schemas.microsoft.com/office/drawing/2014/main" id="{1E4B3899-E256-4CA2-872D-ADABA7AF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901"/>
              <a:ext cx="6" cy="8"/>
            </a:xfrm>
            <a:custGeom>
              <a:avLst/>
              <a:gdLst>
                <a:gd name="T0" fmla="*/ 8 w 4"/>
                <a:gd name="T1" fmla="*/ 8 h 5"/>
                <a:gd name="T2" fmla="*/ 8 w 4"/>
                <a:gd name="T3" fmla="*/ 21 h 5"/>
                <a:gd name="T4" fmla="*/ 8 w 4"/>
                <a:gd name="T5" fmla="*/ 0 h 5"/>
                <a:gd name="T6" fmla="*/ 0 w 4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2" y="3"/>
                    <a:pt x="1" y="4"/>
                    <a:pt x="2" y="5"/>
                  </a:cubicBezTo>
                  <a:cubicBezTo>
                    <a:pt x="4" y="3"/>
                    <a:pt x="4" y="1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99">
              <a:extLst>
                <a:ext uri="{FF2B5EF4-FFF2-40B4-BE49-F238E27FC236}">
                  <a16:creationId xmlns:a16="http://schemas.microsoft.com/office/drawing/2014/main" id="{A6C927F7-7484-4DE7-9982-F5C90937E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975"/>
              <a:ext cx="13" cy="16"/>
            </a:xfrm>
            <a:custGeom>
              <a:avLst/>
              <a:gdLst>
                <a:gd name="T0" fmla="*/ 0 w 8"/>
                <a:gd name="T1" fmla="*/ 16 h 10"/>
                <a:gd name="T2" fmla="*/ 29 w 8"/>
                <a:gd name="T3" fmla="*/ 21 h 10"/>
                <a:gd name="T4" fmla="*/ 5 w 8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4"/>
                  </a:moveTo>
                  <a:cubicBezTo>
                    <a:pt x="1" y="7"/>
                    <a:pt x="7" y="10"/>
                    <a:pt x="7" y="5"/>
                  </a:cubicBezTo>
                  <a:cubicBezTo>
                    <a:pt x="8" y="0"/>
                    <a:pt x="2" y="2"/>
                    <a:pt x="1" y="5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100">
              <a:extLst>
                <a:ext uri="{FF2B5EF4-FFF2-40B4-BE49-F238E27FC236}">
                  <a16:creationId xmlns:a16="http://schemas.microsoft.com/office/drawing/2014/main" id="{4B204EAE-37B1-4951-AEAD-74C5409C9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914"/>
              <a:ext cx="6" cy="9"/>
            </a:xfrm>
            <a:custGeom>
              <a:avLst/>
              <a:gdLst>
                <a:gd name="T0" fmla="*/ 8 w 4"/>
                <a:gd name="T1" fmla="*/ 12 h 6"/>
                <a:gd name="T2" fmla="*/ 14 w 4"/>
                <a:gd name="T3" fmla="*/ 21 h 6"/>
                <a:gd name="T4" fmla="*/ 0 w 4"/>
                <a:gd name="T5" fmla="*/ 1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3"/>
                  </a:moveTo>
                  <a:cubicBezTo>
                    <a:pt x="0" y="6"/>
                    <a:pt x="3" y="5"/>
                    <a:pt x="4" y="6"/>
                  </a:cubicBezTo>
                  <a:cubicBezTo>
                    <a:pt x="3" y="5"/>
                    <a:pt x="3" y="0"/>
                    <a:pt x="0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101">
              <a:extLst>
                <a:ext uri="{FF2B5EF4-FFF2-40B4-BE49-F238E27FC236}">
                  <a16:creationId xmlns:a16="http://schemas.microsoft.com/office/drawing/2014/main" id="{0FFAC54E-F834-4B67-93A4-76FB90E2D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932"/>
              <a:ext cx="13" cy="9"/>
            </a:xfrm>
            <a:custGeom>
              <a:avLst/>
              <a:gdLst>
                <a:gd name="T0" fmla="*/ 5 w 8"/>
                <a:gd name="T1" fmla="*/ 5 h 6"/>
                <a:gd name="T2" fmla="*/ 21 w 8"/>
                <a:gd name="T3" fmla="*/ 18 h 6"/>
                <a:gd name="T4" fmla="*/ 0 w 8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1"/>
                  </a:moveTo>
                  <a:cubicBezTo>
                    <a:pt x="0" y="3"/>
                    <a:pt x="3" y="6"/>
                    <a:pt x="5" y="5"/>
                  </a:cubicBezTo>
                  <a:cubicBezTo>
                    <a:pt x="8" y="2"/>
                    <a:pt x="2" y="0"/>
                    <a:pt x="0" y="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102">
              <a:extLst>
                <a:ext uri="{FF2B5EF4-FFF2-40B4-BE49-F238E27FC236}">
                  <a16:creationId xmlns:a16="http://schemas.microsoft.com/office/drawing/2014/main" id="{1FBDF8CE-9C74-4BAD-AD93-0994A0A68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912"/>
              <a:ext cx="6" cy="7"/>
            </a:xfrm>
            <a:custGeom>
              <a:avLst/>
              <a:gdLst>
                <a:gd name="T0" fmla="*/ 8 w 4"/>
                <a:gd name="T1" fmla="*/ 16 h 4"/>
                <a:gd name="T2" fmla="*/ 8 w 4"/>
                <a:gd name="T3" fmla="*/ 21 h 4"/>
                <a:gd name="T4" fmla="*/ 8 w 4"/>
                <a:gd name="T5" fmla="*/ 0 h 4"/>
                <a:gd name="T6" fmla="*/ 0 w 4"/>
                <a:gd name="T7" fmla="*/ 2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2" y="3"/>
                    <a:pt x="1" y="2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103">
              <a:extLst>
                <a:ext uri="{FF2B5EF4-FFF2-40B4-BE49-F238E27FC236}">
                  <a16:creationId xmlns:a16="http://schemas.microsoft.com/office/drawing/2014/main" id="{4837819B-647F-438D-8387-E9B96D003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933"/>
              <a:ext cx="10" cy="11"/>
            </a:xfrm>
            <a:custGeom>
              <a:avLst/>
              <a:gdLst>
                <a:gd name="T0" fmla="*/ 8 w 6"/>
                <a:gd name="T1" fmla="*/ 14 h 7"/>
                <a:gd name="T2" fmla="*/ 22 w 6"/>
                <a:gd name="T3" fmla="*/ 14 h 7"/>
                <a:gd name="T4" fmla="*/ 8 w 6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4"/>
                  </a:moveTo>
                  <a:cubicBezTo>
                    <a:pt x="3" y="7"/>
                    <a:pt x="6" y="6"/>
                    <a:pt x="5" y="4"/>
                  </a:cubicBezTo>
                  <a:cubicBezTo>
                    <a:pt x="4" y="0"/>
                    <a:pt x="0" y="3"/>
                    <a:pt x="2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104">
              <a:extLst>
                <a:ext uri="{FF2B5EF4-FFF2-40B4-BE49-F238E27FC236}">
                  <a16:creationId xmlns:a16="http://schemas.microsoft.com/office/drawing/2014/main" id="{9712035E-B87D-42D3-85CE-61A19BF41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954"/>
              <a:ext cx="10" cy="10"/>
            </a:xfrm>
            <a:custGeom>
              <a:avLst/>
              <a:gdLst>
                <a:gd name="T0" fmla="*/ 5 w 6"/>
                <a:gd name="T1" fmla="*/ 13 h 6"/>
                <a:gd name="T2" fmla="*/ 28 w 6"/>
                <a:gd name="T3" fmla="*/ 5 h 6"/>
                <a:gd name="T4" fmla="*/ 0 w 6"/>
                <a:gd name="T5" fmla="*/ 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3" y="6"/>
                    <a:pt x="6" y="4"/>
                    <a:pt x="6" y="1"/>
                  </a:cubicBezTo>
                  <a:cubicBezTo>
                    <a:pt x="4" y="0"/>
                    <a:pt x="0" y="2"/>
                    <a:pt x="0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105">
              <a:extLst>
                <a:ext uri="{FF2B5EF4-FFF2-40B4-BE49-F238E27FC236}">
                  <a16:creationId xmlns:a16="http://schemas.microsoft.com/office/drawing/2014/main" id="{6FB7D45B-2684-453A-B2C8-D64055D3D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917"/>
              <a:ext cx="7" cy="8"/>
            </a:xfrm>
            <a:custGeom>
              <a:avLst/>
              <a:gdLst>
                <a:gd name="T0" fmla="*/ 0 w 4"/>
                <a:gd name="T1" fmla="*/ 8 h 5"/>
                <a:gd name="T2" fmla="*/ 21 w 4"/>
                <a:gd name="T3" fmla="*/ 0 h 5"/>
                <a:gd name="T4" fmla="*/ 7 w 4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2" y="5"/>
                    <a:pt x="4" y="4"/>
                    <a:pt x="4" y="0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106">
              <a:extLst>
                <a:ext uri="{FF2B5EF4-FFF2-40B4-BE49-F238E27FC236}">
                  <a16:creationId xmlns:a16="http://schemas.microsoft.com/office/drawing/2014/main" id="{87218757-0809-4F86-817E-0F689B35A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938"/>
              <a:ext cx="4" cy="5"/>
            </a:xfrm>
            <a:custGeom>
              <a:avLst/>
              <a:gdLst>
                <a:gd name="T0" fmla="*/ 1 w 3"/>
                <a:gd name="T1" fmla="*/ 0 h 3"/>
                <a:gd name="T2" fmla="*/ 7 w 3"/>
                <a:gd name="T3" fmla="*/ 13 h 3"/>
                <a:gd name="T4" fmla="*/ 5 w 3"/>
                <a:gd name="T5" fmla="*/ 5 h 3"/>
                <a:gd name="T6" fmla="*/ 1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3" y="3"/>
                  </a:cubicBezTo>
                  <a:cubicBezTo>
                    <a:pt x="3" y="2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107">
              <a:extLst>
                <a:ext uri="{FF2B5EF4-FFF2-40B4-BE49-F238E27FC236}">
                  <a16:creationId xmlns:a16="http://schemas.microsoft.com/office/drawing/2014/main" id="{47ED0AAD-521B-48CB-A71C-4927C9C55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948"/>
              <a:ext cx="1" cy="5"/>
            </a:xfrm>
            <a:custGeom>
              <a:avLst/>
              <a:gdLst>
                <a:gd name="T0" fmla="*/ 0 w 1"/>
                <a:gd name="T1" fmla="*/ 8 h 3"/>
                <a:gd name="T2" fmla="*/ 1 w 1"/>
                <a:gd name="T3" fmla="*/ 0 h 3"/>
                <a:gd name="T4" fmla="*/ 0 w 1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3"/>
                    <a:pt x="0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108">
              <a:extLst>
                <a:ext uri="{FF2B5EF4-FFF2-40B4-BE49-F238E27FC236}">
                  <a16:creationId xmlns:a16="http://schemas.microsoft.com/office/drawing/2014/main" id="{5E3D0608-C61F-450C-B051-592CB76AE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975"/>
              <a:ext cx="14" cy="11"/>
            </a:xfrm>
            <a:custGeom>
              <a:avLst/>
              <a:gdLst>
                <a:gd name="T0" fmla="*/ 14 w 9"/>
                <a:gd name="T1" fmla="*/ 27 h 7"/>
                <a:gd name="T2" fmla="*/ 5 w 9"/>
                <a:gd name="T3" fmla="*/ 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4" y="7"/>
                  </a:moveTo>
                  <a:cubicBezTo>
                    <a:pt x="9" y="3"/>
                    <a:pt x="0" y="0"/>
                    <a:pt x="1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109">
              <a:extLst>
                <a:ext uri="{FF2B5EF4-FFF2-40B4-BE49-F238E27FC236}">
                  <a16:creationId xmlns:a16="http://schemas.microsoft.com/office/drawing/2014/main" id="{D32A5410-4911-4CF6-ABBC-673589CF7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970"/>
              <a:ext cx="12" cy="16"/>
            </a:xfrm>
            <a:custGeom>
              <a:avLst/>
              <a:gdLst>
                <a:gd name="T0" fmla="*/ 0 w 7"/>
                <a:gd name="T1" fmla="*/ 42 h 10"/>
                <a:gd name="T2" fmla="*/ 0 w 7"/>
                <a:gd name="T3" fmla="*/ 2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7" y="10"/>
                    <a:pt x="3" y="0"/>
                    <a:pt x="0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110">
              <a:extLst>
                <a:ext uri="{FF2B5EF4-FFF2-40B4-BE49-F238E27FC236}">
                  <a16:creationId xmlns:a16="http://schemas.microsoft.com/office/drawing/2014/main" id="{47048095-BEE4-4264-B3DC-9D320530C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967"/>
              <a:ext cx="11" cy="11"/>
            </a:xfrm>
            <a:custGeom>
              <a:avLst/>
              <a:gdLst>
                <a:gd name="T0" fmla="*/ 5 w 7"/>
                <a:gd name="T1" fmla="*/ 8 h 7"/>
                <a:gd name="T2" fmla="*/ 0 w 7"/>
                <a:gd name="T3" fmla="*/ 8 h 7"/>
                <a:gd name="T4" fmla="*/ 13 w 7"/>
                <a:gd name="T5" fmla="*/ 0 h 7"/>
                <a:gd name="T6" fmla="*/ 13 w 7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2"/>
                    <a:pt x="1" y="1"/>
                    <a:pt x="0" y="2"/>
                  </a:cubicBezTo>
                  <a:cubicBezTo>
                    <a:pt x="1" y="7"/>
                    <a:pt x="7" y="3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111">
              <a:extLst>
                <a:ext uri="{FF2B5EF4-FFF2-40B4-BE49-F238E27FC236}">
                  <a16:creationId xmlns:a16="http://schemas.microsoft.com/office/drawing/2014/main" id="{84A77175-775A-42D6-B3EC-D5E50310F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962"/>
              <a:ext cx="5" cy="5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13 h 3"/>
                <a:gd name="T4" fmla="*/ 13 w 3"/>
                <a:gd name="T5" fmla="*/ 5 h 3"/>
                <a:gd name="T6" fmla="*/ 5 w 3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112">
              <a:extLst>
                <a:ext uri="{FF2B5EF4-FFF2-40B4-BE49-F238E27FC236}">
                  <a16:creationId xmlns:a16="http://schemas.microsoft.com/office/drawing/2014/main" id="{F7CDA786-F3EA-4A1D-99FC-8F9902A5F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003"/>
              <a:ext cx="12" cy="9"/>
            </a:xfrm>
            <a:custGeom>
              <a:avLst/>
              <a:gdLst>
                <a:gd name="T0" fmla="*/ 5 w 8"/>
                <a:gd name="T1" fmla="*/ 14 h 6"/>
                <a:gd name="T2" fmla="*/ 14 w 8"/>
                <a:gd name="T3" fmla="*/ 18 h 6"/>
                <a:gd name="T4" fmla="*/ 5 w 8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4"/>
                  </a:moveTo>
                  <a:cubicBezTo>
                    <a:pt x="0" y="4"/>
                    <a:pt x="2" y="6"/>
                    <a:pt x="4" y="5"/>
                  </a:cubicBezTo>
                  <a:cubicBezTo>
                    <a:pt x="8" y="3"/>
                    <a:pt x="4" y="0"/>
                    <a:pt x="1" y="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113">
              <a:extLst>
                <a:ext uri="{FF2B5EF4-FFF2-40B4-BE49-F238E27FC236}">
                  <a16:creationId xmlns:a16="http://schemas.microsoft.com/office/drawing/2014/main" id="{C6D52A26-8BC1-42E5-B021-EA7A2FF7B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996"/>
              <a:ext cx="7" cy="3"/>
            </a:xfrm>
            <a:custGeom>
              <a:avLst/>
              <a:gdLst>
                <a:gd name="T0" fmla="*/ 7 w 4"/>
                <a:gd name="T1" fmla="*/ 0 h 2"/>
                <a:gd name="T2" fmla="*/ 0 w 4"/>
                <a:gd name="T3" fmla="*/ 8 h 2"/>
                <a:gd name="T4" fmla="*/ 21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1"/>
                    <a:pt x="0" y="0"/>
                    <a:pt x="0" y="2"/>
                  </a:cubicBez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114">
              <a:extLst>
                <a:ext uri="{FF2B5EF4-FFF2-40B4-BE49-F238E27FC236}">
                  <a16:creationId xmlns:a16="http://schemas.microsoft.com/office/drawing/2014/main" id="{C059CA00-9B67-42E2-9E57-3D4E2573F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97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115">
              <a:extLst>
                <a:ext uri="{FF2B5EF4-FFF2-40B4-BE49-F238E27FC236}">
                  <a16:creationId xmlns:a16="http://schemas.microsoft.com/office/drawing/2014/main" id="{85FCBF47-4A0E-4CFB-8A0F-CA4D5C794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935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116">
              <a:extLst>
                <a:ext uri="{FF2B5EF4-FFF2-40B4-BE49-F238E27FC236}">
                  <a16:creationId xmlns:a16="http://schemas.microsoft.com/office/drawing/2014/main" id="{B1A77ED0-9230-4A8F-804A-24BCA8C8F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927"/>
              <a:ext cx="29" cy="32"/>
            </a:xfrm>
            <a:custGeom>
              <a:avLst/>
              <a:gdLst>
                <a:gd name="T0" fmla="*/ 21 w 18"/>
                <a:gd name="T1" fmla="*/ 34 h 20"/>
                <a:gd name="T2" fmla="*/ 29 w 18"/>
                <a:gd name="T3" fmla="*/ 69 h 20"/>
                <a:gd name="T4" fmla="*/ 16 w 18"/>
                <a:gd name="T5" fmla="*/ 3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5" y="8"/>
                  </a:moveTo>
                  <a:cubicBezTo>
                    <a:pt x="0" y="9"/>
                    <a:pt x="4" y="16"/>
                    <a:pt x="7" y="17"/>
                  </a:cubicBezTo>
                  <a:cubicBezTo>
                    <a:pt x="18" y="20"/>
                    <a:pt x="10" y="0"/>
                    <a:pt x="4" y="9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117">
              <a:extLst>
                <a:ext uri="{FF2B5EF4-FFF2-40B4-BE49-F238E27FC236}">
                  <a16:creationId xmlns:a16="http://schemas.microsoft.com/office/drawing/2014/main" id="{8C80FC1E-3FED-4116-8067-E2F46F4DA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965"/>
              <a:ext cx="26" cy="29"/>
            </a:xfrm>
            <a:custGeom>
              <a:avLst/>
              <a:gdLst>
                <a:gd name="T0" fmla="*/ 8 w 16"/>
                <a:gd name="T1" fmla="*/ 34 h 18"/>
                <a:gd name="T2" fmla="*/ 60 w 16"/>
                <a:gd name="T3" fmla="*/ 55 h 18"/>
                <a:gd name="T4" fmla="*/ 47 w 16"/>
                <a:gd name="T5" fmla="*/ 5 h 18"/>
                <a:gd name="T6" fmla="*/ 8 w 16"/>
                <a:gd name="T7" fmla="*/ 3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2" y="8"/>
                  </a:moveTo>
                  <a:cubicBezTo>
                    <a:pt x="0" y="14"/>
                    <a:pt x="11" y="18"/>
                    <a:pt x="14" y="13"/>
                  </a:cubicBezTo>
                  <a:cubicBezTo>
                    <a:pt x="16" y="11"/>
                    <a:pt x="15" y="1"/>
                    <a:pt x="11" y="1"/>
                  </a:cubicBezTo>
                  <a:cubicBezTo>
                    <a:pt x="8" y="0"/>
                    <a:pt x="3" y="6"/>
                    <a:pt x="2" y="9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118">
              <a:extLst>
                <a:ext uri="{FF2B5EF4-FFF2-40B4-BE49-F238E27FC236}">
                  <a16:creationId xmlns:a16="http://schemas.microsoft.com/office/drawing/2014/main" id="{7C32B44D-F133-4E61-9D67-B01B5CC2D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936"/>
              <a:ext cx="15" cy="18"/>
            </a:xfrm>
            <a:custGeom>
              <a:avLst/>
              <a:gdLst>
                <a:gd name="T0" fmla="*/ 8 w 9"/>
                <a:gd name="T1" fmla="*/ 29 h 11"/>
                <a:gd name="T2" fmla="*/ 37 w 9"/>
                <a:gd name="T3" fmla="*/ 29 h 11"/>
                <a:gd name="T4" fmla="*/ 8 w 9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7"/>
                  </a:moveTo>
                  <a:cubicBezTo>
                    <a:pt x="4" y="10"/>
                    <a:pt x="7" y="11"/>
                    <a:pt x="8" y="7"/>
                  </a:cubicBezTo>
                  <a:cubicBezTo>
                    <a:pt x="9" y="2"/>
                    <a:pt x="0" y="0"/>
                    <a:pt x="2" y="7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119">
              <a:extLst>
                <a:ext uri="{FF2B5EF4-FFF2-40B4-BE49-F238E27FC236}">
                  <a16:creationId xmlns:a16="http://schemas.microsoft.com/office/drawing/2014/main" id="{3BAFFCD3-B85D-444C-B3DF-9C9526F1D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930"/>
              <a:ext cx="5" cy="5"/>
            </a:xfrm>
            <a:custGeom>
              <a:avLst/>
              <a:gdLst>
                <a:gd name="T0" fmla="*/ 0 w 3"/>
                <a:gd name="T1" fmla="*/ 8 h 3"/>
                <a:gd name="T2" fmla="*/ 13 w 3"/>
                <a:gd name="T3" fmla="*/ 8 h 3"/>
                <a:gd name="T4" fmla="*/ 8 w 3"/>
                <a:gd name="T5" fmla="*/ 0 h 3"/>
                <a:gd name="T6" fmla="*/ 8 w 3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2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120">
              <a:extLst>
                <a:ext uri="{FF2B5EF4-FFF2-40B4-BE49-F238E27FC236}">
                  <a16:creationId xmlns:a16="http://schemas.microsoft.com/office/drawing/2014/main" id="{41239D4B-16D7-4C7B-9F8E-6A7631325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972"/>
              <a:ext cx="21" cy="29"/>
            </a:xfrm>
            <a:custGeom>
              <a:avLst/>
              <a:gdLst>
                <a:gd name="T0" fmla="*/ 8 w 13"/>
                <a:gd name="T1" fmla="*/ 29 h 18"/>
                <a:gd name="T2" fmla="*/ 55 w 13"/>
                <a:gd name="T3" fmla="*/ 42 h 18"/>
                <a:gd name="T4" fmla="*/ 8 w 13"/>
                <a:gd name="T5" fmla="*/ 3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2" y="7"/>
                  </a:moveTo>
                  <a:cubicBezTo>
                    <a:pt x="0" y="15"/>
                    <a:pt x="13" y="18"/>
                    <a:pt x="13" y="10"/>
                  </a:cubicBezTo>
                  <a:cubicBezTo>
                    <a:pt x="13" y="2"/>
                    <a:pt x="4" y="0"/>
                    <a:pt x="2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121">
              <a:extLst>
                <a:ext uri="{FF2B5EF4-FFF2-40B4-BE49-F238E27FC236}">
                  <a16:creationId xmlns:a16="http://schemas.microsoft.com/office/drawing/2014/main" id="{28CF7838-35D7-4D86-9664-8823B0580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961"/>
              <a:ext cx="21" cy="24"/>
            </a:xfrm>
            <a:custGeom>
              <a:avLst/>
              <a:gdLst>
                <a:gd name="T0" fmla="*/ 0 w 13"/>
                <a:gd name="T1" fmla="*/ 8 h 15"/>
                <a:gd name="T2" fmla="*/ 47 w 13"/>
                <a:gd name="T3" fmla="*/ 29 h 15"/>
                <a:gd name="T4" fmla="*/ 13 w 13"/>
                <a:gd name="T5" fmla="*/ 2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2"/>
                  </a:moveTo>
                  <a:cubicBezTo>
                    <a:pt x="0" y="8"/>
                    <a:pt x="10" y="15"/>
                    <a:pt x="11" y="7"/>
                  </a:cubicBezTo>
                  <a:cubicBezTo>
                    <a:pt x="13" y="0"/>
                    <a:pt x="4" y="2"/>
                    <a:pt x="3" y="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122">
              <a:extLst>
                <a:ext uri="{FF2B5EF4-FFF2-40B4-BE49-F238E27FC236}">
                  <a16:creationId xmlns:a16="http://schemas.microsoft.com/office/drawing/2014/main" id="{396F5277-50E3-4105-80DC-0E5FE516E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975"/>
              <a:ext cx="11" cy="15"/>
            </a:xfrm>
            <a:custGeom>
              <a:avLst/>
              <a:gdLst>
                <a:gd name="T0" fmla="*/ 0 w 7"/>
                <a:gd name="T1" fmla="*/ 22 h 9"/>
                <a:gd name="T2" fmla="*/ 22 w 7"/>
                <a:gd name="T3" fmla="*/ 28 h 9"/>
                <a:gd name="T4" fmla="*/ 5 w 7"/>
                <a:gd name="T5" fmla="*/ 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2" y="8"/>
                    <a:pt x="4" y="9"/>
                    <a:pt x="6" y="6"/>
                  </a:cubicBezTo>
                  <a:cubicBezTo>
                    <a:pt x="7" y="4"/>
                    <a:pt x="2" y="0"/>
                    <a:pt x="1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123">
              <a:extLst>
                <a:ext uri="{FF2B5EF4-FFF2-40B4-BE49-F238E27FC236}">
                  <a16:creationId xmlns:a16="http://schemas.microsoft.com/office/drawing/2014/main" id="{B56EDD35-A96B-4A0C-826F-E30BF4A6E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948"/>
              <a:ext cx="22" cy="22"/>
            </a:xfrm>
            <a:custGeom>
              <a:avLst/>
              <a:gdLst>
                <a:gd name="T0" fmla="*/ 5 w 14"/>
                <a:gd name="T1" fmla="*/ 14 h 14"/>
                <a:gd name="T2" fmla="*/ 39 w 14"/>
                <a:gd name="T3" fmla="*/ 31 h 14"/>
                <a:gd name="T4" fmla="*/ 13 w 14"/>
                <a:gd name="T5" fmla="*/ 3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" y="4"/>
                  </a:moveTo>
                  <a:cubicBezTo>
                    <a:pt x="0" y="9"/>
                    <a:pt x="7" y="14"/>
                    <a:pt x="10" y="8"/>
                  </a:cubicBezTo>
                  <a:cubicBezTo>
                    <a:pt x="14" y="2"/>
                    <a:pt x="1" y="0"/>
                    <a:pt x="3" y="1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124">
              <a:extLst>
                <a:ext uri="{FF2B5EF4-FFF2-40B4-BE49-F238E27FC236}">
                  <a16:creationId xmlns:a16="http://schemas.microsoft.com/office/drawing/2014/main" id="{F89FB098-BC14-4F45-B53C-9B47B3DD1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977"/>
              <a:ext cx="31" cy="47"/>
            </a:xfrm>
            <a:custGeom>
              <a:avLst/>
              <a:gdLst>
                <a:gd name="T0" fmla="*/ 34 w 19"/>
                <a:gd name="T1" fmla="*/ 50 h 29"/>
                <a:gd name="T2" fmla="*/ 42 w 19"/>
                <a:gd name="T3" fmla="*/ 107 h 29"/>
                <a:gd name="T4" fmla="*/ 13 w 19"/>
                <a:gd name="T5" fmla="*/ 6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9">
                  <a:moveTo>
                    <a:pt x="8" y="12"/>
                  </a:moveTo>
                  <a:cubicBezTo>
                    <a:pt x="0" y="14"/>
                    <a:pt x="1" y="29"/>
                    <a:pt x="10" y="25"/>
                  </a:cubicBezTo>
                  <a:cubicBezTo>
                    <a:pt x="19" y="21"/>
                    <a:pt x="12" y="0"/>
                    <a:pt x="3" y="1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125">
              <a:extLst>
                <a:ext uri="{FF2B5EF4-FFF2-40B4-BE49-F238E27FC236}">
                  <a16:creationId xmlns:a16="http://schemas.microsoft.com/office/drawing/2014/main" id="{F9E21957-D216-4026-AE42-26804EA22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003"/>
              <a:ext cx="21" cy="27"/>
            </a:xfrm>
            <a:custGeom>
              <a:avLst/>
              <a:gdLst>
                <a:gd name="T0" fmla="*/ 34 w 13"/>
                <a:gd name="T1" fmla="*/ 43 h 17"/>
                <a:gd name="T2" fmla="*/ 26 w 13"/>
                <a:gd name="T3" fmla="*/ 43 h 17"/>
                <a:gd name="T4" fmla="*/ 55 w 13"/>
                <a:gd name="T5" fmla="*/ 35 h 17"/>
                <a:gd name="T6" fmla="*/ 5 w 13"/>
                <a:gd name="T7" fmla="*/ 4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7">
                  <a:moveTo>
                    <a:pt x="8" y="11"/>
                  </a:moveTo>
                  <a:cubicBezTo>
                    <a:pt x="7" y="11"/>
                    <a:pt x="7" y="10"/>
                    <a:pt x="6" y="11"/>
                  </a:cubicBezTo>
                  <a:cubicBezTo>
                    <a:pt x="5" y="17"/>
                    <a:pt x="13" y="16"/>
                    <a:pt x="13" y="9"/>
                  </a:cubicBezTo>
                  <a:cubicBezTo>
                    <a:pt x="12" y="0"/>
                    <a:pt x="0" y="1"/>
                    <a:pt x="1" y="1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126">
              <a:extLst>
                <a:ext uri="{FF2B5EF4-FFF2-40B4-BE49-F238E27FC236}">
                  <a16:creationId xmlns:a16="http://schemas.microsoft.com/office/drawing/2014/main" id="{313E6F14-9113-43F2-B123-73B35FD6C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019"/>
              <a:ext cx="8" cy="14"/>
            </a:xfrm>
            <a:custGeom>
              <a:avLst/>
              <a:gdLst>
                <a:gd name="T0" fmla="*/ 0 w 5"/>
                <a:gd name="T1" fmla="*/ 19 h 9"/>
                <a:gd name="T2" fmla="*/ 8 w 5"/>
                <a:gd name="T3" fmla="*/ 34 h 9"/>
                <a:gd name="T4" fmla="*/ 5 w 5"/>
                <a:gd name="T5" fmla="*/ 0 h 9"/>
                <a:gd name="T6" fmla="*/ 8 w 5"/>
                <a:gd name="T7" fmla="*/ 2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0" y="5"/>
                  </a:moveTo>
                  <a:cubicBezTo>
                    <a:pt x="0" y="7"/>
                    <a:pt x="0" y="9"/>
                    <a:pt x="2" y="9"/>
                  </a:cubicBezTo>
                  <a:cubicBezTo>
                    <a:pt x="3" y="6"/>
                    <a:pt x="5" y="1"/>
                    <a:pt x="1" y="0"/>
                  </a:cubicBez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127">
              <a:extLst>
                <a:ext uri="{FF2B5EF4-FFF2-40B4-BE49-F238E27FC236}">
                  <a16:creationId xmlns:a16="http://schemas.microsoft.com/office/drawing/2014/main" id="{25488168-BEC6-4529-AD38-16EE4E563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017"/>
              <a:ext cx="13" cy="18"/>
            </a:xfrm>
            <a:custGeom>
              <a:avLst/>
              <a:gdLst>
                <a:gd name="T0" fmla="*/ 18 w 8"/>
                <a:gd name="T1" fmla="*/ 41 h 11"/>
                <a:gd name="T2" fmla="*/ 29 w 8"/>
                <a:gd name="T3" fmla="*/ 47 h 11"/>
                <a:gd name="T4" fmla="*/ 0 w 8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4" y="9"/>
                  </a:moveTo>
                  <a:cubicBezTo>
                    <a:pt x="4" y="10"/>
                    <a:pt x="5" y="10"/>
                    <a:pt x="7" y="11"/>
                  </a:cubicBezTo>
                  <a:cubicBezTo>
                    <a:pt x="8" y="5"/>
                    <a:pt x="1" y="0"/>
                    <a:pt x="0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128">
              <a:extLst>
                <a:ext uri="{FF2B5EF4-FFF2-40B4-BE49-F238E27FC236}">
                  <a16:creationId xmlns:a16="http://schemas.microsoft.com/office/drawing/2014/main" id="{9B0A5D9D-B896-42AF-AFF1-90AF107E9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988"/>
              <a:ext cx="4" cy="3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129">
              <a:extLst>
                <a:ext uri="{FF2B5EF4-FFF2-40B4-BE49-F238E27FC236}">
                  <a16:creationId xmlns:a16="http://schemas.microsoft.com/office/drawing/2014/main" id="{44135763-04EC-4832-A6ED-D756F415D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883"/>
              <a:ext cx="21" cy="26"/>
            </a:xfrm>
            <a:custGeom>
              <a:avLst/>
              <a:gdLst>
                <a:gd name="T0" fmla="*/ 0 w 13"/>
                <a:gd name="T1" fmla="*/ 26 h 16"/>
                <a:gd name="T2" fmla="*/ 50 w 13"/>
                <a:gd name="T3" fmla="*/ 39 h 16"/>
                <a:gd name="T4" fmla="*/ 13 w 13"/>
                <a:gd name="T5" fmla="*/ 2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6"/>
                  </a:moveTo>
                  <a:cubicBezTo>
                    <a:pt x="3" y="10"/>
                    <a:pt x="11" y="16"/>
                    <a:pt x="12" y="9"/>
                  </a:cubicBezTo>
                  <a:cubicBezTo>
                    <a:pt x="13" y="3"/>
                    <a:pt x="2" y="0"/>
                    <a:pt x="3" y="6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130">
              <a:extLst>
                <a:ext uri="{FF2B5EF4-FFF2-40B4-BE49-F238E27FC236}">
                  <a16:creationId xmlns:a16="http://schemas.microsoft.com/office/drawing/2014/main" id="{B09194C9-919C-414A-A3D1-F72F3835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911"/>
              <a:ext cx="24" cy="32"/>
            </a:xfrm>
            <a:custGeom>
              <a:avLst/>
              <a:gdLst>
                <a:gd name="T0" fmla="*/ 0 w 15"/>
                <a:gd name="T1" fmla="*/ 74 h 20"/>
                <a:gd name="T2" fmla="*/ 42 w 15"/>
                <a:gd name="T3" fmla="*/ 35 h 20"/>
                <a:gd name="T4" fmla="*/ 0 w 15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0" y="18"/>
                  </a:moveTo>
                  <a:cubicBezTo>
                    <a:pt x="7" y="20"/>
                    <a:pt x="15" y="19"/>
                    <a:pt x="10" y="9"/>
                  </a:cubicBezTo>
                  <a:cubicBezTo>
                    <a:pt x="5" y="0"/>
                    <a:pt x="0" y="8"/>
                    <a:pt x="0" y="15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131">
              <a:extLst>
                <a:ext uri="{FF2B5EF4-FFF2-40B4-BE49-F238E27FC236}">
                  <a16:creationId xmlns:a16="http://schemas.microsoft.com/office/drawing/2014/main" id="{E2695D5B-F663-42FB-8728-7E3D5A513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936"/>
              <a:ext cx="19" cy="26"/>
            </a:xfrm>
            <a:custGeom>
              <a:avLst/>
              <a:gdLst>
                <a:gd name="T0" fmla="*/ 8 w 12"/>
                <a:gd name="T1" fmla="*/ 60 h 16"/>
                <a:gd name="T2" fmla="*/ 35 w 12"/>
                <a:gd name="T3" fmla="*/ 29 h 16"/>
                <a:gd name="T4" fmla="*/ 8 w 12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2" y="14"/>
                  </a:moveTo>
                  <a:cubicBezTo>
                    <a:pt x="6" y="16"/>
                    <a:pt x="12" y="11"/>
                    <a:pt x="9" y="7"/>
                  </a:cubicBezTo>
                  <a:cubicBezTo>
                    <a:pt x="4" y="0"/>
                    <a:pt x="0" y="8"/>
                    <a:pt x="2" y="13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132">
              <a:extLst>
                <a:ext uri="{FF2B5EF4-FFF2-40B4-BE49-F238E27FC236}">
                  <a16:creationId xmlns:a16="http://schemas.microsoft.com/office/drawing/2014/main" id="{CAECCF10-6952-4085-8610-A2A525157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967"/>
              <a:ext cx="15" cy="19"/>
            </a:xfrm>
            <a:custGeom>
              <a:avLst/>
              <a:gdLst>
                <a:gd name="T0" fmla="*/ 8 w 9"/>
                <a:gd name="T1" fmla="*/ 27 h 12"/>
                <a:gd name="T2" fmla="*/ 42 w 9"/>
                <a:gd name="T3" fmla="*/ 27 h 12"/>
                <a:gd name="T4" fmla="*/ 13 w 9"/>
                <a:gd name="T5" fmla="*/ 8 h 12"/>
                <a:gd name="T6" fmla="*/ 0 w 9"/>
                <a:gd name="T7" fmla="*/ 4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2" y="7"/>
                  </a:moveTo>
                  <a:cubicBezTo>
                    <a:pt x="0" y="12"/>
                    <a:pt x="8" y="12"/>
                    <a:pt x="9" y="7"/>
                  </a:cubicBezTo>
                  <a:cubicBezTo>
                    <a:pt x="9" y="3"/>
                    <a:pt x="7" y="0"/>
                    <a:pt x="3" y="2"/>
                  </a:cubicBezTo>
                  <a:cubicBezTo>
                    <a:pt x="0" y="3"/>
                    <a:pt x="0" y="10"/>
                    <a:pt x="0" y="12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133">
              <a:extLst>
                <a:ext uri="{FF2B5EF4-FFF2-40B4-BE49-F238E27FC236}">
                  <a16:creationId xmlns:a16="http://schemas.microsoft.com/office/drawing/2014/main" id="{8DC4AC98-C5E1-4348-B30A-14B8F60C5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890"/>
              <a:ext cx="28" cy="16"/>
            </a:xfrm>
            <a:custGeom>
              <a:avLst/>
              <a:gdLst>
                <a:gd name="T0" fmla="*/ 13 w 17"/>
                <a:gd name="T1" fmla="*/ 16 h 10"/>
                <a:gd name="T2" fmla="*/ 26 w 17"/>
                <a:gd name="T3" fmla="*/ 0 h 10"/>
                <a:gd name="T4" fmla="*/ 21 w 17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3" y="4"/>
                  </a:moveTo>
                  <a:cubicBezTo>
                    <a:pt x="0" y="10"/>
                    <a:pt x="17" y="3"/>
                    <a:pt x="6" y="0"/>
                  </a:cubicBezTo>
                  <a:cubicBezTo>
                    <a:pt x="3" y="1"/>
                    <a:pt x="3" y="4"/>
                    <a:pt x="5" y="5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134">
              <a:extLst>
                <a:ext uri="{FF2B5EF4-FFF2-40B4-BE49-F238E27FC236}">
                  <a16:creationId xmlns:a16="http://schemas.microsoft.com/office/drawing/2014/main" id="{34C63A11-C0F1-4BCD-8F79-EFD5DD51E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880"/>
              <a:ext cx="11" cy="13"/>
            </a:xfrm>
            <a:custGeom>
              <a:avLst/>
              <a:gdLst>
                <a:gd name="T0" fmla="*/ 5 w 7"/>
                <a:gd name="T1" fmla="*/ 8 h 8"/>
                <a:gd name="T2" fmla="*/ 27 w 7"/>
                <a:gd name="T3" fmla="*/ 34 h 8"/>
                <a:gd name="T4" fmla="*/ 5 w 7"/>
                <a:gd name="T5" fmla="*/ 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0" y="5"/>
                    <a:pt x="4" y="8"/>
                    <a:pt x="7" y="8"/>
                  </a:cubicBezTo>
                  <a:cubicBezTo>
                    <a:pt x="7" y="3"/>
                    <a:pt x="0" y="0"/>
                    <a:pt x="1" y="7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135">
              <a:extLst>
                <a:ext uri="{FF2B5EF4-FFF2-40B4-BE49-F238E27FC236}">
                  <a16:creationId xmlns:a16="http://schemas.microsoft.com/office/drawing/2014/main" id="{8621680A-1396-4E68-8B49-E168DD591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356"/>
              <a:ext cx="32" cy="35"/>
            </a:xfrm>
            <a:custGeom>
              <a:avLst/>
              <a:gdLst>
                <a:gd name="T0" fmla="*/ 8 w 20"/>
                <a:gd name="T1" fmla="*/ 73 h 22"/>
                <a:gd name="T2" fmla="*/ 67 w 20"/>
                <a:gd name="T3" fmla="*/ 48 h 22"/>
                <a:gd name="T4" fmla="*/ 8 w 20"/>
                <a:gd name="T5" fmla="*/ 8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" y="18"/>
                  </a:moveTo>
                  <a:cubicBezTo>
                    <a:pt x="8" y="22"/>
                    <a:pt x="20" y="22"/>
                    <a:pt x="16" y="12"/>
                  </a:cubicBezTo>
                  <a:cubicBezTo>
                    <a:pt x="11" y="0"/>
                    <a:pt x="0" y="12"/>
                    <a:pt x="2" y="2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136">
              <a:extLst>
                <a:ext uri="{FF2B5EF4-FFF2-40B4-BE49-F238E27FC236}">
                  <a16:creationId xmlns:a16="http://schemas.microsoft.com/office/drawing/2014/main" id="{EC54EF2C-573A-4720-B12F-525A3A1B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374"/>
              <a:ext cx="23" cy="34"/>
            </a:xfrm>
            <a:custGeom>
              <a:avLst/>
              <a:gdLst>
                <a:gd name="T0" fmla="*/ 0 w 14"/>
                <a:gd name="T1" fmla="*/ 68 h 21"/>
                <a:gd name="T2" fmla="*/ 58 w 14"/>
                <a:gd name="T3" fmla="*/ 50 h 21"/>
                <a:gd name="T4" fmla="*/ 5 w 14"/>
                <a:gd name="T5" fmla="*/ 8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0" y="16"/>
                  </a:moveTo>
                  <a:cubicBezTo>
                    <a:pt x="3" y="21"/>
                    <a:pt x="14" y="19"/>
                    <a:pt x="13" y="12"/>
                  </a:cubicBezTo>
                  <a:cubicBezTo>
                    <a:pt x="11" y="0"/>
                    <a:pt x="0" y="10"/>
                    <a:pt x="1" y="1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137">
              <a:extLst>
                <a:ext uri="{FF2B5EF4-FFF2-40B4-BE49-F238E27FC236}">
                  <a16:creationId xmlns:a16="http://schemas.microsoft.com/office/drawing/2014/main" id="{5C0E6C0E-8D36-4611-B141-A72EC4959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301"/>
              <a:ext cx="36" cy="55"/>
            </a:xfrm>
            <a:custGeom>
              <a:avLst/>
              <a:gdLst>
                <a:gd name="T0" fmla="*/ 29 w 22"/>
                <a:gd name="T1" fmla="*/ 110 h 34"/>
                <a:gd name="T2" fmla="*/ 75 w 22"/>
                <a:gd name="T3" fmla="*/ 60 h 34"/>
                <a:gd name="T4" fmla="*/ 29 w 22"/>
                <a:gd name="T5" fmla="*/ 13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4">
                  <a:moveTo>
                    <a:pt x="7" y="26"/>
                  </a:moveTo>
                  <a:cubicBezTo>
                    <a:pt x="15" y="34"/>
                    <a:pt x="22" y="23"/>
                    <a:pt x="17" y="14"/>
                  </a:cubicBezTo>
                  <a:cubicBezTo>
                    <a:pt x="9" y="0"/>
                    <a:pt x="0" y="23"/>
                    <a:pt x="7" y="3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138">
              <a:extLst>
                <a:ext uri="{FF2B5EF4-FFF2-40B4-BE49-F238E27FC236}">
                  <a16:creationId xmlns:a16="http://schemas.microsoft.com/office/drawing/2014/main" id="{43E162EF-BEE1-4BCD-AD43-FE8D69C68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350"/>
              <a:ext cx="34" cy="43"/>
            </a:xfrm>
            <a:custGeom>
              <a:avLst/>
              <a:gdLst>
                <a:gd name="T0" fmla="*/ 21 w 21"/>
                <a:gd name="T1" fmla="*/ 76 h 27"/>
                <a:gd name="T2" fmla="*/ 73 w 21"/>
                <a:gd name="T3" fmla="*/ 46 h 27"/>
                <a:gd name="T4" fmla="*/ 34 w 21"/>
                <a:gd name="T5" fmla="*/ 10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5" y="19"/>
                  </a:moveTo>
                  <a:cubicBezTo>
                    <a:pt x="11" y="23"/>
                    <a:pt x="21" y="19"/>
                    <a:pt x="17" y="11"/>
                  </a:cubicBezTo>
                  <a:cubicBezTo>
                    <a:pt x="12" y="0"/>
                    <a:pt x="0" y="17"/>
                    <a:pt x="8" y="2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139">
              <a:extLst>
                <a:ext uri="{FF2B5EF4-FFF2-40B4-BE49-F238E27FC236}">
                  <a16:creationId xmlns:a16="http://schemas.microsoft.com/office/drawing/2014/main" id="{6A4E65D4-B11B-4DCB-8FB3-65889A663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406"/>
              <a:ext cx="29" cy="32"/>
            </a:xfrm>
            <a:custGeom>
              <a:avLst/>
              <a:gdLst>
                <a:gd name="T0" fmla="*/ 8 w 18"/>
                <a:gd name="T1" fmla="*/ 48 h 20"/>
                <a:gd name="T2" fmla="*/ 0 w 18"/>
                <a:gd name="T3" fmla="*/ 54 h 20"/>
                <a:gd name="T4" fmla="*/ 76 w 18"/>
                <a:gd name="T5" fmla="*/ 42 h 20"/>
                <a:gd name="T6" fmla="*/ 16 w 18"/>
                <a:gd name="T7" fmla="*/ 7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2" y="12"/>
                  </a:moveTo>
                  <a:cubicBezTo>
                    <a:pt x="1" y="12"/>
                    <a:pt x="0" y="12"/>
                    <a:pt x="0" y="13"/>
                  </a:cubicBezTo>
                  <a:cubicBezTo>
                    <a:pt x="4" y="17"/>
                    <a:pt x="18" y="20"/>
                    <a:pt x="18" y="10"/>
                  </a:cubicBezTo>
                  <a:cubicBezTo>
                    <a:pt x="17" y="0"/>
                    <a:pt x="2" y="7"/>
                    <a:pt x="4" y="1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140">
              <a:extLst>
                <a:ext uri="{FF2B5EF4-FFF2-40B4-BE49-F238E27FC236}">
                  <a16:creationId xmlns:a16="http://schemas.microsoft.com/office/drawing/2014/main" id="{895A3A7F-002F-410D-8CF3-E5D1C0639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453"/>
              <a:ext cx="37" cy="42"/>
            </a:xfrm>
            <a:custGeom>
              <a:avLst/>
              <a:gdLst>
                <a:gd name="T0" fmla="*/ 37 w 23"/>
                <a:gd name="T1" fmla="*/ 68 h 26"/>
                <a:gd name="T2" fmla="*/ 90 w 23"/>
                <a:gd name="T3" fmla="*/ 71 h 26"/>
                <a:gd name="T4" fmla="*/ 21 w 23"/>
                <a:gd name="T5" fmla="*/ 8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6">
                  <a:moveTo>
                    <a:pt x="9" y="16"/>
                  </a:moveTo>
                  <a:cubicBezTo>
                    <a:pt x="9" y="23"/>
                    <a:pt x="22" y="26"/>
                    <a:pt x="22" y="17"/>
                  </a:cubicBezTo>
                  <a:cubicBezTo>
                    <a:pt x="23" y="4"/>
                    <a:pt x="0" y="0"/>
                    <a:pt x="5" y="2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141">
              <a:extLst>
                <a:ext uri="{FF2B5EF4-FFF2-40B4-BE49-F238E27FC236}">
                  <a16:creationId xmlns:a16="http://schemas.microsoft.com/office/drawing/2014/main" id="{DFB84E63-F44E-4DF4-B0F7-C57382965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414"/>
              <a:ext cx="26" cy="36"/>
            </a:xfrm>
            <a:custGeom>
              <a:avLst/>
              <a:gdLst>
                <a:gd name="T0" fmla="*/ 8 w 16"/>
                <a:gd name="T1" fmla="*/ 47 h 22"/>
                <a:gd name="T2" fmla="*/ 0 w 16"/>
                <a:gd name="T3" fmla="*/ 54 h 22"/>
                <a:gd name="T4" fmla="*/ 18 w 16"/>
                <a:gd name="T5" fmla="*/ 0 h 22"/>
                <a:gd name="T6" fmla="*/ 8 w 16"/>
                <a:gd name="T7" fmla="*/ 4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2" y="11"/>
                  </a:moveTo>
                  <a:cubicBezTo>
                    <a:pt x="1" y="10"/>
                    <a:pt x="0" y="11"/>
                    <a:pt x="0" y="12"/>
                  </a:cubicBezTo>
                  <a:cubicBezTo>
                    <a:pt x="8" y="22"/>
                    <a:pt x="16" y="4"/>
                    <a:pt x="4" y="0"/>
                  </a:cubicBezTo>
                  <a:cubicBezTo>
                    <a:pt x="0" y="3"/>
                    <a:pt x="0" y="7"/>
                    <a:pt x="2" y="1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142">
              <a:extLst>
                <a:ext uri="{FF2B5EF4-FFF2-40B4-BE49-F238E27FC236}">
                  <a16:creationId xmlns:a16="http://schemas.microsoft.com/office/drawing/2014/main" id="{8D22B50B-B531-4169-A4D3-866381F8B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372"/>
              <a:ext cx="13" cy="11"/>
            </a:xfrm>
            <a:custGeom>
              <a:avLst/>
              <a:gdLst>
                <a:gd name="T0" fmla="*/ 5 w 8"/>
                <a:gd name="T1" fmla="*/ 14 h 7"/>
                <a:gd name="T2" fmla="*/ 29 w 8"/>
                <a:gd name="T3" fmla="*/ 27 h 7"/>
                <a:gd name="T4" fmla="*/ 5 w 8"/>
                <a:gd name="T5" fmla="*/ 2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1" y="4"/>
                  </a:moveTo>
                  <a:cubicBezTo>
                    <a:pt x="2" y="6"/>
                    <a:pt x="4" y="7"/>
                    <a:pt x="7" y="7"/>
                  </a:cubicBezTo>
                  <a:cubicBezTo>
                    <a:pt x="8" y="0"/>
                    <a:pt x="0" y="0"/>
                    <a:pt x="1" y="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143">
              <a:extLst>
                <a:ext uri="{FF2B5EF4-FFF2-40B4-BE49-F238E27FC236}">
                  <a16:creationId xmlns:a16="http://schemas.microsoft.com/office/drawing/2014/main" id="{9CFA0F97-0196-48FB-A4AF-4D001FE88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437"/>
              <a:ext cx="21" cy="27"/>
            </a:xfrm>
            <a:custGeom>
              <a:avLst/>
              <a:gdLst>
                <a:gd name="T0" fmla="*/ 34 w 13"/>
                <a:gd name="T1" fmla="*/ 27 h 17"/>
                <a:gd name="T2" fmla="*/ 55 w 13"/>
                <a:gd name="T3" fmla="*/ 40 h 17"/>
                <a:gd name="T4" fmla="*/ 26 w 13"/>
                <a:gd name="T5" fmla="*/ 5 h 17"/>
                <a:gd name="T6" fmla="*/ 39 w 13"/>
                <a:gd name="T7" fmla="*/ 6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7">
                  <a:moveTo>
                    <a:pt x="8" y="7"/>
                  </a:moveTo>
                  <a:cubicBezTo>
                    <a:pt x="8" y="9"/>
                    <a:pt x="9" y="11"/>
                    <a:pt x="13" y="10"/>
                  </a:cubicBezTo>
                  <a:cubicBezTo>
                    <a:pt x="13" y="6"/>
                    <a:pt x="10" y="0"/>
                    <a:pt x="6" y="1"/>
                  </a:cubicBezTo>
                  <a:cubicBezTo>
                    <a:pt x="0" y="3"/>
                    <a:pt x="7" y="14"/>
                    <a:pt x="9" y="1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144">
              <a:extLst>
                <a:ext uri="{FF2B5EF4-FFF2-40B4-BE49-F238E27FC236}">
                  <a16:creationId xmlns:a16="http://schemas.microsoft.com/office/drawing/2014/main" id="{B20665F6-41A7-4CCA-AC35-A1A252BF6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480"/>
              <a:ext cx="23" cy="32"/>
            </a:xfrm>
            <a:custGeom>
              <a:avLst/>
              <a:gdLst>
                <a:gd name="T0" fmla="*/ 20 w 14"/>
                <a:gd name="T1" fmla="*/ 67 h 20"/>
                <a:gd name="T2" fmla="*/ 5 w 14"/>
                <a:gd name="T3" fmla="*/ 21 h 20"/>
                <a:gd name="T4" fmla="*/ 20 w 14"/>
                <a:gd name="T5" fmla="*/ 4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4" y="16"/>
                  </a:moveTo>
                  <a:cubicBezTo>
                    <a:pt x="13" y="20"/>
                    <a:pt x="14" y="0"/>
                    <a:pt x="1" y="5"/>
                  </a:cubicBezTo>
                  <a:cubicBezTo>
                    <a:pt x="0" y="8"/>
                    <a:pt x="1" y="10"/>
                    <a:pt x="4" y="1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145">
              <a:extLst>
                <a:ext uri="{FF2B5EF4-FFF2-40B4-BE49-F238E27FC236}">
                  <a16:creationId xmlns:a16="http://schemas.microsoft.com/office/drawing/2014/main" id="{24A488AC-6DCA-403B-B8C2-DDF0B4412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438"/>
              <a:ext cx="26" cy="26"/>
            </a:xfrm>
            <a:custGeom>
              <a:avLst/>
              <a:gdLst>
                <a:gd name="T0" fmla="*/ 29 w 16"/>
                <a:gd name="T1" fmla="*/ 63 h 16"/>
                <a:gd name="T2" fmla="*/ 55 w 16"/>
                <a:gd name="T3" fmla="*/ 34 h 16"/>
                <a:gd name="T4" fmla="*/ 21 w 16"/>
                <a:gd name="T5" fmla="*/ 5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7" y="15"/>
                  </a:moveTo>
                  <a:cubicBezTo>
                    <a:pt x="12" y="16"/>
                    <a:pt x="16" y="14"/>
                    <a:pt x="13" y="8"/>
                  </a:cubicBezTo>
                  <a:cubicBezTo>
                    <a:pt x="10" y="0"/>
                    <a:pt x="0" y="3"/>
                    <a:pt x="5" y="1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146">
              <a:extLst>
                <a:ext uri="{FF2B5EF4-FFF2-40B4-BE49-F238E27FC236}">
                  <a16:creationId xmlns:a16="http://schemas.microsoft.com/office/drawing/2014/main" id="{B8C22491-8F08-4844-9797-062F0ACF8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488"/>
              <a:ext cx="19" cy="29"/>
            </a:xfrm>
            <a:custGeom>
              <a:avLst/>
              <a:gdLst>
                <a:gd name="T0" fmla="*/ 0 w 12"/>
                <a:gd name="T1" fmla="*/ 42 h 18"/>
                <a:gd name="T2" fmla="*/ 5 w 12"/>
                <a:gd name="T3" fmla="*/ 5 h 18"/>
                <a:gd name="T4" fmla="*/ 8 w 12"/>
                <a:gd name="T5" fmla="*/ 2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10"/>
                  </a:moveTo>
                  <a:cubicBezTo>
                    <a:pt x="7" y="18"/>
                    <a:pt x="12" y="0"/>
                    <a:pt x="1" y="1"/>
                  </a:cubicBezTo>
                  <a:cubicBezTo>
                    <a:pt x="1" y="3"/>
                    <a:pt x="2" y="4"/>
                    <a:pt x="2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147">
              <a:extLst>
                <a:ext uri="{FF2B5EF4-FFF2-40B4-BE49-F238E27FC236}">
                  <a16:creationId xmlns:a16="http://schemas.microsoft.com/office/drawing/2014/main" id="{BB02CD2E-8630-4AFB-8ED7-F72AAA2CB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466"/>
              <a:ext cx="6" cy="6"/>
            </a:xfrm>
            <a:custGeom>
              <a:avLst/>
              <a:gdLst>
                <a:gd name="T0" fmla="*/ 0 w 4"/>
                <a:gd name="T1" fmla="*/ 12 h 4"/>
                <a:gd name="T2" fmla="*/ 12 w 4"/>
                <a:gd name="T3" fmla="*/ 14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3"/>
                    <a:pt x="2" y="4"/>
                    <a:pt x="3" y="4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148">
              <a:extLst>
                <a:ext uri="{FF2B5EF4-FFF2-40B4-BE49-F238E27FC236}">
                  <a16:creationId xmlns:a16="http://schemas.microsoft.com/office/drawing/2014/main" id="{6E286DDE-C271-4EF7-B106-6F7A33D03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387"/>
              <a:ext cx="54" cy="38"/>
            </a:xfrm>
            <a:custGeom>
              <a:avLst/>
              <a:gdLst>
                <a:gd name="T0" fmla="*/ 62 w 33"/>
                <a:gd name="T1" fmla="*/ 16 h 24"/>
                <a:gd name="T2" fmla="*/ 105 w 33"/>
                <a:gd name="T3" fmla="*/ 63 h 24"/>
                <a:gd name="T4" fmla="*/ 56 w 33"/>
                <a:gd name="T5" fmla="*/ 6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4">
                  <a:moveTo>
                    <a:pt x="14" y="4"/>
                  </a:moveTo>
                  <a:cubicBezTo>
                    <a:pt x="6" y="7"/>
                    <a:pt x="19" y="24"/>
                    <a:pt x="24" y="16"/>
                  </a:cubicBezTo>
                  <a:cubicBezTo>
                    <a:pt x="33" y="0"/>
                    <a:pt x="0" y="3"/>
                    <a:pt x="13" y="1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149">
              <a:extLst>
                <a:ext uri="{FF2B5EF4-FFF2-40B4-BE49-F238E27FC236}">
                  <a16:creationId xmlns:a16="http://schemas.microsoft.com/office/drawing/2014/main" id="{9BCA9E91-FF8E-410E-888C-1AB8DA7FC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343"/>
              <a:ext cx="15" cy="16"/>
            </a:xfrm>
            <a:custGeom>
              <a:avLst/>
              <a:gdLst>
                <a:gd name="T0" fmla="*/ 20 w 9"/>
                <a:gd name="T1" fmla="*/ 35 h 10"/>
                <a:gd name="T2" fmla="*/ 33 w 9"/>
                <a:gd name="T3" fmla="*/ 42 h 10"/>
                <a:gd name="T4" fmla="*/ 0 w 9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9"/>
                  </a:moveTo>
                  <a:cubicBezTo>
                    <a:pt x="5" y="9"/>
                    <a:pt x="5" y="10"/>
                    <a:pt x="7" y="10"/>
                  </a:cubicBezTo>
                  <a:cubicBezTo>
                    <a:pt x="9" y="5"/>
                    <a:pt x="4" y="0"/>
                    <a:pt x="0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150">
              <a:extLst>
                <a:ext uri="{FF2B5EF4-FFF2-40B4-BE49-F238E27FC236}">
                  <a16:creationId xmlns:a16="http://schemas.microsoft.com/office/drawing/2014/main" id="{9E68D385-7E48-4164-93A1-B3B7BF197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282"/>
              <a:ext cx="2" cy="3"/>
            </a:xfrm>
            <a:custGeom>
              <a:avLst/>
              <a:gdLst>
                <a:gd name="T0" fmla="*/ 8 w 1"/>
                <a:gd name="T1" fmla="*/ 8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151">
              <a:extLst>
                <a:ext uri="{FF2B5EF4-FFF2-40B4-BE49-F238E27FC236}">
                  <a16:creationId xmlns:a16="http://schemas.microsoft.com/office/drawing/2014/main" id="{97CF5623-8244-43D0-8771-0C2BAD83D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91"/>
              <a:ext cx="34" cy="33"/>
            </a:xfrm>
            <a:custGeom>
              <a:avLst/>
              <a:gdLst>
                <a:gd name="T0" fmla="*/ 29 w 21"/>
                <a:gd name="T1" fmla="*/ 58 h 20"/>
                <a:gd name="T2" fmla="*/ 68 w 21"/>
                <a:gd name="T3" fmla="*/ 41 h 20"/>
                <a:gd name="T4" fmla="*/ 29 w 21"/>
                <a:gd name="T5" fmla="*/ 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7" y="13"/>
                  </a:moveTo>
                  <a:cubicBezTo>
                    <a:pt x="10" y="20"/>
                    <a:pt x="21" y="17"/>
                    <a:pt x="16" y="9"/>
                  </a:cubicBezTo>
                  <a:cubicBezTo>
                    <a:pt x="10" y="0"/>
                    <a:pt x="0" y="10"/>
                    <a:pt x="7" y="16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152">
              <a:extLst>
                <a:ext uri="{FF2B5EF4-FFF2-40B4-BE49-F238E27FC236}">
                  <a16:creationId xmlns:a16="http://schemas.microsoft.com/office/drawing/2014/main" id="{44C7E51B-9022-4264-8A86-ECF9CB197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406"/>
              <a:ext cx="25" cy="26"/>
            </a:xfrm>
            <a:custGeom>
              <a:avLst/>
              <a:gdLst>
                <a:gd name="T0" fmla="*/ 5 w 15"/>
                <a:gd name="T1" fmla="*/ 55 h 16"/>
                <a:gd name="T2" fmla="*/ 55 w 15"/>
                <a:gd name="T3" fmla="*/ 54 h 16"/>
                <a:gd name="T4" fmla="*/ 5 w 15"/>
                <a:gd name="T5" fmla="*/ 4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1" y="13"/>
                  </a:moveTo>
                  <a:cubicBezTo>
                    <a:pt x="4" y="15"/>
                    <a:pt x="10" y="16"/>
                    <a:pt x="12" y="12"/>
                  </a:cubicBezTo>
                  <a:cubicBezTo>
                    <a:pt x="15" y="5"/>
                    <a:pt x="0" y="0"/>
                    <a:pt x="1" y="10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153">
              <a:extLst>
                <a:ext uri="{FF2B5EF4-FFF2-40B4-BE49-F238E27FC236}">
                  <a16:creationId xmlns:a16="http://schemas.microsoft.com/office/drawing/2014/main" id="{9678A864-6BB6-4658-8277-42E1A76A7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375"/>
              <a:ext cx="34" cy="28"/>
            </a:xfrm>
            <a:custGeom>
              <a:avLst/>
              <a:gdLst>
                <a:gd name="T0" fmla="*/ 34 w 21"/>
                <a:gd name="T1" fmla="*/ 35 h 17"/>
                <a:gd name="T2" fmla="*/ 73 w 21"/>
                <a:gd name="T3" fmla="*/ 58 h 17"/>
                <a:gd name="T4" fmla="*/ 39 w 21"/>
                <a:gd name="T5" fmla="*/ 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8" y="8"/>
                  </a:moveTo>
                  <a:cubicBezTo>
                    <a:pt x="10" y="12"/>
                    <a:pt x="13" y="14"/>
                    <a:pt x="17" y="13"/>
                  </a:cubicBezTo>
                  <a:cubicBezTo>
                    <a:pt x="21" y="0"/>
                    <a:pt x="0" y="3"/>
                    <a:pt x="9" y="17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154">
              <a:extLst>
                <a:ext uri="{FF2B5EF4-FFF2-40B4-BE49-F238E27FC236}">
                  <a16:creationId xmlns:a16="http://schemas.microsoft.com/office/drawing/2014/main" id="{F6ABCFCC-6C0D-47F1-9212-0E73B4416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416"/>
              <a:ext cx="24" cy="32"/>
            </a:xfrm>
            <a:custGeom>
              <a:avLst/>
              <a:gdLst>
                <a:gd name="T0" fmla="*/ 13 w 15"/>
                <a:gd name="T1" fmla="*/ 61 h 20"/>
                <a:gd name="T2" fmla="*/ 61 w 15"/>
                <a:gd name="T3" fmla="*/ 54 h 20"/>
                <a:gd name="T4" fmla="*/ 13 w 15"/>
                <a:gd name="T5" fmla="*/ 8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3" y="15"/>
                  </a:moveTo>
                  <a:cubicBezTo>
                    <a:pt x="5" y="20"/>
                    <a:pt x="14" y="19"/>
                    <a:pt x="15" y="13"/>
                  </a:cubicBezTo>
                  <a:cubicBezTo>
                    <a:pt x="15" y="0"/>
                    <a:pt x="0" y="6"/>
                    <a:pt x="3" y="20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155">
              <a:extLst>
                <a:ext uri="{FF2B5EF4-FFF2-40B4-BE49-F238E27FC236}">
                  <a16:creationId xmlns:a16="http://schemas.microsoft.com/office/drawing/2014/main" id="{B009FFF7-38D1-4BB1-8441-7D72D2DD0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445"/>
              <a:ext cx="28" cy="34"/>
            </a:xfrm>
            <a:custGeom>
              <a:avLst/>
              <a:gdLst>
                <a:gd name="T0" fmla="*/ 8 w 17"/>
                <a:gd name="T1" fmla="*/ 68 h 21"/>
                <a:gd name="T2" fmla="*/ 49 w 17"/>
                <a:gd name="T3" fmla="*/ 39 h 21"/>
                <a:gd name="T4" fmla="*/ 5 w 17"/>
                <a:gd name="T5" fmla="*/ 8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2" y="16"/>
                  </a:moveTo>
                  <a:cubicBezTo>
                    <a:pt x="8" y="20"/>
                    <a:pt x="17" y="16"/>
                    <a:pt x="11" y="9"/>
                  </a:cubicBezTo>
                  <a:cubicBezTo>
                    <a:pt x="2" y="0"/>
                    <a:pt x="0" y="15"/>
                    <a:pt x="1" y="21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156">
              <a:extLst>
                <a:ext uri="{FF2B5EF4-FFF2-40B4-BE49-F238E27FC236}">
                  <a16:creationId xmlns:a16="http://schemas.microsoft.com/office/drawing/2014/main" id="{8A34D542-1446-4C18-9249-CD24FEE33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472"/>
              <a:ext cx="29" cy="42"/>
            </a:xfrm>
            <a:custGeom>
              <a:avLst/>
              <a:gdLst>
                <a:gd name="T0" fmla="*/ 13 w 18"/>
                <a:gd name="T1" fmla="*/ 84 h 26"/>
                <a:gd name="T2" fmla="*/ 60 w 18"/>
                <a:gd name="T3" fmla="*/ 63 h 26"/>
                <a:gd name="T4" fmla="*/ 0 w 18"/>
                <a:gd name="T5" fmla="*/ 10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3" y="20"/>
                  </a:moveTo>
                  <a:cubicBezTo>
                    <a:pt x="6" y="26"/>
                    <a:pt x="18" y="25"/>
                    <a:pt x="14" y="15"/>
                  </a:cubicBezTo>
                  <a:cubicBezTo>
                    <a:pt x="9" y="0"/>
                    <a:pt x="0" y="16"/>
                    <a:pt x="0" y="24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157">
              <a:extLst>
                <a:ext uri="{FF2B5EF4-FFF2-40B4-BE49-F238E27FC236}">
                  <a16:creationId xmlns:a16="http://schemas.microsoft.com/office/drawing/2014/main" id="{D541FB68-EAF8-4636-A88C-C553BE409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454"/>
              <a:ext cx="21" cy="26"/>
            </a:xfrm>
            <a:custGeom>
              <a:avLst/>
              <a:gdLst>
                <a:gd name="T0" fmla="*/ 5 w 13"/>
                <a:gd name="T1" fmla="*/ 47 h 16"/>
                <a:gd name="T2" fmla="*/ 42 w 13"/>
                <a:gd name="T3" fmla="*/ 34 h 16"/>
                <a:gd name="T4" fmla="*/ 5 w 13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1" y="11"/>
                  </a:moveTo>
                  <a:cubicBezTo>
                    <a:pt x="3" y="16"/>
                    <a:pt x="13" y="15"/>
                    <a:pt x="10" y="8"/>
                  </a:cubicBezTo>
                  <a:cubicBezTo>
                    <a:pt x="7" y="0"/>
                    <a:pt x="0" y="6"/>
                    <a:pt x="1" y="13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158">
              <a:extLst>
                <a:ext uri="{FF2B5EF4-FFF2-40B4-BE49-F238E27FC236}">
                  <a16:creationId xmlns:a16="http://schemas.microsoft.com/office/drawing/2014/main" id="{2F01A25A-0448-4C10-8F4E-629BDCDAF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432"/>
              <a:ext cx="8" cy="11"/>
            </a:xfrm>
            <a:custGeom>
              <a:avLst/>
              <a:gdLst>
                <a:gd name="T0" fmla="*/ 0 w 5"/>
                <a:gd name="T1" fmla="*/ 8 h 7"/>
                <a:gd name="T2" fmla="*/ 21 w 5"/>
                <a:gd name="T3" fmla="*/ 14 h 7"/>
                <a:gd name="T4" fmla="*/ 8 w 5"/>
                <a:gd name="T5" fmla="*/ 0 h 7"/>
                <a:gd name="T6" fmla="*/ 13 w 5"/>
                <a:gd name="T7" fmla="*/ 2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2" y="4"/>
                    <a:pt x="2" y="5"/>
                    <a:pt x="5" y="4"/>
                  </a:cubicBezTo>
                  <a:cubicBezTo>
                    <a:pt x="4" y="2"/>
                    <a:pt x="3" y="2"/>
                    <a:pt x="2" y="0"/>
                  </a:cubicBez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159">
              <a:extLst>
                <a:ext uri="{FF2B5EF4-FFF2-40B4-BE49-F238E27FC236}">
                  <a16:creationId xmlns:a16="http://schemas.microsoft.com/office/drawing/2014/main" id="{95680E4C-9653-456B-BA63-494FD3521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435"/>
              <a:ext cx="19" cy="29"/>
            </a:xfrm>
            <a:custGeom>
              <a:avLst/>
              <a:gdLst>
                <a:gd name="T0" fmla="*/ 8 w 12"/>
                <a:gd name="T1" fmla="*/ 63 h 18"/>
                <a:gd name="T2" fmla="*/ 0 w 12"/>
                <a:gd name="T3" fmla="*/ 5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2" y="15"/>
                  </a:moveTo>
                  <a:cubicBezTo>
                    <a:pt x="12" y="18"/>
                    <a:pt x="2" y="0"/>
                    <a:pt x="0" y="13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160">
              <a:extLst>
                <a:ext uri="{FF2B5EF4-FFF2-40B4-BE49-F238E27FC236}">
                  <a16:creationId xmlns:a16="http://schemas.microsoft.com/office/drawing/2014/main" id="{218DCE86-2151-489C-8B3F-8BA7FDE5B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369"/>
              <a:ext cx="18" cy="24"/>
            </a:xfrm>
            <a:custGeom>
              <a:avLst/>
              <a:gdLst>
                <a:gd name="T0" fmla="*/ 5 w 11"/>
                <a:gd name="T1" fmla="*/ 34 h 15"/>
                <a:gd name="T2" fmla="*/ 47 w 11"/>
                <a:gd name="T3" fmla="*/ 34 h 15"/>
                <a:gd name="T4" fmla="*/ 26 w 11"/>
                <a:gd name="T5" fmla="*/ 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8"/>
                  </a:moveTo>
                  <a:cubicBezTo>
                    <a:pt x="2" y="13"/>
                    <a:pt x="11" y="15"/>
                    <a:pt x="11" y="8"/>
                  </a:cubicBezTo>
                  <a:cubicBezTo>
                    <a:pt x="10" y="0"/>
                    <a:pt x="0" y="7"/>
                    <a:pt x="6" y="12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161">
              <a:extLst>
                <a:ext uri="{FF2B5EF4-FFF2-40B4-BE49-F238E27FC236}">
                  <a16:creationId xmlns:a16="http://schemas.microsoft.com/office/drawing/2014/main" id="{A7D34502-A207-407C-9242-3FD2517B1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356"/>
              <a:ext cx="8" cy="8"/>
            </a:xfrm>
            <a:custGeom>
              <a:avLst/>
              <a:gdLst>
                <a:gd name="T0" fmla="*/ 0 w 5"/>
                <a:gd name="T1" fmla="*/ 5 h 5"/>
                <a:gd name="T2" fmla="*/ 21 w 5"/>
                <a:gd name="T3" fmla="*/ 13 h 5"/>
                <a:gd name="T4" fmla="*/ 5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2" y="3"/>
                    <a:pt x="3" y="5"/>
                    <a:pt x="5" y="3"/>
                  </a:cubicBezTo>
                  <a:cubicBezTo>
                    <a:pt x="2" y="0"/>
                    <a:pt x="3" y="3"/>
                    <a:pt x="1" y="5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Freeform 162">
              <a:extLst>
                <a:ext uri="{FF2B5EF4-FFF2-40B4-BE49-F238E27FC236}">
                  <a16:creationId xmlns:a16="http://schemas.microsoft.com/office/drawing/2014/main" id="{24C5039F-6DAF-467D-8CD5-B273D6C7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387"/>
              <a:ext cx="8" cy="6"/>
            </a:xfrm>
            <a:custGeom>
              <a:avLst/>
              <a:gdLst>
                <a:gd name="T0" fmla="*/ 5 w 5"/>
                <a:gd name="T1" fmla="*/ 12 h 4"/>
                <a:gd name="T2" fmla="*/ 8 w 5"/>
                <a:gd name="T3" fmla="*/ 0 h 4"/>
                <a:gd name="T4" fmla="*/ 5 w 5"/>
                <a:gd name="T5" fmla="*/ 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3"/>
                  </a:moveTo>
                  <a:cubicBezTo>
                    <a:pt x="2" y="2"/>
                    <a:pt x="5" y="3"/>
                    <a:pt x="2" y="0"/>
                  </a:cubicBezTo>
                  <a:cubicBezTo>
                    <a:pt x="0" y="2"/>
                    <a:pt x="2" y="3"/>
                    <a:pt x="1" y="4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Freeform 163">
              <a:extLst>
                <a:ext uri="{FF2B5EF4-FFF2-40B4-BE49-F238E27FC236}">
                  <a16:creationId xmlns:a16="http://schemas.microsoft.com/office/drawing/2014/main" id="{2FE03E27-2D2B-4F76-8EC2-AC0FD0A4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391"/>
              <a:ext cx="9" cy="9"/>
            </a:xfrm>
            <a:custGeom>
              <a:avLst/>
              <a:gdLst>
                <a:gd name="T0" fmla="*/ 12 w 6"/>
                <a:gd name="T1" fmla="*/ 16 h 5"/>
                <a:gd name="T2" fmla="*/ 18 w 6"/>
                <a:gd name="T3" fmla="*/ 29 h 5"/>
                <a:gd name="T4" fmla="*/ 8 w 6"/>
                <a:gd name="T5" fmla="*/ 0 h 5"/>
                <a:gd name="T6" fmla="*/ 8 w 6"/>
                <a:gd name="T7" fmla="*/ 2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3"/>
                  </a:moveTo>
                  <a:cubicBezTo>
                    <a:pt x="4" y="4"/>
                    <a:pt x="4" y="5"/>
                    <a:pt x="5" y="5"/>
                  </a:cubicBezTo>
                  <a:cubicBezTo>
                    <a:pt x="6" y="1"/>
                    <a:pt x="4" y="1"/>
                    <a:pt x="2" y="0"/>
                  </a:cubicBezTo>
                  <a:cubicBezTo>
                    <a:pt x="0" y="2"/>
                    <a:pt x="1" y="2"/>
                    <a:pt x="2" y="4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Freeform 164">
              <a:extLst>
                <a:ext uri="{FF2B5EF4-FFF2-40B4-BE49-F238E27FC236}">
                  <a16:creationId xmlns:a16="http://schemas.microsoft.com/office/drawing/2014/main" id="{B3DF3D8E-22E6-4EC2-BEC0-1EBA04303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433"/>
              <a:ext cx="14" cy="17"/>
            </a:xfrm>
            <a:custGeom>
              <a:avLst/>
              <a:gdLst>
                <a:gd name="T0" fmla="*/ 0 w 9"/>
                <a:gd name="T1" fmla="*/ 41 h 10"/>
                <a:gd name="T2" fmla="*/ 8 w 9"/>
                <a:gd name="T3" fmla="*/ 5 h 10"/>
                <a:gd name="T4" fmla="*/ 12 w 9"/>
                <a:gd name="T5" fmla="*/ 4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cubicBezTo>
                    <a:pt x="7" y="10"/>
                    <a:pt x="9" y="0"/>
                    <a:pt x="2" y="1"/>
                  </a:cubicBezTo>
                  <a:cubicBezTo>
                    <a:pt x="2" y="3"/>
                    <a:pt x="2" y="7"/>
                    <a:pt x="3" y="9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6" name="Freeform 165">
              <a:extLst>
                <a:ext uri="{FF2B5EF4-FFF2-40B4-BE49-F238E27FC236}">
                  <a16:creationId xmlns:a16="http://schemas.microsoft.com/office/drawing/2014/main" id="{DCF14692-9E15-4C47-B926-942607E5F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390"/>
              <a:ext cx="18" cy="21"/>
            </a:xfrm>
            <a:custGeom>
              <a:avLst/>
              <a:gdLst>
                <a:gd name="T0" fmla="*/ 8 w 11"/>
                <a:gd name="T1" fmla="*/ 34 h 13"/>
                <a:gd name="T2" fmla="*/ 8 w 11"/>
                <a:gd name="T3" fmla="*/ 47 h 13"/>
                <a:gd name="T4" fmla="*/ 34 w 11"/>
                <a:gd name="T5" fmla="*/ 50 h 13"/>
                <a:gd name="T6" fmla="*/ 8 w 11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2" y="8"/>
                  </a:moveTo>
                  <a:cubicBezTo>
                    <a:pt x="1" y="9"/>
                    <a:pt x="1" y="10"/>
                    <a:pt x="2" y="11"/>
                  </a:cubicBezTo>
                  <a:cubicBezTo>
                    <a:pt x="4" y="12"/>
                    <a:pt x="6" y="12"/>
                    <a:pt x="8" y="12"/>
                  </a:cubicBezTo>
                  <a:cubicBezTo>
                    <a:pt x="11" y="2"/>
                    <a:pt x="0" y="0"/>
                    <a:pt x="2" y="13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7" name="Freeform 166">
              <a:extLst>
                <a:ext uri="{FF2B5EF4-FFF2-40B4-BE49-F238E27FC236}">
                  <a16:creationId xmlns:a16="http://schemas.microsoft.com/office/drawing/2014/main" id="{5EFE2918-E87E-4731-9606-E3C146CD1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421"/>
              <a:ext cx="13" cy="22"/>
            </a:xfrm>
            <a:custGeom>
              <a:avLst/>
              <a:gdLst>
                <a:gd name="T0" fmla="*/ 0 w 8"/>
                <a:gd name="T1" fmla="*/ 31 h 14"/>
                <a:gd name="T2" fmla="*/ 5 w 8"/>
                <a:gd name="T3" fmla="*/ 0 h 14"/>
                <a:gd name="T4" fmla="*/ 5 w 8"/>
                <a:gd name="T5" fmla="*/ 3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0" y="8"/>
                  </a:moveTo>
                  <a:cubicBezTo>
                    <a:pt x="8" y="14"/>
                    <a:pt x="8" y="0"/>
                    <a:pt x="1" y="0"/>
                  </a:cubicBezTo>
                  <a:cubicBezTo>
                    <a:pt x="0" y="3"/>
                    <a:pt x="0" y="7"/>
                    <a:pt x="1" y="10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167">
              <a:extLst>
                <a:ext uri="{FF2B5EF4-FFF2-40B4-BE49-F238E27FC236}">
                  <a16:creationId xmlns:a16="http://schemas.microsoft.com/office/drawing/2014/main" id="{FA8A3469-F7FE-4ABA-9891-6DA19CF92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482"/>
              <a:ext cx="12" cy="16"/>
            </a:xfrm>
            <a:custGeom>
              <a:avLst/>
              <a:gdLst>
                <a:gd name="T0" fmla="*/ 8 w 8"/>
                <a:gd name="T1" fmla="*/ 34 h 10"/>
                <a:gd name="T2" fmla="*/ 5 w 8"/>
                <a:gd name="T3" fmla="*/ 0 h 10"/>
                <a:gd name="T4" fmla="*/ 26 w 8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2" y="8"/>
                  </a:moveTo>
                  <a:cubicBezTo>
                    <a:pt x="0" y="6"/>
                    <a:pt x="0" y="3"/>
                    <a:pt x="1" y="0"/>
                  </a:cubicBezTo>
                  <a:cubicBezTo>
                    <a:pt x="6" y="0"/>
                    <a:pt x="8" y="5"/>
                    <a:pt x="7" y="10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168">
              <a:extLst>
                <a:ext uri="{FF2B5EF4-FFF2-40B4-BE49-F238E27FC236}">
                  <a16:creationId xmlns:a16="http://schemas.microsoft.com/office/drawing/2014/main" id="{89D9E819-92A2-4936-8AA1-C663FFFD8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475"/>
              <a:ext cx="14" cy="15"/>
            </a:xfrm>
            <a:custGeom>
              <a:avLst/>
              <a:gdLst>
                <a:gd name="T0" fmla="*/ 0 w 9"/>
                <a:gd name="T1" fmla="*/ 13 h 9"/>
                <a:gd name="T2" fmla="*/ 26 w 9"/>
                <a:gd name="T3" fmla="*/ 42 h 9"/>
                <a:gd name="T4" fmla="*/ 14 w 9"/>
                <a:gd name="T5" fmla="*/ 0 h 9"/>
                <a:gd name="T6" fmla="*/ 12 w 9"/>
                <a:gd name="T7" fmla="*/ 1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0" y="7"/>
                    <a:pt x="3" y="9"/>
                    <a:pt x="7" y="9"/>
                  </a:cubicBezTo>
                  <a:cubicBezTo>
                    <a:pt x="9" y="5"/>
                    <a:pt x="8" y="1"/>
                    <a:pt x="4" y="0"/>
                  </a:cubicBezTo>
                  <a:cubicBezTo>
                    <a:pt x="2" y="1"/>
                    <a:pt x="3" y="1"/>
                    <a:pt x="3" y="3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169">
              <a:extLst>
                <a:ext uri="{FF2B5EF4-FFF2-40B4-BE49-F238E27FC236}">
                  <a16:creationId xmlns:a16="http://schemas.microsoft.com/office/drawing/2014/main" id="{E56FBDA3-CAF5-4B63-9EB5-4717B02BE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437"/>
              <a:ext cx="24" cy="22"/>
            </a:xfrm>
            <a:custGeom>
              <a:avLst/>
              <a:gdLst>
                <a:gd name="T0" fmla="*/ 5 w 15"/>
                <a:gd name="T1" fmla="*/ 35 h 14"/>
                <a:gd name="T2" fmla="*/ 56 w 15"/>
                <a:gd name="T3" fmla="*/ 27 h 14"/>
                <a:gd name="T4" fmla="*/ 8 w 15"/>
                <a:gd name="T5" fmla="*/ 3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" y="9"/>
                  </a:moveTo>
                  <a:cubicBezTo>
                    <a:pt x="4" y="12"/>
                    <a:pt x="14" y="14"/>
                    <a:pt x="14" y="7"/>
                  </a:cubicBezTo>
                  <a:cubicBezTo>
                    <a:pt x="15" y="0"/>
                    <a:pt x="0" y="0"/>
                    <a:pt x="2" y="10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170">
              <a:extLst>
                <a:ext uri="{FF2B5EF4-FFF2-40B4-BE49-F238E27FC236}">
                  <a16:creationId xmlns:a16="http://schemas.microsoft.com/office/drawing/2014/main" id="{7314B11F-35ED-4825-8FEB-F55C84B0A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406"/>
              <a:ext cx="19" cy="16"/>
            </a:xfrm>
            <a:custGeom>
              <a:avLst/>
              <a:gdLst>
                <a:gd name="T0" fmla="*/ 25 w 12"/>
                <a:gd name="T1" fmla="*/ 26 h 10"/>
                <a:gd name="T2" fmla="*/ 48 w 12"/>
                <a:gd name="T3" fmla="*/ 26 h 10"/>
                <a:gd name="T4" fmla="*/ 16 w 12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6"/>
                  </a:moveTo>
                  <a:cubicBezTo>
                    <a:pt x="8" y="7"/>
                    <a:pt x="11" y="8"/>
                    <a:pt x="12" y="6"/>
                  </a:cubicBezTo>
                  <a:cubicBezTo>
                    <a:pt x="10" y="0"/>
                    <a:pt x="0" y="2"/>
                    <a:pt x="4" y="10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171">
              <a:extLst>
                <a:ext uri="{FF2B5EF4-FFF2-40B4-BE49-F238E27FC236}">
                  <a16:creationId xmlns:a16="http://schemas.microsoft.com/office/drawing/2014/main" id="{9E36D5B8-D7A2-4F3C-8B32-DBB2A6E55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450"/>
              <a:ext cx="22" cy="27"/>
            </a:xfrm>
            <a:custGeom>
              <a:avLst/>
              <a:gdLst>
                <a:gd name="T0" fmla="*/ 20 w 14"/>
                <a:gd name="T1" fmla="*/ 35 h 17"/>
                <a:gd name="T2" fmla="*/ 13 w 14"/>
                <a:gd name="T3" fmla="*/ 52 h 17"/>
                <a:gd name="T4" fmla="*/ 55 w 14"/>
                <a:gd name="T5" fmla="*/ 40 h 17"/>
                <a:gd name="T6" fmla="*/ 5 w 14"/>
                <a:gd name="T7" fmla="*/ 3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5" y="9"/>
                  </a:moveTo>
                  <a:cubicBezTo>
                    <a:pt x="4" y="10"/>
                    <a:pt x="4" y="12"/>
                    <a:pt x="3" y="13"/>
                  </a:cubicBezTo>
                  <a:cubicBezTo>
                    <a:pt x="7" y="17"/>
                    <a:pt x="14" y="17"/>
                    <a:pt x="14" y="10"/>
                  </a:cubicBezTo>
                  <a:cubicBezTo>
                    <a:pt x="13" y="3"/>
                    <a:pt x="0" y="0"/>
                    <a:pt x="1" y="9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172">
              <a:extLst>
                <a:ext uri="{FF2B5EF4-FFF2-40B4-BE49-F238E27FC236}">
                  <a16:creationId xmlns:a16="http://schemas.microsoft.com/office/drawing/2014/main" id="{355BFDE2-EB3B-4A90-8942-3A477DAF1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403"/>
              <a:ext cx="20" cy="32"/>
            </a:xfrm>
            <a:custGeom>
              <a:avLst/>
              <a:gdLst>
                <a:gd name="T0" fmla="*/ 5 w 12"/>
                <a:gd name="T1" fmla="*/ 61 h 20"/>
                <a:gd name="T2" fmla="*/ 33 w 12"/>
                <a:gd name="T3" fmla="*/ 29 h 20"/>
                <a:gd name="T4" fmla="*/ 5 w 12"/>
                <a:gd name="T5" fmla="*/ 8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1" y="15"/>
                  </a:moveTo>
                  <a:cubicBezTo>
                    <a:pt x="6" y="17"/>
                    <a:pt x="12" y="12"/>
                    <a:pt x="7" y="7"/>
                  </a:cubicBezTo>
                  <a:cubicBezTo>
                    <a:pt x="0" y="0"/>
                    <a:pt x="0" y="17"/>
                    <a:pt x="1" y="20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173">
              <a:extLst>
                <a:ext uri="{FF2B5EF4-FFF2-40B4-BE49-F238E27FC236}">
                  <a16:creationId xmlns:a16="http://schemas.microsoft.com/office/drawing/2014/main" id="{269ED38D-8A06-44EE-9142-62FC05079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446"/>
              <a:ext cx="41" cy="52"/>
            </a:xfrm>
            <a:custGeom>
              <a:avLst/>
              <a:gdLst>
                <a:gd name="T0" fmla="*/ 21 w 25"/>
                <a:gd name="T1" fmla="*/ 55 h 32"/>
                <a:gd name="T2" fmla="*/ 67 w 25"/>
                <a:gd name="T3" fmla="*/ 117 h 32"/>
                <a:gd name="T4" fmla="*/ 26 w 25"/>
                <a:gd name="T5" fmla="*/ 9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2">
                  <a:moveTo>
                    <a:pt x="5" y="13"/>
                  </a:moveTo>
                  <a:cubicBezTo>
                    <a:pt x="0" y="17"/>
                    <a:pt x="8" y="32"/>
                    <a:pt x="15" y="27"/>
                  </a:cubicBezTo>
                  <a:cubicBezTo>
                    <a:pt x="25" y="20"/>
                    <a:pt x="2" y="0"/>
                    <a:pt x="6" y="23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Freeform 174">
              <a:extLst>
                <a:ext uri="{FF2B5EF4-FFF2-40B4-BE49-F238E27FC236}">
                  <a16:creationId xmlns:a16="http://schemas.microsoft.com/office/drawing/2014/main" id="{E8E56CFB-9FD7-4E0F-B43B-AF2D816B9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416"/>
              <a:ext cx="31" cy="35"/>
            </a:xfrm>
            <a:custGeom>
              <a:avLst/>
              <a:gdLst>
                <a:gd name="T0" fmla="*/ 8 w 19"/>
                <a:gd name="T1" fmla="*/ 25 h 22"/>
                <a:gd name="T2" fmla="*/ 0 w 19"/>
                <a:gd name="T3" fmla="*/ 25 h 22"/>
                <a:gd name="T4" fmla="*/ 21 w 19"/>
                <a:gd name="T5" fmla="*/ 0 h 22"/>
                <a:gd name="T6" fmla="*/ 13 w 19"/>
                <a:gd name="T7" fmla="*/ 4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2" y="6"/>
                  </a:moveTo>
                  <a:cubicBezTo>
                    <a:pt x="2" y="5"/>
                    <a:pt x="1" y="5"/>
                    <a:pt x="0" y="6"/>
                  </a:cubicBezTo>
                  <a:cubicBezTo>
                    <a:pt x="6" y="22"/>
                    <a:pt x="19" y="1"/>
                    <a:pt x="5" y="0"/>
                  </a:cubicBezTo>
                  <a:cubicBezTo>
                    <a:pt x="3" y="3"/>
                    <a:pt x="3" y="7"/>
                    <a:pt x="3" y="11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175">
              <a:extLst>
                <a:ext uri="{FF2B5EF4-FFF2-40B4-BE49-F238E27FC236}">
                  <a16:creationId xmlns:a16="http://schemas.microsoft.com/office/drawing/2014/main" id="{8A7BD199-9C6A-45BC-B71E-AE03AC346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492"/>
              <a:ext cx="15" cy="16"/>
            </a:xfrm>
            <a:custGeom>
              <a:avLst/>
              <a:gdLst>
                <a:gd name="T0" fmla="*/ 13 w 9"/>
                <a:gd name="T1" fmla="*/ 34 h 10"/>
                <a:gd name="T2" fmla="*/ 20 w 9"/>
                <a:gd name="T3" fmla="*/ 42 h 10"/>
                <a:gd name="T4" fmla="*/ 0 w 9"/>
                <a:gd name="T5" fmla="*/ 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8"/>
                  </a:moveTo>
                  <a:cubicBezTo>
                    <a:pt x="4" y="8"/>
                    <a:pt x="2" y="9"/>
                    <a:pt x="4" y="10"/>
                  </a:cubicBezTo>
                  <a:cubicBezTo>
                    <a:pt x="9" y="6"/>
                    <a:pt x="6" y="0"/>
                    <a:pt x="0" y="3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176">
              <a:extLst>
                <a:ext uri="{FF2B5EF4-FFF2-40B4-BE49-F238E27FC236}">
                  <a16:creationId xmlns:a16="http://schemas.microsoft.com/office/drawing/2014/main" id="{C463FFDA-CB7D-41E6-9C99-2E197B827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429"/>
              <a:ext cx="10" cy="9"/>
            </a:xfrm>
            <a:custGeom>
              <a:avLst/>
              <a:gdLst>
                <a:gd name="T0" fmla="*/ 0 w 6"/>
                <a:gd name="T1" fmla="*/ 12 h 6"/>
                <a:gd name="T2" fmla="*/ 5 w 6"/>
                <a:gd name="T3" fmla="*/ 0 h 6"/>
                <a:gd name="T4" fmla="*/ 28 w 6"/>
                <a:gd name="T5" fmla="*/ 18 h 6"/>
                <a:gd name="T6" fmla="*/ 13 w 6"/>
                <a:gd name="T7" fmla="*/ 14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5" y="0"/>
                    <a:pt x="6" y="1"/>
                    <a:pt x="6" y="5"/>
                  </a:cubicBezTo>
                  <a:cubicBezTo>
                    <a:pt x="3" y="6"/>
                    <a:pt x="4" y="5"/>
                    <a:pt x="3" y="4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Freeform 177">
              <a:extLst>
                <a:ext uri="{FF2B5EF4-FFF2-40B4-BE49-F238E27FC236}">
                  <a16:creationId xmlns:a16="http://schemas.microsoft.com/office/drawing/2014/main" id="{04973AFE-3351-4855-814E-927247D0C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482"/>
              <a:ext cx="24" cy="27"/>
            </a:xfrm>
            <a:custGeom>
              <a:avLst/>
              <a:gdLst>
                <a:gd name="T0" fmla="*/ 16 w 15"/>
                <a:gd name="T1" fmla="*/ 25 h 17"/>
                <a:gd name="T2" fmla="*/ 56 w 15"/>
                <a:gd name="T3" fmla="*/ 40 h 17"/>
                <a:gd name="T4" fmla="*/ 8 w 15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4" y="6"/>
                  </a:moveTo>
                  <a:cubicBezTo>
                    <a:pt x="3" y="11"/>
                    <a:pt x="13" y="17"/>
                    <a:pt x="14" y="10"/>
                  </a:cubicBezTo>
                  <a:cubicBezTo>
                    <a:pt x="15" y="0"/>
                    <a:pt x="0" y="0"/>
                    <a:pt x="2" y="14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9" name="Freeform 178">
              <a:extLst>
                <a:ext uri="{FF2B5EF4-FFF2-40B4-BE49-F238E27FC236}">
                  <a16:creationId xmlns:a16="http://schemas.microsoft.com/office/drawing/2014/main" id="{E48F1096-4E14-49B7-981D-4C63B4CD0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448"/>
              <a:ext cx="11" cy="16"/>
            </a:xfrm>
            <a:custGeom>
              <a:avLst/>
              <a:gdLst>
                <a:gd name="T0" fmla="*/ 5 w 7"/>
                <a:gd name="T1" fmla="*/ 29 h 10"/>
                <a:gd name="T2" fmla="*/ 22 w 7"/>
                <a:gd name="T3" fmla="*/ 35 h 10"/>
                <a:gd name="T4" fmla="*/ 0 w 7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7"/>
                  </a:moveTo>
                  <a:cubicBezTo>
                    <a:pt x="3" y="9"/>
                    <a:pt x="3" y="10"/>
                    <a:pt x="6" y="9"/>
                  </a:cubicBezTo>
                  <a:cubicBezTo>
                    <a:pt x="7" y="3"/>
                    <a:pt x="0" y="0"/>
                    <a:pt x="0" y="8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0" name="Freeform 179">
              <a:extLst>
                <a:ext uri="{FF2B5EF4-FFF2-40B4-BE49-F238E27FC236}">
                  <a16:creationId xmlns:a16="http://schemas.microsoft.com/office/drawing/2014/main" id="{5E5DBA95-4C8F-49E8-8093-119622BA6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401"/>
              <a:ext cx="14" cy="10"/>
            </a:xfrm>
            <a:custGeom>
              <a:avLst/>
              <a:gdLst>
                <a:gd name="T0" fmla="*/ 26 w 9"/>
                <a:gd name="T1" fmla="*/ 8 h 6"/>
                <a:gd name="T2" fmla="*/ 30 w 9"/>
                <a:gd name="T3" fmla="*/ 22 h 6"/>
                <a:gd name="T4" fmla="*/ 34 w 9"/>
                <a:gd name="T5" fmla="*/ 5 h 6"/>
                <a:gd name="T6" fmla="*/ 5 w 9"/>
                <a:gd name="T7" fmla="*/ 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7" y="2"/>
                  </a:moveTo>
                  <a:cubicBezTo>
                    <a:pt x="7" y="1"/>
                    <a:pt x="7" y="4"/>
                    <a:pt x="8" y="5"/>
                  </a:cubicBezTo>
                  <a:cubicBezTo>
                    <a:pt x="9" y="3"/>
                    <a:pt x="9" y="3"/>
                    <a:pt x="9" y="1"/>
                  </a:cubicBezTo>
                  <a:cubicBezTo>
                    <a:pt x="5" y="0"/>
                    <a:pt x="0" y="0"/>
                    <a:pt x="1" y="6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1" name="Freeform 180">
              <a:extLst>
                <a:ext uri="{FF2B5EF4-FFF2-40B4-BE49-F238E27FC236}">
                  <a16:creationId xmlns:a16="http://schemas.microsoft.com/office/drawing/2014/main" id="{189EDF0A-26F6-48AE-B62A-C23AE998B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429"/>
              <a:ext cx="19" cy="29"/>
            </a:xfrm>
            <a:custGeom>
              <a:avLst/>
              <a:gdLst>
                <a:gd name="T0" fmla="*/ 0 w 12"/>
                <a:gd name="T1" fmla="*/ 47 h 18"/>
                <a:gd name="T2" fmla="*/ 48 w 12"/>
                <a:gd name="T3" fmla="*/ 42 h 18"/>
                <a:gd name="T4" fmla="*/ 0 w 12"/>
                <a:gd name="T5" fmla="*/ 5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11"/>
                  </a:moveTo>
                  <a:cubicBezTo>
                    <a:pt x="3" y="14"/>
                    <a:pt x="12" y="18"/>
                    <a:pt x="12" y="10"/>
                  </a:cubicBezTo>
                  <a:cubicBezTo>
                    <a:pt x="11" y="0"/>
                    <a:pt x="1" y="6"/>
                    <a:pt x="0" y="1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2" name="Freeform 181">
              <a:extLst>
                <a:ext uri="{FF2B5EF4-FFF2-40B4-BE49-F238E27FC236}">
                  <a16:creationId xmlns:a16="http://schemas.microsoft.com/office/drawing/2014/main" id="{D2683E26-4533-478C-9369-69DAC17A9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411"/>
              <a:ext cx="29" cy="24"/>
            </a:xfrm>
            <a:custGeom>
              <a:avLst/>
              <a:gdLst>
                <a:gd name="T0" fmla="*/ 29 w 18"/>
                <a:gd name="T1" fmla="*/ 46 h 15"/>
                <a:gd name="T2" fmla="*/ 34 w 18"/>
                <a:gd name="T3" fmla="*/ 54 h 15"/>
                <a:gd name="T4" fmla="*/ 68 w 18"/>
                <a:gd name="T5" fmla="*/ 56 h 15"/>
                <a:gd name="T6" fmla="*/ 16 w 18"/>
                <a:gd name="T7" fmla="*/ 5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7" y="11"/>
                  </a:moveTo>
                  <a:cubicBezTo>
                    <a:pt x="7" y="12"/>
                    <a:pt x="8" y="12"/>
                    <a:pt x="8" y="13"/>
                  </a:cubicBezTo>
                  <a:cubicBezTo>
                    <a:pt x="10" y="14"/>
                    <a:pt x="14" y="15"/>
                    <a:pt x="16" y="14"/>
                  </a:cubicBezTo>
                  <a:cubicBezTo>
                    <a:pt x="18" y="3"/>
                    <a:pt x="0" y="0"/>
                    <a:pt x="4" y="1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3" name="Freeform 182">
              <a:extLst>
                <a:ext uri="{FF2B5EF4-FFF2-40B4-BE49-F238E27FC236}">
                  <a16:creationId xmlns:a16="http://schemas.microsoft.com/office/drawing/2014/main" id="{723D2015-F45E-4B46-96F2-E73A1365D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409"/>
              <a:ext cx="19" cy="15"/>
            </a:xfrm>
            <a:custGeom>
              <a:avLst/>
              <a:gdLst>
                <a:gd name="T0" fmla="*/ 21 w 12"/>
                <a:gd name="T1" fmla="*/ 8 h 9"/>
                <a:gd name="T2" fmla="*/ 43 w 12"/>
                <a:gd name="T3" fmla="*/ 13 h 9"/>
                <a:gd name="T4" fmla="*/ 27 w 12"/>
                <a:gd name="T5" fmla="*/ 4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2"/>
                  </a:moveTo>
                  <a:cubicBezTo>
                    <a:pt x="7" y="7"/>
                    <a:pt x="10" y="8"/>
                    <a:pt x="11" y="3"/>
                  </a:cubicBezTo>
                  <a:cubicBezTo>
                    <a:pt x="12" y="0"/>
                    <a:pt x="0" y="0"/>
                    <a:pt x="7" y="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4" name="Freeform 183">
              <a:extLst>
                <a:ext uri="{FF2B5EF4-FFF2-40B4-BE49-F238E27FC236}">
                  <a16:creationId xmlns:a16="http://schemas.microsoft.com/office/drawing/2014/main" id="{EDC563CD-EDC1-4519-AB2C-8C18D5699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45"/>
              <a:ext cx="24" cy="16"/>
            </a:xfrm>
            <a:custGeom>
              <a:avLst/>
              <a:gdLst>
                <a:gd name="T0" fmla="*/ 35 w 15"/>
                <a:gd name="T1" fmla="*/ 35 h 10"/>
                <a:gd name="T2" fmla="*/ 48 w 15"/>
                <a:gd name="T3" fmla="*/ 35 h 10"/>
                <a:gd name="T4" fmla="*/ 35 w 15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9" y="9"/>
                  </a:moveTo>
                  <a:cubicBezTo>
                    <a:pt x="10" y="10"/>
                    <a:pt x="11" y="10"/>
                    <a:pt x="12" y="9"/>
                  </a:cubicBezTo>
                  <a:cubicBezTo>
                    <a:pt x="15" y="0"/>
                    <a:pt x="0" y="3"/>
                    <a:pt x="9" y="1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5" name="Freeform 184">
              <a:extLst>
                <a:ext uri="{FF2B5EF4-FFF2-40B4-BE49-F238E27FC236}">
                  <a16:creationId xmlns:a16="http://schemas.microsoft.com/office/drawing/2014/main" id="{EFBB866B-D426-4FC0-AF62-ECB9D8684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459"/>
              <a:ext cx="8" cy="12"/>
            </a:xfrm>
            <a:custGeom>
              <a:avLst/>
              <a:gdLst>
                <a:gd name="T0" fmla="*/ 8 w 5"/>
                <a:gd name="T1" fmla="*/ 36 h 7"/>
                <a:gd name="T2" fmla="*/ 5 w 5"/>
                <a:gd name="T3" fmla="*/ 0 h 7"/>
                <a:gd name="T4" fmla="*/ 0 w 5"/>
                <a:gd name="T5" fmla="*/ 2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7"/>
                  </a:moveTo>
                  <a:cubicBezTo>
                    <a:pt x="4" y="4"/>
                    <a:pt x="5" y="2"/>
                    <a:pt x="1" y="0"/>
                  </a:cubicBez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6" name="Freeform 185">
              <a:extLst>
                <a:ext uri="{FF2B5EF4-FFF2-40B4-BE49-F238E27FC236}">
                  <a16:creationId xmlns:a16="http://schemas.microsoft.com/office/drawing/2014/main" id="{A7A76154-2CF4-4241-A3AE-4DB0C7074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66"/>
              <a:ext cx="37" cy="45"/>
            </a:xfrm>
            <a:custGeom>
              <a:avLst/>
              <a:gdLst>
                <a:gd name="T0" fmla="*/ 42 w 23"/>
                <a:gd name="T1" fmla="*/ 63 h 28"/>
                <a:gd name="T2" fmla="*/ 55 w 23"/>
                <a:gd name="T3" fmla="*/ 95 h 28"/>
                <a:gd name="T4" fmla="*/ 29 w 23"/>
                <a:gd name="T5" fmla="*/ 6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8">
                  <a:moveTo>
                    <a:pt x="10" y="15"/>
                  </a:moveTo>
                  <a:cubicBezTo>
                    <a:pt x="0" y="14"/>
                    <a:pt x="7" y="28"/>
                    <a:pt x="13" y="23"/>
                  </a:cubicBezTo>
                  <a:cubicBezTo>
                    <a:pt x="23" y="15"/>
                    <a:pt x="3" y="0"/>
                    <a:pt x="7" y="1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7" name="Freeform 186">
              <a:extLst>
                <a:ext uri="{FF2B5EF4-FFF2-40B4-BE49-F238E27FC236}">
                  <a16:creationId xmlns:a16="http://schemas.microsoft.com/office/drawing/2014/main" id="{1AD7E45C-7EA3-4221-980A-47745D6B6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472"/>
              <a:ext cx="9" cy="3"/>
            </a:xfrm>
            <a:custGeom>
              <a:avLst/>
              <a:gdLst>
                <a:gd name="T0" fmla="*/ 0 w 6"/>
                <a:gd name="T1" fmla="*/ 0 h 2"/>
                <a:gd name="T2" fmla="*/ 21 w 6"/>
                <a:gd name="T3" fmla="*/ 0 h 2"/>
                <a:gd name="T4" fmla="*/ 14 w 6"/>
                <a:gd name="T5" fmla="*/ 8 h 2"/>
                <a:gd name="T6" fmla="*/ 8 w 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5" y="1"/>
                    <a:pt x="5" y="1"/>
                    <a:pt x="4" y="2"/>
                  </a:cubicBezTo>
                  <a:cubicBezTo>
                    <a:pt x="3" y="2"/>
                    <a:pt x="2" y="0"/>
                    <a:pt x="2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8" name="Freeform 187">
              <a:extLst>
                <a:ext uri="{FF2B5EF4-FFF2-40B4-BE49-F238E27FC236}">
                  <a16:creationId xmlns:a16="http://schemas.microsoft.com/office/drawing/2014/main" id="{E3DB451B-0DE8-40AA-9A9F-419EC19E1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464"/>
              <a:ext cx="9" cy="10"/>
            </a:xfrm>
            <a:custGeom>
              <a:avLst/>
              <a:gdLst>
                <a:gd name="T0" fmla="*/ 0 w 6"/>
                <a:gd name="T1" fmla="*/ 22 h 6"/>
                <a:gd name="T2" fmla="*/ 21 w 6"/>
                <a:gd name="T3" fmla="*/ 5 h 6"/>
                <a:gd name="T4" fmla="*/ 0 w 6"/>
                <a:gd name="T5" fmla="*/ 5 h 6"/>
                <a:gd name="T6" fmla="*/ 5 w 6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3" y="6"/>
                    <a:pt x="6" y="6"/>
                    <a:pt x="6" y="1"/>
                  </a:cubicBezTo>
                  <a:cubicBezTo>
                    <a:pt x="4" y="0"/>
                    <a:pt x="3" y="0"/>
                    <a:pt x="0" y="1"/>
                  </a:cubicBezTo>
                  <a:cubicBezTo>
                    <a:pt x="0" y="2"/>
                    <a:pt x="1" y="3"/>
                    <a:pt x="1" y="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9" name="Freeform 188">
              <a:extLst>
                <a:ext uri="{FF2B5EF4-FFF2-40B4-BE49-F238E27FC236}">
                  <a16:creationId xmlns:a16="http://schemas.microsoft.com/office/drawing/2014/main" id="{8C08A345-2946-4EE3-AC82-A3EF8CC40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429"/>
              <a:ext cx="11" cy="19"/>
            </a:xfrm>
            <a:custGeom>
              <a:avLst/>
              <a:gdLst>
                <a:gd name="T0" fmla="*/ 5 w 7"/>
                <a:gd name="T1" fmla="*/ 21 h 12"/>
                <a:gd name="T2" fmla="*/ 22 w 7"/>
                <a:gd name="T3" fmla="*/ 21 h 12"/>
                <a:gd name="T4" fmla="*/ 5 w 7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1" y="5"/>
                  </a:moveTo>
                  <a:cubicBezTo>
                    <a:pt x="0" y="12"/>
                    <a:pt x="6" y="11"/>
                    <a:pt x="6" y="5"/>
                  </a:cubicBezTo>
                  <a:cubicBezTo>
                    <a:pt x="7" y="0"/>
                    <a:pt x="0" y="4"/>
                    <a:pt x="1" y="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0" name="Freeform 189">
              <a:extLst>
                <a:ext uri="{FF2B5EF4-FFF2-40B4-BE49-F238E27FC236}">
                  <a16:creationId xmlns:a16="http://schemas.microsoft.com/office/drawing/2014/main" id="{FED8E0D7-0BA4-4676-9FC4-487C9F941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471"/>
              <a:ext cx="17" cy="25"/>
            </a:xfrm>
            <a:custGeom>
              <a:avLst/>
              <a:gdLst>
                <a:gd name="T0" fmla="*/ 20 w 10"/>
                <a:gd name="T1" fmla="*/ 39 h 16"/>
                <a:gd name="T2" fmla="*/ 44 w 10"/>
                <a:gd name="T3" fmla="*/ 34 h 16"/>
                <a:gd name="T4" fmla="*/ 9 w 10"/>
                <a:gd name="T5" fmla="*/ 4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4" y="10"/>
                  </a:moveTo>
                  <a:cubicBezTo>
                    <a:pt x="4" y="15"/>
                    <a:pt x="9" y="16"/>
                    <a:pt x="9" y="9"/>
                  </a:cubicBezTo>
                  <a:cubicBezTo>
                    <a:pt x="10" y="0"/>
                    <a:pt x="0" y="5"/>
                    <a:pt x="2" y="1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1" name="Freeform 190">
              <a:extLst>
                <a:ext uri="{FF2B5EF4-FFF2-40B4-BE49-F238E27FC236}">
                  <a16:creationId xmlns:a16="http://schemas.microsoft.com/office/drawing/2014/main" id="{7E122F5D-B274-4E38-BC93-DF0B8338A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483"/>
              <a:ext cx="26" cy="31"/>
            </a:xfrm>
            <a:custGeom>
              <a:avLst/>
              <a:gdLst>
                <a:gd name="T0" fmla="*/ 13 w 16"/>
                <a:gd name="T1" fmla="*/ 77 h 19"/>
                <a:gd name="T2" fmla="*/ 0 w 16"/>
                <a:gd name="T3" fmla="*/ 6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3" y="18"/>
                  </a:moveTo>
                  <a:cubicBezTo>
                    <a:pt x="16" y="19"/>
                    <a:pt x="0" y="0"/>
                    <a:pt x="0" y="1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2" name="Freeform 191">
              <a:extLst>
                <a:ext uri="{FF2B5EF4-FFF2-40B4-BE49-F238E27FC236}">
                  <a16:creationId xmlns:a16="http://schemas.microsoft.com/office/drawing/2014/main" id="{4B5F648A-F6EE-4429-9303-2461121E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403"/>
              <a:ext cx="15" cy="11"/>
            </a:xfrm>
            <a:custGeom>
              <a:avLst/>
              <a:gdLst>
                <a:gd name="T0" fmla="*/ 13 w 9"/>
                <a:gd name="T1" fmla="*/ 27 h 7"/>
                <a:gd name="T2" fmla="*/ 33 w 9"/>
                <a:gd name="T3" fmla="*/ 27 h 7"/>
                <a:gd name="T4" fmla="*/ 0 w 9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7"/>
                  </a:moveTo>
                  <a:cubicBezTo>
                    <a:pt x="2" y="7"/>
                    <a:pt x="6" y="7"/>
                    <a:pt x="7" y="7"/>
                  </a:cubicBezTo>
                  <a:cubicBezTo>
                    <a:pt x="9" y="1"/>
                    <a:pt x="1" y="0"/>
                    <a:pt x="0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3" name="Freeform 192">
              <a:extLst>
                <a:ext uri="{FF2B5EF4-FFF2-40B4-BE49-F238E27FC236}">
                  <a16:creationId xmlns:a16="http://schemas.microsoft.com/office/drawing/2014/main" id="{88971BA4-C1E6-433D-94EA-A4472877B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441"/>
              <a:ext cx="9" cy="10"/>
            </a:xfrm>
            <a:custGeom>
              <a:avLst/>
              <a:gdLst>
                <a:gd name="T0" fmla="*/ 5 w 6"/>
                <a:gd name="T1" fmla="*/ 28 h 6"/>
                <a:gd name="T2" fmla="*/ 18 w 6"/>
                <a:gd name="T3" fmla="*/ 0 h 6"/>
                <a:gd name="T4" fmla="*/ 5 w 6"/>
                <a:gd name="T5" fmla="*/ 0 h 6"/>
                <a:gd name="T6" fmla="*/ 5 w 6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6"/>
                  </a:moveTo>
                  <a:cubicBezTo>
                    <a:pt x="4" y="5"/>
                    <a:pt x="6" y="4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2"/>
                    <a:pt x="1" y="2"/>
                    <a:pt x="1" y="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4" name="Freeform 193">
              <a:extLst>
                <a:ext uri="{FF2B5EF4-FFF2-40B4-BE49-F238E27FC236}">
                  <a16:creationId xmlns:a16="http://schemas.microsoft.com/office/drawing/2014/main" id="{558AA19D-51BA-45D0-BC37-D306EBA5E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529"/>
              <a:ext cx="13" cy="16"/>
            </a:xfrm>
            <a:custGeom>
              <a:avLst/>
              <a:gdLst>
                <a:gd name="T0" fmla="*/ 21 w 8"/>
                <a:gd name="T1" fmla="*/ 29 h 10"/>
                <a:gd name="T2" fmla="*/ 29 w 8"/>
                <a:gd name="T3" fmla="*/ 42 h 10"/>
                <a:gd name="T4" fmla="*/ 0 w 8"/>
                <a:gd name="T5" fmla="*/ 0 h 10"/>
                <a:gd name="T6" fmla="*/ 0 w 8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5" y="7"/>
                  </a:moveTo>
                  <a:cubicBezTo>
                    <a:pt x="5" y="8"/>
                    <a:pt x="3" y="10"/>
                    <a:pt x="7" y="10"/>
                  </a:cubicBezTo>
                  <a:cubicBezTo>
                    <a:pt x="8" y="5"/>
                    <a:pt x="5" y="0"/>
                    <a:pt x="0" y="0"/>
                  </a:cubicBez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5" name="Freeform 194">
              <a:extLst>
                <a:ext uri="{FF2B5EF4-FFF2-40B4-BE49-F238E27FC236}">
                  <a16:creationId xmlns:a16="http://schemas.microsoft.com/office/drawing/2014/main" id="{961FC34B-A88D-41C6-805E-21EAF8BC6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909"/>
              <a:ext cx="19" cy="21"/>
            </a:xfrm>
            <a:custGeom>
              <a:avLst/>
              <a:gdLst>
                <a:gd name="T0" fmla="*/ 5 w 12"/>
                <a:gd name="T1" fmla="*/ 26 h 13"/>
                <a:gd name="T2" fmla="*/ 43 w 12"/>
                <a:gd name="T3" fmla="*/ 34 h 13"/>
                <a:gd name="T4" fmla="*/ 13 w 12"/>
                <a:gd name="T5" fmla="*/ 3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" y="6"/>
                  </a:moveTo>
                  <a:cubicBezTo>
                    <a:pt x="1" y="11"/>
                    <a:pt x="10" y="13"/>
                    <a:pt x="11" y="8"/>
                  </a:cubicBezTo>
                  <a:cubicBezTo>
                    <a:pt x="12" y="0"/>
                    <a:pt x="0" y="0"/>
                    <a:pt x="3" y="9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6" name="Freeform 195">
              <a:extLst>
                <a:ext uri="{FF2B5EF4-FFF2-40B4-BE49-F238E27FC236}">
                  <a16:creationId xmlns:a16="http://schemas.microsoft.com/office/drawing/2014/main" id="{C64DB266-4AFD-411C-859F-BA477A99F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917"/>
              <a:ext cx="16" cy="16"/>
            </a:xfrm>
            <a:custGeom>
              <a:avLst/>
              <a:gdLst>
                <a:gd name="T0" fmla="*/ 21 w 10"/>
                <a:gd name="T1" fmla="*/ 29 h 10"/>
                <a:gd name="T2" fmla="*/ 42 w 10"/>
                <a:gd name="T3" fmla="*/ 29 h 10"/>
                <a:gd name="T4" fmla="*/ 0 w 10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7"/>
                  </a:moveTo>
                  <a:cubicBezTo>
                    <a:pt x="6" y="9"/>
                    <a:pt x="10" y="10"/>
                    <a:pt x="10" y="7"/>
                  </a:cubicBezTo>
                  <a:cubicBezTo>
                    <a:pt x="10" y="0"/>
                    <a:pt x="1" y="4"/>
                    <a:pt x="0" y="9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7" name="Freeform 196">
              <a:extLst>
                <a:ext uri="{FF2B5EF4-FFF2-40B4-BE49-F238E27FC236}">
                  <a16:creationId xmlns:a16="http://schemas.microsoft.com/office/drawing/2014/main" id="{70C2D7E4-1917-453D-89DD-CAFD6D94F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944"/>
              <a:ext cx="12" cy="12"/>
            </a:xfrm>
            <a:custGeom>
              <a:avLst/>
              <a:gdLst>
                <a:gd name="T0" fmla="*/ 5 w 7"/>
                <a:gd name="T1" fmla="*/ 26 h 7"/>
                <a:gd name="T2" fmla="*/ 29 w 7"/>
                <a:gd name="T3" fmla="*/ 21 h 7"/>
                <a:gd name="T4" fmla="*/ 9 w 7"/>
                <a:gd name="T5" fmla="*/ 2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2" y="7"/>
                    <a:pt x="6" y="7"/>
                    <a:pt x="6" y="4"/>
                  </a:cubicBezTo>
                  <a:cubicBezTo>
                    <a:pt x="7" y="0"/>
                    <a:pt x="0" y="0"/>
                    <a:pt x="2" y="5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8" name="Freeform 197">
              <a:extLst>
                <a:ext uri="{FF2B5EF4-FFF2-40B4-BE49-F238E27FC236}">
                  <a16:creationId xmlns:a16="http://schemas.microsoft.com/office/drawing/2014/main" id="{133A67A5-15D7-44AE-A77A-A2E6D0CFB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975"/>
              <a:ext cx="11" cy="15"/>
            </a:xfrm>
            <a:custGeom>
              <a:avLst/>
              <a:gdLst>
                <a:gd name="T0" fmla="*/ 13 w 7"/>
                <a:gd name="T1" fmla="*/ 33 h 9"/>
                <a:gd name="T2" fmla="*/ 22 w 7"/>
                <a:gd name="T3" fmla="*/ 22 h 9"/>
                <a:gd name="T4" fmla="*/ 5 w 7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7"/>
                  </a:moveTo>
                  <a:cubicBezTo>
                    <a:pt x="2" y="7"/>
                    <a:pt x="7" y="9"/>
                    <a:pt x="6" y="5"/>
                  </a:cubicBezTo>
                  <a:cubicBezTo>
                    <a:pt x="5" y="0"/>
                    <a:pt x="0" y="2"/>
                    <a:pt x="1" y="7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9" name="Freeform 198">
              <a:extLst>
                <a:ext uri="{FF2B5EF4-FFF2-40B4-BE49-F238E27FC236}">
                  <a16:creationId xmlns:a16="http://schemas.microsoft.com/office/drawing/2014/main" id="{BCD861C9-6AE2-40D4-91EF-EC896C3CF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899"/>
              <a:ext cx="3" cy="2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0" y="1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0" name="Freeform 199">
              <a:extLst>
                <a:ext uri="{FF2B5EF4-FFF2-40B4-BE49-F238E27FC236}">
                  <a16:creationId xmlns:a16="http://schemas.microsoft.com/office/drawing/2014/main" id="{D2A07A66-0C5F-486E-9C0C-FD13355A9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906"/>
              <a:ext cx="23" cy="19"/>
            </a:xfrm>
            <a:custGeom>
              <a:avLst/>
              <a:gdLst>
                <a:gd name="T0" fmla="*/ 21 w 14"/>
                <a:gd name="T1" fmla="*/ 25 h 12"/>
                <a:gd name="T2" fmla="*/ 49 w 14"/>
                <a:gd name="T3" fmla="*/ 40 h 12"/>
                <a:gd name="T4" fmla="*/ 26 w 14"/>
                <a:gd name="T5" fmla="*/ 4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5" y="6"/>
                  </a:moveTo>
                  <a:cubicBezTo>
                    <a:pt x="6" y="8"/>
                    <a:pt x="8" y="10"/>
                    <a:pt x="11" y="10"/>
                  </a:cubicBezTo>
                  <a:cubicBezTo>
                    <a:pt x="14" y="2"/>
                    <a:pt x="0" y="0"/>
                    <a:pt x="6" y="12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1" name="Freeform 200">
              <a:extLst>
                <a:ext uri="{FF2B5EF4-FFF2-40B4-BE49-F238E27FC236}">
                  <a16:creationId xmlns:a16="http://schemas.microsoft.com/office/drawing/2014/main" id="{40D0BF5D-35F3-46B5-8AF8-B106E8D32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928"/>
              <a:ext cx="13" cy="23"/>
            </a:xfrm>
            <a:custGeom>
              <a:avLst/>
              <a:gdLst>
                <a:gd name="T0" fmla="*/ 8 w 8"/>
                <a:gd name="T1" fmla="*/ 49 h 14"/>
                <a:gd name="T2" fmla="*/ 29 w 8"/>
                <a:gd name="T3" fmla="*/ 33 h 14"/>
                <a:gd name="T4" fmla="*/ 5 w 8"/>
                <a:gd name="T5" fmla="*/ 6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2" y="11"/>
                  </a:moveTo>
                  <a:cubicBezTo>
                    <a:pt x="4" y="13"/>
                    <a:pt x="8" y="10"/>
                    <a:pt x="7" y="7"/>
                  </a:cubicBezTo>
                  <a:cubicBezTo>
                    <a:pt x="7" y="0"/>
                    <a:pt x="0" y="10"/>
                    <a:pt x="1" y="14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2" name="Freeform 201">
              <a:extLst>
                <a:ext uri="{FF2B5EF4-FFF2-40B4-BE49-F238E27FC236}">
                  <a16:creationId xmlns:a16="http://schemas.microsoft.com/office/drawing/2014/main" id="{4AB7DA9F-5E54-4515-A779-A49D4B14C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961"/>
              <a:ext cx="11" cy="9"/>
            </a:xfrm>
            <a:custGeom>
              <a:avLst/>
              <a:gdLst>
                <a:gd name="T0" fmla="*/ 13 w 7"/>
                <a:gd name="T1" fmla="*/ 21 h 6"/>
                <a:gd name="T2" fmla="*/ 20 w 7"/>
                <a:gd name="T3" fmla="*/ 0 h 6"/>
                <a:gd name="T4" fmla="*/ 5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6"/>
                  </a:moveTo>
                  <a:cubicBezTo>
                    <a:pt x="5" y="6"/>
                    <a:pt x="7" y="2"/>
                    <a:pt x="5" y="0"/>
                  </a:cubicBezTo>
                  <a:cubicBezTo>
                    <a:pt x="2" y="1"/>
                    <a:pt x="0" y="4"/>
                    <a:pt x="1" y="6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3" name="Freeform 202">
              <a:extLst>
                <a:ext uri="{FF2B5EF4-FFF2-40B4-BE49-F238E27FC236}">
                  <a16:creationId xmlns:a16="http://schemas.microsoft.com/office/drawing/2014/main" id="{4EF1D0F0-8B9E-4871-A872-0359F72FB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998"/>
              <a:ext cx="5" cy="6"/>
            </a:xfrm>
            <a:custGeom>
              <a:avLst/>
              <a:gdLst>
                <a:gd name="T0" fmla="*/ 5 w 3"/>
                <a:gd name="T1" fmla="*/ 14 h 4"/>
                <a:gd name="T2" fmla="*/ 0 w 3"/>
                <a:gd name="T3" fmla="*/ 0 h 4"/>
                <a:gd name="T4" fmla="*/ 0 w 3"/>
                <a:gd name="T5" fmla="*/ 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3" y="2"/>
                    <a:pt x="3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4" name="Freeform 203">
              <a:extLst>
                <a:ext uri="{FF2B5EF4-FFF2-40B4-BE49-F238E27FC236}">
                  <a16:creationId xmlns:a16="http://schemas.microsoft.com/office/drawing/2014/main" id="{77EA3374-F1F3-4C9B-9375-8653D7A8A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898"/>
              <a:ext cx="3" cy="4"/>
            </a:xfrm>
            <a:custGeom>
              <a:avLst/>
              <a:gdLst>
                <a:gd name="T0" fmla="*/ 5 w 2"/>
                <a:gd name="T1" fmla="*/ 1 h 3"/>
                <a:gd name="T2" fmla="*/ 8 w 2"/>
                <a:gd name="T3" fmla="*/ 5 h 3"/>
                <a:gd name="T4" fmla="*/ 0 w 2"/>
                <a:gd name="T5" fmla="*/ 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1" y="3"/>
                    <a:pt x="2" y="2"/>
                  </a:cubicBezTo>
                  <a:cubicBezTo>
                    <a:pt x="1" y="0"/>
                    <a:pt x="1" y="1"/>
                    <a:pt x="0" y="3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5" name="Freeform 204">
              <a:extLst>
                <a:ext uri="{FF2B5EF4-FFF2-40B4-BE49-F238E27FC236}">
                  <a16:creationId xmlns:a16="http://schemas.microsoft.com/office/drawing/2014/main" id="{6DB7E9B6-253A-4EEF-A3E3-09439E4DB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935"/>
              <a:ext cx="8" cy="6"/>
            </a:xfrm>
            <a:custGeom>
              <a:avLst/>
              <a:gdLst>
                <a:gd name="T0" fmla="*/ 0 w 5"/>
                <a:gd name="T1" fmla="*/ 5 h 4"/>
                <a:gd name="T2" fmla="*/ 21 w 5"/>
                <a:gd name="T3" fmla="*/ 14 h 4"/>
                <a:gd name="T4" fmla="*/ 8 w 5"/>
                <a:gd name="T5" fmla="*/ 0 h 4"/>
                <a:gd name="T6" fmla="*/ 8 w 5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1" y="3"/>
                    <a:pt x="3" y="4"/>
                    <a:pt x="5" y="4"/>
                  </a:cubicBezTo>
                  <a:cubicBezTo>
                    <a:pt x="5" y="2"/>
                    <a:pt x="4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6" name="Freeform 205">
              <a:extLst>
                <a:ext uri="{FF2B5EF4-FFF2-40B4-BE49-F238E27FC236}">
                  <a16:creationId xmlns:a16="http://schemas.microsoft.com/office/drawing/2014/main" id="{5DDC00A4-E582-4886-813C-9DB7EA60B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928"/>
              <a:ext cx="12" cy="8"/>
            </a:xfrm>
            <a:custGeom>
              <a:avLst/>
              <a:gdLst>
                <a:gd name="T0" fmla="*/ 9 w 7"/>
                <a:gd name="T1" fmla="*/ 8 h 5"/>
                <a:gd name="T2" fmla="*/ 21 w 7"/>
                <a:gd name="T3" fmla="*/ 0 h 5"/>
                <a:gd name="T4" fmla="*/ 9 w 7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2"/>
                  </a:moveTo>
                  <a:cubicBezTo>
                    <a:pt x="0" y="5"/>
                    <a:pt x="7" y="4"/>
                    <a:pt x="4" y="0"/>
                  </a:cubicBezTo>
                  <a:cubicBezTo>
                    <a:pt x="3" y="0"/>
                    <a:pt x="3" y="1"/>
                    <a:pt x="2" y="2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7" name="Freeform 206">
              <a:extLst>
                <a:ext uri="{FF2B5EF4-FFF2-40B4-BE49-F238E27FC236}">
                  <a16:creationId xmlns:a16="http://schemas.microsoft.com/office/drawing/2014/main" id="{A4C1965F-DBA7-4E01-8FB7-B4F985847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943"/>
              <a:ext cx="8" cy="8"/>
            </a:xfrm>
            <a:custGeom>
              <a:avLst/>
              <a:gdLst>
                <a:gd name="T0" fmla="*/ 8 w 5"/>
                <a:gd name="T1" fmla="*/ 16 h 5"/>
                <a:gd name="T2" fmla="*/ 5 w 5"/>
                <a:gd name="T3" fmla="*/ 0 h 5"/>
                <a:gd name="T4" fmla="*/ 5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4"/>
                  </a:moveTo>
                  <a:cubicBezTo>
                    <a:pt x="5" y="5"/>
                    <a:pt x="5" y="0"/>
                    <a:pt x="1" y="0"/>
                  </a:cubicBezTo>
                  <a:cubicBezTo>
                    <a:pt x="1" y="2"/>
                    <a:pt x="0" y="3"/>
                    <a:pt x="1" y="5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8" name="Freeform 207">
              <a:extLst>
                <a:ext uri="{FF2B5EF4-FFF2-40B4-BE49-F238E27FC236}">
                  <a16:creationId xmlns:a16="http://schemas.microsoft.com/office/drawing/2014/main" id="{FF6A0999-9721-4960-8CFA-D3CB46C74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962"/>
              <a:ext cx="3" cy="8"/>
            </a:xfrm>
            <a:custGeom>
              <a:avLst/>
              <a:gdLst>
                <a:gd name="T0" fmla="*/ 0 w 2"/>
                <a:gd name="T1" fmla="*/ 8 h 5"/>
                <a:gd name="T2" fmla="*/ 5 w 2"/>
                <a:gd name="T3" fmla="*/ 21 h 5"/>
                <a:gd name="T4" fmla="*/ 0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2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9" name="Freeform 208">
              <a:extLst>
                <a:ext uri="{FF2B5EF4-FFF2-40B4-BE49-F238E27FC236}">
                  <a16:creationId xmlns:a16="http://schemas.microsoft.com/office/drawing/2014/main" id="{B60C4C29-EBCA-435B-9798-FB716FE01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983"/>
              <a:ext cx="13" cy="16"/>
            </a:xfrm>
            <a:custGeom>
              <a:avLst/>
              <a:gdLst>
                <a:gd name="T0" fmla="*/ 13 w 8"/>
                <a:gd name="T1" fmla="*/ 35 h 10"/>
                <a:gd name="T2" fmla="*/ 26 w 8"/>
                <a:gd name="T3" fmla="*/ 16 h 10"/>
                <a:gd name="T4" fmla="*/ 0 w 8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9"/>
                  </a:moveTo>
                  <a:cubicBezTo>
                    <a:pt x="6" y="10"/>
                    <a:pt x="8" y="6"/>
                    <a:pt x="6" y="4"/>
                  </a:cubicBezTo>
                  <a:cubicBezTo>
                    <a:pt x="4" y="0"/>
                    <a:pt x="0" y="4"/>
                    <a:pt x="0" y="7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0" name="Freeform 209">
              <a:extLst>
                <a:ext uri="{FF2B5EF4-FFF2-40B4-BE49-F238E27FC236}">
                  <a16:creationId xmlns:a16="http://schemas.microsoft.com/office/drawing/2014/main" id="{75934FB7-34DB-491D-92FD-F46658806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893"/>
              <a:ext cx="9" cy="9"/>
            </a:xfrm>
            <a:custGeom>
              <a:avLst/>
              <a:gdLst>
                <a:gd name="T0" fmla="*/ 7 w 5"/>
                <a:gd name="T1" fmla="*/ 0 h 6"/>
                <a:gd name="T2" fmla="*/ 29 w 5"/>
                <a:gd name="T3" fmla="*/ 14 h 6"/>
                <a:gd name="T4" fmla="*/ 23 w 5"/>
                <a:gd name="T5" fmla="*/ 0 h 6"/>
                <a:gd name="T6" fmla="*/ 0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2" y="5"/>
                    <a:pt x="5" y="4"/>
                  </a:cubicBezTo>
                  <a:cubicBezTo>
                    <a:pt x="5" y="3"/>
                    <a:pt x="5" y="1"/>
                    <a:pt x="4" y="0"/>
                  </a:cubicBez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1" name="Freeform 210">
              <a:extLst>
                <a:ext uri="{FF2B5EF4-FFF2-40B4-BE49-F238E27FC236}">
                  <a16:creationId xmlns:a16="http://schemas.microsoft.com/office/drawing/2014/main" id="{187EDD77-96BF-4DAA-966E-8EF3145D0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592"/>
              <a:ext cx="34" cy="30"/>
            </a:xfrm>
            <a:custGeom>
              <a:avLst/>
              <a:gdLst>
                <a:gd name="T0" fmla="*/ 0 w 21"/>
                <a:gd name="T1" fmla="*/ 43 h 19"/>
                <a:gd name="T2" fmla="*/ 76 w 21"/>
                <a:gd name="T3" fmla="*/ 47 h 19"/>
                <a:gd name="T4" fmla="*/ 5 w 21"/>
                <a:gd name="T5" fmla="*/ 5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0" y="11"/>
                  </a:moveTo>
                  <a:cubicBezTo>
                    <a:pt x="4" y="15"/>
                    <a:pt x="16" y="19"/>
                    <a:pt x="18" y="12"/>
                  </a:cubicBezTo>
                  <a:cubicBezTo>
                    <a:pt x="21" y="0"/>
                    <a:pt x="3" y="5"/>
                    <a:pt x="1" y="1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2" name="Freeform 211">
              <a:extLst>
                <a:ext uri="{FF2B5EF4-FFF2-40B4-BE49-F238E27FC236}">
                  <a16:creationId xmlns:a16="http://schemas.microsoft.com/office/drawing/2014/main" id="{24814727-A08E-4CFD-965B-C479F9359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642"/>
              <a:ext cx="27" cy="21"/>
            </a:xfrm>
            <a:custGeom>
              <a:avLst/>
              <a:gdLst>
                <a:gd name="T0" fmla="*/ 5 w 17"/>
                <a:gd name="T1" fmla="*/ 26 h 13"/>
                <a:gd name="T2" fmla="*/ 35 w 17"/>
                <a:gd name="T3" fmla="*/ 50 h 13"/>
                <a:gd name="T4" fmla="*/ 16 w 17"/>
                <a:gd name="T5" fmla="*/ 0 h 13"/>
                <a:gd name="T6" fmla="*/ 8 w 17"/>
                <a:gd name="T7" fmla="*/ 2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1" y="6"/>
                  </a:moveTo>
                  <a:cubicBezTo>
                    <a:pt x="0" y="6"/>
                    <a:pt x="4" y="13"/>
                    <a:pt x="9" y="12"/>
                  </a:cubicBezTo>
                  <a:cubicBezTo>
                    <a:pt x="17" y="10"/>
                    <a:pt x="10" y="0"/>
                    <a:pt x="4" y="0"/>
                  </a:cubicBezTo>
                  <a:cubicBezTo>
                    <a:pt x="3" y="2"/>
                    <a:pt x="2" y="4"/>
                    <a:pt x="2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3" name="Freeform 212">
              <a:extLst>
                <a:ext uri="{FF2B5EF4-FFF2-40B4-BE49-F238E27FC236}">
                  <a16:creationId xmlns:a16="http://schemas.microsoft.com/office/drawing/2014/main" id="{C94F96B8-56A0-435F-8C10-470E1380B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595"/>
              <a:ext cx="33" cy="29"/>
            </a:xfrm>
            <a:custGeom>
              <a:avLst/>
              <a:gdLst>
                <a:gd name="T0" fmla="*/ 20 w 21"/>
                <a:gd name="T1" fmla="*/ 50 h 18"/>
                <a:gd name="T2" fmla="*/ 66 w 21"/>
                <a:gd name="T3" fmla="*/ 60 h 18"/>
                <a:gd name="T4" fmla="*/ 13 w 21"/>
                <a:gd name="T5" fmla="*/ 7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5" y="12"/>
                  </a:moveTo>
                  <a:cubicBezTo>
                    <a:pt x="9" y="15"/>
                    <a:pt x="13" y="15"/>
                    <a:pt x="17" y="14"/>
                  </a:cubicBezTo>
                  <a:cubicBezTo>
                    <a:pt x="21" y="1"/>
                    <a:pt x="0" y="0"/>
                    <a:pt x="3" y="1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4" name="Freeform 213">
              <a:extLst>
                <a:ext uri="{FF2B5EF4-FFF2-40B4-BE49-F238E27FC236}">
                  <a16:creationId xmlns:a16="http://schemas.microsoft.com/office/drawing/2014/main" id="{321EF8D3-C63C-4675-9109-9BB8E2999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674"/>
              <a:ext cx="29" cy="42"/>
            </a:xfrm>
            <a:custGeom>
              <a:avLst/>
              <a:gdLst>
                <a:gd name="T0" fmla="*/ 21 w 18"/>
                <a:gd name="T1" fmla="*/ 76 h 26"/>
                <a:gd name="T2" fmla="*/ 13 w 18"/>
                <a:gd name="T3" fmla="*/ 89 h 26"/>
                <a:gd name="T4" fmla="*/ 55 w 18"/>
                <a:gd name="T5" fmla="*/ 60 h 26"/>
                <a:gd name="T6" fmla="*/ 13 w 18"/>
                <a:gd name="T7" fmla="*/ 11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5" y="18"/>
                  </a:moveTo>
                  <a:cubicBezTo>
                    <a:pt x="4" y="19"/>
                    <a:pt x="3" y="20"/>
                    <a:pt x="3" y="21"/>
                  </a:cubicBezTo>
                  <a:cubicBezTo>
                    <a:pt x="9" y="24"/>
                    <a:pt x="18" y="23"/>
                    <a:pt x="13" y="14"/>
                  </a:cubicBezTo>
                  <a:cubicBezTo>
                    <a:pt x="5" y="0"/>
                    <a:pt x="0" y="18"/>
                    <a:pt x="3" y="2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5" name="Freeform 214">
              <a:extLst>
                <a:ext uri="{FF2B5EF4-FFF2-40B4-BE49-F238E27FC236}">
                  <a16:creationId xmlns:a16="http://schemas.microsoft.com/office/drawing/2014/main" id="{5B71AF47-851B-4C14-B288-46E31E3B7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714"/>
              <a:ext cx="42" cy="39"/>
            </a:xfrm>
            <a:custGeom>
              <a:avLst/>
              <a:gdLst>
                <a:gd name="T0" fmla="*/ 47 w 26"/>
                <a:gd name="T1" fmla="*/ 68 h 24"/>
                <a:gd name="T2" fmla="*/ 81 w 26"/>
                <a:gd name="T3" fmla="*/ 34 h 24"/>
                <a:gd name="T4" fmla="*/ 34 w 26"/>
                <a:gd name="T5" fmla="*/ 7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4">
                  <a:moveTo>
                    <a:pt x="11" y="16"/>
                  </a:moveTo>
                  <a:cubicBezTo>
                    <a:pt x="15" y="24"/>
                    <a:pt x="26" y="15"/>
                    <a:pt x="19" y="8"/>
                  </a:cubicBezTo>
                  <a:cubicBezTo>
                    <a:pt x="12" y="0"/>
                    <a:pt x="0" y="14"/>
                    <a:pt x="8" y="1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6" name="Freeform 215">
              <a:extLst>
                <a:ext uri="{FF2B5EF4-FFF2-40B4-BE49-F238E27FC236}">
                  <a16:creationId xmlns:a16="http://schemas.microsoft.com/office/drawing/2014/main" id="{90AD344B-2410-4AE7-924D-6F88C49FB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661"/>
              <a:ext cx="37" cy="52"/>
            </a:xfrm>
            <a:custGeom>
              <a:avLst/>
              <a:gdLst>
                <a:gd name="T0" fmla="*/ 26 w 23"/>
                <a:gd name="T1" fmla="*/ 102 h 32"/>
                <a:gd name="T2" fmla="*/ 0 w 23"/>
                <a:gd name="T3" fmla="*/ 8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6" y="24"/>
                  </a:moveTo>
                  <a:cubicBezTo>
                    <a:pt x="23" y="32"/>
                    <a:pt x="14" y="0"/>
                    <a:pt x="0" y="2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7" name="Freeform 216">
              <a:extLst>
                <a:ext uri="{FF2B5EF4-FFF2-40B4-BE49-F238E27FC236}">
                  <a16:creationId xmlns:a16="http://schemas.microsoft.com/office/drawing/2014/main" id="{078D76A4-FDCE-4C85-B502-F146905CC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622"/>
              <a:ext cx="27" cy="39"/>
            </a:xfrm>
            <a:custGeom>
              <a:avLst/>
              <a:gdLst>
                <a:gd name="T0" fmla="*/ 13 w 17"/>
                <a:gd name="T1" fmla="*/ 81 h 24"/>
                <a:gd name="T2" fmla="*/ 56 w 17"/>
                <a:gd name="T3" fmla="*/ 55 h 24"/>
                <a:gd name="T4" fmla="*/ 5 w 17"/>
                <a:gd name="T5" fmla="*/ 8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3" y="19"/>
                  </a:moveTo>
                  <a:cubicBezTo>
                    <a:pt x="6" y="24"/>
                    <a:pt x="17" y="21"/>
                    <a:pt x="14" y="13"/>
                  </a:cubicBezTo>
                  <a:cubicBezTo>
                    <a:pt x="9" y="0"/>
                    <a:pt x="0" y="12"/>
                    <a:pt x="1" y="2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8" name="Freeform 217">
              <a:extLst>
                <a:ext uri="{FF2B5EF4-FFF2-40B4-BE49-F238E27FC236}">
                  <a16:creationId xmlns:a16="http://schemas.microsoft.com/office/drawing/2014/main" id="{9AEFB67D-2343-4D47-97DD-372F59293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613"/>
              <a:ext cx="18" cy="22"/>
            </a:xfrm>
            <a:custGeom>
              <a:avLst/>
              <a:gdLst>
                <a:gd name="T0" fmla="*/ 0 w 11"/>
                <a:gd name="T1" fmla="*/ 31 h 14"/>
                <a:gd name="T2" fmla="*/ 43 w 11"/>
                <a:gd name="T3" fmla="*/ 27 h 14"/>
                <a:gd name="T4" fmla="*/ 13 w 11"/>
                <a:gd name="T5" fmla="*/ 8 h 14"/>
                <a:gd name="T6" fmla="*/ 8 w 11"/>
                <a:gd name="T7" fmla="*/ 5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0" y="8"/>
                  </a:moveTo>
                  <a:cubicBezTo>
                    <a:pt x="1" y="9"/>
                    <a:pt x="10" y="13"/>
                    <a:pt x="10" y="7"/>
                  </a:cubicBezTo>
                  <a:cubicBezTo>
                    <a:pt x="11" y="3"/>
                    <a:pt x="6" y="0"/>
                    <a:pt x="3" y="2"/>
                  </a:cubicBezTo>
                  <a:cubicBezTo>
                    <a:pt x="0" y="3"/>
                    <a:pt x="2" y="11"/>
                    <a:pt x="2" y="1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9" name="Freeform 218">
              <a:extLst>
                <a:ext uri="{FF2B5EF4-FFF2-40B4-BE49-F238E27FC236}">
                  <a16:creationId xmlns:a16="http://schemas.microsoft.com/office/drawing/2014/main" id="{815D0343-1178-4540-AF9D-AA8270A9D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577"/>
              <a:ext cx="18" cy="16"/>
            </a:xfrm>
            <a:custGeom>
              <a:avLst/>
              <a:gdLst>
                <a:gd name="T0" fmla="*/ 8 w 11"/>
                <a:gd name="T1" fmla="*/ 35 h 10"/>
                <a:gd name="T2" fmla="*/ 34 w 11"/>
                <a:gd name="T3" fmla="*/ 35 h 10"/>
                <a:gd name="T4" fmla="*/ 8 w 11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2" y="9"/>
                  </a:moveTo>
                  <a:cubicBezTo>
                    <a:pt x="3" y="9"/>
                    <a:pt x="6" y="8"/>
                    <a:pt x="8" y="9"/>
                  </a:cubicBezTo>
                  <a:cubicBezTo>
                    <a:pt x="11" y="1"/>
                    <a:pt x="0" y="0"/>
                    <a:pt x="2" y="1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0" name="Freeform 219">
              <a:extLst>
                <a:ext uri="{FF2B5EF4-FFF2-40B4-BE49-F238E27FC236}">
                  <a16:creationId xmlns:a16="http://schemas.microsoft.com/office/drawing/2014/main" id="{DFDFEC0C-BB73-4683-BB2D-3E06DD8EF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619"/>
              <a:ext cx="24" cy="24"/>
            </a:xfrm>
            <a:custGeom>
              <a:avLst/>
              <a:gdLst>
                <a:gd name="T0" fmla="*/ 34 w 15"/>
                <a:gd name="T1" fmla="*/ 48 h 15"/>
                <a:gd name="T2" fmla="*/ 54 w 15"/>
                <a:gd name="T3" fmla="*/ 56 h 15"/>
                <a:gd name="T4" fmla="*/ 26 w 15"/>
                <a:gd name="T5" fmla="*/ 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8" y="12"/>
                  </a:moveTo>
                  <a:cubicBezTo>
                    <a:pt x="9" y="13"/>
                    <a:pt x="10" y="15"/>
                    <a:pt x="13" y="14"/>
                  </a:cubicBezTo>
                  <a:cubicBezTo>
                    <a:pt x="15" y="0"/>
                    <a:pt x="0" y="0"/>
                    <a:pt x="6" y="1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1" name="Freeform 220">
              <a:extLst>
                <a:ext uri="{FF2B5EF4-FFF2-40B4-BE49-F238E27FC236}">
                  <a16:creationId xmlns:a16="http://schemas.microsoft.com/office/drawing/2014/main" id="{4610808A-6375-4C49-BBF4-AD377775B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643"/>
              <a:ext cx="36" cy="45"/>
            </a:xfrm>
            <a:custGeom>
              <a:avLst/>
              <a:gdLst>
                <a:gd name="T0" fmla="*/ 29 w 22"/>
                <a:gd name="T1" fmla="*/ 55 h 28"/>
                <a:gd name="T2" fmla="*/ 62 w 22"/>
                <a:gd name="T3" fmla="*/ 95 h 28"/>
                <a:gd name="T4" fmla="*/ 13 w 22"/>
                <a:gd name="T5" fmla="*/ 8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7" y="13"/>
                  </a:moveTo>
                  <a:cubicBezTo>
                    <a:pt x="4" y="18"/>
                    <a:pt x="8" y="28"/>
                    <a:pt x="14" y="23"/>
                  </a:cubicBezTo>
                  <a:cubicBezTo>
                    <a:pt x="22" y="14"/>
                    <a:pt x="0" y="0"/>
                    <a:pt x="3" y="1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2" name="Freeform 221">
              <a:extLst>
                <a:ext uri="{FF2B5EF4-FFF2-40B4-BE49-F238E27FC236}">
                  <a16:creationId xmlns:a16="http://schemas.microsoft.com/office/drawing/2014/main" id="{AFEA0E13-F5EB-4C8F-A60A-25964C16B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24"/>
              <a:ext cx="24" cy="32"/>
            </a:xfrm>
            <a:custGeom>
              <a:avLst/>
              <a:gdLst>
                <a:gd name="T0" fmla="*/ 16 w 15"/>
                <a:gd name="T1" fmla="*/ 35 h 20"/>
                <a:gd name="T2" fmla="*/ 35 w 15"/>
                <a:gd name="T3" fmla="*/ 67 h 20"/>
                <a:gd name="T4" fmla="*/ 0 w 15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4" y="9"/>
                  </a:moveTo>
                  <a:cubicBezTo>
                    <a:pt x="3" y="11"/>
                    <a:pt x="4" y="20"/>
                    <a:pt x="9" y="16"/>
                  </a:cubicBezTo>
                  <a:cubicBezTo>
                    <a:pt x="15" y="10"/>
                    <a:pt x="5" y="0"/>
                    <a:pt x="0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3" name="Freeform 222">
              <a:extLst>
                <a:ext uri="{FF2B5EF4-FFF2-40B4-BE49-F238E27FC236}">
                  <a16:creationId xmlns:a16="http://schemas.microsoft.com/office/drawing/2014/main" id="{1CEB35C7-4CA8-455C-B9FF-5E17AFAA1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545"/>
              <a:ext cx="20" cy="32"/>
            </a:xfrm>
            <a:custGeom>
              <a:avLst/>
              <a:gdLst>
                <a:gd name="T0" fmla="*/ 0 w 12"/>
                <a:gd name="T1" fmla="*/ 56 h 20"/>
                <a:gd name="T2" fmla="*/ 8 w 12"/>
                <a:gd name="T3" fmla="*/ 5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0" y="14"/>
                  </a:moveTo>
                  <a:cubicBezTo>
                    <a:pt x="12" y="20"/>
                    <a:pt x="2" y="0"/>
                    <a:pt x="2" y="1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4" name="Freeform 223">
              <a:extLst>
                <a:ext uri="{FF2B5EF4-FFF2-40B4-BE49-F238E27FC236}">
                  <a16:creationId xmlns:a16="http://schemas.microsoft.com/office/drawing/2014/main" id="{EA89DF2D-59C8-4A5C-AFC7-1A02C9F4E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53"/>
              <a:ext cx="18" cy="22"/>
            </a:xfrm>
            <a:custGeom>
              <a:avLst/>
              <a:gdLst>
                <a:gd name="T0" fmla="*/ 21 w 11"/>
                <a:gd name="T1" fmla="*/ 47 h 14"/>
                <a:gd name="T2" fmla="*/ 29 w 11"/>
                <a:gd name="T3" fmla="*/ 55 h 14"/>
                <a:gd name="T4" fmla="*/ 8 w 11"/>
                <a:gd name="T5" fmla="*/ 4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5" y="12"/>
                  </a:moveTo>
                  <a:cubicBezTo>
                    <a:pt x="5" y="13"/>
                    <a:pt x="6" y="14"/>
                    <a:pt x="7" y="14"/>
                  </a:cubicBezTo>
                  <a:cubicBezTo>
                    <a:pt x="11" y="6"/>
                    <a:pt x="0" y="0"/>
                    <a:pt x="2" y="1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5" name="Freeform 224">
              <a:extLst>
                <a:ext uri="{FF2B5EF4-FFF2-40B4-BE49-F238E27FC236}">
                  <a16:creationId xmlns:a16="http://schemas.microsoft.com/office/drawing/2014/main" id="{83AEF15C-65FB-4084-9993-803DECC2E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738"/>
              <a:ext cx="50" cy="28"/>
            </a:xfrm>
            <a:custGeom>
              <a:avLst/>
              <a:gdLst>
                <a:gd name="T0" fmla="*/ 71 w 31"/>
                <a:gd name="T1" fmla="*/ 76 h 17"/>
                <a:gd name="T2" fmla="*/ 68 w 31"/>
                <a:gd name="T3" fmla="*/ 7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7">
                  <a:moveTo>
                    <a:pt x="17" y="17"/>
                  </a:moveTo>
                  <a:cubicBezTo>
                    <a:pt x="31" y="7"/>
                    <a:pt x="0" y="0"/>
                    <a:pt x="16" y="1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6" name="Freeform 225">
              <a:extLst>
                <a:ext uri="{FF2B5EF4-FFF2-40B4-BE49-F238E27FC236}">
                  <a16:creationId xmlns:a16="http://schemas.microsoft.com/office/drawing/2014/main" id="{B0E070C0-6938-4BE1-9122-0BE8DCFDC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745"/>
              <a:ext cx="17" cy="21"/>
            </a:xfrm>
            <a:custGeom>
              <a:avLst/>
              <a:gdLst>
                <a:gd name="T0" fmla="*/ 0 w 10"/>
                <a:gd name="T1" fmla="*/ 16 h 13"/>
                <a:gd name="T2" fmla="*/ 20 w 10"/>
                <a:gd name="T3" fmla="*/ 0 h 13"/>
                <a:gd name="T4" fmla="*/ 15 w 10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4"/>
                  </a:moveTo>
                  <a:cubicBezTo>
                    <a:pt x="5" y="13"/>
                    <a:pt x="10" y="5"/>
                    <a:pt x="4" y="0"/>
                  </a:cubicBezTo>
                  <a:cubicBezTo>
                    <a:pt x="3" y="0"/>
                    <a:pt x="3" y="1"/>
                    <a:pt x="3" y="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7" name="Freeform 226">
              <a:extLst>
                <a:ext uri="{FF2B5EF4-FFF2-40B4-BE49-F238E27FC236}">
                  <a16:creationId xmlns:a16="http://schemas.microsoft.com/office/drawing/2014/main" id="{A2EB7796-DD32-4B06-AF52-50E711CCB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690"/>
              <a:ext cx="37" cy="31"/>
            </a:xfrm>
            <a:custGeom>
              <a:avLst/>
              <a:gdLst>
                <a:gd name="T0" fmla="*/ 34 w 23"/>
                <a:gd name="T1" fmla="*/ 62 h 19"/>
                <a:gd name="T2" fmla="*/ 63 w 23"/>
                <a:gd name="T3" fmla="*/ 21 h 19"/>
                <a:gd name="T4" fmla="*/ 34 w 23"/>
                <a:gd name="T5" fmla="*/ 6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8" y="14"/>
                  </a:moveTo>
                  <a:cubicBezTo>
                    <a:pt x="16" y="19"/>
                    <a:pt x="23" y="10"/>
                    <a:pt x="15" y="5"/>
                  </a:cubicBezTo>
                  <a:cubicBezTo>
                    <a:pt x="8" y="0"/>
                    <a:pt x="0" y="10"/>
                    <a:pt x="8" y="1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8" name="Freeform 227">
              <a:extLst>
                <a:ext uri="{FF2B5EF4-FFF2-40B4-BE49-F238E27FC236}">
                  <a16:creationId xmlns:a16="http://schemas.microsoft.com/office/drawing/2014/main" id="{B43BDE23-EC3C-45DD-8890-8D21A84C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688"/>
              <a:ext cx="25" cy="23"/>
            </a:xfrm>
            <a:custGeom>
              <a:avLst/>
              <a:gdLst>
                <a:gd name="T0" fmla="*/ 22 w 15"/>
                <a:gd name="T1" fmla="*/ 43 h 14"/>
                <a:gd name="T2" fmla="*/ 62 w 15"/>
                <a:gd name="T3" fmla="*/ 49 h 14"/>
                <a:gd name="T4" fmla="*/ 13 w 15"/>
                <a:gd name="T5" fmla="*/ 6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5" y="10"/>
                  </a:moveTo>
                  <a:cubicBezTo>
                    <a:pt x="8" y="13"/>
                    <a:pt x="11" y="13"/>
                    <a:pt x="13" y="11"/>
                  </a:cubicBezTo>
                  <a:cubicBezTo>
                    <a:pt x="15" y="9"/>
                    <a:pt x="0" y="0"/>
                    <a:pt x="3" y="1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9" name="Freeform 228">
              <a:extLst>
                <a:ext uri="{FF2B5EF4-FFF2-40B4-BE49-F238E27FC236}">
                  <a16:creationId xmlns:a16="http://schemas.microsoft.com/office/drawing/2014/main" id="{D6D9437B-BDB1-4DD6-98CA-30F2FE435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1700"/>
              <a:ext cx="35" cy="35"/>
            </a:xfrm>
            <a:custGeom>
              <a:avLst/>
              <a:gdLst>
                <a:gd name="T0" fmla="*/ 16 w 22"/>
                <a:gd name="T1" fmla="*/ 89 h 22"/>
                <a:gd name="T2" fmla="*/ 29 w 22"/>
                <a:gd name="T3" fmla="*/ 7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4" y="22"/>
                  </a:moveTo>
                  <a:cubicBezTo>
                    <a:pt x="0" y="0"/>
                    <a:pt x="22" y="22"/>
                    <a:pt x="7" y="1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0" name="Freeform 229">
              <a:extLst>
                <a:ext uri="{FF2B5EF4-FFF2-40B4-BE49-F238E27FC236}">
                  <a16:creationId xmlns:a16="http://schemas.microsoft.com/office/drawing/2014/main" id="{81086895-E2E1-4D16-AAA8-6688BBA4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755"/>
              <a:ext cx="23" cy="35"/>
            </a:xfrm>
            <a:custGeom>
              <a:avLst/>
              <a:gdLst>
                <a:gd name="T0" fmla="*/ 13 w 14"/>
                <a:gd name="T1" fmla="*/ 56 h 22"/>
                <a:gd name="T2" fmla="*/ 54 w 14"/>
                <a:gd name="T3" fmla="*/ 60 h 22"/>
                <a:gd name="T4" fmla="*/ 5 w 14"/>
                <a:gd name="T5" fmla="*/ 6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3" y="14"/>
                  </a:moveTo>
                  <a:cubicBezTo>
                    <a:pt x="0" y="21"/>
                    <a:pt x="10" y="22"/>
                    <a:pt x="12" y="15"/>
                  </a:cubicBezTo>
                  <a:cubicBezTo>
                    <a:pt x="14" y="5"/>
                    <a:pt x="1" y="0"/>
                    <a:pt x="1" y="1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1" name="Freeform 230">
              <a:extLst>
                <a:ext uri="{FF2B5EF4-FFF2-40B4-BE49-F238E27FC236}">
                  <a16:creationId xmlns:a16="http://schemas.microsoft.com/office/drawing/2014/main" id="{2A90DA61-BD2E-4BC6-8B78-7714541E4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734"/>
              <a:ext cx="23" cy="40"/>
            </a:xfrm>
            <a:custGeom>
              <a:avLst/>
              <a:gdLst>
                <a:gd name="T0" fmla="*/ 0 w 14"/>
                <a:gd name="T1" fmla="*/ 86 h 25"/>
                <a:gd name="T2" fmla="*/ 54 w 14"/>
                <a:gd name="T3" fmla="*/ 56 h 25"/>
                <a:gd name="T4" fmla="*/ 5 w 14"/>
                <a:gd name="T5" fmla="*/ 8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0" y="21"/>
                  </a:moveTo>
                  <a:cubicBezTo>
                    <a:pt x="3" y="24"/>
                    <a:pt x="14" y="25"/>
                    <a:pt x="12" y="14"/>
                  </a:cubicBezTo>
                  <a:cubicBezTo>
                    <a:pt x="9" y="0"/>
                    <a:pt x="1" y="13"/>
                    <a:pt x="1" y="2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2" name="Freeform 231">
              <a:extLst>
                <a:ext uri="{FF2B5EF4-FFF2-40B4-BE49-F238E27FC236}">
                  <a16:creationId xmlns:a16="http://schemas.microsoft.com/office/drawing/2014/main" id="{684A6F91-B5A5-48F0-8E40-B2D3800B8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719"/>
              <a:ext cx="22" cy="19"/>
            </a:xfrm>
            <a:custGeom>
              <a:avLst/>
              <a:gdLst>
                <a:gd name="T0" fmla="*/ 27 w 14"/>
                <a:gd name="T1" fmla="*/ 35 h 12"/>
                <a:gd name="T2" fmla="*/ 20 w 14"/>
                <a:gd name="T3" fmla="*/ 35 h 12"/>
                <a:gd name="T4" fmla="*/ 55 w 14"/>
                <a:gd name="T5" fmla="*/ 48 h 12"/>
                <a:gd name="T6" fmla="*/ 5 w 14"/>
                <a:gd name="T7" fmla="*/ 4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7" y="9"/>
                  </a:moveTo>
                  <a:cubicBezTo>
                    <a:pt x="6" y="9"/>
                    <a:pt x="6" y="7"/>
                    <a:pt x="5" y="9"/>
                  </a:cubicBezTo>
                  <a:cubicBezTo>
                    <a:pt x="7" y="11"/>
                    <a:pt x="11" y="12"/>
                    <a:pt x="14" y="12"/>
                  </a:cubicBezTo>
                  <a:cubicBezTo>
                    <a:pt x="14" y="0"/>
                    <a:pt x="0" y="0"/>
                    <a:pt x="1" y="1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3" name="Freeform 232">
              <a:extLst>
                <a:ext uri="{FF2B5EF4-FFF2-40B4-BE49-F238E27FC236}">
                  <a16:creationId xmlns:a16="http://schemas.microsoft.com/office/drawing/2014/main" id="{802C742E-5A88-4605-BA5A-A69B1389D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729"/>
              <a:ext cx="36" cy="47"/>
            </a:xfrm>
            <a:custGeom>
              <a:avLst/>
              <a:gdLst>
                <a:gd name="T0" fmla="*/ 13 w 22"/>
                <a:gd name="T1" fmla="*/ 107 h 29"/>
                <a:gd name="T2" fmla="*/ 18 w 22"/>
                <a:gd name="T3" fmla="*/ 10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9">
                  <a:moveTo>
                    <a:pt x="3" y="25"/>
                  </a:moveTo>
                  <a:cubicBezTo>
                    <a:pt x="22" y="29"/>
                    <a:pt x="0" y="0"/>
                    <a:pt x="4" y="2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4" name="Freeform 233">
              <a:extLst>
                <a:ext uri="{FF2B5EF4-FFF2-40B4-BE49-F238E27FC236}">
                  <a16:creationId xmlns:a16="http://schemas.microsoft.com/office/drawing/2014/main" id="{951E0E6C-DD7D-4252-80FC-AA88204FC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805"/>
              <a:ext cx="11" cy="21"/>
            </a:xfrm>
            <a:custGeom>
              <a:avLst/>
              <a:gdLst>
                <a:gd name="T0" fmla="*/ 0 w 7"/>
                <a:gd name="T1" fmla="*/ 47 h 13"/>
                <a:gd name="T2" fmla="*/ 22 w 7"/>
                <a:gd name="T3" fmla="*/ 0 h 13"/>
                <a:gd name="T4" fmla="*/ 13 w 7"/>
                <a:gd name="T5" fmla="*/ 4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11"/>
                  </a:moveTo>
                  <a:cubicBezTo>
                    <a:pt x="0" y="13"/>
                    <a:pt x="7" y="7"/>
                    <a:pt x="6" y="0"/>
                  </a:cubicBezTo>
                  <a:cubicBezTo>
                    <a:pt x="2" y="2"/>
                    <a:pt x="0" y="8"/>
                    <a:pt x="3" y="1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5" name="Freeform 234">
              <a:extLst>
                <a:ext uri="{FF2B5EF4-FFF2-40B4-BE49-F238E27FC236}">
                  <a16:creationId xmlns:a16="http://schemas.microsoft.com/office/drawing/2014/main" id="{B705EFBF-0F13-4023-AF1C-C26BBA021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790"/>
              <a:ext cx="19" cy="19"/>
            </a:xfrm>
            <a:custGeom>
              <a:avLst/>
              <a:gdLst>
                <a:gd name="T0" fmla="*/ 16 w 12"/>
                <a:gd name="T1" fmla="*/ 35 h 12"/>
                <a:gd name="T2" fmla="*/ 35 w 12"/>
                <a:gd name="T3" fmla="*/ 43 h 12"/>
                <a:gd name="T4" fmla="*/ 0 w 12"/>
                <a:gd name="T5" fmla="*/ 4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4" y="9"/>
                  </a:moveTo>
                  <a:cubicBezTo>
                    <a:pt x="5" y="11"/>
                    <a:pt x="5" y="12"/>
                    <a:pt x="9" y="11"/>
                  </a:cubicBezTo>
                  <a:cubicBezTo>
                    <a:pt x="12" y="2"/>
                    <a:pt x="1" y="0"/>
                    <a:pt x="0" y="1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6" name="Freeform 235">
              <a:extLst>
                <a:ext uri="{FF2B5EF4-FFF2-40B4-BE49-F238E27FC236}">
                  <a16:creationId xmlns:a16="http://schemas.microsoft.com/office/drawing/2014/main" id="{5DDA203B-65B1-4A7C-BE43-BB10FE170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845"/>
              <a:ext cx="25" cy="31"/>
            </a:xfrm>
            <a:custGeom>
              <a:avLst/>
              <a:gdLst>
                <a:gd name="T0" fmla="*/ 8 w 16"/>
                <a:gd name="T1" fmla="*/ 69 h 19"/>
                <a:gd name="T2" fmla="*/ 8 w 16"/>
                <a:gd name="T3" fmla="*/ 83 h 19"/>
                <a:gd name="T4" fmla="*/ 0 w 16"/>
                <a:gd name="T5" fmla="*/ 5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2" y="16"/>
                  </a:moveTo>
                  <a:cubicBezTo>
                    <a:pt x="2" y="17"/>
                    <a:pt x="2" y="18"/>
                    <a:pt x="2" y="19"/>
                  </a:cubicBezTo>
                  <a:cubicBezTo>
                    <a:pt x="16" y="16"/>
                    <a:pt x="2" y="0"/>
                    <a:pt x="0" y="1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7" name="Freeform 236">
              <a:extLst>
                <a:ext uri="{FF2B5EF4-FFF2-40B4-BE49-F238E27FC236}">
                  <a16:creationId xmlns:a16="http://schemas.microsoft.com/office/drawing/2014/main" id="{48193752-10A2-4521-ACA7-97C60D543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671"/>
              <a:ext cx="35" cy="34"/>
            </a:xfrm>
            <a:custGeom>
              <a:avLst/>
              <a:gdLst>
                <a:gd name="T0" fmla="*/ 46 w 22"/>
                <a:gd name="T1" fmla="*/ 39 h 21"/>
                <a:gd name="T2" fmla="*/ 33 w 22"/>
                <a:gd name="T3" fmla="*/ 47 h 21"/>
                <a:gd name="T4" fmla="*/ 89 w 22"/>
                <a:gd name="T5" fmla="*/ 47 h 21"/>
                <a:gd name="T6" fmla="*/ 46 w 22"/>
                <a:gd name="T7" fmla="*/ 7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11" y="9"/>
                  </a:moveTo>
                  <a:cubicBezTo>
                    <a:pt x="10" y="10"/>
                    <a:pt x="9" y="10"/>
                    <a:pt x="8" y="11"/>
                  </a:cubicBezTo>
                  <a:cubicBezTo>
                    <a:pt x="11" y="18"/>
                    <a:pt x="21" y="21"/>
                    <a:pt x="22" y="11"/>
                  </a:cubicBezTo>
                  <a:cubicBezTo>
                    <a:pt x="22" y="0"/>
                    <a:pt x="0" y="4"/>
                    <a:pt x="11" y="1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8" name="Freeform 237">
              <a:extLst>
                <a:ext uri="{FF2B5EF4-FFF2-40B4-BE49-F238E27FC236}">
                  <a16:creationId xmlns:a16="http://schemas.microsoft.com/office/drawing/2014/main" id="{99C7579F-8872-492C-AC12-E7F9CBFC0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713"/>
              <a:ext cx="42" cy="37"/>
            </a:xfrm>
            <a:custGeom>
              <a:avLst/>
              <a:gdLst>
                <a:gd name="T0" fmla="*/ 39 w 26"/>
                <a:gd name="T1" fmla="*/ 97 h 23"/>
                <a:gd name="T2" fmla="*/ 39 w 26"/>
                <a:gd name="T3" fmla="*/ 9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3">
                  <a:moveTo>
                    <a:pt x="9" y="23"/>
                  </a:moveTo>
                  <a:cubicBezTo>
                    <a:pt x="26" y="19"/>
                    <a:pt x="0" y="0"/>
                    <a:pt x="9" y="2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9" name="Freeform 238">
              <a:extLst>
                <a:ext uri="{FF2B5EF4-FFF2-40B4-BE49-F238E27FC236}">
                  <a16:creationId xmlns:a16="http://schemas.microsoft.com/office/drawing/2014/main" id="{B5AE5E71-228C-476D-84B5-975B761A2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709"/>
              <a:ext cx="31" cy="29"/>
            </a:xfrm>
            <a:custGeom>
              <a:avLst/>
              <a:gdLst>
                <a:gd name="T0" fmla="*/ 26 w 19"/>
                <a:gd name="T1" fmla="*/ 68 h 18"/>
                <a:gd name="T2" fmla="*/ 29 w 19"/>
                <a:gd name="T3" fmla="*/ 76 h 18"/>
                <a:gd name="T4" fmla="*/ 18 w 19"/>
                <a:gd name="T5" fmla="*/ 7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6" y="16"/>
                  </a:moveTo>
                  <a:cubicBezTo>
                    <a:pt x="5" y="14"/>
                    <a:pt x="7" y="17"/>
                    <a:pt x="7" y="18"/>
                  </a:cubicBezTo>
                  <a:cubicBezTo>
                    <a:pt x="19" y="12"/>
                    <a:pt x="0" y="0"/>
                    <a:pt x="4" y="1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0" name="Freeform 239">
              <a:extLst>
                <a:ext uri="{FF2B5EF4-FFF2-40B4-BE49-F238E27FC236}">
                  <a16:creationId xmlns:a16="http://schemas.microsoft.com/office/drawing/2014/main" id="{E9D58F85-6305-430F-A15E-CE320AF6A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756"/>
              <a:ext cx="16" cy="37"/>
            </a:xfrm>
            <a:custGeom>
              <a:avLst/>
              <a:gdLst>
                <a:gd name="T0" fmla="*/ 0 w 10"/>
                <a:gd name="T1" fmla="*/ 63 h 23"/>
                <a:gd name="T2" fmla="*/ 13 w 10"/>
                <a:gd name="T3" fmla="*/ 4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15"/>
                  </a:moveTo>
                  <a:cubicBezTo>
                    <a:pt x="10" y="23"/>
                    <a:pt x="10" y="0"/>
                    <a:pt x="3" y="1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1" name="Freeform 240">
              <a:extLst>
                <a:ext uri="{FF2B5EF4-FFF2-40B4-BE49-F238E27FC236}">
                  <a16:creationId xmlns:a16="http://schemas.microsoft.com/office/drawing/2014/main" id="{2BEFC474-7B49-4C9C-A860-821A31AA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674"/>
              <a:ext cx="9" cy="13"/>
            </a:xfrm>
            <a:custGeom>
              <a:avLst/>
              <a:gdLst>
                <a:gd name="T0" fmla="*/ 5 w 6"/>
                <a:gd name="T1" fmla="*/ 13 h 8"/>
                <a:gd name="T2" fmla="*/ 12 w 6"/>
                <a:gd name="T3" fmla="*/ 34 h 8"/>
                <a:gd name="T4" fmla="*/ 8 w 6"/>
                <a:gd name="T5" fmla="*/ 0 h 8"/>
                <a:gd name="T6" fmla="*/ 5 w 6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1" y="3"/>
                  </a:moveTo>
                  <a:cubicBezTo>
                    <a:pt x="2" y="5"/>
                    <a:pt x="1" y="6"/>
                    <a:pt x="3" y="8"/>
                  </a:cubicBezTo>
                  <a:cubicBezTo>
                    <a:pt x="5" y="4"/>
                    <a:pt x="6" y="2"/>
                    <a:pt x="2" y="0"/>
                  </a:cubicBezTo>
                  <a:cubicBezTo>
                    <a:pt x="0" y="3"/>
                    <a:pt x="0" y="5"/>
                    <a:pt x="1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2" name="Freeform 241">
              <a:extLst>
                <a:ext uri="{FF2B5EF4-FFF2-40B4-BE49-F238E27FC236}">
                  <a16:creationId xmlns:a16="http://schemas.microsoft.com/office/drawing/2014/main" id="{E0466717-4ABC-4311-993C-C1AC50AD7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642"/>
              <a:ext cx="23" cy="29"/>
            </a:xfrm>
            <a:custGeom>
              <a:avLst/>
              <a:gdLst>
                <a:gd name="T0" fmla="*/ 5 w 14"/>
                <a:gd name="T1" fmla="*/ 50 h 18"/>
                <a:gd name="T2" fmla="*/ 43 w 14"/>
                <a:gd name="T3" fmla="*/ 39 h 18"/>
                <a:gd name="T4" fmla="*/ 5 w 14"/>
                <a:gd name="T5" fmla="*/ 6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1" y="12"/>
                  </a:moveTo>
                  <a:cubicBezTo>
                    <a:pt x="4" y="18"/>
                    <a:pt x="14" y="17"/>
                    <a:pt x="10" y="9"/>
                  </a:cubicBezTo>
                  <a:cubicBezTo>
                    <a:pt x="6" y="0"/>
                    <a:pt x="0" y="9"/>
                    <a:pt x="1" y="15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3" name="Freeform 242">
              <a:extLst>
                <a:ext uri="{FF2B5EF4-FFF2-40B4-BE49-F238E27FC236}">
                  <a16:creationId xmlns:a16="http://schemas.microsoft.com/office/drawing/2014/main" id="{DE8C5E72-2EE6-45A3-958F-4FC65CEAD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622"/>
              <a:ext cx="24" cy="26"/>
            </a:xfrm>
            <a:custGeom>
              <a:avLst/>
              <a:gdLst>
                <a:gd name="T0" fmla="*/ 13 w 15"/>
                <a:gd name="T1" fmla="*/ 34 h 16"/>
                <a:gd name="T2" fmla="*/ 8 w 15"/>
                <a:gd name="T3" fmla="*/ 54 h 16"/>
                <a:gd name="T4" fmla="*/ 42 w 15"/>
                <a:gd name="T5" fmla="*/ 21 h 16"/>
                <a:gd name="T6" fmla="*/ 26 w 15"/>
                <a:gd name="T7" fmla="*/ 6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3" y="8"/>
                  </a:moveTo>
                  <a:cubicBezTo>
                    <a:pt x="2" y="9"/>
                    <a:pt x="2" y="10"/>
                    <a:pt x="2" y="12"/>
                  </a:cubicBezTo>
                  <a:cubicBezTo>
                    <a:pt x="8" y="15"/>
                    <a:pt x="15" y="9"/>
                    <a:pt x="10" y="5"/>
                  </a:cubicBezTo>
                  <a:cubicBezTo>
                    <a:pt x="4" y="0"/>
                    <a:pt x="0" y="12"/>
                    <a:pt x="6" y="16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4" name="Freeform 243">
              <a:extLst>
                <a:ext uri="{FF2B5EF4-FFF2-40B4-BE49-F238E27FC236}">
                  <a16:creationId xmlns:a16="http://schemas.microsoft.com/office/drawing/2014/main" id="{7234A1AC-A92E-4FE7-803E-B463C6B6B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38"/>
              <a:ext cx="24" cy="28"/>
            </a:xfrm>
            <a:custGeom>
              <a:avLst/>
              <a:gdLst>
                <a:gd name="T0" fmla="*/ 26 w 15"/>
                <a:gd name="T1" fmla="*/ 63 h 17"/>
                <a:gd name="T2" fmla="*/ 46 w 15"/>
                <a:gd name="T3" fmla="*/ 26 h 17"/>
                <a:gd name="T4" fmla="*/ 8 w 15"/>
                <a:gd name="T5" fmla="*/ 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6" y="14"/>
                  </a:moveTo>
                  <a:cubicBezTo>
                    <a:pt x="11" y="14"/>
                    <a:pt x="15" y="10"/>
                    <a:pt x="11" y="6"/>
                  </a:cubicBezTo>
                  <a:cubicBezTo>
                    <a:pt x="4" y="0"/>
                    <a:pt x="0" y="12"/>
                    <a:pt x="2" y="17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5" name="Freeform 244">
              <a:extLst>
                <a:ext uri="{FF2B5EF4-FFF2-40B4-BE49-F238E27FC236}">
                  <a16:creationId xmlns:a16="http://schemas.microsoft.com/office/drawing/2014/main" id="{1E5454D5-48D9-4FA9-8010-C8D667D6D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675"/>
              <a:ext cx="19" cy="15"/>
            </a:xfrm>
            <a:custGeom>
              <a:avLst/>
              <a:gdLst>
                <a:gd name="T0" fmla="*/ 16 w 12"/>
                <a:gd name="T1" fmla="*/ 28 h 9"/>
                <a:gd name="T2" fmla="*/ 43 w 12"/>
                <a:gd name="T3" fmla="*/ 37 h 9"/>
                <a:gd name="T4" fmla="*/ 16 w 12"/>
                <a:gd name="T5" fmla="*/ 5 h 9"/>
                <a:gd name="T6" fmla="*/ 16 w 12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4" y="6"/>
                  </a:moveTo>
                  <a:cubicBezTo>
                    <a:pt x="0" y="4"/>
                    <a:pt x="10" y="9"/>
                    <a:pt x="11" y="8"/>
                  </a:cubicBezTo>
                  <a:cubicBezTo>
                    <a:pt x="12" y="3"/>
                    <a:pt x="10" y="0"/>
                    <a:pt x="4" y="1"/>
                  </a:cubicBezTo>
                  <a:cubicBezTo>
                    <a:pt x="3" y="3"/>
                    <a:pt x="3" y="7"/>
                    <a:pt x="4" y="9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6" name="Freeform 245">
              <a:extLst>
                <a:ext uri="{FF2B5EF4-FFF2-40B4-BE49-F238E27FC236}">
                  <a16:creationId xmlns:a16="http://schemas.microsoft.com/office/drawing/2014/main" id="{E682C1D9-806D-495F-B294-C8E69F764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14"/>
              <a:ext cx="16" cy="15"/>
            </a:xfrm>
            <a:custGeom>
              <a:avLst/>
              <a:gdLst>
                <a:gd name="T0" fmla="*/ 8 w 10"/>
                <a:gd name="T1" fmla="*/ 42 h 9"/>
                <a:gd name="T2" fmla="*/ 42 w 10"/>
                <a:gd name="T3" fmla="*/ 37 h 9"/>
                <a:gd name="T4" fmla="*/ 34 w 10"/>
                <a:gd name="T5" fmla="*/ 4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2" y="9"/>
                  </a:moveTo>
                  <a:cubicBezTo>
                    <a:pt x="0" y="0"/>
                    <a:pt x="9" y="0"/>
                    <a:pt x="10" y="8"/>
                  </a:cubicBezTo>
                  <a:cubicBezTo>
                    <a:pt x="10" y="9"/>
                    <a:pt x="9" y="9"/>
                    <a:pt x="8" y="9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7" name="Freeform 246">
              <a:extLst>
                <a:ext uri="{FF2B5EF4-FFF2-40B4-BE49-F238E27FC236}">
                  <a16:creationId xmlns:a16="http://schemas.microsoft.com/office/drawing/2014/main" id="{C5A968DC-8BD4-4FAC-A183-E1A9B7955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664"/>
              <a:ext cx="21" cy="36"/>
            </a:xfrm>
            <a:custGeom>
              <a:avLst/>
              <a:gdLst>
                <a:gd name="T0" fmla="*/ 5 w 13"/>
                <a:gd name="T1" fmla="*/ 54 h 22"/>
                <a:gd name="T2" fmla="*/ 47 w 13"/>
                <a:gd name="T3" fmla="*/ 92 h 22"/>
                <a:gd name="T4" fmla="*/ 16 w 13"/>
                <a:gd name="T5" fmla="*/ 5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1" y="12"/>
                  </a:moveTo>
                  <a:cubicBezTo>
                    <a:pt x="0" y="0"/>
                    <a:pt x="13" y="10"/>
                    <a:pt x="11" y="21"/>
                  </a:cubicBezTo>
                  <a:cubicBezTo>
                    <a:pt x="6" y="22"/>
                    <a:pt x="2" y="15"/>
                    <a:pt x="4" y="13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8" name="Freeform 247">
              <a:extLst>
                <a:ext uri="{FF2B5EF4-FFF2-40B4-BE49-F238E27FC236}">
                  <a16:creationId xmlns:a16="http://schemas.microsoft.com/office/drawing/2014/main" id="{A9C71231-031B-4A56-B8BD-363139154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629"/>
              <a:ext cx="24" cy="27"/>
            </a:xfrm>
            <a:custGeom>
              <a:avLst/>
              <a:gdLst>
                <a:gd name="T0" fmla="*/ 5 w 15"/>
                <a:gd name="T1" fmla="*/ 16 h 17"/>
                <a:gd name="T2" fmla="*/ 8 w 15"/>
                <a:gd name="T3" fmla="*/ 0 h 17"/>
                <a:gd name="T4" fmla="*/ 13 w 15"/>
                <a:gd name="T5" fmla="*/ 4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1" y="4"/>
                  </a:moveTo>
                  <a:cubicBezTo>
                    <a:pt x="1" y="17"/>
                    <a:pt x="15" y="0"/>
                    <a:pt x="2" y="0"/>
                  </a:cubicBezTo>
                  <a:cubicBezTo>
                    <a:pt x="0" y="3"/>
                    <a:pt x="0" y="7"/>
                    <a:pt x="3" y="11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9" name="Freeform 248">
              <a:extLst>
                <a:ext uri="{FF2B5EF4-FFF2-40B4-BE49-F238E27FC236}">
                  <a16:creationId xmlns:a16="http://schemas.microsoft.com/office/drawing/2014/main" id="{F6E1E09E-7469-4250-BF26-DF8173C73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640"/>
              <a:ext cx="18" cy="23"/>
            </a:xfrm>
            <a:custGeom>
              <a:avLst/>
              <a:gdLst>
                <a:gd name="T0" fmla="*/ 8 w 11"/>
                <a:gd name="T1" fmla="*/ 58 h 14"/>
                <a:gd name="T2" fmla="*/ 41 w 11"/>
                <a:gd name="T3" fmla="*/ 41 h 14"/>
                <a:gd name="T4" fmla="*/ 18 w 11"/>
                <a:gd name="T5" fmla="*/ 4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2" y="13"/>
                  </a:moveTo>
                  <a:cubicBezTo>
                    <a:pt x="0" y="5"/>
                    <a:pt x="7" y="0"/>
                    <a:pt x="9" y="9"/>
                  </a:cubicBezTo>
                  <a:cubicBezTo>
                    <a:pt x="11" y="14"/>
                    <a:pt x="4" y="12"/>
                    <a:pt x="4" y="11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0" name="Freeform 249">
              <a:extLst>
                <a:ext uri="{FF2B5EF4-FFF2-40B4-BE49-F238E27FC236}">
                  <a16:creationId xmlns:a16="http://schemas.microsoft.com/office/drawing/2014/main" id="{F62C552A-1B9D-49D8-9D87-C60582F77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690"/>
              <a:ext cx="33" cy="23"/>
            </a:xfrm>
            <a:custGeom>
              <a:avLst/>
              <a:gdLst>
                <a:gd name="T0" fmla="*/ 50 w 20"/>
                <a:gd name="T1" fmla="*/ 58 h 14"/>
                <a:gd name="T2" fmla="*/ 33 w 20"/>
                <a:gd name="T3" fmla="*/ 6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11" y="13"/>
                  </a:moveTo>
                  <a:cubicBezTo>
                    <a:pt x="20" y="6"/>
                    <a:pt x="0" y="0"/>
                    <a:pt x="7" y="14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1" name="Freeform 250">
              <a:extLst>
                <a:ext uri="{FF2B5EF4-FFF2-40B4-BE49-F238E27FC236}">
                  <a16:creationId xmlns:a16="http://schemas.microsoft.com/office/drawing/2014/main" id="{92CFB963-880C-4409-8862-BB3C86C65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663"/>
              <a:ext cx="10" cy="12"/>
            </a:xfrm>
            <a:custGeom>
              <a:avLst/>
              <a:gdLst>
                <a:gd name="T0" fmla="*/ 8 w 6"/>
                <a:gd name="T1" fmla="*/ 18 h 8"/>
                <a:gd name="T2" fmla="*/ 22 w 6"/>
                <a:gd name="T3" fmla="*/ 26 h 8"/>
                <a:gd name="T4" fmla="*/ 0 w 6"/>
                <a:gd name="T5" fmla="*/ 0 h 8"/>
                <a:gd name="T6" fmla="*/ 5 w 6"/>
                <a:gd name="T7" fmla="*/ 2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2" y="5"/>
                  </a:moveTo>
                  <a:cubicBezTo>
                    <a:pt x="3" y="6"/>
                    <a:pt x="3" y="7"/>
                    <a:pt x="5" y="7"/>
                  </a:cubicBezTo>
                  <a:cubicBezTo>
                    <a:pt x="6" y="3"/>
                    <a:pt x="5" y="0"/>
                    <a:pt x="0" y="0"/>
                  </a:cubicBezTo>
                  <a:cubicBezTo>
                    <a:pt x="0" y="3"/>
                    <a:pt x="0" y="6"/>
                    <a:pt x="1" y="8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2" name="Freeform 251">
              <a:extLst>
                <a:ext uri="{FF2B5EF4-FFF2-40B4-BE49-F238E27FC236}">
                  <a16:creationId xmlns:a16="http://schemas.microsoft.com/office/drawing/2014/main" id="{8974C5CF-711F-44A1-86A0-7026481F7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727"/>
              <a:ext cx="6" cy="11"/>
            </a:xfrm>
            <a:custGeom>
              <a:avLst/>
              <a:gdLst>
                <a:gd name="T0" fmla="*/ 12 w 4"/>
                <a:gd name="T1" fmla="*/ 27 h 7"/>
                <a:gd name="T2" fmla="*/ 8 w 4"/>
                <a:gd name="T3" fmla="*/ 8 h 7"/>
                <a:gd name="T4" fmla="*/ 0 w 4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3" y="7"/>
                  </a:moveTo>
                  <a:cubicBezTo>
                    <a:pt x="4" y="5"/>
                    <a:pt x="3" y="3"/>
                    <a:pt x="2" y="2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3" name="Freeform 252">
              <a:extLst>
                <a:ext uri="{FF2B5EF4-FFF2-40B4-BE49-F238E27FC236}">
                  <a16:creationId xmlns:a16="http://schemas.microsoft.com/office/drawing/2014/main" id="{4D0BFE23-6820-4EA0-AB35-45BB25E42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700"/>
              <a:ext cx="10" cy="9"/>
            </a:xfrm>
            <a:custGeom>
              <a:avLst/>
              <a:gdLst>
                <a:gd name="T0" fmla="*/ 8 w 6"/>
                <a:gd name="T1" fmla="*/ 18 h 6"/>
                <a:gd name="T2" fmla="*/ 8 w 6"/>
                <a:gd name="T3" fmla="*/ 5 h 6"/>
                <a:gd name="T4" fmla="*/ 28 w 6"/>
                <a:gd name="T5" fmla="*/ 18 h 6"/>
                <a:gd name="T6" fmla="*/ 0 w 6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5"/>
                  </a:moveTo>
                  <a:cubicBezTo>
                    <a:pt x="2" y="3"/>
                    <a:pt x="1" y="2"/>
                    <a:pt x="2" y="1"/>
                  </a:cubicBezTo>
                  <a:cubicBezTo>
                    <a:pt x="6" y="1"/>
                    <a:pt x="5" y="0"/>
                    <a:pt x="6" y="5"/>
                  </a:cubicBezTo>
                  <a:cubicBezTo>
                    <a:pt x="3" y="6"/>
                    <a:pt x="2" y="4"/>
                    <a:pt x="0" y="3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4" name="Freeform 253">
              <a:extLst>
                <a:ext uri="{FF2B5EF4-FFF2-40B4-BE49-F238E27FC236}">
                  <a16:creationId xmlns:a16="http://schemas.microsoft.com/office/drawing/2014/main" id="{F7CD8C12-87D8-4ECF-9A3C-91639651D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666"/>
              <a:ext cx="9" cy="18"/>
            </a:xfrm>
            <a:custGeom>
              <a:avLst/>
              <a:gdLst>
                <a:gd name="T0" fmla="*/ 12 w 6"/>
                <a:gd name="T1" fmla="*/ 18 h 11"/>
                <a:gd name="T2" fmla="*/ 14 w 6"/>
                <a:gd name="T3" fmla="*/ 29 h 11"/>
                <a:gd name="T4" fmla="*/ 12 w 6"/>
                <a:gd name="T5" fmla="*/ 0 h 11"/>
                <a:gd name="T6" fmla="*/ 5 w 6"/>
                <a:gd name="T7" fmla="*/ 4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3" y="4"/>
                  </a:moveTo>
                  <a:cubicBezTo>
                    <a:pt x="3" y="5"/>
                    <a:pt x="2" y="7"/>
                    <a:pt x="4" y="7"/>
                  </a:cubicBezTo>
                  <a:cubicBezTo>
                    <a:pt x="6" y="3"/>
                    <a:pt x="6" y="2"/>
                    <a:pt x="3" y="0"/>
                  </a:cubicBezTo>
                  <a:cubicBezTo>
                    <a:pt x="0" y="3"/>
                    <a:pt x="0" y="7"/>
                    <a:pt x="1" y="11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5" name="Freeform 254">
              <a:extLst>
                <a:ext uri="{FF2B5EF4-FFF2-40B4-BE49-F238E27FC236}">
                  <a16:creationId xmlns:a16="http://schemas.microsoft.com/office/drawing/2014/main" id="{50DE0B93-A6CC-4929-BEA2-E13DE6628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685"/>
              <a:ext cx="12" cy="16"/>
            </a:xfrm>
            <a:custGeom>
              <a:avLst/>
              <a:gdLst>
                <a:gd name="T0" fmla="*/ 0 w 7"/>
                <a:gd name="T1" fmla="*/ 34 h 10"/>
                <a:gd name="T2" fmla="*/ 29 w 7"/>
                <a:gd name="T3" fmla="*/ 34 h 10"/>
                <a:gd name="T4" fmla="*/ 5 w 7"/>
                <a:gd name="T5" fmla="*/ 0 h 10"/>
                <a:gd name="T6" fmla="*/ 9 w 7"/>
                <a:gd name="T7" fmla="*/ 4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8"/>
                  </a:moveTo>
                  <a:cubicBezTo>
                    <a:pt x="2" y="9"/>
                    <a:pt x="4" y="9"/>
                    <a:pt x="6" y="8"/>
                  </a:cubicBezTo>
                  <a:cubicBezTo>
                    <a:pt x="7" y="4"/>
                    <a:pt x="5" y="1"/>
                    <a:pt x="1" y="0"/>
                  </a:cubicBezTo>
                  <a:cubicBezTo>
                    <a:pt x="0" y="3"/>
                    <a:pt x="1" y="7"/>
                    <a:pt x="2" y="10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6" name="Freeform 255">
              <a:extLst>
                <a:ext uri="{FF2B5EF4-FFF2-40B4-BE49-F238E27FC236}">
                  <a16:creationId xmlns:a16="http://schemas.microsoft.com/office/drawing/2014/main" id="{FA79C686-A10D-4D3E-A313-442DBF601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716"/>
              <a:ext cx="9" cy="16"/>
            </a:xfrm>
            <a:custGeom>
              <a:avLst/>
              <a:gdLst>
                <a:gd name="T0" fmla="*/ 0 w 6"/>
                <a:gd name="T1" fmla="*/ 35 h 10"/>
                <a:gd name="T2" fmla="*/ 12 w 6"/>
                <a:gd name="T3" fmla="*/ 42 h 10"/>
                <a:gd name="T4" fmla="*/ 21 w 6"/>
                <a:gd name="T5" fmla="*/ 5 h 10"/>
                <a:gd name="T6" fmla="*/ 5 w 6"/>
                <a:gd name="T7" fmla="*/ 5 h 10"/>
                <a:gd name="T8" fmla="*/ 5 w 6"/>
                <a:gd name="T9" fmla="*/ 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9"/>
                  </a:moveTo>
                  <a:cubicBezTo>
                    <a:pt x="1" y="10"/>
                    <a:pt x="2" y="10"/>
                    <a:pt x="3" y="10"/>
                  </a:cubicBezTo>
                  <a:cubicBezTo>
                    <a:pt x="5" y="8"/>
                    <a:pt x="6" y="4"/>
                    <a:pt x="6" y="1"/>
                  </a:cubicBezTo>
                  <a:cubicBezTo>
                    <a:pt x="4" y="0"/>
                    <a:pt x="2" y="1"/>
                    <a:pt x="1" y="1"/>
                  </a:cubicBezTo>
                  <a:cubicBezTo>
                    <a:pt x="1" y="4"/>
                    <a:pt x="0" y="7"/>
                    <a:pt x="1" y="10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7" name="Freeform 256">
              <a:extLst>
                <a:ext uri="{FF2B5EF4-FFF2-40B4-BE49-F238E27FC236}">
                  <a16:creationId xmlns:a16="http://schemas.microsoft.com/office/drawing/2014/main" id="{909A0172-3D11-4CD5-A4B5-5110D1AF2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730"/>
              <a:ext cx="18" cy="37"/>
            </a:xfrm>
            <a:custGeom>
              <a:avLst/>
              <a:gdLst>
                <a:gd name="T0" fmla="*/ 5 w 11"/>
                <a:gd name="T1" fmla="*/ 80 h 23"/>
                <a:gd name="T2" fmla="*/ 34 w 11"/>
                <a:gd name="T3" fmla="*/ 37 h 23"/>
                <a:gd name="T4" fmla="*/ 5 w 11"/>
                <a:gd name="T5" fmla="*/ 8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1" y="19"/>
                  </a:moveTo>
                  <a:cubicBezTo>
                    <a:pt x="7" y="23"/>
                    <a:pt x="11" y="14"/>
                    <a:pt x="8" y="9"/>
                  </a:cubicBezTo>
                  <a:cubicBezTo>
                    <a:pt x="1" y="0"/>
                    <a:pt x="0" y="17"/>
                    <a:pt x="1" y="20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8" name="Freeform 257">
              <a:extLst>
                <a:ext uri="{FF2B5EF4-FFF2-40B4-BE49-F238E27FC236}">
                  <a16:creationId xmlns:a16="http://schemas.microsoft.com/office/drawing/2014/main" id="{4DF098E4-3613-47C7-BCD2-E0DE314A7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774"/>
              <a:ext cx="13" cy="13"/>
            </a:xfrm>
            <a:custGeom>
              <a:avLst/>
              <a:gdLst>
                <a:gd name="T0" fmla="*/ 0 w 8"/>
                <a:gd name="T1" fmla="*/ 29 h 8"/>
                <a:gd name="T2" fmla="*/ 18 w 8"/>
                <a:gd name="T3" fmla="*/ 0 h 8"/>
                <a:gd name="T4" fmla="*/ 5 w 8"/>
                <a:gd name="T5" fmla="*/ 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cubicBezTo>
                    <a:pt x="6" y="8"/>
                    <a:pt x="8" y="4"/>
                    <a:pt x="4" y="0"/>
                  </a:cubicBezTo>
                  <a:cubicBezTo>
                    <a:pt x="2" y="1"/>
                    <a:pt x="1" y="3"/>
                    <a:pt x="1" y="7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9" name="Freeform 258">
              <a:extLst>
                <a:ext uri="{FF2B5EF4-FFF2-40B4-BE49-F238E27FC236}">
                  <a16:creationId xmlns:a16="http://schemas.microsoft.com/office/drawing/2014/main" id="{D8E6FE23-21ED-4B52-8179-9C2F3142B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711"/>
              <a:ext cx="6" cy="11"/>
            </a:xfrm>
            <a:custGeom>
              <a:avLst/>
              <a:gdLst>
                <a:gd name="T0" fmla="*/ 0 w 4"/>
                <a:gd name="T1" fmla="*/ 14 h 7"/>
                <a:gd name="T2" fmla="*/ 12 w 4"/>
                <a:gd name="T3" fmla="*/ 27 h 7"/>
                <a:gd name="T4" fmla="*/ 5 w 4"/>
                <a:gd name="T5" fmla="*/ 0 h 7"/>
                <a:gd name="T6" fmla="*/ 0 w 4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0" y="4"/>
                  </a:moveTo>
                  <a:cubicBezTo>
                    <a:pt x="1" y="6"/>
                    <a:pt x="0" y="7"/>
                    <a:pt x="3" y="7"/>
                  </a:cubicBezTo>
                  <a:cubicBezTo>
                    <a:pt x="4" y="3"/>
                    <a:pt x="4" y="3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0" name="Freeform 259">
              <a:extLst>
                <a:ext uri="{FF2B5EF4-FFF2-40B4-BE49-F238E27FC236}">
                  <a16:creationId xmlns:a16="http://schemas.microsoft.com/office/drawing/2014/main" id="{C49451AF-664E-494D-BA2A-38FA37663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682"/>
              <a:ext cx="14" cy="14"/>
            </a:xfrm>
            <a:custGeom>
              <a:avLst/>
              <a:gdLst>
                <a:gd name="T0" fmla="*/ 5 w 9"/>
                <a:gd name="T1" fmla="*/ 19 h 9"/>
                <a:gd name="T2" fmla="*/ 19 w 9"/>
                <a:gd name="T3" fmla="*/ 30 h 9"/>
                <a:gd name="T4" fmla="*/ 0 w 9"/>
                <a:gd name="T5" fmla="*/ 2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1" y="5"/>
                  </a:moveTo>
                  <a:cubicBezTo>
                    <a:pt x="3" y="7"/>
                    <a:pt x="2" y="9"/>
                    <a:pt x="5" y="8"/>
                  </a:cubicBezTo>
                  <a:cubicBezTo>
                    <a:pt x="9" y="2"/>
                    <a:pt x="1" y="0"/>
                    <a:pt x="0" y="6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1" name="Freeform 260">
              <a:extLst>
                <a:ext uri="{FF2B5EF4-FFF2-40B4-BE49-F238E27FC236}">
                  <a16:creationId xmlns:a16="http://schemas.microsoft.com/office/drawing/2014/main" id="{6942CB4A-CBEA-4220-9AA9-B3186B713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667"/>
              <a:ext cx="26" cy="33"/>
            </a:xfrm>
            <a:custGeom>
              <a:avLst/>
              <a:gdLst>
                <a:gd name="T0" fmla="*/ 0 w 16"/>
                <a:gd name="T1" fmla="*/ 33 h 20"/>
                <a:gd name="T2" fmla="*/ 21 w 16"/>
                <a:gd name="T3" fmla="*/ 0 h 20"/>
                <a:gd name="T4" fmla="*/ 8 w 16"/>
                <a:gd name="T5" fmla="*/ 5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0" y="7"/>
                  </a:moveTo>
                  <a:cubicBezTo>
                    <a:pt x="4" y="20"/>
                    <a:pt x="16" y="5"/>
                    <a:pt x="5" y="0"/>
                  </a:cubicBezTo>
                  <a:cubicBezTo>
                    <a:pt x="2" y="3"/>
                    <a:pt x="1" y="8"/>
                    <a:pt x="2" y="12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2" name="Freeform 261">
              <a:extLst>
                <a:ext uri="{FF2B5EF4-FFF2-40B4-BE49-F238E27FC236}">
                  <a16:creationId xmlns:a16="http://schemas.microsoft.com/office/drawing/2014/main" id="{E709E182-CAF1-42F2-B2C6-A411D4D03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732"/>
              <a:ext cx="9" cy="13"/>
            </a:xfrm>
            <a:custGeom>
              <a:avLst/>
              <a:gdLst>
                <a:gd name="T0" fmla="*/ 0 w 6"/>
                <a:gd name="T1" fmla="*/ 26 h 8"/>
                <a:gd name="T2" fmla="*/ 21 w 6"/>
                <a:gd name="T3" fmla="*/ 29 h 8"/>
                <a:gd name="T4" fmla="*/ 8 w 6"/>
                <a:gd name="T5" fmla="*/ 0 h 8"/>
                <a:gd name="T6" fmla="*/ 5 w 6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2" y="7"/>
                    <a:pt x="3" y="8"/>
                    <a:pt x="6" y="7"/>
                  </a:cubicBezTo>
                  <a:cubicBezTo>
                    <a:pt x="6" y="3"/>
                    <a:pt x="5" y="2"/>
                    <a:pt x="2" y="0"/>
                  </a:cubicBez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3" name="Freeform 262">
              <a:extLst>
                <a:ext uri="{FF2B5EF4-FFF2-40B4-BE49-F238E27FC236}">
                  <a16:creationId xmlns:a16="http://schemas.microsoft.com/office/drawing/2014/main" id="{0AAF614D-8EE5-49A3-88A6-21A2D4C16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687"/>
              <a:ext cx="8" cy="16"/>
            </a:xfrm>
            <a:custGeom>
              <a:avLst/>
              <a:gdLst>
                <a:gd name="T0" fmla="*/ 0 w 5"/>
                <a:gd name="T1" fmla="*/ 16 h 10"/>
                <a:gd name="T2" fmla="*/ 21 w 5"/>
                <a:gd name="T3" fmla="*/ 29 h 10"/>
                <a:gd name="T4" fmla="*/ 5 w 5"/>
                <a:gd name="T5" fmla="*/ 0 h 10"/>
                <a:gd name="T6" fmla="*/ 8 w 5"/>
                <a:gd name="T7" fmla="*/ 4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4"/>
                  </a:moveTo>
                  <a:cubicBezTo>
                    <a:pt x="1" y="6"/>
                    <a:pt x="2" y="8"/>
                    <a:pt x="5" y="7"/>
                  </a:cubicBezTo>
                  <a:cubicBezTo>
                    <a:pt x="5" y="3"/>
                    <a:pt x="5" y="1"/>
                    <a:pt x="1" y="0"/>
                  </a:cubicBezTo>
                  <a:cubicBezTo>
                    <a:pt x="0" y="3"/>
                    <a:pt x="0" y="7"/>
                    <a:pt x="2" y="10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4" name="Freeform 263">
              <a:extLst>
                <a:ext uri="{FF2B5EF4-FFF2-40B4-BE49-F238E27FC236}">
                  <a16:creationId xmlns:a16="http://schemas.microsoft.com/office/drawing/2014/main" id="{080823B5-56C9-48D0-B2E3-C43FDED51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746"/>
              <a:ext cx="10" cy="17"/>
            </a:xfrm>
            <a:custGeom>
              <a:avLst/>
              <a:gdLst>
                <a:gd name="T0" fmla="*/ 0 w 6"/>
                <a:gd name="T1" fmla="*/ 34 h 10"/>
                <a:gd name="T2" fmla="*/ 22 w 6"/>
                <a:gd name="T3" fmla="*/ 44 h 10"/>
                <a:gd name="T4" fmla="*/ 13 w 6"/>
                <a:gd name="T5" fmla="*/ 0 h 10"/>
                <a:gd name="T6" fmla="*/ 8 w 6"/>
                <a:gd name="T7" fmla="*/ 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7"/>
                  </a:moveTo>
                  <a:cubicBezTo>
                    <a:pt x="1" y="9"/>
                    <a:pt x="2" y="10"/>
                    <a:pt x="5" y="9"/>
                  </a:cubicBezTo>
                  <a:cubicBezTo>
                    <a:pt x="6" y="6"/>
                    <a:pt x="5" y="2"/>
                    <a:pt x="3" y="0"/>
                  </a:cubicBezTo>
                  <a:cubicBezTo>
                    <a:pt x="2" y="2"/>
                    <a:pt x="2" y="4"/>
                    <a:pt x="2" y="6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5" name="Freeform 264">
              <a:extLst>
                <a:ext uri="{FF2B5EF4-FFF2-40B4-BE49-F238E27FC236}">
                  <a16:creationId xmlns:a16="http://schemas.microsoft.com/office/drawing/2014/main" id="{3BF5F966-A61F-4189-ADE2-4F9DFFD9D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696"/>
              <a:ext cx="38" cy="54"/>
            </a:xfrm>
            <a:custGeom>
              <a:avLst/>
              <a:gdLst>
                <a:gd name="T0" fmla="*/ 63 w 23"/>
                <a:gd name="T1" fmla="*/ 43 h 33"/>
                <a:gd name="T2" fmla="*/ 71 w 23"/>
                <a:gd name="T3" fmla="*/ 123 h 33"/>
                <a:gd name="T4" fmla="*/ 50 w 23"/>
                <a:gd name="T5" fmla="*/ 4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3">
                  <a:moveTo>
                    <a:pt x="14" y="10"/>
                  </a:moveTo>
                  <a:cubicBezTo>
                    <a:pt x="0" y="10"/>
                    <a:pt x="7" y="33"/>
                    <a:pt x="16" y="28"/>
                  </a:cubicBezTo>
                  <a:cubicBezTo>
                    <a:pt x="23" y="24"/>
                    <a:pt x="20" y="0"/>
                    <a:pt x="11" y="10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6" name="Freeform 265">
              <a:extLst>
                <a:ext uri="{FF2B5EF4-FFF2-40B4-BE49-F238E27FC236}">
                  <a16:creationId xmlns:a16="http://schemas.microsoft.com/office/drawing/2014/main" id="{4368D3D9-6999-42ED-9D07-6FB3AC5D9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013"/>
              <a:ext cx="37" cy="47"/>
            </a:xfrm>
            <a:custGeom>
              <a:avLst/>
              <a:gdLst>
                <a:gd name="T0" fmla="*/ 13 w 23"/>
                <a:gd name="T1" fmla="*/ 55 h 29"/>
                <a:gd name="T2" fmla="*/ 50 w 23"/>
                <a:gd name="T3" fmla="*/ 110 h 29"/>
                <a:gd name="T4" fmla="*/ 8 w 23"/>
                <a:gd name="T5" fmla="*/ 8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9">
                  <a:moveTo>
                    <a:pt x="3" y="13"/>
                  </a:moveTo>
                  <a:cubicBezTo>
                    <a:pt x="0" y="18"/>
                    <a:pt x="4" y="29"/>
                    <a:pt x="12" y="26"/>
                  </a:cubicBezTo>
                  <a:cubicBezTo>
                    <a:pt x="23" y="23"/>
                    <a:pt x="8" y="0"/>
                    <a:pt x="2" y="19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7" name="Freeform 266">
              <a:extLst>
                <a:ext uri="{FF2B5EF4-FFF2-40B4-BE49-F238E27FC236}">
                  <a16:creationId xmlns:a16="http://schemas.microsoft.com/office/drawing/2014/main" id="{C925A1AD-2D33-4D8D-8928-6A4C3BD5B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061"/>
              <a:ext cx="31" cy="39"/>
            </a:xfrm>
            <a:custGeom>
              <a:avLst/>
              <a:gdLst>
                <a:gd name="T0" fmla="*/ 34 w 19"/>
                <a:gd name="T1" fmla="*/ 60 h 24"/>
                <a:gd name="T2" fmla="*/ 26 w 19"/>
                <a:gd name="T3" fmla="*/ 54 h 24"/>
                <a:gd name="T4" fmla="*/ 75 w 19"/>
                <a:gd name="T5" fmla="*/ 55 h 24"/>
                <a:gd name="T6" fmla="*/ 21 w 19"/>
                <a:gd name="T7" fmla="*/ 7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8" y="14"/>
                  </a:moveTo>
                  <a:cubicBezTo>
                    <a:pt x="7" y="12"/>
                    <a:pt x="7" y="12"/>
                    <a:pt x="6" y="12"/>
                  </a:cubicBezTo>
                  <a:cubicBezTo>
                    <a:pt x="5" y="21"/>
                    <a:pt x="19" y="24"/>
                    <a:pt x="17" y="13"/>
                  </a:cubicBezTo>
                  <a:cubicBezTo>
                    <a:pt x="15" y="0"/>
                    <a:pt x="0" y="8"/>
                    <a:pt x="5" y="18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8" name="Freeform 267">
              <a:extLst>
                <a:ext uri="{FF2B5EF4-FFF2-40B4-BE49-F238E27FC236}">
                  <a16:creationId xmlns:a16="http://schemas.microsoft.com/office/drawing/2014/main" id="{C98363B3-2547-446C-AB12-8EC412DDA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031"/>
              <a:ext cx="40" cy="43"/>
            </a:xfrm>
            <a:custGeom>
              <a:avLst/>
              <a:gdLst>
                <a:gd name="T0" fmla="*/ 21 w 25"/>
                <a:gd name="T1" fmla="*/ 35 h 27"/>
                <a:gd name="T2" fmla="*/ 82 w 25"/>
                <a:gd name="T3" fmla="*/ 73 h 27"/>
                <a:gd name="T4" fmla="*/ 16 w 25"/>
                <a:gd name="T5" fmla="*/ 8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5" y="9"/>
                  </a:moveTo>
                  <a:cubicBezTo>
                    <a:pt x="5" y="16"/>
                    <a:pt x="16" y="27"/>
                    <a:pt x="20" y="18"/>
                  </a:cubicBezTo>
                  <a:cubicBezTo>
                    <a:pt x="25" y="6"/>
                    <a:pt x="0" y="0"/>
                    <a:pt x="4" y="20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9" name="Freeform 268">
              <a:extLst>
                <a:ext uri="{FF2B5EF4-FFF2-40B4-BE49-F238E27FC236}">
                  <a16:creationId xmlns:a16="http://schemas.microsoft.com/office/drawing/2014/main" id="{4E7E2CD5-DE31-4AEF-8FA6-7CD622FC0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74"/>
              <a:ext cx="27" cy="39"/>
            </a:xfrm>
            <a:custGeom>
              <a:avLst/>
              <a:gdLst>
                <a:gd name="T0" fmla="*/ 60 w 17"/>
                <a:gd name="T1" fmla="*/ 102 h 24"/>
                <a:gd name="T2" fmla="*/ 60 w 17"/>
                <a:gd name="T3" fmla="*/ 55 h 24"/>
                <a:gd name="T4" fmla="*/ 13 w 17"/>
                <a:gd name="T5" fmla="*/ 8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5" y="24"/>
                  </a:moveTo>
                  <a:cubicBezTo>
                    <a:pt x="14" y="24"/>
                    <a:pt x="17" y="16"/>
                    <a:pt x="15" y="13"/>
                  </a:cubicBezTo>
                  <a:cubicBezTo>
                    <a:pt x="10" y="0"/>
                    <a:pt x="0" y="8"/>
                    <a:pt x="3" y="19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0" name="Freeform 269">
              <a:extLst>
                <a:ext uri="{FF2B5EF4-FFF2-40B4-BE49-F238E27FC236}">
                  <a16:creationId xmlns:a16="http://schemas.microsoft.com/office/drawing/2014/main" id="{D8BE6A3A-058D-471E-9BC7-C4ABDBE02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187"/>
              <a:ext cx="42" cy="36"/>
            </a:xfrm>
            <a:custGeom>
              <a:avLst/>
              <a:gdLst>
                <a:gd name="T0" fmla="*/ 34 w 26"/>
                <a:gd name="T1" fmla="*/ 43 h 22"/>
                <a:gd name="T2" fmla="*/ 89 w 26"/>
                <a:gd name="T3" fmla="*/ 56 h 22"/>
                <a:gd name="T4" fmla="*/ 21 w 26"/>
                <a:gd name="T5" fmla="*/ 6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8" y="10"/>
                  </a:moveTo>
                  <a:cubicBezTo>
                    <a:pt x="9" y="16"/>
                    <a:pt x="18" y="22"/>
                    <a:pt x="21" y="13"/>
                  </a:cubicBezTo>
                  <a:cubicBezTo>
                    <a:pt x="26" y="0"/>
                    <a:pt x="0" y="0"/>
                    <a:pt x="5" y="15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1" name="Freeform 270">
              <a:extLst>
                <a:ext uri="{FF2B5EF4-FFF2-40B4-BE49-F238E27FC236}">
                  <a16:creationId xmlns:a16="http://schemas.microsoft.com/office/drawing/2014/main" id="{03083908-D194-4684-8266-0818B9F01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156"/>
              <a:ext cx="22" cy="25"/>
            </a:xfrm>
            <a:custGeom>
              <a:avLst/>
              <a:gdLst>
                <a:gd name="T0" fmla="*/ 20 w 14"/>
                <a:gd name="T1" fmla="*/ 50 h 15"/>
                <a:gd name="T2" fmla="*/ 47 w 14"/>
                <a:gd name="T3" fmla="*/ 37 h 15"/>
                <a:gd name="T4" fmla="*/ 8 w 14"/>
                <a:gd name="T5" fmla="*/ 5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5" y="11"/>
                  </a:moveTo>
                  <a:cubicBezTo>
                    <a:pt x="7" y="15"/>
                    <a:pt x="14" y="13"/>
                    <a:pt x="12" y="8"/>
                  </a:cubicBezTo>
                  <a:cubicBezTo>
                    <a:pt x="8" y="0"/>
                    <a:pt x="0" y="4"/>
                    <a:pt x="2" y="12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2" name="Freeform 271">
              <a:extLst>
                <a:ext uri="{FF2B5EF4-FFF2-40B4-BE49-F238E27FC236}">
                  <a16:creationId xmlns:a16="http://schemas.microsoft.com/office/drawing/2014/main" id="{6B94823B-133F-446B-BA07-2E54B7E7B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195"/>
              <a:ext cx="21" cy="70"/>
            </a:xfrm>
            <a:custGeom>
              <a:avLst/>
              <a:gdLst>
                <a:gd name="T0" fmla="*/ 0 w 13"/>
                <a:gd name="T1" fmla="*/ 125 h 43"/>
                <a:gd name="T2" fmla="*/ 8 w 13"/>
                <a:gd name="T3" fmla="*/ 8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29"/>
                  </a:moveTo>
                  <a:cubicBezTo>
                    <a:pt x="13" y="43"/>
                    <a:pt x="11" y="0"/>
                    <a:pt x="2" y="19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3" name="Freeform 272">
              <a:extLst>
                <a:ext uri="{FF2B5EF4-FFF2-40B4-BE49-F238E27FC236}">
                  <a16:creationId xmlns:a16="http://schemas.microsoft.com/office/drawing/2014/main" id="{1B2F46BF-6823-42F8-B28C-B7DBB175B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153"/>
              <a:ext cx="20" cy="24"/>
            </a:xfrm>
            <a:custGeom>
              <a:avLst/>
              <a:gdLst>
                <a:gd name="T0" fmla="*/ 0 w 12"/>
                <a:gd name="T1" fmla="*/ 42 h 15"/>
                <a:gd name="T2" fmla="*/ 37 w 12"/>
                <a:gd name="T3" fmla="*/ 61 h 15"/>
                <a:gd name="T4" fmla="*/ 8 w 12"/>
                <a:gd name="T5" fmla="*/ 54 h 15"/>
                <a:gd name="T6" fmla="*/ 20 w 12"/>
                <a:gd name="T7" fmla="*/ 4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0" y="10"/>
                  </a:moveTo>
                  <a:cubicBezTo>
                    <a:pt x="1" y="0"/>
                    <a:pt x="12" y="8"/>
                    <a:pt x="8" y="15"/>
                  </a:cubicBezTo>
                  <a:cubicBezTo>
                    <a:pt x="6" y="15"/>
                    <a:pt x="4" y="15"/>
                    <a:pt x="2" y="13"/>
                  </a:cubicBezTo>
                  <a:cubicBezTo>
                    <a:pt x="3" y="13"/>
                    <a:pt x="4" y="12"/>
                    <a:pt x="4" y="11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4" name="Freeform 273">
              <a:extLst>
                <a:ext uri="{FF2B5EF4-FFF2-40B4-BE49-F238E27FC236}">
                  <a16:creationId xmlns:a16="http://schemas.microsoft.com/office/drawing/2014/main" id="{C09A9D00-4475-4465-ABD8-9614BB4B9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126"/>
              <a:ext cx="8" cy="8"/>
            </a:xfrm>
            <a:custGeom>
              <a:avLst/>
              <a:gdLst>
                <a:gd name="T0" fmla="*/ 13 w 5"/>
                <a:gd name="T1" fmla="*/ 5 h 5"/>
                <a:gd name="T2" fmla="*/ 21 w 5"/>
                <a:gd name="T3" fmla="*/ 21 h 5"/>
                <a:gd name="T4" fmla="*/ 16 w 5"/>
                <a:gd name="T5" fmla="*/ 0 h 5"/>
                <a:gd name="T6" fmla="*/ 13 w 5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3" y="2"/>
                    <a:pt x="0" y="4"/>
                    <a:pt x="5" y="5"/>
                  </a:cubicBezTo>
                  <a:cubicBezTo>
                    <a:pt x="5" y="3"/>
                    <a:pt x="4" y="0"/>
                    <a:pt x="4" y="0"/>
                  </a:cubicBezTo>
                  <a:cubicBezTo>
                    <a:pt x="2" y="2"/>
                    <a:pt x="3" y="2"/>
                    <a:pt x="3" y="5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5" name="Freeform 274">
              <a:extLst>
                <a:ext uri="{FF2B5EF4-FFF2-40B4-BE49-F238E27FC236}">
                  <a16:creationId xmlns:a16="http://schemas.microsoft.com/office/drawing/2014/main" id="{26C96021-9B0B-41BE-976E-42251E26D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223"/>
              <a:ext cx="44" cy="46"/>
            </a:xfrm>
            <a:custGeom>
              <a:avLst/>
              <a:gdLst>
                <a:gd name="T0" fmla="*/ 5 w 27"/>
                <a:gd name="T1" fmla="*/ 25 h 29"/>
                <a:gd name="T2" fmla="*/ 26 w 27"/>
                <a:gd name="T3" fmla="*/ 0 h 29"/>
                <a:gd name="T4" fmla="*/ 13 w 27"/>
                <a:gd name="T5" fmla="*/ 2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9">
                  <a:moveTo>
                    <a:pt x="1" y="6"/>
                  </a:moveTo>
                  <a:cubicBezTo>
                    <a:pt x="0" y="29"/>
                    <a:pt x="27" y="6"/>
                    <a:pt x="6" y="0"/>
                  </a:cubicBezTo>
                  <a:cubicBezTo>
                    <a:pt x="3" y="1"/>
                    <a:pt x="3" y="3"/>
                    <a:pt x="3" y="6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6" name="Freeform 275">
              <a:extLst>
                <a:ext uri="{FF2B5EF4-FFF2-40B4-BE49-F238E27FC236}">
                  <a16:creationId xmlns:a16="http://schemas.microsoft.com/office/drawing/2014/main" id="{38408379-31E3-4C76-BFBB-D22DC5814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269"/>
              <a:ext cx="24" cy="29"/>
            </a:xfrm>
            <a:custGeom>
              <a:avLst/>
              <a:gdLst>
                <a:gd name="T0" fmla="*/ 8 w 15"/>
                <a:gd name="T1" fmla="*/ 42 h 18"/>
                <a:gd name="T2" fmla="*/ 46 w 15"/>
                <a:gd name="T3" fmla="*/ 60 h 18"/>
                <a:gd name="T4" fmla="*/ 13 w 15"/>
                <a:gd name="T5" fmla="*/ 1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2" y="10"/>
                  </a:moveTo>
                  <a:cubicBezTo>
                    <a:pt x="0" y="13"/>
                    <a:pt x="7" y="18"/>
                    <a:pt x="11" y="14"/>
                  </a:cubicBezTo>
                  <a:cubicBezTo>
                    <a:pt x="15" y="10"/>
                    <a:pt x="10" y="0"/>
                    <a:pt x="3" y="3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7" name="Freeform 276">
              <a:extLst>
                <a:ext uri="{FF2B5EF4-FFF2-40B4-BE49-F238E27FC236}">
                  <a16:creationId xmlns:a16="http://schemas.microsoft.com/office/drawing/2014/main" id="{23692AEE-EC66-4461-B6FB-CD6308B81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134"/>
              <a:ext cx="16" cy="14"/>
            </a:xfrm>
            <a:custGeom>
              <a:avLst/>
              <a:gdLst>
                <a:gd name="T0" fmla="*/ 16 w 10"/>
                <a:gd name="T1" fmla="*/ 12 h 9"/>
                <a:gd name="T2" fmla="*/ 42 w 10"/>
                <a:gd name="T3" fmla="*/ 30 h 9"/>
                <a:gd name="T4" fmla="*/ 0 w 10"/>
                <a:gd name="T5" fmla="*/ 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3"/>
                  </a:moveTo>
                  <a:cubicBezTo>
                    <a:pt x="3" y="6"/>
                    <a:pt x="5" y="9"/>
                    <a:pt x="10" y="8"/>
                  </a:cubicBezTo>
                  <a:cubicBezTo>
                    <a:pt x="10" y="3"/>
                    <a:pt x="5" y="0"/>
                    <a:pt x="0" y="4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8" name="Freeform 277">
              <a:extLst>
                <a:ext uri="{FF2B5EF4-FFF2-40B4-BE49-F238E27FC236}">
                  <a16:creationId xmlns:a16="http://schemas.microsoft.com/office/drawing/2014/main" id="{36E807EA-B888-4C14-A82D-E07D346FB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090"/>
              <a:ext cx="18" cy="16"/>
            </a:xfrm>
            <a:custGeom>
              <a:avLst/>
              <a:gdLst>
                <a:gd name="T0" fmla="*/ 13 w 11"/>
                <a:gd name="T1" fmla="*/ 0 h 10"/>
                <a:gd name="T2" fmla="*/ 43 w 11"/>
                <a:gd name="T3" fmla="*/ 42 h 10"/>
                <a:gd name="T4" fmla="*/ 21 w 11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3" y="0"/>
                  </a:moveTo>
                  <a:cubicBezTo>
                    <a:pt x="0" y="5"/>
                    <a:pt x="5" y="9"/>
                    <a:pt x="10" y="10"/>
                  </a:cubicBezTo>
                  <a:cubicBezTo>
                    <a:pt x="11" y="4"/>
                    <a:pt x="9" y="1"/>
                    <a:pt x="5" y="2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9" name="Freeform 278">
              <a:extLst>
                <a:ext uri="{FF2B5EF4-FFF2-40B4-BE49-F238E27FC236}">
                  <a16:creationId xmlns:a16="http://schemas.microsoft.com/office/drawing/2014/main" id="{21E64FB4-786F-4626-A297-C7A31E00B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021"/>
              <a:ext cx="21" cy="22"/>
            </a:xfrm>
            <a:custGeom>
              <a:avLst/>
              <a:gdLst>
                <a:gd name="T0" fmla="*/ 0 w 13"/>
                <a:gd name="T1" fmla="*/ 13 h 14"/>
                <a:gd name="T2" fmla="*/ 5 w 13"/>
                <a:gd name="T3" fmla="*/ 0 h 14"/>
                <a:gd name="T4" fmla="*/ 8 w 13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3"/>
                  </a:moveTo>
                  <a:cubicBezTo>
                    <a:pt x="0" y="14"/>
                    <a:pt x="13" y="0"/>
                    <a:pt x="1" y="0"/>
                  </a:cubicBez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0" name="Freeform 279">
              <a:extLst>
                <a:ext uri="{FF2B5EF4-FFF2-40B4-BE49-F238E27FC236}">
                  <a16:creationId xmlns:a16="http://schemas.microsoft.com/office/drawing/2014/main" id="{AE3D9755-9A3C-4EA0-BC19-418556BFE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064"/>
              <a:ext cx="15" cy="21"/>
            </a:xfrm>
            <a:custGeom>
              <a:avLst/>
              <a:gdLst>
                <a:gd name="T0" fmla="*/ 13 w 9"/>
                <a:gd name="T1" fmla="*/ 26 h 13"/>
                <a:gd name="T2" fmla="*/ 0 w 9"/>
                <a:gd name="T3" fmla="*/ 39 h 13"/>
                <a:gd name="T4" fmla="*/ 28 w 9"/>
                <a:gd name="T5" fmla="*/ 55 h 13"/>
                <a:gd name="T6" fmla="*/ 0 w 9"/>
                <a:gd name="T7" fmla="*/ 2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3" y="6"/>
                  </a:moveTo>
                  <a:cubicBezTo>
                    <a:pt x="2" y="7"/>
                    <a:pt x="1" y="7"/>
                    <a:pt x="0" y="9"/>
                  </a:cubicBezTo>
                  <a:cubicBezTo>
                    <a:pt x="2" y="11"/>
                    <a:pt x="2" y="12"/>
                    <a:pt x="6" y="13"/>
                  </a:cubicBezTo>
                  <a:cubicBezTo>
                    <a:pt x="9" y="7"/>
                    <a:pt x="5" y="0"/>
                    <a:pt x="0" y="7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1" name="Freeform 280">
              <a:extLst>
                <a:ext uri="{FF2B5EF4-FFF2-40B4-BE49-F238E27FC236}">
                  <a16:creationId xmlns:a16="http://schemas.microsoft.com/office/drawing/2014/main" id="{CACF245B-DE44-4062-BE75-7929E9F4A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27"/>
              <a:ext cx="10" cy="12"/>
            </a:xfrm>
            <a:custGeom>
              <a:avLst/>
              <a:gdLst>
                <a:gd name="T0" fmla="*/ 8 w 6"/>
                <a:gd name="T1" fmla="*/ 26 h 7"/>
                <a:gd name="T2" fmla="*/ 22 w 6"/>
                <a:gd name="T3" fmla="*/ 0 h 7"/>
                <a:gd name="T4" fmla="*/ 5 w 6"/>
                <a:gd name="T5" fmla="*/ 0 h 7"/>
                <a:gd name="T6" fmla="*/ 0 w 6"/>
                <a:gd name="T7" fmla="*/ 3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2" y="5"/>
                  </a:moveTo>
                  <a:cubicBezTo>
                    <a:pt x="4" y="4"/>
                    <a:pt x="6" y="5"/>
                    <a:pt x="5" y="0"/>
                  </a:cubicBezTo>
                  <a:cubicBezTo>
                    <a:pt x="3" y="0"/>
                    <a:pt x="2" y="1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2" name="Freeform 281">
              <a:extLst>
                <a:ext uri="{FF2B5EF4-FFF2-40B4-BE49-F238E27FC236}">
                  <a16:creationId xmlns:a16="http://schemas.microsoft.com/office/drawing/2014/main" id="{9175B001-FA5C-419C-A9D5-69BCE1A07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116"/>
              <a:ext cx="7" cy="8"/>
            </a:xfrm>
            <a:custGeom>
              <a:avLst/>
              <a:gdLst>
                <a:gd name="T0" fmla="*/ 7 w 4"/>
                <a:gd name="T1" fmla="*/ 0 h 5"/>
                <a:gd name="T2" fmla="*/ 0 w 4"/>
                <a:gd name="T3" fmla="*/ 13 h 5"/>
                <a:gd name="T4" fmla="*/ 21 w 4"/>
                <a:gd name="T5" fmla="*/ 21 h 5"/>
                <a:gd name="T6" fmla="*/ 21 w 4"/>
                <a:gd name="T7" fmla="*/ 8 h 5"/>
                <a:gd name="T8" fmla="*/ 0 w 4"/>
                <a:gd name="T9" fmla="*/ 1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5"/>
                    <a:pt x="4" y="5"/>
                  </a:cubicBezTo>
                  <a:cubicBezTo>
                    <a:pt x="4" y="5"/>
                    <a:pt x="4" y="2"/>
                    <a:pt x="4" y="2"/>
                  </a:cubicBezTo>
                  <a:cubicBezTo>
                    <a:pt x="2" y="1"/>
                    <a:pt x="0" y="3"/>
                    <a:pt x="0" y="3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3" name="Freeform 282">
              <a:extLst>
                <a:ext uri="{FF2B5EF4-FFF2-40B4-BE49-F238E27FC236}">
                  <a16:creationId xmlns:a16="http://schemas.microsoft.com/office/drawing/2014/main" id="{784388C3-4BE1-4FED-BCC4-F92122BED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27"/>
              <a:ext cx="29" cy="31"/>
            </a:xfrm>
            <a:custGeom>
              <a:avLst/>
              <a:gdLst>
                <a:gd name="T0" fmla="*/ 29 w 18"/>
                <a:gd name="T1" fmla="*/ 64 h 19"/>
                <a:gd name="T2" fmla="*/ 5 w 18"/>
                <a:gd name="T3" fmla="*/ 8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">
                  <a:moveTo>
                    <a:pt x="7" y="15"/>
                  </a:moveTo>
                  <a:cubicBezTo>
                    <a:pt x="18" y="13"/>
                    <a:pt x="0" y="0"/>
                    <a:pt x="1" y="19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4" name="Freeform 283">
              <a:extLst>
                <a:ext uri="{FF2B5EF4-FFF2-40B4-BE49-F238E27FC236}">
                  <a16:creationId xmlns:a16="http://schemas.microsoft.com/office/drawing/2014/main" id="{2853BE2C-6C85-4CB4-8DD8-0998C3E9B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181"/>
              <a:ext cx="8" cy="13"/>
            </a:xfrm>
            <a:custGeom>
              <a:avLst/>
              <a:gdLst>
                <a:gd name="T0" fmla="*/ 5 w 5"/>
                <a:gd name="T1" fmla="*/ 34 h 8"/>
                <a:gd name="T2" fmla="*/ 21 w 5"/>
                <a:gd name="T3" fmla="*/ 5 h 8"/>
                <a:gd name="T4" fmla="*/ 0 w 5"/>
                <a:gd name="T5" fmla="*/ 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1" y="8"/>
                    <a:pt x="4" y="4"/>
                    <a:pt x="5" y="1"/>
                  </a:cubicBezTo>
                  <a:cubicBezTo>
                    <a:pt x="3" y="0"/>
                    <a:pt x="2" y="1"/>
                    <a:pt x="0" y="3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5" name="Freeform 284">
              <a:extLst>
                <a:ext uri="{FF2B5EF4-FFF2-40B4-BE49-F238E27FC236}">
                  <a16:creationId xmlns:a16="http://schemas.microsoft.com/office/drawing/2014/main" id="{897406B8-FBC9-4C66-832E-CEDCFA27D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234"/>
              <a:ext cx="6" cy="5"/>
            </a:xfrm>
            <a:custGeom>
              <a:avLst/>
              <a:gdLst>
                <a:gd name="T0" fmla="*/ 0 w 4"/>
                <a:gd name="T1" fmla="*/ 8 h 3"/>
                <a:gd name="T2" fmla="*/ 1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6" name="Freeform 285">
              <a:extLst>
                <a:ext uri="{FF2B5EF4-FFF2-40B4-BE49-F238E27FC236}">
                  <a16:creationId xmlns:a16="http://schemas.microsoft.com/office/drawing/2014/main" id="{0B405C51-ABCA-46CF-B697-D51E8C508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269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7" name="Freeform 286">
              <a:extLst>
                <a:ext uri="{FF2B5EF4-FFF2-40B4-BE49-F238E27FC236}">
                  <a16:creationId xmlns:a16="http://schemas.microsoft.com/office/drawing/2014/main" id="{0786466A-D750-4953-BC6C-FB104248C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045"/>
              <a:ext cx="29" cy="27"/>
            </a:xfrm>
            <a:custGeom>
              <a:avLst/>
              <a:gdLst>
                <a:gd name="T0" fmla="*/ 21 w 18"/>
                <a:gd name="T1" fmla="*/ 40 h 17"/>
                <a:gd name="T2" fmla="*/ 63 w 18"/>
                <a:gd name="T3" fmla="*/ 33 h 17"/>
                <a:gd name="T4" fmla="*/ 34 w 18"/>
                <a:gd name="T5" fmla="*/ 6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5" y="10"/>
                  </a:moveTo>
                  <a:cubicBezTo>
                    <a:pt x="7" y="14"/>
                    <a:pt x="18" y="16"/>
                    <a:pt x="15" y="8"/>
                  </a:cubicBezTo>
                  <a:cubicBezTo>
                    <a:pt x="13" y="0"/>
                    <a:pt x="0" y="10"/>
                    <a:pt x="8" y="17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8" name="Freeform 287">
              <a:extLst>
                <a:ext uri="{FF2B5EF4-FFF2-40B4-BE49-F238E27FC236}">
                  <a16:creationId xmlns:a16="http://schemas.microsoft.com/office/drawing/2014/main" id="{B41133DD-4AF7-46BA-BFE2-BB7FB3AF3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097"/>
              <a:ext cx="28" cy="35"/>
            </a:xfrm>
            <a:custGeom>
              <a:avLst/>
              <a:gdLst>
                <a:gd name="T0" fmla="*/ 21 w 17"/>
                <a:gd name="T1" fmla="*/ 64 h 22"/>
                <a:gd name="T2" fmla="*/ 71 w 17"/>
                <a:gd name="T3" fmla="*/ 40 h 22"/>
                <a:gd name="T4" fmla="*/ 0 w 17"/>
                <a:gd name="T5" fmla="*/ 3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5" y="16"/>
                  </a:moveTo>
                  <a:cubicBezTo>
                    <a:pt x="11" y="22"/>
                    <a:pt x="17" y="18"/>
                    <a:pt x="16" y="10"/>
                  </a:cubicBezTo>
                  <a:cubicBezTo>
                    <a:pt x="15" y="1"/>
                    <a:pt x="3" y="0"/>
                    <a:pt x="0" y="8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9" name="Freeform 288">
              <a:extLst>
                <a:ext uri="{FF2B5EF4-FFF2-40B4-BE49-F238E27FC236}">
                  <a16:creationId xmlns:a16="http://schemas.microsoft.com/office/drawing/2014/main" id="{104A491D-4B5E-4E60-8D21-502F8EA1A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069"/>
              <a:ext cx="15" cy="16"/>
            </a:xfrm>
            <a:custGeom>
              <a:avLst/>
              <a:gdLst>
                <a:gd name="T0" fmla="*/ 13 w 9"/>
                <a:gd name="T1" fmla="*/ 16 h 10"/>
                <a:gd name="T2" fmla="*/ 0 w 9"/>
                <a:gd name="T3" fmla="*/ 16 h 10"/>
                <a:gd name="T4" fmla="*/ 22 w 9"/>
                <a:gd name="T5" fmla="*/ 42 h 10"/>
                <a:gd name="T6" fmla="*/ 13 w 9"/>
                <a:gd name="T7" fmla="*/ 0 h 10"/>
                <a:gd name="T8" fmla="*/ 0 w 9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3" y="4"/>
                  </a:moveTo>
                  <a:cubicBezTo>
                    <a:pt x="1" y="4"/>
                    <a:pt x="1" y="1"/>
                    <a:pt x="0" y="4"/>
                  </a:cubicBezTo>
                  <a:cubicBezTo>
                    <a:pt x="2" y="8"/>
                    <a:pt x="2" y="8"/>
                    <a:pt x="5" y="10"/>
                  </a:cubicBezTo>
                  <a:cubicBezTo>
                    <a:pt x="9" y="6"/>
                    <a:pt x="8" y="1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0" name="Freeform 289">
              <a:extLst>
                <a:ext uri="{FF2B5EF4-FFF2-40B4-BE49-F238E27FC236}">
                  <a16:creationId xmlns:a16="http://schemas.microsoft.com/office/drawing/2014/main" id="{4537490C-EBA7-4DBD-B9F3-70C9A50CC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152"/>
              <a:ext cx="32" cy="27"/>
            </a:xfrm>
            <a:custGeom>
              <a:avLst/>
              <a:gdLst>
                <a:gd name="T0" fmla="*/ 26 w 20"/>
                <a:gd name="T1" fmla="*/ 68 h 17"/>
                <a:gd name="T2" fmla="*/ 13 w 20"/>
                <a:gd name="T3" fmla="*/ 6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6" y="17"/>
                  </a:moveTo>
                  <a:cubicBezTo>
                    <a:pt x="20" y="12"/>
                    <a:pt x="0" y="0"/>
                    <a:pt x="3" y="15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1" name="Freeform 290">
              <a:extLst>
                <a:ext uri="{FF2B5EF4-FFF2-40B4-BE49-F238E27FC236}">
                  <a16:creationId xmlns:a16="http://schemas.microsoft.com/office/drawing/2014/main" id="{D228FEF4-47D1-4354-98E5-34E5018EC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218"/>
              <a:ext cx="34" cy="40"/>
            </a:xfrm>
            <a:custGeom>
              <a:avLst/>
              <a:gdLst>
                <a:gd name="T0" fmla="*/ 26 w 21"/>
                <a:gd name="T1" fmla="*/ 102 h 25"/>
                <a:gd name="T2" fmla="*/ 68 w 21"/>
                <a:gd name="T3" fmla="*/ 46 h 25"/>
                <a:gd name="T4" fmla="*/ 16 w 21"/>
                <a:gd name="T5" fmla="*/ 9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6" y="25"/>
                  </a:moveTo>
                  <a:cubicBezTo>
                    <a:pt x="13" y="25"/>
                    <a:pt x="21" y="17"/>
                    <a:pt x="16" y="11"/>
                  </a:cubicBezTo>
                  <a:cubicBezTo>
                    <a:pt x="9" y="0"/>
                    <a:pt x="0" y="13"/>
                    <a:pt x="4" y="22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2" name="Freeform 291">
              <a:extLst>
                <a:ext uri="{FF2B5EF4-FFF2-40B4-BE49-F238E27FC236}">
                  <a16:creationId xmlns:a16="http://schemas.microsoft.com/office/drawing/2014/main" id="{AD58F00C-E893-4F5D-904A-270C1FF8C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134"/>
              <a:ext cx="26" cy="39"/>
            </a:xfrm>
            <a:custGeom>
              <a:avLst/>
              <a:gdLst>
                <a:gd name="T0" fmla="*/ 8 w 16"/>
                <a:gd name="T1" fmla="*/ 76 h 24"/>
                <a:gd name="T2" fmla="*/ 34 w 16"/>
                <a:gd name="T3" fmla="*/ 102 h 24"/>
                <a:gd name="T4" fmla="*/ 0 w 16"/>
                <a:gd name="T5" fmla="*/ 7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2" y="18"/>
                  </a:moveTo>
                  <a:cubicBezTo>
                    <a:pt x="4" y="21"/>
                    <a:pt x="6" y="23"/>
                    <a:pt x="8" y="24"/>
                  </a:cubicBezTo>
                  <a:cubicBezTo>
                    <a:pt x="16" y="14"/>
                    <a:pt x="3" y="0"/>
                    <a:pt x="0" y="17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3" name="Freeform 292">
              <a:extLst>
                <a:ext uri="{FF2B5EF4-FFF2-40B4-BE49-F238E27FC236}">
                  <a16:creationId xmlns:a16="http://schemas.microsoft.com/office/drawing/2014/main" id="{E597AB9F-E80C-4054-B997-17545C9E9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116"/>
              <a:ext cx="12" cy="11"/>
            </a:xfrm>
            <a:custGeom>
              <a:avLst/>
              <a:gdLst>
                <a:gd name="T0" fmla="*/ 15 w 7"/>
                <a:gd name="T1" fmla="*/ 14 h 7"/>
                <a:gd name="T2" fmla="*/ 26 w 7"/>
                <a:gd name="T3" fmla="*/ 22 h 7"/>
                <a:gd name="T4" fmla="*/ 15 w 7"/>
                <a:gd name="T5" fmla="*/ 0 h 7"/>
                <a:gd name="T6" fmla="*/ 0 w 7"/>
                <a:gd name="T7" fmla="*/ 2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3" y="4"/>
                  </a:moveTo>
                  <a:cubicBezTo>
                    <a:pt x="5" y="5"/>
                    <a:pt x="2" y="7"/>
                    <a:pt x="5" y="6"/>
                  </a:cubicBezTo>
                  <a:cubicBezTo>
                    <a:pt x="6" y="2"/>
                    <a:pt x="7" y="2"/>
                    <a:pt x="3" y="0"/>
                  </a:cubicBezTo>
                  <a:cubicBezTo>
                    <a:pt x="2" y="1"/>
                    <a:pt x="1" y="3"/>
                    <a:pt x="0" y="5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4" name="Freeform 293">
              <a:extLst>
                <a:ext uri="{FF2B5EF4-FFF2-40B4-BE49-F238E27FC236}">
                  <a16:creationId xmlns:a16="http://schemas.microsoft.com/office/drawing/2014/main" id="{17BE4481-1248-461C-B7AE-02E1D31E9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176"/>
              <a:ext cx="37" cy="40"/>
            </a:xfrm>
            <a:custGeom>
              <a:avLst/>
              <a:gdLst>
                <a:gd name="T0" fmla="*/ 21 w 23"/>
                <a:gd name="T1" fmla="*/ 102 h 25"/>
                <a:gd name="T2" fmla="*/ 8 w 23"/>
                <a:gd name="T3" fmla="*/ 7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5">
                  <a:moveTo>
                    <a:pt x="5" y="25"/>
                  </a:moveTo>
                  <a:cubicBezTo>
                    <a:pt x="23" y="22"/>
                    <a:pt x="0" y="0"/>
                    <a:pt x="2" y="19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5" name="Freeform 294">
              <a:extLst>
                <a:ext uri="{FF2B5EF4-FFF2-40B4-BE49-F238E27FC236}">
                  <a16:creationId xmlns:a16="http://schemas.microsoft.com/office/drawing/2014/main" id="{43C254C7-0B8E-499D-822B-C1C78276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64"/>
              <a:ext cx="33" cy="38"/>
            </a:xfrm>
            <a:custGeom>
              <a:avLst/>
              <a:gdLst>
                <a:gd name="T0" fmla="*/ 35 w 20"/>
                <a:gd name="T1" fmla="*/ 76 h 23"/>
                <a:gd name="T2" fmla="*/ 68 w 20"/>
                <a:gd name="T3" fmla="*/ 46 h 23"/>
                <a:gd name="T4" fmla="*/ 8 w 20"/>
                <a:gd name="T5" fmla="*/ 1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8" y="17"/>
                  </a:moveTo>
                  <a:cubicBezTo>
                    <a:pt x="13" y="20"/>
                    <a:pt x="20" y="16"/>
                    <a:pt x="15" y="10"/>
                  </a:cubicBezTo>
                  <a:cubicBezTo>
                    <a:pt x="6" y="0"/>
                    <a:pt x="0" y="17"/>
                    <a:pt x="2" y="23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6" name="Freeform 295">
              <a:extLst>
                <a:ext uri="{FF2B5EF4-FFF2-40B4-BE49-F238E27FC236}">
                  <a16:creationId xmlns:a16="http://schemas.microsoft.com/office/drawing/2014/main" id="{9CB6BF56-3597-4D39-9AA9-0ACACDAEC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024"/>
              <a:ext cx="33" cy="26"/>
            </a:xfrm>
            <a:custGeom>
              <a:avLst/>
              <a:gdLst>
                <a:gd name="T0" fmla="*/ 47 w 21"/>
                <a:gd name="T1" fmla="*/ 42 h 16"/>
                <a:gd name="T2" fmla="*/ 61 w 21"/>
                <a:gd name="T3" fmla="*/ 47 h 16"/>
                <a:gd name="T4" fmla="*/ 42 w 21"/>
                <a:gd name="T5" fmla="*/ 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12" y="10"/>
                  </a:moveTo>
                  <a:cubicBezTo>
                    <a:pt x="11" y="10"/>
                    <a:pt x="15" y="11"/>
                    <a:pt x="16" y="11"/>
                  </a:cubicBezTo>
                  <a:cubicBezTo>
                    <a:pt x="21" y="0"/>
                    <a:pt x="0" y="7"/>
                    <a:pt x="11" y="16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7" name="Freeform 296">
              <a:extLst>
                <a:ext uri="{FF2B5EF4-FFF2-40B4-BE49-F238E27FC236}">
                  <a16:creationId xmlns:a16="http://schemas.microsoft.com/office/drawing/2014/main" id="{C3928883-E71B-434E-BFC0-41C4ED310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024"/>
              <a:ext cx="23" cy="15"/>
            </a:xfrm>
            <a:custGeom>
              <a:avLst/>
              <a:gdLst>
                <a:gd name="T0" fmla="*/ 35 w 14"/>
                <a:gd name="T1" fmla="*/ 42 h 9"/>
                <a:gd name="T2" fmla="*/ 0 w 14"/>
                <a:gd name="T3" fmla="*/ 3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8" y="9"/>
                  </a:moveTo>
                  <a:cubicBezTo>
                    <a:pt x="14" y="2"/>
                    <a:pt x="3" y="0"/>
                    <a:pt x="0" y="7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8" name="Freeform 297">
              <a:extLst>
                <a:ext uri="{FF2B5EF4-FFF2-40B4-BE49-F238E27FC236}">
                  <a16:creationId xmlns:a16="http://schemas.microsoft.com/office/drawing/2014/main" id="{6841674D-B495-4F3E-93E5-485976FC5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145"/>
              <a:ext cx="11" cy="16"/>
            </a:xfrm>
            <a:custGeom>
              <a:avLst/>
              <a:gdLst>
                <a:gd name="T0" fmla="*/ 8 w 7"/>
                <a:gd name="T1" fmla="*/ 42 h 10"/>
                <a:gd name="T2" fmla="*/ 22 w 7"/>
                <a:gd name="T3" fmla="*/ 34 h 10"/>
                <a:gd name="T4" fmla="*/ 5 w 7"/>
                <a:gd name="T5" fmla="*/ 5 h 10"/>
                <a:gd name="T6" fmla="*/ 0 w 7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2" y="10"/>
                  </a:moveTo>
                  <a:cubicBezTo>
                    <a:pt x="3" y="9"/>
                    <a:pt x="2" y="7"/>
                    <a:pt x="6" y="8"/>
                  </a:cubicBezTo>
                  <a:cubicBezTo>
                    <a:pt x="7" y="3"/>
                    <a:pt x="5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9" name="Freeform 298">
              <a:extLst>
                <a:ext uri="{FF2B5EF4-FFF2-40B4-BE49-F238E27FC236}">
                  <a16:creationId xmlns:a16="http://schemas.microsoft.com/office/drawing/2014/main" id="{F1264108-CF0C-4A1C-A5BF-BC2650B01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124"/>
              <a:ext cx="9" cy="13"/>
            </a:xfrm>
            <a:custGeom>
              <a:avLst/>
              <a:gdLst>
                <a:gd name="T0" fmla="*/ 0 w 6"/>
                <a:gd name="T1" fmla="*/ 34 h 8"/>
                <a:gd name="T2" fmla="*/ 18 w 6"/>
                <a:gd name="T3" fmla="*/ 34 h 8"/>
                <a:gd name="T4" fmla="*/ 8 w 6"/>
                <a:gd name="T5" fmla="*/ 0 h 8"/>
                <a:gd name="T6" fmla="*/ 0 w 6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2" y="8"/>
                    <a:pt x="3" y="6"/>
                    <a:pt x="5" y="8"/>
                  </a:cubicBezTo>
                  <a:cubicBezTo>
                    <a:pt x="6" y="3"/>
                    <a:pt x="5" y="3"/>
                    <a:pt x="2" y="0"/>
                  </a:cubicBezTo>
                  <a:cubicBezTo>
                    <a:pt x="0" y="2"/>
                    <a:pt x="0" y="5"/>
                    <a:pt x="0" y="8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0" name="Freeform 299">
              <a:extLst>
                <a:ext uri="{FF2B5EF4-FFF2-40B4-BE49-F238E27FC236}">
                  <a16:creationId xmlns:a16="http://schemas.microsoft.com/office/drawing/2014/main" id="{2C22B7E9-08A9-4B47-B8B8-E78100C37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179"/>
              <a:ext cx="18" cy="16"/>
            </a:xfrm>
            <a:custGeom>
              <a:avLst/>
              <a:gdLst>
                <a:gd name="T0" fmla="*/ 26 w 11"/>
                <a:gd name="T1" fmla="*/ 29 h 10"/>
                <a:gd name="T2" fmla="*/ 41 w 11"/>
                <a:gd name="T3" fmla="*/ 42 h 10"/>
                <a:gd name="T4" fmla="*/ 13 w 11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7"/>
                  </a:moveTo>
                  <a:cubicBezTo>
                    <a:pt x="7" y="9"/>
                    <a:pt x="7" y="10"/>
                    <a:pt x="9" y="10"/>
                  </a:cubicBezTo>
                  <a:cubicBezTo>
                    <a:pt x="11" y="1"/>
                    <a:pt x="0" y="0"/>
                    <a:pt x="3" y="10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1" name="Freeform 300">
              <a:extLst>
                <a:ext uri="{FF2B5EF4-FFF2-40B4-BE49-F238E27FC236}">
                  <a16:creationId xmlns:a16="http://schemas.microsoft.com/office/drawing/2014/main" id="{145043FB-40CB-410C-B9A1-BCD23CF83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234"/>
              <a:ext cx="20" cy="26"/>
            </a:xfrm>
            <a:custGeom>
              <a:avLst/>
              <a:gdLst>
                <a:gd name="T0" fmla="*/ 37 w 12"/>
                <a:gd name="T1" fmla="*/ 68 h 16"/>
                <a:gd name="T2" fmla="*/ 13 w 12"/>
                <a:gd name="T3" fmla="*/ 6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8" y="16"/>
                  </a:moveTo>
                  <a:cubicBezTo>
                    <a:pt x="12" y="5"/>
                    <a:pt x="0" y="0"/>
                    <a:pt x="3" y="15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2" name="Freeform 301">
              <a:extLst>
                <a:ext uri="{FF2B5EF4-FFF2-40B4-BE49-F238E27FC236}">
                  <a16:creationId xmlns:a16="http://schemas.microsoft.com/office/drawing/2014/main" id="{0F8D36CC-8D3F-426A-86F9-E1B17E205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256"/>
              <a:ext cx="28" cy="39"/>
            </a:xfrm>
            <a:custGeom>
              <a:avLst/>
              <a:gdLst>
                <a:gd name="T0" fmla="*/ 35 w 17"/>
                <a:gd name="T1" fmla="*/ 81 h 24"/>
                <a:gd name="T2" fmla="*/ 33 w 17"/>
                <a:gd name="T3" fmla="*/ 89 h 24"/>
                <a:gd name="T4" fmla="*/ 58 w 17"/>
                <a:gd name="T5" fmla="*/ 42 h 24"/>
                <a:gd name="T6" fmla="*/ 21 w 17"/>
                <a:gd name="T7" fmla="*/ 9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8" y="19"/>
                  </a:moveTo>
                  <a:cubicBezTo>
                    <a:pt x="8" y="20"/>
                    <a:pt x="6" y="19"/>
                    <a:pt x="7" y="21"/>
                  </a:cubicBezTo>
                  <a:cubicBezTo>
                    <a:pt x="13" y="24"/>
                    <a:pt x="17" y="16"/>
                    <a:pt x="13" y="10"/>
                  </a:cubicBezTo>
                  <a:cubicBezTo>
                    <a:pt x="7" y="0"/>
                    <a:pt x="0" y="15"/>
                    <a:pt x="5" y="22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3" name="Freeform 302">
              <a:extLst>
                <a:ext uri="{FF2B5EF4-FFF2-40B4-BE49-F238E27FC236}">
                  <a16:creationId xmlns:a16="http://schemas.microsoft.com/office/drawing/2014/main" id="{AF76A07E-2495-4DB9-B028-6EE322DF6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197"/>
              <a:ext cx="39" cy="37"/>
            </a:xfrm>
            <a:custGeom>
              <a:avLst/>
              <a:gdLst>
                <a:gd name="T0" fmla="*/ 34 w 24"/>
                <a:gd name="T1" fmla="*/ 50 h 23"/>
                <a:gd name="T2" fmla="*/ 63 w 24"/>
                <a:gd name="T3" fmla="*/ 76 h 23"/>
                <a:gd name="T4" fmla="*/ 39 w 24"/>
                <a:gd name="T5" fmla="*/ 6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8" y="12"/>
                  </a:moveTo>
                  <a:cubicBezTo>
                    <a:pt x="7" y="16"/>
                    <a:pt x="11" y="23"/>
                    <a:pt x="15" y="18"/>
                  </a:cubicBezTo>
                  <a:cubicBezTo>
                    <a:pt x="24" y="8"/>
                    <a:pt x="0" y="0"/>
                    <a:pt x="9" y="15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4" name="Freeform 303">
              <a:extLst>
                <a:ext uri="{FF2B5EF4-FFF2-40B4-BE49-F238E27FC236}">
                  <a16:creationId xmlns:a16="http://schemas.microsoft.com/office/drawing/2014/main" id="{FD7022F8-8C73-4772-BCF9-601309876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235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5" name="Freeform 304">
              <a:extLst>
                <a:ext uri="{FF2B5EF4-FFF2-40B4-BE49-F238E27FC236}">
                  <a16:creationId xmlns:a16="http://schemas.microsoft.com/office/drawing/2014/main" id="{7AEA7432-CE08-406F-B2F8-F2127077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079"/>
              <a:ext cx="32" cy="32"/>
            </a:xfrm>
            <a:custGeom>
              <a:avLst/>
              <a:gdLst>
                <a:gd name="T0" fmla="*/ 35 w 20"/>
                <a:gd name="T1" fmla="*/ 77 h 20"/>
                <a:gd name="T2" fmla="*/ 46 w 20"/>
                <a:gd name="T3" fmla="*/ 82 h 20"/>
                <a:gd name="T4" fmla="*/ 16 w 20"/>
                <a:gd name="T5" fmla="*/ 6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0">
                  <a:moveTo>
                    <a:pt x="9" y="19"/>
                  </a:moveTo>
                  <a:cubicBezTo>
                    <a:pt x="6" y="17"/>
                    <a:pt x="10" y="20"/>
                    <a:pt x="11" y="20"/>
                  </a:cubicBezTo>
                  <a:cubicBezTo>
                    <a:pt x="20" y="10"/>
                    <a:pt x="0" y="0"/>
                    <a:pt x="4" y="16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6" name="Freeform 305">
              <a:extLst>
                <a:ext uri="{FF2B5EF4-FFF2-40B4-BE49-F238E27FC236}">
                  <a16:creationId xmlns:a16="http://schemas.microsoft.com/office/drawing/2014/main" id="{C480B9C5-CAF5-49C2-8D0F-A6CEFDB19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123"/>
              <a:ext cx="30" cy="20"/>
            </a:xfrm>
            <a:custGeom>
              <a:avLst/>
              <a:gdLst>
                <a:gd name="T0" fmla="*/ 39 w 19"/>
                <a:gd name="T1" fmla="*/ 26 h 13"/>
                <a:gd name="T2" fmla="*/ 62 w 19"/>
                <a:gd name="T3" fmla="*/ 43 h 13"/>
                <a:gd name="T4" fmla="*/ 39 w 19"/>
                <a:gd name="T5" fmla="*/ 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10" y="7"/>
                  </a:moveTo>
                  <a:cubicBezTo>
                    <a:pt x="8" y="10"/>
                    <a:pt x="11" y="13"/>
                    <a:pt x="16" y="12"/>
                  </a:cubicBezTo>
                  <a:cubicBezTo>
                    <a:pt x="19" y="0"/>
                    <a:pt x="0" y="2"/>
                    <a:pt x="10" y="13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7" name="Freeform 306">
              <a:extLst>
                <a:ext uri="{FF2B5EF4-FFF2-40B4-BE49-F238E27FC236}">
                  <a16:creationId xmlns:a16="http://schemas.microsoft.com/office/drawing/2014/main" id="{DEC1122F-DEE0-48C8-A3EE-7664EBF7D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047"/>
              <a:ext cx="24" cy="30"/>
            </a:xfrm>
            <a:custGeom>
              <a:avLst/>
              <a:gdLst>
                <a:gd name="T0" fmla="*/ 0 w 15"/>
                <a:gd name="T1" fmla="*/ 62 h 19"/>
                <a:gd name="T2" fmla="*/ 26 w 15"/>
                <a:gd name="T3" fmla="*/ 0 h 19"/>
                <a:gd name="T4" fmla="*/ 26 w 15"/>
                <a:gd name="T5" fmla="*/ 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0" y="16"/>
                  </a:moveTo>
                  <a:cubicBezTo>
                    <a:pt x="12" y="19"/>
                    <a:pt x="15" y="3"/>
                    <a:pt x="6" y="0"/>
                  </a:cubicBezTo>
                  <a:cubicBezTo>
                    <a:pt x="3" y="5"/>
                    <a:pt x="2" y="14"/>
                    <a:pt x="6" y="1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8" name="Freeform 307">
              <a:extLst>
                <a:ext uri="{FF2B5EF4-FFF2-40B4-BE49-F238E27FC236}">
                  <a16:creationId xmlns:a16="http://schemas.microsoft.com/office/drawing/2014/main" id="{6B8E7960-18D6-414D-BF89-73DDEE81B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061"/>
              <a:ext cx="23" cy="29"/>
            </a:xfrm>
            <a:custGeom>
              <a:avLst/>
              <a:gdLst>
                <a:gd name="T0" fmla="*/ 33 w 14"/>
                <a:gd name="T1" fmla="*/ 42 h 18"/>
                <a:gd name="T2" fmla="*/ 21 w 14"/>
                <a:gd name="T3" fmla="*/ 55 h 18"/>
                <a:gd name="T4" fmla="*/ 62 w 14"/>
                <a:gd name="T5" fmla="*/ 63 h 18"/>
                <a:gd name="T6" fmla="*/ 5 w 14"/>
                <a:gd name="T7" fmla="*/ 7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7" y="10"/>
                  </a:moveTo>
                  <a:cubicBezTo>
                    <a:pt x="7" y="11"/>
                    <a:pt x="6" y="12"/>
                    <a:pt x="5" y="13"/>
                  </a:cubicBezTo>
                  <a:cubicBezTo>
                    <a:pt x="8" y="14"/>
                    <a:pt x="11" y="15"/>
                    <a:pt x="14" y="15"/>
                  </a:cubicBezTo>
                  <a:cubicBezTo>
                    <a:pt x="13" y="0"/>
                    <a:pt x="0" y="7"/>
                    <a:pt x="1" y="1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9" name="Freeform 308">
              <a:extLst>
                <a:ext uri="{FF2B5EF4-FFF2-40B4-BE49-F238E27FC236}">
                  <a16:creationId xmlns:a16="http://schemas.microsoft.com/office/drawing/2014/main" id="{9DB1928C-25CA-473C-A65D-6566AEC18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092"/>
              <a:ext cx="27" cy="34"/>
            </a:xfrm>
            <a:custGeom>
              <a:avLst/>
              <a:gdLst>
                <a:gd name="T0" fmla="*/ 16 w 17"/>
                <a:gd name="T1" fmla="*/ 76 h 21"/>
                <a:gd name="T2" fmla="*/ 43 w 17"/>
                <a:gd name="T3" fmla="*/ 29 h 21"/>
                <a:gd name="T4" fmla="*/ 21 w 17"/>
                <a:gd name="T5" fmla="*/ 8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4" y="18"/>
                  </a:moveTo>
                  <a:cubicBezTo>
                    <a:pt x="10" y="21"/>
                    <a:pt x="17" y="12"/>
                    <a:pt x="11" y="7"/>
                  </a:cubicBezTo>
                  <a:cubicBezTo>
                    <a:pt x="3" y="0"/>
                    <a:pt x="0" y="15"/>
                    <a:pt x="5" y="2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0" name="Freeform 309">
              <a:extLst>
                <a:ext uri="{FF2B5EF4-FFF2-40B4-BE49-F238E27FC236}">
                  <a16:creationId xmlns:a16="http://schemas.microsoft.com/office/drawing/2014/main" id="{80981929-21B8-4D40-9188-B1B88EFAE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16"/>
              <a:ext cx="20" cy="31"/>
            </a:xfrm>
            <a:custGeom>
              <a:avLst/>
              <a:gdLst>
                <a:gd name="T0" fmla="*/ 0 w 12"/>
                <a:gd name="T1" fmla="*/ 69 h 19"/>
                <a:gd name="T2" fmla="*/ 55 w 12"/>
                <a:gd name="T3" fmla="*/ 39 h 19"/>
                <a:gd name="T4" fmla="*/ 0 w 12"/>
                <a:gd name="T5" fmla="*/ 5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0" y="16"/>
                  </a:moveTo>
                  <a:cubicBezTo>
                    <a:pt x="4" y="19"/>
                    <a:pt x="11" y="15"/>
                    <a:pt x="12" y="9"/>
                  </a:cubicBezTo>
                  <a:cubicBezTo>
                    <a:pt x="12" y="0"/>
                    <a:pt x="0" y="4"/>
                    <a:pt x="0" y="1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1" name="Freeform 310">
              <a:extLst>
                <a:ext uri="{FF2B5EF4-FFF2-40B4-BE49-F238E27FC236}">
                  <a16:creationId xmlns:a16="http://schemas.microsoft.com/office/drawing/2014/main" id="{AC86226D-0796-4462-B50B-E70AABED7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140"/>
              <a:ext cx="58" cy="39"/>
            </a:xfrm>
            <a:custGeom>
              <a:avLst/>
              <a:gdLst>
                <a:gd name="T0" fmla="*/ 55 w 36"/>
                <a:gd name="T1" fmla="*/ 89 h 24"/>
                <a:gd name="T2" fmla="*/ 68 w 36"/>
                <a:gd name="T3" fmla="*/ 102 h 24"/>
                <a:gd name="T4" fmla="*/ 42 w 36"/>
                <a:gd name="T5" fmla="*/ 8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">
                  <a:moveTo>
                    <a:pt x="13" y="21"/>
                  </a:moveTo>
                  <a:cubicBezTo>
                    <a:pt x="14" y="22"/>
                    <a:pt x="14" y="23"/>
                    <a:pt x="16" y="24"/>
                  </a:cubicBezTo>
                  <a:cubicBezTo>
                    <a:pt x="36" y="10"/>
                    <a:pt x="0" y="0"/>
                    <a:pt x="10" y="2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2" name="Freeform 311">
              <a:extLst>
                <a:ext uri="{FF2B5EF4-FFF2-40B4-BE49-F238E27FC236}">
                  <a16:creationId xmlns:a16="http://schemas.microsoft.com/office/drawing/2014/main" id="{A17968EF-CE34-41B5-BF6C-8D51C3885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174"/>
              <a:ext cx="25" cy="36"/>
            </a:xfrm>
            <a:custGeom>
              <a:avLst/>
              <a:gdLst>
                <a:gd name="T0" fmla="*/ 8 w 15"/>
                <a:gd name="T1" fmla="*/ 88 h 22"/>
                <a:gd name="T2" fmla="*/ 47 w 15"/>
                <a:gd name="T3" fmla="*/ 29 h 22"/>
                <a:gd name="T4" fmla="*/ 5 w 15"/>
                <a:gd name="T5" fmla="*/ 7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2" y="20"/>
                  </a:moveTo>
                  <a:cubicBezTo>
                    <a:pt x="9" y="22"/>
                    <a:pt x="15" y="12"/>
                    <a:pt x="10" y="7"/>
                  </a:cubicBezTo>
                  <a:cubicBezTo>
                    <a:pt x="3" y="0"/>
                    <a:pt x="0" y="12"/>
                    <a:pt x="1" y="1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3" name="Freeform 312">
              <a:extLst>
                <a:ext uri="{FF2B5EF4-FFF2-40B4-BE49-F238E27FC236}">
                  <a16:creationId xmlns:a16="http://schemas.microsoft.com/office/drawing/2014/main" id="{F9232F1E-7EDC-4996-8238-96D9CBD1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197"/>
              <a:ext cx="45" cy="42"/>
            </a:xfrm>
            <a:custGeom>
              <a:avLst/>
              <a:gdLst>
                <a:gd name="T0" fmla="*/ 68 w 28"/>
                <a:gd name="T1" fmla="*/ 55 h 26"/>
                <a:gd name="T2" fmla="*/ 95 w 28"/>
                <a:gd name="T3" fmla="*/ 71 h 26"/>
                <a:gd name="T4" fmla="*/ 63 w 28"/>
                <a:gd name="T5" fmla="*/ 9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6">
                  <a:moveTo>
                    <a:pt x="16" y="13"/>
                  </a:moveTo>
                  <a:cubicBezTo>
                    <a:pt x="10" y="14"/>
                    <a:pt x="20" y="26"/>
                    <a:pt x="23" y="17"/>
                  </a:cubicBezTo>
                  <a:cubicBezTo>
                    <a:pt x="28" y="0"/>
                    <a:pt x="0" y="11"/>
                    <a:pt x="15" y="2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4" name="Freeform 313">
              <a:extLst>
                <a:ext uri="{FF2B5EF4-FFF2-40B4-BE49-F238E27FC236}">
                  <a16:creationId xmlns:a16="http://schemas.microsoft.com/office/drawing/2014/main" id="{8E202E2D-0A6B-4CB8-9439-F7D3590B0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219"/>
              <a:ext cx="45" cy="33"/>
            </a:xfrm>
            <a:custGeom>
              <a:avLst/>
              <a:gdLst>
                <a:gd name="T0" fmla="*/ 55 w 28"/>
                <a:gd name="T1" fmla="*/ 89 h 20"/>
                <a:gd name="T2" fmla="*/ 16 w 28"/>
                <a:gd name="T3" fmla="*/ 8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13" y="20"/>
                  </a:moveTo>
                  <a:cubicBezTo>
                    <a:pt x="28" y="12"/>
                    <a:pt x="0" y="0"/>
                    <a:pt x="4" y="1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5" name="Freeform 314">
              <a:extLst>
                <a:ext uri="{FF2B5EF4-FFF2-40B4-BE49-F238E27FC236}">
                  <a16:creationId xmlns:a16="http://schemas.microsoft.com/office/drawing/2014/main" id="{FE7EF5CC-BF37-47A5-A02F-0E815552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248"/>
              <a:ext cx="54" cy="39"/>
            </a:xfrm>
            <a:custGeom>
              <a:avLst/>
              <a:gdLst>
                <a:gd name="T0" fmla="*/ 54 w 33"/>
                <a:gd name="T1" fmla="*/ 96 h 24"/>
                <a:gd name="T2" fmla="*/ 54 w 33"/>
                <a:gd name="T3" fmla="*/ 102 h 24"/>
                <a:gd name="T4" fmla="*/ 41 w 33"/>
                <a:gd name="T5" fmla="*/ 9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4">
                  <a:moveTo>
                    <a:pt x="12" y="22"/>
                  </a:moveTo>
                  <a:cubicBezTo>
                    <a:pt x="12" y="23"/>
                    <a:pt x="10" y="23"/>
                    <a:pt x="12" y="24"/>
                  </a:cubicBezTo>
                  <a:cubicBezTo>
                    <a:pt x="33" y="18"/>
                    <a:pt x="0" y="0"/>
                    <a:pt x="9" y="2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6" name="Freeform 315">
              <a:extLst>
                <a:ext uri="{FF2B5EF4-FFF2-40B4-BE49-F238E27FC236}">
                  <a16:creationId xmlns:a16="http://schemas.microsoft.com/office/drawing/2014/main" id="{D90E4074-3037-4294-9311-4584034F1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282"/>
              <a:ext cx="55" cy="24"/>
            </a:xfrm>
            <a:custGeom>
              <a:avLst/>
              <a:gdLst>
                <a:gd name="T0" fmla="*/ 76 w 34"/>
                <a:gd name="T1" fmla="*/ 61 h 15"/>
                <a:gd name="T2" fmla="*/ 63 w 34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">
                  <a:moveTo>
                    <a:pt x="18" y="15"/>
                  </a:moveTo>
                  <a:cubicBezTo>
                    <a:pt x="34" y="4"/>
                    <a:pt x="0" y="0"/>
                    <a:pt x="15" y="1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7" name="Freeform 316">
              <a:extLst>
                <a:ext uri="{FF2B5EF4-FFF2-40B4-BE49-F238E27FC236}">
                  <a16:creationId xmlns:a16="http://schemas.microsoft.com/office/drawing/2014/main" id="{E4602944-437A-4F98-9662-5FD205874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253"/>
              <a:ext cx="23" cy="24"/>
            </a:xfrm>
            <a:custGeom>
              <a:avLst/>
              <a:gdLst>
                <a:gd name="T0" fmla="*/ 13 w 14"/>
                <a:gd name="T1" fmla="*/ 21 h 15"/>
                <a:gd name="T2" fmla="*/ 58 w 14"/>
                <a:gd name="T3" fmla="*/ 34 h 15"/>
                <a:gd name="T4" fmla="*/ 35 w 14"/>
                <a:gd name="T5" fmla="*/ 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3" y="5"/>
                  </a:moveTo>
                  <a:cubicBezTo>
                    <a:pt x="3" y="12"/>
                    <a:pt x="13" y="15"/>
                    <a:pt x="13" y="8"/>
                  </a:cubicBezTo>
                  <a:cubicBezTo>
                    <a:pt x="14" y="0"/>
                    <a:pt x="0" y="3"/>
                    <a:pt x="8" y="1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8" name="Freeform 317">
              <a:extLst>
                <a:ext uri="{FF2B5EF4-FFF2-40B4-BE49-F238E27FC236}">
                  <a16:creationId xmlns:a16="http://schemas.microsoft.com/office/drawing/2014/main" id="{2B82F0A3-ABCA-4302-AC88-40DEDA39F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195"/>
              <a:ext cx="27" cy="44"/>
            </a:xfrm>
            <a:custGeom>
              <a:avLst/>
              <a:gdLst>
                <a:gd name="T0" fmla="*/ 27 w 17"/>
                <a:gd name="T1" fmla="*/ 90 h 27"/>
                <a:gd name="T2" fmla="*/ 56 w 17"/>
                <a:gd name="T3" fmla="*/ 54 h 27"/>
                <a:gd name="T4" fmla="*/ 16 w 17"/>
                <a:gd name="T5" fmla="*/ 8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7" y="21"/>
                  </a:moveTo>
                  <a:cubicBezTo>
                    <a:pt x="14" y="27"/>
                    <a:pt x="17" y="18"/>
                    <a:pt x="14" y="12"/>
                  </a:cubicBezTo>
                  <a:cubicBezTo>
                    <a:pt x="8" y="0"/>
                    <a:pt x="0" y="10"/>
                    <a:pt x="4" y="1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9" name="Freeform 318">
              <a:extLst>
                <a:ext uri="{FF2B5EF4-FFF2-40B4-BE49-F238E27FC236}">
                  <a16:creationId xmlns:a16="http://schemas.microsoft.com/office/drawing/2014/main" id="{041A7013-75E4-4AD4-9108-8F5E98834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052"/>
              <a:ext cx="28" cy="43"/>
            </a:xfrm>
            <a:custGeom>
              <a:avLst/>
              <a:gdLst>
                <a:gd name="T0" fmla="*/ 8 w 17"/>
                <a:gd name="T1" fmla="*/ 13 h 27"/>
                <a:gd name="T2" fmla="*/ 0 w 17"/>
                <a:gd name="T3" fmla="*/ 13 h 27"/>
                <a:gd name="T4" fmla="*/ 21 w 17"/>
                <a:gd name="T5" fmla="*/ 0 h 27"/>
                <a:gd name="T6" fmla="*/ 21 w 17"/>
                <a:gd name="T7" fmla="*/ 2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2" y="3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1" y="27"/>
                    <a:pt x="17" y="1"/>
                    <a:pt x="5" y="0"/>
                  </a:cubicBezTo>
                  <a:cubicBezTo>
                    <a:pt x="4" y="2"/>
                    <a:pt x="4" y="3"/>
                    <a:pt x="5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0" name="Freeform 319">
              <a:extLst>
                <a:ext uri="{FF2B5EF4-FFF2-40B4-BE49-F238E27FC236}">
                  <a16:creationId xmlns:a16="http://schemas.microsoft.com/office/drawing/2014/main" id="{68AA782A-4393-4A09-8BEA-0C972D952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072"/>
              <a:ext cx="24" cy="30"/>
            </a:xfrm>
            <a:custGeom>
              <a:avLst/>
              <a:gdLst>
                <a:gd name="T0" fmla="*/ 26 w 15"/>
                <a:gd name="T1" fmla="*/ 62 h 18"/>
                <a:gd name="T2" fmla="*/ 29 w 15"/>
                <a:gd name="T3" fmla="*/ 83 h 18"/>
                <a:gd name="T4" fmla="*/ 0 w 15"/>
                <a:gd name="T5" fmla="*/ 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6" y="13"/>
                  </a:moveTo>
                  <a:cubicBezTo>
                    <a:pt x="6" y="15"/>
                    <a:pt x="7" y="16"/>
                    <a:pt x="7" y="18"/>
                  </a:cubicBezTo>
                  <a:cubicBezTo>
                    <a:pt x="15" y="11"/>
                    <a:pt x="0" y="0"/>
                    <a:pt x="0" y="1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1" name="Freeform 320">
              <a:extLst>
                <a:ext uri="{FF2B5EF4-FFF2-40B4-BE49-F238E27FC236}">
                  <a16:creationId xmlns:a16="http://schemas.microsoft.com/office/drawing/2014/main" id="{4EBA86AA-C283-43E9-A03A-B51C434E0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061"/>
              <a:ext cx="18" cy="23"/>
            </a:xfrm>
            <a:custGeom>
              <a:avLst/>
              <a:gdLst>
                <a:gd name="T0" fmla="*/ 13 w 11"/>
                <a:gd name="T1" fmla="*/ 49 h 14"/>
                <a:gd name="T2" fmla="*/ 8 w 11"/>
                <a:gd name="T3" fmla="*/ 0 h 14"/>
                <a:gd name="T4" fmla="*/ 21 w 11"/>
                <a:gd name="T5" fmla="*/ 6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11"/>
                  </a:moveTo>
                  <a:cubicBezTo>
                    <a:pt x="11" y="13"/>
                    <a:pt x="8" y="1"/>
                    <a:pt x="2" y="0"/>
                  </a:cubicBezTo>
                  <a:cubicBezTo>
                    <a:pt x="0" y="5"/>
                    <a:pt x="1" y="10"/>
                    <a:pt x="5" y="1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2" name="Freeform 321">
              <a:extLst>
                <a:ext uri="{FF2B5EF4-FFF2-40B4-BE49-F238E27FC236}">
                  <a16:creationId xmlns:a16="http://schemas.microsoft.com/office/drawing/2014/main" id="{D6BA5D22-E01B-44E6-A1BC-26F85D732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106"/>
              <a:ext cx="18" cy="15"/>
            </a:xfrm>
            <a:custGeom>
              <a:avLst/>
              <a:gdLst>
                <a:gd name="T0" fmla="*/ 5 w 11"/>
                <a:gd name="T1" fmla="*/ 42 h 9"/>
                <a:gd name="T2" fmla="*/ 8 w 11"/>
                <a:gd name="T3" fmla="*/ 0 h 9"/>
                <a:gd name="T4" fmla="*/ 21 w 11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" y="9"/>
                  </a:moveTo>
                  <a:cubicBezTo>
                    <a:pt x="4" y="9"/>
                    <a:pt x="11" y="1"/>
                    <a:pt x="2" y="0"/>
                  </a:cubicBezTo>
                  <a:cubicBezTo>
                    <a:pt x="0" y="4"/>
                    <a:pt x="1" y="6"/>
                    <a:pt x="5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3" name="Freeform 322">
              <a:extLst>
                <a:ext uri="{FF2B5EF4-FFF2-40B4-BE49-F238E27FC236}">
                  <a16:creationId xmlns:a16="http://schemas.microsoft.com/office/drawing/2014/main" id="{C279C144-CECD-4F81-A07C-636F0657F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095"/>
              <a:ext cx="25" cy="16"/>
            </a:xfrm>
            <a:custGeom>
              <a:avLst/>
              <a:gdLst>
                <a:gd name="T0" fmla="*/ 31 w 16"/>
                <a:gd name="T1" fmla="*/ 42 h 10"/>
                <a:gd name="T2" fmla="*/ 5 w 16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8" y="10"/>
                  </a:moveTo>
                  <a:cubicBezTo>
                    <a:pt x="16" y="4"/>
                    <a:pt x="0" y="0"/>
                    <a:pt x="1" y="1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4" name="Freeform 323">
              <a:extLst>
                <a:ext uri="{FF2B5EF4-FFF2-40B4-BE49-F238E27FC236}">
                  <a16:creationId xmlns:a16="http://schemas.microsoft.com/office/drawing/2014/main" id="{9B3BDDC8-8A03-4939-BEC4-4BEAF15C1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139"/>
              <a:ext cx="16" cy="17"/>
            </a:xfrm>
            <a:custGeom>
              <a:avLst/>
              <a:gdLst>
                <a:gd name="T0" fmla="*/ 0 w 10"/>
                <a:gd name="T1" fmla="*/ 19 h 11"/>
                <a:gd name="T2" fmla="*/ 13 w 10"/>
                <a:gd name="T3" fmla="*/ 0 h 11"/>
                <a:gd name="T4" fmla="*/ 8 w 10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6" y="11"/>
                    <a:pt x="10" y="2"/>
                    <a:pt x="3" y="0"/>
                  </a:cubicBezTo>
                  <a:cubicBezTo>
                    <a:pt x="2" y="1"/>
                    <a:pt x="3" y="2"/>
                    <a:pt x="2" y="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5" name="Freeform 324">
              <a:extLst>
                <a:ext uri="{FF2B5EF4-FFF2-40B4-BE49-F238E27FC236}">
                  <a16:creationId xmlns:a16="http://schemas.microsoft.com/office/drawing/2014/main" id="{A82FBF0E-A6B9-4181-982F-CFB9E7AFB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081"/>
              <a:ext cx="26" cy="30"/>
            </a:xfrm>
            <a:custGeom>
              <a:avLst/>
              <a:gdLst>
                <a:gd name="T0" fmla="*/ 0 w 16"/>
                <a:gd name="T1" fmla="*/ 35 h 19"/>
                <a:gd name="T2" fmla="*/ 21 w 16"/>
                <a:gd name="T3" fmla="*/ 0 h 19"/>
                <a:gd name="T4" fmla="*/ 21 w 16"/>
                <a:gd name="T5" fmla="*/ 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9"/>
                  </a:moveTo>
                  <a:cubicBezTo>
                    <a:pt x="10" y="19"/>
                    <a:pt x="16" y="4"/>
                    <a:pt x="5" y="0"/>
                  </a:cubicBezTo>
                  <a:cubicBezTo>
                    <a:pt x="3" y="4"/>
                    <a:pt x="4" y="8"/>
                    <a:pt x="5" y="1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6" name="Freeform 325">
              <a:extLst>
                <a:ext uri="{FF2B5EF4-FFF2-40B4-BE49-F238E27FC236}">
                  <a16:creationId xmlns:a16="http://schemas.microsoft.com/office/drawing/2014/main" id="{F717D809-5AE5-4492-82AA-25C5AA7C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140"/>
              <a:ext cx="3" cy="3"/>
            </a:xfrm>
            <a:custGeom>
              <a:avLst/>
              <a:gdLst>
                <a:gd name="T0" fmla="*/ 0 w 2"/>
                <a:gd name="T1" fmla="*/ 5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7" name="Freeform 326">
              <a:extLst>
                <a:ext uri="{FF2B5EF4-FFF2-40B4-BE49-F238E27FC236}">
                  <a16:creationId xmlns:a16="http://schemas.microsoft.com/office/drawing/2014/main" id="{9FC2E522-62C2-44AA-BEE3-C053BBD5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145"/>
              <a:ext cx="16" cy="21"/>
            </a:xfrm>
            <a:custGeom>
              <a:avLst/>
              <a:gdLst>
                <a:gd name="T0" fmla="*/ 8 w 10"/>
                <a:gd name="T1" fmla="*/ 47 h 13"/>
                <a:gd name="T2" fmla="*/ 35 w 10"/>
                <a:gd name="T3" fmla="*/ 55 h 13"/>
                <a:gd name="T4" fmla="*/ 8 w 10"/>
                <a:gd name="T5" fmla="*/ 5 h 13"/>
                <a:gd name="T6" fmla="*/ 16 w 10"/>
                <a:gd name="T7" fmla="*/ 4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2" y="11"/>
                  </a:moveTo>
                  <a:cubicBezTo>
                    <a:pt x="5" y="12"/>
                    <a:pt x="7" y="13"/>
                    <a:pt x="9" y="13"/>
                  </a:cubicBezTo>
                  <a:cubicBezTo>
                    <a:pt x="10" y="7"/>
                    <a:pt x="9" y="0"/>
                    <a:pt x="2" y="1"/>
                  </a:cubicBezTo>
                  <a:cubicBezTo>
                    <a:pt x="0" y="4"/>
                    <a:pt x="1" y="8"/>
                    <a:pt x="4" y="1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8" name="Freeform 327">
              <a:extLst>
                <a:ext uri="{FF2B5EF4-FFF2-40B4-BE49-F238E27FC236}">
                  <a16:creationId xmlns:a16="http://schemas.microsoft.com/office/drawing/2014/main" id="{D2AB8953-5BC2-4E21-A705-3639E9481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176"/>
              <a:ext cx="24" cy="26"/>
            </a:xfrm>
            <a:custGeom>
              <a:avLst/>
              <a:gdLst>
                <a:gd name="T0" fmla="*/ 29 w 15"/>
                <a:gd name="T1" fmla="*/ 8 h 16"/>
                <a:gd name="T2" fmla="*/ 26 w 15"/>
                <a:gd name="T3" fmla="*/ 60 h 16"/>
                <a:gd name="T4" fmla="*/ 21 w 15"/>
                <a:gd name="T5" fmla="*/ 1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7" y="2"/>
                  </a:moveTo>
                  <a:cubicBezTo>
                    <a:pt x="4" y="4"/>
                    <a:pt x="0" y="12"/>
                    <a:pt x="6" y="14"/>
                  </a:cubicBezTo>
                  <a:cubicBezTo>
                    <a:pt x="14" y="16"/>
                    <a:pt x="15" y="0"/>
                    <a:pt x="5" y="4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9" name="Freeform 328">
              <a:extLst>
                <a:ext uri="{FF2B5EF4-FFF2-40B4-BE49-F238E27FC236}">
                  <a16:creationId xmlns:a16="http://schemas.microsoft.com/office/drawing/2014/main" id="{89E0E026-D21D-441A-9B80-7AD387ED0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245"/>
              <a:ext cx="19" cy="32"/>
            </a:xfrm>
            <a:custGeom>
              <a:avLst/>
              <a:gdLst>
                <a:gd name="T0" fmla="*/ 13 w 12"/>
                <a:gd name="T1" fmla="*/ 34 h 20"/>
                <a:gd name="T2" fmla="*/ 21 w 12"/>
                <a:gd name="T3" fmla="*/ 0 h 20"/>
                <a:gd name="T4" fmla="*/ 21 w 12"/>
                <a:gd name="T5" fmla="*/ 69 h 20"/>
                <a:gd name="T6" fmla="*/ 25 w 12"/>
                <a:gd name="T7" fmla="*/ 2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3" y="8"/>
                  </a:moveTo>
                  <a:cubicBezTo>
                    <a:pt x="3" y="5"/>
                    <a:pt x="4" y="3"/>
                    <a:pt x="5" y="0"/>
                  </a:cubicBezTo>
                  <a:cubicBezTo>
                    <a:pt x="11" y="3"/>
                    <a:pt x="12" y="20"/>
                    <a:pt x="5" y="17"/>
                  </a:cubicBezTo>
                  <a:cubicBezTo>
                    <a:pt x="0" y="15"/>
                    <a:pt x="0" y="5"/>
                    <a:pt x="6" y="5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0" name="Freeform 329">
              <a:extLst>
                <a:ext uri="{FF2B5EF4-FFF2-40B4-BE49-F238E27FC236}">
                  <a16:creationId xmlns:a16="http://schemas.microsoft.com/office/drawing/2014/main" id="{FE4E8538-9C8B-420B-96D5-AB5749E10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053"/>
              <a:ext cx="26" cy="26"/>
            </a:xfrm>
            <a:custGeom>
              <a:avLst/>
              <a:gdLst>
                <a:gd name="T0" fmla="*/ 29 w 16"/>
                <a:gd name="T1" fmla="*/ 39 h 16"/>
                <a:gd name="T2" fmla="*/ 55 w 16"/>
                <a:gd name="T3" fmla="*/ 68 h 16"/>
                <a:gd name="T4" fmla="*/ 18 w 16"/>
                <a:gd name="T5" fmla="*/ 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7" y="9"/>
                  </a:moveTo>
                  <a:cubicBezTo>
                    <a:pt x="0" y="9"/>
                    <a:pt x="9" y="16"/>
                    <a:pt x="13" y="16"/>
                  </a:cubicBezTo>
                  <a:cubicBezTo>
                    <a:pt x="16" y="8"/>
                    <a:pt x="8" y="0"/>
                    <a:pt x="4" y="11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1" name="Freeform 330">
              <a:extLst>
                <a:ext uri="{FF2B5EF4-FFF2-40B4-BE49-F238E27FC236}">
                  <a16:creationId xmlns:a16="http://schemas.microsoft.com/office/drawing/2014/main" id="{CEB97D14-31AF-4F48-BE19-4DB81C8F0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013"/>
              <a:ext cx="10" cy="9"/>
            </a:xfrm>
            <a:custGeom>
              <a:avLst/>
              <a:gdLst>
                <a:gd name="T0" fmla="*/ 0 w 6"/>
                <a:gd name="T1" fmla="*/ 14 h 6"/>
                <a:gd name="T2" fmla="*/ 28 w 6"/>
                <a:gd name="T3" fmla="*/ 18 h 6"/>
                <a:gd name="T4" fmla="*/ 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2" y="4"/>
                    <a:pt x="3" y="5"/>
                    <a:pt x="6" y="5"/>
                  </a:cubicBezTo>
                  <a:cubicBezTo>
                    <a:pt x="4" y="0"/>
                    <a:pt x="2" y="1"/>
                    <a:pt x="0" y="6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2" name="Freeform 331">
              <a:extLst>
                <a:ext uri="{FF2B5EF4-FFF2-40B4-BE49-F238E27FC236}">
                  <a16:creationId xmlns:a16="http://schemas.microsoft.com/office/drawing/2014/main" id="{0EB26B66-FCFF-4952-A3E1-5A2838ADC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037"/>
              <a:ext cx="33" cy="31"/>
            </a:xfrm>
            <a:custGeom>
              <a:avLst/>
              <a:gdLst>
                <a:gd name="T0" fmla="*/ 50 w 20"/>
                <a:gd name="T1" fmla="*/ 83 h 19"/>
                <a:gd name="T2" fmla="*/ 21 w 20"/>
                <a:gd name="T3" fmla="*/ 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9">
                  <a:moveTo>
                    <a:pt x="11" y="19"/>
                  </a:moveTo>
                  <a:cubicBezTo>
                    <a:pt x="20" y="11"/>
                    <a:pt x="0" y="0"/>
                    <a:pt x="5" y="18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3" name="Freeform 332">
              <a:extLst>
                <a:ext uri="{FF2B5EF4-FFF2-40B4-BE49-F238E27FC236}">
                  <a16:creationId xmlns:a16="http://schemas.microsoft.com/office/drawing/2014/main" id="{43973982-0162-46CC-9DC7-48501C00F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102"/>
              <a:ext cx="10" cy="16"/>
            </a:xfrm>
            <a:custGeom>
              <a:avLst/>
              <a:gdLst>
                <a:gd name="T0" fmla="*/ 0 w 6"/>
                <a:gd name="T1" fmla="*/ 35 h 10"/>
                <a:gd name="T2" fmla="*/ 5 w 6"/>
                <a:gd name="T3" fmla="*/ 0 h 10"/>
                <a:gd name="T4" fmla="*/ 8 w 6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9"/>
                  </a:moveTo>
                  <a:cubicBezTo>
                    <a:pt x="4" y="6"/>
                    <a:pt x="6" y="1"/>
                    <a:pt x="1" y="0"/>
                  </a:cubicBezTo>
                  <a:cubicBezTo>
                    <a:pt x="0" y="3"/>
                    <a:pt x="0" y="7"/>
                    <a:pt x="2" y="10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4" name="Freeform 333">
              <a:extLst>
                <a:ext uri="{FF2B5EF4-FFF2-40B4-BE49-F238E27FC236}">
                  <a16:creationId xmlns:a16="http://schemas.microsoft.com/office/drawing/2014/main" id="{B75E32D9-6855-4198-A31F-7F8842B65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19"/>
              <a:ext cx="12" cy="18"/>
            </a:xfrm>
            <a:custGeom>
              <a:avLst/>
              <a:gdLst>
                <a:gd name="T0" fmla="*/ 5 w 7"/>
                <a:gd name="T1" fmla="*/ 43 h 11"/>
                <a:gd name="T2" fmla="*/ 21 w 7"/>
                <a:gd name="T3" fmla="*/ 0 h 11"/>
                <a:gd name="T4" fmla="*/ 0 w 7"/>
                <a:gd name="T5" fmla="*/ 4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10"/>
                  </a:moveTo>
                  <a:cubicBezTo>
                    <a:pt x="7" y="11"/>
                    <a:pt x="7" y="4"/>
                    <a:pt x="4" y="0"/>
                  </a:cubicBezTo>
                  <a:cubicBezTo>
                    <a:pt x="1" y="1"/>
                    <a:pt x="0" y="5"/>
                    <a:pt x="0" y="9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5" name="Freeform 334">
              <a:extLst>
                <a:ext uri="{FF2B5EF4-FFF2-40B4-BE49-F238E27FC236}">
                  <a16:creationId xmlns:a16="http://schemas.microsoft.com/office/drawing/2014/main" id="{2A11ACC7-566F-4273-B7BE-65E621010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019"/>
              <a:ext cx="23" cy="23"/>
            </a:xfrm>
            <a:custGeom>
              <a:avLst/>
              <a:gdLst>
                <a:gd name="T0" fmla="*/ 0 w 14"/>
                <a:gd name="T1" fmla="*/ 33 h 14"/>
                <a:gd name="T2" fmla="*/ 62 w 14"/>
                <a:gd name="T3" fmla="*/ 26 h 14"/>
                <a:gd name="T4" fmla="*/ 20 w 14"/>
                <a:gd name="T5" fmla="*/ 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7"/>
                  </a:moveTo>
                  <a:cubicBezTo>
                    <a:pt x="4" y="10"/>
                    <a:pt x="14" y="14"/>
                    <a:pt x="14" y="6"/>
                  </a:cubicBezTo>
                  <a:cubicBezTo>
                    <a:pt x="14" y="0"/>
                    <a:pt x="2" y="0"/>
                    <a:pt x="4" y="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6" name="Freeform 335">
              <a:extLst>
                <a:ext uri="{FF2B5EF4-FFF2-40B4-BE49-F238E27FC236}">
                  <a16:creationId xmlns:a16="http://schemas.microsoft.com/office/drawing/2014/main" id="{DE21B908-DEBA-43EC-89A8-A01D09541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048"/>
              <a:ext cx="21" cy="20"/>
            </a:xfrm>
            <a:custGeom>
              <a:avLst/>
              <a:gdLst>
                <a:gd name="T0" fmla="*/ 0 w 13"/>
                <a:gd name="T1" fmla="*/ 28 h 12"/>
                <a:gd name="T2" fmla="*/ 8 w 13"/>
                <a:gd name="T3" fmla="*/ 5 h 12"/>
                <a:gd name="T4" fmla="*/ 21 w 13"/>
                <a:gd name="T5" fmla="*/ 5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6"/>
                  </a:moveTo>
                  <a:cubicBezTo>
                    <a:pt x="8" y="12"/>
                    <a:pt x="13" y="0"/>
                    <a:pt x="2" y="1"/>
                  </a:cubicBezTo>
                  <a:cubicBezTo>
                    <a:pt x="1" y="6"/>
                    <a:pt x="2" y="10"/>
                    <a:pt x="5" y="1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7" name="Freeform 336">
              <a:extLst>
                <a:ext uri="{FF2B5EF4-FFF2-40B4-BE49-F238E27FC236}">
                  <a16:creationId xmlns:a16="http://schemas.microsoft.com/office/drawing/2014/main" id="{DB04E5A3-8FB2-40E8-BE6B-5A5BA239A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006"/>
              <a:ext cx="11" cy="13"/>
            </a:xfrm>
            <a:custGeom>
              <a:avLst/>
              <a:gdLst>
                <a:gd name="T0" fmla="*/ 0 w 7"/>
                <a:gd name="T1" fmla="*/ 8 h 8"/>
                <a:gd name="T2" fmla="*/ 22 w 7"/>
                <a:gd name="T3" fmla="*/ 5 h 8"/>
                <a:gd name="T4" fmla="*/ 22 w 7"/>
                <a:gd name="T5" fmla="*/ 29 h 8"/>
                <a:gd name="T6" fmla="*/ 13 w 7"/>
                <a:gd name="T7" fmla="*/ 2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4"/>
                    <a:pt x="7" y="5"/>
                    <a:pt x="6" y="7"/>
                  </a:cubicBezTo>
                  <a:cubicBezTo>
                    <a:pt x="3" y="8"/>
                    <a:pt x="4" y="6"/>
                    <a:pt x="3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8" name="Freeform 337">
              <a:extLst>
                <a:ext uri="{FF2B5EF4-FFF2-40B4-BE49-F238E27FC236}">
                  <a16:creationId xmlns:a16="http://schemas.microsoft.com/office/drawing/2014/main" id="{5ECC101F-D71E-43CE-9F01-E2F6157C9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010"/>
              <a:ext cx="7" cy="9"/>
            </a:xfrm>
            <a:custGeom>
              <a:avLst/>
              <a:gdLst>
                <a:gd name="T0" fmla="*/ 21 w 4"/>
                <a:gd name="T1" fmla="*/ 21 h 6"/>
                <a:gd name="T2" fmla="*/ 0 w 4"/>
                <a:gd name="T3" fmla="*/ 1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3"/>
                    <a:pt x="1" y="0"/>
                    <a:pt x="0" y="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9" name="Freeform 338">
              <a:extLst>
                <a:ext uri="{FF2B5EF4-FFF2-40B4-BE49-F238E27FC236}">
                  <a16:creationId xmlns:a16="http://schemas.microsoft.com/office/drawing/2014/main" id="{771C7428-EE78-459A-B13E-F0B8AED1F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027"/>
              <a:ext cx="28" cy="33"/>
            </a:xfrm>
            <a:custGeom>
              <a:avLst/>
              <a:gdLst>
                <a:gd name="T0" fmla="*/ 20 w 17"/>
                <a:gd name="T1" fmla="*/ 83 h 20"/>
                <a:gd name="T2" fmla="*/ 35 w 17"/>
                <a:gd name="T3" fmla="*/ 84 h 20"/>
                <a:gd name="T4" fmla="*/ 71 w 17"/>
                <a:gd name="T5" fmla="*/ 54 h 20"/>
                <a:gd name="T6" fmla="*/ 0 w 17"/>
                <a:gd name="T7" fmla="*/ 6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4" y="18"/>
                  </a:moveTo>
                  <a:cubicBezTo>
                    <a:pt x="2" y="19"/>
                    <a:pt x="4" y="20"/>
                    <a:pt x="8" y="19"/>
                  </a:cubicBezTo>
                  <a:cubicBezTo>
                    <a:pt x="12" y="18"/>
                    <a:pt x="17" y="18"/>
                    <a:pt x="16" y="12"/>
                  </a:cubicBezTo>
                  <a:cubicBezTo>
                    <a:pt x="15" y="0"/>
                    <a:pt x="3" y="8"/>
                    <a:pt x="0" y="1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0" name="Freeform 339">
              <a:extLst>
                <a:ext uri="{FF2B5EF4-FFF2-40B4-BE49-F238E27FC236}">
                  <a16:creationId xmlns:a16="http://schemas.microsoft.com/office/drawing/2014/main" id="{DCBC8A85-CF96-4E4B-9BE0-C7B126F2F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031"/>
              <a:ext cx="28" cy="53"/>
            </a:xfrm>
            <a:custGeom>
              <a:avLst/>
              <a:gdLst>
                <a:gd name="T0" fmla="*/ 8 w 17"/>
                <a:gd name="T1" fmla="*/ 103 h 33"/>
                <a:gd name="T2" fmla="*/ 58 w 17"/>
                <a:gd name="T3" fmla="*/ 56 h 33"/>
                <a:gd name="T4" fmla="*/ 0 w 17"/>
                <a:gd name="T5" fmla="*/ 10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2" y="25"/>
                  </a:moveTo>
                  <a:cubicBezTo>
                    <a:pt x="10" y="33"/>
                    <a:pt x="17" y="22"/>
                    <a:pt x="13" y="14"/>
                  </a:cubicBezTo>
                  <a:cubicBezTo>
                    <a:pt x="5" y="0"/>
                    <a:pt x="0" y="18"/>
                    <a:pt x="0" y="2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1" name="Freeform 340">
              <a:extLst>
                <a:ext uri="{FF2B5EF4-FFF2-40B4-BE49-F238E27FC236}">
                  <a16:creationId xmlns:a16="http://schemas.microsoft.com/office/drawing/2014/main" id="{99CCAC06-BC98-4F6C-AF06-4A65AFADC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174"/>
              <a:ext cx="24" cy="47"/>
            </a:xfrm>
            <a:custGeom>
              <a:avLst/>
              <a:gdLst>
                <a:gd name="T0" fmla="*/ 5 w 15"/>
                <a:gd name="T1" fmla="*/ 76 h 29"/>
                <a:gd name="T2" fmla="*/ 34 w 15"/>
                <a:gd name="T3" fmla="*/ 0 h 29"/>
                <a:gd name="T4" fmla="*/ 5 w 15"/>
                <a:gd name="T5" fmla="*/ 6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1" y="18"/>
                  </a:moveTo>
                  <a:cubicBezTo>
                    <a:pt x="13" y="29"/>
                    <a:pt x="15" y="6"/>
                    <a:pt x="8" y="0"/>
                  </a:cubicBezTo>
                  <a:cubicBezTo>
                    <a:pt x="1" y="1"/>
                    <a:pt x="0" y="9"/>
                    <a:pt x="1" y="1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2" name="Freeform 341">
              <a:extLst>
                <a:ext uri="{FF2B5EF4-FFF2-40B4-BE49-F238E27FC236}">
                  <a16:creationId xmlns:a16="http://schemas.microsoft.com/office/drawing/2014/main" id="{6E70427C-E1A6-46E8-98FF-F8E8367B5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187"/>
              <a:ext cx="63" cy="58"/>
            </a:xfrm>
            <a:custGeom>
              <a:avLst/>
              <a:gdLst>
                <a:gd name="T0" fmla="*/ 42 w 39"/>
                <a:gd name="T1" fmla="*/ 150 h 36"/>
                <a:gd name="T2" fmla="*/ 26 w 39"/>
                <a:gd name="T3" fmla="*/ 122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6">
                  <a:moveTo>
                    <a:pt x="10" y="36"/>
                  </a:moveTo>
                  <a:cubicBezTo>
                    <a:pt x="39" y="34"/>
                    <a:pt x="0" y="0"/>
                    <a:pt x="6" y="2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3" name="Freeform 342">
              <a:extLst>
                <a:ext uri="{FF2B5EF4-FFF2-40B4-BE49-F238E27FC236}">
                  <a16:creationId xmlns:a16="http://schemas.microsoft.com/office/drawing/2014/main" id="{CC36992E-756F-4D7C-B35D-539B59BB8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248"/>
              <a:ext cx="21" cy="29"/>
            </a:xfrm>
            <a:custGeom>
              <a:avLst/>
              <a:gdLst>
                <a:gd name="T0" fmla="*/ 13 w 13"/>
                <a:gd name="T1" fmla="*/ 60 h 18"/>
                <a:gd name="T2" fmla="*/ 55 w 13"/>
                <a:gd name="T3" fmla="*/ 26 h 18"/>
                <a:gd name="T4" fmla="*/ 0 w 13"/>
                <a:gd name="T5" fmla="*/ 4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3" y="14"/>
                  </a:moveTo>
                  <a:cubicBezTo>
                    <a:pt x="5" y="18"/>
                    <a:pt x="11" y="10"/>
                    <a:pt x="13" y="6"/>
                  </a:cubicBezTo>
                  <a:cubicBezTo>
                    <a:pt x="8" y="0"/>
                    <a:pt x="0" y="3"/>
                    <a:pt x="0" y="1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4" name="Freeform 343">
              <a:extLst>
                <a:ext uri="{FF2B5EF4-FFF2-40B4-BE49-F238E27FC236}">
                  <a16:creationId xmlns:a16="http://schemas.microsoft.com/office/drawing/2014/main" id="{12A7BAB2-188C-4EC4-9484-F05B3CC20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258"/>
              <a:ext cx="23" cy="21"/>
            </a:xfrm>
            <a:custGeom>
              <a:avLst/>
              <a:gdLst>
                <a:gd name="T0" fmla="*/ 35 w 14"/>
                <a:gd name="T1" fmla="*/ 55 h 13"/>
                <a:gd name="T2" fmla="*/ 0 w 14"/>
                <a:gd name="T3" fmla="*/ 4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8" y="13"/>
                  </a:moveTo>
                  <a:cubicBezTo>
                    <a:pt x="14" y="8"/>
                    <a:pt x="0" y="0"/>
                    <a:pt x="0" y="1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5" name="Freeform 344">
              <a:extLst>
                <a:ext uri="{FF2B5EF4-FFF2-40B4-BE49-F238E27FC236}">
                  <a16:creationId xmlns:a16="http://schemas.microsoft.com/office/drawing/2014/main" id="{8BD45DC4-0848-4D68-BF91-6D5E2EF29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216"/>
              <a:ext cx="10" cy="13"/>
            </a:xfrm>
            <a:custGeom>
              <a:avLst/>
              <a:gdLst>
                <a:gd name="T0" fmla="*/ 8 w 6"/>
                <a:gd name="T1" fmla="*/ 18 h 8"/>
                <a:gd name="T2" fmla="*/ 13 w 6"/>
                <a:gd name="T3" fmla="*/ 34 h 8"/>
                <a:gd name="T4" fmla="*/ 5 w 6"/>
                <a:gd name="T5" fmla="*/ 0 h 8"/>
                <a:gd name="T6" fmla="*/ 0 w 6"/>
                <a:gd name="T7" fmla="*/ 1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3" y="6"/>
                    <a:pt x="1" y="7"/>
                    <a:pt x="3" y="8"/>
                  </a:cubicBezTo>
                  <a:cubicBezTo>
                    <a:pt x="6" y="4"/>
                    <a:pt x="6" y="1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6" name="Freeform 345">
              <a:extLst>
                <a:ext uri="{FF2B5EF4-FFF2-40B4-BE49-F238E27FC236}">
                  <a16:creationId xmlns:a16="http://schemas.microsoft.com/office/drawing/2014/main" id="{4651BFD3-03FB-4351-AFD8-DDC7DA37F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277"/>
              <a:ext cx="24" cy="28"/>
            </a:xfrm>
            <a:custGeom>
              <a:avLst/>
              <a:gdLst>
                <a:gd name="T0" fmla="*/ 16 w 15"/>
                <a:gd name="T1" fmla="*/ 58 h 17"/>
                <a:gd name="T2" fmla="*/ 42 w 15"/>
                <a:gd name="T3" fmla="*/ 33 h 17"/>
                <a:gd name="T4" fmla="*/ 21 w 15"/>
                <a:gd name="T5" fmla="*/ 7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4" y="13"/>
                  </a:moveTo>
                  <a:cubicBezTo>
                    <a:pt x="8" y="17"/>
                    <a:pt x="15" y="13"/>
                    <a:pt x="10" y="7"/>
                  </a:cubicBezTo>
                  <a:cubicBezTo>
                    <a:pt x="4" y="0"/>
                    <a:pt x="0" y="10"/>
                    <a:pt x="5" y="1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7" name="Freeform 346">
              <a:extLst>
                <a:ext uri="{FF2B5EF4-FFF2-40B4-BE49-F238E27FC236}">
                  <a16:creationId xmlns:a16="http://schemas.microsoft.com/office/drawing/2014/main" id="{8E86947B-8EAB-4425-98C4-35DF2A381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298"/>
              <a:ext cx="17" cy="21"/>
            </a:xfrm>
            <a:custGeom>
              <a:avLst/>
              <a:gdLst>
                <a:gd name="T0" fmla="*/ 8 w 11"/>
                <a:gd name="T1" fmla="*/ 42 h 13"/>
                <a:gd name="T2" fmla="*/ 5 w 11"/>
                <a:gd name="T3" fmla="*/ 5 h 13"/>
                <a:gd name="T4" fmla="*/ 8 w 11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2" y="10"/>
                  </a:moveTo>
                  <a:cubicBezTo>
                    <a:pt x="11" y="13"/>
                    <a:pt x="10" y="0"/>
                    <a:pt x="1" y="1"/>
                  </a:cubicBezTo>
                  <a:cubicBezTo>
                    <a:pt x="0" y="3"/>
                    <a:pt x="1" y="3"/>
                    <a:pt x="2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8" name="Freeform 347">
              <a:extLst>
                <a:ext uri="{FF2B5EF4-FFF2-40B4-BE49-F238E27FC236}">
                  <a16:creationId xmlns:a16="http://schemas.microsoft.com/office/drawing/2014/main" id="{0455B18A-8974-4339-81C8-58A7271F9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253"/>
              <a:ext cx="15" cy="13"/>
            </a:xfrm>
            <a:custGeom>
              <a:avLst/>
              <a:gdLst>
                <a:gd name="T0" fmla="*/ 42 w 9"/>
                <a:gd name="T1" fmla="*/ 34 h 8"/>
                <a:gd name="T2" fmla="*/ 8 w 9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7" y="1"/>
                    <a:pt x="0" y="0"/>
                    <a:pt x="2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9" name="Freeform 348">
              <a:extLst>
                <a:ext uri="{FF2B5EF4-FFF2-40B4-BE49-F238E27FC236}">
                  <a16:creationId xmlns:a16="http://schemas.microsoft.com/office/drawing/2014/main" id="{0F8CCFCA-F7EE-463E-B5B2-EA3F1CB41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268"/>
              <a:ext cx="4" cy="8"/>
            </a:xfrm>
            <a:custGeom>
              <a:avLst/>
              <a:gdLst>
                <a:gd name="T0" fmla="*/ 0 w 3"/>
                <a:gd name="T1" fmla="*/ 21 h 5"/>
                <a:gd name="T2" fmla="*/ 1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3" y="4"/>
                    <a:pt x="3" y="2"/>
                    <a:pt x="1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0" name="Freeform 349">
              <a:extLst>
                <a:ext uri="{FF2B5EF4-FFF2-40B4-BE49-F238E27FC236}">
                  <a16:creationId xmlns:a16="http://schemas.microsoft.com/office/drawing/2014/main" id="{8EF6330C-9794-45A6-8ECA-B8BDA6744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001"/>
              <a:ext cx="21" cy="34"/>
            </a:xfrm>
            <a:custGeom>
              <a:avLst/>
              <a:gdLst>
                <a:gd name="T0" fmla="*/ 13 w 13"/>
                <a:gd name="T1" fmla="*/ 39 h 21"/>
                <a:gd name="T2" fmla="*/ 0 w 13"/>
                <a:gd name="T3" fmla="*/ 42 h 21"/>
                <a:gd name="T4" fmla="*/ 5 w 13"/>
                <a:gd name="T5" fmla="*/ 2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3" y="9"/>
                  </a:moveTo>
                  <a:cubicBezTo>
                    <a:pt x="2" y="8"/>
                    <a:pt x="1" y="9"/>
                    <a:pt x="0" y="10"/>
                  </a:cubicBezTo>
                  <a:cubicBezTo>
                    <a:pt x="9" y="21"/>
                    <a:pt x="13" y="0"/>
                    <a:pt x="1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1" name="Freeform 350">
              <a:extLst>
                <a:ext uri="{FF2B5EF4-FFF2-40B4-BE49-F238E27FC236}">
                  <a16:creationId xmlns:a16="http://schemas.microsoft.com/office/drawing/2014/main" id="{F4BD8C2A-1171-4986-8710-D0FA7B04F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003"/>
              <a:ext cx="13" cy="13"/>
            </a:xfrm>
            <a:custGeom>
              <a:avLst/>
              <a:gdLst>
                <a:gd name="T0" fmla="*/ 13 w 8"/>
                <a:gd name="T1" fmla="*/ 34 h 8"/>
                <a:gd name="T2" fmla="*/ 26 w 8"/>
                <a:gd name="T3" fmla="*/ 29 h 8"/>
                <a:gd name="T4" fmla="*/ 34 w 8"/>
                <a:gd name="T5" fmla="*/ 8 h 8"/>
                <a:gd name="T6" fmla="*/ 5 w 8"/>
                <a:gd name="T7" fmla="*/ 2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0" y="6"/>
                    <a:pt x="6" y="7"/>
                    <a:pt x="6" y="7"/>
                  </a:cubicBezTo>
                  <a:cubicBezTo>
                    <a:pt x="7" y="6"/>
                    <a:pt x="7" y="4"/>
                    <a:pt x="8" y="2"/>
                  </a:cubicBezTo>
                  <a:cubicBezTo>
                    <a:pt x="3" y="0"/>
                    <a:pt x="2" y="2"/>
                    <a:pt x="1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2" name="Freeform 351">
              <a:extLst>
                <a:ext uri="{FF2B5EF4-FFF2-40B4-BE49-F238E27FC236}">
                  <a16:creationId xmlns:a16="http://schemas.microsoft.com/office/drawing/2014/main" id="{E47C9FF8-C1A3-4282-81D5-394E51EE1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066"/>
              <a:ext cx="22" cy="40"/>
            </a:xfrm>
            <a:custGeom>
              <a:avLst/>
              <a:gdLst>
                <a:gd name="T0" fmla="*/ 5 w 14"/>
                <a:gd name="T1" fmla="*/ 102 h 25"/>
                <a:gd name="T2" fmla="*/ 47 w 14"/>
                <a:gd name="T3" fmla="*/ 42 h 25"/>
                <a:gd name="T4" fmla="*/ 0 w 14"/>
                <a:gd name="T5" fmla="*/ 7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" y="25"/>
                  </a:moveTo>
                  <a:cubicBezTo>
                    <a:pt x="7" y="24"/>
                    <a:pt x="14" y="16"/>
                    <a:pt x="12" y="10"/>
                  </a:cubicBezTo>
                  <a:cubicBezTo>
                    <a:pt x="8" y="0"/>
                    <a:pt x="0" y="13"/>
                    <a:pt x="0" y="1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3" name="Freeform 352">
              <a:extLst>
                <a:ext uri="{FF2B5EF4-FFF2-40B4-BE49-F238E27FC236}">
                  <a16:creationId xmlns:a16="http://schemas.microsoft.com/office/drawing/2014/main" id="{B1796778-E0F4-4EAB-A9E1-EF8EB41FA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095"/>
              <a:ext cx="24" cy="40"/>
            </a:xfrm>
            <a:custGeom>
              <a:avLst/>
              <a:gdLst>
                <a:gd name="T0" fmla="*/ 0 w 15"/>
                <a:gd name="T1" fmla="*/ 86 h 25"/>
                <a:gd name="T2" fmla="*/ 56 w 15"/>
                <a:gd name="T3" fmla="*/ 46 h 25"/>
                <a:gd name="T4" fmla="*/ 5 w 15"/>
                <a:gd name="T5" fmla="*/ 6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21"/>
                  </a:moveTo>
                  <a:cubicBezTo>
                    <a:pt x="7" y="25"/>
                    <a:pt x="15" y="20"/>
                    <a:pt x="14" y="11"/>
                  </a:cubicBezTo>
                  <a:cubicBezTo>
                    <a:pt x="12" y="0"/>
                    <a:pt x="0" y="5"/>
                    <a:pt x="1" y="1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4" name="Freeform 353">
              <a:extLst>
                <a:ext uri="{FF2B5EF4-FFF2-40B4-BE49-F238E27FC236}">
                  <a16:creationId xmlns:a16="http://schemas.microsoft.com/office/drawing/2014/main" id="{4E1DAF00-40FC-479E-8129-F0670CFB5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189"/>
              <a:ext cx="8" cy="13"/>
            </a:xfrm>
            <a:custGeom>
              <a:avLst/>
              <a:gdLst>
                <a:gd name="T0" fmla="*/ 8 w 5"/>
                <a:gd name="T1" fmla="*/ 0 h 8"/>
                <a:gd name="T2" fmla="*/ 13 w 5"/>
                <a:gd name="T3" fmla="*/ 34 h 8"/>
                <a:gd name="T4" fmla="*/ 13 w 5"/>
                <a:gd name="T5" fmla="*/ 5 h 8"/>
                <a:gd name="T6" fmla="*/ 8 w 5"/>
                <a:gd name="T7" fmla="*/ 1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1" y="3"/>
                    <a:pt x="0" y="6"/>
                    <a:pt x="3" y="8"/>
                  </a:cubicBezTo>
                  <a:cubicBezTo>
                    <a:pt x="5" y="4"/>
                    <a:pt x="5" y="6"/>
                    <a:pt x="3" y="1"/>
                  </a:cubicBezTo>
                  <a:cubicBezTo>
                    <a:pt x="2" y="2"/>
                    <a:pt x="2" y="3"/>
                    <a:pt x="2" y="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5" name="Freeform 354">
              <a:extLst>
                <a:ext uri="{FF2B5EF4-FFF2-40B4-BE49-F238E27FC236}">
                  <a16:creationId xmlns:a16="http://schemas.microsoft.com/office/drawing/2014/main" id="{E720EEDE-5E27-4384-9552-17FDF8C8E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271"/>
              <a:ext cx="34" cy="27"/>
            </a:xfrm>
            <a:custGeom>
              <a:avLst/>
              <a:gdLst>
                <a:gd name="T0" fmla="*/ 26 w 21"/>
                <a:gd name="T1" fmla="*/ 60 h 17"/>
                <a:gd name="T2" fmla="*/ 34 w 21"/>
                <a:gd name="T3" fmla="*/ 68 h 17"/>
                <a:gd name="T4" fmla="*/ 29 w 21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6" y="15"/>
                  </a:moveTo>
                  <a:cubicBezTo>
                    <a:pt x="7" y="16"/>
                    <a:pt x="7" y="17"/>
                    <a:pt x="8" y="17"/>
                  </a:cubicBezTo>
                  <a:cubicBezTo>
                    <a:pt x="21" y="7"/>
                    <a:pt x="0" y="0"/>
                    <a:pt x="7" y="1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6" name="Freeform 355">
              <a:extLst>
                <a:ext uri="{FF2B5EF4-FFF2-40B4-BE49-F238E27FC236}">
                  <a16:creationId xmlns:a16="http://schemas.microsoft.com/office/drawing/2014/main" id="{6FE28D2D-487B-4E97-8F07-B607621D8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311"/>
              <a:ext cx="12" cy="12"/>
            </a:xfrm>
            <a:custGeom>
              <a:avLst/>
              <a:gdLst>
                <a:gd name="T0" fmla="*/ 0 w 7"/>
                <a:gd name="T1" fmla="*/ 15 h 7"/>
                <a:gd name="T2" fmla="*/ 29 w 7"/>
                <a:gd name="T3" fmla="*/ 36 h 7"/>
                <a:gd name="T4" fmla="*/ 5 w 7"/>
                <a:gd name="T5" fmla="*/ 5 h 7"/>
                <a:gd name="T6" fmla="*/ 0 w 7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4"/>
                    <a:pt x="1" y="6"/>
                    <a:pt x="6" y="7"/>
                  </a:cubicBezTo>
                  <a:cubicBezTo>
                    <a:pt x="7" y="2"/>
                    <a:pt x="5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7" name="Freeform 356">
              <a:extLst>
                <a:ext uri="{FF2B5EF4-FFF2-40B4-BE49-F238E27FC236}">
                  <a16:creationId xmlns:a16="http://schemas.microsoft.com/office/drawing/2014/main" id="{8D0CBA0B-C369-48C6-9EB2-53312B742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189"/>
              <a:ext cx="26" cy="25"/>
            </a:xfrm>
            <a:custGeom>
              <a:avLst/>
              <a:gdLst>
                <a:gd name="T0" fmla="*/ 18 w 16"/>
                <a:gd name="T1" fmla="*/ 42 h 16"/>
                <a:gd name="T2" fmla="*/ 55 w 16"/>
                <a:gd name="T3" fmla="*/ 47 h 16"/>
                <a:gd name="T4" fmla="*/ 0 w 16"/>
                <a:gd name="T5" fmla="*/ 4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4" y="11"/>
                  </a:moveTo>
                  <a:cubicBezTo>
                    <a:pt x="7" y="13"/>
                    <a:pt x="11" y="16"/>
                    <a:pt x="13" y="12"/>
                  </a:cubicBezTo>
                  <a:cubicBezTo>
                    <a:pt x="16" y="8"/>
                    <a:pt x="0" y="0"/>
                    <a:pt x="0" y="1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8" name="Freeform 357">
              <a:extLst>
                <a:ext uri="{FF2B5EF4-FFF2-40B4-BE49-F238E27FC236}">
                  <a16:creationId xmlns:a16="http://schemas.microsoft.com/office/drawing/2014/main" id="{F508741F-A0C1-461C-B52A-A366A0207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184"/>
              <a:ext cx="7" cy="10"/>
            </a:xfrm>
            <a:custGeom>
              <a:avLst/>
              <a:gdLst>
                <a:gd name="T0" fmla="*/ 0 w 4"/>
                <a:gd name="T1" fmla="*/ 28 h 6"/>
                <a:gd name="T2" fmla="*/ 21 w 4"/>
                <a:gd name="T3" fmla="*/ 28 h 6"/>
                <a:gd name="T4" fmla="*/ 12 w 4"/>
                <a:gd name="T5" fmla="*/ 0 h 6"/>
                <a:gd name="T6" fmla="*/ 7 w 4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6"/>
                    <a:pt x="2" y="6"/>
                    <a:pt x="4" y="6"/>
                  </a:cubicBezTo>
                  <a:cubicBezTo>
                    <a:pt x="4" y="3"/>
                    <a:pt x="4" y="3"/>
                    <a:pt x="2" y="0"/>
                  </a:cubicBezTo>
                  <a:cubicBezTo>
                    <a:pt x="0" y="1"/>
                    <a:pt x="1" y="2"/>
                    <a:pt x="1" y="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9" name="Freeform 358">
              <a:extLst>
                <a:ext uri="{FF2B5EF4-FFF2-40B4-BE49-F238E27FC236}">
                  <a16:creationId xmlns:a16="http://schemas.microsoft.com/office/drawing/2014/main" id="{A5B3A7D9-24AA-4C02-B0D1-310BD69FC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003"/>
              <a:ext cx="26" cy="30"/>
            </a:xfrm>
            <a:custGeom>
              <a:avLst/>
              <a:gdLst>
                <a:gd name="T0" fmla="*/ 5 w 16"/>
                <a:gd name="T1" fmla="*/ 52 h 19"/>
                <a:gd name="T2" fmla="*/ 60 w 16"/>
                <a:gd name="T3" fmla="*/ 47 h 19"/>
                <a:gd name="T4" fmla="*/ 0 w 16"/>
                <a:gd name="T5" fmla="*/ 3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1" y="13"/>
                  </a:moveTo>
                  <a:cubicBezTo>
                    <a:pt x="5" y="16"/>
                    <a:pt x="13" y="19"/>
                    <a:pt x="14" y="12"/>
                  </a:cubicBezTo>
                  <a:cubicBezTo>
                    <a:pt x="16" y="3"/>
                    <a:pt x="0" y="0"/>
                    <a:pt x="0" y="1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0" name="Freeform 359">
              <a:extLst>
                <a:ext uri="{FF2B5EF4-FFF2-40B4-BE49-F238E27FC236}">
                  <a16:creationId xmlns:a16="http://schemas.microsoft.com/office/drawing/2014/main" id="{AFEA08DD-62FB-4A00-8EDC-0E4A0AA34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964"/>
              <a:ext cx="32" cy="32"/>
            </a:xfrm>
            <a:custGeom>
              <a:avLst/>
              <a:gdLst>
                <a:gd name="T0" fmla="*/ 0 w 20"/>
                <a:gd name="T1" fmla="*/ 34 h 20"/>
                <a:gd name="T2" fmla="*/ 61 w 20"/>
                <a:gd name="T3" fmla="*/ 54 h 20"/>
                <a:gd name="T4" fmla="*/ 5 w 20"/>
                <a:gd name="T5" fmla="*/ 4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0">
                  <a:moveTo>
                    <a:pt x="0" y="8"/>
                  </a:moveTo>
                  <a:cubicBezTo>
                    <a:pt x="2" y="12"/>
                    <a:pt x="12" y="20"/>
                    <a:pt x="15" y="13"/>
                  </a:cubicBezTo>
                  <a:cubicBezTo>
                    <a:pt x="20" y="5"/>
                    <a:pt x="4" y="0"/>
                    <a:pt x="1" y="1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1" name="Freeform 360">
              <a:extLst>
                <a:ext uri="{FF2B5EF4-FFF2-40B4-BE49-F238E27FC236}">
                  <a16:creationId xmlns:a16="http://schemas.microsoft.com/office/drawing/2014/main" id="{20D79EE3-B3AF-4C0F-8A2D-175FA790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990"/>
              <a:ext cx="22" cy="25"/>
            </a:xfrm>
            <a:custGeom>
              <a:avLst/>
              <a:gdLst>
                <a:gd name="T0" fmla="*/ 13 w 14"/>
                <a:gd name="T1" fmla="*/ 61 h 16"/>
                <a:gd name="T2" fmla="*/ 47 w 14"/>
                <a:gd name="T3" fmla="*/ 31 h 16"/>
                <a:gd name="T4" fmla="*/ 8 w 14"/>
                <a:gd name="T5" fmla="*/ 5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3" y="16"/>
                  </a:moveTo>
                  <a:cubicBezTo>
                    <a:pt x="6" y="16"/>
                    <a:pt x="14" y="13"/>
                    <a:pt x="12" y="8"/>
                  </a:cubicBezTo>
                  <a:cubicBezTo>
                    <a:pt x="10" y="0"/>
                    <a:pt x="0" y="8"/>
                    <a:pt x="2" y="1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2" name="Freeform 361">
              <a:extLst>
                <a:ext uri="{FF2B5EF4-FFF2-40B4-BE49-F238E27FC236}">
                  <a16:creationId xmlns:a16="http://schemas.microsoft.com/office/drawing/2014/main" id="{AE5F3575-177C-4A28-9C92-5A4F1DB1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030"/>
              <a:ext cx="17" cy="29"/>
            </a:xfrm>
            <a:custGeom>
              <a:avLst/>
              <a:gdLst>
                <a:gd name="T0" fmla="*/ 8 w 11"/>
                <a:gd name="T1" fmla="*/ 60 h 18"/>
                <a:gd name="T2" fmla="*/ 40 w 11"/>
                <a:gd name="T3" fmla="*/ 39 h 18"/>
                <a:gd name="T4" fmla="*/ 0 w 11"/>
                <a:gd name="T5" fmla="*/ 3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2" y="14"/>
                  </a:moveTo>
                  <a:cubicBezTo>
                    <a:pt x="6" y="18"/>
                    <a:pt x="11" y="14"/>
                    <a:pt x="11" y="9"/>
                  </a:cubicBezTo>
                  <a:cubicBezTo>
                    <a:pt x="11" y="1"/>
                    <a:pt x="1" y="0"/>
                    <a:pt x="0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3" name="Freeform 362">
              <a:extLst>
                <a:ext uri="{FF2B5EF4-FFF2-40B4-BE49-F238E27FC236}">
                  <a16:creationId xmlns:a16="http://schemas.microsoft.com/office/drawing/2014/main" id="{1FDE54E9-904B-46F6-82AC-6DAD4B37B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038"/>
              <a:ext cx="16" cy="18"/>
            </a:xfrm>
            <a:custGeom>
              <a:avLst/>
              <a:gdLst>
                <a:gd name="T0" fmla="*/ 16 w 10"/>
                <a:gd name="T1" fmla="*/ 43 h 11"/>
                <a:gd name="T2" fmla="*/ 13 w 10"/>
                <a:gd name="T3" fmla="*/ 47 h 11"/>
                <a:gd name="T4" fmla="*/ 8 w 10"/>
                <a:gd name="T5" fmla="*/ 0 h 11"/>
                <a:gd name="T6" fmla="*/ 5 w 10"/>
                <a:gd name="T7" fmla="*/ 4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4" y="10"/>
                  </a:moveTo>
                  <a:cubicBezTo>
                    <a:pt x="3" y="11"/>
                    <a:pt x="0" y="10"/>
                    <a:pt x="3" y="11"/>
                  </a:cubicBezTo>
                  <a:cubicBezTo>
                    <a:pt x="10" y="10"/>
                    <a:pt x="9" y="1"/>
                    <a:pt x="2" y="0"/>
                  </a:cubicBezTo>
                  <a:cubicBezTo>
                    <a:pt x="0" y="3"/>
                    <a:pt x="0" y="6"/>
                    <a:pt x="1" y="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4" name="Freeform 363">
              <a:extLst>
                <a:ext uri="{FF2B5EF4-FFF2-40B4-BE49-F238E27FC236}">
                  <a16:creationId xmlns:a16="http://schemas.microsoft.com/office/drawing/2014/main" id="{6F340482-8E0D-4CE4-B072-86A6D4C99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075"/>
              <a:ext cx="19" cy="32"/>
            </a:xfrm>
            <a:custGeom>
              <a:avLst/>
              <a:gdLst>
                <a:gd name="T0" fmla="*/ 8 w 12"/>
                <a:gd name="T1" fmla="*/ 48 h 20"/>
                <a:gd name="T2" fmla="*/ 5 w 12"/>
                <a:gd name="T3" fmla="*/ 8 h 20"/>
                <a:gd name="T4" fmla="*/ 16 w 12"/>
                <a:gd name="T5" fmla="*/ 4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2" y="12"/>
                  </a:moveTo>
                  <a:cubicBezTo>
                    <a:pt x="12" y="20"/>
                    <a:pt x="12" y="0"/>
                    <a:pt x="1" y="2"/>
                  </a:cubicBezTo>
                  <a:cubicBezTo>
                    <a:pt x="0" y="5"/>
                    <a:pt x="1" y="8"/>
                    <a:pt x="4" y="1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5" name="Freeform 364">
              <a:extLst>
                <a:ext uri="{FF2B5EF4-FFF2-40B4-BE49-F238E27FC236}">
                  <a16:creationId xmlns:a16="http://schemas.microsoft.com/office/drawing/2014/main" id="{1AF3A226-39A7-45E8-9094-1D911B739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083"/>
              <a:ext cx="32" cy="47"/>
            </a:xfrm>
            <a:custGeom>
              <a:avLst/>
              <a:gdLst>
                <a:gd name="T0" fmla="*/ 16 w 20"/>
                <a:gd name="T1" fmla="*/ 97 h 29"/>
                <a:gd name="T2" fmla="*/ 0 w 20"/>
                <a:gd name="T3" fmla="*/ 3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9">
                  <a:moveTo>
                    <a:pt x="4" y="23"/>
                  </a:moveTo>
                  <a:cubicBezTo>
                    <a:pt x="20" y="29"/>
                    <a:pt x="5" y="0"/>
                    <a:pt x="0" y="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6" name="Freeform 365">
              <a:extLst>
                <a:ext uri="{FF2B5EF4-FFF2-40B4-BE49-F238E27FC236}">
                  <a16:creationId xmlns:a16="http://schemas.microsoft.com/office/drawing/2014/main" id="{33D2DC50-F587-45C8-B173-31C487065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049"/>
              <a:ext cx="13" cy="18"/>
            </a:xfrm>
            <a:custGeom>
              <a:avLst/>
              <a:gdLst>
                <a:gd name="T0" fmla="*/ 5 w 8"/>
                <a:gd name="T1" fmla="*/ 34 h 11"/>
                <a:gd name="T2" fmla="*/ 21 w 8"/>
                <a:gd name="T3" fmla="*/ 47 h 11"/>
                <a:gd name="T4" fmla="*/ 21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1" y="8"/>
                  </a:moveTo>
                  <a:cubicBezTo>
                    <a:pt x="0" y="5"/>
                    <a:pt x="4" y="10"/>
                    <a:pt x="5" y="11"/>
                  </a:cubicBezTo>
                  <a:cubicBezTo>
                    <a:pt x="7" y="8"/>
                    <a:pt x="8" y="2"/>
                    <a:pt x="5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7" name="Freeform 366">
              <a:extLst>
                <a:ext uri="{FF2B5EF4-FFF2-40B4-BE49-F238E27FC236}">
                  <a16:creationId xmlns:a16="http://schemas.microsoft.com/office/drawing/2014/main" id="{5BEB3D18-031C-4FFE-9EEE-EF1944897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006"/>
              <a:ext cx="13" cy="18"/>
            </a:xfrm>
            <a:custGeom>
              <a:avLst/>
              <a:gdLst>
                <a:gd name="T0" fmla="*/ 0 w 8"/>
                <a:gd name="T1" fmla="*/ 29 h 11"/>
                <a:gd name="T2" fmla="*/ 26 w 8"/>
                <a:gd name="T3" fmla="*/ 0 h 11"/>
                <a:gd name="T4" fmla="*/ 5 w 8"/>
                <a:gd name="T5" fmla="*/ 4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0" y="7"/>
                  </a:moveTo>
                  <a:cubicBezTo>
                    <a:pt x="4" y="11"/>
                    <a:pt x="8" y="5"/>
                    <a:pt x="6" y="0"/>
                  </a:cubicBezTo>
                  <a:cubicBezTo>
                    <a:pt x="1" y="1"/>
                    <a:pt x="0" y="6"/>
                    <a:pt x="1" y="1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8" name="Freeform 367">
              <a:extLst>
                <a:ext uri="{FF2B5EF4-FFF2-40B4-BE49-F238E27FC236}">
                  <a16:creationId xmlns:a16="http://schemas.microsoft.com/office/drawing/2014/main" id="{3BBDF446-644F-4223-939F-B4E7BF3FE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140"/>
              <a:ext cx="9" cy="9"/>
            </a:xfrm>
            <a:custGeom>
              <a:avLst/>
              <a:gdLst>
                <a:gd name="T0" fmla="*/ 0 w 6"/>
                <a:gd name="T1" fmla="*/ 8 h 6"/>
                <a:gd name="T2" fmla="*/ 21 w 6"/>
                <a:gd name="T3" fmla="*/ 21 h 6"/>
                <a:gd name="T4" fmla="*/ 14 w 6"/>
                <a:gd name="T5" fmla="*/ 0 h 6"/>
                <a:gd name="T6" fmla="*/ 12 w 6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4"/>
                    <a:pt x="3" y="6"/>
                    <a:pt x="6" y="6"/>
                  </a:cubicBezTo>
                  <a:cubicBezTo>
                    <a:pt x="6" y="3"/>
                    <a:pt x="6" y="2"/>
                    <a:pt x="4" y="0"/>
                  </a:cubicBezTo>
                  <a:cubicBezTo>
                    <a:pt x="3" y="1"/>
                    <a:pt x="3" y="2"/>
                    <a:pt x="3" y="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9" name="Freeform 368">
              <a:extLst>
                <a:ext uri="{FF2B5EF4-FFF2-40B4-BE49-F238E27FC236}">
                  <a16:creationId xmlns:a16="http://schemas.microsoft.com/office/drawing/2014/main" id="{74B33856-3958-4B74-BDAE-CFF56C7B2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396"/>
              <a:ext cx="19" cy="25"/>
            </a:xfrm>
            <a:custGeom>
              <a:avLst/>
              <a:gdLst>
                <a:gd name="T0" fmla="*/ 8 w 12"/>
                <a:gd name="T1" fmla="*/ 42 h 15"/>
                <a:gd name="T2" fmla="*/ 0 w 12"/>
                <a:gd name="T3" fmla="*/ 47 h 15"/>
                <a:gd name="T4" fmla="*/ 35 w 12"/>
                <a:gd name="T5" fmla="*/ 47 h 15"/>
                <a:gd name="T6" fmla="*/ 21 w 12"/>
                <a:gd name="T7" fmla="*/ 3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2" y="9"/>
                  </a:moveTo>
                  <a:cubicBezTo>
                    <a:pt x="1" y="9"/>
                    <a:pt x="0" y="9"/>
                    <a:pt x="0" y="10"/>
                  </a:cubicBezTo>
                  <a:cubicBezTo>
                    <a:pt x="2" y="15"/>
                    <a:pt x="7" y="15"/>
                    <a:pt x="9" y="10"/>
                  </a:cubicBezTo>
                  <a:cubicBezTo>
                    <a:pt x="12" y="5"/>
                    <a:pt x="5" y="0"/>
                    <a:pt x="5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0" name="Freeform 369">
              <a:extLst>
                <a:ext uri="{FF2B5EF4-FFF2-40B4-BE49-F238E27FC236}">
                  <a16:creationId xmlns:a16="http://schemas.microsoft.com/office/drawing/2014/main" id="{6A09A548-3D28-4507-9BB0-402135F1F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453"/>
              <a:ext cx="23" cy="22"/>
            </a:xfrm>
            <a:custGeom>
              <a:avLst/>
              <a:gdLst>
                <a:gd name="T0" fmla="*/ 0 w 14"/>
                <a:gd name="T1" fmla="*/ 14 h 14"/>
                <a:gd name="T2" fmla="*/ 43 w 14"/>
                <a:gd name="T3" fmla="*/ 31 h 14"/>
                <a:gd name="T4" fmla="*/ 21 w 14"/>
                <a:gd name="T5" fmla="*/ 3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4"/>
                  </a:moveTo>
                  <a:cubicBezTo>
                    <a:pt x="0" y="9"/>
                    <a:pt x="6" y="14"/>
                    <a:pt x="10" y="8"/>
                  </a:cubicBezTo>
                  <a:cubicBezTo>
                    <a:pt x="14" y="1"/>
                    <a:pt x="3" y="0"/>
                    <a:pt x="5" y="1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1" name="Freeform 370">
              <a:extLst>
                <a:ext uri="{FF2B5EF4-FFF2-40B4-BE49-F238E27FC236}">
                  <a16:creationId xmlns:a16="http://schemas.microsoft.com/office/drawing/2014/main" id="{01065565-6B52-4E70-BFD8-E95B0008C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446"/>
              <a:ext cx="6" cy="8"/>
            </a:xfrm>
            <a:custGeom>
              <a:avLst/>
              <a:gdLst>
                <a:gd name="T0" fmla="*/ 5 w 4"/>
                <a:gd name="T1" fmla="*/ 13 h 5"/>
                <a:gd name="T2" fmla="*/ 14 w 4"/>
                <a:gd name="T3" fmla="*/ 16 h 5"/>
                <a:gd name="T4" fmla="*/ 14 w 4"/>
                <a:gd name="T5" fmla="*/ 0 h 5"/>
                <a:gd name="T6" fmla="*/ 5 w 4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3"/>
                  </a:moveTo>
                  <a:cubicBezTo>
                    <a:pt x="2" y="4"/>
                    <a:pt x="0" y="5"/>
                    <a:pt x="4" y="4"/>
                  </a:cubicBezTo>
                  <a:cubicBezTo>
                    <a:pt x="4" y="3"/>
                    <a:pt x="4" y="1"/>
                    <a:pt x="4" y="0"/>
                  </a:cubicBezTo>
                  <a:cubicBezTo>
                    <a:pt x="1" y="0"/>
                    <a:pt x="1" y="2"/>
                    <a:pt x="1" y="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2" name="Freeform 371">
              <a:extLst>
                <a:ext uri="{FF2B5EF4-FFF2-40B4-BE49-F238E27FC236}">
                  <a16:creationId xmlns:a16="http://schemas.microsoft.com/office/drawing/2014/main" id="{AFE9ACA3-AB0C-41C1-8054-E7DC1509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488"/>
              <a:ext cx="19" cy="34"/>
            </a:xfrm>
            <a:custGeom>
              <a:avLst/>
              <a:gdLst>
                <a:gd name="T0" fmla="*/ 8 w 12"/>
                <a:gd name="T1" fmla="*/ 63 h 21"/>
                <a:gd name="T2" fmla="*/ 0 w 12"/>
                <a:gd name="T3" fmla="*/ 73 h 21"/>
                <a:gd name="T4" fmla="*/ 43 w 12"/>
                <a:gd name="T5" fmla="*/ 39 h 21"/>
                <a:gd name="T6" fmla="*/ 21 w 12"/>
                <a:gd name="T7" fmla="*/ 6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2" y="15"/>
                  </a:moveTo>
                  <a:cubicBezTo>
                    <a:pt x="1" y="15"/>
                    <a:pt x="0" y="16"/>
                    <a:pt x="0" y="17"/>
                  </a:cubicBezTo>
                  <a:cubicBezTo>
                    <a:pt x="5" y="21"/>
                    <a:pt x="12" y="15"/>
                    <a:pt x="11" y="9"/>
                  </a:cubicBezTo>
                  <a:cubicBezTo>
                    <a:pt x="8" y="0"/>
                    <a:pt x="2" y="8"/>
                    <a:pt x="5" y="1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3" name="Freeform 372">
              <a:extLst>
                <a:ext uri="{FF2B5EF4-FFF2-40B4-BE49-F238E27FC236}">
                  <a16:creationId xmlns:a16="http://schemas.microsoft.com/office/drawing/2014/main" id="{ADD9E269-1DA3-47CA-9C56-6A540FF5A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485"/>
              <a:ext cx="15" cy="29"/>
            </a:xfrm>
            <a:custGeom>
              <a:avLst/>
              <a:gdLst>
                <a:gd name="T0" fmla="*/ 0 w 9"/>
                <a:gd name="T1" fmla="*/ 55 h 18"/>
                <a:gd name="T2" fmla="*/ 8 w 9"/>
                <a:gd name="T3" fmla="*/ 0 h 18"/>
                <a:gd name="T4" fmla="*/ 0 w 9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13"/>
                  </a:moveTo>
                  <a:cubicBezTo>
                    <a:pt x="0" y="18"/>
                    <a:pt x="9" y="6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4" name="Freeform 373">
              <a:extLst>
                <a:ext uri="{FF2B5EF4-FFF2-40B4-BE49-F238E27FC236}">
                  <a16:creationId xmlns:a16="http://schemas.microsoft.com/office/drawing/2014/main" id="{C244B215-F60C-4168-9A88-ABD257C43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419"/>
              <a:ext cx="8" cy="16"/>
            </a:xfrm>
            <a:custGeom>
              <a:avLst/>
              <a:gdLst>
                <a:gd name="T0" fmla="*/ 0 w 5"/>
                <a:gd name="T1" fmla="*/ 29 h 10"/>
                <a:gd name="T2" fmla="*/ 0 w 5"/>
                <a:gd name="T3" fmla="*/ 42 h 10"/>
                <a:gd name="T4" fmla="*/ 5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0" y="7"/>
                  </a:moveTo>
                  <a:cubicBezTo>
                    <a:pt x="0" y="8"/>
                    <a:pt x="0" y="9"/>
                    <a:pt x="0" y="10"/>
                  </a:cubicBezTo>
                  <a:cubicBezTo>
                    <a:pt x="4" y="9"/>
                    <a:pt x="5" y="1"/>
                    <a:pt x="1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5" name="Freeform 374">
              <a:extLst>
                <a:ext uri="{FF2B5EF4-FFF2-40B4-BE49-F238E27FC236}">
                  <a16:creationId xmlns:a16="http://schemas.microsoft.com/office/drawing/2014/main" id="{2259F625-BCBA-4368-83D2-F82E09A44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461"/>
              <a:ext cx="5" cy="3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6" name="Freeform 375">
              <a:extLst>
                <a:ext uri="{FF2B5EF4-FFF2-40B4-BE49-F238E27FC236}">
                  <a16:creationId xmlns:a16="http://schemas.microsoft.com/office/drawing/2014/main" id="{761BE152-2CDF-472D-AF15-A598B9DAA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391"/>
              <a:ext cx="10" cy="17"/>
            </a:xfrm>
            <a:custGeom>
              <a:avLst/>
              <a:gdLst>
                <a:gd name="T0" fmla="*/ 28 w 6"/>
                <a:gd name="T1" fmla="*/ 34 h 10"/>
                <a:gd name="T2" fmla="*/ 13 w 6"/>
                <a:gd name="T3" fmla="*/ 41 h 10"/>
                <a:gd name="T4" fmla="*/ 13 w 6"/>
                <a:gd name="T5" fmla="*/ 49 h 10"/>
                <a:gd name="T6" fmla="*/ 22 w 6"/>
                <a:gd name="T7" fmla="*/ 49 h 10"/>
                <a:gd name="T8" fmla="*/ 0 w 6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6" y="7"/>
                  </a:moveTo>
                  <a:cubicBezTo>
                    <a:pt x="5" y="7"/>
                    <a:pt x="4" y="7"/>
                    <a:pt x="3" y="8"/>
                  </a:cubicBezTo>
                  <a:cubicBezTo>
                    <a:pt x="3" y="8"/>
                    <a:pt x="2" y="9"/>
                    <a:pt x="3" y="10"/>
                  </a:cubicBezTo>
                  <a:cubicBezTo>
                    <a:pt x="3" y="10"/>
                    <a:pt x="5" y="10"/>
                    <a:pt x="5" y="10"/>
                  </a:cubicBezTo>
                  <a:cubicBezTo>
                    <a:pt x="6" y="4"/>
                    <a:pt x="0" y="0"/>
                    <a:pt x="0" y="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7" name="Freeform 376">
              <a:extLst>
                <a:ext uri="{FF2B5EF4-FFF2-40B4-BE49-F238E27FC236}">
                  <a16:creationId xmlns:a16="http://schemas.microsoft.com/office/drawing/2014/main" id="{6B71046E-CAF6-47C0-8871-0AC9B2015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535"/>
              <a:ext cx="18" cy="23"/>
            </a:xfrm>
            <a:custGeom>
              <a:avLst/>
              <a:gdLst>
                <a:gd name="T0" fmla="*/ 5 w 11"/>
                <a:gd name="T1" fmla="*/ 43 h 14"/>
                <a:gd name="T2" fmla="*/ 43 w 11"/>
                <a:gd name="T3" fmla="*/ 35 h 14"/>
                <a:gd name="T4" fmla="*/ 0 w 11"/>
                <a:gd name="T5" fmla="*/ 3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10"/>
                  </a:moveTo>
                  <a:cubicBezTo>
                    <a:pt x="4" y="14"/>
                    <a:pt x="9" y="14"/>
                    <a:pt x="10" y="8"/>
                  </a:cubicBezTo>
                  <a:cubicBezTo>
                    <a:pt x="11" y="0"/>
                    <a:pt x="1" y="1"/>
                    <a:pt x="0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8" name="Freeform 377">
              <a:extLst>
                <a:ext uri="{FF2B5EF4-FFF2-40B4-BE49-F238E27FC236}">
                  <a16:creationId xmlns:a16="http://schemas.microsoft.com/office/drawing/2014/main" id="{7B4CFD68-F7B3-4B0E-9CC8-46573DB07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630"/>
              <a:ext cx="38" cy="26"/>
            </a:xfrm>
            <a:custGeom>
              <a:avLst/>
              <a:gdLst>
                <a:gd name="T0" fmla="*/ 28 w 23"/>
                <a:gd name="T1" fmla="*/ 8 h 16"/>
                <a:gd name="T2" fmla="*/ 46 w 23"/>
                <a:gd name="T3" fmla="*/ 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6">
                  <a:moveTo>
                    <a:pt x="6" y="2"/>
                  </a:moveTo>
                  <a:cubicBezTo>
                    <a:pt x="0" y="16"/>
                    <a:pt x="23" y="0"/>
                    <a:pt x="10" y="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9" name="Freeform 378">
              <a:extLst>
                <a:ext uri="{FF2B5EF4-FFF2-40B4-BE49-F238E27FC236}">
                  <a16:creationId xmlns:a16="http://schemas.microsoft.com/office/drawing/2014/main" id="{95611899-B605-44CE-B86F-609105D2F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584"/>
              <a:ext cx="5" cy="1"/>
            </a:xfrm>
            <a:custGeom>
              <a:avLst/>
              <a:gdLst>
                <a:gd name="T0" fmla="*/ 13 w 3"/>
                <a:gd name="T1" fmla="*/ 1 h 1"/>
                <a:gd name="T2" fmla="*/ 0 w 3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0" name="Freeform 379">
              <a:extLst>
                <a:ext uri="{FF2B5EF4-FFF2-40B4-BE49-F238E27FC236}">
                  <a16:creationId xmlns:a16="http://schemas.microsoft.com/office/drawing/2014/main" id="{B2F2E44E-4C38-46D7-A0D8-4931F3746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811"/>
              <a:ext cx="14" cy="26"/>
            </a:xfrm>
            <a:custGeom>
              <a:avLst/>
              <a:gdLst>
                <a:gd name="T0" fmla="*/ 0 w 9"/>
                <a:gd name="T1" fmla="*/ 60 h 16"/>
                <a:gd name="T2" fmla="*/ 34 w 9"/>
                <a:gd name="T3" fmla="*/ 34 h 16"/>
                <a:gd name="T4" fmla="*/ 12 w 9"/>
                <a:gd name="T5" fmla="*/ 2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0" y="14"/>
                  </a:moveTo>
                  <a:cubicBezTo>
                    <a:pt x="6" y="16"/>
                    <a:pt x="9" y="14"/>
                    <a:pt x="9" y="8"/>
                  </a:cubicBezTo>
                  <a:cubicBezTo>
                    <a:pt x="9" y="0"/>
                    <a:pt x="0" y="0"/>
                    <a:pt x="3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1" name="Freeform 380">
              <a:extLst>
                <a:ext uri="{FF2B5EF4-FFF2-40B4-BE49-F238E27FC236}">
                  <a16:creationId xmlns:a16="http://schemas.microsoft.com/office/drawing/2014/main" id="{46F02D89-61F6-47F6-80BE-DD5D81F18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759"/>
              <a:ext cx="16" cy="25"/>
            </a:xfrm>
            <a:custGeom>
              <a:avLst/>
              <a:gdLst>
                <a:gd name="T0" fmla="*/ 13 w 10"/>
                <a:gd name="T1" fmla="*/ 22 h 15"/>
                <a:gd name="T2" fmla="*/ 5 w 10"/>
                <a:gd name="T3" fmla="*/ 47 h 15"/>
                <a:gd name="T4" fmla="*/ 0 w 10"/>
                <a:gd name="T5" fmla="*/ 8 h 15"/>
                <a:gd name="T6" fmla="*/ 0 w 10"/>
                <a:gd name="T7" fmla="*/ 2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3" y="5"/>
                  </a:moveTo>
                  <a:cubicBezTo>
                    <a:pt x="1" y="6"/>
                    <a:pt x="1" y="8"/>
                    <a:pt x="1" y="10"/>
                  </a:cubicBezTo>
                  <a:cubicBezTo>
                    <a:pt x="8" y="15"/>
                    <a:pt x="10" y="0"/>
                    <a:pt x="0" y="2"/>
                  </a:cubicBezTo>
                  <a:cubicBezTo>
                    <a:pt x="0" y="4"/>
                    <a:pt x="0" y="5"/>
                    <a:pt x="0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2" name="Freeform 381">
              <a:extLst>
                <a:ext uri="{FF2B5EF4-FFF2-40B4-BE49-F238E27FC236}">
                  <a16:creationId xmlns:a16="http://schemas.microsoft.com/office/drawing/2014/main" id="{28EF51B0-17F0-4970-A2DF-6EAF3C71D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782"/>
              <a:ext cx="8" cy="8"/>
            </a:xfrm>
            <a:custGeom>
              <a:avLst/>
              <a:gdLst>
                <a:gd name="T0" fmla="*/ 5 w 5"/>
                <a:gd name="T1" fmla="*/ 5 h 5"/>
                <a:gd name="T2" fmla="*/ 13 w 5"/>
                <a:gd name="T3" fmla="*/ 21 h 5"/>
                <a:gd name="T4" fmla="*/ 0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3"/>
                    <a:pt x="2" y="4"/>
                    <a:pt x="3" y="5"/>
                  </a:cubicBezTo>
                  <a:cubicBezTo>
                    <a:pt x="5" y="1"/>
                    <a:pt x="3" y="1"/>
                    <a:pt x="0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3" name="Freeform 382">
              <a:extLst>
                <a:ext uri="{FF2B5EF4-FFF2-40B4-BE49-F238E27FC236}">
                  <a16:creationId xmlns:a16="http://schemas.microsoft.com/office/drawing/2014/main" id="{12A8B97D-A6C4-4D6B-BE98-77701012F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889"/>
              <a:ext cx="10" cy="11"/>
            </a:xfrm>
            <a:custGeom>
              <a:avLst/>
              <a:gdLst>
                <a:gd name="T0" fmla="*/ 5 w 6"/>
                <a:gd name="T1" fmla="*/ 8 h 7"/>
                <a:gd name="T2" fmla="*/ 28 w 6"/>
                <a:gd name="T3" fmla="*/ 20 h 7"/>
                <a:gd name="T4" fmla="*/ 0 w 6"/>
                <a:gd name="T5" fmla="*/ 2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1" y="6"/>
                    <a:pt x="6" y="7"/>
                    <a:pt x="6" y="5"/>
                  </a:cubicBezTo>
                  <a:cubicBezTo>
                    <a:pt x="5" y="0"/>
                    <a:pt x="0" y="1"/>
                    <a:pt x="0" y="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4" name="Freeform 383">
              <a:extLst>
                <a:ext uri="{FF2B5EF4-FFF2-40B4-BE49-F238E27FC236}">
                  <a16:creationId xmlns:a16="http://schemas.microsoft.com/office/drawing/2014/main" id="{E4968E84-184F-4173-BD42-93DF644D3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922"/>
              <a:ext cx="8" cy="5"/>
            </a:xfrm>
            <a:custGeom>
              <a:avLst/>
              <a:gdLst>
                <a:gd name="T0" fmla="*/ 21 w 5"/>
                <a:gd name="T1" fmla="*/ 0 h 3"/>
                <a:gd name="T2" fmla="*/ 0 w 5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1"/>
                    <a:pt x="2" y="2"/>
                    <a:pt x="0" y="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5" name="Freeform 384">
              <a:extLst>
                <a:ext uri="{FF2B5EF4-FFF2-40B4-BE49-F238E27FC236}">
                  <a16:creationId xmlns:a16="http://schemas.microsoft.com/office/drawing/2014/main" id="{625C7E47-02DD-42AE-9B2A-F04567789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052"/>
              <a:ext cx="21" cy="35"/>
            </a:xfrm>
            <a:custGeom>
              <a:avLst/>
              <a:gdLst>
                <a:gd name="T0" fmla="*/ 21 w 13"/>
                <a:gd name="T1" fmla="*/ 64 h 22"/>
                <a:gd name="T2" fmla="*/ 8 w 13"/>
                <a:gd name="T3" fmla="*/ 64 h 22"/>
                <a:gd name="T4" fmla="*/ 50 w 13"/>
                <a:gd name="T5" fmla="*/ 53 h 22"/>
                <a:gd name="T6" fmla="*/ 0 w 13"/>
                <a:gd name="T7" fmla="*/ 8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5" y="16"/>
                  </a:moveTo>
                  <a:cubicBezTo>
                    <a:pt x="4" y="16"/>
                    <a:pt x="2" y="16"/>
                    <a:pt x="2" y="16"/>
                  </a:cubicBezTo>
                  <a:cubicBezTo>
                    <a:pt x="6" y="20"/>
                    <a:pt x="13" y="20"/>
                    <a:pt x="12" y="13"/>
                  </a:cubicBezTo>
                  <a:cubicBezTo>
                    <a:pt x="11" y="0"/>
                    <a:pt x="0" y="15"/>
                    <a:pt x="0" y="2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6" name="Freeform 385">
              <a:extLst>
                <a:ext uri="{FF2B5EF4-FFF2-40B4-BE49-F238E27FC236}">
                  <a16:creationId xmlns:a16="http://schemas.microsoft.com/office/drawing/2014/main" id="{D2688376-EE72-493A-9EED-965D659F8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132"/>
              <a:ext cx="16" cy="32"/>
            </a:xfrm>
            <a:custGeom>
              <a:avLst/>
              <a:gdLst>
                <a:gd name="T0" fmla="*/ 34 w 10"/>
                <a:gd name="T1" fmla="*/ 26 h 20"/>
                <a:gd name="T2" fmla="*/ 13 w 10"/>
                <a:gd name="T3" fmla="*/ 54 h 20"/>
                <a:gd name="T4" fmla="*/ 34 w 10"/>
                <a:gd name="T5" fmla="*/ 5 h 20"/>
                <a:gd name="T6" fmla="*/ 13 w 10"/>
                <a:gd name="T7" fmla="*/ 6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8" y="6"/>
                  </a:moveTo>
                  <a:cubicBezTo>
                    <a:pt x="6" y="8"/>
                    <a:pt x="4" y="11"/>
                    <a:pt x="3" y="13"/>
                  </a:cubicBezTo>
                  <a:cubicBezTo>
                    <a:pt x="10" y="20"/>
                    <a:pt x="10" y="6"/>
                    <a:pt x="8" y="1"/>
                  </a:cubicBezTo>
                  <a:cubicBezTo>
                    <a:pt x="0" y="0"/>
                    <a:pt x="1" y="11"/>
                    <a:pt x="3" y="1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7" name="Freeform 386">
              <a:extLst>
                <a:ext uri="{FF2B5EF4-FFF2-40B4-BE49-F238E27FC236}">
                  <a16:creationId xmlns:a16="http://schemas.microsoft.com/office/drawing/2014/main" id="{AD7A0E66-DF8A-4936-95F5-A908EE531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116"/>
              <a:ext cx="23" cy="52"/>
            </a:xfrm>
            <a:custGeom>
              <a:avLst/>
              <a:gdLst>
                <a:gd name="T0" fmla="*/ 0 w 14"/>
                <a:gd name="T1" fmla="*/ 88 h 32"/>
                <a:gd name="T2" fmla="*/ 0 w 14"/>
                <a:gd name="T3" fmla="*/ 6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2">
                  <a:moveTo>
                    <a:pt x="0" y="20"/>
                  </a:moveTo>
                  <a:cubicBezTo>
                    <a:pt x="14" y="32"/>
                    <a:pt x="9" y="0"/>
                    <a:pt x="0" y="1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8" name="Freeform 387">
              <a:extLst>
                <a:ext uri="{FF2B5EF4-FFF2-40B4-BE49-F238E27FC236}">
                  <a16:creationId xmlns:a16="http://schemas.microsoft.com/office/drawing/2014/main" id="{A24A56BE-6D39-490B-9B4A-5F436EAEA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068"/>
              <a:ext cx="11" cy="17"/>
            </a:xfrm>
            <a:custGeom>
              <a:avLst/>
              <a:gdLst>
                <a:gd name="T0" fmla="*/ 13 w 7"/>
                <a:gd name="T1" fmla="*/ 40 h 11"/>
                <a:gd name="T2" fmla="*/ 0 w 7"/>
                <a:gd name="T3" fmla="*/ 1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3" y="11"/>
                  </a:moveTo>
                  <a:cubicBezTo>
                    <a:pt x="7" y="8"/>
                    <a:pt x="6" y="0"/>
                    <a:pt x="0" y="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9" name="Freeform 388">
              <a:extLst>
                <a:ext uri="{FF2B5EF4-FFF2-40B4-BE49-F238E27FC236}">
                  <a16:creationId xmlns:a16="http://schemas.microsoft.com/office/drawing/2014/main" id="{9D4A5EC6-3B4B-4CE0-9876-399B3A311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173"/>
              <a:ext cx="18" cy="25"/>
            </a:xfrm>
            <a:custGeom>
              <a:avLst/>
              <a:gdLst>
                <a:gd name="T0" fmla="*/ 26 w 11"/>
                <a:gd name="T1" fmla="*/ 27 h 16"/>
                <a:gd name="T2" fmla="*/ 47 w 11"/>
                <a:gd name="T3" fmla="*/ 39 h 16"/>
                <a:gd name="T4" fmla="*/ 8 w 11"/>
                <a:gd name="T5" fmla="*/ 6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6" y="7"/>
                  </a:moveTo>
                  <a:cubicBezTo>
                    <a:pt x="7" y="10"/>
                    <a:pt x="8" y="12"/>
                    <a:pt x="11" y="10"/>
                  </a:cubicBezTo>
                  <a:cubicBezTo>
                    <a:pt x="7" y="0"/>
                    <a:pt x="0" y="9"/>
                    <a:pt x="2" y="1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0" name="Freeform 389">
              <a:extLst>
                <a:ext uri="{FF2B5EF4-FFF2-40B4-BE49-F238E27FC236}">
                  <a16:creationId xmlns:a16="http://schemas.microsoft.com/office/drawing/2014/main" id="{A9666011-BC20-4CB2-83C8-FB2FF11E9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160"/>
              <a:ext cx="13" cy="14"/>
            </a:xfrm>
            <a:custGeom>
              <a:avLst/>
              <a:gdLst>
                <a:gd name="T0" fmla="*/ 0 w 8"/>
                <a:gd name="T1" fmla="*/ 30 h 9"/>
                <a:gd name="T2" fmla="*/ 29 w 8"/>
                <a:gd name="T3" fmla="*/ 0 h 9"/>
                <a:gd name="T4" fmla="*/ 21 w 8"/>
                <a:gd name="T5" fmla="*/ 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5" y="9"/>
                    <a:pt x="8" y="4"/>
                    <a:pt x="7" y="0"/>
                  </a:cubicBezTo>
                  <a:cubicBezTo>
                    <a:pt x="6" y="1"/>
                    <a:pt x="6" y="3"/>
                    <a:pt x="5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1" name="Freeform 390">
              <a:extLst>
                <a:ext uri="{FF2B5EF4-FFF2-40B4-BE49-F238E27FC236}">
                  <a16:creationId xmlns:a16="http://schemas.microsoft.com/office/drawing/2014/main" id="{C75D4F91-5BFB-4601-8BC5-14FDECBD1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153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2" name="Freeform 391">
              <a:extLst>
                <a:ext uri="{FF2B5EF4-FFF2-40B4-BE49-F238E27FC236}">
                  <a16:creationId xmlns:a16="http://schemas.microsoft.com/office/drawing/2014/main" id="{2C19A07C-0C52-4D97-98EE-7C7730760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261"/>
              <a:ext cx="29" cy="25"/>
            </a:xfrm>
            <a:custGeom>
              <a:avLst/>
              <a:gdLst>
                <a:gd name="T0" fmla="*/ 26 w 18"/>
                <a:gd name="T1" fmla="*/ 33 h 15"/>
                <a:gd name="T2" fmla="*/ 42 w 18"/>
                <a:gd name="T3" fmla="*/ 50 h 15"/>
                <a:gd name="T4" fmla="*/ 29 w 18"/>
                <a:gd name="T5" fmla="*/ 7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6" y="7"/>
                  </a:moveTo>
                  <a:cubicBezTo>
                    <a:pt x="0" y="9"/>
                    <a:pt x="5" y="15"/>
                    <a:pt x="10" y="11"/>
                  </a:cubicBezTo>
                  <a:cubicBezTo>
                    <a:pt x="18" y="4"/>
                    <a:pt x="1" y="0"/>
                    <a:pt x="7" y="1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3" name="Freeform 392">
              <a:extLst>
                <a:ext uri="{FF2B5EF4-FFF2-40B4-BE49-F238E27FC236}">
                  <a16:creationId xmlns:a16="http://schemas.microsoft.com/office/drawing/2014/main" id="{83B5F705-8BA2-4DDE-85F3-B1362E73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298"/>
              <a:ext cx="19" cy="26"/>
            </a:xfrm>
            <a:custGeom>
              <a:avLst/>
              <a:gdLst>
                <a:gd name="T0" fmla="*/ 0 w 12"/>
                <a:gd name="T1" fmla="*/ 13 h 16"/>
                <a:gd name="T2" fmla="*/ 25 w 12"/>
                <a:gd name="T3" fmla="*/ 0 h 16"/>
                <a:gd name="T4" fmla="*/ 13 w 12"/>
                <a:gd name="T5" fmla="*/ 2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3"/>
                  </a:moveTo>
                  <a:cubicBezTo>
                    <a:pt x="2" y="16"/>
                    <a:pt x="12" y="7"/>
                    <a:pt x="6" y="0"/>
                  </a:cubicBezTo>
                  <a:cubicBezTo>
                    <a:pt x="4" y="1"/>
                    <a:pt x="3" y="4"/>
                    <a:pt x="3" y="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4" name="Freeform 393">
              <a:extLst>
                <a:ext uri="{FF2B5EF4-FFF2-40B4-BE49-F238E27FC236}">
                  <a16:creationId xmlns:a16="http://schemas.microsoft.com/office/drawing/2014/main" id="{9404C02F-4EED-4FFB-998C-CDDC1B676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300"/>
              <a:ext cx="13" cy="15"/>
            </a:xfrm>
            <a:custGeom>
              <a:avLst/>
              <a:gdLst>
                <a:gd name="T0" fmla="*/ 0 w 8"/>
                <a:gd name="T1" fmla="*/ 37 h 9"/>
                <a:gd name="T2" fmla="*/ 5 w 8"/>
                <a:gd name="T3" fmla="*/ 42 h 9"/>
                <a:gd name="T4" fmla="*/ 13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0" y="9"/>
                    <a:pt x="0" y="9"/>
                    <a:pt x="1" y="9"/>
                  </a:cubicBezTo>
                  <a:cubicBezTo>
                    <a:pt x="5" y="8"/>
                    <a:pt x="8" y="1"/>
                    <a:pt x="3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5" name="Freeform 394">
              <a:extLst>
                <a:ext uri="{FF2B5EF4-FFF2-40B4-BE49-F238E27FC236}">
                  <a16:creationId xmlns:a16="http://schemas.microsoft.com/office/drawing/2014/main" id="{96C0842B-B1F4-4616-B5A0-FBF804F24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231"/>
              <a:ext cx="11" cy="14"/>
            </a:xfrm>
            <a:custGeom>
              <a:avLst/>
              <a:gdLst>
                <a:gd name="T0" fmla="*/ 0 w 7"/>
                <a:gd name="T1" fmla="*/ 14 h 9"/>
                <a:gd name="T2" fmla="*/ 0 w 7"/>
                <a:gd name="T3" fmla="*/ 34 h 9"/>
                <a:gd name="T4" fmla="*/ 22 w 7"/>
                <a:gd name="T5" fmla="*/ 0 h 9"/>
                <a:gd name="T6" fmla="*/ 8 w 7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0" y="6"/>
                    <a:pt x="0" y="8"/>
                    <a:pt x="0" y="9"/>
                  </a:cubicBezTo>
                  <a:cubicBezTo>
                    <a:pt x="4" y="9"/>
                    <a:pt x="7" y="4"/>
                    <a:pt x="6" y="0"/>
                  </a:cubicBezTo>
                  <a:cubicBezTo>
                    <a:pt x="3" y="0"/>
                    <a:pt x="3" y="1"/>
                    <a:pt x="2" y="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6" name="Freeform 395">
              <a:extLst>
                <a:ext uri="{FF2B5EF4-FFF2-40B4-BE49-F238E27FC236}">
                  <a16:creationId xmlns:a16="http://schemas.microsoft.com/office/drawing/2014/main" id="{D5BA5419-56B4-49F1-A0A2-569F2EE5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190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7" name="Freeform 396">
              <a:extLst>
                <a:ext uri="{FF2B5EF4-FFF2-40B4-BE49-F238E27FC236}">
                  <a16:creationId xmlns:a16="http://schemas.microsoft.com/office/drawing/2014/main" id="{2AA18FC6-7A6D-4F3F-961C-869F86C3A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329"/>
              <a:ext cx="14" cy="13"/>
            </a:xfrm>
            <a:custGeom>
              <a:avLst/>
              <a:gdLst>
                <a:gd name="T0" fmla="*/ 0 w 9"/>
                <a:gd name="T1" fmla="*/ 0 h 8"/>
                <a:gd name="T2" fmla="*/ 30 w 9"/>
                <a:gd name="T3" fmla="*/ 0 h 8"/>
                <a:gd name="T4" fmla="*/ 14 w 9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3" y="4"/>
                    <a:pt x="9" y="8"/>
                    <a:pt x="8" y="0"/>
                  </a:cubicBezTo>
                  <a:cubicBezTo>
                    <a:pt x="6" y="0"/>
                    <a:pt x="5" y="0"/>
                    <a:pt x="4" y="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8" name="Freeform 397">
              <a:extLst>
                <a:ext uri="{FF2B5EF4-FFF2-40B4-BE49-F238E27FC236}">
                  <a16:creationId xmlns:a16="http://schemas.microsoft.com/office/drawing/2014/main" id="{BC6F9076-5E59-4D11-B3C7-D038F215C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455"/>
              <a:ext cx="23" cy="31"/>
            </a:xfrm>
            <a:custGeom>
              <a:avLst/>
              <a:gdLst>
                <a:gd name="T0" fmla="*/ 35 w 14"/>
                <a:gd name="T1" fmla="*/ 42 h 19"/>
                <a:gd name="T2" fmla="*/ 20 w 14"/>
                <a:gd name="T3" fmla="*/ 47 h 19"/>
                <a:gd name="T4" fmla="*/ 62 w 14"/>
                <a:gd name="T5" fmla="*/ 47 h 19"/>
                <a:gd name="T6" fmla="*/ 41 w 14"/>
                <a:gd name="T7" fmla="*/ 6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8" y="10"/>
                  </a:moveTo>
                  <a:cubicBezTo>
                    <a:pt x="6" y="10"/>
                    <a:pt x="5" y="11"/>
                    <a:pt x="4" y="11"/>
                  </a:cubicBezTo>
                  <a:cubicBezTo>
                    <a:pt x="3" y="18"/>
                    <a:pt x="13" y="19"/>
                    <a:pt x="14" y="11"/>
                  </a:cubicBezTo>
                  <a:cubicBezTo>
                    <a:pt x="14" y="0"/>
                    <a:pt x="0" y="9"/>
                    <a:pt x="9" y="1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9" name="Freeform 398">
              <a:extLst>
                <a:ext uri="{FF2B5EF4-FFF2-40B4-BE49-F238E27FC236}">
                  <a16:creationId xmlns:a16="http://schemas.microsoft.com/office/drawing/2014/main" id="{8179BA1E-054B-4861-AD33-40EDDEFAC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487"/>
              <a:ext cx="23" cy="33"/>
            </a:xfrm>
            <a:custGeom>
              <a:avLst/>
              <a:gdLst>
                <a:gd name="T0" fmla="*/ 13 w 14"/>
                <a:gd name="T1" fmla="*/ 63 h 20"/>
                <a:gd name="T2" fmla="*/ 13 w 14"/>
                <a:gd name="T3" fmla="*/ 76 h 20"/>
                <a:gd name="T4" fmla="*/ 54 w 14"/>
                <a:gd name="T5" fmla="*/ 50 h 20"/>
                <a:gd name="T6" fmla="*/ 5 w 14"/>
                <a:gd name="T7" fmla="*/ 8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0">
                  <a:moveTo>
                    <a:pt x="3" y="14"/>
                  </a:moveTo>
                  <a:cubicBezTo>
                    <a:pt x="3" y="15"/>
                    <a:pt x="3" y="16"/>
                    <a:pt x="3" y="17"/>
                  </a:cubicBezTo>
                  <a:cubicBezTo>
                    <a:pt x="8" y="20"/>
                    <a:pt x="14" y="17"/>
                    <a:pt x="12" y="11"/>
                  </a:cubicBezTo>
                  <a:cubicBezTo>
                    <a:pt x="8" y="0"/>
                    <a:pt x="0" y="12"/>
                    <a:pt x="1" y="1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0" name="Freeform 399">
              <a:extLst>
                <a:ext uri="{FF2B5EF4-FFF2-40B4-BE49-F238E27FC236}">
                  <a16:creationId xmlns:a16="http://schemas.microsoft.com/office/drawing/2014/main" id="{5ACA9190-DD45-4619-A9B5-A9616E314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537"/>
              <a:ext cx="28" cy="34"/>
            </a:xfrm>
            <a:custGeom>
              <a:avLst/>
              <a:gdLst>
                <a:gd name="T0" fmla="*/ 20 w 17"/>
                <a:gd name="T1" fmla="*/ 60 h 21"/>
                <a:gd name="T2" fmla="*/ 63 w 17"/>
                <a:gd name="T3" fmla="*/ 42 h 21"/>
                <a:gd name="T4" fmla="*/ 8 w 17"/>
                <a:gd name="T5" fmla="*/ 6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4" y="14"/>
                  </a:moveTo>
                  <a:cubicBezTo>
                    <a:pt x="6" y="21"/>
                    <a:pt x="17" y="19"/>
                    <a:pt x="14" y="10"/>
                  </a:cubicBezTo>
                  <a:cubicBezTo>
                    <a:pt x="11" y="0"/>
                    <a:pt x="0" y="8"/>
                    <a:pt x="2" y="1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1" name="Freeform 400">
              <a:extLst>
                <a:ext uri="{FF2B5EF4-FFF2-40B4-BE49-F238E27FC236}">
                  <a16:creationId xmlns:a16="http://schemas.microsoft.com/office/drawing/2014/main" id="{CC8F8B14-4EDF-45A7-8438-8F7C01952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57"/>
              <a:ext cx="21" cy="30"/>
            </a:xfrm>
            <a:custGeom>
              <a:avLst/>
              <a:gdLst>
                <a:gd name="T0" fmla="*/ 8 w 13"/>
                <a:gd name="T1" fmla="*/ 43 h 19"/>
                <a:gd name="T2" fmla="*/ 0 w 13"/>
                <a:gd name="T3" fmla="*/ 43 h 19"/>
                <a:gd name="T4" fmla="*/ 42 w 13"/>
                <a:gd name="T5" fmla="*/ 47 h 19"/>
                <a:gd name="T6" fmla="*/ 5 w 13"/>
                <a:gd name="T7" fmla="*/ 4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2" y="11"/>
                  </a:moveTo>
                  <a:cubicBezTo>
                    <a:pt x="1" y="10"/>
                    <a:pt x="1" y="11"/>
                    <a:pt x="0" y="11"/>
                  </a:cubicBezTo>
                  <a:cubicBezTo>
                    <a:pt x="1" y="18"/>
                    <a:pt x="8" y="19"/>
                    <a:pt x="10" y="12"/>
                  </a:cubicBezTo>
                  <a:cubicBezTo>
                    <a:pt x="13" y="2"/>
                    <a:pt x="0" y="0"/>
                    <a:pt x="1" y="1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2" name="Freeform 401">
              <a:extLst>
                <a:ext uri="{FF2B5EF4-FFF2-40B4-BE49-F238E27FC236}">
                  <a16:creationId xmlns:a16="http://schemas.microsoft.com/office/drawing/2014/main" id="{1ABD18EA-84A0-43E2-8400-80C9E5271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466"/>
              <a:ext cx="36" cy="31"/>
            </a:xfrm>
            <a:custGeom>
              <a:avLst/>
              <a:gdLst>
                <a:gd name="T0" fmla="*/ 0 w 22"/>
                <a:gd name="T1" fmla="*/ 47 h 19"/>
                <a:gd name="T2" fmla="*/ 70 w 22"/>
                <a:gd name="T3" fmla="*/ 83 h 19"/>
                <a:gd name="T4" fmla="*/ 26 w 22"/>
                <a:gd name="T5" fmla="*/ 7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0" y="11"/>
                  </a:moveTo>
                  <a:cubicBezTo>
                    <a:pt x="2" y="17"/>
                    <a:pt x="9" y="19"/>
                    <a:pt x="16" y="19"/>
                  </a:cubicBezTo>
                  <a:cubicBezTo>
                    <a:pt x="22" y="8"/>
                    <a:pt x="3" y="0"/>
                    <a:pt x="6" y="1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3" name="Freeform 402">
              <a:extLst>
                <a:ext uri="{FF2B5EF4-FFF2-40B4-BE49-F238E27FC236}">
                  <a16:creationId xmlns:a16="http://schemas.microsoft.com/office/drawing/2014/main" id="{0FB41BA6-A3FE-41B2-A195-554871483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481"/>
              <a:ext cx="40" cy="53"/>
            </a:xfrm>
            <a:custGeom>
              <a:avLst/>
              <a:gdLst>
                <a:gd name="T0" fmla="*/ 16 w 25"/>
                <a:gd name="T1" fmla="*/ 90 h 33"/>
                <a:gd name="T2" fmla="*/ 0 w 25"/>
                <a:gd name="T3" fmla="*/ 8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4" y="22"/>
                  </a:moveTo>
                  <a:cubicBezTo>
                    <a:pt x="25" y="33"/>
                    <a:pt x="5" y="0"/>
                    <a:pt x="0" y="2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4" name="Freeform 403">
              <a:extLst>
                <a:ext uri="{FF2B5EF4-FFF2-40B4-BE49-F238E27FC236}">
                  <a16:creationId xmlns:a16="http://schemas.microsoft.com/office/drawing/2014/main" id="{13EB41F2-4DBD-4159-9FC4-30F74A926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508"/>
              <a:ext cx="22" cy="41"/>
            </a:xfrm>
            <a:custGeom>
              <a:avLst/>
              <a:gdLst>
                <a:gd name="T0" fmla="*/ 0 w 14"/>
                <a:gd name="T1" fmla="*/ 75 h 25"/>
                <a:gd name="T2" fmla="*/ 49 w 14"/>
                <a:gd name="T3" fmla="*/ 56 h 25"/>
                <a:gd name="T4" fmla="*/ 8 w 14"/>
                <a:gd name="T5" fmla="*/ 7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0" y="17"/>
                  </a:moveTo>
                  <a:cubicBezTo>
                    <a:pt x="2" y="25"/>
                    <a:pt x="12" y="19"/>
                    <a:pt x="13" y="13"/>
                  </a:cubicBezTo>
                  <a:cubicBezTo>
                    <a:pt x="14" y="0"/>
                    <a:pt x="1" y="7"/>
                    <a:pt x="2" y="1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5" name="Freeform 404">
              <a:extLst>
                <a:ext uri="{FF2B5EF4-FFF2-40B4-BE49-F238E27FC236}">
                  <a16:creationId xmlns:a16="http://schemas.microsoft.com/office/drawing/2014/main" id="{B7DB83F3-B5E5-4943-AB31-598FE57DB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461"/>
              <a:ext cx="11" cy="12"/>
            </a:xfrm>
            <a:custGeom>
              <a:avLst/>
              <a:gdLst>
                <a:gd name="T0" fmla="*/ 8 w 7"/>
                <a:gd name="T1" fmla="*/ 26 h 7"/>
                <a:gd name="T2" fmla="*/ 22 w 7"/>
                <a:gd name="T3" fmla="*/ 26 h 7"/>
                <a:gd name="T4" fmla="*/ 20 w 7"/>
                <a:gd name="T5" fmla="*/ 0 h 7"/>
                <a:gd name="T6" fmla="*/ 13 w 7"/>
                <a:gd name="T7" fmla="*/ 3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5"/>
                  </a:moveTo>
                  <a:cubicBezTo>
                    <a:pt x="0" y="4"/>
                    <a:pt x="5" y="5"/>
                    <a:pt x="6" y="5"/>
                  </a:cubicBezTo>
                  <a:cubicBezTo>
                    <a:pt x="7" y="2"/>
                    <a:pt x="7" y="2"/>
                    <a:pt x="5" y="0"/>
                  </a:cubicBezTo>
                  <a:cubicBezTo>
                    <a:pt x="2" y="1"/>
                    <a:pt x="1" y="3"/>
                    <a:pt x="3" y="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6" name="Freeform 405">
              <a:extLst>
                <a:ext uri="{FF2B5EF4-FFF2-40B4-BE49-F238E27FC236}">
                  <a16:creationId xmlns:a16="http://schemas.microsoft.com/office/drawing/2014/main" id="{FC8C3563-A5D6-44C0-B785-64BE6ED14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494"/>
              <a:ext cx="11" cy="16"/>
            </a:xfrm>
            <a:custGeom>
              <a:avLst/>
              <a:gdLst>
                <a:gd name="T0" fmla="*/ 13 w 7"/>
                <a:gd name="T1" fmla="*/ 13 h 10"/>
                <a:gd name="T2" fmla="*/ 20 w 7"/>
                <a:gd name="T3" fmla="*/ 42 h 10"/>
                <a:gd name="T4" fmla="*/ 27 w 7"/>
                <a:gd name="T5" fmla="*/ 0 h 10"/>
                <a:gd name="T6" fmla="*/ 0 w 7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3" y="3"/>
                  </a:moveTo>
                  <a:cubicBezTo>
                    <a:pt x="2" y="4"/>
                    <a:pt x="2" y="8"/>
                    <a:pt x="5" y="10"/>
                  </a:cubicBezTo>
                  <a:cubicBezTo>
                    <a:pt x="7" y="7"/>
                    <a:pt x="7" y="4"/>
                    <a:pt x="7" y="0"/>
                  </a:cubicBezTo>
                  <a:cubicBezTo>
                    <a:pt x="4" y="0"/>
                    <a:pt x="2" y="2"/>
                    <a:pt x="0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7" name="Freeform 406">
              <a:extLst>
                <a:ext uri="{FF2B5EF4-FFF2-40B4-BE49-F238E27FC236}">
                  <a16:creationId xmlns:a16="http://schemas.microsoft.com/office/drawing/2014/main" id="{5AEE5191-53CF-4974-B052-023007A82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445"/>
              <a:ext cx="10" cy="10"/>
            </a:xfrm>
            <a:custGeom>
              <a:avLst/>
              <a:gdLst>
                <a:gd name="T0" fmla="*/ 0 w 6"/>
                <a:gd name="T1" fmla="*/ 0 h 6"/>
                <a:gd name="T2" fmla="*/ 20 w 6"/>
                <a:gd name="T3" fmla="*/ 28 h 6"/>
                <a:gd name="T4" fmla="*/ 8 w 6"/>
                <a:gd name="T5" fmla="*/ 0 h 6"/>
                <a:gd name="T6" fmla="*/ 0 w 6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3"/>
                    <a:pt x="2" y="5"/>
                    <a:pt x="4" y="6"/>
                  </a:cubicBezTo>
                  <a:cubicBezTo>
                    <a:pt x="5" y="2"/>
                    <a:pt x="6" y="1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8" name="Freeform 407">
              <a:extLst>
                <a:ext uri="{FF2B5EF4-FFF2-40B4-BE49-F238E27FC236}">
                  <a16:creationId xmlns:a16="http://schemas.microsoft.com/office/drawing/2014/main" id="{ECA2F1D1-8999-4375-BEF2-6B7ACD5E4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511"/>
              <a:ext cx="14" cy="25"/>
            </a:xfrm>
            <a:custGeom>
              <a:avLst/>
              <a:gdLst>
                <a:gd name="T0" fmla="*/ 0 w 9"/>
                <a:gd name="T1" fmla="*/ 28 h 15"/>
                <a:gd name="T2" fmla="*/ 22 w 9"/>
                <a:gd name="T3" fmla="*/ 55 h 15"/>
                <a:gd name="T4" fmla="*/ 0 w 9"/>
                <a:gd name="T5" fmla="*/ 3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6"/>
                  </a:moveTo>
                  <a:cubicBezTo>
                    <a:pt x="5" y="0"/>
                    <a:pt x="9" y="9"/>
                    <a:pt x="6" y="12"/>
                  </a:cubicBezTo>
                  <a:cubicBezTo>
                    <a:pt x="2" y="15"/>
                    <a:pt x="0" y="10"/>
                    <a:pt x="0" y="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9" name="Freeform 408">
              <a:extLst>
                <a:ext uri="{FF2B5EF4-FFF2-40B4-BE49-F238E27FC236}">
                  <a16:creationId xmlns:a16="http://schemas.microsoft.com/office/drawing/2014/main" id="{A4A3D495-4D6B-4B81-87EE-3BBE394F2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484"/>
              <a:ext cx="6" cy="10"/>
            </a:xfrm>
            <a:custGeom>
              <a:avLst/>
              <a:gdLst>
                <a:gd name="T0" fmla="*/ 0 w 4"/>
                <a:gd name="T1" fmla="*/ 13 h 6"/>
                <a:gd name="T2" fmla="*/ 14 w 4"/>
                <a:gd name="T3" fmla="*/ 5 h 6"/>
                <a:gd name="T4" fmla="*/ 0 w 4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3" y="6"/>
                    <a:pt x="4" y="4"/>
                    <a:pt x="4" y="1"/>
                  </a:cubicBezTo>
                  <a:cubicBezTo>
                    <a:pt x="1" y="0"/>
                    <a:pt x="1" y="1"/>
                    <a:pt x="0" y="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0" name="Freeform 409">
              <a:extLst>
                <a:ext uri="{FF2B5EF4-FFF2-40B4-BE49-F238E27FC236}">
                  <a16:creationId xmlns:a16="http://schemas.microsoft.com/office/drawing/2014/main" id="{4E686206-0A47-4B1F-8E49-BD3730A8A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540"/>
              <a:ext cx="14" cy="17"/>
            </a:xfrm>
            <a:custGeom>
              <a:avLst/>
              <a:gdLst>
                <a:gd name="T0" fmla="*/ 22 w 9"/>
                <a:gd name="T1" fmla="*/ 20 h 10"/>
                <a:gd name="T2" fmla="*/ 12 w 9"/>
                <a:gd name="T3" fmla="*/ 49 h 10"/>
                <a:gd name="T4" fmla="*/ 30 w 9"/>
                <a:gd name="T5" fmla="*/ 9 h 10"/>
                <a:gd name="T6" fmla="*/ 12 w 9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6" y="4"/>
                  </a:moveTo>
                  <a:cubicBezTo>
                    <a:pt x="3" y="3"/>
                    <a:pt x="0" y="6"/>
                    <a:pt x="3" y="10"/>
                  </a:cubicBezTo>
                  <a:cubicBezTo>
                    <a:pt x="7" y="9"/>
                    <a:pt x="9" y="6"/>
                    <a:pt x="8" y="2"/>
                  </a:cubicBezTo>
                  <a:cubicBezTo>
                    <a:pt x="5" y="0"/>
                    <a:pt x="5" y="2"/>
                    <a:pt x="3" y="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1" name="Freeform 410">
              <a:extLst>
                <a:ext uri="{FF2B5EF4-FFF2-40B4-BE49-F238E27FC236}">
                  <a16:creationId xmlns:a16="http://schemas.microsoft.com/office/drawing/2014/main" id="{FC403AD6-7C48-4272-8679-7BF2748C2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513"/>
              <a:ext cx="20" cy="40"/>
            </a:xfrm>
            <a:custGeom>
              <a:avLst/>
              <a:gdLst>
                <a:gd name="T0" fmla="*/ 13 w 12"/>
                <a:gd name="T1" fmla="*/ 54 h 25"/>
                <a:gd name="T2" fmla="*/ 0 w 12"/>
                <a:gd name="T3" fmla="*/ 4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5">
                  <a:moveTo>
                    <a:pt x="3" y="13"/>
                  </a:moveTo>
                  <a:cubicBezTo>
                    <a:pt x="6" y="25"/>
                    <a:pt x="12" y="0"/>
                    <a:pt x="0" y="1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2" name="Freeform 411">
              <a:extLst>
                <a:ext uri="{FF2B5EF4-FFF2-40B4-BE49-F238E27FC236}">
                  <a16:creationId xmlns:a16="http://schemas.microsoft.com/office/drawing/2014/main" id="{0BC37919-3CA4-4B8A-A8C6-F32257DBD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490"/>
              <a:ext cx="13" cy="15"/>
            </a:xfrm>
            <a:custGeom>
              <a:avLst/>
              <a:gdLst>
                <a:gd name="T0" fmla="*/ 0 w 8"/>
                <a:gd name="T1" fmla="*/ 28 h 9"/>
                <a:gd name="T2" fmla="*/ 18 w 8"/>
                <a:gd name="T3" fmla="*/ 42 h 9"/>
                <a:gd name="T4" fmla="*/ 0 w 8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6"/>
                  </a:moveTo>
                  <a:cubicBezTo>
                    <a:pt x="1" y="7"/>
                    <a:pt x="3" y="8"/>
                    <a:pt x="4" y="9"/>
                  </a:cubicBezTo>
                  <a:cubicBezTo>
                    <a:pt x="8" y="5"/>
                    <a:pt x="4" y="0"/>
                    <a:pt x="0" y="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3" name="Freeform 412">
              <a:extLst>
                <a:ext uri="{FF2B5EF4-FFF2-40B4-BE49-F238E27FC236}">
                  <a16:creationId xmlns:a16="http://schemas.microsoft.com/office/drawing/2014/main" id="{D82103D1-387B-4C2B-9B44-05C57659E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550"/>
              <a:ext cx="37" cy="29"/>
            </a:xfrm>
            <a:custGeom>
              <a:avLst/>
              <a:gdLst>
                <a:gd name="T0" fmla="*/ 26 w 23"/>
                <a:gd name="T1" fmla="*/ 34 h 18"/>
                <a:gd name="T2" fmla="*/ 68 w 23"/>
                <a:gd name="T3" fmla="*/ 55 h 18"/>
                <a:gd name="T4" fmla="*/ 29 w 23"/>
                <a:gd name="T5" fmla="*/ 5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6" y="8"/>
                  </a:moveTo>
                  <a:cubicBezTo>
                    <a:pt x="1" y="12"/>
                    <a:pt x="12" y="18"/>
                    <a:pt x="16" y="13"/>
                  </a:cubicBezTo>
                  <a:cubicBezTo>
                    <a:pt x="23" y="4"/>
                    <a:pt x="0" y="0"/>
                    <a:pt x="7" y="1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4" name="Freeform 413">
              <a:extLst>
                <a:ext uri="{FF2B5EF4-FFF2-40B4-BE49-F238E27FC236}">
                  <a16:creationId xmlns:a16="http://schemas.microsoft.com/office/drawing/2014/main" id="{359E6D55-D394-4EB4-95ED-D4B175FD7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552"/>
              <a:ext cx="21" cy="21"/>
            </a:xfrm>
            <a:custGeom>
              <a:avLst/>
              <a:gdLst>
                <a:gd name="T0" fmla="*/ 0 w 13"/>
                <a:gd name="T1" fmla="*/ 21 h 13"/>
                <a:gd name="T2" fmla="*/ 47 w 13"/>
                <a:gd name="T3" fmla="*/ 29 h 13"/>
                <a:gd name="T4" fmla="*/ 8 w 13"/>
                <a:gd name="T5" fmla="*/ 4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5"/>
                  </a:moveTo>
                  <a:cubicBezTo>
                    <a:pt x="0" y="11"/>
                    <a:pt x="9" y="13"/>
                    <a:pt x="11" y="7"/>
                  </a:cubicBezTo>
                  <a:cubicBezTo>
                    <a:pt x="13" y="0"/>
                    <a:pt x="2" y="2"/>
                    <a:pt x="2" y="1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5" name="Freeform 414">
              <a:extLst>
                <a:ext uri="{FF2B5EF4-FFF2-40B4-BE49-F238E27FC236}">
                  <a16:creationId xmlns:a16="http://schemas.microsoft.com/office/drawing/2014/main" id="{64FF4019-D4B3-457E-9E79-19B9C94DE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458"/>
              <a:ext cx="29" cy="41"/>
            </a:xfrm>
            <a:custGeom>
              <a:avLst/>
              <a:gdLst>
                <a:gd name="T0" fmla="*/ 29 w 18"/>
                <a:gd name="T1" fmla="*/ 54 h 25"/>
                <a:gd name="T2" fmla="*/ 16 w 18"/>
                <a:gd name="T3" fmla="*/ 43 h 25"/>
                <a:gd name="T4" fmla="*/ 47 w 18"/>
                <a:gd name="T5" fmla="*/ 84 h 25"/>
                <a:gd name="T6" fmla="*/ 8 w 18"/>
                <a:gd name="T7" fmla="*/ 7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5">
                  <a:moveTo>
                    <a:pt x="7" y="12"/>
                  </a:moveTo>
                  <a:cubicBezTo>
                    <a:pt x="6" y="11"/>
                    <a:pt x="6" y="10"/>
                    <a:pt x="4" y="10"/>
                  </a:cubicBezTo>
                  <a:cubicBezTo>
                    <a:pt x="3" y="14"/>
                    <a:pt x="6" y="25"/>
                    <a:pt x="11" y="19"/>
                  </a:cubicBezTo>
                  <a:cubicBezTo>
                    <a:pt x="18" y="11"/>
                    <a:pt x="0" y="0"/>
                    <a:pt x="2" y="1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6" name="Freeform 415">
              <a:extLst>
                <a:ext uri="{FF2B5EF4-FFF2-40B4-BE49-F238E27FC236}">
                  <a16:creationId xmlns:a16="http://schemas.microsoft.com/office/drawing/2014/main" id="{0AAB1A80-D46B-4940-AE4F-7BC0702CB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450"/>
              <a:ext cx="6" cy="16"/>
            </a:xfrm>
            <a:custGeom>
              <a:avLst/>
              <a:gdLst>
                <a:gd name="T0" fmla="*/ 14 w 4"/>
                <a:gd name="T1" fmla="*/ 0 h 10"/>
                <a:gd name="T2" fmla="*/ 5 w 4"/>
                <a:gd name="T3" fmla="*/ 35 h 10"/>
                <a:gd name="T4" fmla="*/ 12 w 4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2" y="10"/>
                    <a:pt x="2" y="10"/>
                    <a:pt x="3" y="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7" name="Freeform 416">
              <a:extLst>
                <a:ext uri="{FF2B5EF4-FFF2-40B4-BE49-F238E27FC236}">
                  <a16:creationId xmlns:a16="http://schemas.microsoft.com/office/drawing/2014/main" id="{053167C9-EA03-47C2-BA77-B8346BBA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445"/>
              <a:ext cx="28" cy="29"/>
            </a:xfrm>
            <a:custGeom>
              <a:avLst/>
              <a:gdLst>
                <a:gd name="T0" fmla="*/ 33 w 17"/>
                <a:gd name="T1" fmla="*/ 8 h 18"/>
                <a:gd name="T2" fmla="*/ 20 w 17"/>
                <a:gd name="T3" fmla="*/ 47 h 18"/>
                <a:gd name="T4" fmla="*/ 43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7" y="2"/>
                  </a:moveTo>
                  <a:cubicBezTo>
                    <a:pt x="1" y="0"/>
                    <a:pt x="0" y="7"/>
                    <a:pt x="4" y="11"/>
                  </a:cubicBezTo>
                  <a:cubicBezTo>
                    <a:pt x="12" y="18"/>
                    <a:pt x="17" y="5"/>
                    <a:pt x="10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8" name="Freeform 417">
              <a:extLst>
                <a:ext uri="{FF2B5EF4-FFF2-40B4-BE49-F238E27FC236}">
                  <a16:creationId xmlns:a16="http://schemas.microsoft.com/office/drawing/2014/main" id="{C556E8D4-A32B-41F9-8418-C4D75B29E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424"/>
              <a:ext cx="27" cy="31"/>
            </a:xfrm>
            <a:custGeom>
              <a:avLst/>
              <a:gdLst>
                <a:gd name="T0" fmla="*/ 43 w 17"/>
                <a:gd name="T1" fmla="*/ 29 h 19"/>
                <a:gd name="T2" fmla="*/ 25 w 17"/>
                <a:gd name="T3" fmla="*/ 21 h 19"/>
                <a:gd name="T4" fmla="*/ 48 w 17"/>
                <a:gd name="T5" fmla="*/ 55 h 19"/>
                <a:gd name="T6" fmla="*/ 0 w 17"/>
                <a:gd name="T7" fmla="*/ 2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11" y="7"/>
                  </a:moveTo>
                  <a:cubicBezTo>
                    <a:pt x="10" y="6"/>
                    <a:pt x="8" y="5"/>
                    <a:pt x="6" y="5"/>
                  </a:cubicBezTo>
                  <a:cubicBezTo>
                    <a:pt x="3" y="10"/>
                    <a:pt x="6" y="19"/>
                    <a:pt x="12" y="13"/>
                  </a:cubicBezTo>
                  <a:cubicBezTo>
                    <a:pt x="17" y="7"/>
                    <a:pt x="6" y="0"/>
                    <a:pt x="0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9" name="Freeform 418">
              <a:extLst>
                <a:ext uri="{FF2B5EF4-FFF2-40B4-BE49-F238E27FC236}">
                  <a16:creationId xmlns:a16="http://schemas.microsoft.com/office/drawing/2014/main" id="{388454B7-C12B-4C65-BE51-08C1307A1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411"/>
              <a:ext cx="11" cy="10"/>
            </a:xfrm>
            <a:custGeom>
              <a:avLst/>
              <a:gdLst>
                <a:gd name="T0" fmla="*/ 27 w 7"/>
                <a:gd name="T1" fmla="*/ 5 h 6"/>
                <a:gd name="T2" fmla="*/ 14 w 7"/>
                <a:gd name="T3" fmla="*/ 28 h 6"/>
                <a:gd name="T4" fmla="*/ 13 w 7"/>
                <a:gd name="T5" fmla="*/ 0 h 6"/>
                <a:gd name="T6" fmla="*/ 0 w 7"/>
                <a:gd name="T7" fmla="*/ 2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7" y="1"/>
                  </a:moveTo>
                  <a:cubicBezTo>
                    <a:pt x="4" y="3"/>
                    <a:pt x="2" y="3"/>
                    <a:pt x="4" y="6"/>
                  </a:cubicBezTo>
                  <a:cubicBezTo>
                    <a:pt x="4" y="4"/>
                    <a:pt x="4" y="2"/>
                    <a:pt x="3" y="0"/>
                  </a:cubicBez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0" name="Freeform 419">
              <a:extLst>
                <a:ext uri="{FF2B5EF4-FFF2-40B4-BE49-F238E27FC236}">
                  <a16:creationId xmlns:a16="http://schemas.microsoft.com/office/drawing/2014/main" id="{7F2DF372-722A-446D-9CAF-03B652426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444"/>
              <a:ext cx="50" cy="58"/>
            </a:xfrm>
            <a:custGeom>
              <a:avLst/>
              <a:gdLst>
                <a:gd name="T0" fmla="*/ 60 w 31"/>
                <a:gd name="T1" fmla="*/ 68 h 36"/>
                <a:gd name="T2" fmla="*/ 55 w 31"/>
                <a:gd name="T3" fmla="*/ 145 h 36"/>
                <a:gd name="T4" fmla="*/ 21 w 31"/>
                <a:gd name="T5" fmla="*/ 102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14" y="16"/>
                  </a:moveTo>
                  <a:cubicBezTo>
                    <a:pt x="4" y="13"/>
                    <a:pt x="0" y="36"/>
                    <a:pt x="13" y="35"/>
                  </a:cubicBezTo>
                  <a:cubicBezTo>
                    <a:pt x="31" y="32"/>
                    <a:pt x="14" y="0"/>
                    <a:pt x="5" y="24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1" name="Freeform 420">
              <a:extLst>
                <a:ext uri="{FF2B5EF4-FFF2-40B4-BE49-F238E27FC236}">
                  <a16:creationId xmlns:a16="http://schemas.microsoft.com/office/drawing/2014/main" id="{A6976196-1A93-48F1-AD81-7FB119B7F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448"/>
              <a:ext cx="21" cy="28"/>
            </a:xfrm>
            <a:custGeom>
              <a:avLst/>
              <a:gdLst>
                <a:gd name="T0" fmla="*/ 16 w 13"/>
                <a:gd name="T1" fmla="*/ 26 h 17"/>
                <a:gd name="T2" fmla="*/ 42 w 13"/>
                <a:gd name="T3" fmla="*/ 41 h 17"/>
                <a:gd name="T4" fmla="*/ 5 w 13"/>
                <a:gd name="T5" fmla="*/ 3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4" y="6"/>
                  </a:moveTo>
                  <a:cubicBezTo>
                    <a:pt x="0" y="9"/>
                    <a:pt x="7" y="17"/>
                    <a:pt x="10" y="9"/>
                  </a:cubicBezTo>
                  <a:cubicBezTo>
                    <a:pt x="13" y="0"/>
                    <a:pt x="2" y="1"/>
                    <a:pt x="1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2" name="Freeform 421">
              <a:extLst>
                <a:ext uri="{FF2B5EF4-FFF2-40B4-BE49-F238E27FC236}">
                  <a16:creationId xmlns:a16="http://schemas.microsoft.com/office/drawing/2014/main" id="{C10A73D1-3DE6-4007-A813-AA86DA531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392"/>
              <a:ext cx="11" cy="26"/>
            </a:xfrm>
            <a:custGeom>
              <a:avLst/>
              <a:gdLst>
                <a:gd name="T0" fmla="*/ 22 w 7"/>
                <a:gd name="T1" fmla="*/ 47 h 16"/>
                <a:gd name="T2" fmla="*/ 22 w 7"/>
                <a:gd name="T3" fmla="*/ 18 h 16"/>
                <a:gd name="T4" fmla="*/ 5 w 7"/>
                <a:gd name="T5" fmla="*/ 3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6" y="11"/>
                  </a:moveTo>
                  <a:cubicBezTo>
                    <a:pt x="6" y="16"/>
                    <a:pt x="7" y="6"/>
                    <a:pt x="6" y="4"/>
                  </a:cubicBezTo>
                  <a:cubicBezTo>
                    <a:pt x="2" y="0"/>
                    <a:pt x="0" y="5"/>
                    <a:pt x="1" y="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3" name="Freeform 422">
              <a:extLst>
                <a:ext uri="{FF2B5EF4-FFF2-40B4-BE49-F238E27FC236}">
                  <a16:creationId xmlns:a16="http://schemas.microsoft.com/office/drawing/2014/main" id="{FB2CF009-E489-490B-9232-BD3CB2FF0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424"/>
              <a:ext cx="9" cy="13"/>
            </a:xfrm>
            <a:custGeom>
              <a:avLst/>
              <a:gdLst>
                <a:gd name="T0" fmla="*/ 0 w 6"/>
                <a:gd name="T1" fmla="*/ 8 h 8"/>
                <a:gd name="T2" fmla="*/ 8 w 6"/>
                <a:gd name="T3" fmla="*/ 34 h 8"/>
                <a:gd name="T4" fmla="*/ 14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2"/>
                  </a:moveTo>
                  <a:cubicBezTo>
                    <a:pt x="0" y="4"/>
                    <a:pt x="1" y="6"/>
                    <a:pt x="2" y="8"/>
                  </a:cubicBezTo>
                  <a:cubicBezTo>
                    <a:pt x="6" y="6"/>
                    <a:pt x="6" y="1"/>
                    <a:pt x="4" y="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4" name="Freeform 423">
              <a:extLst>
                <a:ext uri="{FF2B5EF4-FFF2-40B4-BE49-F238E27FC236}">
                  <a16:creationId xmlns:a16="http://schemas.microsoft.com/office/drawing/2014/main" id="{9BD79DDA-CDC6-40A4-A224-D04D2FA31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419"/>
              <a:ext cx="36" cy="42"/>
            </a:xfrm>
            <a:custGeom>
              <a:avLst/>
              <a:gdLst>
                <a:gd name="T0" fmla="*/ 67 w 22"/>
                <a:gd name="T1" fmla="*/ 26 h 26"/>
                <a:gd name="T2" fmla="*/ 34 w 22"/>
                <a:gd name="T3" fmla="*/ 84 h 26"/>
                <a:gd name="T4" fmla="*/ 47 w 22"/>
                <a:gd name="T5" fmla="*/ 2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6">
                  <a:moveTo>
                    <a:pt x="15" y="6"/>
                  </a:moveTo>
                  <a:cubicBezTo>
                    <a:pt x="7" y="2"/>
                    <a:pt x="0" y="15"/>
                    <a:pt x="8" y="20"/>
                  </a:cubicBezTo>
                  <a:cubicBezTo>
                    <a:pt x="19" y="26"/>
                    <a:pt x="22" y="0"/>
                    <a:pt x="11" y="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5" name="Freeform 424">
              <a:extLst>
                <a:ext uri="{FF2B5EF4-FFF2-40B4-BE49-F238E27FC236}">
                  <a16:creationId xmlns:a16="http://schemas.microsoft.com/office/drawing/2014/main" id="{07DDC078-5D2E-4291-8931-8BAC05E22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489"/>
              <a:ext cx="32" cy="29"/>
            </a:xfrm>
            <a:custGeom>
              <a:avLst/>
              <a:gdLst>
                <a:gd name="T0" fmla="*/ 35 w 20"/>
                <a:gd name="T1" fmla="*/ 16 h 18"/>
                <a:gd name="T2" fmla="*/ 35 w 20"/>
                <a:gd name="T3" fmla="*/ 71 h 18"/>
                <a:gd name="T4" fmla="*/ 21 w 20"/>
                <a:gd name="T5" fmla="*/ 3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9" y="4"/>
                  </a:moveTo>
                  <a:cubicBezTo>
                    <a:pt x="0" y="2"/>
                    <a:pt x="0" y="18"/>
                    <a:pt x="9" y="17"/>
                  </a:cubicBezTo>
                  <a:cubicBezTo>
                    <a:pt x="20" y="15"/>
                    <a:pt x="12" y="0"/>
                    <a:pt x="5" y="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6" name="Freeform 425">
              <a:extLst>
                <a:ext uri="{FF2B5EF4-FFF2-40B4-BE49-F238E27FC236}">
                  <a16:creationId xmlns:a16="http://schemas.microsoft.com/office/drawing/2014/main" id="{FCC577D5-1FBB-4D15-87B0-FBEB534EC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508"/>
              <a:ext cx="18" cy="23"/>
            </a:xfrm>
            <a:custGeom>
              <a:avLst/>
              <a:gdLst>
                <a:gd name="T0" fmla="*/ 21 w 11"/>
                <a:gd name="T1" fmla="*/ 21 h 14"/>
                <a:gd name="T2" fmla="*/ 8 w 11"/>
                <a:gd name="T3" fmla="*/ 21 h 14"/>
                <a:gd name="T4" fmla="*/ 41 w 11"/>
                <a:gd name="T5" fmla="*/ 0 h 14"/>
                <a:gd name="T6" fmla="*/ 8 w 11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5" y="5"/>
                  </a:moveTo>
                  <a:cubicBezTo>
                    <a:pt x="4" y="5"/>
                    <a:pt x="3" y="5"/>
                    <a:pt x="2" y="5"/>
                  </a:cubicBezTo>
                  <a:cubicBezTo>
                    <a:pt x="0" y="14"/>
                    <a:pt x="11" y="8"/>
                    <a:pt x="9" y="0"/>
                  </a:cubicBezTo>
                  <a:cubicBezTo>
                    <a:pt x="6" y="0"/>
                    <a:pt x="3" y="2"/>
                    <a:pt x="2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7" name="Freeform 426">
              <a:extLst>
                <a:ext uri="{FF2B5EF4-FFF2-40B4-BE49-F238E27FC236}">
                  <a16:creationId xmlns:a16="http://schemas.microsoft.com/office/drawing/2014/main" id="{DAA8CD14-6FDA-4DC4-8CF6-D5CC2C12C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471"/>
              <a:ext cx="28" cy="28"/>
            </a:xfrm>
            <a:custGeom>
              <a:avLst/>
              <a:gdLst>
                <a:gd name="T0" fmla="*/ 5 w 17"/>
                <a:gd name="T1" fmla="*/ 43 h 17"/>
                <a:gd name="T2" fmla="*/ 43 w 17"/>
                <a:gd name="T3" fmla="*/ 58 h 17"/>
                <a:gd name="T4" fmla="*/ 0 w 17"/>
                <a:gd name="T5" fmla="*/ 4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" y="10"/>
                  </a:moveTo>
                  <a:cubicBezTo>
                    <a:pt x="2" y="15"/>
                    <a:pt x="6" y="17"/>
                    <a:pt x="10" y="13"/>
                  </a:cubicBezTo>
                  <a:cubicBezTo>
                    <a:pt x="17" y="5"/>
                    <a:pt x="5" y="0"/>
                    <a:pt x="0" y="9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8" name="Freeform 427">
              <a:extLst>
                <a:ext uri="{FF2B5EF4-FFF2-40B4-BE49-F238E27FC236}">
                  <a16:creationId xmlns:a16="http://schemas.microsoft.com/office/drawing/2014/main" id="{3B2B7557-2222-4EAA-BA05-710C56B6C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448"/>
              <a:ext cx="21" cy="34"/>
            </a:xfrm>
            <a:custGeom>
              <a:avLst/>
              <a:gdLst>
                <a:gd name="T0" fmla="*/ 0 w 13"/>
                <a:gd name="T1" fmla="*/ 34 h 21"/>
                <a:gd name="T2" fmla="*/ 5 w 13"/>
                <a:gd name="T3" fmla="*/ 2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0" y="8"/>
                  </a:moveTo>
                  <a:cubicBezTo>
                    <a:pt x="2" y="21"/>
                    <a:pt x="13" y="0"/>
                    <a:pt x="1" y="7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9" name="Freeform 428">
              <a:extLst>
                <a:ext uri="{FF2B5EF4-FFF2-40B4-BE49-F238E27FC236}">
                  <a16:creationId xmlns:a16="http://schemas.microsoft.com/office/drawing/2014/main" id="{81D167E9-2ADA-4190-BB04-FD55B8545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418"/>
              <a:ext cx="10" cy="10"/>
            </a:xfrm>
            <a:custGeom>
              <a:avLst/>
              <a:gdLst>
                <a:gd name="T0" fmla="*/ 5 w 6"/>
                <a:gd name="T1" fmla="*/ 0 h 6"/>
                <a:gd name="T2" fmla="*/ 22 w 6"/>
                <a:gd name="T3" fmla="*/ 28 h 6"/>
                <a:gd name="T4" fmla="*/ 0 w 6"/>
                <a:gd name="T5" fmla="*/ 1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1" y="4"/>
                    <a:pt x="1" y="6"/>
                    <a:pt x="5" y="6"/>
                  </a:cubicBezTo>
                  <a:cubicBezTo>
                    <a:pt x="6" y="2"/>
                    <a:pt x="4" y="1"/>
                    <a:pt x="0" y="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0" name="Freeform 429">
              <a:extLst>
                <a:ext uri="{FF2B5EF4-FFF2-40B4-BE49-F238E27FC236}">
                  <a16:creationId xmlns:a16="http://schemas.microsoft.com/office/drawing/2014/main" id="{7F3A2FB3-19B5-4CFB-8D70-F2D98E156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408"/>
              <a:ext cx="4" cy="7"/>
            </a:xfrm>
            <a:custGeom>
              <a:avLst/>
              <a:gdLst>
                <a:gd name="T0" fmla="*/ 7 w 3"/>
                <a:gd name="T1" fmla="*/ 0 h 4"/>
                <a:gd name="T2" fmla="*/ 1 w 3"/>
                <a:gd name="T3" fmla="*/ 12 h 4"/>
                <a:gd name="T4" fmla="*/ 7 w 3"/>
                <a:gd name="T5" fmla="*/ 21 h 4"/>
                <a:gd name="T6" fmla="*/ 7 w 3"/>
                <a:gd name="T7" fmla="*/ 7 h 4"/>
                <a:gd name="T8" fmla="*/ 1 w 3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0" y="2"/>
                    <a:pt x="3" y="4"/>
                    <a:pt x="3" y="4"/>
                  </a:cubicBezTo>
                  <a:cubicBezTo>
                    <a:pt x="2" y="4"/>
                    <a:pt x="3" y="0"/>
                    <a:pt x="3" y="1"/>
                  </a:cubicBezTo>
                  <a:cubicBezTo>
                    <a:pt x="0" y="1"/>
                    <a:pt x="2" y="3"/>
                    <a:pt x="1" y="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1" name="Freeform 430">
              <a:extLst>
                <a:ext uri="{FF2B5EF4-FFF2-40B4-BE49-F238E27FC236}">
                  <a16:creationId xmlns:a16="http://schemas.microsoft.com/office/drawing/2014/main" id="{B846D013-4EAF-4951-A0B3-7840961F0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458"/>
              <a:ext cx="22" cy="20"/>
            </a:xfrm>
            <a:custGeom>
              <a:avLst/>
              <a:gdLst>
                <a:gd name="T0" fmla="*/ 5 w 14"/>
                <a:gd name="T1" fmla="*/ 20 h 12"/>
                <a:gd name="T2" fmla="*/ 39 w 14"/>
                <a:gd name="T3" fmla="*/ 37 h 12"/>
                <a:gd name="T4" fmla="*/ 20 w 14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" y="4"/>
                  </a:moveTo>
                  <a:cubicBezTo>
                    <a:pt x="0" y="9"/>
                    <a:pt x="7" y="12"/>
                    <a:pt x="10" y="8"/>
                  </a:cubicBezTo>
                  <a:cubicBezTo>
                    <a:pt x="14" y="4"/>
                    <a:pt x="9" y="0"/>
                    <a:pt x="5" y="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2" name="Freeform 431">
              <a:extLst>
                <a:ext uri="{FF2B5EF4-FFF2-40B4-BE49-F238E27FC236}">
                  <a16:creationId xmlns:a16="http://schemas.microsoft.com/office/drawing/2014/main" id="{A27B4DF4-1F55-4E8F-A03F-73F71ADC1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505"/>
              <a:ext cx="33" cy="35"/>
            </a:xfrm>
            <a:custGeom>
              <a:avLst/>
              <a:gdLst>
                <a:gd name="T0" fmla="*/ 14 w 21"/>
                <a:gd name="T1" fmla="*/ 60 h 22"/>
                <a:gd name="T2" fmla="*/ 13 w 21"/>
                <a:gd name="T3" fmla="*/ 68 h 22"/>
                <a:gd name="T4" fmla="*/ 66 w 21"/>
                <a:gd name="T5" fmla="*/ 46 h 22"/>
                <a:gd name="T6" fmla="*/ 14 w 21"/>
                <a:gd name="T7" fmla="*/ 8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2">
                  <a:moveTo>
                    <a:pt x="4" y="15"/>
                  </a:moveTo>
                  <a:cubicBezTo>
                    <a:pt x="3" y="15"/>
                    <a:pt x="2" y="16"/>
                    <a:pt x="3" y="17"/>
                  </a:cubicBezTo>
                  <a:cubicBezTo>
                    <a:pt x="8" y="22"/>
                    <a:pt x="21" y="20"/>
                    <a:pt x="17" y="11"/>
                  </a:cubicBezTo>
                  <a:cubicBezTo>
                    <a:pt x="12" y="0"/>
                    <a:pt x="0" y="13"/>
                    <a:pt x="4" y="2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3" name="Freeform 432">
              <a:extLst>
                <a:ext uri="{FF2B5EF4-FFF2-40B4-BE49-F238E27FC236}">
                  <a16:creationId xmlns:a16="http://schemas.microsoft.com/office/drawing/2014/main" id="{6F89E1F5-9E43-4B34-9B65-B82AC0CE6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466"/>
              <a:ext cx="26" cy="36"/>
            </a:xfrm>
            <a:custGeom>
              <a:avLst/>
              <a:gdLst>
                <a:gd name="T0" fmla="*/ 21 w 16"/>
                <a:gd name="T1" fmla="*/ 26 h 22"/>
                <a:gd name="T2" fmla="*/ 5 w 16"/>
                <a:gd name="T3" fmla="*/ 26 h 22"/>
                <a:gd name="T4" fmla="*/ 47 w 16"/>
                <a:gd name="T5" fmla="*/ 67 h 22"/>
                <a:gd name="T6" fmla="*/ 0 w 16"/>
                <a:gd name="T7" fmla="*/ 4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5" y="6"/>
                  </a:moveTo>
                  <a:cubicBezTo>
                    <a:pt x="4" y="6"/>
                    <a:pt x="2" y="6"/>
                    <a:pt x="1" y="6"/>
                  </a:cubicBezTo>
                  <a:cubicBezTo>
                    <a:pt x="0" y="12"/>
                    <a:pt x="6" y="22"/>
                    <a:pt x="11" y="15"/>
                  </a:cubicBezTo>
                  <a:cubicBezTo>
                    <a:pt x="16" y="8"/>
                    <a:pt x="0" y="0"/>
                    <a:pt x="0" y="1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4" name="Freeform 433">
              <a:extLst>
                <a:ext uri="{FF2B5EF4-FFF2-40B4-BE49-F238E27FC236}">
                  <a16:creationId xmlns:a16="http://schemas.microsoft.com/office/drawing/2014/main" id="{BA67668F-743C-43B2-AC09-870978F3F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423"/>
              <a:ext cx="15" cy="14"/>
            </a:xfrm>
            <a:custGeom>
              <a:avLst/>
              <a:gdLst>
                <a:gd name="T0" fmla="*/ 0 w 9"/>
                <a:gd name="T1" fmla="*/ 8 h 9"/>
                <a:gd name="T2" fmla="*/ 8 w 9"/>
                <a:gd name="T3" fmla="*/ 0 h 9"/>
                <a:gd name="T4" fmla="*/ 8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2"/>
                  </a:moveTo>
                  <a:cubicBezTo>
                    <a:pt x="0" y="9"/>
                    <a:pt x="9" y="3"/>
                    <a:pt x="2" y="0"/>
                  </a:cubicBezTo>
                  <a:cubicBezTo>
                    <a:pt x="1" y="1"/>
                    <a:pt x="2" y="1"/>
                    <a:pt x="2" y="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5" name="Freeform 434">
              <a:extLst>
                <a:ext uri="{FF2B5EF4-FFF2-40B4-BE49-F238E27FC236}">
                  <a16:creationId xmlns:a16="http://schemas.microsoft.com/office/drawing/2014/main" id="{DD22B594-9DFA-4009-B842-FC84F0397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437"/>
              <a:ext cx="32" cy="16"/>
            </a:xfrm>
            <a:custGeom>
              <a:avLst/>
              <a:gdLst>
                <a:gd name="T0" fmla="*/ 35 w 20"/>
                <a:gd name="T1" fmla="*/ 21 h 10"/>
                <a:gd name="T2" fmla="*/ 46 w 20"/>
                <a:gd name="T3" fmla="*/ 42 h 10"/>
                <a:gd name="T4" fmla="*/ 29 w 20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">
                  <a:moveTo>
                    <a:pt x="9" y="5"/>
                  </a:moveTo>
                  <a:cubicBezTo>
                    <a:pt x="9" y="8"/>
                    <a:pt x="9" y="9"/>
                    <a:pt x="11" y="10"/>
                  </a:cubicBezTo>
                  <a:cubicBezTo>
                    <a:pt x="20" y="1"/>
                    <a:pt x="0" y="0"/>
                    <a:pt x="7" y="10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6" name="Freeform 435">
              <a:extLst>
                <a:ext uri="{FF2B5EF4-FFF2-40B4-BE49-F238E27FC236}">
                  <a16:creationId xmlns:a16="http://schemas.microsoft.com/office/drawing/2014/main" id="{C2BCA6B2-3429-4601-924C-3A37BC30D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389"/>
              <a:ext cx="6" cy="11"/>
            </a:xfrm>
            <a:custGeom>
              <a:avLst/>
              <a:gdLst>
                <a:gd name="T0" fmla="*/ 12 w 4"/>
                <a:gd name="T1" fmla="*/ 20 h 7"/>
                <a:gd name="T2" fmla="*/ 5 w 4"/>
                <a:gd name="T3" fmla="*/ 14 h 7"/>
                <a:gd name="T4" fmla="*/ 5 w 4"/>
                <a:gd name="T5" fmla="*/ 27 h 7"/>
                <a:gd name="T6" fmla="*/ 12 w 4"/>
                <a:gd name="T7" fmla="*/ 0 h 7"/>
                <a:gd name="T8" fmla="*/ 0 w 4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3" y="5"/>
                  </a:moveTo>
                  <a:cubicBezTo>
                    <a:pt x="2" y="5"/>
                    <a:pt x="1" y="4"/>
                    <a:pt x="1" y="4"/>
                  </a:cubicBezTo>
                  <a:cubicBezTo>
                    <a:pt x="1" y="5"/>
                    <a:pt x="0" y="6"/>
                    <a:pt x="1" y="7"/>
                  </a:cubicBezTo>
                  <a:cubicBezTo>
                    <a:pt x="3" y="6"/>
                    <a:pt x="4" y="3"/>
                    <a:pt x="3" y="0"/>
                  </a:cubicBezTo>
                  <a:cubicBezTo>
                    <a:pt x="1" y="1"/>
                    <a:pt x="0" y="4"/>
                    <a:pt x="0" y="6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7" name="Freeform 436">
              <a:extLst>
                <a:ext uri="{FF2B5EF4-FFF2-40B4-BE49-F238E27FC236}">
                  <a16:creationId xmlns:a16="http://schemas.microsoft.com/office/drawing/2014/main" id="{C27F841C-982B-4A45-944A-E2E09F367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468"/>
              <a:ext cx="23" cy="24"/>
            </a:xfrm>
            <a:custGeom>
              <a:avLst/>
              <a:gdLst>
                <a:gd name="T0" fmla="*/ 21 w 14"/>
                <a:gd name="T1" fmla="*/ 29 h 15"/>
                <a:gd name="T2" fmla="*/ 26 w 14"/>
                <a:gd name="T3" fmla="*/ 61 h 15"/>
                <a:gd name="T4" fmla="*/ 5 w 14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5" y="7"/>
                  </a:moveTo>
                  <a:cubicBezTo>
                    <a:pt x="1" y="10"/>
                    <a:pt x="0" y="15"/>
                    <a:pt x="6" y="15"/>
                  </a:cubicBezTo>
                  <a:cubicBezTo>
                    <a:pt x="14" y="14"/>
                    <a:pt x="7" y="0"/>
                    <a:pt x="1" y="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8" name="Freeform 437">
              <a:extLst>
                <a:ext uri="{FF2B5EF4-FFF2-40B4-BE49-F238E27FC236}">
                  <a16:creationId xmlns:a16="http://schemas.microsoft.com/office/drawing/2014/main" id="{37EB30B9-45A0-4C18-A47E-8F94F9342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437"/>
              <a:ext cx="11" cy="11"/>
            </a:xfrm>
            <a:custGeom>
              <a:avLst/>
              <a:gdLst>
                <a:gd name="T0" fmla="*/ 8 w 7"/>
                <a:gd name="T1" fmla="*/ 13 h 7"/>
                <a:gd name="T2" fmla="*/ 0 w 7"/>
                <a:gd name="T3" fmla="*/ 22 h 7"/>
                <a:gd name="T4" fmla="*/ 22 w 7"/>
                <a:gd name="T5" fmla="*/ 22 h 7"/>
                <a:gd name="T6" fmla="*/ 13 w 7"/>
                <a:gd name="T7" fmla="*/ 0 h 7"/>
                <a:gd name="T8" fmla="*/ 13 w 7"/>
                <a:gd name="T9" fmla="*/ 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3"/>
                  </a:moveTo>
                  <a:cubicBezTo>
                    <a:pt x="1" y="4"/>
                    <a:pt x="0" y="4"/>
                    <a:pt x="0" y="6"/>
                  </a:cubicBezTo>
                  <a:cubicBezTo>
                    <a:pt x="2" y="6"/>
                    <a:pt x="4" y="7"/>
                    <a:pt x="6" y="6"/>
                  </a:cubicBezTo>
                  <a:cubicBezTo>
                    <a:pt x="7" y="3"/>
                    <a:pt x="6" y="0"/>
                    <a:pt x="3" y="0"/>
                  </a:cubicBezTo>
                  <a:cubicBezTo>
                    <a:pt x="3" y="1"/>
                    <a:pt x="3" y="2"/>
                    <a:pt x="3" y="3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9" name="Freeform 438">
              <a:extLst>
                <a:ext uri="{FF2B5EF4-FFF2-40B4-BE49-F238E27FC236}">
                  <a16:creationId xmlns:a16="http://schemas.microsoft.com/office/drawing/2014/main" id="{33EE4211-4D53-489C-B310-2093C845B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403"/>
              <a:ext cx="18" cy="16"/>
            </a:xfrm>
            <a:custGeom>
              <a:avLst/>
              <a:gdLst>
                <a:gd name="T0" fmla="*/ 8 w 11"/>
                <a:gd name="T1" fmla="*/ 42 h 10"/>
                <a:gd name="T2" fmla="*/ 0 w 11"/>
                <a:gd name="T3" fmla="*/ 3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2" y="10"/>
                  </a:moveTo>
                  <a:cubicBezTo>
                    <a:pt x="11" y="9"/>
                    <a:pt x="3" y="0"/>
                    <a:pt x="0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0" name="Freeform 439">
              <a:extLst>
                <a:ext uri="{FF2B5EF4-FFF2-40B4-BE49-F238E27FC236}">
                  <a16:creationId xmlns:a16="http://schemas.microsoft.com/office/drawing/2014/main" id="{FAB5C14F-5AF3-41B8-BE63-3FA6A5D03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419"/>
              <a:ext cx="24" cy="33"/>
            </a:xfrm>
            <a:custGeom>
              <a:avLst/>
              <a:gdLst>
                <a:gd name="T0" fmla="*/ 21 w 15"/>
                <a:gd name="T1" fmla="*/ 54 h 20"/>
                <a:gd name="T2" fmla="*/ 42 w 15"/>
                <a:gd name="T3" fmla="*/ 89 h 20"/>
                <a:gd name="T4" fmla="*/ 8 w 15"/>
                <a:gd name="T5" fmla="*/ 5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5" y="12"/>
                  </a:moveTo>
                  <a:cubicBezTo>
                    <a:pt x="4" y="16"/>
                    <a:pt x="6" y="19"/>
                    <a:pt x="10" y="20"/>
                  </a:cubicBezTo>
                  <a:cubicBezTo>
                    <a:pt x="15" y="10"/>
                    <a:pt x="0" y="0"/>
                    <a:pt x="2" y="11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1" name="Freeform 440">
              <a:extLst>
                <a:ext uri="{FF2B5EF4-FFF2-40B4-BE49-F238E27FC236}">
                  <a16:creationId xmlns:a16="http://schemas.microsoft.com/office/drawing/2014/main" id="{5CE591D1-E391-4ED4-AA06-33369EF77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516"/>
              <a:ext cx="34" cy="29"/>
            </a:xfrm>
            <a:custGeom>
              <a:avLst/>
              <a:gdLst>
                <a:gd name="T0" fmla="*/ 42 w 21"/>
                <a:gd name="T1" fmla="*/ 50 h 18"/>
                <a:gd name="T2" fmla="*/ 39 w 21"/>
                <a:gd name="T3" fmla="*/ 63 h 18"/>
                <a:gd name="T4" fmla="*/ 81 w 21"/>
                <a:gd name="T5" fmla="*/ 39 h 18"/>
                <a:gd name="T6" fmla="*/ 42 w 21"/>
                <a:gd name="T7" fmla="*/ 6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10" y="12"/>
                  </a:moveTo>
                  <a:cubicBezTo>
                    <a:pt x="9" y="13"/>
                    <a:pt x="9" y="14"/>
                    <a:pt x="9" y="15"/>
                  </a:cubicBezTo>
                  <a:cubicBezTo>
                    <a:pt x="13" y="18"/>
                    <a:pt x="21" y="15"/>
                    <a:pt x="19" y="9"/>
                  </a:cubicBezTo>
                  <a:cubicBezTo>
                    <a:pt x="16" y="0"/>
                    <a:pt x="0" y="6"/>
                    <a:pt x="10" y="15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2" name="Freeform 441">
              <a:extLst>
                <a:ext uri="{FF2B5EF4-FFF2-40B4-BE49-F238E27FC236}">
                  <a16:creationId xmlns:a16="http://schemas.microsoft.com/office/drawing/2014/main" id="{C39D43F8-118F-4F49-9E01-AAEF4211C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508"/>
              <a:ext cx="24" cy="28"/>
            </a:xfrm>
            <a:custGeom>
              <a:avLst/>
              <a:gdLst>
                <a:gd name="T0" fmla="*/ 0 w 15"/>
                <a:gd name="T1" fmla="*/ 63 h 17"/>
                <a:gd name="T2" fmla="*/ 0 w 15"/>
                <a:gd name="T3" fmla="*/ 3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14"/>
                  </a:moveTo>
                  <a:cubicBezTo>
                    <a:pt x="15" y="17"/>
                    <a:pt x="3" y="0"/>
                    <a:pt x="0" y="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3" name="Freeform 442">
              <a:extLst>
                <a:ext uri="{FF2B5EF4-FFF2-40B4-BE49-F238E27FC236}">
                  <a16:creationId xmlns:a16="http://schemas.microsoft.com/office/drawing/2014/main" id="{B9E44275-AC6A-421B-872F-3C91C203A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482"/>
              <a:ext cx="11" cy="10"/>
            </a:xfrm>
            <a:custGeom>
              <a:avLst/>
              <a:gdLst>
                <a:gd name="T0" fmla="*/ 13 w 7"/>
                <a:gd name="T1" fmla="*/ 28 h 6"/>
                <a:gd name="T2" fmla="*/ 20 w 7"/>
                <a:gd name="T3" fmla="*/ 5 h 6"/>
                <a:gd name="T4" fmla="*/ 0 w 7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6"/>
                  </a:moveTo>
                  <a:cubicBezTo>
                    <a:pt x="5" y="4"/>
                    <a:pt x="7" y="5"/>
                    <a:pt x="5" y="1"/>
                  </a:cubicBezTo>
                  <a:cubicBezTo>
                    <a:pt x="3" y="0"/>
                    <a:pt x="2" y="0"/>
                    <a:pt x="0" y="2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4" name="Freeform 443">
              <a:extLst>
                <a:ext uri="{FF2B5EF4-FFF2-40B4-BE49-F238E27FC236}">
                  <a16:creationId xmlns:a16="http://schemas.microsoft.com/office/drawing/2014/main" id="{242CD23A-CED2-4271-BA0E-CE60BCB0D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531"/>
              <a:ext cx="34" cy="42"/>
            </a:xfrm>
            <a:custGeom>
              <a:avLst/>
              <a:gdLst>
                <a:gd name="T0" fmla="*/ 21 w 21"/>
                <a:gd name="T1" fmla="*/ 84 h 26"/>
                <a:gd name="T2" fmla="*/ 13 w 21"/>
                <a:gd name="T3" fmla="*/ 7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6">
                  <a:moveTo>
                    <a:pt x="5" y="20"/>
                  </a:moveTo>
                  <a:cubicBezTo>
                    <a:pt x="21" y="26"/>
                    <a:pt x="0" y="0"/>
                    <a:pt x="3" y="18"/>
                  </a:cubicBezTo>
                </a:path>
              </a:pathLst>
            </a:custGeom>
            <a:solidFill>
              <a:srgbClr val="917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5" name="Freeform 444">
              <a:extLst>
                <a:ext uri="{FF2B5EF4-FFF2-40B4-BE49-F238E27FC236}">
                  <a16:creationId xmlns:a16="http://schemas.microsoft.com/office/drawing/2014/main" id="{8C9029DB-61E7-47F1-92A3-67DC73504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445"/>
              <a:ext cx="32" cy="33"/>
            </a:xfrm>
            <a:custGeom>
              <a:avLst/>
              <a:gdLst>
                <a:gd name="T0" fmla="*/ 26 w 20"/>
                <a:gd name="T1" fmla="*/ 54 h 20"/>
                <a:gd name="T2" fmla="*/ 69 w 20"/>
                <a:gd name="T3" fmla="*/ 50 h 20"/>
                <a:gd name="T4" fmla="*/ 34 w 20"/>
                <a:gd name="T5" fmla="*/ 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0">
                  <a:moveTo>
                    <a:pt x="6" y="12"/>
                  </a:moveTo>
                  <a:cubicBezTo>
                    <a:pt x="9" y="17"/>
                    <a:pt x="20" y="20"/>
                    <a:pt x="17" y="11"/>
                  </a:cubicBezTo>
                  <a:cubicBezTo>
                    <a:pt x="14" y="0"/>
                    <a:pt x="0" y="9"/>
                    <a:pt x="8" y="16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6" name="Freeform 445">
              <a:extLst>
                <a:ext uri="{FF2B5EF4-FFF2-40B4-BE49-F238E27FC236}">
                  <a16:creationId xmlns:a16="http://schemas.microsoft.com/office/drawing/2014/main" id="{1F8C5612-33E4-4EDB-AE91-3C5B5A52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469"/>
              <a:ext cx="21" cy="23"/>
            </a:xfrm>
            <a:custGeom>
              <a:avLst/>
              <a:gdLst>
                <a:gd name="T0" fmla="*/ 16 w 13"/>
                <a:gd name="T1" fmla="*/ 62 h 14"/>
                <a:gd name="T2" fmla="*/ 42 w 13"/>
                <a:gd name="T3" fmla="*/ 58 h 14"/>
                <a:gd name="T4" fmla="*/ 0 w 13"/>
                <a:gd name="T5" fmla="*/ 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4" y="14"/>
                  </a:moveTo>
                  <a:cubicBezTo>
                    <a:pt x="3" y="13"/>
                    <a:pt x="9" y="13"/>
                    <a:pt x="10" y="13"/>
                  </a:cubicBezTo>
                  <a:cubicBezTo>
                    <a:pt x="13" y="5"/>
                    <a:pt x="2" y="0"/>
                    <a:pt x="0" y="9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7" name="Freeform 446">
              <a:extLst>
                <a:ext uri="{FF2B5EF4-FFF2-40B4-BE49-F238E27FC236}">
                  <a16:creationId xmlns:a16="http://schemas.microsoft.com/office/drawing/2014/main" id="{CC56DE1E-FFA2-4B3B-9103-6991F43D5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92"/>
              <a:ext cx="22" cy="29"/>
            </a:xfrm>
            <a:custGeom>
              <a:avLst/>
              <a:gdLst>
                <a:gd name="T0" fmla="*/ 0 w 14"/>
                <a:gd name="T1" fmla="*/ 50 h 18"/>
                <a:gd name="T2" fmla="*/ 49 w 14"/>
                <a:gd name="T3" fmla="*/ 39 h 18"/>
                <a:gd name="T4" fmla="*/ 5 w 14"/>
                <a:gd name="T5" fmla="*/ 4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12"/>
                  </a:moveTo>
                  <a:cubicBezTo>
                    <a:pt x="4" y="18"/>
                    <a:pt x="14" y="18"/>
                    <a:pt x="13" y="9"/>
                  </a:cubicBezTo>
                  <a:cubicBezTo>
                    <a:pt x="12" y="0"/>
                    <a:pt x="0" y="1"/>
                    <a:pt x="1" y="10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8" name="Freeform 447">
              <a:extLst>
                <a:ext uri="{FF2B5EF4-FFF2-40B4-BE49-F238E27FC236}">
                  <a16:creationId xmlns:a16="http://schemas.microsoft.com/office/drawing/2014/main" id="{1B5FE62D-2A9F-483A-B7B7-E4E5D0E04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450"/>
              <a:ext cx="9" cy="7"/>
            </a:xfrm>
            <a:custGeom>
              <a:avLst/>
              <a:gdLst>
                <a:gd name="T0" fmla="*/ 16 w 5"/>
                <a:gd name="T1" fmla="*/ 21 h 4"/>
                <a:gd name="T2" fmla="*/ 16 w 5"/>
                <a:gd name="T3" fmla="*/ 0 h 4"/>
                <a:gd name="T4" fmla="*/ 7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4" y="3"/>
                    <a:pt x="5" y="3"/>
                    <a:pt x="3" y="0"/>
                  </a:cubicBezTo>
                  <a:cubicBezTo>
                    <a:pt x="0" y="0"/>
                    <a:pt x="1" y="1"/>
                    <a:pt x="1" y="3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9" name="Freeform 448">
              <a:extLst>
                <a:ext uri="{FF2B5EF4-FFF2-40B4-BE49-F238E27FC236}">
                  <a16:creationId xmlns:a16="http://schemas.microsoft.com/office/drawing/2014/main" id="{F3DDD3CF-2B6B-44B5-A971-7A45C5D1F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448"/>
              <a:ext cx="16" cy="13"/>
            </a:xfrm>
            <a:custGeom>
              <a:avLst/>
              <a:gdLst>
                <a:gd name="T0" fmla="*/ 8 w 10"/>
                <a:gd name="T1" fmla="*/ 21 h 8"/>
                <a:gd name="T2" fmla="*/ 26 w 10"/>
                <a:gd name="T3" fmla="*/ 34 h 8"/>
                <a:gd name="T4" fmla="*/ 5 w 10"/>
                <a:gd name="T5" fmla="*/ 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5"/>
                  </a:moveTo>
                  <a:cubicBezTo>
                    <a:pt x="3" y="6"/>
                    <a:pt x="4" y="7"/>
                    <a:pt x="6" y="8"/>
                  </a:cubicBezTo>
                  <a:cubicBezTo>
                    <a:pt x="10" y="1"/>
                    <a:pt x="0" y="0"/>
                    <a:pt x="1" y="7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0" name="Freeform 449">
              <a:extLst>
                <a:ext uri="{FF2B5EF4-FFF2-40B4-BE49-F238E27FC236}">
                  <a16:creationId xmlns:a16="http://schemas.microsoft.com/office/drawing/2014/main" id="{6CF4F5B3-58B6-47FD-A822-FD4DFD42E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508"/>
              <a:ext cx="33" cy="32"/>
            </a:xfrm>
            <a:custGeom>
              <a:avLst/>
              <a:gdLst>
                <a:gd name="T0" fmla="*/ 33 w 20"/>
                <a:gd name="T1" fmla="*/ 42 h 20"/>
                <a:gd name="T2" fmla="*/ 58 w 20"/>
                <a:gd name="T3" fmla="*/ 48 h 20"/>
                <a:gd name="T4" fmla="*/ 33 w 20"/>
                <a:gd name="T5" fmla="*/ 3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0">
                  <a:moveTo>
                    <a:pt x="7" y="10"/>
                  </a:moveTo>
                  <a:cubicBezTo>
                    <a:pt x="0" y="13"/>
                    <a:pt x="9" y="20"/>
                    <a:pt x="13" y="12"/>
                  </a:cubicBezTo>
                  <a:cubicBezTo>
                    <a:pt x="20" y="1"/>
                    <a:pt x="1" y="0"/>
                    <a:pt x="7" y="9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1" name="Freeform 450">
              <a:extLst>
                <a:ext uri="{FF2B5EF4-FFF2-40B4-BE49-F238E27FC236}">
                  <a16:creationId xmlns:a16="http://schemas.microsoft.com/office/drawing/2014/main" id="{8C124EA2-E1DB-42DF-876D-E644A1A28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487"/>
              <a:ext cx="15" cy="20"/>
            </a:xfrm>
            <a:custGeom>
              <a:avLst/>
              <a:gdLst>
                <a:gd name="T0" fmla="*/ 0 w 9"/>
                <a:gd name="T1" fmla="*/ 28 h 12"/>
                <a:gd name="T2" fmla="*/ 20 w 9"/>
                <a:gd name="T3" fmla="*/ 55 h 12"/>
                <a:gd name="T4" fmla="*/ 5 w 9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6"/>
                  </a:moveTo>
                  <a:cubicBezTo>
                    <a:pt x="1" y="9"/>
                    <a:pt x="2" y="10"/>
                    <a:pt x="4" y="12"/>
                  </a:cubicBezTo>
                  <a:cubicBezTo>
                    <a:pt x="9" y="8"/>
                    <a:pt x="7" y="0"/>
                    <a:pt x="1" y="1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2" name="Freeform 451">
              <a:extLst>
                <a:ext uri="{FF2B5EF4-FFF2-40B4-BE49-F238E27FC236}">
                  <a16:creationId xmlns:a16="http://schemas.microsoft.com/office/drawing/2014/main" id="{2FD47AA7-3D22-483C-9E39-F4EC9E391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516"/>
              <a:ext cx="19" cy="24"/>
            </a:xfrm>
            <a:custGeom>
              <a:avLst/>
              <a:gdLst>
                <a:gd name="T0" fmla="*/ 25 w 12"/>
                <a:gd name="T1" fmla="*/ 56 h 15"/>
                <a:gd name="T2" fmla="*/ 33 w 12"/>
                <a:gd name="T3" fmla="*/ 61 h 15"/>
                <a:gd name="T4" fmla="*/ 0 w 12"/>
                <a:gd name="T5" fmla="*/ 4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6" y="14"/>
                  </a:moveTo>
                  <a:cubicBezTo>
                    <a:pt x="6" y="15"/>
                    <a:pt x="7" y="15"/>
                    <a:pt x="8" y="15"/>
                  </a:cubicBezTo>
                  <a:cubicBezTo>
                    <a:pt x="12" y="8"/>
                    <a:pt x="3" y="0"/>
                    <a:pt x="0" y="10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3" name="Freeform 452">
              <a:extLst>
                <a:ext uri="{FF2B5EF4-FFF2-40B4-BE49-F238E27FC236}">
                  <a16:creationId xmlns:a16="http://schemas.microsoft.com/office/drawing/2014/main" id="{3ACF2FB2-C944-41D7-AF85-58A3BB7F7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537"/>
              <a:ext cx="26" cy="41"/>
            </a:xfrm>
            <a:custGeom>
              <a:avLst/>
              <a:gdLst>
                <a:gd name="T0" fmla="*/ 13 w 16"/>
                <a:gd name="T1" fmla="*/ 26 h 25"/>
                <a:gd name="T2" fmla="*/ 0 w 16"/>
                <a:gd name="T3" fmla="*/ 43 h 25"/>
                <a:gd name="T4" fmla="*/ 8 w 16"/>
                <a:gd name="T5" fmla="*/ 4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3" y="6"/>
                  </a:moveTo>
                  <a:cubicBezTo>
                    <a:pt x="16" y="0"/>
                    <a:pt x="1" y="25"/>
                    <a:pt x="0" y="10"/>
                  </a:cubicBezTo>
                  <a:cubicBezTo>
                    <a:pt x="1" y="9"/>
                    <a:pt x="1" y="9"/>
                    <a:pt x="2" y="10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4" name="Freeform 453">
              <a:extLst>
                <a:ext uri="{FF2B5EF4-FFF2-40B4-BE49-F238E27FC236}">
                  <a16:creationId xmlns:a16="http://schemas.microsoft.com/office/drawing/2014/main" id="{498B7A6B-DCBE-4DAD-831E-9B8A3E78E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555"/>
              <a:ext cx="18" cy="23"/>
            </a:xfrm>
            <a:custGeom>
              <a:avLst/>
              <a:gdLst>
                <a:gd name="T0" fmla="*/ 8 w 11"/>
                <a:gd name="T1" fmla="*/ 26 h 14"/>
                <a:gd name="T2" fmla="*/ 41 w 11"/>
                <a:gd name="T3" fmla="*/ 41 h 14"/>
                <a:gd name="T4" fmla="*/ 0 w 11"/>
                <a:gd name="T5" fmla="*/ 3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2" y="6"/>
                  </a:moveTo>
                  <a:cubicBezTo>
                    <a:pt x="1" y="10"/>
                    <a:pt x="7" y="14"/>
                    <a:pt x="9" y="9"/>
                  </a:cubicBezTo>
                  <a:cubicBezTo>
                    <a:pt x="11" y="3"/>
                    <a:pt x="0" y="0"/>
                    <a:pt x="0" y="8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5" name="Freeform 454">
              <a:extLst>
                <a:ext uri="{FF2B5EF4-FFF2-40B4-BE49-F238E27FC236}">
                  <a16:creationId xmlns:a16="http://schemas.microsoft.com/office/drawing/2014/main" id="{6801A367-3AEE-480F-B092-51579DF3E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478"/>
              <a:ext cx="13" cy="19"/>
            </a:xfrm>
            <a:custGeom>
              <a:avLst/>
              <a:gdLst>
                <a:gd name="T0" fmla="*/ 0 w 8"/>
                <a:gd name="T1" fmla="*/ 25 h 12"/>
                <a:gd name="T2" fmla="*/ 29 w 8"/>
                <a:gd name="T3" fmla="*/ 25 h 12"/>
                <a:gd name="T4" fmla="*/ 0 w 8"/>
                <a:gd name="T5" fmla="*/ 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6"/>
                  </a:moveTo>
                  <a:cubicBezTo>
                    <a:pt x="1" y="11"/>
                    <a:pt x="6" y="12"/>
                    <a:pt x="7" y="6"/>
                  </a:cubicBezTo>
                  <a:cubicBezTo>
                    <a:pt x="8" y="0"/>
                    <a:pt x="1" y="2"/>
                    <a:pt x="0" y="7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6" name="Freeform 455">
              <a:extLst>
                <a:ext uri="{FF2B5EF4-FFF2-40B4-BE49-F238E27FC236}">
                  <a16:creationId xmlns:a16="http://schemas.microsoft.com/office/drawing/2014/main" id="{4BAEE041-75FE-4153-B8E7-38AADADDC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445"/>
              <a:ext cx="8" cy="10"/>
            </a:xfrm>
            <a:custGeom>
              <a:avLst/>
              <a:gdLst>
                <a:gd name="T0" fmla="*/ 8 w 5"/>
                <a:gd name="T1" fmla="*/ 13 h 6"/>
                <a:gd name="T2" fmla="*/ 21 w 5"/>
                <a:gd name="T3" fmla="*/ 8 h 6"/>
                <a:gd name="T4" fmla="*/ 0 w 5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3"/>
                  </a:moveTo>
                  <a:cubicBezTo>
                    <a:pt x="3" y="4"/>
                    <a:pt x="3" y="6"/>
                    <a:pt x="5" y="2"/>
                  </a:cubicBezTo>
                  <a:cubicBezTo>
                    <a:pt x="1" y="0"/>
                    <a:pt x="0" y="2"/>
                    <a:pt x="0" y="6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7" name="Freeform 456">
              <a:extLst>
                <a:ext uri="{FF2B5EF4-FFF2-40B4-BE49-F238E27FC236}">
                  <a16:creationId xmlns:a16="http://schemas.microsoft.com/office/drawing/2014/main" id="{111813BF-78E8-451E-B297-395DD2028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521"/>
              <a:ext cx="18" cy="18"/>
            </a:xfrm>
            <a:custGeom>
              <a:avLst/>
              <a:gdLst>
                <a:gd name="T0" fmla="*/ 5 w 11"/>
                <a:gd name="T1" fmla="*/ 26 h 11"/>
                <a:gd name="T2" fmla="*/ 29 w 11"/>
                <a:gd name="T3" fmla="*/ 41 h 11"/>
                <a:gd name="T4" fmla="*/ 5 w 11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" y="6"/>
                  </a:moveTo>
                  <a:cubicBezTo>
                    <a:pt x="3" y="8"/>
                    <a:pt x="5" y="9"/>
                    <a:pt x="7" y="9"/>
                  </a:cubicBezTo>
                  <a:cubicBezTo>
                    <a:pt x="11" y="1"/>
                    <a:pt x="0" y="0"/>
                    <a:pt x="1" y="11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8" name="Freeform 457">
              <a:extLst>
                <a:ext uri="{FF2B5EF4-FFF2-40B4-BE49-F238E27FC236}">
                  <a16:creationId xmlns:a16="http://schemas.microsoft.com/office/drawing/2014/main" id="{E3D4C883-CCE1-413F-844C-068B456D6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492"/>
              <a:ext cx="8" cy="7"/>
            </a:xfrm>
            <a:custGeom>
              <a:avLst/>
              <a:gdLst>
                <a:gd name="T0" fmla="*/ 8 w 5"/>
                <a:gd name="T1" fmla="*/ 7 h 4"/>
                <a:gd name="T2" fmla="*/ 21 w 5"/>
                <a:gd name="T3" fmla="*/ 21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2" y="2"/>
                    <a:pt x="2" y="4"/>
                    <a:pt x="5" y="4"/>
                  </a:cubicBez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49" name="Freeform 458">
              <a:extLst>
                <a:ext uri="{FF2B5EF4-FFF2-40B4-BE49-F238E27FC236}">
                  <a16:creationId xmlns:a16="http://schemas.microsoft.com/office/drawing/2014/main" id="{2A670AEC-A8E5-4385-8E42-AA5533016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473"/>
              <a:ext cx="7" cy="8"/>
            </a:xfrm>
            <a:custGeom>
              <a:avLst/>
              <a:gdLst>
                <a:gd name="T0" fmla="*/ 0 w 4"/>
                <a:gd name="T1" fmla="*/ 5 h 5"/>
                <a:gd name="T2" fmla="*/ 16 w 4"/>
                <a:gd name="T3" fmla="*/ 16 h 5"/>
                <a:gd name="T4" fmla="*/ 7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1" y="3"/>
                    <a:pt x="1" y="5"/>
                    <a:pt x="3" y="4"/>
                  </a:cubicBezTo>
                  <a:cubicBezTo>
                    <a:pt x="4" y="1"/>
                    <a:pt x="2" y="1"/>
                    <a:pt x="1" y="0"/>
                  </a:cubicBezTo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0" name="Freeform 459">
              <a:extLst>
                <a:ext uri="{FF2B5EF4-FFF2-40B4-BE49-F238E27FC236}">
                  <a16:creationId xmlns:a16="http://schemas.microsoft.com/office/drawing/2014/main" id="{B98FB2AE-834D-4044-B5A2-CC52DC52F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437"/>
              <a:ext cx="23" cy="21"/>
            </a:xfrm>
            <a:custGeom>
              <a:avLst/>
              <a:gdLst>
                <a:gd name="T0" fmla="*/ 0 w 14"/>
                <a:gd name="T1" fmla="*/ 29 h 13"/>
                <a:gd name="T2" fmla="*/ 49 w 14"/>
                <a:gd name="T3" fmla="*/ 39 h 13"/>
                <a:gd name="T4" fmla="*/ 21 w 14"/>
                <a:gd name="T5" fmla="*/ 4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7"/>
                  </a:moveTo>
                  <a:cubicBezTo>
                    <a:pt x="2" y="11"/>
                    <a:pt x="9" y="13"/>
                    <a:pt x="11" y="9"/>
                  </a:cubicBezTo>
                  <a:cubicBezTo>
                    <a:pt x="14" y="3"/>
                    <a:pt x="2" y="0"/>
                    <a:pt x="5" y="11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1" name="Freeform 460">
              <a:extLst>
                <a:ext uri="{FF2B5EF4-FFF2-40B4-BE49-F238E27FC236}">
                  <a16:creationId xmlns:a16="http://schemas.microsoft.com/office/drawing/2014/main" id="{79A35CF6-C47D-445D-84DF-15D09EA1F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437"/>
              <a:ext cx="27" cy="29"/>
            </a:xfrm>
            <a:custGeom>
              <a:avLst/>
              <a:gdLst>
                <a:gd name="T0" fmla="*/ 33 w 17"/>
                <a:gd name="T1" fmla="*/ 39 h 18"/>
                <a:gd name="T2" fmla="*/ 60 w 17"/>
                <a:gd name="T3" fmla="*/ 47 h 18"/>
                <a:gd name="T4" fmla="*/ 27 w 17"/>
                <a:gd name="T5" fmla="*/ 6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8" y="9"/>
                  </a:moveTo>
                  <a:cubicBezTo>
                    <a:pt x="6" y="14"/>
                    <a:pt x="13" y="18"/>
                    <a:pt x="15" y="11"/>
                  </a:cubicBezTo>
                  <a:cubicBezTo>
                    <a:pt x="17" y="0"/>
                    <a:pt x="0" y="1"/>
                    <a:pt x="7" y="15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2" name="Freeform 461">
              <a:extLst>
                <a:ext uri="{FF2B5EF4-FFF2-40B4-BE49-F238E27FC236}">
                  <a16:creationId xmlns:a16="http://schemas.microsoft.com/office/drawing/2014/main" id="{1A07B822-4D74-420B-9424-727E6B971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473"/>
              <a:ext cx="26" cy="29"/>
            </a:xfrm>
            <a:custGeom>
              <a:avLst/>
              <a:gdLst>
                <a:gd name="T0" fmla="*/ 21 w 16"/>
                <a:gd name="T1" fmla="*/ 50 h 18"/>
                <a:gd name="T2" fmla="*/ 34 w 16"/>
                <a:gd name="T3" fmla="*/ 0 h 18"/>
                <a:gd name="T4" fmla="*/ 21 w 16"/>
                <a:gd name="T5" fmla="*/ 6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5" y="12"/>
                  </a:moveTo>
                  <a:cubicBezTo>
                    <a:pt x="6" y="18"/>
                    <a:pt x="16" y="6"/>
                    <a:pt x="8" y="0"/>
                  </a:cubicBezTo>
                  <a:cubicBezTo>
                    <a:pt x="4" y="3"/>
                    <a:pt x="0" y="11"/>
                    <a:pt x="5" y="15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3" name="Freeform 462">
              <a:extLst>
                <a:ext uri="{FF2B5EF4-FFF2-40B4-BE49-F238E27FC236}">
                  <a16:creationId xmlns:a16="http://schemas.microsoft.com/office/drawing/2014/main" id="{10CD8C8D-9A3C-4F70-9529-F1883E51B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520"/>
              <a:ext cx="8" cy="12"/>
            </a:xfrm>
            <a:custGeom>
              <a:avLst/>
              <a:gdLst>
                <a:gd name="T0" fmla="*/ 0 w 5"/>
                <a:gd name="T1" fmla="*/ 14 h 8"/>
                <a:gd name="T2" fmla="*/ 8 w 5"/>
                <a:gd name="T3" fmla="*/ 0 h 8"/>
                <a:gd name="T4" fmla="*/ 13 w 5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1" y="2"/>
                    <a:pt x="0" y="1"/>
                    <a:pt x="2" y="0"/>
                  </a:cubicBezTo>
                  <a:cubicBezTo>
                    <a:pt x="5" y="2"/>
                    <a:pt x="5" y="5"/>
                    <a:pt x="3" y="8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4" name="Freeform 463">
              <a:extLst>
                <a:ext uri="{FF2B5EF4-FFF2-40B4-BE49-F238E27FC236}">
                  <a16:creationId xmlns:a16="http://schemas.microsoft.com/office/drawing/2014/main" id="{B0303051-9B8F-428C-AC88-4FA0F7A49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448"/>
              <a:ext cx="26" cy="21"/>
            </a:xfrm>
            <a:custGeom>
              <a:avLst/>
              <a:gdLst>
                <a:gd name="T0" fmla="*/ 26 w 16"/>
                <a:gd name="T1" fmla="*/ 34 h 13"/>
                <a:gd name="T2" fmla="*/ 39 w 16"/>
                <a:gd name="T3" fmla="*/ 55 h 13"/>
                <a:gd name="T4" fmla="*/ 13 w 16"/>
                <a:gd name="T5" fmla="*/ 4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6" y="8"/>
                  </a:moveTo>
                  <a:cubicBezTo>
                    <a:pt x="6" y="11"/>
                    <a:pt x="6" y="12"/>
                    <a:pt x="9" y="13"/>
                  </a:cubicBezTo>
                  <a:cubicBezTo>
                    <a:pt x="16" y="7"/>
                    <a:pt x="0" y="0"/>
                    <a:pt x="3" y="11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5" name="Freeform 464">
              <a:extLst>
                <a:ext uri="{FF2B5EF4-FFF2-40B4-BE49-F238E27FC236}">
                  <a16:creationId xmlns:a16="http://schemas.microsoft.com/office/drawing/2014/main" id="{AC3F7304-9BF6-4AC9-B8AD-23A86C32D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503"/>
              <a:ext cx="44" cy="31"/>
            </a:xfrm>
            <a:custGeom>
              <a:avLst/>
              <a:gdLst>
                <a:gd name="T0" fmla="*/ 96 w 27"/>
                <a:gd name="T1" fmla="*/ 69 h 19"/>
                <a:gd name="T2" fmla="*/ 68 w 27"/>
                <a:gd name="T3" fmla="*/ 8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22" y="16"/>
                  </a:moveTo>
                  <a:cubicBezTo>
                    <a:pt x="27" y="0"/>
                    <a:pt x="0" y="16"/>
                    <a:pt x="16" y="19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6" name="Freeform 465">
              <a:extLst>
                <a:ext uri="{FF2B5EF4-FFF2-40B4-BE49-F238E27FC236}">
                  <a16:creationId xmlns:a16="http://schemas.microsoft.com/office/drawing/2014/main" id="{8E34F89B-039B-4039-9A90-789E8C1F0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495"/>
              <a:ext cx="16" cy="15"/>
            </a:xfrm>
            <a:custGeom>
              <a:avLst/>
              <a:gdLst>
                <a:gd name="T0" fmla="*/ 21 w 10"/>
                <a:gd name="T1" fmla="*/ 42 h 9"/>
                <a:gd name="T2" fmla="*/ 29 w 10"/>
                <a:gd name="T3" fmla="*/ 42 h 9"/>
                <a:gd name="T4" fmla="*/ 5 w 10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6" y="9"/>
                    <a:pt x="6" y="8"/>
                    <a:pt x="7" y="9"/>
                  </a:cubicBezTo>
                  <a:cubicBezTo>
                    <a:pt x="10" y="3"/>
                    <a:pt x="0" y="0"/>
                    <a:pt x="1" y="8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7" name="Freeform 466">
              <a:extLst>
                <a:ext uri="{FF2B5EF4-FFF2-40B4-BE49-F238E27FC236}">
                  <a16:creationId xmlns:a16="http://schemas.microsoft.com/office/drawing/2014/main" id="{8DD12D95-173D-479B-A12E-BEA3F8D4D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534"/>
              <a:ext cx="7" cy="11"/>
            </a:xfrm>
            <a:custGeom>
              <a:avLst/>
              <a:gdLst>
                <a:gd name="T0" fmla="*/ 7 w 4"/>
                <a:gd name="T1" fmla="*/ 27 h 7"/>
                <a:gd name="T2" fmla="*/ 16 w 4"/>
                <a:gd name="T3" fmla="*/ 0 h 7"/>
                <a:gd name="T4" fmla="*/ 0 w 4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7"/>
                  </a:moveTo>
                  <a:cubicBezTo>
                    <a:pt x="3" y="6"/>
                    <a:pt x="4" y="4"/>
                    <a:pt x="3" y="0"/>
                  </a:cubicBezTo>
                  <a:cubicBezTo>
                    <a:pt x="1" y="0"/>
                    <a:pt x="1" y="1"/>
                    <a:pt x="0" y="3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8" name="Freeform 467">
              <a:extLst>
                <a:ext uri="{FF2B5EF4-FFF2-40B4-BE49-F238E27FC236}">
                  <a16:creationId xmlns:a16="http://schemas.microsoft.com/office/drawing/2014/main" id="{D62A2C80-A2E6-4390-9206-5DE0D8BC4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550"/>
              <a:ext cx="9" cy="10"/>
            </a:xfrm>
            <a:custGeom>
              <a:avLst/>
              <a:gdLst>
                <a:gd name="T0" fmla="*/ 5 w 6"/>
                <a:gd name="T1" fmla="*/ 28 h 6"/>
                <a:gd name="T2" fmla="*/ 14 w 6"/>
                <a:gd name="T3" fmla="*/ 28 h 6"/>
                <a:gd name="T4" fmla="*/ 5 w 6"/>
                <a:gd name="T5" fmla="*/ 0 h 6"/>
                <a:gd name="T6" fmla="*/ 5 w 6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6"/>
                  </a:moveTo>
                  <a:cubicBezTo>
                    <a:pt x="2" y="6"/>
                    <a:pt x="3" y="6"/>
                    <a:pt x="4" y="6"/>
                  </a:cubicBezTo>
                  <a:cubicBezTo>
                    <a:pt x="6" y="2"/>
                    <a:pt x="5" y="1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59" name="Freeform 468">
              <a:extLst>
                <a:ext uri="{FF2B5EF4-FFF2-40B4-BE49-F238E27FC236}">
                  <a16:creationId xmlns:a16="http://schemas.microsoft.com/office/drawing/2014/main" id="{60057DCE-B530-424F-99E3-CF062F4BA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490"/>
              <a:ext cx="15" cy="13"/>
            </a:xfrm>
            <a:custGeom>
              <a:avLst/>
              <a:gdLst>
                <a:gd name="T0" fmla="*/ 8 w 9"/>
                <a:gd name="T1" fmla="*/ 21 h 8"/>
                <a:gd name="T2" fmla="*/ 37 w 9"/>
                <a:gd name="T3" fmla="*/ 29 h 8"/>
                <a:gd name="T4" fmla="*/ 0 w 9"/>
                <a:gd name="T5" fmla="*/ 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5"/>
                  </a:moveTo>
                  <a:cubicBezTo>
                    <a:pt x="4" y="7"/>
                    <a:pt x="5" y="8"/>
                    <a:pt x="8" y="7"/>
                  </a:cubicBezTo>
                  <a:cubicBezTo>
                    <a:pt x="9" y="1"/>
                    <a:pt x="0" y="0"/>
                    <a:pt x="0" y="7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0" name="Freeform 469">
              <a:extLst>
                <a:ext uri="{FF2B5EF4-FFF2-40B4-BE49-F238E27FC236}">
                  <a16:creationId xmlns:a16="http://schemas.microsoft.com/office/drawing/2014/main" id="{7E32865C-C106-4107-B4DE-59822B304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465"/>
              <a:ext cx="10" cy="6"/>
            </a:xfrm>
            <a:custGeom>
              <a:avLst/>
              <a:gdLst>
                <a:gd name="T0" fmla="*/ 13 w 6"/>
                <a:gd name="T1" fmla="*/ 0 h 4"/>
                <a:gd name="T2" fmla="*/ 28 w 6"/>
                <a:gd name="T3" fmla="*/ 12 h 4"/>
                <a:gd name="T4" fmla="*/ 0 w 6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4" y="2"/>
                    <a:pt x="2" y="4"/>
                    <a:pt x="6" y="3"/>
                  </a:cubicBezTo>
                  <a:cubicBezTo>
                    <a:pt x="5" y="0"/>
                    <a:pt x="3" y="0"/>
                    <a:pt x="0" y="2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1" name="Freeform 470">
              <a:extLst>
                <a:ext uri="{FF2B5EF4-FFF2-40B4-BE49-F238E27FC236}">
                  <a16:creationId xmlns:a16="http://schemas.microsoft.com/office/drawing/2014/main" id="{147A5205-77C7-4B98-8D72-2CAE5F797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439"/>
              <a:ext cx="6" cy="9"/>
            </a:xfrm>
            <a:custGeom>
              <a:avLst/>
              <a:gdLst>
                <a:gd name="T0" fmla="*/ 8 w 4"/>
                <a:gd name="T1" fmla="*/ 8 h 6"/>
                <a:gd name="T2" fmla="*/ 8 w 4"/>
                <a:gd name="T3" fmla="*/ 14 h 6"/>
                <a:gd name="T4" fmla="*/ 14 w 4"/>
                <a:gd name="T5" fmla="*/ 5 h 6"/>
                <a:gd name="T6" fmla="*/ 0 w 4"/>
                <a:gd name="T7" fmla="*/ 0 h 6"/>
                <a:gd name="T8" fmla="*/ 8 w 4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2" y="2"/>
                  </a:moveTo>
                  <a:cubicBezTo>
                    <a:pt x="1" y="3"/>
                    <a:pt x="2" y="3"/>
                    <a:pt x="2" y="4"/>
                  </a:cubicBezTo>
                  <a:cubicBezTo>
                    <a:pt x="3" y="2"/>
                    <a:pt x="4" y="3"/>
                    <a:pt x="4" y="1"/>
                  </a:cubicBezTo>
                  <a:cubicBezTo>
                    <a:pt x="2" y="0"/>
                    <a:pt x="2" y="1"/>
                    <a:pt x="0" y="0"/>
                  </a:cubicBezTo>
                  <a:cubicBezTo>
                    <a:pt x="0" y="3"/>
                    <a:pt x="0" y="4"/>
                    <a:pt x="2" y="6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2" name="Freeform 471">
              <a:extLst>
                <a:ext uri="{FF2B5EF4-FFF2-40B4-BE49-F238E27FC236}">
                  <a16:creationId xmlns:a16="http://schemas.microsoft.com/office/drawing/2014/main" id="{F7D9D274-E676-4B79-B879-5C1DA00EC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418"/>
              <a:ext cx="24" cy="26"/>
            </a:xfrm>
            <a:custGeom>
              <a:avLst/>
              <a:gdLst>
                <a:gd name="T0" fmla="*/ 21 w 15"/>
                <a:gd name="T1" fmla="*/ 42 h 16"/>
                <a:gd name="T2" fmla="*/ 26 w 15"/>
                <a:gd name="T3" fmla="*/ 60 h 16"/>
                <a:gd name="T4" fmla="*/ 26 w 15"/>
                <a:gd name="T5" fmla="*/ 2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5" y="10"/>
                  </a:moveTo>
                  <a:cubicBezTo>
                    <a:pt x="8" y="0"/>
                    <a:pt x="15" y="16"/>
                    <a:pt x="6" y="14"/>
                  </a:cubicBezTo>
                  <a:cubicBezTo>
                    <a:pt x="1" y="13"/>
                    <a:pt x="0" y="4"/>
                    <a:pt x="6" y="5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3" name="Freeform 472">
              <a:extLst>
                <a:ext uri="{FF2B5EF4-FFF2-40B4-BE49-F238E27FC236}">
                  <a16:creationId xmlns:a16="http://schemas.microsoft.com/office/drawing/2014/main" id="{37405FA6-67EC-40D8-A9D2-5913D2FFF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450"/>
              <a:ext cx="6" cy="5"/>
            </a:xfrm>
            <a:custGeom>
              <a:avLst/>
              <a:gdLst>
                <a:gd name="T0" fmla="*/ 14 w 4"/>
                <a:gd name="T1" fmla="*/ 13 h 3"/>
                <a:gd name="T2" fmla="*/ 5 w 4"/>
                <a:gd name="T3" fmla="*/ 0 h 3"/>
                <a:gd name="T4" fmla="*/ 0 w 4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1"/>
                    <a:pt x="4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4" name="Freeform 473">
              <a:extLst>
                <a:ext uri="{FF2B5EF4-FFF2-40B4-BE49-F238E27FC236}">
                  <a16:creationId xmlns:a16="http://schemas.microsoft.com/office/drawing/2014/main" id="{D3F42872-ADDC-4784-9518-DE302A0D3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469"/>
              <a:ext cx="13" cy="13"/>
            </a:xfrm>
            <a:custGeom>
              <a:avLst/>
              <a:gdLst>
                <a:gd name="T0" fmla="*/ 13 w 8"/>
                <a:gd name="T1" fmla="*/ 8 h 8"/>
                <a:gd name="T2" fmla="*/ 26 w 8"/>
                <a:gd name="T3" fmla="*/ 34 h 8"/>
                <a:gd name="T4" fmla="*/ 8 w 8"/>
                <a:gd name="T5" fmla="*/ 5 h 8"/>
                <a:gd name="T6" fmla="*/ 8 w 8"/>
                <a:gd name="T7" fmla="*/ 1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2"/>
                  </a:moveTo>
                  <a:cubicBezTo>
                    <a:pt x="0" y="4"/>
                    <a:pt x="2" y="8"/>
                    <a:pt x="6" y="8"/>
                  </a:cubicBezTo>
                  <a:cubicBezTo>
                    <a:pt x="8" y="4"/>
                    <a:pt x="7" y="0"/>
                    <a:pt x="2" y="1"/>
                  </a:cubicBezTo>
                  <a:cubicBezTo>
                    <a:pt x="2" y="2"/>
                    <a:pt x="2" y="3"/>
                    <a:pt x="2" y="4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5" name="Freeform 474">
              <a:extLst>
                <a:ext uri="{FF2B5EF4-FFF2-40B4-BE49-F238E27FC236}">
                  <a16:creationId xmlns:a16="http://schemas.microsoft.com/office/drawing/2014/main" id="{685F3FC2-BB52-465E-A741-27D4DC90A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465"/>
              <a:ext cx="21" cy="24"/>
            </a:xfrm>
            <a:custGeom>
              <a:avLst/>
              <a:gdLst>
                <a:gd name="T0" fmla="*/ 26 w 13"/>
                <a:gd name="T1" fmla="*/ 29 h 15"/>
                <a:gd name="T2" fmla="*/ 39 w 13"/>
                <a:gd name="T3" fmla="*/ 54 h 15"/>
                <a:gd name="T4" fmla="*/ 16 w 13"/>
                <a:gd name="T5" fmla="*/ 2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6" y="7"/>
                  </a:moveTo>
                  <a:cubicBezTo>
                    <a:pt x="0" y="10"/>
                    <a:pt x="7" y="15"/>
                    <a:pt x="9" y="13"/>
                  </a:cubicBezTo>
                  <a:cubicBezTo>
                    <a:pt x="13" y="10"/>
                    <a:pt x="8" y="0"/>
                    <a:pt x="4" y="7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6" name="Freeform 475">
              <a:extLst>
                <a:ext uri="{FF2B5EF4-FFF2-40B4-BE49-F238E27FC236}">
                  <a16:creationId xmlns:a16="http://schemas.microsoft.com/office/drawing/2014/main" id="{4D244350-9239-4843-8041-9D991D50A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507"/>
              <a:ext cx="9" cy="6"/>
            </a:xfrm>
            <a:custGeom>
              <a:avLst/>
              <a:gdLst>
                <a:gd name="T0" fmla="*/ 21 w 6"/>
                <a:gd name="T1" fmla="*/ 14 h 4"/>
                <a:gd name="T2" fmla="*/ 0 w 6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5" y="0"/>
                    <a:pt x="2" y="0"/>
                    <a:pt x="0" y="4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7" name="Freeform 476">
              <a:extLst>
                <a:ext uri="{FF2B5EF4-FFF2-40B4-BE49-F238E27FC236}">
                  <a16:creationId xmlns:a16="http://schemas.microsoft.com/office/drawing/2014/main" id="{9EBB2A5E-82B2-4B4D-B201-B68CE0CD6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481"/>
              <a:ext cx="3" cy="6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14 h 4"/>
                <a:gd name="T4" fmla="*/ 8 w 2"/>
                <a:gd name="T5" fmla="*/ 5 h 4"/>
                <a:gd name="T6" fmla="*/ 8 w 2"/>
                <a:gd name="T7" fmla="*/ 1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2"/>
                    <a:pt x="1" y="2"/>
                    <a:pt x="2" y="3"/>
                  </a:cubicBezTo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8" name="Freeform 477">
              <a:extLst>
                <a:ext uri="{FF2B5EF4-FFF2-40B4-BE49-F238E27FC236}">
                  <a16:creationId xmlns:a16="http://schemas.microsoft.com/office/drawing/2014/main" id="{745D5F3D-2006-4139-B538-696E066DCB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15" y="725"/>
              <a:ext cx="3090" cy="2079"/>
            </a:xfrm>
            <a:custGeom>
              <a:avLst/>
              <a:gdLst>
                <a:gd name="T0" fmla="*/ 5757 w 1914"/>
                <a:gd name="T1" fmla="*/ 0 h 1288"/>
                <a:gd name="T2" fmla="*/ 6459 w 1914"/>
                <a:gd name="T3" fmla="*/ 1918 h 1288"/>
                <a:gd name="T4" fmla="*/ 5596 w 1914"/>
                <a:gd name="T5" fmla="*/ 1651 h 1288"/>
                <a:gd name="T6" fmla="*/ 4532 w 1914"/>
                <a:gd name="T7" fmla="*/ 628 h 1288"/>
                <a:gd name="T8" fmla="*/ 3234 w 1914"/>
                <a:gd name="T9" fmla="*/ 492 h 1288"/>
                <a:gd name="T10" fmla="*/ 2197 w 1914"/>
                <a:gd name="T11" fmla="*/ 1128 h 1288"/>
                <a:gd name="T12" fmla="*/ 1556 w 1914"/>
                <a:gd name="T13" fmla="*/ 1968 h 1288"/>
                <a:gd name="T14" fmla="*/ 1048 w 1914"/>
                <a:gd name="T15" fmla="*/ 508 h 1288"/>
                <a:gd name="T16" fmla="*/ 378 w 1914"/>
                <a:gd name="T17" fmla="*/ 2040 h 1288"/>
                <a:gd name="T18" fmla="*/ 759 w 1914"/>
                <a:gd name="T19" fmla="*/ 5109 h 1288"/>
                <a:gd name="T20" fmla="*/ 1511 w 1914"/>
                <a:gd name="T21" fmla="*/ 3428 h 1288"/>
                <a:gd name="T22" fmla="*/ 2706 w 1914"/>
                <a:gd name="T23" fmla="*/ 4637 h 1288"/>
                <a:gd name="T24" fmla="*/ 4120 w 1914"/>
                <a:gd name="T25" fmla="*/ 4812 h 1288"/>
                <a:gd name="T26" fmla="*/ 5518 w 1914"/>
                <a:gd name="T27" fmla="*/ 3953 h 1288"/>
                <a:gd name="T28" fmla="*/ 7720 w 1914"/>
                <a:gd name="T29" fmla="*/ 5026 h 1288"/>
                <a:gd name="T30" fmla="*/ 7284 w 1914"/>
                <a:gd name="T31" fmla="*/ 3041 h 1288"/>
                <a:gd name="T32" fmla="*/ 4327 w 1914"/>
                <a:gd name="T33" fmla="*/ 1307 h 1288"/>
                <a:gd name="T34" fmla="*/ 4417 w 1914"/>
                <a:gd name="T35" fmla="*/ 875 h 1288"/>
                <a:gd name="T36" fmla="*/ 3829 w 1914"/>
                <a:gd name="T37" fmla="*/ 3382 h 1288"/>
                <a:gd name="T38" fmla="*/ 4191 w 1914"/>
                <a:gd name="T39" fmla="*/ 2678 h 1288"/>
                <a:gd name="T40" fmla="*/ 4165 w 1914"/>
                <a:gd name="T41" fmla="*/ 2082 h 1288"/>
                <a:gd name="T42" fmla="*/ 3816 w 1914"/>
                <a:gd name="T43" fmla="*/ 2431 h 1288"/>
                <a:gd name="T44" fmla="*/ 4165 w 1914"/>
                <a:gd name="T45" fmla="*/ 2082 h 1288"/>
                <a:gd name="T46" fmla="*/ 3733 w 1914"/>
                <a:gd name="T47" fmla="*/ 896 h 1288"/>
                <a:gd name="T48" fmla="*/ 3649 w 1914"/>
                <a:gd name="T49" fmla="*/ 1748 h 1288"/>
                <a:gd name="T50" fmla="*/ 3356 w 1914"/>
                <a:gd name="T51" fmla="*/ 794 h 1288"/>
                <a:gd name="T52" fmla="*/ 3466 w 1914"/>
                <a:gd name="T53" fmla="*/ 2287 h 1288"/>
                <a:gd name="T54" fmla="*/ 3156 w 1914"/>
                <a:gd name="T55" fmla="*/ 2570 h 1288"/>
                <a:gd name="T56" fmla="*/ 3151 w 1914"/>
                <a:gd name="T57" fmla="*/ 2006 h 1288"/>
                <a:gd name="T58" fmla="*/ 2807 w 1914"/>
                <a:gd name="T59" fmla="*/ 1060 h 1288"/>
                <a:gd name="T60" fmla="*/ 3000 w 1914"/>
                <a:gd name="T61" fmla="*/ 1658 h 1288"/>
                <a:gd name="T62" fmla="*/ 2515 w 1914"/>
                <a:gd name="T63" fmla="*/ 1253 h 1288"/>
                <a:gd name="T64" fmla="*/ 2336 w 1914"/>
                <a:gd name="T65" fmla="*/ 1663 h 1288"/>
                <a:gd name="T66" fmla="*/ 2402 w 1914"/>
                <a:gd name="T67" fmla="*/ 2076 h 1288"/>
                <a:gd name="T68" fmla="*/ 1527 w 1914"/>
                <a:gd name="T69" fmla="*/ 2855 h 1288"/>
                <a:gd name="T70" fmla="*/ 1926 w 1914"/>
                <a:gd name="T71" fmla="*/ 2207 h 1288"/>
                <a:gd name="T72" fmla="*/ 2012 w 1914"/>
                <a:gd name="T73" fmla="*/ 2923 h 1288"/>
                <a:gd name="T74" fmla="*/ 2054 w 1914"/>
                <a:gd name="T75" fmla="*/ 3616 h 1288"/>
                <a:gd name="T76" fmla="*/ 2601 w 1914"/>
                <a:gd name="T77" fmla="*/ 2834 h 1288"/>
                <a:gd name="T78" fmla="*/ 3172 w 1914"/>
                <a:gd name="T79" fmla="*/ 2965 h 1288"/>
                <a:gd name="T80" fmla="*/ 2054 w 1914"/>
                <a:gd name="T81" fmla="*/ 3616 h 1288"/>
                <a:gd name="T82" fmla="*/ 2951 w 1914"/>
                <a:gd name="T83" fmla="*/ 4348 h 1288"/>
                <a:gd name="T84" fmla="*/ 2985 w 1914"/>
                <a:gd name="T85" fmla="*/ 4034 h 1288"/>
                <a:gd name="T86" fmla="*/ 3670 w 1914"/>
                <a:gd name="T87" fmla="*/ 3869 h 1288"/>
                <a:gd name="T88" fmla="*/ 3904 w 1914"/>
                <a:gd name="T89" fmla="*/ 4463 h 1288"/>
                <a:gd name="T90" fmla="*/ 4120 w 1914"/>
                <a:gd name="T91" fmla="*/ 4108 h 1288"/>
                <a:gd name="T92" fmla="*/ 3904 w 1914"/>
                <a:gd name="T93" fmla="*/ 4463 h 1288"/>
                <a:gd name="T94" fmla="*/ 4704 w 1914"/>
                <a:gd name="T95" fmla="*/ 3966 h 1288"/>
                <a:gd name="T96" fmla="*/ 5189 w 1914"/>
                <a:gd name="T97" fmla="*/ 3669 h 1288"/>
                <a:gd name="T98" fmla="*/ 4843 w 1914"/>
                <a:gd name="T99" fmla="*/ 2232 h 1288"/>
                <a:gd name="T100" fmla="*/ 4930 w 1914"/>
                <a:gd name="T101" fmla="*/ 2918 h 1288"/>
                <a:gd name="T102" fmla="*/ 4577 w 1914"/>
                <a:gd name="T103" fmla="*/ 2629 h 1288"/>
                <a:gd name="T104" fmla="*/ 5134 w 1914"/>
                <a:gd name="T105" fmla="*/ 1892 h 1288"/>
                <a:gd name="T106" fmla="*/ 4666 w 1914"/>
                <a:gd name="T107" fmla="*/ 1459 h 1288"/>
                <a:gd name="T108" fmla="*/ 5134 w 1914"/>
                <a:gd name="T109" fmla="*/ 1892 h 1288"/>
                <a:gd name="T110" fmla="*/ 5418 w 1914"/>
                <a:gd name="T111" fmla="*/ 3251 h 1288"/>
                <a:gd name="T112" fmla="*/ 5867 w 1914"/>
                <a:gd name="T113" fmla="*/ 2596 h 1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914" h="1288">
                  <a:moveTo>
                    <a:pt x="1731" y="723"/>
                  </a:moveTo>
                  <a:cubicBezTo>
                    <a:pt x="1666" y="433"/>
                    <a:pt x="1508" y="124"/>
                    <a:pt x="1368" y="0"/>
                  </a:cubicBezTo>
                  <a:cubicBezTo>
                    <a:pt x="1282" y="84"/>
                    <a:pt x="1282" y="84"/>
                    <a:pt x="1282" y="84"/>
                  </a:cubicBezTo>
                  <a:cubicBezTo>
                    <a:pt x="1282" y="84"/>
                    <a:pt x="1361" y="117"/>
                    <a:pt x="1535" y="456"/>
                  </a:cubicBezTo>
                  <a:cubicBezTo>
                    <a:pt x="1569" y="522"/>
                    <a:pt x="1570" y="589"/>
                    <a:pt x="1460" y="541"/>
                  </a:cubicBezTo>
                  <a:cubicBezTo>
                    <a:pt x="1349" y="493"/>
                    <a:pt x="1343" y="428"/>
                    <a:pt x="1330" y="393"/>
                  </a:cubicBezTo>
                  <a:cubicBezTo>
                    <a:pt x="1318" y="357"/>
                    <a:pt x="1274" y="270"/>
                    <a:pt x="1182" y="238"/>
                  </a:cubicBezTo>
                  <a:cubicBezTo>
                    <a:pt x="1115" y="215"/>
                    <a:pt x="1130" y="178"/>
                    <a:pt x="1077" y="149"/>
                  </a:cubicBezTo>
                  <a:cubicBezTo>
                    <a:pt x="1016" y="114"/>
                    <a:pt x="1013" y="140"/>
                    <a:pt x="977" y="113"/>
                  </a:cubicBezTo>
                  <a:cubicBezTo>
                    <a:pt x="942" y="86"/>
                    <a:pt x="819" y="88"/>
                    <a:pt x="769" y="117"/>
                  </a:cubicBezTo>
                  <a:cubicBezTo>
                    <a:pt x="718" y="147"/>
                    <a:pt x="693" y="159"/>
                    <a:pt x="666" y="159"/>
                  </a:cubicBezTo>
                  <a:cubicBezTo>
                    <a:pt x="639" y="159"/>
                    <a:pt x="556" y="207"/>
                    <a:pt x="522" y="268"/>
                  </a:cubicBezTo>
                  <a:cubicBezTo>
                    <a:pt x="489" y="328"/>
                    <a:pt x="476" y="339"/>
                    <a:pt x="447" y="357"/>
                  </a:cubicBezTo>
                  <a:cubicBezTo>
                    <a:pt x="418" y="376"/>
                    <a:pt x="382" y="437"/>
                    <a:pt x="370" y="468"/>
                  </a:cubicBezTo>
                  <a:cubicBezTo>
                    <a:pt x="357" y="499"/>
                    <a:pt x="299" y="612"/>
                    <a:pt x="213" y="593"/>
                  </a:cubicBezTo>
                  <a:cubicBezTo>
                    <a:pt x="128" y="574"/>
                    <a:pt x="276" y="493"/>
                    <a:pt x="249" y="121"/>
                  </a:cubicBezTo>
                  <a:cubicBezTo>
                    <a:pt x="130" y="126"/>
                    <a:pt x="130" y="126"/>
                    <a:pt x="130" y="126"/>
                  </a:cubicBezTo>
                  <a:cubicBezTo>
                    <a:pt x="130" y="126"/>
                    <a:pt x="169" y="266"/>
                    <a:pt x="90" y="485"/>
                  </a:cubicBezTo>
                  <a:cubicBezTo>
                    <a:pt x="11" y="704"/>
                    <a:pt x="0" y="894"/>
                    <a:pt x="75" y="1243"/>
                  </a:cubicBezTo>
                  <a:cubicBezTo>
                    <a:pt x="75" y="1243"/>
                    <a:pt x="138" y="1288"/>
                    <a:pt x="180" y="1215"/>
                  </a:cubicBezTo>
                  <a:cubicBezTo>
                    <a:pt x="180" y="1215"/>
                    <a:pt x="103" y="934"/>
                    <a:pt x="140" y="779"/>
                  </a:cubicBezTo>
                  <a:cubicBezTo>
                    <a:pt x="178" y="625"/>
                    <a:pt x="313" y="727"/>
                    <a:pt x="359" y="815"/>
                  </a:cubicBezTo>
                  <a:cubicBezTo>
                    <a:pt x="405" y="902"/>
                    <a:pt x="432" y="934"/>
                    <a:pt x="468" y="944"/>
                  </a:cubicBezTo>
                  <a:cubicBezTo>
                    <a:pt x="503" y="954"/>
                    <a:pt x="499" y="1029"/>
                    <a:pt x="643" y="1103"/>
                  </a:cubicBezTo>
                  <a:cubicBezTo>
                    <a:pt x="733" y="1149"/>
                    <a:pt x="766" y="1124"/>
                    <a:pt x="789" y="1126"/>
                  </a:cubicBezTo>
                  <a:cubicBezTo>
                    <a:pt x="812" y="1128"/>
                    <a:pt x="896" y="1169"/>
                    <a:pt x="979" y="1144"/>
                  </a:cubicBezTo>
                  <a:cubicBezTo>
                    <a:pt x="1165" y="1090"/>
                    <a:pt x="1126" y="1040"/>
                    <a:pt x="1157" y="1023"/>
                  </a:cubicBezTo>
                  <a:cubicBezTo>
                    <a:pt x="1188" y="1007"/>
                    <a:pt x="1251" y="1011"/>
                    <a:pt x="1311" y="940"/>
                  </a:cubicBezTo>
                  <a:cubicBezTo>
                    <a:pt x="1372" y="869"/>
                    <a:pt x="1386" y="763"/>
                    <a:pt x="1497" y="685"/>
                  </a:cubicBezTo>
                  <a:cubicBezTo>
                    <a:pt x="1675" y="562"/>
                    <a:pt x="1593" y="1017"/>
                    <a:pt x="1835" y="1195"/>
                  </a:cubicBezTo>
                  <a:cubicBezTo>
                    <a:pt x="1835" y="1195"/>
                    <a:pt x="1914" y="1197"/>
                    <a:pt x="1914" y="1115"/>
                  </a:cubicBezTo>
                  <a:cubicBezTo>
                    <a:pt x="1914" y="1115"/>
                    <a:pt x="1796" y="1013"/>
                    <a:pt x="1731" y="723"/>
                  </a:cubicBezTo>
                  <a:close/>
                  <a:moveTo>
                    <a:pt x="1050" y="208"/>
                  </a:moveTo>
                  <a:cubicBezTo>
                    <a:pt x="1096" y="251"/>
                    <a:pt x="1028" y="311"/>
                    <a:pt x="1028" y="311"/>
                  </a:cubicBezTo>
                  <a:cubicBezTo>
                    <a:pt x="980" y="370"/>
                    <a:pt x="981" y="271"/>
                    <a:pt x="971" y="232"/>
                  </a:cubicBezTo>
                  <a:cubicBezTo>
                    <a:pt x="961" y="193"/>
                    <a:pt x="1005" y="165"/>
                    <a:pt x="1050" y="208"/>
                  </a:cubicBezTo>
                  <a:close/>
                  <a:moveTo>
                    <a:pt x="1032" y="769"/>
                  </a:moveTo>
                  <a:cubicBezTo>
                    <a:pt x="1003" y="796"/>
                    <a:pt x="951" y="788"/>
                    <a:pt x="910" y="804"/>
                  </a:cubicBezTo>
                  <a:cubicBezTo>
                    <a:pt x="868" y="820"/>
                    <a:pt x="836" y="838"/>
                    <a:pt x="850" y="816"/>
                  </a:cubicBezTo>
                  <a:cubicBezTo>
                    <a:pt x="855" y="808"/>
                    <a:pt x="944" y="634"/>
                    <a:pt x="996" y="637"/>
                  </a:cubicBezTo>
                  <a:cubicBezTo>
                    <a:pt x="1047" y="639"/>
                    <a:pt x="1060" y="742"/>
                    <a:pt x="1032" y="769"/>
                  </a:cubicBezTo>
                  <a:close/>
                  <a:moveTo>
                    <a:pt x="990" y="495"/>
                  </a:moveTo>
                  <a:cubicBezTo>
                    <a:pt x="1015" y="499"/>
                    <a:pt x="1044" y="491"/>
                    <a:pt x="1009" y="512"/>
                  </a:cubicBezTo>
                  <a:cubicBezTo>
                    <a:pt x="973" y="533"/>
                    <a:pt x="920" y="624"/>
                    <a:pt x="907" y="578"/>
                  </a:cubicBezTo>
                  <a:cubicBezTo>
                    <a:pt x="894" y="533"/>
                    <a:pt x="885" y="499"/>
                    <a:pt x="907" y="490"/>
                  </a:cubicBezTo>
                  <a:cubicBezTo>
                    <a:pt x="921" y="484"/>
                    <a:pt x="966" y="491"/>
                    <a:pt x="990" y="495"/>
                  </a:cubicBezTo>
                  <a:close/>
                  <a:moveTo>
                    <a:pt x="798" y="189"/>
                  </a:moveTo>
                  <a:cubicBezTo>
                    <a:pt x="838" y="173"/>
                    <a:pt x="885" y="155"/>
                    <a:pt x="887" y="213"/>
                  </a:cubicBezTo>
                  <a:cubicBezTo>
                    <a:pt x="888" y="272"/>
                    <a:pt x="906" y="329"/>
                    <a:pt x="911" y="347"/>
                  </a:cubicBezTo>
                  <a:cubicBezTo>
                    <a:pt x="916" y="365"/>
                    <a:pt x="936" y="411"/>
                    <a:pt x="867" y="416"/>
                  </a:cubicBezTo>
                  <a:cubicBezTo>
                    <a:pt x="798" y="421"/>
                    <a:pt x="784" y="398"/>
                    <a:pt x="772" y="258"/>
                  </a:cubicBezTo>
                  <a:cubicBezTo>
                    <a:pt x="772" y="258"/>
                    <a:pt x="758" y="204"/>
                    <a:pt x="798" y="189"/>
                  </a:cubicBezTo>
                  <a:close/>
                  <a:moveTo>
                    <a:pt x="749" y="477"/>
                  </a:moveTo>
                  <a:cubicBezTo>
                    <a:pt x="783" y="486"/>
                    <a:pt x="814" y="490"/>
                    <a:pt x="824" y="544"/>
                  </a:cubicBezTo>
                  <a:cubicBezTo>
                    <a:pt x="835" y="599"/>
                    <a:pt x="862" y="653"/>
                    <a:pt x="845" y="665"/>
                  </a:cubicBezTo>
                  <a:cubicBezTo>
                    <a:pt x="828" y="677"/>
                    <a:pt x="788" y="625"/>
                    <a:pt x="750" y="611"/>
                  </a:cubicBezTo>
                  <a:cubicBezTo>
                    <a:pt x="713" y="596"/>
                    <a:pt x="674" y="583"/>
                    <a:pt x="690" y="537"/>
                  </a:cubicBezTo>
                  <a:cubicBezTo>
                    <a:pt x="690" y="537"/>
                    <a:pt x="715" y="468"/>
                    <a:pt x="749" y="477"/>
                  </a:cubicBezTo>
                  <a:close/>
                  <a:moveTo>
                    <a:pt x="598" y="298"/>
                  </a:moveTo>
                  <a:cubicBezTo>
                    <a:pt x="598" y="298"/>
                    <a:pt x="631" y="263"/>
                    <a:pt x="667" y="252"/>
                  </a:cubicBezTo>
                  <a:cubicBezTo>
                    <a:pt x="703" y="242"/>
                    <a:pt x="706" y="259"/>
                    <a:pt x="711" y="286"/>
                  </a:cubicBezTo>
                  <a:cubicBezTo>
                    <a:pt x="716" y="313"/>
                    <a:pt x="729" y="390"/>
                    <a:pt x="713" y="394"/>
                  </a:cubicBezTo>
                  <a:cubicBezTo>
                    <a:pt x="696" y="398"/>
                    <a:pt x="658" y="346"/>
                    <a:pt x="631" y="341"/>
                  </a:cubicBezTo>
                  <a:cubicBezTo>
                    <a:pt x="604" y="335"/>
                    <a:pt x="571" y="326"/>
                    <a:pt x="598" y="298"/>
                  </a:cubicBezTo>
                  <a:close/>
                  <a:moveTo>
                    <a:pt x="481" y="437"/>
                  </a:moveTo>
                  <a:cubicBezTo>
                    <a:pt x="481" y="437"/>
                    <a:pt x="501" y="381"/>
                    <a:pt x="555" y="395"/>
                  </a:cubicBezTo>
                  <a:cubicBezTo>
                    <a:pt x="610" y="409"/>
                    <a:pt x="655" y="425"/>
                    <a:pt x="640" y="450"/>
                  </a:cubicBezTo>
                  <a:cubicBezTo>
                    <a:pt x="624" y="474"/>
                    <a:pt x="633" y="512"/>
                    <a:pt x="571" y="494"/>
                  </a:cubicBezTo>
                  <a:cubicBezTo>
                    <a:pt x="509" y="476"/>
                    <a:pt x="459" y="480"/>
                    <a:pt x="481" y="437"/>
                  </a:cubicBezTo>
                  <a:close/>
                  <a:moveTo>
                    <a:pt x="363" y="679"/>
                  </a:moveTo>
                  <a:cubicBezTo>
                    <a:pt x="340" y="650"/>
                    <a:pt x="376" y="616"/>
                    <a:pt x="400" y="578"/>
                  </a:cubicBezTo>
                  <a:cubicBezTo>
                    <a:pt x="423" y="541"/>
                    <a:pt x="424" y="526"/>
                    <a:pt x="458" y="525"/>
                  </a:cubicBezTo>
                  <a:cubicBezTo>
                    <a:pt x="492" y="524"/>
                    <a:pt x="559" y="551"/>
                    <a:pt x="559" y="551"/>
                  </a:cubicBezTo>
                  <a:cubicBezTo>
                    <a:pt x="620" y="572"/>
                    <a:pt x="548" y="646"/>
                    <a:pt x="478" y="695"/>
                  </a:cubicBezTo>
                  <a:cubicBezTo>
                    <a:pt x="407" y="744"/>
                    <a:pt x="387" y="709"/>
                    <a:pt x="363" y="679"/>
                  </a:cubicBezTo>
                  <a:close/>
                  <a:moveTo>
                    <a:pt x="488" y="860"/>
                  </a:moveTo>
                  <a:cubicBezTo>
                    <a:pt x="446" y="809"/>
                    <a:pt x="481" y="794"/>
                    <a:pt x="494" y="785"/>
                  </a:cubicBezTo>
                  <a:cubicBezTo>
                    <a:pt x="507" y="775"/>
                    <a:pt x="583" y="705"/>
                    <a:pt x="618" y="674"/>
                  </a:cubicBezTo>
                  <a:cubicBezTo>
                    <a:pt x="653" y="643"/>
                    <a:pt x="709" y="679"/>
                    <a:pt x="709" y="679"/>
                  </a:cubicBezTo>
                  <a:cubicBezTo>
                    <a:pt x="709" y="679"/>
                    <a:pt x="715" y="686"/>
                    <a:pt x="754" y="705"/>
                  </a:cubicBezTo>
                  <a:cubicBezTo>
                    <a:pt x="793" y="725"/>
                    <a:pt x="744" y="821"/>
                    <a:pt x="676" y="872"/>
                  </a:cubicBezTo>
                  <a:cubicBezTo>
                    <a:pt x="609" y="922"/>
                    <a:pt x="530" y="910"/>
                    <a:pt x="488" y="860"/>
                  </a:cubicBezTo>
                  <a:close/>
                  <a:moveTo>
                    <a:pt x="789" y="1007"/>
                  </a:moveTo>
                  <a:cubicBezTo>
                    <a:pt x="774" y="1027"/>
                    <a:pt x="767" y="1057"/>
                    <a:pt x="701" y="1034"/>
                  </a:cubicBezTo>
                  <a:cubicBezTo>
                    <a:pt x="635" y="1010"/>
                    <a:pt x="609" y="968"/>
                    <a:pt x="653" y="965"/>
                  </a:cubicBezTo>
                  <a:cubicBezTo>
                    <a:pt x="697" y="962"/>
                    <a:pt x="709" y="959"/>
                    <a:pt x="709" y="959"/>
                  </a:cubicBezTo>
                  <a:cubicBezTo>
                    <a:pt x="709" y="959"/>
                    <a:pt x="796" y="927"/>
                    <a:pt x="826" y="917"/>
                  </a:cubicBezTo>
                  <a:cubicBezTo>
                    <a:pt x="855" y="907"/>
                    <a:pt x="892" y="894"/>
                    <a:pt x="872" y="920"/>
                  </a:cubicBezTo>
                  <a:cubicBezTo>
                    <a:pt x="853" y="946"/>
                    <a:pt x="805" y="986"/>
                    <a:pt x="789" y="1007"/>
                  </a:cubicBezTo>
                  <a:close/>
                  <a:moveTo>
                    <a:pt x="928" y="1061"/>
                  </a:moveTo>
                  <a:cubicBezTo>
                    <a:pt x="811" y="1073"/>
                    <a:pt x="914" y="995"/>
                    <a:pt x="933" y="978"/>
                  </a:cubicBezTo>
                  <a:cubicBezTo>
                    <a:pt x="953" y="961"/>
                    <a:pt x="963" y="960"/>
                    <a:pt x="979" y="977"/>
                  </a:cubicBezTo>
                  <a:cubicBezTo>
                    <a:pt x="994" y="994"/>
                    <a:pt x="1037" y="1001"/>
                    <a:pt x="1040" y="1016"/>
                  </a:cubicBezTo>
                  <a:cubicBezTo>
                    <a:pt x="1046" y="1049"/>
                    <a:pt x="928" y="1061"/>
                    <a:pt x="928" y="1061"/>
                  </a:cubicBezTo>
                  <a:close/>
                  <a:moveTo>
                    <a:pt x="1233" y="872"/>
                  </a:moveTo>
                  <a:cubicBezTo>
                    <a:pt x="1207" y="927"/>
                    <a:pt x="1153" y="962"/>
                    <a:pt x="1118" y="943"/>
                  </a:cubicBezTo>
                  <a:cubicBezTo>
                    <a:pt x="1083" y="923"/>
                    <a:pt x="994" y="891"/>
                    <a:pt x="998" y="866"/>
                  </a:cubicBezTo>
                  <a:cubicBezTo>
                    <a:pt x="1001" y="850"/>
                    <a:pt x="1259" y="816"/>
                    <a:pt x="1233" y="872"/>
                  </a:cubicBezTo>
                  <a:close/>
                  <a:moveTo>
                    <a:pt x="1088" y="577"/>
                  </a:moveTo>
                  <a:cubicBezTo>
                    <a:pt x="1109" y="563"/>
                    <a:pt x="1129" y="529"/>
                    <a:pt x="1151" y="531"/>
                  </a:cubicBezTo>
                  <a:cubicBezTo>
                    <a:pt x="1173" y="534"/>
                    <a:pt x="1225" y="534"/>
                    <a:pt x="1215" y="560"/>
                  </a:cubicBezTo>
                  <a:cubicBezTo>
                    <a:pt x="1205" y="586"/>
                    <a:pt x="1176" y="669"/>
                    <a:pt x="1172" y="694"/>
                  </a:cubicBezTo>
                  <a:cubicBezTo>
                    <a:pt x="1168" y="718"/>
                    <a:pt x="1168" y="756"/>
                    <a:pt x="1145" y="753"/>
                  </a:cubicBezTo>
                  <a:cubicBezTo>
                    <a:pt x="1121" y="751"/>
                    <a:pt x="1124" y="686"/>
                    <a:pt x="1088" y="625"/>
                  </a:cubicBezTo>
                  <a:cubicBezTo>
                    <a:pt x="1088" y="625"/>
                    <a:pt x="1067" y="591"/>
                    <a:pt x="1088" y="577"/>
                  </a:cubicBezTo>
                  <a:close/>
                  <a:moveTo>
                    <a:pt x="1220" y="450"/>
                  </a:moveTo>
                  <a:cubicBezTo>
                    <a:pt x="1154" y="468"/>
                    <a:pt x="1063" y="429"/>
                    <a:pt x="1063" y="429"/>
                  </a:cubicBezTo>
                  <a:cubicBezTo>
                    <a:pt x="1012" y="406"/>
                    <a:pt x="1070" y="406"/>
                    <a:pt x="1109" y="347"/>
                  </a:cubicBezTo>
                  <a:cubicBezTo>
                    <a:pt x="1127" y="320"/>
                    <a:pt x="1136" y="283"/>
                    <a:pt x="1197" y="333"/>
                  </a:cubicBezTo>
                  <a:cubicBezTo>
                    <a:pt x="1258" y="382"/>
                    <a:pt x="1286" y="431"/>
                    <a:pt x="1220" y="450"/>
                  </a:cubicBezTo>
                  <a:close/>
                  <a:moveTo>
                    <a:pt x="1367" y="705"/>
                  </a:moveTo>
                  <a:cubicBezTo>
                    <a:pt x="1345" y="727"/>
                    <a:pt x="1319" y="775"/>
                    <a:pt x="1288" y="773"/>
                  </a:cubicBezTo>
                  <a:cubicBezTo>
                    <a:pt x="1224" y="768"/>
                    <a:pt x="1300" y="567"/>
                    <a:pt x="1319" y="552"/>
                  </a:cubicBezTo>
                  <a:cubicBezTo>
                    <a:pt x="1337" y="538"/>
                    <a:pt x="1362" y="599"/>
                    <a:pt x="1394" y="617"/>
                  </a:cubicBezTo>
                  <a:cubicBezTo>
                    <a:pt x="1427" y="635"/>
                    <a:pt x="1389" y="683"/>
                    <a:pt x="1367" y="705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69" name="Oval 478">
              <a:extLst>
                <a:ext uri="{FF2B5EF4-FFF2-40B4-BE49-F238E27FC236}">
                  <a16:creationId xmlns:a16="http://schemas.microsoft.com/office/drawing/2014/main" id="{F001E831-A79C-4F26-9360-D18101055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" y="885"/>
              <a:ext cx="193" cy="77"/>
            </a:xfrm>
            <a:prstGeom prst="ellipse">
              <a:avLst/>
            </a:pr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0" name="Oval 479">
              <a:extLst>
                <a:ext uri="{FF2B5EF4-FFF2-40B4-BE49-F238E27FC236}">
                  <a16:creationId xmlns:a16="http://schemas.microsoft.com/office/drawing/2014/main" id="{C3FA4E6A-E20D-417D-85A3-B263EC7AB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4" y="894"/>
              <a:ext cx="134" cy="54"/>
            </a:xfrm>
            <a:prstGeom prst="ellipse">
              <a:avLst/>
            </a:pr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1" name="Freeform 480">
              <a:extLst>
                <a:ext uri="{FF2B5EF4-FFF2-40B4-BE49-F238E27FC236}">
                  <a16:creationId xmlns:a16="http://schemas.microsoft.com/office/drawing/2014/main" id="{CC794F81-D518-4E0F-AB3B-650F5F233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914"/>
              <a:ext cx="126" cy="34"/>
            </a:xfrm>
            <a:custGeom>
              <a:avLst/>
              <a:gdLst>
                <a:gd name="T0" fmla="*/ 165 w 78"/>
                <a:gd name="T1" fmla="*/ 0 h 21"/>
                <a:gd name="T2" fmla="*/ 0 w 78"/>
                <a:gd name="T3" fmla="*/ 42 h 21"/>
                <a:gd name="T4" fmla="*/ 165 w 78"/>
                <a:gd name="T5" fmla="*/ 89 h 21"/>
                <a:gd name="T6" fmla="*/ 330 w 78"/>
                <a:gd name="T7" fmla="*/ 42 h 21"/>
                <a:gd name="T8" fmla="*/ 165 w 78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1">
                  <a:moveTo>
                    <a:pt x="39" y="0"/>
                  </a:moveTo>
                  <a:cubicBezTo>
                    <a:pt x="22" y="0"/>
                    <a:pt x="7" y="4"/>
                    <a:pt x="0" y="10"/>
                  </a:cubicBezTo>
                  <a:cubicBezTo>
                    <a:pt x="7" y="17"/>
                    <a:pt x="22" y="21"/>
                    <a:pt x="39" y="21"/>
                  </a:cubicBezTo>
                  <a:cubicBezTo>
                    <a:pt x="57" y="21"/>
                    <a:pt x="72" y="17"/>
                    <a:pt x="78" y="10"/>
                  </a:cubicBezTo>
                  <a:cubicBezTo>
                    <a:pt x="72" y="4"/>
                    <a:pt x="57" y="0"/>
                    <a:pt x="39" y="0"/>
                  </a:cubicBezTo>
                  <a:close/>
                </a:path>
              </a:pathLst>
            </a:custGeom>
            <a:solidFill>
              <a:srgbClr val="E1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72" name="Oval 481">
              <a:extLst>
                <a:ext uri="{FF2B5EF4-FFF2-40B4-BE49-F238E27FC236}">
                  <a16:creationId xmlns:a16="http://schemas.microsoft.com/office/drawing/2014/main" id="{522C5A42-7301-4E08-8E82-ABDE584CD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" y="885"/>
              <a:ext cx="193" cy="77"/>
            </a:xfrm>
            <a:prstGeom prst="ellipse">
              <a:avLst/>
            </a:prstGeom>
            <a:noFill/>
            <a:ln w="1111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3" name="Oval 482">
              <a:extLst>
                <a:ext uri="{FF2B5EF4-FFF2-40B4-BE49-F238E27FC236}">
                  <a16:creationId xmlns:a16="http://schemas.microsoft.com/office/drawing/2014/main" id="{D0F6F97D-30CB-4318-9930-FDFBA3B04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4" y="894"/>
              <a:ext cx="134" cy="54"/>
            </a:xfrm>
            <a:prstGeom prst="ellipse">
              <a:avLst/>
            </a:prstGeom>
            <a:noFill/>
            <a:ln w="6350">
              <a:solidFill>
                <a:srgbClr val="FAD9D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4" name="Freeform 483">
              <a:extLst>
                <a:ext uri="{FF2B5EF4-FFF2-40B4-BE49-F238E27FC236}">
                  <a16:creationId xmlns:a16="http://schemas.microsoft.com/office/drawing/2014/main" id="{4DE39C01-F8C3-4A84-8A88-F6500C820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712"/>
              <a:ext cx="168" cy="163"/>
            </a:xfrm>
            <a:custGeom>
              <a:avLst/>
              <a:gdLst>
                <a:gd name="T0" fmla="*/ 399 w 104"/>
                <a:gd name="T1" fmla="*/ 39 h 101"/>
                <a:gd name="T2" fmla="*/ 281 w 104"/>
                <a:gd name="T3" fmla="*/ 281 h 101"/>
                <a:gd name="T4" fmla="*/ 39 w 104"/>
                <a:gd name="T5" fmla="*/ 386 h 101"/>
                <a:gd name="T6" fmla="*/ 157 w 104"/>
                <a:gd name="T7" fmla="*/ 145 h 101"/>
                <a:gd name="T8" fmla="*/ 399 w 104"/>
                <a:gd name="T9" fmla="*/ 39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01">
                  <a:moveTo>
                    <a:pt x="95" y="9"/>
                  </a:moveTo>
                  <a:cubicBezTo>
                    <a:pt x="104" y="18"/>
                    <a:pt x="91" y="44"/>
                    <a:pt x="67" y="67"/>
                  </a:cubicBezTo>
                  <a:cubicBezTo>
                    <a:pt x="43" y="90"/>
                    <a:pt x="17" y="101"/>
                    <a:pt x="9" y="92"/>
                  </a:cubicBezTo>
                  <a:cubicBezTo>
                    <a:pt x="0" y="83"/>
                    <a:pt x="13" y="58"/>
                    <a:pt x="37" y="35"/>
                  </a:cubicBezTo>
                  <a:cubicBezTo>
                    <a:pt x="61" y="11"/>
                    <a:pt x="87" y="0"/>
                    <a:pt x="95" y="9"/>
                  </a:cubicBezTo>
                  <a:close/>
                </a:path>
              </a:pathLst>
            </a:custGeom>
            <a:solidFill>
              <a:srgbClr val="67C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75" name="Freeform 484">
              <a:extLst>
                <a:ext uri="{FF2B5EF4-FFF2-40B4-BE49-F238E27FC236}">
                  <a16:creationId xmlns:a16="http://schemas.microsoft.com/office/drawing/2014/main" id="{602A99A7-9663-4C82-80C3-72526A9A0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730"/>
              <a:ext cx="126" cy="124"/>
            </a:xfrm>
            <a:custGeom>
              <a:avLst/>
              <a:gdLst>
                <a:gd name="T0" fmla="*/ 302 w 78"/>
                <a:gd name="T1" fmla="*/ 29 h 77"/>
                <a:gd name="T2" fmla="*/ 213 w 78"/>
                <a:gd name="T3" fmla="*/ 209 h 77"/>
                <a:gd name="T4" fmla="*/ 26 w 78"/>
                <a:gd name="T5" fmla="*/ 293 h 77"/>
                <a:gd name="T6" fmla="*/ 115 w 78"/>
                <a:gd name="T7" fmla="*/ 110 h 77"/>
                <a:gd name="T8" fmla="*/ 302 w 78"/>
                <a:gd name="T9" fmla="*/ 2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77">
                  <a:moveTo>
                    <a:pt x="72" y="7"/>
                  </a:moveTo>
                  <a:cubicBezTo>
                    <a:pt x="78" y="13"/>
                    <a:pt x="69" y="33"/>
                    <a:pt x="51" y="50"/>
                  </a:cubicBezTo>
                  <a:cubicBezTo>
                    <a:pt x="33" y="68"/>
                    <a:pt x="13" y="77"/>
                    <a:pt x="6" y="70"/>
                  </a:cubicBezTo>
                  <a:cubicBezTo>
                    <a:pt x="0" y="63"/>
                    <a:pt x="9" y="44"/>
                    <a:pt x="27" y="26"/>
                  </a:cubicBezTo>
                  <a:cubicBezTo>
                    <a:pt x="45" y="9"/>
                    <a:pt x="65" y="0"/>
                    <a:pt x="72" y="7"/>
                  </a:cubicBezTo>
                  <a:close/>
                </a:path>
              </a:pathLst>
            </a:custGeom>
            <a:solidFill>
              <a:srgbClr val="24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76" name="Freeform 485">
              <a:extLst>
                <a:ext uri="{FF2B5EF4-FFF2-40B4-BE49-F238E27FC236}">
                  <a16:creationId xmlns:a16="http://schemas.microsoft.com/office/drawing/2014/main" id="{7FF4835A-AA6E-444A-8695-98ADA1B24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748"/>
              <a:ext cx="102" cy="100"/>
            </a:xfrm>
            <a:custGeom>
              <a:avLst/>
              <a:gdLst>
                <a:gd name="T0" fmla="*/ 102 w 63"/>
                <a:gd name="T1" fmla="*/ 97 h 62"/>
                <a:gd name="T2" fmla="*/ 5 w 63"/>
                <a:gd name="T3" fmla="*/ 255 h 62"/>
                <a:gd name="T4" fmla="*/ 170 w 63"/>
                <a:gd name="T5" fmla="*/ 165 h 62"/>
                <a:gd name="T6" fmla="*/ 267 w 63"/>
                <a:gd name="T7" fmla="*/ 5 h 62"/>
                <a:gd name="T8" fmla="*/ 102 w 63"/>
                <a:gd name="T9" fmla="*/ 9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2">
                  <a:moveTo>
                    <a:pt x="24" y="23"/>
                  </a:moveTo>
                  <a:cubicBezTo>
                    <a:pt x="9" y="37"/>
                    <a:pt x="0" y="52"/>
                    <a:pt x="1" y="61"/>
                  </a:cubicBezTo>
                  <a:cubicBezTo>
                    <a:pt x="10" y="62"/>
                    <a:pt x="25" y="53"/>
                    <a:pt x="40" y="39"/>
                  </a:cubicBezTo>
                  <a:cubicBezTo>
                    <a:pt x="54" y="25"/>
                    <a:pt x="63" y="10"/>
                    <a:pt x="63" y="1"/>
                  </a:cubicBezTo>
                  <a:cubicBezTo>
                    <a:pt x="54" y="0"/>
                    <a:pt x="38" y="9"/>
                    <a:pt x="24" y="23"/>
                  </a:cubicBezTo>
                  <a:close/>
                </a:path>
              </a:pathLst>
            </a:custGeom>
            <a:solidFill>
              <a:srgbClr val="46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77" name="Freeform 486">
              <a:extLst>
                <a:ext uri="{FF2B5EF4-FFF2-40B4-BE49-F238E27FC236}">
                  <a16:creationId xmlns:a16="http://schemas.microsoft.com/office/drawing/2014/main" id="{76C583CA-A6EA-44DA-8416-672B879FC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730"/>
              <a:ext cx="126" cy="124"/>
            </a:xfrm>
            <a:custGeom>
              <a:avLst/>
              <a:gdLst>
                <a:gd name="T0" fmla="*/ 302 w 78"/>
                <a:gd name="T1" fmla="*/ 29 h 77"/>
                <a:gd name="T2" fmla="*/ 213 w 78"/>
                <a:gd name="T3" fmla="*/ 209 h 77"/>
                <a:gd name="T4" fmla="*/ 26 w 78"/>
                <a:gd name="T5" fmla="*/ 293 h 77"/>
                <a:gd name="T6" fmla="*/ 115 w 78"/>
                <a:gd name="T7" fmla="*/ 110 h 77"/>
                <a:gd name="T8" fmla="*/ 302 w 78"/>
                <a:gd name="T9" fmla="*/ 2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77">
                  <a:moveTo>
                    <a:pt x="72" y="7"/>
                  </a:moveTo>
                  <a:cubicBezTo>
                    <a:pt x="78" y="13"/>
                    <a:pt x="69" y="33"/>
                    <a:pt x="51" y="50"/>
                  </a:cubicBezTo>
                  <a:cubicBezTo>
                    <a:pt x="33" y="68"/>
                    <a:pt x="13" y="77"/>
                    <a:pt x="6" y="70"/>
                  </a:cubicBezTo>
                  <a:cubicBezTo>
                    <a:pt x="0" y="63"/>
                    <a:pt x="9" y="44"/>
                    <a:pt x="27" y="26"/>
                  </a:cubicBezTo>
                  <a:cubicBezTo>
                    <a:pt x="45" y="9"/>
                    <a:pt x="65" y="0"/>
                    <a:pt x="72" y="7"/>
                  </a:cubicBezTo>
                  <a:close/>
                </a:path>
              </a:pathLst>
            </a:custGeom>
            <a:noFill/>
            <a:ln w="6350" cap="flat">
              <a:solidFill>
                <a:srgbClr val="F0F8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78" name="Freeform 487">
              <a:extLst>
                <a:ext uri="{FF2B5EF4-FFF2-40B4-BE49-F238E27FC236}">
                  <a16:creationId xmlns:a16="http://schemas.microsoft.com/office/drawing/2014/main" id="{7802A99B-917B-452E-AA11-DFD82B7F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990"/>
              <a:ext cx="343" cy="810"/>
            </a:xfrm>
            <a:custGeom>
              <a:avLst/>
              <a:gdLst>
                <a:gd name="T0" fmla="*/ 841 w 213"/>
                <a:gd name="T1" fmla="*/ 5 h 502"/>
                <a:gd name="T2" fmla="*/ 583 w 213"/>
                <a:gd name="T3" fmla="*/ 0 h 502"/>
                <a:gd name="T4" fmla="*/ 594 w 213"/>
                <a:gd name="T5" fmla="*/ 234 h 502"/>
                <a:gd name="T6" fmla="*/ 562 w 213"/>
                <a:gd name="T7" fmla="*/ 542 h 502"/>
                <a:gd name="T8" fmla="*/ 430 w 213"/>
                <a:gd name="T9" fmla="*/ 958 h 502"/>
                <a:gd name="T10" fmla="*/ 306 w 213"/>
                <a:gd name="T11" fmla="*/ 1384 h 502"/>
                <a:gd name="T12" fmla="*/ 280 w 213"/>
                <a:gd name="T13" fmla="*/ 2109 h 502"/>
                <a:gd name="T14" fmla="*/ 498 w 213"/>
                <a:gd name="T15" fmla="*/ 1841 h 502"/>
                <a:gd name="T16" fmla="*/ 596 w 213"/>
                <a:gd name="T17" fmla="*/ 1494 h 502"/>
                <a:gd name="T18" fmla="*/ 808 w 213"/>
                <a:gd name="T19" fmla="*/ 663 h 502"/>
                <a:gd name="T20" fmla="*/ 882 w 213"/>
                <a:gd name="T21" fmla="*/ 286 h 502"/>
                <a:gd name="T22" fmla="*/ 862 w 213"/>
                <a:gd name="T23" fmla="*/ 29 h 5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3" h="502">
                  <a:moveTo>
                    <a:pt x="201" y="1"/>
                  </a:moveTo>
                  <a:cubicBezTo>
                    <a:pt x="179" y="12"/>
                    <a:pt x="161" y="0"/>
                    <a:pt x="140" y="0"/>
                  </a:cubicBezTo>
                  <a:cubicBezTo>
                    <a:pt x="134" y="18"/>
                    <a:pt x="142" y="37"/>
                    <a:pt x="142" y="56"/>
                  </a:cubicBezTo>
                  <a:cubicBezTo>
                    <a:pt x="142" y="79"/>
                    <a:pt x="140" y="106"/>
                    <a:pt x="135" y="129"/>
                  </a:cubicBezTo>
                  <a:cubicBezTo>
                    <a:pt x="128" y="163"/>
                    <a:pt x="111" y="195"/>
                    <a:pt x="103" y="228"/>
                  </a:cubicBezTo>
                  <a:cubicBezTo>
                    <a:pt x="94" y="263"/>
                    <a:pt x="85" y="296"/>
                    <a:pt x="73" y="330"/>
                  </a:cubicBezTo>
                  <a:cubicBezTo>
                    <a:pt x="62" y="359"/>
                    <a:pt x="0" y="501"/>
                    <a:pt x="67" y="502"/>
                  </a:cubicBezTo>
                  <a:cubicBezTo>
                    <a:pt x="99" y="502"/>
                    <a:pt x="110" y="462"/>
                    <a:pt x="119" y="438"/>
                  </a:cubicBezTo>
                  <a:cubicBezTo>
                    <a:pt x="129" y="411"/>
                    <a:pt x="136" y="384"/>
                    <a:pt x="143" y="356"/>
                  </a:cubicBezTo>
                  <a:cubicBezTo>
                    <a:pt x="160" y="290"/>
                    <a:pt x="177" y="224"/>
                    <a:pt x="194" y="158"/>
                  </a:cubicBezTo>
                  <a:cubicBezTo>
                    <a:pt x="201" y="128"/>
                    <a:pt x="209" y="98"/>
                    <a:pt x="211" y="68"/>
                  </a:cubicBezTo>
                  <a:cubicBezTo>
                    <a:pt x="213" y="47"/>
                    <a:pt x="204" y="27"/>
                    <a:pt x="206" y="7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79" name="Freeform 488">
              <a:extLst>
                <a:ext uri="{FF2B5EF4-FFF2-40B4-BE49-F238E27FC236}">
                  <a16:creationId xmlns:a16="http://schemas.microsoft.com/office/drawing/2014/main" id="{2D9325DA-5F65-45A3-A438-1378360EE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1461"/>
              <a:ext cx="249" cy="1273"/>
            </a:xfrm>
            <a:custGeom>
              <a:avLst/>
              <a:gdLst>
                <a:gd name="T0" fmla="*/ 186 w 154"/>
                <a:gd name="T1" fmla="*/ 500 h 789"/>
                <a:gd name="T2" fmla="*/ 110 w 154"/>
                <a:gd name="T3" fmla="*/ 744 h 789"/>
                <a:gd name="T4" fmla="*/ 26 w 154"/>
                <a:gd name="T5" fmla="*/ 1213 h 789"/>
                <a:gd name="T6" fmla="*/ 50 w 154"/>
                <a:gd name="T7" fmla="*/ 1718 h 789"/>
                <a:gd name="T8" fmla="*/ 102 w 154"/>
                <a:gd name="T9" fmla="*/ 2225 h 789"/>
                <a:gd name="T10" fmla="*/ 186 w 154"/>
                <a:gd name="T11" fmla="*/ 2898 h 789"/>
                <a:gd name="T12" fmla="*/ 411 w 154"/>
                <a:gd name="T13" fmla="*/ 3175 h 789"/>
                <a:gd name="T14" fmla="*/ 424 w 154"/>
                <a:gd name="T15" fmla="*/ 2919 h 789"/>
                <a:gd name="T16" fmla="*/ 351 w 154"/>
                <a:gd name="T17" fmla="*/ 2460 h 789"/>
                <a:gd name="T18" fmla="*/ 351 w 154"/>
                <a:gd name="T19" fmla="*/ 1528 h 789"/>
                <a:gd name="T20" fmla="*/ 508 w 154"/>
                <a:gd name="T21" fmla="*/ 747 h 789"/>
                <a:gd name="T22" fmla="*/ 652 w 154"/>
                <a:gd name="T23" fmla="*/ 0 h 7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4" h="789">
                  <a:moveTo>
                    <a:pt x="44" y="119"/>
                  </a:moveTo>
                  <a:cubicBezTo>
                    <a:pt x="33" y="131"/>
                    <a:pt x="31" y="162"/>
                    <a:pt x="26" y="177"/>
                  </a:cubicBezTo>
                  <a:cubicBezTo>
                    <a:pt x="16" y="214"/>
                    <a:pt x="12" y="251"/>
                    <a:pt x="6" y="289"/>
                  </a:cubicBezTo>
                  <a:cubicBezTo>
                    <a:pt x="0" y="331"/>
                    <a:pt x="9" y="366"/>
                    <a:pt x="12" y="409"/>
                  </a:cubicBezTo>
                  <a:cubicBezTo>
                    <a:pt x="15" y="449"/>
                    <a:pt x="19" y="489"/>
                    <a:pt x="24" y="530"/>
                  </a:cubicBezTo>
                  <a:cubicBezTo>
                    <a:pt x="30" y="583"/>
                    <a:pt x="30" y="637"/>
                    <a:pt x="44" y="690"/>
                  </a:cubicBezTo>
                  <a:cubicBezTo>
                    <a:pt x="50" y="713"/>
                    <a:pt x="59" y="789"/>
                    <a:pt x="97" y="756"/>
                  </a:cubicBezTo>
                  <a:cubicBezTo>
                    <a:pt x="113" y="742"/>
                    <a:pt x="103" y="715"/>
                    <a:pt x="100" y="695"/>
                  </a:cubicBezTo>
                  <a:cubicBezTo>
                    <a:pt x="94" y="658"/>
                    <a:pt x="85" y="623"/>
                    <a:pt x="83" y="586"/>
                  </a:cubicBezTo>
                  <a:cubicBezTo>
                    <a:pt x="77" y="516"/>
                    <a:pt x="70" y="434"/>
                    <a:pt x="83" y="364"/>
                  </a:cubicBezTo>
                  <a:cubicBezTo>
                    <a:pt x="94" y="302"/>
                    <a:pt x="114" y="241"/>
                    <a:pt x="120" y="178"/>
                  </a:cubicBezTo>
                  <a:cubicBezTo>
                    <a:pt x="126" y="116"/>
                    <a:pt x="134" y="60"/>
                    <a:pt x="154" y="0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80" name="Freeform 489">
              <a:extLst>
                <a:ext uri="{FF2B5EF4-FFF2-40B4-BE49-F238E27FC236}">
                  <a16:creationId xmlns:a16="http://schemas.microsoft.com/office/drawing/2014/main" id="{4E068733-57BA-4FC7-BBCA-D79F0B90C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567"/>
              <a:ext cx="389" cy="360"/>
            </a:xfrm>
            <a:custGeom>
              <a:avLst/>
              <a:gdLst>
                <a:gd name="T0" fmla="*/ 39 w 241"/>
                <a:gd name="T1" fmla="*/ 888 h 223"/>
                <a:gd name="T2" fmla="*/ 260 w 241"/>
                <a:gd name="T3" fmla="*/ 678 h 223"/>
                <a:gd name="T4" fmla="*/ 479 w 241"/>
                <a:gd name="T5" fmla="*/ 618 h 223"/>
                <a:gd name="T6" fmla="*/ 883 w 241"/>
                <a:gd name="T7" fmla="*/ 869 h 223"/>
                <a:gd name="T8" fmla="*/ 933 w 241"/>
                <a:gd name="T9" fmla="*/ 670 h 223"/>
                <a:gd name="T10" fmla="*/ 967 w 241"/>
                <a:gd name="T11" fmla="*/ 344 h 223"/>
                <a:gd name="T12" fmla="*/ 896 w 241"/>
                <a:gd name="T13" fmla="*/ 232 h 223"/>
                <a:gd name="T14" fmla="*/ 704 w 241"/>
                <a:gd name="T15" fmla="*/ 355 h 223"/>
                <a:gd name="T16" fmla="*/ 344 w 241"/>
                <a:gd name="T17" fmla="*/ 396 h 223"/>
                <a:gd name="T18" fmla="*/ 211 w 241"/>
                <a:gd name="T19" fmla="*/ 0 h 223"/>
                <a:gd name="T20" fmla="*/ 0 w 241"/>
                <a:gd name="T21" fmla="*/ 597 h 2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1" h="223">
                  <a:moveTo>
                    <a:pt x="9" y="211"/>
                  </a:moveTo>
                  <a:cubicBezTo>
                    <a:pt x="29" y="197"/>
                    <a:pt x="37" y="173"/>
                    <a:pt x="62" y="161"/>
                  </a:cubicBezTo>
                  <a:cubicBezTo>
                    <a:pt x="77" y="154"/>
                    <a:pt x="96" y="149"/>
                    <a:pt x="114" y="147"/>
                  </a:cubicBezTo>
                  <a:cubicBezTo>
                    <a:pt x="155" y="144"/>
                    <a:pt x="178" y="187"/>
                    <a:pt x="210" y="206"/>
                  </a:cubicBezTo>
                  <a:cubicBezTo>
                    <a:pt x="240" y="223"/>
                    <a:pt x="224" y="176"/>
                    <a:pt x="222" y="159"/>
                  </a:cubicBezTo>
                  <a:cubicBezTo>
                    <a:pt x="218" y="133"/>
                    <a:pt x="223" y="107"/>
                    <a:pt x="230" y="82"/>
                  </a:cubicBezTo>
                  <a:cubicBezTo>
                    <a:pt x="235" y="60"/>
                    <a:pt x="241" y="38"/>
                    <a:pt x="213" y="55"/>
                  </a:cubicBezTo>
                  <a:cubicBezTo>
                    <a:pt x="198" y="64"/>
                    <a:pt x="183" y="77"/>
                    <a:pt x="167" y="84"/>
                  </a:cubicBezTo>
                  <a:cubicBezTo>
                    <a:pt x="141" y="96"/>
                    <a:pt x="109" y="105"/>
                    <a:pt x="82" y="94"/>
                  </a:cubicBezTo>
                  <a:cubicBezTo>
                    <a:pt x="46" y="79"/>
                    <a:pt x="56" y="33"/>
                    <a:pt x="50" y="0"/>
                  </a:cubicBezTo>
                  <a:cubicBezTo>
                    <a:pt x="15" y="6"/>
                    <a:pt x="8" y="121"/>
                    <a:pt x="0" y="142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81" name="Freeform 490">
              <a:extLst>
                <a:ext uri="{FF2B5EF4-FFF2-40B4-BE49-F238E27FC236}">
                  <a16:creationId xmlns:a16="http://schemas.microsoft.com/office/drawing/2014/main" id="{8AF31183-4083-4A81-8CC6-174657534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767"/>
              <a:ext cx="308" cy="436"/>
            </a:xfrm>
            <a:custGeom>
              <a:avLst/>
              <a:gdLst>
                <a:gd name="T0" fmla="*/ 0 w 191"/>
                <a:gd name="T1" fmla="*/ 233 h 270"/>
                <a:gd name="T2" fmla="*/ 205 w 191"/>
                <a:gd name="T3" fmla="*/ 472 h 270"/>
                <a:gd name="T4" fmla="*/ 398 w 191"/>
                <a:gd name="T5" fmla="*/ 759 h 270"/>
                <a:gd name="T6" fmla="*/ 780 w 191"/>
                <a:gd name="T7" fmla="*/ 1137 h 270"/>
                <a:gd name="T8" fmla="*/ 666 w 191"/>
                <a:gd name="T9" fmla="*/ 848 h 270"/>
                <a:gd name="T10" fmla="*/ 595 w 191"/>
                <a:gd name="T11" fmla="*/ 576 h 270"/>
                <a:gd name="T12" fmla="*/ 364 w 191"/>
                <a:gd name="T13" fmla="*/ 370 h 270"/>
                <a:gd name="T14" fmla="*/ 89 w 191"/>
                <a:gd name="T15" fmla="*/ 0 h 2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1" h="270">
                  <a:moveTo>
                    <a:pt x="0" y="55"/>
                  </a:moveTo>
                  <a:cubicBezTo>
                    <a:pt x="10" y="75"/>
                    <a:pt x="34" y="94"/>
                    <a:pt x="49" y="112"/>
                  </a:cubicBezTo>
                  <a:cubicBezTo>
                    <a:pt x="67" y="134"/>
                    <a:pt x="81" y="156"/>
                    <a:pt x="95" y="180"/>
                  </a:cubicBezTo>
                  <a:cubicBezTo>
                    <a:pt x="120" y="221"/>
                    <a:pt x="138" y="255"/>
                    <a:pt x="186" y="270"/>
                  </a:cubicBezTo>
                  <a:cubicBezTo>
                    <a:pt x="191" y="246"/>
                    <a:pt x="168" y="221"/>
                    <a:pt x="159" y="201"/>
                  </a:cubicBezTo>
                  <a:cubicBezTo>
                    <a:pt x="149" y="181"/>
                    <a:pt x="153" y="155"/>
                    <a:pt x="142" y="137"/>
                  </a:cubicBezTo>
                  <a:cubicBezTo>
                    <a:pt x="131" y="118"/>
                    <a:pt x="102" y="106"/>
                    <a:pt x="87" y="88"/>
                  </a:cubicBezTo>
                  <a:cubicBezTo>
                    <a:pt x="68" y="65"/>
                    <a:pt x="50" y="8"/>
                    <a:pt x="21" y="0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82" name="Freeform 491">
              <a:extLst>
                <a:ext uri="{FF2B5EF4-FFF2-40B4-BE49-F238E27FC236}">
                  <a16:creationId xmlns:a16="http://schemas.microsoft.com/office/drawing/2014/main" id="{DD5EEECE-9F7E-4811-A3CF-71D14F30E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614"/>
              <a:ext cx="438" cy="423"/>
            </a:xfrm>
            <a:custGeom>
              <a:avLst/>
              <a:gdLst>
                <a:gd name="T0" fmla="*/ 0 w 271"/>
                <a:gd name="T1" fmla="*/ 754 h 262"/>
                <a:gd name="T2" fmla="*/ 301 w 271"/>
                <a:gd name="T3" fmla="*/ 727 h 262"/>
                <a:gd name="T4" fmla="*/ 577 w 271"/>
                <a:gd name="T5" fmla="*/ 521 h 262"/>
                <a:gd name="T6" fmla="*/ 823 w 271"/>
                <a:gd name="T7" fmla="*/ 289 h 262"/>
                <a:gd name="T8" fmla="*/ 933 w 271"/>
                <a:gd name="T9" fmla="*/ 170 h 262"/>
                <a:gd name="T10" fmla="*/ 1060 w 271"/>
                <a:gd name="T11" fmla="*/ 0 h 262"/>
                <a:gd name="T12" fmla="*/ 1073 w 271"/>
                <a:gd name="T13" fmla="*/ 281 h 262"/>
                <a:gd name="T14" fmla="*/ 802 w 271"/>
                <a:gd name="T15" fmla="*/ 581 h 262"/>
                <a:gd name="T16" fmla="*/ 507 w 271"/>
                <a:gd name="T17" fmla="*/ 835 h 262"/>
                <a:gd name="T18" fmla="*/ 369 w 271"/>
                <a:gd name="T19" fmla="*/ 938 h 262"/>
                <a:gd name="T20" fmla="*/ 268 w 271"/>
                <a:gd name="T21" fmla="*/ 1095 h 2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1" h="262">
                  <a:moveTo>
                    <a:pt x="0" y="179"/>
                  </a:moveTo>
                  <a:cubicBezTo>
                    <a:pt x="1" y="203"/>
                    <a:pt x="58" y="182"/>
                    <a:pt x="71" y="173"/>
                  </a:cubicBezTo>
                  <a:cubicBezTo>
                    <a:pt x="94" y="157"/>
                    <a:pt x="116" y="142"/>
                    <a:pt x="137" y="124"/>
                  </a:cubicBezTo>
                  <a:cubicBezTo>
                    <a:pt x="158" y="107"/>
                    <a:pt x="178" y="89"/>
                    <a:pt x="195" y="69"/>
                  </a:cubicBezTo>
                  <a:cubicBezTo>
                    <a:pt x="204" y="59"/>
                    <a:pt x="214" y="51"/>
                    <a:pt x="221" y="40"/>
                  </a:cubicBezTo>
                  <a:cubicBezTo>
                    <a:pt x="230" y="27"/>
                    <a:pt x="233" y="6"/>
                    <a:pt x="251" y="0"/>
                  </a:cubicBezTo>
                  <a:cubicBezTo>
                    <a:pt x="255" y="24"/>
                    <a:pt x="271" y="43"/>
                    <a:pt x="254" y="67"/>
                  </a:cubicBezTo>
                  <a:cubicBezTo>
                    <a:pt x="237" y="92"/>
                    <a:pt x="211" y="116"/>
                    <a:pt x="190" y="138"/>
                  </a:cubicBezTo>
                  <a:cubicBezTo>
                    <a:pt x="169" y="160"/>
                    <a:pt x="145" y="182"/>
                    <a:pt x="120" y="198"/>
                  </a:cubicBezTo>
                  <a:cubicBezTo>
                    <a:pt x="109" y="206"/>
                    <a:pt x="96" y="213"/>
                    <a:pt x="87" y="223"/>
                  </a:cubicBezTo>
                  <a:cubicBezTo>
                    <a:pt x="80" y="230"/>
                    <a:pt x="66" y="262"/>
                    <a:pt x="64" y="260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83" name="Freeform 492">
              <a:extLst>
                <a:ext uri="{FF2B5EF4-FFF2-40B4-BE49-F238E27FC236}">
                  <a16:creationId xmlns:a16="http://schemas.microsoft.com/office/drawing/2014/main" id="{2F612468-ED88-44AC-A0F8-340A033CD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287"/>
              <a:ext cx="325" cy="527"/>
            </a:xfrm>
            <a:custGeom>
              <a:avLst/>
              <a:gdLst>
                <a:gd name="T0" fmla="*/ 238 w 201"/>
                <a:gd name="T1" fmla="*/ 1368 h 327"/>
                <a:gd name="T2" fmla="*/ 461 w 201"/>
                <a:gd name="T3" fmla="*/ 828 h 327"/>
                <a:gd name="T4" fmla="*/ 673 w 201"/>
                <a:gd name="T5" fmla="*/ 464 h 327"/>
                <a:gd name="T6" fmla="*/ 762 w 201"/>
                <a:gd name="T7" fmla="*/ 285 h 327"/>
                <a:gd name="T8" fmla="*/ 849 w 201"/>
                <a:gd name="T9" fmla="*/ 135 h 327"/>
                <a:gd name="T10" fmla="*/ 644 w 201"/>
                <a:gd name="T11" fmla="*/ 184 h 327"/>
                <a:gd name="T12" fmla="*/ 453 w 201"/>
                <a:gd name="T13" fmla="*/ 472 h 327"/>
                <a:gd name="T14" fmla="*/ 309 w 201"/>
                <a:gd name="T15" fmla="*/ 748 h 327"/>
                <a:gd name="T16" fmla="*/ 110 w 201"/>
                <a:gd name="T17" fmla="*/ 959 h 327"/>
                <a:gd name="T18" fmla="*/ 50 w 201"/>
                <a:gd name="T19" fmla="*/ 1180 h 3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327">
                  <a:moveTo>
                    <a:pt x="56" y="327"/>
                  </a:moveTo>
                  <a:cubicBezTo>
                    <a:pt x="12" y="274"/>
                    <a:pt x="83" y="237"/>
                    <a:pt x="109" y="198"/>
                  </a:cubicBezTo>
                  <a:cubicBezTo>
                    <a:pt x="127" y="170"/>
                    <a:pt x="146" y="142"/>
                    <a:pt x="159" y="111"/>
                  </a:cubicBezTo>
                  <a:cubicBezTo>
                    <a:pt x="165" y="97"/>
                    <a:pt x="171" y="82"/>
                    <a:pt x="180" y="68"/>
                  </a:cubicBezTo>
                  <a:cubicBezTo>
                    <a:pt x="187" y="58"/>
                    <a:pt x="201" y="45"/>
                    <a:pt x="201" y="32"/>
                  </a:cubicBezTo>
                  <a:cubicBezTo>
                    <a:pt x="201" y="0"/>
                    <a:pt x="161" y="31"/>
                    <a:pt x="152" y="44"/>
                  </a:cubicBezTo>
                  <a:cubicBezTo>
                    <a:pt x="136" y="67"/>
                    <a:pt x="122" y="90"/>
                    <a:pt x="107" y="113"/>
                  </a:cubicBezTo>
                  <a:cubicBezTo>
                    <a:pt x="95" y="134"/>
                    <a:pt x="87" y="159"/>
                    <a:pt x="73" y="179"/>
                  </a:cubicBezTo>
                  <a:cubicBezTo>
                    <a:pt x="61" y="198"/>
                    <a:pt x="40" y="210"/>
                    <a:pt x="26" y="229"/>
                  </a:cubicBezTo>
                  <a:cubicBezTo>
                    <a:pt x="17" y="241"/>
                    <a:pt x="0" y="270"/>
                    <a:pt x="12" y="282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84" name="Freeform 493">
              <a:extLst>
                <a:ext uri="{FF2B5EF4-FFF2-40B4-BE49-F238E27FC236}">
                  <a16:creationId xmlns:a16="http://schemas.microsoft.com/office/drawing/2014/main" id="{42A3B079-C851-4878-93E6-762BF132C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391"/>
              <a:ext cx="420" cy="305"/>
            </a:xfrm>
            <a:custGeom>
              <a:avLst/>
              <a:gdLst>
                <a:gd name="T0" fmla="*/ 330 w 260"/>
                <a:gd name="T1" fmla="*/ 0 h 189"/>
                <a:gd name="T2" fmla="*/ 321 w 260"/>
                <a:gd name="T3" fmla="*/ 190 h 189"/>
                <a:gd name="T4" fmla="*/ 459 w 260"/>
                <a:gd name="T5" fmla="*/ 336 h 189"/>
                <a:gd name="T6" fmla="*/ 641 w 260"/>
                <a:gd name="T7" fmla="*/ 365 h 189"/>
                <a:gd name="T8" fmla="*/ 809 w 260"/>
                <a:gd name="T9" fmla="*/ 399 h 189"/>
                <a:gd name="T10" fmla="*/ 1068 w 260"/>
                <a:gd name="T11" fmla="*/ 508 h 189"/>
                <a:gd name="T12" fmla="*/ 953 w 260"/>
                <a:gd name="T13" fmla="*/ 794 h 189"/>
                <a:gd name="T14" fmla="*/ 926 w 260"/>
                <a:gd name="T15" fmla="*/ 644 h 189"/>
                <a:gd name="T16" fmla="*/ 882 w 260"/>
                <a:gd name="T17" fmla="*/ 534 h 189"/>
                <a:gd name="T18" fmla="*/ 573 w 260"/>
                <a:gd name="T19" fmla="*/ 441 h 189"/>
                <a:gd name="T20" fmla="*/ 412 w 260"/>
                <a:gd name="T21" fmla="*/ 416 h 189"/>
                <a:gd name="T22" fmla="*/ 296 w 260"/>
                <a:gd name="T23" fmla="*/ 378 h 189"/>
                <a:gd name="T24" fmla="*/ 68 w 260"/>
                <a:gd name="T25" fmla="*/ 466 h 189"/>
                <a:gd name="T26" fmla="*/ 191 w 260"/>
                <a:gd name="T27" fmla="*/ 192 h 1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0" h="189">
                  <a:moveTo>
                    <a:pt x="78" y="0"/>
                  </a:moveTo>
                  <a:cubicBezTo>
                    <a:pt x="76" y="15"/>
                    <a:pt x="70" y="29"/>
                    <a:pt x="76" y="45"/>
                  </a:cubicBezTo>
                  <a:cubicBezTo>
                    <a:pt x="82" y="59"/>
                    <a:pt x="96" y="72"/>
                    <a:pt x="109" y="80"/>
                  </a:cubicBezTo>
                  <a:cubicBezTo>
                    <a:pt x="122" y="87"/>
                    <a:pt x="138" y="86"/>
                    <a:pt x="152" y="87"/>
                  </a:cubicBezTo>
                  <a:cubicBezTo>
                    <a:pt x="166" y="88"/>
                    <a:pt x="179" y="91"/>
                    <a:pt x="192" y="95"/>
                  </a:cubicBezTo>
                  <a:cubicBezTo>
                    <a:pt x="212" y="101"/>
                    <a:pt x="246" y="98"/>
                    <a:pt x="253" y="121"/>
                  </a:cubicBezTo>
                  <a:cubicBezTo>
                    <a:pt x="260" y="142"/>
                    <a:pt x="244" y="177"/>
                    <a:pt x="226" y="189"/>
                  </a:cubicBezTo>
                  <a:cubicBezTo>
                    <a:pt x="217" y="184"/>
                    <a:pt x="221" y="162"/>
                    <a:pt x="220" y="153"/>
                  </a:cubicBezTo>
                  <a:cubicBezTo>
                    <a:pt x="219" y="142"/>
                    <a:pt x="217" y="135"/>
                    <a:pt x="209" y="127"/>
                  </a:cubicBezTo>
                  <a:cubicBezTo>
                    <a:pt x="191" y="111"/>
                    <a:pt x="160" y="107"/>
                    <a:pt x="136" y="105"/>
                  </a:cubicBezTo>
                  <a:cubicBezTo>
                    <a:pt x="124" y="103"/>
                    <a:pt x="110" y="103"/>
                    <a:pt x="98" y="99"/>
                  </a:cubicBezTo>
                  <a:cubicBezTo>
                    <a:pt x="89" y="95"/>
                    <a:pt x="81" y="90"/>
                    <a:pt x="70" y="90"/>
                  </a:cubicBezTo>
                  <a:cubicBezTo>
                    <a:pt x="57" y="91"/>
                    <a:pt x="27" y="118"/>
                    <a:pt x="16" y="111"/>
                  </a:cubicBezTo>
                  <a:cubicBezTo>
                    <a:pt x="0" y="100"/>
                    <a:pt x="41" y="58"/>
                    <a:pt x="45" y="46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85" name="Freeform 494">
              <a:extLst>
                <a:ext uri="{FF2B5EF4-FFF2-40B4-BE49-F238E27FC236}">
                  <a16:creationId xmlns:a16="http://schemas.microsoft.com/office/drawing/2014/main" id="{BFCCF885-3D71-4125-B4E8-CA3CA5E59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237"/>
              <a:ext cx="402" cy="248"/>
            </a:xfrm>
            <a:custGeom>
              <a:avLst/>
              <a:gdLst>
                <a:gd name="T0" fmla="*/ 26 w 249"/>
                <a:gd name="T1" fmla="*/ 370 h 154"/>
                <a:gd name="T2" fmla="*/ 157 w 249"/>
                <a:gd name="T3" fmla="*/ 246 h 154"/>
                <a:gd name="T4" fmla="*/ 334 w 249"/>
                <a:gd name="T5" fmla="*/ 221 h 154"/>
                <a:gd name="T6" fmla="*/ 707 w 249"/>
                <a:gd name="T7" fmla="*/ 358 h 154"/>
                <a:gd name="T8" fmla="*/ 802 w 249"/>
                <a:gd name="T9" fmla="*/ 467 h 154"/>
                <a:gd name="T10" fmla="*/ 862 w 249"/>
                <a:gd name="T11" fmla="*/ 615 h 154"/>
                <a:gd name="T12" fmla="*/ 951 w 249"/>
                <a:gd name="T13" fmla="*/ 548 h 154"/>
                <a:gd name="T14" fmla="*/ 1048 w 249"/>
                <a:gd name="T15" fmla="*/ 451 h 154"/>
                <a:gd name="T16" fmla="*/ 773 w 249"/>
                <a:gd name="T17" fmla="*/ 213 h 154"/>
                <a:gd name="T18" fmla="*/ 479 w 249"/>
                <a:gd name="T19" fmla="*/ 103 h 154"/>
                <a:gd name="T20" fmla="*/ 266 w 249"/>
                <a:gd name="T21" fmla="*/ 16 h 154"/>
                <a:gd name="T22" fmla="*/ 0 w 249"/>
                <a:gd name="T23" fmla="*/ 272 h 1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9" h="154">
                  <a:moveTo>
                    <a:pt x="6" y="89"/>
                  </a:moveTo>
                  <a:cubicBezTo>
                    <a:pt x="6" y="78"/>
                    <a:pt x="27" y="64"/>
                    <a:pt x="37" y="59"/>
                  </a:cubicBezTo>
                  <a:cubicBezTo>
                    <a:pt x="49" y="53"/>
                    <a:pt x="65" y="51"/>
                    <a:pt x="79" y="53"/>
                  </a:cubicBezTo>
                  <a:cubicBezTo>
                    <a:pt x="108" y="59"/>
                    <a:pt x="141" y="72"/>
                    <a:pt x="168" y="86"/>
                  </a:cubicBezTo>
                  <a:cubicBezTo>
                    <a:pt x="179" y="92"/>
                    <a:pt x="186" y="101"/>
                    <a:pt x="191" y="112"/>
                  </a:cubicBezTo>
                  <a:cubicBezTo>
                    <a:pt x="194" y="120"/>
                    <a:pt x="196" y="142"/>
                    <a:pt x="205" y="147"/>
                  </a:cubicBezTo>
                  <a:cubicBezTo>
                    <a:pt x="216" y="154"/>
                    <a:pt x="220" y="138"/>
                    <a:pt x="226" y="131"/>
                  </a:cubicBezTo>
                  <a:cubicBezTo>
                    <a:pt x="234" y="123"/>
                    <a:pt x="243" y="119"/>
                    <a:pt x="249" y="108"/>
                  </a:cubicBezTo>
                  <a:cubicBezTo>
                    <a:pt x="224" y="93"/>
                    <a:pt x="209" y="66"/>
                    <a:pt x="184" y="51"/>
                  </a:cubicBezTo>
                  <a:cubicBezTo>
                    <a:pt x="162" y="37"/>
                    <a:pt x="139" y="33"/>
                    <a:pt x="114" y="25"/>
                  </a:cubicBezTo>
                  <a:cubicBezTo>
                    <a:pt x="99" y="20"/>
                    <a:pt x="80" y="0"/>
                    <a:pt x="63" y="4"/>
                  </a:cubicBezTo>
                  <a:cubicBezTo>
                    <a:pt x="35" y="11"/>
                    <a:pt x="24" y="53"/>
                    <a:pt x="0" y="65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86" name="Freeform 495">
              <a:extLst>
                <a:ext uri="{FF2B5EF4-FFF2-40B4-BE49-F238E27FC236}">
                  <a16:creationId xmlns:a16="http://schemas.microsoft.com/office/drawing/2014/main" id="{4FA8B786-759B-4A8D-A61A-181B56C5C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038"/>
              <a:ext cx="315" cy="303"/>
            </a:xfrm>
            <a:custGeom>
              <a:avLst/>
              <a:gdLst>
                <a:gd name="T0" fmla="*/ 0 w 195"/>
                <a:gd name="T1" fmla="*/ 787 h 188"/>
                <a:gd name="T2" fmla="*/ 199 w 195"/>
                <a:gd name="T3" fmla="*/ 577 h 188"/>
                <a:gd name="T4" fmla="*/ 342 w 195"/>
                <a:gd name="T5" fmla="*/ 405 h 188"/>
                <a:gd name="T6" fmla="*/ 465 w 195"/>
                <a:gd name="T7" fmla="*/ 247 h 188"/>
                <a:gd name="T8" fmla="*/ 586 w 195"/>
                <a:gd name="T9" fmla="*/ 102 h 188"/>
                <a:gd name="T10" fmla="*/ 729 w 195"/>
                <a:gd name="T11" fmla="*/ 34 h 188"/>
                <a:gd name="T12" fmla="*/ 762 w 195"/>
                <a:gd name="T13" fmla="*/ 89 h 188"/>
                <a:gd name="T14" fmla="*/ 817 w 195"/>
                <a:gd name="T15" fmla="*/ 143 h 188"/>
                <a:gd name="T16" fmla="*/ 678 w 195"/>
                <a:gd name="T17" fmla="*/ 259 h 188"/>
                <a:gd name="T18" fmla="*/ 552 w 195"/>
                <a:gd name="T19" fmla="*/ 369 h 188"/>
                <a:gd name="T20" fmla="*/ 552 w 195"/>
                <a:gd name="T21" fmla="*/ 598 h 188"/>
                <a:gd name="T22" fmla="*/ 556 w 195"/>
                <a:gd name="T23" fmla="*/ 685 h 188"/>
                <a:gd name="T24" fmla="*/ 342 w 195"/>
                <a:gd name="T25" fmla="*/ 658 h 1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5" h="188">
                  <a:moveTo>
                    <a:pt x="0" y="188"/>
                  </a:moveTo>
                  <a:cubicBezTo>
                    <a:pt x="20" y="184"/>
                    <a:pt x="36" y="154"/>
                    <a:pt x="47" y="138"/>
                  </a:cubicBezTo>
                  <a:cubicBezTo>
                    <a:pt x="57" y="124"/>
                    <a:pt x="70" y="112"/>
                    <a:pt x="81" y="97"/>
                  </a:cubicBezTo>
                  <a:cubicBezTo>
                    <a:pt x="91" y="84"/>
                    <a:pt x="102" y="73"/>
                    <a:pt x="110" y="59"/>
                  </a:cubicBezTo>
                  <a:cubicBezTo>
                    <a:pt x="119" y="45"/>
                    <a:pt x="126" y="34"/>
                    <a:pt x="139" y="24"/>
                  </a:cubicBezTo>
                  <a:cubicBezTo>
                    <a:pt x="147" y="17"/>
                    <a:pt x="161" y="0"/>
                    <a:pt x="173" y="8"/>
                  </a:cubicBezTo>
                  <a:cubicBezTo>
                    <a:pt x="177" y="11"/>
                    <a:pt x="178" y="18"/>
                    <a:pt x="181" y="21"/>
                  </a:cubicBezTo>
                  <a:cubicBezTo>
                    <a:pt x="184" y="25"/>
                    <a:pt x="193" y="30"/>
                    <a:pt x="194" y="34"/>
                  </a:cubicBezTo>
                  <a:cubicBezTo>
                    <a:pt x="195" y="45"/>
                    <a:pt x="169" y="57"/>
                    <a:pt x="161" y="62"/>
                  </a:cubicBezTo>
                  <a:cubicBezTo>
                    <a:pt x="151" y="68"/>
                    <a:pt x="138" y="78"/>
                    <a:pt x="131" y="88"/>
                  </a:cubicBezTo>
                  <a:cubicBezTo>
                    <a:pt x="119" y="104"/>
                    <a:pt x="120" y="127"/>
                    <a:pt x="131" y="143"/>
                  </a:cubicBezTo>
                  <a:cubicBezTo>
                    <a:pt x="136" y="152"/>
                    <a:pt x="146" y="158"/>
                    <a:pt x="132" y="164"/>
                  </a:cubicBezTo>
                  <a:cubicBezTo>
                    <a:pt x="115" y="171"/>
                    <a:pt x="96" y="156"/>
                    <a:pt x="81" y="157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87" name="Freeform 496">
              <a:extLst>
                <a:ext uri="{FF2B5EF4-FFF2-40B4-BE49-F238E27FC236}">
                  <a16:creationId xmlns:a16="http://schemas.microsoft.com/office/drawing/2014/main" id="{7AF3FEA2-0C8C-4C0C-94A9-15E62CDB9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170"/>
              <a:ext cx="238" cy="384"/>
            </a:xfrm>
            <a:custGeom>
              <a:avLst/>
              <a:gdLst>
                <a:gd name="T0" fmla="*/ 262 w 147"/>
                <a:gd name="T1" fmla="*/ 8 h 238"/>
                <a:gd name="T2" fmla="*/ 372 w 147"/>
                <a:gd name="T3" fmla="*/ 0 h 238"/>
                <a:gd name="T4" fmla="*/ 403 w 147"/>
                <a:gd name="T5" fmla="*/ 136 h 238"/>
                <a:gd name="T6" fmla="*/ 450 w 147"/>
                <a:gd name="T7" fmla="*/ 344 h 238"/>
                <a:gd name="T8" fmla="*/ 520 w 147"/>
                <a:gd name="T9" fmla="*/ 582 h 238"/>
                <a:gd name="T10" fmla="*/ 576 w 147"/>
                <a:gd name="T11" fmla="*/ 734 h 238"/>
                <a:gd name="T12" fmla="*/ 618 w 147"/>
                <a:gd name="T13" fmla="*/ 874 h 238"/>
                <a:gd name="T14" fmla="*/ 487 w 147"/>
                <a:gd name="T15" fmla="*/ 802 h 238"/>
                <a:gd name="T16" fmla="*/ 348 w 147"/>
                <a:gd name="T17" fmla="*/ 765 h 238"/>
                <a:gd name="T18" fmla="*/ 128 w 147"/>
                <a:gd name="T19" fmla="*/ 960 h 238"/>
                <a:gd name="T20" fmla="*/ 47 w 147"/>
                <a:gd name="T21" fmla="*/ 929 h 238"/>
                <a:gd name="T22" fmla="*/ 0 w 147"/>
                <a:gd name="T23" fmla="*/ 802 h 238"/>
                <a:gd name="T24" fmla="*/ 21 w 147"/>
                <a:gd name="T25" fmla="*/ 636 h 238"/>
                <a:gd name="T26" fmla="*/ 5 w 147"/>
                <a:gd name="T27" fmla="*/ 515 h 238"/>
                <a:gd name="T28" fmla="*/ 296 w 147"/>
                <a:gd name="T29" fmla="*/ 542 h 238"/>
                <a:gd name="T30" fmla="*/ 272 w 147"/>
                <a:gd name="T31" fmla="*/ 8 h 2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7" h="238">
                  <a:moveTo>
                    <a:pt x="62" y="2"/>
                  </a:moveTo>
                  <a:cubicBezTo>
                    <a:pt x="70" y="14"/>
                    <a:pt x="82" y="10"/>
                    <a:pt x="88" y="0"/>
                  </a:cubicBezTo>
                  <a:cubicBezTo>
                    <a:pt x="97" y="8"/>
                    <a:pt x="94" y="21"/>
                    <a:pt x="95" y="32"/>
                  </a:cubicBezTo>
                  <a:cubicBezTo>
                    <a:pt x="96" y="49"/>
                    <a:pt x="102" y="65"/>
                    <a:pt x="106" y="82"/>
                  </a:cubicBezTo>
                  <a:cubicBezTo>
                    <a:pt x="110" y="101"/>
                    <a:pt x="116" y="120"/>
                    <a:pt x="122" y="139"/>
                  </a:cubicBezTo>
                  <a:cubicBezTo>
                    <a:pt x="126" y="151"/>
                    <a:pt x="127" y="165"/>
                    <a:pt x="136" y="175"/>
                  </a:cubicBezTo>
                  <a:cubicBezTo>
                    <a:pt x="146" y="187"/>
                    <a:pt x="147" y="192"/>
                    <a:pt x="146" y="208"/>
                  </a:cubicBezTo>
                  <a:cubicBezTo>
                    <a:pt x="137" y="209"/>
                    <a:pt x="124" y="195"/>
                    <a:pt x="115" y="191"/>
                  </a:cubicBezTo>
                  <a:cubicBezTo>
                    <a:pt x="105" y="186"/>
                    <a:pt x="93" y="182"/>
                    <a:pt x="82" y="182"/>
                  </a:cubicBezTo>
                  <a:cubicBezTo>
                    <a:pt x="52" y="181"/>
                    <a:pt x="48" y="212"/>
                    <a:pt x="30" y="229"/>
                  </a:cubicBezTo>
                  <a:cubicBezTo>
                    <a:pt x="20" y="238"/>
                    <a:pt x="17" y="232"/>
                    <a:pt x="11" y="221"/>
                  </a:cubicBezTo>
                  <a:cubicBezTo>
                    <a:pt x="4" y="211"/>
                    <a:pt x="0" y="203"/>
                    <a:pt x="0" y="191"/>
                  </a:cubicBezTo>
                  <a:cubicBezTo>
                    <a:pt x="0" y="177"/>
                    <a:pt x="5" y="165"/>
                    <a:pt x="5" y="151"/>
                  </a:cubicBezTo>
                  <a:cubicBezTo>
                    <a:pt x="4" y="142"/>
                    <a:pt x="1" y="133"/>
                    <a:pt x="1" y="123"/>
                  </a:cubicBezTo>
                  <a:cubicBezTo>
                    <a:pt x="26" y="121"/>
                    <a:pt x="48" y="155"/>
                    <a:pt x="70" y="129"/>
                  </a:cubicBezTo>
                  <a:cubicBezTo>
                    <a:pt x="99" y="94"/>
                    <a:pt x="63" y="41"/>
                    <a:pt x="64" y="2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88" name="Freeform 497">
              <a:extLst>
                <a:ext uri="{FF2B5EF4-FFF2-40B4-BE49-F238E27FC236}">
                  <a16:creationId xmlns:a16="http://schemas.microsoft.com/office/drawing/2014/main" id="{72A9C372-B229-45D9-B806-7CC8EED6F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416"/>
              <a:ext cx="230" cy="382"/>
            </a:xfrm>
            <a:custGeom>
              <a:avLst/>
              <a:gdLst>
                <a:gd name="T0" fmla="*/ 301 w 143"/>
                <a:gd name="T1" fmla="*/ 0 h 237"/>
                <a:gd name="T2" fmla="*/ 225 w 143"/>
                <a:gd name="T3" fmla="*/ 251 h 237"/>
                <a:gd name="T4" fmla="*/ 122 w 143"/>
                <a:gd name="T5" fmla="*/ 480 h 237"/>
                <a:gd name="T6" fmla="*/ 0 w 143"/>
                <a:gd name="T7" fmla="*/ 972 h 237"/>
                <a:gd name="T8" fmla="*/ 170 w 143"/>
                <a:gd name="T9" fmla="*/ 883 h 237"/>
                <a:gd name="T10" fmla="*/ 362 w 143"/>
                <a:gd name="T11" fmla="*/ 943 h 237"/>
                <a:gd name="T12" fmla="*/ 520 w 143"/>
                <a:gd name="T13" fmla="*/ 985 h 237"/>
                <a:gd name="T14" fmla="*/ 595 w 143"/>
                <a:gd name="T15" fmla="*/ 849 h 237"/>
                <a:gd name="T16" fmla="*/ 473 w 143"/>
                <a:gd name="T17" fmla="*/ 738 h 237"/>
                <a:gd name="T18" fmla="*/ 354 w 143"/>
                <a:gd name="T19" fmla="*/ 561 h 237"/>
                <a:gd name="T20" fmla="*/ 399 w 143"/>
                <a:gd name="T21" fmla="*/ 71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237">
                  <a:moveTo>
                    <a:pt x="72" y="0"/>
                  </a:moveTo>
                  <a:cubicBezTo>
                    <a:pt x="81" y="23"/>
                    <a:pt x="70" y="43"/>
                    <a:pt x="54" y="60"/>
                  </a:cubicBezTo>
                  <a:cubicBezTo>
                    <a:pt x="37" y="79"/>
                    <a:pt x="28" y="90"/>
                    <a:pt x="29" y="115"/>
                  </a:cubicBezTo>
                  <a:cubicBezTo>
                    <a:pt x="32" y="156"/>
                    <a:pt x="13" y="194"/>
                    <a:pt x="0" y="232"/>
                  </a:cubicBezTo>
                  <a:cubicBezTo>
                    <a:pt x="16" y="228"/>
                    <a:pt x="22" y="211"/>
                    <a:pt x="41" y="211"/>
                  </a:cubicBezTo>
                  <a:cubicBezTo>
                    <a:pt x="58" y="211"/>
                    <a:pt x="72" y="220"/>
                    <a:pt x="87" y="225"/>
                  </a:cubicBezTo>
                  <a:cubicBezTo>
                    <a:pt x="95" y="229"/>
                    <a:pt x="116" y="237"/>
                    <a:pt x="125" y="235"/>
                  </a:cubicBezTo>
                  <a:cubicBezTo>
                    <a:pt x="132" y="233"/>
                    <a:pt x="143" y="211"/>
                    <a:pt x="143" y="203"/>
                  </a:cubicBezTo>
                  <a:cubicBezTo>
                    <a:pt x="142" y="189"/>
                    <a:pt x="124" y="183"/>
                    <a:pt x="114" y="176"/>
                  </a:cubicBezTo>
                  <a:cubicBezTo>
                    <a:pt x="97" y="166"/>
                    <a:pt x="86" y="155"/>
                    <a:pt x="85" y="134"/>
                  </a:cubicBezTo>
                  <a:cubicBezTo>
                    <a:pt x="83" y="94"/>
                    <a:pt x="119" y="56"/>
                    <a:pt x="96" y="17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89" name="Freeform 498">
              <a:extLst>
                <a:ext uri="{FF2B5EF4-FFF2-40B4-BE49-F238E27FC236}">
                  <a16:creationId xmlns:a16="http://schemas.microsoft.com/office/drawing/2014/main" id="{063D9559-67B7-47F9-B24A-DC0332392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698"/>
              <a:ext cx="283" cy="320"/>
            </a:xfrm>
            <a:custGeom>
              <a:avLst/>
              <a:gdLst>
                <a:gd name="T0" fmla="*/ 0 w 175"/>
                <a:gd name="T1" fmla="*/ 178 h 198"/>
                <a:gd name="T2" fmla="*/ 411 w 175"/>
                <a:gd name="T3" fmla="*/ 465 h 198"/>
                <a:gd name="T4" fmla="*/ 458 w 175"/>
                <a:gd name="T5" fmla="*/ 671 h 198"/>
                <a:gd name="T6" fmla="*/ 492 w 175"/>
                <a:gd name="T7" fmla="*/ 802 h 198"/>
                <a:gd name="T8" fmla="*/ 610 w 175"/>
                <a:gd name="T9" fmla="*/ 802 h 198"/>
                <a:gd name="T10" fmla="*/ 707 w 175"/>
                <a:gd name="T11" fmla="*/ 622 h 198"/>
                <a:gd name="T12" fmla="*/ 445 w 175"/>
                <a:gd name="T13" fmla="*/ 225 h 198"/>
                <a:gd name="T14" fmla="*/ 280 w 175"/>
                <a:gd name="T15" fmla="*/ 97 h 198"/>
                <a:gd name="T16" fmla="*/ 178 w 175"/>
                <a:gd name="T17" fmla="*/ 42 h 198"/>
                <a:gd name="T18" fmla="*/ 13 w 175"/>
                <a:gd name="T19" fmla="*/ 0 h 1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5" h="198">
                  <a:moveTo>
                    <a:pt x="0" y="42"/>
                  </a:moveTo>
                  <a:cubicBezTo>
                    <a:pt x="39" y="48"/>
                    <a:pt x="77" y="76"/>
                    <a:pt x="97" y="110"/>
                  </a:cubicBezTo>
                  <a:cubicBezTo>
                    <a:pt x="106" y="124"/>
                    <a:pt x="112" y="142"/>
                    <a:pt x="108" y="159"/>
                  </a:cubicBezTo>
                  <a:cubicBezTo>
                    <a:pt x="105" y="176"/>
                    <a:pt x="98" y="181"/>
                    <a:pt x="116" y="190"/>
                  </a:cubicBezTo>
                  <a:cubicBezTo>
                    <a:pt x="127" y="196"/>
                    <a:pt x="135" y="198"/>
                    <a:pt x="144" y="190"/>
                  </a:cubicBezTo>
                  <a:cubicBezTo>
                    <a:pt x="155" y="179"/>
                    <a:pt x="164" y="162"/>
                    <a:pt x="167" y="147"/>
                  </a:cubicBezTo>
                  <a:cubicBezTo>
                    <a:pt x="175" y="105"/>
                    <a:pt x="135" y="75"/>
                    <a:pt x="105" y="53"/>
                  </a:cubicBezTo>
                  <a:cubicBezTo>
                    <a:pt x="92" y="43"/>
                    <a:pt x="79" y="32"/>
                    <a:pt x="66" y="23"/>
                  </a:cubicBezTo>
                  <a:cubicBezTo>
                    <a:pt x="58" y="17"/>
                    <a:pt x="51" y="13"/>
                    <a:pt x="42" y="10"/>
                  </a:cubicBezTo>
                  <a:cubicBezTo>
                    <a:pt x="30" y="7"/>
                    <a:pt x="11" y="7"/>
                    <a:pt x="3" y="0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90" name="Freeform 499">
              <a:extLst>
                <a:ext uri="{FF2B5EF4-FFF2-40B4-BE49-F238E27FC236}">
                  <a16:creationId xmlns:a16="http://schemas.microsoft.com/office/drawing/2014/main" id="{1E44FB4E-FE3C-4F78-86D3-0F46CB578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743"/>
              <a:ext cx="174" cy="116"/>
            </a:xfrm>
            <a:custGeom>
              <a:avLst/>
              <a:gdLst>
                <a:gd name="T0" fmla="*/ 0 w 108"/>
                <a:gd name="T1" fmla="*/ 63 h 72"/>
                <a:gd name="T2" fmla="*/ 184 w 108"/>
                <a:gd name="T3" fmla="*/ 164 h 72"/>
                <a:gd name="T4" fmla="*/ 280 w 108"/>
                <a:gd name="T5" fmla="*/ 200 h 72"/>
                <a:gd name="T6" fmla="*/ 445 w 108"/>
                <a:gd name="T7" fmla="*/ 293 h 72"/>
                <a:gd name="T8" fmla="*/ 330 w 108"/>
                <a:gd name="T9" fmla="*/ 143 h 72"/>
                <a:gd name="T10" fmla="*/ 103 w 108"/>
                <a:gd name="T11" fmla="*/ 26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72">
                  <a:moveTo>
                    <a:pt x="0" y="15"/>
                  </a:moveTo>
                  <a:cubicBezTo>
                    <a:pt x="12" y="27"/>
                    <a:pt x="28" y="34"/>
                    <a:pt x="44" y="39"/>
                  </a:cubicBezTo>
                  <a:cubicBezTo>
                    <a:pt x="52" y="42"/>
                    <a:pt x="60" y="44"/>
                    <a:pt x="67" y="48"/>
                  </a:cubicBezTo>
                  <a:cubicBezTo>
                    <a:pt x="76" y="54"/>
                    <a:pt x="94" y="72"/>
                    <a:pt x="106" y="70"/>
                  </a:cubicBezTo>
                  <a:cubicBezTo>
                    <a:pt x="108" y="53"/>
                    <a:pt x="92" y="41"/>
                    <a:pt x="79" y="34"/>
                  </a:cubicBezTo>
                  <a:cubicBezTo>
                    <a:pt x="69" y="29"/>
                    <a:pt x="34" y="0"/>
                    <a:pt x="25" y="6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91" name="Freeform 500">
              <a:extLst>
                <a:ext uri="{FF2B5EF4-FFF2-40B4-BE49-F238E27FC236}">
                  <a16:creationId xmlns:a16="http://schemas.microsoft.com/office/drawing/2014/main" id="{D108116D-562F-4410-A3FB-3EE2D7971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924"/>
              <a:ext cx="329" cy="349"/>
            </a:xfrm>
            <a:custGeom>
              <a:avLst/>
              <a:gdLst>
                <a:gd name="T0" fmla="*/ 856 w 204"/>
                <a:gd name="T1" fmla="*/ 118 h 216"/>
                <a:gd name="T2" fmla="*/ 776 w 204"/>
                <a:gd name="T3" fmla="*/ 228 h 216"/>
                <a:gd name="T4" fmla="*/ 697 w 204"/>
                <a:gd name="T5" fmla="*/ 334 h 216"/>
                <a:gd name="T6" fmla="*/ 590 w 204"/>
                <a:gd name="T7" fmla="*/ 590 h 216"/>
                <a:gd name="T8" fmla="*/ 152 w 204"/>
                <a:gd name="T9" fmla="*/ 895 h 216"/>
                <a:gd name="T10" fmla="*/ 39 w 204"/>
                <a:gd name="T11" fmla="*/ 827 h 216"/>
                <a:gd name="T12" fmla="*/ 252 w 204"/>
                <a:gd name="T13" fmla="*/ 629 h 216"/>
                <a:gd name="T14" fmla="*/ 602 w 204"/>
                <a:gd name="T15" fmla="*/ 186 h 216"/>
                <a:gd name="T16" fmla="*/ 718 w 204"/>
                <a:gd name="T17" fmla="*/ 0 h 2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4" h="216">
                  <a:moveTo>
                    <a:pt x="204" y="28"/>
                  </a:moveTo>
                  <a:cubicBezTo>
                    <a:pt x="196" y="33"/>
                    <a:pt x="191" y="46"/>
                    <a:pt x="185" y="54"/>
                  </a:cubicBezTo>
                  <a:cubicBezTo>
                    <a:pt x="178" y="62"/>
                    <a:pt x="172" y="70"/>
                    <a:pt x="166" y="79"/>
                  </a:cubicBezTo>
                  <a:cubicBezTo>
                    <a:pt x="155" y="99"/>
                    <a:pt x="150" y="119"/>
                    <a:pt x="141" y="140"/>
                  </a:cubicBezTo>
                  <a:cubicBezTo>
                    <a:pt x="125" y="179"/>
                    <a:pt x="75" y="205"/>
                    <a:pt x="36" y="212"/>
                  </a:cubicBezTo>
                  <a:cubicBezTo>
                    <a:pt x="21" y="214"/>
                    <a:pt x="0" y="216"/>
                    <a:pt x="9" y="196"/>
                  </a:cubicBezTo>
                  <a:cubicBezTo>
                    <a:pt x="15" y="180"/>
                    <a:pt x="46" y="160"/>
                    <a:pt x="60" y="149"/>
                  </a:cubicBezTo>
                  <a:cubicBezTo>
                    <a:pt x="99" y="119"/>
                    <a:pt x="120" y="85"/>
                    <a:pt x="143" y="44"/>
                  </a:cubicBezTo>
                  <a:cubicBezTo>
                    <a:pt x="151" y="30"/>
                    <a:pt x="160" y="10"/>
                    <a:pt x="171" y="0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92" name="Freeform 501">
              <a:extLst>
                <a:ext uri="{FF2B5EF4-FFF2-40B4-BE49-F238E27FC236}">
                  <a16:creationId xmlns:a16="http://schemas.microsoft.com/office/drawing/2014/main" id="{3B6EF85C-851B-4AA4-B6CD-12A4D166A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084"/>
              <a:ext cx="452" cy="303"/>
            </a:xfrm>
            <a:custGeom>
              <a:avLst/>
              <a:gdLst>
                <a:gd name="T0" fmla="*/ 63 w 280"/>
                <a:gd name="T1" fmla="*/ 0 h 188"/>
                <a:gd name="T2" fmla="*/ 467 w 280"/>
                <a:gd name="T3" fmla="*/ 335 h 188"/>
                <a:gd name="T4" fmla="*/ 836 w 280"/>
                <a:gd name="T5" fmla="*/ 280 h 188"/>
                <a:gd name="T6" fmla="*/ 1069 w 280"/>
                <a:gd name="T7" fmla="*/ 192 h 188"/>
                <a:gd name="T8" fmla="*/ 1157 w 280"/>
                <a:gd name="T9" fmla="*/ 218 h 188"/>
                <a:gd name="T10" fmla="*/ 1085 w 280"/>
                <a:gd name="T11" fmla="*/ 322 h 188"/>
                <a:gd name="T12" fmla="*/ 951 w 280"/>
                <a:gd name="T13" fmla="*/ 416 h 188"/>
                <a:gd name="T14" fmla="*/ 870 w 280"/>
                <a:gd name="T15" fmla="*/ 479 h 188"/>
                <a:gd name="T16" fmla="*/ 739 w 280"/>
                <a:gd name="T17" fmla="*/ 514 h 188"/>
                <a:gd name="T18" fmla="*/ 733 w 280"/>
                <a:gd name="T19" fmla="*/ 632 h 188"/>
                <a:gd name="T20" fmla="*/ 610 w 280"/>
                <a:gd name="T21" fmla="*/ 761 h 188"/>
                <a:gd name="T22" fmla="*/ 475 w 280"/>
                <a:gd name="T23" fmla="*/ 719 h 188"/>
                <a:gd name="T24" fmla="*/ 274 w 280"/>
                <a:gd name="T25" fmla="*/ 438 h 188"/>
                <a:gd name="T26" fmla="*/ 39 w 280"/>
                <a:gd name="T27" fmla="*/ 205 h 188"/>
                <a:gd name="T28" fmla="*/ 0 w 280"/>
                <a:gd name="T29" fmla="*/ 47 h 1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0" h="188">
                  <a:moveTo>
                    <a:pt x="15" y="0"/>
                  </a:moveTo>
                  <a:cubicBezTo>
                    <a:pt x="43" y="35"/>
                    <a:pt x="65" y="70"/>
                    <a:pt x="111" y="80"/>
                  </a:cubicBezTo>
                  <a:cubicBezTo>
                    <a:pt x="145" y="87"/>
                    <a:pt x="169" y="80"/>
                    <a:pt x="199" y="67"/>
                  </a:cubicBezTo>
                  <a:cubicBezTo>
                    <a:pt x="217" y="60"/>
                    <a:pt x="236" y="50"/>
                    <a:pt x="254" y="46"/>
                  </a:cubicBezTo>
                  <a:cubicBezTo>
                    <a:pt x="264" y="43"/>
                    <a:pt x="271" y="43"/>
                    <a:pt x="275" y="52"/>
                  </a:cubicBezTo>
                  <a:cubicBezTo>
                    <a:pt x="280" y="65"/>
                    <a:pt x="267" y="72"/>
                    <a:pt x="258" y="77"/>
                  </a:cubicBezTo>
                  <a:cubicBezTo>
                    <a:pt x="246" y="83"/>
                    <a:pt x="235" y="91"/>
                    <a:pt x="226" y="99"/>
                  </a:cubicBezTo>
                  <a:cubicBezTo>
                    <a:pt x="218" y="106"/>
                    <a:pt x="217" y="112"/>
                    <a:pt x="207" y="114"/>
                  </a:cubicBezTo>
                  <a:cubicBezTo>
                    <a:pt x="197" y="117"/>
                    <a:pt x="183" y="115"/>
                    <a:pt x="176" y="123"/>
                  </a:cubicBezTo>
                  <a:cubicBezTo>
                    <a:pt x="167" y="132"/>
                    <a:pt x="175" y="141"/>
                    <a:pt x="174" y="151"/>
                  </a:cubicBezTo>
                  <a:cubicBezTo>
                    <a:pt x="172" y="161"/>
                    <a:pt x="155" y="177"/>
                    <a:pt x="145" y="182"/>
                  </a:cubicBezTo>
                  <a:cubicBezTo>
                    <a:pt x="131" y="188"/>
                    <a:pt x="123" y="181"/>
                    <a:pt x="113" y="172"/>
                  </a:cubicBezTo>
                  <a:cubicBezTo>
                    <a:pt x="92" y="153"/>
                    <a:pt x="83" y="126"/>
                    <a:pt x="65" y="105"/>
                  </a:cubicBezTo>
                  <a:cubicBezTo>
                    <a:pt x="48" y="86"/>
                    <a:pt x="20" y="75"/>
                    <a:pt x="9" y="49"/>
                  </a:cubicBezTo>
                  <a:cubicBezTo>
                    <a:pt x="5" y="39"/>
                    <a:pt x="8" y="18"/>
                    <a:pt x="0" y="11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93" name="Freeform 502">
              <a:extLst>
                <a:ext uri="{FF2B5EF4-FFF2-40B4-BE49-F238E27FC236}">
                  <a16:creationId xmlns:a16="http://schemas.microsoft.com/office/drawing/2014/main" id="{5AA3A13D-0E40-4D62-BB31-C77C4F336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256"/>
              <a:ext cx="484" cy="276"/>
            </a:xfrm>
            <a:custGeom>
              <a:avLst/>
              <a:gdLst>
                <a:gd name="T0" fmla="*/ 0 w 300"/>
                <a:gd name="T1" fmla="*/ 239 h 171"/>
                <a:gd name="T2" fmla="*/ 213 w 300"/>
                <a:gd name="T3" fmla="*/ 454 h 171"/>
                <a:gd name="T4" fmla="*/ 437 w 300"/>
                <a:gd name="T5" fmla="*/ 550 h 171"/>
                <a:gd name="T6" fmla="*/ 786 w 300"/>
                <a:gd name="T7" fmla="*/ 678 h 171"/>
                <a:gd name="T8" fmla="*/ 966 w 300"/>
                <a:gd name="T9" fmla="*/ 665 h 171"/>
                <a:gd name="T10" fmla="*/ 1116 w 300"/>
                <a:gd name="T11" fmla="*/ 638 h 171"/>
                <a:gd name="T12" fmla="*/ 1129 w 300"/>
                <a:gd name="T13" fmla="*/ 542 h 171"/>
                <a:gd name="T14" fmla="*/ 1158 w 300"/>
                <a:gd name="T15" fmla="*/ 412 h 171"/>
                <a:gd name="T16" fmla="*/ 1221 w 300"/>
                <a:gd name="T17" fmla="*/ 220 h 171"/>
                <a:gd name="T18" fmla="*/ 1134 w 300"/>
                <a:gd name="T19" fmla="*/ 179 h 171"/>
                <a:gd name="T20" fmla="*/ 992 w 300"/>
                <a:gd name="T21" fmla="*/ 321 h 171"/>
                <a:gd name="T22" fmla="*/ 768 w 300"/>
                <a:gd name="T23" fmla="*/ 496 h 171"/>
                <a:gd name="T24" fmla="*/ 576 w 300"/>
                <a:gd name="T25" fmla="*/ 433 h 171"/>
                <a:gd name="T26" fmla="*/ 331 w 300"/>
                <a:gd name="T27" fmla="*/ 213 h 171"/>
                <a:gd name="T28" fmla="*/ 219 w 300"/>
                <a:gd name="T29" fmla="*/ 68 h 171"/>
                <a:gd name="T30" fmla="*/ 118 w 300"/>
                <a:gd name="T31" fmla="*/ 5 h 171"/>
                <a:gd name="T32" fmla="*/ 16 w 300"/>
                <a:gd name="T33" fmla="*/ 60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0" h="171">
                  <a:moveTo>
                    <a:pt x="0" y="57"/>
                  </a:moveTo>
                  <a:cubicBezTo>
                    <a:pt x="4" y="80"/>
                    <a:pt x="33" y="97"/>
                    <a:pt x="51" y="108"/>
                  </a:cubicBezTo>
                  <a:cubicBezTo>
                    <a:pt x="68" y="117"/>
                    <a:pt x="87" y="122"/>
                    <a:pt x="104" y="131"/>
                  </a:cubicBezTo>
                  <a:cubicBezTo>
                    <a:pt x="132" y="145"/>
                    <a:pt x="154" y="158"/>
                    <a:pt x="187" y="161"/>
                  </a:cubicBezTo>
                  <a:cubicBezTo>
                    <a:pt x="202" y="163"/>
                    <a:pt x="215" y="158"/>
                    <a:pt x="230" y="158"/>
                  </a:cubicBezTo>
                  <a:cubicBezTo>
                    <a:pt x="244" y="158"/>
                    <a:pt x="256" y="171"/>
                    <a:pt x="266" y="152"/>
                  </a:cubicBezTo>
                  <a:cubicBezTo>
                    <a:pt x="269" y="146"/>
                    <a:pt x="269" y="136"/>
                    <a:pt x="269" y="129"/>
                  </a:cubicBezTo>
                  <a:cubicBezTo>
                    <a:pt x="269" y="115"/>
                    <a:pt x="268" y="112"/>
                    <a:pt x="276" y="98"/>
                  </a:cubicBezTo>
                  <a:cubicBezTo>
                    <a:pt x="285" y="83"/>
                    <a:pt x="300" y="70"/>
                    <a:pt x="291" y="52"/>
                  </a:cubicBezTo>
                  <a:cubicBezTo>
                    <a:pt x="285" y="41"/>
                    <a:pt x="281" y="37"/>
                    <a:pt x="270" y="43"/>
                  </a:cubicBezTo>
                  <a:cubicBezTo>
                    <a:pt x="258" y="49"/>
                    <a:pt x="243" y="64"/>
                    <a:pt x="236" y="76"/>
                  </a:cubicBezTo>
                  <a:cubicBezTo>
                    <a:pt x="222" y="96"/>
                    <a:pt x="212" y="116"/>
                    <a:pt x="183" y="118"/>
                  </a:cubicBezTo>
                  <a:cubicBezTo>
                    <a:pt x="167" y="119"/>
                    <a:pt x="151" y="110"/>
                    <a:pt x="137" y="103"/>
                  </a:cubicBezTo>
                  <a:cubicBezTo>
                    <a:pt x="114" y="91"/>
                    <a:pt x="97" y="68"/>
                    <a:pt x="79" y="51"/>
                  </a:cubicBezTo>
                  <a:cubicBezTo>
                    <a:pt x="68" y="41"/>
                    <a:pt x="62" y="27"/>
                    <a:pt x="52" y="16"/>
                  </a:cubicBezTo>
                  <a:cubicBezTo>
                    <a:pt x="46" y="9"/>
                    <a:pt x="37" y="3"/>
                    <a:pt x="28" y="1"/>
                  </a:cubicBezTo>
                  <a:cubicBezTo>
                    <a:pt x="14" y="0"/>
                    <a:pt x="14" y="9"/>
                    <a:pt x="4" y="14"/>
                  </a:cubicBezTo>
                </a:path>
              </a:pathLst>
            </a:custGeom>
            <a:solidFill>
              <a:srgbClr val="E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94" name="Freeform 503">
              <a:extLst>
                <a:ext uri="{FF2B5EF4-FFF2-40B4-BE49-F238E27FC236}">
                  <a16:creationId xmlns:a16="http://schemas.microsoft.com/office/drawing/2014/main" id="{11C2B772-BCFB-40CB-9F32-880E060B5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985"/>
              <a:ext cx="254" cy="908"/>
            </a:xfrm>
            <a:custGeom>
              <a:avLst/>
              <a:gdLst>
                <a:gd name="T0" fmla="*/ 521 w 157"/>
                <a:gd name="T1" fmla="*/ 0 h 563"/>
                <a:gd name="T2" fmla="*/ 639 w 157"/>
                <a:gd name="T3" fmla="*/ 76 h 563"/>
                <a:gd name="T4" fmla="*/ 644 w 157"/>
                <a:gd name="T5" fmla="*/ 361 h 563"/>
                <a:gd name="T6" fmla="*/ 521 w 157"/>
                <a:gd name="T7" fmla="*/ 958 h 563"/>
                <a:gd name="T8" fmla="*/ 309 w 157"/>
                <a:gd name="T9" fmla="*/ 1669 h 563"/>
                <a:gd name="T10" fmla="*/ 183 w 157"/>
                <a:gd name="T11" fmla="*/ 2055 h 563"/>
                <a:gd name="T12" fmla="*/ 123 w 157"/>
                <a:gd name="T13" fmla="*/ 2361 h 563"/>
                <a:gd name="T14" fmla="*/ 220 w 157"/>
                <a:gd name="T15" fmla="*/ 1766 h 563"/>
                <a:gd name="T16" fmla="*/ 377 w 157"/>
                <a:gd name="T17" fmla="*/ 1121 h 563"/>
                <a:gd name="T18" fmla="*/ 529 w 157"/>
                <a:gd name="T19" fmla="*/ 21 h 5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7" h="563">
                  <a:moveTo>
                    <a:pt x="123" y="0"/>
                  </a:moveTo>
                  <a:cubicBezTo>
                    <a:pt x="138" y="9"/>
                    <a:pt x="146" y="0"/>
                    <a:pt x="151" y="18"/>
                  </a:cubicBezTo>
                  <a:cubicBezTo>
                    <a:pt x="157" y="37"/>
                    <a:pt x="154" y="66"/>
                    <a:pt x="152" y="86"/>
                  </a:cubicBezTo>
                  <a:cubicBezTo>
                    <a:pt x="148" y="134"/>
                    <a:pt x="134" y="181"/>
                    <a:pt x="123" y="228"/>
                  </a:cubicBezTo>
                  <a:cubicBezTo>
                    <a:pt x="110" y="286"/>
                    <a:pt x="88" y="341"/>
                    <a:pt x="73" y="398"/>
                  </a:cubicBezTo>
                  <a:cubicBezTo>
                    <a:pt x="65" y="429"/>
                    <a:pt x="52" y="459"/>
                    <a:pt x="43" y="490"/>
                  </a:cubicBezTo>
                  <a:cubicBezTo>
                    <a:pt x="37" y="512"/>
                    <a:pt x="38" y="542"/>
                    <a:pt x="29" y="563"/>
                  </a:cubicBezTo>
                  <a:cubicBezTo>
                    <a:pt x="0" y="531"/>
                    <a:pt x="44" y="455"/>
                    <a:pt x="52" y="421"/>
                  </a:cubicBezTo>
                  <a:cubicBezTo>
                    <a:pt x="64" y="369"/>
                    <a:pt x="80" y="319"/>
                    <a:pt x="89" y="267"/>
                  </a:cubicBezTo>
                  <a:cubicBezTo>
                    <a:pt x="105" y="178"/>
                    <a:pt x="125" y="95"/>
                    <a:pt x="125" y="5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95" name="Freeform 504">
              <a:extLst>
                <a:ext uri="{FF2B5EF4-FFF2-40B4-BE49-F238E27FC236}">
                  <a16:creationId xmlns:a16="http://schemas.microsoft.com/office/drawing/2014/main" id="{181BE2FE-4614-4516-99BB-2587A54BA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314"/>
              <a:ext cx="189" cy="1343"/>
            </a:xfrm>
            <a:custGeom>
              <a:avLst/>
              <a:gdLst>
                <a:gd name="T0" fmla="*/ 321 w 117"/>
                <a:gd name="T1" fmla="*/ 878 h 832"/>
                <a:gd name="T2" fmla="*/ 220 w 117"/>
                <a:gd name="T3" fmla="*/ 1219 h 832"/>
                <a:gd name="T4" fmla="*/ 157 w 117"/>
                <a:gd name="T5" fmla="*/ 1645 h 832"/>
                <a:gd name="T6" fmla="*/ 126 w 117"/>
                <a:gd name="T7" fmla="*/ 2447 h 832"/>
                <a:gd name="T8" fmla="*/ 199 w 117"/>
                <a:gd name="T9" fmla="*/ 3088 h 832"/>
                <a:gd name="T10" fmla="*/ 246 w 117"/>
                <a:gd name="T11" fmla="*/ 3364 h 832"/>
                <a:gd name="T12" fmla="*/ 165 w 117"/>
                <a:gd name="T13" fmla="*/ 3385 h 832"/>
                <a:gd name="T14" fmla="*/ 60 w 117"/>
                <a:gd name="T15" fmla="*/ 1935 h 832"/>
                <a:gd name="T16" fmla="*/ 71 w 117"/>
                <a:gd name="T17" fmla="*/ 1295 h 832"/>
                <a:gd name="T18" fmla="*/ 275 w 117"/>
                <a:gd name="T19" fmla="*/ 659 h 832"/>
                <a:gd name="T20" fmla="*/ 383 w 117"/>
                <a:gd name="T21" fmla="*/ 321 h 832"/>
                <a:gd name="T22" fmla="*/ 465 w 117"/>
                <a:gd name="T23" fmla="*/ 0 h 832"/>
                <a:gd name="T24" fmla="*/ 423 w 117"/>
                <a:gd name="T25" fmla="*/ 321 h 832"/>
                <a:gd name="T26" fmla="*/ 344 w 117"/>
                <a:gd name="T27" fmla="*/ 680 h 8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7" h="832">
                  <a:moveTo>
                    <a:pt x="76" y="209"/>
                  </a:moveTo>
                  <a:cubicBezTo>
                    <a:pt x="61" y="227"/>
                    <a:pt x="57" y="266"/>
                    <a:pt x="52" y="290"/>
                  </a:cubicBezTo>
                  <a:cubicBezTo>
                    <a:pt x="43" y="323"/>
                    <a:pt x="41" y="357"/>
                    <a:pt x="37" y="391"/>
                  </a:cubicBezTo>
                  <a:cubicBezTo>
                    <a:pt x="31" y="455"/>
                    <a:pt x="31" y="519"/>
                    <a:pt x="30" y="582"/>
                  </a:cubicBezTo>
                  <a:cubicBezTo>
                    <a:pt x="30" y="634"/>
                    <a:pt x="37" y="683"/>
                    <a:pt x="47" y="734"/>
                  </a:cubicBezTo>
                  <a:cubicBezTo>
                    <a:pt x="51" y="755"/>
                    <a:pt x="56" y="779"/>
                    <a:pt x="58" y="800"/>
                  </a:cubicBezTo>
                  <a:cubicBezTo>
                    <a:pt x="60" y="825"/>
                    <a:pt x="49" y="832"/>
                    <a:pt x="39" y="805"/>
                  </a:cubicBezTo>
                  <a:cubicBezTo>
                    <a:pt x="0" y="696"/>
                    <a:pt x="14" y="574"/>
                    <a:pt x="14" y="460"/>
                  </a:cubicBezTo>
                  <a:cubicBezTo>
                    <a:pt x="14" y="410"/>
                    <a:pt x="10" y="357"/>
                    <a:pt x="17" y="308"/>
                  </a:cubicBezTo>
                  <a:cubicBezTo>
                    <a:pt x="25" y="255"/>
                    <a:pt x="47" y="207"/>
                    <a:pt x="65" y="157"/>
                  </a:cubicBezTo>
                  <a:cubicBezTo>
                    <a:pt x="74" y="130"/>
                    <a:pt x="81" y="102"/>
                    <a:pt x="91" y="76"/>
                  </a:cubicBezTo>
                  <a:cubicBezTo>
                    <a:pt x="100" y="52"/>
                    <a:pt x="101" y="23"/>
                    <a:pt x="110" y="0"/>
                  </a:cubicBezTo>
                  <a:cubicBezTo>
                    <a:pt x="117" y="19"/>
                    <a:pt x="104" y="56"/>
                    <a:pt x="100" y="76"/>
                  </a:cubicBezTo>
                  <a:cubicBezTo>
                    <a:pt x="95" y="103"/>
                    <a:pt x="81" y="133"/>
                    <a:pt x="82" y="162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96" name="Freeform 505">
              <a:extLst>
                <a:ext uri="{FF2B5EF4-FFF2-40B4-BE49-F238E27FC236}">
                  <a16:creationId xmlns:a16="http://schemas.microsoft.com/office/drawing/2014/main" id="{D804E51B-DAB7-4949-8AF4-BF88E2CE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550"/>
              <a:ext cx="270" cy="445"/>
            </a:xfrm>
            <a:custGeom>
              <a:avLst/>
              <a:gdLst>
                <a:gd name="T0" fmla="*/ 13 w 167"/>
                <a:gd name="T1" fmla="*/ 1156 h 276"/>
                <a:gd name="T2" fmla="*/ 288 w 167"/>
                <a:gd name="T3" fmla="*/ 650 h 276"/>
                <a:gd name="T4" fmla="*/ 508 w 167"/>
                <a:gd name="T5" fmla="*/ 574 h 276"/>
                <a:gd name="T6" fmla="*/ 707 w 167"/>
                <a:gd name="T7" fmla="*/ 534 h 276"/>
                <a:gd name="T8" fmla="*/ 330 w 167"/>
                <a:gd name="T9" fmla="*/ 458 h 276"/>
                <a:gd name="T10" fmla="*/ 238 w 167"/>
                <a:gd name="T11" fmla="*/ 268 h 276"/>
                <a:gd name="T12" fmla="*/ 233 w 167"/>
                <a:gd name="T13" fmla="*/ 0 h 276"/>
                <a:gd name="T14" fmla="*/ 0 w 167"/>
                <a:gd name="T15" fmla="*/ 990 h 2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76">
                  <a:moveTo>
                    <a:pt x="3" y="276"/>
                  </a:moveTo>
                  <a:cubicBezTo>
                    <a:pt x="15" y="228"/>
                    <a:pt x="27" y="187"/>
                    <a:pt x="68" y="155"/>
                  </a:cubicBezTo>
                  <a:cubicBezTo>
                    <a:pt x="83" y="143"/>
                    <a:pt x="102" y="140"/>
                    <a:pt x="120" y="137"/>
                  </a:cubicBezTo>
                  <a:cubicBezTo>
                    <a:pt x="131" y="135"/>
                    <a:pt x="164" y="140"/>
                    <a:pt x="167" y="127"/>
                  </a:cubicBezTo>
                  <a:cubicBezTo>
                    <a:pt x="143" y="110"/>
                    <a:pt x="103" y="128"/>
                    <a:pt x="78" y="109"/>
                  </a:cubicBezTo>
                  <a:cubicBezTo>
                    <a:pt x="65" y="99"/>
                    <a:pt x="58" y="80"/>
                    <a:pt x="56" y="64"/>
                  </a:cubicBezTo>
                  <a:cubicBezTo>
                    <a:pt x="54" y="51"/>
                    <a:pt x="64" y="2"/>
                    <a:pt x="55" y="0"/>
                  </a:cubicBezTo>
                  <a:cubicBezTo>
                    <a:pt x="17" y="76"/>
                    <a:pt x="6" y="151"/>
                    <a:pt x="0" y="236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97" name="Freeform 506">
              <a:extLst>
                <a:ext uri="{FF2B5EF4-FFF2-40B4-BE49-F238E27FC236}">
                  <a16:creationId xmlns:a16="http://schemas.microsoft.com/office/drawing/2014/main" id="{E910D42B-8944-4B70-984D-7D36343C9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740"/>
              <a:ext cx="376" cy="316"/>
            </a:xfrm>
            <a:custGeom>
              <a:avLst/>
              <a:gdLst>
                <a:gd name="T0" fmla="*/ 55 w 233"/>
                <a:gd name="T1" fmla="*/ 68 h 196"/>
                <a:gd name="T2" fmla="*/ 725 w 233"/>
                <a:gd name="T3" fmla="*/ 561 h 196"/>
                <a:gd name="T4" fmla="*/ 857 w 233"/>
                <a:gd name="T5" fmla="*/ 751 h 196"/>
                <a:gd name="T6" fmla="*/ 917 w 233"/>
                <a:gd name="T7" fmla="*/ 705 h 196"/>
                <a:gd name="T8" fmla="*/ 692 w 233"/>
                <a:gd name="T9" fmla="*/ 439 h 196"/>
                <a:gd name="T10" fmla="*/ 471 w 233"/>
                <a:gd name="T11" fmla="*/ 158 h 196"/>
                <a:gd name="T12" fmla="*/ 260 w 233"/>
                <a:gd name="T13" fmla="*/ 26 h 196"/>
                <a:gd name="T14" fmla="*/ 0 w 233"/>
                <a:gd name="T15" fmla="*/ 39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3" h="196">
                  <a:moveTo>
                    <a:pt x="13" y="16"/>
                  </a:moveTo>
                  <a:cubicBezTo>
                    <a:pt x="82" y="24"/>
                    <a:pt x="135" y="79"/>
                    <a:pt x="172" y="134"/>
                  </a:cubicBezTo>
                  <a:cubicBezTo>
                    <a:pt x="182" y="149"/>
                    <a:pt x="192" y="165"/>
                    <a:pt x="204" y="179"/>
                  </a:cubicBezTo>
                  <a:cubicBezTo>
                    <a:pt x="218" y="196"/>
                    <a:pt x="233" y="190"/>
                    <a:pt x="218" y="168"/>
                  </a:cubicBezTo>
                  <a:cubicBezTo>
                    <a:pt x="203" y="145"/>
                    <a:pt x="182" y="126"/>
                    <a:pt x="165" y="105"/>
                  </a:cubicBezTo>
                  <a:cubicBezTo>
                    <a:pt x="148" y="82"/>
                    <a:pt x="132" y="58"/>
                    <a:pt x="112" y="38"/>
                  </a:cubicBezTo>
                  <a:cubicBezTo>
                    <a:pt x="96" y="22"/>
                    <a:pt x="83" y="13"/>
                    <a:pt x="62" y="6"/>
                  </a:cubicBezTo>
                  <a:cubicBezTo>
                    <a:pt x="47" y="1"/>
                    <a:pt x="14" y="0"/>
                    <a:pt x="0" y="9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98" name="Freeform 507">
              <a:extLst>
                <a:ext uri="{FF2B5EF4-FFF2-40B4-BE49-F238E27FC236}">
                  <a16:creationId xmlns:a16="http://schemas.microsoft.com/office/drawing/2014/main" id="{785A535A-27EF-46B0-BD0A-A57F404A3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477"/>
              <a:ext cx="302" cy="357"/>
            </a:xfrm>
            <a:custGeom>
              <a:avLst/>
              <a:gdLst>
                <a:gd name="T0" fmla="*/ 0 w 187"/>
                <a:gd name="T1" fmla="*/ 699 h 221"/>
                <a:gd name="T2" fmla="*/ 233 w 187"/>
                <a:gd name="T3" fmla="*/ 611 h 221"/>
                <a:gd name="T4" fmla="*/ 389 w 187"/>
                <a:gd name="T5" fmla="*/ 433 h 221"/>
                <a:gd name="T6" fmla="*/ 480 w 187"/>
                <a:gd name="T7" fmla="*/ 344 h 221"/>
                <a:gd name="T8" fmla="*/ 560 w 187"/>
                <a:gd name="T9" fmla="*/ 220 h 221"/>
                <a:gd name="T10" fmla="*/ 767 w 187"/>
                <a:gd name="T11" fmla="*/ 0 h 221"/>
                <a:gd name="T12" fmla="*/ 568 w 187"/>
                <a:gd name="T13" fmla="*/ 281 h 221"/>
                <a:gd name="T14" fmla="*/ 420 w 187"/>
                <a:gd name="T15" fmla="*/ 506 h 221"/>
                <a:gd name="T16" fmla="*/ 275 w 187"/>
                <a:gd name="T17" fmla="*/ 691 h 221"/>
                <a:gd name="T18" fmla="*/ 344 w 187"/>
                <a:gd name="T19" fmla="*/ 924 h 221"/>
                <a:gd name="T20" fmla="*/ 89 w 187"/>
                <a:gd name="T21" fmla="*/ 754 h 2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7" h="221">
                  <a:moveTo>
                    <a:pt x="0" y="166"/>
                  </a:moveTo>
                  <a:cubicBezTo>
                    <a:pt x="24" y="164"/>
                    <a:pt x="38" y="162"/>
                    <a:pt x="55" y="145"/>
                  </a:cubicBezTo>
                  <a:cubicBezTo>
                    <a:pt x="68" y="132"/>
                    <a:pt x="79" y="115"/>
                    <a:pt x="92" y="103"/>
                  </a:cubicBezTo>
                  <a:cubicBezTo>
                    <a:pt x="101" y="95"/>
                    <a:pt x="107" y="91"/>
                    <a:pt x="114" y="82"/>
                  </a:cubicBezTo>
                  <a:cubicBezTo>
                    <a:pt x="121" y="73"/>
                    <a:pt x="126" y="62"/>
                    <a:pt x="133" y="52"/>
                  </a:cubicBezTo>
                  <a:cubicBezTo>
                    <a:pt x="142" y="40"/>
                    <a:pt x="168" y="2"/>
                    <a:pt x="182" y="0"/>
                  </a:cubicBezTo>
                  <a:cubicBezTo>
                    <a:pt x="187" y="26"/>
                    <a:pt x="149" y="48"/>
                    <a:pt x="135" y="67"/>
                  </a:cubicBezTo>
                  <a:cubicBezTo>
                    <a:pt x="123" y="84"/>
                    <a:pt x="114" y="104"/>
                    <a:pt x="100" y="120"/>
                  </a:cubicBezTo>
                  <a:cubicBezTo>
                    <a:pt x="89" y="133"/>
                    <a:pt x="68" y="147"/>
                    <a:pt x="65" y="164"/>
                  </a:cubicBezTo>
                  <a:cubicBezTo>
                    <a:pt x="60" y="184"/>
                    <a:pt x="77" y="201"/>
                    <a:pt x="82" y="219"/>
                  </a:cubicBezTo>
                  <a:cubicBezTo>
                    <a:pt x="59" y="221"/>
                    <a:pt x="43" y="183"/>
                    <a:pt x="21" y="179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99" name="Freeform 508">
              <a:extLst>
                <a:ext uri="{FF2B5EF4-FFF2-40B4-BE49-F238E27FC236}">
                  <a16:creationId xmlns:a16="http://schemas.microsoft.com/office/drawing/2014/main" id="{686D740B-7554-4F33-A4ED-D87F53FD5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1225"/>
              <a:ext cx="203" cy="308"/>
            </a:xfrm>
            <a:custGeom>
              <a:avLst/>
              <a:gdLst>
                <a:gd name="T0" fmla="*/ 29 w 126"/>
                <a:gd name="T1" fmla="*/ 713 h 191"/>
                <a:gd name="T2" fmla="*/ 137 w 126"/>
                <a:gd name="T3" fmla="*/ 526 h 191"/>
                <a:gd name="T4" fmla="*/ 272 w 126"/>
                <a:gd name="T5" fmla="*/ 335 h 191"/>
                <a:gd name="T6" fmla="*/ 514 w 126"/>
                <a:gd name="T7" fmla="*/ 0 h 191"/>
                <a:gd name="T8" fmla="*/ 390 w 126"/>
                <a:gd name="T9" fmla="*/ 190 h 191"/>
                <a:gd name="T10" fmla="*/ 226 w 126"/>
                <a:gd name="T11" fmla="*/ 450 h 191"/>
                <a:gd name="T12" fmla="*/ 0 w 126"/>
                <a:gd name="T13" fmla="*/ 739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91">
                  <a:moveTo>
                    <a:pt x="7" y="170"/>
                  </a:moveTo>
                  <a:cubicBezTo>
                    <a:pt x="17" y="156"/>
                    <a:pt x="24" y="139"/>
                    <a:pt x="33" y="125"/>
                  </a:cubicBezTo>
                  <a:cubicBezTo>
                    <a:pt x="43" y="108"/>
                    <a:pt x="54" y="95"/>
                    <a:pt x="65" y="80"/>
                  </a:cubicBezTo>
                  <a:cubicBezTo>
                    <a:pt x="80" y="61"/>
                    <a:pt x="99" y="7"/>
                    <a:pt x="123" y="0"/>
                  </a:cubicBezTo>
                  <a:cubicBezTo>
                    <a:pt x="126" y="14"/>
                    <a:pt x="100" y="34"/>
                    <a:pt x="93" y="45"/>
                  </a:cubicBezTo>
                  <a:cubicBezTo>
                    <a:pt x="80" y="65"/>
                    <a:pt x="67" y="87"/>
                    <a:pt x="54" y="107"/>
                  </a:cubicBezTo>
                  <a:cubicBezTo>
                    <a:pt x="48" y="116"/>
                    <a:pt x="10" y="191"/>
                    <a:pt x="0" y="176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00" name="Freeform 509">
              <a:extLst>
                <a:ext uri="{FF2B5EF4-FFF2-40B4-BE49-F238E27FC236}">
                  <a16:creationId xmlns:a16="http://schemas.microsoft.com/office/drawing/2014/main" id="{B9ED9693-ACBC-4CA4-9CE9-36A7B22DA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199"/>
              <a:ext cx="261" cy="170"/>
            </a:xfrm>
            <a:custGeom>
              <a:avLst/>
              <a:gdLst>
                <a:gd name="T0" fmla="*/ 0 w 162"/>
                <a:gd name="T1" fmla="*/ 309 h 105"/>
                <a:gd name="T2" fmla="*/ 171 w 162"/>
                <a:gd name="T3" fmla="*/ 191 h 105"/>
                <a:gd name="T4" fmla="*/ 309 w 162"/>
                <a:gd name="T5" fmla="*/ 267 h 105"/>
                <a:gd name="T6" fmla="*/ 498 w 162"/>
                <a:gd name="T7" fmla="*/ 335 h 105"/>
                <a:gd name="T8" fmla="*/ 678 w 162"/>
                <a:gd name="T9" fmla="*/ 445 h 105"/>
                <a:gd name="T10" fmla="*/ 296 w 162"/>
                <a:gd name="T11" fmla="*/ 212 h 105"/>
                <a:gd name="T12" fmla="*/ 131 w 162"/>
                <a:gd name="T13" fmla="*/ 89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105">
                  <a:moveTo>
                    <a:pt x="0" y="73"/>
                  </a:moveTo>
                  <a:cubicBezTo>
                    <a:pt x="13" y="69"/>
                    <a:pt x="19" y="43"/>
                    <a:pt x="41" y="45"/>
                  </a:cubicBezTo>
                  <a:cubicBezTo>
                    <a:pt x="53" y="46"/>
                    <a:pt x="63" y="58"/>
                    <a:pt x="74" y="63"/>
                  </a:cubicBezTo>
                  <a:cubicBezTo>
                    <a:pt x="89" y="69"/>
                    <a:pt x="105" y="71"/>
                    <a:pt x="119" y="79"/>
                  </a:cubicBezTo>
                  <a:cubicBezTo>
                    <a:pt x="133" y="87"/>
                    <a:pt x="146" y="102"/>
                    <a:pt x="162" y="105"/>
                  </a:cubicBezTo>
                  <a:cubicBezTo>
                    <a:pt x="161" y="82"/>
                    <a:pt x="88" y="64"/>
                    <a:pt x="71" y="50"/>
                  </a:cubicBezTo>
                  <a:cubicBezTo>
                    <a:pt x="61" y="41"/>
                    <a:pt x="49" y="0"/>
                    <a:pt x="31" y="21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01" name="Freeform 510">
              <a:extLst>
                <a:ext uri="{FF2B5EF4-FFF2-40B4-BE49-F238E27FC236}">
                  <a16:creationId xmlns:a16="http://schemas.microsoft.com/office/drawing/2014/main" id="{D249E792-708F-46D4-B1AD-EA963CCB5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078"/>
              <a:ext cx="194" cy="194"/>
            </a:xfrm>
            <a:custGeom>
              <a:avLst/>
              <a:gdLst>
                <a:gd name="T0" fmla="*/ 157 w 120"/>
                <a:gd name="T1" fmla="*/ 508 h 120"/>
                <a:gd name="T2" fmla="*/ 241 w 120"/>
                <a:gd name="T3" fmla="*/ 254 h 120"/>
                <a:gd name="T4" fmla="*/ 445 w 120"/>
                <a:gd name="T5" fmla="*/ 0 h 120"/>
                <a:gd name="T6" fmla="*/ 186 w 120"/>
                <a:gd name="T7" fmla="*/ 228 h 120"/>
                <a:gd name="T8" fmla="*/ 102 w 120"/>
                <a:gd name="T9" fmla="*/ 351 h 120"/>
                <a:gd name="T10" fmla="*/ 0 w 120"/>
                <a:gd name="T11" fmla="*/ 461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37" y="120"/>
                  </a:moveTo>
                  <a:cubicBezTo>
                    <a:pt x="18" y="99"/>
                    <a:pt x="41" y="75"/>
                    <a:pt x="57" y="60"/>
                  </a:cubicBezTo>
                  <a:cubicBezTo>
                    <a:pt x="66" y="53"/>
                    <a:pt x="120" y="6"/>
                    <a:pt x="105" y="0"/>
                  </a:cubicBezTo>
                  <a:cubicBezTo>
                    <a:pt x="85" y="18"/>
                    <a:pt x="62" y="35"/>
                    <a:pt x="44" y="54"/>
                  </a:cubicBezTo>
                  <a:cubicBezTo>
                    <a:pt x="36" y="62"/>
                    <a:pt x="31" y="74"/>
                    <a:pt x="24" y="83"/>
                  </a:cubicBezTo>
                  <a:cubicBezTo>
                    <a:pt x="16" y="92"/>
                    <a:pt x="6" y="98"/>
                    <a:pt x="0" y="109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02" name="Freeform 511">
              <a:extLst>
                <a:ext uri="{FF2B5EF4-FFF2-40B4-BE49-F238E27FC236}">
                  <a16:creationId xmlns:a16="http://schemas.microsoft.com/office/drawing/2014/main" id="{EB8C7801-9C98-4BC7-9B10-3A219EB21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659"/>
              <a:ext cx="407" cy="407"/>
            </a:xfrm>
            <a:custGeom>
              <a:avLst/>
              <a:gdLst>
                <a:gd name="T0" fmla="*/ 0 w 252"/>
                <a:gd name="T1" fmla="*/ 754 h 252"/>
                <a:gd name="T2" fmla="*/ 13 w 252"/>
                <a:gd name="T3" fmla="*/ 749 h 252"/>
                <a:gd name="T4" fmla="*/ 289 w 252"/>
                <a:gd name="T5" fmla="*/ 741 h 252"/>
                <a:gd name="T6" fmla="*/ 598 w 252"/>
                <a:gd name="T7" fmla="*/ 467 h 252"/>
                <a:gd name="T8" fmla="*/ 869 w 252"/>
                <a:gd name="T9" fmla="*/ 199 h 252"/>
                <a:gd name="T10" fmla="*/ 953 w 252"/>
                <a:gd name="T11" fmla="*/ 102 h 252"/>
                <a:gd name="T12" fmla="*/ 1048 w 252"/>
                <a:gd name="T13" fmla="*/ 0 h 252"/>
                <a:gd name="T14" fmla="*/ 882 w 252"/>
                <a:gd name="T15" fmla="*/ 254 h 252"/>
                <a:gd name="T16" fmla="*/ 594 w 252"/>
                <a:gd name="T17" fmla="*/ 556 h 252"/>
                <a:gd name="T18" fmla="*/ 321 w 252"/>
                <a:gd name="T19" fmla="*/ 801 h 252"/>
                <a:gd name="T20" fmla="*/ 212 w 252"/>
                <a:gd name="T21" fmla="*/ 1061 h 252"/>
                <a:gd name="T22" fmla="*/ 126 w 252"/>
                <a:gd name="T23" fmla="*/ 980 h 252"/>
                <a:gd name="T24" fmla="*/ 71 w 252"/>
                <a:gd name="T25" fmla="*/ 877 h 2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2" h="252">
                  <a:moveTo>
                    <a:pt x="0" y="179"/>
                  </a:moveTo>
                  <a:cubicBezTo>
                    <a:pt x="1" y="178"/>
                    <a:pt x="2" y="178"/>
                    <a:pt x="3" y="178"/>
                  </a:cubicBezTo>
                  <a:cubicBezTo>
                    <a:pt x="23" y="207"/>
                    <a:pt x="49" y="193"/>
                    <a:pt x="69" y="176"/>
                  </a:cubicBezTo>
                  <a:cubicBezTo>
                    <a:pt x="93" y="154"/>
                    <a:pt x="118" y="134"/>
                    <a:pt x="142" y="111"/>
                  </a:cubicBezTo>
                  <a:cubicBezTo>
                    <a:pt x="164" y="90"/>
                    <a:pt x="184" y="69"/>
                    <a:pt x="206" y="47"/>
                  </a:cubicBezTo>
                  <a:cubicBezTo>
                    <a:pt x="213" y="40"/>
                    <a:pt x="220" y="33"/>
                    <a:pt x="226" y="24"/>
                  </a:cubicBezTo>
                  <a:cubicBezTo>
                    <a:pt x="232" y="16"/>
                    <a:pt x="238" y="1"/>
                    <a:pt x="249" y="0"/>
                  </a:cubicBezTo>
                  <a:cubicBezTo>
                    <a:pt x="252" y="20"/>
                    <a:pt x="220" y="45"/>
                    <a:pt x="209" y="60"/>
                  </a:cubicBezTo>
                  <a:cubicBezTo>
                    <a:pt x="189" y="86"/>
                    <a:pt x="166" y="110"/>
                    <a:pt x="141" y="132"/>
                  </a:cubicBezTo>
                  <a:cubicBezTo>
                    <a:pt x="119" y="151"/>
                    <a:pt x="97" y="170"/>
                    <a:pt x="76" y="190"/>
                  </a:cubicBezTo>
                  <a:cubicBezTo>
                    <a:pt x="54" y="210"/>
                    <a:pt x="52" y="223"/>
                    <a:pt x="50" y="252"/>
                  </a:cubicBezTo>
                  <a:cubicBezTo>
                    <a:pt x="38" y="250"/>
                    <a:pt x="40" y="236"/>
                    <a:pt x="30" y="233"/>
                  </a:cubicBezTo>
                  <a:cubicBezTo>
                    <a:pt x="28" y="223"/>
                    <a:pt x="18" y="217"/>
                    <a:pt x="17" y="208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03" name="Freeform 512">
              <a:extLst>
                <a:ext uri="{FF2B5EF4-FFF2-40B4-BE49-F238E27FC236}">
                  <a16:creationId xmlns:a16="http://schemas.microsoft.com/office/drawing/2014/main" id="{66901CB4-3217-41C9-BE59-7BBE37DFF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1422"/>
              <a:ext cx="145" cy="128"/>
            </a:xfrm>
            <a:custGeom>
              <a:avLst/>
              <a:gdLst>
                <a:gd name="T0" fmla="*/ 221 w 90"/>
                <a:gd name="T1" fmla="*/ 0 h 79"/>
                <a:gd name="T2" fmla="*/ 211 w 90"/>
                <a:gd name="T3" fmla="*/ 102 h 79"/>
                <a:gd name="T4" fmla="*/ 247 w 90"/>
                <a:gd name="T5" fmla="*/ 186 h 79"/>
                <a:gd name="T6" fmla="*/ 377 w 90"/>
                <a:gd name="T7" fmla="*/ 287 h 79"/>
                <a:gd name="T8" fmla="*/ 8 w 90"/>
                <a:gd name="T9" fmla="*/ 335 h 79"/>
                <a:gd name="T10" fmla="*/ 71 w 90"/>
                <a:gd name="T11" fmla="*/ 225 h 79"/>
                <a:gd name="T12" fmla="*/ 158 w 90"/>
                <a:gd name="T13" fmla="*/ 84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79">
                  <a:moveTo>
                    <a:pt x="53" y="0"/>
                  </a:moveTo>
                  <a:cubicBezTo>
                    <a:pt x="56" y="7"/>
                    <a:pt x="50" y="16"/>
                    <a:pt x="50" y="24"/>
                  </a:cubicBezTo>
                  <a:cubicBezTo>
                    <a:pt x="51" y="33"/>
                    <a:pt x="53" y="37"/>
                    <a:pt x="59" y="44"/>
                  </a:cubicBezTo>
                  <a:cubicBezTo>
                    <a:pt x="68" y="54"/>
                    <a:pt x="78" y="60"/>
                    <a:pt x="90" y="67"/>
                  </a:cubicBezTo>
                  <a:cubicBezTo>
                    <a:pt x="59" y="42"/>
                    <a:pt x="29" y="63"/>
                    <a:pt x="2" y="79"/>
                  </a:cubicBezTo>
                  <a:cubicBezTo>
                    <a:pt x="0" y="68"/>
                    <a:pt x="12" y="60"/>
                    <a:pt x="17" y="53"/>
                  </a:cubicBezTo>
                  <a:cubicBezTo>
                    <a:pt x="24" y="42"/>
                    <a:pt x="31" y="30"/>
                    <a:pt x="38" y="20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04" name="Freeform 513">
              <a:extLst>
                <a:ext uri="{FF2B5EF4-FFF2-40B4-BE49-F238E27FC236}">
                  <a16:creationId xmlns:a16="http://schemas.microsoft.com/office/drawing/2014/main" id="{1E583AE0-E6B7-4AC9-9013-D7141C3CD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430"/>
              <a:ext cx="365" cy="407"/>
            </a:xfrm>
            <a:custGeom>
              <a:avLst/>
              <a:gdLst>
                <a:gd name="T0" fmla="*/ 68 w 226"/>
                <a:gd name="T1" fmla="*/ 355 h 252"/>
                <a:gd name="T2" fmla="*/ 241 w 226"/>
                <a:gd name="T3" fmla="*/ 548 h 252"/>
                <a:gd name="T4" fmla="*/ 199 w 226"/>
                <a:gd name="T5" fmla="*/ 728 h 252"/>
                <a:gd name="T6" fmla="*/ 0 w 226"/>
                <a:gd name="T7" fmla="*/ 987 h 252"/>
                <a:gd name="T8" fmla="*/ 315 w 226"/>
                <a:gd name="T9" fmla="*/ 783 h 252"/>
                <a:gd name="T10" fmla="*/ 636 w 226"/>
                <a:gd name="T11" fmla="*/ 890 h 252"/>
                <a:gd name="T12" fmla="*/ 793 w 226"/>
                <a:gd name="T13" fmla="*/ 953 h 252"/>
                <a:gd name="T14" fmla="*/ 892 w 226"/>
                <a:gd name="T15" fmla="*/ 959 h 252"/>
                <a:gd name="T16" fmla="*/ 636 w 226"/>
                <a:gd name="T17" fmla="*/ 793 h 252"/>
                <a:gd name="T18" fmla="*/ 464 w 226"/>
                <a:gd name="T19" fmla="*/ 662 h 252"/>
                <a:gd name="T20" fmla="*/ 417 w 226"/>
                <a:gd name="T21" fmla="*/ 383 h 252"/>
                <a:gd name="T22" fmla="*/ 610 w 226"/>
                <a:gd name="T23" fmla="*/ 60 h 252"/>
                <a:gd name="T24" fmla="*/ 543 w 226"/>
                <a:gd name="T25" fmla="*/ 0 h 252"/>
                <a:gd name="T26" fmla="*/ 404 w 226"/>
                <a:gd name="T27" fmla="*/ 194 h 252"/>
                <a:gd name="T28" fmla="*/ 296 w 226"/>
                <a:gd name="T29" fmla="*/ 349 h 252"/>
                <a:gd name="T30" fmla="*/ 157 w 226"/>
                <a:gd name="T31" fmla="*/ 378 h 252"/>
                <a:gd name="T32" fmla="*/ 34 w 226"/>
                <a:gd name="T33" fmla="*/ 334 h 2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6" h="252">
                  <a:moveTo>
                    <a:pt x="16" y="84"/>
                  </a:moveTo>
                  <a:cubicBezTo>
                    <a:pt x="35" y="94"/>
                    <a:pt x="54" y="107"/>
                    <a:pt x="57" y="130"/>
                  </a:cubicBezTo>
                  <a:cubicBezTo>
                    <a:pt x="60" y="146"/>
                    <a:pt x="53" y="159"/>
                    <a:pt x="47" y="173"/>
                  </a:cubicBezTo>
                  <a:cubicBezTo>
                    <a:pt x="37" y="199"/>
                    <a:pt x="15" y="211"/>
                    <a:pt x="0" y="234"/>
                  </a:cubicBezTo>
                  <a:cubicBezTo>
                    <a:pt x="24" y="221"/>
                    <a:pt x="45" y="185"/>
                    <a:pt x="75" y="186"/>
                  </a:cubicBezTo>
                  <a:cubicBezTo>
                    <a:pt x="101" y="186"/>
                    <a:pt x="127" y="202"/>
                    <a:pt x="151" y="211"/>
                  </a:cubicBezTo>
                  <a:cubicBezTo>
                    <a:pt x="163" y="216"/>
                    <a:pt x="176" y="220"/>
                    <a:pt x="188" y="226"/>
                  </a:cubicBezTo>
                  <a:cubicBezTo>
                    <a:pt x="197" y="231"/>
                    <a:pt x="226" y="252"/>
                    <a:pt x="212" y="228"/>
                  </a:cubicBezTo>
                  <a:cubicBezTo>
                    <a:pt x="199" y="207"/>
                    <a:pt x="169" y="201"/>
                    <a:pt x="151" y="188"/>
                  </a:cubicBezTo>
                  <a:cubicBezTo>
                    <a:pt x="138" y="179"/>
                    <a:pt x="119" y="169"/>
                    <a:pt x="110" y="157"/>
                  </a:cubicBezTo>
                  <a:cubicBezTo>
                    <a:pt x="95" y="140"/>
                    <a:pt x="92" y="113"/>
                    <a:pt x="99" y="91"/>
                  </a:cubicBezTo>
                  <a:cubicBezTo>
                    <a:pt x="108" y="64"/>
                    <a:pt x="146" y="43"/>
                    <a:pt x="145" y="14"/>
                  </a:cubicBezTo>
                  <a:cubicBezTo>
                    <a:pt x="138" y="11"/>
                    <a:pt x="133" y="6"/>
                    <a:pt x="129" y="0"/>
                  </a:cubicBezTo>
                  <a:cubicBezTo>
                    <a:pt x="121" y="17"/>
                    <a:pt x="106" y="30"/>
                    <a:pt x="96" y="46"/>
                  </a:cubicBezTo>
                  <a:cubicBezTo>
                    <a:pt x="89" y="59"/>
                    <a:pt x="82" y="75"/>
                    <a:pt x="70" y="83"/>
                  </a:cubicBezTo>
                  <a:cubicBezTo>
                    <a:pt x="61" y="88"/>
                    <a:pt x="48" y="92"/>
                    <a:pt x="37" y="90"/>
                  </a:cubicBezTo>
                  <a:cubicBezTo>
                    <a:pt x="30" y="89"/>
                    <a:pt x="10" y="84"/>
                    <a:pt x="8" y="79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05" name="Freeform 514">
              <a:extLst>
                <a:ext uri="{FF2B5EF4-FFF2-40B4-BE49-F238E27FC236}">
                  <a16:creationId xmlns:a16="http://schemas.microsoft.com/office/drawing/2014/main" id="{B7B302D7-F5B3-4BA5-A203-AA2A09656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391"/>
              <a:ext cx="7" cy="15"/>
            </a:xfrm>
            <a:custGeom>
              <a:avLst/>
              <a:gdLst>
                <a:gd name="T0" fmla="*/ 21 w 4"/>
                <a:gd name="T1" fmla="*/ 0 h 9"/>
                <a:gd name="T2" fmla="*/ 0 w 4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3"/>
                    <a:pt x="1" y="6"/>
                    <a:pt x="0" y="9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06" name="Freeform 515">
              <a:extLst>
                <a:ext uri="{FF2B5EF4-FFF2-40B4-BE49-F238E27FC236}">
                  <a16:creationId xmlns:a16="http://schemas.microsoft.com/office/drawing/2014/main" id="{7C4781F3-D8E7-4DA7-AE39-94C505581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338"/>
              <a:ext cx="225" cy="150"/>
            </a:xfrm>
            <a:custGeom>
              <a:avLst/>
              <a:gdLst>
                <a:gd name="T0" fmla="*/ 220 w 139"/>
                <a:gd name="T1" fmla="*/ 335 h 93"/>
                <a:gd name="T2" fmla="*/ 0 w 139"/>
                <a:gd name="T3" fmla="*/ 0 h 93"/>
                <a:gd name="T4" fmla="*/ 144 w 139"/>
                <a:gd name="T5" fmla="*/ 105 h 93"/>
                <a:gd name="T6" fmla="*/ 306 w 139"/>
                <a:gd name="T7" fmla="*/ 205 h 93"/>
                <a:gd name="T8" fmla="*/ 450 w 139"/>
                <a:gd name="T9" fmla="*/ 226 h 93"/>
                <a:gd name="T10" fmla="*/ 581 w 139"/>
                <a:gd name="T11" fmla="*/ 135 h 93"/>
                <a:gd name="T12" fmla="*/ 419 w 139"/>
                <a:gd name="T13" fmla="*/ 247 h 93"/>
                <a:gd name="T14" fmla="*/ 343 w 139"/>
                <a:gd name="T15" fmla="*/ 310 h 93"/>
                <a:gd name="T16" fmla="*/ 272 w 139"/>
                <a:gd name="T17" fmla="*/ 377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93">
                  <a:moveTo>
                    <a:pt x="52" y="80"/>
                  </a:moveTo>
                  <a:cubicBezTo>
                    <a:pt x="63" y="39"/>
                    <a:pt x="23" y="21"/>
                    <a:pt x="0" y="0"/>
                  </a:cubicBezTo>
                  <a:cubicBezTo>
                    <a:pt x="14" y="3"/>
                    <a:pt x="22" y="17"/>
                    <a:pt x="34" y="25"/>
                  </a:cubicBezTo>
                  <a:cubicBezTo>
                    <a:pt x="47" y="33"/>
                    <a:pt x="59" y="42"/>
                    <a:pt x="72" y="49"/>
                  </a:cubicBezTo>
                  <a:cubicBezTo>
                    <a:pt x="85" y="56"/>
                    <a:pt x="92" y="60"/>
                    <a:pt x="106" y="54"/>
                  </a:cubicBezTo>
                  <a:cubicBezTo>
                    <a:pt x="117" y="48"/>
                    <a:pt x="126" y="38"/>
                    <a:pt x="137" y="32"/>
                  </a:cubicBezTo>
                  <a:cubicBezTo>
                    <a:pt x="139" y="47"/>
                    <a:pt x="109" y="54"/>
                    <a:pt x="99" y="59"/>
                  </a:cubicBezTo>
                  <a:cubicBezTo>
                    <a:pt x="89" y="63"/>
                    <a:pt x="87" y="66"/>
                    <a:pt x="81" y="74"/>
                  </a:cubicBezTo>
                  <a:cubicBezTo>
                    <a:pt x="77" y="79"/>
                    <a:pt x="69" y="93"/>
                    <a:pt x="64" y="90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07" name="Freeform 516">
              <a:extLst>
                <a:ext uri="{FF2B5EF4-FFF2-40B4-BE49-F238E27FC236}">
                  <a16:creationId xmlns:a16="http://schemas.microsoft.com/office/drawing/2014/main" id="{8758C7D8-CCAC-4C3D-B344-562293EDB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782"/>
              <a:ext cx="164" cy="303"/>
            </a:xfrm>
            <a:custGeom>
              <a:avLst/>
              <a:gdLst>
                <a:gd name="T0" fmla="*/ 13 w 102"/>
                <a:gd name="T1" fmla="*/ 0 h 188"/>
                <a:gd name="T2" fmla="*/ 80 w 102"/>
                <a:gd name="T3" fmla="*/ 50 h 188"/>
                <a:gd name="T4" fmla="*/ 132 w 102"/>
                <a:gd name="T5" fmla="*/ 118 h 188"/>
                <a:gd name="T6" fmla="*/ 246 w 102"/>
                <a:gd name="T7" fmla="*/ 192 h 188"/>
                <a:gd name="T8" fmla="*/ 344 w 102"/>
                <a:gd name="T9" fmla="*/ 213 h 188"/>
                <a:gd name="T10" fmla="*/ 404 w 102"/>
                <a:gd name="T11" fmla="*/ 239 h 188"/>
                <a:gd name="T12" fmla="*/ 328 w 102"/>
                <a:gd name="T13" fmla="*/ 330 h 188"/>
                <a:gd name="T14" fmla="*/ 267 w 102"/>
                <a:gd name="T15" fmla="*/ 464 h 188"/>
                <a:gd name="T16" fmla="*/ 13 w 102"/>
                <a:gd name="T17" fmla="*/ 787 h 188"/>
                <a:gd name="T18" fmla="*/ 124 w 102"/>
                <a:gd name="T19" fmla="*/ 519 h 188"/>
                <a:gd name="T20" fmla="*/ 178 w 102"/>
                <a:gd name="T21" fmla="*/ 314 h 188"/>
                <a:gd name="T22" fmla="*/ 88 w 102"/>
                <a:gd name="T23" fmla="*/ 143 h 188"/>
                <a:gd name="T24" fmla="*/ 50 w 102"/>
                <a:gd name="T25" fmla="*/ 63 h 188"/>
                <a:gd name="T26" fmla="*/ 5 w 102"/>
                <a:gd name="T27" fmla="*/ 16 h 1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88">
                  <a:moveTo>
                    <a:pt x="3" y="0"/>
                  </a:moveTo>
                  <a:cubicBezTo>
                    <a:pt x="8" y="6"/>
                    <a:pt x="14" y="8"/>
                    <a:pt x="19" y="12"/>
                  </a:cubicBezTo>
                  <a:cubicBezTo>
                    <a:pt x="24" y="17"/>
                    <a:pt x="27" y="23"/>
                    <a:pt x="32" y="28"/>
                  </a:cubicBezTo>
                  <a:cubicBezTo>
                    <a:pt x="40" y="36"/>
                    <a:pt x="50" y="41"/>
                    <a:pt x="59" y="46"/>
                  </a:cubicBezTo>
                  <a:cubicBezTo>
                    <a:pt x="67" y="50"/>
                    <a:pt x="74" y="53"/>
                    <a:pt x="83" y="51"/>
                  </a:cubicBezTo>
                  <a:cubicBezTo>
                    <a:pt x="92" y="50"/>
                    <a:pt x="102" y="40"/>
                    <a:pt x="97" y="57"/>
                  </a:cubicBezTo>
                  <a:cubicBezTo>
                    <a:pt x="95" y="65"/>
                    <a:pt x="84" y="72"/>
                    <a:pt x="79" y="79"/>
                  </a:cubicBezTo>
                  <a:cubicBezTo>
                    <a:pt x="72" y="89"/>
                    <a:pt x="69" y="100"/>
                    <a:pt x="64" y="111"/>
                  </a:cubicBezTo>
                  <a:cubicBezTo>
                    <a:pt x="50" y="139"/>
                    <a:pt x="21" y="161"/>
                    <a:pt x="3" y="188"/>
                  </a:cubicBezTo>
                  <a:cubicBezTo>
                    <a:pt x="0" y="169"/>
                    <a:pt x="21" y="140"/>
                    <a:pt x="30" y="124"/>
                  </a:cubicBezTo>
                  <a:cubicBezTo>
                    <a:pt x="39" y="107"/>
                    <a:pt x="48" y="94"/>
                    <a:pt x="43" y="75"/>
                  </a:cubicBezTo>
                  <a:cubicBezTo>
                    <a:pt x="39" y="59"/>
                    <a:pt x="30" y="48"/>
                    <a:pt x="21" y="34"/>
                  </a:cubicBezTo>
                  <a:cubicBezTo>
                    <a:pt x="18" y="28"/>
                    <a:pt x="16" y="20"/>
                    <a:pt x="12" y="15"/>
                  </a:cubicBezTo>
                  <a:cubicBezTo>
                    <a:pt x="9" y="10"/>
                    <a:pt x="3" y="8"/>
                    <a:pt x="1" y="4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08" name="Freeform 517">
              <a:extLst>
                <a:ext uri="{FF2B5EF4-FFF2-40B4-BE49-F238E27FC236}">
                  <a16:creationId xmlns:a16="http://schemas.microsoft.com/office/drawing/2014/main" id="{ADADBE8A-33F9-4D50-A8E2-6FA0A7F0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034"/>
              <a:ext cx="308" cy="205"/>
            </a:xfrm>
            <a:custGeom>
              <a:avLst/>
              <a:gdLst>
                <a:gd name="T0" fmla="*/ 780 w 191"/>
                <a:gd name="T1" fmla="*/ 0 h 127"/>
                <a:gd name="T2" fmla="*/ 608 w 191"/>
                <a:gd name="T3" fmla="*/ 281 h 127"/>
                <a:gd name="T4" fmla="*/ 411 w 191"/>
                <a:gd name="T5" fmla="*/ 420 h 127"/>
                <a:gd name="T6" fmla="*/ 0 w 191"/>
                <a:gd name="T7" fmla="*/ 508 h 127"/>
                <a:gd name="T8" fmla="*/ 323 w 191"/>
                <a:gd name="T9" fmla="*/ 479 h 127"/>
                <a:gd name="T10" fmla="*/ 540 w 191"/>
                <a:gd name="T11" fmla="*/ 391 h 127"/>
                <a:gd name="T12" fmla="*/ 705 w 191"/>
                <a:gd name="T13" fmla="*/ 186 h 127"/>
                <a:gd name="T14" fmla="*/ 801 w 191"/>
                <a:gd name="T15" fmla="*/ 1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1" h="127">
                  <a:moveTo>
                    <a:pt x="186" y="0"/>
                  </a:moveTo>
                  <a:cubicBezTo>
                    <a:pt x="172" y="21"/>
                    <a:pt x="164" y="48"/>
                    <a:pt x="145" y="67"/>
                  </a:cubicBezTo>
                  <a:cubicBezTo>
                    <a:pt x="133" y="80"/>
                    <a:pt x="115" y="93"/>
                    <a:pt x="98" y="100"/>
                  </a:cubicBezTo>
                  <a:cubicBezTo>
                    <a:pt x="66" y="114"/>
                    <a:pt x="31" y="113"/>
                    <a:pt x="0" y="121"/>
                  </a:cubicBezTo>
                  <a:cubicBezTo>
                    <a:pt x="23" y="127"/>
                    <a:pt x="54" y="119"/>
                    <a:pt x="77" y="114"/>
                  </a:cubicBezTo>
                  <a:cubicBezTo>
                    <a:pt x="97" y="109"/>
                    <a:pt x="112" y="103"/>
                    <a:pt x="129" y="93"/>
                  </a:cubicBezTo>
                  <a:cubicBezTo>
                    <a:pt x="148" y="82"/>
                    <a:pt x="158" y="63"/>
                    <a:pt x="168" y="44"/>
                  </a:cubicBezTo>
                  <a:cubicBezTo>
                    <a:pt x="175" y="32"/>
                    <a:pt x="191" y="16"/>
                    <a:pt x="191" y="4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09" name="Freeform 518">
              <a:extLst>
                <a:ext uri="{FF2B5EF4-FFF2-40B4-BE49-F238E27FC236}">
                  <a16:creationId xmlns:a16="http://schemas.microsoft.com/office/drawing/2014/main" id="{A9D7B26A-5771-46AA-9CAE-4D5F38817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234"/>
              <a:ext cx="505" cy="256"/>
            </a:xfrm>
            <a:custGeom>
              <a:avLst/>
              <a:gdLst>
                <a:gd name="T0" fmla="*/ 0 w 313"/>
                <a:gd name="T1" fmla="*/ 0 h 159"/>
                <a:gd name="T2" fmla="*/ 390 w 313"/>
                <a:gd name="T3" fmla="*/ 375 h 159"/>
                <a:gd name="T4" fmla="*/ 623 w 313"/>
                <a:gd name="T5" fmla="*/ 509 h 159"/>
                <a:gd name="T6" fmla="*/ 836 w 313"/>
                <a:gd name="T7" fmla="*/ 630 h 159"/>
                <a:gd name="T8" fmla="*/ 1047 w 313"/>
                <a:gd name="T9" fmla="*/ 659 h 159"/>
                <a:gd name="T10" fmla="*/ 1176 w 313"/>
                <a:gd name="T11" fmla="*/ 650 h 159"/>
                <a:gd name="T12" fmla="*/ 1239 w 313"/>
                <a:gd name="T13" fmla="*/ 509 h 159"/>
                <a:gd name="T14" fmla="*/ 1289 w 313"/>
                <a:gd name="T15" fmla="*/ 369 h 159"/>
                <a:gd name="T16" fmla="*/ 1315 w 313"/>
                <a:gd name="T17" fmla="*/ 322 h 159"/>
                <a:gd name="T18" fmla="*/ 1213 w 313"/>
                <a:gd name="T19" fmla="*/ 412 h 159"/>
                <a:gd name="T20" fmla="*/ 1060 w 313"/>
                <a:gd name="T21" fmla="*/ 562 h 159"/>
                <a:gd name="T22" fmla="*/ 670 w 313"/>
                <a:gd name="T23" fmla="*/ 509 h 159"/>
                <a:gd name="T24" fmla="*/ 508 w 313"/>
                <a:gd name="T25" fmla="*/ 382 h 159"/>
                <a:gd name="T26" fmla="*/ 336 w 313"/>
                <a:gd name="T27" fmla="*/ 272 h 159"/>
                <a:gd name="T28" fmla="*/ 190 w 313"/>
                <a:gd name="T29" fmla="*/ 135 h 159"/>
                <a:gd name="T30" fmla="*/ 68 w 313"/>
                <a:gd name="T31" fmla="*/ 29 h 159"/>
                <a:gd name="T32" fmla="*/ 42 w 313"/>
                <a:gd name="T33" fmla="*/ 21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3" h="159">
                  <a:moveTo>
                    <a:pt x="0" y="0"/>
                  </a:moveTo>
                  <a:cubicBezTo>
                    <a:pt x="37" y="25"/>
                    <a:pt x="55" y="66"/>
                    <a:pt x="93" y="90"/>
                  </a:cubicBezTo>
                  <a:cubicBezTo>
                    <a:pt x="111" y="101"/>
                    <a:pt x="131" y="109"/>
                    <a:pt x="148" y="122"/>
                  </a:cubicBezTo>
                  <a:cubicBezTo>
                    <a:pt x="164" y="135"/>
                    <a:pt x="180" y="143"/>
                    <a:pt x="199" y="151"/>
                  </a:cubicBezTo>
                  <a:cubicBezTo>
                    <a:pt x="215" y="158"/>
                    <a:pt x="232" y="159"/>
                    <a:pt x="249" y="158"/>
                  </a:cubicBezTo>
                  <a:cubicBezTo>
                    <a:pt x="257" y="158"/>
                    <a:pt x="274" y="159"/>
                    <a:pt x="280" y="156"/>
                  </a:cubicBezTo>
                  <a:cubicBezTo>
                    <a:pt x="290" y="151"/>
                    <a:pt x="292" y="131"/>
                    <a:pt x="295" y="122"/>
                  </a:cubicBezTo>
                  <a:cubicBezTo>
                    <a:pt x="299" y="110"/>
                    <a:pt x="303" y="99"/>
                    <a:pt x="307" y="88"/>
                  </a:cubicBezTo>
                  <a:cubicBezTo>
                    <a:pt x="309" y="84"/>
                    <a:pt x="311" y="80"/>
                    <a:pt x="313" y="77"/>
                  </a:cubicBezTo>
                  <a:cubicBezTo>
                    <a:pt x="301" y="70"/>
                    <a:pt x="294" y="91"/>
                    <a:pt x="289" y="99"/>
                  </a:cubicBezTo>
                  <a:cubicBezTo>
                    <a:pt x="280" y="114"/>
                    <a:pt x="269" y="129"/>
                    <a:pt x="252" y="135"/>
                  </a:cubicBezTo>
                  <a:cubicBezTo>
                    <a:pt x="223" y="146"/>
                    <a:pt x="185" y="138"/>
                    <a:pt x="159" y="122"/>
                  </a:cubicBezTo>
                  <a:cubicBezTo>
                    <a:pt x="145" y="113"/>
                    <a:pt x="136" y="100"/>
                    <a:pt x="121" y="91"/>
                  </a:cubicBezTo>
                  <a:cubicBezTo>
                    <a:pt x="107" y="83"/>
                    <a:pt x="92" y="77"/>
                    <a:pt x="80" y="65"/>
                  </a:cubicBezTo>
                  <a:cubicBezTo>
                    <a:pt x="68" y="53"/>
                    <a:pt x="58" y="42"/>
                    <a:pt x="45" y="32"/>
                  </a:cubicBezTo>
                  <a:cubicBezTo>
                    <a:pt x="35" y="24"/>
                    <a:pt x="28" y="10"/>
                    <a:pt x="16" y="7"/>
                  </a:cubicBezTo>
                  <a:cubicBezTo>
                    <a:pt x="14" y="6"/>
                    <a:pt x="12" y="6"/>
                    <a:pt x="10" y="5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10" name="Freeform 519">
              <a:extLst>
                <a:ext uri="{FF2B5EF4-FFF2-40B4-BE49-F238E27FC236}">
                  <a16:creationId xmlns:a16="http://schemas.microsoft.com/office/drawing/2014/main" id="{E5BC5B21-4509-4021-BBD1-AE9C201F6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003"/>
              <a:ext cx="259" cy="294"/>
            </a:xfrm>
            <a:custGeom>
              <a:avLst/>
              <a:gdLst>
                <a:gd name="T0" fmla="*/ 0 w 160"/>
                <a:gd name="T1" fmla="*/ 8 h 182"/>
                <a:gd name="T2" fmla="*/ 361 w 160"/>
                <a:gd name="T3" fmla="*/ 472 h 182"/>
                <a:gd name="T4" fmla="*/ 678 w 160"/>
                <a:gd name="T5" fmla="*/ 767 h 182"/>
                <a:gd name="T6" fmla="*/ 555 w 160"/>
                <a:gd name="T7" fmla="*/ 649 h 182"/>
                <a:gd name="T8" fmla="*/ 445 w 160"/>
                <a:gd name="T9" fmla="*/ 552 h 182"/>
                <a:gd name="T10" fmla="*/ 314 w 160"/>
                <a:gd name="T11" fmla="*/ 399 h 182"/>
                <a:gd name="T12" fmla="*/ 128 w 160"/>
                <a:gd name="T13" fmla="*/ 0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182">
                  <a:moveTo>
                    <a:pt x="0" y="2"/>
                  </a:moveTo>
                  <a:cubicBezTo>
                    <a:pt x="25" y="39"/>
                    <a:pt x="52" y="79"/>
                    <a:pt x="85" y="112"/>
                  </a:cubicBezTo>
                  <a:cubicBezTo>
                    <a:pt x="108" y="135"/>
                    <a:pt x="131" y="164"/>
                    <a:pt x="160" y="182"/>
                  </a:cubicBezTo>
                  <a:cubicBezTo>
                    <a:pt x="148" y="177"/>
                    <a:pt x="140" y="163"/>
                    <a:pt x="131" y="154"/>
                  </a:cubicBezTo>
                  <a:cubicBezTo>
                    <a:pt x="122" y="147"/>
                    <a:pt x="114" y="139"/>
                    <a:pt x="105" y="131"/>
                  </a:cubicBezTo>
                  <a:cubicBezTo>
                    <a:pt x="93" y="120"/>
                    <a:pt x="83" y="108"/>
                    <a:pt x="74" y="95"/>
                  </a:cubicBezTo>
                  <a:cubicBezTo>
                    <a:pt x="54" y="68"/>
                    <a:pt x="29" y="35"/>
                    <a:pt x="30" y="0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11" name="Freeform 520">
              <a:extLst>
                <a:ext uri="{FF2B5EF4-FFF2-40B4-BE49-F238E27FC236}">
                  <a16:creationId xmlns:a16="http://schemas.microsoft.com/office/drawing/2014/main" id="{81303C80-F3FC-4CAD-B305-41C1AC21D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171"/>
              <a:ext cx="258" cy="206"/>
            </a:xfrm>
            <a:custGeom>
              <a:avLst/>
              <a:gdLst>
                <a:gd name="T0" fmla="*/ 642 w 160"/>
                <a:gd name="T1" fmla="*/ 122 h 128"/>
                <a:gd name="T2" fmla="*/ 453 w 160"/>
                <a:gd name="T3" fmla="*/ 137 h 128"/>
                <a:gd name="T4" fmla="*/ 281 w 160"/>
                <a:gd name="T5" fmla="*/ 137 h 128"/>
                <a:gd name="T6" fmla="*/ 118 w 160"/>
                <a:gd name="T7" fmla="*/ 97 h 128"/>
                <a:gd name="T8" fmla="*/ 0 w 160"/>
                <a:gd name="T9" fmla="*/ 0 h 128"/>
                <a:gd name="T10" fmla="*/ 297 w 160"/>
                <a:gd name="T11" fmla="*/ 327 h 128"/>
                <a:gd name="T12" fmla="*/ 432 w 160"/>
                <a:gd name="T13" fmla="*/ 443 h 128"/>
                <a:gd name="T14" fmla="*/ 526 w 160"/>
                <a:gd name="T15" fmla="*/ 534 h 128"/>
                <a:gd name="T16" fmla="*/ 471 w 160"/>
                <a:gd name="T17" fmla="*/ 238 h 128"/>
                <a:gd name="T18" fmla="*/ 671 w 160"/>
                <a:gd name="T19" fmla="*/ 124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0" h="128">
                  <a:moveTo>
                    <a:pt x="153" y="29"/>
                  </a:moveTo>
                  <a:cubicBezTo>
                    <a:pt x="139" y="27"/>
                    <a:pt x="122" y="33"/>
                    <a:pt x="108" y="33"/>
                  </a:cubicBezTo>
                  <a:cubicBezTo>
                    <a:pt x="94" y="34"/>
                    <a:pt x="80" y="35"/>
                    <a:pt x="67" y="33"/>
                  </a:cubicBezTo>
                  <a:cubicBezTo>
                    <a:pt x="53" y="32"/>
                    <a:pt x="40" y="29"/>
                    <a:pt x="28" y="23"/>
                  </a:cubicBezTo>
                  <a:cubicBezTo>
                    <a:pt x="16" y="18"/>
                    <a:pt x="9" y="7"/>
                    <a:pt x="0" y="0"/>
                  </a:cubicBezTo>
                  <a:cubicBezTo>
                    <a:pt x="24" y="26"/>
                    <a:pt x="47" y="53"/>
                    <a:pt x="71" y="78"/>
                  </a:cubicBezTo>
                  <a:cubicBezTo>
                    <a:pt x="81" y="88"/>
                    <a:pt x="92" y="97"/>
                    <a:pt x="103" y="106"/>
                  </a:cubicBezTo>
                  <a:cubicBezTo>
                    <a:pt x="111" y="113"/>
                    <a:pt x="117" y="122"/>
                    <a:pt x="125" y="128"/>
                  </a:cubicBezTo>
                  <a:cubicBezTo>
                    <a:pt x="118" y="100"/>
                    <a:pt x="94" y="86"/>
                    <a:pt x="112" y="57"/>
                  </a:cubicBezTo>
                  <a:cubicBezTo>
                    <a:pt x="122" y="41"/>
                    <a:pt x="142" y="32"/>
                    <a:pt x="160" y="30"/>
                  </a:cubicBezTo>
                </a:path>
              </a:pathLst>
            </a:custGeom>
            <a:solidFill>
              <a:srgbClr val="ED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12" name="Freeform 521">
              <a:extLst>
                <a:ext uri="{FF2B5EF4-FFF2-40B4-BE49-F238E27FC236}">
                  <a16:creationId xmlns:a16="http://schemas.microsoft.com/office/drawing/2014/main" id="{D471FCED-C0FD-4072-8096-9D26C50D4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667"/>
              <a:ext cx="93" cy="188"/>
            </a:xfrm>
            <a:custGeom>
              <a:avLst/>
              <a:gdLst>
                <a:gd name="T0" fmla="*/ 95 w 58"/>
                <a:gd name="T1" fmla="*/ 47 h 116"/>
                <a:gd name="T2" fmla="*/ 13 w 58"/>
                <a:gd name="T3" fmla="*/ 391 h 116"/>
                <a:gd name="T4" fmla="*/ 47 w 58"/>
                <a:gd name="T5" fmla="*/ 486 h 116"/>
                <a:gd name="T6" fmla="*/ 111 w 58"/>
                <a:gd name="T7" fmla="*/ 376 h 116"/>
                <a:gd name="T8" fmla="*/ 218 w 58"/>
                <a:gd name="T9" fmla="*/ 212 h 116"/>
                <a:gd name="T10" fmla="*/ 170 w 58"/>
                <a:gd name="T11" fmla="*/ 73 h 116"/>
                <a:gd name="T12" fmla="*/ 123 w 58"/>
                <a:gd name="T13" fmla="*/ 0 h 116"/>
                <a:gd name="T14" fmla="*/ 82 w 58"/>
                <a:gd name="T15" fmla="*/ 97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116">
                  <a:moveTo>
                    <a:pt x="23" y="11"/>
                  </a:moveTo>
                  <a:cubicBezTo>
                    <a:pt x="12" y="35"/>
                    <a:pt x="4" y="65"/>
                    <a:pt x="3" y="92"/>
                  </a:cubicBezTo>
                  <a:cubicBezTo>
                    <a:pt x="3" y="98"/>
                    <a:pt x="0" y="116"/>
                    <a:pt x="11" y="114"/>
                  </a:cubicBezTo>
                  <a:cubicBezTo>
                    <a:pt x="18" y="113"/>
                    <a:pt x="21" y="93"/>
                    <a:pt x="27" y="88"/>
                  </a:cubicBezTo>
                  <a:cubicBezTo>
                    <a:pt x="39" y="76"/>
                    <a:pt x="58" y="72"/>
                    <a:pt x="53" y="50"/>
                  </a:cubicBezTo>
                  <a:cubicBezTo>
                    <a:pt x="50" y="39"/>
                    <a:pt x="44" y="28"/>
                    <a:pt x="41" y="17"/>
                  </a:cubicBezTo>
                  <a:cubicBezTo>
                    <a:pt x="39" y="10"/>
                    <a:pt x="37" y="2"/>
                    <a:pt x="30" y="0"/>
                  </a:cubicBezTo>
                  <a:cubicBezTo>
                    <a:pt x="25" y="7"/>
                    <a:pt x="22" y="15"/>
                    <a:pt x="20" y="23"/>
                  </a:cubicBezTo>
                </a:path>
              </a:pathLst>
            </a:custGeom>
            <a:solidFill>
              <a:srgbClr val="F19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13" name="Freeform 522">
              <a:extLst>
                <a:ext uri="{FF2B5EF4-FFF2-40B4-BE49-F238E27FC236}">
                  <a16:creationId xmlns:a16="http://schemas.microsoft.com/office/drawing/2014/main" id="{76C9B772-69F0-4FC6-B550-BEED3846A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722"/>
              <a:ext cx="66" cy="70"/>
            </a:xfrm>
            <a:custGeom>
              <a:avLst/>
              <a:gdLst>
                <a:gd name="T0" fmla="*/ 0 w 41"/>
                <a:gd name="T1" fmla="*/ 81 h 43"/>
                <a:gd name="T2" fmla="*/ 171 w 41"/>
                <a:gd name="T3" fmla="*/ 0 h 43"/>
                <a:gd name="T4" fmla="*/ 143 w 41"/>
                <a:gd name="T5" fmla="*/ 96 h 43"/>
                <a:gd name="T6" fmla="*/ 156 w 41"/>
                <a:gd name="T7" fmla="*/ 186 h 43"/>
                <a:gd name="T8" fmla="*/ 21 w 41"/>
                <a:gd name="T9" fmla="*/ 9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3">
                  <a:moveTo>
                    <a:pt x="0" y="19"/>
                  </a:moveTo>
                  <a:cubicBezTo>
                    <a:pt x="18" y="26"/>
                    <a:pt x="29" y="10"/>
                    <a:pt x="41" y="0"/>
                  </a:cubicBezTo>
                  <a:cubicBezTo>
                    <a:pt x="41" y="8"/>
                    <a:pt x="35" y="14"/>
                    <a:pt x="34" y="22"/>
                  </a:cubicBezTo>
                  <a:cubicBezTo>
                    <a:pt x="34" y="29"/>
                    <a:pt x="38" y="36"/>
                    <a:pt x="37" y="43"/>
                  </a:cubicBezTo>
                  <a:cubicBezTo>
                    <a:pt x="24" y="42"/>
                    <a:pt x="23" y="20"/>
                    <a:pt x="5" y="23"/>
                  </a:cubicBezTo>
                </a:path>
              </a:pathLst>
            </a:custGeom>
            <a:solidFill>
              <a:srgbClr val="F19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14" name="Freeform 523">
              <a:extLst>
                <a:ext uri="{FF2B5EF4-FFF2-40B4-BE49-F238E27FC236}">
                  <a16:creationId xmlns:a16="http://schemas.microsoft.com/office/drawing/2014/main" id="{1704B0A7-F853-4CE0-A536-2843D3607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972"/>
              <a:ext cx="60" cy="60"/>
            </a:xfrm>
            <a:custGeom>
              <a:avLst/>
              <a:gdLst>
                <a:gd name="T0" fmla="*/ 0 w 37"/>
                <a:gd name="T1" fmla="*/ 34 h 37"/>
                <a:gd name="T2" fmla="*/ 107 w 37"/>
                <a:gd name="T3" fmla="*/ 157 h 37"/>
                <a:gd name="T4" fmla="*/ 136 w 37"/>
                <a:gd name="T5" fmla="*/ 81 h 37"/>
                <a:gd name="T6" fmla="*/ 157 w 37"/>
                <a:gd name="T7" fmla="*/ 21 h 37"/>
                <a:gd name="T8" fmla="*/ 21 w 37"/>
                <a:gd name="T9" fmla="*/ 4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7">
                  <a:moveTo>
                    <a:pt x="0" y="8"/>
                  </a:moveTo>
                  <a:cubicBezTo>
                    <a:pt x="11" y="14"/>
                    <a:pt x="13" y="33"/>
                    <a:pt x="25" y="37"/>
                  </a:cubicBezTo>
                  <a:cubicBezTo>
                    <a:pt x="29" y="32"/>
                    <a:pt x="29" y="25"/>
                    <a:pt x="32" y="19"/>
                  </a:cubicBezTo>
                  <a:cubicBezTo>
                    <a:pt x="34" y="14"/>
                    <a:pt x="36" y="10"/>
                    <a:pt x="37" y="5"/>
                  </a:cubicBezTo>
                  <a:cubicBezTo>
                    <a:pt x="28" y="0"/>
                    <a:pt x="15" y="18"/>
                    <a:pt x="5" y="11"/>
                  </a:cubicBezTo>
                </a:path>
              </a:pathLst>
            </a:custGeom>
            <a:solidFill>
              <a:srgbClr val="F19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15" name="Freeform 524">
              <a:extLst>
                <a:ext uri="{FF2B5EF4-FFF2-40B4-BE49-F238E27FC236}">
                  <a16:creationId xmlns:a16="http://schemas.microsoft.com/office/drawing/2014/main" id="{7D01A0A0-25EC-4C9C-97B5-A298CD2B2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582"/>
              <a:ext cx="108" cy="148"/>
            </a:xfrm>
            <a:custGeom>
              <a:avLst/>
              <a:gdLst>
                <a:gd name="T0" fmla="*/ 50 w 67"/>
                <a:gd name="T1" fmla="*/ 42 h 92"/>
                <a:gd name="T2" fmla="*/ 84 w 67"/>
                <a:gd name="T3" fmla="*/ 233 h 92"/>
                <a:gd name="T4" fmla="*/ 0 w 67"/>
                <a:gd name="T5" fmla="*/ 367 h 92"/>
                <a:gd name="T6" fmla="*/ 81 w 67"/>
                <a:gd name="T7" fmla="*/ 335 h 92"/>
                <a:gd name="T8" fmla="*/ 150 w 67"/>
                <a:gd name="T9" fmla="*/ 323 h 92"/>
                <a:gd name="T10" fmla="*/ 280 w 67"/>
                <a:gd name="T11" fmla="*/ 354 h 92"/>
                <a:gd name="T12" fmla="*/ 145 w 67"/>
                <a:gd name="T13" fmla="*/ 212 h 92"/>
                <a:gd name="T14" fmla="*/ 123 w 67"/>
                <a:gd name="T15" fmla="*/ 5 h 92"/>
                <a:gd name="T16" fmla="*/ 71 w 67"/>
                <a:gd name="T17" fmla="*/ 26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92">
                  <a:moveTo>
                    <a:pt x="12" y="10"/>
                  </a:moveTo>
                  <a:cubicBezTo>
                    <a:pt x="23" y="24"/>
                    <a:pt x="22" y="40"/>
                    <a:pt x="20" y="56"/>
                  </a:cubicBezTo>
                  <a:cubicBezTo>
                    <a:pt x="18" y="71"/>
                    <a:pt x="1" y="74"/>
                    <a:pt x="0" y="88"/>
                  </a:cubicBezTo>
                  <a:cubicBezTo>
                    <a:pt x="7" y="92"/>
                    <a:pt x="13" y="83"/>
                    <a:pt x="19" y="80"/>
                  </a:cubicBezTo>
                  <a:cubicBezTo>
                    <a:pt x="23" y="78"/>
                    <a:pt x="31" y="77"/>
                    <a:pt x="36" y="78"/>
                  </a:cubicBezTo>
                  <a:cubicBezTo>
                    <a:pt x="44" y="80"/>
                    <a:pt x="60" y="91"/>
                    <a:pt x="67" y="85"/>
                  </a:cubicBezTo>
                  <a:cubicBezTo>
                    <a:pt x="59" y="72"/>
                    <a:pt x="41" y="68"/>
                    <a:pt x="35" y="51"/>
                  </a:cubicBezTo>
                  <a:cubicBezTo>
                    <a:pt x="29" y="36"/>
                    <a:pt x="31" y="17"/>
                    <a:pt x="29" y="1"/>
                  </a:cubicBezTo>
                  <a:cubicBezTo>
                    <a:pt x="25" y="0"/>
                    <a:pt x="20" y="4"/>
                    <a:pt x="17" y="6"/>
                  </a:cubicBezTo>
                </a:path>
              </a:pathLst>
            </a:custGeom>
            <a:solidFill>
              <a:srgbClr val="F19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16" name="Freeform 525">
              <a:extLst>
                <a:ext uri="{FF2B5EF4-FFF2-40B4-BE49-F238E27FC236}">
                  <a16:creationId xmlns:a16="http://schemas.microsoft.com/office/drawing/2014/main" id="{329DC69F-EDB1-46AB-AB04-BC7DF0BA2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456"/>
              <a:ext cx="45" cy="60"/>
            </a:xfrm>
            <a:custGeom>
              <a:avLst/>
              <a:gdLst>
                <a:gd name="T0" fmla="*/ 101 w 28"/>
                <a:gd name="T1" fmla="*/ 0 h 37"/>
                <a:gd name="T2" fmla="*/ 0 w 28"/>
                <a:gd name="T3" fmla="*/ 152 h 37"/>
                <a:gd name="T4" fmla="*/ 111 w 28"/>
                <a:gd name="T5" fmla="*/ 107 h 37"/>
                <a:gd name="T6" fmla="*/ 101 w 28"/>
                <a:gd name="T7" fmla="*/ 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7">
                  <a:moveTo>
                    <a:pt x="24" y="0"/>
                  </a:moveTo>
                  <a:cubicBezTo>
                    <a:pt x="19" y="14"/>
                    <a:pt x="3" y="21"/>
                    <a:pt x="0" y="36"/>
                  </a:cubicBezTo>
                  <a:cubicBezTo>
                    <a:pt x="9" y="37"/>
                    <a:pt x="16" y="24"/>
                    <a:pt x="27" y="25"/>
                  </a:cubicBezTo>
                  <a:cubicBezTo>
                    <a:pt x="28" y="17"/>
                    <a:pt x="23" y="11"/>
                    <a:pt x="24" y="2"/>
                  </a:cubicBezTo>
                </a:path>
              </a:pathLst>
            </a:custGeom>
            <a:solidFill>
              <a:srgbClr val="F19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17" name="Freeform 526">
              <a:extLst>
                <a:ext uri="{FF2B5EF4-FFF2-40B4-BE49-F238E27FC236}">
                  <a16:creationId xmlns:a16="http://schemas.microsoft.com/office/drawing/2014/main" id="{5B0A2642-12AF-42B6-9893-4BDB14A06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209"/>
              <a:ext cx="47" cy="50"/>
            </a:xfrm>
            <a:custGeom>
              <a:avLst/>
              <a:gdLst>
                <a:gd name="T0" fmla="*/ 0 w 29"/>
                <a:gd name="T1" fmla="*/ 118 h 31"/>
                <a:gd name="T2" fmla="*/ 123 w 29"/>
                <a:gd name="T3" fmla="*/ 8 h 31"/>
                <a:gd name="T4" fmla="*/ 97 w 29"/>
                <a:gd name="T5" fmla="*/ 60 h 31"/>
                <a:gd name="T6" fmla="*/ 107 w 29"/>
                <a:gd name="T7" fmla="*/ 97 h 31"/>
                <a:gd name="T8" fmla="*/ 8 w 29"/>
                <a:gd name="T9" fmla="*/ 11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1">
                  <a:moveTo>
                    <a:pt x="0" y="28"/>
                  </a:moveTo>
                  <a:cubicBezTo>
                    <a:pt x="4" y="22"/>
                    <a:pt x="22" y="0"/>
                    <a:pt x="29" y="2"/>
                  </a:cubicBezTo>
                  <a:cubicBezTo>
                    <a:pt x="27" y="7"/>
                    <a:pt x="24" y="9"/>
                    <a:pt x="23" y="14"/>
                  </a:cubicBezTo>
                  <a:cubicBezTo>
                    <a:pt x="23" y="17"/>
                    <a:pt x="26" y="22"/>
                    <a:pt x="25" y="23"/>
                  </a:cubicBezTo>
                  <a:cubicBezTo>
                    <a:pt x="20" y="31"/>
                    <a:pt x="7" y="17"/>
                    <a:pt x="2" y="28"/>
                  </a:cubicBezTo>
                </a:path>
              </a:pathLst>
            </a:custGeom>
            <a:solidFill>
              <a:srgbClr val="F19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18" name="Freeform 527">
              <a:extLst>
                <a:ext uri="{FF2B5EF4-FFF2-40B4-BE49-F238E27FC236}">
                  <a16:creationId xmlns:a16="http://schemas.microsoft.com/office/drawing/2014/main" id="{0624CF54-8B10-4FE3-8A06-B9F9F6927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412"/>
              <a:ext cx="65" cy="118"/>
            </a:xfrm>
            <a:custGeom>
              <a:avLst/>
              <a:gdLst>
                <a:gd name="T0" fmla="*/ 76 w 40"/>
                <a:gd name="T1" fmla="*/ 0 h 73"/>
                <a:gd name="T2" fmla="*/ 89 w 40"/>
                <a:gd name="T3" fmla="*/ 131 h 73"/>
                <a:gd name="T4" fmla="*/ 13 w 40"/>
                <a:gd name="T5" fmla="*/ 275 h 73"/>
                <a:gd name="T6" fmla="*/ 68 w 40"/>
                <a:gd name="T7" fmla="*/ 233 h 73"/>
                <a:gd name="T8" fmla="*/ 145 w 40"/>
                <a:gd name="T9" fmla="*/ 115 h 73"/>
                <a:gd name="T10" fmla="*/ 164 w 40"/>
                <a:gd name="T11" fmla="*/ 39 h 73"/>
                <a:gd name="T12" fmla="*/ 98 w 40"/>
                <a:gd name="T13" fmla="*/ 8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73">
                  <a:moveTo>
                    <a:pt x="18" y="0"/>
                  </a:moveTo>
                  <a:cubicBezTo>
                    <a:pt x="25" y="11"/>
                    <a:pt x="28" y="20"/>
                    <a:pt x="21" y="31"/>
                  </a:cubicBezTo>
                  <a:cubicBezTo>
                    <a:pt x="17" y="38"/>
                    <a:pt x="0" y="57"/>
                    <a:pt x="3" y="65"/>
                  </a:cubicBezTo>
                  <a:cubicBezTo>
                    <a:pt x="6" y="73"/>
                    <a:pt x="14" y="59"/>
                    <a:pt x="16" y="55"/>
                  </a:cubicBezTo>
                  <a:cubicBezTo>
                    <a:pt x="22" y="46"/>
                    <a:pt x="28" y="36"/>
                    <a:pt x="34" y="27"/>
                  </a:cubicBezTo>
                  <a:cubicBezTo>
                    <a:pt x="36" y="23"/>
                    <a:pt x="40" y="14"/>
                    <a:pt x="38" y="9"/>
                  </a:cubicBezTo>
                  <a:cubicBezTo>
                    <a:pt x="35" y="1"/>
                    <a:pt x="29" y="7"/>
                    <a:pt x="23" y="2"/>
                  </a:cubicBezTo>
                </a:path>
              </a:pathLst>
            </a:custGeom>
            <a:solidFill>
              <a:srgbClr val="F19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19" name="Freeform 528">
              <a:extLst>
                <a:ext uri="{FF2B5EF4-FFF2-40B4-BE49-F238E27FC236}">
                  <a16:creationId xmlns:a16="http://schemas.microsoft.com/office/drawing/2014/main" id="{2FA2AB74-EB83-4718-86F1-5F01BD090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239"/>
              <a:ext cx="71" cy="48"/>
            </a:xfrm>
            <a:custGeom>
              <a:avLst/>
              <a:gdLst>
                <a:gd name="T0" fmla="*/ 0 w 44"/>
                <a:gd name="T1" fmla="*/ 0 h 30"/>
                <a:gd name="T2" fmla="*/ 186 w 44"/>
                <a:gd name="T3" fmla="*/ 5 h 30"/>
                <a:gd name="T4" fmla="*/ 94 w 44"/>
                <a:gd name="T5" fmla="*/ 123 h 30"/>
                <a:gd name="T6" fmla="*/ 16 w 44"/>
                <a:gd name="T7" fmla="*/ 3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0">
                  <a:moveTo>
                    <a:pt x="0" y="0"/>
                  </a:moveTo>
                  <a:cubicBezTo>
                    <a:pt x="9" y="12"/>
                    <a:pt x="30" y="1"/>
                    <a:pt x="44" y="1"/>
                  </a:cubicBezTo>
                  <a:cubicBezTo>
                    <a:pt x="44" y="8"/>
                    <a:pt x="27" y="24"/>
                    <a:pt x="22" y="30"/>
                  </a:cubicBezTo>
                  <a:cubicBezTo>
                    <a:pt x="17" y="24"/>
                    <a:pt x="10" y="16"/>
                    <a:pt x="4" y="9"/>
                  </a:cubicBezTo>
                </a:path>
              </a:pathLst>
            </a:custGeom>
            <a:solidFill>
              <a:srgbClr val="F19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20" name="Freeform 529">
              <a:extLst>
                <a:ext uri="{FF2B5EF4-FFF2-40B4-BE49-F238E27FC236}">
                  <a16:creationId xmlns:a16="http://schemas.microsoft.com/office/drawing/2014/main" id="{8920C33E-DCA2-4C33-94F7-DED722F0E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437"/>
              <a:ext cx="54" cy="44"/>
            </a:xfrm>
            <a:custGeom>
              <a:avLst/>
              <a:gdLst>
                <a:gd name="T0" fmla="*/ 0 w 33"/>
                <a:gd name="T1" fmla="*/ 64 h 27"/>
                <a:gd name="T2" fmla="*/ 123 w 33"/>
                <a:gd name="T3" fmla="*/ 0 h 27"/>
                <a:gd name="T4" fmla="*/ 29 w 33"/>
                <a:gd name="T5" fmla="*/ 8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7">
                  <a:moveTo>
                    <a:pt x="0" y="15"/>
                  </a:moveTo>
                  <a:cubicBezTo>
                    <a:pt x="13" y="27"/>
                    <a:pt x="19" y="1"/>
                    <a:pt x="28" y="0"/>
                  </a:cubicBezTo>
                  <a:cubicBezTo>
                    <a:pt x="33" y="11"/>
                    <a:pt x="17" y="20"/>
                    <a:pt x="7" y="20"/>
                  </a:cubicBezTo>
                </a:path>
              </a:pathLst>
            </a:custGeom>
            <a:solidFill>
              <a:srgbClr val="F19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21" name="Freeform 530">
              <a:extLst>
                <a:ext uri="{FF2B5EF4-FFF2-40B4-BE49-F238E27FC236}">
                  <a16:creationId xmlns:a16="http://schemas.microsoft.com/office/drawing/2014/main" id="{A1E1AD18-4CF5-4DA6-8A77-7193663E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869"/>
              <a:ext cx="50" cy="73"/>
            </a:xfrm>
            <a:custGeom>
              <a:avLst/>
              <a:gdLst>
                <a:gd name="T0" fmla="*/ 0 w 31"/>
                <a:gd name="T1" fmla="*/ 0 h 45"/>
                <a:gd name="T2" fmla="*/ 50 w 31"/>
                <a:gd name="T3" fmla="*/ 191 h 45"/>
                <a:gd name="T4" fmla="*/ 131 w 31"/>
                <a:gd name="T5" fmla="*/ 50 h 45"/>
                <a:gd name="T6" fmla="*/ 16 w 31"/>
                <a:gd name="T7" fmla="*/ 3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5">
                  <a:moveTo>
                    <a:pt x="0" y="0"/>
                  </a:moveTo>
                  <a:cubicBezTo>
                    <a:pt x="13" y="13"/>
                    <a:pt x="11" y="29"/>
                    <a:pt x="12" y="45"/>
                  </a:cubicBezTo>
                  <a:cubicBezTo>
                    <a:pt x="21" y="42"/>
                    <a:pt x="25" y="20"/>
                    <a:pt x="31" y="12"/>
                  </a:cubicBezTo>
                  <a:cubicBezTo>
                    <a:pt x="21" y="12"/>
                    <a:pt x="11" y="17"/>
                    <a:pt x="4" y="8"/>
                  </a:cubicBezTo>
                </a:path>
              </a:pathLst>
            </a:custGeom>
            <a:solidFill>
              <a:srgbClr val="F19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22" name="Oval 531">
              <a:extLst>
                <a:ext uri="{FF2B5EF4-FFF2-40B4-BE49-F238E27FC236}">
                  <a16:creationId xmlns:a16="http://schemas.microsoft.com/office/drawing/2014/main" id="{509DF0F6-FED1-4CC1-B779-B1D1D42BA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740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3" name="Oval 532">
              <a:extLst>
                <a:ext uri="{FF2B5EF4-FFF2-40B4-BE49-F238E27FC236}">
                  <a16:creationId xmlns:a16="http://schemas.microsoft.com/office/drawing/2014/main" id="{A340C368-F9B0-426F-AECF-E1C099377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5" y="171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4" name="Oval 533">
              <a:extLst>
                <a:ext uri="{FF2B5EF4-FFF2-40B4-BE49-F238E27FC236}">
                  <a16:creationId xmlns:a16="http://schemas.microsoft.com/office/drawing/2014/main" id="{70C3FEB8-C094-4BF5-B3D0-24D13C7FD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1797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5" name="Oval 534">
              <a:extLst>
                <a:ext uri="{FF2B5EF4-FFF2-40B4-BE49-F238E27FC236}">
                  <a16:creationId xmlns:a16="http://schemas.microsoft.com/office/drawing/2014/main" id="{F109C927-37EE-438E-A215-CA2FC5FA1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477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6" name="Oval 535">
              <a:extLst>
                <a:ext uri="{FF2B5EF4-FFF2-40B4-BE49-F238E27FC236}">
                  <a16:creationId xmlns:a16="http://schemas.microsoft.com/office/drawing/2014/main" id="{A1F9646C-18D0-40BA-9DEF-07F328228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" y="1232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7" name="Oval 536">
              <a:extLst>
                <a:ext uri="{FF2B5EF4-FFF2-40B4-BE49-F238E27FC236}">
                  <a16:creationId xmlns:a16="http://schemas.microsoft.com/office/drawing/2014/main" id="{8501CA0B-83E9-4929-9C8C-E62A6B179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3" y="175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8" name="Oval 537">
              <a:extLst>
                <a:ext uri="{FF2B5EF4-FFF2-40B4-BE49-F238E27FC236}">
                  <a16:creationId xmlns:a16="http://schemas.microsoft.com/office/drawing/2014/main" id="{CA33AFEF-224B-44CB-86A8-B04648344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6" y="1724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9" name="Oval 538">
              <a:extLst>
                <a:ext uri="{FF2B5EF4-FFF2-40B4-BE49-F238E27FC236}">
                  <a16:creationId xmlns:a16="http://schemas.microsoft.com/office/drawing/2014/main" id="{431090AB-72CA-494E-8414-EB797F39A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1993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0" name="Oval 539">
              <a:extLst>
                <a:ext uri="{FF2B5EF4-FFF2-40B4-BE49-F238E27FC236}">
                  <a16:creationId xmlns:a16="http://schemas.microsoft.com/office/drawing/2014/main" id="{72B5CF90-1D04-42D1-9CAD-4A4AD6D05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97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1" name="Oval 540">
              <a:extLst>
                <a:ext uri="{FF2B5EF4-FFF2-40B4-BE49-F238E27FC236}">
                  <a16:creationId xmlns:a16="http://schemas.microsoft.com/office/drawing/2014/main" id="{01438BC8-EE08-45FA-8A59-AE8637B10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2" y="1672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2" name="Oval 541">
              <a:extLst>
                <a:ext uri="{FF2B5EF4-FFF2-40B4-BE49-F238E27FC236}">
                  <a16:creationId xmlns:a16="http://schemas.microsoft.com/office/drawing/2014/main" id="{6B264482-1D71-4C65-A681-643569490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0" y="1634"/>
              <a:ext cx="12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3" name="Oval 542">
              <a:extLst>
                <a:ext uri="{FF2B5EF4-FFF2-40B4-BE49-F238E27FC236}">
                  <a16:creationId xmlns:a16="http://schemas.microsoft.com/office/drawing/2014/main" id="{2A2643D1-3514-46EB-AA82-AB20AEE6F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" y="2252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4" name="Oval 543">
              <a:extLst>
                <a:ext uri="{FF2B5EF4-FFF2-40B4-BE49-F238E27FC236}">
                  <a16:creationId xmlns:a16="http://schemas.microsoft.com/office/drawing/2014/main" id="{55625780-95F7-4516-9AF9-C799A3F48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239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5" name="Oval 544">
              <a:extLst>
                <a:ext uri="{FF2B5EF4-FFF2-40B4-BE49-F238E27FC236}">
                  <a16:creationId xmlns:a16="http://schemas.microsoft.com/office/drawing/2014/main" id="{3E2C4C0A-9A3D-4817-B322-44D3AF826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8" y="2455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6" name="Oval 545">
              <a:extLst>
                <a:ext uri="{FF2B5EF4-FFF2-40B4-BE49-F238E27FC236}">
                  <a16:creationId xmlns:a16="http://schemas.microsoft.com/office/drawing/2014/main" id="{AF45140E-BA9C-43AC-9642-FE86B4874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" y="2429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7" name="Oval 546">
              <a:extLst>
                <a:ext uri="{FF2B5EF4-FFF2-40B4-BE49-F238E27FC236}">
                  <a16:creationId xmlns:a16="http://schemas.microsoft.com/office/drawing/2014/main" id="{117DD468-CFFC-4A3A-837E-A58007011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1898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8" name="Oval 547">
              <a:extLst>
                <a:ext uri="{FF2B5EF4-FFF2-40B4-BE49-F238E27FC236}">
                  <a16:creationId xmlns:a16="http://schemas.microsoft.com/office/drawing/2014/main" id="{7DFD4280-E7EB-4B48-8051-5BA32AD7A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0" y="188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9" name="Oval 548">
              <a:extLst>
                <a:ext uri="{FF2B5EF4-FFF2-40B4-BE49-F238E27FC236}">
                  <a16:creationId xmlns:a16="http://schemas.microsoft.com/office/drawing/2014/main" id="{0E097723-7189-4EDC-8416-4B69B1BD1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6" y="1471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0" name="Oval 549">
              <a:extLst>
                <a:ext uri="{FF2B5EF4-FFF2-40B4-BE49-F238E27FC236}">
                  <a16:creationId xmlns:a16="http://schemas.microsoft.com/office/drawing/2014/main" id="{C278E4BF-1E83-4843-B8D2-483E62091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1430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1" name="Oval 550">
              <a:extLst>
                <a:ext uri="{FF2B5EF4-FFF2-40B4-BE49-F238E27FC236}">
                  <a16:creationId xmlns:a16="http://schemas.microsoft.com/office/drawing/2014/main" id="{D61AE719-53CE-4D53-B5DA-54D1462BC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4" y="990"/>
              <a:ext cx="31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2" name="Oval 551">
              <a:extLst>
                <a:ext uri="{FF2B5EF4-FFF2-40B4-BE49-F238E27FC236}">
                  <a16:creationId xmlns:a16="http://schemas.microsoft.com/office/drawing/2014/main" id="{6FEEADFE-A1DF-4659-980A-EFAC9F145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99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3" name="Oval 552">
              <a:extLst>
                <a:ext uri="{FF2B5EF4-FFF2-40B4-BE49-F238E27FC236}">
                  <a16:creationId xmlns:a16="http://schemas.microsoft.com/office/drawing/2014/main" id="{0810A8A9-612C-4369-833D-FFD05F2C8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5" y="2689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4" name="Oval 553">
              <a:extLst>
                <a:ext uri="{FF2B5EF4-FFF2-40B4-BE49-F238E27FC236}">
                  <a16:creationId xmlns:a16="http://schemas.microsoft.com/office/drawing/2014/main" id="{A97FC8C0-611B-45E5-8661-1B3ABA0B1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2623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5" name="Freeform 554">
              <a:extLst>
                <a:ext uri="{FF2B5EF4-FFF2-40B4-BE49-F238E27FC236}">
                  <a16:creationId xmlns:a16="http://schemas.microsoft.com/office/drawing/2014/main" id="{1E5C4B5E-00CB-41A4-93D9-F21D33628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785"/>
              <a:ext cx="501" cy="860"/>
            </a:xfrm>
            <a:custGeom>
              <a:avLst/>
              <a:gdLst>
                <a:gd name="T0" fmla="*/ 204 w 310"/>
                <a:gd name="T1" fmla="*/ 0 h 533"/>
                <a:gd name="T2" fmla="*/ 81 w 310"/>
                <a:gd name="T3" fmla="*/ 171 h 533"/>
                <a:gd name="T4" fmla="*/ 81 w 310"/>
                <a:gd name="T5" fmla="*/ 344 h 533"/>
                <a:gd name="T6" fmla="*/ 514 w 310"/>
                <a:gd name="T7" fmla="*/ 925 h 533"/>
                <a:gd name="T8" fmla="*/ 726 w 310"/>
                <a:gd name="T9" fmla="*/ 1299 h 533"/>
                <a:gd name="T10" fmla="*/ 890 w 310"/>
                <a:gd name="T11" fmla="*/ 1596 h 533"/>
                <a:gd name="T12" fmla="*/ 1026 w 310"/>
                <a:gd name="T13" fmla="*/ 1930 h 533"/>
                <a:gd name="T14" fmla="*/ 1238 w 310"/>
                <a:gd name="T15" fmla="*/ 2122 h 533"/>
                <a:gd name="T16" fmla="*/ 1207 w 310"/>
                <a:gd name="T17" fmla="*/ 1731 h 533"/>
                <a:gd name="T18" fmla="*/ 1084 w 310"/>
                <a:gd name="T19" fmla="*/ 1452 h 533"/>
                <a:gd name="T20" fmla="*/ 794 w 310"/>
                <a:gd name="T21" fmla="*/ 895 h 533"/>
                <a:gd name="T22" fmla="*/ 507 w 310"/>
                <a:gd name="T23" fmla="*/ 411 h 533"/>
                <a:gd name="T24" fmla="*/ 364 w 310"/>
                <a:gd name="T25" fmla="*/ 200 h 533"/>
                <a:gd name="T26" fmla="*/ 215 w 310"/>
                <a:gd name="T27" fmla="*/ 34 h 5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0" h="533">
                  <a:moveTo>
                    <a:pt x="48" y="0"/>
                  </a:moveTo>
                  <a:cubicBezTo>
                    <a:pt x="48" y="19"/>
                    <a:pt x="32" y="31"/>
                    <a:pt x="19" y="41"/>
                  </a:cubicBezTo>
                  <a:cubicBezTo>
                    <a:pt x="0" y="56"/>
                    <a:pt x="4" y="62"/>
                    <a:pt x="19" y="82"/>
                  </a:cubicBezTo>
                  <a:cubicBezTo>
                    <a:pt x="54" y="127"/>
                    <a:pt x="88" y="173"/>
                    <a:pt x="122" y="220"/>
                  </a:cubicBezTo>
                  <a:cubicBezTo>
                    <a:pt x="142" y="247"/>
                    <a:pt x="155" y="280"/>
                    <a:pt x="172" y="309"/>
                  </a:cubicBezTo>
                  <a:cubicBezTo>
                    <a:pt x="185" y="333"/>
                    <a:pt x="201" y="355"/>
                    <a:pt x="211" y="380"/>
                  </a:cubicBezTo>
                  <a:cubicBezTo>
                    <a:pt x="222" y="406"/>
                    <a:pt x="233" y="433"/>
                    <a:pt x="243" y="459"/>
                  </a:cubicBezTo>
                  <a:cubicBezTo>
                    <a:pt x="250" y="476"/>
                    <a:pt x="272" y="533"/>
                    <a:pt x="293" y="505"/>
                  </a:cubicBezTo>
                  <a:cubicBezTo>
                    <a:pt x="310" y="482"/>
                    <a:pt x="294" y="436"/>
                    <a:pt x="286" y="412"/>
                  </a:cubicBezTo>
                  <a:cubicBezTo>
                    <a:pt x="278" y="390"/>
                    <a:pt x="267" y="367"/>
                    <a:pt x="257" y="346"/>
                  </a:cubicBezTo>
                  <a:cubicBezTo>
                    <a:pt x="235" y="300"/>
                    <a:pt x="213" y="256"/>
                    <a:pt x="188" y="213"/>
                  </a:cubicBezTo>
                  <a:cubicBezTo>
                    <a:pt x="166" y="175"/>
                    <a:pt x="142" y="136"/>
                    <a:pt x="120" y="98"/>
                  </a:cubicBezTo>
                  <a:cubicBezTo>
                    <a:pt x="110" y="80"/>
                    <a:pt x="100" y="63"/>
                    <a:pt x="86" y="48"/>
                  </a:cubicBezTo>
                  <a:cubicBezTo>
                    <a:pt x="74" y="36"/>
                    <a:pt x="57" y="24"/>
                    <a:pt x="51" y="8"/>
                  </a:cubicBezTo>
                </a:path>
              </a:pathLst>
            </a:custGeom>
            <a:solidFill>
              <a:srgbClr val="19B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46" name="Freeform 555">
              <a:extLst>
                <a:ext uri="{FF2B5EF4-FFF2-40B4-BE49-F238E27FC236}">
                  <a16:creationId xmlns:a16="http://schemas.microsoft.com/office/drawing/2014/main" id="{81F74B5E-DDE6-4268-97E1-72115560E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340"/>
              <a:ext cx="557" cy="1280"/>
            </a:xfrm>
            <a:custGeom>
              <a:avLst/>
              <a:gdLst>
                <a:gd name="T0" fmla="*/ 0 w 345"/>
                <a:gd name="T1" fmla="*/ 157 h 793"/>
                <a:gd name="T2" fmla="*/ 207 w 345"/>
                <a:gd name="T3" fmla="*/ 734 h 793"/>
                <a:gd name="T4" fmla="*/ 391 w 345"/>
                <a:gd name="T5" fmla="*/ 1401 h 793"/>
                <a:gd name="T6" fmla="*/ 665 w 345"/>
                <a:gd name="T7" fmla="*/ 2371 h 793"/>
                <a:gd name="T8" fmla="*/ 802 w 345"/>
                <a:gd name="T9" fmla="*/ 2733 h 793"/>
                <a:gd name="T10" fmla="*/ 964 w 345"/>
                <a:gd name="T11" fmla="*/ 2981 h 793"/>
                <a:gd name="T12" fmla="*/ 1233 w 345"/>
                <a:gd name="T13" fmla="*/ 3319 h 793"/>
                <a:gd name="T14" fmla="*/ 1397 w 345"/>
                <a:gd name="T15" fmla="*/ 3068 h 793"/>
                <a:gd name="T16" fmla="*/ 1069 w 345"/>
                <a:gd name="T17" fmla="*/ 2491 h 793"/>
                <a:gd name="T18" fmla="*/ 733 w 345"/>
                <a:gd name="T19" fmla="*/ 1834 h 793"/>
                <a:gd name="T20" fmla="*/ 551 w 345"/>
                <a:gd name="T21" fmla="*/ 1132 h 793"/>
                <a:gd name="T22" fmla="*/ 404 w 345"/>
                <a:gd name="T23" fmla="*/ 581 h 793"/>
                <a:gd name="T24" fmla="*/ 268 w 345"/>
                <a:gd name="T25" fmla="*/ 307 h 793"/>
                <a:gd name="T26" fmla="*/ 110 w 345"/>
                <a:gd name="T27" fmla="*/ 0 h 7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5" h="793">
                  <a:moveTo>
                    <a:pt x="0" y="37"/>
                  </a:moveTo>
                  <a:cubicBezTo>
                    <a:pt x="23" y="80"/>
                    <a:pt x="35" y="129"/>
                    <a:pt x="49" y="175"/>
                  </a:cubicBezTo>
                  <a:cubicBezTo>
                    <a:pt x="65" y="228"/>
                    <a:pt x="80" y="280"/>
                    <a:pt x="93" y="333"/>
                  </a:cubicBezTo>
                  <a:cubicBezTo>
                    <a:pt x="113" y="412"/>
                    <a:pt x="128" y="489"/>
                    <a:pt x="158" y="564"/>
                  </a:cubicBezTo>
                  <a:cubicBezTo>
                    <a:pt x="169" y="593"/>
                    <a:pt x="177" y="622"/>
                    <a:pt x="191" y="650"/>
                  </a:cubicBezTo>
                  <a:cubicBezTo>
                    <a:pt x="201" y="671"/>
                    <a:pt x="216" y="689"/>
                    <a:pt x="229" y="709"/>
                  </a:cubicBezTo>
                  <a:cubicBezTo>
                    <a:pt x="242" y="730"/>
                    <a:pt x="265" y="785"/>
                    <a:pt x="293" y="789"/>
                  </a:cubicBezTo>
                  <a:cubicBezTo>
                    <a:pt x="321" y="793"/>
                    <a:pt x="345" y="754"/>
                    <a:pt x="332" y="730"/>
                  </a:cubicBezTo>
                  <a:cubicBezTo>
                    <a:pt x="307" y="684"/>
                    <a:pt x="282" y="636"/>
                    <a:pt x="254" y="592"/>
                  </a:cubicBezTo>
                  <a:cubicBezTo>
                    <a:pt x="223" y="542"/>
                    <a:pt x="192" y="493"/>
                    <a:pt x="174" y="436"/>
                  </a:cubicBezTo>
                  <a:cubicBezTo>
                    <a:pt x="157" y="381"/>
                    <a:pt x="144" y="325"/>
                    <a:pt x="131" y="269"/>
                  </a:cubicBezTo>
                  <a:cubicBezTo>
                    <a:pt x="120" y="226"/>
                    <a:pt x="116" y="178"/>
                    <a:pt x="96" y="138"/>
                  </a:cubicBezTo>
                  <a:cubicBezTo>
                    <a:pt x="85" y="117"/>
                    <a:pt x="75" y="94"/>
                    <a:pt x="64" y="73"/>
                  </a:cubicBezTo>
                  <a:cubicBezTo>
                    <a:pt x="52" y="51"/>
                    <a:pt x="29" y="25"/>
                    <a:pt x="26" y="0"/>
                  </a:cubicBezTo>
                </a:path>
              </a:pathLst>
            </a:custGeom>
            <a:solidFill>
              <a:srgbClr val="19B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47" name="Freeform 556">
              <a:extLst>
                <a:ext uri="{FF2B5EF4-FFF2-40B4-BE49-F238E27FC236}">
                  <a16:creationId xmlns:a16="http://schemas.microsoft.com/office/drawing/2014/main" id="{2117104A-23BD-4D07-8B78-6CCD34218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474"/>
              <a:ext cx="576" cy="624"/>
            </a:xfrm>
            <a:custGeom>
              <a:avLst/>
              <a:gdLst>
                <a:gd name="T0" fmla="*/ 945 w 357"/>
                <a:gd name="T1" fmla="*/ 0 h 387"/>
                <a:gd name="T2" fmla="*/ 960 w 357"/>
                <a:gd name="T3" fmla="*/ 322 h 387"/>
                <a:gd name="T4" fmla="*/ 807 w 357"/>
                <a:gd name="T5" fmla="*/ 492 h 387"/>
                <a:gd name="T6" fmla="*/ 437 w 357"/>
                <a:gd name="T7" fmla="*/ 374 h 387"/>
                <a:gd name="T8" fmla="*/ 253 w 357"/>
                <a:gd name="T9" fmla="*/ 276 h 387"/>
                <a:gd name="T10" fmla="*/ 84 w 357"/>
                <a:gd name="T11" fmla="*/ 319 h 387"/>
                <a:gd name="T12" fmla="*/ 315 w 357"/>
                <a:gd name="T13" fmla="*/ 655 h 387"/>
                <a:gd name="T14" fmla="*/ 105 w 357"/>
                <a:gd name="T15" fmla="*/ 1082 h 387"/>
                <a:gd name="T16" fmla="*/ 211 w 357"/>
                <a:gd name="T17" fmla="*/ 1177 h 387"/>
                <a:gd name="T18" fmla="*/ 403 w 357"/>
                <a:gd name="T19" fmla="*/ 993 h 387"/>
                <a:gd name="T20" fmla="*/ 874 w 357"/>
                <a:gd name="T21" fmla="*/ 734 h 387"/>
                <a:gd name="T22" fmla="*/ 1150 w 357"/>
                <a:gd name="T23" fmla="*/ 1027 h 387"/>
                <a:gd name="T24" fmla="*/ 1460 w 357"/>
                <a:gd name="T25" fmla="*/ 1622 h 387"/>
                <a:gd name="T26" fmla="*/ 1409 w 357"/>
                <a:gd name="T27" fmla="*/ 1240 h 387"/>
                <a:gd name="T28" fmla="*/ 1354 w 357"/>
                <a:gd name="T29" fmla="*/ 951 h 387"/>
                <a:gd name="T30" fmla="*/ 1341 w 357"/>
                <a:gd name="T31" fmla="*/ 774 h 3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7" h="387">
                  <a:moveTo>
                    <a:pt x="225" y="0"/>
                  </a:moveTo>
                  <a:cubicBezTo>
                    <a:pt x="240" y="15"/>
                    <a:pt x="236" y="58"/>
                    <a:pt x="229" y="77"/>
                  </a:cubicBezTo>
                  <a:cubicBezTo>
                    <a:pt x="223" y="95"/>
                    <a:pt x="212" y="112"/>
                    <a:pt x="192" y="117"/>
                  </a:cubicBezTo>
                  <a:cubicBezTo>
                    <a:pt x="160" y="125"/>
                    <a:pt x="130" y="104"/>
                    <a:pt x="104" y="89"/>
                  </a:cubicBezTo>
                  <a:cubicBezTo>
                    <a:pt x="90" y="81"/>
                    <a:pt x="76" y="73"/>
                    <a:pt x="60" y="66"/>
                  </a:cubicBezTo>
                  <a:cubicBezTo>
                    <a:pt x="40" y="58"/>
                    <a:pt x="32" y="55"/>
                    <a:pt x="20" y="76"/>
                  </a:cubicBezTo>
                  <a:cubicBezTo>
                    <a:pt x="0" y="111"/>
                    <a:pt x="65" y="123"/>
                    <a:pt x="75" y="156"/>
                  </a:cubicBezTo>
                  <a:cubicBezTo>
                    <a:pt x="88" y="198"/>
                    <a:pt x="36" y="225"/>
                    <a:pt x="25" y="258"/>
                  </a:cubicBezTo>
                  <a:cubicBezTo>
                    <a:pt x="19" y="277"/>
                    <a:pt x="32" y="288"/>
                    <a:pt x="50" y="281"/>
                  </a:cubicBezTo>
                  <a:cubicBezTo>
                    <a:pt x="67" y="273"/>
                    <a:pt x="83" y="251"/>
                    <a:pt x="96" y="237"/>
                  </a:cubicBezTo>
                  <a:cubicBezTo>
                    <a:pt x="123" y="209"/>
                    <a:pt x="165" y="163"/>
                    <a:pt x="208" y="175"/>
                  </a:cubicBezTo>
                  <a:cubicBezTo>
                    <a:pt x="243" y="184"/>
                    <a:pt x="262" y="214"/>
                    <a:pt x="274" y="245"/>
                  </a:cubicBezTo>
                  <a:cubicBezTo>
                    <a:pt x="293" y="293"/>
                    <a:pt x="313" y="351"/>
                    <a:pt x="348" y="387"/>
                  </a:cubicBezTo>
                  <a:cubicBezTo>
                    <a:pt x="357" y="360"/>
                    <a:pt x="341" y="322"/>
                    <a:pt x="335" y="296"/>
                  </a:cubicBezTo>
                  <a:cubicBezTo>
                    <a:pt x="329" y="273"/>
                    <a:pt x="324" y="251"/>
                    <a:pt x="322" y="227"/>
                  </a:cubicBezTo>
                  <a:cubicBezTo>
                    <a:pt x="321" y="214"/>
                    <a:pt x="323" y="198"/>
                    <a:pt x="319" y="185"/>
                  </a:cubicBezTo>
                </a:path>
              </a:pathLst>
            </a:custGeom>
            <a:solidFill>
              <a:srgbClr val="19B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48" name="Freeform 557">
              <a:extLst>
                <a:ext uri="{FF2B5EF4-FFF2-40B4-BE49-F238E27FC236}">
                  <a16:creationId xmlns:a16="http://schemas.microsoft.com/office/drawing/2014/main" id="{2A524A8C-F8FB-453D-A414-7D29476D2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893"/>
              <a:ext cx="139" cy="362"/>
            </a:xfrm>
            <a:custGeom>
              <a:avLst/>
              <a:gdLst>
                <a:gd name="T0" fmla="*/ 0 w 86"/>
                <a:gd name="T1" fmla="*/ 0 h 224"/>
                <a:gd name="T2" fmla="*/ 364 w 86"/>
                <a:gd name="T3" fmla="*/ 945 h 224"/>
                <a:gd name="T4" fmla="*/ 233 w 86"/>
                <a:gd name="T5" fmla="*/ 514 h 224"/>
                <a:gd name="T6" fmla="*/ 102 w 86"/>
                <a:gd name="T7" fmla="*/ 123 h 2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224">
                  <a:moveTo>
                    <a:pt x="0" y="0"/>
                  </a:moveTo>
                  <a:cubicBezTo>
                    <a:pt x="19" y="75"/>
                    <a:pt x="37" y="161"/>
                    <a:pt x="86" y="224"/>
                  </a:cubicBezTo>
                  <a:cubicBezTo>
                    <a:pt x="82" y="190"/>
                    <a:pt x="65" y="155"/>
                    <a:pt x="55" y="122"/>
                  </a:cubicBezTo>
                  <a:cubicBezTo>
                    <a:pt x="46" y="90"/>
                    <a:pt x="38" y="60"/>
                    <a:pt x="24" y="29"/>
                  </a:cubicBezTo>
                </a:path>
              </a:pathLst>
            </a:custGeom>
            <a:solidFill>
              <a:srgbClr val="19B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49" name="Freeform 558">
              <a:extLst>
                <a:ext uri="{FF2B5EF4-FFF2-40B4-BE49-F238E27FC236}">
                  <a16:creationId xmlns:a16="http://schemas.microsoft.com/office/drawing/2014/main" id="{92DAB252-38FC-4769-BD81-501B8E77B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204"/>
              <a:ext cx="389" cy="504"/>
            </a:xfrm>
            <a:custGeom>
              <a:avLst/>
              <a:gdLst>
                <a:gd name="T0" fmla="*/ 211 w 241"/>
                <a:gd name="T1" fmla="*/ 194 h 312"/>
                <a:gd name="T2" fmla="*/ 334 w 241"/>
                <a:gd name="T3" fmla="*/ 594 h 312"/>
                <a:gd name="T4" fmla="*/ 211 w 241"/>
                <a:gd name="T5" fmla="*/ 720 h 312"/>
                <a:gd name="T6" fmla="*/ 39 w 241"/>
                <a:gd name="T7" fmla="*/ 793 h 312"/>
                <a:gd name="T8" fmla="*/ 123 w 241"/>
                <a:gd name="T9" fmla="*/ 945 h 312"/>
                <a:gd name="T10" fmla="*/ 179 w 241"/>
                <a:gd name="T11" fmla="*/ 1116 h 312"/>
                <a:gd name="T12" fmla="*/ 200 w 241"/>
                <a:gd name="T13" fmla="*/ 1281 h 312"/>
                <a:gd name="T14" fmla="*/ 336 w 241"/>
                <a:gd name="T15" fmla="*/ 1286 h 312"/>
                <a:gd name="T16" fmla="*/ 508 w 241"/>
                <a:gd name="T17" fmla="*/ 974 h 312"/>
                <a:gd name="T18" fmla="*/ 649 w 241"/>
                <a:gd name="T19" fmla="*/ 1034 h 312"/>
                <a:gd name="T20" fmla="*/ 823 w 241"/>
                <a:gd name="T21" fmla="*/ 1192 h 312"/>
                <a:gd name="T22" fmla="*/ 967 w 241"/>
                <a:gd name="T23" fmla="*/ 1179 h 312"/>
                <a:gd name="T24" fmla="*/ 967 w 241"/>
                <a:gd name="T25" fmla="*/ 1047 h 312"/>
                <a:gd name="T26" fmla="*/ 670 w 241"/>
                <a:gd name="T27" fmla="*/ 793 h 312"/>
                <a:gd name="T28" fmla="*/ 484 w 241"/>
                <a:gd name="T29" fmla="*/ 368 h 312"/>
                <a:gd name="T30" fmla="*/ 234 w 241"/>
                <a:gd name="T31" fmla="*/ 191 h 3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41" h="312">
                  <a:moveTo>
                    <a:pt x="50" y="46"/>
                  </a:moveTo>
                  <a:cubicBezTo>
                    <a:pt x="64" y="72"/>
                    <a:pt x="92" y="110"/>
                    <a:pt x="79" y="141"/>
                  </a:cubicBezTo>
                  <a:cubicBezTo>
                    <a:pt x="75" y="152"/>
                    <a:pt x="61" y="164"/>
                    <a:pt x="50" y="171"/>
                  </a:cubicBezTo>
                  <a:cubicBezTo>
                    <a:pt x="40" y="177"/>
                    <a:pt x="15" y="178"/>
                    <a:pt x="9" y="188"/>
                  </a:cubicBezTo>
                  <a:cubicBezTo>
                    <a:pt x="0" y="203"/>
                    <a:pt x="21" y="216"/>
                    <a:pt x="29" y="224"/>
                  </a:cubicBezTo>
                  <a:cubicBezTo>
                    <a:pt x="41" y="236"/>
                    <a:pt x="43" y="248"/>
                    <a:pt x="43" y="265"/>
                  </a:cubicBezTo>
                  <a:cubicBezTo>
                    <a:pt x="43" y="278"/>
                    <a:pt x="37" y="294"/>
                    <a:pt x="48" y="304"/>
                  </a:cubicBezTo>
                  <a:cubicBezTo>
                    <a:pt x="57" y="312"/>
                    <a:pt x="72" y="312"/>
                    <a:pt x="80" y="305"/>
                  </a:cubicBezTo>
                  <a:cubicBezTo>
                    <a:pt x="99" y="287"/>
                    <a:pt x="95" y="243"/>
                    <a:pt x="121" y="231"/>
                  </a:cubicBezTo>
                  <a:cubicBezTo>
                    <a:pt x="134" y="225"/>
                    <a:pt x="145" y="237"/>
                    <a:pt x="154" y="245"/>
                  </a:cubicBezTo>
                  <a:cubicBezTo>
                    <a:pt x="167" y="259"/>
                    <a:pt x="181" y="271"/>
                    <a:pt x="196" y="283"/>
                  </a:cubicBezTo>
                  <a:cubicBezTo>
                    <a:pt x="216" y="299"/>
                    <a:pt x="218" y="301"/>
                    <a:pt x="230" y="280"/>
                  </a:cubicBezTo>
                  <a:cubicBezTo>
                    <a:pt x="238" y="265"/>
                    <a:pt x="241" y="263"/>
                    <a:pt x="230" y="248"/>
                  </a:cubicBezTo>
                  <a:cubicBezTo>
                    <a:pt x="212" y="224"/>
                    <a:pt x="180" y="210"/>
                    <a:pt x="159" y="188"/>
                  </a:cubicBezTo>
                  <a:cubicBezTo>
                    <a:pt x="133" y="160"/>
                    <a:pt x="125" y="122"/>
                    <a:pt x="115" y="87"/>
                  </a:cubicBezTo>
                  <a:cubicBezTo>
                    <a:pt x="109" y="66"/>
                    <a:pt x="83" y="0"/>
                    <a:pt x="56" y="45"/>
                  </a:cubicBezTo>
                </a:path>
              </a:pathLst>
            </a:custGeom>
            <a:solidFill>
              <a:srgbClr val="19B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50" name="Freeform 559">
              <a:extLst>
                <a:ext uri="{FF2B5EF4-FFF2-40B4-BE49-F238E27FC236}">
                  <a16:creationId xmlns:a16="http://schemas.microsoft.com/office/drawing/2014/main" id="{19F340F7-46A8-4299-AC11-A0E800FC8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848"/>
              <a:ext cx="504" cy="554"/>
            </a:xfrm>
            <a:custGeom>
              <a:avLst/>
              <a:gdLst>
                <a:gd name="T0" fmla="*/ 1239 w 312"/>
                <a:gd name="T1" fmla="*/ 0 h 343"/>
                <a:gd name="T2" fmla="*/ 885 w 312"/>
                <a:gd name="T3" fmla="*/ 454 h 343"/>
                <a:gd name="T4" fmla="*/ 751 w 312"/>
                <a:gd name="T5" fmla="*/ 683 h 343"/>
                <a:gd name="T6" fmla="*/ 598 w 312"/>
                <a:gd name="T7" fmla="*/ 892 h 343"/>
                <a:gd name="T8" fmla="*/ 309 w 312"/>
                <a:gd name="T9" fmla="*/ 1132 h 343"/>
                <a:gd name="T10" fmla="*/ 115 w 312"/>
                <a:gd name="T11" fmla="*/ 1158 h 343"/>
                <a:gd name="T12" fmla="*/ 5 w 312"/>
                <a:gd name="T13" fmla="*/ 1179 h 343"/>
                <a:gd name="T14" fmla="*/ 68 w 312"/>
                <a:gd name="T15" fmla="*/ 1344 h 343"/>
                <a:gd name="T16" fmla="*/ 157 w 312"/>
                <a:gd name="T17" fmla="*/ 1365 h 343"/>
                <a:gd name="T18" fmla="*/ 548 w 312"/>
                <a:gd name="T19" fmla="*/ 1200 h 343"/>
                <a:gd name="T20" fmla="*/ 992 w 312"/>
                <a:gd name="T21" fmla="*/ 783 h 343"/>
                <a:gd name="T22" fmla="*/ 1247 w 312"/>
                <a:gd name="T23" fmla="*/ 207 h 343"/>
                <a:gd name="T24" fmla="*/ 1315 w 312"/>
                <a:gd name="T25" fmla="*/ 139 h 3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2" h="343">
                  <a:moveTo>
                    <a:pt x="294" y="0"/>
                  </a:moveTo>
                  <a:cubicBezTo>
                    <a:pt x="264" y="31"/>
                    <a:pt x="236" y="73"/>
                    <a:pt x="210" y="108"/>
                  </a:cubicBezTo>
                  <a:cubicBezTo>
                    <a:pt x="197" y="124"/>
                    <a:pt x="188" y="143"/>
                    <a:pt x="178" y="162"/>
                  </a:cubicBezTo>
                  <a:cubicBezTo>
                    <a:pt x="169" y="181"/>
                    <a:pt x="156" y="195"/>
                    <a:pt x="142" y="212"/>
                  </a:cubicBezTo>
                  <a:cubicBezTo>
                    <a:pt x="121" y="236"/>
                    <a:pt x="104" y="256"/>
                    <a:pt x="73" y="269"/>
                  </a:cubicBezTo>
                  <a:cubicBezTo>
                    <a:pt x="60" y="275"/>
                    <a:pt x="42" y="278"/>
                    <a:pt x="27" y="275"/>
                  </a:cubicBezTo>
                  <a:cubicBezTo>
                    <a:pt x="14" y="272"/>
                    <a:pt x="0" y="258"/>
                    <a:pt x="1" y="280"/>
                  </a:cubicBezTo>
                  <a:cubicBezTo>
                    <a:pt x="2" y="294"/>
                    <a:pt x="12" y="306"/>
                    <a:pt x="16" y="319"/>
                  </a:cubicBezTo>
                  <a:cubicBezTo>
                    <a:pt x="22" y="343"/>
                    <a:pt x="20" y="337"/>
                    <a:pt x="37" y="324"/>
                  </a:cubicBezTo>
                  <a:cubicBezTo>
                    <a:pt x="62" y="304"/>
                    <a:pt x="101" y="300"/>
                    <a:pt x="130" y="285"/>
                  </a:cubicBezTo>
                  <a:cubicBezTo>
                    <a:pt x="172" y="263"/>
                    <a:pt x="212" y="227"/>
                    <a:pt x="235" y="186"/>
                  </a:cubicBezTo>
                  <a:cubicBezTo>
                    <a:pt x="258" y="142"/>
                    <a:pt x="267" y="91"/>
                    <a:pt x="296" y="49"/>
                  </a:cubicBezTo>
                  <a:cubicBezTo>
                    <a:pt x="300" y="43"/>
                    <a:pt x="308" y="37"/>
                    <a:pt x="312" y="33"/>
                  </a:cubicBezTo>
                </a:path>
              </a:pathLst>
            </a:custGeom>
            <a:solidFill>
              <a:srgbClr val="19B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51" name="Freeform 560">
              <a:extLst>
                <a:ext uri="{FF2B5EF4-FFF2-40B4-BE49-F238E27FC236}">
                  <a16:creationId xmlns:a16="http://schemas.microsoft.com/office/drawing/2014/main" id="{8F7C6D4C-FECE-4D9A-8111-324033834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564"/>
              <a:ext cx="452" cy="623"/>
            </a:xfrm>
            <a:custGeom>
              <a:avLst/>
              <a:gdLst>
                <a:gd name="T0" fmla="*/ 1001 w 280"/>
                <a:gd name="T1" fmla="*/ 115 h 386"/>
                <a:gd name="T2" fmla="*/ 802 w 280"/>
                <a:gd name="T3" fmla="*/ 684 h 386"/>
                <a:gd name="T4" fmla="*/ 891 w 280"/>
                <a:gd name="T5" fmla="*/ 1096 h 386"/>
                <a:gd name="T6" fmla="*/ 1056 w 280"/>
                <a:gd name="T7" fmla="*/ 1096 h 386"/>
                <a:gd name="T8" fmla="*/ 1119 w 280"/>
                <a:gd name="T9" fmla="*/ 1185 h 386"/>
                <a:gd name="T10" fmla="*/ 954 w 280"/>
                <a:gd name="T11" fmla="*/ 1446 h 386"/>
                <a:gd name="T12" fmla="*/ 815 w 280"/>
                <a:gd name="T13" fmla="*/ 1624 h 386"/>
                <a:gd name="T14" fmla="*/ 802 w 280"/>
                <a:gd name="T15" fmla="*/ 1341 h 386"/>
                <a:gd name="T16" fmla="*/ 644 w 280"/>
                <a:gd name="T17" fmla="*/ 1240 h 386"/>
                <a:gd name="T18" fmla="*/ 260 w 280"/>
                <a:gd name="T19" fmla="*/ 1248 h 386"/>
                <a:gd name="T20" fmla="*/ 118 w 280"/>
                <a:gd name="T21" fmla="*/ 1240 h 386"/>
                <a:gd name="T22" fmla="*/ 124 w 280"/>
                <a:gd name="T23" fmla="*/ 1130 h 386"/>
                <a:gd name="T24" fmla="*/ 71 w 280"/>
                <a:gd name="T25" fmla="*/ 1056 h 386"/>
                <a:gd name="T26" fmla="*/ 224 w 280"/>
                <a:gd name="T27" fmla="*/ 904 h 386"/>
                <a:gd name="T28" fmla="*/ 404 w 280"/>
                <a:gd name="T29" fmla="*/ 1083 h 386"/>
                <a:gd name="T30" fmla="*/ 605 w 280"/>
                <a:gd name="T31" fmla="*/ 794 h 386"/>
                <a:gd name="T32" fmla="*/ 844 w 280"/>
                <a:gd name="T33" fmla="*/ 0 h 38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80" h="386">
                  <a:moveTo>
                    <a:pt x="238" y="27"/>
                  </a:moveTo>
                  <a:cubicBezTo>
                    <a:pt x="219" y="71"/>
                    <a:pt x="202" y="117"/>
                    <a:pt x="191" y="163"/>
                  </a:cubicBezTo>
                  <a:cubicBezTo>
                    <a:pt x="183" y="199"/>
                    <a:pt x="172" y="241"/>
                    <a:pt x="212" y="261"/>
                  </a:cubicBezTo>
                  <a:cubicBezTo>
                    <a:pt x="226" y="268"/>
                    <a:pt x="235" y="265"/>
                    <a:pt x="251" y="261"/>
                  </a:cubicBezTo>
                  <a:cubicBezTo>
                    <a:pt x="275" y="254"/>
                    <a:pt x="280" y="259"/>
                    <a:pt x="266" y="282"/>
                  </a:cubicBezTo>
                  <a:cubicBezTo>
                    <a:pt x="253" y="303"/>
                    <a:pt x="239" y="323"/>
                    <a:pt x="227" y="344"/>
                  </a:cubicBezTo>
                  <a:cubicBezTo>
                    <a:pt x="218" y="358"/>
                    <a:pt x="210" y="378"/>
                    <a:pt x="194" y="386"/>
                  </a:cubicBezTo>
                  <a:cubicBezTo>
                    <a:pt x="190" y="362"/>
                    <a:pt x="207" y="344"/>
                    <a:pt x="191" y="319"/>
                  </a:cubicBezTo>
                  <a:cubicBezTo>
                    <a:pt x="182" y="305"/>
                    <a:pt x="170" y="299"/>
                    <a:pt x="153" y="295"/>
                  </a:cubicBezTo>
                  <a:cubicBezTo>
                    <a:pt x="123" y="287"/>
                    <a:pt x="92" y="293"/>
                    <a:pt x="62" y="297"/>
                  </a:cubicBezTo>
                  <a:cubicBezTo>
                    <a:pt x="49" y="298"/>
                    <a:pt x="33" y="309"/>
                    <a:pt x="28" y="295"/>
                  </a:cubicBezTo>
                  <a:cubicBezTo>
                    <a:pt x="25" y="288"/>
                    <a:pt x="32" y="277"/>
                    <a:pt x="30" y="269"/>
                  </a:cubicBezTo>
                  <a:cubicBezTo>
                    <a:pt x="27" y="259"/>
                    <a:pt x="22" y="259"/>
                    <a:pt x="17" y="251"/>
                  </a:cubicBezTo>
                  <a:cubicBezTo>
                    <a:pt x="0" y="224"/>
                    <a:pt x="27" y="186"/>
                    <a:pt x="53" y="215"/>
                  </a:cubicBezTo>
                  <a:cubicBezTo>
                    <a:pt x="66" y="231"/>
                    <a:pt x="71" y="255"/>
                    <a:pt x="96" y="258"/>
                  </a:cubicBezTo>
                  <a:cubicBezTo>
                    <a:pt x="129" y="260"/>
                    <a:pt x="140" y="213"/>
                    <a:pt x="144" y="189"/>
                  </a:cubicBezTo>
                  <a:cubicBezTo>
                    <a:pt x="155" y="131"/>
                    <a:pt x="154" y="43"/>
                    <a:pt x="201" y="0"/>
                  </a:cubicBezTo>
                </a:path>
              </a:pathLst>
            </a:custGeom>
            <a:solidFill>
              <a:srgbClr val="19B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52" name="Freeform 561">
              <a:extLst>
                <a:ext uri="{FF2B5EF4-FFF2-40B4-BE49-F238E27FC236}">
                  <a16:creationId xmlns:a16="http://schemas.microsoft.com/office/drawing/2014/main" id="{D9229B2E-DC7D-4CAE-96F9-9F5F5C42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795"/>
              <a:ext cx="103" cy="198"/>
            </a:xfrm>
            <a:custGeom>
              <a:avLst/>
              <a:gdLst>
                <a:gd name="T0" fmla="*/ 267 w 64"/>
                <a:gd name="T1" fmla="*/ 314 h 123"/>
                <a:gd name="T2" fmla="*/ 129 w 64"/>
                <a:gd name="T3" fmla="*/ 26 h 123"/>
                <a:gd name="T4" fmla="*/ 50 w 64"/>
                <a:gd name="T5" fmla="*/ 241 h 123"/>
                <a:gd name="T6" fmla="*/ 200 w 64"/>
                <a:gd name="T7" fmla="*/ 459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23">
                  <a:moveTo>
                    <a:pt x="64" y="75"/>
                  </a:moveTo>
                  <a:cubicBezTo>
                    <a:pt x="51" y="53"/>
                    <a:pt x="38" y="30"/>
                    <a:pt x="31" y="6"/>
                  </a:cubicBezTo>
                  <a:cubicBezTo>
                    <a:pt x="0" y="0"/>
                    <a:pt x="8" y="40"/>
                    <a:pt x="12" y="58"/>
                  </a:cubicBezTo>
                  <a:cubicBezTo>
                    <a:pt x="14" y="71"/>
                    <a:pt x="23" y="123"/>
                    <a:pt x="48" y="110"/>
                  </a:cubicBezTo>
                </a:path>
              </a:pathLst>
            </a:custGeom>
            <a:solidFill>
              <a:srgbClr val="19B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53" name="Freeform 562">
              <a:extLst>
                <a:ext uri="{FF2B5EF4-FFF2-40B4-BE49-F238E27FC236}">
                  <a16:creationId xmlns:a16="http://schemas.microsoft.com/office/drawing/2014/main" id="{D0F80198-13A4-4633-8D05-1AD745C86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450"/>
              <a:ext cx="326" cy="184"/>
            </a:xfrm>
            <a:custGeom>
              <a:avLst/>
              <a:gdLst>
                <a:gd name="T0" fmla="*/ 0 w 202"/>
                <a:gd name="T1" fmla="*/ 0 h 114"/>
                <a:gd name="T2" fmla="*/ 42 w 202"/>
                <a:gd name="T3" fmla="*/ 68 h 114"/>
                <a:gd name="T4" fmla="*/ 47 w 202"/>
                <a:gd name="T5" fmla="*/ 226 h 114"/>
                <a:gd name="T6" fmla="*/ 42 w 202"/>
                <a:gd name="T7" fmla="*/ 328 h 114"/>
                <a:gd name="T8" fmla="*/ 131 w 202"/>
                <a:gd name="T9" fmla="*/ 479 h 114"/>
                <a:gd name="T10" fmla="*/ 307 w 202"/>
                <a:gd name="T11" fmla="*/ 287 h 114"/>
                <a:gd name="T12" fmla="*/ 555 w 202"/>
                <a:gd name="T13" fmla="*/ 266 h 114"/>
                <a:gd name="T14" fmla="*/ 665 w 202"/>
                <a:gd name="T15" fmla="*/ 279 h 114"/>
                <a:gd name="T16" fmla="*/ 755 w 202"/>
                <a:gd name="T17" fmla="*/ 321 h 114"/>
                <a:gd name="T18" fmla="*/ 844 w 202"/>
                <a:gd name="T19" fmla="*/ 178 h 114"/>
                <a:gd name="T20" fmla="*/ 739 w 202"/>
                <a:gd name="T21" fmla="*/ 110 h 114"/>
                <a:gd name="T22" fmla="*/ 445 w 202"/>
                <a:gd name="T23" fmla="*/ 94 h 114"/>
                <a:gd name="T24" fmla="*/ 47 w 202"/>
                <a:gd name="T25" fmla="*/ 21 h 114"/>
                <a:gd name="T26" fmla="*/ 13 w 202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2" h="114">
                  <a:moveTo>
                    <a:pt x="0" y="0"/>
                  </a:moveTo>
                  <a:cubicBezTo>
                    <a:pt x="2" y="6"/>
                    <a:pt x="8" y="10"/>
                    <a:pt x="10" y="16"/>
                  </a:cubicBezTo>
                  <a:cubicBezTo>
                    <a:pt x="14" y="28"/>
                    <a:pt x="12" y="42"/>
                    <a:pt x="11" y="54"/>
                  </a:cubicBezTo>
                  <a:cubicBezTo>
                    <a:pt x="11" y="61"/>
                    <a:pt x="8" y="70"/>
                    <a:pt x="10" y="78"/>
                  </a:cubicBezTo>
                  <a:cubicBezTo>
                    <a:pt x="13" y="87"/>
                    <a:pt x="24" y="109"/>
                    <a:pt x="31" y="114"/>
                  </a:cubicBezTo>
                  <a:cubicBezTo>
                    <a:pt x="43" y="99"/>
                    <a:pt x="55" y="77"/>
                    <a:pt x="73" y="68"/>
                  </a:cubicBezTo>
                  <a:cubicBezTo>
                    <a:pt x="88" y="61"/>
                    <a:pt x="116" y="64"/>
                    <a:pt x="132" y="63"/>
                  </a:cubicBezTo>
                  <a:cubicBezTo>
                    <a:pt x="142" y="63"/>
                    <a:pt x="149" y="64"/>
                    <a:pt x="158" y="66"/>
                  </a:cubicBezTo>
                  <a:cubicBezTo>
                    <a:pt x="164" y="68"/>
                    <a:pt x="174" y="76"/>
                    <a:pt x="180" y="76"/>
                  </a:cubicBezTo>
                  <a:cubicBezTo>
                    <a:pt x="194" y="77"/>
                    <a:pt x="201" y="56"/>
                    <a:pt x="201" y="42"/>
                  </a:cubicBezTo>
                  <a:cubicBezTo>
                    <a:pt x="202" y="24"/>
                    <a:pt x="192" y="27"/>
                    <a:pt x="176" y="26"/>
                  </a:cubicBezTo>
                  <a:cubicBezTo>
                    <a:pt x="152" y="25"/>
                    <a:pt x="130" y="26"/>
                    <a:pt x="106" y="22"/>
                  </a:cubicBezTo>
                  <a:cubicBezTo>
                    <a:pt x="76" y="18"/>
                    <a:pt x="40" y="14"/>
                    <a:pt x="11" y="5"/>
                  </a:cubicBezTo>
                  <a:cubicBezTo>
                    <a:pt x="9" y="4"/>
                    <a:pt x="5" y="1"/>
                    <a:pt x="3" y="0"/>
                  </a:cubicBezTo>
                </a:path>
              </a:pathLst>
            </a:custGeom>
            <a:solidFill>
              <a:srgbClr val="19B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54" name="Freeform 563">
              <a:extLst>
                <a:ext uri="{FF2B5EF4-FFF2-40B4-BE49-F238E27FC236}">
                  <a16:creationId xmlns:a16="http://schemas.microsoft.com/office/drawing/2014/main" id="{3645AD3E-980D-478E-A4CA-4AB021BAC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020"/>
              <a:ext cx="533" cy="352"/>
            </a:xfrm>
            <a:custGeom>
              <a:avLst/>
              <a:gdLst>
                <a:gd name="T0" fmla="*/ 1184 w 330"/>
                <a:gd name="T1" fmla="*/ 802 h 218"/>
                <a:gd name="T2" fmla="*/ 992 w 330"/>
                <a:gd name="T3" fmla="*/ 602 h 218"/>
                <a:gd name="T4" fmla="*/ 759 w 330"/>
                <a:gd name="T5" fmla="*/ 475 h 218"/>
                <a:gd name="T6" fmla="*/ 383 w 330"/>
                <a:gd name="T7" fmla="*/ 725 h 218"/>
                <a:gd name="T8" fmla="*/ 220 w 330"/>
                <a:gd name="T9" fmla="*/ 869 h 218"/>
                <a:gd name="T10" fmla="*/ 76 w 330"/>
                <a:gd name="T11" fmla="*/ 857 h 218"/>
                <a:gd name="T12" fmla="*/ 115 w 330"/>
                <a:gd name="T13" fmla="*/ 704 h 218"/>
                <a:gd name="T14" fmla="*/ 329 w 330"/>
                <a:gd name="T15" fmla="*/ 518 h 218"/>
                <a:gd name="T16" fmla="*/ 423 w 330"/>
                <a:gd name="T17" fmla="*/ 139 h 218"/>
                <a:gd name="T18" fmla="*/ 472 w 330"/>
                <a:gd name="T19" fmla="*/ 16 h 218"/>
                <a:gd name="T20" fmla="*/ 611 w 330"/>
                <a:gd name="T21" fmla="*/ 157 h 218"/>
                <a:gd name="T22" fmla="*/ 967 w 330"/>
                <a:gd name="T23" fmla="*/ 321 h 218"/>
                <a:gd name="T24" fmla="*/ 1234 w 330"/>
                <a:gd name="T25" fmla="*/ 594 h 218"/>
                <a:gd name="T26" fmla="*/ 1391 w 330"/>
                <a:gd name="T27" fmla="*/ 814 h 2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0" h="218">
                  <a:moveTo>
                    <a:pt x="281" y="191"/>
                  </a:moveTo>
                  <a:cubicBezTo>
                    <a:pt x="278" y="174"/>
                    <a:pt x="248" y="153"/>
                    <a:pt x="235" y="143"/>
                  </a:cubicBezTo>
                  <a:cubicBezTo>
                    <a:pt x="221" y="132"/>
                    <a:pt x="197" y="118"/>
                    <a:pt x="180" y="113"/>
                  </a:cubicBezTo>
                  <a:cubicBezTo>
                    <a:pt x="140" y="102"/>
                    <a:pt x="117" y="150"/>
                    <a:pt x="91" y="172"/>
                  </a:cubicBezTo>
                  <a:cubicBezTo>
                    <a:pt x="78" y="183"/>
                    <a:pt x="65" y="194"/>
                    <a:pt x="52" y="206"/>
                  </a:cubicBezTo>
                  <a:cubicBezTo>
                    <a:pt x="40" y="217"/>
                    <a:pt x="31" y="218"/>
                    <a:pt x="18" y="204"/>
                  </a:cubicBezTo>
                  <a:cubicBezTo>
                    <a:pt x="0" y="187"/>
                    <a:pt x="10" y="179"/>
                    <a:pt x="27" y="167"/>
                  </a:cubicBezTo>
                  <a:cubicBezTo>
                    <a:pt x="46" y="153"/>
                    <a:pt x="64" y="143"/>
                    <a:pt x="78" y="123"/>
                  </a:cubicBezTo>
                  <a:cubicBezTo>
                    <a:pt x="97" y="95"/>
                    <a:pt x="107" y="67"/>
                    <a:pt x="100" y="33"/>
                  </a:cubicBezTo>
                  <a:cubicBezTo>
                    <a:pt x="98" y="21"/>
                    <a:pt x="91" y="0"/>
                    <a:pt x="112" y="4"/>
                  </a:cubicBezTo>
                  <a:cubicBezTo>
                    <a:pt x="124" y="6"/>
                    <a:pt x="135" y="28"/>
                    <a:pt x="145" y="37"/>
                  </a:cubicBezTo>
                  <a:cubicBezTo>
                    <a:pt x="167" y="58"/>
                    <a:pt x="203" y="61"/>
                    <a:pt x="230" y="76"/>
                  </a:cubicBezTo>
                  <a:cubicBezTo>
                    <a:pt x="255" y="90"/>
                    <a:pt x="278" y="116"/>
                    <a:pt x="293" y="141"/>
                  </a:cubicBezTo>
                  <a:cubicBezTo>
                    <a:pt x="302" y="156"/>
                    <a:pt x="326" y="176"/>
                    <a:pt x="330" y="193"/>
                  </a:cubicBezTo>
                </a:path>
              </a:pathLst>
            </a:custGeom>
            <a:solidFill>
              <a:srgbClr val="19B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55" name="Freeform 564">
              <a:extLst>
                <a:ext uri="{FF2B5EF4-FFF2-40B4-BE49-F238E27FC236}">
                  <a16:creationId xmlns:a16="http://schemas.microsoft.com/office/drawing/2014/main" id="{BA6CF942-5A0B-4113-9276-1A605375D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909"/>
              <a:ext cx="359" cy="386"/>
            </a:xfrm>
            <a:custGeom>
              <a:avLst/>
              <a:gdLst>
                <a:gd name="T0" fmla="*/ 783 w 222"/>
                <a:gd name="T1" fmla="*/ 485 h 239"/>
                <a:gd name="T2" fmla="*/ 390 w 222"/>
                <a:gd name="T3" fmla="*/ 233 h 239"/>
                <a:gd name="T4" fmla="*/ 238 w 222"/>
                <a:gd name="T5" fmla="*/ 376 h 239"/>
                <a:gd name="T6" fmla="*/ 275 w 222"/>
                <a:gd name="T7" fmla="*/ 602 h 239"/>
                <a:gd name="T8" fmla="*/ 293 w 222"/>
                <a:gd name="T9" fmla="*/ 979 h 239"/>
                <a:gd name="T10" fmla="*/ 97 w 222"/>
                <a:gd name="T11" fmla="*/ 924 h 239"/>
                <a:gd name="T12" fmla="*/ 42 w 222"/>
                <a:gd name="T13" fmla="*/ 610 h 239"/>
                <a:gd name="T14" fmla="*/ 39 w 222"/>
                <a:gd name="T15" fmla="*/ 376 h 239"/>
                <a:gd name="T16" fmla="*/ 165 w 222"/>
                <a:gd name="T17" fmla="*/ 170 h 239"/>
                <a:gd name="T18" fmla="*/ 238 w 222"/>
                <a:gd name="T19" fmla="*/ 0 h 239"/>
                <a:gd name="T20" fmla="*/ 414 w 222"/>
                <a:gd name="T21" fmla="*/ 63 h 239"/>
                <a:gd name="T22" fmla="*/ 728 w 222"/>
                <a:gd name="T23" fmla="*/ 199 h 239"/>
                <a:gd name="T24" fmla="*/ 851 w 222"/>
                <a:gd name="T25" fmla="*/ 287 h 239"/>
                <a:gd name="T26" fmla="*/ 931 w 222"/>
                <a:gd name="T27" fmla="*/ 438 h 239"/>
                <a:gd name="T28" fmla="*/ 940 w 222"/>
                <a:gd name="T29" fmla="*/ 438 h 2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2" h="239">
                  <a:moveTo>
                    <a:pt x="185" y="115"/>
                  </a:moveTo>
                  <a:cubicBezTo>
                    <a:pt x="168" y="80"/>
                    <a:pt x="133" y="48"/>
                    <a:pt x="92" y="55"/>
                  </a:cubicBezTo>
                  <a:cubicBezTo>
                    <a:pt x="72" y="59"/>
                    <a:pt x="61" y="71"/>
                    <a:pt x="56" y="89"/>
                  </a:cubicBezTo>
                  <a:cubicBezTo>
                    <a:pt x="50" y="110"/>
                    <a:pt x="60" y="123"/>
                    <a:pt x="65" y="143"/>
                  </a:cubicBezTo>
                  <a:cubicBezTo>
                    <a:pt x="71" y="162"/>
                    <a:pt x="93" y="218"/>
                    <a:pt x="69" y="232"/>
                  </a:cubicBezTo>
                  <a:cubicBezTo>
                    <a:pt x="56" y="239"/>
                    <a:pt x="31" y="231"/>
                    <a:pt x="23" y="219"/>
                  </a:cubicBezTo>
                  <a:cubicBezTo>
                    <a:pt x="10" y="200"/>
                    <a:pt x="12" y="168"/>
                    <a:pt x="10" y="145"/>
                  </a:cubicBezTo>
                  <a:cubicBezTo>
                    <a:pt x="9" y="128"/>
                    <a:pt x="0" y="104"/>
                    <a:pt x="9" y="89"/>
                  </a:cubicBezTo>
                  <a:cubicBezTo>
                    <a:pt x="19" y="71"/>
                    <a:pt x="33" y="63"/>
                    <a:pt x="39" y="40"/>
                  </a:cubicBezTo>
                  <a:cubicBezTo>
                    <a:pt x="42" y="26"/>
                    <a:pt x="35" y="0"/>
                    <a:pt x="56" y="0"/>
                  </a:cubicBezTo>
                  <a:cubicBezTo>
                    <a:pt x="67" y="0"/>
                    <a:pt x="88" y="11"/>
                    <a:pt x="98" y="15"/>
                  </a:cubicBezTo>
                  <a:cubicBezTo>
                    <a:pt x="125" y="23"/>
                    <a:pt x="149" y="31"/>
                    <a:pt x="172" y="47"/>
                  </a:cubicBezTo>
                  <a:cubicBezTo>
                    <a:pt x="181" y="53"/>
                    <a:pt x="193" y="59"/>
                    <a:pt x="201" y="68"/>
                  </a:cubicBezTo>
                  <a:cubicBezTo>
                    <a:pt x="209" y="77"/>
                    <a:pt x="212" y="94"/>
                    <a:pt x="220" y="104"/>
                  </a:cubicBezTo>
                  <a:cubicBezTo>
                    <a:pt x="221" y="104"/>
                    <a:pt x="221" y="104"/>
                    <a:pt x="222" y="104"/>
                  </a:cubicBezTo>
                </a:path>
              </a:pathLst>
            </a:custGeom>
            <a:solidFill>
              <a:srgbClr val="19B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56" name="Freeform 565">
              <a:extLst>
                <a:ext uri="{FF2B5EF4-FFF2-40B4-BE49-F238E27FC236}">
                  <a16:creationId xmlns:a16="http://schemas.microsoft.com/office/drawing/2014/main" id="{0E2DBF02-9EAE-49E9-998B-EBBF4131F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851"/>
              <a:ext cx="487" cy="789"/>
            </a:xfrm>
            <a:custGeom>
              <a:avLst/>
              <a:gdLst>
                <a:gd name="T0" fmla="*/ 179 w 302"/>
                <a:gd name="T1" fmla="*/ 0 h 489"/>
                <a:gd name="T2" fmla="*/ 306 w 302"/>
                <a:gd name="T3" fmla="*/ 378 h 489"/>
                <a:gd name="T4" fmla="*/ 721 w 302"/>
                <a:gd name="T5" fmla="*/ 960 h 489"/>
                <a:gd name="T6" fmla="*/ 1053 w 302"/>
                <a:gd name="T7" fmla="*/ 1588 h 489"/>
                <a:gd name="T8" fmla="*/ 1238 w 302"/>
                <a:gd name="T9" fmla="*/ 2038 h 489"/>
                <a:gd name="T10" fmla="*/ 1164 w 302"/>
                <a:gd name="T11" fmla="*/ 1786 h 489"/>
                <a:gd name="T12" fmla="*/ 964 w 302"/>
                <a:gd name="T13" fmla="*/ 1349 h 489"/>
                <a:gd name="T14" fmla="*/ 687 w 302"/>
                <a:gd name="T15" fmla="*/ 776 h 489"/>
                <a:gd name="T16" fmla="*/ 424 w 302"/>
                <a:gd name="T17" fmla="*/ 289 h 489"/>
                <a:gd name="T18" fmla="*/ 156 w 302"/>
                <a:gd name="T19" fmla="*/ 8 h 4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2" h="489">
                  <a:moveTo>
                    <a:pt x="43" y="0"/>
                  </a:moveTo>
                  <a:cubicBezTo>
                    <a:pt x="0" y="7"/>
                    <a:pt x="62" y="76"/>
                    <a:pt x="73" y="90"/>
                  </a:cubicBezTo>
                  <a:cubicBezTo>
                    <a:pt x="108" y="134"/>
                    <a:pt x="142" y="181"/>
                    <a:pt x="172" y="229"/>
                  </a:cubicBezTo>
                  <a:cubicBezTo>
                    <a:pt x="201" y="276"/>
                    <a:pt x="232" y="326"/>
                    <a:pt x="251" y="378"/>
                  </a:cubicBezTo>
                  <a:cubicBezTo>
                    <a:pt x="259" y="400"/>
                    <a:pt x="262" y="489"/>
                    <a:pt x="295" y="485"/>
                  </a:cubicBezTo>
                  <a:cubicBezTo>
                    <a:pt x="302" y="469"/>
                    <a:pt x="284" y="441"/>
                    <a:pt x="278" y="425"/>
                  </a:cubicBezTo>
                  <a:cubicBezTo>
                    <a:pt x="264" y="390"/>
                    <a:pt x="246" y="356"/>
                    <a:pt x="230" y="321"/>
                  </a:cubicBezTo>
                  <a:cubicBezTo>
                    <a:pt x="210" y="275"/>
                    <a:pt x="186" y="230"/>
                    <a:pt x="164" y="185"/>
                  </a:cubicBezTo>
                  <a:cubicBezTo>
                    <a:pt x="145" y="146"/>
                    <a:pt x="124" y="106"/>
                    <a:pt x="101" y="69"/>
                  </a:cubicBezTo>
                  <a:cubicBezTo>
                    <a:pt x="83" y="41"/>
                    <a:pt x="59" y="26"/>
                    <a:pt x="37" y="2"/>
                  </a:cubicBezTo>
                </a:path>
              </a:pathLst>
            </a:custGeom>
            <a:solidFill>
              <a:srgbClr val="48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57" name="Freeform 566">
              <a:extLst>
                <a:ext uri="{FF2B5EF4-FFF2-40B4-BE49-F238E27FC236}">
                  <a16:creationId xmlns:a16="http://schemas.microsoft.com/office/drawing/2014/main" id="{3EEFE2B5-6C42-4B34-BEBB-21A5548BF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004"/>
              <a:ext cx="416" cy="967"/>
            </a:xfrm>
            <a:custGeom>
              <a:avLst/>
              <a:gdLst>
                <a:gd name="T0" fmla="*/ 184 w 258"/>
                <a:gd name="T1" fmla="*/ 383 h 599"/>
                <a:gd name="T2" fmla="*/ 458 w 258"/>
                <a:gd name="T3" fmla="*/ 904 h 599"/>
                <a:gd name="T4" fmla="*/ 632 w 258"/>
                <a:gd name="T5" fmla="*/ 1388 h 599"/>
                <a:gd name="T6" fmla="*/ 556 w 258"/>
                <a:gd name="T7" fmla="*/ 1706 h 599"/>
                <a:gd name="T8" fmla="*/ 310 w 258"/>
                <a:gd name="T9" fmla="*/ 1787 h 599"/>
                <a:gd name="T10" fmla="*/ 535 w 258"/>
                <a:gd name="T11" fmla="*/ 1889 h 599"/>
                <a:gd name="T12" fmla="*/ 708 w 258"/>
                <a:gd name="T13" fmla="*/ 2104 h 599"/>
                <a:gd name="T14" fmla="*/ 855 w 258"/>
                <a:gd name="T15" fmla="*/ 2334 h 599"/>
                <a:gd name="T16" fmla="*/ 980 w 258"/>
                <a:gd name="T17" fmla="*/ 2507 h 599"/>
                <a:gd name="T18" fmla="*/ 1027 w 258"/>
                <a:gd name="T19" fmla="*/ 2307 h 599"/>
                <a:gd name="T20" fmla="*/ 930 w 258"/>
                <a:gd name="T21" fmla="*/ 1905 h 599"/>
                <a:gd name="T22" fmla="*/ 700 w 258"/>
                <a:gd name="T23" fmla="*/ 1183 h 599"/>
                <a:gd name="T24" fmla="*/ 540 w 258"/>
                <a:gd name="T25" fmla="*/ 835 h 599"/>
                <a:gd name="T26" fmla="*/ 335 w 258"/>
                <a:gd name="T27" fmla="*/ 446 h 599"/>
                <a:gd name="T28" fmla="*/ 0 w 258"/>
                <a:gd name="T29" fmla="*/ 0 h 59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8" h="599">
                  <a:moveTo>
                    <a:pt x="44" y="91"/>
                  </a:moveTo>
                  <a:cubicBezTo>
                    <a:pt x="71" y="125"/>
                    <a:pt x="92" y="175"/>
                    <a:pt x="109" y="215"/>
                  </a:cubicBezTo>
                  <a:cubicBezTo>
                    <a:pt x="125" y="253"/>
                    <a:pt x="141" y="289"/>
                    <a:pt x="151" y="330"/>
                  </a:cubicBezTo>
                  <a:cubicBezTo>
                    <a:pt x="158" y="358"/>
                    <a:pt x="158" y="386"/>
                    <a:pt x="133" y="406"/>
                  </a:cubicBezTo>
                  <a:cubicBezTo>
                    <a:pt x="115" y="420"/>
                    <a:pt x="95" y="419"/>
                    <a:pt x="74" y="425"/>
                  </a:cubicBezTo>
                  <a:cubicBezTo>
                    <a:pt x="89" y="438"/>
                    <a:pt x="111" y="438"/>
                    <a:pt x="128" y="449"/>
                  </a:cubicBezTo>
                  <a:cubicBezTo>
                    <a:pt x="146" y="462"/>
                    <a:pt x="158" y="481"/>
                    <a:pt x="169" y="500"/>
                  </a:cubicBezTo>
                  <a:cubicBezTo>
                    <a:pt x="181" y="519"/>
                    <a:pt x="192" y="537"/>
                    <a:pt x="204" y="555"/>
                  </a:cubicBezTo>
                  <a:cubicBezTo>
                    <a:pt x="211" y="568"/>
                    <a:pt x="215" y="599"/>
                    <a:pt x="234" y="596"/>
                  </a:cubicBezTo>
                  <a:cubicBezTo>
                    <a:pt x="258" y="591"/>
                    <a:pt x="249" y="563"/>
                    <a:pt x="245" y="548"/>
                  </a:cubicBezTo>
                  <a:cubicBezTo>
                    <a:pt x="236" y="516"/>
                    <a:pt x="227" y="485"/>
                    <a:pt x="222" y="453"/>
                  </a:cubicBezTo>
                  <a:cubicBezTo>
                    <a:pt x="212" y="394"/>
                    <a:pt x="201" y="331"/>
                    <a:pt x="167" y="281"/>
                  </a:cubicBezTo>
                  <a:cubicBezTo>
                    <a:pt x="148" y="255"/>
                    <a:pt x="142" y="227"/>
                    <a:pt x="129" y="198"/>
                  </a:cubicBezTo>
                  <a:cubicBezTo>
                    <a:pt x="114" y="167"/>
                    <a:pt x="95" y="136"/>
                    <a:pt x="80" y="106"/>
                  </a:cubicBezTo>
                  <a:cubicBezTo>
                    <a:pt x="59" y="67"/>
                    <a:pt x="16" y="39"/>
                    <a:pt x="0" y="0"/>
                  </a:cubicBezTo>
                </a:path>
              </a:pathLst>
            </a:custGeom>
            <a:solidFill>
              <a:srgbClr val="48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58" name="Freeform 567">
              <a:extLst>
                <a:ext uri="{FF2B5EF4-FFF2-40B4-BE49-F238E27FC236}">
                  <a16:creationId xmlns:a16="http://schemas.microsoft.com/office/drawing/2014/main" id="{739A4D89-4C60-4AEE-9BC2-D2E0038CE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793"/>
              <a:ext cx="379" cy="780"/>
            </a:xfrm>
            <a:custGeom>
              <a:avLst/>
              <a:gdLst>
                <a:gd name="T0" fmla="*/ 0 w 235"/>
                <a:gd name="T1" fmla="*/ 126 h 483"/>
                <a:gd name="T2" fmla="*/ 165 w 235"/>
                <a:gd name="T3" fmla="*/ 615 h 483"/>
                <a:gd name="T4" fmla="*/ 340 w 235"/>
                <a:gd name="T5" fmla="*/ 1095 h 483"/>
                <a:gd name="T6" fmla="*/ 697 w 235"/>
                <a:gd name="T7" fmla="*/ 1810 h 483"/>
                <a:gd name="T8" fmla="*/ 843 w 235"/>
                <a:gd name="T9" fmla="*/ 1994 h 483"/>
                <a:gd name="T10" fmla="*/ 981 w 235"/>
                <a:gd name="T11" fmla="*/ 1972 h 483"/>
                <a:gd name="T12" fmla="*/ 910 w 235"/>
                <a:gd name="T13" fmla="*/ 1831 h 483"/>
                <a:gd name="T14" fmla="*/ 793 w 235"/>
                <a:gd name="T15" fmla="*/ 1636 h 483"/>
                <a:gd name="T16" fmla="*/ 621 w 235"/>
                <a:gd name="T17" fmla="*/ 1352 h 483"/>
                <a:gd name="T18" fmla="*/ 323 w 235"/>
                <a:gd name="T19" fmla="*/ 631 h 483"/>
                <a:gd name="T20" fmla="*/ 255 w 235"/>
                <a:gd name="T21" fmla="*/ 404 h 483"/>
                <a:gd name="T22" fmla="*/ 118 w 235"/>
                <a:gd name="T23" fmla="*/ 0 h 4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5" h="483">
                  <a:moveTo>
                    <a:pt x="0" y="30"/>
                  </a:moveTo>
                  <a:cubicBezTo>
                    <a:pt x="19" y="65"/>
                    <a:pt x="27" y="108"/>
                    <a:pt x="39" y="146"/>
                  </a:cubicBezTo>
                  <a:cubicBezTo>
                    <a:pt x="51" y="185"/>
                    <a:pt x="64" y="222"/>
                    <a:pt x="81" y="260"/>
                  </a:cubicBezTo>
                  <a:cubicBezTo>
                    <a:pt x="107" y="317"/>
                    <a:pt x="129" y="378"/>
                    <a:pt x="166" y="430"/>
                  </a:cubicBezTo>
                  <a:cubicBezTo>
                    <a:pt x="176" y="444"/>
                    <a:pt x="186" y="465"/>
                    <a:pt x="201" y="474"/>
                  </a:cubicBezTo>
                  <a:cubicBezTo>
                    <a:pt x="212" y="480"/>
                    <a:pt x="231" y="483"/>
                    <a:pt x="234" y="468"/>
                  </a:cubicBezTo>
                  <a:cubicBezTo>
                    <a:pt x="235" y="457"/>
                    <a:pt x="223" y="444"/>
                    <a:pt x="217" y="435"/>
                  </a:cubicBezTo>
                  <a:cubicBezTo>
                    <a:pt x="208" y="419"/>
                    <a:pt x="198" y="404"/>
                    <a:pt x="189" y="388"/>
                  </a:cubicBezTo>
                  <a:cubicBezTo>
                    <a:pt x="175" y="366"/>
                    <a:pt x="160" y="344"/>
                    <a:pt x="148" y="321"/>
                  </a:cubicBezTo>
                  <a:cubicBezTo>
                    <a:pt x="121" y="266"/>
                    <a:pt x="96" y="208"/>
                    <a:pt x="77" y="150"/>
                  </a:cubicBezTo>
                  <a:cubicBezTo>
                    <a:pt x="71" y="132"/>
                    <a:pt x="65" y="114"/>
                    <a:pt x="61" y="96"/>
                  </a:cubicBezTo>
                  <a:cubicBezTo>
                    <a:pt x="55" y="66"/>
                    <a:pt x="52" y="23"/>
                    <a:pt x="28" y="0"/>
                  </a:cubicBezTo>
                </a:path>
              </a:pathLst>
            </a:custGeom>
            <a:solidFill>
              <a:srgbClr val="48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59" name="Freeform 568">
              <a:extLst>
                <a:ext uri="{FF2B5EF4-FFF2-40B4-BE49-F238E27FC236}">
                  <a16:creationId xmlns:a16="http://schemas.microsoft.com/office/drawing/2014/main" id="{EB907A21-4D77-4296-96A2-9316CB852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585"/>
              <a:ext cx="340" cy="373"/>
            </a:xfrm>
            <a:custGeom>
              <a:avLst/>
              <a:gdLst>
                <a:gd name="T0" fmla="*/ 883 w 211"/>
                <a:gd name="T1" fmla="*/ 342 h 231"/>
                <a:gd name="T2" fmla="*/ 753 w 211"/>
                <a:gd name="T3" fmla="*/ 336 h 231"/>
                <a:gd name="T4" fmla="*/ 603 w 211"/>
                <a:gd name="T5" fmla="*/ 362 h 231"/>
                <a:gd name="T6" fmla="*/ 351 w 211"/>
                <a:gd name="T7" fmla="*/ 501 h 231"/>
                <a:gd name="T8" fmla="*/ 164 w 211"/>
                <a:gd name="T9" fmla="*/ 712 h 231"/>
                <a:gd name="T10" fmla="*/ 0 w 211"/>
                <a:gd name="T11" fmla="*/ 972 h 231"/>
                <a:gd name="T12" fmla="*/ 135 w 211"/>
                <a:gd name="T13" fmla="*/ 649 h 231"/>
                <a:gd name="T14" fmla="*/ 264 w 211"/>
                <a:gd name="T15" fmla="*/ 444 h 231"/>
                <a:gd name="T16" fmla="*/ 124 w 211"/>
                <a:gd name="T17" fmla="*/ 97 h 231"/>
                <a:gd name="T18" fmla="*/ 110 w 211"/>
                <a:gd name="T19" fmla="*/ 21 h 231"/>
                <a:gd name="T20" fmla="*/ 190 w 211"/>
                <a:gd name="T21" fmla="*/ 71 h 231"/>
                <a:gd name="T22" fmla="*/ 390 w 211"/>
                <a:gd name="T23" fmla="*/ 179 h 231"/>
                <a:gd name="T24" fmla="*/ 765 w 211"/>
                <a:gd name="T25" fmla="*/ 255 h 231"/>
                <a:gd name="T26" fmla="*/ 841 w 211"/>
                <a:gd name="T27" fmla="*/ 255 h 2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1" h="231">
                  <a:moveTo>
                    <a:pt x="211" y="81"/>
                  </a:moveTo>
                  <a:cubicBezTo>
                    <a:pt x="201" y="85"/>
                    <a:pt x="191" y="81"/>
                    <a:pt x="180" y="80"/>
                  </a:cubicBezTo>
                  <a:cubicBezTo>
                    <a:pt x="167" y="79"/>
                    <a:pt x="157" y="82"/>
                    <a:pt x="144" y="86"/>
                  </a:cubicBezTo>
                  <a:cubicBezTo>
                    <a:pt x="123" y="93"/>
                    <a:pt x="102" y="105"/>
                    <a:pt x="84" y="119"/>
                  </a:cubicBezTo>
                  <a:cubicBezTo>
                    <a:pt x="67" y="131"/>
                    <a:pt x="51" y="152"/>
                    <a:pt x="39" y="169"/>
                  </a:cubicBezTo>
                  <a:cubicBezTo>
                    <a:pt x="29" y="185"/>
                    <a:pt x="15" y="224"/>
                    <a:pt x="0" y="231"/>
                  </a:cubicBezTo>
                  <a:cubicBezTo>
                    <a:pt x="5" y="203"/>
                    <a:pt x="19" y="179"/>
                    <a:pt x="32" y="154"/>
                  </a:cubicBezTo>
                  <a:cubicBezTo>
                    <a:pt x="41" y="137"/>
                    <a:pt x="55" y="123"/>
                    <a:pt x="63" y="105"/>
                  </a:cubicBezTo>
                  <a:cubicBezTo>
                    <a:pt x="80" y="65"/>
                    <a:pt x="54" y="49"/>
                    <a:pt x="30" y="23"/>
                  </a:cubicBezTo>
                  <a:cubicBezTo>
                    <a:pt x="26" y="18"/>
                    <a:pt x="17" y="10"/>
                    <a:pt x="26" y="5"/>
                  </a:cubicBezTo>
                  <a:cubicBezTo>
                    <a:pt x="34" y="0"/>
                    <a:pt x="41" y="13"/>
                    <a:pt x="45" y="17"/>
                  </a:cubicBezTo>
                  <a:cubicBezTo>
                    <a:pt x="59" y="30"/>
                    <a:pt x="76" y="37"/>
                    <a:pt x="93" y="43"/>
                  </a:cubicBezTo>
                  <a:cubicBezTo>
                    <a:pt x="123" y="54"/>
                    <a:pt x="151" y="61"/>
                    <a:pt x="183" y="61"/>
                  </a:cubicBezTo>
                  <a:cubicBezTo>
                    <a:pt x="189" y="61"/>
                    <a:pt x="195" y="61"/>
                    <a:pt x="201" y="61"/>
                  </a:cubicBezTo>
                </a:path>
              </a:pathLst>
            </a:custGeom>
            <a:solidFill>
              <a:srgbClr val="48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60" name="Freeform 569">
              <a:extLst>
                <a:ext uri="{FF2B5EF4-FFF2-40B4-BE49-F238E27FC236}">
                  <a16:creationId xmlns:a16="http://schemas.microsoft.com/office/drawing/2014/main" id="{A865639F-92AB-463D-9CB3-7ED41C4BD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374"/>
              <a:ext cx="373" cy="310"/>
            </a:xfrm>
            <a:custGeom>
              <a:avLst/>
              <a:gdLst>
                <a:gd name="T0" fmla="*/ 972 w 231"/>
                <a:gd name="T1" fmla="*/ 712 h 192"/>
                <a:gd name="T2" fmla="*/ 775 w 231"/>
                <a:gd name="T3" fmla="*/ 560 h 192"/>
                <a:gd name="T4" fmla="*/ 547 w 231"/>
                <a:gd name="T5" fmla="*/ 389 h 192"/>
                <a:gd name="T6" fmla="*/ 266 w 231"/>
                <a:gd name="T7" fmla="*/ 0 h 192"/>
                <a:gd name="T8" fmla="*/ 268 w 231"/>
                <a:gd name="T9" fmla="*/ 139 h 192"/>
                <a:gd name="T10" fmla="*/ 234 w 231"/>
                <a:gd name="T11" fmla="*/ 279 h 192"/>
                <a:gd name="T12" fmla="*/ 0 w 231"/>
                <a:gd name="T13" fmla="*/ 404 h 192"/>
                <a:gd name="T14" fmla="*/ 115 w 231"/>
                <a:gd name="T15" fmla="*/ 534 h 192"/>
                <a:gd name="T16" fmla="*/ 123 w 231"/>
                <a:gd name="T17" fmla="*/ 686 h 192"/>
                <a:gd name="T18" fmla="*/ 213 w 231"/>
                <a:gd name="T19" fmla="*/ 659 h 192"/>
                <a:gd name="T20" fmla="*/ 321 w 231"/>
                <a:gd name="T21" fmla="*/ 497 h 192"/>
                <a:gd name="T22" fmla="*/ 585 w 231"/>
                <a:gd name="T23" fmla="*/ 475 h 192"/>
                <a:gd name="T24" fmla="*/ 741 w 231"/>
                <a:gd name="T25" fmla="*/ 628 h 192"/>
                <a:gd name="T26" fmla="*/ 911 w 231"/>
                <a:gd name="T27" fmla="*/ 809 h 1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192">
                  <a:moveTo>
                    <a:pt x="231" y="169"/>
                  </a:moveTo>
                  <a:cubicBezTo>
                    <a:pt x="218" y="155"/>
                    <a:pt x="198" y="146"/>
                    <a:pt x="184" y="133"/>
                  </a:cubicBezTo>
                  <a:cubicBezTo>
                    <a:pt x="167" y="117"/>
                    <a:pt x="148" y="106"/>
                    <a:pt x="130" y="92"/>
                  </a:cubicBezTo>
                  <a:cubicBezTo>
                    <a:pt x="99" y="68"/>
                    <a:pt x="83" y="32"/>
                    <a:pt x="63" y="0"/>
                  </a:cubicBezTo>
                  <a:cubicBezTo>
                    <a:pt x="59" y="11"/>
                    <a:pt x="65" y="22"/>
                    <a:pt x="64" y="33"/>
                  </a:cubicBezTo>
                  <a:cubicBezTo>
                    <a:pt x="64" y="44"/>
                    <a:pt x="60" y="56"/>
                    <a:pt x="56" y="66"/>
                  </a:cubicBezTo>
                  <a:cubicBezTo>
                    <a:pt x="45" y="91"/>
                    <a:pt x="22" y="91"/>
                    <a:pt x="0" y="96"/>
                  </a:cubicBezTo>
                  <a:cubicBezTo>
                    <a:pt x="9" y="107"/>
                    <a:pt x="22" y="113"/>
                    <a:pt x="27" y="127"/>
                  </a:cubicBezTo>
                  <a:cubicBezTo>
                    <a:pt x="30" y="138"/>
                    <a:pt x="25" y="152"/>
                    <a:pt x="29" y="163"/>
                  </a:cubicBezTo>
                  <a:cubicBezTo>
                    <a:pt x="37" y="187"/>
                    <a:pt x="46" y="170"/>
                    <a:pt x="51" y="157"/>
                  </a:cubicBezTo>
                  <a:cubicBezTo>
                    <a:pt x="58" y="142"/>
                    <a:pt x="65" y="130"/>
                    <a:pt x="76" y="118"/>
                  </a:cubicBezTo>
                  <a:cubicBezTo>
                    <a:pt x="94" y="100"/>
                    <a:pt x="118" y="100"/>
                    <a:pt x="139" y="113"/>
                  </a:cubicBezTo>
                  <a:cubicBezTo>
                    <a:pt x="154" y="123"/>
                    <a:pt x="165" y="135"/>
                    <a:pt x="176" y="149"/>
                  </a:cubicBezTo>
                  <a:cubicBezTo>
                    <a:pt x="183" y="157"/>
                    <a:pt x="217" y="186"/>
                    <a:pt x="216" y="192"/>
                  </a:cubicBezTo>
                </a:path>
              </a:pathLst>
            </a:custGeom>
            <a:solidFill>
              <a:srgbClr val="48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61" name="Freeform 570">
              <a:extLst>
                <a:ext uri="{FF2B5EF4-FFF2-40B4-BE49-F238E27FC236}">
                  <a16:creationId xmlns:a16="http://schemas.microsoft.com/office/drawing/2014/main" id="{F98DC6EC-F755-4A8C-B1DA-88B9EA54A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143"/>
              <a:ext cx="278" cy="332"/>
            </a:xfrm>
            <a:custGeom>
              <a:avLst/>
              <a:gdLst>
                <a:gd name="T0" fmla="*/ 611 w 172"/>
                <a:gd name="T1" fmla="*/ 786 h 206"/>
                <a:gd name="T2" fmla="*/ 412 w 172"/>
                <a:gd name="T3" fmla="*/ 322 h 206"/>
                <a:gd name="T4" fmla="*/ 246 w 172"/>
                <a:gd name="T5" fmla="*/ 164 h 206"/>
                <a:gd name="T6" fmla="*/ 68 w 172"/>
                <a:gd name="T7" fmla="*/ 97 h 206"/>
                <a:gd name="T8" fmla="*/ 105 w 172"/>
                <a:gd name="T9" fmla="*/ 5 h 206"/>
                <a:gd name="T10" fmla="*/ 283 w 172"/>
                <a:gd name="T11" fmla="*/ 81 h 206"/>
                <a:gd name="T12" fmla="*/ 535 w 172"/>
                <a:gd name="T13" fmla="*/ 351 h 206"/>
                <a:gd name="T14" fmla="*/ 637 w 172"/>
                <a:gd name="T15" fmla="*/ 603 h 206"/>
                <a:gd name="T16" fmla="*/ 726 w 172"/>
                <a:gd name="T17" fmla="*/ 862 h 2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206">
                  <a:moveTo>
                    <a:pt x="145" y="188"/>
                  </a:moveTo>
                  <a:cubicBezTo>
                    <a:pt x="143" y="150"/>
                    <a:pt x="123" y="105"/>
                    <a:pt x="98" y="77"/>
                  </a:cubicBezTo>
                  <a:cubicBezTo>
                    <a:pt x="86" y="64"/>
                    <a:pt x="72" y="51"/>
                    <a:pt x="58" y="39"/>
                  </a:cubicBezTo>
                  <a:cubicBezTo>
                    <a:pt x="44" y="28"/>
                    <a:pt x="30" y="31"/>
                    <a:pt x="16" y="23"/>
                  </a:cubicBezTo>
                  <a:cubicBezTo>
                    <a:pt x="0" y="14"/>
                    <a:pt x="9" y="1"/>
                    <a:pt x="25" y="1"/>
                  </a:cubicBezTo>
                  <a:cubicBezTo>
                    <a:pt x="40" y="0"/>
                    <a:pt x="56" y="12"/>
                    <a:pt x="67" y="19"/>
                  </a:cubicBezTo>
                  <a:cubicBezTo>
                    <a:pt x="91" y="33"/>
                    <a:pt x="113" y="60"/>
                    <a:pt x="127" y="84"/>
                  </a:cubicBezTo>
                  <a:cubicBezTo>
                    <a:pt x="138" y="104"/>
                    <a:pt x="144" y="123"/>
                    <a:pt x="151" y="144"/>
                  </a:cubicBezTo>
                  <a:cubicBezTo>
                    <a:pt x="158" y="163"/>
                    <a:pt x="171" y="187"/>
                    <a:pt x="172" y="206"/>
                  </a:cubicBezTo>
                </a:path>
              </a:pathLst>
            </a:custGeom>
            <a:solidFill>
              <a:srgbClr val="48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62" name="Freeform 571">
              <a:extLst>
                <a:ext uri="{FF2B5EF4-FFF2-40B4-BE49-F238E27FC236}">
                  <a16:creationId xmlns:a16="http://schemas.microsoft.com/office/drawing/2014/main" id="{5E467FA7-0D70-4693-9A1A-34FED5860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462"/>
              <a:ext cx="347" cy="130"/>
            </a:xfrm>
            <a:custGeom>
              <a:avLst/>
              <a:gdLst>
                <a:gd name="T0" fmla="*/ 899 w 215"/>
                <a:gd name="T1" fmla="*/ 0 h 80"/>
                <a:gd name="T2" fmla="*/ 560 w 215"/>
                <a:gd name="T3" fmla="*/ 88 h 80"/>
                <a:gd name="T4" fmla="*/ 179 w 215"/>
                <a:gd name="T5" fmla="*/ 88 h 80"/>
                <a:gd name="T6" fmla="*/ 42 w 215"/>
                <a:gd name="T7" fmla="*/ 39 h 80"/>
                <a:gd name="T8" fmla="*/ 5 w 215"/>
                <a:gd name="T9" fmla="*/ 228 h 80"/>
                <a:gd name="T10" fmla="*/ 124 w 215"/>
                <a:gd name="T11" fmla="*/ 224 h 80"/>
                <a:gd name="T12" fmla="*/ 281 w 215"/>
                <a:gd name="T13" fmla="*/ 202 h 80"/>
                <a:gd name="T14" fmla="*/ 547 w 215"/>
                <a:gd name="T15" fmla="*/ 206 h 80"/>
                <a:gd name="T16" fmla="*/ 904 w 215"/>
                <a:gd name="T17" fmla="*/ 245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80">
                  <a:moveTo>
                    <a:pt x="214" y="0"/>
                  </a:moveTo>
                  <a:cubicBezTo>
                    <a:pt x="198" y="23"/>
                    <a:pt x="157" y="17"/>
                    <a:pt x="133" y="20"/>
                  </a:cubicBezTo>
                  <a:cubicBezTo>
                    <a:pt x="105" y="23"/>
                    <a:pt x="72" y="26"/>
                    <a:pt x="43" y="20"/>
                  </a:cubicBezTo>
                  <a:cubicBezTo>
                    <a:pt x="35" y="18"/>
                    <a:pt x="17" y="8"/>
                    <a:pt x="10" y="9"/>
                  </a:cubicBezTo>
                  <a:cubicBezTo>
                    <a:pt x="0" y="11"/>
                    <a:pt x="0" y="43"/>
                    <a:pt x="1" y="53"/>
                  </a:cubicBezTo>
                  <a:cubicBezTo>
                    <a:pt x="5" y="80"/>
                    <a:pt x="17" y="58"/>
                    <a:pt x="30" y="52"/>
                  </a:cubicBezTo>
                  <a:cubicBezTo>
                    <a:pt x="41" y="46"/>
                    <a:pt x="55" y="47"/>
                    <a:pt x="67" y="47"/>
                  </a:cubicBezTo>
                  <a:cubicBezTo>
                    <a:pt x="88" y="46"/>
                    <a:pt x="109" y="47"/>
                    <a:pt x="130" y="48"/>
                  </a:cubicBezTo>
                  <a:cubicBezTo>
                    <a:pt x="160" y="49"/>
                    <a:pt x="183" y="73"/>
                    <a:pt x="215" y="57"/>
                  </a:cubicBezTo>
                </a:path>
              </a:pathLst>
            </a:custGeom>
            <a:solidFill>
              <a:srgbClr val="48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63" name="Freeform 572">
              <a:extLst>
                <a:ext uri="{FF2B5EF4-FFF2-40B4-BE49-F238E27FC236}">
                  <a16:creationId xmlns:a16="http://schemas.microsoft.com/office/drawing/2014/main" id="{83F8F441-E47C-457A-B827-B6E21B342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051"/>
              <a:ext cx="321" cy="284"/>
            </a:xfrm>
            <a:custGeom>
              <a:avLst/>
              <a:gdLst>
                <a:gd name="T0" fmla="*/ 786 w 199"/>
                <a:gd name="T1" fmla="*/ 361 h 176"/>
                <a:gd name="T2" fmla="*/ 582 w 199"/>
                <a:gd name="T3" fmla="*/ 349 h 176"/>
                <a:gd name="T4" fmla="*/ 365 w 199"/>
                <a:gd name="T5" fmla="*/ 437 h 176"/>
                <a:gd name="T6" fmla="*/ 165 w 199"/>
                <a:gd name="T7" fmla="*/ 616 h 176"/>
                <a:gd name="T8" fmla="*/ 47 w 199"/>
                <a:gd name="T9" fmla="*/ 739 h 176"/>
                <a:gd name="T10" fmla="*/ 158 w 199"/>
                <a:gd name="T11" fmla="*/ 568 h 176"/>
                <a:gd name="T12" fmla="*/ 344 w 199"/>
                <a:gd name="T13" fmla="*/ 349 h 176"/>
                <a:gd name="T14" fmla="*/ 377 w 199"/>
                <a:gd name="T15" fmla="*/ 179 h 176"/>
                <a:gd name="T16" fmla="*/ 327 w 199"/>
                <a:gd name="T17" fmla="*/ 8 h 176"/>
                <a:gd name="T18" fmla="*/ 432 w 199"/>
                <a:gd name="T19" fmla="*/ 105 h 176"/>
                <a:gd name="T20" fmla="*/ 547 w 199"/>
                <a:gd name="T21" fmla="*/ 173 h 176"/>
                <a:gd name="T22" fmla="*/ 658 w 199"/>
                <a:gd name="T23" fmla="*/ 205 h 176"/>
                <a:gd name="T24" fmla="*/ 836 w 199"/>
                <a:gd name="T25" fmla="*/ 300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9" h="176">
                  <a:moveTo>
                    <a:pt x="187" y="86"/>
                  </a:moveTo>
                  <a:cubicBezTo>
                    <a:pt x="182" y="94"/>
                    <a:pt x="150" y="82"/>
                    <a:pt x="139" y="83"/>
                  </a:cubicBezTo>
                  <a:cubicBezTo>
                    <a:pt x="123" y="84"/>
                    <a:pt x="100" y="94"/>
                    <a:pt x="87" y="104"/>
                  </a:cubicBezTo>
                  <a:cubicBezTo>
                    <a:pt x="70" y="116"/>
                    <a:pt x="54" y="133"/>
                    <a:pt x="39" y="147"/>
                  </a:cubicBezTo>
                  <a:cubicBezTo>
                    <a:pt x="33" y="154"/>
                    <a:pt x="18" y="176"/>
                    <a:pt x="11" y="176"/>
                  </a:cubicBezTo>
                  <a:cubicBezTo>
                    <a:pt x="0" y="161"/>
                    <a:pt x="29" y="144"/>
                    <a:pt x="38" y="135"/>
                  </a:cubicBezTo>
                  <a:cubicBezTo>
                    <a:pt x="55" y="121"/>
                    <a:pt x="73" y="104"/>
                    <a:pt x="82" y="83"/>
                  </a:cubicBezTo>
                  <a:cubicBezTo>
                    <a:pt x="88" y="70"/>
                    <a:pt x="90" y="57"/>
                    <a:pt x="90" y="43"/>
                  </a:cubicBezTo>
                  <a:cubicBezTo>
                    <a:pt x="89" y="27"/>
                    <a:pt x="81" y="16"/>
                    <a:pt x="78" y="2"/>
                  </a:cubicBezTo>
                  <a:cubicBezTo>
                    <a:pt x="89" y="0"/>
                    <a:pt x="97" y="18"/>
                    <a:pt x="103" y="25"/>
                  </a:cubicBezTo>
                  <a:cubicBezTo>
                    <a:pt x="110" y="33"/>
                    <a:pt x="119" y="38"/>
                    <a:pt x="130" y="41"/>
                  </a:cubicBezTo>
                  <a:cubicBezTo>
                    <a:pt x="140" y="43"/>
                    <a:pt x="148" y="45"/>
                    <a:pt x="157" y="49"/>
                  </a:cubicBezTo>
                  <a:cubicBezTo>
                    <a:pt x="171" y="55"/>
                    <a:pt x="185" y="69"/>
                    <a:pt x="199" y="71"/>
                  </a:cubicBezTo>
                </a:path>
              </a:pathLst>
            </a:custGeom>
            <a:solidFill>
              <a:srgbClr val="48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64" name="Freeform 573">
              <a:extLst>
                <a:ext uri="{FF2B5EF4-FFF2-40B4-BE49-F238E27FC236}">
                  <a16:creationId xmlns:a16="http://schemas.microsoft.com/office/drawing/2014/main" id="{A8511A7C-6BE4-48E1-B1EC-0E715FA1E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936"/>
              <a:ext cx="272" cy="189"/>
            </a:xfrm>
            <a:custGeom>
              <a:avLst/>
              <a:gdLst>
                <a:gd name="T0" fmla="*/ 610 w 168"/>
                <a:gd name="T1" fmla="*/ 431 h 117"/>
                <a:gd name="T2" fmla="*/ 343 w 168"/>
                <a:gd name="T3" fmla="*/ 173 h 117"/>
                <a:gd name="T4" fmla="*/ 21 w 168"/>
                <a:gd name="T5" fmla="*/ 152 h 117"/>
                <a:gd name="T6" fmla="*/ 411 w 168"/>
                <a:gd name="T7" fmla="*/ 97 h 117"/>
                <a:gd name="T8" fmla="*/ 712 w 168"/>
                <a:gd name="T9" fmla="*/ 493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117">
                  <a:moveTo>
                    <a:pt x="144" y="102"/>
                  </a:moveTo>
                  <a:cubicBezTo>
                    <a:pt x="147" y="70"/>
                    <a:pt x="102" y="51"/>
                    <a:pt x="81" y="41"/>
                  </a:cubicBezTo>
                  <a:cubicBezTo>
                    <a:pt x="55" y="28"/>
                    <a:pt x="31" y="19"/>
                    <a:pt x="5" y="36"/>
                  </a:cubicBezTo>
                  <a:cubicBezTo>
                    <a:pt x="0" y="0"/>
                    <a:pt x="80" y="14"/>
                    <a:pt x="97" y="23"/>
                  </a:cubicBezTo>
                  <a:cubicBezTo>
                    <a:pt x="127" y="39"/>
                    <a:pt x="158" y="85"/>
                    <a:pt x="168" y="117"/>
                  </a:cubicBezTo>
                </a:path>
              </a:pathLst>
            </a:custGeom>
            <a:solidFill>
              <a:srgbClr val="48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65" name="Freeform 574">
              <a:extLst>
                <a:ext uri="{FF2B5EF4-FFF2-40B4-BE49-F238E27FC236}">
                  <a16:creationId xmlns:a16="http://schemas.microsoft.com/office/drawing/2014/main" id="{1EE7213F-6EF9-49FE-9135-6DBE13540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909"/>
              <a:ext cx="165" cy="355"/>
            </a:xfrm>
            <a:custGeom>
              <a:avLst/>
              <a:gdLst>
                <a:gd name="T0" fmla="*/ 338 w 102"/>
                <a:gd name="T1" fmla="*/ 178 h 220"/>
                <a:gd name="T2" fmla="*/ 97 w 102"/>
                <a:gd name="T3" fmla="*/ 441 h 220"/>
                <a:gd name="T4" fmla="*/ 128 w 102"/>
                <a:gd name="T5" fmla="*/ 658 h 220"/>
                <a:gd name="T6" fmla="*/ 204 w 102"/>
                <a:gd name="T7" fmla="*/ 875 h 220"/>
                <a:gd name="T8" fmla="*/ 81 w 102"/>
                <a:gd name="T9" fmla="*/ 908 h 220"/>
                <a:gd name="T10" fmla="*/ 47 w 102"/>
                <a:gd name="T11" fmla="*/ 713 h 220"/>
                <a:gd name="T12" fmla="*/ 8 w 102"/>
                <a:gd name="T13" fmla="*/ 526 h 220"/>
                <a:gd name="T14" fmla="*/ 60 w 102"/>
                <a:gd name="T15" fmla="*/ 336 h 220"/>
                <a:gd name="T16" fmla="*/ 131 w 102"/>
                <a:gd name="T17" fmla="*/ 200 h 220"/>
                <a:gd name="T18" fmla="*/ 136 w 102"/>
                <a:gd name="T19" fmla="*/ 71 h 220"/>
                <a:gd name="T20" fmla="*/ 432 w 102"/>
                <a:gd name="T21" fmla="*/ 123 h 2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220">
                  <a:moveTo>
                    <a:pt x="80" y="42"/>
                  </a:moveTo>
                  <a:cubicBezTo>
                    <a:pt x="43" y="28"/>
                    <a:pt x="27" y="81"/>
                    <a:pt x="23" y="105"/>
                  </a:cubicBezTo>
                  <a:cubicBezTo>
                    <a:pt x="21" y="125"/>
                    <a:pt x="22" y="139"/>
                    <a:pt x="30" y="157"/>
                  </a:cubicBezTo>
                  <a:cubicBezTo>
                    <a:pt x="37" y="172"/>
                    <a:pt x="50" y="192"/>
                    <a:pt x="48" y="208"/>
                  </a:cubicBezTo>
                  <a:cubicBezTo>
                    <a:pt x="44" y="211"/>
                    <a:pt x="25" y="220"/>
                    <a:pt x="19" y="216"/>
                  </a:cubicBezTo>
                  <a:cubicBezTo>
                    <a:pt x="11" y="211"/>
                    <a:pt x="13" y="178"/>
                    <a:pt x="11" y="170"/>
                  </a:cubicBezTo>
                  <a:cubicBezTo>
                    <a:pt x="7" y="153"/>
                    <a:pt x="0" y="142"/>
                    <a:pt x="2" y="125"/>
                  </a:cubicBezTo>
                  <a:cubicBezTo>
                    <a:pt x="5" y="109"/>
                    <a:pt x="7" y="94"/>
                    <a:pt x="14" y="80"/>
                  </a:cubicBezTo>
                  <a:cubicBezTo>
                    <a:pt x="19" y="69"/>
                    <a:pt x="27" y="59"/>
                    <a:pt x="31" y="48"/>
                  </a:cubicBezTo>
                  <a:cubicBezTo>
                    <a:pt x="34" y="40"/>
                    <a:pt x="28" y="22"/>
                    <a:pt x="32" y="17"/>
                  </a:cubicBezTo>
                  <a:cubicBezTo>
                    <a:pt x="43" y="0"/>
                    <a:pt x="85" y="33"/>
                    <a:pt x="102" y="29"/>
                  </a:cubicBezTo>
                </a:path>
              </a:pathLst>
            </a:custGeom>
            <a:solidFill>
              <a:srgbClr val="48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66" name="Freeform 575">
              <a:extLst>
                <a:ext uri="{FF2B5EF4-FFF2-40B4-BE49-F238E27FC236}">
                  <a16:creationId xmlns:a16="http://schemas.microsoft.com/office/drawing/2014/main" id="{999C5F54-1ACA-4D9B-9E02-735C9CBF7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559"/>
              <a:ext cx="131" cy="420"/>
            </a:xfrm>
            <a:custGeom>
              <a:avLst/>
              <a:gdLst>
                <a:gd name="T0" fmla="*/ 225 w 81"/>
                <a:gd name="T1" fmla="*/ 47 h 260"/>
                <a:gd name="T2" fmla="*/ 191 w 81"/>
                <a:gd name="T3" fmla="*/ 336 h 260"/>
                <a:gd name="T4" fmla="*/ 102 w 81"/>
                <a:gd name="T5" fmla="*/ 594 h 260"/>
                <a:gd name="T6" fmla="*/ 63 w 81"/>
                <a:gd name="T7" fmla="*/ 856 h 260"/>
                <a:gd name="T8" fmla="*/ 42 w 81"/>
                <a:gd name="T9" fmla="*/ 1090 h 260"/>
                <a:gd name="T10" fmla="*/ 115 w 81"/>
                <a:gd name="T11" fmla="*/ 1089 h 260"/>
                <a:gd name="T12" fmla="*/ 115 w 81"/>
                <a:gd name="T13" fmla="*/ 932 h 260"/>
                <a:gd name="T14" fmla="*/ 160 w 81"/>
                <a:gd name="T15" fmla="*/ 543 h 260"/>
                <a:gd name="T16" fmla="*/ 343 w 81"/>
                <a:gd name="T17" fmla="*/ 0 h 2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260">
                  <a:moveTo>
                    <a:pt x="53" y="11"/>
                  </a:moveTo>
                  <a:cubicBezTo>
                    <a:pt x="55" y="36"/>
                    <a:pt x="54" y="56"/>
                    <a:pt x="45" y="80"/>
                  </a:cubicBezTo>
                  <a:cubicBezTo>
                    <a:pt x="37" y="100"/>
                    <a:pt x="30" y="120"/>
                    <a:pt x="24" y="141"/>
                  </a:cubicBezTo>
                  <a:cubicBezTo>
                    <a:pt x="19" y="162"/>
                    <a:pt x="18" y="182"/>
                    <a:pt x="15" y="203"/>
                  </a:cubicBezTo>
                  <a:cubicBezTo>
                    <a:pt x="14" y="215"/>
                    <a:pt x="0" y="251"/>
                    <a:pt x="10" y="259"/>
                  </a:cubicBezTo>
                  <a:cubicBezTo>
                    <a:pt x="12" y="260"/>
                    <a:pt x="26" y="259"/>
                    <a:pt x="27" y="258"/>
                  </a:cubicBezTo>
                  <a:cubicBezTo>
                    <a:pt x="31" y="254"/>
                    <a:pt x="27" y="229"/>
                    <a:pt x="27" y="221"/>
                  </a:cubicBezTo>
                  <a:cubicBezTo>
                    <a:pt x="30" y="190"/>
                    <a:pt x="29" y="160"/>
                    <a:pt x="38" y="129"/>
                  </a:cubicBezTo>
                  <a:cubicBezTo>
                    <a:pt x="50" y="86"/>
                    <a:pt x="72" y="44"/>
                    <a:pt x="81" y="0"/>
                  </a:cubicBezTo>
                </a:path>
              </a:pathLst>
            </a:custGeom>
            <a:solidFill>
              <a:srgbClr val="48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67" name="Freeform 576">
              <a:extLst>
                <a:ext uri="{FF2B5EF4-FFF2-40B4-BE49-F238E27FC236}">
                  <a16:creationId xmlns:a16="http://schemas.microsoft.com/office/drawing/2014/main" id="{B2CF8404-3332-4877-AAD9-8AA2E21F2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866"/>
              <a:ext cx="434" cy="332"/>
            </a:xfrm>
            <a:custGeom>
              <a:avLst/>
              <a:gdLst>
                <a:gd name="T0" fmla="*/ 582 w 269"/>
                <a:gd name="T1" fmla="*/ 122 h 206"/>
                <a:gd name="T2" fmla="*/ 286 w 269"/>
                <a:gd name="T3" fmla="*/ 327 h 206"/>
                <a:gd name="T4" fmla="*/ 124 w 269"/>
                <a:gd name="T5" fmla="*/ 221 h 206"/>
                <a:gd name="T6" fmla="*/ 0 w 269"/>
                <a:gd name="T7" fmla="*/ 0 h 206"/>
                <a:gd name="T8" fmla="*/ 115 w 269"/>
                <a:gd name="T9" fmla="*/ 276 h 206"/>
                <a:gd name="T10" fmla="*/ 192 w 269"/>
                <a:gd name="T11" fmla="*/ 405 h 206"/>
                <a:gd name="T12" fmla="*/ 589 w 269"/>
                <a:gd name="T13" fmla="*/ 382 h 206"/>
                <a:gd name="T14" fmla="*/ 841 w 269"/>
                <a:gd name="T15" fmla="*/ 666 h 206"/>
                <a:gd name="T16" fmla="*/ 945 w 269"/>
                <a:gd name="T17" fmla="*/ 803 h 206"/>
                <a:gd name="T18" fmla="*/ 1060 w 269"/>
                <a:gd name="T19" fmla="*/ 506 h 206"/>
                <a:gd name="T20" fmla="*/ 1116 w 269"/>
                <a:gd name="T21" fmla="*/ 234 h 206"/>
                <a:gd name="T22" fmla="*/ 1005 w 269"/>
                <a:gd name="T23" fmla="*/ 340 h 206"/>
                <a:gd name="T24" fmla="*/ 841 w 269"/>
                <a:gd name="T25" fmla="*/ 356 h 206"/>
                <a:gd name="T26" fmla="*/ 676 w 269"/>
                <a:gd name="T27" fmla="*/ 288 h 206"/>
                <a:gd name="T28" fmla="*/ 623 w 269"/>
                <a:gd name="T29" fmla="*/ 137 h 20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9" h="206">
                  <a:moveTo>
                    <a:pt x="139" y="29"/>
                  </a:moveTo>
                  <a:cubicBezTo>
                    <a:pt x="128" y="63"/>
                    <a:pt x="104" y="79"/>
                    <a:pt x="68" y="78"/>
                  </a:cubicBezTo>
                  <a:cubicBezTo>
                    <a:pt x="50" y="78"/>
                    <a:pt x="39" y="67"/>
                    <a:pt x="30" y="53"/>
                  </a:cubicBezTo>
                  <a:cubicBezTo>
                    <a:pt x="22" y="40"/>
                    <a:pt x="13" y="6"/>
                    <a:pt x="0" y="0"/>
                  </a:cubicBezTo>
                  <a:cubicBezTo>
                    <a:pt x="2" y="23"/>
                    <a:pt x="20" y="44"/>
                    <a:pt x="27" y="66"/>
                  </a:cubicBezTo>
                  <a:cubicBezTo>
                    <a:pt x="31" y="81"/>
                    <a:pt x="28" y="95"/>
                    <a:pt x="46" y="97"/>
                  </a:cubicBezTo>
                  <a:cubicBezTo>
                    <a:pt x="78" y="100"/>
                    <a:pt x="107" y="84"/>
                    <a:pt x="140" y="91"/>
                  </a:cubicBezTo>
                  <a:cubicBezTo>
                    <a:pt x="175" y="100"/>
                    <a:pt x="192" y="125"/>
                    <a:pt x="200" y="159"/>
                  </a:cubicBezTo>
                  <a:cubicBezTo>
                    <a:pt x="204" y="172"/>
                    <a:pt x="205" y="206"/>
                    <a:pt x="225" y="192"/>
                  </a:cubicBezTo>
                  <a:cubicBezTo>
                    <a:pt x="242" y="181"/>
                    <a:pt x="246" y="140"/>
                    <a:pt x="252" y="121"/>
                  </a:cubicBezTo>
                  <a:cubicBezTo>
                    <a:pt x="259" y="102"/>
                    <a:pt x="269" y="76"/>
                    <a:pt x="266" y="56"/>
                  </a:cubicBezTo>
                  <a:cubicBezTo>
                    <a:pt x="256" y="62"/>
                    <a:pt x="250" y="75"/>
                    <a:pt x="239" y="81"/>
                  </a:cubicBezTo>
                  <a:cubicBezTo>
                    <a:pt x="227" y="88"/>
                    <a:pt x="214" y="88"/>
                    <a:pt x="200" y="85"/>
                  </a:cubicBezTo>
                  <a:cubicBezTo>
                    <a:pt x="185" y="83"/>
                    <a:pt x="172" y="81"/>
                    <a:pt x="161" y="69"/>
                  </a:cubicBezTo>
                  <a:cubicBezTo>
                    <a:pt x="150" y="57"/>
                    <a:pt x="155" y="46"/>
                    <a:pt x="148" y="33"/>
                  </a:cubicBezTo>
                </a:path>
              </a:pathLst>
            </a:custGeom>
            <a:solidFill>
              <a:srgbClr val="48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68" name="Freeform 577">
              <a:extLst>
                <a:ext uri="{FF2B5EF4-FFF2-40B4-BE49-F238E27FC236}">
                  <a16:creationId xmlns:a16="http://schemas.microsoft.com/office/drawing/2014/main" id="{08BD74B1-66FE-4CE8-8DC6-7A3CCFFC2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876"/>
              <a:ext cx="138" cy="190"/>
            </a:xfrm>
            <a:custGeom>
              <a:avLst/>
              <a:gdLst>
                <a:gd name="T0" fmla="*/ 319 w 86"/>
                <a:gd name="T1" fmla="*/ 0 h 118"/>
                <a:gd name="T2" fmla="*/ 120 w 86"/>
                <a:gd name="T3" fmla="*/ 221 h 118"/>
                <a:gd name="T4" fmla="*/ 82 w 86"/>
                <a:gd name="T5" fmla="*/ 493 h 118"/>
                <a:gd name="T6" fmla="*/ 244 w 86"/>
                <a:gd name="T7" fmla="*/ 217 h 118"/>
                <a:gd name="T8" fmla="*/ 355 w 86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8">
                  <a:moveTo>
                    <a:pt x="77" y="0"/>
                  </a:moveTo>
                  <a:cubicBezTo>
                    <a:pt x="60" y="8"/>
                    <a:pt x="39" y="36"/>
                    <a:pt x="29" y="53"/>
                  </a:cubicBezTo>
                  <a:cubicBezTo>
                    <a:pt x="18" y="72"/>
                    <a:pt x="0" y="99"/>
                    <a:pt x="20" y="118"/>
                  </a:cubicBezTo>
                  <a:cubicBezTo>
                    <a:pt x="33" y="96"/>
                    <a:pt x="45" y="73"/>
                    <a:pt x="59" y="52"/>
                  </a:cubicBezTo>
                  <a:cubicBezTo>
                    <a:pt x="70" y="36"/>
                    <a:pt x="83" y="19"/>
                    <a:pt x="86" y="0"/>
                  </a:cubicBezTo>
                </a:path>
              </a:pathLst>
            </a:custGeom>
            <a:solidFill>
              <a:srgbClr val="48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69" name="Freeform 578">
              <a:extLst>
                <a:ext uri="{FF2B5EF4-FFF2-40B4-BE49-F238E27FC236}">
                  <a16:creationId xmlns:a16="http://schemas.microsoft.com/office/drawing/2014/main" id="{17A48E44-98B2-4D71-BE08-00697C468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087"/>
              <a:ext cx="204" cy="226"/>
            </a:xfrm>
            <a:custGeom>
              <a:avLst/>
              <a:gdLst>
                <a:gd name="T0" fmla="*/ 369 w 126"/>
                <a:gd name="T1" fmla="*/ 26 h 140"/>
                <a:gd name="T2" fmla="*/ 217 w 126"/>
                <a:gd name="T3" fmla="*/ 349 h 140"/>
                <a:gd name="T4" fmla="*/ 136 w 126"/>
                <a:gd name="T5" fmla="*/ 425 h 140"/>
                <a:gd name="T6" fmla="*/ 26 w 126"/>
                <a:gd name="T7" fmla="*/ 500 h 140"/>
                <a:gd name="T8" fmla="*/ 162 w 126"/>
                <a:gd name="T9" fmla="*/ 484 h 140"/>
                <a:gd name="T10" fmla="*/ 348 w 126"/>
                <a:gd name="T11" fmla="*/ 349 h 140"/>
                <a:gd name="T12" fmla="*/ 474 w 126"/>
                <a:gd name="T13" fmla="*/ 232 h 140"/>
                <a:gd name="T14" fmla="*/ 534 w 126"/>
                <a:gd name="T15" fmla="*/ 0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140">
                  <a:moveTo>
                    <a:pt x="87" y="6"/>
                  </a:moveTo>
                  <a:cubicBezTo>
                    <a:pt x="89" y="36"/>
                    <a:pt x="71" y="63"/>
                    <a:pt x="51" y="83"/>
                  </a:cubicBezTo>
                  <a:cubicBezTo>
                    <a:pt x="45" y="90"/>
                    <a:pt x="39" y="96"/>
                    <a:pt x="32" y="101"/>
                  </a:cubicBezTo>
                  <a:cubicBezTo>
                    <a:pt x="26" y="105"/>
                    <a:pt x="8" y="113"/>
                    <a:pt x="6" y="119"/>
                  </a:cubicBezTo>
                  <a:cubicBezTo>
                    <a:pt x="0" y="140"/>
                    <a:pt x="32" y="119"/>
                    <a:pt x="38" y="115"/>
                  </a:cubicBezTo>
                  <a:cubicBezTo>
                    <a:pt x="52" y="104"/>
                    <a:pt x="68" y="96"/>
                    <a:pt x="82" y="83"/>
                  </a:cubicBezTo>
                  <a:cubicBezTo>
                    <a:pt x="92" y="75"/>
                    <a:pt x="105" y="66"/>
                    <a:pt x="112" y="55"/>
                  </a:cubicBezTo>
                  <a:cubicBezTo>
                    <a:pt x="123" y="39"/>
                    <a:pt x="123" y="18"/>
                    <a:pt x="126" y="0"/>
                  </a:cubicBezTo>
                </a:path>
              </a:pathLst>
            </a:custGeom>
            <a:solidFill>
              <a:srgbClr val="48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70" name="Freeform 579">
              <a:extLst>
                <a:ext uri="{FF2B5EF4-FFF2-40B4-BE49-F238E27FC236}">
                  <a16:creationId xmlns:a16="http://schemas.microsoft.com/office/drawing/2014/main" id="{A98D4361-E188-4163-8785-00B5539EE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617"/>
              <a:ext cx="141" cy="233"/>
            </a:xfrm>
            <a:custGeom>
              <a:avLst/>
              <a:gdLst>
                <a:gd name="T0" fmla="*/ 162 w 87"/>
                <a:gd name="T1" fmla="*/ 0 h 144"/>
                <a:gd name="T2" fmla="*/ 107 w 87"/>
                <a:gd name="T3" fmla="*/ 110 h 144"/>
                <a:gd name="T4" fmla="*/ 0 w 87"/>
                <a:gd name="T5" fmla="*/ 191 h 144"/>
                <a:gd name="T6" fmla="*/ 110 w 87"/>
                <a:gd name="T7" fmla="*/ 293 h 144"/>
                <a:gd name="T8" fmla="*/ 212 w 87"/>
                <a:gd name="T9" fmla="*/ 471 h 144"/>
                <a:gd name="T10" fmla="*/ 308 w 87"/>
                <a:gd name="T11" fmla="*/ 605 h 144"/>
                <a:gd name="T12" fmla="*/ 274 w 87"/>
                <a:gd name="T13" fmla="*/ 385 h 144"/>
                <a:gd name="T14" fmla="*/ 183 w 87"/>
                <a:gd name="T15" fmla="*/ 42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144">
                  <a:moveTo>
                    <a:pt x="38" y="0"/>
                  </a:moveTo>
                  <a:cubicBezTo>
                    <a:pt x="38" y="11"/>
                    <a:pt x="32" y="19"/>
                    <a:pt x="25" y="26"/>
                  </a:cubicBezTo>
                  <a:cubicBezTo>
                    <a:pt x="21" y="30"/>
                    <a:pt x="0" y="41"/>
                    <a:pt x="0" y="45"/>
                  </a:cubicBezTo>
                  <a:cubicBezTo>
                    <a:pt x="0" y="49"/>
                    <a:pt x="22" y="64"/>
                    <a:pt x="26" y="69"/>
                  </a:cubicBezTo>
                  <a:cubicBezTo>
                    <a:pt x="37" y="81"/>
                    <a:pt x="43" y="96"/>
                    <a:pt x="50" y="111"/>
                  </a:cubicBezTo>
                  <a:cubicBezTo>
                    <a:pt x="54" y="120"/>
                    <a:pt x="59" y="144"/>
                    <a:pt x="72" y="143"/>
                  </a:cubicBezTo>
                  <a:cubicBezTo>
                    <a:pt x="87" y="142"/>
                    <a:pt x="66" y="102"/>
                    <a:pt x="64" y="91"/>
                  </a:cubicBezTo>
                  <a:cubicBezTo>
                    <a:pt x="58" y="64"/>
                    <a:pt x="47" y="37"/>
                    <a:pt x="43" y="10"/>
                  </a:cubicBezTo>
                </a:path>
              </a:pathLst>
            </a:custGeom>
            <a:solidFill>
              <a:srgbClr val="64C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71" name="Freeform 580">
              <a:extLst>
                <a:ext uri="{FF2B5EF4-FFF2-40B4-BE49-F238E27FC236}">
                  <a16:creationId xmlns:a16="http://schemas.microsoft.com/office/drawing/2014/main" id="{AA315656-6DB9-4A78-ACEF-0B21AD4F9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671"/>
              <a:ext cx="65" cy="92"/>
            </a:xfrm>
            <a:custGeom>
              <a:avLst/>
              <a:gdLst>
                <a:gd name="T0" fmla="*/ 164 w 40"/>
                <a:gd name="T1" fmla="*/ 39 h 57"/>
                <a:gd name="T2" fmla="*/ 5 w 40"/>
                <a:gd name="T3" fmla="*/ 0 h 57"/>
                <a:gd name="T4" fmla="*/ 26 w 40"/>
                <a:gd name="T5" fmla="*/ 136 h 57"/>
                <a:gd name="T6" fmla="*/ 8 w 40"/>
                <a:gd name="T7" fmla="*/ 234 h 57"/>
                <a:gd name="T8" fmla="*/ 172 w 40"/>
                <a:gd name="T9" fmla="*/ 5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7">
                  <a:moveTo>
                    <a:pt x="38" y="9"/>
                  </a:moveTo>
                  <a:cubicBezTo>
                    <a:pt x="24" y="9"/>
                    <a:pt x="13" y="9"/>
                    <a:pt x="1" y="0"/>
                  </a:cubicBezTo>
                  <a:cubicBezTo>
                    <a:pt x="1" y="11"/>
                    <a:pt x="6" y="21"/>
                    <a:pt x="6" y="32"/>
                  </a:cubicBezTo>
                  <a:cubicBezTo>
                    <a:pt x="6" y="41"/>
                    <a:pt x="0" y="47"/>
                    <a:pt x="2" y="56"/>
                  </a:cubicBezTo>
                  <a:cubicBezTo>
                    <a:pt x="17" y="57"/>
                    <a:pt x="29" y="23"/>
                    <a:pt x="40" y="12"/>
                  </a:cubicBezTo>
                </a:path>
              </a:pathLst>
            </a:custGeom>
            <a:solidFill>
              <a:srgbClr val="64C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72" name="Freeform 581">
              <a:extLst>
                <a:ext uri="{FF2B5EF4-FFF2-40B4-BE49-F238E27FC236}">
                  <a16:creationId xmlns:a16="http://schemas.microsoft.com/office/drawing/2014/main" id="{A1BDFAA4-4F9A-456C-8517-2F4B489F0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464"/>
              <a:ext cx="122" cy="128"/>
            </a:xfrm>
            <a:custGeom>
              <a:avLst/>
              <a:gdLst>
                <a:gd name="T0" fmla="*/ 0 w 76"/>
                <a:gd name="T1" fmla="*/ 170 h 79"/>
                <a:gd name="T2" fmla="*/ 111 w 76"/>
                <a:gd name="T3" fmla="*/ 335 h 79"/>
                <a:gd name="T4" fmla="*/ 315 w 76"/>
                <a:gd name="T5" fmla="*/ 123 h 79"/>
                <a:gd name="T6" fmla="*/ 260 w 76"/>
                <a:gd name="T7" fmla="*/ 0 h 79"/>
                <a:gd name="T8" fmla="*/ 56 w 76"/>
                <a:gd name="T9" fmla="*/ 162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9">
                  <a:moveTo>
                    <a:pt x="0" y="40"/>
                  </a:moveTo>
                  <a:cubicBezTo>
                    <a:pt x="21" y="45"/>
                    <a:pt x="21" y="62"/>
                    <a:pt x="27" y="79"/>
                  </a:cubicBezTo>
                  <a:cubicBezTo>
                    <a:pt x="42" y="60"/>
                    <a:pt x="50" y="38"/>
                    <a:pt x="76" y="29"/>
                  </a:cubicBezTo>
                  <a:cubicBezTo>
                    <a:pt x="71" y="20"/>
                    <a:pt x="68" y="8"/>
                    <a:pt x="63" y="0"/>
                  </a:cubicBezTo>
                  <a:cubicBezTo>
                    <a:pt x="53" y="13"/>
                    <a:pt x="39" y="51"/>
                    <a:pt x="14" y="38"/>
                  </a:cubicBezTo>
                </a:path>
              </a:pathLst>
            </a:custGeom>
            <a:solidFill>
              <a:srgbClr val="64C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73" name="Freeform 582">
              <a:extLst>
                <a:ext uri="{FF2B5EF4-FFF2-40B4-BE49-F238E27FC236}">
                  <a16:creationId xmlns:a16="http://schemas.microsoft.com/office/drawing/2014/main" id="{63CAC4E2-3261-4CC9-85E8-D459F4362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018"/>
              <a:ext cx="75" cy="109"/>
            </a:xfrm>
            <a:custGeom>
              <a:avLst/>
              <a:gdLst>
                <a:gd name="T0" fmla="*/ 0 w 46"/>
                <a:gd name="T1" fmla="*/ 61 h 68"/>
                <a:gd name="T2" fmla="*/ 88 w 46"/>
                <a:gd name="T3" fmla="*/ 281 h 68"/>
                <a:gd name="T4" fmla="*/ 143 w 46"/>
                <a:gd name="T5" fmla="*/ 131 h 68"/>
                <a:gd name="T6" fmla="*/ 199 w 46"/>
                <a:gd name="T7" fmla="*/ 0 h 68"/>
                <a:gd name="T8" fmla="*/ 39 w 46"/>
                <a:gd name="T9" fmla="*/ 67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8">
                  <a:moveTo>
                    <a:pt x="0" y="15"/>
                  </a:moveTo>
                  <a:cubicBezTo>
                    <a:pt x="20" y="21"/>
                    <a:pt x="10" y="68"/>
                    <a:pt x="20" y="68"/>
                  </a:cubicBezTo>
                  <a:cubicBezTo>
                    <a:pt x="31" y="68"/>
                    <a:pt x="31" y="39"/>
                    <a:pt x="33" y="32"/>
                  </a:cubicBezTo>
                  <a:cubicBezTo>
                    <a:pt x="36" y="21"/>
                    <a:pt x="46" y="12"/>
                    <a:pt x="46" y="0"/>
                  </a:cubicBezTo>
                  <a:cubicBezTo>
                    <a:pt x="34" y="5"/>
                    <a:pt x="24" y="23"/>
                    <a:pt x="9" y="16"/>
                  </a:cubicBezTo>
                </a:path>
              </a:pathLst>
            </a:custGeom>
            <a:solidFill>
              <a:srgbClr val="64C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74" name="Freeform 583">
              <a:extLst>
                <a:ext uri="{FF2B5EF4-FFF2-40B4-BE49-F238E27FC236}">
                  <a16:creationId xmlns:a16="http://schemas.microsoft.com/office/drawing/2014/main" id="{92D9540B-3F60-40D1-B91B-3F273CCE3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112"/>
              <a:ext cx="96" cy="83"/>
            </a:xfrm>
            <a:custGeom>
              <a:avLst/>
              <a:gdLst>
                <a:gd name="T0" fmla="*/ 47 w 59"/>
                <a:gd name="T1" fmla="*/ 8 h 51"/>
                <a:gd name="T2" fmla="*/ 54 w 59"/>
                <a:gd name="T3" fmla="*/ 122 h 51"/>
                <a:gd name="T4" fmla="*/ 5 w 59"/>
                <a:gd name="T5" fmla="*/ 220 h 51"/>
                <a:gd name="T6" fmla="*/ 132 w 59"/>
                <a:gd name="T7" fmla="*/ 124 h 51"/>
                <a:gd name="T8" fmla="*/ 254 w 59"/>
                <a:gd name="T9" fmla="*/ 132 h 51"/>
                <a:gd name="T10" fmla="*/ 54 w 59"/>
                <a:gd name="T11" fmla="*/ 3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1">
                  <a:moveTo>
                    <a:pt x="11" y="2"/>
                  </a:moveTo>
                  <a:cubicBezTo>
                    <a:pt x="12" y="11"/>
                    <a:pt x="15" y="18"/>
                    <a:pt x="12" y="28"/>
                  </a:cubicBezTo>
                  <a:cubicBezTo>
                    <a:pt x="10" y="36"/>
                    <a:pt x="0" y="41"/>
                    <a:pt x="1" y="51"/>
                  </a:cubicBezTo>
                  <a:cubicBezTo>
                    <a:pt x="13" y="48"/>
                    <a:pt x="19" y="33"/>
                    <a:pt x="31" y="29"/>
                  </a:cubicBezTo>
                  <a:cubicBezTo>
                    <a:pt x="39" y="26"/>
                    <a:pt x="52" y="29"/>
                    <a:pt x="59" y="31"/>
                  </a:cubicBezTo>
                  <a:cubicBezTo>
                    <a:pt x="51" y="24"/>
                    <a:pt x="17" y="0"/>
                    <a:pt x="12" y="8"/>
                  </a:cubicBezTo>
                </a:path>
              </a:pathLst>
            </a:custGeom>
            <a:solidFill>
              <a:srgbClr val="64C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75" name="Oval 584">
              <a:extLst>
                <a:ext uri="{FF2B5EF4-FFF2-40B4-BE49-F238E27FC236}">
                  <a16:creationId xmlns:a16="http://schemas.microsoft.com/office/drawing/2014/main" id="{AA5AF3E2-1F83-47F7-9231-EF9F97172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1124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6" name="Oval 585">
              <a:extLst>
                <a:ext uri="{FF2B5EF4-FFF2-40B4-BE49-F238E27FC236}">
                  <a16:creationId xmlns:a16="http://schemas.microsoft.com/office/drawing/2014/main" id="{4FD75A7A-7D2C-448F-8F9A-DB9164E8F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1143"/>
              <a:ext cx="16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7" name="Oval 586">
              <a:extLst>
                <a:ext uri="{FF2B5EF4-FFF2-40B4-BE49-F238E27FC236}">
                  <a16:creationId xmlns:a16="http://schemas.microsoft.com/office/drawing/2014/main" id="{494D7B72-92B1-4E5D-8D1E-2006F9CE0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1527"/>
              <a:ext cx="19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8" name="Oval 587">
              <a:extLst>
                <a:ext uri="{FF2B5EF4-FFF2-40B4-BE49-F238E27FC236}">
                  <a16:creationId xmlns:a16="http://schemas.microsoft.com/office/drawing/2014/main" id="{87724133-F5BE-4C25-A8DD-51ED29A04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50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9" name="Oval 588">
              <a:extLst>
                <a:ext uri="{FF2B5EF4-FFF2-40B4-BE49-F238E27FC236}">
                  <a16:creationId xmlns:a16="http://schemas.microsoft.com/office/drawing/2014/main" id="{4A2975D9-B138-4600-A5C1-CDC437B11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1960"/>
              <a:ext cx="32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0" name="Oval 589">
              <a:extLst>
                <a:ext uri="{FF2B5EF4-FFF2-40B4-BE49-F238E27FC236}">
                  <a16:creationId xmlns:a16="http://schemas.microsoft.com/office/drawing/2014/main" id="{04089DEE-030D-46F2-87B2-44FCDA9B8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4" y="2072"/>
              <a:ext cx="26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1" name="Oval 590">
              <a:extLst>
                <a:ext uri="{FF2B5EF4-FFF2-40B4-BE49-F238E27FC236}">
                  <a16:creationId xmlns:a16="http://schemas.microsoft.com/office/drawing/2014/main" id="{FD5D758E-647B-486A-91D7-FB0C91C11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034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2" name="Oval 591">
              <a:extLst>
                <a:ext uri="{FF2B5EF4-FFF2-40B4-BE49-F238E27FC236}">
                  <a16:creationId xmlns:a16="http://schemas.microsoft.com/office/drawing/2014/main" id="{ADB2343B-5EEC-4FEA-8636-78D37F759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1690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3" name="Oval 592">
              <a:extLst>
                <a:ext uri="{FF2B5EF4-FFF2-40B4-BE49-F238E27FC236}">
                  <a16:creationId xmlns:a16="http://schemas.microsoft.com/office/drawing/2014/main" id="{A06B66B0-B9B7-4D76-8465-B58BFDE8B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1690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4" name="Oval 593">
              <a:extLst>
                <a:ext uri="{FF2B5EF4-FFF2-40B4-BE49-F238E27FC236}">
                  <a16:creationId xmlns:a16="http://schemas.microsoft.com/office/drawing/2014/main" id="{AAFE6462-5282-462E-BBAC-649C8F2D3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0" y="1656"/>
              <a:ext cx="47" cy="4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5" name="Oval 594">
              <a:extLst>
                <a:ext uri="{FF2B5EF4-FFF2-40B4-BE49-F238E27FC236}">
                  <a16:creationId xmlns:a16="http://schemas.microsoft.com/office/drawing/2014/main" id="{3E65DC6E-0C03-4F43-9624-B56472299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" y="1743"/>
              <a:ext cx="26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6" name="Oval 595">
              <a:extLst>
                <a:ext uri="{FF2B5EF4-FFF2-40B4-BE49-F238E27FC236}">
                  <a16:creationId xmlns:a16="http://schemas.microsoft.com/office/drawing/2014/main" id="{F221D08B-01D0-48D5-8A7D-E3AD16ADB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9" y="2511"/>
              <a:ext cx="26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7" name="Oval 596">
              <a:extLst>
                <a:ext uri="{FF2B5EF4-FFF2-40B4-BE49-F238E27FC236}">
                  <a16:creationId xmlns:a16="http://schemas.microsoft.com/office/drawing/2014/main" id="{AB5C0492-AABA-4EE8-8E51-F3DC605FF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" y="2557"/>
              <a:ext cx="29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8" name="Oval 597">
              <a:extLst>
                <a:ext uri="{FF2B5EF4-FFF2-40B4-BE49-F238E27FC236}">
                  <a16:creationId xmlns:a16="http://schemas.microsoft.com/office/drawing/2014/main" id="{A4DCD37B-73E6-4994-8AED-1373FF893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" y="875"/>
              <a:ext cx="26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9" name="Oval 598">
              <a:extLst>
                <a:ext uri="{FF2B5EF4-FFF2-40B4-BE49-F238E27FC236}">
                  <a16:creationId xmlns:a16="http://schemas.microsoft.com/office/drawing/2014/main" id="{36E84647-8AB4-4EEC-8457-1E31F56BF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846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0" name="Oval 599">
              <a:extLst>
                <a:ext uri="{FF2B5EF4-FFF2-40B4-BE49-F238E27FC236}">
                  <a16:creationId xmlns:a16="http://schemas.microsoft.com/office/drawing/2014/main" id="{FDC9CDFB-7BD5-48DF-80D5-AE8172AFF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151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1" name="Freeform 600">
              <a:extLst>
                <a:ext uri="{FF2B5EF4-FFF2-40B4-BE49-F238E27FC236}">
                  <a16:creationId xmlns:a16="http://schemas.microsoft.com/office/drawing/2014/main" id="{50CC5CB6-6CFC-4980-83F9-C83ACF9959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5" y="2602"/>
              <a:ext cx="2060" cy="860"/>
            </a:xfrm>
            <a:custGeom>
              <a:avLst/>
              <a:gdLst>
                <a:gd name="T0" fmla="*/ 636 w 1276"/>
                <a:gd name="T1" fmla="*/ 1836 h 533"/>
                <a:gd name="T2" fmla="*/ 26 w 1276"/>
                <a:gd name="T3" fmla="*/ 1299 h 533"/>
                <a:gd name="T4" fmla="*/ 118 w 1276"/>
                <a:gd name="T5" fmla="*/ 1268 h 533"/>
                <a:gd name="T6" fmla="*/ 678 w 1276"/>
                <a:gd name="T7" fmla="*/ 1391 h 533"/>
                <a:gd name="T8" fmla="*/ 828 w 1276"/>
                <a:gd name="T9" fmla="*/ 1638 h 533"/>
                <a:gd name="T10" fmla="*/ 636 w 1276"/>
                <a:gd name="T11" fmla="*/ 1836 h 533"/>
                <a:gd name="T12" fmla="*/ 471 w 1276"/>
                <a:gd name="T13" fmla="*/ 966 h 533"/>
                <a:gd name="T14" fmla="*/ 378 w 1276"/>
                <a:gd name="T15" fmla="*/ 713 h 533"/>
                <a:gd name="T16" fmla="*/ 802 w 1276"/>
                <a:gd name="T17" fmla="*/ 139 h 533"/>
                <a:gd name="T18" fmla="*/ 1233 w 1276"/>
                <a:gd name="T19" fmla="*/ 89 h 533"/>
                <a:gd name="T20" fmla="*/ 1697 w 1276"/>
                <a:gd name="T21" fmla="*/ 416 h 533"/>
                <a:gd name="T22" fmla="*/ 1485 w 1276"/>
                <a:gd name="T23" fmla="*/ 1005 h 533"/>
                <a:gd name="T24" fmla="*/ 1162 w 1276"/>
                <a:gd name="T25" fmla="*/ 1189 h 533"/>
                <a:gd name="T26" fmla="*/ 471 w 1276"/>
                <a:gd name="T27" fmla="*/ 966 h 533"/>
                <a:gd name="T28" fmla="*/ 1999 w 1276"/>
                <a:gd name="T29" fmla="*/ 1778 h 533"/>
                <a:gd name="T30" fmla="*/ 1172 w 1276"/>
                <a:gd name="T31" fmla="*/ 1986 h 533"/>
                <a:gd name="T32" fmla="*/ 1337 w 1276"/>
                <a:gd name="T33" fmla="*/ 1588 h 533"/>
                <a:gd name="T34" fmla="*/ 1840 w 1276"/>
                <a:gd name="T35" fmla="*/ 1617 h 533"/>
                <a:gd name="T36" fmla="*/ 1999 w 1276"/>
                <a:gd name="T37" fmla="*/ 1778 h 533"/>
                <a:gd name="T38" fmla="*/ 1965 w 1276"/>
                <a:gd name="T39" fmla="*/ 1260 h 533"/>
                <a:gd name="T40" fmla="*/ 1808 w 1276"/>
                <a:gd name="T41" fmla="*/ 747 h 533"/>
                <a:gd name="T42" fmla="*/ 2197 w 1276"/>
                <a:gd name="T43" fmla="*/ 521 h 533"/>
                <a:gd name="T44" fmla="*/ 3075 w 1276"/>
                <a:gd name="T45" fmla="*/ 697 h 533"/>
                <a:gd name="T46" fmla="*/ 3190 w 1276"/>
                <a:gd name="T47" fmla="*/ 875 h 533"/>
                <a:gd name="T48" fmla="*/ 1965 w 1276"/>
                <a:gd name="T49" fmla="*/ 1260 h 533"/>
                <a:gd name="T50" fmla="*/ 3547 w 1276"/>
                <a:gd name="T51" fmla="*/ 1617 h 533"/>
                <a:gd name="T52" fmla="*/ 2803 w 1276"/>
                <a:gd name="T53" fmla="*/ 1918 h 533"/>
                <a:gd name="T54" fmla="*/ 2575 w 1276"/>
                <a:gd name="T55" fmla="*/ 1515 h 533"/>
                <a:gd name="T56" fmla="*/ 3114 w 1276"/>
                <a:gd name="T57" fmla="*/ 1349 h 533"/>
                <a:gd name="T58" fmla="*/ 3403 w 1276"/>
                <a:gd name="T59" fmla="*/ 1378 h 533"/>
                <a:gd name="T60" fmla="*/ 3547 w 1276"/>
                <a:gd name="T61" fmla="*/ 1617 h 533"/>
                <a:gd name="T62" fmla="*/ 4470 w 1276"/>
                <a:gd name="T63" fmla="*/ 1375 h 533"/>
                <a:gd name="T64" fmla="*/ 3555 w 1276"/>
                <a:gd name="T65" fmla="*/ 1015 h 533"/>
                <a:gd name="T66" fmla="*/ 3691 w 1276"/>
                <a:gd name="T67" fmla="*/ 765 h 533"/>
                <a:gd name="T68" fmla="*/ 4436 w 1276"/>
                <a:gd name="T69" fmla="*/ 515 h 533"/>
                <a:gd name="T70" fmla="*/ 5370 w 1276"/>
                <a:gd name="T71" fmla="*/ 966 h 533"/>
                <a:gd name="T72" fmla="*/ 4470 w 1276"/>
                <a:gd name="T73" fmla="*/ 1375 h 5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76" h="533">
                  <a:moveTo>
                    <a:pt x="151" y="437"/>
                  </a:moveTo>
                  <a:cubicBezTo>
                    <a:pt x="90" y="408"/>
                    <a:pt x="0" y="335"/>
                    <a:pt x="6" y="309"/>
                  </a:cubicBezTo>
                  <a:cubicBezTo>
                    <a:pt x="9" y="296"/>
                    <a:pt x="28" y="302"/>
                    <a:pt x="28" y="302"/>
                  </a:cubicBezTo>
                  <a:cubicBezTo>
                    <a:pt x="28" y="302"/>
                    <a:pt x="136" y="321"/>
                    <a:pt x="161" y="331"/>
                  </a:cubicBezTo>
                  <a:cubicBezTo>
                    <a:pt x="187" y="342"/>
                    <a:pt x="197" y="354"/>
                    <a:pt x="197" y="390"/>
                  </a:cubicBezTo>
                  <a:cubicBezTo>
                    <a:pt x="197" y="425"/>
                    <a:pt x="212" y="467"/>
                    <a:pt x="151" y="437"/>
                  </a:cubicBezTo>
                  <a:close/>
                  <a:moveTo>
                    <a:pt x="112" y="230"/>
                  </a:moveTo>
                  <a:cubicBezTo>
                    <a:pt x="112" y="230"/>
                    <a:pt x="64" y="221"/>
                    <a:pt x="90" y="170"/>
                  </a:cubicBezTo>
                  <a:cubicBezTo>
                    <a:pt x="90" y="170"/>
                    <a:pt x="149" y="64"/>
                    <a:pt x="191" y="33"/>
                  </a:cubicBezTo>
                  <a:cubicBezTo>
                    <a:pt x="233" y="2"/>
                    <a:pt x="248" y="0"/>
                    <a:pt x="293" y="21"/>
                  </a:cubicBezTo>
                  <a:cubicBezTo>
                    <a:pt x="337" y="42"/>
                    <a:pt x="413" y="72"/>
                    <a:pt x="403" y="99"/>
                  </a:cubicBezTo>
                  <a:cubicBezTo>
                    <a:pt x="392" y="126"/>
                    <a:pt x="357" y="201"/>
                    <a:pt x="353" y="239"/>
                  </a:cubicBezTo>
                  <a:cubicBezTo>
                    <a:pt x="349" y="276"/>
                    <a:pt x="336" y="299"/>
                    <a:pt x="276" y="283"/>
                  </a:cubicBezTo>
                  <a:cubicBezTo>
                    <a:pt x="216" y="266"/>
                    <a:pt x="112" y="230"/>
                    <a:pt x="112" y="230"/>
                  </a:cubicBezTo>
                  <a:close/>
                  <a:moveTo>
                    <a:pt x="475" y="423"/>
                  </a:moveTo>
                  <a:cubicBezTo>
                    <a:pt x="452" y="449"/>
                    <a:pt x="297" y="533"/>
                    <a:pt x="279" y="473"/>
                  </a:cubicBezTo>
                  <a:cubicBezTo>
                    <a:pt x="261" y="414"/>
                    <a:pt x="255" y="354"/>
                    <a:pt x="318" y="378"/>
                  </a:cubicBezTo>
                  <a:cubicBezTo>
                    <a:pt x="318" y="378"/>
                    <a:pt x="403" y="388"/>
                    <a:pt x="437" y="385"/>
                  </a:cubicBezTo>
                  <a:cubicBezTo>
                    <a:pt x="472" y="382"/>
                    <a:pt x="497" y="396"/>
                    <a:pt x="475" y="423"/>
                  </a:cubicBezTo>
                  <a:close/>
                  <a:moveTo>
                    <a:pt x="467" y="300"/>
                  </a:moveTo>
                  <a:cubicBezTo>
                    <a:pt x="400" y="302"/>
                    <a:pt x="407" y="220"/>
                    <a:pt x="430" y="178"/>
                  </a:cubicBezTo>
                  <a:cubicBezTo>
                    <a:pt x="452" y="136"/>
                    <a:pt x="481" y="111"/>
                    <a:pt x="522" y="124"/>
                  </a:cubicBezTo>
                  <a:cubicBezTo>
                    <a:pt x="522" y="124"/>
                    <a:pt x="678" y="166"/>
                    <a:pt x="731" y="166"/>
                  </a:cubicBezTo>
                  <a:cubicBezTo>
                    <a:pt x="785" y="166"/>
                    <a:pt x="782" y="196"/>
                    <a:pt x="758" y="208"/>
                  </a:cubicBezTo>
                  <a:cubicBezTo>
                    <a:pt x="734" y="220"/>
                    <a:pt x="637" y="296"/>
                    <a:pt x="467" y="300"/>
                  </a:cubicBezTo>
                  <a:close/>
                  <a:moveTo>
                    <a:pt x="843" y="385"/>
                  </a:moveTo>
                  <a:cubicBezTo>
                    <a:pt x="818" y="415"/>
                    <a:pt x="751" y="487"/>
                    <a:pt x="666" y="457"/>
                  </a:cubicBezTo>
                  <a:cubicBezTo>
                    <a:pt x="581" y="427"/>
                    <a:pt x="560" y="369"/>
                    <a:pt x="612" y="361"/>
                  </a:cubicBezTo>
                  <a:cubicBezTo>
                    <a:pt x="612" y="361"/>
                    <a:pt x="721" y="339"/>
                    <a:pt x="740" y="321"/>
                  </a:cubicBezTo>
                  <a:cubicBezTo>
                    <a:pt x="760" y="303"/>
                    <a:pt x="783" y="306"/>
                    <a:pt x="809" y="328"/>
                  </a:cubicBezTo>
                  <a:cubicBezTo>
                    <a:pt x="834" y="351"/>
                    <a:pt x="869" y="355"/>
                    <a:pt x="843" y="385"/>
                  </a:cubicBezTo>
                  <a:close/>
                  <a:moveTo>
                    <a:pt x="1062" y="327"/>
                  </a:moveTo>
                  <a:cubicBezTo>
                    <a:pt x="997" y="328"/>
                    <a:pt x="900" y="302"/>
                    <a:pt x="845" y="242"/>
                  </a:cubicBezTo>
                  <a:cubicBezTo>
                    <a:pt x="845" y="242"/>
                    <a:pt x="861" y="211"/>
                    <a:pt x="877" y="182"/>
                  </a:cubicBezTo>
                  <a:cubicBezTo>
                    <a:pt x="894" y="154"/>
                    <a:pt x="967" y="115"/>
                    <a:pt x="1054" y="123"/>
                  </a:cubicBezTo>
                  <a:cubicBezTo>
                    <a:pt x="1140" y="130"/>
                    <a:pt x="1276" y="175"/>
                    <a:pt x="1276" y="230"/>
                  </a:cubicBezTo>
                  <a:cubicBezTo>
                    <a:pt x="1276" y="285"/>
                    <a:pt x="1128" y="326"/>
                    <a:pt x="1062" y="327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92" name="Freeform 601">
              <a:extLst>
                <a:ext uri="{FF2B5EF4-FFF2-40B4-BE49-F238E27FC236}">
                  <a16:creationId xmlns:a16="http://schemas.microsoft.com/office/drawing/2014/main" id="{8C650A1E-972B-4F7F-B068-ADC560BF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816"/>
              <a:ext cx="418" cy="613"/>
            </a:xfrm>
            <a:custGeom>
              <a:avLst/>
              <a:gdLst>
                <a:gd name="T0" fmla="*/ 1089 w 259"/>
                <a:gd name="T1" fmla="*/ 1541 h 380"/>
                <a:gd name="T2" fmla="*/ 823 w 259"/>
                <a:gd name="T3" fmla="*/ 1045 h 380"/>
                <a:gd name="T4" fmla="*/ 294 w 259"/>
                <a:gd name="T5" fmla="*/ 63 h 380"/>
                <a:gd name="T6" fmla="*/ 416 w 259"/>
                <a:gd name="T7" fmla="*/ 755 h 380"/>
                <a:gd name="T8" fmla="*/ 505 w 259"/>
                <a:gd name="T9" fmla="*/ 1028 h 380"/>
                <a:gd name="T10" fmla="*/ 97 w 259"/>
                <a:gd name="T11" fmla="*/ 731 h 380"/>
                <a:gd name="T12" fmla="*/ 60 w 259"/>
                <a:gd name="T13" fmla="*/ 899 h 380"/>
                <a:gd name="T14" fmla="*/ 781 w 259"/>
                <a:gd name="T15" fmla="*/ 1436 h 380"/>
                <a:gd name="T16" fmla="*/ 857 w 259"/>
                <a:gd name="T17" fmla="*/ 1595 h 380"/>
                <a:gd name="T18" fmla="*/ 1089 w 259"/>
                <a:gd name="T19" fmla="*/ 1541 h 3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9" h="380">
                  <a:moveTo>
                    <a:pt x="259" y="367"/>
                  </a:moveTo>
                  <a:cubicBezTo>
                    <a:pt x="247" y="324"/>
                    <a:pt x="225" y="282"/>
                    <a:pt x="196" y="249"/>
                  </a:cubicBezTo>
                  <a:cubicBezTo>
                    <a:pt x="155" y="203"/>
                    <a:pt x="100" y="23"/>
                    <a:pt x="70" y="15"/>
                  </a:cubicBezTo>
                  <a:cubicBezTo>
                    <a:pt x="15" y="0"/>
                    <a:pt x="82" y="151"/>
                    <a:pt x="99" y="180"/>
                  </a:cubicBezTo>
                  <a:cubicBezTo>
                    <a:pt x="137" y="246"/>
                    <a:pt x="130" y="247"/>
                    <a:pt x="120" y="245"/>
                  </a:cubicBezTo>
                  <a:cubicBezTo>
                    <a:pt x="42" y="201"/>
                    <a:pt x="47" y="172"/>
                    <a:pt x="23" y="174"/>
                  </a:cubicBezTo>
                  <a:cubicBezTo>
                    <a:pt x="14" y="174"/>
                    <a:pt x="0" y="189"/>
                    <a:pt x="14" y="214"/>
                  </a:cubicBezTo>
                  <a:cubicBezTo>
                    <a:pt x="60" y="302"/>
                    <a:pt x="147" y="289"/>
                    <a:pt x="186" y="342"/>
                  </a:cubicBezTo>
                  <a:cubicBezTo>
                    <a:pt x="195" y="354"/>
                    <a:pt x="201" y="366"/>
                    <a:pt x="204" y="380"/>
                  </a:cubicBezTo>
                  <a:cubicBezTo>
                    <a:pt x="204" y="380"/>
                    <a:pt x="232" y="377"/>
                    <a:pt x="259" y="367"/>
                  </a:cubicBezTo>
                  <a:close/>
                </a:path>
              </a:pathLst>
            </a:custGeom>
            <a:solidFill>
              <a:srgbClr val="CDD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93" name="Freeform 602">
              <a:extLst>
                <a:ext uri="{FF2B5EF4-FFF2-40B4-BE49-F238E27FC236}">
                  <a16:creationId xmlns:a16="http://schemas.microsoft.com/office/drawing/2014/main" id="{2A58A809-A13E-43A6-8B1C-9CC20DB92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816"/>
              <a:ext cx="418" cy="613"/>
            </a:xfrm>
            <a:custGeom>
              <a:avLst/>
              <a:gdLst>
                <a:gd name="T0" fmla="*/ 1089 w 259"/>
                <a:gd name="T1" fmla="*/ 1541 h 380"/>
                <a:gd name="T2" fmla="*/ 823 w 259"/>
                <a:gd name="T3" fmla="*/ 1045 h 380"/>
                <a:gd name="T4" fmla="*/ 294 w 259"/>
                <a:gd name="T5" fmla="*/ 63 h 380"/>
                <a:gd name="T6" fmla="*/ 416 w 259"/>
                <a:gd name="T7" fmla="*/ 755 h 380"/>
                <a:gd name="T8" fmla="*/ 505 w 259"/>
                <a:gd name="T9" fmla="*/ 1028 h 380"/>
                <a:gd name="T10" fmla="*/ 97 w 259"/>
                <a:gd name="T11" fmla="*/ 731 h 380"/>
                <a:gd name="T12" fmla="*/ 60 w 259"/>
                <a:gd name="T13" fmla="*/ 899 h 380"/>
                <a:gd name="T14" fmla="*/ 781 w 259"/>
                <a:gd name="T15" fmla="*/ 1436 h 380"/>
                <a:gd name="T16" fmla="*/ 857 w 259"/>
                <a:gd name="T17" fmla="*/ 1595 h 3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9" h="380">
                  <a:moveTo>
                    <a:pt x="259" y="367"/>
                  </a:moveTo>
                  <a:cubicBezTo>
                    <a:pt x="247" y="324"/>
                    <a:pt x="225" y="282"/>
                    <a:pt x="196" y="249"/>
                  </a:cubicBezTo>
                  <a:cubicBezTo>
                    <a:pt x="155" y="203"/>
                    <a:pt x="100" y="23"/>
                    <a:pt x="70" y="15"/>
                  </a:cubicBezTo>
                  <a:cubicBezTo>
                    <a:pt x="15" y="0"/>
                    <a:pt x="82" y="151"/>
                    <a:pt x="99" y="180"/>
                  </a:cubicBezTo>
                  <a:cubicBezTo>
                    <a:pt x="137" y="246"/>
                    <a:pt x="130" y="247"/>
                    <a:pt x="120" y="245"/>
                  </a:cubicBezTo>
                  <a:cubicBezTo>
                    <a:pt x="42" y="201"/>
                    <a:pt x="47" y="172"/>
                    <a:pt x="23" y="174"/>
                  </a:cubicBezTo>
                  <a:cubicBezTo>
                    <a:pt x="14" y="174"/>
                    <a:pt x="0" y="189"/>
                    <a:pt x="14" y="214"/>
                  </a:cubicBezTo>
                  <a:cubicBezTo>
                    <a:pt x="60" y="302"/>
                    <a:pt x="147" y="289"/>
                    <a:pt x="186" y="342"/>
                  </a:cubicBezTo>
                  <a:cubicBezTo>
                    <a:pt x="195" y="354"/>
                    <a:pt x="201" y="366"/>
                    <a:pt x="204" y="38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94" name="Freeform 603">
              <a:extLst>
                <a:ext uri="{FF2B5EF4-FFF2-40B4-BE49-F238E27FC236}">
                  <a16:creationId xmlns:a16="http://schemas.microsoft.com/office/drawing/2014/main" id="{1D380648-2DC8-4662-A0DB-56413EB8E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447"/>
              <a:ext cx="439" cy="631"/>
            </a:xfrm>
            <a:custGeom>
              <a:avLst/>
              <a:gdLst>
                <a:gd name="T0" fmla="*/ 1064 w 272"/>
                <a:gd name="T1" fmla="*/ 289 h 391"/>
                <a:gd name="T2" fmla="*/ 972 w 272"/>
                <a:gd name="T3" fmla="*/ 644 h 391"/>
                <a:gd name="T4" fmla="*/ 1144 w 272"/>
                <a:gd name="T5" fmla="*/ 1320 h 391"/>
                <a:gd name="T6" fmla="*/ 500 w 272"/>
                <a:gd name="T7" fmla="*/ 1596 h 391"/>
                <a:gd name="T8" fmla="*/ 615 w 272"/>
                <a:gd name="T9" fmla="*/ 1430 h 391"/>
                <a:gd name="T10" fmla="*/ 521 w 272"/>
                <a:gd name="T11" fmla="*/ 888 h 391"/>
                <a:gd name="T12" fmla="*/ 341 w 272"/>
                <a:gd name="T13" fmla="*/ 416 h 391"/>
                <a:gd name="T14" fmla="*/ 55 w 272"/>
                <a:gd name="T15" fmla="*/ 76 h 391"/>
                <a:gd name="T16" fmla="*/ 199 w 272"/>
                <a:gd name="T17" fmla="*/ 39 h 391"/>
                <a:gd name="T18" fmla="*/ 355 w 272"/>
                <a:gd name="T19" fmla="*/ 157 h 391"/>
                <a:gd name="T20" fmla="*/ 597 w 272"/>
                <a:gd name="T21" fmla="*/ 395 h 391"/>
                <a:gd name="T22" fmla="*/ 734 w 272"/>
                <a:gd name="T23" fmla="*/ 420 h 391"/>
                <a:gd name="T24" fmla="*/ 759 w 272"/>
                <a:gd name="T25" fmla="*/ 361 h 391"/>
                <a:gd name="T26" fmla="*/ 1064 w 272"/>
                <a:gd name="T27" fmla="*/ 289 h 3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2" h="391">
                  <a:moveTo>
                    <a:pt x="253" y="69"/>
                  </a:moveTo>
                  <a:cubicBezTo>
                    <a:pt x="249" y="101"/>
                    <a:pt x="240" y="130"/>
                    <a:pt x="231" y="153"/>
                  </a:cubicBezTo>
                  <a:cubicBezTo>
                    <a:pt x="210" y="203"/>
                    <a:pt x="165" y="320"/>
                    <a:pt x="272" y="314"/>
                  </a:cubicBezTo>
                  <a:cubicBezTo>
                    <a:pt x="272" y="314"/>
                    <a:pt x="225" y="391"/>
                    <a:pt x="119" y="380"/>
                  </a:cubicBezTo>
                  <a:cubicBezTo>
                    <a:pt x="119" y="380"/>
                    <a:pt x="154" y="372"/>
                    <a:pt x="146" y="340"/>
                  </a:cubicBezTo>
                  <a:cubicBezTo>
                    <a:pt x="137" y="309"/>
                    <a:pt x="115" y="257"/>
                    <a:pt x="124" y="211"/>
                  </a:cubicBezTo>
                  <a:cubicBezTo>
                    <a:pt x="132" y="165"/>
                    <a:pt x="114" y="127"/>
                    <a:pt x="81" y="99"/>
                  </a:cubicBezTo>
                  <a:cubicBezTo>
                    <a:pt x="49" y="71"/>
                    <a:pt x="0" y="57"/>
                    <a:pt x="13" y="18"/>
                  </a:cubicBezTo>
                  <a:cubicBezTo>
                    <a:pt x="19" y="0"/>
                    <a:pt x="34" y="0"/>
                    <a:pt x="47" y="9"/>
                  </a:cubicBezTo>
                  <a:cubicBezTo>
                    <a:pt x="57" y="18"/>
                    <a:pt x="75" y="31"/>
                    <a:pt x="84" y="37"/>
                  </a:cubicBezTo>
                  <a:cubicBezTo>
                    <a:pt x="104" y="52"/>
                    <a:pt x="124" y="77"/>
                    <a:pt x="142" y="94"/>
                  </a:cubicBezTo>
                  <a:cubicBezTo>
                    <a:pt x="160" y="111"/>
                    <a:pt x="166" y="123"/>
                    <a:pt x="175" y="100"/>
                  </a:cubicBezTo>
                  <a:cubicBezTo>
                    <a:pt x="176" y="97"/>
                    <a:pt x="178" y="92"/>
                    <a:pt x="180" y="86"/>
                  </a:cubicBezTo>
                  <a:cubicBezTo>
                    <a:pt x="180" y="86"/>
                    <a:pt x="199" y="88"/>
                    <a:pt x="253" y="69"/>
                  </a:cubicBezTo>
                  <a:close/>
                </a:path>
              </a:pathLst>
            </a:custGeom>
            <a:solidFill>
              <a:srgbClr val="CDD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95" name="Freeform 604">
              <a:extLst>
                <a:ext uri="{FF2B5EF4-FFF2-40B4-BE49-F238E27FC236}">
                  <a16:creationId xmlns:a16="http://schemas.microsoft.com/office/drawing/2014/main" id="{FB39467B-3A17-434D-A541-09F02B38A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447"/>
              <a:ext cx="290" cy="613"/>
            </a:xfrm>
            <a:custGeom>
              <a:avLst/>
              <a:gdLst>
                <a:gd name="T0" fmla="*/ 498 w 180"/>
                <a:gd name="T1" fmla="*/ 1595 h 380"/>
                <a:gd name="T2" fmla="*/ 611 w 180"/>
                <a:gd name="T3" fmla="*/ 1426 h 380"/>
                <a:gd name="T4" fmla="*/ 519 w 180"/>
                <a:gd name="T5" fmla="*/ 884 h 380"/>
                <a:gd name="T6" fmla="*/ 340 w 180"/>
                <a:gd name="T7" fmla="*/ 416 h 380"/>
                <a:gd name="T8" fmla="*/ 55 w 180"/>
                <a:gd name="T9" fmla="*/ 76 h 380"/>
                <a:gd name="T10" fmla="*/ 197 w 180"/>
                <a:gd name="T11" fmla="*/ 39 h 380"/>
                <a:gd name="T12" fmla="*/ 351 w 180"/>
                <a:gd name="T13" fmla="*/ 156 h 380"/>
                <a:gd name="T14" fmla="*/ 595 w 180"/>
                <a:gd name="T15" fmla="*/ 395 h 380"/>
                <a:gd name="T16" fmla="*/ 731 w 180"/>
                <a:gd name="T17" fmla="*/ 419 h 380"/>
                <a:gd name="T18" fmla="*/ 752 w 180"/>
                <a:gd name="T19" fmla="*/ 361 h 3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0" h="380">
                  <a:moveTo>
                    <a:pt x="119" y="380"/>
                  </a:moveTo>
                  <a:cubicBezTo>
                    <a:pt x="119" y="380"/>
                    <a:pt x="154" y="372"/>
                    <a:pt x="146" y="340"/>
                  </a:cubicBezTo>
                  <a:cubicBezTo>
                    <a:pt x="137" y="309"/>
                    <a:pt x="115" y="257"/>
                    <a:pt x="124" y="211"/>
                  </a:cubicBezTo>
                  <a:cubicBezTo>
                    <a:pt x="132" y="165"/>
                    <a:pt x="114" y="127"/>
                    <a:pt x="81" y="99"/>
                  </a:cubicBezTo>
                  <a:cubicBezTo>
                    <a:pt x="49" y="71"/>
                    <a:pt x="0" y="57"/>
                    <a:pt x="13" y="18"/>
                  </a:cubicBezTo>
                  <a:cubicBezTo>
                    <a:pt x="19" y="0"/>
                    <a:pt x="34" y="0"/>
                    <a:pt x="47" y="9"/>
                  </a:cubicBezTo>
                  <a:cubicBezTo>
                    <a:pt x="57" y="18"/>
                    <a:pt x="75" y="31"/>
                    <a:pt x="84" y="37"/>
                  </a:cubicBezTo>
                  <a:cubicBezTo>
                    <a:pt x="104" y="52"/>
                    <a:pt x="124" y="77"/>
                    <a:pt x="142" y="94"/>
                  </a:cubicBezTo>
                  <a:cubicBezTo>
                    <a:pt x="160" y="111"/>
                    <a:pt x="166" y="123"/>
                    <a:pt x="175" y="100"/>
                  </a:cubicBezTo>
                  <a:cubicBezTo>
                    <a:pt x="176" y="97"/>
                    <a:pt x="178" y="92"/>
                    <a:pt x="180" y="86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96" name="Freeform 605">
              <a:extLst>
                <a:ext uri="{FF2B5EF4-FFF2-40B4-BE49-F238E27FC236}">
                  <a16:creationId xmlns:a16="http://schemas.microsoft.com/office/drawing/2014/main" id="{8913D024-8C1E-4B04-92A6-7D7084675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558"/>
              <a:ext cx="173" cy="405"/>
            </a:xfrm>
            <a:custGeom>
              <a:avLst/>
              <a:gdLst>
                <a:gd name="T0" fmla="*/ 372 w 107"/>
                <a:gd name="T1" fmla="*/ 0 h 251"/>
                <a:gd name="T2" fmla="*/ 280 w 107"/>
                <a:gd name="T3" fmla="*/ 353 h 251"/>
                <a:gd name="T4" fmla="*/ 453 w 107"/>
                <a:gd name="T5" fmla="*/ 1028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251">
                  <a:moveTo>
                    <a:pt x="88" y="0"/>
                  </a:moveTo>
                  <a:cubicBezTo>
                    <a:pt x="84" y="32"/>
                    <a:pt x="75" y="61"/>
                    <a:pt x="66" y="84"/>
                  </a:cubicBezTo>
                  <a:cubicBezTo>
                    <a:pt x="45" y="134"/>
                    <a:pt x="0" y="251"/>
                    <a:pt x="107" y="245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97" name="Oval 606">
              <a:extLst>
                <a:ext uri="{FF2B5EF4-FFF2-40B4-BE49-F238E27FC236}">
                  <a16:creationId xmlns:a16="http://schemas.microsoft.com/office/drawing/2014/main" id="{16A16F39-C621-4F69-9066-D388D9C23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9" y="2357"/>
              <a:ext cx="45" cy="109"/>
            </a:xfrm>
            <a:prstGeom prst="ellipse">
              <a:avLst/>
            </a:prstGeom>
            <a:solidFill>
              <a:srgbClr val="E1E7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8" name="Oval 607">
              <a:extLst>
                <a:ext uri="{FF2B5EF4-FFF2-40B4-BE49-F238E27FC236}">
                  <a16:creationId xmlns:a16="http://schemas.microsoft.com/office/drawing/2014/main" id="{58290760-00DE-441C-ADAC-4F997F70C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6" y="2373"/>
              <a:ext cx="30" cy="74"/>
            </a:xfrm>
            <a:prstGeom prst="ellipse">
              <a:avLst/>
            </a:prstGeom>
            <a:solidFill>
              <a:srgbClr val="B0C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9" name="Freeform 608">
              <a:extLst>
                <a:ext uri="{FF2B5EF4-FFF2-40B4-BE49-F238E27FC236}">
                  <a16:creationId xmlns:a16="http://schemas.microsoft.com/office/drawing/2014/main" id="{20264E0F-CFF9-4A0E-8005-41E56A41B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377"/>
              <a:ext cx="16" cy="67"/>
            </a:xfrm>
            <a:custGeom>
              <a:avLst/>
              <a:gdLst>
                <a:gd name="T0" fmla="*/ 0 w 10"/>
                <a:gd name="T1" fmla="*/ 92 h 41"/>
                <a:gd name="T2" fmla="*/ 21 w 10"/>
                <a:gd name="T3" fmla="*/ 178 h 41"/>
                <a:gd name="T4" fmla="*/ 42 w 10"/>
                <a:gd name="T5" fmla="*/ 88 h 41"/>
                <a:gd name="T6" fmla="*/ 26 w 10"/>
                <a:gd name="T7" fmla="*/ 0 h 41"/>
                <a:gd name="T8" fmla="*/ 0 w 10"/>
                <a:gd name="T9" fmla="*/ 9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1">
                  <a:moveTo>
                    <a:pt x="0" y="21"/>
                  </a:moveTo>
                  <a:cubicBezTo>
                    <a:pt x="0" y="30"/>
                    <a:pt x="2" y="37"/>
                    <a:pt x="5" y="41"/>
                  </a:cubicBezTo>
                  <a:cubicBezTo>
                    <a:pt x="8" y="37"/>
                    <a:pt x="10" y="30"/>
                    <a:pt x="10" y="20"/>
                  </a:cubicBezTo>
                  <a:cubicBezTo>
                    <a:pt x="10" y="12"/>
                    <a:pt x="8" y="4"/>
                    <a:pt x="6" y="0"/>
                  </a:cubicBezTo>
                  <a:cubicBezTo>
                    <a:pt x="2" y="4"/>
                    <a:pt x="0" y="12"/>
                    <a:pt x="0" y="21"/>
                  </a:cubicBezTo>
                  <a:close/>
                </a:path>
              </a:pathLst>
            </a:custGeom>
            <a:solidFill>
              <a:srgbClr val="99A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00" name="Oval 609">
              <a:extLst>
                <a:ext uri="{FF2B5EF4-FFF2-40B4-BE49-F238E27FC236}">
                  <a16:creationId xmlns:a16="http://schemas.microsoft.com/office/drawing/2014/main" id="{D2047EC2-B867-4B69-9855-B90E5BBD4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9" y="2357"/>
              <a:ext cx="45" cy="109"/>
            </a:xfrm>
            <a:prstGeom prst="ellipse">
              <a:avLst/>
            </a:prstGeom>
            <a:noFill/>
            <a:ln w="1111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1" name="Oval 610">
              <a:extLst>
                <a:ext uri="{FF2B5EF4-FFF2-40B4-BE49-F238E27FC236}">
                  <a16:creationId xmlns:a16="http://schemas.microsoft.com/office/drawing/2014/main" id="{D29B2EAC-0CC5-4AA2-8EAF-FB6705F9C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6" y="2373"/>
              <a:ext cx="30" cy="74"/>
            </a:xfrm>
            <a:prstGeom prst="ellipse">
              <a:avLst/>
            </a:prstGeom>
            <a:noFill/>
            <a:ln w="6350">
              <a:solidFill>
                <a:srgbClr val="ECF5E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2" name="Freeform 611">
              <a:extLst>
                <a:ext uri="{FF2B5EF4-FFF2-40B4-BE49-F238E27FC236}">
                  <a16:creationId xmlns:a16="http://schemas.microsoft.com/office/drawing/2014/main" id="{A5EFAFE0-A734-482C-9BAA-38CE64453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958"/>
              <a:ext cx="74" cy="155"/>
            </a:xfrm>
            <a:custGeom>
              <a:avLst/>
              <a:gdLst>
                <a:gd name="T0" fmla="*/ 162 w 46"/>
                <a:gd name="T1" fmla="*/ 186 h 96"/>
                <a:gd name="T2" fmla="*/ 145 w 46"/>
                <a:gd name="T3" fmla="*/ 396 h 96"/>
                <a:gd name="T4" fmla="*/ 29 w 46"/>
                <a:gd name="T5" fmla="*/ 224 h 96"/>
                <a:gd name="T6" fmla="*/ 47 w 46"/>
                <a:gd name="T7" fmla="*/ 8 h 96"/>
                <a:gd name="T8" fmla="*/ 162 w 46"/>
                <a:gd name="T9" fmla="*/ 1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6">
                  <a:moveTo>
                    <a:pt x="39" y="44"/>
                  </a:moveTo>
                  <a:cubicBezTo>
                    <a:pt x="46" y="69"/>
                    <a:pt x="44" y="92"/>
                    <a:pt x="35" y="94"/>
                  </a:cubicBezTo>
                  <a:cubicBezTo>
                    <a:pt x="26" y="96"/>
                    <a:pt x="13" y="78"/>
                    <a:pt x="7" y="53"/>
                  </a:cubicBezTo>
                  <a:cubicBezTo>
                    <a:pt x="0" y="27"/>
                    <a:pt x="2" y="5"/>
                    <a:pt x="11" y="2"/>
                  </a:cubicBezTo>
                  <a:cubicBezTo>
                    <a:pt x="19" y="0"/>
                    <a:pt x="32" y="19"/>
                    <a:pt x="39" y="44"/>
                  </a:cubicBezTo>
                  <a:close/>
                </a:path>
              </a:pathLst>
            </a:custGeom>
            <a:solidFill>
              <a:srgbClr val="E1E7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03" name="Freeform 612">
              <a:extLst>
                <a:ext uri="{FF2B5EF4-FFF2-40B4-BE49-F238E27FC236}">
                  <a16:creationId xmlns:a16="http://schemas.microsoft.com/office/drawing/2014/main" id="{7D7B819F-7653-4D3F-882B-5C8A9602B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975"/>
              <a:ext cx="52" cy="122"/>
            </a:xfrm>
            <a:custGeom>
              <a:avLst/>
              <a:gdLst>
                <a:gd name="T0" fmla="*/ 117 w 32"/>
                <a:gd name="T1" fmla="*/ 144 h 76"/>
                <a:gd name="T2" fmla="*/ 111 w 32"/>
                <a:gd name="T3" fmla="*/ 307 h 76"/>
                <a:gd name="T4" fmla="*/ 21 w 32"/>
                <a:gd name="T5" fmla="*/ 170 h 76"/>
                <a:gd name="T6" fmla="*/ 26 w 32"/>
                <a:gd name="T7" fmla="*/ 8 h 76"/>
                <a:gd name="T8" fmla="*/ 117 w 32"/>
                <a:gd name="T9" fmla="*/ 144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6">
                  <a:moveTo>
                    <a:pt x="27" y="35"/>
                  </a:moveTo>
                  <a:cubicBezTo>
                    <a:pt x="32" y="55"/>
                    <a:pt x="32" y="72"/>
                    <a:pt x="26" y="74"/>
                  </a:cubicBezTo>
                  <a:cubicBezTo>
                    <a:pt x="20" y="76"/>
                    <a:pt x="11" y="61"/>
                    <a:pt x="5" y="41"/>
                  </a:cubicBezTo>
                  <a:cubicBezTo>
                    <a:pt x="0" y="21"/>
                    <a:pt x="0" y="3"/>
                    <a:pt x="6" y="2"/>
                  </a:cubicBezTo>
                  <a:cubicBezTo>
                    <a:pt x="12" y="0"/>
                    <a:pt x="21" y="15"/>
                    <a:pt x="27" y="35"/>
                  </a:cubicBezTo>
                  <a:close/>
                </a:path>
              </a:pathLst>
            </a:custGeom>
            <a:solidFill>
              <a:srgbClr val="B0C0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04" name="Freeform 613">
              <a:extLst>
                <a:ext uri="{FF2B5EF4-FFF2-40B4-BE49-F238E27FC236}">
                  <a16:creationId xmlns:a16="http://schemas.microsoft.com/office/drawing/2014/main" id="{00A0E253-346A-4601-9946-997959F46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979"/>
              <a:ext cx="35" cy="107"/>
            </a:xfrm>
            <a:custGeom>
              <a:avLst/>
              <a:gdLst>
                <a:gd name="T0" fmla="*/ 8 w 22"/>
                <a:gd name="T1" fmla="*/ 0 h 66"/>
                <a:gd name="T2" fmla="*/ 16 w 22"/>
                <a:gd name="T3" fmla="*/ 144 h 66"/>
                <a:gd name="T4" fmla="*/ 81 w 22"/>
                <a:gd name="T5" fmla="*/ 280 h 66"/>
                <a:gd name="T6" fmla="*/ 68 w 22"/>
                <a:gd name="T7" fmla="*/ 136 h 66"/>
                <a:gd name="T8" fmla="*/ 8 w 22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6">
                  <a:moveTo>
                    <a:pt x="2" y="0"/>
                  </a:moveTo>
                  <a:cubicBezTo>
                    <a:pt x="0" y="7"/>
                    <a:pt x="1" y="20"/>
                    <a:pt x="4" y="34"/>
                  </a:cubicBezTo>
                  <a:cubicBezTo>
                    <a:pt x="9" y="49"/>
                    <a:pt x="15" y="61"/>
                    <a:pt x="20" y="66"/>
                  </a:cubicBezTo>
                  <a:cubicBezTo>
                    <a:pt x="22" y="59"/>
                    <a:pt x="21" y="46"/>
                    <a:pt x="17" y="32"/>
                  </a:cubicBezTo>
                  <a:cubicBezTo>
                    <a:pt x="13" y="16"/>
                    <a:pt x="7" y="4"/>
                    <a:pt x="2" y="0"/>
                  </a:cubicBezTo>
                  <a:close/>
                </a:path>
              </a:pathLst>
            </a:custGeom>
            <a:solidFill>
              <a:srgbClr val="99A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05" name="Freeform 614">
              <a:extLst>
                <a:ext uri="{FF2B5EF4-FFF2-40B4-BE49-F238E27FC236}">
                  <a16:creationId xmlns:a16="http://schemas.microsoft.com/office/drawing/2014/main" id="{C169F1C2-0AA1-45C5-B9A1-36AEB5338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958"/>
              <a:ext cx="74" cy="155"/>
            </a:xfrm>
            <a:custGeom>
              <a:avLst/>
              <a:gdLst>
                <a:gd name="T0" fmla="*/ 162 w 46"/>
                <a:gd name="T1" fmla="*/ 186 h 96"/>
                <a:gd name="T2" fmla="*/ 145 w 46"/>
                <a:gd name="T3" fmla="*/ 396 h 96"/>
                <a:gd name="T4" fmla="*/ 29 w 46"/>
                <a:gd name="T5" fmla="*/ 220 h 96"/>
                <a:gd name="T6" fmla="*/ 47 w 46"/>
                <a:gd name="T7" fmla="*/ 8 h 96"/>
                <a:gd name="T8" fmla="*/ 162 w 46"/>
                <a:gd name="T9" fmla="*/ 1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6">
                  <a:moveTo>
                    <a:pt x="39" y="44"/>
                  </a:moveTo>
                  <a:cubicBezTo>
                    <a:pt x="46" y="69"/>
                    <a:pt x="44" y="92"/>
                    <a:pt x="35" y="94"/>
                  </a:cubicBezTo>
                  <a:cubicBezTo>
                    <a:pt x="26" y="96"/>
                    <a:pt x="13" y="78"/>
                    <a:pt x="7" y="52"/>
                  </a:cubicBezTo>
                  <a:cubicBezTo>
                    <a:pt x="0" y="27"/>
                    <a:pt x="2" y="5"/>
                    <a:pt x="11" y="2"/>
                  </a:cubicBezTo>
                  <a:cubicBezTo>
                    <a:pt x="19" y="0"/>
                    <a:pt x="32" y="18"/>
                    <a:pt x="39" y="44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06" name="Freeform 615">
              <a:extLst>
                <a:ext uri="{FF2B5EF4-FFF2-40B4-BE49-F238E27FC236}">
                  <a16:creationId xmlns:a16="http://schemas.microsoft.com/office/drawing/2014/main" id="{720DEC50-777A-417C-9847-29C588EFF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975"/>
              <a:ext cx="52" cy="121"/>
            </a:xfrm>
            <a:custGeom>
              <a:avLst/>
              <a:gdLst>
                <a:gd name="T0" fmla="*/ 117 w 32"/>
                <a:gd name="T1" fmla="*/ 145 h 75"/>
                <a:gd name="T2" fmla="*/ 111 w 32"/>
                <a:gd name="T3" fmla="*/ 310 h 75"/>
                <a:gd name="T4" fmla="*/ 21 w 32"/>
                <a:gd name="T5" fmla="*/ 171 h 75"/>
                <a:gd name="T6" fmla="*/ 26 w 32"/>
                <a:gd name="T7" fmla="*/ 5 h 75"/>
                <a:gd name="T8" fmla="*/ 117 w 32"/>
                <a:gd name="T9" fmla="*/ 14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5">
                  <a:moveTo>
                    <a:pt x="27" y="35"/>
                  </a:moveTo>
                  <a:cubicBezTo>
                    <a:pt x="32" y="55"/>
                    <a:pt x="32" y="72"/>
                    <a:pt x="26" y="74"/>
                  </a:cubicBezTo>
                  <a:cubicBezTo>
                    <a:pt x="20" y="75"/>
                    <a:pt x="11" y="61"/>
                    <a:pt x="5" y="41"/>
                  </a:cubicBezTo>
                  <a:cubicBezTo>
                    <a:pt x="0" y="21"/>
                    <a:pt x="0" y="3"/>
                    <a:pt x="6" y="1"/>
                  </a:cubicBezTo>
                  <a:cubicBezTo>
                    <a:pt x="12" y="0"/>
                    <a:pt x="21" y="15"/>
                    <a:pt x="27" y="35"/>
                  </a:cubicBezTo>
                  <a:close/>
                </a:path>
              </a:pathLst>
            </a:custGeom>
            <a:noFill/>
            <a:ln w="6350" cap="flat">
              <a:solidFill>
                <a:srgbClr val="ECF5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07" name="Freeform 616">
              <a:extLst>
                <a:ext uri="{FF2B5EF4-FFF2-40B4-BE49-F238E27FC236}">
                  <a16:creationId xmlns:a16="http://schemas.microsoft.com/office/drawing/2014/main" id="{314F2DA4-DCCD-47AC-9FFC-B617018EB1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1320"/>
              <a:ext cx="960" cy="1004"/>
            </a:xfrm>
            <a:custGeom>
              <a:avLst/>
              <a:gdLst>
                <a:gd name="T0" fmla="*/ 2419 w 595"/>
                <a:gd name="T1" fmla="*/ 1214 h 622"/>
                <a:gd name="T2" fmla="*/ 2457 w 595"/>
                <a:gd name="T3" fmla="*/ 1064 h 622"/>
                <a:gd name="T4" fmla="*/ 2309 w 595"/>
                <a:gd name="T5" fmla="*/ 954 h 622"/>
                <a:gd name="T6" fmla="*/ 2244 w 595"/>
                <a:gd name="T7" fmla="*/ 1128 h 622"/>
                <a:gd name="T8" fmla="*/ 2419 w 595"/>
                <a:gd name="T9" fmla="*/ 1214 h 622"/>
                <a:gd name="T10" fmla="*/ 0 w 595"/>
                <a:gd name="T11" fmla="*/ 2402 h 622"/>
                <a:gd name="T12" fmla="*/ 50 w 595"/>
                <a:gd name="T13" fmla="*/ 2431 h 622"/>
                <a:gd name="T14" fmla="*/ 211 w 595"/>
                <a:gd name="T15" fmla="*/ 2617 h 622"/>
                <a:gd name="T16" fmla="*/ 521 w 595"/>
                <a:gd name="T17" fmla="*/ 2232 h 622"/>
                <a:gd name="T18" fmla="*/ 226 w 595"/>
                <a:gd name="T19" fmla="*/ 2129 h 622"/>
                <a:gd name="T20" fmla="*/ 0 w 595"/>
                <a:gd name="T21" fmla="*/ 2402 h 622"/>
                <a:gd name="T22" fmla="*/ 570 w 595"/>
                <a:gd name="T23" fmla="*/ 891 h 622"/>
                <a:gd name="T24" fmla="*/ 710 w 595"/>
                <a:gd name="T25" fmla="*/ 1286 h 622"/>
                <a:gd name="T26" fmla="*/ 929 w 595"/>
                <a:gd name="T27" fmla="*/ 1259 h 622"/>
                <a:gd name="T28" fmla="*/ 691 w 595"/>
                <a:gd name="T29" fmla="*/ 746 h 622"/>
                <a:gd name="T30" fmla="*/ 570 w 595"/>
                <a:gd name="T31" fmla="*/ 891 h 622"/>
                <a:gd name="T32" fmla="*/ 1841 w 595"/>
                <a:gd name="T33" fmla="*/ 158 h 622"/>
                <a:gd name="T34" fmla="*/ 1622 w 595"/>
                <a:gd name="T35" fmla="*/ 186 h 622"/>
                <a:gd name="T36" fmla="*/ 1622 w 595"/>
                <a:gd name="T37" fmla="*/ 199 h 622"/>
                <a:gd name="T38" fmla="*/ 1528 w 595"/>
                <a:gd name="T39" fmla="*/ 604 h 622"/>
                <a:gd name="T40" fmla="*/ 1505 w 595"/>
                <a:gd name="T41" fmla="*/ 508 h 622"/>
                <a:gd name="T42" fmla="*/ 1505 w 595"/>
                <a:gd name="T43" fmla="*/ 500 h 622"/>
                <a:gd name="T44" fmla="*/ 1460 w 595"/>
                <a:gd name="T45" fmla="*/ 315 h 622"/>
                <a:gd name="T46" fmla="*/ 1281 w 595"/>
                <a:gd name="T47" fmla="*/ 39 h 622"/>
                <a:gd name="T48" fmla="*/ 1329 w 595"/>
                <a:gd name="T49" fmla="*/ 492 h 622"/>
                <a:gd name="T50" fmla="*/ 1541 w 595"/>
                <a:gd name="T51" fmla="*/ 747 h 622"/>
                <a:gd name="T52" fmla="*/ 1630 w 595"/>
                <a:gd name="T53" fmla="*/ 1073 h 622"/>
                <a:gd name="T54" fmla="*/ 1843 w 595"/>
                <a:gd name="T55" fmla="*/ 513 h 622"/>
                <a:gd name="T56" fmla="*/ 1841 w 595"/>
                <a:gd name="T57" fmla="*/ 178 h 622"/>
                <a:gd name="T58" fmla="*/ 1841 w 595"/>
                <a:gd name="T59" fmla="*/ 158 h 62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95" h="622">
                  <a:moveTo>
                    <a:pt x="576" y="289"/>
                  </a:moveTo>
                  <a:cubicBezTo>
                    <a:pt x="578" y="278"/>
                    <a:pt x="581" y="265"/>
                    <a:pt x="585" y="253"/>
                  </a:cubicBezTo>
                  <a:cubicBezTo>
                    <a:pt x="595" y="224"/>
                    <a:pt x="562" y="206"/>
                    <a:pt x="550" y="227"/>
                  </a:cubicBezTo>
                  <a:cubicBezTo>
                    <a:pt x="546" y="234"/>
                    <a:pt x="539" y="248"/>
                    <a:pt x="534" y="268"/>
                  </a:cubicBezTo>
                  <a:cubicBezTo>
                    <a:pt x="545" y="276"/>
                    <a:pt x="567" y="293"/>
                    <a:pt x="576" y="289"/>
                  </a:cubicBezTo>
                  <a:close/>
                  <a:moveTo>
                    <a:pt x="0" y="571"/>
                  </a:moveTo>
                  <a:cubicBezTo>
                    <a:pt x="4" y="574"/>
                    <a:pt x="7" y="576"/>
                    <a:pt x="12" y="578"/>
                  </a:cubicBezTo>
                  <a:cubicBezTo>
                    <a:pt x="27" y="582"/>
                    <a:pt x="35" y="599"/>
                    <a:pt x="50" y="622"/>
                  </a:cubicBezTo>
                  <a:cubicBezTo>
                    <a:pt x="65" y="595"/>
                    <a:pt x="96" y="558"/>
                    <a:pt x="124" y="531"/>
                  </a:cubicBezTo>
                  <a:cubicBezTo>
                    <a:pt x="98" y="529"/>
                    <a:pt x="73" y="521"/>
                    <a:pt x="54" y="506"/>
                  </a:cubicBezTo>
                  <a:cubicBezTo>
                    <a:pt x="37" y="521"/>
                    <a:pt x="16" y="545"/>
                    <a:pt x="0" y="571"/>
                  </a:cubicBezTo>
                  <a:close/>
                  <a:moveTo>
                    <a:pt x="136" y="212"/>
                  </a:moveTo>
                  <a:cubicBezTo>
                    <a:pt x="148" y="240"/>
                    <a:pt x="161" y="274"/>
                    <a:pt x="169" y="306"/>
                  </a:cubicBezTo>
                  <a:cubicBezTo>
                    <a:pt x="185" y="294"/>
                    <a:pt x="204" y="295"/>
                    <a:pt x="221" y="299"/>
                  </a:cubicBezTo>
                  <a:cubicBezTo>
                    <a:pt x="212" y="262"/>
                    <a:pt x="193" y="216"/>
                    <a:pt x="164" y="177"/>
                  </a:cubicBezTo>
                  <a:cubicBezTo>
                    <a:pt x="147" y="156"/>
                    <a:pt x="123" y="183"/>
                    <a:pt x="136" y="212"/>
                  </a:cubicBezTo>
                  <a:close/>
                  <a:moveTo>
                    <a:pt x="438" y="38"/>
                  </a:moveTo>
                  <a:cubicBezTo>
                    <a:pt x="386" y="44"/>
                    <a:pt x="386" y="44"/>
                    <a:pt x="386" y="44"/>
                  </a:cubicBezTo>
                  <a:cubicBezTo>
                    <a:pt x="386" y="47"/>
                    <a:pt x="386" y="47"/>
                    <a:pt x="386" y="47"/>
                  </a:cubicBezTo>
                  <a:cubicBezTo>
                    <a:pt x="399" y="197"/>
                    <a:pt x="364" y="144"/>
                    <a:pt x="364" y="144"/>
                  </a:cubicBezTo>
                  <a:cubicBezTo>
                    <a:pt x="364" y="144"/>
                    <a:pt x="361" y="140"/>
                    <a:pt x="358" y="121"/>
                  </a:cubicBezTo>
                  <a:cubicBezTo>
                    <a:pt x="358" y="121"/>
                    <a:pt x="358" y="120"/>
                    <a:pt x="358" y="119"/>
                  </a:cubicBezTo>
                  <a:cubicBezTo>
                    <a:pt x="356" y="105"/>
                    <a:pt x="352" y="90"/>
                    <a:pt x="348" y="75"/>
                  </a:cubicBezTo>
                  <a:cubicBezTo>
                    <a:pt x="348" y="75"/>
                    <a:pt x="328" y="0"/>
                    <a:pt x="305" y="9"/>
                  </a:cubicBezTo>
                  <a:cubicBezTo>
                    <a:pt x="273" y="22"/>
                    <a:pt x="302" y="62"/>
                    <a:pt x="317" y="117"/>
                  </a:cubicBezTo>
                  <a:cubicBezTo>
                    <a:pt x="342" y="124"/>
                    <a:pt x="359" y="135"/>
                    <a:pt x="367" y="178"/>
                  </a:cubicBezTo>
                  <a:cubicBezTo>
                    <a:pt x="372" y="205"/>
                    <a:pt x="382" y="233"/>
                    <a:pt x="388" y="255"/>
                  </a:cubicBezTo>
                  <a:cubicBezTo>
                    <a:pt x="420" y="201"/>
                    <a:pt x="437" y="153"/>
                    <a:pt x="439" y="122"/>
                  </a:cubicBezTo>
                  <a:cubicBezTo>
                    <a:pt x="440" y="102"/>
                    <a:pt x="440" y="74"/>
                    <a:pt x="438" y="42"/>
                  </a:cubicBezTo>
                  <a:lnTo>
                    <a:pt x="438" y="38"/>
                  </a:lnTo>
                  <a:close/>
                </a:path>
              </a:pathLst>
            </a:custGeom>
            <a:solidFill>
              <a:srgbClr val="CDD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08" name="Freeform 617">
              <a:extLst>
                <a:ext uri="{FF2B5EF4-FFF2-40B4-BE49-F238E27FC236}">
                  <a16:creationId xmlns:a16="http://schemas.microsoft.com/office/drawing/2014/main" id="{8A6ADDC6-166E-4453-BCCA-A1D84E4696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1320"/>
              <a:ext cx="960" cy="1004"/>
            </a:xfrm>
            <a:custGeom>
              <a:avLst/>
              <a:gdLst>
                <a:gd name="T0" fmla="*/ 2419 w 595"/>
                <a:gd name="T1" fmla="*/ 1214 h 622"/>
                <a:gd name="T2" fmla="*/ 2457 w 595"/>
                <a:gd name="T3" fmla="*/ 1064 h 622"/>
                <a:gd name="T4" fmla="*/ 2309 w 595"/>
                <a:gd name="T5" fmla="*/ 954 h 622"/>
                <a:gd name="T6" fmla="*/ 2244 w 595"/>
                <a:gd name="T7" fmla="*/ 1128 h 622"/>
                <a:gd name="T8" fmla="*/ 0 w 595"/>
                <a:gd name="T9" fmla="*/ 2402 h 622"/>
                <a:gd name="T10" fmla="*/ 50 w 595"/>
                <a:gd name="T11" fmla="*/ 2431 h 622"/>
                <a:gd name="T12" fmla="*/ 211 w 595"/>
                <a:gd name="T13" fmla="*/ 2617 h 622"/>
                <a:gd name="T14" fmla="*/ 521 w 595"/>
                <a:gd name="T15" fmla="*/ 2232 h 622"/>
                <a:gd name="T16" fmla="*/ 226 w 595"/>
                <a:gd name="T17" fmla="*/ 2129 h 622"/>
                <a:gd name="T18" fmla="*/ 0 w 595"/>
                <a:gd name="T19" fmla="*/ 2402 h 622"/>
                <a:gd name="T20" fmla="*/ 570 w 595"/>
                <a:gd name="T21" fmla="*/ 891 h 622"/>
                <a:gd name="T22" fmla="*/ 710 w 595"/>
                <a:gd name="T23" fmla="*/ 1286 h 622"/>
                <a:gd name="T24" fmla="*/ 929 w 595"/>
                <a:gd name="T25" fmla="*/ 1259 h 622"/>
                <a:gd name="T26" fmla="*/ 691 w 595"/>
                <a:gd name="T27" fmla="*/ 746 h 622"/>
                <a:gd name="T28" fmla="*/ 570 w 595"/>
                <a:gd name="T29" fmla="*/ 891 h 622"/>
                <a:gd name="T30" fmla="*/ 1841 w 595"/>
                <a:gd name="T31" fmla="*/ 158 h 622"/>
                <a:gd name="T32" fmla="*/ 1622 w 595"/>
                <a:gd name="T33" fmla="*/ 186 h 622"/>
                <a:gd name="T34" fmla="*/ 1622 w 595"/>
                <a:gd name="T35" fmla="*/ 199 h 622"/>
                <a:gd name="T36" fmla="*/ 1528 w 595"/>
                <a:gd name="T37" fmla="*/ 604 h 622"/>
                <a:gd name="T38" fmla="*/ 1505 w 595"/>
                <a:gd name="T39" fmla="*/ 508 h 622"/>
                <a:gd name="T40" fmla="*/ 1505 w 595"/>
                <a:gd name="T41" fmla="*/ 500 h 622"/>
                <a:gd name="T42" fmla="*/ 1460 w 595"/>
                <a:gd name="T43" fmla="*/ 315 h 622"/>
                <a:gd name="T44" fmla="*/ 1281 w 595"/>
                <a:gd name="T45" fmla="*/ 39 h 622"/>
                <a:gd name="T46" fmla="*/ 1329 w 595"/>
                <a:gd name="T47" fmla="*/ 492 h 622"/>
                <a:gd name="T48" fmla="*/ 1541 w 595"/>
                <a:gd name="T49" fmla="*/ 747 h 622"/>
                <a:gd name="T50" fmla="*/ 1630 w 595"/>
                <a:gd name="T51" fmla="*/ 1073 h 622"/>
                <a:gd name="T52" fmla="*/ 1843 w 595"/>
                <a:gd name="T53" fmla="*/ 513 h 622"/>
                <a:gd name="T54" fmla="*/ 1841 w 595"/>
                <a:gd name="T55" fmla="*/ 178 h 622"/>
                <a:gd name="T56" fmla="*/ 1841 w 595"/>
                <a:gd name="T57" fmla="*/ 158 h 62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95" h="622">
                  <a:moveTo>
                    <a:pt x="576" y="289"/>
                  </a:moveTo>
                  <a:cubicBezTo>
                    <a:pt x="578" y="278"/>
                    <a:pt x="581" y="265"/>
                    <a:pt x="585" y="253"/>
                  </a:cubicBezTo>
                  <a:cubicBezTo>
                    <a:pt x="595" y="224"/>
                    <a:pt x="562" y="206"/>
                    <a:pt x="550" y="227"/>
                  </a:cubicBezTo>
                  <a:cubicBezTo>
                    <a:pt x="546" y="234"/>
                    <a:pt x="539" y="248"/>
                    <a:pt x="534" y="268"/>
                  </a:cubicBezTo>
                  <a:moveTo>
                    <a:pt x="0" y="571"/>
                  </a:moveTo>
                  <a:cubicBezTo>
                    <a:pt x="4" y="574"/>
                    <a:pt x="7" y="576"/>
                    <a:pt x="12" y="578"/>
                  </a:cubicBezTo>
                  <a:cubicBezTo>
                    <a:pt x="27" y="582"/>
                    <a:pt x="35" y="599"/>
                    <a:pt x="50" y="622"/>
                  </a:cubicBezTo>
                  <a:cubicBezTo>
                    <a:pt x="65" y="595"/>
                    <a:pt x="96" y="558"/>
                    <a:pt x="124" y="531"/>
                  </a:cubicBezTo>
                  <a:cubicBezTo>
                    <a:pt x="98" y="529"/>
                    <a:pt x="73" y="521"/>
                    <a:pt x="54" y="506"/>
                  </a:cubicBezTo>
                  <a:cubicBezTo>
                    <a:pt x="37" y="521"/>
                    <a:pt x="16" y="545"/>
                    <a:pt x="0" y="571"/>
                  </a:cubicBezTo>
                  <a:close/>
                  <a:moveTo>
                    <a:pt x="136" y="212"/>
                  </a:moveTo>
                  <a:cubicBezTo>
                    <a:pt x="148" y="240"/>
                    <a:pt x="161" y="274"/>
                    <a:pt x="169" y="306"/>
                  </a:cubicBezTo>
                  <a:cubicBezTo>
                    <a:pt x="185" y="294"/>
                    <a:pt x="204" y="295"/>
                    <a:pt x="221" y="299"/>
                  </a:cubicBezTo>
                  <a:cubicBezTo>
                    <a:pt x="212" y="262"/>
                    <a:pt x="193" y="216"/>
                    <a:pt x="164" y="177"/>
                  </a:cubicBezTo>
                  <a:cubicBezTo>
                    <a:pt x="147" y="156"/>
                    <a:pt x="123" y="183"/>
                    <a:pt x="136" y="212"/>
                  </a:cubicBezTo>
                  <a:close/>
                  <a:moveTo>
                    <a:pt x="438" y="38"/>
                  </a:moveTo>
                  <a:cubicBezTo>
                    <a:pt x="386" y="44"/>
                    <a:pt x="386" y="44"/>
                    <a:pt x="386" y="44"/>
                  </a:cubicBezTo>
                  <a:cubicBezTo>
                    <a:pt x="386" y="47"/>
                    <a:pt x="386" y="47"/>
                    <a:pt x="386" y="47"/>
                  </a:cubicBezTo>
                  <a:cubicBezTo>
                    <a:pt x="399" y="197"/>
                    <a:pt x="364" y="144"/>
                    <a:pt x="364" y="144"/>
                  </a:cubicBezTo>
                  <a:cubicBezTo>
                    <a:pt x="364" y="144"/>
                    <a:pt x="361" y="140"/>
                    <a:pt x="358" y="121"/>
                  </a:cubicBezTo>
                  <a:cubicBezTo>
                    <a:pt x="358" y="121"/>
                    <a:pt x="358" y="120"/>
                    <a:pt x="358" y="119"/>
                  </a:cubicBezTo>
                  <a:cubicBezTo>
                    <a:pt x="356" y="105"/>
                    <a:pt x="352" y="90"/>
                    <a:pt x="348" y="75"/>
                  </a:cubicBezTo>
                  <a:cubicBezTo>
                    <a:pt x="348" y="75"/>
                    <a:pt x="328" y="0"/>
                    <a:pt x="305" y="9"/>
                  </a:cubicBezTo>
                  <a:cubicBezTo>
                    <a:pt x="273" y="22"/>
                    <a:pt x="302" y="62"/>
                    <a:pt x="317" y="117"/>
                  </a:cubicBezTo>
                  <a:cubicBezTo>
                    <a:pt x="342" y="124"/>
                    <a:pt x="359" y="135"/>
                    <a:pt x="367" y="178"/>
                  </a:cubicBezTo>
                  <a:cubicBezTo>
                    <a:pt x="372" y="205"/>
                    <a:pt x="382" y="233"/>
                    <a:pt x="388" y="255"/>
                  </a:cubicBezTo>
                  <a:cubicBezTo>
                    <a:pt x="420" y="201"/>
                    <a:pt x="437" y="153"/>
                    <a:pt x="439" y="122"/>
                  </a:cubicBezTo>
                  <a:cubicBezTo>
                    <a:pt x="440" y="102"/>
                    <a:pt x="440" y="74"/>
                    <a:pt x="438" y="42"/>
                  </a:cubicBezTo>
                  <a:lnTo>
                    <a:pt x="438" y="38"/>
                  </a:lnTo>
                  <a:close/>
                </a:path>
              </a:pathLst>
            </a:custGeom>
            <a:solidFill>
              <a:srgbClr val="CDD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09" name="Freeform 618">
              <a:extLst>
                <a:ext uri="{FF2B5EF4-FFF2-40B4-BE49-F238E27FC236}">
                  <a16:creationId xmlns:a16="http://schemas.microsoft.com/office/drawing/2014/main" id="{A3188A76-80A2-4252-9E0E-7A048A0D57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1320"/>
              <a:ext cx="960" cy="1004"/>
            </a:xfrm>
            <a:custGeom>
              <a:avLst/>
              <a:gdLst>
                <a:gd name="T0" fmla="*/ 2419 w 595"/>
                <a:gd name="T1" fmla="*/ 1214 h 622"/>
                <a:gd name="T2" fmla="*/ 2457 w 595"/>
                <a:gd name="T3" fmla="*/ 1064 h 622"/>
                <a:gd name="T4" fmla="*/ 2309 w 595"/>
                <a:gd name="T5" fmla="*/ 954 h 622"/>
                <a:gd name="T6" fmla="*/ 2244 w 595"/>
                <a:gd name="T7" fmla="*/ 1128 h 622"/>
                <a:gd name="T8" fmla="*/ 211 w 595"/>
                <a:gd name="T9" fmla="*/ 2617 h 622"/>
                <a:gd name="T10" fmla="*/ 521 w 595"/>
                <a:gd name="T11" fmla="*/ 2232 h 622"/>
                <a:gd name="T12" fmla="*/ 226 w 595"/>
                <a:gd name="T13" fmla="*/ 2129 h 622"/>
                <a:gd name="T14" fmla="*/ 0 w 595"/>
                <a:gd name="T15" fmla="*/ 2402 h 622"/>
                <a:gd name="T16" fmla="*/ 929 w 595"/>
                <a:gd name="T17" fmla="*/ 1259 h 622"/>
                <a:gd name="T18" fmla="*/ 691 w 595"/>
                <a:gd name="T19" fmla="*/ 746 h 622"/>
                <a:gd name="T20" fmla="*/ 570 w 595"/>
                <a:gd name="T21" fmla="*/ 891 h 622"/>
                <a:gd name="T22" fmla="*/ 710 w 595"/>
                <a:gd name="T23" fmla="*/ 1286 h 622"/>
                <a:gd name="T24" fmla="*/ 1630 w 595"/>
                <a:gd name="T25" fmla="*/ 1073 h 622"/>
                <a:gd name="T26" fmla="*/ 1843 w 595"/>
                <a:gd name="T27" fmla="*/ 513 h 622"/>
                <a:gd name="T28" fmla="*/ 1841 w 595"/>
                <a:gd name="T29" fmla="*/ 178 h 622"/>
                <a:gd name="T30" fmla="*/ 1841 w 595"/>
                <a:gd name="T31" fmla="*/ 158 h 622"/>
                <a:gd name="T32" fmla="*/ 1622 w 595"/>
                <a:gd name="T33" fmla="*/ 186 h 622"/>
                <a:gd name="T34" fmla="*/ 1622 w 595"/>
                <a:gd name="T35" fmla="*/ 199 h 622"/>
                <a:gd name="T36" fmla="*/ 1528 w 595"/>
                <a:gd name="T37" fmla="*/ 604 h 622"/>
                <a:gd name="T38" fmla="*/ 1505 w 595"/>
                <a:gd name="T39" fmla="*/ 508 h 622"/>
                <a:gd name="T40" fmla="*/ 1505 w 595"/>
                <a:gd name="T41" fmla="*/ 500 h 622"/>
                <a:gd name="T42" fmla="*/ 1460 w 595"/>
                <a:gd name="T43" fmla="*/ 315 h 622"/>
                <a:gd name="T44" fmla="*/ 1281 w 595"/>
                <a:gd name="T45" fmla="*/ 39 h 622"/>
                <a:gd name="T46" fmla="*/ 1329 w 595"/>
                <a:gd name="T47" fmla="*/ 492 h 62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5" h="622">
                  <a:moveTo>
                    <a:pt x="576" y="289"/>
                  </a:moveTo>
                  <a:cubicBezTo>
                    <a:pt x="578" y="278"/>
                    <a:pt x="581" y="265"/>
                    <a:pt x="585" y="253"/>
                  </a:cubicBezTo>
                  <a:cubicBezTo>
                    <a:pt x="595" y="224"/>
                    <a:pt x="562" y="206"/>
                    <a:pt x="550" y="227"/>
                  </a:cubicBezTo>
                  <a:cubicBezTo>
                    <a:pt x="546" y="234"/>
                    <a:pt x="539" y="248"/>
                    <a:pt x="534" y="268"/>
                  </a:cubicBezTo>
                  <a:moveTo>
                    <a:pt x="50" y="622"/>
                  </a:moveTo>
                  <a:cubicBezTo>
                    <a:pt x="65" y="595"/>
                    <a:pt x="96" y="558"/>
                    <a:pt x="124" y="531"/>
                  </a:cubicBezTo>
                  <a:moveTo>
                    <a:pt x="54" y="506"/>
                  </a:moveTo>
                  <a:cubicBezTo>
                    <a:pt x="37" y="521"/>
                    <a:pt x="16" y="545"/>
                    <a:pt x="0" y="571"/>
                  </a:cubicBezTo>
                  <a:moveTo>
                    <a:pt x="221" y="299"/>
                  </a:moveTo>
                  <a:cubicBezTo>
                    <a:pt x="212" y="262"/>
                    <a:pt x="193" y="216"/>
                    <a:pt x="164" y="177"/>
                  </a:cubicBezTo>
                  <a:cubicBezTo>
                    <a:pt x="147" y="156"/>
                    <a:pt x="123" y="183"/>
                    <a:pt x="136" y="212"/>
                  </a:cubicBezTo>
                  <a:cubicBezTo>
                    <a:pt x="148" y="240"/>
                    <a:pt x="161" y="274"/>
                    <a:pt x="169" y="306"/>
                  </a:cubicBezTo>
                  <a:moveTo>
                    <a:pt x="388" y="255"/>
                  </a:moveTo>
                  <a:cubicBezTo>
                    <a:pt x="420" y="201"/>
                    <a:pt x="437" y="153"/>
                    <a:pt x="439" y="122"/>
                  </a:cubicBezTo>
                  <a:cubicBezTo>
                    <a:pt x="440" y="102"/>
                    <a:pt x="440" y="74"/>
                    <a:pt x="438" y="42"/>
                  </a:cubicBezTo>
                  <a:cubicBezTo>
                    <a:pt x="438" y="38"/>
                    <a:pt x="438" y="38"/>
                    <a:pt x="438" y="38"/>
                  </a:cubicBezTo>
                  <a:moveTo>
                    <a:pt x="386" y="44"/>
                  </a:moveTo>
                  <a:cubicBezTo>
                    <a:pt x="386" y="47"/>
                    <a:pt x="386" y="47"/>
                    <a:pt x="386" y="47"/>
                  </a:cubicBezTo>
                  <a:cubicBezTo>
                    <a:pt x="399" y="197"/>
                    <a:pt x="364" y="144"/>
                    <a:pt x="364" y="144"/>
                  </a:cubicBezTo>
                  <a:cubicBezTo>
                    <a:pt x="364" y="144"/>
                    <a:pt x="361" y="140"/>
                    <a:pt x="358" y="121"/>
                  </a:cubicBezTo>
                  <a:cubicBezTo>
                    <a:pt x="358" y="121"/>
                    <a:pt x="358" y="120"/>
                    <a:pt x="358" y="119"/>
                  </a:cubicBezTo>
                  <a:cubicBezTo>
                    <a:pt x="356" y="105"/>
                    <a:pt x="352" y="90"/>
                    <a:pt x="348" y="75"/>
                  </a:cubicBezTo>
                  <a:cubicBezTo>
                    <a:pt x="348" y="75"/>
                    <a:pt x="328" y="0"/>
                    <a:pt x="305" y="9"/>
                  </a:cubicBezTo>
                  <a:cubicBezTo>
                    <a:pt x="273" y="22"/>
                    <a:pt x="302" y="62"/>
                    <a:pt x="317" y="11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10" name="Freeform 619">
              <a:extLst>
                <a:ext uri="{FF2B5EF4-FFF2-40B4-BE49-F238E27FC236}">
                  <a16:creationId xmlns:a16="http://schemas.microsoft.com/office/drawing/2014/main" id="{4D40EC3B-485C-46FF-A0BC-87A1D002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262"/>
              <a:ext cx="234" cy="825"/>
            </a:xfrm>
            <a:custGeom>
              <a:avLst/>
              <a:gdLst>
                <a:gd name="T0" fmla="*/ 307 w 145"/>
                <a:gd name="T1" fmla="*/ 2150 h 511"/>
                <a:gd name="T2" fmla="*/ 328 w 145"/>
                <a:gd name="T3" fmla="*/ 2025 h 511"/>
                <a:gd name="T4" fmla="*/ 336 w 145"/>
                <a:gd name="T5" fmla="*/ 1971 h 511"/>
                <a:gd name="T6" fmla="*/ 357 w 145"/>
                <a:gd name="T7" fmla="*/ 1897 h 511"/>
                <a:gd name="T8" fmla="*/ 521 w 145"/>
                <a:gd name="T9" fmla="*/ 954 h 511"/>
                <a:gd name="T10" fmla="*/ 403 w 145"/>
                <a:gd name="T11" fmla="*/ 26 h 511"/>
                <a:gd name="T12" fmla="*/ 323 w 145"/>
                <a:gd name="T13" fmla="*/ 433 h 511"/>
                <a:gd name="T14" fmla="*/ 331 w 145"/>
                <a:gd name="T15" fmla="*/ 1087 h 511"/>
                <a:gd name="T16" fmla="*/ 328 w 145"/>
                <a:gd name="T17" fmla="*/ 1061 h 511"/>
                <a:gd name="T18" fmla="*/ 328 w 145"/>
                <a:gd name="T19" fmla="*/ 1056 h 511"/>
                <a:gd name="T20" fmla="*/ 323 w 145"/>
                <a:gd name="T21" fmla="*/ 1032 h 511"/>
                <a:gd name="T22" fmla="*/ 323 w 145"/>
                <a:gd name="T23" fmla="*/ 1027 h 511"/>
                <a:gd name="T24" fmla="*/ 320 w 145"/>
                <a:gd name="T25" fmla="*/ 1001 h 511"/>
                <a:gd name="T26" fmla="*/ 320 w 145"/>
                <a:gd name="T27" fmla="*/ 1001 h 511"/>
                <a:gd name="T28" fmla="*/ 294 w 145"/>
                <a:gd name="T29" fmla="*/ 848 h 511"/>
                <a:gd name="T30" fmla="*/ 281 w 145"/>
                <a:gd name="T31" fmla="*/ 748 h 511"/>
                <a:gd name="T32" fmla="*/ 253 w 145"/>
                <a:gd name="T33" fmla="*/ 396 h 511"/>
                <a:gd name="T34" fmla="*/ 178 w 145"/>
                <a:gd name="T35" fmla="*/ 255 h 511"/>
                <a:gd name="T36" fmla="*/ 81 w 145"/>
                <a:gd name="T37" fmla="*/ 891 h 511"/>
                <a:gd name="T38" fmla="*/ 123 w 145"/>
                <a:gd name="T39" fmla="*/ 1137 h 511"/>
                <a:gd name="T40" fmla="*/ 186 w 145"/>
                <a:gd name="T41" fmla="*/ 1747 h 511"/>
                <a:gd name="T42" fmla="*/ 105 w 145"/>
                <a:gd name="T43" fmla="*/ 2150 h 511"/>
                <a:gd name="T44" fmla="*/ 302 w 145"/>
                <a:gd name="T45" fmla="*/ 2150 h 511"/>
                <a:gd name="T46" fmla="*/ 307 w 145"/>
                <a:gd name="T47" fmla="*/ 2150 h 5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5" h="511">
                  <a:moveTo>
                    <a:pt x="73" y="511"/>
                  </a:moveTo>
                  <a:cubicBezTo>
                    <a:pt x="74" y="503"/>
                    <a:pt x="76" y="491"/>
                    <a:pt x="78" y="481"/>
                  </a:cubicBezTo>
                  <a:cubicBezTo>
                    <a:pt x="79" y="476"/>
                    <a:pt x="79" y="472"/>
                    <a:pt x="80" y="468"/>
                  </a:cubicBezTo>
                  <a:cubicBezTo>
                    <a:pt x="82" y="462"/>
                    <a:pt x="83" y="456"/>
                    <a:pt x="85" y="451"/>
                  </a:cubicBezTo>
                  <a:cubicBezTo>
                    <a:pt x="91" y="429"/>
                    <a:pt x="115" y="269"/>
                    <a:pt x="124" y="227"/>
                  </a:cubicBezTo>
                  <a:cubicBezTo>
                    <a:pt x="145" y="135"/>
                    <a:pt x="115" y="9"/>
                    <a:pt x="96" y="6"/>
                  </a:cubicBezTo>
                  <a:cubicBezTo>
                    <a:pt x="65" y="0"/>
                    <a:pt x="67" y="41"/>
                    <a:pt x="77" y="103"/>
                  </a:cubicBezTo>
                  <a:cubicBezTo>
                    <a:pt x="92" y="192"/>
                    <a:pt x="79" y="258"/>
                    <a:pt x="79" y="258"/>
                  </a:cubicBezTo>
                  <a:cubicBezTo>
                    <a:pt x="79" y="256"/>
                    <a:pt x="79" y="254"/>
                    <a:pt x="78" y="252"/>
                  </a:cubicBezTo>
                  <a:cubicBezTo>
                    <a:pt x="78" y="251"/>
                    <a:pt x="78" y="251"/>
                    <a:pt x="78" y="251"/>
                  </a:cubicBezTo>
                  <a:cubicBezTo>
                    <a:pt x="78" y="249"/>
                    <a:pt x="77" y="247"/>
                    <a:pt x="77" y="245"/>
                  </a:cubicBezTo>
                  <a:cubicBezTo>
                    <a:pt x="77" y="245"/>
                    <a:pt x="77" y="245"/>
                    <a:pt x="77" y="244"/>
                  </a:cubicBezTo>
                  <a:cubicBezTo>
                    <a:pt x="77" y="242"/>
                    <a:pt x="76" y="240"/>
                    <a:pt x="76" y="238"/>
                  </a:cubicBezTo>
                  <a:cubicBezTo>
                    <a:pt x="76" y="238"/>
                    <a:pt x="76" y="238"/>
                    <a:pt x="76" y="238"/>
                  </a:cubicBezTo>
                  <a:cubicBezTo>
                    <a:pt x="74" y="226"/>
                    <a:pt x="72" y="214"/>
                    <a:pt x="70" y="201"/>
                  </a:cubicBezTo>
                  <a:cubicBezTo>
                    <a:pt x="69" y="193"/>
                    <a:pt x="68" y="186"/>
                    <a:pt x="67" y="178"/>
                  </a:cubicBezTo>
                  <a:cubicBezTo>
                    <a:pt x="63" y="142"/>
                    <a:pt x="60" y="102"/>
                    <a:pt x="60" y="94"/>
                  </a:cubicBezTo>
                  <a:cubicBezTo>
                    <a:pt x="59" y="81"/>
                    <a:pt x="59" y="62"/>
                    <a:pt x="42" y="61"/>
                  </a:cubicBezTo>
                  <a:cubicBezTo>
                    <a:pt x="0" y="58"/>
                    <a:pt x="12" y="171"/>
                    <a:pt x="19" y="212"/>
                  </a:cubicBezTo>
                  <a:cubicBezTo>
                    <a:pt x="23" y="241"/>
                    <a:pt x="26" y="254"/>
                    <a:pt x="29" y="270"/>
                  </a:cubicBezTo>
                  <a:cubicBezTo>
                    <a:pt x="37" y="318"/>
                    <a:pt x="61" y="357"/>
                    <a:pt x="44" y="415"/>
                  </a:cubicBezTo>
                  <a:cubicBezTo>
                    <a:pt x="25" y="511"/>
                    <a:pt x="25" y="511"/>
                    <a:pt x="25" y="511"/>
                  </a:cubicBezTo>
                  <a:cubicBezTo>
                    <a:pt x="72" y="511"/>
                    <a:pt x="72" y="511"/>
                    <a:pt x="72" y="511"/>
                  </a:cubicBezTo>
                  <a:cubicBezTo>
                    <a:pt x="72" y="511"/>
                    <a:pt x="73" y="511"/>
                    <a:pt x="73" y="511"/>
                  </a:cubicBezTo>
                  <a:close/>
                </a:path>
              </a:pathLst>
            </a:custGeom>
            <a:solidFill>
              <a:srgbClr val="CDD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11" name="Freeform 620">
              <a:extLst>
                <a:ext uri="{FF2B5EF4-FFF2-40B4-BE49-F238E27FC236}">
                  <a16:creationId xmlns:a16="http://schemas.microsoft.com/office/drawing/2014/main" id="{AD81C527-37BB-4446-8BB8-E3E72D594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262"/>
              <a:ext cx="234" cy="825"/>
            </a:xfrm>
            <a:custGeom>
              <a:avLst/>
              <a:gdLst>
                <a:gd name="T0" fmla="*/ 302 w 145"/>
                <a:gd name="T1" fmla="*/ 2150 h 511"/>
                <a:gd name="T2" fmla="*/ 307 w 145"/>
                <a:gd name="T3" fmla="*/ 2150 h 511"/>
                <a:gd name="T4" fmla="*/ 328 w 145"/>
                <a:gd name="T5" fmla="*/ 2025 h 511"/>
                <a:gd name="T6" fmla="*/ 336 w 145"/>
                <a:gd name="T7" fmla="*/ 1971 h 511"/>
                <a:gd name="T8" fmla="*/ 357 w 145"/>
                <a:gd name="T9" fmla="*/ 1897 h 511"/>
                <a:gd name="T10" fmla="*/ 521 w 145"/>
                <a:gd name="T11" fmla="*/ 954 h 511"/>
                <a:gd name="T12" fmla="*/ 403 w 145"/>
                <a:gd name="T13" fmla="*/ 26 h 511"/>
                <a:gd name="T14" fmla="*/ 323 w 145"/>
                <a:gd name="T15" fmla="*/ 433 h 511"/>
                <a:gd name="T16" fmla="*/ 331 w 145"/>
                <a:gd name="T17" fmla="*/ 1087 h 511"/>
                <a:gd name="T18" fmla="*/ 328 w 145"/>
                <a:gd name="T19" fmla="*/ 1061 h 511"/>
                <a:gd name="T20" fmla="*/ 328 w 145"/>
                <a:gd name="T21" fmla="*/ 1056 h 511"/>
                <a:gd name="T22" fmla="*/ 323 w 145"/>
                <a:gd name="T23" fmla="*/ 1032 h 511"/>
                <a:gd name="T24" fmla="*/ 323 w 145"/>
                <a:gd name="T25" fmla="*/ 1027 h 511"/>
                <a:gd name="T26" fmla="*/ 320 w 145"/>
                <a:gd name="T27" fmla="*/ 1001 h 511"/>
                <a:gd name="T28" fmla="*/ 320 w 145"/>
                <a:gd name="T29" fmla="*/ 1001 h 511"/>
                <a:gd name="T30" fmla="*/ 294 w 145"/>
                <a:gd name="T31" fmla="*/ 848 h 511"/>
                <a:gd name="T32" fmla="*/ 281 w 145"/>
                <a:gd name="T33" fmla="*/ 748 h 511"/>
                <a:gd name="T34" fmla="*/ 253 w 145"/>
                <a:gd name="T35" fmla="*/ 396 h 511"/>
                <a:gd name="T36" fmla="*/ 178 w 145"/>
                <a:gd name="T37" fmla="*/ 255 h 511"/>
                <a:gd name="T38" fmla="*/ 81 w 145"/>
                <a:gd name="T39" fmla="*/ 891 h 511"/>
                <a:gd name="T40" fmla="*/ 123 w 145"/>
                <a:gd name="T41" fmla="*/ 1137 h 511"/>
                <a:gd name="T42" fmla="*/ 186 w 145"/>
                <a:gd name="T43" fmla="*/ 1747 h 511"/>
                <a:gd name="T44" fmla="*/ 105 w 145"/>
                <a:gd name="T45" fmla="*/ 2150 h 5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5" h="511">
                  <a:moveTo>
                    <a:pt x="72" y="511"/>
                  </a:moveTo>
                  <a:cubicBezTo>
                    <a:pt x="72" y="511"/>
                    <a:pt x="73" y="511"/>
                    <a:pt x="73" y="511"/>
                  </a:cubicBezTo>
                  <a:cubicBezTo>
                    <a:pt x="74" y="503"/>
                    <a:pt x="76" y="491"/>
                    <a:pt x="78" y="481"/>
                  </a:cubicBezTo>
                  <a:cubicBezTo>
                    <a:pt x="79" y="476"/>
                    <a:pt x="79" y="472"/>
                    <a:pt x="80" y="468"/>
                  </a:cubicBezTo>
                  <a:cubicBezTo>
                    <a:pt x="82" y="462"/>
                    <a:pt x="83" y="456"/>
                    <a:pt x="85" y="451"/>
                  </a:cubicBezTo>
                  <a:cubicBezTo>
                    <a:pt x="91" y="429"/>
                    <a:pt x="115" y="269"/>
                    <a:pt x="124" y="227"/>
                  </a:cubicBezTo>
                  <a:cubicBezTo>
                    <a:pt x="145" y="135"/>
                    <a:pt x="115" y="9"/>
                    <a:pt x="96" y="6"/>
                  </a:cubicBezTo>
                  <a:cubicBezTo>
                    <a:pt x="65" y="0"/>
                    <a:pt x="67" y="41"/>
                    <a:pt x="77" y="103"/>
                  </a:cubicBezTo>
                  <a:cubicBezTo>
                    <a:pt x="92" y="192"/>
                    <a:pt x="79" y="258"/>
                    <a:pt x="79" y="258"/>
                  </a:cubicBezTo>
                  <a:cubicBezTo>
                    <a:pt x="79" y="256"/>
                    <a:pt x="79" y="254"/>
                    <a:pt x="78" y="252"/>
                  </a:cubicBezTo>
                  <a:cubicBezTo>
                    <a:pt x="78" y="251"/>
                    <a:pt x="78" y="251"/>
                    <a:pt x="78" y="251"/>
                  </a:cubicBezTo>
                  <a:cubicBezTo>
                    <a:pt x="78" y="249"/>
                    <a:pt x="77" y="247"/>
                    <a:pt x="77" y="245"/>
                  </a:cubicBezTo>
                  <a:cubicBezTo>
                    <a:pt x="77" y="245"/>
                    <a:pt x="77" y="245"/>
                    <a:pt x="77" y="244"/>
                  </a:cubicBezTo>
                  <a:cubicBezTo>
                    <a:pt x="77" y="242"/>
                    <a:pt x="76" y="240"/>
                    <a:pt x="76" y="238"/>
                  </a:cubicBezTo>
                  <a:cubicBezTo>
                    <a:pt x="76" y="238"/>
                    <a:pt x="76" y="238"/>
                    <a:pt x="76" y="238"/>
                  </a:cubicBezTo>
                  <a:cubicBezTo>
                    <a:pt x="74" y="226"/>
                    <a:pt x="72" y="214"/>
                    <a:pt x="70" y="201"/>
                  </a:cubicBezTo>
                  <a:cubicBezTo>
                    <a:pt x="69" y="193"/>
                    <a:pt x="68" y="186"/>
                    <a:pt x="67" y="178"/>
                  </a:cubicBezTo>
                  <a:cubicBezTo>
                    <a:pt x="63" y="142"/>
                    <a:pt x="60" y="102"/>
                    <a:pt x="60" y="94"/>
                  </a:cubicBezTo>
                  <a:cubicBezTo>
                    <a:pt x="59" y="81"/>
                    <a:pt x="59" y="62"/>
                    <a:pt x="42" y="61"/>
                  </a:cubicBezTo>
                  <a:cubicBezTo>
                    <a:pt x="0" y="58"/>
                    <a:pt x="12" y="171"/>
                    <a:pt x="19" y="212"/>
                  </a:cubicBezTo>
                  <a:cubicBezTo>
                    <a:pt x="23" y="241"/>
                    <a:pt x="26" y="254"/>
                    <a:pt x="29" y="270"/>
                  </a:cubicBezTo>
                  <a:cubicBezTo>
                    <a:pt x="37" y="318"/>
                    <a:pt x="61" y="357"/>
                    <a:pt x="44" y="415"/>
                  </a:cubicBezTo>
                  <a:cubicBezTo>
                    <a:pt x="25" y="511"/>
                    <a:pt x="25" y="511"/>
                    <a:pt x="25" y="511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12" name="Freeform 621">
              <a:extLst>
                <a:ext uri="{FF2B5EF4-FFF2-40B4-BE49-F238E27FC236}">
                  <a16:creationId xmlns:a16="http://schemas.microsoft.com/office/drawing/2014/main" id="{CCFCFDEC-B835-45CF-A9C2-225D1EE9E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072"/>
              <a:ext cx="112" cy="520"/>
            </a:xfrm>
            <a:custGeom>
              <a:avLst/>
              <a:gdLst>
                <a:gd name="T0" fmla="*/ 115 w 69"/>
                <a:gd name="T1" fmla="*/ 0 h 322"/>
                <a:gd name="T2" fmla="*/ 131 w 69"/>
                <a:gd name="T3" fmla="*/ 670 h 322"/>
                <a:gd name="T4" fmla="*/ 200 w 69"/>
                <a:gd name="T5" fmla="*/ 1082 h 322"/>
                <a:gd name="T6" fmla="*/ 157 w 69"/>
                <a:gd name="T7" fmla="*/ 1255 h 322"/>
                <a:gd name="T8" fmla="*/ 255 w 69"/>
                <a:gd name="T9" fmla="*/ 1260 h 322"/>
                <a:gd name="T10" fmla="*/ 248 w 69"/>
                <a:gd name="T11" fmla="*/ 869 h 322"/>
                <a:gd name="T12" fmla="*/ 232 w 69"/>
                <a:gd name="T13" fmla="*/ 514 h 322"/>
                <a:gd name="T14" fmla="*/ 192 w 69"/>
                <a:gd name="T15" fmla="*/ 203 h 322"/>
                <a:gd name="T16" fmla="*/ 131 w 69"/>
                <a:gd name="T17" fmla="*/ 39 h 3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322">
                  <a:moveTo>
                    <a:pt x="27" y="0"/>
                  </a:moveTo>
                  <a:cubicBezTo>
                    <a:pt x="0" y="0"/>
                    <a:pt x="27" y="138"/>
                    <a:pt x="31" y="159"/>
                  </a:cubicBezTo>
                  <a:cubicBezTo>
                    <a:pt x="37" y="191"/>
                    <a:pt x="51" y="222"/>
                    <a:pt x="47" y="257"/>
                  </a:cubicBezTo>
                  <a:cubicBezTo>
                    <a:pt x="46" y="271"/>
                    <a:pt x="39" y="284"/>
                    <a:pt x="37" y="298"/>
                  </a:cubicBezTo>
                  <a:cubicBezTo>
                    <a:pt x="31" y="322"/>
                    <a:pt x="53" y="320"/>
                    <a:pt x="60" y="299"/>
                  </a:cubicBezTo>
                  <a:cubicBezTo>
                    <a:pt x="69" y="268"/>
                    <a:pt x="61" y="236"/>
                    <a:pt x="58" y="206"/>
                  </a:cubicBezTo>
                  <a:cubicBezTo>
                    <a:pt x="56" y="178"/>
                    <a:pt x="55" y="150"/>
                    <a:pt x="54" y="122"/>
                  </a:cubicBezTo>
                  <a:cubicBezTo>
                    <a:pt x="52" y="96"/>
                    <a:pt x="46" y="73"/>
                    <a:pt x="45" y="48"/>
                  </a:cubicBezTo>
                  <a:cubicBezTo>
                    <a:pt x="44" y="32"/>
                    <a:pt x="40" y="21"/>
                    <a:pt x="31" y="9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13" name="Freeform 622">
              <a:extLst>
                <a:ext uri="{FF2B5EF4-FFF2-40B4-BE49-F238E27FC236}">
                  <a16:creationId xmlns:a16="http://schemas.microsoft.com/office/drawing/2014/main" id="{959C95F7-9DAE-4B5E-86EF-33EAEFCC9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614"/>
              <a:ext cx="142" cy="418"/>
            </a:xfrm>
            <a:custGeom>
              <a:avLst/>
              <a:gdLst>
                <a:gd name="T0" fmla="*/ 84 w 88"/>
                <a:gd name="T1" fmla="*/ 21 h 259"/>
                <a:gd name="T2" fmla="*/ 110 w 88"/>
                <a:gd name="T3" fmla="*/ 192 h 259"/>
                <a:gd name="T4" fmla="*/ 169 w 88"/>
                <a:gd name="T5" fmla="*/ 391 h 259"/>
                <a:gd name="T6" fmla="*/ 266 w 88"/>
                <a:gd name="T7" fmla="*/ 820 h 259"/>
                <a:gd name="T8" fmla="*/ 253 w 88"/>
                <a:gd name="T9" fmla="*/ 1014 h 259"/>
                <a:gd name="T10" fmla="*/ 370 w 88"/>
                <a:gd name="T11" fmla="*/ 896 h 259"/>
                <a:gd name="T12" fmla="*/ 328 w 88"/>
                <a:gd name="T13" fmla="*/ 671 h 259"/>
                <a:gd name="T14" fmla="*/ 281 w 88"/>
                <a:gd name="T15" fmla="*/ 450 h 259"/>
                <a:gd name="T16" fmla="*/ 76 w 88"/>
                <a:gd name="T17" fmla="*/ 26 h 2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259">
                  <a:moveTo>
                    <a:pt x="20" y="5"/>
                  </a:moveTo>
                  <a:cubicBezTo>
                    <a:pt x="0" y="0"/>
                    <a:pt x="23" y="40"/>
                    <a:pt x="26" y="46"/>
                  </a:cubicBezTo>
                  <a:cubicBezTo>
                    <a:pt x="32" y="61"/>
                    <a:pt x="36" y="77"/>
                    <a:pt x="40" y="93"/>
                  </a:cubicBezTo>
                  <a:cubicBezTo>
                    <a:pt x="50" y="126"/>
                    <a:pt x="60" y="160"/>
                    <a:pt x="63" y="195"/>
                  </a:cubicBezTo>
                  <a:cubicBezTo>
                    <a:pt x="64" y="207"/>
                    <a:pt x="55" y="231"/>
                    <a:pt x="60" y="241"/>
                  </a:cubicBezTo>
                  <a:cubicBezTo>
                    <a:pt x="69" y="259"/>
                    <a:pt x="88" y="225"/>
                    <a:pt x="88" y="213"/>
                  </a:cubicBezTo>
                  <a:cubicBezTo>
                    <a:pt x="87" y="196"/>
                    <a:pt x="80" y="177"/>
                    <a:pt x="78" y="160"/>
                  </a:cubicBezTo>
                  <a:cubicBezTo>
                    <a:pt x="76" y="142"/>
                    <a:pt x="71" y="125"/>
                    <a:pt x="67" y="107"/>
                  </a:cubicBezTo>
                  <a:cubicBezTo>
                    <a:pt x="58" y="72"/>
                    <a:pt x="52" y="24"/>
                    <a:pt x="18" y="6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14" name="Freeform 623">
              <a:extLst>
                <a:ext uri="{FF2B5EF4-FFF2-40B4-BE49-F238E27FC236}">
                  <a16:creationId xmlns:a16="http://schemas.microsoft.com/office/drawing/2014/main" id="{562CBAF4-20C7-44CA-B8EA-E39AE9A83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353"/>
              <a:ext cx="242" cy="392"/>
            </a:xfrm>
            <a:custGeom>
              <a:avLst/>
              <a:gdLst>
                <a:gd name="T0" fmla="*/ 50 w 150"/>
                <a:gd name="T1" fmla="*/ 26 h 243"/>
                <a:gd name="T2" fmla="*/ 21 w 150"/>
                <a:gd name="T3" fmla="*/ 21 h 243"/>
                <a:gd name="T4" fmla="*/ 110 w 150"/>
                <a:gd name="T5" fmla="*/ 344 h 243"/>
                <a:gd name="T6" fmla="*/ 152 w 150"/>
                <a:gd name="T7" fmla="*/ 663 h 243"/>
                <a:gd name="T8" fmla="*/ 144 w 150"/>
                <a:gd name="T9" fmla="*/ 810 h 243"/>
                <a:gd name="T10" fmla="*/ 102 w 150"/>
                <a:gd name="T11" fmla="*/ 945 h 243"/>
                <a:gd name="T12" fmla="*/ 224 w 150"/>
                <a:gd name="T13" fmla="*/ 1007 h 243"/>
                <a:gd name="T14" fmla="*/ 336 w 150"/>
                <a:gd name="T15" fmla="*/ 950 h 243"/>
                <a:gd name="T16" fmla="*/ 526 w 150"/>
                <a:gd name="T17" fmla="*/ 323 h 243"/>
                <a:gd name="T18" fmla="*/ 432 w 150"/>
                <a:gd name="T19" fmla="*/ 424 h 243"/>
                <a:gd name="T20" fmla="*/ 382 w 150"/>
                <a:gd name="T21" fmla="*/ 582 h 243"/>
                <a:gd name="T22" fmla="*/ 200 w 150"/>
                <a:gd name="T23" fmla="*/ 390 h 243"/>
                <a:gd name="T24" fmla="*/ 55 w 150"/>
                <a:gd name="T25" fmla="*/ 0 h 2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0" h="243">
                  <a:moveTo>
                    <a:pt x="12" y="6"/>
                  </a:moveTo>
                  <a:cubicBezTo>
                    <a:pt x="10" y="5"/>
                    <a:pt x="8" y="4"/>
                    <a:pt x="5" y="5"/>
                  </a:cubicBezTo>
                  <a:cubicBezTo>
                    <a:pt x="0" y="27"/>
                    <a:pt x="22" y="60"/>
                    <a:pt x="26" y="82"/>
                  </a:cubicBezTo>
                  <a:cubicBezTo>
                    <a:pt x="31" y="108"/>
                    <a:pt x="35" y="132"/>
                    <a:pt x="36" y="158"/>
                  </a:cubicBezTo>
                  <a:cubicBezTo>
                    <a:pt x="37" y="171"/>
                    <a:pt x="37" y="181"/>
                    <a:pt x="34" y="193"/>
                  </a:cubicBezTo>
                  <a:cubicBezTo>
                    <a:pt x="32" y="201"/>
                    <a:pt x="20" y="219"/>
                    <a:pt x="24" y="225"/>
                  </a:cubicBezTo>
                  <a:cubicBezTo>
                    <a:pt x="26" y="230"/>
                    <a:pt x="49" y="239"/>
                    <a:pt x="53" y="240"/>
                  </a:cubicBezTo>
                  <a:cubicBezTo>
                    <a:pt x="65" y="243"/>
                    <a:pt x="74" y="234"/>
                    <a:pt x="80" y="226"/>
                  </a:cubicBezTo>
                  <a:cubicBezTo>
                    <a:pt x="109" y="193"/>
                    <a:pt x="150" y="122"/>
                    <a:pt x="125" y="77"/>
                  </a:cubicBezTo>
                  <a:cubicBezTo>
                    <a:pt x="113" y="56"/>
                    <a:pt x="107" y="89"/>
                    <a:pt x="103" y="101"/>
                  </a:cubicBezTo>
                  <a:cubicBezTo>
                    <a:pt x="100" y="114"/>
                    <a:pt x="100" y="128"/>
                    <a:pt x="91" y="139"/>
                  </a:cubicBezTo>
                  <a:cubicBezTo>
                    <a:pt x="64" y="167"/>
                    <a:pt x="52" y="110"/>
                    <a:pt x="48" y="93"/>
                  </a:cubicBezTo>
                  <a:cubicBezTo>
                    <a:pt x="40" y="64"/>
                    <a:pt x="35" y="23"/>
                    <a:pt x="13" y="0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15" name="Freeform 624">
              <a:extLst>
                <a:ext uri="{FF2B5EF4-FFF2-40B4-BE49-F238E27FC236}">
                  <a16:creationId xmlns:a16="http://schemas.microsoft.com/office/drawing/2014/main" id="{EF5DC02D-0C3B-47E6-86C6-4A70C5CF3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856"/>
              <a:ext cx="488" cy="446"/>
            </a:xfrm>
            <a:custGeom>
              <a:avLst/>
              <a:gdLst>
                <a:gd name="T0" fmla="*/ 1178 w 302"/>
                <a:gd name="T1" fmla="*/ 13 h 276"/>
                <a:gd name="T2" fmla="*/ 1125 w 302"/>
                <a:gd name="T3" fmla="*/ 55 h 276"/>
                <a:gd name="T4" fmla="*/ 1050 w 302"/>
                <a:gd name="T5" fmla="*/ 97 h 276"/>
                <a:gd name="T6" fmla="*/ 919 w 302"/>
                <a:gd name="T7" fmla="*/ 68 h 276"/>
                <a:gd name="T8" fmla="*/ 856 w 302"/>
                <a:gd name="T9" fmla="*/ 84 h 276"/>
                <a:gd name="T10" fmla="*/ 705 w 302"/>
                <a:gd name="T11" fmla="*/ 402 h 276"/>
                <a:gd name="T12" fmla="*/ 433 w 302"/>
                <a:gd name="T13" fmla="*/ 658 h 276"/>
                <a:gd name="T14" fmla="*/ 131 w 302"/>
                <a:gd name="T15" fmla="*/ 950 h 276"/>
                <a:gd name="T16" fmla="*/ 63 w 302"/>
                <a:gd name="T17" fmla="*/ 1136 h 276"/>
                <a:gd name="T18" fmla="*/ 215 w 302"/>
                <a:gd name="T19" fmla="*/ 1097 h 276"/>
                <a:gd name="T20" fmla="*/ 554 w 302"/>
                <a:gd name="T21" fmla="*/ 742 h 276"/>
                <a:gd name="T22" fmla="*/ 852 w 302"/>
                <a:gd name="T23" fmla="*/ 493 h 276"/>
                <a:gd name="T24" fmla="*/ 945 w 302"/>
                <a:gd name="T25" fmla="*/ 377 h 276"/>
                <a:gd name="T26" fmla="*/ 1084 w 302"/>
                <a:gd name="T27" fmla="*/ 259 h 276"/>
                <a:gd name="T28" fmla="*/ 1275 w 302"/>
                <a:gd name="T29" fmla="*/ 84 h 276"/>
                <a:gd name="T30" fmla="*/ 1191 w 302"/>
                <a:gd name="T31" fmla="*/ 13 h 2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2" h="276">
                  <a:moveTo>
                    <a:pt x="279" y="3"/>
                  </a:moveTo>
                  <a:cubicBezTo>
                    <a:pt x="278" y="0"/>
                    <a:pt x="272" y="9"/>
                    <a:pt x="267" y="13"/>
                  </a:cubicBezTo>
                  <a:cubicBezTo>
                    <a:pt x="261" y="18"/>
                    <a:pt x="257" y="20"/>
                    <a:pt x="249" y="23"/>
                  </a:cubicBezTo>
                  <a:cubicBezTo>
                    <a:pt x="236" y="27"/>
                    <a:pt x="227" y="29"/>
                    <a:pt x="218" y="16"/>
                  </a:cubicBezTo>
                  <a:cubicBezTo>
                    <a:pt x="213" y="17"/>
                    <a:pt x="209" y="19"/>
                    <a:pt x="203" y="20"/>
                  </a:cubicBezTo>
                  <a:cubicBezTo>
                    <a:pt x="204" y="45"/>
                    <a:pt x="181" y="75"/>
                    <a:pt x="167" y="95"/>
                  </a:cubicBezTo>
                  <a:cubicBezTo>
                    <a:pt x="151" y="119"/>
                    <a:pt x="127" y="138"/>
                    <a:pt x="103" y="156"/>
                  </a:cubicBezTo>
                  <a:cubicBezTo>
                    <a:pt x="77" y="175"/>
                    <a:pt x="52" y="198"/>
                    <a:pt x="31" y="225"/>
                  </a:cubicBezTo>
                  <a:cubicBezTo>
                    <a:pt x="24" y="234"/>
                    <a:pt x="0" y="260"/>
                    <a:pt x="15" y="269"/>
                  </a:cubicBezTo>
                  <a:cubicBezTo>
                    <a:pt x="25" y="276"/>
                    <a:pt x="44" y="266"/>
                    <a:pt x="51" y="260"/>
                  </a:cubicBezTo>
                  <a:cubicBezTo>
                    <a:pt x="78" y="232"/>
                    <a:pt x="102" y="202"/>
                    <a:pt x="131" y="176"/>
                  </a:cubicBezTo>
                  <a:cubicBezTo>
                    <a:pt x="154" y="156"/>
                    <a:pt x="181" y="138"/>
                    <a:pt x="202" y="117"/>
                  </a:cubicBezTo>
                  <a:cubicBezTo>
                    <a:pt x="210" y="108"/>
                    <a:pt x="216" y="97"/>
                    <a:pt x="224" y="89"/>
                  </a:cubicBezTo>
                  <a:cubicBezTo>
                    <a:pt x="233" y="79"/>
                    <a:pt x="247" y="71"/>
                    <a:pt x="257" y="61"/>
                  </a:cubicBezTo>
                  <a:cubicBezTo>
                    <a:pt x="272" y="48"/>
                    <a:pt x="291" y="37"/>
                    <a:pt x="302" y="20"/>
                  </a:cubicBezTo>
                  <a:cubicBezTo>
                    <a:pt x="296" y="14"/>
                    <a:pt x="288" y="9"/>
                    <a:pt x="282" y="3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16" name="Freeform 625">
              <a:extLst>
                <a:ext uri="{FF2B5EF4-FFF2-40B4-BE49-F238E27FC236}">
                  <a16:creationId xmlns:a16="http://schemas.microsoft.com/office/drawing/2014/main" id="{10D67EBB-3A52-4B6E-BD9C-3BB8BBC44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197"/>
              <a:ext cx="453" cy="373"/>
            </a:xfrm>
            <a:custGeom>
              <a:avLst/>
              <a:gdLst>
                <a:gd name="T0" fmla="*/ 1011 w 281"/>
                <a:gd name="T1" fmla="*/ 0 h 231"/>
                <a:gd name="T2" fmla="*/ 829 w 281"/>
                <a:gd name="T3" fmla="*/ 328 h 231"/>
                <a:gd name="T4" fmla="*/ 624 w 281"/>
                <a:gd name="T5" fmla="*/ 534 h 231"/>
                <a:gd name="T6" fmla="*/ 306 w 281"/>
                <a:gd name="T7" fmla="*/ 451 h 231"/>
                <a:gd name="T8" fmla="*/ 16 w 281"/>
                <a:gd name="T9" fmla="*/ 451 h 231"/>
                <a:gd name="T10" fmla="*/ 8 w 281"/>
                <a:gd name="T11" fmla="*/ 576 h 231"/>
                <a:gd name="T12" fmla="*/ 653 w 281"/>
                <a:gd name="T13" fmla="*/ 699 h 231"/>
                <a:gd name="T14" fmla="*/ 896 w 281"/>
                <a:gd name="T15" fmla="*/ 809 h 231"/>
                <a:gd name="T16" fmla="*/ 1138 w 281"/>
                <a:gd name="T17" fmla="*/ 828 h 231"/>
                <a:gd name="T18" fmla="*/ 967 w 281"/>
                <a:gd name="T19" fmla="*/ 618 h 231"/>
                <a:gd name="T20" fmla="*/ 985 w 281"/>
                <a:gd name="T21" fmla="*/ 425 h 231"/>
                <a:gd name="T22" fmla="*/ 1177 w 281"/>
                <a:gd name="T23" fmla="*/ 0 h 2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1" h="231">
                  <a:moveTo>
                    <a:pt x="241" y="0"/>
                  </a:moveTo>
                  <a:cubicBezTo>
                    <a:pt x="221" y="26"/>
                    <a:pt x="210" y="49"/>
                    <a:pt x="198" y="78"/>
                  </a:cubicBezTo>
                  <a:cubicBezTo>
                    <a:pt x="187" y="103"/>
                    <a:pt x="182" y="137"/>
                    <a:pt x="149" y="127"/>
                  </a:cubicBezTo>
                  <a:cubicBezTo>
                    <a:pt x="123" y="118"/>
                    <a:pt x="102" y="107"/>
                    <a:pt x="73" y="107"/>
                  </a:cubicBezTo>
                  <a:cubicBezTo>
                    <a:pt x="52" y="107"/>
                    <a:pt x="23" y="113"/>
                    <a:pt x="4" y="107"/>
                  </a:cubicBezTo>
                  <a:cubicBezTo>
                    <a:pt x="0" y="115"/>
                    <a:pt x="2" y="128"/>
                    <a:pt x="2" y="137"/>
                  </a:cubicBezTo>
                  <a:cubicBezTo>
                    <a:pt x="55" y="135"/>
                    <a:pt x="108" y="149"/>
                    <a:pt x="156" y="166"/>
                  </a:cubicBezTo>
                  <a:cubicBezTo>
                    <a:pt x="178" y="173"/>
                    <a:pt x="194" y="181"/>
                    <a:pt x="214" y="192"/>
                  </a:cubicBezTo>
                  <a:cubicBezTo>
                    <a:pt x="237" y="206"/>
                    <a:pt x="256" y="231"/>
                    <a:pt x="272" y="197"/>
                  </a:cubicBezTo>
                  <a:cubicBezTo>
                    <a:pt x="257" y="180"/>
                    <a:pt x="238" y="169"/>
                    <a:pt x="231" y="147"/>
                  </a:cubicBezTo>
                  <a:cubicBezTo>
                    <a:pt x="226" y="130"/>
                    <a:pt x="229" y="117"/>
                    <a:pt x="235" y="101"/>
                  </a:cubicBezTo>
                  <a:cubicBezTo>
                    <a:pt x="248" y="68"/>
                    <a:pt x="276" y="35"/>
                    <a:pt x="281" y="0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17" name="Freeform 626">
              <a:extLst>
                <a:ext uri="{FF2B5EF4-FFF2-40B4-BE49-F238E27FC236}">
                  <a16:creationId xmlns:a16="http://schemas.microsoft.com/office/drawing/2014/main" id="{1298ADD1-7470-4A6A-BF64-10C0DD37A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36"/>
              <a:ext cx="454" cy="631"/>
            </a:xfrm>
            <a:custGeom>
              <a:avLst/>
              <a:gdLst>
                <a:gd name="T0" fmla="*/ 835 w 281"/>
                <a:gd name="T1" fmla="*/ 136 h 391"/>
                <a:gd name="T2" fmla="*/ 822 w 281"/>
                <a:gd name="T3" fmla="*/ 144 h 391"/>
                <a:gd name="T4" fmla="*/ 738 w 281"/>
                <a:gd name="T5" fmla="*/ 424 h 391"/>
                <a:gd name="T6" fmla="*/ 438 w 281"/>
                <a:gd name="T7" fmla="*/ 705 h 391"/>
                <a:gd name="T8" fmla="*/ 186 w 281"/>
                <a:gd name="T9" fmla="*/ 1094 h 391"/>
                <a:gd name="T10" fmla="*/ 110 w 281"/>
                <a:gd name="T11" fmla="*/ 1265 h 391"/>
                <a:gd name="T12" fmla="*/ 39 w 281"/>
                <a:gd name="T13" fmla="*/ 1472 h 391"/>
                <a:gd name="T14" fmla="*/ 149 w 281"/>
                <a:gd name="T15" fmla="*/ 1554 h 391"/>
                <a:gd name="T16" fmla="*/ 247 w 281"/>
                <a:gd name="T17" fmla="*/ 1615 h 391"/>
                <a:gd name="T18" fmla="*/ 302 w 281"/>
                <a:gd name="T19" fmla="*/ 1391 h 391"/>
                <a:gd name="T20" fmla="*/ 459 w 281"/>
                <a:gd name="T21" fmla="*/ 1060 h 391"/>
                <a:gd name="T22" fmla="*/ 582 w 281"/>
                <a:gd name="T23" fmla="*/ 849 h 391"/>
                <a:gd name="T24" fmla="*/ 932 w 281"/>
                <a:gd name="T25" fmla="*/ 450 h 391"/>
                <a:gd name="T26" fmla="*/ 1063 w 281"/>
                <a:gd name="T27" fmla="*/ 145 h 391"/>
                <a:gd name="T28" fmla="*/ 814 w 281"/>
                <a:gd name="T29" fmla="*/ 0 h 3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1" h="391">
                  <a:moveTo>
                    <a:pt x="198" y="32"/>
                  </a:moveTo>
                  <a:cubicBezTo>
                    <a:pt x="195" y="32"/>
                    <a:pt x="194" y="32"/>
                    <a:pt x="195" y="34"/>
                  </a:cubicBezTo>
                  <a:cubicBezTo>
                    <a:pt x="226" y="59"/>
                    <a:pt x="194" y="83"/>
                    <a:pt x="175" y="101"/>
                  </a:cubicBezTo>
                  <a:cubicBezTo>
                    <a:pt x="152" y="124"/>
                    <a:pt x="127" y="145"/>
                    <a:pt x="104" y="168"/>
                  </a:cubicBezTo>
                  <a:cubicBezTo>
                    <a:pt x="76" y="196"/>
                    <a:pt x="58" y="223"/>
                    <a:pt x="44" y="260"/>
                  </a:cubicBezTo>
                  <a:cubicBezTo>
                    <a:pt x="39" y="274"/>
                    <a:pt x="33" y="288"/>
                    <a:pt x="26" y="301"/>
                  </a:cubicBezTo>
                  <a:cubicBezTo>
                    <a:pt x="17" y="316"/>
                    <a:pt x="0" y="332"/>
                    <a:pt x="9" y="350"/>
                  </a:cubicBezTo>
                  <a:cubicBezTo>
                    <a:pt x="14" y="361"/>
                    <a:pt x="26" y="365"/>
                    <a:pt x="35" y="370"/>
                  </a:cubicBezTo>
                  <a:cubicBezTo>
                    <a:pt x="43" y="374"/>
                    <a:pt x="51" y="381"/>
                    <a:pt x="59" y="384"/>
                  </a:cubicBezTo>
                  <a:cubicBezTo>
                    <a:pt x="82" y="391"/>
                    <a:pt x="69" y="347"/>
                    <a:pt x="72" y="331"/>
                  </a:cubicBezTo>
                  <a:cubicBezTo>
                    <a:pt x="76" y="301"/>
                    <a:pt x="95" y="278"/>
                    <a:pt x="109" y="252"/>
                  </a:cubicBezTo>
                  <a:cubicBezTo>
                    <a:pt x="118" y="234"/>
                    <a:pt x="127" y="218"/>
                    <a:pt x="138" y="202"/>
                  </a:cubicBezTo>
                  <a:cubicBezTo>
                    <a:pt x="162" y="166"/>
                    <a:pt x="189" y="136"/>
                    <a:pt x="221" y="107"/>
                  </a:cubicBezTo>
                  <a:cubicBezTo>
                    <a:pt x="245" y="85"/>
                    <a:pt x="281" y="67"/>
                    <a:pt x="252" y="35"/>
                  </a:cubicBezTo>
                  <a:cubicBezTo>
                    <a:pt x="237" y="19"/>
                    <a:pt x="205" y="16"/>
                    <a:pt x="193" y="0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18" name="Freeform 627">
              <a:extLst>
                <a:ext uri="{FF2B5EF4-FFF2-40B4-BE49-F238E27FC236}">
                  <a16:creationId xmlns:a16="http://schemas.microsoft.com/office/drawing/2014/main" id="{0CCB9767-BCE1-48DB-AE1A-134BCAB7F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886"/>
              <a:ext cx="453" cy="465"/>
            </a:xfrm>
            <a:custGeom>
              <a:avLst/>
              <a:gdLst>
                <a:gd name="T0" fmla="*/ 888 w 281"/>
                <a:gd name="T1" fmla="*/ 0 h 288"/>
                <a:gd name="T2" fmla="*/ 637 w 281"/>
                <a:gd name="T3" fmla="*/ 139 h 288"/>
                <a:gd name="T4" fmla="*/ 437 w 281"/>
                <a:gd name="T5" fmla="*/ 178 h 288"/>
                <a:gd name="T6" fmla="*/ 55 w 281"/>
                <a:gd name="T7" fmla="*/ 213 h 288"/>
                <a:gd name="T8" fmla="*/ 55 w 281"/>
                <a:gd name="T9" fmla="*/ 334 h 288"/>
                <a:gd name="T10" fmla="*/ 131 w 281"/>
                <a:gd name="T11" fmla="*/ 446 h 288"/>
                <a:gd name="T12" fmla="*/ 395 w 281"/>
                <a:gd name="T13" fmla="*/ 518 h 288"/>
                <a:gd name="T14" fmla="*/ 624 w 281"/>
                <a:gd name="T15" fmla="*/ 809 h 288"/>
                <a:gd name="T16" fmla="*/ 867 w 281"/>
                <a:gd name="T17" fmla="*/ 1056 h 288"/>
                <a:gd name="T18" fmla="*/ 1061 w 281"/>
                <a:gd name="T19" fmla="*/ 1208 h 288"/>
                <a:gd name="T20" fmla="*/ 1172 w 281"/>
                <a:gd name="T21" fmla="*/ 1090 h 288"/>
                <a:gd name="T22" fmla="*/ 1122 w 281"/>
                <a:gd name="T23" fmla="*/ 1022 h 288"/>
                <a:gd name="T24" fmla="*/ 1032 w 281"/>
                <a:gd name="T25" fmla="*/ 912 h 288"/>
                <a:gd name="T26" fmla="*/ 858 w 281"/>
                <a:gd name="T27" fmla="*/ 746 h 288"/>
                <a:gd name="T28" fmla="*/ 842 w 281"/>
                <a:gd name="T29" fmla="*/ 467 h 288"/>
                <a:gd name="T30" fmla="*/ 1041 w 281"/>
                <a:gd name="T31" fmla="*/ 450 h 288"/>
                <a:gd name="T32" fmla="*/ 1011 w 281"/>
                <a:gd name="T33" fmla="*/ 310 h 288"/>
                <a:gd name="T34" fmla="*/ 993 w 281"/>
                <a:gd name="T35" fmla="*/ 118 h 2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1" h="288">
                  <a:moveTo>
                    <a:pt x="212" y="0"/>
                  </a:moveTo>
                  <a:cubicBezTo>
                    <a:pt x="194" y="15"/>
                    <a:pt x="175" y="30"/>
                    <a:pt x="152" y="33"/>
                  </a:cubicBezTo>
                  <a:cubicBezTo>
                    <a:pt x="136" y="36"/>
                    <a:pt x="120" y="39"/>
                    <a:pt x="104" y="42"/>
                  </a:cubicBezTo>
                  <a:cubicBezTo>
                    <a:pt x="77" y="46"/>
                    <a:pt x="38" y="38"/>
                    <a:pt x="13" y="51"/>
                  </a:cubicBezTo>
                  <a:cubicBezTo>
                    <a:pt x="0" y="59"/>
                    <a:pt x="9" y="67"/>
                    <a:pt x="13" y="79"/>
                  </a:cubicBezTo>
                  <a:cubicBezTo>
                    <a:pt x="19" y="94"/>
                    <a:pt x="15" y="102"/>
                    <a:pt x="31" y="106"/>
                  </a:cubicBezTo>
                  <a:cubicBezTo>
                    <a:pt x="54" y="110"/>
                    <a:pt x="76" y="105"/>
                    <a:pt x="94" y="123"/>
                  </a:cubicBezTo>
                  <a:cubicBezTo>
                    <a:pt x="114" y="143"/>
                    <a:pt x="129" y="171"/>
                    <a:pt x="149" y="192"/>
                  </a:cubicBezTo>
                  <a:cubicBezTo>
                    <a:pt x="168" y="211"/>
                    <a:pt x="190" y="231"/>
                    <a:pt x="207" y="251"/>
                  </a:cubicBezTo>
                  <a:cubicBezTo>
                    <a:pt x="219" y="265"/>
                    <a:pt x="232" y="286"/>
                    <a:pt x="253" y="287"/>
                  </a:cubicBezTo>
                  <a:cubicBezTo>
                    <a:pt x="266" y="288"/>
                    <a:pt x="281" y="273"/>
                    <a:pt x="280" y="259"/>
                  </a:cubicBezTo>
                  <a:cubicBezTo>
                    <a:pt x="279" y="251"/>
                    <a:pt x="273" y="249"/>
                    <a:pt x="268" y="243"/>
                  </a:cubicBezTo>
                  <a:cubicBezTo>
                    <a:pt x="261" y="235"/>
                    <a:pt x="254" y="225"/>
                    <a:pt x="246" y="217"/>
                  </a:cubicBezTo>
                  <a:cubicBezTo>
                    <a:pt x="234" y="203"/>
                    <a:pt x="217" y="192"/>
                    <a:pt x="205" y="177"/>
                  </a:cubicBezTo>
                  <a:cubicBezTo>
                    <a:pt x="189" y="160"/>
                    <a:pt x="162" y="118"/>
                    <a:pt x="201" y="111"/>
                  </a:cubicBezTo>
                  <a:cubicBezTo>
                    <a:pt x="214" y="109"/>
                    <a:pt x="245" y="124"/>
                    <a:pt x="249" y="107"/>
                  </a:cubicBezTo>
                  <a:cubicBezTo>
                    <a:pt x="251" y="100"/>
                    <a:pt x="242" y="81"/>
                    <a:pt x="241" y="74"/>
                  </a:cubicBezTo>
                  <a:cubicBezTo>
                    <a:pt x="239" y="59"/>
                    <a:pt x="237" y="43"/>
                    <a:pt x="237" y="28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19" name="Freeform 628">
              <a:extLst>
                <a:ext uri="{FF2B5EF4-FFF2-40B4-BE49-F238E27FC236}">
                  <a16:creationId xmlns:a16="http://schemas.microsoft.com/office/drawing/2014/main" id="{03CC10C4-57FF-44AA-AB9A-E530B17CB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875"/>
              <a:ext cx="449" cy="1168"/>
            </a:xfrm>
            <a:custGeom>
              <a:avLst/>
              <a:gdLst>
                <a:gd name="T0" fmla="*/ 29 w 278"/>
                <a:gd name="T1" fmla="*/ 1108 h 724"/>
                <a:gd name="T2" fmla="*/ 522 w 278"/>
                <a:gd name="T3" fmla="*/ 1439 h 724"/>
                <a:gd name="T4" fmla="*/ 699 w 278"/>
                <a:gd name="T5" fmla="*/ 1808 h 724"/>
                <a:gd name="T6" fmla="*/ 522 w 278"/>
                <a:gd name="T7" fmla="*/ 2313 h 724"/>
                <a:gd name="T8" fmla="*/ 370 w 278"/>
                <a:gd name="T9" fmla="*/ 2805 h 724"/>
                <a:gd name="T10" fmla="*/ 355 w 278"/>
                <a:gd name="T11" fmla="*/ 2957 h 724"/>
                <a:gd name="T12" fmla="*/ 527 w 278"/>
                <a:gd name="T13" fmla="*/ 3035 h 724"/>
                <a:gd name="T14" fmla="*/ 674 w 278"/>
                <a:gd name="T15" fmla="*/ 2917 h 724"/>
                <a:gd name="T16" fmla="*/ 738 w 278"/>
                <a:gd name="T17" fmla="*/ 2733 h 724"/>
                <a:gd name="T18" fmla="*/ 793 w 278"/>
                <a:gd name="T19" fmla="*/ 2512 h 724"/>
                <a:gd name="T20" fmla="*/ 1074 w 278"/>
                <a:gd name="T21" fmla="*/ 1884 h 724"/>
                <a:gd name="T22" fmla="*/ 1150 w 278"/>
                <a:gd name="T23" fmla="*/ 1754 h 724"/>
                <a:gd name="T24" fmla="*/ 1121 w 278"/>
                <a:gd name="T25" fmla="*/ 1583 h 724"/>
                <a:gd name="T26" fmla="*/ 1021 w 278"/>
                <a:gd name="T27" fmla="*/ 1384 h 724"/>
                <a:gd name="T28" fmla="*/ 993 w 278"/>
                <a:gd name="T29" fmla="*/ 1252 h 724"/>
                <a:gd name="T30" fmla="*/ 1000 w 278"/>
                <a:gd name="T31" fmla="*/ 752 h 724"/>
                <a:gd name="T32" fmla="*/ 848 w 278"/>
                <a:gd name="T33" fmla="*/ 515 h 724"/>
                <a:gd name="T34" fmla="*/ 615 w 278"/>
                <a:gd name="T35" fmla="*/ 378 h 724"/>
                <a:gd name="T36" fmla="*/ 228 w 278"/>
                <a:gd name="T37" fmla="*/ 245 h 724"/>
                <a:gd name="T38" fmla="*/ 131 w 278"/>
                <a:gd name="T39" fmla="*/ 26 h 724"/>
                <a:gd name="T40" fmla="*/ 71 w 278"/>
                <a:gd name="T41" fmla="*/ 224 h 724"/>
                <a:gd name="T42" fmla="*/ 34 w 278"/>
                <a:gd name="T43" fmla="*/ 378 h 724"/>
                <a:gd name="T44" fmla="*/ 170 w 278"/>
                <a:gd name="T45" fmla="*/ 495 h 724"/>
                <a:gd name="T46" fmla="*/ 501 w 278"/>
                <a:gd name="T47" fmla="*/ 602 h 724"/>
                <a:gd name="T48" fmla="*/ 741 w 278"/>
                <a:gd name="T49" fmla="*/ 721 h 724"/>
                <a:gd name="T50" fmla="*/ 837 w 278"/>
                <a:gd name="T51" fmla="*/ 1150 h 724"/>
                <a:gd name="T52" fmla="*/ 611 w 278"/>
                <a:gd name="T53" fmla="*/ 1247 h 724"/>
                <a:gd name="T54" fmla="*/ 467 w 278"/>
                <a:gd name="T55" fmla="*/ 1163 h 724"/>
                <a:gd name="T56" fmla="*/ 321 w 278"/>
                <a:gd name="T57" fmla="*/ 1081 h 724"/>
                <a:gd name="T58" fmla="*/ 0 w 278"/>
                <a:gd name="T59" fmla="*/ 870 h 72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78" h="724">
                  <a:moveTo>
                    <a:pt x="7" y="264"/>
                  </a:moveTo>
                  <a:cubicBezTo>
                    <a:pt x="24" y="302"/>
                    <a:pt x="89" y="323"/>
                    <a:pt x="124" y="343"/>
                  </a:cubicBezTo>
                  <a:cubicBezTo>
                    <a:pt x="160" y="363"/>
                    <a:pt x="177" y="389"/>
                    <a:pt x="166" y="431"/>
                  </a:cubicBezTo>
                  <a:cubicBezTo>
                    <a:pt x="156" y="471"/>
                    <a:pt x="139" y="512"/>
                    <a:pt x="124" y="551"/>
                  </a:cubicBezTo>
                  <a:cubicBezTo>
                    <a:pt x="110" y="588"/>
                    <a:pt x="98" y="629"/>
                    <a:pt x="88" y="668"/>
                  </a:cubicBezTo>
                  <a:cubicBezTo>
                    <a:pt x="86" y="678"/>
                    <a:pt x="79" y="694"/>
                    <a:pt x="84" y="704"/>
                  </a:cubicBezTo>
                  <a:cubicBezTo>
                    <a:pt x="91" y="717"/>
                    <a:pt x="113" y="722"/>
                    <a:pt x="125" y="723"/>
                  </a:cubicBezTo>
                  <a:cubicBezTo>
                    <a:pt x="151" y="724"/>
                    <a:pt x="155" y="720"/>
                    <a:pt x="160" y="695"/>
                  </a:cubicBezTo>
                  <a:cubicBezTo>
                    <a:pt x="164" y="679"/>
                    <a:pt x="171" y="666"/>
                    <a:pt x="175" y="651"/>
                  </a:cubicBezTo>
                  <a:cubicBezTo>
                    <a:pt x="178" y="633"/>
                    <a:pt x="182" y="615"/>
                    <a:pt x="188" y="598"/>
                  </a:cubicBezTo>
                  <a:cubicBezTo>
                    <a:pt x="209" y="548"/>
                    <a:pt x="227" y="495"/>
                    <a:pt x="255" y="449"/>
                  </a:cubicBezTo>
                  <a:cubicBezTo>
                    <a:pt x="261" y="439"/>
                    <a:pt x="269" y="428"/>
                    <a:pt x="273" y="418"/>
                  </a:cubicBezTo>
                  <a:cubicBezTo>
                    <a:pt x="278" y="403"/>
                    <a:pt x="273" y="392"/>
                    <a:pt x="266" y="377"/>
                  </a:cubicBezTo>
                  <a:cubicBezTo>
                    <a:pt x="258" y="360"/>
                    <a:pt x="247" y="349"/>
                    <a:pt x="242" y="330"/>
                  </a:cubicBezTo>
                  <a:cubicBezTo>
                    <a:pt x="240" y="320"/>
                    <a:pt x="237" y="308"/>
                    <a:pt x="236" y="298"/>
                  </a:cubicBezTo>
                  <a:cubicBezTo>
                    <a:pt x="231" y="258"/>
                    <a:pt x="235" y="220"/>
                    <a:pt x="237" y="179"/>
                  </a:cubicBezTo>
                  <a:cubicBezTo>
                    <a:pt x="238" y="150"/>
                    <a:pt x="223" y="138"/>
                    <a:pt x="201" y="123"/>
                  </a:cubicBezTo>
                  <a:cubicBezTo>
                    <a:pt x="183" y="110"/>
                    <a:pt x="165" y="99"/>
                    <a:pt x="146" y="90"/>
                  </a:cubicBezTo>
                  <a:cubicBezTo>
                    <a:pt x="121" y="79"/>
                    <a:pt x="70" y="82"/>
                    <a:pt x="54" y="58"/>
                  </a:cubicBezTo>
                  <a:cubicBezTo>
                    <a:pt x="49" y="50"/>
                    <a:pt x="45" y="0"/>
                    <a:pt x="31" y="6"/>
                  </a:cubicBezTo>
                  <a:cubicBezTo>
                    <a:pt x="23" y="9"/>
                    <a:pt x="19" y="46"/>
                    <a:pt x="17" y="53"/>
                  </a:cubicBezTo>
                  <a:cubicBezTo>
                    <a:pt x="15" y="65"/>
                    <a:pt x="9" y="78"/>
                    <a:pt x="8" y="90"/>
                  </a:cubicBezTo>
                  <a:cubicBezTo>
                    <a:pt x="7" y="109"/>
                    <a:pt x="25" y="114"/>
                    <a:pt x="40" y="118"/>
                  </a:cubicBezTo>
                  <a:cubicBezTo>
                    <a:pt x="67" y="125"/>
                    <a:pt x="92" y="135"/>
                    <a:pt x="119" y="143"/>
                  </a:cubicBezTo>
                  <a:cubicBezTo>
                    <a:pt x="139" y="149"/>
                    <a:pt x="162" y="157"/>
                    <a:pt x="176" y="172"/>
                  </a:cubicBezTo>
                  <a:cubicBezTo>
                    <a:pt x="203" y="202"/>
                    <a:pt x="189" y="239"/>
                    <a:pt x="199" y="274"/>
                  </a:cubicBezTo>
                  <a:cubicBezTo>
                    <a:pt x="182" y="283"/>
                    <a:pt x="164" y="291"/>
                    <a:pt x="145" y="297"/>
                  </a:cubicBezTo>
                  <a:cubicBezTo>
                    <a:pt x="140" y="288"/>
                    <a:pt x="120" y="284"/>
                    <a:pt x="111" y="277"/>
                  </a:cubicBezTo>
                  <a:cubicBezTo>
                    <a:pt x="100" y="269"/>
                    <a:pt x="88" y="263"/>
                    <a:pt x="76" y="257"/>
                  </a:cubicBezTo>
                  <a:cubicBezTo>
                    <a:pt x="48" y="243"/>
                    <a:pt x="25" y="225"/>
                    <a:pt x="0" y="207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20" name="Freeform 629">
              <a:extLst>
                <a:ext uri="{FF2B5EF4-FFF2-40B4-BE49-F238E27FC236}">
                  <a16:creationId xmlns:a16="http://schemas.microsoft.com/office/drawing/2014/main" id="{39793F91-D97D-4234-9DF2-7FEF40452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233"/>
              <a:ext cx="554" cy="457"/>
            </a:xfrm>
            <a:custGeom>
              <a:avLst/>
              <a:gdLst>
                <a:gd name="T0" fmla="*/ 76 w 343"/>
                <a:gd name="T1" fmla="*/ 1192 h 283"/>
                <a:gd name="T2" fmla="*/ 793 w 343"/>
                <a:gd name="T3" fmla="*/ 535 h 283"/>
                <a:gd name="T4" fmla="*/ 1221 w 343"/>
                <a:gd name="T5" fmla="*/ 342 h 283"/>
                <a:gd name="T6" fmla="*/ 1446 w 343"/>
                <a:gd name="T7" fmla="*/ 241 h 283"/>
                <a:gd name="T8" fmla="*/ 1375 w 343"/>
                <a:gd name="T9" fmla="*/ 105 h 283"/>
                <a:gd name="T10" fmla="*/ 1315 w 343"/>
                <a:gd name="T11" fmla="*/ 13 h 283"/>
                <a:gd name="T12" fmla="*/ 1108 w 343"/>
                <a:gd name="T13" fmla="*/ 160 h 283"/>
                <a:gd name="T14" fmla="*/ 674 w 343"/>
                <a:gd name="T15" fmla="*/ 396 h 283"/>
                <a:gd name="T16" fmla="*/ 258 w 343"/>
                <a:gd name="T17" fmla="*/ 493 h 283"/>
                <a:gd name="T18" fmla="*/ 89 w 343"/>
                <a:gd name="T19" fmla="*/ 389 h 283"/>
                <a:gd name="T20" fmla="*/ 16 w 343"/>
                <a:gd name="T21" fmla="*/ 391 h 283"/>
                <a:gd name="T22" fmla="*/ 47 w 343"/>
                <a:gd name="T23" fmla="*/ 556 h 283"/>
                <a:gd name="T24" fmla="*/ 71 w 343"/>
                <a:gd name="T25" fmla="*/ 748 h 2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3" h="283">
                  <a:moveTo>
                    <a:pt x="18" y="283"/>
                  </a:moveTo>
                  <a:cubicBezTo>
                    <a:pt x="56" y="209"/>
                    <a:pt x="116" y="163"/>
                    <a:pt x="188" y="127"/>
                  </a:cubicBezTo>
                  <a:cubicBezTo>
                    <a:pt x="222" y="110"/>
                    <a:pt x="256" y="96"/>
                    <a:pt x="290" y="81"/>
                  </a:cubicBezTo>
                  <a:cubicBezTo>
                    <a:pt x="307" y="72"/>
                    <a:pt x="327" y="67"/>
                    <a:pt x="343" y="57"/>
                  </a:cubicBezTo>
                  <a:cubicBezTo>
                    <a:pt x="336" y="45"/>
                    <a:pt x="330" y="38"/>
                    <a:pt x="326" y="25"/>
                  </a:cubicBezTo>
                  <a:cubicBezTo>
                    <a:pt x="323" y="18"/>
                    <a:pt x="320" y="4"/>
                    <a:pt x="312" y="3"/>
                  </a:cubicBezTo>
                  <a:cubicBezTo>
                    <a:pt x="300" y="0"/>
                    <a:pt x="273" y="31"/>
                    <a:pt x="263" y="38"/>
                  </a:cubicBezTo>
                  <a:cubicBezTo>
                    <a:pt x="232" y="60"/>
                    <a:pt x="194" y="77"/>
                    <a:pt x="160" y="94"/>
                  </a:cubicBezTo>
                  <a:cubicBezTo>
                    <a:pt x="134" y="107"/>
                    <a:pt x="90" y="131"/>
                    <a:pt x="61" y="117"/>
                  </a:cubicBezTo>
                  <a:cubicBezTo>
                    <a:pt x="47" y="110"/>
                    <a:pt x="34" y="100"/>
                    <a:pt x="21" y="92"/>
                  </a:cubicBezTo>
                  <a:cubicBezTo>
                    <a:pt x="12" y="86"/>
                    <a:pt x="11" y="77"/>
                    <a:pt x="4" y="93"/>
                  </a:cubicBezTo>
                  <a:cubicBezTo>
                    <a:pt x="0" y="104"/>
                    <a:pt x="8" y="121"/>
                    <a:pt x="11" y="132"/>
                  </a:cubicBezTo>
                  <a:cubicBezTo>
                    <a:pt x="14" y="147"/>
                    <a:pt x="17" y="162"/>
                    <a:pt x="17" y="178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21" name="Freeform 630">
              <a:extLst>
                <a:ext uri="{FF2B5EF4-FFF2-40B4-BE49-F238E27FC236}">
                  <a16:creationId xmlns:a16="http://schemas.microsoft.com/office/drawing/2014/main" id="{C95D9E4D-724E-430A-81C4-7080406C9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2494"/>
              <a:ext cx="623" cy="392"/>
            </a:xfrm>
            <a:custGeom>
              <a:avLst/>
              <a:gdLst>
                <a:gd name="T0" fmla="*/ 0 w 386"/>
                <a:gd name="T1" fmla="*/ 268 h 243"/>
                <a:gd name="T2" fmla="*/ 190 w 386"/>
                <a:gd name="T3" fmla="*/ 186 h 243"/>
                <a:gd name="T4" fmla="*/ 386 w 386"/>
                <a:gd name="T5" fmla="*/ 234 h 243"/>
                <a:gd name="T6" fmla="*/ 789 w 386"/>
                <a:gd name="T7" fmla="*/ 513 h 243"/>
                <a:gd name="T8" fmla="*/ 946 w 386"/>
                <a:gd name="T9" fmla="*/ 718 h 243"/>
                <a:gd name="T10" fmla="*/ 875 w 386"/>
                <a:gd name="T11" fmla="*/ 1020 h 243"/>
                <a:gd name="T12" fmla="*/ 997 w 386"/>
                <a:gd name="T13" fmla="*/ 861 h 243"/>
                <a:gd name="T14" fmla="*/ 1110 w 386"/>
                <a:gd name="T15" fmla="*/ 768 h 243"/>
                <a:gd name="T16" fmla="*/ 1315 w 386"/>
                <a:gd name="T17" fmla="*/ 734 h 243"/>
                <a:gd name="T18" fmla="*/ 1528 w 386"/>
                <a:gd name="T19" fmla="*/ 768 h 243"/>
                <a:gd name="T20" fmla="*/ 1535 w 386"/>
                <a:gd name="T21" fmla="*/ 663 h 243"/>
                <a:gd name="T22" fmla="*/ 912 w 386"/>
                <a:gd name="T23" fmla="*/ 432 h 243"/>
                <a:gd name="T24" fmla="*/ 563 w 386"/>
                <a:gd name="T25" fmla="*/ 232 h 243"/>
                <a:gd name="T26" fmla="*/ 268 w 386"/>
                <a:gd name="T27" fmla="*/ 63 h 243"/>
                <a:gd name="T28" fmla="*/ 84 w 386"/>
                <a:gd name="T29" fmla="*/ 0 h 2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6" h="243">
                  <a:moveTo>
                    <a:pt x="0" y="64"/>
                  </a:moveTo>
                  <a:cubicBezTo>
                    <a:pt x="11" y="51"/>
                    <a:pt x="29" y="48"/>
                    <a:pt x="45" y="44"/>
                  </a:cubicBezTo>
                  <a:cubicBezTo>
                    <a:pt x="63" y="39"/>
                    <a:pt x="74" y="46"/>
                    <a:pt x="92" y="56"/>
                  </a:cubicBezTo>
                  <a:cubicBezTo>
                    <a:pt x="125" y="74"/>
                    <a:pt x="157" y="100"/>
                    <a:pt x="188" y="122"/>
                  </a:cubicBezTo>
                  <a:cubicBezTo>
                    <a:pt x="206" y="136"/>
                    <a:pt x="225" y="146"/>
                    <a:pt x="225" y="171"/>
                  </a:cubicBezTo>
                  <a:cubicBezTo>
                    <a:pt x="225" y="192"/>
                    <a:pt x="192" y="222"/>
                    <a:pt x="208" y="243"/>
                  </a:cubicBezTo>
                  <a:cubicBezTo>
                    <a:pt x="222" y="237"/>
                    <a:pt x="228" y="216"/>
                    <a:pt x="237" y="205"/>
                  </a:cubicBezTo>
                  <a:cubicBezTo>
                    <a:pt x="244" y="198"/>
                    <a:pt x="255" y="187"/>
                    <a:pt x="264" y="183"/>
                  </a:cubicBezTo>
                  <a:cubicBezTo>
                    <a:pt x="278" y="177"/>
                    <a:pt x="298" y="176"/>
                    <a:pt x="313" y="175"/>
                  </a:cubicBezTo>
                  <a:cubicBezTo>
                    <a:pt x="332" y="174"/>
                    <a:pt x="346" y="180"/>
                    <a:pt x="364" y="183"/>
                  </a:cubicBezTo>
                  <a:cubicBezTo>
                    <a:pt x="386" y="185"/>
                    <a:pt x="379" y="167"/>
                    <a:pt x="365" y="158"/>
                  </a:cubicBezTo>
                  <a:cubicBezTo>
                    <a:pt x="320" y="131"/>
                    <a:pt x="264" y="128"/>
                    <a:pt x="217" y="103"/>
                  </a:cubicBezTo>
                  <a:cubicBezTo>
                    <a:pt x="188" y="89"/>
                    <a:pt x="161" y="72"/>
                    <a:pt x="134" y="55"/>
                  </a:cubicBezTo>
                  <a:cubicBezTo>
                    <a:pt x="111" y="41"/>
                    <a:pt x="89" y="24"/>
                    <a:pt x="64" y="15"/>
                  </a:cubicBezTo>
                  <a:cubicBezTo>
                    <a:pt x="52" y="10"/>
                    <a:pt x="27" y="8"/>
                    <a:pt x="20" y="0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22" name="Freeform 631">
              <a:extLst>
                <a:ext uri="{FF2B5EF4-FFF2-40B4-BE49-F238E27FC236}">
                  <a16:creationId xmlns:a16="http://schemas.microsoft.com/office/drawing/2014/main" id="{205B274B-F090-40AA-ADA0-1834CF9F4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757"/>
              <a:ext cx="601" cy="536"/>
            </a:xfrm>
            <a:custGeom>
              <a:avLst/>
              <a:gdLst>
                <a:gd name="T0" fmla="*/ 864 w 372"/>
                <a:gd name="T1" fmla="*/ 0 h 332"/>
                <a:gd name="T2" fmla="*/ 700 w 372"/>
                <a:gd name="T3" fmla="*/ 323 h 332"/>
                <a:gd name="T4" fmla="*/ 632 w 372"/>
                <a:gd name="T5" fmla="*/ 683 h 332"/>
                <a:gd name="T6" fmla="*/ 480 w 372"/>
                <a:gd name="T7" fmla="*/ 869 h 332"/>
                <a:gd name="T8" fmla="*/ 213 w 372"/>
                <a:gd name="T9" fmla="*/ 891 h 332"/>
                <a:gd name="T10" fmla="*/ 16 w 372"/>
                <a:gd name="T11" fmla="*/ 878 h 332"/>
                <a:gd name="T12" fmla="*/ 47 w 372"/>
                <a:gd name="T13" fmla="*/ 1056 h 332"/>
                <a:gd name="T14" fmla="*/ 55 w 372"/>
                <a:gd name="T15" fmla="*/ 1158 h 332"/>
                <a:gd name="T16" fmla="*/ 213 w 372"/>
                <a:gd name="T17" fmla="*/ 1119 h 332"/>
                <a:gd name="T18" fmla="*/ 467 w 372"/>
                <a:gd name="T19" fmla="*/ 1064 h 332"/>
                <a:gd name="T20" fmla="*/ 1081 w 372"/>
                <a:gd name="T21" fmla="*/ 1174 h 332"/>
                <a:gd name="T22" fmla="*/ 1192 w 372"/>
                <a:gd name="T23" fmla="*/ 1335 h 332"/>
                <a:gd name="T24" fmla="*/ 1370 w 372"/>
                <a:gd name="T25" fmla="*/ 1392 h 332"/>
                <a:gd name="T26" fmla="*/ 1454 w 372"/>
                <a:gd name="T27" fmla="*/ 1288 h 332"/>
                <a:gd name="T28" fmla="*/ 1443 w 372"/>
                <a:gd name="T29" fmla="*/ 1170 h 332"/>
                <a:gd name="T30" fmla="*/ 1488 w 372"/>
                <a:gd name="T31" fmla="*/ 1048 h 332"/>
                <a:gd name="T32" fmla="*/ 1475 w 372"/>
                <a:gd name="T33" fmla="*/ 904 h 332"/>
                <a:gd name="T34" fmla="*/ 1289 w 372"/>
                <a:gd name="T35" fmla="*/ 909 h 332"/>
                <a:gd name="T36" fmla="*/ 1091 w 372"/>
                <a:gd name="T37" fmla="*/ 923 h 332"/>
                <a:gd name="T38" fmla="*/ 767 w 372"/>
                <a:gd name="T39" fmla="*/ 759 h 332"/>
                <a:gd name="T40" fmla="*/ 851 w 372"/>
                <a:gd name="T41" fmla="*/ 232 h 33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2" h="332">
                  <a:moveTo>
                    <a:pt x="205" y="0"/>
                  </a:moveTo>
                  <a:cubicBezTo>
                    <a:pt x="200" y="29"/>
                    <a:pt x="177" y="51"/>
                    <a:pt x="166" y="77"/>
                  </a:cubicBezTo>
                  <a:cubicBezTo>
                    <a:pt x="154" y="105"/>
                    <a:pt x="156" y="133"/>
                    <a:pt x="150" y="162"/>
                  </a:cubicBezTo>
                  <a:cubicBezTo>
                    <a:pt x="146" y="183"/>
                    <a:pt x="136" y="204"/>
                    <a:pt x="114" y="206"/>
                  </a:cubicBezTo>
                  <a:cubicBezTo>
                    <a:pt x="93" y="209"/>
                    <a:pt x="71" y="213"/>
                    <a:pt x="51" y="212"/>
                  </a:cubicBezTo>
                  <a:cubicBezTo>
                    <a:pt x="40" y="212"/>
                    <a:pt x="10" y="199"/>
                    <a:pt x="4" y="209"/>
                  </a:cubicBezTo>
                  <a:cubicBezTo>
                    <a:pt x="0" y="216"/>
                    <a:pt x="10" y="243"/>
                    <a:pt x="11" y="251"/>
                  </a:cubicBezTo>
                  <a:cubicBezTo>
                    <a:pt x="11" y="258"/>
                    <a:pt x="8" y="270"/>
                    <a:pt x="13" y="275"/>
                  </a:cubicBezTo>
                  <a:cubicBezTo>
                    <a:pt x="21" y="282"/>
                    <a:pt x="42" y="270"/>
                    <a:pt x="51" y="266"/>
                  </a:cubicBezTo>
                  <a:cubicBezTo>
                    <a:pt x="71" y="259"/>
                    <a:pt x="89" y="253"/>
                    <a:pt x="111" y="253"/>
                  </a:cubicBezTo>
                  <a:cubicBezTo>
                    <a:pt x="160" y="254"/>
                    <a:pt x="214" y="251"/>
                    <a:pt x="256" y="279"/>
                  </a:cubicBezTo>
                  <a:cubicBezTo>
                    <a:pt x="270" y="289"/>
                    <a:pt x="273" y="305"/>
                    <a:pt x="283" y="317"/>
                  </a:cubicBezTo>
                  <a:cubicBezTo>
                    <a:pt x="291" y="326"/>
                    <a:pt x="312" y="331"/>
                    <a:pt x="325" y="331"/>
                  </a:cubicBezTo>
                  <a:cubicBezTo>
                    <a:pt x="345" y="332"/>
                    <a:pt x="345" y="322"/>
                    <a:pt x="345" y="306"/>
                  </a:cubicBezTo>
                  <a:cubicBezTo>
                    <a:pt x="345" y="297"/>
                    <a:pt x="342" y="287"/>
                    <a:pt x="342" y="278"/>
                  </a:cubicBezTo>
                  <a:cubicBezTo>
                    <a:pt x="343" y="269"/>
                    <a:pt x="350" y="258"/>
                    <a:pt x="353" y="249"/>
                  </a:cubicBezTo>
                  <a:cubicBezTo>
                    <a:pt x="359" y="235"/>
                    <a:pt x="372" y="217"/>
                    <a:pt x="350" y="215"/>
                  </a:cubicBezTo>
                  <a:cubicBezTo>
                    <a:pt x="337" y="213"/>
                    <a:pt x="320" y="216"/>
                    <a:pt x="306" y="216"/>
                  </a:cubicBezTo>
                  <a:cubicBezTo>
                    <a:pt x="291" y="216"/>
                    <a:pt x="275" y="218"/>
                    <a:pt x="259" y="219"/>
                  </a:cubicBezTo>
                  <a:cubicBezTo>
                    <a:pt x="225" y="222"/>
                    <a:pt x="191" y="220"/>
                    <a:pt x="182" y="180"/>
                  </a:cubicBezTo>
                  <a:cubicBezTo>
                    <a:pt x="174" y="139"/>
                    <a:pt x="177" y="89"/>
                    <a:pt x="202" y="55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23" name="Freeform 632">
              <a:extLst>
                <a:ext uri="{FF2B5EF4-FFF2-40B4-BE49-F238E27FC236}">
                  <a16:creationId xmlns:a16="http://schemas.microsoft.com/office/drawing/2014/main" id="{142BFCEF-40AC-43AD-80B5-6A86C4FD3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3184"/>
              <a:ext cx="496" cy="802"/>
            </a:xfrm>
            <a:custGeom>
              <a:avLst/>
              <a:gdLst>
                <a:gd name="T0" fmla="*/ 0 w 307"/>
                <a:gd name="T1" fmla="*/ 424 h 497"/>
                <a:gd name="T2" fmla="*/ 126 w 307"/>
                <a:gd name="T3" fmla="*/ 432 h 497"/>
                <a:gd name="T4" fmla="*/ 296 w 307"/>
                <a:gd name="T5" fmla="*/ 474 h 497"/>
                <a:gd name="T6" fmla="*/ 590 w 307"/>
                <a:gd name="T7" fmla="*/ 657 h 497"/>
                <a:gd name="T8" fmla="*/ 755 w 307"/>
                <a:gd name="T9" fmla="*/ 841 h 497"/>
                <a:gd name="T10" fmla="*/ 801 w 307"/>
                <a:gd name="T11" fmla="*/ 1223 h 497"/>
                <a:gd name="T12" fmla="*/ 981 w 307"/>
                <a:gd name="T13" fmla="*/ 1972 h 497"/>
                <a:gd name="T14" fmla="*/ 1145 w 307"/>
                <a:gd name="T15" fmla="*/ 2088 h 497"/>
                <a:gd name="T16" fmla="*/ 1179 w 307"/>
                <a:gd name="T17" fmla="*/ 1917 h 497"/>
                <a:gd name="T18" fmla="*/ 995 w 307"/>
                <a:gd name="T19" fmla="*/ 912 h 497"/>
                <a:gd name="T20" fmla="*/ 1008 w 307"/>
                <a:gd name="T21" fmla="*/ 781 h 497"/>
                <a:gd name="T22" fmla="*/ 1008 w 307"/>
                <a:gd name="T23" fmla="*/ 670 h 497"/>
                <a:gd name="T24" fmla="*/ 937 w 307"/>
                <a:gd name="T25" fmla="*/ 555 h 497"/>
                <a:gd name="T26" fmla="*/ 869 w 307"/>
                <a:gd name="T27" fmla="*/ 516 h 497"/>
                <a:gd name="T28" fmla="*/ 598 w 307"/>
                <a:gd name="T29" fmla="*/ 492 h 497"/>
                <a:gd name="T30" fmla="*/ 334 w 307"/>
                <a:gd name="T31" fmla="*/ 331 h 497"/>
                <a:gd name="T32" fmla="*/ 199 w 307"/>
                <a:gd name="T33" fmla="*/ 213 h 497"/>
                <a:gd name="T34" fmla="*/ 160 w 307"/>
                <a:gd name="T35" fmla="*/ 144 h 497"/>
                <a:gd name="T36" fmla="*/ 126 w 307"/>
                <a:gd name="T37" fmla="*/ 29 h 497"/>
                <a:gd name="T38" fmla="*/ 84 w 307"/>
                <a:gd name="T39" fmla="*/ 5 h 49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07" h="497">
                  <a:moveTo>
                    <a:pt x="0" y="101"/>
                  </a:moveTo>
                  <a:cubicBezTo>
                    <a:pt x="10" y="101"/>
                    <a:pt x="20" y="102"/>
                    <a:pt x="30" y="103"/>
                  </a:cubicBezTo>
                  <a:cubicBezTo>
                    <a:pt x="48" y="105"/>
                    <a:pt x="54" y="105"/>
                    <a:pt x="70" y="113"/>
                  </a:cubicBezTo>
                  <a:cubicBezTo>
                    <a:pt x="94" y="126"/>
                    <a:pt x="116" y="140"/>
                    <a:pt x="140" y="156"/>
                  </a:cubicBezTo>
                  <a:cubicBezTo>
                    <a:pt x="155" y="167"/>
                    <a:pt x="173" y="182"/>
                    <a:pt x="179" y="200"/>
                  </a:cubicBezTo>
                  <a:cubicBezTo>
                    <a:pt x="189" y="227"/>
                    <a:pt x="188" y="262"/>
                    <a:pt x="190" y="291"/>
                  </a:cubicBezTo>
                  <a:cubicBezTo>
                    <a:pt x="196" y="351"/>
                    <a:pt x="201" y="416"/>
                    <a:pt x="233" y="469"/>
                  </a:cubicBezTo>
                  <a:cubicBezTo>
                    <a:pt x="244" y="486"/>
                    <a:pt x="251" y="497"/>
                    <a:pt x="272" y="497"/>
                  </a:cubicBezTo>
                  <a:cubicBezTo>
                    <a:pt x="307" y="497"/>
                    <a:pt x="293" y="479"/>
                    <a:pt x="280" y="456"/>
                  </a:cubicBezTo>
                  <a:cubicBezTo>
                    <a:pt x="241" y="387"/>
                    <a:pt x="231" y="296"/>
                    <a:pt x="236" y="217"/>
                  </a:cubicBezTo>
                  <a:cubicBezTo>
                    <a:pt x="237" y="207"/>
                    <a:pt x="237" y="196"/>
                    <a:pt x="239" y="186"/>
                  </a:cubicBezTo>
                  <a:cubicBezTo>
                    <a:pt x="243" y="171"/>
                    <a:pt x="246" y="172"/>
                    <a:pt x="239" y="159"/>
                  </a:cubicBezTo>
                  <a:cubicBezTo>
                    <a:pt x="234" y="150"/>
                    <a:pt x="229" y="139"/>
                    <a:pt x="222" y="132"/>
                  </a:cubicBezTo>
                  <a:cubicBezTo>
                    <a:pt x="214" y="123"/>
                    <a:pt x="218" y="124"/>
                    <a:pt x="206" y="123"/>
                  </a:cubicBezTo>
                  <a:cubicBezTo>
                    <a:pt x="184" y="122"/>
                    <a:pt x="164" y="125"/>
                    <a:pt x="142" y="117"/>
                  </a:cubicBezTo>
                  <a:cubicBezTo>
                    <a:pt x="116" y="109"/>
                    <a:pt x="100" y="94"/>
                    <a:pt x="79" y="79"/>
                  </a:cubicBezTo>
                  <a:cubicBezTo>
                    <a:pt x="68" y="70"/>
                    <a:pt x="56" y="61"/>
                    <a:pt x="47" y="51"/>
                  </a:cubicBezTo>
                  <a:cubicBezTo>
                    <a:pt x="43" y="45"/>
                    <a:pt x="41" y="40"/>
                    <a:pt x="38" y="34"/>
                  </a:cubicBezTo>
                  <a:cubicBezTo>
                    <a:pt x="35" y="27"/>
                    <a:pt x="34" y="12"/>
                    <a:pt x="30" y="7"/>
                  </a:cubicBezTo>
                  <a:cubicBezTo>
                    <a:pt x="27" y="2"/>
                    <a:pt x="26" y="0"/>
                    <a:pt x="20" y="1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24" name="Freeform 633">
              <a:extLst>
                <a:ext uri="{FF2B5EF4-FFF2-40B4-BE49-F238E27FC236}">
                  <a16:creationId xmlns:a16="http://schemas.microsoft.com/office/drawing/2014/main" id="{D9B5A20E-CA34-4DD2-8F75-3744A6328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474"/>
              <a:ext cx="334" cy="554"/>
            </a:xfrm>
            <a:custGeom>
              <a:avLst/>
              <a:gdLst>
                <a:gd name="T0" fmla="*/ 76 w 207"/>
                <a:gd name="T1" fmla="*/ 0 h 343"/>
                <a:gd name="T2" fmla="*/ 276 w 207"/>
                <a:gd name="T3" fmla="*/ 254 h 343"/>
                <a:gd name="T4" fmla="*/ 474 w 207"/>
                <a:gd name="T5" fmla="*/ 543 h 343"/>
                <a:gd name="T6" fmla="*/ 529 w 207"/>
                <a:gd name="T7" fmla="*/ 903 h 343"/>
                <a:gd name="T8" fmla="*/ 602 w 207"/>
                <a:gd name="T9" fmla="*/ 1315 h 343"/>
                <a:gd name="T10" fmla="*/ 731 w 207"/>
                <a:gd name="T11" fmla="*/ 1395 h 343"/>
                <a:gd name="T12" fmla="*/ 734 w 207"/>
                <a:gd name="T13" fmla="*/ 1166 h 343"/>
                <a:gd name="T14" fmla="*/ 768 w 207"/>
                <a:gd name="T15" fmla="*/ 619 h 343"/>
                <a:gd name="T16" fmla="*/ 857 w 207"/>
                <a:gd name="T17" fmla="*/ 389 h 343"/>
                <a:gd name="T18" fmla="*/ 789 w 207"/>
                <a:gd name="T19" fmla="*/ 323 h 343"/>
                <a:gd name="T20" fmla="*/ 679 w 207"/>
                <a:gd name="T21" fmla="*/ 535 h 343"/>
                <a:gd name="T22" fmla="*/ 542 w 207"/>
                <a:gd name="T23" fmla="*/ 412 h 343"/>
                <a:gd name="T24" fmla="*/ 286 w 207"/>
                <a:gd name="T25" fmla="*/ 186 h 343"/>
                <a:gd name="T26" fmla="*/ 157 w 207"/>
                <a:gd name="T27" fmla="*/ 76 h 343"/>
                <a:gd name="T28" fmla="*/ 76 w 207"/>
                <a:gd name="T29" fmla="*/ 0 h 3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7" h="343">
                  <a:moveTo>
                    <a:pt x="18" y="0"/>
                  </a:moveTo>
                  <a:cubicBezTo>
                    <a:pt x="0" y="20"/>
                    <a:pt x="54" y="48"/>
                    <a:pt x="66" y="60"/>
                  </a:cubicBezTo>
                  <a:cubicBezTo>
                    <a:pt x="86" y="79"/>
                    <a:pt x="101" y="103"/>
                    <a:pt x="113" y="129"/>
                  </a:cubicBezTo>
                  <a:cubicBezTo>
                    <a:pt x="126" y="158"/>
                    <a:pt x="127" y="183"/>
                    <a:pt x="126" y="214"/>
                  </a:cubicBezTo>
                  <a:cubicBezTo>
                    <a:pt x="124" y="248"/>
                    <a:pt x="135" y="279"/>
                    <a:pt x="143" y="312"/>
                  </a:cubicBezTo>
                  <a:cubicBezTo>
                    <a:pt x="146" y="326"/>
                    <a:pt x="156" y="343"/>
                    <a:pt x="174" y="331"/>
                  </a:cubicBezTo>
                  <a:cubicBezTo>
                    <a:pt x="189" y="321"/>
                    <a:pt x="177" y="293"/>
                    <a:pt x="175" y="277"/>
                  </a:cubicBezTo>
                  <a:cubicBezTo>
                    <a:pt x="172" y="234"/>
                    <a:pt x="170" y="190"/>
                    <a:pt x="183" y="147"/>
                  </a:cubicBezTo>
                  <a:cubicBezTo>
                    <a:pt x="189" y="128"/>
                    <a:pt x="199" y="109"/>
                    <a:pt x="204" y="92"/>
                  </a:cubicBezTo>
                  <a:cubicBezTo>
                    <a:pt x="207" y="80"/>
                    <a:pt x="203" y="66"/>
                    <a:pt x="188" y="77"/>
                  </a:cubicBezTo>
                  <a:cubicBezTo>
                    <a:pt x="175" y="86"/>
                    <a:pt x="180" y="121"/>
                    <a:pt x="162" y="127"/>
                  </a:cubicBezTo>
                  <a:cubicBezTo>
                    <a:pt x="150" y="131"/>
                    <a:pt x="137" y="106"/>
                    <a:pt x="129" y="98"/>
                  </a:cubicBezTo>
                  <a:cubicBezTo>
                    <a:pt x="109" y="79"/>
                    <a:pt x="88" y="63"/>
                    <a:pt x="68" y="44"/>
                  </a:cubicBezTo>
                  <a:cubicBezTo>
                    <a:pt x="58" y="35"/>
                    <a:pt x="47" y="26"/>
                    <a:pt x="37" y="18"/>
                  </a:cubicBezTo>
                  <a:cubicBezTo>
                    <a:pt x="31" y="13"/>
                    <a:pt x="22" y="2"/>
                    <a:pt x="18" y="0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25" name="Freeform 634">
              <a:extLst>
                <a:ext uri="{FF2B5EF4-FFF2-40B4-BE49-F238E27FC236}">
                  <a16:creationId xmlns:a16="http://schemas.microsoft.com/office/drawing/2014/main" id="{96485964-FBA1-4660-8C8D-CEB26CFA8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892"/>
              <a:ext cx="481" cy="281"/>
            </a:xfrm>
            <a:custGeom>
              <a:avLst/>
              <a:gdLst>
                <a:gd name="T0" fmla="*/ 404 w 298"/>
                <a:gd name="T1" fmla="*/ 123 h 174"/>
                <a:gd name="T2" fmla="*/ 386 w 298"/>
                <a:gd name="T3" fmla="*/ 399 h 174"/>
                <a:gd name="T4" fmla="*/ 260 w 298"/>
                <a:gd name="T5" fmla="*/ 488 h 174"/>
                <a:gd name="T6" fmla="*/ 0 w 298"/>
                <a:gd name="T7" fmla="*/ 594 h 174"/>
                <a:gd name="T8" fmla="*/ 68 w 298"/>
                <a:gd name="T9" fmla="*/ 733 h 174"/>
                <a:gd name="T10" fmla="*/ 226 w 298"/>
                <a:gd name="T11" fmla="*/ 670 h 174"/>
                <a:gd name="T12" fmla="*/ 628 w 298"/>
                <a:gd name="T13" fmla="*/ 560 h 174"/>
                <a:gd name="T14" fmla="*/ 875 w 298"/>
                <a:gd name="T15" fmla="*/ 493 h 174"/>
                <a:gd name="T16" fmla="*/ 1064 w 298"/>
                <a:gd name="T17" fmla="*/ 404 h 174"/>
                <a:gd name="T18" fmla="*/ 1253 w 298"/>
                <a:gd name="T19" fmla="*/ 0 h 174"/>
                <a:gd name="T20" fmla="*/ 1172 w 298"/>
                <a:gd name="T21" fmla="*/ 13 h 174"/>
                <a:gd name="T22" fmla="*/ 1115 w 298"/>
                <a:gd name="T23" fmla="*/ 105 h 174"/>
                <a:gd name="T24" fmla="*/ 878 w 298"/>
                <a:gd name="T25" fmla="*/ 287 h 174"/>
                <a:gd name="T26" fmla="*/ 594 w 298"/>
                <a:gd name="T27" fmla="*/ 260 h 174"/>
                <a:gd name="T28" fmla="*/ 484 w 298"/>
                <a:gd name="T29" fmla="*/ 26 h 17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174">
                  <a:moveTo>
                    <a:pt x="96" y="29"/>
                  </a:moveTo>
                  <a:cubicBezTo>
                    <a:pt x="103" y="57"/>
                    <a:pt x="113" y="74"/>
                    <a:pt x="92" y="95"/>
                  </a:cubicBezTo>
                  <a:cubicBezTo>
                    <a:pt x="83" y="103"/>
                    <a:pt x="73" y="111"/>
                    <a:pt x="62" y="116"/>
                  </a:cubicBezTo>
                  <a:cubicBezTo>
                    <a:pt x="45" y="127"/>
                    <a:pt x="14" y="127"/>
                    <a:pt x="0" y="141"/>
                  </a:cubicBezTo>
                  <a:cubicBezTo>
                    <a:pt x="5" y="156"/>
                    <a:pt x="0" y="173"/>
                    <a:pt x="16" y="174"/>
                  </a:cubicBezTo>
                  <a:cubicBezTo>
                    <a:pt x="28" y="174"/>
                    <a:pt x="43" y="164"/>
                    <a:pt x="54" y="159"/>
                  </a:cubicBezTo>
                  <a:cubicBezTo>
                    <a:pt x="85" y="145"/>
                    <a:pt x="116" y="140"/>
                    <a:pt x="149" y="133"/>
                  </a:cubicBezTo>
                  <a:cubicBezTo>
                    <a:pt x="169" y="129"/>
                    <a:pt x="189" y="126"/>
                    <a:pt x="208" y="117"/>
                  </a:cubicBezTo>
                  <a:cubicBezTo>
                    <a:pt x="222" y="110"/>
                    <a:pt x="240" y="104"/>
                    <a:pt x="253" y="96"/>
                  </a:cubicBezTo>
                  <a:cubicBezTo>
                    <a:pt x="281" y="79"/>
                    <a:pt x="290" y="29"/>
                    <a:pt x="298" y="0"/>
                  </a:cubicBezTo>
                  <a:cubicBezTo>
                    <a:pt x="293" y="2"/>
                    <a:pt x="282" y="1"/>
                    <a:pt x="279" y="3"/>
                  </a:cubicBezTo>
                  <a:cubicBezTo>
                    <a:pt x="273" y="6"/>
                    <a:pt x="268" y="19"/>
                    <a:pt x="265" y="25"/>
                  </a:cubicBezTo>
                  <a:cubicBezTo>
                    <a:pt x="250" y="48"/>
                    <a:pt x="234" y="59"/>
                    <a:pt x="209" y="68"/>
                  </a:cubicBezTo>
                  <a:cubicBezTo>
                    <a:pt x="187" y="77"/>
                    <a:pt x="158" y="83"/>
                    <a:pt x="141" y="62"/>
                  </a:cubicBezTo>
                  <a:cubicBezTo>
                    <a:pt x="128" y="46"/>
                    <a:pt x="132" y="20"/>
                    <a:pt x="115" y="6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26" name="Freeform 635">
              <a:extLst>
                <a:ext uri="{FF2B5EF4-FFF2-40B4-BE49-F238E27FC236}">
                  <a16:creationId xmlns:a16="http://schemas.microsoft.com/office/drawing/2014/main" id="{DC537C18-667E-43DA-A8C6-BE7576F53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933"/>
              <a:ext cx="375" cy="568"/>
            </a:xfrm>
            <a:custGeom>
              <a:avLst/>
              <a:gdLst>
                <a:gd name="T0" fmla="*/ 249 w 232"/>
                <a:gd name="T1" fmla="*/ 294 h 352"/>
                <a:gd name="T2" fmla="*/ 330 w 232"/>
                <a:gd name="T3" fmla="*/ 294 h 352"/>
                <a:gd name="T4" fmla="*/ 446 w 232"/>
                <a:gd name="T5" fmla="*/ 411 h 352"/>
                <a:gd name="T6" fmla="*/ 664 w 232"/>
                <a:gd name="T7" fmla="*/ 615 h 352"/>
                <a:gd name="T8" fmla="*/ 671 w 232"/>
                <a:gd name="T9" fmla="*/ 828 h 352"/>
                <a:gd name="T10" fmla="*/ 453 w 232"/>
                <a:gd name="T11" fmla="*/ 1007 h 352"/>
                <a:gd name="T12" fmla="*/ 102 w 232"/>
                <a:gd name="T13" fmla="*/ 1197 h 352"/>
                <a:gd name="T14" fmla="*/ 34 w 232"/>
                <a:gd name="T15" fmla="*/ 1189 h 352"/>
                <a:gd name="T16" fmla="*/ 71 w 232"/>
                <a:gd name="T17" fmla="*/ 1349 h 352"/>
                <a:gd name="T18" fmla="*/ 212 w 232"/>
                <a:gd name="T19" fmla="*/ 1399 h 352"/>
                <a:gd name="T20" fmla="*/ 390 w 232"/>
                <a:gd name="T21" fmla="*/ 1210 h 352"/>
                <a:gd name="T22" fmla="*/ 616 w 232"/>
                <a:gd name="T23" fmla="*/ 1021 h 352"/>
                <a:gd name="T24" fmla="*/ 912 w 232"/>
                <a:gd name="T25" fmla="*/ 691 h 352"/>
                <a:gd name="T26" fmla="*/ 721 w 232"/>
                <a:gd name="T27" fmla="*/ 361 h 352"/>
                <a:gd name="T28" fmla="*/ 478 w 232"/>
                <a:gd name="T29" fmla="*/ 29 h 352"/>
                <a:gd name="T30" fmla="*/ 343 w 232"/>
                <a:gd name="T31" fmla="*/ 102 h 3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2" h="352">
                  <a:moveTo>
                    <a:pt x="59" y="70"/>
                  </a:moveTo>
                  <a:cubicBezTo>
                    <a:pt x="68" y="68"/>
                    <a:pt x="69" y="65"/>
                    <a:pt x="78" y="70"/>
                  </a:cubicBezTo>
                  <a:cubicBezTo>
                    <a:pt x="88" y="75"/>
                    <a:pt x="97" y="90"/>
                    <a:pt x="106" y="98"/>
                  </a:cubicBezTo>
                  <a:cubicBezTo>
                    <a:pt x="125" y="114"/>
                    <a:pt x="141" y="126"/>
                    <a:pt x="157" y="146"/>
                  </a:cubicBezTo>
                  <a:cubicBezTo>
                    <a:pt x="172" y="166"/>
                    <a:pt x="174" y="176"/>
                    <a:pt x="159" y="197"/>
                  </a:cubicBezTo>
                  <a:cubicBezTo>
                    <a:pt x="146" y="215"/>
                    <a:pt x="126" y="230"/>
                    <a:pt x="107" y="240"/>
                  </a:cubicBezTo>
                  <a:cubicBezTo>
                    <a:pt x="77" y="256"/>
                    <a:pt x="59" y="286"/>
                    <a:pt x="24" y="285"/>
                  </a:cubicBezTo>
                  <a:cubicBezTo>
                    <a:pt x="19" y="284"/>
                    <a:pt x="11" y="280"/>
                    <a:pt x="8" y="283"/>
                  </a:cubicBezTo>
                  <a:cubicBezTo>
                    <a:pt x="0" y="291"/>
                    <a:pt x="14" y="314"/>
                    <a:pt x="17" y="321"/>
                  </a:cubicBezTo>
                  <a:cubicBezTo>
                    <a:pt x="26" y="343"/>
                    <a:pt x="29" y="352"/>
                    <a:pt x="50" y="333"/>
                  </a:cubicBezTo>
                  <a:cubicBezTo>
                    <a:pt x="66" y="320"/>
                    <a:pt x="77" y="302"/>
                    <a:pt x="92" y="288"/>
                  </a:cubicBezTo>
                  <a:cubicBezTo>
                    <a:pt x="108" y="272"/>
                    <a:pt x="127" y="256"/>
                    <a:pt x="146" y="243"/>
                  </a:cubicBezTo>
                  <a:cubicBezTo>
                    <a:pt x="172" y="223"/>
                    <a:pt x="201" y="193"/>
                    <a:pt x="216" y="164"/>
                  </a:cubicBezTo>
                  <a:cubicBezTo>
                    <a:pt x="232" y="133"/>
                    <a:pt x="194" y="100"/>
                    <a:pt x="171" y="86"/>
                  </a:cubicBezTo>
                  <a:cubicBezTo>
                    <a:pt x="140" y="68"/>
                    <a:pt x="112" y="47"/>
                    <a:pt x="113" y="7"/>
                  </a:cubicBezTo>
                  <a:cubicBezTo>
                    <a:pt x="102" y="0"/>
                    <a:pt x="86" y="16"/>
                    <a:pt x="81" y="24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27" name="Freeform 636">
              <a:extLst>
                <a:ext uri="{FF2B5EF4-FFF2-40B4-BE49-F238E27FC236}">
                  <a16:creationId xmlns:a16="http://schemas.microsoft.com/office/drawing/2014/main" id="{DA27A4A9-26FA-4E5B-9746-C0B8394B4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762"/>
              <a:ext cx="340" cy="216"/>
            </a:xfrm>
            <a:custGeom>
              <a:avLst/>
              <a:gdLst>
                <a:gd name="T0" fmla="*/ 13 w 211"/>
                <a:gd name="T1" fmla="*/ 84 h 134"/>
                <a:gd name="T2" fmla="*/ 5 w 211"/>
                <a:gd name="T3" fmla="*/ 158 h 134"/>
                <a:gd name="T4" fmla="*/ 238 w 211"/>
                <a:gd name="T5" fmla="*/ 150 h 134"/>
                <a:gd name="T6" fmla="*/ 404 w 211"/>
                <a:gd name="T7" fmla="*/ 171 h 134"/>
                <a:gd name="T8" fmla="*/ 430 w 211"/>
                <a:gd name="T9" fmla="*/ 459 h 134"/>
                <a:gd name="T10" fmla="*/ 506 w 211"/>
                <a:gd name="T11" fmla="*/ 532 h 134"/>
                <a:gd name="T12" fmla="*/ 590 w 211"/>
                <a:gd name="T13" fmla="*/ 377 h 134"/>
                <a:gd name="T14" fmla="*/ 732 w 211"/>
                <a:gd name="T15" fmla="*/ 179 h 134"/>
                <a:gd name="T16" fmla="*/ 883 w 211"/>
                <a:gd name="T17" fmla="*/ 8 h 134"/>
                <a:gd name="T18" fmla="*/ 430 w 211"/>
                <a:gd name="T19" fmla="*/ 81 h 134"/>
                <a:gd name="T20" fmla="*/ 205 w 211"/>
                <a:gd name="T21" fmla="*/ 103 h 134"/>
                <a:gd name="T22" fmla="*/ 21 w 211"/>
                <a:gd name="T23" fmla="*/ 114 h 134"/>
                <a:gd name="T24" fmla="*/ 26 w 211"/>
                <a:gd name="T25" fmla="*/ 97 h 1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134">
                  <a:moveTo>
                    <a:pt x="3" y="20"/>
                  </a:moveTo>
                  <a:cubicBezTo>
                    <a:pt x="2" y="26"/>
                    <a:pt x="0" y="32"/>
                    <a:pt x="1" y="38"/>
                  </a:cubicBezTo>
                  <a:cubicBezTo>
                    <a:pt x="19" y="35"/>
                    <a:pt x="38" y="36"/>
                    <a:pt x="57" y="36"/>
                  </a:cubicBezTo>
                  <a:cubicBezTo>
                    <a:pt x="71" y="35"/>
                    <a:pt x="85" y="33"/>
                    <a:pt x="97" y="41"/>
                  </a:cubicBezTo>
                  <a:cubicBezTo>
                    <a:pt x="119" y="54"/>
                    <a:pt x="102" y="90"/>
                    <a:pt x="103" y="110"/>
                  </a:cubicBezTo>
                  <a:cubicBezTo>
                    <a:pt x="103" y="121"/>
                    <a:pt x="108" y="134"/>
                    <a:pt x="121" y="127"/>
                  </a:cubicBezTo>
                  <a:cubicBezTo>
                    <a:pt x="131" y="122"/>
                    <a:pt x="136" y="99"/>
                    <a:pt x="141" y="90"/>
                  </a:cubicBezTo>
                  <a:cubicBezTo>
                    <a:pt x="149" y="71"/>
                    <a:pt x="161" y="58"/>
                    <a:pt x="175" y="43"/>
                  </a:cubicBezTo>
                  <a:cubicBezTo>
                    <a:pt x="186" y="31"/>
                    <a:pt x="207" y="18"/>
                    <a:pt x="211" y="2"/>
                  </a:cubicBezTo>
                  <a:cubicBezTo>
                    <a:pt x="174" y="0"/>
                    <a:pt x="139" y="18"/>
                    <a:pt x="103" y="19"/>
                  </a:cubicBezTo>
                  <a:cubicBezTo>
                    <a:pt x="84" y="19"/>
                    <a:pt x="67" y="23"/>
                    <a:pt x="49" y="25"/>
                  </a:cubicBezTo>
                  <a:cubicBezTo>
                    <a:pt x="37" y="26"/>
                    <a:pt x="13" y="21"/>
                    <a:pt x="5" y="27"/>
                  </a:cubicBezTo>
                  <a:cubicBezTo>
                    <a:pt x="4" y="26"/>
                    <a:pt x="5" y="24"/>
                    <a:pt x="6" y="23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28" name="Freeform 637">
              <a:extLst>
                <a:ext uri="{FF2B5EF4-FFF2-40B4-BE49-F238E27FC236}">
                  <a16:creationId xmlns:a16="http://schemas.microsoft.com/office/drawing/2014/main" id="{30EFA186-1F1C-4129-8134-6C611B24A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552"/>
              <a:ext cx="371" cy="268"/>
            </a:xfrm>
            <a:custGeom>
              <a:avLst/>
              <a:gdLst>
                <a:gd name="T0" fmla="*/ 0 w 230"/>
                <a:gd name="T1" fmla="*/ 699 h 166"/>
                <a:gd name="T2" fmla="*/ 569 w 230"/>
                <a:gd name="T3" fmla="*/ 521 h 166"/>
                <a:gd name="T4" fmla="*/ 874 w 230"/>
                <a:gd name="T5" fmla="*/ 463 h 166"/>
                <a:gd name="T6" fmla="*/ 831 w 230"/>
                <a:gd name="T7" fmla="*/ 234 h 166"/>
                <a:gd name="T8" fmla="*/ 734 w 230"/>
                <a:gd name="T9" fmla="*/ 39 h 166"/>
                <a:gd name="T10" fmla="*/ 637 w 230"/>
                <a:gd name="T11" fmla="*/ 152 h 166"/>
                <a:gd name="T12" fmla="*/ 500 w 230"/>
                <a:gd name="T13" fmla="*/ 365 h 166"/>
                <a:gd name="T14" fmla="*/ 89 w 230"/>
                <a:gd name="T15" fmla="*/ 568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0" h="166">
                  <a:moveTo>
                    <a:pt x="0" y="166"/>
                  </a:moveTo>
                  <a:cubicBezTo>
                    <a:pt x="46" y="147"/>
                    <a:pt x="87" y="129"/>
                    <a:pt x="136" y="124"/>
                  </a:cubicBezTo>
                  <a:cubicBezTo>
                    <a:pt x="157" y="121"/>
                    <a:pt x="190" y="125"/>
                    <a:pt x="208" y="110"/>
                  </a:cubicBezTo>
                  <a:cubicBezTo>
                    <a:pt x="230" y="92"/>
                    <a:pt x="209" y="73"/>
                    <a:pt x="198" y="56"/>
                  </a:cubicBezTo>
                  <a:cubicBezTo>
                    <a:pt x="191" y="46"/>
                    <a:pt x="184" y="15"/>
                    <a:pt x="175" y="9"/>
                  </a:cubicBezTo>
                  <a:cubicBezTo>
                    <a:pt x="162" y="0"/>
                    <a:pt x="156" y="27"/>
                    <a:pt x="152" y="36"/>
                  </a:cubicBezTo>
                  <a:cubicBezTo>
                    <a:pt x="145" y="54"/>
                    <a:pt x="135" y="75"/>
                    <a:pt x="119" y="87"/>
                  </a:cubicBezTo>
                  <a:cubicBezTo>
                    <a:pt x="89" y="107"/>
                    <a:pt x="53" y="119"/>
                    <a:pt x="21" y="135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29" name="Freeform 638">
              <a:extLst>
                <a:ext uri="{FF2B5EF4-FFF2-40B4-BE49-F238E27FC236}">
                  <a16:creationId xmlns:a16="http://schemas.microsoft.com/office/drawing/2014/main" id="{8D0C6EEB-2658-4955-BB12-F08BC47A6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694"/>
              <a:ext cx="883" cy="518"/>
            </a:xfrm>
            <a:custGeom>
              <a:avLst/>
              <a:gdLst>
                <a:gd name="T0" fmla="*/ 683 w 547"/>
                <a:gd name="T1" fmla="*/ 123 h 321"/>
                <a:gd name="T2" fmla="*/ 917 w 547"/>
                <a:gd name="T3" fmla="*/ 173 h 321"/>
                <a:gd name="T4" fmla="*/ 1165 w 547"/>
                <a:gd name="T5" fmla="*/ 226 h 321"/>
                <a:gd name="T6" fmla="*/ 1548 w 547"/>
                <a:gd name="T7" fmla="*/ 374 h 321"/>
                <a:gd name="T8" fmla="*/ 1781 w 547"/>
                <a:gd name="T9" fmla="*/ 833 h 321"/>
                <a:gd name="T10" fmla="*/ 1485 w 547"/>
                <a:gd name="T11" fmla="*/ 1034 h 321"/>
                <a:gd name="T12" fmla="*/ 1204 w 547"/>
                <a:gd name="T13" fmla="*/ 1136 h 321"/>
                <a:gd name="T14" fmla="*/ 841 w 547"/>
                <a:gd name="T15" fmla="*/ 1189 h 321"/>
                <a:gd name="T16" fmla="*/ 395 w 547"/>
                <a:gd name="T17" fmla="*/ 1163 h 321"/>
                <a:gd name="T18" fmla="*/ 0 w 547"/>
                <a:gd name="T19" fmla="*/ 1009 h 321"/>
                <a:gd name="T20" fmla="*/ 89 w 547"/>
                <a:gd name="T21" fmla="*/ 1163 h 321"/>
                <a:gd name="T22" fmla="*/ 124 w 547"/>
                <a:gd name="T23" fmla="*/ 1289 h 321"/>
                <a:gd name="T24" fmla="*/ 213 w 547"/>
                <a:gd name="T25" fmla="*/ 1310 h 321"/>
                <a:gd name="T26" fmla="*/ 446 w 547"/>
                <a:gd name="T27" fmla="*/ 1315 h 321"/>
                <a:gd name="T28" fmla="*/ 1204 w 547"/>
                <a:gd name="T29" fmla="*/ 1244 h 321"/>
                <a:gd name="T30" fmla="*/ 1718 w 547"/>
                <a:gd name="T31" fmla="*/ 1018 h 321"/>
                <a:gd name="T32" fmla="*/ 1910 w 547"/>
                <a:gd name="T33" fmla="*/ 875 h 321"/>
                <a:gd name="T34" fmla="*/ 2108 w 547"/>
                <a:gd name="T35" fmla="*/ 857 h 321"/>
                <a:gd name="T36" fmla="*/ 2197 w 547"/>
                <a:gd name="T37" fmla="*/ 841 h 321"/>
                <a:gd name="T38" fmla="*/ 2260 w 547"/>
                <a:gd name="T39" fmla="*/ 636 h 321"/>
                <a:gd name="T40" fmla="*/ 2124 w 547"/>
                <a:gd name="T41" fmla="*/ 602 h 321"/>
                <a:gd name="T42" fmla="*/ 1956 w 547"/>
                <a:gd name="T43" fmla="*/ 542 h 321"/>
                <a:gd name="T44" fmla="*/ 1774 w 547"/>
                <a:gd name="T45" fmla="*/ 432 h 321"/>
                <a:gd name="T46" fmla="*/ 1582 w 547"/>
                <a:gd name="T47" fmla="*/ 349 h 321"/>
                <a:gd name="T48" fmla="*/ 1253 w 547"/>
                <a:gd name="T49" fmla="*/ 213 h 321"/>
                <a:gd name="T50" fmla="*/ 875 w 547"/>
                <a:gd name="T51" fmla="*/ 16 h 321"/>
                <a:gd name="T52" fmla="*/ 781 w 547"/>
                <a:gd name="T53" fmla="*/ 0 h 32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47" h="321">
                  <a:moveTo>
                    <a:pt x="162" y="29"/>
                  </a:moveTo>
                  <a:cubicBezTo>
                    <a:pt x="180" y="27"/>
                    <a:pt x="200" y="37"/>
                    <a:pt x="218" y="41"/>
                  </a:cubicBezTo>
                  <a:cubicBezTo>
                    <a:pt x="238" y="46"/>
                    <a:pt x="258" y="49"/>
                    <a:pt x="277" y="54"/>
                  </a:cubicBezTo>
                  <a:cubicBezTo>
                    <a:pt x="309" y="62"/>
                    <a:pt x="341" y="70"/>
                    <a:pt x="368" y="89"/>
                  </a:cubicBezTo>
                  <a:cubicBezTo>
                    <a:pt x="404" y="115"/>
                    <a:pt x="452" y="148"/>
                    <a:pt x="423" y="198"/>
                  </a:cubicBezTo>
                  <a:cubicBezTo>
                    <a:pt x="409" y="223"/>
                    <a:pt x="378" y="236"/>
                    <a:pt x="353" y="246"/>
                  </a:cubicBezTo>
                  <a:cubicBezTo>
                    <a:pt x="331" y="254"/>
                    <a:pt x="309" y="264"/>
                    <a:pt x="286" y="270"/>
                  </a:cubicBezTo>
                  <a:cubicBezTo>
                    <a:pt x="255" y="277"/>
                    <a:pt x="232" y="283"/>
                    <a:pt x="200" y="283"/>
                  </a:cubicBezTo>
                  <a:cubicBezTo>
                    <a:pt x="165" y="283"/>
                    <a:pt x="130" y="281"/>
                    <a:pt x="94" y="277"/>
                  </a:cubicBezTo>
                  <a:cubicBezTo>
                    <a:pt x="61" y="274"/>
                    <a:pt x="29" y="257"/>
                    <a:pt x="0" y="240"/>
                  </a:cubicBezTo>
                  <a:cubicBezTo>
                    <a:pt x="8" y="252"/>
                    <a:pt x="15" y="264"/>
                    <a:pt x="21" y="277"/>
                  </a:cubicBezTo>
                  <a:cubicBezTo>
                    <a:pt x="24" y="286"/>
                    <a:pt x="25" y="300"/>
                    <a:pt x="30" y="307"/>
                  </a:cubicBezTo>
                  <a:cubicBezTo>
                    <a:pt x="36" y="315"/>
                    <a:pt x="40" y="313"/>
                    <a:pt x="51" y="312"/>
                  </a:cubicBezTo>
                  <a:cubicBezTo>
                    <a:pt x="70" y="309"/>
                    <a:pt x="86" y="311"/>
                    <a:pt x="106" y="313"/>
                  </a:cubicBezTo>
                  <a:cubicBezTo>
                    <a:pt x="166" y="321"/>
                    <a:pt x="227" y="313"/>
                    <a:pt x="286" y="296"/>
                  </a:cubicBezTo>
                  <a:cubicBezTo>
                    <a:pt x="330" y="284"/>
                    <a:pt x="369" y="268"/>
                    <a:pt x="408" y="242"/>
                  </a:cubicBezTo>
                  <a:cubicBezTo>
                    <a:pt x="425" y="231"/>
                    <a:pt x="435" y="214"/>
                    <a:pt x="454" y="208"/>
                  </a:cubicBezTo>
                  <a:cubicBezTo>
                    <a:pt x="472" y="202"/>
                    <a:pt x="484" y="204"/>
                    <a:pt x="501" y="204"/>
                  </a:cubicBezTo>
                  <a:cubicBezTo>
                    <a:pt x="508" y="204"/>
                    <a:pt x="516" y="204"/>
                    <a:pt x="522" y="200"/>
                  </a:cubicBezTo>
                  <a:cubicBezTo>
                    <a:pt x="531" y="193"/>
                    <a:pt x="547" y="162"/>
                    <a:pt x="537" y="151"/>
                  </a:cubicBezTo>
                  <a:cubicBezTo>
                    <a:pt x="534" y="148"/>
                    <a:pt x="510" y="144"/>
                    <a:pt x="505" y="143"/>
                  </a:cubicBezTo>
                  <a:cubicBezTo>
                    <a:pt x="491" y="138"/>
                    <a:pt x="478" y="134"/>
                    <a:pt x="465" y="129"/>
                  </a:cubicBezTo>
                  <a:cubicBezTo>
                    <a:pt x="447" y="124"/>
                    <a:pt x="436" y="113"/>
                    <a:pt x="422" y="103"/>
                  </a:cubicBezTo>
                  <a:cubicBezTo>
                    <a:pt x="408" y="92"/>
                    <a:pt x="392" y="88"/>
                    <a:pt x="376" y="83"/>
                  </a:cubicBezTo>
                  <a:cubicBezTo>
                    <a:pt x="348" y="74"/>
                    <a:pt x="322" y="67"/>
                    <a:pt x="298" y="51"/>
                  </a:cubicBezTo>
                  <a:cubicBezTo>
                    <a:pt x="270" y="33"/>
                    <a:pt x="239" y="14"/>
                    <a:pt x="208" y="4"/>
                  </a:cubicBezTo>
                  <a:cubicBezTo>
                    <a:pt x="202" y="3"/>
                    <a:pt x="189" y="0"/>
                    <a:pt x="186" y="0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30" name="Freeform 639">
              <a:extLst>
                <a:ext uri="{FF2B5EF4-FFF2-40B4-BE49-F238E27FC236}">
                  <a16:creationId xmlns:a16="http://schemas.microsoft.com/office/drawing/2014/main" id="{84C6516F-D010-42A2-BF76-6ADB5D496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721"/>
              <a:ext cx="270" cy="149"/>
            </a:xfrm>
            <a:custGeom>
              <a:avLst/>
              <a:gdLst>
                <a:gd name="T0" fmla="*/ 0 w 167"/>
                <a:gd name="T1" fmla="*/ 102 h 92"/>
                <a:gd name="T2" fmla="*/ 249 w 167"/>
                <a:gd name="T3" fmla="*/ 199 h 92"/>
                <a:gd name="T4" fmla="*/ 411 w 167"/>
                <a:gd name="T5" fmla="*/ 262 h 92"/>
                <a:gd name="T6" fmla="*/ 700 w 167"/>
                <a:gd name="T7" fmla="*/ 390 h 92"/>
                <a:gd name="T8" fmla="*/ 658 w 167"/>
                <a:gd name="T9" fmla="*/ 275 h 92"/>
                <a:gd name="T10" fmla="*/ 458 w 167"/>
                <a:gd name="T11" fmla="*/ 157 h 92"/>
                <a:gd name="T12" fmla="*/ 34 w 167"/>
                <a:gd name="T13" fmla="*/ 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92">
                  <a:moveTo>
                    <a:pt x="0" y="24"/>
                  </a:moveTo>
                  <a:cubicBezTo>
                    <a:pt x="20" y="32"/>
                    <a:pt x="39" y="41"/>
                    <a:pt x="59" y="47"/>
                  </a:cubicBezTo>
                  <a:cubicBezTo>
                    <a:pt x="72" y="50"/>
                    <a:pt x="86" y="54"/>
                    <a:pt x="97" y="62"/>
                  </a:cubicBezTo>
                  <a:cubicBezTo>
                    <a:pt x="118" y="76"/>
                    <a:pt x="139" y="92"/>
                    <a:pt x="166" y="92"/>
                  </a:cubicBezTo>
                  <a:cubicBezTo>
                    <a:pt x="167" y="77"/>
                    <a:pt x="165" y="73"/>
                    <a:pt x="156" y="65"/>
                  </a:cubicBezTo>
                  <a:cubicBezTo>
                    <a:pt x="143" y="52"/>
                    <a:pt x="124" y="44"/>
                    <a:pt x="108" y="37"/>
                  </a:cubicBezTo>
                  <a:cubicBezTo>
                    <a:pt x="79" y="23"/>
                    <a:pt x="29" y="20"/>
                    <a:pt x="8" y="0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31" name="Freeform 640">
              <a:extLst>
                <a:ext uri="{FF2B5EF4-FFF2-40B4-BE49-F238E27FC236}">
                  <a16:creationId xmlns:a16="http://schemas.microsoft.com/office/drawing/2014/main" id="{B236F739-087D-4674-B6C1-C52775CD1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352"/>
              <a:ext cx="174" cy="319"/>
            </a:xfrm>
            <a:custGeom>
              <a:avLst/>
              <a:gdLst>
                <a:gd name="T0" fmla="*/ 251 w 108"/>
                <a:gd name="T1" fmla="*/ 828 h 198"/>
                <a:gd name="T2" fmla="*/ 272 w 108"/>
                <a:gd name="T3" fmla="*/ 574 h 198"/>
                <a:gd name="T4" fmla="*/ 190 w 108"/>
                <a:gd name="T5" fmla="*/ 293 h 198"/>
                <a:gd name="T6" fmla="*/ 89 w 108"/>
                <a:gd name="T7" fmla="*/ 110 h 198"/>
                <a:gd name="T8" fmla="*/ 76 w 108"/>
                <a:gd name="T9" fmla="*/ 29 h 198"/>
                <a:gd name="T10" fmla="*/ 190 w 108"/>
                <a:gd name="T11" fmla="*/ 200 h 198"/>
                <a:gd name="T12" fmla="*/ 285 w 108"/>
                <a:gd name="T13" fmla="*/ 356 h 198"/>
                <a:gd name="T14" fmla="*/ 437 w 108"/>
                <a:gd name="T15" fmla="*/ 641 h 198"/>
                <a:gd name="T16" fmla="*/ 446 w 108"/>
                <a:gd name="T17" fmla="*/ 765 h 1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198">
                  <a:moveTo>
                    <a:pt x="60" y="198"/>
                  </a:moveTo>
                  <a:cubicBezTo>
                    <a:pt x="68" y="194"/>
                    <a:pt x="67" y="150"/>
                    <a:pt x="65" y="137"/>
                  </a:cubicBezTo>
                  <a:cubicBezTo>
                    <a:pt x="63" y="114"/>
                    <a:pt x="54" y="92"/>
                    <a:pt x="45" y="70"/>
                  </a:cubicBezTo>
                  <a:cubicBezTo>
                    <a:pt x="39" y="54"/>
                    <a:pt x="31" y="40"/>
                    <a:pt x="21" y="26"/>
                  </a:cubicBezTo>
                  <a:cubicBezTo>
                    <a:pt x="17" y="20"/>
                    <a:pt x="0" y="0"/>
                    <a:pt x="18" y="7"/>
                  </a:cubicBezTo>
                  <a:cubicBezTo>
                    <a:pt x="28" y="10"/>
                    <a:pt x="40" y="39"/>
                    <a:pt x="45" y="48"/>
                  </a:cubicBezTo>
                  <a:cubicBezTo>
                    <a:pt x="52" y="61"/>
                    <a:pt x="60" y="73"/>
                    <a:pt x="68" y="85"/>
                  </a:cubicBezTo>
                  <a:cubicBezTo>
                    <a:pt x="84" y="108"/>
                    <a:pt x="98" y="126"/>
                    <a:pt x="104" y="153"/>
                  </a:cubicBezTo>
                  <a:cubicBezTo>
                    <a:pt x="106" y="162"/>
                    <a:pt x="108" y="173"/>
                    <a:pt x="107" y="183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32" name="Freeform 641">
              <a:extLst>
                <a:ext uri="{FF2B5EF4-FFF2-40B4-BE49-F238E27FC236}">
                  <a16:creationId xmlns:a16="http://schemas.microsoft.com/office/drawing/2014/main" id="{F41615EB-F79B-42A6-8018-888611B66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672"/>
              <a:ext cx="54" cy="294"/>
            </a:xfrm>
            <a:custGeom>
              <a:avLst/>
              <a:gdLst>
                <a:gd name="T0" fmla="*/ 115 w 33"/>
                <a:gd name="T1" fmla="*/ 97 h 182"/>
                <a:gd name="T2" fmla="*/ 43 w 33"/>
                <a:gd name="T3" fmla="*/ 170 h 182"/>
                <a:gd name="T4" fmla="*/ 18 w 33"/>
                <a:gd name="T5" fmla="*/ 323 h 182"/>
                <a:gd name="T6" fmla="*/ 8 w 33"/>
                <a:gd name="T7" fmla="*/ 645 h 182"/>
                <a:gd name="T8" fmla="*/ 67 w 33"/>
                <a:gd name="T9" fmla="*/ 762 h 182"/>
                <a:gd name="T10" fmla="*/ 83 w 33"/>
                <a:gd name="T11" fmla="*/ 564 h 182"/>
                <a:gd name="T12" fmla="*/ 92 w 33"/>
                <a:gd name="T13" fmla="*/ 247 h 182"/>
                <a:gd name="T14" fmla="*/ 123 w 33"/>
                <a:gd name="T15" fmla="*/ 102 h 182"/>
                <a:gd name="T16" fmla="*/ 144 w 33"/>
                <a:gd name="T17" fmla="*/ 26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82">
                  <a:moveTo>
                    <a:pt x="26" y="23"/>
                  </a:moveTo>
                  <a:cubicBezTo>
                    <a:pt x="22" y="0"/>
                    <a:pt x="11" y="36"/>
                    <a:pt x="10" y="40"/>
                  </a:cubicBezTo>
                  <a:cubicBezTo>
                    <a:pt x="7" y="52"/>
                    <a:pt x="6" y="64"/>
                    <a:pt x="4" y="77"/>
                  </a:cubicBezTo>
                  <a:cubicBezTo>
                    <a:pt x="2" y="103"/>
                    <a:pt x="0" y="127"/>
                    <a:pt x="2" y="153"/>
                  </a:cubicBezTo>
                  <a:cubicBezTo>
                    <a:pt x="3" y="161"/>
                    <a:pt x="2" y="182"/>
                    <a:pt x="15" y="181"/>
                  </a:cubicBezTo>
                  <a:cubicBezTo>
                    <a:pt x="29" y="180"/>
                    <a:pt x="19" y="142"/>
                    <a:pt x="19" y="134"/>
                  </a:cubicBezTo>
                  <a:cubicBezTo>
                    <a:pt x="18" y="109"/>
                    <a:pt x="16" y="83"/>
                    <a:pt x="21" y="59"/>
                  </a:cubicBezTo>
                  <a:cubicBezTo>
                    <a:pt x="24" y="48"/>
                    <a:pt x="26" y="36"/>
                    <a:pt x="28" y="24"/>
                  </a:cubicBezTo>
                  <a:cubicBezTo>
                    <a:pt x="29" y="20"/>
                    <a:pt x="33" y="2"/>
                    <a:pt x="33" y="6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33" name="Freeform 642">
              <a:extLst>
                <a:ext uri="{FF2B5EF4-FFF2-40B4-BE49-F238E27FC236}">
                  <a16:creationId xmlns:a16="http://schemas.microsoft.com/office/drawing/2014/main" id="{27980788-C417-472F-9431-828CE51A8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308"/>
              <a:ext cx="176" cy="560"/>
            </a:xfrm>
            <a:custGeom>
              <a:avLst/>
              <a:gdLst>
                <a:gd name="T0" fmla="*/ 139 w 109"/>
                <a:gd name="T1" fmla="*/ 224 h 347"/>
                <a:gd name="T2" fmla="*/ 165 w 109"/>
                <a:gd name="T3" fmla="*/ 980 h 347"/>
                <a:gd name="T4" fmla="*/ 234 w 109"/>
                <a:gd name="T5" fmla="*/ 1231 h 347"/>
                <a:gd name="T6" fmla="*/ 266 w 109"/>
                <a:gd name="T7" fmla="*/ 1459 h 347"/>
                <a:gd name="T8" fmla="*/ 365 w 109"/>
                <a:gd name="T9" fmla="*/ 1089 h 347"/>
                <a:gd name="T10" fmla="*/ 425 w 109"/>
                <a:gd name="T11" fmla="*/ 704 h 347"/>
                <a:gd name="T12" fmla="*/ 357 w 109"/>
                <a:gd name="T13" fmla="*/ 0 h 347"/>
                <a:gd name="T14" fmla="*/ 362 w 109"/>
                <a:gd name="T15" fmla="*/ 234 h 347"/>
                <a:gd name="T16" fmla="*/ 376 w 109"/>
                <a:gd name="T17" fmla="*/ 445 h 347"/>
                <a:gd name="T18" fmla="*/ 383 w 109"/>
                <a:gd name="T19" fmla="*/ 828 h 347"/>
                <a:gd name="T20" fmla="*/ 336 w 109"/>
                <a:gd name="T21" fmla="*/ 993 h 347"/>
                <a:gd name="T22" fmla="*/ 255 w 109"/>
                <a:gd name="T23" fmla="*/ 988 h 347"/>
                <a:gd name="T24" fmla="*/ 170 w 109"/>
                <a:gd name="T25" fmla="*/ 529 h 347"/>
                <a:gd name="T26" fmla="*/ 152 w 109"/>
                <a:gd name="T27" fmla="*/ 232 h 3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347">
                  <a:moveTo>
                    <a:pt x="33" y="53"/>
                  </a:moveTo>
                  <a:cubicBezTo>
                    <a:pt x="0" y="55"/>
                    <a:pt x="35" y="209"/>
                    <a:pt x="39" y="233"/>
                  </a:cubicBezTo>
                  <a:cubicBezTo>
                    <a:pt x="43" y="254"/>
                    <a:pt x="51" y="273"/>
                    <a:pt x="56" y="293"/>
                  </a:cubicBezTo>
                  <a:cubicBezTo>
                    <a:pt x="60" y="311"/>
                    <a:pt x="55" y="330"/>
                    <a:pt x="63" y="347"/>
                  </a:cubicBezTo>
                  <a:cubicBezTo>
                    <a:pt x="78" y="345"/>
                    <a:pt x="84" y="275"/>
                    <a:pt x="87" y="259"/>
                  </a:cubicBezTo>
                  <a:cubicBezTo>
                    <a:pt x="93" y="229"/>
                    <a:pt x="99" y="198"/>
                    <a:pt x="101" y="167"/>
                  </a:cubicBezTo>
                  <a:cubicBezTo>
                    <a:pt x="106" y="110"/>
                    <a:pt x="109" y="51"/>
                    <a:pt x="85" y="0"/>
                  </a:cubicBezTo>
                  <a:cubicBezTo>
                    <a:pt x="76" y="10"/>
                    <a:pt x="85" y="42"/>
                    <a:pt x="86" y="56"/>
                  </a:cubicBezTo>
                  <a:cubicBezTo>
                    <a:pt x="88" y="73"/>
                    <a:pt x="87" y="89"/>
                    <a:pt x="89" y="106"/>
                  </a:cubicBezTo>
                  <a:cubicBezTo>
                    <a:pt x="91" y="135"/>
                    <a:pt x="97" y="167"/>
                    <a:pt x="91" y="197"/>
                  </a:cubicBezTo>
                  <a:cubicBezTo>
                    <a:pt x="89" y="210"/>
                    <a:pt x="85" y="224"/>
                    <a:pt x="80" y="236"/>
                  </a:cubicBezTo>
                  <a:cubicBezTo>
                    <a:pt x="72" y="258"/>
                    <a:pt x="68" y="258"/>
                    <a:pt x="61" y="235"/>
                  </a:cubicBezTo>
                  <a:cubicBezTo>
                    <a:pt x="50" y="199"/>
                    <a:pt x="40" y="163"/>
                    <a:pt x="40" y="126"/>
                  </a:cubicBezTo>
                  <a:cubicBezTo>
                    <a:pt x="40" y="106"/>
                    <a:pt x="47" y="72"/>
                    <a:pt x="36" y="55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34" name="Freeform 643">
              <a:extLst>
                <a:ext uri="{FF2B5EF4-FFF2-40B4-BE49-F238E27FC236}">
                  <a16:creationId xmlns:a16="http://schemas.microsoft.com/office/drawing/2014/main" id="{D5ED74AA-5FF7-4ADE-8085-E64894673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743"/>
              <a:ext cx="176" cy="473"/>
            </a:xfrm>
            <a:custGeom>
              <a:avLst/>
              <a:gdLst>
                <a:gd name="T0" fmla="*/ 357 w 109"/>
                <a:gd name="T1" fmla="*/ 0 h 293"/>
                <a:gd name="T2" fmla="*/ 378 w 109"/>
                <a:gd name="T3" fmla="*/ 300 h 293"/>
                <a:gd name="T4" fmla="*/ 336 w 109"/>
                <a:gd name="T5" fmla="*/ 584 h 293"/>
                <a:gd name="T6" fmla="*/ 247 w 109"/>
                <a:gd name="T7" fmla="*/ 993 h 293"/>
                <a:gd name="T8" fmla="*/ 123 w 109"/>
                <a:gd name="T9" fmla="*/ 972 h 293"/>
                <a:gd name="T10" fmla="*/ 0 w 109"/>
                <a:gd name="T11" fmla="*/ 967 h 293"/>
                <a:gd name="T12" fmla="*/ 226 w 109"/>
                <a:gd name="T13" fmla="*/ 1132 h 293"/>
                <a:gd name="T14" fmla="*/ 399 w 109"/>
                <a:gd name="T15" fmla="*/ 1233 h 293"/>
                <a:gd name="T16" fmla="*/ 355 w 109"/>
                <a:gd name="T17" fmla="*/ 1153 h 293"/>
                <a:gd name="T18" fmla="*/ 336 w 109"/>
                <a:gd name="T19" fmla="*/ 1040 h 293"/>
                <a:gd name="T20" fmla="*/ 365 w 109"/>
                <a:gd name="T21" fmla="*/ 746 h 293"/>
                <a:gd name="T22" fmla="*/ 399 w 109"/>
                <a:gd name="T23" fmla="*/ 442 h 293"/>
                <a:gd name="T24" fmla="*/ 438 w 109"/>
                <a:gd name="T25" fmla="*/ 63 h 2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9" h="293">
                  <a:moveTo>
                    <a:pt x="85" y="0"/>
                  </a:moveTo>
                  <a:cubicBezTo>
                    <a:pt x="94" y="17"/>
                    <a:pt x="91" y="52"/>
                    <a:pt x="90" y="71"/>
                  </a:cubicBezTo>
                  <a:cubicBezTo>
                    <a:pt x="89" y="94"/>
                    <a:pt x="84" y="116"/>
                    <a:pt x="80" y="139"/>
                  </a:cubicBezTo>
                  <a:cubicBezTo>
                    <a:pt x="74" y="172"/>
                    <a:pt x="70" y="205"/>
                    <a:pt x="59" y="236"/>
                  </a:cubicBezTo>
                  <a:cubicBezTo>
                    <a:pt x="49" y="238"/>
                    <a:pt x="38" y="235"/>
                    <a:pt x="29" y="231"/>
                  </a:cubicBezTo>
                  <a:cubicBezTo>
                    <a:pt x="13" y="224"/>
                    <a:pt x="16" y="224"/>
                    <a:pt x="0" y="230"/>
                  </a:cubicBezTo>
                  <a:cubicBezTo>
                    <a:pt x="18" y="243"/>
                    <a:pt x="38" y="253"/>
                    <a:pt x="54" y="269"/>
                  </a:cubicBezTo>
                  <a:cubicBezTo>
                    <a:pt x="63" y="278"/>
                    <a:pt x="82" y="292"/>
                    <a:pt x="95" y="293"/>
                  </a:cubicBezTo>
                  <a:cubicBezTo>
                    <a:pt x="96" y="285"/>
                    <a:pt x="87" y="281"/>
                    <a:pt x="84" y="274"/>
                  </a:cubicBezTo>
                  <a:cubicBezTo>
                    <a:pt x="80" y="266"/>
                    <a:pt x="80" y="256"/>
                    <a:pt x="80" y="247"/>
                  </a:cubicBezTo>
                  <a:cubicBezTo>
                    <a:pt x="80" y="223"/>
                    <a:pt x="84" y="201"/>
                    <a:pt x="87" y="177"/>
                  </a:cubicBezTo>
                  <a:cubicBezTo>
                    <a:pt x="89" y="153"/>
                    <a:pt x="92" y="129"/>
                    <a:pt x="95" y="105"/>
                  </a:cubicBezTo>
                  <a:cubicBezTo>
                    <a:pt x="99" y="77"/>
                    <a:pt x="109" y="43"/>
                    <a:pt x="104" y="15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35" name="Freeform 644">
              <a:extLst>
                <a:ext uri="{FF2B5EF4-FFF2-40B4-BE49-F238E27FC236}">
                  <a16:creationId xmlns:a16="http://schemas.microsoft.com/office/drawing/2014/main" id="{F8CE5F10-77D1-4340-9A46-424A6285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104"/>
              <a:ext cx="63" cy="470"/>
            </a:xfrm>
            <a:custGeom>
              <a:avLst/>
              <a:gdLst>
                <a:gd name="T0" fmla="*/ 42 w 39"/>
                <a:gd name="T1" fmla="*/ 0 h 291"/>
                <a:gd name="T2" fmla="*/ 42 w 39"/>
                <a:gd name="T3" fmla="*/ 207 h 291"/>
                <a:gd name="T4" fmla="*/ 71 w 39"/>
                <a:gd name="T5" fmla="*/ 378 h 291"/>
                <a:gd name="T6" fmla="*/ 105 w 39"/>
                <a:gd name="T7" fmla="*/ 796 h 291"/>
                <a:gd name="T8" fmla="*/ 102 w 39"/>
                <a:gd name="T9" fmla="*/ 1040 h 291"/>
                <a:gd name="T10" fmla="*/ 81 w 39"/>
                <a:gd name="T11" fmla="*/ 1166 h 291"/>
                <a:gd name="T12" fmla="*/ 102 w 39"/>
                <a:gd name="T13" fmla="*/ 1179 h 291"/>
                <a:gd name="T14" fmla="*/ 160 w 39"/>
                <a:gd name="T15" fmla="*/ 856 h 291"/>
                <a:gd name="T16" fmla="*/ 152 w 39"/>
                <a:gd name="T17" fmla="*/ 497 h 291"/>
                <a:gd name="T18" fmla="*/ 105 w 39"/>
                <a:gd name="T19" fmla="*/ 194 h 291"/>
                <a:gd name="T20" fmla="*/ 39 w 39"/>
                <a:gd name="T21" fmla="*/ 8 h 2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291">
                  <a:moveTo>
                    <a:pt x="10" y="0"/>
                  </a:moveTo>
                  <a:cubicBezTo>
                    <a:pt x="0" y="8"/>
                    <a:pt x="8" y="38"/>
                    <a:pt x="10" y="49"/>
                  </a:cubicBezTo>
                  <a:cubicBezTo>
                    <a:pt x="12" y="63"/>
                    <a:pt x="13" y="76"/>
                    <a:pt x="17" y="90"/>
                  </a:cubicBezTo>
                  <a:cubicBezTo>
                    <a:pt x="24" y="122"/>
                    <a:pt x="25" y="156"/>
                    <a:pt x="25" y="189"/>
                  </a:cubicBezTo>
                  <a:cubicBezTo>
                    <a:pt x="25" y="208"/>
                    <a:pt x="26" y="228"/>
                    <a:pt x="24" y="247"/>
                  </a:cubicBezTo>
                  <a:cubicBezTo>
                    <a:pt x="22" y="257"/>
                    <a:pt x="20" y="267"/>
                    <a:pt x="19" y="277"/>
                  </a:cubicBezTo>
                  <a:cubicBezTo>
                    <a:pt x="17" y="288"/>
                    <a:pt x="20" y="291"/>
                    <a:pt x="24" y="280"/>
                  </a:cubicBezTo>
                  <a:cubicBezTo>
                    <a:pt x="35" y="257"/>
                    <a:pt x="36" y="228"/>
                    <a:pt x="38" y="203"/>
                  </a:cubicBezTo>
                  <a:cubicBezTo>
                    <a:pt x="39" y="175"/>
                    <a:pt x="38" y="146"/>
                    <a:pt x="36" y="118"/>
                  </a:cubicBezTo>
                  <a:cubicBezTo>
                    <a:pt x="34" y="94"/>
                    <a:pt x="30" y="70"/>
                    <a:pt x="25" y="46"/>
                  </a:cubicBezTo>
                  <a:cubicBezTo>
                    <a:pt x="23" y="37"/>
                    <a:pt x="20" y="3"/>
                    <a:pt x="9" y="2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36" name="Freeform 645">
              <a:extLst>
                <a:ext uri="{FF2B5EF4-FFF2-40B4-BE49-F238E27FC236}">
                  <a16:creationId xmlns:a16="http://schemas.microsoft.com/office/drawing/2014/main" id="{5B332CC5-A82A-4362-90F2-5BD2D2461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395"/>
              <a:ext cx="155" cy="337"/>
            </a:xfrm>
            <a:custGeom>
              <a:avLst/>
              <a:gdLst>
                <a:gd name="T0" fmla="*/ 362 w 96"/>
                <a:gd name="T1" fmla="*/ 374 h 209"/>
                <a:gd name="T2" fmla="*/ 245 w 96"/>
                <a:gd name="T3" fmla="*/ 535 h 209"/>
                <a:gd name="T4" fmla="*/ 131 w 96"/>
                <a:gd name="T5" fmla="*/ 416 h 209"/>
                <a:gd name="T6" fmla="*/ 84 w 96"/>
                <a:gd name="T7" fmla="*/ 200 h 209"/>
                <a:gd name="T8" fmla="*/ 5 w 96"/>
                <a:gd name="T9" fmla="*/ 0 h 209"/>
                <a:gd name="T10" fmla="*/ 39 w 96"/>
                <a:gd name="T11" fmla="*/ 97 h 209"/>
                <a:gd name="T12" fmla="*/ 71 w 96"/>
                <a:gd name="T13" fmla="*/ 239 h 209"/>
                <a:gd name="T14" fmla="*/ 94 w 96"/>
                <a:gd name="T15" fmla="*/ 440 h 209"/>
                <a:gd name="T16" fmla="*/ 94 w 96"/>
                <a:gd name="T17" fmla="*/ 650 h 209"/>
                <a:gd name="T18" fmla="*/ 89 w 96"/>
                <a:gd name="T19" fmla="*/ 793 h 209"/>
                <a:gd name="T20" fmla="*/ 158 w 96"/>
                <a:gd name="T21" fmla="*/ 876 h 209"/>
                <a:gd name="T22" fmla="*/ 241 w 96"/>
                <a:gd name="T23" fmla="*/ 721 h 209"/>
                <a:gd name="T24" fmla="*/ 365 w 96"/>
                <a:gd name="T25" fmla="*/ 487 h 209"/>
                <a:gd name="T26" fmla="*/ 404 w 96"/>
                <a:gd name="T27" fmla="*/ 310 h 20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209">
                  <a:moveTo>
                    <a:pt x="86" y="89"/>
                  </a:moveTo>
                  <a:cubicBezTo>
                    <a:pt x="87" y="105"/>
                    <a:pt x="76" y="126"/>
                    <a:pt x="58" y="128"/>
                  </a:cubicBezTo>
                  <a:cubicBezTo>
                    <a:pt x="38" y="131"/>
                    <a:pt x="35" y="115"/>
                    <a:pt x="31" y="99"/>
                  </a:cubicBezTo>
                  <a:cubicBezTo>
                    <a:pt x="27" y="82"/>
                    <a:pt x="25" y="65"/>
                    <a:pt x="20" y="48"/>
                  </a:cubicBezTo>
                  <a:cubicBezTo>
                    <a:pt x="17" y="39"/>
                    <a:pt x="12" y="2"/>
                    <a:pt x="1" y="0"/>
                  </a:cubicBezTo>
                  <a:cubicBezTo>
                    <a:pt x="0" y="8"/>
                    <a:pt x="6" y="16"/>
                    <a:pt x="9" y="23"/>
                  </a:cubicBezTo>
                  <a:cubicBezTo>
                    <a:pt x="13" y="34"/>
                    <a:pt x="15" y="45"/>
                    <a:pt x="17" y="57"/>
                  </a:cubicBezTo>
                  <a:cubicBezTo>
                    <a:pt x="19" y="73"/>
                    <a:pt x="21" y="89"/>
                    <a:pt x="22" y="105"/>
                  </a:cubicBezTo>
                  <a:cubicBezTo>
                    <a:pt x="24" y="122"/>
                    <a:pt x="23" y="138"/>
                    <a:pt x="22" y="155"/>
                  </a:cubicBezTo>
                  <a:cubicBezTo>
                    <a:pt x="22" y="165"/>
                    <a:pt x="18" y="178"/>
                    <a:pt x="21" y="189"/>
                  </a:cubicBezTo>
                  <a:cubicBezTo>
                    <a:pt x="22" y="194"/>
                    <a:pt x="31" y="209"/>
                    <a:pt x="38" y="209"/>
                  </a:cubicBezTo>
                  <a:cubicBezTo>
                    <a:pt x="46" y="209"/>
                    <a:pt x="54" y="179"/>
                    <a:pt x="57" y="172"/>
                  </a:cubicBezTo>
                  <a:cubicBezTo>
                    <a:pt x="66" y="153"/>
                    <a:pt x="79" y="136"/>
                    <a:pt x="87" y="116"/>
                  </a:cubicBezTo>
                  <a:cubicBezTo>
                    <a:pt x="93" y="102"/>
                    <a:pt x="91" y="88"/>
                    <a:pt x="96" y="74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37" name="Freeform 646">
              <a:extLst>
                <a:ext uri="{FF2B5EF4-FFF2-40B4-BE49-F238E27FC236}">
                  <a16:creationId xmlns:a16="http://schemas.microsoft.com/office/drawing/2014/main" id="{BC38E9A9-4E5F-4293-AEE5-69F5E6BC2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876"/>
              <a:ext cx="457" cy="519"/>
            </a:xfrm>
            <a:custGeom>
              <a:avLst/>
              <a:gdLst>
                <a:gd name="T0" fmla="*/ 1166 w 283"/>
                <a:gd name="T1" fmla="*/ 0 h 322"/>
                <a:gd name="T2" fmla="*/ 1179 w 283"/>
                <a:gd name="T3" fmla="*/ 63 h 322"/>
                <a:gd name="T4" fmla="*/ 1121 w 283"/>
                <a:gd name="T5" fmla="*/ 114 h 322"/>
                <a:gd name="T6" fmla="*/ 925 w 283"/>
                <a:gd name="T7" fmla="*/ 272 h 322"/>
                <a:gd name="T8" fmla="*/ 589 w 283"/>
                <a:gd name="T9" fmla="*/ 569 h 322"/>
                <a:gd name="T10" fmla="*/ 192 w 283"/>
                <a:gd name="T11" fmla="*/ 998 h 322"/>
                <a:gd name="T12" fmla="*/ 97 w 283"/>
                <a:gd name="T13" fmla="*/ 1190 h 322"/>
                <a:gd name="T14" fmla="*/ 29 w 283"/>
                <a:gd name="T15" fmla="*/ 1349 h 322"/>
                <a:gd name="T16" fmla="*/ 39 w 283"/>
                <a:gd name="T17" fmla="*/ 1190 h 322"/>
                <a:gd name="T18" fmla="*/ 207 w 283"/>
                <a:gd name="T19" fmla="*/ 925 h 322"/>
                <a:gd name="T20" fmla="*/ 518 w 283"/>
                <a:gd name="T21" fmla="*/ 561 h 322"/>
                <a:gd name="T22" fmla="*/ 933 w 283"/>
                <a:gd name="T23" fmla="*/ 211 h 322"/>
                <a:gd name="T24" fmla="*/ 1166 w 283"/>
                <a:gd name="T25" fmla="*/ 26 h 3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3" h="322">
                  <a:moveTo>
                    <a:pt x="277" y="0"/>
                  </a:moveTo>
                  <a:cubicBezTo>
                    <a:pt x="279" y="8"/>
                    <a:pt x="283" y="10"/>
                    <a:pt x="280" y="15"/>
                  </a:cubicBezTo>
                  <a:cubicBezTo>
                    <a:pt x="278" y="19"/>
                    <a:pt x="269" y="24"/>
                    <a:pt x="266" y="27"/>
                  </a:cubicBezTo>
                  <a:cubicBezTo>
                    <a:pt x="250" y="40"/>
                    <a:pt x="234" y="51"/>
                    <a:pt x="220" y="65"/>
                  </a:cubicBezTo>
                  <a:cubicBezTo>
                    <a:pt x="195" y="91"/>
                    <a:pt x="167" y="112"/>
                    <a:pt x="140" y="136"/>
                  </a:cubicBezTo>
                  <a:cubicBezTo>
                    <a:pt x="105" y="167"/>
                    <a:pt x="71" y="198"/>
                    <a:pt x="46" y="238"/>
                  </a:cubicBezTo>
                  <a:cubicBezTo>
                    <a:pt x="37" y="253"/>
                    <a:pt x="30" y="269"/>
                    <a:pt x="23" y="284"/>
                  </a:cubicBezTo>
                  <a:cubicBezTo>
                    <a:pt x="17" y="296"/>
                    <a:pt x="14" y="310"/>
                    <a:pt x="7" y="322"/>
                  </a:cubicBezTo>
                  <a:cubicBezTo>
                    <a:pt x="0" y="308"/>
                    <a:pt x="2" y="296"/>
                    <a:pt x="9" y="284"/>
                  </a:cubicBezTo>
                  <a:cubicBezTo>
                    <a:pt x="22" y="261"/>
                    <a:pt x="33" y="242"/>
                    <a:pt x="49" y="221"/>
                  </a:cubicBezTo>
                  <a:cubicBezTo>
                    <a:pt x="72" y="190"/>
                    <a:pt x="95" y="161"/>
                    <a:pt x="123" y="134"/>
                  </a:cubicBezTo>
                  <a:cubicBezTo>
                    <a:pt x="154" y="105"/>
                    <a:pt x="189" y="77"/>
                    <a:pt x="222" y="50"/>
                  </a:cubicBezTo>
                  <a:cubicBezTo>
                    <a:pt x="239" y="36"/>
                    <a:pt x="262" y="15"/>
                    <a:pt x="277" y="6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38" name="Freeform 647">
              <a:extLst>
                <a:ext uri="{FF2B5EF4-FFF2-40B4-BE49-F238E27FC236}">
                  <a16:creationId xmlns:a16="http://schemas.microsoft.com/office/drawing/2014/main" id="{FEDB65F0-07C1-406C-A333-5C66BEBAE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648"/>
              <a:ext cx="114" cy="358"/>
            </a:xfrm>
            <a:custGeom>
              <a:avLst/>
              <a:gdLst>
                <a:gd name="T0" fmla="*/ 13 w 71"/>
                <a:gd name="T1" fmla="*/ 13 h 222"/>
                <a:gd name="T2" fmla="*/ 5 w 71"/>
                <a:gd name="T3" fmla="*/ 8 h 222"/>
                <a:gd name="T4" fmla="*/ 63 w 71"/>
                <a:gd name="T5" fmla="*/ 158 h 222"/>
                <a:gd name="T6" fmla="*/ 101 w 71"/>
                <a:gd name="T7" fmla="*/ 310 h 222"/>
                <a:gd name="T8" fmla="*/ 186 w 71"/>
                <a:gd name="T9" fmla="*/ 595 h 222"/>
                <a:gd name="T10" fmla="*/ 191 w 71"/>
                <a:gd name="T11" fmla="*/ 810 h 222"/>
                <a:gd name="T12" fmla="*/ 149 w 71"/>
                <a:gd name="T13" fmla="*/ 926 h 222"/>
                <a:gd name="T14" fmla="*/ 225 w 71"/>
                <a:gd name="T15" fmla="*/ 863 h 222"/>
                <a:gd name="T16" fmla="*/ 294 w 71"/>
                <a:gd name="T17" fmla="*/ 801 h 222"/>
                <a:gd name="T18" fmla="*/ 233 w 71"/>
                <a:gd name="T19" fmla="*/ 590 h 222"/>
                <a:gd name="T20" fmla="*/ 149 w 71"/>
                <a:gd name="T21" fmla="*/ 331 h 222"/>
                <a:gd name="T22" fmla="*/ 75 w 71"/>
                <a:gd name="T23" fmla="*/ 114 h 222"/>
                <a:gd name="T24" fmla="*/ 13 w 71"/>
                <a:gd name="T25" fmla="*/ 0 h 2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222">
                  <a:moveTo>
                    <a:pt x="3" y="3"/>
                  </a:moveTo>
                  <a:cubicBezTo>
                    <a:pt x="3" y="1"/>
                    <a:pt x="2" y="1"/>
                    <a:pt x="1" y="2"/>
                  </a:cubicBezTo>
                  <a:cubicBezTo>
                    <a:pt x="0" y="12"/>
                    <a:pt x="11" y="27"/>
                    <a:pt x="15" y="38"/>
                  </a:cubicBezTo>
                  <a:cubicBezTo>
                    <a:pt x="19" y="50"/>
                    <a:pt x="21" y="61"/>
                    <a:pt x="24" y="74"/>
                  </a:cubicBezTo>
                  <a:cubicBezTo>
                    <a:pt x="30" y="97"/>
                    <a:pt x="40" y="119"/>
                    <a:pt x="45" y="142"/>
                  </a:cubicBezTo>
                  <a:cubicBezTo>
                    <a:pt x="48" y="159"/>
                    <a:pt x="49" y="176"/>
                    <a:pt x="46" y="193"/>
                  </a:cubicBezTo>
                  <a:cubicBezTo>
                    <a:pt x="45" y="203"/>
                    <a:pt x="38" y="211"/>
                    <a:pt x="36" y="221"/>
                  </a:cubicBezTo>
                  <a:cubicBezTo>
                    <a:pt x="43" y="222"/>
                    <a:pt x="49" y="210"/>
                    <a:pt x="54" y="206"/>
                  </a:cubicBezTo>
                  <a:cubicBezTo>
                    <a:pt x="60" y="202"/>
                    <a:pt x="68" y="198"/>
                    <a:pt x="71" y="191"/>
                  </a:cubicBezTo>
                  <a:cubicBezTo>
                    <a:pt x="53" y="192"/>
                    <a:pt x="58" y="152"/>
                    <a:pt x="56" y="141"/>
                  </a:cubicBezTo>
                  <a:cubicBezTo>
                    <a:pt x="53" y="119"/>
                    <a:pt x="45" y="99"/>
                    <a:pt x="36" y="79"/>
                  </a:cubicBezTo>
                  <a:cubicBezTo>
                    <a:pt x="28" y="62"/>
                    <a:pt x="24" y="44"/>
                    <a:pt x="18" y="27"/>
                  </a:cubicBezTo>
                  <a:cubicBezTo>
                    <a:pt x="15" y="19"/>
                    <a:pt x="12" y="1"/>
                    <a:pt x="3" y="0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39" name="Freeform 648">
              <a:extLst>
                <a:ext uri="{FF2B5EF4-FFF2-40B4-BE49-F238E27FC236}">
                  <a16:creationId xmlns:a16="http://schemas.microsoft.com/office/drawing/2014/main" id="{506E8545-03B2-4CA3-A08D-6D7D5B6D6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332"/>
              <a:ext cx="391" cy="196"/>
            </a:xfrm>
            <a:custGeom>
              <a:avLst/>
              <a:gdLst>
                <a:gd name="T0" fmla="*/ 818 w 242"/>
                <a:gd name="T1" fmla="*/ 0 h 121"/>
                <a:gd name="T2" fmla="*/ 759 w 242"/>
                <a:gd name="T3" fmla="*/ 97 h 121"/>
                <a:gd name="T4" fmla="*/ 687 w 242"/>
                <a:gd name="T5" fmla="*/ 199 h 121"/>
                <a:gd name="T6" fmla="*/ 452 w 242"/>
                <a:gd name="T7" fmla="*/ 207 h 121"/>
                <a:gd name="T8" fmla="*/ 344 w 242"/>
                <a:gd name="T9" fmla="*/ 183 h 121"/>
                <a:gd name="T10" fmla="*/ 247 w 242"/>
                <a:gd name="T11" fmla="*/ 149 h 121"/>
                <a:gd name="T12" fmla="*/ 0 w 242"/>
                <a:gd name="T13" fmla="*/ 178 h 121"/>
                <a:gd name="T14" fmla="*/ 170 w 242"/>
                <a:gd name="T15" fmla="*/ 212 h 121"/>
                <a:gd name="T16" fmla="*/ 322 w 242"/>
                <a:gd name="T17" fmla="*/ 238 h 121"/>
                <a:gd name="T18" fmla="*/ 679 w 242"/>
                <a:gd name="T19" fmla="*/ 296 h 121"/>
                <a:gd name="T20" fmla="*/ 869 w 242"/>
                <a:gd name="T21" fmla="*/ 403 h 121"/>
                <a:gd name="T22" fmla="*/ 1021 w 242"/>
                <a:gd name="T23" fmla="*/ 507 h 121"/>
                <a:gd name="T24" fmla="*/ 898 w 242"/>
                <a:gd name="T25" fmla="*/ 382 h 121"/>
                <a:gd name="T26" fmla="*/ 843 w 242"/>
                <a:gd name="T27" fmla="*/ 262 h 121"/>
                <a:gd name="T28" fmla="*/ 827 w 242"/>
                <a:gd name="T29" fmla="*/ 128 h 121"/>
                <a:gd name="T30" fmla="*/ 848 w 242"/>
                <a:gd name="T31" fmla="*/ 5 h 1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42" h="121">
                  <a:moveTo>
                    <a:pt x="194" y="0"/>
                  </a:moveTo>
                  <a:cubicBezTo>
                    <a:pt x="187" y="1"/>
                    <a:pt x="183" y="17"/>
                    <a:pt x="180" y="23"/>
                  </a:cubicBezTo>
                  <a:cubicBezTo>
                    <a:pt x="175" y="31"/>
                    <a:pt x="171" y="40"/>
                    <a:pt x="163" y="47"/>
                  </a:cubicBezTo>
                  <a:cubicBezTo>
                    <a:pt x="149" y="60"/>
                    <a:pt x="125" y="53"/>
                    <a:pt x="107" y="49"/>
                  </a:cubicBezTo>
                  <a:cubicBezTo>
                    <a:pt x="99" y="47"/>
                    <a:pt x="90" y="46"/>
                    <a:pt x="82" y="43"/>
                  </a:cubicBezTo>
                  <a:cubicBezTo>
                    <a:pt x="74" y="41"/>
                    <a:pt x="68" y="36"/>
                    <a:pt x="59" y="35"/>
                  </a:cubicBezTo>
                  <a:cubicBezTo>
                    <a:pt x="43" y="34"/>
                    <a:pt x="13" y="33"/>
                    <a:pt x="0" y="42"/>
                  </a:cubicBezTo>
                  <a:cubicBezTo>
                    <a:pt x="5" y="50"/>
                    <a:pt x="31" y="47"/>
                    <a:pt x="40" y="50"/>
                  </a:cubicBezTo>
                  <a:cubicBezTo>
                    <a:pt x="52" y="53"/>
                    <a:pt x="63" y="55"/>
                    <a:pt x="76" y="56"/>
                  </a:cubicBezTo>
                  <a:cubicBezTo>
                    <a:pt x="105" y="60"/>
                    <a:pt x="134" y="60"/>
                    <a:pt x="161" y="70"/>
                  </a:cubicBezTo>
                  <a:cubicBezTo>
                    <a:pt x="179" y="76"/>
                    <a:pt x="192" y="84"/>
                    <a:pt x="206" y="95"/>
                  </a:cubicBezTo>
                  <a:cubicBezTo>
                    <a:pt x="215" y="101"/>
                    <a:pt x="231" y="121"/>
                    <a:pt x="242" y="119"/>
                  </a:cubicBezTo>
                  <a:cubicBezTo>
                    <a:pt x="241" y="111"/>
                    <a:pt x="219" y="98"/>
                    <a:pt x="213" y="90"/>
                  </a:cubicBezTo>
                  <a:cubicBezTo>
                    <a:pt x="206" y="82"/>
                    <a:pt x="203" y="72"/>
                    <a:pt x="200" y="62"/>
                  </a:cubicBezTo>
                  <a:cubicBezTo>
                    <a:pt x="197" y="51"/>
                    <a:pt x="195" y="42"/>
                    <a:pt x="196" y="30"/>
                  </a:cubicBezTo>
                  <a:cubicBezTo>
                    <a:pt x="197" y="21"/>
                    <a:pt x="202" y="10"/>
                    <a:pt x="201" y="1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40" name="Freeform 649">
              <a:extLst>
                <a:ext uri="{FF2B5EF4-FFF2-40B4-BE49-F238E27FC236}">
                  <a16:creationId xmlns:a16="http://schemas.microsoft.com/office/drawing/2014/main" id="{8CBB9322-CECA-45C3-B7B4-4E192A8F4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490"/>
              <a:ext cx="302" cy="412"/>
            </a:xfrm>
            <a:custGeom>
              <a:avLst/>
              <a:gdLst>
                <a:gd name="T0" fmla="*/ 683 w 187"/>
                <a:gd name="T1" fmla="*/ 0 h 255"/>
                <a:gd name="T2" fmla="*/ 678 w 187"/>
                <a:gd name="T3" fmla="*/ 179 h 255"/>
                <a:gd name="T4" fmla="*/ 438 w 187"/>
                <a:gd name="T5" fmla="*/ 452 h 255"/>
                <a:gd name="T6" fmla="*/ 165 w 187"/>
                <a:gd name="T7" fmla="*/ 776 h 255"/>
                <a:gd name="T8" fmla="*/ 34 w 187"/>
                <a:gd name="T9" fmla="*/ 1076 h 255"/>
                <a:gd name="T10" fmla="*/ 126 w 187"/>
                <a:gd name="T11" fmla="*/ 932 h 255"/>
                <a:gd name="T12" fmla="*/ 266 w 187"/>
                <a:gd name="T13" fmla="*/ 713 h 255"/>
                <a:gd name="T14" fmla="*/ 451 w 187"/>
                <a:gd name="T15" fmla="*/ 488 h 255"/>
                <a:gd name="T16" fmla="*/ 649 w 187"/>
                <a:gd name="T17" fmla="*/ 280 h 255"/>
                <a:gd name="T18" fmla="*/ 788 w 187"/>
                <a:gd name="T19" fmla="*/ 105 h 255"/>
                <a:gd name="T20" fmla="*/ 683 w 187"/>
                <a:gd name="T21" fmla="*/ 5 h 2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7" h="255">
                  <a:moveTo>
                    <a:pt x="162" y="0"/>
                  </a:moveTo>
                  <a:cubicBezTo>
                    <a:pt x="176" y="13"/>
                    <a:pt x="172" y="30"/>
                    <a:pt x="161" y="43"/>
                  </a:cubicBezTo>
                  <a:cubicBezTo>
                    <a:pt x="142" y="65"/>
                    <a:pt x="123" y="86"/>
                    <a:pt x="104" y="107"/>
                  </a:cubicBezTo>
                  <a:cubicBezTo>
                    <a:pt x="82" y="132"/>
                    <a:pt x="58" y="157"/>
                    <a:pt x="39" y="184"/>
                  </a:cubicBezTo>
                  <a:cubicBezTo>
                    <a:pt x="29" y="199"/>
                    <a:pt x="0" y="236"/>
                    <a:pt x="8" y="255"/>
                  </a:cubicBezTo>
                  <a:cubicBezTo>
                    <a:pt x="17" y="248"/>
                    <a:pt x="24" y="231"/>
                    <a:pt x="30" y="221"/>
                  </a:cubicBezTo>
                  <a:cubicBezTo>
                    <a:pt x="41" y="203"/>
                    <a:pt x="51" y="186"/>
                    <a:pt x="63" y="169"/>
                  </a:cubicBezTo>
                  <a:cubicBezTo>
                    <a:pt x="78" y="150"/>
                    <a:pt x="92" y="133"/>
                    <a:pt x="107" y="116"/>
                  </a:cubicBezTo>
                  <a:cubicBezTo>
                    <a:pt x="123" y="99"/>
                    <a:pt x="139" y="83"/>
                    <a:pt x="154" y="66"/>
                  </a:cubicBezTo>
                  <a:cubicBezTo>
                    <a:pt x="166" y="53"/>
                    <a:pt x="182" y="42"/>
                    <a:pt x="187" y="25"/>
                  </a:cubicBezTo>
                  <a:cubicBezTo>
                    <a:pt x="178" y="18"/>
                    <a:pt x="172" y="7"/>
                    <a:pt x="162" y="1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41" name="Freeform 650">
              <a:extLst>
                <a:ext uri="{FF2B5EF4-FFF2-40B4-BE49-F238E27FC236}">
                  <a16:creationId xmlns:a16="http://schemas.microsoft.com/office/drawing/2014/main" id="{390FCB43-906E-4D46-8CDB-FC4563977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852"/>
              <a:ext cx="479" cy="194"/>
            </a:xfrm>
            <a:custGeom>
              <a:avLst/>
              <a:gdLst>
                <a:gd name="T0" fmla="*/ 856 w 297"/>
                <a:gd name="T1" fmla="*/ 0 h 120"/>
                <a:gd name="T2" fmla="*/ 793 w 297"/>
                <a:gd name="T3" fmla="*/ 123 h 120"/>
                <a:gd name="T4" fmla="*/ 731 w 297"/>
                <a:gd name="T5" fmla="*/ 233 h 120"/>
                <a:gd name="T6" fmla="*/ 568 w 297"/>
                <a:gd name="T7" fmla="*/ 301 h 120"/>
                <a:gd name="T8" fmla="*/ 310 w 297"/>
                <a:gd name="T9" fmla="*/ 338 h 120"/>
                <a:gd name="T10" fmla="*/ 16 w 297"/>
                <a:gd name="T11" fmla="*/ 382 h 120"/>
                <a:gd name="T12" fmla="*/ 185 w 297"/>
                <a:gd name="T13" fmla="*/ 432 h 120"/>
                <a:gd name="T14" fmla="*/ 568 w 297"/>
                <a:gd name="T15" fmla="*/ 419 h 120"/>
                <a:gd name="T16" fmla="*/ 1247 w 297"/>
                <a:gd name="T17" fmla="*/ 508 h 120"/>
                <a:gd name="T18" fmla="*/ 1184 w 297"/>
                <a:gd name="T19" fmla="*/ 466 h 120"/>
                <a:gd name="T20" fmla="*/ 1056 w 297"/>
                <a:gd name="T21" fmla="*/ 412 h 120"/>
                <a:gd name="T22" fmla="*/ 903 w 297"/>
                <a:gd name="T23" fmla="*/ 275 h 120"/>
                <a:gd name="T24" fmla="*/ 835 w 297"/>
                <a:gd name="T25" fmla="*/ 118 h 120"/>
                <a:gd name="T26" fmla="*/ 869 w 297"/>
                <a:gd name="T27" fmla="*/ 21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7" h="120">
                  <a:moveTo>
                    <a:pt x="204" y="0"/>
                  </a:moveTo>
                  <a:cubicBezTo>
                    <a:pt x="200" y="10"/>
                    <a:pt x="194" y="20"/>
                    <a:pt x="189" y="29"/>
                  </a:cubicBezTo>
                  <a:cubicBezTo>
                    <a:pt x="184" y="38"/>
                    <a:pt x="181" y="48"/>
                    <a:pt x="174" y="55"/>
                  </a:cubicBezTo>
                  <a:cubicBezTo>
                    <a:pt x="164" y="66"/>
                    <a:pt x="149" y="69"/>
                    <a:pt x="135" y="71"/>
                  </a:cubicBezTo>
                  <a:cubicBezTo>
                    <a:pt x="114" y="75"/>
                    <a:pt x="94" y="76"/>
                    <a:pt x="74" y="80"/>
                  </a:cubicBezTo>
                  <a:cubicBezTo>
                    <a:pt x="51" y="84"/>
                    <a:pt x="25" y="81"/>
                    <a:pt x="4" y="90"/>
                  </a:cubicBezTo>
                  <a:cubicBezTo>
                    <a:pt x="0" y="109"/>
                    <a:pt x="34" y="102"/>
                    <a:pt x="44" y="102"/>
                  </a:cubicBezTo>
                  <a:cubicBezTo>
                    <a:pt x="75" y="102"/>
                    <a:pt x="105" y="100"/>
                    <a:pt x="135" y="99"/>
                  </a:cubicBezTo>
                  <a:cubicBezTo>
                    <a:pt x="189" y="99"/>
                    <a:pt x="244" y="113"/>
                    <a:pt x="297" y="120"/>
                  </a:cubicBezTo>
                  <a:cubicBezTo>
                    <a:pt x="292" y="118"/>
                    <a:pt x="287" y="113"/>
                    <a:pt x="282" y="110"/>
                  </a:cubicBezTo>
                  <a:cubicBezTo>
                    <a:pt x="272" y="105"/>
                    <a:pt x="262" y="102"/>
                    <a:pt x="252" y="98"/>
                  </a:cubicBezTo>
                  <a:cubicBezTo>
                    <a:pt x="237" y="91"/>
                    <a:pt x="225" y="77"/>
                    <a:pt x="215" y="65"/>
                  </a:cubicBezTo>
                  <a:cubicBezTo>
                    <a:pt x="207" y="55"/>
                    <a:pt x="200" y="41"/>
                    <a:pt x="199" y="28"/>
                  </a:cubicBezTo>
                  <a:cubicBezTo>
                    <a:pt x="199" y="19"/>
                    <a:pt x="204" y="13"/>
                    <a:pt x="207" y="5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42" name="Freeform 651">
              <a:extLst>
                <a:ext uri="{FF2B5EF4-FFF2-40B4-BE49-F238E27FC236}">
                  <a16:creationId xmlns:a16="http://schemas.microsoft.com/office/drawing/2014/main" id="{8624AA77-286F-49DC-98C9-F92AB2637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999"/>
              <a:ext cx="476" cy="424"/>
            </a:xfrm>
            <a:custGeom>
              <a:avLst/>
              <a:gdLst>
                <a:gd name="T0" fmla="*/ 0 w 295"/>
                <a:gd name="T1" fmla="*/ 29 h 263"/>
                <a:gd name="T2" fmla="*/ 224 w 295"/>
                <a:gd name="T3" fmla="*/ 268 h 263"/>
                <a:gd name="T4" fmla="*/ 534 w 295"/>
                <a:gd name="T5" fmla="*/ 653 h 263"/>
                <a:gd name="T6" fmla="*/ 862 w 295"/>
                <a:gd name="T7" fmla="*/ 904 h 263"/>
                <a:gd name="T8" fmla="*/ 1081 w 295"/>
                <a:gd name="T9" fmla="*/ 1032 h 263"/>
                <a:gd name="T10" fmla="*/ 1239 w 295"/>
                <a:gd name="T11" fmla="*/ 1088 h 263"/>
                <a:gd name="T12" fmla="*/ 1096 w 295"/>
                <a:gd name="T13" fmla="*/ 988 h 263"/>
                <a:gd name="T14" fmla="*/ 912 w 295"/>
                <a:gd name="T15" fmla="*/ 848 h 263"/>
                <a:gd name="T16" fmla="*/ 597 w 295"/>
                <a:gd name="T17" fmla="*/ 587 h 263"/>
                <a:gd name="T18" fmla="*/ 289 w 295"/>
                <a:gd name="T19" fmla="*/ 251 h 263"/>
                <a:gd name="T20" fmla="*/ 213 w 295"/>
                <a:gd name="T21" fmla="*/ 68 h 263"/>
                <a:gd name="T22" fmla="*/ 276 w 295"/>
                <a:gd name="T23" fmla="*/ 8 h 2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5" h="263">
                  <a:moveTo>
                    <a:pt x="0" y="7"/>
                  </a:moveTo>
                  <a:cubicBezTo>
                    <a:pt x="29" y="3"/>
                    <a:pt x="41" y="46"/>
                    <a:pt x="53" y="64"/>
                  </a:cubicBezTo>
                  <a:cubicBezTo>
                    <a:pt x="75" y="96"/>
                    <a:pt x="101" y="126"/>
                    <a:pt x="127" y="156"/>
                  </a:cubicBezTo>
                  <a:cubicBezTo>
                    <a:pt x="148" y="181"/>
                    <a:pt x="179" y="196"/>
                    <a:pt x="205" y="216"/>
                  </a:cubicBezTo>
                  <a:cubicBezTo>
                    <a:pt x="221" y="227"/>
                    <a:pt x="239" y="237"/>
                    <a:pt x="257" y="246"/>
                  </a:cubicBezTo>
                  <a:cubicBezTo>
                    <a:pt x="267" y="251"/>
                    <a:pt x="283" y="263"/>
                    <a:pt x="295" y="260"/>
                  </a:cubicBezTo>
                  <a:cubicBezTo>
                    <a:pt x="287" y="250"/>
                    <a:pt x="272" y="242"/>
                    <a:pt x="261" y="236"/>
                  </a:cubicBezTo>
                  <a:cubicBezTo>
                    <a:pt x="245" y="226"/>
                    <a:pt x="232" y="213"/>
                    <a:pt x="217" y="202"/>
                  </a:cubicBezTo>
                  <a:cubicBezTo>
                    <a:pt x="191" y="183"/>
                    <a:pt x="166" y="160"/>
                    <a:pt x="142" y="140"/>
                  </a:cubicBezTo>
                  <a:cubicBezTo>
                    <a:pt x="114" y="117"/>
                    <a:pt x="92" y="87"/>
                    <a:pt x="69" y="60"/>
                  </a:cubicBezTo>
                  <a:cubicBezTo>
                    <a:pt x="59" y="48"/>
                    <a:pt x="48" y="33"/>
                    <a:pt x="51" y="16"/>
                  </a:cubicBezTo>
                  <a:cubicBezTo>
                    <a:pt x="52" y="7"/>
                    <a:pt x="59" y="0"/>
                    <a:pt x="66" y="2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43" name="Freeform 652">
              <a:extLst>
                <a:ext uri="{FF2B5EF4-FFF2-40B4-BE49-F238E27FC236}">
                  <a16:creationId xmlns:a16="http://schemas.microsoft.com/office/drawing/2014/main" id="{CA64F0B0-CD21-4D82-A6B8-D760830D4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244"/>
              <a:ext cx="222" cy="775"/>
            </a:xfrm>
            <a:custGeom>
              <a:avLst/>
              <a:gdLst>
                <a:gd name="T0" fmla="*/ 122 w 138"/>
                <a:gd name="T1" fmla="*/ 404 h 480"/>
                <a:gd name="T2" fmla="*/ 233 w 138"/>
                <a:gd name="T3" fmla="*/ 509 h 480"/>
                <a:gd name="T4" fmla="*/ 315 w 138"/>
                <a:gd name="T5" fmla="*/ 636 h 480"/>
                <a:gd name="T6" fmla="*/ 314 w 138"/>
                <a:gd name="T7" fmla="*/ 1027 h 480"/>
                <a:gd name="T8" fmla="*/ 208 w 138"/>
                <a:gd name="T9" fmla="*/ 1255 h 480"/>
                <a:gd name="T10" fmla="*/ 88 w 138"/>
                <a:gd name="T11" fmla="*/ 1574 h 480"/>
                <a:gd name="T12" fmla="*/ 21 w 138"/>
                <a:gd name="T13" fmla="*/ 1844 h 480"/>
                <a:gd name="T14" fmla="*/ 21 w 138"/>
                <a:gd name="T15" fmla="*/ 2020 h 480"/>
                <a:gd name="T16" fmla="*/ 68 w 138"/>
                <a:gd name="T17" fmla="*/ 1926 h 480"/>
                <a:gd name="T18" fmla="*/ 111 w 138"/>
                <a:gd name="T19" fmla="*/ 1752 h 480"/>
                <a:gd name="T20" fmla="*/ 238 w 138"/>
                <a:gd name="T21" fmla="*/ 1363 h 480"/>
                <a:gd name="T22" fmla="*/ 370 w 138"/>
                <a:gd name="T23" fmla="*/ 1035 h 480"/>
                <a:gd name="T24" fmla="*/ 479 w 138"/>
                <a:gd name="T25" fmla="*/ 794 h 480"/>
                <a:gd name="T26" fmla="*/ 553 w 138"/>
                <a:gd name="T27" fmla="*/ 678 h 480"/>
                <a:gd name="T28" fmla="*/ 507 w 138"/>
                <a:gd name="T29" fmla="*/ 505 h 480"/>
                <a:gd name="T30" fmla="*/ 492 w 138"/>
                <a:gd name="T31" fmla="*/ 241 h 480"/>
                <a:gd name="T32" fmla="*/ 494 w 138"/>
                <a:gd name="T33" fmla="*/ 0 h 480"/>
                <a:gd name="T34" fmla="*/ 383 w 138"/>
                <a:gd name="T35" fmla="*/ 408 h 480"/>
                <a:gd name="T36" fmla="*/ 280 w 138"/>
                <a:gd name="T37" fmla="*/ 420 h 480"/>
                <a:gd name="T38" fmla="*/ 162 w 138"/>
                <a:gd name="T39" fmla="*/ 383 h 4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8" h="480">
                  <a:moveTo>
                    <a:pt x="29" y="96"/>
                  </a:moveTo>
                  <a:cubicBezTo>
                    <a:pt x="41" y="101"/>
                    <a:pt x="47" y="112"/>
                    <a:pt x="56" y="121"/>
                  </a:cubicBezTo>
                  <a:cubicBezTo>
                    <a:pt x="65" y="130"/>
                    <a:pt x="71" y="139"/>
                    <a:pt x="76" y="151"/>
                  </a:cubicBezTo>
                  <a:cubicBezTo>
                    <a:pt x="88" y="182"/>
                    <a:pt x="85" y="212"/>
                    <a:pt x="75" y="244"/>
                  </a:cubicBezTo>
                  <a:cubicBezTo>
                    <a:pt x="69" y="262"/>
                    <a:pt x="57" y="279"/>
                    <a:pt x="50" y="298"/>
                  </a:cubicBezTo>
                  <a:cubicBezTo>
                    <a:pt x="40" y="323"/>
                    <a:pt x="29" y="348"/>
                    <a:pt x="21" y="374"/>
                  </a:cubicBezTo>
                  <a:cubicBezTo>
                    <a:pt x="14" y="395"/>
                    <a:pt x="7" y="416"/>
                    <a:pt x="5" y="438"/>
                  </a:cubicBezTo>
                  <a:cubicBezTo>
                    <a:pt x="3" y="449"/>
                    <a:pt x="0" y="469"/>
                    <a:pt x="5" y="480"/>
                  </a:cubicBezTo>
                  <a:cubicBezTo>
                    <a:pt x="13" y="478"/>
                    <a:pt x="15" y="465"/>
                    <a:pt x="16" y="458"/>
                  </a:cubicBezTo>
                  <a:cubicBezTo>
                    <a:pt x="20" y="444"/>
                    <a:pt x="23" y="430"/>
                    <a:pt x="27" y="416"/>
                  </a:cubicBezTo>
                  <a:cubicBezTo>
                    <a:pt x="36" y="385"/>
                    <a:pt x="45" y="354"/>
                    <a:pt x="57" y="324"/>
                  </a:cubicBezTo>
                  <a:cubicBezTo>
                    <a:pt x="67" y="298"/>
                    <a:pt x="79" y="272"/>
                    <a:pt x="89" y="246"/>
                  </a:cubicBezTo>
                  <a:cubicBezTo>
                    <a:pt x="97" y="227"/>
                    <a:pt x="105" y="207"/>
                    <a:pt x="115" y="189"/>
                  </a:cubicBezTo>
                  <a:cubicBezTo>
                    <a:pt x="121" y="180"/>
                    <a:pt x="130" y="171"/>
                    <a:pt x="133" y="161"/>
                  </a:cubicBezTo>
                  <a:cubicBezTo>
                    <a:pt x="138" y="146"/>
                    <a:pt x="125" y="134"/>
                    <a:pt x="122" y="120"/>
                  </a:cubicBezTo>
                  <a:cubicBezTo>
                    <a:pt x="117" y="100"/>
                    <a:pt x="118" y="78"/>
                    <a:pt x="118" y="57"/>
                  </a:cubicBezTo>
                  <a:cubicBezTo>
                    <a:pt x="118" y="40"/>
                    <a:pt x="125" y="16"/>
                    <a:pt x="119" y="0"/>
                  </a:cubicBezTo>
                  <a:cubicBezTo>
                    <a:pt x="112" y="29"/>
                    <a:pt x="119" y="77"/>
                    <a:pt x="92" y="97"/>
                  </a:cubicBezTo>
                  <a:cubicBezTo>
                    <a:pt x="84" y="103"/>
                    <a:pt x="76" y="101"/>
                    <a:pt x="67" y="100"/>
                  </a:cubicBezTo>
                  <a:cubicBezTo>
                    <a:pt x="58" y="98"/>
                    <a:pt x="47" y="89"/>
                    <a:pt x="39" y="91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44" name="Freeform 653">
              <a:extLst>
                <a:ext uri="{FF2B5EF4-FFF2-40B4-BE49-F238E27FC236}">
                  <a16:creationId xmlns:a16="http://schemas.microsoft.com/office/drawing/2014/main" id="{64F8EC0E-547A-44BC-9D24-883E8422E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026"/>
              <a:ext cx="335" cy="304"/>
            </a:xfrm>
            <a:custGeom>
              <a:avLst/>
              <a:gdLst>
                <a:gd name="T0" fmla="*/ 0 w 207"/>
                <a:gd name="T1" fmla="*/ 0 h 188"/>
                <a:gd name="T2" fmla="*/ 610 w 207"/>
                <a:gd name="T3" fmla="*/ 304 h 188"/>
                <a:gd name="T4" fmla="*/ 699 w 207"/>
                <a:gd name="T5" fmla="*/ 555 h 188"/>
                <a:gd name="T6" fmla="*/ 707 w 207"/>
                <a:gd name="T7" fmla="*/ 694 h 188"/>
                <a:gd name="T8" fmla="*/ 725 w 207"/>
                <a:gd name="T9" fmla="*/ 796 h 188"/>
                <a:gd name="T10" fmla="*/ 741 w 207"/>
                <a:gd name="T11" fmla="*/ 584 h 188"/>
                <a:gd name="T12" fmla="*/ 749 w 207"/>
                <a:gd name="T13" fmla="*/ 393 h 188"/>
                <a:gd name="T14" fmla="*/ 801 w 207"/>
                <a:gd name="T15" fmla="*/ 280 h 188"/>
                <a:gd name="T16" fmla="*/ 877 w 207"/>
                <a:gd name="T17" fmla="*/ 246 h 188"/>
                <a:gd name="T18" fmla="*/ 767 w 207"/>
                <a:gd name="T19" fmla="*/ 233 h 188"/>
                <a:gd name="T20" fmla="*/ 673 w 207"/>
                <a:gd name="T21" fmla="*/ 204 h 188"/>
                <a:gd name="T22" fmla="*/ 482 w 207"/>
                <a:gd name="T23" fmla="*/ 115 h 188"/>
                <a:gd name="T24" fmla="*/ 317 w 207"/>
                <a:gd name="T25" fmla="*/ 39 h 188"/>
                <a:gd name="T26" fmla="*/ 128 w 207"/>
                <a:gd name="T27" fmla="*/ 0 h 1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7" h="188">
                  <a:moveTo>
                    <a:pt x="0" y="0"/>
                  </a:moveTo>
                  <a:cubicBezTo>
                    <a:pt x="49" y="15"/>
                    <a:pt x="114" y="25"/>
                    <a:pt x="144" y="72"/>
                  </a:cubicBezTo>
                  <a:cubicBezTo>
                    <a:pt x="155" y="89"/>
                    <a:pt x="162" y="111"/>
                    <a:pt x="165" y="131"/>
                  </a:cubicBezTo>
                  <a:cubicBezTo>
                    <a:pt x="167" y="142"/>
                    <a:pt x="166" y="153"/>
                    <a:pt x="167" y="164"/>
                  </a:cubicBezTo>
                  <a:cubicBezTo>
                    <a:pt x="167" y="170"/>
                    <a:pt x="165" y="186"/>
                    <a:pt x="171" y="188"/>
                  </a:cubicBezTo>
                  <a:cubicBezTo>
                    <a:pt x="178" y="174"/>
                    <a:pt x="174" y="154"/>
                    <a:pt x="175" y="138"/>
                  </a:cubicBezTo>
                  <a:cubicBezTo>
                    <a:pt x="175" y="124"/>
                    <a:pt x="175" y="107"/>
                    <a:pt x="177" y="93"/>
                  </a:cubicBezTo>
                  <a:cubicBezTo>
                    <a:pt x="179" y="83"/>
                    <a:pt x="181" y="72"/>
                    <a:pt x="189" y="66"/>
                  </a:cubicBezTo>
                  <a:cubicBezTo>
                    <a:pt x="195" y="62"/>
                    <a:pt x="202" y="63"/>
                    <a:pt x="207" y="58"/>
                  </a:cubicBezTo>
                  <a:cubicBezTo>
                    <a:pt x="200" y="55"/>
                    <a:pt x="189" y="57"/>
                    <a:pt x="181" y="55"/>
                  </a:cubicBezTo>
                  <a:cubicBezTo>
                    <a:pt x="174" y="54"/>
                    <a:pt x="166" y="51"/>
                    <a:pt x="159" y="48"/>
                  </a:cubicBezTo>
                  <a:cubicBezTo>
                    <a:pt x="143" y="42"/>
                    <a:pt x="130" y="33"/>
                    <a:pt x="114" y="27"/>
                  </a:cubicBezTo>
                  <a:cubicBezTo>
                    <a:pt x="101" y="21"/>
                    <a:pt x="87" y="17"/>
                    <a:pt x="75" y="9"/>
                  </a:cubicBezTo>
                  <a:cubicBezTo>
                    <a:pt x="64" y="1"/>
                    <a:pt x="44" y="0"/>
                    <a:pt x="30" y="0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45" name="Freeform 654">
              <a:extLst>
                <a:ext uri="{FF2B5EF4-FFF2-40B4-BE49-F238E27FC236}">
                  <a16:creationId xmlns:a16="http://schemas.microsoft.com/office/drawing/2014/main" id="{91785B8C-0DF7-400B-8C76-72538D5C7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789"/>
              <a:ext cx="420" cy="445"/>
            </a:xfrm>
            <a:custGeom>
              <a:avLst/>
              <a:gdLst>
                <a:gd name="T0" fmla="*/ 582 w 260"/>
                <a:gd name="T1" fmla="*/ 0 h 276"/>
                <a:gd name="T2" fmla="*/ 459 w 260"/>
                <a:gd name="T3" fmla="*/ 198 h 276"/>
                <a:gd name="T4" fmla="*/ 423 w 260"/>
                <a:gd name="T5" fmla="*/ 302 h 276"/>
                <a:gd name="T6" fmla="*/ 378 w 260"/>
                <a:gd name="T7" fmla="*/ 480 h 276"/>
                <a:gd name="T8" fmla="*/ 370 w 260"/>
                <a:gd name="T9" fmla="*/ 632 h 276"/>
                <a:gd name="T10" fmla="*/ 344 w 260"/>
                <a:gd name="T11" fmla="*/ 755 h 276"/>
                <a:gd name="T12" fmla="*/ 170 w 260"/>
                <a:gd name="T13" fmla="*/ 821 h 276"/>
                <a:gd name="T14" fmla="*/ 0 w 260"/>
                <a:gd name="T15" fmla="*/ 861 h 276"/>
                <a:gd name="T16" fmla="*/ 118 w 260"/>
                <a:gd name="T17" fmla="*/ 884 h 276"/>
                <a:gd name="T18" fmla="*/ 212 w 260"/>
                <a:gd name="T19" fmla="*/ 901 h 276"/>
                <a:gd name="T20" fmla="*/ 330 w 260"/>
                <a:gd name="T21" fmla="*/ 901 h 276"/>
                <a:gd name="T22" fmla="*/ 519 w 260"/>
                <a:gd name="T23" fmla="*/ 922 h 276"/>
                <a:gd name="T24" fmla="*/ 869 w 260"/>
                <a:gd name="T25" fmla="*/ 1011 h 276"/>
                <a:gd name="T26" fmla="*/ 979 w 260"/>
                <a:gd name="T27" fmla="*/ 1156 h 276"/>
                <a:gd name="T28" fmla="*/ 971 w 260"/>
                <a:gd name="T29" fmla="*/ 1006 h 276"/>
                <a:gd name="T30" fmla="*/ 1095 w 260"/>
                <a:gd name="T31" fmla="*/ 871 h 276"/>
                <a:gd name="T32" fmla="*/ 1021 w 260"/>
                <a:gd name="T33" fmla="*/ 888 h 276"/>
                <a:gd name="T34" fmla="*/ 937 w 260"/>
                <a:gd name="T35" fmla="*/ 892 h 276"/>
                <a:gd name="T36" fmla="*/ 754 w 260"/>
                <a:gd name="T37" fmla="*/ 901 h 276"/>
                <a:gd name="T38" fmla="*/ 459 w 260"/>
                <a:gd name="T39" fmla="*/ 848 h 276"/>
                <a:gd name="T40" fmla="*/ 383 w 260"/>
                <a:gd name="T41" fmla="*/ 556 h 276"/>
                <a:gd name="T42" fmla="*/ 467 w 260"/>
                <a:gd name="T43" fmla="*/ 310 h 276"/>
                <a:gd name="T44" fmla="*/ 499 w 260"/>
                <a:gd name="T45" fmla="*/ 110 h 2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60" h="276">
                  <a:moveTo>
                    <a:pt x="138" y="0"/>
                  </a:moveTo>
                  <a:cubicBezTo>
                    <a:pt x="125" y="17"/>
                    <a:pt x="116" y="29"/>
                    <a:pt x="109" y="47"/>
                  </a:cubicBezTo>
                  <a:cubicBezTo>
                    <a:pt x="106" y="55"/>
                    <a:pt x="103" y="64"/>
                    <a:pt x="100" y="72"/>
                  </a:cubicBezTo>
                  <a:cubicBezTo>
                    <a:pt x="96" y="85"/>
                    <a:pt x="92" y="101"/>
                    <a:pt x="90" y="115"/>
                  </a:cubicBezTo>
                  <a:cubicBezTo>
                    <a:pt x="89" y="127"/>
                    <a:pt x="89" y="139"/>
                    <a:pt x="88" y="151"/>
                  </a:cubicBezTo>
                  <a:cubicBezTo>
                    <a:pt x="88" y="160"/>
                    <a:pt x="88" y="172"/>
                    <a:pt x="82" y="180"/>
                  </a:cubicBezTo>
                  <a:cubicBezTo>
                    <a:pt x="75" y="190"/>
                    <a:pt x="52" y="195"/>
                    <a:pt x="40" y="196"/>
                  </a:cubicBezTo>
                  <a:cubicBezTo>
                    <a:pt x="26" y="198"/>
                    <a:pt x="13" y="203"/>
                    <a:pt x="0" y="205"/>
                  </a:cubicBezTo>
                  <a:cubicBezTo>
                    <a:pt x="8" y="211"/>
                    <a:pt x="18" y="211"/>
                    <a:pt x="28" y="211"/>
                  </a:cubicBezTo>
                  <a:cubicBezTo>
                    <a:pt x="36" y="212"/>
                    <a:pt x="42" y="214"/>
                    <a:pt x="50" y="215"/>
                  </a:cubicBezTo>
                  <a:cubicBezTo>
                    <a:pt x="59" y="216"/>
                    <a:pt x="68" y="214"/>
                    <a:pt x="78" y="215"/>
                  </a:cubicBezTo>
                  <a:cubicBezTo>
                    <a:pt x="93" y="217"/>
                    <a:pt x="108" y="218"/>
                    <a:pt x="123" y="220"/>
                  </a:cubicBezTo>
                  <a:cubicBezTo>
                    <a:pt x="151" y="224"/>
                    <a:pt x="182" y="225"/>
                    <a:pt x="206" y="241"/>
                  </a:cubicBezTo>
                  <a:cubicBezTo>
                    <a:pt x="218" y="250"/>
                    <a:pt x="226" y="263"/>
                    <a:pt x="232" y="276"/>
                  </a:cubicBezTo>
                  <a:cubicBezTo>
                    <a:pt x="229" y="265"/>
                    <a:pt x="226" y="251"/>
                    <a:pt x="230" y="240"/>
                  </a:cubicBezTo>
                  <a:cubicBezTo>
                    <a:pt x="234" y="224"/>
                    <a:pt x="248" y="216"/>
                    <a:pt x="260" y="208"/>
                  </a:cubicBezTo>
                  <a:cubicBezTo>
                    <a:pt x="254" y="207"/>
                    <a:pt x="248" y="211"/>
                    <a:pt x="242" y="212"/>
                  </a:cubicBezTo>
                  <a:cubicBezTo>
                    <a:pt x="235" y="214"/>
                    <a:pt x="230" y="214"/>
                    <a:pt x="222" y="213"/>
                  </a:cubicBezTo>
                  <a:cubicBezTo>
                    <a:pt x="207" y="212"/>
                    <a:pt x="194" y="213"/>
                    <a:pt x="179" y="215"/>
                  </a:cubicBezTo>
                  <a:cubicBezTo>
                    <a:pt x="156" y="218"/>
                    <a:pt x="129" y="215"/>
                    <a:pt x="109" y="202"/>
                  </a:cubicBezTo>
                  <a:cubicBezTo>
                    <a:pt x="85" y="186"/>
                    <a:pt x="85" y="160"/>
                    <a:pt x="91" y="133"/>
                  </a:cubicBezTo>
                  <a:cubicBezTo>
                    <a:pt x="96" y="113"/>
                    <a:pt x="108" y="94"/>
                    <a:pt x="111" y="74"/>
                  </a:cubicBezTo>
                  <a:cubicBezTo>
                    <a:pt x="113" y="61"/>
                    <a:pt x="123" y="39"/>
                    <a:pt x="118" y="26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46" name="Freeform 655">
              <a:extLst>
                <a:ext uri="{FF2B5EF4-FFF2-40B4-BE49-F238E27FC236}">
                  <a16:creationId xmlns:a16="http://schemas.microsoft.com/office/drawing/2014/main" id="{C88E5588-90BA-4D11-8AC2-F4B7F9BAE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175"/>
              <a:ext cx="488" cy="372"/>
            </a:xfrm>
            <a:custGeom>
              <a:avLst/>
              <a:gdLst>
                <a:gd name="T0" fmla="*/ 1170 w 302"/>
                <a:gd name="T1" fmla="*/ 26 h 231"/>
                <a:gd name="T2" fmla="*/ 1212 w 302"/>
                <a:gd name="T3" fmla="*/ 234 h 231"/>
                <a:gd name="T4" fmla="*/ 1125 w 302"/>
                <a:gd name="T5" fmla="*/ 349 h 231"/>
                <a:gd name="T6" fmla="*/ 958 w 302"/>
                <a:gd name="T7" fmla="*/ 459 h 231"/>
                <a:gd name="T8" fmla="*/ 814 w 302"/>
                <a:gd name="T9" fmla="*/ 531 h 231"/>
                <a:gd name="T10" fmla="*/ 514 w 302"/>
                <a:gd name="T11" fmla="*/ 636 h 231"/>
                <a:gd name="T12" fmla="*/ 199 w 302"/>
                <a:gd name="T13" fmla="*/ 718 h 231"/>
                <a:gd name="T14" fmla="*/ 89 w 302"/>
                <a:gd name="T15" fmla="*/ 718 h 231"/>
                <a:gd name="T16" fmla="*/ 13 w 302"/>
                <a:gd name="T17" fmla="*/ 607 h 231"/>
                <a:gd name="T18" fmla="*/ 60 w 302"/>
                <a:gd name="T19" fmla="*/ 815 h 231"/>
                <a:gd name="T20" fmla="*/ 0 w 302"/>
                <a:gd name="T21" fmla="*/ 965 h 231"/>
                <a:gd name="T22" fmla="*/ 301 w 302"/>
                <a:gd name="T23" fmla="*/ 768 h 231"/>
                <a:gd name="T24" fmla="*/ 512 w 302"/>
                <a:gd name="T25" fmla="*/ 710 h 231"/>
                <a:gd name="T26" fmla="*/ 713 w 302"/>
                <a:gd name="T27" fmla="*/ 630 h 231"/>
                <a:gd name="T28" fmla="*/ 1199 w 302"/>
                <a:gd name="T29" fmla="*/ 390 h 231"/>
                <a:gd name="T30" fmla="*/ 1268 w 302"/>
                <a:gd name="T31" fmla="*/ 238 h 231"/>
                <a:gd name="T32" fmla="*/ 1233 w 302"/>
                <a:gd name="T33" fmla="*/ 130 h 231"/>
                <a:gd name="T34" fmla="*/ 1204 w 302"/>
                <a:gd name="T35" fmla="*/ 0 h 2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2" h="231">
                  <a:moveTo>
                    <a:pt x="277" y="6"/>
                  </a:moveTo>
                  <a:cubicBezTo>
                    <a:pt x="282" y="23"/>
                    <a:pt x="287" y="38"/>
                    <a:pt x="287" y="56"/>
                  </a:cubicBezTo>
                  <a:cubicBezTo>
                    <a:pt x="287" y="70"/>
                    <a:pt x="277" y="75"/>
                    <a:pt x="267" y="84"/>
                  </a:cubicBezTo>
                  <a:cubicBezTo>
                    <a:pt x="256" y="95"/>
                    <a:pt x="241" y="102"/>
                    <a:pt x="227" y="110"/>
                  </a:cubicBezTo>
                  <a:cubicBezTo>
                    <a:pt x="217" y="117"/>
                    <a:pt x="204" y="123"/>
                    <a:pt x="193" y="127"/>
                  </a:cubicBezTo>
                  <a:cubicBezTo>
                    <a:pt x="169" y="136"/>
                    <a:pt x="145" y="143"/>
                    <a:pt x="122" y="152"/>
                  </a:cubicBezTo>
                  <a:cubicBezTo>
                    <a:pt x="98" y="162"/>
                    <a:pt x="73" y="171"/>
                    <a:pt x="47" y="172"/>
                  </a:cubicBezTo>
                  <a:cubicBezTo>
                    <a:pt x="38" y="173"/>
                    <a:pt x="28" y="175"/>
                    <a:pt x="21" y="172"/>
                  </a:cubicBezTo>
                  <a:cubicBezTo>
                    <a:pt x="11" y="167"/>
                    <a:pt x="6" y="155"/>
                    <a:pt x="3" y="145"/>
                  </a:cubicBezTo>
                  <a:cubicBezTo>
                    <a:pt x="1" y="162"/>
                    <a:pt x="15" y="178"/>
                    <a:pt x="14" y="195"/>
                  </a:cubicBezTo>
                  <a:cubicBezTo>
                    <a:pt x="12" y="207"/>
                    <a:pt x="3" y="219"/>
                    <a:pt x="0" y="231"/>
                  </a:cubicBezTo>
                  <a:cubicBezTo>
                    <a:pt x="15" y="205"/>
                    <a:pt x="44" y="193"/>
                    <a:pt x="71" y="184"/>
                  </a:cubicBezTo>
                  <a:cubicBezTo>
                    <a:pt x="88" y="179"/>
                    <a:pt x="105" y="176"/>
                    <a:pt x="121" y="170"/>
                  </a:cubicBezTo>
                  <a:cubicBezTo>
                    <a:pt x="137" y="163"/>
                    <a:pt x="153" y="156"/>
                    <a:pt x="169" y="151"/>
                  </a:cubicBezTo>
                  <a:cubicBezTo>
                    <a:pt x="209" y="140"/>
                    <a:pt x="252" y="119"/>
                    <a:pt x="284" y="93"/>
                  </a:cubicBezTo>
                  <a:cubicBezTo>
                    <a:pt x="298" y="82"/>
                    <a:pt x="302" y="75"/>
                    <a:pt x="301" y="57"/>
                  </a:cubicBezTo>
                  <a:cubicBezTo>
                    <a:pt x="300" y="47"/>
                    <a:pt x="296" y="40"/>
                    <a:pt x="292" y="31"/>
                  </a:cubicBezTo>
                  <a:cubicBezTo>
                    <a:pt x="288" y="21"/>
                    <a:pt x="289" y="10"/>
                    <a:pt x="285" y="0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47" name="Freeform 656">
              <a:extLst>
                <a:ext uri="{FF2B5EF4-FFF2-40B4-BE49-F238E27FC236}">
                  <a16:creationId xmlns:a16="http://schemas.microsoft.com/office/drawing/2014/main" id="{868000DA-EDB1-4AE3-BD1F-E2DAD5888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3218"/>
              <a:ext cx="382" cy="246"/>
            </a:xfrm>
            <a:custGeom>
              <a:avLst/>
              <a:gdLst>
                <a:gd name="T0" fmla="*/ 8 w 237"/>
                <a:gd name="T1" fmla="*/ 0 h 152"/>
                <a:gd name="T2" fmla="*/ 166 w 237"/>
                <a:gd name="T3" fmla="*/ 217 h 152"/>
                <a:gd name="T4" fmla="*/ 268 w 237"/>
                <a:gd name="T5" fmla="*/ 262 h 152"/>
                <a:gd name="T6" fmla="*/ 527 w 237"/>
                <a:gd name="T7" fmla="*/ 411 h 152"/>
                <a:gd name="T8" fmla="*/ 751 w 237"/>
                <a:gd name="T9" fmla="*/ 539 h 152"/>
                <a:gd name="T10" fmla="*/ 993 w 237"/>
                <a:gd name="T11" fmla="*/ 534 h 152"/>
                <a:gd name="T12" fmla="*/ 751 w 237"/>
                <a:gd name="T13" fmla="*/ 615 h 152"/>
                <a:gd name="T14" fmla="*/ 645 w 237"/>
                <a:gd name="T15" fmla="*/ 529 h 152"/>
                <a:gd name="T16" fmla="*/ 522 w 237"/>
                <a:gd name="T17" fmla="*/ 453 h 152"/>
                <a:gd name="T18" fmla="*/ 239 w 237"/>
                <a:gd name="T19" fmla="*/ 309 h 152"/>
                <a:gd name="T20" fmla="*/ 89 w 237"/>
                <a:gd name="T21" fmla="*/ 220 h 152"/>
                <a:gd name="T22" fmla="*/ 0 w 237"/>
                <a:gd name="T23" fmla="*/ 220 h 152"/>
                <a:gd name="T24" fmla="*/ 5 w 237"/>
                <a:gd name="T25" fmla="*/ 76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7" h="152">
                  <a:moveTo>
                    <a:pt x="2" y="0"/>
                  </a:moveTo>
                  <a:cubicBezTo>
                    <a:pt x="12" y="17"/>
                    <a:pt x="22" y="40"/>
                    <a:pt x="40" y="51"/>
                  </a:cubicBezTo>
                  <a:cubicBezTo>
                    <a:pt x="48" y="55"/>
                    <a:pt x="56" y="58"/>
                    <a:pt x="64" y="62"/>
                  </a:cubicBezTo>
                  <a:cubicBezTo>
                    <a:pt x="85" y="74"/>
                    <a:pt x="105" y="87"/>
                    <a:pt x="126" y="97"/>
                  </a:cubicBezTo>
                  <a:cubicBezTo>
                    <a:pt x="144" y="105"/>
                    <a:pt x="160" y="123"/>
                    <a:pt x="179" y="127"/>
                  </a:cubicBezTo>
                  <a:cubicBezTo>
                    <a:pt x="199" y="131"/>
                    <a:pt x="218" y="128"/>
                    <a:pt x="237" y="126"/>
                  </a:cubicBezTo>
                  <a:cubicBezTo>
                    <a:pt x="221" y="136"/>
                    <a:pt x="199" y="152"/>
                    <a:pt x="179" y="145"/>
                  </a:cubicBezTo>
                  <a:cubicBezTo>
                    <a:pt x="169" y="142"/>
                    <a:pt x="161" y="132"/>
                    <a:pt x="154" y="125"/>
                  </a:cubicBezTo>
                  <a:cubicBezTo>
                    <a:pt x="145" y="118"/>
                    <a:pt x="135" y="113"/>
                    <a:pt x="125" y="107"/>
                  </a:cubicBezTo>
                  <a:cubicBezTo>
                    <a:pt x="103" y="95"/>
                    <a:pt x="80" y="84"/>
                    <a:pt x="57" y="73"/>
                  </a:cubicBezTo>
                  <a:cubicBezTo>
                    <a:pt x="44" y="67"/>
                    <a:pt x="33" y="59"/>
                    <a:pt x="21" y="52"/>
                  </a:cubicBezTo>
                  <a:cubicBezTo>
                    <a:pt x="13" y="46"/>
                    <a:pt x="9" y="50"/>
                    <a:pt x="0" y="52"/>
                  </a:cubicBezTo>
                  <a:cubicBezTo>
                    <a:pt x="1" y="41"/>
                    <a:pt x="2" y="30"/>
                    <a:pt x="1" y="18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48" name="Freeform 657">
              <a:extLst>
                <a:ext uri="{FF2B5EF4-FFF2-40B4-BE49-F238E27FC236}">
                  <a16:creationId xmlns:a16="http://schemas.microsoft.com/office/drawing/2014/main" id="{2F55AEF3-99FD-4621-9489-60A55CCDE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428"/>
              <a:ext cx="166" cy="546"/>
            </a:xfrm>
            <a:custGeom>
              <a:avLst/>
              <a:gdLst>
                <a:gd name="T0" fmla="*/ 0 w 103"/>
                <a:gd name="T1" fmla="*/ 50 h 338"/>
                <a:gd name="T2" fmla="*/ 68 w 103"/>
                <a:gd name="T3" fmla="*/ 136 h 338"/>
                <a:gd name="T4" fmla="*/ 103 w 103"/>
                <a:gd name="T5" fmla="*/ 262 h 338"/>
                <a:gd name="T6" fmla="*/ 122 w 103"/>
                <a:gd name="T7" fmla="*/ 590 h 338"/>
                <a:gd name="T8" fmla="*/ 184 w 103"/>
                <a:gd name="T9" fmla="*/ 958 h 338"/>
                <a:gd name="T10" fmla="*/ 297 w 103"/>
                <a:gd name="T11" fmla="*/ 1307 h 338"/>
                <a:gd name="T12" fmla="*/ 385 w 103"/>
                <a:gd name="T13" fmla="*/ 1420 h 338"/>
                <a:gd name="T14" fmla="*/ 377 w 103"/>
                <a:gd name="T15" fmla="*/ 1315 h 338"/>
                <a:gd name="T16" fmla="*/ 259 w 103"/>
                <a:gd name="T17" fmla="*/ 924 h 338"/>
                <a:gd name="T18" fmla="*/ 145 w 103"/>
                <a:gd name="T19" fmla="*/ 170 h 338"/>
                <a:gd name="T20" fmla="*/ 150 w 103"/>
                <a:gd name="T21" fmla="*/ 42 h 338"/>
                <a:gd name="T22" fmla="*/ 34 w 103"/>
                <a:gd name="T23" fmla="*/ 8 h 3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338">
                  <a:moveTo>
                    <a:pt x="0" y="12"/>
                  </a:moveTo>
                  <a:cubicBezTo>
                    <a:pt x="2" y="19"/>
                    <a:pt x="12" y="25"/>
                    <a:pt x="16" y="32"/>
                  </a:cubicBezTo>
                  <a:cubicBezTo>
                    <a:pt x="22" y="42"/>
                    <a:pt x="23" y="52"/>
                    <a:pt x="25" y="62"/>
                  </a:cubicBezTo>
                  <a:cubicBezTo>
                    <a:pt x="29" y="88"/>
                    <a:pt x="29" y="114"/>
                    <a:pt x="29" y="140"/>
                  </a:cubicBezTo>
                  <a:cubicBezTo>
                    <a:pt x="29" y="171"/>
                    <a:pt x="39" y="197"/>
                    <a:pt x="44" y="227"/>
                  </a:cubicBezTo>
                  <a:cubicBezTo>
                    <a:pt x="48" y="255"/>
                    <a:pt x="57" y="284"/>
                    <a:pt x="71" y="310"/>
                  </a:cubicBezTo>
                  <a:cubicBezTo>
                    <a:pt x="74" y="316"/>
                    <a:pt x="83" y="336"/>
                    <a:pt x="92" y="337"/>
                  </a:cubicBezTo>
                  <a:cubicBezTo>
                    <a:pt x="103" y="338"/>
                    <a:pt x="93" y="318"/>
                    <a:pt x="90" y="312"/>
                  </a:cubicBezTo>
                  <a:cubicBezTo>
                    <a:pt x="77" y="282"/>
                    <a:pt x="70" y="251"/>
                    <a:pt x="62" y="219"/>
                  </a:cubicBezTo>
                  <a:cubicBezTo>
                    <a:pt x="47" y="160"/>
                    <a:pt x="31" y="100"/>
                    <a:pt x="35" y="40"/>
                  </a:cubicBezTo>
                  <a:cubicBezTo>
                    <a:pt x="35" y="34"/>
                    <a:pt x="39" y="16"/>
                    <a:pt x="36" y="10"/>
                  </a:cubicBezTo>
                  <a:cubicBezTo>
                    <a:pt x="33" y="6"/>
                    <a:pt x="13" y="0"/>
                    <a:pt x="8" y="2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49" name="Freeform 658">
              <a:extLst>
                <a:ext uri="{FF2B5EF4-FFF2-40B4-BE49-F238E27FC236}">
                  <a16:creationId xmlns:a16="http://schemas.microsoft.com/office/drawing/2014/main" id="{2230D7AE-7D6F-4955-88FC-8E51C1077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755"/>
              <a:ext cx="288" cy="371"/>
            </a:xfrm>
            <a:custGeom>
              <a:avLst/>
              <a:gdLst>
                <a:gd name="T0" fmla="*/ 0 w 178"/>
                <a:gd name="T1" fmla="*/ 945 h 230"/>
                <a:gd name="T2" fmla="*/ 322 w 178"/>
                <a:gd name="T3" fmla="*/ 589 h 230"/>
                <a:gd name="T4" fmla="*/ 262 w 178"/>
                <a:gd name="T5" fmla="*/ 300 h 230"/>
                <a:gd name="T6" fmla="*/ 272 w 178"/>
                <a:gd name="T7" fmla="*/ 0 h 230"/>
                <a:gd name="T8" fmla="*/ 356 w 178"/>
                <a:gd name="T9" fmla="*/ 561 h 230"/>
                <a:gd name="T10" fmla="*/ 437 w 178"/>
                <a:gd name="T11" fmla="*/ 731 h 230"/>
                <a:gd name="T12" fmla="*/ 754 w 178"/>
                <a:gd name="T13" fmla="*/ 794 h 230"/>
                <a:gd name="T14" fmla="*/ 568 w 178"/>
                <a:gd name="T15" fmla="*/ 815 h 230"/>
                <a:gd name="T16" fmla="*/ 314 w 178"/>
                <a:gd name="T17" fmla="*/ 857 h 230"/>
                <a:gd name="T18" fmla="*/ 26 w 178"/>
                <a:gd name="T19" fmla="*/ 965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8" h="230">
                  <a:moveTo>
                    <a:pt x="0" y="225"/>
                  </a:moveTo>
                  <a:cubicBezTo>
                    <a:pt x="40" y="208"/>
                    <a:pt x="91" y="193"/>
                    <a:pt x="76" y="140"/>
                  </a:cubicBezTo>
                  <a:cubicBezTo>
                    <a:pt x="70" y="117"/>
                    <a:pt x="64" y="95"/>
                    <a:pt x="62" y="71"/>
                  </a:cubicBezTo>
                  <a:cubicBezTo>
                    <a:pt x="60" y="47"/>
                    <a:pt x="65" y="23"/>
                    <a:pt x="64" y="0"/>
                  </a:cubicBezTo>
                  <a:cubicBezTo>
                    <a:pt x="64" y="45"/>
                    <a:pt x="73" y="90"/>
                    <a:pt x="84" y="134"/>
                  </a:cubicBezTo>
                  <a:cubicBezTo>
                    <a:pt x="88" y="148"/>
                    <a:pt x="92" y="165"/>
                    <a:pt x="103" y="174"/>
                  </a:cubicBezTo>
                  <a:cubicBezTo>
                    <a:pt x="124" y="191"/>
                    <a:pt x="153" y="188"/>
                    <a:pt x="178" y="189"/>
                  </a:cubicBezTo>
                  <a:cubicBezTo>
                    <a:pt x="163" y="190"/>
                    <a:pt x="149" y="192"/>
                    <a:pt x="134" y="194"/>
                  </a:cubicBezTo>
                  <a:cubicBezTo>
                    <a:pt x="114" y="197"/>
                    <a:pt x="93" y="198"/>
                    <a:pt x="74" y="204"/>
                  </a:cubicBezTo>
                  <a:cubicBezTo>
                    <a:pt x="53" y="212"/>
                    <a:pt x="23" y="217"/>
                    <a:pt x="6" y="230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50" name="Freeform 659">
              <a:extLst>
                <a:ext uri="{FF2B5EF4-FFF2-40B4-BE49-F238E27FC236}">
                  <a16:creationId xmlns:a16="http://schemas.microsoft.com/office/drawing/2014/main" id="{1A13A889-21E5-41F8-A700-41FE7124E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829"/>
              <a:ext cx="292" cy="310"/>
            </a:xfrm>
            <a:custGeom>
              <a:avLst/>
              <a:gdLst>
                <a:gd name="T0" fmla="*/ 450 w 181"/>
                <a:gd name="T1" fmla="*/ 0 h 192"/>
                <a:gd name="T2" fmla="*/ 419 w 181"/>
                <a:gd name="T3" fmla="*/ 213 h 192"/>
                <a:gd name="T4" fmla="*/ 395 w 181"/>
                <a:gd name="T5" fmla="*/ 365 h 192"/>
                <a:gd name="T6" fmla="*/ 281 w 181"/>
                <a:gd name="T7" fmla="*/ 492 h 192"/>
                <a:gd name="T8" fmla="*/ 123 w 181"/>
                <a:gd name="T9" fmla="*/ 573 h 192"/>
                <a:gd name="T10" fmla="*/ 0 w 181"/>
                <a:gd name="T11" fmla="*/ 610 h 192"/>
                <a:gd name="T12" fmla="*/ 213 w 181"/>
                <a:gd name="T13" fmla="*/ 573 h 192"/>
                <a:gd name="T14" fmla="*/ 403 w 181"/>
                <a:gd name="T15" fmla="*/ 497 h 192"/>
                <a:gd name="T16" fmla="*/ 569 w 181"/>
                <a:gd name="T17" fmla="*/ 610 h 192"/>
                <a:gd name="T18" fmla="*/ 760 w 181"/>
                <a:gd name="T19" fmla="*/ 809 h 192"/>
                <a:gd name="T20" fmla="*/ 582 w 181"/>
                <a:gd name="T21" fmla="*/ 576 h 192"/>
                <a:gd name="T22" fmla="*/ 508 w 181"/>
                <a:gd name="T23" fmla="*/ 412 h 192"/>
                <a:gd name="T24" fmla="*/ 429 w 181"/>
                <a:gd name="T25" fmla="*/ 34 h 1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1" h="192">
                  <a:moveTo>
                    <a:pt x="107" y="0"/>
                  </a:moveTo>
                  <a:cubicBezTo>
                    <a:pt x="106" y="17"/>
                    <a:pt x="104" y="34"/>
                    <a:pt x="100" y="51"/>
                  </a:cubicBezTo>
                  <a:cubicBezTo>
                    <a:pt x="98" y="63"/>
                    <a:pt x="98" y="76"/>
                    <a:pt x="94" y="87"/>
                  </a:cubicBezTo>
                  <a:cubicBezTo>
                    <a:pt x="89" y="100"/>
                    <a:pt x="77" y="108"/>
                    <a:pt x="67" y="117"/>
                  </a:cubicBezTo>
                  <a:cubicBezTo>
                    <a:pt x="54" y="128"/>
                    <a:pt x="45" y="133"/>
                    <a:pt x="29" y="136"/>
                  </a:cubicBezTo>
                  <a:cubicBezTo>
                    <a:pt x="18" y="138"/>
                    <a:pt x="10" y="142"/>
                    <a:pt x="0" y="145"/>
                  </a:cubicBezTo>
                  <a:cubicBezTo>
                    <a:pt x="15" y="154"/>
                    <a:pt x="38" y="143"/>
                    <a:pt x="51" y="136"/>
                  </a:cubicBezTo>
                  <a:cubicBezTo>
                    <a:pt x="64" y="129"/>
                    <a:pt x="82" y="119"/>
                    <a:pt x="96" y="118"/>
                  </a:cubicBezTo>
                  <a:cubicBezTo>
                    <a:pt x="114" y="117"/>
                    <a:pt x="125" y="133"/>
                    <a:pt x="136" y="145"/>
                  </a:cubicBezTo>
                  <a:cubicBezTo>
                    <a:pt x="150" y="160"/>
                    <a:pt x="171" y="173"/>
                    <a:pt x="181" y="192"/>
                  </a:cubicBezTo>
                  <a:cubicBezTo>
                    <a:pt x="162" y="179"/>
                    <a:pt x="153" y="154"/>
                    <a:pt x="139" y="137"/>
                  </a:cubicBezTo>
                  <a:cubicBezTo>
                    <a:pt x="129" y="126"/>
                    <a:pt x="125" y="112"/>
                    <a:pt x="121" y="98"/>
                  </a:cubicBezTo>
                  <a:cubicBezTo>
                    <a:pt x="112" y="71"/>
                    <a:pt x="95" y="38"/>
                    <a:pt x="102" y="8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51" name="Freeform 660">
              <a:extLst>
                <a:ext uri="{FF2B5EF4-FFF2-40B4-BE49-F238E27FC236}">
                  <a16:creationId xmlns:a16="http://schemas.microsoft.com/office/drawing/2014/main" id="{D1571765-198C-49A1-B89C-44274AB3C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87"/>
              <a:ext cx="274" cy="178"/>
            </a:xfrm>
            <a:custGeom>
              <a:avLst/>
              <a:gdLst>
                <a:gd name="T0" fmla="*/ 405 w 170"/>
                <a:gd name="T1" fmla="*/ 372 h 110"/>
                <a:gd name="T2" fmla="*/ 403 w 170"/>
                <a:gd name="T3" fmla="*/ 267 h 110"/>
                <a:gd name="T4" fmla="*/ 416 w 170"/>
                <a:gd name="T5" fmla="*/ 149 h 110"/>
                <a:gd name="T6" fmla="*/ 351 w 170"/>
                <a:gd name="T7" fmla="*/ 55 h 110"/>
                <a:gd name="T8" fmla="*/ 205 w 170"/>
                <a:gd name="T9" fmla="*/ 50 h 110"/>
                <a:gd name="T10" fmla="*/ 0 w 170"/>
                <a:gd name="T11" fmla="*/ 50 h 110"/>
                <a:gd name="T12" fmla="*/ 247 w 170"/>
                <a:gd name="T13" fmla="*/ 55 h 110"/>
                <a:gd name="T14" fmla="*/ 377 w 170"/>
                <a:gd name="T15" fmla="*/ 34 h 110"/>
                <a:gd name="T16" fmla="*/ 712 w 170"/>
                <a:gd name="T17" fmla="*/ 0 h 110"/>
                <a:gd name="T18" fmla="*/ 587 w 170"/>
                <a:gd name="T19" fmla="*/ 94 h 110"/>
                <a:gd name="T20" fmla="*/ 493 w 170"/>
                <a:gd name="T21" fmla="*/ 186 h 110"/>
                <a:gd name="T22" fmla="*/ 437 w 170"/>
                <a:gd name="T23" fmla="*/ 385 h 110"/>
                <a:gd name="T24" fmla="*/ 432 w 170"/>
                <a:gd name="T25" fmla="*/ 466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0" h="110">
                  <a:moveTo>
                    <a:pt x="97" y="88"/>
                  </a:moveTo>
                  <a:cubicBezTo>
                    <a:pt x="97" y="80"/>
                    <a:pt x="96" y="71"/>
                    <a:pt x="96" y="63"/>
                  </a:cubicBezTo>
                  <a:cubicBezTo>
                    <a:pt x="96" y="53"/>
                    <a:pt x="99" y="45"/>
                    <a:pt x="99" y="35"/>
                  </a:cubicBezTo>
                  <a:cubicBezTo>
                    <a:pt x="98" y="24"/>
                    <a:pt x="94" y="19"/>
                    <a:pt x="84" y="13"/>
                  </a:cubicBezTo>
                  <a:cubicBezTo>
                    <a:pt x="72" y="6"/>
                    <a:pt x="62" y="9"/>
                    <a:pt x="49" y="12"/>
                  </a:cubicBezTo>
                  <a:cubicBezTo>
                    <a:pt x="32" y="17"/>
                    <a:pt x="17" y="16"/>
                    <a:pt x="0" y="12"/>
                  </a:cubicBezTo>
                  <a:cubicBezTo>
                    <a:pt x="21" y="11"/>
                    <a:pt x="38" y="19"/>
                    <a:pt x="59" y="13"/>
                  </a:cubicBezTo>
                  <a:cubicBezTo>
                    <a:pt x="69" y="10"/>
                    <a:pt x="78" y="8"/>
                    <a:pt x="90" y="8"/>
                  </a:cubicBezTo>
                  <a:cubicBezTo>
                    <a:pt x="116" y="8"/>
                    <a:pt x="145" y="7"/>
                    <a:pt x="170" y="0"/>
                  </a:cubicBezTo>
                  <a:cubicBezTo>
                    <a:pt x="163" y="9"/>
                    <a:pt x="149" y="14"/>
                    <a:pt x="140" y="22"/>
                  </a:cubicBezTo>
                  <a:cubicBezTo>
                    <a:pt x="133" y="29"/>
                    <a:pt x="124" y="36"/>
                    <a:pt x="118" y="44"/>
                  </a:cubicBezTo>
                  <a:cubicBezTo>
                    <a:pt x="109" y="58"/>
                    <a:pt x="105" y="75"/>
                    <a:pt x="104" y="91"/>
                  </a:cubicBezTo>
                  <a:cubicBezTo>
                    <a:pt x="104" y="96"/>
                    <a:pt x="105" y="108"/>
                    <a:pt x="103" y="110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52" name="Freeform 661">
              <a:extLst>
                <a:ext uri="{FF2B5EF4-FFF2-40B4-BE49-F238E27FC236}">
                  <a16:creationId xmlns:a16="http://schemas.microsoft.com/office/drawing/2014/main" id="{F1A7648B-5A95-4F1A-A355-7DABE420D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486"/>
              <a:ext cx="281" cy="401"/>
            </a:xfrm>
            <a:custGeom>
              <a:avLst/>
              <a:gdLst>
                <a:gd name="T0" fmla="*/ 26 w 174"/>
                <a:gd name="T1" fmla="*/ 21 h 249"/>
                <a:gd name="T2" fmla="*/ 5 w 174"/>
                <a:gd name="T3" fmla="*/ 21 h 249"/>
                <a:gd name="T4" fmla="*/ 39 w 174"/>
                <a:gd name="T5" fmla="*/ 63 h 249"/>
                <a:gd name="T6" fmla="*/ 178 w 174"/>
                <a:gd name="T7" fmla="*/ 187 h 249"/>
                <a:gd name="T8" fmla="*/ 368 w 174"/>
                <a:gd name="T9" fmla="*/ 424 h 249"/>
                <a:gd name="T10" fmla="*/ 514 w 174"/>
                <a:gd name="T11" fmla="*/ 713 h 249"/>
                <a:gd name="T12" fmla="*/ 556 w 174"/>
                <a:gd name="T13" fmla="*/ 1040 h 249"/>
                <a:gd name="T14" fmla="*/ 556 w 174"/>
                <a:gd name="T15" fmla="*/ 923 h 249"/>
                <a:gd name="T16" fmla="*/ 577 w 174"/>
                <a:gd name="T17" fmla="*/ 863 h 249"/>
                <a:gd name="T18" fmla="*/ 573 w 174"/>
                <a:gd name="T19" fmla="*/ 789 h 249"/>
                <a:gd name="T20" fmla="*/ 631 w 174"/>
                <a:gd name="T21" fmla="*/ 609 h 249"/>
                <a:gd name="T22" fmla="*/ 670 w 174"/>
                <a:gd name="T23" fmla="*/ 522 h 249"/>
                <a:gd name="T24" fmla="*/ 699 w 174"/>
                <a:gd name="T25" fmla="*/ 438 h 249"/>
                <a:gd name="T26" fmla="*/ 733 w 174"/>
                <a:gd name="T27" fmla="*/ 314 h 249"/>
                <a:gd name="T28" fmla="*/ 673 w 174"/>
                <a:gd name="T29" fmla="*/ 433 h 249"/>
                <a:gd name="T30" fmla="*/ 607 w 174"/>
                <a:gd name="T31" fmla="*/ 577 h 249"/>
                <a:gd name="T32" fmla="*/ 560 w 174"/>
                <a:gd name="T33" fmla="*/ 702 h 249"/>
                <a:gd name="T34" fmla="*/ 420 w 174"/>
                <a:gd name="T35" fmla="*/ 467 h 249"/>
                <a:gd name="T36" fmla="*/ 203 w 174"/>
                <a:gd name="T37" fmla="*/ 158 h 249"/>
                <a:gd name="T38" fmla="*/ 115 w 174"/>
                <a:gd name="T39" fmla="*/ 63 h 249"/>
                <a:gd name="T40" fmla="*/ 21 w 174"/>
                <a:gd name="T41" fmla="*/ 5 h 24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4" h="249">
                  <a:moveTo>
                    <a:pt x="6" y="5"/>
                  </a:moveTo>
                  <a:cubicBezTo>
                    <a:pt x="4" y="2"/>
                    <a:pt x="0" y="0"/>
                    <a:pt x="1" y="5"/>
                  </a:cubicBezTo>
                  <a:cubicBezTo>
                    <a:pt x="2" y="9"/>
                    <a:pt x="6" y="12"/>
                    <a:pt x="9" y="15"/>
                  </a:cubicBezTo>
                  <a:cubicBezTo>
                    <a:pt x="20" y="25"/>
                    <a:pt x="32" y="34"/>
                    <a:pt x="42" y="45"/>
                  </a:cubicBezTo>
                  <a:cubicBezTo>
                    <a:pt x="59" y="62"/>
                    <a:pt x="75" y="80"/>
                    <a:pt x="87" y="101"/>
                  </a:cubicBezTo>
                  <a:cubicBezTo>
                    <a:pt x="100" y="123"/>
                    <a:pt x="115" y="146"/>
                    <a:pt x="122" y="171"/>
                  </a:cubicBezTo>
                  <a:cubicBezTo>
                    <a:pt x="128" y="196"/>
                    <a:pt x="125" y="224"/>
                    <a:pt x="132" y="249"/>
                  </a:cubicBezTo>
                  <a:cubicBezTo>
                    <a:pt x="131" y="239"/>
                    <a:pt x="130" y="230"/>
                    <a:pt x="132" y="221"/>
                  </a:cubicBezTo>
                  <a:cubicBezTo>
                    <a:pt x="133" y="217"/>
                    <a:pt x="136" y="212"/>
                    <a:pt x="137" y="207"/>
                  </a:cubicBezTo>
                  <a:cubicBezTo>
                    <a:pt x="137" y="201"/>
                    <a:pt x="135" y="195"/>
                    <a:pt x="136" y="189"/>
                  </a:cubicBezTo>
                  <a:cubicBezTo>
                    <a:pt x="140" y="175"/>
                    <a:pt x="144" y="159"/>
                    <a:pt x="150" y="146"/>
                  </a:cubicBezTo>
                  <a:cubicBezTo>
                    <a:pt x="153" y="139"/>
                    <a:pt x="156" y="134"/>
                    <a:pt x="159" y="125"/>
                  </a:cubicBezTo>
                  <a:cubicBezTo>
                    <a:pt x="161" y="119"/>
                    <a:pt x="163" y="112"/>
                    <a:pt x="166" y="105"/>
                  </a:cubicBezTo>
                  <a:cubicBezTo>
                    <a:pt x="169" y="94"/>
                    <a:pt x="173" y="87"/>
                    <a:pt x="174" y="75"/>
                  </a:cubicBezTo>
                  <a:cubicBezTo>
                    <a:pt x="167" y="76"/>
                    <a:pt x="163" y="97"/>
                    <a:pt x="160" y="104"/>
                  </a:cubicBezTo>
                  <a:cubicBezTo>
                    <a:pt x="155" y="116"/>
                    <a:pt x="148" y="127"/>
                    <a:pt x="144" y="138"/>
                  </a:cubicBezTo>
                  <a:cubicBezTo>
                    <a:pt x="142" y="144"/>
                    <a:pt x="139" y="165"/>
                    <a:pt x="133" y="168"/>
                  </a:cubicBezTo>
                  <a:cubicBezTo>
                    <a:pt x="128" y="170"/>
                    <a:pt x="107" y="121"/>
                    <a:pt x="100" y="112"/>
                  </a:cubicBezTo>
                  <a:cubicBezTo>
                    <a:pt x="81" y="88"/>
                    <a:pt x="66" y="62"/>
                    <a:pt x="48" y="38"/>
                  </a:cubicBezTo>
                  <a:cubicBezTo>
                    <a:pt x="41" y="30"/>
                    <a:pt x="35" y="22"/>
                    <a:pt x="27" y="15"/>
                  </a:cubicBezTo>
                  <a:cubicBezTo>
                    <a:pt x="20" y="9"/>
                    <a:pt x="10" y="5"/>
                    <a:pt x="5" y="1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53" name="Freeform 662">
              <a:extLst>
                <a:ext uri="{FF2B5EF4-FFF2-40B4-BE49-F238E27FC236}">
                  <a16:creationId xmlns:a16="http://schemas.microsoft.com/office/drawing/2014/main" id="{D1EC3BA7-98CB-4926-935F-659AF75E2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502"/>
              <a:ext cx="593" cy="363"/>
            </a:xfrm>
            <a:custGeom>
              <a:avLst/>
              <a:gdLst>
                <a:gd name="T0" fmla="*/ 0 w 367"/>
                <a:gd name="T1" fmla="*/ 0 h 225"/>
                <a:gd name="T2" fmla="*/ 71 w 367"/>
                <a:gd name="T3" fmla="*/ 26 h 225"/>
                <a:gd name="T4" fmla="*/ 160 w 367"/>
                <a:gd name="T5" fmla="*/ 68 h 225"/>
                <a:gd name="T6" fmla="*/ 302 w 367"/>
                <a:gd name="T7" fmla="*/ 136 h 225"/>
                <a:gd name="T8" fmla="*/ 543 w 367"/>
                <a:gd name="T9" fmla="*/ 273 h 225"/>
                <a:gd name="T10" fmla="*/ 919 w 367"/>
                <a:gd name="T11" fmla="*/ 500 h 225"/>
                <a:gd name="T12" fmla="*/ 1157 w 367"/>
                <a:gd name="T13" fmla="*/ 555 h 225"/>
                <a:gd name="T14" fmla="*/ 1425 w 367"/>
                <a:gd name="T15" fmla="*/ 602 h 225"/>
                <a:gd name="T16" fmla="*/ 1548 w 367"/>
                <a:gd name="T17" fmla="*/ 679 h 225"/>
                <a:gd name="T18" fmla="*/ 1430 w 367"/>
                <a:gd name="T19" fmla="*/ 657 h 225"/>
                <a:gd name="T20" fmla="*/ 1254 w 367"/>
                <a:gd name="T21" fmla="*/ 637 h 225"/>
                <a:gd name="T22" fmla="*/ 1138 w 367"/>
                <a:gd name="T23" fmla="*/ 616 h 225"/>
                <a:gd name="T24" fmla="*/ 1008 w 367"/>
                <a:gd name="T25" fmla="*/ 734 h 225"/>
                <a:gd name="T26" fmla="*/ 953 w 367"/>
                <a:gd name="T27" fmla="*/ 841 h 225"/>
                <a:gd name="T28" fmla="*/ 882 w 367"/>
                <a:gd name="T29" fmla="*/ 945 h 225"/>
                <a:gd name="T30" fmla="*/ 945 w 367"/>
                <a:gd name="T31" fmla="*/ 760 h 225"/>
                <a:gd name="T32" fmla="*/ 961 w 367"/>
                <a:gd name="T33" fmla="*/ 637 h 225"/>
                <a:gd name="T34" fmla="*/ 856 w 367"/>
                <a:gd name="T35" fmla="*/ 534 h 225"/>
                <a:gd name="T36" fmla="*/ 561 w 367"/>
                <a:gd name="T37" fmla="*/ 319 h 225"/>
                <a:gd name="T38" fmla="*/ 267 w 367"/>
                <a:gd name="T39" fmla="*/ 145 h 225"/>
                <a:gd name="T40" fmla="*/ 139 w 367"/>
                <a:gd name="T41" fmla="*/ 76 h 225"/>
                <a:gd name="T42" fmla="*/ 39 w 367"/>
                <a:gd name="T43" fmla="*/ 60 h 22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67" h="225">
                  <a:moveTo>
                    <a:pt x="0" y="0"/>
                  </a:moveTo>
                  <a:cubicBezTo>
                    <a:pt x="4" y="5"/>
                    <a:pt x="12" y="4"/>
                    <a:pt x="17" y="6"/>
                  </a:cubicBezTo>
                  <a:cubicBezTo>
                    <a:pt x="25" y="9"/>
                    <a:pt x="31" y="13"/>
                    <a:pt x="38" y="16"/>
                  </a:cubicBezTo>
                  <a:cubicBezTo>
                    <a:pt x="50" y="21"/>
                    <a:pt x="61" y="27"/>
                    <a:pt x="72" y="32"/>
                  </a:cubicBezTo>
                  <a:cubicBezTo>
                    <a:pt x="92" y="41"/>
                    <a:pt x="110" y="53"/>
                    <a:pt x="129" y="65"/>
                  </a:cubicBezTo>
                  <a:cubicBezTo>
                    <a:pt x="158" y="84"/>
                    <a:pt x="184" y="109"/>
                    <a:pt x="218" y="119"/>
                  </a:cubicBezTo>
                  <a:cubicBezTo>
                    <a:pt x="237" y="125"/>
                    <a:pt x="255" y="128"/>
                    <a:pt x="274" y="132"/>
                  </a:cubicBezTo>
                  <a:cubicBezTo>
                    <a:pt x="295" y="136"/>
                    <a:pt x="317" y="136"/>
                    <a:pt x="338" y="143"/>
                  </a:cubicBezTo>
                  <a:cubicBezTo>
                    <a:pt x="347" y="145"/>
                    <a:pt x="363" y="153"/>
                    <a:pt x="367" y="162"/>
                  </a:cubicBezTo>
                  <a:cubicBezTo>
                    <a:pt x="360" y="168"/>
                    <a:pt x="346" y="157"/>
                    <a:pt x="339" y="156"/>
                  </a:cubicBezTo>
                  <a:cubicBezTo>
                    <a:pt x="325" y="154"/>
                    <a:pt x="311" y="157"/>
                    <a:pt x="297" y="152"/>
                  </a:cubicBezTo>
                  <a:cubicBezTo>
                    <a:pt x="288" y="150"/>
                    <a:pt x="280" y="145"/>
                    <a:pt x="270" y="147"/>
                  </a:cubicBezTo>
                  <a:cubicBezTo>
                    <a:pt x="257" y="150"/>
                    <a:pt x="245" y="164"/>
                    <a:pt x="239" y="175"/>
                  </a:cubicBezTo>
                  <a:cubicBezTo>
                    <a:pt x="235" y="184"/>
                    <a:pt x="231" y="192"/>
                    <a:pt x="226" y="200"/>
                  </a:cubicBezTo>
                  <a:cubicBezTo>
                    <a:pt x="221" y="208"/>
                    <a:pt x="217" y="220"/>
                    <a:pt x="209" y="225"/>
                  </a:cubicBezTo>
                  <a:cubicBezTo>
                    <a:pt x="213" y="210"/>
                    <a:pt x="218" y="196"/>
                    <a:pt x="224" y="181"/>
                  </a:cubicBezTo>
                  <a:cubicBezTo>
                    <a:pt x="227" y="174"/>
                    <a:pt x="231" y="161"/>
                    <a:pt x="228" y="152"/>
                  </a:cubicBezTo>
                  <a:cubicBezTo>
                    <a:pt x="225" y="143"/>
                    <a:pt x="210" y="135"/>
                    <a:pt x="203" y="127"/>
                  </a:cubicBezTo>
                  <a:cubicBezTo>
                    <a:pt x="183" y="105"/>
                    <a:pt x="157" y="93"/>
                    <a:pt x="133" y="76"/>
                  </a:cubicBezTo>
                  <a:cubicBezTo>
                    <a:pt x="111" y="61"/>
                    <a:pt x="87" y="48"/>
                    <a:pt x="63" y="35"/>
                  </a:cubicBezTo>
                  <a:cubicBezTo>
                    <a:pt x="53" y="29"/>
                    <a:pt x="44" y="23"/>
                    <a:pt x="33" y="18"/>
                  </a:cubicBezTo>
                  <a:cubicBezTo>
                    <a:pt x="25" y="15"/>
                    <a:pt x="18" y="15"/>
                    <a:pt x="9" y="14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54" name="Freeform 663">
              <a:extLst>
                <a:ext uri="{FF2B5EF4-FFF2-40B4-BE49-F238E27FC236}">
                  <a16:creationId xmlns:a16="http://schemas.microsoft.com/office/drawing/2014/main" id="{C2F965BD-494D-4C8E-BAA9-7A1E543B3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856"/>
              <a:ext cx="351" cy="552"/>
            </a:xfrm>
            <a:custGeom>
              <a:avLst/>
              <a:gdLst>
                <a:gd name="T0" fmla="*/ 191 w 217"/>
                <a:gd name="T1" fmla="*/ 26 h 342"/>
                <a:gd name="T2" fmla="*/ 199 w 217"/>
                <a:gd name="T3" fmla="*/ 234 h 342"/>
                <a:gd name="T4" fmla="*/ 301 w 217"/>
                <a:gd name="T5" fmla="*/ 534 h 342"/>
                <a:gd name="T6" fmla="*/ 424 w 217"/>
                <a:gd name="T7" fmla="*/ 759 h 342"/>
                <a:gd name="T8" fmla="*/ 529 w 217"/>
                <a:gd name="T9" fmla="*/ 959 h 342"/>
                <a:gd name="T10" fmla="*/ 364 w 217"/>
                <a:gd name="T11" fmla="*/ 1009 h 342"/>
                <a:gd name="T12" fmla="*/ 186 w 217"/>
                <a:gd name="T13" fmla="*/ 878 h 342"/>
                <a:gd name="T14" fmla="*/ 42 w 217"/>
                <a:gd name="T15" fmla="*/ 705 h 342"/>
                <a:gd name="T16" fmla="*/ 0 w 217"/>
                <a:gd name="T17" fmla="*/ 718 h 342"/>
                <a:gd name="T18" fmla="*/ 94 w 217"/>
                <a:gd name="T19" fmla="*/ 862 h 342"/>
                <a:gd name="T20" fmla="*/ 461 w 217"/>
                <a:gd name="T21" fmla="*/ 1083 h 342"/>
                <a:gd name="T22" fmla="*/ 770 w 217"/>
                <a:gd name="T23" fmla="*/ 1367 h 342"/>
                <a:gd name="T24" fmla="*/ 859 w 217"/>
                <a:gd name="T25" fmla="*/ 1425 h 342"/>
                <a:gd name="T26" fmla="*/ 914 w 217"/>
                <a:gd name="T27" fmla="*/ 1391 h 342"/>
                <a:gd name="T28" fmla="*/ 856 w 217"/>
                <a:gd name="T29" fmla="*/ 1269 h 342"/>
                <a:gd name="T30" fmla="*/ 542 w 217"/>
                <a:gd name="T31" fmla="*/ 733 h 342"/>
                <a:gd name="T32" fmla="*/ 327 w 217"/>
                <a:gd name="T33" fmla="*/ 315 h 342"/>
                <a:gd name="T34" fmla="*/ 254 w 217"/>
                <a:gd name="T35" fmla="*/ 118 h 342"/>
                <a:gd name="T36" fmla="*/ 215 w 217"/>
                <a:gd name="T37" fmla="*/ 55 h 342"/>
                <a:gd name="T38" fmla="*/ 178 w 217"/>
                <a:gd name="T39" fmla="*/ 21 h 3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7" h="342">
                  <a:moveTo>
                    <a:pt x="45" y="6"/>
                  </a:moveTo>
                  <a:cubicBezTo>
                    <a:pt x="31" y="0"/>
                    <a:pt x="46" y="51"/>
                    <a:pt x="47" y="56"/>
                  </a:cubicBezTo>
                  <a:cubicBezTo>
                    <a:pt x="53" y="80"/>
                    <a:pt x="62" y="104"/>
                    <a:pt x="71" y="127"/>
                  </a:cubicBezTo>
                  <a:cubicBezTo>
                    <a:pt x="79" y="146"/>
                    <a:pt x="90" y="162"/>
                    <a:pt x="100" y="180"/>
                  </a:cubicBezTo>
                  <a:cubicBezTo>
                    <a:pt x="108" y="193"/>
                    <a:pt x="124" y="212"/>
                    <a:pt x="125" y="228"/>
                  </a:cubicBezTo>
                  <a:cubicBezTo>
                    <a:pt x="128" y="247"/>
                    <a:pt x="99" y="245"/>
                    <a:pt x="86" y="240"/>
                  </a:cubicBezTo>
                  <a:cubicBezTo>
                    <a:pt x="71" y="234"/>
                    <a:pt x="56" y="221"/>
                    <a:pt x="44" y="209"/>
                  </a:cubicBezTo>
                  <a:cubicBezTo>
                    <a:pt x="32" y="197"/>
                    <a:pt x="24" y="179"/>
                    <a:pt x="10" y="168"/>
                  </a:cubicBezTo>
                  <a:cubicBezTo>
                    <a:pt x="4" y="164"/>
                    <a:pt x="1" y="162"/>
                    <a:pt x="0" y="171"/>
                  </a:cubicBezTo>
                  <a:cubicBezTo>
                    <a:pt x="0" y="183"/>
                    <a:pt x="15" y="197"/>
                    <a:pt x="22" y="205"/>
                  </a:cubicBezTo>
                  <a:cubicBezTo>
                    <a:pt x="44" y="233"/>
                    <a:pt x="77" y="245"/>
                    <a:pt x="109" y="258"/>
                  </a:cubicBezTo>
                  <a:cubicBezTo>
                    <a:pt x="141" y="271"/>
                    <a:pt x="166" y="294"/>
                    <a:pt x="182" y="325"/>
                  </a:cubicBezTo>
                  <a:cubicBezTo>
                    <a:pt x="188" y="337"/>
                    <a:pt x="188" y="342"/>
                    <a:pt x="203" y="339"/>
                  </a:cubicBezTo>
                  <a:cubicBezTo>
                    <a:pt x="211" y="338"/>
                    <a:pt x="215" y="338"/>
                    <a:pt x="216" y="331"/>
                  </a:cubicBezTo>
                  <a:cubicBezTo>
                    <a:pt x="217" y="322"/>
                    <a:pt x="206" y="309"/>
                    <a:pt x="202" y="302"/>
                  </a:cubicBezTo>
                  <a:cubicBezTo>
                    <a:pt x="178" y="258"/>
                    <a:pt x="155" y="215"/>
                    <a:pt x="128" y="174"/>
                  </a:cubicBezTo>
                  <a:cubicBezTo>
                    <a:pt x="107" y="142"/>
                    <a:pt x="90" y="111"/>
                    <a:pt x="77" y="75"/>
                  </a:cubicBezTo>
                  <a:cubicBezTo>
                    <a:pt x="72" y="59"/>
                    <a:pt x="68" y="43"/>
                    <a:pt x="60" y="28"/>
                  </a:cubicBezTo>
                  <a:cubicBezTo>
                    <a:pt x="58" y="23"/>
                    <a:pt x="55" y="17"/>
                    <a:pt x="51" y="13"/>
                  </a:cubicBezTo>
                  <a:cubicBezTo>
                    <a:pt x="48" y="10"/>
                    <a:pt x="43" y="10"/>
                    <a:pt x="42" y="5"/>
                  </a:cubicBezTo>
                </a:path>
              </a:pathLst>
            </a:custGeom>
            <a:solidFill>
              <a:srgbClr val="DDE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55" name="Freeform 664">
              <a:extLst>
                <a:ext uri="{FF2B5EF4-FFF2-40B4-BE49-F238E27FC236}">
                  <a16:creationId xmlns:a16="http://schemas.microsoft.com/office/drawing/2014/main" id="{A592F1CB-467C-4243-B40A-62B14F30A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889"/>
              <a:ext cx="290" cy="509"/>
            </a:xfrm>
            <a:custGeom>
              <a:avLst/>
              <a:gdLst>
                <a:gd name="T0" fmla="*/ 124 w 180"/>
                <a:gd name="T1" fmla="*/ 8 h 316"/>
                <a:gd name="T2" fmla="*/ 309 w 180"/>
                <a:gd name="T3" fmla="*/ 573 h 316"/>
                <a:gd name="T4" fmla="*/ 424 w 180"/>
                <a:gd name="T5" fmla="*/ 757 h 316"/>
                <a:gd name="T6" fmla="*/ 511 w 180"/>
                <a:gd name="T7" fmla="*/ 929 h 316"/>
                <a:gd name="T8" fmla="*/ 293 w 180"/>
                <a:gd name="T9" fmla="*/ 918 h 316"/>
                <a:gd name="T10" fmla="*/ 0 w 180"/>
                <a:gd name="T11" fmla="*/ 677 h 316"/>
                <a:gd name="T12" fmla="*/ 255 w 180"/>
                <a:gd name="T13" fmla="*/ 904 h 316"/>
                <a:gd name="T14" fmla="*/ 451 w 180"/>
                <a:gd name="T15" fmla="*/ 986 h 316"/>
                <a:gd name="T16" fmla="*/ 595 w 180"/>
                <a:gd name="T17" fmla="*/ 1108 h 316"/>
                <a:gd name="T18" fmla="*/ 752 w 180"/>
                <a:gd name="T19" fmla="*/ 1321 h 316"/>
                <a:gd name="T20" fmla="*/ 595 w 180"/>
                <a:gd name="T21" fmla="*/ 994 h 316"/>
                <a:gd name="T22" fmla="*/ 411 w 180"/>
                <a:gd name="T23" fmla="*/ 649 h 316"/>
                <a:gd name="T24" fmla="*/ 272 w 180"/>
                <a:gd name="T25" fmla="*/ 459 h 316"/>
                <a:gd name="T26" fmla="*/ 205 w 180"/>
                <a:gd name="T27" fmla="*/ 288 h 316"/>
                <a:gd name="T28" fmla="*/ 164 w 180"/>
                <a:gd name="T29" fmla="*/ 103 h 316"/>
                <a:gd name="T30" fmla="*/ 150 w 180"/>
                <a:gd name="T31" fmla="*/ 29 h 316"/>
                <a:gd name="T32" fmla="*/ 143 w 180"/>
                <a:gd name="T33" fmla="*/ 5 h 3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0" h="316">
                  <a:moveTo>
                    <a:pt x="30" y="2"/>
                  </a:moveTo>
                  <a:cubicBezTo>
                    <a:pt x="41" y="47"/>
                    <a:pt x="47" y="98"/>
                    <a:pt x="74" y="137"/>
                  </a:cubicBezTo>
                  <a:cubicBezTo>
                    <a:pt x="84" y="152"/>
                    <a:pt x="92" y="167"/>
                    <a:pt x="101" y="181"/>
                  </a:cubicBezTo>
                  <a:cubicBezTo>
                    <a:pt x="109" y="194"/>
                    <a:pt x="119" y="207"/>
                    <a:pt x="122" y="222"/>
                  </a:cubicBezTo>
                  <a:cubicBezTo>
                    <a:pt x="128" y="251"/>
                    <a:pt x="80" y="224"/>
                    <a:pt x="70" y="220"/>
                  </a:cubicBezTo>
                  <a:cubicBezTo>
                    <a:pt x="44" y="209"/>
                    <a:pt x="16" y="185"/>
                    <a:pt x="0" y="162"/>
                  </a:cubicBezTo>
                  <a:cubicBezTo>
                    <a:pt x="1" y="184"/>
                    <a:pt x="43" y="208"/>
                    <a:pt x="61" y="216"/>
                  </a:cubicBezTo>
                  <a:cubicBezTo>
                    <a:pt x="77" y="222"/>
                    <a:pt x="93" y="229"/>
                    <a:pt x="108" y="236"/>
                  </a:cubicBezTo>
                  <a:cubicBezTo>
                    <a:pt x="125" y="244"/>
                    <a:pt x="131" y="250"/>
                    <a:pt x="142" y="265"/>
                  </a:cubicBezTo>
                  <a:cubicBezTo>
                    <a:pt x="154" y="282"/>
                    <a:pt x="165" y="302"/>
                    <a:pt x="180" y="316"/>
                  </a:cubicBezTo>
                  <a:cubicBezTo>
                    <a:pt x="168" y="290"/>
                    <a:pt x="153" y="265"/>
                    <a:pt x="142" y="238"/>
                  </a:cubicBezTo>
                  <a:cubicBezTo>
                    <a:pt x="130" y="209"/>
                    <a:pt x="113" y="183"/>
                    <a:pt x="98" y="155"/>
                  </a:cubicBezTo>
                  <a:cubicBezTo>
                    <a:pt x="89" y="139"/>
                    <a:pt x="75" y="126"/>
                    <a:pt x="65" y="110"/>
                  </a:cubicBezTo>
                  <a:cubicBezTo>
                    <a:pt x="57" y="97"/>
                    <a:pt x="52" y="83"/>
                    <a:pt x="49" y="69"/>
                  </a:cubicBezTo>
                  <a:cubicBezTo>
                    <a:pt x="45" y="54"/>
                    <a:pt x="42" y="39"/>
                    <a:pt x="39" y="25"/>
                  </a:cubicBezTo>
                  <a:cubicBezTo>
                    <a:pt x="38" y="19"/>
                    <a:pt x="37" y="13"/>
                    <a:pt x="36" y="7"/>
                  </a:cubicBezTo>
                  <a:cubicBezTo>
                    <a:pt x="36" y="4"/>
                    <a:pt x="37" y="0"/>
                    <a:pt x="34" y="1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56" name="Freeform 665">
              <a:extLst>
                <a:ext uri="{FF2B5EF4-FFF2-40B4-BE49-F238E27FC236}">
                  <a16:creationId xmlns:a16="http://schemas.microsoft.com/office/drawing/2014/main" id="{88515DDF-47D4-45A5-9299-66CF588F8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01"/>
              <a:ext cx="37" cy="252"/>
            </a:xfrm>
            <a:custGeom>
              <a:avLst/>
              <a:gdLst>
                <a:gd name="T0" fmla="*/ 90 w 23"/>
                <a:gd name="T1" fmla="*/ 47 h 156"/>
                <a:gd name="T2" fmla="*/ 69 w 23"/>
                <a:gd name="T3" fmla="*/ 0 h 156"/>
                <a:gd name="T4" fmla="*/ 37 w 23"/>
                <a:gd name="T5" fmla="*/ 102 h 156"/>
                <a:gd name="T6" fmla="*/ 8 w 23"/>
                <a:gd name="T7" fmla="*/ 309 h 156"/>
                <a:gd name="T8" fmla="*/ 13 w 23"/>
                <a:gd name="T9" fmla="*/ 499 h 156"/>
                <a:gd name="T10" fmla="*/ 63 w 23"/>
                <a:gd name="T11" fmla="*/ 657 h 156"/>
                <a:gd name="T12" fmla="*/ 37 w 23"/>
                <a:gd name="T13" fmla="*/ 454 h 156"/>
                <a:gd name="T14" fmla="*/ 47 w 23"/>
                <a:gd name="T15" fmla="*/ 279 h 156"/>
                <a:gd name="T16" fmla="*/ 88 w 23"/>
                <a:gd name="T17" fmla="*/ 50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56">
                  <a:moveTo>
                    <a:pt x="22" y="11"/>
                  </a:moveTo>
                  <a:cubicBezTo>
                    <a:pt x="23" y="6"/>
                    <a:pt x="21" y="2"/>
                    <a:pt x="17" y="0"/>
                  </a:cubicBezTo>
                  <a:cubicBezTo>
                    <a:pt x="10" y="4"/>
                    <a:pt x="10" y="17"/>
                    <a:pt x="9" y="24"/>
                  </a:cubicBezTo>
                  <a:cubicBezTo>
                    <a:pt x="6" y="41"/>
                    <a:pt x="2" y="56"/>
                    <a:pt x="2" y="73"/>
                  </a:cubicBezTo>
                  <a:cubicBezTo>
                    <a:pt x="2" y="88"/>
                    <a:pt x="0" y="103"/>
                    <a:pt x="3" y="118"/>
                  </a:cubicBezTo>
                  <a:cubicBezTo>
                    <a:pt x="5" y="132"/>
                    <a:pt x="11" y="143"/>
                    <a:pt x="15" y="156"/>
                  </a:cubicBezTo>
                  <a:cubicBezTo>
                    <a:pt x="16" y="140"/>
                    <a:pt x="9" y="124"/>
                    <a:pt x="9" y="108"/>
                  </a:cubicBezTo>
                  <a:cubicBezTo>
                    <a:pt x="8" y="94"/>
                    <a:pt x="9" y="79"/>
                    <a:pt x="11" y="66"/>
                  </a:cubicBezTo>
                  <a:cubicBezTo>
                    <a:pt x="13" y="47"/>
                    <a:pt x="18" y="30"/>
                    <a:pt x="21" y="12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57" name="Freeform 666">
              <a:extLst>
                <a:ext uri="{FF2B5EF4-FFF2-40B4-BE49-F238E27FC236}">
                  <a16:creationId xmlns:a16="http://schemas.microsoft.com/office/drawing/2014/main" id="{94EA8FE3-B504-46CB-BDA8-42062F262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335"/>
              <a:ext cx="137" cy="499"/>
            </a:xfrm>
            <a:custGeom>
              <a:avLst/>
              <a:gdLst>
                <a:gd name="T0" fmla="*/ 71 w 85"/>
                <a:gd name="T1" fmla="*/ 224 h 309"/>
                <a:gd name="T2" fmla="*/ 55 w 85"/>
                <a:gd name="T3" fmla="*/ 199 h 309"/>
                <a:gd name="T4" fmla="*/ 34 w 85"/>
                <a:gd name="T5" fmla="*/ 501 h 309"/>
                <a:gd name="T6" fmla="*/ 114 w 85"/>
                <a:gd name="T7" fmla="*/ 830 h 309"/>
                <a:gd name="T8" fmla="*/ 179 w 85"/>
                <a:gd name="T9" fmla="*/ 1069 h 309"/>
                <a:gd name="T10" fmla="*/ 221 w 85"/>
                <a:gd name="T11" fmla="*/ 1302 h 309"/>
                <a:gd name="T12" fmla="*/ 272 w 85"/>
                <a:gd name="T13" fmla="*/ 1145 h 309"/>
                <a:gd name="T14" fmla="*/ 318 w 85"/>
                <a:gd name="T15" fmla="*/ 937 h 309"/>
                <a:gd name="T16" fmla="*/ 351 w 85"/>
                <a:gd name="T17" fmla="*/ 535 h 309"/>
                <a:gd name="T18" fmla="*/ 348 w 85"/>
                <a:gd name="T19" fmla="*/ 234 h 309"/>
                <a:gd name="T20" fmla="*/ 301 w 85"/>
                <a:gd name="T21" fmla="*/ 0 h 309"/>
                <a:gd name="T22" fmla="*/ 293 w 85"/>
                <a:gd name="T23" fmla="*/ 0 h 309"/>
                <a:gd name="T24" fmla="*/ 322 w 85"/>
                <a:gd name="T25" fmla="*/ 213 h 309"/>
                <a:gd name="T26" fmla="*/ 330 w 85"/>
                <a:gd name="T27" fmla="*/ 433 h 309"/>
                <a:gd name="T28" fmla="*/ 330 w 85"/>
                <a:gd name="T29" fmla="*/ 704 h 309"/>
                <a:gd name="T30" fmla="*/ 289 w 85"/>
                <a:gd name="T31" fmla="*/ 945 h 309"/>
                <a:gd name="T32" fmla="*/ 230 w 85"/>
                <a:gd name="T33" fmla="*/ 1192 h 309"/>
                <a:gd name="T34" fmla="*/ 166 w 85"/>
                <a:gd name="T35" fmla="*/ 903 h 309"/>
                <a:gd name="T36" fmla="*/ 110 w 85"/>
                <a:gd name="T37" fmla="*/ 691 h 309"/>
                <a:gd name="T38" fmla="*/ 68 w 85"/>
                <a:gd name="T39" fmla="*/ 444 h 309"/>
                <a:gd name="T40" fmla="*/ 76 w 85"/>
                <a:gd name="T41" fmla="*/ 220 h 3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5" h="309">
                  <a:moveTo>
                    <a:pt x="17" y="53"/>
                  </a:moveTo>
                  <a:cubicBezTo>
                    <a:pt x="16" y="50"/>
                    <a:pt x="16" y="48"/>
                    <a:pt x="13" y="47"/>
                  </a:cubicBezTo>
                  <a:cubicBezTo>
                    <a:pt x="0" y="62"/>
                    <a:pt x="6" y="100"/>
                    <a:pt x="8" y="119"/>
                  </a:cubicBezTo>
                  <a:cubicBezTo>
                    <a:pt x="11" y="145"/>
                    <a:pt x="17" y="172"/>
                    <a:pt x="27" y="197"/>
                  </a:cubicBezTo>
                  <a:cubicBezTo>
                    <a:pt x="34" y="215"/>
                    <a:pt x="39" y="235"/>
                    <a:pt x="43" y="254"/>
                  </a:cubicBezTo>
                  <a:cubicBezTo>
                    <a:pt x="46" y="270"/>
                    <a:pt x="45" y="295"/>
                    <a:pt x="53" y="309"/>
                  </a:cubicBezTo>
                  <a:cubicBezTo>
                    <a:pt x="60" y="299"/>
                    <a:pt x="62" y="284"/>
                    <a:pt x="65" y="272"/>
                  </a:cubicBezTo>
                  <a:cubicBezTo>
                    <a:pt x="69" y="255"/>
                    <a:pt x="74" y="239"/>
                    <a:pt x="76" y="222"/>
                  </a:cubicBezTo>
                  <a:cubicBezTo>
                    <a:pt x="80" y="190"/>
                    <a:pt x="85" y="159"/>
                    <a:pt x="84" y="127"/>
                  </a:cubicBezTo>
                  <a:cubicBezTo>
                    <a:pt x="83" y="103"/>
                    <a:pt x="85" y="79"/>
                    <a:pt x="83" y="56"/>
                  </a:cubicBezTo>
                  <a:cubicBezTo>
                    <a:pt x="81" y="35"/>
                    <a:pt x="77" y="19"/>
                    <a:pt x="72" y="0"/>
                  </a:cubicBezTo>
                  <a:cubicBezTo>
                    <a:pt x="71" y="0"/>
                    <a:pt x="71" y="0"/>
                    <a:pt x="70" y="0"/>
                  </a:cubicBezTo>
                  <a:cubicBezTo>
                    <a:pt x="68" y="15"/>
                    <a:pt x="75" y="35"/>
                    <a:pt x="77" y="51"/>
                  </a:cubicBezTo>
                  <a:cubicBezTo>
                    <a:pt x="79" y="68"/>
                    <a:pt x="79" y="85"/>
                    <a:pt x="79" y="103"/>
                  </a:cubicBezTo>
                  <a:cubicBezTo>
                    <a:pt x="79" y="124"/>
                    <a:pt x="80" y="145"/>
                    <a:pt x="79" y="167"/>
                  </a:cubicBezTo>
                  <a:cubicBezTo>
                    <a:pt x="78" y="187"/>
                    <a:pt x="74" y="204"/>
                    <a:pt x="69" y="224"/>
                  </a:cubicBezTo>
                  <a:cubicBezTo>
                    <a:pt x="64" y="243"/>
                    <a:pt x="63" y="265"/>
                    <a:pt x="55" y="283"/>
                  </a:cubicBezTo>
                  <a:cubicBezTo>
                    <a:pt x="56" y="260"/>
                    <a:pt x="46" y="236"/>
                    <a:pt x="40" y="214"/>
                  </a:cubicBezTo>
                  <a:cubicBezTo>
                    <a:pt x="35" y="197"/>
                    <a:pt x="31" y="181"/>
                    <a:pt x="26" y="164"/>
                  </a:cubicBezTo>
                  <a:cubicBezTo>
                    <a:pt x="21" y="145"/>
                    <a:pt x="18" y="124"/>
                    <a:pt x="16" y="105"/>
                  </a:cubicBezTo>
                  <a:cubicBezTo>
                    <a:pt x="14" y="87"/>
                    <a:pt x="18" y="69"/>
                    <a:pt x="18" y="52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58" name="Freeform 667">
              <a:extLst>
                <a:ext uri="{FF2B5EF4-FFF2-40B4-BE49-F238E27FC236}">
                  <a16:creationId xmlns:a16="http://schemas.microsoft.com/office/drawing/2014/main" id="{6440A7F0-7317-4BB8-8865-9E1FA97D1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806"/>
              <a:ext cx="113" cy="397"/>
            </a:xfrm>
            <a:custGeom>
              <a:avLst/>
              <a:gdLst>
                <a:gd name="T0" fmla="*/ 253 w 70"/>
                <a:gd name="T1" fmla="*/ 13 h 246"/>
                <a:gd name="T2" fmla="*/ 211 w 70"/>
                <a:gd name="T3" fmla="*/ 336 h 246"/>
                <a:gd name="T4" fmla="*/ 0 w 70"/>
                <a:gd name="T5" fmla="*/ 854 h 246"/>
                <a:gd name="T6" fmla="*/ 220 w 70"/>
                <a:gd name="T7" fmla="*/ 1034 h 246"/>
                <a:gd name="T8" fmla="*/ 165 w 70"/>
                <a:gd name="T9" fmla="*/ 789 h 246"/>
                <a:gd name="T10" fmla="*/ 207 w 70"/>
                <a:gd name="T11" fmla="*/ 505 h 246"/>
                <a:gd name="T12" fmla="*/ 241 w 70"/>
                <a:gd name="T13" fmla="*/ 211 h 246"/>
                <a:gd name="T14" fmla="*/ 274 w 70"/>
                <a:gd name="T15" fmla="*/ 0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246">
                  <a:moveTo>
                    <a:pt x="60" y="3"/>
                  </a:moveTo>
                  <a:cubicBezTo>
                    <a:pt x="57" y="28"/>
                    <a:pt x="53" y="54"/>
                    <a:pt x="50" y="80"/>
                  </a:cubicBezTo>
                  <a:cubicBezTo>
                    <a:pt x="43" y="92"/>
                    <a:pt x="51" y="237"/>
                    <a:pt x="0" y="203"/>
                  </a:cubicBezTo>
                  <a:cubicBezTo>
                    <a:pt x="14" y="220"/>
                    <a:pt x="36" y="230"/>
                    <a:pt x="52" y="246"/>
                  </a:cubicBezTo>
                  <a:cubicBezTo>
                    <a:pt x="37" y="233"/>
                    <a:pt x="38" y="205"/>
                    <a:pt x="39" y="188"/>
                  </a:cubicBezTo>
                  <a:cubicBezTo>
                    <a:pt x="40" y="165"/>
                    <a:pt x="45" y="142"/>
                    <a:pt x="49" y="120"/>
                  </a:cubicBezTo>
                  <a:cubicBezTo>
                    <a:pt x="52" y="97"/>
                    <a:pt x="54" y="73"/>
                    <a:pt x="57" y="50"/>
                  </a:cubicBezTo>
                  <a:cubicBezTo>
                    <a:pt x="59" y="37"/>
                    <a:pt x="70" y="11"/>
                    <a:pt x="65" y="0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59" name="Freeform 668">
              <a:extLst>
                <a:ext uri="{FF2B5EF4-FFF2-40B4-BE49-F238E27FC236}">
                  <a16:creationId xmlns:a16="http://schemas.microsoft.com/office/drawing/2014/main" id="{0886A241-7CAB-4FC6-84DD-C4A66D5F3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507"/>
              <a:ext cx="920" cy="481"/>
            </a:xfrm>
            <a:custGeom>
              <a:avLst/>
              <a:gdLst>
                <a:gd name="T0" fmla="*/ 21 w 570"/>
                <a:gd name="T1" fmla="*/ 786 h 298"/>
                <a:gd name="T2" fmla="*/ 508 w 570"/>
                <a:gd name="T3" fmla="*/ 623 h 298"/>
                <a:gd name="T4" fmla="*/ 733 w 570"/>
                <a:gd name="T5" fmla="*/ 479 h 298"/>
                <a:gd name="T6" fmla="*/ 718 w 570"/>
                <a:gd name="T7" fmla="*/ 0 h 298"/>
                <a:gd name="T8" fmla="*/ 836 w 570"/>
                <a:gd name="T9" fmla="*/ 294 h 298"/>
                <a:gd name="T10" fmla="*/ 946 w 570"/>
                <a:gd name="T11" fmla="*/ 475 h 298"/>
                <a:gd name="T12" fmla="*/ 1443 w 570"/>
                <a:gd name="T13" fmla="*/ 699 h 298"/>
                <a:gd name="T14" fmla="*/ 1858 w 570"/>
                <a:gd name="T15" fmla="*/ 933 h 298"/>
                <a:gd name="T16" fmla="*/ 2053 w 570"/>
                <a:gd name="T17" fmla="*/ 1060 h 298"/>
                <a:gd name="T18" fmla="*/ 2266 w 570"/>
                <a:gd name="T19" fmla="*/ 1144 h 298"/>
                <a:gd name="T20" fmla="*/ 2389 w 570"/>
                <a:gd name="T21" fmla="*/ 1172 h 298"/>
                <a:gd name="T22" fmla="*/ 2347 w 570"/>
                <a:gd name="T23" fmla="*/ 1253 h 298"/>
                <a:gd name="T24" fmla="*/ 2129 w 570"/>
                <a:gd name="T25" fmla="*/ 1214 h 298"/>
                <a:gd name="T26" fmla="*/ 1968 w 570"/>
                <a:gd name="T27" fmla="*/ 1110 h 298"/>
                <a:gd name="T28" fmla="*/ 1608 w 570"/>
                <a:gd name="T29" fmla="*/ 820 h 298"/>
                <a:gd name="T30" fmla="*/ 1412 w 570"/>
                <a:gd name="T31" fmla="*/ 739 h 298"/>
                <a:gd name="T32" fmla="*/ 1225 w 570"/>
                <a:gd name="T33" fmla="*/ 649 h 298"/>
                <a:gd name="T34" fmla="*/ 865 w 570"/>
                <a:gd name="T35" fmla="*/ 529 h 298"/>
                <a:gd name="T36" fmla="*/ 691 w 570"/>
                <a:gd name="T37" fmla="*/ 563 h 298"/>
                <a:gd name="T38" fmla="*/ 484 w 570"/>
                <a:gd name="T39" fmla="*/ 638 h 298"/>
                <a:gd name="T40" fmla="*/ 0 w 570"/>
                <a:gd name="T41" fmla="*/ 841 h 29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70" h="298">
                  <a:moveTo>
                    <a:pt x="5" y="187"/>
                  </a:moveTo>
                  <a:cubicBezTo>
                    <a:pt x="43" y="173"/>
                    <a:pt x="83" y="163"/>
                    <a:pt x="121" y="148"/>
                  </a:cubicBezTo>
                  <a:cubicBezTo>
                    <a:pt x="139" y="141"/>
                    <a:pt x="161" y="129"/>
                    <a:pt x="174" y="114"/>
                  </a:cubicBezTo>
                  <a:cubicBezTo>
                    <a:pt x="201" y="81"/>
                    <a:pt x="180" y="35"/>
                    <a:pt x="171" y="0"/>
                  </a:cubicBezTo>
                  <a:cubicBezTo>
                    <a:pt x="188" y="14"/>
                    <a:pt x="194" y="49"/>
                    <a:pt x="199" y="70"/>
                  </a:cubicBezTo>
                  <a:cubicBezTo>
                    <a:pt x="204" y="89"/>
                    <a:pt x="209" y="100"/>
                    <a:pt x="225" y="113"/>
                  </a:cubicBezTo>
                  <a:cubicBezTo>
                    <a:pt x="260" y="142"/>
                    <a:pt x="306" y="141"/>
                    <a:pt x="343" y="166"/>
                  </a:cubicBezTo>
                  <a:cubicBezTo>
                    <a:pt x="375" y="187"/>
                    <a:pt x="412" y="199"/>
                    <a:pt x="442" y="222"/>
                  </a:cubicBezTo>
                  <a:cubicBezTo>
                    <a:pt x="456" y="234"/>
                    <a:pt x="473" y="240"/>
                    <a:pt x="488" y="252"/>
                  </a:cubicBezTo>
                  <a:cubicBezTo>
                    <a:pt x="501" y="262"/>
                    <a:pt x="523" y="268"/>
                    <a:pt x="539" y="272"/>
                  </a:cubicBezTo>
                  <a:cubicBezTo>
                    <a:pt x="546" y="273"/>
                    <a:pt x="565" y="272"/>
                    <a:pt x="568" y="279"/>
                  </a:cubicBezTo>
                  <a:cubicBezTo>
                    <a:pt x="570" y="285"/>
                    <a:pt x="561" y="293"/>
                    <a:pt x="558" y="298"/>
                  </a:cubicBezTo>
                  <a:cubicBezTo>
                    <a:pt x="541" y="295"/>
                    <a:pt x="523" y="291"/>
                    <a:pt x="506" y="289"/>
                  </a:cubicBezTo>
                  <a:cubicBezTo>
                    <a:pt x="489" y="286"/>
                    <a:pt x="478" y="277"/>
                    <a:pt x="468" y="264"/>
                  </a:cubicBezTo>
                  <a:cubicBezTo>
                    <a:pt x="445" y="235"/>
                    <a:pt x="414" y="213"/>
                    <a:pt x="382" y="195"/>
                  </a:cubicBezTo>
                  <a:cubicBezTo>
                    <a:pt x="367" y="187"/>
                    <a:pt x="351" y="181"/>
                    <a:pt x="336" y="176"/>
                  </a:cubicBezTo>
                  <a:cubicBezTo>
                    <a:pt x="319" y="170"/>
                    <a:pt x="306" y="162"/>
                    <a:pt x="291" y="154"/>
                  </a:cubicBezTo>
                  <a:cubicBezTo>
                    <a:pt x="264" y="141"/>
                    <a:pt x="234" y="135"/>
                    <a:pt x="206" y="126"/>
                  </a:cubicBezTo>
                  <a:cubicBezTo>
                    <a:pt x="190" y="121"/>
                    <a:pt x="180" y="128"/>
                    <a:pt x="164" y="134"/>
                  </a:cubicBezTo>
                  <a:cubicBezTo>
                    <a:pt x="148" y="140"/>
                    <a:pt x="131" y="146"/>
                    <a:pt x="115" y="152"/>
                  </a:cubicBezTo>
                  <a:cubicBezTo>
                    <a:pt x="76" y="167"/>
                    <a:pt x="38" y="183"/>
                    <a:pt x="0" y="200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60" name="Freeform 669">
              <a:extLst>
                <a:ext uri="{FF2B5EF4-FFF2-40B4-BE49-F238E27FC236}">
                  <a16:creationId xmlns:a16="http://schemas.microsoft.com/office/drawing/2014/main" id="{D6D821C8-2601-4B9A-BB8F-82EA81FA6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954"/>
              <a:ext cx="894" cy="235"/>
            </a:xfrm>
            <a:custGeom>
              <a:avLst/>
              <a:gdLst>
                <a:gd name="T0" fmla="*/ 211 w 554"/>
                <a:gd name="T1" fmla="*/ 301 h 146"/>
                <a:gd name="T2" fmla="*/ 713 w 554"/>
                <a:gd name="T3" fmla="*/ 568 h 146"/>
                <a:gd name="T4" fmla="*/ 1396 w 554"/>
                <a:gd name="T5" fmla="*/ 547 h 146"/>
                <a:gd name="T6" fmla="*/ 1828 w 554"/>
                <a:gd name="T7" fmla="*/ 357 h 146"/>
                <a:gd name="T8" fmla="*/ 2138 w 554"/>
                <a:gd name="T9" fmla="*/ 69 h 146"/>
                <a:gd name="T10" fmla="*/ 2214 w 554"/>
                <a:gd name="T11" fmla="*/ 5 h 146"/>
                <a:gd name="T12" fmla="*/ 2329 w 554"/>
                <a:gd name="T13" fmla="*/ 26 h 146"/>
                <a:gd name="T14" fmla="*/ 2203 w 554"/>
                <a:gd name="T15" fmla="*/ 69 h 146"/>
                <a:gd name="T16" fmla="*/ 2080 w 554"/>
                <a:gd name="T17" fmla="*/ 200 h 146"/>
                <a:gd name="T18" fmla="*/ 1635 w 554"/>
                <a:gd name="T19" fmla="*/ 493 h 146"/>
                <a:gd name="T20" fmla="*/ 1289 w 554"/>
                <a:gd name="T21" fmla="*/ 594 h 146"/>
                <a:gd name="T22" fmla="*/ 857 w 554"/>
                <a:gd name="T23" fmla="*/ 608 h 146"/>
                <a:gd name="T24" fmla="*/ 570 w 554"/>
                <a:gd name="T25" fmla="*/ 588 h 146"/>
                <a:gd name="T26" fmla="*/ 450 w 554"/>
                <a:gd name="T27" fmla="*/ 560 h 146"/>
                <a:gd name="T28" fmla="*/ 357 w 554"/>
                <a:gd name="T29" fmla="*/ 549 h 146"/>
                <a:gd name="T30" fmla="*/ 158 w 554"/>
                <a:gd name="T31" fmla="*/ 396 h 146"/>
                <a:gd name="T32" fmla="*/ 0 w 554"/>
                <a:gd name="T33" fmla="*/ 171 h 1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4" h="146">
                  <a:moveTo>
                    <a:pt x="50" y="72"/>
                  </a:moveTo>
                  <a:cubicBezTo>
                    <a:pt x="66" y="130"/>
                    <a:pt x="121" y="128"/>
                    <a:pt x="170" y="136"/>
                  </a:cubicBezTo>
                  <a:cubicBezTo>
                    <a:pt x="221" y="144"/>
                    <a:pt x="281" y="143"/>
                    <a:pt x="332" y="131"/>
                  </a:cubicBezTo>
                  <a:cubicBezTo>
                    <a:pt x="367" y="122"/>
                    <a:pt x="405" y="108"/>
                    <a:pt x="435" y="86"/>
                  </a:cubicBezTo>
                  <a:cubicBezTo>
                    <a:pt x="461" y="67"/>
                    <a:pt x="494" y="46"/>
                    <a:pt x="509" y="17"/>
                  </a:cubicBezTo>
                  <a:cubicBezTo>
                    <a:pt x="514" y="6"/>
                    <a:pt x="514" y="0"/>
                    <a:pt x="527" y="1"/>
                  </a:cubicBezTo>
                  <a:cubicBezTo>
                    <a:pt x="535" y="2"/>
                    <a:pt x="546" y="3"/>
                    <a:pt x="554" y="6"/>
                  </a:cubicBezTo>
                  <a:cubicBezTo>
                    <a:pt x="545" y="7"/>
                    <a:pt x="531" y="12"/>
                    <a:pt x="524" y="17"/>
                  </a:cubicBezTo>
                  <a:cubicBezTo>
                    <a:pt x="512" y="24"/>
                    <a:pt x="506" y="39"/>
                    <a:pt x="495" y="48"/>
                  </a:cubicBezTo>
                  <a:cubicBezTo>
                    <a:pt x="461" y="75"/>
                    <a:pt x="430" y="103"/>
                    <a:pt x="389" y="118"/>
                  </a:cubicBezTo>
                  <a:cubicBezTo>
                    <a:pt x="361" y="128"/>
                    <a:pt x="337" y="140"/>
                    <a:pt x="307" y="142"/>
                  </a:cubicBezTo>
                  <a:cubicBezTo>
                    <a:pt x="273" y="144"/>
                    <a:pt x="238" y="146"/>
                    <a:pt x="204" y="146"/>
                  </a:cubicBezTo>
                  <a:cubicBezTo>
                    <a:pt x="180" y="146"/>
                    <a:pt x="159" y="145"/>
                    <a:pt x="136" y="141"/>
                  </a:cubicBezTo>
                  <a:cubicBezTo>
                    <a:pt x="126" y="139"/>
                    <a:pt x="116" y="135"/>
                    <a:pt x="107" y="134"/>
                  </a:cubicBezTo>
                  <a:cubicBezTo>
                    <a:pt x="99" y="133"/>
                    <a:pt x="92" y="134"/>
                    <a:pt x="85" y="132"/>
                  </a:cubicBezTo>
                  <a:cubicBezTo>
                    <a:pt x="68" y="127"/>
                    <a:pt x="47" y="110"/>
                    <a:pt x="38" y="95"/>
                  </a:cubicBezTo>
                  <a:cubicBezTo>
                    <a:pt x="33" y="87"/>
                    <a:pt x="12" y="35"/>
                    <a:pt x="0" y="41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61" name="Freeform 670">
              <a:extLst>
                <a:ext uri="{FF2B5EF4-FFF2-40B4-BE49-F238E27FC236}">
                  <a16:creationId xmlns:a16="http://schemas.microsoft.com/office/drawing/2014/main" id="{A3022A1C-5E78-43B8-A29A-A166145F3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978"/>
              <a:ext cx="205" cy="195"/>
            </a:xfrm>
            <a:custGeom>
              <a:avLst/>
              <a:gdLst>
                <a:gd name="T0" fmla="*/ 0 w 127"/>
                <a:gd name="T1" fmla="*/ 131 h 121"/>
                <a:gd name="T2" fmla="*/ 94 w 127"/>
                <a:gd name="T3" fmla="*/ 114 h 121"/>
                <a:gd name="T4" fmla="*/ 157 w 127"/>
                <a:gd name="T5" fmla="*/ 179 h 121"/>
                <a:gd name="T6" fmla="*/ 247 w 127"/>
                <a:gd name="T7" fmla="*/ 330 h 121"/>
                <a:gd name="T8" fmla="*/ 454 w 127"/>
                <a:gd name="T9" fmla="*/ 459 h 121"/>
                <a:gd name="T10" fmla="*/ 534 w 127"/>
                <a:gd name="T11" fmla="*/ 446 h 121"/>
                <a:gd name="T12" fmla="*/ 374 w 127"/>
                <a:gd name="T13" fmla="*/ 293 h 121"/>
                <a:gd name="T14" fmla="*/ 152 w 127"/>
                <a:gd name="T15" fmla="*/ 34 h 121"/>
                <a:gd name="T16" fmla="*/ 102 w 127"/>
                <a:gd name="T17" fmla="*/ 8 h 121"/>
                <a:gd name="T18" fmla="*/ 8 w 127"/>
                <a:gd name="T19" fmla="*/ 76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" h="121">
                  <a:moveTo>
                    <a:pt x="0" y="31"/>
                  </a:moveTo>
                  <a:cubicBezTo>
                    <a:pt x="6" y="30"/>
                    <a:pt x="16" y="25"/>
                    <a:pt x="22" y="27"/>
                  </a:cubicBezTo>
                  <a:cubicBezTo>
                    <a:pt x="30" y="29"/>
                    <a:pt x="32" y="37"/>
                    <a:pt x="37" y="43"/>
                  </a:cubicBezTo>
                  <a:cubicBezTo>
                    <a:pt x="44" y="55"/>
                    <a:pt x="48" y="70"/>
                    <a:pt x="59" y="79"/>
                  </a:cubicBezTo>
                  <a:cubicBezTo>
                    <a:pt x="74" y="93"/>
                    <a:pt x="90" y="101"/>
                    <a:pt x="108" y="110"/>
                  </a:cubicBezTo>
                  <a:cubicBezTo>
                    <a:pt x="114" y="113"/>
                    <a:pt x="127" y="121"/>
                    <a:pt x="127" y="107"/>
                  </a:cubicBezTo>
                  <a:cubicBezTo>
                    <a:pt x="126" y="95"/>
                    <a:pt x="97" y="78"/>
                    <a:pt x="89" y="70"/>
                  </a:cubicBezTo>
                  <a:cubicBezTo>
                    <a:pt x="70" y="50"/>
                    <a:pt x="55" y="27"/>
                    <a:pt x="36" y="8"/>
                  </a:cubicBezTo>
                  <a:cubicBezTo>
                    <a:pt x="31" y="2"/>
                    <a:pt x="31" y="0"/>
                    <a:pt x="24" y="2"/>
                  </a:cubicBezTo>
                  <a:cubicBezTo>
                    <a:pt x="16" y="4"/>
                    <a:pt x="9" y="14"/>
                    <a:pt x="2" y="18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62" name="Freeform 671">
              <a:extLst>
                <a:ext uri="{FF2B5EF4-FFF2-40B4-BE49-F238E27FC236}">
                  <a16:creationId xmlns:a16="http://schemas.microsoft.com/office/drawing/2014/main" id="{CC650E01-976F-4299-A0E5-760E9C24E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3136"/>
              <a:ext cx="315" cy="303"/>
            </a:xfrm>
            <a:custGeom>
              <a:avLst/>
              <a:gdLst>
                <a:gd name="T0" fmla="*/ 641 w 195"/>
                <a:gd name="T1" fmla="*/ 29 h 188"/>
                <a:gd name="T2" fmla="*/ 683 w 195"/>
                <a:gd name="T3" fmla="*/ 264 h 188"/>
                <a:gd name="T4" fmla="*/ 431 w 195"/>
                <a:gd name="T5" fmla="*/ 501 h 188"/>
                <a:gd name="T6" fmla="*/ 178 w 195"/>
                <a:gd name="T7" fmla="*/ 685 h 188"/>
                <a:gd name="T8" fmla="*/ 0 w 195"/>
                <a:gd name="T9" fmla="*/ 787 h 188"/>
                <a:gd name="T10" fmla="*/ 258 w 195"/>
                <a:gd name="T11" fmla="*/ 691 h 188"/>
                <a:gd name="T12" fmla="*/ 543 w 195"/>
                <a:gd name="T13" fmla="*/ 485 h 188"/>
                <a:gd name="T14" fmla="*/ 691 w 195"/>
                <a:gd name="T15" fmla="*/ 288 h 188"/>
                <a:gd name="T16" fmla="*/ 822 w 195"/>
                <a:gd name="T17" fmla="*/ 89 h 188"/>
                <a:gd name="T18" fmla="*/ 670 w 195"/>
                <a:gd name="T19" fmla="*/ 0 h 1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5" h="188">
                  <a:moveTo>
                    <a:pt x="152" y="7"/>
                  </a:moveTo>
                  <a:cubicBezTo>
                    <a:pt x="164" y="23"/>
                    <a:pt x="173" y="45"/>
                    <a:pt x="162" y="63"/>
                  </a:cubicBezTo>
                  <a:cubicBezTo>
                    <a:pt x="148" y="85"/>
                    <a:pt x="123" y="105"/>
                    <a:pt x="102" y="120"/>
                  </a:cubicBezTo>
                  <a:cubicBezTo>
                    <a:pt x="81" y="134"/>
                    <a:pt x="61" y="147"/>
                    <a:pt x="42" y="164"/>
                  </a:cubicBezTo>
                  <a:cubicBezTo>
                    <a:pt x="28" y="176"/>
                    <a:pt x="17" y="180"/>
                    <a:pt x="0" y="188"/>
                  </a:cubicBezTo>
                  <a:cubicBezTo>
                    <a:pt x="23" y="188"/>
                    <a:pt x="42" y="176"/>
                    <a:pt x="61" y="165"/>
                  </a:cubicBezTo>
                  <a:cubicBezTo>
                    <a:pt x="83" y="151"/>
                    <a:pt x="113" y="137"/>
                    <a:pt x="129" y="116"/>
                  </a:cubicBezTo>
                  <a:cubicBezTo>
                    <a:pt x="141" y="100"/>
                    <a:pt x="151" y="84"/>
                    <a:pt x="164" y="69"/>
                  </a:cubicBezTo>
                  <a:cubicBezTo>
                    <a:pt x="177" y="53"/>
                    <a:pt x="177" y="34"/>
                    <a:pt x="195" y="21"/>
                  </a:cubicBezTo>
                  <a:cubicBezTo>
                    <a:pt x="189" y="19"/>
                    <a:pt x="159" y="0"/>
                    <a:pt x="159" y="0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63" name="Freeform 672">
              <a:extLst>
                <a:ext uri="{FF2B5EF4-FFF2-40B4-BE49-F238E27FC236}">
                  <a16:creationId xmlns:a16="http://schemas.microsoft.com/office/drawing/2014/main" id="{C09D77A5-96EB-4BE2-927C-B0AECC988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944"/>
              <a:ext cx="134" cy="56"/>
            </a:xfrm>
            <a:custGeom>
              <a:avLst/>
              <a:gdLst>
                <a:gd name="T0" fmla="*/ 0 w 83"/>
                <a:gd name="T1" fmla="*/ 136 h 35"/>
                <a:gd name="T2" fmla="*/ 5 w 83"/>
                <a:gd name="T3" fmla="*/ 144 h 35"/>
                <a:gd name="T4" fmla="*/ 232 w 83"/>
                <a:gd name="T5" fmla="*/ 128 h 35"/>
                <a:gd name="T6" fmla="*/ 341 w 83"/>
                <a:gd name="T7" fmla="*/ 48 h 35"/>
                <a:gd name="T8" fmla="*/ 42 w 83"/>
                <a:gd name="T9" fmla="*/ 8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35">
                  <a:moveTo>
                    <a:pt x="0" y="33"/>
                  </a:moveTo>
                  <a:cubicBezTo>
                    <a:pt x="0" y="34"/>
                    <a:pt x="1" y="34"/>
                    <a:pt x="1" y="35"/>
                  </a:cubicBezTo>
                  <a:cubicBezTo>
                    <a:pt x="19" y="21"/>
                    <a:pt x="34" y="28"/>
                    <a:pt x="55" y="31"/>
                  </a:cubicBezTo>
                  <a:cubicBezTo>
                    <a:pt x="68" y="33"/>
                    <a:pt x="83" y="29"/>
                    <a:pt x="81" y="12"/>
                  </a:cubicBezTo>
                  <a:cubicBezTo>
                    <a:pt x="55" y="12"/>
                    <a:pt x="31" y="0"/>
                    <a:pt x="10" y="20"/>
                  </a:cubicBezTo>
                </a:path>
              </a:pathLst>
            </a:custGeom>
            <a:solidFill>
              <a:srgbClr val="EDE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64" name="Freeform 673">
              <a:extLst>
                <a:ext uri="{FF2B5EF4-FFF2-40B4-BE49-F238E27FC236}">
                  <a16:creationId xmlns:a16="http://schemas.microsoft.com/office/drawing/2014/main" id="{A5F25702-3041-4DC4-AC2E-066EF1868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384"/>
              <a:ext cx="38" cy="63"/>
            </a:xfrm>
            <a:custGeom>
              <a:avLst/>
              <a:gdLst>
                <a:gd name="T0" fmla="*/ 0 w 23"/>
                <a:gd name="T1" fmla="*/ 94 h 39"/>
                <a:gd name="T2" fmla="*/ 104 w 23"/>
                <a:gd name="T3" fmla="*/ 165 h 39"/>
                <a:gd name="T4" fmla="*/ 71 w 23"/>
                <a:gd name="T5" fmla="*/ 0 h 39"/>
                <a:gd name="T6" fmla="*/ 33 w 23"/>
                <a:gd name="T7" fmla="*/ 10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9">
                  <a:moveTo>
                    <a:pt x="0" y="22"/>
                  </a:moveTo>
                  <a:cubicBezTo>
                    <a:pt x="7" y="28"/>
                    <a:pt x="16" y="34"/>
                    <a:pt x="23" y="39"/>
                  </a:cubicBezTo>
                  <a:cubicBezTo>
                    <a:pt x="16" y="28"/>
                    <a:pt x="15" y="14"/>
                    <a:pt x="16" y="0"/>
                  </a:cubicBezTo>
                  <a:cubicBezTo>
                    <a:pt x="15" y="9"/>
                    <a:pt x="14" y="19"/>
                    <a:pt x="7" y="24"/>
                  </a:cubicBezTo>
                </a:path>
              </a:pathLst>
            </a:custGeom>
            <a:solidFill>
              <a:srgbClr val="F7F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65" name="Freeform 674">
              <a:extLst>
                <a:ext uri="{FF2B5EF4-FFF2-40B4-BE49-F238E27FC236}">
                  <a16:creationId xmlns:a16="http://schemas.microsoft.com/office/drawing/2014/main" id="{A3199652-F64C-4284-BD4D-135D8663B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020"/>
              <a:ext cx="39" cy="51"/>
            </a:xfrm>
            <a:custGeom>
              <a:avLst/>
              <a:gdLst>
                <a:gd name="T0" fmla="*/ 39 w 24"/>
                <a:gd name="T1" fmla="*/ 0 h 32"/>
                <a:gd name="T2" fmla="*/ 0 w 24"/>
                <a:gd name="T3" fmla="*/ 123 h 32"/>
                <a:gd name="T4" fmla="*/ 102 w 24"/>
                <a:gd name="T5" fmla="*/ 97 h 32"/>
                <a:gd name="T6" fmla="*/ 47 w 24"/>
                <a:gd name="T7" fmla="*/ 1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2">
                  <a:moveTo>
                    <a:pt x="9" y="0"/>
                  </a:moveTo>
                  <a:cubicBezTo>
                    <a:pt x="13" y="10"/>
                    <a:pt x="6" y="22"/>
                    <a:pt x="0" y="30"/>
                  </a:cubicBezTo>
                  <a:cubicBezTo>
                    <a:pt x="9" y="32"/>
                    <a:pt x="16" y="28"/>
                    <a:pt x="24" y="24"/>
                  </a:cubicBezTo>
                  <a:cubicBezTo>
                    <a:pt x="18" y="19"/>
                    <a:pt x="10" y="12"/>
                    <a:pt x="11" y="3"/>
                  </a:cubicBezTo>
                </a:path>
              </a:pathLst>
            </a:custGeom>
            <a:solidFill>
              <a:srgbClr val="F7F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66" name="Freeform 675">
              <a:extLst>
                <a:ext uri="{FF2B5EF4-FFF2-40B4-BE49-F238E27FC236}">
                  <a16:creationId xmlns:a16="http://schemas.microsoft.com/office/drawing/2014/main" id="{00AE0787-DE2C-48F4-89F9-878CCF2CC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934"/>
              <a:ext cx="118" cy="66"/>
            </a:xfrm>
            <a:custGeom>
              <a:avLst/>
              <a:gdLst>
                <a:gd name="T0" fmla="*/ 199 w 73"/>
                <a:gd name="T1" fmla="*/ 0 h 41"/>
                <a:gd name="T2" fmla="*/ 0 w 73"/>
                <a:gd name="T3" fmla="*/ 135 h 41"/>
                <a:gd name="T4" fmla="*/ 186 w 73"/>
                <a:gd name="T5" fmla="*/ 135 h 41"/>
                <a:gd name="T6" fmla="*/ 309 w 73"/>
                <a:gd name="T7" fmla="*/ 166 h 41"/>
                <a:gd name="T8" fmla="*/ 225 w 73"/>
                <a:gd name="T9" fmla="*/ 1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1">
                  <a:moveTo>
                    <a:pt x="47" y="0"/>
                  </a:moveTo>
                  <a:cubicBezTo>
                    <a:pt x="51" y="27"/>
                    <a:pt x="13" y="23"/>
                    <a:pt x="0" y="32"/>
                  </a:cubicBezTo>
                  <a:cubicBezTo>
                    <a:pt x="14" y="32"/>
                    <a:pt x="30" y="30"/>
                    <a:pt x="44" y="32"/>
                  </a:cubicBezTo>
                  <a:cubicBezTo>
                    <a:pt x="54" y="34"/>
                    <a:pt x="63" y="41"/>
                    <a:pt x="73" y="40"/>
                  </a:cubicBezTo>
                  <a:cubicBezTo>
                    <a:pt x="66" y="31"/>
                    <a:pt x="45" y="15"/>
                    <a:pt x="53" y="3"/>
                  </a:cubicBezTo>
                </a:path>
              </a:pathLst>
            </a:custGeom>
            <a:solidFill>
              <a:srgbClr val="F7F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67" name="Freeform 676">
              <a:extLst>
                <a:ext uri="{FF2B5EF4-FFF2-40B4-BE49-F238E27FC236}">
                  <a16:creationId xmlns:a16="http://schemas.microsoft.com/office/drawing/2014/main" id="{6A800107-1C94-471B-8702-6FFAE4B14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3113"/>
              <a:ext cx="64" cy="65"/>
            </a:xfrm>
            <a:custGeom>
              <a:avLst/>
              <a:gdLst>
                <a:gd name="T0" fmla="*/ 0 w 40"/>
                <a:gd name="T1" fmla="*/ 0 h 40"/>
                <a:gd name="T2" fmla="*/ 94 w 40"/>
                <a:gd name="T3" fmla="*/ 172 h 40"/>
                <a:gd name="T4" fmla="*/ 163 w 40"/>
                <a:gd name="T5" fmla="*/ 34 h 40"/>
                <a:gd name="T6" fmla="*/ 13 w 4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0">
                  <a:moveTo>
                    <a:pt x="0" y="0"/>
                  </a:moveTo>
                  <a:cubicBezTo>
                    <a:pt x="11" y="11"/>
                    <a:pt x="20" y="26"/>
                    <a:pt x="23" y="40"/>
                  </a:cubicBezTo>
                  <a:cubicBezTo>
                    <a:pt x="23" y="28"/>
                    <a:pt x="24" y="13"/>
                    <a:pt x="40" y="8"/>
                  </a:cubicBezTo>
                  <a:cubicBezTo>
                    <a:pt x="30" y="10"/>
                    <a:pt x="6" y="12"/>
                    <a:pt x="3" y="0"/>
                  </a:cubicBezTo>
                </a:path>
              </a:pathLst>
            </a:custGeom>
            <a:solidFill>
              <a:srgbClr val="F7F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68" name="Freeform 677">
              <a:extLst>
                <a:ext uri="{FF2B5EF4-FFF2-40B4-BE49-F238E27FC236}">
                  <a16:creationId xmlns:a16="http://schemas.microsoft.com/office/drawing/2014/main" id="{6C56C553-546E-4D9D-AC9B-E223A0AB9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141"/>
              <a:ext cx="64" cy="47"/>
            </a:xfrm>
            <a:custGeom>
              <a:avLst/>
              <a:gdLst>
                <a:gd name="T0" fmla="*/ 0 w 40"/>
                <a:gd name="T1" fmla="*/ 29 h 29"/>
                <a:gd name="T2" fmla="*/ 131 w 40"/>
                <a:gd name="T3" fmla="*/ 123 h 29"/>
                <a:gd name="T4" fmla="*/ 163 w 40"/>
                <a:gd name="T5" fmla="*/ 13 h 29"/>
                <a:gd name="T6" fmla="*/ 5 w 40"/>
                <a:gd name="T7" fmla="*/ 2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9">
                  <a:moveTo>
                    <a:pt x="0" y="7"/>
                  </a:moveTo>
                  <a:cubicBezTo>
                    <a:pt x="10" y="0"/>
                    <a:pt x="32" y="16"/>
                    <a:pt x="32" y="29"/>
                  </a:cubicBezTo>
                  <a:cubicBezTo>
                    <a:pt x="25" y="20"/>
                    <a:pt x="30" y="7"/>
                    <a:pt x="40" y="3"/>
                  </a:cubicBezTo>
                  <a:cubicBezTo>
                    <a:pt x="31" y="9"/>
                    <a:pt x="8" y="6"/>
                    <a:pt x="1" y="6"/>
                  </a:cubicBezTo>
                </a:path>
              </a:pathLst>
            </a:custGeom>
            <a:solidFill>
              <a:srgbClr val="F7F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69" name="Freeform 678">
              <a:extLst>
                <a:ext uri="{FF2B5EF4-FFF2-40B4-BE49-F238E27FC236}">
                  <a16:creationId xmlns:a16="http://schemas.microsoft.com/office/drawing/2014/main" id="{3E2DEB7E-88A7-45E3-A47C-9BA993339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405"/>
              <a:ext cx="104" cy="144"/>
            </a:xfrm>
            <a:custGeom>
              <a:avLst/>
              <a:gdLst>
                <a:gd name="T0" fmla="*/ 0 w 64"/>
                <a:gd name="T1" fmla="*/ 73 h 89"/>
                <a:gd name="T2" fmla="*/ 89 w 64"/>
                <a:gd name="T3" fmla="*/ 377 h 89"/>
                <a:gd name="T4" fmla="*/ 275 w 64"/>
                <a:gd name="T5" fmla="*/ 191 h 89"/>
                <a:gd name="T6" fmla="*/ 122 w 64"/>
                <a:gd name="T7" fmla="*/ 0 h 89"/>
                <a:gd name="T8" fmla="*/ 29 w 64"/>
                <a:gd name="T9" fmla="*/ 73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89">
                  <a:moveTo>
                    <a:pt x="0" y="17"/>
                  </a:moveTo>
                  <a:cubicBezTo>
                    <a:pt x="23" y="28"/>
                    <a:pt x="28" y="67"/>
                    <a:pt x="21" y="89"/>
                  </a:cubicBezTo>
                  <a:cubicBezTo>
                    <a:pt x="16" y="69"/>
                    <a:pt x="49" y="49"/>
                    <a:pt x="64" y="45"/>
                  </a:cubicBezTo>
                  <a:cubicBezTo>
                    <a:pt x="27" y="59"/>
                    <a:pt x="35" y="20"/>
                    <a:pt x="28" y="0"/>
                  </a:cubicBezTo>
                  <a:cubicBezTo>
                    <a:pt x="28" y="10"/>
                    <a:pt x="17" y="17"/>
                    <a:pt x="7" y="17"/>
                  </a:cubicBezTo>
                </a:path>
              </a:pathLst>
            </a:custGeom>
            <a:solidFill>
              <a:srgbClr val="F7F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70" name="Freeform 679">
              <a:extLst>
                <a:ext uri="{FF2B5EF4-FFF2-40B4-BE49-F238E27FC236}">
                  <a16:creationId xmlns:a16="http://schemas.microsoft.com/office/drawing/2014/main" id="{FFDB8B11-237E-48C2-803D-D9B9913B8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431"/>
              <a:ext cx="44" cy="44"/>
            </a:xfrm>
            <a:custGeom>
              <a:avLst/>
              <a:gdLst>
                <a:gd name="T0" fmla="*/ 0 w 27"/>
                <a:gd name="T1" fmla="*/ 5 h 27"/>
                <a:gd name="T2" fmla="*/ 77 w 27"/>
                <a:gd name="T3" fmla="*/ 117 h 27"/>
                <a:gd name="T4" fmla="*/ 117 w 27"/>
                <a:gd name="T5" fmla="*/ 5 h 27"/>
                <a:gd name="T6" fmla="*/ 0 w 2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7">
                  <a:moveTo>
                    <a:pt x="0" y="1"/>
                  </a:moveTo>
                  <a:cubicBezTo>
                    <a:pt x="8" y="10"/>
                    <a:pt x="15" y="17"/>
                    <a:pt x="18" y="27"/>
                  </a:cubicBezTo>
                  <a:cubicBezTo>
                    <a:pt x="17" y="17"/>
                    <a:pt x="21" y="5"/>
                    <a:pt x="27" y="1"/>
                  </a:cubicBezTo>
                  <a:cubicBezTo>
                    <a:pt x="18" y="1"/>
                    <a:pt x="8" y="4"/>
                    <a:pt x="0" y="0"/>
                  </a:cubicBezTo>
                </a:path>
              </a:pathLst>
            </a:custGeom>
            <a:solidFill>
              <a:srgbClr val="F7F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71" name="Freeform 680">
              <a:extLst>
                <a:ext uri="{FF2B5EF4-FFF2-40B4-BE49-F238E27FC236}">
                  <a16:creationId xmlns:a16="http://schemas.microsoft.com/office/drawing/2014/main" id="{D9CA234C-BD89-4932-881A-AD6D7CDDC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963"/>
              <a:ext cx="47" cy="52"/>
            </a:xfrm>
            <a:custGeom>
              <a:avLst/>
              <a:gdLst>
                <a:gd name="T0" fmla="*/ 55 w 29"/>
                <a:gd name="T1" fmla="*/ 5 h 32"/>
                <a:gd name="T2" fmla="*/ 0 w 29"/>
                <a:gd name="T3" fmla="*/ 122 h 32"/>
                <a:gd name="T4" fmla="*/ 123 w 29"/>
                <a:gd name="T5" fmla="*/ 138 h 32"/>
                <a:gd name="T6" fmla="*/ 84 w 29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2">
                  <a:moveTo>
                    <a:pt x="13" y="1"/>
                  </a:moveTo>
                  <a:cubicBezTo>
                    <a:pt x="18" y="11"/>
                    <a:pt x="9" y="23"/>
                    <a:pt x="0" y="28"/>
                  </a:cubicBezTo>
                  <a:cubicBezTo>
                    <a:pt x="11" y="27"/>
                    <a:pt x="21" y="21"/>
                    <a:pt x="29" y="32"/>
                  </a:cubicBezTo>
                  <a:cubicBezTo>
                    <a:pt x="20" y="25"/>
                    <a:pt x="16" y="9"/>
                    <a:pt x="20" y="0"/>
                  </a:cubicBezTo>
                </a:path>
              </a:pathLst>
            </a:custGeom>
            <a:solidFill>
              <a:srgbClr val="F7F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72" name="Freeform 681">
              <a:extLst>
                <a:ext uri="{FF2B5EF4-FFF2-40B4-BE49-F238E27FC236}">
                  <a16:creationId xmlns:a16="http://schemas.microsoft.com/office/drawing/2014/main" id="{AE501B9B-998A-4237-9830-029965F5A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608"/>
              <a:ext cx="42" cy="93"/>
            </a:xfrm>
            <a:custGeom>
              <a:avLst/>
              <a:gdLst>
                <a:gd name="T0" fmla="*/ 0 w 26"/>
                <a:gd name="T1" fmla="*/ 0 h 58"/>
                <a:gd name="T2" fmla="*/ 34 w 26"/>
                <a:gd name="T3" fmla="*/ 239 h 58"/>
                <a:gd name="T4" fmla="*/ 110 w 26"/>
                <a:gd name="T5" fmla="*/ 26 h 58"/>
                <a:gd name="T6" fmla="*/ 34 w 26"/>
                <a:gd name="T7" fmla="*/ 34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8">
                  <a:moveTo>
                    <a:pt x="0" y="0"/>
                  </a:moveTo>
                  <a:cubicBezTo>
                    <a:pt x="13" y="14"/>
                    <a:pt x="8" y="40"/>
                    <a:pt x="8" y="58"/>
                  </a:cubicBezTo>
                  <a:cubicBezTo>
                    <a:pt x="6" y="38"/>
                    <a:pt x="12" y="20"/>
                    <a:pt x="26" y="6"/>
                  </a:cubicBezTo>
                  <a:cubicBezTo>
                    <a:pt x="20" y="9"/>
                    <a:pt x="14" y="7"/>
                    <a:pt x="8" y="8"/>
                  </a:cubicBezTo>
                </a:path>
              </a:pathLst>
            </a:custGeom>
            <a:solidFill>
              <a:srgbClr val="F7F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73" name="Freeform 682">
              <a:extLst>
                <a:ext uri="{FF2B5EF4-FFF2-40B4-BE49-F238E27FC236}">
                  <a16:creationId xmlns:a16="http://schemas.microsoft.com/office/drawing/2014/main" id="{F387FAFE-36AB-4F26-9E37-BF4CBE1C4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926"/>
              <a:ext cx="97" cy="63"/>
            </a:xfrm>
            <a:custGeom>
              <a:avLst/>
              <a:gdLst>
                <a:gd name="T0" fmla="*/ 34 w 60"/>
                <a:gd name="T1" fmla="*/ 0 h 39"/>
                <a:gd name="T2" fmla="*/ 68 w 60"/>
                <a:gd name="T3" fmla="*/ 165 h 39"/>
                <a:gd name="T4" fmla="*/ 254 w 60"/>
                <a:gd name="T5" fmla="*/ 144 h 39"/>
                <a:gd name="T6" fmla="*/ 0 w 60"/>
                <a:gd name="T7" fmla="*/ 3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9">
                  <a:moveTo>
                    <a:pt x="8" y="0"/>
                  </a:moveTo>
                  <a:cubicBezTo>
                    <a:pt x="7" y="11"/>
                    <a:pt x="15" y="26"/>
                    <a:pt x="16" y="39"/>
                  </a:cubicBezTo>
                  <a:cubicBezTo>
                    <a:pt x="30" y="35"/>
                    <a:pt x="45" y="34"/>
                    <a:pt x="60" y="34"/>
                  </a:cubicBezTo>
                  <a:cubicBezTo>
                    <a:pt x="44" y="31"/>
                    <a:pt x="9" y="21"/>
                    <a:pt x="0" y="8"/>
                  </a:cubicBezTo>
                </a:path>
              </a:pathLst>
            </a:custGeom>
            <a:solidFill>
              <a:srgbClr val="F7F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74" name="Oval 683">
              <a:extLst>
                <a:ext uri="{FF2B5EF4-FFF2-40B4-BE49-F238E27FC236}">
                  <a16:creationId xmlns:a16="http://schemas.microsoft.com/office/drawing/2014/main" id="{E33384BC-C4A4-4203-8D25-29077B307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3034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5" name="Oval 684">
              <a:extLst>
                <a:ext uri="{FF2B5EF4-FFF2-40B4-BE49-F238E27FC236}">
                  <a16:creationId xmlns:a16="http://schemas.microsoft.com/office/drawing/2014/main" id="{E7FB7E8B-BF9E-4960-89CE-0CC2A8B64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3052"/>
              <a:ext cx="27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6" name="Oval 685">
              <a:extLst>
                <a:ext uri="{FF2B5EF4-FFF2-40B4-BE49-F238E27FC236}">
                  <a16:creationId xmlns:a16="http://schemas.microsoft.com/office/drawing/2014/main" id="{9D1E556D-42A5-484B-9D97-C1C89D1A5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6" y="2958"/>
              <a:ext cx="31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7" name="Oval 686">
              <a:extLst>
                <a:ext uri="{FF2B5EF4-FFF2-40B4-BE49-F238E27FC236}">
                  <a16:creationId xmlns:a16="http://schemas.microsoft.com/office/drawing/2014/main" id="{CE93FD17-7E49-4B4E-9A70-5D47A2AE0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3" y="2978"/>
              <a:ext cx="29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8" name="Oval 687">
              <a:extLst>
                <a:ext uri="{FF2B5EF4-FFF2-40B4-BE49-F238E27FC236}">
                  <a16:creationId xmlns:a16="http://schemas.microsoft.com/office/drawing/2014/main" id="{B4CBAD0E-41F4-4AF7-A3FD-A228B237B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4" y="3133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9" name="Oval 688">
              <a:extLst>
                <a:ext uri="{FF2B5EF4-FFF2-40B4-BE49-F238E27FC236}">
                  <a16:creationId xmlns:a16="http://schemas.microsoft.com/office/drawing/2014/main" id="{751C0E2C-6168-452C-9E44-98F1C3CEB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3134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0" name="Oval 689">
              <a:extLst>
                <a:ext uri="{FF2B5EF4-FFF2-40B4-BE49-F238E27FC236}">
                  <a16:creationId xmlns:a16="http://schemas.microsoft.com/office/drawing/2014/main" id="{63C04AF0-17C8-46E2-B787-397FC6F6A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3159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1" name="Oval 690">
              <a:extLst>
                <a:ext uri="{FF2B5EF4-FFF2-40B4-BE49-F238E27FC236}">
                  <a16:creationId xmlns:a16="http://schemas.microsoft.com/office/drawing/2014/main" id="{3D0CC855-75CD-488E-9298-308D819C1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3438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2" name="Oval 691">
              <a:extLst>
                <a:ext uri="{FF2B5EF4-FFF2-40B4-BE49-F238E27FC236}">
                  <a16:creationId xmlns:a16="http://schemas.microsoft.com/office/drawing/2014/main" id="{89AC0A10-E75B-44F3-9EA5-A610EEFEE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3" y="3154"/>
              <a:ext cx="37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3" name="Oval 692">
              <a:extLst>
                <a:ext uri="{FF2B5EF4-FFF2-40B4-BE49-F238E27FC236}">
                  <a16:creationId xmlns:a16="http://schemas.microsoft.com/office/drawing/2014/main" id="{1B4F3AB0-17D2-41DD-BE08-2780F22BE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282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4" name="Oval 693">
              <a:extLst>
                <a:ext uri="{FF2B5EF4-FFF2-40B4-BE49-F238E27FC236}">
                  <a16:creationId xmlns:a16="http://schemas.microsoft.com/office/drawing/2014/main" id="{A506D8B2-72B1-472F-90B0-5B9BF1672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" y="2660"/>
              <a:ext cx="2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5" name="Oval 694">
              <a:extLst>
                <a:ext uri="{FF2B5EF4-FFF2-40B4-BE49-F238E27FC236}">
                  <a16:creationId xmlns:a16="http://schemas.microsoft.com/office/drawing/2014/main" id="{E9064E57-1979-430C-B14C-98FBEDA8D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" y="3446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6" name="Oval 695">
              <a:extLst>
                <a:ext uri="{FF2B5EF4-FFF2-40B4-BE49-F238E27FC236}">
                  <a16:creationId xmlns:a16="http://schemas.microsoft.com/office/drawing/2014/main" id="{E7B7C725-E9D4-4A00-B7B4-7BDA9152D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3504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7" name="Oval 696">
              <a:extLst>
                <a:ext uri="{FF2B5EF4-FFF2-40B4-BE49-F238E27FC236}">
                  <a16:creationId xmlns:a16="http://schemas.microsoft.com/office/drawing/2014/main" id="{BA51E7C1-09C9-485D-A9D8-55982BC4B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2408"/>
              <a:ext cx="25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8" name="Oval 697">
              <a:extLst>
                <a:ext uri="{FF2B5EF4-FFF2-40B4-BE49-F238E27FC236}">
                  <a16:creationId xmlns:a16="http://schemas.microsoft.com/office/drawing/2014/main" id="{0B603AD5-77F0-4450-83F0-7CE6D435E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616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9" name="Oval 698">
              <a:extLst>
                <a:ext uri="{FF2B5EF4-FFF2-40B4-BE49-F238E27FC236}">
                  <a16:creationId xmlns:a16="http://schemas.microsoft.com/office/drawing/2014/main" id="{DFE80458-C8EF-4757-9905-21BD5E03F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674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0" name="Oval 699">
              <a:extLst>
                <a:ext uri="{FF2B5EF4-FFF2-40B4-BE49-F238E27FC236}">
                  <a16:creationId xmlns:a16="http://schemas.microsoft.com/office/drawing/2014/main" id="{3FA3C3D7-7C41-41E3-8AE2-B928432B3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1308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1" name="Oval 700">
              <a:extLst>
                <a:ext uri="{FF2B5EF4-FFF2-40B4-BE49-F238E27FC236}">
                  <a16:creationId xmlns:a16="http://schemas.microsoft.com/office/drawing/2014/main" id="{11833CCB-C87D-4715-80B3-C9B6C588F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1395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2" name="Oval 701">
              <a:extLst>
                <a:ext uri="{FF2B5EF4-FFF2-40B4-BE49-F238E27FC236}">
                  <a16:creationId xmlns:a16="http://schemas.microsoft.com/office/drawing/2014/main" id="{7D4B3980-C2D3-4480-B1FC-A40E9D89B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" y="1075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3" name="Oval 702">
              <a:extLst>
                <a:ext uri="{FF2B5EF4-FFF2-40B4-BE49-F238E27FC236}">
                  <a16:creationId xmlns:a16="http://schemas.microsoft.com/office/drawing/2014/main" id="{06A50A3A-5A5C-4463-B893-7009D5881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137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4" name="Oval 703">
              <a:extLst>
                <a:ext uri="{FF2B5EF4-FFF2-40B4-BE49-F238E27FC236}">
                  <a16:creationId xmlns:a16="http://schemas.microsoft.com/office/drawing/2014/main" id="{BBABD71A-DA13-4E91-B031-F39F306C9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4" y="170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5" name="Oval 704">
              <a:extLst>
                <a:ext uri="{FF2B5EF4-FFF2-40B4-BE49-F238E27FC236}">
                  <a16:creationId xmlns:a16="http://schemas.microsoft.com/office/drawing/2014/main" id="{50F71A13-B23A-4012-93BC-1573A5070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9" y="1872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6" name="Oval 705">
              <a:extLst>
                <a:ext uri="{FF2B5EF4-FFF2-40B4-BE49-F238E27FC236}">
                  <a16:creationId xmlns:a16="http://schemas.microsoft.com/office/drawing/2014/main" id="{E45B0DE1-5894-4779-ABAF-04D1C6164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8" y="2926"/>
              <a:ext cx="29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>
            <a:extLst>
              <a:ext uri="{FF2B5EF4-FFF2-40B4-BE49-F238E27FC236}">
                <a16:creationId xmlns:a16="http://schemas.microsoft.com/office/drawing/2014/main" id="{523C0CD9-3FE8-401D-B6A4-89017D2D19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Capillaries (3)</a:t>
            </a:r>
          </a:p>
        </p:txBody>
      </p:sp>
      <p:sp>
        <p:nvSpPr>
          <p:cNvPr id="34818" name="Oval 3">
            <a:extLst>
              <a:ext uri="{FF2B5EF4-FFF2-40B4-BE49-F238E27FC236}">
                <a16:creationId xmlns:a16="http://schemas.microsoft.com/office/drawing/2014/main" id="{AD2F8CF0-8978-43F6-836A-9BE0B4651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9175" y="3103563"/>
            <a:ext cx="4763" cy="4762"/>
          </a:xfrm>
          <a:prstGeom prst="ellipse">
            <a:avLst/>
          </a:prstGeom>
          <a:solidFill>
            <a:srgbClr val="589FD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19" name="Oval 4">
            <a:extLst>
              <a:ext uri="{FF2B5EF4-FFF2-40B4-BE49-F238E27FC236}">
                <a16:creationId xmlns:a16="http://schemas.microsoft.com/office/drawing/2014/main" id="{0BF9F641-B4E3-40BE-89B2-47CF97398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4413" y="3063875"/>
            <a:ext cx="4762" cy="4763"/>
          </a:xfrm>
          <a:prstGeom prst="ellipse">
            <a:avLst/>
          </a:prstGeom>
          <a:solidFill>
            <a:srgbClr val="589FD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20" name="Oval 5">
            <a:extLst>
              <a:ext uri="{FF2B5EF4-FFF2-40B4-BE49-F238E27FC236}">
                <a16:creationId xmlns:a16="http://schemas.microsoft.com/office/drawing/2014/main" id="{09DD0A2B-992A-43B9-8AD4-43E85CD46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9663" y="3125788"/>
            <a:ext cx="4762" cy="6350"/>
          </a:xfrm>
          <a:prstGeom prst="ellipse">
            <a:avLst/>
          </a:prstGeom>
          <a:solidFill>
            <a:srgbClr val="589FD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21" name="Oval 6">
            <a:extLst>
              <a:ext uri="{FF2B5EF4-FFF2-40B4-BE49-F238E27FC236}">
                <a16:creationId xmlns:a16="http://schemas.microsoft.com/office/drawing/2014/main" id="{5DC9E0A5-0F4A-4EFE-935C-33E0B93DE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3163" y="3244850"/>
            <a:ext cx="4762" cy="4763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22" name="Oval 7">
            <a:extLst>
              <a:ext uri="{FF2B5EF4-FFF2-40B4-BE49-F238E27FC236}">
                <a16:creationId xmlns:a16="http://schemas.microsoft.com/office/drawing/2014/main" id="{147F9845-860B-48DD-BC19-86F8DD94C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3800" y="3278188"/>
            <a:ext cx="6350" cy="6350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23" name="Oval 8">
            <a:extLst>
              <a:ext uri="{FF2B5EF4-FFF2-40B4-BE49-F238E27FC236}">
                <a16:creationId xmlns:a16="http://schemas.microsoft.com/office/drawing/2014/main" id="{CC8D9194-2E43-4942-B164-A6E8AE695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4913" y="3222625"/>
            <a:ext cx="4762" cy="4763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24" name="Oval 9">
            <a:extLst>
              <a:ext uri="{FF2B5EF4-FFF2-40B4-BE49-F238E27FC236}">
                <a16:creationId xmlns:a16="http://schemas.microsoft.com/office/drawing/2014/main" id="{0A5CD12A-9C26-4663-A3E1-1C02A3E8B6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9675" y="3284538"/>
            <a:ext cx="6350" cy="4762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25" name="Oval 10">
            <a:extLst>
              <a:ext uri="{FF2B5EF4-FFF2-40B4-BE49-F238E27FC236}">
                <a16:creationId xmlns:a16="http://schemas.microsoft.com/office/drawing/2014/main" id="{2041C53B-AC0B-4F8D-AB22-6393D7634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1900" y="3273425"/>
            <a:ext cx="4763" cy="4763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26" name="Oval 11">
            <a:extLst>
              <a:ext uri="{FF2B5EF4-FFF2-40B4-BE49-F238E27FC236}">
                <a16:creationId xmlns:a16="http://schemas.microsoft.com/office/drawing/2014/main" id="{0297FDD7-26BE-44B1-A014-77C4F6C9E0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400" y="3273425"/>
            <a:ext cx="4763" cy="4763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27" name="Oval 12">
            <a:extLst>
              <a:ext uri="{FF2B5EF4-FFF2-40B4-BE49-F238E27FC236}">
                <a16:creationId xmlns:a16="http://schemas.microsoft.com/office/drawing/2014/main" id="{573C8962-5AB1-43E1-8B13-02B976DBA1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7288" y="3244850"/>
            <a:ext cx="4762" cy="4763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28" name="Oval 13">
            <a:extLst>
              <a:ext uri="{FF2B5EF4-FFF2-40B4-BE49-F238E27FC236}">
                <a16:creationId xmlns:a16="http://schemas.microsoft.com/office/drawing/2014/main" id="{DC3D27F1-8677-4D95-B4CD-B07B497C0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0938" y="3216275"/>
            <a:ext cx="6350" cy="6350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29" name="Oval 14">
            <a:extLst>
              <a:ext uri="{FF2B5EF4-FFF2-40B4-BE49-F238E27FC236}">
                <a16:creationId xmlns:a16="http://schemas.microsoft.com/office/drawing/2014/main" id="{93AFE2E9-8863-4B78-8C21-618E53BD1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400" y="3216275"/>
            <a:ext cx="4763" cy="6350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30" name="Oval 15">
            <a:extLst>
              <a:ext uri="{FF2B5EF4-FFF2-40B4-BE49-F238E27FC236}">
                <a16:creationId xmlns:a16="http://schemas.microsoft.com/office/drawing/2014/main" id="{C79F62D4-1634-45E0-ABDF-D5F2F0BC2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6175" y="3233738"/>
            <a:ext cx="4763" cy="11112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31" name="Oval 16">
            <a:extLst>
              <a:ext uri="{FF2B5EF4-FFF2-40B4-BE49-F238E27FC236}">
                <a16:creationId xmlns:a16="http://schemas.microsoft.com/office/drawing/2014/main" id="{05D59530-706B-4A8B-9B8C-843C30C4A1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3163" y="3216275"/>
            <a:ext cx="11112" cy="6350"/>
          </a:xfrm>
          <a:prstGeom prst="ellipse">
            <a:avLst/>
          </a:prstGeom>
          <a:solidFill>
            <a:srgbClr val="C43B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32" name="Oval 17">
            <a:extLst>
              <a:ext uri="{FF2B5EF4-FFF2-40B4-BE49-F238E27FC236}">
                <a16:creationId xmlns:a16="http://schemas.microsoft.com/office/drawing/2014/main" id="{2FF93093-9A4F-4704-8341-C7CF187B31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7288" y="2843213"/>
            <a:ext cx="4762" cy="11112"/>
          </a:xfrm>
          <a:prstGeom prst="ellipse">
            <a:avLst/>
          </a:prstGeom>
          <a:solidFill>
            <a:srgbClr val="7EB9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33" name="Oval 18">
            <a:extLst>
              <a:ext uri="{FF2B5EF4-FFF2-40B4-BE49-F238E27FC236}">
                <a16:creationId xmlns:a16="http://schemas.microsoft.com/office/drawing/2014/main" id="{D7D1F8FC-67E0-40AE-924C-0EAA584BAF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3800" y="2808288"/>
            <a:ext cx="6350" cy="12700"/>
          </a:xfrm>
          <a:prstGeom prst="ellipse">
            <a:avLst/>
          </a:prstGeom>
          <a:solidFill>
            <a:srgbClr val="7EB9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34" name="Oval 19">
            <a:extLst>
              <a:ext uri="{FF2B5EF4-FFF2-40B4-BE49-F238E27FC236}">
                <a16:creationId xmlns:a16="http://schemas.microsoft.com/office/drawing/2014/main" id="{539F617E-686E-454E-9137-79699597C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8550" y="3578225"/>
            <a:ext cx="4763" cy="6350"/>
          </a:xfrm>
          <a:prstGeom prst="ellipse">
            <a:avLst/>
          </a:prstGeom>
          <a:solidFill>
            <a:srgbClr val="E142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35" name="Oval 20">
            <a:extLst>
              <a:ext uri="{FF2B5EF4-FFF2-40B4-BE49-F238E27FC236}">
                <a16:creationId xmlns:a16="http://schemas.microsoft.com/office/drawing/2014/main" id="{C3D86DF1-AD71-4BD1-BE37-E3ACD88F8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5200" y="3617913"/>
            <a:ext cx="6350" cy="6350"/>
          </a:xfrm>
          <a:prstGeom prst="ellipse">
            <a:avLst/>
          </a:prstGeom>
          <a:solidFill>
            <a:srgbClr val="E142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36" name="Oval 21">
            <a:extLst>
              <a:ext uri="{FF2B5EF4-FFF2-40B4-BE49-F238E27FC236}">
                <a16:creationId xmlns:a16="http://schemas.microsoft.com/office/drawing/2014/main" id="{870DD729-F381-4393-BCD8-C66B9BB6C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5063" y="4275138"/>
            <a:ext cx="11112" cy="4762"/>
          </a:xfrm>
          <a:prstGeom prst="ellipse">
            <a:avLst/>
          </a:prstGeom>
          <a:solidFill>
            <a:srgbClr val="E142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37" name="Oval 22">
            <a:extLst>
              <a:ext uri="{FF2B5EF4-FFF2-40B4-BE49-F238E27FC236}">
                <a16:creationId xmlns:a16="http://schemas.microsoft.com/office/drawing/2014/main" id="{A0AB474B-B0BF-4019-91A8-9C548A2F17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9663" y="4275138"/>
            <a:ext cx="4762" cy="4762"/>
          </a:xfrm>
          <a:prstGeom prst="ellipse">
            <a:avLst/>
          </a:prstGeom>
          <a:solidFill>
            <a:srgbClr val="E142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38" name="Oval 23">
            <a:extLst>
              <a:ext uri="{FF2B5EF4-FFF2-40B4-BE49-F238E27FC236}">
                <a16:creationId xmlns:a16="http://schemas.microsoft.com/office/drawing/2014/main" id="{51B63825-BA38-4616-9F0D-3020C9C812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5675" y="4211638"/>
            <a:ext cx="4763" cy="12700"/>
          </a:xfrm>
          <a:prstGeom prst="ellipse">
            <a:avLst/>
          </a:prstGeom>
          <a:solidFill>
            <a:srgbClr val="7EB9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39" name="Oval 24">
            <a:extLst>
              <a:ext uri="{FF2B5EF4-FFF2-40B4-BE49-F238E27FC236}">
                <a16:creationId xmlns:a16="http://schemas.microsoft.com/office/drawing/2014/main" id="{B1C8160D-AE04-4242-A35C-6B60D9ACA1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5675" y="4806950"/>
            <a:ext cx="4763" cy="4763"/>
          </a:xfrm>
          <a:prstGeom prst="ellipse">
            <a:avLst/>
          </a:prstGeom>
          <a:solidFill>
            <a:srgbClr val="7EB9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40" name="Oval 25">
            <a:extLst>
              <a:ext uri="{FF2B5EF4-FFF2-40B4-BE49-F238E27FC236}">
                <a16:creationId xmlns:a16="http://schemas.microsoft.com/office/drawing/2014/main" id="{BF912636-AB91-49D7-B364-A21EA9B455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0438" y="4767263"/>
            <a:ext cx="1587" cy="1587"/>
          </a:xfrm>
          <a:prstGeom prst="ellipse">
            <a:avLst/>
          </a:prstGeom>
          <a:solidFill>
            <a:srgbClr val="7EB9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41" name="Oval 26">
            <a:extLst>
              <a:ext uri="{FF2B5EF4-FFF2-40B4-BE49-F238E27FC236}">
                <a16:creationId xmlns:a16="http://schemas.microsoft.com/office/drawing/2014/main" id="{1DE42DE8-32BF-4538-8C8D-014E4279A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9050" y="4965700"/>
            <a:ext cx="6350" cy="4763"/>
          </a:xfrm>
          <a:prstGeom prst="ellipse">
            <a:avLst/>
          </a:prstGeom>
          <a:solidFill>
            <a:srgbClr val="E142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34842" name="Oval 27">
            <a:extLst>
              <a:ext uri="{FF2B5EF4-FFF2-40B4-BE49-F238E27FC236}">
                <a16:creationId xmlns:a16="http://schemas.microsoft.com/office/drawing/2014/main" id="{4BE99EE7-9FDA-4805-86FA-9BC5D2DC7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1425" y="4913313"/>
            <a:ext cx="6350" cy="6350"/>
          </a:xfrm>
          <a:prstGeom prst="ellipse">
            <a:avLst/>
          </a:prstGeom>
          <a:solidFill>
            <a:srgbClr val="E142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4843" name="capillary-bed-microcirculation-diagram">
            <a:extLst>
              <a:ext uri="{FF2B5EF4-FFF2-40B4-BE49-F238E27FC236}">
                <a16:creationId xmlns:a16="http://schemas.microsoft.com/office/drawing/2014/main" id="{7889BD93-839F-475A-9AD9-ABCBC5DB69C2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1600200"/>
            <a:ext cx="5867400" cy="4040188"/>
            <a:chOff x="2448" y="2079"/>
            <a:chExt cx="3148" cy="2168"/>
          </a:xfrm>
        </p:grpSpPr>
        <p:sp>
          <p:nvSpPr>
            <p:cNvPr id="34844" name="Oval 30">
              <a:extLst>
                <a:ext uri="{FF2B5EF4-FFF2-40B4-BE49-F238E27FC236}">
                  <a16:creationId xmlns:a16="http://schemas.microsoft.com/office/drawing/2014/main" id="{69A1A1FC-5D76-44CD-A733-FB94EFE8D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142"/>
              <a:ext cx="2668" cy="2083"/>
            </a:xfrm>
            <a:prstGeom prst="ellipse">
              <a:avLst/>
            </a:prstGeom>
            <a:solidFill>
              <a:srgbClr val="E8C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5" name="Freeform 31">
              <a:extLst>
                <a:ext uri="{FF2B5EF4-FFF2-40B4-BE49-F238E27FC236}">
                  <a16:creationId xmlns:a16="http://schemas.microsoft.com/office/drawing/2014/main" id="{59E28DCA-1294-41C8-8A89-8F15DBCAF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365"/>
              <a:ext cx="178" cy="282"/>
            </a:xfrm>
            <a:custGeom>
              <a:avLst/>
              <a:gdLst>
                <a:gd name="T0" fmla="*/ 913 w 71"/>
                <a:gd name="T1" fmla="*/ 1028 h 113"/>
                <a:gd name="T2" fmla="*/ 629 w 71"/>
                <a:gd name="T3" fmla="*/ 1383 h 113"/>
                <a:gd name="T4" fmla="*/ 83 w 71"/>
                <a:gd name="T5" fmla="*/ 1557 h 113"/>
                <a:gd name="T6" fmla="*/ 271 w 71"/>
                <a:gd name="T7" fmla="*/ 92 h 113"/>
                <a:gd name="T8" fmla="*/ 1055 w 71"/>
                <a:gd name="T9" fmla="*/ 636 h 113"/>
                <a:gd name="T10" fmla="*/ 913 w 71"/>
                <a:gd name="T11" fmla="*/ 1028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13">
                  <a:moveTo>
                    <a:pt x="58" y="66"/>
                  </a:moveTo>
                  <a:cubicBezTo>
                    <a:pt x="55" y="81"/>
                    <a:pt x="50" y="85"/>
                    <a:pt x="40" y="89"/>
                  </a:cubicBezTo>
                  <a:cubicBezTo>
                    <a:pt x="29" y="94"/>
                    <a:pt x="7" y="113"/>
                    <a:pt x="5" y="100"/>
                  </a:cubicBezTo>
                  <a:cubicBezTo>
                    <a:pt x="0" y="87"/>
                    <a:pt x="2" y="12"/>
                    <a:pt x="17" y="6"/>
                  </a:cubicBezTo>
                  <a:cubicBezTo>
                    <a:pt x="30" y="0"/>
                    <a:pt x="56" y="23"/>
                    <a:pt x="67" y="41"/>
                  </a:cubicBezTo>
                  <a:cubicBezTo>
                    <a:pt x="71" y="50"/>
                    <a:pt x="59" y="62"/>
                    <a:pt x="58" y="6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32">
              <a:extLst>
                <a:ext uri="{FF2B5EF4-FFF2-40B4-BE49-F238E27FC236}">
                  <a16:creationId xmlns:a16="http://schemas.microsoft.com/office/drawing/2014/main" id="{4BE4D04F-8674-4612-AC50-12109EF57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385"/>
              <a:ext cx="240" cy="197"/>
            </a:xfrm>
            <a:custGeom>
              <a:avLst/>
              <a:gdLst>
                <a:gd name="T0" fmla="*/ 1083 w 96"/>
                <a:gd name="T1" fmla="*/ 1132 h 79"/>
                <a:gd name="T2" fmla="*/ 470 w 96"/>
                <a:gd name="T3" fmla="*/ 1162 h 79"/>
                <a:gd name="T4" fmla="*/ 313 w 96"/>
                <a:gd name="T5" fmla="*/ 820 h 79"/>
                <a:gd name="T6" fmla="*/ 113 w 96"/>
                <a:gd name="T7" fmla="*/ 404 h 79"/>
                <a:gd name="T8" fmla="*/ 658 w 96"/>
                <a:gd name="T9" fmla="*/ 125 h 79"/>
                <a:gd name="T10" fmla="*/ 1408 w 96"/>
                <a:gd name="T11" fmla="*/ 342 h 79"/>
                <a:gd name="T12" fmla="*/ 1175 w 96"/>
                <a:gd name="T13" fmla="*/ 653 h 79"/>
                <a:gd name="T14" fmla="*/ 1083 w 96"/>
                <a:gd name="T15" fmla="*/ 1132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79">
                  <a:moveTo>
                    <a:pt x="69" y="73"/>
                  </a:moveTo>
                  <a:cubicBezTo>
                    <a:pt x="56" y="77"/>
                    <a:pt x="39" y="79"/>
                    <a:pt x="30" y="75"/>
                  </a:cubicBezTo>
                  <a:cubicBezTo>
                    <a:pt x="23" y="71"/>
                    <a:pt x="22" y="59"/>
                    <a:pt x="20" y="53"/>
                  </a:cubicBezTo>
                  <a:cubicBezTo>
                    <a:pt x="17" y="44"/>
                    <a:pt x="9" y="35"/>
                    <a:pt x="7" y="26"/>
                  </a:cubicBezTo>
                  <a:cubicBezTo>
                    <a:pt x="0" y="7"/>
                    <a:pt x="27" y="7"/>
                    <a:pt x="42" y="8"/>
                  </a:cubicBezTo>
                  <a:cubicBezTo>
                    <a:pt x="54" y="8"/>
                    <a:pt x="96" y="0"/>
                    <a:pt x="90" y="22"/>
                  </a:cubicBezTo>
                  <a:cubicBezTo>
                    <a:pt x="88" y="26"/>
                    <a:pt x="78" y="33"/>
                    <a:pt x="75" y="42"/>
                  </a:cubicBezTo>
                  <a:cubicBezTo>
                    <a:pt x="73" y="50"/>
                    <a:pt x="74" y="72"/>
                    <a:pt x="69" y="7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33">
              <a:extLst>
                <a:ext uri="{FF2B5EF4-FFF2-40B4-BE49-F238E27FC236}">
                  <a16:creationId xmlns:a16="http://schemas.microsoft.com/office/drawing/2014/main" id="{3AED11AF-D4A1-42FE-8A0E-A501336C5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437"/>
              <a:ext cx="220" cy="185"/>
            </a:xfrm>
            <a:custGeom>
              <a:avLst/>
              <a:gdLst>
                <a:gd name="T0" fmla="*/ 1313 w 88"/>
                <a:gd name="T1" fmla="*/ 958 h 74"/>
                <a:gd name="T2" fmla="*/ 970 w 88"/>
                <a:gd name="T3" fmla="*/ 1125 h 74"/>
                <a:gd name="T4" fmla="*/ 345 w 88"/>
                <a:gd name="T5" fmla="*/ 1125 h 74"/>
                <a:gd name="T6" fmla="*/ 1000 w 88"/>
                <a:gd name="T7" fmla="*/ 363 h 74"/>
                <a:gd name="T8" fmla="*/ 1313 w 88"/>
                <a:gd name="T9" fmla="*/ 95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74">
                  <a:moveTo>
                    <a:pt x="84" y="61"/>
                  </a:moveTo>
                  <a:cubicBezTo>
                    <a:pt x="78" y="64"/>
                    <a:pt x="71" y="71"/>
                    <a:pt x="62" y="72"/>
                  </a:cubicBezTo>
                  <a:cubicBezTo>
                    <a:pt x="52" y="74"/>
                    <a:pt x="30" y="74"/>
                    <a:pt x="22" y="72"/>
                  </a:cubicBezTo>
                  <a:cubicBezTo>
                    <a:pt x="0" y="66"/>
                    <a:pt x="30" y="0"/>
                    <a:pt x="64" y="23"/>
                  </a:cubicBezTo>
                  <a:cubicBezTo>
                    <a:pt x="68" y="24"/>
                    <a:pt x="88" y="53"/>
                    <a:pt x="84" y="6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34">
              <a:extLst>
                <a:ext uri="{FF2B5EF4-FFF2-40B4-BE49-F238E27FC236}">
                  <a16:creationId xmlns:a16="http://schemas.microsoft.com/office/drawing/2014/main" id="{B198B008-E9C0-4D14-9306-6B7F7B9F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387"/>
              <a:ext cx="250" cy="215"/>
            </a:xfrm>
            <a:custGeom>
              <a:avLst/>
              <a:gdLst>
                <a:gd name="T0" fmla="*/ 1563 w 100"/>
                <a:gd name="T1" fmla="*/ 645 h 86"/>
                <a:gd name="T2" fmla="*/ 1333 w 100"/>
                <a:gd name="T3" fmla="*/ 1208 h 86"/>
                <a:gd name="T4" fmla="*/ 613 w 100"/>
                <a:gd name="T5" fmla="*/ 1283 h 86"/>
                <a:gd name="T6" fmla="*/ 63 w 100"/>
                <a:gd name="T7" fmla="*/ 908 h 86"/>
                <a:gd name="T8" fmla="*/ 333 w 100"/>
                <a:gd name="T9" fmla="*/ 250 h 86"/>
                <a:gd name="T10" fmla="*/ 875 w 100"/>
                <a:gd name="T11" fmla="*/ 83 h 86"/>
                <a:gd name="T12" fmla="*/ 1470 w 100"/>
                <a:gd name="T13" fmla="*/ 550 h 86"/>
                <a:gd name="T14" fmla="*/ 1563 w 100"/>
                <a:gd name="T15" fmla="*/ 64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6">
                  <a:moveTo>
                    <a:pt x="100" y="41"/>
                  </a:moveTo>
                  <a:cubicBezTo>
                    <a:pt x="100" y="50"/>
                    <a:pt x="90" y="71"/>
                    <a:pt x="85" y="77"/>
                  </a:cubicBezTo>
                  <a:cubicBezTo>
                    <a:pt x="76" y="85"/>
                    <a:pt x="54" y="86"/>
                    <a:pt x="39" y="82"/>
                  </a:cubicBezTo>
                  <a:cubicBezTo>
                    <a:pt x="24" y="79"/>
                    <a:pt x="8" y="68"/>
                    <a:pt x="4" y="58"/>
                  </a:cubicBezTo>
                  <a:cubicBezTo>
                    <a:pt x="0" y="48"/>
                    <a:pt x="4" y="27"/>
                    <a:pt x="21" y="16"/>
                  </a:cubicBezTo>
                  <a:cubicBezTo>
                    <a:pt x="32" y="9"/>
                    <a:pt x="44" y="0"/>
                    <a:pt x="56" y="5"/>
                  </a:cubicBezTo>
                  <a:cubicBezTo>
                    <a:pt x="73" y="12"/>
                    <a:pt x="80" y="25"/>
                    <a:pt x="94" y="35"/>
                  </a:cubicBezTo>
                  <a:cubicBezTo>
                    <a:pt x="96" y="35"/>
                    <a:pt x="100" y="39"/>
                    <a:pt x="100" y="4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35">
              <a:extLst>
                <a:ext uri="{FF2B5EF4-FFF2-40B4-BE49-F238E27FC236}">
                  <a16:creationId xmlns:a16="http://schemas.microsoft.com/office/drawing/2014/main" id="{4B1E5C27-D222-401B-98A1-A0BD58526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292"/>
              <a:ext cx="262" cy="183"/>
            </a:xfrm>
            <a:custGeom>
              <a:avLst/>
              <a:gdLst>
                <a:gd name="T0" fmla="*/ 1183 w 105"/>
                <a:gd name="T1" fmla="*/ 145 h 73"/>
                <a:gd name="T2" fmla="*/ 604 w 105"/>
                <a:gd name="T3" fmla="*/ 63 h 73"/>
                <a:gd name="T4" fmla="*/ 92 w 105"/>
                <a:gd name="T5" fmla="*/ 221 h 73"/>
                <a:gd name="T6" fmla="*/ 12 w 105"/>
                <a:gd name="T7" fmla="*/ 471 h 73"/>
                <a:gd name="T8" fmla="*/ 417 w 105"/>
                <a:gd name="T9" fmla="*/ 629 h 73"/>
                <a:gd name="T10" fmla="*/ 1041 w 105"/>
                <a:gd name="T11" fmla="*/ 1131 h 73"/>
                <a:gd name="T12" fmla="*/ 1525 w 105"/>
                <a:gd name="T13" fmla="*/ 847 h 73"/>
                <a:gd name="T14" fmla="*/ 1183 w 105"/>
                <a:gd name="T15" fmla="*/ 145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73">
                  <a:moveTo>
                    <a:pt x="76" y="9"/>
                  </a:moveTo>
                  <a:cubicBezTo>
                    <a:pt x="65" y="5"/>
                    <a:pt x="52" y="5"/>
                    <a:pt x="39" y="4"/>
                  </a:cubicBezTo>
                  <a:cubicBezTo>
                    <a:pt x="28" y="4"/>
                    <a:pt x="11" y="0"/>
                    <a:pt x="6" y="14"/>
                  </a:cubicBezTo>
                  <a:cubicBezTo>
                    <a:pt x="4" y="19"/>
                    <a:pt x="0" y="25"/>
                    <a:pt x="1" y="30"/>
                  </a:cubicBezTo>
                  <a:cubicBezTo>
                    <a:pt x="2" y="32"/>
                    <a:pt x="18" y="34"/>
                    <a:pt x="27" y="40"/>
                  </a:cubicBezTo>
                  <a:cubicBezTo>
                    <a:pt x="36" y="46"/>
                    <a:pt x="57" y="72"/>
                    <a:pt x="67" y="72"/>
                  </a:cubicBezTo>
                  <a:cubicBezTo>
                    <a:pt x="76" y="73"/>
                    <a:pt x="91" y="63"/>
                    <a:pt x="98" y="54"/>
                  </a:cubicBezTo>
                  <a:cubicBezTo>
                    <a:pt x="105" y="45"/>
                    <a:pt x="90" y="15"/>
                    <a:pt x="76" y="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36">
              <a:extLst>
                <a:ext uri="{FF2B5EF4-FFF2-40B4-BE49-F238E27FC236}">
                  <a16:creationId xmlns:a16="http://schemas.microsoft.com/office/drawing/2014/main" id="{B8BA98C2-FA25-403C-855A-2935A0F5A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4032"/>
              <a:ext cx="283" cy="183"/>
            </a:xfrm>
            <a:custGeom>
              <a:avLst/>
              <a:gdLst>
                <a:gd name="T0" fmla="*/ 1713 w 113"/>
                <a:gd name="T1" fmla="*/ 975 h 73"/>
                <a:gd name="T2" fmla="*/ 1397 w 113"/>
                <a:gd name="T3" fmla="*/ 1068 h 73"/>
                <a:gd name="T4" fmla="*/ 346 w 113"/>
                <a:gd name="T5" fmla="*/ 817 h 73"/>
                <a:gd name="T6" fmla="*/ 1397 w 113"/>
                <a:gd name="T7" fmla="*/ 363 h 73"/>
                <a:gd name="T8" fmla="*/ 1713 w 113"/>
                <a:gd name="T9" fmla="*/ 97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73">
                  <a:moveTo>
                    <a:pt x="109" y="62"/>
                  </a:moveTo>
                  <a:cubicBezTo>
                    <a:pt x="112" y="73"/>
                    <a:pt x="99" y="66"/>
                    <a:pt x="89" y="68"/>
                  </a:cubicBezTo>
                  <a:cubicBezTo>
                    <a:pt x="79" y="70"/>
                    <a:pt x="30" y="54"/>
                    <a:pt x="22" y="52"/>
                  </a:cubicBezTo>
                  <a:cubicBezTo>
                    <a:pt x="0" y="47"/>
                    <a:pt x="55" y="0"/>
                    <a:pt x="89" y="23"/>
                  </a:cubicBezTo>
                  <a:cubicBezTo>
                    <a:pt x="93" y="25"/>
                    <a:pt x="113" y="54"/>
                    <a:pt x="109" y="6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37">
              <a:extLst>
                <a:ext uri="{FF2B5EF4-FFF2-40B4-BE49-F238E27FC236}">
                  <a16:creationId xmlns:a16="http://schemas.microsoft.com/office/drawing/2014/main" id="{72AB4784-1301-496F-9B98-19A6C6405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4065"/>
              <a:ext cx="255" cy="182"/>
            </a:xfrm>
            <a:custGeom>
              <a:avLst/>
              <a:gdLst>
                <a:gd name="T0" fmla="*/ 750 w 102"/>
                <a:gd name="T1" fmla="*/ 1037 h 73"/>
                <a:gd name="T2" fmla="*/ 1220 w 102"/>
                <a:gd name="T3" fmla="*/ 716 h 73"/>
                <a:gd name="T4" fmla="*/ 1520 w 102"/>
                <a:gd name="T5" fmla="*/ 262 h 73"/>
                <a:gd name="T6" fmla="*/ 1395 w 102"/>
                <a:gd name="T7" fmla="*/ 30 h 73"/>
                <a:gd name="T8" fmla="*/ 988 w 102"/>
                <a:gd name="T9" fmla="*/ 187 h 73"/>
                <a:gd name="T10" fmla="*/ 188 w 102"/>
                <a:gd name="T11" fmla="*/ 217 h 73"/>
                <a:gd name="T12" fmla="*/ 20 w 102"/>
                <a:gd name="T13" fmla="*/ 758 h 73"/>
                <a:gd name="T14" fmla="*/ 750 w 102"/>
                <a:gd name="T15" fmla="*/ 1037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73">
                  <a:moveTo>
                    <a:pt x="48" y="67"/>
                  </a:moveTo>
                  <a:cubicBezTo>
                    <a:pt x="59" y="63"/>
                    <a:pt x="68" y="54"/>
                    <a:pt x="78" y="46"/>
                  </a:cubicBezTo>
                  <a:cubicBezTo>
                    <a:pt x="87" y="39"/>
                    <a:pt x="102" y="30"/>
                    <a:pt x="97" y="17"/>
                  </a:cubicBezTo>
                  <a:cubicBezTo>
                    <a:pt x="94" y="11"/>
                    <a:pt x="93" y="5"/>
                    <a:pt x="89" y="2"/>
                  </a:cubicBezTo>
                  <a:cubicBezTo>
                    <a:pt x="87" y="0"/>
                    <a:pt x="74" y="10"/>
                    <a:pt x="63" y="12"/>
                  </a:cubicBezTo>
                  <a:cubicBezTo>
                    <a:pt x="52" y="13"/>
                    <a:pt x="20" y="8"/>
                    <a:pt x="12" y="14"/>
                  </a:cubicBezTo>
                  <a:cubicBezTo>
                    <a:pt x="4" y="21"/>
                    <a:pt x="0" y="38"/>
                    <a:pt x="1" y="49"/>
                  </a:cubicBezTo>
                  <a:cubicBezTo>
                    <a:pt x="2" y="60"/>
                    <a:pt x="34" y="73"/>
                    <a:pt x="48" y="6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38">
              <a:extLst>
                <a:ext uri="{FF2B5EF4-FFF2-40B4-BE49-F238E27FC236}">
                  <a16:creationId xmlns:a16="http://schemas.microsoft.com/office/drawing/2014/main" id="{C36F2774-CBA4-464B-A361-87069CE33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235"/>
              <a:ext cx="247" cy="135"/>
            </a:xfrm>
            <a:custGeom>
              <a:avLst/>
              <a:gdLst>
                <a:gd name="T0" fmla="*/ 1337 w 99"/>
                <a:gd name="T1" fmla="*/ 800 h 54"/>
                <a:gd name="T2" fmla="*/ 1090 w 99"/>
                <a:gd name="T3" fmla="*/ 238 h 54"/>
                <a:gd name="T4" fmla="*/ 634 w 99"/>
                <a:gd name="T5" fmla="*/ 83 h 54"/>
                <a:gd name="T6" fmla="*/ 62 w 99"/>
                <a:gd name="T7" fmla="*/ 438 h 54"/>
                <a:gd name="T8" fmla="*/ 105 w 99"/>
                <a:gd name="T9" fmla="*/ 688 h 54"/>
                <a:gd name="T10" fmla="*/ 499 w 99"/>
                <a:gd name="T11" fmla="*/ 800 h 54"/>
                <a:gd name="T12" fmla="*/ 1070 w 99"/>
                <a:gd name="T13" fmla="*/ 813 h 54"/>
                <a:gd name="T14" fmla="*/ 1337 w 99"/>
                <a:gd name="T15" fmla="*/ 80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54">
                  <a:moveTo>
                    <a:pt x="86" y="51"/>
                  </a:moveTo>
                  <a:cubicBezTo>
                    <a:pt x="98" y="35"/>
                    <a:pt x="99" y="25"/>
                    <a:pt x="70" y="15"/>
                  </a:cubicBezTo>
                  <a:cubicBezTo>
                    <a:pt x="58" y="11"/>
                    <a:pt x="53" y="7"/>
                    <a:pt x="41" y="5"/>
                  </a:cubicBezTo>
                  <a:cubicBezTo>
                    <a:pt x="19" y="0"/>
                    <a:pt x="11" y="8"/>
                    <a:pt x="4" y="28"/>
                  </a:cubicBezTo>
                  <a:cubicBezTo>
                    <a:pt x="0" y="34"/>
                    <a:pt x="4" y="38"/>
                    <a:pt x="7" y="44"/>
                  </a:cubicBezTo>
                  <a:cubicBezTo>
                    <a:pt x="11" y="51"/>
                    <a:pt x="21" y="51"/>
                    <a:pt x="32" y="51"/>
                  </a:cubicBezTo>
                  <a:cubicBezTo>
                    <a:pt x="44" y="51"/>
                    <a:pt x="58" y="52"/>
                    <a:pt x="69" y="52"/>
                  </a:cubicBezTo>
                  <a:cubicBezTo>
                    <a:pt x="80" y="52"/>
                    <a:pt x="82" y="54"/>
                    <a:pt x="86" y="5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39">
              <a:extLst>
                <a:ext uri="{FF2B5EF4-FFF2-40B4-BE49-F238E27FC236}">
                  <a16:creationId xmlns:a16="http://schemas.microsoft.com/office/drawing/2014/main" id="{690A944D-D2AE-43A7-8FA8-CA63F0427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2505"/>
              <a:ext cx="258" cy="290"/>
            </a:xfrm>
            <a:custGeom>
              <a:avLst/>
              <a:gdLst>
                <a:gd name="T0" fmla="*/ 301 w 103"/>
                <a:gd name="T1" fmla="*/ 20 h 116"/>
                <a:gd name="T2" fmla="*/ 1097 w 103"/>
                <a:gd name="T3" fmla="*/ 500 h 116"/>
                <a:gd name="T4" fmla="*/ 1568 w 103"/>
                <a:gd name="T5" fmla="*/ 1458 h 116"/>
                <a:gd name="T6" fmla="*/ 1318 w 103"/>
                <a:gd name="T7" fmla="*/ 1783 h 116"/>
                <a:gd name="T8" fmla="*/ 847 w 103"/>
                <a:gd name="T9" fmla="*/ 1625 h 116"/>
                <a:gd name="T10" fmla="*/ 551 w 103"/>
                <a:gd name="T11" fmla="*/ 1395 h 116"/>
                <a:gd name="T12" fmla="*/ 188 w 103"/>
                <a:gd name="T13" fmla="*/ 595 h 116"/>
                <a:gd name="T14" fmla="*/ 301 w 103"/>
                <a:gd name="T15" fmla="*/ 2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16">
                  <a:moveTo>
                    <a:pt x="19" y="1"/>
                  </a:moveTo>
                  <a:cubicBezTo>
                    <a:pt x="37" y="0"/>
                    <a:pt x="59" y="18"/>
                    <a:pt x="70" y="32"/>
                  </a:cubicBezTo>
                  <a:cubicBezTo>
                    <a:pt x="77" y="41"/>
                    <a:pt x="103" y="85"/>
                    <a:pt x="100" y="93"/>
                  </a:cubicBezTo>
                  <a:cubicBezTo>
                    <a:pt x="97" y="102"/>
                    <a:pt x="92" y="109"/>
                    <a:pt x="84" y="114"/>
                  </a:cubicBezTo>
                  <a:cubicBezTo>
                    <a:pt x="80" y="116"/>
                    <a:pt x="58" y="103"/>
                    <a:pt x="54" y="104"/>
                  </a:cubicBezTo>
                  <a:cubicBezTo>
                    <a:pt x="41" y="106"/>
                    <a:pt x="42" y="101"/>
                    <a:pt x="35" y="89"/>
                  </a:cubicBezTo>
                  <a:cubicBezTo>
                    <a:pt x="27" y="73"/>
                    <a:pt x="22" y="52"/>
                    <a:pt x="12" y="38"/>
                  </a:cubicBezTo>
                  <a:cubicBezTo>
                    <a:pt x="10" y="35"/>
                    <a:pt x="0" y="1"/>
                    <a:pt x="19" y="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40">
              <a:extLst>
                <a:ext uri="{FF2B5EF4-FFF2-40B4-BE49-F238E27FC236}">
                  <a16:creationId xmlns:a16="http://schemas.microsoft.com/office/drawing/2014/main" id="{5B67AA98-75A1-460C-894E-EE34987D1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227"/>
              <a:ext cx="270" cy="228"/>
            </a:xfrm>
            <a:custGeom>
              <a:avLst/>
              <a:gdLst>
                <a:gd name="T0" fmla="*/ 688 w 108"/>
                <a:gd name="T1" fmla="*/ 1401 h 91"/>
                <a:gd name="T2" fmla="*/ 1238 w 108"/>
                <a:gd name="T3" fmla="*/ 1163 h 91"/>
                <a:gd name="T4" fmla="*/ 1613 w 108"/>
                <a:gd name="T5" fmla="*/ 897 h 91"/>
                <a:gd name="T6" fmla="*/ 1583 w 108"/>
                <a:gd name="T7" fmla="*/ 521 h 91"/>
                <a:gd name="T8" fmla="*/ 83 w 108"/>
                <a:gd name="T9" fmla="*/ 534 h 91"/>
                <a:gd name="T10" fmla="*/ 20 w 108"/>
                <a:gd name="T11" fmla="*/ 679 h 91"/>
                <a:gd name="T12" fmla="*/ 188 w 108"/>
                <a:gd name="T13" fmla="*/ 1213 h 91"/>
                <a:gd name="T14" fmla="*/ 533 w 108"/>
                <a:gd name="T15" fmla="*/ 1401 h 91"/>
                <a:gd name="T16" fmla="*/ 688 w 108"/>
                <a:gd name="T17" fmla="*/ 1401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91">
                  <a:moveTo>
                    <a:pt x="44" y="89"/>
                  </a:moveTo>
                  <a:cubicBezTo>
                    <a:pt x="53" y="91"/>
                    <a:pt x="65" y="83"/>
                    <a:pt x="79" y="74"/>
                  </a:cubicBezTo>
                  <a:cubicBezTo>
                    <a:pt x="92" y="65"/>
                    <a:pt x="99" y="67"/>
                    <a:pt x="103" y="57"/>
                  </a:cubicBezTo>
                  <a:cubicBezTo>
                    <a:pt x="108" y="48"/>
                    <a:pt x="105" y="39"/>
                    <a:pt x="101" y="33"/>
                  </a:cubicBezTo>
                  <a:cubicBezTo>
                    <a:pt x="78" y="0"/>
                    <a:pt x="37" y="21"/>
                    <a:pt x="5" y="34"/>
                  </a:cubicBezTo>
                  <a:cubicBezTo>
                    <a:pt x="3" y="35"/>
                    <a:pt x="0" y="41"/>
                    <a:pt x="1" y="43"/>
                  </a:cubicBezTo>
                  <a:cubicBezTo>
                    <a:pt x="4" y="55"/>
                    <a:pt x="6" y="69"/>
                    <a:pt x="12" y="77"/>
                  </a:cubicBezTo>
                  <a:cubicBezTo>
                    <a:pt x="16" y="84"/>
                    <a:pt x="26" y="86"/>
                    <a:pt x="34" y="89"/>
                  </a:cubicBezTo>
                  <a:cubicBezTo>
                    <a:pt x="39" y="88"/>
                    <a:pt x="44" y="89"/>
                    <a:pt x="44" y="8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41">
              <a:extLst>
                <a:ext uri="{FF2B5EF4-FFF2-40B4-BE49-F238E27FC236}">
                  <a16:creationId xmlns:a16="http://schemas.microsoft.com/office/drawing/2014/main" id="{BBF43543-550B-4DA4-98C5-720AAC026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090"/>
              <a:ext cx="292" cy="190"/>
            </a:xfrm>
            <a:custGeom>
              <a:avLst/>
              <a:gdLst>
                <a:gd name="T0" fmla="*/ 12 w 117"/>
                <a:gd name="T1" fmla="*/ 813 h 76"/>
                <a:gd name="T2" fmla="*/ 75 w 117"/>
                <a:gd name="T3" fmla="*/ 250 h 76"/>
                <a:gd name="T4" fmla="*/ 1353 w 117"/>
                <a:gd name="T5" fmla="*/ 300 h 76"/>
                <a:gd name="T6" fmla="*/ 1712 w 117"/>
                <a:gd name="T7" fmla="*/ 520 h 76"/>
                <a:gd name="T8" fmla="*/ 1807 w 117"/>
                <a:gd name="T9" fmla="*/ 863 h 76"/>
                <a:gd name="T10" fmla="*/ 1462 w 117"/>
                <a:gd name="T11" fmla="*/ 970 h 76"/>
                <a:gd name="T12" fmla="*/ 417 w 117"/>
                <a:gd name="T13" fmla="*/ 1113 h 76"/>
                <a:gd name="T14" fmla="*/ 12 w 117"/>
                <a:gd name="T15" fmla="*/ 813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76">
                  <a:moveTo>
                    <a:pt x="1" y="52"/>
                  </a:moveTo>
                  <a:cubicBezTo>
                    <a:pt x="1" y="39"/>
                    <a:pt x="0" y="25"/>
                    <a:pt x="5" y="16"/>
                  </a:cubicBezTo>
                  <a:cubicBezTo>
                    <a:pt x="15" y="0"/>
                    <a:pt x="74" y="16"/>
                    <a:pt x="87" y="19"/>
                  </a:cubicBezTo>
                  <a:cubicBezTo>
                    <a:pt x="101" y="21"/>
                    <a:pt x="106" y="20"/>
                    <a:pt x="110" y="33"/>
                  </a:cubicBezTo>
                  <a:cubicBezTo>
                    <a:pt x="114" y="45"/>
                    <a:pt x="117" y="48"/>
                    <a:pt x="116" y="55"/>
                  </a:cubicBezTo>
                  <a:cubicBezTo>
                    <a:pt x="115" y="61"/>
                    <a:pt x="102" y="60"/>
                    <a:pt x="94" y="62"/>
                  </a:cubicBezTo>
                  <a:cubicBezTo>
                    <a:pt x="86" y="63"/>
                    <a:pt x="38" y="76"/>
                    <a:pt x="27" y="71"/>
                  </a:cubicBezTo>
                  <a:cubicBezTo>
                    <a:pt x="17" y="66"/>
                    <a:pt x="1" y="63"/>
                    <a:pt x="1" y="5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42">
              <a:extLst>
                <a:ext uri="{FF2B5EF4-FFF2-40B4-BE49-F238E27FC236}">
                  <a16:creationId xmlns:a16="http://schemas.microsoft.com/office/drawing/2014/main" id="{67A2460F-263F-4317-8849-0903A0C2D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130"/>
              <a:ext cx="300" cy="160"/>
            </a:xfrm>
            <a:custGeom>
              <a:avLst/>
              <a:gdLst>
                <a:gd name="T0" fmla="*/ 158 w 120"/>
                <a:gd name="T1" fmla="*/ 145 h 64"/>
                <a:gd name="T2" fmla="*/ 1083 w 120"/>
                <a:gd name="T3" fmla="*/ 175 h 64"/>
                <a:gd name="T4" fmla="*/ 1783 w 120"/>
                <a:gd name="T5" fmla="*/ 408 h 64"/>
                <a:gd name="T6" fmla="*/ 1750 w 120"/>
                <a:gd name="T7" fmla="*/ 750 h 64"/>
                <a:gd name="T8" fmla="*/ 1425 w 120"/>
                <a:gd name="T9" fmla="*/ 938 h 64"/>
                <a:gd name="T10" fmla="*/ 625 w 120"/>
                <a:gd name="T11" fmla="*/ 895 h 64"/>
                <a:gd name="T12" fmla="*/ 63 w 120"/>
                <a:gd name="T13" fmla="*/ 625 h 64"/>
                <a:gd name="T14" fmla="*/ 158 w 120"/>
                <a:gd name="T15" fmla="*/ 145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64">
                  <a:moveTo>
                    <a:pt x="10" y="9"/>
                  </a:moveTo>
                  <a:cubicBezTo>
                    <a:pt x="21" y="0"/>
                    <a:pt x="54" y="5"/>
                    <a:pt x="69" y="11"/>
                  </a:cubicBezTo>
                  <a:cubicBezTo>
                    <a:pt x="88" y="17"/>
                    <a:pt x="101" y="11"/>
                    <a:pt x="114" y="26"/>
                  </a:cubicBezTo>
                  <a:cubicBezTo>
                    <a:pt x="120" y="33"/>
                    <a:pt x="115" y="39"/>
                    <a:pt x="112" y="48"/>
                  </a:cubicBezTo>
                  <a:cubicBezTo>
                    <a:pt x="109" y="56"/>
                    <a:pt x="97" y="61"/>
                    <a:pt x="91" y="60"/>
                  </a:cubicBezTo>
                  <a:cubicBezTo>
                    <a:pt x="85" y="58"/>
                    <a:pt x="58" y="64"/>
                    <a:pt x="40" y="57"/>
                  </a:cubicBezTo>
                  <a:cubicBezTo>
                    <a:pt x="22" y="50"/>
                    <a:pt x="9" y="55"/>
                    <a:pt x="4" y="40"/>
                  </a:cubicBezTo>
                  <a:cubicBezTo>
                    <a:pt x="0" y="25"/>
                    <a:pt x="6" y="12"/>
                    <a:pt x="10" y="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43">
              <a:extLst>
                <a:ext uri="{FF2B5EF4-FFF2-40B4-BE49-F238E27FC236}">
                  <a16:creationId xmlns:a16="http://schemas.microsoft.com/office/drawing/2014/main" id="{32F4B5C0-F829-41B2-A1F7-2AE7F68EF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275"/>
              <a:ext cx="278" cy="205"/>
            </a:xfrm>
            <a:custGeom>
              <a:avLst/>
              <a:gdLst>
                <a:gd name="T0" fmla="*/ 1650 w 111"/>
                <a:gd name="T1" fmla="*/ 550 h 82"/>
                <a:gd name="T2" fmla="*/ 1726 w 111"/>
                <a:gd name="T3" fmla="*/ 1033 h 82"/>
                <a:gd name="T4" fmla="*/ 1255 w 111"/>
                <a:gd name="T5" fmla="*/ 1238 h 82"/>
                <a:gd name="T6" fmla="*/ 363 w 111"/>
                <a:gd name="T7" fmla="*/ 1033 h 82"/>
                <a:gd name="T8" fmla="*/ 83 w 111"/>
                <a:gd name="T9" fmla="*/ 645 h 82"/>
                <a:gd name="T10" fmla="*/ 784 w 111"/>
                <a:gd name="T11" fmla="*/ 50 h 82"/>
                <a:gd name="T12" fmla="*/ 1650 w 111"/>
                <a:gd name="T13" fmla="*/ 55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82">
                  <a:moveTo>
                    <a:pt x="105" y="35"/>
                  </a:moveTo>
                  <a:cubicBezTo>
                    <a:pt x="109" y="44"/>
                    <a:pt x="111" y="61"/>
                    <a:pt x="110" y="66"/>
                  </a:cubicBezTo>
                  <a:cubicBezTo>
                    <a:pt x="107" y="82"/>
                    <a:pt x="93" y="81"/>
                    <a:pt x="80" y="79"/>
                  </a:cubicBezTo>
                  <a:cubicBezTo>
                    <a:pt x="63" y="75"/>
                    <a:pt x="34" y="77"/>
                    <a:pt x="23" y="66"/>
                  </a:cubicBezTo>
                  <a:cubicBezTo>
                    <a:pt x="18" y="60"/>
                    <a:pt x="7" y="48"/>
                    <a:pt x="5" y="41"/>
                  </a:cubicBezTo>
                  <a:cubicBezTo>
                    <a:pt x="0" y="22"/>
                    <a:pt x="38" y="7"/>
                    <a:pt x="50" y="3"/>
                  </a:cubicBezTo>
                  <a:cubicBezTo>
                    <a:pt x="62" y="0"/>
                    <a:pt x="93" y="9"/>
                    <a:pt x="105" y="3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44">
              <a:extLst>
                <a:ext uri="{FF2B5EF4-FFF2-40B4-BE49-F238E27FC236}">
                  <a16:creationId xmlns:a16="http://schemas.microsoft.com/office/drawing/2014/main" id="{4209D3A1-6953-431D-AE4A-8CCBAC17C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470"/>
              <a:ext cx="360" cy="157"/>
            </a:xfrm>
            <a:custGeom>
              <a:avLst/>
              <a:gdLst>
                <a:gd name="T0" fmla="*/ 395 w 144"/>
                <a:gd name="T1" fmla="*/ 75 h 63"/>
                <a:gd name="T2" fmla="*/ 125 w 144"/>
                <a:gd name="T3" fmla="*/ 621 h 63"/>
                <a:gd name="T4" fmla="*/ 863 w 144"/>
                <a:gd name="T5" fmla="*/ 962 h 63"/>
                <a:gd name="T6" fmla="*/ 1925 w 144"/>
                <a:gd name="T7" fmla="*/ 820 h 63"/>
                <a:gd name="T8" fmla="*/ 2158 w 144"/>
                <a:gd name="T9" fmla="*/ 279 h 63"/>
                <a:gd name="T10" fmla="*/ 1533 w 144"/>
                <a:gd name="T11" fmla="*/ 187 h 63"/>
                <a:gd name="T12" fmla="*/ 395 w 144"/>
                <a:gd name="T13" fmla="*/ 7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3">
                  <a:moveTo>
                    <a:pt x="25" y="5"/>
                  </a:moveTo>
                  <a:cubicBezTo>
                    <a:pt x="19" y="11"/>
                    <a:pt x="0" y="28"/>
                    <a:pt x="8" y="40"/>
                  </a:cubicBezTo>
                  <a:cubicBezTo>
                    <a:pt x="18" y="56"/>
                    <a:pt x="38" y="63"/>
                    <a:pt x="55" y="62"/>
                  </a:cubicBezTo>
                  <a:cubicBezTo>
                    <a:pt x="77" y="59"/>
                    <a:pt x="101" y="56"/>
                    <a:pt x="123" y="53"/>
                  </a:cubicBezTo>
                  <a:cubicBezTo>
                    <a:pt x="144" y="51"/>
                    <a:pt x="142" y="35"/>
                    <a:pt x="138" y="18"/>
                  </a:cubicBezTo>
                  <a:cubicBezTo>
                    <a:pt x="138" y="15"/>
                    <a:pt x="112" y="13"/>
                    <a:pt x="98" y="12"/>
                  </a:cubicBezTo>
                  <a:cubicBezTo>
                    <a:pt x="84" y="12"/>
                    <a:pt x="32" y="0"/>
                    <a:pt x="25" y="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45">
              <a:extLst>
                <a:ext uri="{FF2B5EF4-FFF2-40B4-BE49-F238E27FC236}">
                  <a16:creationId xmlns:a16="http://schemas.microsoft.com/office/drawing/2014/main" id="{279022E0-6575-44D6-BA6B-AC86AFD0E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10"/>
              <a:ext cx="285" cy="190"/>
            </a:xfrm>
            <a:custGeom>
              <a:avLst/>
              <a:gdLst>
                <a:gd name="T0" fmla="*/ 20 w 114"/>
                <a:gd name="T1" fmla="*/ 470 h 76"/>
                <a:gd name="T2" fmla="*/ 270 w 114"/>
                <a:gd name="T3" fmla="*/ 1020 h 76"/>
                <a:gd name="T4" fmla="*/ 625 w 114"/>
                <a:gd name="T5" fmla="*/ 1145 h 76"/>
                <a:gd name="T6" fmla="*/ 1113 w 114"/>
                <a:gd name="T7" fmla="*/ 988 h 76"/>
                <a:gd name="T8" fmla="*/ 1583 w 114"/>
                <a:gd name="T9" fmla="*/ 813 h 76"/>
                <a:gd name="T10" fmla="*/ 1688 w 114"/>
                <a:gd name="T11" fmla="*/ 625 h 76"/>
                <a:gd name="T12" fmla="*/ 1645 w 114"/>
                <a:gd name="T13" fmla="*/ 95 h 76"/>
                <a:gd name="T14" fmla="*/ 1083 w 114"/>
                <a:gd name="T15" fmla="*/ 125 h 76"/>
                <a:gd name="T16" fmla="*/ 188 w 114"/>
                <a:gd name="T17" fmla="*/ 208 h 76"/>
                <a:gd name="T18" fmla="*/ 20 w 114"/>
                <a:gd name="T19" fmla="*/ 470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76">
                  <a:moveTo>
                    <a:pt x="1" y="30"/>
                  </a:moveTo>
                  <a:cubicBezTo>
                    <a:pt x="2" y="45"/>
                    <a:pt x="7" y="56"/>
                    <a:pt x="17" y="65"/>
                  </a:cubicBezTo>
                  <a:cubicBezTo>
                    <a:pt x="27" y="74"/>
                    <a:pt x="26" y="76"/>
                    <a:pt x="40" y="73"/>
                  </a:cubicBezTo>
                  <a:cubicBezTo>
                    <a:pt x="51" y="71"/>
                    <a:pt x="62" y="67"/>
                    <a:pt x="71" y="63"/>
                  </a:cubicBezTo>
                  <a:cubicBezTo>
                    <a:pt x="80" y="60"/>
                    <a:pt x="92" y="57"/>
                    <a:pt x="101" y="52"/>
                  </a:cubicBezTo>
                  <a:cubicBezTo>
                    <a:pt x="110" y="47"/>
                    <a:pt x="107" y="49"/>
                    <a:pt x="108" y="40"/>
                  </a:cubicBezTo>
                  <a:cubicBezTo>
                    <a:pt x="110" y="28"/>
                    <a:pt x="114" y="15"/>
                    <a:pt x="105" y="6"/>
                  </a:cubicBezTo>
                  <a:cubicBezTo>
                    <a:pt x="99" y="0"/>
                    <a:pt x="92" y="6"/>
                    <a:pt x="69" y="8"/>
                  </a:cubicBezTo>
                  <a:cubicBezTo>
                    <a:pt x="47" y="10"/>
                    <a:pt x="24" y="12"/>
                    <a:pt x="12" y="13"/>
                  </a:cubicBezTo>
                  <a:cubicBezTo>
                    <a:pt x="1" y="13"/>
                    <a:pt x="0" y="20"/>
                    <a:pt x="1" y="3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46">
              <a:extLst>
                <a:ext uri="{FF2B5EF4-FFF2-40B4-BE49-F238E27FC236}">
                  <a16:creationId xmlns:a16="http://schemas.microsoft.com/office/drawing/2014/main" id="{3A7FA4A5-1A6F-4ABC-8971-66D163BEF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797"/>
              <a:ext cx="258" cy="243"/>
            </a:xfrm>
            <a:custGeom>
              <a:avLst/>
              <a:gdLst>
                <a:gd name="T0" fmla="*/ 175 w 103"/>
                <a:gd name="T1" fmla="*/ 1463 h 97"/>
                <a:gd name="T2" fmla="*/ 158 w 103"/>
                <a:gd name="T3" fmla="*/ 1493 h 97"/>
                <a:gd name="T4" fmla="*/ 125 w 103"/>
                <a:gd name="T5" fmla="*/ 867 h 97"/>
                <a:gd name="T6" fmla="*/ 145 w 103"/>
                <a:gd name="T7" fmla="*/ 346 h 97"/>
                <a:gd name="T8" fmla="*/ 1272 w 103"/>
                <a:gd name="T9" fmla="*/ 63 h 97"/>
                <a:gd name="T10" fmla="*/ 1588 w 103"/>
                <a:gd name="T11" fmla="*/ 220 h 97"/>
                <a:gd name="T12" fmla="*/ 1180 w 103"/>
                <a:gd name="T13" fmla="*/ 1288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97">
                  <a:moveTo>
                    <a:pt x="11" y="93"/>
                  </a:moveTo>
                  <a:cubicBezTo>
                    <a:pt x="11" y="94"/>
                    <a:pt x="10" y="97"/>
                    <a:pt x="10" y="95"/>
                  </a:cubicBezTo>
                  <a:cubicBezTo>
                    <a:pt x="9" y="81"/>
                    <a:pt x="10" y="69"/>
                    <a:pt x="8" y="55"/>
                  </a:cubicBezTo>
                  <a:cubicBezTo>
                    <a:pt x="6" y="41"/>
                    <a:pt x="0" y="32"/>
                    <a:pt x="9" y="22"/>
                  </a:cubicBezTo>
                  <a:cubicBezTo>
                    <a:pt x="24" y="5"/>
                    <a:pt x="62" y="13"/>
                    <a:pt x="81" y="4"/>
                  </a:cubicBezTo>
                  <a:cubicBezTo>
                    <a:pt x="95" y="0"/>
                    <a:pt x="99" y="9"/>
                    <a:pt x="101" y="14"/>
                  </a:cubicBezTo>
                  <a:cubicBezTo>
                    <a:pt x="103" y="19"/>
                    <a:pt x="92" y="70"/>
                    <a:pt x="75" y="8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47">
              <a:extLst>
                <a:ext uri="{FF2B5EF4-FFF2-40B4-BE49-F238E27FC236}">
                  <a16:creationId xmlns:a16="http://schemas.microsoft.com/office/drawing/2014/main" id="{97254B49-0EBD-480C-BDC3-38D029D46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602"/>
              <a:ext cx="178" cy="183"/>
            </a:xfrm>
            <a:custGeom>
              <a:avLst/>
              <a:gdLst>
                <a:gd name="T0" fmla="*/ 208 w 71"/>
                <a:gd name="T1" fmla="*/ 175 h 73"/>
                <a:gd name="T2" fmla="*/ 439 w 71"/>
                <a:gd name="T3" fmla="*/ 33 h 73"/>
                <a:gd name="T4" fmla="*/ 913 w 71"/>
                <a:gd name="T5" fmla="*/ 50 h 73"/>
                <a:gd name="T6" fmla="*/ 1068 w 71"/>
                <a:gd name="T7" fmla="*/ 396 h 73"/>
                <a:gd name="T8" fmla="*/ 943 w 71"/>
                <a:gd name="T9" fmla="*/ 993 h 73"/>
                <a:gd name="T10" fmla="*/ 491 w 71"/>
                <a:gd name="T11" fmla="*/ 1118 h 73"/>
                <a:gd name="T12" fmla="*/ 50 w 71"/>
                <a:gd name="T13" fmla="*/ 692 h 73"/>
                <a:gd name="T14" fmla="*/ 208 w 71"/>
                <a:gd name="T15" fmla="*/ 175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73">
                  <a:moveTo>
                    <a:pt x="13" y="11"/>
                  </a:moveTo>
                  <a:cubicBezTo>
                    <a:pt x="19" y="6"/>
                    <a:pt x="13" y="3"/>
                    <a:pt x="28" y="2"/>
                  </a:cubicBezTo>
                  <a:cubicBezTo>
                    <a:pt x="43" y="0"/>
                    <a:pt x="47" y="1"/>
                    <a:pt x="58" y="3"/>
                  </a:cubicBezTo>
                  <a:cubicBezTo>
                    <a:pt x="69" y="5"/>
                    <a:pt x="71" y="13"/>
                    <a:pt x="68" y="25"/>
                  </a:cubicBezTo>
                  <a:cubicBezTo>
                    <a:pt x="66" y="37"/>
                    <a:pt x="64" y="53"/>
                    <a:pt x="60" y="63"/>
                  </a:cubicBezTo>
                  <a:cubicBezTo>
                    <a:pt x="56" y="73"/>
                    <a:pt x="47" y="73"/>
                    <a:pt x="31" y="71"/>
                  </a:cubicBezTo>
                  <a:cubicBezTo>
                    <a:pt x="15" y="68"/>
                    <a:pt x="6" y="58"/>
                    <a:pt x="3" y="44"/>
                  </a:cubicBezTo>
                  <a:cubicBezTo>
                    <a:pt x="0" y="31"/>
                    <a:pt x="5" y="21"/>
                    <a:pt x="13" y="1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48">
              <a:extLst>
                <a:ext uri="{FF2B5EF4-FFF2-40B4-BE49-F238E27FC236}">
                  <a16:creationId xmlns:a16="http://schemas.microsoft.com/office/drawing/2014/main" id="{8DE227AF-CE58-4A68-85E8-EB6DC921A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642"/>
              <a:ext cx="215" cy="210"/>
            </a:xfrm>
            <a:custGeom>
              <a:avLst/>
              <a:gdLst>
                <a:gd name="T0" fmla="*/ 720 w 86"/>
                <a:gd name="T1" fmla="*/ 33 h 84"/>
                <a:gd name="T2" fmla="*/ 1208 w 86"/>
                <a:gd name="T3" fmla="*/ 83 h 84"/>
                <a:gd name="T4" fmla="*/ 1250 w 86"/>
                <a:gd name="T5" fmla="*/ 470 h 84"/>
                <a:gd name="T6" fmla="*/ 1238 w 86"/>
                <a:gd name="T7" fmla="*/ 1208 h 84"/>
                <a:gd name="T8" fmla="*/ 458 w 86"/>
                <a:gd name="T9" fmla="*/ 1000 h 84"/>
                <a:gd name="T10" fmla="*/ 113 w 86"/>
                <a:gd name="T11" fmla="*/ 363 h 84"/>
                <a:gd name="T12" fmla="*/ 720 w 86"/>
                <a:gd name="T13" fmla="*/ 33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84">
                  <a:moveTo>
                    <a:pt x="46" y="2"/>
                  </a:moveTo>
                  <a:cubicBezTo>
                    <a:pt x="54" y="0"/>
                    <a:pt x="74" y="2"/>
                    <a:pt x="77" y="5"/>
                  </a:cubicBezTo>
                  <a:cubicBezTo>
                    <a:pt x="80" y="8"/>
                    <a:pt x="78" y="17"/>
                    <a:pt x="80" y="30"/>
                  </a:cubicBezTo>
                  <a:cubicBezTo>
                    <a:pt x="82" y="42"/>
                    <a:pt x="86" y="70"/>
                    <a:pt x="79" y="77"/>
                  </a:cubicBezTo>
                  <a:cubicBezTo>
                    <a:pt x="72" y="84"/>
                    <a:pt x="47" y="78"/>
                    <a:pt x="29" y="64"/>
                  </a:cubicBezTo>
                  <a:cubicBezTo>
                    <a:pt x="12" y="50"/>
                    <a:pt x="0" y="37"/>
                    <a:pt x="7" y="23"/>
                  </a:cubicBezTo>
                  <a:cubicBezTo>
                    <a:pt x="14" y="9"/>
                    <a:pt x="32" y="3"/>
                    <a:pt x="46" y="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49">
              <a:extLst>
                <a:ext uri="{FF2B5EF4-FFF2-40B4-BE49-F238E27FC236}">
                  <a16:creationId xmlns:a16="http://schemas.microsoft.com/office/drawing/2014/main" id="{4A526BD2-9BE8-4234-AFCD-DB38F840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317"/>
              <a:ext cx="190" cy="163"/>
            </a:xfrm>
            <a:custGeom>
              <a:avLst/>
              <a:gdLst>
                <a:gd name="T0" fmla="*/ 158 w 76"/>
                <a:gd name="T1" fmla="*/ 158 h 65"/>
                <a:gd name="T2" fmla="*/ 63 w 76"/>
                <a:gd name="T3" fmla="*/ 429 h 65"/>
                <a:gd name="T4" fmla="*/ 175 w 76"/>
                <a:gd name="T5" fmla="*/ 868 h 65"/>
                <a:gd name="T6" fmla="*/ 595 w 76"/>
                <a:gd name="T7" fmla="*/ 993 h 65"/>
                <a:gd name="T8" fmla="*/ 1175 w 76"/>
                <a:gd name="T9" fmla="*/ 772 h 65"/>
                <a:gd name="T10" fmla="*/ 158 w 76"/>
                <a:gd name="T11" fmla="*/ 158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5">
                  <a:moveTo>
                    <a:pt x="10" y="10"/>
                  </a:moveTo>
                  <a:cubicBezTo>
                    <a:pt x="0" y="16"/>
                    <a:pt x="2" y="13"/>
                    <a:pt x="4" y="27"/>
                  </a:cubicBezTo>
                  <a:cubicBezTo>
                    <a:pt x="6" y="41"/>
                    <a:pt x="3" y="49"/>
                    <a:pt x="11" y="55"/>
                  </a:cubicBezTo>
                  <a:cubicBezTo>
                    <a:pt x="18" y="61"/>
                    <a:pt x="15" y="60"/>
                    <a:pt x="38" y="63"/>
                  </a:cubicBezTo>
                  <a:cubicBezTo>
                    <a:pt x="62" y="65"/>
                    <a:pt x="75" y="61"/>
                    <a:pt x="75" y="49"/>
                  </a:cubicBezTo>
                  <a:cubicBezTo>
                    <a:pt x="76" y="37"/>
                    <a:pt x="44" y="0"/>
                    <a:pt x="10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50">
              <a:extLst>
                <a:ext uri="{FF2B5EF4-FFF2-40B4-BE49-F238E27FC236}">
                  <a16:creationId xmlns:a16="http://schemas.microsoft.com/office/drawing/2014/main" id="{A09E425E-9A5F-4370-914E-1FCC7CD2B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597"/>
              <a:ext cx="265" cy="270"/>
            </a:xfrm>
            <a:custGeom>
              <a:avLst/>
              <a:gdLst>
                <a:gd name="T0" fmla="*/ 1158 w 106"/>
                <a:gd name="T1" fmla="*/ 95 h 108"/>
                <a:gd name="T2" fmla="*/ 175 w 106"/>
                <a:gd name="T3" fmla="*/ 783 h 108"/>
                <a:gd name="T4" fmla="*/ 220 w 106"/>
                <a:gd name="T5" fmla="*/ 1375 h 108"/>
                <a:gd name="T6" fmla="*/ 1063 w 106"/>
                <a:gd name="T7" fmla="*/ 1520 h 108"/>
                <a:gd name="T8" fmla="*/ 1550 w 106"/>
                <a:gd name="T9" fmla="*/ 1220 h 108"/>
                <a:gd name="T10" fmla="*/ 1563 w 106"/>
                <a:gd name="T11" fmla="*/ 658 h 108"/>
                <a:gd name="T12" fmla="*/ 1158 w 106"/>
                <a:gd name="T13" fmla="*/ 95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08">
                  <a:moveTo>
                    <a:pt x="74" y="6"/>
                  </a:moveTo>
                  <a:cubicBezTo>
                    <a:pt x="57" y="11"/>
                    <a:pt x="21" y="37"/>
                    <a:pt x="11" y="50"/>
                  </a:cubicBezTo>
                  <a:cubicBezTo>
                    <a:pt x="0" y="64"/>
                    <a:pt x="11" y="73"/>
                    <a:pt x="14" y="88"/>
                  </a:cubicBezTo>
                  <a:cubicBezTo>
                    <a:pt x="18" y="102"/>
                    <a:pt x="55" y="108"/>
                    <a:pt x="68" y="97"/>
                  </a:cubicBezTo>
                  <a:cubicBezTo>
                    <a:pt x="81" y="86"/>
                    <a:pt x="93" y="86"/>
                    <a:pt x="99" y="78"/>
                  </a:cubicBezTo>
                  <a:cubicBezTo>
                    <a:pt x="106" y="70"/>
                    <a:pt x="101" y="56"/>
                    <a:pt x="100" y="42"/>
                  </a:cubicBezTo>
                  <a:cubicBezTo>
                    <a:pt x="99" y="29"/>
                    <a:pt x="95" y="0"/>
                    <a:pt x="74" y="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51">
              <a:extLst>
                <a:ext uri="{FF2B5EF4-FFF2-40B4-BE49-F238E27FC236}">
                  <a16:creationId xmlns:a16="http://schemas.microsoft.com/office/drawing/2014/main" id="{828DFA1A-B6FA-4248-B154-B45D972CC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407"/>
              <a:ext cx="227" cy="295"/>
            </a:xfrm>
            <a:custGeom>
              <a:avLst/>
              <a:gdLst>
                <a:gd name="T0" fmla="*/ 217 w 91"/>
                <a:gd name="T1" fmla="*/ 1845 h 118"/>
                <a:gd name="T2" fmla="*/ 683 w 91"/>
                <a:gd name="T3" fmla="*/ 1408 h 118"/>
                <a:gd name="T4" fmla="*/ 1212 w 91"/>
                <a:gd name="T5" fmla="*/ 1063 h 118"/>
                <a:gd name="T6" fmla="*/ 1320 w 91"/>
                <a:gd name="T7" fmla="*/ 488 h 118"/>
                <a:gd name="T8" fmla="*/ 1182 w 91"/>
                <a:gd name="T9" fmla="*/ 33 h 118"/>
                <a:gd name="T10" fmla="*/ 728 w 91"/>
                <a:gd name="T11" fmla="*/ 238 h 118"/>
                <a:gd name="T12" fmla="*/ 0 w 91"/>
                <a:gd name="T13" fmla="*/ 783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18">
                  <a:moveTo>
                    <a:pt x="14" y="118"/>
                  </a:moveTo>
                  <a:cubicBezTo>
                    <a:pt x="22" y="107"/>
                    <a:pt x="32" y="98"/>
                    <a:pt x="44" y="90"/>
                  </a:cubicBezTo>
                  <a:cubicBezTo>
                    <a:pt x="55" y="84"/>
                    <a:pt x="74" y="81"/>
                    <a:pt x="78" y="68"/>
                  </a:cubicBezTo>
                  <a:cubicBezTo>
                    <a:pt x="81" y="56"/>
                    <a:pt x="81" y="43"/>
                    <a:pt x="85" y="31"/>
                  </a:cubicBezTo>
                  <a:cubicBezTo>
                    <a:pt x="88" y="20"/>
                    <a:pt x="91" y="6"/>
                    <a:pt x="76" y="2"/>
                  </a:cubicBezTo>
                  <a:cubicBezTo>
                    <a:pt x="67" y="0"/>
                    <a:pt x="57" y="13"/>
                    <a:pt x="47" y="15"/>
                  </a:cubicBezTo>
                  <a:cubicBezTo>
                    <a:pt x="34" y="17"/>
                    <a:pt x="14" y="48"/>
                    <a:pt x="0" y="5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52">
              <a:extLst>
                <a:ext uri="{FF2B5EF4-FFF2-40B4-BE49-F238E27FC236}">
                  <a16:creationId xmlns:a16="http://schemas.microsoft.com/office/drawing/2014/main" id="{857E6E36-4B30-4B01-857A-EF25AA52D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485"/>
              <a:ext cx="290" cy="170"/>
            </a:xfrm>
            <a:custGeom>
              <a:avLst/>
              <a:gdLst>
                <a:gd name="T0" fmla="*/ 220 w 116"/>
                <a:gd name="T1" fmla="*/ 125 h 68"/>
                <a:gd name="T2" fmla="*/ 0 w 116"/>
                <a:gd name="T3" fmla="*/ 675 h 68"/>
                <a:gd name="T4" fmla="*/ 63 w 116"/>
                <a:gd name="T5" fmla="*/ 1020 h 68"/>
                <a:gd name="T6" fmla="*/ 425 w 116"/>
                <a:gd name="T7" fmla="*/ 958 h 68"/>
                <a:gd name="T8" fmla="*/ 1363 w 116"/>
                <a:gd name="T9" fmla="*/ 645 h 68"/>
                <a:gd name="T10" fmla="*/ 1708 w 116"/>
                <a:gd name="T11" fmla="*/ 408 h 68"/>
                <a:gd name="T12" fmla="*/ 1738 w 116"/>
                <a:gd name="T13" fmla="*/ 50 h 68"/>
                <a:gd name="T14" fmla="*/ 1363 w 116"/>
                <a:gd name="T15" fmla="*/ 20 h 68"/>
                <a:gd name="T16" fmla="*/ 908 w 116"/>
                <a:gd name="T17" fmla="*/ 113 h 68"/>
                <a:gd name="T18" fmla="*/ 563 w 116"/>
                <a:gd name="T19" fmla="*/ 113 h 68"/>
                <a:gd name="T20" fmla="*/ 220 w 116"/>
                <a:gd name="T21" fmla="*/ 125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68">
                  <a:moveTo>
                    <a:pt x="14" y="8"/>
                  </a:moveTo>
                  <a:cubicBezTo>
                    <a:pt x="3" y="15"/>
                    <a:pt x="0" y="31"/>
                    <a:pt x="0" y="43"/>
                  </a:cubicBezTo>
                  <a:cubicBezTo>
                    <a:pt x="0" y="47"/>
                    <a:pt x="1" y="62"/>
                    <a:pt x="4" y="65"/>
                  </a:cubicBezTo>
                  <a:cubicBezTo>
                    <a:pt x="9" y="68"/>
                    <a:pt x="22" y="63"/>
                    <a:pt x="27" y="61"/>
                  </a:cubicBezTo>
                  <a:cubicBezTo>
                    <a:pt x="47" y="56"/>
                    <a:pt x="67" y="48"/>
                    <a:pt x="87" y="41"/>
                  </a:cubicBezTo>
                  <a:cubicBezTo>
                    <a:pt x="96" y="38"/>
                    <a:pt x="104" y="35"/>
                    <a:pt x="109" y="26"/>
                  </a:cubicBezTo>
                  <a:cubicBezTo>
                    <a:pt x="112" y="21"/>
                    <a:pt x="116" y="8"/>
                    <a:pt x="111" y="3"/>
                  </a:cubicBezTo>
                  <a:cubicBezTo>
                    <a:pt x="107" y="0"/>
                    <a:pt x="92" y="1"/>
                    <a:pt x="87" y="1"/>
                  </a:cubicBezTo>
                  <a:cubicBezTo>
                    <a:pt x="77" y="1"/>
                    <a:pt x="68" y="4"/>
                    <a:pt x="58" y="7"/>
                  </a:cubicBezTo>
                  <a:cubicBezTo>
                    <a:pt x="51" y="8"/>
                    <a:pt x="44" y="8"/>
                    <a:pt x="36" y="7"/>
                  </a:cubicBezTo>
                  <a:cubicBezTo>
                    <a:pt x="30" y="7"/>
                    <a:pt x="19" y="4"/>
                    <a:pt x="14" y="8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53">
              <a:extLst>
                <a:ext uri="{FF2B5EF4-FFF2-40B4-BE49-F238E27FC236}">
                  <a16:creationId xmlns:a16="http://schemas.microsoft.com/office/drawing/2014/main" id="{6CD1E2C4-2306-46D6-88A8-7E4D1BB6C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295"/>
              <a:ext cx="245" cy="162"/>
            </a:xfrm>
            <a:custGeom>
              <a:avLst/>
              <a:gdLst>
                <a:gd name="T0" fmla="*/ 63 w 98"/>
                <a:gd name="T1" fmla="*/ 508 h 65"/>
                <a:gd name="T2" fmla="*/ 375 w 98"/>
                <a:gd name="T3" fmla="*/ 1007 h 65"/>
                <a:gd name="T4" fmla="*/ 800 w 98"/>
                <a:gd name="T5" fmla="*/ 994 h 65"/>
                <a:gd name="T6" fmla="*/ 1175 w 98"/>
                <a:gd name="T7" fmla="*/ 974 h 65"/>
                <a:gd name="T8" fmla="*/ 1438 w 98"/>
                <a:gd name="T9" fmla="*/ 249 h 65"/>
                <a:gd name="T10" fmla="*/ 1113 w 98"/>
                <a:gd name="T11" fmla="*/ 125 h 65"/>
                <a:gd name="T12" fmla="*/ 720 w 98"/>
                <a:gd name="T13" fmla="*/ 62 h 65"/>
                <a:gd name="T14" fmla="*/ 113 w 98"/>
                <a:gd name="T15" fmla="*/ 92 h 65"/>
                <a:gd name="T16" fmla="*/ 63 w 98"/>
                <a:gd name="T17" fmla="*/ 508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65">
                  <a:moveTo>
                    <a:pt x="4" y="33"/>
                  </a:moveTo>
                  <a:cubicBezTo>
                    <a:pt x="9" y="46"/>
                    <a:pt x="6" y="65"/>
                    <a:pt x="24" y="65"/>
                  </a:cubicBezTo>
                  <a:cubicBezTo>
                    <a:pt x="33" y="65"/>
                    <a:pt x="42" y="64"/>
                    <a:pt x="51" y="64"/>
                  </a:cubicBezTo>
                  <a:cubicBezTo>
                    <a:pt x="58" y="63"/>
                    <a:pt x="68" y="65"/>
                    <a:pt x="75" y="63"/>
                  </a:cubicBezTo>
                  <a:cubicBezTo>
                    <a:pt x="94" y="60"/>
                    <a:pt x="98" y="31"/>
                    <a:pt x="92" y="16"/>
                  </a:cubicBezTo>
                  <a:cubicBezTo>
                    <a:pt x="88" y="6"/>
                    <a:pt x="81" y="8"/>
                    <a:pt x="71" y="8"/>
                  </a:cubicBezTo>
                  <a:cubicBezTo>
                    <a:pt x="62" y="8"/>
                    <a:pt x="55" y="6"/>
                    <a:pt x="46" y="4"/>
                  </a:cubicBezTo>
                  <a:cubicBezTo>
                    <a:pt x="36" y="1"/>
                    <a:pt x="16" y="0"/>
                    <a:pt x="7" y="6"/>
                  </a:cubicBezTo>
                  <a:cubicBezTo>
                    <a:pt x="2" y="9"/>
                    <a:pt x="0" y="24"/>
                    <a:pt x="4" y="3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54">
              <a:extLst>
                <a:ext uri="{FF2B5EF4-FFF2-40B4-BE49-F238E27FC236}">
                  <a16:creationId xmlns:a16="http://schemas.microsoft.com/office/drawing/2014/main" id="{40CAC14B-9F3D-4845-81E4-5BD9731B9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457"/>
              <a:ext cx="410" cy="180"/>
            </a:xfrm>
            <a:custGeom>
              <a:avLst/>
              <a:gdLst>
                <a:gd name="T0" fmla="*/ 1563 w 164"/>
                <a:gd name="T1" fmla="*/ 0 h 72"/>
                <a:gd name="T2" fmla="*/ 238 w 164"/>
                <a:gd name="T3" fmla="*/ 158 h 72"/>
                <a:gd name="T4" fmla="*/ 395 w 164"/>
                <a:gd name="T5" fmla="*/ 895 h 72"/>
                <a:gd name="T6" fmla="*/ 550 w 164"/>
                <a:gd name="T7" fmla="*/ 1095 h 72"/>
                <a:gd name="T8" fmla="*/ 1145 w 164"/>
                <a:gd name="T9" fmla="*/ 1113 h 72"/>
                <a:gd name="T10" fmla="*/ 1925 w 164"/>
                <a:gd name="T11" fmla="*/ 1113 h 72"/>
                <a:gd name="T12" fmla="*/ 2300 w 164"/>
                <a:gd name="T13" fmla="*/ 1063 h 72"/>
                <a:gd name="T14" fmla="*/ 2270 w 164"/>
                <a:gd name="T15" fmla="*/ 250 h 72"/>
                <a:gd name="T16" fmla="*/ 1563 w 164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4" h="72">
                  <a:moveTo>
                    <a:pt x="100" y="0"/>
                  </a:moveTo>
                  <a:cubicBezTo>
                    <a:pt x="83" y="0"/>
                    <a:pt x="30" y="2"/>
                    <a:pt x="15" y="10"/>
                  </a:cubicBezTo>
                  <a:cubicBezTo>
                    <a:pt x="0" y="18"/>
                    <a:pt x="8" y="41"/>
                    <a:pt x="25" y="57"/>
                  </a:cubicBezTo>
                  <a:cubicBezTo>
                    <a:pt x="32" y="63"/>
                    <a:pt x="26" y="69"/>
                    <a:pt x="35" y="70"/>
                  </a:cubicBezTo>
                  <a:cubicBezTo>
                    <a:pt x="47" y="72"/>
                    <a:pt x="61" y="72"/>
                    <a:pt x="73" y="71"/>
                  </a:cubicBezTo>
                  <a:cubicBezTo>
                    <a:pt x="90" y="70"/>
                    <a:pt x="107" y="70"/>
                    <a:pt x="123" y="71"/>
                  </a:cubicBezTo>
                  <a:cubicBezTo>
                    <a:pt x="130" y="71"/>
                    <a:pt x="140" y="71"/>
                    <a:pt x="147" y="68"/>
                  </a:cubicBezTo>
                  <a:cubicBezTo>
                    <a:pt x="164" y="59"/>
                    <a:pt x="160" y="25"/>
                    <a:pt x="145" y="16"/>
                  </a:cubicBezTo>
                  <a:cubicBezTo>
                    <a:pt x="133" y="9"/>
                    <a:pt x="113" y="0"/>
                    <a:pt x="100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55">
              <a:extLst>
                <a:ext uri="{FF2B5EF4-FFF2-40B4-BE49-F238E27FC236}">
                  <a16:creationId xmlns:a16="http://schemas.microsoft.com/office/drawing/2014/main" id="{F961FD8E-3DDF-477A-BD2D-F957E100D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605"/>
              <a:ext cx="257" cy="222"/>
            </a:xfrm>
            <a:custGeom>
              <a:avLst/>
              <a:gdLst>
                <a:gd name="T0" fmla="*/ 512 w 103"/>
                <a:gd name="T1" fmla="*/ 200 h 89"/>
                <a:gd name="T2" fmla="*/ 871 w 103"/>
                <a:gd name="T3" fmla="*/ 12 h 89"/>
                <a:gd name="T4" fmla="*/ 1495 w 103"/>
                <a:gd name="T5" fmla="*/ 200 h 89"/>
                <a:gd name="T6" fmla="*/ 1557 w 103"/>
                <a:gd name="T7" fmla="*/ 933 h 89"/>
                <a:gd name="T8" fmla="*/ 1278 w 103"/>
                <a:gd name="T9" fmla="*/ 1337 h 89"/>
                <a:gd name="T10" fmla="*/ 479 w 103"/>
                <a:gd name="T11" fmla="*/ 1369 h 89"/>
                <a:gd name="T12" fmla="*/ 42 w 103"/>
                <a:gd name="T13" fmla="*/ 1058 h 89"/>
                <a:gd name="T14" fmla="*/ 217 w 103"/>
                <a:gd name="T15" fmla="*/ 52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89">
                  <a:moveTo>
                    <a:pt x="33" y="13"/>
                  </a:moveTo>
                  <a:cubicBezTo>
                    <a:pt x="41" y="8"/>
                    <a:pt x="46" y="1"/>
                    <a:pt x="56" y="1"/>
                  </a:cubicBezTo>
                  <a:cubicBezTo>
                    <a:pt x="66" y="0"/>
                    <a:pt x="90" y="3"/>
                    <a:pt x="96" y="13"/>
                  </a:cubicBezTo>
                  <a:cubicBezTo>
                    <a:pt x="103" y="25"/>
                    <a:pt x="101" y="47"/>
                    <a:pt x="100" y="60"/>
                  </a:cubicBezTo>
                  <a:cubicBezTo>
                    <a:pt x="100" y="76"/>
                    <a:pt x="99" y="82"/>
                    <a:pt x="82" y="86"/>
                  </a:cubicBezTo>
                  <a:cubicBezTo>
                    <a:pt x="66" y="89"/>
                    <a:pt x="48" y="88"/>
                    <a:pt x="31" y="88"/>
                  </a:cubicBezTo>
                  <a:cubicBezTo>
                    <a:pt x="16" y="88"/>
                    <a:pt x="6" y="84"/>
                    <a:pt x="3" y="68"/>
                  </a:cubicBezTo>
                  <a:cubicBezTo>
                    <a:pt x="0" y="53"/>
                    <a:pt x="11" y="47"/>
                    <a:pt x="14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56">
              <a:extLst>
                <a:ext uri="{FF2B5EF4-FFF2-40B4-BE49-F238E27FC236}">
                  <a16:creationId xmlns:a16="http://schemas.microsoft.com/office/drawing/2014/main" id="{A68B5A50-BC29-47D3-9ECE-976959C45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60"/>
              <a:ext cx="385" cy="245"/>
            </a:xfrm>
            <a:custGeom>
              <a:avLst/>
              <a:gdLst>
                <a:gd name="T0" fmla="*/ 2300 w 154"/>
                <a:gd name="T1" fmla="*/ 1020 h 98"/>
                <a:gd name="T2" fmla="*/ 2113 w 154"/>
                <a:gd name="T3" fmla="*/ 425 h 98"/>
                <a:gd name="T4" fmla="*/ 925 w 154"/>
                <a:gd name="T5" fmla="*/ 425 h 98"/>
                <a:gd name="T6" fmla="*/ 300 w 154"/>
                <a:gd name="T7" fmla="*/ 645 h 98"/>
                <a:gd name="T8" fmla="*/ 33 w 154"/>
                <a:gd name="T9" fmla="*/ 1095 h 98"/>
                <a:gd name="T10" fmla="*/ 550 w 154"/>
                <a:gd name="T11" fmla="*/ 1533 h 98"/>
                <a:gd name="T12" fmla="*/ 2300 w 154"/>
                <a:gd name="T13" fmla="*/ 102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98">
                  <a:moveTo>
                    <a:pt x="147" y="65"/>
                  </a:moveTo>
                  <a:cubicBezTo>
                    <a:pt x="154" y="54"/>
                    <a:pt x="142" y="36"/>
                    <a:pt x="135" y="27"/>
                  </a:cubicBezTo>
                  <a:cubicBezTo>
                    <a:pt x="116" y="0"/>
                    <a:pt x="84" y="19"/>
                    <a:pt x="59" y="27"/>
                  </a:cubicBezTo>
                  <a:cubicBezTo>
                    <a:pt x="45" y="32"/>
                    <a:pt x="32" y="35"/>
                    <a:pt x="19" y="41"/>
                  </a:cubicBezTo>
                  <a:cubicBezTo>
                    <a:pt x="6" y="47"/>
                    <a:pt x="0" y="57"/>
                    <a:pt x="2" y="70"/>
                  </a:cubicBezTo>
                  <a:cubicBezTo>
                    <a:pt x="1" y="95"/>
                    <a:pt x="22" y="98"/>
                    <a:pt x="35" y="98"/>
                  </a:cubicBezTo>
                  <a:cubicBezTo>
                    <a:pt x="47" y="98"/>
                    <a:pt x="137" y="79"/>
                    <a:pt x="147" y="6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57">
              <a:extLst>
                <a:ext uri="{FF2B5EF4-FFF2-40B4-BE49-F238E27FC236}">
                  <a16:creationId xmlns:a16="http://schemas.microsoft.com/office/drawing/2014/main" id="{D996F955-F5DE-41F0-9BB4-4935066E3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275"/>
              <a:ext cx="117" cy="162"/>
            </a:xfrm>
            <a:custGeom>
              <a:avLst/>
              <a:gdLst>
                <a:gd name="T0" fmla="*/ 416 w 47"/>
                <a:gd name="T1" fmla="*/ 0 h 65"/>
                <a:gd name="T2" fmla="*/ 105 w 47"/>
                <a:gd name="T3" fmla="*/ 466 h 65"/>
                <a:gd name="T4" fmla="*/ 217 w 47"/>
                <a:gd name="T5" fmla="*/ 962 h 65"/>
                <a:gd name="T6" fmla="*/ 712 w 47"/>
                <a:gd name="T7" fmla="*/ 745 h 65"/>
                <a:gd name="T8" fmla="*/ 570 w 47"/>
                <a:gd name="T9" fmla="*/ 125 h 65"/>
                <a:gd name="T10" fmla="*/ 416 w 47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5">
                  <a:moveTo>
                    <a:pt x="27" y="0"/>
                  </a:moveTo>
                  <a:cubicBezTo>
                    <a:pt x="12" y="2"/>
                    <a:pt x="8" y="17"/>
                    <a:pt x="7" y="30"/>
                  </a:cubicBezTo>
                  <a:cubicBezTo>
                    <a:pt x="6" y="41"/>
                    <a:pt x="0" y="58"/>
                    <a:pt x="14" y="62"/>
                  </a:cubicBezTo>
                  <a:cubicBezTo>
                    <a:pt x="26" y="65"/>
                    <a:pt x="47" y="63"/>
                    <a:pt x="46" y="48"/>
                  </a:cubicBezTo>
                  <a:cubicBezTo>
                    <a:pt x="44" y="36"/>
                    <a:pt x="43" y="18"/>
                    <a:pt x="37" y="8"/>
                  </a:cubicBezTo>
                  <a:cubicBezTo>
                    <a:pt x="35" y="4"/>
                    <a:pt x="31" y="1"/>
                    <a:pt x="27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58">
              <a:extLst>
                <a:ext uri="{FF2B5EF4-FFF2-40B4-BE49-F238E27FC236}">
                  <a16:creationId xmlns:a16="http://schemas.microsoft.com/office/drawing/2014/main" id="{35841333-4911-43D8-ADDC-293D14884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110"/>
              <a:ext cx="282" cy="177"/>
            </a:xfrm>
            <a:custGeom>
              <a:avLst/>
              <a:gdLst>
                <a:gd name="T0" fmla="*/ 12 w 113"/>
                <a:gd name="T1" fmla="*/ 571 h 71"/>
                <a:gd name="T2" fmla="*/ 62 w 113"/>
                <a:gd name="T3" fmla="*/ 758 h 71"/>
                <a:gd name="T4" fmla="*/ 200 w 113"/>
                <a:gd name="T5" fmla="*/ 870 h 71"/>
                <a:gd name="T6" fmla="*/ 417 w 113"/>
                <a:gd name="T7" fmla="*/ 945 h 71"/>
                <a:gd name="T8" fmla="*/ 654 w 113"/>
                <a:gd name="T9" fmla="*/ 1007 h 71"/>
                <a:gd name="T10" fmla="*/ 1383 w 113"/>
                <a:gd name="T11" fmla="*/ 995 h 71"/>
                <a:gd name="T12" fmla="*/ 1662 w 113"/>
                <a:gd name="T13" fmla="*/ 790 h 71"/>
                <a:gd name="T14" fmla="*/ 1724 w 113"/>
                <a:gd name="T15" fmla="*/ 621 h 71"/>
                <a:gd name="T16" fmla="*/ 1757 w 113"/>
                <a:gd name="T17" fmla="*/ 404 h 71"/>
                <a:gd name="T18" fmla="*/ 1008 w 113"/>
                <a:gd name="T19" fmla="*/ 92 h 71"/>
                <a:gd name="T20" fmla="*/ 512 w 113"/>
                <a:gd name="T21" fmla="*/ 155 h 71"/>
                <a:gd name="T22" fmla="*/ 75 w 113"/>
                <a:gd name="T23" fmla="*/ 354 h 71"/>
                <a:gd name="T24" fmla="*/ 12 w 113"/>
                <a:gd name="T25" fmla="*/ 571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3" h="71">
                  <a:moveTo>
                    <a:pt x="1" y="37"/>
                  </a:moveTo>
                  <a:cubicBezTo>
                    <a:pt x="2" y="40"/>
                    <a:pt x="3" y="46"/>
                    <a:pt x="4" y="49"/>
                  </a:cubicBezTo>
                  <a:cubicBezTo>
                    <a:pt x="6" y="52"/>
                    <a:pt x="9" y="54"/>
                    <a:pt x="13" y="56"/>
                  </a:cubicBezTo>
                  <a:cubicBezTo>
                    <a:pt x="17" y="58"/>
                    <a:pt x="22" y="59"/>
                    <a:pt x="27" y="61"/>
                  </a:cubicBezTo>
                  <a:cubicBezTo>
                    <a:pt x="32" y="63"/>
                    <a:pt x="37" y="64"/>
                    <a:pt x="42" y="65"/>
                  </a:cubicBezTo>
                  <a:cubicBezTo>
                    <a:pt x="57" y="68"/>
                    <a:pt x="75" y="71"/>
                    <a:pt x="89" y="64"/>
                  </a:cubicBezTo>
                  <a:cubicBezTo>
                    <a:pt x="95" y="61"/>
                    <a:pt x="104" y="57"/>
                    <a:pt x="107" y="51"/>
                  </a:cubicBezTo>
                  <a:cubicBezTo>
                    <a:pt x="109" y="48"/>
                    <a:pt x="110" y="44"/>
                    <a:pt x="111" y="40"/>
                  </a:cubicBezTo>
                  <a:cubicBezTo>
                    <a:pt x="112" y="36"/>
                    <a:pt x="113" y="31"/>
                    <a:pt x="113" y="26"/>
                  </a:cubicBezTo>
                  <a:cubicBezTo>
                    <a:pt x="112" y="0"/>
                    <a:pt x="85" y="6"/>
                    <a:pt x="65" y="6"/>
                  </a:cubicBezTo>
                  <a:cubicBezTo>
                    <a:pt x="55" y="6"/>
                    <a:pt x="44" y="7"/>
                    <a:pt x="33" y="10"/>
                  </a:cubicBezTo>
                  <a:cubicBezTo>
                    <a:pt x="26" y="12"/>
                    <a:pt x="9" y="17"/>
                    <a:pt x="5" y="23"/>
                  </a:cubicBezTo>
                  <a:cubicBezTo>
                    <a:pt x="2" y="27"/>
                    <a:pt x="0" y="27"/>
                    <a:pt x="1" y="3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59">
              <a:extLst>
                <a:ext uri="{FF2B5EF4-FFF2-40B4-BE49-F238E27FC236}">
                  <a16:creationId xmlns:a16="http://schemas.microsoft.com/office/drawing/2014/main" id="{081E5BFF-E643-404A-B930-9D41E7DD3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182"/>
              <a:ext cx="218" cy="148"/>
            </a:xfrm>
            <a:custGeom>
              <a:avLst/>
              <a:gdLst>
                <a:gd name="T0" fmla="*/ 63 w 87"/>
                <a:gd name="T1" fmla="*/ 630 h 59"/>
                <a:gd name="T2" fmla="*/ 238 w 87"/>
                <a:gd name="T3" fmla="*/ 755 h 59"/>
                <a:gd name="T4" fmla="*/ 489 w 87"/>
                <a:gd name="T5" fmla="*/ 880 h 59"/>
                <a:gd name="T6" fmla="*/ 910 w 87"/>
                <a:gd name="T7" fmla="*/ 788 h 59"/>
                <a:gd name="T8" fmla="*/ 1318 w 87"/>
                <a:gd name="T9" fmla="*/ 647 h 59"/>
                <a:gd name="T10" fmla="*/ 1275 w 87"/>
                <a:gd name="T11" fmla="*/ 251 h 59"/>
                <a:gd name="T12" fmla="*/ 584 w 87"/>
                <a:gd name="T13" fmla="*/ 95 h 59"/>
                <a:gd name="T14" fmla="*/ 125 w 87"/>
                <a:gd name="T15" fmla="*/ 334 h 59"/>
                <a:gd name="T16" fmla="*/ 63 w 87"/>
                <a:gd name="T17" fmla="*/ 63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59">
                  <a:moveTo>
                    <a:pt x="4" y="40"/>
                  </a:moveTo>
                  <a:cubicBezTo>
                    <a:pt x="6" y="43"/>
                    <a:pt x="12" y="46"/>
                    <a:pt x="15" y="48"/>
                  </a:cubicBezTo>
                  <a:cubicBezTo>
                    <a:pt x="20" y="51"/>
                    <a:pt x="25" y="55"/>
                    <a:pt x="31" y="56"/>
                  </a:cubicBezTo>
                  <a:cubicBezTo>
                    <a:pt x="41" y="59"/>
                    <a:pt x="49" y="55"/>
                    <a:pt x="58" y="50"/>
                  </a:cubicBezTo>
                  <a:cubicBezTo>
                    <a:pt x="65" y="46"/>
                    <a:pt x="79" y="49"/>
                    <a:pt x="84" y="41"/>
                  </a:cubicBezTo>
                  <a:cubicBezTo>
                    <a:pt x="87" y="36"/>
                    <a:pt x="83" y="22"/>
                    <a:pt x="81" y="16"/>
                  </a:cubicBezTo>
                  <a:cubicBezTo>
                    <a:pt x="75" y="0"/>
                    <a:pt x="50" y="1"/>
                    <a:pt x="37" y="6"/>
                  </a:cubicBezTo>
                  <a:cubicBezTo>
                    <a:pt x="27" y="9"/>
                    <a:pt x="14" y="13"/>
                    <a:pt x="8" y="21"/>
                  </a:cubicBezTo>
                  <a:cubicBezTo>
                    <a:pt x="4" y="25"/>
                    <a:pt x="0" y="35"/>
                    <a:pt x="4" y="4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60">
              <a:extLst>
                <a:ext uri="{FF2B5EF4-FFF2-40B4-BE49-F238E27FC236}">
                  <a16:creationId xmlns:a16="http://schemas.microsoft.com/office/drawing/2014/main" id="{0EB4CF55-7A67-48A9-8C7B-2F2DEB8E9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632"/>
              <a:ext cx="290" cy="175"/>
            </a:xfrm>
            <a:custGeom>
              <a:avLst/>
              <a:gdLst>
                <a:gd name="T0" fmla="*/ 333 w 116"/>
                <a:gd name="T1" fmla="*/ 395 h 70"/>
                <a:gd name="T2" fmla="*/ 1063 w 116"/>
                <a:gd name="T3" fmla="*/ 63 h 70"/>
                <a:gd name="T4" fmla="*/ 1550 w 116"/>
                <a:gd name="T5" fmla="*/ 300 h 70"/>
                <a:gd name="T6" fmla="*/ 1675 w 116"/>
                <a:gd name="T7" fmla="*/ 895 h 70"/>
                <a:gd name="T8" fmla="*/ 1158 w 116"/>
                <a:gd name="T9" fmla="*/ 1063 h 70"/>
                <a:gd name="T10" fmla="*/ 613 w 116"/>
                <a:gd name="T11" fmla="*/ 1050 h 70"/>
                <a:gd name="T12" fmla="*/ 95 w 116"/>
                <a:gd name="T13" fmla="*/ 845 h 70"/>
                <a:gd name="T14" fmla="*/ 333 w 116"/>
                <a:gd name="T15" fmla="*/ 395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70">
                  <a:moveTo>
                    <a:pt x="21" y="25"/>
                  </a:moveTo>
                  <a:cubicBezTo>
                    <a:pt x="33" y="15"/>
                    <a:pt x="53" y="7"/>
                    <a:pt x="68" y="4"/>
                  </a:cubicBezTo>
                  <a:cubicBezTo>
                    <a:pt x="83" y="0"/>
                    <a:pt x="92" y="5"/>
                    <a:pt x="99" y="19"/>
                  </a:cubicBezTo>
                  <a:cubicBezTo>
                    <a:pt x="103" y="29"/>
                    <a:pt x="116" y="50"/>
                    <a:pt x="107" y="57"/>
                  </a:cubicBezTo>
                  <a:cubicBezTo>
                    <a:pt x="100" y="63"/>
                    <a:pt x="83" y="67"/>
                    <a:pt x="74" y="68"/>
                  </a:cubicBezTo>
                  <a:cubicBezTo>
                    <a:pt x="62" y="70"/>
                    <a:pt x="51" y="67"/>
                    <a:pt x="39" y="67"/>
                  </a:cubicBezTo>
                  <a:cubicBezTo>
                    <a:pt x="27" y="66"/>
                    <a:pt x="13" y="65"/>
                    <a:pt x="6" y="54"/>
                  </a:cubicBezTo>
                  <a:cubicBezTo>
                    <a:pt x="0" y="44"/>
                    <a:pt x="13" y="31"/>
                    <a:pt x="21" y="2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61">
              <a:extLst>
                <a:ext uri="{FF2B5EF4-FFF2-40B4-BE49-F238E27FC236}">
                  <a16:creationId xmlns:a16="http://schemas.microsoft.com/office/drawing/2014/main" id="{027E3A22-FE3B-4EEA-8627-7B89E0619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795"/>
              <a:ext cx="262" cy="220"/>
            </a:xfrm>
            <a:custGeom>
              <a:avLst/>
              <a:gdLst>
                <a:gd name="T0" fmla="*/ 354 w 105"/>
                <a:gd name="T1" fmla="*/ 175 h 88"/>
                <a:gd name="T2" fmla="*/ 125 w 105"/>
                <a:gd name="T3" fmla="*/ 1033 h 88"/>
                <a:gd name="T4" fmla="*/ 541 w 105"/>
                <a:gd name="T5" fmla="*/ 1238 h 88"/>
                <a:gd name="T6" fmla="*/ 1008 w 105"/>
                <a:gd name="T7" fmla="*/ 1363 h 88"/>
                <a:gd name="T8" fmla="*/ 1619 w 105"/>
                <a:gd name="T9" fmla="*/ 720 h 88"/>
                <a:gd name="T10" fmla="*/ 1400 w 105"/>
                <a:gd name="T11" fmla="*/ 220 h 88"/>
                <a:gd name="T12" fmla="*/ 354 w 105"/>
                <a:gd name="T13" fmla="*/ 175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88">
                  <a:moveTo>
                    <a:pt x="23" y="11"/>
                  </a:moveTo>
                  <a:cubicBezTo>
                    <a:pt x="8" y="22"/>
                    <a:pt x="0" y="49"/>
                    <a:pt x="8" y="66"/>
                  </a:cubicBezTo>
                  <a:cubicBezTo>
                    <a:pt x="13" y="77"/>
                    <a:pt x="25" y="76"/>
                    <a:pt x="35" y="79"/>
                  </a:cubicBezTo>
                  <a:cubicBezTo>
                    <a:pt x="44" y="82"/>
                    <a:pt x="54" y="88"/>
                    <a:pt x="65" y="87"/>
                  </a:cubicBezTo>
                  <a:cubicBezTo>
                    <a:pt x="85" y="86"/>
                    <a:pt x="102" y="65"/>
                    <a:pt x="104" y="46"/>
                  </a:cubicBezTo>
                  <a:cubicBezTo>
                    <a:pt x="105" y="34"/>
                    <a:pt x="98" y="22"/>
                    <a:pt x="90" y="14"/>
                  </a:cubicBezTo>
                  <a:cubicBezTo>
                    <a:pt x="84" y="9"/>
                    <a:pt x="35" y="0"/>
                    <a:pt x="23" y="1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62">
              <a:extLst>
                <a:ext uri="{FF2B5EF4-FFF2-40B4-BE49-F238E27FC236}">
                  <a16:creationId xmlns:a16="http://schemas.microsoft.com/office/drawing/2014/main" id="{9160CBF1-8944-4A83-8163-7626C0C3C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825"/>
              <a:ext cx="228" cy="202"/>
            </a:xfrm>
            <a:custGeom>
              <a:avLst/>
              <a:gdLst>
                <a:gd name="T0" fmla="*/ 145 w 91"/>
                <a:gd name="T1" fmla="*/ 249 h 81"/>
                <a:gd name="T2" fmla="*/ 992 w 91"/>
                <a:gd name="T3" fmla="*/ 75 h 81"/>
                <a:gd name="T4" fmla="*/ 1350 w 91"/>
                <a:gd name="T5" fmla="*/ 591 h 81"/>
                <a:gd name="T6" fmla="*/ 960 w 91"/>
                <a:gd name="T7" fmla="*/ 1057 h 81"/>
                <a:gd name="T8" fmla="*/ 363 w 91"/>
                <a:gd name="T9" fmla="*/ 1244 h 81"/>
                <a:gd name="T10" fmla="*/ 113 w 91"/>
                <a:gd name="T11" fmla="*/ 1008 h 81"/>
                <a:gd name="T12" fmla="*/ 145 w 91"/>
                <a:gd name="T13" fmla="*/ 249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9" y="16"/>
                  </a:moveTo>
                  <a:cubicBezTo>
                    <a:pt x="20" y="1"/>
                    <a:pt x="47" y="0"/>
                    <a:pt x="63" y="5"/>
                  </a:cubicBezTo>
                  <a:cubicBezTo>
                    <a:pt x="79" y="10"/>
                    <a:pt x="82" y="23"/>
                    <a:pt x="86" y="38"/>
                  </a:cubicBezTo>
                  <a:cubicBezTo>
                    <a:pt x="91" y="58"/>
                    <a:pt x="80" y="62"/>
                    <a:pt x="61" y="68"/>
                  </a:cubicBezTo>
                  <a:cubicBezTo>
                    <a:pt x="49" y="72"/>
                    <a:pt x="35" y="78"/>
                    <a:pt x="23" y="80"/>
                  </a:cubicBezTo>
                  <a:cubicBezTo>
                    <a:pt x="14" y="81"/>
                    <a:pt x="10" y="73"/>
                    <a:pt x="7" y="65"/>
                  </a:cubicBezTo>
                  <a:cubicBezTo>
                    <a:pt x="0" y="50"/>
                    <a:pt x="0" y="29"/>
                    <a:pt x="9" y="1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63">
              <a:extLst>
                <a:ext uri="{FF2B5EF4-FFF2-40B4-BE49-F238E27FC236}">
                  <a16:creationId xmlns:a16="http://schemas.microsoft.com/office/drawing/2014/main" id="{BFFF1160-ABD1-4B08-A775-2C48F62DD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" y="2790"/>
              <a:ext cx="297" cy="205"/>
            </a:xfrm>
            <a:custGeom>
              <a:avLst/>
              <a:gdLst>
                <a:gd name="T0" fmla="*/ 137 w 119"/>
                <a:gd name="T1" fmla="*/ 175 h 82"/>
                <a:gd name="T2" fmla="*/ 966 w 119"/>
                <a:gd name="T3" fmla="*/ 145 h 82"/>
                <a:gd name="T4" fmla="*/ 1620 w 119"/>
                <a:gd name="T5" fmla="*/ 283 h 82"/>
                <a:gd name="T6" fmla="*/ 1849 w 119"/>
                <a:gd name="T7" fmla="*/ 625 h 82"/>
                <a:gd name="T8" fmla="*/ 1650 w 119"/>
                <a:gd name="T9" fmla="*/ 845 h 82"/>
                <a:gd name="T10" fmla="*/ 1121 w 119"/>
                <a:gd name="T11" fmla="*/ 1050 h 82"/>
                <a:gd name="T12" fmla="*/ 312 w 119"/>
                <a:gd name="T13" fmla="*/ 970 h 82"/>
                <a:gd name="T14" fmla="*/ 137 w 119"/>
                <a:gd name="T15" fmla="*/ 175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82">
                  <a:moveTo>
                    <a:pt x="9" y="11"/>
                  </a:moveTo>
                  <a:cubicBezTo>
                    <a:pt x="21" y="0"/>
                    <a:pt x="46" y="11"/>
                    <a:pt x="62" y="9"/>
                  </a:cubicBezTo>
                  <a:cubicBezTo>
                    <a:pt x="76" y="7"/>
                    <a:pt x="93" y="8"/>
                    <a:pt x="104" y="18"/>
                  </a:cubicBezTo>
                  <a:cubicBezTo>
                    <a:pt x="113" y="25"/>
                    <a:pt x="118" y="29"/>
                    <a:pt x="119" y="40"/>
                  </a:cubicBezTo>
                  <a:cubicBezTo>
                    <a:pt x="119" y="50"/>
                    <a:pt x="114" y="51"/>
                    <a:pt x="106" y="54"/>
                  </a:cubicBezTo>
                  <a:cubicBezTo>
                    <a:pt x="94" y="58"/>
                    <a:pt x="84" y="63"/>
                    <a:pt x="72" y="67"/>
                  </a:cubicBezTo>
                  <a:cubicBezTo>
                    <a:pt x="55" y="74"/>
                    <a:pt x="30" y="82"/>
                    <a:pt x="20" y="62"/>
                  </a:cubicBezTo>
                  <a:cubicBezTo>
                    <a:pt x="14" y="50"/>
                    <a:pt x="0" y="24"/>
                    <a:pt x="9" y="1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64">
              <a:extLst>
                <a:ext uri="{FF2B5EF4-FFF2-40B4-BE49-F238E27FC236}">
                  <a16:creationId xmlns:a16="http://schemas.microsoft.com/office/drawing/2014/main" id="{FF44937D-B403-4C14-8C88-A3E559AC6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002"/>
              <a:ext cx="280" cy="220"/>
            </a:xfrm>
            <a:custGeom>
              <a:avLst/>
              <a:gdLst>
                <a:gd name="T0" fmla="*/ 1020 w 112"/>
                <a:gd name="T1" fmla="*/ 1313 h 88"/>
                <a:gd name="T2" fmla="*/ 1708 w 112"/>
                <a:gd name="T3" fmla="*/ 1113 h 88"/>
                <a:gd name="T4" fmla="*/ 1488 w 112"/>
                <a:gd name="T5" fmla="*/ 363 h 88"/>
                <a:gd name="T6" fmla="*/ 658 w 112"/>
                <a:gd name="T7" fmla="*/ 188 h 88"/>
                <a:gd name="T8" fmla="*/ 63 w 112"/>
                <a:gd name="T9" fmla="*/ 270 h 88"/>
                <a:gd name="T10" fmla="*/ 1020 w 112"/>
                <a:gd name="T11" fmla="*/ 1313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88">
                  <a:moveTo>
                    <a:pt x="65" y="84"/>
                  </a:moveTo>
                  <a:cubicBezTo>
                    <a:pt x="65" y="84"/>
                    <a:pt x="107" y="88"/>
                    <a:pt x="109" y="71"/>
                  </a:cubicBezTo>
                  <a:cubicBezTo>
                    <a:pt x="112" y="53"/>
                    <a:pt x="110" y="29"/>
                    <a:pt x="95" y="23"/>
                  </a:cubicBezTo>
                  <a:cubicBezTo>
                    <a:pt x="80" y="16"/>
                    <a:pt x="57" y="24"/>
                    <a:pt x="42" y="12"/>
                  </a:cubicBezTo>
                  <a:cubicBezTo>
                    <a:pt x="27" y="0"/>
                    <a:pt x="22" y="6"/>
                    <a:pt x="4" y="17"/>
                  </a:cubicBezTo>
                  <a:cubicBezTo>
                    <a:pt x="0" y="20"/>
                    <a:pt x="0" y="79"/>
                    <a:pt x="65" y="8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65">
              <a:extLst>
                <a:ext uri="{FF2B5EF4-FFF2-40B4-BE49-F238E27FC236}">
                  <a16:creationId xmlns:a16="http://schemas.microsoft.com/office/drawing/2014/main" id="{2E69762A-9DDD-4B47-A02D-75BF6E6D6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992"/>
              <a:ext cx="360" cy="253"/>
            </a:xfrm>
            <a:custGeom>
              <a:avLst/>
              <a:gdLst>
                <a:gd name="T0" fmla="*/ 2250 w 144"/>
                <a:gd name="T1" fmla="*/ 942 h 101"/>
                <a:gd name="T2" fmla="*/ 1270 w 144"/>
                <a:gd name="T3" fmla="*/ 50 h 101"/>
                <a:gd name="T4" fmla="*/ 300 w 144"/>
                <a:gd name="T5" fmla="*/ 208 h 101"/>
                <a:gd name="T6" fmla="*/ 145 w 144"/>
                <a:gd name="T7" fmla="*/ 1160 h 101"/>
                <a:gd name="T8" fmla="*/ 958 w 144"/>
                <a:gd name="T9" fmla="*/ 1288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01">
                  <a:moveTo>
                    <a:pt x="144" y="60"/>
                  </a:moveTo>
                  <a:cubicBezTo>
                    <a:pt x="133" y="47"/>
                    <a:pt x="100" y="0"/>
                    <a:pt x="81" y="3"/>
                  </a:cubicBezTo>
                  <a:cubicBezTo>
                    <a:pt x="68" y="3"/>
                    <a:pt x="37" y="2"/>
                    <a:pt x="19" y="13"/>
                  </a:cubicBezTo>
                  <a:cubicBezTo>
                    <a:pt x="0" y="24"/>
                    <a:pt x="8" y="47"/>
                    <a:pt x="9" y="74"/>
                  </a:cubicBezTo>
                  <a:cubicBezTo>
                    <a:pt x="23" y="93"/>
                    <a:pt x="24" y="101"/>
                    <a:pt x="61" y="8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66">
              <a:extLst>
                <a:ext uri="{FF2B5EF4-FFF2-40B4-BE49-F238E27FC236}">
                  <a16:creationId xmlns:a16="http://schemas.microsoft.com/office/drawing/2014/main" id="{38E5123E-72F4-4019-AFAF-46E283994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3460"/>
              <a:ext cx="228" cy="225"/>
            </a:xfrm>
            <a:custGeom>
              <a:avLst/>
              <a:gdLst>
                <a:gd name="T0" fmla="*/ 1431 w 91"/>
                <a:gd name="T1" fmla="*/ 520 h 90"/>
                <a:gd name="T2" fmla="*/ 1005 w 91"/>
                <a:gd name="T3" fmla="*/ 970 h 90"/>
                <a:gd name="T4" fmla="*/ 238 w 91"/>
                <a:gd name="T5" fmla="*/ 1175 h 90"/>
                <a:gd name="T6" fmla="*/ 333 w 91"/>
                <a:gd name="T7" fmla="*/ 113 h 90"/>
                <a:gd name="T8" fmla="*/ 1368 w 91"/>
                <a:gd name="T9" fmla="*/ 425 h 90"/>
                <a:gd name="T10" fmla="*/ 1431 w 91"/>
                <a:gd name="T11" fmla="*/ 52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90">
                  <a:moveTo>
                    <a:pt x="91" y="33"/>
                  </a:moveTo>
                  <a:cubicBezTo>
                    <a:pt x="87" y="52"/>
                    <a:pt x="79" y="56"/>
                    <a:pt x="64" y="62"/>
                  </a:cubicBezTo>
                  <a:cubicBezTo>
                    <a:pt x="49" y="68"/>
                    <a:pt x="18" y="90"/>
                    <a:pt x="15" y="75"/>
                  </a:cubicBezTo>
                  <a:cubicBezTo>
                    <a:pt x="8" y="59"/>
                    <a:pt x="0" y="14"/>
                    <a:pt x="21" y="7"/>
                  </a:cubicBezTo>
                  <a:cubicBezTo>
                    <a:pt x="40" y="0"/>
                    <a:pt x="69" y="21"/>
                    <a:pt x="87" y="27"/>
                  </a:cubicBezTo>
                  <a:cubicBezTo>
                    <a:pt x="91" y="28"/>
                    <a:pt x="91" y="29"/>
                    <a:pt x="91" y="3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67">
              <a:extLst>
                <a:ext uri="{FF2B5EF4-FFF2-40B4-BE49-F238E27FC236}">
                  <a16:creationId xmlns:a16="http://schemas.microsoft.com/office/drawing/2014/main" id="{C80EE913-43E3-4D94-B797-7CC6B98BB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382"/>
              <a:ext cx="240" cy="215"/>
            </a:xfrm>
            <a:custGeom>
              <a:avLst/>
              <a:gdLst>
                <a:gd name="T0" fmla="*/ 1083 w 96"/>
                <a:gd name="T1" fmla="*/ 1250 h 86"/>
                <a:gd name="T2" fmla="*/ 470 w 96"/>
                <a:gd name="T3" fmla="*/ 1270 h 86"/>
                <a:gd name="T4" fmla="*/ 313 w 96"/>
                <a:gd name="T5" fmla="*/ 925 h 86"/>
                <a:gd name="T6" fmla="*/ 113 w 96"/>
                <a:gd name="T7" fmla="*/ 313 h 86"/>
                <a:gd name="T8" fmla="*/ 720 w 96"/>
                <a:gd name="T9" fmla="*/ 250 h 86"/>
                <a:gd name="T10" fmla="*/ 1408 w 96"/>
                <a:gd name="T11" fmla="*/ 458 h 86"/>
                <a:gd name="T12" fmla="*/ 1175 w 96"/>
                <a:gd name="T13" fmla="*/ 770 h 86"/>
                <a:gd name="T14" fmla="*/ 1083 w 96"/>
                <a:gd name="T15" fmla="*/ 125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86">
                  <a:moveTo>
                    <a:pt x="69" y="80"/>
                  </a:moveTo>
                  <a:cubicBezTo>
                    <a:pt x="56" y="84"/>
                    <a:pt x="39" y="86"/>
                    <a:pt x="30" y="81"/>
                  </a:cubicBezTo>
                  <a:cubicBezTo>
                    <a:pt x="23" y="78"/>
                    <a:pt x="22" y="65"/>
                    <a:pt x="20" y="59"/>
                  </a:cubicBezTo>
                  <a:cubicBezTo>
                    <a:pt x="17" y="51"/>
                    <a:pt x="9" y="28"/>
                    <a:pt x="7" y="20"/>
                  </a:cubicBezTo>
                  <a:cubicBezTo>
                    <a:pt x="0" y="0"/>
                    <a:pt x="31" y="15"/>
                    <a:pt x="46" y="16"/>
                  </a:cubicBezTo>
                  <a:cubicBezTo>
                    <a:pt x="58" y="16"/>
                    <a:pt x="96" y="7"/>
                    <a:pt x="90" y="29"/>
                  </a:cubicBezTo>
                  <a:cubicBezTo>
                    <a:pt x="88" y="32"/>
                    <a:pt x="78" y="40"/>
                    <a:pt x="75" y="49"/>
                  </a:cubicBezTo>
                  <a:cubicBezTo>
                    <a:pt x="73" y="57"/>
                    <a:pt x="74" y="78"/>
                    <a:pt x="69" y="8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68">
              <a:extLst>
                <a:ext uri="{FF2B5EF4-FFF2-40B4-BE49-F238E27FC236}">
                  <a16:creationId xmlns:a16="http://schemas.microsoft.com/office/drawing/2014/main" id="{9377D45E-5198-4777-BC9A-33F1F5651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452"/>
              <a:ext cx="220" cy="185"/>
            </a:xfrm>
            <a:custGeom>
              <a:avLst/>
              <a:gdLst>
                <a:gd name="T0" fmla="*/ 1313 w 88"/>
                <a:gd name="T1" fmla="*/ 958 h 74"/>
                <a:gd name="T2" fmla="*/ 970 w 88"/>
                <a:gd name="T3" fmla="*/ 1125 h 74"/>
                <a:gd name="T4" fmla="*/ 345 w 88"/>
                <a:gd name="T5" fmla="*/ 1125 h 74"/>
                <a:gd name="T6" fmla="*/ 1000 w 88"/>
                <a:gd name="T7" fmla="*/ 345 h 74"/>
                <a:gd name="T8" fmla="*/ 1313 w 88"/>
                <a:gd name="T9" fmla="*/ 95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74">
                  <a:moveTo>
                    <a:pt x="84" y="61"/>
                  </a:moveTo>
                  <a:cubicBezTo>
                    <a:pt x="78" y="63"/>
                    <a:pt x="71" y="70"/>
                    <a:pt x="62" y="72"/>
                  </a:cubicBezTo>
                  <a:cubicBezTo>
                    <a:pt x="52" y="74"/>
                    <a:pt x="30" y="74"/>
                    <a:pt x="22" y="72"/>
                  </a:cubicBezTo>
                  <a:cubicBezTo>
                    <a:pt x="0" y="66"/>
                    <a:pt x="30" y="0"/>
                    <a:pt x="64" y="22"/>
                  </a:cubicBezTo>
                  <a:cubicBezTo>
                    <a:pt x="68" y="24"/>
                    <a:pt x="88" y="53"/>
                    <a:pt x="84" y="6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69">
              <a:extLst>
                <a:ext uri="{FF2B5EF4-FFF2-40B4-BE49-F238E27FC236}">
                  <a16:creationId xmlns:a16="http://schemas.microsoft.com/office/drawing/2014/main" id="{0D07FD81-4706-456F-836F-29B46525C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400"/>
              <a:ext cx="250" cy="215"/>
            </a:xfrm>
            <a:custGeom>
              <a:avLst/>
              <a:gdLst>
                <a:gd name="T0" fmla="*/ 1563 w 100"/>
                <a:gd name="T1" fmla="*/ 658 h 86"/>
                <a:gd name="T2" fmla="*/ 1333 w 100"/>
                <a:gd name="T3" fmla="*/ 1220 h 86"/>
                <a:gd name="T4" fmla="*/ 613 w 100"/>
                <a:gd name="T5" fmla="*/ 1300 h 86"/>
                <a:gd name="T6" fmla="*/ 63 w 100"/>
                <a:gd name="T7" fmla="*/ 925 h 86"/>
                <a:gd name="T8" fmla="*/ 333 w 100"/>
                <a:gd name="T9" fmla="*/ 270 h 86"/>
                <a:gd name="T10" fmla="*/ 875 w 100"/>
                <a:gd name="T11" fmla="*/ 83 h 86"/>
                <a:gd name="T12" fmla="*/ 1470 w 100"/>
                <a:gd name="T13" fmla="*/ 550 h 86"/>
                <a:gd name="T14" fmla="*/ 1563 w 100"/>
                <a:gd name="T15" fmla="*/ 658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6">
                  <a:moveTo>
                    <a:pt x="100" y="42"/>
                  </a:moveTo>
                  <a:cubicBezTo>
                    <a:pt x="100" y="51"/>
                    <a:pt x="90" y="72"/>
                    <a:pt x="85" y="78"/>
                  </a:cubicBezTo>
                  <a:cubicBezTo>
                    <a:pt x="76" y="85"/>
                    <a:pt x="54" y="86"/>
                    <a:pt x="39" y="83"/>
                  </a:cubicBezTo>
                  <a:cubicBezTo>
                    <a:pt x="24" y="80"/>
                    <a:pt x="8" y="68"/>
                    <a:pt x="4" y="59"/>
                  </a:cubicBezTo>
                  <a:cubicBezTo>
                    <a:pt x="0" y="49"/>
                    <a:pt x="4" y="27"/>
                    <a:pt x="21" y="17"/>
                  </a:cubicBezTo>
                  <a:cubicBezTo>
                    <a:pt x="32" y="10"/>
                    <a:pt x="44" y="0"/>
                    <a:pt x="56" y="5"/>
                  </a:cubicBezTo>
                  <a:cubicBezTo>
                    <a:pt x="73" y="12"/>
                    <a:pt x="80" y="26"/>
                    <a:pt x="94" y="35"/>
                  </a:cubicBezTo>
                  <a:cubicBezTo>
                    <a:pt x="96" y="36"/>
                    <a:pt x="100" y="40"/>
                    <a:pt x="100" y="4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70">
              <a:extLst>
                <a:ext uri="{FF2B5EF4-FFF2-40B4-BE49-F238E27FC236}">
                  <a16:creationId xmlns:a16="http://schemas.microsoft.com/office/drawing/2014/main" id="{E11D3848-C12B-4C38-8869-14B7D09B3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3305"/>
              <a:ext cx="262" cy="185"/>
            </a:xfrm>
            <a:custGeom>
              <a:avLst/>
              <a:gdLst>
                <a:gd name="T0" fmla="*/ 1183 w 105"/>
                <a:gd name="T1" fmla="*/ 158 h 74"/>
                <a:gd name="T2" fmla="*/ 604 w 105"/>
                <a:gd name="T3" fmla="*/ 83 h 74"/>
                <a:gd name="T4" fmla="*/ 92 w 105"/>
                <a:gd name="T5" fmla="*/ 220 h 74"/>
                <a:gd name="T6" fmla="*/ 12 w 105"/>
                <a:gd name="T7" fmla="*/ 488 h 74"/>
                <a:gd name="T8" fmla="*/ 417 w 105"/>
                <a:gd name="T9" fmla="*/ 645 h 74"/>
                <a:gd name="T10" fmla="*/ 1041 w 105"/>
                <a:gd name="T11" fmla="*/ 1145 h 74"/>
                <a:gd name="T12" fmla="*/ 1525 w 105"/>
                <a:gd name="T13" fmla="*/ 863 h 74"/>
                <a:gd name="T14" fmla="*/ 1183 w 105"/>
                <a:gd name="T15" fmla="*/ 158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74">
                  <a:moveTo>
                    <a:pt x="76" y="10"/>
                  </a:moveTo>
                  <a:cubicBezTo>
                    <a:pt x="65" y="6"/>
                    <a:pt x="52" y="6"/>
                    <a:pt x="39" y="5"/>
                  </a:cubicBezTo>
                  <a:cubicBezTo>
                    <a:pt x="28" y="5"/>
                    <a:pt x="11" y="0"/>
                    <a:pt x="6" y="14"/>
                  </a:cubicBezTo>
                  <a:cubicBezTo>
                    <a:pt x="4" y="20"/>
                    <a:pt x="0" y="26"/>
                    <a:pt x="1" y="31"/>
                  </a:cubicBezTo>
                  <a:cubicBezTo>
                    <a:pt x="2" y="33"/>
                    <a:pt x="18" y="35"/>
                    <a:pt x="27" y="41"/>
                  </a:cubicBezTo>
                  <a:cubicBezTo>
                    <a:pt x="36" y="47"/>
                    <a:pt x="57" y="72"/>
                    <a:pt x="67" y="73"/>
                  </a:cubicBezTo>
                  <a:cubicBezTo>
                    <a:pt x="76" y="74"/>
                    <a:pt x="91" y="64"/>
                    <a:pt x="98" y="55"/>
                  </a:cubicBezTo>
                  <a:cubicBezTo>
                    <a:pt x="105" y="46"/>
                    <a:pt x="90" y="15"/>
                    <a:pt x="76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71">
              <a:extLst>
                <a:ext uri="{FF2B5EF4-FFF2-40B4-BE49-F238E27FC236}">
                  <a16:creationId xmlns:a16="http://schemas.microsoft.com/office/drawing/2014/main" id="{0C29DF2D-0792-4372-883E-BD8CDF864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3222"/>
              <a:ext cx="352" cy="178"/>
            </a:xfrm>
            <a:custGeom>
              <a:avLst/>
              <a:gdLst>
                <a:gd name="T0" fmla="*/ 1758 w 141"/>
                <a:gd name="T1" fmla="*/ 1055 h 71"/>
                <a:gd name="T2" fmla="*/ 1603 w 141"/>
                <a:gd name="T3" fmla="*/ 283 h 71"/>
                <a:gd name="T4" fmla="*/ 841 w 141"/>
                <a:gd name="T5" fmla="*/ 83 h 71"/>
                <a:gd name="T6" fmla="*/ 62 w 141"/>
                <a:gd name="T7" fmla="*/ 567 h 71"/>
                <a:gd name="T8" fmla="*/ 137 w 141"/>
                <a:gd name="T9" fmla="*/ 913 h 71"/>
                <a:gd name="T10" fmla="*/ 654 w 141"/>
                <a:gd name="T11" fmla="*/ 1055 h 71"/>
                <a:gd name="T12" fmla="*/ 1415 w 141"/>
                <a:gd name="T13" fmla="*/ 1068 h 71"/>
                <a:gd name="T14" fmla="*/ 1758 w 141"/>
                <a:gd name="T15" fmla="*/ 1055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71">
                  <a:moveTo>
                    <a:pt x="113" y="67"/>
                  </a:moveTo>
                  <a:cubicBezTo>
                    <a:pt x="130" y="45"/>
                    <a:pt x="141" y="31"/>
                    <a:pt x="103" y="18"/>
                  </a:cubicBezTo>
                  <a:cubicBezTo>
                    <a:pt x="87" y="13"/>
                    <a:pt x="70" y="8"/>
                    <a:pt x="54" y="5"/>
                  </a:cubicBezTo>
                  <a:cubicBezTo>
                    <a:pt x="25" y="0"/>
                    <a:pt x="14" y="9"/>
                    <a:pt x="4" y="36"/>
                  </a:cubicBezTo>
                  <a:cubicBezTo>
                    <a:pt x="0" y="44"/>
                    <a:pt x="4" y="50"/>
                    <a:pt x="9" y="58"/>
                  </a:cubicBezTo>
                  <a:cubicBezTo>
                    <a:pt x="13" y="66"/>
                    <a:pt x="27" y="67"/>
                    <a:pt x="42" y="67"/>
                  </a:cubicBezTo>
                  <a:cubicBezTo>
                    <a:pt x="58" y="67"/>
                    <a:pt x="77" y="68"/>
                    <a:pt x="91" y="68"/>
                  </a:cubicBezTo>
                  <a:cubicBezTo>
                    <a:pt x="105" y="68"/>
                    <a:pt x="108" y="71"/>
                    <a:pt x="113" y="6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72">
              <a:extLst>
                <a:ext uri="{FF2B5EF4-FFF2-40B4-BE49-F238E27FC236}">
                  <a16:creationId xmlns:a16="http://schemas.microsoft.com/office/drawing/2014/main" id="{82406459-B23E-4BAF-8BD7-A51F12BBA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3335"/>
              <a:ext cx="260" cy="165"/>
            </a:xfrm>
            <a:custGeom>
              <a:avLst/>
              <a:gdLst>
                <a:gd name="T0" fmla="*/ 1113 w 104"/>
                <a:gd name="T1" fmla="*/ 1020 h 66"/>
                <a:gd name="T2" fmla="*/ 1563 w 104"/>
                <a:gd name="T3" fmla="*/ 750 h 66"/>
                <a:gd name="T4" fmla="*/ 1500 w 104"/>
                <a:gd name="T5" fmla="*/ 375 h 66"/>
                <a:gd name="T6" fmla="*/ 813 w 104"/>
                <a:gd name="T7" fmla="*/ 0 h 66"/>
                <a:gd name="T8" fmla="*/ 208 w 104"/>
                <a:gd name="T9" fmla="*/ 145 h 66"/>
                <a:gd name="T10" fmla="*/ 20 w 104"/>
                <a:gd name="T11" fmla="*/ 438 h 66"/>
                <a:gd name="T12" fmla="*/ 95 w 104"/>
                <a:gd name="T13" fmla="*/ 738 h 66"/>
                <a:gd name="T14" fmla="*/ 645 w 104"/>
                <a:gd name="T15" fmla="*/ 958 h 66"/>
                <a:gd name="T16" fmla="*/ 1113 w 104"/>
                <a:gd name="T17" fmla="*/ 102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66">
                  <a:moveTo>
                    <a:pt x="71" y="65"/>
                  </a:moveTo>
                  <a:cubicBezTo>
                    <a:pt x="85" y="61"/>
                    <a:pt x="93" y="62"/>
                    <a:pt x="100" y="48"/>
                  </a:cubicBezTo>
                  <a:cubicBezTo>
                    <a:pt x="104" y="38"/>
                    <a:pt x="103" y="35"/>
                    <a:pt x="96" y="24"/>
                  </a:cubicBezTo>
                  <a:cubicBezTo>
                    <a:pt x="91" y="16"/>
                    <a:pt x="61" y="0"/>
                    <a:pt x="52" y="0"/>
                  </a:cubicBezTo>
                  <a:cubicBezTo>
                    <a:pt x="45" y="1"/>
                    <a:pt x="20" y="2"/>
                    <a:pt x="13" y="9"/>
                  </a:cubicBezTo>
                  <a:cubicBezTo>
                    <a:pt x="6" y="13"/>
                    <a:pt x="2" y="23"/>
                    <a:pt x="1" y="28"/>
                  </a:cubicBezTo>
                  <a:cubicBezTo>
                    <a:pt x="0" y="34"/>
                    <a:pt x="0" y="42"/>
                    <a:pt x="6" y="47"/>
                  </a:cubicBezTo>
                  <a:cubicBezTo>
                    <a:pt x="13" y="52"/>
                    <a:pt x="33" y="57"/>
                    <a:pt x="41" y="61"/>
                  </a:cubicBezTo>
                  <a:cubicBezTo>
                    <a:pt x="48" y="65"/>
                    <a:pt x="63" y="66"/>
                    <a:pt x="71" y="6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73">
              <a:extLst>
                <a:ext uri="{FF2B5EF4-FFF2-40B4-BE49-F238E27FC236}">
                  <a16:creationId xmlns:a16="http://schemas.microsoft.com/office/drawing/2014/main" id="{5ACB5F62-81B8-4939-8078-B6150A8A2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3530"/>
              <a:ext cx="240" cy="252"/>
            </a:xfrm>
            <a:custGeom>
              <a:avLst/>
              <a:gdLst>
                <a:gd name="T0" fmla="*/ 300 w 96"/>
                <a:gd name="T1" fmla="*/ 30 h 101"/>
                <a:gd name="T2" fmla="*/ 1220 w 96"/>
                <a:gd name="T3" fmla="*/ 217 h 101"/>
                <a:gd name="T4" fmla="*/ 1458 w 96"/>
                <a:gd name="T5" fmla="*/ 1070 h 101"/>
                <a:gd name="T6" fmla="*/ 1050 w 96"/>
                <a:gd name="T7" fmla="*/ 1432 h 101"/>
                <a:gd name="T8" fmla="*/ 750 w 96"/>
                <a:gd name="T9" fmla="*/ 1557 h 101"/>
                <a:gd name="T10" fmla="*/ 458 w 96"/>
                <a:gd name="T11" fmla="*/ 1307 h 101"/>
                <a:gd name="T12" fmla="*/ 95 w 96"/>
                <a:gd name="T13" fmla="*/ 529 h 101"/>
                <a:gd name="T14" fmla="*/ 300 w 96"/>
                <a:gd name="T15" fmla="*/ 30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101">
                  <a:moveTo>
                    <a:pt x="19" y="2"/>
                  </a:moveTo>
                  <a:cubicBezTo>
                    <a:pt x="37" y="2"/>
                    <a:pt x="67" y="0"/>
                    <a:pt x="78" y="14"/>
                  </a:cubicBezTo>
                  <a:cubicBezTo>
                    <a:pt x="85" y="22"/>
                    <a:pt x="96" y="60"/>
                    <a:pt x="93" y="69"/>
                  </a:cubicBezTo>
                  <a:cubicBezTo>
                    <a:pt x="90" y="78"/>
                    <a:pt x="75" y="87"/>
                    <a:pt x="67" y="92"/>
                  </a:cubicBezTo>
                  <a:cubicBezTo>
                    <a:pt x="63" y="94"/>
                    <a:pt x="52" y="99"/>
                    <a:pt x="48" y="100"/>
                  </a:cubicBezTo>
                  <a:cubicBezTo>
                    <a:pt x="35" y="101"/>
                    <a:pt x="36" y="97"/>
                    <a:pt x="29" y="84"/>
                  </a:cubicBezTo>
                  <a:cubicBezTo>
                    <a:pt x="21" y="69"/>
                    <a:pt x="16" y="48"/>
                    <a:pt x="6" y="34"/>
                  </a:cubicBezTo>
                  <a:cubicBezTo>
                    <a:pt x="4" y="31"/>
                    <a:pt x="0" y="3"/>
                    <a:pt x="19" y="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74">
              <a:extLst>
                <a:ext uri="{FF2B5EF4-FFF2-40B4-BE49-F238E27FC236}">
                  <a16:creationId xmlns:a16="http://schemas.microsoft.com/office/drawing/2014/main" id="{16F99147-729C-4469-AA25-826021E72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240"/>
              <a:ext cx="270" cy="227"/>
            </a:xfrm>
            <a:custGeom>
              <a:avLst/>
              <a:gdLst>
                <a:gd name="T0" fmla="*/ 688 w 108"/>
                <a:gd name="T1" fmla="*/ 1399 h 91"/>
                <a:gd name="T2" fmla="*/ 1238 w 108"/>
                <a:gd name="T3" fmla="*/ 1162 h 91"/>
                <a:gd name="T4" fmla="*/ 1613 w 108"/>
                <a:gd name="T5" fmla="*/ 903 h 91"/>
                <a:gd name="T6" fmla="*/ 1583 w 108"/>
                <a:gd name="T7" fmla="*/ 529 h 91"/>
                <a:gd name="T8" fmla="*/ 83 w 108"/>
                <a:gd name="T9" fmla="*/ 541 h 91"/>
                <a:gd name="T10" fmla="*/ 20 w 108"/>
                <a:gd name="T11" fmla="*/ 683 h 91"/>
                <a:gd name="T12" fmla="*/ 188 w 108"/>
                <a:gd name="T13" fmla="*/ 1212 h 91"/>
                <a:gd name="T14" fmla="*/ 533 w 108"/>
                <a:gd name="T15" fmla="*/ 1399 h 91"/>
                <a:gd name="T16" fmla="*/ 688 w 108"/>
                <a:gd name="T17" fmla="*/ 1399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91">
                  <a:moveTo>
                    <a:pt x="44" y="90"/>
                  </a:moveTo>
                  <a:cubicBezTo>
                    <a:pt x="53" y="91"/>
                    <a:pt x="65" y="84"/>
                    <a:pt x="79" y="75"/>
                  </a:cubicBezTo>
                  <a:cubicBezTo>
                    <a:pt x="92" y="66"/>
                    <a:pt x="99" y="68"/>
                    <a:pt x="103" y="58"/>
                  </a:cubicBezTo>
                  <a:cubicBezTo>
                    <a:pt x="108" y="48"/>
                    <a:pt x="105" y="39"/>
                    <a:pt x="101" y="34"/>
                  </a:cubicBezTo>
                  <a:cubicBezTo>
                    <a:pt x="78" y="0"/>
                    <a:pt x="37" y="22"/>
                    <a:pt x="5" y="35"/>
                  </a:cubicBezTo>
                  <a:cubicBezTo>
                    <a:pt x="3" y="35"/>
                    <a:pt x="0" y="41"/>
                    <a:pt x="1" y="44"/>
                  </a:cubicBezTo>
                  <a:cubicBezTo>
                    <a:pt x="4" y="55"/>
                    <a:pt x="6" y="70"/>
                    <a:pt x="12" y="78"/>
                  </a:cubicBezTo>
                  <a:cubicBezTo>
                    <a:pt x="16" y="85"/>
                    <a:pt x="26" y="87"/>
                    <a:pt x="34" y="90"/>
                  </a:cubicBezTo>
                  <a:cubicBezTo>
                    <a:pt x="39" y="89"/>
                    <a:pt x="44" y="90"/>
                    <a:pt x="44" y="9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75">
              <a:extLst>
                <a:ext uri="{FF2B5EF4-FFF2-40B4-BE49-F238E27FC236}">
                  <a16:creationId xmlns:a16="http://schemas.microsoft.com/office/drawing/2014/main" id="{46A768E3-AB7C-443E-9BCE-A315470F2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105"/>
              <a:ext cx="292" cy="187"/>
            </a:xfrm>
            <a:custGeom>
              <a:avLst/>
              <a:gdLst>
                <a:gd name="T0" fmla="*/ 12 w 117"/>
                <a:gd name="T1" fmla="*/ 790 h 75"/>
                <a:gd name="T2" fmla="*/ 75 w 117"/>
                <a:gd name="T3" fmla="*/ 249 h 75"/>
                <a:gd name="T4" fmla="*/ 1353 w 117"/>
                <a:gd name="T5" fmla="*/ 279 h 75"/>
                <a:gd name="T6" fmla="*/ 1712 w 117"/>
                <a:gd name="T7" fmla="*/ 509 h 75"/>
                <a:gd name="T8" fmla="*/ 1807 w 117"/>
                <a:gd name="T9" fmla="*/ 853 h 75"/>
                <a:gd name="T10" fmla="*/ 1462 w 117"/>
                <a:gd name="T11" fmla="*/ 962 h 75"/>
                <a:gd name="T12" fmla="*/ 417 w 117"/>
                <a:gd name="T13" fmla="*/ 1100 h 75"/>
                <a:gd name="T14" fmla="*/ 12 w 117"/>
                <a:gd name="T15" fmla="*/ 79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75">
                  <a:moveTo>
                    <a:pt x="1" y="51"/>
                  </a:moveTo>
                  <a:cubicBezTo>
                    <a:pt x="1" y="39"/>
                    <a:pt x="0" y="24"/>
                    <a:pt x="5" y="16"/>
                  </a:cubicBezTo>
                  <a:cubicBezTo>
                    <a:pt x="15" y="0"/>
                    <a:pt x="74" y="16"/>
                    <a:pt x="87" y="18"/>
                  </a:cubicBezTo>
                  <a:cubicBezTo>
                    <a:pt x="101" y="21"/>
                    <a:pt x="106" y="20"/>
                    <a:pt x="110" y="33"/>
                  </a:cubicBezTo>
                  <a:cubicBezTo>
                    <a:pt x="114" y="44"/>
                    <a:pt x="117" y="48"/>
                    <a:pt x="116" y="55"/>
                  </a:cubicBezTo>
                  <a:cubicBezTo>
                    <a:pt x="115" y="61"/>
                    <a:pt x="102" y="60"/>
                    <a:pt x="94" y="62"/>
                  </a:cubicBezTo>
                  <a:cubicBezTo>
                    <a:pt x="86" y="63"/>
                    <a:pt x="38" y="75"/>
                    <a:pt x="27" y="71"/>
                  </a:cubicBezTo>
                  <a:cubicBezTo>
                    <a:pt x="17" y="66"/>
                    <a:pt x="1" y="62"/>
                    <a:pt x="1" y="5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76">
              <a:extLst>
                <a:ext uri="{FF2B5EF4-FFF2-40B4-BE49-F238E27FC236}">
                  <a16:creationId xmlns:a16="http://schemas.microsoft.com/office/drawing/2014/main" id="{072A94BF-F759-485C-9829-EF3EE33F0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3127"/>
              <a:ext cx="300" cy="188"/>
            </a:xfrm>
            <a:custGeom>
              <a:avLst/>
              <a:gdLst>
                <a:gd name="T0" fmla="*/ 158 w 120"/>
                <a:gd name="T1" fmla="*/ 251 h 75"/>
                <a:gd name="T2" fmla="*/ 988 w 120"/>
                <a:gd name="T3" fmla="*/ 83 h 75"/>
                <a:gd name="T4" fmla="*/ 1783 w 120"/>
                <a:gd name="T5" fmla="*/ 521 h 75"/>
                <a:gd name="T6" fmla="*/ 1750 w 120"/>
                <a:gd name="T7" fmla="*/ 847 h 75"/>
                <a:gd name="T8" fmla="*/ 1470 w 120"/>
                <a:gd name="T9" fmla="*/ 1151 h 75"/>
                <a:gd name="T10" fmla="*/ 625 w 120"/>
                <a:gd name="T11" fmla="*/ 1005 h 75"/>
                <a:gd name="T12" fmla="*/ 63 w 120"/>
                <a:gd name="T13" fmla="*/ 742 h 75"/>
                <a:gd name="T14" fmla="*/ 158 w 120"/>
                <a:gd name="T15" fmla="*/ 251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75">
                  <a:moveTo>
                    <a:pt x="10" y="16"/>
                  </a:moveTo>
                  <a:cubicBezTo>
                    <a:pt x="21" y="7"/>
                    <a:pt x="48" y="0"/>
                    <a:pt x="63" y="5"/>
                  </a:cubicBezTo>
                  <a:cubicBezTo>
                    <a:pt x="81" y="11"/>
                    <a:pt x="101" y="18"/>
                    <a:pt x="114" y="33"/>
                  </a:cubicBezTo>
                  <a:cubicBezTo>
                    <a:pt x="120" y="40"/>
                    <a:pt x="115" y="46"/>
                    <a:pt x="112" y="54"/>
                  </a:cubicBezTo>
                  <a:cubicBezTo>
                    <a:pt x="109" y="63"/>
                    <a:pt x="100" y="75"/>
                    <a:pt x="94" y="73"/>
                  </a:cubicBezTo>
                  <a:cubicBezTo>
                    <a:pt x="88" y="72"/>
                    <a:pt x="58" y="71"/>
                    <a:pt x="40" y="64"/>
                  </a:cubicBezTo>
                  <a:cubicBezTo>
                    <a:pt x="22" y="57"/>
                    <a:pt x="9" y="62"/>
                    <a:pt x="4" y="47"/>
                  </a:cubicBezTo>
                  <a:cubicBezTo>
                    <a:pt x="0" y="32"/>
                    <a:pt x="6" y="19"/>
                    <a:pt x="10" y="1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77">
              <a:extLst>
                <a:ext uri="{FF2B5EF4-FFF2-40B4-BE49-F238E27FC236}">
                  <a16:creationId xmlns:a16="http://schemas.microsoft.com/office/drawing/2014/main" id="{F221625A-A30D-4ADA-AADD-BD06E5C31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262"/>
              <a:ext cx="330" cy="243"/>
            </a:xfrm>
            <a:custGeom>
              <a:avLst/>
              <a:gdLst>
                <a:gd name="T0" fmla="*/ 1938 w 132"/>
                <a:gd name="T1" fmla="*/ 629 h 97"/>
                <a:gd name="T2" fmla="*/ 2033 w 132"/>
                <a:gd name="T3" fmla="*/ 1210 h 97"/>
                <a:gd name="T4" fmla="*/ 1470 w 132"/>
                <a:gd name="T5" fmla="*/ 1443 h 97"/>
                <a:gd name="T6" fmla="*/ 425 w 132"/>
                <a:gd name="T7" fmla="*/ 1210 h 97"/>
                <a:gd name="T8" fmla="*/ 95 w 132"/>
                <a:gd name="T9" fmla="*/ 754 h 97"/>
                <a:gd name="T10" fmla="*/ 925 w 132"/>
                <a:gd name="T11" fmla="*/ 63 h 97"/>
                <a:gd name="T12" fmla="*/ 1938 w 132"/>
                <a:gd name="T13" fmla="*/ 629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97">
                  <a:moveTo>
                    <a:pt x="124" y="40"/>
                  </a:moveTo>
                  <a:cubicBezTo>
                    <a:pt x="129" y="51"/>
                    <a:pt x="132" y="71"/>
                    <a:pt x="130" y="77"/>
                  </a:cubicBezTo>
                  <a:cubicBezTo>
                    <a:pt x="126" y="97"/>
                    <a:pt x="110" y="95"/>
                    <a:pt x="94" y="92"/>
                  </a:cubicBezTo>
                  <a:cubicBezTo>
                    <a:pt x="75" y="89"/>
                    <a:pt x="40" y="91"/>
                    <a:pt x="27" y="77"/>
                  </a:cubicBezTo>
                  <a:cubicBezTo>
                    <a:pt x="21" y="71"/>
                    <a:pt x="9" y="56"/>
                    <a:pt x="6" y="48"/>
                  </a:cubicBezTo>
                  <a:cubicBezTo>
                    <a:pt x="0" y="26"/>
                    <a:pt x="44" y="7"/>
                    <a:pt x="59" y="4"/>
                  </a:cubicBezTo>
                  <a:cubicBezTo>
                    <a:pt x="74" y="0"/>
                    <a:pt x="110" y="11"/>
                    <a:pt x="124" y="4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78">
              <a:extLst>
                <a:ext uri="{FF2B5EF4-FFF2-40B4-BE49-F238E27FC236}">
                  <a16:creationId xmlns:a16="http://schemas.microsoft.com/office/drawing/2014/main" id="{B35083F5-E705-47B5-9F61-21B1277DB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482"/>
              <a:ext cx="360" cy="160"/>
            </a:xfrm>
            <a:custGeom>
              <a:avLst/>
              <a:gdLst>
                <a:gd name="T0" fmla="*/ 395 w 144"/>
                <a:gd name="T1" fmla="*/ 83 h 64"/>
                <a:gd name="T2" fmla="*/ 125 w 144"/>
                <a:gd name="T3" fmla="*/ 625 h 64"/>
                <a:gd name="T4" fmla="*/ 863 w 144"/>
                <a:gd name="T5" fmla="*/ 970 h 64"/>
                <a:gd name="T6" fmla="*/ 1925 w 144"/>
                <a:gd name="T7" fmla="*/ 845 h 64"/>
                <a:gd name="T8" fmla="*/ 2158 w 144"/>
                <a:gd name="T9" fmla="*/ 300 h 64"/>
                <a:gd name="T10" fmla="*/ 1533 w 144"/>
                <a:gd name="T11" fmla="*/ 208 h 64"/>
                <a:gd name="T12" fmla="*/ 395 w 144"/>
                <a:gd name="T13" fmla="*/ 8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4">
                  <a:moveTo>
                    <a:pt x="25" y="5"/>
                  </a:moveTo>
                  <a:cubicBezTo>
                    <a:pt x="19" y="12"/>
                    <a:pt x="0" y="28"/>
                    <a:pt x="8" y="40"/>
                  </a:cubicBezTo>
                  <a:cubicBezTo>
                    <a:pt x="18" y="57"/>
                    <a:pt x="38" y="64"/>
                    <a:pt x="55" y="62"/>
                  </a:cubicBezTo>
                  <a:cubicBezTo>
                    <a:pt x="77" y="60"/>
                    <a:pt x="101" y="57"/>
                    <a:pt x="123" y="54"/>
                  </a:cubicBezTo>
                  <a:cubicBezTo>
                    <a:pt x="144" y="52"/>
                    <a:pt x="142" y="36"/>
                    <a:pt x="138" y="19"/>
                  </a:cubicBezTo>
                  <a:cubicBezTo>
                    <a:pt x="138" y="16"/>
                    <a:pt x="112" y="14"/>
                    <a:pt x="98" y="13"/>
                  </a:cubicBezTo>
                  <a:cubicBezTo>
                    <a:pt x="84" y="13"/>
                    <a:pt x="32" y="0"/>
                    <a:pt x="25" y="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79">
              <a:extLst>
                <a:ext uri="{FF2B5EF4-FFF2-40B4-BE49-F238E27FC236}">
                  <a16:creationId xmlns:a16="http://schemas.microsoft.com/office/drawing/2014/main" id="{0F8F5BB2-C500-41DD-9570-77DE220FC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637"/>
              <a:ext cx="285" cy="188"/>
            </a:xfrm>
            <a:custGeom>
              <a:avLst/>
              <a:gdLst>
                <a:gd name="T0" fmla="*/ 20 w 114"/>
                <a:gd name="T1" fmla="*/ 491 h 75"/>
                <a:gd name="T2" fmla="*/ 270 w 114"/>
                <a:gd name="T3" fmla="*/ 1038 h 75"/>
                <a:gd name="T4" fmla="*/ 770 w 114"/>
                <a:gd name="T5" fmla="*/ 1118 h 75"/>
                <a:gd name="T6" fmla="*/ 1125 w 114"/>
                <a:gd name="T7" fmla="*/ 1005 h 75"/>
                <a:gd name="T8" fmla="*/ 1583 w 114"/>
                <a:gd name="T9" fmla="*/ 835 h 75"/>
                <a:gd name="T10" fmla="*/ 1708 w 114"/>
                <a:gd name="T11" fmla="*/ 647 h 75"/>
                <a:gd name="T12" fmla="*/ 1645 w 114"/>
                <a:gd name="T13" fmla="*/ 113 h 75"/>
                <a:gd name="T14" fmla="*/ 1095 w 114"/>
                <a:gd name="T15" fmla="*/ 145 h 75"/>
                <a:gd name="T16" fmla="*/ 208 w 114"/>
                <a:gd name="T17" fmla="*/ 221 h 75"/>
                <a:gd name="T18" fmla="*/ 20 w 114"/>
                <a:gd name="T19" fmla="*/ 491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75">
                  <a:moveTo>
                    <a:pt x="1" y="31"/>
                  </a:moveTo>
                  <a:cubicBezTo>
                    <a:pt x="3" y="46"/>
                    <a:pt x="7" y="56"/>
                    <a:pt x="17" y="66"/>
                  </a:cubicBezTo>
                  <a:cubicBezTo>
                    <a:pt x="27" y="75"/>
                    <a:pt x="34" y="74"/>
                    <a:pt x="49" y="71"/>
                  </a:cubicBezTo>
                  <a:cubicBezTo>
                    <a:pt x="59" y="69"/>
                    <a:pt x="62" y="68"/>
                    <a:pt x="72" y="64"/>
                  </a:cubicBezTo>
                  <a:cubicBezTo>
                    <a:pt x="81" y="60"/>
                    <a:pt x="93" y="57"/>
                    <a:pt x="101" y="53"/>
                  </a:cubicBezTo>
                  <a:cubicBezTo>
                    <a:pt x="110" y="48"/>
                    <a:pt x="108" y="50"/>
                    <a:pt x="109" y="41"/>
                  </a:cubicBezTo>
                  <a:cubicBezTo>
                    <a:pt x="110" y="29"/>
                    <a:pt x="114" y="15"/>
                    <a:pt x="105" y="7"/>
                  </a:cubicBezTo>
                  <a:cubicBezTo>
                    <a:pt x="100" y="0"/>
                    <a:pt x="92" y="6"/>
                    <a:pt x="70" y="9"/>
                  </a:cubicBezTo>
                  <a:cubicBezTo>
                    <a:pt x="47" y="11"/>
                    <a:pt x="24" y="13"/>
                    <a:pt x="13" y="14"/>
                  </a:cubicBezTo>
                  <a:cubicBezTo>
                    <a:pt x="1" y="14"/>
                    <a:pt x="0" y="21"/>
                    <a:pt x="1" y="3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80">
              <a:extLst>
                <a:ext uri="{FF2B5EF4-FFF2-40B4-BE49-F238E27FC236}">
                  <a16:creationId xmlns:a16="http://schemas.microsoft.com/office/drawing/2014/main" id="{2D23CB7C-BE34-47CF-9A23-3EE35427F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3617"/>
              <a:ext cx="178" cy="183"/>
            </a:xfrm>
            <a:custGeom>
              <a:avLst/>
              <a:gdLst>
                <a:gd name="T0" fmla="*/ 208 w 71"/>
                <a:gd name="T1" fmla="*/ 158 h 73"/>
                <a:gd name="T2" fmla="*/ 439 w 71"/>
                <a:gd name="T3" fmla="*/ 33 h 73"/>
                <a:gd name="T4" fmla="*/ 913 w 71"/>
                <a:gd name="T5" fmla="*/ 50 h 73"/>
                <a:gd name="T6" fmla="*/ 1068 w 71"/>
                <a:gd name="T7" fmla="*/ 396 h 73"/>
                <a:gd name="T8" fmla="*/ 943 w 71"/>
                <a:gd name="T9" fmla="*/ 993 h 73"/>
                <a:gd name="T10" fmla="*/ 491 w 71"/>
                <a:gd name="T11" fmla="*/ 1101 h 73"/>
                <a:gd name="T12" fmla="*/ 50 w 71"/>
                <a:gd name="T13" fmla="*/ 692 h 73"/>
                <a:gd name="T14" fmla="*/ 208 w 71"/>
                <a:gd name="T15" fmla="*/ 158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73">
                  <a:moveTo>
                    <a:pt x="13" y="10"/>
                  </a:moveTo>
                  <a:cubicBezTo>
                    <a:pt x="19" y="6"/>
                    <a:pt x="13" y="3"/>
                    <a:pt x="28" y="2"/>
                  </a:cubicBezTo>
                  <a:cubicBezTo>
                    <a:pt x="43" y="0"/>
                    <a:pt x="47" y="0"/>
                    <a:pt x="58" y="3"/>
                  </a:cubicBezTo>
                  <a:cubicBezTo>
                    <a:pt x="69" y="5"/>
                    <a:pt x="71" y="13"/>
                    <a:pt x="68" y="25"/>
                  </a:cubicBezTo>
                  <a:cubicBezTo>
                    <a:pt x="66" y="37"/>
                    <a:pt x="64" y="52"/>
                    <a:pt x="60" y="63"/>
                  </a:cubicBezTo>
                  <a:cubicBezTo>
                    <a:pt x="56" y="73"/>
                    <a:pt x="47" y="73"/>
                    <a:pt x="31" y="70"/>
                  </a:cubicBezTo>
                  <a:cubicBezTo>
                    <a:pt x="15" y="68"/>
                    <a:pt x="6" y="57"/>
                    <a:pt x="3" y="44"/>
                  </a:cubicBezTo>
                  <a:cubicBezTo>
                    <a:pt x="0" y="31"/>
                    <a:pt x="5" y="21"/>
                    <a:pt x="13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81">
              <a:extLst>
                <a:ext uri="{FF2B5EF4-FFF2-40B4-BE49-F238E27FC236}">
                  <a16:creationId xmlns:a16="http://schemas.microsoft.com/office/drawing/2014/main" id="{330172F1-6A37-4CC4-A1A7-425BE517B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657"/>
              <a:ext cx="215" cy="210"/>
            </a:xfrm>
            <a:custGeom>
              <a:avLst/>
              <a:gdLst>
                <a:gd name="T0" fmla="*/ 720 w 86"/>
                <a:gd name="T1" fmla="*/ 20 h 84"/>
                <a:gd name="T2" fmla="*/ 1208 w 86"/>
                <a:gd name="T3" fmla="*/ 63 h 84"/>
                <a:gd name="T4" fmla="*/ 1250 w 86"/>
                <a:gd name="T5" fmla="*/ 470 h 84"/>
                <a:gd name="T6" fmla="*/ 1238 w 86"/>
                <a:gd name="T7" fmla="*/ 1208 h 84"/>
                <a:gd name="T8" fmla="*/ 458 w 86"/>
                <a:gd name="T9" fmla="*/ 1000 h 84"/>
                <a:gd name="T10" fmla="*/ 113 w 86"/>
                <a:gd name="T11" fmla="*/ 363 h 84"/>
                <a:gd name="T12" fmla="*/ 720 w 86"/>
                <a:gd name="T13" fmla="*/ 2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84">
                  <a:moveTo>
                    <a:pt x="46" y="1"/>
                  </a:moveTo>
                  <a:cubicBezTo>
                    <a:pt x="54" y="0"/>
                    <a:pt x="74" y="1"/>
                    <a:pt x="77" y="4"/>
                  </a:cubicBezTo>
                  <a:cubicBezTo>
                    <a:pt x="80" y="7"/>
                    <a:pt x="78" y="17"/>
                    <a:pt x="80" y="30"/>
                  </a:cubicBezTo>
                  <a:cubicBezTo>
                    <a:pt x="82" y="42"/>
                    <a:pt x="86" y="70"/>
                    <a:pt x="79" y="77"/>
                  </a:cubicBezTo>
                  <a:cubicBezTo>
                    <a:pt x="72" y="84"/>
                    <a:pt x="47" y="78"/>
                    <a:pt x="29" y="64"/>
                  </a:cubicBezTo>
                  <a:cubicBezTo>
                    <a:pt x="12" y="50"/>
                    <a:pt x="0" y="37"/>
                    <a:pt x="7" y="23"/>
                  </a:cubicBezTo>
                  <a:cubicBezTo>
                    <a:pt x="14" y="9"/>
                    <a:pt x="32" y="3"/>
                    <a:pt x="46" y="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82">
              <a:extLst>
                <a:ext uri="{FF2B5EF4-FFF2-40B4-BE49-F238E27FC236}">
                  <a16:creationId xmlns:a16="http://schemas.microsoft.com/office/drawing/2014/main" id="{B3451A26-A8C0-423C-99E4-67CEAB920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310"/>
              <a:ext cx="185" cy="185"/>
            </a:xfrm>
            <a:custGeom>
              <a:avLst/>
              <a:gdLst>
                <a:gd name="T0" fmla="*/ 145 w 74"/>
                <a:gd name="T1" fmla="*/ 158 h 74"/>
                <a:gd name="T2" fmla="*/ 33 w 74"/>
                <a:gd name="T3" fmla="*/ 563 h 74"/>
                <a:gd name="T4" fmla="*/ 145 w 74"/>
                <a:gd name="T5" fmla="*/ 1000 h 74"/>
                <a:gd name="T6" fmla="*/ 563 w 74"/>
                <a:gd name="T7" fmla="*/ 1113 h 74"/>
                <a:gd name="T8" fmla="*/ 1145 w 74"/>
                <a:gd name="T9" fmla="*/ 908 h 74"/>
                <a:gd name="T10" fmla="*/ 145 w 74"/>
                <a:gd name="T11" fmla="*/ 15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4">
                  <a:moveTo>
                    <a:pt x="9" y="10"/>
                  </a:moveTo>
                  <a:cubicBezTo>
                    <a:pt x="0" y="16"/>
                    <a:pt x="0" y="22"/>
                    <a:pt x="2" y="36"/>
                  </a:cubicBezTo>
                  <a:cubicBezTo>
                    <a:pt x="4" y="50"/>
                    <a:pt x="1" y="58"/>
                    <a:pt x="9" y="64"/>
                  </a:cubicBezTo>
                  <a:cubicBezTo>
                    <a:pt x="16" y="70"/>
                    <a:pt x="13" y="69"/>
                    <a:pt x="36" y="71"/>
                  </a:cubicBezTo>
                  <a:cubicBezTo>
                    <a:pt x="60" y="74"/>
                    <a:pt x="73" y="70"/>
                    <a:pt x="73" y="58"/>
                  </a:cubicBezTo>
                  <a:cubicBezTo>
                    <a:pt x="74" y="46"/>
                    <a:pt x="43" y="0"/>
                    <a:pt x="9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83">
              <a:extLst>
                <a:ext uri="{FF2B5EF4-FFF2-40B4-BE49-F238E27FC236}">
                  <a16:creationId xmlns:a16="http://schemas.microsoft.com/office/drawing/2014/main" id="{2894BD78-5A35-4EC5-B451-D7122C2CB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627"/>
              <a:ext cx="263" cy="270"/>
            </a:xfrm>
            <a:custGeom>
              <a:avLst/>
              <a:gdLst>
                <a:gd name="T0" fmla="*/ 1147 w 105"/>
                <a:gd name="T1" fmla="*/ 95 h 108"/>
                <a:gd name="T2" fmla="*/ 158 w 105"/>
                <a:gd name="T3" fmla="*/ 613 h 108"/>
                <a:gd name="T4" fmla="*/ 220 w 105"/>
                <a:gd name="T5" fmla="*/ 1188 h 108"/>
                <a:gd name="T6" fmla="*/ 614 w 105"/>
                <a:gd name="T7" fmla="*/ 1595 h 108"/>
                <a:gd name="T8" fmla="*/ 1055 w 105"/>
                <a:gd name="T9" fmla="*/ 1520 h 108"/>
                <a:gd name="T10" fmla="*/ 1555 w 105"/>
                <a:gd name="T11" fmla="*/ 1220 h 108"/>
                <a:gd name="T12" fmla="*/ 1555 w 105"/>
                <a:gd name="T13" fmla="*/ 658 h 108"/>
                <a:gd name="T14" fmla="*/ 1147 w 105"/>
                <a:gd name="T15" fmla="*/ 95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108">
                  <a:moveTo>
                    <a:pt x="73" y="6"/>
                  </a:moveTo>
                  <a:cubicBezTo>
                    <a:pt x="56" y="10"/>
                    <a:pt x="21" y="26"/>
                    <a:pt x="10" y="39"/>
                  </a:cubicBezTo>
                  <a:cubicBezTo>
                    <a:pt x="0" y="52"/>
                    <a:pt x="10" y="62"/>
                    <a:pt x="14" y="76"/>
                  </a:cubicBezTo>
                  <a:cubicBezTo>
                    <a:pt x="18" y="91"/>
                    <a:pt x="28" y="96"/>
                    <a:pt x="39" y="102"/>
                  </a:cubicBezTo>
                  <a:cubicBezTo>
                    <a:pt x="50" y="108"/>
                    <a:pt x="54" y="108"/>
                    <a:pt x="67" y="97"/>
                  </a:cubicBezTo>
                  <a:cubicBezTo>
                    <a:pt x="81" y="85"/>
                    <a:pt x="92" y="85"/>
                    <a:pt x="99" y="78"/>
                  </a:cubicBezTo>
                  <a:cubicBezTo>
                    <a:pt x="105" y="70"/>
                    <a:pt x="100" y="56"/>
                    <a:pt x="99" y="42"/>
                  </a:cubicBezTo>
                  <a:cubicBezTo>
                    <a:pt x="99" y="28"/>
                    <a:pt x="94" y="0"/>
                    <a:pt x="73" y="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84">
              <a:extLst>
                <a:ext uri="{FF2B5EF4-FFF2-40B4-BE49-F238E27FC236}">
                  <a16:creationId xmlns:a16="http://schemas.microsoft.com/office/drawing/2014/main" id="{25854B48-494A-4ADC-86D1-4F8D03BBA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3415"/>
              <a:ext cx="335" cy="370"/>
            </a:xfrm>
            <a:custGeom>
              <a:avLst/>
              <a:gdLst>
                <a:gd name="T0" fmla="*/ 895 w 134"/>
                <a:gd name="T1" fmla="*/ 1833 h 148"/>
                <a:gd name="T2" fmla="*/ 1363 w 134"/>
                <a:gd name="T3" fmla="*/ 1408 h 148"/>
                <a:gd name="T4" fmla="*/ 1895 w 134"/>
                <a:gd name="T5" fmla="*/ 1050 h 148"/>
                <a:gd name="T6" fmla="*/ 2000 w 134"/>
                <a:gd name="T7" fmla="*/ 488 h 148"/>
                <a:gd name="T8" fmla="*/ 1863 w 134"/>
                <a:gd name="T9" fmla="*/ 33 h 148"/>
                <a:gd name="T10" fmla="*/ 1333 w 134"/>
                <a:gd name="T11" fmla="*/ 95 h 148"/>
                <a:gd name="T12" fmla="*/ 708 w 134"/>
                <a:gd name="T13" fmla="*/ 270 h 148"/>
                <a:gd name="T14" fmla="*/ 50 w 134"/>
                <a:gd name="T15" fmla="*/ 938 h 148"/>
                <a:gd name="T16" fmla="*/ 895 w 134"/>
                <a:gd name="T17" fmla="*/ 1833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48">
                  <a:moveTo>
                    <a:pt x="57" y="117"/>
                  </a:moveTo>
                  <a:cubicBezTo>
                    <a:pt x="65" y="106"/>
                    <a:pt x="75" y="97"/>
                    <a:pt x="87" y="90"/>
                  </a:cubicBezTo>
                  <a:cubicBezTo>
                    <a:pt x="98" y="83"/>
                    <a:pt x="117" y="81"/>
                    <a:pt x="121" y="67"/>
                  </a:cubicBezTo>
                  <a:cubicBezTo>
                    <a:pt x="124" y="56"/>
                    <a:pt x="124" y="42"/>
                    <a:pt x="128" y="31"/>
                  </a:cubicBezTo>
                  <a:cubicBezTo>
                    <a:pt x="131" y="20"/>
                    <a:pt x="134" y="6"/>
                    <a:pt x="119" y="2"/>
                  </a:cubicBezTo>
                  <a:cubicBezTo>
                    <a:pt x="110" y="0"/>
                    <a:pt x="95" y="4"/>
                    <a:pt x="85" y="6"/>
                  </a:cubicBezTo>
                  <a:cubicBezTo>
                    <a:pt x="72" y="8"/>
                    <a:pt x="59" y="15"/>
                    <a:pt x="45" y="17"/>
                  </a:cubicBezTo>
                  <a:cubicBezTo>
                    <a:pt x="22" y="22"/>
                    <a:pt x="6" y="36"/>
                    <a:pt x="3" y="60"/>
                  </a:cubicBezTo>
                  <a:cubicBezTo>
                    <a:pt x="0" y="84"/>
                    <a:pt x="30" y="148"/>
                    <a:pt x="57" y="11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85">
              <a:extLst>
                <a:ext uri="{FF2B5EF4-FFF2-40B4-BE49-F238E27FC236}">
                  <a16:creationId xmlns:a16="http://schemas.microsoft.com/office/drawing/2014/main" id="{4A9B9BF1-FA0E-4CAD-B6AF-EC067D806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497"/>
              <a:ext cx="290" cy="173"/>
            </a:xfrm>
            <a:custGeom>
              <a:avLst/>
              <a:gdLst>
                <a:gd name="T0" fmla="*/ 220 w 116"/>
                <a:gd name="T1" fmla="*/ 145 h 69"/>
                <a:gd name="T2" fmla="*/ 0 w 116"/>
                <a:gd name="T3" fmla="*/ 692 h 69"/>
                <a:gd name="T4" fmla="*/ 63 w 116"/>
                <a:gd name="T5" fmla="*/ 1025 h 69"/>
                <a:gd name="T6" fmla="*/ 425 w 116"/>
                <a:gd name="T7" fmla="*/ 975 h 69"/>
                <a:gd name="T8" fmla="*/ 1363 w 116"/>
                <a:gd name="T9" fmla="*/ 659 h 69"/>
                <a:gd name="T10" fmla="*/ 1708 w 116"/>
                <a:gd name="T11" fmla="*/ 409 h 69"/>
                <a:gd name="T12" fmla="*/ 1738 w 116"/>
                <a:gd name="T13" fmla="*/ 63 h 69"/>
                <a:gd name="T14" fmla="*/ 1363 w 116"/>
                <a:gd name="T15" fmla="*/ 33 h 69"/>
                <a:gd name="T16" fmla="*/ 908 w 116"/>
                <a:gd name="T17" fmla="*/ 113 h 69"/>
                <a:gd name="T18" fmla="*/ 563 w 116"/>
                <a:gd name="T19" fmla="*/ 125 h 69"/>
                <a:gd name="T20" fmla="*/ 220 w 116"/>
                <a:gd name="T21" fmla="*/ 145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69">
                  <a:moveTo>
                    <a:pt x="14" y="9"/>
                  </a:moveTo>
                  <a:cubicBezTo>
                    <a:pt x="3" y="16"/>
                    <a:pt x="0" y="32"/>
                    <a:pt x="0" y="44"/>
                  </a:cubicBezTo>
                  <a:cubicBezTo>
                    <a:pt x="0" y="48"/>
                    <a:pt x="1" y="62"/>
                    <a:pt x="4" y="65"/>
                  </a:cubicBezTo>
                  <a:cubicBezTo>
                    <a:pt x="9" y="69"/>
                    <a:pt x="22" y="63"/>
                    <a:pt x="27" y="62"/>
                  </a:cubicBezTo>
                  <a:cubicBezTo>
                    <a:pt x="47" y="57"/>
                    <a:pt x="67" y="48"/>
                    <a:pt x="87" y="42"/>
                  </a:cubicBezTo>
                  <a:cubicBezTo>
                    <a:pt x="96" y="38"/>
                    <a:pt x="104" y="35"/>
                    <a:pt x="109" y="26"/>
                  </a:cubicBezTo>
                  <a:cubicBezTo>
                    <a:pt x="112" y="21"/>
                    <a:pt x="116" y="9"/>
                    <a:pt x="111" y="4"/>
                  </a:cubicBezTo>
                  <a:cubicBezTo>
                    <a:pt x="107" y="0"/>
                    <a:pt x="92" y="2"/>
                    <a:pt x="87" y="2"/>
                  </a:cubicBezTo>
                  <a:cubicBezTo>
                    <a:pt x="77" y="1"/>
                    <a:pt x="68" y="5"/>
                    <a:pt x="58" y="7"/>
                  </a:cubicBezTo>
                  <a:cubicBezTo>
                    <a:pt x="51" y="9"/>
                    <a:pt x="44" y="9"/>
                    <a:pt x="36" y="8"/>
                  </a:cubicBezTo>
                  <a:cubicBezTo>
                    <a:pt x="30" y="7"/>
                    <a:pt x="19" y="5"/>
                    <a:pt x="14" y="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86">
              <a:extLst>
                <a:ext uri="{FF2B5EF4-FFF2-40B4-BE49-F238E27FC236}">
                  <a16:creationId xmlns:a16="http://schemas.microsoft.com/office/drawing/2014/main" id="{907E9EC6-6A0F-48E0-9DBD-87B225EA3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3307"/>
              <a:ext cx="245" cy="165"/>
            </a:xfrm>
            <a:custGeom>
              <a:avLst/>
              <a:gdLst>
                <a:gd name="T0" fmla="*/ 63 w 98"/>
                <a:gd name="T1" fmla="*/ 533 h 66"/>
                <a:gd name="T2" fmla="*/ 375 w 98"/>
                <a:gd name="T3" fmla="*/ 1033 h 66"/>
                <a:gd name="T4" fmla="*/ 800 w 98"/>
                <a:gd name="T5" fmla="*/ 1000 h 66"/>
                <a:gd name="T6" fmla="*/ 1175 w 98"/>
                <a:gd name="T7" fmla="*/ 1000 h 66"/>
                <a:gd name="T8" fmla="*/ 1438 w 98"/>
                <a:gd name="T9" fmla="*/ 270 h 66"/>
                <a:gd name="T10" fmla="*/ 1113 w 98"/>
                <a:gd name="T11" fmla="*/ 145 h 66"/>
                <a:gd name="T12" fmla="*/ 720 w 98"/>
                <a:gd name="T13" fmla="*/ 63 h 66"/>
                <a:gd name="T14" fmla="*/ 113 w 98"/>
                <a:gd name="T15" fmla="*/ 95 h 66"/>
                <a:gd name="T16" fmla="*/ 63 w 98"/>
                <a:gd name="T17" fmla="*/ 533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66">
                  <a:moveTo>
                    <a:pt x="4" y="34"/>
                  </a:moveTo>
                  <a:cubicBezTo>
                    <a:pt x="9" y="47"/>
                    <a:pt x="6" y="66"/>
                    <a:pt x="24" y="66"/>
                  </a:cubicBezTo>
                  <a:cubicBezTo>
                    <a:pt x="33" y="66"/>
                    <a:pt x="42" y="65"/>
                    <a:pt x="51" y="64"/>
                  </a:cubicBezTo>
                  <a:cubicBezTo>
                    <a:pt x="58" y="64"/>
                    <a:pt x="68" y="65"/>
                    <a:pt x="75" y="64"/>
                  </a:cubicBezTo>
                  <a:cubicBezTo>
                    <a:pt x="94" y="61"/>
                    <a:pt x="98" y="32"/>
                    <a:pt x="92" y="17"/>
                  </a:cubicBezTo>
                  <a:cubicBezTo>
                    <a:pt x="88" y="7"/>
                    <a:pt x="81" y="9"/>
                    <a:pt x="71" y="9"/>
                  </a:cubicBezTo>
                  <a:cubicBezTo>
                    <a:pt x="62" y="9"/>
                    <a:pt x="55" y="6"/>
                    <a:pt x="46" y="4"/>
                  </a:cubicBezTo>
                  <a:cubicBezTo>
                    <a:pt x="36" y="2"/>
                    <a:pt x="16" y="0"/>
                    <a:pt x="7" y="6"/>
                  </a:cubicBezTo>
                  <a:cubicBezTo>
                    <a:pt x="2" y="10"/>
                    <a:pt x="0" y="24"/>
                    <a:pt x="4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87">
              <a:extLst>
                <a:ext uri="{FF2B5EF4-FFF2-40B4-BE49-F238E27FC236}">
                  <a16:creationId xmlns:a16="http://schemas.microsoft.com/office/drawing/2014/main" id="{B8920D3A-229C-4C04-8CA1-66D1F2251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472"/>
              <a:ext cx="410" cy="205"/>
            </a:xfrm>
            <a:custGeom>
              <a:avLst/>
              <a:gdLst>
                <a:gd name="T0" fmla="*/ 1563 w 164"/>
                <a:gd name="T1" fmla="*/ 0 h 82"/>
                <a:gd name="T2" fmla="*/ 238 w 164"/>
                <a:gd name="T3" fmla="*/ 158 h 82"/>
                <a:gd name="T4" fmla="*/ 395 w 164"/>
                <a:gd name="T5" fmla="*/ 895 h 82"/>
                <a:gd name="T6" fmla="*/ 1175 w 164"/>
                <a:gd name="T7" fmla="*/ 1283 h 82"/>
                <a:gd name="T8" fmla="*/ 1925 w 164"/>
                <a:gd name="T9" fmla="*/ 1113 h 82"/>
                <a:gd name="T10" fmla="*/ 2300 w 164"/>
                <a:gd name="T11" fmla="*/ 1063 h 82"/>
                <a:gd name="T12" fmla="*/ 2270 w 164"/>
                <a:gd name="T13" fmla="*/ 250 h 82"/>
                <a:gd name="T14" fmla="*/ 1563 w 164"/>
                <a:gd name="T15" fmla="*/ 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82">
                  <a:moveTo>
                    <a:pt x="100" y="0"/>
                  </a:moveTo>
                  <a:cubicBezTo>
                    <a:pt x="83" y="0"/>
                    <a:pt x="30" y="2"/>
                    <a:pt x="15" y="10"/>
                  </a:cubicBezTo>
                  <a:cubicBezTo>
                    <a:pt x="0" y="18"/>
                    <a:pt x="8" y="41"/>
                    <a:pt x="25" y="57"/>
                  </a:cubicBezTo>
                  <a:cubicBezTo>
                    <a:pt x="32" y="63"/>
                    <a:pt x="63" y="82"/>
                    <a:pt x="75" y="82"/>
                  </a:cubicBezTo>
                  <a:cubicBezTo>
                    <a:pt x="92" y="81"/>
                    <a:pt x="107" y="70"/>
                    <a:pt x="123" y="71"/>
                  </a:cubicBezTo>
                  <a:cubicBezTo>
                    <a:pt x="130" y="71"/>
                    <a:pt x="140" y="71"/>
                    <a:pt x="147" y="68"/>
                  </a:cubicBezTo>
                  <a:cubicBezTo>
                    <a:pt x="164" y="59"/>
                    <a:pt x="160" y="24"/>
                    <a:pt x="145" y="16"/>
                  </a:cubicBezTo>
                  <a:cubicBezTo>
                    <a:pt x="133" y="8"/>
                    <a:pt x="113" y="0"/>
                    <a:pt x="100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88">
              <a:extLst>
                <a:ext uri="{FF2B5EF4-FFF2-40B4-BE49-F238E27FC236}">
                  <a16:creationId xmlns:a16="http://schemas.microsoft.com/office/drawing/2014/main" id="{655E1583-D4FA-41EF-836C-85377B272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3620"/>
              <a:ext cx="230" cy="222"/>
            </a:xfrm>
            <a:custGeom>
              <a:avLst/>
              <a:gdLst>
                <a:gd name="T0" fmla="*/ 345 w 92"/>
                <a:gd name="T1" fmla="*/ 200 h 89"/>
                <a:gd name="T2" fmla="*/ 708 w 92"/>
                <a:gd name="T3" fmla="*/ 12 h 89"/>
                <a:gd name="T4" fmla="*/ 1333 w 92"/>
                <a:gd name="T5" fmla="*/ 200 h 89"/>
                <a:gd name="T6" fmla="*/ 1395 w 92"/>
                <a:gd name="T7" fmla="*/ 933 h 89"/>
                <a:gd name="T8" fmla="*/ 1113 w 92"/>
                <a:gd name="T9" fmla="*/ 1320 h 89"/>
                <a:gd name="T10" fmla="*/ 313 w 92"/>
                <a:gd name="T11" fmla="*/ 1369 h 89"/>
                <a:gd name="T12" fmla="*/ 63 w 92"/>
                <a:gd name="T13" fmla="*/ 1008 h 89"/>
                <a:gd name="T14" fmla="*/ 50 w 92"/>
                <a:gd name="T15" fmla="*/ 52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89">
                  <a:moveTo>
                    <a:pt x="22" y="13"/>
                  </a:moveTo>
                  <a:cubicBezTo>
                    <a:pt x="30" y="8"/>
                    <a:pt x="35" y="1"/>
                    <a:pt x="45" y="1"/>
                  </a:cubicBezTo>
                  <a:cubicBezTo>
                    <a:pt x="55" y="0"/>
                    <a:pt x="79" y="3"/>
                    <a:pt x="85" y="13"/>
                  </a:cubicBezTo>
                  <a:cubicBezTo>
                    <a:pt x="92" y="24"/>
                    <a:pt x="90" y="47"/>
                    <a:pt x="89" y="60"/>
                  </a:cubicBezTo>
                  <a:cubicBezTo>
                    <a:pt x="89" y="76"/>
                    <a:pt x="88" y="82"/>
                    <a:pt x="71" y="85"/>
                  </a:cubicBezTo>
                  <a:cubicBezTo>
                    <a:pt x="55" y="89"/>
                    <a:pt x="37" y="88"/>
                    <a:pt x="20" y="88"/>
                  </a:cubicBezTo>
                  <a:cubicBezTo>
                    <a:pt x="5" y="88"/>
                    <a:pt x="8" y="81"/>
                    <a:pt x="4" y="65"/>
                  </a:cubicBezTo>
                  <a:cubicBezTo>
                    <a:pt x="1" y="50"/>
                    <a:pt x="0" y="46"/>
                    <a:pt x="3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89">
              <a:extLst>
                <a:ext uri="{FF2B5EF4-FFF2-40B4-BE49-F238E27FC236}">
                  <a16:creationId xmlns:a16="http://schemas.microsoft.com/office/drawing/2014/main" id="{A19D58DD-5CD2-4B79-A4E6-40B97FBEF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290"/>
              <a:ext cx="117" cy="160"/>
            </a:xfrm>
            <a:custGeom>
              <a:avLst/>
              <a:gdLst>
                <a:gd name="T0" fmla="*/ 416 w 47"/>
                <a:gd name="T1" fmla="*/ 0 h 64"/>
                <a:gd name="T2" fmla="*/ 105 w 47"/>
                <a:gd name="T3" fmla="*/ 458 h 64"/>
                <a:gd name="T4" fmla="*/ 217 w 47"/>
                <a:gd name="T5" fmla="*/ 958 h 64"/>
                <a:gd name="T6" fmla="*/ 712 w 47"/>
                <a:gd name="T7" fmla="*/ 750 h 64"/>
                <a:gd name="T8" fmla="*/ 570 w 47"/>
                <a:gd name="T9" fmla="*/ 125 h 64"/>
                <a:gd name="T10" fmla="*/ 416 w 47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4">
                  <a:moveTo>
                    <a:pt x="27" y="0"/>
                  </a:moveTo>
                  <a:cubicBezTo>
                    <a:pt x="12" y="2"/>
                    <a:pt x="8" y="16"/>
                    <a:pt x="7" y="29"/>
                  </a:cubicBezTo>
                  <a:cubicBezTo>
                    <a:pt x="6" y="41"/>
                    <a:pt x="0" y="58"/>
                    <a:pt x="14" y="61"/>
                  </a:cubicBezTo>
                  <a:cubicBezTo>
                    <a:pt x="26" y="64"/>
                    <a:pt x="47" y="63"/>
                    <a:pt x="46" y="48"/>
                  </a:cubicBezTo>
                  <a:cubicBezTo>
                    <a:pt x="44" y="36"/>
                    <a:pt x="43" y="18"/>
                    <a:pt x="37" y="8"/>
                  </a:cubicBezTo>
                  <a:cubicBezTo>
                    <a:pt x="35" y="4"/>
                    <a:pt x="31" y="0"/>
                    <a:pt x="27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90">
              <a:extLst>
                <a:ext uri="{FF2B5EF4-FFF2-40B4-BE49-F238E27FC236}">
                  <a16:creationId xmlns:a16="http://schemas.microsoft.com/office/drawing/2014/main" id="{5FB1455C-97CD-4502-B7EA-EDEEAA7DF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125"/>
              <a:ext cx="282" cy="177"/>
            </a:xfrm>
            <a:custGeom>
              <a:avLst/>
              <a:gdLst>
                <a:gd name="T0" fmla="*/ 12 w 113"/>
                <a:gd name="T1" fmla="*/ 571 h 71"/>
                <a:gd name="T2" fmla="*/ 62 w 113"/>
                <a:gd name="T3" fmla="*/ 758 h 71"/>
                <a:gd name="T4" fmla="*/ 200 w 113"/>
                <a:gd name="T5" fmla="*/ 870 h 71"/>
                <a:gd name="T6" fmla="*/ 417 w 113"/>
                <a:gd name="T7" fmla="*/ 945 h 71"/>
                <a:gd name="T8" fmla="*/ 654 w 113"/>
                <a:gd name="T9" fmla="*/ 1007 h 71"/>
                <a:gd name="T10" fmla="*/ 1383 w 113"/>
                <a:gd name="T11" fmla="*/ 995 h 71"/>
                <a:gd name="T12" fmla="*/ 1662 w 113"/>
                <a:gd name="T13" fmla="*/ 790 h 71"/>
                <a:gd name="T14" fmla="*/ 1724 w 113"/>
                <a:gd name="T15" fmla="*/ 621 h 71"/>
                <a:gd name="T16" fmla="*/ 1757 w 113"/>
                <a:gd name="T17" fmla="*/ 404 h 71"/>
                <a:gd name="T18" fmla="*/ 946 w 113"/>
                <a:gd name="T19" fmla="*/ 12 h 71"/>
                <a:gd name="T20" fmla="*/ 437 w 113"/>
                <a:gd name="T21" fmla="*/ 75 h 71"/>
                <a:gd name="T22" fmla="*/ 125 w 113"/>
                <a:gd name="T23" fmla="*/ 249 h 71"/>
                <a:gd name="T24" fmla="*/ 12 w 113"/>
                <a:gd name="T25" fmla="*/ 571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3" h="71">
                  <a:moveTo>
                    <a:pt x="1" y="37"/>
                  </a:moveTo>
                  <a:cubicBezTo>
                    <a:pt x="2" y="40"/>
                    <a:pt x="3" y="46"/>
                    <a:pt x="4" y="49"/>
                  </a:cubicBezTo>
                  <a:cubicBezTo>
                    <a:pt x="6" y="52"/>
                    <a:pt x="9" y="54"/>
                    <a:pt x="13" y="56"/>
                  </a:cubicBezTo>
                  <a:cubicBezTo>
                    <a:pt x="17" y="58"/>
                    <a:pt x="22" y="59"/>
                    <a:pt x="27" y="61"/>
                  </a:cubicBezTo>
                  <a:cubicBezTo>
                    <a:pt x="32" y="62"/>
                    <a:pt x="37" y="64"/>
                    <a:pt x="42" y="65"/>
                  </a:cubicBezTo>
                  <a:cubicBezTo>
                    <a:pt x="57" y="68"/>
                    <a:pt x="75" y="71"/>
                    <a:pt x="89" y="64"/>
                  </a:cubicBezTo>
                  <a:cubicBezTo>
                    <a:pt x="95" y="61"/>
                    <a:pt x="104" y="57"/>
                    <a:pt x="107" y="51"/>
                  </a:cubicBezTo>
                  <a:cubicBezTo>
                    <a:pt x="109" y="48"/>
                    <a:pt x="110" y="44"/>
                    <a:pt x="111" y="40"/>
                  </a:cubicBezTo>
                  <a:cubicBezTo>
                    <a:pt x="112" y="35"/>
                    <a:pt x="113" y="31"/>
                    <a:pt x="113" y="26"/>
                  </a:cubicBezTo>
                  <a:cubicBezTo>
                    <a:pt x="112" y="0"/>
                    <a:pt x="80" y="0"/>
                    <a:pt x="61" y="1"/>
                  </a:cubicBezTo>
                  <a:cubicBezTo>
                    <a:pt x="50" y="1"/>
                    <a:pt x="39" y="2"/>
                    <a:pt x="28" y="5"/>
                  </a:cubicBezTo>
                  <a:cubicBezTo>
                    <a:pt x="22" y="7"/>
                    <a:pt x="12" y="10"/>
                    <a:pt x="8" y="16"/>
                  </a:cubicBezTo>
                  <a:cubicBezTo>
                    <a:pt x="5" y="20"/>
                    <a:pt x="0" y="26"/>
                    <a:pt x="1" y="3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91">
              <a:extLst>
                <a:ext uri="{FF2B5EF4-FFF2-40B4-BE49-F238E27FC236}">
                  <a16:creationId xmlns:a16="http://schemas.microsoft.com/office/drawing/2014/main" id="{EA00ECAC-FDFC-4505-AB96-62228D4D3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122"/>
              <a:ext cx="265" cy="198"/>
            </a:xfrm>
            <a:custGeom>
              <a:avLst/>
              <a:gdLst>
                <a:gd name="T0" fmla="*/ 63 w 106"/>
                <a:gd name="T1" fmla="*/ 754 h 79"/>
                <a:gd name="T2" fmla="*/ 250 w 106"/>
                <a:gd name="T3" fmla="*/ 960 h 79"/>
                <a:gd name="T4" fmla="*/ 520 w 106"/>
                <a:gd name="T5" fmla="*/ 1163 h 79"/>
                <a:gd name="T6" fmla="*/ 1050 w 106"/>
                <a:gd name="T7" fmla="*/ 1130 h 79"/>
                <a:gd name="T8" fmla="*/ 1583 w 106"/>
                <a:gd name="T9" fmla="*/ 1038 h 79"/>
                <a:gd name="T10" fmla="*/ 1613 w 106"/>
                <a:gd name="T11" fmla="*/ 566 h 79"/>
                <a:gd name="T12" fmla="*/ 1395 w 106"/>
                <a:gd name="T13" fmla="*/ 83 h 79"/>
                <a:gd name="T14" fmla="*/ 800 w 106"/>
                <a:gd name="T15" fmla="*/ 221 h 79"/>
                <a:gd name="T16" fmla="*/ 188 w 106"/>
                <a:gd name="T17" fmla="*/ 409 h 79"/>
                <a:gd name="T18" fmla="*/ 63 w 106"/>
                <a:gd name="T19" fmla="*/ 754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79">
                  <a:moveTo>
                    <a:pt x="4" y="48"/>
                  </a:moveTo>
                  <a:cubicBezTo>
                    <a:pt x="6" y="53"/>
                    <a:pt x="12" y="57"/>
                    <a:pt x="16" y="61"/>
                  </a:cubicBezTo>
                  <a:cubicBezTo>
                    <a:pt x="21" y="65"/>
                    <a:pt x="27" y="71"/>
                    <a:pt x="33" y="74"/>
                  </a:cubicBezTo>
                  <a:cubicBezTo>
                    <a:pt x="45" y="79"/>
                    <a:pt x="56" y="76"/>
                    <a:pt x="67" y="72"/>
                  </a:cubicBezTo>
                  <a:cubicBezTo>
                    <a:pt x="77" y="69"/>
                    <a:pt x="94" y="75"/>
                    <a:pt x="101" y="66"/>
                  </a:cubicBezTo>
                  <a:cubicBezTo>
                    <a:pt x="106" y="60"/>
                    <a:pt x="105" y="43"/>
                    <a:pt x="103" y="36"/>
                  </a:cubicBezTo>
                  <a:cubicBezTo>
                    <a:pt x="102" y="26"/>
                    <a:pt x="98" y="8"/>
                    <a:pt x="89" y="5"/>
                  </a:cubicBezTo>
                  <a:cubicBezTo>
                    <a:pt x="78" y="0"/>
                    <a:pt x="61" y="12"/>
                    <a:pt x="51" y="14"/>
                  </a:cubicBezTo>
                  <a:cubicBezTo>
                    <a:pt x="39" y="15"/>
                    <a:pt x="22" y="17"/>
                    <a:pt x="12" y="26"/>
                  </a:cubicBezTo>
                  <a:cubicBezTo>
                    <a:pt x="7" y="30"/>
                    <a:pt x="0" y="42"/>
                    <a:pt x="4" y="48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92">
              <a:extLst>
                <a:ext uri="{FF2B5EF4-FFF2-40B4-BE49-F238E27FC236}">
                  <a16:creationId xmlns:a16="http://schemas.microsoft.com/office/drawing/2014/main" id="{353FC5EC-5745-48B2-848E-FE85445A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3647"/>
              <a:ext cx="290" cy="175"/>
            </a:xfrm>
            <a:custGeom>
              <a:avLst/>
              <a:gdLst>
                <a:gd name="T0" fmla="*/ 333 w 116"/>
                <a:gd name="T1" fmla="*/ 395 h 70"/>
                <a:gd name="T2" fmla="*/ 1063 w 116"/>
                <a:gd name="T3" fmla="*/ 50 h 70"/>
                <a:gd name="T4" fmla="*/ 1550 w 116"/>
                <a:gd name="T5" fmla="*/ 300 h 70"/>
                <a:gd name="T6" fmla="*/ 1675 w 116"/>
                <a:gd name="T7" fmla="*/ 895 h 70"/>
                <a:gd name="T8" fmla="*/ 1158 w 116"/>
                <a:gd name="T9" fmla="*/ 1063 h 70"/>
                <a:gd name="T10" fmla="*/ 613 w 116"/>
                <a:gd name="T11" fmla="*/ 1050 h 70"/>
                <a:gd name="T12" fmla="*/ 95 w 116"/>
                <a:gd name="T13" fmla="*/ 845 h 70"/>
                <a:gd name="T14" fmla="*/ 333 w 116"/>
                <a:gd name="T15" fmla="*/ 395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70">
                  <a:moveTo>
                    <a:pt x="21" y="25"/>
                  </a:moveTo>
                  <a:cubicBezTo>
                    <a:pt x="33" y="15"/>
                    <a:pt x="53" y="7"/>
                    <a:pt x="68" y="3"/>
                  </a:cubicBezTo>
                  <a:cubicBezTo>
                    <a:pt x="83" y="0"/>
                    <a:pt x="92" y="5"/>
                    <a:pt x="99" y="19"/>
                  </a:cubicBezTo>
                  <a:cubicBezTo>
                    <a:pt x="103" y="28"/>
                    <a:pt x="116" y="49"/>
                    <a:pt x="107" y="57"/>
                  </a:cubicBezTo>
                  <a:cubicBezTo>
                    <a:pt x="100" y="63"/>
                    <a:pt x="83" y="66"/>
                    <a:pt x="74" y="68"/>
                  </a:cubicBezTo>
                  <a:cubicBezTo>
                    <a:pt x="62" y="70"/>
                    <a:pt x="51" y="67"/>
                    <a:pt x="39" y="67"/>
                  </a:cubicBezTo>
                  <a:cubicBezTo>
                    <a:pt x="27" y="66"/>
                    <a:pt x="13" y="65"/>
                    <a:pt x="6" y="54"/>
                  </a:cubicBezTo>
                  <a:cubicBezTo>
                    <a:pt x="0" y="44"/>
                    <a:pt x="13" y="30"/>
                    <a:pt x="21" y="2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93">
              <a:extLst>
                <a:ext uri="{FF2B5EF4-FFF2-40B4-BE49-F238E27FC236}">
                  <a16:creationId xmlns:a16="http://schemas.microsoft.com/office/drawing/2014/main" id="{677A241C-4D67-4130-A455-1A763B604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3810"/>
              <a:ext cx="262" cy="220"/>
            </a:xfrm>
            <a:custGeom>
              <a:avLst/>
              <a:gdLst>
                <a:gd name="T0" fmla="*/ 354 w 105"/>
                <a:gd name="T1" fmla="*/ 158 h 88"/>
                <a:gd name="T2" fmla="*/ 125 w 105"/>
                <a:gd name="T3" fmla="*/ 1033 h 88"/>
                <a:gd name="T4" fmla="*/ 541 w 105"/>
                <a:gd name="T5" fmla="*/ 1238 h 88"/>
                <a:gd name="T6" fmla="*/ 1008 w 105"/>
                <a:gd name="T7" fmla="*/ 1363 h 88"/>
                <a:gd name="T8" fmla="*/ 1619 w 105"/>
                <a:gd name="T9" fmla="*/ 720 h 88"/>
                <a:gd name="T10" fmla="*/ 1400 w 105"/>
                <a:gd name="T11" fmla="*/ 220 h 88"/>
                <a:gd name="T12" fmla="*/ 354 w 105"/>
                <a:gd name="T13" fmla="*/ 158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88">
                  <a:moveTo>
                    <a:pt x="23" y="10"/>
                  </a:moveTo>
                  <a:cubicBezTo>
                    <a:pt x="8" y="22"/>
                    <a:pt x="0" y="48"/>
                    <a:pt x="8" y="66"/>
                  </a:cubicBezTo>
                  <a:cubicBezTo>
                    <a:pt x="13" y="76"/>
                    <a:pt x="25" y="76"/>
                    <a:pt x="35" y="79"/>
                  </a:cubicBezTo>
                  <a:cubicBezTo>
                    <a:pt x="44" y="82"/>
                    <a:pt x="54" y="88"/>
                    <a:pt x="65" y="87"/>
                  </a:cubicBezTo>
                  <a:cubicBezTo>
                    <a:pt x="85" y="86"/>
                    <a:pt x="102" y="65"/>
                    <a:pt x="104" y="46"/>
                  </a:cubicBezTo>
                  <a:cubicBezTo>
                    <a:pt x="105" y="34"/>
                    <a:pt x="98" y="22"/>
                    <a:pt x="90" y="14"/>
                  </a:cubicBezTo>
                  <a:cubicBezTo>
                    <a:pt x="84" y="9"/>
                    <a:pt x="35" y="0"/>
                    <a:pt x="23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94">
              <a:extLst>
                <a:ext uri="{FF2B5EF4-FFF2-40B4-BE49-F238E27FC236}">
                  <a16:creationId xmlns:a16="http://schemas.microsoft.com/office/drawing/2014/main" id="{DFE5DE2A-4F3E-493E-BCDC-2288B8D28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3840"/>
              <a:ext cx="228" cy="182"/>
            </a:xfrm>
            <a:custGeom>
              <a:avLst/>
              <a:gdLst>
                <a:gd name="T0" fmla="*/ 145 w 91"/>
                <a:gd name="T1" fmla="*/ 229 h 73"/>
                <a:gd name="T2" fmla="*/ 992 w 91"/>
                <a:gd name="T3" fmla="*/ 75 h 73"/>
                <a:gd name="T4" fmla="*/ 1350 w 91"/>
                <a:gd name="T5" fmla="*/ 571 h 73"/>
                <a:gd name="T6" fmla="*/ 1005 w 91"/>
                <a:gd name="T7" fmla="*/ 808 h 73"/>
                <a:gd name="T8" fmla="*/ 459 w 91"/>
                <a:gd name="T9" fmla="*/ 1025 h 73"/>
                <a:gd name="T10" fmla="*/ 113 w 91"/>
                <a:gd name="T11" fmla="*/ 995 h 73"/>
                <a:gd name="T12" fmla="*/ 145 w 91"/>
                <a:gd name="T13" fmla="*/ 229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73">
                  <a:moveTo>
                    <a:pt x="9" y="15"/>
                  </a:moveTo>
                  <a:cubicBezTo>
                    <a:pt x="20" y="1"/>
                    <a:pt x="47" y="0"/>
                    <a:pt x="63" y="5"/>
                  </a:cubicBezTo>
                  <a:cubicBezTo>
                    <a:pt x="79" y="10"/>
                    <a:pt x="82" y="23"/>
                    <a:pt x="86" y="37"/>
                  </a:cubicBezTo>
                  <a:cubicBezTo>
                    <a:pt x="91" y="58"/>
                    <a:pt x="83" y="46"/>
                    <a:pt x="64" y="52"/>
                  </a:cubicBezTo>
                  <a:cubicBezTo>
                    <a:pt x="52" y="55"/>
                    <a:pt x="42" y="64"/>
                    <a:pt x="29" y="66"/>
                  </a:cubicBezTo>
                  <a:cubicBezTo>
                    <a:pt x="20" y="67"/>
                    <a:pt x="10" y="73"/>
                    <a:pt x="7" y="64"/>
                  </a:cubicBezTo>
                  <a:cubicBezTo>
                    <a:pt x="0" y="49"/>
                    <a:pt x="0" y="28"/>
                    <a:pt x="9" y="1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95">
              <a:extLst>
                <a:ext uri="{FF2B5EF4-FFF2-40B4-BE49-F238E27FC236}">
                  <a16:creationId xmlns:a16="http://schemas.microsoft.com/office/drawing/2014/main" id="{FDDEEBE4-1990-4972-880D-91826863E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3602"/>
              <a:ext cx="387" cy="288"/>
            </a:xfrm>
            <a:custGeom>
              <a:avLst/>
              <a:gdLst>
                <a:gd name="T0" fmla="*/ 779 w 155"/>
                <a:gd name="T1" fmla="*/ 551 h 115"/>
                <a:gd name="T2" fmla="*/ 125 w 155"/>
                <a:gd name="T3" fmla="*/ 1054 h 115"/>
                <a:gd name="T4" fmla="*/ 1278 w 155"/>
                <a:gd name="T5" fmla="*/ 1776 h 115"/>
                <a:gd name="T6" fmla="*/ 2245 w 155"/>
                <a:gd name="T7" fmla="*/ 1305 h 115"/>
                <a:gd name="T8" fmla="*/ 2087 w 155"/>
                <a:gd name="T9" fmla="*/ 145 h 115"/>
                <a:gd name="T10" fmla="*/ 779 w 155"/>
                <a:gd name="T11" fmla="*/ 55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115">
                  <a:moveTo>
                    <a:pt x="50" y="35"/>
                  </a:moveTo>
                  <a:cubicBezTo>
                    <a:pt x="20" y="44"/>
                    <a:pt x="0" y="41"/>
                    <a:pt x="8" y="67"/>
                  </a:cubicBezTo>
                  <a:cubicBezTo>
                    <a:pt x="16" y="92"/>
                    <a:pt x="44" y="111"/>
                    <a:pt x="82" y="113"/>
                  </a:cubicBezTo>
                  <a:cubicBezTo>
                    <a:pt x="120" y="115"/>
                    <a:pt x="138" y="105"/>
                    <a:pt x="144" y="83"/>
                  </a:cubicBezTo>
                  <a:cubicBezTo>
                    <a:pt x="151" y="60"/>
                    <a:pt x="155" y="19"/>
                    <a:pt x="134" y="9"/>
                  </a:cubicBezTo>
                  <a:cubicBezTo>
                    <a:pt x="114" y="0"/>
                    <a:pt x="74" y="22"/>
                    <a:pt x="50" y="3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96">
              <a:extLst>
                <a:ext uri="{FF2B5EF4-FFF2-40B4-BE49-F238E27FC236}">
                  <a16:creationId xmlns:a16="http://schemas.microsoft.com/office/drawing/2014/main" id="{41DF1573-DE20-4BB8-9573-F11234E02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3700"/>
              <a:ext cx="310" cy="260"/>
            </a:xfrm>
            <a:custGeom>
              <a:avLst/>
              <a:gdLst>
                <a:gd name="T0" fmla="*/ 938 w 124"/>
                <a:gd name="T1" fmla="*/ 0 h 104"/>
                <a:gd name="T2" fmla="*/ 408 w 124"/>
                <a:gd name="T3" fmla="*/ 563 h 104"/>
                <a:gd name="T4" fmla="*/ 250 w 124"/>
                <a:gd name="T5" fmla="*/ 1408 h 104"/>
                <a:gd name="T6" fmla="*/ 1583 w 124"/>
                <a:gd name="T7" fmla="*/ 1438 h 104"/>
                <a:gd name="T8" fmla="*/ 1783 w 124"/>
                <a:gd name="T9" fmla="*/ 238 h 104"/>
                <a:gd name="T10" fmla="*/ 938 w 124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4">
                  <a:moveTo>
                    <a:pt x="60" y="0"/>
                  </a:moveTo>
                  <a:cubicBezTo>
                    <a:pt x="36" y="0"/>
                    <a:pt x="31" y="10"/>
                    <a:pt x="26" y="36"/>
                  </a:cubicBezTo>
                  <a:cubicBezTo>
                    <a:pt x="21" y="61"/>
                    <a:pt x="0" y="76"/>
                    <a:pt x="16" y="90"/>
                  </a:cubicBezTo>
                  <a:cubicBezTo>
                    <a:pt x="32" y="104"/>
                    <a:pt x="82" y="96"/>
                    <a:pt x="101" y="92"/>
                  </a:cubicBezTo>
                  <a:cubicBezTo>
                    <a:pt x="120" y="87"/>
                    <a:pt x="124" y="26"/>
                    <a:pt x="114" y="15"/>
                  </a:cubicBezTo>
                  <a:cubicBezTo>
                    <a:pt x="105" y="4"/>
                    <a:pt x="73" y="0"/>
                    <a:pt x="60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97">
              <a:extLst>
                <a:ext uri="{FF2B5EF4-FFF2-40B4-BE49-F238E27FC236}">
                  <a16:creationId xmlns:a16="http://schemas.microsoft.com/office/drawing/2014/main" id="{037FC055-FF3B-4AED-B8AC-52A1A98CF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3852"/>
              <a:ext cx="260" cy="193"/>
            </a:xfrm>
            <a:custGeom>
              <a:avLst/>
              <a:gdLst>
                <a:gd name="T0" fmla="*/ 675 w 104"/>
                <a:gd name="T1" fmla="*/ 0 h 77"/>
                <a:gd name="T2" fmla="*/ 33 w 104"/>
                <a:gd name="T3" fmla="*/ 409 h 77"/>
                <a:gd name="T4" fmla="*/ 783 w 104"/>
                <a:gd name="T5" fmla="*/ 1130 h 77"/>
                <a:gd name="T6" fmla="*/ 1583 w 104"/>
                <a:gd name="T7" fmla="*/ 554 h 77"/>
                <a:gd name="T8" fmla="*/ 675 w 10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77">
                  <a:moveTo>
                    <a:pt x="43" y="0"/>
                  </a:moveTo>
                  <a:cubicBezTo>
                    <a:pt x="21" y="5"/>
                    <a:pt x="0" y="5"/>
                    <a:pt x="2" y="26"/>
                  </a:cubicBezTo>
                  <a:cubicBezTo>
                    <a:pt x="3" y="47"/>
                    <a:pt x="16" y="67"/>
                    <a:pt x="50" y="72"/>
                  </a:cubicBezTo>
                  <a:cubicBezTo>
                    <a:pt x="83" y="77"/>
                    <a:pt x="98" y="55"/>
                    <a:pt x="101" y="35"/>
                  </a:cubicBezTo>
                  <a:cubicBezTo>
                    <a:pt x="104" y="16"/>
                    <a:pt x="74" y="0"/>
                    <a:pt x="43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98">
              <a:extLst>
                <a:ext uri="{FF2B5EF4-FFF2-40B4-BE49-F238E27FC236}">
                  <a16:creationId xmlns:a16="http://schemas.microsoft.com/office/drawing/2014/main" id="{3B72F2C4-B989-440A-883A-3C3C47D44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3217"/>
              <a:ext cx="140" cy="180"/>
            </a:xfrm>
            <a:custGeom>
              <a:avLst/>
              <a:gdLst>
                <a:gd name="T0" fmla="*/ 875 w 56"/>
                <a:gd name="T1" fmla="*/ 0 h 72"/>
                <a:gd name="T2" fmla="*/ 750 w 56"/>
                <a:gd name="T3" fmla="*/ 112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2">
                  <a:moveTo>
                    <a:pt x="56" y="0"/>
                  </a:moveTo>
                  <a:cubicBezTo>
                    <a:pt x="34" y="16"/>
                    <a:pt x="0" y="49"/>
                    <a:pt x="48" y="7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99">
              <a:extLst>
                <a:ext uri="{FF2B5EF4-FFF2-40B4-BE49-F238E27FC236}">
                  <a16:creationId xmlns:a16="http://schemas.microsoft.com/office/drawing/2014/main" id="{8BB79ABD-0C09-4AA1-9A05-FAF53043C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952"/>
              <a:ext cx="347" cy="288"/>
            </a:xfrm>
            <a:custGeom>
              <a:avLst/>
              <a:gdLst>
                <a:gd name="T0" fmla="*/ 374 w 139"/>
                <a:gd name="T1" fmla="*/ 721 h 115"/>
                <a:gd name="T2" fmla="*/ 292 w 139"/>
                <a:gd name="T3" fmla="*/ 1475 h 115"/>
                <a:gd name="T4" fmla="*/ 1153 w 139"/>
                <a:gd name="T5" fmla="*/ 1285 h 115"/>
                <a:gd name="T6" fmla="*/ 2099 w 139"/>
                <a:gd name="T7" fmla="*/ 563 h 115"/>
                <a:gd name="T8" fmla="*/ 1341 w 139"/>
                <a:gd name="T9" fmla="*/ 113 h 115"/>
                <a:gd name="T10" fmla="*/ 374 w 139"/>
                <a:gd name="T11" fmla="*/ 72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15">
                  <a:moveTo>
                    <a:pt x="24" y="46"/>
                  </a:moveTo>
                  <a:cubicBezTo>
                    <a:pt x="4" y="65"/>
                    <a:pt x="0" y="74"/>
                    <a:pt x="19" y="94"/>
                  </a:cubicBezTo>
                  <a:cubicBezTo>
                    <a:pt x="38" y="115"/>
                    <a:pt x="39" y="100"/>
                    <a:pt x="74" y="82"/>
                  </a:cubicBezTo>
                  <a:cubicBezTo>
                    <a:pt x="108" y="65"/>
                    <a:pt x="132" y="62"/>
                    <a:pt x="135" y="36"/>
                  </a:cubicBezTo>
                  <a:cubicBezTo>
                    <a:pt x="139" y="10"/>
                    <a:pt x="111" y="0"/>
                    <a:pt x="86" y="7"/>
                  </a:cubicBezTo>
                  <a:cubicBezTo>
                    <a:pt x="60" y="14"/>
                    <a:pt x="33" y="36"/>
                    <a:pt x="24" y="4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100">
              <a:extLst>
                <a:ext uri="{FF2B5EF4-FFF2-40B4-BE49-F238E27FC236}">
                  <a16:creationId xmlns:a16="http://schemas.microsoft.com/office/drawing/2014/main" id="{D944DC7B-C0A2-4536-9CD5-C8CAEA1C8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2740"/>
              <a:ext cx="207" cy="202"/>
            </a:xfrm>
            <a:custGeom>
              <a:avLst/>
              <a:gdLst>
                <a:gd name="T0" fmla="*/ 279 w 83"/>
                <a:gd name="T1" fmla="*/ 449 h 81"/>
                <a:gd name="T2" fmla="*/ 12 w 83"/>
                <a:gd name="T3" fmla="*/ 1224 h 81"/>
                <a:gd name="T4" fmla="*/ 728 w 83"/>
                <a:gd name="T5" fmla="*/ 1244 h 81"/>
                <a:gd name="T6" fmla="*/ 1274 w 83"/>
                <a:gd name="T7" fmla="*/ 978 h 81"/>
                <a:gd name="T8" fmla="*/ 354 w 83"/>
                <a:gd name="T9" fmla="*/ 436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1">
                  <a:moveTo>
                    <a:pt x="18" y="29"/>
                  </a:moveTo>
                  <a:cubicBezTo>
                    <a:pt x="9" y="42"/>
                    <a:pt x="0" y="63"/>
                    <a:pt x="1" y="79"/>
                  </a:cubicBezTo>
                  <a:cubicBezTo>
                    <a:pt x="16" y="80"/>
                    <a:pt x="32" y="79"/>
                    <a:pt x="47" y="80"/>
                  </a:cubicBezTo>
                  <a:cubicBezTo>
                    <a:pt x="60" y="81"/>
                    <a:pt x="82" y="79"/>
                    <a:pt x="82" y="63"/>
                  </a:cubicBezTo>
                  <a:cubicBezTo>
                    <a:pt x="83" y="46"/>
                    <a:pt x="26" y="0"/>
                    <a:pt x="23" y="28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101">
              <a:extLst>
                <a:ext uri="{FF2B5EF4-FFF2-40B4-BE49-F238E27FC236}">
                  <a16:creationId xmlns:a16="http://schemas.microsoft.com/office/drawing/2014/main" id="{E62CAAE2-B3CF-4FDB-BDCB-F9CBCE463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827"/>
              <a:ext cx="378" cy="308"/>
            </a:xfrm>
            <a:custGeom>
              <a:avLst/>
              <a:gdLst>
                <a:gd name="T0" fmla="*/ 375 w 151"/>
                <a:gd name="T1" fmla="*/ 646 h 123"/>
                <a:gd name="T2" fmla="*/ 751 w 151"/>
                <a:gd name="T3" fmla="*/ 1663 h 123"/>
                <a:gd name="T4" fmla="*/ 2193 w 151"/>
                <a:gd name="T5" fmla="*/ 1397 h 123"/>
                <a:gd name="T6" fmla="*/ 2276 w 151"/>
                <a:gd name="T7" fmla="*/ 659 h 123"/>
                <a:gd name="T8" fmla="*/ 1522 w 151"/>
                <a:gd name="T9" fmla="*/ 238 h 123"/>
                <a:gd name="T10" fmla="*/ 909 w 151"/>
                <a:gd name="T11" fmla="*/ 63 h 123"/>
                <a:gd name="T12" fmla="*/ 375 w 151"/>
                <a:gd name="T13" fmla="*/ 646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123">
                  <a:moveTo>
                    <a:pt x="24" y="41"/>
                  </a:moveTo>
                  <a:cubicBezTo>
                    <a:pt x="9" y="71"/>
                    <a:pt x="0" y="123"/>
                    <a:pt x="48" y="106"/>
                  </a:cubicBezTo>
                  <a:cubicBezTo>
                    <a:pt x="72" y="98"/>
                    <a:pt x="124" y="108"/>
                    <a:pt x="140" y="89"/>
                  </a:cubicBezTo>
                  <a:cubicBezTo>
                    <a:pt x="149" y="79"/>
                    <a:pt x="151" y="54"/>
                    <a:pt x="145" y="42"/>
                  </a:cubicBezTo>
                  <a:cubicBezTo>
                    <a:pt x="136" y="24"/>
                    <a:pt x="114" y="20"/>
                    <a:pt x="97" y="15"/>
                  </a:cubicBezTo>
                  <a:cubicBezTo>
                    <a:pt x="85" y="11"/>
                    <a:pt x="71" y="0"/>
                    <a:pt x="58" y="4"/>
                  </a:cubicBezTo>
                  <a:cubicBezTo>
                    <a:pt x="48" y="7"/>
                    <a:pt x="28" y="33"/>
                    <a:pt x="24" y="4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102">
              <a:extLst>
                <a:ext uri="{FF2B5EF4-FFF2-40B4-BE49-F238E27FC236}">
                  <a16:creationId xmlns:a16="http://schemas.microsoft.com/office/drawing/2014/main" id="{FAFF18F2-7F1F-45E7-B80A-DAF66AFCF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642"/>
              <a:ext cx="260" cy="243"/>
            </a:xfrm>
            <a:custGeom>
              <a:avLst/>
              <a:gdLst>
                <a:gd name="T0" fmla="*/ 645 w 104"/>
                <a:gd name="T1" fmla="*/ 346 h 97"/>
                <a:gd name="T2" fmla="*/ 425 w 104"/>
                <a:gd name="T3" fmla="*/ 1210 h 97"/>
                <a:gd name="T4" fmla="*/ 1375 w 104"/>
                <a:gd name="T5" fmla="*/ 1275 h 97"/>
                <a:gd name="T6" fmla="*/ 1583 w 104"/>
                <a:gd name="T7" fmla="*/ 363 h 97"/>
                <a:gd name="T8" fmla="*/ 738 w 104"/>
                <a:gd name="T9" fmla="*/ 301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97">
                  <a:moveTo>
                    <a:pt x="41" y="22"/>
                  </a:moveTo>
                  <a:cubicBezTo>
                    <a:pt x="27" y="38"/>
                    <a:pt x="0" y="64"/>
                    <a:pt x="27" y="77"/>
                  </a:cubicBezTo>
                  <a:cubicBezTo>
                    <a:pt x="43" y="85"/>
                    <a:pt x="76" y="97"/>
                    <a:pt x="88" y="81"/>
                  </a:cubicBezTo>
                  <a:cubicBezTo>
                    <a:pt x="97" y="69"/>
                    <a:pt x="104" y="37"/>
                    <a:pt x="101" y="23"/>
                  </a:cubicBezTo>
                  <a:cubicBezTo>
                    <a:pt x="96" y="0"/>
                    <a:pt x="64" y="14"/>
                    <a:pt x="47" y="1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103">
              <a:extLst>
                <a:ext uri="{FF2B5EF4-FFF2-40B4-BE49-F238E27FC236}">
                  <a16:creationId xmlns:a16="http://schemas.microsoft.com/office/drawing/2014/main" id="{44C055B5-599B-4CDD-BFA0-83C04890D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850"/>
              <a:ext cx="240" cy="247"/>
            </a:xfrm>
            <a:custGeom>
              <a:avLst/>
              <a:gdLst>
                <a:gd name="T0" fmla="*/ 313 w 96"/>
                <a:gd name="T1" fmla="*/ 312 h 99"/>
                <a:gd name="T2" fmla="*/ 113 w 96"/>
                <a:gd name="T3" fmla="*/ 1040 h 99"/>
                <a:gd name="T4" fmla="*/ 1063 w 96"/>
                <a:gd name="T5" fmla="*/ 1537 h 99"/>
                <a:gd name="T6" fmla="*/ 1488 w 96"/>
                <a:gd name="T7" fmla="*/ 1058 h 99"/>
                <a:gd name="T8" fmla="*/ 1158 w 96"/>
                <a:gd name="T9" fmla="*/ 155 h 99"/>
                <a:gd name="T10" fmla="*/ 313 w 96"/>
                <a:gd name="T11" fmla="*/ 312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99">
                  <a:moveTo>
                    <a:pt x="20" y="20"/>
                  </a:moveTo>
                  <a:cubicBezTo>
                    <a:pt x="12" y="30"/>
                    <a:pt x="0" y="53"/>
                    <a:pt x="7" y="67"/>
                  </a:cubicBezTo>
                  <a:cubicBezTo>
                    <a:pt x="14" y="81"/>
                    <a:pt x="55" y="99"/>
                    <a:pt x="68" y="99"/>
                  </a:cubicBezTo>
                  <a:cubicBezTo>
                    <a:pt x="88" y="99"/>
                    <a:pt x="90" y="93"/>
                    <a:pt x="95" y="68"/>
                  </a:cubicBezTo>
                  <a:cubicBezTo>
                    <a:pt x="96" y="59"/>
                    <a:pt x="82" y="17"/>
                    <a:pt x="74" y="10"/>
                  </a:cubicBezTo>
                  <a:cubicBezTo>
                    <a:pt x="65" y="3"/>
                    <a:pt x="36" y="0"/>
                    <a:pt x="20" y="2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104">
              <a:extLst>
                <a:ext uri="{FF2B5EF4-FFF2-40B4-BE49-F238E27FC236}">
                  <a16:creationId xmlns:a16="http://schemas.microsoft.com/office/drawing/2014/main" id="{975961CA-F2C1-4765-89CB-14BCCA05B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837"/>
              <a:ext cx="310" cy="243"/>
            </a:xfrm>
            <a:custGeom>
              <a:avLst/>
              <a:gdLst>
                <a:gd name="T0" fmla="*/ 208 w 124"/>
                <a:gd name="T1" fmla="*/ 283 h 97"/>
                <a:gd name="T2" fmla="*/ 220 w 124"/>
                <a:gd name="T3" fmla="*/ 1413 h 97"/>
                <a:gd name="T4" fmla="*/ 895 w 124"/>
                <a:gd name="T5" fmla="*/ 1476 h 97"/>
                <a:gd name="T6" fmla="*/ 1908 w 124"/>
                <a:gd name="T7" fmla="*/ 646 h 97"/>
                <a:gd name="T8" fmla="*/ 1333 w 124"/>
                <a:gd name="T9" fmla="*/ 0 h 97"/>
                <a:gd name="T10" fmla="*/ 750 w 124"/>
                <a:gd name="T11" fmla="*/ 95 h 97"/>
                <a:gd name="T12" fmla="*/ 208 w 124"/>
                <a:gd name="T13" fmla="*/ 283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97">
                  <a:moveTo>
                    <a:pt x="13" y="18"/>
                  </a:moveTo>
                  <a:cubicBezTo>
                    <a:pt x="6" y="33"/>
                    <a:pt x="0" y="77"/>
                    <a:pt x="14" y="90"/>
                  </a:cubicBezTo>
                  <a:cubicBezTo>
                    <a:pt x="23" y="97"/>
                    <a:pt x="46" y="96"/>
                    <a:pt x="57" y="94"/>
                  </a:cubicBezTo>
                  <a:cubicBezTo>
                    <a:pt x="83" y="89"/>
                    <a:pt x="118" y="70"/>
                    <a:pt x="122" y="41"/>
                  </a:cubicBezTo>
                  <a:cubicBezTo>
                    <a:pt x="124" y="22"/>
                    <a:pt x="106" y="0"/>
                    <a:pt x="85" y="0"/>
                  </a:cubicBezTo>
                  <a:cubicBezTo>
                    <a:pt x="73" y="0"/>
                    <a:pt x="61" y="6"/>
                    <a:pt x="48" y="6"/>
                  </a:cubicBezTo>
                  <a:cubicBezTo>
                    <a:pt x="39" y="7"/>
                    <a:pt x="13" y="11"/>
                    <a:pt x="13" y="18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105">
              <a:extLst>
                <a:ext uri="{FF2B5EF4-FFF2-40B4-BE49-F238E27FC236}">
                  <a16:creationId xmlns:a16="http://schemas.microsoft.com/office/drawing/2014/main" id="{D7612A17-F1A2-4B87-894F-90F2F7808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010"/>
              <a:ext cx="307" cy="192"/>
            </a:xfrm>
            <a:custGeom>
              <a:avLst/>
              <a:gdLst>
                <a:gd name="T0" fmla="*/ 417 w 123"/>
                <a:gd name="T1" fmla="*/ 0 h 77"/>
                <a:gd name="T2" fmla="*/ 809 w 123"/>
                <a:gd name="T3" fmla="*/ 870 h 77"/>
                <a:gd name="T4" fmla="*/ 1682 w 123"/>
                <a:gd name="T5" fmla="*/ 1182 h 77"/>
                <a:gd name="T6" fmla="*/ 1682 w 123"/>
                <a:gd name="T7" fmla="*/ 416 h 77"/>
                <a:gd name="T8" fmla="*/ 1133 w 123"/>
                <a:gd name="T9" fmla="*/ 1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77">
                  <a:moveTo>
                    <a:pt x="27" y="0"/>
                  </a:moveTo>
                  <a:cubicBezTo>
                    <a:pt x="0" y="24"/>
                    <a:pt x="15" y="43"/>
                    <a:pt x="52" y="56"/>
                  </a:cubicBezTo>
                  <a:cubicBezTo>
                    <a:pt x="72" y="62"/>
                    <a:pt x="88" y="77"/>
                    <a:pt x="108" y="76"/>
                  </a:cubicBezTo>
                  <a:cubicBezTo>
                    <a:pt x="117" y="59"/>
                    <a:pt x="123" y="42"/>
                    <a:pt x="108" y="27"/>
                  </a:cubicBezTo>
                  <a:cubicBezTo>
                    <a:pt x="96" y="14"/>
                    <a:pt x="90" y="5"/>
                    <a:pt x="73" y="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Freeform 106">
              <a:extLst>
                <a:ext uri="{FF2B5EF4-FFF2-40B4-BE49-F238E27FC236}">
                  <a16:creationId xmlns:a16="http://schemas.microsoft.com/office/drawing/2014/main" id="{8C3D3207-DF34-4954-B879-178A433CA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770"/>
              <a:ext cx="390" cy="297"/>
            </a:xfrm>
            <a:custGeom>
              <a:avLst/>
              <a:gdLst>
                <a:gd name="T0" fmla="*/ 783 w 156"/>
                <a:gd name="T1" fmla="*/ 529 h 119"/>
                <a:gd name="T2" fmla="*/ 470 w 156"/>
                <a:gd name="T3" fmla="*/ 1403 h 119"/>
                <a:gd name="T4" fmla="*/ 1345 w 156"/>
                <a:gd name="T5" fmla="*/ 1837 h 119"/>
                <a:gd name="T6" fmla="*/ 1938 w 156"/>
                <a:gd name="T7" fmla="*/ 1600 h 119"/>
                <a:gd name="T8" fmla="*/ 2363 w 156"/>
                <a:gd name="T9" fmla="*/ 312 h 119"/>
                <a:gd name="T10" fmla="*/ 1688 w 156"/>
                <a:gd name="T11" fmla="*/ 387 h 119"/>
                <a:gd name="T12" fmla="*/ 783 w 156"/>
                <a:gd name="T13" fmla="*/ 529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19">
                  <a:moveTo>
                    <a:pt x="50" y="34"/>
                  </a:moveTo>
                  <a:cubicBezTo>
                    <a:pt x="24" y="34"/>
                    <a:pt x="0" y="78"/>
                    <a:pt x="30" y="90"/>
                  </a:cubicBezTo>
                  <a:cubicBezTo>
                    <a:pt x="45" y="95"/>
                    <a:pt x="70" y="119"/>
                    <a:pt x="86" y="118"/>
                  </a:cubicBezTo>
                  <a:cubicBezTo>
                    <a:pt x="97" y="117"/>
                    <a:pt x="114" y="107"/>
                    <a:pt x="124" y="103"/>
                  </a:cubicBezTo>
                  <a:cubicBezTo>
                    <a:pt x="138" y="96"/>
                    <a:pt x="156" y="35"/>
                    <a:pt x="151" y="20"/>
                  </a:cubicBezTo>
                  <a:cubicBezTo>
                    <a:pt x="144" y="0"/>
                    <a:pt x="120" y="21"/>
                    <a:pt x="108" y="25"/>
                  </a:cubicBezTo>
                  <a:cubicBezTo>
                    <a:pt x="89" y="32"/>
                    <a:pt x="70" y="34"/>
                    <a:pt x="50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Freeform 107">
              <a:extLst>
                <a:ext uri="{FF2B5EF4-FFF2-40B4-BE49-F238E27FC236}">
                  <a16:creationId xmlns:a16="http://schemas.microsoft.com/office/drawing/2014/main" id="{E427DE75-BD69-4B8A-BD07-5A6272158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865"/>
              <a:ext cx="333" cy="190"/>
            </a:xfrm>
            <a:custGeom>
              <a:avLst/>
              <a:gdLst>
                <a:gd name="T0" fmla="*/ 283 w 133"/>
                <a:gd name="T1" fmla="*/ 220 h 76"/>
                <a:gd name="T2" fmla="*/ 1535 w 133"/>
                <a:gd name="T3" fmla="*/ 345 h 76"/>
                <a:gd name="T4" fmla="*/ 1680 w 133"/>
                <a:gd name="T5" fmla="*/ 1063 h 76"/>
                <a:gd name="T6" fmla="*/ 801 w 133"/>
                <a:gd name="T7" fmla="*/ 1175 h 76"/>
                <a:gd name="T8" fmla="*/ 188 w 133"/>
                <a:gd name="T9" fmla="*/ 1083 h 76"/>
                <a:gd name="T10" fmla="*/ 283 w 133"/>
                <a:gd name="T11" fmla="*/ 22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76">
                  <a:moveTo>
                    <a:pt x="18" y="14"/>
                  </a:moveTo>
                  <a:cubicBezTo>
                    <a:pt x="19" y="0"/>
                    <a:pt x="73" y="18"/>
                    <a:pt x="98" y="22"/>
                  </a:cubicBezTo>
                  <a:cubicBezTo>
                    <a:pt x="123" y="26"/>
                    <a:pt x="133" y="55"/>
                    <a:pt x="107" y="68"/>
                  </a:cubicBezTo>
                  <a:cubicBezTo>
                    <a:pt x="91" y="76"/>
                    <a:pt x="69" y="76"/>
                    <a:pt x="51" y="75"/>
                  </a:cubicBezTo>
                  <a:cubicBezTo>
                    <a:pt x="42" y="74"/>
                    <a:pt x="19" y="75"/>
                    <a:pt x="12" y="69"/>
                  </a:cubicBezTo>
                  <a:cubicBezTo>
                    <a:pt x="0" y="60"/>
                    <a:pt x="12" y="24"/>
                    <a:pt x="18" y="1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Freeform 108">
              <a:extLst>
                <a:ext uri="{FF2B5EF4-FFF2-40B4-BE49-F238E27FC236}">
                  <a16:creationId xmlns:a16="http://schemas.microsoft.com/office/drawing/2014/main" id="{927B9C7C-556B-452F-BF17-A3A338A56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867"/>
              <a:ext cx="228" cy="208"/>
            </a:xfrm>
            <a:custGeom>
              <a:avLst/>
              <a:gdLst>
                <a:gd name="T0" fmla="*/ 616 w 91"/>
                <a:gd name="T1" fmla="*/ 0 h 83"/>
                <a:gd name="T2" fmla="*/ 271 w 91"/>
                <a:gd name="T3" fmla="*/ 363 h 83"/>
                <a:gd name="T4" fmla="*/ 0 w 91"/>
                <a:gd name="T5" fmla="*/ 897 h 83"/>
                <a:gd name="T6" fmla="*/ 1005 w 91"/>
                <a:gd name="T7" fmla="*/ 1225 h 83"/>
                <a:gd name="T8" fmla="*/ 1130 w 91"/>
                <a:gd name="T9" fmla="*/ 554 h 83"/>
                <a:gd name="T10" fmla="*/ 616 w 91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83">
                  <a:moveTo>
                    <a:pt x="39" y="0"/>
                  </a:moveTo>
                  <a:cubicBezTo>
                    <a:pt x="29" y="3"/>
                    <a:pt x="21" y="14"/>
                    <a:pt x="17" y="23"/>
                  </a:cubicBezTo>
                  <a:cubicBezTo>
                    <a:pt x="12" y="32"/>
                    <a:pt x="0" y="47"/>
                    <a:pt x="0" y="57"/>
                  </a:cubicBezTo>
                  <a:cubicBezTo>
                    <a:pt x="0" y="83"/>
                    <a:pt x="48" y="82"/>
                    <a:pt x="64" y="78"/>
                  </a:cubicBezTo>
                  <a:cubicBezTo>
                    <a:pt x="91" y="70"/>
                    <a:pt x="76" y="54"/>
                    <a:pt x="72" y="35"/>
                  </a:cubicBezTo>
                  <a:cubicBezTo>
                    <a:pt x="68" y="13"/>
                    <a:pt x="67" y="0"/>
                    <a:pt x="39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Freeform 109">
              <a:extLst>
                <a:ext uri="{FF2B5EF4-FFF2-40B4-BE49-F238E27FC236}">
                  <a16:creationId xmlns:a16="http://schemas.microsoft.com/office/drawing/2014/main" id="{9D6D7E34-E722-4A3C-81F5-D2AA1522D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955"/>
              <a:ext cx="273" cy="232"/>
            </a:xfrm>
            <a:custGeom>
              <a:avLst/>
              <a:gdLst>
                <a:gd name="T0" fmla="*/ 283 w 109"/>
                <a:gd name="T1" fmla="*/ 75 h 93"/>
                <a:gd name="T2" fmla="*/ 33 w 109"/>
                <a:gd name="T3" fmla="*/ 621 h 93"/>
                <a:gd name="T4" fmla="*/ 533 w 109"/>
                <a:gd name="T5" fmla="*/ 1432 h 93"/>
                <a:gd name="T6" fmla="*/ 1272 w 109"/>
                <a:gd name="T7" fmla="*/ 1399 h 93"/>
                <a:gd name="T8" fmla="*/ 1651 w 109"/>
                <a:gd name="T9" fmla="*/ 654 h 93"/>
                <a:gd name="T10" fmla="*/ 1618 w 109"/>
                <a:gd name="T11" fmla="*/ 249 h 93"/>
                <a:gd name="T12" fmla="*/ 1192 w 109"/>
                <a:gd name="T13" fmla="*/ 137 h 93"/>
                <a:gd name="T14" fmla="*/ 283 w 109"/>
                <a:gd name="T15" fmla="*/ 75 h 93"/>
                <a:gd name="T16" fmla="*/ 283 w 109"/>
                <a:gd name="T17" fmla="*/ 75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93">
                  <a:moveTo>
                    <a:pt x="18" y="5"/>
                  </a:moveTo>
                  <a:cubicBezTo>
                    <a:pt x="12" y="12"/>
                    <a:pt x="2" y="30"/>
                    <a:pt x="2" y="40"/>
                  </a:cubicBezTo>
                  <a:cubicBezTo>
                    <a:pt x="0" y="62"/>
                    <a:pt x="16" y="92"/>
                    <a:pt x="34" y="92"/>
                  </a:cubicBezTo>
                  <a:cubicBezTo>
                    <a:pt x="50" y="93"/>
                    <a:pt x="66" y="93"/>
                    <a:pt x="81" y="90"/>
                  </a:cubicBezTo>
                  <a:cubicBezTo>
                    <a:pt x="96" y="87"/>
                    <a:pt x="105" y="57"/>
                    <a:pt x="105" y="42"/>
                  </a:cubicBezTo>
                  <a:cubicBezTo>
                    <a:pt x="105" y="35"/>
                    <a:pt x="109" y="23"/>
                    <a:pt x="103" y="16"/>
                  </a:cubicBezTo>
                  <a:cubicBezTo>
                    <a:pt x="98" y="10"/>
                    <a:pt x="83" y="9"/>
                    <a:pt x="76" y="9"/>
                  </a:cubicBezTo>
                  <a:cubicBezTo>
                    <a:pt x="59" y="7"/>
                    <a:pt x="35" y="0"/>
                    <a:pt x="18" y="5"/>
                  </a:cubicBezTo>
                  <a:cubicBezTo>
                    <a:pt x="18" y="5"/>
                    <a:pt x="19" y="4"/>
                    <a:pt x="18" y="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Freeform 110">
              <a:extLst>
                <a:ext uri="{FF2B5EF4-FFF2-40B4-BE49-F238E27FC236}">
                  <a16:creationId xmlns:a16="http://schemas.microsoft.com/office/drawing/2014/main" id="{D3D0B52B-1904-48FA-8169-FF3820270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4007"/>
              <a:ext cx="317" cy="180"/>
            </a:xfrm>
            <a:custGeom>
              <a:avLst/>
              <a:gdLst>
                <a:gd name="T0" fmla="*/ 1133 w 127"/>
                <a:gd name="T1" fmla="*/ 95 h 72"/>
                <a:gd name="T2" fmla="*/ 437 w 127"/>
                <a:gd name="T3" fmla="*/ 425 h 72"/>
                <a:gd name="T4" fmla="*/ 42 w 127"/>
                <a:gd name="T5" fmla="*/ 800 h 72"/>
                <a:gd name="T6" fmla="*/ 716 w 127"/>
                <a:gd name="T7" fmla="*/ 1063 h 72"/>
                <a:gd name="T8" fmla="*/ 1695 w 127"/>
                <a:gd name="T9" fmla="*/ 800 h 72"/>
                <a:gd name="T10" fmla="*/ 1775 w 127"/>
                <a:gd name="T11" fmla="*/ 300 h 72"/>
                <a:gd name="T12" fmla="*/ 1133 w 127"/>
                <a:gd name="T13" fmla="*/ 95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72">
                  <a:moveTo>
                    <a:pt x="73" y="6"/>
                  </a:moveTo>
                  <a:cubicBezTo>
                    <a:pt x="58" y="15"/>
                    <a:pt x="45" y="24"/>
                    <a:pt x="28" y="27"/>
                  </a:cubicBezTo>
                  <a:cubicBezTo>
                    <a:pt x="14" y="29"/>
                    <a:pt x="0" y="34"/>
                    <a:pt x="3" y="51"/>
                  </a:cubicBezTo>
                  <a:cubicBezTo>
                    <a:pt x="5" y="72"/>
                    <a:pt x="31" y="71"/>
                    <a:pt x="46" y="68"/>
                  </a:cubicBezTo>
                  <a:cubicBezTo>
                    <a:pt x="66" y="66"/>
                    <a:pt x="91" y="61"/>
                    <a:pt x="109" y="51"/>
                  </a:cubicBezTo>
                  <a:cubicBezTo>
                    <a:pt x="125" y="43"/>
                    <a:pt x="127" y="31"/>
                    <a:pt x="114" y="19"/>
                  </a:cubicBezTo>
                  <a:cubicBezTo>
                    <a:pt x="102" y="8"/>
                    <a:pt x="80" y="0"/>
                    <a:pt x="73" y="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Freeform 111">
              <a:extLst>
                <a:ext uri="{FF2B5EF4-FFF2-40B4-BE49-F238E27FC236}">
                  <a16:creationId xmlns:a16="http://schemas.microsoft.com/office/drawing/2014/main" id="{CB2B14D2-DFA2-408F-8A8D-4A9E01530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62"/>
              <a:ext cx="243" cy="340"/>
            </a:xfrm>
            <a:custGeom>
              <a:avLst/>
              <a:gdLst>
                <a:gd name="T0" fmla="*/ 376 w 97"/>
                <a:gd name="T1" fmla="*/ 188 h 136"/>
                <a:gd name="T2" fmla="*/ 1243 w 97"/>
                <a:gd name="T3" fmla="*/ 250 h 136"/>
                <a:gd name="T4" fmla="*/ 1493 w 97"/>
                <a:gd name="T5" fmla="*/ 863 h 136"/>
                <a:gd name="T6" fmla="*/ 709 w 97"/>
                <a:gd name="T7" fmla="*/ 2095 h 136"/>
                <a:gd name="T8" fmla="*/ 0 w 97"/>
                <a:gd name="T9" fmla="*/ 1583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36">
                  <a:moveTo>
                    <a:pt x="24" y="12"/>
                  </a:moveTo>
                  <a:cubicBezTo>
                    <a:pt x="40" y="0"/>
                    <a:pt x="62" y="3"/>
                    <a:pt x="79" y="16"/>
                  </a:cubicBezTo>
                  <a:cubicBezTo>
                    <a:pt x="97" y="28"/>
                    <a:pt x="95" y="50"/>
                    <a:pt x="95" y="55"/>
                  </a:cubicBezTo>
                  <a:cubicBezTo>
                    <a:pt x="95" y="61"/>
                    <a:pt x="63" y="132"/>
                    <a:pt x="45" y="134"/>
                  </a:cubicBezTo>
                  <a:cubicBezTo>
                    <a:pt x="28" y="136"/>
                    <a:pt x="2" y="119"/>
                    <a:pt x="0" y="10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Freeform 112">
              <a:extLst>
                <a:ext uri="{FF2B5EF4-FFF2-40B4-BE49-F238E27FC236}">
                  <a16:creationId xmlns:a16="http://schemas.microsoft.com/office/drawing/2014/main" id="{77C03127-1366-431F-9F53-D15E9FCDA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175"/>
              <a:ext cx="371" cy="252"/>
            </a:xfrm>
            <a:custGeom>
              <a:avLst/>
              <a:gdLst>
                <a:gd name="T0" fmla="*/ 617 w 148"/>
                <a:gd name="T1" fmla="*/ 0 h 101"/>
                <a:gd name="T2" fmla="*/ 1514 w 148"/>
                <a:gd name="T3" fmla="*/ 374 h 101"/>
                <a:gd name="T4" fmla="*/ 2236 w 148"/>
                <a:gd name="T5" fmla="*/ 841 h 101"/>
                <a:gd name="T6" fmla="*/ 785 w 148"/>
                <a:gd name="T7" fmla="*/ 1475 h 101"/>
                <a:gd name="T8" fmla="*/ 313 w 148"/>
                <a:gd name="T9" fmla="*/ 1524 h 101"/>
                <a:gd name="T10" fmla="*/ 0 w 148"/>
                <a:gd name="T11" fmla="*/ 853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01">
                  <a:moveTo>
                    <a:pt x="39" y="0"/>
                  </a:moveTo>
                  <a:cubicBezTo>
                    <a:pt x="57" y="15"/>
                    <a:pt x="71" y="21"/>
                    <a:pt x="96" y="24"/>
                  </a:cubicBezTo>
                  <a:cubicBezTo>
                    <a:pt x="117" y="28"/>
                    <a:pt x="137" y="28"/>
                    <a:pt x="142" y="54"/>
                  </a:cubicBezTo>
                  <a:cubicBezTo>
                    <a:pt x="148" y="92"/>
                    <a:pt x="76" y="93"/>
                    <a:pt x="50" y="95"/>
                  </a:cubicBezTo>
                  <a:cubicBezTo>
                    <a:pt x="41" y="95"/>
                    <a:pt x="29" y="101"/>
                    <a:pt x="20" y="98"/>
                  </a:cubicBezTo>
                  <a:cubicBezTo>
                    <a:pt x="1" y="93"/>
                    <a:pt x="0" y="71"/>
                    <a:pt x="0" y="5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Freeform 113">
              <a:extLst>
                <a:ext uri="{FF2B5EF4-FFF2-40B4-BE49-F238E27FC236}">
                  <a16:creationId xmlns:a16="http://schemas.microsoft.com/office/drawing/2014/main" id="{A903EF1B-4678-4C45-89E3-0176C8008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635"/>
              <a:ext cx="150" cy="150"/>
            </a:xfrm>
            <a:custGeom>
              <a:avLst/>
              <a:gdLst>
                <a:gd name="T0" fmla="*/ 83 w 60"/>
                <a:gd name="T1" fmla="*/ 188 h 60"/>
                <a:gd name="T2" fmla="*/ 300 w 60"/>
                <a:gd name="T3" fmla="*/ 938 h 60"/>
                <a:gd name="T4" fmla="*/ 250 w 60"/>
                <a:gd name="T5" fmla="*/ 395 h 60"/>
                <a:gd name="T6" fmla="*/ 938 w 60"/>
                <a:gd name="T7" fmla="*/ 158 h 60"/>
                <a:gd name="T8" fmla="*/ 175 w 60"/>
                <a:gd name="T9" fmla="*/ 15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" y="12"/>
                  </a:moveTo>
                  <a:cubicBezTo>
                    <a:pt x="0" y="27"/>
                    <a:pt x="5" y="53"/>
                    <a:pt x="19" y="60"/>
                  </a:cubicBezTo>
                  <a:cubicBezTo>
                    <a:pt x="17" y="48"/>
                    <a:pt x="4" y="36"/>
                    <a:pt x="16" y="25"/>
                  </a:cubicBezTo>
                  <a:cubicBezTo>
                    <a:pt x="27" y="15"/>
                    <a:pt x="47" y="16"/>
                    <a:pt x="60" y="10"/>
                  </a:cubicBezTo>
                  <a:cubicBezTo>
                    <a:pt x="47" y="0"/>
                    <a:pt x="26" y="7"/>
                    <a:pt x="11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Freeform 114">
              <a:extLst>
                <a:ext uri="{FF2B5EF4-FFF2-40B4-BE49-F238E27FC236}">
                  <a16:creationId xmlns:a16="http://schemas.microsoft.com/office/drawing/2014/main" id="{4AC72435-6D13-4D3B-9DF9-D345064ED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495"/>
              <a:ext cx="225" cy="95"/>
            </a:xfrm>
            <a:custGeom>
              <a:avLst/>
              <a:gdLst>
                <a:gd name="T0" fmla="*/ 645 w 90"/>
                <a:gd name="T1" fmla="*/ 33 h 38"/>
                <a:gd name="T2" fmla="*/ 145 w 90"/>
                <a:gd name="T3" fmla="*/ 95 h 38"/>
                <a:gd name="T4" fmla="*/ 333 w 90"/>
                <a:gd name="T5" fmla="*/ 550 h 38"/>
                <a:gd name="T6" fmla="*/ 500 w 90"/>
                <a:gd name="T7" fmla="*/ 208 h 38"/>
                <a:gd name="T8" fmla="*/ 1408 w 90"/>
                <a:gd name="T9" fmla="*/ 208 h 38"/>
                <a:gd name="T10" fmla="*/ 1363 w 90"/>
                <a:gd name="T11" fmla="*/ 18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38">
                  <a:moveTo>
                    <a:pt x="41" y="2"/>
                  </a:moveTo>
                  <a:cubicBezTo>
                    <a:pt x="34" y="0"/>
                    <a:pt x="15" y="0"/>
                    <a:pt x="9" y="6"/>
                  </a:cubicBezTo>
                  <a:cubicBezTo>
                    <a:pt x="0" y="15"/>
                    <a:pt x="6" y="38"/>
                    <a:pt x="21" y="35"/>
                  </a:cubicBezTo>
                  <a:cubicBezTo>
                    <a:pt x="18" y="21"/>
                    <a:pt x="14" y="18"/>
                    <a:pt x="32" y="13"/>
                  </a:cubicBezTo>
                  <a:cubicBezTo>
                    <a:pt x="50" y="9"/>
                    <a:pt x="72" y="13"/>
                    <a:pt x="90" y="13"/>
                  </a:cubicBezTo>
                  <a:cubicBezTo>
                    <a:pt x="89" y="12"/>
                    <a:pt x="88" y="12"/>
                    <a:pt x="87" y="1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9" name="Freeform 115">
              <a:extLst>
                <a:ext uri="{FF2B5EF4-FFF2-40B4-BE49-F238E27FC236}">
                  <a16:creationId xmlns:a16="http://schemas.microsoft.com/office/drawing/2014/main" id="{889C3905-A0A0-434D-8446-14B815539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492"/>
              <a:ext cx="182" cy="110"/>
            </a:xfrm>
            <a:custGeom>
              <a:avLst/>
              <a:gdLst>
                <a:gd name="T0" fmla="*/ 155 w 73"/>
                <a:gd name="T1" fmla="*/ 188 h 44"/>
                <a:gd name="T2" fmla="*/ 75 w 73"/>
                <a:gd name="T3" fmla="*/ 688 h 44"/>
                <a:gd name="T4" fmla="*/ 1132 w 73"/>
                <a:gd name="T5" fmla="*/ 220 h 44"/>
                <a:gd name="T6" fmla="*/ 591 w 73"/>
                <a:gd name="T7" fmla="*/ 20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44">
                  <a:moveTo>
                    <a:pt x="10" y="12"/>
                  </a:moveTo>
                  <a:cubicBezTo>
                    <a:pt x="1" y="17"/>
                    <a:pt x="0" y="37"/>
                    <a:pt x="5" y="44"/>
                  </a:cubicBezTo>
                  <a:cubicBezTo>
                    <a:pt x="6" y="0"/>
                    <a:pt x="46" y="25"/>
                    <a:pt x="73" y="14"/>
                  </a:cubicBezTo>
                  <a:cubicBezTo>
                    <a:pt x="64" y="8"/>
                    <a:pt x="48" y="13"/>
                    <a:pt x="38" y="1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0" name="Freeform 116">
              <a:extLst>
                <a:ext uri="{FF2B5EF4-FFF2-40B4-BE49-F238E27FC236}">
                  <a16:creationId xmlns:a16="http://schemas.microsoft.com/office/drawing/2014/main" id="{881E5053-271B-49FD-9970-B30342548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475"/>
              <a:ext cx="265" cy="90"/>
            </a:xfrm>
            <a:custGeom>
              <a:avLst/>
              <a:gdLst>
                <a:gd name="T0" fmla="*/ 408 w 106"/>
                <a:gd name="T1" fmla="*/ 158 h 36"/>
                <a:gd name="T2" fmla="*/ 300 w 106"/>
                <a:gd name="T3" fmla="*/ 563 h 36"/>
                <a:gd name="T4" fmla="*/ 720 w 106"/>
                <a:gd name="T5" fmla="*/ 188 h 36"/>
                <a:gd name="T6" fmla="*/ 1658 w 106"/>
                <a:gd name="T7" fmla="*/ 220 h 36"/>
                <a:gd name="T8" fmla="*/ 645 w 106"/>
                <a:gd name="T9" fmla="*/ 6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6">
                  <a:moveTo>
                    <a:pt x="26" y="10"/>
                  </a:moveTo>
                  <a:cubicBezTo>
                    <a:pt x="7" y="4"/>
                    <a:pt x="0" y="29"/>
                    <a:pt x="19" y="36"/>
                  </a:cubicBezTo>
                  <a:cubicBezTo>
                    <a:pt x="16" y="12"/>
                    <a:pt x="22" y="12"/>
                    <a:pt x="46" y="12"/>
                  </a:cubicBezTo>
                  <a:cubicBezTo>
                    <a:pt x="66" y="11"/>
                    <a:pt x="87" y="15"/>
                    <a:pt x="106" y="14"/>
                  </a:cubicBezTo>
                  <a:cubicBezTo>
                    <a:pt x="91" y="0"/>
                    <a:pt x="60" y="1"/>
                    <a:pt x="41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117">
              <a:extLst>
                <a:ext uri="{FF2B5EF4-FFF2-40B4-BE49-F238E27FC236}">
                  <a16:creationId xmlns:a16="http://schemas.microsoft.com/office/drawing/2014/main" id="{19571B34-6D30-4211-AFF1-10B1F02B7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410"/>
              <a:ext cx="173" cy="120"/>
            </a:xfrm>
            <a:custGeom>
              <a:avLst/>
              <a:gdLst>
                <a:gd name="T0" fmla="*/ 679 w 69"/>
                <a:gd name="T1" fmla="*/ 0 h 48"/>
                <a:gd name="T2" fmla="*/ 238 w 69"/>
                <a:gd name="T3" fmla="*/ 250 h 48"/>
                <a:gd name="T4" fmla="*/ 301 w 69"/>
                <a:gd name="T5" fmla="*/ 738 h 48"/>
                <a:gd name="T6" fmla="*/ 364 w 69"/>
                <a:gd name="T7" fmla="*/ 345 h 48"/>
                <a:gd name="T8" fmla="*/ 1088 w 69"/>
                <a:gd name="T9" fmla="*/ 458 h 48"/>
                <a:gd name="T10" fmla="*/ 805 w 69"/>
                <a:gd name="T11" fmla="*/ 5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48">
                  <a:moveTo>
                    <a:pt x="43" y="0"/>
                  </a:moveTo>
                  <a:cubicBezTo>
                    <a:pt x="33" y="2"/>
                    <a:pt x="22" y="8"/>
                    <a:pt x="15" y="16"/>
                  </a:cubicBezTo>
                  <a:cubicBezTo>
                    <a:pt x="9" y="23"/>
                    <a:pt x="0" y="48"/>
                    <a:pt x="19" y="47"/>
                  </a:cubicBezTo>
                  <a:cubicBezTo>
                    <a:pt x="32" y="47"/>
                    <a:pt x="18" y="30"/>
                    <a:pt x="23" y="22"/>
                  </a:cubicBezTo>
                  <a:cubicBezTo>
                    <a:pt x="33" y="8"/>
                    <a:pt x="61" y="19"/>
                    <a:pt x="69" y="29"/>
                  </a:cubicBezTo>
                  <a:cubicBezTo>
                    <a:pt x="65" y="21"/>
                    <a:pt x="58" y="7"/>
                    <a:pt x="51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118">
              <a:extLst>
                <a:ext uri="{FF2B5EF4-FFF2-40B4-BE49-F238E27FC236}">
                  <a16:creationId xmlns:a16="http://schemas.microsoft.com/office/drawing/2014/main" id="{A66A6E4B-3801-4C27-A7CD-8C4066C5F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307"/>
              <a:ext cx="193" cy="85"/>
            </a:xfrm>
            <a:custGeom>
              <a:avLst/>
              <a:gdLst>
                <a:gd name="T0" fmla="*/ 521 w 77"/>
                <a:gd name="T1" fmla="*/ 63 h 34"/>
                <a:gd name="T2" fmla="*/ 0 w 77"/>
                <a:gd name="T3" fmla="*/ 220 h 34"/>
                <a:gd name="T4" fmla="*/ 772 w 77"/>
                <a:gd name="T5" fmla="*/ 300 h 34"/>
                <a:gd name="T6" fmla="*/ 1213 w 77"/>
                <a:gd name="T7" fmla="*/ 520 h 34"/>
                <a:gd name="T8" fmla="*/ 785 w 77"/>
                <a:gd name="T9" fmla="*/ 14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4">
                  <a:moveTo>
                    <a:pt x="33" y="4"/>
                  </a:moveTo>
                  <a:cubicBezTo>
                    <a:pt x="22" y="5"/>
                    <a:pt x="7" y="0"/>
                    <a:pt x="0" y="14"/>
                  </a:cubicBezTo>
                  <a:cubicBezTo>
                    <a:pt x="14" y="29"/>
                    <a:pt x="33" y="16"/>
                    <a:pt x="49" y="19"/>
                  </a:cubicBezTo>
                  <a:cubicBezTo>
                    <a:pt x="59" y="22"/>
                    <a:pt x="67" y="34"/>
                    <a:pt x="77" y="33"/>
                  </a:cubicBezTo>
                  <a:cubicBezTo>
                    <a:pt x="71" y="22"/>
                    <a:pt x="56" y="16"/>
                    <a:pt x="50" y="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119">
              <a:extLst>
                <a:ext uri="{FF2B5EF4-FFF2-40B4-BE49-F238E27FC236}">
                  <a16:creationId xmlns:a16="http://schemas.microsoft.com/office/drawing/2014/main" id="{14F28600-1029-4492-BFC5-F625CEB29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407"/>
              <a:ext cx="123" cy="105"/>
            </a:xfrm>
            <a:custGeom>
              <a:avLst/>
              <a:gdLst>
                <a:gd name="T0" fmla="*/ 50 w 49"/>
                <a:gd name="T1" fmla="*/ 188 h 42"/>
                <a:gd name="T2" fmla="*/ 251 w 49"/>
                <a:gd name="T3" fmla="*/ 658 h 42"/>
                <a:gd name="T4" fmla="*/ 208 w 49"/>
                <a:gd name="T5" fmla="*/ 238 h 42"/>
                <a:gd name="T6" fmla="*/ 776 w 49"/>
                <a:gd name="T7" fmla="*/ 158 h 42"/>
                <a:gd name="T8" fmla="*/ 0 w 49"/>
                <a:gd name="T9" fmla="*/ 17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2">
                  <a:moveTo>
                    <a:pt x="3" y="12"/>
                  </a:moveTo>
                  <a:cubicBezTo>
                    <a:pt x="3" y="22"/>
                    <a:pt x="5" y="40"/>
                    <a:pt x="16" y="42"/>
                  </a:cubicBezTo>
                  <a:cubicBezTo>
                    <a:pt x="16" y="34"/>
                    <a:pt x="7" y="21"/>
                    <a:pt x="13" y="15"/>
                  </a:cubicBezTo>
                  <a:cubicBezTo>
                    <a:pt x="19" y="8"/>
                    <a:pt x="41" y="16"/>
                    <a:pt x="49" y="10"/>
                  </a:cubicBezTo>
                  <a:cubicBezTo>
                    <a:pt x="39" y="0"/>
                    <a:pt x="11" y="7"/>
                    <a:pt x="0" y="1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120">
              <a:extLst>
                <a:ext uri="{FF2B5EF4-FFF2-40B4-BE49-F238E27FC236}">
                  <a16:creationId xmlns:a16="http://schemas.microsoft.com/office/drawing/2014/main" id="{A298F228-238F-49E4-A643-DF5C5E3EB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605"/>
              <a:ext cx="115" cy="115"/>
            </a:xfrm>
            <a:custGeom>
              <a:avLst/>
              <a:gdLst>
                <a:gd name="T0" fmla="*/ 658 w 46"/>
                <a:gd name="T1" fmla="*/ 145 h 46"/>
                <a:gd name="T2" fmla="*/ 175 w 46"/>
                <a:gd name="T3" fmla="*/ 720 h 46"/>
                <a:gd name="T4" fmla="*/ 333 w 46"/>
                <a:gd name="T5" fmla="*/ 283 h 46"/>
                <a:gd name="T6" fmla="*/ 720 w 46"/>
                <a:gd name="T7" fmla="*/ 25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6">
                  <a:moveTo>
                    <a:pt x="42" y="9"/>
                  </a:moveTo>
                  <a:cubicBezTo>
                    <a:pt x="14" y="0"/>
                    <a:pt x="0" y="22"/>
                    <a:pt x="11" y="46"/>
                  </a:cubicBezTo>
                  <a:cubicBezTo>
                    <a:pt x="20" y="41"/>
                    <a:pt x="13" y="25"/>
                    <a:pt x="21" y="18"/>
                  </a:cubicBezTo>
                  <a:cubicBezTo>
                    <a:pt x="28" y="12"/>
                    <a:pt x="38" y="17"/>
                    <a:pt x="46" y="16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121">
              <a:extLst>
                <a:ext uri="{FF2B5EF4-FFF2-40B4-BE49-F238E27FC236}">
                  <a16:creationId xmlns:a16="http://schemas.microsoft.com/office/drawing/2014/main" id="{3C37716A-DDF6-4757-8A31-43BE6B8AB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810"/>
              <a:ext cx="155" cy="80"/>
            </a:xfrm>
            <a:custGeom>
              <a:avLst/>
              <a:gdLst>
                <a:gd name="T0" fmla="*/ 895 w 62"/>
                <a:gd name="T1" fmla="*/ 188 h 32"/>
                <a:gd name="T2" fmla="*/ 283 w 62"/>
                <a:gd name="T3" fmla="*/ 500 h 32"/>
                <a:gd name="T4" fmla="*/ 970 w 62"/>
                <a:gd name="T5" fmla="*/ 22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2">
                  <a:moveTo>
                    <a:pt x="57" y="12"/>
                  </a:moveTo>
                  <a:cubicBezTo>
                    <a:pt x="42" y="0"/>
                    <a:pt x="0" y="13"/>
                    <a:pt x="18" y="32"/>
                  </a:cubicBezTo>
                  <a:cubicBezTo>
                    <a:pt x="29" y="9"/>
                    <a:pt x="42" y="17"/>
                    <a:pt x="62" y="1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122">
              <a:extLst>
                <a:ext uri="{FF2B5EF4-FFF2-40B4-BE49-F238E27FC236}">
                  <a16:creationId xmlns:a16="http://schemas.microsoft.com/office/drawing/2014/main" id="{66E75249-A141-4567-8D2F-1CD5CF75E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2657"/>
              <a:ext cx="193" cy="90"/>
            </a:xfrm>
            <a:custGeom>
              <a:avLst/>
              <a:gdLst>
                <a:gd name="T0" fmla="*/ 897 w 77"/>
                <a:gd name="T1" fmla="*/ 20 h 36"/>
                <a:gd name="T2" fmla="*/ 0 w 77"/>
                <a:gd name="T3" fmla="*/ 488 h 36"/>
                <a:gd name="T4" fmla="*/ 679 w 77"/>
                <a:gd name="T5" fmla="*/ 283 h 36"/>
                <a:gd name="T6" fmla="*/ 1150 w 77"/>
                <a:gd name="T7" fmla="*/ 438 h 36"/>
                <a:gd name="T8" fmla="*/ 993 w 77"/>
                <a:gd name="T9" fmla="*/ 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6">
                  <a:moveTo>
                    <a:pt x="57" y="1"/>
                  </a:moveTo>
                  <a:cubicBezTo>
                    <a:pt x="43" y="0"/>
                    <a:pt x="9" y="18"/>
                    <a:pt x="0" y="31"/>
                  </a:cubicBezTo>
                  <a:cubicBezTo>
                    <a:pt x="11" y="36"/>
                    <a:pt x="30" y="19"/>
                    <a:pt x="43" y="18"/>
                  </a:cubicBezTo>
                  <a:cubicBezTo>
                    <a:pt x="58" y="17"/>
                    <a:pt x="62" y="21"/>
                    <a:pt x="73" y="28"/>
                  </a:cubicBezTo>
                  <a:cubicBezTo>
                    <a:pt x="77" y="20"/>
                    <a:pt x="68" y="8"/>
                    <a:pt x="63" y="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123">
              <a:extLst>
                <a:ext uri="{FF2B5EF4-FFF2-40B4-BE49-F238E27FC236}">
                  <a16:creationId xmlns:a16="http://schemas.microsoft.com/office/drawing/2014/main" id="{D7C599E1-375C-4BFE-A895-2984EE342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315"/>
              <a:ext cx="132" cy="85"/>
            </a:xfrm>
            <a:custGeom>
              <a:avLst/>
              <a:gdLst>
                <a:gd name="T0" fmla="*/ 311 w 53"/>
                <a:gd name="T1" fmla="*/ 533 h 34"/>
                <a:gd name="T2" fmla="*/ 217 w 53"/>
                <a:gd name="T3" fmla="*/ 0 h 34"/>
                <a:gd name="T4" fmla="*/ 819 w 53"/>
                <a:gd name="T5" fmla="*/ 83 h 34"/>
                <a:gd name="T6" fmla="*/ 229 w 53"/>
                <a:gd name="T7" fmla="*/ 31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4">
                  <a:moveTo>
                    <a:pt x="20" y="34"/>
                  </a:moveTo>
                  <a:cubicBezTo>
                    <a:pt x="14" y="24"/>
                    <a:pt x="13" y="12"/>
                    <a:pt x="14" y="0"/>
                  </a:cubicBezTo>
                  <a:cubicBezTo>
                    <a:pt x="27" y="0"/>
                    <a:pt x="40" y="1"/>
                    <a:pt x="53" y="5"/>
                  </a:cubicBezTo>
                  <a:cubicBezTo>
                    <a:pt x="46" y="5"/>
                    <a:pt x="0" y="6"/>
                    <a:pt x="15" y="2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124">
              <a:extLst>
                <a:ext uri="{FF2B5EF4-FFF2-40B4-BE49-F238E27FC236}">
                  <a16:creationId xmlns:a16="http://schemas.microsoft.com/office/drawing/2014/main" id="{80FF6E39-87D2-4FCE-9569-0A59FB4D7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262"/>
              <a:ext cx="165" cy="140"/>
            </a:xfrm>
            <a:custGeom>
              <a:avLst/>
              <a:gdLst>
                <a:gd name="T0" fmla="*/ 1033 w 66"/>
                <a:gd name="T1" fmla="*/ 145 h 56"/>
                <a:gd name="T2" fmla="*/ 300 w 66"/>
                <a:gd name="T3" fmla="*/ 333 h 56"/>
                <a:gd name="T4" fmla="*/ 645 w 66"/>
                <a:gd name="T5" fmla="*/ 875 h 56"/>
                <a:gd name="T6" fmla="*/ 750 w 66"/>
                <a:gd name="T7" fmla="*/ 30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56">
                  <a:moveTo>
                    <a:pt x="66" y="9"/>
                  </a:moveTo>
                  <a:cubicBezTo>
                    <a:pt x="57" y="0"/>
                    <a:pt x="28" y="14"/>
                    <a:pt x="19" y="21"/>
                  </a:cubicBezTo>
                  <a:cubicBezTo>
                    <a:pt x="0" y="38"/>
                    <a:pt x="25" y="50"/>
                    <a:pt x="41" y="56"/>
                  </a:cubicBezTo>
                  <a:cubicBezTo>
                    <a:pt x="27" y="40"/>
                    <a:pt x="29" y="27"/>
                    <a:pt x="48" y="1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125">
              <a:extLst>
                <a:ext uri="{FF2B5EF4-FFF2-40B4-BE49-F238E27FC236}">
                  <a16:creationId xmlns:a16="http://schemas.microsoft.com/office/drawing/2014/main" id="{C4941840-B43A-477C-A631-B6547CFB9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130"/>
              <a:ext cx="172" cy="97"/>
            </a:xfrm>
            <a:custGeom>
              <a:avLst/>
              <a:gdLst>
                <a:gd name="T0" fmla="*/ 354 w 69"/>
                <a:gd name="T1" fmla="*/ 104 h 39"/>
                <a:gd name="T2" fmla="*/ 249 w 69"/>
                <a:gd name="T3" fmla="*/ 599 h 39"/>
                <a:gd name="T4" fmla="*/ 1069 w 69"/>
                <a:gd name="T5" fmla="*/ 15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9">
                  <a:moveTo>
                    <a:pt x="23" y="7"/>
                  </a:moveTo>
                  <a:cubicBezTo>
                    <a:pt x="9" y="0"/>
                    <a:pt x="0" y="35"/>
                    <a:pt x="16" y="39"/>
                  </a:cubicBezTo>
                  <a:cubicBezTo>
                    <a:pt x="13" y="5"/>
                    <a:pt x="44" y="17"/>
                    <a:pt x="6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126">
              <a:extLst>
                <a:ext uri="{FF2B5EF4-FFF2-40B4-BE49-F238E27FC236}">
                  <a16:creationId xmlns:a16="http://schemas.microsoft.com/office/drawing/2014/main" id="{78D08221-7B89-418E-9103-9841594FC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155"/>
              <a:ext cx="100" cy="77"/>
            </a:xfrm>
            <a:custGeom>
              <a:avLst/>
              <a:gdLst>
                <a:gd name="T0" fmla="*/ 625 w 40"/>
                <a:gd name="T1" fmla="*/ 124 h 31"/>
                <a:gd name="T2" fmla="*/ 113 w 40"/>
                <a:gd name="T3" fmla="*/ 75 h 31"/>
                <a:gd name="T4" fmla="*/ 95 w 40"/>
                <a:gd name="T5" fmla="*/ 474 h 31"/>
                <a:gd name="T6" fmla="*/ 458 w 40"/>
                <a:gd name="T7" fmla="*/ 1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1">
                  <a:moveTo>
                    <a:pt x="40" y="8"/>
                  </a:moveTo>
                  <a:cubicBezTo>
                    <a:pt x="32" y="6"/>
                    <a:pt x="13" y="0"/>
                    <a:pt x="7" y="5"/>
                  </a:cubicBezTo>
                  <a:cubicBezTo>
                    <a:pt x="0" y="11"/>
                    <a:pt x="2" y="25"/>
                    <a:pt x="6" y="31"/>
                  </a:cubicBezTo>
                  <a:cubicBezTo>
                    <a:pt x="9" y="18"/>
                    <a:pt x="11" y="9"/>
                    <a:pt x="2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127">
              <a:extLst>
                <a:ext uri="{FF2B5EF4-FFF2-40B4-BE49-F238E27FC236}">
                  <a16:creationId xmlns:a16="http://schemas.microsoft.com/office/drawing/2014/main" id="{AA9750C2-AFFE-4C10-911A-F36BA05F6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265"/>
              <a:ext cx="92" cy="52"/>
            </a:xfrm>
            <a:custGeom>
              <a:avLst/>
              <a:gdLst>
                <a:gd name="T0" fmla="*/ 341 w 37"/>
                <a:gd name="T1" fmla="*/ 30 h 21"/>
                <a:gd name="T2" fmla="*/ 92 w 37"/>
                <a:gd name="T3" fmla="*/ 319 h 21"/>
                <a:gd name="T4" fmla="*/ 569 w 37"/>
                <a:gd name="T5" fmla="*/ 6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1">
                  <a:moveTo>
                    <a:pt x="22" y="2"/>
                  </a:moveTo>
                  <a:cubicBezTo>
                    <a:pt x="12" y="0"/>
                    <a:pt x="0" y="12"/>
                    <a:pt x="6" y="21"/>
                  </a:cubicBezTo>
                  <a:cubicBezTo>
                    <a:pt x="14" y="11"/>
                    <a:pt x="22" y="0"/>
                    <a:pt x="37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128">
              <a:extLst>
                <a:ext uri="{FF2B5EF4-FFF2-40B4-BE49-F238E27FC236}">
                  <a16:creationId xmlns:a16="http://schemas.microsoft.com/office/drawing/2014/main" id="{50F68896-EC93-44BF-8E1F-4A8510AB7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672"/>
              <a:ext cx="138" cy="55"/>
            </a:xfrm>
            <a:custGeom>
              <a:avLst/>
              <a:gdLst>
                <a:gd name="T0" fmla="*/ 725 w 55"/>
                <a:gd name="T1" fmla="*/ 50 h 22"/>
                <a:gd name="T2" fmla="*/ 284 w 55"/>
                <a:gd name="T3" fmla="*/ 345 h 22"/>
                <a:gd name="T4" fmla="*/ 868 w 5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2">
                  <a:moveTo>
                    <a:pt x="46" y="3"/>
                  </a:moveTo>
                  <a:cubicBezTo>
                    <a:pt x="38" y="3"/>
                    <a:pt x="0" y="7"/>
                    <a:pt x="18" y="22"/>
                  </a:cubicBezTo>
                  <a:cubicBezTo>
                    <a:pt x="25" y="3"/>
                    <a:pt x="39" y="6"/>
                    <a:pt x="55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129">
              <a:extLst>
                <a:ext uri="{FF2B5EF4-FFF2-40B4-BE49-F238E27FC236}">
                  <a16:creationId xmlns:a16="http://schemas.microsoft.com/office/drawing/2014/main" id="{A60AD596-557B-44FA-80EE-6BABBFE09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490"/>
              <a:ext cx="90" cy="92"/>
            </a:xfrm>
            <a:custGeom>
              <a:avLst/>
              <a:gdLst>
                <a:gd name="T0" fmla="*/ 375 w 36"/>
                <a:gd name="T1" fmla="*/ 186 h 37"/>
                <a:gd name="T2" fmla="*/ 0 w 36"/>
                <a:gd name="T3" fmla="*/ 569 h 37"/>
                <a:gd name="T4" fmla="*/ 550 w 36"/>
                <a:gd name="T5" fmla="*/ 321 h 37"/>
                <a:gd name="T6" fmla="*/ 563 w 36"/>
                <a:gd name="T7" fmla="*/ 12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7">
                  <a:moveTo>
                    <a:pt x="24" y="12"/>
                  </a:moveTo>
                  <a:cubicBezTo>
                    <a:pt x="11" y="0"/>
                    <a:pt x="2" y="29"/>
                    <a:pt x="0" y="37"/>
                  </a:cubicBezTo>
                  <a:cubicBezTo>
                    <a:pt x="10" y="30"/>
                    <a:pt x="22" y="6"/>
                    <a:pt x="35" y="21"/>
                  </a:cubicBezTo>
                  <a:cubicBezTo>
                    <a:pt x="33" y="17"/>
                    <a:pt x="34" y="12"/>
                    <a:pt x="36" y="8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130">
              <a:extLst>
                <a:ext uri="{FF2B5EF4-FFF2-40B4-BE49-F238E27FC236}">
                  <a16:creationId xmlns:a16="http://schemas.microsoft.com/office/drawing/2014/main" id="{2D4FBB08-88E2-4254-BB33-78831B82B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412"/>
              <a:ext cx="100" cy="150"/>
            </a:xfrm>
            <a:custGeom>
              <a:avLst/>
              <a:gdLst>
                <a:gd name="T0" fmla="*/ 300 w 40"/>
                <a:gd name="T1" fmla="*/ 63 h 60"/>
                <a:gd name="T2" fmla="*/ 175 w 40"/>
                <a:gd name="T3" fmla="*/ 938 h 60"/>
                <a:gd name="T4" fmla="*/ 625 w 40"/>
                <a:gd name="T5" fmla="*/ 208 h 60"/>
                <a:gd name="T6" fmla="*/ 395 w 40"/>
                <a:gd name="T7" fmla="*/ 33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0">
                  <a:moveTo>
                    <a:pt x="19" y="4"/>
                  </a:moveTo>
                  <a:cubicBezTo>
                    <a:pt x="0" y="22"/>
                    <a:pt x="10" y="39"/>
                    <a:pt x="11" y="60"/>
                  </a:cubicBezTo>
                  <a:cubicBezTo>
                    <a:pt x="11" y="48"/>
                    <a:pt x="17" y="0"/>
                    <a:pt x="40" y="13"/>
                  </a:cubicBezTo>
                  <a:cubicBezTo>
                    <a:pt x="36" y="8"/>
                    <a:pt x="29" y="7"/>
                    <a:pt x="25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131">
              <a:extLst>
                <a:ext uri="{FF2B5EF4-FFF2-40B4-BE49-F238E27FC236}">
                  <a16:creationId xmlns:a16="http://schemas.microsoft.com/office/drawing/2014/main" id="{0780DE0D-A908-4BF2-94FE-DA27396F8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530"/>
              <a:ext cx="92" cy="120"/>
            </a:xfrm>
            <a:custGeom>
              <a:avLst/>
              <a:gdLst>
                <a:gd name="T0" fmla="*/ 278 w 37"/>
                <a:gd name="T1" fmla="*/ 95 h 48"/>
                <a:gd name="T2" fmla="*/ 42 w 37"/>
                <a:gd name="T3" fmla="*/ 250 h 48"/>
                <a:gd name="T4" fmla="*/ 353 w 37"/>
                <a:gd name="T5" fmla="*/ 750 h 48"/>
                <a:gd name="T6" fmla="*/ 308 w 37"/>
                <a:gd name="T7" fmla="*/ 238 h 48"/>
                <a:gd name="T8" fmla="*/ 569 w 37"/>
                <a:gd name="T9" fmla="*/ 270 h 48"/>
                <a:gd name="T10" fmla="*/ 403 w 37"/>
                <a:gd name="T11" fmla="*/ 145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8">
                  <a:moveTo>
                    <a:pt x="18" y="6"/>
                  </a:moveTo>
                  <a:cubicBezTo>
                    <a:pt x="8" y="0"/>
                    <a:pt x="0" y="3"/>
                    <a:pt x="3" y="16"/>
                  </a:cubicBezTo>
                  <a:cubicBezTo>
                    <a:pt x="7" y="26"/>
                    <a:pt x="24" y="39"/>
                    <a:pt x="23" y="48"/>
                  </a:cubicBezTo>
                  <a:cubicBezTo>
                    <a:pt x="21" y="37"/>
                    <a:pt x="19" y="26"/>
                    <a:pt x="20" y="15"/>
                  </a:cubicBezTo>
                  <a:cubicBezTo>
                    <a:pt x="26" y="15"/>
                    <a:pt x="31" y="17"/>
                    <a:pt x="37" y="17"/>
                  </a:cubicBezTo>
                  <a:cubicBezTo>
                    <a:pt x="35" y="12"/>
                    <a:pt x="31" y="9"/>
                    <a:pt x="26" y="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132">
              <a:extLst>
                <a:ext uri="{FF2B5EF4-FFF2-40B4-BE49-F238E27FC236}">
                  <a16:creationId xmlns:a16="http://schemas.microsoft.com/office/drawing/2014/main" id="{2592AE46-7681-4AD9-9C1D-748761C3B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8" y="2812"/>
              <a:ext cx="130" cy="128"/>
            </a:xfrm>
            <a:custGeom>
              <a:avLst/>
              <a:gdLst>
                <a:gd name="T0" fmla="*/ 813 w 52"/>
                <a:gd name="T1" fmla="*/ 176 h 51"/>
                <a:gd name="T2" fmla="*/ 145 w 52"/>
                <a:gd name="T3" fmla="*/ 125 h 51"/>
                <a:gd name="T4" fmla="*/ 395 w 52"/>
                <a:gd name="T5" fmla="*/ 806 h 51"/>
                <a:gd name="T6" fmla="*/ 270 w 52"/>
                <a:gd name="T7" fmla="*/ 334 h 51"/>
                <a:gd name="T8" fmla="*/ 583 w 52"/>
                <a:gd name="T9" fmla="*/ 17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52" y="11"/>
                  </a:moveTo>
                  <a:cubicBezTo>
                    <a:pt x="44" y="8"/>
                    <a:pt x="16" y="0"/>
                    <a:pt x="9" y="8"/>
                  </a:cubicBezTo>
                  <a:cubicBezTo>
                    <a:pt x="0" y="20"/>
                    <a:pt x="23" y="41"/>
                    <a:pt x="25" y="51"/>
                  </a:cubicBezTo>
                  <a:cubicBezTo>
                    <a:pt x="26" y="41"/>
                    <a:pt x="16" y="30"/>
                    <a:pt x="17" y="21"/>
                  </a:cubicBezTo>
                  <a:cubicBezTo>
                    <a:pt x="17" y="12"/>
                    <a:pt x="28" y="10"/>
                    <a:pt x="37" y="1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133">
              <a:extLst>
                <a:ext uri="{FF2B5EF4-FFF2-40B4-BE49-F238E27FC236}">
                  <a16:creationId xmlns:a16="http://schemas.microsoft.com/office/drawing/2014/main" id="{162D9E10-AC70-4A8A-8F9F-FFC553171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850"/>
              <a:ext cx="100" cy="110"/>
            </a:xfrm>
            <a:custGeom>
              <a:avLst/>
              <a:gdLst>
                <a:gd name="T0" fmla="*/ 625 w 40"/>
                <a:gd name="T1" fmla="*/ 33 h 44"/>
                <a:gd name="T2" fmla="*/ 145 w 40"/>
                <a:gd name="T3" fmla="*/ 175 h 44"/>
                <a:gd name="T4" fmla="*/ 220 w 40"/>
                <a:gd name="T5" fmla="*/ 688 h 44"/>
                <a:gd name="T6" fmla="*/ 625 w 40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4">
                  <a:moveTo>
                    <a:pt x="40" y="2"/>
                  </a:moveTo>
                  <a:cubicBezTo>
                    <a:pt x="29" y="0"/>
                    <a:pt x="15" y="1"/>
                    <a:pt x="9" y="11"/>
                  </a:cubicBezTo>
                  <a:cubicBezTo>
                    <a:pt x="0" y="24"/>
                    <a:pt x="10" y="32"/>
                    <a:pt x="14" y="44"/>
                  </a:cubicBezTo>
                  <a:cubicBezTo>
                    <a:pt x="15" y="25"/>
                    <a:pt x="18" y="1"/>
                    <a:pt x="40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134">
              <a:extLst>
                <a:ext uri="{FF2B5EF4-FFF2-40B4-BE49-F238E27FC236}">
                  <a16:creationId xmlns:a16="http://schemas.microsoft.com/office/drawing/2014/main" id="{2B648F35-E64E-44BC-B6D4-12C7A9C4F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322"/>
              <a:ext cx="147" cy="88"/>
            </a:xfrm>
            <a:custGeom>
              <a:avLst/>
              <a:gdLst>
                <a:gd name="T0" fmla="*/ 728 w 59"/>
                <a:gd name="T1" fmla="*/ 176 h 35"/>
                <a:gd name="T2" fmla="*/ 12 w 59"/>
                <a:gd name="T3" fmla="*/ 176 h 35"/>
                <a:gd name="T4" fmla="*/ 620 w 59"/>
                <a:gd name="T5" fmla="*/ 556 h 35"/>
                <a:gd name="T6" fmla="*/ 912 w 59"/>
                <a:gd name="T7" fmla="*/ 15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5">
                  <a:moveTo>
                    <a:pt x="47" y="11"/>
                  </a:moveTo>
                  <a:cubicBezTo>
                    <a:pt x="40" y="10"/>
                    <a:pt x="5" y="0"/>
                    <a:pt x="1" y="11"/>
                  </a:cubicBezTo>
                  <a:cubicBezTo>
                    <a:pt x="0" y="15"/>
                    <a:pt x="34" y="29"/>
                    <a:pt x="40" y="35"/>
                  </a:cubicBezTo>
                  <a:cubicBezTo>
                    <a:pt x="24" y="13"/>
                    <a:pt x="43" y="14"/>
                    <a:pt x="5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135">
              <a:extLst>
                <a:ext uri="{FF2B5EF4-FFF2-40B4-BE49-F238E27FC236}">
                  <a16:creationId xmlns:a16="http://schemas.microsoft.com/office/drawing/2014/main" id="{2D2E392C-814D-4038-9FB2-43B2982E7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995"/>
              <a:ext cx="258" cy="170"/>
            </a:xfrm>
            <a:custGeom>
              <a:avLst/>
              <a:gdLst>
                <a:gd name="T0" fmla="*/ 1067 w 103"/>
                <a:gd name="T1" fmla="*/ 83 h 68"/>
                <a:gd name="T2" fmla="*/ 250 w 103"/>
                <a:gd name="T3" fmla="*/ 458 h 68"/>
                <a:gd name="T4" fmla="*/ 33 w 103"/>
                <a:gd name="T5" fmla="*/ 895 h 68"/>
                <a:gd name="T6" fmla="*/ 188 w 103"/>
                <a:gd name="T7" fmla="*/ 895 h 68"/>
                <a:gd name="T8" fmla="*/ 426 w 103"/>
                <a:gd name="T9" fmla="*/ 488 h 68"/>
                <a:gd name="T10" fmla="*/ 929 w 103"/>
                <a:gd name="T11" fmla="*/ 175 h 68"/>
                <a:gd name="T12" fmla="*/ 1538 w 103"/>
                <a:gd name="T13" fmla="*/ 345 h 68"/>
                <a:gd name="T14" fmla="*/ 1350 w 103"/>
                <a:gd name="T15" fmla="*/ 33 h 68"/>
                <a:gd name="T16" fmla="*/ 1380 w 103"/>
                <a:gd name="T17" fmla="*/ 50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68">
                  <a:moveTo>
                    <a:pt x="68" y="5"/>
                  </a:moveTo>
                  <a:cubicBezTo>
                    <a:pt x="50" y="3"/>
                    <a:pt x="28" y="18"/>
                    <a:pt x="16" y="29"/>
                  </a:cubicBezTo>
                  <a:cubicBezTo>
                    <a:pt x="11" y="35"/>
                    <a:pt x="0" y="48"/>
                    <a:pt x="2" y="57"/>
                  </a:cubicBezTo>
                  <a:cubicBezTo>
                    <a:pt x="4" y="68"/>
                    <a:pt x="8" y="62"/>
                    <a:pt x="12" y="57"/>
                  </a:cubicBezTo>
                  <a:cubicBezTo>
                    <a:pt x="18" y="48"/>
                    <a:pt x="19" y="39"/>
                    <a:pt x="27" y="31"/>
                  </a:cubicBezTo>
                  <a:cubicBezTo>
                    <a:pt x="35" y="22"/>
                    <a:pt x="47" y="15"/>
                    <a:pt x="59" y="11"/>
                  </a:cubicBezTo>
                  <a:cubicBezTo>
                    <a:pt x="72" y="8"/>
                    <a:pt x="95" y="5"/>
                    <a:pt x="98" y="22"/>
                  </a:cubicBezTo>
                  <a:cubicBezTo>
                    <a:pt x="103" y="14"/>
                    <a:pt x="95" y="0"/>
                    <a:pt x="86" y="2"/>
                  </a:cubicBezTo>
                  <a:cubicBezTo>
                    <a:pt x="86" y="4"/>
                    <a:pt x="87" y="2"/>
                    <a:pt x="88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136">
              <a:extLst>
                <a:ext uri="{FF2B5EF4-FFF2-40B4-BE49-F238E27FC236}">
                  <a16:creationId xmlns:a16="http://schemas.microsoft.com/office/drawing/2014/main" id="{E4C16E32-7DCE-480A-B9DD-0E9184418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150"/>
              <a:ext cx="195" cy="112"/>
            </a:xfrm>
            <a:custGeom>
              <a:avLst/>
              <a:gdLst>
                <a:gd name="T0" fmla="*/ 1125 w 78"/>
                <a:gd name="T1" fmla="*/ 0 h 45"/>
                <a:gd name="T2" fmla="*/ 345 w 78"/>
                <a:gd name="T3" fmla="*/ 217 h 45"/>
                <a:gd name="T4" fmla="*/ 488 w 78"/>
                <a:gd name="T5" fmla="*/ 694 h 45"/>
                <a:gd name="T6" fmla="*/ 1220 w 78"/>
                <a:gd name="T7" fmla="*/ 1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5">
                  <a:moveTo>
                    <a:pt x="72" y="0"/>
                  </a:moveTo>
                  <a:cubicBezTo>
                    <a:pt x="57" y="1"/>
                    <a:pt x="36" y="7"/>
                    <a:pt x="22" y="14"/>
                  </a:cubicBezTo>
                  <a:cubicBezTo>
                    <a:pt x="0" y="26"/>
                    <a:pt x="17" y="36"/>
                    <a:pt x="31" y="45"/>
                  </a:cubicBezTo>
                  <a:cubicBezTo>
                    <a:pt x="14" y="19"/>
                    <a:pt x="59" y="5"/>
                    <a:pt x="78" y="7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137">
              <a:extLst>
                <a:ext uri="{FF2B5EF4-FFF2-40B4-BE49-F238E27FC236}">
                  <a16:creationId xmlns:a16="http://schemas.microsoft.com/office/drawing/2014/main" id="{7A6049CF-3DEB-4035-858B-CDA614A94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330"/>
              <a:ext cx="70" cy="75"/>
            </a:xfrm>
            <a:custGeom>
              <a:avLst/>
              <a:gdLst>
                <a:gd name="T0" fmla="*/ 375 w 28"/>
                <a:gd name="T1" fmla="*/ 145 h 30"/>
                <a:gd name="T2" fmla="*/ 125 w 28"/>
                <a:gd name="T3" fmla="*/ 470 h 30"/>
                <a:gd name="T4" fmla="*/ 438 w 28"/>
                <a:gd name="T5" fmla="*/ 20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">
                  <a:moveTo>
                    <a:pt x="24" y="9"/>
                  </a:moveTo>
                  <a:cubicBezTo>
                    <a:pt x="12" y="0"/>
                    <a:pt x="0" y="22"/>
                    <a:pt x="8" y="30"/>
                  </a:cubicBezTo>
                  <a:cubicBezTo>
                    <a:pt x="15" y="23"/>
                    <a:pt x="13" y="10"/>
                    <a:pt x="28" y="1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138">
              <a:extLst>
                <a:ext uri="{FF2B5EF4-FFF2-40B4-BE49-F238E27FC236}">
                  <a16:creationId xmlns:a16="http://schemas.microsoft.com/office/drawing/2014/main" id="{C42F0EB8-277A-4CF5-A298-00B19383D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417"/>
              <a:ext cx="200" cy="133"/>
            </a:xfrm>
            <a:custGeom>
              <a:avLst/>
              <a:gdLst>
                <a:gd name="T0" fmla="*/ 0 w 80"/>
                <a:gd name="T1" fmla="*/ 630 h 53"/>
                <a:gd name="T2" fmla="*/ 1250 w 80"/>
                <a:gd name="T3" fmla="*/ 429 h 53"/>
                <a:gd name="T4" fmla="*/ 938 w 80"/>
                <a:gd name="T5" fmla="*/ 838 h 53"/>
                <a:gd name="T6" fmla="*/ 770 w 80"/>
                <a:gd name="T7" fmla="*/ 459 h 53"/>
                <a:gd name="T8" fmla="*/ 345 w 80"/>
                <a:gd name="T9" fmla="*/ 5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3">
                  <a:moveTo>
                    <a:pt x="0" y="40"/>
                  </a:moveTo>
                  <a:cubicBezTo>
                    <a:pt x="18" y="28"/>
                    <a:pt x="63" y="0"/>
                    <a:pt x="80" y="27"/>
                  </a:cubicBezTo>
                  <a:cubicBezTo>
                    <a:pt x="59" y="27"/>
                    <a:pt x="54" y="32"/>
                    <a:pt x="60" y="53"/>
                  </a:cubicBezTo>
                  <a:cubicBezTo>
                    <a:pt x="56" y="48"/>
                    <a:pt x="56" y="33"/>
                    <a:pt x="49" y="29"/>
                  </a:cubicBezTo>
                  <a:cubicBezTo>
                    <a:pt x="42" y="25"/>
                    <a:pt x="28" y="32"/>
                    <a:pt x="22" y="35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139">
              <a:extLst>
                <a:ext uri="{FF2B5EF4-FFF2-40B4-BE49-F238E27FC236}">
                  <a16:creationId xmlns:a16="http://schemas.microsoft.com/office/drawing/2014/main" id="{352D1110-8604-4348-BE73-D4BBEAAD2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682"/>
              <a:ext cx="142" cy="75"/>
            </a:xfrm>
            <a:custGeom>
              <a:avLst/>
              <a:gdLst>
                <a:gd name="T0" fmla="*/ 665 w 57"/>
                <a:gd name="T1" fmla="*/ 50 h 30"/>
                <a:gd name="T2" fmla="*/ 0 w 57"/>
                <a:gd name="T3" fmla="*/ 470 h 30"/>
                <a:gd name="T4" fmla="*/ 541 w 57"/>
                <a:gd name="T5" fmla="*/ 145 h 30"/>
                <a:gd name="T6" fmla="*/ 787 w 57"/>
                <a:gd name="T7" fmla="*/ 470 h 30"/>
                <a:gd name="T8" fmla="*/ 882 w 5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0">
                  <a:moveTo>
                    <a:pt x="43" y="3"/>
                  </a:moveTo>
                  <a:cubicBezTo>
                    <a:pt x="24" y="8"/>
                    <a:pt x="10" y="9"/>
                    <a:pt x="0" y="30"/>
                  </a:cubicBezTo>
                  <a:cubicBezTo>
                    <a:pt x="7" y="21"/>
                    <a:pt x="22" y="7"/>
                    <a:pt x="35" y="9"/>
                  </a:cubicBezTo>
                  <a:cubicBezTo>
                    <a:pt x="46" y="10"/>
                    <a:pt x="47" y="21"/>
                    <a:pt x="51" y="30"/>
                  </a:cubicBezTo>
                  <a:cubicBezTo>
                    <a:pt x="54" y="21"/>
                    <a:pt x="50" y="8"/>
                    <a:pt x="57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140">
              <a:extLst>
                <a:ext uri="{FF2B5EF4-FFF2-40B4-BE49-F238E27FC236}">
                  <a16:creationId xmlns:a16="http://schemas.microsoft.com/office/drawing/2014/main" id="{201F7919-30F8-4E94-B601-CDBFA157D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675"/>
              <a:ext cx="155" cy="102"/>
            </a:xfrm>
            <a:custGeom>
              <a:avLst/>
              <a:gdLst>
                <a:gd name="T0" fmla="*/ 283 w 62"/>
                <a:gd name="T1" fmla="*/ 104 h 41"/>
                <a:gd name="T2" fmla="*/ 313 w 62"/>
                <a:gd name="T3" fmla="*/ 632 h 41"/>
                <a:gd name="T4" fmla="*/ 970 w 62"/>
                <a:gd name="T5" fmla="*/ 104 h 41"/>
                <a:gd name="T6" fmla="*/ 283 w 62"/>
                <a:gd name="T7" fmla="*/ 6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1">
                  <a:moveTo>
                    <a:pt x="18" y="7"/>
                  </a:moveTo>
                  <a:cubicBezTo>
                    <a:pt x="4" y="0"/>
                    <a:pt x="7" y="37"/>
                    <a:pt x="20" y="41"/>
                  </a:cubicBezTo>
                  <a:cubicBezTo>
                    <a:pt x="0" y="11"/>
                    <a:pt x="41" y="11"/>
                    <a:pt x="62" y="7"/>
                  </a:cubicBezTo>
                  <a:cubicBezTo>
                    <a:pt x="50" y="0"/>
                    <a:pt x="31" y="0"/>
                    <a:pt x="18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141">
              <a:extLst>
                <a:ext uri="{FF2B5EF4-FFF2-40B4-BE49-F238E27FC236}">
                  <a16:creationId xmlns:a16="http://schemas.microsoft.com/office/drawing/2014/main" id="{767F0056-780A-486F-BC04-E16CE179E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840"/>
              <a:ext cx="253" cy="97"/>
            </a:xfrm>
            <a:custGeom>
              <a:avLst/>
              <a:gdLst>
                <a:gd name="T0" fmla="*/ 175 w 101"/>
                <a:gd name="T1" fmla="*/ 321 h 39"/>
                <a:gd name="T2" fmla="*/ 1305 w 101"/>
                <a:gd name="T3" fmla="*/ 30 h 39"/>
                <a:gd name="T4" fmla="*/ 1380 w 101"/>
                <a:gd name="T5" fmla="*/ 465 h 39"/>
                <a:gd name="T6" fmla="*/ 646 w 101"/>
                <a:gd name="T7" fmla="*/ 415 h 39"/>
                <a:gd name="T8" fmla="*/ 363 w 101"/>
                <a:gd name="T9" fmla="*/ 570 h 39"/>
                <a:gd name="T10" fmla="*/ 0 w 101"/>
                <a:gd name="T11" fmla="*/ 599 h 39"/>
                <a:gd name="T12" fmla="*/ 63 w 101"/>
                <a:gd name="T13" fmla="*/ 57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9">
                  <a:moveTo>
                    <a:pt x="11" y="21"/>
                  </a:moveTo>
                  <a:cubicBezTo>
                    <a:pt x="36" y="21"/>
                    <a:pt x="59" y="4"/>
                    <a:pt x="83" y="2"/>
                  </a:cubicBezTo>
                  <a:cubicBezTo>
                    <a:pt x="101" y="0"/>
                    <a:pt x="92" y="18"/>
                    <a:pt x="88" y="30"/>
                  </a:cubicBezTo>
                  <a:cubicBezTo>
                    <a:pt x="92" y="5"/>
                    <a:pt x="51" y="21"/>
                    <a:pt x="41" y="27"/>
                  </a:cubicBezTo>
                  <a:cubicBezTo>
                    <a:pt x="34" y="32"/>
                    <a:pt x="32" y="35"/>
                    <a:pt x="23" y="37"/>
                  </a:cubicBezTo>
                  <a:cubicBezTo>
                    <a:pt x="16" y="39"/>
                    <a:pt x="7" y="37"/>
                    <a:pt x="0" y="39"/>
                  </a:cubicBezTo>
                  <a:cubicBezTo>
                    <a:pt x="2" y="39"/>
                    <a:pt x="2" y="38"/>
                    <a:pt x="4" y="37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142">
              <a:extLst>
                <a:ext uri="{FF2B5EF4-FFF2-40B4-BE49-F238E27FC236}">
                  <a16:creationId xmlns:a16="http://schemas.microsoft.com/office/drawing/2014/main" id="{3D923486-3FA5-47C4-9F66-6FBC51CD0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902"/>
              <a:ext cx="112" cy="93"/>
            </a:xfrm>
            <a:custGeom>
              <a:avLst/>
              <a:gdLst>
                <a:gd name="T0" fmla="*/ 0 w 45"/>
                <a:gd name="T1" fmla="*/ 588 h 37"/>
                <a:gd name="T2" fmla="*/ 137 w 45"/>
                <a:gd name="T3" fmla="*/ 96 h 37"/>
                <a:gd name="T4" fmla="*/ 694 w 45"/>
                <a:gd name="T5" fmla="*/ 334 h 37"/>
                <a:gd name="T6" fmla="*/ 124 w 45"/>
                <a:gd name="T7" fmla="*/ 271 h 37"/>
                <a:gd name="T8" fmla="*/ 167 w 45"/>
                <a:gd name="T9" fmla="*/ 30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0" y="37"/>
                  </a:moveTo>
                  <a:cubicBezTo>
                    <a:pt x="0" y="29"/>
                    <a:pt x="0" y="10"/>
                    <a:pt x="9" y="6"/>
                  </a:cubicBezTo>
                  <a:cubicBezTo>
                    <a:pt x="24" y="0"/>
                    <a:pt x="34" y="18"/>
                    <a:pt x="45" y="21"/>
                  </a:cubicBezTo>
                  <a:cubicBezTo>
                    <a:pt x="32" y="22"/>
                    <a:pt x="22" y="13"/>
                    <a:pt x="8" y="17"/>
                  </a:cubicBezTo>
                  <a:cubicBezTo>
                    <a:pt x="9" y="19"/>
                    <a:pt x="10" y="18"/>
                    <a:pt x="11" y="1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143">
              <a:extLst>
                <a:ext uri="{FF2B5EF4-FFF2-40B4-BE49-F238E27FC236}">
                  <a16:creationId xmlns:a16="http://schemas.microsoft.com/office/drawing/2014/main" id="{2AA3605F-D2CF-45E4-B44A-71B46ABA0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980"/>
              <a:ext cx="175" cy="115"/>
            </a:xfrm>
            <a:custGeom>
              <a:avLst/>
              <a:gdLst>
                <a:gd name="T0" fmla="*/ 50 w 70"/>
                <a:gd name="T1" fmla="*/ 720 h 46"/>
                <a:gd name="T2" fmla="*/ 125 w 70"/>
                <a:gd name="T3" fmla="*/ 113 h 46"/>
                <a:gd name="T4" fmla="*/ 813 w 70"/>
                <a:gd name="T5" fmla="*/ 33 h 46"/>
                <a:gd name="T6" fmla="*/ 1033 w 70"/>
                <a:gd name="T7" fmla="*/ 113 h 46"/>
                <a:gd name="T8" fmla="*/ 833 w 70"/>
                <a:gd name="T9" fmla="*/ 175 h 46"/>
                <a:gd name="T10" fmla="*/ 158 w 70"/>
                <a:gd name="T11" fmla="*/ 39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46">
                  <a:moveTo>
                    <a:pt x="3" y="46"/>
                  </a:moveTo>
                  <a:cubicBezTo>
                    <a:pt x="3" y="35"/>
                    <a:pt x="0" y="14"/>
                    <a:pt x="8" y="7"/>
                  </a:cubicBezTo>
                  <a:cubicBezTo>
                    <a:pt x="15" y="0"/>
                    <a:pt x="42" y="1"/>
                    <a:pt x="52" y="2"/>
                  </a:cubicBezTo>
                  <a:cubicBezTo>
                    <a:pt x="57" y="3"/>
                    <a:pt x="64" y="2"/>
                    <a:pt x="66" y="7"/>
                  </a:cubicBezTo>
                  <a:cubicBezTo>
                    <a:pt x="70" y="16"/>
                    <a:pt x="57" y="11"/>
                    <a:pt x="53" y="11"/>
                  </a:cubicBezTo>
                  <a:cubicBezTo>
                    <a:pt x="39" y="9"/>
                    <a:pt x="11" y="4"/>
                    <a:pt x="10" y="25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8" name="Freeform 144">
              <a:extLst>
                <a:ext uri="{FF2B5EF4-FFF2-40B4-BE49-F238E27FC236}">
                  <a16:creationId xmlns:a16="http://schemas.microsoft.com/office/drawing/2014/main" id="{EA775321-D68A-468F-B148-BC6441244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3852"/>
              <a:ext cx="120" cy="160"/>
            </a:xfrm>
            <a:custGeom>
              <a:avLst/>
              <a:gdLst>
                <a:gd name="T0" fmla="*/ 333 w 48"/>
                <a:gd name="T1" fmla="*/ 408 h 64"/>
                <a:gd name="T2" fmla="*/ 0 w 48"/>
                <a:gd name="T3" fmla="*/ 1000 h 64"/>
                <a:gd name="T4" fmla="*/ 750 w 48"/>
                <a:gd name="T5" fmla="*/ 438 h 64"/>
                <a:gd name="T6" fmla="*/ 438 w 48"/>
                <a:gd name="T7" fmla="*/ 363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4">
                  <a:moveTo>
                    <a:pt x="21" y="26"/>
                  </a:moveTo>
                  <a:cubicBezTo>
                    <a:pt x="10" y="34"/>
                    <a:pt x="0" y="51"/>
                    <a:pt x="0" y="64"/>
                  </a:cubicBezTo>
                  <a:cubicBezTo>
                    <a:pt x="10" y="61"/>
                    <a:pt x="24" y="0"/>
                    <a:pt x="48" y="28"/>
                  </a:cubicBezTo>
                  <a:cubicBezTo>
                    <a:pt x="43" y="23"/>
                    <a:pt x="33" y="20"/>
                    <a:pt x="28" y="2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145">
              <a:extLst>
                <a:ext uri="{FF2B5EF4-FFF2-40B4-BE49-F238E27FC236}">
                  <a16:creationId xmlns:a16="http://schemas.microsoft.com/office/drawing/2014/main" id="{193F52E8-4858-4BCE-A775-5987EF785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3867"/>
              <a:ext cx="153" cy="115"/>
            </a:xfrm>
            <a:custGeom>
              <a:avLst/>
              <a:gdLst>
                <a:gd name="T0" fmla="*/ 963 w 61"/>
                <a:gd name="T1" fmla="*/ 175 h 46"/>
                <a:gd name="T2" fmla="*/ 158 w 61"/>
                <a:gd name="T3" fmla="*/ 145 h 46"/>
                <a:gd name="T4" fmla="*/ 534 w 61"/>
                <a:gd name="T5" fmla="*/ 720 h 46"/>
                <a:gd name="T6" fmla="*/ 334 w 61"/>
                <a:gd name="T7" fmla="*/ 333 h 46"/>
                <a:gd name="T8" fmla="*/ 788 w 61"/>
                <a:gd name="T9" fmla="*/ 158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6">
                  <a:moveTo>
                    <a:pt x="61" y="11"/>
                  </a:moveTo>
                  <a:cubicBezTo>
                    <a:pt x="51" y="5"/>
                    <a:pt x="19" y="0"/>
                    <a:pt x="10" y="9"/>
                  </a:cubicBezTo>
                  <a:cubicBezTo>
                    <a:pt x="0" y="20"/>
                    <a:pt x="28" y="38"/>
                    <a:pt x="34" y="46"/>
                  </a:cubicBezTo>
                  <a:cubicBezTo>
                    <a:pt x="31" y="39"/>
                    <a:pt x="19" y="29"/>
                    <a:pt x="21" y="21"/>
                  </a:cubicBezTo>
                  <a:cubicBezTo>
                    <a:pt x="23" y="9"/>
                    <a:pt x="40" y="12"/>
                    <a:pt x="50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Freeform 146">
              <a:extLst>
                <a:ext uri="{FF2B5EF4-FFF2-40B4-BE49-F238E27FC236}">
                  <a16:creationId xmlns:a16="http://schemas.microsoft.com/office/drawing/2014/main" id="{5CDEFBD4-AFE1-45ED-B592-8179AEA34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3795"/>
              <a:ext cx="145" cy="160"/>
            </a:xfrm>
            <a:custGeom>
              <a:avLst/>
              <a:gdLst>
                <a:gd name="T0" fmla="*/ 845 w 58"/>
                <a:gd name="T1" fmla="*/ 345 h 64"/>
                <a:gd name="T2" fmla="*/ 125 w 58"/>
                <a:gd name="T3" fmla="*/ 1000 h 64"/>
                <a:gd name="T4" fmla="*/ 395 w 58"/>
                <a:gd name="T5" fmla="*/ 438 h 64"/>
                <a:gd name="T6" fmla="*/ 908 w 58"/>
                <a:gd name="T7" fmla="*/ 375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4">
                  <a:moveTo>
                    <a:pt x="54" y="22"/>
                  </a:moveTo>
                  <a:cubicBezTo>
                    <a:pt x="28" y="0"/>
                    <a:pt x="0" y="40"/>
                    <a:pt x="8" y="64"/>
                  </a:cubicBezTo>
                  <a:cubicBezTo>
                    <a:pt x="18" y="58"/>
                    <a:pt x="15" y="38"/>
                    <a:pt x="25" y="28"/>
                  </a:cubicBezTo>
                  <a:cubicBezTo>
                    <a:pt x="35" y="19"/>
                    <a:pt x="46" y="23"/>
                    <a:pt x="58" y="2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1" name="Freeform 147">
              <a:extLst>
                <a:ext uri="{FF2B5EF4-FFF2-40B4-BE49-F238E27FC236}">
                  <a16:creationId xmlns:a16="http://schemas.microsoft.com/office/drawing/2014/main" id="{845DBA11-D053-40AB-ADD9-48EF25FF3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3690"/>
              <a:ext cx="145" cy="72"/>
            </a:xfrm>
            <a:custGeom>
              <a:avLst/>
              <a:gdLst>
                <a:gd name="T0" fmla="*/ 738 w 58"/>
                <a:gd name="T1" fmla="*/ 0 h 29"/>
                <a:gd name="T2" fmla="*/ 0 w 58"/>
                <a:gd name="T3" fmla="*/ 444 h 29"/>
                <a:gd name="T4" fmla="*/ 708 w 58"/>
                <a:gd name="T5" fmla="*/ 308 h 29"/>
                <a:gd name="T6" fmla="*/ 863 w 58"/>
                <a:gd name="T7" fmla="*/ 290 h 29"/>
                <a:gd name="T8" fmla="*/ 895 w 58"/>
                <a:gd name="T9" fmla="*/ 4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9">
                  <a:moveTo>
                    <a:pt x="47" y="0"/>
                  </a:moveTo>
                  <a:cubicBezTo>
                    <a:pt x="34" y="3"/>
                    <a:pt x="2" y="13"/>
                    <a:pt x="0" y="29"/>
                  </a:cubicBezTo>
                  <a:cubicBezTo>
                    <a:pt x="16" y="26"/>
                    <a:pt x="29" y="20"/>
                    <a:pt x="45" y="20"/>
                  </a:cubicBezTo>
                  <a:cubicBezTo>
                    <a:pt x="52" y="20"/>
                    <a:pt x="50" y="26"/>
                    <a:pt x="55" y="19"/>
                  </a:cubicBezTo>
                  <a:cubicBezTo>
                    <a:pt x="58" y="15"/>
                    <a:pt x="57" y="6"/>
                    <a:pt x="57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2" name="Freeform 148">
              <a:extLst>
                <a:ext uri="{FF2B5EF4-FFF2-40B4-BE49-F238E27FC236}">
                  <a16:creationId xmlns:a16="http://schemas.microsoft.com/office/drawing/2014/main" id="{535BAE43-56E2-4ACE-8775-F4A0027A9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3875"/>
              <a:ext cx="88" cy="72"/>
            </a:xfrm>
            <a:custGeom>
              <a:avLst/>
              <a:gdLst>
                <a:gd name="T0" fmla="*/ 397 w 35"/>
                <a:gd name="T1" fmla="*/ 62 h 29"/>
                <a:gd name="T2" fmla="*/ 126 w 35"/>
                <a:gd name="T3" fmla="*/ 444 h 29"/>
                <a:gd name="T4" fmla="*/ 556 w 35"/>
                <a:gd name="T5" fmla="*/ 1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9">
                  <a:moveTo>
                    <a:pt x="25" y="4"/>
                  </a:moveTo>
                  <a:cubicBezTo>
                    <a:pt x="17" y="0"/>
                    <a:pt x="0" y="21"/>
                    <a:pt x="8" y="29"/>
                  </a:cubicBezTo>
                  <a:cubicBezTo>
                    <a:pt x="14" y="14"/>
                    <a:pt x="20" y="7"/>
                    <a:pt x="35" y="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3" name="Freeform 149">
              <a:extLst>
                <a:ext uri="{FF2B5EF4-FFF2-40B4-BE49-F238E27FC236}">
                  <a16:creationId xmlns:a16="http://schemas.microsoft.com/office/drawing/2014/main" id="{C3732CC9-33AB-41CE-B95A-A8A5F6DE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4035"/>
              <a:ext cx="255" cy="107"/>
            </a:xfrm>
            <a:custGeom>
              <a:avLst/>
              <a:gdLst>
                <a:gd name="T0" fmla="*/ 1283 w 102"/>
                <a:gd name="T1" fmla="*/ 30 h 43"/>
                <a:gd name="T2" fmla="*/ 1033 w 102"/>
                <a:gd name="T3" fmla="*/ 187 h 43"/>
                <a:gd name="T4" fmla="*/ 675 w 102"/>
                <a:gd name="T5" fmla="*/ 309 h 43"/>
                <a:gd name="T6" fmla="*/ 333 w 102"/>
                <a:gd name="T7" fmla="*/ 662 h 43"/>
                <a:gd name="T8" fmla="*/ 895 w 102"/>
                <a:gd name="T9" fmla="*/ 321 h 43"/>
                <a:gd name="T10" fmla="*/ 1595 w 102"/>
                <a:gd name="T11" fmla="*/ 199 h 43"/>
                <a:gd name="T12" fmla="*/ 1458 w 102"/>
                <a:gd name="T13" fmla="*/ 3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43">
                  <a:moveTo>
                    <a:pt x="82" y="2"/>
                  </a:moveTo>
                  <a:cubicBezTo>
                    <a:pt x="76" y="0"/>
                    <a:pt x="72" y="8"/>
                    <a:pt x="66" y="12"/>
                  </a:cubicBezTo>
                  <a:cubicBezTo>
                    <a:pt x="60" y="17"/>
                    <a:pt x="51" y="19"/>
                    <a:pt x="43" y="20"/>
                  </a:cubicBezTo>
                  <a:cubicBezTo>
                    <a:pt x="36" y="21"/>
                    <a:pt x="0" y="30"/>
                    <a:pt x="21" y="43"/>
                  </a:cubicBezTo>
                  <a:cubicBezTo>
                    <a:pt x="30" y="25"/>
                    <a:pt x="37" y="24"/>
                    <a:pt x="57" y="21"/>
                  </a:cubicBezTo>
                  <a:cubicBezTo>
                    <a:pt x="71" y="19"/>
                    <a:pt x="89" y="17"/>
                    <a:pt x="102" y="13"/>
                  </a:cubicBezTo>
                  <a:cubicBezTo>
                    <a:pt x="98" y="10"/>
                    <a:pt x="94" y="7"/>
                    <a:pt x="93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4" name="Freeform 150">
              <a:extLst>
                <a:ext uri="{FF2B5EF4-FFF2-40B4-BE49-F238E27FC236}">
                  <a16:creationId xmlns:a16="http://schemas.microsoft.com/office/drawing/2014/main" id="{8C751345-00FB-4862-BD00-B1C5F405C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4110"/>
              <a:ext cx="147" cy="80"/>
            </a:xfrm>
            <a:custGeom>
              <a:avLst/>
              <a:gdLst>
                <a:gd name="T0" fmla="*/ 324 w 59"/>
                <a:gd name="T1" fmla="*/ 0 h 32"/>
                <a:gd name="T2" fmla="*/ 167 w 59"/>
                <a:gd name="T3" fmla="*/ 500 h 32"/>
                <a:gd name="T4" fmla="*/ 354 w 59"/>
                <a:gd name="T5" fmla="*/ 125 h 32"/>
                <a:gd name="T6" fmla="*/ 912 w 59"/>
                <a:gd name="T7" fmla="*/ 145 h 32"/>
                <a:gd name="T8" fmla="*/ 715 w 59"/>
                <a:gd name="T9" fmla="*/ 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2">
                  <a:moveTo>
                    <a:pt x="21" y="0"/>
                  </a:moveTo>
                  <a:cubicBezTo>
                    <a:pt x="13" y="5"/>
                    <a:pt x="0" y="26"/>
                    <a:pt x="11" y="32"/>
                  </a:cubicBezTo>
                  <a:cubicBezTo>
                    <a:pt x="15" y="24"/>
                    <a:pt x="13" y="12"/>
                    <a:pt x="23" y="8"/>
                  </a:cubicBezTo>
                  <a:cubicBezTo>
                    <a:pt x="34" y="4"/>
                    <a:pt x="47" y="13"/>
                    <a:pt x="59" y="9"/>
                  </a:cubicBezTo>
                  <a:cubicBezTo>
                    <a:pt x="57" y="4"/>
                    <a:pt x="51" y="3"/>
                    <a:pt x="46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5" name="Freeform 151">
              <a:extLst>
                <a:ext uri="{FF2B5EF4-FFF2-40B4-BE49-F238E27FC236}">
                  <a16:creationId xmlns:a16="http://schemas.microsoft.com/office/drawing/2014/main" id="{A37A0BB5-286B-4935-A455-9481C9F88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4095"/>
              <a:ext cx="115" cy="37"/>
            </a:xfrm>
            <a:custGeom>
              <a:avLst/>
              <a:gdLst>
                <a:gd name="T0" fmla="*/ 0 w 46"/>
                <a:gd name="T1" fmla="*/ 212 h 15"/>
                <a:gd name="T2" fmla="*/ 375 w 46"/>
                <a:gd name="T3" fmla="*/ 12 h 15"/>
                <a:gd name="T4" fmla="*/ 720 w 46"/>
                <a:gd name="T5" fmla="*/ 224 h 15"/>
                <a:gd name="T6" fmla="*/ 458 w 46"/>
                <a:gd name="T7" fmla="*/ 6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5">
                  <a:moveTo>
                    <a:pt x="0" y="14"/>
                  </a:moveTo>
                  <a:cubicBezTo>
                    <a:pt x="8" y="11"/>
                    <a:pt x="15" y="1"/>
                    <a:pt x="24" y="1"/>
                  </a:cubicBezTo>
                  <a:cubicBezTo>
                    <a:pt x="33" y="0"/>
                    <a:pt x="41" y="8"/>
                    <a:pt x="46" y="15"/>
                  </a:cubicBezTo>
                  <a:cubicBezTo>
                    <a:pt x="40" y="13"/>
                    <a:pt x="31" y="10"/>
                    <a:pt x="29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6" name="Freeform 152">
              <a:extLst>
                <a:ext uri="{FF2B5EF4-FFF2-40B4-BE49-F238E27FC236}">
                  <a16:creationId xmlns:a16="http://schemas.microsoft.com/office/drawing/2014/main" id="{A2801FCE-E839-46C0-9FA2-8252432DB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505"/>
              <a:ext cx="97" cy="75"/>
            </a:xfrm>
            <a:custGeom>
              <a:avLst/>
              <a:gdLst>
                <a:gd name="T0" fmla="*/ 403 w 39"/>
                <a:gd name="T1" fmla="*/ 95 h 30"/>
                <a:gd name="T2" fmla="*/ 154 w 39"/>
                <a:gd name="T3" fmla="*/ 458 h 30"/>
                <a:gd name="T4" fmla="*/ 308 w 39"/>
                <a:gd name="T5" fmla="*/ 188 h 30"/>
                <a:gd name="T6" fmla="*/ 599 w 39"/>
                <a:gd name="T7" fmla="*/ 22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0">
                  <a:moveTo>
                    <a:pt x="26" y="6"/>
                  </a:moveTo>
                  <a:cubicBezTo>
                    <a:pt x="10" y="0"/>
                    <a:pt x="0" y="30"/>
                    <a:pt x="10" y="29"/>
                  </a:cubicBezTo>
                  <a:cubicBezTo>
                    <a:pt x="13" y="29"/>
                    <a:pt x="16" y="14"/>
                    <a:pt x="20" y="12"/>
                  </a:cubicBezTo>
                  <a:cubicBezTo>
                    <a:pt x="26" y="8"/>
                    <a:pt x="33" y="11"/>
                    <a:pt x="39" y="1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7" name="Freeform 153">
              <a:extLst>
                <a:ext uri="{FF2B5EF4-FFF2-40B4-BE49-F238E27FC236}">
                  <a16:creationId xmlns:a16="http://schemas.microsoft.com/office/drawing/2014/main" id="{07F8EB2F-4813-4AD2-895C-AB707CE6D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612"/>
              <a:ext cx="120" cy="118"/>
            </a:xfrm>
            <a:custGeom>
              <a:avLst/>
              <a:gdLst>
                <a:gd name="T0" fmla="*/ 0 w 48"/>
                <a:gd name="T1" fmla="*/ 585 h 47"/>
                <a:gd name="T2" fmla="*/ 750 w 48"/>
                <a:gd name="T3" fmla="*/ 409 h 47"/>
                <a:gd name="T4" fmla="*/ 613 w 48"/>
                <a:gd name="T5" fmla="*/ 743 h 47"/>
                <a:gd name="T6" fmla="*/ 283 w 48"/>
                <a:gd name="T7" fmla="*/ 55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7">
                  <a:moveTo>
                    <a:pt x="0" y="37"/>
                  </a:moveTo>
                  <a:cubicBezTo>
                    <a:pt x="8" y="27"/>
                    <a:pt x="46" y="0"/>
                    <a:pt x="48" y="26"/>
                  </a:cubicBezTo>
                  <a:cubicBezTo>
                    <a:pt x="37" y="14"/>
                    <a:pt x="36" y="41"/>
                    <a:pt x="39" y="47"/>
                  </a:cubicBezTo>
                  <a:cubicBezTo>
                    <a:pt x="35" y="41"/>
                    <a:pt x="26" y="25"/>
                    <a:pt x="18" y="35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8" name="Freeform 154">
              <a:extLst>
                <a:ext uri="{FF2B5EF4-FFF2-40B4-BE49-F238E27FC236}">
                  <a16:creationId xmlns:a16="http://schemas.microsoft.com/office/drawing/2014/main" id="{AAF68967-3816-46B1-83BD-0F5E29EC3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485"/>
              <a:ext cx="127" cy="97"/>
            </a:xfrm>
            <a:custGeom>
              <a:avLst/>
              <a:gdLst>
                <a:gd name="T0" fmla="*/ 682 w 51"/>
                <a:gd name="T1" fmla="*/ 30 h 39"/>
                <a:gd name="T2" fmla="*/ 0 w 51"/>
                <a:gd name="T3" fmla="*/ 599 h 39"/>
                <a:gd name="T4" fmla="*/ 787 w 51"/>
                <a:gd name="T5" fmla="*/ 3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9">
                  <a:moveTo>
                    <a:pt x="44" y="2"/>
                  </a:moveTo>
                  <a:cubicBezTo>
                    <a:pt x="27" y="0"/>
                    <a:pt x="0" y="22"/>
                    <a:pt x="0" y="39"/>
                  </a:cubicBezTo>
                  <a:cubicBezTo>
                    <a:pt x="20" y="31"/>
                    <a:pt x="25" y="5"/>
                    <a:pt x="51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9" name="Freeform 155">
              <a:extLst>
                <a:ext uri="{FF2B5EF4-FFF2-40B4-BE49-F238E27FC236}">
                  <a16:creationId xmlns:a16="http://schemas.microsoft.com/office/drawing/2014/main" id="{79C8124F-BEAF-41A4-A7BB-4A4A6189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300"/>
              <a:ext cx="78" cy="132"/>
            </a:xfrm>
            <a:custGeom>
              <a:avLst/>
              <a:gdLst>
                <a:gd name="T0" fmla="*/ 493 w 31"/>
                <a:gd name="T1" fmla="*/ 199 h 53"/>
                <a:gd name="T2" fmla="*/ 33 w 31"/>
                <a:gd name="T3" fmla="*/ 478 h 53"/>
                <a:gd name="T4" fmla="*/ 317 w 31"/>
                <a:gd name="T5" fmla="*/ 819 h 53"/>
                <a:gd name="T6" fmla="*/ 317 w 31"/>
                <a:gd name="T7" fmla="*/ 819 h 53"/>
                <a:gd name="T8" fmla="*/ 413 w 31"/>
                <a:gd name="T9" fmla="*/ 21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3">
                  <a:moveTo>
                    <a:pt x="31" y="13"/>
                  </a:moveTo>
                  <a:cubicBezTo>
                    <a:pt x="26" y="0"/>
                    <a:pt x="3" y="23"/>
                    <a:pt x="2" y="31"/>
                  </a:cubicBezTo>
                  <a:cubicBezTo>
                    <a:pt x="0" y="43"/>
                    <a:pt x="13" y="46"/>
                    <a:pt x="20" y="53"/>
                  </a:cubicBezTo>
                  <a:cubicBezTo>
                    <a:pt x="21" y="53"/>
                    <a:pt x="21" y="53"/>
                    <a:pt x="20" y="53"/>
                  </a:cubicBezTo>
                  <a:cubicBezTo>
                    <a:pt x="12" y="34"/>
                    <a:pt x="4" y="26"/>
                    <a:pt x="26" y="1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Freeform 156">
              <a:extLst>
                <a:ext uri="{FF2B5EF4-FFF2-40B4-BE49-F238E27FC236}">
                  <a16:creationId xmlns:a16="http://schemas.microsoft.com/office/drawing/2014/main" id="{64EA57AD-14BD-4463-AFCF-1CA8070B1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207"/>
              <a:ext cx="85" cy="68"/>
            </a:xfrm>
            <a:custGeom>
              <a:avLst/>
              <a:gdLst>
                <a:gd name="T0" fmla="*/ 533 w 34"/>
                <a:gd name="T1" fmla="*/ 113 h 27"/>
                <a:gd name="T2" fmla="*/ 0 w 34"/>
                <a:gd name="T3" fmla="*/ 317 h 27"/>
                <a:gd name="T4" fmla="*/ 408 w 34"/>
                <a:gd name="T5" fmla="*/ 431 h 27"/>
                <a:gd name="T6" fmla="*/ 488 w 34"/>
                <a:gd name="T7" fmla="*/ 3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34" y="7"/>
                  </a:moveTo>
                  <a:cubicBezTo>
                    <a:pt x="26" y="0"/>
                    <a:pt x="5" y="13"/>
                    <a:pt x="0" y="20"/>
                  </a:cubicBezTo>
                  <a:cubicBezTo>
                    <a:pt x="7" y="26"/>
                    <a:pt x="18" y="24"/>
                    <a:pt x="26" y="27"/>
                  </a:cubicBezTo>
                  <a:cubicBezTo>
                    <a:pt x="11" y="22"/>
                    <a:pt x="21" y="7"/>
                    <a:pt x="31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1" name="Freeform 157">
              <a:extLst>
                <a:ext uri="{FF2B5EF4-FFF2-40B4-BE49-F238E27FC236}">
                  <a16:creationId xmlns:a16="http://schemas.microsoft.com/office/drawing/2014/main" id="{16BFE265-5C0F-493A-91EB-55E050A07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337"/>
              <a:ext cx="83" cy="95"/>
            </a:xfrm>
            <a:custGeom>
              <a:avLst/>
              <a:gdLst>
                <a:gd name="T0" fmla="*/ 367 w 33"/>
                <a:gd name="T1" fmla="*/ 158 h 38"/>
                <a:gd name="T2" fmla="*/ 146 w 33"/>
                <a:gd name="T3" fmla="*/ 595 h 38"/>
                <a:gd name="T4" fmla="*/ 209 w 33"/>
                <a:gd name="T5" fmla="*/ 300 h 38"/>
                <a:gd name="T6" fmla="*/ 526 w 33"/>
                <a:gd name="T7" fmla="*/ 33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8">
                  <a:moveTo>
                    <a:pt x="23" y="10"/>
                  </a:moveTo>
                  <a:cubicBezTo>
                    <a:pt x="9" y="0"/>
                    <a:pt x="0" y="30"/>
                    <a:pt x="9" y="38"/>
                  </a:cubicBezTo>
                  <a:cubicBezTo>
                    <a:pt x="11" y="33"/>
                    <a:pt x="9" y="22"/>
                    <a:pt x="13" y="19"/>
                  </a:cubicBezTo>
                  <a:cubicBezTo>
                    <a:pt x="17" y="16"/>
                    <a:pt x="28" y="21"/>
                    <a:pt x="33" y="2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2" name="Freeform 158">
              <a:extLst>
                <a:ext uri="{FF2B5EF4-FFF2-40B4-BE49-F238E27FC236}">
                  <a16:creationId xmlns:a16="http://schemas.microsoft.com/office/drawing/2014/main" id="{770C34AB-7465-4D54-8B51-1D04F6957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132"/>
              <a:ext cx="168" cy="105"/>
            </a:xfrm>
            <a:custGeom>
              <a:avLst/>
              <a:gdLst>
                <a:gd name="T0" fmla="*/ 1056 w 67"/>
                <a:gd name="T1" fmla="*/ 33 h 42"/>
                <a:gd name="T2" fmla="*/ 0 w 67"/>
                <a:gd name="T3" fmla="*/ 208 h 42"/>
                <a:gd name="T4" fmla="*/ 376 w 67"/>
                <a:gd name="T5" fmla="*/ 658 h 42"/>
                <a:gd name="T6" fmla="*/ 584 w 67"/>
                <a:gd name="T7" fmla="*/ 20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42">
                  <a:moveTo>
                    <a:pt x="67" y="2"/>
                  </a:moveTo>
                  <a:cubicBezTo>
                    <a:pt x="44" y="7"/>
                    <a:pt x="21" y="0"/>
                    <a:pt x="0" y="13"/>
                  </a:cubicBezTo>
                  <a:cubicBezTo>
                    <a:pt x="12" y="21"/>
                    <a:pt x="18" y="29"/>
                    <a:pt x="24" y="42"/>
                  </a:cubicBezTo>
                  <a:cubicBezTo>
                    <a:pt x="15" y="25"/>
                    <a:pt x="21" y="20"/>
                    <a:pt x="37" y="1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3" name="Freeform 159">
              <a:extLst>
                <a:ext uri="{FF2B5EF4-FFF2-40B4-BE49-F238E27FC236}">
                  <a16:creationId xmlns:a16="http://schemas.microsoft.com/office/drawing/2014/main" id="{0B0B1C1A-BFAF-440C-87F0-A19BE3654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315"/>
              <a:ext cx="52" cy="80"/>
            </a:xfrm>
            <a:custGeom>
              <a:avLst/>
              <a:gdLst>
                <a:gd name="T0" fmla="*/ 228 w 21"/>
                <a:gd name="T1" fmla="*/ 0 h 32"/>
                <a:gd name="T2" fmla="*/ 154 w 21"/>
                <a:gd name="T3" fmla="*/ 500 h 32"/>
                <a:gd name="T4" fmla="*/ 319 w 21"/>
                <a:gd name="T5" fmla="*/ 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2">
                  <a:moveTo>
                    <a:pt x="15" y="0"/>
                  </a:moveTo>
                  <a:cubicBezTo>
                    <a:pt x="5" y="4"/>
                    <a:pt x="0" y="26"/>
                    <a:pt x="10" y="32"/>
                  </a:cubicBezTo>
                  <a:cubicBezTo>
                    <a:pt x="10" y="22"/>
                    <a:pt x="6" y="5"/>
                    <a:pt x="21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4" name="Freeform 160">
              <a:extLst>
                <a:ext uri="{FF2B5EF4-FFF2-40B4-BE49-F238E27FC236}">
                  <a16:creationId xmlns:a16="http://schemas.microsoft.com/office/drawing/2014/main" id="{976AFAC3-6A08-4427-A238-232F49931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3262"/>
              <a:ext cx="85" cy="103"/>
            </a:xfrm>
            <a:custGeom>
              <a:avLst/>
              <a:gdLst>
                <a:gd name="T0" fmla="*/ 408 w 34"/>
                <a:gd name="T1" fmla="*/ 0 h 41"/>
                <a:gd name="T2" fmla="*/ 33 w 34"/>
                <a:gd name="T3" fmla="*/ 367 h 41"/>
                <a:gd name="T4" fmla="*/ 395 w 34"/>
                <a:gd name="T5" fmla="*/ 651 h 41"/>
                <a:gd name="T6" fmla="*/ 533 w 34"/>
                <a:gd name="T7" fmla="*/ 5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26" y="0"/>
                  </a:moveTo>
                  <a:cubicBezTo>
                    <a:pt x="13" y="3"/>
                    <a:pt x="3" y="7"/>
                    <a:pt x="2" y="23"/>
                  </a:cubicBezTo>
                  <a:cubicBezTo>
                    <a:pt x="0" y="41"/>
                    <a:pt x="11" y="39"/>
                    <a:pt x="25" y="41"/>
                  </a:cubicBezTo>
                  <a:cubicBezTo>
                    <a:pt x="2" y="28"/>
                    <a:pt x="9" y="8"/>
                    <a:pt x="34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5" name="Freeform 161">
              <a:extLst>
                <a:ext uri="{FF2B5EF4-FFF2-40B4-BE49-F238E27FC236}">
                  <a16:creationId xmlns:a16="http://schemas.microsoft.com/office/drawing/2014/main" id="{8450A2F1-732E-4A3B-A332-D6036D2BD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495"/>
              <a:ext cx="98" cy="120"/>
            </a:xfrm>
            <a:custGeom>
              <a:avLst/>
              <a:gdLst>
                <a:gd name="T0" fmla="*/ 618 w 39"/>
                <a:gd name="T1" fmla="*/ 238 h 48"/>
                <a:gd name="T2" fmla="*/ 33 w 39"/>
                <a:gd name="T3" fmla="*/ 238 h 48"/>
                <a:gd name="T4" fmla="*/ 601 w 39"/>
                <a:gd name="T5" fmla="*/ 750 h 48"/>
                <a:gd name="T6" fmla="*/ 460 w 39"/>
                <a:gd name="T7" fmla="*/ 15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8">
                  <a:moveTo>
                    <a:pt x="39" y="15"/>
                  </a:moveTo>
                  <a:cubicBezTo>
                    <a:pt x="33" y="9"/>
                    <a:pt x="5" y="0"/>
                    <a:pt x="2" y="15"/>
                  </a:cubicBezTo>
                  <a:cubicBezTo>
                    <a:pt x="0" y="25"/>
                    <a:pt x="33" y="42"/>
                    <a:pt x="38" y="48"/>
                  </a:cubicBezTo>
                  <a:cubicBezTo>
                    <a:pt x="26" y="40"/>
                    <a:pt x="11" y="21"/>
                    <a:pt x="2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6" name="Freeform 162">
              <a:extLst>
                <a:ext uri="{FF2B5EF4-FFF2-40B4-BE49-F238E27FC236}">
                  <a16:creationId xmlns:a16="http://schemas.microsoft.com/office/drawing/2014/main" id="{C7ECB559-1466-4732-8927-484F3DA98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3165"/>
              <a:ext cx="87" cy="100"/>
            </a:xfrm>
            <a:custGeom>
              <a:avLst/>
              <a:gdLst>
                <a:gd name="T0" fmla="*/ 259 w 35"/>
                <a:gd name="T1" fmla="*/ 158 h 40"/>
                <a:gd name="T2" fmla="*/ 537 w 35"/>
                <a:gd name="T3" fmla="*/ 625 h 40"/>
                <a:gd name="T4" fmla="*/ 462 w 35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0">
                  <a:moveTo>
                    <a:pt x="17" y="10"/>
                  </a:moveTo>
                  <a:cubicBezTo>
                    <a:pt x="0" y="22"/>
                    <a:pt x="25" y="37"/>
                    <a:pt x="35" y="40"/>
                  </a:cubicBezTo>
                  <a:cubicBezTo>
                    <a:pt x="22" y="25"/>
                    <a:pt x="11" y="17"/>
                    <a:pt x="30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7" name="Freeform 163">
              <a:extLst>
                <a:ext uri="{FF2B5EF4-FFF2-40B4-BE49-F238E27FC236}">
                  <a16:creationId xmlns:a16="http://schemas.microsoft.com/office/drawing/2014/main" id="{2FF8203A-5B41-4781-8630-2F97E840C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862"/>
              <a:ext cx="107" cy="78"/>
            </a:xfrm>
            <a:custGeom>
              <a:avLst/>
              <a:gdLst>
                <a:gd name="T0" fmla="*/ 0 w 43"/>
                <a:gd name="T1" fmla="*/ 493 h 31"/>
                <a:gd name="T2" fmla="*/ 662 w 43"/>
                <a:gd name="T3" fmla="*/ 159 h 31"/>
                <a:gd name="T4" fmla="*/ 249 w 43"/>
                <a:gd name="T5" fmla="*/ 27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1">
                  <a:moveTo>
                    <a:pt x="0" y="31"/>
                  </a:moveTo>
                  <a:cubicBezTo>
                    <a:pt x="4" y="17"/>
                    <a:pt x="30" y="0"/>
                    <a:pt x="43" y="10"/>
                  </a:cubicBezTo>
                  <a:cubicBezTo>
                    <a:pt x="36" y="15"/>
                    <a:pt x="24" y="13"/>
                    <a:pt x="16" y="17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8" name="Freeform 164">
              <a:extLst>
                <a:ext uri="{FF2B5EF4-FFF2-40B4-BE49-F238E27FC236}">
                  <a16:creationId xmlns:a16="http://schemas.microsoft.com/office/drawing/2014/main" id="{7C73D4F8-276E-4435-A9DA-42654AA536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0" y="2587"/>
              <a:ext cx="2623" cy="1253"/>
            </a:xfrm>
            <a:custGeom>
              <a:avLst/>
              <a:gdLst>
                <a:gd name="T0" fmla="*/ 14443 w 1049"/>
                <a:gd name="T1" fmla="*/ 3534 h 501"/>
                <a:gd name="T2" fmla="*/ 13225 w 1049"/>
                <a:gd name="T3" fmla="*/ 3441 h 501"/>
                <a:gd name="T4" fmla="*/ 10992 w 1049"/>
                <a:gd name="T5" fmla="*/ 1471 h 501"/>
                <a:gd name="T6" fmla="*/ 7972 w 1049"/>
                <a:gd name="T7" fmla="*/ 0 h 501"/>
                <a:gd name="T8" fmla="*/ 6159 w 1049"/>
                <a:gd name="T9" fmla="*/ 470 h 501"/>
                <a:gd name="T10" fmla="*/ 3846 w 1049"/>
                <a:gd name="T11" fmla="*/ 1408 h 501"/>
                <a:gd name="T12" fmla="*/ 1800 w 1049"/>
                <a:gd name="T13" fmla="*/ 2313 h 501"/>
                <a:gd name="T14" fmla="*/ 833 w 1049"/>
                <a:gd name="T15" fmla="*/ 1346 h 501"/>
                <a:gd name="T16" fmla="*/ 550 w 1049"/>
                <a:gd name="T17" fmla="*/ 2396 h 501"/>
                <a:gd name="T18" fmla="*/ 1270 w 1049"/>
                <a:gd name="T19" fmla="*/ 3126 h 501"/>
                <a:gd name="T20" fmla="*/ 1333 w 1049"/>
                <a:gd name="T21" fmla="*/ 3034 h 501"/>
                <a:gd name="T22" fmla="*/ 1720 w 1049"/>
                <a:gd name="T23" fmla="*/ 3646 h 501"/>
                <a:gd name="T24" fmla="*/ 1520 w 1049"/>
                <a:gd name="T25" fmla="*/ 4054 h 501"/>
                <a:gd name="T26" fmla="*/ 1408 w 1049"/>
                <a:gd name="T27" fmla="*/ 4004 h 501"/>
                <a:gd name="T28" fmla="*/ 0 w 1049"/>
                <a:gd name="T29" fmla="*/ 5492 h 501"/>
                <a:gd name="T30" fmla="*/ 1875 w 1049"/>
                <a:gd name="T31" fmla="*/ 4692 h 501"/>
                <a:gd name="T32" fmla="*/ 4096 w 1049"/>
                <a:gd name="T33" fmla="*/ 6067 h 501"/>
                <a:gd name="T34" fmla="*/ 5459 w 1049"/>
                <a:gd name="T35" fmla="*/ 6993 h 501"/>
                <a:gd name="T36" fmla="*/ 7566 w 1049"/>
                <a:gd name="T37" fmla="*/ 7776 h 501"/>
                <a:gd name="T38" fmla="*/ 10304 w 1049"/>
                <a:gd name="T39" fmla="*/ 7318 h 501"/>
                <a:gd name="T40" fmla="*/ 12472 w 1049"/>
                <a:gd name="T41" fmla="*/ 6288 h 501"/>
                <a:gd name="T42" fmla="*/ 15976 w 1049"/>
                <a:gd name="T43" fmla="*/ 3271 h 501"/>
                <a:gd name="T44" fmla="*/ 16163 w 1049"/>
                <a:gd name="T45" fmla="*/ 1863 h 501"/>
                <a:gd name="T46" fmla="*/ 4208 w 1049"/>
                <a:gd name="T47" fmla="*/ 4942 h 501"/>
                <a:gd name="T48" fmla="*/ 2988 w 1049"/>
                <a:gd name="T49" fmla="*/ 3146 h 501"/>
                <a:gd name="T50" fmla="*/ 4396 w 1049"/>
                <a:gd name="T51" fmla="*/ 2033 h 501"/>
                <a:gd name="T52" fmla="*/ 6051 w 1049"/>
                <a:gd name="T53" fmla="*/ 2313 h 501"/>
                <a:gd name="T54" fmla="*/ 5646 w 1049"/>
                <a:gd name="T55" fmla="*/ 4409 h 501"/>
                <a:gd name="T56" fmla="*/ 8879 w 1049"/>
                <a:gd name="T57" fmla="*/ 6930 h 501"/>
                <a:gd name="T58" fmla="*/ 5896 w 1049"/>
                <a:gd name="T59" fmla="*/ 6255 h 501"/>
                <a:gd name="T60" fmla="*/ 8067 w 1049"/>
                <a:gd name="T61" fmla="*/ 5942 h 501"/>
                <a:gd name="T62" fmla="*/ 9097 w 1049"/>
                <a:gd name="T63" fmla="*/ 3584 h 501"/>
                <a:gd name="T64" fmla="*/ 8879 w 1049"/>
                <a:gd name="T65" fmla="*/ 4847 h 501"/>
                <a:gd name="T66" fmla="*/ 7209 w 1049"/>
                <a:gd name="T67" fmla="*/ 4567 h 501"/>
                <a:gd name="T68" fmla="*/ 7942 w 1049"/>
                <a:gd name="T69" fmla="*/ 3366 h 501"/>
                <a:gd name="T70" fmla="*/ 9097 w 1049"/>
                <a:gd name="T71" fmla="*/ 3584 h 501"/>
                <a:gd name="T72" fmla="*/ 8379 w 1049"/>
                <a:gd name="T73" fmla="*/ 2333 h 501"/>
                <a:gd name="T74" fmla="*/ 7221 w 1049"/>
                <a:gd name="T75" fmla="*/ 2208 h 501"/>
                <a:gd name="T76" fmla="*/ 7179 w 1049"/>
                <a:gd name="T77" fmla="*/ 1313 h 501"/>
                <a:gd name="T78" fmla="*/ 8442 w 1049"/>
                <a:gd name="T79" fmla="*/ 845 h 501"/>
                <a:gd name="T80" fmla="*/ 9004 w 1049"/>
                <a:gd name="T81" fmla="*/ 2083 h 501"/>
                <a:gd name="T82" fmla="*/ 11772 w 1049"/>
                <a:gd name="T83" fmla="*/ 5522 h 501"/>
                <a:gd name="T84" fmla="*/ 10304 w 1049"/>
                <a:gd name="T85" fmla="*/ 6255 h 501"/>
                <a:gd name="T86" fmla="*/ 9897 w 1049"/>
                <a:gd name="T87" fmla="*/ 4272 h 501"/>
                <a:gd name="T88" fmla="*/ 10817 w 1049"/>
                <a:gd name="T89" fmla="*/ 2814 h 501"/>
                <a:gd name="T90" fmla="*/ 12160 w 1049"/>
                <a:gd name="T91" fmla="*/ 3879 h 50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049" h="501">
                  <a:moveTo>
                    <a:pt x="1034" y="119"/>
                  </a:moveTo>
                  <a:cubicBezTo>
                    <a:pt x="1008" y="158"/>
                    <a:pt x="961" y="207"/>
                    <a:pt x="924" y="226"/>
                  </a:cubicBezTo>
                  <a:cubicBezTo>
                    <a:pt x="920" y="227"/>
                    <a:pt x="916" y="229"/>
                    <a:pt x="913" y="230"/>
                  </a:cubicBezTo>
                  <a:cubicBezTo>
                    <a:pt x="894" y="236"/>
                    <a:pt x="866" y="237"/>
                    <a:pt x="846" y="220"/>
                  </a:cubicBezTo>
                  <a:cubicBezTo>
                    <a:pt x="827" y="205"/>
                    <a:pt x="811" y="178"/>
                    <a:pt x="787" y="155"/>
                  </a:cubicBezTo>
                  <a:cubicBezTo>
                    <a:pt x="764" y="133"/>
                    <a:pt x="732" y="116"/>
                    <a:pt x="703" y="94"/>
                  </a:cubicBezTo>
                  <a:cubicBezTo>
                    <a:pt x="666" y="66"/>
                    <a:pt x="628" y="31"/>
                    <a:pt x="582" y="14"/>
                  </a:cubicBezTo>
                  <a:cubicBezTo>
                    <a:pt x="552" y="2"/>
                    <a:pt x="528" y="1"/>
                    <a:pt x="510" y="0"/>
                  </a:cubicBezTo>
                  <a:cubicBezTo>
                    <a:pt x="485" y="0"/>
                    <a:pt x="466" y="5"/>
                    <a:pt x="453" y="7"/>
                  </a:cubicBezTo>
                  <a:cubicBezTo>
                    <a:pt x="432" y="10"/>
                    <a:pt x="414" y="24"/>
                    <a:pt x="394" y="30"/>
                  </a:cubicBezTo>
                  <a:cubicBezTo>
                    <a:pt x="377" y="36"/>
                    <a:pt x="342" y="45"/>
                    <a:pt x="326" y="52"/>
                  </a:cubicBezTo>
                  <a:cubicBezTo>
                    <a:pt x="296" y="65"/>
                    <a:pt x="269" y="77"/>
                    <a:pt x="246" y="90"/>
                  </a:cubicBezTo>
                  <a:cubicBezTo>
                    <a:pt x="210" y="112"/>
                    <a:pt x="184" y="135"/>
                    <a:pt x="158" y="146"/>
                  </a:cubicBezTo>
                  <a:cubicBezTo>
                    <a:pt x="140" y="154"/>
                    <a:pt x="126" y="152"/>
                    <a:pt x="115" y="148"/>
                  </a:cubicBezTo>
                  <a:cubicBezTo>
                    <a:pt x="105" y="144"/>
                    <a:pt x="99" y="139"/>
                    <a:pt x="97" y="136"/>
                  </a:cubicBezTo>
                  <a:cubicBezTo>
                    <a:pt x="83" y="121"/>
                    <a:pt x="65" y="103"/>
                    <a:pt x="53" y="86"/>
                  </a:cubicBezTo>
                  <a:cubicBezTo>
                    <a:pt x="36" y="105"/>
                    <a:pt x="31" y="110"/>
                    <a:pt x="15" y="128"/>
                  </a:cubicBezTo>
                  <a:cubicBezTo>
                    <a:pt x="22" y="136"/>
                    <a:pt x="28" y="145"/>
                    <a:pt x="35" y="153"/>
                  </a:cubicBezTo>
                  <a:cubicBezTo>
                    <a:pt x="35" y="153"/>
                    <a:pt x="35" y="153"/>
                    <a:pt x="35" y="153"/>
                  </a:cubicBezTo>
                  <a:cubicBezTo>
                    <a:pt x="45" y="165"/>
                    <a:pt x="61" y="180"/>
                    <a:pt x="81" y="200"/>
                  </a:cubicBezTo>
                  <a:cubicBezTo>
                    <a:pt x="86" y="195"/>
                    <a:pt x="86" y="195"/>
                    <a:pt x="86" y="195"/>
                  </a:cubicBezTo>
                  <a:cubicBezTo>
                    <a:pt x="86" y="194"/>
                    <a:pt x="85" y="194"/>
                    <a:pt x="85" y="194"/>
                  </a:cubicBezTo>
                  <a:cubicBezTo>
                    <a:pt x="88" y="197"/>
                    <a:pt x="92" y="201"/>
                    <a:pt x="96" y="205"/>
                  </a:cubicBezTo>
                  <a:cubicBezTo>
                    <a:pt x="105" y="212"/>
                    <a:pt x="110" y="222"/>
                    <a:pt x="110" y="233"/>
                  </a:cubicBezTo>
                  <a:cubicBezTo>
                    <a:pt x="110" y="242"/>
                    <a:pt x="106" y="251"/>
                    <a:pt x="99" y="258"/>
                  </a:cubicBezTo>
                  <a:cubicBezTo>
                    <a:pt x="99" y="258"/>
                    <a:pt x="98" y="259"/>
                    <a:pt x="97" y="259"/>
                  </a:cubicBezTo>
                  <a:cubicBezTo>
                    <a:pt x="95" y="252"/>
                    <a:pt x="95" y="252"/>
                    <a:pt x="95" y="252"/>
                  </a:cubicBezTo>
                  <a:cubicBezTo>
                    <a:pt x="94" y="254"/>
                    <a:pt x="92" y="255"/>
                    <a:pt x="90" y="256"/>
                  </a:cubicBezTo>
                  <a:cubicBezTo>
                    <a:pt x="68" y="272"/>
                    <a:pt x="36" y="290"/>
                    <a:pt x="4" y="294"/>
                  </a:cubicBezTo>
                  <a:cubicBezTo>
                    <a:pt x="0" y="351"/>
                    <a:pt x="0" y="351"/>
                    <a:pt x="0" y="351"/>
                  </a:cubicBezTo>
                  <a:cubicBezTo>
                    <a:pt x="22" y="346"/>
                    <a:pt x="74" y="320"/>
                    <a:pt x="115" y="303"/>
                  </a:cubicBezTo>
                  <a:cubicBezTo>
                    <a:pt x="117" y="302"/>
                    <a:pt x="119" y="301"/>
                    <a:pt x="120" y="300"/>
                  </a:cubicBezTo>
                  <a:cubicBezTo>
                    <a:pt x="148" y="288"/>
                    <a:pt x="161" y="297"/>
                    <a:pt x="192" y="327"/>
                  </a:cubicBezTo>
                  <a:cubicBezTo>
                    <a:pt x="214" y="348"/>
                    <a:pt x="238" y="369"/>
                    <a:pt x="262" y="388"/>
                  </a:cubicBezTo>
                  <a:cubicBezTo>
                    <a:pt x="277" y="400"/>
                    <a:pt x="296" y="405"/>
                    <a:pt x="311" y="416"/>
                  </a:cubicBezTo>
                  <a:cubicBezTo>
                    <a:pt x="325" y="425"/>
                    <a:pt x="335" y="439"/>
                    <a:pt x="349" y="447"/>
                  </a:cubicBezTo>
                  <a:cubicBezTo>
                    <a:pt x="377" y="463"/>
                    <a:pt x="404" y="476"/>
                    <a:pt x="433" y="485"/>
                  </a:cubicBezTo>
                  <a:cubicBezTo>
                    <a:pt x="450" y="490"/>
                    <a:pt x="467" y="494"/>
                    <a:pt x="484" y="497"/>
                  </a:cubicBezTo>
                  <a:cubicBezTo>
                    <a:pt x="514" y="501"/>
                    <a:pt x="544" y="500"/>
                    <a:pt x="573" y="496"/>
                  </a:cubicBezTo>
                  <a:cubicBezTo>
                    <a:pt x="606" y="491"/>
                    <a:pt x="628" y="480"/>
                    <a:pt x="659" y="468"/>
                  </a:cubicBezTo>
                  <a:cubicBezTo>
                    <a:pt x="682" y="458"/>
                    <a:pt x="714" y="444"/>
                    <a:pt x="736" y="432"/>
                  </a:cubicBezTo>
                  <a:cubicBezTo>
                    <a:pt x="757" y="420"/>
                    <a:pt x="779" y="415"/>
                    <a:pt x="798" y="402"/>
                  </a:cubicBezTo>
                  <a:cubicBezTo>
                    <a:pt x="852" y="367"/>
                    <a:pt x="907" y="323"/>
                    <a:pt x="950" y="284"/>
                  </a:cubicBezTo>
                  <a:cubicBezTo>
                    <a:pt x="982" y="255"/>
                    <a:pt x="1008" y="228"/>
                    <a:pt x="1022" y="209"/>
                  </a:cubicBezTo>
                  <a:cubicBezTo>
                    <a:pt x="1031" y="197"/>
                    <a:pt x="1040" y="186"/>
                    <a:pt x="1049" y="174"/>
                  </a:cubicBezTo>
                  <a:lnTo>
                    <a:pt x="1034" y="119"/>
                  </a:lnTo>
                  <a:close/>
                  <a:moveTo>
                    <a:pt x="330" y="342"/>
                  </a:moveTo>
                  <a:cubicBezTo>
                    <a:pt x="316" y="358"/>
                    <a:pt x="294" y="338"/>
                    <a:pt x="269" y="316"/>
                  </a:cubicBezTo>
                  <a:cubicBezTo>
                    <a:pt x="253" y="302"/>
                    <a:pt x="232" y="290"/>
                    <a:pt x="223" y="278"/>
                  </a:cubicBezTo>
                  <a:cubicBezTo>
                    <a:pt x="200" y="247"/>
                    <a:pt x="179" y="224"/>
                    <a:pt x="191" y="201"/>
                  </a:cubicBezTo>
                  <a:cubicBezTo>
                    <a:pt x="195" y="192"/>
                    <a:pt x="216" y="180"/>
                    <a:pt x="239" y="163"/>
                  </a:cubicBezTo>
                  <a:cubicBezTo>
                    <a:pt x="253" y="153"/>
                    <a:pt x="266" y="137"/>
                    <a:pt x="281" y="130"/>
                  </a:cubicBezTo>
                  <a:cubicBezTo>
                    <a:pt x="302" y="118"/>
                    <a:pt x="326" y="117"/>
                    <a:pt x="336" y="114"/>
                  </a:cubicBezTo>
                  <a:cubicBezTo>
                    <a:pt x="355" y="108"/>
                    <a:pt x="375" y="124"/>
                    <a:pt x="387" y="148"/>
                  </a:cubicBezTo>
                  <a:cubicBezTo>
                    <a:pt x="399" y="171"/>
                    <a:pt x="405" y="200"/>
                    <a:pt x="397" y="221"/>
                  </a:cubicBezTo>
                  <a:cubicBezTo>
                    <a:pt x="392" y="235"/>
                    <a:pt x="374" y="258"/>
                    <a:pt x="361" y="282"/>
                  </a:cubicBezTo>
                  <a:cubicBezTo>
                    <a:pt x="348" y="305"/>
                    <a:pt x="341" y="328"/>
                    <a:pt x="330" y="342"/>
                  </a:cubicBezTo>
                  <a:moveTo>
                    <a:pt x="568" y="443"/>
                  </a:moveTo>
                  <a:cubicBezTo>
                    <a:pt x="552" y="457"/>
                    <a:pt x="501" y="449"/>
                    <a:pt x="463" y="446"/>
                  </a:cubicBezTo>
                  <a:cubicBezTo>
                    <a:pt x="424" y="443"/>
                    <a:pt x="390" y="419"/>
                    <a:pt x="377" y="400"/>
                  </a:cubicBezTo>
                  <a:cubicBezTo>
                    <a:pt x="364" y="381"/>
                    <a:pt x="388" y="360"/>
                    <a:pt x="402" y="335"/>
                  </a:cubicBezTo>
                  <a:cubicBezTo>
                    <a:pt x="422" y="297"/>
                    <a:pt x="493" y="361"/>
                    <a:pt x="516" y="380"/>
                  </a:cubicBezTo>
                  <a:cubicBezTo>
                    <a:pt x="539" y="400"/>
                    <a:pt x="585" y="429"/>
                    <a:pt x="568" y="443"/>
                  </a:cubicBezTo>
                  <a:moveTo>
                    <a:pt x="582" y="229"/>
                  </a:moveTo>
                  <a:cubicBezTo>
                    <a:pt x="581" y="244"/>
                    <a:pt x="573" y="262"/>
                    <a:pt x="571" y="277"/>
                  </a:cubicBezTo>
                  <a:cubicBezTo>
                    <a:pt x="568" y="290"/>
                    <a:pt x="571" y="301"/>
                    <a:pt x="568" y="310"/>
                  </a:cubicBezTo>
                  <a:cubicBezTo>
                    <a:pt x="563" y="325"/>
                    <a:pt x="557" y="334"/>
                    <a:pt x="547" y="337"/>
                  </a:cubicBezTo>
                  <a:cubicBezTo>
                    <a:pt x="530" y="341"/>
                    <a:pt x="482" y="301"/>
                    <a:pt x="461" y="292"/>
                  </a:cubicBezTo>
                  <a:cubicBezTo>
                    <a:pt x="439" y="284"/>
                    <a:pt x="435" y="256"/>
                    <a:pt x="454" y="237"/>
                  </a:cubicBezTo>
                  <a:cubicBezTo>
                    <a:pt x="463" y="225"/>
                    <a:pt x="485" y="222"/>
                    <a:pt x="508" y="215"/>
                  </a:cubicBezTo>
                  <a:cubicBezTo>
                    <a:pt x="527" y="209"/>
                    <a:pt x="547" y="198"/>
                    <a:pt x="560" y="195"/>
                  </a:cubicBezTo>
                  <a:cubicBezTo>
                    <a:pt x="578" y="192"/>
                    <a:pt x="583" y="208"/>
                    <a:pt x="582" y="229"/>
                  </a:cubicBezTo>
                  <a:moveTo>
                    <a:pt x="576" y="133"/>
                  </a:moveTo>
                  <a:cubicBezTo>
                    <a:pt x="564" y="137"/>
                    <a:pt x="550" y="144"/>
                    <a:pt x="536" y="149"/>
                  </a:cubicBezTo>
                  <a:cubicBezTo>
                    <a:pt x="515" y="155"/>
                    <a:pt x="503" y="153"/>
                    <a:pt x="494" y="156"/>
                  </a:cubicBezTo>
                  <a:cubicBezTo>
                    <a:pt x="484" y="159"/>
                    <a:pt x="467" y="156"/>
                    <a:pt x="462" y="141"/>
                  </a:cubicBezTo>
                  <a:cubicBezTo>
                    <a:pt x="459" y="133"/>
                    <a:pt x="461" y="124"/>
                    <a:pt x="460" y="114"/>
                  </a:cubicBezTo>
                  <a:cubicBezTo>
                    <a:pt x="459" y="104"/>
                    <a:pt x="456" y="94"/>
                    <a:pt x="459" y="84"/>
                  </a:cubicBezTo>
                  <a:cubicBezTo>
                    <a:pt x="462" y="66"/>
                    <a:pt x="477" y="58"/>
                    <a:pt x="497" y="56"/>
                  </a:cubicBezTo>
                  <a:cubicBezTo>
                    <a:pt x="509" y="55"/>
                    <a:pt x="526" y="51"/>
                    <a:pt x="540" y="54"/>
                  </a:cubicBezTo>
                  <a:cubicBezTo>
                    <a:pt x="566" y="60"/>
                    <a:pt x="588" y="79"/>
                    <a:pt x="600" y="94"/>
                  </a:cubicBezTo>
                  <a:cubicBezTo>
                    <a:pt x="619" y="119"/>
                    <a:pt x="604" y="124"/>
                    <a:pt x="576" y="133"/>
                  </a:cubicBezTo>
                  <a:moveTo>
                    <a:pt x="773" y="337"/>
                  </a:moveTo>
                  <a:cubicBezTo>
                    <a:pt x="767" y="342"/>
                    <a:pt x="760" y="348"/>
                    <a:pt x="753" y="353"/>
                  </a:cubicBezTo>
                  <a:cubicBezTo>
                    <a:pt x="741" y="362"/>
                    <a:pt x="727" y="366"/>
                    <a:pt x="714" y="374"/>
                  </a:cubicBezTo>
                  <a:cubicBezTo>
                    <a:pt x="694" y="386"/>
                    <a:pt x="676" y="399"/>
                    <a:pt x="659" y="400"/>
                  </a:cubicBezTo>
                  <a:cubicBezTo>
                    <a:pt x="624" y="402"/>
                    <a:pt x="615" y="372"/>
                    <a:pt x="625" y="324"/>
                  </a:cubicBezTo>
                  <a:cubicBezTo>
                    <a:pt x="628" y="311"/>
                    <a:pt x="628" y="292"/>
                    <a:pt x="633" y="273"/>
                  </a:cubicBezTo>
                  <a:cubicBezTo>
                    <a:pt x="637" y="253"/>
                    <a:pt x="646" y="232"/>
                    <a:pt x="652" y="215"/>
                  </a:cubicBezTo>
                  <a:cubicBezTo>
                    <a:pt x="662" y="190"/>
                    <a:pt x="675" y="173"/>
                    <a:pt x="692" y="180"/>
                  </a:cubicBezTo>
                  <a:cubicBezTo>
                    <a:pt x="714" y="191"/>
                    <a:pt x="733" y="196"/>
                    <a:pt x="747" y="208"/>
                  </a:cubicBezTo>
                  <a:cubicBezTo>
                    <a:pt x="760" y="219"/>
                    <a:pt x="767" y="238"/>
                    <a:pt x="778" y="248"/>
                  </a:cubicBezTo>
                  <a:cubicBezTo>
                    <a:pt x="800" y="271"/>
                    <a:pt x="809" y="307"/>
                    <a:pt x="773" y="337"/>
                  </a:cubicBezTo>
                </a:path>
              </a:pathLst>
            </a:custGeom>
            <a:solidFill>
              <a:srgbClr val="CDB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9" name="Freeform 165">
              <a:extLst>
                <a:ext uri="{FF2B5EF4-FFF2-40B4-BE49-F238E27FC236}">
                  <a16:creationId xmlns:a16="http://schemas.microsoft.com/office/drawing/2014/main" id="{B9962310-6261-4E86-8A1C-5F2D880C04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5" y="2575"/>
              <a:ext cx="2651" cy="1272"/>
            </a:xfrm>
            <a:custGeom>
              <a:avLst/>
              <a:gdLst>
                <a:gd name="T0" fmla="*/ 4147 w 1060"/>
                <a:gd name="T1" fmla="*/ 6195 h 509"/>
                <a:gd name="T2" fmla="*/ 113 w 1060"/>
                <a:gd name="T3" fmla="*/ 5633 h 509"/>
                <a:gd name="T4" fmla="*/ 1533 w 1060"/>
                <a:gd name="T5" fmla="*/ 3966 h 509"/>
                <a:gd name="T6" fmla="*/ 1551 w 1060"/>
                <a:gd name="T7" fmla="*/ 3341 h 509"/>
                <a:gd name="T8" fmla="*/ 1300 w 1060"/>
                <a:gd name="T9" fmla="*/ 3246 h 509"/>
                <a:gd name="T10" fmla="*/ 238 w 1060"/>
                <a:gd name="T11" fmla="*/ 2062 h 509"/>
                <a:gd name="T12" fmla="*/ 1658 w 1060"/>
                <a:gd name="T13" fmla="*/ 2154 h 509"/>
                <a:gd name="T14" fmla="*/ 5159 w 1060"/>
                <a:gd name="T15" fmla="*/ 812 h 509"/>
                <a:gd name="T16" fmla="*/ 11139 w 1060"/>
                <a:gd name="T17" fmla="*/ 1479 h 509"/>
                <a:gd name="T18" fmla="*/ 14518 w 1060"/>
                <a:gd name="T19" fmla="*/ 3529 h 509"/>
                <a:gd name="T20" fmla="*/ 16144 w 1060"/>
                <a:gd name="T21" fmla="*/ 3371 h 509"/>
                <a:gd name="T22" fmla="*/ 9076 w 1060"/>
                <a:gd name="T23" fmla="*/ 7899 h 509"/>
                <a:gd name="T24" fmla="*/ 5004 w 1060"/>
                <a:gd name="T25" fmla="*/ 6507 h 509"/>
                <a:gd name="T26" fmla="*/ 9043 w 1060"/>
                <a:gd name="T27" fmla="*/ 7744 h 509"/>
                <a:gd name="T28" fmla="*/ 16019 w 1060"/>
                <a:gd name="T29" fmla="*/ 3279 h 509"/>
                <a:gd name="T30" fmla="*/ 13985 w 1060"/>
                <a:gd name="T31" fmla="*/ 3809 h 509"/>
                <a:gd name="T32" fmla="*/ 8068 w 1060"/>
                <a:gd name="T33" fmla="*/ 155 h 509"/>
                <a:gd name="T34" fmla="*/ 2596 w 1060"/>
                <a:gd name="T35" fmla="*/ 2437 h 509"/>
                <a:gd name="T36" fmla="*/ 425 w 1060"/>
                <a:gd name="T37" fmla="*/ 2074 h 509"/>
                <a:gd name="T38" fmla="*/ 1396 w 1060"/>
                <a:gd name="T39" fmla="*/ 3061 h 509"/>
                <a:gd name="T40" fmla="*/ 1896 w 1060"/>
                <a:gd name="T41" fmla="*/ 3716 h 509"/>
                <a:gd name="T42" fmla="*/ 1676 w 1060"/>
                <a:gd name="T43" fmla="*/ 4183 h 509"/>
                <a:gd name="T44" fmla="*/ 175 w 1060"/>
                <a:gd name="T45" fmla="*/ 5465 h 509"/>
                <a:gd name="T46" fmla="*/ 16186 w 1060"/>
                <a:gd name="T47" fmla="*/ 1949 h 509"/>
                <a:gd name="T48" fmla="*/ 5847 w 1060"/>
                <a:gd name="T49" fmla="*/ 6133 h 509"/>
                <a:gd name="T50" fmla="*/ 8763 w 1060"/>
                <a:gd name="T51" fmla="*/ 6400 h 509"/>
                <a:gd name="T52" fmla="*/ 8418 w 1060"/>
                <a:gd name="T53" fmla="*/ 7195 h 509"/>
                <a:gd name="T54" fmla="*/ 6055 w 1060"/>
                <a:gd name="T55" fmla="*/ 6290 h 509"/>
                <a:gd name="T56" fmla="*/ 8963 w 1060"/>
                <a:gd name="T57" fmla="*/ 6882 h 509"/>
                <a:gd name="T58" fmla="*/ 6693 w 1060"/>
                <a:gd name="T59" fmla="*/ 5195 h 509"/>
                <a:gd name="T60" fmla="*/ 10234 w 1060"/>
                <a:gd name="T61" fmla="*/ 3416 h 509"/>
                <a:gd name="T62" fmla="*/ 12310 w 1060"/>
                <a:gd name="T63" fmla="*/ 3903 h 509"/>
                <a:gd name="T64" fmla="*/ 10401 w 1060"/>
                <a:gd name="T65" fmla="*/ 6382 h 509"/>
                <a:gd name="T66" fmla="*/ 10371 w 1060"/>
                <a:gd name="T67" fmla="*/ 3466 h 509"/>
                <a:gd name="T68" fmla="*/ 10339 w 1060"/>
                <a:gd name="T69" fmla="*/ 6245 h 509"/>
                <a:gd name="T70" fmla="*/ 12485 w 1060"/>
                <a:gd name="T71" fmla="*/ 4621 h 509"/>
                <a:gd name="T72" fmla="*/ 10797 w 1060"/>
                <a:gd name="T73" fmla="*/ 2936 h 509"/>
                <a:gd name="T74" fmla="*/ 2959 w 1060"/>
                <a:gd name="T75" fmla="*/ 3434 h 509"/>
                <a:gd name="T76" fmla="*/ 5492 w 1060"/>
                <a:gd name="T77" fmla="*/ 1762 h 509"/>
                <a:gd name="T78" fmla="*/ 5305 w 1060"/>
                <a:gd name="T79" fmla="*/ 5465 h 509"/>
                <a:gd name="T80" fmla="*/ 5380 w 1060"/>
                <a:gd name="T81" fmla="*/ 1937 h 509"/>
                <a:gd name="T82" fmla="*/ 3096 w 1060"/>
                <a:gd name="T83" fmla="*/ 3434 h 509"/>
                <a:gd name="T84" fmla="*/ 5680 w 1060"/>
                <a:gd name="T85" fmla="*/ 4446 h 509"/>
                <a:gd name="T86" fmla="*/ 7913 w 1060"/>
                <a:gd name="T87" fmla="*/ 5103 h 509"/>
                <a:gd name="T88" fmla="*/ 8838 w 1060"/>
                <a:gd name="T89" fmla="*/ 3061 h 509"/>
                <a:gd name="T90" fmla="*/ 9201 w 1060"/>
                <a:gd name="T91" fmla="*/ 3654 h 509"/>
                <a:gd name="T92" fmla="*/ 8606 w 1060"/>
                <a:gd name="T93" fmla="*/ 5415 h 509"/>
                <a:gd name="T94" fmla="*/ 7243 w 1060"/>
                <a:gd name="T95" fmla="*/ 3821 h 509"/>
                <a:gd name="T96" fmla="*/ 8606 w 1060"/>
                <a:gd name="T97" fmla="*/ 5258 h 509"/>
                <a:gd name="T98" fmla="*/ 9118 w 1060"/>
                <a:gd name="T99" fmla="*/ 3591 h 509"/>
                <a:gd name="T100" fmla="*/ 7213 w 1060"/>
                <a:gd name="T101" fmla="*/ 1874 h 509"/>
                <a:gd name="T102" fmla="*/ 8556 w 1060"/>
                <a:gd name="T103" fmla="*/ 842 h 509"/>
                <a:gd name="T104" fmla="*/ 8513 w 1060"/>
                <a:gd name="T105" fmla="*/ 2467 h 509"/>
                <a:gd name="T106" fmla="*/ 7868 w 1060"/>
                <a:gd name="T107" fmla="*/ 1030 h 509"/>
                <a:gd name="T108" fmla="*/ 7368 w 1060"/>
                <a:gd name="T109" fmla="*/ 1854 h 509"/>
                <a:gd name="T110" fmla="*/ 9076 w 1060"/>
                <a:gd name="T111" fmla="*/ 2074 h 509"/>
                <a:gd name="T112" fmla="*/ 8526 w 1060"/>
                <a:gd name="T113" fmla="*/ 1000 h 50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060" h="509">
                  <a:moveTo>
                    <a:pt x="489" y="506"/>
                  </a:moveTo>
                  <a:cubicBezTo>
                    <a:pt x="472" y="504"/>
                    <a:pt x="454" y="500"/>
                    <a:pt x="437" y="494"/>
                  </a:cubicBezTo>
                  <a:cubicBezTo>
                    <a:pt x="409" y="485"/>
                    <a:pt x="380" y="472"/>
                    <a:pt x="353" y="457"/>
                  </a:cubicBezTo>
                  <a:cubicBezTo>
                    <a:pt x="338" y="448"/>
                    <a:pt x="327" y="433"/>
                    <a:pt x="314" y="425"/>
                  </a:cubicBezTo>
                  <a:cubicBezTo>
                    <a:pt x="300" y="415"/>
                    <a:pt x="281" y="409"/>
                    <a:pt x="265" y="397"/>
                  </a:cubicBezTo>
                  <a:cubicBezTo>
                    <a:pt x="240" y="377"/>
                    <a:pt x="217" y="356"/>
                    <a:pt x="194" y="335"/>
                  </a:cubicBezTo>
                  <a:cubicBezTo>
                    <a:pt x="173" y="314"/>
                    <a:pt x="160" y="305"/>
                    <a:pt x="147" y="305"/>
                  </a:cubicBezTo>
                  <a:cubicBezTo>
                    <a:pt x="142" y="305"/>
                    <a:pt x="136" y="306"/>
                    <a:pt x="128" y="310"/>
                  </a:cubicBezTo>
                  <a:cubicBezTo>
                    <a:pt x="127" y="310"/>
                    <a:pt x="125" y="311"/>
                    <a:pt x="123" y="312"/>
                  </a:cubicBezTo>
                  <a:cubicBezTo>
                    <a:pt x="82" y="329"/>
                    <a:pt x="31" y="356"/>
                    <a:pt x="7" y="361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5" y="295"/>
                    <a:pt x="5" y="295"/>
                    <a:pt x="5" y="295"/>
                  </a:cubicBezTo>
                  <a:cubicBezTo>
                    <a:pt x="9" y="294"/>
                    <a:pt x="9" y="294"/>
                    <a:pt x="9" y="294"/>
                  </a:cubicBezTo>
                  <a:cubicBezTo>
                    <a:pt x="40" y="291"/>
                    <a:pt x="72" y="273"/>
                    <a:pt x="93" y="257"/>
                  </a:cubicBezTo>
                  <a:cubicBezTo>
                    <a:pt x="95" y="256"/>
                    <a:pt x="96" y="255"/>
                    <a:pt x="98" y="254"/>
                  </a:cubicBezTo>
                  <a:cubicBezTo>
                    <a:pt x="103" y="248"/>
                    <a:pt x="103" y="248"/>
                    <a:pt x="103" y="248"/>
                  </a:cubicBezTo>
                  <a:cubicBezTo>
                    <a:pt x="106" y="255"/>
                    <a:pt x="106" y="255"/>
                    <a:pt x="106" y="255"/>
                  </a:cubicBezTo>
                  <a:cubicBezTo>
                    <a:pt x="109" y="250"/>
                    <a:pt x="111" y="244"/>
                    <a:pt x="111" y="239"/>
                  </a:cubicBezTo>
                  <a:cubicBezTo>
                    <a:pt x="111" y="238"/>
                    <a:pt x="111" y="238"/>
                    <a:pt x="111" y="238"/>
                  </a:cubicBezTo>
                  <a:cubicBezTo>
                    <a:pt x="111" y="229"/>
                    <a:pt x="107" y="220"/>
                    <a:pt x="99" y="214"/>
                  </a:cubicBezTo>
                  <a:cubicBezTo>
                    <a:pt x="99" y="213"/>
                    <a:pt x="99" y="213"/>
                    <a:pt x="99" y="213"/>
                  </a:cubicBezTo>
                  <a:cubicBezTo>
                    <a:pt x="99" y="213"/>
                    <a:pt x="99" y="213"/>
                    <a:pt x="99" y="213"/>
                  </a:cubicBezTo>
                  <a:cubicBezTo>
                    <a:pt x="97" y="211"/>
                    <a:pt x="94" y="209"/>
                    <a:pt x="92" y="206"/>
                  </a:cubicBezTo>
                  <a:cubicBezTo>
                    <a:pt x="87" y="211"/>
                    <a:pt x="87" y="211"/>
                    <a:pt x="87" y="211"/>
                  </a:cubicBezTo>
                  <a:cubicBezTo>
                    <a:pt x="83" y="208"/>
                    <a:pt x="83" y="208"/>
                    <a:pt x="83" y="208"/>
                  </a:cubicBezTo>
                  <a:cubicBezTo>
                    <a:pt x="64" y="189"/>
                    <a:pt x="47" y="174"/>
                    <a:pt x="37" y="161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27" y="149"/>
                    <a:pt x="22" y="142"/>
                    <a:pt x="17" y="136"/>
                  </a:cubicBezTo>
                  <a:cubicBezTo>
                    <a:pt x="15" y="132"/>
                    <a:pt x="15" y="132"/>
                    <a:pt x="15" y="132"/>
                  </a:cubicBezTo>
                  <a:cubicBezTo>
                    <a:pt x="18" y="129"/>
                    <a:pt x="18" y="129"/>
                    <a:pt x="18" y="129"/>
                  </a:cubicBezTo>
                  <a:cubicBezTo>
                    <a:pt x="33" y="112"/>
                    <a:pt x="38" y="107"/>
                    <a:pt x="56" y="88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3" y="89"/>
                    <a:pt x="63" y="89"/>
                    <a:pt x="63" y="89"/>
                  </a:cubicBezTo>
                  <a:cubicBezTo>
                    <a:pt x="75" y="105"/>
                    <a:pt x="93" y="123"/>
                    <a:pt x="106" y="138"/>
                  </a:cubicBezTo>
                  <a:cubicBezTo>
                    <a:pt x="108" y="140"/>
                    <a:pt x="114" y="145"/>
                    <a:pt x="123" y="148"/>
                  </a:cubicBezTo>
                  <a:cubicBezTo>
                    <a:pt x="128" y="150"/>
                    <a:pt x="133" y="152"/>
                    <a:pt x="140" y="152"/>
                  </a:cubicBezTo>
                  <a:cubicBezTo>
                    <a:pt x="146" y="152"/>
                    <a:pt x="154" y="150"/>
                    <a:pt x="162" y="147"/>
                  </a:cubicBezTo>
                  <a:cubicBezTo>
                    <a:pt x="187" y="136"/>
                    <a:pt x="213" y="113"/>
                    <a:pt x="250" y="91"/>
                  </a:cubicBezTo>
                  <a:cubicBezTo>
                    <a:pt x="272" y="77"/>
                    <a:pt x="301" y="66"/>
                    <a:pt x="330" y="52"/>
                  </a:cubicBezTo>
                  <a:cubicBezTo>
                    <a:pt x="347" y="45"/>
                    <a:pt x="382" y="37"/>
                    <a:pt x="398" y="31"/>
                  </a:cubicBezTo>
                  <a:cubicBezTo>
                    <a:pt x="417" y="24"/>
                    <a:pt x="436" y="11"/>
                    <a:pt x="458" y="7"/>
                  </a:cubicBezTo>
                  <a:cubicBezTo>
                    <a:pt x="470" y="5"/>
                    <a:pt x="490" y="0"/>
                    <a:pt x="516" y="0"/>
                  </a:cubicBezTo>
                  <a:cubicBezTo>
                    <a:pt x="534" y="1"/>
                    <a:pt x="559" y="2"/>
                    <a:pt x="589" y="15"/>
                  </a:cubicBezTo>
                  <a:cubicBezTo>
                    <a:pt x="637" y="32"/>
                    <a:pt x="675" y="67"/>
                    <a:pt x="712" y="95"/>
                  </a:cubicBezTo>
                  <a:cubicBezTo>
                    <a:pt x="740" y="117"/>
                    <a:pt x="772" y="134"/>
                    <a:pt x="796" y="156"/>
                  </a:cubicBezTo>
                  <a:cubicBezTo>
                    <a:pt x="821" y="180"/>
                    <a:pt x="837" y="207"/>
                    <a:pt x="855" y="221"/>
                  </a:cubicBezTo>
                  <a:cubicBezTo>
                    <a:pt x="866" y="231"/>
                    <a:pt x="880" y="234"/>
                    <a:pt x="894" y="234"/>
                  </a:cubicBezTo>
                  <a:cubicBezTo>
                    <a:pt x="902" y="234"/>
                    <a:pt x="911" y="233"/>
                    <a:pt x="917" y="231"/>
                  </a:cubicBezTo>
                  <a:cubicBezTo>
                    <a:pt x="921" y="230"/>
                    <a:pt x="924" y="228"/>
                    <a:pt x="928" y="226"/>
                  </a:cubicBezTo>
                  <a:cubicBezTo>
                    <a:pt x="964" y="208"/>
                    <a:pt x="1010" y="159"/>
                    <a:pt x="1036" y="121"/>
                  </a:cubicBezTo>
                  <a:cubicBezTo>
                    <a:pt x="1041" y="113"/>
                    <a:pt x="1041" y="113"/>
                    <a:pt x="1041" y="113"/>
                  </a:cubicBezTo>
                  <a:cubicBezTo>
                    <a:pt x="1060" y="179"/>
                    <a:pt x="1060" y="179"/>
                    <a:pt x="1060" y="179"/>
                  </a:cubicBezTo>
                  <a:cubicBezTo>
                    <a:pt x="1059" y="181"/>
                    <a:pt x="1059" y="181"/>
                    <a:pt x="1059" y="181"/>
                  </a:cubicBezTo>
                  <a:cubicBezTo>
                    <a:pt x="1050" y="193"/>
                    <a:pt x="1041" y="205"/>
                    <a:pt x="1032" y="216"/>
                  </a:cubicBezTo>
                  <a:cubicBezTo>
                    <a:pt x="1017" y="236"/>
                    <a:pt x="991" y="263"/>
                    <a:pt x="959" y="292"/>
                  </a:cubicBezTo>
                  <a:cubicBezTo>
                    <a:pt x="916" y="332"/>
                    <a:pt x="861" y="375"/>
                    <a:pt x="807" y="411"/>
                  </a:cubicBezTo>
                  <a:cubicBezTo>
                    <a:pt x="786" y="425"/>
                    <a:pt x="764" y="430"/>
                    <a:pt x="744" y="441"/>
                  </a:cubicBezTo>
                  <a:cubicBezTo>
                    <a:pt x="722" y="453"/>
                    <a:pt x="690" y="468"/>
                    <a:pt x="666" y="477"/>
                  </a:cubicBezTo>
                  <a:cubicBezTo>
                    <a:pt x="636" y="489"/>
                    <a:pt x="613" y="501"/>
                    <a:pt x="580" y="506"/>
                  </a:cubicBezTo>
                  <a:cubicBezTo>
                    <a:pt x="564" y="508"/>
                    <a:pt x="548" y="509"/>
                    <a:pt x="532" y="509"/>
                  </a:cubicBezTo>
                  <a:cubicBezTo>
                    <a:pt x="518" y="509"/>
                    <a:pt x="504" y="508"/>
                    <a:pt x="489" y="506"/>
                  </a:cubicBezTo>
                  <a:moveTo>
                    <a:pt x="201" y="328"/>
                  </a:moveTo>
                  <a:cubicBezTo>
                    <a:pt x="223" y="349"/>
                    <a:pt x="247" y="370"/>
                    <a:pt x="271" y="389"/>
                  </a:cubicBezTo>
                  <a:cubicBezTo>
                    <a:pt x="285" y="400"/>
                    <a:pt x="303" y="406"/>
                    <a:pt x="320" y="417"/>
                  </a:cubicBezTo>
                  <a:cubicBezTo>
                    <a:pt x="334" y="427"/>
                    <a:pt x="345" y="441"/>
                    <a:pt x="358" y="448"/>
                  </a:cubicBezTo>
                  <a:cubicBezTo>
                    <a:pt x="385" y="464"/>
                    <a:pt x="412" y="476"/>
                    <a:pt x="440" y="485"/>
                  </a:cubicBezTo>
                  <a:cubicBezTo>
                    <a:pt x="457" y="490"/>
                    <a:pt x="474" y="494"/>
                    <a:pt x="491" y="497"/>
                  </a:cubicBezTo>
                  <a:cubicBezTo>
                    <a:pt x="505" y="499"/>
                    <a:pt x="518" y="500"/>
                    <a:pt x="532" y="500"/>
                  </a:cubicBezTo>
                  <a:cubicBezTo>
                    <a:pt x="547" y="500"/>
                    <a:pt x="563" y="498"/>
                    <a:pt x="578" y="496"/>
                  </a:cubicBezTo>
                  <a:cubicBezTo>
                    <a:pt x="610" y="492"/>
                    <a:pt x="631" y="480"/>
                    <a:pt x="663" y="468"/>
                  </a:cubicBezTo>
                  <a:cubicBezTo>
                    <a:pt x="686" y="459"/>
                    <a:pt x="718" y="444"/>
                    <a:pt x="740" y="432"/>
                  </a:cubicBezTo>
                  <a:cubicBezTo>
                    <a:pt x="761" y="421"/>
                    <a:pt x="783" y="415"/>
                    <a:pt x="801" y="403"/>
                  </a:cubicBezTo>
                  <a:cubicBezTo>
                    <a:pt x="855" y="368"/>
                    <a:pt x="910" y="324"/>
                    <a:pt x="953" y="285"/>
                  </a:cubicBezTo>
                  <a:cubicBezTo>
                    <a:pt x="985" y="256"/>
                    <a:pt x="1010" y="230"/>
                    <a:pt x="1024" y="210"/>
                  </a:cubicBezTo>
                  <a:cubicBezTo>
                    <a:pt x="1033" y="200"/>
                    <a:pt x="1041" y="189"/>
                    <a:pt x="1050" y="178"/>
                  </a:cubicBezTo>
                  <a:cubicBezTo>
                    <a:pt x="1038" y="135"/>
                    <a:pt x="1038" y="135"/>
                    <a:pt x="1038" y="135"/>
                  </a:cubicBezTo>
                  <a:cubicBezTo>
                    <a:pt x="1011" y="173"/>
                    <a:pt x="968" y="216"/>
                    <a:pt x="932" y="235"/>
                  </a:cubicBezTo>
                  <a:cubicBezTo>
                    <a:pt x="928" y="237"/>
                    <a:pt x="924" y="239"/>
                    <a:pt x="920" y="240"/>
                  </a:cubicBezTo>
                  <a:cubicBezTo>
                    <a:pt x="912" y="242"/>
                    <a:pt x="903" y="244"/>
                    <a:pt x="894" y="244"/>
                  </a:cubicBezTo>
                  <a:cubicBezTo>
                    <a:pt x="879" y="244"/>
                    <a:pt x="862" y="240"/>
                    <a:pt x="849" y="229"/>
                  </a:cubicBezTo>
                  <a:cubicBezTo>
                    <a:pt x="829" y="213"/>
                    <a:pt x="813" y="185"/>
                    <a:pt x="789" y="163"/>
                  </a:cubicBezTo>
                  <a:cubicBezTo>
                    <a:pt x="767" y="142"/>
                    <a:pt x="736" y="125"/>
                    <a:pt x="707" y="103"/>
                  </a:cubicBezTo>
                  <a:cubicBezTo>
                    <a:pt x="669" y="74"/>
                    <a:pt x="631" y="40"/>
                    <a:pt x="586" y="23"/>
                  </a:cubicBezTo>
                  <a:cubicBezTo>
                    <a:pt x="557" y="12"/>
                    <a:pt x="534" y="11"/>
                    <a:pt x="516" y="10"/>
                  </a:cubicBezTo>
                  <a:cubicBezTo>
                    <a:pt x="492" y="10"/>
                    <a:pt x="473" y="14"/>
                    <a:pt x="460" y="17"/>
                  </a:cubicBezTo>
                  <a:cubicBezTo>
                    <a:pt x="440" y="20"/>
                    <a:pt x="422" y="33"/>
                    <a:pt x="402" y="40"/>
                  </a:cubicBezTo>
                  <a:cubicBezTo>
                    <a:pt x="384" y="46"/>
                    <a:pt x="349" y="55"/>
                    <a:pt x="334" y="61"/>
                  </a:cubicBezTo>
                  <a:cubicBezTo>
                    <a:pt x="304" y="74"/>
                    <a:pt x="277" y="86"/>
                    <a:pt x="255" y="99"/>
                  </a:cubicBezTo>
                  <a:cubicBezTo>
                    <a:pt x="219" y="121"/>
                    <a:pt x="193" y="144"/>
                    <a:pt x="166" y="156"/>
                  </a:cubicBezTo>
                  <a:cubicBezTo>
                    <a:pt x="156" y="160"/>
                    <a:pt x="148" y="161"/>
                    <a:pt x="140" y="161"/>
                  </a:cubicBezTo>
                  <a:cubicBezTo>
                    <a:pt x="132" y="161"/>
                    <a:pt x="125" y="160"/>
                    <a:pt x="119" y="157"/>
                  </a:cubicBezTo>
                  <a:cubicBezTo>
                    <a:pt x="109" y="153"/>
                    <a:pt x="102" y="147"/>
                    <a:pt x="99" y="144"/>
                  </a:cubicBezTo>
                  <a:cubicBezTo>
                    <a:pt x="87" y="131"/>
                    <a:pt x="71" y="115"/>
                    <a:pt x="59" y="99"/>
                  </a:cubicBezTo>
                  <a:cubicBezTo>
                    <a:pt x="45" y="113"/>
                    <a:pt x="40" y="119"/>
                    <a:pt x="27" y="133"/>
                  </a:cubicBezTo>
                  <a:cubicBezTo>
                    <a:pt x="33" y="141"/>
                    <a:pt x="39" y="148"/>
                    <a:pt x="45" y="155"/>
                  </a:cubicBezTo>
                  <a:cubicBezTo>
                    <a:pt x="50" y="161"/>
                    <a:pt x="50" y="161"/>
                    <a:pt x="50" y="161"/>
                  </a:cubicBezTo>
                  <a:cubicBezTo>
                    <a:pt x="50" y="161"/>
                    <a:pt x="50" y="161"/>
                    <a:pt x="50" y="161"/>
                  </a:cubicBezTo>
                  <a:cubicBezTo>
                    <a:pt x="59" y="171"/>
                    <a:pt x="72" y="183"/>
                    <a:pt x="87" y="198"/>
                  </a:cubicBezTo>
                  <a:cubicBezTo>
                    <a:pt x="89" y="196"/>
                    <a:pt x="89" y="196"/>
                    <a:pt x="89" y="196"/>
                  </a:cubicBezTo>
                  <a:cubicBezTo>
                    <a:pt x="91" y="199"/>
                    <a:pt x="91" y="199"/>
                    <a:pt x="91" y="199"/>
                  </a:cubicBezTo>
                  <a:cubicBezTo>
                    <a:pt x="94" y="195"/>
                    <a:pt x="94" y="195"/>
                    <a:pt x="94" y="195"/>
                  </a:cubicBezTo>
                  <a:cubicBezTo>
                    <a:pt x="94" y="195"/>
                    <a:pt x="95" y="196"/>
                    <a:pt x="95" y="196"/>
                  </a:cubicBezTo>
                  <a:cubicBezTo>
                    <a:pt x="98" y="199"/>
                    <a:pt x="102" y="203"/>
                    <a:pt x="106" y="206"/>
                  </a:cubicBezTo>
                  <a:cubicBezTo>
                    <a:pt x="115" y="214"/>
                    <a:pt x="121" y="226"/>
                    <a:pt x="121" y="238"/>
                  </a:cubicBezTo>
                  <a:cubicBezTo>
                    <a:pt x="121" y="239"/>
                    <a:pt x="121" y="239"/>
                    <a:pt x="121" y="239"/>
                  </a:cubicBezTo>
                  <a:cubicBezTo>
                    <a:pt x="121" y="249"/>
                    <a:pt x="116" y="259"/>
                    <a:pt x="109" y="266"/>
                  </a:cubicBezTo>
                  <a:cubicBezTo>
                    <a:pt x="108" y="266"/>
                    <a:pt x="108" y="266"/>
                    <a:pt x="108" y="266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8" y="267"/>
                    <a:pt x="107" y="267"/>
                    <a:pt x="107" y="268"/>
                  </a:cubicBezTo>
                  <a:cubicBezTo>
                    <a:pt x="101" y="273"/>
                    <a:pt x="101" y="273"/>
                    <a:pt x="101" y="273"/>
                  </a:cubicBezTo>
                  <a:cubicBezTo>
                    <a:pt x="99" y="265"/>
                    <a:pt x="99" y="265"/>
                    <a:pt x="99" y="265"/>
                  </a:cubicBezTo>
                  <a:cubicBezTo>
                    <a:pt x="99" y="265"/>
                    <a:pt x="99" y="265"/>
                    <a:pt x="99" y="265"/>
                  </a:cubicBezTo>
                  <a:cubicBezTo>
                    <a:pt x="78" y="281"/>
                    <a:pt x="46" y="298"/>
                    <a:pt x="14" y="303"/>
                  </a:cubicBezTo>
                  <a:cubicBezTo>
                    <a:pt x="11" y="350"/>
                    <a:pt x="11" y="350"/>
                    <a:pt x="11" y="350"/>
                  </a:cubicBezTo>
                  <a:cubicBezTo>
                    <a:pt x="35" y="342"/>
                    <a:pt x="82" y="319"/>
                    <a:pt x="119" y="303"/>
                  </a:cubicBezTo>
                  <a:cubicBezTo>
                    <a:pt x="121" y="302"/>
                    <a:pt x="123" y="301"/>
                    <a:pt x="125" y="301"/>
                  </a:cubicBezTo>
                  <a:cubicBezTo>
                    <a:pt x="133" y="297"/>
                    <a:pt x="140" y="295"/>
                    <a:pt x="147" y="295"/>
                  </a:cubicBezTo>
                  <a:cubicBezTo>
                    <a:pt x="165" y="295"/>
                    <a:pt x="179" y="307"/>
                    <a:pt x="201" y="328"/>
                  </a:cubicBezTo>
                  <a:moveTo>
                    <a:pt x="1035" y="125"/>
                  </a:moveTo>
                  <a:cubicBezTo>
                    <a:pt x="1040" y="124"/>
                    <a:pt x="1040" y="124"/>
                    <a:pt x="1040" y="124"/>
                  </a:cubicBezTo>
                  <a:lnTo>
                    <a:pt x="1035" y="125"/>
                  </a:lnTo>
                  <a:close/>
                  <a:moveTo>
                    <a:pt x="468" y="456"/>
                  </a:moveTo>
                  <a:cubicBezTo>
                    <a:pt x="428" y="453"/>
                    <a:pt x="393" y="428"/>
                    <a:pt x="379" y="408"/>
                  </a:cubicBezTo>
                  <a:cubicBezTo>
                    <a:pt x="376" y="403"/>
                    <a:pt x="374" y="398"/>
                    <a:pt x="374" y="393"/>
                  </a:cubicBezTo>
                  <a:cubicBezTo>
                    <a:pt x="375" y="374"/>
                    <a:pt x="393" y="357"/>
                    <a:pt x="404" y="338"/>
                  </a:cubicBezTo>
                  <a:cubicBezTo>
                    <a:pt x="409" y="328"/>
                    <a:pt x="418" y="323"/>
                    <a:pt x="428" y="323"/>
                  </a:cubicBezTo>
                  <a:cubicBezTo>
                    <a:pt x="445" y="323"/>
                    <a:pt x="464" y="335"/>
                    <a:pt x="482" y="347"/>
                  </a:cubicBezTo>
                  <a:cubicBezTo>
                    <a:pt x="500" y="360"/>
                    <a:pt x="516" y="374"/>
                    <a:pt x="525" y="382"/>
                  </a:cubicBezTo>
                  <a:cubicBezTo>
                    <a:pt x="535" y="390"/>
                    <a:pt x="549" y="400"/>
                    <a:pt x="560" y="410"/>
                  </a:cubicBezTo>
                  <a:cubicBezTo>
                    <a:pt x="572" y="420"/>
                    <a:pt x="582" y="430"/>
                    <a:pt x="583" y="441"/>
                  </a:cubicBezTo>
                  <a:cubicBezTo>
                    <a:pt x="583" y="445"/>
                    <a:pt x="581" y="449"/>
                    <a:pt x="577" y="452"/>
                  </a:cubicBezTo>
                  <a:cubicBezTo>
                    <a:pt x="574" y="448"/>
                    <a:pt x="574" y="448"/>
                    <a:pt x="574" y="448"/>
                  </a:cubicBezTo>
                  <a:cubicBezTo>
                    <a:pt x="577" y="452"/>
                    <a:pt x="577" y="452"/>
                    <a:pt x="577" y="452"/>
                  </a:cubicBezTo>
                  <a:cubicBezTo>
                    <a:pt x="568" y="459"/>
                    <a:pt x="555" y="461"/>
                    <a:pt x="538" y="461"/>
                  </a:cubicBezTo>
                  <a:cubicBezTo>
                    <a:pt x="517" y="461"/>
                    <a:pt x="490" y="457"/>
                    <a:pt x="468" y="456"/>
                  </a:cubicBezTo>
                  <a:moveTo>
                    <a:pt x="428" y="333"/>
                  </a:moveTo>
                  <a:cubicBezTo>
                    <a:pt x="421" y="333"/>
                    <a:pt x="416" y="335"/>
                    <a:pt x="412" y="342"/>
                  </a:cubicBezTo>
                  <a:cubicBezTo>
                    <a:pt x="400" y="363"/>
                    <a:pt x="383" y="380"/>
                    <a:pt x="384" y="393"/>
                  </a:cubicBezTo>
                  <a:cubicBezTo>
                    <a:pt x="384" y="396"/>
                    <a:pt x="385" y="399"/>
                    <a:pt x="387" y="403"/>
                  </a:cubicBezTo>
                  <a:cubicBezTo>
                    <a:pt x="399" y="419"/>
                    <a:pt x="432" y="444"/>
                    <a:pt x="469" y="446"/>
                  </a:cubicBezTo>
                  <a:cubicBezTo>
                    <a:pt x="491" y="448"/>
                    <a:pt x="518" y="451"/>
                    <a:pt x="538" y="451"/>
                  </a:cubicBezTo>
                  <a:cubicBezTo>
                    <a:pt x="554" y="451"/>
                    <a:pt x="566" y="449"/>
                    <a:pt x="571" y="445"/>
                  </a:cubicBezTo>
                  <a:cubicBezTo>
                    <a:pt x="571" y="445"/>
                    <a:pt x="571" y="445"/>
                    <a:pt x="571" y="445"/>
                  </a:cubicBezTo>
                  <a:cubicBezTo>
                    <a:pt x="573" y="443"/>
                    <a:pt x="573" y="442"/>
                    <a:pt x="573" y="441"/>
                  </a:cubicBezTo>
                  <a:cubicBezTo>
                    <a:pt x="573" y="437"/>
                    <a:pt x="566" y="427"/>
                    <a:pt x="554" y="417"/>
                  </a:cubicBezTo>
                  <a:cubicBezTo>
                    <a:pt x="543" y="407"/>
                    <a:pt x="529" y="397"/>
                    <a:pt x="519" y="389"/>
                  </a:cubicBezTo>
                  <a:cubicBezTo>
                    <a:pt x="510" y="381"/>
                    <a:pt x="494" y="367"/>
                    <a:pt x="476" y="355"/>
                  </a:cubicBezTo>
                  <a:cubicBezTo>
                    <a:pt x="459" y="343"/>
                    <a:pt x="440" y="333"/>
                    <a:pt x="428" y="333"/>
                  </a:cubicBezTo>
                  <a:cubicBezTo>
                    <a:pt x="428" y="333"/>
                    <a:pt x="428" y="333"/>
                    <a:pt x="428" y="333"/>
                  </a:cubicBezTo>
                  <a:moveTo>
                    <a:pt x="632" y="396"/>
                  </a:moveTo>
                  <a:cubicBezTo>
                    <a:pt x="625" y="388"/>
                    <a:pt x="622" y="376"/>
                    <a:pt x="622" y="362"/>
                  </a:cubicBezTo>
                  <a:cubicBezTo>
                    <a:pt x="622" y="352"/>
                    <a:pt x="624" y="341"/>
                    <a:pt x="626" y="328"/>
                  </a:cubicBezTo>
                  <a:cubicBezTo>
                    <a:pt x="629" y="315"/>
                    <a:pt x="629" y="297"/>
                    <a:pt x="634" y="277"/>
                  </a:cubicBezTo>
                  <a:cubicBezTo>
                    <a:pt x="639" y="256"/>
                    <a:pt x="647" y="235"/>
                    <a:pt x="654" y="219"/>
                  </a:cubicBezTo>
                  <a:cubicBezTo>
                    <a:pt x="658" y="208"/>
                    <a:pt x="663" y="198"/>
                    <a:pt x="669" y="191"/>
                  </a:cubicBezTo>
                  <a:cubicBezTo>
                    <a:pt x="674" y="184"/>
                    <a:pt x="681" y="179"/>
                    <a:pt x="690" y="179"/>
                  </a:cubicBezTo>
                  <a:cubicBezTo>
                    <a:pt x="693" y="179"/>
                    <a:pt x="696" y="179"/>
                    <a:pt x="700" y="181"/>
                  </a:cubicBezTo>
                  <a:cubicBezTo>
                    <a:pt x="721" y="191"/>
                    <a:pt x="741" y="196"/>
                    <a:pt x="757" y="210"/>
                  </a:cubicBezTo>
                  <a:cubicBezTo>
                    <a:pt x="770" y="222"/>
                    <a:pt x="777" y="240"/>
                    <a:pt x="787" y="250"/>
                  </a:cubicBezTo>
                  <a:cubicBezTo>
                    <a:pt x="799" y="262"/>
                    <a:pt x="808" y="279"/>
                    <a:pt x="808" y="296"/>
                  </a:cubicBezTo>
                  <a:cubicBezTo>
                    <a:pt x="808" y="313"/>
                    <a:pt x="800" y="330"/>
                    <a:pt x="782" y="345"/>
                  </a:cubicBezTo>
                  <a:cubicBezTo>
                    <a:pt x="776" y="351"/>
                    <a:pt x="769" y="357"/>
                    <a:pt x="762" y="362"/>
                  </a:cubicBezTo>
                  <a:cubicBezTo>
                    <a:pt x="749" y="372"/>
                    <a:pt x="734" y="376"/>
                    <a:pt x="723" y="383"/>
                  </a:cubicBezTo>
                  <a:cubicBezTo>
                    <a:pt x="703" y="394"/>
                    <a:pt x="685" y="408"/>
                    <a:pt x="665" y="409"/>
                  </a:cubicBezTo>
                  <a:cubicBezTo>
                    <a:pt x="664" y="410"/>
                    <a:pt x="663" y="410"/>
                    <a:pt x="661" y="410"/>
                  </a:cubicBezTo>
                  <a:cubicBezTo>
                    <a:pt x="661" y="410"/>
                    <a:pt x="661" y="410"/>
                    <a:pt x="661" y="410"/>
                  </a:cubicBezTo>
                  <a:cubicBezTo>
                    <a:pt x="648" y="410"/>
                    <a:pt x="638" y="405"/>
                    <a:pt x="632" y="396"/>
                  </a:cubicBezTo>
                  <a:moveTo>
                    <a:pt x="676" y="197"/>
                  </a:moveTo>
                  <a:cubicBezTo>
                    <a:pt x="671" y="203"/>
                    <a:pt x="667" y="212"/>
                    <a:pt x="663" y="222"/>
                  </a:cubicBezTo>
                  <a:cubicBezTo>
                    <a:pt x="656" y="239"/>
                    <a:pt x="648" y="260"/>
                    <a:pt x="643" y="279"/>
                  </a:cubicBezTo>
                  <a:cubicBezTo>
                    <a:pt x="639" y="298"/>
                    <a:pt x="639" y="316"/>
                    <a:pt x="636" y="330"/>
                  </a:cubicBezTo>
                  <a:cubicBezTo>
                    <a:pt x="633" y="342"/>
                    <a:pt x="632" y="353"/>
                    <a:pt x="632" y="362"/>
                  </a:cubicBezTo>
                  <a:cubicBezTo>
                    <a:pt x="632" y="375"/>
                    <a:pt x="634" y="384"/>
                    <a:pt x="639" y="391"/>
                  </a:cubicBezTo>
                  <a:cubicBezTo>
                    <a:pt x="644" y="397"/>
                    <a:pt x="651" y="400"/>
                    <a:pt x="661" y="400"/>
                  </a:cubicBezTo>
                  <a:cubicBezTo>
                    <a:pt x="662" y="400"/>
                    <a:pt x="663" y="400"/>
                    <a:pt x="665" y="400"/>
                  </a:cubicBezTo>
                  <a:cubicBezTo>
                    <a:pt x="680" y="399"/>
                    <a:pt x="697" y="387"/>
                    <a:pt x="718" y="375"/>
                  </a:cubicBezTo>
                  <a:cubicBezTo>
                    <a:pt x="731" y="367"/>
                    <a:pt x="745" y="363"/>
                    <a:pt x="756" y="355"/>
                  </a:cubicBezTo>
                  <a:cubicBezTo>
                    <a:pt x="763" y="349"/>
                    <a:pt x="770" y="344"/>
                    <a:pt x="776" y="338"/>
                  </a:cubicBezTo>
                  <a:cubicBezTo>
                    <a:pt x="792" y="324"/>
                    <a:pt x="798" y="310"/>
                    <a:pt x="798" y="296"/>
                  </a:cubicBezTo>
                  <a:cubicBezTo>
                    <a:pt x="798" y="282"/>
                    <a:pt x="791" y="268"/>
                    <a:pt x="780" y="257"/>
                  </a:cubicBezTo>
                  <a:cubicBezTo>
                    <a:pt x="769" y="245"/>
                    <a:pt x="761" y="227"/>
                    <a:pt x="750" y="217"/>
                  </a:cubicBezTo>
                  <a:cubicBezTo>
                    <a:pt x="737" y="205"/>
                    <a:pt x="718" y="200"/>
                    <a:pt x="696" y="190"/>
                  </a:cubicBezTo>
                  <a:cubicBezTo>
                    <a:pt x="694" y="189"/>
                    <a:pt x="692" y="188"/>
                    <a:pt x="690" y="188"/>
                  </a:cubicBezTo>
                  <a:cubicBezTo>
                    <a:pt x="690" y="188"/>
                    <a:pt x="690" y="188"/>
                    <a:pt x="690" y="188"/>
                  </a:cubicBezTo>
                  <a:cubicBezTo>
                    <a:pt x="685" y="188"/>
                    <a:pt x="681" y="191"/>
                    <a:pt x="676" y="197"/>
                  </a:cubicBezTo>
                  <a:moveTo>
                    <a:pt x="323" y="358"/>
                  </a:moveTo>
                  <a:cubicBezTo>
                    <a:pt x="307" y="357"/>
                    <a:pt x="291" y="341"/>
                    <a:pt x="272" y="325"/>
                  </a:cubicBezTo>
                  <a:cubicBezTo>
                    <a:pt x="257" y="311"/>
                    <a:pt x="236" y="300"/>
                    <a:pt x="225" y="286"/>
                  </a:cubicBezTo>
                  <a:cubicBezTo>
                    <a:pt x="207" y="261"/>
                    <a:pt x="189" y="242"/>
                    <a:pt x="189" y="220"/>
                  </a:cubicBezTo>
                  <a:cubicBezTo>
                    <a:pt x="189" y="214"/>
                    <a:pt x="190" y="209"/>
                    <a:pt x="192" y="204"/>
                  </a:cubicBezTo>
                  <a:cubicBezTo>
                    <a:pt x="199" y="192"/>
                    <a:pt x="219" y="181"/>
                    <a:pt x="242" y="164"/>
                  </a:cubicBezTo>
                  <a:cubicBezTo>
                    <a:pt x="255" y="155"/>
                    <a:pt x="268" y="139"/>
                    <a:pt x="284" y="130"/>
                  </a:cubicBezTo>
                  <a:cubicBezTo>
                    <a:pt x="307" y="119"/>
                    <a:pt x="331" y="117"/>
                    <a:pt x="341" y="115"/>
                  </a:cubicBezTo>
                  <a:cubicBezTo>
                    <a:pt x="344" y="113"/>
                    <a:pt x="348" y="113"/>
                    <a:pt x="351" y="113"/>
                  </a:cubicBezTo>
                  <a:cubicBezTo>
                    <a:pt x="370" y="113"/>
                    <a:pt x="386" y="130"/>
                    <a:pt x="397" y="150"/>
                  </a:cubicBezTo>
                  <a:cubicBezTo>
                    <a:pt x="406" y="167"/>
                    <a:pt x="412" y="186"/>
                    <a:pt x="412" y="204"/>
                  </a:cubicBezTo>
                  <a:cubicBezTo>
                    <a:pt x="412" y="213"/>
                    <a:pt x="410" y="220"/>
                    <a:pt x="408" y="228"/>
                  </a:cubicBezTo>
                  <a:cubicBezTo>
                    <a:pt x="402" y="243"/>
                    <a:pt x="384" y="266"/>
                    <a:pt x="371" y="289"/>
                  </a:cubicBezTo>
                  <a:cubicBezTo>
                    <a:pt x="359" y="312"/>
                    <a:pt x="351" y="335"/>
                    <a:pt x="339" y="350"/>
                  </a:cubicBezTo>
                  <a:cubicBezTo>
                    <a:pt x="335" y="355"/>
                    <a:pt x="329" y="358"/>
                    <a:pt x="324" y="358"/>
                  </a:cubicBezTo>
                  <a:lnTo>
                    <a:pt x="323" y="358"/>
                  </a:lnTo>
                  <a:close/>
                  <a:moveTo>
                    <a:pt x="351" y="123"/>
                  </a:moveTo>
                  <a:cubicBezTo>
                    <a:pt x="349" y="123"/>
                    <a:pt x="346" y="123"/>
                    <a:pt x="344" y="124"/>
                  </a:cubicBezTo>
                  <a:cubicBezTo>
                    <a:pt x="344" y="124"/>
                    <a:pt x="344" y="124"/>
                    <a:pt x="344" y="124"/>
                  </a:cubicBezTo>
                  <a:cubicBezTo>
                    <a:pt x="343" y="124"/>
                    <a:pt x="343" y="124"/>
                    <a:pt x="343" y="124"/>
                  </a:cubicBezTo>
                  <a:cubicBezTo>
                    <a:pt x="332" y="126"/>
                    <a:pt x="310" y="128"/>
                    <a:pt x="289" y="139"/>
                  </a:cubicBezTo>
                  <a:cubicBezTo>
                    <a:pt x="275" y="146"/>
                    <a:pt x="262" y="161"/>
                    <a:pt x="248" y="172"/>
                  </a:cubicBezTo>
                  <a:cubicBezTo>
                    <a:pt x="225" y="188"/>
                    <a:pt x="204" y="201"/>
                    <a:pt x="201" y="208"/>
                  </a:cubicBezTo>
                  <a:cubicBezTo>
                    <a:pt x="199" y="212"/>
                    <a:pt x="198" y="216"/>
                    <a:pt x="198" y="220"/>
                  </a:cubicBezTo>
                  <a:cubicBezTo>
                    <a:pt x="198" y="235"/>
                    <a:pt x="214" y="255"/>
                    <a:pt x="233" y="280"/>
                  </a:cubicBezTo>
                  <a:cubicBezTo>
                    <a:pt x="241" y="291"/>
                    <a:pt x="262" y="303"/>
                    <a:pt x="278" y="317"/>
                  </a:cubicBezTo>
                  <a:cubicBezTo>
                    <a:pt x="297" y="334"/>
                    <a:pt x="314" y="348"/>
                    <a:pt x="323" y="348"/>
                  </a:cubicBezTo>
                  <a:cubicBezTo>
                    <a:pt x="327" y="348"/>
                    <a:pt x="329" y="347"/>
                    <a:pt x="332" y="343"/>
                  </a:cubicBezTo>
                  <a:cubicBezTo>
                    <a:pt x="342" y="331"/>
                    <a:pt x="350" y="308"/>
                    <a:pt x="363" y="285"/>
                  </a:cubicBezTo>
                  <a:cubicBezTo>
                    <a:pt x="376" y="261"/>
                    <a:pt x="394" y="237"/>
                    <a:pt x="399" y="224"/>
                  </a:cubicBezTo>
                  <a:cubicBezTo>
                    <a:pt x="401" y="218"/>
                    <a:pt x="402" y="212"/>
                    <a:pt x="402" y="204"/>
                  </a:cubicBezTo>
                  <a:cubicBezTo>
                    <a:pt x="402" y="188"/>
                    <a:pt x="397" y="170"/>
                    <a:pt x="389" y="155"/>
                  </a:cubicBezTo>
                  <a:cubicBezTo>
                    <a:pt x="379" y="136"/>
                    <a:pt x="364" y="123"/>
                    <a:pt x="351" y="123"/>
                  </a:cubicBezTo>
                  <a:close/>
                  <a:moveTo>
                    <a:pt x="506" y="327"/>
                  </a:moveTo>
                  <a:cubicBezTo>
                    <a:pt x="490" y="316"/>
                    <a:pt x="474" y="305"/>
                    <a:pt x="465" y="302"/>
                  </a:cubicBezTo>
                  <a:cubicBezTo>
                    <a:pt x="451" y="296"/>
                    <a:pt x="443" y="283"/>
                    <a:pt x="443" y="269"/>
                  </a:cubicBezTo>
                  <a:cubicBezTo>
                    <a:pt x="443" y="259"/>
                    <a:pt x="447" y="248"/>
                    <a:pt x="456" y="239"/>
                  </a:cubicBezTo>
                  <a:cubicBezTo>
                    <a:pt x="468" y="225"/>
                    <a:pt x="490" y="223"/>
                    <a:pt x="513" y="215"/>
                  </a:cubicBezTo>
                  <a:cubicBezTo>
                    <a:pt x="531" y="210"/>
                    <a:pt x="550" y="199"/>
                    <a:pt x="565" y="196"/>
                  </a:cubicBezTo>
                  <a:cubicBezTo>
                    <a:pt x="567" y="195"/>
                    <a:pt x="569" y="195"/>
                    <a:pt x="571" y="195"/>
                  </a:cubicBezTo>
                  <a:cubicBezTo>
                    <a:pt x="579" y="195"/>
                    <a:pt x="586" y="200"/>
                    <a:pt x="589" y="207"/>
                  </a:cubicBezTo>
                  <a:cubicBezTo>
                    <a:pt x="592" y="213"/>
                    <a:pt x="593" y="221"/>
                    <a:pt x="593" y="230"/>
                  </a:cubicBezTo>
                  <a:cubicBezTo>
                    <a:pt x="593" y="232"/>
                    <a:pt x="593" y="233"/>
                    <a:pt x="593" y="234"/>
                  </a:cubicBezTo>
                  <a:cubicBezTo>
                    <a:pt x="588" y="234"/>
                    <a:pt x="588" y="234"/>
                    <a:pt x="588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2" y="251"/>
                    <a:pt x="584" y="269"/>
                    <a:pt x="582" y="282"/>
                  </a:cubicBezTo>
                  <a:cubicBezTo>
                    <a:pt x="579" y="295"/>
                    <a:pt x="582" y="305"/>
                    <a:pt x="579" y="316"/>
                  </a:cubicBezTo>
                  <a:cubicBezTo>
                    <a:pt x="574" y="332"/>
                    <a:pt x="567" y="343"/>
                    <a:pt x="554" y="347"/>
                  </a:cubicBezTo>
                  <a:cubicBezTo>
                    <a:pt x="552" y="347"/>
                    <a:pt x="551" y="347"/>
                    <a:pt x="550" y="347"/>
                  </a:cubicBezTo>
                  <a:cubicBezTo>
                    <a:pt x="538" y="347"/>
                    <a:pt x="523" y="337"/>
                    <a:pt x="506" y="327"/>
                  </a:cubicBezTo>
                  <a:moveTo>
                    <a:pt x="567" y="205"/>
                  </a:moveTo>
                  <a:cubicBezTo>
                    <a:pt x="555" y="207"/>
                    <a:pt x="535" y="219"/>
                    <a:pt x="516" y="224"/>
                  </a:cubicBezTo>
                  <a:cubicBezTo>
                    <a:pt x="492" y="232"/>
                    <a:pt x="471" y="235"/>
                    <a:pt x="464" y="245"/>
                  </a:cubicBezTo>
                  <a:cubicBezTo>
                    <a:pt x="463" y="245"/>
                    <a:pt x="463" y="245"/>
                    <a:pt x="463" y="245"/>
                  </a:cubicBezTo>
                  <a:cubicBezTo>
                    <a:pt x="463" y="246"/>
                    <a:pt x="463" y="246"/>
                    <a:pt x="463" y="246"/>
                  </a:cubicBezTo>
                  <a:cubicBezTo>
                    <a:pt x="456" y="253"/>
                    <a:pt x="453" y="262"/>
                    <a:pt x="453" y="269"/>
                  </a:cubicBezTo>
                  <a:cubicBezTo>
                    <a:pt x="453" y="280"/>
                    <a:pt x="458" y="289"/>
                    <a:pt x="469" y="293"/>
                  </a:cubicBezTo>
                  <a:cubicBezTo>
                    <a:pt x="480" y="297"/>
                    <a:pt x="496" y="308"/>
                    <a:pt x="512" y="319"/>
                  </a:cubicBezTo>
                  <a:cubicBezTo>
                    <a:pt x="527" y="329"/>
                    <a:pt x="543" y="338"/>
                    <a:pt x="550" y="337"/>
                  </a:cubicBezTo>
                  <a:cubicBezTo>
                    <a:pt x="550" y="337"/>
                    <a:pt x="551" y="337"/>
                    <a:pt x="551" y="337"/>
                  </a:cubicBezTo>
                  <a:cubicBezTo>
                    <a:pt x="559" y="335"/>
                    <a:pt x="565" y="328"/>
                    <a:pt x="569" y="313"/>
                  </a:cubicBezTo>
                  <a:cubicBezTo>
                    <a:pt x="572" y="306"/>
                    <a:pt x="570" y="295"/>
                    <a:pt x="572" y="281"/>
                  </a:cubicBezTo>
                  <a:cubicBezTo>
                    <a:pt x="575" y="265"/>
                    <a:pt x="583" y="248"/>
                    <a:pt x="583" y="234"/>
                  </a:cubicBezTo>
                  <a:cubicBezTo>
                    <a:pt x="583" y="233"/>
                    <a:pt x="583" y="231"/>
                    <a:pt x="583" y="230"/>
                  </a:cubicBezTo>
                  <a:cubicBezTo>
                    <a:pt x="583" y="222"/>
                    <a:pt x="582" y="215"/>
                    <a:pt x="580" y="211"/>
                  </a:cubicBezTo>
                  <a:cubicBezTo>
                    <a:pt x="578" y="206"/>
                    <a:pt x="576" y="205"/>
                    <a:pt x="571" y="205"/>
                  </a:cubicBezTo>
                  <a:cubicBezTo>
                    <a:pt x="570" y="205"/>
                    <a:pt x="569" y="205"/>
                    <a:pt x="567" y="205"/>
                  </a:cubicBezTo>
                  <a:moveTo>
                    <a:pt x="463" y="148"/>
                  </a:moveTo>
                  <a:cubicBezTo>
                    <a:pt x="460" y="138"/>
                    <a:pt x="462" y="128"/>
                    <a:pt x="461" y="120"/>
                  </a:cubicBezTo>
                  <a:cubicBezTo>
                    <a:pt x="460" y="113"/>
                    <a:pt x="459" y="106"/>
                    <a:pt x="459" y="98"/>
                  </a:cubicBezTo>
                  <a:cubicBezTo>
                    <a:pt x="459" y="95"/>
                    <a:pt x="459" y="91"/>
                    <a:pt x="460" y="88"/>
                  </a:cubicBezTo>
                  <a:cubicBezTo>
                    <a:pt x="463" y="67"/>
                    <a:pt x="482" y="58"/>
                    <a:pt x="502" y="57"/>
                  </a:cubicBezTo>
                  <a:cubicBezTo>
                    <a:pt x="511" y="56"/>
                    <a:pt x="523" y="53"/>
                    <a:pt x="535" y="53"/>
                  </a:cubicBezTo>
                  <a:cubicBezTo>
                    <a:pt x="539" y="53"/>
                    <a:pt x="543" y="53"/>
                    <a:pt x="547" y="54"/>
                  </a:cubicBezTo>
                  <a:cubicBezTo>
                    <a:pt x="574" y="61"/>
                    <a:pt x="597" y="80"/>
                    <a:pt x="609" y="96"/>
                  </a:cubicBezTo>
                  <a:cubicBezTo>
                    <a:pt x="616" y="104"/>
                    <a:pt x="619" y="110"/>
                    <a:pt x="619" y="117"/>
                  </a:cubicBezTo>
                  <a:cubicBezTo>
                    <a:pt x="619" y="125"/>
                    <a:pt x="614" y="130"/>
                    <a:pt x="608" y="133"/>
                  </a:cubicBezTo>
                  <a:cubicBezTo>
                    <a:pt x="601" y="137"/>
                    <a:pt x="593" y="139"/>
                    <a:pt x="583" y="143"/>
                  </a:cubicBezTo>
                  <a:cubicBezTo>
                    <a:pt x="572" y="146"/>
                    <a:pt x="558" y="154"/>
                    <a:pt x="544" y="158"/>
                  </a:cubicBezTo>
                  <a:cubicBezTo>
                    <a:pt x="522" y="165"/>
                    <a:pt x="509" y="163"/>
                    <a:pt x="501" y="166"/>
                  </a:cubicBezTo>
                  <a:cubicBezTo>
                    <a:pt x="498" y="167"/>
                    <a:pt x="495" y="167"/>
                    <a:pt x="492" y="167"/>
                  </a:cubicBezTo>
                  <a:cubicBezTo>
                    <a:pt x="492" y="167"/>
                    <a:pt x="492" y="167"/>
                    <a:pt x="492" y="167"/>
                  </a:cubicBezTo>
                  <a:cubicBezTo>
                    <a:pt x="481" y="167"/>
                    <a:pt x="468" y="162"/>
                    <a:pt x="463" y="148"/>
                  </a:cubicBezTo>
                  <a:moveTo>
                    <a:pt x="503" y="66"/>
                  </a:moveTo>
                  <a:cubicBezTo>
                    <a:pt x="484" y="68"/>
                    <a:pt x="472" y="75"/>
                    <a:pt x="469" y="90"/>
                  </a:cubicBezTo>
                  <a:cubicBezTo>
                    <a:pt x="469" y="90"/>
                    <a:pt x="469" y="90"/>
                    <a:pt x="469" y="90"/>
                  </a:cubicBezTo>
                  <a:cubicBezTo>
                    <a:pt x="469" y="90"/>
                    <a:pt x="469" y="90"/>
                    <a:pt x="469" y="90"/>
                  </a:cubicBezTo>
                  <a:cubicBezTo>
                    <a:pt x="468" y="93"/>
                    <a:pt x="468" y="95"/>
                    <a:pt x="468" y="98"/>
                  </a:cubicBezTo>
                  <a:cubicBezTo>
                    <a:pt x="468" y="104"/>
                    <a:pt x="470" y="111"/>
                    <a:pt x="471" y="119"/>
                  </a:cubicBezTo>
                  <a:cubicBezTo>
                    <a:pt x="471" y="129"/>
                    <a:pt x="470" y="139"/>
                    <a:pt x="472" y="145"/>
                  </a:cubicBezTo>
                  <a:cubicBezTo>
                    <a:pt x="476" y="154"/>
                    <a:pt x="484" y="157"/>
                    <a:pt x="492" y="157"/>
                  </a:cubicBezTo>
                  <a:cubicBezTo>
                    <a:pt x="494" y="157"/>
                    <a:pt x="497" y="157"/>
                    <a:pt x="498" y="157"/>
                  </a:cubicBezTo>
                  <a:cubicBezTo>
                    <a:pt x="510" y="153"/>
                    <a:pt x="521" y="156"/>
                    <a:pt x="541" y="149"/>
                  </a:cubicBezTo>
                  <a:cubicBezTo>
                    <a:pt x="554" y="145"/>
                    <a:pt x="568" y="137"/>
                    <a:pt x="580" y="133"/>
                  </a:cubicBezTo>
                  <a:cubicBezTo>
                    <a:pt x="580" y="133"/>
                    <a:pt x="580" y="133"/>
                    <a:pt x="580" y="133"/>
                  </a:cubicBezTo>
                  <a:cubicBezTo>
                    <a:pt x="590" y="130"/>
                    <a:pt x="598" y="128"/>
                    <a:pt x="603" y="125"/>
                  </a:cubicBezTo>
                  <a:cubicBezTo>
                    <a:pt x="608" y="122"/>
                    <a:pt x="610" y="120"/>
                    <a:pt x="610" y="117"/>
                  </a:cubicBezTo>
                  <a:cubicBezTo>
                    <a:pt x="610" y="114"/>
                    <a:pt x="608" y="109"/>
                    <a:pt x="602" y="102"/>
                  </a:cubicBezTo>
                  <a:cubicBezTo>
                    <a:pt x="590" y="87"/>
                    <a:pt x="569" y="69"/>
                    <a:pt x="545" y="64"/>
                  </a:cubicBezTo>
                  <a:cubicBezTo>
                    <a:pt x="542" y="63"/>
                    <a:pt x="538" y="63"/>
                    <a:pt x="535" y="63"/>
                  </a:cubicBezTo>
                  <a:cubicBezTo>
                    <a:pt x="535" y="63"/>
                    <a:pt x="535" y="63"/>
                    <a:pt x="535" y="63"/>
                  </a:cubicBezTo>
                  <a:cubicBezTo>
                    <a:pt x="524" y="63"/>
                    <a:pt x="513" y="65"/>
                    <a:pt x="503" y="66"/>
                  </a:cubicBezTo>
                </a:path>
              </a:pathLst>
            </a:custGeom>
            <a:solidFill>
              <a:srgbClr val="CDB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166">
              <a:extLst>
                <a:ext uri="{FF2B5EF4-FFF2-40B4-BE49-F238E27FC236}">
                  <a16:creationId xmlns:a16="http://schemas.microsoft.com/office/drawing/2014/main" id="{4BE48230-AE2E-4222-9C6C-6F386058D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280"/>
              <a:ext cx="1320" cy="560"/>
            </a:xfrm>
            <a:custGeom>
              <a:avLst/>
              <a:gdLst>
                <a:gd name="T0" fmla="*/ 8208 w 528"/>
                <a:gd name="T1" fmla="*/ 0 h 224"/>
                <a:gd name="T2" fmla="*/ 8158 w 528"/>
                <a:gd name="T3" fmla="*/ 50 h 224"/>
                <a:gd name="T4" fmla="*/ 5813 w 528"/>
                <a:gd name="T5" fmla="*/ 1863 h 224"/>
                <a:gd name="T6" fmla="*/ 4863 w 528"/>
                <a:gd name="T7" fmla="*/ 2313 h 224"/>
                <a:gd name="T8" fmla="*/ 3658 w 528"/>
                <a:gd name="T9" fmla="*/ 2875 h 224"/>
                <a:gd name="T10" fmla="*/ 2345 w 528"/>
                <a:gd name="T11" fmla="*/ 3313 h 224"/>
                <a:gd name="T12" fmla="*/ 988 w 528"/>
                <a:gd name="T13" fmla="*/ 3313 h 224"/>
                <a:gd name="T14" fmla="*/ 0 w 528"/>
                <a:gd name="T15" fmla="*/ 3063 h 224"/>
                <a:gd name="T16" fmla="*/ 158 w 528"/>
                <a:gd name="T17" fmla="*/ 3125 h 224"/>
                <a:gd name="T18" fmla="*/ 175 w 528"/>
                <a:gd name="T19" fmla="*/ 3250 h 224"/>
                <a:gd name="T20" fmla="*/ 970 w 528"/>
                <a:gd name="T21" fmla="*/ 3438 h 224"/>
                <a:gd name="T22" fmla="*/ 2363 w 528"/>
                <a:gd name="T23" fmla="*/ 3425 h 224"/>
                <a:gd name="T24" fmla="*/ 3708 w 528"/>
                <a:gd name="T25" fmla="*/ 2988 h 224"/>
                <a:gd name="T26" fmla="*/ 4908 w 528"/>
                <a:gd name="T27" fmla="*/ 2425 h 224"/>
                <a:gd name="T28" fmla="*/ 5875 w 528"/>
                <a:gd name="T29" fmla="*/ 1958 h 224"/>
                <a:gd name="T30" fmla="*/ 8250 w 528"/>
                <a:gd name="T31" fmla="*/ 113 h 224"/>
                <a:gd name="T32" fmla="*/ 8208 w 528"/>
                <a:gd name="T33" fmla="*/ 0 h 2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8" h="224">
                  <a:moveTo>
                    <a:pt x="525" y="0"/>
                  </a:moveTo>
                  <a:cubicBezTo>
                    <a:pt x="524" y="1"/>
                    <a:pt x="523" y="2"/>
                    <a:pt x="522" y="3"/>
                  </a:cubicBezTo>
                  <a:cubicBezTo>
                    <a:pt x="479" y="41"/>
                    <a:pt x="426" y="84"/>
                    <a:pt x="372" y="119"/>
                  </a:cubicBezTo>
                  <a:cubicBezTo>
                    <a:pt x="354" y="131"/>
                    <a:pt x="332" y="137"/>
                    <a:pt x="311" y="148"/>
                  </a:cubicBezTo>
                  <a:cubicBezTo>
                    <a:pt x="289" y="160"/>
                    <a:pt x="257" y="175"/>
                    <a:pt x="234" y="184"/>
                  </a:cubicBezTo>
                  <a:cubicBezTo>
                    <a:pt x="202" y="196"/>
                    <a:pt x="181" y="208"/>
                    <a:pt x="150" y="212"/>
                  </a:cubicBezTo>
                  <a:cubicBezTo>
                    <a:pt x="121" y="216"/>
                    <a:pt x="92" y="216"/>
                    <a:pt x="63" y="212"/>
                  </a:cubicBezTo>
                  <a:cubicBezTo>
                    <a:pt x="42" y="210"/>
                    <a:pt x="21" y="204"/>
                    <a:pt x="0" y="196"/>
                  </a:cubicBezTo>
                  <a:cubicBezTo>
                    <a:pt x="3" y="198"/>
                    <a:pt x="7" y="199"/>
                    <a:pt x="10" y="200"/>
                  </a:cubicBezTo>
                  <a:cubicBezTo>
                    <a:pt x="11" y="203"/>
                    <a:pt x="11" y="205"/>
                    <a:pt x="11" y="208"/>
                  </a:cubicBezTo>
                  <a:cubicBezTo>
                    <a:pt x="28" y="213"/>
                    <a:pt x="45" y="217"/>
                    <a:pt x="62" y="220"/>
                  </a:cubicBezTo>
                  <a:cubicBezTo>
                    <a:pt x="92" y="224"/>
                    <a:pt x="122" y="223"/>
                    <a:pt x="151" y="219"/>
                  </a:cubicBezTo>
                  <a:cubicBezTo>
                    <a:pt x="184" y="214"/>
                    <a:pt x="206" y="203"/>
                    <a:pt x="237" y="191"/>
                  </a:cubicBezTo>
                  <a:cubicBezTo>
                    <a:pt x="260" y="181"/>
                    <a:pt x="292" y="167"/>
                    <a:pt x="314" y="155"/>
                  </a:cubicBezTo>
                  <a:cubicBezTo>
                    <a:pt x="335" y="143"/>
                    <a:pt x="357" y="138"/>
                    <a:pt x="376" y="125"/>
                  </a:cubicBezTo>
                  <a:cubicBezTo>
                    <a:pt x="430" y="90"/>
                    <a:pt x="485" y="46"/>
                    <a:pt x="528" y="7"/>
                  </a:cubicBezTo>
                  <a:lnTo>
                    <a:pt x="525" y="0"/>
                  </a:lnTo>
                  <a:close/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167">
              <a:extLst>
                <a:ext uri="{FF2B5EF4-FFF2-40B4-BE49-F238E27FC236}">
                  <a16:creationId xmlns:a16="http://schemas.microsoft.com/office/drawing/2014/main" id="{CE86D2CC-B8E4-4FF8-BB76-72FF66026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587"/>
              <a:ext cx="1042" cy="605"/>
            </a:xfrm>
            <a:custGeom>
              <a:avLst/>
              <a:gdLst>
                <a:gd name="T0" fmla="*/ 30 w 417"/>
                <a:gd name="T1" fmla="*/ 113 h 242"/>
                <a:gd name="T2" fmla="*/ 375 w 417"/>
                <a:gd name="T3" fmla="*/ 145 h 242"/>
                <a:gd name="T4" fmla="*/ 1074 w 417"/>
                <a:gd name="T5" fmla="*/ 333 h 242"/>
                <a:gd name="T6" fmla="*/ 2946 w 417"/>
                <a:gd name="T7" fmla="*/ 1563 h 242"/>
                <a:gd name="T8" fmla="*/ 4245 w 417"/>
                <a:gd name="T9" fmla="*/ 2500 h 242"/>
                <a:gd name="T10" fmla="*/ 5165 w 417"/>
                <a:gd name="T11" fmla="*/ 3533 h 242"/>
                <a:gd name="T12" fmla="*/ 5712 w 417"/>
                <a:gd name="T13" fmla="*/ 3770 h 242"/>
                <a:gd name="T14" fmla="*/ 6319 w 417"/>
                <a:gd name="T15" fmla="*/ 3708 h 242"/>
                <a:gd name="T16" fmla="*/ 6507 w 417"/>
                <a:gd name="T17" fmla="*/ 3625 h 242"/>
                <a:gd name="T18" fmla="*/ 6462 w 417"/>
                <a:gd name="T19" fmla="*/ 3533 h 242"/>
                <a:gd name="T20" fmla="*/ 6287 w 417"/>
                <a:gd name="T21" fmla="*/ 3595 h 242"/>
                <a:gd name="T22" fmla="*/ 5245 w 417"/>
                <a:gd name="T23" fmla="*/ 3438 h 242"/>
                <a:gd name="T24" fmla="*/ 4320 w 417"/>
                <a:gd name="T25" fmla="*/ 2425 h 242"/>
                <a:gd name="T26" fmla="*/ 3009 w 417"/>
                <a:gd name="T27" fmla="*/ 1470 h 242"/>
                <a:gd name="T28" fmla="*/ 1124 w 417"/>
                <a:gd name="T29" fmla="*/ 220 h 242"/>
                <a:gd name="T30" fmla="*/ 0 w 417"/>
                <a:gd name="T31" fmla="*/ 0 h 242"/>
                <a:gd name="T32" fmla="*/ 30 w 417"/>
                <a:gd name="T33" fmla="*/ 113 h 2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7" h="242">
                  <a:moveTo>
                    <a:pt x="2" y="7"/>
                  </a:moveTo>
                  <a:cubicBezTo>
                    <a:pt x="9" y="7"/>
                    <a:pt x="17" y="8"/>
                    <a:pt x="24" y="9"/>
                  </a:cubicBezTo>
                  <a:cubicBezTo>
                    <a:pt x="38" y="11"/>
                    <a:pt x="53" y="14"/>
                    <a:pt x="69" y="21"/>
                  </a:cubicBezTo>
                  <a:cubicBezTo>
                    <a:pt x="114" y="37"/>
                    <a:pt x="152" y="71"/>
                    <a:pt x="189" y="100"/>
                  </a:cubicBezTo>
                  <a:cubicBezTo>
                    <a:pt x="218" y="122"/>
                    <a:pt x="250" y="139"/>
                    <a:pt x="272" y="160"/>
                  </a:cubicBezTo>
                  <a:cubicBezTo>
                    <a:pt x="295" y="182"/>
                    <a:pt x="311" y="209"/>
                    <a:pt x="331" y="226"/>
                  </a:cubicBezTo>
                  <a:cubicBezTo>
                    <a:pt x="342" y="234"/>
                    <a:pt x="354" y="239"/>
                    <a:pt x="366" y="241"/>
                  </a:cubicBezTo>
                  <a:cubicBezTo>
                    <a:pt x="380" y="242"/>
                    <a:pt x="394" y="241"/>
                    <a:pt x="405" y="237"/>
                  </a:cubicBezTo>
                  <a:cubicBezTo>
                    <a:pt x="409" y="236"/>
                    <a:pt x="413" y="234"/>
                    <a:pt x="417" y="232"/>
                  </a:cubicBezTo>
                  <a:cubicBezTo>
                    <a:pt x="414" y="226"/>
                    <a:pt x="414" y="226"/>
                    <a:pt x="414" y="226"/>
                  </a:cubicBezTo>
                  <a:cubicBezTo>
                    <a:pt x="410" y="227"/>
                    <a:pt x="406" y="229"/>
                    <a:pt x="403" y="230"/>
                  </a:cubicBezTo>
                  <a:cubicBezTo>
                    <a:pt x="384" y="236"/>
                    <a:pt x="356" y="237"/>
                    <a:pt x="336" y="220"/>
                  </a:cubicBezTo>
                  <a:cubicBezTo>
                    <a:pt x="317" y="205"/>
                    <a:pt x="301" y="178"/>
                    <a:pt x="277" y="155"/>
                  </a:cubicBezTo>
                  <a:cubicBezTo>
                    <a:pt x="254" y="133"/>
                    <a:pt x="222" y="116"/>
                    <a:pt x="193" y="94"/>
                  </a:cubicBezTo>
                  <a:cubicBezTo>
                    <a:pt x="156" y="66"/>
                    <a:pt x="118" y="31"/>
                    <a:pt x="72" y="14"/>
                  </a:cubicBezTo>
                  <a:cubicBezTo>
                    <a:pt x="42" y="2"/>
                    <a:pt x="18" y="1"/>
                    <a:pt x="0" y="0"/>
                  </a:cubicBezTo>
                  <a:cubicBezTo>
                    <a:pt x="1" y="2"/>
                    <a:pt x="2" y="5"/>
                    <a:pt x="2" y="7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2" name="Freeform 168">
              <a:extLst>
                <a:ext uri="{FF2B5EF4-FFF2-40B4-BE49-F238E27FC236}">
                  <a16:creationId xmlns:a16="http://schemas.microsoft.com/office/drawing/2014/main" id="{41AECD1B-D004-4787-9918-F4BE262FB3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0" y="2802"/>
              <a:ext cx="301" cy="663"/>
            </a:xfrm>
            <a:custGeom>
              <a:avLst/>
              <a:gdLst>
                <a:gd name="T0" fmla="*/ 554 w 120"/>
                <a:gd name="T1" fmla="*/ 1051 h 265"/>
                <a:gd name="T2" fmla="*/ 1277 w 120"/>
                <a:gd name="T3" fmla="*/ 1784 h 265"/>
                <a:gd name="T4" fmla="*/ 1360 w 120"/>
                <a:gd name="T5" fmla="*/ 1709 h 265"/>
                <a:gd name="T6" fmla="*/ 1339 w 120"/>
                <a:gd name="T7" fmla="*/ 1691 h 265"/>
                <a:gd name="T8" fmla="*/ 1339 w 120"/>
                <a:gd name="T9" fmla="*/ 1691 h 265"/>
                <a:gd name="T10" fmla="*/ 1768 w 120"/>
                <a:gd name="T11" fmla="*/ 1063 h 265"/>
                <a:gd name="T12" fmla="*/ 1811 w 120"/>
                <a:gd name="T13" fmla="*/ 971 h 265"/>
                <a:gd name="T14" fmla="*/ 1530 w 120"/>
                <a:gd name="T15" fmla="*/ 783 h 265"/>
                <a:gd name="T16" fmla="*/ 838 w 120"/>
                <a:gd name="T17" fmla="*/ 0 h 265"/>
                <a:gd name="T18" fmla="*/ 238 w 120"/>
                <a:gd name="T19" fmla="*/ 658 h 265"/>
                <a:gd name="T20" fmla="*/ 554 w 120"/>
                <a:gd name="T21" fmla="*/ 1051 h 265"/>
                <a:gd name="T22" fmla="*/ 1844 w 120"/>
                <a:gd name="T23" fmla="*/ 3255 h 265"/>
                <a:gd name="T24" fmla="*/ 1831 w 120"/>
                <a:gd name="T25" fmla="*/ 3255 h 265"/>
                <a:gd name="T26" fmla="*/ 1530 w 120"/>
                <a:gd name="T27" fmla="*/ 2710 h 265"/>
                <a:gd name="T28" fmla="*/ 1497 w 120"/>
                <a:gd name="T29" fmla="*/ 2597 h 265"/>
                <a:gd name="T30" fmla="*/ 1422 w 120"/>
                <a:gd name="T31" fmla="*/ 2660 h 265"/>
                <a:gd name="T32" fmla="*/ 63 w 120"/>
                <a:gd name="T33" fmla="*/ 3255 h 265"/>
                <a:gd name="T34" fmla="*/ 0 w 120"/>
                <a:gd name="T35" fmla="*/ 4151 h 265"/>
                <a:gd name="T36" fmla="*/ 1811 w 120"/>
                <a:gd name="T37" fmla="*/ 3400 h 265"/>
                <a:gd name="T38" fmla="*/ 1894 w 120"/>
                <a:gd name="T39" fmla="*/ 3350 h 265"/>
                <a:gd name="T40" fmla="*/ 1844 w 120"/>
                <a:gd name="T41" fmla="*/ 3255 h 2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0" h="265">
                  <a:moveTo>
                    <a:pt x="35" y="67"/>
                  </a:moveTo>
                  <a:cubicBezTo>
                    <a:pt x="45" y="79"/>
                    <a:pt x="61" y="94"/>
                    <a:pt x="81" y="114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6" y="108"/>
                    <a:pt x="85" y="108"/>
                    <a:pt x="85" y="108"/>
                  </a:cubicBezTo>
                  <a:cubicBezTo>
                    <a:pt x="85" y="108"/>
                    <a:pt x="85" y="108"/>
                    <a:pt x="85" y="108"/>
                  </a:cubicBezTo>
                  <a:cubicBezTo>
                    <a:pt x="66" y="89"/>
                    <a:pt x="89" y="55"/>
                    <a:pt x="112" y="68"/>
                  </a:cubicBezTo>
                  <a:cubicBezTo>
                    <a:pt x="115" y="62"/>
                    <a:pt x="115" y="62"/>
                    <a:pt x="115" y="62"/>
                  </a:cubicBezTo>
                  <a:cubicBezTo>
                    <a:pt x="105" y="58"/>
                    <a:pt x="99" y="53"/>
                    <a:pt x="97" y="50"/>
                  </a:cubicBezTo>
                  <a:cubicBezTo>
                    <a:pt x="83" y="35"/>
                    <a:pt x="65" y="17"/>
                    <a:pt x="53" y="0"/>
                  </a:cubicBezTo>
                  <a:cubicBezTo>
                    <a:pt x="36" y="19"/>
                    <a:pt x="31" y="24"/>
                    <a:pt x="15" y="42"/>
                  </a:cubicBezTo>
                  <a:cubicBezTo>
                    <a:pt x="22" y="50"/>
                    <a:pt x="28" y="59"/>
                    <a:pt x="35" y="67"/>
                  </a:cubicBezTo>
                  <a:close/>
                  <a:moveTo>
                    <a:pt x="117" y="208"/>
                  </a:moveTo>
                  <a:cubicBezTo>
                    <a:pt x="116" y="208"/>
                    <a:pt x="116" y="208"/>
                    <a:pt x="116" y="208"/>
                  </a:cubicBezTo>
                  <a:cubicBezTo>
                    <a:pt x="94" y="215"/>
                    <a:pt x="80" y="189"/>
                    <a:pt x="97" y="173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94" y="168"/>
                    <a:pt x="92" y="169"/>
                    <a:pt x="90" y="170"/>
                  </a:cubicBezTo>
                  <a:cubicBezTo>
                    <a:pt x="68" y="186"/>
                    <a:pt x="36" y="204"/>
                    <a:pt x="4" y="208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22" y="260"/>
                    <a:pt x="74" y="234"/>
                    <a:pt x="115" y="217"/>
                  </a:cubicBezTo>
                  <a:cubicBezTo>
                    <a:pt x="117" y="216"/>
                    <a:pt x="119" y="215"/>
                    <a:pt x="120" y="214"/>
                  </a:cubicBezTo>
                  <a:lnTo>
                    <a:pt x="117" y="208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3" name="Freeform 169">
              <a:extLst>
                <a:ext uri="{FF2B5EF4-FFF2-40B4-BE49-F238E27FC236}">
                  <a16:creationId xmlns:a16="http://schemas.microsoft.com/office/drawing/2014/main" id="{099D82B8-3751-477C-9ABA-B061F63A7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217"/>
              <a:ext cx="142" cy="153"/>
            </a:xfrm>
            <a:custGeom>
              <a:avLst/>
              <a:gdLst>
                <a:gd name="T0" fmla="*/ 446 w 57"/>
                <a:gd name="T1" fmla="*/ 0 h 61"/>
                <a:gd name="T2" fmla="*/ 882 w 57"/>
                <a:gd name="T3" fmla="*/ 742 h 61"/>
                <a:gd name="T4" fmla="*/ 820 w 57"/>
                <a:gd name="T5" fmla="*/ 647 h 61"/>
                <a:gd name="T6" fmla="*/ 508 w 57"/>
                <a:gd name="T7" fmla="*/ 95 h 61"/>
                <a:gd name="T8" fmla="*/ 446 w 57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1">
                  <a:moveTo>
                    <a:pt x="29" y="0"/>
                  </a:moveTo>
                  <a:cubicBezTo>
                    <a:pt x="0" y="21"/>
                    <a:pt x="24" y="61"/>
                    <a:pt x="57" y="47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29" y="52"/>
                    <a:pt x="12" y="22"/>
                    <a:pt x="33" y="6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4" name="Oval 170">
              <a:extLst>
                <a:ext uri="{FF2B5EF4-FFF2-40B4-BE49-F238E27FC236}">
                  <a16:creationId xmlns:a16="http://schemas.microsoft.com/office/drawing/2014/main" id="{CAAB6D70-F7D3-4DC2-BBF6-5FD91CCBF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3880"/>
              <a:ext cx="315" cy="182"/>
            </a:xfrm>
            <a:prstGeom prst="ellipse">
              <a:avLst/>
            </a:pr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5" name="Oval 171">
              <a:extLst>
                <a:ext uri="{FF2B5EF4-FFF2-40B4-BE49-F238E27FC236}">
                  <a16:creationId xmlns:a16="http://schemas.microsoft.com/office/drawing/2014/main" id="{A153BBB4-5DC5-460A-B31C-A4CA343E4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3910"/>
              <a:ext cx="265" cy="137"/>
            </a:xfrm>
            <a:prstGeom prst="ellipse">
              <a:avLst/>
            </a:prstGeom>
            <a:solidFill>
              <a:srgbClr val="008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6" name="Freeform 172">
              <a:extLst>
                <a:ext uri="{FF2B5EF4-FFF2-40B4-BE49-F238E27FC236}">
                  <a16:creationId xmlns:a16="http://schemas.microsoft.com/office/drawing/2014/main" id="{6CAD461A-D65F-495A-B150-462F3DD21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910"/>
              <a:ext cx="237" cy="80"/>
            </a:xfrm>
            <a:custGeom>
              <a:avLst/>
              <a:gdLst>
                <a:gd name="T0" fmla="*/ 0 w 95"/>
                <a:gd name="T1" fmla="*/ 283 h 32"/>
                <a:gd name="T2" fmla="*/ 716 w 95"/>
                <a:gd name="T3" fmla="*/ 500 h 32"/>
                <a:gd name="T4" fmla="*/ 1474 w 95"/>
                <a:gd name="T5" fmla="*/ 238 h 32"/>
                <a:gd name="T6" fmla="*/ 758 w 95"/>
                <a:gd name="T7" fmla="*/ 0 h 32"/>
                <a:gd name="T8" fmla="*/ 0 w 95"/>
                <a:gd name="T9" fmla="*/ 28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32">
                  <a:moveTo>
                    <a:pt x="0" y="18"/>
                  </a:moveTo>
                  <a:cubicBezTo>
                    <a:pt x="9" y="26"/>
                    <a:pt x="26" y="32"/>
                    <a:pt x="46" y="32"/>
                  </a:cubicBezTo>
                  <a:cubicBezTo>
                    <a:pt x="69" y="32"/>
                    <a:pt x="88" y="25"/>
                    <a:pt x="95" y="15"/>
                  </a:cubicBezTo>
                  <a:cubicBezTo>
                    <a:pt x="87" y="6"/>
                    <a:pt x="69" y="0"/>
                    <a:pt x="49" y="0"/>
                  </a:cubicBezTo>
                  <a:cubicBezTo>
                    <a:pt x="27" y="0"/>
                    <a:pt x="8" y="7"/>
                    <a:pt x="0" y="18"/>
                  </a:cubicBezTo>
                </a:path>
              </a:pathLst>
            </a:custGeom>
            <a:solidFill>
              <a:srgbClr val="007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7" name="Oval 173">
              <a:extLst>
                <a:ext uri="{FF2B5EF4-FFF2-40B4-BE49-F238E27FC236}">
                  <a16:creationId xmlns:a16="http://schemas.microsoft.com/office/drawing/2014/main" id="{49FB86DB-97BA-428D-9A05-26BB2C217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" y="3880"/>
              <a:ext cx="315" cy="182"/>
            </a:xfrm>
            <a:prstGeom prst="ellipse">
              <a:avLst/>
            </a:pr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8" name="Oval 174">
              <a:extLst>
                <a:ext uri="{FF2B5EF4-FFF2-40B4-BE49-F238E27FC236}">
                  <a16:creationId xmlns:a16="http://schemas.microsoft.com/office/drawing/2014/main" id="{241AF14D-E7D1-4B64-85F5-4394CC904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3910"/>
              <a:ext cx="265" cy="137"/>
            </a:xfrm>
            <a:prstGeom prst="ellipse">
              <a:avLst/>
            </a:prstGeom>
            <a:solidFill>
              <a:srgbClr val="CA5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9" name="Freeform 175">
              <a:extLst>
                <a:ext uri="{FF2B5EF4-FFF2-40B4-BE49-F238E27FC236}">
                  <a16:creationId xmlns:a16="http://schemas.microsoft.com/office/drawing/2014/main" id="{319B4C9F-80D9-44BD-B3BC-1B1B90275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3910"/>
              <a:ext cx="237" cy="77"/>
            </a:xfrm>
            <a:custGeom>
              <a:avLst/>
              <a:gdLst>
                <a:gd name="T0" fmla="*/ 0 w 95"/>
                <a:gd name="T1" fmla="*/ 246 h 31"/>
                <a:gd name="T2" fmla="*/ 728 w 95"/>
                <a:gd name="T3" fmla="*/ 474 h 31"/>
                <a:gd name="T4" fmla="*/ 1474 w 95"/>
                <a:gd name="T5" fmla="*/ 229 h 31"/>
                <a:gd name="T6" fmla="*/ 746 w 95"/>
                <a:gd name="T7" fmla="*/ 0 h 31"/>
                <a:gd name="T8" fmla="*/ 0 w 95"/>
                <a:gd name="T9" fmla="*/ 24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31">
                  <a:moveTo>
                    <a:pt x="0" y="16"/>
                  </a:moveTo>
                  <a:cubicBezTo>
                    <a:pt x="9" y="25"/>
                    <a:pt x="26" y="31"/>
                    <a:pt x="47" y="31"/>
                  </a:cubicBezTo>
                  <a:cubicBezTo>
                    <a:pt x="68" y="31"/>
                    <a:pt x="86" y="24"/>
                    <a:pt x="95" y="15"/>
                  </a:cubicBezTo>
                  <a:cubicBezTo>
                    <a:pt x="86" y="6"/>
                    <a:pt x="68" y="0"/>
                    <a:pt x="48" y="0"/>
                  </a:cubicBezTo>
                  <a:cubicBezTo>
                    <a:pt x="27" y="0"/>
                    <a:pt x="8" y="7"/>
                    <a:pt x="0" y="16"/>
                  </a:cubicBezTo>
                </a:path>
              </a:pathLst>
            </a:custGeom>
            <a:solidFill>
              <a:srgbClr val="9E4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0" name="Freeform 176">
              <a:extLst>
                <a:ext uri="{FF2B5EF4-FFF2-40B4-BE49-F238E27FC236}">
                  <a16:creationId xmlns:a16="http://schemas.microsoft.com/office/drawing/2014/main" id="{E740CFC3-CEAC-45A3-8BDA-8A0E43F85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084"/>
              <a:ext cx="540" cy="1886"/>
            </a:xfrm>
            <a:custGeom>
              <a:avLst/>
              <a:gdLst>
                <a:gd name="T0" fmla="*/ 2938 w 216"/>
                <a:gd name="T1" fmla="*/ 550 h 754"/>
                <a:gd name="T2" fmla="*/ 1958 w 216"/>
                <a:gd name="T3" fmla="*/ 750 h 754"/>
                <a:gd name="T4" fmla="*/ 2063 w 216"/>
                <a:gd name="T5" fmla="*/ 3022 h 754"/>
                <a:gd name="T6" fmla="*/ 783 w 216"/>
                <a:gd name="T7" fmla="*/ 7984 h 754"/>
                <a:gd name="T8" fmla="*/ 33 w 216"/>
                <a:gd name="T9" fmla="*/ 11298 h 754"/>
                <a:gd name="T10" fmla="*/ 33 w 216"/>
                <a:gd name="T11" fmla="*/ 11781 h 754"/>
                <a:gd name="T12" fmla="*/ 1020 w 216"/>
                <a:gd name="T13" fmla="*/ 11236 h 754"/>
                <a:gd name="T14" fmla="*/ 2000 w 216"/>
                <a:gd name="T15" fmla="*/ 11801 h 754"/>
                <a:gd name="T16" fmla="*/ 2000 w 216"/>
                <a:gd name="T17" fmla="*/ 11719 h 754"/>
                <a:gd name="T18" fmla="*/ 2688 w 216"/>
                <a:gd name="T19" fmla="*/ 7026 h 754"/>
                <a:gd name="T20" fmla="*/ 3250 w 216"/>
                <a:gd name="T21" fmla="*/ 2159 h 754"/>
                <a:gd name="T22" fmla="*/ 2938 w 216"/>
                <a:gd name="T23" fmla="*/ 550 h 7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6" h="754">
                  <a:moveTo>
                    <a:pt x="188" y="35"/>
                  </a:moveTo>
                  <a:cubicBezTo>
                    <a:pt x="178" y="0"/>
                    <a:pt x="118" y="11"/>
                    <a:pt x="125" y="48"/>
                  </a:cubicBezTo>
                  <a:cubicBezTo>
                    <a:pt x="132" y="90"/>
                    <a:pt x="136" y="139"/>
                    <a:pt x="132" y="193"/>
                  </a:cubicBezTo>
                  <a:cubicBezTo>
                    <a:pt x="122" y="320"/>
                    <a:pt x="73" y="436"/>
                    <a:pt x="50" y="510"/>
                  </a:cubicBezTo>
                  <a:cubicBezTo>
                    <a:pt x="32" y="581"/>
                    <a:pt x="7" y="654"/>
                    <a:pt x="2" y="722"/>
                  </a:cubicBezTo>
                  <a:cubicBezTo>
                    <a:pt x="0" y="738"/>
                    <a:pt x="1" y="751"/>
                    <a:pt x="2" y="753"/>
                  </a:cubicBezTo>
                  <a:cubicBezTo>
                    <a:pt x="3" y="734"/>
                    <a:pt x="31" y="718"/>
                    <a:pt x="65" y="718"/>
                  </a:cubicBezTo>
                  <a:cubicBezTo>
                    <a:pt x="99" y="718"/>
                    <a:pt x="127" y="734"/>
                    <a:pt x="128" y="754"/>
                  </a:cubicBezTo>
                  <a:cubicBezTo>
                    <a:pt x="129" y="752"/>
                    <a:pt x="128" y="752"/>
                    <a:pt x="128" y="749"/>
                  </a:cubicBezTo>
                  <a:cubicBezTo>
                    <a:pt x="128" y="662"/>
                    <a:pt x="144" y="552"/>
                    <a:pt x="172" y="449"/>
                  </a:cubicBezTo>
                  <a:cubicBezTo>
                    <a:pt x="210" y="309"/>
                    <a:pt x="216" y="210"/>
                    <a:pt x="208" y="138"/>
                  </a:cubicBezTo>
                  <a:cubicBezTo>
                    <a:pt x="205" y="113"/>
                    <a:pt x="198" y="74"/>
                    <a:pt x="188" y="35"/>
                  </a:cubicBezTo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1" name="Freeform 177">
              <a:extLst>
                <a:ext uri="{FF2B5EF4-FFF2-40B4-BE49-F238E27FC236}">
                  <a16:creationId xmlns:a16="http://schemas.microsoft.com/office/drawing/2014/main" id="{7C6749CB-74DD-4613-81E8-09D657027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145"/>
              <a:ext cx="368" cy="1705"/>
            </a:xfrm>
            <a:custGeom>
              <a:avLst/>
              <a:gdLst>
                <a:gd name="T0" fmla="*/ 2088 w 147"/>
                <a:gd name="T1" fmla="*/ 0 h 682"/>
                <a:gd name="T2" fmla="*/ 1930 w 147"/>
                <a:gd name="T3" fmla="*/ 425 h 682"/>
                <a:gd name="T4" fmla="*/ 1772 w 147"/>
                <a:gd name="T5" fmla="*/ 4375 h 682"/>
                <a:gd name="T6" fmla="*/ 521 w 147"/>
                <a:gd name="T7" fmla="*/ 8250 h 682"/>
                <a:gd name="T8" fmla="*/ 0 w 147"/>
                <a:gd name="T9" fmla="*/ 10658 h 682"/>
                <a:gd name="T10" fmla="*/ 1254 w 147"/>
                <a:gd name="T11" fmla="*/ 6925 h 682"/>
                <a:gd name="T12" fmla="*/ 2276 w 147"/>
                <a:gd name="T13" fmla="*/ 2500 h 682"/>
                <a:gd name="T14" fmla="*/ 2088 w 147"/>
                <a:gd name="T15" fmla="*/ 0 h 6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682">
                  <a:moveTo>
                    <a:pt x="133" y="0"/>
                  </a:moveTo>
                  <a:cubicBezTo>
                    <a:pt x="122" y="4"/>
                    <a:pt x="117" y="0"/>
                    <a:pt x="123" y="27"/>
                  </a:cubicBezTo>
                  <a:cubicBezTo>
                    <a:pt x="129" y="53"/>
                    <a:pt x="145" y="156"/>
                    <a:pt x="113" y="280"/>
                  </a:cubicBezTo>
                  <a:cubicBezTo>
                    <a:pt x="81" y="403"/>
                    <a:pt x="59" y="433"/>
                    <a:pt x="33" y="528"/>
                  </a:cubicBezTo>
                  <a:cubicBezTo>
                    <a:pt x="8" y="622"/>
                    <a:pt x="1" y="652"/>
                    <a:pt x="0" y="682"/>
                  </a:cubicBezTo>
                  <a:cubicBezTo>
                    <a:pt x="22" y="616"/>
                    <a:pt x="53" y="510"/>
                    <a:pt x="80" y="443"/>
                  </a:cubicBezTo>
                  <a:cubicBezTo>
                    <a:pt x="106" y="377"/>
                    <a:pt x="147" y="245"/>
                    <a:pt x="145" y="160"/>
                  </a:cubicBezTo>
                  <a:cubicBezTo>
                    <a:pt x="144" y="74"/>
                    <a:pt x="123" y="2"/>
                    <a:pt x="133" y="0"/>
                  </a:cubicBezTo>
                </a:path>
              </a:pathLst>
            </a:custGeom>
            <a:solidFill>
              <a:srgbClr val="7EC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2" name="Freeform 178">
              <a:extLst>
                <a:ext uri="{FF2B5EF4-FFF2-40B4-BE49-F238E27FC236}">
                  <a16:creationId xmlns:a16="http://schemas.microsoft.com/office/drawing/2014/main" id="{6776968A-BBE5-43CE-91B8-F9412556D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2079"/>
              <a:ext cx="590" cy="1898"/>
            </a:xfrm>
            <a:custGeom>
              <a:avLst/>
              <a:gdLst>
                <a:gd name="T0" fmla="*/ 3270 w 236"/>
                <a:gd name="T1" fmla="*/ 613 h 759"/>
                <a:gd name="T2" fmla="*/ 2270 w 236"/>
                <a:gd name="T3" fmla="*/ 783 h 759"/>
                <a:gd name="T4" fmla="*/ 1675 w 236"/>
                <a:gd name="T5" fmla="*/ 6617 h 759"/>
                <a:gd name="T6" fmla="*/ 583 w 236"/>
                <a:gd name="T7" fmla="*/ 9680 h 759"/>
                <a:gd name="T8" fmla="*/ 20 w 236"/>
                <a:gd name="T9" fmla="*/ 11756 h 759"/>
                <a:gd name="T10" fmla="*/ 1000 w 236"/>
                <a:gd name="T11" fmla="*/ 11255 h 759"/>
                <a:gd name="T12" fmla="*/ 1988 w 236"/>
                <a:gd name="T13" fmla="*/ 11838 h 759"/>
                <a:gd name="T14" fmla="*/ 1988 w 236"/>
                <a:gd name="T15" fmla="*/ 11868 h 759"/>
                <a:gd name="T16" fmla="*/ 2395 w 236"/>
                <a:gd name="T17" fmla="*/ 10038 h 759"/>
                <a:gd name="T18" fmla="*/ 3238 w 236"/>
                <a:gd name="T19" fmla="*/ 6709 h 759"/>
                <a:gd name="T20" fmla="*/ 3270 w 236"/>
                <a:gd name="T21" fmla="*/ 613 h 7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759">
                  <a:moveTo>
                    <a:pt x="209" y="39"/>
                  </a:moveTo>
                  <a:cubicBezTo>
                    <a:pt x="200" y="0"/>
                    <a:pt x="142" y="14"/>
                    <a:pt x="145" y="50"/>
                  </a:cubicBezTo>
                  <a:cubicBezTo>
                    <a:pt x="158" y="176"/>
                    <a:pt x="152" y="265"/>
                    <a:pt x="107" y="423"/>
                  </a:cubicBezTo>
                  <a:cubicBezTo>
                    <a:pt x="80" y="520"/>
                    <a:pt x="53" y="571"/>
                    <a:pt x="37" y="619"/>
                  </a:cubicBezTo>
                  <a:cubicBezTo>
                    <a:pt x="17" y="670"/>
                    <a:pt x="0" y="737"/>
                    <a:pt x="1" y="752"/>
                  </a:cubicBezTo>
                  <a:cubicBezTo>
                    <a:pt x="5" y="734"/>
                    <a:pt x="32" y="720"/>
                    <a:pt x="64" y="720"/>
                  </a:cubicBezTo>
                  <a:cubicBezTo>
                    <a:pt x="99" y="720"/>
                    <a:pt x="127" y="737"/>
                    <a:pt x="127" y="757"/>
                  </a:cubicBezTo>
                  <a:cubicBezTo>
                    <a:pt x="127" y="758"/>
                    <a:pt x="127" y="758"/>
                    <a:pt x="127" y="759"/>
                  </a:cubicBezTo>
                  <a:cubicBezTo>
                    <a:pt x="133" y="747"/>
                    <a:pt x="145" y="668"/>
                    <a:pt x="153" y="642"/>
                  </a:cubicBezTo>
                  <a:cubicBezTo>
                    <a:pt x="168" y="590"/>
                    <a:pt x="188" y="533"/>
                    <a:pt x="207" y="429"/>
                  </a:cubicBezTo>
                  <a:cubicBezTo>
                    <a:pt x="236" y="278"/>
                    <a:pt x="227" y="134"/>
                    <a:pt x="209" y="3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3" name="Freeform 179">
              <a:extLst>
                <a:ext uri="{FF2B5EF4-FFF2-40B4-BE49-F238E27FC236}">
                  <a16:creationId xmlns:a16="http://schemas.microsoft.com/office/drawing/2014/main" id="{C20BE850-89C4-469E-9DA6-C5E78880BB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6" y="2597"/>
              <a:ext cx="2252" cy="1223"/>
            </a:xfrm>
            <a:custGeom>
              <a:avLst/>
              <a:gdLst>
                <a:gd name="T0" fmla="*/ 13257 w 901"/>
                <a:gd name="T1" fmla="*/ 3646 h 489"/>
                <a:gd name="T2" fmla="*/ 12100 w 901"/>
                <a:gd name="T3" fmla="*/ 3471 h 489"/>
                <a:gd name="T4" fmla="*/ 9883 w 901"/>
                <a:gd name="T5" fmla="*/ 1501 h 489"/>
                <a:gd name="T6" fmla="*/ 7308 w 901"/>
                <a:gd name="T7" fmla="*/ 83 h 489"/>
                <a:gd name="T8" fmla="*/ 5154 w 901"/>
                <a:gd name="T9" fmla="*/ 520 h 489"/>
                <a:gd name="T10" fmla="*/ 2874 w 901"/>
                <a:gd name="T11" fmla="*/ 1458 h 489"/>
                <a:gd name="T12" fmla="*/ 937 w 901"/>
                <a:gd name="T13" fmla="*/ 2408 h 489"/>
                <a:gd name="T14" fmla="*/ 292 w 901"/>
                <a:gd name="T15" fmla="*/ 2971 h 489"/>
                <a:gd name="T16" fmla="*/ 467 w 901"/>
                <a:gd name="T17" fmla="*/ 3146 h 489"/>
                <a:gd name="T18" fmla="*/ 512 w 901"/>
                <a:gd name="T19" fmla="*/ 3972 h 489"/>
                <a:gd name="T20" fmla="*/ 1167 w 901"/>
                <a:gd name="T21" fmla="*/ 4442 h 489"/>
                <a:gd name="T22" fmla="*/ 1592 w 901"/>
                <a:gd name="T23" fmla="*/ 4584 h 489"/>
                <a:gd name="T24" fmla="*/ 2042 w 901"/>
                <a:gd name="T25" fmla="*/ 4972 h 489"/>
                <a:gd name="T26" fmla="*/ 3887 w 901"/>
                <a:gd name="T27" fmla="*/ 6350 h 489"/>
                <a:gd name="T28" fmla="*/ 6541 w 901"/>
                <a:gd name="T29" fmla="*/ 7588 h 489"/>
                <a:gd name="T30" fmla="*/ 9215 w 901"/>
                <a:gd name="T31" fmla="*/ 7150 h 489"/>
                <a:gd name="T32" fmla="*/ 11370 w 901"/>
                <a:gd name="T33" fmla="*/ 6130 h 489"/>
                <a:gd name="T34" fmla="*/ 13445 w 901"/>
                <a:gd name="T35" fmla="*/ 3566 h 489"/>
                <a:gd name="T36" fmla="*/ 3167 w 901"/>
                <a:gd name="T37" fmla="*/ 4879 h 489"/>
                <a:gd name="T38" fmla="*/ 1950 w 901"/>
                <a:gd name="T39" fmla="*/ 3084 h 489"/>
                <a:gd name="T40" fmla="*/ 3354 w 901"/>
                <a:gd name="T41" fmla="*/ 1971 h 489"/>
                <a:gd name="T42" fmla="*/ 5011 w 901"/>
                <a:gd name="T43" fmla="*/ 2251 h 489"/>
                <a:gd name="T44" fmla="*/ 4604 w 901"/>
                <a:gd name="T45" fmla="*/ 4347 h 489"/>
                <a:gd name="T46" fmla="*/ 7841 w 901"/>
                <a:gd name="T47" fmla="*/ 6868 h 489"/>
                <a:gd name="T48" fmla="*/ 4854 w 901"/>
                <a:gd name="T49" fmla="*/ 6193 h 489"/>
                <a:gd name="T50" fmla="*/ 7028 w 901"/>
                <a:gd name="T51" fmla="*/ 5880 h 489"/>
                <a:gd name="T52" fmla="*/ 8058 w 901"/>
                <a:gd name="T53" fmla="*/ 3521 h 489"/>
                <a:gd name="T54" fmla="*/ 7841 w 901"/>
                <a:gd name="T55" fmla="*/ 4784 h 489"/>
                <a:gd name="T56" fmla="*/ 6166 w 901"/>
                <a:gd name="T57" fmla="*/ 4504 h 489"/>
                <a:gd name="T58" fmla="*/ 6903 w 901"/>
                <a:gd name="T59" fmla="*/ 3304 h 489"/>
                <a:gd name="T60" fmla="*/ 8058 w 901"/>
                <a:gd name="T61" fmla="*/ 3521 h 489"/>
                <a:gd name="T62" fmla="*/ 7341 w 901"/>
                <a:gd name="T63" fmla="*/ 2271 h 489"/>
                <a:gd name="T64" fmla="*/ 6184 w 901"/>
                <a:gd name="T65" fmla="*/ 2146 h 489"/>
                <a:gd name="T66" fmla="*/ 6134 w 901"/>
                <a:gd name="T67" fmla="*/ 1251 h 489"/>
                <a:gd name="T68" fmla="*/ 7403 w 901"/>
                <a:gd name="T69" fmla="*/ 783 h 489"/>
                <a:gd name="T70" fmla="*/ 7966 w 901"/>
                <a:gd name="T71" fmla="*/ 2021 h 489"/>
                <a:gd name="T72" fmla="*/ 10728 w 901"/>
                <a:gd name="T73" fmla="*/ 5460 h 489"/>
                <a:gd name="T74" fmla="*/ 9258 w 901"/>
                <a:gd name="T75" fmla="*/ 6193 h 489"/>
                <a:gd name="T76" fmla="*/ 8853 w 901"/>
                <a:gd name="T77" fmla="*/ 4209 h 489"/>
                <a:gd name="T78" fmla="*/ 9778 w 901"/>
                <a:gd name="T79" fmla="*/ 2751 h 489"/>
                <a:gd name="T80" fmla="*/ 11120 w 901"/>
                <a:gd name="T81" fmla="*/ 3817 h 48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01" h="489">
                  <a:moveTo>
                    <a:pt x="861" y="228"/>
                  </a:moveTo>
                  <a:cubicBezTo>
                    <a:pt x="857" y="230"/>
                    <a:pt x="853" y="232"/>
                    <a:pt x="849" y="233"/>
                  </a:cubicBezTo>
                  <a:cubicBezTo>
                    <a:pt x="838" y="237"/>
                    <a:pt x="824" y="238"/>
                    <a:pt x="810" y="237"/>
                  </a:cubicBezTo>
                  <a:cubicBezTo>
                    <a:pt x="798" y="235"/>
                    <a:pt x="786" y="230"/>
                    <a:pt x="775" y="222"/>
                  </a:cubicBezTo>
                  <a:cubicBezTo>
                    <a:pt x="755" y="205"/>
                    <a:pt x="739" y="178"/>
                    <a:pt x="716" y="156"/>
                  </a:cubicBezTo>
                  <a:cubicBezTo>
                    <a:pt x="694" y="135"/>
                    <a:pt x="662" y="118"/>
                    <a:pt x="633" y="96"/>
                  </a:cubicBezTo>
                  <a:cubicBezTo>
                    <a:pt x="596" y="67"/>
                    <a:pt x="558" y="33"/>
                    <a:pt x="513" y="17"/>
                  </a:cubicBezTo>
                  <a:cubicBezTo>
                    <a:pt x="497" y="10"/>
                    <a:pt x="482" y="7"/>
                    <a:pt x="468" y="5"/>
                  </a:cubicBezTo>
                  <a:cubicBezTo>
                    <a:pt x="433" y="0"/>
                    <a:pt x="405" y="7"/>
                    <a:pt x="388" y="10"/>
                  </a:cubicBezTo>
                  <a:cubicBezTo>
                    <a:pt x="369" y="13"/>
                    <a:pt x="352" y="26"/>
                    <a:pt x="330" y="33"/>
                  </a:cubicBezTo>
                  <a:cubicBezTo>
                    <a:pt x="313" y="39"/>
                    <a:pt x="277" y="48"/>
                    <a:pt x="263" y="54"/>
                  </a:cubicBezTo>
                  <a:cubicBezTo>
                    <a:pt x="233" y="68"/>
                    <a:pt x="206" y="79"/>
                    <a:pt x="184" y="93"/>
                  </a:cubicBezTo>
                  <a:cubicBezTo>
                    <a:pt x="148" y="114"/>
                    <a:pt x="123" y="137"/>
                    <a:pt x="94" y="149"/>
                  </a:cubicBezTo>
                  <a:cubicBezTo>
                    <a:pt x="82" y="154"/>
                    <a:pt x="70" y="155"/>
                    <a:pt x="60" y="154"/>
                  </a:cubicBezTo>
                  <a:cubicBezTo>
                    <a:pt x="55" y="153"/>
                    <a:pt x="50" y="152"/>
                    <a:pt x="46" y="150"/>
                  </a:cubicBezTo>
                  <a:cubicBezTo>
                    <a:pt x="23" y="137"/>
                    <a:pt x="0" y="171"/>
                    <a:pt x="19" y="190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22" y="193"/>
                    <a:pt x="26" y="197"/>
                    <a:pt x="30" y="201"/>
                  </a:cubicBezTo>
                  <a:cubicBezTo>
                    <a:pt x="39" y="208"/>
                    <a:pt x="44" y="218"/>
                    <a:pt x="44" y="229"/>
                  </a:cubicBezTo>
                  <a:cubicBezTo>
                    <a:pt x="44" y="238"/>
                    <a:pt x="40" y="247"/>
                    <a:pt x="33" y="254"/>
                  </a:cubicBezTo>
                  <a:cubicBezTo>
                    <a:pt x="13" y="269"/>
                    <a:pt x="27" y="297"/>
                    <a:pt x="50" y="290"/>
                  </a:cubicBezTo>
                  <a:cubicBezTo>
                    <a:pt x="59" y="286"/>
                    <a:pt x="67" y="284"/>
                    <a:pt x="75" y="284"/>
                  </a:cubicBezTo>
                  <a:cubicBezTo>
                    <a:pt x="75" y="284"/>
                    <a:pt x="75" y="284"/>
                    <a:pt x="75" y="284"/>
                  </a:cubicBezTo>
                  <a:cubicBezTo>
                    <a:pt x="85" y="284"/>
                    <a:pt x="94" y="287"/>
                    <a:pt x="102" y="293"/>
                  </a:cubicBezTo>
                  <a:cubicBezTo>
                    <a:pt x="111" y="299"/>
                    <a:pt x="120" y="307"/>
                    <a:pt x="131" y="318"/>
                  </a:cubicBezTo>
                  <a:cubicBezTo>
                    <a:pt x="131" y="318"/>
                    <a:pt x="131" y="318"/>
                    <a:pt x="131" y="318"/>
                  </a:cubicBezTo>
                  <a:cubicBezTo>
                    <a:pt x="153" y="339"/>
                    <a:pt x="176" y="359"/>
                    <a:pt x="201" y="379"/>
                  </a:cubicBezTo>
                  <a:cubicBezTo>
                    <a:pt x="214" y="389"/>
                    <a:pt x="232" y="395"/>
                    <a:pt x="249" y="406"/>
                  </a:cubicBezTo>
                  <a:cubicBezTo>
                    <a:pt x="264" y="416"/>
                    <a:pt x="275" y="430"/>
                    <a:pt x="287" y="437"/>
                  </a:cubicBezTo>
                  <a:cubicBezTo>
                    <a:pt x="330" y="462"/>
                    <a:pt x="375" y="479"/>
                    <a:pt x="419" y="485"/>
                  </a:cubicBezTo>
                  <a:cubicBezTo>
                    <a:pt x="448" y="489"/>
                    <a:pt x="477" y="489"/>
                    <a:pt x="506" y="485"/>
                  </a:cubicBezTo>
                  <a:cubicBezTo>
                    <a:pt x="537" y="481"/>
                    <a:pt x="558" y="469"/>
                    <a:pt x="590" y="457"/>
                  </a:cubicBezTo>
                  <a:cubicBezTo>
                    <a:pt x="613" y="448"/>
                    <a:pt x="645" y="433"/>
                    <a:pt x="667" y="421"/>
                  </a:cubicBezTo>
                  <a:cubicBezTo>
                    <a:pt x="688" y="410"/>
                    <a:pt x="710" y="404"/>
                    <a:pt x="728" y="392"/>
                  </a:cubicBezTo>
                  <a:cubicBezTo>
                    <a:pt x="782" y="357"/>
                    <a:pt x="835" y="314"/>
                    <a:pt x="878" y="276"/>
                  </a:cubicBezTo>
                  <a:cubicBezTo>
                    <a:pt x="901" y="263"/>
                    <a:pt x="887" y="221"/>
                    <a:pt x="861" y="228"/>
                  </a:cubicBezTo>
                  <a:moveTo>
                    <a:pt x="264" y="338"/>
                  </a:moveTo>
                  <a:cubicBezTo>
                    <a:pt x="250" y="354"/>
                    <a:pt x="228" y="334"/>
                    <a:pt x="203" y="312"/>
                  </a:cubicBezTo>
                  <a:cubicBezTo>
                    <a:pt x="187" y="298"/>
                    <a:pt x="166" y="286"/>
                    <a:pt x="157" y="274"/>
                  </a:cubicBezTo>
                  <a:cubicBezTo>
                    <a:pt x="134" y="243"/>
                    <a:pt x="113" y="220"/>
                    <a:pt x="125" y="197"/>
                  </a:cubicBezTo>
                  <a:cubicBezTo>
                    <a:pt x="129" y="188"/>
                    <a:pt x="150" y="176"/>
                    <a:pt x="173" y="159"/>
                  </a:cubicBezTo>
                  <a:cubicBezTo>
                    <a:pt x="187" y="149"/>
                    <a:pt x="200" y="133"/>
                    <a:pt x="215" y="126"/>
                  </a:cubicBezTo>
                  <a:cubicBezTo>
                    <a:pt x="236" y="114"/>
                    <a:pt x="260" y="113"/>
                    <a:pt x="270" y="110"/>
                  </a:cubicBezTo>
                  <a:cubicBezTo>
                    <a:pt x="289" y="104"/>
                    <a:pt x="309" y="120"/>
                    <a:pt x="321" y="144"/>
                  </a:cubicBezTo>
                  <a:cubicBezTo>
                    <a:pt x="333" y="167"/>
                    <a:pt x="339" y="196"/>
                    <a:pt x="331" y="217"/>
                  </a:cubicBezTo>
                  <a:cubicBezTo>
                    <a:pt x="326" y="231"/>
                    <a:pt x="308" y="254"/>
                    <a:pt x="295" y="278"/>
                  </a:cubicBezTo>
                  <a:cubicBezTo>
                    <a:pt x="282" y="301"/>
                    <a:pt x="275" y="324"/>
                    <a:pt x="264" y="338"/>
                  </a:cubicBezTo>
                  <a:moveTo>
                    <a:pt x="502" y="439"/>
                  </a:moveTo>
                  <a:cubicBezTo>
                    <a:pt x="486" y="453"/>
                    <a:pt x="435" y="445"/>
                    <a:pt x="397" y="442"/>
                  </a:cubicBezTo>
                  <a:cubicBezTo>
                    <a:pt x="358" y="439"/>
                    <a:pt x="324" y="415"/>
                    <a:pt x="311" y="396"/>
                  </a:cubicBezTo>
                  <a:cubicBezTo>
                    <a:pt x="298" y="377"/>
                    <a:pt x="322" y="356"/>
                    <a:pt x="336" y="331"/>
                  </a:cubicBezTo>
                  <a:cubicBezTo>
                    <a:pt x="356" y="293"/>
                    <a:pt x="427" y="357"/>
                    <a:pt x="450" y="376"/>
                  </a:cubicBezTo>
                  <a:cubicBezTo>
                    <a:pt x="473" y="396"/>
                    <a:pt x="519" y="425"/>
                    <a:pt x="502" y="439"/>
                  </a:cubicBezTo>
                  <a:moveTo>
                    <a:pt x="516" y="225"/>
                  </a:moveTo>
                  <a:cubicBezTo>
                    <a:pt x="515" y="240"/>
                    <a:pt x="507" y="258"/>
                    <a:pt x="505" y="273"/>
                  </a:cubicBezTo>
                  <a:cubicBezTo>
                    <a:pt x="502" y="286"/>
                    <a:pt x="505" y="297"/>
                    <a:pt x="502" y="306"/>
                  </a:cubicBezTo>
                  <a:cubicBezTo>
                    <a:pt x="497" y="321"/>
                    <a:pt x="491" y="330"/>
                    <a:pt x="481" y="333"/>
                  </a:cubicBezTo>
                  <a:cubicBezTo>
                    <a:pt x="464" y="337"/>
                    <a:pt x="416" y="297"/>
                    <a:pt x="395" y="288"/>
                  </a:cubicBezTo>
                  <a:cubicBezTo>
                    <a:pt x="373" y="280"/>
                    <a:pt x="369" y="252"/>
                    <a:pt x="388" y="233"/>
                  </a:cubicBezTo>
                  <a:cubicBezTo>
                    <a:pt x="397" y="221"/>
                    <a:pt x="419" y="218"/>
                    <a:pt x="442" y="211"/>
                  </a:cubicBezTo>
                  <a:cubicBezTo>
                    <a:pt x="461" y="205"/>
                    <a:pt x="481" y="194"/>
                    <a:pt x="494" y="191"/>
                  </a:cubicBezTo>
                  <a:cubicBezTo>
                    <a:pt x="512" y="188"/>
                    <a:pt x="517" y="204"/>
                    <a:pt x="516" y="225"/>
                  </a:cubicBezTo>
                  <a:moveTo>
                    <a:pt x="510" y="129"/>
                  </a:moveTo>
                  <a:cubicBezTo>
                    <a:pt x="498" y="133"/>
                    <a:pt x="484" y="140"/>
                    <a:pt x="470" y="145"/>
                  </a:cubicBezTo>
                  <a:cubicBezTo>
                    <a:pt x="449" y="151"/>
                    <a:pt x="437" y="149"/>
                    <a:pt x="428" y="152"/>
                  </a:cubicBezTo>
                  <a:cubicBezTo>
                    <a:pt x="418" y="155"/>
                    <a:pt x="401" y="152"/>
                    <a:pt x="396" y="137"/>
                  </a:cubicBezTo>
                  <a:cubicBezTo>
                    <a:pt x="393" y="129"/>
                    <a:pt x="395" y="120"/>
                    <a:pt x="394" y="110"/>
                  </a:cubicBezTo>
                  <a:cubicBezTo>
                    <a:pt x="393" y="100"/>
                    <a:pt x="390" y="90"/>
                    <a:pt x="393" y="80"/>
                  </a:cubicBezTo>
                  <a:cubicBezTo>
                    <a:pt x="396" y="62"/>
                    <a:pt x="411" y="54"/>
                    <a:pt x="431" y="52"/>
                  </a:cubicBezTo>
                  <a:cubicBezTo>
                    <a:pt x="443" y="51"/>
                    <a:pt x="460" y="47"/>
                    <a:pt x="474" y="50"/>
                  </a:cubicBezTo>
                  <a:cubicBezTo>
                    <a:pt x="500" y="56"/>
                    <a:pt x="522" y="75"/>
                    <a:pt x="534" y="90"/>
                  </a:cubicBezTo>
                  <a:cubicBezTo>
                    <a:pt x="553" y="115"/>
                    <a:pt x="538" y="120"/>
                    <a:pt x="510" y="129"/>
                  </a:cubicBezTo>
                  <a:moveTo>
                    <a:pt x="707" y="333"/>
                  </a:moveTo>
                  <a:cubicBezTo>
                    <a:pt x="701" y="338"/>
                    <a:pt x="694" y="344"/>
                    <a:pt x="687" y="349"/>
                  </a:cubicBezTo>
                  <a:cubicBezTo>
                    <a:pt x="675" y="358"/>
                    <a:pt x="661" y="362"/>
                    <a:pt x="648" y="370"/>
                  </a:cubicBezTo>
                  <a:cubicBezTo>
                    <a:pt x="628" y="382"/>
                    <a:pt x="610" y="395"/>
                    <a:pt x="593" y="396"/>
                  </a:cubicBezTo>
                  <a:cubicBezTo>
                    <a:pt x="558" y="398"/>
                    <a:pt x="549" y="368"/>
                    <a:pt x="559" y="320"/>
                  </a:cubicBezTo>
                  <a:cubicBezTo>
                    <a:pt x="562" y="307"/>
                    <a:pt x="562" y="288"/>
                    <a:pt x="567" y="269"/>
                  </a:cubicBezTo>
                  <a:cubicBezTo>
                    <a:pt x="571" y="249"/>
                    <a:pt x="580" y="228"/>
                    <a:pt x="586" y="211"/>
                  </a:cubicBezTo>
                  <a:cubicBezTo>
                    <a:pt x="596" y="186"/>
                    <a:pt x="609" y="169"/>
                    <a:pt x="626" y="176"/>
                  </a:cubicBezTo>
                  <a:cubicBezTo>
                    <a:pt x="648" y="187"/>
                    <a:pt x="667" y="192"/>
                    <a:pt x="681" y="204"/>
                  </a:cubicBezTo>
                  <a:cubicBezTo>
                    <a:pt x="694" y="215"/>
                    <a:pt x="701" y="234"/>
                    <a:pt x="712" y="244"/>
                  </a:cubicBezTo>
                  <a:cubicBezTo>
                    <a:pt x="734" y="267"/>
                    <a:pt x="743" y="303"/>
                    <a:pt x="707" y="333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4" name="Freeform 180">
              <a:extLst>
                <a:ext uri="{FF2B5EF4-FFF2-40B4-BE49-F238E27FC236}">
                  <a16:creationId xmlns:a16="http://schemas.microsoft.com/office/drawing/2014/main" id="{69BF047E-7433-46B6-ADD1-F862FDE4C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3535"/>
              <a:ext cx="338" cy="227"/>
            </a:xfrm>
            <a:custGeom>
              <a:avLst/>
              <a:gdLst>
                <a:gd name="T0" fmla="*/ 0 w 135"/>
                <a:gd name="T1" fmla="*/ 292 h 91"/>
                <a:gd name="T2" fmla="*/ 300 w 135"/>
                <a:gd name="T3" fmla="*/ 903 h 91"/>
                <a:gd name="T4" fmla="*/ 33 w 135"/>
                <a:gd name="T5" fmla="*/ 1412 h 91"/>
                <a:gd name="T6" fmla="*/ 1054 w 135"/>
                <a:gd name="T7" fmla="*/ 1090 h 91"/>
                <a:gd name="T8" fmla="*/ 2118 w 135"/>
                <a:gd name="T9" fmla="*/ 404 h 91"/>
                <a:gd name="T10" fmla="*/ 801 w 135"/>
                <a:gd name="T11" fmla="*/ 654 h 91"/>
                <a:gd name="T12" fmla="*/ 563 w 135"/>
                <a:gd name="T13" fmla="*/ 292 h 91"/>
                <a:gd name="T14" fmla="*/ 175 w 1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91">
                  <a:moveTo>
                    <a:pt x="0" y="19"/>
                  </a:moveTo>
                  <a:cubicBezTo>
                    <a:pt x="9" y="31"/>
                    <a:pt x="19" y="42"/>
                    <a:pt x="19" y="58"/>
                  </a:cubicBezTo>
                  <a:cubicBezTo>
                    <a:pt x="20" y="72"/>
                    <a:pt x="11" y="82"/>
                    <a:pt x="2" y="91"/>
                  </a:cubicBezTo>
                  <a:cubicBezTo>
                    <a:pt x="24" y="88"/>
                    <a:pt x="48" y="83"/>
                    <a:pt x="67" y="70"/>
                  </a:cubicBezTo>
                  <a:cubicBezTo>
                    <a:pt x="89" y="56"/>
                    <a:pt x="125" y="56"/>
                    <a:pt x="135" y="26"/>
                  </a:cubicBezTo>
                  <a:cubicBezTo>
                    <a:pt x="110" y="37"/>
                    <a:pt x="81" y="59"/>
                    <a:pt x="51" y="42"/>
                  </a:cubicBezTo>
                  <a:cubicBezTo>
                    <a:pt x="41" y="37"/>
                    <a:pt x="43" y="26"/>
                    <a:pt x="36" y="19"/>
                  </a:cubicBezTo>
                  <a:cubicBezTo>
                    <a:pt x="30" y="11"/>
                    <a:pt x="11" y="11"/>
                    <a:pt x="11" y="0"/>
                  </a:cubicBezTo>
                </a:path>
              </a:pathLst>
            </a:custGeom>
            <a:solidFill>
              <a:srgbClr val="CE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5" name="Freeform 181">
              <a:extLst>
                <a:ext uri="{FF2B5EF4-FFF2-40B4-BE49-F238E27FC236}">
                  <a16:creationId xmlns:a16="http://schemas.microsoft.com/office/drawing/2014/main" id="{7EB141E7-740B-4C81-AF14-F84EE415F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902"/>
              <a:ext cx="270" cy="615"/>
            </a:xfrm>
            <a:custGeom>
              <a:avLst/>
              <a:gdLst>
                <a:gd name="T0" fmla="*/ 283 w 108"/>
                <a:gd name="T1" fmla="*/ 625 h 246"/>
                <a:gd name="T2" fmla="*/ 458 w 108"/>
                <a:gd name="T3" fmla="*/ 958 h 246"/>
                <a:gd name="T4" fmla="*/ 563 w 108"/>
                <a:gd name="T5" fmla="*/ 1658 h 246"/>
                <a:gd name="T6" fmla="*/ 395 w 108"/>
                <a:gd name="T7" fmla="*/ 2345 h 246"/>
                <a:gd name="T8" fmla="*/ 208 w 108"/>
                <a:gd name="T9" fmla="*/ 3095 h 246"/>
                <a:gd name="T10" fmla="*/ 145 w 108"/>
                <a:gd name="T11" fmla="*/ 3500 h 246"/>
                <a:gd name="T12" fmla="*/ 50 w 108"/>
                <a:gd name="T13" fmla="*/ 3675 h 246"/>
                <a:gd name="T14" fmla="*/ 208 w 108"/>
                <a:gd name="T15" fmla="*/ 3708 h 246"/>
                <a:gd name="T16" fmla="*/ 533 w 108"/>
                <a:gd name="T17" fmla="*/ 2750 h 246"/>
                <a:gd name="T18" fmla="*/ 750 w 108"/>
                <a:gd name="T19" fmla="*/ 1770 h 246"/>
                <a:gd name="T20" fmla="*/ 1033 w 108"/>
                <a:gd name="T21" fmla="*/ 938 h 246"/>
                <a:gd name="T22" fmla="*/ 1675 w 108"/>
                <a:gd name="T23" fmla="*/ 500 h 246"/>
                <a:gd name="T24" fmla="*/ 1500 w 108"/>
                <a:gd name="T25" fmla="*/ 238 h 246"/>
                <a:gd name="T26" fmla="*/ 1270 w 108"/>
                <a:gd name="T27" fmla="*/ 33 h 246"/>
                <a:gd name="T28" fmla="*/ 738 w 108"/>
                <a:gd name="T29" fmla="*/ 283 h 246"/>
                <a:gd name="T30" fmla="*/ 395 w 108"/>
                <a:gd name="T31" fmla="*/ 395 h 2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8" h="246">
                  <a:moveTo>
                    <a:pt x="18" y="40"/>
                  </a:moveTo>
                  <a:cubicBezTo>
                    <a:pt x="27" y="42"/>
                    <a:pt x="27" y="54"/>
                    <a:pt x="29" y="61"/>
                  </a:cubicBezTo>
                  <a:cubicBezTo>
                    <a:pt x="32" y="76"/>
                    <a:pt x="36" y="91"/>
                    <a:pt x="36" y="106"/>
                  </a:cubicBezTo>
                  <a:cubicBezTo>
                    <a:pt x="35" y="121"/>
                    <a:pt x="31" y="135"/>
                    <a:pt x="25" y="150"/>
                  </a:cubicBezTo>
                  <a:cubicBezTo>
                    <a:pt x="19" y="166"/>
                    <a:pt x="16" y="182"/>
                    <a:pt x="13" y="198"/>
                  </a:cubicBezTo>
                  <a:cubicBezTo>
                    <a:pt x="12" y="207"/>
                    <a:pt x="12" y="216"/>
                    <a:pt x="9" y="224"/>
                  </a:cubicBezTo>
                  <a:cubicBezTo>
                    <a:pt x="7" y="228"/>
                    <a:pt x="4" y="231"/>
                    <a:pt x="3" y="235"/>
                  </a:cubicBezTo>
                  <a:cubicBezTo>
                    <a:pt x="0" y="246"/>
                    <a:pt x="7" y="242"/>
                    <a:pt x="13" y="237"/>
                  </a:cubicBezTo>
                  <a:cubicBezTo>
                    <a:pt x="30" y="222"/>
                    <a:pt x="30" y="198"/>
                    <a:pt x="34" y="176"/>
                  </a:cubicBezTo>
                  <a:cubicBezTo>
                    <a:pt x="37" y="155"/>
                    <a:pt x="42" y="134"/>
                    <a:pt x="48" y="113"/>
                  </a:cubicBezTo>
                  <a:cubicBezTo>
                    <a:pt x="54" y="97"/>
                    <a:pt x="54" y="72"/>
                    <a:pt x="66" y="60"/>
                  </a:cubicBezTo>
                  <a:cubicBezTo>
                    <a:pt x="77" y="48"/>
                    <a:pt x="103" y="50"/>
                    <a:pt x="107" y="32"/>
                  </a:cubicBezTo>
                  <a:cubicBezTo>
                    <a:pt x="108" y="23"/>
                    <a:pt x="100" y="21"/>
                    <a:pt x="96" y="15"/>
                  </a:cubicBezTo>
                  <a:cubicBezTo>
                    <a:pt x="91" y="8"/>
                    <a:pt x="91" y="0"/>
                    <a:pt x="81" y="2"/>
                  </a:cubicBezTo>
                  <a:cubicBezTo>
                    <a:pt x="69" y="4"/>
                    <a:pt x="57" y="13"/>
                    <a:pt x="47" y="18"/>
                  </a:cubicBezTo>
                  <a:cubicBezTo>
                    <a:pt x="40" y="21"/>
                    <a:pt x="32" y="22"/>
                    <a:pt x="25" y="25"/>
                  </a:cubicBezTo>
                </a:path>
              </a:pathLst>
            </a:custGeom>
            <a:solidFill>
              <a:srgbClr val="CE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6" name="Freeform 182">
              <a:extLst>
                <a:ext uri="{FF2B5EF4-FFF2-40B4-BE49-F238E27FC236}">
                  <a16:creationId xmlns:a16="http://schemas.microsoft.com/office/drawing/2014/main" id="{B53390FC-9CBC-4F5C-B89D-C7C39E8BA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735"/>
              <a:ext cx="838" cy="922"/>
            </a:xfrm>
            <a:custGeom>
              <a:avLst/>
              <a:gdLst>
                <a:gd name="T0" fmla="*/ 63 w 335"/>
                <a:gd name="T1" fmla="*/ 0 h 369"/>
                <a:gd name="T2" fmla="*/ 613 w 335"/>
                <a:gd name="T3" fmla="*/ 325 h 369"/>
                <a:gd name="T4" fmla="*/ 1146 w 335"/>
                <a:gd name="T5" fmla="*/ 730 h 369"/>
                <a:gd name="T6" fmla="*/ 2379 w 335"/>
                <a:gd name="T7" fmla="*/ 1717 h 369"/>
                <a:gd name="T8" fmla="*/ 3442 w 335"/>
                <a:gd name="T9" fmla="*/ 2883 h 369"/>
                <a:gd name="T10" fmla="*/ 4850 w 335"/>
                <a:gd name="T11" fmla="*/ 2966 h 369"/>
                <a:gd name="T12" fmla="*/ 5131 w 335"/>
                <a:gd name="T13" fmla="*/ 2883 h 369"/>
                <a:gd name="T14" fmla="*/ 5243 w 335"/>
                <a:gd name="T15" fmla="*/ 3103 h 369"/>
                <a:gd name="T16" fmla="*/ 4775 w 335"/>
                <a:gd name="T17" fmla="*/ 3466 h 369"/>
                <a:gd name="T18" fmla="*/ 4160 w 335"/>
                <a:gd name="T19" fmla="*/ 3903 h 369"/>
                <a:gd name="T20" fmla="*/ 3680 w 335"/>
                <a:gd name="T21" fmla="*/ 4403 h 369"/>
                <a:gd name="T22" fmla="*/ 3410 w 335"/>
                <a:gd name="T23" fmla="*/ 4528 h 369"/>
                <a:gd name="T24" fmla="*/ 3147 w 335"/>
                <a:gd name="T25" fmla="*/ 4712 h 369"/>
                <a:gd name="T26" fmla="*/ 2522 w 335"/>
                <a:gd name="T27" fmla="*/ 5070 h 369"/>
                <a:gd name="T28" fmla="*/ 1146 w 335"/>
                <a:gd name="T29" fmla="*/ 5744 h 369"/>
                <a:gd name="T30" fmla="*/ 1083 w 335"/>
                <a:gd name="T31" fmla="*/ 5557 h 369"/>
                <a:gd name="T32" fmla="*/ 1438 w 335"/>
                <a:gd name="T33" fmla="*/ 5337 h 369"/>
                <a:gd name="T34" fmla="*/ 2284 w 335"/>
                <a:gd name="T35" fmla="*/ 4912 h 369"/>
                <a:gd name="T36" fmla="*/ 3410 w 335"/>
                <a:gd name="T37" fmla="*/ 3778 h 369"/>
                <a:gd name="T38" fmla="*/ 3209 w 335"/>
                <a:gd name="T39" fmla="*/ 3133 h 369"/>
                <a:gd name="T40" fmla="*/ 2659 w 335"/>
                <a:gd name="T41" fmla="*/ 2479 h 369"/>
                <a:gd name="T42" fmla="*/ 1563 w 335"/>
                <a:gd name="T43" fmla="*/ 1529 h 369"/>
                <a:gd name="T44" fmla="*/ 333 w 335"/>
                <a:gd name="T45" fmla="*/ 1342 h 369"/>
                <a:gd name="T46" fmla="*/ 533 w 335"/>
                <a:gd name="T47" fmla="*/ 967 h 369"/>
                <a:gd name="T48" fmla="*/ 363 w 335"/>
                <a:gd name="T49" fmla="*/ 450 h 369"/>
                <a:gd name="T50" fmla="*/ 95 w 335"/>
                <a:gd name="T51" fmla="*/ 155 h 36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35" h="369">
                  <a:moveTo>
                    <a:pt x="4" y="0"/>
                  </a:moveTo>
                  <a:cubicBezTo>
                    <a:pt x="16" y="7"/>
                    <a:pt x="28" y="12"/>
                    <a:pt x="39" y="21"/>
                  </a:cubicBezTo>
                  <a:cubicBezTo>
                    <a:pt x="51" y="31"/>
                    <a:pt x="61" y="40"/>
                    <a:pt x="73" y="47"/>
                  </a:cubicBezTo>
                  <a:cubicBezTo>
                    <a:pt x="102" y="64"/>
                    <a:pt x="129" y="86"/>
                    <a:pt x="152" y="110"/>
                  </a:cubicBezTo>
                  <a:cubicBezTo>
                    <a:pt x="174" y="135"/>
                    <a:pt x="195" y="164"/>
                    <a:pt x="220" y="185"/>
                  </a:cubicBezTo>
                  <a:cubicBezTo>
                    <a:pt x="248" y="208"/>
                    <a:pt x="279" y="203"/>
                    <a:pt x="310" y="190"/>
                  </a:cubicBezTo>
                  <a:cubicBezTo>
                    <a:pt x="316" y="187"/>
                    <a:pt x="322" y="182"/>
                    <a:pt x="328" y="185"/>
                  </a:cubicBezTo>
                  <a:cubicBezTo>
                    <a:pt x="332" y="187"/>
                    <a:pt x="335" y="195"/>
                    <a:pt x="335" y="199"/>
                  </a:cubicBezTo>
                  <a:cubicBezTo>
                    <a:pt x="334" y="212"/>
                    <a:pt x="314" y="217"/>
                    <a:pt x="305" y="222"/>
                  </a:cubicBezTo>
                  <a:cubicBezTo>
                    <a:pt x="290" y="231"/>
                    <a:pt x="277" y="238"/>
                    <a:pt x="266" y="250"/>
                  </a:cubicBezTo>
                  <a:cubicBezTo>
                    <a:pt x="257" y="261"/>
                    <a:pt x="248" y="275"/>
                    <a:pt x="235" y="282"/>
                  </a:cubicBezTo>
                  <a:cubicBezTo>
                    <a:pt x="229" y="285"/>
                    <a:pt x="223" y="286"/>
                    <a:pt x="218" y="290"/>
                  </a:cubicBezTo>
                  <a:cubicBezTo>
                    <a:pt x="212" y="294"/>
                    <a:pt x="207" y="299"/>
                    <a:pt x="201" y="302"/>
                  </a:cubicBezTo>
                  <a:cubicBezTo>
                    <a:pt x="188" y="310"/>
                    <a:pt x="173" y="316"/>
                    <a:pt x="161" y="325"/>
                  </a:cubicBezTo>
                  <a:cubicBezTo>
                    <a:pt x="135" y="341"/>
                    <a:pt x="103" y="365"/>
                    <a:pt x="73" y="368"/>
                  </a:cubicBezTo>
                  <a:cubicBezTo>
                    <a:pt x="62" y="369"/>
                    <a:pt x="63" y="362"/>
                    <a:pt x="69" y="356"/>
                  </a:cubicBezTo>
                  <a:cubicBezTo>
                    <a:pt x="76" y="350"/>
                    <a:pt x="84" y="346"/>
                    <a:pt x="92" y="342"/>
                  </a:cubicBezTo>
                  <a:cubicBezTo>
                    <a:pt x="111" y="334"/>
                    <a:pt x="130" y="328"/>
                    <a:pt x="146" y="315"/>
                  </a:cubicBezTo>
                  <a:cubicBezTo>
                    <a:pt x="172" y="295"/>
                    <a:pt x="211" y="277"/>
                    <a:pt x="218" y="242"/>
                  </a:cubicBezTo>
                  <a:cubicBezTo>
                    <a:pt x="220" y="230"/>
                    <a:pt x="212" y="210"/>
                    <a:pt x="205" y="201"/>
                  </a:cubicBezTo>
                  <a:cubicBezTo>
                    <a:pt x="194" y="186"/>
                    <a:pt x="184" y="171"/>
                    <a:pt x="170" y="159"/>
                  </a:cubicBezTo>
                  <a:cubicBezTo>
                    <a:pt x="145" y="138"/>
                    <a:pt x="136" y="102"/>
                    <a:pt x="100" y="98"/>
                  </a:cubicBezTo>
                  <a:cubicBezTo>
                    <a:pt x="73" y="96"/>
                    <a:pt x="46" y="95"/>
                    <a:pt x="21" y="86"/>
                  </a:cubicBezTo>
                  <a:cubicBezTo>
                    <a:pt x="0" y="78"/>
                    <a:pt x="27" y="69"/>
                    <a:pt x="34" y="62"/>
                  </a:cubicBezTo>
                  <a:cubicBezTo>
                    <a:pt x="45" y="48"/>
                    <a:pt x="35" y="36"/>
                    <a:pt x="23" y="29"/>
                  </a:cubicBezTo>
                  <a:cubicBezTo>
                    <a:pt x="15" y="24"/>
                    <a:pt x="5" y="21"/>
                    <a:pt x="6" y="10"/>
                  </a:cubicBezTo>
                </a:path>
              </a:pathLst>
            </a:custGeom>
            <a:solidFill>
              <a:srgbClr val="CE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7" name="Freeform 183">
              <a:extLst>
                <a:ext uri="{FF2B5EF4-FFF2-40B4-BE49-F238E27FC236}">
                  <a16:creationId xmlns:a16="http://schemas.microsoft.com/office/drawing/2014/main" id="{35E63334-2998-4C60-8DAD-1D1F7DB638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8" y="3055"/>
              <a:ext cx="385" cy="392"/>
            </a:xfrm>
            <a:custGeom>
              <a:avLst/>
              <a:gdLst>
                <a:gd name="T0" fmla="*/ 2238 w 154"/>
                <a:gd name="T1" fmla="*/ 1416 h 157"/>
                <a:gd name="T2" fmla="*/ 2408 w 154"/>
                <a:gd name="T3" fmla="*/ 654 h 157"/>
                <a:gd name="T4" fmla="*/ 2408 w 154"/>
                <a:gd name="T5" fmla="*/ 654 h 157"/>
                <a:gd name="T6" fmla="*/ 2408 w 154"/>
                <a:gd name="T7" fmla="*/ 592 h 157"/>
                <a:gd name="T8" fmla="*/ 2345 w 154"/>
                <a:gd name="T9" fmla="*/ 200 h 157"/>
                <a:gd name="T10" fmla="*/ 2033 w 154"/>
                <a:gd name="T11" fmla="*/ 12 h 157"/>
                <a:gd name="T12" fmla="*/ 1938 w 154"/>
                <a:gd name="T13" fmla="*/ 12 h 157"/>
                <a:gd name="T14" fmla="*/ 1113 w 154"/>
                <a:gd name="T15" fmla="*/ 325 h 157"/>
                <a:gd name="T16" fmla="*/ 613 w 154"/>
                <a:gd name="T17" fmla="*/ 467 h 157"/>
                <a:gd name="T18" fmla="*/ 208 w 154"/>
                <a:gd name="T19" fmla="*/ 717 h 157"/>
                <a:gd name="T20" fmla="*/ 0 w 154"/>
                <a:gd name="T21" fmla="*/ 1196 h 157"/>
                <a:gd name="T22" fmla="*/ 363 w 154"/>
                <a:gd name="T23" fmla="*/ 1745 h 157"/>
                <a:gd name="T24" fmla="*/ 1000 w 154"/>
                <a:gd name="T25" fmla="*/ 2132 h 157"/>
                <a:gd name="T26" fmla="*/ 1375 w 154"/>
                <a:gd name="T27" fmla="*/ 2350 h 157"/>
                <a:gd name="T28" fmla="*/ 1708 w 154"/>
                <a:gd name="T29" fmla="*/ 2444 h 157"/>
                <a:gd name="T30" fmla="*/ 1770 w 154"/>
                <a:gd name="T31" fmla="*/ 2444 h 157"/>
                <a:gd name="T32" fmla="*/ 2188 w 154"/>
                <a:gd name="T33" fmla="*/ 1945 h 157"/>
                <a:gd name="T34" fmla="*/ 2238 w 154"/>
                <a:gd name="T35" fmla="*/ 1416 h 157"/>
                <a:gd name="T36" fmla="*/ 2083 w 154"/>
                <a:gd name="T37" fmla="*/ 1915 h 157"/>
                <a:gd name="T38" fmla="*/ 1750 w 154"/>
                <a:gd name="T39" fmla="*/ 2337 h 157"/>
                <a:gd name="T40" fmla="*/ 408 w 154"/>
                <a:gd name="T41" fmla="*/ 1633 h 157"/>
                <a:gd name="T42" fmla="*/ 300 w 154"/>
                <a:gd name="T43" fmla="*/ 779 h 157"/>
                <a:gd name="T44" fmla="*/ 1145 w 154"/>
                <a:gd name="T45" fmla="*/ 437 h 157"/>
                <a:gd name="T46" fmla="*/ 1958 w 154"/>
                <a:gd name="T47" fmla="*/ 125 h 157"/>
                <a:gd name="T48" fmla="*/ 2300 w 154"/>
                <a:gd name="T49" fmla="*/ 654 h 157"/>
                <a:gd name="T50" fmla="*/ 2125 w 154"/>
                <a:gd name="T51" fmla="*/ 1403 h 157"/>
                <a:gd name="T52" fmla="*/ 2083 w 154"/>
                <a:gd name="T53" fmla="*/ 1915 h 15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4" h="157">
                  <a:moveTo>
                    <a:pt x="143" y="91"/>
                  </a:moveTo>
                  <a:cubicBezTo>
                    <a:pt x="145" y="77"/>
                    <a:pt x="153" y="59"/>
                    <a:pt x="154" y="42"/>
                  </a:cubicBezTo>
                  <a:cubicBezTo>
                    <a:pt x="154" y="42"/>
                    <a:pt x="154" y="42"/>
                    <a:pt x="154" y="42"/>
                  </a:cubicBezTo>
                  <a:cubicBezTo>
                    <a:pt x="154" y="41"/>
                    <a:pt x="154" y="40"/>
                    <a:pt x="154" y="38"/>
                  </a:cubicBezTo>
                  <a:cubicBezTo>
                    <a:pt x="154" y="29"/>
                    <a:pt x="153" y="21"/>
                    <a:pt x="150" y="13"/>
                  </a:cubicBezTo>
                  <a:cubicBezTo>
                    <a:pt x="147" y="6"/>
                    <a:pt x="139" y="0"/>
                    <a:pt x="130" y="1"/>
                  </a:cubicBezTo>
                  <a:cubicBezTo>
                    <a:pt x="128" y="1"/>
                    <a:pt x="126" y="1"/>
                    <a:pt x="124" y="1"/>
                  </a:cubicBezTo>
                  <a:cubicBezTo>
                    <a:pt x="108" y="5"/>
                    <a:pt x="89" y="16"/>
                    <a:pt x="71" y="21"/>
                  </a:cubicBezTo>
                  <a:cubicBezTo>
                    <a:pt x="60" y="25"/>
                    <a:pt x="49" y="27"/>
                    <a:pt x="39" y="30"/>
                  </a:cubicBezTo>
                  <a:cubicBezTo>
                    <a:pt x="29" y="34"/>
                    <a:pt x="20" y="38"/>
                    <a:pt x="13" y="46"/>
                  </a:cubicBezTo>
                  <a:cubicBezTo>
                    <a:pt x="4" y="55"/>
                    <a:pt x="0" y="66"/>
                    <a:pt x="0" y="77"/>
                  </a:cubicBezTo>
                  <a:cubicBezTo>
                    <a:pt x="0" y="92"/>
                    <a:pt x="8" y="106"/>
                    <a:pt x="23" y="112"/>
                  </a:cubicBezTo>
                  <a:cubicBezTo>
                    <a:pt x="32" y="115"/>
                    <a:pt x="48" y="126"/>
                    <a:pt x="64" y="137"/>
                  </a:cubicBezTo>
                  <a:cubicBezTo>
                    <a:pt x="72" y="142"/>
                    <a:pt x="80" y="147"/>
                    <a:pt x="88" y="151"/>
                  </a:cubicBezTo>
                  <a:cubicBezTo>
                    <a:pt x="95" y="154"/>
                    <a:pt x="102" y="157"/>
                    <a:pt x="109" y="157"/>
                  </a:cubicBezTo>
                  <a:cubicBezTo>
                    <a:pt x="110" y="157"/>
                    <a:pt x="112" y="157"/>
                    <a:pt x="113" y="157"/>
                  </a:cubicBezTo>
                  <a:cubicBezTo>
                    <a:pt x="127" y="153"/>
                    <a:pt x="135" y="141"/>
                    <a:pt x="140" y="125"/>
                  </a:cubicBezTo>
                  <a:cubicBezTo>
                    <a:pt x="143" y="113"/>
                    <a:pt x="141" y="102"/>
                    <a:pt x="143" y="91"/>
                  </a:cubicBezTo>
                  <a:moveTo>
                    <a:pt x="133" y="123"/>
                  </a:moveTo>
                  <a:cubicBezTo>
                    <a:pt x="128" y="138"/>
                    <a:pt x="122" y="147"/>
                    <a:pt x="112" y="150"/>
                  </a:cubicBezTo>
                  <a:cubicBezTo>
                    <a:pt x="95" y="154"/>
                    <a:pt x="47" y="114"/>
                    <a:pt x="26" y="105"/>
                  </a:cubicBezTo>
                  <a:cubicBezTo>
                    <a:pt x="4" y="97"/>
                    <a:pt x="0" y="69"/>
                    <a:pt x="19" y="50"/>
                  </a:cubicBezTo>
                  <a:cubicBezTo>
                    <a:pt x="28" y="38"/>
                    <a:pt x="50" y="35"/>
                    <a:pt x="73" y="28"/>
                  </a:cubicBezTo>
                  <a:cubicBezTo>
                    <a:pt x="92" y="22"/>
                    <a:pt x="112" y="11"/>
                    <a:pt x="125" y="8"/>
                  </a:cubicBezTo>
                  <a:cubicBezTo>
                    <a:pt x="143" y="5"/>
                    <a:pt x="148" y="21"/>
                    <a:pt x="147" y="42"/>
                  </a:cubicBezTo>
                  <a:cubicBezTo>
                    <a:pt x="146" y="57"/>
                    <a:pt x="138" y="75"/>
                    <a:pt x="136" y="90"/>
                  </a:cubicBezTo>
                  <a:cubicBezTo>
                    <a:pt x="133" y="103"/>
                    <a:pt x="136" y="114"/>
                    <a:pt x="133" y="123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8" name="Freeform 184">
              <a:extLst>
                <a:ext uri="{FF2B5EF4-FFF2-40B4-BE49-F238E27FC236}">
                  <a16:creationId xmlns:a16="http://schemas.microsoft.com/office/drawing/2014/main" id="{C5EC6943-9785-4A69-988C-AD56F30B2D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86" y="2702"/>
              <a:ext cx="422" cy="295"/>
            </a:xfrm>
            <a:custGeom>
              <a:avLst/>
              <a:gdLst>
                <a:gd name="T0" fmla="*/ 0 w 169"/>
                <a:gd name="T1" fmla="*/ 738 h 118"/>
                <a:gd name="T2" fmla="*/ 42 w 169"/>
                <a:gd name="T3" fmla="*/ 1083 h 118"/>
                <a:gd name="T4" fmla="*/ 75 w 169"/>
                <a:gd name="T5" fmla="*/ 1533 h 118"/>
                <a:gd name="T6" fmla="*/ 562 w 169"/>
                <a:gd name="T7" fmla="*/ 1845 h 118"/>
                <a:gd name="T8" fmla="*/ 562 w 169"/>
                <a:gd name="T9" fmla="*/ 1845 h 118"/>
                <a:gd name="T10" fmla="*/ 717 w 169"/>
                <a:gd name="T11" fmla="*/ 1833 h 118"/>
                <a:gd name="T12" fmla="*/ 1383 w 169"/>
                <a:gd name="T13" fmla="*/ 1720 h 118"/>
                <a:gd name="T14" fmla="*/ 1995 w 169"/>
                <a:gd name="T15" fmla="*/ 1470 h 118"/>
                <a:gd name="T16" fmla="*/ 1995 w 169"/>
                <a:gd name="T17" fmla="*/ 1470 h 118"/>
                <a:gd name="T18" fmla="*/ 2382 w 169"/>
                <a:gd name="T19" fmla="*/ 1313 h 118"/>
                <a:gd name="T20" fmla="*/ 2587 w 169"/>
                <a:gd name="T21" fmla="*/ 1033 h 118"/>
                <a:gd name="T22" fmla="*/ 2412 w 169"/>
                <a:gd name="T23" fmla="*/ 675 h 118"/>
                <a:gd name="T24" fmla="*/ 1416 w 169"/>
                <a:gd name="T25" fmla="*/ 20 h 118"/>
                <a:gd name="T26" fmla="*/ 1229 w 169"/>
                <a:gd name="T27" fmla="*/ 0 h 118"/>
                <a:gd name="T28" fmla="*/ 717 w 169"/>
                <a:gd name="T29" fmla="*/ 50 h 118"/>
                <a:gd name="T30" fmla="*/ 262 w 169"/>
                <a:gd name="T31" fmla="*/ 188 h 118"/>
                <a:gd name="T32" fmla="*/ 30 w 169"/>
                <a:gd name="T33" fmla="*/ 563 h 118"/>
                <a:gd name="T34" fmla="*/ 0 w 169"/>
                <a:gd name="T35" fmla="*/ 738 h 118"/>
                <a:gd name="T36" fmla="*/ 137 w 169"/>
                <a:gd name="T37" fmla="*/ 595 h 118"/>
                <a:gd name="T38" fmla="*/ 729 w 169"/>
                <a:gd name="T39" fmla="*/ 158 h 118"/>
                <a:gd name="T40" fmla="*/ 1403 w 169"/>
                <a:gd name="T41" fmla="*/ 125 h 118"/>
                <a:gd name="T42" fmla="*/ 2337 w 169"/>
                <a:gd name="T43" fmla="*/ 750 h 118"/>
                <a:gd name="T44" fmla="*/ 1965 w 169"/>
                <a:gd name="T45" fmla="*/ 1363 h 118"/>
                <a:gd name="T46" fmla="*/ 1341 w 169"/>
                <a:gd name="T47" fmla="*/ 1613 h 118"/>
                <a:gd name="T48" fmla="*/ 687 w 169"/>
                <a:gd name="T49" fmla="*/ 1720 h 118"/>
                <a:gd name="T50" fmla="*/ 187 w 169"/>
                <a:gd name="T51" fmla="*/ 1488 h 118"/>
                <a:gd name="T52" fmla="*/ 155 w 169"/>
                <a:gd name="T53" fmla="*/ 1063 h 118"/>
                <a:gd name="T54" fmla="*/ 137 w 169"/>
                <a:gd name="T55" fmla="*/ 595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9" h="118">
                  <a:moveTo>
                    <a:pt x="0" y="47"/>
                  </a:moveTo>
                  <a:cubicBezTo>
                    <a:pt x="0" y="55"/>
                    <a:pt x="2" y="62"/>
                    <a:pt x="3" y="69"/>
                  </a:cubicBezTo>
                  <a:cubicBezTo>
                    <a:pt x="4" y="77"/>
                    <a:pt x="2" y="87"/>
                    <a:pt x="5" y="98"/>
                  </a:cubicBezTo>
                  <a:cubicBezTo>
                    <a:pt x="11" y="113"/>
                    <a:pt x="25" y="118"/>
                    <a:pt x="36" y="118"/>
                  </a:cubicBezTo>
                  <a:cubicBezTo>
                    <a:pt x="36" y="118"/>
                    <a:pt x="36" y="118"/>
                    <a:pt x="36" y="118"/>
                  </a:cubicBezTo>
                  <a:cubicBezTo>
                    <a:pt x="40" y="118"/>
                    <a:pt x="43" y="118"/>
                    <a:pt x="46" y="117"/>
                  </a:cubicBezTo>
                  <a:cubicBezTo>
                    <a:pt x="53" y="115"/>
                    <a:pt x="66" y="117"/>
                    <a:pt x="89" y="110"/>
                  </a:cubicBezTo>
                  <a:cubicBezTo>
                    <a:pt x="103" y="105"/>
                    <a:pt x="118" y="97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38" y="91"/>
                    <a:pt x="146" y="88"/>
                    <a:pt x="153" y="84"/>
                  </a:cubicBezTo>
                  <a:cubicBezTo>
                    <a:pt x="159" y="81"/>
                    <a:pt x="166" y="75"/>
                    <a:pt x="166" y="66"/>
                  </a:cubicBezTo>
                  <a:cubicBezTo>
                    <a:pt x="165" y="58"/>
                    <a:pt x="162" y="52"/>
                    <a:pt x="155" y="43"/>
                  </a:cubicBezTo>
                  <a:cubicBezTo>
                    <a:pt x="142" y="27"/>
                    <a:pt x="120" y="8"/>
                    <a:pt x="91" y="1"/>
                  </a:cubicBezTo>
                  <a:cubicBezTo>
                    <a:pt x="87" y="0"/>
                    <a:pt x="83" y="0"/>
                    <a:pt x="79" y="0"/>
                  </a:cubicBezTo>
                  <a:cubicBezTo>
                    <a:pt x="67" y="0"/>
                    <a:pt x="54" y="2"/>
                    <a:pt x="46" y="3"/>
                  </a:cubicBezTo>
                  <a:cubicBezTo>
                    <a:pt x="35" y="4"/>
                    <a:pt x="26" y="7"/>
                    <a:pt x="17" y="12"/>
                  </a:cubicBezTo>
                  <a:cubicBezTo>
                    <a:pt x="9" y="17"/>
                    <a:pt x="3" y="26"/>
                    <a:pt x="2" y="36"/>
                  </a:cubicBezTo>
                  <a:cubicBezTo>
                    <a:pt x="1" y="40"/>
                    <a:pt x="0" y="43"/>
                    <a:pt x="0" y="47"/>
                  </a:cubicBezTo>
                  <a:moveTo>
                    <a:pt x="9" y="38"/>
                  </a:moveTo>
                  <a:cubicBezTo>
                    <a:pt x="12" y="20"/>
                    <a:pt x="27" y="12"/>
                    <a:pt x="47" y="10"/>
                  </a:cubicBezTo>
                  <a:cubicBezTo>
                    <a:pt x="59" y="9"/>
                    <a:pt x="76" y="5"/>
                    <a:pt x="90" y="8"/>
                  </a:cubicBezTo>
                  <a:cubicBezTo>
                    <a:pt x="116" y="14"/>
                    <a:pt x="138" y="33"/>
                    <a:pt x="150" y="48"/>
                  </a:cubicBezTo>
                  <a:cubicBezTo>
                    <a:pt x="169" y="73"/>
                    <a:pt x="154" y="78"/>
                    <a:pt x="126" y="87"/>
                  </a:cubicBezTo>
                  <a:cubicBezTo>
                    <a:pt x="114" y="91"/>
                    <a:pt x="100" y="98"/>
                    <a:pt x="86" y="103"/>
                  </a:cubicBezTo>
                  <a:cubicBezTo>
                    <a:pt x="65" y="109"/>
                    <a:pt x="53" y="107"/>
                    <a:pt x="44" y="110"/>
                  </a:cubicBezTo>
                  <a:cubicBezTo>
                    <a:pt x="34" y="113"/>
                    <a:pt x="17" y="110"/>
                    <a:pt x="12" y="95"/>
                  </a:cubicBezTo>
                  <a:cubicBezTo>
                    <a:pt x="9" y="87"/>
                    <a:pt x="11" y="78"/>
                    <a:pt x="10" y="68"/>
                  </a:cubicBezTo>
                  <a:cubicBezTo>
                    <a:pt x="9" y="58"/>
                    <a:pt x="6" y="48"/>
                    <a:pt x="9" y="38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9" name="Freeform 185">
              <a:extLst>
                <a:ext uri="{FF2B5EF4-FFF2-40B4-BE49-F238E27FC236}">
                  <a16:creationId xmlns:a16="http://schemas.microsoft.com/office/drawing/2014/main" id="{7E9AD9A1-3EC7-4335-8A1A-8A42AEF6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885"/>
              <a:ext cx="312" cy="412"/>
            </a:xfrm>
            <a:custGeom>
              <a:avLst/>
              <a:gdLst>
                <a:gd name="T0" fmla="*/ 0 w 125"/>
                <a:gd name="T1" fmla="*/ 1665 h 165"/>
                <a:gd name="T2" fmla="*/ 42 w 125"/>
                <a:gd name="T3" fmla="*/ 1758 h 165"/>
                <a:gd name="T4" fmla="*/ 42 w 125"/>
                <a:gd name="T5" fmla="*/ 1758 h 165"/>
                <a:gd name="T6" fmla="*/ 354 w 125"/>
                <a:gd name="T7" fmla="*/ 2462 h 165"/>
                <a:gd name="T8" fmla="*/ 404 w 125"/>
                <a:gd name="T9" fmla="*/ 2569 h 165"/>
                <a:gd name="T10" fmla="*/ 1528 w 125"/>
                <a:gd name="T11" fmla="*/ 1403 h 165"/>
                <a:gd name="T12" fmla="*/ 1944 w 125"/>
                <a:gd name="T13" fmla="*/ 854 h 165"/>
                <a:gd name="T14" fmla="*/ 1712 w 125"/>
                <a:gd name="T15" fmla="*/ 0 h 165"/>
                <a:gd name="T16" fmla="*/ 0 w 125"/>
                <a:gd name="T17" fmla="*/ 1665 h 1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165">
                  <a:moveTo>
                    <a:pt x="0" y="107"/>
                  </a:moveTo>
                  <a:cubicBezTo>
                    <a:pt x="3" y="113"/>
                    <a:pt x="3" y="113"/>
                    <a:pt x="3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28" y="106"/>
                    <a:pt x="42" y="143"/>
                    <a:pt x="23" y="158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58" y="136"/>
                    <a:pt x="84" y="109"/>
                    <a:pt x="98" y="90"/>
                  </a:cubicBezTo>
                  <a:cubicBezTo>
                    <a:pt x="107" y="78"/>
                    <a:pt x="116" y="67"/>
                    <a:pt x="125" y="55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84" y="39"/>
                    <a:pt x="37" y="88"/>
                    <a:pt x="0" y="10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0" name="Freeform 186">
              <a:extLst>
                <a:ext uri="{FF2B5EF4-FFF2-40B4-BE49-F238E27FC236}">
                  <a16:creationId xmlns:a16="http://schemas.microsoft.com/office/drawing/2014/main" id="{5707ACBF-327A-4992-BAB3-16722AF6E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122"/>
              <a:ext cx="133" cy="178"/>
            </a:xfrm>
            <a:custGeom>
              <a:avLst/>
              <a:gdLst>
                <a:gd name="T0" fmla="*/ 0 w 53"/>
                <a:gd name="T1" fmla="*/ 188 h 71"/>
                <a:gd name="T2" fmla="*/ 396 w 53"/>
                <a:gd name="T3" fmla="*/ 1118 h 71"/>
                <a:gd name="T4" fmla="*/ 334 w 53"/>
                <a:gd name="T5" fmla="*/ 1038 h 71"/>
                <a:gd name="T6" fmla="*/ 63 w 53"/>
                <a:gd name="T7" fmla="*/ 283 h 71"/>
                <a:gd name="T8" fmla="*/ 0 w 53"/>
                <a:gd name="T9" fmla="*/ 18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1">
                  <a:moveTo>
                    <a:pt x="0" y="12"/>
                  </a:moveTo>
                  <a:cubicBezTo>
                    <a:pt x="37" y="0"/>
                    <a:pt x="53" y="52"/>
                    <a:pt x="25" y="71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44" y="53"/>
                    <a:pt x="30" y="11"/>
                    <a:pt x="4" y="18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1" name="Freeform 187">
              <a:extLst>
                <a:ext uri="{FF2B5EF4-FFF2-40B4-BE49-F238E27FC236}">
                  <a16:creationId xmlns:a16="http://schemas.microsoft.com/office/drawing/2014/main" id="{BC47F118-9216-4305-B23F-2455CB4EDA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6" y="2605"/>
              <a:ext cx="1125" cy="1172"/>
            </a:xfrm>
            <a:custGeom>
              <a:avLst/>
              <a:gdLst>
                <a:gd name="T0" fmla="*/ 5875 w 450"/>
                <a:gd name="T1" fmla="*/ 6787 h 469"/>
                <a:gd name="T2" fmla="*/ 4863 w 450"/>
                <a:gd name="T3" fmla="*/ 6132 h 469"/>
                <a:gd name="T4" fmla="*/ 5250 w 450"/>
                <a:gd name="T5" fmla="*/ 5120 h 469"/>
                <a:gd name="T6" fmla="*/ 6583 w 450"/>
                <a:gd name="T7" fmla="*/ 5445 h 469"/>
                <a:gd name="T8" fmla="*/ 6770 w 450"/>
                <a:gd name="T9" fmla="*/ 4808 h 469"/>
                <a:gd name="T10" fmla="*/ 6175 w 450"/>
                <a:gd name="T11" fmla="*/ 4446 h 469"/>
                <a:gd name="T12" fmla="*/ 6063 w 450"/>
                <a:gd name="T13" fmla="*/ 3591 h 469"/>
                <a:gd name="T14" fmla="*/ 6908 w 450"/>
                <a:gd name="T15" fmla="*/ 3246 h 469"/>
                <a:gd name="T16" fmla="*/ 7033 w 450"/>
                <a:gd name="T17" fmla="*/ 3196 h 469"/>
                <a:gd name="T18" fmla="*/ 6988 w 450"/>
                <a:gd name="T19" fmla="*/ 2292 h 469"/>
                <a:gd name="T20" fmla="*/ 6688 w 450"/>
                <a:gd name="T21" fmla="*/ 2324 h 469"/>
                <a:gd name="T22" fmla="*/ 6188 w 450"/>
                <a:gd name="T23" fmla="*/ 2092 h 469"/>
                <a:gd name="T24" fmla="*/ 6158 w 450"/>
                <a:gd name="T25" fmla="*/ 1667 h 469"/>
                <a:gd name="T26" fmla="*/ 6145 w 450"/>
                <a:gd name="T27" fmla="*/ 1199 h 469"/>
                <a:gd name="T28" fmla="*/ 6738 w 450"/>
                <a:gd name="T29" fmla="*/ 762 h 469"/>
                <a:gd name="T30" fmla="*/ 7000 w 450"/>
                <a:gd name="T31" fmla="*/ 730 h 469"/>
                <a:gd name="T32" fmla="*/ 6925 w 450"/>
                <a:gd name="T33" fmla="*/ 0 h 469"/>
                <a:gd name="T34" fmla="*/ 6063 w 450"/>
                <a:gd name="T35" fmla="*/ 105 h 469"/>
                <a:gd name="T36" fmla="*/ 5158 w 450"/>
                <a:gd name="T37" fmla="*/ 467 h 469"/>
                <a:gd name="T38" fmla="*/ 4113 w 450"/>
                <a:gd name="T39" fmla="*/ 792 h 469"/>
                <a:gd name="T40" fmla="*/ 2875 w 450"/>
                <a:gd name="T41" fmla="*/ 1404 h 469"/>
                <a:gd name="T42" fmla="*/ 1470 w 450"/>
                <a:gd name="T43" fmla="*/ 2279 h 469"/>
                <a:gd name="T44" fmla="*/ 938 w 450"/>
                <a:gd name="T45" fmla="*/ 2354 h 469"/>
                <a:gd name="T46" fmla="*/ 720 w 450"/>
                <a:gd name="T47" fmla="*/ 2292 h 469"/>
                <a:gd name="T48" fmla="*/ 300 w 450"/>
                <a:gd name="T49" fmla="*/ 2916 h 469"/>
                <a:gd name="T50" fmla="*/ 300 w 450"/>
                <a:gd name="T51" fmla="*/ 2916 h 469"/>
                <a:gd name="T52" fmla="*/ 470 w 450"/>
                <a:gd name="T53" fmla="*/ 3091 h 469"/>
                <a:gd name="T54" fmla="*/ 688 w 450"/>
                <a:gd name="T55" fmla="*/ 3528 h 469"/>
                <a:gd name="T56" fmla="*/ 520 w 450"/>
                <a:gd name="T57" fmla="*/ 3916 h 469"/>
                <a:gd name="T58" fmla="*/ 783 w 450"/>
                <a:gd name="T59" fmla="*/ 4478 h 469"/>
                <a:gd name="T60" fmla="*/ 1175 w 450"/>
                <a:gd name="T61" fmla="*/ 4383 h 469"/>
                <a:gd name="T62" fmla="*/ 1175 w 450"/>
                <a:gd name="T63" fmla="*/ 4383 h 469"/>
                <a:gd name="T64" fmla="*/ 1595 w 450"/>
                <a:gd name="T65" fmla="*/ 4528 h 469"/>
                <a:gd name="T66" fmla="*/ 2050 w 450"/>
                <a:gd name="T67" fmla="*/ 4915 h 469"/>
                <a:gd name="T68" fmla="*/ 2050 w 450"/>
                <a:gd name="T69" fmla="*/ 4915 h 469"/>
                <a:gd name="T70" fmla="*/ 3145 w 450"/>
                <a:gd name="T71" fmla="*/ 5870 h 469"/>
                <a:gd name="T72" fmla="*/ 3895 w 450"/>
                <a:gd name="T73" fmla="*/ 6287 h 469"/>
                <a:gd name="T74" fmla="*/ 4488 w 450"/>
                <a:gd name="T75" fmla="*/ 6775 h 469"/>
                <a:gd name="T76" fmla="*/ 5688 w 450"/>
                <a:gd name="T77" fmla="*/ 7319 h 469"/>
                <a:gd name="T78" fmla="*/ 5875 w 450"/>
                <a:gd name="T79" fmla="*/ 6787 h 469"/>
                <a:gd name="T80" fmla="*/ 4125 w 450"/>
                <a:gd name="T81" fmla="*/ 5228 h 469"/>
                <a:gd name="T82" fmla="*/ 3175 w 450"/>
                <a:gd name="T83" fmla="*/ 4820 h 469"/>
                <a:gd name="T84" fmla="*/ 2458 w 450"/>
                <a:gd name="T85" fmla="*/ 4228 h 469"/>
                <a:gd name="T86" fmla="*/ 1958 w 450"/>
                <a:gd name="T87" fmla="*/ 3029 h 469"/>
                <a:gd name="T88" fmla="*/ 2708 w 450"/>
                <a:gd name="T89" fmla="*/ 2436 h 469"/>
                <a:gd name="T90" fmla="*/ 3363 w 450"/>
                <a:gd name="T91" fmla="*/ 1917 h 469"/>
                <a:gd name="T92" fmla="*/ 4220 w 450"/>
                <a:gd name="T93" fmla="*/ 1667 h 469"/>
                <a:gd name="T94" fmla="*/ 5020 w 450"/>
                <a:gd name="T95" fmla="*/ 2199 h 469"/>
                <a:gd name="T96" fmla="*/ 5175 w 450"/>
                <a:gd name="T97" fmla="*/ 3341 h 469"/>
                <a:gd name="T98" fmla="*/ 4613 w 450"/>
                <a:gd name="T99" fmla="*/ 4291 h 469"/>
                <a:gd name="T100" fmla="*/ 4125 w 450"/>
                <a:gd name="T101" fmla="*/ 5228 h 46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50" h="469">
                  <a:moveTo>
                    <a:pt x="376" y="435"/>
                  </a:moveTo>
                  <a:cubicBezTo>
                    <a:pt x="346" y="428"/>
                    <a:pt x="322" y="408"/>
                    <a:pt x="311" y="393"/>
                  </a:cubicBezTo>
                  <a:cubicBezTo>
                    <a:pt x="298" y="374"/>
                    <a:pt x="322" y="353"/>
                    <a:pt x="336" y="328"/>
                  </a:cubicBezTo>
                  <a:cubicBezTo>
                    <a:pt x="350" y="301"/>
                    <a:pt x="391" y="326"/>
                    <a:pt x="421" y="349"/>
                  </a:cubicBezTo>
                  <a:cubicBezTo>
                    <a:pt x="426" y="337"/>
                    <a:pt x="429" y="324"/>
                    <a:pt x="433" y="308"/>
                  </a:cubicBezTo>
                  <a:cubicBezTo>
                    <a:pt x="418" y="299"/>
                    <a:pt x="404" y="289"/>
                    <a:pt x="395" y="285"/>
                  </a:cubicBezTo>
                  <a:cubicBezTo>
                    <a:pt x="373" y="277"/>
                    <a:pt x="369" y="249"/>
                    <a:pt x="388" y="230"/>
                  </a:cubicBezTo>
                  <a:cubicBezTo>
                    <a:pt x="397" y="218"/>
                    <a:pt x="419" y="215"/>
                    <a:pt x="442" y="208"/>
                  </a:cubicBezTo>
                  <a:cubicBezTo>
                    <a:pt x="445" y="207"/>
                    <a:pt x="447" y="206"/>
                    <a:pt x="450" y="205"/>
                  </a:cubicBezTo>
                  <a:cubicBezTo>
                    <a:pt x="450" y="184"/>
                    <a:pt x="449" y="164"/>
                    <a:pt x="447" y="147"/>
                  </a:cubicBezTo>
                  <a:cubicBezTo>
                    <a:pt x="439" y="147"/>
                    <a:pt x="433" y="148"/>
                    <a:pt x="428" y="149"/>
                  </a:cubicBezTo>
                  <a:cubicBezTo>
                    <a:pt x="418" y="152"/>
                    <a:pt x="401" y="149"/>
                    <a:pt x="396" y="134"/>
                  </a:cubicBezTo>
                  <a:cubicBezTo>
                    <a:pt x="393" y="126"/>
                    <a:pt x="395" y="117"/>
                    <a:pt x="394" y="107"/>
                  </a:cubicBezTo>
                  <a:cubicBezTo>
                    <a:pt x="393" y="97"/>
                    <a:pt x="390" y="87"/>
                    <a:pt x="393" y="77"/>
                  </a:cubicBezTo>
                  <a:cubicBezTo>
                    <a:pt x="396" y="59"/>
                    <a:pt x="411" y="51"/>
                    <a:pt x="431" y="49"/>
                  </a:cubicBezTo>
                  <a:cubicBezTo>
                    <a:pt x="436" y="49"/>
                    <a:pt x="442" y="48"/>
                    <a:pt x="448" y="47"/>
                  </a:cubicBezTo>
                  <a:cubicBezTo>
                    <a:pt x="448" y="28"/>
                    <a:pt x="447" y="15"/>
                    <a:pt x="443" y="0"/>
                  </a:cubicBezTo>
                  <a:cubicBezTo>
                    <a:pt x="419" y="0"/>
                    <a:pt x="401" y="5"/>
                    <a:pt x="388" y="7"/>
                  </a:cubicBezTo>
                  <a:cubicBezTo>
                    <a:pt x="369" y="10"/>
                    <a:pt x="352" y="23"/>
                    <a:pt x="330" y="30"/>
                  </a:cubicBezTo>
                  <a:cubicBezTo>
                    <a:pt x="313" y="36"/>
                    <a:pt x="277" y="45"/>
                    <a:pt x="263" y="51"/>
                  </a:cubicBezTo>
                  <a:cubicBezTo>
                    <a:pt x="233" y="65"/>
                    <a:pt x="206" y="76"/>
                    <a:pt x="184" y="90"/>
                  </a:cubicBezTo>
                  <a:cubicBezTo>
                    <a:pt x="148" y="111"/>
                    <a:pt x="123" y="134"/>
                    <a:pt x="94" y="146"/>
                  </a:cubicBezTo>
                  <a:cubicBezTo>
                    <a:pt x="82" y="151"/>
                    <a:pt x="70" y="152"/>
                    <a:pt x="60" y="151"/>
                  </a:cubicBezTo>
                  <a:cubicBezTo>
                    <a:pt x="55" y="150"/>
                    <a:pt x="50" y="149"/>
                    <a:pt x="46" y="147"/>
                  </a:cubicBezTo>
                  <a:cubicBezTo>
                    <a:pt x="23" y="134"/>
                    <a:pt x="0" y="168"/>
                    <a:pt x="19" y="187"/>
                  </a:cubicBezTo>
                  <a:cubicBezTo>
                    <a:pt x="19" y="187"/>
                    <a:pt x="19" y="187"/>
                    <a:pt x="19" y="187"/>
                  </a:cubicBezTo>
                  <a:cubicBezTo>
                    <a:pt x="22" y="190"/>
                    <a:pt x="26" y="194"/>
                    <a:pt x="30" y="198"/>
                  </a:cubicBezTo>
                  <a:cubicBezTo>
                    <a:pt x="39" y="205"/>
                    <a:pt x="44" y="215"/>
                    <a:pt x="44" y="226"/>
                  </a:cubicBezTo>
                  <a:cubicBezTo>
                    <a:pt x="44" y="235"/>
                    <a:pt x="40" y="244"/>
                    <a:pt x="33" y="251"/>
                  </a:cubicBezTo>
                  <a:cubicBezTo>
                    <a:pt x="13" y="266"/>
                    <a:pt x="27" y="294"/>
                    <a:pt x="50" y="287"/>
                  </a:cubicBezTo>
                  <a:cubicBezTo>
                    <a:pt x="59" y="283"/>
                    <a:pt x="67" y="281"/>
                    <a:pt x="75" y="281"/>
                  </a:cubicBezTo>
                  <a:cubicBezTo>
                    <a:pt x="75" y="281"/>
                    <a:pt x="75" y="281"/>
                    <a:pt x="75" y="281"/>
                  </a:cubicBezTo>
                  <a:cubicBezTo>
                    <a:pt x="85" y="281"/>
                    <a:pt x="94" y="284"/>
                    <a:pt x="102" y="290"/>
                  </a:cubicBezTo>
                  <a:cubicBezTo>
                    <a:pt x="111" y="296"/>
                    <a:pt x="120" y="304"/>
                    <a:pt x="131" y="315"/>
                  </a:cubicBezTo>
                  <a:cubicBezTo>
                    <a:pt x="131" y="315"/>
                    <a:pt x="131" y="315"/>
                    <a:pt x="131" y="315"/>
                  </a:cubicBezTo>
                  <a:cubicBezTo>
                    <a:pt x="153" y="336"/>
                    <a:pt x="176" y="356"/>
                    <a:pt x="201" y="376"/>
                  </a:cubicBezTo>
                  <a:cubicBezTo>
                    <a:pt x="214" y="386"/>
                    <a:pt x="232" y="392"/>
                    <a:pt x="249" y="403"/>
                  </a:cubicBezTo>
                  <a:cubicBezTo>
                    <a:pt x="264" y="413"/>
                    <a:pt x="275" y="427"/>
                    <a:pt x="287" y="434"/>
                  </a:cubicBezTo>
                  <a:cubicBezTo>
                    <a:pt x="312" y="449"/>
                    <a:pt x="338" y="460"/>
                    <a:pt x="364" y="469"/>
                  </a:cubicBezTo>
                  <a:cubicBezTo>
                    <a:pt x="368" y="457"/>
                    <a:pt x="372" y="446"/>
                    <a:pt x="376" y="435"/>
                  </a:cubicBezTo>
                  <a:moveTo>
                    <a:pt x="264" y="335"/>
                  </a:moveTo>
                  <a:cubicBezTo>
                    <a:pt x="250" y="351"/>
                    <a:pt x="228" y="331"/>
                    <a:pt x="203" y="309"/>
                  </a:cubicBezTo>
                  <a:cubicBezTo>
                    <a:pt x="187" y="295"/>
                    <a:pt x="166" y="283"/>
                    <a:pt x="157" y="271"/>
                  </a:cubicBezTo>
                  <a:cubicBezTo>
                    <a:pt x="134" y="240"/>
                    <a:pt x="113" y="217"/>
                    <a:pt x="125" y="194"/>
                  </a:cubicBezTo>
                  <a:cubicBezTo>
                    <a:pt x="129" y="185"/>
                    <a:pt x="150" y="173"/>
                    <a:pt x="173" y="156"/>
                  </a:cubicBezTo>
                  <a:cubicBezTo>
                    <a:pt x="187" y="146"/>
                    <a:pt x="200" y="130"/>
                    <a:pt x="215" y="123"/>
                  </a:cubicBezTo>
                  <a:cubicBezTo>
                    <a:pt x="236" y="111"/>
                    <a:pt x="260" y="110"/>
                    <a:pt x="270" y="107"/>
                  </a:cubicBezTo>
                  <a:cubicBezTo>
                    <a:pt x="289" y="101"/>
                    <a:pt x="309" y="117"/>
                    <a:pt x="321" y="141"/>
                  </a:cubicBezTo>
                  <a:cubicBezTo>
                    <a:pt x="333" y="164"/>
                    <a:pt x="339" y="193"/>
                    <a:pt x="331" y="214"/>
                  </a:cubicBezTo>
                  <a:cubicBezTo>
                    <a:pt x="326" y="228"/>
                    <a:pt x="308" y="251"/>
                    <a:pt x="295" y="275"/>
                  </a:cubicBezTo>
                  <a:cubicBezTo>
                    <a:pt x="282" y="298"/>
                    <a:pt x="275" y="321"/>
                    <a:pt x="264" y="335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2" name="Freeform 188">
              <a:extLst>
                <a:ext uri="{FF2B5EF4-FFF2-40B4-BE49-F238E27FC236}">
                  <a16:creationId xmlns:a16="http://schemas.microsoft.com/office/drawing/2014/main" id="{93052155-6818-405D-9DBC-C21CDCDEF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812"/>
              <a:ext cx="627" cy="640"/>
            </a:xfrm>
            <a:custGeom>
              <a:avLst/>
              <a:gdLst>
                <a:gd name="T0" fmla="*/ 0 w 251"/>
                <a:gd name="T1" fmla="*/ 1520 h 256"/>
                <a:gd name="T2" fmla="*/ 417 w 251"/>
                <a:gd name="T3" fmla="*/ 2020 h 256"/>
                <a:gd name="T4" fmla="*/ 262 w 251"/>
                <a:gd name="T5" fmla="*/ 2645 h 256"/>
                <a:gd name="T6" fmla="*/ 187 w 251"/>
                <a:gd name="T7" fmla="*/ 2958 h 256"/>
                <a:gd name="T8" fmla="*/ 500 w 251"/>
                <a:gd name="T9" fmla="*/ 2988 h 256"/>
                <a:gd name="T10" fmla="*/ 1167 w 251"/>
                <a:gd name="T11" fmla="*/ 3083 h 256"/>
                <a:gd name="T12" fmla="*/ 1809 w 251"/>
                <a:gd name="T13" fmla="*/ 3533 h 256"/>
                <a:gd name="T14" fmla="*/ 2371 w 251"/>
                <a:gd name="T15" fmla="*/ 3970 h 256"/>
                <a:gd name="T16" fmla="*/ 2540 w 251"/>
                <a:gd name="T17" fmla="*/ 3813 h 256"/>
                <a:gd name="T18" fmla="*/ 2291 w 251"/>
                <a:gd name="T19" fmla="*/ 3583 h 256"/>
                <a:gd name="T20" fmla="*/ 1854 w 251"/>
                <a:gd name="T21" fmla="*/ 3095 h 256"/>
                <a:gd name="T22" fmla="*/ 1416 w 251"/>
                <a:gd name="T23" fmla="*/ 2583 h 256"/>
                <a:gd name="T24" fmla="*/ 1154 w 251"/>
                <a:gd name="T25" fmla="*/ 2063 h 256"/>
                <a:gd name="T26" fmla="*/ 1404 w 251"/>
                <a:gd name="T27" fmla="*/ 1500 h 256"/>
                <a:gd name="T28" fmla="*/ 1883 w 251"/>
                <a:gd name="T29" fmla="*/ 1158 h 256"/>
                <a:gd name="T30" fmla="*/ 2383 w 251"/>
                <a:gd name="T31" fmla="*/ 800 h 256"/>
                <a:gd name="T32" fmla="*/ 2883 w 251"/>
                <a:gd name="T33" fmla="*/ 375 h 256"/>
                <a:gd name="T34" fmla="*/ 3507 w 251"/>
                <a:gd name="T35" fmla="*/ 238 h 256"/>
                <a:gd name="T36" fmla="*/ 3882 w 251"/>
                <a:gd name="T37" fmla="*/ 113 h 256"/>
                <a:gd name="T38" fmla="*/ 3525 w 251"/>
                <a:gd name="T39" fmla="*/ 33 h 256"/>
                <a:gd name="T40" fmla="*/ 2570 w 251"/>
                <a:gd name="T41" fmla="*/ 363 h 256"/>
                <a:gd name="T42" fmla="*/ 1946 w 251"/>
                <a:gd name="T43" fmla="*/ 675 h 256"/>
                <a:gd name="T44" fmla="*/ 687 w 251"/>
                <a:gd name="T45" fmla="*/ 1313 h 256"/>
                <a:gd name="T46" fmla="*/ 437 w 251"/>
                <a:gd name="T47" fmla="*/ 1333 h 256"/>
                <a:gd name="T48" fmla="*/ 250 w 251"/>
                <a:gd name="T49" fmla="*/ 1238 h 2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1" h="256">
                  <a:moveTo>
                    <a:pt x="0" y="97"/>
                  </a:moveTo>
                  <a:cubicBezTo>
                    <a:pt x="14" y="106"/>
                    <a:pt x="22" y="112"/>
                    <a:pt x="27" y="129"/>
                  </a:cubicBezTo>
                  <a:cubicBezTo>
                    <a:pt x="31" y="144"/>
                    <a:pt x="24" y="156"/>
                    <a:pt x="17" y="169"/>
                  </a:cubicBezTo>
                  <a:cubicBezTo>
                    <a:pt x="13" y="175"/>
                    <a:pt x="8" y="183"/>
                    <a:pt x="12" y="189"/>
                  </a:cubicBezTo>
                  <a:cubicBezTo>
                    <a:pt x="17" y="196"/>
                    <a:pt x="25" y="192"/>
                    <a:pt x="32" y="191"/>
                  </a:cubicBezTo>
                  <a:cubicBezTo>
                    <a:pt x="46" y="189"/>
                    <a:pt x="62" y="191"/>
                    <a:pt x="75" y="197"/>
                  </a:cubicBezTo>
                  <a:cubicBezTo>
                    <a:pt x="90" y="204"/>
                    <a:pt x="102" y="216"/>
                    <a:pt x="116" y="226"/>
                  </a:cubicBezTo>
                  <a:cubicBezTo>
                    <a:pt x="126" y="234"/>
                    <a:pt x="139" y="252"/>
                    <a:pt x="152" y="254"/>
                  </a:cubicBezTo>
                  <a:cubicBezTo>
                    <a:pt x="160" y="256"/>
                    <a:pt x="165" y="252"/>
                    <a:pt x="163" y="244"/>
                  </a:cubicBezTo>
                  <a:cubicBezTo>
                    <a:pt x="162" y="237"/>
                    <a:pt x="153" y="233"/>
                    <a:pt x="147" y="229"/>
                  </a:cubicBezTo>
                  <a:cubicBezTo>
                    <a:pt x="133" y="221"/>
                    <a:pt x="128" y="211"/>
                    <a:pt x="119" y="198"/>
                  </a:cubicBezTo>
                  <a:cubicBezTo>
                    <a:pt x="111" y="186"/>
                    <a:pt x="101" y="174"/>
                    <a:pt x="91" y="165"/>
                  </a:cubicBezTo>
                  <a:cubicBezTo>
                    <a:pt x="80" y="154"/>
                    <a:pt x="71" y="149"/>
                    <a:pt x="74" y="132"/>
                  </a:cubicBezTo>
                  <a:cubicBezTo>
                    <a:pt x="77" y="117"/>
                    <a:pt x="78" y="107"/>
                    <a:pt x="90" y="96"/>
                  </a:cubicBezTo>
                  <a:cubicBezTo>
                    <a:pt x="100" y="87"/>
                    <a:pt x="111" y="81"/>
                    <a:pt x="121" y="74"/>
                  </a:cubicBezTo>
                  <a:cubicBezTo>
                    <a:pt x="132" y="65"/>
                    <a:pt x="142" y="58"/>
                    <a:pt x="153" y="51"/>
                  </a:cubicBezTo>
                  <a:cubicBezTo>
                    <a:pt x="165" y="43"/>
                    <a:pt x="172" y="30"/>
                    <a:pt x="185" y="24"/>
                  </a:cubicBezTo>
                  <a:cubicBezTo>
                    <a:pt x="198" y="19"/>
                    <a:pt x="211" y="17"/>
                    <a:pt x="225" y="15"/>
                  </a:cubicBezTo>
                  <a:cubicBezTo>
                    <a:pt x="229" y="15"/>
                    <a:pt x="248" y="13"/>
                    <a:pt x="249" y="7"/>
                  </a:cubicBezTo>
                  <a:cubicBezTo>
                    <a:pt x="251" y="0"/>
                    <a:pt x="230" y="2"/>
                    <a:pt x="226" y="2"/>
                  </a:cubicBezTo>
                  <a:cubicBezTo>
                    <a:pt x="204" y="5"/>
                    <a:pt x="186" y="16"/>
                    <a:pt x="165" y="23"/>
                  </a:cubicBezTo>
                  <a:cubicBezTo>
                    <a:pt x="151" y="28"/>
                    <a:pt x="138" y="34"/>
                    <a:pt x="125" y="43"/>
                  </a:cubicBezTo>
                  <a:cubicBezTo>
                    <a:pt x="101" y="59"/>
                    <a:pt x="73" y="80"/>
                    <a:pt x="44" y="84"/>
                  </a:cubicBezTo>
                  <a:cubicBezTo>
                    <a:pt x="38" y="85"/>
                    <a:pt x="33" y="87"/>
                    <a:pt x="28" y="85"/>
                  </a:cubicBezTo>
                  <a:cubicBezTo>
                    <a:pt x="23" y="83"/>
                    <a:pt x="20" y="80"/>
                    <a:pt x="16" y="79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3" name="Freeform 189">
              <a:extLst>
                <a:ext uri="{FF2B5EF4-FFF2-40B4-BE49-F238E27FC236}">
                  <a16:creationId xmlns:a16="http://schemas.microsoft.com/office/drawing/2014/main" id="{69B19FD4-3C2D-4D74-AF42-75D8EDCA5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005"/>
              <a:ext cx="220" cy="172"/>
            </a:xfrm>
            <a:custGeom>
              <a:avLst/>
              <a:gdLst>
                <a:gd name="T0" fmla="*/ 0 w 88"/>
                <a:gd name="T1" fmla="*/ 312 h 69"/>
                <a:gd name="T2" fmla="*/ 363 w 88"/>
                <a:gd name="T3" fmla="*/ 571 h 69"/>
                <a:gd name="T4" fmla="*/ 488 w 88"/>
                <a:gd name="T5" fmla="*/ 840 h 69"/>
                <a:gd name="T6" fmla="*/ 563 w 88"/>
                <a:gd name="T7" fmla="*/ 1025 h 69"/>
                <a:gd name="T8" fmla="*/ 833 w 88"/>
                <a:gd name="T9" fmla="*/ 466 h 69"/>
                <a:gd name="T10" fmla="*/ 1375 w 88"/>
                <a:gd name="T11" fmla="*/ 0 h 69"/>
                <a:gd name="T12" fmla="*/ 583 w 88"/>
                <a:gd name="T13" fmla="*/ 229 h 69"/>
                <a:gd name="T14" fmla="*/ 158 w 88"/>
                <a:gd name="T15" fmla="*/ 42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69">
                  <a:moveTo>
                    <a:pt x="0" y="20"/>
                  </a:moveTo>
                  <a:cubicBezTo>
                    <a:pt x="10" y="22"/>
                    <a:pt x="17" y="29"/>
                    <a:pt x="23" y="37"/>
                  </a:cubicBezTo>
                  <a:cubicBezTo>
                    <a:pt x="27" y="42"/>
                    <a:pt x="31" y="48"/>
                    <a:pt x="31" y="54"/>
                  </a:cubicBezTo>
                  <a:cubicBezTo>
                    <a:pt x="32" y="59"/>
                    <a:pt x="27" y="69"/>
                    <a:pt x="36" y="66"/>
                  </a:cubicBezTo>
                  <a:cubicBezTo>
                    <a:pt x="46" y="63"/>
                    <a:pt x="48" y="38"/>
                    <a:pt x="53" y="30"/>
                  </a:cubicBezTo>
                  <a:cubicBezTo>
                    <a:pt x="61" y="17"/>
                    <a:pt x="81" y="12"/>
                    <a:pt x="88" y="0"/>
                  </a:cubicBezTo>
                  <a:cubicBezTo>
                    <a:pt x="71" y="2"/>
                    <a:pt x="55" y="16"/>
                    <a:pt x="37" y="15"/>
                  </a:cubicBezTo>
                  <a:cubicBezTo>
                    <a:pt x="28" y="14"/>
                    <a:pt x="17" y="4"/>
                    <a:pt x="10" y="3"/>
                  </a:cubicBezTo>
                </a:path>
              </a:pathLst>
            </a:custGeom>
            <a:solidFill>
              <a:srgbClr val="006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4" name="Freeform 190">
              <a:extLst>
                <a:ext uri="{FF2B5EF4-FFF2-40B4-BE49-F238E27FC236}">
                  <a16:creationId xmlns:a16="http://schemas.microsoft.com/office/drawing/2014/main" id="{87BAFAF9-C73A-4CA0-AE5D-5AA2F18D7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235"/>
              <a:ext cx="220" cy="142"/>
            </a:xfrm>
            <a:custGeom>
              <a:avLst/>
              <a:gdLst>
                <a:gd name="T0" fmla="*/ 20 w 88"/>
                <a:gd name="T1" fmla="*/ 882 h 57"/>
                <a:gd name="T2" fmla="*/ 375 w 88"/>
                <a:gd name="T3" fmla="*/ 665 h 57"/>
                <a:gd name="T4" fmla="*/ 675 w 88"/>
                <a:gd name="T5" fmla="*/ 712 h 57"/>
                <a:gd name="T6" fmla="*/ 1375 w 88"/>
                <a:gd name="T7" fmla="*/ 882 h 57"/>
                <a:gd name="T8" fmla="*/ 708 w 88"/>
                <a:gd name="T9" fmla="*/ 558 h 57"/>
                <a:gd name="T10" fmla="*/ 458 w 88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57">
                  <a:moveTo>
                    <a:pt x="1" y="57"/>
                  </a:moveTo>
                  <a:cubicBezTo>
                    <a:pt x="0" y="50"/>
                    <a:pt x="18" y="44"/>
                    <a:pt x="24" y="43"/>
                  </a:cubicBezTo>
                  <a:cubicBezTo>
                    <a:pt x="31" y="42"/>
                    <a:pt x="37" y="44"/>
                    <a:pt x="43" y="46"/>
                  </a:cubicBezTo>
                  <a:cubicBezTo>
                    <a:pt x="59" y="49"/>
                    <a:pt x="73" y="54"/>
                    <a:pt x="88" y="57"/>
                  </a:cubicBezTo>
                  <a:cubicBezTo>
                    <a:pt x="76" y="47"/>
                    <a:pt x="57" y="46"/>
                    <a:pt x="45" y="36"/>
                  </a:cubicBezTo>
                  <a:cubicBezTo>
                    <a:pt x="35" y="28"/>
                    <a:pt x="30" y="12"/>
                    <a:pt x="29" y="0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5" name="Freeform 191">
              <a:extLst>
                <a:ext uri="{FF2B5EF4-FFF2-40B4-BE49-F238E27FC236}">
                  <a16:creationId xmlns:a16="http://schemas.microsoft.com/office/drawing/2014/main" id="{581F1E8B-8136-48D7-9099-74AEA2673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452"/>
              <a:ext cx="388" cy="278"/>
            </a:xfrm>
            <a:custGeom>
              <a:avLst/>
              <a:gdLst>
                <a:gd name="T0" fmla="*/ 283 w 155"/>
                <a:gd name="T1" fmla="*/ 0 h 111"/>
                <a:gd name="T2" fmla="*/ 909 w 155"/>
                <a:gd name="T3" fmla="*/ 313 h 111"/>
                <a:gd name="T4" fmla="*/ 1304 w 155"/>
                <a:gd name="T5" fmla="*/ 689 h 111"/>
                <a:gd name="T6" fmla="*/ 1755 w 155"/>
                <a:gd name="T7" fmla="*/ 1130 h 111"/>
                <a:gd name="T8" fmla="*/ 2068 w 155"/>
                <a:gd name="T9" fmla="*/ 1430 h 111"/>
                <a:gd name="T10" fmla="*/ 2401 w 155"/>
                <a:gd name="T11" fmla="*/ 1630 h 111"/>
                <a:gd name="T12" fmla="*/ 2431 w 155"/>
                <a:gd name="T13" fmla="*/ 1663 h 111"/>
                <a:gd name="T14" fmla="*/ 1772 w 155"/>
                <a:gd name="T15" fmla="*/ 1400 h 111"/>
                <a:gd name="T16" fmla="*/ 1054 w 155"/>
                <a:gd name="T17" fmla="*/ 879 h 111"/>
                <a:gd name="T18" fmla="*/ 688 w 155"/>
                <a:gd name="T19" fmla="*/ 596 h 111"/>
                <a:gd name="T20" fmla="*/ 438 w 155"/>
                <a:gd name="T21" fmla="*/ 438 h 111"/>
                <a:gd name="T22" fmla="*/ 50 w 155"/>
                <a:gd name="T23" fmla="*/ 50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5" h="111">
                  <a:moveTo>
                    <a:pt x="18" y="0"/>
                  </a:moveTo>
                  <a:cubicBezTo>
                    <a:pt x="23" y="10"/>
                    <a:pt x="47" y="16"/>
                    <a:pt x="58" y="20"/>
                  </a:cubicBezTo>
                  <a:cubicBezTo>
                    <a:pt x="69" y="25"/>
                    <a:pt x="76" y="34"/>
                    <a:pt x="83" y="44"/>
                  </a:cubicBezTo>
                  <a:cubicBezTo>
                    <a:pt x="91" y="56"/>
                    <a:pt x="102" y="63"/>
                    <a:pt x="112" y="72"/>
                  </a:cubicBezTo>
                  <a:cubicBezTo>
                    <a:pt x="119" y="79"/>
                    <a:pt x="124" y="86"/>
                    <a:pt x="132" y="91"/>
                  </a:cubicBezTo>
                  <a:cubicBezTo>
                    <a:pt x="137" y="95"/>
                    <a:pt x="149" y="99"/>
                    <a:pt x="153" y="104"/>
                  </a:cubicBezTo>
                  <a:cubicBezTo>
                    <a:pt x="154" y="105"/>
                    <a:pt x="155" y="105"/>
                    <a:pt x="155" y="106"/>
                  </a:cubicBezTo>
                  <a:cubicBezTo>
                    <a:pt x="149" y="111"/>
                    <a:pt x="120" y="93"/>
                    <a:pt x="113" y="89"/>
                  </a:cubicBezTo>
                  <a:cubicBezTo>
                    <a:pt x="97" y="80"/>
                    <a:pt x="80" y="68"/>
                    <a:pt x="67" y="56"/>
                  </a:cubicBezTo>
                  <a:cubicBezTo>
                    <a:pt x="60" y="50"/>
                    <a:pt x="52" y="42"/>
                    <a:pt x="44" y="38"/>
                  </a:cubicBezTo>
                  <a:cubicBezTo>
                    <a:pt x="38" y="35"/>
                    <a:pt x="33" y="33"/>
                    <a:pt x="28" y="28"/>
                  </a:cubicBezTo>
                  <a:cubicBezTo>
                    <a:pt x="22" y="24"/>
                    <a:pt x="0" y="9"/>
                    <a:pt x="3" y="3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6" name="Freeform 192">
              <a:extLst>
                <a:ext uri="{FF2B5EF4-FFF2-40B4-BE49-F238E27FC236}">
                  <a16:creationId xmlns:a16="http://schemas.microsoft.com/office/drawing/2014/main" id="{08FD1976-BA9E-4ED2-AD8A-F0D9C8685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700"/>
              <a:ext cx="330" cy="795"/>
            </a:xfrm>
            <a:custGeom>
              <a:avLst/>
              <a:gdLst>
                <a:gd name="T0" fmla="*/ 958 w 132"/>
                <a:gd name="T1" fmla="*/ 1345 h 318"/>
                <a:gd name="T2" fmla="*/ 1020 w 132"/>
                <a:gd name="T3" fmla="*/ 2958 h 318"/>
                <a:gd name="T4" fmla="*/ 658 w 132"/>
                <a:gd name="T5" fmla="*/ 3658 h 318"/>
                <a:gd name="T6" fmla="*/ 270 w 132"/>
                <a:gd name="T7" fmla="*/ 4250 h 318"/>
                <a:gd name="T8" fmla="*/ 95 w 132"/>
                <a:gd name="T9" fmla="*/ 4833 h 318"/>
                <a:gd name="T10" fmla="*/ 220 w 132"/>
                <a:gd name="T11" fmla="*/ 4970 h 318"/>
                <a:gd name="T12" fmla="*/ 438 w 132"/>
                <a:gd name="T13" fmla="*/ 4783 h 318"/>
                <a:gd name="T14" fmla="*/ 550 w 132"/>
                <a:gd name="T15" fmla="*/ 4458 h 318"/>
                <a:gd name="T16" fmla="*/ 908 w 132"/>
                <a:gd name="T17" fmla="*/ 3845 h 318"/>
                <a:gd name="T18" fmla="*/ 1208 w 132"/>
                <a:gd name="T19" fmla="*/ 3220 h 318"/>
                <a:gd name="T20" fmla="*/ 1563 w 132"/>
                <a:gd name="T21" fmla="*/ 2658 h 318"/>
                <a:gd name="T22" fmla="*/ 2063 w 132"/>
                <a:gd name="T23" fmla="*/ 2375 h 318"/>
                <a:gd name="T24" fmla="*/ 1313 w 132"/>
                <a:gd name="T25" fmla="*/ 1220 h 318"/>
                <a:gd name="T26" fmla="*/ 1220 w 132"/>
                <a:gd name="T27" fmla="*/ 533 h 318"/>
                <a:gd name="T28" fmla="*/ 1458 w 132"/>
                <a:gd name="T29" fmla="*/ 270 h 318"/>
                <a:gd name="T30" fmla="*/ 1488 w 132"/>
                <a:gd name="T31" fmla="*/ 63 h 318"/>
                <a:gd name="T32" fmla="*/ 813 w 132"/>
                <a:gd name="T33" fmla="*/ 208 h 318"/>
                <a:gd name="T34" fmla="*/ 125 w 132"/>
                <a:gd name="T35" fmla="*/ 533 h 318"/>
                <a:gd name="T36" fmla="*/ 550 w 132"/>
                <a:gd name="T37" fmla="*/ 875 h 318"/>
                <a:gd name="T38" fmla="*/ 770 w 132"/>
                <a:gd name="T39" fmla="*/ 1125 h 318"/>
                <a:gd name="T40" fmla="*/ 988 w 132"/>
                <a:gd name="T41" fmla="*/ 1363 h 3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2" h="318">
                  <a:moveTo>
                    <a:pt x="61" y="86"/>
                  </a:moveTo>
                  <a:cubicBezTo>
                    <a:pt x="87" y="111"/>
                    <a:pt x="77" y="160"/>
                    <a:pt x="65" y="189"/>
                  </a:cubicBezTo>
                  <a:cubicBezTo>
                    <a:pt x="58" y="205"/>
                    <a:pt x="52" y="221"/>
                    <a:pt x="42" y="234"/>
                  </a:cubicBezTo>
                  <a:cubicBezTo>
                    <a:pt x="33" y="247"/>
                    <a:pt x="24" y="258"/>
                    <a:pt x="17" y="272"/>
                  </a:cubicBezTo>
                  <a:cubicBezTo>
                    <a:pt x="12" y="284"/>
                    <a:pt x="13" y="299"/>
                    <a:pt x="6" y="309"/>
                  </a:cubicBezTo>
                  <a:cubicBezTo>
                    <a:pt x="12" y="298"/>
                    <a:pt x="12" y="314"/>
                    <a:pt x="14" y="318"/>
                  </a:cubicBezTo>
                  <a:cubicBezTo>
                    <a:pt x="22" y="314"/>
                    <a:pt x="24" y="314"/>
                    <a:pt x="28" y="306"/>
                  </a:cubicBezTo>
                  <a:cubicBezTo>
                    <a:pt x="30" y="300"/>
                    <a:pt x="32" y="292"/>
                    <a:pt x="35" y="285"/>
                  </a:cubicBezTo>
                  <a:cubicBezTo>
                    <a:pt x="42" y="272"/>
                    <a:pt x="51" y="260"/>
                    <a:pt x="58" y="246"/>
                  </a:cubicBezTo>
                  <a:cubicBezTo>
                    <a:pt x="64" y="233"/>
                    <a:pt x="73" y="220"/>
                    <a:pt x="77" y="206"/>
                  </a:cubicBezTo>
                  <a:cubicBezTo>
                    <a:pt x="81" y="193"/>
                    <a:pt x="88" y="178"/>
                    <a:pt x="100" y="170"/>
                  </a:cubicBezTo>
                  <a:cubicBezTo>
                    <a:pt x="110" y="164"/>
                    <a:pt x="128" y="166"/>
                    <a:pt x="132" y="152"/>
                  </a:cubicBezTo>
                  <a:cubicBezTo>
                    <a:pt x="99" y="137"/>
                    <a:pt x="98" y="106"/>
                    <a:pt x="84" y="78"/>
                  </a:cubicBezTo>
                  <a:cubicBezTo>
                    <a:pt x="77" y="65"/>
                    <a:pt x="71" y="48"/>
                    <a:pt x="78" y="34"/>
                  </a:cubicBezTo>
                  <a:cubicBezTo>
                    <a:pt x="81" y="28"/>
                    <a:pt x="88" y="23"/>
                    <a:pt x="93" y="17"/>
                  </a:cubicBezTo>
                  <a:cubicBezTo>
                    <a:pt x="98" y="12"/>
                    <a:pt x="105" y="7"/>
                    <a:pt x="95" y="4"/>
                  </a:cubicBezTo>
                  <a:cubicBezTo>
                    <a:pt x="83" y="0"/>
                    <a:pt x="63" y="8"/>
                    <a:pt x="52" y="13"/>
                  </a:cubicBezTo>
                  <a:cubicBezTo>
                    <a:pt x="39" y="18"/>
                    <a:pt x="16" y="20"/>
                    <a:pt x="8" y="34"/>
                  </a:cubicBezTo>
                  <a:cubicBezTo>
                    <a:pt x="0" y="48"/>
                    <a:pt x="25" y="51"/>
                    <a:pt x="35" y="56"/>
                  </a:cubicBezTo>
                  <a:cubicBezTo>
                    <a:pt x="43" y="60"/>
                    <a:pt x="43" y="66"/>
                    <a:pt x="49" y="72"/>
                  </a:cubicBezTo>
                  <a:cubicBezTo>
                    <a:pt x="54" y="78"/>
                    <a:pt x="60" y="80"/>
                    <a:pt x="63" y="87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7" name="Freeform 193">
              <a:extLst>
                <a:ext uri="{FF2B5EF4-FFF2-40B4-BE49-F238E27FC236}">
                  <a16:creationId xmlns:a16="http://schemas.microsoft.com/office/drawing/2014/main" id="{41BE8533-03F9-4C5F-8ECD-D45FFAC9A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65"/>
              <a:ext cx="138" cy="122"/>
            </a:xfrm>
            <a:custGeom>
              <a:avLst/>
              <a:gdLst>
                <a:gd name="T0" fmla="*/ 95 w 55"/>
                <a:gd name="T1" fmla="*/ 590 h 49"/>
                <a:gd name="T2" fmla="*/ 567 w 55"/>
                <a:gd name="T3" fmla="*/ 75 h 49"/>
                <a:gd name="T4" fmla="*/ 158 w 55"/>
                <a:gd name="T5" fmla="*/ 75 h 49"/>
                <a:gd name="T6" fmla="*/ 0 w 55"/>
                <a:gd name="T7" fmla="*/ 47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9">
                  <a:moveTo>
                    <a:pt x="6" y="38"/>
                  </a:moveTo>
                  <a:cubicBezTo>
                    <a:pt x="15" y="49"/>
                    <a:pt x="55" y="25"/>
                    <a:pt x="36" y="5"/>
                  </a:cubicBezTo>
                  <a:cubicBezTo>
                    <a:pt x="30" y="0"/>
                    <a:pt x="17" y="1"/>
                    <a:pt x="10" y="5"/>
                  </a:cubicBezTo>
                  <a:cubicBezTo>
                    <a:pt x="2" y="11"/>
                    <a:pt x="0" y="22"/>
                    <a:pt x="0" y="31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8" name="Freeform 194">
              <a:extLst>
                <a:ext uri="{FF2B5EF4-FFF2-40B4-BE49-F238E27FC236}">
                  <a16:creationId xmlns:a16="http://schemas.microsoft.com/office/drawing/2014/main" id="{68B148B4-455A-48EE-BB45-807172C05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100"/>
              <a:ext cx="203" cy="295"/>
            </a:xfrm>
            <a:custGeom>
              <a:avLst/>
              <a:gdLst>
                <a:gd name="T0" fmla="*/ 804 w 81"/>
                <a:gd name="T1" fmla="*/ 1583 h 118"/>
                <a:gd name="T2" fmla="*/ 742 w 81"/>
                <a:gd name="T3" fmla="*/ 1550 h 118"/>
                <a:gd name="T4" fmla="*/ 709 w 81"/>
                <a:gd name="T5" fmla="*/ 1533 h 118"/>
                <a:gd name="T6" fmla="*/ 647 w 81"/>
                <a:gd name="T7" fmla="*/ 1500 h 118"/>
                <a:gd name="T8" fmla="*/ 617 w 81"/>
                <a:gd name="T9" fmla="*/ 1470 h 118"/>
                <a:gd name="T10" fmla="*/ 566 w 81"/>
                <a:gd name="T11" fmla="*/ 1458 h 118"/>
                <a:gd name="T12" fmla="*/ 534 w 81"/>
                <a:gd name="T13" fmla="*/ 1425 h 118"/>
                <a:gd name="T14" fmla="*/ 489 w 81"/>
                <a:gd name="T15" fmla="*/ 1408 h 118"/>
                <a:gd name="T16" fmla="*/ 471 w 81"/>
                <a:gd name="T17" fmla="*/ 1395 h 118"/>
                <a:gd name="T18" fmla="*/ 409 w 81"/>
                <a:gd name="T19" fmla="*/ 1363 h 118"/>
                <a:gd name="T20" fmla="*/ 301 w 81"/>
                <a:gd name="T21" fmla="*/ 500 h 118"/>
                <a:gd name="T22" fmla="*/ 1150 w 81"/>
                <a:gd name="T23" fmla="*/ 158 h 118"/>
                <a:gd name="T24" fmla="*/ 1276 w 81"/>
                <a:gd name="T25" fmla="*/ 113 h 118"/>
                <a:gd name="T26" fmla="*/ 1276 w 81"/>
                <a:gd name="T27" fmla="*/ 0 h 118"/>
                <a:gd name="T28" fmla="*/ 1118 w 81"/>
                <a:gd name="T29" fmla="*/ 50 h 118"/>
                <a:gd name="T30" fmla="*/ 617 w 81"/>
                <a:gd name="T31" fmla="*/ 188 h 118"/>
                <a:gd name="T32" fmla="*/ 208 w 81"/>
                <a:gd name="T33" fmla="*/ 438 h 118"/>
                <a:gd name="T34" fmla="*/ 0 w 81"/>
                <a:gd name="T35" fmla="*/ 925 h 118"/>
                <a:gd name="T36" fmla="*/ 363 w 81"/>
                <a:gd name="T37" fmla="*/ 1470 h 118"/>
                <a:gd name="T38" fmla="*/ 972 w 81"/>
                <a:gd name="T39" fmla="*/ 1845 h 118"/>
                <a:gd name="T40" fmla="*/ 1005 w 81"/>
                <a:gd name="T41" fmla="*/ 1720 h 118"/>
                <a:gd name="T42" fmla="*/ 897 w 81"/>
                <a:gd name="T43" fmla="*/ 1658 h 118"/>
                <a:gd name="T44" fmla="*/ 835 w 81"/>
                <a:gd name="T45" fmla="*/ 1613 h 118"/>
                <a:gd name="T46" fmla="*/ 804 w 81"/>
                <a:gd name="T47" fmla="*/ 1583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1" h="118">
                  <a:moveTo>
                    <a:pt x="51" y="101"/>
                  </a:moveTo>
                  <a:cubicBezTo>
                    <a:pt x="49" y="101"/>
                    <a:pt x="48" y="100"/>
                    <a:pt x="47" y="99"/>
                  </a:cubicBezTo>
                  <a:cubicBezTo>
                    <a:pt x="46" y="99"/>
                    <a:pt x="46" y="98"/>
                    <a:pt x="45" y="98"/>
                  </a:cubicBezTo>
                  <a:cubicBezTo>
                    <a:pt x="44" y="97"/>
                    <a:pt x="43" y="96"/>
                    <a:pt x="41" y="96"/>
                  </a:cubicBezTo>
                  <a:cubicBezTo>
                    <a:pt x="41" y="95"/>
                    <a:pt x="40" y="95"/>
                    <a:pt x="39" y="94"/>
                  </a:cubicBezTo>
                  <a:cubicBezTo>
                    <a:pt x="38" y="94"/>
                    <a:pt x="37" y="93"/>
                    <a:pt x="36" y="93"/>
                  </a:cubicBezTo>
                  <a:cubicBezTo>
                    <a:pt x="36" y="92"/>
                    <a:pt x="35" y="92"/>
                    <a:pt x="34" y="91"/>
                  </a:cubicBezTo>
                  <a:cubicBezTo>
                    <a:pt x="33" y="91"/>
                    <a:pt x="32" y="90"/>
                    <a:pt x="31" y="90"/>
                  </a:cubicBezTo>
                  <a:cubicBezTo>
                    <a:pt x="31" y="90"/>
                    <a:pt x="30" y="89"/>
                    <a:pt x="30" y="89"/>
                  </a:cubicBezTo>
                  <a:cubicBezTo>
                    <a:pt x="28" y="88"/>
                    <a:pt x="27" y="88"/>
                    <a:pt x="26" y="87"/>
                  </a:cubicBezTo>
                  <a:cubicBezTo>
                    <a:pt x="4" y="79"/>
                    <a:pt x="0" y="51"/>
                    <a:pt x="19" y="32"/>
                  </a:cubicBezTo>
                  <a:cubicBezTo>
                    <a:pt x="28" y="20"/>
                    <a:pt x="50" y="17"/>
                    <a:pt x="73" y="10"/>
                  </a:cubicBezTo>
                  <a:cubicBezTo>
                    <a:pt x="76" y="9"/>
                    <a:pt x="78" y="8"/>
                    <a:pt x="81" y="7"/>
                  </a:cubicBezTo>
                  <a:cubicBezTo>
                    <a:pt x="81" y="5"/>
                    <a:pt x="81" y="2"/>
                    <a:pt x="81" y="0"/>
                  </a:cubicBezTo>
                  <a:cubicBezTo>
                    <a:pt x="77" y="1"/>
                    <a:pt x="74" y="2"/>
                    <a:pt x="71" y="3"/>
                  </a:cubicBezTo>
                  <a:cubicBezTo>
                    <a:pt x="60" y="7"/>
                    <a:pt x="49" y="9"/>
                    <a:pt x="39" y="12"/>
                  </a:cubicBezTo>
                  <a:cubicBezTo>
                    <a:pt x="29" y="16"/>
                    <a:pt x="20" y="20"/>
                    <a:pt x="13" y="28"/>
                  </a:cubicBezTo>
                  <a:cubicBezTo>
                    <a:pt x="4" y="37"/>
                    <a:pt x="0" y="48"/>
                    <a:pt x="0" y="59"/>
                  </a:cubicBezTo>
                  <a:cubicBezTo>
                    <a:pt x="0" y="74"/>
                    <a:pt x="8" y="88"/>
                    <a:pt x="23" y="94"/>
                  </a:cubicBezTo>
                  <a:cubicBezTo>
                    <a:pt x="31" y="97"/>
                    <a:pt x="47" y="108"/>
                    <a:pt x="62" y="118"/>
                  </a:cubicBezTo>
                  <a:cubicBezTo>
                    <a:pt x="63" y="115"/>
                    <a:pt x="63" y="113"/>
                    <a:pt x="64" y="110"/>
                  </a:cubicBezTo>
                  <a:cubicBezTo>
                    <a:pt x="62" y="109"/>
                    <a:pt x="60" y="107"/>
                    <a:pt x="57" y="106"/>
                  </a:cubicBezTo>
                  <a:cubicBezTo>
                    <a:pt x="56" y="105"/>
                    <a:pt x="54" y="104"/>
                    <a:pt x="53" y="103"/>
                  </a:cubicBezTo>
                  <a:cubicBezTo>
                    <a:pt x="52" y="102"/>
                    <a:pt x="51" y="102"/>
                    <a:pt x="51" y="10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9" name="Freeform 195">
              <a:extLst>
                <a:ext uri="{FF2B5EF4-FFF2-40B4-BE49-F238E27FC236}">
                  <a16:creationId xmlns:a16="http://schemas.microsoft.com/office/drawing/2014/main" id="{64D35AE0-23D6-4680-8B33-D64BC041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705"/>
              <a:ext cx="160" cy="292"/>
            </a:xfrm>
            <a:custGeom>
              <a:avLst/>
              <a:gdLst>
                <a:gd name="T0" fmla="*/ 988 w 64"/>
                <a:gd name="T1" fmla="*/ 1662 h 117"/>
                <a:gd name="T2" fmla="*/ 970 w 64"/>
                <a:gd name="T3" fmla="*/ 1662 h 117"/>
                <a:gd name="T4" fmla="*/ 813 w 64"/>
                <a:gd name="T5" fmla="*/ 1682 h 117"/>
                <a:gd name="T6" fmla="*/ 783 w 64"/>
                <a:gd name="T7" fmla="*/ 1682 h 117"/>
                <a:gd name="T8" fmla="*/ 750 w 64"/>
                <a:gd name="T9" fmla="*/ 1682 h 117"/>
                <a:gd name="T10" fmla="*/ 688 w 64"/>
                <a:gd name="T11" fmla="*/ 1695 h 117"/>
                <a:gd name="T12" fmla="*/ 188 w 64"/>
                <a:gd name="T13" fmla="*/ 1462 h 117"/>
                <a:gd name="T14" fmla="*/ 158 w 64"/>
                <a:gd name="T15" fmla="*/ 1041 h 117"/>
                <a:gd name="T16" fmla="*/ 145 w 64"/>
                <a:gd name="T17" fmla="*/ 574 h 117"/>
                <a:gd name="T18" fmla="*/ 738 w 64"/>
                <a:gd name="T19" fmla="*/ 137 h 117"/>
                <a:gd name="T20" fmla="*/ 800 w 64"/>
                <a:gd name="T21" fmla="*/ 137 h 117"/>
                <a:gd name="T22" fmla="*/ 813 w 64"/>
                <a:gd name="T23" fmla="*/ 137 h 117"/>
                <a:gd name="T24" fmla="*/ 1000 w 64"/>
                <a:gd name="T25" fmla="*/ 105 h 117"/>
                <a:gd name="T26" fmla="*/ 1000 w 64"/>
                <a:gd name="T27" fmla="*/ 0 h 117"/>
                <a:gd name="T28" fmla="*/ 720 w 64"/>
                <a:gd name="T29" fmla="*/ 30 h 117"/>
                <a:gd name="T30" fmla="*/ 270 w 64"/>
                <a:gd name="T31" fmla="*/ 167 h 117"/>
                <a:gd name="T32" fmla="*/ 33 w 64"/>
                <a:gd name="T33" fmla="*/ 542 h 117"/>
                <a:gd name="T34" fmla="*/ 0 w 64"/>
                <a:gd name="T35" fmla="*/ 716 h 117"/>
                <a:gd name="T36" fmla="*/ 50 w 64"/>
                <a:gd name="T37" fmla="*/ 1058 h 117"/>
                <a:gd name="T38" fmla="*/ 83 w 64"/>
                <a:gd name="T39" fmla="*/ 1507 h 117"/>
                <a:gd name="T40" fmla="*/ 563 w 64"/>
                <a:gd name="T41" fmla="*/ 1819 h 117"/>
                <a:gd name="T42" fmla="*/ 563 w 64"/>
                <a:gd name="T43" fmla="*/ 1819 h 117"/>
                <a:gd name="T44" fmla="*/ 720 w 64"/>
                <a:gd name="T45" fmla="*/ 1807 h 117"/>
                <a:gd name="T46" fmla="*/ 988 w 64"/>
                <a:gd name="T47" fmla="*/ 1774 h 117"/>
                <a:gd name="T48" fmla="*/ 988 w 64"/>
                <a:gd name="T49" fmla="*/ 1662 h 1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4" h="117">
                  <a:moveTo>
                    <a:pt x="63" y="107"/>
                  </a:moveTo>
                  <a:cubicBezTo>
                    <a:pt x="63" y="107"/>
                    <a:pt x="63" y="107"/>
                    <a:pt x="62" y="107"/>
                  </a:cubicBezTo>
                  <a:cubicBezTo>
                    <a:pt x="59" y="107"/>
                    <a:pt x="55" y="107"/>
                    <a:pt x="52" y="108"/>
                  </a:cubicBezTo>
                  <a:cubicBezTo>
                    <a:pt x="51" y="108"/>
                    <a:pt x="51" y="108"/>
                    <a:pt x="50" y="108"/>
                  </a:cubicBezTo>
                  <a:cubicBezTo>
                    <a:pt x="49" y="108"/>
                    <a:pt x="48" y="108"/>
                    <a:pt x="48" y="108"/>
                  </a:cubicBezTo>
                  <a:cubicBezTo>
                    <a:pt x="46" y="109"/>
                    <a:pt x="45" y="109"/>
                    <a:pt x="44" y="109"/>
                  </a:cubicBezTo>
                  <a:cubicBezTo>
                    <a:pt x="34" y="112"/>
                    <a:pt x="17" y="109"/>
                    <a:pt x="12" y="94"/>
                  </a:cubicBezTo>
                  <a:cubicBezTo>
                    <a:pt x="9" y="86"/>
                    <a:pt x="11" y="77"/>
                    <a:pt x="10" y="67"/>
                  </a:cubicBezTo>
                  <a:cubicBezTo>
                    <a:pt x="9" y="57"/>
                    <a:pt x="6" y="47"/>
                    <a:pt x="9" y="37"/>
                  </a:cubicBezTo>
                  <a:cubicBezTo>
                    <a:pt x="12" y="19"/>
                    <a:pt x="27" y="11"/>
                    <a:pt x="47" y="9"/>
                  </a:cubicBezTo>
                  <a:cubicBezTo>
                    <a:pt x="48" y="9"/>
                    <a:pt x="50" y="9"/>
                    <a:pt x="51" y="9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6" y="8"/>
                    <a:pt x="60" y="8"/>
                    <a:pt x="64" y="7"/>
                  </a:cubicBezTo>
                  <a:cubicBezTo>
                    <a:pt x="64" y="5"/>
                    <a:pt x="64" y="2"/>
                    <a:pt x="64" y="0"/>
                  </a:cubicBezTo>
                  <a:cubicBezTo>
                    <a:pt x="57" y="1"/>
                    <a:pt x="51" y="2"/>
                    <a:pt x="46" y="2"/>
                  </a:cubicBezTo>
                  <a:cubicBezTo>
                    <a:pt x="35" y="3"/>
                    <a:pt x="26" y="6"/>
                    <a:pt x="17" y="11"/>
                  </a:cubicBezTo>
                  <a:cubicBezTo>
                    <a:pt x="9" y="16"/>
                    <a:pt x="3" y="25"/>
                    <a:pt x="2" y="35"/>
                  </a:cubicBezTo>
                  <a:cubicBezTo>
                    <a:pt x="1" y="39"/>
                    <a:pt x="0" y="42"/>
                    <a:pt x="0" y="46"/>
                  </a:cubicBezTo>
                  <a:cubicBezTo>
                    <a:pt x="0" y="54"/>
                    <a:pt x="2" y="61"/>
                    <a:pt x="3" y="68"/>
                  </a:cubicBezTo>
                  <a:cubicBezTo>
                    <a:pt x="4" y="76"/>
                    <a:pt x="2" y="86"/>
                    <a:pt x="5" y="97"/>
                  </a:cubicBezTo>
                  <a:cubicBezTo>
                    <a:pt x="11" y="112"/>
                    <a:pt x="25" y="117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40" y="117"/>
                    <a:pt x="43" y="117"/>
                    <a:pt x="46" y="116"/>
                  </a:cubicBezTo>
                  <a:cubicBezTo>
                    <a:pt x="50" y="115"/>
                    <a:pt x="55" y="115"/>
                    <a:pt x="63" y="114"/>
                  </a:cubicBezTo>
                  <a:cubicBezTo>
                    <a:pt x="63" y="111"/>
                    <a:pt x="63" y="109"/>
                    <a:pt x="63" y="107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0" name="Freeform 196">
              <a:extLst>
                <a:ext uri="{FF2B5EF4-FFF2-40B4-BE49-F238E27FC236}">
                  <a16:creationId xmlns:a16="http://schemas.microsoft.com/office/drawing/2014/main" id="{0C4DE969-00F3-481E-8768-7E986B949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965"/>
              <a:ext cx="77" cy="60"/>
            </a:xfrm>
            <a:custGeom>
              <a:avLst/>
              <a:gdLst>
                <a:gd name="T0" fmla="*/ 30 w 31"/>
                <a:gd name="T1" fmla="*/ 125 h 24"/>
                <a:gd name="T2" fmla="*/ 92 w 31"/>
                <a:gd name="T3" fmla="*/ 333 h 24"/>
                <a:gd name="T4" fmla="*/ 370 w 31"/>
                <a:gd name="T5" fmla="*/ 333 h 24"/>
                <a:gd name="T6" fmla="*/ 462 w 31"/>
                <a:gd name="T7" fmla="*/ 158 h 24"/>
                <a:gd name="T8" fmla="*/ 30 w 31"/>
                <a:gd name="T9" fmla="*/ 12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4">
                  <a:moveTo>
                    <a:pt x="2" y="8"/>
                  </a:moveTo>
                  <a:cubicBezTo>
                    <a:pt x="0" y="13"/>
                    <a:pt x="2" y="18"/>
                    <a:pt x="6" y="21"/>
                  </a:cubicBezTo>
                  <a:cubicBezTo>
                    <a:pt x="11" y="24"/>
                    <a:pt x="18" y="23"/>
                    <a:pt x="24" y="21"/>
                  </a:cubicBezTo>
                  <a:cubicBezTo>
                    <a:pt x="31" y="18"/>
                    <a:pt x="31" y="14"/>
                    <a:pt x="30" y="10"/>
                  </a:cubicBezTo>
                  <a:cubicBezTo>
                    <a:pt x="28" y="2"/>
                    <a:pt x="8" y="0"/>
                    <a:pt x="2" y="8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1" name="Freeform 197">
              <a:extLst>
                <a:ext uri="{FF2B5EF4-FFF2-40B4-BE49-F238E27FC236}">
                  <a16:creationId xmlns:a16="http://schemas.microsoft.com/office/drawing/2014/main" id="{86ECDB4A-1105-4874-A97C-95841D722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967"/>
              <a:ext cx="70" cy="43"/>
            </a:xfrm>
            <a:custGeom>
              <a:avLst/>
              <a:gdLst>
                <a:gd name="T0" fmla="*/ 0 w 28"/>
                <a:gd name="T1" fmla="*/ 116 h 17"/>
                <a:gd name="T2" fmla="*/ 408 w 28"/>
                <a:gd name="T3" fmla="*/ 159 h 17"/>
                <a:gd name="T4" fmla="*/ 395 w 28"/>
                <a:gd name="T5" fmla="*/ 276 h 17"/>
                <a:gd name="T6" fmla="*/ 425 w 28"/>
                <a:gd name="T7" fmla="*/ 147 h 17"/>
                <a:gd name="T8" fmla="*/ 0 w 28"/>
                <a:gd name="T9" fmla="*/ 1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7">
                  <a:moveTo>
                    <a:pt x="0" y="7"/>
                  </a:moveTo>
                  <a:cubicBezTo>
                    <a:pt x="7" y="0"/>
                    <a:pt x="24" y="2"/>
                    <a:pt x="26" y="10"/>
                  </a:cubicBezTo>
                  <a:cubicBezTo>
                    <a:pt x="27" y="12"/>
                    <a:pt x="27" y="15"/>
                    <a:pt x="25" y="17"/>
                  </a:cubicBezTo>
                  <a:cubicBezTo>
                    <a:pt x="27" y="15"/>
                    <a:pt x="28" y="12"/>
                    <a:pt x="27" y="9"/>
                  </a:cubicBezTo>
                  <a:cubicBezTo>
                    <a:pt x="25" y="1"/>
                    <a:pt x="6" y="0"/>
                    <a:pt x="0" y="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2" name="Freeform 198">
              <a:extLst>
                <a:ext uri="{FF2B5EF4-FFF2-40B4-BE49-F238E27FC236}">
                  <a16:creationId xmlns:a16="http://schemas.microsoft.com/office/drawing/2014/main" id="{4E799DB6-5768-4E11-8C3F-7B8B64D1B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90"/>
              <a:ext cx="55" cy="32"/>
            </a:xfrm>
            <a:custGeom>
              <a:avLst/>
              <a:gdLst>
                <a:gd name="T0" fmla="*/ 345 w 22"/>
                <a:gd name="T1" fmla="*/ 162 h 13"/>
                <a:gd name="T2" fmla="*/ 95 w 22"/>
                <a:gd name="T3" fmla="*/ 133 h 13"/>
                <a:gd name="T4" fmla="*/ 20 w 22"/>
                <a:gd name="T5" fmla="*/ 0 h 13"/>
                <a:gd name="T6" fmla="*/ 95 w 22"/>
                <a:gd name="T7" fmla="*/ 153 h 13"/>
                <a:gd name="T8" fmla="*/ 345 w 22"/>
                <a:gd name="T9" fmla="*/ 162 h 13"/>
                <a:gd name="T10" fmla="*/ 345 w 22"/>
                <a:gd name="T11" fmla="*/ 16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3">
                  <a:moveTo>
                    <a:pt x="22" y="11"/>
                  </a:moveTo>
                  <a:cubicBezTo>
                    <a:pt x="17" y="13"/>
                    <a:pt x="11" y="12"/>
                    <a:pt x="6" y="9"/>
                  </a:cubicBezTo>
                  <a:cubicBezTo>
                    <a:pt x="3" y="7"/>
                    <a:pt x="0" y="4"/>
                    <a:pt x="1" y="0"/>
                  </a:cubicBezTo>
                  <a:cubicBezTo>
                    <a:pt x="0" y="4"/>
                    <a:pt x="2" y="8"/>
                    <a:pt x="6" y="10"/>
                  </a:cubicBezTo>
                  <a:cubicBezTo>
                    <a:pt x="10" y="13"/>
                    <a:pt x="17" y="13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3" name="Freeform 199">
              <a:extLst>
                <a:ext uri="{FF2B5EF4-FFF2-40B4-BE49-F238E27FC236}">
                  <a16:creationId xmlns:a16="http://schemas.microsoft.com/office/drawing/2014/main" id="{3FBE0A49-0C18-4CC2-B38E-C5C4AA7C8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980"/>
              <a:ext cx="52" cy="30"/>
            </a:xfrm>
            <a:custGeom>
              <a:avLst/>
              <a:gdLst>
                <a:gd name="T0" fmla="*/ 319 w 21"/>
                <a:gd name="T1" fmla="*/ 83 h 12"/>
                <a:gd name="T2" fmla="*/ 124 w 21"/>
                <a:gd name="T3" fmla="*/ 175 h 12"/>
                <a:gd name="T4" fmla="*/ 62 w 21"/>
                <a:gd name="T5" fmla="*/ 50 h 12"/>
                <a:gd name="T6" fmla="*/ 319 w 21"/>
                <a:gd name="T7" fmla="*/ 8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21" y="5"/>
                  </a:moveTo>
                  <a:cubicBezTo>
                    <a:pt x="21" y="10"/>
                    <a:pt x="13" y="12"/>
                    <a:pt x="8" y="11"/>
                  </a:cubicBezTo>
                  <a:cubicBezTo>
                    <a:pt x="3" y="10"/>
                    <a:pt x="0" y="6"/>
                    <a:pt x="4" y="3"/>
                  </a:cubicBezTo>
                  <a:cubicBezTo>
                    <a:pt x="7" y="0"/>
                    <a:pt x="20" y="0"/>
                    <a:pt x="21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4" name="Freeform 200">
              <a:extLst>
                <a:ext uri="{FF2B5EF4-FFF2-40B4-BE49-F238E27FC236}">
                  <a16:creationId xmlns:a16="http://schemas.microsoft.com/office/drawing/2014/main" id="{04D7EF15-A088-469B-AE3A-D212F1090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992"/>
              <a:ext cx="47" cy="18"/>
            </a:xfrm>
            <a:custGeom>
              <a:avLst/>
              <a:gdLst>
                <a:gd name="T0" fmla="*/ 92 w 19"/>
                <a:gd name="T1" fmla="*/ 67 h 7"/>
                <a:gd name="T2" fmla="*/ 0 w 19"/>
                <a:gd name="T3" fmla="*/ 0 h 7"/>
                <a:gd name="T4" fmla="*/ 92 w 19"/>
                <a:gd name="T5" fmla="*/ 100 h 7"/>
                <a:gd name="T6" fmla="*/ 287 w 19"/>
                <a:gd name="T7" fmla="*/ 0 h 7"/>
                <a:gd name="T8" fmla="*/ 287 w 19"/>
                <a:gd name="T9" fmla="*/ 0 h 7"/>
                <a:gd name="T10" fmla="*/ 92 w 19"/>
                <a:gd name="T11" fmla="*/ 6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">
                  <a:moveTo>
                    <a:pt x="6" y="4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0" y="3"/>
                    <a:pt x="2" y="5"/>
                    <a:pt x="6" y="6"/>
                  </a:cubicBezTo>
                  <a:cubicBezTo>
                    <a:pt x="11" y="7"/>
                    <a:pt x="19" y="5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4"/>
                    <a:pt x="11" y="5"/>
                    <a:pt x="6" y="4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5" name="Freeform 201">
              <a:extLst>
                <a:ext uri="{FF2B5EF4-FFF2-40B4-BE49-F238E27FC236}">
                  <a16:creationId xmlns:a16="http://schemas.microsoft.com/office/drawing/2014/main" id="{A341105A-AB15-4B72-A6F3-6EBDDF8E4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980"/>
              <a:ext cx="33" cy="7"/>
            </a:xfrm>
            <a:custGeom>
              <a:avLst/>
              <a:gdLst>
                <a:gd name="T0" fmla="*/ 0 w 13"/>
                <a:gd name="T1" fmla="*/ 28 h 3"/>
                <a:gd name="T2" fmla="*/ 213 w 13"/>
                <a:gd name="T3" fmla="*/ 37 h 3"/>
                <a:gd name="T4" fmla="*/ 0 w 13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">
                  <a:moveTo>
                    <a:pt x="0" y="2"/>
                  </a:moveTo>
                  <a:cubicBezTo>
                    <a:pt x="3" y="1"/>
                    <a:pt x="10" y="0"/>
                    <a:pt x="13" y="3"/>
                  </a:cubicBezTo>
                  <a:cubicBezTo>
                    <a:pt x="12" y="3"/>
                    <a:pt x="5" y="1"/>
                    <a:pt x="0" y="2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6" name="Freeform 202">
              <a:extLst>
                <a:ext uri="{FF2B5EF4-FFF2-40B4-BE49-F238E27FC236}">
                  <a16:creationId xmlns:a16="http://schemas.microsoft.com/office/drawing/2014/main" id="{C770EE28-6457-4CBD-A467-3133B20A1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977"/>
              <a:ext cx="28" cy="10"/>
            </a:xfrm>
            <a:custGeom>
              <a:avLst/>
              <a:gdLst>
                <a:gd name="T0" fmla="*/ 0 w 11"/>
                <a:gd name="T1" fmla="*/ 33 h 4"/>
                <a:gd name="T2" fmla="*/ 181 w 11"/>
                <a:gd name="T3" fmla="*/ 63 h 4"/>
                <a:gd name="T4" fmla="*/ 0 w 11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0" y="2"/>
                  </a:moveTo>
                  <a:cubicBezTo>
                    <a:pt x="2" y="1"/>
                    <a:pt x="9" y="1"/>
                    <a:pt x="11" y="4"/>
                  </a:cubicBezTo>
                  <a:cubicBezTo>
                    <a:pt x="10" y="3"/>
                    <a:pt x="7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7" name="Freeform 203">
              <a:extLst>
                <a:ext uri="{FF2B5EF4-FFF2-40B4-BE49-F238E27FC236}">
                  <a16:creationId xmlns:a16="http://schemas.microsoft.com/office/drawing/2014/main" id="{6EEEBE9D-1F8B-4284-8090-BE32F4B58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02"/>
              <a:ext cx="32" cy="10"/>
            </a:xfrm>
            <a:custGeom>
              <a:avLst/>
              <a:gdLst>
                <a:gd name="T0" fmla="*/ 0 w 13"/>
                <a:gd name="T1" fmla="*/ 20 h 4"/>
                <a:gd name="T2" fmla="*/ 194 w 13"/>
                <a:gd name="T3" fmla="*/ 0 h 4"/>
                <a:gd name="T4" fmla="*/ 0 w 1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0" y="1"/>
                  </a:moveTo>
                  <a:cubicBezTo>
                    <a:pt x="1" y="3"/>
                    <a:pt x="9" y="4"/>
                    <a:pt x="13" y="0"/>
                  </a:cubicBezTo>
                  <a:cubicBezTo>
                    <a:pt x="11" y="2"/>
                    <a:pt x="6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8" name="Freeform 204">
              <a:extLst>
                <a:ext uri="{FF2B5EF4-FFF2-40B4-BE49-F238E27FC236}">
                  <a16:creationId xmlns:a16="http://schemas.microsoft.com/office/drawing/2014/main" id="{711A3622-7344-49FB-9E3F-792E94E16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965"/>
              <a:ext cx="77" cy="60"/>
            </a:xfrm>
            <a:custGeom>
              <a:avLst/>
              <a:gdLst>
                <a:gd name="T0" fmla="*/ 30 w 31"/>
                <a:gd name="T1" fmla="*/ 125 h 24"/>
                <a:gd name="T2" fmla="*/ 92 w 31"/>
                <a:gd name="T3" fmla="*/ 333 h 24"/>
                <a:gd name="T4" fmla="*/ 370 w 31"/>
                <a:gd name="T5" fmla="*/ 333 h 24"/>
                <a:gd name="T6" fmla="*/ 462 w 31"/>
                <a:gd name="T7" fmla="*/ 158 h 24"/>
                <a:gd name="T8" fmla="*/ 30 w 31"/>
                <a:gd name="T9" fmla="*/ 12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4">
                  <a:moveTo>
                    <a:pt x="2" y="8"/>
                  </a:moveTo>
                  <a:cubicBezTo>
                    <a:pt x="0" y="13"/>
                    <a:pt x="2" y="18"/>
                    <a:pt x="6" y="21"/>
                  </a:cubicBezTo>
                  <a:cubicBezTo>
                    <a:pt x="11" y="24"/>
                    <a:pt x="18" y="23"/>
                    <a:pt x="24" y="21"/>
                  </a:cubicBezTo>
                  <a:cubicBezTo>
                    <a:pt x="31" y="18"/>
                    <a:pt x="31" y="14"/>
                    <a:pt x="30" y="10"/>
                  </a:cubicBezTo>
                  <a:cubicBezTo>
                    <a:pt x="28" y="2"/>
                    <a:pt x="8" y="0"/>
                    <a:pt x="2" y="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9" name="Freeform 205">
              <a:extLst>
                <a:ext uri="{FF2B5EF4-FFF2-40B4-BE49-F238E27FC236}">
                  <a16:creationId xmlns:a16="http://schemas.microsoft.com/office/drawing/2014/main" id="{EF3741C2-788A-4928-BFA3-4FE595255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987"/>
              <a:ext cx="45" cy="20"/>
            </a:xfrm>
            <a:custGeom>
              <a:avLst/>
              <a:gdLst>
                <a:gd name="T0" fmla="*/ 0 w 18"/>
                <a:gd name="T1" fmla="*/ 83 h 8"/>
                <a:gd name="T2" fmla="*/ 95 w 18"/>
                <a:gd name="T3" fmla="*/ 125 h 8"/>
                <a:gd name="T4" fmla="*/ 270 w 18"/>
                <a:gd name="T5" fmla="*/ 63 h 8"/>
                <a:gd name="T6" fmla="*/ 283 w 18"/>
                <a:gd name="T7" fmla="*/ 0 h 8"/>
                <a:gd name="T8" fmla="*/ 270 w 18"/>
                <a:gd name="T9" fmla="*/ 63 h 8"/>
                <a:gd name="T10" fmla="*/ 95 w 18"/>
                <a:gd name="T11" fmla="*/ 113 h 8"/>
                <a:gd name="T12" fmla="*/ 20 w 18"/>
                <a:gd name="T13" fmla="*/ 83 h 8"/>
                <a:gd name="T14" fmla="*/ 33 w 18"/>
                <a:gd name="T15" fmla="*/ 20 h 8"/>
                <a:gd name="T16" fmla="*/ 0 w 18"/>
                <a:gd name="T17" fmla="*/ 83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8">
                  <a:moveTo>
                    <a:pt x="0" y="5"/>
                  </a:moveTo>
                  <a:cubicBezTo>
                    <a:pt x="1" y="6"/>
                    <a:pt x="3" y="8"/>
                    <a:pt x="6" y="8"/>
                  </a:cubicBezTo>
                  <a:cubicBezTo>
                    <a:pt x="10" y="8"/>
                    <a:pt x="14" y="6"/>
                    <a:pt x="17" y="4"/>
                  </a:cubicBezTo>
                  <a:cubicBezTo>
                    <a:pt x="18" y="3"/>
                    <a:pt x="18" y="1"/>
                    <a:pt x="18" y="0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4" y="6"/>
                    <a:pt x="10" y="8"/>
                    <a:pt x="6" y="7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1" y="3"/>
                    <a:pt x="0" y="4"/>
                    <a:pt x="0" y="5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0" name="Freeform 206">
              <a:extLst>
                <a:ext uri="{FF2B5EF4-FFF2-40B4-BE49-F238E27FC236}">
                  <a16:creationId xmlns:a16="http://schemas.microsoft.com/office/drawing/2014/main" id="{CBC24798-8BD3-4B14-BBC0-3F22133B6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912"/>
              <a:ext cx="153" cy="173"/>
            </a:xfrm>
            <a:custGeom>
              <a:avLst/>
              <a:gdLst>
                <a:gd name="T0" fmla="*/ 963 w 61"/>
                <a:gd name="T1" fmla="*/ 283 h 69"/>
                <a:gd name="T2" fmla="*/ 396 w 61"/>
                <a:gd name="T3" fmla="*/ 1088 h 69"/>
                <a:gd name="T4" fmla="*/ 472 w 61"/>
                <a:gd name="T5" fmla="*/ 1005 h 69"/>
                <a:gd name="T6" fmla="*/ 900 w 61"/>
                <a:gd name="T7" fmla="*/ 376 h 69"/>
                <a:gd name="T8" fmla="*/ 963 w 61"/>
                <a:gd name="T9" fmla="*/ 28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9">
                  <a:moveTo>
                    <a:pt x="61" y="18"/>
                  </a:moveTo>
                  <a:cubicBezTo>
                    <a:pt x="30" y="0"/>
                    <a:pt x="0" y="44"/>
                    <a:pt x="25" y="69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11" y="45"/>
                    <a:pt x="34" y="11"/>
                    <a:pt x="57" y="24"/>
                  </a:cubicBezTo>
                  <a:lnTo>
                    <a:pt x="61" y="18"/>
                  </a:ln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1" name="Freeform 207">
              <a:extLst>
                <a:ext uri="{FF2B5EF4-FFF2-40B4-BE49-F238E27FC236}">
                  <a16:creationId xmlns:a16="http://schemas.microsoft.com/office/drawing/2014/main" id="{8FB8FAD7-AAAF-4F9B-82FB-E834315E0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437"/>
              <a:ext cx="25" cy="23"/>
            </a:xfrm>
            <a:custGeom>
              <a:avLst/>
              <a:gdLst>
                <a:gd name="T0" fmla="*/ 63 w 10"/>
                <a:gd name="T1" fmla="*/ 33 h 9"/>
                <a:gd name="T2" fmla="*/ 158 w 10"/>
                <a:gd name="T3" fmla="*/ 84 h 9"/>
                <a:gd name="T4" fmla="*/ 83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2"/>
                  </a:moveTo>
                  <a:cubicBezTo>
                    <a:pt x="0" y="5"/>
                    <a:pt x="8" y="9"/>
                    <a:pt x="10" y="5"/>
                  </a:cubicBezTo>
                  <a:cubicBezTo>
                    <a:pt x="9" y="3"/>
                    <a:pt x="7" y="1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2" name="Freeform 208">
              <a:extLst>
                <a:ext uri="{FF2B5EF4-FFF2-40B4-BE49-F238E27FC236}">
                  <a16:creationId xmlns:a16="http://schemas.microsoft.com/office/drawing/2014/main" id="{C4B2EAAF-6F8A-425F-804B-E4E6889CD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452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0 w 5"/>
                <a:gd name="T3" fmla="*/ 21 h 3"/>
                <a:gd name="T4" fmla="*/ 68 w 5"/>
                <a:gd name="T5" fmla="*/ 56 h 3"/>
                <a:gd name="T6" fmla="*/ 55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3"/>
                    <a:pt x="2" y="3"/>
                    <a:pt x="4" y="3"/>
                  </a:cubicBezTo>
                  <a:cubicBezTo>
                    <a:pt x="5" y="1"/>
                    <a:pt x="4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3" name="Freeform 209">
              <a:extLst>
                <a:ext uri="{FF2B5EF4-FFF2-40B4-BE49-F238E27FC236}">
                  <a16:creationId xmlns:a16="http://schemas.microsoft.com/office/drawing/2014/main" id="{35EE8174-C0D8-476B-8B9D-0827A225B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397"/>
              <a:ext cx="40" cy="30"/>
            </a:xfrm>
            <a:custGeom>
              <a:avLst/>
              <a:gdLst>
                <a:gd name="T0" fmla="*/ 145 w 16"/>
                <a:gd name="T1" fmla="*/ 0 h 12"/>
                <a:gd name="T2" fmla="*/ 125 w 16"/>
                <a:gd name="T3" fmla="*/ 188 h 12"/>
                <a:gd name="T4" fmla="*/ 125 w 16"/>
                <a:gd name="T5" fmla="*/ 5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9" y="0"/>
                  </a:moveTo>
                  <a:cubicBezTo>
                    <a:pt x="2" y="1"/>
                    <a:pt x="0" y="12"/>
                    <a:pt x="8" y="12"/>
                  </a:cubicBezTo>
                  <a:cubicBezTo>
                    <a:pt x="16" y="11"/>
                    <a:pt x="12" y="3"/>
                    <a:pt x="8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4" name="Freeform 210">
              <a:extLst>
                <a:ext uri="{FF2B5EF4-FFF2-40B4-BE49-F238E27FC236}">
                  <a16:creationId xmlns:a16="http://schemas.microsoft.com/office/drawing/2014/main" id="{6E8BCD65-C013-4512-A44E-2E0762D1E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417"/>
              <a:ext cx="22" cy="28"/>
            </a:xfrm>
            <a:custGeom>
              <a:avLst/>
              <a:gdLst>
                <a:gd name="T0" fmla="*/ 90 w 9"/>
                <a:gd name="T1" fmla="*/ 51 h 11"/>
                <a:gd name="T2" fmla="*/ 132 w 9"/>
                <a:gd name="T3" fmla="*/ 84 h 11"/>
                <a:gd name="T4" fmla="*/ 90 w 9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6" y="3"/>
                  </a:moveTo>
                  <a:cubicBezTo>
                    <a:pt x="0" y="0"/>
                    <a:pt x="4" y="11"/>
                    <a:pt x="9" y="5"/>
                  </a:cubicBezTo>
                  <a:cubicBezTo>
                    <a:pt x="8" y="3"/>
                    <a:pt x="7" y="3"/>
                    <a:pt x="6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5" name="Freeform 211">
              <a:extLst>
                <a:ext uri="{FF2B5EF4-FFF2-40B4-BE49-F238E27FC236}">
                  <a16:creationId xmlns:a16="http://schemas.microsoft.com/office/drawing/2014/main" id="{C8E832F3-0A47-4551-A878-9154F4E3D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415"/>
              <a:ext cx="33" cy="30"/>
            </a:xfrm>
            <a:custGeom>
              <a:avLst/>
              <a:gdLst>
                <a:gd name="T0" fmla="*/ 117 w 13"/>
                <a:gd name="T1" fmla="*/ 95 h 12"/>
                <a:gd name="T2" fmla="*/ 63 w 13"/>
                <a:gd name="T3" fmla="*/ 158 h 12"/>
                <a:gd name="T4" fmla="*/ 147 w 13"/>
                <a:gd name="T5" fmla="*/ 6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7" y="6"/>
                  </a:moveTo>
                  <a:cubicBezTo>
                    <a:pt x="4" y="0"/>
                    <a:pt x="0" y="7"/>
                    <a:pt x="4" y="10"/>
                  </a:cubicBezTo>
                  <a:cubicBezTo>
                    <a:pt x="9" y="12"/>
                    <a:pt x="13" y="8"/>
                    <a:pt x="9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6" name="Freeform 212">
              <a:extLst>
                <a:ext uri="{FF2B5EF4-FFF2-40B4-BE49-F238E27FC236}">
                  <a16:creationId xmlns:a16="http://schemas.microsoft.com/office/drawing/2014/main" id="{48FE36C2-2D1E-47F4-8BAF-369D4559F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445"/>
              <a:ext cx="38" cy="27"/>
            </a:xfrm>
            <a:custGeom>
              <a:avLst/>
              <a:gdLst>
                <a:gd name="T0" fmla="*/ 33 w 15"/>
                <a:gd name="T1" fmla="*/ 42 h 11"/>
                <a:gd name="T2" fmla="*/ 84 w 1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2" y="3"/>
                  </a:moveTo>
                  <a:cubicBezTo>
                    <a:pt x="0" y="11"/>
                    <a:pt x="15" y="10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7" name="Freeform 213">
              <a:extLst>
                <a:ext uri="{FF2B5EF4-FFF2-40B4-BE49-F238E27FC236}">
                  <a16:creationId xmlns:a16="http://schemas.microsoft.com/office/drawing/2014/main" id="{8D91D227-EAA1-41D4-A568-0FCA80811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467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0 w 4"/>
                <a:gd name="T3" fmla="*/ 34 h 5"/>
                <a:gd name="T4" fmla="*/ 20 w 4"/>
                <a:gd name="T5" fmla="*/ 88 h 5"/>
                <a:gd name="T6" fmla="*/ 33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2"/>
                    <a:pt x="1" y="0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2" y="4"/>
                    <a:pt x="2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8" name="Freeform 214">
              <a:extLst>
                <a:ext uri="{FF2B5EF4-FFF2-40B4-BE49-F238E27FC236}">
                  <a16:creationId xmlns:a16="http://schemas.microsoft.com/office/drawing/2014/main" id="{E69C7A44-D7DE-45F2-875E-A700B1630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475"/>
              <a:ext cx="10" cy="7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28 h 3"/>
                <a:gd name="T4" fmla="*/ 63 w 4"/>
                <a:gd name="T5" fmla="*/ 28 h 3"/>
                <a:gd name="T6" fmla="*/ 5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3"/>
                    <a:pt x="2" y="3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9" name="Freeform 215">
              <a:extLst>
                <a:ext uri="{FF2B5EF4-FFF2-40B4-BE49-F238E27FC236}">
                  <a16:creationId xmlns:a16="http://schemas.microsoft.com/office/drawing/2014/main" id="{2A3ACE59-24F2-49E4-9070-CB28C754A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450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28 w 3"/>
                <a:gd name="T3" fmla="*/ 33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3" y="1"/>
                    <a:pt x="1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0" name="Freeform 216">
              <a:extLst>
                <a:ext uri="{FF2B5EF4-FFF2-40B4-BE49-F238E27FC236}">
                  <a16:creationId xmlns:a16="http://schemas.microsoft.com/office/drawing/2014/main" id="{D9D020D1-41AB-4F94-941F-95407CDEB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437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56 h 3"/>
                <a:gd name="T4" fmla="*/ 56 w 3"/>
                <a:gd name="T5" fmla="*/ 0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1" y="2"/>
                    <a:pt x="0" y="3"/>
                  </a:cubicBezTo>
                  <a:cubicBezTo>
                    <a:pt x="3" y="2"/>
                    <a:pt x="2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1" name="Freeform 217">
              <a:extLst>
                <a:ext uri="{FF2B5EF4-FFF2-40B4-BE49-F238E27FC236}">
                  <a16:creationId xmlns:a16="http://schemas.microsoft.com/office/drawing/2014/main" id="{2260FB53-AAF0-4CD6-B087-8E9FD614C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410"/>
              <a:ext cx="13" cy="10"/>
            </a:xfrm>
            <a:custGeom>
              <a:avLst/>
              <a:gdLst>
                <a:gd name="T0" fmla="*/ 34 w 5"/>
                <a:gd name="T1" fmla="*/ 20 h 4"/>
                <a:gd name="T2" fmla="*/ 0 w 5"/>
                <a:gd name="T3" fmla="*/ 20 h 4"/>
                <a:gd name="T4" fmla="*/ 88 w 5"/>
                <a:gd name="T5" fmla="*/ 33 h 4"/>
                <a:gd name="T6" fmla="*/ 21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4"/>
                    <a:pt x="3" y="4"/>
                    <a:pt x="5" y="2"/>
                  </a:cubicBezTo>
                  <a:cubicBezTo>
                    <a:pt x="4" y="0"/>
                    <a:pt x="3" y="0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2" name="Freeform 218">
              <a:extLst>
                <a:ext uri="{FF2B5EF4-FFF2-40B4-BE49-F238E27FC236}">
                  <a16:creationId xmlns:a16="http://schemas.microsoft.com/office/drawing/2014/main" id="{340245AA-4E4F-4445-A237-E352BBC74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422"/>
              <a:ext cx="38" cy="10"/>
            </a:xfrm>
            <a:custGeom>
              <a:avLst/>
              <a:gdLst>
                <a:gd name="T0" fmla="*/ 117 w 15"/>
                <a:gd name="T1" fmla="*/ 0 h 4"/>
                <a:gd name="T2" fmla="*/ 117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7" y="0"/>
                  </a:moveTo>
                  <a:cubicBezTo>
                    <a:pt x="0" y="4"/>
                    <a:pt x="15" y="3"/>
                    <a:pt x="7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3" name="Freeform 219">
              <a:extLst>
                <a:ext uri="{FF2B5EF4-FFF2-40B4-BE49-F238E27FC236}">
                  <a16:creationId xmlns:a16="http://schemas.microsoft.com/office/drawing/2014/main" id="{BF0E77D6-E29D-4037-B2F3-DDF8D16C6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425"/>
              <a:ext cx="12" cy="10"/>
            </a:xfrm>
            <a:custGeom>
              <a:avLst/>
              <a:gdLst>
                <a:gd name="T0" fmla="*/ 58 w 5"/>
                <a:gd name="T1" fmla="*/ 20 h 4"/>
                <a:gd name="T2" fmla="*/ 0 w 5"/>
                <a:gd name="T3" fmla="*/ 33 h 4"/>
                <a:gd name="T4" fmla="*/ 70 w 5"/>
                <a:gd name="T5" fmla="*/ 33 h 4"/>
                <a:gd name="T6" fmla="*/ 58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2" y="4"/>
                    <a:pt x="4" y="4"/>
                    <a:pt x="5" y="2"/>
                  </a:cubicBezTo>
                  <a:cubicBezTo>
                    <a:pt x="5" y="1"/>
                    <a:pt x="5" y="2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4" name="Freeform 220">
              <a:extLst>
                <a:ext uri="{FF2B5EF4-FFF2-40B4-BE49-F238E27FC236}">
                  <a16:creationId xmlns:a16="http://schemas.microsoft.com/office/drawing/2014/main" id="{231F9989-6423-451C-95E6-5CF3FFC71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465"/>
              <a:ext cx="5" cy="7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28 h 3"/>
                <a:gd name="T4" fmla="*/ 33 w 2"/>
                <a:gd name="T5" fmla="*/ 28 h 3"/>
                <a:gd name="T6" fmla="*/ 2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2"/>
                    <a:pt x="1" y="3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5" name="Freeform 221">
              <a:extLst>
                <a:ext uri="{FF2B5EF4-FFF2-40B4-BE49-F238E27FC236}">
                  <a16:creationId xmlns:a16="http://schemas.microsoft.com/office/drawing/2014/main" id="{657C2E22-68BD-4DE4-82AE-70D4F695C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492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20 w 2"/>
                <a:gd name="T5" fmla="*/ 33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6" name="Freeform 222">
              <a:extLst>
                <a:ext uri="{FF2B5EF4-FFF2-40B4-BE49-F238E27FC236}">
                  <a16:creationId xmlns:a16="http://schemas.microsoft.com/office/drawing/2014/main" id="{8C384984-C6B8-4571-8B48-493D57726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447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7" name="Freeform 223">
              <a:extLst>
                <a:ext uri="{FF2B5EF4-FFF2-40B4-BE49-F238E27FC236}">
                  <a16:creationId xmlns:a16="http://schemas.microsoft.com/office/drawing/2014/main" id="{18F7DB7F-18A6-4002-AD37-0C39888EB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462"/>
              <a:ext cx="23" cy="18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100 h 7"/>
                <a:gd name="T4" fmla="*/ 13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3" y="0"/>
                    <a:pt x="0" y="4"/>
                    <a:pt x="3" y="6"/>
                  </a:cubicBezTo>
                  <a:cubicBezTo>
                    <a:pt x="7" y="7"/>
                    <a:pt x="9" y="3"/>
                    <a:pt x="8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8" name="Freeform 224">
              <a:extLst>
                <a:ext uri="{FF2B5EF4-FFF2-40B4-BE49-F238E27FC236}">
                  <a16:creationId xmlns:a16="http://schemas.microsoft.com/office/drawing/2014/main" id="{189527E4-F41D-4A1E-80DD-6D46D7D09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460"/>
              <a:ext cx="17" cy="15"/>
            </a:xfrm>
            <a:custGeom>
              <a:avLst/>
              <a:gdLst>
                <a:gd name="T0" fmla="*/ 58 w 7"/>
                <a:gd name="T1" fmla="*/ 20 h 6"/>
                <a:gd name="T2" fmla="*/ 41 w 7"/>
                <a:gd name="T3" fmla="*/ 83 h 6"/>
                <a:gd name="T4" fmla="*/ 58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7" y="6"/>
                    <a:pt x="6" y="2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9" name="Freeform 225">
              <a:extLst>
                <a:ext uri="{FF2B5EF4-FFF2-40B4-BE49-F238E27FC236}">
                  <a16:creationId xmlns:a16="http://schemas.microsoft.com/office/drawing/2014/main" id="{F848B810-35D8-4E69-BF3E-304479EB2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450"/>
              <a:ext cx="18" cy="12"/>
            </a:xfrm>
            <a:custGeom>
              <a:avLst/>
              <a:gdLst>
                <a:gd name="T0" fmla="*/ 54 w 7"/>
                <a:gd name="T1" fmla="*/ 0 h 5"/>
                <a:gd name="T2" fmla="*/ 118 w 7"/>
                <a:gd name="T3" fmla="*/ 29 h 5"/>
                <a:gd name="T4" fmla="*/ 85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0" y="4"/>
                    <a:pt x="5" y="5"/>
                    <a:pt x="7" y="2"/>
                  </a:cubicBezTo>
                  <a:cubicBezTo>
                    <a:pt x="7" y="1"/>
                    <a:pt x="6" y="1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0" name="Freeform 226">
              <a:extLst>
                <a:ext uri="{FF2B5EF4-FFF2-40B4-BE49-F238E27FC236}">
                  <a16:creationId xmlns:a16="http://schemas.microsoft.com/office/drawing/2014/main" id="{560F8A56-0DE8-4E60-A245-B65B7DA8F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437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95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5"/>
                    <a:pt x="8" y="5"/>
                    <a:pt x="6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1" name="Freeform 227">
              <a:extLst>
                <a:ext uri="{FF2B5EF4-FFF2-40B4-BE49-F238E27FC236}">
                  <a16:creationId xmlns:a16="http://schemas.microsoft.com/office/drawing/2014/main" id="{010C3E81-689A-4B39-8D65-4DE5D9218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430"/>
              <a:ext cx="8" cy="7"/>
            </a:xfrm>
            <a:custGeom>
              <a:avLst/>
              <a:gdLst>
                <a:gd name="T0" fmla="*/ 0 w 3"/>
                <a:gd name="T1" fmla="*/ 12 h 3"/>
                <a:gd name="T2" fmla="*/ 56 w 3"/>
                <a:gd name="T3" fmla="*/ 12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3" y="1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2" name="Freeform 228">
              <a:extLst>
                <a:ext uri="{FF2B5EF4-FFF2-40B4-BE49-F238E27FC236}">
                  <a16:creationId xmlns:a16="http://schemas.microsoft.com/office/drawing/2014/main" id="{015369F5-FC9F-4EC5-8968-66DD2603F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490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50 h 4"/>
                <a:gd name="T4" fmla="*/ 63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2" y="4"/>
                    <a:pt x="2" y="3"/>
                    <a:pt x="4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3" name="Freeform 229">
              <a:extLst>
                <a:ext uri="{FF2B5EF4-FFF2-40B4-BE49-F238E27FC236}">
                  <a16:creationId xmlns:a16="http://schemas.microsoft.com/office/drawing/2014/main" id="{AF600A2A-D8C7-4AAA-BFA2-D876E81A7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515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12 w 3"/>
                <a:gd name="T3" fmla="*/ 37 h 3"/>
                <a:gd name="T4" fmla="*/ 37 w 3"/>
                <a:gd name="T5" fmla="*/ 28 h 3"/>
                <a:gd name="T6" fmla="*/ 12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4" name="Freeform 230">
              <a:extLst>
                <a:ext uri="{FF2B5EF4-FFF2-40B4-BE49-F238E27FC236}">
                  <a16:creationId xmlns:a16="http://schemas.microsoft.com/office/drawing/2014/main" id="{0BD5773A-1B27-4662-B342-2856EFA6F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475"/>
              <a:ext cx="10" cy="7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37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4" y="3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5" name="Freeform 231">
              <a:extLst>
                <a:ext uri="{FF2B5EF4-FFF2-40B4-BE49-F238E27FC236}">
                  <a16:creationId xmlns:a16="http://schemas.microsoft.com/office/drawing/2014/main" id="{5A36C3F2-4B6B-4FDC-89F3-52ADA7204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3457"/>
              <a:ext cx="8" cy="10"/>
            </a:xfrm>
            <a:custGeom>
              <a:avLst/>
              <a:gdLst>
                <a:gd name="T0" fmla="*/ 21 w 3"/>
                <a:gd name="T1" fmla="*/ 50 h 4"/>
                <a:gd name="T2" fmla="*/ 0 w 3"/>
                <a:gd name="T3" fmla="*/ 63 h 4"/>
                <a:gd name="T4" fmla="*/ 56 w 3"/>
                <a:gd name="T5" fmla="*/ 33 h 4"/>
                <a:gd name="T6" fmla="*/ 0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1" y="3"/>
                    <a:pt x="1" y="3"/>
                    <a:pt x="3" y="2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6" name="Freeform 232">
              <a:extLst>
                <a:ext uri="{FF2B5EF4-FFF2-40B4-BE49-F238E27FC236}">
                  <a16:creationId xmlns:a16="http://schemas.microsoft.com/office/drawing/2014/main" id="{B064F1B9-5019-488D-8314-1A436D234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85"/>
              <a:ext cx="13" cy="12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41 h 5"/>
                <a:gd name="T4" fmla="*/ 88 w 5"/>
                <a:gd name="T5" fmla="*/ 12 h 5"/>
                <a:gd name="T6" fmla="*/ 55 w 5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2" y="5"/>
                    <a:pt x="5" y="4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7" name="Freeform 233">
              <a:extLst>
                <a:ext uri="{FF2B5EF4-FFF2-40B4-BE49-F238E27FC236}">
                  <a16:creationId xmlns:a16="http://schemas.microsoft.com/office/drawing/2014/main" id="{1CA91C1E-2A6D-4738-A06F-674BCE9A6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410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0 w 4"/>
                <a:gd name="T3" fmla="*/ 28 h 3"/>
                <a:gd name="T4" fmla="*/ 63 w 4"/>
                <a:gd name="T5" fmla="*/ 12 h 3"/>
                <a:gd name="T6" fmla="*/ 5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4" y="0"/>
                    <a:pt x="3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8" name="Freeform 234">
              <a:extLst>
                <a:ext uri="{FF2B5EF4-FFF2-40B4-BE49-F238E27FC236}">
                  <a16:creationId xmlns:a16="http://schemas.microsoft.com/office/drawing/2014/main" id="{440EBF4F-3172-495C-B400-60C5AB84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422"/>
              <a:ext cx="32" cy="15"/>
            </a:xfrm>
            <a:custGeom>
              <a:avLst/>
              <a:gdLst>
                <a:gd name="T0" fmla="*/ 121 w 13"/>
                <a:gd name="T1" fmla="*/ 0 h 6"/>
                <a:gd name="T2" fmla="*/ 121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8" y="0"/>
                  </a:moveTo>
                  <a:cubicBezTo>
                    <a:pt x="0" y="3"/>
                    <a:pt x="13" y="6"/>
                    <a:pt x="8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9" name="Freeform 235">
              <a:extLst>
                <a:ext uri="{FF2B5EF4-FFF2-40B4-BE49-F238E27FC236}">
                  <a16:creationId xmlns:a16="http://schemas.microsoft.com/office/drawing/2014/main" id="{EBA45AC5-5DA0-45F1-A7C7-200B67F75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432"/>
              <a:ext cx="45" cy="15"/>
            </a:xfrm>
            <a:custGeom>
              <a:avLst/>
              <a:gdLst>
                <a:gd name="T0" fmla="*/ 113 w 18"/>
                <a:gd name="T1" fmla="*/ 0 h 6"/>
                <a:gd name="T2" fmla="*/ 145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7" y="0"/>
                  </a:moveTo>
                  <a:cubicBezTo>
                    <a:pt x="0" y="6"/>
                    <a:pt x="18" y="4"/>
                    <a:pt x="9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0" name="Freeform 236">
              <a:extLst>
                <a:ext uri="{FF2B5EF4-FFF2-40B4-BE49-F238E27FC236}">
                  <a16:creationId xmlns:a16="http://schemas.microsoft.com/office/drawing/2014/main" id="{77E974C4-BE8C-49EE-9A21-2DE1C2833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400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33 h 2"/>
                <a:gd name="T4" fmla="*/ 20 w 2"/>
                <a:gd name="T5" fmla="*/ 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1" name="Freeform 237">
              <a:extLst>
                <a:ext uri="{FF2B5EF4-FFF2-40B4-BE49-F238E27FC236}">
                  <a16:creationId xmlns:a16="http://schemas.microsoft.com/office/drawing/2014/main" id="{2AF7300C-1B87-40F3-8E48-B95A8E9CA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375"/>
              <a:ext cx="5" cy="7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28 h 3"/>
                <a:gd name="T4" fmla="*/ 33 w 2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2"/>
                    <a:pt x="2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2" name="Freeform 238">
              <a:extLst>
                <a:ext uri="{FF2B5EF4-FFF2-40B4-BE49-F238E27FC236}">
                  <a16:creationId xmlns:a16="http://schemas.microsoft.com/office/drawing/2014/main" id="{B09FB13C-1DE4-44DE-9838-1560755DC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3380"/>
              <a:ext cx="10" cy="12"/>
            </a:xfrm>
            <a:custGeom>
              <a:avLst/>
              <a:gdLst>
                <a:gd name="T0" fmla="*/ 20 w 4"/>
                <a:gd name="T1" fmla="*/ 41 h 5"/>
                <a:gd name="T2" fmla="*/ 20 w 4"/>
                <a:gd name="T3" fmla="*/ 70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3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4" y="3"/>
                    <a:pt x="2" y="0"/>
                    <a:pt x="0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3" name="Freeform 239">
              <a:extLst>
                <a:ext uri="{FF2B5EF4-FFF2-40B4-BE49-F238E27FC236}">
                  <a16:creationId xmlns:a16="http://schemas.microsoft.com/office/drawing/2014/main" id="{1FDF0CD6-4293-473D-90AC-7F9B0C2F6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390"/>
              <a:ext cx="42" cy="22"/>
            </a:xfrm>
            <a:custGeom>
              <a:avLst/>
              <a:gdLst>
                <a:gd name="T0" fmla="*/ 104 w 17"/>
                <a:gd name="T1" fmla="*/ 90 h 9"/>
                <a:gd name="T2" fmla="*/ 62 w 17"/>
                <a:gd name="T3" fmla="*/ 90 h 9"/>
                <a:gd name="T4" fmla="*/ 74 w 17"/>
                <a:gd name="T5" fmla="*/ 132 h 9"/>
                <a:gd name="T6" fmla="*/ 74 w 17"/>
                <a:gd name="T7" fmla="*/ 13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7" y="6"/>
                  </a:moveTo>
                  <a:cubicBezTo>
                    <a:pt x="6" y="6"/>
                    <a:pt x="6" y="5"/>
                    <a:pt x="4" y="6"/>
                  </a:cubicBezTo>
                  <a:cubicBezTo>
                    <a:pt x="4" y="7"/>
                    <a:pt x="5" y="8"/>
                    <a:pt x="5" y="9"/>
                  </a:cubicBezTo>
                  <a:cubicBezTo>
                    <a:pt x="17" y="6"/>
                    <a:pt x="0" y="0"/>
                    <a:pt x="5" y="9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4" name="Freeform 240">
              <a:extLst>
                <a:ext uri="{FF2B5EF4-FFF2-40B4-BE49-F238E27FC236}">
                  <a16:creationId xmlns:a16="http://schemas.microsoft.com/office/drawing/2014/main" id="{5D5AB731-9214-4997-B0A3-3610EAB19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442"/>
              <a:ext cx="18" cy="13"/>
            </a:xfrm>
            <a:custGeom>
              <a:avLst/>
              <a:gdLst>
                <a:gd name="T0" fmla="*/ 85 w 7"/>
                <a:gd name="T1" fmla="*/ 0 h 5"/>
                <a:gd name="T2" fmla="*/ 118 w 7"/>
                <a:gd name="T3" fmla="*/ 0 h 5"/>
                <a:gd name="T4" fmla="*/ 85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0" y="4"/>
                    <a:pt x="7" y="5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5" name="Freeform 241">
              <a:extLst>
                <a:ext uri="{FF2B5EF4-FFF2-40B4-BE49-F238E27FC236}">
                  <a16:creationId xmlns:a16="http://schemas.microsoft.com/office/drawing/2014/main" id="{98C2DEFA-1C26-4B6B-824D-86E2E01FC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455"/>
              <a:ext cx="32" cy="22"/>
            </a:xfrm>
            <a:custGeom>
              <a:avLst/>
              <a:gdLst>
                <a:gd name="T0" fmla="*/ 30 w 13"/>
                <a:gd name="T1" fmla="*/ 12 h 9"/>
                <a:gd name="T2" fmla="*/ 74 w 13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2" y="1"/>
                  </a:moveTo>
                  <a:cubicBezTo>
                    <a:pt x="0" y="9"/>
                    <a:pt x="13" y="0"/>
                    <a:pt x="5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6" name="Freeform 242">
              <a:extLst>
                <a:ext uri="{FF2B5EF4-FFF2-40B4-BE49-F238E27FC236}">
                  <a16:creationId xmlns:a16="http://schemas.microsoft.com/office/drawing/2014/main" id="{16EDA7DD-CA6D-4A17-A5BE-4EE48DC09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427"/>
              <a:ext cx="65" cy="18"/>
            </a:xfrm>
            <a:custGeom>
              <a:avLst/>
              <a:gdLst>
                <a:gd name="T0" fmla="*/ 188 w 26"/>
                <a:gd name="T1" fmla="*/ 0 h 7"/>
                <a:gd name="T2" fmla="*/ 250 w 2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12" y="0"/>
                  </a:moveTo>
                  <a:cubicBezTo>
                    <a:pt x="0" y="6"/>
                    <a:pt x="26" y="7"/>
                    <a:pt x="16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7" name="Freeform 243">
              <a:extLst>
                <a:ext uri="{FF2B5EF4-FFF2-40B4-BE49-F238E27FC236}">
                  <a16:creationId xmlns:a16="http://schemas.microsoft.com/office/drawing/2014/main" id="{25DE730A-4A87-4C00-BA6A-90D771E4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410"/>
              <a:ext cx="8" cy="7"/>
            </a:xfrm>
            <a:custGeom>
              <a:avLst/>
              <a:gdLst>
                <a:gd name="T0" fmla="*/ 0 w 3"/>
                <a:gd name="T1" fmla="*/ 12 h 3"/>
                <a:gd name="T2" fmla="*/ 56 w 3"/>
                <a:gd name="T3" fmla="*/ 12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2" y="3"/>
                    <a:pt x="3" y="1"/>
                  </a:cubicBezTo>
                  <a:cubicBezTo>
                    <a:pt x="3" y="0"/>
                    <a:pt x="3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8" name="Freeform 244">
              <a:extLst>
                <a:ext uri="{FF2B5EF4-FFF2-40B4-BE49-F238E27FC236}">
                  <a16:creationId xmlns:a16="http://schemas.microsoft.com/office/drawing/2014/main" id="{BCCB9F76-6F01-41AF-886C-DD361D915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3375"/>
              <a:ext cx="8" cy="10"/>
            </a:xfrm>
            <a:custGeom>
              <a:avLst/>
              <a:gdLst>
                <a:gd name="T0" fmla="*/ 0 w 3"/>
                <a:gd name="T1" fmla="*/ 20 h 4"/>
                <a:gd name="T2" fmla="*/ 21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4"/>
                    <a:pt x="3" y="3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9" name="Freeform 245">
              <a:extLst>
                <a:ext uri="{FF2B5EF4-FFF2-40B4-BE49-F238E27FC236}">
                  <a16:creationId xmlns:a16="http://schemas.microsoft.com/office/drawing/2014/main" id="{D3C53974-CE6D-4FB4-BB83-7CA0DDFB6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402"/>
              <a:ext cx="7" cy="10"/>
            </a:xfrm>
            <a:custGeom>
              <a:avLst/>
              <a:gdLst>
                <a:gd name="T0" fmla="*/ 12 w 3"/>
                <a:gd name="T1" fmla="*/ 20 h 4"/>
                <a:gd name="T2" fmla="*/ 0 w 3"/>
                <a:gd name="T3" fmla="*/ 33 h 4"/>
                <a:gd name="T4" fmla="*/ 37 w 3"/>
                <a:gd name="T5" fmla="*/ 20 h 4"/>
                <a:gd name="T6" fmla="*/ 28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4"/>
                    <a:pt x="3" y="4"/>
                    <a:pt x="3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0" name="Freeform 246">
              <a:extLst>
                <a:ext uri="{FF2B5EF4-FFF2-40B4-BE49-F238E27FC236}">
                  <a16:creationId xmlns:a16="http://schemas.microsoft.com/office/drawing/2014/main" id="{B80F0160-4953-47DE-952D-96F337961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420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0 w 6"/>
                <a:gd name="T3" fmla="*/ 50 h 4"/>
                <a:gd name="T4" fmla="*/ 8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3" y="4"/>
                    <a:pt x="6" y="3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1" name="Freeform 247">
              <a:extLst>
                <a:ext uri="{FF2B5EF4-FFF2-40B4-BE49-F238E27FC236}">
                  <a16:creationId xmlns:a16="http://schemas.microsoft.com/office/drawing/2014/main" id="{00B9F2B3-8207-41AC-B1E3-2A7678AAA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382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2" name="Freeform 248">
              <a:extLst>
                <a:ext uri="{FF2B5EF4-FFF2-40B4-BE49-F238E27FC236}">
                  <a16:creationId xmlns:a16="http://schemas.microsoft.com/office/drawing/2014/main" id="{B215CA6D-9A0F-4702-B0F1-6268C91D5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437"/>
              <a:ext cx="15" cy="13"/>
            </a:xfrm>
            <a:custGeom>
              <a:avLst/>
              <a:gdLst>
                <a:gd name="T0" fmla="*/ 20 w 6"/>
                <a:gd name="T1" fmla="*/ 0 h 5"/>
                <a:gd name="T2" fmla="*/ 83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5"/>
                    <a:pt x="6" y="4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3" name="Freeform 249">
              <a:extLst>
                <a:ext uri="{FF2B5EF4-FFF2-40B4-BE49-F238E27FC236}">
                  <a16:creationId xmlns:a16="http://schemas.microsoft.com/office/drawing/2014/main" id="{A07042FA-9AB5-4FC4-AFAC-08390899A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445"/>
              <a:ext cx="23" cy="15"/>
            </a:xfrm>
            <a:custGeom>
              <a:avLst/>
              <a:gdLst>
                <a:gd name="T0" fmla="*/ 51 w 9"/>
                <a:gd name="T1" fmla="*/ 33 h 6"/>
                <a:gd name="T2" fmla="*/ 0 w 9"/>
                <a:gd name="T3" fmla="*/ 83 h 6"/>
                <a:gd name="T4" fmla="*/ 84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2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2" y="6"/>
                    <a:pt x="9" y="3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4" name="Freeform 250">
              <a:extLst>
                <a:ext uri="{FF2B5EF4-FFF2-40B4-BE49-F238E27FC236}">
                  <a16:creationId xmlns:a16="http://schemas.microsoft.com/office/drawing/2014/main" id="{5F3871B4-66D5-4F73-893E-2EE9AEF8D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3450"/>
              <a:ext cx="20" cy="10"/>
            </a:xfrm>
            <a:custGeom>
              <a:avLst/>
              <a:gdLst>
                <a:gd name="T0" fmla="*/ 83 w 8"/>
                <a:gd name="T1" fmla="*/ 0 h 4"/>
                <a:gd name="T2" fmla="*/ 0 w 8"/>
                <a:gd name="T3" fmla="*/ 33 h 4"/>
                <a:gd name="T4" fmla="*/ 125 w 8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5" y="0"/>
                  </a:moveTo>
                  <a:cubicBezTo>
                    <a:pt x="3" y="0"/>
                    <a:pt x="1" y="0"/>
                    <a:pt x="0" y="2"/>
                  </a:cubicBezTo>
                  <a:cubicBezTo>
                    <a:pt x="2" y="4"/>
                    <a:pt x="6" y="3"/>
                    <a:pt x="8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5" name="Freeform 251">
              <a:extLst>
                <a:ext uri="{FF2B5EF4-FFF2-40B4-BE49-F238E27FC236}">
                  <a16:creationId xmlns:a16="http://schemas.microsoft.com/office/drawing/2014/main" id="{AA1733E7-AA89-44C8-BFC6-05F8A3738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067"/>
              <a:ext cx="20" cy="23"/>
            </a:xfrm>
            <a:custGeom>
              <a:avLst/>
              <a:gdLst>
                <a:gd name="T0" fmla="*/ 20 w 8"/>
                <a:gd name="T1" fmla="*/ 51 h 9"/>
                <a:gd name="T2" fmla="*/ 113 w 8"/>
                <a:gd name="T3" fmla="*/ 20 h 9"/>
                <a:gd name="T4" fmla="*/ 0 w 8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1" y="3"/>
                  </a:moveTo>
                  <a:cubicBezTo>
                    <a:pt x="0" y="9"/>
                    <a:pt x="8" y="6"/>
                    <a:pt x="7" y="1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6" name="Freeform 252">
              <a:extLst>
                <a:ext uri="{FF2B5EF4-FFF2-40B4-BE49-F238E27FC236}">
                  <a16:creationId xmlns:a16="http://schemas.microsoft.com/office/drawing/2014/main" id="{9AA5140F-31A3-4E75-BE37-615B7AB1C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60"/>
              <a:ext cx="12" cy="10"/>
            </a:xfrm>
            <a:custGeom>
              <a:avLst/>
              <a:gdLst>
                <a:gd name="T0" fmla="*/ 12 w 5"/>
                <a:gd name="T1" fmla="*/ 33 h 4"/>
                <a:gd name="T2" fmla="*/ 0 w 5"/>
                <a:gd name="T3" fmla="*/ 50 h 4"/>
                <a:gd name="T4" fmla="*/ 70 w 5"/>
                <a:gd name="T5" fmla="*/ 20 h 4"/>
                <a:gd name="T6" fmla="*/ 29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2" y="4"/>
                    <a:pt x="3" y="3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7" name="Freeform 253">
              <a:extLst>
                <a:ext uri="{FF2B5EF4-FFF2-40B4-BE49-F238E27FC236}">
                  <a16:creationId xmlns:a16="http://schemas.microsoft.com/office/drawing/2014/main" id="{F82C846E-3B61-447F-A2AC-70B9E78F3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040"/>
              <a:ext cx="40" cy="35"/>
            </a:xfrm>
            <a:custGeom>
              <a:avLst/>
              <a:gdLst>
                <a:gd name="T0" fmla="*/ 50 w 16"/>
                <a:gd name="T1" fmla="*/ 0 h 14"/>
                <a:gd name="T2" fmla="*/ 188 w 16"/>
                <a:gd name="T3" fmla="*/ 113 h 14"/>
                <a:gd name="T4" fmla="*/ 83 w 16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3" y="0"/>
                  </a:moveTo>
                  <a:cubicBezTo>
                    <a:pt x="0" y="5"/>
                    <a:pt x="7" y="14"/>
                    <a:pt x="12" y="7"/>
                  </a:cubicBezTo>
                  <a:cubicBezTo>
                    <a:pt x="16" y="1"/>
                    <a:pt x="8" y="0"/>
                    <a:pt x="5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8" name="Freeform 254">
              <a:extLst>
                <a:ext uri="{FF2B5EF4-FFF2-40B4-BE49-F238E27FC236}">
                  <a16:creationId xmlns:a16="http://schemas.microsoft.com/office/drawing/2014/main" id="{F92D26DD-A75A-4EFA-B043-B6ACD50FD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040"/>
              <a:ext cx="28" cy="20"/>
            </a:xfrm>
            <a:custGeom>
              <a:avLst/>
              <a:gdLst>
                <a:gd name="T0" fmla="*/ 117 w 11"/>
                <a:gd name="T1" fmla="*/ 20 h 8"/>
                <a:gd name="T2" fmla="*/ 163 w 11"/>
                <a:gd name="T3" fmla="*/ 0 h 8"/>
                <a:gd name="T4" fmla="*/ 97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0" y="4"/>
                    <a:pt x="11" y="8"/>
                    <a:pt x="10" y="0"/>
                  </a:cubicBezTo>
                  <a:cubicBezTo>
                    <a:pt x="8" y="0"/>
                    <a:pt x="7" y="0"/>
                    <a:pt x="6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9" name="Freeform 255">
              <a:extLst>
                <a:ext uri="{FF2B5EF4-FFF2-40B4-BE49-F238E27FC236}">
                  <a16:creationId xmlns:a16="http://schemas.microsoft.com/office/drawing/2014/main" id="{3884B0CF-9128-4EBF-A3C5-5B1C8D12F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027"/>
              <a:ext cx="32" cy="23"/>
            </a:xfrm>
            <a:custGeom>
              <a:avLst/>
              <a:gdLst>
                <a:gd name="T0" fmla="*/ 62 w 13"/>
                <a:gd name="T1" fmla="*/ 33 h 9"/>
                <a:gd name="T2" fmla="*/ 121 w 13"/>
                <a:gd name="T3" fmla="*/ 118 h 9"/>
                <a:gd name="T4" fmla="*/ 74 w 13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4" y="2"/>
                  </a:moveTo>
                  <a:cubicBezTo>
                    <a:pt x="8" y="0"/>
                    <a:pt x="13" y="4"/>
                    <a:pt x="8" y="7"/>
                  </a:cubicBezTo>
                  <a:cubicBezTo>
                    <a:pt x="5" y="9"/>
                    <a:pt x="0" y="4"/>
                    <a:pt x="5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0" name="Freeform 256">
              <a:extLst>
                <a:ext uri="{FF2B5EF4-FFF2-40B4-BE49-F238E27FC236}">
                  <a16:creationId xmlns:a16="http://schemas.microsoft.com/office/drawing/2014/main" id="{D8C655E6-3BC0-41B2-AEB6-8FDDAC0C8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050"/>
              <a:ext cx="30" cy="22"/>
            </a:xfrm>
            <a:custGeom>
              <a:avLst/>
              <a:gdLst>
                <a:gd name="T0" fmla="*/ 95 w 12"/>
                <a:gd name="T1" fmla="*/ 42 h 9"/>
                <a:gd name="T2" fmla="*/ 113 w 12"/>
                <a:gd name="T3" fmla="*/ 120 h 9"/>
                <a:gd name="T4" fmla="*/ 83 w 12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3"/>
                  </a:moveTo>
                  <a:cubicBezTo>
                    <a:pt x="0" y="1"/>
                    <a:pt x="2" y="9"/>
                    <a:pt x="7" y="8"/>
                  </a:cubicBezTo>
                  <a:cubicBezTo>
                    <a:pt x="12" y="6"/>
                    <a:pt x="11" y="0"/>
                    <a:pt x="5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1" name="Freeform 257">
              <a:extLst>
                <a:ext uri="{FF2B5EF4-FFF2-40B4-BE49-F238E27FC236}">
                  <a16:creationId xmlns:a16="http://schemas.microsoft.com/office/drawing/2014/main" id="{628099D1-C845-4FB4-9441-5B0249334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077"/>
              <a:ext cx="38" cy="28"/>
            </a:xfrm>
            <a:custGeom>
              <a:avLst/>
              <a:gdLst>
                <a:gd name="T0" fmla="*/ 0 w 15"/>
                <a:gd name="T1" fmla="*/ 84 h 11"/>
                <a:gd name="T2" fmla="*/ 20 w 15"/>
                <a:gd name="T3" fmla="*/ 2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5"/>
                  </a:moveTo>
                  <a:cubicBezTo>
                    <a:pt x="5" y="11"/>
                    <a:pt x="15" y="0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2" name="Freeform 258">
              <a:extLst>
                <a:ext uri="{FF2B5EF4-FFF2-40B4-BE49-F238E27FC236}">
                  <a16:creationId xmlns:a16="http://schemas.microsoft.com/office/drawing/2014/main" id="{EFCFD607-ED3E-425D-A9E1-1C32CAC89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077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21 w 5"/>
                <a:gd name="T3" fmla="*/ 21 h 3"/>
                <a:gd name="T4" fmla="*/ 68 w 5"/>
                <a:gd name="T5" fmla="*/ 56 h 3"/>
                <a:gd name="T6" fmla="*/ 34 w 5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2" y="3"/>
                    <a:pt x="2" y="3"/>
                    <a:pt x="4" y="3"/>
                  </a:cubicBezTo>
                  <a:cubicBezTo>
                    <a:pt x="5" y="0"/>
                    <a:pt x="4" y="1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3" name="Freeform 259">
              <a:extLst>
                <a:ext uri="{FF2B5EF4-FFF2-40B4-BE49-F238E27FC236}">
                  <a16:creationId xmlns:a16="http://schemas.microsoft.com/office/drawing/2014/main" id="{C01EE91C-68C5-42C2-ACFD-0C1906538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3065"/>
              <a:ext cx="8" cy="10"/>
            </a:xfrm>
            <a:custGeom>
              <a:avLst/>
              <a:gdLst>
                <a:gd name="T0" fmla="*/ 21 w 3"/>
                <a:gd name="T1" fmla="*/ 20 h 4"/>
                <a:gd name="T2" fmla="*/ 21 w 3"/>
                <a:gd name="T3" fmla="*/ 63 h 4"/>
                <a:gd name="T4" fmla="*/ 56 w 3"/>
                <a:gd name="T5" fmla="*/ 0 h 4"/>
                <a:gd name="T6" fmla="*/ 21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4" name="Freeform 260">
              <a:extLst>
                <a:ext uri="{FF2B5EF4-FFF2-40B4-BE49-F238E27FC236}">
                  <a16:creationId xmlns:a16="http://schemas.microsoft.com/office/drawing/2014/main" id="{5E2C3929-1827-411B-BD14-A94396037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040"/>
              <a:ext cx="3" cy="7"/>
            </a:xfrm>
            <a:custGeom>
              <a:avLst/>
              <a:gdLst>
                <a:gd name="T0" fmla="*/ 27 w 1"/>
                <a:gd name="T1" fmla="*/ 28 h 3"/>
                <a:gd name="T2" fmla="*/ 27 w 1"/>
                <a:gd name="T3" fmla="*/ 28 h 3"/>
                <a:gd name="T4" fmla="*/ 0 w 1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2"/>
                    <a:pt x="1" y="3"/>
                    <a:pt x="1" y="2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5" name="Freeform 261">
              <a:extLst>
                <a:ext uri="{FF2B5EF4-FFF2-40B4-BE49-F238E27FC236}">
                  <a16:creationId xmlns:a16="http://schemas.microsoft.com/office/drawing/2014/main" id="{B4E642E9-77CC-4BD7-AB8E-00FB88CC3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40"/>
              <a:ext cx="5" cy="10"/>
            </a:xfrm>
            <a:custGeom>
              <a:avLst/>
              <a:gdLst>
                <a:gd name="T0" fmla="*/ 33 w 2"/>
                <a:gd name="T1" fmla="*/ 50 h 4"/>
                <a:gd name="T2" fmla="*/ 33 w 2"/>
                <a:gd name="T3" fmla="*/ 63 h 4"/>
                <a:gd name="T4" fmla="*/ 20 w 2"/>
                <a:gd name="T5" fmla="*/ 0 h 4"/>
                <a:gd name="T6" fmla="*/ 0 w 2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3"/>
                  </a:moveTo>
                  <a:cubicBezTo>
                    <a:pt x="2" y="3"/>
                    <a:pt x="1" y="4"/>
                    <a:pt x="2" y="4"/>
                  </a:cubicBezTo>
                  <a:cubicBezTo>
                    <a:pt x="2" y="2"/>
                    <a:pt x="2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6" name="Freeform 262">
              <a:extLst>
                <a:ext uri="{FF2B5EF4-FFF2-40B4-BE49-F238E27FC236}">
                  <a16:creationId xmlns:a16="http://schemas.microsoft.com/office/drawing/2014/main" id="{EBCF9227-37A3-4D76-B19E-1AD16656B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020"/>
              <a:ext cx="25" cy="20"/>
            </a:xfrm>
            <a:custGeom>
              <a:avLst/>
              <a:gdLst>
                <a:gd name="T0" fmla="*/ 63 w 10"/>
                <a:gd name="T1" fmla="*/ 33 h 8"/>
                <a:gd name="T2" fmla="*/ 95 w 10"/>
                <a:gd name="T3" fmla="*/ 113 h 8"/>
                <a:gd name="T4" fmla="*/ 50 w 10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2"/>
                  </a:moveTo>
                  <a:cubicBezTo>
                    <a:pt x="0" y="3"/>
                    <a:pt x="2" y="8"/>
                    <a:pt x="6" y="7"/>
                  </a:cubicBezTo>
                  <a:cubicBezTo>
                    <a:pt x="10" y="5"/>
                    <a:pt x="6" y="0"/>
                    <a:pt x="3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7" name="Freeform 263">
              <a:extLst>
                <a:ext uri="{FF2B5EF4-FFF2-40B4-BE49-F238E27FC236}">
                  <a16:creationId xmlns:a16="http://schemas.microsoft.com/office/drawing/2014/main" id="{984A685F-8443-43FC-86AD-8A25C9077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027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0 w 4"/>
                <a:gd name="T3" fmla="*/ 55 h 5"/>
                <a:gd name="T4" fmla="*/ 63 w 4"/>
                <a:gd name="T5" fmla="*/ 0 h 5"/>
                <a:gd name="T6" fmla="*/ 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2" y="5"/>
                    <a:pt x="4" y="3"/>
                    <a:pt x="4" y="0"/>
                  </a:cubicBezTo>
                  <a:cubicBezTo>
                    <a:pt x="2" y="0"/>
                    <a:pt x="1" y="0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8" name="Freeform 264">
              <a:extLst>
                <a:ext uri="{FF2B5EF4-FFF2-40B4-BE49-F238E27FC236}">
                  <a16:creationId xmlns:a16="http://schemas.microsoft.com/office/drawing/2014/main" id="{366CDE26-5BAB-496B-8250-997150A96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3012"/>
              <a:ext cx="20" cy="30"/>
            </a:xfrm>
            <a:custGeom>
              <a:avLst/>
              <a:gdLst>
                <a:gd name="T0" fmla="*/ 20 w 8"/>
                <a:gd name="T1" fmla="*/ 63 h 12"/>
                <a:gd name="T2" fmla="*/ 20 w 8"/>
                <a:gd name="T3" fmla="*/ 6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1" y="4"/>
                  </a:moveTo>
                  <a:cubicBezTo>
                    <a:pt x="0" y="12"/>
                    <a:pt x="8" y="0"/>
                    <a:pt x="1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9" name="Freeform 265">
              <a:extLst>
                <a:ext uri="{FF2B5EF4-FFF2-40B4-BE49-F238E27FC236}">
                  <a16:creationId xmlns:a16="http://schemas.microsoft.com/office/drawing/2014/main" id="{F589AF5B-D73E-41C7-AA23-8FE63D37F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20"/>
              <a:ext cx="10" cy="12"/>
            </a:xfrm>
            <a:custGeom>
              <a:avLst/>
              <a:gdLst>
                <a:gd name="T0" fmla="*/ 33 w 4"/>
                <a:gd name="T1" fmla="*/ 0 h 5"/>
                <a:gd name="T2" fmla="*/ 0 w 4"/>
                <a:gd name="T3" fmla="*/ 70 h 5"/>
                <a:gd name="T4" fmla="*/ 63 w 4"/>
                <a:gd name="T5" fmla="*/ 12 h 5"/>
                <a:gd name="T6" fmla="*/ 33 w 4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5"/>
                    <a:pt x="4" y="3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0" name="Freeform 266">
              <a:extLst>
                <a:ext uri="{FF2B5EF4-FFF2-40B4-BE49-F238E27FC236}">
                  <a16:creationId xmlns:a16="http://schemas.microsoft.com/office/drawing/2014/main" id="{DC87DC26-59E6-4B89-8CC7-08F118448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3040"/>
              <a:ext cx="5" cy="7"/>
            </a:xfrm>
            <a:custGeom>
              <a:avLst/>
              <a:gdLst>
                <a:gd name="T0" fmla="*/ 0 w 2"/>
                <a:gd name="T1" fmla="*/ 12 h 3"/>
                <a:gd name="T2" fmla="*/ 20 w 2"/>
                <a:gd name="T3" fmla="*/ 37 h 3"/>
                <a:gd name="T4" fmla="*/ 33 w 2"/>
                <a:gd name="T5" fmla="*/ 0 h 3"/>
                <a:gd name="T6" fmla="*/ 2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2"/>
                    <a:pt x="2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1" name="Freeform 267">
              <a:extLst>
                <a:ext uri="{FF2B5EF4-FFF2-40B4-BE49-F238E27FC236}">
                  <a16:creationId xmlns:a16="http://schemas.microsoft.com/office/drawing/2014/main" id="{EE023076-05EB-4C81-803F-36F849016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3060"/>
              <a:ext cx="5" cy="7"/>
            </a:xfrm>
            <a:custGeom>
              <a:avLst/>
              <a:gdLst>
                <a:gd name="T0" fmla="*/ 0 w 2"/>
                <a:gd name="T1" fmla="*/ 28 h 3"/>
                <a:gd name="T2" fmla="*/ 20 w 2"/>
                <a:gd name="T3" fmla="*/ 37 h 3"/>
                <a:gd name="T4" fmla="*/ 33 w 2"/>
                <a:gd name="T5" fmla="*/ 28 h 3"/>
                <a:gd name="T6" fmla="*/ 0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1" y="0"/>
                    <a:pt x="1" y="2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2" name="Freeform 268">
              <a:extLst>
                <a:ext uri="{FF2B5EF4-FFF2-40B4-BE49-F238E27FC236}">
                  <a16:creationId xmlns:a16="http://schemas.microsoft.com/office/drawing/2014/main" id="{95830059-65C9-471C-B1E2-B7B26617C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020"/>
              <a:ext cx="8" cy="7"/>
            </a:xfrm>
            <a:custGeom>
              <a:avLst/>
              <a:gdLst>
                <a:gd name="T0" fmla="*/ 0 w 3"/>
                <a:gd name="T1" fmla="*/ 12 h 3"/>
                <a:gd name="T2" fmla="*/ 21 w 3"/>
                <a:gd name="T3" fmla="*/ 37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3" name="Freeform 269">
              <a:extLst>
                <a:ext uri="{FF2B5EF4-FFF2-40B4-BE49-F238E27FC236}">
                  <a16:creationId xmlns:a16="http://schemas.microsoft.com/office/drawing/2014/main" id="{1D5A6894-2FE2-46B4-94AC-DD2E255D4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3077"/>
              <a:ext cx="20" cy="20"/>
            </a:xfrm>
            <a:custGeom>
              <a:avLst/>
              <a:gdLst>
                <a:gd name="T0" fmla="*/ 33 w 8"/>
                <a:gd name="T1" fmla="*/ 20 h 8"/>
                <a:gd name="T2" fmla="*/ 83 w 8"/>
                <a:gd name="T3" fmla="*/ 113 h 8"/>
                <a:gd name="T4" fmla="*/ 5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1"/>
                  </a:moveTo>
                  <a:cubicBezTo>
                    <a:pt x="0" y="3"/>
                    <a:pt x="1" y="8"/>
                    <a:pt x="5" y="7"/>
                  </a:cubicBezTo>
                  <a:cubicBezTo>
                    <a:pt x="8" y="6"/>
                    <a:pt x="6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4" name="Freeform 270">
              <a:extLst>
                <a:ext uri="{FF2B5EF4-FFF2-40B4-BE49-F238E27FC236}">
                  <a16:creationId xmlns:a16="http://schemas.microsoft.com/office/drawing/2014/main" id="{6E744497-9641-4C60-B0CB-6AA828782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3062"/>
              <a:ext cx="17" cy="15"/>
            </a:xfrm>
            <a:custGeom>
              <a:avLst/>
              <a:gdLst>
                <a:gd name="T0" fmla="*/ 29 w 7"/>
                <a:gd name="T1" fmla="*/ 20 h 6"/>
                <a:gd name="T2" fmla="*/ 58 w 7"/>
                <a:gd name="T3" fmla="*/ 63 h 6"/>
                <a:gd name="T4" fmla="*/ 12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3"/>
                    <a:pt x="2" y="6"/>
                    <a:pt x="4" y="4"/>
                  </a:cubicBezTo>
                  <a:cubicBezTo>
                    <a:pt x="7" y="2"/>
                    <a:pt x="3" y="0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5" name="Freeform 271">
              <a:extLst>
                <a:ext uri="{FF2B5EF4-FFF2-40B4-BE49-F238E27FC236}">
                  <a16:creationId xmlns:a16="http://schemas.microsoft.com/office/drawing/2014/main" id="{29C5A559-FED0-462A-801F-498424681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3047"/>
              <a:ext cx="10" cy="18"/>
            </a:xfrm>
            <a:custGeom>
              <a:avLst/>
              <a:gdLst>
                <a:gd name="T0" fmla="*/ 0 w 4"/>
                <a:gd name="T1" fmla="*/ 33 h 7"/>
                <a:gd name="T2" fmla="*/ 63 w 4"/>
                <a:gd name="T3" fmla="*/ 0 h 7"/>
                <a:gd name="T4" fmla="*/ 20 w 4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2"/>
                  </a:moveTo>
                  <a:cubicBezTo>
                    <a:pt x="0" y="7"/>
                    <a:pt x="4" y="3"/>
                    <a:pt x="4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6" name="Freeform 272">
              <a:extLst>
                <a:ext uri="{FF2B5EF4-FFF2-40B4-BE49-F238E27FC236}">
                  <a16:creationId xmlns:a16="http://schemas.microsoft.com/office/drawing/2014/main" id="{DB4F250F-8BEA-4A3B-BAC8-23B8B8BCD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3027"/>
              <a:ext cx="15" cy="18"/>
            </a:xfrm>
            <a:custGeom>
              <a:avLst/>
              <a:gdLst>
                <a:gd name="T0" fmla="*/ 0 w 6"/>
                <a:gd name="T1" fmla="*/ 21 h 7"/>
                <a:gd name="T2" fmla="*/ 33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1" y="7"/>
                    <a:pt x="6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7" name="Freeform 273">
              <a:extLst>
                <a:ext uri="{FF2B5EF4-FFF2-40B4-BE49-F238E27FC236}">
                  <a16:creationId xmlns:a16="http://schemas.microsoft.com/office/drawing/2014/main" id="{B71BB387-667D-4C8E-B14D-875E509C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3005"/>
              <a:ext cx="5" cy="10"/>
            </a:xfrm>
            <a:custGeom>
              <a:avLst/>
              <a:gdLst>
                <a:gd name="T0" fmla="*/ 0 w 2"/>
                <a:gd name="T1" fmla="*/ 50 h 4"/>
                <a:gd name="T2" fmla="*/ 33 w 2"/>
                <a:gd name="T3" fmla="*/ 20 h 4"/>
                <a:gd name="T4" fmla="*/ 0 w 2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1" y="3"/>
                    <a:pt x="1" y="4"/>
                    <a:pt x="2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8" name="Freeform 274">
              <a:extLst>
                <a:ext uri="{FF2B5EF4-FFF2-40B4-BE49-F238E27FC236}">
                  <a16:creationId xmlns:a16="http://schemas.microsoft.com/office/drawing/2014/main" id="{F1117584-61FD-4E0D-A71A-0274DCD4F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3052"/>
              <a:ext cx="7" cy="8"/>
            </a:xfrm>
            <a:custGeom>
              <a:avLst/>
              <a:gdLst>
                <a:gd name="T0" fmla="*/ 0 w 3"/>
                <a:gd name="T1" fmla="*/ 21 h 3"/>
                <a:gd name="T2" fmla="*/ 37 w 3"/>
                <a:gd name="T3" fmla="*/ 35 h 3"/>
                <a:gd name="T4" fmla="*/ 37 w 3"/>
                <a:gd name="T5" fmla="*/ 0 h 3"/>
                <a:gd name="T6" fmla="*/ 0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1" y="0"/>
                    <a:pt x="2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9" name="Freeform 275">
              <a:extLst>
                <a:ext uri="{FF2B5EF4-FFF2-40B4-BE49-F238E27FC236}">
                  <a16:creationId xmlns:a16="http://schemas.microsoft.com/office/drawing/2014/main" id="{B82F0667-62B3-4AD1-A97C-A1CB42535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3037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20 w 4"/>
                <a:gd name="T3" fmla="*/ 6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4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0" name="Freeform 276">
              <a:extLst>
                <a:ext uri="{FF2B5EF4-FFF2-40B4-BE49-F238E27FC236}">
                  <a16:creationId xmlns:a16="http://schemas.microsoft.com/office/drawing/2014/main" id="{C793DC9C-6591-45FB-BFFE-5A27C4642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007"/>
              <a:ext cx="10" cy="10"/>
            </a:xfrm>
            <a:custGeom>
              <a:avLst/>
              <a:gdLst>
                <a:gd name="T0" fmla="*/ 50 w 4"/>
                <a:gd name="T1" fmla="*/ 33 h 4"/>
                <a:gd name="T2" fmla="*/ 50 w 4"/>
                <a:gd name="T3" fmla="*/ 63 h 4"/>
                <a:gd name="T4" fmla="*/ 50 w 4"/>
                <a:gd name="T5" fmla="*/ 0 h 4"/>
                <a:gd name="T6" fmla="*/ 0 w 4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3" y="2"/>
                    <a:pt x="2" y="3"/>
                    <a:pt x="3" y="4"/>
                  </a:cubicBezTo>
                  <a:cubicBezTo>
                    <a:pt x="4" y="2"/>
                    <a:pt x="3" y="2"/>
                    <a:pt x="3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1" name="Freeform 277">
              <a:extLst>
                <a:ext uri="{FF2B5EF4-FFF2-40B4-BE49-F238E27FC236}">
                  <a16:creationId xmlns:a16="http://schemas.microsoft.com/office/drawing/2014/main" id="{2E4CF6B3-56FE-4AA5-95C3-D05AC217E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037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20 w 4"/>
                <a:gd name="T3" fmla="*/ 88 h 5"/>
                <a:gd name="T4" fmla="*/ 50 w 4"/>
                <a:gd name="T5" fmla="*/ 0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4" y="2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2" name="Freeform 278">
              <a:extLst>
                <a:ext uri="{FF2B5EF4-FFF2-40B4-BE49-F238E27FC236}">
                  <a16:creationId xmlns:a16="http://schemas.microsoft.com/office/drawing/2014/main" id="{FAF71E56-8229-4A55-83D3-B265E1E16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052"/>
              <a:ext cx="7" cy="10"/>
            </a:xfrm>
            <a:custGeom>
              <a:avLst/>
              <a:gdLst>
                <a:gd name="T0" fmla="*/ 12 w 3"/>
                <a:gd name="T1" fmla="*/ 50 h 4"/>
                <a:gd name="T2" fmla="*/ 12 w 3"/>
                <a:gd name="T3" fmla="*/ 63 h 4"/>
                <a:gd name="T4" fmla="*/ 37 w 3"/>
                <a:gd name="T5" fmla="*/ 20 h 4"/>
                <a:gd name="T6" fmla="*/ 28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3"/>
                    <a:pt x="0" y="4"/>
                    <a:pt x="1" y="4"/>
                  </a:cubicBezTo>
                  <a:cubicBezTo>
                    <a:pt x="3" y="3"/>
                    <a:pt x="3" y="3"/>
                    <a:pt x="3" y="1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3" name="Freeform 279">
              <a:extLst>
                <a:ext uri="{FF2B5EF4-FFF2-40B4-BE49-F238E27FC236}">
                  <a16:creationId xmlns:a16="http://schemas.microsoft.com/office/drawing/2014/main" id="{052B5DB3-225F-4DE3-9957-67177AF98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072"/>
              <a:ext cx="28" cy="18"/>
            </a:xfrm>
            <a:custGeom>
              <a:avLst/>
              <a:gdLst>
                <a:gd name="T0" fmla="*/ 51 w 11"/>
                <a:gd name="T1" fmla="*/ 0 h 7"/>
                <a:gd name="T2" fmla="*/ 51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3" y="0"/>
                  </a:moveTo>
                  <a:cubicBezTo>
                    <a:pt x="0" y="7"/>
                    <a:pt x="11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4" name="Freeform 280">
              <a:extLst>
                <a:ext uri="{FF2B5EF4-FFF2-40B4-BE49-F238E27FC236}">
                  <a16:creationId xmlns:a16="http://schemas.microsoft.com/office/drawing/2014/main" id="{0328521F-8FF1-434F-892F-DA51B62CF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080"/>
              <a:ext cx="28" cy="37"/>
            </a:xfrm>
            <a:custGeom>
              <a:avLst/>
              <a:gdLst>
                <a:gd name="T0" fmla="*/ 20 w 11"/>
                <a:gd name="T1" fmla="*/ 74 h 15"/>
                <a:gd name="T2" fmla="*/ 33 w 11"/>
                <a:gd name="T3" fmla="*/ 6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1" y="5"/>
                  </a:moveTo>
                  <a:cubicBezTo>
                    <a:pt x="0" y="15"/>
                    <a:pt x="11" y="0"/>
                    <a:pt x="2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5" name="Freeform 281">
              <a:extLst>
                <a:ext uri="{FF2B5EF4-FFF2-40B4-BE49-F238E27FC236}">
                  <a16:creationId xmlns:a16="http://schemas.microsoft.com/office/drawing/2014/main" id="{E65CC6F2-3D2A-488C-A5DE-4AAFB4437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077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20 w 2"/>
                <a:gd name="T5" fmla="*/ 0 h 2"/>
                <a:gd name="T6" fmla="*/ 2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2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6" name="Freeform 282">
              <a:extLst>
                <a:ext uri="{FF2B5EF4-FFF2-40B4-BE49-F238E27FC236}">
                  <a16:creationId xmlns:a16="http://schemas.microsoft.com/office/drawing/2014/main" id="{FCE7DC5A-C2FD-490A-9799-72D997F39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070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7" name="Freeform 283">
              <a:extLst>
                <a:ext uri="{FF2B5EF4-FFF2-40B4-BE49-F238E27FC236}">
                  <a16:creationId xmlns:a16="http://schemas.microsoft.com/office/drawing/2014/main" id="{45A0907C-93BE-4A79-8662-5F94C9D7F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052"/>
              <a:ext cx="8" cy="10"/>
            </a:xfrm>
            <a:custGeom>
              <a:avLst/>
              <a:gdLst>
                <a:gd name="T0" fmla="*/ 21 w 3"/>
                <a:gd name="T1" fmla="*/ 33 h 4"/>
                <a:gd name="T2" fmla="*/ 56 w 3"/>
                <a:gd name="T3" fmla="*/ 63 h 4"/>
                <a:gd name="T4" fmla="*/ 21 w 3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2" y="3"/>
                    <a:pt x="2" y="4"/>
                    <a:pt x="3" y="4"/>
                  </a:cubicBezTo>
                  <a:cubicBezTo>
                    <a:pt x="3" y="0"/>
                    <a:pt x="0" y="0"/>
                    <a:pt x="1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8" name="Freeform 284">
              <a:extLst>
                <a:ext uri="{FF2B5EF4-FFF2-40B4-BE49-F238E27FC236}">
                  <a16:creationId xmlns:a16="http://schemas.microsoft.com/office/drawing/2014/main" id="{B16FCDBC-8DB4-4B9F-9775-3397B6178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052"/>
              <a:ext cx="40" cy="25"/>
            </a:xfrm>
            <a:custGeom>
              <a:avLst/>
              <a:gdLst>
                <a:gd name="T0" fmla="*/ 145 w 16"/>
                <a:gd name="T1" fmla="*/ 113 h 10"/>
                <a:gd name="T2" fmla="*/ 125 w 16"/>
                <a:gd name="T3" fmla="*/ 145 h 10"/>
                <a:gd name="T4" fmla="*/ 158 w 16"/>
                <a:gd name="T5" fmla="*/ 158 h 10"/>
                <a:gd name="T6" fmla="*/ 158 w 16"/>
                <a:gd name="T7" fmla="*/ 15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9" y="7"/>
                  </a:moveTo>
                  <a:cubicBezTo>
                    <a:pt x="9" y="8"/>
                    <a:pt x="8" y="8"/>
                    <a:pt x="8" y="9"/>
                  </a:cubicBezTo>
                  <a:cubicBezTo>
                    <a:pt x="9" y="10"/>
                    <a:pt x="9" y="10"/>
                    <a:pt x="10" y="10"/>
                  </a:cubicBezTo>
                  <a:cubicBezTo>
                    <a:pt x="16" y="0"/>
                    <a:pt x="0" y="8"/>
                    <a:pt x="10" y="1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9" name="Freeform 285">
              <a:extLst>
                <a:ext uri="{FF2B5EF4-FFF2-40B4-BE49-F238E27FC236}">
                  <a16:creationId xmlns:a16="http://schemas.microsoft.com/office/drawing/2014/main" id="{00596F55-2EB1-4952-AB71-E147B4D2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3082"/>
              <a:ext cx="15" cy="18"/>
            </a:xfrm>
            <a:custGeom>
              <a:avLst/>
              <a:gdLst>
                <a:gd name="T0" fmla="*/ 0 w 6"/>
                <a:gd name="T1" fmla="*/ 33 h 7"/>
                <a:gd name="T2" fmla="*/ 33 w 6"/>
                <a:gd name="T3" fmla="*/ 0 h 7"/>
                <a:gd name="T4" fmla="*/ 0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7"/>
                    <a:pt x="6" y="3"/>
                    <a:pt x="2" y="0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0" name="Freeform 286">
              <a:extLst>
                <a:ext uri="{FF2B5EF4-FFF2-40B4-BE49-F238E27FC236}">
                  <a16:creationId xmlns:a16="http://schemas.microsoft.com/office/drawing/2014/main" id="{3D3BF417-4933-4FAA-AD9B-77AFC047C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070"/>
              <a:ext cx="15" cy="40"/>
            </a:xfrm>
            <a:custGeom>
              <a:avLst/>
              <a:gdLst>
                <a:gd name="T0" fmla="*/ 0 w 6"/>
                <a:gd name="T1" fmla="*/ 145 h 16"/>
                <a:gd name="T2" fmla="*/ 20 w 6"/>
                <a:gd name="T3" fmla="*/ 9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9"/>
                  </a:moveTo>
                  <a:cubicBezTo>
                    <a:pt x="3" y="16"/>
                    <a:pt x="6" y="0"/>
                    <a:pt x="1" y="6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1" name="Freeform 287">
              <a:extLst>
                <a:ext uri="{FF2B5EF4-FFF2-40B4-BE49-F238E27FC236}">
                  <a16:creationId xmlns:a16="http://schemas.microsoft.com/office/drawing/2014/main" id="{41DB4DED-A9DF-4427-843F-144D4015D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052"/>
              <a:ext cx="43" cy="48"/>
            </a:xfrm>
            <a:custGeom>
              <a:avLst/>
              <a:gdLst>
                <a:gd name="T0" fmla="*/ 51 w 17"/>
                <a:gd name="T1" fmla="*/ 96 h 19"/>
                <a:gd name="T2" fmla="*/ 83 w 17"/>
                <a:gd name="T3" fmla="*/ 5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3" y="6"/>
                  </a:moveTo>
                  <a:cubicBezTo>
                    <a:pt x="0" y="19"/>
                    <a:pt x="17" y="0"/>
                    <a:pt x="5" y="3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2" name="Freeform 288">
              <a:extLst>
                <a:ext uri="{FF2B5EF4-FFF2-40B4-BE49-F238E27FC236}">
                  <a16:creationId xmlns:a16="http://schemas.microsoft.com/office/drawing/2014/main" id="{9EC60694-5EA5-489B-9CDF-AB486EB1D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045"/>
              <a:ext cx="8" cy="12"/>
            </a:xfrm>
            <a:custGeom>
              <a:avLst/>
              <a:gdLst>
                <a:gd name="T0" fmla="*/ 0 w 3"/>
                <a:gd name="T1" fmla="*/ 41 h 5"/>
                <a:gd name="T2" fmla="*/ 56 w 3"/>
                <a:gd name="T3" fmla="*/ 0 h 5"/>
                <a:gd name="T4" fmla="*/ 21 w 3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2" y="5"/>
                    <a:pt x="3" y="3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3" name="Freeform 289">
              <a:extLst>
                <a:ext uri="{FF2B5EF4-FFF2-40B4-BE49-F238E27FC236}">
                  <a16:creationId xmlns:a16="http://schemas.microsoft.com/office/drawing/2014/main" id="{4900BD49-C087-4B06-91A2-44E628E55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045"/>
              <a:ext cx="8" cy="7"/>
            </a:xfrm>
            <a:custGeom>
              <a:avLst/>
              <a:gdLst>
                <a:gd name="T0" fmla="*/ 0 w 3"/>
                <a:gd name="T1" fmla="*/ 12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2" y="3"/>
                    <a:pt x="3" y="0"/>
                    <a:pt x="0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4" name="Freeform 290">
              <a:extLst>
                <a:ext uri="{FF2B5EF4-FFF2-40B4-BE49-F238E27FC236}">
                  <a16:creationId xmlns:a16="http://schemas.microsoft.com/office/drawing/2014/main" id="{B73D4406-BED0-4E83-BAEC-16310938F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095"/>
              <a:ext cx="12" cy="10"/>
            </a:xfrm>
            <a:custGeom>
              <a:avLst/>
              <a:gdLst>
                <a:gd name="T0" fmla="*/ 12 w 5"/>
                <a:gd name="T1" fmla="*/ 33 h 4"/>
                <a:gd name="T2" fmla="*/ 12 w 5"/>
                <a:gd name="T3" fmla="*/ 50 h 4"/>
                <a:gd name="T4" fmla="*/ 41 w 5"/>
                <a:gd name="T5" fmla="*/ 0 h 4"/>
                <a:gd name="T6" fmla="*/ 29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2"/>
                    <a:pt x="0" y="3"/>
                    <a:pt x="1" y="3"/>
                  </a:cubicBezTo>
                  <a:cubicBezTo>
                    <a:pt x="4" y="4"/>
                    <a:pt x="5" y="3"/>
                    <a:pt x="3" y="0"/>
                  </a:cubicBez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5" name="Freeform 291">
              <a:extLst>
                <a:ext uri="{FF2B5EF4-FFF2-40B4-BE49-F238E27FC236}">
                  <a16:creationId xmlns:a16="http://schemas.microsoft.com/office/drawing/2014/main" id="{E1644B0A-6813-4A91-A223-AF6CBA8E5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095"/>
              <a:ext cx="10" cy="12"/>
            </a:xfrm>
            <a:custGeom>
              <a:avLst/>
              <a:gdLst>
                <a:gd name="T0" fmla="*/ 0 w 4"/>
                <a:gd name="T1" fmla="*/ 12 h 5"/>
                <a:gd name="T2" fmla="*/ 20 w 4"/>
                <a:gd name="T3" fmla="*/ 70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0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6" name="Freeform 292">
              <a:extLst>
                <a:ext uri="{FF2B5EF4-FFF2-40B4-BE49-F238E27FC236}">
                  <a16:creationId xmlns:a16="http://schemas.microsoft.com/office/drawing/2014/main" id="{05473183-A37E-4B6F-8908-C171B232C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090"/>
              <a:ext cx="7" cy="7"/>
            </a:xfrm>
            <a:custGeom>
              <a:avLst/>
              <a:gdLst>
                <a:gd name="T0" fmla="*/ 12 w 3"/>
                <a:gd name="T1" fmla="*/ 28 h 3"/>
                <a:gd name="T2" fmla="*/ 28 w 3"/>
                <a:gd name="T3" fmla="*/ 37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3"/>
                    <a:pt x="2" y="3"/>
                  </a:cubicBezTo>
                  <a:cubicBezTo>
                    <a:pt x="3" y="1"/>
                    <a:pt x="1" y="1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7" name="Freeform 293">
              <a:extLst>
                <a:ext uri="{FF2B5EF4-FFF2-40B4-BE49-F238E27FC236}">
                  <a16:creationId xmlns:a16="http://schemas.microsoft.com/office/drawing/2014/main" id="{8E05181B-F318-4D96-9960-9C18A3559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095"/>
              <a:ext cx="13" cy="20"/>
            </a:xfrm>
            <a:custGeom>
              <a:avLst/>
              <a:gdLst>
                <a:gd name="T0" fmla="*/ 0 w 5"/>
                <a:gd name="T1" fmla="*/ 63 h 8"/>
                <a:gd name="T2" fmla="*/ 34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2" y="8"/>
                    <a:pt x="5" y="2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8" name="Freeform 294">
              <a:extLst>
                <a:ext uri="{FF2B5EF4-FFF2-40B4-BE49-F238E27FC236}">
                  <a16:creationId xmlns:a16="http://schemas.microsoft.com/office/drawing/2014/main" id="{7F303765-E856-4D5A-AEE0-3E5D4A143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085"/>
              <a:ext cx="15" cy="20"/>
            </a:xfrm>
            <a:custGeom>
              <a:avLst/>
              <a:gdLst>
                <a:gd name="T0" fmla="*/ 33 w 6"/>
                <a:gd name="T1" fmla="*/ 63 h 8"/>
                <a:gd name="T2" fmla="*/ 33 w 6"/>
                <a:gd name="T3" fmla="*/ 125 h 8"/>
                <a:gd name="T4" fmla="*/ 33 w 6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1" y="5"/>
                    <a:pt x="0" y="6"/>
                    <a:pt x="2" y="8"/>
                  </a:cubicBezTo>
                  <a:cubicBezTo>
                    <a:pt x="4" y="6"/>
                    <a:pt x="6" y="0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9" name="Freeform 295">
              <a:extLst>
                <a:ext uri="{FF2B5EF4-FFF2-40B4-BE49-F238E27FC236}">
                  <a16:creationId xmlns:a16="http://schemas.microsoft.com/office/drawing/2014/main" id="{78A84990-F736-47D9-ACC4-FC666D4A1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067"/>
              <a:ext cx="12" cy="20"/>
            </a:xfrm>
            <a:custGeom>
              <a:avLst/>
              <a:gdLst>
                <a:gd name="T0" fmla="*/ 41 w 5"/>
                <a:gd name="T1" fmla="*/ 33 h 8"/>
                <a:gd name="T2" fmla="*/ 0 w 5"/>
                <a:gd name="T3" fmla="*/ 125 h 8"/>
                <a:gd name="T4" fmla="*/ 7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3" y="2"/>
                  </a:moveTo>
                  <a:cubicBezTo>
                    <a:pt x="1" y="4"/>
                    <a:pt x="0" y="5"/>
                    <a:pt x="0" y="8"/>
                  </a:cubicBezTo>
                  <a:cubicBezTo>
                    <a:pt x="3" y="8"/>
                    <a:pt x="5" y="4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0" name="Freeform 296">
              <a:extLst>
                <a:ext uri="{FF2B5EF4-FFF2-40B4-BE49-F238E27FC236}">
                  <a16:creationId xmlns:a16="http://schemas.microsoft.com/office/drawing/2014/main" id="{AFCD5B03-9D39-4212-9702-822B4DC62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677"/>
              <a:ext cx="20" cy="18"/>
            </a:xfrm>
            <a:custGeom>
              <a:avLst/>
              <a:gdLst>
                <a:gd name="T0" fmla="*/ 33 w 8"/>
                <a:gd name="T1" fmla="*/ 33 h 7"/>
                <a:gd name="T2" fmla="*/ 125 w 8"/>
                <a:gd name="T3" fmla="*/ 21 h 7"/>
                <a:gd name="T4" fmla="*/ 33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2"/>
                  </a:moveTo>
                  <a:cubicBezTo>
                    <a:pt x="0" y="7"/>
                    <a:pt x="8" y="6"/>
                    <a:pt x="8" y="1"/>
                  </a:cubicBezTo>
                  <a:cubicBezTo>
                    <a:pt x="6" y="0"/>
                    <a:pt x="4" y="0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1" name="Freeform 297">
              <a:extLst>
                <a:ext uri="{FF2B5EF4-FFF2-40B4-BE49-F238E27FC236}">
                  <a16:creationId xmlns:a16="http://schemas.microsoft.com/office/drawing/2014/main" id="{62B9C886-CA2F-49D3-92E4-3644A9652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672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0 w 5"/>
                <a:gd name="T3" fmla="*/ 50 h 4"/>
                <a:gd name="T4" fmla="*/ 88 w 5"/>
                <a:gd name="T5" fmla="*/ 33 h 4"/>
                <a:gd name="T6" fmla="*/ 3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1" y="2"/>
                    <a:pt x="0" y="3"/>
                  </a:cubicBezTo>
                  <a:cubicBezTo>
                    <a:pt x="2" y="4"/>
                    <a:pt x="3" y="4"/>
                    <a:pt x="5" y="2"/>
                  </a:cubicBezTo>
                  <a:cubicBezTo>
                    <a:pt x="4" y="1"/>
                    <a:pt x="3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2" name="Freeform 298">
              <a:extLst>
                <a:ext uri="{FF2B5EF4-FFF2-40B4-BE49-F238E27FC236}">
                  <a16:creationId xmlns:a16="http://schemas.microsoft.com/office/drawing/2014/main" id="{808E2471-531E-4BEB-A949-6F635A20E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640"/>
              <a:ext cx="40" cy="37"/>
            </a:xfrm>
            <a:custGeom>
              <a:avLst/>
              <a:gdLst>
                <a:gd name="T0" fmla="*/ 63 w 16"/>
                <a:gd name="T1" fmla="*/ 0 h 15"/>
                <a:gd name="T2" fmla="*/ 175 w 16"/>
                <a:gd name="T3" fmla="*/ 153 h 15"/>
                <a:gd name="T4" fmla="*/ 83 w 16"/>
                <a:gd name="T5" fmla="*/ 4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4" y="0"/>
                  </a:moveTo>
                  <a:cubicBezTo>
                    <a:pt x="0" y="5"/>
                    <a:pt x="5" y="15"/>
                    <a:pt x="11" y="10"/>
                  </a:cubicBezTo>
                  <a:cubicBezTo>
                    <a:pt x="16" y="5"/>
                    <a:pt x="9" y="1"/>
                    <a:pt x="5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3" name="Freeform 299">
              <a:extLst>
                <a:ext uri="{FF2B5EF4-FFF2-40B4-BE49-F238E27FC236}">
                  <a16:creationId xmlns:a16="http://schemas.microsoft.com/office/drawing/2014/main" id="{942B2F13-749E-4794-9C0E-1AA4192F2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650"/>
              <a:ext cx="25" cy="20"/>
            </a:xfrm>
            <a:custGeom>
              <a:avLst/>
              <a:gdLst>
                <a:gd name="T0" fmla="*/ 113 w 10"/>
                <a:gd name="T1" fmla="*/ 20 h 8"/>
                <a:gd name="T2" fmla="*/ 158 w 10"/>
                <a:gd name="T3" fmla="*/ 20 h 8"/>
                <a:gd name="T4" fmla="*/ 95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1"/>
                  </a:moveTo>
                  <a:cubicBezTo>
                    <a:pt x="0" y="2"/>
                    <a:pt x="9" y="8"/>
                    <a:pt x="10" y="1"/>
                  </a:cubicBezTo>
                  <a:cubicBezTo>
                    <a:pt x="9" y="0"/>
                    <a:pt x="7" y="0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4" name="Freeform 300">
              <a:extLst>
                <a:ext uri="{FF2B5EF4-FFF2-40B4-BE49-F238E27FC236}">
                  <a16:creationId xmlns:a16="http://schemas.microsoft.com/office/drawing/2014/main" id="{05AE0AA7-1B0F-4B78-A197-7D4676BA1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27"/>
              <a:ext cx="30" cy="20"/>
            </a:xfrm>
            <a:custGeom>
              <a:avLst/>
              <a:gdLst>
                <a:gd name="T0" fmla="*/ 63 w 12"/>
                <a:gd name="T1" fmla="*/ 33 h 8"/>
                <a:gd name="T2" fmla="*/ 113 w 12"/>
                <a:gd name="T3" fmla="*/ 113 h 8"/>
                <a:gd name="T4" fmla="*/ 63 w 12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2"/>
                  </a:moveTo>
                  <a:cubicBezTo>
                    <a:pt x="8" y="0"/>
                    <a:pt x="12" y="5"/>
                    <a:pt x="7" y="7"/>
                  </a:cubicBezTo>
                  <a:cubicBezTo>
                    <a:pt x="3" y="8"/>
                    <a:pt x="0" y="2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5" name="Freeform 301">
              <a:extLst>
                <a:ext uri="{FF2B5EF4-FFF2-40B4-BE49-F238E27FC236}">
                  <a16:creationId xmlns:a16="http://schemas.microsoft.com/office/drawing/2014/main" id="{DCE0C746-DF8D-4A75-8D48-307FA4F1D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655"/>
              <a:ext cx="28" cy="22"/>
            </a:xfrm>
            <a:custGeom>
              <a:avLst/>
              <a:gdLst>
                <a:gd name="T0" fmla="*/ 97 w 11"/>
                <a:gd name="T1" fmla="*/ 59 h 9"/>
                <a:gd name="T2" fmla="*/ 97 w 11"/>
                <a:gd name="T3" fmla="*/ 132 h 9"/>
                <a:gd name="T4" fmla="*/ 97 w 11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4"/>
                  </a:moveTo>
                  <a:cubicBezTo>
                    <a:pt x="0" y="0"/>
                    <a:pt x="1" y="9"/>
                    <a:pt x="6" y="9"/>
                  </a:cubicBezTo>
                  <a:cubicBezTo>
                    <a:pt x="11" y="8"/>
                    <a:pt x="11" y="2"/>
                    <a:pt x="6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6" name="Freeform 302">
              <a:extLst>
                <a:ext uri="{FF2B5EF4-FFF2-40B4-BE49-F238E27FC236}">
                  <a16:creationId xmlns:a16="http://schemas.microsoft.com/office/drawing/2014/main" id="{6123CB72-0BDF-4BBA-9275-440A3CB23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687"/>
              <a:ext cx="37" cy="28"/>
            </a:xfrm>
            <a:custGeom>
              <a:avLst/>
              <a:gdLst>
                <a:gd name="T0" fmla="*/ 0 w 15"/>
                <a:gd name="T1" fmla="*/ 51 h 11"/>
                <a:gd name="T2" fmla="*/ 12 w 1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3"/>
                  </a:moveTo>
                  <a:cubicBezTo>
                    <a:pt x="4" y="11"/>
                    <a:pt x="15" y="2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7" name="Freeform 303">
              <a:extLst>
                <a:ext uri="{FF2B5EF4-FFF2-40B4-BE49-F238E27FC236}">
                  <a16:creationId xmlns:a16="http://schemas.microsoft.com/office/drawing/2014/main" id="{899FA6FA-8CAD-4E23-BBD7-15CA878EB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695"/>
              <a:ext cx="12" cy="10"/>
            </a:xfrm>
            <a:custGeom>
              <a:avLst/>
              <a:gdLst>
                <a:gd name="T0" fmla="*/ 29 w 5"/>
                <a:gd name="T1" fmla="*/ 20 h 4"/>
                <a:gd name="T2" fmla="*/ 0 w 5"/>
                <a:gd name="T3" fmla="*/ 33 h 4"/>
                <a:gd name="T4" fmla="*/ 41 w 5"/>
                <a:gd name="T5" fmla="*/ 63 h 4"/>
                <a:gd name="T6" fmla="*/ 29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0" y="0"/>
                    <a:pt x="0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5" y="2"/>
                    <a:pt x="3" y="2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8" name="Freeform 304">
              <a:extLst>
                <a:ext uri="{FF2B5EF4-FFF2-40B4-BE49-F238E27FC236}">
                  <a16:creationId xmlns:a16="http://schemas.microsoft.com/office/drawing/2014/main" id="{82655BFA-10DB-48BA-8313-B455166A1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685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20 w 4"/>
                <a:gd name="T3" fmla="*/ 37 h 3"/>
                <a:gd name="T4" fmla="*/ 63 w 4"/>
                <a:gd name="T5" fmla="*/ 0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3"/>
                    <a:pt x="3" y="2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9" name="Freeform 305">
              <a:extLst>
                <a:ext uri="{FF2B5EF4-FFF2-40B4-BE49-F238E27FC236}">
                  <a16:creationId xmlns:a16="http://schemas.microsoft.com/office/drawing/2014/main" id="{668A81B4-CCBD-462B-93BF-2CAABF3BF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657"/>
              <a:ext cx="2" cy="8"/>
            </a:xfrm>
            <a:custGeom>
              <a:avLst/>
              <a:gdLst>
                <a:gd name="T0" fmla="*/ 8 w 1"/>
                <a:gd name="T1" fmla="*/ 35 h 3"/>
                <a:gd name="T2" fmla="*/ 8 w 1"/>
                <a:gd name="T3" fmla="*/ 35 h 3"/>
                <a:gd name="T4" fmla="*/ 0 w 1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2"/>
                    <a:pt x="0" y="3"/>
                    <a:pt x="1" y="2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0" name="Freeform 306">
              <a:extLst>
                <a:ext uri="{FF2B5EF4-FFF2-40B4-BE49-F238E27FC236}">
                  <a16:creationId xmlns:a16="http://schemas.microsoft.com/office/drawing/2014/main" id="{E4945B31-70A4-49B9-83A1-D7B9CF2E8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655"/>
              <a:ext cx="5" cy="10"/>
            </a:xfrm>
            <a:custGeom>
              <a:avLst/>
              <a:gdLst>
                <a:gd name="T0" fmla="*/ 33 w 2"/>
                <a:gd name="T1" fmla="*/ 50 h 4"/>
                <a:gd name="T2" fmla="*/ 20 w 2"/>
                <a:gd name="T3" fmla="*/ 63 h 4"/>
                <a:gd name="T4" fmla="*/ 20 w 2"/>
                <a:gd name="T5" fmla="*/ 0 h 4"/>
                <a:gd name="T6" fmla="*/ 0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3"/>
                  </a:moveTo>
                  <a:cubicBezTo>
                    <a:pt x="2" y="3"/>
                    <a:pt x="1" y="3"/>
                    <a:pt x="1" y="4"/>
                  </a:cubicBezTo>
                  <a:cubicBezTo>
                    <a:pt x="2" y="1"/>
                    <a:pt x="2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1" name="Freeform 307">
              <a:extLst>
                <a:ext uri="{FF2B5EF4-FFF2-40B4-BE49-F238E27FC236}">
                  <a16:creationId xmlns:a16="http://schemas.microsoft.com/office/drawing/2014/main" id="{073AA4AC-FE4F-4DF1-8493-A500CC856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625"/>
              <a:ext cx="20" cy="17"/>
            </a:xfrm>
            <a:custGeom>
              <a:avLst/>
              <a:gdLst>
                <a:gd name="T0" fmla="*/ 63 w 8"/>
                <a:gd name="T1" fmla="*/ 12 h 7"/>
                <a:gd name="T2" fmla="*/ 63 w 8"/>
                <a:gd name="T3" fmla="*/ 87 h 7"/>
                <a:gd name="T4" fmla="*/ 33 w 8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1"/>
                    <a:pt x="0" y="7"/>
                    <a:pt x="4" y="6"/>
                  </a:cubicBezTo>
                  <a:cubicBezTo>
                    <a:pt x="8" y="5"/>
                    <a:pt x="6" y="0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2" name="Freeform 308">
              <a:extLst>
                <a:ext uri="{FF2B5EF4-FFF2-40B4-BE49-F238E27FC236}">
                  <a16:creationId xmlns:a16="http://schemas.microsoft.com/office/drawing/2014/main" id="{81AFEB3B-7FA0-4AF1-8064-2E658064F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632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0 w 4"/>
                <a:gd name="T3" fmla="*/ 55 h 5"/>
                <a:gd name="T4" fmla="*/ 63 w 4"/>
                <a:gd name="T5" fmla="*/ 21 h 5"/>
                <a:gd name="T6" fmla="*/ 2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2" y="5"/>
                    <a:pt x="4" y="4"/>
                    <a:pt x="4" y="1"/>
                  </a:cubicBezTo>
                  <a:cubicBezTo>
                    <a:pt x="3" y="0"/>
                    <a:pt x="1" y="0"/>
                    <a:pt x="1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3" name="Freeform 309">
              <a:extLst>
                <a:ext uri="{FF2B5EF4-FFF2-40B4-BE49-F238E27FC236}">
                  <a16:creationId xmlns:a16="http://schemas.microsoft.com/office/drawing/2014/main" id="{8A7BFE50-5B82-4B93-B7DA-95789AB05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625"/>
              <a:ext cx="28" cy="25"/>
            </a:xfrm>
            <a:custGeom>
              <a:avLst/>
              <a:gdLst>
                <a:gd name="T0" fmla="*/ 51 w 11"/>
                <a:gd name="T1" fmla="*/ 50 h 10"/>
                <a:gd name="T2" fmla="*/ 51 w 11"/>
                <a:gd name="T3" fmla="*/ 5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3" y="3"/>
                  </a:moveTo>
                  <a:cubicBezTo>
                    <a:pt x="0" y="10"/>
                    <a:pt x="11" y="0"/>
                    <a:pt x="3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4" name="Freeform 310">
              <a:extLst>
                <a:ext uri="{FF2B5EF4-FFF2-40B4-BE49-F238E27FC236}">
                  <a16:creationId xmlns:a16="http://schemas.microsoft.com/office/drawing/2014/main" id="{B85EBEE8-AAD6-42FF-8AE6-385CCBF63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635"/>
              <a:ext cx="12" cy="12"/>
            </a:xfrm>
            <a:custGeom>
              <a:avLst/>
              <a:gdLst>
                <a:gd name="T0" fmla="*/ 41 w 5"/>
                <a:gd name="T1" fmla="*/ 0 h 5"/>
                <a:gd name="T2" fmla="*/ 12 w 5"/>
                <a:gd name="T3" fmla="*/ 58 h 5"/>
                <a:gd name="T4" fmla="*/ 70 w 5"/>
                <a:gd name="T5" fmla="*/ 12 h 5"/>
                <a:gd name="T6" fmla="*/ 41 w 5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5"/>
                    <a:pt x="5" y="3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5" name="Freeform 311">
              <a:extLst>
                <a:ext uri="{FF2B5EF4-FFF2-40B4-BE49-F238E27FC236}">
                  <a16:creationId xmlns:a16="http://schemas.microsoft.com/office/drawing/2014/main" id="{58B44222-2696-47A3-A0D3-5A22D51F2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662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56 h 3"/>
                <a:gd name="T4" fmla="*/ 56 w 3"/>
                <a:gd name="T5" fmla="*/ 21 h 3"/>
                <a:gd name="T6" fmla="*/ 21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2"/>
                    <a:pt x="2" y="2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6" name="Freeform 312">
              <a:extLst>
                <a:ext uri="{FF2B5EF4-FFF2-40B4-BE49-F238E27FC236}">
                  <a16:creationId xmlns:a16="http://schemas.microsoft.com/office/drawing/2014/main" id="{1EB4A7EB-6211-410F-9111-A3E318D4A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690"/>
              <a:ext cx="5" cy="7"/>
            </a:xfrm>
            <a:custGeom>
              <a:avLst/>
              <a:gdLst>
                <a:gd name="T0" fmla="*/ 0 w 2"/>
                <a:gd name="T1" fmla="*/ 12 h 3"/>
                <a:gd name="T2" fmla="*/ 20 w 2"/>
                <a:gd name="T3" fmla="*/ 37 h 3"/>
                <a:gd name="T4" fmla="*/ 33 w 2"/>
                <a:gd name="T5" fmla="*/ 28 h 3"/>
                <a:gd name="T6" fmla="*/ 2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7" name="Freeform 313">
              <a:extLst>
                <a:ext uri="{FF2B5EF4-FFF2-40B4-BE49-F238E27FC236}">
                  <a16:creationId xmlns:a16="http://schemas.microsoft.com/office/drawing/2014/main" id="{E0809735-2B97-46FB-96F1-694B68CE3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642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4" y="1"/>
                    <a:pt x="3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8" name="Freeform 314">
              <a:extLst>
                <a:ext uri="{FF2B5EF4-FFF2-40B4-BE49-F238E27FC236}">
                  <a16:creationId xmlns:a16="http://schemas.microsoft.com/office/drawing/2014/main" id="{1751D1B9-AD0B-4613-833A-5E59E3A0A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677"/>
              <a:ext cx="20" cy="15"/>
            </a:xfrm>
            <a:custGeom>
              <a:avLst/>
              <a:gdLst>
                <a:gd name="T0" fmla="*/ 33 w 8"/>
                <a:gd name="T1" fmla="*/ 20 h 6"/>
                <a:gd name="T2" fmla="*/ 63 w 8"/>
                <a:gd name="T3" fmla="*/ 83 h 6"/>
                <a:gd name="T4" fmla="*/ 33 w 8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8" y="3"/>
                    <a:pt x="5" y="0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9" name="Freeform 315">
              <a:extLst>
                <a:ext uri="{FF2B5EF4-FFF2-40B4-BE49-F238E27FC236}">
                  <a16:creationId xmlns:a16="http://schemas.microsoft.com/office/drawing/2014/main" id="{F8F78BA9-4FF1-4E57-BAB8-0817123ED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662"/>
              <a:ext cx="13" cy="18"/>
            </a:xfrm>
            <a:custGeom>
              <a:avLst/>
              <a:gdLst>
                <a:gd name="T0" fmla="*/ 21 w 5"/>
                <a:gd name="T1" fmla="*/ 33 h 7"/>
                <a:gd name="T2" fmla="*/ 88 w 5"/>
                <a:gd name="T3" fmla="*/ 21 h 7"/>
                <a:gd name="T4" fmla="*/ 34 w 5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7"/>
                    <a:pt x="5" y="4"/>
                    <a:pt x="5" y="1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0" name="Freeform 316">
              <a:extLst>
                <a:ext uri="{FF2B5EF4-FFF2-40B4-BE49-F238E27FC236}">
                  <a16:creationId xmlns:a16="http://schemas.microsoft.com/office/drawing/2014/main" id="{FD27D291-EBB4-4950-AB09-799BBC369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645"/>
              <a:ext cx="15" cy="17"/>
            </a:xfrm>
            <a:custGeom>
              <a:avLst/>
              <a:gdLst>
                <a:gd name="T0" fmla="*/ 0 w 6"/>
                <a:gd name="T1" fmla="*/ 12 h 7"/>
                <a:gd name="T2" fmla="*/ 5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0" y="7"/>
                    <a:pt x="6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1" name="Freeform 317">
              <a:extLst>
                <a:ext uri="{FF2B5EF4-FFF2-40B4-BE49-F238E27FC236}">
                  <a16:creationId xmlns:a16="http://schemas.microsoft.com/office/drawing/2014/main" id="{F579CE60-0987-40B2-ABA7-E71BAB5B7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625"/>
              <a:ext cx="8" cy="7"/>
            </a:xfrm>
            <a:custGeom>
              <a:avLst/>
              <a:gdLst>
                <a:gd name="T0" fmla="*/ 0 w 3"/>
                <a:gd name="T1" fmla="*/ 28 h 3"/>
                <a:gd name="T2" fmla="*/ 56 w 3"/>
                <a:gd name="T3" fmla="*/ 12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2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2" name="Freeform 318">
              <a:extLst>
                <a:ext uri="{FF2B5EF4-FFF2-40B4-BE49-F238E27FC236}">
                  <a16:creationId xmlns:a16="http://schemas.microsoft.com/office/drawing/2014/main" id="{7393553A-E2FC-43C1-8012-BD3BF4E0D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690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33 w 4"/>
                <a:gd name="T3" fmla="*/ 63 h 4"/>
                <a:gd name="T4" fmla="*/ 63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2"/>
                    <a:pt x="0" y="3"/>
                    <a:pt x="2" y="4"/>
                  </a:cubicBezTo>
                  <a:cubicBezTo>
                    <a:pt x="3" y="3"/>
                    <a:pt x="3" y="3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3" name="Freeform 319">
              <a:extLst>
                <a:ext uri="{FF2B5EF4-FFF2-40B4-BE49-F238E27FC236}">
                  <a16:creationId xmlns:a16="http://schemas.microsoft.com/office/drawing/2014/main" id="{1F868C7F-2F78-42E0-9F1B-E9810012A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700"/>
              <a:ext cx="8" cy="7"/>
            </a:xfrm>
            <a:custGeom>
              <a:avLst/>
              <a:gdLst>
                <a:gd name="T0" fmla="*/ 0 w 3"/>
                <a:gd name="T1" fmla="*/ 12 h 3"/>
                <a:gd name="T2" fmla="*/ 35 w 3"/>
                <a:gd name="T3" fmla="*/ 37 h 3"/>
                <a:gd name="T4" fmla="*/ 56 w 3"/>
                <a:gd name="T5" fmla="*/ 12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4" name="Freeform 320">
              <a:extLst>
                <a:ext uri="{FF2B5EF4-FFF2-40B4-BE49-F238E27FC236}">
                  <a16:creationId xmlns:a16="http://schemas.microsoft.com/office/drawing/2014/main" id="{24C9FC03-76AF-4CB0-A423-9BD4F5D39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662"/>
              <a:ext cx="13" cy="10"/>
            </a:xfrm>
            <a:custGeom>
              <a:avLst/>
              <a:gdLst>
                <a:gd name="T0" fmla="*/ 0 w 5"/>
                <a:gd name="T1" fmla="*/ 20 h 4"/>
                <a:gd name="T2" fmla="*/ 21 w 5"/>
                <a:gd name="T3" fmla="*/ 6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4" y="3"/>
                    <a:pt x="5" y="2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5" name="Freeform 321">
              <a:extLst>
                <a:ext uri="{FF2B5EF4-FFF2-40B4-BE49-F238E27FC236}">
                  <a16:creationId xmlns:a16="http://schemas.microsoft.com/office/drawing/2014/main" id="{7E908F11-D355-458D-86EB-C5D65E912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635"/>
              <a:ext cx="7" cy="10"/>
            </a:xfrm>
            <a:custGeom>
              <a:avLst/>
              <a:gdLst>
                <a:gd name="T0" fmla="*/ 28 w 3"/>
                <a:gd name="T1" fmla="*/ 50 h 4"/>
                <a:gd name="T2" fmla="*/ 28 w 3"/>
                <a:gd name="T3" fmla="*/ 63 h 4"/>
                <a:gd name="T4" fmla="*/ 37 w 3"/>
                <a:gd name="T5" fmla="*/ 20 h 4"/>
                <a:gd name="T6" fmla="*/ 0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3"/>
                    <a:pt x="1" y="4"/>
                    <a:pt x="2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6" name="Freeform 322">
              <a:extLst>
                <a:ext uri="{FF2B5EF4-FFF2-40B4-BE49-F238E27FC236}">
                  <a16:creationId xmlns:a16="http://schemas.microsoft.com/office/drawing/2014/main" id="{EBBE912A-4364-45D4-8795-964F59C88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35"/>
              <a:ext cx="10" cy="12"/>
            </a:xfrm>
            <a:custGeom>
              <a:avLst/>
              <a:gdLst>
                <a:gd name="T0" fmla="*/ 0 w 4"/>
                <a:gd name="T1" fmla="*/ 12 h 5"/>
                <a:gd name="T2" fmla="*/ 0 w 4"/>
                <a:gd name="T3" fmla="*/ 58 h 5"/>
                <a:gd name="T4" fmla="*/ 50 w 4"/>
                <a:gd name="T5" fmla="*/ 0 h 5"/>
                <a:gd name="T6" fmla="*/ 20 w 4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5"/>
                    <a:pt x="4" y="3"/>
                    <a:pt x="3" y="0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7" name="Freeform 323">
              <a:extLst>
                <a:ext uri="{FF2B5EF4-FFF2-40B4-BE49-F238E27FC236}">
                  <a16:creationId xmlns:a16="http://schemas.microsoft.com/office/drawing/2014/main" id="{09C9F64D-1E32-4E20-82E6-C1877F970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655"/>
              <a:ext cx="10" cy="7"/>
            </a:xfrm>
            <a:custGeom>
              <a:avLst/>
              <a:gdLst>
                <a:gd name="T0" fmla="*/ 20 w 4"/>
                <a:gd name="T1" fmla="*/ 28 h 3"/>
                <a:gd name="T2" fmla="*/ 20 w 4"/>
                <a:gd name="T3" fmla="*/ 37 h 3"/>
                <a:gd name="T4" fmla="*/ 63 w 4"/>
                <a:gd name="T5" fmla="*/ 12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0" y="3"/>
                    <a:pt x="1" y="3"/>
                  </a:cubicBezTo>
                  <a:cubicBezTo>
                    <a:pt x="3" y="3"/>
                    <a:pt x="3" y="2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8" name="Freeform 324">
              <a:extLst>
                <a:ext uri="{FF2B5EF4-FFF2-40B4-BE49-F238E27FC236}">
                  <a16:creationId xmlns:a16="http://schemas.microsoft.com/office/drawing/2014/main" id="{B80662A3-10B7-4833-B60B-6247E45A4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672"/>
              <a:ext cx="32" cy="18"/>
            </a:xfrm>
            <a:custGeom>
              <a:avLst/>
              <a:gdLst>
                <a:gd name="T0" fmla="*/ 74 w 13"/>
                <a:gd name="T1" fmla="*/ 0 h 7"/>
                <a:gd name="T2" fmla="*/ 74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5" y="0"/>
                  </a:moveTo>
                  <a:cubicBezTo>
                    <a:pt x="0" y="7"/>
                    <a:pt x="13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9" name="Freeform 325">
              <a:extLst>
                <a:ext uri="{FF2B5EF4-FFF2-40B4-BE49-F238E27FC236}">
                  <a16:creationId xmlns:a16="http://schemas.microsoft.com/office/drawing/2014/main" id="{D1132A5C-6B8C-46E9-AD24-1A31A2BAA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685"/>
              <a:ext cx="35" cy="30"/>
            </a:xfrm>
            <a:custGeom>
              <a:avLst/>
              <a:gdLst>
                <a:gd name="T0" fmla="*/ 50 w 14"/>
                <a:gd name="T1" fmla="*/ 50 h 12"/>
                <a:gd name="T2" fmla="*/ 63 w 14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3" y="3"/>
                  </a:moveTo>
                  <a:cubicBezTo>
                    <a:pt x="0" y="12"/>
                    <a:pt x="14" y="0"/>
                    <a:pt x="4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0" name="Freeform 326">
              <a:extLst>
                <a:ext uri="{FF2B5EF4-FFF2-40B4-BE49-F238E27FC236}">
                  <a16:creationId xmlns:a16="http://schemas.microsoft.com/office/drawing/2014/main" id="{D7A98A97-9C19-4726-9393-29F6ADB02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2670"/>
              <a:ext cx="5" cy="7"/>
            </a:xfrm>
            <a:custGeom>
              <a:avLst/>
              <a:gdLst>
                <a:gd name="T0" fmla="*/ 20 w 2"/>
                <a:gd name="T1" fmla="*/ 12 h 3"/>
                <a:gd name="T2" fmla="*/ 33 w 2"/>
                <a:gd name="T3" fmla="*/ 12 h 3"/>
                <a:gd name="T4" fmla="*/ 0 w 2"/>
                <a:gd name="T5" fmla="*/ 0 h 3"/>
                <a:gd name="T6" fmla="*/ 0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3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1" name="Freeform 327">
              <a:extLst>
                <a:ext uri="{FF2B5EF4-FFF2-40B4-BE49-F238E27FC236}">
                  <a16:creationId xmlns:a16="http://schemas.microsoft.com/office/drawing/2014/main" id="{88DD0C7E-7AE8-479A-80F2-E0A73FDD3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655"/>
              <a:ext cx="5" cy="7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8 h 3"/>
                <a:gd name="T4" fmla="*/ 33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1" y="2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2" name="Freeform 328">
              <a:extLst>
                <a:ext uri="{FF2B5EF4-FFF2-40B4-BE49-F238E27FC236}">
                  <a16:creationId xmlns:a16="http://schemas.microsoft.com/office/drawing/2014/main" id="{C76F8203-D06C-4976-AE6C-4FBA6BB54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645"/>
              <a:ext cx="7" cy="12"/>
            </a:xfrm>
            <a:custGeom>
              <a:avLst/>
              <a:gdLst>
                <a:gd name="T0" fmla="*/ 12 w 3"/>
                <a:gd name="T1" fmla="*/ 29 h 5"/>
                <a:gd name="T2" fmla="*/ 28 w 3"/>
                <a:gd name="T3" fmla="*/ 70 h 5"/>
                <a:gd name="T4" fmla="*/ 0 w 3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3" y="1"/>
                    <a:pt x="0" y="0"/>
                    <a:pt x="0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3" name="Freeform 329">
              <a:extLst>
                <a:ext uri="{FF2B5EF4-FFF2-40B4-BE49-F238E27FC236}">
                  <a16:creationId xmlns:a16="http://schemas.microsoft.com/office/drawing/2014/main" id="{5B3C9CB5-6D12-4184-B217-A6DBBE10B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652"/>
              <a:ext cx="42" cy="23"/>
            </a:xfrm>
            <a:custGeom>
              <a:avLst/>
              <a:gdLst>
                <a:gd name="T0" fmla="*/ 133 w 17"/>
                <a:gd name="T1" fmla="*/ 97 h 9"/>
                <a:gd name="T2" fmla="*/ 104 w 17"/>
                <a:gd name="T3" fmla="*/ 118 h 9"/>
                <a:gd name="T4" fmla="*/ 133 w 17"/>
                <a:gd name="T5" fmla="*/ 151 h 9"/>
                <a:gd name="T6" fmla="*/ 133 w 17"/>
                <a:gd name="T7" fmla="*/ 15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9" y="6"/>
                  </a:moveTo>
                  <a:cubicBezTo>
                    <a:pt x="8" y="6"/>
                    <a:pt x="7" y="6"/>
                    <a:pt x="7" y="7"/>
                  </a:cubicBezTo>
                  <a:cubicBezTo>
                    <a:pt x="8" y="8"/>
                    <a:pt x="8" y="8"/>
                    <a:pt x="9" y="9"/>
                  </a:cubicBezTo>
                  <a:cubicBezTo>
                    <a:pt x="17" y="0"/>
                    <a:pt x="0" y="4"/>
                    <a:pt x="9" y="9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4" name="Freeform 330">
              <a:extLst>
                <a:ext uri="{FF2B5EF4-FFF2-40B4-BE49-F238E27FC236}">
                  <a16:creationId xmlns:a16="http://schemas.microsoft.com/office/drawing/2014/main" id="{5E9DE8DC-B7B3-4D60-BFE0-431D93416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682"/>
              <a:ext cx="20" cy="38"/>
            </a:xfrm>
            <a:custGeom>
              <a:avLst/>
              <a:gdLst>
                <a:gd name="T0" fmla="*/ 0 w 8"/>
                <a:gd name="T1" fmla="*/ 117 h 15"/>
                <a:gd name="T2" fmla="*/ 33 w 8"/>
                <a:gd name="T3" fmla="*/ 8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7"/>
                  </a:moveTo>
                  <a:cubicBezTo>
                    <a:pt x="2" y="15"/>
                    <a:pt x="8" y="0"/>
                    <a:pt x="2" y="5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5" name="Freeform 331">
              <a:extLst>
                <a:ext uri="{FF2B5EF4-FFF2-40B4-BE49-F238E27FC236}">
                  <a16:creationId xmlns:a16="http://schemas.microsoft.com/office/drawing/2014/main" id="{3463FE90-F9EB-4A99-A897-4F913433E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665"/>
              <a:ext cx="53" cy="37"/>
            </a:xfrm>
            <a:custGeom>
              <a:avLst/>
              <a:gdLst>
                <a:gd name="T0" fmla="*/ 96 w 21"/>
                <a:gd name="T1" fmla="*/ 30 h 15"/>
                <a:gd name="T2" fmla="*/ 146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6" y="2"/>
                  </a:moveTo>
                  <a:cubicBezTo>
                    <a:pt x="0" y="15"/>
                    <a:pt x="21" y="0"/>
                    <a:pt x="9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6" name="Freeform 332">
              <a:extLst>
                <a:ext uri="{FF2B5EF4-FFF2-40B4-BE49-F238E27FC236}">
                  <a16:creationId xmlns:a16="http://schemas.microsoft.com/office/drawing/2014/main" id="{2C31614B-BD4A-41A1-91C2-067AB19FB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650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37 w 3"/>
                <a:gd name="T3" fmla="*/ 0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4"/>
                    <a:pt x="3" y="3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7" name="Freeform 333">
              <a:extLst>
                <a:ext uri="{FF2B5EF4-FFF2-40B4-BE49-F238E27FC236}">
                  <a16:creationId xmlns:a16="http://schemas.microsoft.com/office/drawing/2014/main" id="{CBE87AFB-E9FE-49FD-A88E-8CF7F0F35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637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2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3" y="3"/>
                    <a:pt x="4" y="1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8" name="Freeform 334">
              <a:extLst>
                <a:ext uri="{FF2B5EF4-FFF2-40B4-BE49-F238E27FC236}">
                  <a16:creationId xmlns:a16="http://schemas.microsoft.com/office/drawing/2014/main" id="{9B42EA85-326F-4783-9F52-2A44164EA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685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0 w 4"/>
                <a:gd name="T3" fmla="*/ 50 h 4"/>
                <a:gd name="T4" fmla="*/ 50 w 4"/>
                <a:gd name="T5" fmla="*/ 0 h 4"/>
                <a:gd name="T6" fmla="*/ 33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3" y="4"/>
                    <a:pt x="4" y="3"/>
                    <a:pt x="3" y="0"/>
                  </a:cubicBez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9" name="Freeform 335">
              <a:extLst>
                <a:ext uri="{FF2B5EF4-FFF2-40B4-BE49-F238E27FC236}">
                  <a16:creationId xmlns:a16="http://schemas.microsoft.com/office/drawing/2014/main" id="{54EA5CB5-BB87-4EFD-8E2C-745D906C1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690"/>
              <a:ext cx="12" cy="10"/>
            </a:xfrm>
            <a:custGeom>
              <a:avLst/>
              <a:gdLst>
                <a:gd name="T0" fmla="*/ 12 w 5"/>
                <a:gd name="T1" fmla="*/ 20 h 4"/>
                <a:gd name="T2" fmla="*/ 12 w 5"/>
                <a:gd name="T3" fmla="*/ 63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0" name="Freeform 336">
              <a:extLst>
                <a:ext uri="{FF2B5EF4-FFF2-40B4-BE49-F238E27FC236}">
                  <a16:creationId xmlns:a16="http://schemas.microsoft.com/office/drawing/2014/main" id="{E547E3FE-2012-429C-96CD-EC54B45F8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2675"/>
              <a:ext cx="5" cy="7"/>
            </a:xfrm>
            <a:custGeom>
              <a:avLst/>
              <a:gdLst>
                <a:gd name="T0" fmla="*/ 0 w 2"/>
                <a:gd name="T1" fmla="*/ 28 h 3"/>
                <a:gd name="T2" fmla="*/ 20 w 2"/>
                <a:gd name="T3" fmla="*/ 37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1" name="Freeform 337">
              <a:extLst>
                <a:ext uri="{FF2B5EF4-FFF2-40B4-BE49-F238E27FC236}">
                  <a16:creationId xmlns:a16="http://schemas.microsoft.com/office/drawing/2014/main" id="{B8BB333D-AD55-44E2-B285-88E0EE823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697"/>
              <a:ext cx="15" cy="18"/>
            </a:xfrm>
            <a:custGeom>
              <a:avLst/>
              <a:gdLst>
                <a:gd name="T0" fmla="*/ 0 w 6"/>
                <a:gd name="T1" fmla="*/ 33 h 7"/>
                <a:gd name="T2" fmla="*/ 5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1" y="7"/>
                    <a:pt x="6" y="2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2" name="Freeform 338">
              <a:extLst>
                <a:ext uri="{FF2B5EF4-FFF2-40B4-BE49-F238E27FC236}">
                  <a16:creationId xmlns:a16="http://schemas.microsoft.com/office/drawing/2014/main" id="{0DA444AB-BB96-49A7-8A19-2CD8E33D0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685"/>
              <a:ext cx="20" cy="17"/>
            </a:xfrm>
            <a:custGeom>
              <a:avLst/>
              <a:gdLst>
                <a:gd name="T0" fmla="*/ 33 w 8"/>
                <a:gd name="T1" fmla="*/ 58 h 7"/>
                <a:gd name="T2" fmla="*/ 20 w 8"/>
                <a:gd name="T3" fmla="*/ 100 h 7"/>
                <a:gd name="T4" fmla="*/ 50 w 8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4"/>
                  </a:moveTo>
                  <a:cubicBezTo>
                    <a:pt x="1" y="5"/>
                    <a:pt x="0" y="6"/>
                    <a:pt x="1" y="7"/>
                  </a:cubicBezTo>
                  <a:cubicBezTo>
                    <a:pt x="4" y="6"/>
                    <a:pt x="8" y="0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3" name="Freeform 339">
              <a:extLst>
                <a:ext uri="{FF2B5EF4-FFF2-40B4-BE49-F238E27FC236}">
                  <a16:creationId xmlns:a16="http://schemas.microsoft.com/office/drawing/2014/main" id="{7D889622-8F5D-4520-AEE3-35E30537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680"/>
              <a:ext cx="18" cy="15"/>
            </a:xfrm>
            <a:custGeom>
              <a:avLst/>
              <a:gdLst>
                <a:gd name="T0" fmla="*/ 67 w 7"/>
                <a:gd name="T1" fmla="*/ 20 h 6"/>
                <a:gd name="T2" fmla="*/ 0 w 7"/>
                <a:gd name="T3" fmla="*/ 95 h 6"/>
                <a:gd name="T4" fmla="*/ 118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3" y="6"/>
                    <a:pt x="6" y="3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4" name="Freeform 340">
              <a:extLst>
                <a:ext uri="{FF2B5EF4-FFF2-40B4-BE49-F238E27FC236}">
                  <a16:creationId xmlns:a16="http://schemas.microsoft.com/office/drawing/2014/main" id="{FECCC09F-C840-4554-A5F2-7D5377C5D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610"/>
              <a:ext cx="18" cy="25"/>
            </a:xfrm>
            <a:custGeom>
              <a:avLst/>
              <a:gdLst>
                <a:gd name="T0" fmla="*/ 100 w 7"/>
                <a:gd name="T1" fmla="*/ 33 h 10"/>
                <a:gd name="T2" fmla="*/ 118 w 7"/>
                <a:gd name="T3" fmla="*/ 63 h 10"/>
                <a:gd name="T4" fmla="*/ 85 w 7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0" y="0"/>
                    <a:pt x="2" y="10"/>
                    <a:pt x="7" y="4"/>
                  </a:cubicBezTo>
                  <a:cubicBezTo>
                    <a:pt x="7" y="3"/>
                    <a:pt x="6" y="3"/>
                    <a:pt x="5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5" name="Freeform 341">
              <a:extLst>
                <a:ext uri="{FF2B5EF4-FFF2-40B4-BE49-F238E27FC236}">
                  <a16:creationId xmlns:a16="http://schemas.microsoft.com/office/drawing/2014/main" id="{F3D1D266-C3EA-45ED-8C85-4F2100268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610"/>
              <a:ext cx="22" cy="15"/>
            </a:xfrm>
            <a:custGeom>
              <a:avLst/>
              <a:gdLst>
                <a:gd name="T0" fmla="*/ 71 w 9"/>
                <a:gd name="T1" fmla="*/ 20 h 6"/>
                <a:gd name="T2" fmla="*/ 29 w 9"/>
                <a:gd name="T3" fmla="*/ 83 h 6"/>
                <a:gd name="T4" fmla="*/ 59 w 9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1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5" y="6"/>
                    <a:pt x="9" y="2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6" name="Freeform 342">
              <a:extLst>
                <a:ext uri="{FF2B5EF4-FFF2-40B4-BE49-F238E27FC236}">
                  <a16:creationId xmlns:a16="http://schemas.microsoft.com/office/drawing/2014/main" id="{0EB9F8E6-641C-49D7-9100-ED1DFF2C9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625"/>
              <a:ext cx="18" cy="17"/>
            </a:xfrm>
            <a:custGeom>
              <a:avLst/>
              <a:gdLst>
                <a:gd name="T0" fmla="*/ 67 w 7"/>
                <a:gd name="T1" fmla="*/ 12 h 7"/>
                <a:gd name="T2" fmla="*/ 118 w 7"/>
                <a:gd name="T3" fmla="*/ 12 h 7"/>
                <a:gd name="T4" fmla="*/ 54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0" y="0"/>
                    <a:pt x="2" y="7"/>
                    <a:pt x="7" y="1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7" name="Freeform 343">
              <a:extLst>
                <a:ext uri="{FF2B5EF4-FFF2-40B4-BE49-F238E27FC236}">
                  <a16:creationId xmlns:a16="http://schemas.microsoft.com/office/drawing/2014/main" id="{4EBA8649-E634-4B56-9D3A-840AA5753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605"/>
              <a:ext cx="22" cy="17"/>
            </a:xfrm>
            <a:custGeom>
              <a:avLst/>
              <a:gdLst>
                <a:gd name="T0" fmla="*/ 90 w 9"/>
                <a:gd name="T1" fmla="*/ 29 h 7"/>
                <a:gd name="T2" fmla="*/ 29 w 9"/>
                <a:gd name="T3" fmla="*/ 70 h 7"/>
                <a:gd name="T4" fmla="*/ 132 w 9"/>
                <a:gd name="T5" fmla="*/ 5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2"/>
                  </a:moveTo>
                  <a:cubicBezTo>
                    <a:pt x="5" y="0"/>
                    <a:pt x="0" y="2"/>
                    <a:pt x="2" y="5"/>
                  </a:cubicBezTo>
                  <a:cubicBezTo>
                    <a:pt x="3" y="7"/>
                    <a:pt x="8" y="6"/>
                    <a:pt x="9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8" name="Freeform 344">
              <a:extLst>
                <a:ext uri="{FF2B5EF4-FFF2-40B4-BE49-F238E27FC236}">
                  <a16:creationId xmlns:a16="http://schemas.microsoft.com/office/drawing/2014/main" id="{1CDFADE0-746E-4CC5-B653-911BA52D4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630"/>
              <a:ext cx="18" cy="10"/>
            </a:xfrm>
            <a:custGeom>
              <a:avLst/>
              <a:gdLst>
                <a:gd name="T0" fmla="*/ 85 w 7"/>
                <a:gd name="T1" fmla="*/ 0 h 4"/>
                <a:gd name="T2" fmla="*/ 21 w 7"/>
                <a:gd name="T3" fmla="*/ 20 h 4"/>
                <a:gd name="T4" fmla="*/ 21 w 7"/>
                <a:gd name="T5" fmla="*/ 63 h 4"/>
                <a:gd name="T6" fmla="*/ 118 w 7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5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5" y="3"/>
                    <a:pt x="7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9" name="Freeform 345">
              <a:extLst>
                <a:ext uri="{FF2B5EF4-FFF2-40B4-BE49-F238E27FC236}">
                  <a16:creationId xmlns:a16="http://schemas.microsoft.com/office/drawing/2014/main" id="{0762A2D7-CA6F-4AD3-9AA1-25BCE5EE4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637"/>
              <a:ext cx="20" cy="20"/>
            </a:xfrm>
            <a:custGeom>
              <a:avLst/>
              <a:gdLst>
                <a:gd name="T0" fmla="*/ 95 w 8"/>
                <a:gd name="T1" fmla="*/ 20 h 8"/>
                <a:gd name="T2" fmla="*/ 20 w 8"/>
                <a:gd name="T3" fmla="*/ 83 h 8"/>
                <a:gd name="T4" fmla="*/ 113 w 8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1"/>
                  </a:moveTo>
                  <a:cubicBezTo>
                    <a:pt x="4" y="0"/>
                    <a:pt x="0" y="2"/>
                    <a:pt x="1" y="5"/>
                  </a:cubicBezTo>
                  <a:cubicBezTo>
                    <a:pt x="3" y="8"/>
                    <a:pt x="8" y="5"/>
                    <a:pt x="7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0" name="Freeform 346">
              <a:extLst>
                <a:ext uri="{FF2B5EF4-FFF2-40B4-BE49-F238E27FC236}">
                  <a16:creationId xmlns:a16="http://schemas.microsoft.com/office/drawing/2014/main" id="{1CA6190A-F150-45BC-8D87-5891262D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662"/>
              <a:ext cx="17" cy="13"/>
            </a:xfrm>
            <a:custGeom>
              <a:avLst/>
              <a:gdLst>
                <a:gd name="T0" fmla="*/ 41 w 7"/>
                <a:gd name="T1" fmla="*/ 21 h 5"/>
                <a:gd name="T2" fmla="*/ 58 w 7"/>
                <a:gd name="T3" fmla="*/ 88 h 5"/>
                <a:gd name="T4" fmla="*/ 7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1"/>
                  </a:moveTo>
                  <a:cubicBezTo>
                    <a:pt x="1" y="1"/>
                    <a:pt x="0" y="5"/>
                    <a:pt x="4" y="5"/>
                  </a:cubicBezTo>
                  <a:cubicBezTo>
                    <a:pt x="6" y="5"/>
                    <a:pt x="7" y="2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1" name="Freeform 347">
              <a:extLst>
                <a:ext uri="{FF2B5EF4-FFF2-40B4-BE49-F238E27FC236}">
                  <a16:creationId xmlns:a16="http://schemas.microsoft.com/office/drawing/2014/main" id="{6ED9E800-1052-4DB1-A38D-E336B515B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680"/>
              <a:ext cx="12" cy="27"/>
            </a:xfrm>
            <a:custGeom>
              <a:avLst/>
              <a:gdLst>
                <a:gd name="T0" fmla="*/ 29 w 5"/>
                <a:gd name="T1" fmla="*/ 71 h 11"/>
                <a:gd name="T2" fmla="*/ 0 w 5"/>
                <a:gd name="T3" fmla="*/ 91 h 11"/>
                <a:gd name="T4" fmla="*/ 12 w 5"/>
                <a:gd name="T5" fmla="*/ 7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2" y="5"/>
                  </a:moveTo>
                  <a:cubicBezTo>
                    <a:pt x="1" y="5"/>
                    <a:pt x="0" y="5"/>
                    <a:pt x="0" y="6"/>
                  </a:cubicBezTo>
                  <a:cubicBezTo>
                    <a:pt x="5" y="11"/>
                    <a:pt x="2" y="0"/>
                    <a:pt x="1" y="5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2" name="Freeform 348">
              <a:extLst>
                <a:ext uri="{FF2B5EF4-FFF2-40B4-BE49-F238E27FC236}">
                  <a16:creationId xmlns:a16="http://schemas.microsoft.com/office/drawing/2014/main" id="{14994035-4260-4C13-894D-EF5900D41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620"/>
              <a:ext cx="20" cy="12"/>
            </a:xfrm>
            <a:custGeom>
              <a:avLst/>
              <a:gdLst>
                <a:gd name="T0" fmla="*/ 63 w 8"/>
                <a:gd name="T1" fmla="*/ 0 h 5"/>
                <a:gd name="T2" fmla="*/ 50 w 8"/>
                <a:gd name="T3" fmla="*/ 58 h 5"/>
                <a:gd name="T4" fmla="*/ 63 w 8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2" y="1"/>
                    <a:pt x="0" y="4"/>
                    <a:pt x="3" y="4"/>
                  </a:cubicBezTo>
                  <a:cubicBezTo>
                    <a:pt x="5" y="5"/>
                    <a:pt x="8" y="2"/>
                    <a:pt x="4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3" name="Freeform 349">
              <a:extLst>
                <a:ext uri="{FF2B5EF4-FFF2-40B4-BE49-F238E27FC236}">
                  <a16:creationId xmlns:a16="http://schemas.microsoft.com/office/drawing/2014/main" id="{BD0888A0-0CE0-4B53-A1BB-9767E6F6D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640"/>
              <a:ext cx="18" cy="10"/>
            </a:xfrm>
            <a:custGeom>
              <a:avLst/>
              <a:gdLst>
                <a:gd name="T0" fmla="*/ 33 w 7"/>
                <a:gd name="T1" fmla="*/ 0 h 4"/>
                <a:gd name="T2" fmla="*/ 54 w 7"/>
                <a:gd name="T3" fmla="*/ 50 h 4"/>
                <a:gd name="T4" fmla="*/ 54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1"/>
                    <a:pt x="0" y="3"/>
                    <a:pt x="3" y="3"/>
                  </a:cubicBezTo>
                  <a:cubicBezTo>
                    <a:pt x="6" y="4"/>
                    <a:pt x="7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4" name="Freeform 350">
              <a:extLst>
                <a:ext uri="{FF2B5EF4-FFF2-40B4-BE49-F238E27FC236}">
                  <a16:creationId xmlns:a16="http://schemas.microsoft.com/office/drawing/2014/main" id="{60BB8654-70DA-488A-A540-121B4B581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12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3" y="4"/>
                    <a:pt x="4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5" name="Freeform 351">
              <a:extLst>
                <a:ext uri="{FF2B5EF4-FFF2-40B4-BE49-F238E27FC236}">
                  <a16:creationId xmlns:a16="http://schemas.microsoft.com/office/drawing/2014/main" id="{54A22F8E-14FC-4E6B-B701-AC06EFF31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622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21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3"/>
                    <a:pt x="2" y="2"/>
                    <a:pt x="3" y="1"/>
                  </a:cubicBezTo>
                  <a:cubicBezTo>
                    <a:pt x="3" y="0"/>
                    <a:pt x="3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6" name="Freeform 352">
              <a:extLst>
                <a:ext uri="{FF2B5EF4-FFF2-40B4-BE49-F238E27FC236}">
                  <a16:creationId xmlns:a16="http://schemas.microsoft.com/office/drawing/2014/main" id="{FF0A2D3D-1554-4978-81D0-47F0059A4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635"/>
              <a:ext cx="30" cy="15"/>
            </a:xfrm>
            <a:custGeom>
              <a:avLst/>
              <a:gdLst>
                <a:gd name="T0" fmla="*/ 83 w 12"/>
                <a:gd name="T1" fmla="*/ 20 h 6"/>
                <a:gd name="T2" fmla="*/ 113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5" y="1"/>
                  </a:moveTo>
                  <a:cubicBezTo>
                    <a:pt x="0" y="6"/>
                    <a:pt x="12" y="4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7" name="Freeform 353">
              <a:extLst>
                <a:ext uri="{FF2B5EF4-FFF2-40B4-BE49-F238E27FC236}">
                  <a16:creationId xmlns:a16="http://schemas.microsoft.com/office/drawing/2014/main" id="{D9744761-542B-4C75-91D1-8AAD32AE5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35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12 w 3"/>
                <a:gd name="T3" fmla="*/ 33 h 2"/>
                <a:gd name="T4" fmla="*/ 37 w 3"/>
                <a:gd name="T5" fmla="*/ 33 h 2"/>
                <a:gd name="T6" fmla="*/ 12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8" name="Freeform 354">
              <a:extLst>
                <a:ext uri="{FF2B5EF4-FFF2-40B4-BE49-F238E27FC236}">
                  <a16:creationId xmlns:a16="http://schemas.microsoft.com/office/drawing/2014/main" id="{89C55C94-950E-41D5-B62C-2E6A1B18F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677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27 h 1"/>
                <a:gd name="T4" fmla="*/ 20 w 2"/>
                <a:gd name="T5" fmla="*/ 27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9" name="Freeform 355">
              <a:extLst>
                <a:ext uri="{FF2B5EF4-FFF2-40B4-BE49-F238E27FC236}">
                  <a16:creationId xmlns:a16="http://schemas.microsoft.com/office/drawing/2014/main" id="{C3DB7B68-4BA5-4780-94D4-9B787D477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620"/>
              <a:ext cx="18" cy="10"/>
            </a:xfrm>
            <a:custGeom>
              <a:avLst/>
              <a:gdLst>
                <a:gd name="T0" fmla="*/ 85 w 7"/>
                <a:gd name="T1" fmla="*/ 20 h 4"/>
                <a:gd name="T2" fmla="*/ 0 w 7"/>
                <a:gd name="T3" fmla="*/ 63 h 4"/>
                <a:gd name="T4" fmla="*/ 85 w 7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3" y="0"/>
                    <a:pt x="1" y="1"/>
                    <a:pt x="0" y="4"/>
                  </a:cubicBezTo>
                  <a:cubicBezTo>
                    <a:pt x="3" y="4"/>
                    <a:pt x="7" y="4"/>
                    <a:pt x="5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0" name="Freeform 356">
              <a:extLst>
                <a:ext uri="{FF2B5EF4-FFF2-40B4-BE49-F238E27FC236}">
                  <a16:creationId xmlns:a16="http://schemas.microsoft.com/office/drawing/2014/main" id="{2AA48613-8233-47E1-91BD-49C56440B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610"/>
              <a:ext cx="20" cy="22"/>
            </a:xfrm>
            <a:custGeom>
              <a:avLst/>
              <a:gdLst>
                <a:gd name="T0" fmla="*/ 63 w 8"/>
                <a:gd name="T1" fmla="*/ 12 h 9"/>
                <a:gd name="T2" fmla="*/ 125 w 8"/>
                <a:gd name="T3" fmla="*/ 59 h 9"/>
                <a:gd name="T4" fmla="*/ 95 w 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1"/>
                  </a:moveTo>
                  <a:cubicBezTo>
                    <a:pt x="0" y="0"/>
                    <a:pt x="4" y="9"/>
                    <a:pt x="8" y="4"/>
                  </a:cubicBezTo>
                  <a:cubicBezTo>
                    <a:pt x="8" y="3"/>
                    <a:pt x="7" y="2"/>
                    <a:pt x="6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1" name="Freeform 357">
              <a:extLst>
                <a:ext uri="{FF2B5EF4-FFF2-40B4-BE49-F238E27FC236}">
                  <a16:creationId xmlns:a16="http://schemas.microsoft.com/office/drawing/2014/main" id="{9DAAAA50-7E78-48D2-89C8-CFEC89A64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635"/>
              <a:ext cx="45" cy="15"/>
            </a:xfrm>
            <a:custGeom>
              <a:avLst/>
              <a:gdLst>
                <a:gd name="T0" fmla="*/ 113 w 18"/>
                <a:gd name="T1" fmla="*/ 0 h 6"/>
                <a:gd name="T2" fmla="*/ 145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7" y="0"/>
                  </a:moveTo>
                  <a:cubicBezTo>
                    <a:pt x="0" y="6"/>
                    <a:pt x="18" y="4"/>
                    <a:pt x="9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2" name="Freeform 358">
              <a:extLst>
                <a:ext uri="{FF2B5EF4-FFF2-40B4-BE49-F238E27FC236}">
                  <a16:creationId xmlns:a16="http://schemas.microsoft.com/office/drawing/2014/main" id="{9A9CA056-DD4C-431F-A348-EE93CA8D6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682"/>
              <a:ext cx="23" cy="23"/>
            </a:xfrm>
            <a:custGeom>
              <a:avLst/>
              <a:gdLst>
                <a:gd name="T0" fmla="*/ 51 w 9"/>
                <a:gd name="T1" fmla="*/ 51 h 9"/>
                <a:gd name="T2" fmla="*/ 97 w 9"/>
                <a:gd name="T3" fmla="*/ 84 h 9"/>
                <a:gd name="T4" fmla="*/ 51 w 9"/>
                <a:gd name="T5" fmla="*/ 6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cubicBezTo>
                    <a:pt x="0" y="3"/>
                    <a:pt x="3" y="9"/>
                    <a:pt x="6" y="5"/>
                  </a:cubicBezTo>
                  <a:cubicBezTo>
                    <a:pt x="9" y="2"/>
                    <a:pt x="3" y="0"/>
                    <a:pt x="3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3" name="Freeform 359">
              <a:extLst>
                <a:ext uri="{FF2B5EF4-FFF2-40B4-BE49-F238E27FC236}">
                  <a16:creationId xmlns:a16="http://schemas.microsoft.com/office/drawing/2014/main" id="{54D7A293-F110-4F33-B4F7-9120C61DA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610"/>
              <a:ext cx="17" cy="17"/>
            </a:xfrm>
            <a:custGeom>
              <a:avLst/>
              <a:gdLst>
                <a:gd name="T0" fmla="*/ 58 w 7"/>
                <a:gd name="T1" fmla="*/ 29 h 7"/>
                <a:gd name="T2" fmla="*/ 100 w 7"/>
                <a:gd name="T3" fmla="*/ 70 h 7"/>
                <a:gd name="T4" fmla="*/ 58 w 7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0" y="5"/>
                    <a:pt x="4" y="7"/>
                    <a:pt x="7" y="5"/>
                  </a:cubicBezTo>
                  <a:cubicBezTo>
                    <a:pt x="7" y="3"/>
                    <a:pt x="5" y="0"/>
                    <a:pt x="4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4" name="Freeform 360">
              <a:extLst>
                <a:ext uri="{FF2B5EF4-FFF2-40B4-BE49-F238E27FC236}">
                  <a16:creationId xmlns:a16="http://schemas.microsoft.com/office/drawing/2014/main" id="{62BBC5D5-FCA6-4C72-9CAD-E676D062E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997"/>
              <a:ext cx="40" cy="20"/>
            </a:xfrm>
            <a:custGeom>
              <a:avLst/>
              <a:gdLst>
                <a:gd name="T0" fmla="*/ 83 w 16"/>
                <a:gd name="T1" fmla="*/ 20 h 8"/>
                <a:gd name="T2" fmla="*/ 95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5" y="1"/>
                  </a:moveTo>
                  <a:cubicBezTo>
                    <a:pt x="0" y="8"/>
                    <a:pt x="16" y="2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5" name="Freeform 361">
              <a:extLst>
                <a:ext uri="{FF2B5EF4-FFF2-40B4-BE49-F238E27FC236}">
                  <a16:creationId xmlns:a16="http://schemas.microsoft.com/office/drawing/2014/main" id="{1B4D2D0A-6B60-4519-9D8D-C6E9CFC9B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3002"/>
              <a:ext cx="18" cy="13"/>
            </a:xfrm>
            <a:custGeom>
              <a:avLst/>
              <a:gdLst>
                <a:gd name="T0" fmla="*/ 33 w 7"/>
                <a:gd name="T1" fmla="*/ 34 h 5"/>
                <a:gd name="T2" fmla="*/ 21 w 7"/>
                <a:gd name="T3" fmla="*/ 88 h 5"/>
                <a:gd name="T4" fmla="*/ 5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2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4" y="5"/>
                    <a:pt x="7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6" name="Freeform 362">
              <a:extLst>
                <a:ext uri="{FF2B5EF4-FFF2-40B4-BE49-F238E27FC236}">
                  <a16:creationId xmlns:a16="http://schemas.microsoft.com/office/drawing/2014/main" id="{8ECBEB84-E58C-45A4-80A3-B9761D683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982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35 h 3"/>
                <a:gd name="T4" fmla="*/ 33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2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7" name="Freeform 363">
              <a:extLst>
                <a:ext uri="{FF2B5EF4-FFF2-40B4-BE49-F238E27FC236}">
                  <a16:creationId xmlns:a16="http://schemas.microsoft.com/office/drawing/2014/main" id="{9BF70CE6-7EEA-4B6F-8353-55A0278E2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990"/>
              <a:ext cx="35" cy="12"/>
            </a:xfrm>
            <a:custGeom>
              <a:avLst/>
              <a:gdLst>
                <a:gd name="T0" fmla="*/ 113 w 14"/>
                <a:gd name="T1" fmla="*/ 12 h 5"/>
                <a:gd name="T2" fmla="*/ 125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7" y="1"/>
                  </a:moveTo>
                  <a:cubicBezTo>
                    <a:pt x="0" y="5"/>
                    <a:pt x="14" y="5"/>
                    <a:pt x="8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8" name="Freeform 364">
              <a:extLst>
                <a:ext uri="{FF2B5EF4-FFF2-40B4-BE49-F238E27FC236}">
                  <a16:creationId xmlns:a16="http://schemas.microsoft.com/office/drawing/2014/main" id="{8C899294-C3D8-419F-8E43-E232EEE61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007"/>
              <a:ext cx="18" cy="10"/>
            </a:xfrm>
            <a:custGeom>
              <a:avLst/>
              <a:gdLst>
                <a:gd name="T0" fmla="*/ 54 w 7"/>
                <a:gd name="T1" fmla="*/ 0 h 4"/>
                <a:gd name="T2" fmla="*/ 8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0" y="4"/>
                    <a:pt x="7" y="4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9" name="Freeform 365">
              <a:extLst>
                <a:ext uri="{FF2B5EF4-FFF2-40B4-BE49-F238E27FC236}">
                  <a16:creationId xmlns:a16="http://schemas.microsoft.com/office/drawing/2014/main" id="{6056F057-8A9E-43EC-9AAB-EB19B16D7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005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20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0" name="Freeform 366">
              <a:extLst>
                <a:ext uri="{FF2B5EF4-FFF2-40B4-BE49-F238E27FC236}">
                  <a16:creationId xmlns:a16="http://schemas.microsoft.com/office/drawing/2014/main" id="{9E97F18D-7BD2-4002-B527-DFB99975B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027"/>
              <a:ext cx="15" cy="13"/>
            </a:xfrm>
            <a:custGeom>
              <a:avLst/>
              <a:gdLst>
                <a:gd name="T0" fmla="*/ 33 w 6"/>
                <a:gd name="T1" fmla="*/ 0 h 5"/>
                <a:gd name="T2" fmla="*/ 50 w 6"/>
                <a:gd name="T3" fmla="*/ 68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1"/>
                    <a:pt x="1" y="5"/>
                    <a:pt x="3" y="4"/>
                  </a:cubicBezTo>
                  <a:cubicBezTo>
                    <a:pt x="6" y="4"/>
                    <a:pt x="3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1" name="Freeform 367">
              <a:extLst>
                <a:ext uri="{FF2B5EF4-FFF2-40B4-BE49-F238E27FC236}">
                  <a16:creationId xmlns:a16="http://schemas.microsoft.com/office/drawing/2014/main" id="{439DC3B7-C238-434F-ABE4-6AB5031E5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052"/>
              <a:ext cx="23" cy="18"/>
            </a:xfrm>
            <a:custGeom>
              <a:avLst/>
              <a:gdLst>
                <a:gd name="T0" fmla="*/ 97 w 9"/>
                <a:gd name="T1" fmla="*/ 0 h 7"/>
                <a:gd name="T2" fmla="*/ 130 w 9"/>
                <a:gd name="T3" fmla="*/ 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0" y="2"/>
                    <a:pt x="9" y="7"/>
                    <a:pt x="8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2" name="Freeform 368">
              <a:extLst>
                <a:ext uri="{FF2B5EF4-FFF2-40B4-BE49-F238E27FC236}">
                  <a16:creationId xmlns:a16="http://schemas.microsoft.com/office/drawing/2014/main" id="{2C107C6D-DBD9-4CF7-BE74-BF8BF0F7F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072"/>
              <a:ext cx="13" cy="8"/>
            </a:xfrm>
            <a:custGeom>
              <a:avLst/>
              <a:gdLst>
                <a:gd name="T0" fmla="*/ 21 w 5"/>
                <a:gd name="T1" fmla="*/ 0 h 3"/>
                <a:gd name="T2" fmla="*/ 21 w 5"/>
                <a:gd name="T3" fmla="*/ 56 h 3"/>
                <a:gd name="T4" fmla="*/ 68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5" y="2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3" name="Freeform 369">
              <a:extLst>
                <a:ext uri="{FF2B5EF4-FFF2-40B4-BE49-F238E27FC236}">
                  <a16:creationId xmlns:a16="http://schemas.microsoft.com/office/drawing/2014/main" id="{8F28EF9F-A3AC-4087-91B9-28D84B26B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017"/>
              <a:ext cx="40" cy="20"/>
            </a:xfrm>
            <a:custGeom>
              <a:avLst/>
              <a:gdLst>
                <a:gd name="T0" fmla="*/ 145 w 16"/>
                <a:gd name="T1" fmla="*/ 20 h 8"/>
                <a:gd name="T2" fmla="*/ 175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9" y="1"/>
                  </a:moveTo>
                  <a:cubicBezTo>
                    <a:pt x="0" y="5"/>
                    <a:pt x="16" y="8"/>
                    <a:pt x="1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4" name="Freeform 370">
              <a:extLst>
                <a:ext uri="{FF2B5EF4-FFF2-40B4-BE49-F238E27FC236}">
                  <a16:creationId xmlns:a16="http://schemas.microsoft.com/office/drawing/2014/main" id="{C0869E3A-DB7A-49D9-A588-EA6BB725D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992"/>
              <a:ext cx="20" cy="13"/>
            </a:xfrm>
            <a:custGeom>
              <a:avLst/>
              <a:gdLst>
                <a:gd name="T0" fmla="*/ 50 w 8"/>
                <a:gd name="T1" fmla="*/ 21 h 5"/>
                <a:gd name="T2" fmla="*/ 50 w 8"/>
                <a:gd name="T3" fmla="*/ 68 h 5"/>
                <a:gd name="T4" fmla="*/ 83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1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5" y="5"/>
                    <a:pt x="8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5" name="Freeform 371">
              <a:extLst>
                <a:ext uri="{FF2B5EF4-FFF2-40B4-BE49-F238E27FC236}">
                  <a16:creationId xmlns:a16="http://schemas.microsoft.com/office/drawing/2014/main" id="{FC0C900D-BD07-4EAC-9A53-C7B93A885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997"/>
              <a:ext cx="7" cy="5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33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6" name="Freeform 372">
              <a:extLst>
                <a:ext uri="{FF2B5EF4-FFF2-40B4-BE49-F238E27FC236}">
                  <a16:creationId xmlns:a16="http://schemas.microsoft.com/office/drawing/2014/main" id="{951624AF-60DF-483B-AE22-F59E603C8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000"/>
              <a:ext cx="20" cy="17"/>
            </a:xfrm>
            <a:custGeom>
              <a:avLst/>
              <a:gdLst>
                <a:gd name="T0" fmla="*/ 50 w 8"/>
                <a:gd name="T1" fmla="*/ 12 h 7"/>
                <a:gd name="T2" fmla="*/ 50 w 8"/>
                <a:gd name="T3" fmla="*/ 87 h 7"/>
                <a:gd name="T4" fmla="*/ 95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1"/>
                  </a:moveTo>
                  <a:cubicBezTo>
                    <a:pt x="1" y="2"/>
                    <a:pt x="0" y="6"/>
                    <a:pt x="3" y="6"/>
                  </a:cubicBezTo>
                  <a:cubicBezTo>
                    <a:pt x="8" y="7"/>
                    <a:pt x="7" y="2"/>
                    <a:pt x="6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7" name="Freeform 373">
              <a:extLst>
                <a:ext uri="{FF2B5EF4-FFF2-40B4-BE49-F238E27FC236}">
                  <a16:creationId xmlns:a16="http://schemas.microsoft.com/office/drawing/2014/main" id="{37E335EF-0069-4B4B-ACEE-60262D5E1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005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55 w 5"/>
                <a:gd name="T3" fmla="*/ 6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4"/>
                    <a:pt x="3" y="4"/>
                  </a:cubicBezTo>
                  <a:cubicBezTo>
                    <a:pt x="5" y="3"/>
                    <a:pt x="5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8" name="Freeform 374">
              <a:extLst>
                <a:ext uri="{FF2B5EF4-FFF2-40B4-BE49-F238E27FC236}">
                  <a16:creationId xmlns:a16="http://schemas.microsoft.com/office/drawing/2014/main" id="{EEA3AA68-2FCF-49CE-935E-4BCB5DDA4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000"/>
              <a:ext cx="30" cy="20"/>
            </a:xfrm>
            <a:custGeom>
              <a:avLst/>
              <a:gdLst>
                <a:gd name="T0" fmla="*/ 125 w 12"/>
                <a:gd name="T1" fmla="*/ 0 h 8"/>
                <a:gd name="T2" fmla="*/ 63 w 12"/>
                <a:gd name="T3" fmla="*/ 95 h 8"/>
                <a:gd name="T4" fmla="*/ 125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0"/>
                  </a:moveTo>
                  <a:cubicBezTo>
                    <a:pt x="6" y="0"/>
                    <a:pt x="0" y="3"/>
                    <a:pt x="4" y="6"/>
                  </a:cubicBezTo>
                  <a:cubicBezTo>
                    <a:pt x="7" y="8"/>
                    <a:pt x="12" y="2"/>
                    <a:pt x="8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9" name="Freeform 375">
              <a:extLst>
                <a:ext uri="{FF2B5EF4-FFF2-40B4-BE49-F238E27FC236}">
                  <a16:creationId xmlns:a16="http://schemas.microsoft.com/office/drawing/2014/main" id="{C1CF5868-2623-4109-B3F5-8A1A7C5EF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020"/>
              <a:ext cx="17" cy="22"/>
            </a:xfrm>
            <a:custGeom>
              <a:avLst/>
              <a:gdLst>
                <a:gd name="T0" fmla="*/ 58 w 7"/>
                <a:gd name="T1" fmla="*/ 29 h 9"/>
                <a:gd name="T2" fmla="*/ 41 w 7"/>
                <a:gd name="T3" fmla="*/ 103 h 9"/>
                <a:gd name="T4" fmla="*/ 70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2"/>
                  </a:moveTo>
                  <a:cubicBezTo>
                    <a:pt x="2" y="1"/>
                    <a:pt x="0" y="6"/>
                    <a:pt x="3" y="7"/>
                  </a:cubicBezTo>
                  <a:cubicBezTo>
                    <a:pt x="7" y="9"/>
                    <a:pt x="7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0" name="Freeform 376">
              <a:extLst>
                <a:ext uri="{FF2B5EF4-FFF2-40B4-BE49-F238E27FC236}">
                  <a16:creationId xmlns:a16="http://schemas.microsoft.com/office/drawing/2014/main" id="{29ABD0B4-ECE5-4541-BCE3-104D08573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035"/>
              <a:ext cx="18" cy="15"/>
            </a:xfrm>
            <a:custGeom>
              <a:avLst/>
              <a:gdLst>
                <a:gd name="T0" fmla="*/ 54 w 7"/>
                <a:gd name="T1" fmla="*/ 0 h 6"/>
                <a:gd name="T2" fmla="*/ 67 w 7"/>
                <a:gd name="T3" fmla="*/ 83 h 6"/>
                <a:gd name="T4" fmla="*/ 67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2"/>
                    <a:pt x="1" y="6"/>
                    <a:pt x="4" y="5"/>
                  </a:cubicBezTo>
                  <a:cubicBezTo>
                    <a:pt x="7" y="5"/>
                    <a:pt x="7" y="1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1" name="Freeform 377">
              <a:extLst>
                <a:ext uri="{FF2B5EF4-FFF2-40B4-BE49-F238E27FC236}">
                  <a16:creationId xmlns:a16="http://schemas.microsoft.com/office/drawing/2014/main" id="{50D85201-432F-4909-AB8B-DA4207C23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11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2" name="Freeform 378">
              <a:extLst>
                <a:ext uri="{FF2B5EF4-FFF2-40B4-BE49-F238E27FC236}">
                  <a16:creationId xmlns:a16="http://schemas.microsoft.com/office/drawing/2014/main" id="{21F48B37-883B-45D3-A072-9910DEF9F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017"/>
              <a:ext cx="20" cy="20"/>
            </a:xfrm>
            <a:custGeom>
              <a:avLst/>
              <a:gdLst>
                <a:gd name="T0" fmla="*/ 95 w 8"/>
                <a:gd name="T1" fmla="*/ 20 h 8"/>
                <a:gd name="T2" fmla="*/ 33 w 8"/>
                <a:gd name="T3" fmla="*/ 83 h 8"/>
                <a:gd name="T4" fmla="*/ 125 w 8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1"/>
                  </a:moveTo>
                  <a:cubicBezTo>
                    <a:pt x="3" y="0"/>
                    <a:pt x="0" y="3"/>
                    <a:pt x="2" y="5"/>
                  </a:cubicBezTo>
                  <a:cubicBezTo>
                    <a:pt x="4" y="8"/>
                    <a:pt x="8" y="4"/>
                    <a:pt x="8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3" name="Freeform 379">
              <a:extLst>
                <a:ext uri="{FF2B5EF4-FFF2-40B4-BE49-F238E27FC236}">
                  <a16:creationId xmlns:a16="http://schemas.microsoft.com/office/drawing/2014/main" id="{10506707-7206-4D43-8A86-48F6CC51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712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4" name="Freeform 380">
              <a:extLst>
                <a:ext uri="{FF2B5EF4-FFF2-40B4-BE49-F238E27FC236}">
                  <a16:creationId xmlns:a16="http://schemas.microsoft.com/office/drawing/2014/main" id="{A4DC6B5F-3808-420E-B44F-41D65ADE9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395"/>
              <a:ext cx="13" cy="12"/>
            </a:xfrm>
            <a:custGeom>
              <a:avLst/>
              <a:gdLst>
                <a:gd name="T0" fmla="*/ 34 w 5"/>
                <a:gd name="T1" fmla="*/ 29 h 5"/>
                <a:gd name="T2" fmla="*/ 88 w 5"/>
                <a:gd name="T3" fmla="*/ 29 h 5"/>
                <a:gd name="T4" fmla="*/ 55 w 5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0" y="4"/>
                    <a:pt x="4" y="5"/>
                    <a:pt x="5" y="2"/>
                  </a:cubicBezTo>
                  <a:cubicBezTo>
                    <a:pt x="5" y="1"/>
                    <a:pt x="4" y="0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5" name="Freeform 381">
              <a:extLst>
                <a:ext uri="{FF2B5EF4-FFF2-40B4-BE49-F238E27FC236}">
                  <a16:creationId xmlns:a16="http://schemas.microsoft.com/office/drawing/2014/main" id="{76F8A014-E862-4108-8E60-AC0C98F75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737"/>
              <a:ext cx="25" cy="18"/>
            </a:xfrm>
            <a:custGeom>
              <a:avLst/>
              <a:gdLst>
                <a:gd name="T0" fmla="*/ 50 w 10"/>
                <a:gd name="T1" fmla="*/ 33 h 7"/>
                <a:gd name="T2" fmla="*/ 158 w 10"/>
                <a:gd name="T3" fmla="*/ 54 h 7"/>
                <a:gd name="T4" fmla="*/ 50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2"/>
                  </a:moveTo>
                  <a:cubicBezTo>
                    <a:pt x="0" y="7"/>
                    <a:pt x="8" y="7"/>
                    <a:pt x="10" y="3"/>
                  </a:cubicBezTo>
                  <a:cubicBezTo>
                    <a:pt x="8" y="1"/>
                    <a:pt x="6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6" name="Freeform 382">
              <a:extLst>
                <a:ext uri="{FF2B5EF4-FFF2-40B4-BE49-F238E27FC236}">
                  <a16:creationId xmlns:a16="http://schemas.microsoft.com/office/drawing/2014/main" id="{9DDC3B1F-EA8D-4731-A342-C0C914FBB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3742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0 w 5"/>
                <a:gd name="T3" fmla="*/ 21 h 3"/>
                <a:gd name="T4" fmla="*/ 70 w 5"/>
                <a:gd name="T5" fmla="*/ 35 h 3"/>
                <a:gd name="T6" fmla="*/ 41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2" y="3"/>
                    <a:pt x="3" y="3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7" name="Freeform 383">
              <a:extLst>
                <a:ext uri="{FF2B5EF4-FFF2-40B4-BE49-F238E27FC236}">
                  <a16:creationId xmlns:a16="http://schemas.microsoft.com/office/drawing/2014/main" id="{3E860FB4-64F8-4298-9149-4FD74C55D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3697"/>
              <a:ext cx="42" cy="35"/>
            </a:xfrm>
            <a:custGeom>
              <a:avLst/>
              <a:gdLst>
                <a:gd name="T0" fmla="*/ 91 w 17"/>
                <a:gd name="T1" fmla="*/ 0 h 14"/>
                <a:gd name="T2" fmla="*/ 153 w 17"/>
                <a:gd name="T3" fmla="*/ 175 h 14"/>
                <a:gd name="T4" fmla="*/ 91 w 1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6" y="0"/>
                  </a:moveTo>
                  <a:cubicBezTo>
                    <a:pt x="0" y="3"/>
                    <a:pt x="3" y="14"/>
                    <a:pt x="10" y="11"/>
                  </a:cubicBezTo>
                  <a:cubicBezTo>
                    <a:pt x="17" y="7"/>
                    <a:pt x="10" y="2"/>
                    <a:pt x="6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8" name="Freeform 384">
              <a:extLst>
                <a:ext uri="{FF2B5EF4-FFF2-40B4-BE49-F238E27FC236}">
                  <a16:creationId xmlns:a16="http://schemas.microsoft.com/office/drawing/2014/main" id="{6828AA22-4587-4747-9276-777282EE6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715"/>
              <a:ext cx="25" cy="22"/>
            </a:xfrm>
            <a:custGeom>
              <a:avLst/>
              <a:gdLst>
                <a:gd name="T0" fmla="*/ 113 w 10"/>
                <a:gd name="T1" fmla="*/ 0 h 9"/>
                <a:gd name="T2" fmla="*/ 158 w 10"/>
                <a:gd name="T3" fmla="*/ 12 h 9"/>
                <a:gd name="T4" fmla="*/ 9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0"/>
                  </a:moveTo>
                  <a:cubicBezTo>
                    <a:pt x="0" y="0"/>
                    <a:pt x="8" y="9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9" name="Freeform 385">
              <a:extLst>
                <a:ext uri="{FF2B5EF4-FFF2-40B4-BE49-F238E27FC236}">
                  <a16:creationId xmlns:a16="http://schemas.microsoft.com/office/drawing/2014/main" id="{B38E2618-861A-4567-946E-D06559279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3685"/>
              <a:ext cx="27" cy="17"/>
            </a:xfrm>
            <a:custGeom>
              <a:avLst/>
              <a:gdLst>
                <a:gd name="T0" fmla="*/ 61 w 11"/>
                <a:gd name="T1" fmla="*/ 12 h 7"/>
                <a:gd name="T2" fmla="*/ 71 w 11"/>
                <a:gd name="T3" fmla="*/ 100 h 7"/>
                <a:gd name="T4" fmla="*/ 61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4" y="1"/>
                  </a:moveTo>
                  <a:cubicBezTo>
                    <a:pt x="8" y="1"/>
                    <a:pt x="11" y="6"/>
                    <a:pt x="5" y="7"/>
                  </a:cubicBezTo>
                  <a:cubicBezTo>
                    <a:pt x="1" y="7"/>
                    <a:pt x="0" y="0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0" name="Freeform 386">
              <a:extLst>
                <a:ext uri="{FF2B5EF4-FFF2-40B4-BE49-F238E27FC236}">
                  <a16:creationId xmlns:a16="http://schemas.microsoft.com/office/drawing/2014/main" id="{390D467E-DA00-47BC-B860-C863727B3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715"/>
              <a:ext cx="30" cy="25"/>
            </a:xfrm>
            <a:custGeom>
              <a:avLst/>
              <a:gdLst>
                <a:gd name="T0" fmla="*/ 95 w 12"/>
                <a:gd name="T1" fmla="*/ 63 h 10"/>
                <a:gd name="T2" fmla="*/ 83 w 12"/>
                <a:gd name="T3" fmla="*/ 145 h 10"/>
                <a:gd name="T4" fmla="*/ 113 w 12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4"/>
                  </a:moveTo>
                  <a:cubicBezTo>
                    <a:pt x="1" y="0"/>
                    <a:pt x="0" y="8"/>
                    <a:pt x="5" y="9"/>
                  </a:cubicBezTo>
                  <a:cubicBezTo>
                    <a:pt x="10" y="10"/>
                    <a:pt x="12" y="4"/>
                    <a:pt x="7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1" name="Freeform 387">
              <a:extLst>
                <a:ext uri="{FF2B5EF4-FFF2-40B4-BE49-F238E27FC236}">
                  <a16:creationId xmlns:a16="http://schemas.microsoft.com/office/drawing/2014/main" id="{6C19E1CB-C833-4F46-8751-509C29021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747"/>
              <a:ext cx="37" cy="28"/>
            </a:xfrm>
            <a:custGeom>
              <a:avLst/>
              <a:gdLst>
                <a:gd name="T0" fmla="*/ 0 w 15"/>
                <a:gd name="T1" fmla="*/ 51 h 11"/>
                <a:gd name="T2" fmla="*/ 30 w 1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3"/>
                  </a:moveTo>
                  <a:cubicBezTo>
                    <a:pt x="1" y="11"/>
                    <a:pt x="15" y="6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2" name="Freeform 388">
              <a:extLst>
                <a:ext uri="{FF2B5EF4-FFF2-40B4-BE49-F238E27FC236}">
                  <a16:creationId xmlns:a16="http://schemas.microsoft.com/office/drawing/2014/main" id="{5F87D16C-93DF-4BD4-BDAE-A52CFDD73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762"/>
              <a:ext cx="13" cy="10"/>
            </a:xfrm>
            <a:custGeom>
              <a:avLst/>
              <a:gdLst>
                <a:gd name="T0" fmla="*/ 34 w 5"/>
                <a:gd name="T1" fmla="*/ 20 h 4"/>
                <a:gd name="T2" fmla="*/ 0 w 5"/>
                <a:gd name="T3" fmla="*/ 20 h 4"/>
                <a:gd name="T4" fmla="*/ 55 w 5"/>
                <a:gd name="T5" fmla="*/ 63 h 4"/>
                <a:gd name="T6" fmla="*/ 34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1" y="3"/>
                    <a:pt x="1" y="3"/>
                    <a:pt x="3" y="4"/>
                  </a:cubicBezTo>
                  <a:cubicBezTo>
                    <a:pt x="5" y="2"/>
                    <a:pt x="3" y="2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3" name="Freeform 389">
              <a:extLst>
                <a:ext uri="{FF2B5EF4-FFF2-40B4-BE49-F238E27FC236}">
                  <a16:creationId xmlns:a16="http://schemas.microsoft.com/office/drawing/2014/main" id="{8262D92B-EA02-4E77-98BA-7A6339879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757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0 w 4"/>
                <a:gd name="T3" fmla="*/ 50 h 4"/>
                <a:gd name="T4" fmla="*/ 63 w 4"/>
                <a:gd name="T5" fmla="*/ 33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4"/>
                    <a:pt x="2" y="3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4" name="Freeform 390">
              <a:extLst>
                <a:ext uri="{FF2B5EF4-FFF2-40B4-BE49-F238E27FC236}">
                  <a16:creationId xmlns:a16="http://schemas.microsoft.com/office/drawing/2014/main" id="{3BF3C351-2A5E-464D-BB1A-3CFA27AF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732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20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5" name="Freeform 391">
              <a:extLst>
                <a:ext uri="{FF2B5EF4-FFF2-40B4-BE49-F238E27FC236}">
                  <a16:creationId xmlns:a16="http://schemas.microsoft.com/office/drawing/2014/main" id="{86D0885F-D5D5-4738-9ADF-F4C0C163A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722"/>
              <a:ext cx="7" cy="10"/>
            </a:xfrm>
            <a:custGeom>
              <a:avLst/>
              <a:gdLst>
                <a:gd name="T0" fmla="*/ 28 w 3"/>
                <a:gd name="T1" fmla="*/ 50 h 4"/>
                <a:gd name="T2" fmla="*/ 12 w 3"/>
                <a:gd name="T3" fmla="*/ 63 h 4"/>
                <a:gd name="T4" fmla="*/ 28 w 3"/>
                <a:gd name="T5" fmla="*/ 0 h 4"/>
                <a:gd name="T6" fmla="*/ 0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4"/>
                    <a:pt x="1" y="3"/>
                    <a:pt x="1" y="4"/>
                  </a:cubicBezTo>
                  <a:cubicBezTo>
                    <a:pt x="3" y="2"/>
                    <a:pt x="2" y="3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6" name="Freeform 392">
              <a:extLst>
                <a:ext uri="{FF2B5EF4-FFF2-40B4-BE49-F238E27FC236}">
                  <a16:creationId xmlns:a16="http://schemas.microsoft.com/office/drawing/2014/main" id="{8E905D49-1242-4370-A298-C69996FD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700"/>
              <a:ext cx="20" cy="15"/>
            </a:xfrm>
            <a:custGeom>
              <a:avLst/>
              <a:gdLst>
                <a:gd name="T0" fmla="*/ 83 w 8"/>
                <a:gd name="T1" fmla="*/ 20 h 6"/>
                <a:gd name="T2" fmla="*/ 50 w 8"/>
                <a:gd name="T3" fmla="*/ 95 h 6"/>
                <a:gd name="T4" fmla="*/ 5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1" y="0"/>
                    <a:pt x="0" y="5"/>
                    <a:pt x="3" y="6"/>
                  </a:cubicBezTo>
                  <a:cubicBezTo>
                    <a:pt x="8" y="6"/>
                    <a:pt x="7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7" name="Freeform 393">
              <a:extLst>
                <a:ext uri="{FF2B5EF4-FFF2-40B4-BE49-F238E27FC236}">
                  <a16:creationId xmlns:a16="http://schemas.microsoft.com/office/drawing/2014/main" id="{3829C883-6DAE-4FFB-AF1B-DA43D83CA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695"/>
              <a:ext cx="10" cy="12"/>
            </a:xfrm>
            <a:custGeom>
              <a:avLst/>
              <a:gdLst>
                <a:gd name="T0" fmla="*/ 20 w 4"/>
                <a:gd name="T1" fmla="*/ 29 h 5"/>
                <a:gd name="T2" fmla="*/ 0 w 4"/>
                <a:gd name="T3" fmla="*/ 29 h 5"/>
                <a:gd name="T4" fmla="*/ 63 w 4"/>
                <a:gd name="T5" fmla="*/ 29 h 5"/>
                <a:gd name="T6" fmla="*/ 20 w 4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5"/>
                    <a:pt x="3" y="4"/>
                    <a:pt x="4" y="2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8" name="Freeform 394">
              <a:extLst>
                <a:ext uri="{FF2B5EF4-FFF2-40B4-BE49-F238E27FC236}">
                  <a16:creationId xmlns:a16="http://schemas.microsoft.com/office/drawing/2014/main" id="{AC24393E-62A2-436B-AEAA-429C5A4E1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697"/>
              <a:ext cx="35" cy="18"/>
            </a:xfrm>
            <a:custGeom>
              <a:avLst/>
              <a:gdLst>
                <a:gd name="T0" fmla="*/ 83 w 14"/>
                <a:gd name="T1" fmla="*/ 21 h 7"/>
                <a:gd name="T2" fmla="*/ 83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5" y="1"/>
                  </a:moveTo>
                  <a:cubicBezTo>
                    <a:pt x="0" y="7"/>
                    <a:pt x="14" y="0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9" name="Freeform 395">
              <a:extLst>
                <a:ext uri="{FF2B5EF4-FFF2-40B4-BE49-F238E27FC236}">
                  <a16:creationId xmlns:a16="http://schemas.microsoft.com/office/drawing/2014/main" id="{91F600B6-26C0-4631-8C02-43E67FEAA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3707"/>
              <a:ext cx="13" cy="10"/>
            </a:xfrm>
            <a:custGeom>
              <a:avLst/>
              <a:gdLst>
                <a:gd name="T0" fmla="*/ 68 w 5"/>
                <a:gd name="T1" fmla="*/ 0 h 4"/>
                <a:gd name="T2" fmla="*/ 0 w 5"/>
                <a:gd name="T3" fmla="*/ 50 h 4"/>
                <a:gd name="T4" fmla="*/ 88 w 5"/>
                <a:gd name="T5" fmla="*/ 20 h 4"/>
                <a:gd name="T6" fmla="*/ 68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5" y="0"/>
                    <a:pt x="4" y="1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0" name="Freeform 396">
              <a:extLst>
                <a:ext uri="{FF2B5EF4-FFF2-40B4-BE49-F238E27FC236}">
                  <a16:creationId xmlns:a16="http://schemas.microsoft.com/office/drawing/2014/main" id="{581D1F24-25C0-408E-BCA7-D0150E3C5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742"/>
              <a:ext cx="8" cy="5"/>
            </a:xfrm>
            <a:custGeom>
              <a:avLst/>
              <a:gdLst>
                <a:gd name="T0" fmla="*/ 21 w 3"/>
                <a:gd name="T1" fmla="*/ 0 h 2"/>
                <a:gd name="T2" fmla="*/ 21 w 3"/>
                <a:gd name="T3" fmla="*/ 33 h 2"/>
                <a:gd name="T4" fmla="*/ 56 w 3"/>
                <a:gd name="T5" fmla="*/ 0 h 2"/>
                <a:gd name="T6" fmla="*/ 21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3" y="2"/>
                    <a:pt x="2" y="2"/>
                    <a:pt x="3" y="0"/>
                  </a:cubicBezTo>
                  <a:cubicBezTo>
                    <a:pt x="2" y="0"/>
                    <a:pt x="2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1" name="Freeform 397">
              <a:extLst>
                <a:ext uri="{FF2B5EF4-FFF2-40B4-BE49-F238E27FC236}">
                  <a16:creationId xmlns:a16="http://schemas.microsoft.com/office/drawing/2014/main" id="{CCD98F38-96D6-4070-AEEA-FF18DF8F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77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33 w 2"/>
                <a:gd name="T5" fmla="*/ 33 h 2"/>
                <a:gd name="T6" fmla="*/ 2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2" name="Freeform 398">
              <a:extLst>
                <a:ext uri="{FF2B5EF4-FFF2-40B4-BE49-F238E27FC236}">
                  <a16:creationId xmlns:a16="http://schemas.microsoft.com/office/drawing/2014/main" id="{C75537BB-DA1B-43C6-927B-AD952D398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720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20 w 4"/>
                <a:gd name="T3" fmla="*/ 37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4" y="3"/>
                    <a:pt x="3" y="2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3" name="Freeform 399">
              <a:extLst>
                <a:ext uri="{FF2B5EF4-FFF2-40B4-BE49-F238E27FC236}">
                  <a16:creationId xmlns:a16="http://schemas.microsoft.com/office/drawing/2014/main" id="{F0A91861-5A8F-4123-9AF1-BEBEE5C89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760"/>
              <a:ext cx="23" cy="17"/>
            </a:xfrm>
            <a:custGeom>
              <a:avLst/>
              <a:gdLst>
                <a:gd name="T0" fmla="*/ 84 w 9"/>
                <a:gd name="T1" fmla="*/ 0 h 7"/>
                <a:gd name="T2" fmla="*/ 66 w 9"/>
                <a:gd name="T3" fmla="*/ 100 h 7"/>
                <a:gd name="T4" fmla="*/ 97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2" y="2"/>
                    <a:pt x="0" y="6"/>
                    <a:pt x="4" y="7"/>
                  </a:cubicBezTo>
                  <a:cubicBezTo>
                    <a:pt x="8" y="7"/>
                    <a:pt x="9" y="2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4" name="Freeform 400">
              <a:extLst>
                <a:ext uri="{FF2B5EF4-FFF2-40B4-BE49-F238E27FC236}">
                  <a16:creationId xmlns:a16="http://schemas.microsoft.com/office/drawing/2014/main" id="{83DEFE14-5570-4846-B388-68DBCF0B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750"/>
              <a:ext cx="18" cy="12"/>
            </a:xfrm>
            <a:custGeom>
              <a:avLst/>
              <a:gdLst>
                <a:gd name="T0" fmla="*/ 33 w 7"/>
                <a:gd name="T1" fmla="*/ 0 h 5"/>
                <a:gd name="T2" fmla="*/ 54 w 7"/>
                <a:gd name="T3" fmla="*/ 58 h 5"/>
                <a:gd name="T4" fmla="*/ 33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1"/>
                    <a:pt x="0" y="5"/>
                    <a:pt x="3" y="4"/>
                  </a:cubicBezTo>
                  <a:cubicBezTo>
                    <a:pt x="7" y="4"/>
                    <a:pt x="5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5" name="Freeform 401">
              <a:extLst>
                <a:ext uri="{FF2B5EF4-FFF2-40B4-BE49-F238E27FC236}">
                  <a16:creationId xmlns:a16="http://schemas.microsoft.com/office/drawing/2014/main" id="{A8D56D85-C0B7-490C-8740-C0AA4138A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735"/>
              <a:ext cx="15" cy="15"/>
            </a:xfrm>
            <a:custGeom>
              <a:avLst/>
              <a:gdLst>
                <a:gd name="T0" fmla="*/ 33 w 6"/>
                <a:gd name="T1" fmla="*/ 20 h 6"/>
                <a:gd name="T2" fmla="*/ 95 w 6"/>
                <a:gd name="T3" fmla="*/ 20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0" y="6"/>
                    <a:pt x="5" y="4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6" name="Freeform 402">
              <a:extLst>
                <a:ext uri="{FF2B5EF4-FFF2-40B4-BE49-F238E27FC236}">
                  <a16:creationId xmlns:a16="http://schemas.microsoft.com/office/drawing/2014/main" id="{BB0576FE-7DD0-4AD5-9BCD-BCCEEF79D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717"/>
              <a:ext cx="17" cy="18"/>
            </a:xfrm>
            <a:custGeom>
              <a:avLst/>
              <a:gdLst>
                <a:gd name="T0" fmla="*/ 12 w 7"/>
                <a:gd name="T1" fmla="*/ 21 h 7"/>
                <a:gd name="T2" fmla="*/ 5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0" y="7"/>
                    <a:pt x="7" y="3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7" name="Freeform 403">
              <a:extLst>
                <a:ext uri="{FF2B5EF4-FFF2-40B4-BE49-F238E27FC236}">
                  <a16:creationId xmlns:a16="http://schemas.microsoft.com/office/drawing/2014/main" id="{7F6763AF-0547-4BB9-A799-4B618D403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702"/>
              <a:ext cx="8" cy="8"/>
            </a:xfrm>
            <a:custGeom>
              <a:avLst/>
              <a:gdLst>
                <a:gd name="T0" fmla="*/ 0 w 3"/>
                <a:gd name="T1" fmla="*/ 21 h 3"/>
                <a:gd name="T2" fmla="*/ 56 w 3"/>
                <a:gd name="T3" fmla="*/ 21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8" name="Freeform 404">
              <a:extLst>
                <a:ext uri="{FF2B5EF4-FFF2-40B4-BE49-F238E27FC236}">
                  <a16:creationId xmlns:a16="http://schemas.microsoft.com/office/drawing/2014/main" id="{4849C31A-A574-4A83-AAEB-CB62A2ED1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775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63 h 4"/>
                <a:gd name="T4" fmla="*/ 63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3" y="3"/>
                    <a:pt x="4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9" name="Freeform 405">
              <a:extLst>
                <a:ext uri="{FF2B5EF4-FFF2-40B4-BE49-F238E27FC236}">
                  <a16:creationId xmlns:a16="http://schemas.microsoft.com/office/drawing/2014/main" id="{27A04030-B989-4502-847E-F02FBBBEA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785"/>
              <a:ext cx="8" cy="7"/>
            </a:xfrm>
            <a:custGeom>
              <a:avLst/>
              <a:gdLst>
                <a:gd name="T0" fmla="*/ 0 w 3"/>
                <a:gd name="T1" fmla="*/ 12 h 3"/>
                <a:gd name="T2" fmla="*/ 21 w 3"/>
                <a:gd name="T3" fmla="*/ 37 h 3"/>
                <a:gd name="T4" fmla="*/ 56 w 3"/>
                <a:gd name="T5" fmla="*/ 28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0" y="3"/>
                    <a:pt x="1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0" name="Freeform 406">
              <a:extLst>
                <a:ext uri="{FF2B5EF4-FFF2-40B4-BE49-F238E27FC236}">
                  <a16:creationId xmlns:a16="http://schemas.microsoft.com/office/drawing/2014/main" id="{F6928BBA-7BB7-463F-AF66-48FE21572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3745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0 w 4"/>
                <a:gd name="T3" fmla="*/ 6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4" y="3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1" name="Freeform 407">
              <a:extLst>
                <a:ext uri="{FF2B5EF4-FFF2-40B4-BE49-F238E27FC236}">
                  <a16:creationId xmlns:a16="http://schemas.microsoft.com/office/drawing/2014/main" id="{BF3B75C5-47F2-4E46-98BB-16E03EAC2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720"/>
              <a:ext cx="10" cy="10"/>
            </a:xfrm>
            <a:custGeom>
              <a:avLst/>
              <a:gdLst>
                <a:gd name="T0" fmla="*/ 33 w 4"/>
                <a:gd name="T1" fmla="*/ 63 h 4"/>
                <a:gd name="T2" fmla="*/ 20 w 4"/>
                <a:gd name="T3" fmla="*/ 63 h 4"/>
                <a:gd name="T4" fmla="*/ 63 w 4"/>
                <a:gd name="T5" fmla="*/ 33 h 4"/>
                <a:gd name="T6" fmla="*/ 0 w 4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2" y="3"/>
                    <a:pt x="1" y="4"/>
                    <a:pt x="1" y="4"/>
                  </a:cubicBezTo>
                  <a:cubicBezTo>
                    <a:pt x="3" y="4"/>
                    <a:pt x="3" y="3"/>
                    <a:pt x="4" y="2"/>
                  </a:cubicBezTo>
                  <a:cubicBezTo>
                    <a:pt x="2" y="0"/>
                    <a:pt x="2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2" name="Freeform 408">
              <a:extLst>
                <a:ext uri="{FF2B5EF4-FFF2-40B4-BE49-F238E27FC236}">
                  <a16:creationId xmlns:a16="http://schemas.microsoft.com/office/drawing/2014/main" id="{DF7303D5-0ABF-49C6-BF05-EB4428C11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690"/>
              <a:ext cx="12" cy="12"/>
            </a:xfrm>
            <a:custGeom>
              <a:avLst/>
              <a:gdLst>
                <a:gd name="T0" fmla="*/ 12 w 5"/>
                <a:gd name="T1" fmla="*/ 0 h 5"/>
                <a:gd name="T2" fmla="*/ 0 w 5"/>
                <a:gd name="T3" fmla="*/ 41 h 5"/>
                <a:gd name="T4" fmla="*/ 58 w 5"/>
                <a:gd name="T5" fmla="*/ 0 h 5"/>
                <a:gd name="T6" fmla="*/ 41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5"/>
                    <a:pt x="5" y="3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3" name="Freeform 409">
              <a:extLst>
                <a:ext uri="{FF2B5EF4-FFF2-40B4-BE49-F238E27FC236}">
                  <a16:creationId xmlns:a16="http://schemas.microsoft.com/office/drawing/2014/main" id="{114255E3-23F1-4750-85A1-136B1C140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3712"/>
              <a:ext cx="10" cy="5"/>
            </a:xfrm>
            <a:custGeom>
              <a:avLst/>
              <a:gdLst>
                <a:gd name="T0" fmla="*/ 20 w 4"/>
                <a:gd name="T1" fmla="*/ 20 h 2"/>
                <a:gd name="T2" fmla="*/ 0 w 4"/>
                <a:gd name="T3" fmla="*/ 33 h 2"/>
                <a:gd name="T4" fmla="*/ 63 w 4"/>
                <a:gd name="T5" fmla="*/ 0 h 2"/>
                <a:gd name="T6" fmla="*/ 33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1" y="1"/>
                  </a:moveTo>
                  <a:cubicBezTo>
                    <a:pt x="1" y="2"/>
                    <a:pt x="0" y="1"/>
                    <a:pt x="0" y="2"/>
                  </a:cubicBezTo>
                  <a:cubicBezTo>
                    <a:pt x="2" y="2"/>
                    <a:pt x="3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4" name="Freeform 410">
              <a:extLst>
                <a:ext uri="{FF2B5EF4-FFF2-40B4-BE49-F238E27FC236}">
                  <a16:creationId xmlns:a16="http://schemas.microsoft.com/office/drawing/2014/main" id="{879733D9-D1DC-4B72-8868-E675A12DC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3727"/>
              <a:ext cx="35" cy="13"/>
            </a:xfrm>
            <a:custGeom>
              <a:avLst/>
              <a:gdLst>
                <a:gd name="T0" fmla="*/ 95 w 14"/>
                <a:gd name="T1" fmla="*/ 0 h 5"/>
                <a:gd name="T2" fmla="*/ 113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6" y="0"/>
                  </a:moveTo>
                  <a:cubicBezTo>
                    <a:pt x="0" y="5"/>
                    <a:pt x="14" y="4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5" name="Freeform 411">
              <a:extLst>
                <a:ext uri="{FF2B5EF4-FFF2-40B4-BE49-F238E27FC236}">
                  <a16:creationId xmlns:a16="http://schemas.microsoft.com/office/drawing/2014/main" id="{499E0F98-C29E-4AB0-BC12-162A27777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742"/>
              <a:ext cx="42" cy="23"/>
            </a:xfrm>
            <a:custGeom>
              <a:avLst/>
              <a:gdLst>
                <a:gd name="T0" fmla="*/ 91 w 17"/>
                <a:gd name="T1" fmla="*/ 0 h 9"/>
                <a:gd name="T2" fmla="*/ 104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6" y="0"/>
                  </a:moveTo>
                  <a:cubicBezTo>
                    <a:pt x="0" y="9"/>
                    <a:pt x="17" y="1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6" name="Freeform 412">
              <a:extLst>
                <a:ext uri="{FF2B5EF4-FFF2-40B4-BE49-F238E27FC236}">
                  <a16:creationId xmlns:a16="http://schemas.microsoft.com/office/drawing/2014/main" id="{522DDB44-6F62-4237-91D6-4E7B12A14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371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0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7" name="Freeform 413">
              <a:extLst>
                <a:ext uri="{FF2B5EF4-FFF2-40B4-BE49-F238E27FC236}">
                  <a16:creationId xmlns:a16="http://schemas.microsoft.com/office/drawing/2014/main" id="{D972D4BE-3C34-4B1B-9415-713EBB79E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692"/>
              <a:ext cx="8" cy="13"/>
            </a:xfrm>
            <a:custGeom>
              <a:avLst/>
              <a:gdLst>
                <a:gd name="T0" fmla="*/ 21 w 3"/>
                <a:gd name="T1" fmla="*/ 55 h 5"/>
                <a:gd name="T2" fmla="*/ 35 w 3"/>
                <a:gd name="T3" fmla="*/ 88 h 5"/>
                <a:gd name="T4" fmla="*/ 0 w 3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3" y="2"/>
                    <a:pt x="1" y="0"/>
                    <a:pt x="0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8" name="Freeform 414">
              <a:extLst>
                <a:ext uri="{FF2B5EF4-FFF2-40B4-BE49-F238E27FC236}">
                  <a16:creationId xmlns:a16="http://schemas.microsoft.com/office/drawing/2014/main" id="{06D01380-2F70-4257-B0D8-A8D18EF4F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707"/>
              <a:ext cx="42" cy="15"/>
            </a:xfrm>
            <a:custGeom>
              <a:avLst/>
              <a:gdLst>
                <a:gd name="T0" fmla="*/ 121 w 17"/>
                <a:gd name="T1" fmla="*/ 63 h 6"/>
                <a:gd name="T2" fmla="*/ 91 w 17"/>
                <a:gd name="T3" fmla="*/ 63 h 6"/>
                <a:gd name="T4" fmla="*/ 104 w 17"/>
                <a:gd name="T5" fmla="*/ 95 h 6"/>
                <a:gd name="T6" fmla="*/ 104 w 17"/>
                <a:gd name="T7" fmla="*/ 9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8" y="4"/>
                  </a:moveTo>
                  <a:cubicBezTo>
                    <a:pt x="7" y="4"/>
                    <a:pt x="7" y="3"/>
                    <a:pt x="6" y="4"/>
                  </a:cubicBezTo>
                  <a:cubicBezTo>
                    <a:pt x="6" y="5"/>
                    <a:pt x="6" y="6"/>
                    <a:pt x="7" y="6"/>
                  </a:cubicBezTo>
                  <a:cubicBezTo>
                    <a:pt x="17" y="0"/>
                    <a:pt x="0" y="0"/>
                    <a:pt x="7" y="6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9" name="Freeform 415">
              <a:extLst>
                <a:ext uri="{FF2B5EF4-FFF2-40B4-BE49-F238E27FC236}">
                  <a16:creationId xmlns:a16="http://schemas.microsoft.com/office/drawing/2014/main" id="{D18FCB00-DC79-47A9-B510-3115722D5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745"/>
              <a:ext cx="18" cy="15"/>
            </a:xfrm>
            <a:custGeom>
              <a:avLst/>
              <a:gdLst>
                <a:gd name="T0" fmla="*/ 54 w 7"/>
                <a:gd name="T1" fmla="*/ 20 h 6"/>
                <a:gd name="T2" fmla="*/ 85 w 7"/>
                <a:gd name="T3" fmla="*/ 0 h 6"/>
                <a:gd name="T4" fmla="*/ 54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0" y="6"/>
                    <a:pt x="7" y="5"/>
                    <a:pt x="5" y="0"/>
                  </a:cubicBezTo>
                  <a:cubicBezTo>
                    <a:pt x="4" y="0"/>
                    <a:pt x="4" y="1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0" name="Freeform 416">
              <a:extLst>
                <a:ext uri="{FF2B5EF4-FFF2-40B4-BE49-F238E27FC236}">
                  <a16:creationId xmlns:a16="http://schemas.microsoft.com/office/drawing/2014/main" id="{60FB6471-185F-4C35-9D12-0A2BC82F6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750"/>
              <a:ext cx="23" cy="32"/>
            </a:xfrm>
            <a:custGeom>
              <a:avLst/>
              <a:gdLst>
                <a:gd name="T0" fmla="*/ 0 w 9"/>
                <a:gd name="T1" fmla="*/ 74 h 13"/>
                <a:gd name="T2" fmla="*/ 33 w 9"/>
                <a:gd name="T3" fmla="*/ 4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5"/>
                  </a:moveTo>
                  <a:cubicBezTo>
                    <a:pt x="0" y="13"/>
                    <a:pt x="9" y="0"/>
                    <a:pt x="2" y="3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1" name="Freeform 417">
              <a:extLst>
                <a:ext uri="{FF2B5EF4-FFF2-40B4-BE49-F238E27FC236}">
                  <a16:creationId xmlns:a16="http://schemas.microsoft.com/office/drawing/2014/main" id="{D0A98F3B-4D41-4D5F-8025-8B24A0D2D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725"/>
              <a:ext cx="60" cy="30"/>
            </a:xfrm>
            <a:custGeom>
              <a:avLst/>
              <a:gdLst>
                <a:gd name="T0" fmla="*/ 145 w 24"/>
                <a:gd name="T1" fmla="*/ 20 h 12"/>
                <a:gd name="T2" fmla="*/ 188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9" y="1"/>
                  </a:moveTo>
                  <a:cubicBezTo>
                    <a:pt x="0" y="12"/>
                    <a:pt x="24" y="3"/>
                    <a:pt x="1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2" name="Freeform 418">
              <a:extLst>
                <a:ext uri="{FF2B5EF4-FFF2-40B4-BE49-F238E27FC236}">
                  <a16:creationId xmlns:a16="http://schemas.microsoft.com/office/drawing/2014/main" id="{F14C9E7D-01BD-4551-8255-39778238C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707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63 w 4"/>
                <a:gd name="T3" fmla="*/ 2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4"/>
                    <a:pt x="3" y="4"/>
                    <a:pt x="4" y="1"/>
                  </a:cubicBezTo>
                  <a:cubicBezTo>
                    <a:pt x="3" y="0"/>
                    <a:pt x="3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3" name="Freeform 419">
              <a:extLst>
                <a:ext uri="{FF2B5EF4-FFF2-40B4-BE49-F238E27FC236}">
                  <a16:creationId xmlns:a16="http://schemas.microsoft.com/office/drawing/2014/main" id="{8D71858A-F02B-4D3F-9E72-99F9D365B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685"/>
              <a:ext cx="8" cy="10"/>
            </a:xfrm>
            <a:custGeom>
              <a:avLst/>
              <a:gdLst>
                <a:gd name="T0" fmla="*/ 0 w 3"/>
                <a:gd name="T1" fmla="*/ 3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4"/>
                    <a:pt x="3" y="2"/>
                    <a:pt x="0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4" name="Freeform 420">
              <a:extLst>
                <a:ext uri="{FF2B5EF4-FFF2-40B4-BE49-F238E27FC236}">
                  <a16:creationId xmlns:a16="http://schemas.microsoft.com/office/drawing/2014/main" id="{B9761A76-D1FB-4AF1-ADD0-BCB1688BA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750"/>
              <a:ext cx="12" cy="17"/>
            </a:xfrm>
            <a:custGeom>
              <a:avLst/>
              <a:gdLst>
                <a:gd name="T0" fmla="*/ 0 w 5"/>
                <a:gd name="T1" fmla="*/ 29 h 7"/>
                <a:gd name="T2" fmla="*/ 41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3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5" name="Freeform 421">
              <a:extLst>
                <a:ext uri="{FF2B5EF4-FFF2-40B4-BE49-F238E27FC236}">
                  <a16:creationId xmlns:a16="http://schemas.microsoft.com/office/drawing/2014/main" id="{A1094173-A391-4D65-92D6-85460D81D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752"/>
              <a:ext cx="20" cy="15"/>
            </a:xfrm>
            <a:custGeom>
              <a:avLst/>
              <a:gdLst>
                <a:gd name="T0" fmla="*/ 33 w 8"/>
                <a:gd name="T1" fmla="*/ 50 h 6"/>
                <a:gd name="T2" fmla="*/ 0 w 8"/>
                <a:gd name="T3" fmla="*/ 95 h 6"/>
                <a:gd name="T4" fmla="*/ 6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3"/>
                  </a:moveTo>
                  <a:cubicBezTo>
                    <a:pt x="1" y="4"/>
                    <a:pt x="0" y="4"/>
                    <a:pt x="0" y="6"/>
                  </a:cubicBezTo>
                  <a:cubicBezTo>
                    <a:pt x="3" y="6"/>
                    <a:pt x="8" y="1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6" name="Freeform 422">
              <a:extLst>
                <a:ext uri="{FF2B5EF4-FFF2-40B4-BE49-F238E27FC236}">
                  <a16:creationId xmlns:a16="http://schemas.microsoft.com/office/drawing/2014/main" id="{67C8D092-BA21-488F-BF19-8DBD58596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3745"/>
              <a:ext cx="20" cy="15"/>
            </a:xfrm>
            <a:custGeom>
              <a:avLst/>
              <a:gdLst>
                <a:gd name="T0" fmla="*/ 83 w 8"/>
                <a:gd name="T1" fmla="*/ 20 h 6"/>
                <a:gd name="T2" fmla="*/ 0 w 8"/>
                <a:gd name="T3" fmla="*/ 63 h 6"/>
                <a:gd name="T4" fmla="*/ 12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3" y="1"/>
                    <a:pt x="1" y="2"/>
                    <a:pt x="0" y="4"/>
                  </a:cubicBezTo>
                  <a:cubicBezTo>
                    <a:pt x="3" y="6"/>
                    <a:pt x="7" y="3"/>
                    <a:pt x="8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7" name="Freeform 423">
              <a:extLst>
                <a:ext uri="{FF2B5EF4-FFF2-40B4-BE49-F238E27FC236}">
                  <a16:creationId xmlns:a16="http://schemas.microsoft.com/office/drawing/2014/main" id="{4D7696F0-E2AB-476E-9E1D-83391B51A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700"/>
              <a:ext cx="12" cy="12"/>
            </a:xfrm>
            <a:custGeom>
              <a:avLst/>
              <a:gdLst>
                <a:gd name="T0" fmla="*/ 12 w 5"/>
                <a:gd name="T1" fmla="*/ 29 h 5"/>
                <a:gd name="T2" fmla="*/ 70 w 5"/>
                <a:gd name="T3" fmla="*/ 12 h 5"/>
                <a:gd name="T4" fmla="*/ 29 w 5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5"/>
                    <a:pt x="4" y="4"/>
                    <a:pt x="5" y="1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8" name="Freeform 424">
              <a:extLst>
                <a:ext uri="{FF2B5EF4-FFF2-40B4-BE49-F238E27FC236}">
                  <a16:creationId xmlns:a16="http://schemas.microsoft.com/office/drawing/2014/main" id="{6DFCB1C1-50DB-44BD-880E-56A274986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695"/>
              <a:ext cx="5" cy="5"/>
            </a:xfrm>
            <a:custGeom>
              <a:avLst/>
              <a:gdLst>
                <a:gd name="T0" fmla="*/ 0 w 2"/>
                <a:gd name="T1" fmla="*/ 20 h 2"/>
                <a:gd name="T2" fmla="*/ 33 w 2"/>
                <a:gd name="T3" fmla="*/ 0 h 2"/>
                <a:gd name="T4" fmla="*/ 33 w 2"/>
                <a:gd name="T5" fmla="*/ 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2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9" name="Freeform 425">
              <a:extLst>
                <a:ext uri="{FF2B5EF4-FFF2-40B4-BE49-F238E27FC236}">
                  <a16:creationId xmlns:a16="http://schemas.microsoft.com/office/drawing/2014/main" id="{B4489665-39BB-4975-8C5E-E2E9A1104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700"/>
              <a:ext cx="12" cy="7"/>
            </a:xfrm>
            <a:custGeom>
              <a:avLst/>
              <a:gdLst>
                <a:gd name="T0" fmla="*/ 29 w 5"/>
                <a:gd name="T1" fmla="*/ 0 h 3"/>
                <a:gd name="T2" fmla="*/ 29 w 5"/>
                <a:gd name="T3" fmla="*/ 37 h 3"/>
                <a:gd name="T4" fmla="*/ 41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0" name="Freeform 426">
              <a:extLst>
                <a:ext uri="{FF2B5EF4-FFF2-40B4-BE49-F238E27FC236}">
                  <a16:creationId xmlns:a16="http://schemas.microsoft.com/office/drawing/2014/main" id="{3BA5879F-3774-445F-9F58-E4E9DF853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715"/>
              <a:ext cx="13" cy="7"/>
            </a:xfrm>
            <a:custGeom>
              <a:avLst/>
              <a:gdLst>
                <a:gd name="T0" fmla="*/ 55 w 5"/>
                <a:gd name="T1" fmla="*/ 0 h 3"/>
                <a:gd name="T2" fmla="*/ 0 w 5"/>
                <a:gd name="T3" fmla="*/ 37 h 3"/>
                <a:gd name="T4" fmla="*/ 88 w 5"/>
                <a:gd name="T5" fmla="*/ 12 h 3"/>
                <a:gd name="T6" fmla="*/ 68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1" y="3"/>
                    <a:pt x="4" y="3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1" name="Freeform 427">
              <a:extLst>
                <a:ext uri="{FF2B5EF4-FFF2-40B4-BE49-F238E27FC236}">
                  <a16:creationId xmlns:a16="http://schemas.microsoft.com/office/drawing/2014/main" id="{FE9874F6-EC20-4FFF-9C32-CE88AC1E9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730"/>
              <a:ext cx="12" cy="10"/>
            </a:xfrm>
            <a:custGeom>
              <a:avLst/>
              <a:gdLst>
                <a:gd name="T0" fmla="*/ 12 w 5"/>
                <a:gd name="T1" fmla="*/ 33 h 4"/>
                <a:gd name="T2" fmla="*/ 0 w 5"/>
                <a:gd name="T3" fmla="*/ 33 h 4"/>
                <a:gd name="T4" fmla="*/ 58 w 5"/>
                <a:gd name="T5" fmla="*/ 33 h 4"/>
                <a:gd name="T6" fmla="*/ 29 w 5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4"/>
                    <a:pt x="3" y="4"/>
                    <a:pt x="4" y="2"/>
                  </a:cubicBezTo>
                  <a:cubicBezTo>
                    <a:pt x="5" y="1"/>
                    <a:pt x="3" y="0"/>
                    <a:pt x="2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2" name="Freeform 428">
              <a:extLst>
                <a:ext uri="{FF2B5EF4-FFF2-40B4-BE49-F238E27FC236}">
                  <a16:creationId xmlns:a16="http://schemas.microsoft.com/office/drawing/2014/main" id="{6B372B50-1BBE-477F-AEF0-AC5B293AD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700"/>
              <a:ext cx="12" cy="7"/>
            </a:xfrm>
            <a:custGeom>
              <a:avLst/>
              <a:gdLst>
                <a:gd name="T0" fmla="*/ 29 w 5"/>
                <a:gd name="T1" fmla="*/ 0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3" name="Freeform 429">
              <a:extLst>
                <a:ext uri="{FF2B5EF4-FFF2-40B4-BE49-F238E27FC236}">
                  <a16:creationId xmlns:a16="http://schemas.microsoft.com/office/drawing/2014/main" id="{4AFA37A5-9EAA-4E58-AC90-60ACC9773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3727"/>
              <a:ext cx="13" cy="10"/>
            </a:xfrm>
            <a:custGeom>
              <a:avLst/>
              <a:gdLst>
                <a:gd name="T0" fmla="*/ 0 w 5"/>
                <a:gd name="T1" fmla="*/ 20 h 4"/>
                <a:gd name="T2" fmla="*/ 34 w 5"/>
                <a:gd name="T3" fmla="*/ 0 h 4"/>
                <a:gd name="T4" fmla="*/ 21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1" y="4"/>
                    <a:pt x="5" y="2"/>
                    <a:pt x="2" y="0"/>
                  </a:cubicBezTo>
                  <a:cubicBezTo>
                    <a:pt x="1" y="1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4" name="Freeform 430">
              <a:extLst>
                <a:ext uri="{FF2B5EF4-FFF2-40B4-BE49-F238E27FC236}">
                  <a16:creationId xmlns:a16="http://schemas.microsoft.com/office/drawing/2014/main" id="{83CFABD5-4F4F-46F4-900F-19E2A94F6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740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34 w 5"/>
                <a:gd name="T3" fmla="*/ 6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1"/>
                    <a:pt x="0" y="4"/>
                    <a:pt x="2" y="4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5" name="Freeform 431">
              <a:extLst>
                <a:ext uri="{FF2B5EF4-FFF2-40B4-BE49-F238E27FC236}">
                  <a16:creationId xmlns:a16="http://schemas.microsoft.com/office/drawing/2014/main" id="{59809230-8457-45D8-8D08-01A45BF5E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717"/>
              <a:ext cx="10" cy="20"/>
            </a:xfrm>
            <a:custGeom>
              <a:avLst/>
              <a:gdLst>
                <a:gd name="T0" fmla="*/ 0 w 4"/>
                <a:gd name="T1" fmla="*/ 63 h 8"/>
                <a:gd name="T2" fmla="*/ 0 w 4"/>
                <a:gd name="T3" fmla="*/ 3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4"/>
                  </a:moveTo>
                  <a:cubicBezTo>
                    <a:pt x="1" y="8"/>
                    <a:pt x="4" y="0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6" name="Freeform 432">
              <a:extLst>
                <a:ext uri="{FF2B5EF4-FFF2-40B4-BE49-F238E27FC236}">
                  <a16:creationId xmlns:a16="http://schemas.microsoft.com/office/drawing/2014/main" id="{B23F4F1B-DA1C-4E7C-9F67-FE732A0C2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3685"/>
              <a:ext cx="8" cy="7"/>
            </a:xfrm>
            <a:custGeom>
              <a:avLst/>
              <a:gdLst>
                <a:gd name="T0" fmla="*/ 21 w 3"/>
                <a:gd name="T1" fmla="*/ 0 h 3"/>
                <a:gd name="T2" fmla="*/ 35 w 3"/>
                <a:gd name="T3" fmla="*/ 37 h 3"/>
                <a:gd name="T4" fmla="*/ 35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2"/>
                    <a:pt x="2" y="2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7" name="Freeform 433">
              <a:extLst>
                <a:ext uri="{FF2B5EF4-FFF2-40B4-BE49-F238E27FC236}">
                  <a16:creationId xmlns:a16="http://schemas.microsoft.com/office/drawing/2014/main" id="{6A27849D-9E6D-4EBC-AFBB-7D11CA93E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702"/>
              <a:ext cx="15" cy="10"/>
            </a:xfrm>
            <a:custGeom>
              <a:avLst/>
              <a:gdLst>
                <a:gd name="T0" fmla="*/ 63 w 6"/>
                <a:gd name="T1" fmla="*/ 0 h 4"/>
                <a:gd name="T2" fmla="*/ 33 w 6"/>
                <a:gd name="T3" fmla="*/ 63 h 4"/>
                <a:gd name="T4" fmla="*/ 63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4" y="4"/>
                    <a:pt x="6" y="2"/>
                    <a:pt x="4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8" name="Freeform 434">
              <a:extLst>
                <a:ext uri="{FF2B5EF4-FFF2-40B4-BE49-F238E27FC236}">
                  <a16:creationId xmlns:a16="http://schemas.microsoft.com/office/drawing/2014/main" id="{A1B688A9-9CDF-4B9F-80B1-D003753B8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715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0 w 5"/>
                <a:gd name="T3" fmla="*/ 63 h 4"/>
                <a:gd name="T4" fmla="*/ 34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5" y="0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9" name="Freeform 435">
              <a:extLst>
                <a:ext uri="{FF2B5EF4-FFF2-40B4-BE49-F238E27FC236}">
                  <a16:creationId xmlns:a16="http://schemas.microsoft.com/office/drawing/2014/main" id="{2C148FC9-7D40-4E6C-A071-FE0F38576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700"/>
              <a:ext cx="18" cy="5"/>
            </a:xfrm>
            <a:custGeom>
              <a:avLst/>
              <a:gdLst>
                <a:gd name="T0" fmla="*/ 54 w 7"/>
                <a:gd name="T1" fmla="*/ 0 h 2"/>
                <a:gd name="T2" fmla="*/ 54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3" y="0"/>
                  </a:moveTo>
                  <a:cubicBezTo>
                    <a:pt x="0" y="2"/>
                    <a:pt x="7" y="2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0" name="Freeform 436">
              <a:extLst>
                <a:ext uri="{FF2B5EF4-FFF2-40B4-BE49-F238E27FC236}">
                  <a16:creationId xmlns:a16="http://schemas.microsoft.com/office/drawing/2014/main" id="{89A48673-BFCA-4C20-B959-48E39CDC2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702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35 h 3"/>
                <a:gd name="T4" fmla="*/ 63 w 4"/>
                <a:gd name="T5" fmla="*/ 35 h 3"/>
                <a:gd name="T6" fmla="*/ 50 w 4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3" y="3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1" name="Freeform 437">
              <a:extLst>
                <a:ext uri="{FF2B5EF4-FFF2-40B4-BE49-F238E27FC236}">
                  <a16:creationId xmlns:a16="http://schemas.microsoft.com/office/drawing/2014/main" id="{25C88B41-AA63-497F-9D41-67EC6D8D0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730"/>
              <a:ext cx="7" cy="7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28 h 3"/>
                <a:gd name="T4" fmla="*/ 28 w 3"/>
                <a:gd name="T5" fmla="*/ 0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3"/>
                    <a:pt x="3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2" name="Freeform 438">
              <a:extLst>
                <a:ext uri="{FF2B5EF4-FFF2-40B4-BE49-F238E27FC236}">
                  <a16:creationId xmlns:a16="http://schemas.microsoft.com/office/drawing/2014/main" id="{4086541B-E6EE-41DC-8371-41D81465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747"/>
              <a:ext cx="17" cy="13"/>
            </a:xfrm>
            <a:custGeom>
              <a:avLst/>
              <a:gdLst>
                <a:gd name="T0" fmla="*/ 29 w 7"/>
                <a:gd name="T1" fmla="*/ 34 h 5"/>
                <a:gd name="T2" fmla="*/ 29 w 7"/>
                <a:gd name="T3" fmla="*/ 68 h 5"/>
                <a:gd name="T4" fmla="*/ 58 w 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2"/>
                  </a:moveTo>
                  <a:cubicBezTo>
                    <a:pt x="0" y="0"/>
                    <a:pt x="0" y="3"/>
                    <a:pt x="2" y="4"/>
                  </a:cubicBezTo>
                  <a:cubicBezTo>
                    <a:pt x="3" y="5"/>
                    <a:pt x="7" y="3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3" name="Freeform 439">
              <a:extLst>
                <a:ext uri="{FF2B5EF4-FFF2-40B4-BE49-F238E27FC236}">
                  <a16:creationId xmlns:a16="http://schemas.microsoft.com/office/drawing/2014/main" id="{8DB3B9DD-E059-43A5-9819-1884505F5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775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21 w 5"/>
                <a:gd name="T3" fmla="*/ 50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4"/>
                    <a:pt x="5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4" name="Freeform 440">
              <a:extLst>
                <a:ext uri="{FF2B5EF4-FFF2-40B4-BE49-F238E27FC236}">
                  <a16:creationId xmlns:a16="http://schemas.microsoft.com/office/drawing/2014/main" id="{713E538E-32CA-4570-96B3-D500321A2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765"/>
              <a:ext cx="8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20 h 2"/>
                <a:gd name="T4" fmla="*/ 21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2"/>
                    <a:pt x="3" y="0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5" name="Freeform 441">
              <a:extLst>
                <a:ext uri="{FF2B5EF4-FFF2-40B4-BE49-F238E27FC236}">
                  <a16:creationId xmlns:a16="http://schemas.microsoft.com/office/drawing/2014/main" id="{00B27235-9FCB-484E-ACA9-80D4786ABB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3" y="2587"/>
              <a:ext cx="1078" cy="1213"/>
            </a:xfrm>
            <a:custGeom>
              <a:avLst/>
              <a:gdLst>
                <a:gd name="T0" fmla="*/ 6713 w 431"/>
                <a:gd name="T1" fmla="*/ 0 h 485"/>
                <a:gd name="T2" fmla="*/ 5818 w 431"/>
                <a:gd name="T3" fmla="*/ 113 h 485"/>
                <a:gd name="T4" fmla="*/ 4897 w 431"/>
                <a:gd name="T5" fmla="*/ 470 h 485"/>
                <a:gd name="T6" fmla="*/ 3834 w 431"/>
                <a:gd name="T7" fmla="*/ 813 h 485"/>
                <a:gd name="T8" fmla="*/ 2584 w 431"/>
                <a:gd name="T9" fmla="*/ 1408 h 485"/>
                <a:gd name="T10" fmla="*/ 1208 w 431"/>
                <a:gd name="T11" fmla="*/ 2283 h 485"/>
                <a:gd name="T12" fmla="*/ 533 w 431"/>
                <a:gd name="T13" fmla="*/ 2313 h 485"/>
                <a:gd name="T14" fmla="*/ 488 w 431"/>
                <a:gd name="T15" fmla="*/ 2408 h 485"/>
                <a:gd name="T16" fmla="*/ 488 w 431"/>
                <a:gd name="T17" fmla="*/ 2408 h 485"/>
                <a:gd name="T18" fmla="*/ 708 w 431"/>
                <a:gd name="T19" fmla="*/ 2471 h 485"/>
                <a:gd name="T20" fmla="*/ 1238 w 431"/>
                <a:gd name="T21" fmla="*/ 2396 h 485"/>
                <a:gd name="T22" fmla="*/ 2646 w 431"/>
                <a:gd name="T23" fmla="*/ 1521 h 485"/>
                <a:gd name="T24" fmla="*/ 3879 w 431"/>
                <a:gd name="T25" fmla="*/ 908 h 485"/>
                <a:gd name="T26" fmla="*/ 4930 w 431"/>
                <a:gd name="T27" fmla="*/ 583 h 485"/>
                <a:gd name="T28" fmla="*/ 5838 w 431"/>
                <a:gd name="T29" fmla="*/ 220 h 485"/>
                <a:gd name="T30" fmla="*/ 6743 w 431"/>
                <a:gd name="T31" fmla="*/ 113 h 485"/>
                <a:gd name="T32" fmla="*/ 6713 w 431"/>
                <a:gd name="T33" fmla="*/ 0 h 485"/>
                <a:gd name="T34" fmla="*/ 4254 w 431"/>
                <a:gd name="T35" fmla="*/ 6900 h 485"/>
                <a:gd name="T36" fmla="*/ 3659 w 431"/>
                <a:gd name="T37" fmla="*/ 6413 h 485"/>
                <a:gd name="T38" fmla="*/ 2909 w 431"/>
                <a:gd name="T39" fmla="*/ 5992 h 485"/>
                <a:gd name="T40" fmla="*/ 1813 w 431"/>
                <a:gd name="T41" fmla="*/ 5035 h 485"/>
                <a:gd name="T42" fmla="*/ 1813 w 431"/>
                <a:gd name="T43" fmla="*/ 5035 h 485"/>
                <a:gd name="T44" fmla="*/ 1363 w 431"/>
                <a:gd name="T45" fmla="*/ 4647 h 485"/>
                <a:gd name="T46" fmla="*/ 938 w 431"/>
                <a:gd name="T47" fmla="*/ 4504 h 485"/>
                <a:gd name="T48" fmla="*/ 938 w 431"/>
                <a:gd name="T49" fmla="*/ 4504 h 485"/>
                <a:gd name="T50" fmla="*/ 563 w 431"/>
                <a:gd name="T51" fmla="*/ 4597 h 485"/>
                <a:gd name="T52" fmla="*/ 613 w 431"/>
                <a:gd name="T53" fmla="*/ 4692 h 485"/>
                <a:gd name="T54" fmla="*/ 1738 w 431"/>
                <a:gd name="T55" fmla="*/ 5117 h 485"/>
                <a:gd name="T56" fmla="*/ 2834 w 431"/>
                <a:gd name="T57" fmla="*/ 6068 h 485"/>
                <a:gd name="T58" fmla="*/ 3597 w 431"/>
                <a:gd name="T59" fmla="*/ 6505 h 485"/>
                <a:gd name="T60" fmla="*/ 4192 w 431"/>
                <a:gd name="T61" fmla="*/ 6993 h 485"/>
                <a:gd name="T62" fmla="*/ 5505 w 431"/>
                <a:gd name="T63" fmla="*/ 7588 h 485"/>
                <a:gd name="T64" fmla="*/ 5493 w 431"/>
                <a:gd name="T65" fmla="*/ 7463 h 485"/>
                <a:gd name="T66" fmla="*/ 4254 w 431"/>
                <a:gd name="T67" fmla="*/ 6900 h 485"/>
                <a:gd name="T68" fmla="*/ 238 w 431"/>
                <a:gd name="T69" fmla="*/ 3209 h 485"/>
                <a:gd name="T70" fmla="*/ 83 w 431"/>
                <a:gd name="T71" fmla="*/ 3054 h 485"/>
                <a:gd name="T72" fmla="*/ 0 w 431"/>
                <a:gd name="T73" fmla="*/ 3129 h 485"/>
                <a:gd name="T74" fmla="*/ 158 w 431"/>
                <a:gd name="T75" fmla="*/ 3284 h 485"/>
                <a:gd name="T76" fmla="*/ 220 w 431"/>
                <a:gd name="T77" fmla="*/ 3942 h 485"/>
                <a:gd name="T78" fmla="*/ 250 w 431"/>
                <a:gd name="T79" fmla="*/ 4054 h 485"/>
                <a:gd name="T80" fmla="*/ 283 w 431"/>
                <a:gd name="T81" fmla="*/ 4034 h 485"/>
                <a:gd name="T82" fmla="*/ 458 w 431"/>
                <a:gd name="T83" fmla="*/ 3647 h 485"/>
                <a:gd name="T84" fmla="*/ 238 w 431"/>
                <a:gd name="T85" fmla="*/ 3209 h 48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31" h="485">
                  <a:moveTo>
                    <a:pt x="429" y="0"/>
                  </a:moveTo>
                  <a:cubicBezTo>
                    <a:pt x="404" y="0"/>
                    <a:pt x="385" y="5"/>
                    <a:pt x="372" y="7"/>
                  </a:cubicBezTo>
                  <a:cubicBezTo>
                    <a:pt x="351" y="10"/>
                    <a:pt x="333" y="24"/>
                    <a:pt x="313" y="30"/>
                  </a:cubicBezTo>
                  <a:cubicBezTo>
                    <a:pt x="296" y="36"/>
                    <a:pt x="261" y="45"/>
                    <a:pt x="245" y="52"/>
                  </a:cubicBezTo>
                  <a:cubicBezTo>
                    <a:pt x="215" y="65"/>
                    <a:pt x="188" y="77"/>
                    <a:pt x="165" y="90"/>
                  </a:cubicBezTo>
                  <a:cubicBezTo>
                    <a:pt x="129" y="112"/>
                    <a:pt x="103" y="135"/>
                    <a:pt x="77" y="146"/>
                  </a:cubicBezTo>
                  <a:cubicBezTo>
                    <a:pt x="59" y="154"/>
                    <a:pt x="45" y="152"/>
                    <a:pt x="34" y="148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5" y="156"/>
                    <a:pt x="40" y="157"/>
                    <a:pt x="45" y="158"/>
                  </a:cubicBezTo>
                  <a:cubicBezTo>
                    <a:pt x="55" y="159"/>
                    <a:pt x="67" y="158"/>
                    <a:pt x="79" y="153"/>
                  </a:cubicBezTo>
                  <a:cubicBezTo>
                    <a:pt x="108" y="141"/>
                    <a:pt x="133" y="118"/>
                    <a:pt x="169" y="97"/>
                  </a:cubicBezTo>
                  <a:cubicBezTo>
                    <a:pt x="191" y="83"/>
                    <a:pt x="218" y="72"/>
                    <a:pt x="248" y="58"/>
                  </a:cubicBezTo>
                  <a:cubicBezTo>
                    <a:pt x="262" y="52"/>
                    <a:pt x="298" y="43"/>
                    <a:pt x="315" y="37"/>
                  </a:cubicBezTo>
                  <a:cubicBezTo>
                    <a:pt x="337" y="30"/>
                    <a:pt x="354" y="17"/>
                    <a:pt x="373" y="14"/>
                  </a:cubicBezTo>
                  <a:cubicBezTo>
                    <a:pt x="387" y="12"/>
                    <a:pt x="406" y="7"/>
                    <a:pt x="431" y="7"/>
                  </a:cubicBezTo>
                  <a:cubicBezTo>
                    <a:pt x="431" y="5"/>
                    <a:pt x="430" y="2"/>
                    <a:pt x="429" y="0"/>
                  </a:cubicBezTo>
                  <a:moveTo>
                    <a:pt x="272" y="441"/>
                  </a:moveTo>
                  <a:cubicBezTo>
                    <a:pt x="260" y="434"/>
                    <a:pt x="249" y="420"/>
                    <a:pt x="234" y="410"/>
                  </a:cubicBezTo>
                  <a:cubicBezTo>
                    <a:pt x="217" y="399"/>
                    <a:pt x="199" y="393"/>
                    <a:pt x="186" y="383"/>
                  </a:cubicBezTo>
                  <a:cubicBezTo>
                    <a:pt x="161" y="363"/>
                    <a:pt x="138" y="343"/>
                    <a:pt x="116" y="322"/>
                  </a:cubicBezTo>
                  <a:cubicBezTo>
                    <a:pt x="116" y="322"/>
                    <a:pt x="116" y="322"/>
                    <a:pt x="116" y="322"/>
                  </a:cubicBezTo>
                  <a:cubicBezTo>
                    <a:pt x="105" y="311"/>
                    <a:pt x="96" y="303"/>
                    <a:pt x="87" y="297"/>
                  </a:cubicBezTo>
                  <a:cubicBezTo>
                    <a:pt x="79" y="291"/>
                    <a:pt x="70" y="288"/>
                    <a:pt x="60" y="288"/>
                  </a:cubicBezTo>
                  <a:cubicBezTo>
                    <a:pt x="60" y="288"/>
                    <a:pt x="60" y="288"/>
                    <a:pt x="60" y="288"/>
                  </a:cubicBezTo>
                  <a:cubicBezTo>
                    <a:pt x="52" y="288"/>
                    <a:pt x="44" y="290"/>
                    <a:pt x="36" y="294"/>
                  </a:cubicBezTo>
                  <a:cubicBezTo>
                    <a:pt x="39" y="300"/>
                    <a:pt x="39" y="300"/>
                    <a:pt x="39" y="300"/>
                  </a:cubicBezTo>
                  <a:cubicBezTo>
                    <a:pt x="67" y="288"/>
                    <a:pt x="80" y="297"/>
                    <a:pt x="111" y="327"/>
                  </a:cubicBezTo>
                  <a:cubicBezTo>
                    <a:pt x="133" y="348"/>
                    <a:pt x="157" y="369"/>
                    <a:pt x="181" y="388"/>
                  </a:cubicBezTo>
                  <a:cubicBezTo>
                    <a:pt x="196" y="400"/>
                    <a:pt x="215" y="405"/>
                    <a:pt x="230" y="416"/>
                  </a:cubicBezTo>
                  <a:cubicBezTo>
                    <a:pt x="244" y="425"/>
                    <a:pt x="254" y="439"/>
                    <a:pt x="268" y="447"/>
                  </a:cubicBezTo>
                  <a:cubicBezTo>
                    <a:pt x="296" y="463"/>
                    <a:pt x="323" y="476"/>
                    <a:pt x="352" y="485"/>
                  </a:cubicBezTo>
                  <a:cubicBezTo>
                    <a:pt x="352" y="482"/>
                    <a:pt x="352" y="480"/>
                    <a:pt x="351" y="477"/>
                  </a:cubicBezTo>
                  <a:cubicBezTo>
                    <a:pt x="325" y="468"/>
                    <a:pt x="298" y="456"/>
                    <a:pt x="272" y="441"/>
                  </a:cubicBezTo>
                  <a:moveTo>
                    <a:pt x="15" y="205"/>
                  </a:moveTo>
                  <a:cubicBezTo>
                    <a:pt x="12" y="201"/>
                    <a:pt x="8" y="198"/>
                    <a:pt x="5" y="195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3" y="203"/>
                    <a:pt x="7" y="207"/>
                    <a:pt x="10" y="210"/>
                  </a:cubicBezTo>
                  <a:cubicBezTo>
                    <a:pt x="23" y="221"/>
                    <a:pt x="27" y="239"/>
                    <a:pt x="14" y="252"/>
                  </a:cubicBezTo>
                  <a:cubicBezTo>
                    <a:pt x="16" y="259"/>
                    <a:pt x="16" y="259"/>
                    <a:pt x="16" y="259"/>
                  </a:cubicBezTo>
                  <a:cubicBezTo>
                    <a:pt x="17" y="259"/>
                    <a:pt x="18" y="258"/>
                    <a:pt x="18" y="258"/>
                  </a:cubicBezTo>
                  <a:cubicBezTo>
                    <a:pt x="25" y="251"/>
                    <a:pt x="29" y="242"/>
                    <a:pt x="29" y="233"/>
                  </a:cubicBezTo>
                  <a:cubicBezTo>
                    <a:pt x="29" y="222"/>
                    <a:pt x="24" y="212"/>
                    <a:pt x="15" y="205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6" name="Freeform 442">
              <a:extLst>
                <a:ext uri="{FF2B5EF4-FFF2-40B4-BE49-F238E27FC236}">
                  <a16:creationId xmlns:a16="http://schemas.microsoft.com/office/drawing/2014/main" id="{67169B9B-333B-4F9F-9708-1F4CE0DF5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40"/>
              <a:ext cx="248" cy="817"/>
            </a:xfrm>
            <a:custGeom>
              <a:avLst/>
              <a:gdLst>
                <a:gd name="T0" fmla="*/ 1556 w 99"/>
                <a:gd name="T1" fmla="*/ 0 h 327"/>
                <a:gd name="T2" fmla="*/ 584 w 99"/>
                <a:gd name="T3" fmla="*/ 3058 h 327"/>
                <a:gd name="T4" fmla="*/ 0 w 99"/>
                <a:gd name="T5" fmla="*/ 5099 h 327"/>
                <a:gd name="T6" fmla="*/ 847 w 99"/>
                <a:gd name="T7" fmla="*/ 2696 h 327"/>
                <a:gd name="T8" fmla="*/ 1556 w 99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327">
                  <a:moveTo>
                    <a:pt x="99" y="0"/>
                  </a:moveTo>
                  <a:cubicBezTo>
                    <a:pt x="93" y="29"/>
                    <a:pt x="64" y="124"/>
                    <a:pt x="37" y="196"/>
                  </a:cubicBezTo>
                  <a:cubicBezTo>
                    <a:pt x="10" y="265"/>
                    <a:pt x="7" y="304"/>
                    <a:pt x="0" y="327"/>
                  </a:cubicBezTo>
                  <a:cubicBezTo>
                    <a:pt x="18" y="255"/>
                    <a:pt x="34" y="219"/>
                    <a:pt x="54" y="173"/>
                  </a:cubicBezTo>
                  <a:cubicBezTo>
                    <a:pt x="73" y="128"/>
                    <a:pt x="96" y="34"/>
                    <a:pt x="99" y="0"/>
                  </a:cubicBezTo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7" name="Freeform 443">
              <a:extLst>
                <a:ext uri="{FF2B5EF4-FFF2-40B4-BE49-F238E27FC236}">
                  <a16:creationId xmlns:a16="http://schemas.microsoft.com/office/drawing/2014/main" id="{9EA14240-D191-47F0-B8DD-E5D057984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617"/>
              <a:ext cx="140" cy="360"/>
            </a:xfrm>
            <a:custGeom>
              <a:avLst/>
              <a:gdLst>
                <a:gd name="T0" fmla="*/ 313 w 56"/>
                <a:gd name="T1" fmla="*/ 0 h 144"/>
                <a:gd name="T2" fmla="*/ 395 w 56"/>
                <a:gd name="T3" fmla="*/ 1333 h 144"/>
                <a:gd name="T4" fmla="*/ 563 w 56"/>
                <a:gd name="T5" fmla="*/ 1813 h 144"/>
                <a:gd name="T6" fmla="*/ 875 w 56"/>
                <a:gd name="T7" fmla="*/ 2238 h 144"/>
                <a:gd name="T8" fmla="*/ 458 w 56"/>
                <a:gd name="T9" fmla="*/ 2000 h 144"/>
                <a:gd name="T10" fmla="*/ 95 w 56"/>
                <a:gd name="T11" fmla="*/ 1658 h 144"/>
                <a:gd name="T12" fmla="*/ 95 w 56"/>
                <a:gd name="T13" fmla="*/ 1113 h 144"/>
                <a:gd name="T14" fmla="*/ 208 w 56"/>
                <a:gd name="T15" fmla="*/ 395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44">
                  <a:moveTo>
                    <a:pt x="20" y="0"/>
                  </a:moveTo>
                  <a:cubicBezTo>
                    <a:pt x="18" y="28"/>
                    <a:pt x="18" y="61"/>
                    <a:pt x="25" y="85"/>
                  </a:cubicBezTo>
                  <a:cubicBezTo>
                    <a:pt x="28" y="97"/>
                    <a:pt x="26" y="106"/>
                    <a:pt x="36" y="116"/>
                  </a:cubicBezTo>
                  <a:cubicBezTo>
                    <a:pt x="41" y="121"/>
                    <a:pt x="48" y="133"/>
                    <a:pt x="56" y="143"/>
                  </a:cubicBezTo>
                  <a:cubicBezTo>
                    <a:pt x="45" y="144"/>
                    <a:pt x="37" y="134"/>
                    <a:pt x="29" y="128"/>
                  </a:cubicBezTo>
                  <a:cubicBezTo>
                    <a:pt x="21" y="121"/>
                    <a:pt x="12" y="115"/>
                    <a:pt x="6" y="106"/>
                  </a:cubicBezTo>
                  <a:cubicBezTo>
                    <a:pt x="0" y="96"/>
                    <a:pt x="3" y="82"/>
                    <a:pt x="6" y="71"/>
                  </a:cubicBezTo>
                  <a:cubicBezTo>
                    <a:pt x="11" y="56"/>
                    <a:pt x="8" y="40"/>
                    <a:pt x="13" y="25"/>
                  </a:cubicBezTo>
                </a:path>
              </a:pathLst>
            </a:custGeom>
            <a:solidFill>
              <a:srgbClr val="7EC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8" name="Freeform 444">
              <a:extLst>
                <a:ext uri="{FF2B5EF4-FFF2-40B4-BE49-F238E27FC236}">
                  <a16:creationId xmlns:a16="http://schemas.microsoft.com/office/drawing/2014/main" id="{8D491677-C64B-4763-AF3C-C209466B0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267"/>
              <a:ext cx="188" cy="100"/>
            </a:xfrm>
            <a:custGeom>
              <a:avLst/>
              <a:gdLst>
                <a:gd name="T0" fmla="*/ 0 w 75"/>
                <a:gd name="T1" fmla="*/ 613 h 40"/>
                <a:gd name="T2" fmla="*/ 504 w 75"/>
                <a:gd name="T3" fmla="*/ 438 h 40"/>
                <a:gd name="T4" fmla="*/ 785 w 75"/>
                <a:gd name="T5" fmla="*/ 333 h 40"/>
                <a:gd name="T6" fmla="*/ 1131 w 75"/>
                <a:gd name="T7" fmla="*/ 313 h 40"/>
                <a:gd name="T8" fmla="*/ 659 w 75"/>
                <a:gd name="T9" fmla="*/ 520 h 40"/>
                <a:gd name="T10" fmla="*/ 63 w 75"/>
                <a:gd name="T11" fmla="*/ 62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40">
                  <a:moveTo>
                    <a:pt x="0" y="39"/>
                  </a:moveTo>
                  <a:cubicBezTo>
                    <a:pt x="10" y="37"/>
                    <a:pt x="22" y="31"/>
                    <a:pt x="32" y="28"/>
                  </a:cubicBezTo>
                  <a:cubicBezTo>
                    <a:pt x="38" y="26"/>
                    <a:pt x="45" y="24"/>
                    <a:pt x="50" y="21"/>
                  </a:cubicBezTo>
                  <a:cubicBezTo>
                    <a:pt x="57" y="17"/>
                    <a:pt x="75" y="0"/>
                    <a:pt x="72" y="20"/>
                  </a:cubicBezTo>
                  <a:cubicBezTo>
                    <a:pt x="70" y="30"/>
                    <a:pt x="51" y="32"/>
                    <a:pt x="42" y="33"/>
                  </a:cubicBezTo>
                  <a:cubicBezTo>
                    <a:pt x="29" y="34"/>
                    <a:pt x="17" y="38"/>
                    <a:pt x="4" y="40"/>
                  </a:cubicBezTo>
                </a:path>
              </a:pathLst>
            </a:custGeom>
            <a:solidFill>
              <a:srgbClr val="7EC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9" name="Freeform 445">
              <a:extLst>
                <a:ext uri="{FF2B5EF4-FFF2-40B4-BE49-F238E27FC236}">
                  <a16:creationId xmlns:a16="http://schemas.microsoft.com/office/drawing/2014/main" id="{D14319B3-DAEC-4C80-8C82-EA85AF0B8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137"/>
              <a:ext cx="305" cy="1073"/>
            </a:xfrm>
            <a:custGeom>
              <a:avLst/>
              <a:gdLst>
                <a:gd name="T0" fmla="*/ 1908 w 122"/>
                <a:gd name="T1" fmla="*/ 0 h 429"/>
                <a:gd name="T2" fmla="*/ 1563 w 122"/>
                <a:gd name="T3" fmla="*/ 333 h 429"/>
                <a:gd name="T4" fmla="*/ 1675 w 122"/>
                <a:gd name="T5" fmla="*/ 2959 h 429"/>
                <a:gd name="T6" fmla="*/ 1145 w 122"/>
                <a:gd name="T7" fmla="*/ 5147 h 429"/>
                <a:gd name="T8" fmla="*/ 63 w 122"/>
                <a:gd name="T9" fmla="*/ 6213 h 429"/>
                <a:gd name="T10" fmla="*/ 283 w 122"/>
                <a:gd name="T11" fmla="*/ 6588 h 429"/>
                <a:gd name="T12" fmla="*/ 563 w 122"/>
                <a:gd name="T13" fmla="*/ 6180 h 429"/>
                <a:gd name="T14" fmla="*/ 1595 w 122"/>
                <a:gd name="T15" fmla="*/ 4867 h 429"/>
                <a:gd name="T16" fmla="*/ 1895 w 122"/>
                <a:gd name="T17" fmla="*/ 3084 h 429"/>
                <a:gd name="T18" fmla="*/ 1750 w 122"/>
                <a:gd name="T19" fmla="*/ 720 h 429"/>
                <a:gd name="T20" fmla="*/ 1908 w 122"/>
                <a:gd name="T21" fmla="*/ 0 h 4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2" h="429">
                  <a:moveTo>
                    <a:pt x="122" y="0"/>
                  </a:moveTo>
                  <a:cubicBezTo>
                    <a:pt x="110" y="1"/>
                    <a:pt x="100" y="13"/>
                    <a:pt x="100" y="21"/>
                  </a:cubicBezTo>
                  <a:cubicBezTo>
                    <a:pt x="100" y="29"/>
                    <a:pt x="113" y="122"/>
                    <a:pt x="107" y="189"/>
                  </a:cubicBezTo>
                  <a:cubicBezTo>
                    <a:pt x="102" y="254"/>
                    <a:pt x="98" y="294"/>
                    <a:pt x="73" y="329"/>
                  </a:cubicBezTo>
                  <a:cubicBezTo>
                    <a:pt x="47" y="363"/>
                    <a:pt x="19" y="387"/>
                    <a:pt x="4" y="397"/>
                  </a:cubicBezTo>
                  <a:cubicBezTo>
                    <a:pt x="0" y="401"/>
                    <a:pt x="18" y="405"/>
                    <a:pt x="18" y="421"/>
                  </a:cubicBezTo>
                  <a:cubicBezTo>
                    <a:pt x="18" y="429"/>
                    <a:pt x="28" y="414"/>
                    <a:pt x="36" y="395"/>
                  </a:cubicBezTo>
                  <a:cubicBezTo>
                    <a:pt x="44" y="376"/>
                    <a:pt x="85" y="349"/>
                    <a:pt x="102" y="311"/>
                  </a:cubicBezTo>
                  <a:cubicBezTo>
                    <a:pt x="118" y="273"/>
                    <a:pt x="120" y="247"/>
                    <a:pt x="121" y="197"/>
                  </a:cubicBezTo>
                  <a:cubicBezTo>
                    <a:pt x="122" y="141"/>
                    <a:pt x="116" y="81"/>
                    <a:pt x="112" y="46"/>
                  </a:cubicBezTo>
                  <a:cubicBezTo>
                    <a:pt x="108" y="11"/>
                    <a:pt x="114" y="0"/>
                    <a:pt x="122" y="0"/>
                  </a:cubicBezTo>
                </a:path>
              </a:pathLst>
            </a:custGeom>
            <a:solidFill>
              <a:srgbClr val="F3B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0" name="Freeform 446">
              <a:extLst>
                <a:ext uri="{FF2B5EF4-FFF2-40B4-BE49-F238E27FC236}">
                  <a16:creationId xmlns:a16="http://schemas.microsoft.com/office/drawing/2014/main" id="{33F30EDE-51F3-478D-ADAE-AC3A58556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2805"/>
              <a:ext cx="390" cy="1017"/>
            </a:xfrm>
            <a:custGeom>
              <a:avLst/>
              <a:gdLst>
                <a:gd name="T0" fmla="*/ 1938 w 156"/>
                <a:gd name="T1" fmla="*/ 1417 h 407"/>
                <a:gd name="T2" fmla="*/ 1595 w 156"/>
                <a:gd name="T3" fmla="*/ 2124 h 407"/>
                <a:gd name="T4" fmla="*/ 908 w 156"/>
                <a:gd name="T5" fmla="*/ 3841 h 407"/>
                <a:gd name="T6" fmla="*/ 158 w 156"/>
                <a:gd name="T7" fmla="*/ 5870 h 407"/>
                <a:gd name="T8" fmla="*/ 345 w 156"/>
                <a:gd name="T9" fmla="*/ 6349 h 407"/>
                <a:gd name="T10" fmla="*/ 813 w 156"/>
                <a:gd name="T11" fmla="*/ 6349 h 407"/>
                <a:gd name="T12" fmla="*/ 1220 w 156"/>
                <a:gd name="T13" fmla="*/ 6244 h 407"/>
                <a:gd name="T14" fmla="*/ 1408 w 156"/>
                <a:gd name="T15" fmla="*/ 5350 h 407"/>
                <a:gd name="T16" fmla="*/ 2188 w 156"/>
                <a:gd name="T17" fmla="*/ 1499 h 407"/>
                <a:gd name="T18" fmla="*/ 2408 w 156"/>
                <a:gd name="T19" fmla="*/ 0 h 407"/>
                <a:gd name="T20" fmla="*/ 1938 w 156"/>
                <a:gd name="T21" fmla="*/ 1417 h 4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407">
                  <a:moveTo>
                    <a:pt x="124" y="91"/>
                  </a:moveTo>
                  <a:cubicBezTo>
                    <a:pt x="119" y="101"/>
                    <a:pt x="105" y="127"/>
                    <a:pt x="102" y="136"/>
                  </a:cubicBezTo>
                  <a:cubicBezTo>
                    <a:pt x="89" y="160"/>
                    <a:pt x="78" y="192"/>
                    <a:pt x="58" y="246"/>
                  </a:cubicBezTo>
                  <a:cubicBezTo>
                    <a:pt x="41" y="290"/>
                    <a:pt x="21" y="337"/>
                    <a:pt x="10" y="376"/>
                  </a:cubicBezTo>
                  <a:cubicBezTo>
                    <a:pt x="7" y="384"/>
                    <a:pt x="0" y="407"/>
                    <a:pt x="22" y="407"/>
                  </a:cubicBezTo>
                  <a:cubicBezTo>
                    <a:pt x="31" y="407"/>
                    <a:pt x="42" y="405"/>
                    <a:pt x="52" y="407"/>
                  </a:cubicBezTo>
                  <a:cubicBezTo>
                    <a:pt x="57" y="407"/>
                    <a:pt x="74" y="404"/>
                    <a:pt x="78" y="400"/>
                  </a:cubicBezTo>
                  <a:cubicBezTo>
                    <a:pt x="88" y="386"/>
                    <a:pt x="90" y="370"/>
                    <a:pt x="90" y="343"/>
                  </a:cubicBezTo>
                  <a:cubicBezTo>
                    <a:pt x="90" y="308"/>
                    <a:pt x="125" y="140"/>
                    <a:pt x="140" y="96"/>
                  </a:cubicBezTo>
                  <a:cubicBezTo>
                    <a:pt x="156" y="53"/>
                    <a:pt x="154" y="14"/>
                    <a:pt x="154" y="0"/>
                  </a:cubicBezTo>
                  <a:cubicBezTo>
                    <a:pt x="152" y="19"/>
                    <a:pt x="141" y="50"/>
                    <a:pt x="124" y="91"/>
                  </a:cubicBezTo>
                </a:path>
              </a:pathLst>
            </a:custGeom>
            <a:solidFill>
              <a:srgbClr val="EA8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1" name="Freeform 447">
              <a:extLst>
                <a:ext uri="{FF2B5EF4-FFF2-40B4-BE49-F238E27FC236}">
                  <a16:creationId xmlns:a16="http://schemas.microsoft.com/office/drawing/2014/main" id="{FA403E01-72C1-4CCE-AD44-502731EBB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3157"/>
              <a:ext cx="217" cy="660"/>
            </a:xfrm>
            <a:custGeom>
              <a:avLst/>
              <a:gdLst>
                <a:gd name="T0" fmla="*/ 1349 w 87"/>
                <a:gd name="T1" fmla="*/ 0 h 264"/>
                <a:gd name="T2" fmla="*/ 634 w 87"/>
                <a:gd name="T3" fmla="*/ 1800 h 264"/>
                <a:gd name="T4" fmla="*/ 30 w 87"/>
                <a:gd name="T5" fmla="*/ 3738 h 264"/>
                <a:gd name="T6" fmla="*/ 12 w 87"/>
                <a:gd name="T7" fmla="*/ 3970 h 264"/>
                <a:gd name="T8" fmla="*/ 466 w 87"/>
                <a:gd name="T9" fmla="*/ 3970 h 264"/>
                <a:gd name="T10" fmla="*/ 417 w 87"/>
                <a:gd name="T11" fmla="*/ 3595 h 264"/>
                <a:gd name="T12" fmla="*/ 449 w 87"/>
                <a:gd name="T13" fmla="*/ 3125 h 264"/>
                <a:gd name="T14" fmla="*/ 696 w 87"/>
                <a:gd name="T15" fmla="*/ 2063 h 264"/>
                <a:gd name="T16" fmla="*/ 1008 w 87"/>
                <a:gd name="T17" fmla="*/ 1145 h 264"/>
                <a:gd name="T18" fmla="*/ 1349 w 87"/>
                <a:gd name="T19" fmla="*/ 20 h 2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264">
                  <a:moveTo>
                    <a:pt x="87" y="0"/>
                  </a:moveTo>
                  <a:cubicBezTo>
                    <a:pt x="71" y="38"/>
                    <a:pt x="53" y="75"/>
                    <a:pt x="41" y="115"/>
                  </a:cubicBezTo>
                  <a:cubicBezTo>
                    <a:pt x="28" y="156"/>
                    <a:pt x="9" y="197"/>
                    <a:pt x="2" y="239"/>
                  </a:cubicBezTo>
                  <a:cubicBezTo>
                    <a:pt x="1" y="244"/>
                    <a:pt x="0" y="249"/>
                    <a:pt x="1" y="254"/>
                  </a:cubicBezTo>
                  <a:cubicBezTo>
                    <a:pt x="4" y="264"/>
                    <a:pt x="30" y="260"/>
                    <a:pt x="30" y="254"/>
                  </a:cubicBezTo>
                  <a:cubicBezTo>
                    <a:pt x="30" y="245"/>
                    <a:pt x="27" y="239"/>
                    <a:pt x="27" y="230"/>
                  </a:cubicBezTo>
                  <a:cubicBezTo>
                    <a:pt x="26" y="220"/>
                    <a:pt x="28" y="210"/>
                    <a:pt x="29" y="200"/>
                  </a:cubicBezTo>
                  <a:cubicBezTo>
                    <a:pt x="32" y="177"/>
                    <a:pt x="37" y="155"/>
                    <a:pt x="45" y="132"/>
                  </a:cubicBezTo>
                  <a:cubicBezTo>
                    <a:pt x="51" y="112"/>
                    <a:pt x="60" y="93"/>
                    <a:pt x="65" y="73"/>
                  </a:cubicBezTo>
                  <a:cubicBezTo>
                    <a:pt x="71" y="53"/>
                    <a:pt x="82" y="17"/>
                    <a:pt x="87" y="1"/>
                  </a:cubicBezTo>
                </a:path>
              </a:pathLst>
            </a:custGeom>
            <a:solidFill>
              <a:srgbClr val="EF9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2" name="Freeform 448">
              <a:extLst>
                <a:ext uri="{FF2B5EF4-FFF2-40B4-BE49-F238E27FC236}">
                  <a16:creationId xmlns:a16="http://schemas.microsoft.com/office/drawing/2014/main" id="{07C60774-E9B6-4AEB-8776-E869AB959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2780"/>
              <a:ext cx="223" cy="347"/>
            </a:xfrm>
            <a:custGeom>
              <a:avLst/>
              <a:gdLst>
                <a:gd name="T0" fmla="*/ 1163 w 89"/>
                <a:gd name="T1" fmla="*/ 699 h 139"/>
                <a:gd name="T2" fmla="*/ 629 w 89"/>
                <a:gd name="T3" fmla="*/ 1495 h 139"/>
                <a:gd name="T4" fmla="*/ 301 w 89"/>
                <a:gd name="T5" fmla="*/ 1850 h 139"/>
                <a:gd name="T6" fmla="*/ 0 w 89"/>
                <a:gd name="T7" fmla="*/ 2162 h 139"/>
                <a:gd name="T8" fmla="*/ 459 w 89"/>
                <a:gd name="T9" fmla="*/ 1757 h 139"/>
                <a:gd name="T10" fmla="*/ 867 w 89"/>
                <a:gd name="T11" fmla="*/ 1403 h 139"/>
                <a:gd name="T12" fmla="*/ 1368 w 89"/>
                <a:gd name="T13" fmla="*/ 187 h 139"/>
                <a:gd name="T14" fmla="*/ 1401 w 89"/>
                <a:gd name="T15" fmla="*/ 0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39">
                  <a:moveTo>
                    <a:pt x="74" y="45"/>
                  </a:moveTo>
                  <a:cubicBezTo>
                    <a:pt x="65" y="63"/>
                    <a:pt x="53" y="81"/>
                    <a:pt x="40" y="96"/>
                  </a:cubicBezTo>
                  <a:cubicBezTo>
                    <a:pt x="34" y="104"/>
                    <a:pt x="26" y="111"/>
                    <a:pt x="19" y="119"/>
                  </a:cubicBezTo>
                  <a:cubicBezTo>
                    <a:pt x="14" y="125"/>
                    <a:pt x="2" y="132"/>
                    <a:pt x="0" y="139"/>
                  </a:cubicBezTo>
                  <a:cubicBezTo>
                    <a:pt x="11" y="133"/>
                    <a:pt x="19" y="122"/>
                    <a:pt x="29" y="113"/>
                  </a:cubicBezTo>
                  <a:cubicBezTo>
                    <a:pt x="38" y="106"/>
                    <a:pt x="48" y="99"/>
                    <a:pt x="55" y="90"/>
                  </a:cubicBezTo>
                  <a:cubicBezTo>
                    <a:pt x="74" y="68"/>
                    <a:pt x="83" y="39"/>
                    <a:pt x="87" y="12"/>
                  </a:cubicBezTo>
                  <a:cubicBezTo>
                    <a:pt x="88" y="8"/>
                    <a:pt x="89" y="5"/>
                    <a:pt x="8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3" name="Freeform 449">
              <a:extLst>
                <a:ext uri="{FF2B5EF4-FFF2-40B4-BE49-F238E27FC236}">
                  <a16:creationId xmlns:a16="http://schemas.microsoft.com/office/drawing/2014/main" id="{8B838C95-8C17-4FCE-B653-21F9BDA30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8" y="2732"/>
              <a:ext cx="10" cy="33"/>
            </a:xfrm>
            <a:custGeom>
              <a:avLst/>
              <a:gdLst>
                <a:gd name="T0" fmla="*/ 20 w 4"/>
                <a:gd name="T1" fmla="*/ 0 h 13"/>
                <a:gd name="T2" fmla="*/ 0 w 4"/>
                <a:gd name="T3" fmla="*/ 2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1" y="0"/>
                  </a:moveTo>
                  <a:cubicBezTo>
                    <a:pt x="4" y="4"/>
                    <a:pt x="4" y="10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4" name="Freeform 450">
              <a:extLst>
                <a:ext uri="{FF2B5EF4-FFF2-40B4-BE49-F238E27FC236}">
                  <a16:creationId xmlns:a16="http://schemas.microsoft.com/office/drawing/2014/main" id="{E0C8850F-26FC-4BC0-8B44-01BD2AC43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3" y="3130"/>
              <a:ext cx="30" cy="50"/>
            </a:xfrm>
            <a:custGeom>
              <a:avLst/>
              <a:gdLst>
                <a:gd name="T0" fmla="*/ 0 w 12"/>
                <a:gd name="T1" fmla="*/ 0 h 20"/>
                <a:gd name="T2" fmla="*/ 175 w 12"/>
                <a:gd name="T3" fmla="*/ 3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cubicBezTo>
                    <a:pt x="6" y="3"/>
                    <a:pt x="12" y="12"/>
                    <a:pt x="1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5" name="Freeform 451">
              <a:extLst>
                <a:ext uri="{FF2B5EF4-FFF2-40B4-BE49-F238E27FC236}">
                  <a16:creationId xmlns:a16="http://schemas.microsoft.com/office/drawing/2014/main" id="{7D5165BD-266C-4649-B4B4-5869FF477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840"/>
              <a:ext cx="90" cy="117"/>
            </a:xfrm>
            <a:custGeom>
              <a:avLst/>
              <a:gdLst>
                <a:gd name="T0" fmla="*/ 20 w 36"/>
                <a:gd name="T1" fmla="*/ 0 h 47"/>
                <a:gd name="T2" fmla="*/ 145 w 36"/>
                <a:gd name="T3" fmla="*/ 341 h 47"/>
                <a:gd name="T4" fmla="*/ 563 w 36"/>
                <a:gd name="T5" fmla="*/ 72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7">
                  <a:moveTo>
                    <a:pt x="1" y="0"/>
                  </a:moveTo>
                  <a:cubicBezTo>
                    <a:pt x="0" y="9"/>
                    <a:pt x="4" y="15"/>
                    <a:pt x="9" y="22"/>
                  </a:cubicBezTo>
                  <a:cubicBezTo>
                    <a:pt x="17" y="32"/>
                    <a:pt x="29" y="37"/>
                    <a:pt x="36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6" name="Freeform 452">
              <a:extLst>
                <a:ext uri="{FF2B5EF4-FFF2-40B4-BE49-F238E27FC236}">
                  <a16:creationId xmlns:a16="http://schemas.microsoft.com/office/drawing/2014/main" id="{91E1951A-6360-45E5-B313-F431E521F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3310"/>
              <a:ext cx="77" cy="35"/>
            </a:xfrm>
            <a:custGeom>
              <a:avLst/>
              <a:gdLst>
                <a:gd name="T0" fmla="*/ 0 w 31"/>
                <a:gd name="T1" fmla="*/ 220 h 14"/>
                <a:gd name="T2" fmla="*/ 474 w 31"/>
                <a:gd name="T3" fmla="*/ 125 h 14"/>
                <a:gd name="T4" fmla="*/ 474 w 3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4">
                  <a:moveTo>
                    <a:pt x="0" y="14"/>
                  </a:moveTo>
                  <a:cubicBezTo>
                    <a:pt x="11" y="14"/>
                    <a:pt x="21" y="10"/>
                    <a:pt x="31" y="8"/>
                  </a:cubicBezTo>
                  <a:cubicBezTo>
                    <a:pt x="30" y="6"/>
                    <a:pt x="30" y="2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7" name="Freeform 453">
              <a:extLst>
                <a:ext uri="{FF2B5EF4-FFF2-40B4-BE49-F238E27FC236}">
                  <a16:creationId xmlns:a16="http://schemas.microsoft.com/office/drawing/2014/main" id="{6229879D-C637-4B49-BBFF-0A730B8BD6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96" y="3015"/>
              <a:ext cx="487" cy="590"/>
            </a:xfrm>
            <a:custGeom>
              <a:avLst/>
              <a:gdLst>
                <a:gd name="T0" fmla="*/ 2632 w 195"/>
                <a:gd name="T1" fmla="*/ 1125 h 236"/>
                <a:gd name="T2" fmla="*/ 2153 w 195"/>
                <a:gd name="T3" fmla="*/ 500 h 236"/>
                <a:gd name="T4" fmla="*/ 1259 w 195"/>
                <a:gd name="T5" fmla="*/ 50 h 236"/>
                <a:gd name="T6" fmla="*/ 1091 w 195"/>
                <a:gd name="T7" fmla="*/ 0 h 236"/>
                <a:gd name="T8" fmla="*/ 729 w 195"/>
                <a:gd name="T9" fmla="*/ 208 h 236"/>
                <a:gd name="T10" fmla="*/ 480 w 195"/>
                <a:gd name="T11" fmla="*/ 658 h 236"/>
                <a:gd name="T12" fmla="*/ 187 w 195"/>
                <a:gd name="T13" fmla="*/ 1563 h 236"/>
                <a:gd name="T14" fmla="*/ 62 w 195"/>
                <a:gd name="T15" fmla="*/ 2375 h 236"/>
                <a:gd name="T16" fmla="*/ 0 w 195"/>
                <a:gd name="T17" fmla="*/ 2908 h 236"/>
                <a:gd name="T18" fmla="*/ 155 w 195"/>
                <a:gd name="T19" fmla="*/ 3470 h 236"/>
                <a:gd name="T20" fmla="*/ 637 w 195"/>
                <a:gd name="T21" fmla="*/ 3688 h 236"/>
                <a:gd name="T22" fmla="*/ 637 w 195"/>
                <a:gd name="T23" fmla="*/ 3688 h 236"/>
                <a:gd name="T24" fmla="*/ 699 w 195"/>
                <a:gd name="T25" fmla="*/ 3688 h 236"/>
                <a:gd name="T26" fmla="*/ 1621 w 195"/>
                <a:gd name="T27" fmla="*/ 3270 h 236"/>
                <a:gd name="T28" fmla="*/ 2228 w 195"/>
                <a:gd name="T29" fmla="*/ 2938 h 236"/>
                <a:gd name="T30" fmla="*/ 2557 w 195"/>
                <a:gd name="T31" fmla="*/ 2675 h 236"/>
                <a:gd name="T32" fmla="*/ 2962 w 195"/>
                <a:gd name="T33" fmla="*/ 1875 h 236"/>
                <a:gd name="T34" fmla="*/ 2632 w 195"/>
                <a:gd name="T35" fmla="*/ 1125 h 236"/>
                <a:gd name="T36" fmla="*/ 2475 w 195"/>
                <a:gd name="T37" fmla="*/ 2595 h 236"/>
                <a:gd name="T38" fmla="*/ 2165 w 195"/>
                <a:gd name="T39" fmla="*/ 2845 h 236"/>
                <a:gd name="T40" fmla="*/ 1558 w 195"/>
                <a:gd name="T41" fmla="*/ 3175 h 236"/>
                <a:gd name="T42" fmla="*/ 699 w 195"/>
                <a:gd name="T43" fmla="*/ 3583 h 236"/>
                <a:gd name="T44" fmla="*/ 167 w 195"/>
                <a:gd name="T45" fmla="*/ 2395 h 236"/>
                <a:gd name="T46" fmla="*/ 292 w 195"/>
                <a:gd name="T47" fmla="*/ 1595 h 236"/>
                <a:gd name="T48" fmla="*/ 592 w 195"/>
                <a:gd name="T49" fmla="*/ 688 h 236"/>
                <a:gd name="T50" fmla="*/ 1216 w 195"/>
                <a:gd name="T51" fmla="*/ 145 h 236"/>
                <a:gd name="T52" fmla="*/ 2070 w 195"/>
                <a:gd name="T53" fmla="*/ 583 h 236"/>
                <a:gd name="T54" fmla="*/ 2557 w 195"/>
                <a:gd name="T55" fmla="*/ 1208 h 236"/>
                <a:gd name="T56" fmla="*/ 2475 w 195"/>
                <a:gd name="T57" fmla="*/ 2595 h 2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5" h="236">
                  <a:moveTo>
                    <a:pt x="169" y="72"/>
                  </a:moveTo>
                  <a:cubicBezTo>
                    <a:pt x="160" y="63"/>
                    <a:pt x="152" y="45"/>
                    <a:pt x="138" y="32"/>
                  </a:cubicBezTo>
                  <a:cubicBezTo>
                    <a:pt x="122" y="18"/>
                    <a:pt x="102" y="13"/>
                    <a:pt x="81" y="3"/>
                  </a:cubicBezTo>
                  <a:cubicBezTo>
                    <a:pt x="77" y="1"/>
                    <a:pt x="74" y="0"/>
                    <a:pt x="70" y="0"/>
                  </a:cubicBezTo>
                  <a:cubicBezTo>
                    <a:pt x="60" y="0"/>
                    <a:pt x="53" y="6"/>
                    <a:pt x="47" y="13"/>
                  </a:cubicBezTo>
                  <a:cubicBezTo>
                    <a:pt x="41" y="21"/>
                    <a:pt x="36" y="31"/>
                    <a:pt x="31" y="42"/>
                  </a:cubicBezTo>
                  <a:cubicBezTo>
                    <a:pt x="25" y="58"/>
                    <a:pt x="16" y="80"/>
                    <a:pt x="12" y="100"/>
                  </a:cubicBezTo>
                  <a:cubicBezTo>
                    <a:pt x="7" y="121"/>
                    <a:pt x="7" y="139"/>
                    <a:pt x="4" y="152"/>
                  </a:cubicBezTo>
                  <a:cubicBezTo>
                    <a:pt x="1" y="164"/>
                    <a:pt x="0" y="175"/>
                    <a:pt x="0" y="186"/>
                  </a:cubicBezTo>
                  <a:cubicBezTo>
                    <a:pt x="0" y="200"/>
                    <a:pt x="3" y="213"/>
                    <a:pt x="10" y="222"/>
                  </a:cubicBezTo>
                  <a:cubicBezTo>
                    <a:pt x="17" y="231"/>
                    <a:pt x="28" y="236"/>
                    <a:pt x="41" y="236"/>
                  </a:cubicBezTo>
                  <a:cubicBezTo>
                    <a:pt x="41" y="236"/>
                    <a:pt x="41" y="236"/>
                    <a:pt x="41" y="236"/>
                  </a:cubicBezTo>
                  <a:cubicBezTo>
                    <a:pt x="43" y="236"/>
                    <a:pt x="44" y="236"/>
                    <a:pt x="45" y="236"/>
                  </a:cubicBezTo>
                  <a:cubicBezTo>
                    <a:pt x="66" y="234"/>
                    <a:pt x="84" y="220"/>
                    <a:pt x="104" y="209"/>
                  </a:cubicBezTo>
                  <a:cubicBezTo>
                    <a:pt x="115" y="202"/>
                    <a:pt x="130" y="198"/>
                    <a:pt x="143" y="188"/>
                  </a:cubicBezTo>
                  <a:cubicBezTo>
                    <a:pt x="150" y="183"/>
                    <a:pt x="157" y="177"/>
                    <a:pt x="164" y="171"/>
                  </a:cubicBezTo>
                  <a:cubicBezTo>
                    <a:pt x="182" y="156"/>
                    <a:pt x="191" y="138"/>
                    <a:pt x="190" y="120"/>
                  </a:cubicBezTo>
                  <a:cubicBezTo>
                    <a:pt x="190" y="102"/>
                    <a:pt x="182" y="85"/>
                    <a:pt x="169" y="72"/>
                  </a:cubicBezTo>
                  <a:moveTo>
                    <a:pt x="159" y="166"/>
                  </a:moveTo>
                  <a:cubicBezTo>
                    <a:pt x="153" y="171"/>
                    <a:pt x="146" y="177"/>
                    <a:pt x="139" y="182"/>
                  </a:cubicBezTo>
                  <a:cubicBezTo>
                    <a:pt x="127" y="191"/>
                    <a:pt x="113" y="195"/>
                    <a:pt x="100" y="203"/>
                  </a:cubicBezTo>
                  <a:cubicBezTo>
                    <a:pt x="80" y="215"/>
                    <a:pt x="62" y="228"/>
                    <a:pt x="45" y="229"/>
                  </a:cubicBezTo>
                  <a:cubicBezTo>
                    <a:pt x="10" y="231"/>
                    <a:pt x="1" y="201"/>
                    <a:pt x="11" y="153"/>
                  </a:cubicBezTo>
                  <a:cubicBezTo>
                    <a:pt x="14" y="140"/>
                    <a:pt x="14" y="121"/>
                    <a:pt x="19" y="102"/>
                  </a:cubicBezTo>
                  <a:cubicBezTo>
                    <a:pt x="23" y="82"/>
                    <a:pt x="32" y="61"/>
                    <a:pt x="38" y="44"/>
                  </a:cubicBezTo>
                  <a:cubicBezTo>
                    <a:pt x="48" y="19"/>
                    <a:pt x="61" y="2"/>
                    <a:pt x="78" y="9"/>
                  </a:cubicBezTo>
                  <a:cubicBezTo>
                    <a:pt x="100" y="20"/>
                    <a:pt x="119" y="25"/>
                    <a:pt x="133" y="37"/>
                  </a:cubicBezTo>
                  <a:cubicBezTo>
                    <a:pt x="146" y="48"/>
                    <a:pt x="153" y="67"/>
                    <a:pt x="164" y="77"/>
                  </a:cubicBezTo>
                  <a:cubicBezTo>
                    <a:pt x="186" y="100"/>
                    <a:pt x="195" y="136"/>
                    <a:pt x="159" y="166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8" name="Freeform 454">
              <a:extLst>
                <a:ext uri="{FF2B5EF4-FFF2-40B4-BE49-F238E27FC236}">
                  <a16:creationId xmlns:a16="http://schemas.microsoft.com/office/drawing/2014/main" id="{C8A4D8C3-4602-47D5-84AA-FA3705895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330"/>
              <a:ext cx="552" cy="402"/>
            </a:xfrm>
            <a:custGeom>
              <a:avLst/>
              <a:gdLst>
                <a:gd name="T0" fmla="*/ 3257 w 221"/>
                <a:gd name="T1" fmla="*/ 2370 h 161"/>
                <a:gd name="T2" fmla="*/ 3182 w 221"/>
                <a:gd name="T3" fmla="*/ 2275 h 161"/>
                <a:gd name="T4" fmla="*/ 1541 w 221"/>
                <a:gd name="T5" fmla="*/ 2320 h 161"/>
                <a:gd name="T6" fmla="*/ 200 w 221"/>
                <a:gd name="T7" fmla="*/ 1603 h 161"/>
                <a:gd name="T8" fmla="*/ 592 w 221"/>
                <a:gd name="T9" fmla="*/ 592 h 161"/>
                <a:gd name="T10" fmla="*/ 2370 w 221"/>
                <a:gd name="T11" fmla="*/ 1291 h 161"/>
                <a:gd name="T12" fmla="*/ 3182 w 221"/>
                <a:gd name="T13" fmla="*/ 2275 h 161"/>
                <a:gd name="T14" fmla="*/ 3182 w 221"/>
                <a:gd name="T15" fmla="*/ 2275 h 161"/>
                <a:gd name="T16" fmla="*/ 3257 w 221"/>
                <a:gd name="T17" fmla="*/ 2370 h 161"/>
                <a:gd name="T18" fmla="*/ 3349 w 221"/>
                <a:gd name="T19" fmla="*/ 2162 h 161"/>
                <a:gd name="T20" fmla="*/ 3225 w 221"/>
                <a:gd name="T21" fmla="*/ 1903 h 161"/>
                <a:gd name="T22" fmla="*/ 2445 w 221"/>
                <a:gd name="T23" fmla="*/ 1216 h 161"/>
                <a:gd name="T24" fmla="*/ 1758 w 221"/>
                <a:gd name="T25" fmla="*/ 667 h 161"/>
                <a:gd name="T26" fmla="*/ 904 w 221"/>
                <a:gd name="T27" fmla="*/ 292 h 161"/>
                <a:gd name="T28" fmla="*/ 500 w 221"/>
                <a:gd name="T29" fmla="*/ 542 h 161"/>
                <a:gd name="T30" fmla="*/ 200 w 221"/>
                <a:gd name="T31" fmla="*/ 966 h 161"/>
                <a:gd name="T32" fmla="*/ 30 w 221"/>
                <a:gd name="T33" fmla="*/ 1416 h 161"/>
                <a:gd name="T34" fmla="*/ 105 w 221"/>
                <a:gd name="T35" fmla="*/ 1665 h 161"/>
                <a:gd name="T36" fmla="*/ 1529 w 221"/>
                <a:gd name="T37" fmla="*/ 2432 h 161"/>
                <a:gd name="T38" fmla="*/ 2620 w 221"/>
                <a:gd name="T39" fmla="*/ 2507 h 161"/>
                <a:gd name="T40" fmla="*/ 3257 w 221"/>
                <a:gd name="T41" fmla="*/ 2370 h 1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1" h="161">
                  <a:moveTo>
                    <a:pt x="209" y="152"/>
                  </a:moveTo>
                  <a:cubicBezTo>
                    <a:pt x="204" y="146"/>
                    <a:pt x="204" y="146"/>
                    <a:pt x="204" y="146"/>
                  </a:cubicBezTo>
                  <a:cubicBezTo>
                    <a:pt x="188" y="160"/>
                    <a:pt x="137" y="152"/>
                    <a:pt x="99" y="149"/>
                  </a:cubicBezTo>
                  <a:cubicBezTo>
                    <a:pt x="60" y="146"/>
                    <a:pt x="26" y="122"/>
                    <a:pt x="13" y="103"/>
                  </a:cubicBezTo>
                  <a:cubicBezTo>
                    <a:pt x="0" y="84"/>
                    <a:pt x="24" y="63"/>
                    <a:pt x="38" y="38"/>
                  </a:cubicBezTo>
                  <a:cubicBezTo>
                    <a:pt x="58" y="0"/>
                    <a:pt x="129" y="64"/>
                    <a:pt x="152" y="83"/>
                  </a:cubicBezTo>
                  <a:cubicBezTo>
                    <a:pt x="175" y="103"/>
                    <a:pt x="221" y="132"/>
                    <a:pt x="204" y="146"/>
                  </a:cubicBezTo>
                  <a:cubicBezTo>
                    <a:pt x="204" y="146"/>
                    <a:pt x="204" y="146"/>
                    <a:pt x="204" y="146"/>
                  </a:cubicBezTo>
                  <a:cubicBezTo>
                    <a:pt x="209" y="152"/>
                    <a:pt x="209" y="152"/>
                    <a:pt x="209" y="152"/>
                  </a:cubicBezTo>
                  <a:cubicBezTo>
                    <a:pt x="213" y="149"/>
                    <a:pt x="215" y="144"/>
                    <a:pt x="215" y="139"/>
                  </a:cubicBezTo>
                  <a:cubicBezTo>
                    <a:pt x="215" y="132"/>
                    <a:pt x="212" y="127"/>
                    <a:pt x="207" y="122"/>
                  </a:cubicBezTo>
                  <a:cubicBezTo>
                    <a:pt x="195" y="106"/>
                    <a:pt x="171" y="90"/>
                    <a:pt x="157" y="78"/>
                  </a:cubicBezTo>
                  <a:cubicBezTo>
                    <a:pt x="148" y="70"/>
                    <a:pt x="131" y="56"/>
                    <a:pt x="113" y="43"/>
                  </a:cubicBezTo>
                  <a:cubicBezTo>
                    <a:pt x="95" y="31"/>
                    <a:pt x="76" y="19"/>
                    <a:pt x="58" y="19"/>
                  </a:cubicBezTo>
                  <a:cubicBezTo>
                    <a:pt x="48" y="19"/>
                    <a:pt x="37" y="24"/>
                    <a:pt x="32" y="35"/>
                  </a:cubicBezTo>
                  <a:cubicBezTo>
                    <a:pt x="27" y="44"/>
                    <a:pt x="19" y="53"/>
                    <a:pt x="13" y="62"/>
                  </a:cubicBezTo>
                  <a:cubicBezTo>
                    <a:pt x="7" y="71"/>
                    <a:pt x="2" y="80"/>
                    <a:pt x="2" y="91"/>
                  </a:cubicBezTo>
                  <a:cubicBezTo>
                    <a:pt x="2" y="96"/>
                    <a:pt x="4" y="102"/>
                    <a:pt x="7" y="107"/>
                  </a:cubicBezTo>
                  <a:cubicBezTo>
                    <a:pt x="22" y="128"/>
                    <a:pt x="57" y="153"/>
                    <a:pt x="98" y="156"/>
                  </a:cubicBezTo>
                  <a:cubicBezTo>
                    <a:pt x="120" y="158"/>
                    <a:pt x="146" y="161"/>
                    <a:pt x="168" y="161"/>
                  </a:cubicBezTo>
                  <a:cubicBezTo>
                    <a:pt x="185" y="161"/>
                    <a:pt x="199" y="160"/>
                    <a:pt x="209" y="152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9" name="Freeform 455">
              <a:extLst>
                <a:ext uri="{FF2B5EF4-FFF2-40B4-BE49-F238E27FC236}">
                  <a16:creationId xmlns:a16="http://schemas.microsoft.com/office/drawing/2014/main" id="{BC4E27DB-0E22-444E-827D-F2E0BE252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377"/>
              <a:ext cx="315" cy="333"/>
            </a:xfrm>
            <a:custGeom>
              <a:avLst/>
              <a:gdLst>
                <a:gd name="T0" fmla="*/ 1158 w 126"/>
                <a:gd name="T1" fmla="*/ 1963 h 133"/>
                <a:gd name="T2" fmla="*/ 1063 w 126"/>
                <a:gd name="T3" fmla="*/ 1930 h 133"/>
                <a:gd name="T4" fmla="*/ 988 w 126"/>
                <a:gd name="T5" fmla="*/ 1900 h 133"/>
                <a:gd name="T6" fmla="*/ 770 w 126"/>
                <a:gd name="T7" fmla="*/ 1788 h 133"/>
                <a:gd name="T8" fmla="*/ 688 w 126"/>
                <a:gd name="T9" fmla="*/ 1755 h 133"/>
                <a:gd name="T10" fmla="*/ 613 w 126"/>
                <a:gd name="T11" fmla="*/ 1713 h 133"/>
                <a:gd name="T12" fmla="*/ 550 w 126"/>
                <a:gd name="T13" fmla="*/ 1647 h 133"/>
                <a:gd name="T14" fmla="*/ 488 w 126"/>
                <a:gd name="T15" fmla="*/ 1597 h 133"/>
                <a:gd name="T16" fmla="*/ 395 w 126"/>
                <a:gd name="T17" fmla="*/ 1535 h 133"/>
                <a:gd name="T18" fmla="*/ 345 w 126"/>
                <a:gd name="T19" fmla="*/ 1472 h 133"/>
                <a:gd name="T20" fmla="*/ 283 w 126"/>
                <a:gd name="T21" fmla="*/ 1430 h 133"/>
                <a:gd name="T22" fmla="*/ 250 w 126"/>
                <a:gd name="T23" fmla="*/ 1380 h 133"/>
                <a:gd name="T24" fmla="*/ 595 w 126"/>
                <a:gd name="T25" fmla="*/ 300 h 133"/>
                <a:gd name="T26" fmla="*/ 645 w 126"/>
                <a:gd name="T27" fmla="*/ 238 h 133"/>
                <a:gd name="T28" fmla="*/ 675 w 126"/>
                <a:gd name="T29" fmla="*/ 208 h 133"/>
                <a:gd name="T30" fmla="*/ 720 w 126"/>
                <a:gd name="T31" fmla="*/ 175 h 133"/>
                <a:gd name="T32" fmla="*/ 750 w 126"/>
                <a:gd name="T33" fmla="*/ 145 h 133"/>
                <a:gd name="T34" fmla="*/ 800 w 126"/>
                <a:gd name="T35" fmla="*/ 125 h 133"/>
                <a:gd name="T36" fmla="*/ 863 w 126"/>
                <a:gd name="T37" fmla="*/ 113 h 133"/>
                <a:gd name="T38" fmla="*/ 908 w 126"/>
                <a:gd name="T39" fmla="*/ 113 h 133"/>
                <a:gd name="T40" fmla="*/ 970 w 126"/>
                <a:gd name="T41" fmla="*/ 113 h 133"/>
                <a:gd name="T42" fmla="*/ 1020 w 126"/>
                <a:gd name="T43" fmla="*/ 125 h 133"/>
                <a:gd name="T44" fmla="*/ 1083 w 126"/>
                <a:gd name="T45" fmla="*/ 145 h 133"/>
                <a:gd name="T46" fmla="*/ 1145 w 126"/>
                <a:gd name="T47" fmla="*/ 158 h 133"/>
                <a:gd name="T48" fmla="*/ 1208 w 126"/>
                <a:gd name="T49" fmla="*/ 188 h 133"/>
                <a:gd name="T50" fmla="*/ 1283 w 126"/>
                <a:gd name="T51" fmla="*/ 220 h 133"/>
                <a:gd name="T52" fmla="*/ 1345 w 126"/>
                <a:gd name="T53" fmla="*/ 250 h 133"/>
                <a:gd name="T54" fmla="*/ 1408 w 126"/>
                <a:gd name="T55" fmla="*/ 283 h 133"/>
                <a:gd name="T56" fmla="*/ 1488 w 126"/>
                <a:gd name="T57" fmla="*/ 333 h 133"/>
                <a:gd name="T58" fmla="*/ 1550 w 126"/>
                <a:gd name="T59" fmla="*/ 363 h 133"/>
                <a:gd name="T60" fmla="*/ 1613 w 126"/>
                <a:gd name="T61" fmla="*/ 408 h 133"/>
                <a:gd name="T62" fmla="*/ 1675 w 126"/>
                <a:gd name="T63" fmla="*/ 458 h 133"/>
                <a:gd name="T64" fmla="*/ 1738 w 126"/>
                <a:gd name="T65" fmla="*/ 501 h 133"/>
                <a:gd name="T66" fmla="*/ 1813 w 126"/>
                <a:gd name="T67" fmla="*/ 551 h 133"/>
                <a:gd name="T68" fmla="*/ 1875 w 126"/>
                <a:gd name="T69" fmla="*/ 596 h 133"/>
                <a:gd name="T70" fmla="*/ 1970 w 126"/>
                <a:gd name="T71" fmla="*/ 521 h 133"/>
                <a:gd name="T72" fmla="*/ 908 w 126"/>
                <a:gd name="T73" fmla="*/ 0 h 133"/>
                <a:gd name="T74" fmla="*/ 208 w 126"/>
                <a:gd name="T75" fmla="*/ 676 h 133"/>
                <a:gd name="T76" fmla="*/ 113 w 126"/>
                <a:gd name="T77" fmla="*/ 1380 h 133"/>
                <a:gd name="T78" fmla="*/ 1220 w 126"/>
                <a:gd name="T79" fmla="*/ 1975 h 13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6" h="133">
                  <a:moveTo>
                    <a:pt x="78" y="126"/>
                  </a:moveTo>
                  <a:cubicBezTo>
                    <a:pt x="77" y="126"/>
                    <a:pt x="76" y="126"/>
                    <a:pt x="74" y="125"/>
                  </a:cubicBezTo>
                  <a:cubicBezTo>
                    <a:pt x="74" y="125"/>
                    <a:pt x="73" y="125"/>
                    <a:pt x="72" y="125"/>
                  </a:cubicBezTo>
                  <a:cubicBezTo>
                    <a:pt x="71" y="124"/>
                    <a:pt x="70" y="124"/>
                    <a:pt x="68" y="123"/>
                  </a:cubicBezTo>
                  <a:cubicBezTo>
                    <a:pt x="68" y="123"/>
                    <a:pt x="67" y="123"/>
                    <a:pt x="67" y="123"/>
                  </a:cubicBezTo>
                  <a:cubicBezTo>
                    <a:pt x="65" y="122"/>
                    <a:pt x="64" y="122"/>
                    <a:pt x="63" y="121"/>
                  </a:cubicBezTo>
                  <a:cubicBezTo>
                    <a:pt x="62" y="121"/>
                    <a:pt x="62" y="121"/>
                    <a:pt x="61" y="120"/>
                  </a:cubicBezTo>
                  <a:cubicBezTo>
                    <a:pt x="57" y="119"/>
                    <a:pt x="53" y="116"/>
                    <a:pt x="49" y="114"/>
                  </a:cubicBezTo>
                  <a:cubicBezTo>
                    <a:pt x="48" y="114"/>
                    <a:pt x="48" y="114"/>
                    <a:pt x="47" y="113"/>
                  </a:cubicBezTo>
                  <a:cubicBezTo>
                    <a:pt x="46" y="113"/>
                    <a:pt x="45" y="112"/>
                    <a:pt x="44" y="112"/>
                  </a:cubicBezTo>
                  <a:cubicBezTo>
                    <a:pt x="43" y="111"/>
                    <a:pt x="43" y="111"/>
                    <a:pt x="42" y="110"/>
                  </a:cubicBezTo>
                  <a:cubicBezTo>
                    <a:pt x="41" y="110"/>
                    <a:pt x="40" y="109"/>
                    <a:pt x="39" y="109"/>
                  </a:cubicBezTo>
                  <a:cubicBezTo>
                    <a:pt x="39" y="108"/>
                    <a:pt x="38" y="108"/>
                    <a:pt x="37" y="107"/>
                  </a:cubicBezTo>
                  <a:cubicBezTo>
                    <a:pt x="36" y="107"/>
                    <a:pt x="36" y="106"/>
                    <a:pt x="35" y="105"/>
                  </a:cubicBezTo>
                  <a:cubicBezTo>
                    <a:pt x="34" y="105"/>
                    <a:pt x="33" y="104"/>
                    <a:pt x="33" y="104"/>
                  </a:cubicBezTo>
                  <a:cubicBezTo>
                    <a:pt x="32" y="103"/>
                    <a:pt x="31" y="103"/>
                    <a:pt x="31" y="102"/>
                  </a:cubicBezTo>
                  <a:cubicBezTo>
                    <a:pt x="29" y="101"/>
                    <a:pt x="28" y="100"/>
                    <a:pt x="27" y="99"/>
                  </a:cubicBezTo>
                  <a:cubicBezTo>
                    <a:pt x="26" y="99"/>
                    <a:pt x="26" y="98"/>
                    <a:pt x="25" y="98"/>
                  </a:cubicBezTo>
                  <a:cubicBezTo>
                    <a:pt x="25" y="97"/>
                    <a:pt x="24" y="96"/>
                    <a:pt x="23" y="96"/>
                  </a:cubicBezTo>
                  <a:cubicBezTo>
                    <a:pt x="23" y="95"/>
                    <a:pt x="22" y="95"/>
                    <a:pt x="22" y="94"/>
                  </a:cubicBezTo>
                  <a:cubicBezTo>
                    <a:pt x="21" y="93"/>
                    <a:pt x="20" y="93"/>
                    <a:pt x="20" y="92"/>
                  </a:cubicBezTo>
                  <a:cubicBezTo>
                    <a:pt x="19" y="92"/>
                    <a:pt x="19" y="91"/>
                    <a:pt x="18" y="91"/>
                  </a:cubicBezTo>
                  <a:cubicBezTo>
                    <a:pt x="18" y="90"/>
                    <a:pt x="17" y="89"/>
                    <a:pt x="17" y="89"/>
                  </a:cubicBezTo>
                  <a:cubicBezTo>
                    <a:pt x="16" y="88"/>
                    <a:pt x="16" y="88"/>
                    <a:pt x="16" y="88"/>
                  </a:cubicBezTo>
                  <a:cubicBezTo>
                    <a:pt x="15" y="86"/>
                    <a:pt x="14" y="85"/>
                    <a:pt x="13" y="84"/>
                  </a:cubicBezTo>
                  <a:cubicBezTo>
                    <a:pt x="0" y="65"/>
                    <a:pt x="24" y="44"/>
                    <a:pt x="38" y="19"/>
                  </a:cubicBezTo>
                  <a:cubicBezTo>
                    <a:pt x="39" y="18"/>
                    <a:pt x="39" y="17"/>
                    <a:pt x="40" y="16"/>
                  </a:cubicBezTo>
                  <a:cubicBezTo>
                    <a:pt x="40" y="16"/>
                    <a:pt x="40" y="15"/>
                    <a:pt x="41" y="15"/>
                  </a:cubicBezTo>
                  <a:cubicBezTo>
                    <a:pt x="41" y="15"/>
                    <a:pt x="42" y="14"/>
                    <a:pt x="42" y="13"/>
                  </a:cubicBezTo>
                  <a:cubicBezTo>
                    <a:pt x="42" y="13"/>
                    <a:pt x="43" y="13"/>
                    <a:pt x="43" y="13"/>
                  </a:cubicBezTo>
                  <a:cubicBezTo>
                    <a:pt x="43" y="12"/>
                    <a:pt x="44" y="11"/>
                    <a:pt x="45" y="11"/>
                  </a:cubicBezTo>
                  <a:cubicBezTo>
                    <a:pt x="45" y="11"/>
                    <a:pt x="45" y="11"/>
                    <a:pt x="46" y="11"/>
                  </a:cubicBezTo>
                  <a:cubicBezTo>
                    <a:pt x="46" y="10"/>
                    <a:pt x="47" y="10"/>
                    <a:pt x="48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9" y="9"/>
                    <a:pt x="50" y="8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8"/>
                    <a:pt x="53" y="8"/>
                    <a:pt x="54" y="7"/>
                  </a:cubicBezTo>
                  <a:cubicBezTo>
                    <a:pt x="54" y="7"/>
                    <a:pt x="54" y="7"/>
                    <a:pt x="55" y="7"/>
                  </a:cubicBezTo>
                  <a:cubicBezTo>
                    <a:pt x="55" y="7"/>
                    <a:pt x="56" y="7"/>
                    <a:pt x="57" y="7"/>
                  </a:cubicBezTo>
                  <a:cubicBezTo>
                    <a:pt x="57" y="7"/>
                    <a:pt x="58" y="7"/>
                    <a:pt x="58" y="7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1" y="7"/>
                    <a:pt x="61" y="7"/>
                    <a:pt x="62" y="7"/>
                  </a:cubicBezTo>
                  <a:cubicBezTo>
                    <a:pt x="63" y="7"/>
                    <a:pt x="63" y="8"/>
                    <a:pt x="64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6" y="8"/>
                    <a:pt x="67" y="8"/>
                    <a:pt x="68" y="9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0" y="9"/>
                    <a:pt x="71" y="9"/>
                    <a:pt x="72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4" y="11"/>
                    <a:pt x="75" y="11"/>
                    <a:pt x="76" y="11"/>
                  </a:cubicBezTo>
                  <a:cubicBezTo>
                    <a:pt x="77" y="11"/>
                    <a:pt x="77" y="12"/>
                    <a:pt x="77" y="12"/>
                  </a:cubicBezTo>
                  <a:cubicBezTo>
                    <a:pt x="78" y="12"/>
                    <a:pt x="80" y="13"/>
                    <a:pt x="81" y="13"/>
                  </a:cubicBezTo>
                  <a:cubicBezTo>
                    <a:pt x="81" y="13"/>
                    <a:pt x="81" y="13"/>
                    <a:pt x="82" y="14"/>
                  </a:cubicBezTo>
                  <a:cubicBezTo>
                    <a:pt x="83" y="14"/>
                    <a:pt x="84" y="15"/>
                    <a:pt x="85" y="15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7" y="16"/>
                    <a:pt x="88" y="17"/>
                    <a:pt x="89" y="17"/>
                  </a:cubicBezTo>
                  <a:cubicBezTo>
                    <a:pt x="89" y="18"/>
                    <a:pt x="89" y="18"/>
                    <a:pt x="90" y="18"/>
                  </a:cubicBezTo>
                  <a:cubicBezTo>
                    <a:pt x="91" y="18"/>
                    <a:pt x="92" y="19"/>
                    <a:pt x="93" y="20"/>
                  </a:cubicBezTo>
                  <a:cubicBezTo>
                    <a:pt x="94" y="20"/>
                    <a:pt x="94" y="20"/>
                    <a:pt x="95" y="21"/>
                  </a:cubicBezTo>
                  <a:cubicBezTo>
                    <a:pt x="96" y="21"/>
                    <a:pt x="97" y="22"/>
                    <a:pt x="98" y="22"/>
                  </a:cubicBezTo>
                  <a:cubicBezTo>
                    <a:pt x="98" y="23"/>
                    <a:pt x="98" y="23"/>
                    <a:pt x="99" y="23"/>
                  </a:cubicBezTo>
                  <a:cubicBezTo>
                    <a:pt x="100" y="24"/>
                    <a:pt x="101" y="25"/>
                    <a:pt x="102" y="25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4" y="27"/>
                    <a:pt x="105" y="27"/>
                    <a:pt x="106" y="28"/>
                  </a:cubicBezTo>
                  <a:cubicBezTo>
                    <a:pt x="107" y="28"/>
                    <a:pt x="107" y="29"/>
                    <a:pt x="107" y="29"/>
                  </a:cubicBezTo>
                  <a:cubicBezTo>
                    <a:pt x="108" y="30"/>
                    <a:pt x="109" y="30"/>
                    <a:pt x="111" y="31"/>
                  </a:cubicBezTo>
                  <a:cubicBezTo>
                    <a:pt x="111" y="31"/>
                    <a:pt x="111" y="31"/>
                    <a:pt x="111" y="32"/>
                  </a:cubicBezTo>
                  <a:cubicBezTo>
                    <a:pt x="112" y="32"/>
                    <a:pt x="114" y="33"/>
                    <a:pt x="115" y="34"/>
                  </a:cubicBezTo>
                  <a:cubicBezTo>
                    <a:pt x="115" y="34"/>
                    <a:pt x="116" y="35"/>
                    <a:pt x="116" y="35"/>
                  </a:cubicBezTo>
                  <a:cubicBezTo>
                    <a:pt x="117" y="36"/>
                    <a:pt x="118" y="36"/>
                    <a:pt x="119" y="37"/>
                  </a:cubicBezTo>
                  <a:cubicBezTo>
                    <a:pt x="119" y="37"/>
                    <a:pt x="119" y="38"/>
                    <a:pt x="120" y="38"/>
                  </a:cubicBezTo>
                  <a:cubicBezTo>
                    <a:pt x="121" y="39"/>
                    <a:pt x="122" y="40"/>
                    <a:pt x="123" y="40"/>
                  </a:cubicBezTo>
                  <a:cubicBezTo>
                    <a:pt x="124" y="38"/>
                    <a:pt x="125" y="36"/>
                    <a:pt x="126" y="33"/>
                  </a:cubicBezTo>
                  <a:cubicBezTo>
                    <a:pt x="122" y="30"/>
                    <a:pt x="117" y="27"/>
                    <a:pt x="113" y="24"/>
                  </a:cubicBezTo>
                  <a:cubicBezTo>
                    <a:pt x="95" y="12"/>
                    <a:pt x="76" y="0"/>
                    <a:pt x="58" y="0"/>
                  </a:cubicBezTo>
                  <a:cubicBezTo>
                    <a:pt x="48" y="0"/>
                    <a:pt x="37" y="5"/>
                    <a:pt x="32" y="16"/>
                  </a:cubicBezTo>
                  <a:cubicBezTo>
                    <a:pt x="27" y="25"/>
                    <a:pt x="19" y="34"/>
                    <a:pt x="13" y="43"/>
                  </a:cubicBezTo>
                  <a:cubicBezTo>
                    <a:pt x="7" y="52"/>
                    <a:pt x="2" y="61"/>
                    <a:pt x="2" y="72"/>
                  </a:cubicBezTo>
                  <a:cubicBezTo>
                    <a:pt x="2" y="77"/>
                    <a:pt x="4" y="83"/>
                    <a:pt x="7" y="88"/>
                  </a:cubicBezTo>
                  <a:cubicBezTo>
                    <a:pt x="19" y="105"/>
                    <a:pt x="44" y="125"/>
                    <a:pt x="76" y="133"/>
                  </a:cubicBezTo>
                  <a:cubicBezTo>
                    <a:pt x="77" y="131"/>
                    <a:pt x="77" y="129"/>
                    <a:pt x="78" y="126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0" name="Freeform 456">
              <a:extLst>
                <a:ext uri="{FF2B5EF4-FFF2-40B4-BE49-F238E27FC236}">
                  <a16:creationId xmlns:a16="http://schemas.microsoft.com/office/drawing/2014/main" id="{52EFE5A2-A4A4-4EFE-AD90-30621717DE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8" y="2852"/>
              <a:ext cx="573" cy="630"/>
            </a:xfrm>
            <a:custGeom>
              <a:avLst/>
              <a:gdLst>
                <a:gd name="T0" fmla="*/ 3526 w 229"/>
                <a:gd name="T1" fmla="*/ 1833 h 252"/>
                <a:gd name="T2" fmla="*/ 3588 w 229"/>
                <a:gd name="T3" fmla="*/ 1458 h 252"/>
                <a:gd name="T4" fmla="*/ 3350 w 229"/>
                <a:gd name="T5" fmla="*/ 595 h 252"/>
                <a:gd name="T6" fmla="*/ 2597 w 229"/>
                <a:gd name="T7" fmla="*/ 0 h 252"/>
                <a:gd name="T8" fmla="*/ 2442 w 229"/>
                <a:gd name="T9" fmla="*/ 20 h 252"/>
                <a:gd name="T10" fmla="*/ 1534 w 229"/>
                <a:gd name="T11" fmla="*/ 270 h 252"/>
                <a:gd name="T12" fmla="*/ 876 w 229"/>
                <a:gd name="T13" fmla="*/ 800 h 252"/>
                <a:gd name="T14" fmla="*/ 395 w 229"/>
                <a:gd name="T15" fmla="*/ 1145 h 252"/>
                <a:gd name="T16" fmla="*/ 83 w 229"/>
                <a:gd name="T17" fmla="*/ 1438 h 252"/>
                <a:gd name="T18" fmla="*/ 20 w 229"/>
                <a:gd name="T19" fmla="*/ 1708 h 252"/>
                <a:gd name="T20" fmla="*/ 596 w 229"/>
                <a:gd name="T21" fmla="*/ 2770 h 252"/>
                <a:gd name="T22" fmla="*/ 1346 w 229"/>
                <a:gd name="T23" fmla="*/ 3363 h 252"/>
                <a:gd name="T24" fmla="*/ 1754 w 229"/>
                <a:gd name="T25" fmla="*/ 3720 h 252"/>
                <a:gd name="T26" fmla="*/ 2159 w 229"/>
                <a:gd name="T27" fmla="*/ 3895 h 252"/>
                <a:gd name="T28" fmla="*/ 2179 w 229"/>
                <a:gd name="T29" fmla="*/ 3895 h 252"/>
                <a:gd name="T30" fmla="*/ 2442 w 229"/>
                <a:gd name="T31" fmla="*/ 3750 h 252"/>
                <a:gd name="T32" fmla="*/ 2943 w 229"/>
                <a:gd name="T33" fmla="*/ 2813 h 252"/>
                <a:gd name="T34" fmla="*/ 3526 w 229"/>
                <a:gd name="T35" fmla="*/ 1833 h 252"/>
                <a:gd name="T36" fmla="*/ 2367 w 229"/>
                <a:gd name="T37" fmla="*/ 3688 h 252"/>
                <a:gd name="T38" fmla="*/ 1409 w 229"/>
                <a:gd name="T39" fmla="*/ 3283 h 252"/>
                <a:gd name="T40" fmla="*/ 688 w 229"/>
                <a:gd name="T41" fmla="*/ 2688 h 252"/>
                <a:gd name="T42" fmla="*/ 188 w 229"/>
                <a:gd name="T43" fmla="*/ 1488 h 252"/>
                <a:gd name="T44" fmla="*/ 938 w 229"/>
                <a:gd name="T45" fmla="*/ 895 h 252"/>
                <a:gd name="T46" fmla="*/ 1596 w 229"/>
                <a:gd name="T47" fmla="*/ 375 h 252"/>
                <a:gd name="T48" fmla="*/ 2460 w 229"/>
                <a:gd name="T49" fmla="*/ 125 h 252"/>
                <a:gd name="T50" fmla="*/ 3255 w 229"/>
                <a:gd name="T51" fmla="*/ 658 h 252"/>
                <a:gd name="T52" fmla="*/ 3413 w 229"/>
                <a:gd name="T53" fmla="*/ 1800 h 252"/>
                <a:gd name="T54" fmla="*/ 2847 w 229"/>
                <a:gd name="T55" fmla="*/ 2750 h 252"/>
                <a:gd name="T56" fmla="*/ 2367 w 229"/>
                <a:gd name="T57" fmla="*/ 3688 h 25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9" h="252">
                  <a:moveTo>
                    <a:pt x="225" y="117"/>
                  </a:moveTo>
                  <a:cubicBezTo>
                    <a:pt x="228" y="110"/>
                    <a:pt x="229" y="102"/>
                    <a:pt x="229" y="93"/>
                  </a:cubicBezTo>
                  <a:cubicBezTo>
                    <a:pt x="229" y="75"/>
                    <a:pt x="223" y="55"/>
                    <a:pt x="214" y="38"/>
                  </a:cubicBezTo>
                  <a:cubicBezTo>
                    <a:pt x="203" y="17"/>
                    <a:pt x="187" y="0"/>
                    <a:pt x="166" y="0"/>
                  </a:cubicBezTo>
                  <a:cubicBezTo>
                    <a:pt x="163" y="0"/>
                    <a:pt x="159" y="0"/>
                    <a:pt x="156" y="1"/>
                  </a:cubicBezTo>
                  <a:cubicBezTo>
                    <a:pt x="145" y="3"/>
                    <a:pt x="121" y="5"/>
                    <a:pt x="98" y="17"/>
                  </a:cubicBezTo>
                  <a:cubicBezTo>
                    <a:pt x="82" y="26"/>
                    <a:pt x="68" y="42"/>
                    <a:pt x="56" y="51"/>
                  </a:cubicBezTo>
                  <a:cubicBezTo>
                    <a:pt x="44" y="59"/>
                    <a:pt x="33" y="67"/>
                    <a:pt x="25" y="73"/>
                  </a:cubicBezTo>
                  <a:cubicBezTo>
                    <a:pt x="16" y="80"/>
                    <a:pt x="9" y="85"/>
                    <a:pt x="5" y="92"/>
                  </a:cubicBezTo>
                  <a:cubicBezTo>
                    <a:pt x="2" y="97"/>
                    <a:pt x="1" y="103"/>
                    <a:pt x="1" y="109"/>
                  </a:cubicBezTo>
                  <a:cubicBezTo>
                    <a:pt x="2" y="132"/>
                    <a:pt x="20" y="151"/>
                    <a:pt x="38" y="177"/>
                  </a:cubicBezTo>
                  <a:cubicBezTo>
                    <a:pt x="49" y="191"/>
                    <a:pt x="71" y="202"/>
                    <a:pt x="86" y="215"/>
                  </a:cubicBezTo>
                  <a:cubicBezTo>
                    <a:pt x="95" y="223"/>
                    <a:pt x="104" y="232"/>
                    <a:pt x="112" y="238"/>
                  </a:cubicBezTo>
                  <a:cubicBezTo>
                    <a:pt x="121" y="244"/>
                    <a:pt x="129" y="249"/>
                    <a:pt x="138" y="249"/>
                  </a:cubicBezTo>
                  <a:cubicBezTo>
                    <a:pt x="139" y="249"/>
                    <a:pt x="139" y="249"/>
                    <a:pt x="139" y="249"/>
                  </a:cubicBezTo>
                  <a:cubicBezTo>
                    <a:pt x="145" y="249"/>
                    <a:pt x="152" y="246"/>
                    <a:pt x="156" y="240"/>
                  </a:cubicBezTo>
                  <a:cubicBezTo>
                    <a:pt x="169" y="225"/>
                    <a:pt x="176" y="202"/>
                    <a:pt x="188" y="180"/>
                  </a:cubicBezTo>
                  <a:cubicBezTo>
                    <a:pt x="201" y="156"/>
                    <a:pt x="219" y="133"/>
                    <a:pt x="225" y="117"/>
                  </a:cubicBezTo>
                  <a:moveTo>
                    <a:pt x="151" y="236"/>
                  </a:moveTo>
                  <a:cubicBezTo>
                    <a:pt x="137" y="252"/>
                    <a:pt x="115" y="232"/>
                    <a:pt x="90" y="210"/>
                  </a:cubicBezTo>
                  <a:cubicBezTo>
                    <a:pt x="74" y="196"/>
                    <a:pt x="53" y="184"/>
                    <a:pt x="44" y="172"/>
                  </a:cubicBezTo>
                  <a:cubicBezTo>
                    <a:pt x="21" y="141"/>
                    <a:pt x="0" y="118"/>
                    <a:pt x="12" y="95"/>
                  </a:cubicBezTo>
                  <a:cubicBezTo>
                    <a:pt x="16" y="86"/>
                    <a:pt x="37" y="74"/>
                    <a:pt x="60" y="57"/>
                  </a:cubicBezTo>
                  <a:cubicBezTo>
                    <a:pt x="74" y="47"/>
                    <a:pt x="87" y="31"/>
                    <a:pt x="102" y="24"/>
                  </a:cubicBezTo>
                  <a:cubicBezTo>
                    <a:pt x="123" y="12"/>
                    <a:pt x="147" y="11"/>
                    <a:pt x="157" y="8"/>
                  </a:cubicBezTo>
                  <a:cubicBezTo>
                    <a:pt x="176" y="2"/>
                    <a:pt x="196" y="18"/>
                    <a:pt x="208" y="42"/>
                  </a:cubicBezTo>
                  <a:cubicBezTo>
                    <a:pt x="220" y="65"/>
                    <a:pt x="226" y="94"/>
                    <a:pt x="218" y="115"/>
                  </a:cubicBezTo>
                  <a:cubicBezTo>
                    <a:pt x="213" y="129"/>
                    <a:pt x="195" y="152"/>
                    <a:pt x="182" y="176"/>
                  </a:cubicBezTo>
                  <a:cubicBezTo>
                    <a:pt x="169" y="199"/>
                    <a:pt x="162" y="222"/>
                    <a:pt x="151" y="236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1" name="Freeform 457">
              <a:extLst>
                <a:ext uri="{FF2B5EF4-FFF2-40B4-BE49-F238E27FC236}">
                  <a16:creationId xmlns:a16="http://schemas.microsoft.com/office/drawing/2014/main" id="{6F227EAE-CC2F-445D-8C9B-E3AC63DAB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17"/>
              <a:ext cx="278" cy="153"/>
            </a:xfrm>
            <a:custGeom>
              <a:avLst/>
              <a:gdLst>
                <a:gd name="T0" fmla="*/ 1743 w 111"/>
                <a:gd name="T1" fmla="*/ 584 h 61"/>
                <a:gd name="T2" fmla="*/ 614 w 111"/>
                <a:gd name="T3" fmla="*/ 113 h 61"/>
                <a:gd name="T4" fmla="*/ 596 w 111"/>
                <a:gd name="T5" fmla="*/ 0 h 61"/>
                <a:gd name="T6" fmla="*/ 0 w 111"/>
                <a:gd name="T7" fmla="*/ 251 h 61"/>
                <a:gd name="T8" fmla="*/ 614 w 111"/>
                <a:gd name="T9" fmla="*/ 504 h 61"/>
                <a:gd name="T10" fmla="*/ 614 w 111"/>
                <a:gd name="T11" fmla="*/ 409 h 61"/>
                <a:gd name="T12" fmla="*/ 1555 w 111"/>
                <a:gd name="T13" fmla="*/ 963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61">
                  <a:moveTo>
                    <a:pt x="111" y="37"/>
                  </a:moveTo>
                  <a:cubicBezTo>
                    <a:pt x="93" y="21"/>
                    <a:pt x="61" y="8"/>
                    <a:pt x="3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47" y="29"/>
                    <a:pt x="81" y="41"/>
                    <a:pt x="99" y="61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2" name="Freeform 458">
              <a:extLst>
                <a:ext uri="{FF2B5EF4-FFF2-40B4-BE49-F238E27FC236}">
                  <a16:creationId xmlns:a16="http://schemas.microsoft.com/office/drawing/2014/main" id="{DE30FE71-7448-4DD7-8CB7-2C09CE9DE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910"/>
              <a:ext cx="342" cy="132"/>
            </a:xfrm>
            <a:custGeom>
              <a:avLst/>
              <a:gdLst>
                <a:gd name="T0" fmla="*/ 1633 w 137"/>
                <a:gd name="T1" fmla="*/ 0 h 53"/>
                <a:gd name="T2" fmla="*/ 529 w 137"/>
                <a:gd name="T3" fmla="*/ 446 h 53"/>
                <a:gd name="T4" fmla="*/ 499 w 137"/>
                <a:gd name="T5" fmla="*/ 341 h 53"/>
                <a:gd name="T6" fmla="*/ 0 w 137"/>
                <a:gd name="T7" fmla="*/ 775 h 53"/>
                <a:gd name="T8" fmla="*/ 654 w 137"/>
                <a:gd name="T9" fmla="*/ 819 h 53"/>
                <a:gd name="T10" fmla="*/ 624 w 137"/>
                <a:gd name="T11" fmla="*/ 725 h 53"/>
                <a:gd name="T12" fmla="*/ 2132 w 137"/>
                <a:gd name="T13" fmla="*/ 57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3">
                  <a:moveTo>
                    <a:pt x="105" y="0"/>
                  </a:moveTo>
                  <a:cubicBezTo>
                    <a:pt x="83" y="13"/>
                    <a:pt x="63" y="21"/>
                    <a:pt x="34" y="29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67" y="38"/>
                    <a:pt x="104" y="29"/>
                    <a:pt x="137" y="37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3" name="Freeform 459">
              <a:extLst>
                <a:ext uri="{FF2B5EF4-FFF2-40B4-BE49-F238E27FC236}">
                  <a16:creationId xmlns:a16="http://schemas.microsoft.com/office/drawing/2014/main" id="{21DFAD00-A883-473E-8EAB-7FEBF5D27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427"/>
              <a:ext cx="260" cy="208"/>
            </a:xfrm>
            <a:custGeom>
              <a:avLst/>
              <a:gdLst>
                <a:gd name="T0" fmla="*/ 1625 w 104"/>
                <a:gd name="T1" fmla="*/ 521 h 83"/>
                <a:gd name="T2" fmla="*/ 583 w 104"/>
                <a:gd name="T3" fmla="*/ 251 h 83"/>
                <a:gd name="T4" fmla="*/ 645 w 104"/>
                <a:gd name="T5" fmla="*/ 158 h 83"/>
                <a:gd name="T6" fmla="*/ 0 w 104"/>
                <a:gd name="T7" fmla="*/ 0 h 83"/>
                <a:gd name="T8" fmla="*/ 345 w 104"/>
                <a:gd name="T9" fmla="*/ 566 h 83"/>
                <a:gd name="T10" fmla="*/ 408 w 104"/>
                <a:gd name="T11" fmla="*/ 471 h 83"/>
                <a:gd name="T12" fmla="*/ 1363 w 104"/>
                <a:gd name="T13" fmla="*/ 130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83">
                  <a:moveTo>
                    <a:pt x="104" y="33"/>
                  </a:moveTo>
                  <a:cubicBezTo>
                    <a:pt x="90" y="37"/>
                    <a:pt x="48" y="20"/>
                    <a:pt x="37" y="16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36" y="37"/>
                    <a:pt x="79" y="67"/>
                    <a:pt x="87" y="83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4" name="Freeform 460">
              <a:extLst>
                <a:ext uri="{FF2B5EF4-FFF2-40B4-BE49-F238E27FC236}">
                  <a16:creationId xmlns:a16="http://schemas.microsoft.com/office/drawing/2014/main" id="{522E3D02-EAB9-4E1E-92CF-F37CF8220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722"/>
              <a:ext cx="338" cy="95"/>
            </a:xfrm>
            <a:custGeom>
              <a:avLst/>
              <a:gdLst>
                <a:gd name="T0" fmla="*/ 1993 w 135"/>
                <a:gd name="T1" fmla="*/ 95 h 38"/>
                <a:gd name="T2" fmla="*/ 626 w 135"/>
                <a:gd name="T3" fmla="*/ 125 h 38"/>
                <a:gd name="T4" fmla="*/ 658 w 135"/>
                <a:gd name="T5" fmla="*/ 0 h 38"/>
                <a:gd name="T6" fmla="*/ 0 w 135"/>
                <a:gd name="T7" fmla="*/ 125 h 38"/>
                <a:gd name="T8" fmla="*/ 551 w 135"/>
                <a:gd name="T9" fmla="*/ 500 h 38"/>
                <a:gd name="T10" fmla="*/ 583 w 135"/>
                <a:gd name="T11" fmla="*/ 395 h 38"/>
                <a:gd name="T12" fmla="*/ 2118 w 135"/>
                <a:gd name="T13" fmla="*/ 43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38">
                  <a:moveTo>
                    <a:pt x="127" y="6"/>
                  </a:moveTo>
                  <a:cubicBezTo>
                    <a:pt x="103" y="15"/>
                    <a:pt x="63" y="12"/>
                    <a:pt x="40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50" y="28"/>
                    <a:pt x="100" y="38"/>
                    <a:pt x="135" y="28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5" name="Freeform 461">
              <a:extLst>
                <a:ext uri="{FF2B5EF4-FFF2-40B4-BE49-F238E27FC236}">
                  <a16:creationId xmlns:a16="http://schemas.microsoft.com/office/drawing/2014/main" id="{ADFAA3DB-45DD-4CE8-BBD9-A7B3CB05C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3057"/>
              <a:ext cx="85" cy="85"/>
            </a:xfrm>
            <a:custGeom>
              <a:avLst/>
              <a:gdLst>
                <a:gd name="T0" fmla="*/ 63 w 34"/>
                <a:gd name="T1" fmla="*/ 0 h 34"/>
                <a:gd name="T2" fmla="*/ 438 w 34"/>
                <a:gd name="T3" fmla="*/ 533 h 34"/>
                <a:gd name="T4" fmla="*/ 175 w 34"/>
                <a:gd name="T5" fmla="*/ 175 h 34"/>
                <a:gd name="T6" fmla="*/ 0 w 34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4">
                  <a:moveTo>
                    <a:pt x="4" y="0"/>
                  </a:moveTo>
                  <a:cubicBezTo>
                    <a:pt x="14" y="4"/>
                    <a:pt x="34" y="23"/>
                    <a:pt x="28" y="34"/>
                  </a:cubicBezTo>
                  <a:cubicBezTo>
                    <a:pt x="26" y="25"/>
                    <a:pt x="18" y="16"/>
                    <a:pt x="11" y="11"/>
                  </a:cubicBezTo>
                  <a:cubicBezTo>
                    <a:pt x="7" y="7"/>
                    <a:pt x="1" y="5"/>
                    <a:pt x="0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6" name="Freeform 462">
              <a:extLst>
                <a:ext uri="{FF2B5EF4-FFF2-40B4-BE49-F238E27FC236}">
                  <a16:creationId xmlns:a16="http://schemas.microsoft.com/office/drawing/2014/main" id="{7B2C1197-2484-432F-A986-019A8D84D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960"/>
              <a:ext cx="165" cy="55"/>
            </a:xfrm>
            <a:custGeom>
              <a:avLst/>
              <a:gdLst>
                <a:gd name="T0" fmla="*/ 113 w 66"/>
                <a:gd name="T1" fmla="*/ 345 h 22"/>
                <a:gd name="T2" fmla="*/ 313 w 66"/>
                <a:gd name="T3" fmla="*/ 313 h 22"/>
                <a:gd name="T4" fmla="*/ 658 w 66"/>
                <a:gd name="T5" fmla="*/ 238 h 22"/>
                <a:gd name="T6" fmla="*/ 1033 w 66"/>
                <a:gd name="T7" fmla="*/ 0 h 22"/>
                <a:gd name="T8" fmla="*/ 520 w 66"/>
                <a:gd name="T9" fmla="*/ 145 h 22"/>
                <a:gd name="T10" fmla="*/ 238 w 66"/>
                <a:gd name="T11" fmla="*/ 145 h 22"/>
                <a:gd name="T12" fmla="*/ 0 w 66"/>
                <a:gd name="T13" fmla="*/ 8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2">
                  <a:moveTo>
                    <a:pt x="7" y="22"/>
                  </a:moveTo>
                  <a:cubicBezTo>
                    <a:pt x="6" y="16"/>
                    <a:pt x="17" y="20"/>
                    <a:pt x="20" y="20"/>
                  </a:cubicBezTo>
                  <a:cubicBezTo>
                    <a:pt x="29" y="21"/>
                    <a:pt x="34" y="18"/>
                    <a:pt x="42" y="15"/>
                  </a:cubicBezTo>
                  <a:cubicBezTo>
                    <a:pt x="49" y="12"/>
                    <a:pt x="64" y="7"/>
                    <a:pt x="66" y="0"/>
                  </a:cubicBezTo>
                  <a:cubicBezTo>
                    <a:pt x="55" y="7"/>
                    <a:pt x="46" y="9"/>
                    <a:pt x="33" y="9"/>
                  </a:cubicBezTo>
                  <a:cubicBezTo>
                    <a:pt x="27" y="9"/>
                    <a:pt x="21" y="10"/>
                    <a:pt x="15" y="9"/>
                  </a:cubicBezTo>
                  <a:cubicBezTo>
                    <a:pt x="10" y="8"/>
                    <a:pt x="6" y="6"/>
                    <a:pt x="0" y="5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7" name="Freeform 463">
              <a:extLst>
                <a:ext uri="{FF2B5EF4-FFF2-40B4-BE49-F238E27FC236}">
                  <a16:creationId xmlns:a16="http://schemas.microsoft.com/office/drawing/2014/main" id="{57D89AC2-42B9-45B1-8406-1C4EECBCB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440"/>
              <a:ext cx="95" cy="72"/>
            </a:xfrm>
            <a:custGeom>
              <a:avLst/>
              <a:gdLst>
                <a:gd name="T0" fmla="*/ 0 w 38"/>
                <a:gd name="T1" fmla="*/ 216 h 29"/>
                <a:gd name="T2" fmla="*/ 375 w 38"/>
                <a:gd name="T3" fmla="*/ 400 h 29"/>
                <a:gd name="T4" fmla="*/ 438 w 3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9">
                  <a:moveTo>
                    <a:pt x="0" y="14"/>
                  </a:moveTo>
                  <a:cubicBezTo>
                    <a:pt x="5" y="21"/>
                    <a:pt x="14" y="29"/>
                    <a:pt x="24" y="26"/>
                  </a:cubicBezTo>
                  <a:cubicBezTo>
                    <a:pt x="37" y="23"/>
                    <a:pt x="38" y="6"/>
                    <a:pt x="28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8" name="Freeform 464">
              <a:extLst>
                <a:ext uri="{FF2B5EF4-FFF2-40B4-BE49-F238E27FC236}">
                  <a16:creationId xmlns:a16="http://schemas.microsoft.com/office/drawing/2014/main" id="{0D429E39-B5EB-4D35-8C26-E34FF1877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477"/>
              <a:ext cx="137" cy="113"/>
            </a:xfrm>
            <a:custGeom>
              <a:avLst/>
              <a:gdLst>
                <a:gd name="T0" fmla="*/ 0 w 55"/>
                <a:gd name="T1" fmla="*/ 522 h 45"/>
                <a:gd name="T2" fmla="*/ 354 w 55"/>
                <a:gd name="T3" fmla="*/ 630 h 45"/>
                <a:gd name="T4" fmla="*/ 496 w 55"/>
                <a:gd name="T5" fmla="*/ 429 h 45"/>
                <a:gd name="T6" fmla="*/ 620 w 55"/>
                <a:gd name="T7" fmla="*/ 379 h 45"/>
                <a:gd name="T8" fmla="*/ 807 w 55"/>
                <a:gd name="T9" fmla="*/ 239 h 45"/>
                <a:gd name="T10" fmla="*/ 745 w 55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45">
                  <a:moveTo>
                    <a:pt x="0" y="33"/>
                  </a:moveTo>
                  <a:cubicBezTo>
                    <a:pt x="8" y="39"/>
                    <a:pt x="13" y="45"/>
                    <a:pt x="23" y="40"/>
                  </a:cubicBezTo>
                  <a:cubicBezTo>
                    <a:pt x="29" y="36"/>
                    <a:pt x="29" y="31"/>
                    <a:pt x="32" y="27"/>
                  </a:cubicBezTo>
                  <a:cubicBezTo>
                    <a:pt x="35" y="25"/>
                    <a:pt x="38" y="25"/>
                    <a:pt x="40" y="24"/>
                  </a:cubicBezTo>
                  <a:cubicBezTo>
                    <a:pt x="45" y="22"/>
                    <a:pt x="50" y="20"/>
                    <a:pt x="52" y="15"/>
                  </a:cubicBezTo>
                  <a:cubicBezTo>
                    <a:pt x="55" y="8"/>
                    <a:pt x="50" y="5"/>
                    <a:pt x="48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9" name="Freeform 465">
              <a:extLst>
                <a:ext uri="{FF2B5EF4-FFF2-40B4-BE49-F238E27FC236}">
                  <a16:creationId xmlns:a16="http://schemas.microsoft.com/office/drawing/2014/main" id="{B106F15B-DA01-472C-87AF-661342392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055"/>
              <a:ext cx="102" cy="67"/>
            </a:xfrm>
            <a:custGeom>
              <a:avLst/>
              <a:gdLst>
                <a:gd name="T0" fmla="*/ 0 w 41"/>
                <a:gd name="T1" fmla="*/ 166 h 27"/>
                <a:gd name="T2" fmla="*/ 353 w 41"/>
                <a:gd name="T3" fmla="*/ 382 h 27"/>
                <a:gd name="T4" fmla="*/ 433 w 41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7">
                  <a:moveTo>
                    <a:pt x="0" y="11"/>
                  </a:moveTo>
                  <a:cubicBezTo>
                    <a:pt x="0" y="20"/>
                    <a:pt x="16" y="27"/>
                    <a:pt x="23" y="25"/>
                  </a:cubicBezTo>
                  <a:cubicBezTo>
                    <a:pt x="33" y="22"/>
                    <a:pt x="41" y="4"/>
                    <a:pt x="28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0" name="Freeform 466">
              <a:extLst>
                <a:ext uri="{FF2B5EF4-FFF2-40B4-BE49-F238E27FC236}">
                  <a16:creationId xmlns:a16="http://schemas.microsoft.com/office/drawing/2014/main" id="{05E26314-1E85-4748-B9B4-92BE9B7A4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55"/>
              <a:ext cx="165" cy="95"/>
            </a:xfrm>
            <a:custGeom>
              <a:avLst/>
              <a:gdLst>
                <a:gd name="T0" fmla="*/ 0 w 66"/>
                <a:gd name="T1" fmla="*/ 458 h 38"/>
                <a:gd name="T2" fmla="*/ 188 w 66"/>
                <a:gd name="T3" fmla="*/ 533 h 38"/>
                <a:gd name="T4" fmla="*/ 425 w 66"/>
                <a:gd name="T5" fmla="*/ 520 h 38"/>
                <a:gd name="T6" fmla="*/ 908 w 66"/>
                <a:gd name="T7" fmla="*/ 470 h 38"/>
                <a:gd name="T8" fmla="*/ 895 w 66"/>
                <a:gd name="T9" fmla="*/ 83 h 38"/>
                <a:gd name="T10" fmla="*/ 283 w 66"/>
                <a:gd name="T11" fmla="*/ 15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38">
                  <a:moveTo>
                    <a:pt x="0" y="29"/>
                  </a:moveTo>
                  <a:cubicBezTo>
                    <a:pt x="1" y="34"/>
                    <a:pt x="8" y="34"/>
                    <a:pt x="12" y="34"/>
                  </a:cubicBezTo>
                  <a:cubicBezTo>
                    <a:pt x="19" y="33"/>
                    <a:pt x="20" y="31"/>
                    <a:pt x="27" y="33"/>
                  </a:cubicBezTo>
                  <a:cubicBezTo>
                    <a:pt x="35" y="35"/>
                    <a:pt x="50" y="38"/>
                    <a:pt x="58" y="30"/>
                  </a:cubicBezTo>
                  <a:cubicBezTo>
                    <a:pt x="64" y="25"/>
                    <a:pt x="66" y="10"/>
                    <a:pt x="57" y="5"/>
                  </a:cubicBezTo>
                  <a:cubicBezTo>
                    <a:pt x="49" y="0"/>
                    <a:pt x="27" y="7"/>
                    <a:pt x="18" y="1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1" name="Freeform 467">
              <a:extLst>
                <a:ext uri="{FF2B5EF4-FFF2-40B4-BE49-F238E27FC236}">
                  <a16:creationId xmlns:a16="http://schemas.microsoft.com/office/drawing/2014/main" id="{D7C20F62-FEC2-42B0-8973-4D25A8B8B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015"/>
              <a:ext cx="168" cy="95"/>
            </a:xfrm>
            <a:custGeom>
              <a:avLst/>
              <a:gdLst>
                <a:gd name="T0" fmla="*/ 0 w 67"/>
                <a:gd name="T1" fmla="*/ 438 h 38"/>
                <a:gd name="T2" fmla="*/ 333 w 67"/>
                <a:gd name="T3" fmla="*/ 533 h 38"/>
                <a:gd name="T4" fmla="*/ 504 w 67"/>
                <a:gd name="T5" fmla="*/ 395 h 38"/>
                <a:gd name="T6" fmla="*/ 710 w 67"/>
                <a:gd name="T7" fmla="*/ 313 h 38"/>
                <a:gd name="T8" fmla="*/ 817 w 67"/>
                <a:gd name="T9" fmla="*/ 33 h 38"/>
                <a:gd name="T10" fmla="*/ 188 w 67"/>
                <a:gd name="T11" fmla="*/ 25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38">
                  <a:moveTo>
                    <a:pt x="0" y="28"/>
                  </a:moveTo>
                  <a:cubicBezTo>
                    <a:pt x="2" y="38"/>
                    <a:pt x="14" y="37"/>
                    <a:pt x="21" y="34"/>
                  </a:cubicBezTo>
                  <a:cubicBezTo>
                    <a:pt x="26" y="32"/>
                    <a:pt x="28" y="28"/>
                    <a:pt x="32" y="25"/>
                  </a:cubicBezTo>
                  <a:cubicBezTo>
                    <a:pt x="36" y="22"/>
                    <a:pt x="40" y="22"/>
                    <a:pt x="45" y="20"/>
                  </a:cubicBezTo>
                  <a:cubicBezTo>
                    <a:pt x="52" y="17"/>
                    <a:pt x="67" y="4"/>
                    <a:pt x="52" y="2"/>
                  </a:cubicBezTo>
                  <a:cubicBezTo>
                    <a:pt x="41" y="0"/>
                    <a:pt x="19" y="7"/>
                    <a:pt x="12" y="16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2" name="Freeform 468">
              <a:extLst>
                <a:ext uri="{FF2B5EF4-FFF2-40B4-BE49-F238E27FC236}">
                  <a16:creationId xmlns:a16="http://schemas.microsoft.com/office/drawing/2014/main" id="{2F10D25B-6E63-431B-B28F-E02BADCE8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195"/>
              <a:ext cx="82" cy="132"/>
            </a:xfrm>
            <a:custGeom>
              <a:avLst/>
              <a:gdLst>
                <a:gd name="T0" fmla="*/ 154 w 33"/>
                <a:gd name="T1" fmla="*/ 291 h 53"/>
                <a:gd name="T2" fmla="*/ 124 w 33"/>
                <a:gd name="T3" fmla="*/ 712 h 53"/>
                <a:gd name="T4" fmla="*/ 321 w 33"/>
                <a:gd name="T5" fmla="*/ 807 h 53"/>
                <a:gd name="T6" fmla="*/ 507 w 33"/>
                <a:gd name="T7" fmla="*/ 712 h 53"/>
                <a:gd name="T8" fmla="*/ 340 w 33"/>
                <a:gd name="T9" fmla="*/ 603 h 53"/>
                <a:gd name="T10" fmla="*/ 353 w 33"/>
                <a:gd name="T11" fmla="*/ 384 h 53"/>
                <a:gd name="T12" fmla="*/ 340 w 33"/>
                <a:gd name="T13" fmla="*/ 0 h 53"/>
                <a:gd name="T14" fmla="*/ 199 w 33"/>
                <a:gd name="T15" fmla="*/ 262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53">
                  <a:moveTo>
                    <a:pt x="10" y="19"/>
                  </a:moveTo>
                  <a:cubicBezTo>
                    <a:pt x="0" y="21"/>
                    <a:pt x="2" y="40"/>
                    <a:pt x="8" y="46"/>
                  </a:cubicBezTo>
                  <a:cubicBezTo>
                    <a:pt x="12" y="50"/>
                    <a:pt x="16" y="51"/>
                    <a:pt x="21" y="52"/>
                  </a:cubicBezTo>
                  <a:cubicBezTo>
                    <a:pt x="25" y="53"/>
                    <a:pt x="33" y="51"/>
                    <a:pt x="33" y="46"/>
                  </a:cubicBezTo>
                  <a:cubicBezTo>
                    <a:pt x="28" y="46"/>
                    <a:pt x="24" y="43"/>
                    <a:pt x="22" y="39"/>
                  </a:cubicBezTo>
                  <a:cubicBezTo>
                    <a:pt x="20" y="34"/>
                    <a:pt x="22" y="30"/>
                    <a:pt x="23" y="25"/>
                  </a:cubicBezTo>
                  <a:cubicBezTo>
                    <a:pt x="26" y="16"/>
                    <a:pt x="26" y="7"/>
                    <a:pt x="22" y="0"/>
                  </a:cubicBezTo>
                  <a:cubicBezTo>
                    <a:pt x="23" y="5"/>
                    <a:pt x="16" y="12"/>
                    <a:pt x="13" y="17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3" name="Freeform 469">
              <a:extLst>
                <a:ext uri="{FF2B5EF4-FFF2-40B4-BE49-F238E27FC236}">
                  <a16:creationId xmlns:a16="http://schemas.microsoft.com/office/drawing/2014/main" id="{3386DDA4-0CF2-4E07-ADA4-E866376B1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960"/>
              <a:ext cx="88" cy="325"/>
            </a:xfrm>
            <a:custGeom>
              <a:avLst/>
              <a:gdLst>
                <a:gd name="T0" fmla="*/ 0 w 35"/>
                <a:gd name="T1" fmla="*/ 0 h 130"/>
                <a:gd name="T2" fmla="*/ 556 w 35"/>
                <a:gd name="T3" fmla="*/ 550 h 130"/>
                <a:gd name="T4" fmla="*/ 176 w 35"/>
                <a:gd name="T5" fmla="*/ 2033 h 130"/>
                <a:gd name="T6" fmla="*/ 189 w 35"/>
                <a:gd name="T7" fmla="*/ 30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30">
                  <a:moveTo>
                    <a:pt x="0" y="0"/>
                  </a:moveTo>
                  <a:cubicBezTo>
                    <a:pt x="13" y="16"/>
                    <a:pt x="35" y="35"/>
                    <a:pt x="35" y="35"/>
                  </a:cubicBezTo>
                  <a:cubicBezTo>
                    <a:pt x="29" y="62"/>
                    <a:pt x="13" y="120"/>
                    <a:pt x="11" y="130"/>
                  </a:cubicBezTo>
                  <a:cubicBezTo>
                    <a:pt x="17" y="91"/>
                    <a:pt x="21" y="40"/>
                    <a:pt x="12" y="19"/>
                  </a:cubicBezTo>
                </a:path>
              </a:pathLst>
            </a:custGeom>
            <a:solidFill>
              <a:srgbClr val="008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4" name="Freeform 470">
              <a:extLst>
                <a:ext uri="{FF2B5EF4-FFF2-40B4-BE49-F238E27FC236}">
                  <a16:creationId xmlns:a16="http://schemas.microsoft.com/office/drawing/2014/main" id="{C1D6BC67-9578-4A91-8CCD-EA4C6C084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465"/>
              <a:ext cx="58" cy="437"/>
            </a:xfrm>
            <a:custGeom>
              <a:avLst/>
              <a:gdLst>
                <a:gd name="T0" fmla="*/ 368 w 23"/>
                <a:gd name="T1" fmla="*/ 0 h 175"/>
                <a:gd name="T2" fmla="*/ 96 w 23"/>
                <a:gd name="T3" fmla="*/ 2724 h 175"/>
                <a:gd name="T4" fmla="*/ 146 w 23"/>
                <a:gd name="T5" fmla="*/ 155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5">
                  <a:moveTo>
                    <a:pt x="23" y="0"/>
                  </a:moveTo>
                  <a:cubicBezTo>
                    <a:pt x="23" y="0"/>
                    <a:pt x="1" y="135"/>
                    <a:pt x="6" y="175"/>
                  </a:cubicBezTo>
                  <a:cubicBezTo>
                    <a:pt x="0" y="112"/>
                    <a:pt x="5" y="24"/>
                    <a:pt x="9" y="10"/>
                  </a:cubicBezTo>
                </a:path>
              </a:pathLst>
            </a:custGeom>
            <a:solidFill>
              <a:srgbClr val="008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5" name="Freeform 471">
              <a:extLst>
                <a:ext uri="{FF2B5EF4-FFF2-40B4-BE49-F238E27FC236}">
                  <a16:creationId xmlns:a16="http://schemas.microsoft.com/office/drawing/2014/main" id="{12688838-CE8F-4793-8E95-C43D68B2D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290"/>
              <a:ext cx="65" cy="560"/>
            </a:xfrm>
            <a:custGeom>
              <a:avLst/>
              <a:gdLst>
                <a:gd name="T0" fmla="*/ 95 w 26"/>
                <a:gd name="T1" fmla="*/ 0 h 224"/>
                <a:gd name="T2" fmla="*/ 175 w 26"/>
                <a:gd name="T3" fmla="*/ 3500 h 224"/>
                <a:gd name="T4" fmla="*/ 0 w 26"/>
                <a:gd name="T5" fmla="*/ 3270 h 224"/>
                <a:gd name="T6" fmla="*/ 95 w 26"/>
                <a:gd name="T7" fmla="*/ 0 h 2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4">
                  <a:moveTo>
                    <a:pt x="6" y="0"/>
                  </a:moveTo>
                  <a:cubicBezTo>
                    <a:pt x="15" y="50"/>
                    <a:pt x="26" y="130"/>
                    <a:pt x="11" y="224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0" y="209"/>
                    <a:pt x="24" y="176"/>
                    <a:pt x="6" y="0"/>
                  </a:cubicBezTo>
                </a:path>
              </a:pathLst>
            </a:custGeom>
            <a:solidFill>
              <a:srgbClr val="008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6" name="Freeform 472">
              <a:extLst>
                <a:ext uri="{FF2B5EF4-FFF2-40B4-BE49-F238E27FC236}">
                  <a16:creationId xmlns:a16="http://schemas.microsoft.com/office/drawing/2014/main" id="{8CDD1AC2-9000-4A6F-BFB4-F60CD3ACF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955"/>
              <a:ext cx="145" cy="55"/>
            </a:xfrm>
            <a:custGeom>
              <a:avLst/>
              <a:gdLst>
                <a:gd name="T0" fmla="*/ 0 w 58"/>
                <a:gd name="T1" fmla="*/ 158 h 22"/>
                <a:gd name="T2" fmla="*/ 220 w 58"/>
                <a:gd name="T3" fmla="*/ 250 h 22"/>
                <a:gd name="T4" fmla="*/ 613 w 58"/>
                <a:gd name="T5" fmla="*/ 313 h 22"/>
                <a:gd name="T6" fmla="*/ 583 w 5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2">
                  <a:moveTo>
                    <a:pt x="0" y="10"/>
                  </a:moveTo>
                  <a:cubicBezTo>
                    <a:pt x="1" y="15"/>
                    <a:pt x="10" y="15"/>
                    <a:pt x="14" y="16"/>
                  </a:cubicBezTo>
                  <a:cubicBezTo>
                    <a:pt x="23" y="17"/>
                    <a:pt x="29" y="22"/>
                    <a:pt x="39" y="20"/>
                  </a:cubicBezTo>
                  <a:cubicBezTo>
                    <a:pt x="58" y="16"/>
                    <a:pt x="40" y="8"/>
                    <a:pt x="37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7" name="Freeform 473">
              <a:extLst>
                <a:ext uri="{FF2B5EF4-FFF2-40B4-BE49-F238E27FC236}">
                  <a16:creationId xmlns:a16="http://schemas.microsoft.com/office/drawing/2014/main" id="{B06AE032-FAA9-4151-B290-48B8682C6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740"/>
              <a:ext cx="100" cy="65"/>
            </a:xfrm>
            <a:custGeom>
              <a:avLst/>
              <a:gdLst>
                <a:gd name="T0" fmla="*/ 83 w 40"/>
                <a:gd name="T1" fmla="*/ 63 h 26"/>
                <a:gd name="T2" fmla="*/ 438 w 40"/>
                <a:gd name="T3" fmla="*/ 375 h 26"/>
                <a:gd name="T4" fmla="*/ 408 w 4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6">
                  <a:moveTo>
                    <a:pt x="5" y="4"/>
                  </a:moveTo>
                  <a:cubicBezTo>
                    <a:pt x="0" y="12"/>
                    <a:pt x="21" y="26"/>
                    <a:pt x="28" y="24"/>
                  </a:cubicBezTo>
                  <a:cubicBezTo>
                    <a:pt x="40" y="22"/>
                    <a:pt x="33" y="4"/>
                    <a:pt x="26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8" name="Freeform 474">
              <a:extLst>
                <a:ext uri="{FF2B5EF4-FFF2-40B4-BE49-F238E27FC236}">
                  <a16:creationId xmlns:a16="http://schemas.microsoft.com/office/drawing/2014/main" id="{54AF06AD-F922-4AD3-B6A7-40ACBA8BB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3415"/>
              <a:ext cx="85" cy="80"/>
            </a:xfrm>
            <a:custGeom>
              <a:avLst/>
              <a:gdLst>
                <a:gd name="T0" fmla="*/ 20 w 34"/>
                <a:gd name="T1" fmla="*/ 270 h 32"/>
                <a:gd name="T2" fmla="*/ 363 w 34"/>
                <a:gd name="T3" fmla="*/ 438 h 32"/>
                <a:gd name="T4" fmla="*/ 533 w 34"/>
                <a:gd name="T5" fmla="*/ 220 h 32"/>
                <a:gd name="T6" fmla="*/ 438 w 34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2">
                  <a:moveTo>
                    <a:pt x="1" y="17"/>
                  </a:moveTo>
                  <a:cubicBezTo>
                    <a:pt x="0" y="29"/>
                    <a:pt x="14" y="32"/>
                    <a:pt x="23" y="28"/>
                  </a:cubicBezTo>
                  <a:cubicBezTo>
                    <a:pt x="29" y="26"/>
                    <a:pt x="34" y="21"/>
                    <a:pt x="34" y="14"/>
                  </a:cubicBezTo>
                  <a:cubicBezTo>
                    <a:pt x="34" y="8"/>
                    <a:pt x="30" y="4"/>
                    <a:pt x="28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9" name="Freeform 475">
              <a:extLst>
                <a:ext uri="{FF2B5EF4-FFF2-40B4-BE49-F238E27FC236}">
                  <a16:creationId xmlns:a16="http://schemas.microsoft.com/office/drawing/2014/main" id="{9A7D1A6F-3235-4787-8BF5-D2FCD47EB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3217"/>
              <a:ext cx="163" cy="118"/>
            </a:xfrm>
            <a:custGeom>
              <a:avLst/>
              <a:gdLst>
                <a:gd name="T0" fmla="*/ 20 w 65"/>
                <a:gd name="T1" fmla="*/ 472 h 47"/>
                <a:gd name="T2" fmla="*/ 471 w 65"/>
                <a:gd name="T3" fmla="*/ 567 h 47"/>
                <a:gd name="T4" fmla="*/ 554 w 65"/>
                <a:gd name="T5" fmla="*/ 442 h 47"/>
                <a:gd name="T6" fmla="*/ 692 w 65"/>
                <a:gd name="T7" fmla="*/ 459 h 47"/>
                <a:gd name="T8" fmla="*/ 963 w 65"/>
                <a:gd name="T9" fmla="*/ 346 h 47"/>
                <a:gd name="T10" fmla="*/ 1006 w 65"/>
                <a:gd name="T11" fmla="*/ 95 h 47"/>
                <a:gd name="T12" fmla="*/ 504 w 65"/>
                <a:gd name="T13" fmla="*/ 188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7">
                  <a:moveTo>
                    <a:pt x="1" y="30"/>
                  </a:moveTo>
                  <a:cubicBezTo>
                    <a:pt x="0" y="47"/>
                    <a:pt x="22" y="45"/>
                    <a:pt x="30" y="36"/>
                  </a:cubicBezTo>
                  <a:cubicBezTo>
                    <a:pt x="31" y="34"/>
                    <a:pt x="33" y="29"/>
                    <a:pt x="35" y="28"/>
                  </a:cubicBezTo>
                  <a:cubicBezTo>
                    <a:pt x="36" y="27"/>
                    <a:pt x="42" y="29"/>
                    <a:pt x="44" y="29"/>
                  </a:cubicBezTo>
                  <a:cubicBezTo>
                    <a:pt x="49" y="29"/>
                    <a:pt x="58" y="26"/>
                    <a:pt x="61" y="22"/>
                  </a:cubicBezTo>
                  <a:cubicBezTo>
                    <a:pt x="65" y="18"/>
                    <a:pt x="64" y="11"/>
                    <a:pt x="64" y="6"/>
                  </a:cubicBezTo>
                  <a:cubicBezTo>
                    <a:pt x="57" y="0"/>
                    <a:pt x="36" y="6"/>
                    <a:pt x="32" y="12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0" name="Freeform 476">
              <a:extLst>
                <a:ext uri="{FF2B5EF4-FFF2-40B4-BE49-F238E27FC236}">
                  <a16:creationId xmlns:a16="http://schemas.microsoft.com/office/drawing/2014/main" id="{67948615-9CA1-4ADC-AEFB-1D48CBB2D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3165"/>
              <a:ext cx="102" cy="140"/>
            </a:xfrm>
            <a:custGeom>
              <a:avLst/>
              <a:gdLst>
                <a:gd name="T0" fmla="*/ 229 w 41"/>
                <a:gd name="T1" fmla="*/ 20 h 56"/>
                <a:gd name="T2" fmla="*/ 465 w 41"/>
                <a:gd name="T3" fmla="*/ 658 h 56"/>
                <a:gd name="T4" fmla="*/ 587 w 41"/>
                <a:gd name="T5" fmla="*/ 270 h 56"/>
                <a:gd name="T6" fmla="*/ 291 w 41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6">
                  <a:moveTo>
                    <a:pt x="15" y="1"/>
                  </a:moveTo>
                  <a:cubicBezTo>
                    <a:pt x="0" y="3"/>
                    <a:pt x="9" y="56"/>
                    <a:pt x="30" y="42"/>
                  </a:cubicBezTo>
                  <a:cubicBezTo>
                    <a:pt x="39" y="37"/>
                    <a:pt x="41" y="26"/>
                    <a:pt x="38" y="17"/>
                  </a:cubicBezTo>
                  <a:cubicBezTo>
                    <a:pt x="34" y="7"/>
                    <a:pt x="29" y="2"/>
                    <a:pt x="19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1" name="Freeform 477">
              <a:extLst>
                <a:ext uri="{FF2B5EF4-FFF2-40B4-BE49-F238E27FC236}">
                  <a16:creationId xmlns:a16="http://schemas.microsoft.com/office/drawing/2014/main" id="{62893FF1-4108-428F-9750-D359BA629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3677"/>
              <a:ext cx="65" cy="83"/>
            </a:xfrm>
            <a:custGeom>
              <a:avLst/>
              <a:gdLst>
                <a:gd name="T0" fmla="*/ 238 w 26"/>
                <a:gd name="T1" fmla="*/ 0 h 33"/>
                <a:gd name="T2" fmla="*/ 375 w 26"/>
                <a:gd name="T3" fmla="*/ 126 h 33"/>
                <a:gd name="T4" fmla="*/ 375 w 26"/>
                <a:gd name="T5" fmla="*/ 317 h 33"/>
                <a:gd name="T6" fmla="*/ 0 w 26"/>
                <a:gd name="T7" fmla="*/ 38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15" y="0"/>
                  </a:moveTo>
                  <a:cubicBezTo>
                    <a:pt x="19" y="3"/>
                    <a:pt x="22" y="3"/>
                    <a:pt x="24" y="8"/>
                  </a:cubicBezTo>
                  <a:cubicBezTo>
                    <a:pt x="26" y="12"/>
                    <a:pt x="26" y="16"/>
                    <a:pt x="24" y="20"/>
                  </a:cubicBezTo>
                  <a:cubicBezTo>
                    <a:pt x="20" y="26"/>
                    <a:pt x="4" y="33"/>
                    <a:pt x="0" y="24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2" name="Freeform 478">
              <a:extLst>
                <a:ext uri="{FF2B5EF4-FFF2-40B4-BE49-F238E27FC236}">
                  <a16:creationId xmlns:a16="http://schemas.microsoft.com/office/drawing/2014/main" id="{9AE3A8A3-8A97-4E8A-BDC9-14AB9810E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3615"/>
              <a:ext cx="175" cy="95"/>
            </a:xfrm>
            <a:custGeom>
              <a:avLst/>
              <a:gdLst>
                <a:gd name="T0" fmla="*/ 113 w 70"/>
                <a:gd name="T1" fmla="*/ 283 h 38"/>
                <a:gd name="T2" fmla="*/ 395 w 70"/>
                <a:gd name="T3" fmla="*/ 563 h 38"/>
                <a:gd name="T4" fmla="*/ 583 w 70"/>
                <a:gd name="T5" fmla="*/ 470 h 38"/>
                <a:gd name="T6" fmla="*/ 783 w 70"/>
                <a:gd name="T7" fmla="*/ 470 h 38"/>
                <a:gd name="T8" fmla="*/ 1020 w 70"/>
                <a:gd name="T9" fmla="*/ 175 h 38"/>
                <a:gd name="T10" fmla="*/ 313 w 70"/>
                <a:gd name="T11" fmla="*/ 20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38">
                  <a:moveTo>
                    <a:pt x="7" y="18"/>
                  </a:moveTo>
                  <a:cubicBezTo>
                    <a:pt x="0" y="28"/>
                    <a:pt x="16" y="38"/>
                    <a:pt x="25" y="36"/>
                  </a:cubicBezTo>
                  <a:cubicBezTo>
                    <a:pt x="29" y="34"/>
                    <a:pt x="32" y="30"/>
                    <a:pt x="37" y="30"/>
                  </a:cubicBezTo>
                  <a:cubicBezTo>
                    <a:pt x="41" y="29"/>
                    <a:pt x="45" y="31"/>
                    <a:pt x="50" y="30"/>
                  </a:cubicBezTo>
                  <a:cubicBezTo>
                    <a:pt x="57" y="28"/>
                    <a:pt x="70" y="19"/>
                    <a:pt x="65" y="11"/>
                  </a:cubicBezTo>
                  <a:cubicBezTo>
                    <a:pt x="57" y="0"/>
                    <a:pt x="30" y="10"/>
                    <a:pt x="20" y="13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3" name="Freeform 479">
              <a:extLst>
                <a:ext uri="{FF2B5EF4-FFF2-40B4-BE49-F238E27FC236}">
                  <a16:creationId xmlns:a16="http://schemas.microsoft.com/office/drawing/2014/main" id="{0C3AE48F-4063-4B50-97BE-32DA78144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3567"/>
              <a:ext cx="85" cy="110"/>
            </a:xfrm>
            <a:custGeom>
              <a:avLst/>
              <a:gdLst>
                <a:gd name="T0" fmla="*/ 0 w 34"/>
                <a:gd name="T1" fmla="*/ 175 h 44"/>
                <a:gd name="T2" fmla="*/ 533 w 34"/>
                <a:gd name="T3" fmla="*/ 313 h 44"/>
                <a:gd name="T4" fmla="*/ 270 w 3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0" y="11"/>
                  </a:moveTo>
                  <a:cubicBezTo>
                    <a:pt x="3" y="23"/>
                    <a:pt x="33" y="44"/>
                    <a:pt x="34" y="20"/>
                  </a:cubicBezTo>
                  <a:cubicBezTo>
                    <a:pt x="34" y="9"/>
                    <a:pt x="24" y="5"/>
                    <a:pt x="17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4" name="Freeform 480">
              <a:extLst>
                <a:ext uri="{FF2B5EF4-FFF2-40B4-BE49-F238E27FC236}">
                  <a16:creationId xmlns:a16="http://schemas.microsoft.com/office/drawing/2014/main" id="{493D7C1E-E388-452C-B597-A636D30F7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970"/>
              <a:ext cx="62" cy="42"/>
            </a:xfrm>
            <a:custGeom>
              <a:avLst/>
              <a:gdLst>
                <a:gd name="T0" fmla="*/ 0 w 25"/>
                <a:gd name="T1" fmla="*/ 62 h 17"/>
                <a:gd name="T2" fmla="*/ 382 w 25"/>
                <a:gd name="T3" fmla="*/ 74 h 17"/>
                <a:gd name="T4" fmla="*/ 278 w 2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0" y="4"/>
                  </a:moveTo>
                  <a:cubicBezTo>
                    <a:pt x="2" y="14"/>
                    <a:pt x="21" y="17"/>
                    <a:pt x="25" y="5"/>
                  </a:cubicBezTo>
                  <a:cubicBezTo>
                    <a:pt x="23" y="4"/>
                    <a:pt x="19" y="3"/>
                    <a:pt x="18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5" name="Freeform 481">
              <a:extLst>
                <a:ext uri="{FF2B5EF4-FFF2-40B4-BE49-F238E27FC236}">
                  <a16:creationId xmlns:a16="http://schemas.microsoft.com/office/drawing/2014/main" id="{E2C8A2C4-9624-41DA-94EE-391A49CF7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785"/>
              <a:ext cx="15" cy="17"/>
            </a:xfrm>
            <a:custGeom>
              <a:avLst/>
              <a:gdLst>
                <a:gd name="T0" fmla="*/ 0 w 6"/>
                <a:gd name="T1" fmla="*/ 29 h 7"/>
                <a:gd name="T2" fmla="*/ 2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1" y="7"/>
                    <a:pt x="6" y="0"/>
                    <a:pt x="1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6" name="Freeform 482">
              <a:extLst>
                <a:ext uri="{FF2B5EF4-FFF2-40B4-BE49-F238E27FC236}">
                  <a16:creationId xmlns:a16="http://schemas.microsoft.com/office/drawing/2014/main" id="{115304D8-655A-4548-ABCB-A3005011A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3792"/>
              <a:ext cx="3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7" name="Freeform 483">
              <a:extLst>
                <a:ext uri="{FF2B5EF4-FFF2-40B4-BE49-F238E27FC236}">
                  <a16:creationId xmlns:a16="http://schemas.microsoft.com/office/drawing/2014/main" id="{2856D27E-E952-4A47-9ED3-D1CD8243A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792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50 w 4"/>
                <a:gd name="T3" fmla="*/ 50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3"/>
                    <a:pt x="2" y="4"/>
                    <a:pt x="3" y="3"/>
                  </a:cubicBezTo>
                  <a:cubicBezTo>
                    <a:pt x="4" y="1"/>
                    <a:pt x="2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8" name="Freeform 484">
              <a:extLst>
                <a:ext uri="{FF2B5EF4-FFF2-40B4-BE49-F238E27FC236}">
                  <a16:creationId xmlns:a16="http://schemas.microsoft.com/office/drawing/2014/main" id="{835F0BAB-2E03-4CAA-8D26-5F3D2B38B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697"/>
              <a:ext cx="10" cy="10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4"/>
                    <a:pt x="4" y="2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9" name="Freeform 485">
              <a:extLst>
                <a:ext uri="{FF2B5EF4-FFF2-40B4-BE49-F238E27FC236}">
                  <a16:creationId xmlns:a16="http://schemas.microsoft.com/office/drawing/2014/main" id="{81D7A3D0-8EB7-48A7-8476-4984EFD52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702"/>
              <a:ext cx="15" cy="10"/>
            </a:xfrm>
            <a:custGeom>
              <a:avLst/>
              <a:gdLst>
                <a:gd name="T0" fmla="*/ 33 w 6"/>
                <a:gd name="T1" fmla="*/ 0 h 4"/>
                <a:gd name="T2" fmla="*/ 50 w 6"/>
                <a:gd name="T3" fmla="*/ 63 h 4"/>
                <a:gd name="T4" fmla="*/ 63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0" y="1"/>
                    <a:pt x="1" y="3"/>
                    <a:pt x="3" y="4"/>
                  </a:cubicBezTo>
                  <a:cubicBezTo>
                    <a:pt x="5" y="4"/>
                    <a:pt x="6" y="1"/>
                    <a:pt x="4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0" name="Freeform 486">
              <a:extLst>
                <a:ext uri="{FF2B5EF4-FFF2-40B4-BE49-F238E27FC236}">
                  <a16:creationId xmlns:a16="http://schemas.microsoft.com/office/drawing/2014/main" id="{BAC122F2-05FF-4B5B-B0C5-4810B2945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3700"/>
              <a:ext cx="8" cy="7"/>
            </a:xfrm>
            <a:custGeom>
              <a:avLst/>
              <a:gdLst>
                <a:gd name="T0" fmla="*/ 21 w 3"/>
                <a:gd name="T1" fmla="*/ 0 h 3"/>
                <a:gd name="T2" fmla="*/ 35 w 3"/>
                <a:gd name="T3" fmla="*/ 37 h 3"/>
                <a:gd name="T4" fmla="*/ 21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3" y="3"/>
                    <a:pt x="2" y="1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1" name="Freeform 487">
              <a:extLst>
                <a:ext uri="{FF2B5EF4-FFF2-40B4-BE49-F238E27FC236}">
                  <a16:creationId xmlns:a16="http://schemas.microsoft.com/office/drawing/2014/main" id="{4BC787FD-0D8E-4EEB-9BF2-022BA56C9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702"/>
              <a:ext cx="13" cy="13"/>
            </a:xfrm>
            <a:custGeom>
              <a:avLst/>
              <a:gdLst>
                <a:gd name="T0" fmla="*/ 21 w 5"/>
                <a:gd name="T1" fmla="*/ 21 h 5"/>
                <a:gd name="T2" fmla="*/ 55 w 5"/>
                <a:gd name="T3" fmla="*/ 55 h 5"/>
                <a:gd name="T4" fmla="*/ 21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3"/>
                    <a:pt x="1" y="5"/>
                    <a:pt x="3" y="3"/>
                  </a:cubicBezTo>
                  <a:cubicBezTo>
                    <a:pt x="5" y="1"/>
                    <a:pt x="2" y="0"/>
                    <a:pt x="1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2" name="Freeform 488">
              <a:extLst>
                <a:ext uri="{FF2B5EF4-FFF2-40B4-BE49-F238E27FC236}">
                  <a16:creationId xmlns:a16="http://schemas.microsoft.com/office/drawing/2014/main" id="{146437F4-34D3-4851-B7B1-021E249F4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380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34 w 5"/>
                <a:gd name="T3" fmla="*/ 63 h 4"/>
                <a:gd name="T4" fmla="*/ 34 w 5"/>
                <a:gd name="T5" fmla="*/ 0 h 4"/>
                <a:gd name="T6" fmla="*/ 34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5" y="4"/>
                    <a:pt x="3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3" name="Freeform 489">
              <a:extLst>
                <a:ext uri="{FF2B5EF4-FFF2-40B4-BE49-F238E27FC236}">
                  <a16:creationId xmlns:a16="http://schemas.microsoft.com/office/drawing/2014/main" id="{C891F235-6B92-40DA-9AB0-747531EA8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390"/>
              <a:ext cx="15" cy="10"/>
            </a:xfrm>
            <a:custGeom>
              <a:avLst/>
              <a:gdLst>
                <a:gd name="T0" fmla="*/ 33 w 6"/>
                <a:gd name="T1" fmla="*/ 0 h 4"/>
                <a:gd name="T2" fmla="*/ 33 w 6"/>
                <a:gd name="T3" fmla="*/ 50 h 4"/>
                <a:gd name="T4" fmla="*/ 50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4"/>
                    <a:pt x="6" y="2"/>
                    <a:pt x="3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4" name="Freeform 490">
              <a:extLst>
                <a:ext uri="{FF2B5EF4-FFF2-40B4-BE49-F238E27FC236}">
                  <a16:creationId xmlns:a16="http://schemas.microsoft.com/office/drawing/2014/main" id="{A304F060-D319-4753-BA5E-4DAFF382D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390"/>
              <a:ext cx="13" cy="10"/>
            </a:xfrm>
            <a:custGeom>
              <a:avLst/>
              <a:gdLst>
                <a:gd name="T0" fmla="*/ 21 w 5"/>
                <a:gd name="T1" fmla="*/ 0 h 4"/>
                <a:gd name="T2" fmla="*/ 55 w 5"/>
                <a:gd name="T3" fmla="*/ 50 h 4"/>
                <a:gd name="T4" fmla="*/ 34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1" y="4"/>
                    <a:pt x="3" y="3"/>
                  </a:cubicBezTo>
                  <a:cubicBezTo>
                    <a:pt x="5" y="3"/>
                    <a:pt x="3" y="0"/>
                    <a:pt x="2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5" name="Freeform 491">
              <a:extLst>
                <a:ext uri="{FF2B5EF4-FFF2-40B4-BE49-F238E27FC236}">
                  <a16:creationId xmlns:a16="http://schemas.microsoft.com/office/drawing/2014/main" id="{DD235F18-D0D3-4806-B85E-28F164ECA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400"/>
              <a:ext cx="12" cy="10"/>
            </a:xfrm>
            <a:custGeom>
              <a:avLst/>
              <a:gdLst>
                <a:gd name="T0" fmla="*/ 12 w 5"/>
                <a:gd name="T1" fmla="*/ 20 h 4"/>
                <a:gd name="T2" fmla="*/ 12 w 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4"/>
                    <a:pt x="5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6" name="Freeform 492">
              <a:extLst>
                <a:ext uri="{FF2B5EF4-FFF2-40B4-BE49-F238E27FC236}">
                  <a16:creationId xmlns:a16="http://schemas.microsoft.com/office/drawing/2014/main" id="{9003B5DD-4CFF-46EE-B17F-5107EA5C4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472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7" name="Freeform 493">
              <a:extLst>
                <a:ext uri="{FF2B5EF4-FFF2-40B4-BE49-F238E27FC236}">
                  <a16:creationId xmlns:a16="http://schemas.microsoft.com/office/drawing/2014/main" id="{CD932536-129F-4272-9950-4EF8B1616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462"/>
              <a:ext cx="22" cy="18"/>
            </a:xfrm>
            <a:custGeom>
              <a:avLst/>
              <a:gdLst>
                <a:gd name="T0" fmla="*/ 42 w 9"/>
                <a:gd name="T1" fmla="*/ 0 h 7"/>
                <a:gd name="T2" fmla="*/ 71 w 9"/>
                <a:gd name="T3" fmla="*/ 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3" y="0"/>
                  </a:moveTo>
                  <a:cubicBezTo>
                    <a:pt x="0" y="7"/>
                    <a:pt x="9" y="4"/>
                    <a:pt x="5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8" name="Freeform 494">
              <a:extLst>
                <a:ext uri="{FF2B5EF4-FFF2-40B4-BE49-F238E27FC236}">
                  <a16:creationId xmlns:a16="http://schemas.microsoft.com/office/drawing/2014/main" id="{BC78C870-D61A-402A-9FB8-BDBD40FAE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475"/>
              <a:ext cx="7" cy="7"/>
            </a:xfrm>
            <a:custGeom>
              <a:avLst/>
              <a:gdLst>
                <a:gd name="T0" fmla="*/ 12 w 3"/>
                <a:gd name="T1" fmla="*/ 0 h 3"/>
                <a:gd name="T2" fmla="*/ 28 w 3"/>
                <a:gd name="T3" fmla="*/ 28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1" y="3"/>
                    <a:pt x="2" y="2"/>
                  </a:cubicBezTo>
                  <a:cubicBezTo>
                    <a:pt x="3" y="2"/>
                    <a:pt x="2" y="0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9" name="Freeform 495">
              <a:extLst>
                <a:ext uri="{FF2B5EF4-FFF2-40B4-BE49-F238E27FC236}">
                  <a16:creationId xmlns:a16="http://schemas.microsoft.com/office/drawing/2014/main" id="{365897C2-9E58-4A97-80B8-D1FC86CD3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477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34 w 5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2"/>
                    <a:pt x="2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0" name="Freeform 496">
              <a:extLst>
                <a:ext uri="{FF2B5EF4-FFF2-40B4-BE49-F238E27FC236}">
                  <a16:creationId xmlns:a16="http://schemas.microsoft.com/office/drawing/2014/main" id="{8B3DE2A1-BCE0-4EDC-A749-41E56B1E7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482"/>
              <a:ext cx="5" cy="13"/>
            </a:xfrm>
            <a:custGeom>
              <a:avLst/>
              <a:gdLst>
                <a:gd name="T0" fmla="*/ 0 w 2"/>
                <a:gd name="T1" fmla="*/ 55 h 5"/>
                <a:gd name="T2" fmla="*/ 33 w 2"/>
                <a:gd name="T3" fmla="*/ 55 h 5"/>
                <a:gd name="T4" fmla="*/ 0 w 2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3"/>
                  </a:moveTo>
                  <a:cubicBezTo>
                    <a:pt x="0" y="5"/>
                    <a:pt x="1" y="4"/>
                    <a:pt x="2" y="3"/>
                  </a:cubicBezTo>
                  <a:cubicBezTo>
                    <a:pt x="2" y="3"/>
                    <a:pt x="1" y="0"/>
                    <a:pt x="0" y="3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1" name="Freeform 497">
              <a:extLst>
                <a:ext uri="{FF2B5EF4-FFF2-40B4-BE49-F238E27FC236}">
                  <a16:creationId xmlns:a16="http://schemas.microsoft.com/office/drawing/2014/main" id="{6B9B5D9E-381F-45CC-B05D-F889E7A2D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972"/>
              <a:ext cx="17" cy="15"/>
            </a:xfrm>
            <a:custGeom>
              <a:avLst/>
              <a:gdLst>
                <a:gd name="T0" fmla="*/ 29 w 7"/>
                <a:gd name="T1" fmla="*/ 33 h 6"/>
                <a:gd name="T2" fmla="*/ 58 w 7"/>
                <a:gd name="T3" fmla="*/ 83 h 6"/>
                <a:gd name="T4" fmla="*/ 29 w 7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0" y="2"/>
                    <a:pt x="1" y="6"/>
                    <a:pt x="4" y="5"/>
                  </a:cubicBezTo>
                  <a:cubicBezTo>
                    <a:pt x="7" y="3"/>
                    <a:pt x="3" y="0"/>
                    <a:pt x="2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2" name="Freeform 498">
              <a:extLst>
                <a:ext uri="{FF2B5EF4-FFF2-40B4-BE49-F238E27FC236}">
                  <a16:creationId xmlns:a16="http://schemas.microsoft.com/office/drawing/2014/main" id="{9DA51524-6059-4FD6-B6ED-5923ACC17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75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33 w 6"/>
                <a:gd name="T3" fmla="*/ 50 h 4"/>
                <a:gd name="T4" fmla="*/ 50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3"/>
                    <a:pt x="2" y="3"/>
                  </a:cubicBezTo>
                  <a:cubicBezTo>
                    <a:pt x="4" y="4"/>
                    <a:pt x="6" y="1"/>
                    <a:pt x="3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3" name="Freeform 499">
              <a:extLst>
                <a:ext uri="{FF2B5EF4-FFF2-40B4-BE49-F238E27FC236}">
                  <a16:creationId xmlns:a16="http://schemas.microsoft.com/office/drawing/2014/main" id="{1AACA541-1600-405F-B810-185CED18E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975"/>
              <a:ext cx="5" cy="5"/>
            </a:xfrm>
            <a:custGeom>
              <a:avLst/>
              <a:gdLst>
                <a:gd name="T0" fmla="*/ 33 w 2"/>
                <a:gd name="T1" fmla="*/ 0 h 2"/>
                <a:gd name="T2" fmla="*/ 20 w 2"/>
                <a:gd name="T3" fmla="*/ 20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4" name="Freeform 500">
              <a:extLst>
                <a:ext uri="{FF2B5EF4-FFF2-40B4-BE49-F238E27FC236}">
                  <a16:creationId xmlns:a16="http://schemas.microsoft.com/office/drawing/2014/main" id="{81D75A9C-F734-49BE-949A-F57822D6B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80"/>
              <a:ext cx="8" cy="7"/>
            </a:xfrm>
            <a:custGeom>
              <a:avLst/>
              <a:gdLst>
                <a:gd name="T0" fmla="*/ 21 w 3"/>
                <a:gd name="T1" fmla="*/ 28 h 3"/>
                <a:gd name="T2" fmla="*/ 0 w 3"/>
                <a:gd name="T3" fmla="*/ 28 h 3"/>
                <a:gd name="T4" fmla="*/ 56 w 3"/>
                <a:gd name="T5" fmla="*/ 12 h 3"/>
                <a:gd name="T6" fmla="*/ 21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1"/>
                    <a:pt x="0" y="2"/>
                  </a:cubicBezTo>
                  <a:cubicBezTo>
                    <a:pt x="1" y="3"/>
                    <a:pt x="2" y="2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5" name="Freeform 501">
              <a:extLst>
                <a:ext uri="{FF2B5EF4-FFF2-40B4-BE49-F238E27FC236}">
                  <a16:creationId xmlns:a16="http://schemas.microsoft.com/office/drawing/2014/main" id="{701D2FA8-DDE9-492F-8610-367CAFD2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980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34 w 5"/>
                <a:gd name="T3" fmla="*/ 63 h 4"/>
                <a:gd name="T4" fmla="*/ 21 w 5"/>
                <a:gd name="T5" fmla="*/ 20 h 4"/>
                <a:gd name="T6" fmla="*/ 21 w 5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5" y="3"/>
                    <a:pt x="3" y="0"/>
                    <a:pt x="1" y="1"/>
                  </a:cubicBezTo>
                  <a:cubicBezTo>
                    <a:pt x="1" y="2"/>
                    <a:pt x="1" y="1"/>
                    <a:pt x="1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6" name="Freeform 502">
              <a:extLst>
                <a:ext uri="{FF2B5EF4-FFF2-40B4-BE49-F238E27FC236}">
                  <a16:creationId xmlns:a16="http://schemas.microsoft.com/office/drawing/2014/main" id="{04D55DE9-76E3-477F-918E-F7C9AD83A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967"/>
              <a:ext cx="10" cy="13"/>
            </a:xfrm>
            <a:custGeom>
              <a:avLst/>
              <a:gdLst>
                <a:gd name="T0" fmla="*/ 20 w 4"/>
                <a:gd name="T1" fmla="*/ 55 h 5"/>
                <a:gd name="T2" fmla="*/ 20 w 4"/>
                <a:gd name="T3" fmla="*/ 68 h 5"/>
                <a:gd name="T4" fmla="*/ 0 w 4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3"/>
                  </a:moveTo>
                  <a:cubicBezTo>
                    <a:pt x="1" y="3"/>
                    <a:pt x="1" y="4"/>
                    <a:pt x="1" y="4"/>
                  </a:cubicBezTo>
                  <a:cubicBezTo>
                    <a:pt x="4" y="5"/>
                    <a:pt x="2" y="0"/>
                    <a:pt x="0" y="3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7" name="Freeform 503">
              <a:extLst>
                <a:ext uri="{FF2B5EF4-FFF2-40B4-BE49-F238E27FC236}">
                  <a16:creationId xmlns:a16="http://schemas.microsoft.com/office/drawing/2014/main" id="{0C7F5898-7622-45BF-8DA0-64FDB9B5D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100"/>
              <a:ext cx="8" cy="7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37 h 3"/>
                <a:gd name="T4" fmla="*/ 56 w 3"/>
                <a:gd name="T5" fmla="*/ 28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8" name="Freeform 504">
              <a:extLst>
                <a:ext uri="{FF2B5EF4-FFF2-40B4-BE49-F238E27FC236}">
                  <a16:creationId xmlns:a16="http://schemas.microsoft.com/office/drawing/2014/main" id="{BE5FCC48-5F71-412B-BB66-B870FE433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107"/>
              <a:ext cx="15" cy="8"/>
            </a:xfrm>
            <a:custGeom>
              <a:avLst/>
              <a:gdLst>
                <a:gd name="T0" fmla="*/ 50 w 6"/>
                <a:gd name="T1" fmla="*/ 21 h 3"/>
                <a:gd name="T2" fmla="*/ 33 w 6"/>
                <a:gd name="T3" fmla="*/ 56 h 3"/>
                <a:gd name="T4" fmla="*/ 63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4" y="3"/>
                    <a:pt x="6" y="0"/>
                    <a:pt x="4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9" name="Freeform 505">
              <a:extLst>
                <a:ext uri="{FF2B5EF4-FFF2-40B4-BE49-F238E27FC236}">
                  <a16:creationId xmlns:a16="http://schemas.microsoft.com/office/drawing/2014/main" id="{CFADD9BF-1313-4459-AA1A-AAB50EC24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097"/>
              <a:ext cx="12" cy="10"/>
            </a:xfrm>
            <a:custGeom>
              <a:avLst/>
              <a:gdLst>
                <a:gd name="T0" fmla="*/ 29 w 5"/>
                <a:gd name="T1" fmla="*/ 20 h 4"/>
                <a:gd name="T2" fmla="*/ 41 w 5"/>
                <a:gd name="T3" fmla="*/ 50 h 4"/>
                <a:gd name="T4" fmla="*/ 12 w 5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5" y="1"/>
                    <a:pt x="1" y="0"/>
                    <a:pt x="1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0" name="Freeform 506">
              <a:extLst>
                <a:ext uri="{FF2B5EF4-FFF2-40B4-BE49-F238E27FC236}">
                  <a16:creationId xmlns:a16="http://schemas.microsoft.com/office/drawing/2014/main" id="{69015316-2CA7-40AC-9C89-F2CDD0F9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90"/>
              <a:ext cx="15" cy="17"/>
            </a:xfrm>
            <a:custGeom>
              <a:avLst/>
              <a:gdLst>
                <a:gd name="T0" fmla="*/ 33 w 6"/>
                <a:gd name="T1" fmla="*/ 58 h 7"/>
                <a:gd name="T2" fmla="*/ 20 w 6"/>
                <a:gd name="T3" fmla="*/ 87 h 7"/>
                <a:gd name="T4" fmla="*/ 0 w 6"/>
                <a:gd name="T5" fmla="*/ 8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4"/>
                  </a:moveTo>
                  <a:cubicBezTo>
                    <a:pt x="1" y="5"/>
                    <a:pt x="0" y="5"/>
                    <a:pt x="1" y="6"/>
                  </a:cubicBezTo>
                  <a:cubicBezTo>
                    <a:pt x="6" y="7"/>
                    <a:pt x="0" y="0"/>
                    <a:pt x="0" y="6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1" name="Freeform 507">
              <a:extLst>
                <a:ext uri="{FF2B5EF4-FFF2-40B4-BE49-F238E27FC236}">
                  <a16:creationId xmlns:a16="http://schemas.microsoft.com/office/drawing/2014/main" id="{7876642B-883D-4E93-972E-F968F0B05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090"/>
              <a:ext cx="10" cy="7"/>
            </a:xfrm>
            <a:custGeom>
              <a:avLst/>
              <a:gdLst>
                <a:gd name="T0" fmla="*/ 50 w 4"/>
                <a:gd name="T1" fmla="*/ 12 h 3"/>
                <a:gd name="T2" fmla="*/ 33 w 4"/>
                <a:gd name="T3" fmla="*/ 37 h 3"/>
                <a:gd name="T4" fmla="*/ 50 w 4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3"/>
                    <a:pt x="4" y="1"/>
                    <a:pt x="3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2" name="Freeform 508">
              <a:extLst>
                <a:ext uri="{FF2B5EF4-FFF2-40B4-BE49-F238E27FC236}">
                  <a16:creationId xmlns:a16="http://schemas.microsoft.com/office/drawing/2014/main" id="{9F27112F-AF1D-4269-B93E-B58D91387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090"/>
              <a:ext cx="5" cy="7"/>
            </a:xfrm>
            <a:custGeom>
              <a:avLst/>
              <a:gdLst>
                <a:gd name="T0" fmla="*/ 20 w 2"/>
                <a:gd name="T1" fmla="*/ 12 h 3"/>
                <a:gd name="T2" fmla="*/ 0 w 2"/>
                <a:gd name="T3" fmla="*/ 37 h 3"/>
                <a:gd name="T4" fmla="*/ 0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0"/>
                    <a:pt x="0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3" name="Freeform 509">
              <a:extLst>
                <a:ext uri="{FF2B5EF4-FFF2-40B4-BE49-F238E27FC236}">
                  <a16:creationId xmlns:a16="http://schemas.microsoft.com/office/drawing/2014/main" id="{826A660F-57CF-4F3E-8DBE-B52892CF3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702"/>
              <a:ext cx="18" cy="13"/>
            </a:xfrm>
            <a:custGeom>
              <a:avLst/>
              <a:gdLst>
                <a:gd name="T0" fmla="*/ 67 w 7"/>
                <a:gd name="T1" fmla="*/ 34 h 5"/>
                <a:gd name="T2" fmla="*/ 54 w 7"/>
                <a:gd name="T3" fmla="*/ 88 h 5"/>
                <a:gd name="T4" fmla="*/ 5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2"/>
                  </a:moveTo>
                  <a:cubicBezTo>
                    <a:pt x="3" y="0"/>
                    <a:pt x="0" y="4"/>
                    <a:pt x="3" y="5"/>
                  </a:cubicBezTo>
                  <a:cubicBezTo>
                    <a:pt x="6" y="5"/>
                    <a:pt x="7" y="0"/>
                    <a:pt x="3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4" name="Freeform 510">
              <a:extLst>
                <a:ext uri="{FF2B5EF4-FFF2-40B4-BE49-F238E27FC236}">
                  <a16:creationId xmlns:a16="http://schemas.microsoft.com/office/drawing/2014/main" id="{28D52AAF-A7FD-4DB6-BC72-C140F877E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710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50 h 4"/>
                <a:gd name="T4" fmla="*/ 3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2" y="4"/>
                    <a:pt x="5" y="1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5" name="Freeform 511">
              <a:extLst>
                <a:ext uri="{FF2B5EF4-FFF2-40B4-BE49-F238E27FC236}">
                  <a16:creationId xmlns:a16="http://schemas.microsoft.com/office/drawing/2014/main" id="{3A71152D-0556-468D-8F47-1D259F2FA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705"/>
              <a:ext cx="13" cy="7"/>
            </a:xfrm>
            <a:custGeom>
              <a:avLst/>
              <a:gdLst>
                <a:gd name="T0" fmla="*/ 34 w 5"/>
                <a:gd name="T1" fmla="*/ 0 h 3"/>
                <a:gd name="T2" fmla="*/ 0 w 5"/>
                <a:gd name="T3" fmla="*/ 12 h 3"/>
                <a:gd name="T4" fmla="*/ 3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2" y="3"/>
                    <a:pt x="5" y="0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6" name="Freeform 512">
              <a:extLst>
                <a:ext uri="{FF2B5EF4-FFF2-40B4-BE49-F238E27FC236}">
                  <a16:creationId xmlns:a16="http://schemas.microsoft.com/office/drawing/2014/main" id="{11C90501-48F4-40B5-8810-A92F770C3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707"/>
              <a:ext cx="12" cy="10"/>
            </a:xfrm>
            <a:custGeom>
              <a:avLst/>
              <a:gdLst>
                <a:gd name="T0" fmla="*/ 58 w 5"/>
                <a:gd name="T1" fmla="*/ 0 h 4"/>
                <a:gd name="T2" fmla="*/ 70 w 5"/>
                <a:gd name="T3" fmla="*/ 20 h 4"/>
                <a:gd name="T4" fmla="*/ 58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0" y="2"/>
                    <a:pt x="4" y="4"/>
                    <a:pt x="5" y="1"/>
                  </a:cubicBezTo>
                  <a:cubicBezTo>
                    <a:pt x="5" y="1"/>
                    <a:pt x="5" y="1"/>
                    <a:pt x="4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7" name="Freeform 513">
              <a:extLst>
                <a:ext uri="{FF2B5EF4-FFF2-40B4-BE49-F238E27FC236}">
                  <a16:creationId xmlns:a16="http://schemas.microsoft.com/office/drawing/2014/main" id="{0199C30E-8C76-4CF7-B49D-02D3662A7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707"/>
              <a:ext cx="30" cy="8"/>
            </a:xfrm>
            <a:custGeom>
              <a:avLst/>
              <a:gdLst>
                <a:gd name="T0" fmla="*/ 95 w 12"/>
                <a:gd name="T1" fmla="*/ 0 h 3"/>
                <a:gd name="T2" fmla="*/ 95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6" y="0"/>
                  </a:moveTo>
                  <a:cubicBezTo>
                    <a:pt x="0" y="3"/>
                    <a:pt x="12" y="2"/>
                    <a:pt x="6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8" name="Freeform 514">
              <a:extLst>
                <a:ext uri="{FF2B5EF4-FFF2-40B4-BE49-F238E27FC236}">
                  <a16:creationId xmlns:a16="http://schemas.microsoft.com/office/drawing/2014/main" id="{A69EBE0B-9AC9-4BA3-8864-3AA540C76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587"/>
              <a:ext cx="10" cy="10"/>
            </a:xfrm>
            <a:custGeom>
              <a:avLst/>
              <a:gdLst>
                <a:gd name="T0" fmla="*/ 50 w 4"/>
                <a:gd name="T1" fmla="*/ 33 h 4"/>
                <a:gd name="T2" fmla="*/ 0 w 4"/>
                <a:gd name="T3" fmla="*/ 63 h 4"/>
                <a:gd name="T4" fmla="*/ 63 w 4"/>
                <a:gd name="T5" fmla="*/ 63 h 4"/>
                <a:gd name="T6" fmla="*/ 5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1" y="4"/>
                    <a:pt x="3" y="4"/>
                    <a:pt x="4" y="4"/>
                  </a:cubicBezTo>
                  <a:cubicBezTo>
                    <a:pt x="4" y="3"/>
                    <a:pt x="3" y="2"/>
                    <a:pt x="3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9" name="Freeform 515">
              <a:extLst>
                <a:ext uri="{FF2B5EF4-FFF2-40B4-BE49-F238E27FC236}">
                  <a16:creationId xmlns:a16="http://schemas.microsoft.com/office/drawing/2014/main" id="{EF3FB135-970C-402C-8E13-0746904E2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595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21 w 5"/>
                <a:gd name="T3" fmla="*/ 50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0"/>
                    <a:pt x="0" y="1"/>
                    <a:pt x="1" y="3"/>
                  </a:cubicBezTo>
                  <a:cubicBezTo>
                    <a:pt x="3" y="4"/>
                    <a:pt x="5" y="1"/>
                    <a:pt x="3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" name="Freeform 516">
              <a:extLst>
                <a:ext uri="{FF2B5EF4-FFF2-40B4-BE49-F238E27FC236}">
                  <a16:creationId xmlns:a16="http://schemas.microsoft.com/office/drawing/2014/main" id="{2AB181A8-19A8-492A-B4D2-4552382BF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587"/>
              <a:ext cx="7" cy="13"/>
            </a:xfrm>
            <a:custGeom>
              <a:avLst/>
              <a:gdLst>
                <a:gd name="T0" fmla="*/ 37 w 3"/>
                <a:gd name="T1" fmla="*/ 21 h 5"/>
                <a:gd name="T2" fmla="*/ 37 w 3"/>
                <a:gd name="T3" fmla="*/ 55 h 5"/>
                <a:gd name="T4" fmla="*/ 28 w 3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0" y="0"/>
                    <a:pt x="0" y="5"/>
                    <a:pt x="3" y="3"/>
                  </a:cubicBezTo>
                  <a:cubicBezTo>
                    <a:pt x="3" y="2"/>
                    <a:pt x="2" y="2"/>
                    <a:pt x="2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1" name="Freeform 517">
              <a:extLst>
                <a:ext uri="{FF2B5EF4-FFF2-40B4-BE49-F238E27FC236}">
                  <a16:creationId xmlns:a16="http://schemas.microsoft.com/office/drawing/2014/main" id="{3463D495-2397-45CD-8A79-D6D48C681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597"/>
              <a:ext cx="30" cy="5"/>
            </a:xfrm>
            <a:custGeom>
              <a:avLst/>
              <a:gdLst>
                <a:gd name="T0" fmla="*/ 95 w 12"/>
                <a:gd name="T1" fmla="*/ 0 h 2"/>
                <a:gd name="T2" fmla="*/ 95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6" y="0"/>
                  </a:moveTo>
                  <a:cubicBezTo>
                    <a:pt x="0" y="2"/>
                    <a:pt x="12" y="1"/>
                    <a:pt x="6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" name="Freeform 518">
              <a:extLst>
                <a:ext uri="{FF2B5EF4-FFF2-40B4-BE49-F238E27FC236}">
                  <a16:creationId xmlns:a16="http://schemas.microsoft.com/office/drawing/2014/main" id="{0489E807-0755-4B7C-9C09-54E76D9A9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740"/>
              <a:ext cx="53" cy="60"/>
            </a:xfrm>
            <a:custGeom>
              <a:avLst/>
              <a:gdLst>
                <a:gd name="T0" fmla="*/ 0 w 21"/>
                <a:gd name="T1" fmla="*/ 333 h 24"/>
                <a:gd name="T2" fmla="*/ 305 w 21"/>
                <a:gd name="T3" fmla="*/ 188 h 24"/>
                <a:gd name="T4" fmla="*/ 83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0" y="21"/>
                  </a:moveTo>
                  <a:cubicBezTo>
                    <a:pt x="5" y="24"/>
                    <a:pt x="18" y="18"/>
                    <a:pt x="19" y="12"/>
                  </a:cubicBezTo>
                  <a:cubicBezTo>
                    <a:pt x="21" y="4"/>
                    <a:pt x="11" y="0"/>
                    <a:pt x="5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" name="Freeform 519">
              <a:extLst>
                <a:ext uri="{FF2B5EF4-FFF2-40B4-BE49-F238E27FC236}">
                  <a16:creationId xmlns:a16="http://schemas.microsoft.com/office/drawing/2014/main" id="{A61B218B-2C66-40E4-B6AE-7D515EBD6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327"/>
              <a:ext cx="90" cy="50"/>
            </a:xfrm>
            <a:custGeom>
              <a:avLst/>
              <a:gdLst>
                <a:gd name="T0" fmla="*/ 0 w 36"/>
                <a:gd name="T1" fmla="*/ 158 h 20"/>
                <a:gd name="T2" fmla="*/ 208 w 36"/>
                <a:gd name="T3" fmla="*/ 283 h 20"/>
                <a:gd name="T4" fmla="*/ 470 w 36"/>
                <a:gd name="T5" fmla="*/ 283 h 20"/>
                <a:gd name="T6" fmla="*/ 533 w 36"/>
                <a:gd name="T7" fmla="*/ 113 h 20"/>
                <a:gd name="T8" fmla="*/ 425 w 36"/>
                <a:gd name="T9" fmla="*/ 50 h 20"/>
                <a:gd name="T10" fmla="*/ 345 w 36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0">
                  <a:moveTo>
                    <a:pt x="0" y="10"/>
                  </a:moveTo>
                  <a:cubicBezTo>
                    <a:pt x="2" y="15"/>
                    <a:pt x="9" y="18"/>
                    <a:pt x="13" y="18"/>
                  </a:cubicBezTo>
                  <a:cubicBezTo>
                    <a:pt x="18" y="19"/>
                    <a:pt x="25" y="20"/>
                    <a:pt x="30" y="18"/>
                  </a:cubicBezTo>
                  <a:cubicBezTo>
                    <a:pt x="34" y="17"/>
                    <a:pt x="36" y="10"/>
                    <a:pt x="34" y="7"/>
                  </a:cubicBezTo>
                  <a:cubicBezTo>
                    <a:pt x="32" y="4"/>
                    <a:pt x="29" y="4"/>
                    <a:pt x="27" y="3"/>
                  </a:cubicBezTo>
                  <a:cubicBezTo>
                    <a:pt x="25" y="2"/>
                    <a:pt x="24" y="0"/>
                    <a:pt x="22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4" name="Freeform 520">
              <a:extLst>
                <a:ext uri="{FF2B5EF4-FFF2-40B4-BE49-F238E27FC236}">
                  <a16:creationId xmlns:a16="http://schemas.microsoft.com/office/drawing/2014/main" id="{0AB55C7C-28F5-48E7-A02E-F68E641DD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765"/>
              <a:ext cx="313" cy="190"/>
            </a:xfrm>
            <a:custGeom>
              <a:avLst/>
              <a:gdLst>
                <a:gd name="T0" fmla="*/ 1913 w 125"/>
                <a:gd name="T1" fmla="*/ 0 h 76"/>
                <a:gd name="T2" fmla="*/ 471 w 125"/>
                <a:gd name="T3" fmla="*/ 770 h 76"/>
                <a:gd name="T4" fmla="*/ 408 w 125"/>
                <a:gd name="T5" fmla="*/ 658 h 76"/>
                <a:gd name="T6" fmla="*/ 0 w 125"/>
                <a:gd name="T7" fmla="*/ 1188 h 76"/>
                <a:gd name="T8" fmla="*/ 659 w 125"/>
                <a:gd name="T9" fmla="*/ 1095 h 76"/>
                <a:gd name="T10" fmla="*/ 596 w 125"/>
                <a:gd name="T11" fmla="*/ 988 h 76"/>
                <a:gd name="T12" fmla="*/ 596 w 125"/>
                <a:gd name="T13" fmla="*/ 988 h 76"/>
                <a:gd name="T14" fmla="*/ 1192 w 125"/>
                <a:gd name="T15" fmla="*/ 645 h 76"/>
                <a:gd name="T16" fmla="*/ 1963 w 125"/>
                <a:gd name="T17" fmla="*/ 425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76">
                  <a:moveTo>
                    <a:pt x="122" y="0"/>
                  </a:moveTo>
                  <a:cubicBezTo>
                    <a:pt x="81" y="13"/>
                    <a:pt x="47" y="37"/>
                    <a:pt x="30" y="49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42" y="70"/>
                    <a:pt x="42" y="70"/>
                    <a:pt x="42" y="70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38" y="63"/>
                    <a:pt x="54" y="51"/>
                    <a:pt x="76" y="41"/>
                  </a:cubicBezTo>
                  <a:cubicBezTo>
                    <a:pt x="91" y="34"/>
                    <a:pt x="107" y="30"/>
                    <a:pt x="125" y="27"/>
                  </a:cubicBezTo>
                </a:path>
              </a:pathLst>
            </a:custGeom>
            <a:solidFill>
              <a:srgbClr val="C2E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5" name="Freeform 521">
              <a:extLst>
                <a:ext uri="{FF2B5EF4-FFF2-40B4-BE49-F238E27FC236}">
                  <a16:creationId xmlns:a16="http://schemas.microsoft.com/office/drawing/2014/main" id="{14405DCD-C2AD-4A21-BE30-1AD0AC55E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222"/>
              <a:ext cx="260" cy="230"/>
            </a:xfrm>
            <a:custGeom>
              <a:avLst/>
              <a:gdLst>
                <a:gd name="T0" fmla="*/ 1625 w 104"/>
                <a:gd name="T1" fmla="*/ 1175 h 92"/>
                <a:gd name="T2" fmla="*/ 563 w 104"/>
                <a:gd name="T3" fmla="*/ 283 h 92"/>
                <a:gd name="T4" fmla="*/ 625 w 104"/>
                <a:gd name="T5" fmla="*/ 188 h 92"/>
                <a:gd name="T6" fmla="*/ 0 w 104"/>
                <a:gd name="T7" fmla="*/ 0 h 92"/>
                <a:gd name="T8" fmla="*/ 313 w 104"/>
                <a:gd name="T9" fmla="*/ 583 h 92"/>
                <a:gd name="T10" fmla="*/ 375 w 104"/>
                <a:gd name="T11" fmla="*/ 488 h 92"/>
                <a:gd name="T12" fmla="*/ 1375 w 104"/>
                <a:gd name="T13" fmla="*/ 1438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92">
                  <a:moveTo>
                    <a:pt x="104" y="75"/>
                  </a:moveTo>
                  <a:cubicBezTo>
                    <a:pt x="87" y="67"/>
                    <a:pt x="49" y="28"/>
                    <a:pt x="36" y="18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33" y="40"/>
                    <a:pt x="63" y="73"/>
                    <a:pt x="88" y="92"/>
                  </a:cubicBezTo>
                </a:path>
              </a:pathLst>
            </a:custGeom>
            <a:solidFill>
              <a:srgbClr val="C2E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6" name="Freeform 522">
              <a:extLst>
                <a:ext uri="{FF2B5EF4-FFF2-40B4-BE49-F238E27FC236}">
                  <a16:creationId xmlns:a16="http://schemas.microsoft.com/office/drawing/2014/main" id="{E8F34801-AB08-4D4C-9275-D41E27605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237"/>
              <a:ext cx="183" cy="138"/>
            </a:xfrm>
            <a:custGeom>
              <a:avLst/>
              <a:gdLst>
                <a:gd name="T0" fmla="*/ 0 w 73"/>
                <a:gd name="T1" fmla="*/ 0 h 55"/>
                <a:gd name="T2" fmla="*/ 188 w 73"/>
                <a:gd name="T3" fmla="*/ 251 h 55"/>
                <a:gd name="T4" fmla="*/ 238 w 73"/>
                <a:gd name="T5" fmla="*/ 630 h 55"/>
                <a:gd name="T6" fmla="*/ 1151 w 73"/>
                <a:gd name="T7" fmla="*/ 314 h 55"/>
                <a:gd name="T8" fmla="*/ 346 w 73"/>
                <a:gd name="T9" fmla="*/ 251 h 55"/>
                <a:gd name="T10" fmla="*/ 83 w 73"/>
                <a:gd name="T11" fmla="*/ 2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55">
                  <a:moveTo>
                    <a:pt x="0" y="0"/>
                  </a:moveTo>
                  <a:cubicBezTo>
                    <a:pt x="6" y="5"/>
                    <a:pt x="10" y="8"/>
                    <a:pt x="12" y="16"/>
                  </a:cubicBezTo>
                  <a:cubicBezTo>
                    <a:pt x="14" y="22"/>
                    <a:pt x="11" y="35"/>
                    <a:pt x="15" y="40"/>
                  </a:cubicBezTo>
                  <a:cubicBezTo>
                    <a:pt x="26" y="55"/>
                    <a:pt x="58" y="21"/>
                    <a:pt x="73" y="20"/>
                  </a:cubicBezTo>
                  <a:cubicBezTo>
                    <a:pt x="58" y="23"/>
                    <a:pt x="34" y="26"/>
                    <a:pt x="22" y="16"/>
                  </a:cubicBezTo>
                  <a:cubicBezTo>
                    <a:pt x="16" y="11"/>
                    <a:pt x="13" y="3"/>
                    <a:pt x="5" y="1"/>
                  </a:cubicBezTo>
                </a:path>
              </a:pathLst>
            </a:custGeom>
            <a:solidFill>
              <a:srgbClr val="BE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7" name="Freeform 523">
              <a:extLst>
                <a:ext uri="{FF2B5EF4-FFF2-40B4-BE49-F238E27FC236}">
                  <a16:creationId xmlns:a16="http://schemas.microsoft.com/office/drawing/2014/main" id="{3AC0357E-3C3F-4F96-A83F-79714E44F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847"/>
              <a:ext cx="212" cy="115"/>
            </a:xfrm>
            <a:custGeom>
              <a:avLst/>
              <a:gdLst>
                <a:gd name="T0" fmla="*/ 404 w 85"/>
                <a:gd name="T1" fmla="*/ 0 h 46"/>
                <a:gd name="T2" fmla="*/ 870 w 85"/>
                <a:gd name="T3" fmla="*/ 300 h 46"/>
                <a:gd name="T4" fmla="*/ 1307 w 85"/>
                <a:gd name="T5" fmla="*/ 688 h 46"/>
                <a:gd name="T6" fmla="*/ 915 w 85"/>
                <a:gd name="T7" fmla="*/ 563 h 46"/>
                <a:gd name="T8" fmla="*/ 449 w 85"/>
                <a:gd name="T9" fmla="*/ 645 h 46"/>
                <a:gd name="T10" fmla="*/ 479 w 85"/>
                <a:gd name="T11" fmla="*/ 14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6">
                  <a:moveTo>
                    <a:pt x="26" y="0"/>
                  </a:moveTo>
                  <a:cubicBezTo>
                    <a:pt x="35" y="11"/>
                    <a:pt x="44" y="13"/>
                    <a:pt x="56" y="19"/>
                  </a:cubicBezTo>
                  <a:cubicBezTo>
                    <a:pt x="64" y="22"/>
                    <a:pt x="85" y="35"/>
                    <a:pt x="84" y="44"/>
                  </a:cubicBezTo>
                  <a:cubicBezTo>
                    <a:pt x="74" y="45"/>
                    <a:pt x="68" y="38"/>
                    <a:pt x="59" y="36"/>
                  </a:cubicBezTo>
                  <a:cubicBezTo>
                    <a:pt x="49" y="32"/>
                    <a:pt x="39" y="39"/>
                    <a:pt x="29" y="41"/>
                  </a:cubicBezTo>
                  <a:cubicBezTo>
                    <a:pt x="0" y="46"/>
                    <a:pt x="30" y="20"/>
                    <a:pt x="31" y="9"/>
                  </a:cubicBezTo>
                </a:path>
              </a:pathLst>
            </a:custGeom>
            <a:solidFill>
              <a:srgbClr val="BE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8" name="Freeform 524">
              <a:extLst>
                <a:ext uri="{FF2B5EF4-FFF2-40B4-BE49-F238E27FC236}">
                  <a16:creationId xmlns:a16="http://schemas.microsoft.com/office/drawing/2014/main" id="{BF98756F-3EE0-4B75-8E57-97CC20E8A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3615"/>
              <a:ext cx="140" cy="127"/>
            </a:xfrm>
            <a:custGeom>
              <a:avLst/>
              <a:gdLst>
                <a:gd name="T0" fmla="*/ 20 w 56"/>
                <a:gd name="T1" fmla="*/ 0 h 51"/>
                <a:gd name="T2" fmla="*/ 95 w 56"/>
                <a:gd name="T3" fmla="*/ 383 h 51"/>
                <a:gd name="T4" fmla="*/ 33 w 56"/>
                <a:gd name="T5" fmla="*/ 745 h 51"/>
                <a:gd name="T6" fmla="*/ 875 w 56"/>
                <a:gd name="T7" fmla="*/ 371 h 51"/>
                <a:gd name="T8" fmla="*/ 583 w 56"/>
                <a:gd name="T9" fmla="*/ 311 h 51"/>
                <a:gd name="T10" fmla="*/ 175 w 56"/>
                <a:gd name="T11" fmla="*/ 10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1">
                  <a:moveTo>
                    <a:pt x="1" y="0"/>
                  </a:moveTo>
                  <a:cubicBezTo>
                    <a:pt x="6" y="4"/>
                    <a:pt x="6" y="18"/>
                    <a:pt x="6" y="25"/>
                  </a:cubicBezTo>
                  <a:cubicBezTo>
                    <a:pt x="6" y="29"/>
                    <a:pt x="0" y="46"/>
                    <a:pt x="2" y="48"/>
                  </a:cubicBezTo>
                  <a:cubicBezTo>
                    <a:pt x="5" y="51"/>
                    <a:pt x="55" y="27"/>
                    <a:pt x="56" y="24"/>
                  </a:cubicBezTo>
                  <a:cubicBezTo>
                    <a:pt x="51" y="20"/>
                    <a:pt x="43" y="21"/>
                    <a:pt x="37" y="20"/>
                  </a:cubicBezTo>
                  <a:cubicBezTo>
                    <a:pt x="27" y="18"/>
                    <a:pt x="19" y="14"/>
                    <a:pt x="11" y="7"/>
                  </a:cubicBezTo>
                </a:path>
              </a:pathLst>
            </a:custGeom>
            <a:solidFill>
              <a:srgbClr val="BE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9" name="Freeform 525">
              <a:extLst>
                <a:ext uri="{FF2B5EF4-FFF2-40B4-BE49-F238E27FC236}">
                  <a16:creationId xmlns:a16="http://schemas.microsoft.com/office/drawing/2014/main" id="{83E3F67F-4D73-48C6-BE62-0E67846A2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750"/>
              <a:ext cx="75" cy="87"/>
            </a:xfrm>
            <a:custGeom>
              <a:avLst/>
              <a:gdLst>
                <a:gd name="T0" fmla="*/ 50 w 30"/>
                <a:gd name="T1" fmla="*/ 104 h 35"/>
                <a:gd name="T2" fmla="*/ 470 w 30"/>
                <a:gd name="T3" fmla="*/ 75 h 35"/>
                <a:gd name="T4" fmla="*/ 238 w 30"/>
                <a:gd name="T5" fmla="*/ 537 h 35"/>
                <a:gd name="T6" fmla="*/ 0 w 30"/>
                <a:gd name="T7" fmla="*/ 18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">
                  <a:moveTo>
                    <a:pt x="3" y="7"/>
                  </a:moveTo>
                  <a:cubicBezTo>
                    <a:pt x="9" y="5"/>
                    <a:pt x="24" y="0"/>
                    <a:pt x="30" y="5"/>
                  </a:cubicBezTo>
                  <a:cubicBezTo>
                    <a:pt x="27" y="15"/>
                    <a:pt x="20" y="25"/>
                    <a:pt x="15" y="35"/>
                  </a:cubicBezTo>
                  <a:cubicBezTo>
                    <a:pt x="11" y="27"/>
                    <a:pt x="9" y="14"/>
                    <a:pt x="0" y="12"/>
                  </a:cubicBezTo>
                </a:path>
              </a:pathLst>
            </a:custGeom>
            <a:solidFill>
              <a:srgbClr val="006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0" name="Oval 526">
              <a:extLst>
                <a:ext uri="{FF2B5EF4-FFF2-40B4-BE49-F238E27FC236}">
                  <a16:creationId xmlns:a16="http://schemas.microsoft.com/office/drawing/2014/main" id="{76A0A876-BB97-4F49-92CA-ED562D7BB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3880"/>
              <a:ext cx="315" cy="18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1" name="Oval 527">
              <a:extLst>
                <a:ext uri="{FF2B5EF4-FFF2-40B4-BE49-F238E27FC236}">
                  <a16:creationId xmlns:a16="http://schemas.microsoft.com/office/drawing/2014/main" id="{EAE3460E-E7B3-4135-9DA0-D333AB6CB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3910"/>
              <a:ext cx="265" cy="13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2" name="Oval 528">
              <a:extLst>
                <a:ext uri="{FF2B5EF4-FFF2-40B4-BE49-F238E27FC236}">
                  <a16:creationId xmlns:a16="http://schemas.microsoft.com/office/drawing/2014/main" id="{E8F80A50-DBA9-4AD2-A44C-D721806C7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" y="3880"/>
              <a:ext cx="315" cy="18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3" name="Oval 529">
              <a:extLst>
                <a:ext uri="{FF2B5EF4-FFF2-40B4-BE49-F238E27FC236}">
                  <a16:creationId xmlns:a16="http://schemas.microsoft.com/office/drawing/2014/main" id="{94142163-CCA9-45AA-A914-D5A434496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3910"/>
              <a:ext cx="265" cy="13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4" name="Freeform 530">
              <a:extLst>
                <a:ext uri="{FF2B5EF4-FFF2-40B4-BE49-F238E27FC236}">
                  <a16:creationId xmlns:a16="http://schemas.microsoft.com/office/drawing/2014/main" id="{A7C54657-90C9-4AA6-A027-C4F90B8C9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3045"/>
              <a:ext cx="65" cy="257"/>
            </a:xfrm>
            <a:custGeom>
              <a:avLst/>
              <a:gdLst>
                <a:gd name="T0" fmla="*/ 0 w 26"/>
                <a:gd name="T1" fmla="*/ 1599 h 103"/>
                <a:gd name="T2" fmla="*/ 158 w 26"/>
                <a:gd name="T3" fmla="*/ 1008 h 103"/>
                <a:gd name="T4" fmla="*/ 408 w 26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03">
                  <a:moveTo>
                    <a:pt x="0" y="103"/>
                  </a:moveTo>
                  <a:cubicBezTo>
                    <a:pt x="3" y="90"/>
                    <a:pt x="7" y="78"/>
                    <a:pt x="10" y="65"/>
                  </a:cubicBezTo>
                  <a:cubicBezTo>
                    <a:pt x="16" y="43"/>
                    <a:pt x="21" y="21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5" name="Freeform 531">
              <a:extLst>
                <a:ext uri="{FF2B5EF4-FFF2-40B4-BE49-F238E27FC236}">
                  <a16:creationId xmlns:a16="http://schemas.microsoft.com/office/drawing/2014/main" id="{C000856B-3F0C-4FF2-9672-BAFC6C46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084"/>
              <a:ext cx="533" cy="1886"/>
            </a:xfrm>
            <a:custGeom>
              <a:avLst/>
              <a:gdLst>
                <a:gd name="T0" fmla="*/ 3150 w 213"/>
                <a:gd name="T1" fmla="*/ 4943 h 754"/>
                <a:gd name="T2" fmla="*/ 3256 w 213"/>
                <a:gd name="T3" fmla="*/ 2159 h 754"/>
                <a:gd name="T4" fmla="*/ 2943 w 213"/>
                <a:gd name="T5" fmla="*/ 550 h 754"/>
                <a:gd name="T6" fmla="*/ 1959 w 213"/>
                <a:gd name="T7" fmla="*/ 750 h 754"/>
                <a:gd name="T8" fmla="*/ 2067 w 213"/>
                <a:gd name="T9" fmla="*/ 3022 h 754"/>
                <a:gd name="T10" fmla="*/ 783 w 213"/>
                <a:gd name="T11" fmla="*/ 7984 h 754"/>
                <a:gd name="T12" fmla="*/ 33 w 213"/>
                <a:gd name="T13" fmla="*/ 11298 h 754"/>
                <a:gd name="T14" fmla="*/ 33 w 213"/>
                <a:gd name="T15" fmla="*/ 11781 h 754"/>
                <a:gd name="T16" fmla="*/ 1021 w 213"/>
                <a:gd name="T17" fmla="*/ 11236 h 754"/>
                <a:gd name="T18" fmla="*/ 2004 w 213"/>
                <a:gd name="T19" fmla="*/ 11801 h 754"/>
                <a:gd name="T20" fmla="*/ 2004 w 213"/>
                <a:gd name="T21" fmla="*/ 11719 h 754"/>
                <a:gd name="T22" fmla="*/ 2347 w 213"/>
                <a:gd name="T23" fmla="*/ 8497 h 7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3" h="754">
                  <a:moveTo>
                    <a:pt x="201" y="316"/>
                  </a:moveTo>
                  <a:cubicBezTo>
                    <a:pt x="212" y="243"/>
                    <a:pt x="213" y="184"/>
                    <a:pt x="208" y="138"/>
                  </a:cubicBezTo>
                  <a:cubicBezTo>
                    <a:pt x="205" y="113"/>
                    <a:pt x="198" y="74"/>
                    <a:pt x="188" y="35"/>
                  </a:cubicBezTo>
                  <a:cubicBezTo>
                    <a:pt x="178" y="0"/>
                    <a:pt x="118" y="11"/>
                    <a:pt x="125" y="48"/>
                  </a:cubicBezTo>
                  <a:cubicBezTo>
                    <a:pt x="132" y="90"/>
                    <a:pt x="136" y="139"/>
                    <a:pt x="132" y="193"/>
                  </a:cubicBezTo>
                  <a:cubicBezTo>
                    <a:pt x="122" y="320"/>
                    <a:pt x="73" y="436"/>
                    <a:pt x="50" y="510"/>
                  </a:cubicBezTo>
                  <a:cubicBezTo>
                    <a:pt x="32" y="581"/>
                    <a:pt x="7" y="654"/>
                    <a:pt x="2" y="722"/>
                  </a:cubicBezTo>
                  <a:cubicBezTo>
                    <a:pt x="0" y="738"/>
                    <a:pt x="1" y="751"/>
                    <a:pt x="2" y="753"/>
                  </a:cubicBezTo>
                  <a:cubicBezTo>
                    <a:pt x="3" y="734"/>
                    <a:pt x="31" y="718"/>
                    <a:pt x="65" y="718"/>
                  </a:cubicBezTo>
                  <a:cubicBezTo>
                    <a:pt x="99" y="718"/>
                    <a:pt x="127" y="734"/>
                    <a:pt x="128" y="754"/>
                  </a:cubicBezTo>
                  <a:cubicBezTo>
                    <a:pt x="129" y="752"/>
                    <a:pt x="128" y="752"/>
                    <a:pt x="128" y="749"/>
                  </a:cubicBezTo>
                  <a:cubicBezTo>
                    <a:pt x="128" y="688"/>
                    <a:pt x="136" y="616"/>
                    <a:pt x="150" y="5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6" name="Freeform 532">
              <a:extLst>
                <a:ext uri="{FF2B5EF4-FFF2-40B4-BE49-F238E27FC236}">
                  <a16:creationId xmlns:a16="http://schemas.microsoft.com/office/drawing/2014/main" id="{C32BA50F-432E-4FB8-A5FE-E13AC00F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2079"/>
              <a:ext cx="590" cy="1898"/>
            </a:xfrm>
            <a:custGeom>
              <a:avLst/>
              <a:gdLst>
                <a:gd name="T0" fmla="*/ 1625 w 236"/>
                <a:gd name="T1" fmla="*/ 6817 h 759"/>
                <a:gd name="T2" fmla="*/ 583 w 236"/>
                <a:gd name="T3" fmla="*/ 9680 h 759"/>
                <a:gd name="T4" fmla="*/ 20 w 236"/>
                <a:gd name="T5" fmla="*/ 11756 h 759"/>
                <a:gd name="T6" fmla="*/ 1000 w 236"/>
                <a:gd name="T7" fmla="*/ 11255 h 759"/>
                <a:gd name="T8" fmla="*/ 1988 w 236"/>
                <a:gd name="T9" fmla="*/ 11838 h 759"/>
                <a:gd name="T10" fmla="*/ 1988 w 236"/>
                <a:gd name="T11" fmla="*/ 11868 h 759"/>
                <a:gd name="T12" fmla="*/ 2395 w 236"/>
                <a:gd name="T13" fmla="*/ 10038 h 759"/>
                <a:gd name="T14" fmla="*/ 3238 w 236"/>
                <a:gd name="T15" fmla="*/ 6709 h 759"/>
                <a:gd name="T16" fmla="*/ 3270 w 236"/>
                <a:gd name="T17" fmla="*/ 613 h 759"/>
                <a:gd name="T18" fmla="*/ 2270 w 236"/>
                <a:gd name="T19" fmla="*/ 783 h 759"/>
                <a:gd name="T20" fmla="*/ 2050 w 236"/>
                <a:gd name="T21" fmla="*/ 5116 h 7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759">
                  <a:moveTo>
                    <a:pt x="104" y="436"/>
                  </a:moveTo>
                  <a:cubicBezTo>
                    <a:pt x="78" y="525"/>
                    <a:pt x="52" y="574"/>
                    <a:pt x="37" y="619"/>
                  </a:cubicBezTo>
                  <a:cubicBezTo>
                    <a:pt x="17" y="670"/>
                    <a:pt x="0" y="737"/>
                    <a:pt x="1" y="752"/>
                  </a:cubicBezTo>
                  <a:cubicBezTo>
                    <a:pt x="5" y="734"/>
                    <a:pt x="32" y="720"/>
                    <a:pt x="64" y="720"/>
                  </a:cubicBezTo>
                  <a:cubicBezTo>
                    <a:pt x="99" y="720"/>
                    <a:pt x="127" y="737"/>
                    <a:pt x="127" y="757"/>
                  </a:cubicBezTo>
                  <a:cubicBezTo>
                    <a:pt x="127" y="758"/>
                    <a:pt x="127" y="758"/>
                    <a:pt x="127" y="759"/>
                  </a:cubicBezTo>
                  <a:cubicBezTo>
                    <a:pt x="133" y="747"/>
                    <a:pt x="145" y="668"/>
                    <a:pt x="153" y="642"/>
                  </a:cubicBezTo>
                  <a:cubicBezTo>
                    <a:pt x="168" y="590"/>
                    <a:pt x="188" y="533"/>
                    <a:pt x="207" y="429"/>
                  </a:cubicBezTo>
                  <a:cubicBezTo>
                    <a:pt x="236" y="278"/>
                    <a:pt x="227" y="134"/>
                    <a:pt x="209" y="39"/>
                  </a:cubicBezTo>
                  <a:cubicBezTo>
                    <a:pt x="200" y="0"/>
                    <a:pt x="142" y="14"/>
                    <a:pt x="145" y="50"/>
                  </a:cubicBezTo>
                  <a:cubicBezTo>
                    <a:pt x="155" y="149"/>
                    <a:pt x="154" y="224"/>
                    <a:pt x="131" y="3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7" name="Freeform 533">
              <a:extLst>
                <a:ext uri="{FF2B5EF4-FFF2-40B4-BE49-F238E27FC236}">
                  <a16:creationId xmlns:a16="http://schemas.microsoft.com/office/drawing/2014/main" id="{631D6F21-E64E-404C-8FC7-37D000C01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562"/>
              <a:ext cx="2453" cy="618"/>
            </a:xfrm>
            <a:custGeom>
              <a:avLst/>
              <a:gdLst>
                <a:gd name="T0" fmla="*/ 15338 w 981"/>
                <a:gd name="T1" fmla="*/ 2022 h 247"/>
                <a:gd name="T2" fmla="*/ 13443 w 981"/>
                <a:gd name="T3" fmla="*/ 3756 h 247"/>
                <a:gd name="T4" fmla="*/ 12400 w 981"/>
                <a:gd name="T5" fmla="*/ 3600 h 247"/>
                <a:gd name="T6" fmla="*/ 11472 w 981"/>
                <a:gd name="T7" fmla="*/ 2585 h 247"/>
                <a:gd name="T8" fmla="*/ 10160 w 981"/>
                <a:gd name="T9" fmla="*/ 1629 h 247"/>
                <a:gd name="T10" fmla="*/ 8272 w 981"/>
                <a:gd name="T11" fmla="*/ 375 h 247"/>
                <a:gd name="T12" fmla="*/ 6254 w 981"/>
                <a:gd name="T13" fmla="*/ 270 h 247"/>
                <a:gd name="T14" fmla="*/ 5334 w 981"/>
                <a:gd name="T15" fmla="*/ 626 h 247"/>
                <a:gd name="T16" fmla="*/ 4271 w 981"/>
                <a:gd name="T17" fmla="*/ 971 h 247"/>
                <a:gd name="T18" fmla="*/ 3021 w 981"/>
                <a:gd name="T19" fmla="*/ 1566 h 247"/>
                <a:gd name="T20" fmla="*/ 1645 w 981"/>
                <a:gd name="T21" fmla="*/ 2442 h 247"/>
                <a:gd name="T22" fmla="*/ 688 w 981"/>
                <a:gd name="T23" fmla="*/ 2284 h 247"/>
                <a:gd name="T24" fmla="*/ 0 w 981"/>
                <a:gd name="T25" fmla="*/ 1501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1" h="247">
                  <a:moveTo>
                    <a:pt x="981" y="129"/>
                  </a:moveTo>
                  <a:cubicBezTo>
                    <a:pt x="952" y="172"/>
                    <a:pt x="899" y="227"/>
                    <a:pt x="860" y="240"/>
                  </a:cubicBezTo>
                  <a:cubicBezTo>
                    <a:pt x="841" y="246"/>
                    <a:pt x="813" y="247"/>
                    <a:pt x="793" y="230"/>
                  </a:cubicBezTo>
                  <a:cubicBezTo>
                    <a:pt x="774" y="215"/>
                    <a:pt x="758" y="188"/>
                    <a:pt x="734" y="165"/>
                  </a:cubicBezTo>
                  <a:cubicBezTo>
                    <a:pt x="711" y="143"/>
                    <a:pt x="679" y="126"/>
                    <a:pt x="650" y="104"/>
                  </a:cubicBezTo>
                  <a:cubicBezTo>
                    <a:pt x="613" y="76"/>
                    <a:pt x="575" y="41"/>
                    <a:pt x="529" y="24"/>
                  </a:cubicBezTo>
                  <a:cubicBezTo>
                    <a:pt x="469" y="0"/>
                    <a:pt x="423" y="13"/>
                    <a:pt x="400" y="17"/>
                  </a:cubicBezTo>
                  <a:cubicBezTo>
                    <a:pt x="379" y="20"/>
                    <a:pt x="361" y="34"/>
                    <a:pt x="341" y="40"/>
                  </a:cubicBezTo>
                  <a:cubicBezTo>
                    <a:pt x="324" y="46"/>
                    <a:pt x="289" y="55"/>
                    <a:pt x="273" y="62"/>
                  </a:cubicBezTo>
                  <a:cubicBezTo>
                    <a:pt x="243" y="75"/>
                    <a:pt x="216" y="87"/>
                    <a:pt x="193" y="100"/>
                  </a:cubicBezTo>
                  <a:cubicBezTo>
                    <a:pt x="157" y="122"/>
                    <a:pt x="131" y="145"/>
                    <a:pt x="105" y="156"/>
                  </a:cubicBezTo>
                  <a:cubicBezTo>
                    <a:pt x="71" y="170"/>
                    <a:pt x="48" y="151"/>
                    <a:pt x="44" y="146"/>
                  </a:cubicBezTo>
                  <a:cubicBezTo>
                    <a:pt x="30" y="131"/>
                    <a:pt x="12" y="113"/>
                    <a:pt x="0" y="9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8" name="Freeform 534">
              <a:extLst>
                <a:ext uri="{FF2B5EF4-FFF2-40B4-BE49-F238E27FC236}">
                  <a16:creationId xmlns:a16="http://schemas.microsoft.com/office/drawing/2014/main" id="{833ED7B0-F05D-4475-8278-72812E969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022"/>
              <a:ext cx="2623" cy="818"/>
            </a:xfrm>
            <a:custGeom>
              <a:avLst/>
              <a:gdLst>
                <a:gd name="T0" fmla="*/ 0 w 1049"/>
                <a:gd name="T1" fmla="*/ 2772 h 327"/>
                <a:gd name="T2" fmla="*/ 1800 w 1049"/>
                <a:gd name="T3" fmla="*/ 2021 h 327"/>
                <a:gd name="T4" fmla="*/ 3001 w 1049"/>
                <a:gd name="T5" fmla="*/ 2396 h 327"/>
                <a:gd name="T6" fmla="*/ 4096 w 1049"/>
                <a:gd name="T7" fmla="*/ 3347 h 327"/>
                <a:gd name="T8" fmla="*/ 4863 w 1049"/>
                <a:gd name="T9" fmla="*/ 3785 h 327"/>
                <a:gd name="T10" fmla="*/ 5459 w 1049"/>
                <a:gd name="T11" fmla="*/ 4275 h 327"/>
                <a:gd name="T12" fmla="*/ 7566 w 1049"/>
                <a:gd name="T13" fmla="*/ 5056 h 327"/>
                <a:gd name="T14" fmla="*/ 8959 w 1049"/>
                <a:gd name="T15" fmla="*/ 5038 h 327"/>
                <a:gd name="T16" fmla="*/ 10304 w 1049"/>
                <a:gd name="T17" fmla="*/ 4600 h 327"/>
                <a:gd name="T18" fmla="*/ 11505 w 1049"/>
                <a:gd name="T19" fmla="*/ 4035 h 327"/>
                <a:gd name="T20" fmla="*/ 12472 w 1049"/>
                <a:gd name="T21" fmla="*/ 3567 h 327"/>
                <a:gd name="T22" fmla="*/ 15976 w 1049"/>
                <a:gd name="T23" fmla="*/ 550 h 327"/>
                <a:gd name="T24" fmla="*/ 16401 w 1049"/>
                <a:gd name="T25" fmla="*/ 0 h 3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49" h="327">
                  <a:moveTo>
                    <a:pt x="0" y="177"/>
                  </a:moveTo>
                  <a:cubicBezTo>
                    <a:pt x="22" y="172"/>
                    <a:pt x="74" y="146"/>
                    <a:pt x="115" y="129"/>
                  </a:cubicBezTo>
                  <a:cubicBezTo>
                    <a:pt x="146" y="113"/>
                    <a:pt x="160" y="122"/>
                    <a:pt x="192" y="153"/>
                  </a:cubicBezTo>
                  <a:cubicBezTo>
                    <a:pt x="214" y="174"/>
                    <a:pt x="238" y="195"/>
                    <a:pt x="262" y="214"/>
                  </a:cubicBezTo>
                  <a:cubicBezTo>
                    <a:pt x="277" y="226"/>
                    <a:pt x="296" y="231"/>
                    <a:pt x="311" y="242"/>
                  </a:cubicBezTo>
                  <a:cubicBezTo>
                    <a:pt x="325" y="251"/>
                    <a:pt x="335" y="265"/>
                    <a:pt x="349" y="273"/>
                  </a:cubicBezTo>
                  <a:cubicBezTo>
                    <a:pt x="393" y="298"/>
                    <a:pt x="439" y="316"/>
                    <a:pt x="484" y="323"/>
                  </a:cubicBezTo>
                  <a:cubicBezTo>
                    <a:pt x="514" y="327"/>
                    <a:pt x="544" y="326"/>
                    <a:pt x="573" y="322"/>
                  </a:cubicBezTo>
                  <a:cubicBezTo>
                    <a:pt x="606" y="317"/>
                    <a:pt x="628" y="306"/>
                    <a:pt x="659" y="294"/>
                  </a:cubicBezTo>
                  <a:cubicBezTo>
                    <a:pt x="682" y="284"/>
                    <a:pt x="714" y="270"/>
                    <a:pt x="736" y="258"/>
                  </a:cubicBezTo>
                  <a:cubicBezTo>
                    <a:pt x="757" y="246"/>
                    <a:pt x="779" y="241"/>
                    <a:pt x="798" y="228"/>
                  </a:cubicBezTo>
                  <a:cubicBezTo>
                    <a:pt x="893" y="166"/>
                    <a:pt x="989" y="80"/>
                    <a:pt x="1022" y="35"/>
                  </a:cubicBezTo>
                  <a:cubicBezTo>
                    <a:pt x="1031" y="23"/>
                    <a:pt x="1040" y="12"/>
                    <a:pt x="104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9" name="Freeform 535">
              <a:extLst>
                <a:ext uri="{FF2B5EF4-FFF2-40B4-BE49-F238E27FC236}">
                  <a16:creationId xmlns:a16="http://schemas.microsoft.com/office/drawing/2014/main" id="{8CD3FDE0-9C48-4B30-BC44-BD95599CA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907"/>
              <a:ext cx="261" cy="415"/>
            </a:xfrm>
            <a:custGeom>
              <a:avLst/>
              <a:gdLst>
                <a:gd name="T0" fmla="*/ 176 w 104"/>
                <a:gd name="T1" fmla="*/ 0 h 166"/>
                <a:gd name="T2" fmla="*/ 492 w 104"/>
                <a:gd name="T3" fmla="*/ 395 h 166"/>
                <a:gd name="T4" fmla="*/ 492 w 104"/>
                <a:gd name="T5" fmla="*/ 395 h 166"/>
                <a:gd name="T6" fmla="*/ 1373 w 104"/>
                <a:gd name="T7" fmla="*/ 1283 h 166"/>
                <a:gd name="T8" fmla="*/ 1360 w 104"/>
                <a:gd name="T9" fmla="*/ 2000 h 166"/>
                <a:gd name="T10" fmla="*/ 0 w 104"/>
                <a:gd name="T11" fmla="*/ 2595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6">
                  <a:moveTo>
                    <a:pt x="11" y="0"/>
                  </a:moveTo>
                  <a:cubicBezTo>
                    <a:pt x="18" y="8"/>
                    <a:pt x="24" y="17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43" y="40"/>
                    <a:pt x="63" y="58"/>
                    <a:pt x="87" y="82"/>
                  </a:cubicBezTo>
                  <a:cubicBezTo>
                    <a:pt x="101" y="94"/>
                    <a:pt x="104" y="116"/>
                    <a:pt x="86" y="128"/>
                  </a:cubicBezTo>
                  <a:cubicBezTo>
                    <a:pt x="64" y="144"/>
                    <a:pt x="32" y="162"/>
                    <a:pt x="0" y="16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0" name="Freeform 536">
              <a:extLst>
                <a:ext uri="{FF2B5EF4-FFF2-40B4-BE49-F238E27FC236}">
                  <a16:creationId xmlns:a16="http://schemas.microsoft.com/office/drawing/2014/main" id="{F81ADCD5-1C01-4248-A15A-07B11A137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122"/>
              <a:ext cx="133" cy="178"/>
            </a:xfrm>
            <a:custGeom>
              <a:avLst/>
              <a:gdLst>
                <a:gd name="T0" fmla="*/ 63 w 53"/>
                <a:gd name="T1" fmla="*/ 283 h 71"/>
                <a:gd name="T2" fmla="*/ 0 w 53"/>
                <a:gd name="T3" fmla="*/ 188 h 71"/>
                <a:gd name="T4" fmla="*/ 396 w 53"/>
                <a:gd name="T5" fmla="*/ 1118 h 71"/>
                <a:gd name="T6" fmla="*/ 334 w 53"/>
                <a:gd name="T7" fmla="*/ 1038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71">
                  <a:moveTo>
                    <a:pt x="4" y="18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37" y="0"/>
                    <a:pt x="53" y="52"/>
                    <a:pt x="25" y="71"/>
                  </a:cubicBezTo>
                  <a:cubicBezTo>
                    <a:pt x="21" y="66"/>
                    <a:pt x="21" y="66"/>
                    <a:pt x="21" y="6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1" name="Freeform 537">
              <a:extLst>
                <a:ext uri="{FF2B5EF4-FFF2-40B4-BE49-F238E27FC236}">
                  <a16:creationId xmlns:a16="http://schemas.microsoft.com/office/drawing/2014/main" id="{EE4A32D7-B3A8-41EB-B545-78B77D9DD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912"/>
              <a:ext cx="153" cy="173"/>
            </a:xfrm>
            <a:custGeom>
              <a:avLst/>
              <a:gdLst>
                <a:gd name="T0" fmla="*/ 900 w 61"/>
                <a:gd name="T1" fmla="*/ 376 h 69"/>
                <a:gd name="T2" fmla="*/ 963 w 61"/>
                <a:gd name="T3" fmla="*/ 283 h 69"/>
                <a:gd name="T4" fmla="*/ 396 w 61"/>
                <a:gd name="T5" fmla="*/ 1088 h 69"/>
                <a:gd name="T6" fmla="*/ 472 w 61"/>
                <a:gd name="T7" fmla="*/ 1005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9">
                  <a:moveTo>
                    <a:pt x="57" y="24"/>
                  </a:moveTo>
                  <a:cubicBezTo>
                    <a:pt x="61" y="18"/>
                    <a:pt x="61" y="18"/>
                    <a:pt x="61" y="18"/>
                  </a:cubicBezTo>
                  <a:cubicBezTo>
                    <a:pt x="30" y="0"/>
                    <a:pt x="0" y="44"/>
                    <a:pt x="25" y="69"/>
                  </a:cubicBezTo>
                  <a:cubicBezTo>
                    <a:pt x="30" y="64"/>
                    <a:pt x="30" y="64"/>
                    <a:pt x="30" y="6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2" name="Freeform 538">
              <a:extLst>
                <a:ext uri="{FF2B5EF4-FFF2-40B4-BE49-F238E27FC236}">
                  <a16:creationId xmlns:a16="http://schemas.microsoft.com/office/drawing/2014/main" id="{6E08EFE9-A42C-442C-A821-FAC7B8CC7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217"/>
              <a:ext cx="142" cy="153"/>
            </a:xfrm>
            <a:custGeom>
              <a:avLst/>
              <a:gdLst>
                <a:gd name="T0" fmla="*/ 508 w 57"/>
                <a:gd name="T1" fmla="*/ 95 h 61"/>
                <a:gd name="T2" fmla="*/ 446 w 57"/>
                <a:gd name="T3" fmla="*/ 0 h 61"/>
                <a:gd name="T4" fmla="*/ 882 w 57"/>
                <a:gd name="T5" fmla="*/ 742 h 61"/>
                <a:gd name="T6" fmla="*/ 820 w 57"/>
                <a:gd name="T7" fmla="*/ 647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61">
                  <a:moveTo>
                    <a:pt x="33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0" y="21"/>
                    <a:pt x="24" y="61"/>
                    <a:pt x="57" y="47"/>
                  </a:cubicBezTo>
                  <a:cubicBezTo>
                    <a:pt x="53" y="41"/>
                    <a:pt x="53" y="41"/>
                    <a:pt x="53" y="4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3" name="Freeform 539">
              <a:extLst>
                <a:ext uri="{FF2B5EF4-FFF2-40B4-BE49-F238E27FC236}">
                  <a16:creationId xmlns:a16="http://schemas.microsoft.com/office/drawing/2014/main" id="{41BA016F-9FCF-4805-8F1E-59D59A353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330"/>
              <a:ext cx="552" cy="400"/>
            </a:xfrm>
            <a:custGeom>
              <a:avLst/>
              <a:gdLst>
                <a:gd name="T0" fmla="*/ 3182 w 221"/>
                <a:gd name="T1" fmla="*/ 2283 h 160"/>
                <a:gd name="T2" fmla="*/ 1541 w 221"/>
                <a:gd name="T3" fmla="*/ 2333 h 160"/>
                <a:gd name="T4" fmla="*/ 200 w 221"/>
                <a:gd name="T5" fmla="*/ 1613 h 160"/>
                <a:gd name="T6" fmla="*/ 592 w 221"/>
                <a:gd name="T7" fmla="*/ 595 h 160"/>
                <a:gd name="T8" fmla="*/ 2370 w 221"/>
                <a:gd name="T9" fmla="*/ 1300 h 160"/>
                <a:gd name="T10" fmla="*/ 3182 w 221"/>
                <a:gd name="T11" fmla="*/ 2283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160">
                  <a:moveTo>
                    <a:pt x="204" y="146"/>
                  </a:moveTo>
                  <a:cubicBezTo>
                    <a:pt x="188" y="160"/>
                    <a:pt x="137" y="152"/>
                    <a:pt x="99" y="149"/>
                  </a:cubicBezTo>
                  <a:cubicBezTo>
                    <a:pt x="60" y="146"/>
                    <a:pt x="26" y="122"/>
                    <a:pt x="13" y="103"/>
                  </a:cubicBezTo>
                  <a:cubicBezTo>
                    <a:pt x="0" y="84"/>
                    <a:pt x="24" y="63"/>
                    <a:pt x="38" y="38"/>
                  </a:cubicBezTo>
                  <a:cubicBezTo>
                    <a:pt x="58" y="0"/>
                    <a:pt x="129" y="64"/>
                    <a:pt x="152" y="83"/>
                  </a:cubicBezTo>
                  <a:cubicBezTo>
                    <a:pt x="175" y="103"/>
                    <a:pt x="221" y="132"/>
                    <a:pt x="204" y="1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4" name="Freeform 540">
              <a:extLst>
                <a:ext uri="{FF2B5EF4-FFF2-40B4-BE49-F238E27FC236}">
                  <a16:creationId xmlns:a16="http://schemas.microsoft.com/office/drawing/2014/main" id="{CA51A9B7-8262-4B8D-982F-26A6BCFD8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067"/>
              <a:ext cx="370" cy="373"/>
            </a:xfrm>
            <a:custGeom>
              <a:avLst/>
              <a:gdLst>
                <a:gd name="T0" fmla="*/ 2300 w 148"/>
                <a:gd name="T1" fmla="*/ 583 h 149"/>
                <a:gd name="T2" fmla="*/ 2125 w 148"/>
                <a:gd name="T3" fmla="*/ 1334 h 149"/>
                <a:gd name="T4" fmla="*/ 2083 w 148"/>
                <a:gd name="T5" fmla="*/ 1847 h 149"/>
                <a:gd name="T6" fmla="*/ 1750 w 148"/>
                <a:gd name="T7" fmla="*/ 2276 h 149"/>
                <a:gd name="T8" fmla="*/ 408 w 148"/>
                <a:gd name="T9" fmla="*/ 1567 h 149"/>
                <a:gd name="T10" fmla="*/ 300 w 148"/>
                <a:gd name="T11" fmla="*/ 708 h 149"/>
                <a:gd name="T12" fmla="*/ 1145 w 148"/>
                <a:gd name="T13" fmla="*/ 363 h 149"/>
                <a:gd name="T14" fmla="*/ 1958 w 148"/>
                <a:gd name="T15" fmla="*/ 50 h 149"/>
                <a:gd name="T16" fmla="*/ 2300 w 148"/>
                <a:gd name="T17" fmla="*/ 58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149">
                  <a:moveTo>
                    <a:pt x="147" y="37"/>
                  </a:moveTo>
                  <a:cubicBezTo>
                    <a:pt x="146" y="52"/>
                    <a:pt x="138" y="70"/>
                    <a:pt x="136" y="85"/>
                  </a:cubicBezTo>
                  <a:cubicBezTo>
                    <a:pt x="133" y="98"/>
                    <a:pt x="136" y="109"/>
                    <a:pt x="133" y="118"/>
                  </a:cubicBezTo>
                  <a:cubicBezTo>
                    <a:pt x="128" y="133"/>
                    <a:pt x="122" y="142"/>
                    <a:pt x="112" y="145"/>
                  </a:cubicBezTo>
                  <a:cubicBezTo>
                    <a:pt x="95" y="149"/>
                    <a:pt x="47" y="109"/>
                    <a:pt x="26" y="100"/>
                  </a:cubicBezTo>
                  <a:cubicBezTo>
                    <a:pt x="4" y="92"/>
                    <a:pt x="0" y="64"/>
                    <a:pt x="19" y="45"/>
                  </a:cubicBezTo>
                  <a:cubicBezTo>
                    <a:pt x="28" y="33"/>
                    <a:pt x="50" y="30"/>
                    <a:pt x="73" y="23"/>
                  </a:cubicBezTo>
                  <a:cubicBezTo>
                    <a:pt x="92" y="17"/>
                    <a:pt x="112" y="6"/>
                    <a:pt x="125" y="3"/>
                  </a:cubicBezTo>
                  <a:cubicBezTo>
                    <a:pt x="143" y="0"/>
                    <a:pt x="148" y="16"/>
                    <a:pt x="147" y="3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5" name="Freeform 541">
              <a:extLst>
                <a:ext uri="{FF2B5EF4-FFF2-40B4-BE49-F238E27FC236}">
                  <a16:creationId xmlns:a16="http://schemas.microsoft.com/office/drawing/2014/main" id="{63491989-30D8-4223-B4E2-3E39815B6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715"/>
              <a:ext cx="407" cy="270"/>
            </a:xfrm>
            <a:custGeom>
              <a:avLst/>
              <a:gdLst>
                <a:gd name="T0" fmla="*/ 1870 w 163"/>
                <a:gd name="T1" fmla="*/ 1283 h 108"/>
                <a:gd name="T2" fmla="*/ 1246 w 163"/>
                <a:gd name="T3" fmla="*/ 1533 h 108"/>
                <a:gd name="T4" fmla="*/ 592 w 163"/>
                <a:gd name="T5" fmla="*/ 1645 h 108"/>
                <a:gd name="T6" fmla="*/ 92 w 163"/>
                <a:gd name="T7" fmla="*/ 1408 h 108"/>
                <a:gd name="T8" fmla="*/ 62 w 163"/>
                <a:gd name="T9" fmla="*/ 988 h 108"/>
                <a:gd name="T10" fmla="*/ 42 w 163"/>
                <a:gd name="T11" fmla="*/ 520 h 108"/>
                <a:gd name="T12" fmla="*/ 637 w 163"/>
                <a:gd name="T13" fmla="*/ 83 h 108"/>
                <a:gd name="T14" fmla="*/ 1308 w 163"/>
                <a:gd name="T15" fmla="*/ 50 h 108"/>
                <a:gd name="T16" fmla="*/ 2245 w 163"/>
                <a:gd name="T17" fmla="*/ 675 h 108"/>
                <a:gd name="T18" fmla="*/ 1870 w 163"/>
                <a:gd name="T19" fmla="*/ 1283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3" h="108">
                  <a:moveTo>
                    <a:pt x="120" y="82"/>
                  </a:moveTo>
                  <a:cubicBezTo>
                    <a:pt x="108" y="86"/>
                    <a:pt x="94" y="93"/>
                    <a:pt x="80" y="98"/>
                  </a:cubicBezTo>
                  <a:cubicBezTo>
                    <a:pt x="59" y="104"/>
                    <a:pt x="47" y="102"/>
                    <a:pt x="38" y="105"/>
                  </a:cubicBezTo>
                  <a:cubicBezTo>
                    <a:pt x="28" y="108"/>
                    <a:pt x="11" y="105"/>
                    <a:pt x="6" y="90"/>
                  </a:cubicBezTo>
                  <a:cubicBezTo>
                    <a:pt x="3" y="82"/>
                    <a:pt x="5" y="73"/>
                    <a:pt x="4" y="63"/>
                  </a:cubicBezTo>
                  <a:cubicBezTo>
                    <a:pt x="3" y="53"/>
                    <a:pt x="0" y="43"/>
                    <a:pt x="3" y="33"/>
                  </a:cubicBezTo>
                  <a:cubicBezTo>
                    <a:pt x="6" y="15"/>
                    <a:pt x="21" y="7"/>
                    <a:pt x="41" y="5"/>
                  </a:cubicBezTo>
                  <a:cubicBezTo>
                    <a:pt x="53" y="4"/>
                    <a:pt x="70" y="0"/>
                    <a:pt x="84" y="3"/>
                  </a:cubicBezTo>
                  <a:cubicBezTo>
                    <a:pt x="110" y="9"/>
                    <a:pt x="132" y="28"/>
                    <a:pt x="144" y="43"/>
                  </a:cubicBezTo>
                  <a:cubicBezTo>
                    <a:pt x="163" y="68"/>
                    <a:pt x="148" y="73"/>
                    <a:pt x="120" y="8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6" name="Freeform 542">
              <a:extLst>
                <a:ext uri="{FF2B5EF4-FFF2-40B4-BE49-F238E27FC236}">
                  <a16:creationId xmlns:a16="http://schemas.microsoft.com/office/drawing/2014/main" id="{E61B8B9A-D8D6-44E5-B4B6-A769504DF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3020"/>
              <a:ext cx="485" cy="572"/>
            </a:xfrm>
            <a:custGeom>
              <a:avLst/>
              <a:gdLst>
                <a:gd name="T0" fmla="*/ 2470 w 194"/>
                <a:gd name="T1" fmla="*/ 2558 h 229"/>
                <a:gd name="T2" fmla="*/ 2158 w 194"/>
                <a:gd name="T3" fmla="*/ 2808 h 229"/>
                <a:gd name="T4" fmla="*/ 1550 w 194"/>
                <a:gd name="T5" fmla="*/ 3132 h 229"/>
                <a:gd name="T6" fmla="*/ 688 w 194"/>
                <a:gd name="T7" fmla="*/ 3537 h 229"/>
                <a:gd name="T8" fmla="*/ 158 w 194"/>
                <a:gd name="T9" fmla="*/ 2353 h 229"/>
                <a:gd name="T10" fmla="*/ 283 w 194"/>
                <a:gd name="T11" fmla="*/ 1559 h 229"/>
                <a:gd name="T12" fmla="*/ 583 w 194"/>
                <a:gd name="T13" fmla="*/ 654 h 229"/>
                <a:gd name="T14" fmla="*/ 1208 w 194"/>
                <a:gd name="T15" fmla="*/ 105 h 229"/>
                <a:gd name="T16" fmla="*/ 2063 w 194"/>
                <a:gd name="T17" fmla="*/ 542 h 229"/>
                <a:gd name="T18" fmla="*/ 2550 w 194"/>
                <a:gd name="T19" fmla="*/ 1166 h 229"/>
                <a:gd name="T20" fmla="*/ 2470 w 194"/>
                <a:gd name="T21" fmla="*/ 2558 h 2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229">
                  <a:moveTo>
                    <a:pt x="158" y="164"/>
                  </a:moveTo>
                  <a:cubicBezTo>
                    <a:pt x="152" y="169"/>
                    <a:pt x="145" y="175"/>
                    <a:pt x="138" y="180"/>
                  </a:cubicBezTo>
                  <a:cubicBezTo>
                    <a:pt x="126" y="189"/>
                    <a:pt x="112" y="193"/>
                    <a:pt x="99" y="201"/>
                  </a:cubicBezTo>
                  <a:cubicBezTo>
                    <a:pt x="79" y="213"/>
                    <a:pt x="61" y="226"/>
                    <a:pt x="44" y="227"/>
                  </a:cubicBezTo>
                  <a:cubicBezTo>
                    <a:pt x="9" y="229"/>
                    <a:pt x="0" y="199"/>
                    <a:pt x="10" y="151"/>
                  </a:cubicBezTo>
                  <a:cubicBezTo>
                    <a:pt x="13" y="138"/>
                    <a:pt x="13" y="119"/>
                    <a:pt x="18" y="100"/>
                  </a:cubicBezTo>
                  <a:cubicBezTo>
                    <a:pt x="22" y="80"/>
                    <a:pt x="31" y="59"/>
                    <a:pt x="37" y="42"/>
                  </a:cubicBezTo>
                  <a:cubicBezTo>
                    <a:pt x="47" y="17"/>
                    <a:pt x="60" y="0"/>
                    <a:pt x="77" y="7"/>
                  </a:cubicBezTo>
                  <a:cubicBezTo>
                    <a:pt x="99" y="18"/>
                    <a:pt x="118" y="23"/>
                    <a:pt x="132" y="35"/>
                  </a:cubicBezTo>
                  <a:cubicBezTo>
                    <a:pt x="145" y="46"/>
                    <a:pt x="152" y="65"/>
                    <a:pt x="163" y="75"/>
                  </a:cubicBezTo>
                  <a:cubicBezTo>
                    <a:pt x="185" y="98"/>
                    <a:pt x="194" y="134"/>
                    <a:pt x="158" y="16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7" name="Freeform 543">
              <a:extLst>
                <a:ext uri="{FF2B5EF4-FFF2-40B4-BE49-F238E27FC236}">
                  <a16:creationId xmlns:a16="http://schemas.microsoft.com/office/drawing/2014/main" id="{F7B9E5C8-99D4-4FDD-B188-2CAA1356A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857"/>
              <a:ext cx="565" cy="625"/>
            </a:xfrm>
            <a:custGeom>
              <a:avLst/>
              <a:gdLst>
                <a:gd name="T0" fmla="*/ 2363 w 226"/>
                <a:gd name="T1" fmla="*/ 3658 h 250"/>
                <a:gd name="T2" fmla="*/ 1408 w 226"/>
                <a:gd name="T3" fmla="*/ 3250 h 250"/>
                <a:gd name="T4" fmla="*/ 688 w 226"/>
                <a:gd name="T5" fmla="*/ 2658 h 250"/>
                <a:gd name="T6" fmla="*/ 188 w 226"/>
                <a:gd name="T7" fmla="*/ 1458 h 250"/>
                <a:gd name="T8" fmla="*/ 938 w 226"/>
                <a:gd name="T9" fmla="*/ 863 h 250"/>
                <a:gd name="T10" fmla="*/ 1595 w 226"/>
                <a:gd name="T11" fmla="*/ 345 h 250"/>
                <a:gd name="T12" fmla="*/ 2458 w 226"/>
                <a:gd name="T13" fmla="*/ 95 h 250"/>
                <a:gd name="T14" fmla="*/ 3250 w 226"/>
                <a:gd name="T15" fmla="*/ 625 h 250"/>
                <a:gd name="T16" fmla="*/ 3408 w 226"/>
                <a:gd name="T17" fmla="*/ 1770 h 250"/>
                <a:gd name="T18" fmla="*/ 2845 w 226"/>
                <a:gd name="T19" fmla="*/ 2720 h 250"/>
                <a:gd name="T20" fmla="*/ 2363 w 226"/>
                <a:gd name="T21" fmla="*/ 3658 h 2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6" h="250">
                  <a:moveTo>
                    <a:pt x="151" y="234"/>
                  </a:moveTo>
                  <a:cubicBezTo>
                    <a:pt x="137" y="250"/>
                    <a:pt x="115" y="230"/>
                    <a:pt x="90" y="208"/>
                  </a:cubicBezTo>
                  <a:cubicBezTo>
                    <a:pt x="74" y="194"/>
                    <a:pt x="53" y="182"/>
                    <a:pt x="44" y="170"/>
                  </a:cubicBezTo>
                  <a:cubicBezTo>
                    <a:pt x="21" y="139"/>
                    <a:pt x="0" y="116"/>
                    <a:pt x="12" y="93"/>
                  </a:cubicBezTo>
                  <a:cubicBezTo>
                    <a:pt x="16" y="84"/>
                    <a:pt x="37" y="72"/>
                    <a:pt x="60" y="55"/>
                  </a:cubicBezTo>
                  <a:cubicBezTo>
                    <a:pt x="74" y="45"/>
                    <a:pt x="87" y="29"/>
                    <a:pt x="102" y="22"/>
                  </a:cubicBezTo>
                  <a:cubicBezTo>
                    <a:pt x="123" y="10"/>
                    <a:pt x="147" y="9"/>
                    <a:pt x="157" y="6"/>
                  </a:cubicBezTo>
                  <a:cubicBezTo>
                    <a:pt x="176" y="0"/>
                    <a:pt x="196" y="16"/>
                    <a:pt x="208" y="40"/>
                  </a:cubicBezTo>
                  <a:cubicBezTo>
                    <a:pt x="220" y="63"/>
                    <a:pt x="226" y="92"/>
                    <a:pt x="218" y="113"/>
                  </a:cubicBezTo>
                  <a:cubicBezTo>
                    <a:pt x="213" y="127"/>
                    <a:pt x="195" y="150"/>
                    <a:pt x="182" y="174"/>
                  </a:cubicBezTo>
                  <a:cubicBezTo>
                    <a:pt x="169" y="197"/>
                    <a:pt x="162" y="220"/>
                    <a:pt x="151" y="2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8" name="Freeform 544">
              <a:extLst>
                <a:ext uri="{FF2B5EF4-FFF2-40B4-BE49-F238E27FC236}">
                  <a16:creationId xmlns:a16="http://schemas.microsoft.com/office/drawing/2014/main" id="{2B3ACBC5-1161-47E8-AD24-ABA04CEB6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495"/>
              <a:ext cx="90" cy="82"/>
            </a:xfrm>
            <a:custGeom>
              <a:avLst/>
              <a:gdLst>
                <a:gd name="T0" fmla="*/ 158 w 36"/>
                <a:gd name="T1" fmla="*/ 75 h 33"/>
                <a:gd name="T2" fmla="*/ 20 w 36"/>
                <a:gd name="T3" fmla="*/ 216 h 33"/>
                <a:gd name="T4" fmla="*/ 50 w 36"/>
                <a:gd name="T5" fmla="*/ 383 h 33"/>
                <a:gd name="T6" fmla="*/ 458 w 36"/>
                <a:gd name="T7" fmla="*/ 370 h 33"/>
                <a:gd name="T8" fmla="*/ 425 w 36"/>
                <a:gd name="T9" fmla="*/ 30 h 33"/>
                <a:gd name="T10" fmla="*/ 158 w 36"/>
                <a:gd name="T11" fmla="*/ 7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10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8"/>
                    <a:pt x="1" y="22"/>
                    <a:pt x="3" y="25"/>
                  </a:cubicBezTo>
                  <a:cubicBezTo>
                    <a:pt x="9" y="33"/>
                    <a:pt x="22" y="32"/>
                    <a:pt x="29" y="24"/>
                  </a:cubicBezTo>
                  <a:cubicBezTo>
                    <a:pt x="36" y="15"/>
                    <a:pt x="33" y="5"/>
                    <a:pt x="27" y="2"/>
                  </a:cubicBezTo>
                  <a:cubicBezTo>
                    <a:pt x="21" y="0"/>
                    <a:pt x="18" y="1"/>
                    <a:pt x="10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9" name="Freeform 545">
              <a:extLst>
                <a:ext uri="{FF2B5EF4-FFF2-40B4-BE49-F238E27FC236}">
                  <a16:creationId xmlns:a16="http://schemas.microsoft.com/office/drawing/2014/main" id="{BDF0710B-87F4-4C2E-B5F0-92F5A4AD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500"/>
              <a:ext cx="55" cy="70"/>
            </a:xfrm>
            <a:custGeom>
              <a:avLst/>
              <a:gdLst>
                <a:gd name="T0" fmla="*/ 208 w 22"/>
                <a:gd name="T1" fmla="*/ 20 h 28"/>
                <a:gd name="T2" fmla="*/ 113 w 22"/>
                <a:gd name="T3" fmla="*/ 0 h 28"/>
                <a:gd name="T4" fmla="*/ 188 w 22"/>
                <a:gd name="T5" fmla="*/ 20 h 28"/>
                <a:gd name="T6" fmla="*/ 208 w 22"/>
                <a:gd name="T7" fmla="*/ 333 h 28"/>
                <a:gd name="T8" fmla="*/ 0 w 22"/>
                <a:gd name="T9" fmla="*/ 438 h 28"/>
                <a:gd name="T10" fmla="*/ 238 w 22"/>
                <a:gd name="T11" fmla="*/ 333 h 28"/>
                <a:gd name="T12" fmla="*/ 208 w 22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13" y="1"/>
                  </a:moveTo>
                  <a:cubicBezTo>
                    <a:pt x="11" y="0"/>
                    <a:pt x="9" y="0"/>
                    <a:pt x="7" y="0"/>
                  </a:cubicBezTo>
                  <a:cubicBezTo>
                    <a:pt x="9" y="0"/>
                    <a:pt x="10" y="0"/>
                    <a:pt x="12" y="1"/>
                  </a:cubicBezTo>
                  <a:cubicBezTo>
                    <a:pt x="18" y="3"/>
                    <a:pt x="20" y="13"/>
                    <a:pt x="13" y="21"/>
                  </a:cubicBezTo>
                  <a:cubicBezTo>
                    <a:pt x="10" y="25"/>
                    <a:pt x="5" y="27"/>
                    <a:pt x="0" y="28"/>
                  </a:cubicBezTo>
                  <a:cubicBezTo>
                    <a:pt x="5" y="28"/>
                    <a:pt x="11" y="26"/>
                    <a:pt x="15" y="21"/>
                  </a:cubicBezTo>
                  <a:cubicBezTo>
                    <a:pt x="22" y="13"/>
                    <a:pt x="19" y="3"/>
                    <a:pt x="1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0" name="Freeform 546">
              <a:extLst>
                <a:ext uri="{FF2B5EF4-FFF2-40B4-BE49-F238E27FC236}">
                  <a16:creationId xmlns:a16="http://schemas.microsoft.com/office/drawing/2014/main" id="{2DFE8020-3B5B-4518-B211-5DE018E41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500"/>
              <a:ext cx="50" cy="70"/>
            </a:xfrm>
            <a:custGeom>
              <a:avLst/>
              <a:gdLst>
                <a:gd name="T0" fmla="*/ 63 w 20"/>
                <a:gd name="T1" fmla="*/ 363 h 28"/>
                <a:gd name="T2" fmla="*/ 33 w 20"/>
                <a:gd name="T3" fmla="*/ 188 h 28"/>
                <a:gd name="T4" fmla="*/ 158 w 20"/>
                <a:gd name="T5" fmla="*/ 63 h 28"/>
                <a:gd name="T6" fmla="*/ 313 w 20"/>
                <a:gd name="T7" fmla="*/ 0 h 28"/>
                <a:gd name="T8" fmla="*/ 145 w 20"/>
                <a:gd name="T9" fmla="*/ 63 h 28"/>
                <a:gd name="T10" fmla="*/ 20 w 20"/>
                <a:gd name="T11" fmla="*/ 188 h 28"/>
                <a:gd name="T12" fmla="*/ 50 w 20"/>
                <a:gd name="T13" fmla="*/ 363 h 28"/>
                <a:gd name="T14" fmla="*/ 220 w 20"/>
                <a:gd name="T15" fmla="*/ 425 h 28"/>
                <a:gd name="T16" fmla="*/ 63 w 20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8">
                  <a:moveTo>
                    <a:pt x="4" y="23"/>
                  </a:moveTo>
                  <a:cubicBezTo>
                    <a:pt x="2" y="20"/>
                    <a:pt x="1" y="16"/>
                    <a:pt x="2" y="12"/>
                  </a:cubicBezTo>
                  <a:cubicBezTo>
                    <a:pt x="3" y="8"/>
                    <a:pt x="6" y="6"/>
                    <a:pt x="10" y="4"/>
                  </a:cubicBezTo>
                  <a:cubicBezTo>
                    <a:pt x="15" y="1"/>
                    <a:pt x="17" y="0"/>
                    <a:pt x="20" y="0"/>
                  </a:cubicBezTo>
                  <a:cubicBezTo>
                    <a:pt x="17" y="0"/>
                    <a:pt x="14" y="1"/>
                    <a:pt x="9" y="4"/>
                  </a:cubicBezTo>
                  <a:cubicBezTo>
                    <a:pt x="5" y="6"/>
                    <a:pt x="2" y="8"/>
                    <a:pt x="1" y="12"/>
                  </a:cubicBezTo>
                  <a:cubicBezTo>
                    <a:pt x="0" y="16"/>
                    <a:pt x="0" y="20"/>
                    <a:pt x="3" y="23"/>
                  </a:cubicBezTo>
                  <a:cubicBezTo>
                    <a:pt x="5" y="26"/>
                    <a:pt x="10" y="28"/>
                    <a:pt x="14" y="27"/>
                  </a:cubicBezTo>
                  <a:cubicBezTo>
                    <a:pt x="10" y="27"/>
                    <a:pt x="6" y="26"/>
                    <a:pt x="4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1" name="Freeform 547">
              <a:extLst>
                <a:ext uri="{FF2B5EF4-FFF2-40B4-BE49-F238E27FC236}">
                  <a16:creationId xmlns:a16="http://schemas.microsoft.com/office/drawing/2014/main" id="{14A912CA-F98D-4DDA-B00C-4E809BD98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512"/>
              <a:ext cx="53" cy="45"/>
            </a:xfrm>
            <a:custGeom>
              <a:avLst/>
              <a:gdLst>
                <a:gd name="T0" fmla="*/ 209 w 21"/>
                <a:gd name="T1" fmla="*/ 0 h 18"/>
                <a:gd name="T2" fmla="*/ 192 w 21"/>
                <a:gd name="T3" fmla="*/ 220 h 18"/>
                <a:gd name="T4" fmla="*/ 0 w 21"/>
                <a:gd name="T5" fmla="*/ 158 h 18"/>
                <a:gd name="T6" fmla="*/ 209 w 2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13" y="0"/>
                  </a:moveTo>
                  <a:cubicBezTo>
                    <a:pt x="21" y="1"/>
                    <a:pt x="21" y="10"/>
                    <a:pt x="12" y="14"/>
                  </a:cubicBezTo>
                  <a:cubicBezTo>
                    <a:pt x="4" y="18"/>
                    <a:pt x="0" y="13"/>
                    <a:pt x="0" y="10"/>
                  </a:cubicBezTo>
                  <a:cubicBezTo>
                    <a:pt x="1" y="5"/>
                    <a:pt x="8" y="0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2" name="Freeform 548">
              <a:extLst>
                <a:ext uri="{FF2B5EF4-FFF2-40B4-BE49-F238E27FC236}">
                  <a16:creationId xmlns:a16="http://schemas.microsoft.com/office/drawing/2014/main" id="{7D549102-BF8B-4475-A3C0-B4B080277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517"/>
              <a:ext cx="48" cy="38"/>
            </a:xfrm>
            <a:custGeom>
              <a:avLst/>
              <a:gdLst>
                <a:gd name="T0" fmla="*/ 243 w 19"/>
                <a:gd name="T1" fmla="*/ 0 h 15"/>
                <a:gd name="T2" fmla="*/ 147 w 19"/>
                <a:gd name="T3" fmla="*/ 180 h 15"/>
                <a:gd name="T4" fmla="*/ 0 w 19"/>
                <a:gd name="T5" fmla="*/ 193 h 15"/>
                <a:gd name="T6" fmla="*/ 159 w 19"/>
                <a:gd name="T7" fmla="*/ 193 h 15"/>
                <a:gd name="T8" fmla="*/ 243 w 1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7" y="3"/>
                    <a:pt x="15" y="8"/>
                    <a:pt x="9" y="11"/>
                  </a:cubicBezTo>
                  <a:cubicBezTo>
                    <a:pt x="5" y="13"/>
                    <a:pt x="1" y="13"/>
                    <a:pt x="0" y="12"/>
                  </a:cubicBezTo>
                  <a:cubicBezTo>
                    <a:pt x="1" y="14"/>
                    <a:pt x="5" y="15"/>
                    <a:pt x="10" y="12"/>
                  </a:cubicBezTo>
                  <a:cubicBezTo>
                    <a:pt x="17" y="9"/>
                    <a:pt x="19" y="2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3" name="Freeform 549">
              <a:extLst>
                <a:ext uri="{FF2B5EF4-FFF2-40B4-BE49-F238E27FC236}">
                  <a16:creationId xmlns:a16="http://schemas.microsoft.com/office/drawing/2014/main" id="{62C57686-B9F8-4566-A4FE-599B87219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515"/>
              <a:ext cx="22" cy="15"/>
            </a:xfrm>
            <a:custGeom>
              <a:avLst/>
              <a:gdLst>
                <a:gd name="T0" fmla="*/ 132 w 9"/>
                <a:gd name="T1" fmla="*/ 0 h 6"/>
                <a:gd name="T2" fmla="*/ 0 w 9"/>
                <a:gd name="T3" fmla="*/ 95 h 6"/>
                <a:gd name="T4" fmla="*/ 13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6" y="0"/>
                    <a:pt x="1" y="4"/>
                    <a:pt x="0" y="6"/>
                  </a:cubicBezTo>
                  <a:cubicBezTo>
                    <a:pt x="2" y="5"/>
                    <a:pt x="6" y="1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4" name="Freeform 550">
              <a:extLst>
                <a:ext uri="{FF2B5EF4-FFF2-40B4-BE49-F238E27FC236}">
                  <a16:creationId xmlns:a16="http://schemas.microsoft.com/office/drawing/2014/main" id="{15295699-B592-47C9-8EF7-9032939B7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527"/>
              <a:ext cx="32" cy="25"/>
            </a:xfrm>
            <a:custGeom>
              <a:avLst/>
              <a:gdLst>
                <a:gd name="T0" fmla="*/ 0 w 13"/>
                <a:gd name="T1" fmla="*/ 158 h 10"/>
                <a:gd name="T2" fmla="*/ 182 w 13"/>
                <a:gd name="T3" fmla="*/ 0 h 10"/>
                <a:gd name="T4" fmla="*/ 0 w 13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2" y="10"/>
                    <a:pt x="12" y="7"/>
                    <a:pt x="12" y="0"/>
                  </a:cubicBezTo>
                  <a:cubicBezTo>
                    <a:pt x="13" y="3"/>
                    <a:pt x="9" y="10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5" name="Freeform 551">
              <a:extLst>
                <a:ext uri="{FF2B5EF4-FFF2-40B4-BE49-F238E27FC236}">
                  <a16:creationId xmlns:a16="http://schemas.microsoft.com/office/drawing/2014/main" id="{DEB10A6B-30EA-427A-88B4-143013538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495"/>
              <a:ext cx="90" cy="82"/>
            </a:xfrm>
            <a:custGeom>
              <a:avLst/>
              <a:gdLst>
                <a:gd name="T0" fmla="*/ 158 w 36"/>
                <a:gd name="T1" fmla="*/ 75 h 33"/>
                <a:gd name="T2" fmla="*/ 20 w 36"/>
                <a:gd name="T3" fmla="*/ 216 h 33"/>
                <a:gd name="T4" fmla="*/ 50 w 36"/>
                <a:gd name="T5" fmla="*/ 383 h 33"/>
                <a:gd name="T6" fmla="*/ 458 w 36"/>
                <a:gd name="T7" fmla="*/ 370 h 33"/>
                <a:gd name="T8" fmla="*/ 425 w 36"/>
                <a:gd name="T9" fmla="*/ 30 h 33"/>
                <a:gd name="T10" fmla="*/ 158 w 36"/>
                <a:gd name="T11" fmla="*/ 7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10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8"/>
                    <a:pt x="1" y="22"/>
                    <a:pt x="3" y="25"/>
                  </a:cubicBezTo>
                  <a:cubicBezTo>
                    <a:pt x="9" y="33"/>
                    <a:pt x="22" y="32"/>
                    <a:pt x="29" y="24"/>
                  </a:cubicBezTo>
                  <a:cubicBezTo>
                    <a:pt x="36" y="15"/>
                    <a:pt x="33" y="5"/>
                    <a:pt x="27" y="2"/>
                  </a:cubicBezTo>
                  <a:cubicBezTo>
                    <a:pt x="21" y="0"/>
                    <a:pt x="18" y="1"/>
                    <a:pt x="10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6" name="Freeform 552">
              <a:extLst>
                <a:ext uri="{FF2B5EF4-FFF2-40B4-BE49-F238E27FC236}">
                  <a16:creationId xmlns:a16="http://schemas.microsoft.com/office/drawing/2014/main" id="{75771D4E-914C-4D28-BCF8-26F340FD7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512"/>
              <a:ext cx="48" cy="43"/>
            </a:xfrm>
            <a:custGeom>
              <a:avLst/>
              <a:gdLst>
                <a:gd name="T0" fmla="*/ 210 w 19"/>
                <a:gd name="T1" fmla="*/ 0 h 17"/>
                <a:gd name="T2" fmla="*/ 306 w 19"/>
                <a:gd name="T3" fmla="*/ 83 h 17"/>
                <a:gd name="T4" fmla="*/ 192 w 19"/>
                <a:gd name="T5" fmla="*/ 225 h 17"/>
                <a:gd name="T6" fmla="*/ 51 w 19"/>
                <a:gd name="T7" fmla="*/ 243 h 17"/>
                <a:gd name="T8" fmla="*/ 0 w 19"/>
                <a:gd name="T9" fmla="*/ 159 h 17"/>
                <a:gd name="T10" fmla="*/ 51 w 19"/>
                <a:gd name="T11" fmla="*/ 243 h 17"/>
                <a:gd name="T12" fmla="*/ 192 w 19"/>
                <a:gd name="T13" fmla="*/ 225 h 17"/>
                <a:gd name="T14" fmla="*/ 306 w 19"/>
                <a:gd name="T15" fmla="*/ 63 h 17"/>
                <a:gd name="T16" fmla="*/ 210 w 19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">
                  <a:moveTo>
                    <a:pt x="13" y="0"/>
                  </a:moveTo>
                  <a:cubicBezTo>
                    <a:pt x="16" y="1"/>
                    <a:pt x="18" y="2"/>
                    <a:pt x="19" y="5"/>
                  </a:cubicBezTo>
                  <a:cubicBezTo>
                    <a:pt x="19" y="7"/>
                    <a:pt x="17" y="12"/>
                    <a:pt x="12" y="14"/>
                  </a:cubicBezTo>
                  <a:cubicBezTo>
                    <a:pt x="7" y="17"/>
                    <a:pt x="5" y="16"/>
                    <a:pt x="3" y="15"/>
                  </a:cubicBezTo>
                  <a:cubicBezTo>
                    <a:pt x="1" y="13"/>
                    <a:pt x="0" y="11"/>
                    <a:pt x="0" y="10"/>
                  </a:cubicBezTo>
                  <a:cubicBezTo>
                    <a:pt x="0" y="11"/>
                    <a:pt x="1" y="14"/>
                    <a:pt x="3" y="15"/>
                  </a:cubicBezTo>
                  <a:cubicBezTo>
                    <a:pt x="4" y="16"/>
                    <a:pt x="7" y="17"/>
                    <a:pt x="12" y="14"/>
                  </a:cubicBezTo>
                  <a:cubicBezTo>
                    <a:pt x="18" y="12"/>
                    <a:pt x="19" y="7"/>
                    <a:pt x="19" y="4"/>
                  </a:cubicBezTo>
                  <a:cubicBezTo>
                    <a:pt x="18" y="2"/>
                    <a:pt x="16" y="1"/>
                    <a:pt x="13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7" name="Freeform 553">
              <a:extLst>
                <a:ext uri="{FF2B5EF4-FFF2-40B4-BE49-F238E27FC236}">
                  <a16:creationId xmlns:a16="http://schemas.microsoft.com/office/drawing/2014/main" id="{67C1F52F-EC69-4496-9B9C-BCB989FD5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400"/>
              <a:ext cx="90" cy="82"/>
            </a:xfrm>
            <a:custGeom>
              <a:avLst/>
              <a:gdLst>
                <a:gd name="T0" fmla="*/ 145 w 36"/>
                <a:gd name="T1" fmla="*/ 92 h 33"/>
                <a:gd name="T2" fmla="*/ 20 w 36"/>
                <a:gd name="T3" fmla="*/ 229 h 33"/>
                <a:gd name="T4" fmla="*/ 50 w 36"/>
                <a:gd name="T5" fmla="*/ 403 h 33"/>
                <a:gd name="T6" fmla="*/ 458 w 36"/>
                <a:gd name="T7" fmla="*/ 370 h 33"/>
                <a:gd name="T8" fmla="*/ 425 w 36"/>
                <a:gd name="T9" fmla="*/ 30 h 33"/>
                <a:gd name="T10" fmla="*/ 145 w 36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6"/>
                  </a:moveTo>
                  <a:cubicBezTo>
                    <a:pt x="5" y="8"/>
                    <a:pt x="2" y="10"/>
                    <a:pt x="1" y="15"/>
                  </a:cubicBezTo>
                  <a:cubicBezTo>
                    <a:pt x="0" y="18"/>
                    <a:pt x="0" y="22"/>
                    <a:pt x="3" y="26"/>
                  </a:cubicBezTo>
                  <a:cubicBezTo>
                    <a:pt x="8" y="33"/>
                    <a:pt x="21" y="32"/>
                    <a:pt x="29" y="24"/>
                  </a:cubicBezTo>
                  <a:cubicBezTo>
                    <a:pt x="36" y="16"/>
                    <a:pt x="33" y="5"/>
                    <a:pt x="27" y="2"/>
                  </a:cubicBezTo>
                  <a:cubicBezTo>
                    <a:pt x="21" y="0"/>
                    <a:pt x="17" y="1"/>
                    <a:pt x="9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8" name="Freeform 554">
              <a:extLst>
                <a:ext uri="{FF2B5EF4-FFF2-40B4-BE49-F238E27FC236}">
                  <a16:creationId xmlns:a16="http://schemas.microsoft.com/office/drawing/2014/main" id="{CDA9CBDC-2530-46DD-A76D-33A4AABB9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405"/>
              <a:ext cx="52" cy="70"/>
            </a:xfrm>
            <a:custGeom>
              <a:avLst/>
              <a:gdLst>
                <a:gd name="T0" fmla="*/ 183 w 21"/>
                <a:gd name="T1" fmla="*/ 20 h 28"/>
                <a:gd name="T2" fmla="*/ 104 w 21"/>
                <a:gd name="T3" fmla="*/ 0 h 28"/>
                <a:gd name="T4" fmla="*/ 166 w 21"/>
                <a:gd name="T5" fmla="*/ 20 h 28"/>
                <a:gd name="T6" fmla="*/ 196 w 21"/>
                <a:gd name="T7" fmla="*/ 345 h 28"/>
                <a:gd name="T8" fmla="*/ 0 w 21"/>
                <a:gd name="T9" fmla="*/ 438 h 28"/>
                <a:gd name="T10" fmla="*/ 215 w 21"/>
                <a:gd name="T11" fmla="*/ 345 h 28"/>
                <a:gd name="T12" fmla="*/ 183 w 21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8">
                  <a:moveTo>
                    <a:pt x="12" y="1"/>
                  </a:moveTo>
                  <a:cubicBezTo>
                    <a:pt x="10" y="0"/>
                    <a:pt x="9" y="0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7" y="4"/>
                    <a:pt x="20" y="14"/>
                    <a:pt x="13" y="22"/>
                  </a:cubicBezTo>
                  <a:cubicBezTo>
                    <a:pt x="9" y="26"/>
                    <a:pt x="4" y="28"/>
                    <a:pt x="0" y="28"/>
                  </a:cubicBezTo>
                  <a:cubicBezTo>
                    <a:pt x="5" y="28"/>
                    <a:pt x="10" y="26"/>
                    <a:pt x="14" y="22"/>
                  </a:cubicBezTo>
                  <a:cubicBezTo>
                    <a:pt x="21" y="14"/>
                    <a:pt x="18" y="4"/>
                    <a:pt x="12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9" name="Freeform 555">
              <a:extLst>
                <a:ext uri="{FF2B5EF4-FFF2-40B4-BE49-F238E27FC236}">
                  <a16:creationId xmlns:a16="http://schemas.microsoft.com/office/drawing/2014/main" id="{3D42032A-69DD-4DA0-8117-8A380438D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3405"/>
              <a:ext cx="50" cy="70"/>
            </a:xfrm>
            <a:custGeom>
              <a:avLst/>
              <a:gdLst>
                <a:gd name="T0" fmla="*/ 50 w 20"/>
                <a:gd name="T1" fmla="*/ 363 h 28"/>
                <a:gd name="T2" fmla="*/ 33 w 20"/>
                <a:gd name="T3" fmla="*/ 208 h 28"/>
                <a:gd name="T4" fmla="*/ 145 w 20"/>
                <a:gd name="T5" fmla="*/ 63 h 28"/>
                <a:gd name="T6" fmla="*/ 313 w 20"/>
                <a:gd name="T7" fmla="*/ 0 h 28"/>
                <a:gd name="T8" fmla="*/ 125 w 20"/>
                <a:gd name="T9" fmla="*/ 63 h 28"/>
                <a:gd name="T10" fmla="*/ 0 w 20"/>
                <a:gd name="T11" fmla="*/ 208 h 28"/>
                <a:gd name="T12" fmla="*/ 33 w 20"/>
                <a:gd name="T13" fmla="*/ 363 h 28"/>
                <a:gd name="T14" fmla="*/ 220 w 20"/>
                <a:gd name="T15" fmla="*/ 438 h 28"/>
                <a:gd name="T16" fmla="*/ 50 w 20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8">
                  <a:moveTo>
                    <a:pt x="3" y="23"/>
                  </a:moveTo>
                  <a:cubicBezTo>
                    <a:pt x="1" y="20"/>
                    <a:pt x="1" y="16"/>
                    <a:pt x="2" y="13"/>
                  </a:cubicBezTo>
                  <a:cubicBezTo>
                    <a:pt x="3" y="9"/>
                    <a:pt x="6" y="7"/>
                    <a:pt x="9" y="4"/>
                  </a:cubicBezTo>
                  <a:cubicBezTo>
                    <a:pt x="14" y="2"/>
                    <a:pt x="17" y="0"/>
                    <a:pt x="20" y="0"/>
                  </a:cubicBezTo>
                  <a:cubicBezTo>
                    <a:pt x="17" y="0"/>
                    <a:pt x="14" y="1"/>
                    <a:pt x="8" y="4"/>
                  </a:cubicBezTo>
                  <a:cubicBezTo>
                    <a:pt x="4" y="7"/>
                    <a:pt x="1" y="9"/>
                    <a:pt x="0" y="13"/>
                  </a:cubicBezTo>
                  <a:cubicBezTo>
                    <a:pt x="0" y="16"/>
                    <a:pt x="0" y="20"/>
                    <a:pt x="2" y="23"/>
                  </a:cubicBezTo>
                  <a:cubicBezTo>
                    <a:pt x="5" y="27"/>
                    <a:pt x="9" y="28"/>
                    <a:pt x="14" y="28"/>
                  </a:cubicBezTo>
                  <a:cubicBezTo>
                    <a:pt x="10" y="28"/>
                    <a:pt x="6" y="26"/>
                    <a:pt x="3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0" name="Freeform 556">
              <a:extLst>
                <a:ext uri="{FF2B5EF4-FFF2-40B4-BE49-F238E27FC236}">
                  <a16:creationId xmlns:a16="http://schemas.microsoft.com/office/drawing/2014/main" id="{6A18FDEE-97CB-46C9-B8E2-D5DAFE69C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420"/>
              <a:ext cx="53" cy="45"/>
            </a:xfrm>
            <a:custGeom>
              <a:avLst/>
              <a:gdLst>
                <a:gd name="T0" fmla="*/ 209 w 21"/>
                <a:gd name="T1" fmla="*/ 0 h 18"/>
                <a:gd name="T2" fmla="*/ 192 w 21"/>
                <a:gd name="T3" fmla="*/ 220 h 18"/>
                <a:gd name="T4" fmla="*/ 0 w 21"/>
                <a:gd name="T5" fmla="*/ 145 h 18"/>
                <a:gd name="T6" fmla="*/ 209 w 2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13" y="0"/>
                  </a:moveTo>
                  <a:cubicBezTo>
                    <a:pt x="21" y="0"/>
                    <a:pt x="20" y="10"/>
                    <a:pt x="12" y="14"/>
                  </a:cubicBezTo>
                  <a:cubicBezTo>
                    <a:pt x="3" y="18"/>
                    <a:pt x="0" y="12"/>
                    <a:pt x="0" y="9"/>
                  </a:cubicBezTo>
                  <a:cubicBezTo>
                    <a:pt x="0" y="5"/>
                    <a:pt x="8" y="0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1" name="Freeform 557">
              <a:extLst>
                <a:ext uri="{FF2B5EF4-FFF2-40B4-BE49-F238E27FC236}">
                  <a16:creationId xmlns:a16="http://schemas.microsoft.com/office/drawing/2014/main" id="{CA64ECC5-AB3B-456E-9B94-232232BD9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422"/>
              <a:ext cx="47" cy="38"/>
            </a:xfrm>
            <a:custGeom>
              <a:avLst/>
              <a:gdLst>
                <a:gd name="T0" fmla="*/ 228 w 19"/>
                <a:gd name="T1" fmla="*/ 0 h 15"/>
                <a:gd name="T2" fmla="*/ 153 w 19"/>
                <a:gd name="T3" fmla="*/ 193 h 15"/>
                <a:gd name="T4" fmla="*/ 0 w 19"/>
                <a:gd name="T5" fmla="*/ 193 h 15"/>
                <a:gd name="T6" fmla="*/ 166 w 19"/>
                <a:gd name="T7" fmla="*/ 213 h 15"/>
                <a:gd name="T8" fmla="*/ 228 w 1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8" y="3"/>
                    <a:pt x="16" y="9"/>
                    <a:pt x="10" y="12"/>
                  </a:cubicBezTo>
                  <a:cubicBezTo>
                    <a:pt x="5" y="14"/>
                    <a:pt x="2" y="13"/>
                    <a:pt x="0" y="12"/>
                  </a:cubicBezTo>
                  <a:cubicBezTo>
                    <a:pt x="2" y="14"/>
                    <a:pt x="5" y="15"/>
                    <a:pt x="11" y="13"/>
                  </a:cubicBezTo>
                  <a:cubicBezTo>
                    <a:pt x="18" y="9"/>
                    <a:pt x="19" y="3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2" name="Freeform 558">
              <a:extLst>
                <a:ext uri="{FF2B5EF4-FFF2-40B4-BE49-F238E27FC236}">
                  <a16:creationId xmlns:a16="http://schemas.microsoft.com/office/drawing/2014/main" id="{7AB31673-FD9F-4A87-9B11-0ADA590EA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420"/>
              <a:ext cx="22" cy="17"/>
            </a:xfrm>
            <a:custGeom>
              <a:avLst/>
              <a:gdLst>
                <a:gd name="T0" fmla="*/ 132 w 9"/>
                <a:gd name="T1" fmla="*/ 0 h 7"/>
                <a:gd name="T2" fmla="*/ 0 w 9"/>
                <a:gd name="T3" fmla="*/ 100 h 7"/>
                <a:gd name="T4" fmla="*/ 132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1"/>
                    <a:pt x="1" y="4"/>
                    <a:pt x="0" y="7"/>
                  </a:cubicBezTo>
                  <a:cubicBezTo>
                    <a:pt x="2" y="5"/>
                    <a:pt x="5" y="2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3" name="Freeform 559">
              <a:extLst>
                <a:ext uri="{FF2B5EF4-FFF2-40B4-BE49-F238E27FC236}">
                  <a16:creationId xmlns:a16="http://schemas.microsoft.com/office/drawing/2014/main" id="{5EBA04DF-24E9-4467-90F8-234561870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3432"/>
              <a:ext cx="33" cy="28"/>
            </a:xfrm>
            <a:custGeom>
              <a:avLst/>
              <a:gdLst>
                <a:gd name="T0" fmla="*/ 0 w 13"/>
                <a:gd name="T1" fmla="*/ 163 h 11"/>
                <a:gd name="T2" fmla="*/ 213 w 13"/>
                <a:gd name="T3" fmla="*/ 0 h 11"/>
                <a:gd name="T4" fmla="*/ 0 w 13"/>
                <a:gd name="T5" fmla="*/ 16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0"/>
                  </a:moveTo>
                  <a:cubicBezTo>
                    <a:pt x="3" y="11"/>
                    <a:pt x="12" y="7"/>
                    <a:pt x="13" y="0"/>
                  </a:cubicBezTo>
                  <a:cubicBezTo>
                    <a:pt x="13" y="3"/>
                    <a:pt x="9" y="11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4" name="Freeform 560">
              <a:extLst>
                <a:ext uri="{FF2B5EF4-FFF2-40B4-BE49-F238E27FC236}">
                  <a16:creationId xmlns:a16="http://schemas.microsoft.com/office/drawing/2014/main" id="{2901D66E-438C-4B02-8B84-A97F6979A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400"/>
              <a:ext cx="90" cy="82"/>
            </a:xfrm>
            <a:custGeom>
              <a:avLst/>
              <a:gdLst>
                <a:gd name="T0" fmla="*/ 145 w 36"/>
                <a:gd name="T1" fmla="*/ 92 h 33"/>
                <a:gd name="T2" fmla="*/ 20 w 36"/>
                <a:gd name="T3" fmla="*/ 229 h 33"/>
                <a:gd name="T4" fmla="*/ 50 w 36"/>
                <a:gd name="T5" fmla="*/ 403 h 33"/>
                <a:gd name="T6" fmla="*/ 458 w 36"/>
                <a:gd name="T7" fmla="*/ 370 h 33"/>
                <a:gd name="T8" fmla="*/ 425 w 36"/>
                <a:gd name="T9" fmla="*/ 30 h 33"/>
                <a:gd name="T10" fmla="*/ 145 w 36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6"/>
                  </a:moveTo>
                  <a:cubicBezTo>
                    <a:pt x="5" y="8"/>
                    <a:pt x="2" y="10"/>
                    <a:pt x="1" y="15"/>
                  </a:cubicBezTo>
                  <a:cubicBezTo>
                    <a:pt x="0" y="18"/>
                    <a:pt x="0" y="22"/>
                    <a:pt x="3" y="26"/>
                  </a:cubicBezTo>
                  <a:cubicBezTo>
                    <a:pt x="8" y="33"/>
                    <a:pt x="21" y="32"/>
                    <a:pt x="29" y="24"/>
                  </a:cubicBezTo>
                  <a:cubicBezTo>
                    <a:pt x="36" y="16"/>
                    <a:pt x="33" y="5"/>
                    <a:pt x="27" y="2"/>
                  </a:cubicBezTo>
                  <a:cubicBezTo>
                    <a:pt x="21" y="0"/>
                    <a:pt x="17" y="1"/>
                    <a:pt x="9" y="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5" name="Freeform 561">
              <a:extLst>
                <a:ext uri="{FF2B5EF4-FFF2-40B4-BE49-F238E27FC236}">
                  <a16:creationId xmlns:a16="http://schemas.microsoft.com/office/drawing/2014/main" id="{A7FAD1C0-4EE4-4567-885F-A6A35209B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420"/>
              <a:ext cx="48" cy="40"/>
            </a:xfrm>
            <a:custGeom>
              <a:avLst/>
              <a:gdLst>
                <a:gd name="T0" fmla="*/ 210 w 19"/>
                <a:gd name="T1" fmla="*/ 0 h 16"/>
                <a:gd name="T2" fmla="*/ 288 w 19"/>
                <a:gd name="T3" fmla="*/ 63 h 16"/>
                <a:gd name="T4" fmla="*/ 192 w 19"/>
                <a:gd name="T5" fmla="*/ 220 h 16"/>
                <a:gd name="T6" fmla="*/ 51 w 19"/>
                <a:gd name="T7" fmla="*/ 220 h 16"/>
                <a:gd name="T8" fmla="*/ 0 w 19"/>
                <a:gd name="T9" fmla="*/ 145 h 16"/>
                <a:gd name="T10" fmla="*/ 33 w 19"/>
                <a:gd name="T11" fmla="*/ 220 h 16"/>
                <a:gd name="T12" fmla="*/ 192 w 19"/>
                <a:gd name="T13" fmla="*/ 220 h 16"/>
                <a:gd name="T14" fmla="*/ 288 w 19"/>
                <a:gd name="T15" fmla="*/ 63 h 16"/>
                <a:gd name="T16" fmla="*/ 210 w 1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6">
                  <a:moveTo>
                    <a:pt x="13" y="0"/>
                  </a:moveTo>
                  <a:cubicBezTo>
                    <a:pt x="16" y="0"/>
                    <a:pt x="18" y="2"/>
                    <a:pt x="18" y="4"/>
                  </a:cubicBezTo>
                  <a:cubicBezTo>
                    <a:pt x="19" y="7"/>
                    <a:pt x="17" y="11"/>
                    <a:pt x="12" y="14"/>
                  </a:cubicBezTo>
                  <a:cubicBezTo>
                    <a:pt x="7" y="16"/>
                    <a:pt x="4" y="15"/>
                    <a:pt x="3" y="14"/>
                  </a:cubicBezTo>
                  <a:cubicBezTo>
                    <a:pt x="1" y="13"/>
                    <a:pt x="0" y="11"/>
                    <a:pt x="0" y="9"/>
                  </a:cubicBezTo>
                  <a:cubicBezTo>
                    <a:pt x="0" y="11"/>
                    <a:pt x="0" y="13"/>
                    <a:pt x="2" y="14"/>
                  </a:cubicBezTo>
                  <a:cubicBezTo>
                    <a:pt x="4" y="15"/>
                    <a:pt x="7" y="16"/>
                    <a:pt x="12" y="14"/>
                  </a:cubicBezTo>
                  <a:cubicBezTo>
                    <a:pt x="17" y="11"/>
                    <a:pt x="19" y="7"/>
                    <a:pt x="18" y="4"/>
                  </a:cubicBezTo>
                  <a:cubicBezTo>
                    <a:pt x="18" y="1"/>
                    <a:pt x="16" y="0"/>
                    <a:pt x="13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6" name="Freeform 562">
              <a:extLst>
                <a:ext uri="{FF2B5EF4-FFF2-40B4-BE49-F238E27FC236}">
                  <a16:creationId xmlns:a16="http://schemas.microsoft.com/office/drawing/2014/main" id="{E68A1E86-9587-433D-92BC-E390B9222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300"/>
              <a:ext cx="92" cy="72"/>
            </a:xfrm>
            <a:custGeom>
              <a:avLst/>
              <a:gdLst>
                <a:gd name="T0" fmla="*/ 259 w 37"/>
                <a:gd name="T1" fmla="*/ 0 h 29"/>
                <a:gd name="T2" fmla="*/ 75 w 37"/>
                <a:gd name="T3" fmla="*/ 42 h 29"/>
                <a:gd name="T4" fmla="*/ 0 w 37"/>
                <a:gd name="T5" fmla="*/ 196 h 29"/>
                <a:gd name="T6" fmla="*/ 341 w 37"/>
                <a:gd name="T7" fmla="*/ 400 h 29"/>
                <a:gd name="T8" fmla="*/ 507 w 37"/>
                <a:gd name="T9" fmla="*/ 104 h 29"/>
                <a:gd name="T10" fmla="*/ 259 w 37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9">
                  <a:moveTo>
                    <a:pt x="17" y="0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2"/>
                    <a:pt x="12" y="29"/>
                    <a:pt x="22" y="26"/>
                  </a:cubicBezTo>
                  <a:cubicBezTo>
                    <a:pt x="33" y="23"/>
                    <a:pt x="37" y="13"/>
                    <a:pt x="33" y="7"/>
                  </a:cubicBezTo>
                  <a:cubicBezTo>
                    <a:pt x="29" y="2"/>
                    <a:pt x="26" y="1"/>
                    <a:pt x="17" y="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7" name="Freeform 563">
              <a:extLst>
                <a:ext uri="{FF2B5EF4-FFF2-40B4-BE49-F238E27FC236}">
                  <a16:creationId xmlns:a16="http://schemas.microsoft.com/office/drawing/2014/main" id="{750E1F75-D24E-4A41-8169-FDD4B315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310"/>
              <a:ext cx="73" cy="57"/>
            </a:xfrm>
            <a:custGeom>
              <a:avLst/>
              <a:gdLst>
                <a:gd name="T0" fmla="*/ 413 w 29"/>
                <a:gd name="T1" fmla="*/ 62 h 23"/>
                <a:gd name="T2" fmla="*/ 335 w 29"/>
                <a:gd name="T3" fmla="*/ 0 h 23"/>
                <a:gd name="T4" fmla="*/ 400 w 29"/>
                <a:gd name="T5" fmla="*/ 42 h 23"/>
                <a:gd name="T6" fmla="*/ 222 w 29"/>
                <a:gd name="T7" fmla="*/ 320 h 23"/>
                <a:gd name="T8" fmla="*/ 0 w 29"/>
                <a:gd name="T9" fmla="*/ 287 h 23"/>
                <a:gd name="T10" fmla="*/ 242 w 29"/>
                <a:gd name="T11" fmla="*/ 337 h 23"/>
                <a:gd name="T12" fmla="*/ 413 w 29"/>
                <a:gd name="T13" fmla="*/ 6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3">
                  <a:moveTo>
                    <a:pt x="26" y="4"/>
                  </a:moveTo>
                  <a:cubicBezTo>
                    <a:pt x="24" y="2"/>
                    <a:pt x="23" y="1"/>
                    <a:pt x="21" y="0"/>
                  </a:cubicBezTo>
                  <a:cubicBezTo>
                    <a:pt x="23" y="0"/>
                    <a:pt x="23" y="2"/>
                    <a:pt x="25" y="3"/>
                  </a:cubicBezTo>
                  <a:cubicBezTo>
                    <a:pt x="28" y="9"/>
                    <a:pt x="24" y="18"/>
                    <a:pt x="14" y="21"/>
                  </a:cubicBezTo>
                  <a:cubicBezTo>
                    <a:pt x="9" y="22"/>
                    <a:pt x="4" y="21"/>
                    <a:pt x="0" y="19"/>
                  </a:cubicBezTo>
                  <a:cubicBezTo>
                    <a:pt x="4" y="22"/>
                    <a:pt x="10" y="23"/>
                    <a:pt x="15" y="22"/>
                  </a:cubicBezTo>
                  <a:cubicBezTo>
                    <a:pt x="25" y="19"/>
                    <a:pt x="29" y="9"/>
                    <a:pt x="26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8" name="Freeform 564">
              <a:extLst>
                <a:ext uri="{FF2B5EF4-FFF2-40B4-BE49-F238E27FC236}">
                  <a16:creationId xmlns:a16="http://schemas.microsoft.com/office/drawing/2014/main" id="{1CD9741B-A41B-4ECB-B0DA-95CB10F2D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300"/>
              <a:ext cx="68" cy="57"/>
            </a:xfrm>
            <a:custGeom>
              <a:avLst/>
              <a:gdLst>
                <a:gd name="T0" fmla="*/ 20 w 27"/>
                <a:gd name="T1" fmla="*/ 196 h 23"/>
                <a:gd name="T2" fmla="*/ 83 w 27"/>
                <a:gd name="T3" fmla="*/ 62 h 23"/>
                <a:gd name="T4" fmla="*/ 254 w 27"/>
                <a:gd name="T5" fmla="*/ 12 h 23"/>
                <a:gd name="T6" fmla="*/ 431 w 27"/>
                <a:gd name="T7" fmla="*/ 62 h 23"/>
                <a:gd name="T8" fmla="*/ 242 w 27"/>
                <a:gd name="T9" fmla="*/ 12 h 23"/>
                <a:gd name="T10" fmla="*/ 63 w 27"/>
                <a:gd name="T11" fmla="*/ 42 h 23"/>
                <a:gd name="T12" fmla="*/ 0 w 27"/>
                <a:gd name="T13" fmla="*/ 196 h 23"/>
                <a:gd name="T14" fmla="*/ 113 w 27"/>
                <a:gd name="T15" fmla="*/ 349 h 23"/>
                <a:gd name="T16" fmla="*/ 20 w 27"/>
                <a:gd name="T17" fmla="*/ 196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3">
                  <a:moveTo>
                    <a:pt x="1" y="13"/>
                  </a:moveTo>
                  <a:cubicBezTo>
                    <a:pt x="1" y="9"/>
                    <a:pt x="3" y="6"/>
                    <a:pt x="5" y="4"/>
                  </a:cubicBezTo>
                  <a:cubicBezTo>
                    <a:pt x="8" y="1"/>
                    <a:pt x="12" y="1"/>
                    <a:pt x="16" y="1"/>
                  </a:cubicBezTo>
                  <a:cubicBezTo>
                    <a:pt x="22" y="2"/>
                    <a:pt x="25" y="2"/>
                    <a:pt x="27" y="4"/>
                  </a:cubicBezTo>
                  <a:cubicBezTo>
                    <a:pt x="25" y="2"/>
                    <a:pt x="21" y="1"/>
                    <a:pt x="15" y="1"/>
                  </a:cubicBezTo>
                  <a:cubicBezTo>
                    <a:pt x="11" y="0"/>
                    <a:pt x="7" y="0"/>
                    <a:pt x="4" y="3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3" y="21"/>
                    <a:pt x="1" y="17"/>
                    <a:pt x="1" y="1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9" name="Freeform 565">
              <a:extLst>
                <a:ext uri="{FF2B5EF4-FFF2-40B4-BE49-F238E27FC236}">
                  <a16:creationId xmlns:a16="http://schemas.microsoft.com/office/drawing/2014/main" id="{A255DB6F-C932-4796-B2B8-3955BD17E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312"/>
              <a:ext cx="62" cy="38"/>
            </a:xfrm>
            <a:custGeom>
              <a:avLst/>
              <a:gdLst>
                <a:gd name="T0" fmla="*/ 278 w 25"/>
                <a:gd name="T1" fmla="*/ 51 h 15"/>
                <a:gd name="T2" fmla="*/ 154 w 25"/>
                <a:gd name="T3" fmla="*/ 225 h 15"/>
                <a:gd name="T4" fmla="*/ 30 w 25"/>
                <a:gd name="T5" fmla="*/ 51 h 15"/>
                <a:gd name="T6" fmla="*/ 278 w 25"/>
                <a:gd name="T7" fmla="*/ 5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18" y="3"/>
                  </a:moveTo>
                  <a:cubicBezTo>
                    <a:pt x="25" y="7"/>
                    <a:pt x="19" y="15"/>
                    <a:pt x="10" y="14"/>
                  </a:cubicBezTo>
                  <a:cubicBezTo>
                    <a:pt x="0" y="12"/>
                    <a:pt x="0" y="6"/>
                    <a:pt x="2" y="3"/>
                  </a:cubicBezTo>
                  <a:cubicBezTo>
                    <a:pt x="5" y="0"/>
                    <a:pt x="14" y="0"/>
                    <a:pt x="18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0" name="Freeform 566">
              <a:extLst>
                <a:ext uri="{FF2B5EF4-FFF2-40B4-BE49-F238E27FC236}">
                  <a16:creationId xmlns:a16="http://schemas.microsoft.com/office/drawing/2014/main" id="{807F25A7-CABD-43F8-B852-5EFBAB820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327"/>
              <a:ext cx="53" cy="23"/>
            </a:xfrm>
            <a:custGeom>
              <a:avLst/>
              <a:gdLst>
                <a:gd name="T0" fmla="*/ 318 w 21"/>
                <a:gd name="T1" fmla="*/ 0 h 9"/>
                <a:gd name="T2" fmla="*/ 126 w 21"/>
                <a:gd name="T3" fmla="*/ 97 h 9"/>
                <a:gd name="T4" fmla="*/ 0 w 21"/>
                <a:gd name="T5" fmla="*/ 20 h 9"/>
                <a:gd name="T6" fmla="*/ 146 w 21"/>
                <a:gd name="T7" fmla="*/ 130 h 9"/>
                <a:gd name="T8" fmla="*/ 318 w 21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">
                  <a:moveTo>
                    <a:pt x="20" y="0"/>
                  </a:moveTo>
                  <a:cubicBezTo>
                    <a:pt x="20" y="4"/>
                    <a:pt x="15" y="7"/>
                    <a:pt x="8" y="6"/>
                  </a:cubicBezTo>
                  <a:cubicBezTo>
                    <a:pt x="3" y="5"/>
                    <a:pt x="1" y="3"/>
                    <a:pt x="0" y="1"/>
                  </a:cubicBezTo>
                  <a:cubicBezTo>
                    <a:pt x="0" y="4"/>
                    <a:pt x="3" y="7"/>
                    <a:pt x="9" y="8"/>
                  </a:cubicBezTo>
                  <a:cubicBezTo>
                    <a:pt x="16" y="9"/>
                    <a:pt x="21" y="4"/>
                    <a:pt x="2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1" name="Freeform 567">
              <a:extLst>
                <a:ext uri="{FF2B5EF4-FFF2-40B4-BE49-F238E27FC236}">
                  <a16:creationId xmlns:a16="http://schemas.microsoft.com/office/drawing/2014/main" id="{9A1FF3CE-2AC4-4727-ACEB-C1BA38BCD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312"/>
              <a:ext cx="25" cy="5"/>
            </a:xfrm>
            <a:custGeom>
              <a:avLst/>
              <a:gdLst>
                <a:gd name="T0" fmla="*/ 158 w 10"/>
                <a:gd name="T1" fmla="*/ 20 h 2"/>
                <a:gd name="T2" fmla="*/ 0 w 10"/>
                <a:gd name="T3" fmla="*/ 33 h 2"/>
                <a:gd name="T4" fmla="*/ 158 w 10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7" y="0"/>
                    <a:pt x="2" y="0"/>
                    <a:pt x="0" y="2"/>
                  </a:cubicBezTo>
                  <a:cubicBezTo>
                    <a:pt x="2" y="1"/>
                    <a:pt x="7" y="1"/>
                    <a:pt x="1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2" name="Freeform 568">
              <a:extLst>
                <a:ext uri="{FF2B5EF4-FFF2-40B4-BE49-F238E27FC236}">
                  <a16:creationId xmlns:a16="http://schemas.microsoft.com/office/drawing/2014/main" id="{2A2BACD7-5A0B-48F9-9DCC-EDEB9DC2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337"/>
              <a:ext cx="40" cy="18"/>
            </a:xfrm>
            <a:custGeom>
              <a:avLst/>
              <a:gdLst>
                <a:gd name="T0" fmla="*/ 0 w 16"/>
                <a:gd name="T1" fmla="*/ 33 h 7"/>
                <a:gd name="T2" fmla="*/ 250 w 16"/>
                <a:gd name="T3" fmla="*/ 0 h 7"/>
                <a:gd name="T4" fmla="*/ 0 w 1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2"/>
                  </a:moveTo>
                  <a:cubicBezTo>
                    <a:pt x="2" y="4"/>
                    <a:pt x="12" y="6"/>
                    <a:pt x="16" y="0"/>
                  </a:cubicBezTo>
                  <a:cubicBezTo>
                    <a:pt x="15" y="3"/>
                    <a:pt x="7" y="7"/>
                    <a:pt x="0" y="2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3" name="Freeform 569">
              <a:extLst>
                <a:ext uri="{FF2B5EF4-FFF2-40B4-BE49-F238E27FC236}">
                  <a16:creationId xmlns:a16="http://schemas.microsoft.com/office/drawing/2014/main" id="{8161C90A-17E6-42CF-B02D-98CCD60D2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300"/>
              <a:ext cx="92" cy="72"/>
            </a:xfrm>
            <a:custGeom>
              <a:avLst/>
              <a:gdLst>
                <a:gd name="T0" fmla="*/ 259 w 37"/>
                <a:gd name="T1" fmla="*/ 0 h 29"/>
                <a:gd name="T2" fmla="*/ 75 w 37"/>
                <a:gd name="T3" fmla="*/ 42 h 29"/>
                <a:gd name="T4" fmla="*/ 0 w 37"/>
                <a:gd name="T5" fmla="*/ 196 h 29"/>
                <a:gd name="T6" fmla="*/ 341 w 37"/>
                <a:gd name="T7" fmla="*/ 400 h 29"/>
                <a:gd name="T8" fmla="*/ 507 w 37"/>
                <a:gd name="T9" fmla="*/ 104 h 29"/>
                <a:gd name="T10" fmla="*/ 259 w 37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9">
                  <a:moveTo>
                    <a:pt x="17" y="0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2"/>
                    <a:pt x="12" y="29"/>
                    <a:pt x="22" y="26"/>
                  </a:cubicBezTo>
                  <a:cubicBezTo>
                    <a:pt x="33" y="23"/>
                    <a:pt x="37" y="13"/>
                    <a:pt x="33" y="7"/>
                  </a:cubicBezTo>
                  <a:cubicBezTo>
                    <a:pt x="29" y="2"/>
                    <a:pt x="26" y="1"/>
                    <a:pt x="17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4" name="Freeform 570">
              <a:extLst>
                <a:ext uri="{FF2B5EF4-FFF2-40B4-BE49-F238E27FC236}">
                  <a16:creationId xmlns:a16="http://schemas.microsoft.com/office/drawing/2014/main" id="{93165BAF-21B0-4EAF-B9B3-F3860B81B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320"/>
              <a:ext cx="53" cy="30"/>
            </a:xfrm>
            <a:custGeom>
              <a:avLst/>
              <a:gdLst>
                <a:gd name="T0" fmla="*/ 275 w 21"/>
                <a:gd name="T1" fmla="*/ 0 h 12"/>
                <a:gd name="T2" fmla="*/ 305 w 21"/>
                <a:gd name="T3" fmla="*/ 95 h 12"/>
                <a:gd name="T4" fmla="*/ 146 w 21"/>
                <a:gd name="T5" fmla="*/ 175 h 12"/>
                <a:gd name="T6" fmla="*/ 20 w 21"/>
                <a:gd name="T7" fmla="*/ 95 h 12"/>
                <a:gd name="T8" fmla="*/ 20 w 21"/>
                <a:gd name="T9" fmla="*/ 0 h 12"/>
                <a:gd name="T10" fmla="*/ 20 w 21"/>
                <a:gd name="T11" fmla="*/ 95 h 12"/>
                <a:gd name="T12" fmla="*/ 146 w 21"/>
                <a:gd name="T13" fmla="*/ 175 h 12"/>
                <a:gd name="T14" fmla="*/ 318 w 21"/>
                <a:gd name="T15" fmla="*/ 95 h 12"/>
                <a:gd name="T16" fmla="*/ 275 w 21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20" y="1"/>
                    <a:pt x="20" y="4"/>
                    <a:pt x="19" y="6"/>
                  </a:cubicBezTo>
                  <a:cubicBezTo>
                    <a:pt x="18" y="9"/>
                    <a:pt x="14" y="11"/>
                    <a:pt x="9" y="11"/>
                  </a:cubicBezTo>
                  <a:cubicBezTo>
                    <a:pt x="3" y="10"/>
                    <a:pt x="1" y="7"/>
                    <a:pt x="1" y="6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0" y="1"/>
                    <a:pt x="0" y="4"/>
                    <a:pt x="1" y="6"/>
                  </a:cubicBezTo>
                  <a:cubicBezTo>
                    <a:pt x="1" y="8"/>
                    <a:pt x="3" y="10"/>
                    <a:pt x="9" y="11"/>
                  </a:cubicBezTo>
                  <a:cubicBezTo>
                    <a:pt x="15" y="12"/>
                    <a:pt x="18" y="9"/>
                    <a:pt x="20" y="6"/>
                  </a:cubicBezTo>
                  <a:cubicBezTo>
                    <a:pt x="21" y="4"/>
                    <a:pt x="20" y="2"/>
                    <a:pt x="17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5" name="Freeform 571">
              <a:extLst>
                <a:ext uri="{FF2B5EF4-FFF2-40B4-BE49-F238E27FC236}">
                  <a16:creationId xmlns:a16="http://schemas.microsoft.com/office/drawing/2014/main" id="{BAF84D0F-CAFC-4A88-A04F-916B06B25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670"/>
              <a:ext cx="90" cy="82"/>
            </a:xfrm>
            <a:custGeom>
              <a:avLst/>
              <a:gdLst>
                <a:gd name="T0" fmla="*/ 145 w 36"/>
                <a:gd name="T1" fmla="*/ 92 h 33"/>
                <a:gd name="T2" fmla="*/ 20 w 36"/>
                <a:gd name="T3" fmla="*/ 229 h 33"/>
                <a:gd name="T4" fmla="*/ 50 w 36"/>
                <a:gd name="T5" fmla="*/ 403 h 33"/>
                <a:gd name="T6" fmla="*/ 438 w 36"/>
                <a:gd name="T7" fmla="*/ 370 h 33"/>
                <a:gd name="T8" fmla="*/ 408 w 36"/>
                <a:gd name="T9" fmla="*/ 30 h 33"/>
                <a:gd name="T10" fmla="*/ 145 w 36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6"/>
                  </a:moveTo>
                  <a:cubicBezTo>
                    <a:pt x="5" y="8"/>
                    <a:pt x="2" y="10"/>
                    <a:pt x="1" y="15"/>
                  </a:cubicBezTo>
                  <a:cubicBezTo>
                    <a:pt x="0" y="18"/>
                    <a:pt x="0" y="22"/>
                    <a:pt x="3" y="26"/>
                  </a:cubicBezTo>
                  <a:cubicBezTo>
                    <a:pt x="8" y="33"/>
                    <a:pt x="21" y="32"/>
                    <a:pt x="28" y="24"/>
                  </a:cubicBezTo>
                  <a:cubicBezTo>
                    <a:pt x="36" y="16"/>
                    <a:pt x="33" y="5"/>
                    <a:pt x="26" y="2"/>
                  </a:cubicBezTo>
                  <a:cubicBezTo>
                    <a:pt x="20" y="0"/>
                    <a:pt x="17" y="1"/>
                    <a:pt x="9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6" name="Freeform 572">
              <a:extLst>
                <a:ext uri="{FF2B5EF4-FFF2-40B4-BE49-F238E27FC236}">
                  <a16:creationId xmlns:a16="http://schemas.microsoft.com/office/drawing/2014/main" id="{1D1D188A-BE15-4638-8E54-85B6043D9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3675"/>
              <a:ext cx="55" cy="70"/>
            </a:xfrm>
            <a:custGeom>
              <a:avLst/>
              <a:gdLst>
                <a:gd name="T0" fmla="*/ 208 w 22"/>
                <a:gd name="T1" fmla="*/ 20 h 28"/>
                <a:gd name="T2" fmla="*/ 125 w 22"/>
                <a:gd name="T3" fmla="*/ 0 h 28"/>
                <a:gd name="T4" fmla="*/ 188 w 22"/>
                <a:gd name="T5" fmla="*/ 20 h 28"/>
                <a:gd name="T6" fmla="*/ 220 w 22"/>
                <a:gd name="T7" fmla="*/ 345 h 28"/>
                <a:gd name="T8" fmla="*/ 0 w 22"/>
                <a:gd name="T9" fmla="*/ 438 h 28"/>
                <a:gd name="T10" fmla="*/ 238 w 22"/>
                <a:gd name="T11" fmla="*/ 345 h 28"/>
                <a:gd name="T12" fmla="*/ 208 w 22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13" y="1"/>
                  </a:moveTo>
                  <a:cubicBezTo>
                    <a:pt x="11" y="0"/>
                    <a:pt x="9" y="0"/>
                    <a:pt x="8" y="0"/>
                  </a:cubicBezTo>
                  <a:cubicBezTo>
                    <a:pt x="9" y="0"/>
                    <a:pt x="10" y="0"/>
                    <a:pt x="12" y="1"/>
                  </a:cubicBezTo>
                  <a:cubicBezTo>
                    <a:pt x="18" y="4"/>
                    <a:pt x="21" y="14"/>
                    <a:pt x="14" y="22"/>
                  </a:cubicBezTo>
                  <a:cubicBezTo>
                    <a:pt x="10" y="26"/>
                    <a:pt x="5" y="28"/>
                    <a:pt x="0" y="28"/>
                  </a:cubicBezTo>
                  <a:cubicBezTo>
                    <a:pt x="5" y="28"/>
                    <a:pt x="11" y="26"/>
                    <a:pt x="15" y="22"/>
                  </a:cubicBezTo>
                  <a:cubicBezTo>
                    <a:pt x="22" y="14"/>
                    <a:pt x="19" y="4"/>
                    <a:pt x="1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7" name="Freeform 573">
              <a:extLst>
                <a:ext uri="{FF2B5EF4-FFF2-40B4-BE49-F238E27FC236}">
                  <a16:creationId xmlns:a16="http://schemas.microsoft.com/office/drawing/2014/main" id="{33B67DBF-8FF5-4894-BBC6-2BC54F66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3675"/>
              <a:ext cx="50" cy="70"/>
            </a:xfrm>
            <a:custGeom>
              <a:avLst/>
              <a:gdLst>
                <a:gd name="T0" fmla="*/ 50 w 20"/>
                <a:gd name="T1" fmla="*/ 363 h 28"/>
                <a:gd name="T2" fmla="*/ 20 w 20"/>
                <a:gd name="T3" fmla="*/ 208 h 28"/>
                <a:gd name="T4" fmla="*/ 145 w 20"/>
                <a:gd name="T5" fmla="*/ 63 h 28"/>
                <a:gd name="T6" fmla="*/ 313 w 20"/>
                <a:gd name="T7" fmla="*/ 0 h 28"/>
                <a:gd name="T8" fmla="*/ 125 w 20"/>
                <a:gd name="T9" fmla="*/ 63 h 28"/>
                <a:gd name="T10" fmla="*/ 0 w 20"/>
                <a:gd name="T11" fmla="*/ 208 h 28"/>
                <a:gd name="T12" fmla="*/ 33 w 20"/>
                <a:gd name="T13" fmla="*/ 363 h 28"/>
                <a:gd name="T14" fmla="*/ 220 w 20"/>
                <a:gd name="T15" fmla="*/ 438 h 28"/>
                <a:gd name="T16" fmla="*/ 50 w 20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8">
                  <a:moveTo>
                    <a:pt x="3" y="23"/>
                  </a:moveTo>
                  <a:cubicBezTo>
                    <a:pt x="1" y="20"/>
                    <a:pt x="1" y="16"/>
                    <a:pt x="1" y="13"/>
                  </a:cubicBezTo>
                  <a:cubicBezTo>
                    <a:pt x="2" y="9"/>
                    <a:pt x="5" y="7"/>
                    <a:pt x="9" y="4"/>
                  </a:cubicBezTo>
                  <a:cubicBezTo>
                    <a:pt x="14" y="2"/>
                    <a:pt x="17" y="0"/>
                    <a:pt x="20" y="0"/>
                  </a:cubicBezTo>
                  <a:cubicBezTo>
                    <a:pt x="16" y="0"/>
                    <a:pt x="13" y="1"/>
                    <a:pt x="8" y="4"/>
                  </a:cubicBezTo>
                  <a:cubicBezTo>
                    <a:pt x="4" y="7"/>
                    <a:pt x="1" y="9"/>
                    <a:pt x="0" y="13"/>
                  </a:cubicBezTo>
                  <a:cubicBezTo>
                    <a:pt x="0" y="16"/>
                    <a:pt x="0" y="20"/>
                    <a:pt x="2" y="23"/>
                  </a:cubicBezTo>
                  <a:cubicBezTo>
                    <a:pt x="5" y="27"/>
                    <a:pt x="9" y="28"/>
                    <a:pt x="14" y="28"/>
                  </a:cubicBezTo>
                  <a:cubicBezTo>
                    <a:pt x="10" y="28"/>
                    <a:pt x="6" y="26"/>
                    <a:pt x="3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8" name="Freeform 574">
              <a:extLst>
                <a:ext uri="{FF2B5EF4-FFF2-40B4-BE49-F238E27FC236}">
                  <a16:creationId xmlns:a16="http://schemas.microsoft.com/office/drawing/2014/main" id="{EE46859F-A77E-4227-8892-DBD669BF2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690"/>
              <a:ext cx="53" cy="45"/>
            </a:xfrm>
            <a:custGeom>
              <a:avLst/>
              <a:gdLst>
                <a:gd name="T0" fmla="*/ 209 w 21"/>
                <a:gd name="T1" fmla="*/ 0 h 18"/>
                <a:gd name="T2" fmla="*/ 209 w 21"/>
                <a:gd name="T3" fmla="*/ 220 h 18"/>
                <a:gd name="T4" fmla="*/ 20 w 21"/>
                <a:gd name="T5" fmla="*/ 145 h 18"/>
                <a:gd name="T6" fmla="*/ 209 w 2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13" y="0"/>
                  </a:moveTo>
                  <a:cubicBezTo>
                    <a:pt x="21" y="0"/>
                    <a:pt x="21" y="10"/>
                    <a:pt x="13" y="14"/>
                  </a:cubicBezTo>
                  <a:cubicBezTo>
                    <a:pt x="4" y="18"/>
                    <a:pt x="0" y="12"/>
                    <a:pt x="1" y="9"/>
                  </a:cubicBezTo>
                  <a:cubicBezTo>
                    <a:pt x="1" y="5"/>
                    <a:pt x="8" y="0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9" name="Freeform 575">
              <a:extLst>
                <a:ext uri="{FF2B5EF4-FFF2-40B4-BE49-F238E27FC236}">
                  <a16:creationId xmlns:a16="http://schemas.microsoft.com/office/drawing/2014/main" id="{5154618E-56ED-4251-8F7E-2598ED160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692"/>
              <a:ext cx="48" cy="38"/>
            </a:xfrm>
            <a:custGeom>
              <a:avLst/>
              <a:gdLst>
                <a:gd name="T0" fmla="*/ 243 w 19"/>
                <a:gd name="T1" fmla="*/ 0 h 15"/>
                <a:gd name="T2" fmla="*/ 159 w 19"/>
                <a:gd name="T3" fmla="*/ 193 h 15"/>
                <a:gd name="T4" fmla="*/ 0 w 19"/>
                <a:gd name="T5" fmla="*/ 193 h 15"/>
                <a:gd name="T6" fmla="*/ 179 w 19"/>
                <a:gd name="T7" fmla="*/ 213 h 15"/>
                <a:gd name="T8" fmla="*/ 243 w 1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7" y="3"/>
                    <a:pt x="16" y="9"/>
                    <a:pt x="10" y="12"/>
                  </a:cubicBezTo>
                  <a:cubicBezTo>
                    <a:pt x="5" y="14"/>
                    <a:pt x="2" y="13"/>
                    <a:pt x="0" y="12"/>
                  </a:cubicBezTo>
                  <a:cubicBezTo>
                    <a:pt x="2" y="14"/>
                    <a:pt x="5" y="15"/>
                    <a:pt x="11" y="13"/>
                  </a:cubicBezTo>
                  <a:cubicBezTo>
                    <a:pt x="17" y="9"/>
                    <a:pt x="19" y="3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0" name="Freeform 576">
              <a:extLst>
                <a:ext uri="{FF2B5EF4-FFF2-40B4-BE49-F238E27FC236}">
                  <a16:creationId xmlns:a16="http://schemas.microsoft.com/office/drawing/2014/main" id="{086448BE-4FA7-49A7-BF5D-73C6DF7E6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690"/>
              <a:ext cx="20" cy="17"/>
            </a:xfrm>
            <a:custGeom>
              <a:avLst/>
              <a:gdLst>
                <a:gd name="T0" fmla="*/ 125 w 8"/>
                <a:gd name="T1" fmla="*/ 0 h 7"/>
                <a:gd name="T2" fmla="*/ 0 w 8"/>
                <a:gd name="T3" fmla="*/ 100 h 7"/>
                <a:gd name="T4" fmla="*/ 125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5" y="1"/>
                    <a:pt x="1" y="4"/>
                    <a:pt x="0" y="7"/>
                  </a:cubicBezTo>
                  <a:cubicBezTo>
                    <a:pt x="1" y="5"/>
                    <a:pt x="5" y="2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1" name="Freeform 577">
              <a:extLst>
                <a:ext uri="{FF2B5EF4-FFF2-40B4-BE49-F238E27FC236}">
                  <a16:creationId xmlns:a16="http://schemas.microsoft.com/office/drawing/2014/main" id="{24B1D8E4-3249-4638-803B-2591AF4CB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3702"/>
              <a:ext cx="32" cy="28"/>
            </a:xfrm>
            <a:custGeom>
              <a:avLst/>
              <a:gdLst>
                <a:gd name="T0" fmla="*/ 0 w 13"/>
                <a:gd name="T1" fmla="*/ 163 h 11"/>
                <a:gd name="T2" fmla="*/ 182 w 13"/>
                <a:gd name="T3" fmla="*/ 0 h 11"/>
                <a:gd name="T4" fmla="*/ 0 w 13"/>
                <a:gd name="T5" fmla="*/ 16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0"/>
                  </a:moveTo>
                  <a:cubicBezTo>
                    <a:pt x="3" y="11"/>
                    <a:pt x="12" y="7"/>
                    <a:pt x="12" y="0"/>
                  </a:cubicBezTo>
                  <a:cubicBezTo>
                    <a:pt x="13" y="3"/>
                    <a:pt x="9" y="11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2" name="Freeform 578">
              <a:extLst>
                <a:ext uri="{FF2B5EF4-FFF2-40B4-BE49-F238E27FC236}">
                  <a16:creationId xmlns:a16="http://schemas.microsoft.com/office/drawing/2014/main" id="{0FEA5D86-5DE8-4EEA-B4E0-26F736591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670"/>
              <a:ext cx="90" cy="82"/>
            </a:xfrm>
            <a:custGeom>
              <a:avLst/>
              <a:gdLst>
                <a:gd name="T0" fmla="*/ 145 w 36"/>
                <a:gd name="T1" fmla="*/ 92 h 33"/>
                <a:gd name="T2" fmla="*/ 20 w 36"/>
                <a:gd name="T3" fmla="*/ 229 h 33"/>
                <a:gd name="T4" fmla="*/ 50 w 36"/>
                <a:gd name="T5" fmla="*/ 403 h 33"/>
                <a:gd name="T6" fmla="*/ 438 w 36"/>
                <a:gd name="T7" fmla="*/ 370 h 33"/>
                <a:gd name="T8" fmla="*/ 408 w 36"/>
                <a:gd name="T9" fmla="*/ 30 h 33"/>
                <a:gd name="T10" fmla="*/ 145 w 36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6"/>
                  </a:moveTo>
                  <a:cubicBezTo>
                    <a:pt x="5" y="8"/>
                    <a:pt x="2" y="10"/>
                    <a:pt x="1" y="15"/>
                  </a:cubicBezTo>
                  <a:cubicBezTo>
                    <a:pt x="0" y="18"/>
                    <a:pt x="0" y="22"/>
                    <a:pt x="3" y="26"/>
                  </a:cubicBezTo>
                  <a:cubicBezTo>
                    <a:pt x="8" y="33"/>
                    <a:pt x="21" y="32"/>
                    <a:pt x="28" y="24"/>
                  </a:cubicBezTo>
                  <a:cubicBezTo>
                    <a:pt x="36" y="16"/>
                    <a:pt x="33" y="5"/>
                    <a:pt x="26" y="2"/>
                  </a:cubicBezTo>
                  <a:cubicBezTo>
                    <a:pt x="20" y="0"/>
                    <a:pt x="17" y="1"/>
                    <a:pt x="9" y="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3" name="Freeform 579">
              <a:extLst>
                <a:ext uri="{FF2B5EF4-FFF2-40B4-BE49-F238E27FC236}">
                  <a16:creationId xmlns:a16="http://schemas.microsoft.com/office/drawing/2014/main" id="{391CB39F-034A-4F5A-8805-8F1AB10BE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3690"/>
              <a:ext cx="47" cy="40"/>
            </a:xfrm>
            <a:custGeom>
              <a:avLst/>
              <a:gdLst>
                <a:gd name="T0" fmla="*/ 183 w 19"/>
                <a:gd name="T1" fmla="*/ 0 h 16"/>
                <a:gd name="T2" fmla="*/ 275 w 19"/>
                <a:gd name="T3" fmla="*/ 63 h 16"/>
                <a:gd name="T4" fmla="*/ 183 w 19"/>
                <a:gd name="T5" fmla="*/ 220 h 16"/>
                <a:gd name="T6" fmla="*/ 30 w 19"/>
                <a:gd name="T7" fmla="*/ 220 h 16"/>
                <a:gd name="T8" fmla="*/ 0 w 19"/>
                <a:gd name="T9" fmla="*/ 145 h 16"/>
                <a:gd name="T10" fmla="*/ 30 w 19"/>
                <a:gd name="T11" fmla="*/ 220 h 16"/>
                <a:gd name="T12" fmla="*/ 183 w 19"/>
                <a:gd name="T13" fmla="*/ 220 h 16"/>
                <a:gd name="T14" fmla="*/ 275 w 19"/>
                <a:gd name="T15" fmla="*/ 63 h 16"/>
                <a:gd name="T16" fmla="*/ 183 w 1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6">
                  <a:moveTo>
                    <a:pt x="12" y="0"/>
                  </a:moveTo>
                  <a:cubicBezTo>
                    <a:pt x="15" y="0"/>
                    <a:pt x="17" y="2"/>
                    <a:pt x="18" y="4"/>
                  </a:cubicBezTo>
                  <a:cubicBezTo>
                    <a:pt x="19" y="7"/>
                    <a:pt x="17" y="11"/>
                    <a:pt x="12" y="14"/>
                  </a:cubicBezTo>
                  <a:cubicBezTo>
                    <a:pt x="7" y="16"/>
                    <a:pt x="4" y="15"/>
                    <a:pt x="2" y="14"/>
                  </a:cubicBezTo>
                  <a:cubicBezTo>
                    <a:pt x="0" y="13"/>
                    <a:pt x="0" y="11"/>
                    <a:pt x="0" y="9"/>
                  </a:cubicBezTo>
                  <a:cubicBezTo>
                    <a:pt x="0" y="11"/>
                    <a:pt x="0" y="13"/>
                    <a:pt x="2" y="14"/>
                  </a:cubicBezTo>
                  <a:cubicBezTo>
                    <a:pt x="4" y="15"/>
                    <a:pt x="7" y="16"/>
                    <a:pt x="12" y="14"/>
                  </a:cubicBezTo>
                  <a:cubicBezTo>
                    <a:pt x="17" y="11"/>
                    <a:pt x="19" y="7"/>
                    <a:pt x="18" y="4"/>
                  </a:cubicBezTo>
                  <a:cubicBezTo>
                    <a:pt x="18" y="1"/>
                    <a:pt x="15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4" name="Freeform 580">
              <a:extLst>
                <a:ext uri="{FF2B5EF4-FFF2-40B4-BE49-F238E27FC236}">
                  <a16:creationId xmlns:a16="http://schemas.microsoft.com/office/drawing/2014/main" id="{25B548F6-7A2C-435D-AD2D-26ECFAB40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745"/>
              <a:ext cx="87" cy="85"/>
            </a:xfrm>
            <a:custGeom>
              <a:avLst/>
              <a:gdLst>
                <a:gd name="T0" fmla="*/ 0 w 35"/>
                <a:gd name="T1" fmla="*/ 363 h 34"/>
                <a:gd name="T2" fmla="*/ 186 w 35"/>
                <a:gd name="T3" fmla="*/ 533 h 34"/>
                <a:gd name="T4" fmla="*/ 462 w 35"/>
                <a:gd name="T5" fmla="*/ 363 h 34"/>
                <a:gd name="T6" fmla="*/ 462 w 35"/>
                <a:gd name="T7" fmla="*/ 113 h 34"/>
                <a:gd name="T8" fmla="*/ 0 w 35"/>
                <a:gd name="T9" fmla="*/ 36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4">
                  <a:moveTo>
                    <a:pt x="0" y="23"/>
                  </a:moveTo>
                  <a:cubicBezTo>
                    <a:pt x="0" y="30"/>
                    <a:pt x="5" y="34"/>
                    <a:pt x="12" y="34"/>
                  </a:cubicBezTo>
                  <a:cubicBezTo>
                    <a:pt x="18" y="34"/>
                    <a:pt x="26" y="29"/>
                    <a:pt x="30" y="23"/>
                  </a:cubicBezTo>
                  <a:cubicBezTo>
                    <a:pt x="35" y="16"/>
                    <a:pt x="33" y="11"/>
                    <a:pt x="30" y="7"/>
                  </a:cubicBezTo>
                  <a:cubicBezTo>
                    <a:pt x="22" y="0"/>
                    <a:pt x="1" y="11"/>
                    <a:pt x="0" y="2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5" name="Freeform 581">
              <a:extLst>
                <a:ext uri="{FF2B5EF4-FFF2-40B4-BE49-F238E27FC236}">
                  <a16:creationId xmlns:a16="http://schemas.microsoft.com/office/drawing/2014/main" id="{91A04601-20CA-4012-AC2E-DD354E5C6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747"/>
              <a:ext cx="80" cy="53"/>
            </a:xfrm>
            <a:custGeom>
              <a:avLst/>
              <a:gdLst>
                <a:gd name="T0" fmla="*/ 0 w 32"/>
                <a:gd name="T1" fmla="*/ 338 h 21"/>
                <a:gd name="T2" fmla="*/ 438 w 32"/>
                <a:gd name="T3" fmla="*/ 126 h 21"/>
                <a:gd name="T4" fmla="*/ 488 w 32"/>
                <a:gd name="T5" fmla="*/ 255 h 21"/>
                <a:gd name="T6" fmla="*/ 438 w 32"/>
                <a:gd name="T7" fmla="*/ 114 h 21"/>
                <a:gd name="T8" fmla="*/ 0 w 32"/>
                <a:gd name="T9" fmla="*/ 33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1">
                  <a:moveTo>
                    <a:pt x="0" y="21"/>
                  </a:moveTo>
                  <a:cubicBezTo>
                    <a:pt x="2" y="10"/>
                    <a:pt x="21" y="1"/>
                    <a:pt x="28" y="8"/>
                  </a:cubicBezTo>
                  <a:cubicBezTo>
                    <a:pt x="30" y="10"/>
                    <a:pt x="32" y="13"/>
                    <a:pt x="31" y="16"/>
                  </a:cubicBezTo>
                  <a:cubicBezTo>
                    <a:pt x="32" y="12"/>
                    <a:pt x="31" y="9"/>
                    <a:pt x="28" y="7"/>
                  </a:cubicBezTo>
                  <a:cubicBezTo>
                    <a:pt x="21" y="0"/>
                    <a:pt x="1" y="10"/>
                    <a:pt x="0" y="2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6" name="Freeform 582">
              <a:extLst>
                <a:ext uri="{FF2B5EF4-FFF2-40B4-BE49-F238E27FC236}">
                  <a16:creationId xmlns:a16="http://schemas.microsoft.com/office/drawing/2014/main" id="{0C5D5E14-0A93-488D-BCEB-F4802E609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802"/>
              <a:ext cx="70" cy="25"/>
            </a:xfrm>
            <a:custGeom>
              <a:avLst/>
              <a:gdLst>
                <a:gd name="T0" fmla="*/ 438 w 28"/>
                <a:gd name="T1" fmla="*/ 0 h 10"/>
                <a:gd name="T2" fmla="*/ 175 w 28"/>
                <a:gd name="T3" fmla="*/ 125 h 10"/>
                <a:gd name="T4" fmla="*/ 0 w 28"/>
                <a:gd name="T5" fmla="*/ 33 h 10"/>
                <a:gd name="T6" fmla="*/ 175 w 28"/>
                <a:gd name="T7" fmla="*/ 158 h 10"/>
                <a:gd name="T8" fmla="*/ 438 w 28"/>
                <a:gd name="T9" fmla="*/ 0 h 10"/>
                <a:gd name="T10" fmla="*/ 438 w 28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0">
                  <a:moveTo>
                    <a:pt x="28" y="0"/>
                  </a:moveTo>
                  <a:cubicBezTo>
                    <a:pt x="24" y="5"/>
                    <a:pt x="17" y="8"/>
                    <a:pt x="11" y="8"/>
                  </a:cubicBezTo>
                  <a:cubicBezTo>
                    <a:pt x="6" y="9"/>
                    <a:pt x="1" y="6"/>
                    <a:pt x="0" y="2"/>
                  </a:cubicBezTo>
                  <a:cubicBezTo>
                    <a:pt x="1" y="7"/>
                    <a:pt x="6" y="10"/>
                    <a:pt x="11" y="10"/>
                  </a:cubicBezTo>
                  <a:cubicBezTo>
                    <a:pt x="17" y="10"/>
                    <a:pt x="24" y="5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7" name="Freeform 583">
              <a:extLst>
                <a:ext uri="{FF2B5EF4-FFF2-40B4-BE49-F238E27FC236}">
                  <a16:creationId xmlns:a16="http://schemas.microsoft.com/office/drawing/2014/main" id="{072F39DA-BA5D-4DD5-81FC-AB236AF02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765"/>
              <a:ext cx="60" cy="50"/>
            </a:xfrm>
            <a:custGeom>
              <a:avLst/>
              <a:gdLst>
                <a:gd name="T0" fmla="*/ 333 w 24"/>
                <a:gd name="T1" fmla="*/ 63 h 20"/>
                <a:gd name="T2" fmla="*/ 175 w 24"/>
                <a:gd name="T3" fmla="*/ 283 h 20"/>
                <a:gd name="T4" fmla="*/ 33 w 24"/>
                <a:gd name="T5" fmla="*/ 208 h 20"/>
                <a:gd name="T6" fmla="*/ 333 w 24"/>
                <a:gd name="T7" fmla="*/ 6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">
                  <a:moveTo>
                    <a:pt x="21" y="4"/>
                  </a:moveTo>
                  <a:cubicBezTo>
                    <a:pt x="24" y="9"/>
                    <a:pt x="17" y="16"/>
                    <a:pt x="11" y="18"/>
                  </a:cubicBezTo>
                  <a:cubicBezTo>
                    <a:pt x="6" y="20"/>
                    <a:pt x="0" y="18"/>
                    <a:pt x="2" y="13"/>
                  </a:cubicBezTo>
                  <a:cubicBezTo>
                    <a:pt x="4" y="7"/>
                    <a:pt x="17" y="0"/>
                    <a:pt x="21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8" name="Freeform 584">
              <a:extLst>
                <a:ext uri="{FF2B5EF4-FFF2-40B4-BE49-F238E27FC236}">
                  <a16:creationId xmlns:a16="http://schemas.microsoft.com/office/drawing/2014/main" id="{17A39C2E-906D-4FBD-A507-B43BB06F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75"/>
              <a:ext cx="55" cy="37"/>
            </a:xfrm>
            <a:custGeom>
              <a:avLst/>
              <a:gdLst>
                <a:gd name="T0" fmla="*/ 145 w 22"/>
                <a:gd name="T1" fmla="*/ 183 h 15"/>
                <a:gd name="T2" fmla="*/ 0 w 22"/>
                <a:gd name="T3" fmla="*/ 183 h 15"/>
                <a:gd name="T4" fmla="*/ 145 w 22"/>
                <a:gd name="T5" fmla="*/ 212 h 15"/>
                <a:gd name="T6" fmla="*/ 300 w 22"/>
                <a:gd name="T7" fmla="*/ 0 h 15"/>
                <a:gd name="T8" fmla="*/ 283 w 22"/>
                <a:gd name="T9" fmla="*/ 0 h 15"/>
                <a:gd name="T10" fmla="*/ 145 w 22"/>
                <a:gd name="T11" fmla="*/ 18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5">
                  <a:moveTo>
                    <a:pt x="9" y="12"/>
                  </a:moveTo>
                  <a:cubicBezTo>
                    <a:pt x="5" y="14"/>
                    <a:pt x="1" y="14"/>
                    <a:pt x="0" y="12"/>
                  </a:cubicBezTo>
                  <a:cubicBezTo>
                    <a:pt x="1" y="15"/>
                    <a:pt x="5" y="15"/>
                    <a:pt x="9" y="14"/>
                  </a:cubicBezTo>
                  <a:cubicBezTo>
                    <a:pt x="15" y="12"/>
                    <a:pt x="22" y="5"/>
                    <a:pt x="19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5"/>
                    <a:pt x="14" y="10"/>
                    <a:pt x="9" y="12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9" name="Freeform 585">
              <a:extLst>
                <a:ext uri="{FF2B5EF4-FFF2-40B4-BE49-F238E27FC236}">
                  <a16:creationId xmlns:a16="http://schemas.microsoft.com/office/drawing/2014/main" id="{8E95E9B3-639C-4C80-A448-9576885E7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770"/>
              <a:ext cx="37" cy="17"/>
            </a:xfrm>
            <a:custGeom>
              <a:avLst/>
              <a:gdLst>
                <a:gd name="T0" fmla="*/ 0 w 15"/>
                <a:gd name="T1" fmla="*/ 100 h 7"/>
                <a:gd name="T2" fmla="*/ 224 w 15"/>
                <a:gd name="T3" fmla="*/ 12 h 7"/>
                <a:gd name="T4" fmla="*/ 0 w 15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3" y="4"/>
                    <a:pt x="10" y="0"/>
                    <a:pt x="15" y="1"/>
                  </a:cubicBezTo>
                  <a:cubicBezTo>
                    <a:pt x="13" y="1"/>
                    <a:pt x="5" y="3"/>
                    <a:pt x="0" y="7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0" name="Freeform 586">
              <a:extLst>
                <a:ext uri="{FF2B5EF4-FFF2-40B4-BE49-F238E27FC236}">
                  <a16:creationId xmlns:a16="http://schemas.microsoft.com/office/drawing/2014/main" id="{82D21706-9F88-4AAF-9CC3-1C88E6EA1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765"/>
              <a:ext cx="32" cy="17"/>
            </a:xfrm>
            <a:custGeom>
              <a:avLst/>
              <a:gdLst>
                <a:gd name="T0" fmla="*/ 0 w 13"/>
                <a:gd name="T1" fmla="*/ 100 h 7"/>
                <a:gd name="T2" fmla="*/ 194 w 13"/>
                <a:gd name="T3" fmla="*/ 41 h 7"/>
                <a:gd name="T4" fmla="*/ 0 w 13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2" y="5"/>
                    <a:pt x="9" y="1"/>
                    <a:pt x="13" y="3"/>
                  </a:cubicBezTo>
                  <a:cubicBezTo>
                    <a:pt x="11" y="2"/>
                    <a:pt x="6" y="0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1" name="Freeform 587">
              <a:extLst>
                <a:ext uri="{FF2B5EF4-FFF2-40B4-BE49-F238E27FC236}">
                  <a16:creationId xmlns:a16="http://schemas.microsoft.com/office/drawing/2014/main" id="{07A8C3F9-4E19-49CB-98A2-31C2E5338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790"/>
              <a:ext cx="33" cy="22"/>
            </a:xfrm>
            <a:custGeom>
              <a:avLst/>
              <a:gdLst>
                <a:gd name="T0" fmla="*/ 0 w 13"/>
                <a:gd name="T1" fmla="*/ 132 h 9"/>
                <a:gd name="T2" fmla="*/ 213 w 13"/>
                <a:gd name="T3" fmla="*/ 0 h 9"/>
                <a:gd name="T4" fmla="*/ 0 w 13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cubicBezTo>
                    <a:pt x="2" y="9"/>
                    <a:pt x="10" y="6"/>
                    <a:pt x="13" y="0"/>
                  </a:cubicBezTo>
                  <a:cubicBezTo>
                    <a:pt x="11" y="2"/>
                    <a:pt x="7" y="8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2" name="Freeform 588">
              <a:extLst>
                <a:ext uri="{FF2B5EF4-FFF2-40B4-BE49-F238E27FC236}">
                  <a16:creationId xmlns:a16="http://schemas.microsoft.com/office/drawing/2014/main" id="{60297461-0D8F-4990-877E-CEEE3D7E8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745"/>
              <a:ext cx="87" cy="85"/>
            </a:xfrm>
            <a:custGeom>
              <a:avLst/>
              <a:gdLst>
                <a:gd name="T0" fmla="*/ 0 w 35"/>
                <a:gd name="T1" fmla="*/ 363 h 34"/>
                <a:gd name="T2" fmla="*/ 186 w 35"/>
                <a:gd name="T3" fmla="*/ 533 h 34"/>
                <a:gd name="T4" fmla="*/ 462 w 35"/>
                <a:gd name="T5" fmla="*/ 363 h 34"/>
                <a:gd name="T6" fmla="*/ 462 w 35"/>
                <a:gd name="T7" fmla="*/ 113 h 34"/>
                <a:gd name="T8" fmla="*/ 0 w 35"/>
                <a:gd name="T9" fmla="*/ 36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4">
                  <a:moveTo>
                    <a:pt x="0" y="23"/>
                  </a:moveTo>
                  <a:cubicBezTo>
                    <a:pt x="0" y="30"/>
                    <a:pt x="5" y="34"/>
                    <a:pt x="12" y="34"/>
                  </a:cubicBezTo>
                  <a:cubicBezTo>
                    <a:pt x="18" y="34"/>
                    <a:pt x="26" y="29"/>
                    <a:pt x="30" y="23"/>
                  </a:cubicBezTo>
                  <a:cubicBezTo>
                    <a:pt x="35" y="16"/>
                    <a:pt x="33" y="11"/>
                    <a:pt x="30" y="7"/>
                  </a:cubicBezTo>
                  <a:cubicBezTo>
                    <a:pt x="22" y="0"/>
                    <a:pt x="1" y="11"/>
                    <a:pt x="0" y="2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3" name="Freeform 589">
              <a:extLst>
                <a:ext uri="{FF2B5EF4-FFF2-40B4-BE49-F238E27FC236}">
                  <a16:creationId xmlns:a16="http://schemas.microsoft.com/office/drawing/2014/main" id="{4B5E2CF8-C51D-4A79-956E-F0916DE5E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775"/>
              <a:ext cx="53" cy="37"/>
            </a:xfrm>
            <a:custGeom>
              <a:avLst/>
              <a:gdLst>
                <a:gd name="T0" fmla="*/ 33 w 21"/>
                <a:gd name="T1" fmla="*/ 212 h 15"/>
                <a:gd name="T2" fmla="*/ 179 w 21"/>
                <a:gd name="T3" fmla="*/ 212 h 15"/>
                <a:gd name="T4" fmla="*/ 318 w 21"/>
                <a:gd name="T5" fmla="*/ 74 h 15"/>
                <a:gd name="T6" fmla="*/ 318 w 21"/>
                <a:gd name="T7" fmla="*/ 0 h 15"/>
                <a:gd name="T8" fmla="*/ 318 w 21"/>
                <a:gd name="T9" fmla="*/ 74 h 15"/>
                <a:gd name="T10" fmla="*/ 159 w 21"/>
                <a:gd name="T11" fmla="*/ 212 h 15"/>
                <a:gd name="T12" fmla="*/ 33 w 21"/>
                <a:gd name="T13" fmla="*/ 195 h 15"/>
                <a:gd name="T14" fmla="*/ 20 w 21"/>
                <a:gd name="T15" fmla="*/ 133 h 15"/>
                <a:gd name="T16" fmla="*/ 33 w 21"/>
                <a:gd name="T17" fmla="*/ 212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5">
                  <a:moveTo>
                    <a:pt x="2" y="14"/>
                  </a:moveTo>
                  <a:cubicBezTo>
                    <a:pt x="3" y="15"/>
                    <a:pt x="7" y="15"/>
                    <a:pt x="11" y="14"/>
                  </a:cubicBezTo>
                  <a:cubicBezTo>
                    <a:pt x="14" y="13"/>
                    <a:pt x="19" y="9"/>
                    <a:pt x="20" y="5"/>
                  </a:cubicBezTo>
                  <a:cubicBezTo>
                    <a:pt x="21" y="3"/>
                    <a:pt x="21" y="1"/>
                    <a:pt x="20" y="0"/>
                  </a:cubicBezTo>
                  <a:cubicBezTo>
                    <a:pt x="20" y="1"/>
                    <a:pt x="21" y="3"/>
                    <a:pt x="20" y="5"/>
                  </a:cubicBezTo>
                  <a:cubicBezTo>
                    <a:pt x="19" y="9"/>
                    <a:pt x="14" y="12"/>
                    <a:pt x="10" y="14"/>
                  </a:cubicBezTo>
                  <a:cubicBezTo>
                    <a:pt x="7" y="15"/>
                    <a:pt x="3" y="15"/>
                    <a:pt x="2" y="13"/>
                  </a:cubicBezTo>
                  <a:cubicBezTo>
                    <a:pt x="1" y="12"/>
                    <a:pt x="0" y="11"/>
                    <a:pt x="1" y="9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4" name="Freeform 590">
              <a:extLst>
                <a:ext uri="{FF2B5EF4-FFF2-40B4-BE49-F238E27FC236}">
                  <a16:creationId xmlns:a16="http://schemas.microsoft.com/office/drawing/2014/main" id="{79617B0B-3444-400D-A5E2-8DB97398F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027"/>
              <a:ext cx="97" cy="73"/>
            </a:xfrm>
            <a:custGeom>
              <a:avLst/>
              <a:gdLst>
                <a:gd name="T0" fmla="*/ 62 w 39"/>
                <a:gd name="T1" fmla="*/ 159 h 29"/>
                <a:gd name="T2" fmla="*/ 124 w 39"/>
                <a:gd name="T3" fmla="*/ 400 h 29"/>
                <a:gd name="T4" fmla="*/ 465 w 39"/>
                <a:gd name="T5" fmla="*/ 400 h 29"/>
                <a:gd name="T6" fmla="*/ 570 w 39"/>
                <a:gd name="T7" fmla="*/ 191 h 29"/>
                <a:gd name="T8" fmla="*/ 62 w 39"/>
                <a:gd name="T9" fmla="*/ 15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9">
                  <a:moveTo>
                    <a:pt x="4" y="10"/>
                  </a:moveTo>
                  <a:cubicBezTo>
                    <a:pt x="0" y="16"/>
                    <a:pt x="3" y="22"/>
                    <a:pt x="8" y="25"/>
                  </a:cubicBezTo>
                  <a:cubicBezTo>
                    <a:pt x="14" y="29"/>
                    <a:pt x="23" y="28"/>
                    <a:pt x="30" y="25"/>
                  </a:cubicBezTo>
                  <a:cubicBezTo>
                    <a:pt x="38" y="22"/>
                    <a:pt x="39" y="17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5" name="Freeform 591">
              <a:extLst>
                <a:ext uri="{FF2B5EF4-FFF2-40B4-BE49-F238E27FC236}">
                  <a16:creationId xmlns:a16="http://schemas.microsoft.com/office/drawing/2014/main" id="{A814455D-0F41-45F8-A6EB-B09C695AB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3030"/>
              <a:ext cx="83" cy="52"/>
            </a:xfrm>
            <a:custGeom>
              <a:avLst/>
              <a:gdLst>
                <a:gd name="T0" fmla="*/ 0 w 33"/>
                <a:gd name="T1" fmla="*/ 134 h 21"/>
                <a:gd name="T2" fmla="*/ 493 w 33"/>
                <a:gd name="T3" fmla="*/ 183 h 21"/>
                <a:gd name="T4" fmla="*/ 475 w 33"/>
                <a:gd name="T5" fmla="*/ 319 h 21"/>
                <a:gd name="T6" fmla="*/ 506 w 33"/>
                <a:gd name="T7" fmla="*/ 166 h 21"/>
                <a:gd name="T8" fmla="*/ 0 w 33"/>
                <a:gd name="T9" fmla="*/ 13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9"/>
                  </a:moveTo>
                  <a:cubicBezTo>
                    <a:pt x="8" y="1"/>
                    <a:pt x="29" y="3"/>
                    <a:pt x="31" y="12"/>
                  </a:cubicBezTo>
                  <a:cubicBezTo>
                    <a:pt x="32" y="15"/>
                    <a:pt x="32" y="18"/>
                    <a:pt x="30" y="21"/>
                  </a:cubicBezTo>
                  <a:cubicBezTo>
                    <a:pt x="33" y="18"/>
                    <a:pt x="33" y="15"/>
                    <a:pt x="32" y="11"/>
                  </a:cubicBezTo>
                  <a:cubicBezTo>
                    <a:pt x="29" y="2"/>
                    <a:pt x="7" y="0"/>
                    <a:pt x="0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6" name="Freeform 592">
              <a:extLst>
                <a:ext uri="{FF2B5EF4-FFF2-40B4-BE49-F238E27FC236}">
                  <a16:creationId xmlns:a16="http://schemas.microsoft.com/office/drawing/2014/main" id="{9FC7D91C-2FAA-4120-8AEF-BEF5ACAAE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060"/>
              <a:ext cx="67" cy="37"/>
            </a:xfrm>
            <a:custGeom>
              <a:avLst/>
              <a:gdLst>
                <a:gd name="T0" fmla="*/ 412 w 27"/>
                <a:gd name="T1" fmla="*/ 183 h 15"/>
                <a:gd name="T2" fmla="*/ 104 w 27"/>
                <a:gd name="T3" fmla="*/ 153 h 15"/>
                <a:gd name="T4" fmla="*/ 12 w 27"/>
                <a:gd name="T5" fmla="*/ 0 h 15"/>
                <a:gd name="T6" fmla="*/ 104 w 27"/>
                <a:gd name="T7" fmla="*/ 183 h 15"/>
                <a:gd name="T8" fmla="*/ 412 w 27"/>
                <a:gd name="T9" fmla="*/ 183 h 15"/>
                <a:gd name="T10" fmla="*/ 412 w 27"/>
                <a:gd name="T11" fmla="*/ 18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5">
                  <a:moveTo>
                    <a:pt x="27" y="12"/>
                  </a:moveTo>
                  <a:cubicBezTo>
                    <a:pt x="21" y="15"/>
                    <a:pt x="13" y="14"/>
                    <a:pt x="7" y="10"/>
                  </a:cubicBezTo>
                  <a:cubicBezTo>
                    <a:pt x="3" y="8"/>
                    <a:pt x="1" y="4"/>
                    <a:pt x="1" y="0"/>
                  </a:cubicBezTo>
                  <a:cubicBezTo>
                    <a:pt x="0" y="4"/>
                    <a:pt x="2" y="9"/>
                    <a:pt x="7" y="12"/>
                  </a:cubicBezTo>
                  <a:cubicBezTo>
                    <a:pt x="12" y="15"/>
                    <a:pt x="21" y="15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7" name="Freeform 593">
              <a:extLst>
                <a:ext uri="{FF2B5EF4-FFF2-40B4-BE49-F238E27FC236}">
                  <a16:creationId xmlns:a16="http://schemas.microsoft.com/office/drawing/2014/main" id="{B0272413-9342-4F76-BB64-BD9BA0D53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045"/>
              <a:ext cx="62" cy="37"/>
            </a:xfrm>
            <a:custGeom>
              <a:avLst/>
              <a:gdLst>
                <a:gd name="T0" fmla="*/ 370 w 25"/>
                <a:gd name="T1" fmla="*/ 104 h 15"/>
                <a:gd name="T2" fmla="*/ 154 w 25"/>
                <a:gd name="T3" fmla="*/ 195 h 15"/>
                <a:gd name="T4" fmla="*/ 62 w 25"/>
                <a:gd name="T5" fmla="*/ 62 h 15"/>
                <a:gd name="T6" fmla="*/ 370 w 25"/>
                <a:gd name="T7" fmla="*/ 10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4" y="7"/>
                  </a:moveTo>
                  <a:cubicBezTo>
                    <a:pt x="25" y="12"/>
                    <a:pt x="16" y="15"/>
                    <a:pt x="10" y="13"/>
                  </a:cubicBezTo>
                  <a:cubicBezTo>
                    <a:pt x="4" y="12"/>
                    <a:pt x="0" y="8"/>
                    <a:pt x="4" y="4"/>
                  </a:cubicBezTo>
                  <a:cubicBezTo>
                    <a:pt x="8" y="0"/>
                    <a:pt x="24" y="1"/>
                    <a:pt x="24" y="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8" name="Freeform 594">
              <a:extLst>
                <a:ext uri="{FF2B5EF4-FFF2-40B4-BE49-F238E27FC236}">
                  <a16:creationId xmlns:a16="http://schemas.microsoft.com/office/drawing/2014/main" id="{C5303E58-01EC-4DFB-88EE-C4B1CBF9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060"/>
              <a:ext cx="57" cy="22"/>
            </a:xfrm>
            <a:custGeom>
              <a:avLst/>
              <a:gdLst>
                <a:gd name="T0" fmla="*/ 124 w 23"/>
                <a:gd name="T1" fmla="*/ 90 h 9"/>
                <a:gd name="T2" fmla="*/ 0 w 23"/>
                <a:gd name="T3" fmla="*/ 12 h 9"/>
                <a:gd name="T4" fmla="*/ 124 w 23"/>
                <a:gd name="T5" fmla="*/ 103 h 9"/>
                <a:gd name="T6" fmla="*/ 337 w 23"/>
                <a:gd name="T7" fmla="*/ 12 h 9"/>
                <a:gd name="T8" fmla="*/ 337 w 23"/>
                <a:gd name="T9" fmla="*/ 0 h 9"/>
                <a:gd name="T10" fmla="*/ 124 w 23"/>
                <a:gd name="T11" fmla="*/ 9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9">
                  <a:moveTo>
                    <a:pt x="8" y="6"/>
                  </a:moveTo>
                  <a:cubicBezTo>
                    <a:pt x="4" y="5"/>
                    <a:pt x="1" y="3"/>
                    <a:pt x="0" y="1"/>
                  </a:cubicBezTo>
                  <a:cubicBezTo>
                    <a:pt x="0" y="4"/>
                    <a:pt x="3" y="6"/>
                    <a:pt x="8" y="7"/>
                  </a:cubicBezTo>
                  <a:cubicBezTo>
                    <a:pt x="14" y="9"/>
                    <a:pt x="23" y="6"/>
                    <a:pt x="2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5"/>
                    <a:pt x="13" y="7"/>
                    <a:pt x="8" y="6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9" name="Freeform 595">
              <a:extLst>
                <a:ext uri="{FF2B5EF4-FFF2-40B4-BE49-F238E27FC236}">
                  <a16:creationId xmlns:a16="http://schemas.microsoft.com/office/drawing/2014/main" id="{EB70A977-B924-482A-98A3-638D42E61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047"/>
              <a:ext cx="37" cy="10"/>
            </a:xfrm>
            <a:custGeom>
              <a:avLst/>
              <a:gdLst>
                <a:gd name="T0" fmla="*/ 0 w 15"/>
                <a:gd name="T1" fmla="*/ 20 h 4"/>
                <a:gd name="T2" fmla="*/ 224 w 15"/>
                <a:gd name="T3" fmla="*/ 63 h 4"/>
                <a:gd name="T4" fmla="*/ 0 w 1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">
                  <a:moveTo>
                    <a:pt x="0" y="1"/>
                  </a:moveTo>
                  <a:cubicBezTo>
                    <a:pt x="4" y="0"/>
                    <a:pt x="12" y="0"/>
                    <a:pt x="15" y="4"/>
                  </a:cubicBezTo>
                  <a:cubicBezTo>
                    <a:pt x="14" y="2"/>
                    <a:pt x="6" y="0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0" name="Freeform 596">
              <a:extLst>
                <a:ext uri="{FF2B5EF4-FFF2-40B4-BE49-F238E27FC236}">
                  <a16:creationId xmlns:a16="http://schemas.microsoft.com/office/drawing/2014/main" id="{C8A55EEF-55B5-4C37-9A77-DB4B61BB1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3042"/>
              <a:ext cx="35" cy="15"/>
            </a:xfrm>
            <a:custGeom>
              <a:avLst/>
              <a:gdLst>
                <a:gd name="T0" fmla="*/ 0 w 14"/>
                <a:gd name="T1" fmla="*/ 33 h 6"/>
                <a:gd name="T2" fmla="*/ 220 w 14"/>
                <a:gd name="T3" fmla="*/ 95 h 6"/>
                <a:gd name="T4" fmla="*/ 0 w 14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2"/>
                  </a:moveTo>
                  <a:cubicBezTo>
                    <a:pt x="3" y="2"/>
                    <a:pt x="11" y="2"/>
                    <a:pt x="14" y="6"/>
                  </a:cubicBezTo>
                  <a:cubicBezTo>
                    <a:pt x="13" y="3"/>
                    <a:pt x="9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1" name="Freeform 597">
              <a:extLst>
                <a:ext uri="{FF2B5EF4-FFF2-40B4-BE49-F238E27FC236}">
                  <a16:creationId xmlns:a16="http://schemas.microsoft.com/office/drawing/2014/main" id="{AD74FC48-B327-4889-9B9A-AB359A2FA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075"/>
              <a:ext cx="40" cy="10"/>
            </a:xfrm>
            <a:custGeom>
              <a:avLst/>
              <a:gdLst>
                <a:gd name="T0" fmla="*/ 0 w 16"/>
                <a:gd name="T1" fmla="*/ 20 h 4"/>
                <a:gd name="T2" fmla="*/ 250 w 16"/>
                <a:gd name="T3" fmla="*/ 0 h 4"/>
                <a:gd name="T4" fmla="*/ 0 w 1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1"/>
                  </a:moveTo>
                  <a:cubicBezTo>
                    <a:pt x="2" y="3"/>
                    <a:pt x="10" y="4"/>
                    <a:pt x="16" y="0"/>
                  </a:cubicBezTo>
                  <a:cubicBezTo>
                    <a:pt x="13" y="1"/>
                    <a:pt x="7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2" name="Freeform 598">
              <a:extLst>
                <a:ext uri="{FF2B5EF4-FFF2-40B4-BE49-F238E27FC236}">
                  <a16:creationId xmlns:a16="http://schemas.microsoft.com/office/drawing/2014/main" id="{686AC603-1307-4D5E-BF5C-B9A8EE1C4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027"/>
              <a:ext cx="97" cy="73"/>
            </a:xfrm>
            <a:custGeom>
              <a:avLst/>
              <a:gdLst>
                <a:gd name="T0" fmla="*/ 62 w 39"/>
                <a:gd name="T1" fmla="*/ 159 h 29"/>
                <a:gd name="T2" fmla="*/ 124 w 39"/>
                <a:gd name="T3" fmla="*/ 400 h 29"/>
                <a:gd name="T4" fmla="*/ 465 w 39"/>
                <a:gd name="T5" fmla="*/ 400 h 29"/>
                <a:gd name="T6" fmla="*/ 570 w 39"/>
                <a:gd name="T7" fmla="*/ 191 h 29"/>
                <a:gd name="T8" fmla="*/ 62 w 39"/>
                <a:gd name="T9" fmla="*/ 15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9">
                  <a:moveTo>
                    <a:pt x="4" y="10"/>
                  </a:moveTo>
                  <a:cubicBezTo>
                    <a:pt x="0" y="16"/>
                    <a:pt x="3" y="22"/>
                    <a:pt x="8" y="25"/>
                  </a:cubicBezTo>
                  <a:cubicBezTo>
                    <a:pt x="14" y="29"/>
                    <a:pt x="23" y="28"/>
                    <a:pt x="30" y="25"/>
                  </a:cubicBezTo>
                  <a:cubicBezTo>
                    <a:pt x="38" y="22"/>
                    <a:pt x="39" y="17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3" name="Freeform 599">
              <a:extLst>
                <a:ext uri="{FF2B5EF4-FFF2-40B4-BE49-F238E27FC236}">
                  <a16:creationId xmlns:a16="http://schemas.microsoft.com/office/drawing/2014/main" id="{F689C20A-A1C3-4973-ABF9-741880C3C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055"/>
              <a:ext cx="55" cy="22"/>
            </a:xfrm>
            <a:custGeom>
              <a:avLst/>
              <a:gdLst>
                <a:gd name="T0" fmla="*/ 0 w 22"/>
                <a:gd name="T1" fmla="*/ 90 h 9"/>
                <a:gd name="T2" fmla="*/ 113 w 22"/>
                <a:gd name="T3" fmla="*/ 132 h 9"/>
                <a:gd name="T4" fmla="*/ 313 w 22"/>
                <a:gd name="T5" fmla="*/ 71 h 9"/>
                <a:gd name="T6" fmla="*/ 345 w 22"/>
                <a:gd name="T7" fmla="*/ 0 h 9"/>
                <a:gd name="T8" fmla="*/ 313 w 22"/>
                <a:gd name="T9" fmla="*/ 59 h 9"/>
                <a:gd name="T10" fmla="*/ 125 w 22"/>
                <a:gd name="T11" fmla="*/ 132 h 9"/>
                <a:gd name="T12" fmla="*/ 20 w 22"/>
                <a:gd name="T13" fmla="*/ 90 h 9"/>
                <a:gd name="T14" fmla="*/ 33 w 22"/>
                <a:gd name="T15" fmla="*/ 29 h 9"/>
                <a:gd name="T16" fmla="*/ 0 w 22"/>
                <a:gd name="T17" fmla="*/ 90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9">
                  <a:moveTo>
                    <a:pt x="0" y="6"/>
                  </a:moveTo>
                  <a:cubicBezTo>
                    <a:pt x="1" y="8"/>
                    <a:pt x="4" y="9"/>
                    <a:pt x="7" y="9"/>
                  </a:cubicBezTo>
                  <a:cubicBezTo>
                    <a:pt x="11" y="9"/>
                    <a:pt x="17" y="8"/>
                    <a:pt x="20" y="5"/>
                  </a:cubicBezTo>
                  <a:cubicBezTo>
                    <a:pt x="22" y="3"/>
                    <a:pt x="22" y="2"/>
                    <a:pt x="22" y="0"/>
                  </a:cubicBezTo>
                  <a:cubicBezTo>
                    <a:pt x="22" y="2"/>
                    <a:pt x="21" y="3"/>
                    <a:pt x="20" y="4"/>
                  </a:cubicBezTo>
                  <a:cubicBezTo>
                    <a:pt x="17" y="7"/>
                    <a:pt x="11" y="9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1" y="3"/>
                    <a:pt x="0" y="5"/>
                    <a:pt x="0" y="6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4" name="Freeform 600">
              <a:extLst>
                <a:ext uri="{FF2B5EF4-FFF2-40B4-BE49-F238E27FC236}">
                  <a16:creationId xmlns:a16="http://schemas.microsoft.com/office/drawing/2014/main" id="{EC2949FA-0868-433F-8BF9-91A36A5DD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702"/>
              <a:ext cx="92" cy="85"/>
            </a:xfrm>
            <a:custGeom>
              <a:avLst/>
              <a:gdLst>
                <a:gd name="T0" fmla="*/ 124 w 37"/>
                <a:gd name="T1" fmla="*/ 50 h 34"/>
                <a:gd name="T2" fmla="*/ 30 w 37"/>
                <a:gd name="T3" fmla="*/ 270 h 34"/>
                <a:gd name="T4" fmla="*/ 259 w 37"/>
                <a:gd name="T5" fmla="*/ 488 h 34"/>
                <a:gd name="T6" fmla="*/ 495 w 37"/>
                <a:gd name="T7" fmla="*/ 425 h 34"/>
                <a:gd name="T8" fmla="*/ 124 w 37"/>
                <a:gd name="T9" fmla="*/ 5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4">
                  <a:moveTo>
                    <a:pt x="8" y="3"/>
                  </a:moveTo>
                  <a:cubicBezTo>
                    <a:pt x="2" y="4"/>
                    <a:pt x="0" y="10"/>
                    <a:pt x="2" y="17"/>
                  </a:cubicBezTo>
                  <a:cubicBezTo>
                    <a:pt x="4" y="23"/>
                    <a:pt x="10" y="29"/>
                    <a:pt x="17" y="31"/>
                  </a:cubicBezTo>
                  <a:cubicBezTo>
                    <a:pt x="26" y="34"/>
                    <a:pt x="30" y="31"/>
                    <a:pt x="32" y="27"/>
                  </a:cubicBezTo>
                  <a:cubicBezTo>
                    <a:pt x="37" y="18"/>
                    <a:pt x="20" y="0"/>
                    <a:pt x="8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5" name="Freeform 601">
              <a:extLst>
                <a:ext uri="{FF2B5EF4-FFF2-40B4-BE49-F238E27FC236}">
                  <a16:creationId xmlns:a16="http://schemas.microsoft.com/office/drawing/2014/main" id="{7C679B7F-663B-4AE5-9501-2E471941D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705"/>
              <a:ext cx="65" cy="77"/>
            </a:xfrm>
            <a:custGeom>
              <a:avLst/>
              <a:gdLst>
                <a:gd name="T0" fmla="*/ 0 w 26"/>
                <a:gd name="T1" fmla="*/ 30 h 31"/>
                <a:gd name="T2" fmla="*/ 333 w 26"/>
                <a:gd name="T3" fmla="*/ 400 h 31"/>
                <a:gd name="T4" fmla="*/ 208 w 26"/>
                <a:gd name="T5" fmla="*/ 474 h 31"/>
                <a:gd name="T6" fmla="*/ 345 w 26"/>
                <a:gd name="T7" fmla="*/ 400 h 31"/>
                <a:gd name="T8" fmla="*/ 0 w 26"/>
                <a:gd name="T9" fmla="*/ 3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0" y="2"/>
                  </a:moveTo>
                  <a:cubicBezTo>
                    <a:pt x="11" y="1"/>
                    <a:pt x="25" y="17"/>
                    <a:pt x="21" y="26"/>
                  </a:cubicBezTo>
                  <a:cubicBezTo>
                    <a:pt x="19" y="28"/>
                    <a:pt x="17" y="30"/>
                    <a:pt x="13" y="31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6" y="17"/>
                    <a:pt x="11" y="0"/>
                    <a:pt x="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6" name="Freeform 602">
              <a:extLst>
                <a:ext uri="{FF2B5EF4-FFF2-40B4-BE49-F238E27FC236}">
                  <a16:creationId xmlns:a16="http://schemas.microsoft.com/office/drawing/2014/main" id="{63EB3D5D-564B-4ACF-8CB1-D56AB87E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712"/>
              <a:ext cx="40" cy="68"/>
            </a:xfrm>
            <a:custGeom>
              <a:avLst/>
              <a:gdLst>
                <a:gd name="T0" fmla="*/ 250 w 16"/>
                <a:gd name="T1" fmla="*/ 431 h 27"/>
                <a:gd name="T2" fmla="*/ 50 w 16"/>
                <a:gd name="T3" fmla="*/ 191 h 27"/>
                <a:gd name="T4" fmla="*/ 95 w 16"/>
                <a:gd name="T5" fmla="*/ 0 h 27"/>
                <a:gd name="T6" fmla="*/ 33 w 16"/>
                <a:gd name="T7" fmla="*/ 209 h 27"/>
                <a:gd name="T8" fmla="*/ 250 w 16"/>
                <a:gd name="T9" fmla="*/ 431 h 27"/>
                <a:gd name="T10" fmla="*/ 250 w 16"/>
                <a:gd name="T11" fmla="*/ 43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7">
                  <a:moveTo>
                    <a:pt x="16" y="27"/>
                  </a:moveTo>
                  <a:cubicBezTo>
                    <a:pt x="10" y="24"/>
                    <a:pt x="5" y="18"/>
                    <a:pt x="3" y="12"/>
                  </a:cubicBezTo>
                  <a:cubicBezTo>
                    <a:pt x="1" y="7"/>
                    <a:pt x="2" y="3"/>
                    <a:pt x="6" y="0"/>
                  </a:cubicBezTo>
                  <a:cubicBezTo>
                    <a:pt x="1" y="2"/>
                    <a:pt x="0" y="7"/>
                    <a:pt x="2" y="13"/>
                  </a:cubicBezTo>
                  <a:cubicBezTo>
                    <a:pt x="3" y="19"/>
                    <a:pt x="10" y="24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7" name="Freeform 603">
              <a:extLst>
                <a:ext uri="{FF2B5EF4-FFF2-40B4-BE49-F238E27FC236}">
                  <a16:creationId xmlns:a16="http://schemas.microsoft.com/office/drawing/2014/main" id="{F846B250-5A70-4BBC-9CC0-2EAA3AB2F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722"/>
              <a:ext cx="55" cy="50"/>
            </a:xfrm>
            <a:custGeom>
              <a:avLst/>
              <a:gdLst>
                <a:gd name="T0" fmla="*/ 300 w 22"/>
                <a:gd name="T1" fmla="*/ 238 h 20"/>
                <a:gd name="T2" fmla="*/ 50 w 22"/>
                <a:gd name="T3" fmla="*/ 158 h 20"/>
                <a:gd name="T4" fmla="*/ 83 w 22"/>
                <a:gd name="T5" fmla="*/ 0 h 20"/>
                <a:gd name="T6" fmla="*/ 300 w 22"/>
                <a:gd name="T7" fmla="*/ 2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19" y="15"/>
                  </a:moveTo>
                  <a:cubicBezTo>
                    <a:pt x="15" y="20"/>
                    <a:pt x="7" y="15"/>
                    <a:pt x="3" y="10"/>
                  </a:cubicBezTo>
                  <a:cubicBezTo>
                    <a:pt x="0" y="5"/>
                    <a:pt x="0" y="0"/>
                    <a:pt x="5" y="0"/>
                  </a:cubicBezTo>
                  <a:cubicBezTo>
                    <a:pt x="11" y="0"/>
                    <a:pt x="22" y="10"/>
                    <a:pt x="19" y="1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8" name="Freeform 604">
              <a:extLst>
                <a:ext uri="{FF2B5EF4-FFF2-40B4-BE49-F238E27FC236}">
                  <a16:creationId xmlns:a16="http://schemas.microsoft.com/office/drawing/2014/main" id="{ADA88383-33FF-47D1-A16E-85CFC8F42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722"/>
              <a:ext cx="48" cy="50"/>
            </a:xfrm>
            <a:custGeom>
              <a:avLst/>
              <a:gdLst>
                <a:gd name="T0" fmla="*/ 83 w 19"/>
                <a:gd name="T1" fmla="*/ 145 h 20"/>
                <a:gd name="T2" fmla="*/ 51 w 19"/>
                <a:gd name="T3" fmla="*/ 0 h 20"/>
                <a:gd name="T4" fmla="*/ 51 w 19"/>
                <a:gd name="T5" fmla="*/ 158 h 20"/>
                <a:gd name="T6" fmla="*/ 306 w 19"/>
                <a:gd name="T7" fmla="*/ 238 h 20"/>
                <a:gd name="T8" fmla="*/ 306 w 19"/>
                <a:gd name="T9" fmla="*/ 238 h 20"/>
                <a:gd name="T10" fmla="*/ 83 w 19"/>
                <a:gd name="T11" fmla="*/ 1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5" y="9"/>
                  </a:moveTo>
                  <a:cubicBezTo>
                    <a:pt x="2" y="6"/>
                    <a:pt x="1" y="2"/>
                    <a:pt x="3" y="0"/>
                  </a:cubicBezTo>
                  <a:cubicBezTo>
                    <a:pt x="0" y="2"/>
                    <a:pt x="1" y="6"/>
                    <a:pt x="3" y="10"/>
                  </a:cubicBezTo>
                  <a:cubicBezTo>
                    <a:pt x="7" y="15"/>
                    <a:pt x="15" y="20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5" y="18"/>
                    <a:pt x="8" y="13"/>
                    <a:pt x="5" y="9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9" name="Freeform 605">
              <a:extLst>
                <a:ext uri="{FF2B5EF4-FFF2-40B4-BE49-F238E27FC236}">
                  <a16:creationId xmlns:a16="http://schemas.microsoft.com/office/drawing/2014/main" id="{ADD13C54-851D-4230-8DB9-E648343F2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725"/>
              <a:ext cx="27" cy="30"/>
            </a:xfrm>
            <a:custGeom>
              <a:avLst/>
              <a:gdLst>
                <a:gd name="T0" fmla="*/ 0 w 11"/>
                <a:gd name="T1" fmla="*/ 0 h 12"/>
                <a:gd name="T2" fmla="*/ 162 w 11"/>
                <a:gd name="T3" fmla="*/ 188 h 12"/>
                <a:gd name="T4" fmla="*/ 0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4" y="2"/>
                    <a:pt x="11" y="7"/>
                    <a:pt x="11" y="12"/>
                  </a:cubicBezTo>
                  <a:cubicBezTo>
                    <a:pt x="10" y="10"/>
                    <a:pt x="6" y="3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0" name="Freeform 606">
              <a:extLst>
                <a:ext uri="{FF2B5EF4-FFF2-40B4-BE49-F238E27FC236}">
                  <a16:creationId xmlns:a16="http://schemas.microsoft.com/office/drawing/2014/main" id="{DFB1C51C-83E5-4E7C-A68F-C1A2A81EA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727"/>
              <a:ext cx="23" cy="28"/>
            </a:xfrm>
            <a:custGeom>
              <a:avLst/>
              <a:gdLst>
                <a:gd name="T0" fmla="*/ 0 w 9"/>
                <a:gd name="T1" fmla="*/ 0 h 11"/>
                <a:gd name="T2" fmla="*/ 130 w 9"/>
                <a:gd name="T3" fmla="*/ 181 h 11"/>
                <a:gd name="T4" fmla="*/ 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3" y="1"/>
                    <a:pt x="9" y="7"/>
                    <a:pt x="8" y="11"/>
                  </a:cubicBezTo>
                  <a:cubicBezTo>
                    <a:pt x="8" y="9"/>
                    <a:pt x="8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1" name="Freeform 607">
              <a:extLst>
                <a:ext uri="{FF2B5EF4-FFF2-40B4-BE49-F238E27FC236}">
                  <a16:creationId xmlns:a16="http://schemas.microsoft.com/office/drawing/2014/main" id="{6926143F-A38E-489D-B589-F09A09BA8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742"/>
              <a:ext cx="30" cy="25"/>
            </a:xfrm>
            <a:custGeom>
              <a:avLst/>
              <a:gdLst>
                <a:gd name="T0" fmla="*/ 0 w 12"/>
                <a:gd name="T1" fmla="*/ 0 h 10"/>
                <a:gd name="T2" fmla="*/ 188 w 12"/>
                <a:gd name="T3" fmla="*/ 158 h 10"/>
                <a:gd name="T4" fmla="*/ 0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0" y="2"/>
                    <a:pt x="5" y="9"/>
                    <a:pt x="12" y="10"/>
                  </a:cubicBezTo>
                  <a:cubicBezTo>
                    <a:pt x="9" y="9"/>
                    <a:pt x="3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2" name="Freeform 608">
              <a:extLst>
                <a:ext uri="{FF2B5EF4-FFF2-40B4-BE49-F238E27FC236}">
                  <a16:creationId xmlns:a16="http://schemas.microsoft.com/office/drawing/2014/main" id="{34893632-49FE-4BE8-BF5B-01085A382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702"/>
              <a:ext cx="92" cy="85"/>
            </a:xfrm>
            <a:custGeom>
              <a:avLst/>
              <a:gdLst>
                <a:gd name="T0" fmla="*/ 124 w 37"/>
                <a:gd name="T1" fmla="*/ 50 h 34"/>
                <a:gd name="T2" fmla="*/ 30 w 37"/>
                <a:gd name="T3" fmla="*/ 270 h 34"/>
                <a:gd name="T4" fmla="*/ 259 w 37"/>
                <a:gd name="T5" fmla="*/ 488 h 34"/>
                <a:gd name="T6" fmla="*/ 495 w 37"/>
                <a:gd name="T7" fmla="*/ 425 h 34"/>
                <a:gd name="T8" fmla="*/ 124 w 37"/>
                <a:gd name="T9" fmla="*/ 5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4">
                  <a:moveTo>
                    <a:pt x="8" y="3"/>
                  </a:moveTo>
                  <a:cubicBezTo>
                    <a:pt x="2" y="4"/>
                    <a:pt x="0" y="10"/>
                    <a:pt x="2" y="17"/>
                  </a:cubicBezTo>
                  <a:cubicBezTo>
                    <a:pt x="4" y="23"/>
                    <a:pt x="10" y="29"/>
                    <a:pt x="17" y="31"/>
                  </a:cubicBezTo>
                  <a:cubicBezTo>
                    <a:pt x="26" y="34"/>
                    <a:pt x="30" y="31"/>
                    <a:pt x="32" y="27"/>
                  </a:cubicBezTo>
                  <a:cubicBezTo>
                    <a:pt x="37" y="18"/>
                    <a:pt x="20" y="0"/>
                    <a:pt x="8" y="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3" name="Freeform 609">
              <a:extLst>
                <a:ext uri="{FF2B5EF4-FFF2-40B4-BE49-F238E27FC236}">
                  <a16:creationId xmlns:a16="http://schemas.microsoft.com/office/drawing/2014/main" id="{DE7D1875-74B7-49D1-9A41-603BB7A2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722"/>
              <a:ext cx="50" cy="38"/>
            </a:xfrm>
            <a:custGeom>
              <a:avLst/>
              <a:gdLst>
                <a:gd name="T0" fmla="*/ 20 w 20"/>
                <a:gd name="T1" fmla="*/ 33 h 15"/>
                <a:gd name="T2" fmla="*/ 63 w 20"/>
                <a:gd name="T3" fmla="*/ 147 h 15"/>
                <a:gd name="T4" fmla="*/ 250 w 20"/>
                <a:gd name="T5" fmla="*/ 225 h 15"/>
                <a:gd name="T6" fmla="*/ 313 w 20"/>
                <a:gd name="T7" fmla="*/ 193 h 15"/>
                <a:gd name="T8" fmla="*/ 250 w 20"/>
                <a:gd name="T9" fmla="*/ 225 h 15"/>
                <a:gd name="T10" fmla="*/ 63 w 20"/>
                <a:gd name="T11" fmla="*/ 147 h 15"/>
                <a:gd name="T12" fmla="*/ 20 w 20"/>
                <a:gd name="T13" fmla="*/ 33 h 15"/>
                <a:gd name="T14" fmla="*/ 83 w 20"/>
                <a:gd name="T15" fmla="*/ 0 h 15"/>
                <a:gd name="T16" fmla="*/ 20 w 20"/>
                <a:gd name="T17" fmla="*/ 33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5">
                  <a:moveTo>
                    <a:pt x="1" y="2"/>
                  </a:moveTo>
                  <a:cubicBezTo>
                    <a:pt x="0" y="4"/>
                    <a:pt x="1" y="6"/>
                    <a:pt x="4" y="9"/>
                  </a:cubicBezTo>
                  <a:cubicBezTo>
                    <a:pt x="6" y="12"/>
                    <a:pt x="12" y="15"/>
                    <a:pt x="16" y="14"/>
                  </a:cubicBezTo>
                  <a:cubicBezTo>
                    <a:pt x="18" y="14"/>
                    <a:pt x="19" y="14"/>
                    <a:pt x="20" y="12"/>
                  </a:cubicBezTo>
                  <a:cubicBezTo>
                    <a:pt x="20" y="14"/>
                    <a:pt x="18" y="14"/>
                    <a:pt x="16" y="14"/>
                  </a:cubicBezTo>
                  <a:cubicBezTo>
                    <a:pt x="12" y="14"/>
                    <a:pt x="7" y="12"/>
                    <a:pt x="4" y="9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3" y="0"/>
                    <a:pt x="1" y="0"/>
                    <a:pt x="1" y="2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4" name="Freeform 610">
              <a:extLst>
                <a:ext uri="{FF2B5EF4-FFF2-40B4-BE49-F238E27FC236}">
                  <a16:creationId xmlns:a16="http://schemas.microsoft.com/office/drawing/2014/main" id="{27147195-D174-4AD5-B9CC-F0DCF960C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892"/>
              <a:ext cx="90" cy="85"/>
            </a:xfrm>
            <a:custGeom>
              <a:avLst/>
              <a:gdLst>
                <a:gd name="T0" fmla="*/ 125 w 36"/>
                <a:gd name="T1" fmla="*/ 33 h 34"/>
                <a:gd name="T2" fmla="*/ 33 w 36"/>
                <a:gd name="T3" fmla="*/ 250 h 34"/>
                <a:gd name="T4" fmla="*/ 270 w 36"/>
                <a:gd name="T5" fmla="*/ 488 h 34"/>
                <a:gd name="T6" fmla="*/ 500 w 36"/>
                <a:gd name="T7" fmla="*/ 408 h 34"/>
                <a:gd name="T8" fmla="*/ 125 w 36"/>
                <a:gd name="T9" fmla="*/ 3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">
                  <a:moveTo>
                    <a:pt x="8" y="2"/>
                  </a:moveTo>
                  <a:cubicBezTo>
                    <a:pt x="2" y="4"/>
                    <a:pt x="0" y="10"/>
                    <a:pt x="2" y="16"/>
                  </a:cubicBezTo>
                  <a:cubicBezTo>
                    <a:pt x="3" y="23"/>
                    <a:pt x="10" y="28"/>
                    <a:pt x="17" y="31"/>
                  </a:cubicBezTo>
                  <a:cubicBezTo>
                    <a:pt x="25" y="34"/>
                    <a:pt x="29" y="31"/>
                    <a:pt x="32" y="26"/>
                  </a:cubicBezTo>
                  <a:cubicBezTo>
                    <a:pt x="36" y="17"/>
                    <a:pt x="20" y="0"/>
                    <a:pt x="8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5" name="Freeform 611">
              <a:extLst>
                <a:ext uri="{FF2B5EF4-FFF2-40B4-BE49-F238E27FC236}">
                  <a16:creationId xmlns:a16="http://schemas.microsoft.com/office/drawing/2014/main" id="{C6CDD147-DEE1-4EF0-93DE-AD281E2A9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895"/>
              <a:ext cx="68" cy="75"/>
            </a:xfrm>
            <a:custGeom>
              <a:avLst/>
              <a:gdLst>
                <a:gd name="T0" fmla="*/ 0 w 27"/>
                <a:gd name="T1" fmla="*/ 20 h 30"/>
                <a:gd name="T2" fmla="*/ 335 w 27"/>
                <a:gd name="T3" fmla="*/ 395 h 30"/>
                <a:gd name="T4" fmla="*/ 222 w 27"/>
                <a:gd name="T5" fmla="*/ 470 h 30"/>
                <a:gd name="T6" fmla="*/ 350 w 27"/>
                <a:gd name="T7" fmla="*/ 395 h 30"/>
                <a:gd name="T8" fmla="*/ 0 w 27"/>
                <a:gd name="T9" fmla="*/ 2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0" y="1"/>
                  </a:moveTo>
                  <a:cubicBezTo>
                    <a:pt x="12" y="1"/>
                    <a:pt x="26" y="17"/>
                    <a:pt x="21" y="25"/>
                  </a:cubicBezTo>
                  <a:cubicBezTo>
                    <a:pt x="20" y="28"/>
                    <a:pt x="18" y="30"/>
                    <a:pt x="14" y="30"/>
                  </a:cubicBezTo>
                  <a:cubicBezTo>
                    <a:pt x="18" y="30"/>
                    <a:pt x="21" y="28"/>
                    <a:pt x="22" y="25"/>
                  </a:cubicBezTo>
                  <a:cubicBezTo>
                    <a:pt x="27" y="16"/>
                    <a:pt x="12" y="0"/>
                    <a:pt x="0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6" name="Freeform 612">
              <a:extLst>
                <a:ext uri="{FF2B5EF4-FFF2-40B4-BE49-F238E27FC236}">
                  <a16:creationId xmlns:a16="http://schemas.microsoft.com/office/drawing/2014/main" id="{A122AD92-416D-4026-B3F4-B4B6CFCE0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2900"/>
              <a:ext cx="40" cy="67"/>
            </a:xfrm>
            <a:custGeom>
              <a:avLst/>
              <a:gdLst>
                <a:gd name="T0" fmla="*/ 250 w 16"/>
                <a:gd name="T1" fmla="*/ 412 h 27"/>
                <a:gd name="T2" fmla="*/ 50 w 16"/>
                <a:gd name="T3" fmla="*/ 184 h 27"/>
                <a:gd name="T4" fmla="*/ 83 w 16"/>
                <a:gd name="T5" fmla="*/ 0 h 27"/>
                <a:gd name="T6" fmla="*/ 20 w 16"/>
                <a:gd name="T7" fmla="*/ 196 h 27"/>
                <a:gd name="T8" fmla="*/ 250 w 16"/>
                <a:gd name="T9" fmla="*/ 412 h 27"/>
                <a:gd name="T10" fmla="*/ 250 w 16"/>
                <a:gd name="T11" fmla="*/ 41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7">
                  <a:moveTo>
                    <a:pt x="16" y="27"/>
                  </a:moveTo>
                  <a:cubicBezTo>
                    <a:pt x="9" y="25"/>
                    <a:pt x="4" y="18"/>
                    <a:pt x="3" y="12"/>
                  </a:cubicBezTo>
                  <a:cubicBezTo>
                    <a:pt x="1" y="8"/>
                    <a:pt x="2" y="3"/>
                    <a:pt x="5" y="0"/>
                  </a:cubicBezTo>
                  <a:cubicBezTo>
                    <a:pt x="1" y="3"/>
                    <a:pt x="0" y="8"/>
                    <a:pt x="1" y="13"/>
                  </a:cubicBezTo>
                  <a:cubicBezTo>
                    <a:pt x="3" y="19"/>
                    <a:pt x="9" y="25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7" name="Freeform 613">
              <a:extLst>
                <a:ext uri="{FF2B5EF4-FFF2-40B4-BE49-F238E27FC236}">
                  <a16:creationId xmlns:a16="http://schemas.microsoft.com/office/drawing/2014/main" id="{A89A0D56-4A42-4E39-AA9F-EBB8F7527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910"/>
              <a:ext cx="57" cy="50"/>
            </a:xfrm>
            <a:custGeom>
              <a:avLst/>
              <a:gdLst>
                <a:gd name="T0" fmla="*/ 307 w 23"/>
                <a:gd name="T1" fmla="*/ 238 h 20"/>
                <a:gd name="T2" fmla="*/ 62 w 23"/>
                <a:gd name="T3" fmla="*/ 175 h 20"/>
                <a:gd name="T4" fmla="*/ 92 w 23"/>
                <a:gd name="T5" fmla="*/ 0 h 20"/>
                <a:gd name="T6" fmla="*/ 307 w 23"/>
                <a:gd name="T7" fmla="*/ 2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20" y="15"/>
                  </a:moveTo>
                  <a:cubicBezTo>
                    <a:pt x="16" y="20"/>
                    <a:pt x="8" y="15"/>
                    <a:pt x="4" y="11"/>
                  </a:cubicBezTo>
                  <a:cubicBezTo>
                    <a:pt x="1" y="6"/>
                    <a:pt x="0" y="0"/>
                    <a:pt x="6" y="0"/>
                  </a:cubicBezTo>
                  <a:cubicBezTo>
                    <a:pt x="12" y="0"/>
                    <a:pt x="23" y="11"/>
                    <a:pt x="20" y="1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8" name="Freeform 614">
              <a:extLst>
                <a:ext uri="{FF2B5EF4-FFF2-40B4-BE49-F238E27FC236}">
                  <a16:creationId xmlns:a16="http://schemas.microsoft.com/office/drawing/2014/main" id="{099CDD56-7590-4563-8B2F-FC3FE9CE0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912"/>
              <a:ext cx="48" cy="48"/>
            </a:xfrm>
            <a:custGeom>
              <a:avLst/>
              <a:gdLst>
                <a:gd name="T0" fmla="*/ 63 w 19"/>
                <a:gd name="T1" fmla="*/ 129 h 19"/>
                <a:gd name="T2" fmla="*/ 33 w 19"/>
                <a:gd name="T3" fmla="*/ 0 h 19"/>
                <a:gd name="T4" fmla="*/ 51 w 19"/>
                <a:gd name="T5" fmla="*/ 159 h 19"/>
                <a:gd name="T6" fmla="*/ 306 w 19"/>
                <a:gd name="T7" fmla="*/ 222 h 19"/>
                <a:gd name="T8" fmla="*/ 306 w 19"/>
                <a:gd name="T9" fmla="*/ 222 h 19"/>
                <a:gd name="T10" fmla="*/ 63 w 19"/>
                <a:gd name="T11" fmla="*/ 12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9">
                  <a:moveTo>
                    <a:pt x="4" y="8"/>
                  </a:moveTo>
                  <a:cubicBezTo>
                    <a:pt x="2" y="5"/>
                    <a:pt x="1" y="2"/>
                    <a:pt x="2" y="0"/>
                  </a:cubicBezTo>
                  <a:cubicBezTo>
                    <a:pt x="0" y="1"/>
                    <a:pt x="0" y="6"/>
                    <a:pt x="3" y="10"/>
                  </a:cubicBezTo>
                  <a:cubicBezTo>
                    <a:pt x="7" y="14"/>
                    <a:pt x="15" y="19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5" y="17"/>
                    <a:pt x="7" y="13"/>
                    <a:pt x="4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9" name="Freeform 615">
              <a:extLst>
                <a:ext uri="{FF2B5EF4-FFF2-40B4-BE49-F238E27FC236}">
                  <a16:creationId xmlns:a16="http://schemas.microsoft.com/office/drawing/2014/main" id="{5AC8439C-4FC8-4082-BA30-DFE3B2B7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912"/>
              <a:ext cx="25" cy="30"/>
            </a:xfrm>
            <a:custGeom>
              <a:avLst/>
              <a:gdLst>
                <a:gd name="T0" fmla="*/ 0 w 10"/>
                <a:gd name="T1" fmla="*/ 0 h 12"/>
                <a:gd name="T2" fmla="*/ 158 w 10"/>
                <a:gd name="T3" fmla="*/ 188 h 12"/>
                <a:gd name="T4" fmla="*/ 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4" y="2"/>
                    <a:pt x="10" y="7"/>
                    <a:pt x="10" y="12"/>
                  </a:cubicBezTo>
                  <a:cubicBezTo>
                    <a:pt x="10" y="11"/>
                    <a:pt x="6" y="4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0" name="Freeform 616">
              <a:extLst>
                <a:ext uri="{FF2B5EF4-FFF2-40B4-BE49-F238E27FC236}">
                  <a16:creationId xmlns:a16="http://schemas.microsoft.com/office/drawing/2014/main" id="{8038B842-C69A-4544-B33B-2EFD71856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915"/>
              <a:ext cx="23" cy="30"/>
            </a:xfrm>
            <a:custGeom>
              <a:avLst/>
              <a:gdLst>
                <a:gd name="T0" fmla="*/ 0 w 9"/>
                <a:gd name="T1" fmla="*/ 0 h 12"/>
                <a:gd name="T2" fmla="*/ 130 w 9"/>
                <a:gd name="T3" fmla="*/ 188 h 12"/>
                <a:gd name="T4" fmla="*/ 0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2" y="2"/>
                    <a:pt x="9" y="7"/>
                    <a:pt x="8" y="12"/>
                  </a:cubicBezTo>
                  <a:cubicBezTo>
                    <a:pt x="8" y="9"/>
                    <a:pt x="8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1" name="Freeform 617">
              <a:extLst>
                <a:ext uri="{FF2B5EF4-FFF2-40B4-BE49-F238E27FC236}">
                  <a16:creationId xmlns:a16="http://schemas.microsoft.com/office/drawing/2014/main" id="{138D73EC-2DB0-4DC5-8598-6D0D22F3D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930"/>
              <a:ext cx="32" cy="25"/>
            </a:xfrm>
            <a:custGeom>
              <a:avLst/>
              <a:gdLst>
                <a:gd name="T0" fmla="*/ 0 w 13"/>
                <a:gd name="T1" fmla="*/ 0 h 10"/>
                <a:gd name="T2" fmla="*/ 194 w 13"/>
                <a:gd name="T3" fmla="*/ 158 h 10"/>
                <a:gd name="T4" fmla="*/ 0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1" y="3"/>
                    <a:pt x="6" y="10"/>
                    <a:pt x="13" y="10"/>
                  </a:cubicBezTo>
                  <a:cubicBezTo>
                    <a:pt x="10" y="9"/>
                    <a:pt x="4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2" name="Freeform 618">
              <a:extLst>
                <a:ext uri="{FF2B5EF4-FFF2-40B4-BE49-F238E27FC236}">
                  <a16:creationId xmlns:a16="http://schemas.microsoft.com/office/drawing/2014/main" id="{4A55D630-D825-4BB9-9CB5-E623D60A0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892"/>
              <a:ext cx="90" cy="85"/>
            </a:xfrm>
            <a:custGeom>
              <a:avLst/>
              <a:gdLst>
                <a:gd name="T0" fmla="*/ 125 w 36"/>
                <a:gd name="T1" fmla="*/ 33 h 34"/>
                <a:gd name="T2" fmla="*/ 33 w 36"/>
                <a:gd name="T3" fmla="*/ 250 h 34"/>
                <a:gd name="T4" fmla="*/ 270 w 36"/>
                <a:gd name="T5" fmla="*/ 488 h 34"/>
                <a:gd name="T6" fmla="*/ 500 w 36"/>
                <a:gd name="T7" fmla="*/ 408 h 34"/>
                <a:gd name="T8" fmla="*/ 125 w 36"/>
                <a:gd name="T9" fmla="*/ 3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">
                  <a:moveTo>
                    <a:pt x="8" y="2"/>
                  </a:moveTo>
                  <a:cubicBezTo>
                    <a:pt x="2" y="4"/>
                    <a:pt x="0" y="10"/>
                    <a:pt x="2" y="16"/>
                  </a:cubicBezTo>
                  <a:cubicBezTo>
                    <a:pt x="3" y="23"/>
                    <a:pt x="10" y="28"/>
                    <a:pt x="17" y="31"/>
                  </a:cubicBezTo>
                  <a:cubicBezTo>
                    <a:pt x="25" y="34"/>
                    <a:pt x="29" y="31"/>
                    <a:pt x="32" y="26"/>
                  </a:cubicBezTo>
                  <a:cubicBezTo>
                    <a:pt x="36" y="17"/>
                    <a:pt x="20" y="0"/>
                    <a:pt x="8" y="2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3" name="Freeform 619">
              <a:extLst>
                <a:ext uri="{FF2B5EF4-FFF2-40B4-BE49-F238E27FC236}">
                  <a16:creationId xmlns:a16="http://schemas.microsoft.com/office/drawing/2014/main" id="{081CAA97-B557-4533-AC2F-749AB18F0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910"/>
              <a:ext cx="50" cy="37"/>
            </a:xfrm>
            <a:custGeom>
              <a:avLst/>
              <a:gdLst>
                <a:gd name="T0" fmla="*/ 20 w 20"/>
                <a:gd name="T1" fmla="*/ 30 h 15"/>
                <a:gd name="T2" fmla="*/ 50 w 20"/>
                <a:gd name="T3" fmla="*/ 133 h 15"/>
                <a:gd name="T4" fmla="*/ 250 w 20"/>
                <a:gd name="T5" fmla="*/ 224 h 15"/>
                <a:gd name="T6" fmla="*/ 313 w 20"/>
                <a:gd name="T7" fmla="*/ 195 h 15"/>
                <a:gd name="T8" fmla="*/ 250 w 20"/>
                <a:gd name="T9" fmla="*/ 224 h 15"/>
                <a:gd name="T10" fmla="*/ 63 w 20"/>
                <a:gd name="T11" fmla="*/ 133 h 15"/>
                <a:gd name="T12" fmla="*/ 20 w 20"/>
                <a:gd name="T13" fmla="*/ 30 h 15"/>
                <a:gd name="T14" fmla="*/ 83 w 20"/>
                <a:gd name="T15" fmla="*/ 0 h 15"/>
                <a:gd name="T16" fmla="*/ 20 w 20"/>
                <a:gd name="T17" fmla="*/ 3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5">
                  <a:moveTo>
                    <a:pt x="1" y="2"/>
                  </a:moveTo>
                  <a:cubicBezTo>
                    <a:pt x="0" y="4"/>
                    <a:pt x="1" y="7"/>
                    <a:pt x="3" y="9"/>
                  </a:cubicBezTo>
                  <a:cubicBezTo>
                    <a:pt x="6" y="12"/>
                    <a:pt x="12" y="15"/>
                    <a:pt x="16" y="15"/>
                  </a:cubicBezTo>
                  <a:cubicBezTo>
                    <a:pt x="18" y="15"/>
                    <a:pt x="19" y="14"/>
                    <a:pt x="20" y="13"/>
                  </a:cubicBezTo>
                  <a:cubicBezTo>
                    <a:pt x="19" y="14"/>
                    <a:pt x="18" y="15"/>
                    <a:pt x="16" y="15"/>
                  </a:cubicBezTo>
                  <a:cubicBezTo>
                    <a:pt x="12" y="15"/>
                    <a:pt x="6" y="12"/>
                    <a:pt x="4" y="9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3" y="0"/>
                    <a:pt x="1" y="1"/>
                    <a:pt x="1" y="2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4" name="Freeform 620">
              <a:extLst>
                <a:ext uri="{FF2B5EF4-FFF2-40B4-BE49-F238E27FC236}">
                  <a16:creationId xmlns:a16="http://schemas.microsoft.com/office/drawing/2014/main" id="{32A0E704-744D-4E87-ABD9-821A4C775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3607"/>
              <a:ext cx="95" cy="70"/>
            </a:xfrm>
            <a:custGeom>
              <a:avLst/>
              <a:gdLst>
                <a:gd name="T0" fmla="*/ 50 w 38"/>
                <a:gd name="T1" fmla="*/ 158 h 28"/>
                <a:gd name="T2" fmla="*/ 125 w 38"/>
                <a:gd name="T3" fmla="*/ 375 h 28"/>
                <a:gd name="T4" fmla="*/ 458 w 38"/>
                <a:gd name="T5" fmla="*/ 395 h 28"/>
                <a:gd name="T6" fmla="*/ 583 w 38"/>
                <a:gd name="T7" fmla="*/ 175 h 28"/>
                <a:gd name="T8" fmla="*/ 50 w 38"/>
                <a:gd name="T9" fmla="*/ 1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">
                  <a:moveTo>
                    <a:pt x="3" y="10"/>
                  </a:moveTo>
                  <a:cubicBezTo>
                    <a:pt x="0" y="15"/>
                    <a:pt x="2" y="21"/>
                    <a:pt x="8" y="24"/>
                  </a:cubicBezTo>
                  <a:cubicBezTo>
                    <a:pt x="14" y="28"/>
                    <a:pt x="22" y="28"/>
                    <a:pt x="29" y="25"/>
                  </a:cubicBezTo>
                  <a:cubicBezTo>
                    <a:pt x="37" y="21"/>
                    <a:pt x="38" y="16"/>
                    <a:pt x="37" y="11"/>
                  </a:cubicBezTo>
                  <a:cubicBezTo>
                    <a:pt x="34" y="1"/>
                    <a:pt x="10" y="0"/>
                    <a:pt x="3" y="1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5" name="Freeform 621">
              <a:extLst>
                <a:ext uri="{FF2B5EF4-FFF2-40B4-BE49-F238E27FC236}">
                  <a16:creationId xmlns:a16="http://schemas.microsoft.com/office/drawing/2014/main" id="{73C7B855-25BD-4BCC-AD9D-5A2A3ADB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3607"/>
              <a:ext cx="83" cy="53"/>
            </a:xfrm>
            <a:custGeom>
              <a:avLst/>
              <a:gdLst>
                <a:gd name="T0" fmla="*/ 0 w 33"/>
                <a:gd name="T1" fmla="*/ 146 h 21"/>
                <a:gd name="T2" fmla="*/ 506 w 33"/>
                <a:gd name="T3" fmla="*/ 192 h 21"/>
                <a:gd name="T4" fmla="*/ 475 w 33"/>
                <a:gd name="T5" fmla="*/ 338 h 21"/>
                <a:gd name="T6" fmla="*/ 506 w 33"/>
                <a:gd name="T7" fmla="*/ 192 h 21"/>
                <a:gd name="T8" fmla="*/ 0 w 33"/>
                <a:gd name="T9" fmla="*/ 14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9"/>
                  </a:moveTo>
                  <a:cubicBezTo>
                    <a:pt x="8" y="1"/>
                    <a:pt x="29" y="3"/>
                    <a:pt x="32" y="12"/>
                  </a:cubicBezTo>
                  <a:cubicBezTo>
                    <a:pt x="33" y="15"/>
                    <a:pt x="32" y="18"/>
                    <a:pt x="30" y="21"/>
                  </a:cubicBezTo>
                  <a:cubicBezTo>
                    <a:pt x="33" y="18"/>
                    <a:pt x="33" y="15"/>
                    <a:pt x="32" y="12"/>
                  </a:cubicBezTo>
                  <a:cubicBezTo>
                    <a:pt x="30" y="2"/>
                    <a:pt x="8" y="0"/>
                    <a:pt x="0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6" name="Freeform 622">
              <a:extLst>
                <a:ext uri="{FF2B5EF4-FFF2-40B4-BE49-F238E27FC236}">
                  <a16:creationId xmlns:a16="http://schemas.microsoft.com/office/drawing/2014/main" id="{811DEB59-CF49-4353-B06B-BB6D341CE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3637"/>
              <a:ext cx="70" cy="38"/>
            </a:xfrm>
            <a:custGeom>
              <a:avLst/>
              <a:gdLst>
                <a:gd name="T0" fmla="*/ 438 w 28"/>
                <a:gd name="T1" fmla="*/ 193 h 15"/>
                <a:gd name="T2" fmla="*/ 125 w 28"/>
                <a:gd name="T3" fmla="*/ 180 h 15"/>
                <a:gd name="T4" fmla="*/ 33 w 28"/>
                <a:gd name="T5" fmla="*/ 0 h 15"/>
                <a:gd name="T6" fmla="*/ 113 w 28"/>
                <a:gd name="T7" fmla="*/ 193 h 15"/>
                <a:gd name="T8" fmla="*/ 438 w 28"/>
                <a:gd name="T9" fmla="*/ 193 h 15"/>
                <a:gd name="T10" fmla="*/ 438 w 28"/>
                <a:gd name="T11" fmla="*/ 19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5">
                  <a:moveTo>
                    <a:pt x="28" y="12"/>
                  </a:moveTo>
                  <a:cubicBezTo>
                    <a:pt x="21" y="15"/>
                    <a:pt x="13" y="14"/>
                    <a:pt x="8" y="11"/>
                  </a:cubicBezTo>
                  <a:cubicBezTo>
                    <a:pt x="4" y="8"/>
                    <a:pt x="1" y="4"/>
                    <a:pt x="2" y="0"/>
                  </a:cubicBezTo>
                  <a:cubicBezTo>
                    <a:pt x="0" y="5"/>
                    <a:pt x="3" y="9"/>
                    <a:pt x="7" y="12"/>
                  </a:cubicBezTo>
                  <a:cubicBezTo>
                    <a:pt x="13" y="15"/>
                    <a:pt x="21" y="15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7" name="Freeform 623">
              <a:extLst>
                <a:ext uri="{FF2B5EF4-FFF2-40B4-BE49-F238E27FC236}">
                  <a16:creationId xmlns:a16="http://schemas.microsoft.com/office/drawing/2014/main" id="{1AA47D76-CB0B-427B-8B33-55BF40196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3622"/>
              <a:ext cx="65" cy="38"/>
            </a:xfrm>
            <a:custGeom>
              <a:avLst/>
              <a:gdLst>
                <a:gd name="T0" fmla="*/ 395 w 26"/>
                <a:gd name="T1" fmla="*/ 117 h 15"/>
                <a:gd name="T2" fmla="*/ 158 w 26"/>
                <a:gd name="T3" fmla="*/ 225 h 15"/>
                <a:gd name="T4" fmla="*/ 63 w 26"/>
                <a:gd name="T5" fmla="*/ 84 h 15"/>
                <a:gd name="T6" fmla="*/ 395 w 26"/>
                <a:gd name="T7" fmla="*/ 11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25" y="7"/>
                  </a:moveTo>
                  <a:cubicBezTo>
                    <a:pt x="26" y="13"/>
                    <a:pt x="16" y="15"/>
                    <a:pt x="10" y="14"/>
                  </a:cubicBezTo>
                  <a:cubicBezTo>
                    <a:pt x="4" y="12"/>
                    <a:pt x="0" y="8"/>
                    <a:pt x="4" y="5"/>
                  </a:cubicBezTo>
                  <a:cubicBezTo>
                    <a:pt x="9" y="0"/>
                    <a:pt x="24" y="1"/>
                    <a:pt x="25" y="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8" name="Freeform 624">
              <a:extLst>
                <a:ext uri="{FF2B5EF4-FFF2-40B4-BE49-F238E27FC236}">
                  <a16:creationId xmlns:a16="http://schemas.microsoft.com/office/drawing/2014/main" id="{C614F80B-3931-4911-9848-F3E2CA280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3640"/>
              <a:ext cx="60" cy="20"/>
            </a:xfrm>
            <a:custGeom>
              <a:avLst/>
              <a:gdLst>
                <a:gd name="T0" fmla="*/ 125 w 24"/>
                <a:gd name="T1" fmla="*/ 83 h 8"/>
                <a:gd name="T2" fmla="*/ 20 w 24"/>
                <a:gd name="T3" fmla="*/ 0 h 8"/>
                <a:gd name="T4" fmla="*/ 125 w 24"/>
                <a:gd name="T5" fmla="*/ 113 h 8"/>
                <a:gd name="T6" fmla="*/ 363 w 24"/>
                <a:gd name="T7" fmla="*/ 0 h 8"/>
                <a:gd name="T8" fmla="*/ 363 w 24"/>
                <a:gd name="T9" fmla="*/ 0 h 8"/>
                <a:gd name="T10" fmla="*/ 125 w 24"/>
                <a:gd name="T11" fmla="*/ 8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8">
                  <a:moveTo>
                    <a:pt x="8" y="5"/>
                  </a:moveTo>
                  <a:cubicBezTo>
                    <a:pt x="4" y="4"/>
                    <a:pt x="1" y="2"/>
                    <a:pt x="1" y="0"/>
                  </a:cubicBezTo>
                  <a:cubicBezTo>
                    <a:pt x="0" y="3"/>
                    <a:pt x="3" y="6"/>
                    <a:pt x="8" y="7"/>
                  </a:cubicBezTo>
                  <a:cubicBezTo>
                    <a:pt x="14" y="8"/>
                    <a:pt x="24" y="6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4"/>
                    <a:pt x="14" y="6"/>
                    <a:pt x="8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9" name="Freeform 625">
              <a:extLst>
                <a:ext uri="{FF2B5EF4-FFF2-40B4-BE49-F238E27FC236}">
                  <a16:creationId xmlns:a16="http://schemas.microsoft.com/office/drawing/2014/main" id="{F46E584E-D402-4E2D-81DE-80D4CDED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3625"/>
              <a:ext cx="40" cy="10"/>
            </a:xfrm>
            <a:custGeom>
              <a:avLst/>
              <a:gdLst>
                <a:gd name="T0" fmla="*/ 0 w 16"/>
                <a:gd name="T1" fmla="*/ 33 h 4"/>
                <a:gd name="T2" fmla="*/ 250 w 16"/>
                <a:gd name="T3" fmla="*/ 63 h 4"/>
                <a:gd name="T4" fmla="*/ 0 w 16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2"/>
                  </a:moveTo>
                  <a:cubicBezTo>
                    <a:pt x="4" y="1"/>
                    <a:pt x="13" y="0"/>
                    <a:pt x="16" y="4"/>
                  </a:cubicBezTo>
                  <a:cubicBezTo>
                    <a:pt x="15" y="3"/>
                    <a:pt x="7" y="1"/>
                    <a:pt x="0" y="2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0" name="Freeform 626">
              <a:extLst>
                <a:ext uri="{FF2B5EF4-FFF2-40B4-BE49-F238E27FC236}">
                  <a16:creationId xmlns:a16="http://schemas.microsoft.com/office/drawing/2014/main" id="{AE26F14B-343F-4258-AD30-2E6FCC4D9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3620"/>
              <a:ext cx="35" cy="15"/>
            </a:xfrm>
            <a:custGeom>
              <a:avLst/>
              <a:gdLst>
                <a:gd name="T0" fmla="*/ 0 w 14"/>
                <a:gd name="T1" fmla="*/ 50 h 6"/>
                <a:gd name="T2" fmla="*/ 220 w 14"/>
                <a:gd name="T3" fmla="*/ 95 h 6"/>
                <a:gd name="T4" fmla="*/ 0 w 14"/>
                <a:gd name="T5" fmla="*/ 5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3" y="2"/>
                    <a:pt x="11" y="2"/>
                    <a:pt x="14" y="6"/>
                  </a:cubicBezTo>
                  <a:cubicBezTo>
                    <a:pt x="12" y="4"/>
                    <a:pt x="9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1" name="Freeform 627">
              <a:extLst>
                <a:ext uri="{FF2B5EF4-FFF2-40B4-BE49-F238E27FC236}">
                  <a16:creationId xmlns:a16="http://schemas.microsoft.com/office/drawing/2014/main" id="{501BA13F-54CD-486E-89E3-7EE581FFE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3652"/>
              <a:ext cx="40" cy="10"/>
            </a:xfrm>
            <a:custGeom>
              <a:avLst/>
              <a:gdLst>
                <a:gd name="T0" fmla="*/ 0 w 16"/>
                <a:gd name="T1" fmla="*/ 20 h 4"/>
                <a:gd name="T2" fmla="*/ 250 w 16"/>
                <a:gd name="T3" fmla="*/ 0 h 4"/>
                <a:gd name="T4" fmla="*/ 0 w 1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1"/>
                  </a:moveTo>
                  <a:cubicBezTo>
                    <a:pt x="2" y="3"/>
                    <a:pt x="11" y="4"/>
                    <a:pt x="16" y="0"/>
                  </a:cubicBezTo>
                  <a:cubicBezTo>
                    <a:pt x="14" y="1"/>
                    <a:pt x="7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2" name="Freeform 628">
              <a:extLst>
                <a:ext uri="{FF2B5EF4-FFF2-40B4-BE49-F238E27FC236}">
                  <a16:creationId xmlns:a16="http://schemas.microsoft.com/office/drawing/2014/main" id="{B2D56278-EEA0-475C-B31F-84BCA9800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3607"/>
              <a:ext cx="95" cy="70"/>
            </a:xfrm>
            <a:custGeom>
              <a:avLst/>
              <a:gdLst>
                <a:gd name="T0" fmla="*/ 50 w 38"/>
                <a:gd name="T1" fmla="*/ 158 h 28"/>
                <a:gd name="T2" fmla="*/ 125 w 38"/>
                <a:gd name="T3" fmla="*/ 375 h 28"/>
                <a:gd name="T4" fmla="*/ 458 w 38"/>
                <a:gd name="T5" fmla="*/ 395 h 28"/>
                <a:gd name="T6" fmla="*/ 583 w 38"/>
                <a:gd name="T7" fmla="*/ 175 h 28"/>
                <a:gd name="T8" fmla="*/ 50 w 38"/>
                <a:gd name="T9" fmla="*/ 1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">
                  <a:moveTo>
                    <a:pt x="3" y="10"/>
                  </a:moveTo>
                  <a:cubicBezTo>
                    <a:pt x="0" y="15"/>
                    <a:pt x="2" y="21"/>
                    <a:pt x="8" y="24"/>
                  </a:cubicBezTo>
                  <a:cubicBezTo>
                    <a:pt x="14" y="28"/>
                    <a:pt x="22" y="28"/>
                    <a:pt x="29" y="25"/>
                  </a:cubicBezTo>
                  <a:cubicBezTo>
                    <a:pt x="37" y="21"/>
                    <a:pt x="38" y="16"/>
                    <a:pt x="37" y="11"/>
                  </a:cubicBezTo>
                  <a:cubicBezTo>
                    <a:pt x="34" y="1"/>
                    <a:pt x="10" y="0"/>
                    <a:pt x="3" y="1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3" name="Freeform 629">
              <a:extLst>
                <a:ext uri="{FF2B5EF4-FFF2-40B4-BE49-F238E27FC236}">
                  <a16:creationId xmlns:a16="http://schemas.microsoft.com/office/drawing/2014/main" id="{76F38369-7A8A-47F8-AF97-BF5A9C46D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3632"/>
              <a:ext cx="58" cy="25"/>
            </a:xfrm>
            <a:custGeom>
              <a:avLst/>
              <a:gdLst>
                <a:gd name="T0" fmla="*/ 20 w 23"/>
                <a:gd name="T1" fmla="*/ 95 h 10"/>
                <a:gd name="T2" fmla="*/ 126 w 23"/>
                <a:gd name="T3" fmla="*/ 145 h 10"/>
                <a:gd name="T4" fmla="*/ 338 w 23"/>
                <a:gd name="T5" fmla="*/ 83 h 10"/>
                <a:gd name="T6" fmla="*/ 351 w 23"/>
                <a:gd name="T7" fmla="*/ 0 h 10"/>
                <a:gd name="T8" fmla="*/ 338 w 23"/>
                <a:gd name="T9" fmla="*/ 83 h 10"/>
                <a:gd name="T10" fmla="*/ 126 w 23"/>
                <a:gd name="T11" fmla="*/ 145 h 10"/>
                <a:gd name="T12" fmla="*/ 20 w 23"/>
                <a:gd name="T13" fmla="*/ 95 h 10"/>
                <a:gd name="T14" fmla="*/ 50 w 23"/>
                <a:gd name="T15" fmla="*/ 33 h 10"/>
                <a:gd name="T16" fmla="*/ 20 w 23"/>
                <a:gd name="T17" fmla="*/ 95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0">
                  <a:moveTo>
                    <a:pt x="1" y="6"/>
                  </a:moveTo>
                  <a:cubicBezTo>
                    <a:pt x="1" y="8"/>
                    <a:pt x="4" y="9"/>
                    <a:pt x="8" y="9"/>
                  </a:cubicBezTo>
                  <a:cubicBezTo>
                    <a:pt x="12" y="10"/>
                    <a:pt x="18" y="8"/>
                    <a:pt x="21" y="5"/>
                  </a:cubicBezTo>
                  <a:cubicBezTo>
                    <a:pt x="22" y="3"/>
                    <a:pt x="23" y="2"/>
                    <a:pt x="22" y="0"/>
                  </a:cubicBezTo>
                  <a:cubicBezTo>
                    <a:pt x="23" y="2"/>
                    <a:pt x="22" y="3"/>
                    <a:pt x="21" y="5"/>
                  </a:cubicBezTo>
                  <a:cubicBezTo>
                    <a:pt x="18" y="8"/>
                    <a:pt x="12" y="9"/>
                    <a:pt x="8" y="9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1" y="5"/>
                    <a:pt x="1" y="3"/>
                    <a:pt x="3" y="2"/>
                  </a:cubicBezTo>
                  <a:cubicBezTo>
                    <a:pt x="1" y="3"/>
                    <a:pt x="0" y="5"/>
                    <a:pt x="1" y="6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4" name="Freeform 630">
              <a:extLst>
                <a:ext uri="{FF2B5EF4-FFF2-40B4-BE49-F238E27FC236}">
                  <a16:creationId xmlns:a16="http://schemas.microsoft.com/office/drawing/2014/main" id="{2CCC4F3B-F6F1-4F4F-9F17-41A1FE877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3477"/>
              <a:ext cx="92" cy="83"/>
            </a:xfrm>
            <a:custGeom>
              <a:avLst/>
              <a:gdLst>
                <a:gd name="T0" fmla="*/ 92 w 37"/>
                <a:gd name="T1" fmla="*/ 83 h 33"/>
                <a:gd name="T2" fmla="*/ 42 w 37"/>
                <a:gd name="T3" fmla="*/ 317 h 33"/>
                <a:gd name="T4" fmla="*/ 321 w 37"/>
                <a:gd name="T5" fmla="*/ 493 h 33"/>
                <a:gd name="T6" fmla="*/ 525 w 37"/>
                <a:gd name="T7" fmla="*/ 380 h 33"/>
                <a:gd name="T8" fmla="*/ 92 w 37"/>
                <a:gd name="T9" fmla="*/ 8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3">
                  <a:moveTo>
                    <a:pt x="6" y="5"/>
                  </a:moveTo>
                  <a:cubicBezTo>
                    <a:pt x="0" y="8"/>
                    <a:pt x="0" y="15"/>
                    <a:pt x="3" y="20"/>
                  </a:cubicBezTo>
                  <a:cubicBezTo>
                    <a:pt x="6" y="26"/>
                    <a:pt x="14" y="31"/>
                    <a:pt x="21" y="31"/>
                  </a:cubicBezTo>
                  <a:cubicBezTo>
                    <a:pt x="30" y="33"/>
                    <a:pt x="33" y="29"/>
                    <a:pt x="34" y="24"/>
                  </a:cubicBezTo>
                  <a:cubicBezTo>
                    <a:pt x="37" y="14"/>
                    <a:pt x="17" y="0"/>
                    <a:pt x="6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5" name="Freeform 631">
              <a:extLst>
                <a:ext uri="{FF2B5EF4-FFF2-40B4-BE49-F238E27FC236}">
                  <a16:creationId xmlns:a16="http://schemas.microsoft.com/office/drawing/2014/main" id="{DFF62910-7A9A-44C7-88F3-35790C20F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3480"/>
              <a:ext cx="75" cy="75"/>
            </a:xfrm>
            <a:custGeom>
              <a:avLst/>
              <a:gdLst>
                <a:gd name="T0" fmla="*/ 0 w 30"/>
                <a:gd name="T1" fmla="*/ 63 h 30"/>
                <a:gd name="T2" fmla="*/ 408 w 30"/>
                <a:gd name="T3" fmla="*/ 363 h 30"/>
                <a:gd name="T4" fmla="*/ 313 w 30"/>
                <a:gd name="T5" fmla="*/ 470 h 30"/>
                <a:gd name="T6" fmla="*/ 425 w 30"/>
                <a:gd name="T7" fmla="*/ 363 h 30"/>
                <a:gd name="T8" fmla="*/ 0 w 30"/>
                <a:gd name="T9" fmla="*/ 6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0" y="4"/>
                  </a:moveTo>
                  <a:cubicBezTo>
                    <a:pt x="11" y="1"/>
                    <a:pt x="29" y="14"/>
                    <a:pt x="26" y="23"/>
                  </a:cubicBezTo>
                  <a:cubicBezTo>
                    <a:pt x="25" y="26"/>
                    <a:pt x="24" y="29"/>
                    <a:pt x="20" y="30"/>
                  </a:cubicBezTo>
                  <a:cubicBezTo>
                    <a:pt x="24" y="29"/>
                    <a:pt x="26" y="26"/>
                    <a:pt x="27" y="23"/>
                  </a:cubicBezTo>
                  <a:cubicBezTo>
                    <a:pt x="30" y="13"/>
                    <a:pt x="11" y="0"/>
                    <a:pt x="0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6" name="Freeform 632">
              <a:extLst>
                <a:ext uri="{FF2B5EF4-FFF2-40B4-BE49-F238E27FC236}">
                  <a16:creationId xmlns:a16="http://schemas.microsoft.com/office/drawing/2014/main" id="{AC009CAE-D00B-4426-9AB3-937FD5125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3495"/>
              <a:ext cx="50" cy="60"/>
            </a:xfrm>
            <a:custGeom>
              <a:avLst/>
              <a:gdLst>
                <a:gd name="T0" fmla="*/ 313 w 20"/>
                <a:gd name="T1" fmla="*/ 375 h 24"/>
                <a:gd name="T2" fmla="*/ 63 w 20"/>
                <a:gd name="T3" fmla="*/ 188 h 24"/>
                <a:gd name="T4" fmla="*/ 63 w 20"/>
                <a:gd name="T5" fmla="*/ 0 h 24"/>
                <a:gd name="T6" fmla="*/ 50 w 20"/>
                <a:gd name="T7" fmla="*/ 208 h 24"/>
                <a:gd name="T8" fmla="*/ 313 w 20"/>
                <a:gd name="T9" fmla="*/ 375 h 24"/>
                <a:gd name="T10" fmla="*/ 313 w 20"/>
                <a:gd name="T11" fmla="*/ 37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20" y="24"/>
                  </a:moveTo>
                  <a:cubicBezTo>
                    <a:pt x="13" y="23"/>
                    <a:pt x="7" y="18"/>
                    <a:pt x="4" y="12"/>
                  </a:cubicBezTo>
                  <a:cubicBezTo>
                    <a:pt x="1" y="8"/>
                    <a:pt x="1" y="3"/>
                    <a:pt x="4" y="0"/>
                  </a:cubicBezTo>
                  <a:cubicBezTo>
                    <a:pt x="0" y="3"/>
                    <a:pt x="0" y="8"/>
                    <a:pt x="3" y="13"/>
                  </a:cubicBezTo>
                  <a:cubicBezTo>
                    <a:pt x="6" y="19"/>
                    <a:pt x="13" y="23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7" name="Freeform 633">
              <a:extLst>
                <a:ext uri="{FF2B5EF4-FFF2-40B4-BE49-F238E27FC236}">
                  <a16:creationId xmlns:a16="http://schemas.microsoft.com/office/drawing/2014/main" id="{16A0B032-E9A7-42A8-87C6-8A1FE8DB5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3497"/>
              <a:ext cx="60" cy="48"/>
            </a:xfrm>
            <a:custGeom>
              <a:avLst/>
              <a:gdLst>
                <a:gd name="T0" fmla="*/ 345 w 24"/>
                <a:gd name="T1" fmla="*/ 222 h 19"/>
                <a:gd name="T2" fmla="*/ 83 w 24"/>
                <a:gd name="T3" fmla="*/ 192 h 19"/>
                <a:gd name="T4" fmla="*/ 83 w 24"/>
                <a:gd name="T5" fmla="*/ 20 h 19"/>
                <a:gd name="T6" fmla="*/ 345 w 24"/>
                <a:gd name="T7" fmla="*/ 22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22" y="14"/>
                  </a:moveTo>
                  <a:cubicBezTo>
                    <a:pt x="19" y="19"/>
                    <a:pt x="10" y="16"/>
                    <a:pt x="5" y="12"/>
                  </a:cubicBezTo>
                  <a:cubicBezTo>
                    <a:pt x="1" y="8"/>
                    <a:pt x="0" y="3"/>
                    <a:pt x="5" y="1"/>
                  </a:cubicBezTo>
                  <a:cubicBezTo>
                    <a:pt x="11" y="0"/>
                    <a:pt x="24" y="8"/>
                    <a:pt x="22" y="1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8" name="Freeform 634">
              <a:extLst>
                <a:ext uri="{FF2B5EF4-FFF2-40B4-BE49-F238E27FC236}">
                  <a16:creationId xmlns:a16="http://schemas.microsoft.com/office/drawing/2014/main" id="{28872400-76CE-4A6A-9617-E5CA67A48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3505"/>
              <a:ext cx="55" cy="40"/>
            </a:xfrm>
            <a:custGeom>
              <a:avLst/>
              <a:gdLst>
                <a:gd name="T0" fmla="*/ 95 w 22"/>
                <a:gd name="T1" fmla="*/ 125 h 16"/>
                <a:gd name="T2" fmla="*/ 50 w 22"/>
                <a:gd name="T3" fmla="*/ 0 h 16"/>
                <a:gd name="T4" fmla="*/ 83 w 22"/>
                <a:gd name="T5" fmla="*/ 145 h 16"/>
                <a:gd name="T6" fmla="*/ 345 w 22"/>
                <a:gd name="T7" fmla="*/ 175 h 16"/>
                <a:gd name="T8" fmla="*/ 345 w 22"/>
                <a:gd name="T9" fmla="*/ 158 h 16"/>
                <a:gd name="T10" fmla="*/ 95 w 22"/>
                <a:gd name="T11" fmla="*/ 12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6">
                  <a:moveTo>
                    <a:pt x="6" y="8"/>
                  </a:moveTo>
                  <a:cubicBezTo>
                    <a:pt x="3" y="5"/>
                    <a:pt x="2" y="2"/>
                    <a:pt x="3" y="0"/>
                  </a:cubicBezTo>
                  <a:cubicBezTo>
                    <a:pt x="0" y="2"/>
                    <a:pt x="2" y="6"/>
                    <a:pt x="5" y="9"/>
                  </a:cubicBezTo>
                  <a:cubicBezTo>
                    <a:pt x="10" y="13"/>
                    <a:pt x="19" y="16"/>
                    <a:pt x="22" y="1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19" y="14"/>
                    <a:pt x="10" y="11"/>
                    <a:pt x="6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9" name="Freeform 635">
              <a:extLst>
                <a:ext uri="{FF2B5EF4-FFF2-40B4-BE49-F238E27FC236}">
                  <a16:creationId xmlns:a16="http://schemas.microsoft.com/office/drawing/2014/main" id="{17ECEF0D-5121-47A9-9A39-514197E65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500"/>
              <a:ext cx="33" cy="25"/>
            </a:xfrm>
            <a:custGeom>
              <a:avLst/>
              <a:gdLst>
                <a:gd name="T0" fmla="*/ 0 w 13"/>
                <a:gd name="T1" fmla="*/ 0 h 10"/>
                <a:gd name="T2" fmla="*/ 213 w 13"/>
                <a:gd name="T3" fmla="*/ 158 h 10"/>
                <a:gd name="T4" fmla="*/ 0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5" y="2"/>
                    <a:pt x="12" y="6"/>
                    <a:pt x="13" y="10"/>
                  </a:cubicBezTo>
                  <a:cubicBezTo>
                    <a:pt x="12" y="9"/>
                    <a:pt x="6" y="3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0" name="Freeform 636">
              <a:extLst>
                <a:ext uri="{FF2B5EF4-FFF2-40B4-BE49-F238E27FC236}">
                  <a16:creationId xmlns:a16="http://schemas.microsoft.com/office/drawing/2014/main" id="{DA1EFE66-B92F-41C6-9616-89F169EC7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502"/>
              <a:ext cx="25" cy="25"/>
            </a:xfrm>
            <a:custGeom>
              <a:avLst/>
              <a:gdLst>
                <a:gd name="T0" fmla="*/ 0 w 10"/>
                <a:gd name="T1" fmla="*/ 0 h 10"/>
                <a:gd name="T2" fmla="*/ 158 w 10"/>
                <a:gd name="T3" fmla="*/ 158 h 10"/>
                <a:gd name="T4" fmla="*/ 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3" y="1"/>
                    <a:pt x="10" y="5"/>
                    <a:pt x="10" y="10"/>
                  </a:cubicBezTo>
                  <a:cubicBezTo>
                    <a:pt x="10" y="7"/>
                    <a:pt x="9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1" name="Freeform 637">
              <a:extLst>
                <a:ext uri="{FF2B5EF4-FFF2-40B4-BE49-F238E27FC236}">
                  <a16:creationId xmlns:a16="http://schemas.microsoft.com/office/drawing/2014/main" id="{AFB15A0A-6C00-4A79-96AE-96B4A91C1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522"/>
              <a:ext cx="38" cy="20"/>
            </a:xfrm>
            <a:custGeom>
              <a:avLst/>
              <a:gdLst>
                <a:gd name="T0" fmla="*/ 0 w 15"/>
                <a:gd name="T1" fmla="*/ 0 h 8"/>
                <a:gd name="T2" fmla="*/ 243 w 15"/>
                <a:gd name="T3" fmla="*/ 113 h 8"/>
                <a:gd name="T4" fmla="*/ 0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1" y="3"/>
                    <a:pt x="8" y="8"/>
                    <a:pt x="15" y="7"/>
                  </a:cubicBezTo>
                  <a:cubicBezTo>
                    <a:pt x="12" y="7"/>
                    <a:pt x="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2" name="Freeform 638">
              <a:extLst>
                <a:ext uri="{FF2B5EF4-FFF2-40B4-BE49-F238E27FC236}">
                  <a16:creationId xmlns:a16="http://schemas.microsoft.com/office/drawing/2014/main" id="{D2750A40-5692-4FCF-9FD2-8137A8895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3477"/>
              <a:ext cx="92" cy="83"/>
            </a:xfrm>
            <a:custGeom>
              <a:avLst/>
              <a:gdLst>
                <a:gd name="T0" fmla="*/ 92 w 37"/>
                <a:gd name="T1" fmla="*/ 83 h 33"/>
                <a:gd name="T2" fmla="*/ 42 w 37"/>
                <a:gd name="T3" fmla="*/ 317 h 33"/>
                <a:gd name="T4" fmla="*/ 321 w 37"/>
                <a:gd name="T5" fmla="*/ 493 h 33"/>
                <a:gd name="T6" fmla="*/ 525 w 37"/>
                <a:gd name="T7" fmla="*/ 380 h 33"/>
                <a:gd name="T8" fmla="*/ 92 w 37"/>
                <a:gd name="T9" fmla="*/ 8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3">
                  <a:moveTo>
                    <a:pt x="6" y="5"/>
                  </a:moveTo>
                  <a:cubicBezTo>
                    <a:pt x="0" y="8"/>
                    <a:pt x="0" y="15"/>
                    <a:pt x="3" y="20"/>
                  </a:cubicBezTo>
                  <a:cubicBezTo>
                    <a:pt x="6" y="26"/>
                    <a:pt x="14" y="31"/>
                    <a:pt x="21" y="31"/>
                  </a:cubicBezTo>
                  <a:cubicBezTo>
                    <a:pt x="30" y="33"/>
                    <a:pt x="33" y="29"/>
                    <a:pt x="34" y="24"/>
                  </a:cubicBezTo>
                  <a:cubicBezTo>
                    <a:pt x="37" y="14"/>
                    <a:pt x="17" y="0"/>
                    <a:pt x="6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3" name="Freeform 639">
              <a:extLst>
                <a:ext uri="{FF2B5EF4-FFF2-40B4-BE49-F238E27FC236}">
                  <a16:creationId xmlns:a16="http://schemas.microsoft.com/office/drawing/2014/main" id="{E28DBA0E-3D24-49F5-95C2-A7E202AB1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3500"/>
              <a:ext cx="53" cy="40"/>
            </a:xfrm>
            <a:custGeom>
              <a:avLst/>
              <a:gdLst>
                <a:gd name="T0" fmla="*/ 20 w 21"/>
                <a:gd name="T1" fmla="*/ 50 h 16"/>
                <a:gd name="T2" fmla="*/ 63 w 21"/>
                <a:gd name="T3" fmla="*/ 175 h 16"/>
                <a:gd name="T4" fmla="*/ 275 w 21"/>
                <a:gd name="T5" fmla="*/ 238 h 16"/>
                <a:gd name="T6" fmla="*/ 338 w 21"/>
                <a:gd name="T7" fmla="*/ 208 h 16"/>
                <a:gd name="T8" fmla="*/ 275 w 21"/>
                <a:gd name="T9" fmla="*/ 238 h 16"/>
                <a:gd name="T10" fmla="*/ 83 w 21"/>
                <a:gd name="T11" fmla="*/ 175 h 16"/>
                <a:gd name="T12" fmla="*/ 20 w 21"/>
                <a:gd name="T13" fmla="*/ 50 h 16"/>
                <a:gd name="T14" fmla="*/ 63 w 21"/>
                <a:gd name="T15" fmla="*/ 0 h 16"/>
                <a:gd name="T16" fmla="*/ 20 w 21"/>
                <a:gd name="T17" fmla="*/ 5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6">
                  <a:moveTo>
                    <a:pt x="1" y="3"/>
                  </a:moveTo>
                  <a:cubicBezTo>
                    <a:pt x="0" y="5"/>
                    <a:pt x="1" y="8"/>
                    <a:pt x="4" y="11"/>
                  </a:cubicBezTo>
                  <a:cubicBezTo>
                    <a:pt x="7" y="14"/>
                    <a:pt x="13" y="16"/>
                    <a:pt x="17" y="15"/>
                  </a:cubicBezTo>
                  <a:cubicBezTo>
                    <a:pt x="19" y="15"/>
                    <a:pt x="20" y="14"/>
                    <a:pt x="21" y="13"/>
                  </a:cubicBezTo>
                  <a:cubicBezTo>
                    <a:pt x="20" y="14"/>
                    <a:pt x="19" y="15"/>
                    <a:pt x="17" y="15"/>
                  </a:cubicBezTo>
                  <a:cubicBezTo>
                    <a:pt x="13" y="16"/>
                    <a:pt x="8" y="14"/>
                    <a:pt x="5" y="11"/>
                  </a:cubicBezTo>
                  <a:cubicBezTo>
                    <a:pt x="2" y="8"/>
                    <a:pt x="0" y="5"/>
                    <a:pt x="1" y="3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2" y="1"/>
                    <a:pt x="1" y="2"/>
                    <a:pt x="1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4" name="Freeform 640">
              <a:extLst>
                <a:ext uri="{FF2B5EF4-FFF2-40B4-BE49-F238E27FC236}">
                  <a16:creationId xmlns:a16="http://schemas.microsoft.com/office/drawing/2014/main" id="{9FCB030C-E242-4A7C-A9CE-A4394A5FC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912"/>
              <a:ext cx="93" cy="80"/>
            </a:xfrm>
            <a:custGeom>
              <a:avLst/>
              <a:gdLst>
                <a:gd name="T0" fmla="*/ 96 w 37"/>
                <a:gd name="T1" fmla="*/ 95 h 32"/>
                <a:gd name="T2" fmla="*/ 50 w 37"/>
                <a:gd name="T3" fmla="*/ 333 h 32"/>
                <a:gd name="T4" fmla="*/ 347 w 37"/>
                <a:gd name="T5" fmla="*/ 488 h 32"/>
                <a:gd name="T6" fmla="*/ 555 w 37"/>
                <a:gd name="T7" fmla="*/ 363 h 32"/>
                <a:gd name="T8" fmla="*/ 96 w 37"/>
                <a:gd name="T9" fmla="*/ 9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2">
                  <a:moveTo>
                    <a:pt x="6" y="6"/>
                  </a:moveTo>
                  <a:cubicBezTo>
                    <a:pt x="0" y="9"/>
                    <a:pt x="0" y="15"/>
                    <a:pt x="3" y="21"/>
                  </a:cubicBezTo>
                  <a:cubicBezTo>
                    <a:pt x="7" y="27"/>
                    <a:pt x="15" y="30"/>
                    <a:pt x="22" y="31"/>
                  </a:cubicBezTo>
                  <a:cubicBezTo>
                    <a:pt x="31" y="32"/>
                    <a:pt x="34" y="27"/>
                    <a:pt x="35" y="23"/>
                  </a:cubicBezTo>
                  <a:cubicBezTo>
                    <a:pt x="37" y="13"/>
                    <a:pt x="17" y="0"/>
                    <a:pt x="6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5" name="Freeform 641">
              <a:extLst>
                <a:ext uri="{FF2B5EF4-FFF2-40B4-BE49-F238E27FC236}">
                  <a16:creationId xmlns:a16="http://schemas.microsoft.com/office/drawing/2014/main" id="{4C207EBA-A23E-433F-8328-873D708D3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915"/>
              <a:ext cx="75" cy="72"/>
            </a:xfrm>
            <a:custGeom>
              <a:avLst/>
              <a:gdLst>
                <a:gd name="T0" fmla="*/ 0 w 30"/>
                <a:gd name="T1" fmla="*/ 74 h 29"/>
                <a:gd name="T2" fmla="*/ 425 w 30"/>
                <a:gd name="T3" fmla="*/ 340 h 29"/>
                <a:gd name="T4" fmla="*/ 333 w 30"/>
                <a:gd name="T5" fmla="*/ 444 h 29"/>
                <a:gd name="T6" fmla="*/ 438 w 30"/>
                <a:gd name="T7" fmla="*/ 340 h 29"/>
                <a:gd name="T8" fmla="*/ 0 w 30"/>
                <a:gd name="T9" fmla="*/ 7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0" y="5"/>
                  </a:moveTo>
                  <a:cubicBezTo>
                    <a:pt x="11" y="1"/>
                    <a:pt x="29" y="13"/>
                    <a:pt x="27" y="22"/>
                  </a:cubicBezTo>
                  <a:cubicBezTo>
                    <a:pt x="26" y="25"/>
                    <a:pt x="24" y="28"/>
                    <a:pt x="21" y="29"/>
                  </a:cubicBezTo>
                  <a:cubicBezTo>
                    <a:pt x="25" y="28"/>
                    <a:pt x="27" y="25"/>
                    <a:pt x="28" y="22"/>
                  </a:cubicBezTo>
                  <a:cubicBezTo>
                    <a:pt x="30" y="12"/>
                    <a:pt x="11" y="0"/>
                    <a:pt x="0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6" name="Freeform 642">
              <a:extLst>
                <a:ext uri="{FF2B5EF4-FFF2-40B4-BE49-F238E27FC236}">
                  <a16:creationId xmlns:a16="http://schemas.microsoft.com/office/drawing/2014/main" id="{854004BC-2407-41F8-AC43-5490EFD9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932"/>
              <a:ext cx="52" cy="55"/>
            </a:xfrm>
            <a:custGeom>
              <a:avLst/>
              <a:gdLst>
                <a:gd name="T0" fmla="*/ 319 w 21"/>
                <a:gd name="T1" fmla="*/ 345 h 22"/>
                <a:gd name="T2" fmla="*/ 62 w 21"/>
                <a:gd name="T3" fmla="*/ 188 h 22"/>
                <a:gd name="T4" fmla="*/ 62 w 21"/>
                <a:gd name="T5" fmla="*/ 0 h 22"/>
                <a:gd name="T6" fmla="*/ 42 w 21"/>
                <a:gd name="T7" fmla="*/ 208 h 22"/>
                <a:gd name="T8" fmla="*/ 319 w 21"/>
                <a:gd name="T9" fmla="*/ 345 h 22"/>
                <a:gd name="T10" fmla="*/ 319 w 21"/>
                <a:gd name="T11" fmla="*/ 3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21" y="22"/>
                  </a:moveTo>
                  <a:cubicBezTo>
                    <a:pt x="14" y="22"/>
                    <a:pt x="7" y="17"/>
                    <a:pt x="4" y="12"/>
                  </a:cubicBezTo>
                  <a:cubicBezTo>
                    <a:pt x="1" y="8"/>
                    <a:pt x="1" y="3"/>
                    <a:pt x="4" y="0"/>
                  </a:cubicBezTo>
                  <a:cubicBezTo>
                    <a:pt x="0" y="3"/>
                    <a:pt x="0" y="8"/>
                    <a:pt x="3" y="13"/>
                  </a:cubicBezTo>
                  <a:cubicBezTo>
                    <a:pt x="6" y="18"/>
                    <a:pt x="14" y="22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7" name="Freeform 643">
              <a:extLst>
                <a:ext uri="{FF2B5EF4-FFF2-40B4-BE49-F238E27FC236}">
                  <a16:creationId xmlns:a16="http://schemas.microsoft.com/office/drawing/2014/main" id="{EDFF3831-9F43-4B7C-8591-51C8FBB32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32"/>
              <a:ext cx="60" cy="45"/>
            </a:xfrm>
            <a:custGeom>
              <a:avLst/>
              <a:gdLst>
                <a:gd name="T0" fmla="*/ 345 w 24"/>
                <a:gd name="T1" fmla="*/ 208 h 18"/>
                <a:gd name="T2" fmla="*/ 95 w 24"/>
                <a:gd name="T3" fmla="*/ 188 h 18"/>
                <a:gd name="T4" fmla="*/ 83 w 24"/>
                <a:gd name="T5" fmla="*/ 20 h 18"/>
                <a:gd name="T6" fmla="*/ 345 w 24"/>
                <a:gd name="T7" fmla="*/ 20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22" y="13"/>
                  </a:moveTo>
                  <a:cubicBezTo>
                    <a:pt x="20" y="18"/>
                    <a:pt x="11" y="16"/>
                    <a:pt x="6" y="12"/>
                  </a:cubicBezTo>
                  <a:cubicBezTo>
                    <a:pt x="1" y="8"/>
                    <a:pt x="0" y="3"/>
                    <a:pt x="5" y="1"/>
                  </a:cubicBezTo>
                  <a:cubicBezTo>
                    <a:pt x="11" y="0"/>
                    <a:pt x="24" y="7"/>
                    <a:pt x="22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8" name="Freeform 644">
              <a:extLst>
                <a:ext uri="{FF2B5EF4-FFF2-40B4-BE49-F238E27FC236}">
                  <a16:creationId xmlns:a16="http://schemas.microsoft.com/office/drawing/2014/main" id="{4D311713-FCF3-4D40-B2DE-2805A388F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40"/>
              <a:ext cx="55" cy="37"/>
            </a:xfrm>
            <a:custGeom>
              <a:avLst/>
              <a:gdLst>
                <a:gd name="T0" fmla="*/ 113 w 22"/>
                <a:gd name="T1" fmla="*/ 121 h 15"/>
                <a:gd name="T2" fmla="*/ 33 w 22"/>
                <a:gd name="T3" fmla="*/ 0 h 15"/>
                <a:gd name="T4" fmla="*/ 95 w 22"/>
                <a:gd name="T5" fmla="*/ 133 h 15"/>
                <a:gd name="T6" fmla="*/ 345 w 22"/>
                <a:gd name="T7" fmla="*/ 153 h 15"/>
                <a:gd name="T8" fmla="*/ 345 w 22"/>
                <a:gd name="T9" fmla="*/ 133 h 15"/>
                <a:gd name="T10" fmla="*/ 113 w 22"/>
                <a:gd name="T11" fmla="*/ 1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5">
                  <a:moveTo>
                    <a:pt x="7" y="8"/>
                  </a:moveTo>
                  <a:cubicBezTo>
                    <a:pt x="4" y="5"/>
                    <a:pt x="2" y="2"/>
                    <a:pt x="2" y="0"/>
                  </a:cubicBezTo>
                  <a:cubicBezTo>
                    <a:pt x="0" y="2"/>
                    <a:pt x="2" y="6"/>
                    <a:pt x="6" y="9"/>
                  </a:cubicBezTo>
                  <a:cubicBezTo>
                    <a:pt x="11" y="13"/>
                    <a:pt x="20" y="15"/>
                    <a:pt x="22" y="10"/>
                  </a:cubicBezTo>
                  <a:cubicBezTo>
                    <a:pt x="22" y="10"/>
                    <a:pt x="22" y="10"/>
                    <a:pt x="22" y="9"/>
                  </a:cubicBezTo>
                  <a:cubicBezTo>
                    <a:pt x="19" y="13"/>
                    <a:pt x="11" y="11"/>
                    <a:pt x="7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9" name="Freeform 645">
              <a:extLst>
                <a:ext uri="{FF2B5EF4-FFF2-40B4-BE49-F238E27FC236}">
                  <a16:creationId xmlns:a16="http://schemas.microsoft.com/office/drawing/2014/main" id="{F217B9BD-7131-4E08-824F-E51EF79FD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935"/>
              <a:ext cx="32" cy="22"/>
            </a:xfrm>
            <a:custGeom>
              <a:avLst/>
              <a:gdLst>
                <a:gd name="T0" fmla="*/ 0 w 13"/>
                <a:gd name="T1" fmla="*/ 0 h 9"/>
                <a:gd name="T2" fmla="*/ 194 w 13"/>
                <a:gd name="T3" fmla="*/ 132 h 9"/>
                <a:gd name="T4" fmla="*/ 0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4" y="1"/>
                    <a:pt x="12" y="5"/>
                    <a:pt x="13" y="9"/>
                  </a:cubicBezTo>
                  <a:cubicBezTo>
                    <a:pt x="12" y="8"/>
                    <a:pt x="6" y="2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0" name="Freeform 646">
              <a:extLst>
                <a:ext uri="{FF2B5EF4-FFF2-40B4-BE49-F238E27FC236}">
                  <a16:creationId xmlns:a16="http://schemas.microsoft.com/office/drawing/2014/main" id="{6AE00CA5-02B7-4FB9-AA63-E3198A84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937"/>
              <a:ext cx="28" cy="23"/>
            </a:xfrm>
            <a:custGeom>
              <a:avLst/>
              <a:gdLst>
                <a:gd name="T0" fmla="*/ 0 w 11"/>
                <a:gd name="T1" fmla="*/ 0 h 9"/>
                <a:gd name="T2" fmla="*/ 181 w 11"/>
                <a:gd name="T3" fmla="*/ 151 h 9"/>
                <a:gd name="T4" fmla="*/ 0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3" y="0"/>
                    <a:pt x="10" y="4"/>
                    <a:pt x="11" y="9"/>
                  </a:cubicBezTo>
                  <a:cubicBezTo>
                    <a:pt x="10" y="6"/>
                    <a:pt x="9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1" name="Freeform 647">
              <a:extLst>
                <a:ext uri="{FF2B5EF4-FFF2-40B4-BE49-F238E27FC236}">
                  <a16:creationId xmlns:a16="http://schemas.microsoft.com/office/drawing/2014/main" id="{3AE79C9D-C531-4F96-8762-9AAAB6F47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957"/>
              <a:ext cx="37" cy="20"/>
            </a:xfrm>
            <a:custGeom>
              <a:avLst/>
              <a:gdLst>
                <a:gd name="T0" fmla="*/ 0 w 15"/>
                <a:gd name="T1" fmla="*/ 0 h 8"/>
                <a:gd name="T2" fmla="*/ 224 w 15"/>
                <a:gd name="T3" fmla="*/ 95 h 8"/>
                <a:gd name="T4" fmla="*/ 0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1" y="3"/>
                    <a:pt x="9" y="8"/>
                    <a:pt x="15" y="6"/>
                  </a:cubicBezTo>
                  <a:cubicBezTo>
                    <a:pt x="12" y="7"/>
                    <a:pt x="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2" name="Freeform 648">
              <a:extLst>
                <a:ext uri="{FF2B5EF4-FFF2-40B4-BE49-F238E27FC236}">
                  <a16:creationId xmlns:a16="http://schemas.microsoft.com/office/drawing/2014/main" id="{5C291D02-7416-418F-AB2C-BDD6913C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912"/>
              <a:ext cx="93" cy="80"/>
            </a:xfrm>
            <a:custGeom>
              <a:avLst/>
              <a:gdLst>
                <a:gd name="T0" fmla="*/ 96 w 37"/>
                <a:gd name="T1" fmla="*/ 95 h 32"/>
                <a:gd name="T2" fmla="*/ 50 w 37"/>
                <a:gd name="T3" fmla="*/ 333 h 32"/>
                <a:gd name="T4" fmla="*/ 347 w 37"/>
                <a:gd name="T5" fmla="*/ 488 h 32"/>
                <a:gd name="T6" fmla="*/ 555 w 37"/>
                <a:gd name="T7" fmla="*/ 363 h 32"/>
                <a:gd name="T8" fmla="*/ 96 w 37"/>
                <a:gd name="T9" fmla="*/ 9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2">
                  <a:moveTo>
                    <a:pt x="6" y="6"/>
                  </a:moveTo>
                  <a:cubicBezTo>
                    <a:pt x="0" y="9"/>
                    <a:pt x="0" y="15"/>
                    <a:pt x="3" y="21"/>
                  </a:cubicBezTo>
                  <a:cubicBezTo>
                    <a:pt x="7" y="27"/>
                    <a:pt x="15" y="30"/>
                    <a:pt x="22" y="31"/>
                  </a:cubicBezTo>
                  <a:cubicBezTo>
                    <a:pt x="31" y="32"/>
                    <a:pt x="34" y="27"/>
                    <a:pt x="35" y="23"/>
                  </a:cubicBezTo>
                  <a:cubicBezTo>
                    <a:pt x="37" y="13"/>
                    <a:pt x="17" y="0"/>
                    <a:pt x="6" y="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3" name="Freeform 649">
              <a:extLst>
                <a:ext uri="{FF2B5EF4-FFF2-40B4-BE49-F238E27FC236}">
                  <a16:creationId xmlns:a16="http://schemas.microsoft.com/office/drawing/2014/main" id="{94A8B097-CED5-4B8A-8341-3D937C324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935"/>
              <a:ext cx="52" cy="40"/>
            </a:xfrm>
            <a:custGeom>
              <a:avLst/>
              <a:gdLst>
                <a:gd name="T0" fmla="*/ 0 w 21"/>
                <a:gd name="T1" fmla="*/ 50 h 16"/>
                <a:gd name="T2" fmla="*/ 74 w 21"/>
                <a:gd name="T3" fmla="*/ 175 h 16"/>
                <a:gd name="T4" fmla="*/ 275 w 21"/>
                <a:gd name="T5" fmla="*/ 238 h 16"/>
                <a:gd name="T6" fmla="*/ 319 w 21"/>
                <a:gd name="T7" fmla="*/ 188 h 16"/>
                <a:gd name="T8" fmla="*/ 275 w 21"/>
                <a:gd name="T9" fmla="*/ 238 h 16"/>
                <a:gd name="T10" fmla="*/ 74 w 21"/>
                <a:gd name="T11" fmla="*/ 175 h 16"/>
                <a:gd name="T12" fmla="*/ 12 w 21"/>
                <a:gd name="T13" fmla="*/ 50 h 16"/>
                <a:gd name="T14" fmla="*/ 62 w 21"/>
                <a:gd name="T15" fmla="*/ 0 h 16"/>
                <a:gd name="T16" fmla="*/ 0 w 21"/>
                <a:gd name="T17" fmla="*/ 5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6">
                  <a:moveTo>
                    <a:pt x="0" y="3"/>
                  </a:moveTo>
                  <a:cubicBezTo>
                    <a:pt x="0" y="6"/>
                    <a:pt x="2" y="9"/>
                    <a:pt x="5" y="11"/>
                  </a:cubicBezTo>
                  <a:cubicBezTo>
                    <a:pt x="8" y="14"/>
                    <a:pt x="14" y="16"/>
                    <a:pt x="18" y="15"/>
                  </a:cubicBezTo>
                  <a:cubicBezTo>
                    <a:pt x="19" y="14"/>
                    <a:pt x="21" y="13"/>
                    <a:pt x="21" y="12"/>
                  </a:cubicBezTo>
                  <a:cubicBezTo>
                    <a:pt x="21" y="13"/>
                    <a:pt x="19" y="14"/>
                    <a:pt x="18" y="15"/>
                  </a:cubicBezTo>
                  <a:cubicBezTo>
                    <a:pt x="14" y="16"/>
                    <a:pt x="8" y="14"/>
                    <a:pt x="5" y="11"/>
                  </a:cubicBezTo>
                  <a:cubicBezTo>
                    <a:pt x="2" y="9"/>
                    <a:pt x="0" y="6"/>
                    <a:pt x="1" y="3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4" name="Freeform 650">
              <a:extLst>
                <a:ext uri="{FF2B5EF4-FFF2-40B4-BE49-F238E27FC236}">
                  <a16:creationId xmlns:a16="http://schemas.microsoft.com/office/drawing/2014/main" id="{90176E3B-E569-4471-89BC-DD4602A0E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032"/>
              <a:ext cx="100" cy="73"/>
            </a:xfrm>
            <a:custGeom>
              <a:avLst/>
              <a:gdLst>
                <a:gd name="T0" fmla="*/ 95 w 40"/>
                <a:gd name="T1" fmla="*/ 146 h 29"/>
                <a:gd name="T2" fmla="*/ 50 w 40"/>
                <a:gd name="T3" fmla="*/ 347 h 29"/>
                <a:gd name="T4" fmla="*/ 395 w 40"/>
                <a:gd name="T5" fmla="*/ 368 h 29"/>
                <a:gd name="T6" fmla="*/ 613 w 40"/>
                <a:gd name="T7" fmla="*/ 96 h 29"/>
                <a:gd name="T8" fmla="*/ 488 w 40"/>
                <a:gd name="T9" fmla="*/ 0 h 29"/>
                <a:gd name="T10" fmla="*/ 283 w 40"/>
                <a:gd name="T11" fmla="*/ 83 h 29"/>
                <a:gd name="T12" fmla="*/ 95 w 40"/>
                <a:gd name="T13" fmla="*/ 14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9">
                  <a:moveTo>
                    <a:pt x="6" y="9"/>
                  </a:moveTo>
                  <a:cubicBezTo>
                    <a:pt x="2" y="12"/>
                    <a:pt x="0" y="17"/>
                    <a:pt x="3" y="22"/>
                  </a:cubicBezTo>
                  <a:cubicBezTo>
                    <a:pt x="6" y="29"/>
                    <a:pt x="15" y="29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8" y="3"/>
                    <a:pt x="35" y="0"/>
                    <a:pt x="31" y="0"/>
                  </a:cubicBezTo>
                  <a:cubicBezTo>
                    <a:pt x="26" y="0"/>
                    <a:pt x="24" y="2"/>
                    <a:pt x="18" y="5"/>
                  </a:cubicBezTo>
                  <a:cubicBezTo>
                    <a:pt x="15" y="6"/>
                    <a:pt x="10" y="6"/>
                    <a:pt x="6" y="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5" name="Freeform 651">
              <a:extLst>
                <a:ext uri="{FF2B5EF4-FFF2-40B4-BE49-F238E27FC236}">
                  <a16:creationId xmlns:a16="http://schemas.microsoft.com/office/drawing/2014/main" id="{1AA336D3-0C22-480D-99D4-15EE5A223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047"/>
              <a:ext cx="65" cy="40"/>
            </a:xfrm>
            <a:custGeom>
              <a:avLst/>
              <a:gdLst>
                <a:gd name="T0" fmla="*/ 363 w 26"/>
                <a:gd name="T1" fmla="*/ 20 h 16"/>
                <a:gd name="T2" fmla="*/ 208 w 26"/>
                <a:gd name="T3" fmla="*/ 175 h 16"/>
                <a:gd name="T4" fmla="*/ 63 w 26"/>
                <a:gd name="T5" fmla="*/ 113 h 16"/>
                <a:gd name="T6" fmla="*/ 208 w 26"/>
                <a:gd name="T7" fmla="*/ 50 h 16"/>
                <a:gd name="T8" fmla="*/ 363 w 26"/>
                <a:gd name="T9" fmla="*/ 2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6">
                  <a:moveTo>
                    <a:pt x="23" y="1"/>
                  </a:moveTo>
                  <a:cubicBezTo>
                    <a:pt x="26" y="1"/>
                    <a:pt x="23" y="6"/>
                    <a:pt x="13" y="11"/>
                  </a:cubicBezTo>
                  <a:cubicBezTo>
                    <a:pt x="3" y="16"/>
                    <a:pt x="0" y="11"/>
                    <a:pt x="4" y="7"/>
                  </a:cubicBezTo>
                  <a:cubicBezTo>
                    <a:pt x="6" y="4"/>
                    <a:pt x="8" y="5"/>
                    <a:pt x="13" y="3"/>
                  </a:cubicBezTo>
                  <a:cubicBezTo>
                    <a:pt x="19" y="1"/>
                    <a:pt x="20" y="0"/>
                    <a:pt x="2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6" name="Freeform 652">
              <a:extLst>
                <a:ext uri="{FF2B5EF4-FFF2-40B4-BE49-F238E27FC236}">
                  <a16:creationId xmlns:a16="http://schemas.microsoft.com/office/drawing/2014/main" id="{3593F38D-09F0-4533-BA45-C09D2009E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055"/>
              <a:ext cx="60" cy="30"/>
            </a:xfrm>
            <a:custGeom>
              <a:avLst/>
              <a:gdLst>
                <a:gd name="T0" fmla="*/ 208 w 24"/>
                <a:gd name="T1" fmla="*/ 125 h 12"/>
                <a:gd name="T2" fmla="*/ 375 w 24"/>
                <a:gd name="T3" fmla="*/ 0 h 12"/>
                <a:gd name="T4" fmla="*/ 208 w 24"/>
                <a:gd name="T5" fmla="*/ 95 h 12"/>
                <a:gd name="T6" fmla="*/ 50 w 24"/>
                <a:gd name="T7" fmla="*/ 83 h 12"/>
                <a:gd name="T8" fmla="*/ 208 w 24"/>
                <a:gd name="T9" fmla="*/ 1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2">
                  <a:moveTo>
                    <a:pt x="13" y="8"/>
                  </a:moveTo>
                  <a:cubicBezTo>
                    <a:pt x="20" y="5"/>
                    <a:pt x="23" y="2"/>
                    <a:pt x="24" y="0"/>
                  </a:cubicBezTo>
                  <a:cubicBezTo>
                    <a:pt x="21" y="3"/>
                    <a:pt x="17" y="5"/>
                    <a:pt x="13" y="6"/>
                  </a:cubicBezTo>
                  <a:cubicBezTo>
                    <a:pt x="10" y="7"/>
                    <a:pt x="2" y="11"/>
                    <a:pt x="3" y="5"/>
                  </a:cubicBezTo>
                  <a:cubicBezTo>
                    <a:pt x="0" y="9"/>
                    <a:pt x="4" y="12"/>
                    <a:pt x="13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7" name="Freeform 653">
              <a:extLst>
                <a:ext uri="{FF2B5EF4-FFF2-40B4-BE49-F238E27FC236}">
                  <a16:creationId xmlns:a16="http://schemas.microsoft.com/office/drawing/2014/main" id="{DA1C950B-AEB0-4E5D-9242-273FD5D4E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047"/>
              <a:ext cx="42" cy="15"/>
            </a:xfrm>
            <a:custGeom>
              <a:avLst/>
              <a:gdLst>
                <a:gd name="T0" fmla="*/ 133 w 17"/>
                <a:gd name="T1" fmla="*/ 63 h 6"/>
                <a:gd name="T2" fmla="*/ 195 w 17"/>
                <a:gd name="T3" fmla="*/ 33 h 6"/>
                <a:gd name="T4" fmla="*/ 257 w 17"/>
                <a:gd name="T5" fmla="*/ 20 h 6"/>
                <a:gd name="T6" fmla="*/ 121 w 17"/>
                <a:gd name="T7" fmla="*/ 50 h 6"/>
                <a:gd name="T8" fmla="*/ 0 w 17"/>
                <a:gd name="T9" fmla="*/ 95 h 6"/>
                <a:gd name="T10" fmla="*/ 62 w 17"/>
                <a:gd name="T11" fmla="*/ 83 h 6"/>
                <a:gd name="T12" fmla="*/ 133 w 17"/>
                <a:gd name="T13" fmla="*/ 6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">
                  <a:moveTo>
                    <a:pt x="9" y="4"/>
                  </a:moveTo>
                  <a:cubicBezTo>
                    <a:pt x="11" y="3"/>
                    <a:pt x="12" y="3"/>
                    <a:pt x="13" y="2"/>
                  </a:cubicBezTo>
                  <a:cubicBezTo>
                    <a:pt x="15" y="1"/>
                    <a:pt x="16" y="1"/>
                    <a:pt x="17" y="1"/>
                  </a:cubicBezTo>
                  <a:cubicBezTo>
                    <a:pt x="15" y="0"/>
                    <a:pt x="14" y="1"/>
                    <a:pt x="8" y="3"/>
                  </a:cubicBezTo>
                  <a:cubicBezTo>
                    <a:pt x="4" y="4"/>
                    <a:pt x="2" y="4"/>
                    <a:pt x="0" y="6"/>
                  </a:cubicBezTo>
                  <a:cubicBezTo>
                    <a:pt x="1" y="5"/>
                    <a:pt x="3" y="5"/>
                    <a:pt x="4" y="5"/>
                  </a:cubicBezTo>
                  <a:cubicBezTo>
                    <a:pt x="6" y="5"/>
                    <a:pt x="7" y="4"/>
                    <a:pt x="9" y="4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8" name="Freeform 654">
              <a:extLst>
                <a:ext uri="{FF2B5EF4-FFF2-40B4-BE49-F238E27FC236}">
                  <a16:creationId xmlns:a16="http://schemas.microsoft.com/office/drawing/2014/main" id="{E80ACB60-EFB0-4677-9993-12D49FBB4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3050"/>
              <a:ext cx="25" cy="45"/>
            </a:xfrm>
            <a:custGeom>
              <a:avLst/>
              <a:gdLst>
                <a:gd name="T0" fmla="*/ 158 w 10"/>
                <a:gd name="T1" fmla="*/ 0 h 18"/>
                <a:gd name="T2" fmla="*/ 0 w 10"/>
                <a:gd name="T3" fmla="*/ 145 h 18"/>
                <a:gd name="T4" fmla="*/ 83 w 10"/>
                <a:gd name="T5" fmla="*/ 283 h 18"/>
                <a:gd name="T6" fmla="*/ 33 w 10"/>
                <a:gd name="T7" fmla="*/ 125 h 18"/>
                <a:gd name="T8" fmla="*/ 158 w 1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7" y="0"/>
                    <a:pt x="1" y="4"/>
                    <a:pt x="0" y="9"/>
                  </a:cubicBezTo>
                  <a:cubicBezTo>
                    <a:pt x="0" y="13"/>
                    <a:pt x="3" y="17"/>
                    <a:pt x="5" y="18"/>
                  </a:cubicBezTo>
                  <a:cubicBezTo>
                    <a:pt x="4" y="17"/>
                    <a:pt x="0" y="12"/>
                    <a:pt x="2" y="8"/>
                  </a:cubicBezTo>
                  <a:cubicBezTo>
                    <a:pt x="3" y="3"/>
                    <a:pt x="8" y="1"/>
                    <a:pt x="10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9" name="Freeform 655">
              <a:extLst>
                <a:ext uri="{FF2B5EF4-FFF2-40B4-BE49-F238E27FC236}">
                  <a16:creationId xmlns:a16="http://schemas.microsoft.com/office/drawing/2014/main" id="{C98014B8-8865-4002-BADD-6EA4FEC2E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030"/>
              <a:ext cx="38" cy="15"/>
            </a:xfrm>
            <a:custGeom>
              <a:avLst/>
              <a:gdLst>
                <a:gd name="T0" fmla="*/ 0 w 15"/>
                <a:gd name="T1" fmla="*/ 95 h 6"/>
                <a:gd name="T2" fmla="*/ 243 w 15"/>
                <a:gd name="T3" fmla="*/ 50 h 6"/>
                <a:gd name="T4" fmla="*/ 117 w 15"/>
                <a:gd name="T5" fmla="*/ 50 h 6"/>
                <a:gd name="T6" fmla="*/ 0 w 15"/>
                <a:gd name="T7" fmla="*/ 9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3" y="4"/>
                    <a:pt x="8" y="0"/>
                    <a:pt x="15" y="3"/>
                  </a:cubicBezTo>
                  <a:cubicBezTo>
                    <a:pt x="14" y="2"/>
                    <a:pt x="10" y="2"/>
                    <a:pt x="7" y="3"/>
                  </a:cubicBezTo>
                  <a:cubicBezTo>
                    <a:pt x="4" y="3"/>
                    <a:pt x="1" y="5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0" name="Freeform 656">
              <a:extLst>
                <a:ext uri="{FF2B5EF4-FFF2-40B4-BE49-F238E27FC236}">
                  <a16:creationId xmlns:a16="http://schemas.microsoft.com/office/drawing/2014/main" id="{86C92929-ADD0-4474-89AD-4469C8C2E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055"/>
              <a:ext cx="50" cy="27"/>
            </a:xfrm>
            <a:custGeom>
              <a:avLst/>
              <a:gdLst>
                <a:gd name="T0" fmla="*/ 0 w 20"/>
                <a:gd name="T1" fmla="*/ 150 h 11"/>
                <a:gd name="T2" fmla="*/ 158 w 20"/>
                <a:gd name="T3" fmla="*/ 120 h 11"/>
                <a:gd name="T4" fmla="*/ 313 w 20"/>
                <a:gd name="T5" fmla="*/ 0 h 11"/>
                <a:gd name="T6" fmla="*/ 158 w 20"/>
                <a:gd name="T7" fmla="*/ 120 h 11"/>
                <a:gd name="T8" fmla="*/ 0 w 20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">
                  <a:moveTo>
                    <a:pt x="0" y="10"/>
                  </a:moveTo>
                  <a:cubicBezTo>
                    <a:pt x="2" y="11"/>
                    <a:pt x="6" y="10"/>
                    <a:pt x="10" y="8"/>
                  </a:cubicBezTo>
                  <a:cubicBezTo>
                    <a:pt x="16" y="5"/>
                    <a:pt x="19" y="3"/>
                    <a:pt x="20" y="0"/>
                  </a:cubicBezTo>
                  <a:cubicBezTo>
                    <a:pt x="20" y="2"/>
                    <a:pt x="18" y="5"/>
                    <a:pt x="10" y="8"/>
                  </a:cubicBezTo>
                  <a:cubicBezTo>
                    <a:pt x="4" y="11"/>
                    <a:pt x="2" y="11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1" name="Freeform 657">
              <a:extLst>
                <a:ext uri="{FF2B5EF4-FFF2-40B4-BE49-F238E27FC236}">
                  <a16:creationId xmlns:a16="http://schemas.microsoft.com/office/drawing/2014/main" id="{936FA90F-77E4-410A-BEA0-CEDE79D49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047"/>
              <a:ext cx="58" cy="50"/>
            </a:xfrm>
            <a:custGeom>
              <a:avLst/>
              <a:gdLst>
                <a:gd name="T0" fmla="*/ 0 w 23"/>
                <a:gd name="T1" fmla="*/ 313 h 20"/>
                <a:gd name="T2" fmla="*/ 318 w 23"/>
                <a:gd name="T3" fmla="*/ 145 h 20"/>
                <a:gd name="T4" fmla="*/ 351 w 23"/>
                <a:gd name="T5" fmla="*/ 0 h 20"/>
                <a:gd name="T6" fmla="*/ 272 w 23"/>
                <a:gd name="T7" fmla="*/ 175 h 20"/>
                <a:gd name="T8" fmla="*/ 0 w 2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0" y="20"/>
                  </a:moveTo>
                  <a:cubicBezTo>
                    <a:pt x="3" y="19"/>
                    <a:pt x="16" y="15"/>
                    <a:pt x="20" y="9"/>
                  </a:cubicBezTo>
                  <a:cubicBezTo>
                    <a:pt x="21" y="7"/>
                    <a:pt x="23" y="4"/>
                    <a:pt x="22" y="0"/>
                  </a:cubicBezTo>
                  <a:cubicBezTo>
                    <a:pt x="22" y="1"/>
                    <a:pt x="23" y="5"/>
                    <a:pt x="17" y="11"/>
                  </a:cubicBezTo>
                  <a:cubicBezTo>
                    <a:pt x="11" y="16"/>
                    <a:pt x="0" y="20"/>
                    <a:pt x="0" y="2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2" name="Freeform 658">
              <a:extLst>
                <a:ext uri="{FF2B5EF4-FFF2-40B4-BE49-F238E27FC236}">
                  <a16:creationId xmlns:a16="http://schemas.microsoft.com/office/drawing/2014/main" id="{DB1FC0D0-8129-4AB3-AF0A-4D8067E4B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032"/>
              <a:ext cx="100" cy="73"/>
            </a:xfrm>
            <a:custGeom>
              <a:avLst/>
              <a:gdLst>
                <a:gd name="T0" fmla="*/ 95 w 40"/>
                <a:gd name="T1" fmla="*/ 146 h 29"/>
                <a:gd name="T2" fmla="*/ 50 w 40"/>
                <a:gd name="T3" fmla="*/ 347 h 29"/>
                <a:gd name="T4" fmla="*/ 395 w 40"/>
                <a:gd name="T5" fmla="*/ 368 h 29"/>
                <a:gd name="T6" fmla="*/ 613 w 40"/>
                <a:gd name="T7" fmla="*/ 96 h 29"/>
                <a:gd name="T8" fmla="*/ 488 w 40"/>
                <a:gd name="T9" fmla="*/ 0 h 29"/>
                <a:gd name="T10" fmla="*/ 283 w 40"/>
                <a:gd name="T11" fmla="*/ 83 h 29"/>
                <a:gd name="T12" fmla="*/ 95 w 40"/>
                <a:gd name="T13" fmla="*/ 14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9">
                  <a:moveTo>
                    <a:pt x="6" y="9"/>
                  </a:moveTo>
                  <a:cubicBezTo>
                    <a:pt x="2" y="12"/>
                    <a:pt x="0" y="17"/>
                    <a:pt x="3" y="22"/>
                  </a:cubicBezTo>
                  <a:cubicBezTo>
                    <a:pt x="6" y="29"/>
                    <a:pt x="15" y="29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8" y="3"/>
                    <a:pt x="35" y="0"/>
                    <a:pt x="31" y="0"/>
                  </a:cubicBezTo>
                  <a:cubicBezTo>
                    <a:pt x="26" y="0"/>
                    <a:pt x="24" y="2"/>
                    <a:pt x="18" y="5"/>
                  </a:cubicBezTo>
                  <a:cubicBezTo>
                    <a:pt x="15" y="6"/>
                    <a:pt x="10" y="6"/>
                    <a:pt x="6" y="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3" name="Freeform 659">
              <a:extLst>
                <a:ext uri="{FF2B5EF4-FFF2-40B4-BE49-F238E27FC236}">
                  <a16:creationId xmlns:a16="http://schemas.microsoft.com/office/drawing/2014/main" id="{2135CF5C-FF3A-4C49-A09C-FAD2398AE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050"/>
              <a:ext cx="57" cy="32"/>
            </a:xfrm>
            <a:custGeom>
              <a:avLst/>
              <a:gdLst>
                <a:gd name="T0" fmla="*/ 337 w 23"/>
                <a:gd name="T1" fmla="*/ 0 h 13"/>
                <a:gd name="T2" fmla="*/ 349 w 23"/>
                <a:gd name="T3" fmla="*/ 12 h 13"/>
                <a:gd name="T4" fmla="*/ 183 w 23"/>
                <a:gd name="T5" fmla="*/ 153 h 13"/>
                <a:gd name="T6" fmla="*/ 30 w 23"/>
                <a:gd name="T7" fmla="*/ 153 h 13"/>
                <a:gd name="T8" fmla="*/ 42 w 23"/>
                <a:gd name="T9" fmla="*/ 91 h 13"/>
                <a:gd name="T10" fmla="*/ 12 w 23"/>
                <a:gd name="T11" fmla="*/ 162 h 13"/>
                <a:gd name="T12" fmla="*/ 183 w 23"/>
                <a:gd name="T13" fmla="*/ 153 h 13"/>
                <a:gd name="T14" fmla="*/ 349 w 23"/>
                <a:gd name="T15" fmla="*/ 12 h 13"/>
                <a:gd name="T16" fmla="*/ 337 w 23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3">
                  <a:moveTo>
                    <a:pt x="22" y="0"/>
                  </a:moveTo>
                  <a:cubicBezTo>
                    <a:pt x="22" y="0"/>
                    <a:pt x="23" y="0"/>
                    <a:pt x="23" y="1"/>
                  </a:cubicBezTo>
                  <a:cubicBezTo>
                    <a:pt x="23" y="2"/>
                    <a:pt x="20" y="6"/>
                    <a:pt x="12" y="10"/>
                  </a:cubicBezTo>
                  <a:cubicBezTo>
                    <a:pt x="6" y="13"/>
                    <a:pt x="3" y="12"/>
                    <a:pt x="2" y="10"/>
                  </a:cubicBezTo>
                  <a:cubicBezTo>
                    <a:pt x="1" y="9"/>
                    <a:pt x="1" y="7"/>
                    <a:pt x="3" y="6"/>
                  </a:cubicBezTo>
                  <a:cubicBezTo>
                    <a:pt x="1" y="8"/>
                    <a:pt x="0" y="9"/>
                    <a:pt x="1" y="11"/>
                  </a:cubicBezTo>
                  <a:cubicBezTo>
                    <a:pt x="3" y="12"/>
                    <a:pt x="6" y="13"/>
                    <a:pt x="12" y="10"/>
                  </a:cubicBezTo>
                  <a:cubicBezTo>
                    <a:pt x="20" y="7"/>
                    <a:pt x="23" y="3"/>
                    <a:pt x="23" y="1"/>
                  </a:cubicBezTo>
                  <a:cubicBezTo>
                    <a:pt x="23" y="0"/>
                    <a:pt x="23" y="0"/>
                    <a:pt x="2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4" name="Freeform 660">
              <a:extLst>
                <a:ext uri="{FF2B5EF4-FFF2-40B4-BE49-F238E27FC236}">
                  <a16:creationId xmlns:a16="http://schemas.microsoft.com/office/drawing/2014/main" id="{3567B1F3-4352-4EFB-A1A6-8F240491E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410"/>
              <a:ext cx="95" cy="97"/>
            </a:xfrm>
            <a:custGeom>
              <a:avLst/>
              <a:gdLst>
                <a:gd name="T0" fmla="*/ 500 w 38"/>
                <a:gd name="T1" fmla="*/ 383 h 39"/>
                <a:gd name="T2" fmla="*/ 375 w 38"/>
                <a:gd name="T3" fmla="*/ 62 h 39"/>
                <a:gd name="T4" fmla="*/ 33 w 38"/>
                <a:gd name="T5" fmla="*/ 229 h 39"/>
                <a:gd name="T6" fmla="*/ 500 w 38"/>
                <a:gd name="T7" fmla="*/ 38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9">
                  <a:moveTo>
                    <a:pt x="32" y="25"/>
                  </a:moveTo>
                  <a:cubicBezTo>
                    <a:pt x="38" y="18"/>
                    <a:pt x="35" y="7"/>
                    <a:pt x="24" y="4"/>
                  </a:cubicBezTo>
                  <a:cubicBezTo>
                    <a:pt x="13" y="0"/>
                    <a:pt x="4" y="4"/>
                    <a:pt x="2" y="15"/>
                  </a:cubicBezTo>
                  <a:cubicBezTo>
                    <a:pt x="0" y="26"/>
                    <a:pt x="23" y="39"/>
                    <a:pt x="32" y="2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5" name="Freeform 661">
              <a:extLst>
                <a:ext uri="{FF2B5EF4-FFF2-40B4-BE49-F238E27FC236}">
                  <a16:creationId xmlns:a16="http://schemas.microsoft.com/office/drawing/2014/main" id="{90C46483-783C-420F-BE37-460468352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427"/>
              <a:ext cx="70" cy="65"/>
            </a:xfrm>
            <a:custGeom>
              <a:avLst/>
              <a:gdLst>
                <a:gd name="T0" fmla="*/ 333 w 28"/>
                <a:gd name="T1" fmla="*/ 0 h 26"/>
                <a:gd name="T2" fmla="*/ 345 w 28"/>
                <a:gd name="T3" fmla="*/ 270 h 26"/>
                <a:gd name="T4" fmla="*/ 0 w 28"/>
                <a:gd name="T5" fmla="*/ 300 h 26"/>
                <a:gd name="T6" fmla="*/ 363 w 28"/>
                <a:gd name="T7" fmla="*/ 283 h 26"/>
                <a:gd name="T8" fmla="*/ 333 w 2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21" y="0"/>
                  </a:moveTo>
                  <a:cubicBezTo>
                    <a:pt x="26" y="5"/>
                    <a:pt x="27" y="12"/>
                    <a:pt x="22" y="17"/>
                  </a:cubicBezTo>
                  <a:cubicBezTo>
                    <a:pt x="17" y="25"/>
                    <a:pt x="7" y="24"/>
                    <a:pt x="0" y="19"/>
                  </a:cubicBezTo>
                  <a:cubicBezTo>
                    <a:pt x="7" y="24"/>
                    <a:pt x="18" y="26"/>
                    <a:pt x="23" y="18"/>
                  </a:cubicBezTo>
                  <a:cubicBezTo>
                    <a:pt x="28" y="12"/>
                    <a:pt x="27" y="5"/>
                    <a:pt x="21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6" name="Freeform 662">
              <a:extLst>
                <a:ext uri="{FF2B5EF4-FFF2-40B4-BE49-F238E27FC236}">
                  <a16:creationId xmlns:a16="http://schemas.microsoft.com/office/drawing/2014/main" id="{BFEF8E1D-3A6F-4B48-A07D-68C92D5F0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415"/>
              <a:ext cx="50" cy="62"/>
            </a:xfrm>
            <a:custGeom>
              <a:avLst/>
              <a:gdLst>
                <a:gd name="T0" fmla="*/ 113 w 20"/>
                <a:gd name="T1" fmla="*/ 370 h 25"/>
                <a:gd name="T2" fmla="*/ 33 w 20"/>
                <a:gd name="T3" fmla="*/ 216 h 25"/>
                <a:gd name="T4" fmla="*/ 300 w 20"/>
                <a:gd name="T5" fmla="*/ 30 h 25"/>
                <a:gd name="T6" fmla="*/ 300 w 20"/>
                <a:gd name="T7" fmla="*/ 30 h 25"/>
                <a:gd name="T8" fmla="*/ 20 w 20"/>
                <a:gd name="T9" fmla="*/ 196 h 25"/>
                <a:gd name="T10" fmla="*/ 113 w 20"/>
                <a:gd name="T11" fmla="*/ 370 h 25"/>
                <a:gd name="T12" fmla="*/ 113 w 20"/>
                <a:gd name="T13" fmla="*/ 37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5">
                  <a:moveTo>
                    <a:pt x="7" y="24"/>
                  </a:moveTo>
                  <a:cubicBezTo>
                    <a:pt x="3" y="21"/>
                    <a:pt x="1" y="18"/>
                    <a:pt x="2" y="14"/>
                  </a:cubicBezTo>
                  <a:cubicBezTo>
                    <a:pt x="3" y="5"/>
                    <a:pt x="11" y="0"/>
                    <a:pt x="19" y="2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10" y="0"/>
                    <a:pt x="2" y="4"/>
                    <a:pt x="1" y="13"/>
                  </a:cubicBezTo>
                  <a:cubicBezTo>
                    <a:pt x="0" y="17"/>
                    <a:pt x="3" y="21"/>
                    <a:pt x="7" y="24"/>
                  </a:cubicBezTo>
                  <a:cubicBezTo>
                    <a:pt x="8" y="25"/>
                    <a:pt x="8" y="25"/>
                    <a:pt x="7" y="24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7" name="Freeform 663">
              <a:extLst>
                <a:ext uri="{FF2B5EF4-FFF2-40B4-BE49-F238E27FC236}">
                  <a16:creationId xmlns:a16="http://schemas.microsoft.com/office/drawing/2014/main" id="{1FF59A25-540E-4A13-9638-B482C526B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425"/>
              <a:ext cx="57" cy="52"/>
            </a:xfrm>
            <a:custGeom>
              <a:avLst/>
              <a:gdLst>
                <a:gd name="T0" fmla="*/ 30 w 23"/>
                <a:gd name="T1" fmla="*/ 166 h 21"/>
                <a:gd name="T2" fmla="*/ 278 w 23"/>
                <a:gd name="T3" fmla="*/ 258 h 21"/>
                <a:gd name="T4" fmla="*/ 216 w 23"/>
                <a:gd name="T5" fmla="*/ 30 h 21"/>
                <a:gd name="T6" fmla="*/ 30 w 23"/>
                <a:gd name="T7" fmla="*/ 16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2" y="11"/>
                  </a:moveTo>
                  <a:cubicBezTo>
                    <a:pt x="3" y="18"/>
                    <a:pt x="14" y="21"/>
                    <a:pt x="18" y="17"/>
                  </a:cubicBezTo>
                  <a:cubicBezTo>
                    <a:pt x="23" y="13"/>
                    <a:pt x="21" y="3"/>
                    <a:pt x="14" y="2"/>
                  </a:cubicBezTo>
                  <a:cubicBezTo>
                    <a:pt x="5" y="0"/>
                    <a:pt x="0" y="5"/>
                    <a:pt x="2" y="1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8" name="Freeform 664">
              <a:extLst>
                <a:ext uri="{FF2B5EF4-FFF2-40B4-BE49-F238E27FC236}">
                  <a16:creationId xmlns:a16="http://schemas.microsoft.com/office/drawing/2014/main" id="{8075B97F-2509-4D08-ABEC-A2EAE33CB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3432"/>
              <a:ext cx="45" cy="43"/>
            </a:xfrm>
            <a:custGeom>
              <a:avLst/>
              <a:gdLst>
                <a:gd name="T0" fmla="*/ 208 w 18"/>
                <a:gd name="T1" fmla="*/ 0 h 17"/>
                <a:gd name="T2" fmla="*/ 208 w 18"/>
                <a:gd name="T3" fmla="*/ 210 h 17"/>
                <a:gd name="T4" fmla="*/ 0 w 18"/>
                <a:gd name="T5" fmla="*/ 192 h 17"/>
                <a:gd name="T6" fmla="*/ 220 w 18"/>
                <a:gd name="T7" fmla="*/ 225 h 17"/>
                <a:gd name="T8" fmla="*/ 208 w 1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3" y="0"/>
                  </a:moveTo>
                  <a:cubicBezTo>
                    <a:pt x="16" y="4"/>
                    <a:pt x="17" y="10"/>
                    <a:pt x="13" y="13"/>
                  </a:cubicBezTo>
                  <a:cubicBezTo>
                    <a:pt x="10" y="16"/>
                    <a:pt x="4" y="15"/>
                    <a:pt x="0" y="12"/>
                  </a:cubicBezTo>
                  <a:cubicBezTo>
                    <a:pt x="4" y="16"/>
                    <a:pt x="11" y="17"/>
                    <a:pt x="14" y="14"/>
                  </a:cubicBezTo>
                  <a:cubicBezTo>
                    <a:pt x="18" y="11"/>
                    <a:pt x="18" y="3"/>
                    <a:pt x="13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9" name="Freeform 665">
              <a:extLst>
                <a:ext uri="{FF2B5EF4-FFF2-40B4-BE49-F238E27FC236}">
                  <a16:creationId xmlns:a16="http://schemas.microsoft.com/office/drawing/2014/main" id="{4BEB0FB2-EC7B-48D0-BECF-7788A29AF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3430"/>
              <a:ext cx="23" cy="15"/>
            </a:xfrm>
            <a:custGeom>
              <a:avLst/>
              <a:gdLst>
                <a:gd name="T0" fmla="*/ 151 w 9"/>
                <a:gd name="T1" fmla="*/ 0 h 6"/>
                <a:gd name="T2" fmla="*/ 0 w 9"/>
                <a:gd name="T3" fmla="*/ 95 h 6"/>
                <a:gd name="T4" fmla="*/ 151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5" y="0"/>
                    <a:pt x="1" y="2"/>
                    <a:pt x="0" y="6"/>
                  </a:cubicBezTo>
                  <a:cubicBezTo>
                    <a:pt x="2" y="4"/>
                    <a:pt x="4" y="1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0" name="Freeform 666">
              <a:extLst>
                <a:ext uri="{FF2B5EF4-FFF2-40B4-BE49-F238E27FC236}">
                  <a16:creationId xmlns:a16="http://schemas.microsoft.com/office/drawing/2014/main" id="{175FF716-0018-452B-8BCD-8B1FF426D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445"/>
              <a:ext cx="32" cy="32"/>
            </a:xfrm>
            <a:custGeom>
              <a:avLst/>
              <a:gdLst>
                <a:gd name="T0" fmla="*/ 162 w 13"/>
                <a:gd name="T1" fmla="*/ 0 h 13"/>
                <a:gd name="T2" fmla="*/ 0 w 13"/>
                <a:gd name="T3" fmla="*/ 162 h 13"/>
                <a:gd name="T4" fmla="*/ 162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1" y="0"/>
                  </a:moveTo>
                  <a:cubicBezTo>
                    <a:pt x="12" y="4"/>
                    <a:pt x="11" y="13"/>
                    <a:pt x="0" y="11"/>
                  </a:cubicBezTo>
                  <a:cubicBezTo>
                    <a:pt x="5" y="12"/>
                    <a:pt x="13" y="12"/>
                    <a:pt x="11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1" name="Freeform 667">
              <a:extLst>
                <a:ext uri="{FF2B5EF4-FFF2-40B4-BE49-F238E27FC236}">
                  <a16:creationId xmlns:a16="http://schemas.microsoft.com/office/drawing/2014/main" id="{C50F581E-EC0D-424D-986D-3647C2F37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410"/>
              <a:ext cx="95" cy="97"/>
            </a:xfrm>
            <a:custGeom>
              <a:avLst/>
              <a:gdLst>
                <a:gd name="T0" fmla="*/ 500 w 38"/>
                <a:gd name="T1" fmla="*/ 383 h 39"/>
                <a:gd name="T2" fmla="*/ 375 w 38"/>
                <a:gd name="T3" fmla="*/ 62 h 39"/>
                <a:gd name="T4" fmla="*/ 33 w 38"/>
                <a:gd name="T5" fmla="*/ 229 h 39"/>
                <a:gd name="T6" fmla="*/ 500 w 38"/>
                <a:gd name="T7" fmla="*/ 38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9">
                  <a:moveTo>
                    <a:pt x="32" y="25"/>
                  </a:moveTo>
                  <a:cubicBezTo>
                    <a:pt x="38" y="18"/>
                    <a:pt x="35" y="7"/>
                    <a:pt x="24" y="4"/>
                  </a:cubicBezTo>
                  <a:cubicBezTo>
                    <a:pt x="13" y="0"/>
                    <a:pt x="4" y="4"/>
                    <a:pt x="2" y="15"/>
                  </a:cubicBezTo>
                  <a:cubicBezTo>
                    <a:pt x="0" y="26"/>
                    <a:pt x="23" y="39"/>
                    <a:pt x="32" y="2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2" name="Freeform 668">
              <a:extLst>
                <a:ext uri="{FF2B5EF4-FFF2-40B4-BE49-F238E27FC236}">
                  <a16:creationId xmlns:a16="http://schemas.microsoft.com/office/drawing/2014/main" id="{69BDE2DB-1445-43AF-BEC9-DC5FFF564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430"/>
              <a:ext cx="50" cy="45"/>
            </a:xfrm>
            <a:custGeom>
              <a:avLst/>
              <a:gdLst>
                <a:gd name="T0" fmla="*/ 188 w 20"/>
                <a:gd name="T1" fmla="*/ 0 h 18"/>
                <a:gd name="T2" fmla="*/ 283 w 20"/>
                <a:gd name="T3" fmla="*/ 95 h 18"/>
                <a:gd name="T4" fmla="*/ 250 w 20"/>
                <a:gd name="T5" fmla="*/ 238 h 18"/>
                <a:gd name="T6" fmla="*/ 113 w 20"/>
                <a:gd name="T7" fmla="*/ 250 h 18"/>
                <a:gd name="T8" fmla="*/ 0 w 20"/>
                <a:gd name="T9" fmla="*/ 145 h 18"/>
                <a:gd name="T10" fmla="*/ 113 w 20"/>
                <a:gd name="T11" fmla="*/ 250 h 18"/>
                <a:gd name="T12" fmla="*/ 270 w 20"/>
                <a:gd name="T13" fmla="*/ 238 h 18"/>
                <a:gd name="T14" fmla="*/ 300 w 20"/>
                <a:gd name="T15" fmla="*/ 95 h 18"/>
                <a:gd name="T16" fmla="*/ 188 w 20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12" y="0"/>
                  </a:moveTo>
                  <a:cubicBezTo>
                    <a:pt x="15" y="0"/>
                    <a:pt x="17" y="3"/>
                    <a:pt x="18" y="6"/>
                  </a:cubicBezTo>
                  <a:cubicBezTo>
                    <a:pt x="19" y="9"/>
                    <a:pt x="19" y="13"/>
                    <a:pt x="16" y="15"/>
                  </a:cubicBezTo>
                  <a:cubicBezTo>
                    <a:pt x="14" y="17"/>
                    <a:pt x="10" y="17"/>
                    <a:pt x="7" y="16"/>
                  </a:cubicBezTo>
                  <a:cubicBezTo>
                    <a:pt x="3" y="15"/>
                    <a:pt x="0" y="12"/>
                    <a:pt x="0" y="9"/>
                  </a:cubicBezTo>
                  <a:cubicBezTo>
                    <a:pt x="0" y="12"/>
                    <a:pt x="3" y="15"/>
                    <a:pt x="7" y="16"/>
                  </a:cubicBezTo>
                  <a:cubicBezTo>
                    <a:pt x="10" y="18"/>
                    <a:pt x="14" y="17"/>
                    <a:pt x="17" y="15"/>
                  </a:cubicBezTo>
                  <a:cubicBezTo>
                    <a:pt x="19" y="13"/>
                    <a:pt x="20" y="9"/>
                    <a:pt x="19" y="6"/>
                  </a:cubicBezTo>
                  <a:cubicBezTo>
                    <a:pt x="18" y="3"/>
                    <a:pt x="15" y="1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3" name="Freeform 669">
              <a:extLst>
                <a:ext uri="{FF2B5EF4-FFF2-40B4-BE49-F238E27FC236}">
                  <a16:creationId xmlns:a16="http://schemas.microsoft.com/office/drawing/2014/main" id="{A9661679-C4BF-4540-8591-9FEA5ABD4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925"/>
              <a:ext cx="90" cy="77"/>
            </a:xfrm>
            <a:custGeom>
              <a:avLst/>
              <a:gdLst>
                <a:gd name="T0" fmla="*/ 188 w 36"/>
                <a:gd name="T1" fmla="*/ 42 h 31"/>
                <a:gd name="T2" fmla="*/ 33 w 36"/>
                <a:gd name="T3" fmla="*/ 154 h 31"/>
                <a:gd name="T4" fmla="*/ 20 w 36"/>
                <a:gd name="T5" fmla="*/ 320 h 31"/>
                <a:gd name="T6" fmla="*/ 425 w 36"/>
                <a:gd name="T7" fmla="*/ 370 h 31"/>
                <a:gd name="T8" fmla="*/ 470 w 36"/>
                <a:gd name="T9" fmla="*/ 42 h 31"/>
                <a:gd name="T10" fmla="*/ 188 w 36"/>
                <a:gd name="T11" fmla="*/ 42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1">
                  <a:moveTo>
                    <a:pt x="12" y="3"/>
                  </a:moveTo>
                  <a:cubicBezTo>
                    <a:pt x="7" y="4"/>
                    <a:pt x="4" y="6"/>
                    <a:pt x="2" y="10"/>
                  </a:cubicBezTo>
                  <a:cubicBezTo>
                    <a:pt x="0" y="13"/>
                    <a:pt x="0" y="17"/>
                    <a:pt x="1" y="21"/>
                  </a:cubicBezTo>
                  <a:cubicBezTo>
                    <a:pt x="5" y="29"/>
                    <a:pt x="18" y="31"/>
                    <a:pt x="27" y="24"/>
                  </a:cubicBezTo>
                  <a:cubicBezTo>
                    <a:pt x="36" y="18"/>
                    <a:pt x="35" y="7"/>
                    <a:pt x="30" y="3"/>
                  </a:cubicBezTo>
                  <a:cubicBezTo>
                    <a:pt x="24" y="0"/>
                    <a:pt x="21" y="0"/>
                    <a:pt x="12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4" name="Freeform 670">
              <a:extLst>
                <a:ext uri="{FF2B5EF4-FFF2-40B4-BE49-F238E27FC236}">
                  <a16:creationId xmlns:a16="http://schemas.microsoft.com/office/drawing/2014/main" id="{2AE112CA-C488-4F23-BCA2-081260FAA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927"/>
              <a:ext cx="60" cy="70"/>
            </a:xfrm>
            <a:custGeom>
              <a:avLst/>
              <a:gdLst>
                <a:gd name="T0" fmla="*/ 283 w 24"/>
                <a:gd name="T1" fmla="*/ 50 h 28"/>
                <a:gd name="T2" fmla="*/ 208 w 24"/>
                <a:gd name="T3" fmla="*/ 0 h 28"/>
                <a:gd name="T4" fmla="*/ 270 w 24"/>
                <a:gd name="T5" fmla="*/ 33 h 28"/>
                <a:gd name="T6" fmla="*/ 220 w 24"/>
                <a:gd name="T7" fmla="*/ 363 h 28"/>
                <a:gd name="T8" fmla="*/ 0 w 24"/>
                <a:gd name="T9" fmla="*/ 408 h 28"/>
                <a:gd name="T10" fmla="*/ 250 w 24"/>
                <a:gd name="T11" fmla="*/ 363 h 28"/>
                <a:gd name="T12" fmla="*/ 283 w 24"/>
                <a:gd name="T13" fmla="*/ 5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8" y="3"/>
                  </a:moveTo>
                  <a:cubicBezTo>
                    <a:pt x="16" y="1"/>
                    <a:pt x="15" y="1"/>
                    <a:pt x="13" y="0"/>
                  </a:cubicBezTo>
                  <a:cubicBezTo>
                    <a:pt x="14" y="1"/>
                    <a:pt x="16" y="1"/>
                    <a:pt x="17" y="2"/>
                  </a:cubicBezTo>
                  <a:cubicBezTo>
                    <a:pt x="22" y="6"/>
                    <a:pt x="23" y="16"/>
                    <a:pt x="14" y="23"/>
                  </a:cubicBezTo>
                  <a:cubicBezTo>
                    <a:pt x="10" y="26"/>
                    <a:pt x="5" y="27"/>
                    <a:pt x="0" y="26"/>
                  </a:cubicBezTo>
                  <a:cubicBezTo>
                    <a:pt x="5" y="28"/>
                    <a:pt x="11" y="27"/>
                    <a:pt x="16" y="23"/>
                  </a:cubicBezTo>
                  <a:cubicBezTo>
                    <a:pt x="24" y="17"/>
                    <a:pt x="23" y="6"/>
                    <a:pt x="18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5" name="Freeform 671">
              <a:extLst>
                <a:ext uri="{FF2B5EF4-FFF2-40B4-BE49-F238E27FC236}">
                  <a16:creationId xmlns:a16="http://schemas.microsoft.com/office/drawing/2014/main" id="{BF67D84A-B8A9-400E-B514-9492751B7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927"/>
              <a:ext cx="60" cy="65"/>
            </a:xfrm>
            <a:custGeom>
              <a:avLst/>
              <a:gdLst>
                <a:gd name="T0" fmla="*/ 50 w 24"/>
                <a:gd name="T1" fmla="*/ 313 h 26"/>
                <a:gd name="T2" fmla="*/ 63 w 24"/>
                <a:gd name="T3" fmla="*/ 145 h 26"/>
                <a:gd name="T4" fmla="*/ 208 w 24"/>
                <a:gd name="T5" fmla="*/ 33 h 26"/>
                <a:gd name="T6" fmla="*/ 375 w 24"/>
                <a:gd name="T7" fmla="*/ 20 h 26"/>
                <a:gd name="T8" fmla="*/ 188 w 24"/>
                <a:gd name="T9" fmla="*/ 33 h 26"/>
                <a:gd name="T10" fmla="*/ 33 w 24"/>
                <a:gd name="T11" fmla="*/ 145 h 26"/>
                <a:gd name="T12" fmla="*/ 33 w 24"/>
                <a:gd name="T13" fmla="*/ 300 h 26"/>
                <a:gd name="T14" fmla="*/ 188 w 24"/>
                <a:gd name="T15" fmla="*/ 408 h 26"/>
                <a:gd name="T16" fmla="*/ 50 w 24"/>
                <a:gd name="T17" fmla="*/ 31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6">
                  <a:moveTo>
                    <a:pt x="3" y="20"/>
                  </a:moveTo>
                  <a:cubicBezTo>
                    <a:pt x="1" y="16"/>
                    <a:pt x="2" y="12"/>
                    <a:pt x="4" y="9"/>
                  </a:cubicBezTo>
                  <a:cubicBezTo>
                    <a:pt x="5" y="5"/>
                    <a:pt x="9" y="4"/>
                    <a:pt x="13" y="2"/>
                  </a:cubicBezTo>
                  <a:cubicBezTo>
                    <a:pt x="18" y="1"/>
                    <a:pt x="21" y="0"/>
                    <a:pt x="24" y="1"/>
                  </a:cubicBezTo>
                  <a:cubicBezTo>
                    <a:pt x="21" y="0"/>
                    <a:pt x="18" y="1"/>
                    <a:pt x="12" y="2"/>
                  </a:cubicBezTo>
                  <a:cubicBezTo>
                    <a:pt x="7" y="4"/>
                    <a:pt x="4" y="5"/>
                    <a:pt x="2" y="9"/>
                  </a:cubicBezTo>
                  <a:cubicBezTo>
                    <a:pt x="1" y="12"/>
                    <a:pt x="0" y="16"/>
                    <a:pt x="2" y="19"/>
                  </a:cubicBezTo>
                  <a:cubicBezTo>
                    <a:pt x="4" y="23"/>
                    <a:pt x="8" y="26"/>
                    <a:pt x="12" y="26"/>
                  </a:cubicBezTo>
                  <a:cubicBezTo>
                    <a:pt x="8" y="26"/>
                    <a:pt x="5" y="23"/>
                    <a:pt x="3" y="2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6" name="Freeform 672">
              <a:extLst>
                <a:ext uri="{FF2B5EF4-FFF2-40B4-BE49-F238E27FC236}">
                  <a16:creationId xmlns:a16="http://schemas.microsoft.com/office/drawing/2014/main" id="{322141D9-DDF6-42B1-AB6B-86E1085E6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940"/>
              <a:ext cx="58" cy="42"/>
            </a:xfrm>
            <a:custGeom>
              <a:avLst/>
              <a:gdLst>
                <a:gd name="T0" fmla="*/ 242 w 23"/>
                <a:gd name="T1" fmla="*/ 12 h 17"/>
                <a:gd name="T2" fmla="*/ 192 w 23"/>
                <a:gd name="T3" fmla="*/ 212 h 17"/>
                <a:gd name="T4" fmla="*/ 20 w 23"/>
                <a:gd name="T5" fmla="*/ 104 h 17"/>
                <a:gd name="T6" fmla="*/ 242 w 23"/>
                <a:gd name="T7" fmla="*/ 1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7">
                  <a:moveTo>
                    <a:pt x="15" y="1"/>
                  </a:moveTo>
                  <a:cubicBezTo>
                    <a:pt x="23" y="3"/>
                    <a:pt x="21" y="12"/>
                    <a:pt x="12" y="14"/>
                  </a:cubicBezTo>
                  <a:cubicBezTo>
                    <a:pt x="3" y="17"/>
                    <a:pt x="0" y="10"/>
                    <a:pt x="1" y="7"/>
                  </a:cubicBezTo>
                  <a:cubicBezTo>
                    <a:pt x="2" y="3"/>
                    <a:pt x="11" y="0"/>
                    <a:pt x="15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7" name="Freeform 673">
              <a:extLst>
                <a:ext uri="{FF2B5EF4-FFF2-40B4-BE49-F238E27FC236}">
                  <a16:creationId xmlns:a16="http://schemas.microsoft.com/office/drawing/2014/main" id="{57BF3C0C-6313-4BE4-A23D-A8C58919F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947"/>
              <a:ext cx="50" cy="33"/>
            </a:xfrm>
            <a:custGeom>
              <a:avLst/>
              <a:gdLst>
                <a:gd name="T0" fmla="*/ 270 w 20"/>
                <a:gd name="T1" fmla="*/ 0 h 13"/>
                <a:gd name="T2" fmla="*/ 145 w 20"/>
                <a:gd name="T3" fmla="*/ 160 h 13"/>
                <a:gd name="T4" fmla="*/ 0 w 20"/>
                <a:gd name="T5" fmla="*/ 129 h 13"/>
                <a:gd name="T6" fmla="*/ 158 w 20"/>
                <a:gd name="T7" fmla="*/ 180 h 13"/>
                <a:gd name="T8" fmla="*/ 270 w 2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17" y="0"/>
                  </a:moveTo>
                  <a:cubicBezTo>
                    <a:pt x="19" y="3"/>
                    <a:pt x="16" y="8"/>
                    <a:pt x="9" y="10"/>
                  </a:cubicBezTo>
                  <a:cubicBezTo>
                    <a:pt x="4" y="11"/>
                    <a:pt x="1" y="10"/>
                    <a:pt x="0" y="8"/>
                  </a:cubicBezTo>
                  <a:cubicBezTo>
                    <a:pt x="1" y="11"/>
                    <a:pt x="4" y="13"/>
                    <a:pt x="10" y="11"/>
                  </a:cubicBezTo>
                  <a:cubicBezTo>
                    <a:pt x="17" y="9"/>
                    <a:pt x="20" y="3"/>
                    <a:pt x="17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8" name="Freeform 674">
              <a:extLst>
                <a:ext uri="{FF2B5EF4-FFF2-40B4-BE49-F238E27FC236}">
                  <a16:creationId xmlns:a16="http://schemas.microsoft.com/office/drawing/2014/main" id="{68D3EA5E-8DD5-4162-9CD1-06547086C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942"/>
              <a:ext cx="22" cy="10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63 h 4"/>
                <a:gd name="T4" fmla="*/ 132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0"/>
                    <a:pt x="1" y="2"/>
                    <a:pt x="0" y="4"/>
                  </a:cubicBezTo>
                  <a:cubicBezTo>
                    <a:pt x="2" y="3"/>
                    <a:pt x="6" y="0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9" name="Freeform 675">
              <a:extLst>
                <a:ext uri="{FF2B5EF4-FFF2-40B4-BE49-F238E27FC236}">
                  <a16:creationId xmlns:a16="http://schemas.microsoft.com/office/drawing/2014/main" id="{A92F9918-0E76-4B14-9D9C-A96634E19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957"/>
              <a:ext cx="35" cy="25"/>
            </a:xfrm>
            <a:custGeom>
              <a:avLst/>
              <a:gdLst>
                <a:gd name="T0" fmla="*/ 0 w 14"/>
                <a:gd name="T1" fmla="*/ 125 h 10"/>
                <a:gd name="T2" fmla="*/ 220 w 14"/>
                <a:gd name="T3" fmla="*/ 0 h 10"/>
                <a:gd name="T4" fmla="*/ 0 w 14"/>
                <a:gd name="T5" fmla="*/ 12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3" y="9"/>
                    <a:pt x="13" y="7"/>
                    <a:pt x="14" y="0"/>
                  </a:cubicBezTo>
                  <a:cubicBezTo>
                    <a:pt x="14" y="3"/>
                    <a:pt x="9" y="10"/>
                    <a:pt x="0" y="8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0" name="Freeform 676">
              <a:extLst>
                <a:ext uri="{FF2B5EF4-FFF2-40B4-BE49-F238E27FC236}">
                  <a16:creationId xmlns:a16="http://schemas.microsoft.com/office/drawing/2014/main" id="{8DFD604A-B3FC-4182-B4AA-85ECEA5E1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925"/>
              <a:ext cx="90" cy="77"/>
            </a:xfrm>
            <a:custGeom>
              <a:avLst/>
              <a:gdLst>
                <a:gd name="T0" fmla="*/ 188 w 36"/>
                <a:gd name="T1" fmla="*/ 42 h 31"/>
                <a:gd name="T2" fmla="*/ 33 w 36"/>
                <a:gd name="T3" fmla="*/ 154 h 31"/>
                <a:gd name="T4" fmla="*/ 20 w 36"/>
                <a:gd name="T5" fmla="*/ 320 h 31"/>
                <a:gd name="T6" fmla="*/ 425 w 36"/>
                <a:gd name="T7" fmla="*/ 370 h 31"/>
                <a:gd name="T8" fmla="*/ 470 w 36"/>
                <a:gd name="T9" fmla="*/ 42 h 31"/>
                <a:gd name="T10" fmla="*/ 188 w 36"/>
                <a:gd name="T11" fmla="*/ 42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1">
                  <a:moveTo>
                    <a:pt x="12" y="3"/>
                  </a:moveTo>
                  <a:cubicBezTo>
                    <a:pt x="7" y="4"/>
                    <a:pt x="4" y="6"/>
                    <a:pt x="2" y="10"/>
                  </a:cubicBezTo>
                  <a:cubicBezTo>
                    <a:pt x="0" y="13"/>
                    <a:pt x="0" y="17"/>
                    <a:pt x="1" y="21"/>
                  </a:cubicBezTo>
                  <a:cubicBezTo>
                    <a:pt x="5" y="29"/>
                    <a:pt x="18" y="31"/>
                    <a:pt x="27" y="24"/>
                  </a:cubicBezTo>
                  <a:cubicBezTo>
                    <a:pt x="36" y="18"/>
                    <a:pt x="35" y="7"/>
                    <a:pt x="30" y="3"/>
                  </a:cubicBezTo>
                  <a:cubicBezTo>
                    <a:pt x="24" y="0"/>
                    <a:pt x="21" y="0"/>
                    <a:pt x="12" y="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1" name="Freeform 677">
              <a:extLst>
                <a:ext uri="{FF2B5EF4-FFF2-40B4-BE49-F238E27FC236}">
                  <a16:creationId xmlns:a16="http://schemas.microsoft.com/office/drawing/2014/main" id="{7D43A8B8-DC48-42E0-B8C5-FE291B6A5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942"/>
              <a:ext cx="47" cy="38"/>
            </a:xfrm>
            <a:custGeom>
              <a:avLst/>
              <a:gdLst>
                <a:gd name="T0" fmla="*/ 215 w 19"/>
                <a:gd name="T1" fmla="*/ 0 h 15"/>
                <a:gd name="T2" fmla="*/ 287 w 19"/>
                <a:gd name="T3" fmla="*/ 84 h 15"/>
                <a:gd name="T4" fmla="*/ 166 w 19"/>
                <a:gd name="T5" fmla="*/ 213 h 15"/>
                <a:gd name="T6" fmla="*/ 30 w 19"/>
                <a:gd name="T7" fmla="*/ 193 h 15"/>
                <a:gd name="T8" fmla="*/ 0 w 19"/>
                <a:gd name="T9" fmla="*/ 96 h 15"/>
                <a:gd name="T10" fmla="*/ 30 w 19"/>
                <a:gd name="T11" fmla="*/ 193 h 15"/>
                <a:gd name="T12" fmla="*/ 166 w 19"/>
                <a:gd name="T13" fmla="*/ 213 h 15"/>
                <a:gd name="T14" fmla="*/ 287 w 19"/>
                <a:gd name="T15" fmla="*/ 84 h 15"/>
                <a:gd name="T16" fmla="*/ 215 w 19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5">
                  <a:moveTo>
                    <a:pt x="14" y="0"/>
                  </a:moveTo>
                  <a:cubicBezTo>
                    <a:pt x="17" y="1"/>
                    <a:pt x="19" y="3"/>
                    <a:pt x="19" y="5"/>
                  </a:cubicBezTo>
                  <a:cubicBezTo>
                    <a:pt x="19" y="8"/>
                    <a:pt x="17" y="12"/>
                    <a:pt x="11" y="13"/>
                  </a:cubicBezTo>
                  <a:cubicBezTo>
                    <a:pt x="6" y="14"/>
                    <a:pt x="3" y="13"/>
                    <a:pt x="2" y="12"/>
                  </a:cubicBezTo>
                  <a:cubicBezTo>
                    <a:pt x="0" y="10"/>
                    <a:pt x="0" y="8"/>
                    <a:pt x="0" y="6"/>
                  </a:cubicBezTo>
                  <a:cubicBezTo>
                    <a:pt x="0" y="8"/>
                    <a:pt x="0" y="10"/>
                    <a:pt x="2" y="12"/>
                  </a:cubicBezTo>
                  <a:cubicBezTo>
                    <a:pt x="3" y="13"/>
                    <a:pt x="6" y="15"/>
                    <a:pt x="11" y="13"/>
                  </a:cubicBezTo>
                  <a:cubicBezTo>
                    <a:pt x="17" y="12"/>
                    <a:pt x="19" y="8"/>
                    <a:pt x="19" y="5"/>
                  </a:cubicBezTo>
                  <a:cubicBezTo>
                    <a:pt x="19" y="2"/>
                    <a:pt x="18" y="1"/>
                    <a:pt x="14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2" name="Freeform 678">
              <a:extLst>
                <a:ext uri="{FF2B5EF4-FFF2-40B4-BE49-F238E27FC236}">
                  <a16:creationId xmlns:a16="http://schemas.microsoft.com/office/drawing/2014/main" id="{98DE57BE-8D9A-42C9-89BC-D2A886FDF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745"/>
              <a:ext cx="88" cy="82"/>
            </a:xfrm>
            <a:custGeom>
              <a:avLst/>
              <a:gdLst>
                <a:gd name="T0" fmla="*/ 146 w 35"/>
                <a:gd name="T1" fmla="*/ 92 h 33"/>
                <a:gd name="T2" fmla="*/ 20 w 35"/>
                <a:gd name="T3" fmla="*/ 229 h 33"/>
                <a:gd name="T4" fmla="*/ 33 w 35"/>
                <a:gd name="T5" fmla="*/ 403 h 33"/>
                <a:gd name="T6" fmla="*/ 443 w 35"/>
                <a:gd name="T7" fmla="*/ 370 h 33"/>
                <a:gd name="T8" fmla="*/ 410 w 35"/>
                <a:gd name="T9" fmla="*/ 30 h 33"/>
                <a:gd name="T10" fmla="*/ 146 w 35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3">
                  <a:moveTo>
                    <a:pt x="9" y="6"/>
                  </a:moveTo>
                  <a:cubicBezTo>
                    <a:pt x="5" y="8"/>
                    <a:pt x="1" y="11"/>
                    <a:pt x="1" y="15"/>
                  </a:cubicBezTo>
                  <a:cubicBezTo>
                    <a:pt x="0" y="19"/>
                    <a:pt x="0" y="23"/>
                    <a:pt x="2" y="26"/>
                  </a:cubicBezTo>
                  <a:cubicBezTo>
                    <a:pt x="8" y="33"/>
                    <a:pt x="21" y="33"/>
                    <a:pt x="28" y="24"/>
                  </a:cubicBezTo>
                  <a:cubicBezTo>
                    <a:pt x="35" y="16"/>
                    <a:pt x="33" y="5"/>
                    <a:pt x="26" y="2"/>
                  </a:cubicBezTo>
                  <a:cubicBezTo>
                    <a:pt x="20" y="0"/>
                    <a:pt x="17" y="1"/>
                    <a:pt x="9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3" name="Freeform 679">
              <a:extLst>
                <a:ext uri="{FF2B5EF4-FFF2-40B4-BE49-F238E27FC236}">
                  <a16:creationId xmlns:a16="http://schemas.microsoft.com/office/drawing/2014/main" id="{B36C3DA4-5690-498D-B3E8-2DCB85185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2750"/>
              <a:ext cx="55" cy="70"/>
            </a:xfrm>
            <a:custGeom>
              <a:avLst/>
              <a:gdLst>
                <a:gd name="T0" fmla="*/ 208 w 22"/>
                <a:gd name="T1" fmla="*/ 20 h 28"/>
                <a:gd name="T2" fmla="*/ 125 w 22"/>
                <a:gd name="T3" fmla="*/ 0 h 28"/>
                <a:gd name="T4" fmla="*/ 188 w 22"/>
                <a:gd name="T5" fmla="*/ 20 h 28"/>
                <a:gd name="T6" fmla="*/ 220 w 22"/>
                <a:gd name="T7" fmla="*/ 345 h 28"/>
                <a:gd name="T8" fmla="*/ 0 w 22"/>
                <a:gd name="T9" fmla="*/ 438 h 28"/>
                <a:gd name="T10" fmla="*/ 238 w 22"/>
                <a:gd name="T11" fmla="*/ 345 h 28"/>
                <a:gd name="T12" fmla="*/ 208 w 22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13" y="1"/>
                  </a:moveTo>
                  <a:cubicBezTo>
                    <a:pt x="11" y="0"/>
                    <a:pt x="9" y="0"/>
                    <a:pt x="8" y="0"/>
                  </a:cubicBezTo>
                  <a:cubicBezTo>
                    <a:pt x="9" y="0"/>
                    <a:pt x="10" y="1"/>
                    <a:pt x="12" y="1"/>
                  </a:cubicBezTo>
                  <a:cubicBezTo>
                    <a:pt x="18" y="4"/>
                    <a:pt x="21" y="14"/>
                    <a:pt x="14" y="22"/>
                  </a:cubicBezTo>
                  <a:cubicBezTo>
                    <a:pt x="10" y="26"/>
                    <a:pt x="5" y="28"/>
                    <a:pt x="0" y="28"/>
                  </a:cubicBezTo>
                  <a:cubicBezTo>
                    <a:pt x="5" y="28"/>
                    <a:pt x="11" y="26"/>
                    <a:pt x="15" y="22"/>
                  </a:cubicBezTo>
                  <a:cubicBezTo>
                    <a:pt x="22" y="14"/>
                    <a:pt x="19" y="4"/>
                    <a:pt x="1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4" name="Freeform 680">
              <a:extLst>
                <a:ext uri="{FF2B5EF4-FFF2-40B4-BE49-F238E27FC236}">
                  <a16:creationId xmlns:a16="http://schemas.microsoft.com/office/drawing/2014/main" id="{32081675-41B2-4AA6-BF74-8412C988C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750"/>
              <a:ext cx="53" cy="70"/>
            </a:xfrm>
            <a:custGeom>
              <a:avLst/>
              <a:gdLst>
                <a:gd name="T0" fmla="*/ 63 w 21"/>
                <a:gd name="T1" fmla="*/ 363 h 28"/>
                <a:gd name="T2" fmla="*/ 33 w 21"/>
                <a:gd name="T3" fmla="*/ 208 h 28"/>
                <a:gd name="T4" fmla="*/ 159 w 21"/>
                <a:gd name="T5" fmla="*/ 83 h 28"/>
                <a:gd name="T6" fmla="*/ 338 w 21"/>
                <a:gd name="T7" fmla="*/ 0 h 28"/>
                <a:gd name="T8" fmla="*/ 146 w 21"/>
                <a:gd name="T9" fmla="*/ 83 h 28"/>
                <a:gd name="T10" fmla="*/ 20 w 21"/>
                <a:gd name="T11" fmla="*/ 208 h 28"/>
                <a:gd name="T12" fmla="*/ 50 w 21"/>
                <a:gd name="T13" fmla="*/ 363 h 28"/>
                <a:gd name="T14" fmla="*/ 242 w 21"/>
                <a:gd name="T15" fmla="*/ 438 h 28"/>
                <a:gd name="T16" fmla="*/ 63 w 21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8">
                  <a:moveTo>
                    <a:pt x="4" y="23"/>
                  </a:moveTo>
                  <a:cubicBezTo>
                    <a:pt x="2" y="20"/>
                    <a:pt x="2" y="16"/>
                    <a:pt x="2" y="13"/>
                  </a:cubicBezTo>
                  <a:cubicBezTo>
                    <a:pt x="3" y="9"/>
                    <a:pt x="6" y="7"/>
                    <a:pt x="10" y="5"/>
                  </a:cubicBezTo>
                  <a:cubicBezTo>
                    <a:pt x="15" y="2"/>
                    <a:pt x="18" y="1"/>
                    <a:pt x="21" y="0"/>
                  </a:cubicBezTo>
                  <a:cubicBezTo>
                    <a:pt x="17" y="0"/>
                    <a:pt x="14" y="2"/>
                    <a:pt x="9" y="5"/>
                  </a:cubicBezTo>
                  <a:cubicBezTo>
                    <a:pt x="5" y="7"/>
                    <a:pt x="2" y="9"/>
                    <a:pt x="1" y="13"/>
                  </a:cubicBezTo>
                  <a:cubicBezTo>
                    <a:pt x="0" y="16"/>
                    <a:pt x="1" y="20"/>
                    <a:pt x="3" y="23"/>
                  </a:cubicBezTo>
                  <a:cubicBezTo>
                    <a:pt x="6" y="27"/>
                    <a:pt x="10" y="28"/>
                    <a:pt x="15" y="28"/>
                  </a:cubicBezTo>
                  <a:cubicBezTo>
                    <a:pt x="10" y="28"/>
                    <a:pt x="7" y="27"/>
                    <a:pt x="4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5" name="Freeform 681">
              <a:extLst>
                <a:ext uri="{FF2B5EF4-FFF2-40B4-BE49-F238E27FC236}">
                  <a16:creationId xmlns:a16="http://schemas.microsoft.com/office/drawing/2014/main" id="{978824AF-9792-4303-94E3-6DC9F006A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765"/>
              <a:ext cx="53" cy="45"/>
            </a:xfrm>
            <a:custGeom>
              <a:avLst/>
              <a:gdLst>
                <a:gd name="T0" fmla="*/ 209 w 21"/>
                <a:gd name="T1" fmla="*/ 0 h 18"/>
                <a:gd name="T2" fmla="*/ 192 w 21"/>
                <a:gd name="T3" fmla="*/ 220 h 18"/>
                <a:gd name="T4" fmla="*/ 20 w 21"/>
                <a:gd name="T5" fmla="*/ 145 h 18"/>
                <a:gd name="T6" fmla="*/ 209 w 2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13" y="0"/>
                  </a:moveTo>
                  <a:cubicBezTo>
                    <a:pt x="21" y="0"/>
                    <a:pt x="21" y="10"/>
                    <a:pt x="12" y="14"/>
                  </a:cubicBezTo>
                  <a:cubicBezTo>
                    <a:pt x="4" y="18"/>
                    <a:pt x="0" y="13"/>
                    <a:pt x="1" y="9"/>
                  </a:cubicBezTo>
                  <a:cubicBezTo>
                    <a:pt x="1" y="5"/>
                    <a:pt x="8" y="0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6" name="Freeform 682">
              <a:extLst>
                <a:ext uri="{FF2B5EF4-FFF2-40B4-BE49-F238E27FC236}">
                  <a16:creationId xmlns:a16="http://schemas.microsoft.com/office/drawing/2014/main" id="{E0C47385-72E5-4769-9DD4-AB87E87CD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767"/>
              <a:ext cx="48" cy="40"/>
            </a:xfrm>
            <a:custGeom>
              <a:avLst/>
              <a:gdLst>
                <a:gd name="T0" fmla="*/ 243 w 19"/>
                <a:gd name="T1" fmla="*/ 0 h 16"/>
                <a:gd name="T2" fmla="*/ 147 w 19"/>
                <a:gd name="T3" fmla="*/ 188 h 16"/>
                <a:gd name="T4" fmla="*/ 0 w 19"/>
                <a:gd name="T5" fmla="*/ 188 h 16"/>
                <a:gd name="T6" fmla="*/ 159 w 19"/>
                <a:gd name="T7" fmla="*/ 208 h 16"/>
                <a:gd name="T8" fmla="*/ 243 w 1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5" y="0"/>
                  </a:moveTo>
                  <a:cubicBezTo>
                    <a:pt x="17" y="3"/>
                    <a:pt x="15" y="9"/>
                    <a:pt x="9" y="12"/>
                  </a:cubicBezTo>
                  <a:cubicBezTo>
                    <a:pt x="5" y="14"/>
                    <a:pt x="2" y="14"/>
                    <a:pt x="0" y="12"/>
                  </a:cubicBezTo>
                  <a:cubicBezTo>
                    <a:pt x="2" y="14"/>
                    <a:pt x="5" y="16"/>
                    <a:pt x="10" y="13"/>
                  </a:cubicBezTo>
                  <a:cubicBezTo>
                    <a:pt x="17" y="10"/>
                    <a:pt x="19" y="3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7" name="Freeform 683">
              <a:extLst>
                <a:ext uri="{FF2B5EF4-FFF2-40B4-BE49-F238E27FC236}">
                  <a16:creationId xmlns:a16="http://schemas.microsoft.com/office/drawing/2014/main" id="{15D1701A-392B-4C56-9DCB-199B0DB4C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765"/>
              <a:ext cx="22" cy="17"/>
            </a:xfrm>
            <a:custGeom>
              <a:avLst/>
              <a:gdLst>
                <a:gd name="T0" fmla="*/ 132 w 9"/>
                <a:gd name="T1" fmla="*/ 0 h 7"/>
                <a:gd name="T2" fmla="*/ 0 w 9"/>
                <a:gd name="T3" fmla="*/ 100 h 7"/>
                <a:gd name="T4" fmla="*/ 132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6" y="1"/>
                    <a:pt x="2" y="4"/>
                    <a:pt x="0" y="7"/>
                  </a:cubicBezTo>
                  <a:cubicBezTo>
                    <a:pt x="2" y="5"/>
                    <a:pt x="6" y="2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8" name="Freeform 684">
              <a:extLst>
                <a:ext uri="{FF2B5EF4-FFF2-40B4-BE49-F238E27FC236}">
                  <a16:creationId xmlns:a16="http://schemas.microsoft.com/office/drawing/2014/main" id="{64E5B829-D524-4BB2-936D-F845980CD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2777"/>
              <a:ext cx="32" cy="28"/>
            </a:xfrm>
            <a:custGeom>
              <a:avLst/>
              <a:gdLst>
                <a:gd name="T0" fmla="*/ 0 w 13"/>
                <a:gd name="T1" fmla="*/ 181 h 11"/>
                <a:gd name="T2" fmla="*/ 182 w 13"/>
                <a:gd name="T3" fmla="*/ 0 h 11"/>
                <a:gd name="T4" fmla="*/ 0 w 13"/>
                <a:gd name="T5" fmla="*/ 18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3" y="11"/>
                    <a:pt x="12" y="8"/>
                    <a:pt x="12" y="0"/>
                  </a:cubicBezTo>
                  <a:cubicBezTo>
                    <a:pt x="13" y="3"/>
                    <a:pt x="9" y="11"/>
                    <a:pt x="0" y="11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9" name="Freeform 685">
              <a:extLst>
                <a:ext uri="{FF2B5EF4-FFF2-40B4-BE49-F238E27FC236}">
                  <a16:creationId xmlns:a16="http://schemas.microsoft.com/office/drawing/2014/main" id="{0BEFD66F-D392-4DB3-BB02-A33682903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745"/>
              <a:ext cx="88" cy="82"/>
            </a:xfrm>
            <a:custGeom>
              <a:avLst/>
              <a:gdLst>
                <a:gd name="T0" fmla="*/ 146 w 35"/>
                <a:gd name="T1" fmla="*/ 92 h 33"/>
                <a:gd name="T2" fmla="*/ 20 w 35"/>
                <a:gd name="T3" fmla="*/ 229 h 33"/>
                <a:gd name="T4" fmla="*/ 33 w 35"/>
                <a:gd name="T5" fmla="*/ 403 h 33"/>
                <a:gd name="T6" fmla="*/ 443 w 35"/>
                <a:gd name="T7" fmla="*/ 370 h 33"/>
                <a:gd name="T8" fmla="*/ 410 w 35"/>
                <a:gd name="T9" fmla="*/ 30 h 33"/>
                <a:gd name="T10" fmla="*/ 146 w 35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3">
                  <a:moveTo>
                    <a:pt x="9" y="6"/>
                  </a:moveTo>
                  <a:cubicBezTo>
                    <a:pt x="5" y="8"/>
                    <a:pt x="1" y="11"/>
                    <a:pt x="1" y="15"/>
                  </a:cubicBezTo>
                  <a:cubicBezTo>
                    <a:pt x="0" y="19"/>
                    <a:pt x="0" y="23"/>
                    <a:pt x="2" y="26"/>
                  </a:cubicBezTo>
                  <a:cubicBezTo>
                    <a:pt x="8" y="33"/>
                    <a:pt x="21" y="33"/>
                    <a:pt x="28" y="24"/>
                  </a:cubicBezTo>
                  <a:cubicBezTo>
                    <a:pt x="35" y="16"/>
                    <a:pt x="33" y="5"/>
                    <a:pt x="26" y="2"/>
                  </a:cubicBezTo>
                  <a:cubicBezTo>
                    <a:pt x="20" y="0"/>
                    <a:pt x="17" y="1"/>
                    <a:pt x="9" y="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0" name="Freeform 686">
              <a:extLst>
                <a:ext uri="{FF2B5EF4-FFF2-40B4-BE49-F238E27FC236}">
                  <a16:creationId xmlns:a16="http://schemas.microsoft.com/office/drawing/2014/main" id="{CD1021CD-2004-4AD0-9979-199BD47FD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765"/>
              <a:ext cx="50" cy="40"/>
            </a:xfrm>
            <a:custGeom>
              <a:avLst/>
              <a:gdLst>
                <a:gd name="T0" fmla="*/ 208 w 20"/>
                <a:gd name="T1" fmla="*/ 0 h 16"/>
                <a:gd name="T2" fmla="*/ 300 w 20"/>
                <a:gd name="T3" fmla="*/ 63 h 16"/>
                <a:gd name="T4" fmla="*/ 188 w 20"/>
                <a:gd name="T5" fmla="*/ 220 h 16"/>
                <a:gd name="T6" fmla="*/ 50 w 20"/>
                <a:gd name="T7" fmla="*/ 220 h 16"/>
                <a:gd name="T8" fmla="*/ 20 w 20"/>
                <a:gd name="T9" fmla="*/ 145 h 16"/>
                <a:gd name="T10" fmla="*/ 50 w 20"/>
                <a:gd name="T11" fmla="*/ 220 h 16"/>
                <a:gd name="T12" fmla="*/ 208 w 20"/>
                <a:gd name="T13" fmla="*/ 220 h 16"/>
                <a:gd name="T14" fmla="*/ 300 w 20"/>
                <a:gd name="T15" fmla="*/ 63 h 16"/>
                <a:gd name="T16" fmla="*/ 208 w 20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6">
                  <a:moveTo>
                    <a:pt x="13" y="0"/>
                  </a:moveTo>
                  <a:cubicBezTo>
                    <a:pt x="16" y="0"/>
                    <a:pt x="18" y="2"/>
                    <a:pt x="19" y="4"/>
                  </a:cubicBezTo>
                  <a:cubicBezTo>
                    <a:pt x="19" y="7"/>
                    <a:pt x="18" y="11"/>
                    <a:pt x="12" y="14"/>
                  </a:cubicBezTo>
                  <a:cubicBezTo>
                    <a:pt x="8" y="16"/>
                    <a:pt x="5" y="15"/>
                    <a:pt x="3" y="14"/>
                  </a:cubicBezTo>
                  <a:cubicBezTo>
                    <a:pt x="1" y="13"/>
                    <a:pt x="0" y="11"/>
                    <a:pt x="1" y="9"/>
                  </a:cubicBezTo>
                  <a:cubicBezTo>
                    <a:pt x="0" y="11"/>
                    <a:pt x="1" y="13"/>
                    <a:pt x="3" y="14"/>
                  </a:cubicBezTo>
                  <a:cubicBezTo>
                    <a:pt x="5" y="16"/>
                    <a:pt x="8" y="16"/>
                    <a:pt x="13" y="14"/>
                  </a:cubicBezTo>
                  <a:cubicBezTo>
                    <a:pt x="18" y="11"/>
                    <a:pt x="20" y="7"/>
                    <a:pt x="19" y="4"/>
                  </a:cubicBezTo>
                  <a:cubicBezTo>
                    <a:pt x="19" y="2"/>
                    <a:pt x="16" y="0"/>
                    <a:pt x="13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1" name="Freeform 687">
              <a:extLst>
                <a:ext uri="{FF2B5EF4-FFF2-40B4-BE49-F238E27FC236}">
                  <a16:creationId xmlns:a16="http://schemas.microsoft.com/office/drawing/2014/main" id="{D978704F-60F4-4F18-B035-5CE77E83D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992"/>
              <a:ext cx="108" cy="68"/>
            </a:xfrm>
            <a:custGeom>
              <a:avLst/>
              <a:gdLst>
                <a:gd name="T0" fmla="*/ 239 w 43"/>
                <a:gd name="T1" fmla="*/ 0 h 27"/>
                <a:gd name="T2" fmla="*/ 113 w 43"/>
                <a:gd name="T3" fmla="*/ 83 h 27"/>
                <a:gd name="T4" fmla="*/ 284 w 43"/>
                <a:gd name="T5" fmla="*/ 400 h 27"/>
                <a:gd name="T6" fmla="*/ 651 w 43"/>
                <a:gd name="T7" fmla="*/ 254 h 27"/>
                <a:gd name="T8" fmla="*/ 568 w 43"/>
                <a:gd name="T9" fmla="*/ 63 h 27"/>
                <a:gd name="T10" fmla="*/ 379 w 43"/>
                <a:gd name="T11" fmla="*/ 20 h 27"/>
                <a:gd name="T12" fmla="*/ 239 w 4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">
                  <a:moveTo>
                    <a:pt x="15" y="0"/>
                  </a:moveTo>
                  <a:cubicBezTo>
                    <a:pt x="11" y="1"/>
                    <a:pt x="8" y="2"/>
                    <a:pt x="7" y="5"/>
                  </a:cubicBezTo>
                  <a:cubicBezTo>
                    <a:pt x="0" y="14"/>
                    <a:pt x="8" y="23"/>
                    <a:pt x="18" y="25"/>
                  </a:cubicBezTo>
                  <a:cubicBezTo>
                    <a:pt x="29" y="27"/>
                    <a:pt x="39" y="22"/>
                    <a:pt x="41" y="16"/>
                  </a:cubicBezTo>
                  <a:cubicBezTo>
                    <a:pt x="43" y="11"/>
                    <a:pt x="41" y="7"/>
                    <a:pt x="36" y="4"/>
                  </a:cubicBezTo>
                  <a:cubicBezTo>
                    <a:pt x="32" y="2"/>
                    <a:pt x="27" y="1"/>
                    <a:pt x="24" y="1"/>
                  </a:cubicBezTo>
                  <a:cubicBezTo>
                    <a:pt x="21" y="1"/>
                    <a:pt x="18" y="0"/>
                    <a:pt x="15" y="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2" name="Freeform 688">
              <a:extLst>
                <a:ext uri="{FF2B5EF4-FFF2-40B4-BE49-F238E27FC236}">
                  <a16:creationId xmlns:a16="http://schemas.microsoft.com/office/drawing/2014/main" id="{032DFCDA-7653-43B2-9D2E-234416492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992"/>
              <a:ext cx="82" cy="40"/>
            </a:xfrm>
            <a:custGeom>
              <a:avLst/>
              <a:gdLst>
                <a:gd name="T0" fmla="*/ 412 w 33"/>
                <a:gd name="T1" fmla="*/ 63 h 16"/>
                <a:gd name="T2" fmla="*/ 229 w 33"/>
                <a:gd name="T3" fmla="*/ 33 h 16"/>
                <a:gd name="T4" fmla="*/ 104 w 33"/>
                <a:gd name="T5" fmla="*/ 20 h 16"/>
                <a:gd name="T6" fmla="*/ 0 w 33"/>
                <a:gd name="T7" fmla="*/ 63 h 16"/>
                <a:gd name="T8" fmla="*/ 92 w 33"/>
                <a:gd name="T9" fmla="*/ 33 h 16"/>
                <a:gd name="T10" fmla="*/ 229 w 33"/>
                <a:gd name="T11" fmla="*/ 50 h 16"/>
                <a:gd name="T12" fmla="*/ 403 w 33"/>
                <a:gd name="T13" fmla="*/ 83 h 16"/>
                <a:gd name="T14" fmla="*/ 475 w 33"/>
                <a:gd name="T15" fmla="*/ 250 h 16"/>
                <a:gd name="T16" fmla="*/ 475 w 33"/>
                <a:gd name="T17" fmla="*/ 250 h 16"/>
                <a:gd name="T18" fmla="*/ 412 w 33"/>
                <a:gd name="T19" fmla="*/ 6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6">
                  <a:moveTo>
                    <a:pt x="27" y="4"/>
                  </a:moveTo>
                  <a:cubicBezTo>
                    <a:pt x="23" y="2"/>
                    <a:pt x="18" y="2"/>
                    <a:pt x="15" y="2"/>
                  </a:cubicBezTo>
                  <a:cubicBezTo>
                    <a:pt x="13" y="1"/>
                    <a:pt x="9" y="0"/>
                    <a:pt x="7" y="1"/>
                  </a:cubicBezTo>
                  <a:cubicBezTo>
                    <a:pt x="4" y="1"/>
                    <a:pt x="1" y="2"/>
                    <a:pt x="0" y="4"/>
                  </a:cubicBezTo>
                  <a:cubicBezTo>
                    <a:pt x="1" y="3"/>
                    <a:pt x="3" y="2"/>
                    <a:pt x="6" y="2"/>
                  </a:cubicBezTo>
                  <a:cubicBezTo>
                    <a:pt x="8" y="1"/>
                    <a:pt x="12" y="2"/>
                    <a:pt x="15" y="3"/>
                  </a:cubicBezTo>
                  <a:cubicBezTo>
                    <a:pt x="17" y="3"/>
                    <a:pt x="22" y="3"/>
                    <a:pt x="26" y="5"/>
                  </a:cubicBezTo>
                  <a:cubicBezTo>
                    <a:pt x="30" y="7"/>
                    <a:pt x="32" y="10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3" y="10"/>
                    <a:pt x="31" y="7"/>
                    <a:pt x="27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3" name="Freeform 689">
              <a:extLst>
                <a:ext uri="{FF2B5EF4-FFF2-40B4-BE49-F238E27FC236}">
                  <a16:creationId xmlns:a16="http://schemas.microsoft.com/office/drawing/2014/main" id="{85041EFA-3072-4589-8D9F-6E3FD5D92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002"/>
              <a:ext cx="92" cy="55"/>
            </a:xfrm>
            <a:custGeom>
              <a:avLst/>
              <a:gdLst>
                <a:gd name="T0" fmla="*/ 291 w 37"/>
                <a:gd name="T1" fmla="*/ 313 h 22"/>
                <a:gd name="T2" fmla="*/ 104 w 37"/>
                <a:gd name="T3" fmla="*/ 0 h 22"/>
                <a:gd name="T4" fmla="*/ 104 w 37"/>
                <a:gd name="T5" fmla="*/ 0 h 22"/>
                <a:gd name="T6" fmla="*/ 92 w 37"/>
                <a:gd name="T7" fmla="*/ 20 h 22"/>
                <a:gd name="T8" fmla="*/ 278 w 37"/>
                <a:gd name="T9" fmla="*/ 333 h 22"/>
                <a:gd name="T10" fmla="*/ 569 w 37"/>
                <a:gd name="T11" fmla="*/ 238 h 22"/>
                <a:gd name="T12" fmla="*/ 291 w 37"/>
                <a:gd name="T13" fmla="*/ 31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2">
                  <a:moveTo>
                    <a:pt x="19" y="20"/>
                  </a:moveTo>
                  <a:cubicBezTo>
                    <a:pt x="8" y="17"/>
                    <a:pt x="1" y="9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0" y="10"/>
                    <a:pt x="7" y="18"/>
                    <a:pt x="18" y="21"/>
                  </a:cubicBezTo>
                  <a:cubicBezTo>
                    <a:pt x="26" y="22"/>
                    <a:pt x="34" y="19"/>
                    <a:pt x="37" y="15"/>
                  </a:cubicBezTo>
                  <a:cubicBezTo>
                    <a:pt x="34" y="19"/>
                    <a:pt x="27" y="21"/>
                    <a:pt x="19" y="2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4" name="Freeform 690">
              <a:extLst>
                <a:ext uri="{FF2B5EF4-FFF2-40B4-BE49-F238E27FC236}">
                  <a16:creationId xmlns:a16="http://schemas.microsoft.com/office/drawing/2014/main" id="{6EB979FD-46F0-40FC-A6DC-D3814B985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3010"/>
              <a:ext cx="55" cy="30"/>
            </a:xfrm>
            <a:custGeom>
              <a:avLst/>
              <a:gdLst>
                <a:gd name="T0" fmla="*/ 345 w 22"/>
                <a:gd name="T1" fmla="*/ 95 h 12"/>
                <a:gd name="T2" fmla="*/ 95 w 22"/>
                <a:gd name="T3" fmla="*/ 158 h 12"/>
                <a:gd name="T4" fmla="*/ 50 w 22"/>
                <a:gd name="T5" fmla="*/ 33 h 12"/>
                <a:gd name="T6" fmla="*/ 208 w 22"/>
                <a:gd name="T7" fmla="*/ 20 h 12"/>
                <a:gd name="T8" fmla="*/ 345 w 22"/>
                <a:gd name="T9" fmla="*/ 9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22" y="6"/>
                  </a:moveTo>
                  <a:cubicBezTo>
                    <a:pt x="20" y="12"/>
                    <a:pt x="12" y="12"/>
                    <a:pt x="6" y="10"/>
                  </a:cubicBezTo>
                  <a:cubicBezTo>
                    <a:pt x="0" y="8"/>
                    <a:pt x="0" y="3"/>
                    <a:pt x="3" y="2"/>
                  </a:cubicBezTo>
                  <a:cubicBezTo>
                    <a:pt x="6" y="0"/>
                    <a:pt x="8" y="0"/>
                    <a:pt x="13" y="1"/>
                  </a:cubicBezTo>
                  <a:cubicBezTo>
                    <a:pt x="18" y="2"/>
                    <a:pt x="22" y="4"/>
                    <a:pt x="22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5" name="Freeform 691">
              <a:extLst>
                <a:ext uri="{FF2B5EF4-FFF2-40B4-BE49-F238E27FC236}">
                  <a16:creationId xmlns:a16="http://schemas.microsoft.com/office/drawing/2014/main" id="{4880EEC0-D226-4394-8D4B-12FFEE78C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3017"/>
              <a:ext cx="55" cy="23"/>
            </a:xfrm>
            <a:custGeom>
              <a:avLst/>
              <a:gdLst>
                <a:gd name="T0" fmla="*/ 113 w 22"/>
                <a:gd name="T1" fmla="*/ 84 h 9"/>
                <a:gd name="T2" fmla="*/ 33 w 22"/>
                <a:gd name="T3" fmla="*/ 0 h 9"/>
                <a:gd name="T4" fmla="*/ 95 w 22"/>
                <a:gd name="T5" fmla="*/ 118 h 9"/>
                <a:gd name="T6" fmla="*/ 345 w 22"/>
                <a:gd name="T7" fmla="*/ 51 h 9"/>
                <a:gd name="T8" fmla="*/ 113 w 22"/>
                <a:gd name="T9" fmla="*/ 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">
                  <a:moveTo>
                    <a:pt x="7" y="5"/>
                  </a:moveTo>
                  <a:cubicBezTo>
                    <a:pt x="3" y="4"/>
                    <a:pt x="1" y="2"/>
                    <a:pt x="2" y="0"/>
                  </a:cubicBezTo>
                  <a:cubicBezTo>
                    <a:pt x="0" y="2"/>
                    <a:pt x="1" y="5"/>
                    <a:pt x="6" y="7"/>
                  </a:cubicBezTo>
                  <a:cubicBezTo>
                    <a:pt x="12" y="9"/>
                    <a:pt x="20" y="9"/>
                    <a:pt x="22" y="3"/>
                  </a:cubicBezTo>
                  <a:cubicBezTo>
                    <a:pt x="19" y="7"/>
                    <a:pt x="12" y="7"/>
                    <a:pt x="7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6" name="Freeform 692">
              <a:extLst>
                <a:ext uri="{FF2B5EF4-FFF2-40B4-BE49-F238E27FC236}">
                  <a16:creationId xmlns:a16="http://schemas.microsoft.com/office/drawing/2014/main" id="{7073B9B9-B53D-47BE-9B5F-B6E170E02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010"/>
              <a:ext cx="35" cy="10"/>
            </a:xfrm>
            <a:custGeom>
              <a:avLst/>
              <a:gdLst>
                <a:gd name="T0" fmla="*/ 0 w 14"/>
                <a:gd name="T1" fmla="*/ 20 h 4"/>
                <a:gd name="T2" fmla="*/ 220 w 14"/>
                <a:gd name="T3" fmla="*/ 63 h 4"/>
                <a:gd name="T4" fmla="*/ 95 w 14"/>
                <a:gd name="T5" fmla="*/ 33 h 4"/>
                <a:gd name="T6" fmla="*/ 0 w 1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">
                  <a:moveTo>
                    <a:pt x="0" y="1"/>
                  </a:moveTo>
                  <a:cubicBezTo>
                    <a:pt x="4" y="0"/>
                    <a:pt x="11" y="1"/>
                    <a:pt x="14" y="4"/>
                  </a:cubicBezTo>
                  <a:cubicBezTo>
                    <a:pt x="12" y="3"/>
                    <a:pt x="9" y="2"/>
                    <a:pt x="6" y="2"/>
                  </a:cubicBezTo>
                  <a:cubicBezTo>
                    <a:pt x="4" y="2"/>
                    <a:pt x="0" y="1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7" name="Freeform 693">
              <a:extLst>
                <a:ext uri="{FF2B5EF4-FFF2-40B4-BE49-F238E27FC236}">
                  <a16:creationId xmlns:a16="http://schemas.microsoft.com/office/drawing/2014/main" id="{DB6CD86A-5518-4DA1-9F7A-B134A57B5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007"/>
              <a:ext cx="30" cy="13"/>
            </a:xfrm>
            <a:custGeom>
              <a:avLst/>
              <a:gdLst>
                <a:gd name="T0" fmla="*/ 113 w 12"/>
                <a:gd name="T1" fmla="*/ 21 h 5"/>
                <a:gd name="T2" fmla="*/ 0 w 12"/>
                <a:gd name="T3" fmla="*/ 21 h 5"/>
                <a:gd name="T4" fmla="*/ 188 w 12"/>
                <a:gd name="T5" fmla="*/ 88 h 5"/>
                <a:gd name="T6" fmla="*/ 113 w 12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7" y="1"/>
                  </a:moveTo>
                  <a:cubicBezTo>
                    <a:pt x="5" y="1"/>
                    <a:pt x="3" y="0"/>
                    <a:pt x="0" y="1"/>
                  </a:cubicBezTo>
                  <a:cubicBezTo>
                    <a:pt x="2" y="1"/>
                    <a:pt x="11" y="2"/>
                    <a:pt x="12" y="5"/>
                  </a:cubicBezTo>
                  <a:cubicBezTo>
                    <a:pt x="12" y="4"/>
                    <a:pt x="10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8" name="Freeform 694">
              <a:extLst>
                <a:ext uri="{FF2B5EF4-FFF2-40B4-BE49-F238E27FC236}">
                  <a16:creationId xmlns:a16="http://schemas.microsoft.com/office/drawing/2014/main" id="{DC41C205-7627-474B-8005-D89BE9FD8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030"/>
              <a:ext cx="37" cy="15"/>
            </a:xfrm>
            <a:custGeom>
              <a:avLst/>
              <a:gdLst>
                <a:gd name="T0" fmla="*/ 0 w 15"/>
                <a:gd name="T1" fmla="*/ 0 h 6"/>
                <a:gd name="T2" fmla="*/ 224 w 15"/>
                <a:gd name="T3" fmla="*/ 50 h 6"/>
                <a:gd name="T4" fmla="*/ 0 w 1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2" y="2"/>
                    <a:pt x="9" y="5"/>
                    <a:pt x="15" y="3"/>
                  </a:cubicBezTo>
                  <a:cubicBezTo>
                    <a:pt x="13" y="4"/>
                    <a:pt x="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9" name="Freeform 695">
              <a:extLst>
                <a:ext uri="{FF2B5EF4-FFF2-40B4-BE49-F238E27FC236}">
                  <a16:creationId xmlns:a16="http://schemas.microsoft.com/office/drawing/2014/main" id="{6FFEBF16-F793-4AF9-A491-0BCF1827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992"/>
              <a:ext cx="108" cy="68"/>
            </a:xfrm>
            <a:custGeom>
              <a:avLst/>
              <a:gdLst>
                <a:gd name="T0" fmla="*/ 239 w 43"/>
                <a:gd name="T1" fmla="*/ 0 h 27"/>
                <a:gd name="T2" fmla="*/ 113 w 43"/>
                <a:gd name="T3" fmla="*/ 83 h 27"/>
                <a:gd name="T4" fmla="*/ 284 w 43"/>
                <a:gd name="T5" fmla="*/ 400 h 27"/>
                <a:gd name="T6" fmla="*/ 651 w 43"/>
                <a:gd name="T7" fmla="*/ 254 h 27"/>
                <a:gd name="T8" fmla="*/ 568 w 43"/>
                <a:gd name="T9" fmla="*/ 63 h 27"/>
                <a:gd name="T10" fmla="*/ 379 w 43"/>
                <a:gd name="T11" fmla="*/ 20 h 27"/>
                <a:gd name="T12" fmla="*/ 239 w 4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">
                  <a:moveTo>
                    <a:pt x="15" y="0"/>
                  </a:moveTo>
                  <a:cubicBezTo>
                    <a:pt x="11" y="1"/>
                    <a:pt x="8" y="2"/>
                    <a:pt x="7" y="5"/>
                  </a:cubicBezTo>
                  <a:cubicBezTo>
                    <a:pt x="0" y="14"/>
                    <a:pt x="8" y="23"/>
                    <a:pt x="18" y="25"/>
                  </a:cubicBezTo>
                  <a:cubicBezTo>
                    <a:pt x="29" y="27"/>
                    <a:pt x="39" y="22"/>
                    <a:pt x="41" y="16"/>
                  </a:cubicBezTo>
                  <a:cubicBezTo>
                    <a:pt x="43" y="11"/>
                    <a:pt x="41" y="7"/>
                    <a:pt x="36" y="4"/>
                  </a:cubicBezTo>
                  <a:cubicBezTo>
                    <a:pt x="32" y="2"/>
                    <a:pt x="27" y="1"/>
                    <a:pt x="24" y="1"/>
                  </a:cubicBezTo>
                  <a:cubicBezTo>
                    <a:pt x="21" y="1"/>
                    <a:pt x="18" y="0"/>
                    <a:pt x="15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0" name="Freeform 696">
              <a:extLst>
                <a:ext uri="{FF2B5EF4-FFF2-40B4-BE49-F238E27FC236}">
                  <a16:creationId xmlns:a16="http://schemas.microsoft.com/office/drawing/2014/main" id="{32181804-289D-469D-93A1-6DD36E619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015"/>
              <a:ext cx="52" cy="25"/>
            </a:xfrm>
            <a:custGeom>
              <a:avLst/>
              <a:gdLst>
                <a:gd name="T0" fmla="*/ 0 w 21"/>
                <a:gd name="T1" fmla="*/ 50 h 10"/>
                <a:gd name="T2" fmla="*/ 74 w 21"/>
                <a:gd name="T3" fmla="*/ 125 h 10"/>
                <a:gd name="T4" fmla="*/ 275 w 21"/>
                <a:gd name="T5" fmla="*/ 125 h 10"/>
                <a:gd name="T6" fmla="*/ 319 w 21"/>
                <a:gd name="T7" fmla="*/ 63 h 10"/>
                <a:gd name="T8" fmla="*/ 275 w 21"/>
                <a:gd name="T9" fmla="*/ 125 h 10"/>
                <a:gd name="T10" fmla="*/ 74 w 21"/>
                <a:gd name="T11" fmla="*/ 125 h 10"/>
                <a:gd name="T12" fmla="*/ 0 w 21"/>
                <a:gd name="T13" fmla="*/ 50 h 10"/>
                <a:gd name="T14" fmla="*/ 30 w 21"/>
                <a:gd name="T15" fmla="*/ 0 h 10"/>
                <a:gd name="T16" fmla="*/ 0 w 21"/>
                <a:gd name="T17" fmla="*/ 5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0">
                  <a:moveTo>
                    <a:pt x="0" y="3"/>
                  </a:moveTo>
                  <a:cubicBezTo>
                    <a:pt x="0" y="5"/>
                    <a:pt x="2" y="7"/>
                    <a:pt x="5" y="8"/>
                  </a:cubicBezTo>
                  <a:cubicBezTo>
                    <a:pt x="10" y="10"/>
                    <a:pt x="15" y="10"/>
                    <a:pt x="18" y="8"/>
                  </a:cubicBezTo>
                  <a:cubicBezTo>
                    <a:pt x="19" y="7"/>
                    <a:pt x="20" y="6"/>
                    <a:pt x="21" y="4"/>
                  </a:cubicBezTo>
                  <a:cubicBezTo>
                    <a:pt x="20" y="6"/>
                    <a:pt x="19" y="7"/>
                    <a:pt x="18" y="8"/>
                  </a:cubicBezTo>
                  <a:cubicBezTo>
                    <a:pt x="15" y="9"/>
                    <a:pt x="10" y="9"/>
                    <a:pt x="5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1" name="Freeform 697">
              <a:extLst>
                <a:ext uri="{FF2B5EF4-FFF2-40B4-BE49-F238E27FC236}">
                  <a16:creationId xmlns:a16="http://schemas.microsoft.com/office/drawing/2014/main" id="{4EA5732A-95B5-4375-A9BF-A0C73AE84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3517"/>
              <a:ext cx="72" cy="103"/>
            </a:xfrm>
            <a:custGeom>
              <a:avLst/>
              <a:gdLst>
                <a:gd name="T0" fmla="*/ 12 w 29"/>
                <a:gd name="T1" fmla="*/ 430 h 41"/>
                <a:gd name="T2" fmla="*/ 124 w 29"/>
                <a:gd name="T3" fmla="*/ 618 h 41"/>
                <a:gd name="T4" fmla="*/ 382 w 29"/>
                <a:gd name="T5" fmla="*/ 397 h 41"/>
                <a:gd name="T6" fmla="*/ 353 w 29"/>
                <a:gd name="T7" fmla="*/ 50 h 41"/>
                <a:gd name="T8" fmla="*/ 196 w 29"/>
                <a:gd name="T9" fmla="*/ 63 h 41"/>
                <a:gd name="T10" fmla="*/ 104 w 29"/>
                <a:gd name="T11" fmla="*/ 251 h 41"/>
                <a:gd name="T12" fmla="*/ 12 w 29"/>
                <a:gd name="T13" fmla="*/ 43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1">
                  <a:moveTo>
                    <a:pt x="1" y="27"/>
                  </a:moveTo>
                  <a:cubicBezTo>
                    <a:pt x="0" y="33"/>
                    <a:pt x="2" y="37"/>
                    <a:pt x="8" y="39"/>
                  </a:cubicBezTo>
                  <a:cubicBezTo>
                    <a:pt x="15" y="41"/>
                    <a:pt x="21" y="35"/>
                    <a:pt x="25" y="25"/>
                  </a:cubicBezTo>
                  <a:cubicBezTo>
                    <a:pt x="29" y="14"/>
                    <a:pt x="29" y="8"/>
                    <a:pt x="23" y="3"/>
                  </a:cubicBezTo>
                  <a:cubicBezTo>
                    <a:pt x="20" y="0"/>
                    <a:pt x="17" y="1"/>
                    <a:pt x="13" y="4"/>
                  </a:cubicBezTo>
                  <a:cubicBezTo>
                    <a:pt x="10" y="7"/>
                    <a:pt x="10" y="10"/>
                    <a:pt x="7" y="16"/>
                  </a:cubicBezTo>
                  <a:cubicBezTo>
                    <a:pt x="6" y="19"/>
                    <a:pt x="2" y="22"/>
                    <a:pt x="1" y="27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2" name="Freeform 698">
              <a:extLst>
                <a:ext uri="{FF2B5EF4-FFF2-40B4-BE49-F238E27FC236}">
                  <a16:creationId xmlns:a16="http://schemas.microsoft.com/office/drawing/2014/main" id="{AF5DFF9E-A8B8-426D-979E-23C68821C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3537"/>
              <a:ext cx="37" cy="65"/>
            </a:xfrm>
            <a:custGeom>
              <a:avLst/>
              <a:gdLst>
                <a:gd name="T0" fmla="*/ 153 w 15"/>
                <a:gd name="T1" fmla="*/ 33 h 26"/>
                <a:gd name="T2" fmla="*/ 153 w 15"/>
                <a:gd name="T3" fmla="*/ 250 h 26"/>
                <a:gd name="T4" fmla="*/ 0 w 15"/>
                <a:gd name="T5" fmla="*/ 313 h 26"/>
                <a:gd name="T6" fmla="*/ 74 w 15"/>
                <a:gd name="T7" fmla="*/ 158 h 26"/>
                <a:gd name="T8" fmla="*/ 153 w 15"/>
                <a:gd name="T9" fmla="*/ 3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10" y="2"/>
                  </a:moveTo>
                  <a:cubicBezTo>
                    <a:pt x="13" y="0"/>
                    <a:pt x="15" y="6"/>
                    <a:pt x="10" y="16"/>
                  </a:cubicBezTo>
                  <a:cubicBezTo>
                    <a:pt x="6" y="26"/>
                    <a:pt x="0" y="25"/>
                    <a:pt x="0" y="20"/>
                  </a:cubicBezTo>
                  <a:cubicBezTo>
                    <a:pt x="0" y="16"/>
                    <a:pt x="2" y="15"/>
                    <a:pt x="5" y="10"/>
                  </a:cubicBezTo>
                  <a:cubicBezTo>
                    <a:pt x="8" y="5"/>
                    <a:pt x="8" y="4"/>
                    <a:pt x="1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3" name="Freeform 699">
              <a:extLst>
                <a:ext uri="{FF2B5EF4-FFF2-40B4-BE49-F238E27FC236}">
                  <a16:creationId xmlns:a16="http://schemas.microsoft.com/office/drawing/2014/main" id="{D7095906-68B8-4802-856B-730CFE372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3545"/>
              <a:ext cx="30" cy="57"/>
            </a:xfrm>
            <a:custGeom>
              <a:avLst/>
              <a:gdLst>
                <a:gd name="T0" fmla="*/ 145 w 12"/>
                <a:gd name="T1" fmla="*/ 196 h 23"/>
                <a:gd name="T2" fmla="*/ 188 w 12"/>
                <a:gd name="T3" fmla="*/ 0 h 23"/>
                <a:gd name="T4" fmla="*/ 125 w 12"/>
                <a:gd name="T5" fmla="*/ 183 h 23"/>
                <a:gd name="T6" fmla="*/ 0 w 12"/>
                <a:gd name="T7" fmla="*/ 278 h 23"/>
                <a:gd name="T8" fmla="*/ 145 w 12"/>
                <a:gd name="T9" fmla="*/ 19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9" y="13"/>
                  </a:moveTo>
                  <a:cubicBezTo>
                    <a:pt x="12" y="7"/>
                    <a:pt x="12" y="2"/>
                    <a:pt x="12" y="0"/>
                  </a:cubicBezTo>
                  <a:cubicBezTo>
                    <a:pt x="12" y="4"/>
                    <a:pt x="10" y="8"/>
                    <a:pt x="8" y="12"/>
                  </a:cubicBezTo>
                  <a:cubicBezTo>
                    <a:pt x="7" y="15"/>
                    <a:pt x="3" y="23"/>
                    <a:pt x="0" y="18"/>
                  </a:cubicBezTo>
                  <a:cubicBezTo>
                    <a:pt x="0" y="22"/>
                    <a:pt x="5" y="23"/>
                    <a:pt x="9" y="13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4" name="Freeform 700">
              <a:extLst>
                <a:ext uri="{FF2B5EF4-FFF2-40B4-BE49-F238E27FC236}">
                  <a16:creationId xmlns:a16="http://schemas.microsoft.com/office/drawing/2014/main" id="{2B172A9E-2DC1-4C56-ABCB-462229CDD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3542"/>
              <a:ext cx="23" cy="40"/>
            </a:xfrm>
            <a:custGeom>
              <a:avLst/>
              <a:gdLst>
                <a:gd name="T0" fmla="*/ 84 w 9"/>
                <a:gd name="T1" fmla="*/ 125 h 16"/>
                <a:gd name="T2" fmla="*/ 118 w 9"/>
                <a:gd name="T3" fmla="*/ 63 h 16"/>
                <a:gd name="T4" fmla="*/ 151 w 9"/>
                <a:gd name="T5" fmla="*/ 0 h 16"/>
                <a:gd name="T6" fmla="*/ 66 w 9"/>
                <a:gd name="T7" fmla="*/ 125 h 16"/>
                <a:gd name="T8" fmla="*/ 0 w 9"/>
                <a:gd name="T9" fmla="*/ 250 h 16"/>
                <a:gd name="T10" fmla="*/ 33 w 9"/>
                <a:gd name="T11" fmla="*/ 208 h 16"/>
                <a:gd name="T12" fmla="*/ 84 w 9"/>
                <a:gd name="T13" fmla="*/ 12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6">
                  <a:moveTo>
                    <a:pt x="5" y="8"/>
                  </a:moveTo>
                  <a:cubicBezTo>
                    <a:pt x="6" y="7"/>
                    <a:pt x="6" y="6"/>
                    <a:pt x="7" y="4"/>
                  </a:cubicBezTo>
                  <a:cubicBezTo>
                    <a:pt x="7" y="3"/>
                    <a:pt x="8" y="1"/>
                    <a:pt x="9" y="0"/>
                  </a:cubicBezTo>
                  <a:cubicBezTo>
                    <a:pt x="7" y="2"/>
                    <a:pt x="7" y="3"/>
                    <a:pt x="4" y="8"/>
                  </a:cubicBezTo>
                  <a:cubicBezTo>
                    <a:pt x="1" y="13"/>
                    <a:pt x="0" y="14"/>
                    <a:pt x="0" y="16"/>
                  </a:cubicBezTo>
                  <a:cubicBezTo>
                    <a:pt x="0" y="15"/>
                    <a:pt x="1" y="13"/>
                    <a:pt x="2" y="13"/>
                  </a:cubicBezTo>
                  <a:cubicBezTo>
                    <a:pt x="3" y="11"/>
                    <a:pt x="4" y="10"/>
                    <a:pt x="5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5" name="Freeform 701">
              <a:extLst>
                <a:ext uri="{FF2B5EF4-FFF2-40B4-BE49-F238E27FC236}">
                  <a16:creationId xmlns:a16="http://schemas.microsoft.com/office/drawing/2014/main" id="{37792574-FF53-4F04-83E7-32B64ABB4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572"/>
              <a:ext cx="30" cy="43"/>
            </a:xfrm>
            <a:custGeom>
              <a:avLst/>
              <a:gdLst>
                <a:gd name="T0" fmla="*/ 50 w 12"/>
                <a:gd name="T1" fmla="*/ 0 h 17"/>
                <a:gd name="T2" fmla="*/ 33 w 12"/>
                <a:gd name="T3" fmla="*/ 210 h 17"/>
                <a:gd name="T4" fmla="*/ 188 w 12"/>
                <a:gd name="T5" fmla="*/ 255 h 17"/>
                <a:gd name="T6" fmla="*/ 33 w 12"/>
                <a:gd name="T7" fmla="*/ 180 h 17"/>
                <a:gd name="T8" fmla="*/ 50 w 1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3" y="0"/>
                  </a:moveTo>
                  <a:cubicBezTo>
                    <a:pt x="1" y="2"/>
                    <a:pt x="0" y="9"/>
                    <a:pt x="2" y="13"/>
                  </a:cubicBezTo>
                  <a:cubicBezTo>
                    <a:pt x="5" y="16"/>
                    <a:pt x="10" y="17"/>
                    <a:pt x="12" y="16"/>
                  </a:cubicBezTo>
                  <a:cubicBezTo>
                    <a:pt x="11" y="16"/>
                    <a:pt x="4" y="16"/>
                    <a:pt x="2" y="11"/>
                  </a:cubicBezTo>
                  <a:cubicBezTo>
                    <a:pt x="0" y="6"/>
                    <a:pt x="2" y="1"/>
                    <a:pt x="3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6" name="Freeform 702">
              <a:extLst>
                <a:ext uri="{FF2B5EF4-FFF2-40B4-BE49-F238E27FC236}">
                  <a16:creationId xmlns:a16="http://schemas.microsoft.com/office/drawing/2014/main" id="{C41925BC-986D-4A31-BE70-D22D729F9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522"/>
              <a:ext cx="25" cy="33"/>
            </a:xfrm>
            <a:custGeom>
              <a:avLst/>
              <a:gdLst>
                <a:gd name="T0" fmla="*/ 0 w 10"/>
                <a:gd name="T1" fmla="*/ 213 h 13"/>
                <a:gd name="T2" fmla="*/ 158 w 10"/>
                <a:gd name="T3" fmla="*/ 0 h 13"/>
                <a:gd name="T4" fmla="*/ 63 w 10"/>
                <a:gd name="T5" fmla="*/ 96 h 13"/>
                <a:gd name="T6" fmla="*/ 0 w 10"/>
                <a:gd name="T7" fmla="*/ 2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2" y="9"/>
                    <a:pt x="3" y="3"/>
                    <a:pt x="10" y="0"/>
                  </a:cubicBezTo>
                  <a:cubicBezTo>
                    <a:pt x="8" y="1"/>
                    <a:pt x="6" y="3"/>
                    <a:pt x="4" y="6"/>
                  </a:cubicBezTo>
                  <a:cubicBezTo>
                    <a:pt x="2" y="8"/>
                    <a:pt x="1" y="12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7" name="Freeform 703">
              <a:extLst>
                <a:ext uri="{FF2B5EF4-FFF2-40B4-BE49-F238E27FC236}">
                  <a16:creationId xmlns:a16="http://schemas.microsoft.com/office/drawing/2014/main" id="{24044491-3DBC-4151-B22F-493D40264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545"/>
              <a:ext cx="25" cy="52"/>
            </a:xfrm>
            <a:custGeom>
              <a:avLst/>
              <a:gdLst>
                <a:gd name="T0" fmla="*/ 0 w 10"/>
                <a:gd name="T1" fmla="*/ 319 h 21"/>
                <a:gd name="T2" fmla="*/ 95 w 10"/>
                <a:gd name="T3" fmla="*/ 183 h 21"/>
                <a:gd name="T4" fmla="*/ 125 w 10"/>
                <a:gd name="T5" fmla="*/ 0 h 21"/>
                <a:gd name="T6" fmla="*/ 113 w 10"/>
                <a:gd name="T7" fmla="*/ 196 h 21"/>
                <a:gd name="T8" fmla="*/ 0 w 10"/>
                <a:gd name="T9" fmla="*/ 3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2" y="20"/>
                    <a:pt x="4" y="17"/>
                    <a:pt x="6" y="12"/>
                  </a:cubicBezTo>
                  <a:cubicBezTo>
                    <a:pt x="8" y="7"/>
                    <a:pt x="9" y="3"/>
                    <a:pt x="8" y="0"/>
                  </a:cubicBezTo>
                  <a:cubicBezTo>
                    <a:pt x="9" y="2"/>
                    <a:pt x="10" y="6"/>
                    <a:pt x="7" y="13"/>
                  </a:cubicBezTo>
                  <a:cubicBezTo>
                    <a:pt x="4" y="19"/>
                    <a:pt x="2" y="20"/>
                    <a:pt x="0" y="21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8" name="Freeform 704">
              <a:extLst>
                <a:ext uri="{FF2B5EF4-FFF2-40B4-BE49-F238E27FC236}">
                  <a16:creationId xmlns:a16="http://schemas.microsoft.com/office/drawing/2014/main" id="{43675ADD-2F61-4BC3-9597-11DF4CE55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3525"/>
              <a:ext cx="20" cy="75"/>
            </a:xfrm>
            <a:custGeom>
              <a:avLst/>
              <a:gdLst>
                <a:gd name="T0" fmla="*/ 0 w 8"/>
                <a:gd name="T1" fmla="*/ 470 h 30"/>
                <a:gd name="T2" fmla="*/ 113 w 8"/>
                <a:gd name="T3" fmla="*/ 125 h 30"/>
                <a:gd name="T4" fmla="*/ 50 w 8"/>
                <a:gd name="T5" fmla="*/ 0 h 30"/>
                <a:gd name="T6" fmla="*/ 95 w 8"/>
                <a:gd name="T7" fmla="*/ 188 h 30"/>
                <a:gd name="T8" fmla="*/ 0 w 8"/>
                <a:gd name="T9" fmla="*/ 47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0">
                  <a:moveTo>
                    <a:pt x="0" y="30"/>
                  </a:moveTo>
                  <a:cubicBezTo>
                    <a:pt x="2" y="27"/>
                    <a:pt x="8" y="15"/>
                    <a:pt x="7" y="8"/>
                  </a:cubicBezTo>
                  <a:cubicBezTo>
                    <a:pt x="7" y="6"/>
                    <a:pt x="6" y="3"/>
                    <a:pt x="3" y="0"/>
                  </a:cubicBezTo>
                  <a:cubicBezTo>
                    <a:pt x="3" y="1"/>
                    <a:pt x="7" y="4"/>
                    <a:pt x="6" y="12"/>
                  </a:cubicBezTo>
                  <a:cubicBezTo>
                    <a:pt x="5" y="20"/>
                    <a:pt x="0" y="30"/>
                    <a:pt x="0" y="3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9" name="Freeform 705">
              <a:extLst>
                <a:ext uri="{FF2B5EF4-FFF2-40B4-BE49-F238E27FC236}">
                  <a16:creationId xmlns:a16="http://schemas.microsoft.com/office/drawing/2014/main" id="{CA06462A-FE83-4066-9FCB-BFDF1379B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3517"/>
              <a:ext cx="72" cy="103"/>
            </a:xfrm>
            <a:custGeom>
              <a:avLst/>
              <a:gdLst>
                <a:gd name="T0" fmla="*/ 12 w 29"/>
                <a:gd name="T1" fmla="*/ 430 h 41"/>
                <a:gd name="T2" fmla="*/ 124 w 29"/>
                <a:gd name="T3" fmla="*/ 618 h 41"/>
                <a:gd name="T4" fmla="*/ 382 w 29"/>
                <a:gd name="T5" fmla="*/ 397 h 41"/>
                <a:gd name="T6" fmla="*/ 353 w 29"/>
                <a:gd name="T7" fmla="*/ 50 h 41"/>
                <a:gd name="T8" fmla="*/ 196 w 29"/>
                <a:gd name="T9" fmla="*/ 63 h 41"/>
                <a:gd name="T10" fmla="*/ 104 w 29"/>
                <a:gd name="T11" fmla="*/ 251 h 41"/>
                <a:gd name="T12" fmla="*/ 12 w 29"/>
                <a:gd name="T13" fmla="*/ 43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1">
                  <a:moveTo>
                    <a:pt x="1" y="27"/>
                  </a:moveTo>
                  <a:cubicBezTo>
                    <a:pt x="0" y="33"/>
                    <a:pt x="2" y="37"/>
                    <a:pt x="8" y="39"/>
                  </a:cubicBezTo>
                  <a:cubicBezTo>
                    <a:pt x="15" y="41"/>
                    <a:pt x="21" y="35"/>
                    <a:pt x="25" y="25"/>
                  </a:cubicBezTo>
                  <a:cubicBezTo>
                    <a:pt x="29" y="14"/>
                    <a:pt x="29" y="8"/>
                    <a:pt x="23" y="3"/>
                  </a:cubicBezTo>
                  <a:cubicBezTo>
                    <a:pt x="20" y="0"/>
                    <a:pt x="17" y="1"/>
                    <a:pt x="13" y="4"/>
                  </a:cubicBezTo>
                  <a:cubicBezTo>
                    <a:pt x="10" y="7"/>
                    <a:pt x="10" y="10"/>
                    <a:pt x="7" y="16"/>
                  </a:cubicBezTo>
                  <a:cubicBezTo>
                    <a:pt x="6" y="19"/>
                    <a:pt x="2" y="22"/>
                    <a:pt x="1" y="27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0" name="Freeform 706">
              <a:extLst>
                <a:ext uri="{FF2B5EF4-FFF2-40B4-BE49-F238E27FC236}">
                  <a16:creationId xmlns:a16="http://schemas.microsoft.com/office/drawing/2014/main" id="{6D0FB4A5-D6F5-47C7-9B54-36D1EACB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3540"/>
              <a:ext cx="35" cy="57"/>
            </a:xfrm>
            <a:custGeom>
              <a:avLst/>
              <a:gdLst>
                <a:gd name="T0" fmla="*/ 158 w 14"/>
                <a:gd name="T1" fmla="*/ 12 h 23"/>
                <a:gd name="T2" fmla="*/ 188 w 14"/>
                <a:gd name="T3" fmla="*/ 12 h 23"/>
                <a:gd name="T4" fmla="*/ 158 w 14"/>
                <a:gd name="T5" fmla="*/ 228 h 23"/>
                <a:gd name="T6" fmla="*/ 50 w 14"/>
                <a:gd name="T7" fmla="*/ 349 h 23"/>
                <a:gd name="T8" fmla="*/ 0 w 14"/>
                <a:gd name="T9" fmla="*/ 287 h 23"/>
                <a:gd name="T10" fmla="*/ 50 w 14"/>
                <a:gd name="T11" fmla="*/ 349 h 23"/>
                <a:gd name="T12" fmla="*/ 175 w 14"/>
                <a:gd name="T13" fmla="*/ 228 h 23"/>
                <a:gd name="T14" fmla="*/ 188 w 14"/>
                <a:gd name="T15" fmla="*/ 12 h 23"/>
                <a:gd name="T16" fmla="*/ 158 w 14"/>
                <a:gd name="T17" fmla="*/ 12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3">
                  <a:moveTo>
                    <a:pt x="10" y="1"/>
                  </a:moveTo>
                  <a:cubicBezTo>
                    <a:pt x="11" y="1"/>
                    <a:pt x="12" y="1"/>
                    <a:pt x="12" y="1"/>
                  </a:cubicBezTo>
                  <a:cubicBezTo>
                    <a:pt x="13" y="2"/>
                    <a:pt x="14" y="7"/>
                    <a:pt x="10" y="15"/>
                  </a:cubicBezTo>
                  <a:cubicBezTo>
                    <a:pt x="8" y="21"/>
                    <a:pt x="5" y="23"/>
                    <a:pt x="3" y="23"/>
                  </a:cubicBezTo>
                  <a:cubicBezTo>
                    <a:pt x="1" y="22"/>
                    <a:pt x="0" y="21"/>
                    <a:pt x="0" y="19"/>
                  </a:cubicBezTo>
                  <a:cubicBezTo>
                    <a:pt x="0" y="21"/>
                    <a:pt x="1" y="23"/>
                    <a:pt x="3" y="23"/>
                  </a:cubicBezTo>
                  <a:cubicBezTo>
                    <a:pt x="5" y="23"/>
                    <a:pt x="8" y="22"/>
                    <a:pt x="11" y="15"/>
                  </a:cubicBezTo>
                  <a:cubicBezTo>
                    <a:pt x="14" y="7"/>
                    <a:pt x="14" y="2"/>
                    <a:pt x="12" y="1"/>
                  </a:cubicBezTo>
                  <a:cubicBezTo>
                    <a:pt x="12" y="0"/>
                    <a:pt x="11" y="1"/>
                    <a:pt x="10" y="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1" name="Freeform 707">
              <a:extLst>
                <a:ext uri="{FF2B5EF4-FFF2-40B4-BE49-F238E27FC236}">
                  <a16:creationId xmlns:a16="http://schemas.microsoft.com/office/drawing/2014/main" id="{B9BBB4A3-189A-410D-8865-12FD05B05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550"/>
              <a:ext cx="82" cy="92"/>
            </a:xfrm>
            <a:custGeom>
              <a:avLst/>
              <a:gdLst>
                <a:gd name="T0" fmla="*/ 340 w 33"/>
                <a:gd name="T1" fmla="*/ 62 h 37"/>
                <a:gd name="T2" fmla="*/ 199 w 33"/>
                <a:gd name="T3" fmla="*/ 0 h 37"/>
                <a:gd name="T4" fmla="*/ 75 w 33"/>
                <a:gd name="T5" fmla="*/ 341 h 37"/>
                <a:gd name="T6" fmla="*/ 403 w 33"/>
                <a:gd name="T7" fmla="*/ 525 h 37"/>
                <a:gd name="T8" fmla="*/ 494 w 33"/>
                <a:gd name="T9" fmla="*/ 353 h 37"/>
                <a:gd name="T10" fmla="*/ 412 w 33"/>
                <a:gd name="T11" fmla="*/ 186 h 37"/>
                <a:gd name="T12" fmla="*/ 340 w 33"/>
                <a:gd name="T13" fmla="*/ 6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7">
                  <a:moveTo>
                    <a:pt x="22" y="4"/>
                  </a:moveTo>
                  <a:cubicBezTo>
                    <a:pt x="20" y="2"/>
                    <a:pt x="16" y="0"/>
                    <a:pt x="13" y="0"/>
                  </a:cubicBezTo>
                  <a:cubicBezTo>
                    <a:pt x="2" y="1"/>
                    <a:pt x="0" y="12"/>
                    <a:pt x="5" y="22"/>
                  </a:cubicBezTo>
                  <a:cubicBezTo>
                    <a:pt x="10" y="32"/>
                    <a:pt x="20" y="37"/>
                    <a:pt x="26" y="34"/>
                  </a:cubicBezTo>
                  <a:cubicBezTo>
                    <a:pt x="31" y="32"/>
                    <a:pt x="33" y="28"/>
                    <a:pt x="32" y="23"/>
                  </a:cubicBezTo>
                  <a:cubicBezTo>
                    <a:pt x="32" y="19"/>
                    <a:pt x="29" y="14"/>
                    <a:pt x="27" y="12"/>
                  </a:cubicBezTo>
                  <a:cubicBezTo>
                    <a:pt x="26" y="9"/>
                    <a:pt x="24" y="6"/>
                    <a:pt x="22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2" name="Freeform 708">
              <a:extLst>
                <a:ext uri="{FF2B5EF4-FFF2-40B4-BE49-F238E27FC236}">
                  <a16:creationId xmlns:a16="http://schemas.microsoft.com/office/drawing/2014/main" id="{0F6AFA33-CBE6-4B4E-B51C-D52C24FC0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3555"/>
              <a:ext cx="45" cy="77"/>
            </a:xfrm>
            <a:custGeom>
              <a:avLst/>
              <a:gdLst>
                <a:gd name="T0" fmla="*/ 270 w 18"/>
                <a:gd name="T1" fmla="*/ 320 h 31"/>
                <a:gd name="T2" fmla="*/ 188 w 18"/>
                <a:gd name="T3" fmla="*/ 154 h 31"/>
                <a:gd name="T4" fmla="*/ 113 w 18"/>
                <a:gd name="T5" fmla="*/ 42 h 31"/>
                <a:gd name="T6" fmla="*/ 0 w 18"/>
                <a:gd name="T7" fmla="*/ 0 h 31"/>
                <a:gd name="T8" fmla="*/ 95 w 18"/>
                <a:gd name="T9" fmla="*/ 42 h 31"/>
                <a:gd name="T10" fmla="*/ 175 w 18"/>
                <a:gd name="T11" fmla="*/ 154 h 31"/>
                <a:gd name="T12" fmla="*/ 250 w 18"/>
                <a:gd name="T13" fmla="*/ 320 h 31"/>
                <a:gd name="T14" fmla="*/ 158 w 18"/>
                <a:gd name="T15" fmla="*/ 474 h 31"/>
                <a:gd name="T16" fmla="*/ 175 w 18"/>
                <a:gd name="T17" fmla="*/ 474 h 31"/>
                <a:gd name="T18" fmla="*/ 270 w 18"/>
                <a:gd name="T19" fmla="*/ 32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1">
                  <a:moveTo>
                    <a:pt x="17" y="21"/>
                  </a:moveTo>
                  <a:cubicBezTo>
                    <a:pt x="16" y="17"/>
                    <a:pt x="13" y="13"/>
                    <a:pt x="12" y="10"/>
                  </a:cubicBezTo>
                  <a:cubicBezTo>
                    <a:pt x="10" y="8"/>
                    <a:pt x="9" y="5"/>
                    <a:pt x="7" y="3"/>
                  </a:cubicBezTo>
                  <a:cubicBezTo>
                    <a:pt x="5" y="1"/>
                    <a:pt x="3" y="0"/>
                    <a:pt x="0" y="0"/>
                  </a:cubicBezTo>
                  <a:cubicBezTo>
                    <a:pt x="3" y="0"/>
                    <a:pt x="4" y="1"/>
                    <a:pt x="6" y="3"/>
                  </a:cubicBezTo>
                  <a:cubicBezTo>
                    <a:pt x="8" y="5"/>
                    <a:pt x="9" y="8"/>
                    <a:pt x="11" y="10"/>
                  </a:cubicBezTo>
                  <a:cubicBezTo>
                    <a:pt x="12" y="13"/>
                    <a:pt x="15" y="17"/>
                    <a:pt x="16" y="21"/>
                  </a:cubicBezTo>
                  <a:cubicBezTo>
                    <a:pt x="16" y="25"/>
                    <a:pt x="16" y="29"/>
                    <a:pt x="10" y="31"/>
                  </a:cubicBezTo>
                  <a:cubicBezTo>
                    <a:pt x="10" y="31"/>
                    <a:pt x="10" y="31"/>
                    <a:pt x="11" y="31"/>
                  </a:cubicBezTo>
                  <a:cubicBezTo>
                    <a:pt x="16" y="29"/>
                    <a:pt x="18" y="26"/>
                    <a:pt x="17" y="2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3" name="Freeform 709">
              <a:extLst>
                <a:ext uri="{FF2B5EF4-FFF2-40B4-BE49-F238E27FC236}">
                  <a16:creationId xmlns:a16="http://schemas.microsoft.com/office/drawing/2014/main" id="{CA124566-D8E5-4AF9-89F2-FDB89C05C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552"/>
              <a:ext cx="53" cy="83"/>
            </a:xfrm>
            <a:custGeom>
              <a:avLst/>
              <a:gdLst>
                <a:gd name="T0" fmla="*/ 96 w 21"/>
                <a:gd name="T1" fmla="*/ 335 h 33"/>
                <a:gd name="T2" fmla="*/ 222 w 21"/>
                <a:gd name="T3" fmla="*/ 0 h 33"/>
                <a:gd name="T4" fmla="*/ 222 w 21"/>
                <a:gd name="T5" fmla="*/ 0 h 33"/>
                <a:gd name="T6" fmla="*/ 192 w 21"/>
                <a:gd name="T7" fmla="*/ 0 h 33"/>
                <a:gd name="T8" fmla="*/ 63 w 21"/>
                <a:gd name="T9" fmla="*/ 335 h 33"/>
                <a:gd name="T10" fmla="*/ 338 w 21"/>
                <a:gd name="T11" fmla="*/ 526 h 33"/>
                <a:gd name="T12" fmla="*/ 96 w 21"/>
                <a:gd name="T13" fmla="*/ 33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3">
                  <a:moveTo>
                    <a:pt x="6" y="21"/>
                  </a:moveTo>
                  <a:cubicBezTo>
                    <a:pt x="1" y="12"/>
                    <a:pt x="3" y="1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2" y="0"/>
                    <a:pt x="0" y="12"/>
                    <a:pt x="4" y="21"/>
                  </a:cubicBezTo>
                  <a:cubicBezTo>
                    <a:pt x="8" y="29"/>
                    <a:pt x="16" y="33"/>
                    <a:pt x="21" y="33"/>
                  </a:cubicBezTo>
                  <a:cubicBezTo>
                    <a:pt x="16" y="32"/>
                    <a:pt x="9" y="28"/>
                    <a:pt x="6" y="21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4" name="Freeform 710">
              <a:extLst>
                <a:ext uri="{FF2B5EF4-FFF2-40B4-BE49-F238E27FC236}">
                  <a16:creationId xmlns:a16="http://schemas.microsoft.com/office/drawing/2014/main" id="{9319401E-E93A-411A-9A24-464C247E7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570"/>
              <a:ext cx="43" cy="52"/>
            </a:xfrm>
            <a:custGeom>
              <a:avLst/>
              <a:gdLst>
                <a:gd name="T0" fmla="*/ 243 w 17"/>
                <a:gd name="T1" fmla="*/ 287 h 21"/>
                <a:gd name="T2" fmla="*/ 33 w 17"/>
                <a:gd name="T3" fmla="*/ 134 h 21"/>
                <a:gd name="T4" fmla="*/ 116 w 17"/>
                <a:gd name="T5" fmla="*/ 12 h 21"/>
                <a:gd name="T6" fmla="*/ 225 w 17"/>
                <a:gd name="T7" fmla="*/ 134 h 21"/>
                <a:gd name="T8" fmla="*/ 243 w 17"/>
                <a:gd name="T9" fmla="*/ 28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1">
                  <a:moveTo>
                    <a:pt x="15" y="19"/>
                  </a:moveTo>
                  <a:cubicBezTo>
                    <a:pt x="10" y="21"/>
                    <a:pt x="4" y="15"/>
                    <a:pt x="2" y="9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3"/>
                    <a:pt x="11" y="5"/>
                    <a:pt x="14" y="9"/>
                  </a:cubicBezTo>
                  <a:cubicBezTo>
                    <a:pt x="16" y="14"/>
                    <a:pt x="17" y="18"/>
                    <a:pt x="15" y="1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5" name="Freeform 711">
              <a:extLst>
                <a:ext uri="{FF2B5EF4-FFF2-40B4-BE49-F238E27FC236}">
                  <a16:creationId xmlns:a16="http://schemas.microsoft.com/office/drawing/2014/main" id="{A65D01D3-481D-42DE-BA47-D05E1C4DC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572"/>
              <a:ext cx="32" cy="50"/>
            </a:xfrm>
            <a:custGeom>
              <a:avLst/>
              <a:gdLst>
                <a:gd name="T0" fmla="*/ 42 w 13"/>
                <a:gd name="T1" fmla="*/ 125 h 20"/>
                <a:gd name="T2" fmla="*/ 62 w 13"/>
                <a:gd name="T3" fmla="*/ 0 h 20"/>
                <a:gd name="T4" fmla="*/ 12 w 13"/>
                <a:gd name="T5" fmla="*/ 125 h 20"/>
                <a:gd name="T6" fmla="*/ 194 w 13"/>
                <a:gd name="T7" fmla="*/ 283 h 20"/>
                <a:gd name="T8" fmla="*/ 42 w 13"/>
                <a:gd name="T9" fmla="*/ 12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3" y="8"/>
                  </a:moveTo>
                  <a:cubicBezTo>
                    <a:pt x="2" y="3"/>
                    <a:pt x="2" y="1"/>
                    <a:pt x="4" y="0"/>
                  </a:cubicBezTo>
                  <a:cubicBezTo>
                    <a:pt x="2" y="0"/>
                    <a:pt x="0" y="3"/>
                    <a:pt x="1" y="8"/>
                  </a:cubicBezTo>
                  <a:cubicBezTo>
                    <a:pt x="3" y="14"/>
                    <a:pt x="9" y="20"/>
                    <a:pt x="13" y="18"/>
                  </a:cubicBezTo>
                  <a:cubicBezTo>
                    <a:pt x="9" y="18"/>
                    <a:pt x="5" y="13"/>
                    <a:pt x="3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6" name="Freeform 712">
              <a:extLst>
                <a:ext uri="{FF2B5EF4-FFF2-40B4-BE49-F238E27FC236}">
                  <a16:creationId xmlns:a16="http://schemas.microsoft.com/office/drawing/2014/main" id="{C89DF534-0FCC-4F6A-9392-58704CE2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580"/>
              <a:ext cx="15" cy="32"/>
            </a:xfrm>
            <a:custGeom>
              <a:avLst/>
              <a:gdLst>
                <a:gd name="T0" fmla="*/ 0 w 6"/>
                <a:gd name="T1" fmla="*/ 0 h 13"/>
                <a:gd name="T2" fmla="*/ 95 w 6"/>
                <a:gd name="T3" fmla="*/ 194 h 13"/>
                <a:gd name="T4" fmla="*/ 50 w 6"/>
                <a:gd name="T5" fmla="*/ 91 h 13"/>
                <a:gd name="T6" fmla="*/ 0 w 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3" y="3"/>
                    <a:pt x="6" y="9"/>
                    <a:pt x="6" y="13"/>
                  </a:cubicBezTo>
                  <a:cubicBezTo>
                    <a:pt x="5" y="11"/>
                    <a:pt x="4" y="8"/>
                    <a:pt x="3" y="6"/>
                  </a:cubicBezTo>
                  <a:cubicBezTo>
                    <a:pt x="1" y="3"/>
                    <a:pt x="0" y="0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7" name="Freeform 713">
              <a:extLst>
                <a:ext uri="{FF2B5EF4-FFF2-40B4-BE49-F238E27FC236}">
                  <a16:creationId xmlns:a16="http://schemas.microsoft.com/office/drawing/2014/main" id="{E8F2CBE5-365A-428F-BA23-4A13AED67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3585"/>
              <a:ext cx="15" cy="30"/>
            </a:xfrm>
            <a:custGeom>
              <a:avLst/>
              <a:gdLst>
                <a:gd name="T0" fmla="*/ 63 w 6"/>
                <a:gd name="T1" fmla="*/ 83 h 12"/>
                <a:gd name="T2" fmla="*/ 0 w 6"/>
                <a:gd name="T3" fmla="*/ 0 h 12"/>
                <a:gd name="T4" fmla="*/ 63 w 6"/>
                <a:gd name="T5" fmla="*/ 188 h 12"/>
                <a:gd name="T6" fmla="*/ 63 w 6"/>
                <a:gd name="T7" fmla="*/ 8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3"/>
                    <a:pt x="3" y="2"/>
                    <a:pt x="0" y="0"/>
                  </a:cubicBezTo>
                  <a:cubicBezTo>
                    <a:pt x="2" y="1"/>
                    <a:pt x="6" y="9"/>
                    <a:pt x="4" y="12"/>
                  </a:cubicBezTo>
                  <a:cubicBezTo>
                    <a:pt x="5" y="11"/>
                    <a:pt x="5" y="8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8" name="Freeform 714">
              <a:extLst>
                <a:ext uri="{FF2B5EF4-FFF2-40B4-BE49-F238E27FC236}">
                  <a16:creationId xmlns:a16="http://schemas.microsoft.com/office/drawing/2014/main" id="{74DE983C-AA67-4EDD-AB81-A57B14C49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582"/>
              <a:ext cx="23" cy="35"/>
            </a:xfrm>
            <a:custGeom>
              <a:avLst/>
              <a:gdLst>
                <a:gd name="T0" fmla="*/ 20 w 9"/>
                <a:gd name="T1" fmla="*/ 0 h 14"/>
                <a:gd name="T2" fmla="*/ 151 w 9"/>
                <a:gd name="T3" fmla="*/ 220 h 14"/>
                <a:gd name="T4" fmla="*/ 20 w 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cubicBezTo>
                    <a:pt x="1" y="3"/>
                    <a:pt x="4" y="10"/>
                    <a:pt x="9" y="14"/>
                  </a:cubicBezTo>
                  <a:cubicBezTo>
                    <a:pt x="7" y="13"/>
                    <a:pt x="0" y="8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9" name="Freeform 715">
              <a:extLst>
                <a:ext uri="{FF2B5EF4-FFF2-40B4-BE49-F238E27FC236}">
                  <a16:creationId xmlns:a16="http://schemas.microsoft.com/office/drawing/2014/main" id="{021AA84E-1F5C-4C28-B262-9C46D393D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550"/>
              <a:ext cx="82" cy="92"/>
            </a:xfrm>
            <a:custGeom>
              <a:avLst/>
              <a:gdLst>
                <a:gd name="T0" fmla="*/ 340 w 33"/>
                <a:gd name="T1" fmla="*/ 62 h 37"/>
                <a:gd name="T2" fmla="*/ 199 w 33"/>
                <a:gd name="T3" fmla="*/ 0 h 37"/>
                <a:gd name="T4" fmla="*/ 75 w 33"/>
                <a:gd name="T5" fmla="*/ 341 h 37"/>
                <a:gd name="T6" fmla="*/ 403 w 33"/>
                <a:gd name="T7" fmla="*/ 525 h 37"/>
                <a:gd name="T8" fmla="*/ 494 w 33"/>
                <a:gd name="T9" fmla="*/ 353 h 37"/>
                <a:gd name="T10" fmla="*/ 412 w 33"/>
                <a:gd name="T11" fmla="*/ 186 h 37"/>
                <a:gd name="T12" fmla="*/ 340 w 33"/>
                <a:gd name="T13" fmla="*/ 6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7">
                  <a:moveTo>
                    <a:pt x="22" y="4"/>
                  </a:moveTo>
                  <a:cubicBezTo>
                    <a:pt x="20" y="2"/>
                    <a:pt x="16" y="0"/>
                    <a:pt x="13" y="0"/>
                  </a:cubicBezTo>
                  <a:cubicBezTo>
                    <a:pt x="2" y="1"/>
                    <a:pt x="0" y="12"/>
                    <a:pt x="5" y="22"/>
                  </a:cubicBezTo>
                  <a:cubicBezTo>
                    <a:pt x="10" y="32"/>
                    <a:pt x="20" y="37"/>
                    <a:pt x="26" y="34"/>
                  </a:cubicBezTo>
                  <a:cubicBezTo>
                    <a:pt x="31" y="32"/>
                    <a:pt x="33" y="28"/>
                    <a:pt x="32" y="23"/>
                  </a:cubicBezTo>
                  <a:cubicBezTo>
                    <a:pt x="32" y="19"/>
                    <a:pt x="29" y="14"/>
                    <a:pt x="27" y="12"/>
                  </a:cubicBezTo>
                  <a:cubicBezTo>
                    <a:pt x="26" y="9"/>
                    <a:pt x="24" y="6"/>
                    <a:pt x="22" y="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0" name="Freeform 716">
              <a:extLst>
                <a:ext uri="{FF2B5EF4-FFF2-40B4-BE49-F238E27FC236}">
                  <a16:creationId xmlns:a16="http://schemas.microsoft.com/office/drawing/2014/main" id="{CC6286D1-623A-43FC-B03D-180AE1D5B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572"/>
              <a:ext cx="35" cy="48"/>
            </a:xfrm>
            <a:custGeom>
              <a:avLst/>
              <a:gdLst>
                <a:gd name="T0" fmla="*/ 33 w 14"/>
                <a:gd name="T1" fmla="*/ 20 h 19"/>
                <a:gd name="T2" fmla="*/ 20 w 14"/>
                <a:gd name="T3" fmla="*/ 129 h 19"/>
                <a:gd name="T4" fmla="*/ 145 w 14"/>
                <a:gd name="T5" fmla="*/ 288 h 19"/>
                <a:gd name="T6" fmla="*/ 220 w 14"/>
                <a:gd name="T7" fmla="*/ 288 h 19"/>
                <a:gd name="T8" fmla="*/ 145 w 14"/>
                <a:gd name="T9" fmla="*/ 288 h 19"/>
                <a:gd name="T10" fmla="*/ 20 w 14"/>
                <a:gd name="T11" fmla="*/ 129 h 19"/>
                <a:gd name="T12" fmla="*/ 33 w 14"/>
                <a:gd name="T13" fmla="*/ 20 h 19"/>
                <a:gd name="T14" fmla="*/ 95 w 14"/>
                <a:gd name="T15" fmla="*/ 0 h 19"/>
                <a:gd name="T16" fmla="*/ 33 w 14"/>
                <a:gd name="T17" fmla="*/ 2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9">
                  <a:moveTo>
                    <a:pt x="2" y="1"/>
                  </a:moveTo>
                  <a:cubicBezTo>
                    <a:pt x="0" y="2"/>
                    <a:pt x="0" y="5"/>
                    <a:pt x="1" y="8"/>
                  </a:cubicBezTo>
                  <a:cubicBezTo>
                    <a:pt x="3" y="13"/>
                    <a:pt x="6" y="17"/>
                    <a:pt x="9" y="18"/>
                  </a:cubicBezTo>
                  <a:cubicBezTo>
                    <a:pt x="11" y="19"/>
                    <a:pt x="12" y="18"/>
                    <a:pt x="14" y="18"/>
                  </a:cubicBezTo>
                  <a:cubicBezTo>
                    <a:pt x="12" y="18"/>
                    <a:pt x="11" y="18"/>
                    <a:pt x="9" y="18"/>
                  </a:cubicBezTo>
                  <a:cubicBezTo>
                    <a:pt x="6" y="16"/>
                    <a:pt x="3" y="12"/>
                    <a:pt x="1" y="8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1" name="Freeform 717">
              <a:extLst>
                <a:ext uri="{FF2B5EF4-FFF2-40B4-BE49-F238E27FC236}">
                  <a16:creationId xmlns:a16="http://schemas.microsoft.com/office/drawing/2014/main" id="{95391524-B9A1-44F9-A8BC-868AA62CB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242"/>
              <a:ext cx="100" cy="73"/>
            </a:xfrm>
            <a:custGeom>
              <a:avLst/>
              <a:gdLst>
                <a:gd name="T0" fmla="*/ 95 w 40"/>
                <a:gd name="T1" fmla="*/ 146 h 29"/>
                <a:gd name="T2" fmla="*/ 50 w 40"/>
                <a:gd name="T3" fmla="*/ 347 h 29"/>
                <a:gd name="T4" fmla="*/ 395 w 40"/>
                <a:gd name="T5" fmla="*/ 368 h 29"/>
                <a:gd name="T6" fmla="*/ 613 w 40"/>
                <a:gd name="T7" fmla="*/ 96 h 29"/>
                <a:gd name="T8" fmla="*/ 488 w 40"/>
                <a:gd name="T9" fmla="*/ 0 h 29"/>
                <a:gd name="T10" fmla="*/ 283 w 40"/>
                <a:gd name="T11" fmla="*/ 83 h 29"/>
                <a:gd name="T12" fmla="*/ 95 w 40"/>
                <a:gd name="T13" fmla="*/ 14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9">
                  <a:moveTo>
                    <a:pt x="6" y="9"/>
                  </a:moveTo>
                  <a:cubicBezTo>
                    <a:pt x="2" y="12"/>
                    <a:pt x="0" y="17"/>
                    <a:pt x="3" y="22"/>
                  </a:cubicBezTo>
                  <a:cubicBezTo>
                    <a:pt x="6" y="29"/>
                    <a:pt x="15" y="29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6" y="0"/>
                    <a:pt x="24" y="2"/>
                    <a:pt x="18" y="5"/>
                  </a:cubicBezTo>
                  <a:cubicBezTo>
                    <a:pt x="16" y="6"/>
                    <a:pt x="10" y="6"/>
                    <a:pt x="6" y="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2" name="Freeform 718">
              <a:extLst>
                <a:ext uri="{FF2B5EF4-FFF2-40B4-BE49-F238E27FC236}">
                  <a16:creationId xmlns:a16="http://schemas.microsoft.com/office/drawing/2014/main" id="{F8A3FF57-14DC-4E4C-83E8-B330DB244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3257"/>
              <a:ext cx="65" cy="40"/>
            </a:xfrm>
            <a:custGeom>
              <a:avLst/>
              <a:gdLst>
                <a:gd name="T0" fmla="*/ 363 w 26"/>
                <a:gd name="T1" fmla="*/ 20 h 16"/>
                <a:gd name="T2" fmla="*/ 208 w 26"/>
                <a:gd name="T3" fmla="*/ 175 h 16"/>
                <a:gd name="T4" fmla="*/ 63 w 26"/>
                <a:gd name="T5" fmla="*/ 113 h 16"/>
                <a:gd name="T6" fmla="*/ 220 w 26"/>
                <a:gd name="T7" fmla="*/ 50 h 16"/>
                <a:gd name="T8" fmla="*/ 363 w 26"/>
                <a:gd name="T9" fmla="*/ 2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6">
                  <a:moveTo>
                    <a:pt x="23" y="1"/>
                  </a:moveTo>
                  <a:cubicBezTo>
                    <a:pt x="26" y="1"/>
                    <a:pt x="24" y="6"/>
                    <a:pt x="13" y="11"/>
                  </a:cubicBezTo>
                  <a:cubicBezTo>
                    <a:pt x="3" y="16"/>
                    <a:pt x="0" y="11"/>
                    <a:pt x="4" y="7"/>
                  </a:cubicBezTo>
                  <a:cubicBezTo>
                    <a:pt x="6" y="4"/>
                    <a:pt x="8" y="5"/>
                    <a:pt x="14" y="3"/>
                  </a:cubicBezTo>
                  <a:cubicBezTo>
                    <a:pt x="20" y="1"/>
                    <a:pt x="20" y="0"/>
                    <a:pt x="2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3" name="Freeform 719">
              <a:extLst>
                <a:ext uri="{FF2B5EF4-FFF2-40B4-BE49-F238E27FC236}">
                  <a16:creationId xmlns:a16="http://schemas.microsoft.com/office/drawing/2014/main" id="{4F92BF13-8502-4261-9E4B-F4BF17FBE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3265"/>
              <a:ext cx="58" cy="30"/>
            </a:xfrm>
            <a:custGeom>
              <a:avLst/>
              <a:gdLst>
                <a:gd name="T0" fmla="*/ 192 w 23"/>
                <a:gd name="T1" fmla="*/ 125 h 12"/>
                <a:gd name="T2" fmla="*/ 368 w 23"/>
                <a:gd name="T3" fmla="*/ 0 h 12"/>
                <a:gd name="T4" fmla="*/ 192 w 23"/>
                <a:gd name="T5" fmla="*/ 95 h 12"/>
                <a:gd name="T6" fmla="*/ 33 w 23"/>
                <a:gd name="T7" fmla="*/ 83 h 12"/>
                <a:gd name="T8" fmla="*/ 192 w 23"/>
                <a:gd name="T9" fmla="*/ 1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12" y="8"/>
                  </a:moveTo>
                  <a:cubicBezTo>
                    <a:pt x="19" y="5"/>
                    <a:pt x="22" y="2"/>
                    <a:pt x="23" y="0"/>
                  </a:cubicBezTo>
                  <a:cubicBezTo>
                    <a:pt x="20" y="3"/>
                    <a:pt x="16" y="5"/>
                    <a:pt x="12" y="6"/>
                  </a:cubicBezTo>
                  <a:cubicBezTo>
                    <a:pt x="9" y="7"/>
                    <a:pt x="1" y="11"/>
                    <a:pt x="2" y="5"/>
                  </a:cubicBezTo>
                  <a:cubicBezTo>
                    <a:pt x="0" y="9"/>
                    <a:pt x="3" y="12"/>
                    <a:pt x="12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4" name="Freeform 720">
              <a:extLst>
                <a:ext uri="{FF2B5EF4-FFF2-40B4-BE49-F238E27FC236}">
                  <a16:creationId xmlns:a16="http://schemas.microsoft.com/office/drawing/2014/main" id="{45679F96-3E5F-443F-8EC8-2A8EF35B0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3257"/>
              <a:ext cx="43" cy="15"/>
            </a:xfrm>
            <a:custGeom>
              <a:avLst/>
              <a:gdLst>
                <a:gd name="T0" fmla="*/ 147 w 17"/>
                <a:gd name="T1" fmla="*/ 63 h 6"/>
                <a:gd name="T2" fmla="*/ 225 w 17"/>
                <a:gd name="T3" fmla="*/ 33 h 6"/>
                <a:gd name="T4" fmla="*/ 276 w 17"/>
                <a:gd name="T5" fmla="*/ 20 h 6"/>
                <a:gd name="T6" fmla="*/ 147 w 17"/>
                <a:gd name="T7" fmla="*/ 50 h 6"/>
                <a:gd name="T8" fmla="*/ 0 w 17"/>
                <a:gd name="T9" fmla="*/ 95 h 6"/>
                <a:gd name="T10" fmla="*/ 63 w 17"/>
                <a:gd name="T11" fmla="*/ 83 h 6"/>
                <a:gd name="T12" fmla="*/ 147 w 17"/>
                <a:gd name="T13" fmla="*/ 6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">
                  <a:moveTo>
                    <a:pt x="9" y="4"/>
                  </a:moveTo>
                  <a:cubicBezTo>
                    <a:pt x="11" y="3"/>
                    <a:pt x="12" y="3"/>
                    <a:pt x="14" y="2"/>
                  </a:cubicBezTo>
                  <a:cubicBezTo>
                    <a:pt x="15" y="1"/>
                    <a:pt x="16" y="1"/>
                    <a:pt x="17" y="1"/>
                  </a:cubicBezTo>
                  <a:cubicBezTo>
                    <a:pt x="15" y="0"/>
                    <a:pt x="14" y="1"/>
                    <a:pt x="9" y="3"/>
                  </a:cubicBezTo>
                  <a:cubicBezTo>
                    <a:pt x="4" y="4"/>
                    <a:pt x="2" y="4"/>
                    <a:pt x="0" y="6"/>
                  </a:cubicBezTo>
                  <a:cubicBezTo>
                    <a:pt x="1" y="5"/>
                    <a:pt x="3" y="5"/>
                    <a:pt x="4" y="5"/>
                  </a:cubicBezTo>
                  <a:cubicBezTo>
                    <a:pt x="6" y="5"/>
                    <a:pt x="7" y="4"/>
                    <a:pt x="9" y="4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5" name="Freeform 721">
              <a:extLst>
                <a:ext uri="{FF2B5EF4-FFF2-40B4-BE49-F238E27FC236}">
                  <a16:creationId xmlns:a16="http://schemas.microsoft.com/office/drawing/2014/main" id="{45586881-F9A0-4783-AEF7-DCB11AB53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3260"/>
              <a:ext cx="25" cy="45"/>
            </a:xfrm>
            <a:custGeom>
              <a:avLst/>
              <a:gdLst>
                <a:gd name="T0" fmla="*/ 158 w 10"/>
                <a:gd name="T1" fmla="*/ 0 h 18"/>
                <a:gd name="T2" fmla="*/ 20 w 10"/>
                <a:gd name="T3" fmla="*/ 145 h 18"/>
                <a:gd name="T4" fmla="*/ 83 w 10"/>
                <a:gd name="T5" fmla="*/ 283 h 18"/>
                <a:gd name="T6" fmla="*/ 33 w 10"/>
                <a:gd name="T7" fmla="*/ 125 h 18"/>
                <a:gd name="T8" fmla="*/ 158 w 1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7" y="0"/>
                    <a:pt x="1" y="4"/>
                    <a:pt x="1" y="9"/>
                  </a:cubicBezTo>
                  <a:cubicBezTo>
                    <a:pt x="0" y="13"/>
                    <a:pt x="3" y="17"/>
                    <a:pt x="5" y="18"/>
                  </a:cubicBezTo>
                  <a:cubicBezTo>
                    <a:pt x="4" y="17"/>
                    <a:pt x="0" y="12"/>
                    <a:pt x="2" y="8"/>
                  </a:cubicBezTo>
                  <a:cubicBezTo>
                    <a:pt x="4" y="3"/>
                    <a:pt x="8" y="1"/>
                    <a:pt x="10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6" name="Freeform 722">
              <a:extLst>
                <a:ext uri="{FF2B5EF4-FFF2-40B4-BE49-F238E27FC236}">
                  <a16:creationId xmlns:a16="http://schemas.microsoft.com/office/drawing/2014/main" id="{2BDD0408-4F4C-4E47-8C0B-7B6E28C87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3240"/>
              <a:ext cx="37" cy="15"/>
            </a:xfrm>
            <a:custGeom>
              <a:avLst/>
              <a:gdLst>
                <a:gd name="T0" fmla="*/ 0 w 15"/>
                <a:gd name="T1" fmla="*/ 95 h 6"/>
                <a:gd name="T2" fmla="*/ 224 w 15"/>
                <a:gd name="T3" fmla="*/ 50 h 6"/>
                <a:gd name="T4" fmla="*/ 104 w 15"/>
                <a:gd name="T5" fmla="*/ 50 h 6"/>
                <a:gd name="T6" fmla="*/ 0 w 15"/>
                <a:gd name="T7" fmla="*/ 9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3" y="4"/>
                    <a:pt x="9" y="0"/>
                    <a:pt x="15" y="3"/>
                  </a:cubicBezTo>
                  <a:cubicBezTo>
                    <a:pt x="14" y="2"/>
                    <a:pt x="11" y="2"/>
                    <a:pt x="7" y="3"/>
                  </a:cubicBezTo>
                  <a:cubicBezTo>
                    <a:pt x="5" y="3"/>
                    <a:pt x="1" y="5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7" name="Freeform 723">
              <a:extLst>
                <a:ext uri="{FF2B5EF4-FFF2-40B4-BE49-F238E27FC236}">
                  <a16:creationId xmlns:a16="http://schemas.microsoft.com/office/drawing/2014/main" id="{BCAE77DA-181B-418E-86C7-EF52EC3F7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265"/>
              <a:ext cx="50" cy="27"/>
            </a:xfrm>
            <a:custGeom>
              <a:avLst/>
              <a:gdLst>
                <a:gd name="T0" fmla="*/ 0 w 20"/>
                <a:gd name="T1" fmla="*/ 150 h 11"/>
                <a:gd name="T2" fmla="*/ 175 w 20"/>
                <a:gd name="T3" fmla="*/ 120 h 11"/>
                <a:gd name="T4" fmla="*/ 313 w 20"/>
                <a:gd name="T5" fmla="*/ 0 h 11"/>
                <a:gd name="T6" fmla="*/ 175 w 20"/>
                <a:gd name="T7" fmla="*/ 120 h 11"/>
                <a:gd name="T8" fmla="*/ 0 w 20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">
                  <a:moveTo>
                    <a:pt x="0" y="10"/>
                  </a:moveTo>
                  <a:cubicBezTo>
                    <a:pt x="2" y="11"/>
                    <a:pt x="6" y="10"/>
                    <a:pt x="11" y="8"/>
                  </a:cubicBezTo>
                  <a:cubicBezTo>
                    <a:pt x="16" y="5"/>
                    <a:pt x="19" y="3"/>
                    <a:pt x="20" y="0"/>
                  </a:cubicBezTo>
                  <a:cubicBezTo>
                    <a:pt x="20" y="2"/>
                    <a:pt x="18" y="5"/>
                    <a:pt x="11" y="8"/>
                  </a:cubicBezTo>
                  <a:cubicBezTo>
                    <a:pt x="4" y="11"/>
                    <a:pt x="2" y="11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8" name="Freeform 724">
              <a:extLst>
                <a:ext uri="{FF2B5EF4-FFF2-40B4-BE49-F238E27FC236}">
                  <a16:creationId xmlns:a16="http://schemas.microsoft.com/office/drawing/2014/main" id="{1B440B26-E8E0-4C48-A144-7C6AF144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3257"/>
              <a:ext cx="57" cy="50"/>
            </a:xfrm>
            <a:custGeom>
              <a:avLst/>
              <a:gdLst>
                <a:gd name="T0" fmla="*/ 0 w 23"/>
                <a:gd name="T1" fmla="*/ 313 h 20"/>
                <a:gd name="T2" fmla="*/ 307 w 23"/>
                <a:gd name="T3" fmla="*/ 145 h 20"/>
                <a:gd name="T4" fmla="*/ 337 w 23"/>
                <a:gd name="T5" fmla="*/ 0 h 20"/>
                <a:gd name="T6" fmla="*/ 258 w 23"/>
                <a:gd name="T7" fmla="*/ 175 h 20"/>
                <a:gd name="T8" fmla="*/ 0 w 2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0" y="20"/>
                  </a:moveTo>
                  <a:cubicBezTo>
                    <a:pt x="3" y="19"/>
                    <a:pt x="16" y="15"/>
                    <a:pt x="20" y="9"/>
                  </a:cubicBezTo>
                  <a:cubicBezTo>
                    <a:pt x="21" y="7"/>
                    <a:pt x="23" y="4"/>
                    <a:pt x="22" y="0"/>
                  </a:cubicBezTo>
                  <a:cubicBezTo>
                    <a:pt x="22" y="1"/>
                    <a:pt x="23" y="5"/>
                    <a:pt x="17" y="11"/>
                  </a:cubicBezTo>
                  <a:cubicBezTo>
                    <a:pt x="11" y="16"/>
                    <a:pt x="0" y="20"/>
                    <a:pt x="0" y="2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9" name="Freeform 725">
              <a:extLst>
                <a:ext uri="{FF2B5EF4-FFF2-40B4-BE49-F238E27FC236}">
                  <a16:creationId xmlns:a16="http://schemas.microsoft.com/office/drawing/2014/main" id="{3FCD3B27-8B94-4F80-84C2-865A6F138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242"/>
              <a:ext cx="100" cy="73"/>
            </a:xfrm>
            <a:custGeom>
              <a:avLst/>
              <a:gdLst>
                <a:gd name="T0" fmla="*/ 95 w 40"/>
                <a:gd name="T1" fmla="*/ 146 h 29"/>
                <a:gd name="T2" fmla="*/ 50 w 40"/>
                <a:gd name="T3" fmla="*/ 347 h 29"/>
                <a:gd name="T4" fmla="*/ 395 w 40"/>
                <a:gd name="T5" fmla="*/ 368 h 29"/>
                <a:gd name="T6" fmla="*/ 613 w 40"/>
                <a:gd name="T7" fmla="*/ 96 h 29"/>
                <a:gd name="T8" fmla="*/ 488 w 40"/>
                <a:gd name="T9" fmla="*/ 0 h 29"/>
                <a:gd name="T10" fmla="*/ 283 w 40"/>
                <a:gd name="T11" fmla="*/ 83 h 29"/>
                <a:gd name="T12" fmla="*/ 95 w 40"/>
                <a:gd name="T13" fmla="*/ 14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9">
                  <a:moveTo>
                    <a:pt x="6" y="9"/>
                  </a:moveTo>
                  <a:cubicBezTo>
                    <a:pt x="2" y="12"/>
                    <a:pt x="0" y="17"/>
                    <a:pt x="3" y="22"/>
                  </a:cubicBezTo>
                  <a:cubicBezTo>
                    <a:pt x="6" y="29"/>
                    <a:pt x="15" y="29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6" y="0"/>
                    <a:pt x="24" y="2"/>
                    <a:pt x="18" y="5"/>
                  </a:cubicBezTo>
                  <a:cubicBezTo>
                    <a:pt x="16" y="6"/>
                    <a:pt x="10" y="6"/>
                    <a:pt x="6" y="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40" name="Freeform 726">
              <a:extLst>
                <a:ext uri="{FF2B5EF4-FFF2-40B4-BE49-F238E27FC236}">
                  <a16:creationId xmlns:a16="http://schemas.microsoft.com/office/drawing/2014/main" id="{0859E4FB-04EF-4FC6-9C7E-197FA746C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260"/>
              <a:ext cx="57" cy="32"/>
            </a:xfrm>
            <a:custGeom>
              <a:avLst/>
              <a:gdLst>
                <a:gd name="T0" fmla="*/ 320 w 23"/>
                <a:gd name="T1" fmla="*/ 0 h 13"/>
                <a:gd name="T2" fmla="*/ 337 w 23"/>
                <a:gd name="T3" fmla="*/ 12 h 13"/>
                <a:gd name="T4" fmla="*/ 166 w 23"/>
                <a:gd name="T5" fmla="*/ 153 h 13"/>
                <a:gd name="T6" fmla="*/ 12 w 23"/>
                <a:gd name="T7" fmla="*/ 153 h 13"/>
                <a:gd name="T8" fmla="*/ 30 w 23"/>
                <a:gd name="T9" fmla="*/ 91 h 13"/>
                <a:gd name="T10" fmla="*/ 12 w 23"/>
                <a:gd name="T11" fmla="*/ 162 h 13"/>
                <a:gd name="T12" fmla="*/ 166 w 23"/>
                <a:gd name="T13" fmla="*/ 153 h 13"/>
                <a:gd name="T14" fmla="*/ 337 w 23"/>
                <a:gd name="T15" fmla="*/ 12 h 13"/>
                <a:gd name="T16" fmla="*/ 320 w 23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3">
                  <a:moveTo>
                    <a:pt x="21" y="0"/>
                  </a:moveTo>
                  <a:cubicBezTo>
                    <a:pt x="22" y="0"/>
                    <a:pt x="22" y="0"/>
                    <a:pt x="22" y="1"/>
                  </a:cubicBezTo>
                  <a:cubicBezTo>
                    <a:pt x="22" y="2"/>
                    <a:pt x="20" y="6"/>
                    <a:pt x="11" y="10"/>
                  </a:cubicBezTo>
                  <a:cubicBezTo>
                    <a:pt x="5" y="13"/>
                    <a:pt x="2" y="12"/>
                    <a:pt x="1" y="10"/>
                  </a:cubicBezTo>
                  <a:cubicBezTo>
                    <a:pt x="0" y="9"/>
                    <a:pt x="0" y="7"/>
                    <a:pt x="2" y="6"/>
                  </a:cubicBezTo>
                  <a:cubicBezTo>
                    <a:pt x="0" y="8"/>
                    <a:pt x="0" y="9"/>
                    <a:pt x="1" y="11"/>
                  </a:cubicBezTo>
                  <a:cubicBezTo>
                    <a:pt x="2" y="12"/>
                    <a:pt x="5" y="13"/>
                    <a:pt x="11" y="10"/>
                  </a:cubicBezTo>
                  <a:cubicBezTo>
                    <a:pt x="19" y="7"/>
                    <a:pt x="23" y="3"/>
                    <a:pt x="22" y="1"/>
                  </a:cubicBezTo>
                  <a:cubicBezTo>
                    <a:pt x="22" y="0"/>
                    <a:pt x="22" y="0"/>
                    <a:pt x="21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41" name="Freeform 727">
              <a:extLst>
                <a:ext uri="{FF2B5EF4-FFF2-40B4-BE49-F238E27FC236}">
                  <a16:creationId xmlns:a16="http://schemas.microsoft.com/office/drawing/2014/main" id="{07B86681-DE1C-4915-B980-4B0110B1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2"/>
              <a:ext cx="107" cy="68"/>
            </a:xfrm>
            <a:custGeom>
              <a:avLst/>
              <a:gdLst>
                <a:gd name="T0" fmla="*/ 229 w 43"/>
                <a:gd name="T1" fmla="*/ 0 h 27"/>
                <a:gd name="T2" fmla="*/ 105 w 43"/>
                <a:gd name="T3" fmla="*/ 83 h 27"/>
                <a:gd name="T4" fmla="*/ 291 w 43"/>
                <a:gd name="T5" fmla="*/ 400 h 27"/>
                <a:gd name="T6" fmla="*/ 632 w 43"/>
                <a:gd name="T7" fmla="*/ 254 h 27"/>
                <a:gd name="T8" fmla="*/ 557 w 43"/>
                <a:gd name="T9" fmla="*/ 63 h 27"/>
                <a:gd name="T10" fmla="*/ 371 w 43"/>
                <a:gd name="T11" fmla="*/ 20 h 27"/>
                <a:gd name="T12" fmla="*/ 229 w 4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">
                  <a:moveTo>
                    <a:pt x="15" y="0"/>
                  </a:moveTo>
                  <a:cubicBezTo>
                    <a:pt x="12" y="1"/>
                    <a:pt x="9" y="2"/>
                    <a:pt x="7" y="5"/>
                  </a:cubicBezTo>
                  <a:cubicBezTo>
                    <a:pt x="0" y="14"/>
                    <a:pt x="8" y="23"/>
                    <a:pt x="19" y="25"/>
                  </a:cubicBezTo>
                  <a:cubicBezTo>
                    <a:pt x="30" y="27"/>
                    <a:pt x="40" y="22"/>
                    <a:pt x="41" y="16"/>
                  </a:cubicBezTo>
                  <a:cubicBezTo>
                    <a:pt x="43" y="11"/>
                    <a:pt x="41" y="7"/>
                    <a:pt x="36" y="4"/>
                  </a:cubicBezTo>
                  <a:cubicBezTo>
                    <a:pt x="33" y="2"/>
                    <a:pt x="27" y="1"/>
                    <a:pt x="24" y="1"/>
                  </a:cubicBezTo>
                  <a:cubicBezTo>
                    <a:pt x="21" y="1"/>
                    <a:pt x="18" y="0"/>
                    <a:pt x="15" y="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42" name="Freeform 728">
              <a:extLst>
                <a:ext uri="{FF2B5EF4-FFF2-40B4-BE49-F238E27FC236}">
                  <a16:creationId xmlns:a16="http://schemas.microsoft.com/office/drawing/2014/main" id="{81D539EB-8FD2-4882-B8E2-3F76B4B7C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202"/>
              <a:ext cx="83" cy="40"/>
            </a:xfrm>
            <a:custGeom>
              <a:avLst/>
              <a:gdLst>
                <a:gd name="T0" fmla="*/ 430 w 33"/>
                <a:gd name="T1" fmla="*/ 63 h 16"/>
                <a:gd name="T2" fmla="*/ 254 w 33"/>
                <a:gd name="T3" fmla="*/ 33 h 16"/>
                <a:gd name="T4" fmla="*/ 113 w 33"/>
                <a:gd name="T5" fmla="*/ 20 h 16"/>
                <a:gd name="T6" fmla="*/ 0 w 33"/>
                <a:gd name="T7" fmla="*/ 63 h 16"/>
                <a:gd name="T8" fmla="*/ 96 w 33"/>
                <a:gd name="T9" fmla="*/ 33 h 16"/>
                <a:gd name="T10" fmla="*/ 241 w 33"/>
                <a:gd name="T11" fmla="*/ 50 h 16"/>
                <a:gd name="T12" fmla="*/ 410 w 33"/>
                <a:gd name="T13" fmla="*/ 83 h 16"/>
                <a:gd name="T14" fmla="*/ 493 w 33"/>
                <a:gd name="T15" fmla="*/ 250 h 16"/>
                <a:gd name="T16" fmla="*/ 493 w 33"/>
                <a:gd name="T17" fmla="*/ 250 h 16"/>
                <a:gd name="T18" fmla="*/ 430 w 33"/>
                <a:gd name="T19" fmla="*/ 6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6">
                  <a:moveTo>
                    <a:pt x="27" y="4"/>
                  </a:moveTo>
                  <a:cubicBezTo>
                    <a:pt x="23" y="2"/>
                    <a:pt x="18" y="2"/>
                    <a:pt x="16" y="2"/>
                  </a:cubicBezTo>
                  <a:cubicBezTo>
                    <a:pt x="13" y="1"/>
                    <a:pt x="9" y="0"/>
                    <a:pt x="7" y="1"/>
                  </a:cubicBezTo>
                  <a:cubicBezTo>
                    <a:pt x="4" y="1"/>
                    <a:pt x="2" y="2"/>
                    <a:pt x="0" y="4"/>
                  </a:cubicBezTo>
                  <a:cubicBezTo>
                    <a:pt x="2" y="3"/>
                    <a:pt x="4" y="2"/>
                    <a:pt x="6" y="2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18" y="3"/>
                    <a:pt x="23" y="3"/>
                    <a:pt x="26" y="5"/>
                  </a:cubicBezTo>
                  <a:cubicBezTo>
                    <a:pt x="30" y="7"/>
                    <a:pt x="33" y="10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3" y="10"/>
                    <a:pt x="31" y="7"/>
                    <a:pt x="27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43" name="Freeform 729">
              <a:extLst>
                <a:ext uri="{FF2B5EF4-FFF2-40B4-BE49-F238E27FC236}">
                  <a16:creationId xmlns:a16="http://schemas.microsoft.com/office/drawing/2014/main" id="{D575DE26-E900-4124-9F33-6FBAB55BE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3212"/>
              <a:ext cx="95" cy="55"/>
            </a:xfrm>
            <a:custGeom>
              <a:avLst/>
              <a:gdLst>
                <a:gd name="T0" fmla="*/ 300 w 38"/>
                <a:gd name="T1" fmla="*/ 313 h 22"/>
                <a:gd name="T2" fmla="*/ 113 w 38"/>
                <a:gd name="T3" fmla="*/ 0 h 22"/>
                <a:gd name="T4" fmla="*/ 113 w 38"/>
                <a:gd name="T5" fmla="*/ 0 h 22"/>
                <a:gd name="T6" fmla="*/ 95 w 38"/>
                <a:gd name="T7" fmla="*/ 20 h 22"/>
                <a:gd name="T8" fmla="*/ 283 w 38"/>
                <a:gd name="T9" fmla="*/ 333 h 22"/>
                <a:gd name="T10" fmla="*/ 595 w 38"/>
                <a:gd name="T11" fmla="*/ 238 h 22"/>
                <a:gd name="T12" fmla="*/ 300 w 38"/>
                <a:gd name="T13" fmla="*/ 31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2">
                  <a:moveTo>
                    <a:pt x="19" y="20"/>
                  </a:moveTo>
                  <a:cubicBezTo>
                    <a:pt x="8" y="17"/>
                    <a:pt x="1" y="9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0" y="10"/>
                    <a:pt x="8" y="18"/>
                    <a:pt x="18" y="21"/>
                  </a:cubicBezTo>
                  <a:cubicBezTo>
                    <a:pt x="27" y="22"/>
                    <a:pt x="34" y="19"/>
                    <a:pt x="38" y="15"/>
                  </a:cubicBezTo>
                  <a:cubicBezTo>
                    <a:pt x="34" y="19"/>
                    <a:pt x="27" y="21"/>
                    <a:pt x="19" y="2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44" name="Freeform 730">
              <a:extLst>
                <a:ext uri="{FF2B5EF4-FFF2-40B4-BE49-F238E27FC236}">
                  <a16:creationId xmlns:a16="http://schemas.microsoft.com/office/drawing/2014/main" id="{2DE94B76-A3E5-420E-943B-A4A649D22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3220"/>
              <a:ext cx="57" cy="30"/>
            </a:xfrm>
            <a:custGeom>
              <a:avLst/>
              <a:gdLst>
                <a:gd name="T0" fmla="*/ 337 w 23"/>
                <a:gd name="T1" fmla="*/ 95 h 12"/>
                <a:gd name="T2" fmla="*/ 104 w 23"/>
                <a:gd name="T3" fmla="*/ 158 h 12"/>
                <a:gd name="T4" fmla="*/ 42 w 23"/>
                <a:gd name="T5" fmla="*/ 33 h 12"/>
                <a:gd name="T6" fmla="*/ 216 w 23"/>
                <a:gd name="T7" fmla="*/ 20 h 12"/>
                <a:gd name="T8" fmla="*/ 337 w 23"/>
                <a:gd name="T9" fmla="*/ 9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2" y="6"/>
                  </a:moveTo>
                  <a:cubicBezTo>
                    <a:pt x="21" y="12"/>
                    <a:pt x="13" y="12"/>
                    <a:pt x="7" y="10"/>
                  </a:cubicBezTo>
                  <a:cubicBezTo>
                    <a:pt x="0" y="8"/>
                    <a:pt x="0" y="3"/>
                    <a:pt x="3" y="2"/>
                  </a:cubicBezTo>
                  <a:cubicBezTo>
                    <a:pt x="6" y="0"/>
                    <a:pt x="9" y="0"/>
                    <a:pt x="14" y="1"/>
                  </a:cubicBezTo>
                  <a:cubicBezTo>
                    <a:pt x="19" y="2"/>
                    <a:pt x="23" y="4"/>
                    <a:pt x="22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45" name="Freeform 731">
              <a:extLst>
                <a:ext uri="{FF2B5EF4-FFF2-40B4-BE49-F238E27FC236}">
                  <a16:creationId xmlns:a16="http://schemas.microsoft.com/office/drawing/2014/main" id="{DF4FDAD8-2D62-4F89-A41B-8333A8182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3227"/>
              <a:ext cx="55" cy="23"/>
            </a:xfrm>
            <a:custGeom>
              <a:avLst/>
              <a:gdLst>
                <a:gd name="T0" fmla="*/ 113 w 22"/>
                <a:gd name="T1" fmla="*/ 84 h 9"/>
                <a:gd name="T2" fmla="*/ 33 w 22"/>
                <a:gd name="T3" fmla="*/ 0 h 9"/>
                <a:gd name="T4" fmla="*/ 113 w 22"/>
                <a:gd name="T5" fmla="*/ 118 h 9"/>
                <a:gd name="T6" fmla="*/ 345 w 22"/>
                <a:gd name="T7" fmla="*/ 51 h 9"/>
                <a:gd name="T8" fmla="*/ 113 w 22"/>
                <a:gd name="T9" fmla="*/ 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">
                  <a:moveTo>
                    <a:pt x="7" y="5"/>
                  </a:moveTo>
                  <a:cubicBezTo>
                    <a:pt x="3" y="4"/>
                    <a:pt x="2" y="2"/>
                    <a:pt x="2" y="0"/>
                  </a:cubicBezTo>
                  <a:cubicBezTo>
                    <a:pt x="0" y="2"/>
                    <a:pt x="1" y="5"/>
                    <a:pt x="7" y="7"/>
                  </a:cubicBezTo>
                  <a:cubicBezTo>
                    <a:pt x="13" y="9"/>
                    <a:pt x="20" y="9"/>
                    <a:pt x="22" y="3"/>
                  </a:cubicBezTo>
                  <a:cubicBezTo>
                    <a:pt x="19" y="7"/>
                    <a:pt x="13" y="7"/>
                    <a:pt x="7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46" name="Freeform 732">
              <a:extLst>
                <a:ext uri="{FF2B5EF4-FFF2-40B4-BE49-F238E27FC236}">
                  <a16:creationId xmlns:a16="http://schemas.microsoft.com/office/drawing/2014/main" id="{12EBE6B3-D530-4ADC-A9E8-F7FA1C954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3220"/>
              <a:ext cx="35" cy="10"/>
            </a:xfrm>
            <a:custGeom>
              <a:avLst/>
              <a:gdLst>
                <a:gd name="T0" fmla="*/ 0 w 14"/>
                <a:gd name="T1" fmla="*/ 20 h 4"/>
                <a:gd name="T2" fmla="*/ 220 w 14"/>
                <a:gd name="T3" fmla="*/ 63 h 4"/>
                <a:gd name="T4" fmla="*/ 113 w 14"/>
                <a:gd name="T5" fmla="*/ 33 h 4"/>
                <a:gd name="T6" fmla="*/ 0 w 1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">
                  <a:moveTo>
                    <a:pt x="0" y="1"/>
                  </a:moveTo>
                  <a:cubicBezTo>
                    <a:pt x="4" y="0"/>
                    <a:pt x="11" y="1"/>
                    <a:pt x="14" y="4"/>
                  </a:cubicBezTo>
                  <a:cubicBezTo>
                    <a:pt x="12" y="3"/>
                    <a:pt x="9" y="2"/>
                    <a:pt x="7" y="2"/>
                  </a:cubicBezTo>
                  <a:cubicBezTo>
                    <a:pt x="4" y="2"/>
                    <a:pt x="1" y="1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47" name="Freeform 733">
              <a:extLst>
                <a:ext uri="{FF2B5EF4-FFF2-40B4-BE49-F238E27FC236}">
                  <a16:creationId xmlns:a16="http://schemas.microsoft.com/office/drawing/2014/main" id="{50D8B6CC-AAEC-4D7A-B72C-C405E91A1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3217"/>
              <a:ext cx="30" cy="13"/>
            </a:xfrm>
            <a:custGeom>
              <a:avLst/>
              <a:gdLst>
                <a:gd name="T0" fmla="*/ 113 w 12"/>
                <a:gd name="T1" fmla="*/ 21 h 5"/>
                <a:gd name="T2" fmla="*/ 0 w 12"/>
                <a:gd name="T3" fmla="*/ 21 h 5"/>
                <a:gd name="T4" fmla="*/ 188 w 12"/>
                <a:gd name="T5" fmla="*/ 88 h 5"/>
                <a:gd name="T6" fmla="*/ 113 w 12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7" y="1"/>
                  </a:moveTo>
                  <a:cubicBezTo>
                    <a:pt x="5" y="1"/>
                    <a:pt x="3" y="0"/>
                    <a:pt x="0" y="1"/>
                  </a:cubicBezTo>
                  <a:cubicBezTo>
                    <a:pt x="3" y="1"/>
                    <a:pt x="11" y="2"/>
                    <a:pt x="12" y="5"/>
                  </a:cubicBezTo>
                  <a:cubicBezTo>
                    <a:pt x="12" y="4"/>
                    <a:pt x="10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48" name="Freeform 734">
              <a:extLst>
                <a:ext uri="{FF2B5EF4-FFF2-40B4-BE49-F238E27FC236}">
                  <a16:creationId xmlns:a16="http://schemas.microsoft.com/office/drawing/2014/main" id="{C633EEE3-C75C-4C91-9AAD-A886040A1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3240"/>
              <a:ext cx="38" cy="15"/>
            </a:xfrm>
            <a:custGeom>
              <a:avLst/>
              <a:gdLst>
                <a:gd name="T0" fmla="*/ 0 w 15"/>
                <a:gd name="T1" fmla="*/ 0 h 6"/>
                <a:gd name="T2" fmla="*/ 243 w 15"/>
                <a:gd name="T3" fmla="*/ 50 h 6"/>
                <a:gd name="T4" fmla="*/ 0 w 1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2" y="2"/>
                    <a:pt x="9" y="5"/>
                    <a:pt x="15" y="3"/>
                  </a:cubicBezTo>
                  <a:cubicBezTo>
                    <a:pt x="14" y="4"/>
                    <a:pt x="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49" name="Freeform 735">
              <a:extLst>
                <a:ext uri="{FF2B5EF4-FFF2-40B4-BE49-F238E27FC236}">
                  <a16:creationId xmlns:a16="http://schemas.microsoft.com/office/drawing/2014/main" id="{8AE5DD5B-0C48-4AFC-8238-5E47449F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2"/>
              <a:ext cx="107" cy="68"/>
            </a:xfrm>
            <a:custGeom>
              <a:avLst/>
              <a:gdLst>
                <a:gd name="T0" fmla="*/ 229 w 43"/>
                <a:gd name="T1" fmla="*/ 0 h 27"/>
                <a:gd name="T2" fmla="*/ 105 w 43"/>
                <a:gd name="T3" fmla="*/ 83 h 27"/>
                <a:gd name="T4" fmla="*/ 291 w 43"/>
                <a:gd name="T5" fmla="*/ 400 h 27"/>
                <a:gd name="T6" fmla="*/ 632 w 43"/>
                <a:gd name="T7" fmla="*/ 254 h 27"/>
                <a:gd name="T8" fmla="*/ 557 w 43"/>
                <a:gd name="T9" fmla="*/ 63 h 27"/>
                <a:gd name="T10" fmla="*/ 371 w 43"/>
                <a:gd name="T11" fmla="*/ 20 h 27"/>
                <a:gd name="T12" fmla="*/ 229 w 4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">
                  <a:moveTo>
                    <a:pt x="15" y="0"/>
                  </a:moveTo>
                  <a:cubicBezTo>
                    <a:pt x="12" y="1"/>
                    <a:pt x="9" y="2"/>
                    <a:pt x="7" y="5"/>
                  </a:cubicBezTo>
                  <a:cubicBezTo>
                    <a:pt x="0" y="14"/>
                    <a:pt x="8" y="23"/>
                    <a:pt x="19" y="25"/>
                  </a:cubicBezTo>
                  <a:cubicBezTo>
                    <a:pt x="30" y="27"/>
                    <a:pt x="40" y="22"/>
                    <a:pt x="41" y="16"/>
                  </a:cubicBezTo>
                  <a:cubicBezTo>
                    <a:pt x="43" y="11"/>
                    <a:pt x="41" y="7"/>
                    <a:pt x="36" y="4"/>
                  </a:cubicBezTo>
                  <a:cubicBezTo>
                    <a:pt x="33" y="2"/>
                    <a:pt x="27" y="1"/>
                    <a:pt x="24" y="1"/>
                  </a:cubicBezTo>
                  <a:cubicBezTo>
                    <a:pt x="21" y="1"/>
                    <a:pt x="18" y="0"/>
                    <a:pt x="15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50" name="Freeform 736">
              <a:extLst>
                <a:ext uri="{FF2B5EF4-FFF2-40B4-BE49-F238E27FC236}">
                  <a16:creationId xmlns:a16="http://schemas.microsoft.com/office/drawing/2014/main" id="{F6A63C11-4715-4C04-8FA7-1EA87046D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225"/>
              <a:ext cx="53" cy="25"/>
            </a:xfrm>
            <a:custGeom>
              <a:avLst/>
              <a:gdLst>
                <a:gd name="T0" fmla="*/ 0 w 21"/>
                <a:gd name="T1" fmla="*/ 50 h 10"/>
                <a:gd name="T2" fmla="*/ 83 w 21"/>
                <a:gd name="T3" fmla="*/ 125 h 10"/>
                <a:gd name="T4" fmla="*/ 288 w 21"/>
                <a:gd name="T5" fmla="*/ 125 h 10"/>
                <a:gd name="T6" fmla="*/ 338 w 21"/>
                <a:gd name="T7" fmla="*/ 63 h 10"/>
                <a:gd name="T8" fmla="*/ 288 w 21"/>
                <a:gd name="T9" fmla="*/ 125 h 10"/>
                <a:gd name="T10" fmla="*/ 96 w 21"/>
                <a:gd name="T11" fmla="*/ 125 h 10"/>
                <a:gd name="T12" fmla="*/ 0 w 21"/>
                <a:gd name="T13" fmla="*/ 50 h 10"/>
                <a:gd name="T14" fmla="*/ 33 w 21"/>
                <a:gd name="T15" fmla="*/ 0 h 10"/>
                <a:gd name="T16" fmla="*/ 0 w 21"/>
                <a:gd name="T17" fmla="*/ 5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0">
                  <a:moveTo>
                    <a:pt x="0" y="3"/>
                  </a:moveTo>
                  <a:cubicBezTo>
                    <a:pt x="0" y="5"/>
                    <a:pt x="2" y="7"/>
                    <a:pt x="5" y="8"/>
                  </a:cubicBezTo>
                  <a:cubicBezTo>
                    <a:pt x="10" y="10"/>
                    <a:pt x="15" y="10"/>
                    <a:pt x="18" y="8"/>
                  </a:cubicBezTo>
                  <a:cubicBezTo>
                    <a:pt x="20" y="7"/>
                    <a:pt x="20" y="6"/>
                    <a:pt x="21" y="4"/>
                  </a:cubicBezTo>
                  <a:cubicBezTo>
                    <a:pt x="20" y="6"/>
                    <a:pt x="19" y="7"/>
                    <a:pt x="18" y="8"/>
                  </a:cubicBezTo>
                  <a:cubicBezTo>
                    <a:pt x="15" y="9"/>
                    <a:pt x="10" y="9"/>
                    <a:pt x="6" y="8"/>
                  </a:cubicBezTo>
                  <a:cubicBezTo>
                    <a:pt x="2" y="7"/>
                    <a:pt x="1" y="5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51" name="Freeform 737">
              <a:extLst>
                <a:ext uri="{FF2B5EF4-FFF2-40B4-BE49-F238E27FC236}">
                  <a16:creationId xmlns:a16="http://schemas.microsoft.com/office/drawing/2014/main" id="{6735C0E9-20BA-40F7-818A-BC67FD6DD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722"/>
              <a:ext cx="85" cy="88"/>
            </a:xfrm>
            <a:custGeom>
              <a:avLst/>
              <a:gdLst>
                <a:gd name="T0" fmla="*/ 438 w 34"/>
                <a:gd name="T1" fmla="*/ 367 h 35"/>
                <a:gd name="T2" fmla="*/ 333 w 34"/>
                <a:gd name="T3" fmla="*/ 63 h 35"/>
                <a:gd name="T4" fmla="*/ 20 w 34"/>
                <a:gd name="T5" fmla="*/ 221 h 35"/>
                <a:gd name="T6" fmla="*/ 438 w 34"/>
                <a:gd name="T7" fmla="*/ 36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28" y="23"/>
                  </a:moveTo>
                  <a:cubicBezTo>
                    <a:pt x="34" y="16"/>
                    <a:pt x="30" y="7"/>
                    <a:pt x="21" y="4"/>
                  </a:cubicBezTo>
                  <a:cubicBezTo>
                    <a:pt x="11" y="0"/>
                    <a:pt x="3" y="4"/>
                    <a:pt x="1" y="14"/>
                  </a:cubicBezTo>
                  <a:cubicBezTo>
                    <a:pt x="0" y="24"/>
                    <a:pt x="20" y="35"/>
                    <a:pt x="28" y="2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52" name="Freeform 738">
              <a:extLst>
                <a:ext uri="{FF2B5EF4-FFF2-40B4-BE49-F238E27FC236}">
                  <a16:creationId xmlns:a16="http://schemas.microsoft.com/office/drawing/2014/main" id="{E0E812B8-B530-4BBB-904F-21DA99684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740"/>
              <a:ext cx="63" cy="57"/>
            </a:xfrm>
            <a:custGeom>
              <a:avLst/>
              <a:gdLst>
                <a:gd name="T0" fmla="*/ 285 w 25"/>
                <a:gd name="T1" fmla="*/ 0 h 23"/>
                <a:gd name="T2" fmla="*/ 305 w 25"/>
                <a:gd name="T3" fmla="*/ 228 h 23"/>
                <a:gd name="T4" fmla="*/ 0 w 25"/>
                <a:gd name="T5" fmla="*/ 245 h 23"/>
                <a:gd name="T6" fmla="*/ 318 w 25"/>
                <a:gd name="T7" fmla="*/ 228 h 23"/>
                <a:gd name="T8" fmla="*/ 285 w 2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18" y="0"/>
                  </a:moveTo>
                  <a:cubicBezTo>
                    <a:pt x="23" y="4"/>
                    <a:pt x="24" y="10"/>
                    <a:pt x="19" y="15"/>
                  </a:cubicBezTo>
                  <a:cubicBezTo>
                    <a:pt x="15" y="22"/>
                    <a:pt x="6" y="21"/>
                    <a:pt x="0" y="16"/>
                  </a:cubicBezTo>
                  <a:cubicBezTo>
                    <a:pt x="5" y="21"/>
                    <a:pt x="15" y="23"/>
                    <a:pt x="20" y="15"/>
                  </a:cubicBezTo>
                  <a:cubicBezTo>
                    <a:pt x="25" y="10"/>
                    <a:pt x="23" y="4"/>
                    <a:pt x="18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53" name="Freeform 739">
              <a:extLst>
                <a:ext uri="{FF2B5EF4-FFF2-40B4-BE49-F238E27FC236}">
                  <a16:creationId xmlns:a16="http://schemas.microsoft.com/office/drawing/2014/main" id="{3291A506-EFBA-4213-9DD0-9B5A803C3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3727"/>
              <a:ext cx="45" cy="58"/>
            </a:xfrm>
            <a:custGeom>
              <a:avLst/>
              <a:gdLst>
                <a:gd name="T0" fmla="*/ 95 w 18"/>
                <a:gd name="T1" fmla="*/ 351 h 23"/>
                <a:gd name="T2" fmla="*/ 33 w 18"/>
                <a:gd name="T3" fmla="*/ 209 h 23"/>
                <a:gd name="T4" fmla="*/ 283 w 18"/>
                <a:gd name="T5" fmla="*/ 33 h 23"/>
                <a:gd name="T6" fmla="*/ 270 w 18"/>
                <a:gd name="T7" fmla="*/ 33 h 23"/>
                <a:gd name="T8" fmla="*/ 20 w 18"/>
                <a:gd name="T9" fmla="*/ 192 h 23"/>
                <a:gd name="T10" fmla="*/ 95 w 18"/>
                <a:gd name="T11" fmla="*/ 351 h 23"/>
                <a:gd name="T12" fmla="*/ 95 w 18"/>
                <a:gd name="T13" fmla="*/ 35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3">
                  <a:moveTo>
                    <a:pt x="6" y="22"/>
                  </a:moveTo>
                  <a:cubicBezTo>
                    <a:pt x="3" y="19"/>
                    <a:pt x="1" y="16"/>
                    <a:pt x="2" y="13"/>
                  </a:cubicBezTo>
                  <a:cubicBezTo>
                    <a:pt x="3" y="4"/>
                    <a:pt x="10" y="0"/>
                    <a:pt x="18" y="2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9" y="0"/>
                    <a:pt x="2" y="3"/>
                    <a:pt x="1" y="12"/>
                  </a:cubicBezTo>
                  <a:cubicBezTo>
                    <a:pt x="0" y="15"/>
                    <a:pt x="3" y="19"/>
                    <a:pt x="6" y="22"/>
                  </a:cubicBezTo>
                  <a:cubicBezTo>
                    <a:pt x="7" y="23"/>
                    <a:pt x="7" y="23"/>
                    <a:pt x="6" y="2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54" name="Freeform 740">
              <a:extLst>
                <a:ext uri="{FF2B5EF4-FFF2-40B4-BE49-F238E27FC236}">
                  <a16:creationId xmlns:a16="http://schemas.microsoft.com/office/drawing/2014/main" id="{873259BD-C02A-4EF5-9B60-7390BDA99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3737"/>
              <a:ext cx="50" cy="45"/>
            </a:xfrm>
            <a:custGeom>
              <a:avLst/>
              <a:gdLst>
                <a:gd name="T0" fmla="*/ 20 w 20"/>
                <a:gd name="T1" fmla="*/ 145 h 18"/>
                <a:gd name="T2" fmla="*/ 250 w 20"/>
                <a:gd name="T3" fmla="*/ 238 h 18"/>
                <a:gd name="T4" fmla="*/ 208 w 20"/>
                <a:gd name="T5" fmla="*/ 33 h 18"/>
                <a:gd name="T6" fmla="*/ 20 w 20"/>
                <a:gd name="T7" fmla="*/ 14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1" y="9"/>
                  </a:moveTo>
                  <a:cubicBezTo>
                    <a:pt x="3" y="16"/>
                    <a:pt x="12" y="18"/>
                    <a:pt x="16" y="15"/>
                  </a:cubicBezTo>
                  <a:cubicBezTo>
                    <a:pt x="20" y="11"/>
                    <a:pt x="19" y="2"/>
                    <a:pt x="13" y="2"/>
                  </a:cubicBezTo>
                  <a:cubicBezTo>
                    <a:pt x="4" y="0"/>
                    <a:pt x="0" y="4"/>
                    <a:pt x="1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55" name="Freeform 741">
              <a:extLst>
                <a:ext uri="{FF2B5EF4-FFF2-40B4-BE49-F238E27FC236}">
                  <a16:creationId xmlns:a16="http://schemas.microsoft.com/office/drawing/2014/main" id="{AFD4D085-5179-492E-84D0-60CE9FC16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745"/>
              <a:ext cx="42" cy="35"/>
            </a:xfrm>
            <a:custGeom>
              <a:avLst/>
              <a:gdLst>
                <a:gd name="T0" fmla="*/ 183 w 17"/>
                <a:gd name="T1" fmla="*/ 0 h 14"/>
                <a:gd name="T2" fmla="*/ 183 w 17"/>
                <a:gd name="T3" fmla="*/ 175 h 14"/>
                <a:gd name="T4" fmla="*/ 0 w 17"/>
                <a:gd name="T5" fmla="*/ 158 h 14"/>
                <a:gd name="T6" fmla="*/ 195 w 17"/>
                <a:gd name="T7" fmla="*/ 188 h 14"/>
                <a:gd name="T8" fmla="*/ 183 w 1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12" y="0"/>
                  </a:moveTo>
                  <a:cubicBezTo>
                    <a:pt x="15" y="3"/>
                    <a:pt x="15" y="8"/>
                    <a:pt x="12" y="11"/>
                  </a:cubicBezTo>
                  <a:cubicBezTo>
                    <a:pt x="9" y="13"/>
                    <a:pt x="4" y="13"/>
                    <a:pt x="0" y="10"/>
                  </a:cubicBezTo>
                  <a:cubicBezTo>
                    <a:pt x="4" y="14"/>
                    <a:pt x="10" y="14"/>
                    <a:pt x="13" y="12"/>
                  </a:cubicBezTo>
                  <a:cubicBezTo>
                    <a:pt x="17" y="9"/>
                    <a:pt x="16" y="2"/>
                    <a:pt x="12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56" name="Freeform 742">
              <a:extLst>
                <a:ext uri="{FF2B5EF4-FFF2-40B4-BE49-F238E27FC236}">
                  <a16:creationId xmlns:a16="http://schemas.microsoft.com/office/drawing/2014/main" id="{1EAE6B3E-6605-4BFC-901D-BA14F9945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3740"/>
              <a:ext cx="20" cy="12"/>
            </a:xfrm>
            <a:custGeom>
              <a:avLst/>
              <a:gdLst>
                <a:gd name="T0" fmla="*/ 125 w 8"/>
                <a:gd name="T1" fmla="*/ 0 h 5"/>
                <a:gd name="T2" fmla="*/ 0 w 8"/>
                <a:gd name="T3" fmla="*/ 70 h 5"/>
                <a:gd name="T4" fmla="*/ 12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4" y="0"/>
                    <a:pt x="1" y="2"/>
                    <a:pt x="0" y="5"/>
                  </a:cubicBezTo>
                  <a:cubicBezTo>
                    <a:pt x="2" y="4"/>
                    <a:pt x="3" y="1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57" name="Freeform 743">
              <a:extLst>
                <a:ext uri="{FF2B5EF4-FFF2-40B4-BE49-F238E27FC236}">
                  <a16:creationId xmlns:a16="http://schemas.microsoft.com/office/drawing/2014/main" id="{778C8D0B-C9FB-48F3-9140-E73A8373F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3755"/>
              <a:ext cx="33" cy="27"/>
            </a:xfrm>
            <a:custGeom>
              <a:avLst/>
              <a:gdLst>
                <a:gd name="T0" fmla="*/ 180 w 13"/>
                <a:gd name="T1" fmla="*/ 0 h 11"/>
                <a:gd name="T2" fmla="*/ 0 w 13"/>
                <a:gd name="T3" fmla="*/ 133 h 11"/>
                <a:gd name="T4" fmla="*/ 180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0"/>
                  </a:moveTo>
                  <a:cubicBezTo>
                    <a:pt x="11" y="3"/>
                    <a:pt x="11" y="11"/>
                    <a:pt x="0" y="9"/>
                  </a:cubicBezTo>
                  <a:cubicBezTo>
                    <a:pt x="5" y="11"/>
                    <a:pt x="13" y="11"/>
                    <a:pt x="11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58" name="Freeform 744">
              <a:extLst>
                <a:ext uri="{FF2B5EF4-FFF2-40B4-BE49-F238E27FC236}">
                  <a16:creationId xmlns:a16="http://schemas.microsoft.com/office/drawing/2014/main" id="{09EB371C-1F9A-4AE5-ABAC-9CEE5E0A9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722"/>
              <a:ext cx="85" cy="88"/>
            </a:xfrm>
            <a:custGeom>
              <a:avLst/>
              <a:gdLst>
                <a:gd name="T0" fmla="*/ 438 w 34"/>
                <a:gd name="T1" fmla="*/ 367 h 35"/>
                <a:gd name="T2" fmla="*/ 333 w 34"/>
                <a:gd name="T3" fmla="*/ 63 h 35"/>
                <a:gd name="T4" fmla="*/ 20 w 34"/>
                <a:gd name="T5" fmla="*/ 221 h 35"/>
                <a:gd name="T6" fmla="*/ 438 w 34"/>
                <a:gd name="T7" fmla="*/ 36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28" y="23"/>
                  </a:moveTo>
                  <a:cubicBezTo>
                    <a:pt x="34" y="16"/>
                    <a:pt x="30" y="7"/>
                    <a:pt x="21" y="4"/>
                  </a:cubicBezTo>
                  <a:cubicBezTo>
                    <a:pt x="11" y="0"/>
                    <a:pt x="3" y="4"/>
                    <a:pt x="1" y="14"/>
                  </a:cubicBezTo>
                  <a:cubicBezTo>
                    <a:pt x="0" y="24"/>
                    <a:pt x="20" y="35"/>
                    <a:pt x="28" y="2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59" name="Freeform 745">
              <a:extLst>
                <a:ext uri="{FF2B5EF4-FFF2-40B4-BE49-F238E27FC236}">
                  <a16:creationId xmlns:a16="http://schemas.microsoft.com/office/drawing/2014/main" id="{939B1214-71F5-4F2A-9C35-0F52430F9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3742"/>
              <a:ext cx="45" cy="38"/>
            </a:xfrm>
            <a:custGeom>
              <a:avLst/>
              <a:gdLst>
                <a:gd name="T0" fmla="*/ 188 w 18"/>
                <a:gd name="T1" fmla="*/ 0 h 15"/>
                <a:gd name="T2" fmla="*/ 270 w 18"/>
                <a:gd name="T3" fmla="*/ 84 h 15"/>
                <a:gd name="T4" fmla="*/ 238 w 18"/>
                <a:gd name="T5" fmla="*/ 213 h 15"/>
                <a:gd name="T6" fmla="*/ 95 w 18"/>
                <a:gd name="T7" fmla="*/ 225 h 15"/>
                <a:gd name="T8" fmla="*/ 0 w 18"/>
                <a:gd name="T9" fmla="*/ 117 h 15"/>
                <a:gd name="T10" fmla="*/ 95 w 18"/>
                <a:gd name="T11" fmla="*/ 225 h 15"/>
                <a:gd name="T12" fmla="*/ 238 w 18"/>
                <a:gd name="T13" fmla="*/ 213 h 15"/>
                <a:gd name="T14" fmla="*/ 270 w 18"/>
                <a:gd name="T15" fmla="*/ 84 h 15"/>
                <a:gd name="T16" fmla="*/ 188 w 18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5">
                  <a:moveTo>
                    <a:pt x="12" y="0"/>
                  </a:moveTo>
                  <a:cubicBezTo>
                    <a:pt x="14" y="0"/>
                    <a:pt x="16" y="2"/>
                    <a:pt x="17" y="5"/>
                  </a:cubicBezTo>
                  <a:cubicBezTo>
                    <a:pt x="18" y="8"/>
                    <a:pt x="17" y="11"/>
                    <a:pt x="15" y="13"/>
                  </a:cubicBezTo>
                  <a:cubicBezTo>
                    <a:pt x="13" y="14"/>
                    <a:pt x="10" y="15"/>
                    <a:pt x="6" y="14"/>
                  </a:cubicBezTo>
                  <a:cubicBezTo>
                    <a:pt x="3" y="13"/>
                    <a:pt x="1" y="10"/>
                    <a:pt x="0" y="7"/>
                  </a:cubicBezTo>
                  <a:cubicBezTo>
                    <a:pt x="1" y="10"/>
                    <a:pt x="3" y="13"/>
                    <a:pt x="6" y="14"/>
                  </a:cubicBezTo>
                  <a:cubicBezTo>
                    <a:pt x="10" y="15"/>
                    <a:pt x="13" y="15"/>
                    <a:pt x="15" y="13"/>
                  </a:cubicBezTo>
                  <a:cubicBezTo>
                    <a:pt x="17" y="11"/>
                    <a:pt x="18" y="8"/>
                    <a:pt x="17" y="5"/>
                  </a:cubicBezTo>
                  <a:cubicBezTo>
                    <a:pt x="16" y="2"/>
                    <a:pt x="14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60" name="Freeform 746">
              <a:extLst>
                <a:ext uri="{FF2B5EF4-FFF2-40B4-BE49-F238E27FC236}">
                  <a16:creationId xmlns:a16="http://schemas.microsoft.com/office/drawing/2014/main" id="{45C15616-D31C-4910-8C9D-D559FFE3C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622"/>
              <a:ext cx="85" cy="78"/>
            </a:xfrm>
            <a:custGeom>
              <a:avLst/>
              <a:gdLst>
                <a:gd name="T0" fmla="*/ 488 w 34"/>
                <a:gd name="T1" fmla="*/ 254 h 31"/>
                <a:gd name="T2" fmla="*/ 270 w 34"/>
                <a:gd name="T3" fmla="*/ 20 h 31"/>
                <a:gd name="T4" fmla="*/ 33 w 34"/>
                <a:gd name="T5" fmla="*/ 284 h 31"/>
                <a:gd name="T6" fmla="*/ 488 w 34"/>
                <a:gd name="T7" fmla="*/ 2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31" y="16"/>
                  </a:moveTo>
                  <a:cubicBezTo>
                    <a:pt x="34" y="8"/>
                    <a:pt x="28" y="0"/>
                    <a:pt x="17" y="1"/>
                  </a:cubicBezTo>
                  <a:cubicBezTo>
                    <a:pt x="7" y="1"/>
                    <a:pt x="0" y="8"/>
                    <a:pt x="2" y="18"/>
                  </a:cubicBezTo>
                  <a:cubicBezTo>
                    <a:pt x="4" y="28"/>
                    <a:pt x="28" y="31"/>
                    <a:pt x="31" y="1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61" name="Freeform 747">
              <a:extLst>
                <a:ext uri="{FF2B5EF4-FFF2-40B4-BE49-F238E27FC236}">
                  <a16:creationId xmlns:a16="http://schemas.microsoft.com/office/drawing/2014/main" id="{C2B979EA-6A97-4936-80DD-897EEDEE7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627"/>
              <a:ext cx="55" cy="63"/>
            </a:xfrm>
            <a:custGeom>
              <a:avLst/>
              <a:gdLst>
                <a:gd name="T0" fmla="*/ 175 w 22"/>
                <a:gd name="T1" fmla="*/ 0 h 25"/>
                <a:gd name="T2" fmla="*/ 283 w 22"/>
                <a:gd name="T3" fmla="*/ 222 h 25"/>
                <a:gd name="T4" fmla="*/ 0 w 22"/>
                <a:gd name="T5" fmla="*/ 368 h 25"/>
                <a:gd name="T6" fmla="*/ 313 w 22"/>
                <a:gd name="T7" fmla="*/ 222 h 25"/>
                <a:gd name="T8" fmla="*/ 175 w 22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11" y="0"/>
                  </a:moveTo>
                  <a:cubicBezTo>
                    <a:pt x="17" y="2"/>
                    <a:pt x="21" y="8"/>
                    <a:pt x="18" y="14"/>
                  </a:cubicBezTo>
                  <a:cubicBezTo>
                    <a:pt x="16" y="23"/>
                    <a:pt x="7" y="25"/>
                    <a:pt x="0" y="23"/>
                  </a:cubicBezTo>
                  <a:cubicBezTo>
                    <a:pt x="7" y="25"/>
                    <a:pt x="17" y="23"/>
                    <a:pt x="20" y="14"/>
                  </a:cubicBezTo>
                  <a:cubicBezTo>
                    <a:pt x="22" y="8"/>
                    <a:pt x="18" y="2"/>
                    <a:pt x="11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62" name="Freeform 748">
              <a:extLst>
                <a:ext uri="{FF2B5EF4-FFF2-40B4-BE49-F238E27FC236}">
                  <a16:creationId xmlns:a16="http://schemas.microsoft.com/office/drawing/2014/main" id="{133874DE-C564-4061-A987-1AC80CB8D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625"/>
              <a:ext cx="37" cy="60"/>
            </a:xfrm>
            <a:custGeom>
              <a:avLst/>
              <a:gdLst>
                <a:gd name="T0" fmla="*/ 153 w 15"/>
                <a:gd name="T1" fmla="*/ 375 h 24"/>
                <a:gd name="T2" fmla="*/ 42 w 15"/>
                <a:gd name="T3" fmla="*/ 270 h 24"/>
                <a:gd name="T4" fmla="*/ 212 w 15"/>
                <a:gd name="T5" fmla="*/ 20 h 24"/>
                <a:gd name="T6" fmla="*/ 212 w 15"/>
                <a:gd name="T7" fmla="*/ 20 h 24"/>
                <a:gd name="T8" fmla="*/ 30 w 15"/>
                <a:gd name="T9" fmla="*/ 270 h 24"/>
                <a:gd name="T10" fmla="*/ 165 w 15"/>
                <a:gd name="T11" fmla="*/ 375 h 24"/>
                <a:gd name="T12" fmla="*/ 153 w 15"/>
                <a:gd name="T13" fmla="*/ 37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4">
                  <a:moveTo>
                    <a:pt x="10" y="24"/>
                  </a:moveTo>
                  <a:cubicBezTo>
                    <a:pt x="7" y="23"/>
                    <a:pt x="4" y="20"/>
                    <a:pt x="3" y="17"/>
                  </a:cubicBezTo>
                  <a:cubicBezTo>
                    <a:pt x="1" y="8"/>
                    <a:pt x="6" y="2"/>
                    <a:pt x="14" y="1"/>
                  </a:cubicBezTo>
                  <a:cubicBezTo>
                    <a:pt x="15" y="0"/>
                    <a:pt x="15" y="0"/>
                    <a:pt x="14" y="1"/>
                  </a:cubicBezTo>
                  <a:cubicBezTo>
                    <a:pt x="5" y="2"/>
                    <a:pt x="0" y="8"/>
                    <a:pt x="2" y="17"/>
                  </a:cubicBezTo>
                  <a:cubicBezTo>
                    <a:pt x="3" y="20"/>
                    <a:pt x="6" y="23"/>
                    <a:pt x="11" y="24"/>
                  </a:cubicBezTo>
                  <a:cubicBezTo>
                    <a:pt x="12" y="24"/>
                    <a:pt x="12" y="24"/>
                    <a:pt x="10" y="24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63" name="Freeform 749">
              <a:extLst>
                <a:ext uri="{FF2B5EF4-FFF2-40B4-BE49-F238E27FC236}">
                  <a16:creationId xmlns:a16="http://schemas.microsoft.com/office/drawing/2014/main" id="{30C224DE-4637-4F0E-B96E-340E8E3DA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632"/>
              <a:ext cx="55" cy="48"/>
            </a:xfrm>
            <a:custGeom>
              <a:avLst/>
              <a:gdLst>
                <a:gd name="T0" fmla="*/ 33 w 22"/>
                <a:gd name="T1" fmla="*/ 210 h 19"/>
                <a:gd name="T2" fmla="*/ 300 w 22"/>
                <a:gd name="T3" fmla="*/ 210 h 19"/>
                <a:gd name="T4" fmla="*/ 175 w 22"/>
                <a:gd name="T5" fmla="*/ 20 h 19"/>
                <a:gd name="T6" fmla="*/ 33 w 22"/>
                <a:gd name="T7" fmla="*/ 21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2" y="13"/>
                  </a:moveTo>
                  <a:cubicBezTo>
                    <a:pt x="6" y="19"/>
                    <a:pt x="16" y="18"/>
                    <a:pt x="19" y="13"/>
                  </a:cubicBezTo>
                  <a:cubicBezTo>
                    <a:pt x="22" y="8"/>
                    <a:pt x="17" y="0"/>
                    <a:pt x="11" y="1"/>
                  </a:cubicBezTo>
                  <a:cubicBezTo>
                    <a:pt x="2" y="3"/>
                    <a:pt x="0" y="9"/>
                    <a:pt x="2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64" name="Freeform 750">
              <a:extLst>
                <a:ext uri="{FF2B5EF4-FFF2-40B4-BE49-F238E27FC236}">
                  <a16:creationId xmlns:a16="http://schemas.microsoft.com/office/drawing/2014/main" id="{DAC58B43-662B-4C1A-B6EC-35B9D7210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635"/>
              <a:ext cx="37" cy="42"/>
            </a:xfrm>
            <a:custGeom>
              <a:avLst/>
              <a:gdLst>
                <a:gd name="T0" fmla="*/ 121 w 15"/>
                <a:gd name="T1" fmla="*/ 0 h 17"/>
                <a:gd name="T2" fmla="*/ 183 w 15"/>
                <a:gd name="T3" fmla="*/ 166 h 17"/>
                <a:gd name="T4" fmla="*/ 0 w 15"/>
                <a:gd name="T5" fmla="*/ 225 h 17"/>
                <a:gd name="T6" fmla="*/ 195 w 15"/>
                <a:gd name="T7" fmla="*/ 183 h 17"/>
                <a:gd name="T8" fmla="*/ 121 w 1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8" y="0"/>
                  </a:moveTo>
                  <a:cubicBezTo>
                    <a:pt x="11" y="2"/>
                    <a:pt x="14" y="8"/>
                    <a:pt x="12" y="11"/>
                  </a:cubicBezTo>
                  <a:cubicBezTo>
                    <a:pt x="10" y="15"/>
                    <a:pt x="4" y="16"/>
                    <a:pt x="0" y="15"/>
                  </a:cubicBezTo>
                  <a:cubicBezTo>
                    <a:pt x="5" y="17"/>
                    <a:pt x="11" y="16"/>
                    <a:pt x="13" y="12"/>
                  </a:cubicBezTo>
                  <a:cubicBezTo>
                    <a:pt x="15" y="8"/>
                    <a:pt x="12" y="2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65" name="Freeform 751">
              <a:extLst>
                <a:ext uri="{FF2B5EF4-FFF2-40B4-BE49-F238E27FC236}">
                  <a16:creationId xmlns:a16="http://schemas.microsoft.com/office/drawing/2014/main" id="{BFEC2B0E-0FD4-472E-B502-615BC8604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3640"/>
              <a:ext cx="15" cy="17"/>
            </a:xfrm>
            <a:custGeom>
              <a:avLst/>
              <a:gdLst>
                <a:gd name="T0" fmla="*/ 95 w 6"/>
                <a:gd name="T1" fmla="*/ 0 h 7"/>
                <a:gd name="T2" fmla="*/ 0 w 6"/>
                <a:gd name="T3" fmla="*/ 100 h 7"/>
                <a:gd name="T4" fmla="*/ 95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1" y="5"/>
                    <a:pt x="2" y="2"/>
                    <a:pt x="6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66" name="Freeform 752">
              <a:extLst>
                <a:ext uri="{FF2B5EF4-FFF2-40B4-BE49-F238E27FC236}">
                  <a16:creationId xmlns:a16="http://schemas.microsoft.com/office/drawing/2014/main" id="{3D99A8F0-CB8A-43D1-A049-0599E1CC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642"/>
              <a:ext cx="30" cy="33"/>
            </a:xfrm>
            <a:custGeom>
              <a:avLst/>
              <a:gdLst>
                <a:gd name="T0" fmla="*/ 95 w 12"/>
                <a:gd name="T1" fmla="*/ 0 h 13"/>
                <a:gd name="T2" fmla="*/ 0 w 12"/>
                <a:gd name="T3" fmla="*/ 213 h 13"/>
                <a:gd name="T4" fmla="*/ 9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0"/>
                  </a:moveTo>
                  <a:cubicBezTo>
                    <a:pt x="8" y="4"/>
                    <a:pt x="11" y="12"/>
                    <a:pt x="0" y="13"/>
                  </a:cubicBezTo>
                  <a:cubicBezTo>
                    <a:pt x="5" y="13"/>
                    <a:pt x="12" y="10"/>
                    <a:pt x="6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67" name="Freeform 753">
              <a:extLst>
                <a:ext uri="{FF2B5EF4-FFF2-40B4-BE49-F238E27FC236}">
                  <a16:creationId xmlns:a16="http://schemas.microsoft.com/office/drawing/2014/main" id="{CA878061-699D-4483-A572-07BF1994D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622"/>
              <a:ext cx="85" cy="78"/>
            </a:xfrm>
            <a:custGeom>
              <a:avLst/>
              <a:gdLst>
                <a:gd name="T0" fmla="*/ 488 w 34"/>
                <a:gd name="T1" fmla="*/ 254 h 31"/>
                <a:gd name="T2" fmla="*/ 270 w 34"/>
                <a:gd name="T3" fmla="*/ 20 h 31"/>
                <a:gd name="T4" fmla="*/ 33 w 34"/>
                <a:gd name="T5" fmla="*/ 284 h 31"/>
                <a:gd name="T6" fmla="*/ 488 w 34"/>
                <a:gd name="T7" fmla="*/ 2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31" y="16"/>
                  </a:moveTo>
                  <a:cubicBezTo>
                    <a:pt x="34" y="8"/>
                    <a:pt x="28" y="0"/>
                    <a:pt x="17" y="1"/>
                  </a:cubicBezTo>
                  <a:cubicBezTo>
                    <a:pt x="7" y="1"/>
                    <a:pt x="0" y="8"/>
                    <a:pt x="2" y="18"/>
                  </a:cubicBezTo>
                  <a:cubicBezTo>
                    <a:pt x="4" y="28"/>
                    <a:pt x="28" y="31"/>
                    <a:pt x="31" y="1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68" name="Freeform 754">
              <a:extLst>
                <a:ext uri="{FF2B5EF4-FFF2-40B4-BE49-F238E27FC236}">
                  <a16:creationId xmlns:a16="http://schemas.microsoft.com/office/drawing/2014/main" id="{6A784753-9F66-49AF-9521-6BC7272F6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3635"/>
              <a:ext cx="47" cy="40"/>
            </a:xfrm>
            <a:custGeom>
              <a:avLst/>
              <a:gdLst>
                <a:gd name="T0" fmla="*/ 134 w 19"/>
                <a:gd name="T1" fmla="*/ 0 h 16"/>
                <a:gd name="T2" fmla="*/ 245 w 19"/>
                <a:gd name="T3" fmla="*/ 50 h 16"/>
                <a:gd name="T4" fmla="*/ 257 w 19"/>
                <a:gd name="T5" fmla="*/ 188 h 16"/>
                <a:gd name="T6" fmla="*/ 134 w 19"/>
                <a:gd name="T7" fmla="*/ 250 h 16"/>
                <a:gd name="T8" fmla="*/ 0 w 19"/>
                <a:gd name="T9" fmla="*/ 188 h 16"/>
                <a:gd name="T10" fmla="*/ 134 w 19"/>
                <a:gd name="T11" fmla="*/ 250 h 16"/>
                <a:gd name="T12" fmla="*/ 257 w 19"/>
                <a:gd name="T13" fmla="*/ 188 h 16"/>
                <a:gd name="T14" fmla="*/ 245 w 19"/>
                <a:gd name="T15" fmla="*/ 50 h 16"/>
                <a:gd name="T16" fmla="*/ 134 w 1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6">
                  <a:moveTo>
                    <a:pt x="9" y="0"/>
                  </a:moveTo>
                  <a:cubicBezTo>
                    <a:pt x="11" y="0"/>
                    <a:pt x="14" y="1"/>
                    <a:pt x="16" y="3"/>
                  </a:cubicBezTo>
                  <a:cubicBezTo>
                    <a:pt x="18" y="6"/>
                    <a:pt x="18" y="9"/>
                    <a:pt x="17" y="12"/>
                  </a:cubicBezTo>
                  <a:cubicBezTo>
                    <a:pt x="16" y="14"/>
                    <a:pt x="12" y="16"/>
                    <a:pt x="9" y="16"/>
                  </a:cubicBezTo>
                  <a:cubicBezTo>
                    <a:pt x="5" y="16"/>
                    <a:pt x="2" y="15"/>
                    <a:pt x="0" y="12"/>
                  </a:cubicBezTo>
                  <a:cubicBezTo>
                    <a:pt x="2" y="15"/>
                    <a:pt x="5" y="16"/>
                    <a:pt x="9" y="16"/>
                  </a:cubicBezTo>
                  <a:cubicBezTo>
                    <a:pt x="13" y="16"/>
                    <a:pt x="16" y="14"/>
                    <a:pt x="17" y="12"/>
                  </a:cubicBezTo>
                  <a:cubicBezTo>
                    <a:pt x="19" y="9"/>
                    <a:pt x="18" y="6"/>
                    <a:pt x="16" y="3"/>
                  </a:cubicBezTo>
                  <a:cubicBezTo>
                    <a:pt x="14" y="1"/>
                    <a:pt x="11" y="0"/>
                    <a:pt x="9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69" name="Freeform 755">
              <a:extLst>
                <a:ext uri="{FF2B5EF4-FFF2-40B4-BE49-F238E27FC236}">
                  <a16:creationId xmlns:a16="http://schemas.microsoft.com/office/drawing/2014/main" id="{F6DA0BD2-4B15-4C1D-894C-8211A8103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447"/>
              <a:ext cx="95" cy="98"/>
            </a:xfrm>
            <a:custGeom>
              <a:avLst/>
              <a:gdLst>
                <a:gd name="T0" fmla="*/ 500 w 38"/>
                <a:gd name="T1" fmla="*/ 397 h 39"/>
                <a:gd name="T2" fmla="*/ 375 w 38"/>
                <a:gd name="T3" fmla="*/ 50 h 39"/>
                <a:gd name="T4" fmla="*/ 33 w 38"/>
                <a:gd name="T5" fmla="*/ 239 h 39"/>
                <a:gd name="T6" fmla="*/ 500 w 38"/>
                <a:gd name="T7" fmla="*/ 39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9">
                  <a:moveTo>
                    <a:pt x="32" y="25"/>
                  </a:moveTo>
                  <a:cubicBezTo>
                    <a:pt x="38" y="17"/>
                    <a:pt x="35" y="7"/>
                    <a:pt x="24" y="3"/>
                  </a:cubicBezTo>
                  <a:cubicBezTo>
                    <a:pt x="13" y="0"/>
                    <a:pt x="4" y="4"/>
                    <a:pt x="2" y="15"/>
                  </a:cubicBezTo>
                  <a:cubicBezTo>
                    <a:pt x="0" y="26"/>
                    <a:pt x="23" y="39"/>
                    <a:pt x="32" y="2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70" name="Freeform 756">
              <a:extLst>
                <a:ext uri="{FF2B5EF4-FFF2-40B4-BE49-F238E27FC236}">
                  <a16:creationId xmlns:a16="http://schemas.microsoft.com/office/drawing/2014/main" id="{312292F3-016F-44C7-B674-7BBC39290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465"/>
              <a:ext cx="70" cy="65"/>
            </a:xfrm>
            <a:custGeom>
              <a:avLst/>
              <a:gdLst>
                <a:gd name="T0" fmla="*/ 333 w 28"/>
                <a:gd name="T1" fmla="*/ 0 h 26"/>
                <a:gd name="T2" fmla="*/ 345 w 28"/>
                <a:gd name="T3" fmla="*/ 250 h 26"/>
                <a:gd name="T4" fmla="*/ 0 w 28"/>
                <a:gd name="T5" fmla="*/ 283 h 26"/>
                <a:gd name="T6" fmla="*/ 363 w 28"/>
                <a:gd name="T7" fmla="*/ 270 h 26"/>
                <a:gd name="T8" fmla="*/ 333 w 2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21" y="0"/>
                  </a:moveTo>
                  <a:cubicBezTo>
                    <a:pt x="26" y="4"/>
                    <a:pt x="27" y="11"/>
                    <a:pt x="22" y="16"/>
                  </a:cubicBezTo>
                  <a:cubicBezTo>
                    <a:pt x="17" y="24"/>
                    <a:pt x="7" y="23"/>
                    <a:pt x="0" y="18"/>
                  </a:cubicBezTo>
                  <a:cubicBezTo>
                    <a:pt x="7" y="24"/>
                    <a:pt x="18" y="26"/>
                    <a:pt x="23" y="17"/>
                  </a:cubicBezTo>
                  <a:cubicBezTo>
                    <a:pt x="28" y="11"/>
                    <a:pt x="27" y="4"/>
                    <a:pt x="21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71" name="Freeform 757">
              <a:extLst>
                <a:ext uri="{FF2B5EF4-FFF2-40B4-BE49-F238E27FC236}">
                  <a16:creationId xmlns:a16="http://schemas.microsoft.com/office/drawing/2014/main" id="{2AEE5067-0857-4B7D-849B-9CF86FD0F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3450"/>
              <a:ext cx="50" cy="65"/>
            </a:xfrm>
            <a:custGeom>
              <a:avLst/>
              <a:gdLst>
                <a:gd name="T0" fmla="*/ 113 w 20"/>
                <a:gd name="T1" fmla="*/ 395 h 26"/>
                <a:gd name="T2" fmla="*/ 33 w 20"/>
                <a:gd name="T3" fmla="*/ 220 h 26"/>
                <a:gd name="T4" fmla="*/ 300 w 20"/>
                <a:gd name="T5" fmla="*/ 33 h 26"/>
                <a:gd name="T6" fmla="*/ 300 w 20"/>
                <a:gd name="T7" fmla="*/ 33 h 26"/>
                <a:gd name="T8" fmla="*/ 20 w 20"/>
                <a:gd name="T9" fmla="*/ 220 h 26"/>
                <a:gd name="T10" fmla="*/ 113 w 20"/>
                <a:gd name="T11" fmla="*/ 395 h 26"/>
                <a:gd name="T12" fmla="*/ 113 w 20"/>
                <a:gd name="T13" fmla="*/ 39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6">
                  <a:moveTo>
                    <a:pt x="7" y="25"/>
                  </a:moveTo>
                  <a:cubicBezTo>
                    <a:pt x="3" y="22"/>
                    <a:pt x="1" y="18"/>
                    <a:pt x="2" y="14"/>
                  </a:cubicBezTo>
                  <a:cubicBezTo>
                    <a:pt x="3" y="5"/>
                    <a:pt x="11" y="1"/>
                    <a:pt x="19" y="2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0" y="0"/>
                    <a:pt x="2" y="4"/>
                    <a:pt x="1" y="14"/>
                  </a:cubicBezTo>
                  <a:cubicBezTo>
                    <a:pt x="0" y="18"/>
                    <a:pt x="3" y="22"/>
                    <a:pt x="7" y="25"/>
                  </a:cubicBezTo>
                  <a:cubicBezTo>
                    <a:pt x="8" y="26"/>
                    <a:pt x="8" y="26"/>
                    <a:pt x="7" y="25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72" name="Freeform 758">
              <a:extLst>
                <a:ext uri="{FF2B5EF4-FFF2-40B4-BE49-F238E27FC236}">
                  <a16:creationId xmlns:a16="http://schemas.microsoft.com/office/drawing/2014/main" id="{89A3F745-36B0-4246-A5D6-95439CCDF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462"/>
              <a:ext cx="57" cy="50"/>
            </a:xfrm>
            <a:custGeom>
              <a:avLst/>
              <a:gdLst>
                <a:gd name="T0" fmla="*/ 30 w 23"/>
                <a:gd name="T1" fmla="*/ 158 h 20"/>
                <a:gd name="T2" fmla="*/ 278 w 23"/>
                <a:gd name="T3" fmla="*/ 250 h 20"/>
                <a:gd name="T4" fmla="*/ 216 w 23"/>
                <a:gd name="T5" fmla="*/ 33 h 20"/>
                <a:gd name="T6" fmla="*/ 30 w 23"/>
                <a:gd name="T7" fmla="*/ 15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2" y="10"/>
                  </a:moveTo>
                  <a:cubicBezTo>
                    <a:pt x="3" y="18"/>
                    <a:pt x="14" y="20"/>
                    <a:pt x="18" y="16"/>
                  </a:cubicBezTo>
                  <a:cubicBezTo>
                    <a:pt x="23" y="12"/>
                    <a:pt x="21" y="2"/>
                    <a:pt x="14" y="2"/>
                  </a:cubicBezTo>
                  <a:cubicBezTo>
                    <a:pt x="5" y="0"/>
                    <a:pt x="0" y="5"/>
                    <a:pt x="2" y="1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73" name="Freeform 759">
              <a:extLst>
                <a:ext uri="{FF2B5EF4-FFF2-40B4-BE49-F238E27FC236}">
                  <a16:creationId xmlns:a16="http://schemas.microsoft.com/office/drawing/2014/main" id="{71A1DF95-3DAC-4AE2-BB4E-814291324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470"/>
              <a:ext cx="45" cy="40"/>
            </a:xfrm>
            <a:custGeom>
              <a:avLst/>
              <a:gdLst>
                <a:gd name="T0" fmla="*/ 208 w 18"/>
                <a:gd name="T1" fmla="*/ 0 h 16"/>
                <a:gd name="T2" fmla="*/ 208 w 18"/>
                <a:gd name="T3" fmla="*/ 188 h 16"/>
                <a:gd name="T4" fmla="*/ 0 w 18"/>
                <a:gd name="T5" fmla="*/ 188 h 16"/>
                <a:gd name="T6" fmla="*/ 220 w 18"/>
                <a:gd name="T7" fmla="*/ 208 h 16"/>
                <a:gd name="T8" fmla="*/ 208 w 1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3" y="0"/>
                  </a:moveTo>
                  <a:cubicBezTo>
                    <a:pt x="16" y="3"/>
                    <a:pt x="17" y="9"/>
                    <a:pt x="13" y="12"/>
                  </a:cubicBezTo>
                  <a:cubicBezTo>
                    <a:pt x="10" y="15"/>
                    <a:pt x="4" y="15"/>
                    <a:pt x="0" y="12"/>
                  </a:cubicBezTo>
                  <a:cubicBezTo>
                    <a:pt x="4" y="16"/>
                    <a:pt x="11" y="16"/>
                    <a:pt x="14" y="13"/>
                  </a:cubicBezTo>
                  <a:cubicBezTo>
                    <a:pt x="18" y="10"/>
                    <a:pt x="18" y="3"/>
                    <a:pt x="13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74" name="Freeform 760">
              <a:extLst>
                <a:ext uri="{FF2B5EF4-FFF2-40B4-BE49-F238E27FC236}">
                  <a16:creationId xmlns:a16="http://schemas.microsoft.com/office/drawing/2014/main" id="{D9EAA169-F39D-430E-9F73-892681620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465"/>
              <a:ext cx="23" cy="15"/>
            </a:xfrm>
            <a:custGeom>
              <a:avLst/>
              <a:gdLst>
                <a:gd name="T0" fmla="*/ 151 w 9"/>
                <a:gd name="T1" fmla="*/ 0 h 6"/>
                <a:gd name="T2" fmla="*/ 0 w 9"/>
                <a:gd name="T3" fmla="*/ 95 h 6"/>
                <a:gd name="T4" fmla="*/ 151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5" y="0"/>
                    <a:pt x="1" y="2"/>
                    <a:pt x="0" y="6"/>
                  </a:cubicBezTo>
                  <a:cubicBezTo>
                    <a:pt x="2" y="4"/>
                    <a:pt x="4" y="1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75" name="Freeform 761">
              <a:extLst>
                <a:ext uri="{FF2B5EF4-FFF2-40B4-BE49-F238E27FC236}">
                  <a16:creationId xmlns:a16="http://schemas.microsoft.com/office/drawing/2014/main" id="{04A9E29B-C52F-4C74-A687-E346B6189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480"/>
              <a:ext cx="32" cy="35"/>
            </a:xfrm>
            <a:custGeom>
              <a:avLst/>
              <a:gdLst>
                <a:gd name="T0" fmla="*/ 162 w 13"/>
                <a:gd name="T1" fmla="*/ 0 h 14"/>
                <a:gd name="T2" fmla="*/ 0 w 13"/>
                <a:gd name="T3" fmla="*/ 175 h 14"/>
                <a:gd name="T4" fmla="*/ 162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1" y="0"/>
                  </a:moveTo>
                  <a:cubicBezTo>
                    <a:pt x="12" y="4"/>
                    <a:pt x="11" y="14"/>
                    <a:pt x="0" y="11"/>
                  </a:cubicBezTo>
                  <a:cubicBezTo>
                    <a:pt x="5" y="13"/>
                    <a:pt x="13" y="13"/>
                    <a:pt x="11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76" name="Freeform 762">
              <a:extLst>
                <a:ext uri="{FF2B5EF4-FFF2-40B4-BE49-F238E27FC236}">
                  <a16:creationId xmlns:a16="http://schemas.microsoft.com/office/drawing/2014/main" id="{E74037C8-F418-47B2-AC3F-AA802EDC6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447"/>
              <a:ext cx="95" cy="98"/>
            </a:xfrm>
            <a:custGeom>
              <a:avLst/>
              <a:gdLst>
                <a:gd name="T0" fmla="*/ 500 w 38"/>
                <a:gd name="T1" fmla="*/ 397 h 39"/>
                <a:gd name="T2" fmla="*/ 375 w 38"/>
                <a:gd name="T3" fmla="*/ 50 h 39"/>
                <a:gd name="T4" fmla="*/ 33 w 38"/>
                <a:gd name="T5" fmla="*/ 239 h 39"/>
                <a:gd name="T6" fmla="*/ 500 w 38"/>
                <a:gd name="T7" fmla="*/ 39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9">
                  <a:moveTo>
                    <a:pt x="32" y="25"/>
                  </a:moveTo>
                  <a:cubicBezTo>
                    <a:pt x="38" y="17"/>
                    <a:pt x="35" y="7"/>
                    <a:pt x="24" y="3"/>
                  </a:cubicBezTo>
                  <a:cubicBezTo>
                    <a:pt x="13" y="0"/>
                    <a:pt x="4" y="4"/>
                    <a:pt x="2" y="15"/>
                  </a:cubicBezTo>
                  <a:cubicBezTo>
                    <a:pt x="0" y="26"/>
                    <a:pt x="23" y="39"/>
                    <a:pt x="32" y="2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77" name="Freeform 763">
              <a:extLst>
                <a:ext uri="{FF2B5EF4-FFF2-40B4-BE49-F238E27FC236}">
                  <a16:creationId xmlns:a16="http://schemas.microsoft.com/office/drawing/2014/main" id="{317B85EE-F7A0-4EF9-91CE-C4984B187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467"/>
              <a:ext cx="50" cy="43"/>
            </a:xfrm>
            <a:custGeom>
              <a:avLst/>
              <a:gdLst>
                <a:gd name="T0" fmla="*/ 188 w 20"/>
                <a:gd name="T1" fmla="*/ 0 h 17"/>
                <a:gd name="T2" fmla="*/ 283 w 20"/>
                <a:gd name="T3" fmla="*/ 83 h 17"/>
                <a:gd name="T4" fmla="*/ 250 w 20"/>
                <a:gd name="T5" fmla="*/ 225 h 17"/>
                <a:gd name="T6" fmla="*/ 113 w 20"/>
                <a:gd name="T7" fmla="*/ 243 h 17"/>
                <a:gd name="T8" fmla="*/ 0 w 20"/>
                <a:gd name="T9" fmla="*/ 129 h 17"/>
                <a:gd name="T10" fmla="*/ 113 w 20"/>
                <a:gd name="T11" fmla="*/ 255 h 17"/>
                <a:gd name="T12" fmla="*/ 270 w 20"/>
                <a:gd name="T13" fmla="*/ 225 h 17"/>
                <a:gd name="T14" fmla="*/ 300 w 20"/>
                <a:gd name="T15" fmla="*/ 83 h 17"/>
                <a:gd name="T16" fmla="*/ 188 w 20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7">
                  <a:moveTo>
                    <a:pt x="12" y="0"/>
                  </a:moveTo>
                  <a:cubicBezTo>
                    <a:pt x="15" y="0"/>
                    <a:pt x="17" y="2"/>
                    <a:pt x="18" y="5"/>
                  </a:cubicBezTo>
                  <a:cubicBezTo>
                    <a:pt x="19" y="9"/>
                    <a:pt x="19" y="12"/>
                    <a:pt x="16" y="14"/>
                  </a:cubicBezTo>
                  <a:cubicBezTo>
                    <a:pt x="14" y="16"/>
                    <a:pt x="10" y="17"/>
                    <a:pt x="7" y="15"/>
                  </a:cubicBezTo>
                  <a:cubicBezTo>
                    <a:pt x="3" y="14"/>
                    <a:pt x="0" y="12"/>
                    <a:pt x="0" y="8"/>
                  </a:cubicBezTo>
                  <a:cubicBezTo>
                    <a:pt x="0" y="12"/>
                    <a:pt x="3" y="14"/>
                    <a:pt x="7" y="16"/>
                  </a:cubicBezTo>
                  <a:cubicBezTo>
                    <a:pt x="10" y="17"/>
                    <a:pt x="14" y="16"/>
                    <a:pt x="17" y="14"/>
                  </a:cubicBezTo>
                  <a:cubicBezTo>
                    <a:pt x="19" y="12"/>
                    <a:pt x="20" y="9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78" name="Freeform 764">
              <a:extLst>
                <a:ext uri="{FF2B5EF4-FFF2-40B4-BE49-F238E27FC236}">
                  <a16:creationId xmlns:a16="http://schemas.microsoft.com/office/drawing/2014/main" id="{DA2CC955-7BD1-4615-9DA8-634DE6486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735"/>
              <a:ext cx="95" cy="70"/>
            </a:xfrm>
            <a:custGeom>
              <a:avLst/>
              <a:gdLst>
                <a:gd name="T0" fmla="*/ 63 w 38"/>
                <a:gd name="T1" fmla="*/ 158 h 28"/>
                <a:gd name="T2" fmla="*/ 125 w 38"/>
                <a:gd name="T3" fmla="*/ 375 h 28"/>
                <a:gd name="T4" fmla="*/ 470 w 38"/>
                <a:gd name="T5" fmla="*/ 395 h 28"/>
                <a:gd name="T6" fmla="*/ 583 w 38"/>
                <a:gd name="T7" fmla="*/ 188 h 28"/>
                <a:gd name="T8" fmla="*/ 63 w 38"/>
                <a:gd name="T9" fmla="*/ 1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">
                  <a:moveTo>
                    <a:pt x="4" y="10"/>
                  </a:moveTo>
                  <a:cubicBezTo>
                    <a:pt x="0" y="15"/>
                    <a:pt x="3" y="21"/>
                    <a:pt x="8" y="24"/>
                  </a:cubicBezTo>
                  <a:cubicBezTo>
                    <a:pt x="14" y="28"/>
                    <a:pt x="23" y="28"/>
                    <a:pt x="30" y="25"/>
                  </a:cubicBezTo>
                  <a:cubicBezTo>
                    <a:pt x="38" y="21"/>
                    <a:pt x="38" y="16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79" name="Freeform 765">
              <a:extLst>
                <a:ext uri="{FF2B5EF4-FFF2-40B4-BE49-F238E27FC236}">
                  <a16:creationId xmlns:a16="http://schemas.microsoft.com/office/drawing/2014/main" id="{55886DDB-D11E-4386-86E7-F675BD778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735"/>
              <a:ext cx="83" cy="52"/>
            </a:xfrm>
            <a:custGeom>
              <a:avLst/>
              <a:gdLst>
                <a:gd name="T0" fmla="*/ 0 w 33"/>
                <a:gd name="T1" fmla="*/ 134 h 21"/>
                <a:gd name="T2" fmla="*/ 493 w 33"/>
                <a:gd name="T3" fmla="*/ 183 h 21"/>
                <a:gd name="T4" fmla="*/ 475 w 33"/>
                <a:gd name="T5" fmla="*/ 319 h 21"/>
                <a:gd name="T6" fmla="*/ 506 w 33"/>
                <a:gd name="T7" fmla="*/ 183 h 21"/>
                <a:gd name="T8" fmla="*/ 0 w 33"/>
                <a:gd name="T9" fmla="*/ 13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9"/>
                  </a:moveTo>
                  <a:cubicBezTo>
                    <a:pt x="8" y="1"/>
                    <a:pt x="29" y="3"/>
                    <a:pt x="31" y="12"/>
                  </a:cubicBezTo>
                  <a:cubicBezTo>
                    <a:pt x="32" y="15"/>
                    <a:pt x="32" y="18"/>
                    <a:pt x="30" y="21"/>
                  </a:cubicBezTo>
                  <a:cubicBezTo>
                    <a:pt x="32" y="18"/>
                    <a:pt x="33" y="15"/>
                    <a:pt x="32" y="12"/>
                  </a:cubicBezTo>
                  <a:cubicBezTo>
                    <a:pt x="29" y="2"/>
                    <a:pt x="7" y="0"/>
                    <a:pt x="0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80" name="Freeform 766">
              <a:extLst>
                <a:ext uri="{FF2B5EF4-FFF2-40B4-BE49-F238E27FC236}">
                  <a16:creationId xmlns:a16="http://schemas.microsoft.com/office/drawing/2014/main" id="{4BCB097A-7318-4C70-8C7D-663A64798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765"/>
              <a:ext cx="70" cy="37"/>
            </a:xfrm>
            <a:custGeom>
              <a:avLst/>
              <a:gdLst>
                <a:gd name="T0" fmla="*/ 438 w 28"/>
                <a:gd name="T1" fmla="*/ 183 h 15"/>
                <a:gd name="T2" fmla="*/ 125 w 28"/>
                <a:gd name="T3" fmla="*/ 165 h 15"/>
                <a:gd name="T4" fmla="*/ 33 w 28"/>
                <a:gd name="T5" fmla="*/ 0 h 15"/>
                <a:gd name="T6" fmla="*/ 125 w 28"/>
                <a:gd name="T7" fmla="*/ 183 h 15"/>
                <a:gd name="T8" fmla="*/ 438 w 28"/>
                <a:gd name="T9" fmla="*/ 183 h 15"/>
                <a:gd name="T10" fmla="*/ 438 w 28"/>
                <a:gd name="T11" fmla="*/ 18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5">
                  <a:moveTo>
                    <a:pt x="28" y="12"/>
                  </a:moveTo>
                  <a:cubicBezTo>
                    <a:pt x="22" y="15"/>
                    <a:pt x="14" y="14"/>
                    <a:pt x="8" y="11"/>
                  </a:cubicBezTo>
                  <a:cubicBezTo>
                    <a:pt x="4" y="8"/>
                    <a:pt x="1" y="4"/>
                    <a:pt x="2" y="0"/>
                  </a:cubicBezTo>
                  <a:cubicBezTo>
                    <a:pt x="0" y="5"/>
                    <a:pt x="3" y="9"/>
                    <a:pt x="8" y="12"/>
                  </a:cubicBezTo>
                  <a:cubicBezTo>
                    <a:pt x="13" y="15"/>
                    <a:pt x="22" y="15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81" name="Freeform 767">
              <a:extLst>
                <a:ext uri="{FF2B5EF4-FFF2-40B4-BE49-F238E27FC236}">
                  <a16:creationId xmlns:a16="http://schemas.microsoft.com/office/drawing/2014/main" id="{EEEE85AF-279A-4A16-A869-F05F9601F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752"/>
              <a:ext cx="62" cy="35"/>
            </a:xfrm>
            <a:custGeom>
              <a:avLst/>
              <a:gdLst>
                <a:gd name="T0" fmla="*/ 370 w 25"/>
                <a:gd name="T1" fmla="*/ 95 h 14"/>
                <a:gd name="T2" fmla="*/ 136 w 25"/>
                <a:gd name="T3" fmla="*/ 208 h 14"/>
                <a:gd name="T4" fmla="*/ 62 w 25"/>
                <a:gd name="T5" fmla="*/ 63 h 14"/>
                <a:gd name="T6" fmla="*/ 370 w 25"/>
                <a:gd name="T7" fmla="*/ 9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24" y="6"/>
                  </a:moveTo>
                  <a:cubicBezTo>
                    <a:pt x="25" y="12"/>
                    <a:pt x="15" y="14"/>
                    <a:pt x="9" y="13"/>
                  </a:cubicBezTo>
                  <a:cubicBezTo>
                    <a:pt x="3" y="11"/>
                    <a:pt x="0" y="8"/>
                    <a:pt x="4" y="4"/>
                  </a:cubicBezTo>
                  <a:cubicBezTo>
                    <a:pt x="8" y="0"/>
                    <a:pt x="23" y="0"/>
                    <a:pt x="24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82" name="Freeform 768">
              <a:extLst>
                <a:ext uri="{FF2B5EF4-FFF2-40B4-BE49-F238E27FC236}">
                  <a16:creationId xmlns:a16="http://schemas.microsoft.com/office/drawing/2014/main" id="{FD4367C4-1F51-40FC-983C-8188C21EF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3767"/>
              <a:ext cx="60" cy="20"/>
            </a:xfrm>
            <a:custGeom>
              <a:avLst/>
              <a:gdLst>
                <a:gd name="T0" fmla="*/ 125 w 24"/>
                <a:gd name="T1" fmla="*/ 83 h 8"/>
                <a:gd name="T2" fmla="*/ 20 w 24"/>
                <a:gd name="T3" fmla="*/ 0 h 8"/>
                <a:gd name="T4" fmla="*/ 125 w 24"/>
                <a:gd name="T5" fmla="*/ 113 h 8"/>
                <a:gd name="T6" fmla="*/ 363 w 24"/>
                <a:gd name="T7" fmla="*/ 0 h 8"/>
                <a:gd name="T8" fmla="*/ 363 w 24"/>
                <a:gd name="T9" fmla="*/ 0 h 8"/>
                <a:gd name="T10" fmla="*/ 125 w 24"/>
                <a:gd name="T11" fmla="*/ 8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8">
                  <a:moveTo>
                    <a:pt x="8" y="5"/>
                  </a:moveTo>
                  <a:cubicBezTo>
                    <a:pt x="5" y="4"/>
                    <a:pt x="2" y="2"/>
                    <a:pt x="1" y="0"/>
                  </a:cubicBezTo>
                  <a:cubicBezTo>
                    <a:pt x="0" y="3"/>
                    <a:pt x="4" y="6"/>
                    <a:pt x="8" y="7"/>
                  </a:cubicBezTo>
                  <a:cubicBezTo>
                    <a:pt x="14" y="8"/>
                    <a:pt x="24" y="6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4"/>
                    <a:pt x="14" y="6"/>
                    <a:pt x="8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83" name="Freeform 769">
              <a:extLst>
                <a:ext uri="{FF2B5EF4-FFF2-40B4-BE49-F238E27FC236}">
                  <a16:creationId xmlns:a16="http://schemas.microsoft.com/office/drawing/2014/main" id="{9E3C9B34-CB9A-4557-AA40-372B13D1C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752"/>
              <a:ext cx="40" cy="10"/>
            </a:xfrm>
            <a:custGeom>
              <a:avLst/>
              <a:gdLst>
                <a:gd name="T0" fmla="*/ 0 w 16"/>
                <a:gd name="T1" fmla="*/ 33 h 4"/>
                <a:gd name="T2" fmla="*/ 250 w 16"/>
                <a:gd name="T3" fmla="*/ 63 h 4"/>
                <a:gd name="T4" fmla="*/ 0 w 16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2"/>
                  </a:moveTo>
                  <a:cubicBezTo>
                    <a:pt x="5" y="1"/>
                    <a:pt x="13" y="0"/>
                    <a:pt x="16" y="4"/>
                  </a:cubicBezTo>
                  <a:cubicBezTo>
                    <a:pt x="15" y="3"/>
                    <a:pt x="7" y="1"/>
                    <a:pt x="0" y="2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84" name="Freeform 770">
              <a:extLst>
                <a:ext uri="{FF2B5EF4-FFF2-40B4-BE49-F238E27FC236}">
                  <a16:creationId xmlns:a16="http://schemas.microsoft.com/office/drawing/2014/main" id="{51BBA95D-5FDE-4F7F-9477-51ACAA235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747"/>
              <a:ext cx="35" cy="15"/>
            </a:xfrm>
            <a:custGeom>
              <a:avLst/>
              <a:gdLst>
                <a:gd name="T0" fmla="*/ 0 w 14"/>
                <a:gd name="T1" fmla="*/ 50 h 6"/>
                <a:gd name="T2" fmla="*/ 220 w 14"/>
                <a:gd name="T3" fmla="*/ 95 h 6"/>
                <a:gd name="T4" fmla="*/ 0 w 14"/>
                <a:gd name="T5" fmla="*/ 5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3" y="2"/>
                    <a:pt x="11" y="2"/>
                    <a:pt x="14" y="6"/>
                  </a:cubicBezTo>
                  <a:cubicBezTo>
                    <a:pt x="12" y="4"/>
                    <a:pt x="9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85" name="Freeform 771">
              <a:extLst>
                <a:ext uri="{FF2B5EF4-FFF2-40B4-BE49-F238E27FC236}">
                  <a16:creationId xmlns:a16="http://schemas.microsoft.com/office/drawing/2014/main" id="{70E818C7-63B4-4BE4-A11F-5797B594A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780"/>
              <a:ext cx="38" cy="10"/>
            </a:xfrm>
            <a:custGeom>
              <a:avLst/>
              <a:gdLst>
                <a:gd name="T0" fmla="*/ 0 w 15"/>
                <a:gd name="T1" fmla="*/ 20 h 4"/>
                <a:gd name="T2" fmla="*/ 243 w 15"/>
                <a:gd name="T3" fmla="*/ 0 h 4"/>
                <a:gd name="T4" fmla="*/ 0 w 1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">
                  <a:moveTo>
                    <a:pt x="0" y="1"/>
                  </a:moveTo>
                  <a:cubicBezTo>
                    <a:pt x="2" y="3"/>
                    <a:pt x="10" y="4"/>
                    <a:pt x="15" y="0"/>
                  </a:cubicBezTo>
                  <a:cubicBezTo>
                    <a:pt x="13" y="1"/>
                    <a:pt x="6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86" name="Freeform 772">
              <a:extLst>
                <a:ext uri="{FF2B5EF4-FFF2-40B4-BE49-F238E27FC236}">
                  <a16:creationId xmlns:a16="http://schemas.microsoft.com/office/drawing/2014/main" id="{0907A402-DBC2-4704-BFB3-FA9488698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735"/>
              <a:ext cx="95" cy="70"/>
            </a:xfrm>
            <a:custGeom>
              <a:avLst/>
              <a:gdLst>
                <a:gd name="T0" fmla="*/ 63 w 38"/>
                <a:gd name="T1" fmla="*/ 158 h 28"/>
                <a:gd name="T2" fmla="*/ 125 w 38"/>
                <a:gd name="T3" fmla="*/ 375 h 28"/>
                <a:gd name="T4" fmla="*/ 470 w 38"/>
                <a:gd name="T5" fmla="*/ 395 h 28"/>
                <a:gd name="T6" fmla="*/ 583 w 38"/>
                <a:gd name="T7" fmla="*/ 188 h 28"/>
                <a:gd name="T8" fmla="*/ 63 w 38"/>
                <a:gd name="T9" fmla="*/ 1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">
                  <a:moveTo>
                    <a:pt x="4" y="10"/>
                  </a:moveTo>
                  <a:cubicBezTo>
                    <a:pt x="0" y="15"/>
                    <a:pt x="3" y="21"/>
                    <a:pt x="8" y="24"/>
                  </a:cubicBezTo>
                  <a:cubicBezTo>
                    <a:pt x="14" y="28"/>
                    <a:pt x="23" y="28"/>
                    <a:pt x="30" y="25"/>
                  </a:cubicBezTo>
                  <a:cubicBezTo>
                    <a:pt x="38" y="21"/>
                    <a:pt x="38" y="16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87" name="Freeform 773">
              <a:extLst>
                <a:ext uri="{FF2B5EF4-FFF2-40B4-BE49-F238E27FC236}">
                  <a16:creationId xmlns:a16="http://schemas.microsoft.com/office/drawing/2014/main" id="{B588F07E-D2BC-4116-B000-3C22070E8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3760"/>
              <a:ext cx="55" cy="25"/>
            </a:xfrm>
            <a:custGeom>
              <a:avLst/>
              <a:gdLst>
                <a:gd name="T0" fmla="*/ 0 w 22"/>
                <a:gd name="T1" fmla="*/ 95 h 10"/>
                <a:gd name="T2" fmla="*/ 113 w 22"/>
                <a:gd name="T3" fmla="*/ 145 h 10"/>
                <a:gd name="T4" fmla="*/ 313 w 22"/>
                <a:gd name="T5" fmla="*/ 83 h 10"/>
                <a:gd name="T6" fmla="*/ 345 w 22"/>
                <a:gd name="T7" fmla="*/ 0 h 10"/>
                <a:gd name="T8" fmla="*/ 313 w 22"/>
                <a:gd name="T9" fmla="*/ 83 h 10"/>
                <a:gd name="T10" fmla="*/ 113 w 22"/>
                <a:gd name="T11" fmla="*/ 145 h 10"/>
                <a:gd name="T12" fmla="*/ 0 w 22"/>
                <a:gd name="T13" fmla="*/ 95 h 10"/>
                <a:gd name="T14" fmla="*/ 33 w 22"/>
                <a:gd name="T15" fmla="*/ 33 h 10"/>
                <a:gd name="T16" fmla="*/ 0 w 22"/>
                <a:gd name="T17" fmla="*/ 95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0">
                  <a:moveTo>
                    <a:pt x="0" y="6"/>
                  </a:moveTo>
                  <a:cubicBezTo>
                    <a:pt x="1" y="8"/>
                    <a:pt x="3" y="9"/>
                    <a:pt x="7" y="9"/>
                  </a:cubicBezTo>
                  <a:cubicBezTo>
                    <a:pt x="11" y="10"/>
                    <a:pt x="17" y="8"/>
                    <a:pt x="20" y="5"/>
                  </a:cubicBezTo>
                  <a:cubicBezTo>
                    <a:pt x="21" y="3"/>
                    <a:pt x="22" y="2"/>
                    <a:pt x="22" y="0"/>
                  </a:cubicBezTo>
                  <a:cubicBezTo>
                    <a:pt x="22" y="2"/>
                    <a:pt x="21" y="3"/>
                    <a:pt x="20" y="5"/>
                  </a:cubicBezTo>
                  <a:cubicBezTo>
                    <a:pt x="17" y="8"/>
                    <a:pt x="11" y="9"/>
                    <a:pt x="7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88" name="Freeform 774">
              <a:extLst>
                <a:ext uri="{FF2B5EF4-FFF2-40B4-BE49-F238E27FC236}">
                  <a16:creationId xmlns:a16="http://schemas.microsoft.com/office/drawing/2014/main" id="{9B59C47E-545A-4098-A0AA-D7D954C75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17"/>
              <a:ext cx="98" cy="80"/>
            </a:xfrm>
            <a:custGeom>
              <a:avLst/>
              <a:gdLst>
                <a:gd name="T0" fmla="*/ 95 w 98"/>
                <a:gd name="T1" fmla="*/ 0 h 80"/>
                <a:gd name="T2" fmla="*/ 0 w 98"/>
                <a:gd name="T3" fmla="*/ 40 h 80"/>
                <a:gd name="T4" fmla="*/ 98 w 98"/>
                <a:gd name="T5" fmla="*/ 8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80">
                  <a:moveTo>
                    <a:pt x="95" y="0"/>
                  </a:moveTo>
                  <a:lnTo>
                    <a:pt x="0" y="40"/>
                  </a:lnTo>
                  <a:lnTo>
                    <a:pt x="98" y="8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89" name="Freeform 775">
              <a:extLst>
                <a:ext uri="{FF2B5EF4-FFF2-40B4-BE49-F238E27FC236}">
                  <a16:creationId xmlns:a16="http://schemas.microsoft.com/office/drawing/2014/main" id="{F8521347-8861-42AE-B4C5-38FD9A201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965"/>
              <a:ext cx="105" cy="77"/>
            </a:xfrm>
            <a:custGeom>
              <a:avLst/>
              <a:gdLst>
                <a:gd name="T0" fmla="*/ 80 w 105"/>
                <a:gd name="T1" fmla="*/ 0 h 77"/>
                <a:gd name="T2" fmla="*/ 0 w 105"/>
                <a:gd name="T3" fmla="*/ 70 h 77"/>
                <a:gd name="T4" fmla="*/ 105 w 105"/>
                <a:gd name="T5" fmla="*/ 77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77">
                  <a:moveTo>
                    <a:pt x="80" y="0"/>
                  </a:moveTo>
                  <a:lnTo>
                    <a:pt x="0" y="70"/>
                  </a:lnTo>
                  <a:lnTo>
                    <a:pt x="105" y="77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90" name="Freeform 776">
              <a:extLst>
                <a:ext uri="{FF2B5EF4-FFF2-40B4-BE49-F238E27FC236}">
                  <a16:creationId xmlns:a16="http://schemas.microsoft.com/office/drawing/2014/main" id="{A05E150F-119A-4EBF-81A7-15C3B1E38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427"/>
              <a:ext cx="103" cy="90"/>
            </a:xfrm>
            <a:custGeom>
              <a:avLst/>
              <a:gdLst>
                <a:gd name="T0" fmla="*/ 103 w 103"/>
                <a:gd name="T1" fmla="*/ 25 h 90"/>
                <a:gd name="T2" fmla="*/ 0 w 103"/>
                <a:gd name="T3" fmla="*/ 0 h 90"/>
                <a:gd name="T4" fmla="*/ 55 w 103"/>
                <a:gd name="T5" fmla="*/ 9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90">
                  <a:moveTo>
                    <a:pt x="103" y="25"/>
                  </a:moveTo>
                  <a:lnTo>
                    <a:pt x="0" y="0"/>
                  </a:lnTo>
                  <a:lnTo>
                    <a:pt x="55" y="9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91" name="Freeform 777">
              <a:extLst>
                <a:ext uri="{FF2B5EF4-FFF2-40B4-BE49-F238E27FC236}">
                  <a16:creationId xmlns:a16="http://schemas.microsoft.com/office/drawing/2014/main" id="{C3E740A1-A4F5-4953-AB9A-A2E87D4EE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722"/>
              <a:ext cx="105" cy="80"/>
            </a:xfrm>
            <a:custGeom>
              <a:avLst/>
              <a:gdLst>
                <a:gd name="T0" fmla="*/ 105 w 105"/>
                <a:gd name="T1" fmla="*/ 0 h 80"/>
                <a:gd name="T2" fmla="*/ 0 w 105"/>
                <a:gd name="T3" fmla="*/ 20 h 80"/>
                <a:gd name="T4" fmla="*/ 88 w 105"/>
                <a:gd name="T5" fmla="*/ 8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80">
                  <a:moveTo>
                    <a:pt x="105" y="0"/>
                  </a:moveTo>
                  <a:lnTo>
                    <a:pt x="0" y="20"/>
                  </a:lnTo>
                  <a:lnTo>
                    <a:pt x="88" y="8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92" name="Freeform 778">
              <a:extLst>
                <a:ext uri="{FF2B5EF4-FFF2-40B4-BE49-F238E27FC236}">
                  <a16:creationId xmlns:a16="http://schemas.microsoft.com/office/drawing/2014/main" id="{DA3D24BA-0465-419B-98A4-98C3CDA33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870"/>
              <a:ext cx="105" cy="85"/>
            </a:xfrm>
            <a:custGeom>
              <a:avLst/>
              <a:gdLst>
                <a:gd name="T0" fmla="*/ 65 w 105"/>
                <a:gd name="T1" fmla="*/ 0 h 85"/>
                <a:gd name="T2" fmla="*/ 0 w 105"/>
                <a:gd name="T3" fmla="*/ 85 h 85"/>
                <a:gd name="T4" fmla="*/ 105 w 105"/>
                <a:gd name="T5" fmla="*/ 7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85">
                  <a:moveTo>
                    <a:pt x="65" y="0"/>
                  </a:moveTo>
                  <a:lnTo>
                    <a:pt x="0" y="85"/>
                  </a:lnTo>
                  <a:lnTo>
                    <a:pt x="105" y="7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93" name="Freeform 779">
              <a:extLst>
                <a:ext uri="{FF2B5EF4-FFF2-40B4-BE49-F238E27FC236}">
                  <a16:creationId xmlns:a16="http://schemas.microsoft.com/office/drawing/2014/main" id="{47BABDFF-3A10-4DE8-A097-4D8CF2271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222"/>
              <a:ext cx="100" cy="93"/>
            </a:xfrm>
            <a:custGeom>
              <a:avLst/>
              <a:gdLst>
                <a:gd name="T0" fmla="*/ 100 w 100"/>
                <a:gd name="T1" fmla="*/ 30 h 93"/>
                <a:gd name="T2" fmla="*/ 0 w 100"/>
                <a:gd name="T3" fmla="*/ 0 h 93"/>
                <a:gd name="T4" fmla="*/ 50 w 100"/>
                <a:gd name="T5" fmla="*/ 93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93">
                  <a:moveTo>
                    <a:pt x="100" y="30"/>
                  </a:moveTo>
                  <a:lnTo>
                    <a:pt x="0" y="0"/>
                  </a:lnTo>
                  <a:lnTo>
                    <a:pt x="50" y="93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>
            <a:extLst>
              <a:ext uri="{FF2B5EF4-FFF2-40B4-BE49-F238E27FC236}">
                <a16:creationId xmlns:a16="http://schemas.microsoft.com/office/drawing/2014/main" id="{A5082A42-1B50-4DEE-AC75-E798230C6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7900" y="1905000"/>
            <a:ext cx="7696200" cy="3311525"/>
          </a:xfrm>
          <a:prstGeom prst="rect">
            <a:avLst/>
          </a:prstGeom>
          <a:gradFill rotWithShape="0">
            <a:gsLst>
              <a:gs pos="0">
                <a:srgbClr val="BC2B1C"/>
              </a:gs>
              <a:gs pos="100000">
                <a:srgbClr val="0E5DEA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43011" name="Rectangle 3">
            <a:extLst>
              <a:ext uri="{FF2B5EF4-FFF2-40B4-BE49-F238E27FC236}">
                <a16:creationId xmlns:a16="http://schemas.microsoft.com/office/drawing/2014/main" id="{31CF1FBE-C18C-48E5-9325-2A1675EDC27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Capillary (4)</a:t>
            </a:r>
          </a:p>
        </p:txBody>
      </p:sp>
      <p:grpSp>
        <p:nvGrpSpPr>
          <p:cNvPr id="35843" name="hepatic-sinusoidal-capillary-cross-section">
            <a:extLst>
              <a:ext uri="{FF2B5EF4-FFF2-40B4-BE49-F238E27FC236}">
                <a16:creationId xmlns:a16="http://schemas.microsoft.com/office/drawing/2014/main" id="{360300E5-F2E5-4C4B-8140-5D2996F6C901}"/>
              </a:ext>
            </a:extLst>
          </p:cNvPr>
          <p:cNvGrpSpPr>
            <a:grpSpLocks/>
          </p:cNvGrpSpPr>
          <p:nvPr/>
        </p:nvGrpSpPr>
        <p:grpSpPr bwMode="auto">
          <a:xfrm>
            <a:off x="2266950" y="1871663"/>
            <a:ext cx="7675563" cy="3502025"/>
            <a:chOff x="462" y="1089"/>
            <a:chExt cx="4835" cy="2206"/>
          </a:xfrm>
        </p:grpSpPr>
        <p:grpSp>
          <p:nvGrpSpPr>
            <p:cNvPr id="35844" name="Group 5">
              <a:extLst>
                <a:ext uri="{FF2B5EF4-FFF2-40B4-BE49-F238E27FC236}">
                  <a16:creationId xmlns:a16="http://schemas.microsoft.com/office/drawing/2014/main" id="{EC0FA601-484B-40EF-9634-DB9667688D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7" y="1089"/>
              <a:ext cx="4715" cy="2206"/>
              <a:chOff x="517" y="1089"/>
              <a:chExt cx="4715" cy="2206"/>
            </a:xfrm>
          </p:grpSpPr>
          <p:sp>
            <p:nvSpPr>
              <p:cNvPr id="35954" name="Freeform 6">
                <a:extLst>
                  <a:ext uri="{FF2B5EF4-FFF2-40B4-BE49-F238E27FC236}">
                    <a16:creationId xmlns:a16="http://schemas.microsoft.com/office/drawing/2014/main" id="{21CA264C-0BD0-48A1-80ED-DEAE903A9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121"/>
                <a:ext cx="4179" cy="796"/>
              </a:xfrm>
              <a:custGeom>
                <a:avLst/>
                <a:gdLst>
                  <a:gd name="T0" fmla="*/ 0 w 2727"/>
                  <a:gd name="T1" fmla="*/ 0 h 518"/>
                  <a:gd name="T2" fmla="*/ 9702 w 2727"/>
                  <a:gd name="T3" fmla="*/ 0 h 518"/>
                  <a:gd name="T4" fmla="*/ 9584 w 2727"/>
                  <a:gd name="T5" fmla="*/ 1297 h 518"/>
                  <a:gd name="T6" fmla="*/ 7684 w 2727"/>
                  <a:gd name="T7" fmla="*/ 1720 h 518"/>
                  <a:gd name="T8" fmla="*/ 3448 w 2727"/>
                  <a:gd name="T9" fmla="*/ 1743 h 518"/>
                  <a:gd name="T10" fmla="*/ 1050 w 2727"/>
                  <a:gd name="T11" fmla="*/ 1720 h 518"/>
                  <a:gd name="T12" fmla="*/ 0 w 2727"/>
                  <a:gd name="T13" fmla="*/ 0 h 5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27" h="518">
                    <a:moveTo>
                      <a:pt x="0" y="0"/>
                    </a:moveTo>
                    <a:cubicBezTo>
                      <a:pt x="2696" y="0"/>
                      <a:pt x="2696" y="0"/>
                      <a:pt x="2696" y="0"/>
                    </a:cubicBezTo>
                    <a:cubicBezTo>
                      <a:pt x="2696" y="0"/>
                      <a:pt x="2727" y="272"/>
                      <a:pt x="2663" y="357"/>
                    </a:cubicBezTo>
                    <a:cubicBezTo>
                      <a:pt x="2599" y="442"/>
                      <a:pt x="2535" y="512"/>
                      <a:pt x="2135" y="474"/>
                    </a:cubicBezTo>
                    <a:cubicBezTo>
                      <a:pt x="1736" y="437"/>
                      <a:pt x="1070" y="458"/>
                      <a:pt x="958" y="480"/>
                    </a:cubicBezTo>
                    <a:cubicBezTo>
                      <a:pt x="846" y="501"/>
                      <a:pt x="369" y="518"/>
                      <a:pt x="292" y="474"/>
                    </a:cubicBezTo>
                    <a:cubicBezTo>
                      <a:pt x="215" y="43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C3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5" name="Freeform 7">
                <a:extLst>
                  <a:ext uri="{FF2B5EF4-FFF2-40B4-BE49-F238E27FC236}">
                    <a16:creationId xmlns:a16="http://schemas.microsoft.com/office/drawing/2014/main" id="{65AC7A9D-02F2-4957-A460-CCD2CB327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366"/>
                <a:ext cx="4188" cy="832"/>
              </a:xfrm>
              <a:custGeom>
                <a:avLst/>
                <a:gdLst>
                  <a:gd name="T0" fmla="*/ 0 w 2733"/>
                  <a:gd name="T1" fmla="*/ 1956 h 541"/>
                  <a:gd name="T2" fmla="*/ 9835 w 2733"/>
                  <a:gd name="T3" fmla="*/ 1969 h 541"/>
                  <a:gd name="T4" fmla="*/ 8880 w 2733"/>
                  <a:gd name="T5" fmla="*/ 309 h 541"/>
                  <a:gd name="T6" fmla="*/ 6347 w 2733"/>
                  <a:gd name="T7" fmla="*/ 215 h 541"/>
                  <a:gd name="T8" fmla="*/ 3819 w 2733"/>
                  <a:gd name="T9" fmla="*/ 135 h 541"/>
                  <a:gd name="T10" fmla="*/ 2170 w 2733"/>
                  <a:gd name="T11" fmla="*/ 194 h 541"/>
                  <a:gd name="T12" fmla="*/ 634 w 2733"/>
                  <a:gd name="T13" fmla="*/ 541 h 541"/>
                  <a:gd name="T14" fmla="*/ 0 w 2733"/>
                  <a:gd name="T15" fmla="*/ 1956 h 5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33" h="541">
                    <a:moveTo>
                      <a:pt x="0" y="538"/>
                    </a:moveTo>
                    <a:cubicBezTo>
                      <a:pt x="2733" y="541"/>
                      <a:pt x="2733" y="541"/>
                      <a:pt x="2733" y="541"/>
                    </a:cubicBezTo>
                    <a:cubicBezTo>
                      <a:pt x="2733" y="541"/>
                      <a:pt x="2627" y="170"/>
                      <a:pt x="2468" y="85"/>
                    </a:cubicBezTo>
                    <a:cubicBezTo>
                      <a:pt x="2308" y="0"/>
                      <a:pt x="1855" y="53"/>
                      <a:pt x="1764" y="59"/>
                    </a:cubicBezTo>
                    <a:cubicBezTo>
                      <a:pt x="1674" y="64"/>
                      <a:pt x="1082" y="37"/>
                      <a:pt x="1061" y="37"/>
                    </a:cubicBezTo>
                    <a:cubicBezTo>
                      <a:pt x="1040" y="37"/>
                      <a:pt x="603" y="53"/>
                      <a:pt x="603" y="53"/>
                    </a:cubicBezTo>
                    <a:cubicBezTo>
                      <a:pt x="603" y="53"/>
                      <a:pt x="256" y="96"/>
                      <a:pt x="176" y="149"/>
                    </a:cubicBezTo>
                    <a:cubicBezTo>
                      <a:pt x="96" y="202"/>
                      <a:pt x="5" y="415"/>
                      <a:pt x="0" y="538"/>
                    </a:cubicBezTo>
                    <a:close/>
                  </a:path>
                </a:pathLst>
              </a:custGeom>
              <a:solidFill>
                <a:srgbClr val="F7C3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6" name="Freeform 8">
                <a:extLst>
                  <a:ext uri="{FF2B5EF4-FFF2-40B4-BE49-F238E27FC236}">
                    <a16:creationId xmlns:a16="http://schemas.microsoft.com/office/drawing/2014/main" id="{54AE8BC0-AD4F-40CE-9DFD-5487D712E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115"/>
                <a:ext cx="717" cy="516"/>
              </a:xfrm>
              <a:custGeom>
                <a:avLst/>
                <a:gdLst>
                  <a:gd name="T0" fmla="*/ 596 w 468"/>
                  <a:gd name="T1" fmla="*/ 0 h 336"/>
                  <a:gd name="T2" fmla="*/ 1682 w 468"/>
                  <a:gd name="T3" fmla="*/ 0 h 336"/>
                  <a:gd name="T4" fmla="*/ 927 w 468"/>
                  <a:gd name="T5" fmla="*/ 674 h 336"/>
                  <a:gd name="T6" fmla="*/ 169 w 468"/>
                  <a:gd name="T7" fmla="*/ 837 h 336"/>
                  <a:gd name="T8" fmla="*/ 596 w 468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8" h="336">
                    <a:moveTo>
                      <a:pt x="166" y="0"/>
                    </a:moveTo>
                    <a:cubicBezTo>
                      <a:pt x="468" y="0"/>
                      <a:pt x="468" y="0"/>
                      <a:pt x="468" y="0"/>
                    </a:cubicBezTo>
                    <a:cubicBezTo>
                      <a:pt x="468" y="0"/>
                      <a:pt x="289" y="157"/>
                      <a:pt x="258" y="186"/>
                    </a:cubicBezTo>
                    <a:cubicBezTo>
                      <a:pt x="226" y="215"/>
                      <a:pt x="94" y="336"/>
                      <a:pt x="47" y="231"/>
                    </a:cubicBezTo>
                    <a:cubicBezTo>
                      <a:pt x="0" y="125"/>
                      <a:pt x="166" y="0"/>
                      <a:pt x="166" y="0"/>
                    </a:cubicBezTo>
                    <a:close/>
                  </a:path>
                </a:pathLst>
              </a:custGeom>
              <a:solidFill>
                <a:srgbClr val="8DC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7" name="Freeform 9">
                <a:extLst>
                  <a:ext uri="{FF2B5EF4-FFF2-40B4-BE49-F238E27FC236}">
                    <a16:creationId xmlns:a16="http://schemas.microsoft.com/office/drawing/2014/main" id="{C19BCA56-B3E7-4CF5-AA96-1637BD69C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1118"/>
                <a:ext cx="359" cy="429"/>
              </a:xfrm>
              <a:custGeom>
                <a:avLst/>
                <a:gdLst>
                  <a:gd name="T0" fmla="*/ 419 w 234"/>
                  <a:gd name="T1" fmla="*/ 840 h 279"/>
                  <a:gd name="T2" fmla="*/ 845 w 234"/>
                  <a:gd name="T3" fmla="*/ 0 h 279"/>
                  <a:gd name="T4" fmla="*/ 600 w 234"/>
                  <a:gd name="T5" fmla="*/ 0 h 279"/>
                  <a:gd name="T6" fmla="*/ 169 w 234"/>
                  <a:gd name="T7" fmla="*/ 840 h 279"/>
                  <a:gd name="T8" fmla="*/ 520 w 234"/>
                  <a:gd name="T9" fmla="*/ 963 h 279"/>
                  <a:gd name="T10" fmla="*/ 419 w 234"/>
                  <a:gd name="T11" fmla="*/ 840 h 2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4" h="279">
                    <a:moveTo>
                      <a:pt x="116" y="231"/>
                    </a:moveTo>
                    <a:cubicBezTo>
                      <a:pt x="68" y="125"/>
                      <a:pt x="234" y="0"/>
                      <a:pt x="234" y="0"/>
                    </a:cubicBezTo>
                    <a:cubicBezTo>
                      <a:pt x="166" y="0"/>
                      <a:pt x="166" y="0"/>
                      <a:pt x="166" y="0"/>
                    </a:cubicBezTo>
                    <a:cubicBezTo>
                      <a:pt x="166" y="0"/>
                      <a:pt x="0" y="125"/>
                      <a:pt x="47" y="231"/>
                    </a:cubicBezTo>
                    <a:cubicBezTo>
                      <a:pt x="68" y="277"/>
                      <a:pt x="106" y="279"/>
                      <a:pt x="144" y="265"/>
                    </a:cubicBezTo>
                    <a:cubicBezTo>
                      <a:pt x="133" y="258"/>
                      <a:pt x="123" y="247"/>
                      <a:pt x="116" y="231"/>
                    </a:cubicBezTo>
                    <a:close/>
                  </a:path>
                </a:pathLst>
              </a:custGeom>
              <a:solidFill>
                <a:srgbClr val="76B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8" name="Freeform 10">
                <a:extLst>
                  <a:ext uri="{FF2B5EF4-FFF2-40B4-BE49-F238E27FC236}">
                    <a16:creationId xmlns:a16="http://schemas.microsoft.com/office/drawing/2014/main" id="{77DBBA1D-DCC5-405B-A636-DD4879A7B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549"/>
                <a:ext cx="538" cy="652"/>
              </a:xfrm>
              <a:custGeom>
                <a:avLst/>
                <a:gdLst>
                  <a:gd name="T0" fmla="*/ 0 w 351"/>
                  <a:gd name="T1" fmla="*/ 1542 h 424"/>
                  <a:gd name="T2" fmla="*/ 630 w 351"/>
                  <a:gd name="T3" fmla="*/ 1542 h 424"/>
                  <a:gd name="T4" fmla="*/ 1028 w 351"/>
                  <a:gd name="T5" fmla="*/ 664 h 424"/>
                  <a:gd name="T6" fmla="*/ 975 w 351"/>
                  <a:gd name="T7" fmla="*/ 54 h 424"/>
                  <a:gd name="T8" fmla="*/ 0 w 351"/>
                  <a:gd name="T9" fmla="*/ 1542 h 4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1" h="424">
                    <a:moveTo>
                      <a:pt x="0" y="424"/>
                    </a:moveTo>
                    <a:cubicBezTo>
                      <a:pt x="175" y="424"/>
                      <a:pt x="175" y="424"/>
                      <a:pt x="175" y="424"/>
                    </a:cubicBezTo>
                    <a:cubicBezTo>
                      <a:pt x="175" y="424"/>
                      <a:pt x="257" y="239"/>
                      <a:pt x="286" y="183"/>
                    </a:cubicBezTo>
                    <a:cubicBezTo>
                      <a:pt x="316" y="127"/>
                      <a:pt x="351" y="31"/>
                      <a:pt x="271" y="15"/>
                    </a:cubicBezTo>
                    <a:cubicBezTo>
                      <a:pt x="190" y="0"/>
                      <a:pt x="18" y="386"/>
                      <a:pt x="0" y="424"/>
                    </a:cubicBezTo>
                    <a:close/>
                  </a:path>
                </a:pathLst>
              </a:custGeom>
              <a:solidFill>
                <a:srgbClr val="8DC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9" name="Freeform 11">
                <a:extLst>
                  <a:ext uri="{FF2B5EF4-FFF2-40B4-BE49-F238E27FC236}">
                    <a16:creationId xmlns:a16="http://schemas.microsoft.com/office/drawing/2014/main" id="{898B9E49-C14D-4F8F-96F4-BE5FF4B1E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543"/>
                <a:ext cx="481" cy="645"/>
              </a:xfrm>
              <a:custGeom>
                <a:avLst/>
                <a:gdLst>
                  <a:gd name="T0" fmla="*/ 1129 w 314"/>
                  <a:gd name="T1" fmla="*/ 163 h 419"/>
                  <a:gd name="T2" fmla="*/ 974 w 314"/>
                  <a:gd name="T3" fmla="*/ 54 h 419"/>
                  <a:gd name="T4" fmla="*/ 0 w 314"/>
                  <a:gd name="T5" fmla="*/ 1529 h 419"/>
                  <a:gd name="T6" fmla="*/ 263 w 314"/>
                  <a:gd name="T7" fmla="*/ 1529 h 419"/>
                  <a:gd name="T8" fmla="*/ 1129 w 314"/>
                  <a:gd name="T9" fmla="*/ 163 h 4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4" h="419">
                    <a:moveTo>
                      <a:pt x="314" y="45"/>
                    </a:moveTo>
                    <a:cubicBezTo>
                      <a:pt x="307" y="30"/>
                      <a:pt x="294" y="20"/>
                      <a:pt x="271" y="15"/>
                    </a:cubicBezTo>
                    <a:cubicBezTo>
                      <a:pt x="190" y="0"/>
                      <a:pt x="18" y="381"/>
                      <a:pt x="0" y="419"/>
                    </a:cubicBezTo>
                    <a:cubicBezTo>
                      <a:pt x="73" y="419"/>
                      <a:pt x="73" y="419"/>
                      <a:pt x="73" y="419"/>
                    </a:cubicBezTo>
                    <a:cubicBezTo>
                      <a:pt x="116" y="329"/>
                      <a:pt x="240" y="72"/>
                      <a:pt x="314" y="45"/>
                    </a:cubicBezTo>
                    <a:close/>
                  </a:path>
                </a:pathLst>
              </a:custGeom>
              <a:solidFill>
                <a:srgbClr val="76B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0" name="Freeform 12">
                <a:extLst>
                  <a:ext uri="{FF2B5EF4-FFF2-40B4-BE49-F238E27FC236}">
                    <a16:creationId xmlns:a16="http://schemas.microsoft.com/office/drawing/2014/main" id="{A407DCA1-F913-4D19-80AD-847D61BE7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683"/>
                <a:ext cx="970" cy="518"/>
              </a:xfrm>
              <a:custGeom>
                <a:avLst/>
                <a:gdLst>
                  <a:gd name="T0" fmla="*/ 806 w 633"/>
                  <a:gd name="T1" fmla="*/ 1205 h 337"/>
                  <a:gd name="T2" fmla="*/ 2277 w 633"/>
                  <a:gd name="T3" fmla="*/ 1224 h 337"/>
                  <a:gd name="T4" fmla="*/ 1258 w 633"/>
                  <a:gd name="T5" fmla="*/ 374 h 337"/>
                  <a:gd name="T6" fmla="*/ 136 w 633"/>
                  <a:gd name="T7" fmla="*/ 211 h 337"/>
                  <a:gd name="T8" fmla="*/ 806 w 633"/>
                  <a:gd name="T9" fmla="*/ 1205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3" h="337">
                    <a:moveTo>
                      <a:pt x="224" y="332"/>
                    </a:moveTo>
                    <a:cubicBezTo>
                      <a:pt x="633" y="337"/>
                      <a:pt x="633" y="337"/>
                      <a:pt x="633" y="337"/>
                    </a:cubicBezTo>
                    <a:cubicBezTo>
                      <a:pt x="633" y="337"/>
                      <a:pt x="491" y="195"/>
                      <a:pt x="350" y="103"/>
                    </a:cubicBezTo>
                    <a:cubicBezTo>
                      <a:pt x="208" y="11"/>
                      <a:pt x="76" y="0"/>
                      <a:pt x="38" y="58"/>
                    </a:cubicBezTo>
                    <a:cubicBezTo>
                      <a:pt x="0" y="117"/>
                      <a:pt x="117" y="282"/>
                      <a:pt x="224" y="332"/>
                    </a:cubicBezTo>
                    <a:close/>
                  </a:path>
                </a:pathLst>
              </a:custGeom>
              <a:solidFill>
                <a:srgbClr val="8DC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1" name="Freeform 13">
                <a:extLst>
                  <a:ext uri="{FF2B5EF4-FFF2-40B4-BE49-F238E27FC236}">
                    <a16:creationId xmlns:a16="http://schemas.microsoft.com/office/drawing/2014/main" id="{C57D71E0-D5F3-4B71-A437-7A54042AD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680"/>
                <a:ext cx="916" cy="511"/>
              </a:xfrm>
              <a:custGeom>
                <a:avLst/>
                <a:gdLst>
                  <a:gd name="T0" fmla="*/ 891 w 598"/>
                  <a:gd name="T1" fmla="*/ 637 h 332"/>
                  <a:gd name="T2" fmla="*/ 1614 w 598"/>
                  <a:gd name="T3" fmla="*/ 1211 h 332"/>
                  <a:gd name="T4" fmla="*/ 2149 w 598"/>
                  <a:gd name="T5" fmla="*/ 1211 h 332"/>
                  <a:gd name="T6" fmla="*/ 1150 w 598"/>
                  <a:gd name="T7" fmla="*/ 377 h 332"/>
                  <a:gd name="T8" fmla="*/ 28 w 598"/>
                  <a:gd name="T9" fmla="*/ 211 h 332"/>
                  <a:gd name="T10" fmla="*/ 5 w 598"/>
                  <a:gd name="T11" fmla="*/ 346 h 332"/>
                  <a:gd name="T12" fmla="*/ 891 w 598"/>
                  <a:gd name="T13" fmla="*/ 637 h 3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8" h="332">
                    <a:moveTo>
                      <a:pt x="248" y="175"/>
                    </a:moveTo>
                    <a:cubicBezTo>
                      <a:pt x="323" y="224"/>
                      <a:pt x="396" y="285"/>
                      <a:pt x="449" y="332"/>
                    </a:cubicBezTo>
                    <a:cubicBezTo>
                      <a:pt x="598" y="332"/>
                      <a:pt x="598" y="332"/>
                      <a:pt x="598" y="332"/>
                    </a:cubicBezTo>
                    <a:cubicBezTo>
                      <a:pt x="598" y="332"/>
                      <a:pt x="461" y="195"/>
                      <a:pt x="320" y="103"/>
                    </a:cubicBezTo>
                    <a:cubicBezTo>
                      <a:pt x="178" y="11"/>
                      <a:pt x="46" y="0"/>
                      <a:pt x="8" y="58"/>
                    </a:cubicBezTo>
                    <a:cubicBezTo>
                      <a:pt x="2" y="68"/>
                      <a:pt x="0" y="81"/>
                      <a:pt x="1" y="95"/>
                    </a:cubicBezTo>
                    <a:cubicBezTo>
                      <a:pt x="62" y="88"/>
                      <a:pt x="153" y="113"/>
                      <a:pt x="248" y="175"/>
                    </a:cubicBezTo>
                    <a:close/>
                  </a:path>
                </a:pathLst>
              </a:custGeom>
              <a:solidFill>
                <a:srgbClr val="76B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2" name="Freeform 14">
                <a:extLst>
                  <a:ext uri="{FF2B5EF4-FFF2-40B4-BE49-F238E27FC236}">
                    <a16:creationId xmlns:a16="http://schemas.microsoft.com/office/drawing/2014/main" id="{C460F977-7B1C-4BA8-8D65-E398392EF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1110"/>
                <a:ext cx="1040" cy="598"/>
              </a:xfrm>
              <a:custGeom>
                <a:avLst/>
                <a:gdLst>
                  <a:gd name="T0" fmla="*/ 0 w 679"/>
                  <a:gd name="T1" fmla="*/ 14 h 389"/>
                  <a:gd name="T2" fmla="*/ 553 w 679"/>
                  <a:gd name="T3" fmla="*/ 0 h 389"/>
                  <a:gd name="T4" fmla="*/ 927 w 679"/>
                  <a:gd name="T5" fmla="*/ 386 h 389"/>
                  <a:gd name="T6" fmla="*/ 1771 w 679"/>
                  <a:gd name="T7" fmla="*/ 867 h 389"/>
                  <a:gd name="T8" fmla="*/ 2296 w 679"/>
                  <a:gd name="T9" fmla="*/ 1307 h 389"/>
                  <a:gd name="T10" fmla="*/ 1143 w 679"/>
                  <a:gd name="T11" fmla="*/ 1104 h 389"/>
                  <a:gd name="T12" fmla="*/ 0 w 679"/>
                  <a:gd name="T13" fmla="*/ 14 h 3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9" h="389">
                    <a:moveTo>
                      <a:pt x="0" y="4"/>
                    </a:move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0"/>
                      <a:pt x="213" y="77"/>
                      <a:pt x="258" y="106"/>
                    </a:cubicBezTo>
                    <a:cubicBezTo>
                      <a:pt x="303" y="134"/>
                      <a:pt x="433" y="219"/>
                      <a:pt x="493" y="239"/>
                    </a:cubicBezTo>
                    <a:cubicBezTo>
                      <a:pt x="554" y="260"/>
                      <a:pt x="679" y="332"/>
                      <a:pt x="639" y="360"/>
                    </a:cubicBezTo>
                    <a:cubicBezTo>
                      <a:pt x="599" y="389"/>
                      <a:pt x="446" y="377"/>
                      <a:pt x="318" y="304"/>
                    </a:cubicBezTo>
                    <a:cubicBezTo>
                      <a:pt x="191" y="230"/>
                      <a:pt x="18" y="82"/>
                      <a:pt x="0" y="4"/>
                    </a:cubicBezTo>
                    <a:close/>
                  </a:path>
                </a:pathLst>
              </a:custGeom>
              <a:solidFill>
                <a:srgbClr val="8DC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3" name="Freeform 15">
                <a:extLst>
                  <a:ext uri="{FF2B5EF4-FFF2-40B4-BE49-F238E27FC236}">
                    <a16:creationId xmlns:a16="http://schemas.microsoft.com/office/drawing/2014/main" id="{DD419016-B3A5-4D9E-BD66-36DBF5D0B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112"/>
                <a:ext cx="956" cy="579"/>
              </a:xfrm>
              <a:custGeom>
                <a:avLst/>
                <a:gdLst>
                  <a:gd name="T0" fmla="*/ 1580 w 624"/>
                  <a:gd name="T1" fmla="*/ 863 h 377"/>
                  <a:gd name="T2" fmla="*/ 735 w 624"/>
                  <a:gd name="T3" fmla="*/ 379 h 377"/>
                  <a:gd name="T4" fmla="*/ 371 w 624"/>
                  <a:gd name="T5" fmla="*/ 0 h 377"/>
                  <a:gd name="T6" fmla="*/ 0 w 624"/>
                  <a:gd name="T7" fmla="*/ 0 h 377"/>
                  <a:gd name="T8" fmla="*/ 374 w 624"/>
                  <a:gd name="T9" fmla="*/ 379 h 377"/>
                  <a:gd name="T10" fmla="*/ 1218 w 624"/>
                  <a:gd name="T11" fmla="*/ 863 h 377"/>
                  <a:gd name="T12" fmla="*/ 1743 w 624"/>
                  <a:gd name="T13" fmla="*/ 1299 h 377"/>
                  <a:gd name="T14" fmla="*/ 1650 w 624"/>
                  <a:gd name="T15" fmla="*/ 1338 h 377"/>
                  <a:gd name="T16" fmla="*/ 2104 w 624"/>
                  <a:gd name="T17" fmla="*/ 1299 h 377"/>
                  <a:gd name="T18" fmla="*/ 1580 w 624"/>
                  <a:gd name="T19" fmla="*/ 863 h 3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4" h="377">
                    <a:moveTo>
                      <a:pt x="439" y="238"/>
                    </a:moveTo>
                    <a:cubicBezTo>
                      <a:pt x="379" y="218"/>
                      <a:pt x="249" y="133"/>
                      <a:pt x="204" y="105"/>
                    </a:cubicBezTo>
                    <a:cubicBezTo>
                      <a:pt x="159" y="76"/>
                      <a:pt x="103" y="0"/>
                      <a:pt x="10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59" y="76"/>
                      <a:pt x="104" y="105"/>
                    </a:cubicBezTo>
                    <a:cubicBezTo>
                      <a:pt x="149" y="133"/>
                      <a:pt x="279" y="218"/>
                      <a:pt x="339" y="238"/>
                    </a:cubicBezTo>
                    <a:cubicBezTo>
                      <a:pt x="400" y="259"/>
                      <a:pt x="525" y="331"/>
                      <a:pt x="485" y="359"/>
                    </a:cubicBezTo>
                    <a:cubicBezTo>
                      <a:pt x="479" y="364"/>
                      <a:pt x="470" y="367"/>
                      <a:pt x="459" y="369"/>
                    </a:cubicBezTo>
                    <a:cubicBezTo>
                      <a:pt x="517" y="377"/>
                      <a:pt x="565" y="373"/>
                      <a:pt x="585" y="359"/>
                    </a:cubicBezTo>
                    <a:cubicBezTo>
                      <a:pt x="624" y="331"/>
                      <a:pt x="500" y="259"/>
                      <a:pt x="439" y="238"/>
                    </a:cubicBezTo>
                    <a:close/>
                  </a:path>
                </a:pathLst>
              </a:custGeom>
              <a:solidFill>
                <a:srgbClr val="76B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4" name="Freeform 16">
                <a:extLst>
                  <a:ext uri="{FF2B5EF4-FFF2-40B4-BE49-F238E27FC236}">
                    <a16:creationId xmlns:a16="http://schemas.microsoft.com/office/drawing/2014/main" id="{FABA2B66-2BEB-42BF-87D0-98E6B23A2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1121"/>
                <a:ext cx="4266" cy="832"/>
              </a:xfrm>
              <a:custGeom>
                <a:avLst/>
                <a:gdLst>
                  <a:gd name="T0" fmla="*/ 9974 w 2784"/>
                  <a:gd name="T1" fmla="*/ 8 h 541"/>
                  <a:gd name="T2" fmla="*/ 9998 w 2784"/>
                  <a:gd name="T3" fmla="*/ 454 h 541"/>
                  <a:gd name="T4" fmla="*/ 9902 w 2784"/>
                  <a:gd name="T5" fmla="*/ 852 h 541"/>
                  <a:gd name="T6" fmla="*/ 9827 w 2784"/>
                  <a:gd name="T7" fmla="*/ 1375 h 541"/>
                  <a:gd name="T8" fmla="*/ 8923 w 2784"/>
                  <a:gd name="T9" fmla="*/ 1885 h 541"/>
                  <a:gd name="T10" fmla="*/ 8606 w 2784"/>
                  <a:gd name="T11" fmla="*/ 1798 h 541"/>
                  <a:gd name="T12" fmla="*/ 8347 w 2784"/>
                  <a:gd name="T13" fmla="*/ 1859 h 541"/>
                  <a:gd name="T14" fmla="*/ 7092 w 2784"/>
                  <a:gd name="T15" fmla="*/ 1838 h 541"/>
                  <a:gd name="T16" fmla="*/ 6797 w 2784"/>
                  <a:gd name="T17" fmla="*/ 1742 h 541"/>
                  <a:gd name="T18" fmla="*/ 6494 w 2784"/>
                  <a:gd name="T19" fmla="*/ 1821 h 541"/>
                  <a:gd name="T20" fmla="*/ 5450 w 2784"/>
                  <a:gd name="T21" fmla="*/ 1819 h 541"/>
                  <a:gd name="T22" fmla="*/ 5098 w 2784"/>
                  <a:gd name="T23" fmla="*/ 1738 h 541"/>
                  <a:gd name="T24" fmla="*/ 4827 w 2784"/>
                  <a:gd name="T25" fmla="*/ 1825 h 541"/>
                  <a:gd name="T26" fmla="*/ 3598 w 2784"/>
                  <a:gd name="T27" fmla="*/ 1885 h 541"/>
                  <a:gd name="T28" fmla="*/ 2928 w 2784"/>
                  <a:gd name="T29" fmla="*/ 1798 h 541"/>
                  <a:gd name="T30" fmla="*/ 2573 w 2784"/>
                  <a:gd name="T31" fmla="*/ 1939 h 541"/>
                  <a:gd name="T32" fmla="*/ 1284 w 2784"/>
                  <a:gd name="T33" fmla="*/ 1913 h 541"/>
                  <a:gd name="T34" fmla="*/ 967 w 2784"/>
                  <a:gd name="T35" fmla="*/ 1732 h 541"/>
                  <a:gd name="T36" fmla="*/ 644 w 2784"/>
                  <a:gd name="T37" fmla="*/ 1332 h 541"/>
                  <a:gd name="T38" fmla="*/ 115 w 2784"/>
                  <a:gd name="T39" fmla="*/ 298 h 541"/>
                  <a:gd name="T40" fmla="*/ 273 w 2784"/>
                  <a:gd name="T41" fmla="*/ 0 h 541"/>
                  <a:gd name="T42" fmla="*/ 935 w 2784"/>
                  <a:gd name="T43" fmla="*/ 1284 h 541"/>
                  <a:gd name="T44" fmla="*/ 1157 w 2784"/>
                  <a:gd name="T45" fmla="*/ 1509 h 541"/>
                  <a:gd name="T46" fmla="*/ 1981 w 2784"/>
                  <a:gd name="T47" fmla="*/ 1698 h 541"/>
                  <a:gd name="T48" fmla="*/ 2764 w 2784"/>
                  <a:gd name="T49" fmla="*/ 1676 h 541"/>
                  <a:gd name="T50" fmla="*/ 3155 w 2784"/>
                  <a:gd name="T51" fmla="*/ 1656 h 541"/>
                  <a:gd name="T52" fmla="*/ 4366 w 2784"/>
                  <a:gd name="T53" fmla="*/ 1582 h 541"/>
                  <a:gd name="T54" fmla="*/ 5015 w 2784"/>
                  <a:gd name="T55" fmla="*/ 1556 h 541"/>
                  <a:gd name="T56" fmla="*/ 5164 w 2784"/>
                  <a:gd name="T57" fmla="*/ 1547 h 541"/>
                  <a:gd name="T58" fmla="*/ 5933 w 2784"/>
                  <a:gd name="T59" fmla="*/ 1556 h 541"/>
                  <a:gd name="T60" fmla="*/ 6774 w 2784"/>
                  <a:gd name="T61" fmla="*/ 1626 h 541"/>
                  <a:gd name="T62" fmla="*/ 7076 w 2784"/>
                  <a:gd name="T63" fmla="*/ 1578 h 541"/>
                  <a:gd name="T64" fmla="*/ 8340 w 2784"/>
                  <a:gd name="T65" fmla="*/ 1604 h 541"/>
                  <a:gd name="T66" fmla="*/ 8598 w 2784"/>
                  <a:gd name="T67" fmla="*/ 1706 h 541"/>
                  <a:gd name="T68" fmla="*/ 8834 w 2784"/>
                  <a:gd name="T69" fmla="*/ 1649 h 541"/>
                  <a:gd name="T70" fmla="*/ 9336 w 2784"/>
                  <a:gd name="T71" fmla="*/ 1523 h 541"/>
                  <a:gd name="T72" fmla="*/ 9690 w 2784"/>
                  <a:gd name="T73" fmla="*/ 940 h 541"/>
                  <a:gd name="T74" fmla="*/ 9713 w 2784"/>
                  <a:gd name="T75" fmla="*/ 709 h 541"/>
                  <a:gd name="T76" fmla="*/ 9721 w 2784"/>
                  <a:gd name="T77" fmla="*/ 0 h 54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784" h="541">
                    <a:moveTo>
                      <a:pt x="2771" y="1"/>
                    </a:moveTo>
                    <a:cubicBezTo>
                      <a:pt x="2771" y="1"/>
                      <a:pt x="2772" y="2"/>
                      <a:pt x="2772" y="2"/>
                    </a:cubicBezTo>
                    <a:cubicBezTo>
                      <a:pt x="2780" y="15"/>
                      <a:pt x="2776" y="51"/>
                      <a:pt x="2777" y="66"/>
                    </a:cubicBezTo>
                    <a:cubicBezTo>
                      <a:pt x="2778" y="85"/>
                      <a:pt x="2779" y="105"/>
                      <a:pt x="2779" y="125"/>
                    </a:cubicBezTo>
                    <a:cubicBezTo>
                      <a:pt x="2779" y="151"/>
                      <a:pt x="2778" y="177"/>
                      <a:pt x="2781" y="203"/>
                    </a:cubicBezTo>
                    <a:cubicBezTo>
                      <a:pt x="2782" y="223"/>
                      <a:pt x="2775" y="235"/>
                      <a:pt x="2752" y="234"/>
                    </a:cubicBezTo>
                    <a:cubicBezTo>
                      <a:pt x="2784" y="238"/>
                      <a:pt x="2768" y="270"/>
                      <a:pt x="2763" y="289"/>
                    </a:cubicBezTo>
                    <a:cubicBezTo>
                      <a:pt x="2756" y="320"/>
                      <a:pt x="2745" y="350"/>
                      <a:pt x="2731" y="378"/>
                    </a:cubicBezTo>
                    <a:cubicBezTo>
                      <a:pt x="2697" y="444"/>
                      <a:pt x="2639" y="490"/>
                      <a:pt x="2567" y="508"/>
                    </a:cubicBezTo>
                    <a:cubicBezTo>
                      <a:pt x="2539" y="515"/>
                      <a:pt x="2510" y="518"/>
                      <a:pt x="2480" y="518"/>
                    </a:cubicBezTo>
                    <a:cubicBezTo>
                      <a:pt x="2468" y="518"/>
                      <a:pt x="2455" y="518"/>
                      <a:pt x="2443" y="517"/>
                    </a:cubicBezTo>
                    <a:cubicBezTo>
                      <a:pt x="2424" y="516"/>
                      <a:pt x="2391" y="524"/>
                      <a:pt x="2392" y="494"/>
                    </a:cubicBezTo>
                    <a:cubicBezTo>
                      <a:pt x="2386" y="506"/>
                      <a:pt x="2384" y="515"/>
                      <a:pt x="2369" y="514"/>
                    </a:cubicBezTo>
                    <a:cubicBezTo>
                      <a:pt x="2353" y="513"/>
                      <a:pt x="2337" y="511"/>
                      <a:pt x="2320" y="511"/>
                    </a:cubicBezTo>
                    <a:cubicBezTo>
                      <a:pt x="2243" y="509"/>
                      <a:pt x="2166" y="508"/>
                      <a:pt x="2088" y="507"/>
                    </a:cubicBezTo>
                    <a:cubicBezTo>
                      <a:pt x="2049" y="506"/>
                      <a:pt x="2010" y="506"/>
                      <a:pt x="1971" y="505"/>
                    </a:cubicBezTo>
                    <a:cubicBezTo>
                      <a:pt x="1952" y="504"/>
                      <a:pt x="1934" y="503"/>
                      <a:pt x="1916" y="505"/>
                    </a:cubicBezTo>
                    <a:cubicBezTo>
                      <a:pt x="1895" y="507"/>
                      <a:pt x="1894" y="499"/>
                      <a:pt x="1889" y="479"/>
                    </a:cubicBezTo>
                    <a:cubicBezTo>
                      <a:pt x="1890" y="493"/>
                      <a:pt x="1880" y="507"/>
                      <a:pt x="1865" y="505"/>
                    </a:cubicBezTo>
                    <a:cubicBezTo>
                      <a:pt x="1845" y="503"/>
                      <a:pt x="1826" y="501"/>
                      <a:pt x="1805" y="501"/>
                    </a:cubicBezTo>
                    <a:cubicBezTo>
                      <a:pt x="1759" y="500"/>
                      <a:pt x="1713" y="500"/>
                      <a:pt x="1667" y="499"/>
                    </a:cubicBezTo>
                    <a:cubicBezTo>
                      <a:pt x="1617" y="499"/>
                      <a:pt x="1566" y="499"/>
                      <a:pt x="1515" y="500"/>
                    </a:cubicBezTo>
                    <a:cubicBezTo>
                      <a:pt x="1491" y="500"/>
                      <a:pt x="1467" y="498"/>
                      <a:pt x="1443" y="502"/>
                    </a:cubicBezTo>
                    <a:cubicBezTo>
                      <a:pt x="1422" y="506"/>
                      <a:pt x="1421" y="499"/>
                      <a:pt x="1417" y="478"/>
                    </a:cubicBezTo>
                    <a:cubicBezTo>
                      <a:pt x="1415" y="490"/>
                      <a:pt x="1412" y="505"/>
                      <a:pt x="1396" y="504"/>
                    </a:cubicBezTo>
                    <a:cubicBezTo>
                      <a:pt x="1378" y="504"/>
                      <a:pt x="1360" y="502"/>
                      <a:pt x="1342" y="502"/>
                    </a:cubicBezTo>
                    <a:cubicBezTo>
                      <a:pt x="1300" y="503"/>
                      <a:pt x="1259" y="505"/>
                      <a:pt x="1218" y="506"/>
                    </a:cubicBezTo>
                    <a:cubicBezTo>
                      <a:pt x="1145" y="509"/>
                      <a:pt x="1073" y="514"/>
                      <a:pt x="1000" y="518"/>
                    </a:cubicBezTo>
                    <a:cubicBezTo>
                      <a:pt x="958" y="520"/>
                      <a:pt x="915" y="523"/>
                      <a:pt x="873" y="525"/>
                    </a:cubicBezTo>
                    <a:cubicBezTo>
                      <a:pt x="843" y="527"/>
                      <a:pt x="812" y="537"/>
                      <a:pt x="814" y="494"/>
                    </a:cubicBezTo>
                    <a:cubicBezTo>
                      <a:pt x="813" y="514"/>
                      <a:pt x="813" y="527"/>
                      <a:pt x="792" y="530"/>
                    </a:cubicBezTo>
                    <a:cubicBezTo>
                      <a:pt x="767" y="532"/>
                      <a:pt x="741" y="532"/>
                      <a:pt x="715" y="533"/>
                    </a:cubicBezTo>
                    <a:cubicBezTo>
                      <a:pt x="666" y="535"/>
                      <a:pt x="618" y="537"/>
                      <a:pt x="569" y="537"/>
                    </a:cubicBezTo>
                    <a:cubicBezTo>
                      <a:pt x="499" y="538"/>
                      <a:pt x="425" y="541"/>
                      <a:pt x="357" y="526"/>
                    </a:cubicBezTo>
                    <a:cubicBezTo>
                      <a:pt x="349" y="524"/>
                      <a:pt x="341" y="522"/>
                      <a:pt x="334" y="519"/>
                    </a:cubicBezTo>
                    <a:cubicBezTo>
                      <a:pt x="309" y="508"/>
                      <a:pt x="290" y="491"/>
                      <a:pt x="269" y="476"/>
                    </a:cubicBezTo>
                    <a:cubicBezTo>
                      <a:pt x="251" y="462"/>
                      <a:pt x="245" y="451"/>
                      <a:pt x="255" y="430"/>
                    </a:cubicBezTo>
                    <a:cubicBezTo>
                      <a:pt x="235" y="461"/>
                      <a:pt x="190" y="381"/>
                      <a:pt x="179" y="366"/>
                    </a:cubicBezTo>
                    <a:cubicBezTo>
                      <a:pt x="158" y="334"/>
                      <a:pt x="139" y="301"/>
                      <a:pt x="120" y="267"/>
                    </a:cubicBezTo>
                    <a:cubicBezTo>
                      <a:pt x="88" y="207"/>
                      <a:pt x="59" y="145"/>
                      <a:pt x="32" y="82"/>
                    </a:cubicBezTo>
                    <a:cubicBezTo>
                      <a:pt x="21" y="55"/>
                      <a:pt x="10" y="28"/>
                      <a:pt x="0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110" y="99"/>
                      <a:pt x="156" y="196"/>
                      <a:pt x="212" y="284"/>
                    </a:cubicBezTo>
                    <a:cubicBezTo>
                      <a:pt x="227" y="308"/>
                      <a:pt x="243" y="331"/>
                      <a:pt x="260" y="353"/>
                    </a:cubicBezTo>
                    <a:cubicBezTo>
                      <a:pt x="277" y="374"/>
                      <a:pt x="299" y="383"/>
                      <a:pt x="287" y="413"/>
                    </a:cubicBezTo>
                    <a:cubicBezTo>
                      <a:pt x="293" y="399"/>
                      <a:pt x="314" y="408"/>
                      <a:pt x="322" y="415"/>
                    </a:cubicBezTo>
                    <a:cubicBezTo>
                      <a:pt x="337" y="427"/>
                      <a:pt x="350" y="439"/>
                      <a:pt x="368" y="447"/>
                    </a:cubicBezTo>
                    <a:cubicBezTo>
                      <a:pt x="421" y="472"/>
                      <a:pt x="494" y="467"/>
                      <a:pt x="551" y="467"/>
                    </a:cubicBezTo>
                    <a:cubicBezTo>
                      <a:pt x="598" y="468"/>
                      <a:pt x="645" y="466"/>
                      <a:pt x="692" y="465"/>
                    </a:cubicBezTo>
                    <a:cubicBezTo>
                      <a:pt x="717" y="464"/>
                      <a:pt x="743" y="463"/>
                      <a:pt x="768" y="461"/>
                    </a:cubicBezTo>
                    <a:cubicBezTo>
                      <a:pt x="779" y="460"/>
                      <a:pt x="819" y="450"/>
                      <a:pt x="813" y="473"/>
                    </a:cubicBezTo>
                    <a:cubicBezTo>
                      <a:pt x="819" y="443"/>
                      <a:pt x="855" y="456"/>
                      <a:pt x="877" y="455"/>
                    </a:cubicBezTo>
                    <a:cubicBezTo>
                      <a:pt x="918" y="452"/>
                      <a:pt x="959" y="450"/>
                      <a:pt x="1000" y="447"/>
                    </a:cubicBezTo>
                    <a:cubicBezTo>
                      <a:pt x="1071" y="443"/>
                      <a:pt x="1142" y="438"/>
                      <a:pt x="1213" y="435"/>
                    </a:cubicBezTo>
                    <a:cubicBezTo>
                      <a:pt x="1255" y="433"/>
                      <a:pt x="1298" y="432"/>
                      <a:pt x="1340" y="431"/>
                    </a:cubicBezTo>
                    <a:cubicBezTo>
                      <a:pt x="1358" y="430"/>
                      <a:pt x="1376" y="428"/>
                      <a:pt x="1394" y="428"/>
                    </a:cubicBezTo>
                    <a:cubicBezTo>
                      <a:pt x="1409" y="428"/>
                      <a:pt x="1414" y="437"/>
                      <a:pt x="1413" y="451"/>
                    </a:cubicBezTo>
                    <a:cubicBezTo>
                      <a:pt x="1410" y="433"/>
                      <a:pt x="1418" y="424"/>
                      <a:pt x="1435" y="425"/>
                    </a:cubicBezTo>
                    <a:cubicBezTo>
                      <a:pt x="1455" y="426"/>
                      <a:pt x="1475" y="429"/>
                      <a:pt x="1496" y="428"/>
                    </a:cubicBezTo>
                    <a:cubicBezTo>
                      <a:pt x="1547" y="428"/>
                      <a:pt x="1598" y="428"/>
                      <a:pt x="1649" y="428"/>
                    </a:cubicBezTo>
                    <a:cubicBezTo>
                      <a:pt x="1698" y="428"/>
                      <a:pt x="1747" y="429"/>
                      <a:pt x="1797" y="430"/>
                    </a:cubicBezTo>
                    <a:cubicBezTo>
                      <a:pt x="1824" y="430"/>
                      <a:pt x="1867" y="415"/>
                      <a:pt x="1883" y="447"/>
                    </a:cubicBezTo>
                    <a:cubicBezTo>
                      <a:pt x="1882" y="428"/>
                      <a:pt x="1897" y="429"/>
                      <a:pt x="1910" y="431"/>
                    </a:cubicBezTo>
                    <a:cubicBezTo>
                      <a:pt x="1930" y="433"/>
                      <a:pt x="1948" y="434"/>
                      <a:pt x="1967" y="434"/>
                    </a:cubicBezTo>
                    <a:cubicBezTo>
                      <a:pt x="2010" y="435"/>
                      <a:pt x="2052" y="436"/>
                      <a:pt x="2094" y="437"/>
                    </a:cubicBezTo>
                    <a:cubicBezTo>
                      <a:pt x="2169" y="438"/>
                      <a:pt x="2243" y="438"/>
                      <a:pt x="2318" y="441"/>
                    </a:cubicBezTo>
                    <a:cubicBezTo>
                      <a:pt x="2336" y="442"/>
                      <a:pt x="2353" y="441"/>
                      <a:pt x="2371" y="441"/>
                    </a:cubicBezTo>
                    <a:cubicBezTo>
                      <a:pt x="2388" y="442"/>
                      <a:pt x="2389" y="454"/>
                      <a:pt x="2390" y="469"/>
                    </a:cubicBezTo>
                    <a:cubicBezTo>
                      <a:pt x="2399" y="448"/>
                      <a:pt x="2404" y="444"/>
                      <a:pt x="2424" y="450"/>
                    </a:cubicBezTo>
                    <a:cubicBezTo>
                      <a:pt x="2434" y="453"/>
                      <a:pt x="2444" y="453"/>
                      <a:pt x="2455" y="453"/>
                    </a:cubicBezTo>
                    <a:cubicBezTo>
                      <a:pt x="2470" y="454"/>
                      <a:pt x="2486" y="453"/>
                      <a:pt x="2502" y="451"/>
                    </a:cubicBezTo>
                    <a:cubicBezTo>
                      <a:pt x="2535" y="447"/>
                      <a:pt x="2567" y="437"/>
                      <a:pt x="2595" y="419"/>
                    </a:cubicBezTo>
                    <a:cubicBezTo>
                      <a:pt x="2632" y="395"/>
                      <a:pt x="2658" y="360"/>
                      <a:pt x="2675" y="320"/>
                    </a:cubicBezTo>
                    <a:cubicBezTo>
                      <a:pt x="2684" y="301"/>
                      <a:pt x="2692" y="279"/>
                      <a:pt x="2693" y="258"/>
                    </a:cubicBezTo>
                    <a:cubicBezTo>
                      <a:pt x="2694" y="240"/>
                      <a:pt x="2698" y="230"/>
                      <a:pt x="2718" y="228"/>
                    </a:cubicBezTo>
                    <a:cubicBezTo>
                      <a:pt x="2702" y="222"/>
                      <a:pt x="2697" y="210"/>
                      <a:pt x="2700" y="195"/>
                    </a:cubicBezTo>
                    <a:cubicBezTo>
                      <a:pt x="2705" y="177"/>
                      <a:pt x="2708" y="161"/>
                      <a:pt x="2709" y="141"/>
                    </a:cubicBezTo>
                    <a:cubicBezTo>
                      <a:pt x="2709" y="129"/>
                      <a:pt x="2708" y="0"/>
                      <a:pt x="2702" y="0"/>
                    </a:cubicBezTo>
                    <a:lnTo>
                      <a:pt x="2771" y="1"/>
                    </a:lnTo>
                    <a:close/>
                  </a:path>
                </a:pathLst>
              </a:custGeom>
              <a:solidFill>
                <a:srgbClr val="F09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5" name="Freeform 17">
                <a:extLst>
                  <a:ext uri="{FF2B5EF4-FFF2-40B4-BE49-F238E27FC236}">
                    <a16:creationId xmlns:a16="http://schemas.microsoft.com/office/drawing/2014/main" id="{0A4098C2-C732-4FAF-8296-575DCD41DF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3" y="1110"/>
                <a:ext cx="4094" cy="781"/>
              </a:xfrm>
              <a:custGeom>
                <a:avLst/>
                <a:gdLst>
                  <a:gd name="T0" fmla="*/ 9374 w 2672"/>
                  <a:gd name="T1" fmla="*/ 806 h 508"/>
                  <a:gd name="T2" fmla="*/ 9409 w 2672"/>
                  <a:gd name="T3" fmla="*/ 28 h 508"/>
                  <a:gd name="T4" fmla="*/ 9604 w 2672"/>
                  <a:gd name="T5" fmla="*/ 34 h 508"/>
                  <a:gd name="T6" fmla="*/ 9352 w 2672"/>
                  <a:gd name="T7" fmla="*/ 26 h 508"/>
                  <a:gd name="T8" fmla="*/ 9346 w 2672"/>
                  <a:gd name="T9" fmla="*/ 735 h 508"/>
                  <a:gd name="T10" fmla="*/ 9374 w 2672"/>
                  <a:gd name="T11" fmla="*/ 861 h 508"/>
                  <a:gd name="T12" fmla="*/ 9254 w 2672"/>
                  <a:gd name="T13" fmla="*/ 1188 h 508"/>
                  <a:gd name="T14" fmla="*/ 8632 w 2672"/>
                  <a:gd name="T15" fmla="*/ 1663 h 508"/>
                  <a:gd name="T16" fmla="*/ 8353 w 2672"/>
                  <a:gd name="T17" fmla="*/ 1657 h 508"/>
                  <a:gd name="T18" fmla="*/ 8254 w 2672"/>
                  <a:gd name="T19" fmla="*/ 1803 h 508"/>
                  <a:gd name="T20" fmla="*/ 8491 w 2672"/>
                  <a:gd name="T21" fmla="*/ 1745 h 508"/>
                  <a:gd name="T22" fmla="*/ 8995 w 2672"/>
                  <a:gd name="T23" fmla="*/ 1617 h 508"/>
                  <a:gd name="T24" fmla="*/ 9348 w 2672"/>
                  <a:gd name="T25" fmla="*/ 1035 h 508"/>
                  <a:gd name="T26" fmla="*/ 9374 w 2672"/>
                  <a:gd name="T27" fmla="*/ 861 h 508"/>
                  <a:gd name="T28" fmla="*/ 6461 w 2672"/>
                  <a:gd name="T29" fmla="*/ 1846 h 508"/>
                  <a:gd name="T30" fmla="*/ 6457 w 2672"/>
                  <a:gd name="T31" fmla="*/ 1846 h 508"/>
                  <a:gd name="T32" fmla="*/ 0 w 2672"/>
                  <a:gd name="T33" fmla="*/ 278 h 508"/>
                  <a:gd name="T34" fmla="*/ 596 w 2672"/>
                  <a:gd name="T35" fmla="*/ 1378 h 508"/>
                  <a:gd name="T36" fmla="*/ 568 w 2672"/>
                  <a:gd name="T37" fmla="*/ 1305 h 508"/>
                  <a:gd name="T38" fmla="*/ 4759 w 2672"/>
                  <a:gd name="T39" fmla="*/ 1842 h 508"/>
                  <a:gd name="T40" fmla="*/ 4759 w 2672"/>
                  <a:gd name="T41" fmla="*/ 1831 h 508"/>
                  <a:gd name="T42" fmla="*/ 8162 w 2672"/>
                  <a:gd name="T43" fmla="*/ 1628 h 508"/>
                  <a:gd name="T44" fmla="*/ 7165 w 2672"/>
                  <a:gd name="T45" fmla="*/ 1610 h 508"/>
                  <a:gd name="T46" fmla="*/ 6503 w 2672"/>
                  <a:gd name="T47" fmla="*/ 1588 h 508"/>
                  <a:gd name="T48" fmla="*/ 6097 w 2672"/>
                  <a:gd name="T49" fmla="*/ 1584 h 508"/>
                  <a:gd name="T50" fmla="*/ 5015 w 2672"/>
                  <a:gd name="T51" fmla="*/ 1582 h 508"/>
                  <a:gd name="T52" fmla="*/ 4716 w 2672"/>
                  <a:gd name="T53" fmla="*/ 1628 h 508"/>
                  <a:gd name="T54" fmla="*/ 4745 w 2672"/>
                  <a:gd name="T55" fmla="*/ 1702 h 508"/>
                  <a:gd name="T56" fmla="*/ 5042 w 2672"/>
                  <a:gd name="T57" fmla="*/ 1654 h 508"/>
                  <a:gd name="T58" fmla="*/ 6124 w 2672"/>
                  <a:gd name="T59" fmla="*/ 1657 h 508"/>
                  <a:gd name="T60" fmla="*/ 6532 w 2672"/>
                  <a:gd name="T61" fmla="*/ 1662 h 508"/>
                  <a:gd name="T62" fmla="*/ 7194 w 2672"/>
                  <a:gd name="T63" fmla="*/ 1683 h 508"/>
                  <a:gd name="T64" fmla="*/ 8191 w 2672"/>
                  <a:gd name="T65" fmla="*/ 1702 h 508"/>
                  <a:gd name="T66" fmla="*/ 8162 w 2672"/>
                  <a:gd name="T67" fmla="*/ 1628 h 508"/>
                  <a:gd name="T68" fmla="*/ 4454 w 2672"/>
                  <a:gd name="T69" fmla="*/ 1591 h 508"/>
                  <a:gd name="T70" fmla="*/ 3230 w 2672"/>
                  <a:gd name="T71" fmla="*/ 1650 h 508"/>
                  <a:gd name="T72" fmla="*/ 2557 w 2672"/>
                  <a:gd name="T73" fmla="*/ 1745 h 508"/>
                  <a:gd name="T74" fmla="*/ 2122 w 2672"/>
                  <a:gd name="T75" fmla="*/ 1711 h 508"/>
                  <a:gd name="T76" fmla="*/ 958 w 2672"/>
                  <a:gd name="T77" fmla="*/ 1650 h 508"/>
                  <a:gd name="T78" fmla="*/ 697 w 2672"/>
                  <a:gd name="T79" fmla="*/ 1501 h 508"/>
                  <a:gd name="T80" fmla="*/ 817 w 2672"/>
                  <a:gd name="T81" fmla="*/ 1602 h 508"/>
                  <a:gd name="T82" fmla="*/ 1644 w 2672"/>
                  <a:gd name="T83" fmla="*/ 1794 h 508"/>
                  <a:gd name="T84" fmla="*/ 2425 w 2672"/>
                  <a:gd name="T85" fmla="*/ 1773 h 508"/>
                  <a:gd name="T86" fmla="*/ 2818 w 2672"/>
                  <a:gd name="T87" fmla="*/ 1751 h 508"/>
                  <a:gd name="T88" fmla="*/ 4027 w 2672"/>
                  <a:gd name="T89" fmla="*/ 1679 h 508"/>
                  <a:gd name="T90" fmla="*/ 4676 w 2672"/>
                  <a:gd name="T91" fmla="*/ 1654 h 508"/>
                  <a:gd name="T92" fmla="*/ 4716 w 2672"/>
                  <a:gd name="T93" fmla="*/ 1628 h 508"/>
                  <a:gd name="T94" fmla="*/ 4745 w 2672"/>
                  <a:gd name="T95" fmla="*/ 1737 h 508"/>
                  <a:gd name="T96" fmla="*/ 4745 w 2672"/>
                  <a:gd name="T97" fmla="*/ 1737 h 5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72" h="508">
                    <a:moveTo>
                      <a:pt x="2605" y="229"/>
                    </a:moveTo>
                    <a:cubicBezTo>
                      <a:pt x="2605" y="227"/>
                      <a:pt x="2606" y="225"/>
                      <a:pt x="2606" y="222"/>
                    </a:cubicBezTo>
                    <a:cubicBezTo>
                      <a:pt x="2611" y="203"/>
                      <a:pt x="2614" y="187"/>
                      <a:pt x="2615" y="168"/>
                    </a:cubicBezTo>
                    <a:cubicBezTo>
                      <a:pt x="2615" y="156"/>
                      <a:pt x="2622" y="8"/>
                      <a:pt x="2616" y="8"/>
                    </a:cubicBezTo>
                    <a:cubicBezTo>
                      <a:pt x="2669" y="7"/>
                      <a:pt x="2669" y="7"/>
                      <a:pt x="2669" y="7"/>
                    </a:cubicBezTo>
                    <a:cubicBezTo>
                      <a:pt x="2668" y="0"/>
                      <a:pt x="2672" y="13"/>
                      <a:pt x="2670" y="9"/>
                    </a:cubicBezTo>
                    <a:cubicBezTo>
                      <a:pt x="2670" y="9"/>
                      <a:pt x="2669" y="7"/>
                      <a:pt x="2669" y="7"/>
                    </a:cubicBezTo>
                    <a:cubicBezTo>
                      <a:pt x="2600" y="7"/>
                      <a:pt x="2600" y="7"/>
                      <a:pt x="2600" y="7"/>
                    </a:cubicBezTo>
                    <a:cubicBezTo>
                      <a:pt x="2606" y="7"/>
                      <a:pt x="2607" y="136"/>
                      <a:pt x="2607" y="148"/>
                    </a:cubicBezTo>
                    <a:cubicBezTo>
                      <a:pt x="2606" y="167"/>
                      <a:pt x="2603" y="183"/>
                      <a:pt x="2598" y="202"/>
                    </a:cubicBezTo>
                    <a:cubicBezTo>
                      <a:pt x="2596" y="213"/>
                      <a:pt x="2598" y="223"/>
                      <a:pt x="2605" y="229"/>
                    </a:cubicBezTo>
                    <a:close/>
                    <a:moveTo>
                      <a:pt x="2606" y="237"/>
                    </a:moveTo>
                    <a:cubicBezTo>
                      <a:pt x="2595" y="241"/>
                      <a:pt x="2592" y="250"/>
                      <a:pt x="2591" y="265"/>
                    </a:cubicBezTo>
                    <a:cubicBezTo>
                      <a:pt x="2590" y="286"/>
                      <a:pt x="2581" y="307"/>
                      <a:pt x="2573" y="327"/>
                    </a:cubicBezTo>
                    <a:cubicBezTo>
                      <a:pt x="2556" y="366"/>
                      <a:pt x="2530" y="402"/>
                      <a:pt x="2493" y="425"/>
                    </a:cubicBezTo>
                    <a:cubicBezTo>
                      <a:pt x="2465" y="443"/>
                      <a:pt x="2433" y="454"/>
                      <a:pt x="2400" y="458"/>
                    </a:cubicBezTo>
                    <a:cubicBezTo>
                      <a:pt x="2384" y="460"/>
                      <a:pt x="2368" y="460"/>
                      <a:pt x="2353" y="460"/>
                    </a:cubicBezTo>
                    <a:cubicBezTo>
                      <a:pt x="2342" y="460"/>
                      <a:pt x="2332" y="459"/>
                      <a:pt x="2322" y="456"/>
                    </a:cubicBezTo>
                    <a:cubicBezTo>
                      <a:pt x="2303" y="451"/>
                      <a:pt x="2297" y="455"/>
                      <a:pt x="2289" y="472"/>
                    </a:cubicBezTo>
                    <a:cubicBezTo>
                      <a:pt x="2295" y="477"/>
                      <a:pt x="2295" y="486"/>
                      <a:pt x="2295" y="496"/>
                    </a:cubicBezTo>
                    <a:cubicBezTo>
                      <a:pt x="2305" y="475"/>
                      <a:pt x="2310" y="470"/>
                      <a:pt x="2330" y="476"/>
                    </a:cubicBezTo>
                    <a:cubicBezTo>
                      <a:pt x="2340" y="479"/>
                      <a:pt x="2350" y="480"/>
                      <a:pt x="2361" y="480"/>
                    </a:cubicBezTo>
                    <a:cubicBezTo>
                      <a:pt x="2376" y="480"/>
                      <a:pt x="2392" y="480"/>
                      <a:pt x="2408" y="478"/>
                    </a:cubicBezTo>
                    <a:cubicBezTo>
                      <a:pt x="2441" y="474"/>
                      <a:pt x="2473" y="463"/>
                      <a:pt x="2501" y="445"/>
                    </a:cubicBezTo>
                    <a:cubicBezTo>
                      <a:pt x="2538" y="422"/>
                      <a:pt x="2564" y="386"/>
                      <a:pt x="2581" y="347"/>
                    </a:cubicBezTo>
                    <a:cubicBezTo>
                      <a:pt x="2589" y="327"/>
                      <a:pt x="2598" y="306"/>
                      <a:pt x="2599" y="285"/>
                    </a:cubicBezTo>
                    <a:cubicBezTo>
                      <a:pt x="2600" y="267"/>
                      <a:pt x="2618" y="235"/>
                      <a:pt x="2630" y="239"/>
                    </a:cubicBezTo>
                    <a:cubicBezTo>
                      <a:pt x="2620" y="236"/>
                      <a:pt x="2618" y="235"/>
                      <a:pt x="2606" y="237"/>
                    </a:cubicBezTo>
                    <a:close/>
                    <a:moveTo>
                      <a:pt x="1795" y="508"/>
                    </a:moveTo>
                    <a:cubicBezTo>
                      <a:pt x="1795" y="508"/>
                      <a:pt x="1795" y="508"/>
                      <a:pt x="1796" y="508"/>
                    </a:cubicBezTo>
                    <a:cubicBezTo>
                      <a:pt x="1795" y="507"/>
                      <a:pt x="1795" y="507"/>
                      <a:pt x="1795" y="506"/>
                    </a:cubicBezTo>
                    <a:cubicBezTo>
                      <a:pt x="1795" y="506"/>
                      <a:pt x="1795" y="507"/>
                      <a:pt x="1795" y="508"/>
                    </a:cubicBezTo>
                    <a:close/>
                    <a:moveTo>
                      <a:pt x="110" y="291"/>
                    </a:moveTo>
                    <a:cubicBezTo>
                      <a:pt x="67" y="224"/>
                      <a:pt x="31" y="151"/>
                      <a:pt x="0" y="77"/>
                    </a:cubicBezTo>
                    <a:cubicBezTo>
                      <a:pt x="32" y="158"/>
                      <a:pt x="72" y="238"/>
                      <a:pt x="118" y="311"/>
                    </a:cubicBezTo>
                    <a:cubicBezTo>
                      <a:pt x="133" y="334"/>
                      <a:pt x="148" y="357"/>
                      <a:pt x="166" y="379"/>
                    </a:cubicBezTo>
                    <a:cubicBezTo>
                      <a:pt x="173" y="389"/>
                      <a:pt x="182" y="396"/>
                      <a:pt x="188" y="404"/>
                    </a:cubicBezTo>
                    <a:cubicBezTo>
                      <a:pt x="188" y="386"/>
                      <a:pt x="171" y="376"/>
                      <a:pt x="158" y="359"/>
                    </a:cubicBezTo>
                    <a:cubicBezTo>
                      <a:pt x="140" y="337"/>
                      <a:pt x="125" y="314"/>
                      <a:pt x="110" y="291"/>
                    </a:cubicBezTo>
                    <a:close/>
                    <a:moveTo>
                      <a:pt x="1323" y="507"/>
                    </a:moveTo>
                    <a:cubicBezTo>
                      <a:pt x="1323" y="507"/>
                      <a:pt x="1323" y="508"/>
                      <a:pt x="1324" y="508"/>
                    </a:cubicBezTo>
                    <a:cubicBezTo>
                      <a:pt x="1324" y="507"/>
                      <a:pt x="1323" y="506"/>
                      <a:pt x="1323" y="504"/>
                    </a:cubicBezTo>
                    <a:cubicBezTo>
                      <a:pt x="1323" y="505"/>
                      <a:pt x="1323" y="506"/>
                      <a:pt x="1323" y="507"/>
                    </a:cubicBezTo>
                    <a:close/>
                    <a:moveTo>
                      <a:pt x="2269" y="448"/>
                    </a:moveTo>
                    <a:cubicBezTo>
                      <a:pt x="2251" y="448"/>
                      <a:pt x="2234" y="449"/>
                      <a:pt x="2216" y="448"/>
                    </a:cubicBezTo>
                    <a:cubicBezTo>
                      <a:pt x="2141" y="445"/>
                      <a:pt x="2067" y="445"/>
                      <a:pt x="1992" y="443"/>
                    </a:cubicBezTo>
                    <a:cubicBezTo>
                      <a:pt x="1950" y="443"/>
                      <a:pt x="1908" y="442"/>
                      <a:pt x="1865" y="441"/>
                    </a:cubicBezTo>
                    <a:cubicBezTo>
                      <a:pt x="1846" y="441"/>
                      <a:pt x="1827" y="439"/>
                      <a:pt x="1808" y="437"/>
                    </a:cubicBezTo>
                    <a:cubicBezTo>
                      <a:pt x="1795" y="436"/>
                      <a:pt x="1780" y="435"/>
                      <a:pt x="1781" y="454"/>
                    </a:cubicBezTo>
                    <a:cubicBezTo>
                      <a:pt x="1765" y="422"/>
                      <a:pt x="1722" y="437"/>
                      <a:pt x="1695" y="436"/>
                    </a:cubicBezTo>
                    <a:cubicBezTo>
                      <a:pt x="1645" y="435"/>
                      <a:pt x="1596" y="435"/>
                      <a:pt x="1546" y="435"/>
                    </a:cubicBezTo>
                    <a:cubicBezTo>
                      <a:pt x="1496" y="435"/>
                      <a:pt x="1445" y="435"/>
                      <a:pt x="1394" y="435"/>
                    </a:cubicBezTo>
                    <a:cubicBezTo>
                      <a:pt x="1373" y="435"/>
                      <a:pt x="1353" y="433"/>
                      <a:pt x="1333" y="432"/>
                    </a:cubicBezTo>
                    <a:cubicBezTo>
                      <a:pt x="1319" y="431"/>
                      <a:pt x="1312" y="437"/>
                      <a:pt x="1311" y="448"/>
                    </a:cubicBezTo>
                    <a:cubicBezTo>
                      <a:pt x="1311" y="451"/>
                      <a:pt x="1311" y="454"/>
                      <a:pt x="1311" y="457"/>
                    </a:cubicBezTo>
                    <a:cubicBezTo>
                      <a:pt x="1315" y="460"/>
                      <a:pt x="1318" y="463"/>
                      <a:pt x="1319" y="468"/>
                    </a:cubicBezTo>
                    <a:cubicBezTo>
                      <a:pt x="1320" y="457"/>
                      <a:pt x="1327" y="451"/>
                      <a:pt x="1341" y="452"/>
                    </a:cubicBezTo>
                    <a:cubicBezTo>
                      <a:pt x="1361" y="453"/>
                      <a:pt x="1381" y="455"/>
                      <a:pt x="1402" y="455"/>
                    </a:cubicBezTo>
                    <a:cubicBezTo>
                      <a:pt x="1453" y="455"/>
                      <a:pt x="1504" y="455"/>
                      <a:pt x="1554" y="455"/>
                    </a:cubicBezTo>
                    <a:cubicBezTo>
                      <a:pt x="1604" y="455"/>
                      <a:pt x="1653" y="455"/>
                      <a:pt x="1703" y="456"/>
                    </a:cubicBezTo>
                    <a:cubicBezTo>
                      <a:pt x="1730" y="457"/>
                      <a:pt x="1773" y="442"/>
                      <a:pt x="1789" y="474"/>
                    </a:cubicBezTo>
                    <a:cubicBezTo>
                      <a:pt x="1788" y="455"/>
                      <a:pt x="1803" y="456"/>
                      <a:pt x="1816" y="457"/>
                    </a:cubicBezTo>
                    <a:cubicBezTo>
                      <a:pt x="1835" y="459"/>
                      <a:pt x="1854" y="461"/>
                      <a:pt x="1873" y="461"/>
                    </a:cubicBezTo>
                    <a:cubicBezTo>
                      <a:pt x="1916" y="462"/>
                      <a:pt x="1958" y="463"/>
                      <a:pt x="2000" y="463"/>
                    </a:cubicBezTo>
                    <a:cubicBezTo>
                      <a:pt x="2075" y="465"/>
                      <a:pt x="2149" y="465"/>
                      <a:pt x="2224" y="468"/>
                    </a:cubicBezTo>
                    <a:cubicBezTo>
                      <a:pt x="2242" y="469"/>
                      <a:pt x="2259" y="468"/>
                      <a:pt x="2277" y="468"/>
                    </a:cubicBezTo>
                    <a:cubicBezTo>
                      <a:pt x="2281" y="468"/>
                      <a:pt x="2285" y="469"/>
                      <a:pt x="2287" y="471"/>
                    </a:cubicBezTo>
                    <a:cubicBezTo>
                      <a:pt x="2287" y="459"/>
                      <a:pt x="2284" y="448"/>
                      <a:pt x="2269" y="448"/>
                    </a:cubicBezTo>
                    <a:close/>
                    <a:moveTo>
                      <a:pt x="1292" y="435"/>
                    </a:moveTo>
                    <a:cubicBezTo>
                      <a:pt x="1274" y="435"/>
                      <a:pt x="1256" y="437"/>
                      <a:pt x="1238" y="438"/>
                    </a:cubicBezTo>
                    <a:cubicBezTo>
                      <a:pt x="1196" y="439"/>
                      <a:pt x="1153" y="440"/>
                      <a:pt x="1111" y="442"/>
                    </a:cubicBezTo>
                    <a:cubicBezTo>
                      <a:pt x="1040" y="445"/>
                      <a:pt x="969" y="449"/>
                      <a:pt x="898" y="454"/>
                    </a:cubicBezTo>
                    <a:cubicBezTo>
                      <a:pt x="857" y="457"/>
                      <a:pt x="816" y="459"/>
                      <a:pt x="775" y="462"/>
                    </a:cubicBezTo>
                    <a:cubicBezTo>
                      <a:pt x="753" y="463"/>
                      <a:pt x="716" y="450"/>
                      <a:pt x="711" y="480"/>
                    </a:cubicBezTo>
                    <a:cubicBezTo>
                      <a:pt x="717" y="457"/>
                      <a:pt x="677" y="467"/>
                      <a:pt x="666" y="468"/>
                    </a:cubicBezTo>
                    <a:cubicBezTo>
                      <a:pt x="641" y="470"/>
                      <a:pt x="615" y="470"/>
                      <a:pt x="590" y="471"/>
                    </a:cubicBezTo>
                    <a:cubicBezTo>
                      <a:pt x="543" y="473"/>
                      <a:pt x="496" y="474"/>
                      <a:pt x="449" y="474"/>
                    </a:cubicBezTo>
                    <a:cubicBezTo>
                      <a:pt x="392" y="474"/>
                      <a:pt x="319" y="479"/>
                      <a:pt x="266" y="454"/>
                    </a:cubicBezTo>
                    <a:cubicBezTo>
                      <a:pt x="248" y="445"/>
                      <a:pt x="234" y="434"/>
                      <a:pt x="219" y="421"/>
                    </a:cubicBezTo>
                    <a:cubicBezTo>
                      <a:pt x="215" y="417"/>
                      <a:pt x="203" y="412"/>
                      <a:pt x="194" y="413"/>
                    </a:cubicBezTo>
                    <a:cubicBezTo>
                      <a:pt x="187" y="418"/>
                      <a:pt x="181" y="415"/>
                      <a:pt x="177" y="427"/>
                    </a:cubicBezTo>
                    <a:cubicBezTo>
                      <a:pt x="183" y="413"/>
                      <a:pt x="220" y="435"/>
                      <a:pt x="227" y="441"/>
                    </a:cubicBezTo>
                    <a:cubicBezTo>
                      <a:pt x="242" y="454"/>
                      <a:pt x="256" y="465"/>
                      <a:pt x="274" y="474"/>
                    </a:cubicBezTo>
                    <a:cubicBezTo>
                      <a:pt x="327" y="499"/>
                      <a:pt x="400" y="494"/>
                      <a:pt x="457" y="494"/>
                    </a:cubicBezTo>
                    <a:cubicBezTo>
                      <a:pt x="504" y="494"/>
                      <a:pt x="551" y="493"/>
                      <a:pt x="598" y="491"/>
                    </a:cubicBezTo>
                    <a:cubicBezTo>
                      <a:pt x="623" y="490"/>
                      <a:pt x="649" y="490"/>
                      <a:pt x="674" y="488"/>
                    </a:cubicBezTo>
                    <a:cubicBezTo>
                      <a:pt x="685" y="487"/>
                      <a:pt x="725" y="477"/>
                      <a:pt x="719" y="500"/>
                    </a:cubicBezTo>
                    <a:cubicBezTo>
                      <a:pt x="724" y="470"/>
                      <a:pt x="761" y="483"/>
                      <a:pt x="783" y="482"/>
                    </a:cubicBezTo>
                    <a:cubicBezTo>
                      <a:pt x="824" y="479"/>
                      <a:pt x="865" y="477"/>
                      <a:pt x="906" y="474"/>
                    </a:cubicBezTo>
                    <a:cubicBezTo>
                      <a:pt x="977" y="469"/>
                      <a:pt x="1048" y="465"/>
                      <a:pt x="1119" y="462"/>
                    </a:cubicBezTo>
                    <a:cubicBezTo>
                      <a:pt x="1161" y="460"/>
                      <a:pt x="1204" y="459"/>
                      <a:pt x="1246" y="458"/>
                    </a:cubicBezTo>
                    <a:cubicBezTo>
                      <a:pt x="1264" y="457"/>
                      <a:pt x="1282" y="455"/>
                      <a:pt x="1300" y="455"/>
                    </a:cubicBezTo>
                    <a:cubicBezTo>
                      <a:pt x="1305" y="455"/>
                      <a:pt x="1308" y="456"/>
                      <a:pt x="1311" y="457"/>
                    </a:cubicBezTo>
                    <a:cubicBezTo>
                      <a:pt x="1310" y="454"/>
                      <a:pt x="1310" y="451"/>
                      <a:pt x="1311" y="448"/>
                    </a:cubicBezTo>
                    <a:cubicBezTo>
                      <a:pt x="1309" y="440"/>
                      <a:pt x="1303" y="435"/>
                      <a:pt x="1292" y="435"/>
                    </a:cubicBezTo>
                    <a:close/>
                    <a:moveTo>
                      <a:pt x="1319" y="478"/>
                    </a:moveTo>
                    <a:cubicBezTo>
                      <a:pt x="1319" y="474"/>
                      <a:pt x="1319" y="471"/>
                      <a:pt x="1319" y="468"/>
                    </a:cubicBezTo>
                    <a:cubicBezTo>
                      <a:pt x="1318" y="471"/>
                      <a:pt x="1318" y="474"/>
                      <a:pt x="1319" y="478"/>
                    </a:cubicBezTo>
                    <a:close/>
                  </a:path>
                </a:pathLst>
              </a:custGeom>
              <a:solidFill>
                <a:srgbClr val="F4B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6" name="Freeform 18">
                <a:extLst>
                  <a:ext uri="{FF2B5EF4-FFF2-40B4-BE49-F238E27FC236}">
                    <a16:creationId xmlns:a16="http://schemas.microsoft.com/office/drawing/2014/main" id="{DEB4D584-E45D-4CF0-9283-DA6F07EAE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" y="1121"/>
                <a:ext cx="4266" cy="832"/>
              </a:xfrm>
              <a:custGeom>
                <a:avLst/>
                <a:gdLst>
                  <a:gd name="T0" fmla="*/ 9974 w 2784"/>
                  <a:gd name="T1" fmla="*/ 8 h 541"/>
                  <a:gd name="T2" fmla="*/ 9998 w 2784"/>
                  <a:gd name="T3" fmla="*/ 452 h 541"/>
                  <a:gd name="T4" fmla="*/ 9902 w 2784"/>
                  <a:gd name="T5" fmla="*/ 852 h 541"/>
                  <a:gd name="T6" fmla="*/ 9827 w 2784"/>
                  <a:gd name="T7" fmla="*/ 1375 h 541"/>
                  <a:gd name="T8" fmla="*/ 8923 w 2784"/>
                  <a:gd name="T9" fmla="*/ 1885 h 541"/>
                  <a:gd name="T10" fmla="*/ 8606 w 2784"/>
                  <a:gd name="T11" fmla="*/ 1798 h 541"/>
                  <a:gd name="T12" fmla="*/ 8347 w 2784"/>
                  <a:gd name="T13" fmla="*/ 1859 h 541"/>
                  <a:gd name="T14" fmla="*/ 7092 w 2784"/>
                  <a:gd name="T15" fmla="*/ 1833 h 541"/>
                  <a:gd name="T16" fmla="*/ 6797 w 2784"/>
                  <a:gd name="T17" fmla="*/ 1742 h 541"/>
                  <a:gd name="T18" fmla="*/ 6494 w 2784"/>
                  <a:gd name="T19" fmla="*/ 1819 h 541"/>
                  <a:gd name="T20" fmla="*/ 5450 w 2784"/>
                  <a:gd name="T21" fmla="*/ 1815 h 541"/>
                  <a:gd name="T22" fmla="*/ 5098 w 2784"/>
                  <a:gd name="T23" fmla="*/ 1736 h 541"/>
                  <a:gd name="T24" fmla="*/ 4825 w 2784"/>
                  <a:gd name="T25" fmla="*/ 1825 h 541"/>
                  <a:gd name="T26" fmla="*/ 3598 w 2784"/>
                  <a:gd name="T27" fmla="*/ 1885 h 541"/>
                  <a:gd name="T28" fmla="*/ 2928 w 2784"/>
                  <a:gd name="T29" fmla="*/ 1798 h 541"/>
                  <a:gd name="T30" fmla="*/ 2573 w 2784"/>
                  <a:gd name="T31" fmla="*/ 1939 h 541"/>
                  <a:gd name="T32" fmla="*/ 1283 w 2784"/>
                  <a:gd name="T33" fmla="*/ 1909 h 541"/>
                  <a:gd name="T34" fmla="*/ 967 w 2784"/>
                  <a:gd name="T35" fmla="*/ 1727 h 541"/>
                  <a:gd name="T36" fmla="*/ 644 w 2784"/>
                  <a:gd name="T37" fmla="*/ 1327 h 541"/>
                  <a:gd name="T38" fmla="*/ 115 w 2784"/>
                  <a:gd name="T39" fmla="*/ 295 h 541"/>
                  <a:gd name="T40" fmla="*/ 273 w 2784"/>
                  <a:gd name="T41" fmla="*/ 0 h 541"/>
                  <a:gd name="T42" fmla="*/ 935 w 2784"/>
                  <a:gd name="T43" fmla="*/ 1280 h 541"/>
                  <a:gd name="T44" fmla="*/ 1155 w 2784"/>
                  <a:gd name="T45" fmla="*/ 1507 h 541"/>
                  <a:gd name="T46" fmla="*/ 1981 w 2784"/>
                  <a:gd name="T47" fmla="*/ 1698 h 541"/>
                  <a:gd name="T48" fmla="*/ 2764 w 2784"/>
                  <a:gd name="T49" fmla="*/ 1676 h 541"/>
                  <a:gd name="T50" fmla="*/ 3155 w 2784"/>
                  <a:gd name="T51" fmla="*/ 1656 h 541"/>
                  <a:gd name="T52" fmla="*/ 4366 w 2784"/>
                  <a:gd name="T53" fmla="*/ 1582 h 541"/>
                  <a:gd name="T54" fmla="*/ 5015 w 2784"/>
                  <a:gd name="T55" fmla="*/ 1556 h 541"/>
                  <a:gd name="T56" fmla="*/ 5164 w 2784"/>
                  <a:gd name="T57" fmla="*/ 1547 h 541"/>
                  <a:gd name="T58" fmla="*/ 5929 w 2784"/>
                  <a:gd name="T59" fmla="*/ 1556 h 541"/>
                  <a:gd name="T60" fmla="*/ 6774 w 2784"/>
                  <a:gd name="T61" fmla="*/ 1626 h 541"/>
                  <a:gd name="T62" fmla="*/ 7076 w 2784"/>
                  <a:gd name="T63" fmla="*/ 1578 h 541"/>
                  <a:gd name="T64" fmla="*/ 8340 w 2784"/>
                  <a:gd name="T65" fmla="*/ 1604 h 541"/>
                  <a:gd name="T66" fmla="*/ 8596 w 2784"/>
                  <a:gd name="T67" fmla="*/ 1706 h 541"/>
                  <a:gd name="T68" fmla="*/ 8834 w 2784"/>
                  <a:gd name="T69" fmla="*/ 1649 h 541"/>
                  <a:gd name="T70" fmla="*/ 9336 w 2784"/>
                  <a:gd name="T71" fmla="*/ 1521 h 541"/>
                  <a:gd name="T72" fmla="*/ 9690 w 2784"/>
                  <a:gd name="T73" fmla="*/ 940 h 541"/>
                  <a:gd name="T74" fmla="*/ 9713 w 2784"/>
                  <a:gd name="T75" fmla="*/ 709 h 541"/>
                  <a:gd name="T76" fmla="*/ 9721 w 2784"/>
                  <a:gd name="T77" fmla="*/ 0 h 54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784" h="541">
                    <a:moveTo>
                      <a:pt x="2771" y="0"/>
                    </a:moveTo>
                    <a:cubicBezTo>
                      <a:pt x="2771" y="0"/>
                      <a:pt x="2772" y="2"/>
                      <a:pt x="2772" y="2"/>
                    </a:cubicBezTo>
                    <a:cubicBezTo>
                      <a:pt x="2780" y="15"/>
                      <a:pt x="2776" y="51"/>
                      <a:pt x="2777" y="66"/>
                    </a:cubicBezTo>
                    <a:cubicBezTo>
                      <a:pt x="2778" y="85"/>
                      <a:pt x="2779" y="105"/>
                      <a:pt x="2779" y="124"/>
                    </a:cubicBezTo>
                    <a:cubicBezTo>
                      <a:pt x="2779" y="151"/>
                      <a:pt x="2778" y="177"/>
                      <a:pt x="2781" y="203"/>
                    </a:cubicBezTo>
                    <a:cubicBezTo>
                      <a:pt x="2782" y="223"/>
                      <a:pt x="2775" y="235"/>
                      <a:pt x="2752" y="234"/>
                    </a:cubicBezTo>
                    <a:cubicBezTo>
                      <a:pt x="2784" y="238"/>
                      <a:pt x="2768" y="270"/>
                      <a:pt x="2763" y="289"/>
                    </a:cubicBezTo>
                    <a:cubicBezTo>
                      <a:pt x="2755" y="320"/>
                      <a:pt x="2745" y="350"/>
                      <a:pt x="2731" y="378"/>
                    </a:cubicBezTo>
                    <a:cubicBezTo>
                      <a:pt x="2697" y="443"/>
                      <a:pt x="2639" y="490"/>
                      <a:pt x="2567" y="507"/>
                    </a:cubicBezTo>
                    <a:cubicBezTo>
                      <a:pt x="2539" y="515"/>
                      <a:pt x="2510" y="517"/>
                      <a:pt x="2480" y="518"/>
                    </a:cubicBezTo>
                    <a:cubicBezTo>
                      <a:pt x="2468" y="518"/>
                      <a:pt x="2455" y="517"/>
                      <a:pt x="2443" y="517"/>
                    </a:cubicBezTo>
                    <a:cubicBezTo>
                      <a:pt x="2424" y="516"/>
                      <a:pt x="2391" y="524"/>
                      <a:pt x="2392" y="494"/>
                    </a:cubicBezTo>
                    <a:cubicBezTo>
                      <a:pt x="2386" y="506"/>
                      <a:pt x="2384" y="515"/>
                      <a:pt x="2369" y="514"/>
                    </a:cubicBezTo>
                    <a:cubicBezTo>
                      <a:pt x="2353" y="513"/>
                      <a:pt x="2336" y="511"/>
                      <a:pt x="2320" y="511"/>
                    </a:cubicBezTo>
                    <a:cubicBezTo>
                      <a:pt x="2243" y="509"/>
                      <a:pt x="2165" y="508"/>
                      <a:pt x="2088" y="507"/>
                    </a:cubicBezTo>
                    <a:cubicBezTo>
                      <a:pt x="2049" y="506"/>
                      <a:pt x="2010" y="505"/>
                      <a:pt x="1971" y="504"/>
                    </a:cubicBezTo>
                    <a:cubicBezTo>
                      <a:pt x="1952" y="504"/>
                      <a:pt x="1934" y="503"/>
                      <a:pt x="1916" y="505"/>
                    </a:cubicBezTo>
                    <a:cubicBezTo>
                      <a:pt x="1895" y="507"/>
                      <a:pt x="1894" y="499"/>
                      <a:pt x="1889" y="479"/>
                    </a:cubicBezTo>
                    <a:cubicBezTo>
                      <a:pt x="1890" y="493"/>
                      <a:pt x="1880" y="507"/>
                      <a:pt x="1865" y="505"/>
                    </a:cubicBezTo>
                    <a:cubicBezTo>
                      <a:pt x="1845" y="503"/>
                      <a:pt x="1826" y="501"/>
                      <a:pt x="1805" y="500"/>
                    </a:cubicBezTo>
                    <a:cubicBezTo>
                      <a:pt x="1759" y="500"/>
                      <a:pt x="1713" y="499"/>
                      <a:pt x="1667" y="499"/>
                    </a:cubicBezTo>
                    <a:cubicBezTo>
                      <a:pt x="1617" y="499"/>
                      <a:pt x="1566" y="499"/>
                      <a:pt x="1515" y="499"/>
                    </a:cubicBezTo>
                    <a:cubicBezTo>
                      <a:pt x="1491" y="500"/>
                      <a:pt x="1467" y="498"/>
                      <a:pt x="1443" y="502"/>
                    </a:cubicBezTo>
                    <a:cubicBezTo>
                      <a:pt x="1422" y="506"/>
                      <a:pt x="1421" y="498"/>
                      <a:pt x="1417" y="477"/>
                    </a:cubicBezTo>
                    <a:cubicBezTo>
                      <a:pt x="1415" y="490"/>
                      <a:pt x="1412" y="505"/>
                      <a:pt x="1396" y="504"/>
                    </a:cubicBezTo>
                    <a:cubicBezTo>
                      <a:pt x="1378" y="504"/>
                      <a:pt x="1360" y="502"/>
                      <a:pt x="1341" y="502"/>
                    </a:cubicBezTo>
                    <a:cubicBezTo>
                      <a:pt x="1300" y="503"/>
                      <a:pt x="1259" y="504"/>
                      <a:pt x="1218" y="506"/>
                    </a:cubicBezTo>
                    <a:cubicBezTo>
                      <a:pt x="1145" y="509"/>
                      <a:pt x="1073" y="513"/>
                      <a:pt x="1000" y="518"/>
                    </a:cubicBezTo>
                    <a:cubicBezTo>
                      <a:pt x="958" y="520"/>
                      <a:pt x="915" y="523"/>
                      <a:pt x="873" y="525"/>
                    </a:cubicBezTo>
                    <a:cubicBezTo>
                      <a:pt x="843" y="527"/>
                      <a:pt x="812" y="537"/>
                      <a:pt x="814" y="494"/>
                    </a:cubicBezTo>
                    <a:cubicBezTo>
                      <a:pt x="813" y="514"/>
                      <a:pt x="813" y="527"/>
                      <a:pt x="792" y="529"/>
                    </a:cubicBezTo>
                    <a:cubicBezTo>
                      <a:pt x="767" y="532"/>
                      <a:pt x="740" y="532"/>
                      <a:pt x="715" y="533"/>
                    </a:cubicBezTo>
                    <a:cubicBezTo>
                      <a:pt x="666" y="535"/>
                      <a:pt x="617" y="537"/>
                      <a:pt x="569" y="537"/>
                    </a:cubicBezTo>
                    <a:cubicBezTo>
                      <a:pt x="499" y="538"/>
                      <a:pt x="425" y="541"/>
                      <a:pt x="356" y="525"/>
                    </a:cubicBezTo>
                    <a:cubicBezTo>
                      <a:pt x="349" y="524"/>
                      <a:pt x="341" y="522"/>
                      <a:pt x="334" y="518"/>
                    </a:cubicBezTo>
                    <a:cubicBezTo>
                      <a:pt x="309" y="508"/>
                      <a:pt x="290" y="491"/>
                      <a:pt x="269" y="475"/>
                    </a:cubicBezTo>
                    <a:cubicBezTo>
                      <a:pt x="251" y="462"/>
                      <a:pt x="245" y="451"/>
                      <a:pt x="255" y="430"/>
                    </a:cubicBezTo>
                    <a:cubicBezTo>
                      <a:pt x="235" y="460"/>
                      <a:pt x="190" y="381"/>
                      <a:pt x="179" y="365"/>
                    </a:cubicBezTo>
                    <a:cubicBezTo>
                      <a:pt x="158" y="334"/>
                      <a:pt x="139" y="300"/>
                      <a:pt x="120" y="267"/>
                    </a:cubicBezTo>
                    <a:cubicBezTo>
                      <a:pt x="88" y="207"/>
                      <a:pt x="59" y="144"/>
                      <a:pt x="32" y="81"/>
                    </a:cubicBezTo>
                    <a:cubicBezTo>
                      <a:pt x="21" y="55"/>
                      <a:pt x="10" y="28"/>
                      <a:pt x="0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110" y="98"/>
                      <a:pt x="156" y="196"/>
                      <a:pt x="212" y="284"/>
                    </a:cubicBezTo>
                    <a:cubicBezTo>
                      <a:pt x="227" y="307"/>
                      <a:pt x="242" y="330"/>
                      <a:pt x="260" y="352"/>
                    </a:cubicBezTo>
                    <a:cubicBezTo>
                      <a:pt x="277" y="374"/>
                      <a:pt x="299" y="383"/>
                      <a:pt x="287" y="413"/>
                    </a:cubicBezTo>
                    <a:cubicBezTo>
                      <a:pt x="293" y="399"/>
                      <a:pt x="314" y="408"/>
                      <a:pt x="321" y="414"/>
                    </a:cubicBezTo>
                    <a:cubicBezTo>
                      <a:pt x="336" y="427"/>
                      <a:pt x="350" y="438"/>
                      <a:pt x="368" y="447"/>
                    </a:cubicBezTo>
                    <a:cubicBezTo>
                      <a:pt x="421" y="472"/>
                      <a:pt x="494" y="467"/>
                      <a:pt x="551" y="467"/>
                    </a:cubicBezTo>
                    <a:cubicBezTo>
                      <a:pt x="598" y="467"/>
                      <a:pt x="645" y="466"/>
                      <a:pt x="692" y="464"/>
                    </a:cubicBezTo>
                    <a:cubicBezTo>
                      <a:pt x="717" y="463"/>
                      <a:pt x="743" y="463"/>
                      <a:pt x="768" y="461"/>
                    </a:cubicBezTo>
                    <a:cubicBezTo>
                      <a:pt x="779" y="460"/>
                      <a:pt x="819" y="450"/>
                      <a:pt x="813" y="473"/>
                    </a:cubicBezTo>
                    <a:cubicBezTo>
                      <a:pt x="818" y="443"/>
                      <a:pt x="855" y="456"/>
                      <a:pt x="877" y="455"/>
                    </a:cubicBezTo>
                    <a:cubicBezTo>
                      <a:pt x="918" y="452"/>
                      <a:pt x="959" y="450"/>
                      <a:pt x="1000" y="447"/>
                    </a:cubicBezTo>
                    <a:cubicBezTo>
                      <a:pt x="1071" y="442"/>
                      <a:pt x="1142" y="438"/>
                      <a:pt x="1213" y="435"/>
                    </a:cubicBezTo>
                    <a:cubicBezTo>
                      <a:pt x="1255" y="433"/>
                      <a:pt x="1298" y="432"/>
                      <a:pt x="1340" y="431"/>
                    </a:cubicBezTo>
                    <a:cubicBezTo>
                      <a:pt x="1358" y="430"/>
                      <a:pt x="1376" y="428"/>
                      <a:pt x="1394" y="428"/>
                    </a:cubicBezTo>
                    <a:cubicBezTo>
                      <a:pt x="1409" y="428"/>
                      <a:pt x="1414" y="437"/>
                      <a:pt x="1413" y="451"/>
                    </a:cubicBezTo>
                    <a:cubicBezTo>
                      <a:pt x="1410" y="433"/>
                      <a:pt x="1418" y="424"/>
                      <a:pt x="1435" y="425"/>
                    </a:cubicBezTo>
                    <a:cubicBezTo>
                      <a:pt x="1455" y="426"/>
                      <a:pt x="1475" y="428"/>
                      <a:pt x="1496" y="428"/>
                    </a:cubicBezTo>
                    <a:cubicBezTo>
                      <a:pt x="1547" y="428"/>
                      <a:pt x="1598" y="428"/>
                      <a:pt x="1648" y="428"/>
                    </a:cubicBezTo>
                    <a:cubicBezTo>
                      <a:pt x="1698" y="428"/>
                      <a:pt x="1747" y="428"/>
                      <a:pt x="1797" y="429"/>
                    </a:cubicBezTo>
                    <a:cubicBezTo>
                      <a:pt x="1824" y="430"/>
                      <a:pt x="1867" y="415"/>
                      <a:pt x="1883" y="447"/>
                    </a:cubicBezTo>
                    <a:cubicBezTo>
                      <a:pt x="1882" y="428"/>
                      <a:pt x="1897" y="429"/>
                      <a:pt x="1910" y="430"/>
                    </a:cubicBezTo>
                    <a:cubicBezTo>
                      <a:pt x="1929" y="432"/>
                      <a:pt x="1948" y="434"/>
                      <a:pt x="1967" y="434"/>
                    </a:cubicBezTo>
                    <a:cubicBezTo>
                      <a:pt x="2010" y="435"/>
                      <a:pt x="2052" y="436"/>
                      <a:pt x="2094" y="436"/>
                    </a:cubicBezTo>
                    <a:cubicBezTo>
                      <a:pt x="2169" y="438"/>
                      <a:pt x="2243" y="438"/>
                      <a:pt x="2318" y="441"/>
                    </a:cubicBezTo>
                    <a:cubicBezTo>
                      <a:pt x="2336" y="442"/>
                      <a:pt x="2353" y="441"/>
                      <a:pt x="2371" y="441"/>
                    </a:cubicBezTo>
                    <a:cubicBezTo>
                      <a:pt x="2388" y="441"/>
                      <a:pt x="2389" y="454"/>
                      <a:pt x="2389" y="469"/>
                    </a:cubicBezTo>
                    <a:cubicBezTo>
                      <a:pt x="2399" y="448"/>
                      <a:pt x="2404" y="443"/>
                      <a:pt x="2424" y="449"/>
                    </a:cubicBezTo>
                    <a:cubicBezTo>
                      <a:pt x="2434" y="452"/>
                      <a:pt x="2444" y="453"/>
                      <a:pt x="2455" y="453"/>
                    </a:cubicBezTo>
                    <a:cubicBezTo>
                      <a:pt x="2470" y="453"/>
                      <a:pt x="2486" y="453"/>
                      <a:pt x="2502" y="451"/>
                    </a:cubicBezTo>
                    <a:cubicBezTo>
                      <a:pt x="2535" y="447"/>
                      <a:pt x="2567" y="436"/>
                      <a:pt x="2595" y="418"/>
                    </a:cubicBezTo>
                    <a:cubicBezTo>
                      <a:pt x="2632" y="395"/>
                      <a:pt x="2658" y="359"/>
                      <a:pt x="2675" y="320"/>
                    </a:cubicBezTo>
                    <a:cubicBezTo>
                      <a:pt x="2683" y="300"/>
                      <a:pt x="2692" y="279"/>
                      <a:pt x="2693" y="258"/>
                    </a:cubicBezTo>
                    <a:cubicBezTo>
                      <a:pt x="2694" y="240"/>
                      <a:pt x="2698" y="230"/>
                      <a:pt x="2717" y="227"/>
                    </a:cubicBezTo>
                    <a:cubicBezTo>
                      <a:pt x="2702" y="222"/>
                      <a:pt x="2697" y="210"/>
                      <a:pt x="2700" y="195"/>
                    </a:cubicBezTo>
                    <a:cubicBezTo>
                      <a:pt x="2705" y="176"/>
                      <a:pt x="2708" y="160"/>
                      <a:pt x="2709" y="141"/>
                    </a:cubicBezTo>
                    <a:cubicBezTo>
                      <a:pt x="2709" y="129"/>
                      <a:pt x="2708" y="0"/>
                      <a:pt x="2702" y="0"/>
                    </a:cubicBezTo>
                    <a:lnTo>
                      <a:pt x="2771" y="0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7" name="Freeform 19">
                <a:extLst>
                  <a:ext uri="{FF2B5EF4-FFF2-40B4-BE49-F238E27FC236}">
                    <a16:creationId xmlns:a16="http://schemas.microsoft.com/office/drawing/2014/main" id="{6C8D0122-EBB7-4C69-BA55-672153435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362"/>
                <a:ext cx="4277" cy="839"/>
              </a:xfrm>
              <a:custGeom>
                <a:avLst/>
                <a:gdLst>
                  <a:gd name="T0" fmla="*/ 10022 w 2791"/>
                  <a:gd name="T1" fmla="*/ 1858 h 546"/>
                  <a:gd name="T2" fmla="*/ 9470 w 2791"/>
                  <a:gd name="T3" fmla="*/ 562 h 546"/>
                  <a:gd name="T4" fmla="*/ 9191 w 2791"/>
                  <a:gd name="T5" fmla="*/ 392 h 546"/>
                  <a:gd name="T6" fmla="*/ 9008 w 2791"/>
                  <a:gd name="T7" fmla="*/ 191 h 546"/>
                  <a:gd name="T8" fmla="*/ 7846 w 2791"/>
                  <a:gd name="T9" fmla="*/ 74 h 546"/>
                  <a:gd name="T10" fmla="*/ 7190 w 2791"/>
                  <a:gd name="T11" fmla="*/ 154 h 546"/>
                  <a:gd name="T12" fmla="*/ 6678 w 2791"/>
                  <a:gd name="T13" fmla="*/ 94 h 546"/>
                  <a:gd name="T14" fmla="*/ 5226 w 2791"/>
                  <a:gd name="T15" fmla="*/ 69 h 546"/>
                  <a:gd name="T16" fmla="*/ 4887 w 2791"/>
                  <a:gd name="T17" fmla="*/ 109 h 546"/>
                  <a:gd name="T18" fmla="*/ 4459 w 2791"/>
                  <a:gd name="T19" fmla="*/ 48 h 546"/>
                  <a:gd name="T20" fmla="*/ 3158 w 2791"/>
                  <a:gd name="T21" fmla="*/ 48 h 546"/>
                  <a:gd name="T22" fmla="*/ 2731 w 2791"/>
                  <a:gd name="T23" fmla="*/ 80 h 546"/>
                  <a:gd name="T24" fmla="*/ 1635 w 2791"/>
                  <a:gd name="T25" fmla="*/ 167 h 546"/>
                  <a:gd name="T26" fmla="*/ 1283 w 2791"/>
                  <a:gd name="T27" fmla="*/ 298 h 546"/>
                  <a:gd name="T28" fmla="*/ 731 w 2791"/>
                  <a:gd name="T29" fmla="*/ 392 h 546"/>
                  <a:gd name="T30" fmla="*/ 127 w 2791"/>
                  <a:gd name="T31" fmla="*/ 1197 h 546"/>
                  <a:gd name="T32" fmla="*/ 8 w 2791"/>
                  <a:gd name="T33" fmla="*/ 1975 h 546"/>
                  <a:gd name="T34" fmla="*/ 400 w 2791"/>
                  <a:gd name="T35" fmla="*/ 1325 h 546"/>
                  <a:gd name="T36" fmla="*/ 1097 w 2791"/>
                  <a:gd name="T37" fmla="*/ 536 h 546"/>
                  <a:gd name="T38" fmla="*/ 1444 w 2791"/>
                  <a:gd name="T39" fmla="*/ 450 h 546"/>
                  <a:gd name="T40" fmla="*/ 2325 w 2791"/>
                  <a:gd name="T41" fmla="*/ 356 h 546"/>
                  <a:gd name="T42" fmla="*/ 3008 w 2791"/>
                  <a:gd name="T43" fmla="*/ 207 h 546"/>
                  <a:gd name="T44" fmla="*/ 3433 w 2791"/>
                  <a:gd name="T45" fmla="*/ 293 h 546"/>
                  <a:gd name="T46" fmla="*/ 4746 w 2791"/>
                  <a:gd name="T47" fmla="*/ 298 h 546"/>
                  <a:gd name="T48" fmla="*/ 5036 w 2791"/>
                  <a:gd name="T49" fmla="*/ 318 h 546"/>
                  <a:gd name="T50" fmla="*/ 5707 w 2791"/>
                  <a:gd name="T51" fmla="*/ 324 h 546"/>
                  <a:gd name="T52" fmla="*/ 7054 w 2791"/>
                  <a:gd name="T53" fmla="*/ 340 h 546"/>
                  <a:gd name="T54" fmla="*/ 7376 w 2791"/>
                  <a:gd name="T55" fmla="*/ 352 h 546"/>
                  <a:gd name="T56" fmla="*/ 8410 w 2791"/>
                  <a:gd name="T57" fmla="*/ 293 h 546"/>
                  <a:gd name="T58" fmla="*/ 9126 w 2791"/>
                  <a:gd name="T59" fmla="*/ 489 h 546"/>
                  <a:gd name="T60" fmla="*/ 9495 w 2791"/>
                  <a:gd name="T61" fmla="*/ 1069 h 546"/>
                  <a:gd name="T62" fmla="*/ 10044 w 2791"/>
                  <a:gd name="T63" fmla="*/ 1975 h 54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91" h="546">
                    <a:moveTo>
                      <a:pt x="2791" y="544"/>
                    </a:moveTo>
                    <a:cubicBezTo>
                      <a:pt x="2791" y="544"/>
                      <a:pt x="2786" y="515"/>
                      <a:pt x="2785" y="512"/>
                    </a:cubicBezTo>
                    <a:cubicBezTo>
                      <a:pt x="2767" y="420"/>
                      <a:pt x="2739" y="327"/>
                      <a:pt x="2693" y="244"/>
                    </a:cubicBezTo>
                    <a:cubicBezTo>
                      <a:pt x="2676" y="213"/>
                      <a:pt x="2656" y="183"/>
                      <a:pt x="2632" y="155"/>
                    </a:cubicBezTo>
                    <a:cubicBezTo>
                      <a:pt x="2622" y="143"/>
                      <a:pt x="2609" y="131"/>
                      <a:pt x="2598" y="119"/>
                    </a:cubicBezTo>
                    <a:cubicBezTo>
                      <a:pt x="2584" y="103"/>
                      <a:pt x="2573" y="83"/>
                      <a:pt x="2554" y="108"/>
                    </a:cubicBezTo>
                    <a:cubicBezTo>
                      <a:pt x="2557" y="95"/>
                      <a:pt x="2563" y="82"/>
                      <a:pt x="2549" y="72"/>
                    </a:cubicBezTo>
                    <a:cubicBezTo>
                      <a:pt x="2537" y="64"/>
                      <a:pt x="2516" y="59"/>
                      <a:pt x="2503" y="53"/>
                    </a:cubicBezTo>
                    <a:cubicBezTo>
                      <a:pt x="2464" y="34"/>
                      <a:pt x="2423" y="22"/>
                      <a:pt x="2381" y="16"/>
                    </a:cubicBezTo>
                    <a:cubicBezTo>
                      <a:pt x="2314" y="6"/>
                      <a:pt x="2247" y="12"/>
                      <a:pt x="2180" y="20"/>
                    </a:cubicBezTo>
                    <a:cubicBezTo>
                      <a:pt x="2140" y="24"/>
                      <a:pt x="2095" y="32"/>
                      <a:pt x="2056" y="26"/>
                    </a:cubicBezTo>
                    <a:cubicBezTo>
                      <a:pt x="2031" y="23"/>
                      <a:pt x="2007" y="9"/>
                      <a:pt x="1998" y="42"/>
                    </a:cubicBezTo>
                    <a:cubicBezTo>
                      <a:pt x="1999" y="16"/>
                      <a:pt x="1973" y="20"/>
                      <a:pt x="1955" y="23"/>
                    </a:cubicBezTo>
                    <a:cubicBezTo>
                      <a:pt x="1923" y="29"/>
                      <a:pt x="1890" y="27"/>
                      <a:pt x="1856" y="26"/>
                    </a:cubicBezTo>
                    <a:cubicBezTo>
                      <a:pt x="1764" y="26"/>
                      <a:pt x="1672" y="24"/>
                      <a:pt x="1580" y="22"/>
                    </a:cubicBezTo>
                    <a:cubicBezTo>
                      <a:pt x="1538" y="21"/>
                      <a:pt x="1495" y="20"/>
                      <a:pt x="1452" y="19"/>
                    </a:cubicBezTo>
                    <a:cubicBezTo>
                      <a:pt x="1432" y="19"/>
                      <a:pt x="1414" y="16"/>
                      <a:pt x="1394" y="12"/>
                    </a:cubicBezTo>
                    <a:cubicBezTo>
                      <a:pt x="1376" y="8"/>
                      <a:pt x="1365" y="11"/>
                      <a:pt x="1358" y="30"/>
                    </a:cubicBezTo>
                    <a:cubicBezTo>
                      <a:pt x="1348" y="6"/>
                      <a:pt x="1334" y="11"/>
                      <a:pt x="1312" y="14"/>
                    </a:cubicBezTo>
                    <a:cubicBezTo>
                      <a:pt x="1288" y="17"/>
                      <a:pt x="1263" y="14"/>
                      <a:pt x="1239" y="13"/>
                    </a:cubicBezTo>
                    <a:cubicBezTo>
                      <a:pt x="1156" y="10"/>
                      <a:pt x="1072" y="11"/>
                      <a:pt x="989" y="13"/>
                    </a:cubicBezTo>
                    <a:cubicBezTo>
                      <a:pt x="952" y="14"/>
                      <a:pt x="915" y="18"/>
                      <a:pt x="878" y="13"/>
                    </a:cubicBezTo>
                    <a:cubicBezTo>
                      <a:pt x="855" y="10"/>
                      <a:pt x="834" y="8"/>
                      <a:pt x="832" y="38"/>
                    </a:cubicBezTo>
                    <a:cubicBezTo>
                      <a:pt x="844" y="0"/>
                      <a:pt x="774" y="21"/>
                      <a:pt x="759" y="22"/>
                    </a:cubicBezTo>
                    <a:cubicBezTo>
                      <a:pt x="714" y="24"/>
                      <a:pt x="670" y="27"/>
                      <a:pt x="625" y="30"/>
                    </a:cubicBezTo>
                    <a:cubicBezTo>
                      <a:pt x="568" y="35"/>
                      <a:pt x="511" y="40"/>
                      <a:pt x="454" y="46"/>
                    </a:cubicBezTo>
                    <a:cubicBezTo>
                      <a:pt x="430" y="49"/>
                      <a:pt x="409" y="49"/>
                      <a:pt x="384" y="47"/>
                    </a:cubicBezTo>
                    <a:cubicBezTo>
                      <a:pt x="363" y="46"/>
                      <a:pt x="353" y="60"/>
                      <a:pt x="356" y="82"/>
                    </a:cubicBezTo>
                    <a:cubicBezTo>
                      <a:pt x="343" y="62"/>
                      <a:pt x="333" y="54"/>
                      <a:pt x="309" y="64"/>
                    </a:cubicBezTo>
                    <a:cubicBezTo>
                      <a:pt x="273" y="79"/>
                      <a:pt x="237" y="88"/>
                      <a:pt x="203" y="108"/>
                    </a:cubicBezTo>
                    <a:cubicBezTo>
                      <a:pt x="174" y="125"/>
                      <a:pt x="148" y="147"/>
                      <a:pt x="125" y="171"/>
                    </a:cubicBezTo>
                    <a:cubicBezTo>
                      <a:pt x="83" y="217"/>
                      <a:pt x="54" y="272"/>
                      <a:pt x="35" y="330"/>
                    </a:cubicBezTo>
                    <a:cubicBezTo>
                      <a:pt x="19" y="377"/>
                      <a:pt x="10" y="425"/>
                      <a:pt x="5" y="474"/>
                    </a:cubicBezTo>
                    <a:cubicBezTo>
                      <a:pt x="5" y="477"/>
                      <a:pt x="0" y="544"/>
                      <a:pt x="2" y="544"/>
                    </a:cubicBezTo>
                    <a:cubicBezTo>
                      <a:pt x="7" y="544"/>
                      <a:pt x="80" y="544"/>
                      <a:pt x="76" y="544"/>
                    </a:cubicBezTo>
                    <a:cubicBezTo>
                      <a:pt x="70" y="544"/>
                      <a:pt x="106" y="377"/>
                      <a:pt x="111" y="365"/>
                    </a:cubicBezTo>
                    <a:cubicBezTo>
                      <a:pt x="134" y="297"/>
                      <a:pt x="173" y="234"/>
                      <a:pt x="231" y="190"/>
                    </a:cubicBezTo>
                    <a:cubicBezTo>
                      <a:pt x="253" y="173"/>
                      <a:pt x="278" y="159"/>
                      <a:pt x="305" y="148"/>
                    </a:cubicBezTo>
                    <a:cubicBezTo>
                      <a:pt x="335" y="136"/>
                      <a:pt x="363" y="142"/>
                      <a:pt x="362" y="100"/>
                    </a:cubicBezTo>
                    <a:cubicBezTo>
                      <a:pt x="363" y="124"/>
                      <a:pt x="384" y="127"/>
                      <a:pt x="401" y="124"/>
                    </a:cubicBezTo>
                    <a:cubicBezTo>
                      <a:pt x="427" y="119"/>
                      <a:pt x="455" y="117"/>
                      <a:pt x="481" y="114"/>
                    </a:cubicBezTo>
                    <a:cubicBezTo>
                      <a:pt x="536" y="108"/>
                      <a:pt x="591" y="102"/>
                      <a:pt x="646" y="98"/>
                    </a:cubicBezTo>
                    <a:cubicBezTo>
                      <a:pt x="685" y="95"/>
                      <a:pt x="725" y="92"/>
                      <a:pt x="765" y="90"/>
                    </a:cubicBezTo>
                    <a:cubicBezTo>
                      <a:pt x="801" y="88"/>
                      <a:pt x="826" y="99"/>
                      <a:pt x="836" y="57"/>
                    </a:cubicBezTo>
                    <a:cubicBezTo>
                      <a:pt x="837" y="81"/>
                      <a:pt x="854" y="91"/>
                      <a:pt x="874" y="87"/>
                    </a:cubicBezTo>
                    <a:cubicBezTo>
                      <a:pt x="900" y="82"/>
                      <a:pt x="927" y="82"/>
                      <a:pt x="954" y="81"/>
                    </a:cubicBezTo>
                    <a:cubicBezTo>
                      <a:pt x="1052" y="78"/>
                      <a:pt x="1150" y="76"/>
                      <a:pt x="1248" y="80"/>
                    </a:cubicBezTo>
                    <a:cubicBezTo>
                      <a:pt x="1271" y="80"/>
                      <a:pt x="1296" y="78"/>
                      <a:pt x="1319" y="82"/>
                    </a:cubicBezTo>
                    <a:cubicBezTo>
                      <a:pt x="1341" y="85"/>
                      <a:pt x="1361" y="89"/>
                      <a:pt x="1363" y="61"/>
                    </a:cubicBezTo>
                    <a:cubicBezTo>
                      <a:pt x="1371" y="81"/>
                      <a:pt x="1377" y="91"/>
                      <a:pt x="1399" y="88"/>
                    </a:cubicBezTo>
                    <a:cubicBezTo>
                      <a:pt x="1419" y="86"/>
                      <a:pt x="1437" y="85"/>
                      <a:pt x="1457" y="86"/>
                    </a:cubicBezTo>
                    <a:cubicBezTo>
                      <a:pt x="1500" y="87"/>
                      <a:pt x="1543" y="88"/>
                      <a:pt x="1586" y="89"/>
                    </a:cubicBezTo>
                    <a:cubicBezTo>
                      <a:pt x="1678" y="91"/>
                      <a:pt x="1770" y="93"/>
                      <a:pt x="1862" y="93"/>
                    </a:cubicBezTo>
                    <a:cubicBezTo>
                      <a:pt x="1894" y="93"/>
                      <a:pt x="1927" y="92"/>
                      <a:pt x="1960" y="94"/>
                    </a:cubicBezTo>
                    <a:cubicBezTo>
                      <a:pt x="1980" y="96"/>
                      <a:pt x="2006" y="101"/>
                      <a:pt x="2001" y="71"/>
                    </a:cubicBezTo>
                    <a:cubicBezTo>
                      <a:pt x="2009" y="101"/>
                      <a:pt x="2023" y="103"/>
                      <a:pt x="2050" y="97"/>
                    </a:cubicBezTo>
                    <a:cubicBezTo>
                      <a:pt x="2084" y="90"/>
                      <a:pt x="2119" y="91"/>
                      <a:pt x="2154" y="87"/>
                    </a:cubicBezTo>
                    <a:cubicBezTo>
                      <a:pt x="2215" y="79"/>
                      <a:pt x="2276" y="73"/>
                      <a:pt x="2337" y="81"/>
                    </a:cubicBezTo>
                    <a:cubicBezTo>
                      <a:pt x="2376" y="86"/>
                      <a:pt x="2413" y="96"/>
                      <a:pt x="2449" y="112"/>
                    </a:cubicBezTo>
                    <a:cubicBezTo>
                      <a:pt x="2466" y="119"/>
                      <a:pt x="2524" y="171"/>
                      <a:pt x="2536" y="135"/>
                    </a:cubicBezTo>
                    <a:cubicBezTo>
                      <a:pt x="2518" y="174"/>
                      <a:pt x="2558" y="186"/>
                      <a:pt x="2581" y="212"/>
                    </a:cubicBezTo>
                    <a:cubicBezTo>
                      <a:pt x="2603" y="237"/>
                      <a:pt x="2622" y="265"/>
                      <a:pt x="2638" y="295"/>
                    </a:cubicBezTo>
                    <a:cubicBezTo>
                      <a:pt x="2682" y="371"/>
                      <a:pt x="2710" y="460"/>
                      <a:pt x="2729" y="546"/>
                    </a:cubicBezTo>
                    <a:cubicBezTo>
                      <a:pt x="2729" y="546"/>
                      <a:pt x="2791" y="544"/>
                      <a:pt x="2791" y="544"/>
                    </a:cubicBezTo>
                    <a:close/>
                  </a:path>
                </a:pathLst>
              </a:custGeom>
              <a:solidFill>
                <a:srgbClr val="F09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8" name="Freeform 20">
                <a:extLst>
                  <a:ext uri="{FF2B5EF4-FFF2-40B4-BE49-F238E27FC236}">
                    <a16:creationId xmlns:a16="http://schemas.microsoft.com/office/drawing/2014/main" id="{6C97E3FC-7F18-4647-BD68-E7F6D197B1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5" y="2363"/>
                <a:ext cx="4269" cy="832"/>
              </a:xfrm>
              <a:custGeom>
                <a:avLst/>
                <a:gdLst>
                  <a:gd name="T0" fmla="*/ 9131 w 2786"/>
                  <a:gd name="T1" fmla="*/ 563 h 541"/>
                  <a:gd name="T2" fmla="*/ 9166 w 2786"/>
                  <a:gd name="T3" fmla="*/ 251 h 541"/>
                  <a:gd name="T4" fmla="*/ 8566 w 2786"/>
                  <a:gd name="T5" fmla="*/ 43 h 541"/>
                  <a:gd name="T6" fmla="*/ 7393 w 2786"/>
                  <a:gd name="T7" fmla="*/ 83 h 541"/>
                  <a:gd name="T8" fmla="*/ 7035 w 2786"/>
                  <a:gd name="T9" fmla="*/ 74 h 541"/>
                  <a:gd name="T10" fmla="*/ 5685 w 2786"/>
                  <a:gd name="T11" fmla="*/ 69 h 541"/>
                  <a:gd name="T12" fmla="*/ 5012 w 2786"/>
                  <a:gd name="T13" fmla="*/ 34 h 541"/>
                  <a:gd name="T14" fmla="*/ 4716 w 2786"/>
                  <a:gd name="T15" fmla="*/ 40 h 541"/>
                  <a:gd name="T16" fmla="*/ 3555 w 2786"/>
                  <a:gd name="T17" fmla="*/ 35 h 541"/>
                  <a:gd name="T18" fmla="*/ 2996 w 2786"/>
                  <a:gd name="T19" fmla="*/ 100 h 541"/>
                  <a:gd name="T20" fmla="*/ 2996 w 2786"/>
                  <a:gd name="T21" fmla="*/ 100 h 541"/>
                  <a:gd name="T22" fmla="*/ 2249 w 2786"/>
                  <a:gd name="T23" fmla="*/ 100 h 541"/>
                  <a:gd name="T24" fmla="*/ 1381 w 2786"/>
                  <a:gd name="T25" fmla="*/ 161 h 541"/>
                  <a:gd name="T26" fmla="*/ 1111 w 2786"/>
                  <a:gd name="T27" fmla="*/ 217 h 541"/>
                  <a:gd name="T28" fmla="*/ 446 w 2786"/>
                  <a:gd name="T29" fmla="*/ 611 h 541"/>
                  <a:gd name="T30" fmla="*/ 18 w 2786"/>
                  <a:gd name="T31" fmla="*/ 1712 h 541"/>
                  <a:gd name="T32" fmla="*/ 18 w 2786"/>
                  <a:gd name="T33" fmla="*/ 1969 h 541"/>
                  <a:gd name="T34" fmla="*/ 136 w 2786"/>
                  <a:gd name="T35" fmla="*/ 1263 h 541"/>
                  <a:gd name="T36" fmla="*/ 742 w 2786"/>
                  <a:gd name="T37" fmla="*/ 454 h 541"/>
                  <a:gd name="T38" fmla="*/ 1296 w 2786"/>
                  <a:gd name="T39" fmla="*/ 360 h 541"/>
                  <a:gd name="T40" fmla="*/ 1649 w 2786"/>
                  <a:gd name="T41" fmla="*/ 229 h 541"/>
                  <a:gd name="T42" fmla="*/ 2743 w 2786"/>
                  <a:gd name="T43" fmla="*/ 141 h 541"/>
                  <a:gd name="T44" fmla="*/ 3172 w 2786"/>
                  <a:gd name="T45" fmla="*/ 109 h 541"/>
                  <a:gd name="T46" fmla="*/ 4468 w 2786"/>
                  <a:gd name="T47" fmla="*/ 106 h 541"/>
                  <a:gd name="T48" fmla="*/ 4900 w 2786"/>
                  <a:gd name="T49" fmla="*/ 171 h 541"/>
                  <a:gd name="T50" fmla="*/ 5239 w 2786"/>
                  <a:gd name="T51" fmla="*/ 131 h 541"/>
                  <a:gd name="T52" fmla="*/ 6692 w 2786"/>
                  <a:gd name="T53" fmla="*/ 157 h 541"/>
                  <a:gd name="T54" fmla="*/ 7203 w 2786"/>
                  <a:gd name="T55" fmla="*/ 215 h 541"/>
                  <a:gd name="T56" fmla="*/ 7855 w 2786"/>
                  <a:gd name="T57" fmla="*/ 135 h 541"/>
                  <a:gd name="T58" fmla="*/ 9016 w 2786"/>
                  <a:gd name="T59" fmla="*/ 251 h 541"/>
                  <a:gd name="T60" fmla="*/ 9197 w 2786"/>
                  <a:gd name="T61" fmla="*/ 338 h 541"/>
                  <a:gd name="T62" fmla="*/ 10018 w 2786"/>
                  <a:gd name="T63" fmla="*/ 1852 h 541"/>
                  <a:gd name="T64" fmla="*/ 9470 w 2786"/>
                  <a:gd name="T65" fmla="*/ 554 h 541"/>
                  <a:gd name="T66" fmla="*/ 9211 w 2786"/>
                  <a:gd name="T67" fmla="*/ 357 h 541"/>
                  <a:gd name="T68" fmla="*/ 9361 w 2786"/>
                  <a:gd name="T69" fmla="*/ 494 h 541"/>
                  <a:gd name="T70" fmla="*/ 9699 w 2786"/>
                  <a:gd name="T71" fmla="*/ 949 h 541"/>
                  <a:gd name="T72" fmla="*/ 10018 w 2786"/>
                  <a:gd name="T73" fmla="*/ 1852 h 541"/>
                  <a:gd name="T74" fmla="*/ 3013 w 2786"/>
                  <a:gd name="T75" fmla="*/ 171 h 541"/>
                  <a:gd name="T76" fmla="*/ 3008 w 2786"/>
                  <a:gd name="T77" fmla="*/ 201 h 54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786" h="541">
                    <a:moveTo>
                      <a:pt x="2540" y="151"/>
                    </a:moveTo>
                    <a:cubicBezTo>
                      <a:pt x="2539" y="153"/>
                      <a:pt x="2539" y="154"/>
                      <a:pt x="2538" y="155"/>
                    </a:cubicBezTo>
                    <a:cubicBezTo>
                      <a:pt x="2539" y="154"/>
                      <a:pt x="2539" y="153"/>
                      <a:pt x="2540" y="151"/>
                    </a:cubicBezTo>
                    <a:close/>
                    <a:moveTo>
                      <a:pt x="2548" y="69"/>
                    </a:moveTo>
                    <a:cubicBezTo>
                      <a:pt x="2536" y="61"/>
                      <a:pt x="2516" y="56"/>
                      <a:pt x="2502" y="49"/>
                    </a:cubicBezTo>
                    <a:cubicBezTo>
                      <a:pt x="2464" y="31"/>
                      <a:pt x="2423" y="18"/>
                      <a:pt x="2381" y="12"/>
                    </a:cubicBezTo>
                    <a:cubicBezTo>
                      <a:pt x="2313" y="3"/>
                      <a:pt x="2246" y="9"/>
                      <a:pt x="2179" y="17"/>
                    </a:cubicBezTo>
                    <a:cubicBezTo>
                      <a:pt x="2140" y="21"/>
                      <a:pt x="2095" y="28"/>
                      <a:pt x="2055" y="23"/>
                    </a:cubicBezTo>
                    <a:cubicBezTo>
                      <a:pt x="2030" y="20"/>
                      <a:pt x="2007" y="6"/>
                      <a:pt x="1998" y="39"/>
                    </a:cubicBezTo>
                    <a:cubicBezTo>
                      <a:pt x="1998" y="13"/>
                      <a:pt x="1972" y="17"/>
                      <a:pt x="1955" y="20"/>
                    </a:cubicBezTo>
                    <a:cubicBezTo>
                      <a:pt x="1922" y="26"/>
                      <a:pt x="1889" y="23"/>
                      <a:pt x="1856" y="23"/>
                    </a:cubicBezTo>
                    <a:cubicBezTo>
                      <a:pt x="1764" y="22"/>
                      <a:pt x="1672" y="21"/>
                      <a:pt x="1580" y="19"/>
                    </a:cubicBezTo>
                    <a:cubicBezTo>
                      <a:pt x="1537" y="18"/>
                      <a:pt x="1494" y="17"/>
                      <a:pt x="1452" y="16"/>
                    </a:cubicBezTo>
                    <a:cubicBezTo>
                      <a:pt x="1431" y="15"/>
                      <a:pt x="1413" y="13"/>
                      <a:pt x="1393" y="9"/>
                    </a:cubicBezTo>
                    <a:cubicBezTo>
                      <a:pt x="1376" y="5"/>
                      <a:pt x="1364" y="8"/>
                      <a:pt x="1358" y="27"/>
                    </a:cubicBezTo>
                    <a:cubicBezTo>
                      <a:pt x="1348" y="3"/>
                      <a:pt x="1333" y="7"/>
                      <a:pt x="1311" y="11"/>
                    </a:cubicBezTo>
                    <a:cubicBezTo>
                      <a:pt x="1287" y="14"/>
                      <a:pt x="1262" y="10"/>
                      <a:pt x="1238" y="9"/>
                    </a:cubicBezTo>
                    <a:cubicBezTo>
                      <a:pt x="1155" y="7"/>
                      <a:pt x="1072" y="8"/>
                      <a:pt x="988" y="10"/>
                    </a:cubicBezTo>
                    <a:cubicBezTo>
                      <a:pt x="952" y="11"/>
                      <a:pt x="914" y="15"/>
                      <a:pt x="878" y="10"/>
                    </a:cubicBezTo>
                    <a:cubicBezTo>
                      <a:pt x="857" y="7"/>
                      <a:pt x="838" y="5"/>
                      <a:pt x="833" y="27"/>
                    </a:cubicBezTo>
                    <a:cubicBezTo>
                      <a:pt x="833" y="29"/>
                      <a:pt x="833" y="32"/>
                      <a:pt x="832" y="35"/>
                    </a:cubicBezTo>
                    <a:cubicBezTo>
                      <a:pt x="832" y="32"/>
                      <a:pt x="832" y="29"/>
                      <a:pt x="833" y="27"/>
                    </a:cubicBezTo>
                    <a:cubicBezTo>
                      <a:pt x="832" y="0"/>
                      <a:pt x="773" y="18"/>
                      <a:pt x="758" y="19"/>
                    </a:cubicBezTo>
                    <a:cubicBezTo>
                      <a:pt x="714" y="21"/>
                      <a:pt x="669" y="24"/>
                      <a:pt x="625" y="27"/>
                    </a:cubicBezTo>
                    <a:cubicBezTo>
                      <a:pt x="568" y="31"/>
                      <a:pt x="511" y="36"/>
                      <a:pt x="454" y="43"/>
                    </a:cubicBezTo>
                    <a:cubicBezTo>
                      <a:pt x="429" y="45"/>
                      <a:pt x="408" y="46"/>
                      <a:pt x="384" y="44"/>
                    </a:cubicBezTo>
                    <a:cubicBezTo>
                      <a:pt x="363" y="42"/>
                      <a:pt x="353" y="57"/>
                      <a:pt x="356" y="79"/>
                    </a:cubicBezTo>
                    <a:cubicBezTo>
                      <a:pt x="342" y="59"/>
                      <a:pt x="333" y="50"/>
                      <a:pt x="309" y="60"/>
                    </a:cubicBezTo>
                    <a:cubicBezTo>
                      <a:pt x="273" y="75"/>
                      <a:pt x="236" y="84"/>
                      <a:pt x="202" y="105"/>
                    </a:cubicBezTo>
                    <a:cubicBezTo>
                      <a:pt x="173" y="122"/>
                      <a:pt x="147" y="143"/>
                      <a:pt x="124" y="168"/>
                    </a:cubicBezTo>
                    <a:cubicBezTo>
                      <a:pt x="83" y="213"/>
                      <a:pt x="53" y="269"/>
                      <a:pt x="34" y="327"/>
                    </a:cubicBezTo>
                    <a:cubicBezTo>
                      <a:pt x="19" y="373"/>
                      <a:pt x="9" y="422"/>
                      <a:pt x="5" y="471"/>
                    </a:cubicBezTo>
                    <a:cubicBezTo>
                      <a:pt x="4" y="474"/>
                      <a:pt x="0" y="541"/>
                      <a:pt x="1" y="541"/>
                    </a:cubicBezTo>
                    <a:cubicBezTo>
                      <a:pt x="1" y="541"/>
                      <a:pt x="3" y="541"/>
                      <a:pt x="5" y="541"/>
                    </a:cubicBezTo>
                    <a:cubicBezTo>
                      <a:pt x="6" y="523"/>
                      <a:pt x="9" y="493"/>
                      <a:pt x="9" y="491"/>
                    </a:cubicBezTo>
                    <a:cubicBezTo>
                      <a:pt x="13" y="442"/>
                      <a:pt x="23" y="393"/>
                      <a:pt x="38" y="347"/>
                    </a:cubicBezTo>
                    <a:cubicBezTo>
                      <a:pt x="57" y="289"/>
                      <a:pt x="87" y="233"/>
                      <a:pt x="128" y="188"/>
                    </a:cubicBezTo>
                    <a:cubicBezTo>
                      <a:pt x="151" y="163"/>
                      <a:pt x="177" y="142"/>
                      <a:pt x="206" y="125"/>
                    </a:cubicBezTo>
                    <a:cubicBezTo>
                      <a:pt x="240" y="104"/>
                      <a:pt x="277" y="95"/>
                      <a:pt x="313" y="80"/>
                    </a:cubicBezTo>
                    <a:cubicBezTo>
                      <a:pt x="337" y="70"/>
                      <a:pt x="346" y="79"/>
                      <a:pt x="360" y="99"/>
                    </a:cubicBezTo>
                    <a:cubicBezTo>
                      <a:pt x="357" y="77"/>
                      <a:pt x="367" y="62"/>
                      <a:pt x="388" y="64"/>
                    </a:cubicBezTo>
                    <a:cubicBezTo>
                      <a:pt x="412" y="66"/>
                      <a:pt x="433" y="65"/>
                      <a:pt x="458" y="63"/>
                    </a:cubicBezTo>
                    <a:cubicBezTo>
                      <a:pt x="515" y="56"/>
                      <a:pt x="572" y="51"/>
                      <a:pt x="629" y="47"/>
                    </a:cubicBezTo>
                    <a:cubicBezTo>
                      <a:pt x="673" y="44"/>
                      <a:pt x="718" y="41"/>
                      <a:pt x="762" y="39"/>
                    </a:cubicBezTo>
                    <a:cubicBezTo>
                      <a:pt x="777" y="38"/>
                      <a:pt x="836" y="20"/>
                      <a:pt x="837" y="47"/>
                    </a:cubicBezTo>
                    <a:cubicBezTo>
                      <a:pt x="842" y="25"/>
                      <a:pt x="861" y="27"/>
                      <a:pt x="882" y="30"/>
                    </a:cubicBezTo>
                    <a:cubicBezTo>
                      <a:pt x="918" y="35"/>
                      <a:pt x="956" y="31"/>
                      <a:pt x="992" y="30"/>
                    </a:cubicBezTo>
                    <a:cubicBezTo>
                      <a:pt x="1076" y="28"/>
                      <a:pt x="1159" y="27"/>
                      <a:pt x="1242" y="29"/>
                    </a:cubicBezTo>
                    <a:cubicBezTo>
                      <a:pt x="1266" y="30"/>
                      <a:pt x="1291" y="34"/>
                      <a:pt x="1315" y="31"/>
                    </a:cubicBezTo>
                    <a:cubicBezTo>
                      <a:pt x="1337" y="27"/>
                      <a:pt x="1352" y="23"/>
                      <a:pt x="1362" y="47"/>
                    </a:cubicBezTo>
                    <a:cubicBezTo>
                      <a:pt x="1368" y="28"/>
                      <a:pt x="1380" y="25"/>
                      <a:pt x="1397" y="29"/>
                    </a:cubicBezTo>
                    <a:cubicBezTo>
                      <a:pt x="1417" y="33"/>
                      <a:pt x="1435" y="35"/>
                      <a:pt x="1456" y="36"/>
                    </a:cubicBezTo>
                    <a:cubicBezTo>
                      <a:pt x="1498" y="37"/>
                      <a:pt x="1541" y="38"/>
                      <a:pt x="1584" y="39"/>
                    </a:cubicBezTo>
                    <a:cubicBezTo>
                      <a:pt x="1676" y="41"/>
                      <a:pt x="1768" y="42"/>
                      <a:pt x="1860" y="43"/>
                    </a:cubicBezTo>
                    <a:cubicBezTo>
                      <a:pt x="1893" y="43"/>
                      <a:pt x="1926" y="46"/>
                      <a:pt x="1959" y="40"/>
                    </a:cubicBezTo>
                    <a:cubicBezTo>
                      <a:pt x="1976" y="37"/>
                      <a:pt x="2002" y="33"/>
                      <a:pt x="2002" y="59"/>
                    </a:cubicBezTo>
                    <a:cubicBezTo>
                      <a:pt x="2011" y="26"/>
                      <a:pt x="2034" y="40"/>
                      <a:pt x="2059" y="43"/>
                    </a:cubicBezTo>
                    <a:cubicBezTo>
                      <a:pt x="2099" y="48"/>
                      <a:pt x="2144" y="41"/>
                      <a:pt x="2183" y="37"/>
                    </a:cubicBezTo>
                    <a:cubicBezTo>
                      <a:pt x="2250" y="29"/>
                      <a:pt x="2317" y="23"/>
                      <a:pt x="2385" y="32"/>
                    </a:cubicBezTo>
                    <a:cubicBezTo>
                      <a:pt x="2427" y="38"/>
                      <a:pt x="2468" y="51"/>
                      <a:pt x="2506" y="69"/>
                    </a:cubicBezTo>
                    <a:cubicBezTo>
                      <a:pt x="2520" y="76"/>
                      <a:pt x="2540" y="81"/>
                      <a:pt x="2552" y="89"/>
                    </a:cubicBezTo>
                    <a:cubicBezTo>
                      <a:pt x="2554" y="90"/>
                      <a:pt x="2555" y="91"/>
                      <a:pt x="2556" y="93"/>
                    </a:cubicBezTo>
                    <a:cubicBezTo>
                      <a:pt x="2558" y="84"/>
                      <a:pt x="2558" y="76"/>
                      <a:pt x="2548" y="69"/>
                    </a:cubicBezTo>
                    <a:close/>
                    <a:moveTo>
                      <a:pt x="2785" y="509"/>
                    </a:moveTo>
                    <a:cubicBezTo>
                      <a:pt x="2766" y="416"/>
                      <a:pt x="2738" y="324"/>
                      <a:pt x="2692" y="241"/>
                    </a:cubicBezTo>
                    <a:cubicBezTo>
                      <a:pt x="2675" y="209"/>
                      <a:pt x="2655" y="179"/>
                      <a:pt x="2632" y="152"/>
                    </a:cubicBezTo>
                    <a:cubicBezTo>
                      <a:pt x="2621" y="139"/>
                      <a:pt x="2609" y="128"/>
                      <a:pt x="2598" y="116"/>
                    </a:cubicBezTo>
                    <a:cubicBezTo>
                      <a:pt x="2585" y="102"/>
                      <a:pt x="2575" y="84"/>
                      <a:pt x="2560" y="98"/>
                    </a:cubicBezTo>
                    <a:cubicBezTo>
                      <a:pt x="2552" y="102"/>
                      <a:pt x="2552" y="103"/>
                      <a:pt x="2551" y="113"/>
                    </a:cubicBezTo>
                    <a:cubicBezTo>
                      <a:pt x="2569" y="88"/>
                      <a:pt x="2588" y="120"/>
                      <a:pt x="2602" y="136"/>
                    </a:cubicBezTo>
                    <a:cubicBezTo>
                      <a:pt x="2613" y="148"/>
                      <a:pt x="2625" y="159"/>
                      <a:pt x="2636" y="172"/>
                    </a:cubicBezTo>
                    <a:cubicBezTo>
                      <a:pt x="2659" y="199"/>
                      <a:pt x="2679" y="229"/>
                      <a:pt x="2696" y="261"/>
                    </a:cubicBezTo>
                    <a:cubicBezTo>
                      <a:pt x="2740" y="340"/>
                      <a:pt x="2767" y="428"/>
                      <a:pt x="2786" y="516"/>
                    </a:cubicBezTo>
                    <a:cubicBezTo>
                      <a:pt x="2786" y="512"/>
                      <a:pt x="2785" y="510"/>
                      <a:pt x="2785" y="509"/>
                    </a:cubicBezTo>
                    <a:close/>
                    <a:moveTo>
                      <a:pt x="836" y="55"/>
                    </a:moveTo>
                    <a:cubicBezTo>
                      <a:pt x="837" y="52"/>
                      <a:pt x="837" y="49"/>
                      <a:pt x="837" y="47"/>
                    </a:cubicBezTo>
                    <a:cubicBezTo>
                      <a:pt x="836" y="49"/>
                      <a:pt x="836" y="52"/>
                      <a:pt x="836" y="55"/>
                    </a:cubicBezTo>
                    <a:cubicBezTo>
                      <a:pt x="836" y="55"/>
                      <a:pt x="836" y="55"/>
                      <a:pt x="836" y="55"/>
                    </a:cubicBezTo>
                    <a:close/>
                  </a:path>
                </a:pathLst>
              </a:custGeom>
              <a:solidFill>
                <a:srgbClr val="F4B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9" name="Freeform 21">
                <a:extLst>
                  <a:ext uri="{FF2B5EF4-FFF2-40B4-BE49-F238E27FC236}">
                    <a16:creationId xmlns:a16="http://schemas.microsoft.com/office/drawing/2014/main" id="{A292360D-E7A5-4637-9EBB-C4EBE62ED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359"/>
                <a:ext cx="4277" cy="838"/>
              </a:xfrm>
              <a:custGeom>
                <a:avLst/>
                <a:gdLst>
                  <a:gd name="T0" fmla="*/ 10022 w 2791"/>
                  <a:gd name="T1" fmla="*/ 1861 h 545"/>
                  <a:gd name="T2" fmla="*/ 9470 w 2791"/>
                  <a:gd name="T3" fmla="*/ 563 h 545"/>
                  <a:gd name="T4" fmla="*/ 9191 w 2791"/>
                  <a:gd name="T5" fmla="*/ 392 h 545"/>
                  <a:gd name="T6" fmla="*/ 9003 w 2791"/>
                  <a:gd name="T7" fmla="*/ 189 h 545"/>
                  <a:gd name="T8" fmla="*/ 7841 w 2791"/>
                  <a:gd name="T9" fmla="*/ 74 h 545"/>
                  <a:gd name="T10" fmla="*/ 7190 w 2791"/>
                  <a:gd name="T11" fmla="*/ 154 h 545"/>
                  <a:gd name="T12" fmla="*/ 6678 w 2791"/>
                  <a:gd name="T13" fmla="*/ 95 h 545"/>
                  <a:gd name="T14" fmla="*/ 5226 w 2791"/>
                  <a:gd name="T15" fmla="*/ 69 h 545"/>
                  <a:gd name="T16" fmla="*/ 4887 w 2791"/>
                  <a:gd name="T17" fmla="*/ 109 h 545"/>
                  <a:gd name="T18" fmla="*/ 4455 w 2791"/>
                  <a:gd name="T19" fmla="*/ 43 h 545"/>
                  <a:gd name="T20" fmla="*/ 3158 w 2791"/>
                  <a:gd name="T21" fmla="*/ 48 h 545"/>
                  <a:gd name="T22" fmla="*/ 2729 w 2791"/>
                  <a:gd name="T23" fmla="*/ 80 h 545"/>
                  <a:gd name="T24" fmla="*/ 1635 w 2791"/>
                  <a:gd name="T25" fmla="*/ 168 h 545"/>
                  <a:gd name="T26" fmla="*/ 1283 w 2791"/>
                  <a:gd name="T27" fmla="*/ 298 h 545"/>
                  <a:gd name="T28" fmla="*/ 728 w 2791"/>
                  <a:gd name="T29" fmla="*/ 392 h 545"/>
                  <a:gd name="T30" fmla="*/ 123 w 2791"/>
                  <a:gd name="T31" fmla="*/ 1199 h 545"/>
                  <a:gd name="T32" fmla="*/ 5 w 2791"/>
                  <a:gd name="T33" fmla="*/ 1976 h 545"/>
                  <a:gd name="T34" fmla="*/ 397 w 2791"/>
                  <a:gd name="T35" fmla="*/ 1324 h 545"/>
                  <a:gd name="T36" fmla="*/ 1094 w 2791"/>
                  <a:gd name="T37" fmla="*/ 540 h 545"/>
                  <a:gd name="T38" fmla="*/ 1439 w 2791"/>
                  <a:gd name="T39" fmla="*/ 452 h 545"/>
                  <a:gd name="T40" fmla="*/ 2320 w 2791"/>
                  <a:gd name="T41" fmla="*/ 357 h 545"/>
                  <a:gd name="T42" fmla="*/ 3008 w 2791"/>
                  <a:gd name="T43" fmla="*/ 203 h 545"/>
                  <a:gd name="T44" fmla="*/ 3433 w 2791"/>
                  <a:gd name="T45" fmla="*/ 295 h 545"/>
                  <a:gd name="T46" fmla="*/ 4746 w 2791"/>
                  <a:gd name="T47" fmla="*/ 298 h 545"/>
                  <a:gd name="T48" fmla="*/ 5029 w 2791"/>
                  <a:gd name="T49" fmla="*/ 320 h 545"/>
                  <a:gd name="T50" fmla="*/ 5704 w 2791"/>
                  <a:gd name="T51" fmla="*/ 324 h 545"/>
                  <a:gd name="T52" fmla="*/ 7049 w 2791"/>
                  <a:gd name="T53" fmla="*/ 343 h 545"/>
                  <a:gd name="T54" fmla="*/ 7374 w 2791"/>
                  <a:gd name="T55" fmla="*/ 352 h 545"/>
                  <a:gd name="T56" fmla="*/ 8410 w 2791"/>
                  <a:gd name="T57" fmla="*/ 295 h 545"/>
                  <a:gd name="T58" fmla="*/ 9126 w 2791"/>
                  <a:gd name="T59" fmla="*/ 487 h 545"/>
                  <a:gd name="T60" fmla="*/ 9495 w 2791"/>
                  <a:gd name="T61" fmla="*/ 1069 h 545"/>
                  <a:gd name="T62" fmla="*/ 10044 w 2791"/>
                  <a:gd name="T63" fmla="*/ 1976 h 5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91" h="545">
                    <a:moveTo>
                      <a:pt x="2791" y="544"/>
                    </a:moveTo>
                    <a:cubicBezTo>
                      <a:pt x="2790" y="544"/>
                      <a:pt x="2785" y="514"/>
                      <a:pt x="2785" y="512"/>
                    </a:cubicBezTo>
                    <a:cubicBezTo>
                      <a:pt x="2766" y="419"/>
                      <a:pt x="2738" y="327"/>
                      <a:pt x="2692" y="244"/>
                    </a:cubicBezTo>
                    <a:cubicBezTo>
                      <a:pt x="2675" y="212"/>
                      <a:pt x="2655" y="182"/>
                      <a:pt x="2632" y="155"/>
                    </a:cubicBezTo>
                    <a:cubicBezTo>
                      <a:pt x="2621" y="142"/>
                      <a:pt x="2609" y="131"/>
                      <a:pt x="2598" y="119"/>
                    </a:cubicBezTo>
                    <a:cubicBezTo>
                      <a:pt x="2584" y="103"/>
                      <a:pt x="2572" y="83"/>
                      <a:pt x="2554" y="108"/>
                    </a:cubicBezTo>
                    <a:cubicBezTo>
                      <a:pt x="2556" y="94"/>
                      <a:pt x="2562" y="82"/>
                      <a:pt x="2548" y="72"/>
                    </a:cubicBezTo>
                    <a:cubicBezTo>
                      <a:pt x="2536" y="64"/>
                      <a:pt x="2516" y="59"/>
                      <a:pt x="2502" y="52"/>
                    </a:cubicBezTo>
                    <a:cubicBezTo>
                      <a:pt x="2464" y="34"/>
                      <a:pt x="2423" y="21"/>
                      <a:pt x="2381" y="15"/>
                    </a:cubicBezTo>
                    <a:cubicBezTo>
                      <a:pt x="2313" y="6"/>
                      <a:pt x="2246" y="12"/>
                      <a:pt x="2179" y="20"/>
                    </a:cubicBezTo>
                    <a:cubicBezTo>
                      <a:pt x="2140" y="24"/>
                      <a:pt x="2095" y="31"/>
                      <a:pt x="2055" y="26"/>
                    </a:cubicBezTo>
                    <a:cubicBezTo>
                      <a:pt x="2030" y="23"/>
                      <a:pt x="2007" y="9"/>
                      <a:pt x="1998" y="42"/>
                    </a:cubicBezTo>
                    <a:cubicBezTo>
                      <a:pt x="1998" y="16"/>
                      <a:pt x="1972" y="20"/>
                      <a:pt x="1955" y="23"/>
                    </a:cubicBezTo>
                    <a:cubicBezTo>
                      <a:pt x="1922" y="29"/>
                      <a:pt x="1889" y="26"/>
                      <a:pt x="1856" y="26"/>
                    </a:cubicBezTo>
                    <a:cubicBezTo>
                      <a:pt x="1764" y="25"/>
                      <a:pt x="1672" y="24"/>
                      <a:pt x="1580" y="22"/>
                    </a:cubicBezTo>
                    <a:cubicBezTo>
                      <a:pt x="1537" y="21"/>
                      <a:pt x="1494" y="20"/>
                      <a:pt x="1452" y="19"/>
                    </a:cubicBezTo>
                    <a:cubicBezTo>
                      <a:pt x="1431" y="18"/>
                      <a:pt x="1413" y="16"/>
                      <a:pt x="1393" y="12"/>
                    </a:cubicBezTo>
                    <a:cubicBezTo>
                      <a:pt x="1376" y="8"/>
                      <a:pt x="1364" y="11"/>
                      <a:pt x="1358" y="30"/>
                    </a:cubicBezTo>
                    <a:cubicBezTo>
                      <a:pt x="1348" y="6"/>
                      <a:pt x="1333" y="10"/>
                      <a:pt x="1311" y="14"/>
                    </a:cubicBezTo>
                    <a:cubicBezTo>
                      <a:pt x="1287" y="17"/>
                      <a:pt x="1262" y="13"/>
                      <a:pt x="1238" y="12"/>
                    </a:cubicBezTo>
                    <a:cubicBezTo>
                      <a:pt x="1155" y="10"/>
                      <a:pt x="1072" y="11"/>
                      <a:pt x="988" y="13"/>
                    </a:cubicBezTo>
                    <a:cubicBezTo>
                      <a:pt x="952" y="14"/>
                      <a:pt x="914" y="18"/>
                      <a:pt x="878" y="13"/>
                    </a:cubicBezTo>
                    <a:cubicBezTo>
                      <a:pt x="855" y="10"/>
                      <a:pt x="834" y="8"/>
                      <a:pt x="832" y="38"/>
                    </a:cubicBezTo>
                    <a:cubicBezTo>
                      <a:pt x="843" y="0"/>
                      <a:pt x="774" y="21"/>
                      <a:pt x="758" y="22"/>
                    </a:cubicBezTo>
                    <a:cubicBezTo>
                      <a:pt x="714" y="24"/>
                      <a:pt x="669" y="27"/>
                      <a:pt x="625" y="30"/>
                    </a:cubicBezTo>
                    <a:cubicBezTo>
                      <a:pt x="568" y="34"/>
                      <a:pt x="511" y="39"/>
                      <a:pt x="454" y="46"/>
                    </a:cubicBezTo>
                    <a:cubicBezTo>
                      <a:pt x="429" y="48"/>
                      <a:pt x="408" y="49"/>
                      <a:pt x="384" y="47"/>
                    </a:cubicBezTo>
                    <a:cubicBezTo>
                      <a:pt x="363" y="45"/>
                      <a:pt x="353" y="60"/>
                      <a:pt x="356" y="82"/>
                    </a:cubicBezTo>
                    <a:cubicBezTo>
                      <a:pt x="342" y="62"/>
                      <a:pt x="333" y="53"/>
                      <a:pt x="309" y="63"/>
                    </a:cubicBezTo>
                    <a:cubicBezTo>
                      <a:pt x="273" y="78"/>
                      <a:pt x="236" y="87"/>
                      <a:pt x="202" y="108"/>
                    </a:cubicBezTo>
                    <a:cubicBezTo>
                      <a:pt x="173" y="125"/>
                      <a:pt x="147" y="146"/>
                      <a:pt x="124" y="171"/>
                    </a:cubicBezTo>
                    <a:cubicBezTo>
                      <a:pt x="83" y="216"/>
                      <a:pt x="53" y="272"/>
                      <a:pt x="34" y="330"/>
                    </a:cubicBezTo>
                    <a:cubicBezTo>
                      <a:pt x="19" y="376"/>
                      <a:pt x="9" y="425"/>
                      <a:pt x="5" y="474"/>
                    </a:cubicBezTo>
                    <a:cubicBezTo>
                      <a:pt x="4" y="477"/>
                      <a:pt x="0" y="544"/>
                      <a:pt x="1" y="544"/>
                    </a:cubicBezTo>
                    <a:cubicBezTo>
                      <a:pt x="1" y="544"/>
                      <a:pt x="75" y="544"/>
                      <a:pt x="75" y="544"/>
                    </a:cubicBezTo>
                    <a:cubicBezTo>
                      <a:pt x="69" y="544"/>
                      <a:pt x="106" y="377"/>
                      <a:pt x="110" y="364"/>
                    </a:cubicBezTo>
                    <a:cubicBezTo>
                      <a:pt x="134" y="297"/>
                      <a:pt x="172" y="233"/>
                      <a:pt x="230" y="189"/>
                    </a:cubicBezTo>
                    <a:cubicBezTo>
                      <a:pt x="253" y="172"/>
                      <a:pt x="278" y="158"/>
                      <a:pt x="304" y="148"/>
                    </a:cubicBezTo>
                    <a:cubicBezTo>
                      <a:pt x="334" y="136"/>
                      <a:pt x="363" y="142"/>
                      <a:pt x="361" y="100"/>
                    </a:cubicBezTo>
                    <a:cubicBezTo>
                      <a:pt x="362" y="124"/>
                      <a:pt x="384" y="127"/>
                      <a:pt x="400" y="124"/>
                    </a:cubicBezTo>
                    <a:cubicBezTo>
                      <a:pt x="427" y="119"/>
                      <a:pt x="454" y="117"/>
                      <a:pt x="481" y="114"/>
                    </a:cubicBezTo>
                    <a:cubicBezTo>
                      <a:pt x="536" y="107"/>
                      <a:pt x="590" y="102"/>
                      <a:pt x="645" y="98"/>
                    </a:cubicBezTo>
                    <a:cubicBezTo>
                      <a:pt x="685" y="95"/>
                      <a:pt x="725" y="92"/>
                      <a:pt x="764" y="89"/>
                    </a:cubicBezTo>
                    <a:cubicBezTo>
                      <a:pt x="800" y="87"/>
                      <a:pt x="826" y="99"/>
                      <a:pt x="836" y="56"/>
                    </a:cubicBezTo>
                    <a:cubicBezTo>
                      <a:pt x="836" y="81"/>
                      <a:pt x="853" y="90"/>
                      <a:pt x="873" y="87"/>
                    </a:cubicBezTo>
                    <a:cubicBezTo>
                      <a:pt x="900" y="82"/>
                      <a:pt x="927" y="82"/>
                      <a:pt x="954" y="81"/>
                    </a:cubicBezTo>
                    <a:cubicBezTo>
                      <a:pt x="1051" y="78"/>
                      <a:pt x="1150" y="76"/>
                      <a:pt x="1248" y="79"/>
                    </a:cubicBezTo>
                    <a:cubicBezTo>
                      <a:pt x="1271" y="80"/>
                      <a:pt x="1296" y="78"/>
                      <a:pt x="1319" y="82"/>
                    </a:cubicBezTo>
                    <a:cubicBezTo>
                      <a:pt x="1340" y="85"/>
                      <a:pt x="1361" y="88"/>
                      <a:pt x="1363" y="60"/>
                    </a:cubicBezTo>
                    <a:cubicBezTo>
                      <a:pt x="1370" y="81"/>
                      <a:pt x="1376" y="90"/>
                      <a:pt x="1398" y="88"/>
                    </a:cubicBezTo>
                    <a:cubicBezTo>
                      <a:pt x="1418" y="86"/>
                      <a:pt x="1437" y="85"/>
                      <a:pt x="1457" y="86"/>
                    </a:cubicBezTo>
                    <a:cubicBezTo>
                      <a:pt x="1500" y="87"/>
                      <a:pt x="1543" y="88"/>
                      <a:pt x="1585" y="89"/>
                    </a:cubicBezTo>
                    <a:cubicBezTo>
                      <a:pt x="1677" y="91"/>
                      <a:pt x="1769" y="92"/>
                      <a:pt x="1861" y="93"/>
                    </a:cubicBezTo>
                    <a:cubicBezTo>
                      <a:pt x="1894" y="93"/>
                      <a:pt x="1927" y="92"/>
                      <a:pt x="1959" y="94"/>
                    </a:cubicBezTo>
                    <a:cubicBezTo>
                      <a:pt x="1980" y="95"/>
                      <a:pt x="2005" y="101"/>
                      <a:pt x="2001" y="71"/>
                    </a:cubicBezTo>
                    <a:cubicBezTo>
                      <a:pt x="2008" y="100"/>
                      <a:pt x="2023" y="103"/>
                      <a:pt x="2049" y="97"/>
                    </a:cubicBezTo>
                    <a:cubicBezTo>
                      <a:pt x="2083" y="90"/>
                      <a:pt x="2119" y="90"/>
                      <a:pt x="2153" y="86"/>
                    </a:cubicBezTo>
                    <a:cubicBezTo>
                      <a:pt x="2214" y="79"/>
                      <a:pt x="2275" y="73"/>
                      <a:pt x="2337" y="81"/>
                    </a:cubicBezTo>
                    <a:cubicBezTo>
                      <a:pt x="2375" y="86"/>
                      <a:pt x="2413" y="96"/>
                      <a:pt x="2448" y="111"/>
                    </a:cubicBezTo>
                    <a:cubicBezTo>
                      <a:pt x="2465" y="119"/>
                      <a:pt x="2523" y="171"/>
                      <a:pt x="2536" y="134"/>
                    </a:cubicBezTo>
                    <a:cubicBezTo>
                      <a:pt x="2517" y="174"/>
                      <a:pt x="2558" y="186"/>
                      <a:pt x="2580" y="212"/>
                    </a:cubicBezTo>
                    <a:cubicBezTo>
                      <a:pt x="2602" y="237"/>
                      <a:pt x="2621" y="265"/>
                      <a:pt x="2638" y="294"/>
                    </a:cubicBezTo>
                    <a:cubicBezTo>
                      <a:pt x="2681" y="371"/>
                      <a:pt x="2709" y="460"/>
                      <a:pt x="2728" y="545"/>
                    </a:cubicBezTo>
                    <a:cubicBezTo>
                      <a:pt x="2728" y="545"/>
                      <a:pt x="2790" y="544"/>
                      <a:pt x="2791" y="54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0" name="Freeform 22">
                <a:extLst>
                  <a:ext uri="{FF2B5EF4-FFF2-40B4-BE49-F238E27FC236}">
                    <a16:creationId xmlns:a16="http://schemas.microsoft.com/office/drawing/2014/main" id="{FF88929A-2D97-4598-8B33-7D26B3D37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118"/>
                <a:ext cx="1117" cy="604"/>
              </a:xfrm>
              <a:custGeom>
                <a:avLst/>
                <a:gdLst>
                  <a:gd name="T0" fmla="*/ 0 w 729"/>
                  <a:gd name="T1" fmla="*/ 5 h 393"/>
                  <a:gd name="T2" fmla="*/ 282 w 729"/>
                  <a:gd name="T3" fmla="*/ 427 h 393"/>
                  <a:gd name="T4" fmla="*/ 573 w 729"/>
                  <a:gd name="T5" fmla="*/ 762 h 393"/>
                  <a:gd name="T6" fmla="*/ 921 w 729"/>
                  <a:gd name="T7" fmla="*/ 962 h 393"/>
                  <a:gd name="T8" fmla="*/ 1054 w 729"/>
                  <a:gd name="T9" fmla="*/ 1077 h 393"/>
                  <a:gd name="T10" fmla="*/ 1266 w 729"/>
                  <a:gd name="T11" fmla="*/ 1183 h 393"/>
                  <a:gd name="T12" fmla="*/ 1734 w 729"/>
                  <a:gd name="T13" fmla="*/ 1354 h 393"/>
                  <a:gd name="T14" fmla="*/ 2151 w 729"/>
                  <a:gd name="T15" fmla="*/ 1422 h 393"/>
                  <a:gd name="T16" fmla="*/ 2360 w 729"/>
                  <a:gd name="T17" fmla="*/ 1385 h 393"/>
                  <a:gd name="T18" fmla="*/ 2447 w 729"/>
                  <a:gd name="T19" fmla="*/ 1329 h 393"/>
                  <a:gd name="T20" fmla="*/ 2514 w 729"/>
                  <a:gd name="T21" fmla="*/ 1263 h 393"/>
                  <a:gd name="T22" fmla="*/ 2479 w 729"/>
                  <a:gd name="T23" fmla="*/ 1223 h 393"/>
                  <a:gd name="T24" fmla="*/ 2392 w 729"/>
                  <a:gd name="T25" fmla="*/ 1034 h 393"/>
                  <a:gd name="T26" fmla="*/ 2183 w 729"/>
                  <a:gd name="T27" fmla="*/ 925 h 393"/>
                  <a:gd name="T28" fmla="*/ 1773 w 729"/>
                  <a:gd name="T29" fmla="*/ 730 h 393"/>
                  <a:gd name="T30" fmla="*/ 1594 w 729"/>
                  <a:gd name="T31" fmla="*/ 629 h 393"/>
                  <a:gd name="T32" fmla="*/ 1459 w 729"/>
                  <a:gd name="T33" fmla="*/ 635 h 393"/>
                  <a:gd name="T34" fmla="*/ 1327 w 729"/>
                  <a:gd name="T35" fmla="*/ 498 h 393"/>
                  <a:gd name="T36" fmla="*/ 1097 w 729"/>
                  <a:gd name="T37" fmla="*/ 349 h 393"/>
                  <a:gd name="T38" fmla="*/ 896 w 729"/>
                  <a:gd name="T39" fmla="*/ 175 h 393"/>
                  <a:gd name="T40" fmla="*/ 749 w 729"/>
                  <a:gd name="T41" fmla="*/ 0 h 393"/>
                  <a:gd name="T42" fmla="*/ 533 w 729"/>
                  <a:gd name="T43" fmla="*/ 0 h 393"/>
                  <a:gd name="T44" fmla="*/ 582 w 729"/>
                  <a:gd name="T45" fmla="*/ 58 h 393"/>
                  <a:gd name="T46" fmla="*/ 728 w 729"/>
                  <a:gd name="T47" fmla="*/ 215 h 393"/>
                  <a:gd name="T48" fmla="*/ 1272 w 729"/>
                  <a:gd name="T49" fmla="*/ 638 h 393"/>
                  <a:gd name="T50" fmla="*/ 1359 w 729"/>
                  <a:gd name="T51" fmla="*/ 704 h 393"/>
                  <a:gd name="T52" fmla="*/ 1420 w 729"/>
                  <a:gd name="T53" fmla="*/ 670 h 393"/>
                  <a:gd name="T54" fmla="*/ 1448 w 729"/>
                  <a:gd name="T55" fmla="*/ 742 h 393"/>
                  <a:gd name="T56" fmla="*/ 1569 w 729"/>
                  <a:gd name="T57" fmla="*/ 792 h 393"/>
                  <a:gd name="T58" fmla="*/ 2041 w 729"/>
                  <a:gd name="T59" fmla="*/ 1022 h 393"/>
                  <a:gd name="T60" fmla="*/ 2191 w 729"/>
                  <a:gd name="T61" fmla="*/ 1130 h 393"/>
                  <a:gd name="T62" fmla="*/ 2245 w 729"/>
                  <a:gd name="T63" fmla="*/ 1183 h 393"/>
                  <a:gd name="T64" fmla="*/ 2277 w 729"/>
                  <a:gd name="T65" fmla="*/ 1217 h 393"/>
                  <a:gd name="T66" fmla="*/ 2317 w 729"/>
                  <a:gd name="T67" fmla="*/ 1219 h 393"/>
                  <a:gd name="T68" fmla="*/ 2277 w 729"/>
                  <a:gd name="T69" fmla="*/ 1273 h 393"/>
                  <a:gd name="T70" fmla="*/ 2073 w 729"/>
                  <a:gd name="T71" fmla="*/ 1306 h 393"/>
                  <a:gd name="T72" fmla="*/ 1548 w 729"/>
                  <a:gd name="T73" fmla="*/ 1162 h 393"/>
                  <a:gd name="T74" fmla="*/ 1235 w 729"/>
                  <a:gd name="T75" fmla="*/ 1002 h 393"/>
                  <a:gd name="T76" fmla="*/ 993 w 729"/>
                  <a:gd name="T77" fmla="*/ 898 h 393"/>
                  <a:gd name="T78" fmla="*/ 860 w 729"/>
                  <a:gd name="T79" fmla="*/ 756 h 393"/>
                  <a:gd name="T80" fmla="*/ 596 w 729"/>
                  <a:gd name="T81" fmla="*/ 529 h 393"/>
                  <a:gd name="T82" fmla="*/ 181 w 729"/>
                  <a:gd name="T83" fmla="*/ 5 h 393"/>
                  <a:gd name="T84" fmla="*/ 0 w 729"/>
                  <a:gd name="T85" fmla="*/ 5 h 39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29" h="393">
                    <a:moveTo>
                      <a:pt x="0" y="1"/>
                    </a:moveTo>
                    <a:cubicBezTo>
                      <a:pt x="23" y="42"/>
                      <a:pt x="50" y="81"/>
                      <a:pt x="78" y="118"/>
                    </a:cubicBezTo>
                    <a:cubicBezTo>
                      <a:pt x="103" y="151"/>
                      <a:pt x="129" y="182"/>
                      <a:pt x="159" y="210"/>
                    </a:cubicBezTo>
                    <a:cubicBezTo>
                      <a:pt x="176" y="226"/>
                      <a:pt x="230" y="287"/>
                      <a:pt x="256" y="265"/>
                    </a:cubicBezTo>
                    <a:cubicBezTo>
                      <a:pt x="255" y="289"/>
                      <a:pt x="275" y="289"/>
                      <a:pt x="293" y="297"/>
                    </a:cubicBezTo>
                    <a:cubicBezTo>
                      <a:pt x="312" y="307"/>
                      <a:pt x="332" y="317"/>
                      <a:pt x="352" y="326"/>
                    </a:cubicBezTo>
                    <a:cubicBezTo>
                      <a:pt x="394" y="344"/>
                      <a:pt x="437" y="361"/>
                      <a:pt x="482" y="373"/>
                    </a:cubicBezTo>
                    <a:cubicBezTo>
                      <a:pt x="519" y="384"/>
                      <a:pt x="558" y="393"/>
                      <a:pt x="598" y="392"/>
                    </a:cubicBezTo>
                    <a:cubicBezTo>
                      <a:pt x="617" y="392"/>
                      <a:pt x="637" y="389"/>
                      <a:pt x="656" y="381"/>
                    </a:cubicBezTo>
                    <a:cubicBezTo>
                      <a:pt x="664" y="377"/>
                      <a:pt x="672" y="372"/>
                      <a:pt x="680" y="366"/>
                    </a:cubicBezTo>
                    <a:cubicBezTo>
                      <a:pt x="685" y="362"/>
                      <a:pt x="700" y="355"/>
                      <a:pt x="699" y="348"/>
                    </a:cubicBezTo>
                    <a:cubicBezTo>
                      <a:pt x="699" y="343"/>
                      <a:pt x="692" y="339"/>
                      <a:pt x="689" y="337"/>
                    </a:cubicBezTo>
                    <a:cubicBezTo>
                      <a:pt x="729" y="329"/>
                      <a:pt x="679" y="293"/>
                      <a:pt x="665" y="285"/>
                    </a:cubicBezTo>
                    <a:cubicBezTo>
                      <a:pt x="646" y="273"/>
                      <a:pt x="626" y="265"/>
                      <a:pt x="607" y="255"/>
                    </a:cubicBezTo>
                    <a:cubicBezTo>
                      <a:pt x="569" y="237"/>
                      <a:pt x="531" y="220"/>
                      <a:pt x="493" y="201"/>
                    </a:cubicBezTo>
                    <a:cubicBezTo>
                      <a:pt x="475" y="193"/>
                      <a:pt x="460" y="183"/>
                      <a:pt x="443" y="173"/>
                    </a:cubicBezTo>
                    <a:cubicBezTo>
                      <a:pt x="431" y="166"/>
                      <a:pt x="418" y="166"/>
                      <a:pt x="405" y="175"/>
                    </a:cubicBezTo>
                    <a:cubicBezTo>
                      <a:pt x="423" y="160"/>
                      <a:pt x="377" y="142"/>
                      <a:pt x="369" y="137"/>
                    </a:cubicBezTo>
                    <a:cubicBezTo>
                      <a:pt x="347" y="124"/>
                      <a:pt x="326" y="110"/>
                      <a:pt x="305" y="96"/>
                    </a:cubicBezTo>
                    <a:cubicBezTo>
                      <a:pt x="285" y="81"/>
                      <a:pt x="266" y="66"/>
                      <a:pt x="249" y="48"/>
                    </a:cubicBezTo>
                    <a:cubicBezTo>
                      <a:pt x="243" y="43"/>
                      <a:pt x="213" y="0"/>
                      <a:pt x="208" y="0"/>
                    </a:cubicBezTo>
                    <a:cubicBezTo>
                      <a:pt x="208" y="0"/>
                      <a:pt x="148" y="0"/>
                      <a:pt x="148" y="0"/>
                    </a:cubicBezTo>
                    <a:cubicBezTo>
                      <a:pt x="150" y="0"/>
                      <a:pt x="160" y="14"/>
                      <a:pt x="162" y="16"/>
                    </a:cubicBezTo>
                    <a:cubicBezTo>
                      <a:pt x="175" y="31"/>
                      <a:pt x="188" y="45"/>
                      <a:pt x="202" y="59"/>
                    </a:cubicBezTo>
                    <a:cubicBezTo>
                      <a:pt x="248" y="103"/>
                      <a:pt x="299" y="143"/>
                      <a:pt x="354" y="176"/>
                    </a:cubicBezTo>
                    <a:cubicBezTo>
                      <a:pt x="362" y="182"/>
                      <a:pt x="370" y="188"/>
                      <a:pt x="378" y="194"/>
                    </a:cubicBezTo>
                    <a:cubicBezTo>
                      <a:pt x="387" y="200"/>
                      <a:pt x="391" y="192"/>
                      <a:pt x="395" y="185"/>
                    </a:cubicBezTo>
                    <a:cubicBezTo>
                      <a:pt x="390" y="194"/>
                      <a:pt x="394" y="200"/>
                      <a:pt x="403" y="204"/>
                    </a:cubicBezTo>
                    <a:cubicBezTo>
                      <a:pt x="413" y="209"/>
                      <a:pt x="425" y="213"/>
                      <a:pt x="436" y="218"/>
                    </a:cubicBezTo>
                    <a:cubicBezTo>
                      <a:pt x="480" y="237"/>
                      <a:pt x="525" y="258"/>
                      <a:pt x="567" y="282"/>
                    </a:cubicBezTo>
                    <a:cubicBezTo>
                      <a:pt x="581" y="291"/>
                      <a:pt x="596" y="300"/>
                      <a:pt x="609" y="311"/>
                    </a:cubicBezTo>
                    <a:cubicBezTo>
                      <a:pt x="615" y="315"/>
                      <a:pt x="620" y="320"/>
                      <a:pt x="624" y="326"/>
                    </a:cubicBezTo>
                    <a:cubicBezTo>
                      <a:pt x="626" y="330"/>
                      <a:pt x="629" y="334"/>
                      <a:pt x="633" y="335"/>
                    </a:cubicBezTo>
                    <a:cubicBezTo>
                      <a:pt x="635" y="336"/>
                      <a:pt x="643" y="334"/>
                      <a:pt x="644" y="336"/>
                    </a:cubicBezTo>
                    <a:cubicBezTo>
                      <a:pt x="648" y="340"/>
                      <a:pt x="636" y="349"/>
                      <a:pt x="633" y="351"/>
                    </a:cubicBezTo>
                    <a:cubicBezTo>
                      <a:pt x="617" y="362"/>
                      <a:pt x="595" y="361"/>
                      <a:pt x="576" y="360"/>
                    </a:cubicBezTo>
                    <a:cubicBezTo>
                      <a:pt x="526" y="358"/>
                      <a:pt x="475" y="340"/>
                      <a:pt x="430" y="320"/>
                    </a:cubicBezTo>
                    <a:cubicBezTo>
                      <a:pt x="400" y="307"/>
                      <a:pt x="371" y="292"/>
                      <a:pt x="343" y="276"/>
                    </a:cubicBezTo>
                    <a:cubicBezTo>
                      <a:pt x="337" y="273"/>
                      <a:pt x="283" y="230"/>
                      <a:pt x="276" y="247"/>
                    </a:cubicBezTo>
                    <a:cubicBezTo>
                      <a:pt x="285" y="224"/>
                      <a:pt x="253" y="218"/>
                      <a:pt x="239" y="208"/>
                    </a:cubicBezTo>
                    <a:cubicBezTo>
                      <a:pt x="213" y="190"/>
                      <a:pt x="189" y="168"/>
                      <a:pt x="166" y="146"/>
                    </a:cubicBezTo>
                    <a:cubicBezTo>
                      <a:pt x="121" y="104"/>
                      <a:pt x="81" y="56"/>
                      <a:pt x="50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FD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1" name="Freeform 23">
                <a:extLst>
                  <a:ext uri="{FF2B5EF4-FFF2-40B4-BE49-F238E27FC236}">
                    <a16:creationId xmlns:a16="http://schemas.microsoft.com/office/drawing/2014/main" id="{B96B79D1-D034-4B2C-9E2A-B42E5167AA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3" y="1110"/>
                <a:ext cx="1116" cy="583"/>
              </a:xfrm>
              <a:custGeom>
                <a:avLst/>
                <a:gdLst>
                  <a:gd name="T0" fmla="*/ 2089 w 728"/>
                  <a:gd name="T1" fmla="*/ 1324 h 379"/>
                  <a:gd name="T2" fmla="*/ 1561 w 728"/>
                  <a:gd name="T3" fmla="*/ 1178 h 379"/>
                  <a:gd name="T4" fmla="*/ 1245 w 728"/>
                  <a:gd name="T5" fmla="*/ 1020 h 379"/>
                  <a:gd name="T6" fmla="*/ 1009 w 728"/>
                  <a:gd name="T7" fmla="*/ 914 h 379"/>
                  <a:gd name="T8" fmla="*/ 872 w 728"/>
                  <a:gd name="T9" fmla="*/ 771 h 379"/>
                  <a:gd name="T10" fmla="*/ 613 w 728"/>
                  <a:gd name="T11" fmla="*/ 546 h 379"/>
                  <a:gd name="T12" fmla="*/ 195 w 728"/>
                  <a:gd name="T13" fmla="*/ 18 h 379"/>
                  <a:gd name="T14" fmla="*/ 14 w 728"/>
                  <a:gd name="T15" fmla="*/ 18 h 379"/>
                  <a:gd name="T16" fmla="*/ 5 w 728"/>
                  <a:gd name="T17" fmla="*/ 8 h 379"/>
                  <a:gd name="T18" fmla="*/ 149 w 728"/>
                  <a:gd name="T19" fmla="*/ 28 h 379"/>
                  <a:gd name="T20" fmla="*/ 576 w 728"/>
                  <a:gd name="T21" fmla="*/ 568 h 379"/>
                  <a:gd name="T22" fmla="*/ 839 w 728"/>
                  <a:gd name="T23" fmla="*/ 792 h 379"/>
                  <a:gd name="T24" fmla="*/ 973 w 728"/>
                  <a:gd name="T25" fmla="*/ 935 h 379"/>
                  <a:gd name="T26" fmla="*/ 1216 w 728"/>
                  <a:gd name="T27" fmla="*/ 1041 h 379"/>
                  <a:gd name="T28" fmla="*/ 1527 w 728"/>
                  <a:gd name="T29" fmla="*/ 1201 h 379"/>
                  <a:gd name="T30" fmla="*/ 2054 w 728"/>
                  <a:gd name="T31" fmla="*/ 1346 h 379"/>
                  <a:gd name="T32" fmla="*/ 2263 w 728"/>
                  <a:gd name="T33" fmla="*/ 1314 h 379"/>
                  <a:gd name="T34" fmla="*/ 2272 w 728"/>
                  <a:gd name="T35" fmla="*/ 1304 h 379"/>
                  <a:gd name="T36" fmla="*/ 2089 w 728"/>
                  <a:gd name="T37" fmla="*/ 1324 h 379"/>
                  <a:gd name="T38" fmla="*/ 1392 w 728"/>
                  <a:gd name="T39" fmla="*/ 729 h 379"/>
                  <a:gd name="T40" fmla="*/ 1393 w 728"/>
                  <a:gd name="T41" fmla="*/ 729 h 379"/>
                  <a:gd name="T42" fmla="*/ 1401 w 728"/>
                  <a:gd name="T43" fmla="*/ 709 h 379"/>
                  <a:gd name="T44" fmla="*/ 1392 w 728"/>
                  <a:gd name="T45" fmla="*/ 729 h 379"/>
                  <a:gd name="T46" fmla="*/ 2407 w 728"/>
                  <a:gd name="T47" fmla="*/ 1048 h 379"/>
                  <a:gd name="T48" fmla="*/ 2197 w 728"/>
                  <a:gd name="T49" fmla="*/ 941 h 379"/>
                  <a:gd name="T50" fmla="*/ 1786 w 728"/>
                  <a:gd name="T51" fmla="*/ 746 h 379"/>
                  <a:gd name="T52" fmla="*/ 1610 w 728"/>
                  <a:gd name="T53" fmla="*/ 643 h 379"/>
                  <a:gd name="T54" fmla="*/ 1473 w 728"/>
                  <a:gd name="T55" fmla="*/ 648 h 379"/>
                  <a:gd name="T56" fmla="*/ 1340 w 728"/>
                  <a:gd name="T57" fmla="*/ 514 h 379"/>
                  <a:gd name="T58" fmla="*/ 1114 w 728"/>
                  <a:gd name="T59" fmla="*/ 360 h 379"/>
                  <a:gd name="T60" fmla="*/ 908 w 728"/>
                  <a:gd name="T61" fmla="*/ 189 h 379"/>
                  <a:gd name="T62" fmla="*/ 763 w 728"/>
                  <a:gd name="T63" fmla="*/ 12 h 379"/>
                  <a:gd name="T64" fmla="*/ 543 w 728"/>
                  <a:gd name="T65" fmla="*/ 12 h 379"/>
                  <a:gd name="T66" fmla="*/ 543 w 728"/>
                  <a:gd name="T67" fmla="*/ 12 h 379"/>
                  <a:gd name="T68" fmla="*/ 714 w 728"/>
                  <a:gd name="T69" fmla="*/ 14 h 379"/>
                  <a:gd name="T70" fmla="*/ 877 w 728"/>
                  <a:gd name="T71" fmla="*/ 211 h 379"/>
                  <a:gd name="T72" fmla="*/ 1076 w 728"/>
                  <a:gd name="T73" fmla="*/ 386 h 379"/>
                  <a:gd name="T74" fmla="*/ 1306 w 728"/>
                  <a:gd name="T75" fmla="*/ 535 h 379"/>
                  <a:gd name="T76" fmla="*/ 1438 w 728"/>
                  <a:gd name="T77" fmla="*/ 674 h 379"/>
                  <a:gd name="T78" fmla="*/ 1577 w 728"/>
                  <a:gd name="T79" fmla="*/ 668 h 379"/>
                  <a:gd name="T80" fmla="*/ 1755 w 728"/>
                  <a:gd name="T81" fmla="*/ 769 h 379"/>
                  <a:gd name="T82" fmla="*/ 2165 w 728"/>
                  <a:gd name="T83" fmla="*/ 966 h 379"/>
                  <a:gd name="T84" fmla="*/ 2373 w 728"/>
                  <a:gd name="T85" fmla="*/ 1074 h 379"/>
                  <a:gd name="T86" fmla="*/ 2509 w 728"/>
                  <a:gd name="T87" fmla="*/ 1232 h 379"/>
                  <a:gd name="T88" fmla="*/ 2407 w 728"/>
                  <a:gd name="T89" fmla="*/ 1048 h 379"/>
                  <a:gd name="T90" fmla="*/ 2503 w 728"/>
                  <a:gd name="T91" fmla="*/ 1244 h 379"/>
                  <a:gd name="T92" fmla="*/ 2460 w 728"/>
                  <a:gd name="T93" fmla="*/ 1263 h 379"/>
                  <a:gd name="T94" fmla="*/ 2496 w 728"/>
                  <a:gd name="T95" fmla="*/ 1304 h 379"/>
                  <a:gd name="T96" fmla="*/ 2428 w 728"/>
                  <a:gd name="T97" fmla="*/ 1368 h 379"/>
                  <a:gd name="T98" fmla="*/ 2413 w 728"/>
                  <a:gd name="T99" fmla="*/ 1380 h 379"/>
                  <a:gd name="T100" fmla="*/ 2460 w 728"/>
                  <a:gd name="T101" fmla="*/ 1346 h 379"/>
                  <a:gd name="T102" fmla="*/ 2534 w 728"/>
                  <a:gd name="T103" fmla="*/ 1280 h 379"/>
                  <a:gd name="T104" fmla="*/ 2503 w 728"/>
                  <a:gd name="T105" fmla="*/ 1244 h 37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728" h="379">
                    <a:moveTo>
                      <a:pt x="580" y="364"/>
                    </a:moveTo>
                    <a:cubicBezTo>
                      <a:pt x="529" y="362"/>
                      <a:pt x="479" y="343"/>
                      <a:pt x="433" y="324"/>
                    </a:cubicBezTo>
                    <a:cubicBezTo>
                      <a:pt x="403" y="311"/>
                      <a:pt x="374" y="296"/>
                      <a:pt x="346" y="280"/>
                    </a:cubicBezTo>
                    <a:cubicBezTo>
                      <a:pt x="341" y="277"/>
                      <a:pt x="286" y="234"/>
                      <a:pt x="280" y="251"/>
                    </a:cubicBezTo>
                    <a:cubicBezTo>
                      <a:pt x="289" y="227"/>
                      <a:pt x="257" y="222"/>
                      <a:pt x="242" y="212"/>
                    </a:cubicBezTo>
                    <a:cubicBezTo>
                      <a:pt x="217" y="194"/>
                      <a:pt x="193" y="172"/>
                      <a:pt x="170" y="150"/>
                    </a:cubicBezTo>
                    <a:cubicBezTo>
                      <a:pt x="125" y="108"/>
                      <a:pt x="84" y="59"/>
                      <a:pt x="5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7"/>
                      <a:pt x="0" y="0"/>
                      <a:pt x="1" y="2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71" y="62"/>
                      <a:pt x="115" y="114"/>
                      <a:pt x="160" y="156"/>
                    </a:cubicBezTo>
                    <a:cubicBezTo>
                      <a:pt x="183" y="178"/>
                      <a:pt x="207" y="200"/>
                      <a:pt x="233" y="218"/>
                    </a:cubicBezTo>
                    <a:cubicBezTo>
                      <a:pt x="247" y="228"/>
                      <a:pt x="280" y="234"/>
                      <a:pt x="270" y="257"/>
                    </a:cubicBezTo>
                    <a:cubicBezTo>
                      <a:pt x="277" y="240"/>
                      <a:pt x="331" y="283"/>
                      <a:pt x="337" y="286"/>
                    </a:cubicBezTo>
                    <a:cubicBezTo>
                      <a:pt x="365" y="302"/>
                      <a:pt x="394" y="317"/>
                      <a:pt x="424" y="330"/>
                    </a:cubicBezTo>
                    <a:cubicBezTo>
                      <a:pt x="470" y="350"/>
                      <a:pt x="520" y="368"/>
                      <a:pt x="570" y="370"/>
                    </a:cubicBezTo>
                    <a:cubicBezTo>
                      <a:pt x="589" y="371"/>
                      <a:pt x="612" y="372"/>
                      <a:pt x="628" y="361"/>
                    </a:cubicBezTo>
                    <a:cubicBezTo>
                      <a:pt x="628" y="360"/>
                      <a:pt x="630" y="359"/>
                      <a:pt x="631" y="358"/>
                    </a:cubicBezTo>
                    <a:cubicBezTo>
                      <a:pt x="616" y="366"/>
                      <a:pt x="596" y="365"/>
                      <a:pt x="580" y="364"/>
                    </a:cubicBezTo>
                    <a:close/>
                    <a:moveTo>
                      <a:pt x="386" y="200"/>
                    </a:moveTo>
                    <a:cubicBezTo>
                      <a:pt x="387" y="200"/>
                      <a:pt x="387" y="200"/>
                      <a:pt x="387" y="200"/>
                    </a:cubicBezTo>
                    <a:cubicBezTo>
                      <a:pt x="388" y="198"/>
                      <a:pt x="388" y="197"/>
                      <a:pt x="389" y="195"/>
                    </a:cubicBezTo>
                    <a:cubicBezTo>
                      <a:pt x="388" y="196"/>
                      <a:pt x="387" y="198"/>
                      <a:pt x="386" y="200"/>
                    </a:cubicBezTo>
                    <a:close/>
                    <a:moveTo>
                      <a:pt x="668" y="288"/>
                    </a:moveTo>
                    <a:cubicBezTo>
                      <a:pt x="650" y="277"/>
                      <a:pt x="630" y="269"/>
                      <a:pt x="610" y="259"/>
                    </a:cubicBezTo>
                    <a:cubicBezTo>
                      <a:pt x="572" y="241"/>
                      <a:pt x="534" y="223"/>
                      <a:pt x="496" y="205"/>
                    </a:cubicBezTo>
                    <a:cubicBezTo>
                      <a:pt x="479" y="197"/>
                      <a:pt x="463" y="187"/>
                      <a:pt x="447" y="177"/>
                    </a:cubicBezTo>
                    <a:cubicBezTo>
                      <a:pt x="434" y="170"/>
                      <a:pt x="421" y="170"/>
                      <a:pt x="409" y="178"/>
                    </a:cubicBezTo>
                    <a:cubicBezTo>
                      <a:pt x="427" y="164"/>
                      <a:pt x="381" y="146"/>
                      <a:pt x="372" y="141"/>
                    </a:cubicBezTo>
                    <a:cubicBezTo>
                      <a:pt x="351" y="128"/>
                      <a:pt x="329" y="114"/>
                      <a:pt x="309" y="99"/>
                    </a:cubicBezTo>
                    <a:cubicBezTo>
                      <a:pt x="289" y="85"/>
                      <a:pt x="270" y="69"/>
                      <a:pt x="252" y="52"/>
                    </a:cubicBezTo>
                    <a:cubicBezTo>
                      <a:pt x="246" y="46"/>
                      <a:pt x="216" y="3"/>
                      <a:pt x="212" y="3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3" y="3"/>
                      <a:pt x="149" y="0"/>
                      <a:pt x="151" y="3"/>
                    </a:cubicBezTo>
                    <a:cubicBezTo>
                      <a:pt x="198" y="4"/>
                      <a:pt x="198" y="4"/>
                      <a:pt x="198" y="4"/>
                    </a:cubicBezTo>
                    <a:cubicBezTo>
                      <a:pt x="203" y="4"/>
                      <a:pt x="237" y="53"/>
                      <a:pt x="243" y="58"/>
                    </a:cubicBezTo>
                    <a:cubicBezTo>
                      <a:pt x="260" y="76"/>
                      <a:pt x="279" y="91"/>
                      <a:pt x="299" y="106"/>
                    </a:cubicBezTo>
                    <a:cubicBezTo>
                      <a:pt x="320" y="120"/>
                      <a:pt x="341" y="134"/>
                      <a:pt x="363" y="147"/>
                    </a:cubicBezTo>
                    <a:cubicBezTo>
                      <a:pt x="372" y="152"/>
                      <a:pt x="417" y="170"/>
                      <a:pt x="399" y="185"/>
                    </a:cubicBezTo>
                    <a:cubicBezTo>
                      <a:pt x="412" y="176"/>
                      <a:pt x="425" y="176"/>
                      <a:pt x="438" y="183"/>
                    </a:cubicBezTo>
                    <a:cubicBezTo>
                      <a:pt x="454" y="193"/>
                      <a:pt x="469" y="203"/>
                      <a:pt x="487" y="211"/>
                    </a:cubicBezTo>
                    <a:cubicBezTo>
                      <a:pt x="525" y="230"/>
                      <a:pt x="563" y="247"/>
                      <a:pt x="601" y="265"/>
                    </a:cubicBezTo>
                    <a:cubicBezTo>
                      <a:pt x="620" y="275"/>
                      <a:pt x="640" y="283"/>
                      <a:pt x="659" y="295"/>
                    </a:cubicBezTo>
                    <a:cubicBezTo>
                      <a:pt x="671" y="302"/>
                      <a:pt x="705" y="326"/>
                      <a:pt x="697" y="339"/>
                    </a:cubicBezTo>
                    <a:cubicBezTo>
                      <a:pt x="728" y="329"/>
                      <a:pt x="682" y="297"/>
                      <a:pt x="668" y="288"/>
                    </a:cubicBezTo>
                    <a:close/>
                    <a:moveTo>
                      <a:pt x="695" y="342"/>
                    </a:moveTo>
                    <a:cubicBezTo>
                      <a:pt x="692" y="344"/>
                      <a:pt x="688" y="346"/>
                      <a:pt x="683" y="347"/>
                    </a:cubicBezTo>
                    <a:cubicBezTo>
                      <a:pt x="687" y="349"/>
                      <a:pt x="693" y="353"/>
                      <a:pt x="693" y="358"/>
                    </a:cubicBezTo>
                    <a:cubicBezTo>
                      <a:pt x="694" y="365"/>
                      <a:pt x="679" y="372"/>
                      <a:pt x="674" y="376"/>
                    </a:cubicBezTo>
                    <a:cubicBezTo>
                      <a:pt x="673" y="377"/>
                      <a:pt x="672" y="378"/>
                      <a:pt x="670" y="379"/>
                    </a:cubicBezTo>
                    <a:cubicBezTo>
                      <a:pt x="675" y="376"/>
                      <a:pt x="679" y="373"/>
                      <a:pt x="683" y="370"/>
                    </a:cubicBezTo>
                    <a:cubicBezTo>
                      <a:pt x="688" y="366"/>
                      <a:pt x="703" y="359"/>
                      <a:pt x="703" y="352"/>
                    </a:cubicBezTo>
                    <a:cubicBezTo>
                      <a:pt x="703" y="347"/>
                      <a:pt x="698" y="345"/>
                      <a:pt x="695" y="342"/>
                    </a:cubicBezTo>
                    <a:close/>
                  </a:path>
                </a:pathLst>
              </a:custGeom>
              <a:solidFill>
                <a:srgbClr val="E2F1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2" name="Freeform 24">
                <a:extLst>
                  <a:ext uri="{FF2B5EF4-FFF2-40B4-BE49-F238E27FC236}">
                    <a16:creationId xmlns:a16="http://schemas.microsoft.com/office/drawing/2014/main" id="{8E5AEAD6-DD9A-4580-82CD-BD9AA8EC9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115"/>
                <a:ext cx="1117" cy="606"/>
              </a:xfrm>
              <a:custGeom>
                <a:avLst/>
                <a:gdLst>
                  <a:gd name="T0" fmla="*/ 0 w 729"/>
                  <a:gd name="T1" fmla="*/ 8 h 394"/>
                  <a:gd name="T2" fmla="*/ 277 w 729"/>
                  <a:gd name="T3" fmla="*/ 432 h 394"/>
                  <a:gd name="T4" fmla="*/ 573 w 729"/>
                  <a:gd name="T5" fmla="*/ 769 h 394"/>
                  <a:gd name="T6" fmla="*/ 918 w 729"/>
                  <a:gd name="T7" fmla="*/ 967 h 394"/>
                  <a:gd name="T8" fmla="*/ 1050 w 729"/>
                  <a:gd name="T9" fmla="*/ 1083 h 394"/>
                  <a:gd name="T10" fmla="*/ 1263 w 729"/>
                  <a:gd name="T11" fmla="*/ 1186 h 394"/>
                  <a:gd name="T12" fmla="*/ 1730 w 729"/>
                  <a:gd name="T13" fmla="*/ 1360 h 394"/>
                  <a:gd name="T14" fmla="*/ 2148 w 729"/>
                  <a:gd name="T15" fmla="*/ 1429 h 394"/>
                  <a:gd name="T16" fmla="*/ 2357 w 729"/>
                  <a:gd name="T17" fmla="*/ 1390 h 394"/>
                  <a:gd name="T18" fmla="*/ 2442 w 729"/>
                  <a:gd name="T19" fmla="*/ 1334 h 394"/>
                  <a:gd name="T20" fmla="*/ 2514 w 729"/>
                  <a:gd name="T21" fmla="*/ 1270 h 394"/>
                  <a:gd name="T22" fmla="*/ 2475 w 729"/>
                  <a:gd name="T23" fmla="*/ 1230 h 394"/>
                  <a:gd name="T24" fmla="*/ 2387 w 729"/>
                  <a:gd name="T25" fmla="*/ 1037 h 394"/>
                  <a:gd name="T26" fmla="*/ 2180 w 729"/>
                  <a:gd name="T27" fmla="*/ 932 h 394"/>
                  <a:gd name="T28" fmla="*/ 1770 w 729"/>
                  <a:gd name="T29" fmla="*/ 735 h 394"/>
                  <a:gd name="T30" fmla="*/ 1594 w 729"/>
                  <a:gd name="T31" fmla="*/ 634 h 394"/>
                  <a:gd name="T32" fmla="*/ 1459 w 729"/>
                  <a:gd name="T33" fmla="*/ 637 h 394"/>
                  <a:gd name="T34" fmla="*/ 1324 w 729"/>
                  <a:gd name="T35" fmla="*/ 501 h 394"/>
                  <a:gd name="T36" fmla="*/ 1097 w 729"/>
                  <a:gd name="T37" fmla="*/ 351 h 394"/>
                  <a:gd name="T38" fmla="*/ 892 w 729"/>
                  <a:gd name="T39" fmla="*/ 177 h 394"/>
                  <a:gd name="T40" fmla="*/ 749 w 729"/>
                  <a:gd name="T41" fmla="*/ 0 h 394"/>
                  <a:gd name="T42" fmla="*/ 529 w 729"/>
                  <a:gd name="T43" fmla="*/ 0 h 394"/>
                  <a:gd name="T44" fmla="*/ 579 w 729"/>
                  <a:gd name="T45" fmla="*/ 62 h 394"/>
                  <a:gd name="T46" fmla="*/ 728 w 729"/>
                  <a:gd name="T47" fmla="*/ 218 h 394"/>
                  <a:gd name="T48" fmla="*/ 1270 w 729"/>
                  <a:gd name="T49" fmla="*/ 643 h 394"/>
                  <a:gd name="T50" fmla="*/ 1359 w 729"/>
                  <a:gd name="T51" fmla="*/ 709 h 394"/>
                  <a:gd name="T52" fmla="*/ 1417 w 729"/>
                  <a:gd name="T53" fmla="*/ 677 h 394"/>
                  <a:gd name="T54" fmla="*/ 1446 w 729"/>
                  <a:gd name="T55" fmla="*/ 743 h 394"/>
                  <a:gd name="T56" fmla="*/ 1566 w 729"/>
                  <a:gd name="T57" fmla="*/ 797 h 394"/>
                  <a:gd name="T58" fmla="*/ 2035 w 729"/>
                  <a:gd name="T59" fmla="*/ 1029 h 394"/>
                  <a:gd name="T60" fmla="*/ 2191 w 729"/>
                  <a:gd name="T61" fmla="*/ 1130 h 394"/>
                  <a:gd name="T62" fmla="*/ 2245 w 729"/>
                  <a:gd name="T63" fmla="*/ 1190 h 394"/>
                  <a:gd name="T64" fmla="*/ 2272 w 729"/>
                  <a:gd name="T65" fmla="*/ 1223 h 394"/>
                  <a:gd name="T66" fmla="*/ 2317 w 729"/>
                  <a:gd name="T67" fmla="*/ 1226 h 394"/>
                  <a:gd name="T68" fmla="*/ 2277 w 729"/>
                  <a:gd name="T69" fmla="*/ 1278 h 394"/>
                  <a:gd name="T70" fmla="*/ 2073 w 729"/>
                  <a:gd name="T71" fmla="*/ 1314 h 394"/>
                  <a:gd name="T72" fmla="*/ 1543 w 729"/>
                  <a:gd name="T73" fmla="*/ 1169 h 394"/>
                  <a:gd name="T74" fmla="*/ 1230 w 729"/>
                  <a:gd name="T75" fmla="*/ 1007 h 394"/>
                  <a:gd name="T76" fmla="*/ 993 w 729"/>
                  <a:gd name="T77" fmla="*/ 901 h 394"/>
                  <a:gd name="T78" fmla="*/ 857 w 729"/>
                  <a:gd name="T79" fmla="*/ 760 h 394"/>
                  <a:gd name="T80" fmla="*/ 596 w 729"/>
                  <a:gd name="T81" fmla="*/ 535 h 394"/>
                  <a:gd name="T82" fmla="*/ 181 w 729"/>
                  <a:gd name="T83" fmla="*/ 8 h 394"/>
                  <a:gd name="T84" fmla="*/ 0 w 729"/>
                  <a:gd name="T85" fmla="*/ 8 h 39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29" h="394">
                    <a:moveTo>
                      <a:pt x="0" y="2"/>
                    </a:moveTo>
                    <a:cubicBezTo>
                      <a:pt x="23" y="43"/>
                      <a:pt x="49" y="82"/>
                      <a:pt x="77" y="119"/>
                    </a:cubicBezTo>
                    <a:cubicBezTo>
                      <a:pt x="102" y="152"/>
                      <a:pt x="129" y="183"/>
                      <a:pt x="159" y="211"/>
                    </a:cubicBezTo>
                    <a:cubicBezTo>
                      <a:pt x="176" y="227"/>
                      <a:pt x="230" y="288"/>
                      <a:pt x="255" y="266"/>
                    </a:cubicBezTo>
                    <a:cubicBezTo>
                      <a:pt x="254" y="290"/>
                      <a:pt x="275" y="290"/>
                      <a:pt x="292" y="298"/>
                    </a:cubicBezTo>
                    <a:cubicBezTo>
                      <a:pt x="312" y="308"/>
                      <a:pt x="331" y="317"/>
                      <a:pt x="351" y="326"/>
                    </a:cubicBezTo>
                    <a:cubicBezTo>
                      <a:pt x="393" y="345"/>
                      <a:pt x="437" y="362"/>
                      <a:pt x="481" y="374"/>
                    </a:cubicBezTo>
                    <a:cubicBezTo>
                      <a:pt x="519" y="385"/>
                      <a:pt x="558" y="394"/>
                      <a:pt x="597" y="393"/>
                    </a:cubicBezTo>
                    <a:cubicBezTo>
                      <a:pt x="617" y="393"/>
                      <a:pt x="637" y="390"/>
                      <a:pt x="655" y="382"/>
                    </a:cubicBezTo>
                    <a:cubicBezTo>
                      <a:pt x="664" y="378"/>
                      <a:pt x="672" y="373"/>
                      <a:pt x="679" y="367"/>
                    </a:cubicBezTo>
                    <a:cubicBezTo>
                      <a:pt x="684" y="363"/>
                      <a:pt x="699" y="356"/>
                      <a:pt x="699" y="349"/>
                    </a:cubicBezTo>
                    <a:cubicBezTo>
                      <a:pt x="699" y="343"/>
                      <a:pt x="692" y="340"/>
                      <a:pt x="688" y="338"/>
                    </a:cubicBezTo>
                    <a:cubicBezTo>
                      <a:pt x="729" y="330"/>
                      <a:pt x="679" y="294"/>
                      <a:pt x="664" y="285"/>
                    </a:cubicBezTo>
                    <a:cubicBezTo>
                      <a:pt x="646" y="274"/>
                      <a:pt x="626" y="266"/>
                      <a:pt x="606" y="256"/>
                    </a:cubicBezTo>
                    <a:cubicBezTo>
                      <a:pt x="568" y="238"/>
                      <a:pt x="530" y="220"/>
                      <a:pt x="492" y="202"/>
                    </a:cubicBezTo>
                    <a:cubicBezTo>
                      <a:pt x="475" y="194"/>
                      <a:pt x="459" y="184"/>
                      <a:pt x="443" y="174"/>
                    </a:cubicBezTo>
                    <a:cubicBezTo>
                      <a:pt x="430" y="167"/>
                      <a:pt x="417" y="167"/>
                      <a:pt x="405" y="175"/>
                    </a:cubicBezTo>
                    <a:cubicBezTo>
                      <a:pt x="423" y="161"/>
                      <a:pt x="377" y="143"/>
                      <a:pt x="368" y="138"/>
                    </a:cubicBezTo>
                    <a:cubicBezTo>
                      <a:pt x="347" y="125"/>
                      <a:pt x="325" y="111"/>
                      <a:pt x="305" y="96"/>
                    </a:cubicBezTo>
                    <a:cubicBezTo>
                      <a:pt x="285" y="82"/>
                      <a:pt x="266" y="66"/>
                      <a:pt x="248" y="49"/>
                    </a:cubicBezTo>
                    <a:cubicBezTo>
                      <a:pt x="242" y="43"/>
                      <a:pt x="212" y="0"/>
                      <a:pt x="208" y="0"/>
                    </a:cubicBezTo>
                    <a:cubicBezTo>
                      <a:pt x="208" y="0"/>
                      <a:pt x="147" y="0"/>
                      <a:pt x="147" y="0"/>
                    </a:cubicBezTo>
                    <a:cubicBezTo>
                      <a:pt x="150" y="0"/>
                      <a:pt x="160" y="15"/>
                      <a:pt x="161" y="17"/>
                    </a:cubicBezTo>
                    <a:cubicBezTo>
                      <a:pt x="174" y="32"/>
                      <a:pt x="188" y="46"/>
                      <a:pt x="202" y="60"/>
                    </a:cubicBezTo>
                    <a:cubicBezTo>
                      <a:pt x="248" y="104"/>
                      <a:pt x="298" y="144"/>
                      <a:pt x="353" y="177"/>
                    </a:cubicBezTo>
                    <a:cubicBezTo>
                      <a:pt x="362" y="182"/>
                      <a:pt x="369" y="189"/>
                      <a:pt x="378" y="195"/>
                    </a:cubicBezTo>
                    <a:cubicBezTo>
                      <a:pt x="386" y="200"/>
                      <a:pt x="391" y="192"/>
                      <a:pt x="394" y="186"/>
                    </a:cubicBezTo>
                    <a:cubicBezTo>
                      <a:pt x="390" y="195"/>
                      <a:pt x="393" y="200"/>
                      <a:pt x="402" y="204"/>
                    </a:cubicBezTo>
                    <a:cubicBezTo>
                      <a:pt x="413" y="210"/>
                      <a:pt x="424" y="214"/>
                      <a:pt x="435" y="219"/>
                    </a:cubicBezTo>
                    <a:cubicBezTo>
                      <a:pt x="480" y="238"/>
                      <a:pt x="524" y="258"/>
                      <a:pt x="566" y="283"/>
                    </a:cubicBezTo>
                    <a:cubicBezTo>
                      <a:pt x="581" y="292"/>
                      <a:pt x="595" y="301"/>
                      <a:pt x="609" y="311"/>
                    </a:cubicBezTo>
                    <a:cubicBezTo>
                      <a:pt x="615" y="316"/>
                      <a:pt x="620" y="321"/>
                      <a:pt x="624" y="327"/>
                    </a:cubicBezTo>
                    <a:cubicBezTo>
                      <a:pt x="626" y="331"/>
                      <a:pt x="629" y="335"/>
                      <a:pt x="632" y="336"/>
                    </a:cubicBezTo>
                    <a:cubicBezTo>
                      <a:pt x="635" y="337"/>
                      <a:pt x="642" y="335"/>
                      <a:pt x="644" y="337"/>
                    </a:cubicBezTo>
                    <a:cubicBezTo>
                      <a:pt x="647" y="341"/>
                      <a:pt x="635" y="349"/>
                      <a:pt x="633" y="351"/>
                    </a:cubicBezTo>
                    <a:cubicBezTo>
                      <a:pt x="617" y="363"/>
                      <a:pt x="594" y="362"/>
                      <a:pt x="576" y="361"/>
                    </a:cubicBezTo>
                    <a:cubicBezTo>
                      <a:pt x="525" y="359"/>
                      <a:pt x="475" y="340"/>
                      <a:pt x="429" y="321"/>
                    </a:cubicBezTo>
                    <a:cubicBezTo>
                      <a:pt x="399" y="308"/>
                      <a:pt x="370" y="293"/>
                      <a:pt x="342" y="277"/>
                    </a:cubicBezTo>
                    <a:cubicBezTo>
                      <a:pt x="337" y="274"/>
                      <a:pt x="282" y="231"/>
                      <a:pt x="276" y="248"/>
                    </a:cubicBezTo>
                    <a:cubicBezTo>
                      <a:pt x="285" y="224"/>
                      <a:pt x="253" y="219"/>
                      <a:pt x="238" y="209"/>
                    </a:cubicBezTo>
                    <a:cubicBezTo>
                      <a:pt x="213" y="191"/>
                      <a:pt x="189" y="169"/>
                      <a:pt x="166" y="147"/>
                    </a:cubicBezTo>
                    <a:cubicBezTo>
                      <a:pt x="121" y="105"/>
                      <a:pt x="80" y="56"/>
                      <a:pt x="50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97C5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3" name="Freeform 25">
                <a:extLst>
                  <a:ext uri="{FF2B5EF4-FFF2-40B4-BE49-F238E27FC236}">
                    <a16:creationId xmlns:a16="http://schemas.microsoft.com/office/drawing/2014/main" id="{3BB322D9-0C10-418B-98E2-6DAD2EB7B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118"/>
                <a:ext cx="800" cy="455"/>
              </a:xfrm>
              <a:custGeom>
                <a:avLst/>
                <a:gdLst>
                  <a:gd name="T0" fmla="*/ 481 w 522"/>
                  <a:gd name="T1" fmla="*/ 0 h 296"/>
                  <a:gd name="T2" fmla="*/ 711 w 522"/>
                  <a:gd name="T3" fmla="*/ 0 h 296"/>
                  <a:gd name="T4" fmla="*/ 392 w 522"/>
                  <a:gd name="T5" fmla="*/ 286 h 296"/>
                  <a:gd name="T6" fmla="*/ 244 w 522"/>
                  <a:gd name="T7" fmla="*/ 555 h 296"/>
                  <a:gd name="T8" fmla="*/ 244 w 522"/>
                  <a:gd name="T9" fmla="*/ 712 h 296"/>
                  <a:gd name="T10" fmla="*/ 256 w 522"/>
                  <a:gd name="T11" fmla="*/ 858 h 296"/>
                  <a:gd name="T12" fmla="*/ 400 w 522"/>
                  <a:gd name="T13" fmla="*/ 893 h 296"/>
                  <a:gd name="T14" fmla="*/ 535 w 522"/>
                  <a:gd name="T15" fmla="*/ 875 h 296"/>
                  <a:gd name="T16" fmla="*/ 900 w 522"/>
                  <a:gd name="T17" fmla="*/ 581 h 296"/>
                  <a:gd name="T18" fmla="*/ 1067 w 522"/>
                  <a:gd name="T19" fmla="*/ 397 h 296"/>
                  <a:gd name="T20" fmla="*/ 1212 w 522"/>
                  <a:gd name="T21" fmla="*/ 317 h 296"/>
                  <a:gd name="T22" fmla="*/ 1300 w 522"/>
                  <a:gd name="T23" fmla="*/ 161 h 296"/>
                  <a:gd name="T24" fmla="*/ 1530 w 522"/>
                  <a:gd name="T25" fmla="*/ 8 h 296"/>
                  <a:gd name="T26" fmla="*/ 1879 w 522"/>
                  <a:gd name="T27" fmla="*/ 8 h 296"/>
                  <a:gd name="T28" fmla="*/ 1813 w 522"/>
                  <a:gd name="T29" fmla="*/ 54 h 296"/>
                  <a:gd name="T30" fmla="*/ 1649 w 522"/>
                  <a:gd name="T31" fmla="*/ 175 h 296"/>
                  <a:gd name="T32" fmla="*/ 1425 w 522"/>
                  <a:gd name="T33" fmla="*/ 349 h 296"/>
                  <a:gd name="T34" fmla="*/ 1264 w 522"/>
                  <a:gd name="T35" fmla="*/ 406 h 296"/>
                  <a:gd name="T36" fmla="*/ 1113 w 522"/>
                  <a:gd name="T37" fmla="*/ 603 h 296"/>
                  <a:gd name="T38" fmla="*/ 872 w 522"/>
                  <a:gd name="T39" fmla="*/ 839 h 296"/>
                  <a:gd name="T40" fmla="*/ 464 w 522"/>
                  <a:gd name="T41" fmla="*/ 1068 h 296"/>
                  <a:gd name="T42" fmla="*/ 176 w 522"/>
                  <a:gd name="T43" fmla="*/ 921 h 296"/>
                  <a:gd name="T44" fmla="*/ 14 w 522"/>
                  <a:gd name="T45" fmla="*/ 520 h 296"/>
                  <a:gd name="T46" fmla="*/ 481 w 522"/>
                  <a:gd name="T47" fmla="*/ 0 h 29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22" h="296">
                    <a:moveTo>
                      <a:pt x="134" y="0"/>
                    </a:moveTo>
                    <a:cubicBezTo>
                      <a:pt x="198" y="0"/>
                      <a:pt x="198" y="0"/>
                      <a:pt x="198" y="0"/>
                    </a:cubicBezTo>
                    <a:cubicBezTo>
                      <a:pt x="165" y="22"/>
                      <a:pt x="134" y="49"/>
                      <a:pt x="109" y="79"/>
                    </a:cubicBezTo>
                    <a:cubicBezTo>
                      <a:pt x="91" y="100"/>
                      <a:pt x="74" y="125"/>
                      <a:pt x="68" y="153"/>
                    </a:cubicBezTo>
                    <a:cubicBezTo>
                      <a:pt x="65" y="167"/>
                      <a:pt x="64" y="182"/>
                      <a:pt x="68" y="196"/>
                    </a:cubicBezTo>
                    <a:cubicBezTo>
                      <a:pt x="73" y="211"/>
                      <a:pt x="78" y="219"/>
                      <a:pt x="71" y="236"/>
                    </a:cubicBezTo>
                    <a:cubicBezTo>
                      <a:pt x="85" y="220"/>
                      <a:pt x="98" y="241"/>
                      <a:pt x="111" y="246"/>
                    </a:cubicBezTo>
                    <a:cubicBezTo>
                      <a:pt x="123" y="250"/>
                      <a:pt x="137" y="246"/>
                      <a:pt x="149" y="241"/>
                    </a:cubicBezTo>
                    <a:cubicBezTo>
                      <a:pt x="189" y="224"/>
                      <a:pt x="221" y="191"/>
                      <a:pt x="250" y="160"/>
                    </a:cubicBezTo>
                    <a:cubicBezTo>
                      <a:pt x="265" y="143"/>
                      <a:pt x="281" y="126"/>
                      <a:pt x="296" y="109"/>
                    </a:cubicBezTo>
                    <a:cubicBezTo>
                      <a:pt x="305" y="100"/>
                      <a:pt x="322" y="69"/>
                      <a:pt x="337" y="87"/>
                    </a:cubicBezTo>
                    <a:cubicBezTo>
                      <a:pt x="324" y="65"/>
                      <a:pt x="347" y="56"/>
                      <a:pt x="361" y="44"/>
                    </a:cubicBezTo>
                    <a:cubicBezTo>
                      <a:pt x="381" y="27"/>
                      <a:pt x="401" y="12"/>
                      <a:pt x="425" y="2"/>
                    </a:cubicBezTo>
                    <a:cubicBezTo>
                      <a:pt x="425" y="2"/>
                      <a:pt x="522" y="2"/>
                      <a:pt x="522" y="2"/>
                    </a:cubicBezTo>
                    <a:cubicBezTo>
                      <a:pt x="517" y="2"/>
                      <a:pt x="507" y="12"/>
                      <a:pt x="504" y="15"/>
                    </a:cubicBezTo>
                    <a:cubicBezTo>
                      <a:pt x="488" y="26"/>
                      <a:pt x="473" y="37"/>
                      <a:pt x="458" y="48"/>
                    </a:cubicBezTo>
                    <a:cubicBezTo>
                      <a:pt x="437" y="64"/>
                      <a:pt x="416" y="79"/>
                      <a:pt x="396" y="96"/>
                    </a:cubicBezTo>
                    <a:cubicBezTo>
                      <a:pt x="381" y="108"/>
                      <a:pt x="371" y="128"/>
                      <a:pt x="351" y="112"/>
                    </a:cubicBezTo>
                    <a:cubicBezTo>
                      <a:pt x="363" y="139"/>
                      <a:pt x="325" y="153"/>
                      <a:pt x="309" y="166"/>
                    </a:cubicBezTo>
                    <a:cubicBezTo>
                      <a:pt x="286" y="187"/>
                      <a:pt x="263" y="207"/>
                      <a:pt x="242" y="231"/>
                    </a:cubicBezTo>
                    <a:cubicBezTo>
                      <a:pt x="213" y="263"/>
                      <a:pt x="173" y="288"/>
                      <a:pt x="129" y="294"/>
                    </a:cubicBezTo>
                    <a:cubicBezTo>
                      <a:pt x="112" y="296"/>
                      <a:pt x="13" y="286"/>
                      <a:pt x="49" y="254"/>
                    </a:cubicBezTo>
                    <a:cubicBezTo>
                      <a:pt x="14" y="294"/>
                      <a:pt x="0" y="163"/>
                      <a:pt x="4" y="143"/>
                    </a:cubicBezTo>
                    <a:cubicBezTo>
                      <a:pt x="17" y="77"/>
                      <a:pt x="78" y="31"/>
                      <a:pt x="134" y="0"/>
                    </a:cubicBezTo>
                    <a:close/>
                  </a:path>
                </a:pathLst>
              </a:custGeom>
              <a:solidFill>
                <a:srgbClr val="AFD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4" name="Freeform 26">
                <a:extLst>
                  <a:ext uri="{FF2B5EF4-FFF2-40B4-BE49-F238E27FC236}">
                    <a16:creationId xmlns:a16="http://schemas.microsoft.com/office/drawing/2014/main" id="{AD823466-99E4-4A9A-9B68-E6CD0257EB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64" y="1116"/>
                <a:ext cx="685" cy="455"/>
              </a:xfrm>
              <a:custGeom>
                <a:avLst/>
                <a:gdLst>
                  <a:gd name="T0" fmla="*/ 1345 w 447"/>
                  <a:gd name="T1" fmla="*/ 418 h 296"/>
                  <a:gd name="T2" fmla="*/ 1350 w 447"/>
                  <a:gd name="T3" fmla="*/ 413 h 296"/>
                  <a:gd name="T4" fmla="*/ 1338 w 447"/>
                  <a:gd name="T5" fmla="*/ 406 h 296"/>
                  <a:gd name="T6" fmla="*/ 1345 w 447"/>
                  <a:gd name="T7" fmla="*/ 418 h 296"/>
                  <a:gd name="T8" fmla="*/ 1529 w 447"/>
                  <a:gd name="T9" fmla="*/ 8 h 296"/>
                  <a:gd name="T10" fmla="*/ 1298 w 447"/>
                  <a:gd name="T11" fmla="*/ 161 h 296"/>
                  <a:gd name="T12" fmla="*/ 1212 w 447"/>
                  <a:gd name="T13" fmla="*/ 317 h 296"/>
                  <a:gd name="T14" fmla="*/ 1231 w 447"/>
                  <a:gd name="T15" fmla="*/ 349 h 296"/>
                  <a:gd name="T16" fmla="*/ 1373 w 447"/>
                  <a:gd name="T17" fmla="*/ 161 h 296"/>
                  <a:gd name="T18" fmla="*/ 1609 w 447"/>
                  <a:gd name="T19" fmla="*/ 8 h 296"/>
                  <a:gd name="T20" fmla="*/ 1529 w 447"/>
                  <a:gd name="T21" fmla="*/ 8 h 296"/>
                  <a:gd name="T22" fmla="*/ 336 w 447"/>
                  <a:gd name="T23" fmla="*/ 853 h 296"/>
                  <a:gd name="T24" fmla="*/ 336 w 447"/>
                  <a:gd name="T25" fmla="*/ 853 h 296"/>
                  <a:gd name="T26" fmla="*/ 331 w 447"/>
                  <a:gd name="T27" fmla="*/ 858 h 296"/>
                  <a:gd name="T28" fmla="*/ 336 w 447"/>
                  <a:gd name="T29" fmla="*/ 853 h 296"/>
                  <a:gd name="T30" fmla="*/ 208 w 447"/>
                  <a:gd name="T31" fmla="*/ 898 h 296"/>
                  <a:gd name="T32" fmla="*/ 89 w 447"/>
                  <a:gd name="T33" fmla="*/ 523 h 296"/>
                  <a:gd name="T34" fmla="*/ 559 w 447"/>
                  <a:gd name="T35" fmla="*/ 0 h 296"/>
                  <a:gd name="T36" fmla="*/ 481 w 447"/>
                  <a:gd name="T37" fmla="*/ 0 h 296"/>
                  <a:gd name="T38" fmla="*/ 14 w 447"/>
                  <a:gd name="T39" fmla="*/ 523 h 296"/>
                  <a:gd name="T40" fmla="*/ 164 w 447"/>
                  <a:gd name="T41" fmla="*/ 933 h 296"/>
                  <a:gd name="T42" fmla="*/ 464 w 447"/>
                  <a:gd name="T43" fmla="*/ 1068 h 296"/>
                  <a:gd name="T44" fmla="*/ 472 w 447"/>
                  <a:gd name="T45" fmla="*/ 1068 h 296"/>
                  <a:gd name="T46" fmla="*/ 208 w 447"/>
                  <a:gd name="T47" fmla="*/ 898 h 296"/>
                  <a:gd name="T48" fmla="*/ 1067 w 447"/>
                  <a:gd name="T49" fmla="*/ 397 h 296"/>
                  <a:gd name="T50" fmla="*/ 896 w 447"/>
                  <a:gd name="T51" fmla="*/ 581 h 296"/>
                  <a:gd name="T52" fmla="*/ 533 w 447"/>
                  <a:gd name="T53" fmla="*/ 875 h 296"/>
                  <a:gd name="T54" fmla="*/ 481 w 447"/>
                  <a:gd name="T55" fmla="*/ 893 h 296"/>
                  <a:gd name="T56" fmla="*/ 613 w 447"/>
                  <a:gd name="T57" fmla="*/ 875 h 296"/>
                  <a:gd name="T58" fmla="*/ 975 w 447"/>
                  <a:gd name="T59" fmla="*/ 581 h 296"/>
                  <a:gd name="T60" fmla="*/ 1143 w 447"/>
                  <a:gd name="T61" fmla="*/ 397 h 296"/>
                  <a:gd name="T62" fmla="*/ 1212 w 447"/>
                  <a:gd name="T63" fmla="*/ 317 h 296"/>
                  <a:gd name="T64" fmla="*/ 1067 w 447"/>
                  <a:gd name="T65" fmla="*/ 397 h 29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7" h="296">
                    <a:moveTo>
                      <a:pt x="374" y="115"/>
                    </a:moveTo>
                    <a:cubicBezTo>
                      <a:pt x="374" y="115"/>
                      <a:pt x="375" y="115"/>
                      <a:pt x="375" y="114"/>
                    </a:cubicBezTo>
                    <a:cubicBezTo>
                      <a:pt x="374" y="114"/>
                      <a:pt x="373" y="113"/>
                      <a:pt x="372" y="112"/>
                    </a:cubicBezTo>
                    <a:cubicBezTo>
                      <a:pt x="373" y="113"/>
                      <a:pt x="373" y="114"/>
                      <a:pt x="374" y="115"/>
                    </a:cubicBezTo>
                    <a:close/>
                    <a:moveTo>
                      <a:pt x="425" y="2"/>
                    </a:moveTo>
                    <a:cubicBezTo>
                      <a:pt x="401" y="12"/>
                      <a:pt x="381" y="27"/>
                      <a:pt x="361" y="44"/>
                    </a:cubicBezTo>
                    <a:cubicBezTo>
                      <a:pt x="346" y="56"/>
                      <a:pt x="324" y="65"/>
                      <a:pt x="337" y="87"/>
                    </a:cubicBezTo>
                    <a:cubicBezTo>
                      <a:pt x="344" y="81"/>
                      <a:pt x="334" y="88"/>
                      <a:pt x="342" y="96"/>
                    </a:cubicBezTo>
                    <a:cubicBezTo>
                      <a:pt x="329" y="75"/>
                      <a:pt x="368" y="56"/>
                      <a:pt x="382" y="44"/>
                    </a:cubicBezTo>
                    <a:cubicBezTo>
                      <a:pt x="402" y="27"/>
                      <a:pt x="423" y="12"/>
                      <a:pt x="447" y="2"/>
                    </a:cubicBezTo>
                    <a:cubicBezTo>
                      <a:pt x="434" y="2"/>
                      <a:pt x="425" y="2"/>
                      <a:pt x="425" y="2"/>
                    </a:cubicBezTo>
                    <a:close/>
                    <a:moveTo>
                      <a:pt x="93" y="235"/>
                    </a:moveTo>
                    <a:cubicBezTo>
                      <a:pt x="93" y="235"/>
                      <a:pt x="93" y="235"/>
                      <a:pt x="93" y="235"/>
                    </a:cubicBezTo>
                    <a:cubicBezTo>
                      <a:pt x="93" y="235"/>
                      <a:pt x="93" y="235"/>
                      <a:pt x="92" y="236"/>
                    </a:cubicBezTo>
                    <a:cubicBezTo>
                      <a:pt x="93" y="235"/>
                      <a:pt x="93" y="235"/>
                      <a:pt x="93" y="235"/>
                    </a:cubicBezTo>
                    <a:close/>
                    <a:moveTo>
                      <a:pt x="58" y="247"/>
                    </a:moveTo>
                    <a:cubicBezTo>
                      <a:pt x="26" y="275"/>
                      <a:pt x="22" y="162"/>
                      <a:pt x="25" y="144"/>
                    </a:cubicBezTo>
                    <a:cubicBezTo>
                      <a:pt x="38" y="77"/>
                      <a:pt x="100" y="31"/>
                      <a:pt x="155" y="0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78" y="31"/>
                      <a:pt x="16" y="77"/>
                      <a:pt x="4" y="144"/>
                    </a:cubicBezTo>
                    <a:cubicBezTo>
                      <a:pt x="0" y="162"/>
                      <a:pt x="13" y="285"/>
                      <a:pt x="46" y="257"/>
                    </a:cubicBezTo>
                    <a:cubicBezTo>
                      <a:pt x="20" y="287"/>
                      <a:pt x="112" y="296"/>
                      <a:pt x="129" y="294"/>
                    </a:cubicBezTo>
                    <a:cubicBezTo>
                      <a:pt x="129" y="294"/>
                      <a:pt x="130" y="294"/>
                      <a:pt x="131" y="294"/>
                    </a:cubicBezTo>
                    <a:cubicBezTo>
                      <a:pt x="99" y="291"/>
                      <a:pt x="38" y="270"/>
                      <a:pt x="58" y="247"/>
                    </a:cubicBezTo>
                    <a:close/>
                    <a:moveTo>
                      <a:pt x="296" y="109"/>
                    </a:moveTo>
                    <a:cubicBezTo>
                      <a:pt x="281" y="127"/>
                      <a:pt x="265" y="143"/>
                      <a:pt x="249" y="160"/>
                    </a:cubicBezTo>
                    <a:cubicBezTo>
                      <a:pt x="220" y="192"/>
                      <a:pt x="189" y="224"/>
                      <a:pt x="148" y="241"/>
                    </a:cubicBezTo>
                    <a:cubicBezTo>
                      <a:pt x="144" y="243"/>
                      <a:pt x="139" y="245"/>
                      <a:pt x="134" y="246"/>
                    </a:cubicBezTo>
                    <a:cubicBezTo>
                      <a:pt x="146" y="250"/>
                      <a:pt x="159" y="246"/>
                      <a:pt x="170" y="241"/>
                    </a:cubicBezTo>
                    <a:cubicBezTo>
                      <a:pt x="211" y="224"/>
                      <a:pt x="242" y="192"/>
                      <a:pt x="271" y="160"/>
                    </a:cubicBezTo>
                    <a:cubicBezTo>
                      <a:pt x="287" y="143"/>
                      <a:pt x="302" y="127"/>
                      <a:pt x="318" y="109"/>
                    </a:cubicBezTo>
                    <a:cubicBezTo>
                      <a:pt x="322" y="104"/>
                      <a:pt x="329" y="93"/>
                      <a:pt x="337" y="87"/>
                    </a:cubicBezTo>
                    <a:cubicBezTo>
                      <a:pt x="321" y="69"/>
                      <a:pt x="304" y="100"/>
                      <a:pt x="296" y="109"/>
                    </a:cubicBezTo>
                    <a:close/>
                  </a:path>
                </a:pathLst>
              </a:custGeom>
              <a:solidFill>
                <a:srgbClr val="E2F1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5" name="Freeform 27">
                <a:extLst>
                  <a:ext uri="{FF2B5EF4-FFF2-40B4-BE49-F238E27FC236}">
                    <a16:creationId xmlns:a16="http://schemas.microsoft.com/office/drawing/2014/main" id="{B68AA103-68A9-4714-A561-9565A027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116"/>
                <a:ext cx="798" cy="455"/>
              </a:xfrm>
              <a:custGeom>
                <a:avLst/>
                <a:gdLst>
                  <a:gd name="T0" fmla="*/ 481 w 521"/>
                  <a:gd name="T1" fmla="*/ 0 h 296"/>
                  <a:gd name="T2" fmla="*/ 709 w 521"/>
                  <a:gd name="T3" fmla="*/ 0 h 296"/>
                  <a:gd name="T4" fmla="*/ 392 w 521"/>
                  <a:gd name="T5" fmla="*/ 286 h 296"/>
                  <a:gd name="T6" fmla="*/ 244 w 521"/>
                  <a:gd name="T7" fmla="*/ 555 h 296"/>
                  <a:gd name="T8" fmla="*/ 244 w 521"/>
                  <a:gd name="T9" fmla="*/ 712 h 296"/>
                  <a:gd name="T10" fmla="*/ 256 w 521"/>
                  <a:gd name="T11" fmla="*/ 858 h 296"/>
                  <a:gd name="T12" fmla="*/ 398 w 521"/>
                  <a:gd name="T13" fmla="*/ 893 h 296"/>
                  <a:gd name="T14" fmla="*/ 533 w 521"/>
                  <a:gd name="T15" fmla="*/ 875 h 296"/>
                  <a:gd name="T16" fmla="*/ 894 w 521"/>
                  <a:gd name="T17" fmla="*/ 581 h 296"/>
                  <a:gd name="T18" fmla="*/ 1063 w 521"/>
                  <a:gd name="T19" fmla="*/ 397 h 296"/>
                  <a:gd name="T20" fmla="*/ 1210 w 521"/>
                  <a:gd name="T21" fmla="*/ 317 h 296"/>
                  <a:gd name="T22" fmla="*/ 1297 w 521"/>
                  <a:gd name="T23" fmla="*/ 161 h 296"/>
                  <a:gd name="T24" fmla="*/ 1527 w 521"/>
                  <a:gd name="T25" fmla="*/ 8 h 296"/>
                  <a:gd name="T26" fmla="*/ 1872 w 521"/>
                  <a:gd name="T27" fmla="*/ 8 h 296"/>
                  <a:gd name="T28" fmla="*/ 1810 w 521"/>
                  <a:gd name="T29" fmla="*/ 54 h 296"/>
                  <a:gd name="T30" fmla="*/ 1647 w 521"/>
                  <a:gd name="T31" fmla="*/ 175 h 296"/>
                  <a:gd name="T32" fmla="*/ 1420 w 521"/>
                  <a:gd name="T33" fmla="*/ 349 h 296"/>
                  <a:gd name="T34" fmla="*/ 1262 w 521"/>
                  <a:gd name="T35" fmla="*/ 406 h 296"/>
                  <a:gd name="T36" fmla="*/ 1109 w 521"/>
                  <a:gd name="T37" fmla="*/ 603 h 296"/>
                  <a:gd name="T38" fmla="*/ 870 w 521"/>
                  <a:gd name="T39" fmla="*/ 839 h 296"/>
                  <a:gd name="T40" fmla="*/ 464 w 521"/>
                  <a:gd name="T41" fmla="*/ 1068 h 296"/>
                  <a:gd name="T42" fmla="*/ 176 w 521"/>
                  <a:gd name="T43" fmla="*/ 921 h 296"/>
                  <a:gd name="T44" fmla="*/ 12 w 521"/>
                  <a:gd name="T45" fmla="*/ 520 h 296"/>
                  <a:gd name="T46" fmla="*/ 481 w 521"/>
                  <a:gd name="T47" fmla="*/ 0 h 29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21" h="296">
                    <a:moveTo>
                      <a:pt x="134" y="0"/>
                    </a:moveTo>
                    <a:cubicBezTo>
                      <a:pt x="197" y="0"/>
                      <a:pt x="197" y="0"/>
                      <a:pt x="197" y="0"/>
                    </a:cubicBezTo>
                    <a:cubicBezTo>
                      <a:pt x="165" y="22"/>
                      <a:pt x="134" y="49"/>
                      <a:pt x="109" y="79"/>
                    </a:cubicBezTo>
                    <a:cubicBezTo>
                      <a:pt x="91" y="100"/>
                      <a:pt x="74" y="125"/>
                      <a:pt x="68" y="153"/>
                    </a:cubicBezTo>
                    <a:cubicBezTo>
                      <a:pt x="64" y="167"/>
                      <a:pt x="64" y="182"/>
                      <a:pt x="68" y="196"/>
                    </a:cubicBezTo>
                    <a:cubicBezTo>
                      <a:pt x="73" y="211"/>
                      <a:pt x="78" y="219"/>
                      <a:pt x="71" y="236"/>
                    </a:cubicBezTo>
                    <a:cubicBezTo>
                      <a:pt x="85" y="220"/>
                      <a:pt x="98" y="241"/>
                      <a:pt x="111" y="246"/>
                    </a:cubicBezTo>
                    <a:cubicBezTo>
                      <a:pt x="123" y="250"/>
                      <a:pt x="137" y="246"/>
                      <a:pt x="148" y="241"/>
                    </a:cubicBezTo>
                    <a:cubicBezTo>
                      <a:pt x="189" y="224"/>
                      <a:pt x="220" y="191"/>
                      <a:pt x="249" y="160"/>
                    </a:cubicBezTo>
                    <a:cubicBezTo>
                      <a:pt x="265" y="143"/>
                      <a:pt x="281" y="126"/>
                      <a:pt x="296" y="109"/>
                    </a:cubicBezTo>
                    <a:cubicBezTo>
                      <a:pt x="304" y="100"/>
                      <a:pt x="321" y="69"/>
                      <a:pt x="337" y="87"/>
                    </a:cubicBezTo>
                    <a:cubicBezTo>
                      <a:pt x="324" y="65"/>
                      <a:pt x="346" y="56"/>
                      <a:pt x="361" y="44"/>
                    </a:cubicBezTo>
                    <a:cubicBezTo>
                      <a:pt x="381" y="27"/>
                      <a:pt x="401" y="12"/>
                      <a:pt x="425" y="2"/>
                    </a:cubicBezTo>
                    <a:cubicBezTo>
                      <a:pt x="425" y="2"/>
                      <a:pt x="521" y="2"/>
                      <a:pt x="521" y="2"/>
                    </a:cubicBezTo>
                    <a:cubicBezTo>
                      <a:pt x="517" y="2"/>
                      <a:pt x="507" y="12"/>
                      <a:pt x="504" y="15"/>
                    </a:cubicBezTo>
                    <a:cubicBezTo>
                      <a:pt x="488" y="26"/>
                      <a:pt x="473" y="37"/>
                      <a:pt x="458" y="48"/>
                    </a:cubicBezTo>
                    <a:cubicBezTo>
                      <a:pt x="437" y="64"/>
                      <a:pt x="415" y="79"/>
                      <a:pt x="395" y="96"/>
                    </a:cubicBezTo>
                    <a:cubicBezTo>
                      <a:pt x="381" y="108"/>
                      <a:pt x="371" y="128"/>
                      <a:pt x="351" y="112"/>
                    </a:cubicBezTo>
                    <a:cubicBezTo>
                      <a:pt x="362" y="139"/>
                      <a:pt x="324" y="153"/>
                      <a:pt x="309" y="166"/>
                    </a:cubicBezTo>
                    <a:cubicBezTo>
                      <a:pt x="286" y="187"/>
                      <a:pt x="262" y="208"/>
                      <a:pt x="242" y="231"/>
                    </a:cubicBezTo>
                    <a:cubicBezTo>
                      <a:pt x="212" y="264"/>
                      <a:pt x="172" y="288"/>
                      <a:pt x="129" y="294"/>
                    </a:cubicBezTo>
                    <a:cubicBezTo>
                      <a:pt x="112" y="296"/>
                      <a:pt x="13" y="286"/>
                      <a:pt x="49" y="254"/>
                    </a:cubicBezTo>
                    <a:cubicBezTo>
                      <a:pt x="14" y="294"/>
                      <a:pt x="0" y="163"/>
                      <a:pt x="3" y="143"/>
                    </a:cubicBezTo>
                    <a:cubicBezTo>
                      <a:pt x="16" y="77"/>
                      <a:pt x="78" y="31"/>
                      <a:pt x="134" y="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97C5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6" name="Freeform 28">
                <a:extLst>
                  <a:ext uri="{FF2B5EF4-FFF2-40B4-BE49-F238E27FC236}">
                    <a16:creationId xmlns:a16="http://schemas.microsoft.com/office/drawing/2014/main" id="{F56B06D6-A8BB-4198-A1E8-7F4A304D7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663"/>
                <a:ext cx="1038" cy="538"/>
              </a:xfrm>
              <a:custGeom>
                <a:avLst/>
                <a:gdLst>
                  <a:gd name="T0" fmla="*/ 757 w 677"/>
                  <a:gd name="T1" fmla="*/ 1257 h 350"/>
                  <a:gd name="T2" fmla="*/ 1081 w 677"/>
                  <a:gd name="T3" fmla="*/ 1257 h 350"/>
                  <a:gd name="T4" fmla="*/ 938 w 677"/>
                  <a:gd name="T5" fmla="*/ 1170 h 350"/>
                  <a:gd name="T6" fmla="*/ 622 w 677"/>
                  <a:gd name="T7" fmla="*/ 945 h 350"/>
                  <a:gd name="T8" fmla="*/ 343 w 677"/>
                  <a:gd name="T9" fmla="*/ 643 h 350"/>
                  <a:gd name="T10" fmla="*/ 278 w 677"/>
                  <a:gd name="T11" fmla="*/ 483 h 350"/>
                  <a:gd name="T12" fmla="*/ 299 w 677"/>
                  <a:gd name="T13" fmla="*/ 303 h 350"/>
                  <a:gd name="T14" fmla="*/ 265 w 677"/>
                  <a:gd name="T15" fmla="*/ 208 h 350"/>
                  <a:gd name="T16" fmla="*/ 656 w 677"/>
                  <a:gd name="T17" fmla="*/ 211 h 350"/>
                  <a:gd name="T18" fmla="*/ 995 w 677"/>
                  <a:gd name="T19" fmla="*/ 357 h 350"/>
                  <a:gd name="T20" fmla="*/ 1371 w 677"/>
                  <a:gd name="T21" fmla="*/ 593 h 350"/>
                  <a:gd name="T22" fmla="*/ 1650 w 677"/>
                  <a:gd name="T23" fmla="*/ 730 h 350"/>
                  <a:gd name="T24" fmla="*/ 1834 w 677"/>
                  <a:gd name="T25" fmla="*/ 951 h 350"/>
                  <a:gd name="T26" fmla="*/ 2022 w 677"/>
                  <a:gd name="T27" fmla="*/ 1108 h 350"/>
                  <a:gd name="T28" fmla="*/ 2205 w 677"/>
                  <a:gd name="T29" fmla="*/ 1271 h 350"/>
                  <a:gd name="T30" fmla="*/ 2439 w 677"/>
                  <a:gd name="T31" fmla="*/ 1271 h 350"/>
                  <a:gd name="T32" fmla="*/ 2435 w 677"/>
                  <a:gd name="T33" fmla="*/ 1267 h 350"/>
                  <a:gd name="T34" fmla="*/ 2036 w 677"/>
                  <a:gd name="T35" fmla="*/ 867 h 350"/>
                  <a:gd name="T36" fmla="*/ 1697 w 677"/>
                  <a:gd name="T37" fmla="*/ 669 h 350"/>
                  <a:gd name="T38" fmla="*/ 1618 w 677"/>
                  <a:gd name="T39" fmla="*/ 513 h 350"/>
                  <a:gd name="T40" fmla="*/ 1363 w 677"/>
                  <a:gd name="T41" fmla="*/ 334 h 350"/>
                  <a:gd name="T42" fmla="*/ 811 w 677"/>
                  <a:gd name="T43" fmla="*/ 54 h 350"/>
                  <a:gd name="T44" fmla="*/ 472 w 677"/>
                  <a:gd name="T45" fmla="*/ 12 h 350"/>
                  <a:gd name="T46" fmla="*/ 228 w 677"/>
                  <a:gd name="T47" fmla="*/ 184 h 350"/>
                  <a:gd name="T48" fmla="*/ 103 w 677"/>
                  <a:gd name="T49" fmla="*/ 184 h 350"/>
                  <a:gd name="T50" fmla="*/ 67 w 677"/>
                  <a:gd name="T51" fmla="*/ 567 h 350"/>
                  <a:gd name="T52" fmla="*/ 317 w 677"/>
                  <a:gd name="T53" fmla="*/ 905 h 350"/>
                  <a:gd name="T54" fmla="*/ 616 w 677"/>
                  <a:gd name="T55" fmla="*/ 1157 h 350"/>
                  <a:gd name="T56" fmla="*/ 757 w 677"/>
                  <a:gd name="T57" fmla="*/ 1257 h 35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77" h="350">
                    <a:moveTo>
                      <a:pt x="210" y="346"/>
                    </a:moveTo>
                    <a:cubicBezTo>
                      <a:pt x="211" y="346"/>
                      <a:pt x="300" y="346"/>
                      <a:pt x="300" y="346"/>
                    </a:cubicBezTo>
                    <a:cubicBezTo>
                      <a:pt x="290" y="346"/>
                      <a:pt x="269" y="328"/>
                      <a:pt x="260" y="322"/>
                    </a:cubicBezTo>
                    <a:cubicBezTo>
                      <a:pt x="230" y="303"/>
                      <a:pt x="201" y="283"/>
                      <a:pt x="173" y="260"/>
                    </a:cubicBezTo>
                    <a:cubicBezTo>
                      <a:pt x="144" y="236"/>
                      <a:pt x="115" y="209"/>
                      <a:pt x="95" y="177"/>
                    </a:cubicBezTo>
                    <a:cubicBezTo>
                      <a:pt x="87" y="163"/>
                      <a:pt x="80" y="149"/>
                      <a:pt x="77" y="133"/>
                    </a:cubicBezTo>
                    <a:cubicBezTo>
                      <a:pt x="74" y="114"/>
                      <a:pt x="83" y="100"/>
                      <a:pt x="83" y="83"/>
                    </a:cubicBezTo>
                    <a:cubicBezTo>
                      <a:pt x="83" y="74"/>
                      <a:pt x="79" y="65"/>
                      <a:pt x="74" y="57"/>
                    </a:cubicBezTo>
                    <a:cubicBezTo>
                      <a:pt x="110" y="68"/>
                      <a:pt x="143" y="48"/>
                      <a:pt x="182" y="58"/>
                    </a:cubicBezTo>
                    <a:cubicBezTo>
                      <a:pt x="215" y="67"/>
                      <a:pt x="246" y="82"/>
                      <a:pt x="276" y="98"/>
                    </a:cubicBezTo>
                    <a:cubicBezTo>
                      <a:pt x="312" y="118"/>
                      <a:pt x="346" y="140"/>
                      <a:pt x="380" y="163"/>
                    </a:cubicBezTo>
                    <a:cubicBezTo>
                      <a:pt x="397" y="175"/>
                      <a:pt x="434" y="224"/>
                      <a:pt x="458" y="201"/>
                    </a:cubicBezTo>
                    <a:cubicBezTo>
                      <a:pt x="441" y="237"/>
                      <a:pt x="486" y="243"/>
                      <a:pt x="509" y="262"/>
                    </a:cubicBezTo>
                    <a:cubicBezTo>
                      <a:pt x="526" y="276"/>
                      <a:pt x="544" y="290"/>
                      <a:pt x="561" y="305"/>
                    </a:cubicBezTo>
                    <a:cubicBezTo>
                      <a:pt x="570" y="313"/>
                      <a:pt x="601" y="350"/>
                      <a:pt x="612" y="350"/>
                    </a:cubicBezTo>
                    <a:cubicBezTo>
                      <a:pt x="612" y="350"/>
                      <a:pt x="677" y="350"/>
                      <a:pt x="677" y="350"/>
                    </a:cubicBezTo>
                    <a:cubicBezTo>
                      <a:pt x="677" y="350"/>
                      <a:pt x="676" y="349"/>
                      <a:pt x="676" y="349"/>
                    </a:cubicBezTo>
                    <a:cubicBezTo>
                      <a:pt x="640" y="310"/>
                      <a:pt x="603" y="274"/>
                      <a:pt x="565" y="239"/>
                    </a:cubicBezTo>
                    <a:cubicBezTo>
                      <a:pt x="535" y="212"/>
                      <a:pt x="513" y="173"/>
                      <a:pt x="471" y="184"/>
                    </a:cubicBezTo>
                    <a:cubicBezTo>
                      <a:pt x="482" y="163"/>
                      <a:pt x="464" y="151"/>
                      <a:pt x="449" y="141"/>
                    </a:cubicBezTo>
                    <a:cubicBezTo>
                      <a:pt x="425" y="125"/>
                      <a:pt x="402" y="108"/>
                      <a:pt x="378" y="92"/>
                    </a:cubicBezTo>
                    <a:cubicBezTo>
                      <a:pt x="330" y="60"/>
                      <a:pt x="280" y="32"/>
                      <a:pt x="225" y="15"/>
                    </a:cubicBezTo>
                    <a:cubicBezTo>
                      <a:pt x="195" y="6"/>
                      <a:pt x="163" y="0"/>
                      <a:pt x="131" y="3"/>
                    </a:cubicBezTo>
                    <a:cubicBezTo>
                      <a:pt x="105" y="5"/>
                      <a:pt x="36" y="14"/>
                      <a:pt x="63" y="51"/>
                    </a:cubicBezTo>
                    <a:cubicBezTo>
                      <a:pt x="52" y="45"/>
                      <a:pt x="39" y="43"/>
                      <a:pt x="29" y="51"/>
                    </a:cubicBezTo>
                    <a:cubicBezTo>
                      <a:pt x="0" y="74"/>
                      <a:pt x="8" y="128"/>
                      <a:pt x="19" y="156"/>
                    </a:cubicBezTo>
                    <a:cubicBezTo>
                      <a:pt x="34" y="192"/>
                      <a:pt x="61" y="222"/>
                      <a:pt x="88" y="249"/>
                    </a:cubicBezTo>
                    <a:cubicBezTo>
                      <a:pt x="114" y="275"/>
                      <a:pt x="142" y="298"/>
                      <a:pt x="171" y="319"/>
                    </a:cubicBezTo>
                    <a:cubicBezTo>
                      <a:pt x="179" y="325"/>
                      <a:pt x="200" y="346"/>
                      <a:pt x="210" y="346"/>
                    </a:cubicBezTo>
                    <a:close/>
                  </a:path>
                </a:pathLst>
              </a:custGeom>
              <a:solidFill>
                <a:srgbClr val="AFD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7" name="Freeform 29">
                <a:extLst>
                  <a:ext uri="{FF2B5EF4-FFF2-40B4-BE49-F238E27FC236}">
                    <a16:creationId xmlns:a16="http://schemas.microsoft.com/office/drawing/2014/main" id="{7505A212-81C9-4B35-8AB0-39F0D36766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60" y="2663"/>
                <a:ext cx="970" cy="538"/>
              </a:xfrm>
              <a:custGeom>
                <a:avLst/>
                <a:gdLst>
                  <a:gd name="T0" fmla="*/ 2273 w 633"/>
                  <a:gd name="T1" fmla="*/ 1267 h 350"/>
                  <a:gd name="T2" fmla="*/ 1874 w 633"/>
                  <a:gd name="T3" fmla="*/ 867 h 350"/>
                  <a:gd name="T4" fmla="*/ 1543 w 633"/>
                  <a:gd name="T5" fmla="*/ 664 h 350"/>
                  <a:gd name="T6" fmla="*/ 1500 w 633"/>
                  <a:gd name="T7" fmla="*/ 709 h 350"/>
                  <a:gd name="T8" fmla="*/ 1874 w 633"/>
                  <a:gd name="T9" fmla="*/ 933 h 350"/>
                  <a:gd name="T10" fmla="*/ 2217 w 633"/>
                  <a:gd name="T11" fmla="*/ 1271 h 350"/>
                  <a:gd name="T12" fmla="*/ 2277 w 633"/>
                  <a:gd name="T13" fmla="*/ 1271 h 350"/>
                  <a:gd name="T14" fmla="*/ 2273 w 633"/>
                  <a:gd name="T15" fmla="*/ 1267 h 350"/>
                  <a:gd name="T16" fmla="*/ 464 w 633"/>
                  <a:gd name="T17" fmla="*/ 945 h 350"/>
                  <a:gd name="T18" fmla="*/ 184 w 633"/>
                  <a:gd name="T19" fmla="*/ 643 h 350"/>
                  <a:gd name="T20" fmla="*/ 120 w 633"/>
                  <a:gd name="T21" fmla="*/ 487 h 350"/>
                  <a:gd name="T22" fmla="*/ 120 w 633"/>
                  <a:gd name="T23" fmla="*/ 549 h 350"/>
                  <a:gd name="T24" fmla="*/ 184 w 633"/>
                  <a:gd name="T25" fmla="*/ 709 h 350"/>
                  <a:gd name="T26" fmla="*/ 464 w 633"/>
                  <a:gd name="T27" fmla="*/ 1008 h 350"/>
                  <a:gd name="T28" fmla="*/ 777 w 633"/>
                  <a:gd name="T29" fmla="*/ 1236 h 350"/>
                  <a:gd name="T30" fmla="*/ 811 w 633"/>
                  <a:gd name="T31" fmla="*/ 1257 h 350"/>
                  <a:gd name="T32" fmla="*/ 921 w 633"/>
                  <a:gd name="T33" fmla="*/ 1257 h 350"/>
                  <a:gd name="T34" fmla="*/ 777 w 633"/>
                  <a:gd name="T35" fmla="*/ 1170 h 350"/>
                  <a:gd name="T36" fmla="*/ 464 w 633"/>
                  <a:gd name="T37" fmla="*/ 945 h 350"/>
                  <a:gd name="T38" fmla="*/ 1459 w 633"/>
                  <a:gd name="T39" fmla="*/ 513 h 350"/>
                  <a:gd name="T40" fmla="*/ 1203 w 633"/>
                  <a:gd name="T41" fmla="*/ 334 h 350"/>
                  <a:gd name="T42" fmla="*/ 650 w 633"/>
                  <a:gd name="T43" fmla="*/ 54 h 350"/>
                  <a:gd name="T44" fmla="*/ 313 w 633"/>
                  <a:gd name="T45" fmla="*/ 12 h 350"/>
                  <a:gd name="T46" fmla="*/ 54 w 633"/>
                  <a:gd name="T47" fmla="*/ 163 h 350"/>
                  <a:gd name="T48" fmla="*/ 313 w 633"/>
                  <a:gd name="T49" fmla="*/ 75 h 350"/>
                  <a:gd name="T50" fmla="*/ 650 w 633"/>
                  <a:gd name="T51" fmla="*/ 120 h 350"/>
                  <a:gd name="T52" fmla="*/ 1203 w 633"/>
                  <a:gd name="T53" fmla="*/ 400 h 350"/>
                  <a:gd name="T54" fmla="*/ 1459 w 633"/>
                  <a:gd name="T55" fmla="*/ 576 h 350"/>
                  <a:gd name="T56" fmla="*/ 1540 w 633"/>
                  <a:gd name="T57" fmla="*/ 655 h 350"/>
                  <a:gd name="T58" fmla="*/ 1459 w 633"/>
                  <a:gd name="T59" fmla="*/ 513 h 35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33" h="350">
                    <a:moveTo>
                      <a:pt x="632" y="349"/>
                    </a:moveTo>
                    <a:cubicBezTo>
                      <a:pt x="596" y="310"/>
                      <a:pt x="559" y="274"/>
                      <a:pt x="521" y="239"/>
                    </a:cubicBezTo>
                    <a:cubicBezTo>
                      <a:pt x="492" y="212"/>
                      <a:pt x="470" y="174"/>
                      <a:pt x="429" y="183"/>
                    </a:cubicBezTo>
                    <a:cubicBezTo>
                      <a:pt x="423" y="185"/>
                      <a:pt x="421" y="188"/>
                      <a:pt x="417" y="195"/>
                    </a:cubicBezTo>
                    <a:cubicBezTo>
                      <a:pt x="460" y="184"/>
                      <a:pt x="491" y="230"/>
                      <a:pt x="521" y="257"/>
                    </a:cubicBezTo>
                    <a:cubicBezTo>
                      <a:pt x="554" y="286"/>
                      <a:pt x="585" y="318"/>
                      <a:pt x="616" y="350"/>
                    </a:cubicBezTo>
                    <a:cubicBezTo>
                      <a:pt x="633" y="350"/>
                      <a:pt x="633" y="350"/>
                      <a:pt x="633" y="350"/>
                    </a:cubicBezTo>
                    <a:cubicBezTo>
                      <a:pt x="633" y="350"/>
                      <a:pt x="632" y="349"/>
                      <a:pt x="632" y="349"/>
                    </a:cubicBezTo>
                    <a:close/>
                    <a:moveTo>
                      <a:pt x="129" y="260"/>
                    </a:moveTo>
                    <a:cubicBezTo>
                      <a:pt x="100" y="236"/>
                      <a:pt x="71" y="209"/>
                      <a:pt x="51" y="177"/>
                    </a:cubicBezTo>
                    <a:cubicBezTo>
                      <a:pt x="43" y="164"/>
                      <a:pt x="36" y="149"/>
                      <a:pt x="33" y="134"/>
                    </a:cubicBezTo>
                    <a:cubicBezTo>
                      <a:pt x="32" y="139"/>
                      <a:pt x="32" y="145"/>
                      <a:pt x="33" y="151"/>
                    </a:cubicBezTo>
                    <a:cubicBezTo>
                      <a:pt x="36" y="167"/>
                      <a:pt x="43" y="181"/>
                      <a:pt x="51" y="195"/>
                    </a:cubicBezTo>
                    <a:cubicBezTo>
                      <a:pt x="71" y="227"/>
                      <a:pt x="100" y="254"/>
                      <a:pt x="129" y="278"/>
                    </a:cubicBezTo>
                    <a:cubicBezTo>
                      <a:pt x="157" y="301"/>
                      <a:pt x="186" y="321"/>
                      <a:pt x="216" y="340"/>
                    </a:cubicBezTo>
                    <a:cubicBezTo>
                      <a:pt x="218" y="342"/>
                      <a:pt x="221" y="344"/>
                      <a:pt x="225" y="346"/>
                    </a:cubicBezTo>
                    <a:cubicBezTo>
                      <a:pt x="256" y="346"/>
                      <a:pt x="256" y="346"/>
                      <a:pt x="256" y="346"/>
                    </a:cubicBezTo>
                    <a:cubicBezTo>
                      <a:pt x="246" y="346"/>
                      <a:pt x="225" y="328"/>
                      <a:pt x="216" y="322"/>
                    </a:cubicBezTo>
                    <a:cubicBezTo>
                      <a:pt x="186" y="303"/>
                      <a:pt x="157" y="283"/>
                      <a:pt x="129" y="260"/>
                    </a:cubicBezTo>
                    <a:close/>
                    <a:moveTo>
                      <a:pt x="405" y="141"/>
                    </a:moveTo>
                    <a:cubicBezTo>
                      <a:pt x="381" y="125"/>
                      <a:pt x="358" y="108"/>
                      <a:pt x="334" y="92"/>
                    </a:cubicBezTo>
                    <a:cubicBezTo>
                      <a:pt x="286" y="60"/>
                      <a:pt x="236" y="32"/>
                      <a:pt x="181" y="15"/>
                    </a:cubicBezTo>
                    <a:cubicBezTo>
                      <a:pt x="151" y="6"/>
                      <a:pt x="119" y="0"/>
                      <a:pt x="87" y="3"/>
                    </a:cubicBezTo>
                    <a:cubicBezTo>
                      <a:pt x="62" y="5"/>
                      <a:pt x="0" y="13"/>
                      <a:pt x="15" y="45"/>
                    </a:cubicBezTo>
                    <a:cubicBezTo>
                      <a:pt x="26" y="28"/>
                      <a:pt x="68" y="22"/>
                      <a:pt x="87" y="21"/>
                    </a:cubicBezTo>
                    <a:cubicBezTo>
                      <a:pt x="119" y="18"/>
                      <a:pt x="151" y="24"/>
                      <a:pt x="181" y="33"/>
                    </a:cubicBezTo>
                    <a:cubicBezTo>
                      <a:pt x="236" y="50"/>
                      <a:pt x="286" y="78"/>
                      <a:pt x="334" y="110"/>
                    </a:cubicBezTo>
                    <a:cubicBezTo>
                      <a:pt x="358" y="126"/>
                      <a:pt x="381" y="143"/>
                      <a:pt x="405" y="159"/>
                    </a:cubicBezTo>
                    <a:cubicBezTo>
                      <a:pt x="414" y="165"/>
                      <a:pt x="424" y="172"/>
                      <a:pt x="428" y="180"/>
                    </a:cubicBezTo>
                    <a:cubicBezTo>
                      <a:pt x="436" y="162"/>
                      <a:pt x="419" y="150"/>
                      <a:pt x="405" y="141"/>
                    </a:cubicBezTo>
                    <a:close/>
                  </a:path>
                </a:pathLst>
              </a:custGeom>
              <a:solidFill>
                <a:srgbClr val="E2F1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8" name="Freeform 30">
                <a:extLst>
                  <a:ext uri="{FF2B5EF4-FFF2-40B4-BE49-F238E27FC236}">
                    <a16:creationId xmlns:a16="http://schemas.microsoft.com/office/drawing/2014/main" id="{85860C24-E91B-45D3-8DE1-521755DCD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663"/>
                <a:ext cx="1038" cy="538"/>
              </a:xfrm>
              <a:custGeom>
                <a:avLst/>
                <a:gdLst>
                  <a:gd name="T0" fmla="*/ 757 w 677"/>
                  <a:gd name="T1" fmla="*/ 1257 h 350"/>
                  <a:gd name="T2" fmla="*/ 1081 w 677"/>
                  <a:gd name="T3" fmla="*/ 1257 h 350"/>
                  <a:gd name="T4" fmla="*/ 938 w 677"/>
                  <a:gd name="T5" fmla="*/ 1170 h 350"/>
                  <a:gd name="T6" fmla="*/ 622 w 677"/>
                  <a:gd name="T7" fmla="*/ 945 h 350"/>
                  <a:gd name="T8" fmla="*/ 343 w 677"/>
                  <a:gd name="T9" fmla="*/ 643 h 350"/>
                  <a:gd name="T10" fmla="*/ 278 w 677"/>
                  <a:gd name="T11" fmla="*/ 483 h 350"/>
                  <a:gd name="T12" fmla="*/ 299 w 677"/>
                  <a:gd name="T13" fmla="*/ 303 h 350"/>
                  <a:gd name="T14" fmla="*/ 265 w 677"/>
                  <a:gd name="T15" fmla="*/ 208 h 350"/>
                  <a:gd name="T16" fmla="*/ 656 w 677"/>
                  <a:gd name="T17" fmla="*/ 211 h 350"/>
                  <a:gd name="T18" fmla="*/ 995 w 677"/>
                  <a:gd name="T19" fmla="*/ 357 h 350"/>
                  <a:gd name="T20" fmla="*/ 1371 w 677"/>
                  <a:gd name="T21" fmla="*/ 593 h 350"/>
                  <a:gd name="T22" fmla="*/ 1650 w 677"/>
                  <a:gd name="T23" fmla="*/ 730 h 350"/>
                  <a:gd name="T24" fmla="*/ 1834 w 677"/>
                  <a:gd name="T25" fmla="*/ 951 h 350"/>
                  <a:gd name="T26" fmla="*/ 2022 w 677"/>
                  <a:gd name="T27" fmla="*/ 1108 h 350"/>
                  <a:gd name="T28" fmla="*/ 2205 w 677"/>
                  <a:gd name="T29" fmla="*/ 1271 h 350"/>
                  <a:gd name="T30" fmla="*/ 2439 w 677"/>
                  <a:gd name="T31" fmla="*/ 1271 h 350"/>
                  <a:gd name="T32" fmla="*/ 2435 w 677"/>
                  <a:gd name="T33" fmla="*/ 1267 h 350"/>
                  <a:gd name="T34" fmla="*/ 2036 w 677"/>
                  <a:gd name="T35" fmla="*/ 867 h 350"/>
                  <a:gd name="T36" fmla="*/ 1697 w 677"/>
                  <a:gd name="T37" fmla="*/ 669 h 350"/>
                  <a:gd name="T38" fmla="*/ 1618 w 677"/>
                  <a:gd name="T39" fmla="*/ 513 h 350"/>
                  <a:gd name="T40" fmla="*/ 1363 w 677"/>
                  <a:gd name="T41" fmla="*/ 334 h 350"/>
                  <a:gd name="T42" fmla="*/ 811 w 677"/>
                  <a:gd name="T43" fmla="*/ 54 h 350"/>
                  <a:gd name="T44" fmla="*/ 472 w 677"/>
                  <a:gd name="T45" fmla="*/ 12 h 350"/>
                  <a:gd name="T46" fmla="*/ 228 w 677"/>
                  <a:gd name="T47" fmla="*/ 184 h 350"/>
                  <a:gd name="T48" fmla="*/ 103 w 677"/>
                  <a:gd name="T49" fmla="*/ 184 h 350"/>
                  <a:gd name="T50" fmla="*/ 67 w 677"/>
                  <a:gd name="T51" fmla="*/ 567 h 350"/>
                  <a:gd name="T52" fmla="*/ 317 w 677"/>
                  <a:gd name="T53" fmla="*/ 905 h 350"/>
                  <a:gd name="T54" fmla="*/ 616 w 677"/>
                  <a:gd name="T55" fmla="*/ 1157 h 350"/>
                  <a:gd name="T56" fmla="*/ 757 w 677"/>
                  <a:gd name="T57" fmla="*/ 1257 h 35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77" h="350">
                    <a:moveTo>
                      <a:pt x="210" y="346"/>
                    </a:moveTo>
                    <a:cubicBezTo>
                      <a:pt x="211" y="346"/>
                      <a:pt x="300" y="346"/>
                      <a:pt x="300" y="346"/>
                    </a:cubicBezTo>
                    <a:cubicBezTo>
                      <a:pt x="290" y="346"/>
                      <a:pt x="269" y="328"/>
                      <a:pt x="260" y="322"/>
                    </a:cubicBezTo>
                    <a:cubicBezTo>
                      <a:pt x="230" y="303"/>
                      <a:pt x="201" y="283"/>
                      <a:pt x="173" y="260"/>
                    </a:cubicBezTo>
                    <a:cubicBezTo>
                      <a:pt x="144" y="236"/>
                      <a:pt x="115" y="209"/>
                      <a:pt x="95" y="177"/>
                    </a:cubicBezTo>
                    <a:cubicBezTo>
                      <a:pt x="87" y="163"/>
                      <a:pt x="80" y="149"/>
                      <a:pt x="77" y="133"/>
                    </a:cubicBezTo>
                    <a:cubicBezTo>
                      <a:pt x="74" y="114"/>
                      <a:pt x="83" y="100"/>
                      <a:pt x="83" y="83"/>
                    </a:cubicBezTo>
                    <a:cubicBezTo>
                      <a:pt x="83" y="74"/>
                      <a:pt x="79" y="65"/>
                      <a:pt x="74" y="57"/>
                    </a:cubicBezTo>
                    <a:cubicBezTo>
                      <a:pt x="110" y="68"/>
                      <a:pt x="143" y="48"/>
                      <a:pt x="182" y="58"/>
                    </a:cubicBezTo>
                    <a:cubicBezTo>
                      <a:pt x="215" y="67"/>
                      <a:pt x="246" y="82"/>
                      <a:pt x="276" y="98"/>
                    </a:cubicBezTo>
                    <a:cubicBezTo>
                      <a:pt x="312" y="118"/>
                      <a:pt x="346" y="140"/>
                      <a:pt x="380" y="163"/>
                    </a:cubicBezTo>
                    <a:cubicBezTo>
                      <a:pt x="397" y="175"/>
                      <a:pt x="434" y="224"/>
                      <a:pt x="458" y="201"/>
                    </a:cubicBezTo>
                    <a:cubicBezTo>
                      <a:pt x="441" y="237"/>
                      <a:pt x="486" y="243"/>
                      <a:pt x="509" y="262"/>
                    </a:cubicBezTo>
                    <a:cubicBezTo>
                      <a:pt x="526" y="276"/>
                      <a:pt x="544" y="290"/>
                      <a:pt x="561" y="305"/>
                    </a:cubicBezTo>
                    <a:cubicBezTo>
                      <a:pt x="570" y="313"/>
                      <a:pt x="601" y="350"/>
                      <a:pt x="612" y="350"/>
                    </a:cubicBezTo>
                    <a:cubicBezTo>
                      <a:pt x="612" y="350"/>
                      <a:pt x="677" y="350"/>
                      <a:pt x="677" y="350"/>
                    </a:cubicBezTo>
                    <a:cubicBezTo>
                      <a:pt x="677" y="350"/>
                      <a:pt x="676" y="349"/>
                      <a:pt x="676" y="349"/>
                    </a:cubicBezTo>
                    <a:cubicBezTo>
                      <a:pt x="640" y="310"/>
                      <a:pt x="603" y="274"/>
                      <a:pt x="565" y="239"/>
                    </a:cubicBezTo>
                    <a:cubicBezTo>
                      <a:pt x="535" y="212"/>
                      <a:pt x="513" y="173"/>
                      <a:pt x="471" y="184"/>
                    </a:cubicBezTo>
                    <a:cubicBezTo>
                      <a:pt x="482" y="163"/>
                      <a:pt x="464" y="151"/>
                      <a:pt x="449" y="141"/>
                    </a:cubicBezTo>
                    <a:cubicBezTo>
                      <a:pt x="425" y="125"/>
                      <a:pt x="402" y="108"/>
                      <a:pt x="378" y="92"/>
                    </a:cubicBezTo>
                    <a:cubicBezTo>
                      <a:pt x="330" y="60"/>
                      <a:pt x="280" y="32"/>
                      <a:pt x="225" y="15"/>
                    </a:cubicBezTo>
                    <a:cubicBezTo>
                      <a:pt x="195" y="6"/>
                      <a:pt x="163" y="0"/>
                      <a:pt x="131" y="3"/>
                    </a:cubicBezTo>
                    <a:cubicBezTo>
                      <a:pt x="105" y="5"/>
                      <a:pt x="36" y="14"/>
                      <a:pt x="63" y="51"/>
                    </a:cubicBezTo>
                    <a:cubicBezTo>
                      <a:pt x="52" y="45"/>
                      <a:pt x="39" y="43"/>
                      <a:pt x="29" y="51"/>
                    </a:cubicBezTo>
                    <a:cubicBezTo>
                      <a:pt x="0" y="74"/>
                      <a:pt x="8" y="128"/>
                      <a:pt x="19" y="156"/>
                    </a:cubicBezTo>
                    <a:cubicBezTo>
                      <a:pt x="34" y="192"/>
                      <a:pt x="61" y="222"/>
                      <a:pt x="88" y="249"/>
                    </a:cubicBezTo>
                    <a:cubicBezTo>
                      <a:pt x="114" y="275"/>
                      <a:pt x="142" y="298"/>
                      <a:pt x="171" y="319"/>
                    </a:cubicBezTo>
                    <a:cubicBezTo>
                      <a:pt x="179" y="325"/>
                      <a:pt x="200" y="346"/>
                      <a:pt x="210" y="34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97C5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9" name="Freeform 31">
                <a:extLst>
                  <a:ext uri="{FF2B5EF4-FFF2-40B4-BE49-F238E27FC236}">
                    <a16:creationId xmlns:a16="http://schemas.microsoft.com/office/drawing/2014/main" id="{6B3A32A4-822A-46D1-A1C8-803FF0067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509"/>
                <a:ext cx="573" cy="686"/>
              </a:xfrm>
              <a:custGeom>
                <a:avLst/>
                <a:gdLst>
                  <a:gd name="T0" fmla="*/ 0 w 374"/>
                  <a:gd name="T1" fmla="*/ 1623 h 446"/>
                  <a:gd name="T2" fmla="*/ 218 w 374"/>
                  <a:gd name="T3" fmla="*/ 1623 h 446"/>
                  <a:gd name="T4" fmla="*/ 303 w 374"/>
                  <a:gd name="T5" fmla="*/ 1421 h 446"/>
                  <a:gd name="T6" fmla="*/ 392 w 374"/>
                  <a:gd name="T7" fmla="*/ 1226 h 446"/>
                  <a:gd name="T8" fmla="*/ 385 w 374"/>
                  <a:gd name="T9" fmla="*/ 1083 h 446"/>
                  <a:gd name="T10" fmla="*/ 480 w 374"/>
                  <a:gd name="T11" fmla="*/ 1055 h 446"/>
                  <a:gd name="T12" fmla="*/ 542 w 374"/>
                  <a:gd name="T13" fmla="*/ 901 h 446"/>
                  <a:gd name="T14" fmla="*/ 737 w 374"/>
                  <a:gd name="T15" fmla="*/ 561 h 446"/>
                  <a:gd name="T16" fmla="*/ 899 w 374"/>
                  <a:gd name="T17" fmla="*/ 338 h 446"/>
                  <a:gd name="T18" fmla="*/ 1014 w 374"/>
                  <a:gd name="T19" fmla="*/ 249 h 446"/>
                  <a:gd name="T20" fmla="*/ 1126 w 374"/>
                  <a:gd name="T21" fmla="*/ 194 h 446"/>
                  <a:gd name="T22" fmla="*/ 1195 w 374"/>
                  <a:gd name="T23" fmla="*/ 386 h 446"/>
                  <a:gd name="T24" fmla="*/ 1115 w 374"/>
                  <a:gd name="T25" fmla="*/ 617 h 446"/>
                  <a:gd name="T26" fmla="*/ 945 w 374"/>
                  <a:gd name="T27" fmla="*/ 941 h 446"/>
                  <a:gd name="T28" fmla="*/ 864 w 374"/>
                  <a:gd name="T29" fmla="*/ 1067 h 446"/>
                  <a:gd name="T30" fmla="*/ 881 w 374"/>
                  <a:gd name="T31" fmla="*/ 1161 h 446"/>
                  <a:gd name="T32" fmla="*/ 755 w 374"/>
                  <a:gd name="T33" fmla="*/ 1306 h 446"/>
                  <a:gd name="T34" fmla="*/ 636 w 374"/>
                  <a:gd name="T35" fmla="*/ 1623 h 446"/>
                  <a:gd name="T36" fmla="*/ 843 w 374"/>
                  <a:gd name="T37" fmla="*/ 1623 h 446"/>
                  <a:gd name="T38" fmla="*/ 899 w 374"/>
                  <a:gd name="T39" fmla="*/ 1463 h 446"/>
                  <a:gd name="T40" fmla="*/ 967 w 374"/>
                  <a:gd name="T41" fmla="*/ 1306 h 446"/>
                  <a:gd name="T42" fmla="*/ 945 w 374"/>
                  <a:gd name="T43" fmla="*/ 1201 h 446"/>
                  <a:gd name="T44" fmla="*/ 1046 w 374"/>
                  <a:gd name="T45" fmla="*/ 1131 h 446"/>
                  <a:gd name="T46" fmla="*/ 1151 w 374"/>
                  <a:gd name="T47" fmla="*/ 935 h 446"/>
                  <a:gd name="T48" fmla="*/ 1333 w 374"/>
                  <a:gd name="T49" fmla="*/ 428 h 446"/>
                  <a:gd name="T50" fmla="*/ 1311 w 374"/>
                  <a:gd name="T51" fmla="*/ 203 h 446"/>
                  <a:gd name="T52" fmla="*/ 1241 w 374"/>
                  <a:gd name="T53" fmla="*/ 102 h 446"/>
                  <a:gd name="T54" fmla="*/ 1164 w 374"/>
                  <a:gd name="T55" fmla="*/ 131 h 446"/>
                  <a:gd name="T56" fmla="*/ 921 w 374"/>
                  <a:gd name="T57" fmla="*/ 128 h 446"/>
                  <a:gd name="T58" fmla="*/ 665 w 374"/>
                  <a:gd name="T59" fmla="*/ 360 h 446"/>
                  <a:gd name="T60" fmla="*/ 440 w 374"/>
                  <a:gd name="T61" fmla="*/ 689 h 446"/>
                  <a:gd name="T62" fmla="*/ 319 w 374"/>
                  <a:gd name="T63" fmla="*/ 892 h 446"/>
                  <a:gd name="T64" fmla="*/ 305 w 374"/>
                  <a:gd name="T65" fmla="*/ 1034 h 446"/>
                  <a:gd name="T66" fmla="*/ 224 w 374"/>
                  <a:gd name="T67" fmla="*/ 1089 h 446"/>
                  <a:gd name="T68" fmla="*/ 150 w 374"/>
                  <a:gd name="T69" fmla="*/ 1252 h 446"/>
                  <a:gd name="T70" fmla="*/ 0 w 374"/>
                  <a:gd name="T71" fmla="*/ 1623 h 4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74" h="446">
                    <a:moveTo>
                      <a:pt x="0" y="446"/>
                    </a:moveTo>
                    <a:cubicBezTo>
                      <a:pt x="0" y="446"/>
                      <a:pt x="61" y="446"/>
                      <a:pt x="61" y="446"/>
                    </a:cubicBezTo>
                    <a:cubicBezTo>
                      <a:pt x="64" y="446"/>
                      <a:pt x="82" y="395"/>
                      <a:pt x="84" y="391"/>
                    </a:cubicBezTo>
                    <a:cubicBezTo>
                      <a:pt x="92" y="373"/>
                      <a:pt x="98" y="353"/>
                      <a:pt x="109" y="337"/>
                    </a:cubicBezTo>
                    <a:cubicBezTo>
                      <a:pt x="118" y="321"/>
                      <a:pt x="119" y="313"/>
                      <a:pt x="107" y="298"/>
                    </a:cubicBezTo>
                    <a:cubicBezTo>
                      <a:pt x="119" y="301"/>
                      <a:pt x="127" y="303"/>
                      <a:pt x="133" y="290"/>
                    </a:cubicBezTo>
                    <a:cubicBezTo>
                      <a:pt x="140" y="277"/>
                      <a:pt x="144" y="262"/>
                      <a:pt x="151" y="248"/>
                    </a:cubicBezTo>
                    <a:cubicBezTo>
                      <a:pt x="168" y="216"/>
                      <a:pt x="186" y="184"/>
                      <a:pt x="205" y="154"/>
                    </a:cubicBezTo>
                    <a:cubicBezTo>
                      <a:pt x="219" y="133"/>
                      <a:pt x="232" y="111"/>
                      <a:pt x="250" y="93"/>
                    </a:cubicBezTo>
                    <a:cubicBezTo>
                      <a:pt x="258" y="84"/>
                      <a:pt x="269" y="73"/>
                      <a:pt x="282" y="68"/>
                    </a:cubicBezTo>
                    <a:cubicBezTo>
                      <a:pt x="294" y="64"/>
                      <a:pt x="305" y="65"/>
                      <a:pt x="313" y="53"/>
                    </a:cubicBezTo>
                    <a:cubicBezTo>
                      <a:pt x="319" y="72"/>
                      <a:pt x="334" y="83"/>
                      <a:pt x="332" y="106"/>
                    </a:cubicBezTo>
                    <a:cubicBezTo>
                      <a:pt x="330" y="128"/>
                      <a:pt x="320" y="150"/>
                      <a:pt x="310" y="170"/>
                    </a:cubicBezTo>
                    <a:cubicBezTo>
                      <a:pt x="296" y="200"/>
                      <a:pt x="279" y="230"/>
                      <a:pt x="263" y="259"/>
                    </a:cubicBezTo>
                    <a:cubicBezTo>
                      <a:pt x="256" y="272"/>
                      <a:pt x="247" y="281"/>
                      <a:pt x="240" y="293"/>
                    </a:cubicBezTo>
                    <a:cubicBezTo>
                      <a:pt x="234" y="301"/>
                      <a:pt x="233" y="314"/>
                      <a:pt x="245" y="319"/>
                    </a:cubicBezTo>
                    <a:cubicBezTo>
                      <a:pt x="221" y="303"/>
                      <a:pt x="216" y="346"/>
                      <a:pt x="210" y="359"/>
                    </a:cubicBezTo>
                    <a:cubicBezTo>
                      <a:pt x="207" y="365"/>
                      <a:pt x="177" y="446"/>
                      <a:pt x="177" y="446"/>
                    </a:cubicBezTo>
                    <a:cubicBezTo>
                      <a:pt x="177" y="446"/>
                      <a:pt x="234" y="446"/>
                      <a:pt x="234" y="446"/>
                    </a:cubicBezTo>
                    <a:cubicBezTo>
                      <a:pt x="236" y="446"/>
                      <a:pt x="249" y="405"/>
                      <a:pt x="250" y="402"/>
                    </a:cubicBezTo>
                    <a:cubicBezTo>
                      <a:pt x="256" y="387"/>
                      <a:pt x="262" y="373"/>
                      <a:pt x="269" y="359"/>
                    </a:cubicBezTo>
                    <a:cubicBezTo>
                      <a:pt x="275" y="347"/>
                      <a:pt x="275" y="337"/>
                      <a:pt x="263" y="330"/>
                    </a:cubicBezTo>
                    <a:cubicBezTo>
                      <a:pt x="283" y="328"/>
                      <a:pt x="284" y="329"/>
                      <a:pt x="291" y="311"/>
                    </a:cubicBezTo>
                    <a:cubicBezTo>
                      <a:pt x="298" y="292"/>
                      <a:pt x="309" y="274"/>
                      <a:pt x="320" y="257"/>
                    </a:cubicBezTo>
                    <a:cubicBezTo>
                      <a:pt x="346" y="216"/>
                      <a:pt x="366" y="167"/>
                      <a:pt x="371" y="118"/>
                    </a:cubicBezTo>
                    <a:cubicBezTo>
                      <a:pt x="374" y="98"/>
                      <a:pt x="373" y="75"/>
                      <a:pt x="365" y="56"/>
                    </a:cubicBezTo>
                    <a:cubicBezTo>
                      <a:pt x="361" y="47"/>
                      <a:pt x="354" y="33"/>
                      <a:pt x="345" y="28"/>
                    </a:cubicBezTo>
                    <a:cubicBezTo>
                      <a:pt x="337" y="23"/>
                      <a:pt x="324" y="27"/>
                      <a:pt x="324" y="36"/>
                    </a:cubicBezTo>
                    <a:cubicBezTo>
                      <a:pt x="329" y="0"/>
                      <a:pt x="270" y="27"/>
                      <a:pt x="256" y="35"/>
                    </a:cubicBezTo>
                    <a:cubicBezTo>
                      <a:pt x="228" y="51"/>
                      <a:pt x="206" y="75"/>
                      <a:pt x="185" y="99"/>
                    </a:cubicBezTo>
                    <a:cubicBezTo>
                      <a:pt x="162" y="127"/>
                      <a:pt x="141" y="158"/>
                      <a:pt x="122" y="189"/>
                    </a:cubicBezTo>
                    <a:cubicBezTo>
                      <a:pt x="111" y="208"/>
                      <a:pt x="102" y="229"/>
                      <a:pt x="89" y="245"/>
                    </a:cubicBezTo>
                    <a:cubicBezTo>
                      <a:pt x="77" y="261"/>
                      <a:pt x="76" y="265"/>
                      <a:pt x="85" y="284"/>
                    </a:cubicBezTo>
                    <a:cubicBezTo>
                      <a:pt x="71" y="280"/>
                      <a:pt x="66" y="287"/>
                      <a:pt x="62" y="299"/>
                    </a:cubicBezTo>
                    <a:cubicBezTo>
                      <a:pt x="57" y="315"/>
                      <a:pt x="49" y="329"/>
                      <a:pt x="42" y="344"/>
                    </a:cubicBezTo>
                    <a:cubicBezTo>
                      <a:pt x="27" y="378"/>
                      <a:pt x="13" y="412"/>
                      <a:pt x="0" y="446"/>
                    </a:cubicBezTo>
                    <a:close/>
                  </a:path>
                </a:pathLst>
              </a:custGeom>
              <a:solidFill>
                <a:srgbClr val="AFD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0" name="Freeform 32">
                <a:extLst>
                  <a:ext uri="{FF2B5EF4-FFF2-40B4-BE49-F238E27FC236}">
                    <a16:creationId xmlns:a16="http://schemas.microsoft.com/office/drawing/2014/main" id="{AA9F7484-7174-44F9-B57A-46AA3D07EB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525"/>
                <a:ext cx="530" cy="670"/>
              </a:xfrm>
              <a:custGeom>
                <a:avLst/>
                <a:gdLst>
                  <a:gd name="T0" fmla="*/ 967 w 346"/>
                  <a:gd name="T1" fmla="*/ 106 h 436"/>
                  <a:gd name="T2" fmla="*/ 1155 w 346"/>
                  <a:gd name="T3" fmla="*/ 43 h 436"/>
                  <a:gd name="T4" fmla="*/ 919 w 346"/>
                  <a:gd name="T5" fmla="*/ 89 h 436"/>
                  <a:gd name="T6" fmla="*/ 663 w 346"/>
                  <a:gd name="T7" fmla="*/ 324 h 436"/>
                  <a:gd name="T8" fmla="*/ 438 w 346"/>
                  <a:gd name="T9" fmla="*/ 650 h 436"/>
                  <a:gd name="T10" fmla="*/ 319 w 346"/>
                  <a:gd name="T11" fmla="*/ 853 h 436"/>
                  <a:gd name="T12" fmla="*/ 305 w 346"/>
                  <a:gd name="T13" fmla="*/ 994 h 436"/>
                  <a:gd name="T14" fmla="*/ 224 w 346"/>
                  <a:gd name="T15" fmla="*/ 1048 h 436"/>
                  <a:gd name="T16" fmla="*/ 150 w 346"/>
                  <a:gd name="T17" fmla="*/ 1211 h 436"/>
                  <a:gd name="T18" fmla="*/ 0 w 346"/>
                  <a:gd name="T19" fmla="*/ 1583 h 436"/>
                  <a:gd name="T20" fmla="*/ 49 w 346"/>
                  <a:gd name="T21" fmla="*/ 1583 h 436"/>
                  <a:gd name="T22" fmla="*/ 195 w 346"/>
                  <a:gd name="T23" fmla="*/ 1226 h 436"/>
                  <a:gd name="T24" fmla="*/ 270 w 346"/>
                  <a:gd name="T25" fmla="*/ 1068 h 436"/>
                  <a:gd name="T26" fmla="*/ 349 w 346"/>
                  <a:gd name="T27" fmla="*/ 1008 h 436"/>
                  <a:gd name="T28" fmla="*/ 363 w 346"/>
                  <a:gd name="T29" fmla="*/ 867 h 436"/>
                  <a:gd name="T30" fmla="*/ 481 w 346"/>
                  <a:gd name="T31" fmla="*/ 668 h 436"/>
                  <a:gd name="T32" fmla="*/ 711 w 346"/>
                  <a:gd name="T33" fmla="*/ 338 h 436"/>
                  <a:gd name="T34" fmla="*/ 967 w 346"/>
                  <a:gd name="T35" fmla="*/ 106 h 436"/>
                  <a:gd name="T36" fmla="*/ 1143 w 346"/>
                  <a:gd name="T37" fmla="*/ 197 h 436"/>
                  <a:gd name="T38" fmla="*/ 1195 w 346"/>
                  <a:gd name="T39" fmla="*/ 349 h 436"/>
                  <a:gd name="T40" fmla="*/ 1115 w 346"/>
                  <a:gd name="T41" fmla="*/ 581 h 436"/>
                  <a:gd name="T42" fmla="*/ 945 w 346"/>
                  <a:gd name="T43" fmla="*/ 905 h 436"/>
                  <a:gd name="T44" fmla="*/ 864 w 346"/>
                  <a:gd name="T45" fmla="*/ 1027 h 436"/>
                  <a:gd name="T46" fmla="*/ 865 w 346"/>
                  <a:gd name="T47" fmla="*/ 1114 h 436"/>
                  <a:gd name="T48" fmla="*/ 755 w 346"/>
                  <a:gd name="T49" fmla="*/ 1266 h 436"/>
                  <a:gd name="T50" fmla="*/ 636 w 346"/>
                  <a:gd name="T51" fmla="*/ 1583 h 436"/>
                  <a:gd name="T52" fmla="*/ 688 w 346"/>
                  <a:gd name="T53" fmla="*/ 1583 h 436"/>
                  <a:gd name="T54" fmla="*/ 803 w 346"/>
                  <a:gd name="T55" fmla="*/ 1280 h 436"/>
                  <a:gd name="T56" fmla="*/ 913 w 346"/>
                  <a:gd name="T57" fmla="*/ 1143 h 436"/>
                  <a:gd name="T58" fmla="*/ 905 w 346"/>
                  <a:gd name="T59" fmla="*/ 1042 h 436"/>
                  <a:gd name="T60" fmla="*/ 988 w 346"/>
                  <a:gd name="T61" fmla="*/ 919 h 436"/>
                  <a:gd name="T62" fmla="*/ 1157 w 346"/>
                  <a:gd name="T63" fmla="*/ 595 h 436"/>
                  <a:gd name="T64" fmla="*/ 1236 w 346"/>
                  <a:gd name="T65" fmla="*/ 364 h 436"/>
                  <a:gd name="T66" fmla="*/ 1140 w 346"/>
                  <a:gd name="T67" fmla="*/ 154 h 436"/>
                  <a:gd name="T68" fmla="*/ 1143 w 346"/>
                  <a:gd name="T69" fmla="*/ 197 h 4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6" h="436">
                    <a:moveTo>
                      <a:pt x="269" y="29"/>
                    </a:moveTo>
                    <a:cubicBezTo>
                      <a:pt x="277" y="24"/>
                      <a:pt x="303" y="12"/>
                      <a:pt x="321" y="12"/>
                    </a:cubicBezTo>
                    <a:cubicBezTo>
                      <a:pt x="308" y="0"/>
                      <a:pt x="268" y="18"/>
                      <a:pt x="256" y="25"/>
                    </a:cubicBezTo>
                    <a:cubicBezTo>
                      <a:pt x="228" y="41"/>
                      <a:pt x="206" y="65"/>
                      <a:pt x="185" y="89"/>
                    </a:cubicBezTo>
                    <a:cubicBezTo>
                      <a:pt x="162" y="117"/>
                      <a:pt x="141" y="148"/>
                      <a:pt x="122" y="179"/>
                    </a:cubicBezTo>
                    <a:cubicBezTo>
                      <a:pt x="111" y="198"/>
                      <a:pt x="102" y="219"/>
                      <a:pt x="89" y="235"/>
                    </a:cubicBezTo>
                    <a:cubicBezTo>
                      <a:pt x="77" y="251"/>
                      <a:pt x="76" y="255"/>
                      <a:pt x="85" y="274"/>
                    </a:cubicBezTo>
                    <a:cubicBezTo>
                      <a:pt x="71" y="270"/>
                      <a:pt x="66" y="277"/>
                      <a:pt x="62" y="289"/>
                    </a:cubicBezTo>
                    <a:cubicBezTo>
                      <a:pt x="57" y="305"/>
                      <a:pt x="49" y="319"/>
                      <a:pt x="42" y="334"/>
                    </a:cubicBezTo>
                    <a:cubicBezTo>
                      <a:pt x="27" y="368"/>
                      <a:pt x="13" y="402"/>
                      <a:pt x="0" y="436"/>
                    </a:cubicBezTo>
                    <a:cubicBezTo>
                      <a:pt x="0" y="436"/>
                      <a:pt x="5" y="436"/>
                      <a:pt x="14" y="436"/>
                    </a:cubicBezTo>
                    <a:cubicBezTo>
                      <a:pt x="26" y="403"/>
                      <a:pt x="40" y="370"/>
                      <a:pt x="54" y="338"/>
                    </a:cubicBezTo>
                    <a:cubicBezTo>
                      <a:pt x="61" y="323"/>
                      <a:pt x="69" y="309"/>
                      <a:pt x="75" y="294"/>
                    </a:cubicBezTo>
                    <a:cubicBezTo>
                      <a:pt x="79" y="281"/>
                      <a:pt x="83" y="274"/>
                      <a:pt x="97" y="278"/>
                    </a:cubicBezTo>
                    <a:cubicBezTo>
                      <a:pt x="88" y="259"/>
                      <a:pt x="89" y="255"/>
                      <a:pt x="101" y="239"/>
                    </a:cubicBezTo>
                    <a:cubicBezTo>
                      <a:pt x="114" y="223"/>
                      <a:pt x="123" y="202"/>
                      <a:pt x="134" y="184"/>
                    </a:cubicBezTo>
                    <a:cubicBezTo>
                      <a:pt x="153" y="152"/>
                      <a:pt x="174" y="121"/>
                      <a:pt x="198" y="93"/>
                    </a:cubicBezTo>
                    <a:cubicBezTo>
                      <a:pt x="218" y="69"/>
                      <a:pt x="241" y="45"/>
                      <a:pt x="269" y="29"/>
                    </a:cubicBezTo>
                    <a:close/>
                    <a:moveTo>
                      <a:pt x="318" y="54"/>
                    </a:moveTo>
                    <a:cubicBezTo>
                      <a:pt x="325" y="67"/>
                      <a:pt x="334" y="78"/>
                      <a:pt x="332" y="96"/>
                    </a:cubicBezTo>
                    <a:cubicBezTo>
                      <a:pt x="330" y="118"/>
                      <a:pt x="320" y="140"/>
                      <a:pt x="310" y="160"/>
                    </a:cubicBezTo>
                    <a:cubicBezTo>
                      <a:pt x="296" y="190"/>
                      <a:pt x="279" y="220"/>
                      <a:pt x="263" y="249"/>
                    </a:cubicBezTo>
                    <a:cubicBezTo>
                      <a:pt x="256" y="262"/>
                      <a:pt x="247" y="271"/>
                      <a:pt x="240" y="283"/>
                    </a:cubicBezTo>
                    <a:cubicBezTo>
                      <a:pt x="235" y="290"/>
                      <a:pt x="234" y="301"/>
                      <a:pt x="241" y="307"/>
                    </a:cubicBezTo>
                    <a:cubicBezTo>
                      <a:pt x="221" y="297"/>
                      <a:pt x="216" y="337"/>
                      <a:pt x="210" y="349"/>
                    </a:cubicBezTo>
                    <a:cubicBezTo>
                      <a:pt x="207" y="355"/>
                      <a:pt x="177" y="436"/>
                      <a:pt x="177" y="436"/>
                    </a:cubicBezTo>
                    <a:cubicBezTo>
                      <a:pt x="191" y="436"/>
                      <a:pt x="191" y="436"/>
                      <a:pt x="191" y="436"/>
                    </a:cubicBezTo>
                    <a:cubicBezTo>
                      <a:pt x="197" y="420"/>
                      <a:pt x="220" y="359"/>
                      <a:pt x="223" y="353"/>
                    </a:cubicBezTo>
                    <a:cubicBezTo>
                      <a:pt x="228" y="341"/>
                      <a:pt x="234" y="306"/>
                      <a:pt x="254" y="315"/>
                    </a:cubicBezTo>
                    <a:cubicBezTo>
                      <a:pt x="247" y="310"/>
                      <a:pt x="247" y="294"/>
                      <a:pt x="252" y="287"/>
                    </a:cubicBezTo>
                    <a:cubicBezTo>
                      <a:pt x="259" y="275"/>
                      <a:pt x="268" y="266"/>
                      <a:pt x="275" y="253"/>
                    </a:cubicBezTo>
                    <a:cubicBezTo>
                      <a:pt x="292" y="224"/>
                      <a:pt x="308" y="195"/>
                      <a:pt x="322" y="164"/>
                    </a:cubicBezTo>
                    <a:cubicBezTo>
                      <a:pt x="332" y="144"/>
                      <a:pt x="343" y="122"/>
                      <a:pt x="344" y="100"/>
                    </a:cubicBezTo>
                    <a:cubicBezTo>
                      <a:pt x="346" y="77"/>
                      <a:pt x="324" y="61"/>
                      <a:pt x="317" y="42"/>
                    </a:cubicBezTo>
                    <a:cubicBezTo>
                      <a:pt x="315" y="45"/>
                      <a:pt x="313" y="46"/>
                      <a:pt x="318" y="54"/>
                    </a:cubicBezTo>
                    <a:close/>
                  </a:path>
                </a:pathLst>
              </a:custGeom>
              <a:solidFill>
                <a:srgbClr val="E2F1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1" name="Freeform 33">
                <a:extLst>
                  <a:ext uri="{FF2B5EF4-FFF2-40B4-BE49-F238E27FC236}">
                    <a16:creationId xmlns:a16="http://schemas.microsoft.com/office/drawing/2014/main" id="{EC24FAD5-2D55-4FE5-87F8-2D748DA5A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509"/>
                <a:ext cx="573" cy="686"/>
              </a:xfrm>
              <a:custGeom>
                <a:avLst/>
                <a:gdLst>
                  <a:gd name="T0" fmla="*/ 0 w 374"/>
                  <a:gd name="T1" fmla="*/ 1623 h 446"/>
                  <a:gd name="T2" fmla="*/ 218 w 374"/>
                  <a:gd name="T3" fmla="*/ 1623 h 446"/>
                  <a:gd name="T4" fmla="*/ 303 w 374"/>
                  <a:gd name="T5" fmla="*/ 1421 h 446"/>
                  <a:gd name="T6" fmla="*/ 392 w 374"/>
                  <a:gd name="T7" fmla="*/ 1226 h 446"/>
                  <a:gd name="T8" fmla="*/ 385 w 374"/>
                  <a:gd name="T9" fmla="*/ 1083 h 446"/>
                  <a:gd name="T10" fmla="*/ 480 w 374"/>
                  <a:gd name="T11" fmla="*/ 1055 h 446"/>
                  <a:gd name="T12" fmla="*/ 542 w 374"/>
                  <a:gd name="T13" fmla="*/ 901 h 446"/>
                  <a:gd name="T14" fmla="*/ 737 w 374"/>
                  <a:gd name="T15" fmla="*/ 561 h 446"/>
                  <a:gd name="T16" fmla="*/ 899 w 374"/>
                  <a:gd name="T17" fmla="*/ 338 h 446"/>
                  <a:gd name="T18" fmla="*/ 1014 w 374"/>
                  <a:gd name="T19" fmla="*/ 249 h 446"/>
                  <a:gd name="T20" fmla="*/ 1126 w 374"/>
                  <a:gd name="T21" fmla="*/ 194 h 446"/>
                  <a:gd name="T22" fmla="*/ 1195 w 374"/>
                  <a:gd name="T23" fmla="*/ 386 h 446"/>
                  <a:gd name="T24" fmla="*/ 1115 w 374"/>
                  <a:gd name="T25" fmla="*/ 617 h 446"/>
                  <a:gd name="T26" fmla="*/ 945 w 374"/>
                  <a:gd name="T27" fmla="*/ 941 h 446"/>
                  <a:gd name="T28" fmla="*/ 864 w 374"/>
                  <a:gd name="T29" fmla="*/ 1067 h 446"/>
                  <a:gd name="T30" fmla="*/ 881 w 374"/>
                  <a:gd name="T31" fmla="*/ 1161 h 446"/>
                  <a:gd name="T32" fmla="*/ 755 w 374"/>
                  <a:gd name="T33" fmla="*/ 1306 h 446"/>
                  <a:gd name="T34" fmla="*/ 636 w 374"/>
                  <a:gd name="T35" fmla="*/ 1623 h 446"/>
                  <a:gd name="T36" fmla="*/ 843 w 374"/>
                  <a:gd name="T37" fmla="*/ 1623 h 446"/>
                  <a:gd name="T38" fmla="*/ 899 w 374"/>
                  <a:gd name="T39" fmla="*/ 1463 h 446"/>
                  <a:gd name="T40" fmla="*/ 967 w 374"/>
                  <a:gd name="T41" fmla="*/ 1306 h 446"/>
                  <a:gd name="T42" fmla="*/ 945 w 374"/>
                  <a:gd name="T43" fmla="*/ 1201 h 446"/>
                  <a:gd name="T44" fmla="*/ 1046 w 374"/>
                  <a:gd name="T45" fmla="*/ 1131 h 446"/>
                  <a:gd name="T46" fmla="*/ 1151 w 374"/>
                  <a:gd name="T47" fmla="*/ 935 h 446"/>
                  <a:gd name="T48" fmla="*/ 1333 w 374"/>
                  <a:gd name="T49" fmla="*/ 428 h 446"/>
                  <a:gd name="T50" fmla="*/ 1311 w 374"/>
                  <a:gd name="T51" fmla="*/ 203 h 446"/>
                  <a:gd name="T52" fmla="*/ 1241 w 374"/>
                  <a:gd name="T53" fmla="*/ 102 h 446"/>
                  <a:gd name="T54" fmla="*/ 1164 w 374"/>
                  <a:gd name="T55" fmla="*/ 131 h 446"/>
                  <a:gd name="T56" fmla="*/ 921 w 374"/>
                  <a:gd name="T57" fmla="*/ 128 h 446"/>
                  <a:gd name="T58" fmla="*/ 665 w 374"/>
                  <a:gd name="T59" fmla="*/ 360 h 446"/>
                  <a:gd name="T60" fmla="*/ 440 w 374"/>
                  <a:gd name="T61" fmla="*/ 689 h 446"/>
                  <a:gd name="T62" fmla="*/ 319 w 374"/>
                  <a:gd name="T63" fmla="*/ 892 h 446"/>
                  <a:gd name="T64" fmla="*/ 305 w 374"/>
                  <a:gd name="T65" fmla="*/ 1034 h 446"/>
                  <a:gd name="T66" fmla="*/ 224 w 374"/>
                  <a:gd name="T67" fmla="*/ 1089 h 446"/>
                  <a:gd name="T68" fmla="*/ 150 w 374"/>
                  <a:gd name="T69" fmla="*/ 1252 h 446"/>
                  <a:gd name="T70" fmla="*/ 0 w 374"/>
                  <a:gd name="T71" fmla="*/ 1623 h 4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74" h="446">
                    <a:moveTo>
                      <a:pt x="0" y="446"/>
                    </a:moveTo>
                    <a:cubicBezTo>
                      <a:pt x="0" y="446"/>
                      <a:pt x="61" y="446"/>
                      <a:pt x="61" y="446"/>
                    </a:cubicBezTo>
                    <a:cubicBezTo>
                      <a:pt x="64" y="446"/>
                      <a:pt x="82" y="395"/>
                      <a:pt x="84" y="391"/>
                    </a:cubicBezTo>
                    <a:cubicBezTo>
                      <a:pt x="92" y="373"/>
                      <a:pt x="98" y="353"/>
                      <a:pt x="109" y="337"/>
                    </a:cubicBezTo>
                    <a:cubicBezTo>
                      <a:pt x="118" y="321"/>
                      <a:pt x="119" y="313"/>
                      <a:pt x="107" y="298"/>
                    </a:cubicBezTo>
                    <a:cubicBezTo>
                      <a:pt x="119" y="301"/>
                      <a:pt x="127" y="303"/>
                      <a:pt x="133" y="290"/>
                    </a:cubicBezTo>
                    <a:cubicBezTo>
                      <a:pt x="140" y="277"/>
                      <a:pt x="144" y="262"/>
                      <a:pt x="151" y="248"/>
                    </a:cubicBezTo>
                    <a:cubicBezTo>
                      <a:pt x="168" y="216"/>
                      <a:pt x="186" y="184"/>
                      <a:pt x="205" y="154"/>
                    </a:cubicBezTo>
                    <a:cubicBezTo>
                      <a:pt x="219" y="133"/>
                      <a:pt x="232" y="111"/>
                      <a:pt x="250" y="93"/>
                    </a:cubicBezTo>
                    <a:cubicBezTo>
                      <a:pt x="258" y="84"/>
                      <a:pt x="269" y="73"/>
                      <a:pt x="282" y="68"/>
                    </a:cubicBezTo>
                    <a:cubicBezTo>
                      <a:pt x="294" y="64"/>
                      <a:pt x="305" y="65"/>
                      <a:pt x="313" y="53"/>
                    </a:cubicBezTo>
                    <a:cubicBezTo>
                      <a:pt x="319" y="72"/>
                      <a:pt x="334" y="83"/>
                      <a:pt x="332" y="106"/>
                    </a:cubicBezTo>
                    <a:cubicBezTo>
                      <a:pt x="330" y="128"/>
                      <a:pt x="320" y="150"/>
                      <a:pt x="310" y="170"/>
                    </a:cubicBezTo>
                    <a:cubicBezTo>
                      <a:pt x="296" y="200"/>
                      <a:pt x="279" y="230"/>
                      <a:pt x="263" y="259"/>
                    </a:cubicBezTo>
                    <a:cubicBezTo>
                      <a:pt x="256" y="272"/>
                      <a:pt x="247" y="281"/>
                      <a:pt x="240" y="293"/>
                    </a:cubicBezTo>
                    <a:cubicBezTo>
                      <a:pt x="234" y="301"/>
                      <a:pt x="233" y="314"/>
                      <a:pt x="245" y="319"/>
                    </a:cubicBezTo>
                    <a:cubicBezTo>
                      <a:pt x="221" y="303"/>
                      <a:pt x="216" y="346"/>
                      <a:pt x="210" y="359"/>
                    </a:cubicBezTo>
                    <a:cubicBezTo>
                      <a:pt x="207" y="365"/>
                      <a:pt x="177" y="446"/>
                      <a:pt x="177" y="446"/>
                    </a:cubicBezTo>
                    <a:cubicBezTo>
                      <a:pt x="177" y="446"/>
                      <a:pt x="234" y="446"/>
                      <a:pt x="234" y="446"/>
                    </a:cubicBezTo>
                    <a:cubicBezTo>
                      <a:pt x="236" y="446"/>
                      <a:pt x="249" y="405"/>
                      <a:pt x="250" y="402"/>
                    </a:cubicBezTo>
                    <a:cubicBezTo>
                      <a:pt x="256" y="387"/>
                      <a:pt x="262" y="373"/>
                      <a:pt x="269" y="359"/>
                    </a:cubicBezTo>
                    <a:cubicBezTo>
                      <a:pt x="275" y="347"/>
                      <a:pt x="275" y="337"/>
                      <a:pt x="263" y="330"/>
                    </a:cubicBezTo>
                    <a:cubicBezTo>
                      <a:pt x="283" y="328"/>
                      <a:pt x="284" y="329"/>
                      <a:pt x="291" y="311"/>
                    </a:cubicBezTo>
                    <a:cubicBezTo>
                      <a:pt x="298" y="292"/>
                      <a:pt x="309" y="274"/>
                      <a:pt x="320" y="257"/>
                    </a:cubicBezTo>
                    <a:cubicBezTo>
                      <a:pt x="346" y="216"/>
                      <a:pt x="366" y="167"/>
                      <a:pt x="371" y="118"/>
                    </a:cubicBezTo>
                    <a:cubicBezTo>
                      <a:pt x="374" y="98"/>
                      <a:pt x="373" y="75"/>
                      <a:pt x="365" y="56"/>
                    </a:cubicBezTo>
                    <a:cubicBezTo>
                      <a:pt x="361" y="47"/>
                      <a:pt x="354" y="33"/>
                      <a:pt x="345" y="28"/>
                    </a:cubicBezTo>
                    <a:cubicBezTo>
                      <a:pt x="337" y="23"/>
                      <a:pt x="324" y="27"/>
                      <a:pt x="324" y="36"/>
                    </a:cubicBezTo>
                    <a:cubicBezTo>
                      <a:pt x="329" y="0"/>
                      <a:pt x="270" y="27"/>
                      <a:pt x="256" y="35"/>
                    </a:cubicBezTo>
                    <a:cubicBezTo>
                      <a:pt x="228" y="51"/>
                      <a:pt x="206" y="75"/>
                      <a:pt x="185" y="99"/>
                    </a:cubicBezTo>
                    <a:cubicBezTo>
                      <a:pt x="162" y="127"/>
                      <a:pt x="141" y="158"/>
                      <a:pt x="122" y="189"/>
                    </a:cubicBezTo>
                    <a:cubicBezTo>
                      <a:pt x="111" y="208"/>
                      <a:pt x="102" y="229"/>
                      <a:pt x="89" y="245"/>
                    </a:cubicBezTo>
                    <a:cubicBezTo>
                      <a:pt x="77" y="261"/>
                      <a:pt x="76" y="265"/>
                      <a:pt x="85" y="284"/>
                    </a:cubicBezTo>
                    <a:cubicBezTo>
                      <a:pt x="71" y="280"/>
                      <a:pt x="66" y="287"/>
                      <a:pt x="62" y="299"/>
                    </a:cubicBezTo>
                    <a:cubicBezTo>
                      <a:pt x="57" y="315"/>
                      <a:pt x="49" y="329"/>
                      <a:pt x="42" y="344"/>
                    </a:cubicBezTo>
                    <a:cubicBezTo>
                      <a:pt x="27" y="378"/>
                      <a:pt x="13" y="412"/>
                      <a:pt x="0" y="44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97C5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2" name="Freeform 34">
                <a:extLst>
                  <a:ext uri="{FF2B5EF4-FFF2-40B4-BE49-F238E27FC236}">
                    <a16:creationId xmlns:a16="http://schemas.microsoft.com/office/drawing/2014/main" id="{D6EC234E-5D3F-4848-BBDE-7388C33DE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1118"/>
                <a:ext cx="343" cy="333"/>
              </a:xfrm>
              <a:custGeom>
                <a:avLst/>
                <a:gdLst>
                  <a:gd name="T0" fmla="*/ 89 w 224"/>
                  <a:gd name="T1" fmla="*/ 14 h 217"/>
                  <a:gd name="T2" fmla="*/ 305 w 224"/>
                  <a:gd name="T3" fmla="*/ 14 h 217"/>
                  <a:gd name="T4" fmla="*/ 453 w 224"/>
                  <a:gd name="T5" fmla="*/ 144 h 217"/>
                  <a:gd name="T6" fmla="*/ 683 w 224"/>
                  <a:gd name="T7" fmla="*/ 629 h 217"/>
                  <a:gd name="T8" fmla="*/ 296 w 224"/>
                  <a:gd name="T9" fmla="*/ 625 h 217"/>
                  <a:gd name="T10" fmla="*/ 89 w 224"/>
                  <a:gd name="T11" fmla="*/ 184 h 217"/>
                  <a:gd name="T12" fmla="*/ 89 w 224"/>
                  <a:gd name="T13" fmla="*/ 14 h 2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217">
                    <a:moveTo>
                      <a:pt x="25" y="4"/>
                    </a:moveTo>
                    <a:cubicBezTo>
                      <a:pt x="85" y="4"/>
                      <a:pt x="85" y="4"/>
                      <a:pt x="85" y="4"/>
                    </a:cubicBezTo>
                    <a:cubicBezTo>
                      <a:pt x="85" y="4"/>
                      <a:pt x="99" y="0"/>
                      <a:pt x="126" y="40"/>
                    </a:cubicBezTo>
                    <a:cubicBezTo>
                      <a:pt x="153" y="81"/>
                      <a:pt x="224" y="154"/>
                      <a:pt x="190" y="174"/>
                    </a:cubicBezTo>
                    <a:cubicBezTo>
                      <a:pt x="156" y="194"/>
                      <a:pt x="106" y="217"/>
                      <a:pt x="82" y="173"/>
                    </a:cubicBezTo>
                    <a:cubicBezTo>
                      <a:pt x="58" y="128"/>
                      <a:pt x="25" y="51"/>
                      <a:pt x="25" y="51"/>
                    </a:cubicBezTo>
                    <a:cubicBezTo>
                      <a:pt x="25" y="51"/>
                      <a:pt x="0" y="9"/>
                      <a:pt x="25" y="4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3" name="Freeform 35">
                <a:extLst>
                  <a:ext uri="{FF2B5EF4-FFF2-40B4-BE49-F238E27FC236}">
                    <a16:creationId xmlns:a16="http://schemas.microsoft.com/office/drawing/2014/main" id="{0B1493C5-88EE-433A-B0B2-FD717CD67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1375"/>
                <a:ext cx="407" cy="475"/>
              </a:xfrm>
              <a:custGeom>
                <a:avLst/>
                <a:gdLst>
                  <a:gd name="T0" fmla="*/ 480 w 266"/>
                  <a:gd name="T1" fmla="*/ 83 h 309"/>
                  <a:gd name="T2" fmla="*/ 243 w 266"/>
                  <a:gd name="T3" fmla="*/ 74 h 309"/>
                  <a:gd name="T4" fmla="*/ 107 w 266"/>
                  <a:gd name="T5" fmla="*/ 366 h 309"/>
                  <a:gd name="T6" fmla="*/ 689 w 266"/>
                  <a:gd name="T7" fmla="*/ 1002 h 309"/>
                  <a:gd name="T8" fmla="*/ 880 w 266"/>
                  <a:gd name="T9" fmla="*/ 766 h 309"/>
                  <a:gd name="T10" fmla="*/ 785 w 266"/>
                  <a:gd name="T11" fmla="*/ 364 h 309"/>
                  <a:gd name="T12" fmla="*/ 480 w 266"/>
                  <a:gd name="T13" fmla="*/ 83 h 3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6" h="309">
                    <a:moveTo>
                      <a:pt x="134" y="23"/>
                    </a:moveTo>
                    <a:cubicBezTo>
                      <a:pt x="134" y="23"/>
                      <a:pt x="116" y="0"/>
                      <a:pt x="68" y="20"/>
                    </a:cubicBezTo>
                    <a:cubicBezTo>
                      <a:pt x="19" y="41"/>
                      <a:pt x="0" y="57"/>
                      <a:pt x="30" y="101"/>
                    </a:cubicBezTo>
                    <a:cubicBezTo>
                      <a:pt x="60" y="146"/>
                      <a:pt x="119" y="242"/>
                      <a:pt x="192" y="276"/>
                    </a:cubicBezTo>
                    <a:cubicBezTo>
                      <a:pt x="265" y="309"/>
                      <a:pt x="239" y="245"/>
                      <a:pt x="246" y="211"/>
                    </a:cubicBezTo>
                    <a:cubicBezTo>
                      <a:pt x="253" y="177"/>
                      <a:pt x="266" y="132"/>
                      <a:pt x="219" y="100"/>
                    </a:cubicBezTo>
                    <a:cubicBezTo>
                      <a:pt x="172" y="68"/>
                      <a:pt x="134" y="23"/>
                      <a:pt x="134" y="23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4" name="Freeform 36">
                <a:extLst>
                  <a:ext uri="{FF2B5EF4-FFF2-40B4-BE49-F238E27FC236}">
                    <a16:creationId xmlns:a16="http://schemas.microsoft.com/office/drawing/2014/main" id="{D9A843DE-ADB0-4469-A512-F744B4A14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570"/>
                <a:ext cx="500" cy="287"/>
              </a:xfrm>
              <a:custGeom>
                <a:avLst/>
                <a:gdLst>
                  <a:gd name="T0" fmla="*/ 278 w 326"/>
                  <a:gd name="T1" fmla="*/ 80 h 187"/>
                  <a:gd name="T2" fmla="*/ 67 w 326"/>
                  <a:gd name="T3" fmla="*/ 97 h 187"/>
                  <a:gd name="T4" fmla="*/ 48 w 326"/>
                  <a:gd name="T5" fmla="*/ 261 h 187"/>
                  <a:gd name="T6" fmla="*/ 28 w 326"/>
                  <a:gd name="T7" fmla="*/ 569 h 187"/>
                  <a:gd name="T8" fmla="*/ 331 w 326"/>
                  <a:gd name="T9" fmla="*/ 611 h 187"/>
                  <a:gd name="T10" fmla="*/ 1169 w 326"/>
                  <a:gd name="T11" fmla="*/ 479 h 187"/>
                  <a:gd name="T12" fmla="*/ 643 w 326"/>
                  <a:gd name="T13" fmla="*/ 235 h 187"/>
                  <a:gd name="T14" fmla="*/ 278 w 326"/>
                  <a:gd name="T15" fmla="*/ 80 h 1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6" h="187">
                    <a:moveTo>
                      <a:pt x="77" y="22"/>
                    </a:moveTo>
                    <a:cubicBezTo>
                      <a:pt x="77" y="22"/>
                      <a:pt x="28" y="0"/>
                      <a:pt x="19" y="27"/>
                    </a:cubicBezTo>
                    <a:cubicBezTo>
                      <a:pt x="9" y="54"/>
                      <a:pt x="19" y="53"/>
                      <a:pt x="13" y="72"/>
                    </a:cubicBezTo>
                    <a:cubicBezTo>
                      <a:pt x="8" y="91"/>
                      <a:pt x="0" y="147"/>
                      <a:pt x="8" y="158"/>
                    </a:cubicBezTo>
                    <a:cubicBezTo>
                      <a:pt x="16" y="169"/>
                      <a:pt x="50" y="171"/>
                      <a:pt x="92" y="169"/>
                    </a:cubicBezTo>
                    <a:cubicBezTo>
                      <a:pt x="133" y="166"/>
                      <a:pt x="320" y="187"/>
                      <a:pt x="324" y="132"/>
                    </a:cubicBezTo>
                    <a:cubicBezTo>
                      <a:pt x="326" y="91"/>
                      <a:pt x="245" y="97"/>
                      <a:pt x="178" y="65"/>
                    </a:cubicBezTo>
                    <a:cubicBezTo>
                      <a:pt x="110" y="32"/>
                      <a:pt x="77" y="22"/>
                      <a:pt x="77" y="22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5" name="Freeform 37">
                <a:extLst>
                  <a:ext uri="{FF2B5EF4-FFF2-40B4-BE49-F238E27FC236}">
                    <a16:creationId xmlns:a16="http://schemas.microsoft.com/office/drawing/2014/main" id="{3F6F0A6B-3ABA-41FB-B2AA-01E1E6DB8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1361"/>
                <a:ext cx="438" cy="472"/>
              </a:xfrm>
              <a:custGeom>
                <a:avLst/>
                <a:gdLst>
                  <a:gd name="T0" fmla="*/ 49 w 286"/>
                  <a:gd name="T1" fmla="*/ 973 h 307"/>
                  <a:gd name="T2" fmla="*/ 230 w 286"/>
                  <a:gd name="T3" fmla="*/ 867 h 307"/>
                  <a:gd name="T4" fmla="*/ 508 w 286"/>
                  <a:gd name="T5" fmla="*/ 494 h 307"/>
                  <a:gd name="T6" fmla="*/ 859 w 286"/>
                  <a:gd name="T7" fmla="*/ 154 h 307"/>
                  <a:gd name="T8" fmla="*/ 953 w 286"/>
                  <a:gd name="T9" fmla="*/ 593 h 307"/>
                  <a:gd name="T10" fmla="*/ 640 w 286"/>
                  <a:gd name="T11" fmla="*/ 1055 h 307"/>
                  <a:gd name="T12" fmla="*/ 49 w 286"/>
                  <a:gd name="T13" fmla="*/ 973 h 3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" h="307">
                    <a:moveTo>
                      <a:pt x="14" y="268"/>
                    </a:moveTo>
                    <a:cubicBezTo>
                      <a:pt x="14" y="268"/>
                      <a:pt x="0" y="244"/>
                      <a:pt x="64" y="239"/>
                    </a:cubicBezTo>
                    <a:cubicBezTo>
                      <a:pt x="127" y="233"/>
                      <a:pt x="191" y="177"/>
                      <a:pt x="142" y="136"/>
                    </a:cubicBezTo>
                    <a:cubicBezTo>
                      <a:pt x="93" y="96"/>
                      <a:pt x="192" y="0"/>
                      <a:pt x="239" y="42"/>
                    </a:cubicBezTo>
                    <a:cubicBezTo>
                      <a:pt x="286" y="83"/>
                      <a:pt x="282" y="98"/>
                      <a:pt x="265" y="163"/>
                    </a:cubicBezTo>
                    <a:cubicBezTo>
                      <a:pt x="247" y="228"/>
                      <a:pt x="269" y="287"/>
                      <a:pt x="178" y="290"/>
                    </a:cubicBezTo>
                    <a:cubicBezTo>
                      <a:pt x="88" y="293"/>
                      <a:pt x="11" y="307"/>
                      <a:pt x="14" y="268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6" name="Freeform 38">
                <a:extLst>
                  <a:ext uri="{FF2B5EF4-FFF2-40B4-BE49-F238E27FC236}">
                    <a16:creationId xmlns:a16="http://schemas.microsoft.com/office/drawing/2014/main" id="{264F12E3-241B-4E73-899B-D2524C1C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118"/>
                <a:ext cx="650" cy="217"/>
              </a:xfrm>
              <a:custGeom>
                <a:avLst/>
                <a:gdLst>
                  <a:gd name="T0" fmla="*/ 291 w 424"/>
                  <a:gd name="T1" fmla="*/ 5 h 141"/>
                  <a:gd name="T2" fmla="*/ 1292 w 424"/>
                  <a:gd name="T3" fmla="*/ 5 h 141"/>
                  <a:gd name="T4" fmla="*/ 1401 w 424"/>
                  <a:gd name="T5" fmla="*/ 114 h 141"/>
                  <a:gd name="T6" fmla="*/ 670 w 424"/>
                  <a:gd name="T7" fmla="*/ 414 h 141"/>
                  <a:gd name="T8" fmla="*/ 291 w 424"/>
                  <a:gd name="T9" fmla="*/ 5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4" h="141">
                    <a:moveTo>
                      <a:pt x="81" y="1"/>
                    </a:moveTo>
                    <a:cubicBezTo>
                      <a:pt x="359" y="1"/>
                      <a:pt x="359" y="1"/>
                      <a:pt x="359" y="1"/>
                    </a:cubicBezTo>
                    <a:cubicBezTo>
                      <a:pt x="359" y="1"/>
                      <a:pt x="424" y="5"/>
                      <a:pt x="389" y="31"/>
                    </a:cubicBezTo>
                    <a:cubicBezTo>
                      <a:pt x="354" y="57"/>
                      <a:pt x="234" y="141"/>
                      <a:pt x="186" y="114"/>
                    </a:cubicBezTo>
                    <a:cubicBezTo>
                      <a:pt x="138" y="87"/>
                      <a:pt x="0" y="0"/>
                      <a:pt x="81" y="1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7" name="Freeform 39">
                <a:extLst>
                  <a:ext uri="{FF2B5EF4-FFF2-40B4-BE49-F238E27FC236}">
                    <a16:creationId xmlns:a16="http://schemas.microsoft.com/office/drawing/2014/main" id="{E4A0DAF8-88AE-440B-9C75-8AA23EA9F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1089"/>
                <a:ext cx="570" cy="450"/>
              </a:xfrm>
              <a:custGeom>
                <a:avLst/>
                <a:gdLst>
                  <a:gd name="T0" fmla="*/ 234 w 372"/>
                  <a:gd name="T1" fmla="*/ 670 h 293"/>
                  <a:gd name="T2" fmla="*/ 127 w 372"/>
                  <a:gd name="T3" fmla="*/ 485 h 293"/>
                  <a:gd name="T4" fmla="*/ 690 w 372"/>
                  <a:gd name="T5" fmla="*/ 154 h 293"/>
                  <a:gd name="T6" fmla="*/ 1076 w 372"/>
                  <a:gd name="T7" fmla="*/ 207 h 293"/>
                  <a:gd name="T8" fmla="*/ 1155 w 372"/>
                  <a:gd name="T9" fmla="*/ 771 h 293"/>
                  <a:gd name="T10" fmla="*/ 772 w 372"/>
                  <a:gd name="T11" fmla="*/ 941 h 293"/>
                  <a:gd name="T12" fmla="*/ 234 w 372"/>
                  <a:gd name="T13" fmla="*/ 670 h 2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2" h="293">
                    <a:moveTo>
                      <a:pt x="65" y="185"/>
                    </a:moveTo>
                    <a:cubicBezTo>
                      <a:pt x="65" y="185"/>
                      <a:pt x="0" y="149"/>
                      <a:pt x="35" y="134"/>
                    </a:cubicBezTo>
                    <a:cubicBezTo>
                      <a:pt x="103" y="103"/>
                      <a:pt x="176" y="49"/>
                      <a:pt x="192" y="42"/>
                    </a:cubicBezTo>
                    <a:cubicBezTo>
                      <a:pt x="209" y="35"/>
                      <a:pt x="269" y="0"/>
                      <a:pt x="299" y="57"/>
                    </a:cubicBezTo>
                    <a:cubicBezTo>
                      <a:pt x="329" y="113"/>
                      <a:pt x="372" y="183"/>
                      <a:pt x="321" y="213"/>
                    </a:cubicBezTo>
                    <a:cubicBezTo>
                      <a:pt x="269" y="243"/>
                      <a:pt x="282" y="293"/>
                      <a:pt x="215" y="260"/>
                    </a:cubicBezTo>
                    <a:cubicBezTo>
                      <a:pt x="147" y="228"/>
                      <a:pt x="65" y="185"/>
                      <a:pt x="65" y="185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8" name="Freeform 40">
                <a:extLst>
                  <a:ext uri="{FF2B5EF4-FFF2-40B4-BE49-F238E27FC236}">
                    <a16:creationId xmlns:a16="http://schemas.microsoft.com/office/drawing/2014/main" id="{DA9982F5-0390-43C6-A829-D1C7C3A56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105"/>
                <a:ext cx="468" cy="417"/>
              </a:xfrm>
              <a:custGeom>
                <a:avLst/>
                <a:gdLst>
                  <a:gd name="T0" fmla="*/ 331 w 305"/>
                  <a:gd name="T1" fmla="*/ 48 h 271"/>
                  <a:gd name="T2" fmla="*/ 907 w 305"/>
                  <a:gd name="T3" fmla="*/ 48 h 271"/>
                  <a:gd name="T4" fmla="*/ 1089 w 305"/>
                  <a:gd name="T5" fmla="*/ 295 h 271"/>
                  <a:gd name="T6" fmla="*/ 763 w 305"/>
                  <a:gd name="T7" fmla="*/ 940 h 271"/>
                  <a:gd name="T8" fmla="*/ 365 w 305"/>
                  <a:gd name="T9" fmla="*/ 689 h 271"/>
                  <a:gd name="T10" fmla="*/ 181 w 305"/>
                  <a:gd name="T11" fmla="*/ 259 h 271"/>
                  <a:gd name="T12" fmla="*/ 331 w 305"/>
                  <a:gd name="T13" fmla="*/ 48 h 2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5" h="271">
                    <a:moveTo>
                      <a:pt x="92" y="13"/>
                    </a:moveTo>
                    <a:cubicBezTo>
                      <a:pt x="251" y="13"/>
                      <a:pt x="251" y="13"/>
                      <a:pt x="251" y="13"/>
                    </a:cubicBezTo>
                    <a:cubicBezTo>
                      <a:pt x="251" y="13"/>
                      <a:pt x="300" y="0"/>
                      <a:pt x="302" y="81"/>
                    </a:cubicBezTo>
                    <a:cubicBezTo>
                      <a:pt x="305" y="162"/>
                      <a:pt x="271" y="244"/>
                      <a:pt x="211" y="258"/>
                    </a:cubicBezTo>
                    <a:cubicBezTo>
                      <a:pt x="150" y="271"/>
                      <a:pt x="174" y="243"/>
                      <a:pt x="101" y="189"/>
                    </a:cubicBezTo>
                    <a:cubicBezTo>
                      <a:pt x="69" y="164"/>
                      <a:pt x="74" y="110"/>
                      <a:pt x="50" y="71"/>
                    </a:cubicBezTo>
                    <a:cubicBezTo>
                      <a:pt x="26" y="32"/>
                      <a:pt x="0" y="2"/>
                      <a:pt x="92" y="13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9" name="Freeform 41">
                <a:extLst>
                  <a:ext uri="{FF2B5EF4-FFF2-40B4-BE49-F238E27FC236}">
                    <a16:creationId xmlns:a16="http://schemas.microsoft.com/office/drawing/2014/main" id="{EF1E804A-53C8-4A0A-84F0-937442C8F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481"/>
                <a:ext cx="699" cy="327"/>
              </a:xfrm>
              <a:custGeom>
                <a:avLst/>
                <a:gdLst>
                  <a:gd name="T0" fmla="*/ 189 w 456"/>
                  <a:gd name="T1" fmla="*/ 141 h 213"/>
                  <a:gd name="T2" fmla="*/ 129 w 456"/>
                  <a:gd name="T3" fmla="*/ 702 h 213"/>
                  <a:gd name="T4" fmla="*/ 1090 w 456"/>
                  <a:gd name="T5" fmla="*/ 695 h 213"/>
                  <a:gd name="T6" fmla="*/ 1628 w 456"/>
                  <a:gd name="T7" fmla="*/ 519 h 213"/>
                  <a:gd name="T8" fmla="*/ 1326 w 456"/>
                  <a:gd name="T9" fmla="*/ 215 h 213"/>
                  <a:gd name="T10" fmla="*/ 520 w 456"/>
                  <a:gd name="T11" fmla="*/ 137 h 213"/>
                  <a:gd name="T12" fmla="*/ 189 w 456"/>
                  <a:gd name="T13" fmla="*/ 141 h 2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6" h="213">
                    <a:moveTo>
                      <a:pt x="52" y="39"/>
                    </a:moveTo>
                    <a:cubicBezTo>
                      <a:pt x="52" y="39"/>
                      <a:pt x="0" y="176"/>
                      <a:pt x="36" y="194"/>
                    </a:cubicBezTo>
                    <a:cubicBezTo>
                      <a:pt x="72" y="213"/>
                      <a:pt x="202" y="196"/>
                      <a:pt x="303" y="192"/>
                    </a:cubicBezTo>
                    <a:cubicBezTo>
                      <a:pt x="404" y="188"/>
                      <a:pt x="456" y="201"/>
                      <a:pt x="452" y="143"/>
                    </a:cubicBezTo>
                    <a:cubicBezTo>
                      <a:pt x="448" y="85"/>
                      <a:pt x="454" y="65"/>
                      <a:pt x="368" y="59"/>
                    </a:cubicBezTo>
                    <a:cubicBezTo>
                      <a:pt x="282" y="54"/>
                      <a:pt x="242" y="87"/>
                      <a:pt x="144" y="38"/>
                    </a:cubicBezTo>
                    <a:cubicBezTo>
                      <a:pt x="68" y="0"/>
                      <a:pt x="52" y="39"/>
                      <a:pt x="52" y="39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0" name="Freeform 42">
                <a:extLst>
                  <a:ext uri="{FF2B5EF4-FFF2-40B4-BE49-F238E27FC236}">
                    <a16:creationId xmlns:a16="http://schemas.microsoft.com/office/drawing/2014/main" id="{97471AEC-2BB0-47F0-9929-F2C531A9A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113"/>
                <a:ext cx="441" cy="472"/>
              </a:xfrm>
              <a:custGeom>
                <a:avLst/>
                <a:gdLst>
                  <a:gd name="T0" fmla="*/ 822 w 288"/>
                  <a:gd name="T1" fmla="*/ 131 h 307"/>
                  <a:gd name="T2" fmla="*/ 858 w 288"/>
                  <a:gd name="T3" fmla="*/ 26 h 307"/>
                  <a:gd name="T4" fmla="*/ 432 w 288"/>
                  <a:gd name="T5" fmla="*/ 26 h 307"/>
                  <a:gd name="T6" fmla="*/ 263 w 288"/>
                  <a:gd name="T7" fmla="*/ 277 h 307"/>
                  <a:gd name="T8" fmla="*/ 127 w 288"/>
                  <a:gd name="T9" fmla="*/ 810 h 307"/>
                  <a:gd name="T10" fmla="*/ 234 w 288"/>
                  <a:gd name="T11" fmla="*/ 1050 h 307"/>
                  <a:gd name="T12" fmla="*/ 657 w 288"/>
                  <a:gd name="T13" fmla="*/ 1064 h 307"/>
                  <a:gd name="T14" fmla="*/ 617 w 288"/>
                  <a:gd name="T15" fmla="*/ 826 h 307"/>
                  <a:gd name="T16" fmla="*/ 822 w 288"/>
                  <a:gd name="T17" fmla="*/ 131 h 3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8" h="307">
                    <a:moveTo>
                      <a:pt x="229" y="36"/>
                    </a:moveTo>
                    <a:cubicBezTo>
                      <a:pt x="229" y="36"/>
                      <a:pt x="288" y="7"/>
                      <a:pt x="239" y="7"/>
                    </a:cubicBezTo>
                    <a:cubicBezTo>
                      <a:pt x="191" y="7"/>
                      <a:pt x="120" y="7"/>
                      <a:pt x="120" y="7"/>
                    </a:cubicBezTo>
                    <a:cubicBezTo>
                      <a:pt x="120" y="7"/>
                      <a:pt x="72" y="0"/>
                      <a:pt x="73" y="76"/>
                    </a:cubicBezTo>
                    <a:cubicBezTo>
                      <a:pt x="75" y="151"/>
                      <a:pt x="53" y="189"/>
                      <a:pt x="35" y="223"/>
                    </a:cubicBezTo>
                    <a:cubicBezTo>
                      <a:pt x="18" y="257"/>
                      <a:pt x="0" y="264"/>
                      <a:pt x="65" y="289"/>
                    </a:cubicBezTo>
                    <a:cubicBezTo>
                      <a:pt x="111" y="307"/>
                      <a:pt x="157" y="300"/>
                      <a:pt x="183" y="293"/>
                    </a:cubicBezTo>
                    <a:cubicBezTo>
                      <a:pt x="208" y="286"/>
                      <a:pt x="192" y="265"/>
                      <a:pt x="172" y="227"/>
                    </a:cubicBezTo>
                    <a:cubicBezTo>
                      <a:pt x="152" y="189"/>
                      <a:pt x="147" y="95"/>
                      <a:pt x="229" y="36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1" name="Freeform 43">
                <a:extLst>
                  <a:ext uri="{FF2B5EF4-FFF2-40B4-BE49-F238E27FC236}">
                    <a16:creationId xmlns:a16="http://schemas.microsoft.com/office/drawing/2014/main" id="{A3967C4F-C3F7-4632-A5EF-42570A9C9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124"/>
                <a:ext cx="632" cy="269"/>
              </a:xfrm>
              <a:custGeom>
                <a:avLst/>
                <a:gdLst>
                  <a:gd name="T0" fmla="*/ 461 w 413"/>
                  <a:gd name="T1" fmla="*/ 0 h 175"/>
                  <a:gd name="T2" fmla="*/ 1333 w 413"/>
                  <a:gd name="T3" fmla="*/ 0 h 175"/>
                  <a:gd name="T4" fmla="*/ 1319 w 413"/>
                  <a:gd name="T5" fmla="*/ 137 h 175"/>
                  <a:gd name="T6" fmla="*/ 826 w 413"/>
                  <a:gd name="T7" fmla="*/ 452 h 175"/>
                  <a:gd name="T8" fmla="*/ 162 w 413"/>
                  <a:gd name="T9" fmla="*/ 406 h 175"/>
                  <a:gd name="T10" fmla="*/ 461 w 413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3" h="175">
                    <a:moveTo>
                      <a:pt x="129" y="0"/>
                    </a:moveTo>
                    <a:cubicBezTo>
                      <a:pt x="372" y="0"/>
                      <a:pt x="372" y="0"/>
                      <a:pt x="372" y="0"/>
                    </a:cubicBezTo>
                    <a:cubicBezTo>
                      <a:pt x="372" y="0"/>
                      <a:pt x="413" y="0"/>
                      <a:pt x="368" y="38"/>
                    </a:cubicBezTo>
                    <a:cubicBezTo>
                      <a:pt x="322" y="75"/>
                      <a:pt x="343" y="101"/>
                      <a:pt x="231" y="124"/>
                    </a:cubicBezTo>
                    <a:cubicBezTo>
                      <a:pt x="119" y="147"/>
                      <a:pt x="90" y="175"/>
                      <a:pt x="45" y="112"/>
                    </a:cubicBezTo>
                    <a:cubicBezTo>
                      <a:pt x="0" y="48"/>
                      <a:pt x="60" y="4"/>
                      <a:pt x="129" y="0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2" name="Freeform 44">
                <a:extLst>
                  <a:ext uri="{FF2B5EF4-FFF2-40B4-BE49-F238E27FC236}">
                    <a16:creationId xmlns:a16="http://schemas.microsoft.com/office/drawing/2014/main" id="{74044564-25F9-437B-8687-E249897EA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215"/>
                <a:ext cx="679" cy="564"/>
              </a:xfrm>
              <a:custGeom>
                <a:avLst/>
                <a:gdLst>
                  <a:gd name="T0" fmla="*/ 820 w 443"/>
                  <a:gd name="T1" fmla="*/ 1303 h 367"/>
                  <a:gd name="T2" fmla="*/ 371 w 443"/>
                  <a:gd name="T3" fmla="*/ 1311 h 367"/>
                  <a:gd name="T4" fmla="*/ 357 w 443"/>
                  <a:gd name="T5" fmla="*/ 758 h 367"/>
                  <a:gd name="T6" fmla="*/ 967 w 443"/>
                  <a:gd name="T7" fmla="*/ 221 h 367"/>
                  <a:gd name="T8" fmla="*/ 1318 w 443"/>
                  <a:gd name="T9" fmla="*/ 163 h 367"/>
                  <a:gd name="T10" fmla="*/ 1540 w 443"/>
                  <a:gd name="T11" fmla="*/ 546 h 367"/>
                  <a:gd name="T12" fmla="*/ 1102 w 443"/>
                  <a:gd name="T13" fmla="*/ 1016 h 367"/>
                  <a:gd name="T14" fmla="*/ 820 w 443"/>
                  <a:gd name="T15" fmla="*/ 1303 h 3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3" h="367">
                    <a:moveTo>
                      <a:pt x="228" y="359"/>
                    </a:moveTo>
                    <a:cubicBezTo>
                      <a:pt x="228" y="359"/>
                      <a:pt x="124" y="367"/>
                      <a:pt x="103" y="361"/>
                    </a:cubicBezTo>
                    <a:cubicBezTo>
                      <a:pt x="81" y="354"/>
                      <a:pt x="0" y="306"/>
                      <a:pt x="99" y="209"/>
                    </a:cubicBezTo>
                    <a:cubicBezTo>
                      <a:pt x="165" y="145"/>
                      <a:pt x="225" y="99"/>
                      <a:pt x="269" y="61"/>
                    </a:cubicBezTo>
                    <a:cubicBezTo>
                      <a:pt x="312" y="23"/>
                      <a:pt x="343" y="0"/>
                      <a:pt x="366" y="45"/>
                    </a:cubicBezTo>
                    <a:cubicBezTo>
                      <a:pt x="389" y="89"/>
                      <a:pt x="443" y="106"/>
                      <a:pt x="428" y="150"/>
                    </a:cubicBezTo>
                    <a:cubicBezTo>
                      <a:pt x="413" y="195"/>
                      <a:pt x="335" y="239"/>
                      <a:pt x="306" y="280"/>
                    </a:cubicBezTo>
                    <a:cubicBezTo>
                      <a:pt x="278" y="320"/>
                      <a:pt x="286" y="353"/>
                      <a:pt x="228" y="359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3" name="Freeform 45">
                <a:extLst>
                  <a:ext uri="{FF2B5EF4-FFF2-40B4-BE49-F238E27FC236}">
                    <a16:creationId xmlns:a16="http://schemas.microsoft.com/office/drawing/2014/main" id="{465198F5-0946-48DC-B096-82B1040A3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122"/>
                <a:ext cx="572" cy="399"/>
              </a:xfrm>
              <a:custGeom>
                <a:avLst/>
                <a:gdLst>
                  <a:gd name="T0" fmla="*/ 534 w 373"/>
                  <a:gd name="T1" fmla="*/ 0 h 259"/>
                  <a:gd name="T2" fmla="*/ 1089 w 373"/>
                  <a:gd name="T3" fmla="*/ 0 h 259"/>
                  <a:gd name="T4" fmla="*/ 1216 w 373"/>
                  <a:gd name="T5" fmla="*/ 259 h 259"/>
                  <a:gd name="T6" fmla="*/ 736 w 373"/>
                  <a:gd name="T7" fmla="*/ 932 h 259"/>
                  <a:gd name="T8" fmla="*/ 228 w 373"/>
                  <a:gd name="T9" fmla="*/ 575 h 259"/>
                  <a:gd name="T10" fmla="*/ 534 w 373"/>
                  <a:gd name="T11" fmla="*/ 0 h 2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3" h="259">
                    <a:moveTo>
                      <a:pt x="148" y="0"/>
                    </a:moveTo>
                    <a:cubicBezTo>
                      <a:pt x="302" y="0"/>
                      <a:pt x="302" y="0"/>
                      <a:pt x="302" y="0"/>
                    </a:cubicBezTo>
                    <a:cubicBezTo>
                      <a:pt x="302" y="0"/>
                      <a:pt x="373" y="1"/>
                      <a:pt x="337" y="71"/>
                    </a:cubicBezTo>
                    <a:cubicBezTo>
                      <a:pt x="302" y="141"/>
                      <a:pt x="294" y="248"/>
                      <a:pt x="204" y="255"/>
                    </a:cubicBezTo>
                    <a:cubicBezTo>
                      <a:pt x="147" y="259"/>
                      <a:pt x="103" y="188"/>
                      <a:pt x="63" y="157"/>
                    </a:cubicBezTo>
                    <a:cubicBezTo>
                      <a:pt x="24" y="126"/>
                      <a:pt x="0" y="24"/>
                      <a:pt x="148" y="0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4" name="Freeform 46">
                <a:extLst>
                  <a:ext uri="{FF2B5EF4-FFF2-40B4-BE49-F238E27FC236}">
                    <a16:creationId xmlns:a16="http://schemas.microsoft.com/office/drawing/2014/main" id="{88837DBD-FE0E-4A6B-BAC7-D5A9EC52E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099"/>
                <a:ext cx="518" cy="589"/>
              </a:xfrm>
              <a:custGeom>
                <a:avLst/>
                <a:gdLst>
                  <a:gd name="T0" fmla="*/ 587 w 338"/>
                  <a:gd name="T1" fmla="*/ 62 h 383"/>
                  <a:gd name="T2" fmla="*/ 890 w 338"/>
                  <a:gd name="T3" fmla="*/ 161 h 383"/>
                  <a:gd name="T4" fmla="*/ 1073 w 338"/>
                  <a:gd name="T5" fmla="*/ 658 h 383"/>
                  <a:gd name="T6" fmla="*/ 1084 w 338"/>
                  <a:gd name="T7" fmla="*/ 932 h 383"/>
                  <a:gd name="T8" fmla="*/ 313 w 338"/>
                  <a:gd name="T9" fmla="*/ 1170 h 383"/>
                  <a:gd name="T10" fmla="*/ 303 w 338"/>
                  <a:gd name="T11" fmla="*/ 607 h 383"/>
                  <a:gd name="T12" fmla="*/ 587 w 338"/>
                  <a:gd name="T13" fmla="*/ 62 h 3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8" h="383">
                    <a:moveTo>
                      <a:pt x="163" y="17"/>
                    </a:moveTo>
                    <a:cubicBezTo>
                      <a:pt x="163" y="17"/>
                      <a:pt x="238" y="0"/>
                      <a:pt x="247" y="44"/>
                    </a:cubicBezTo>
                    <a:cubicBezTo>
                      <a:pt x="257" y="89"/>
                      <a:pt x="277" y="155"/>
                      <a:pt x="298" y="181"/>
                    </a:cubicBezTo>
                    <a:cubicBezTo>
                      <a:pt x="320" y="206"/>
                      <a:pt x="338" y="230"/>
                      <a:pt x="301" y="256"/>
                    </a:cubicBezTo>
                    <a:cubicBezTo>
                      <a:pt x="265" y="282"/>
                      <a:pt x="201" y="383"/>
                      <a:pt x="87" y="322"/>
                    </a:cubicBezTo>
                    <a:cubicBezTo>
                      <a:pt x="0" y="276"/>
                      <a:pt x="60" y="216"/>
                      <a:pt x="84" y="167"/>
                    </a:cubicBezTo>
                    <a:cubicBezTo>
                      <a:pt x="108" y="118"/>
                      <a:pt x="111" y="36"/>
                      <a:pt x="163" y="17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5" name="Freeform 47">
                <a:extLst>
                  <a:ext uri="{FF2B5EF4-FFF2-40B4-BE49-F238E27FC236}">
                    <a16:creationId xmlns:a16="http://schemas.microsoft.com/office/drawing/2014/main" id="{B107DDF8-7870-4792-82DC-C9BE0A35A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124"/>
                <a:ext cx="315" cy="314"/>
              </a:xfrm>
              <a:custGeom>
                <a:avLst/>
                <a:gdLst>
                  <a:gd name="T0" fmla="*/ 217 w 206"/>
                  <a:gd name="T1" fmla="*/ 5 h 204"/>
                  <a:gd name="T2" fmla="*/ 67 w 206"/>
                  <a:gd name="T3" fmla="*/ 251 h 204"/>
                  <a:gd name="T4" fmla="*/ 433 w 206"/>
                  <a:gd name="T5" fmla="*/ 682 h 204"/>
                  <a:gd name="T6" fmla="*/ 708 w 206"/>
                  <a:gd name="T7" fmla="*/ 379 h 204"/>
                  <a:gd name="T8" fmla="*/ 575 w 206"/>
                  <a:gd name="T9" fmla="*/ 0 h 204"/>
                  <a:gd name="T10" fmla="*/ 217 w 206"/>
                  <a:gd name="T11" fmla="*/ 5 h 2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204">
                    <a:moveTo>
                      <a:pt x="61" y="1"/>
                    </a:moveTo>
                    <a:cubicBezTo>
                      <a:pt x="61" y="1"/>
                      <a:pt x="0" y="0"/>
                      <a:pt x="19" y="69"/>
                    </a:cubicBezTo>
                    <a:cubicBezTo>
                      <a:pt x="38" y="138"/>
                      <a:pt x="67" y="192"/>
                      <a:pt x="121" y="187"/>
                    </a:cubicBezTo>
                    <a:cubicBezTo>
                      <a:pt x="175" y="183"/>
                      <a:pt x="206" y="204"/>
                      <a:pt x="198" y="104"/>
                    </a:cubicBezTo>
                    <a:cubicBezTo>
                      <a:pt x="189" y="4"/>
                      <a:pt x="204" y="0"/>
                      <a:pt x="161" y="0"/>
                    </a:cubicBezTo>
                    <a:cubicBezTo>
                      <a:pt x="118" y="0"/>
                      <a:pt x="61" y="1"/>
                      <a:pt x="61" y="1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6" name="Freeform 48">
                <a:extLst>
                  <a:ext uri="{FF2B5EF4-FFF2-40B4-BE49-F238E27FC236}">
                    <a16:creationId xmlns:a16="http://schemas.microsoft.com/office/drawing/2014/main" id="{E71773A3-497E-46C3-82A4-951976821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385"/>
                <a:ext cx="420" cy="436"/>
              </a:xfrm>
              <a:custGeom>
                <a:avLst/>
                <a:gdLst>
                  <a:gd name="T0" fmla="*/ 235 w 274"/>
                  <a:gd name="T1" fmla="*/ 1000 h 283"/>
                  <a:gd name="T2" fmla="*/ 914 w 274"/>
                  <a:gd name="T3" fmla="*/ 324 h 283"/>
                  <a:gd name="T4" fmla="*/ 582 w 274"/>
                  <a:gd name="T5" fmla="*/ 140 h 283"/>
                  <a:gd name="T6" fmla="*/ 181 w 274"/>
                  <a:gd name="T7" fmla="*/ 519 h 283"/>
                  <a:gd name="T8" fmla="*/ 21 w 274"/>
                  <a:gd name="T9" fmla="*/ 776 h 283"/>
                  <a:gd name="T10" fmla="*/ 235 w 274"/>
                  <a:gd name="T11" fmla="*/ 1000 h 2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4" h="283">
                    <a:moveTo>
                      <a:pt x="65" y="273"/>
                    </a:moveTo>
                    <a:cubicBezTo>
                      <a:pt x="65" y="273"/>
                      <a:pt x="211" y="274"/>
                      <a:pt x="254" y="88"/>
                    </a:cubicBezTo>
                    <a:cubicBezTo>
                      <a:pt x="274" y="0"/>
                      <a:pt x="189" y="6"/>
                      <a:pt x="162" y="38"/>
                    </a:cubicBezTo>
                    <a:cubicBezTo>
                      <a:pt x="138" y="67"/>
                      <a:pt x="96" y="116"/>
                      <a:pt x="50" y="142"/>
                    </a:cubicBezTo>
                    <a:cubicBezTo>
                      <a:pt x="4" y="167"/>
                      <a:pt x="11" y="182"/>
                      <a:pt x="6" y="212"/>
                    </a:cubicBezTo>
                    <a:cubicBezTo>
                      <a:pt x="0" y="242"/>
                      <a:pt x="4" y="283"/>
                      <a:pt x="65" y="273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7" name="Freeform 49">
                <a:extLst>
                  <a:ext uri="{FF2B5EF4-FFF2-40B4-BE49-F238E27FC236}">
                    <a16:creationId xmlns:a16="http://schemas.microsoft.com/office/drawing/2014/main" id="{3F6AFC40-18A3-4683-A513-BA55EA650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491"/>
                <a:ext cx="567" cy="311"/>
              </a:xfrm>
              <a:custGeom>
                <a:avLst/>
                <a:gdLst>
                  <a:gd name="T0" fmla="*/ 446 w 370"/>
                  <a:gd name="T1" fmla="*/ 140 h 202"/>
                  <a:gd name="T2" fmla="*/ 751 w 370"/>
                  <a:gd name="T3" fmla="*/ 91 h 202"/>
                  <a:gd name="T4" fmla="*/ 1177 w 370"/>
                  <a:gd name="T5" fmla="*/ 337 h 202"/>
                  <a:gd name="T6" fmla="*/ 1303 w 370"/>
                  <a:gd name="T7" fmla="*/ 548 h 202"/>
                  <a:gd name="T8" fmla="*/ 932 w 370"/>
                  <a:gd name="T9" fmla="*/ 716 h 202"/>
                  <a:gd name="T10" fmla="*/ 8 w 370"/>
                  <a:gd name="T11" fmla="*/ 610 h 202"/>
                  <a:gd name="T12" fmla="*/ 446 w 370"/>
                  <a:gd name="T13" fmla="*/ 140 h 2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0" h="202">
                    <a:moveTo>
                      <a:pt x="124" y="38"/>
                    </a:moveTo>
                    <a:cubicBezTo>
                      <a:pt x="124" y="38"/>
                      <a:pt x="181" y="0"/>
                      <a:pt x="209" y="25"/>
                    </a:cubicBezTo>
                    <a:cubicBezTo>
                      <a:pt x="238" y="51"/>
                      <a:pt x="284" y="86"/>
                      <a:pt x="327" y="92"/>
                    </a:cubicBezTo>
                    <a:cubicBezTo>
                      <a:pt x="370" y="97"/>
                      <a:pt x="370" y="113"/>
                      <a:pt x="362" y="150"/>
                    </a:cubicBezTo>
                    <a:cubicBezTo>
                      <a:pt x="354" y="186"/>
                      <a:pt x="348" y="202"/>
                      <a:pt x="259" y="196"/>
                    </a:cubicBezTo>
                    <a:cubicBezTo>
                      <a:pt x="170" y="189"/>
                      <a:pt x="0" y="202"/>
                      <a:pt x="2" y="167"/>
                    </a:cubicBezTo>
                    <a:cubicBezTo>
                      <a:pt x="3" y="132"/>
                      <a:pt x="124" y="38"/>
                      <a:pt x="124" y="38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8" name="Freeform 50">
                <a:extLst>
                  <a:ext uri="{FF2B5EF4-FFF2-40B4-BE49-F238E27FC236}">
                    <a16:creationId xmlns:a16="http://schemas.microsoft.com/office/drawing/2014/main" id="{E9F04362-4FA2-4268-A314-0CE3CC021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268"/>
                <a:ext cx="647" cy="463"/>
              </a:xfrm>
              <a:custGeom>
                <a:avLst/>
                <a:gdLst>
                  <a:gd name="T0" fmla="*/ 256 w 422"/>
                  <a:gd name="T1" fmla="*/ 211 h 301"/>
                  <a:gd name="T2" fmla="*/ 960 w 422"/>
                  <a:gd name="T3" fmla="*/ 114 h 301"/>
                  <a:gd name="T4" fmla="*/ 1366 w 422"/>
                  <a:gd name="T5" fmla="*/ 514 h 301"/>
                  <a:gd name="T6" fmla="*/ 1363 w 422"/>
                  <a:gd name="T7" fmla="*/ 738 h 301"/>
                  <a:gd name="T8" fmla="*/ 724 w 422"/>
                  <a:gd name="T9" fmla="*/ 954 h 301"/>
                  <a:gd name="T10" fmla="*/ 101 w 422"/>
                  <a:gd name="T11" fmla="*/ 392 h 301"/>
                  <a:gd name="T12" fmla="*/ 256 w 422"/>
                  <a:gd name="T13" fmla="*/ 211 h 3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2" h="301">
                    <a:moveTo>
                      <a:pt x="71" y="58"/>
                    </a:moveTo>
                    <a:cubicBezTo>
                      <a:pt x="71" y="58"/>
                      <a:pt x="228" y="0"/>
                      <a:pt x="266" y="31"/>
                    </a:cubicBezTo>
                    <a:cubicBezTo>
                      <a:pt x="303" y="62"/>
                      <a:pt x="348" y="126"/>
                      <a:pt x="379" y="141"/>
                    </a:cubicBezTo>
                    <a:cubicBezTo>
                      <a:pt x="410" y="156"/>
                      <a:pt x="422" y="176"/>
                      <a:pt x="378" y="203"/>
                    </a:cubicBezTo>
                    <a:cubicBezTo>
                      <a:pt x="333" y="230"/>
                      <a:pt x="298" y="301"/>
                      <a:pt x="201" y="262"/>
                    </a:cubicBezTo>
                    <a:cubicBezTo>
                      <a:pt x="104" y="223"/>
                      <a:pt x="0" y="185"/>
                      <a:pt x="28" y="108"/>
                    </a:cubicBezTo>
                    <a:cubicBezTo>
                      <a:pt x="42" y="72"/>
                      <a:pt x="71" y="58"/>
                      <a:pt x="71" y="58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9" name="Freeform 51">
                <a:extLst>
                  <a:ext uri="{FF2B5EF4-FFF2-40B4-BE49-F238E27FC236}">
                    <a16:creationId xmlns:a16="http://schemas.microsoft.com/office/drawing/2014/main" id="{E4A5357C-3949-4909-93DA-6DFCB5A03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482"/>
                <a:ext cx="676" cy="302"/>
              </a:xfrm>
              <a:custGeom>
                <a:avLst/>
                <a:gdLst>
                  <a:gd name="T0" fmla="*/ 66 w 441"/>
                  <a:gd name="T1" fmla="*/ 519 h 196"/>
                  <a:gd name="T2" fmla="*/ 622 w 441"/>
                  <a:gd name="T3" fmla="*/ 183 h 196"/>
                  <a:gd name="T4" fmla="*/ 1419 w 441"/>
                  <a:gd name="T5" fmla="*/ 519 h 196"/>
                  <a:gd name="T6" fmla="*/ 1311 w 441"/>
                  <a:gd name="T7" fmla="*/ 712 h 196"/>
                  <a:gd name="T8" fmla="*/ 208 w 441"/>
                  <a:gd name="T9" fmla="*/ 670 h 196"/>
                  <a:gd name="T10" fmla="*/ 66 w 441"/>
                  <a:gd name="T11" fmla="*/ 519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1" h="196">
                    <a:moveTo>
                      <a:pt x="18" y="142"/>
                    </a:moveTo>
                    <a:cubicBezTo>
                      <a:pt x="18" y="142"/>
                      <a:pt x="92" y="0"/>
                      <a:pt x="173" y="50"/>
                    </a:cubicBezTo>
                    <a:cubicBezTo>
                      <a:pt x="254" y="100"/>
                      <a:pt x="347" y="135"/>
                      <a:pt x="394" y="142"/>
                    </a:cubicBezTo>
                    <a:cubicBezTo>
                      <a:pt x="441" y="149"/>
                      <a:pt x="414" y="193"/>
                      <a:pt x="364" y="195"/>
                    </a:cubicBezTo>
                    <a:cubicBezTo>
                      <a:pt x="315" y="196"/>
                      <a:pt x="113" y="183"/>
                      <a:pt x="58" y="183"/>
                    </a:cubicBezTo>
                    <a:cubicBezTo>
                      <a:pt x="3" y="183"/>
                      <a:pt x="0" y="169"/>
                      <a:pt x="18" y="142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0" name="Freeform 52">
                <a:extLst>
                  <a:ext uri="{FF2B5EF4-FFF2-40B4-BE49-F238E27FC236}">
                    <a16:creationId xmlns:a16="http://schemas.microsoft.com/office/drawing/2014/main" id="{BF87672B-3849-4976-8BA7-ADFC21E1D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1124"/>
                <a:ext cx="305" cy="327"/>
              </a:xfrm>
              <a:custGeom>
                <a:avLst/>
                <a:gdLst>
                  <a:gd name="T0" fmla="*/ 411 w 199"/>
                  <a:gd name="T1" fmla="*/ 502 h 213"/>
                  <a:gd name="T2" fmla="*/ 208 w 199"/>
                  <a:gd name="T3" fmla="*/ 61 h 213"/>
                  <a:gd name="T4" fmla="*/ 176 w 199"/>
                  <a:gd name="T5" fmla="*/ 0 h 213"/>
                  <a:gd name="T6" fmla="*/ 89 w 199"/>
                  <a:gd name="T7" fmla="*/ 0 h 213"/>
                  <a:gd name="T8" fmla="*/ 89 w 199"/>
                  <a:gd name="T9" fmla="*/ 170 h 213"/>
                  <a:gd name="T10" fmla="*/ 296 w 199"/>
                  <a:gd name="T11" fmla="*/ 611 h 213"/>
                  <a:gd name="T12" fmla="*/ 684 w 199"/>
                  <a:gd name="T13" fmla="*/ 616 h 213"/>
                  <a:gd name="T14" fmla="*/ 716 w 199"/>
                  <a:gd name="T15" fmla="*/ 554 h 213"/>
                  <a:gd name="T16" fmla="*/ 411 w 199"/>
                  <a:gd name="T17" fmla="*/ 502 h 2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9" h="213">
                    <a:moveTo>
                      <a:pt x="114" y="139"/>
                    </a:moveTo>
                    <a:cubicBezTo>
                      <a:pt x="90" y="94"/>
                      <a:pt x="58" y="17"/>
                      <a:pt x="58" y="17"/>
                    </a:cubicBezTo>
                    <a:cubicBezTo>
                      <a:pt x="58" y="17"/>
                      <a:pt x="53" y="9"/>
                      <a:pt x="49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5"/>
                      <a:pt x="25" y="47"/>
                      <a:pt x="25" y="47"/>
                    </a:cubicBezTo>
                    <a:cubicBezTo>
                      <a:pt x="25" y="47"/>
                      <a:pt x="58" y="124"/>
                      <a:pt x="82" y="169"/>
                    </a:cubicBezTo>
                    <a:cubicBezTo>
                      <a:pt x="106" y="213"/>
                      <a:pt x="156" y="190"/>
                      <a:pt x="190" y="170"/>
                    </a:cubicBezTo>
                    <a:cubicBezTo>
                      <a:pt x="196" y="166"/>
                      <a:pt x="199" y="160"/>
                      <a:pt x="199" y="153"/>
                    </a:cubicBezTo>
                    <a:cubicBezTo>
                      <a:pt x="168" y="167"/>
                      <a:pt x="133" y="174"/>
                      <a:pt x="114" y="139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1" name="Freeform 53">
                <a:extLst>
                  <a:ext uri="{FF2B5EF4-FFF2-40B4-BE49-F238E27FC236}">
                    <a16:creationId xmlns:a16="http://schemas.microsoft.com/office/drawing/2014/main" id="{9212AA6C-481C-4A2F-8401-59AF143EE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419"/>
                <a:ext cx="369" cy="412"/>
              </a:xfrm>
              <a:custGeom>
                <a:avLst/>
                <a:gdLst>
                  <a:gd name="T0" fmla="*/ 790 w 241"/>
                  <a:gd name="T1" fmla="*/ 789 h 268"/>
                  <a:gd name="T2" fmla="*/ 208 w 241"/>
                  <a:gd name="T3" fmla="*/ 154 h 268"/>
                  <a:gd name="T4" fmla="*/ 162 w 241"/>
                  <a:gd name="T5" fmla="*/ 0 h 268"/>
                  <a:gd name="T6" fmla="*/ 93 w 241"/>
                  <a:gd name="T7" fmla="*/ 263 h 268"/>
                  <a:gd name="T8" fmla="*/ 675 w 241"/>
                  <a:gd name="T9" fmla="*/ 898 h 268"/>
                  <a:gd name="T10" fmla="*/ 865 w 241"/>
                  <a:gd name="T11" fmla="*/ 813 h 268"/>
                  <a:gd name="T12" fmla="*/ 790 w 241"/>
                  <a:gd name="T13" fmla="*/ 789 h 2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1" h="268">
                    <a:moveTo>
                      <a:pt x="220" y="217"/>
                    </a:moveTo>
                    <a:cubicBezTo>
                      <a:pt x="147" y="183"/>
                      <a:pt x="88" y="87"/>
                      <a:pt x="58" y="42"/>
                    </a:cubicBezTo>
                    <a:cubicBezTo>
                      <a:pt x="46" y="24"/>
                      <a:pt x="42" y="11"/>
                      <a:pt x="45" y="0"/>
                    </a:cubicBezTo>
                    <a:cubicBezTo>
                      <a:pt x="11" y="17"/>
                      <a:pt x="0" y="34"/>
                      <a:pt x="26" y="72"/>
                    </a:cubicBezTo>
                    <a:cubicBezTo>
                      <a:pt x="56" y="117"/>
                      <a:pt x="115" y="213"/>
                      <a:pt x="188" y="247"/>
                    </a:cubicBezTo>
                    <a:cubicBezTo>
                      <a:pt x="234" y="268"/>
                      <a:pt x="241" y="249"/>
                      <a:pt x="241" y="224"/>
                    </a:cubicBezTo>
                    <a:cubicBezTo>
                      <a:pt x="235" y="223"/>
                      <a:pt x="228" y="220"/>
                      <a:pt x="220" y="217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2" name="Freeform 54">
                <a:extLst>
                  <a:ext uri="{FF2B5EF4-FFF2-40B4-BE49-F238E27FC236}">
                    <a16:creationId xmlns:a16="http://schemas.microsoft.com/office/drawing/2014/main" id="{8C9B7658-3A69-488F-837A-20271E7AA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590"/>
                <a:ext cx="497" cy="267"/>
              </a:xfrm>
              <a:custGeom>
                <a:avLst/>
                <a:gdLst>
                  <a:gd name="T0" fmla="*/ 446 w 324"/>
                  <a:gd name="T1" fmla="*/ 454 h 174"/>
                  <a:gd name="T2" fmla="*/ 144 w 324"/>
                  <a:gd name="T3" fmla="*/ 414 h 174"/>
                  <a:gd name="T4" fmla="*/ 89 w 324"/>
                  <a:gd name="T5" fmla="*/ 144 h 174"/>
                  <a:gd name="T6" fmla="*/ 169 w 324"/>
                  <a:gd name="T7" fmla="*/ 5 h 174"/>
                  <a:gd name="T8" fmla="*/ 67 w 324"/>
                  <a:gd name="T9" fmla="*/ 49 h 174"/>
                  <a:gd name="T10" fmla="*/ 48 w 324"/>
                  <a:gd name="T11" fmla="*/ 215 h 174"/>
                  <a:gd name="T12" fmla="*/ 28 w 324"/>
                  <a:gd name="T13" fmla="*/ 525 h 174"/>
                  <a:gd name="T14" fmla="*/ 331 w 324"/>
                  <a:gd name="T15" fmla="*/ 563 h 174"/>
                  <a:gd name="T16" fmla="*/ 1169 w 324"/>
                  <a:gd name="T17" fmla="*/ 431 h 174"/>
                  <a:gd name="T18" fmla="*/ 1169 w 324"/>
                  <a:gd name="T19" fmla="*/ 427 h 174"/>
                  <a:gd name="T20" fmla="*/ 446 w 324"/>
                  <a:gd name="T21" fmla="*/ 454 h 1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4" h="174">
                    <a:moveTo>
                      <a:pt x="124" y="126"/>
                    </a:moveTo>
                    <a:cubicBezTo>
                      <a:pt x="82" y="128"/>
                      <a:pt x="48" y="126"/>
                      <a:pt x="40" y="115"/>
                    </a:cubicBezTo>
                    <a:cubicBezTo>
                      <a:pt x="32" y="104"/>
                      <a:pt x="20" y="59"/>
                      <a:pt x="25" y="40"/>
                    </a:cubicBezTo>
                    <a:cubicBezTo>
                      <a:pt x="29" y="26"/>
                      <a:pt x="25" y="10"/>
                      <a:pt x="47" y="1"/>
                    </a:cubicBezTo>
                    <a:cubicBezTo>
                      <a:pt x="35" y="0"/>
                      <a:pt x="23" y="2"/>
                      <a:pt x="19" y="14"/>
                    </a:cubicBezTo>
                    <a:cubicBezTo>
                      <a:pt x="9" y="41"/>
                      <a:pt x="19" y="40"/>
                      <a:pt x="13" y="59"/>
                    </a:cubicBezTo>
                    <a:cubicBezTo>
                      <a:pt x="8" y="78"/>
                      <a:pt x="0" y="134"/>
                      <a:pt x="8" y="145"/>
                    </a:cubicBezTo>
                    <a:cubicBezTo>
                      <a:pt x="16" y="156"/>
                      <a:pt x="50" y="158"/>
                      <a:pt x="92" y="156"/>
                    </a:cubicBezTo>
                    <a:cubicBezTo>
                      <a:pt x="133" y="153"/>
                      <a:pt x="320" y="174"/>
                      <a:pt x="324" y="119"/>
                    </a:cubicBezTo>
                    <a:cubicBezTo>
                      <a:pt x="324" y="119"/>
                      <a:pt x="324" y="118"/>
                      <a:pt x="324" y="118"/>
                    </a:cubicBezTo>
                    <a:cubicBezTo>
                      <a:pt x="268" y="135"/>
                      <a:pt x="155" y="124"/>
                      <a:pt x="124" y="126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3" name="Freeform 55">
                <a:extLst>
                  <a:ext uri="{FF2B5EF4-FFF2-40B4-BE49-F238E27FC236}">
                    <a16:creationId xmlns:a16="http://schemas.microsoft.com/office/drawing/2014/main" id="{FDBFA374-1480-42BB-823C-EE7EB96BB8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58" y="1427"/>
                <a:ext cx="374" cy="406"/>
              </a:xfrm>
              <a:custGeom>
                <a:avLst/>
                <a:gdLst>
                  <a:gd name="T0" fmla="*/ 500 w 244"/>
                  <a:gd name="T1" fmla="*/ 338 h 264"/>
                  <a:gd name="T2" fmla="*/ 535 w 244"/>
                  <a:gd name="T3" fmla="*/ 540 h 264"/>
                  <a:gd name="T4" fmla="*/ 547 w 244"/>
                  <a:gd name="T5" fmla="*/ 278 h 264"/>
                  <a:gd name="T6" fmla="*/ 621 w 244"/>
                  <a:gd name="T7" fmla="*/ 0 h 264"/>
                  <a:gd name="T8" fmla="*/ 500 w 244"/>
                  <a:gd name="T9" fmla="*/ 338 h 264"/>
                  <a:gd name="T10" fmla="*/ 750 w 244"/>
                  <a:gd name="T11" fmla="*/ 790 h 264"/>
                  <a:gd name="T12" fmla="*/ 155 w 244"/>
                  <a:gd name="T13" fmla="*/ 721 h 264"/>
                  <a:gd name="T14" fmla="*/ 40 w 244"/>
                  <a:gd name="T15" fmla="*/ 818 h 264"/>
                  <a:gd name="T16" fmla="*/ 630 w 244"/>
                  <a:gd name="T17" fmla="*/ 898 h 264"/>
                  <a:gd name="T18" fmla="*/ 878 w 244"/>
                  <a:gd name="T19" fmla="*/ 766 h 264"/>
                  <a:gd name="T20" fmla="*/ 750 w 244"/>
                  <a:gd name="T21" fmla="*/ 790 h 2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4" h="264">
                    <a:moveTo>
                      <a:pt x="139" y="93"/>
                    </a:moveTo>
                    <a:cubicBezTo>
                      <a:pt x="159" y="110"/>
                      <a:pt x="160" y="130"/>
                      <a:pt x="149" y="148"/>
                    </a:cubicBezTo>
                    <a:cubicBezTo>
                      <a:pt x="185" y="126"/>
                      <a:pt x="185" y="105"/>
                      <a:pt x="152" y="77"/>
                    </a:cubicBezTo>
                    <a:cubicBezTo>
                      <a:pt x="132" y="61"/>
                      <a:pt x="156" y="21"/>
                      <a:pt x="172" y="0"/>
                    </a:cubicBezTo>
                    <a:cubicBezTo>
                      <a:pt x="136" y="21"/>
                      <a:pt x="109" y="68"/>
                      <a:pt x="139" y="93"/>
                    </a:cubicBezTo>
                    <a:close/>
                    <a:moveTo>
                      <a:pt x="208" y="217"/>
                    </a:moveTo>
                    <a:cubicBezTo>
                      <a:pt x="120" y="220"/>
                      <a:pt x="44" y="234"/>
                      <a:pt x="43" y="198"/>
                    </a:cubicBezTo>
                    <a:cubicBezTo>
                      <a:pt x="0" y="206"/>
                      <a:pt x="11" y="225"/>
                      <a:pt x="11" y="225"/>
                    </a:cubicBezTo>
                    <a:cubicBezTo>
                      <a:pt x="8" y="264"/>
                      <a:pt x="85" y="250"/>
                      <a:pt x="175" y="247"/>
                    </a:cubicBezTo>
                    <a:cubicBezTo>
                      <a:pt x="218" y="246"/>
                      <a:pt x="236" y="232"/>
                      <a:pt x="244" y="211"/>
                    </a:cubicBezTo>
                    <a:cubicBezTo>
                      <a:pt x="235" y="214"/>
                      <a:pt x="223" y="217"/>
                      <a:pt x="208" y="217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4" name="Freeform 56">
                <a:extLst>
                  <a:ext uri="{FF2B5EF4-FFF2-40B4-BE49-F238E27FC236}">
                    <a16:creationId xmlns:a16="http://schemas.microsoft.com/office/drawing/2014/main" id="{8AE0B3F1-D375-408A-9EE7-600BA1245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118"/>
                <a:ext cx="613" cy="217"/>
              </a:xfrm>
              <a:custGeom>
                <a:avLst/>
                <a:gdLst>
                  <a:gd name="T0" fmla="*/ 716 w 400"/>
                  <a:gd name="T1" fmla="*/ 343 h 141"/>
                  <a:gd name="T2" fmla="*/ 291 w 400"/>
                  <a:gd name="T3" fmla="*/ 5 h 141"/>
                  <a:gd name="T4" fmla="*/ 291 w 400"/>
                  <a:gd name="T5" fmla="*/ 5 h 141"/>
                  <a:gd name="T6" fmla="*/ 670 w 400"/>
                  <a:gd name="T7" fmla="*/ 414 h 141"/>
                  <a:gd name="T8" fmla="*/ 1399 w 400"/>
                  <a:gd name="T9" fmla="*/ 114 h 141"/>
                  <a:gd name="T10" fmla="*/ 1434 w 400"/>
                  <a:gd name="T11" fmla="*/ 58 h 141"/>
                  <a:gd name="T12" fmla="*/ 716 w 400"/>
                  <a:gd name="T13" fmla="*/ 343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141">
                    <a:moveTo>
                      <a:pt x="199" y="94"/>
                    </a:moveTo>
                    <a:cubicBezTo>
                      <a:pt x="168" y="77"/>
                      <a:pt x="104" y="32"/>
                      <a:pt x="81" y="1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0" y="0"/>
                      <a:pt x="138" y="87"/>
                      <a:pt x="186" y="114"/>
                    </a:cubicBezTo>
                    <a:cubicBezTo>
                      <a:pt x="234" y="141"/>
                      <a:pt x="354" y="57"/>
                      <a:pt x="389" y="31"/>
                    </a:cubicBezTo>
                    <a:cubicBezTo>
                      <a:pt x="397" y="25"/>
                      <a:pt x="400" y="20"/>
                      <a:pt x="399" y="16"/>
                    </a:cubicBezTo>
                    <a:cubicBezTo>
                      <a:pt x="346" y="52"/>
                      <a:pt x="239" y="117"/>
                      <a:pt x="199" y="94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5" name="Freeform 57">
                <a:extLst>
                  <a:ext uri="{FF2B5EF4-FFF2-40B4-BE49-F238E27FC236}">
                    <a16:creationId xmlns:a16="http://schemas.microsoft.com/office/drawing/2014/main" id="{6FE23602-2BE6-4625-909F-121AFEE968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7" y="1288"/>
                <a:ext cx="521" cy="236"/>
              </a:xfrm>
              <a:custGeom>
                <a:avLst/>
                <a:gdLst>
                  <a:gd name="T0" fmla="*/ 824 w 340"/>
                  <a:gd name="T1" fmla="*/ 400 h 153"/>
                  <a:gd name="T2" fmla="*/ 296 w 340"/>
                  <a:gd name="T3" fmla="*/ 123 h 153"/>
                  <a:gd name="T4" fmla="*/ 143 w 340"/>
                  <a:gd name="T5" fmla="*/ 0 h 153"/>
                  <a:gd name="T6" fmla="*/ 123 w 340"/>
                  <a:gd name="T7" fmla="*/ 14 h 153"/>
                  <a:gd name="T8" fmla="*/ 230 w 340"/>
                  <a:gd name="T9" fmla="*/ 202 h 153"/>
                  <a:gd name="T10" fmla="*/ 771 w 340"/>
                  <a:gd name="T11" fmla="*/ 478 h 153"/>
                  <a:gd name="T12" fmla="*/ 1027 w 340"/>
                  <a:gd name="T13" fmla="*/ 413 h 153"/>
                  <a:gd name="T14" fmla="*/ 824 w 340"/>
                  <a:gd name="T15" fmla="*/ 400 h 153"/>
                  <a:gd name="T16" fmla="*/ 1128 w 340"/>
                  <a:gd name="T17" fmla="*/ 319 h 153"/>
                  <a:gd name="T18" fmla="*/ 1151 w 340"/>
                  <a:gd name="T19" fmla="*/ 304 h 153"/>
                  <a:gd name="T20" fmla="*/ 1223 w 340"/>
                  <a:gd name="T21" fmla="*/ 228 h 153"/>
                  <a:gd name="T22" fmla="*/ 1128 w 340"/>
                  <a:gd name="T23" fmla="*/ 319 h 1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0" h="153">
                    <a:moveTo>
                      <a:pt x="229" y="109"/>
                    </a:moveTo>
                    <a:cubicBezTo>
                      <a:pt x="162" y="76"/>
                      <a:pt x="82" y="34"/>
                      <a:pt x="82" y="34"/>
                    </a:cubicBezTo>
                    <a:cubicBezTo>
                      <a:pt x="82" y="34"/>
                      <a:pt x="41" y="20"/>
                      <a:pt x="40" y="0"/>
                    </a:cubicBezTo>
                    <a:cubicBezTo>
                      <a:pt x="38" y="2"/>
                      <a:pt x="36" y="3"/>
                      <a:pt x="34" y="4"/>
                    </a:cubicBezTo>
                    <a:cubicBezTo>
                      <a:pt x="0" y="21"/>
                      <a:pt x="64" y="55"/>
                      <a:pt x="64" y="55"/>
                    </a:cubicBezTo>
                    <a:cubicBezTo>
                      <a:pt x="64" y="55"/>
                      <a:pt x="146" y="98"/>
                      <a:pt x="214" y="130"/>
                    </a:cubicBezTo>
                    <a:cubicBezTo>
                      <a:pt x="262" y="153"/>
                      <a:pt x="261" y="139"/>
                      <a:pt x="285" y="113"/>
                    </a:cubicBezTo>
                    <a:cubicBezTo>
                      <a:pt x="271" y="120"/>
                      <a:pt x="255" y="121"/>
                      <a:pt x="229" y="109"/>
                    </a:cubicBezTo>
                    <a:close/>
                    <a:moveTo>
                      <a:pt x="313" y="87"/>
                    </a:moveTo>
                    <a:cubicBezTo>
                      <a:pt x="315" y="86"/>
                      <a:pt x="317" y="85"/>
                      <a:pt x="320" y="83"/>
                    </a:cubicBezTo>
                    <a:cubicBezTo>
                      <a:pt x="330" y="77"/>
                      <a:pt x="336" y="70"/>
                      <a:pt x="340" y="62"/>
                    </a:cubicBezTo>
                    <a:cubicBezTo>
                      <a:pt x="329" y="70"/>
                      <a:pt x="321" y="79"/>
                      <a:pt x="313" y="87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6" name="Freeform 58">
                <a:extLst>
                  <a:ext uri="{FF2B5EF4-FFF2-40B4-BE49-F238E27FC236}">
                    <a16:creationId xmlns:a16="http://schemas.microsoft.com/office/drawing/2014/main" id="{D1F44A82-4A0D-4881-AC8F-AC0410A04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121"/>
                <a:ext cx="399" cy="401"/>
              </a:xfrm>
              <a:custGeom>
                <a:avLst/>
                <a:gdLst>
                  <a:gd name="T0" fmla="*/ 858 w 260"/>
                  <a:gd name="T1" fmla="*/ 791 h 261"/>
                  <a:gd name="T2" fmla="*/ 462 w 260"/>
                  <a:gd name="T3" fmla="*/ 541 h 261"/>
                  <a:gd name="T4" fmla="*/ 278 w 260"/>
                  <a:gd name="T5" fmla="*/ 114 h 261"/>
                  <a:gd name="T6" fmla="*/ 210 w 260"/>
                  <a:gd name="T7" fmla="*/ 5 h 261"/>
                  <a:gd name="T8" fmla="*/ 160 w 260"/>
                  <a:gd name="T9" fmla="*/ 221 h 261"/>
                  <a:gd name="T10" fmla="*/ 344 w 260"/>
                  <a:gd name="T11" fmla="*/ 650 h 261"/>
                  <a:gd name="T12" fmla="*/ 741 w 260"/>
                  <a:gd name="T13" fmla="*/ 899 h 261"/>
                  <a:gd name="T14" fmla="*/ 939 w 260"/>
                  <a:gd name="T15" fmla="*/ 757 h 261"/>
                  <a:gd name="T16" fmla="*/ 858 w 260"/>
                  <a:gd name="T17" fmla="*/ 791 h 2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0" h="261">
                    <a:moveTo>
                      <a:pt x="237" y="218"/>
                    </a:moveTo>
                    <a:cubicBezTo>
                      <a:pt x="176" y="231"/>
                      <a:pt x="200" y="203"/>
                      <a:pt x="128" y="149"/>
                    </a:cubicBezTo>
                    <a:cubicBezTo>
                      <a:pt x="95" y="124"/>
                      <a:pt x="101" y="70"/>
                      <a:pt x="77" y="31"/>
                    </a:cubicBezTo>
                    <a:cubicBezTo>
                      <a:pt x="70" y="20"/>
                      <a:pt x="63" y="10"/>
                      <a:pt x="58" y="1"/>
                    </a:cubicBezTo>
                    <a:cubicBezTo>
                      <a:pt x="0" y="0"/>
                      <a:pt x="23" y="27"/>
                      <a:pt x="44" y="61"/>
                    </a:cubicBezTo>
                    <a:cubicBezTo>
                      <a:pt x="68" y="100"/>
                      <a:pt x="63" y="154"/>
                      <a:pt x="95" y="179"/>
                    </a:cubicBezTo>
                    <a:cubicBezTo>
                      <a:pt x="168" y="233"/>
                      <a:pt x="144" y="261"/>
                      <a:pt x="205" y="248"/>
                    </a:cubicBezTo>
                    <a:cubicBezTo>
                      <a:pt x="227" y="243"/>
                      <a:pt x="245" y="229"/>
                      <a:pt x="260" y="209"/>
                    </a:cubicBezTo>
                    <a:cubicBezTo>
                      <a:pt x="253" y="213"/>
                      <a:pt x="245" y="216"/>
                      <a:pt x="237" y="218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7" name="Freeform 59">
                <a:extLst>
                  <a:ext uri="{FF2B5EF4-FFF2-40B4-BE49-F238E27FC236}">
                    <a16:creationId xmlns:a16="http://schemas.microsoft.com/office/drawing/2014/main" id="{1722F063-B717-4A07-8095-3CAE76351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515"/>
                <a:ext cx="691" cy="293"/>
              </a:xfrm>
              <a:custGeom>
                <a:avLst/>
                <a:gdLst>
                  <a:gd name="T0" fmla="*/ 1209 w 451"/>
                  <a:gd name="T1" fmla="*/ 506 h 191"/>
                  <a:gd name="T2" fmla="*/ 244 w 451"/>
                  <a:gd name="T3" fmla="*/ 512 h 191"/>
                  <a:gd name="T4" fmla="*/ 288 w 451"/>
                  <a:gd name="T5" fmla="*/ 0 h 191"/>
                  <a:gd name="T6" fmla="*/ 188 w 451"/>
                  <a:gd name="T7" fmla="*/ 61 h 191"/>
                  <a:gd name="T8" fmla="*/ 129 w 451"/>
                  <a:gd name="T9" fmla="*/ 621 h 191"/>
                  <a:gd name="T10" fmla="*/ 1089 w 451"/>
                  <a:gd name="T11" fmla="*/ 614 h 191"/>
                  <a:gd name="T12" fmla="*/ 1623 w 451"/>
                  <a:gd name="T13" fmla="*/ 488 h 191"/>
                  <a:gd name="T14" fmla="*/ 1209 w 451"/>
                  <a:gd name="T15" fmla="*/ 506 h 1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1" h="191">
                    <a:moveTo>
                      <a:pt x="336" y="140"/>
                    </a:moveTo>
                    <a:cubicBezTo>
                      <a:pt x="234" y="144"/>
                      <a:pt x="105" y="161"/>
                      <a:pt x="68" y="142"/>
                    </a:cubicBezTo>
                    <a:cubicBezTo>
                      <a:pt x="39" y="127"/>
                      <a:pt x="68" y="34"/>
                      <a:pt x="80" y="0"/>
                    </a:cubicBezTo>
                    <a:cubicBezTo>
                      <a:pt x="58" y="3"/>
                      <a:pt x="52" y="17"/>
                      <a:pt x="52" y="17"/>
                    </a:cubicBezTo>
                    <a:cubicBezTo>
                      <a:pt x="52" y="17"/>
                      <a:pt x="0" y="154"/>
                      <a:pt x="36" y="172"/>
                    </a:cubicBezTo>
                    <a:cubicBezTo>
                      <a:pt x="72" y="191"/>
                      <a:pt x="202" y="174"/>
                      <a:pt x="303" y="170"/>
                    </a:cubicBezTo>
                    <a:cubicBezTo>
                      <a:pt x="395" y="166"/>
                      <a:pt x="446" y="177"/>
                      <a:pt x="451" y="135"/>
                    </a:cubicBezTo>
                    <a:cubicBezTo>
                      <a:pt x="426" y="140"/>
                      <a:pt x="388" y="138"/>
                      <a:pt x="336" y="140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8" name="Freeform 60">
                <a:extLst>
                  <a:ext uri="{FF2B5EF4-FFF2-40B4-BE49-F238E27FC236}">
                    <a16:creationId xmlns:a16="http://schemas.microsoft.com/office/drawing/2014/main" id="{249CEF1A-34BA-4885-A3C1-1349A0FD63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04" y="1124"/>
                <a:ext cx="400" cy="461"/>
              </a:xfrm>
              <a:custGeom>
                <a:avLst/>
                <a:gdLst>
                  <a:gd name="T0" fmla="*/ 352 w 261"/>
                  <a:gd name="T1" fmla="*/ 914 h 300"/>
                  <a:gd name="T2" fmla="*/ 244 w 261"/>
                  <a:gd name="T3" fmla="*/ 675 h 300"/>
                  <a:gd name="T4" fmla="*/ 380 w 261"/>
                  <a:gd name="T5" fmla="*/ 141 h 300"/>
                  <a:gd name="T6" fmla="*/ 400 w 261"/>
                  <a:gd name="T7" fmla="*/ 0 h 300"/>
                  <a:gd name="T8" fmla="*/ 264 w 261"/>
                  <a:gd name="T9" fmla="*/ 250 h 300"/>
                  <a:gd name="T10" fmla="*/ 127 w 261"/>
                  <a:gd name="T11" fmla="*/ 784 h 300"/>
                  <a:gd name="T12" fmla="*/ 234 w 261"/>
                  <a:gd name="T13" fmla="*/ 1022 h 300"/>
                  <a:gd name="T14" fmla="*/ 657 w 261"/>
                  <a:gd name="T15" fmla="*/ 1037 h 300"/>
                  <a:gd name="T16" fmla="*/ 696 w 261"/>
                  <a:gd name="T17" fmla="*/ 947 h 300"/>
                  <a:gd name="T18" fmla="*/ 352 w 261"/>
                  <a:gd name="T19" fmla="*/ 914 h 300"/>
                  <a:gd name="T20" fmla="*/ 867 w 261"/>
                  <a:gd name="T21" fmla="*/ 115 h 300"/>
                  <a:gd name="T22" fmla="*/ 874 w 261"/>
                  <a:gd name="T23" fmla="*/ 109 h 300"/>
                  <a:gd name="T24" fmla="*/ 939 w 261"/>
                  <a:gd name="T25" fmla="*/ 40 h 300"/>
                  <a:gd name="T26" fmla="*/ 867 w 261"/>
                  <a:gd name="T27" fmla="*/ 115 h 3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1" h="300">
                    <a:moveTo>
                      <a:pt x="98" y="252"/>
                    </a:moveTo>
                    <a:cubicBezTo>
                      <a:pt x="33" y="227"/>
                      <a:pt x="50" y="220"/>
                      <a:pt x="68" y="186"/>
                    </a:cubicBezTo>
                    <a:cubicBezTo>
                      <a:pt x="85" y="152"/>
                      <a:pt x="107" y="114"/>
                      <a:pt x="106" y="39"/>
                    </a:cubicBezTo>
                    <a:cubicBezTo>
                      <a:pt x="105" y="22"/>
                      <a:pt x="107" y="10"/>
                      <a:pt x="111" y="0"/>
                    </a:cubicBezTo>
                    <a:cubicBezTo>
                      <a:pt x="97" y="3"/>
                      <a:pt x="72" y="15"/>
                      <a:pt x="73" y="69"/>
                    </a:cubicBezTo>
                    <a:cubicBezTo>
                      <a:pt x="75" y="144"/>
                      <a:pt x="53" y="182"/>
                      <a:pt x="35" y="216"/>
                    </a:cubicBezTo>
                    <a:cubicBezTo>
                      <a:pt x="18" y="250"/>
                      <a:pt x="0" y="257"/>
                      <a:pt x="65" y="282"/>
                    </a:cubicBezTo>
                    <a:cubicBezTo>
                      <a:pt x="111" y="300"/>
                      <a:pt x="157" y="293"/>
                      <a:pt x="183" y="286"/>
                    </a:cubicBezTo>
                    <a:cubicBezTo>
                      <a:pt x="197" y="282"/>
                      <a:pt x="198" y="274"/>
                      <a:pt x="193" y="261"/>
                    </a:cubicBezTo>
                    <a:cubicBezTo>
                      <a:pt x="167" y="265"/>
                      <a:pt x="132" y="265"/>
                      <a:pt x="98" y="252"/>
                    </a:cubicBezTo>
                    <a:close/>
                    <a:moveTo>
                      <a:pt x="241" y="32"/>
                    </a:moveTo>
                    <a:cubicBezTo>
                      <a:pt x="242" y="31"/>
                      <a:pt x="242" y="30"/>
                      <a:pt x="243" y="30"/>
                    </a:cubicBezTo>
                    <a:cubicBezTo>
                      <a:pt x="243" y="30"/>
                      <a:pt x="259" y="19"/>
                      <a:pt x="261" y="11"/>
                    </a:cubicBezTo>
                    <a:cubicBezTo>
                      <a:pt x="254" y="17"/>
                      <a:pt x="247" y="24"/>
                      <a:pt x="241" y="32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9" name="Freeform 61">
                <a:extLst>
                  <a:ext uri="{FF2B5EF4-FFF2-40B4-BE49-F238E27FC236}">
                    <a16:creationId xmlns:a16="http://schemas.microsoft.com/office/drawing/2014/main" id="{B6C3D8B0-AA7B-40E2-8EBE-CAD20536A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149"/>
                <a:ext cx="495" cy="244"/>
              </a:xfrm>
              <a:custGeom>
                <a:avLst/>
                <a:gdLst>
                  <a:gd name="T0" fmla="*/ 897 w 323"/>
                  <a:gd name="T1" fmla="*/ 282 h 159"/>
                  <a:gd name="T2" fmla="*/ 224 w 323"/>
                  <a:gd name="T3" fmla="*/ 238 h 159"/>
                  <a:gd name="T4" fmla="*/ 190 w 323"/>
                  <a:gd name="T5" fmla="*/ 0 h 159"/>
                  <a:gd name="T6" fmla="*/ 107 w 323"/>
                  <a:gd name="T7" fmla="*/ 347 h 159"/>
                  <a:gd name="T8" fmla="*/ 777 w 323"/>
                  <a:gd name="T9" fmla="*/ 391 h 159"/>
                  <a:gd name="T10" fmla="*/ 1163 w 323"/>
                  <a:gd name="T11" fmla="*/ 195 h 159"/>
                  <a:gd name="T12" fmla="*/ 897 w 323"/>
                  <a:gd name="T13" fmla="*/ 282 h 1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3" h="159">
                    <a:moveTo>
                      <a:pt x="249" y="78"/>
                    </a:moveTo>
                    <a:cubicBezTo>
                      <a:pt x="137" y="101"/>
                      <a:pt x="107" y="129"/>
                      <a:pt x="62" y="66"/>
                    </a:cubicBezTo>
                    <a:cubicBezTo>
                      <a:pt x="45" y="40"/>
                      <a:pt x="43" y="18"/>
                      <a:pt x="53" y="0"/>
                    </a:cubicBezTo>
                    <a:cubicBezTo>
                      <a:pt x="17" y="19"/>
                      <a:pt x="0" y="53"/>
                      <a:pt x="30" y="96"/>
                    </a:cubicBezTo>
                    <a:cubicBezTo>
                      <a:pt x="75" y="159"/>
                      <a:pt x="104" y="131"/>
                      <a:pt x="216" y="108"/>
                    </a:cubicBezTo>
                    <a:cubicBezTo>
                      <a:pt x="293" y="92"/>
                      <a:pt x="307" y="75"/>
                      <a:pt x="323" y="54"/>
                    </a:cubicBezTo>
                    <a:cubicBezTo>
                      <a:pt x="308" y="63"/>
                      <a:pt x="285" y="71"/>
                      <a:pt x="249" y="78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0" name="Freeform 62">
                <a:extLst>
                  <a:ext uri="{FF2B5EF4-FFF2-40B4-BE49-F238E27FC236}">
                    <a16:creationId xmlns:a16="http://schemas.microsoft.com/office/drawing/2014/main" id="{6EA40ADA-AEDC-4586-8DE6-93C2A9417B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28" y="1470"/>
                <a:ext cx="613" cy="309"/>
              </a:xfrm>
              <a:custGeom>
                <a:avLst/>
                <a:gdLst>
                  <a:gd name="T0" fmla="*/ 486 w 400"/>
                  <a:gd name="T1" fmla="*/ 600 h 201"/>
                  <a:gd name="T2" fmla="*/ 472 w 400"/>
                  <a:gd name="T3" fmla="*/ 48 h 201"/>
                  <a:gd name="T4" fmla="*/ 521 w 400"/>
                  <a:gd name="T5" fmla="*/ 0 h 201"/>
                  <a:gd name="T6" fmla="*/ 357 w 400"/>
                  <a:gd name="T7" fmla="*/ 155 h 201"/>
                  <a:gd name="T8" fmla="*/ 371 w 400"/>
                  <a:gd name="T9" fmla="*/ 709 h 201"/>
                  <a:gd name="T10" fmla="*/ 820 w 400"/>
                  <a:gd name="T11" fmla="*/ 703 h 201"/>
                  <a:gd name="T12" fmla="*/ 1019 w 400"/>
                  <a:gd name="T13" fmla="*/ 576 h 201"/>
                  <a:gd name="T14" fmla="*/ 939 w 400"/>
                  <a:gd name="T15" fmla="*/ 593 h 201"/>
                  <a:gd name="T16" fmla="*/ 486 w 400"/>
                  <a:gd name="T17" fmla="*/ 600 h 201"/>
                  <a:gd name="T18" fmla="*/ 1270 w 400"/>
                  <a:gd name="T19" fmla="*/ 243 h 201"/>
                  <a:gd name="T20" fmla="*/ 1439 w 400"/>
                  <a:gd name="T21" fmla="*/ 88 h 201"/>
                  <a:gd name="T22" fmla="*/ 1270 w 400"/>
                  <a:gd name="T23" fmla="*/ 243 h 2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0" h="201">
                    <a:moveTo>
                      <a:pt x="135" y="165"/>
                    </a:moveTo>
                    <a:cubicBezTo>
                      <a:pt x="114" y="158"/>
                      <a:pt x="32" y="110"/>
                      <a:pt x="131" y="13"/>
                    </a:cubicBezTo>
                    <a:cubicBezTo>
                      <a:pt x="136" y="9"/>
                      <a:pt x="141" y="4"/>
                      <a:pt x="145" y="0"/>
                    </a:cubicBezTo>
                    <a:cubicBezTo>
                      <a:pt x="130" y="13"/>
                      <a:pt x="115" y="28"/>
                      <a:pt x="99" y="43"/>
                    </a:cubicBezTo>
                    <a:cubicBezTo>
                      <a:pt x="0" y="140"/>
                      <a:pt x="81" y="188"/>
                      <a:pt x="103" y="195"/>
                    </a:cubicBezTo>
                    <a:cubicBezTo>
                      <a:pt x="124" y="201"/>
                      <a:pt x="228" y="193"/>
                      <a:pt x="228" y="193"/>
                    </a:cubicBezTo>
                    <a:cubicBezTo>
                      <a:pt x="262" y="189"/>
                      <a:pt x="273" y="177"/>
                      <a:pt x="283" y="159"/>
                    </a:cubicBezTo>
                    <a:cubicBezTo>
                      <a:pt x="277" y="161"/>
                      <a:pt x="269" y="162"/>
                      <a:pt x="261" y="163"/>
                    </a:cubicBezTo>
                    <a:cubicBezTo>
                      <a:pt x="261" y="163"/>
                      <a:pt x="157" y="171"/>
                      <a:pt x="135" y="165"/>
                    </a:cubicBezTo>
                    <a:close/>
                    <a:moveTo>
                      <a:pt x="353" y="67"/>
                    </a:moveTo>
                    <a:cubicBezTo>
                      <a:pt x="369" y="53"/>
                      <a:pt x="386" y="39"/>
                      <a:pt x="400" y="24"/>
                    </a:cubicBezTo>
                    <a:cubicBezTo>
                      <a:pt x="383" y="39"/>
                      <a:pt x="366" y="53"/>
                      <a:pt x="353" y="67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1" name="Freeform 63">
                <a:extLst>
                  <a:ext uri="{FF2B5EF4-FFF2-40B4-BE49-F238E27FC236}">
                    <a16:creationId xmlns:a16="http://schemas.microsoft.com/office/drawing/2014/main" id="{CAA66E6C-90EF-4591-A064-9026D6298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158"/>
                <a:ext cx="407" cy="363"/>
              </a:xfrm>
              <a:custGeom>
                <a:avLst/>
                <a:gdLst>
                  <a:gd name="T0" fmla="*/ 819 w 265"/>
                  <a:gd name="T1" fmla="*/ 735 h 236"/>
                  <a:gd name="T2" fmla="*/ 312 w 265"/>
                  <a:gd name="T3" fmla="*/ 378 h 236"/>
                  <a:gd name="T4" fmla="*/ 246 w 265"/>
                  <a:gd name="T5" fmla="*/ 0 h 236"/>
                  <a:gd name="T6" fmla="*/ 190 w 265"/>
                  <a:gd name="T7" fmla="*/ 488 h 236"/>
                  <a:gd name="T8" fmla="*/ 703 w 265"/>
                  <a:gd name="T9" fmla="*/ 844 h 236"/>
                  <a:gd name="T10" fmla="*/ 960 w 265"/>
                  <a:gd name="T11" fmla="*/ 691 h 236"/>
                  <a:gd name="T12" fmla="*/ 819 w 265"/>
                  <a:gd name="T13" fmla="*/ 735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236">
                    <a:moveTo>
                      <a:pt x="226" y="202"/>
                    </a:moveTo>
                    <a:cubicBezTo>
                      <a:pt x="170" y="206"/>
                      <a:pt x="125" y="135"/>
                      <a:pt x="86" y="104"/>
                    </a:cubicBezTo>
                    <a:cubicBezTo>
                      <a:pt x="62" y="85"/>
                      <a:pt x="43" y="38"/>
                      <a:pt x="68" y="0"/>
                    </a:cubicBezTo>
                    <a:cubicBezTo>
                      <a:pt x="0" y="40"/>
                      <a:pt x="22" y="110"/>
                      <a:pt x="53" y="134"/>
                    </a:cubicBezTo>
                    <a:cubicBezTo>
                      <a:pt x="93" y="165"/>
                      <a:pt x="137" y="236"/>
                      <a:pt x="194" y="232"/>
                    </a:cubicBezTo>
                    <a:cubicBezTo>
                      <a:pt x="227" y="229"/>
                      <a:pt x="249" y="213"/>
                      <a:pt x="265" y="190"/>
                    </a:cubicBezTo>
                    <a:cubicBezTo>
                      <a:pt x="254" y="197"/>
                      <a:pt x="241" y="201"/>
                      <a:pt x="226" y="202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2" name="Freeform 64">
                <a:extLst>
                  <a:ext uri="{FF2B5EF4-FFF2-40B4-BE49-F238E27FC236}">
                    <a16:creationId xmlns:a16="http://schemas.microsoft.com/office/drawing/2014/main" id="{9865AF1A-86AB-4451-95F1-23C5CCA974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3" y="1129"/>
                <a:ext cx="487" cy="545"/>
              </a:xfrm>
              <a:custGeom>
                <a:avLst/>
                <a:gdLst>
                  <a:gd name="T0" fmla="*/ 427 w 318"/>
                  <a:gd name="T1" fmla="*/ 987 h 355"/>
                  <a:gd name="T2" fmla="*/ 418 w 318"/>
                  <a:gd name="T3" fmla="*/ 427 h 355"/>
                  <a:gd name="T4" fmla="*/ 574 w 318"/>
                  <a:gd name="T5" fmla="*/ 0 h 355"/>
                  <a:gd name="T6" fmla="*/ 303 w 318"/>
                  <a:gd name="T7" fmla="*/ 534 h 355"/>
                  <a:gd name="T8" fmla="*/ 312 w 318"/>
                  <a:gd name="T9" fmla="*/ 1096 h 355"/>
                  <a:gd name="T10" fmla="*/ 1015 w 318"/>
                  <a:gd name="T11" fmla="*/ 915 h 355"/>
                  <a:gd name="T12" fmla="*/ 427 w 318"/>
                  <a:gd name="T13" fmla="*/ 987 h 355"/>
                  <a:gd name="T14" fmla="*/ 1069 w 318"/>
                  <a:gd name="T15" fmla="*/ 864 h 355"/>
                  <a:gd name="T16" fmla="*/ 1081 w 318"/>
                  <a:gd name="T17" fmla="*/ 858 h 355"/>
                  <a:gd name="T18" fmla="*/ 1142 w 318"/>
                  <a:gd name="T19" fmla="*/ 798 h 355"/>
                  <a:gd name="T20" fmla="*/ 1069 w 318"/>
                  <a:gd name="T21" fmla="*/ 864 h 3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8" h="355">
                    <a:moveTo>
                      <a:pt x="119" y="273"/>
                    </a:moveTo>
                    <a:cubicBezTo>
                      <a:pt x="33" y="227"/>
                      <a:pt x="92" y="167"/>
                      <a:pt x="116" y="118"/>
                    </a:cubicBezTo>
                    <a:cubicBezTo>
                      <a:pt x="133" y="84"/>
                      <a:pt x="140" y="33"/>
                      <a:pt x="160" y="0"/>
                    </a:cubicBezTo>
                    <a:cubicBezTo>
                      <a:pt x="111" y="21"/>
                      <a:pt x="108" y="100"/>
                      <a:pt x="84" y="148"/>
                    </a:cubicBezTo>
                    <a:cubicBezTo>
                      <a:pt x="60" y="197"/>
                      <a:pt x="0" y="257"/>
                      <a:pt x="87" y="303"/>
                    </a:cubicBezTo>
                    <a:cubicBezTo>
                      <a:pt x="184" y="355"/>
                      <a:pt x="244" y="290"/>
                      <a:pt x="283" y="253"/>
                    </a:cubicBezTo>
                    <a:cubicBezTo>
                      <a:pt x="245" y="285"/>
                      <a:pt x="192" y="312"/>
                      <a:pt x="119" y="273"/>
                    </a:cubicBezTo>
                    <a:close/>
                    <a:moveTo>
                      <a:pt x="298" y="239"/>
                    </a:moveTo>
                    <a:cubicBezTo>
                      <a:pt x="299" y="238"/>
                      <a:pt x="300" y="238"/>
                      <a:pt x="301" y="237"/>
                    </a:cubicBezTo>
                    <a:cubicBezTo>
                      <a:pt x="309" y="232"/>
                      <a:pt x="314" y="226"/>
                      <a:pt x="318" y="221"/>
                    </a:cubicBezTo>
                    <a:cubicBezTo>
                      <a:pt x="312" y="226"/>
                      <a:pt x="305" y="233"/>
                      <a:pt x="298" y="239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3" name="Freeform 65">
                <a:extLst>
                  <a:ext uri="{FF2B5EF4-FFF2-40B4-BE49-F238E27FC236}">
                    <a16:creationId xmlns:a16="http://schemas.microsoft.com/office/drawing/2014/main" id="{832409DC-3109-4201-AA05-C2F31662E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129"/>
                <a:ext cx="293" cy="295"/>
              </a:xfrm>
              <a:custGeom>
                <a:avLst/>
                <a:gdLst>
                  <a:gd name="T0" fmla="*/ 532 w 191"/>
                  <a:gd name="T1" fmla="*/ 559 h 192"/>
                  <a:gd name="T2" fmla="*/ 167 w 191"/>
                  <a:gd name="T3" fmla="*/ 131 h 192"/>
                  <a:gd name="T4" fmla="*/ 155 w 191"/>
                  <a:gd name="T5" fmla="*/ 0 h 192"/>
                  <a:gd name="T6" fmla="*/ 48 w 191"/>
                  <a:gd name="T7" fmla="*/ 238 h 192"/>
                  <a:gd name="T8" fmla="*/ 414 w 191"/>
                  <a:gd name="T9" fmla="*/ 668 h 192"/>
                  <a:gd name="T10" fmla="*/ 689 w 191"/>
                  <a:gd name="T11" fmla="*/ 555 h 192"/>
                  <a:gd name="T12" fmla="*/ 532 w 191"/>
                  <a:gd name="T13" fmla="*/ 559 h 1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192">
                    <a:moveTo>
                      <a:pt x="147" y="154"/>
                    </a:moveTo>
                    <a:cubicBezTo>
                      <a:pt x="93" y="159"/>
                      <a:pt x="65" y="105"/>
                      <a:pt x="46" y="36"/>
                    </a:cubicBezTo>
                    <a:cubicBezTo>
                      <a:pt x="42" y="21"/>
                      <a:pt x="41" y="9"/>
                      <a:pt x="43" y="0"/>
                    </a:cubicBezTo>
                    <a:cubicBezTo>
                      <a:pt x="27" y="3"/>
                      <a:pt x="0" y="17"/>
                      <a:pt x="13" y="66"/>
                    </a:cubicBezTo>
                    <a:cubicBezTo>
                      <a:pt x="32" y="135"/>
                      <a:pt x="61" y="189"/>
                      <a:pt x="115" y="184"/>
                    </a:cubicBezTo>
                    <a:cubicBezTo>
                      <a:pt x="156" y="181"/>
                      <a:pt x="184" y="192"/>
                      <a:pt x="191" y="153"/>
                    </a:cubicBezTo>
                    <a:cubicBezTo>
                      <a:pt x="179" y="154"/>
                      <a:pt x="164" y="153"/>
                      <a:pt x="147" y="154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4" name="Freeform 66">
                <a:extLst>
                  <a:ext uri="{FF2B5EF4-FFF2-40B4-BE49-F238E27FC236}">
                    <a16:creationId xmlns:a16="http://schemas.microsoft.com/office/drawing/2014/main" id="{F77D0CD3-E0EB-4F46-AC75-4BCE29FCE7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49" y="1421"/>
                <a:ext cx="302" cy="400"/>
              </a:xfrm>
              <a:custGeom>
                <a:avLst/>
                <a:gdLst>
                  <a:gd name="T0" fmla="*/ 656 w 197"/>
                  <a:gd name="T1" fmla="*/ 0 h 260"/>
                  <a:gd name="T2" fmla="*/ 583 w 197"/>
                  <a:gd name="T3" fmla="*/ 54 h 260"/>
                  <a:gd name="T4" fmla="*/ 428 w 197"/>
                  <a:gd name="T5" fmla="*/ 229 h 260"/>
                  <a:gd name="T6" fmla="*/ 656 w 197"/>
                  <a:gd name="T7" fmla="*/ 0 h 260"/>
                  <a:gd name="T8" fmla="*/ 353 w 197"/>
                  <a:gd name="T9" fmla="*/ 800 h 260"/>
                  <a:gd name="T10" fmla="*/ 136 w 197"/>
                  <a:gd name="T11" fmla="*/ 580 h 260"/>
                  <a:gd name="T12" fmla="*/ 167 w 197"/>
                  <a:gd name="T13" fmla="*/ 440 h 260"/>
                  <a:gd name="T14" fmla="*/ 21 w 197"/>
                  <a:gd name="T15" fmla="*/ 689 h 260"/>
                  <a:gd name="T16" fmla="*/ 235 w 197"/>
                  <a:gd name="T17" fmla="*/ 911 h 260"/>
                  <a:gd name="T18" fmla="*/ 710 w 197"/>
                  <a:gd name="T19" fmla="*/ 668 h 260"/>
                  <a:gd name="T20" fmla="*/ 353 w 197"/>
                  <a:gd name="T21" fmla="*/ 800 h 2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7" h="260">
                    <a:moveTo>
                      <a:pt x="182" y="0"/>
                    </a:moveTo>
                    <a:cubicBezTo>
                      <a:pt x="174" y="4"/>
                      <a:pt x="167" y="9"/>
                      <a:pt x="162" y="15"/>
                    </a:cubicBezTo>
                    <a:cubicBezTo>
                      <a:pt x="151" y="28"/>
                      <a:pt x="136" y="46"/>
                      <a:pt x="119" y="63"/>
                    </a:cubicBezTo>
                    <a:cubicBezTo>
                      <a:pt x="144" y="43"/>
                      <a:pt x="165" y="20"/>
                      <a:pt x="182" y="0"/>
                    </a:cubicBezTo>
                    <a:close/>
                    <a:moveTo>
                      <a:pt x="98" y="220"/>
                    </a:moveTo>
                    <a:cubicBezTo>
                      <a:pt x="37" y="230"/>
                      <a:pt x="33" y="189"/>
                      <a:pt x="38" y="159"/>
                    </a:cubicBezTo>
                    <a:cubicBezTo>
                      <a:pt x="41" y="144"/>
                      <a:pt x="41" y="132"/>
                      <a:pt x="46" y="121"/>
                    </a:cubicBezTo>
                    <a:cubicBezTo>
                      <a:pt x="5" y="145"/>
                      <a:pt x="11" y="160"/>
                      <a:pt x="6" y="189"/>
                    </a:cubicBezTo>
                    <a:cubicBezTo>
                      <a:pt x="0" y="219"/>
                      <a:pt x="4" y="260"/>
                      <a:pt x="65" y="250"/>
                    </a:cubicBezTo>
                    <a:cubicBezTo>
                      <a:pt x="65" y="250"/>
                      <a:pt x="139" y="250"/>
                      <a:pt x="197" y="183"/>
                    </a:cubicBezTo>
                    <a:cubicBezTo>
                      <a:pt x="147" y="220"/>
                      <a:pt x="98" y="220"/>
                      <a:pt x="98" y="220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5" name="Freeform 67">
                <a:extLst>
                  <a:ext uri="{FF2B5EF4-FFF2-40B4-BE49-F238E27FC236}">
                    <a16:creationId xmlns:a16="http://schemas.microsoft.com/office/drawing/2014/main" id="{292B367A-4AB5-4BF2-8B98-DC6B6724F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607"/>
                <a:ext cx="549" cy="195"/>
              </a:xfrm>
              <a:custGeom>
                <a:avLst/>
                <a:gdLst>
                  <a:gd name="T0" fmla="*/ 1054 w 358"/>
                  <a:gd name="T1" fmla="*/ 330 h 127"/>
                  <a:gd name="T2" fmla="*/ 123 w 358"/>
                  <a:gd name="T3" fmla="*/ 224 h 127"/>
                  <a:gd name="T4" fmla="*/ 285 w 358"/>
                  <a:gd name="T5" fmla="*/ 0 h 127"/>
                  <a:gd name="T6" fmla="*/ 8 w 358"/>
                  <a:gd name="T7" fmla="*/ 332 h 127"/>
                  <a:gd name="T8" fmla="*/ 934 w 358"/>
                  <a:gd name="T9" fmla="*/ 439 h 127"/>
                  <a:gd name="T10" fmla="*/ 1291 w 358"/>
                  <a:gd name="T11" fmla="*/ 322 h 127"/>
                  <a:gd name="T12" fmla="*/ 1054 w 358"/>
                  <a:gd name="T13" fmla="*/ 330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8" h="127">
                    <a:moveTo>
                      <a:pt x="292" y="91"/>
                    </a:moveTo>
                    <a:cubicBezTo>
                      <a:pt x="203" y="84"/>
                      <a:pt x="33" y="97"/>
                      <a:pt x="34" y="62"/>
                    </a:cubicBezTo>
                    <a:cubicBezTo>
                      <a:pt x="35" y="48"/>
                      <a:pt x="55" y="24"/>
                      <a:pt x="79" y="0"/>
                    </a:cubicBezTo>
                    <a:cubicBezTo>
                      <a:pt x="44" y="31"/>
                      <a:pt x="2" y="72"/>
                      <a:pt x="2" y="92"/>
                    </a:cubicBezTo>
                    <a:cubicBezTo>
                      <a:pt x="0" y="127"/>
                      <a:pt x="170" y="114"/>
                      <a:pt x="259" y="121"/>
                    </a:cubicBezTo>
                    <a:cubicBezTo>
                      <a:pt x="335" y="126"/>
                      <a:pt x="350" y="115"/>
                      <a:pt x="358" y="89"/>
                    </a:cubicBezTo>
                    <a:cubicBezTo>
                      <a:pt x="344" y="92"/>
                      <a:pt x="323" y="93"/>
                      <a:pt x="292" y="91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6" name="Freeform 68">
                <a:extLst>
                  <a:ext uri="{FF2B5EF4-FFF2-40B4-BE49-F238E27FC236}">
                    <a16:creationId xmlns:a16="http://schemas.microsoft.com/office/drawing/2014/main" id="{C4101695-54E1-4E49-A689-8771395C4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359"/>
                <a:ext cx="623" cy="372"/>
              </a:xfrm>
              <a:custGeom>
                <a:avLst/>
                <a:gdLst>
                  <a:gd name="T0" fmla="*/ 842 w 406"/>
                  <a:gd name="T1" fmla="*/ 629 h 242"/>
                  <a:gd name="T2" fmla="*/ 221 w 406"/>
                  <a:gd name="T3" fmla="*/ 69 h 242"/>
                  <a:gd name="T4" fmla="*/ 256 w 406"/>
                  <a:gd name="T5" fmla="*/ 0 h 242"/>
                  <a:gd name="T6" fmla="*/ 101 w 406"/>
                  <a:gd name="T7" fmla="*/ 177 h 242"/>
                  <a:gd name="T8" fmla="*/ 726 w 406"/>
                  <a:gd name="T9" fmla="*/ 738 h 242"/>
                  <a:gd name="T10" fmla="*/ 1366 w 406"/>
                  <a:gd name="T11" fmla="*/ 523 h 242"/>
                  <a:gd name="T12" fmla="*/ 1467 w 406"/>
                  <a:gd name="T13" fmla="*/ 426 h 242"/>
                  <a:gd name="T14" fmla="*/ 842 w 406"/>
                  <a:gd name="T15" fmla="*/ 629 h 2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6" h="242">
                    <a:moveTo>
                      <a:pt x="233" y="173"/>
                    </a:moveTo>
                    <a:cubicBezTo>
                      <a:pt x="136" y="134"/>
                      <a:pt x="32" y="96"/>
                      <a:pt x="61" y="19"/>
                    </a:cubicBezTo>
                    <a:cubicBezTo>
                      <a:pt x="63" y="12"/>
                      <a:pt x="67" y="5"/>
                      <a:pt x="71" y="0"/>
                    </a:cubicBezTo>
                    <a:cubicBezTo>
                      <a:pt x="66" y="2"/>
                      <a:pt x="40" y="16"/>
                      <a:pt x="28" y="49"/>
                    </a:cubicBezTo>
                    <a:cubicBezTo>
                      <a:pt x="0" y="126"/>
                      <a:pt x="104" y="164"/>
                      <a:pt x="201" y="203"/>
                    </a:cubicBezTo>
                    <a:cubicBezTo>
                      <a:pt x="298" y="242"/>
                      <a:pt x="333" y="171"/>
                      <a:pt x="378" y="144"/>
                    </a:cubicBezTo>
                    <a:cubicBezTo>
                      <a:pt x="394" y="134"/>
                      <a:pt x="403" y="125"/>
                      <a:pt x="406" y="117"/>
                    </a:cubicBezTo>
                    <a:cubicBezTo>
                      <a:pt x="363" y="146"/>
                      <a:pt x="327" y="211"/>
                      <a:pt x="233" y="173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7" name="Freeform 69">
                <a:extLst>
                  <a:ext uri="{FF2B5EF4-FFF2-40B4-BE49-F238E27FC236}">
                    <a16:creationId xmlns:a16="http://schemas.microsoft.com/office/drawing/2014/main" id="{1FADCBEE-5F94-4006-9383-8A4962175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570"/>
                <a:ext cx="642" cy="214"/>
              </a:xfrm>
              <a:custGeom>
                <a:avLst/>
                <a:gdLst>
                  <a:gd name="T0" fmla="*/ 1428 w 419"/>
                  <a:gd name="T1" fmla="*/ 394 h 139"/>
                  <a:gd name="T2" fmla="*/ 326 w 419"/>
                  <a:gd name="T3" fmla="*/ 351 h 139"/>
                  <a:gd name="T4" fmla="*/ 181 w 419"/>
                  <a:gd name="T5" fmla="*/ 202 h 139"/>
                  <a:gd name="T6" fmla="*/ 317 w 419"/>
                  <a:gd name="T7" fmla="*/ 0 h 139"/>
                  <a:gd name="T8" fmla="*/ 66 w 419"/>
                  <a:gd name="T9" fmla="*/ 311 h 139"/>
                  <a:gd name="T10" fmla="*/ 208 w 419"/>
                  <a:gd name="T11" fmla="*/ 460 h 139"/>
                  <a:gd name="T12" fmla="*/ 1310 w 419"/>
                  <a:gd name="T13" fmla="*/ 502 h 139"/>
                  <a:gd name="T14" fmla="*/ 1508 w 419"/>
                  <a:gd name="T15" fmla="*/ 379 h 139"/>
                  <a:gd name="T16" fmla="*/ 1428 w 419"/>
                  <a:gd name="T17" fmla="*/ 394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9" h="139">
                    <a:moveTo>
                      <a:pt x="397" y="108"/>
                    </a:moveTo>
                    <a:cubicBezTo>
                      <a:pt x="347" y="109"/>
                      <a:pt x="146" y="96"/>
                      <a:pt x="91" y="96"/>
                    </a:cubicBezTo>
                    <a:cubicBezTo>
                      <a:pt x="35" y="96"/>
                      <a:pt x="33" y="82"/>
                      <a:pt x="50" y="55"/>
                    </a:cubicBezTo>
                    <a:cubicBezTo>
                      <a:pt x="50" y="55"/>
                      <a:pt x="65" y="27"/>
                      <a:pt x="88" y="0"/>
                    </a:cubicBezTo>
                    <a:cubicBezTo>
                      <a:pt x="47" y="30"/>
                      <a:pt x="18" y="85"/>
                      <a:pt x="18" y="85"/>
                    </a:cubicBezTo>
                    <a:cubicBezTo>
                      <a:pt x="0" y="112"/>
                      <a:pt x="3" y="126"/>
                      <a:pt x="58" y="126"/>
                    </a:cubicBezTo>
                    <a:cubicBezTo>
                      <a:pt x="113" y="126"/>
                      <a:pt x="315" y="139"/>
                      <a:pt x="364" y="138"/>
                    </a:cubicBezTo>
                    <a:cubicBezTo>
                      <a:pt x="396" y="137"/>
                      <a:pt x="418" y="119"/>
                      <a:pt x="419" y="104"/>
                    </a:cubicBezTo>
                    <a:cubicBezTo>
                      <a:pt x="412" y="106"/>
                      <a:pt x="405" y="108"/>
                      <a:pt x="397" y="108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8" name="Freeform 70">
                <a:extLst>
                  <a:ext uri="{FF2B5EF4-FFF2-40B4-BE49-F238E27FC236}">
                    <a16:creationId xmlns:a16="http://schemas.microsoft.com/office/drawing/2014/main" id="{905E3791-1C42-4EC5-8A03-F5F8DD15B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885"/>
                <a:ext cx="521" cy="312"/>
              </a:xfrm>
              <a:custGeom>
                <a:avLst/>
                <a:gdLst>
                  <a:gd name="T0" fmla="*/ 101 w 340"/>
                  <a:gd name="T1" fmla="*/ 738 h 203"/>
                  <a:gd name="T2" fmla="*/ 719 w 340"/>
                  <a:gd name="T3" fmla="*/ 738 h 203"/>
                  <a:gd name="T4" fmla="*/ 1073 w 340"/>
                  <a:gd name="T5" fmla="*/ 435 h 203"/>
                  <a:gd name="T6" fmla="*/ 941 w 340"/>
                  <a:gd name="T7" fmla="*/ 52 h 203"/>
                  <a:gd name="T8" fmla="*/ 475 w 340"/>
                  <a:gd name="T9" fmla="*/ 175 h 203"/>
                  <a:gd name="T10" fmla="*/ 129 w 340"/>
                  <a:gd name="T11" fmla="*/ 334 h 203"/>
                  <a:gd name="T12" fmla="*/ 101 w 340"/>
                  <a:gd name="T13" fmla="*/ 738 h 2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0" h="203">
                    <a:moveTo>
                      <a:pt x="28" y="203"/>
                    </a:moveTo>
                    <a:cubicBezTo>
                      <a:pt x="200" y="203"/>
                      <a:pt x="200" y="203"/>
                      <a:pt x="200" y="203"/>
                    </a:cubicBezTo>
                    <a:cubicBezTo>
                      <a:pt x="200" y="203"/>
                      <a:pt x="282" y="141"/>
                      <a:pt x="298" y="120"/>
                    </a:cubicBezTo>
                    <a:cubicBezTo>
                      <a:pt x="314" y="98"/>
                      <a:pt x="340" y="37"/>
                      <a:pt x="262" y="14"/>
                    </a:cubicBezTo>
                    <a:cubicBezTo>
                      <a:pt x="214" y="0"/>
                      <a:pt x="182" y="36"/>
                      <a:pt x="132" y="48"/>
                    </a:cubicBezTo>
                    <a:cubicBezTo>
                      <a:pt x="82" y="60"/>
                      <a:pt x="50" y="50"/>
                      <a:pt x="36" y="92"/>
                    </a:cubicBezTo>
                    <a:cubicBezTo>
                      <a:pt x="22" y="133"/>
                      <a:pt x="0" y="195"/>
                      <a:pt x="28" y="203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9" name="Freeform 71">
                <a:extLst>
                  <a:ext uri="{FF2B5EF4-FFF2-40B4-BE49-F238E27FC236}">
                    <a16:creationId xmlns:a16="http://schemas.microsoft.com/office/drawing/2014/main" id="{5F6A8991-D327-48B9-A29B-730E01E7A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549"/>
                <a:ext cx="417" cy="440"/>
              </a:xfrm>
              <a:custGeom>
                <a:avLst/>
                <a:gdLst>
                  <a:gd name="T0" fmla="*/ 109 w 272"/>
                  <a:gd name="T1" fmla="*/ 874 h 286"/>
                  <a:gd name="T2" fmla="*/ 195 w 272"/>
                  <a:gd name="T3" fmla="*/ 989 h 286"/>
                  <a:gd name="T4" fmla="*/ 763 w 272"/>
                  <a:gd name="T5" fmla="*/ 597 h 286"/>
                  <a:gd name="T6" fmla="*/ 799 w 272"/>
                  <a:gd name="T7" fmla="*/ 115 h 286"/>
                  <a:gd name="T8" fmla="*/ 109 w 272"/>
                  <a:gd name="T9" fmla="*/ 874 h 2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2" h="286">
                    <a:moveTo>
                      <a:pt x="30" y="240"/>
                    </a:moveTo>
                    <a:cubicBezTo>
                      <a:pt x="30" y="240"/>
                      <a:pt x="0" y="286"/>
                      <a:pt x="54" y="272"/>
                    </a:cubicBezTo>
                    <a:cubicBezTo>
                      <a:pt x="108" y="258"/>
                      <a:pt x="182" y="266"/>
                      <a:pt x="212" y="164"/>
                    </a:cubicBezTo>
                    <a:cubicBezTo>
                      <a:pt x="242" y="62"/>
                      <a:pt x="272" y="0"/>
                      <a:pt x="222" y="32"/>
                    </a:cubicBezTo>
                    <a:cubicBezTo>
                      <a:pt x="172" y="64"/>
                      <a:pt x="90" y="90"/>
                      <a:pt x="30" y="240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0" name="Freeform 72">
                <a:extLst>
                  <a:ext uri="{FF2B5EF4-FFF2-40B4-BE49-F238E27FC236}">
                    <a16:creationId xmlns:a16="http://schemas.microsoft.com/office/drawing/2014/main" id="{50D576D8-610E-438D-9E47-5B87FF2B8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540"/>
                <a:ext cx="495" cy="520"/>
              </a:xfrm>
              <a:custGeom>
                <a:avLst/>
                <a:gdLst>
                  <a:gd name="T0" fmla="*/ 1005 w 323"/>
                  <a:gd name="T1" fmla="*/ 8 h 338"/>
                  <a:gd name="T2" fmla="*/ 1090 w 323"/>
                  <a:gd name="T3" fmla="*/ 197 h 338"/>
                  <a:gd name="T4" fmla="*/ 1033 w 323"/>
                  <a:gd name="T5" fmla="*/ 691 h 338"/>
                  <a:gd name="T6" fmla="*/ 352 w 323"/>
                  <a:gd name="T7" fmla="*/ 968 h 338"/>
                  <a:gd name="T8" fmla="*/ 129 w 323"/>
                  <a:gd name="T9" fmla="*/ 495 h 338"/>
                  <a:gd name="T10" fmla="*/ 451 w 323"/>
                  <a:gd name="T11" fmla="*/ 52 h 338"/>
                  <a:gd name="T12" fmla="*/ 1005 w 323"/>
                  <a:gd name="T13" fmla="*/ 8 h 3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3" h="338">
                    <a:moveTo>
                      <a:pt x="279" y="2"/>
                    </a:moveTo>
                    <a:cubicBezTo>
                      <a:pt x="279" y="2"/>
                      <a:pt x="307" y="8"/>
                      <a:pt x="303" y="54"/>
                    </a:cubicBezTo>
                    <a:cubicBezTo>
                      <a:pt x="299" y="100"/>
                      <a:pt x="323" y="166"/>
                      <a:pt x="287" y="190"/>
                    </a:cubicBezTo>
                    <a:cubicBezTo>
                      <a:pt x="251" y="214"/>
                      <a:pt x="127" y="338"/>
                      <a:pt x="98" y="266"/>
                    </a:cubicBezTo>
                    <a:cubicBezTo>
                      <a:pt x="74" y="206"/>
                      <a:pt x="0" y="272"/>
                      <a:pt x="36" y="136"/>
                    </a:cubicBezTo>
                    <a:cubicBezTo>
                      <a:pt x="72" y="0"/>
                      <a:pt x="72" y="22"/>
                      <a:pt x="125" y="14"/>
                    </a:cubicBezTo>
                    <a:cubicBezTo>
                      <a:pt x="179" y="6"/>
                      <a:pt x="279" y="2"/>
                      <a:pt x="279" y="2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1" name="Freeform 73">
                <a:extLst>
                  <a:ext uri="{FF2B5EF4-FFF2-40B4-BE49-F238E27FC236}">
                    <a16:creationId xmlns:a16="http://schemas.microsoft.com/office/drawing/2014/main" id="{2AB22139-3142-42D2-A794-AC79416AF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500"/>
                <a:ext cx="672" cy="292"/>
              </a:xfrm>
              <a:custGeom>
                <a:avLst/>
                <a:gdLst>
                  <a:gd name="T0" fmla="*/ 1540 w 439"/>
                  <a:gd name="T1" fmla="*/ 298 h 190"/>
                  <a:gd name="T2" fmla="*/ 1289 w 439"/>
                  <a:gd name="T3" fmla="*/ 8 h 190"/>
                  <a:gd name="T4" fmla="*/ 150 w 439"/>
                  <a:gd name="T5" fmla="*/ 80 h 190"/>
                  <a:gd name="T6" fmla="*/ 28 w 439"/>
                  <a:gd name="T7" fmla="*/ 406 h 190"/>
                  <a:gd name="T8" fmla="*/ 553 w 439"/>
                  <a:gd name="T9" fmla="*/ 630 h 190"/>
                  <a:gd name="T10" fmla="*/ 1540 w 439"/>
                  <a:gd name="T11" fmla="*/ 298 h 1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9" h="190">
                    <a:moveTo>
                      <a:pt x="429" y="82"/>
                    </a:moveTo>
                    <a:cubicBezTo>
                      <a:pt x="429" y="82"/>
                      <a:pt x="439" y="0"/>
                      <a:pt x="359" y="2"/>
                    </a:cubicBezTo>
                    <a:cubicBezTo>
                      <a:pt x="311" y="4"/>
                      <a:pt x="64" y="10"/>
                      <a:pt x="42" y="22"/>
                    </a:cubicBezTo>
                    <a:cubicBezTo>
                      <a:pt x="20" y="34"/>
                      <a:pt x="0" y="34"/>
                      <a:pt x="8" y="112"/>
                    </a:cubicBezTo>
                    <a:cubicBezTo>
                      <a:pt x="16" y="190"/>
                      <a:pt x="62" y="186"/>
                      <a:pt x="154" y="174"/>
                    </a:cubicBezTo>
                    <a:cubicBezTo>
                      <a:pt x="245" y="162"/>
                      <a:pt x="407" y="188"/>
                      <a:pt x="429" y="82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2" name="Freeform 74">
                <a:extLst>
                  <a:ext uri="{FF2B5EF4-FFF2-40B4-BE49-F238E27FC236}">
                    <a16:creationId xmlns:a16="http://schemas.microsoft.com/office/drawing/2014/main" id="{97ADA706-FF30-4797-BDC2-9BAAE7C1D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925"/>
                <a:ext cx="719" cy="275"/>
              </a:xfrm>
              <a:custGeom>
                <a:avLst/>
                <a:gdLst>
                  <a:gd name="T0" fmla="*/ 432 w 469"/>
                  <a:gd name="T1" fmla="*/ 648 h 179"/>
                  <a:gd name="T2" fmla="*/ 1401 w 469"/>
                  <a:gd name="T3" fmla="*/ 648 h 179"/>
                  <a:gd name="T4" fmla="*/ 1366 w 469"/>
                  <a:gd name="T5" fmla="*/ 453 h 179"/>
                  <a:gd name="T6" fmla="*/ 724 w 469"/>
                  <a:gd name="T7" fmla="*/ 144 h 179"/>
                  <a:gd name="T8" fmla="*/ 383 w 469"/>
                  <a:gd name="T9" fmla="*/ 432 h 179"/>
                  <a:gd name="T10" fmla="*/ 432 w 469"/>
                  <a:gd name="T11" fmla="*/ 648 h 1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9" h="179">
                    <a:moveTo>
                      <a:pt x="120" y="179"/>
                    </a:moveTo>
                    <a:cubicBezTo>
                      <a:pt x="389" y="179"/>
                      <a:pt x="389" y="179"/>
                      <a:pt x="389" y="179"/>
                    </a:cubicBezTo>
                    <a:cubicBezTo>
                      <a:pt x="389" y="179"/>
                      <a:pt x="469" y="173"/>
                      <a:pt x="379" y="125"/>
                    </a:cubicBezTo>
                    <a:cubicBezTo>
                      <a:pt x="289" y="78"/>
                      <a:pt x="265" y="0"/>
                      <a:pt x="201" y="40"/>
                    </a:cubicBezTo>
                    <a:cubicBezTo>
                      <a:pt x="138" y="80"/>
                      <a:pt x="124" y="101"/>
                      <a:pt x="106" y="119"/>
                    </a:cubicBezTo>
                    <a:cubicBezTo>
                      <a:pt x="88" y="137"/>
                      <a:pt x="0" y="179"/>
                      <a:pt x="120" y="179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3" name="Freeform 75">
                <a:extLst>
                  <a:ext uri="{FF2B5EF4-FFF2-40B4-BE49-F238E27FC236}">
                    <a16:creationId xmlns:a16="http://schemas.microsoft.com/office/drawing/2014/main" id="{01B77DB9-1DBB-43F6-8CB7-0F25188EE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897"/>
                <a:ext cx="620" cy="303"/>
              </a:xfrm>
              <a:custGeom>
                <a:avLst/>
                <a:gdLst>
                  <a:gd name="T0" fmla="*/ 337 w 405"/>
                  <a:gd name="T1" fmla="*/ 717 h 197"/>
                  <a:gd name="T2" fmla="*/ 1303 w 405"/>
                  <a:gd name="T3" fmla="*/ 717 h 197"/>
                  <a:gd name="T4" fmla="*/ 1130 w 405"/>
                  <a:gd name="T5" fmla="*/ 469 h 197"/>
                  <a:gd name="T6" fmla="*/ 547 w 405"/>
                  <a:gd name="T7" fmla="*/ 241 h 197"/>
                  <a:gd name="T8" fmla="*/ 337 w 405"/>
                  <a:gd name="T9" fmla="*/ 717 h 1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5" h="197">
                    <a:moveTo>
                      <a:pt x="94" y="197"/>
                    </a:moveTo>
                    <a:cubicBezTo>
                      <a:pt x="363" y="197"/>
                      <a:pt x="363" y="197"/>
                      <a:pt x="363" y="197"/>
                    </a:cubicBezTo>
                    <a:cubicBezTo>
                      <a:pt x="363" y="197"/>
                      <a:pt x="405" y="175"/>
                      <a:pt x="315" y="129"/>
                    </a:cubicBezTo>
                    <a:cubicBezTo>
                      <a:pt x="225" y="84"/>
                      <a:pt x="207" y="0"/>
                      <a:pt x="152" y="66"/>
                    </a:cubicBezTo>
                    <a:cubicBezTo>
                      <a:pt x="96" y="131"/>
                      <a:pt x="0" y="185"/>
                      <a:pt x="94" y="197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4" name="Freeform 76">
                <a:extLst>
                  <a:ext uri="{FF2B5EF4-FFF2-40B4-BE49-F238E27FC236}">
                    <a16:creationId xmlns:a16="http://schemas.microsoft.com/office/drawing/2014/main" id="{285B62A2-B0E8-4EC3-A663-E29B86994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740"/>
                <a:ext cx="557" cy="423"/>
              </a:xfrm>
              <a:custGeom>
                <a:avLst/>
                <a:gdLst>
                  <a:gd name="T0" fmla="*/ 499 w 363"/>
                  <a:gd name="T1" fmla="*/ 154 h 275"/>
                  <a:gd name="T2" fmla="*/ 181 w 363"/>
                  <a:gd name="T3" fmla="*/ 365 h 275"/>
                  <a:gd name="T4" fmla="*/ 160 w 363"/>
                  <a:gd name="T5" fmla="*/ 611 h 275"/>
                  <a:gd name="T6" fmla="*/ 723 w 363"/>
                  <a:gd name="T7" fmla="*/ 863 h 275"/>
                  <a:gd name="T8" fmla="*/ 1246 w 363"/>
                  <a:gd name="T9" fmla="*/ 154 h 275"/>
                  <a:gd name="T10" fmla="*/ 499 w 363"/>
                  <a:gd name="T11" fmla="*/ 154 h 2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3" h="275">
                    <a:moveTo>
                      <a:pt x="138" y="42"/>
                    </a:moveTo>
                    <a:cubicBezTo>
                      <a:pt x="138" y="42"/>
                      <a:pt x="74" y="70"/>
                      <a:pt x="50" y="100"/>
                    </a:cubicBezTo>
                    <a:cubicBezTo>
                      <a:pt x="26" y="130"/>
                      <a:pt x="0" y="130"/>
                      <a:pt x="44" y="168"/>
                    </a:cubicBezTo>
                    <a:cubicBezTo>
                      <a:pt x="88" y="206"/>
                      <a:pt x="144" y="275"/>
                      <a:pt x="200" y="237"/>
                    </a:cubicBezTo>
                    <a:cubicBezTo>
                      <a:pt x="256" y="200"/>
                      <a:pt x="363" y="84"/>
                      <a:pt x="345" y="42"/>
                    </a:cubicBezTo>
                    <a:cubicBezTo>
                      <a:pt x="327" y="0"/>
                      <a:pt x="166" y="32"/>
                      <a:pt x="138" y="42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5" name="Freeform 77">
                <a:extLst>
                  <a:ext uri="{FF2B5EF4-FFF2-40B4-BE49-F238E27FC236}">
                    <a16:creationId xmlns:a16="http://schemas.microsoft.com/office/drawing/2014/main" id="{E78A1925-0A92-4C0D-8CDB-E1C98C309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754"/>
                <a:ext cx="486" cy="446"/>
              </a:xfrm>
              <a:custGeom>
                <a:avLst/>
                <a:gdLst>
                  <a:gd name="T0" fmla="*/ 400 w 317"/>
                  <a:gd name="T1" fmla="*/ 34 h 290"/>
                  <a:gd name="T2" fmla="*/ 141 w 317"/>
                  <a:gd name="T3" fmla="*/ 123 h 290"/>
                  <a:gd name="T4" fmla="*/ 101 w 317"/>
                  <a:gd name="T5" fmla="*/ 515 h 290"/>
                  <a:gd name="T6" fmla="*/ 534 w 317"/>
                  <a:gd name="T7" fmla="*/ 837 h 290"/>
                  <a:gd name="T8" fmla="*/ 912 w 317"/>
                  <a:gd name="T9" fmla="*/ 1043 h 290"/>
                  <a:gd name="T10" fmla="*/ 813 w 317"/>
                  <a:gd name="T11" fmla="*/ 818 h 290"/>
                  <a:gd name="T12" fmla="*/ 432 w 317"/>
                  <a:gd name="T13" fmla="*/ 163 h 290"/>
                  <a:gd name="T14" fmla="*/ 400 w 317"/>
                  <a:gd name="T15" fmla="*/ 34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7" h="290">
                    <a:moveTo>
                      <a:pt x="111" y="9"/>
                    </a:moveTo>
                    <a:cubicBezTo>
                      <a:pt x="100" y="0"/>
                      <a:pt x="66" y="0"/>
                      <a:pt x="39" y="34"/>
                    </a:cubicBezTo>
                    <a:cubicBezTo>
                      <a:pt x="13" y="69"/>
                      <a:pt x="0" y="119"/>
                      <a:pt x="28" y="142"/>
                    </a:cubicBezTo>
                    <a:cubicBezTo>
                      <a:pt x="55" y="165"/>
                      <a:pt x="133" y="217"/>
                      <a:pt x="148" y="230"/>
                    </a:cubicBezTo>
                    <a:cubicBezTo>
                      <a:pt x="162" y="244"/>
                      <a:pt x="216" y="288"/>
                      <a:pt x="253" y="287"/>
                    </a:cubicBezTo>
                    <a:cubicBezTo>
                      <a:pt x="289" y="285"/>
                      <a:pt x="317" y="290"/>
                      <a:pt x="226" y="225"/>
                    </a:cubicBezTo>
                    <a:cubicBezTo>
                      <a:pt x="135" y="159"/>
                      <a:pt x="117" y="71"/>
                      <a:pt x="120" y="45"/>
                    </a:cubicBezTo>
                    <a:cubicBezTo>
                      <a:pt x="124" y="19"/>
                      <a:pt x="117" y="14"/>
                      <a:pt x="111" y="9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6" name="Freeform 78">
                <a:extLst>
                  <a:ext uri="{FF2B5EF4-FFF2-40B4-BE49-F238E27FC236}">
                    <a16:creationId xmlns:a16="http://schemas.microsoft.com/office/drawing/2014/main" id="{51EA2FA2-2AB7-4A55-BCC5-A1B64AD15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2488"/>
                <a:ext cx="713" cy="280"/>
              </a:xfrm>
              <a:custGeom>
                <a:avLst/>
                <a:gdLst>
                  <a:gd name="T0" fmla="*/ 331 w 465"/>
                  <a:gd name="T1" fmla="*/ 18 h 182"/>
                  <a:gd name="T2" fmla="*/ 1262 w 465"/>
                  <a:gd name="T3" fmla="*/ 35 h 182"/>
                  <a:gd name="T4" fmla="*/ 1509 w 465"/>
                  <a:gd name="T5" fmla="*/ 189 h 182"/>
                  <a:gd name="T6" fmla="*/ 1000 w 465"/>
                  <a:gd name="T7" fmla="*/ 563 h 182"/>
                  <a:gd name="T8" fmla="*/ 296 w 465"/>
                  <a:gd name="T9" fmla="*/ 386 h 182"/>
                  <a:gd name="T10" fmla="*/ 155 w 465"/>
                  <a:gd name="T11" fmla="*/ 203 h 182"/>
                  <a:gd name="T12" fmla="*/ 331 w 465"/>
                  <a:gd name="T13" fmla="*/ 18 h 1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5" h="182">
                    <a:moveTo>
                      <a:pt x="92" y="5"/>
                    </a:moveTo>
                    <a:cubicBezTo>
                      <a:pt x="350" y="10"/>
                      <a:pt x="350" y="10"/>
                      <a:pt x="350" y="10"/>
                    </a:cubicBezTo>
                    <a:cubicBezTo>
                      <a:pt x="350" y="10"/>
                      <a:pt x="465" y="0"/>
                      <a:pt x="419" y="52"/>
                    </a:cubicBezTo>
                    <a:cubicBezTo>
                      <a:pt x="373" y="104"/>
                      <a:pt x="338" y="182"/>
                      <a:pt x="277" y="155"/>
                    </a:cubicBezTo>
                    <a:cubicBezTo>
                      <a:pt x="216" y="129"/>
                      <a:pt x="145" y="96"/>
                      <a:pt x="82" y="106"/>
                    </a:cubicBezTo>
                    <a:cubicBezTo>
                      <a:pt x="19" y="116"/>
                      <a:pt x="50" y="80"/>
                      <a:pt x="43" y="56"/>
                    </a:cubicBezTo>
                    <a:cubicBezTo>
                      <a:pt x="37" y="32"/>
                      <a:pt x="0" y="0"/>
                      <a:pt x="92" y="5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7" name="Freeform 79">
                <a:extLst>
                  <a:ext uri="{FF2B5EF4-FFF2-40B4-BE49-F238E27FC236}">
                    <a16:creationId xmlns:a16="http://schemas.microsoft.com/office/drawing/2014/main" id="{19D91CD3-018F-4B03-B6D5-03F938644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509"/>
                <a:ext cx="663" cy="446"/>
              </a:xfrm>
              <a:custGeom>
                <a:avLst/>
                <a:gdLst>
                  <a:gd name="T0" fmla="*/ 649 w 433"/>
                  <a:gd name="T1" fmla="*/ 12 h 290"/>
                  <a:gd name="T2" fmla="*/ 1292 w 433"/>
                  <a:gd name="T3" fmla="*/ 22 h 290"/>
                  <a:gd name="T4" fmla="*/ 1458 w 433"/>
                  <a:gd name="T5" fmla="*/ 189 h 290"/>
                  <a:gd name="T6" fmla="*/ 1444 w 433"/>
                  <a:gd name="T7" fmla="*/ 647 h 290"/>
                  <a:gd name="T8" fmla="*/ 900 w 433"/>
                  <a:gd name="T9" fmla="*/ 884 h 290"/>
                  <a:gd name="T10" fmla="*/ 467 w 433"/>
                  <a:gd name="T11" fmla="*/ 920 h 290"/>
                  <a:gd name="T12" fmla="*/ 150 w 433"/>
                  <a:gd name="T13" fmla="*/ 461 h 290"/>
                  <a:gd name="T14" fmla="*/ 412 w 433"/>
                  <a:gd name="T15" fmla="*/ 131 h 290"/>
                  <a:gd name="T16" fmla="*/ 649 w 433"/>
                  <a:gd name="T17" fmla="*/ 12 h 2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3" h="290">
                    <a:moveTo>
                      <a:pt x="181" y="3"/>
                    </a:moveTo>
                    <a:cubicBezTo>
                      <a:pt x="360" y="6"/>
                      <a:pt x="360" y="6"/>
                      <a:pt x="360" y="6"/>
                    </a:cubicBezTo>
                    <a:cubicBezTo>
                      <a:pt x="360" y="6"/>
                      <a:pt x="409" y="0"/>
                      <a:pt x="406" y="52"/>
                    </a:cubicBezTo>
                    <a:cubicBezTo>
                      <a:pt x="404" y="104"/>
                      <a:pt x="433" y="150"/>
                      <a:pt x="402" y="178"/>
                    </a:cubicBezTo>
                    <a:cubicBezTo>
                      <a:pt x="371" y="206"/>
                      <a:pt x="294" y="233"/>
                      <a:pt x="251" y="243"/>
                    </a:cubicBezTo>
                    <a:cubicBezTo>
                      <a:pt x="207" y="253"/>
                      <a:pt x="168" y="290"/>
                      <a:pt x="130" y="253"/>
                    </a:cubicBezTo>
                    <a:cubicBezTo>
                      <a:pt x="92" y="216"/>
                      <a:pt x="0" y="186"/>
                      <a:pt x="42" y="127"/>
                    </a:cubicBezTo>
                    <a:cubicBezTo>
                      <a:pt x="76" y="79"/>
                      <a:pt x="100" y="58"/>
                      <a:pt x="115" y="36"/>
                    </a:cubicBezTo>
                    <a:cubicBezTo>
                      <a:pt x="130" y="14"/>
                      <a:pt x="144" y="4"/>
                      <a:pt x="181" y="3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8" name="Freeform 80">
                <a:extLst>
                  <a:ext uri="{FF2B5EF4-FFF2-40B4-BE49-F238E27FC236}">
                    <a16:creationId xmlns:a16="http://schemas.microsoft.com/office/drawing/2014/main" id="{CB6FD9D9-1AE1-4710-ACB6-BDBE76470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503"/>
                <a:ext cx="636" cy="299"/>
              </a:xfrm>
              <a:custGeom>
                <a:avLst/>
                <a:gdLst>
                  <a:gd name="T0" fmla="*/ 195 w 415"/>
                  <a:gd name="T1" fmla="*/ 35 h 194"/>
                  <a:gd name="T2" fmla="*/ 14 w 415"/>
                  <a:gd name="T3" fmla="*/ 142 h 194"/>
                  <a:gd name="T4" fmla="*/ 40 w 415"/>
                  <a:gd name="T5" fmla="*/ 447 h 194"/>
                  <a:gd name="T6" fmla="*/ 244 w 415"/>
                  <a:gd name="T7" fmla="*/ 698 h 194"/>
                  <a:gd name="T8" fmla="*/ 1177 w 415"/>
                  <a:gd name="T9" fmla="*/ 583 h 194"/>
                  <a:gd name="T10" fmla="*/ 1372 w 415"/>
                  <a:gd name="T11" fmla="*/ 48 h 194"/>
                  <a:gd name="T12" fmla="*/ 988 w 415"/>
                  <a:gd name="T13" fmla="*/ 60 h 194"/>
                  <a:gd name="T14" fmla="*/ 195 w 415"/>
                  <a:gd name="T15" fmla="*/ 35 h 1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5" h="194">
                    <a:moveTo>
                      <a:pt x="54" y="10"/>
                    </a:moveTo>
                    <a:cubicBezTo>
                      <a:pt x="54" y="10"/>
                      <a:pt x="8" y="5"/>
                      <a:pt x="4" y="39"/>
                    </a:cubicBezTo>
                    <a:cubicBezTo>
                      <a:pt x="0" y="73"/>
                      <a:pt x="7" y="101"/>
                      <a:pt x="11" y="122"/>
                    </a:cubicBezTo>
                    <a:cubicBezTo>
                      <a:pt x="14" y="143"/>
                      <a:pt x="6" y="187"/>
                      <a:pt x="68" y="191"/>
                    </a:cubicBezTo>
                    <a:cubicBezTo>
                      <a:pt x="131" y="194"/>
                      <a:pt x="282" y="187"/>
                      <a:pt x="327" y="159"/>
                    </a:cubicBezTo>
                    <a:cubicBezTo>
                      <a:pt x="373" y="131"/>
                      <a:pt x="415" y="25"/>
                      <a:pt x="381" y="13"/>
                    </a:cubicBezTo>
                    <a:cubicBezTo>
                      <a:pt x="347" y="0"/>
                      <a:pt x="329" y="24"/>
                      <a:pt x="275" y="16"/>
                    </a:cubicBezTo>
                    <a:cubicBezTo>
                      <a:pt x="222" y="8"/>
                      <a:pt x="54" y="10"/>
                      <a:pt x="54" y="10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9" name="Freeform 81">
                <a:extLst>
                  <a:ext uri="{FF2B5EF4-FFF2-40B4-BE49-F238E27FC236}">
                    <a16:creationId xmlns:a16="http://schemas.microsoft.com/office/drawing/2014/main" id="{03C1F6AF-A88C-4CBA-830F-7DE2C06C3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482"/>
                <a:ext cx="441" cy="297"/>
              </a:xfrm>
              <a:custGeom>
                <a:avLst/>
                <a:gdLst>
                  <a:gd name="T0" fmla="*/ 923 w 288"/>
                  <a:gd name="T1" fmla="*/ 48 h 193"/>
                  <a:gd name="T2" fmla="*/ 865 w 288"/>
                  <a:gd name="T3" fmla="*/ 137 h 193"/>
                  <a:gd name="T4" fmla="*/ 481 w 288"/>
                  <a:gd name="T5" fmla="*/ 536 h 193"/>
                  <a:gd name="T6" fmla="*/ 26 w 288"/>
                  <a:gd name="T7" fmla="*/ 419 h 193"/>
                  <a:gd name="T8" fmla="*/ 237 w 288"/>
                  <a:gd name="T9" fmla="*/ 69 h 193"/>
                  <a:gd name="T10" fmla="*/ 923 w 288"/>
                  <a:gd name="T11" fmla="*/ 48 h 1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8" h="193">
                    <a:moveTo>
                      <a:pt x="257" y="13"/>
                    </a:moveTo>
                    <a:cubicBezTo>
                      <a:pt x="257" y="13"/>
                      <a:pt x="288" y="13"/>
                      <a:pt x="241" y="38"/>
                    </a:cubicBezTo>
                    <a:cubicBezTo>
                      <a:pt x="194" y="64"/>
                      <a:pt x="170" y="102"/>
                      <a:pt x="134" y="147"/>
                    </a:cubicBezTo>
                    <a:cubicBezTo>
                      <a:pt x="97" y="193"/>
                      <a:pt x="0" y="153"/>
                      <a:pt x="7" y="115"/>
                    </a:cubicBezTo>
                    <a:cubicBezTo>
                      <a:pt x="15" y="76"/>
                      <a:pt x="24" y="24"/>
                      <a:pt x="66" y="19"/>
                    </a:cubicBezTo>
                    <a:cubicBezTo>
                      <a:pt x="108" y="14"/>
                      <a:pt x="220" y="0"/>
                      <a:pt x="257" y="13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0" name="Freeform 82">
                <a:extLst>
                  <a:ext uri="{FF2B5EF4-FFF2-40B4-BE49-F238E27FC236}">
                    <a16:creationId xmlns:a16="http://schemas.microsoft.com/office/drawing/2014/main" id="{412721CB-6B7A-4A91-A5A5-E58CB08AF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692"/>
                <a:ext cx="337" cy="448"/>
              </a:xfrm>
              <a:custGeom>
                <a:avLst/>
                <a:gdLst>
                  <a:gd name="T0" fmla="*/ 388 w 220"/>
                  <a:gd name="T1" fmla="*/ 43 h 291"/>
                  <a:gd name="T2" fmla="*/ 617 w 220"/>
                  <a:gd name="T3" fmla="*/ 131 h 291"/>
                  <a:gd name="T4" fmla="*/ 697 w 220"/>
                  <a:gd name="T5" fmla="*/ 339 h 291"/>
                  <a:gd name="T6" fmla="*/ 525 w 220"/>
                  <a:gd name="T7" fmla="*/ 777 h 291"/>
                  <a:gd name="T8" fmla="*/ 309 w 220"/>
                  <a:gd name="T9" fmla="*/ 874 h 291"/>
                  <a:gd name="T10" fmla="*/ 133 w 220"/>
                  <a:gd name="T11" fmla="*/ 365 h 291"/>
                  <a:gd name="T12" fmla="*/ 388 w 220"/>
                  <a:gd name="T13" fmla="*/ 43 h 2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0" h="291">
                    <a:moveTo>
                      <a:pt x="108" y="12"/>
                    </a:moveTo>
                    <a:cubicBezTo>
                      <a:pt x="108" y="12"/>
                      <a:pt x="116" y="0"/>
                      <a:pt x="172" y="36"/>
                    </a:cubicBezTo>
                    <a:cubicBezTo>
                      <a:pt x="180" y="42"/>
                      <a:pt x="220" y="49"/>
                      <a:pt x="194" y="93"/>
                    </a:cubicBezTo>
                    <a:cubicBezTo>
                      <a:pt x="168" y="138"/>
                      <a:pt x="152" y="193"/>
                      <a:pt x="146" y="213"/>
                    </a:cubicBezTo>
                    <a:cubicBezTo>
                      <a:pt x="140" y="233"/>
                      <a:pt x="129" y="291"/>
                      <a:pt x="86" y="240"/>
                    </a:cubicBezTo>
                    <a:cubicBezTo>
                      <a:pt x="44" y="189"/>
                      <a:pt x="0" y="155"/>
                      <a:pt x="37" y="100"/>
                    </a:cubicBezTo>
                    <a:cubicBezTo>
                      <a:pt x="74" y="45"/>
                      <a:pt x="108" y="12"/>
                      <a:pt x="108" y="12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1" name="Freeform 83">
                <a:extLst>
                  <a:ext uri="{FF2B5EF4-FFF2-40B4-BE49-F238E27FC236}">
                    <a16:creationId xmlns:a16="http://schemas.microsoft.com/office/drawing/2014/main" id="{9223930C-1C30-4E09-BC1F-303AA5CAD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880"/>
                <a:ext cx="654" cy="324"/>
              </a:xfrm>
              <a:custGeom>
                <a:avLst/>
                <a:gdLst>
                  <a:gd name="T0" fmla="*/ 513 w 427"/>
                  <a:gd name="T1" fmla="*/ 109 h 211"/>
                  <a:gd name="T2" fmla="*/ 305 w 427"/>
                  <a:gd name="T3" fmla="*/ 28 h 211"/>
                  <a:gd name="T4" fmla="*/ 87 w 427"/>
                  <a:gd name="T5" fmla="*/ 217 h 211"/>
                  <a:gd name="T6" fmla="*/ 508 w 427"/>
                  <a:gd name="T7" fmla="*/ 627 h 211"/>
                  <a:gd name="T8" fmla="*/ 830 w 427"/>
                  <a:gd name="T9" fmla="*/ 765 h 211"/>
                  <a:gd name="T10" fmla="*/ 1310 w 427"/>
                  <a:gd name="T11" fmla="*/ 765 h 211"/>
                  <a:gd name="T12" fmla="*/ 1499 w 427"/>
                  <a:gd name="T13" fmla="*/ 590 h 211"/>
                  <a:gd name="T14" fmla="*/ 1360 w 427"/>
                  <a:gd name="T15" fmla="*/ 439 h 211"/>
                  <a:gd name="T16" fmla="*/ 744 w 427"/>
                  <a:gd name="T17" fmla="*/ 278 h 211"/>
                  <a:gd name="T18" fmla="*/ 513 w 427"/>
                  <a:gd name="T19" fmla="*/ 109 h 2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7" h="211">
                    <a:moveTo>
                      <a:pt x="143" y="30"/>
                    </a:moveTo>
                    <a:cubicBezTo>
                      <a:pt x="143" y="30"/>
                      <a:pt x="112" y="0"/>
                      <a:pt x="85" y="8"/>
                    </a:cubicBezTo>
                    <a:cubicBezTo>
                      <a:pt x="57" y="16"/>
                      <a:pt x="0" y="25"/>
                      <a:pt x="24" y="60"/>
                    </a:cubicBezTo>
                    <a:cubicBezTo>
                      <a:pt x="47" y="94"/>
                      <a:pt x="142" y="173"/>
                      <a:pt x="142" y="173"/>
                    </a:cubicBezTo>
                    <a:cubicBezTo>
                      <a:pt x="142" y="173"/>
                      <a:pt x="170" y="211"/>
                      <a:pt x="231" y="211"/>
                    </a:cubicBezTo>
                    <a:cubicBezTo>
                      <a:pt x="301" y="210"/>
                      <a:pt x="364" y="211"/>
                      <a:pt x="364" y="211"/>
                    </a:cubicBezTo>
                    <a:cubicBezTo>
                      <a:pt x="364" y="211"/>
                      <a:pt x="406" y="206"/>
                      <a:pt x="417" y="163"/>
                    </a:cubicBezTo>
                    <a:cubicBezTo>
                      <a:pt x="427" y="121"/>
                      <a:pt x="410" y="111"/>
                      <a:pt x="379" y="121"/>
                    </a:cubicBezTo>
                    <a:cubicBezTo>
                      <a:pt x="349" y="131"/>
                      <a:pt x="267" y="110"/>
                      <a:pt x="207" y="77"/>
                    </a:cubicBezTo>
                    <a:cubicBezTo>
                      <a:pt x="148" y="44"/>
                      <a:pt x="143" y="30"/>
                      <a:pt x="143" y="30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2" name="Freeform 84">
                <a:extLst>
                  <a:ext uri="{FF2B5EF4-FFF2-40B4-BE49-F238E27FC236}">
                    <a16:creationId xmlns:a16="http://schemas.microsoft.com/office/drawing/2014/main" id="{C2FA4C87-72A9-43FE-AFE0-CBCFD6EB4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760"/>
                <a:ext cx="731" cy="308"/>
              </a:xfrm>
              <a:custGeom>
                <a:avLst/>
                <a:gdLst>
                  <a:gd name="T0" fmla="*/ 575 w 477"/>
                  <a:gd name="T1" fmla="*/ 83 h 200"/>
                  <a:gd name="T2" fmla="*/ 319 w 477"/>
                  <a:gd name="T3" fmla="*/ 157 h 200"/>
                  <a:gd name="T4" fmla="*/ 190 w 477"/>
                  <a:gd name="T5" fmla="*/ 413 h 200"/>
                  <a:gd name="T6" fmla="*/ 921 w 477"/>
                  <a:gd name="T7" fmla="*/ 708 h 200"/>
                  <a:gd name="T8" fmla="*/ 1381 w 477"/>
                  <a:gd name="T9" fmla="*/ 447 h 200"/>
                  <a:gd name="T10" fmla="*/ 1482 w 477"/>
                  <a:gd name="T11" fmla="*/ 62 h 200"/>
                  <a:gd name="T12" fmla="*/ 575 w 477"/>
                  <a:gd name="T13" fmla="*/ 83 h 2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7" h="200">
                    <a:moveTo>
                      <a:pt x="160" y="23"/>
                    </a:moveTo>
                    <a:cubicBezTo>
                      <a:pt x="160" y="23"/>
                      <a:pt x="126" y="17"/>
                      <a:pt x="89" y="43"/>
                    </a:cubicBezTo>
                    <a:cubicBezTo>
                      <a:pt x="52" y="69"/>
                      <a:pt x="0" y="68"/>
                      <a:pt x="53" y="113"/>
                    </a:cubicBezTo>
                    <a:cubicBezTo>
                      <a:pt x="107" y="159"/>
                      <a:pt x="201" y="200"/>
                      <a:pt x="256" y="194"/>
                    </a:cubicBezTo>
                    <a:cubicBezTo>
                      <a:pt x="312" y="187"/>
                      <a:pt x="359" y="157"/>
                      <a:pt x="384" y="122"/>
                    </a:cubicBezTo>
                    <a:cubicBezTo>
                      <a:pt x="410" y="86"/>
                      <a:pt x="477" y="0"/>
                      <a:pt x="412" y="17"/>
                    </a:cubicBezTo>
                    <a:cubicBezTo>
                      <a:pt x="348" y="33"/>
                      <a:pt x="209" y="32"/>
                      <a:pt x="160" y="23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3" name="Freeform 85">
                <a:extLst>
                  <a:ext uri="{FF2B5EF4-FFF2-40B4-BE49-F238E27FC236}">
                    <a16:creationId xmlns:a16="http://schemas.microsoft.com/office/drawing/2014/main" id="{5EA1BCE8-8021-4207-9934-6F4532F30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765"/>
                <a:ext cx="691" cy="301"/>
              </a:xfrm>
              <a:custGeom>
                <a:avLst/>
                <a:gdLst>
                  <a:gd name="T0" fmla="*/ 1417 w 451"/>
                  <a:gd name="T1" fmla="*/ 40 h 196"/>
                  <a:gd name="T2" fmla="*/ 1266 w 451"/>
                  <a:gd name="T3" fmla="*/ 261 h 196"/>
                  <a:gd name="T4" fmla="*/ 806 w 451"/>
                  <a:gd name="T5" fmla="*/ 521 h 196"/>
                  <a:gd name="T6" fmla="*/ 75 w 451"/>
                  <a:gd name="T7" fmla="*/ 232 h 196"/>
                  <a:gd name="T8" fmla="*/ 72 w 451"/>
                  <a:gd name="T9" fmla="*/ 229 h 196"/>
                  <a:gd name="T10" fmla="*/ 107 w 451"/>
                  <a:gd name="T11" fmla="*/ 393 h 196"/>
                  <a:gd name="T12" fmla="*/ 838 w 451"/>
                  <a:gd name="T13" fmla="*/ 683 h 196"/>
                  <a:gd name="T14" fmla="*/ 1298 w 451"/>
                  <a:gd name="T15" fmla="*/ 424 h 196"/>
                  <a:gd name="T16" fmla="*/ 1417 w 451"/>
                  <a:gd name="T17" fmla="*/ 40 h 1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1" h="196">
                    <a:moveTo>
                      <a:pt x="394" y="11"/>
                    </a:moveTo>
                    <a:cubicBezTo>
                      <a:pt x="382" y="33"/>
                      <a:pt x="363" y="57"/>
                      <a:pt x="352" y="72"/>
                    </a:cubicBezTo>
                    <a:cubicBezTo>
                      <a:pt x="327" y="108"/>
                      <a:pt x="280" y="138"/>
                      <a:pt x="224" y="144"/>
                    </a:cubicBezTo>
                    <a:cubicBezTo>
                      <a:pt x="169" y="151"/>
                      <a:pt x="75" y="110"/>
                      <a:pt x="21" y="64"/>
                    </a:cubicBezTo>
                    <a:cubicBezTo>
                      <a:pt x="21" y="64"/>
                      <a:pt x="20" y="63"/>
                      <a:pt x="20" y="63"/>
                    </a:cubicBezTo>
                    <a:cubicBezTo>
                      <a:pt x="4" y="72"/>
                      <a:pt x="0" y="83"/>
                      <a:pt x="30" y="109"/>
                    </a:cubicBezTo>
                    <a:cubicBezTo>
                      <a:pt x="84" y="155"/>
                      <a:pt x="178" y="196"/>
                      <a:pt x="233" y="189"/>
                    </a:cubicBezTo>
                    <a:cubicBezTo>
                      <a:pt x="289" y="183"/>
                      <a:pt x="336" y="153"/>
                      <a:pt x="361" y="117"/>
                    </a:cubicBezTo>
                    <a:cubicBezTo>
                      <a:pt x="386" y="83"/>
                      <a:pt x="451" y="0"/>
                      <a:pt x="394" y="11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4" name="Freeform 86">
                <a:extLst>
                  <a:ext uri="{FF2B5EF4-FFF2-40B4-BE49-F238E27FC236}">
                    <a16:creationId xmlns:a16="http://schemas.microsoft.com/office/drawing/2014/main" id="{4C27944D-4D05-4F15-AEBD-79FF977F3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914"/>
                <a:ext cx="383" cy="286"/>
              </a:xfrm>
              <a:custGeom>
                <a:avLst/>
                <a:gdLst>
                  <a:gd name="T0" fmla="*/ 234 w 250"/>
                  <a:gd name="T1" fmla="*/ 677 h 186"/>
                  <a:gd name="T2" fmla="*/ 715 w 250"/>
                  <a:gd name="T3" fmla="*/ 677 h 186"/>
                  <a:gd name="T4" fmla="*/ 763 w 250"/>
                  <a:gd name="T5" fmla="*/ 467 h 186"/>
                  <a:gd name="T6" fmla="*/ 561 w 250"/>
                  <a:gd name="T7" fmla="*/ 177 h 186"/>
                  <a:gd name="T8" fmla="*/ 357 w 250"/>
                  <a:gd name="T9" fmla="*/ 146 h 186"/>
                  <a:gd name="T10" fmla="*/ 133 w 250"/>
                  <a:gd name="T11" fmla="*/ 418 h 186"/>
                  <a:gd name="T12" fmla="*/ 234 w 250"/>
                  <a:gd name="T13" fmla="*/ 677 h 1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0" h="186">
                    <a:moveTo>
                      <a:pt x="65" y="186"/>
                    </a:moveTo>
                    <a:cubicBezTo>
                      <a:pt x="199" y="186"/>
                      <a:pt x="199" y="186"/>
                      <a:pt x="199" y="186"/>
                    </a:cubicBezTo>
                    <a:cubicBezTo>
                      <a:pt x="199" y="186"/>
                      <a:pt x="250" y="156"/>
                      <a:pt x="212" y="129"/>
                    </a:cubicBezTo>
                    <a:cubicBezTo>
                      <a:pt x="175" y="101"/>
                      <a:pt x="168" y="64"/>
                      <a:pt x="156" y="49"/>
                    </a:cubicBezTo>
                    <a:cubicBezTo>
                      <a:pt x="143" y="34"/>
                      <a:pt x="137" y="0"/>
                      <a:pt x="99" y="40"/>
                    </a:cubicBezTo>
                    <a:cubicBezTo>
                      <a:pt x="61" y="81"/>
                      <a:pt x="35" y="81"/>
                      <a:pt x="37" y="115"/>
                    </a:cubicBezTo>
                    <a:cubicBezTo>
                      <a:pt x="38" y="149"/>
                      <a:pt x="0" y="186"/>
                      <a:pt x="65" y="186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5" name="Freeform 87">
                <a:extLst>
                  <a:ext uri="{FF2B5EF4-FFF2-40B4-BE49-F238E27FC236}">
                    <a16:creationId xmlns:a16="http://schemas.microsoft.com/office/drawing/2014/main" id="{F70A09DC-73DC-46FD-966A-E6FAB3394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528"/>
                <a:ext cx="305" cy="375"/>
              </a:xfrm>
              <a:custGeom>
                <a:avLst/>
                <a:gdLst>
                  <a:gd name="T0" fmla="*/ 208 w 199"/>
                  <a:gd name="T1" fmla="*/ 109 h 244"/>
                  <a:gd name="T2" fmla="*/ 167 w 199"/>
                  <a:gd name="T3" fmla="*/ 163 h 244"/>
                  <a:gd name="T4" fmla="*/ 162 w 199"/>
                  <a:gd name="T5" fmla="*/ 546 h 244"/>
                  <a:gd name="T6" fmla="*/ 129 w 199"/>
                  <a:gd name="T7" fmla="*/ 859 h 244"/>
                  <a:gd name="T8" fmla="*/ 702 w 199"/>
                  <a:gd name="T9" fmla="*/ 638 h 244"/>
                  <a:gd name="T10" fmla="*/ 481 w 199"/>
                  <a:gd name="T11" fmla="*/ 318 h 244"/>
                  <a:gd name="T12" fmla="*/ 208 w 199"/>
                  <a:gd name="T13" fmla="*/ 109 h 2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244">
                    <a:moveTo>
                      <a:pt x="58" y="30"/>
                    </a:moveTo>
                    <a:cubicBezTo>
                      <a:pt x="58" y="30"/>
                      <a:pt x="27" y="0"/>
                      <a:pt x="46" y="45"/>
                    </a:cubicBezTo>
                    <a:cubicBezTo>
                      <a:pt x="65" y="89"/>
                      <a:pt x="52" y="123"/>
                      <a:pt x="45" y="150"/>
                    </a:cubicBezTo>
                    <a:cubicBezTo>
                      <a:pt x="38" y="177"/>
                      <a:pt x="0" y="244"/>
                      <a:pt x="36" y="237"/>
                    </a:cubicBezTo>
                    <a:cubicBezTo>
                      <a:pt x="71" y="230"/>
                      <a:pt x="199" y="211"/>
                      <a:pt x="195" y="176"/>
                    </a:cubicBezTo>
                    <a:cubicBezTo>
                      <a:pt x="192" y="142"/>
                      <a:pt x="156" y="105"/>
                      <a:pt x="134" y="88"/>
                    </a:cubicBezTo>
                    <a:cubicBezTo>
                      <a:pt x="112" y="70"/>
                      <a:pt x="58" y="30"/>
                      <a:pt x="58" y="30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6" name="Freeform 88">
                <a:extLst>
                  <a:ext uri="{FF2B5EF4-FFF2-40B4-BE49-F238E27FC236}">
                    <a16:creationId xmlns:a16="http://schemas.microsoft.com/office/drawing/2014/main" id="{65F9992E-2716-4DE8-AB44-F7AA32382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894"/>
                <a:ext cx="361" cy="346"/>
              </a:xfrm>
              <a:custGeom>
                <a:avLst/>
                <a:gdLst>
                  <a:gd name="T0" fmla="*/ 791 w 235"/>
                  <a:gd name="T1" fmla="*/ 312 h 225"/>
                  <a:gd name="T2" fmla="*/ 602 w 235"/>
                  <a:gd name="T3" fmla="*/ 14 h 225"/>
                  <a:gd name="T4" fmla="*/ 298 w 235"/>
                  <a:gd name="T5" fmla="*/ 141 h 225"/>
                  <a:gd name="T6" fmla="*/ 89 w 235"/>
                  <a:gd name="T7" fmla="*/ 581 h 225"/>
                  <a:gd name="T8" fmla="*/ 298 w 235"/>
                  <a:gd name="T9" fmla="*/ 717 h 225"/>
                  <a:gd name="T10" fmla="*/ 791 w 235"/>
                  <a:gd name="T11" fmla="*/ 312 h 2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5" h="225">
                    <a:moveTo>
                      <a:pt x="218" y="86"/>
                    </a:moveTo>
                    <a:cubicBezTo>
                      <a:pt x="218" y="86"/>
                      <a:pt x="210" y="0"/>
                      <a:pt x="166" y="4"/>
                    </a:cubicBezTo>
                    <a:cubicBezTo>
                      <a:pt x="121" y="9"/>
                      <a:pt x="99" y="5"/>
                      <a:pt x="82" y="39"/>
                    </a:cubicBezTo>
                    <a:cubicBezTo>
                      <a:pt x="66" y="74"/>
                      <a:pt x="25" y="160"/>
                      <a:pt x="25" y="160"/>
                    </a:cubicBezTo>
                    <a:cubicBezTo>
                      <a:pt x="25" y="160"/>
                      <a:pt x="0" y="199"/>
                      <a:pt x="82" y="197"/>
                    </a:cubicBezTo>
                    <a:cubicBezTo>
                      <a:pt x="163" y="195"/>
                      <a:pt x="235" y="225"/>
                      <a:pt x="218" y="86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7" name="Freeform 89">
                <a:extLst>
                  <a:ext uri="{FF2B5EF4-FFF2-40B4-BE49-F238E27FC236}">
                    <a16:creationId xmlns:a16="http://schemas.microsoft.com/office/drawing/2014/main" id="{C1298E69-CA1D-4AA9-A253-CFF4AC63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2811"/>
                <a:ext cx="323" cy="403"/>
              </a:xfrm>
              <a:custGeom>
                <a:avLst/>
                <a:gdLst>
                  <a:gd name="T0" fmla="*/ 462 w 211"/>
                  <a:gd name="T1" fmla="*/ 168 h 262"/>
                  <a:gd name="T2" fmla="*/ 305 w 211"/>
                  <a:gd name="T3" fmla="*/ 58 h 262"/>
                  <a:gd name="T4" fmla="*/ 32 w 211"/>
                  <a:gd name="T5" fmla="*/ 312 h 262"/>
                  <a:gd name="T6" fmla="*/ 67 w 211"/>
                  <a:gd name="T7" fmla="*/ 721 h 262"/>
                  <a:gd name="T8" fmla="*/ 279 w 211"/>
                  <a:gd name="T9" fmla="*/ 928 h 262"/>
                  <a:gd name="T10" fmla="*/ 663 w 211"/>
                  <a:gd name="T11" fmla="*/ 731 h 262"/>
                  <a:gd name="T12" fmla="*/ 462 w 211"/>
                  <a:gd name="T13" fmla="*/ 168 h 2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262">
                    <a:moveTo>
                      <a:pt x="129" y="46"/>
                    </a:moveTo>
                    <a:cubicBezTo>
                      <a:pt x="129" y="46"/>
                      <a:pt x="115" y="0"/>
                      <a:pt x="85" y="16"/>
                    </a:cubicBezTo>
                    <a:cubicBezTo>
                      <a:pt x="55" y="31"/>
                      <a:pt x="0" y="34"/>
                      <a:pt x="9" y="86"/>
                    </a:cubicBezTo>
                    <a:cubicBezTo>
                      <a:pt x="18" y="139"/>
                      <a:pt x="21" y="179"/>
                      <a:pt x="19" y="198"/>
                    </a:cubicBezTo>
                    <a:cubicBezTo>
                      <a:pt x="17" y="218"/>
                      <a:pt x="10" y="254"/>
                      <a:pt x="78" y="255"/>
                    </a:cubicBezTo>
                    <a:cubicBezTo>
                      <a:pt x="145" y="256"/>
                      <a:pt x="211" y="262"/>
                      <a:pt x="185" y="201"/>
                    </a:cubicBezTo>
                    <a:cubicBezTo>
                      <a:pt x="159" y="140"/>
                      <a:pt x="129" y="46"/>
                      <a:pt x="129" y="46"/>
                    </a:cubicBezTo>
                    <a:close/>
                  </a:path>
                </a:pathLst>
              </a:custGeom>
              <a:solidFill>
                <a:srgbClr val="D9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8" name="Freeform 90">
                <a:extLst>
                  <a:ext uri="{FF2B5EF4-FFF2-40B4-BE49-F238E27FC236}">
                    <a16:creationId xmlns:a16="http://schemas.microsoft.com/office/drawing/2014/main" id="{D3C5677D-8E92-4841-9837-99307CC0F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992"/>
                <a:ext cx="501" cy="220"/>
              </a:xfrm>
              <a:custGeom>
                <a:avLst/>
                <a:gdLst>
                  <a:gd name="T0" fmla="*/ 806 w 327"/>
                  <a:gd name="T1" fmla="*/ 280 h 143"/>
                  <a:gd name="T2" fmla="*/ 188 w 327"/>
                  <a:gd name="T3" fmla="*/ 280 h 143"/>
                  <a:gd name="T4" fmla="*/ 176 w 327"/>
                  <a:gd name="T5" fmla="*/ 0 h 143"/>
                  <a:gd name="T6" fmla="*/ 129 w 327"/>
                  <a:gd name="T7" fmla="*/ 80 h 143"/>
                  <a:gd name="T8" fmla="*/ 101 w 327"/>
                  <a:gd name="T9" fmla="*/ 485 h 143"/>
                  <a:gd name="T10" fmla="*/ 719 w 327"/>
                  <a:gd name="T11" fmla="*/ 485 h 143"/>
                  <a:gd name="T12" fmla="*/ 1072 w 327"/>
                  <a:gd name="T13" fmla="*/ 182 h 143"/>
                  <a:gd name="T14" fmla="*/ 1134 w 327"/>
                  <a:gd name="T15" fmla="*/ 5 h 143"/>
                  <a:gd name="T16" fmla="*/ 806 w 327"/>
                  <a:gd name="T17" fmla="*/ 280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7" h="143">
                    <a:moveTo>
                      <a:pt x="224" y="77"/>
                    </a:moveTo>
                    <a:cubicBezTo>
                      <a:pt x="121" y="143"/>
                      <a:pt x="52" y="77"/>
                      <a:pt x="52" y="77"/>
                    </a:cubicBezTo>
                    <a:cubicBezTo>
                      <a:pt x="31" y="71"/>
                      <a:pt x="38" y="35"/>
                      <a:pt x="49" y="0"/>
                    </a:cubicBezTo>
                    <a:cubicBezTo>
                      <a:pt x="44" y="5"/>
                      <a:pt x="40" y="12"/>
                      <a:pt x="36" y="22"/>
                    </a:cubicBezTo>
                    <a:cubicBezTo>
                      <a:pt x="22" y="63"/>
                      <a:pt x="0" y="125"/>
                      <a:pt x="28" y="133"/>
                    </a:cubicBezTo>
                    <a:cubicBezTo>
                      <a:pt x="200" y="133"/>
                      <a:pt x="200" y="133"/>
                      <a:pt x="200" y="133"/>
                    </a:cubicBezTo>
                    <a:cubicBezTo>
                      <a:pt x="200" y="133"/>
                      <a:pt x="282" y="71"/>
                      <a:pt x="298" y="50"/>
                    </a:cubicBezTo>
                    <a:cubicBezTo>
                      <a:pt x="305" y="39"/>
                      <a:pt x="315" y="20"/>
                      <a:pt x="315" y="1"/>
                    </a:cubicBezTo>
                    <a:cubicBezTo>
                      <a:pt x="291" y="27"/>
                      <a:pt x="327" y="11"/>
                      <a:pt x="224" y="77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9" name="Freeform 91">
                <a:extLst>
                  <a:ext uri="{FF2B5EF4-FFF2-40B4-BE49-F238E27FC236}">
                    <a16:creationId xmlns:a16="http://schemas.microsoft.com/office/drawing/2014/main" id="{59375972-E66D-4916-BD81-D07C84409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788"/>
                <a:ext cx="328" cy="201"/>
              </a:xfrm>
              <a:custGeom>
                <a:avLst/>
                <a:gdLst>
                  <a:gd name="T0" fmla="*/ 284 w 214"/>
                  <a:gd name="T1" fmla="*/ 282 h 131"/>
                  <a:gd name="T2" fmla="*/ 167 w 214"/>
                  <a:gd name="T3" fmla="*/ 176 h 131"/>
                  <a:gd name="T4" fmla="*/ 109 w 214"/>
                  <a:gd name="T5" fmla="*/ 305 h 131"/>
                  <a:gd name="T6" fmla="*/ 195 w 214"/>
                  <a:gd name="T7" fmla="*/ 423 h 131"/>
                  <a:gd name="T8" fmla="*/ 763 w 214"/>
                  <a:gd name="T9" fmla="*/ 32 h 131"/>
                  <a:gd name="T10" fmla="*/ 771 w 214"/>
                  <a:gd name="T11" fmla="*/ 0 h 131"/>
                  <a:gd name="T12" fmla="*/ 284 w 214"/>
                  <a:gd name="T13" fmla="*/ 28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4" h="131">
                    <a:moveTo>
                      <a:pt x="79" y="78"/>
                    </a:moveTo>
                    <a:cubicBezTo>
                      <a:pt x="52" y="68"/>
                      <a:pt x="45" y="59"/>
                      <a:pt x="46" y="49"/>
                    </a:cubicBezTo>
                    <a:cubicBezTo>
                      <a:pt x="41" y="60"/>
                      <a:pt x="35" y="72"/>
                      <a:pt x="30" y="85"/>
                    </a:cubicBezTo>
                    <a:cubicBezTo>
                      <a:pt x="30" y="85"/>
                      <a:pt x="0" y="131"/>
                      <a:pt x="54" y="117"/>
                    </a:cubicBezTo>
                    <a:cubicBezTo>
                      <a:pt x="108" y="103"/>
                      <a:pt x="182" y="111"/>
                      <a:pt x="212" y="9"/>
                    </a:cubicBezTo>
                    <a:cubicBezTo>
                      <a:pt x="213" y="6"/>
                      <a:pt x="214" y="3"/>
                      <a:pt x="214" y="0"/>
                    </a:cubicBezTo>
                    <a:cubicBezTo>
                      <a:pt x="179" y="52"/>
                      <a:pt x="158" y="106"/>
                      <a:pt x="79" y="78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0" name="Freeform 92">
                <a:extLst>
                  <a:ext uri="{FF2B5EF4-FFF2-40B4-BE49-F238E27FC236}">
                    <a16:creationId xmlns:a16="http://schemas.microsoft.com/office/drawing/2014/main" id="{BFD16AF0-E1A6-4719-9AFB-B6DC510FE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582"/>
                <a:ext cx="483" cy="478"/>
              </a:xfrm>
              <a:custGeom>
                <a:avLst/>
                <a:gdLst>
                  <a:gd name="T0" fmla="*/ 468 w 315"/>
                  <a:gd name="T1" fmla="*/ 813 h 311"/>
                  <a:gd name="T2" fmla="*/ 216 w 315"/>
                  <a:gd name="T3" fmla="*/ 191 h 311"/>
                  <a:gd name="T4" fmla="*/ 265 w 315"/>
                  <a:gd name="T5" fmla="*/ 0 h 311"/>
                  <a:gd name="T6" fmla="*/ 129 w 315"/>
                  <a:gd name="T7" fmla="*/ 397 h 311"/>
                  <a:gd name="T8" fmla="*/ 353 w 315"/>
                  <a:gd name="T9" fmla="*/ 867 h 311"/>
                  <a:gd name="T10" fmla="*/ 1035 w 315"/>
                  <a:gd name="T11" fmla="*/ 593 h 311"/>
                  <a:gd name="T12" fmla="*/ 1107 w 315"/>
                  <a:gd name="T13" fmla="*/ 400 h 311"/>
                  <a:gd name="T14" fmla="*/ 468 w 315"/>
                  <a:gd name="T15" fmla="*/ 813 h 3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5" h="311">
                    <a:moveTo>
                      <a:pt x="130" y="224"/>
                    </a:moveTo>
                    <a:cubicBezTo>
                      <a:pt x="106" y="164"/>
                      <a:pt x="24" y="189"/>
                      <a:pt x="60" y="53"/>
                    </a:cubicBezTo>
                    <a:cubicBezTo>
                      <a:pt x="65" y="32"/>
                      <a:pt x="70" y="14"/>
                      <a:pt x="74" y="0"/>
                    </a:cubicBezTo>
                    <a:cubicBezTo>
                      <a:pt x="63" y="12"/>
                      <a:pt x="54" y="40"/>
                      <a:pt x="36" y="109"/>
                    </a:cubicBezTo>
                    <a:cubicBezTo>
                      <a:pt x="0" y="245"/>
                      <a:pt x="74" y="179"/>
                      <a:pt x="98" y="239"/>
                    </a:cubicBezTo>
                    <a:cubicBezTo>
                      <a:pt x="127" y="311"/>
                      <a:pt x="251" y="187"/>
                      <a:pt x="287" y="163"/>
                    </a:cubicBezTo>
                    <a:cubicBezTo>
                      <a:pt x="304" y="152"/>
                      <a:pt x="307" y="132"/>
                      <a:pt x="307" y="110"/>
                    </a:cubicBezTo>
                    <a:cubicBezTo>
                      <a:pt x="315" y="127"/>
                      <a:pt x="158" y="294"/>
                      <a:pt x="130" y="224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1" name="Freeform 93">
                <a:extLst>
                  <a:ext uri="{FF2B5EF4-FFF2-40B4-BE49-F238E27FC236}">
                    <a16:creationId xmlns:a16="http://schemas.microsoft.com/office/drawing/2014/main" id="{6AB3B40B-15BE-458B-8423-A9388B499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543"/>
                <a:ext cx="658" cy="249"/>
              </a:xfrm>
              <a:custGeom>
                <a:avLst/>
                <a:gdLst>
                  <a:gd name="T0" fmla="*/ 638 w 429"/>
                  <a:gd name="T1" fmla="*/ 492 h 162"/>
                  <a:gd name="T2" fmla="*/ 114 w 429"/>
                  <a:gd name="T3" fmla="*/ 101 h 162"/>
                  <a:gd name="T4" fmla="*/ 103 w 429"/>
                  <a:gd name="T5" fmla="*/ 0 h 162"/>
                  <a:gd name="T6" fmla="*/ 26 w 429"/>
                  <a:gd name="T7" fmla="*/ 304 h 162"/>
                  <a:gd name="T8" fmla="*/ 552 w 429"/>
                  <a:gd name="T9" fmla="*/ 529 h 162"/>
                  <a:gd name="T10" fmla="*/ 1543 w 429"/>
                  <a:gd name="T11" fmla="*/ 197 h 162"/>
                  <a:gd name="T12" fmla="*/ 1543 w 429"/>
                  <a:gd name="T13" fmla="*/ 155 h 162"/>
                  <a:gd name="T14" fmla="*/ 638 w 429"/>
                  <a:gd name="T15" fmla="*/ 492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9" h="162">
                    <a:moveTo>
                      <a:pt x="177" y="135"/>
                    </a:moveTo>
                    <a:cubicBezTo>
                      <a:pt x="85" y="147"/>
                      <a:pt x="39" y="106"/>
                      <a:pt x="31" y="28"/>
                    </a:cubicBezTo>
                    <a:cubicBezTo>
                      <a:pt x="30" y="17"/>
                      <a:pt x="29" y="8"/>
                      <a:pt x="29" y="0"/>
                    </a:cubicBezTo>
                    <a:cubicBezTo>
                      <a:pt x="13" y="9"/>
                      <a:pt x="0" y="21"/>
                      <a:pt x="7" y="84"/>
                    </a:cubicBezTo>
                    <a:cubicBezTo>
                      <a:pt x="15" y="162"/>
                      <a:pt x="61" y="158"/>
                      <a:pt x="153" y="146"/>
                    </a:cubicBezTo>
                    <a:cubicBezTo>
                      <a:pt x="244" y="134"/>
                      <a:pt x="406" y="160"/>
                      <a:pt x="428" y="54"/>
                    </a:cubicBezTo>
                    <a:cubicBezTo>
                      <a:pt x="428" y="54"/>
                      <a:pt x="429" y="50"/>
                      <a:pt x="428" y="43"/>
                    </a:cubicBezTo>
                    <a:cubicBezTo>
                      <a:pt x="375" y="96"/>
                      <a:pt x="252" y="126"/>
                      <a:pt x="177" y="135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2" name="Freeform 94">
                <a:extLst>
                  <a:ext uri="{FF2B5EF4-FFF2-40B4-BE49-F238E27FC236}">
                    <a16:creationId xmlns:a16="http://schemas.microsoft.com/office/drawing/2014/main" id="{59BDC00E-9BF8-476C-98AA-FC4F1529D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3111"/>
                <a:ext cx="714" cy="103"/>
              </a:xfrm>
              <a:custGeom>
                <a:avLst/>
                <a:gdLst>
                  <a:gd name="T0" fmla="*/ 1353 w 466"/>
                  <a:gd name="T1" fmla="*/ 14 h 67"/>
                  <a:gd name="T2" fmla="*/ 1338 w 466"/>
                  <a:gd name="T3" fmla="*/ 8 h 67"/>
                  <a:gd name="T4" fmla="*/ 512 w 466"/>
                  <a:gd name="T5" fmla="*/ 137 h 67"/>
                  <a:gd name="T6" fmla="*/ 363 w 466"/>
                  <a:gd name="T7" fmla="*/ 0 h 67"/>
                  <a:gd name="T8" fmla="*/ 420 w 466"/>
                  <a:gd name="T9" fmla="*/ 211 h 67"/>
                  <a:gd name="T10" fmla="*/ 1388 w 466"/>
                  <a:gd name="T11" fmla="*/ 211 h 67"/>
                  <a:gd name="T12" fmla="*/ 1353 w 466"/>
                  <a:gd name="T13" fmla="*/ 14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6" h="67">
                    <a:moveTo>
                      <a:pt x="376" y="4"/>
                    </a:moveTo>
                    <a:cubicBezTo>
                      <a:pt x="375" y="4"/>
                      <a:pt x="373" y="3"/>
                      <a:pt x="372" y="2"/>
                    </a:cubicBezTo>
                    <a:cubicBezTo>
                      <a:pt x="372" y="2"/>
                      <a:pt x="372" y="67"/>
                      <a:pt x="142" y="38"/>
                    </a:cubicBezTo>
                    <a:cubicBezTo>
                      <a:pt x="75" y="30"/>
                      <a:pt x="111" y="1"/>
                      <a:pt x="101" y="0"/>
                    </a:cubicBezTo>
                    <a:cubicBezTo>
                      <a:pt x="80" y="19"/>
                      <a:pt x="0" y="58"/>
                      <a:pt x="117" y="58"/>
                    </a:cubicBezTo>
                    <a:cubicBezTo>
                      <a:pt x="386" y="58"/>
                      <a:pt x="386" y="58"/>
                      <a:pt x="386" y="58"/>
                    </a:cubicBezTo>
                    <a:cubicBezTo>
                      <a:pt x="386" y="58"/>
                      <a:pt x="466" y="52"/>
                      <a:pt x="376" y="4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3" name="Freeform 95">
                <a:extLst>
                  <a:ext uri="{FF2B5EF4-FFF2-40B4-BE49-F238E27FC236}">
                    <a16:creationId xmlns:a16="http://schemas.microsoft.com/office/drawing/2014/main" id="{E96CF221-0872-4F5E-9087-BC5FA5A5B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100"/>
                <a:ext cx="558" cy="121"/>
              </a:xfrm>
              <a:custGeom>
                <a:avLst/>
                <a:gdLst>
                  <a:gd name="T0" fmla="*/ 1088 w 364"/>
                  <a:gd name="T1" fmla="*/ 32 h 79"/>
                  <a:gd name="T2" fmla="*/ 331 w 364"/>
                  <a:gd name="T3" fmla="*/ 168 h 79"/>
                  <a:gd name="T4" fmla="*/ 184 w 364"/>
                  <a:gd name="T5" fmla="*/ 0 h 79"/>
                  <a:gd name="T6" fmla="*/ 216 w 364"/>
                  <a:gd name="T7" fmla="*/ 234 h 79"/>
                  <a:gd name="T8" fmla="*/ 1185 w 364"/>
                  <a:gd name="T9" fmla="*/ 234 h 79"/>
                  <a:gd name="T10" fmla="*/ 1088 w 364"/>
                  <a:gd name="T11" fmla="*/ 32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4" h="79">
                    <a:moveTo>
                      <a:pt x="302" y="9"/>
                    </a:moveTo>
                    <a:cubicBezTo>
                      <a:pt x="302" y="9"/>
                      <a:pt x="351" y="79"/>
                      <a:pt x="92" y="47"/>
                    </a:cubicBezTo>
                    <a:cubicBezTo>
                      <a:pt x="25" y="38"/>
                      <a:pt x="57" y="4"/>
                      <a:pt x="51" y="0"/>
                    </a:cubicBezTo>
                    <a:cubicBezTo>
                      <a:pt x="17" y="33"/>
                      <a:pt x="0" y="58"/>
                      <a:pt x="60" y="65"/>
                    </a:cubicBezTo>
                    <a:cubicBezTo>
                      <a:pt x="329" y="65"/>
                      <a:pt x="329" y="65"/>
                      <a:pt x="329" y="65"/>
                    </a:cubicBezTo>
                    <a:cubicBezTo>
                      <a:pt x="329" y="65"/>
                      <a:pt x="364" y="47"/>
                      <a:pt x="302" y="9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4" name="Freeform 96">
                <a:extLst>
                  <a:ext uri="{FF2B5EF4-FFF2-40B4-BE49-F238E27FC236}">
                    <a16:creationId xmlns:a16="http://schemas.microsoft.com/office/drawing/2014/main" id="{58D5DC4E-1A91-4CE8-9C00-3DDD406BA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823"/>
                <a:ext cx="532" cy="340"/>
              </a:xfrm>
              <a:custGeom>
                <a:avLst/>
                <a:gdLst>
                  <a:gd name="T0" fmla="*/ 806 w 347"/>
                  <a:gd name="T1" fmla="*/ 462 h 221"/>
                  <a:gd name="T2" fmla="*/ 216 w 347"/>
                  <a:gd name="T3" fmla="*/ 383 h 221"/>
                  <a:gd name="T4" fmla="*/ 190 w 347"/>
                  <a:gd name="T5" fmla="*/ 157 h 221"/>
                  <a:gd name="T6" fmla="*/ 181 w 347"/>
                  <a:gd name="T7" fmla="*/ 168 h 221"/>
                  <a:gd name="T8" fmla="*/ 158 w 347"/>
                  <a:gd name="T9" fmla="*/ 414 h 221"/>
                  <a:gd name="T10" fmla="*/ 722 w 347"/>
                  <a:gd name="T11" fmla="*/ 668 h 221"/>
                  <a:gd name="T12" fmla="*/ 1251 w 347"/>
                  <a:gd name="T13" fmla="*/ 0 h 221"/>
                  <a:gd name="T14" fmla="*/ 806 w 347"/>
                  <a:gd name="T15" fmla="*/ 462 h 2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7" h="221">
                    <a:moveTo>
                      <a:pt x="224" y="127"/>
                    </a:moveTo>
                    <a:cubicBezTo>
                      <a:pt x="168" y="165"/>
                      <a:pt x="104" y="142"/>
                      <a:pt x="60" y="105"/>
                    </a:cubicBezTo>
                    <a:cubicBezTo>
                      <a:pt x="53" y="99"/>
                      <a:pt x="32" y="82"/>
                      <a:pt x="53" y="43"/>
                    </a:cubicBezTo>
                    <a:cubicBezTo>
                      <a:pt x="52" y="44"/>
                      <a:pt x="51" y="45"/>
                      <a:pt x="50" y="46"/>
                    </a:cubicBezTo>
                    <a:cubicBezTo>
                      <a:pt x="26" y="76"/>
                      <a:pt x="0" y="76"/>
                      <a:pt x="44" y="114"/>
                    </a:cubicBezTo>
                    <a:cubicBezTo>
                      <a:pt x="88" y="152"/>
                      <a:pt x="144" y="221"/>
                      <a:pt x="200" y="183"/>
                    </a:cubicBezTo>
                    <a:cubicBezTo>
                      <a:pt x="251" y="149"/>
                      <a:pt x="345" y="49"/>
                      <a:pt x="347" y="0"/>
                    </a:cubicBezTo>
                    <a:cubicBezTo>
                      <a:pt x="315" y="48"/>
                      <a:pt x="259" y="103"/>
                      <a:pt x="224" y="127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5" name="Freeform 97">
                <a:extLst>
                  <a:ext uri="{FF2B5EF4-FFF2-40B4-BE49-F238E27FC236}">
                    <a16:creationId xmlns:a16="http://schemas.microsoft.com/office/drawing/2014/main" id="{BB014E0B-0747-4EC6-B3DF-79BCC258B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811"/>
                <a:ext cx="492" cy="484"/>
              </a:xfrm>
              <a:custGeom>
                <a:avLst/>
                <a:gdLst>
                  <a:gd name="T0" fmla="*/ 811 w 321"/>
                  <a:gd name="T1" fmla="*/ 682 h 315"/>
                  <a:gd name="T2" fmla="*/ 621 w 321"/>
                  <a:gd name="T3" fmla="*/ 506 h 315"/>
                  <a:gd name="T4" fmla="*/ 616 w 321"/>
                  <a:gd name="T5" fmla="*/ 498 h 315"/>
                  <a:gd name="T6" fmla="*/ 143 w 321"/>
                  <a:gd name="T7" fmla="*/ 290 h 315"/>
                  <a:gd name="T8" fmla="*/ 129 w 321"/>
                  <a:gd name="T9" fmla="*/ 0 h 315"/>
                  <a:gd name="T10" fmla="*/ 97 w 321"/>
                  <a:gd name="T11" fmla="*/ 380 h 315"/>
                  <a:gd name="T12" fmla="*/ 529 w 321"/>
                  <a:gd name="T13" fmla="*/ 701 h 315"/>
                  <a:gd name="T14" fmla="*/ 907 w 321"/>
                  <a:gd name="T15" fmla="*/ 907 h 315"/>
                  <a:gd name="T16" fmla="*/ 811 w 321"/>
                  <a:gd name="T17" fmla="*/ 682 h 3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1" h="315">
                    <a:moveTo>
                      <a:pt x="225" y="188"/>
                    </a:moveTo>
                    <a:cubicBezTo>
                      <a:pt x="204" y="172"/>
                      <a:pt x="186" y="156"/>
                      <a:pt x="172" y="139"/>
                    </a:cubicBezTo>
                    <a:cubicBezTo>
                      <a:pt x="172" y="139"/>
                      <a:pt x="171" y="138"/>
                      <a:pt x="171" y="137"/>
                    </a:cubicBezTo>
                    <a:cubicBezTo>
                      <a:pt x="321" y="315"/>
                      <a:pt x="67" y="103"/>
                      <a:pt x="40" y="80"/>
                    </a:cubicBezTo>
                    <a:cubicBezTo>
                      <a:pt x="26" y="69"/>
                      <a:pt x="33" y="20"/>
                      <a:pt x="36" y="0"/>
                    </a:cubicBezTo>
                    <a:cubicBezTo>
                      <a:pt x="11" y="35"/>
                      <a:pt x="0" y="82"/>
                      <a:pt x="27" y="105"/>
                    </a:cubicBezTo>
                    <a:cubicBezTo>
                      <a:pt x="54" y="128"/>
                      <a:pt x="132" y="180"/>
                      <a:pt x="147" y="193"/>
                    </a:cubicBezTo>
                    <a:cubicBezTo>
                      <a:pt x="161" y="207"/>
                      <a:pt x="215" y="251"/>
                      <a:pt x="252" y="250"/>
                    </a:cubicBezTo>
                    <a:cubicBezTo>
                      <a:pt x="288" y="248"/>
                      <a:pt x="316" y="253"/>
                      <a:pt x="225" y="188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" name="Freeform 98">
                <a:extLst>
                  <a:ext uri="{FF2B5EF4-FFF2-40B4-BE49-F238E27FC236}">
                    <a16:creationId xmlns:a16="http://schemas.microsoft.com/office/drawing/2014/main" id="{732409E2-ACAF-43AC-8145-89737971C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494"/>
                <a:ext cx="653" cy="274"/>
              </a:xfrm>
              <a:custGeom>
                <a:avLst/>
                <a:gdLst>
                  <a:gd name="T0" fmla="*/ 1502 w 426"/>
                  <a:gd name="T1" fmla="*/ 54 h 178"/>
                  <a:gd name="T2" fmla="*/ 1048 w 426"/>
                  <a:gd name="T3" fmla="*/ 391 h 178"/>
                  <a:gd name="T4" fmla="*/ 331 w 426"/>
                  <a:gd name="T5" fmla="*/ 272 h 178"/>
                  <a:gd name="T6" fmla="*/ 221 w 426"/>
                  <a:gd name="T7" fmla="*/ 0 h 178"/>
                  <a:gd name="T8" fmla="*/ 129 w 426"/>
                  <a:gd name="T9" fmla="*/ 189 h 178"/>
                  <a:gd name="T10" fmla="*/ 270 w 426"/>
                  <a:gd name="T11" fmla="*/ 373 h 178"/>
                  <a:gd name="T12" fmla="*/ 973 w 426"/>
                  <a:gd name="T13" fmla="*/ 550 h 178"/>
                  <a:gd name="T14" fmla="*/ 1485 w 426"/>
                  <a:gd name="T15" fmla="*/ 175 h 178"/>
                  <a:gd name="T16" fmla="*/ 1502 w 426"/>
                  <a:gd name="T17" fmla="*/ 54 h 1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6" h="178">
                    <a:moveTo>
                      <a:pt x="417" y="15"/>
                    </a:moveTo>
                    <a:cubicBezTo>
                      <a:pt x="392" y="82"/>
                      <a:pt x="344" y="130"/>
                      <a:pt x="291" y="107"/>
                    </a:cubicBezTo>
                    <a:cubicBezTo>
                      <a:pt x="230" y="80"/>
                      <a:pt x="154" y="65"/>
                      <a:pt x="92" y="75"/>
                    </a:cubicBezTo>
                    <a:cubicBezTo>
                      <a:pt x="32" y="85"/>
                      <a:pt x="27" y="10"/>
                      <a:pt x="61" y="0"/>
                    </a:cubicBezTo>
                    <a:cubicBezTo>
                      <a:pt x="0" y="3"/>
                      <a:pt x="30" y="30"/>
                      <a:pt x="36" y="52"/>
                    </a:cubicBezTo>
                    <a:cubicBezTo>
                      <a:pt x="43" y="76"/>
                      <a:pt x="12" y="112"/>
                      <a:pt x="75" y="102"/>
                    </a:cubicBezTo>
                    <a:cubicBezTo>
                      <a:pt x="138" y="92"/>
                      <a:pt x="209" y="125"/>
                      <a:pt x="270" y="151"/>
                    </a:cubicBezTo>
                    <a:cubicBezTo>
                      <a:pt x="331" y="178"/>
                      <a:pt x="366" y="100"/>
                      <a:pt x="412" y="48"/>
                    </a:cubicBezTo>
                    <a:cubicBezTo>
                      <a:pt x="426" y="32"/>
                      <a:pt x="425" y="22"/>
                      <a:pt x="417" y="15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7" name="Freeform 99">
                <a:extLst>
                  <a:ext uri="{FF2B5EF4-FFF2-40B4-BE49-F238E27FC236}">
                    <a16:creationId xmlns:a16="http://schemas.microsoft.com/office/drawing/2014/main" id="{0038AA5E-6953-4E9A-AB2E-41C8846D6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675"/>
                <a:ext cx="639" cy="280"/>
              </a:xfrm>
              <a:custGeom>
                <a:avLst/>
                <a:gdLst>
                  <a:gd name="T0" fmla="*/ 1054 w 417"/>
                  <a:gd name="T1" fmla="*/ 372 h 182"/>
                  <a:gd name="T2" fmla="*/ 458 w 417"/>
                  <a:gd name="T3" fmla="*/ 391 h 182"/>
                  <a:gd name="T4" fmla="*/ 202 w 417"/>
                  <a:gd name="T5" fmla="*/ 0 h 182"/>
                  <a:gd name="T6" fmla="*/ 150 w 417"/>
                  <a:gd name="T7" fmla="*/ 69 h 182"/>
                  <a:gd name="T8" fmla="*/ 467 w 417"/>
                  <a:gd name="T9" fmla="*/ 528 h 182"/>
                  <a:gd name="T10" fmla="*/ 904 w 417"/>
                  <a:gd name="T11" fmla="*/ 492 h 182"/>
                  <a:gd name="T12" fmla="*/ 1447 w 417"/>
                  <a:gd name="T13" fmla="*/ 255 h 182"/>
                  <a:gd name="T14" fmla="*/ 1494 w 417"/>
                  <a:gd name="T15" fmla="*/ 80 h 182"/>
                  <a:gd name="T16" fmla="*/ 1054 w 417"/>
                  <a:gd name="T17" fmla="*/ 372 h 1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182">
                    <a:moveTo>
                      <a:pt x="293" y="102"/>
                    </a:moveTo>
                    <a:cubicBezTo>
                      <a:pt x="249" y="112"/>
                      <a:pt x="165" y="144"/>
                      <a:pt x="127" y="107"/>
                    </a:cubicBezTo>
                    <a:cubicBezTo>
                      <a:pt x="98" y="78"/>
                      <a:pt x="17" y="89"/>
                      <a:pt x="56" y="0"/>
                    </a:cubicBezTo>
                    <a:cubicBezTo>
                      <a:pt x="52" y="6"/>
                      <a:pt x="47" y="12"/>
                      <a:pt x="42" y="19"/>
                    </a:cubicBezTo>
                    <a:cubicBezTo>
                      <a:pt x="0" y="78"/>
                      <a:pt x="92" y="108"/>
                      <a:pt x="130" y="145"/>
                    </a:cubicBezTo>
                    <a:cubicBezTo>
                      <a:pt x="168" y="182"/>
                      <a:pt x="207" y="145"/>
                      <a:pt x="251" y="135"/>
                    </a:cubicBezTo>
                    <a:cubicBezTo>
                      <a:pt x="294" y="125"/>
                      <a:pt x="371" y="98"/>
                      <a:pt x="402" y="70"/>
                    </a:cubicBezTo>
                    <a:cubicBezTo>
                      <a:pt x="416" y="57"/>
                      <a:pt x="417" y="41"/>
                      <a:pt x="415" y="22"/>
                    </a:cubicBezTo>
                    <a:cubicBezTo>
                      <a:pt x="380" y="47"/>
                      <a:pt x="332" y="93"/>
                      <a:pt x="293" y="102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8" name="Freeform 100">
                <a:extLst>
                  <a:ext uri="{FF2B5EF4-FFF2-40B4-BE49-F238E27FC236}">
                    <a16:creationId xmlns:a16="http://schemas.microsoft.com/office/drawing/2014/main" id="{575B43B7-F63F-4537-8976-200F5D314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523"/>
                <a:ext cx="597" cy="279"/>
              </a:xfrm>
              <a:custGeom>
                <a:avLst/>
                <a:gdLst>
                  <a:gd name="T0" fmla="*/ 1218 w 390"/>
                  <a:gd name="T1" fmla="*/ 427 h 181"/>
                  <a:gd name="T2" fmla="*/ 326 w 390"/>
                  <a:gd name="T3" fmla="*/ 556 h 181"/>
                  <a:gd name="T4" fmla="*/ 127 w 390"/>
                  <a:gd name="T5" fmla="*/ 194 h 181"/>
                  <a:gd name="T6" fmla="*/ 96 w 390"/>
                  <a:gd name="T7" fmla="*/ 0 h 181"/>
                  <a:gd name="T8" fmla="*/ 14 w 390"/>
                  <a:gd name="T9" fmla="*/ 96 h 181"/>
                  <a:gd name="T10" fmla="*/ 40 w 390"/>
                  <a:gd name="T11" fmla="*/ 399 h 181"/>
                  <a:gd name="T12" fmla="*/ 243 w 390"/>
                  <a:gd name="T13" fmla="*/ 650 h 181"/>
                  <a:gd name="T14" fmla="*/ 1174 w 390"/>
                  <a:gd name="T15" fmla="*/ 535 h 181"/>
                  <a:gd name="T16" fmla="*/ 1399 w 390"/>
                  <a:gd name="T17" fmla="*/ 171 h 181"/>
                  <a:gd name="T18" fmla="*/ 1218 w 390"/>
                  <a:gd name="T19" fmla="*/ 427 h 1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0" h="181">
                    <a:moveTo>
                      <a:pt x="340" y="117"/>
                    </a:moveTo>
                    <a:cubicBezTo>
                      <a:pt x="295" y="145"/>
                      <a:pt x="154" y="155"/>
                      <a:pt x="91" y="152"/>
                    </a:cubicBezTo>
                    <a:cubicBezTo>
                      <a:pt x="28" y="149"/>
                      <a:pt x="38" y="74"/>
                      <a:pt x="35" y="53"/>
                    </a:cubicBezTo>
                    <a:cubicBezTo>
                      <a:pt x="32" y="39"/>
                      <a:pt x="28" y="21"/>
                      <a:pt x="27" y="0"/>
                    </a:cubicBezTo>
                    <a:cubicBezTo>
                      <a:pt x="16" y="4"/>
                      <a:pt x="6" y="11"/>
                      <a:pt x="4" y="26"/>
                    </a:cubicBezTo>
                    <a:cubicBezTo>
                      <a:pt x="0" y="60"/>
                      <a:pt x="7" y="88"/>
                      <a:pt x="11" y="109"/>
                    </a:cubicBezTo>
                    <a:cubicBezTo>
                      <a:pt x="14" y="130"/>
                      <a:pt x="6" y="174"/>
                      <a:pt x="68" y="178"/>
                    </a:cubicBezTo>
                    <a:cubicBezTo>
                      <a:pt x="131" y="181"/>
                      <a:pt x="282" y="174"/>
                      <a:pt x="327" y="146"/>
                    </a:cubicBezTo>
                    <a:cubicBezTo>
                      <a:pt x="355" y="129"/>
                      <a:pt x="382" y="83"/>
                      <a:pt x="390" y="47"/>
                    </a:cubicBezTo>
                    <a:cubicBezTo>
                      <a:pt x="379" y="66"/>
                      <a:pt x="354" y="109"/>
                      <a:pt x="340" y="117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9" name="Freeform 101">
                <a:extLst>
                  <a:ext uri="{FF2B5EF4-FFF2-40B4-BE49-F238E27FC236}">
                    <a16:creationId xmlns:a16="http://schemas.microsoft.com/office/drawing/2014/main" id="{312C063C-6692-4044-8EBF-89E163285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496"/>
                <a:ext cx="441" cy="283"/>
              </a:xfrm>
              <a:custGeom>
                <a:avLst/>
                <a:gdLst>
                  <a:gd name="T0" fmla="*/ 923 w 288"/>
                  <a:gd name="T1" fmla="*/ 14 h 184"/>
                  <a:gd name="T2" fmla="*/ 873 w 288"/>
                  <a:gd name="T3" fmla="*/ 0 h 184"/>
                  <a:gd name="T4" fmla="*/ 593 w 288"/>
                  <a:gd name="T5" fmla="*/ 312 h 184"/>
                  <a:gd name="T6" fmla="*/ 80 w 288"/>
                  <a:gd name="T7" fmla="*/ 331 h 184"/>
                  <a:gd name="T8" fmla="*/ 129 w 288"/>
                  <a:gd name="T9" fmla="*/ 95 h 184"/>
                  <a:gd name="T10" fmla="*/ 26 w 288"/>
                  <a:gd name="T11" fmla="*/ 386 h 184"/>
                  <a:gd name="T12" fmla="*/ 481 w 288"/>
                  <a:gd name="T13" fmla="*/ 501 h 184"/>
                  <a:gd name="T14" fmla="*/ 865 w 288"/>
                  <a:gd name="T15" fmla="*/ 106 h 184"/>
                  <a:gd name="T16" fmla="*/ 923 w 288"/>
                  <a:gd name="T17" fmla="*/ 14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8" h="184">
                    <a:moveTo>
                      <a:pt x="257" y="4"/>
                    </a:moveTo>
                    <a:cubicBezTo>
                      <a:pt x="253" y="2"/>
                      <a:pt x="248" y="1"/>
                      <a:pt x="243" y="0"/>
                    </a:cubicBezTo>
                    <a:cubicBezTo>
                      <a:pt x="286" y="7"/>
                      <a:pt x="191" y="54"/>
                      <a:pt x="165" y="86"/>
                    </a:cubicBezTo>
                    <a:cubicBezTo>
                      <a:pt x="129" y="131"/>
                      <a:pt x="15" y="130"/>
                      <a:pt x="22" y="91"/>
                    </a:cubicBezTo>
                    <a:cubicBezTo>
                      <a:pt x="23" y="84"/>
                      <a:pt x="34" y="34"/>
                      <a:pt x="36" y="26"/>
                    </a:cubicBezTo>
                    <a:cubicBezTo>
                      <a:pt x="18" y="45"/>
                      <a:pt x="12" y="78"/>
                      <a:pt x="7" y="106"/>
                    </a:cubicBezTo>
                    <a:cubicBezTo>
                      <a:pt x="0" y="144"/>
                      <a:pt x="97" y="184"/>
                      <a:pt x="134" y="138"/>
                    </a:cubicBezTo>
                    <a:cubicBezTo>
                      <a:pt x="170" y="93"/>
                      <a:pt x="194" y="55"/>
                      <a:pt x="241" y="29"/>
                    </a:cubicBezTo>
                    <a:cubicBezTo>
                      <a:pt x="288" y="4"/>
                      <a:pt x="257" y="4"/>
                      <a:pt x="257" y="4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0" name="Freeform 102">
                <a:extLst>
                  <a:ext uri="{FF2B5EF4-FFF2-40B4-BE49-F238E27FC236}">
                    <a16:creationId xmlns:a16="http://schemas.microsoft.com/office/drawing/2014/main" id="{DEF6DE75-95E8-4E54-80B5-2827FC35C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823"/>
                <a:ext cx="231" cy="317"/>
              </a:xfrm>
              <a:custGeom>
                <a:avLst/>
                <a:gdLst>
                  <a:gd name="T0" fmla="*/ 278 w 151"/>
                  <a:gd name="T1" fmla="*/ 452 h 206"/>
                  <a:gd name="T2" fmla="*/ 168 w 151"/>
                  <a:gd name="T3" fmla="*/ 0 h 206"/>
                  <a:gd name="T4" fmla="*/ 133 w 151"/>
                  <a:gd name="T5" fmla="*/ 54 h 206"/>
                  <a:gd name="T6" fmla="*/ 309 w 151"/>
                  <a:gd name="T7" fmla="*/ 566 h 206"/>
                  <a:gd name="T8" fmla="*/ 522 w 151"/>
                  <a:gd name="T9" fmla="*/ 466 h 206"/>
                  <a:gd name="T10" fmla="*/ 540 w 151"/>
                  <a:gd name="T11" fmla="*/ 419 h 206"/>
                  <a:gd name="T12" fmla="*/ 278 w 151"/>
                  <a:gd name="T13" fmla="*/ 452 h 2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206">
                    <a:moveTo>
                      <a:pt x="78" y="124"/>
                    </a:moveTo>
                    <a:cubicBezTo>
                      <a:pt x="48" y="87"/>
                      <a:pt x="12" y="74"/>
                      <a:pt x="47" y="0"/>
                    </a:cubicBezTo>
                    <a:cubicBezTo>
                      <a:pt x="44" y="5"/>
                      <a:pt x="40" y="10"/>
                      <a:pt x="37" y="15"/>
                    </a:cubicBezTo>
                    <a:cubicBezTo>
                      <a:pt x="0" y="70"/>
                      <a:pt x="44" y="104"/>
                      <a:pt x="86" y="155"/>
                    </a:cubicBezTo>
                    <a:cubicBezTo>
                      <a:pt x="129" y="206"/>
                      <a:pt x="140" y="148"/>
                      <a:pt x="146" y="128"/>
                    </a:cubicBezTo>
                    <a:cubicBezTo>
                      <a:pt x="147" y="125"/>
                      <a:pt x="149" y="120"/>
                      <a:pt x="151" y="115"/>
                    </a:cubicBezTo>
                    <a:cubicBezTo>
                      <a:pt x="142" y="123"/>
                      <a:pt x="97" y="148"/>
                      <a:pt x="78" y="124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1" name="Freeform 103">
                <a:extLst>
                  <a:ext uri="{FF2B5EF4-FFF2-40B4-BE49-F238E27FC236}">
                    <a16:creationId xmlns:a16="http://schemas.microsoft.com/office/drawing/2014/main" id="{DC1F2BAC-BE39-446B-B65C-C35AB7ED4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905"/>
                <a:ext cx="637" cy="299"/>
              </a:xfrm>
              <a:custGeom>
                <a:avLst/>
                <a:gdLst>
                  <a:gd name="T0" fmla="*/ 1378 w 416"/>
                  <a:gd name="T1" fmla="*/ 501 h 195"/>
                  <a:gd name="T2" fmla="*/ 897 w 416"/>
                  <a:gd name="T3" fmla="*/ 603 h 195"/>
                  <a:gd name="T4" fmla="*/ 392 w 416"/>
                  <a:gd name="T5" fmla="*/ 426 h 195"/>
                  <a:gd name="T6" fmla="*/ 190 w 416"/>
                  <a:gd name="T7" fmla="*/ 0 h 195"/>
                  <a:gd name="T8" fmla="*/ 72 w 416"/>
                  <a:gd name="T9" fmla="*/ 158 h 195"/>
                  <a:gd name="T10" fmla="*/ 495 w 416"/>
                  <a:gd name="T11" fmla="*/ 567 h 195"/>
                  <a:gd name="T12" fmla="*/ 816 w 416"/>
                  <a:gd name="T13" fmla="*/ 702 h 195"/>
                  <a:gd name="T14" fmla="*/ 1292 w 416"/>
                  <a:gd name="T15" fmla="*/ 702 h 195"/>
                  <a:gd name="T16" fmla="*/ 1482 w 416"/>
                  <a:gd name="T17" fmla="*/ 529 h 195"/>
                  <a:gd name="T18" fmla="*/ 1493 w 416"/>
                  <a:gd name="T19" fmla="*/ 446 h 195"/>
                  <a:gd name="T20" fmla="*/ 1378 w 416"/>
                  <a:gd name="T21" fmla="*/ 501 h 1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6" h="195">
                    <a:moveTo>
                      <a:pt x="384" y="139"/>
                    </a:moveTo>
                    <a:cubicBezTo>
                      <a:pt x="292" y="138"/>
                      <a:pt x="302" y="167"/>
                      <a:pt x="250" y="167"/>
                    </a:cubicBezTo>
                    <a:cubicBezTo>
                      <a:pt x="189" y="167"/>
                      <a:pt x="109" y="118"/>
                      <a:pt x="109" y="118"/>
                    </a:cubicBezTo>
                    <a:cubicBezTo>
                      <a:pt x="109" y="118"/>
                      <a:pt x="0" y="25"/>
                      <a:pt x="53" y="0"/>
                    </a:cubicBezTo>
                    <a:cubicBezTo>
                      <a:pt x="27" y="7"/>
                      <a:pt x="3" y="19"/>
                      <a:pt x="20" y="44"/>
                    </a:cubicBezTo>
                    <a:cubicBezTo>
                      <a:pt x="43" y="78"/>
                      <a:pt x="138" y="157"/>
                      <a:pt x="138" y="157"/>
                    </a:cubicBezTo>
                    <a:cubicBezTo>
                      <a:pt x="138" y="157"/>
                      <a:pt x="166" y="195"/>
                      <a:pt x="227" y="195"/>
                    </a:cubicBezTo>
                    <a:cubicBezTo>
                      <a:pt x="297" y="194"/>
                      <a:pt x="360" y="195"/>
                      <a:pt x="360" y="195"/>
                    </a:cubicBezTo>
                    <a:cubicBezTo>
                      <a:pt x="360" y="195"/>
                      <a:pt x="402" y="190"/>
                      <a:pt x="413" y="147"/>
                    </a:cubicBezTo>
                    <a:cubicBezTo>
                      <a:pt x="415" y="138"/>
                      <a:pt x="416" y="131"/>
                      <a:pt x="416" y="124"/>
                    </a:cubicBezTo>
                    <a:cubicBezTo>
                      <a:pt x="401" y="137"/>
                      <a:pt x="384" y="139"/>
                      <a:pt x="384" y="139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2" name="Freeform 104">
                <a:extLst>
                  <a:ext uri="{FF2B5EF4-FFF2-40B4-BE49-F238E27FC236}">
                    <a16:creationId xmlns:a16="http://schemas.microsoft.com/office/drawing/2014/main" id="{88ECE965-3E60-4A80-8E90-CC4B944B0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031"/>
                <a:ext cx="383" cy="175"/>
              </a:xfrm>
              <a:custGeom>
                <a:avLst/>
                <a:gdLst>
                  <a:gd name="T0" fmla="*/ 763 w 250"/>
                  <a:gd name="T1" fmla="*/ 190 h 114"/>
                  <a:gd name="T2" fmla="*/ 763 w 250"/>
                  <a:gd name="T3" fmla="*/ 190 h 114"/>
                  <a:gd name="T4" fmla="*/ 719 w 250"/>
                  <a:gd name="T5" fmla="*/ 256 h 114"/>
                  <a:gd name="T6" fmla="*/ 374 w 250"/>
                  <a:gd name="T7" fmla="*/ 353 h 114"/>
                  <a:gd name="T8" fmla="*/ 211 w 250"/>
                  <a:gd name="T9" fmla="*/ 0 h 114"/>
                  <a:gd name="T10" fmla="*/ 133 w 250"/>
                  <a:gd name="T11" fmla="*/ 141 h 114"/>
                  <a:gd name="T12" fmla="*/ 234 w 250"/>
                  <a:gd name="T13" fmla="*/ 398 h 114"/>
                  <a:gd name="T14" fmla="*/ 715 w 250"/>
                  <a:gd name="T15" fmla="*/ 398 h 114"/>
                  <a:gd name="T16" fmla="*/ 763 w 250"/>
                  <a:gd name="T17" fmla="*/ 190 h 1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0" h="114">
                    <a:moveTo>
                      <a:pt x="212" y="53"/>
                    </a:moveTo>
                    <a:cubicBezTo>
                      <a:pt x="212" y="52"/>
                      <a:pt x="213" y="53"/>
                      <a:pt x="212" y="53"/>
                    </a:cubicBezTo>
                    <a:cubicBezTo>
                      <a:pt x="208" y="55"/>
                      <a:pt x="200" y="71"/>
                      <a:pt x="200" y="71"/>
                    </a:cubicBezTo>
                    <a:cubicBezTo>
                      <a:pt x="200" y="71"/>
                      <a:pt x="187" y="114"/>
                      <a:pt x="104" y="98"/>
                    </a:cubicBezTo>
                    <a:cubicBezTo>
                      <a:pt x="21" y="82"/>
                      <a:pt x="52" y="28"/>
                      <a:pt x="59" y="0"/>
                    </a:cubicBezTo>
                    <a:cubicBezTo>
                      <a:pt x="44" y="11"/>
                      <a:pt x="36" y="19"/>
                      <a:pt x="37" y="39"/>
                    </a:cubicBezTo>
                    <a:cubicBezTo>
                      <a:pt x="38" y="73"/>
                      <a:pt x="0" y="110"/>
                      <a:pt x="65" y="110"/>
                    </a:cubicBezTo>
                    <a:cubicBezTo>
                      <a:pt x="199" y="110"/>
                      <a:pt x="199" y="110"/>
                      <a:pt x="199" y="110"/>
                    </a:cubicBezTo>
                    <a:cubicBezTo>
                      <a:pt x="199" y="110"/>
                      <a:pt x="250" y="80"/>
                      <a:pt x="212" y="53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3" name="Freeform 105">
                <a:extLst>
                  <a:ext uri="{FF2B5EF4-FFF2-40B4-BE49-F238E27FC236}">
                    <a16:creationId xmlns:a16="http://schemas.microsoft.com/office/drawing/2014/main" id="{E3BD48F2-2D21-4D2A-869E-AB2946F03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759"/>
                <a:ext cx="305" cy="144"/>
              </a:xfrm>
              <a:custGeom>
                <a:avLst/>
                <a:gdLst>
                  <a:gd name="T0" fmla="*/ 162 w 199"/>
                  <a:gd name="T1" fmla="*/ 0 h 94"/>
                  <a:gd name="T2" fmla="*/ 129 w 199"/>
                  <a:gd name="T3" fmla="*/ 313 h 94"/>
                  <a:gd name="T4" fmla="*/ 702 w 199"/>
                  <a:gd name="T5" fmla="*/ 93 h 94"/>
                  <a:gd name="T6" fmla="*/ 674 w 199"/>
                  <a:gd name="T7" fmla="*/ 0 h 94"/>
                  <a:gd name="T8" fmla="*/ 228 w 199"/>
                  <a:gd name="T9" fmla="*/ 204 h 94"/>
                  <a:gd name="T10" fmla="*/ 173 w 199"/>
                  <a:gd name="T11" fmla="*/ 12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9" h="94">
                    <a:moveTo>
                      <a:pt x="45" y="0"/>
                    </a:moveTo>
                    <a:cubicBezTo>
                      <a:pt x="38" y="27"/>
                      <a:pt x="0" y="94"/>
                      <a:pt x="36" y="87"/>
                    </a:cubicBezTo>
                    <a:cubicBezTo>
                      <a:pt x="71" y="80"/>
                      <a:pt x="199" y="61"/>
                      <a:pt x="195" y="26"/>
                    </a:cubicBezTo>
                    <a:cubicBezTo>
                      <a:pt x="195" y="18"/>
                      <a:pt x="192" y="9"/>
                      <a:pt x="187" y="0"/>
                    </a:cubicBezTo>
                    <a:cubicBezTo>
                      <a:pt x="198" y="55"/>
                      <a:pt x="109" y="77"/>
                      <a:pt x="63" y="57"/>
                    </a:cubicBezTo>
                    <a:cubicBezTo>
                      <a:pt x="47" y="50"/>
                      <a:pt x="42" y="21"/>
                      <a:pt x="48" y="3"/>
                    </a:cubicBezTo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4" name="Freeform 106">
                <a:extLst>
                  <a:ext uri="{FF2B5EF4-FFF2-40B4-BE49-F238E27FC236}">
                    <a16:creationId xmlns:a16="http://schemas.microsoft.com/office/drawing/2014/main" id="{A912AC37-EFC6-4EB4-A8E4-C7EAFD4FD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074"/>
                <a:ext cx="338" cy="155"/>
              </a:xfrm>
              <a:custGeom>
                <a:avLst/>
                <a:gdLst>
                  <a:gd name="T0" fmla="*/ 366 w 220"/>
                  <a:gd name="T1" fmla="*/ 189 h 101"/>
                  <a:gd name="T2" fmla="*/ 163 w 220"/>
                  <a:gd name="T3" fmla="*/ 0 h 101"/>
                  <a:gd name="T4" fmla="*/ 89 w 220"/>
                  <a:gd name="T5" fmla="*/ 155 h 101"/>
                  <a:gd name="T6" fmla="*/ 298 w 220"/>
                  <a:gd name="T7" fmla="*/ 290 h 101"/>
                  <a:gd name="T8" fmla="*/ 797 w 220"/>
                  <a:gd name="T9" fmla="*/ 54 h 101"/>
                  <a:gd name="T10" fmla="*/ 366 w 220"/>
                  <a:gd name="T11" fmla="*/ 189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0" h="101">
                    <a:moveTo>
                      <a:pt x="101" y="52"/>
                    </a:moveTo>
                    <a:cubicBezTo>
                      <a:pt x="51" y="53"/>
                      <a:pt x="46" y="11"/>
                      <a:pt x="45" y="0"/>
                    </a:cubicBezTo>
                    <a:cubicBezTo>
                      <a:pt x="34" y="24"/>
                      <a:pt x="25" y="43"/>
                      <a:pt x="25" y="43"/>
                    </a:cubicBezTo>
                    <a:cubicBezTo>
                      <a:pt x="25" y="43"/>
                      <a:pt x="0" y="82"/>
                      <a:pt x="82" y="80"/>
                    </a:cubicBezTo>
                    <a:cubicBezTo>
                      <a:pt x="153" y="78"/>
                      <a:pt x="216" y="101"/>
                      <a:pt x="220" y="15"/>
                    </a:cubicBezTo>
                    <a:cubicBezTo>
                      <a:pt x="194" y="32"/>
                      <a:pt x="147" y="51"/>
                      <a:pt x="101" y="52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5" name="Freeform 107">
                <a:extLst>
                  <a:ext uri="{FF2B5EF4-FFF2-40B4-BE49-F238E27FC236}">
                    <a16:creationId xmlns:a16="http://schemas.microsoft.com/office/drawing/2014/main" id="{8CC65589-54B4-4BF0-B228-DFB4FEDED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2866"/>
                <a:ext cx="329" cy="348"/>
              </a:xfrm>
              <a:custGeom>
                <a:avLst/>
                <a:gdLst>
                  <a:gd name="T0" fmla="*/ 670 w 215"/>
                  <a:gd name="T1" fmla="*/ 588 h 226"/>
                  <a:gd name="T2" fmla="*/ 401 w 215"/>
                  <a:gd name="T3" fmla="*/ 724 h 226"/>
                  <a:gd name="T4" fmla="*/ 142 w 215"/>
                  <a:gd name="T5" fmla="*/ 391 h 226"/>
                  <a:gd name="T6" fmla="*/ 136 w 215"/>
                  <a:gd name="T7" fmla="*/ 0 h 226"/>
                  <a:gd name="T8" fmla="*/ 47 w 215"/>
                  <a:gd name="T9" fmla="*/ 183 h 226"/>
                  <a:gd name="T10" fmla="*/ 83 w 215"/>
                  <a:gd name="T11" fmla="*/ 590 h 226"/>
                  <a:gd name="T12" fmla="*/ 292 w 215"/>
                  <a:gd name="T13" fmla="*/ 799 h 226"/>
                  <a:gd name="T14" fmla="*/ 676 w 215"/>
                  <a:gd name="T15" fmla="*/ 602 h 226"/>
                  <a:gd name="T16" fmla="*/ 670 w 215"/>
                  <a:gd name="T17" fmla="*/ 588 h 2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226">
                    <a:moveTo>
                      <a:pt x="187" y="161"/>
                    </a:moveTo>
                    <a:cubicBezTo>
                      <a:pt x="190" y="200"/>
                      <a:pt x="142" y="198"/>
                      <a:pt x="112" y="198"/>
                    </a:cubicBezTo>
                    <a:cubicBezTo>
                      <a:pt x="45" y="197"/>
                      <a:pt x="38" y="127"/>
                      <a:pt x="40" y="107"/>
                    </a:cubicBezTo>
                    <a:cubicBezTo>
                      <a:pt x="42" y="88"/>
                      <a:pt x="0" y="23"/>
                      <a:pt x="38" y="0"/>
                    </a:cubicBezTo>
                    <a:cubicBezTo>
                      <a:pt x="21" y="9"/>
                      <a:pt x="8" y="23"/>
                      <a:pt x="13" y="50"/>
                    </a:cubicBezTo>
                    <a:cubicBezTo>
                      <a:pt x="22" y="103"/>
                      <a:pt x="25" y="143"/>
                      <a:pt x="23" y="162"/>
                    </a:cubicBezTo>
                    <a:cubicBezTo>
                      <a:pt x="21" y="182"/>
                      <a:pt x="14" y="218"/>
                      <a:pt x="82" y="219"/>
                    </a:cubicBezTo>
                    <a:cubicBezTo>
                      <a:pt x="149" y="220"/>
                      <a:pt x="215" y="226"/>
                      <a:pt x="189" y="165"/>
                    </a:cubicBezTo>
                    <a:cubicBezTo>
                      <a:pt x="189" y="164"/>
                      <a:pt x="188" y="162"/>
                      <a:pt x="187" y="161"/>
                    </a:cubicBezTo>
                    <a:close/>
                  </a:path>
                </a:pathLst>
              </a:custGeom>
              <a:solidFill>
                <a:srgbClr val="C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6" name="Freeform 108">
                <a:extLst>
                  <a:ext uri="{FF2B5EF4-FFF2-40B4-BE49-F238E27FC236}">
                    <a16:creationId xmlns:a16="http://schemas.microsoft.com/office/drawing/2014/main" id="{C50C521E-5BBC-4011-BFA8-32CA597C1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1287"/>
                <a:ext cx="93" cy="155"/>
              </a:xfrm>
              <a:custGeom>
                <a:avLst/>
                <a:gdLst>
                  <a:gd name="T0" fmla="*/ 156 w 61"/>
                  <a:gd name="T1" fmla="*/ 160 h 101"/>
                  <a:gd name="T2" fmla="*/ 188 w 61"/>
                  <a:gd name="T3" fmla="*/ 351 h 101"/>
                  <a:gd name="T4" fmla="*/ 61 w 61"/>
                  <a:gd name="T5" fmla="*/ 206 h 101"/>
                  <a:gd name="T6" fmla="*/ 26 w 61"/>
                  <a:gd name="T7" fmla="*/ 14 h 101"/>
                  <a:gd name="T8" fmla="*/ 156 w 61"/>
                  <a:gd name="T9" fmla="*/ 16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01">
                    <a:moveTo>
                      <a:pt x="44" y="44"/>
                    </a:moveTo>
                    <a:cubicBezTo>
                      <a:pt x="56" y="69"/>
                      <a:pt x="61" y="93"/>
                      <a:pt x="53" y="97"/>
                    </a:cubicBezTo>
                    <a:cubicBezTo>
                      <a:pt x="46" y="101"/>
                      <a:pt x="30" y="83"/>
                      <a:pt x="17" y="57"/>
                    </a:cubicBezTo>
                    <a:cubicBezTo>
                      <a:pt x="4" y="31"/>
                      <a:pt x="0" y="7"/>
                      <a:pt x="7" y="4"/>
                    </a:cubicBezTo>
                    <a:cubicBezTo>
                      <a:pt x="15" y="0"/>
                      <a:pt x="31" y="18"/>
                      <a:pt x="44" y="44"/>
                    </a:cubicBezTo>
                    <a:close/>
                  </a:path>
                </a:pathLst>
              </a:custGeom>
              <a:solidFill>
                <a:srgbClr val="C1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7" name="Freeform 109">
                <a:extLst>
                  <a:ext uri="{FF2B5EF4-FFF2-40B4-BE49-F238E27FC236}">
                    <a16:creationId xmlns:a16="http://schemas.microsoft.com/office/drawing/2014/main" id="{524CABEE-9896-4579-ACC7-8CAEDE011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1879"/>
                <a:ext cx="159" cy="48"/>
              </a:xfrm>
              <a:custGeom>
                <a:avLst/>
                <a:gdLst>
                  <a:gd name="T0" fmla="*/ 187 w 104"/>
                  <a:gd name="T1" fmla="*/ 5 h 31"/>
                  <a:gd name="T2" fmla="*/ 372 w 104"/>
                  <a:gd name="T3" fmla="*/ 62 h 31"/>
                  <a:gd name="T4" fmla="*/ 182 w 104"/>
                  <a:gd name="T5" fmla="*/ 110 h 31"/>
                  <a:gd name="T6" fmla="*/ 0 w 104"/>
                  <a:gd name="T7" fmla="*/ 53 h 31"/>
                  <a:gd name="T8" fmla="*/ 187 w 104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31">
                    <a:moveTo>
                      <a:pt x="52" y="1"/>
                    </a:moveTo>
                    <a:cubicBezTo>
                      <a:pt x="81" y="1"/>
                      <a:pt x="104" y="9"/>
                      <a:pt x="104" y="17"/>
                    </a:cubicBezTo>
                    <a:cubicBezTo>
                      <a:pt x="104" y="25"/>
                      <a:pt x="80" y="31"/>
                      <a:pt x="51" y="30"/>
                    </a:cubicBezTo>
                    <a:cubicBezTo>
                      <a:pt x="23" y="30"/>
                      <a:pt x="0" y="22"/>
                      <a:pt x="0" y="14"/>
                    </a:cubicBezTo>
                    <a:cubicBezTo>
                      <a:pt x="0" y="6"/>
                      <a:pt x="23" y="0"/>
                      <a:pt x="52" y="1"/>
                    </a:cubicBezTo>
                    <a:close/>
                  </a:path>
                </a:pathLst>
              </a:custGeom>
              <a:solidFill>
                <a:srgbClr val="C1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8" name="Freeform 110">
                <a:extLst>
                  <a:ext uri="{FF2B5EF4-FFF2-40B4-BE49-F238E27FC236}">
                    <a16:creationId xmlns:a16="http://schemas.microsoft.com/office/drawing/2014/main" id="{7B5C25AB-E59D-4D08-8D7F-C0B98E85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406"/>
                <a:ext cx="160" cy="48"/>
              </a:xfrm>
              <a:custGeom>
                <a:avLst/>
                <a:gdLst>
                  <a:gd name="T0" fmla="*/ 194 w 104"/>
                  <a:gd name="T1" fmla="*/ 5 h 31"/>
                  <a:gd name="T2" fmla="*/ 378 w 104"/>
                  <a:gd name="T3" fmla="*/ 62 h 31"/>
                  <a:gd name="T4" fmla="*/ 189 w 104"/>
                  <a:gd name="T5" fmla="*/ 110 h 31"/>
                  <a:gd name="T6" fmla="*/ 0 w 104"/>
                  <a:gd name="T7" fmla="*/ 53 h 31"/>
                  <a:gd name="T8" fmla="*/ 194 w 104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31">
                    <a:moveTo>
                      <a:pt x="53" y="1"/>
                    </a:moveTo>
                    <a:cubicBezTo>
                      <a:pt x="81" y="1"/>
                      <a:pt x="104" y="9"/>
                      <a:pt x="104" y="17"/>
                    </a:cubicBezTo>
                    <a:cubicBezTo>
                      <a:pt x="104" y="25"/>
                      <a:pt x="80" y="31"/>
                      <a:pt x="52" y="30"/>
                    </a:cubicBezTo>
                    <a:cubicBezTo>
                      <a:pt x="23" y="30"/>
                      <a:pt x="0" y="22"/>
                      <a:pt x="0" y="14"/>
                    </a:cubicBezTo>
                    <a:cubicBezTo>
                      <a:pt x="0" y="6"/>
                      <a:pt x="24" y="0"/>
                      <a:pt x="53" y="1"/>
                    </a:cubicBezTo>
                    <a:close/>
                  </a:path>
                </a:pathLst>
              </a:custGeom>
              <a:solidFill>
                <a:srgbClr val="C1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9" name="Freeform 111">
                <a:extLst>
                  <a:ext uri="{FF2B5EF4-FFF2-40B4-BE49-F238E27FC236}">
                    <a16:creationId xmlns:a16="http://schemas.microsoft.com/office/drawing/2014/main" id="{8CA4C59C-7A90-4D14-9BA2-B02125D35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416"/>
                <a:ext cx="161" cy="47"/>
              </a:xfrm>
              <a:custGeom>
                <a:avLst/>
                <a:gdLst>
                  <a:gd name="T0" fmla="*/ 190 w 105"/>
                  <a:gd name="T1" fmla="*/ 5 h 31"/>
                  <a:gd name="T2" fmla="*/ 374 w 105"/>
                  <a:gd name="T3" fmla="*/ 59 h 31"/>
                  <a:gd name="T4" fmla="*/ 189 w 105"/>
                  <a:gd name="T5" fmla="*/ 103 h 31"/>
                  <a:gd name="T6" fmla="*/ 0 w 105"/>
                  <a:gd name="T7" fmla="*/ 49 h 31"/>
                  <a:gd name="T8" fmla="*/ 190 w 105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31">
                    <a:moveTo>
                      <a:pt x="53" y="1"/>
                    </a:moveTo>
                    <a:cubicBezTo>
                      <a:pt x="82" y="1"/>
                      <a:pt x="105" y="9"/>
                      <a:pt x="104" y="17"/>
                    </a:cubicBezTo>
                    <a:cubicBezTo>
                      <a:pt x="104" y="25"/>
                      <a:pt x="81" y="31"/>
                      <a:pt x="52" y="30"/>
                    </a:cubicBezTo>
                    <a:cubicBezTo>
                      <a:pt x="23" y="30"/>
                      <a:pt x="0" y="22"/>
                      <a:pt x="0" y="14"/>
                    </a:cubicBezTo>
                    <a:cubicBezTo>
                      <a:pt x="1" y="6"/>
                      <a:pt x="24" y="0"/>
                      <a:pt x="53" y="1"/>
                    </a:cubicBezTo>
                    <a:close/>
                  </a:path>
                </a:pathLst>
              </a:custGeom>
              <a:solidFill>
                <a:srgbClr val="C1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0" name="Freeform 112">
                <a:extLst>
                  <a:ext uri="{FF2B5EF4-FFF2-40B4-BE49-F238E27FC236}">
                    <a16:creationId xmlns:a16="http://schemas.microsoft.com/office/drawing/2014/main" id="{4916E94E-D2E7-4996-AF66-EF532DB9B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413"/>
                <a:ext cx="159" cy="72"/>
              </a:xfrm>
              <a:custGeom>
                <a:avLst/>
                <a:gdLst>
                  <a:gd name="T0" fmla="*/ 203 w 104"/>
                  <a:gd name="T1" fmla="*/ 32 h 47"/>
                  <a:gd name="T2" fmla="*/ 364 w 104"/>
                  <a:gd name="T3" fmla="*/ 142 h 47"/>
                  <a:gd name="T4" fmla="*/ 171 w 104"/>
                  <a:gd name="T5" fmla="*/ 136 h 47"/>
                  <a:gd name="T6" fmla="*/ 12 w 104"/>
                  <a:gd name="T7" fmla="*/ 26 h 47"/>
                  <a:gd name="T8" fmla="*/ 203 w 104"/>
                  <a:gd name="T9" fmla="*/ 3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47">
                    <a:moveTo>
                      <a:pt x="57" y="9"/>
                    </a:moveTo>
                    <a:cubicBezTo>
                      <a:pt x="84" y="18"/>
                      <a:pt x="104" y="32"/>
                      <a:pt x="102" y="40"/>
                    </a:cubicBezTo>
                    <a:cubicBezTo>
                      <a:pt x="99" y="47"/>
                      <a:pt x="75" y="47"/>
                      <a:pt x="48" y="38"/>
                    </a:cubicBezTo>
                    <a:cubicBezTo>
                      <a:pt x="20" y="29"/>
                      <a:pt x="0" y="15"/>
                      <a:pt x="3" y="7"/>
                    </a:cubicBezTo>
                    <a:cubicBezTo>
                      <a:pt x="5" y="0"/>
                      <a:pt x="30" y="1"/>
                      <a:pt x="57" y="9"/>
                    </a:cubicBezTo>
                    <a:close/>
                  </a:path>
                </a:pathLst>
              </a:custGeom>
              <a:solidFill>
                <a:srgbClr val="C1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1" name="Freeform 113">
                <a:extLst>
                  <a:ext uri="{FF2B5EF4-FFF2-40B4-BE49-F238E27FC236}">
                    <a16:creationId xmlns:a16="http://schemas.microsoft.com/office/drawing/2014/main" id="{0C90BB1C-DEFB-4BB4-9000-23A18C9F5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2592"/>
                <a:ext cx="92" cy="100"/>
              </a:xfrm>
              <a:custGeom>
                <a:avLst/>
                <a:gdLst>
                  <a:gd name="T0" fmla="*/ 149 w 60"/>
                  <a:gd name="T1" fmla="*/ 83 h 65"/>
                  <a:gd name="T2" fmla="*/ 190 w 60"/>
                  <a:gd name="T3" fmla="*/ 218 h 65"/>
                  <a:gd name="T4" fmla="*/ 67 w 60"/>
                  <a:gd name="T5" fmla="*/ 157 h 65"/>
                  <a:gd name="T6" fmla="*/ 21 w 60"/>
                  <a:gd name="T7" fmla="*/ 22 h 65"/>
                  <a:gd name="T8" fmla="*/ 149 w 60"/>
                  <a:gd name="T9" fmla="*/ 8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5">
                    <a:moveTo>
                      <a:pt x="41" y="23"/>
                    </a:moveTo>
                    <a:cubicBezTo>
                      <a:pt x="54" y="38"/>
                      <a:pt x="60" y="55"/>
                      <a:pt x="53" y="60"/>
                    </a:cubicBezTo>
                    <a:cubicBezTo>
                      <a:pt x="47" y="65"/>
                      <a:pt x="32" y="58"/>
                      <a:pt x="19" y="43"/>
                    </a:cubicBezTo>
                    <a:cubicBezTo>
                      <a:pt x="6" y="28"/>
                      <a:pt x="0" y="11"/>
                      <a:pt x="6" y="6"/>
                    </a:cubicBezTo>
                    <a:cubicBezTo>
                      <a:pt x="13" y="0"/>
                      <a:pt x="28" y="8"/>
                      <a:pt x="41" y="23"/>
                    </a:cubicBezTo>
                    <a:close/>
                  </a:path>
                </a:pathLst>
              </a:custGeom>
              <a:solidFill>
                <a:srgbClr val="C1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2" name="Freeform 114">
                <a:extLst>
                  <a:ext uri="{FF2B5EF4-FFF2-40B4-BE49-F238E27FC236}">
                    <a16:creationId xmlns:a16="http://schemas.microsoft.com/office/drawing/2014/main" id="{1500C67E-B1E5-46DC-AFC0-BB6CA37C2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720"/>
                <a:ext cx="112" cy="146"/>
              </a:xfrm>
              <a:custGeom>
                <a:avLst/>
                <a:gdLst>
                  <a:gd name="T0" fmla="*/ 89 w 73"/>
                  <a:gd name="T1" fmla="*/ 141 h 95"/>
                  <a:gd name="T2" fmla="*/ 238 w 73"/>
                  <a:gd name="T3" fmla="*/ 18 h 95"/>
                  <a:gd name="T4" fmla="*/ 176 w 73"/>
                  <a:gd name="T5" fmla="*/ 203 h 95"/>
                  <a:gd name="T6" fmla="*/ 26 w 73"/>
                  <a:gd name="T7" fmla="*/ 326 h 95"/>
                  <a:gd name="T8" fmla="*/ 89 w 73"/>
                  <a:gd name="T9" fmla="*/ 141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95">
                    <a:moveTo>
                      <a:pt x="25" y="39"/>
                    </a:moveTo>
                    <a:cubicBezTo>
                      <a:pt x="41" y="15"/>
                      <a:pt x="60" y="0"/>
                      <a:pt x="66" y="5"/>
                    </a:cubicBezTo>
                    <a:cubicBezTo>
                      <a:pt x="73" y="9"/>
                      <a:pt x="65" y="32"/>
                      <a:pt x="49" y="56"/>
                    </a:cubicBezTo>
                    <a:cubicBezTo>
                      <a:pt x="33" y="79"/>
                      <a:pt x="14" y="95"/>
                      <a:pt x="7" y="90"/>
                    </a:cubicBezTo>
                    <a:cubicBezTo>
                      <a:pt x="0" y="85"/>
                      <a:pt x="8" y="63"/>
                      <a:pt x="25" y="39"/>
                    </a:cubicBezTo>
                    <a:close/>
                  </a:path>
                </a:pathLst>
              </a:custGeom>
              <a:solidFill>
                <a:srgbClr val="C1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3" name="Freeform 115">
                <a:extLst>
                  <a:ext uri="{FF2B5EF4-FFF2-40B4-BE49-F238E27FC236}">
                    <a16:creationId xmlns:a16="http://schemas.microsoft.com/office/drawing/2014/main" id="{98AFC101-A797-49B1-8DBA-A071AFA9E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457"/>
                <a:ext cx="133" cy="48"/>
              </a:xfrm>
              <a:custGeom>
                <a:avLst/>
                <a:gdLst>
                  <a:gd name="T0" fmla="*/ 154 w 87"/>
                  <a:gd name="T1" fmla="*/ 5 h 31"/>
                  <a:gd name="T2" fmla="*/ 310 w 87"/>
                  <a:gd name="T3" fmla="*/ 53 h 31"/>
                  <a:gd name="T4" fmla="*/ 156 w 87"/>
                  <a:gd name="T5" fmla="*/ 115 h 31"/>
                  <a:gd name="T6" fmla="*/ 5 w 87"/>
                  <a:gd name="T7" fmla="*/ 62 h 31"/>
                  <a:gd name="T8" fmla="*/ 154 w 87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31">
                    <a:moveTo>
                      <a:pt x="43" y="1"/>
                    </a:moveTo>
                    <a:cubicBezTo>
                      <a:pt x="67" y="0"/>
                      <a:pt x="86" y="6"/>
                      <a:pt x="87" y="14"/>
                    </a:cubicBezTo>
                    <a:cubicBezTo>
                      <a:pt x="87" y="23"/>
                      <a:pt x="68" y="30"/>
                      <a:pt x="44" y="31"/>
                    </a:cubicBezTo>
                    <a:cubicBezTo>
                      <a:pt x="20" y="31"/>
                      <a:pt x="1" y="25"/>
                      <a:pt x="1" y="17"/>
                    </a:cubicBezTo>
                    <a:cubicBezTo>
                      <a:pt x="0" y="9"/>
                      <a:pt x="19" y="1"/>
                      <a:pt x="43" y="1"/>
                    </a:cubicBezTo>
                    <a:close/>
                  </a:path>
                </a:pathLst>
              </a:custGeom>
              <a:solidFill>
                <a:srgbClr val="C1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4" name="Freeform 116">
                <a:extLst>
                  <a:ext uri="{FF2B5EF4-FFF2-40B4-BE49-F238E27FC236}">
                    <a16:creationId xmlns:a16="http://schemas.microsoft.com/office/drawing/2014/main" id="{958C657D-3CAB-4011-BBB4-5AD662DD4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37"/>
                <a:ext cx="159" cy="50"/>
              </a:xfrm>
              <a:custGeom>
                <a:avLst/>
                <a:gdLst>
                  <a:gd name="T0" fmla="*/ 187 w 104"/>
                  <a:gd name="T1" fmla="*/ 5 h 32"/>
                  <a:gd name="T2" fmla="*/ 372 w 104"/>
                  <a:gd name="T3" fmla="*/ 66 h 32"/>
                  <a:gd name="T4" fmla="*/ 182 w 104"/>
                  <a:gd name="T5" fmla="*/ 117 h 32"/>
                  <a:gd name="T6" fmla="*/ 0 w 104"/>
                  <a:gd name="T7" fmla="*/ 56 h 32"/>
                  <a:gd name="T8" fmla="*/ 187 w 104"/>
                  <a:gd name="T9" fmla="*/ 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32">
                    <a:moveTo>
                      <a:pt x="52" y="1"/>
                    </a:moveTo>
                    <a:cubicBezTo>
                      <a:pt x="81" y="2"/>
                      <a:pt x="104" y="9"/>
                      <a:pt x="104" y="17"/>
                    </a:cubicBezTo>
                    <a:cubicBezTo>
                      <a:pt x="104" y="26"/>
                      <a:pt x="80" y="32"/>
                      <a:pt x="51" y="31"/>
                    </a:cubicBezTo>
                    <a:cubicBezTo>
                      <a:pt x="23" y="30"/>
                      <a:pt x="0" y="23"/>
                      <a:pt x="0" y="15"/>
                    </a:cubicBezTo>
                    <a:cubicBezTo>
                      <a:pt x="0" y="6"/>
                      <a:pt x="24" y="0"/>
                      <a:pt x="52" y="1"/>
                    </a:cubicBezTo>
                    <a:close/>
                  </a:path>
                </a:pathLst>
              </a:custGeom>
              <a:solidFill>
                <a:srgbClr val="C1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5" name="Freeform 117">
                <a:extLst>
                  <a:ext uri="{FF2B5EF4-FFF2-40B4-BE49-F238E27FC236}">
                    <a16:creationId xmlns:a16="http://schemas.microsoft.com/office/drawing/2014/main" id="{09D70512-8897-40C2-A4BC-54B3BE17C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807"/>
                <a:ext cx="136" cy="47"/>
              </a:xfrm>
              <a:custGeom>
                <a:avLst/>
                <a:gdLst>
                  <a:gd name="T0" fmla="*/ 160 w 89"/>
                  <a:gd name="T1" fmla="*/ 5 h 31"/>
                  <a:gd name="T2" fmla="*/ 313 w 89"/>
                  <a:gd name="T3" fmla="*/ 59 h 31"/>
                  <a:gd name="T4" fmla="*/ 156 w 89"/>
                  <a:gd name="T5" fmla="*/ 108 h 31"/>
                  <a:gd name="T6" fmla="*/ 0 w 89"/>
                  <a:gd name="T7" fmla="*/ 53 h 31"/>
                  <a:gd name="T8" fmla="*/ 160 w 89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31">
                    <a:moveTo>
                      <a:pt x="45" y="1"/>
                    </a:moveTo>
                    <a:cubicBezTo>
                      <a:pt x="69" y="2"/>
                      <a:pt x="89" y="9"/>
                      <a:pt x="88" y="17"/>
                    </a:cubicBezTo>
                    <a:cubicBezTo>
                      <a:pt x="88" y="25"/>
                      <a:pt x="68" y="31"/>
                      <a:pt x="44" y="31"/>
                    </a:cubicBezTo>
                    <a:cubicBezTo>
                      <a:pt x="19" y="30"/>
                      <a:pt x="0" y="23"/>
                      <a:pt x="0" y="15"/>
                    </a:cubicBezTo>
                    <a:cubicBezTo>
                      <a:pt x="0" y="7"/>
                      <a:pt x="20" y="0"/>
                      <a:pt x="45" y="1"/>
                    </a:cubicBezTo>
                    <a:close/>
                  </a:path>
                </a:pathLst>
              </a:custGeom>
              <a:solidFill>
                <a:srgbClr val="C1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6" name="Freeform 118">
                <a:extLst>
                  <a:ext uri="{FF2B5EF4-FFF2-40B4-BE49-F238E27FC236}">
                    <a16:creationId xmlns:a16="http://schemas.microsoft.com/office/drawing/2014/main" id="{71BD1F0B-FC10-4774-9690-C5E479990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821"/>
                <a:ext cx="137" cy="47"/>
              </a:xfrm>
              <a:custGeom>
                <a:avLst/>
                <a:gdLst>
                  <a:gd name="T0" fmla="*/ 163 w 89"/>
                  <a:gd name="T1" fmla="*/ 0 h 31"/>
                  <a:gd name="T2" fmla="*/ 320 w 89"/>
                  <a:gd name="T3" fmla="*/ 55 h 31"/>
                  <a:gd name="T4" fmla="*/ 162 w 89"/>
                  <a:gd name="T5" fmla="*/ 103 h 31"/>
                  <a:gd name="T6" fmla="*/ 0 w 89"/>
                  <a:gd name="T7" fmla="*/ 49 h 31"/>
                  <a:gd name="T8" fmla="*/ 163 w 8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31">
                    <a:moveTo>
                      <a:pt x="45" y="0"/>
                    </a:moveTo>
                    <a:cubicBezTo>
                      <a:pt x="69" y="1"/>
                      <a:pt x="89" y="8"/>
                      <a:pt x="88" y="16"/>
                    </a:cubicBezTo>
                    <a:cubicBezTo>
                      <a:pt x="88" y="25"/>
                      <a:pt x="68" y="31"/>
                      <a:pt x="44" y="30"/>
                    </a:cubicBezTo>
                    <a:cubicBezTo>
                      <a:pt x="19" y="29"/>
                      <a:pt x="0" y="22"/>
                      <a:pt x="0" y="14"/>
                    </a:cubicBezTo>
                    <a:cubicBezTo>
                      <a:pt x="0" y="6"/>
                      <a:pt x="20" y="0"/>
                      <a:pt x="45" y="0"/>
                    </a:cubicBezTo>
                    <a:close/>
                  </a:path>
                </a:pathLst>
              </a:custGeom>
              <a:solidFill>
                <a:srgbClr val="C1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7" name="Freeform 119">
                <a:extLst>
                  <a:ext uri="{FF2B5EF4-FFF2-40B4-BE49-F238E27FC236}">
                    <a16:creationId xmlns:a16="http://schemas.microsoft.com/office/drawing/2014/main" id="{EB63B6C2-5971-4D64-9CFA-CE69A8697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1721"/>
                <a:ext cx="123" cy="104"/>
              </a:xfrm>
              <a:custGeom>
                <a:avLst/>
                <a:gdLst>
                  <a:gd name="T0" fmla="*/ 114 w 80"/>
                  <a:gd name="T1" fmla="*/ 80 h 68"/>
                  <a:gd name="T2" fmla="*/ 272 w 80"/>
                  <a:gd name="T3" fmla="*/ 26 h 68"/>
                  <a:gd name="T4" fmla="*/ 181 w 80"/>
                  <a:gd name="T5" fmla="*/ 164 h 68"/>
                  <a:gd name="T6" fmla="*/ 22 w 80"/>
                  <a:gd name="T7" fmla="*/ 217 h 68"/>
                  <a:gd name="T8" fmla="*/ 114 w 80"/>
                  <a:gd name="T9" fmla="*/ 8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68">
                    <a:moveTo>
                      <a:pt x="31" y="22"/>
                    </a:moveTo>
                    <a:cubicBezTo>
                      <a:pt x="51" y="7"/>
                      <a:pt x="70" y="0"/>
                      <a:pt x="75" y="7"/>
                    </a:cubicBezTo>
                    <a:cubicBezTo>
                      <a:pt x="80" y="13"/>
                      <a:pt x="69" y="31"/>
                      <a:pt x="50" y="46"/>
                    </a:cubicBezTo>
                    <a:cubicBezTo>
                      <a:pt x="30" y="61"/>
                      <a:pt x="11" y="68"/>
                      <a:pt x="6" y="61"/>
                    </a:cubicBezTo>
                    <a:cubicBezTo>
                      <a:pt x="0" y="55"/>
                      <a:pt x="12" y="37"/>
                      <a:pt x="31" y="22"/>
                    </a:cubicBezTo>
                    <a:close/>
                  </a:path>
                </a:pathLst>
              </a:custGeom>
              <a:solidFill>
                <a:srgbClr val="C1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8" name="Freeform 120">
                <a:extLst>
                  <a:ext uri="{FF2B5EF4-FFF2-40B4-BE49-F238E27FC236}">
                    <a16:creationId xmlns:a16="http://schemas.microsoft.com/office/drawing/2014/main" id="{F0B2B233-DB57-46AA-BE6C-AA9F3F745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222"/>
                <a:ext cx="47" cy="102"/>
              </a:xfrm>
              <a:custGeom>
                <a:avLst/>
                <a:gdLst>
                  <a:gd name="T0" fmla="*/ 5 w 31"/>
                  <a:gd name="T1" fmla="*/ 117 h 66"/>
                  <a:gd name="T2" fmla="*/ 59 w 31"/>
                  <a:gd name="T3" fmla="*/ 0 h 66"/>
                  <a:gd name="T4" fmla="*/ 103 w 31"/>
                  <a:gd name="T5" fmla="*/ 127 h 66"/>
                  <a:gd name="T6" fmla="*/ 49 w 31"/>
                  <a:gd name="T7" fmla="*/ 244 h 66"/>
                  <a:gd name="T8" fmla="*/ 5 w 31"/>
                  <a:gd name="T9" fmla="*/ 117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6">
                    <a:moveTo>
                      <a:pt x="1" y="32"/>
                    </a:moveTo>
                    <a:cubicBezTo>
                      <a:pt x="2" y="14"/>
                      <a:pt x="9" y="0"/>
                      <a:pt x="17" y="0"/>
                    </a:cubicBezTo>
                    <a:cubicBezTo>
                      <a:pt x="25" y="0"/>
                      <a:pt x="31" y="15"/>
                      <a:pt x="30" y="34"/>
                    </a:cubicBezTo>
                    <a:cubicBezTo>
                      <a:pt x="30" y="52"/>
                      <a:pt x="22" y="66"/>
                      <a:pt x="14" y="66"/>
                    </a:cubicBezTo>
                    <a:cubicBezTo>
                      <a:pt x="6" y="65"/>
                      <a:pt x="0" y="50"/>
                      <a:pt x="1" y="32"/>
                    </a:cubicBezTo>
                    <a:close/>
                  </a:path>
                </a:pathLst>
              </a:custGeom>
              <a:solidFill>
                <a:srgbClr val="C1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9" name="Freeform 121">
                <a:extLst>
                  <a:ext uri="{FF2B5EF4-FFF2-40B4-BE49-F238E27FC236}">
                    <a16:creationId xmlns:a16="http://schemas.microsoft.com/office/drawing/2014/main" id="{FC0FED02-82FA-4040-A3AA-9157C3622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496"/>
                <a:ext cx="27" cy="28"/>
              </a:xfrm>
              <a:custGeom>
                <a:avLst/>
                <a:gdLst>
                  <a:gd name="T0" fmla="*/ 0 w 18"/>
                  <a:gd name="T1" fmla="*/ 68 h 18"/>
                  <a:gd name="T2" fmla="*/ 62 w 1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8">
                    <a:moveTo>
                      <a:pt x="0" y="18"/>
                    </a:moveTo>
                    <a:cubicBezTo>
                      <a:pt x="6" y="12"/>
                      <a:pt x="13" y="6"/>
                      <a:pt x="18" y="0"/>
                    </a:cubicBezTo>
                  </a:path>
                </a:pathLst>
              </a:custGeom>
              <a:noFill/>
              <a:ln w="9525" cap="flat">
                <a:solidFill>
                  <a:srgbClr val="397C5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0" name="Freeform 122">
                <a:extLst>
                  <a:ext uri="{FF2B5EF4-FFF2-40B4-BE49-F238E27FC236}">
                    <a16:creationId xmlns:a16="http://schemas.microsoft.com/office/drawing/2014/main" id="{C577D1E7-DDBE-415D-A2D7-A970EAA34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384"/>
                <a:ext cx="20" cy="26"/>
              </a:xfrm>
              <a:custGeom>
                <a:avLst/>
                <a:gdLst>
                  <a:gd name="T0" fmla="*/ 48 w 13"/>
                  <a:gd name="T1" fmla="*/ 0 h 17"/>
                  <a:gd name="T2" fmla="*/ 0 w 13"/>
                  <a:gd name="T3" fmla="*/ 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13" y="0"/>
                    </a:moveTo>
                    <a:cubicBezTo>
                      <a:pt x="7" y="4"/>
                      <a:pt x="3" y="11"/>
                      <a:pt x="0" y="17"/>
                    </a:cubicBezTo>
                  </a:path>
                </a:pathLst>
              </a:custGeom>
              <a:noFill/>
              <a:ln w="9525" cap="flat">
                <a:solidFill>
                  <a:srgbClr val="397C5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1" name="Freeform 123">
                <a:extLst>
                  <a:ext uri="{FF2B5EF4-FFF2-40B4-BE49-F238E27FC236}">
                    <a16:creationId xmlns:a16="http://schemas.microsoft.com/office/drawing/2014/main" id="{9F39C48E-B66A-4DB5-A6A8-CFB6A7603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1636"/>
                <a:ext cx="63" cy="3"/>
              </a:xfrm>
              <a:custGeom>
                <a:avLst/>
                <a:gdLst>
                  <a:gd name="T0" fmla="*/ 0 w 41"/>
                  <a:gd name="T1" fmla="*/ 5 h 2"/>
                  <a:gd name="T2" fmla="*/ 149 w 41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">
                    <a:moveTo>
                      <a:pt x="0" y="1"/>
                    </a:moveTo>
                    <a:cubicBezTo>
                      <a:pt x="13" y="0"/>
                      <a:pt x="28" y="2"/>
                      <a:pt x="41" y="1"/>
                    </a:cubicBezTo>
                  </a:path>
                </a:pathLst>
              </a:custGeom>
              <a:noFill/>
              <a:ln w="9525" cap="flat">
                <a:solidFill>
                  <a:srgbClr val="397C5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2" name="Freeform 124">
                <a:extLst>
                  <a:ext uri="{FF2B5EF4-FFF2-40B4-BE49-F238E27FC236}">
                    <a16:creationId xmlns:a16="http://schemas.microsoft.com/office/drawing/2014/main" id="{EA98BB73-3D8B-4CA7-A2B7-1B1F342D3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753"/>
                <a:ext cx="52" cy="29"/>
              </a:xfrm>
              <a:custGeom>
                <a:avLst/>
                <a:gdLst>
                  <a:gd name="T0" fmla="*/ 122 w 34"/>
                  <a:gd name="T1" fmla="*/ 0 h 19"/>
                  <a:gd name="T2" fmla="*/ 0 w 34"/>
                  <a:gd name="T3" fmla="*/ 6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9">
                    <a:moveTo>
                      <a:pt x="34" y="0"/>
                    </a:moveTo>
                    <a:cubicBezTo>
                      <a:pt x="24" y="7"/>
                      <a:pt x="11" y="14"/>
                      <a:pt x="0" y="19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3" name="Freeform 125">
                <a:extLst>
                  <a:ext uri="{FF2B5EF4-FFF2-40B4-BE49-F238E27FC236}">
                    <a16:creationId xmlns:a16="http://schemas.microsoft.com/office/drawing/2014/main" id="{FDEE0F87-C455-431E-BA89-46302FBD5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1845"/>
                <a:ext cx="6" cy="43"/>
              </a:xfrm>
              <a:custGeom>
                <a:avLst/>
                <a:gdLst>
                  <a:gd name="T0" fmla="*/ 14 w 4"/>
                  <a:gd name="T1" fmla="*/ 0 h 28"/>
                  <a:gd name="T2" fmla="*/ 14 w 4"/>
                  <a:gd name="T3" fmla="*/ 10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8">
                    <a:moveTo>
                      <a:pt x="4" y="0"/>
                    </a:moveTo>
                    <a:cubicBezTo>
                      <a:pt x="0" y="9"/>
                      <a:pt x="4" y="22"/>
                      <a:pt x="4" y="28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4" name="Freeform 126">
                <a:extLst>
                  <a:ext uri="{FF2B5EF4-FFF2-40B4-BE49-F238E27FC236}">
                    <a16:creationId xmlns:a16="http://schemas.microsoft.com/office/drawing/2014/main" id="{62747310-7845-4F0C-AE31-BDF0EC88C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810"/>
                <a:ext cx="11" cy="52"/>
              </a:xfrm>
              <a:custGeom>
                <a:avLst/>
                <a:gdLst>
                  <a:gd name="T0" fmla="*/ 0 w 7"/>
                  <a:gd name="T1" fmla="*/ 0 h 34"/>
                  <a:gd name="T2" fmla="*/ 27 w 7"/>
                  <a:gd name="T3" fmla="*/ 122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4">
                    <a:moveTo>
                      <a:pt x="0" y="0"/>
                    </a:moveTo>
                    <a:cubicBezTo>
                      <a:pt x="2" y="11"/>
                      <a:pt x="4" y="24"/>
                      <a:pt x="7" y="34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5" name="Freeform 127">
                <a:extLst>
                  <a:ext uri="{FF2B5EF4-FFF2-40B4-BE49-F238E27FC236}">
                    <a16:creationId xmlns:a16="http://schemas.microsoft.com/office/drawing/2014/main" id="{1D07B783-3118-46FF-8FF8-523693CDF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482"/>
                <a:ext cx="35" cy="25"/>
              </a:xfrm>
              <a:custGeom>
                <a:avLst/>
                <a:gdLst>
                  <a:gd name="T0" fmla="*/ 0 w 23"/>
                  <a:gd name="T1" fmla="*/ 61 h 16"/>
                  <a:gd name="T2" fmla="*/ 81 w 2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16"/>
                    </a:moveTo>
                    <a:cubicBezTo>
                      <a:pt x="8" y="13"/>
                      <a:pt x="17" y="4"/>
                      <a:pt x="23" y="0"/>
                    </a:cubicBezTo>
                  </a:path>
                </a:pathLst>
              </a:custGeom>
              <a:noFill/>
              <a:ln w="9525" cap="flat">
                <a:solidFill>
                  <a:srgbClr val="397C5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6" name="Freeform 128">
                <a:extLst>
                  <a:ext uri="{FF2B5EF4-FFF2-40B4-BE49-F238E27FC236}">
                    <a16:creationId xmlns:a16="http://schemas.microsoft.com/office/drawing/2014/main" id="{058A7933-30D9-4143-A738-12FA669E9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250"/>
                <a:ext cx="27" cy="45"/>
              </a:xfrm>
              <a:custGeom>
                <a:avLst/>
                <a:gdLst>
                  <a:gd name="T0" fmla="*/ 0 w 18"/>
                  <a:gd name="T1" fmla="*/ 0 h 29"/>
                  <a:gd name="T2" fmla="*/ 62 w 18"/>
                  <a:gd name="T3" fmla="*/ 10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9">
                    <a:moveTo>
                      <a:pt x="0" y="0"/>
                    </a:moveTo>
                    <a:cubicBezTo>
                      <a:pt x="8" y="8"/>
                      <a:pt x="11" y="21"/>
                      <a:pt x="18" y="29"/>
                    </a:cubicBezTo>
                  </a:path>
                </a:pathLst>
              </a:custGeom>
              <a:noFill/>
              <a:ln w="9525" cap="flat">
                <a:solidFill>
                  <a:srgbClr val="397C5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7" name="Freeform 129">
                <a:extLst>
                  <a:ext uri="{FF2B5EF4-FFF2-40B4-BE49-F238E27FC236}">
                    <a16:creationId xmlns:a16="http://schemas.microsoft.com/office/drawing/2014/main" id="{1E66337D-699A-4EB9-98C6-2262626D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805"/>
                <a:ext cx="12" cy="59"/>
              </a:xfrm>
              <a:custGeom>
                <a:avLst/>
                <a:gdLst>
                  <a:gd name="T0" fmla="*/ 0 w 8"/>
                  <a:gd name="T1" fmla="*/ 0 h 38"/>
                  <a:gd name="T2" fmla="*/ 27 w 8"/>
                  <a:gd name="T3" fmla="*/ 143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8">
                    <a:moveTo>
                      <a:pt x="0" y="0"/>
                    </a:moveTo>
                    <a:cubicBezTo>
                      <a:pt x="5" y="10"/>
                      <a:pt x="8" y="27"/>
                      <a:pt x="8" y="38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8" name="Freeform 130">
                <a:extLst>
                  <a:ext uri="{FF2B5EF4-FFF2-40B4-BE49-F238E27FC236}">
                    <a16:creationId xmlns:a16="http://schemas.microsoft.com/office/drawing/2014/main" id="{413B6E73-33E6-4ED9-B9A7-8302FD26B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834"/>
                <a:ext cx="5" cy="51"/>
              </a:xfrm>
              <a:custGeom>
                <a:avLst/>
                <a:gdLst>
                  <a:gd name="T0" fmla="*/ 0 w 3"/>
                  <a:gd name="T1" fmla="*/ 0 h 33"/>
                  <a:gd name="T2" fmla="*/ 0 w 3"/>
                  <a:gd name="T3" fmla="*/ 122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3">
                    <a:moveTo>
                      <a:pt x="0" y="0"/>
                    </a:moveTo>
                    <a:cubicBezTo>
                      <a:pt x="3" y="9"/>
                      <a:pt x="2" y="26"/>
                      <a:pt x="0" y="3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9" name="Freeform 131">
                <a:extLst>
                  <a:ext uri="{FF2B5EF4-FFF2-40B4-BE49-F238E27FC236}">
                    <a16:creationId xmlns:a16="http://schemas.microsoft.com/office/drawing/2014/main" id="{2A3A3EB6-0541-45CC-9F81-A4E40862F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471"/>
                <a:ext cx="65" cy="14"/>
              </a:xfrm>
              <a:custGeom>
                <a:avLst/>
                <a:gdLst>
                  <a:gd name="T0" fmla="*/ 0 w 42"/>
                  <a:gd name="T1" fmla="*/ 0 h 9"/>
                  <a:gd name="T2" fmla="*/ 156 w 42"/>
                  <a:gd name="T3" fmla="*/ 1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9">
                    <a:moveTo>
                      <a:pt x="0" y="0"/>
                    </a:moveTo>
                    <a:cubicBezTo>
                      <a:pt x="15" y="3"/>
                      <a:pt x="26" y="9"/>
                      <a:pt x="42" y="5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0" name="Freeform 132">
                <a:extLst>
                  <a:ext uri="{FF2B5EF4-FFF2-40B4-BE49-F238E27FC236}">
                    <a16:creationId xmlns:a16="http://schemas.microsoft.com/office/drawing/2014/main" id="{C3ABB628-1D19-4726-9CB6-135900DD2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485"/>
                <a:ext cx="14" cy="38"/>
              </a:xfrm>
              <a:custGeom>
                <a:avLst/>
                <a:gdLst>
                  <a:gd name="T0" fmla="*/ 0 w 9"/>
                  <a:gd name="T1" fmla="*/ 0 h 25"/>
                  <a:gd name="T2" fmla="*/ 26 w 9"/>
                  <a:gd name="T3" fmla="*/ 81 h 25"/>
                  <a:gd name="T4" fmla="*/ 26 w 9"/>
                  <a:gd name="T5" fmla="*/ 8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5">
                    <a:moveTo>
                      <a:pt x="0" y="0"/>
                    </a:moveTo>
                    <a:cubicBezTo>
                      <a:pt x="2" y="7"/>
                      <a:pt x="5" y="16"/>
                      <a:pt x="7" y="23"/>
                    </a:cubicBezTo>
                    <a:cubicBezTo>
                      <a:pt x="9" y="25"/>
                      <a:pt x="7" y="23"/>
                      <a:pt x="7" y="2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1" name="Freeform 133">
                <a:extLst>
                  <a:ext uri="{FF2B5EF4-FFF2-40B4-BE49-F238E27FC236}">
                    <a16:creationId xmlns:a16="http://schemas.microsoft.com/office/drawing/2014/main" id="{D4B8C604-0D48-4943-B700-1A7D0AE92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417"/>
                <a:ext cx="8" cy="37"/>
              </a:xfrm>
              <a:custGeom>
                <a:avLst/>
                <a:gdLst>
                  <a:gd name="T0" fmla="*/ 0 w 5"/>
                  <a:gd name="T1" fmla="*/ 0 h 24"/>
                  <a:gd name="T2" fmla="*/ 21 w 5"/>
                  <a:gd name="T3" fmla="*/ 88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4">
                    <a:moveTo>
                      <a:pt x="0" y="0"/>
                    </a:moveTo>
                    <a:cubicBezTo>
                      <a:pt x="5" y="7"/>
                      <a:pt x="1" y="18"/>
                      <a:pt x="5" y="24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2" name="Freeform 134">
                <a:extLst>
                  <a:ext uri="{FF2B5EF4-FFF2-40B4-BE49-F238E27FC236}">
                    <a16:creationId xmlns:a16="http://schemas.microsoft.com/office/drawing/2014/main" id="{68315598-13F1-4F01-9971-64F993C47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411"/>
                <a:ext cx="9" cy="45"/>
              </a:xfrm>
              <a:custGeom>
                <a:avLst/>
                <a:gdLst>
                  <a:gd name="T0" fmla="*/ 0 w 6"/>
                  <a:gd name="T1" fmla="*/ 0 h 29"/>
                  <a:gd name="T2" fmla="*/ 18 w 6"/>
                  <a:gd name="T3" fmla="*/ 10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9">
                    <a:moveTo>
                      <a:pt x="0" y="0"/>
                    </a:moveTo>
                    <a:cubicBezTo>
                      <a:pt x="5" y="5"/>
                      <a:pt x="6" y="22"/>
                      <a:pt x="5" y="29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3" name="Freeform 135">
                <a:extLst>
                  <a:ext uri="{FF2B5EF4-FFF2-40B4-BE49-F238E27FC236}">
                    <a16:creationId xmlns:a16="http://schemas.microsoft.com/office/drawing/2014/main" id="{0F7BB6EB-F55C-4CEC-ABD3-E762A18D7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423"/>
                <a:ext cx="6" cy="56"/>
              </a:xfrm>
              <a:custGeom>
                <a:avLst/>
                <a:gdLst>
                  <a:gd name="T0" fmla="*/ 0 w 4"/>
                  <a:gd name="T1" fmla="*/ 0 h 36"/>
                  <a:gd name="T2" fmla="*/ 12 w 4"/>
                  <a:gd name="T3" fmla="*/ 13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6">
                    <a:moveTo>
                      <a:pt x="0" y="0"/>
                    </a:moveTo>
                    <a:cubicBezTo>
                      <a:pt x="0" y="12"/>
                      <a:pt x="4" y="25"/>
                      <a:pt x="3" y="36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4" name="Freeform 136">
                <a:extLst>
                  <a:ext uri="{FF2B5EF4-FFF2-40B4-BE49-F238E27FC236}">
                    <a16:creationId xmlns:a16="http://schemas.microsoft.com/office/drawing/2014/main" id="{9DB62478-CE22-41CC-A248-A41D56F52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2522"/>
                <a:ext cx="37" cy="50"/>
              </a:xfrm>
              <a:custGeom>
                <a:avLst/>
                <a:gdLst>
                  <a:gd name="T0" fmla="*/ 0 w 24"/>
                  <a:gd name="T1" fmla="*/ 115 h 33"/>
                  <a:gd name="T2" fmla="*/ 88 w 24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3">
                    <a:moveTo>
                      <a:pt x="0" y="33"/>
                    </a:moveTo>
                    <a:cubicBezTo>
                      <a:pt x="10" y="23"/>
                      <a:pt x="15" y="10"/>
                      <a:pt x="24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5" name="Freeform 137">
                <a:extLst>
                  <a:ext uri="{FF2B5EF4-FFF2-40B4-BE49-F238E27FC236}">
                    <a16:creationId xmlns:a16="http://schemas.microsoft.com/office/drawing/2014/main" id="{BF61ADB4-9AF5-4C86-932F-6E8C2B0AB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3000"/>
                <a:ext cx="31" cy="18"/>
              </a:xfrm>
              <a:custGeom>
                <a:avLst/>
                <a:gdLst>
                  <a:gd name="T0" fmla="*/ 0 w 20"/>
                  <a:gd name="T1" fmla="*/ 0 h 12"/>
                  <a:gd name="T2" fmla="*/ 74 w 20"/>
                  <a:gd name="T3" fmla="*/ 4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0" y="0"/>
                    </a:moveTo>
                    <a:cubicBezTo>
                      <a:pt x="6" y="5"/>
                      <a:pt x="12" y="10"/>
                      <a:pt x="20" y="12"/>
                    </a:cubicBezTo>
                  </a:path>
                </a:pathLst>
              </a:custGeom>
              <a:noFill/>
              <a:ln w="9525" cap="flat">
                <a:solidFill>
                  <a:srgbClr val="397C5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6" name="Freeform 138">
                <a:extLst>
                  <a:ext uri="{FF2B5EF4-FFF2-40B4-BE49-F238E27FC236}">
                    <a16:creationId xmlns:a16="http://schemas.microsoft.com/office/drawing/2014/main" id="{276D3A10-08BD-4986-BF2C-8D2DDAB5C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948"/>
                <a:ext cx="33" cy="17"/>
              </a:xfrm>
              <a:custGeom>
                <a:avLst/>
                <a:gdLst>
                  <a:gd name="T0" fmla="*/ 0 w 21"/>
                  <a:gd name="T1" fmla="*/ 0 h 11"/>
                  <a:gd name="T2" fmla="*/ 82 w 21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0"/>
                    </a:moveTo>
                    <a:cubicBezTo>
                      <a:pt x="8" y="1"/>
                      <a:pt x="15" y="6"/>
                      <a:pt x="21" y="11"/>
                    </a:cubicBezTo>
                  </a:path>
                </a:pathLst>
              </a:custGeom>
              <a:noFill/>
              <a:ln w="9525" cap="flat">
                <a:solidFill>
                  <a:srgbClr val="397C5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7" name="Freeform 139">
                <a:extLst>
                  <a:ext uri="{FF2B5EF4-FFF2-40B4-BE49-F238E27FC236}">
                    <a16:creationId xmlns:a16="http://schemas.microsoft.com/office/drawing/2014/main" id="{D244A54B-8659-4439-A4C1-7F3166AEE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559"/>
                <a:ext cx="14" cy="30"/>
              </a:xfrm>
              <a:custGeom>
                <a:avLst/>
                <a:gdLst>
                  <a:gd name="T0" fmla="*/ 34 w 9"/>
                  <a:gd name="T1" fmla="*/ 0 h 20"/>
                  <a:gd name="T2" fmla="*/ 0 w 9"/>
                  <a:gd name="T3" fmla="*/ 6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9" y="0"/>
                    </a:moveTo>
                    <a:cubicBezTo>
                      <a:pt x="9" y="7"/>
                      <a:pt x="5" y="18"/>
                      <a:pt x="0" y="20"/>
                    </a:cubicBezTo>
                  </a:path>
                </a:pathLst>
              </a:custGeom>
              <a:noFill/>
              <a:ln w="9525" cap="flat">
                <a:solidFill>
                  <a:srgbClr val="397C5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8" name="Freeform 140">
                <a:extLst>
                  <a:ext uri="{FF2B5EF4-FFF2-40B4-BE49-F238E27FC236}">
                    <a16:creationId xmlns:a16="http://schemas.microsoft.com/office/drawing/2014/main" id="{232D8EF2-1A32-4FC3-89AF-D77DB2176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739"/>
                <a:ext cx="18" cy="9"/>
              </a:xfrm>
              <a:custGeom>
                <a:avLst/>
                <a:gdLst>
                  <a:gd name="T0" fmla="*/ 0 w 12"/>
                  <a:gd name="T1" fmla="*/ 0 h 6"/>
                  <a:gd name="T2" fmla="*/ 41 w 12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5" y="1"/>
                      <a:pt x="9" y="3"/>
                      <a:pt x="12" y="6"/>
                    </a:cubicBezTo>
                  </a:path>
                </a:pathLst>
              </a:custGeom>
              <a:noFill/>
              <a:ln w="9525" cap="flat">
                <a:solidFill>
                  <a:srgbClr val="397C5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9" name="Freeform 141">
                <a:extLst>
                  <a:ext uri="{FF2B5EF4-FFF2-40B4-BE49-F238E27FC236}">
                    <a16:creationId xmlns:a16="http://schemas.microsoft.com/office/drawing/2014/main" id="{A9672D66-BA97-4E05-80AE-81C9F01A2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941"/>
                <a:ext cx="23" cy="36"/>
              </a:xfrm>
              <a:custGeom>
                <a:avLst/>
                <a:gdLst>
                  <a:gd name="T0" fmla="*/ 49 w 15"/>
                  <a:gd name="T1" fmla="*/ 14 h 23"/>
                  <a:gd name="T2" fmla="*/ 54 w 15"/>
                  <a:gd name="T3" fmla="*/ 8 h 23"/>
                  <a:gd name="T4" fmla="*/ 0 w 15"/>
                  <a:gd name="T5" fmla="*/ 8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3">
                    <a:moveTo>
                      <a:pt x="14" y="4"/>
                    </a:moveTo>
                    <a:cubicBezTo>
                      <a:pt x="14" y="4"/>
                      <a:pt x="15" y="0"/>
                      <a:pt x="15" y="2"/>
                    </a:cubicBezTo>
                    <a:cubicBezTo>
                      <a:pt x="8" y="8"/>
                      <a:pt x="5" y="15"/>
                      <a:pt x="0" y="23"/>
                    </a:cubicBezTo>
                  </a:path>
                </a:pathLst>
              </a:custGeom>
              <a:noFill/>
              <a:ln w="9525" cap="flat">
                <a:solidFill>
                  <a:srgbClr val="397C5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0" name="Freeform 142">
                <a:extLst>
                  <a:ext uri="{FF2B5EF4-FFF2-40B4-BE49-F238E27FC236}">
                    <a16:creationId xmlns:a16="http://schemas.microsoft.com/office/drawing/2014/main" id="{D1E2C2E6-FAF8-4491-B372-EE42562AD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496"/>
                <a:ext cx="198" cy="258"/>
              </a:xfrm>
              <a:custGeom>
                <a:avLst/>
                <a:gdLst>
                  <a:gd name="T0" fmla="*/ 123 w 129"/>
                  <a:gd name="T1" fmla="*/ 83 h 168"/>
                  <a:gd name="T2" fmla="*/ 243 w 129"/>
                  <a:gd name="T3" fmla="*/ 568 h 168"/>
                  <a:gd name="T4" fmla="*/ 123 w 129"/>
                  <a:gd name="T5" fmla="*/ 83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168">
                    <a:moveTo>
                      <a:pt x="34" y="23"/>
                    </a:moveTo>
                    <a:cubicBezTo>
                      <a:pt x="0" y="42"/>
                      <a:pt x="5" y="168"/>
                      <a:pt x="67" y="157"/>
                    </a:cubicBezTo>
                    <a:cubicBezTo>
                      <a:pt x="129" y="145"/>
                      <a:pt x="74" y="0"/>
                      <a:pt x="34" y="23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1" name="Freeform 143">
                <a:extLst>
                  <a:ext uri="{FF2B5EF4-FFF2-40B4-BE49-F238E27FC236}">
                    <a16:creationId xmlns:a16="http://schemas.microsoft.com/office/drawing/2014/main" id="{77D49131-4900-425C-9A27-24E338296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1315"/>
                <a:ext cx="208" cy="129"/>
              </a:xfrm>
              <a:custGeom>
                <a:avLst/>
                <a:gdLst>
                  <a:gd name="T0" fmla="*/ 465 w 136"/>
                  <a:gd name="T1" fmla="*/ 229 h 84"/>
                  <a:gd name="T2" fmla="*/ 208 w 136"/>
                  <a:gd name="T3" fmla="*/ 261 h 84"/>
                  <a:gd name="T4" fmla="*/ 21 w 136"/>
                  <a:gd name="T5" fmla="*/ 75 h 84"/>
                  <a:gd name="T6" fmla="*/ 278 w 136"/>
                  <a:gd name="T7" fmla="*/ 43 h 84"/>
                  <a:gd name="T8" fmla="*/ 465 w 136"/>
                  <a:gd name="T9" fmla="*/ 229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84">
                    <a:moveTo>
                      <a:pt x="130" y="63"/>
                    </a:moveTo>
                    <a:cubicBezTo>
                      <a:pt x="124" y="80"/>
                      <a:pt x="92" y="84"/>
                      <a:pt x="58" y="72"/>
                    </a:cubicBezTo>
                    <a:cubicBezTo>
                      <a:pt x="23" y="61"/>
                      <a:pt x="0" y="38"/>
                      <a:pt x="6" y="21"/>
                    </a:cubicBezTo>
                    <a:cubicBezTo>
                      <a:pt x="12" y="4"/>
                      <a:pt x="44" y="0"/>
                      <a:pt x="78" y="12"/>
                    </a:cubicBezTo>
                    <a:cubicBezTo>
                      <a:pt x="113" y="23"/>
                      <a:pt x="136" y="46"/>
                      <a:pt x="130" y="63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2" name="Oval 144">
                <a:extLst>
                  <a:ext uri="{FF2B5EF4-FFF2-40B4-BE49-F238E27FC236}">
                    <a16:creationId xmlns:a16="http://schemas.microsoft.com/office/drawing/2014/main" id="{ADAD3E30-C6DF-47DA-9CF6-EAB62648B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176"/>
                <a:ext cx="169" cy="77"/>
              </a:xfrm>
              <a:prstGeom prst="ellipse">
                <a:avLst/>
              </a:pr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3" name="Freeform 145">
                <a:extLst>
                  <a:ext uri="{FF2B5EF4-FFF2-40B4-BE49-F238E27FC236}">
                    <a16:creationId xmlns:a16="http://schemas.microsoft.com/office/drawing/2014/main" id="{F5789A90-5A5D-4E15-AD65-FE817146D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233"/>
                <a:ext cx="147" cy="177"/>
              </a:xfrm>
              <a:custGeom>
                <a:avLst/>
                <a:gdLst>
                  <a:gd name="T0" fmla="*/ 279 w 96"/>
                  <a:gd name="T1" fmla="*/ 282 h 115"/>
                  <a:gd name="T2" fmla="*/ 61 w 96"/>
                  <a:gd name="T3" fmla="*/ 377 h 115"/>
                  <a:gd name="T4" fmla="*/ 66 w 96"/>
                  <a:gd name="T5" fmla="*/ 135 h 115"/>
                  <a:gd name="T6" fmla="*/ 283 w 96"/>
                  <a:gd name="T7" fmla="*/ 40 h 115"/>
                  <a:gd name="T8" fmla="*/ 279 w 96"/>
                  <a:gd name="T9" fmla="*/ 282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15">
                    <a:moveTo>
                      <a:pt x="78" y="77"/>
                    </a:moveTo>
                    <a:cubicBezTo>
                      <a:pt x="60" y="103"/>
                      <a:pt x="33" y="115"/>
                      <a:pt x="17" y="103"/>
                    </a:cubicBezTo>
                    <a:cubicBezTo>
                      <a:pt x="0" y="92"/>
                      <a:pt x="1" y="62"/>
                      <a:pt x="18" y="37"/>
                    </a:cubicBezTo>
                    <a:cubicBezTo>
                      <a:pt x="36" y="11"/>
                      <a:pt x="63" y="0"/>
                      <a:pt x="79" y="11"/>
                    </a:cubicBezTo>
                    <a:cubicBezTo>
                      <a:pt x="96" y="22"/>
                      <a:pt x="95" y="52"/>
                      <a:pt x="78" y="77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4" name="Oval 146">
                <a:extLst>
                  <a:ext uri="{FF2B5EF4-FFF2-40B4-BE49-F238E27FC236}">
                    <a16:creationId xmlns:a16="http://schemas.microsoft.com/office/drawing/2014/main" id="{B8A5FB88-18FB-4DC2-88B1-87355CC08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594"/>
                <a:ext cx="156" cy="110"/>
              </a:xfrm>
              <a:prstGeom prst="ellipse">
                <a:avLst/>
              </a:pr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5" name="Freeform 147">
                <a:extLst>
                  <a:ext uri="{FF2B5EF4-FFF2-40B4-BE49-F238E27FC236}">
                    <a16:creationId xmlns:a16="http://schemas.microsoft.com/office/drawing/2014/main" id="{84803ED9-0C2F-4288-9533-374A857A3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1461"/>
                <a:ext cx="124" cy="161"/>
              </a:xfrm>
              <a:custGeom>
                <a:avLst/>
                <a:gdLst>
                  <a:gd name="T0" fmla="*/ 242 w 81"/>
                  <a:gd name="T1" fmla="*/ 136 h 105"/>
                  <a:gd name="T2" fmla="*/ 237 w 81"/>
                  <a:gd name="T3" fmla="*/ 350 h 105"/>
                  <a:gd name="T4" fmla="*/ 49 w 81"/>
                  <a:gd name="T5" fmla="*/ 244 h 105"/>
                  <a:gd name="T6" fmla="*/ 54 w 81"/>
                  <a:gd name="T7" fmla="*/ 28 h 105"/>
                  <a:gd name="T8" fmla="*/ 242 w 81"/>
                  <a:gd name="T9" fmla="*/ 136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105">
                    <a:moveTo>
                      <a:pt x="67" y="38"/>
                    </a:moveTo>
                    <a:cubicBezTo>
                      <a:pt x="81" y="62"/>
                      <a:pt x="80" y="88"/>
                      <a:pt x="66" y="97"/>
                    </a:cubicBezTo>
                    <a:cubicBezTo>
                      <a:pt x="51" y="105"/>
                      <a:pt x="28" y="92"/>
                      <a:pt x="14" y="68"/>
                    </a:cubicBezTo>
                    <a:cubicBezTo>
                      <a:pt x="0" y="43"/>
                      <a:pt x="1" y="17"/>
                      <a:pt x="15" y="8"/>
                    </a:cubicBezTo>
                    <a:cubicBezTo>
                      <a:pt x="30" y="0"/>
                      <a:pt x="53" y="13"/>
                      <a:pt x="67" y="38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6" name="Oval 148">
                <a:extLst>
                  <a:ext uri="{FF2B5EF4-FFF2-40B4-BE49-F238E27FC236}">
                    <a16:creationId xmlns:a16="http://schemas.microsoft.com/office/drawing/2014/main" id="{05734556-3D46-49B5-9BED-6F1A6F927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264"/>
                <a:ext cx="78" cy="144"/>
              </a:xfrm>
              <a:prstGeom prst="ellipse">
                <a:avLst/>
              </a:pr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7" name="Oval 149">
                <a:extLst>
                  <a:ext uri="{FF2B5EF4-FFF2-40B4-BE49-F238E27FC236}">
                    <a16:creationId xmlns:a16="http://schemas.microsoft.com/office/drawing/2014/main" id="{8A46C79B-52B3-4FEC-BA0C-12A0D7240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304"/>
                <a:ext cx="47" cy="109"/>
              </a:xfrm>
              <a:prstGeom prst="ellipse">
                <a:avLst/>
              </a:prstGeom>
              <a:solidFill>
                <a:srgbClr val="64B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98" name="Freeform 150">
                <a:extLst>
                  <a:ext uri="{FF2B5EF4-FFF2-40B4-BE49-F238E27FC236}">
                    <a16:creationId xmlns:a16="http://schemas.microsoft.com/office/drawing/2014/main" id="{795E7E75-F31E-4671-A4DC-B7818ECBA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505"/>
                <a:ext cx="96" cy="48"/>
              </a:xfrm>
              <a:custGeom>
                <a:avLst/>
                <a:gdLst>
                  <a:gd name="T0" fmla="*/ 218 w 63"/>
                  <a:gd name="T1" fmla="*/ 34 h 31"/>
                  <a:gd name="T2" fmla="*/ 123 w 63"/>
                  <a:gd name="T3" fmla="*/ 101 h 31"/>
                  <a:gd name="T4" fmla="*/ 8 w 63"/>
                  <a:gd name="T5" fmla="*/ 87 h 31"/>
                  <a:gd name="T6" fmla="*/ 102 w 63"/>
                  <a:gd name="T7" fmla="*/ 14 h 31"/>
                  <a:gd name="T8" fmla="*/ 218 w 63"/>
                  <a:gd name="T9" fmla="*/ 3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31">
                    <a:moveTo>
                      <a:pt x="62" y="9"/>
                    </a:moveTo>
                    <a:cubicBezTo>
                      <a:pt x="63" y="15"/>
                      <a:pt x="51" y="23"/>
                      <a:pt x="35" y="27"/>
                    </a:cubicBezTo>
                    <a:cubicBezTo>
                      <a:pt x="18" y="31"/>
                      <a:pt x="3" y="29"/>
                      <a:pt x="2" y="23"/>
                    </a:cubicBezTo>
                    <a:cubicBezTo>
                      <a:pt x="0" y="17"/>
                      <a:pt x="13" y="8"/>
                      <a:pt x="29" y="4"/>
                    </a:cubicBezTo>
                    <a:cubicBezTo>
                      <a:pt x="46" y="0"/>
                      <a:pt x="60" y="2"/>
                      <a:pt x="62" y="9"/>
                    </a:cubicBezTo>
                    <a:close/>
                  </a:path>
                </a:pathLst>
              </a:custGeom>
              <a:solidFill>
                <a:srgbClr val="64B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9" name="Freeform 151">
                <a:extLst>
                  <a:ext uri="{FF2B5EF4-FFF2-40B4-BE49-F238E27FC236}">
                    <a16:creationId xmlns:a16="http://schemas.microsoft.com/office/drawing/2014/main" id="{C9032A71-574A-45B2-AA65-D5DFD9C35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172"/>
                <a:ext cx="73" cy="58"/>
              </a:xfrm>
              <a:custGeom>
                <a:avLst/>
                <a:gdLst>
                  <a:gd name="T0" fmla="*/ 157 w 48"/>
                  <a:gd name="T1" fmla="*/ 18 h 38"/>
                  <a:gd name="T2" fmla="*/ 62 w 48"/>
                  <a:gd name="T3" fmla="*/ 40 h 38"/>
                  <a:gd name="T4" fmla="*/ 12 w 48"/>
                  <a:gd name="T5" fmla="*/ 116 h 38"/>
                  <a:gd name="T6" fmla="*/ 106 w 48"/>
                  <a:gd name="T7" fmla="*/ 101 h 38"/>
                  <a:gd name="T8" fmla="*/ 157 w 48"/>
                  <a:gd name="T9" fmla="*/ 1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8">
                    <a:moveTo>
                      <a:pt x="45" y="5"/>
                    </a:moveTo>
                    <a:cubicBezTo>
                      <a:pt x="42" y="0"/>
                      <a:pt x="30" y="3"/>
                      <a:pt x="18" y="11"/>
                    </a:cubicBezTo>
                    <a:cubicBezTo>
                      <a:pt x="7" y="19"/>
                      <a:pt x="0" y="29"/>
                      <a:pt x="3" y="33"/>
                    </a:cubicBezTo>
                    <a:cubicBezTo>
                      <a:pt x="7" y="38"/>
                      <a:pt x="18" y="36"/>
                      <a:pt x="30" y="28"/>
                    </a:cubicBezTo>
                    <a:cubicBezTo>
                      <a:pt x="41" y="20"/>
                      <a:pt x="48" y="10"/>
                      <a:pt x="45" y="5"/>
                    </a:cubicBezTo>
                    <a:close/>
                  </a:path>
                </a:pathLst>
              </a:custGeom>
              <a:solidFill>
                <a:srgbClr val="64B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0" name="Freeform 152">
                <a:extLst>
                  <a:ext uri="{FF2B5EF4-FFF2-40B4-BE49-F238E27FC236}">
                    <a16:creationId xmlns:a16="http://schemas.microsoft.com/office/drawing/2014/main" id="{26E94E82-0D90-4194-B1DA-844CCA918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690"/>
                <a:ext cx="169" cy="103"/>
              </a:xfrm>
              <a:custGeom>
                <a:avLst/>
                <a:gdLst>
                  <a:gd name="T0" fmla="*/ 384 w 110"/>
                  <a:gd name="T1" fmla="*/ 181 h 67"/>
                  <a:gd name="T2" fmla="*/ 171 w 110"/>
                  <a:gd name="T3" fmla="*/ 211 h 67"/>
                  <a:gd name="T4" fmla="*/ 18 w 110"/>
                  <a:gd name="T5" fmla="*/ 61 h 67"/>
                  <a:gd name="T6" fmla="*/ 229 w 110"/>
                  <a:gd name="T7" fmla="*/ 34 h 67"/>
                  <a:gd name="T8" fmla="*/ 384 w 110"/>
                  <a:gd name="T9" fmla="*/ 18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67">
                    <a:moveTo>
                      <a:pt x="106" y="50"/>
                    </a:moveTo>
                    <a:cubicBezTo>
                      <a:pt x="101" y="64"/>
                      <a:pt x="75" y="67"/>
                      <a:pt x="47" y="58"/>
                    </a:cubicBezTo>
                    <a:cubicBezTo>
                      <a:pt x="19" y="49"/>
                      <a:pt x="0" y="30"/>
                      <a:pt x="5" y="17"/>
                    </a:cubicBezTo>
                    <a:cubicBezTo>
                      <a:pt x="9" y="3"/>
                      <a:pt x="35" y="0"/>
                      <a:pt x="63" y="9"/>
                    </a:cubicBezTo>
                    <a:cubicBezTo>
                      <a:pt x="91" y="18"/>
                      <a:pt x="110" y="37"/>
                      <a:pt x="106" y="50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1" name="Freeform 153">
                <a:extLst>
                  <a:ext uri="{FF2B5EF4-FFF2-40B4-BE49-F238E27FC236}">
                    <a16:creationId xmlns:a16="http://schemas.microsoft.com/office/drawing/2014/main" id="{46FD5520-7919-4E91-9822-366C51893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398"/>
                <a:ext cx="192" cy="176"/>
              </a:xfrm>
              <a:custGeom>
                <a:avLst/>
                <a:gdLst>
                  <a:gd name="T0" fmla="*/ 401 w 125"/>
                  <a:gd name="T1" fmla="*/ 57 h 115"/>
                  <a:gd name="T2" fmla="*/ 316 w 125"/>
                  <a:gd name="T3" fmla="*/ 309 h 115"/>
                  <a:gd name="T4" fmla="*/ 52 w 125"/>
                  <a:gd name="T5" fmla="*/ 357 h 115"/>
                  <a:gd name="T6" fmla="*/ 137 w 125"/>
                  <a:gd name="T7" fmla="*/ 103 h 115"/>
                  <a:gd name="T8" fmla="*/ 401 w 125"/>
                  <a:gd name="T9" fmla="*/ 57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15">
                    <a:moveTo>
                      <a:pt x="111" y="16"/>
                    </a:moveTo>
                    <a:cubicBezTo>
                      <a:pt x="125" y="32"/>
                      <a:pt x="114" y="63"/>
                      <a:pt x="87" y="86"/>
                    </a:cubicBezTo>
                    <a:cubicBezTo>
                      <a:pt x="60" y="109"/>
                      <a:pt x="27" y="115"/>
                      <a:pt x="14" y="99"/>
                    </a:cubicBezTo>
                    <a:cubicBezTo>
                      <a:pt x="0" y="83"/>
                      <a:pt x="11" y="52"/>
                      <a:pt x="38" y="29"/>
                    </a:cubicBezTo>
                    <a:cubicBezTo>
                      <a:pt x="65" y="6"/>
                      <a:pt x="98" y="0"/>
                      <a:pt x="111" y="16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2" name="Freeform 154">
                <a:extLst>
                  <a:ext uri="{FF2B5EF4-FFF2-40B4-BE49-F238E27FC236}">
                    <a16:creationId xmlns:a16="http://schemas.microsoft.com/office/drawing/2014/main" id="{2CA312C1-A914-48B4-A9B1-A4ED46299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170"/>
                <a:ext cx="199" cy="149"/>
              </a:xfrm>
              <a:custGeom>
                <a:avLst/>
                <a:gdLst>
                  <a:gd name="T0" fmla="*/ 433 w 130"/>
                  <a:gd name="T1" fmla="*/ 52 h 97"/>
                  <a:gd name="T2" fmla="*/ 291 w 130"/>
                  <a:gd name="T3" fmla="*/ 272 h 97"/>
                  <a:gd name="T4" fmla="*/ 32 w 130"/>
                  <a:gd name="T5" fmla="*/ 300 h 97"/>
                  <a:gd name="T6" fmla="*/ 176 w 130"/>
                  <a:gd name="T7" fmla="*/ 80 h 97"/>
                  <a:gd name="T8" fmla="*/ 433 w 130"/>
                  <a:gd name="T9" fmla="*/ 52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97">
                    <a:moveTo>
                      <a:pt x="121" y="14"/>
                    </a:moveTo>
                    <a:cubicBezTo>
                      <a:pt x="130" y="29"/>
                      <a:pt x="112" y="56"/>
                      <a:pt x="81" y="75"/>
                    </a:cubicBezTo>
                    <a:cubicBezTo>
                      <a:pt x="50" y="94"/>
                      <a:pt x="18" y="97"/>
                      <a:pt x="9" y="83"/>
                    </a:cubicBezTo>
                    <a:cubicBezTo>
                      <a:pt x="0" y="68"/>
                      <a:pt x="18" y="41"/>
                      <a:pt x="49" y="22"/>
                    </a:cubicBezTo>
                    <a:cubicBezTo>
                      <a:pt x="80" y="3"/>
                      <a:pt x="112" y="0"/>
                      <a:pt x="121" y="14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3" name="Freeform 155">
                <a:extLst>
                  <a:ext uri="{FF2B5EF4-FFF2-40B4-BE49-F238E27FC236}">
                    <a16:creationId xmlns:a16="http://schemas.microsoft.com/office/drawing/2014/main" id="{55844C7D-52A2-4FAD-823F-B4E756264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1396"/>
                <a:ext cx="202" cy="168"/>
              </a:xfrm>
              <a:custGeom>
                <a:avLst/>
                <a:gdLst>
                  <a:gd name="T0" fmla="*/ 432 w 132"/>
                  <a:gd name="T1" fmla="*/ 333 h 109"/>
                  <a:gd name="T2" fmla="*/ 158 w 132"/>
                  <a:gd name="T3" fmla="*/ 324 h 109"/>
                  <a:gd name="T4" fmla="*/ 43 w 132"/>
                  <a:gd name="T5" fmla="*/ 66 h 109"/>
                  <a:gd name="T6" fmla="*/ 318 w 132"/>
                  <a:gd name="T7" fmla="*/ 80 h 109"/>
                  <a:gd name="T8" fmla="*/ 432 w 132"/>
                  <a:gd name="T9" fmla="*/ 333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09">
                    <a:moveTo>
                      <a:pt x="120" y="91"/>
                    </a:moveTo>
                    <a:cubicBezTo>
                      <a:pt x="108" y="109"/>
                      <a:pt x="74" y="108"/>
                      <a:pt x="44" y="88"/>
                    </a:cubicBezTo>
                    <a:cubicBezTo>
                      <a:pt x="14" y="68"/>
                      <a:pt x="0" y="37"/>
                      <a:pt x="12" y="18"/>
                    </a:cubicBezTo>
                    <a:cubicBezTo>
                      <a:pt x="25" y="0"/>
                      <a:pt x="59" y="2"/>
                      <a:pt x="89" y="22"/>
                    </a:cubicBezTo>
                    <a:cubicBezTo>
                      <a:pt x="118" y="42"/>
                      <a:pt x="132" y="73"/>
                      <a:pt x="120" y="91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4" name="Freeform 156">
                <a:extLst>
                  <a:ext uri="{FF2B5EF4-FFF2-40B4-BE49-F238E27FC236}">
                    <a16:creationId xmlns:a16="http://schemas.microsoft.com/office/drawing/2014/main" id="{0F7FFE20-35E9-4361-AE2B-80C2ADC3B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618"/>
                <a:ext cx="114" cy="89"/>
              </a:xfrm>
              <a:custGeom>
                <a:avLst/>
                <a:gdLst>
                  <a:gd name="T0" fmla="*/ 251 w 74"/>
                  <a:gd name="T1" fmla="*/ 66 h 58"/>
                  <a:gd name="T2" fmla="*/ 163 w 74"/>
                  <a:gd name="T3" fmla="*/ 189 h 58"/>
                  <a:gd name="T4" fmla="*/ 18 w 74"/>
                  <a:gd name="T5" fmla="*/ 144 h 58"/>
                  <a:gd name="T6" fmla="*/ 106 w 74"/>
                  <a:gd name="T7" fmla="*/ 21 h 58"/>
                  <a:gd name="T8" fmla="*/ 251 w 74"/>
                  <a:gd name="T9" fmla="*/ 6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58">
                    <a:moveTo>
                      <a:pt x="69" y="18"/>
                    </a:moveTo>
                    <a:cubicBezTo>
                      <a:pt x="74" y="31"/>
                      <a:pt x="63" y="46"/>
                      <a:pt x="45" y="52"/>
                    </a:cubicBezTo>
                    <a:cubicBezTo>
                      <a:pt x="27" y="58"/>
                      <a:pt x="9" y="53"/>
                      <a:pt x="5" y="40"/>
                    </a:cubicBezTo>
                    <a:cubicBezTo>
                      <a:pt x="0" y="27"/>
                      <a:pt x="11" y="12"/>
                      <a:pt x="29" y="6"/>
                    </a:cubicBezTo>
                    <a:cubicBezTo>
                      <a:pt x="47" y="0"/>
                      <a:pt x="65" y="5"/>
                      <a:pt x="69" y="18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5" name="Oval 157">
                <a:extLst>
                  <a:ext uri="{FF2B5EF4-FFF2-40B4-BE49-F238E27FC236}">
                    <a16:creationId xmlns:a16="http://schemas.microsoft.com/office/drawing/2014/main" id="{FB7F5F47-AD15-4988-87DF-06A8D0441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6" y="1259"/>
                <a:ext cx="113" cy="126"/>
              </a:xfrm>
              <a:prstGeom prst="ellipse">
                <a:avLst/>
              </a:pr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06" name="Freeform 158">
                <a:extLst>
                  <a:ext uri="{FF2B5EF4-FFF2-40B4-BE49-F238E27FC236}">
                    <a16:creationId xmlns:a16="http://schemas.microsoft.com/office/drawing/2014/main" id="{3F177AF9-B988-4598-BF46-0F93AC4F6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581"/>
                <a:ext cx="165" cy="115"/>
              </a:xfrm>
              <a:custGeom>
                <a:avLst/>
                <a:gdLst>
                  <a:gd name="T0" fmla="*/ 367 w 108"/>
                  <a:gd name="T1" fmla="*/ 75 h 75"/>
                  <a:gd name="T2" fmla="*/ 229 w 108"/>
                  <a:gd name="T3" fmla="*/ 238 h 75"/>
                  <a:gd name="T4" fmla="*/ 18 w 108"/>
                  <a:gd name="T5" fmla="*/ 195 h 75"/>
                  <a:gd name="T6" fmla="*/ 156 w 108"/>
                  <a:gd name="T7" fmla="*/ 32 h 75"/>
                  <a:gd name="T8" fmla="*/ 367 w 108"/>
                  <a:gd name="T9" fmla="*/ 75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75">
                    <a:moveTo>
                      <a:pt x="103" y="21"/>
                    </a:moveTo>
                    <a:cubicBezTo>
                      <a:pt x="108" y="37"/>
                      <a:pt x="90" y="57"/>
                      <a:pt x="64" y="66"/>
                    </a:cubicBezTo>
                    <a:cubicBezTo>
                      <a:pt x="37" y="75"/>
                      <a:pt x="10" y="70"/>
                      <a:pt x="5" y="54"/>
                    </a:cubicBezTo>
                    <a:cubicBezTo>
                      <a:pt x="0" y="38"/>
                      <a:pt x="17" y="18"/>
                      <a:pt x="44" y="9"/>
                    </a:cubicBezTo>
                    <a:cubicBezTo>
                      <a:pt x="71" y="0"/>
                      <a:pt x="97" y="5"/>
                      <a:pt x="103" y="21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7" name="Freeform 159">
                <a:extLst>
                  <a:ext uri="{FF2B5EF4-FFF2-40B4-BE49-F238E27FC236}">
                    <a16:creationId xmlns:a16="http://schemas.microsoft.com/office/drawing/2014/main" id="{02946943-8D18-446D-8E76-C7825F15D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265"/>
                <a:ext cx="137" cy="219"/>
              </a:xfrm>
              <a:custGeom>
                <a:avLst/>
                <a:gdLst>
                  <a:gd name="T0" fmla="*/ 269 w 89"/>
                  <a:gd name="T1" fmla="*/ 308 h 142"/>
                  <a:gd name="T2" fmla="*/ 58 w 89"/>
                  <a:gd name="T3" fmla="*/ 495 h 142"/>
                  <a:gd name="T4" fmla="*/ 58 w 89"/>
                  <a:gd name="T5" fmla="*/ 211 h 142"/>
                  <a:gd name="T6" fmla="*/ 265 w 89"/>
                  <a:gd name="T7" fmla="*/ 26 h 142"/>
                  <a:gd name="T8" fmla="*/ 269 w 89"/>
                  <a:gd name="T9" fmla="*/ 308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42">
                    <a:moveTo>
                      <a:pt x="74" y="84"/>
                    </a:moveTo>
                    <a:cubicBezTo>
                      <a:pt x="58" y="119"/>
                      <a:pt x="32" y="142"/>
                      <a:pt x="16" y="135"/>
                    </a:cubicBezTo>
                    <a:cubicBezTo>
                      <a:pt x="0" y="128"/>
                      <a:pt x="0" y="93"/>
                      <a:pt x="16" y="58"/>
                    </a:cubicBezTo>
                    <a:cubicBezTo>
                      <a:pt x="32" y="23"/>
                      <a:pt x="57" y="0"/>
                      <a:pt x="73" y="7"/>
                    </a:cubicBezTo>
                    <a:cubicBezTo>
                      <a:pt x="89" y="14"/>
                      <a:pt x="89" y="48"/>
                      <a:pt x="74" y="84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8" name="Freeform 160">
                <a:extLst>
                  <a:ext uri="{FF2B5EF4-FFF2-40B4-BE49-F238E27FC236}">
                    <a16:creationId xmlns:a16="http://schemas.microsoft.com/office/drawing/2014/main" id="{41B63DAC-B244-48B4-AD57-1F20B111E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1169"/>
                <a:ext cx="114" cy="176"/>
              </a:xfrm>
              <a:custGeom>
                <a:avLst/>
                <a:gdLst>
                  <a:gd name="T0" fmla="*/ 228 w 75"/>
                  <a:gd name="T1" fmla="*/ 171 h 115"/>
                  <a:gd name="T2" fmla="*/ 196 w 75"/>
                  <a:gd name="T3" fmla="*/ 392 h 115"/>
                  <a:gd name="T4" fmla="*/ 35 w 75"/>
                  <a:gd name="T5" fmla="*/ 242 h 115"/>
                  <a:gd name="T6" fmla="*/ 67 w 75"/>
                  <a:gd name="T7" fmla="*/ 18 h 115"/>
                  <a:gd name="T8" fmla="*/ 228 w 75"/>
                  <a:gd name="T9" fmla="*/ 171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15">
                    <a:moveTo>
                      <a:pt x="65" y="48"/>
                    </a:moveTo>
                    <a:cubicBezTo>
                      <a:pt x="75" y="77"/>
                      <a:pt x="71" y="104"/>
                      <a:pt x="56" y="109"/>
                    </a:cubicBezTo>
                    <a:cubicBezTo>
                      <a:pt x="41" y="115"/>
                      <a:pt x="20" y="96"/>
                      <a:pt x="10" y="67"/>
                    </a:cubicBezTo>
                    <a:cubicBezTo>
                      <a:pt x="0" y="38"/>
                      <a:pt x="4" y="10"/>
                      <a:pt x="19" y="5"/>
                    </a:cubicBezTo>
                    <a:cubicBezTo>
                      <a:pt x="34" y="0"/>
                      <a:pt x="55" y="19"/>
                      <a:pt x="65" y="48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9" name="Freeform 161">
                <a:extLst>
                  <a:ext uri="{FF2B5EF4-FFF2-40B4-BE49-F238E27FC236}">
                    <a16:creationId xmlns:a16="http://schemas.microsoft.com/office/drawing/2014/main" id="{739066C4-286C-465F-85CF-D780837D5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584"/>
                <a:ext cx="145" cy="141"/>
              </a:xfrm>
              <a:custGeom>
                <a:avLst/>
                <a:gdLst>
                  <a:gd name="T0" fmla="*/ 310 w 95"/>
                  <a:gd name="T1" fmla="*/ 28 h 92"/>
                  <a:gd name="T2" fmla="*/ 224 w 95"/>
                  <a:gd name="T3" fmla="*/ 224 h 92"/>
                  <a:gd name="T4" fmla="*/ 32 w 95"/>
                  <a:gd name="T5" fmla="*/ 299 h 92"/>
                  <a:gd name="T6" fmla="*/ 114 w 95"/>
                  <a:gd name="T7" fmla="*/ 109 h 92"/>
                  <a:gd name="T8" fmla="*/ 310 w 95"/>
                  <a:gd name="T9" fmla="*/ 28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92">
                    <a:moveTo>
                      <a:pt x="87" y="8"/>
                    </a:moveTo>
                    <a:cubicBezTo>
                      <a:pt x="95" y="17"/>
                      <a:pt x="84" y="41"/>
                      <a:pt x="63" y="62"/>
                    </a:cubicBezTo>
                    <a:cubicBezTo>
                      <a:pt x="41" y="82"/>
                      <a:pt x="17" y="92"/>
                      <a:pt x="9" y="83"/>
                    </a:cubicBezTo>
                    <a:cubicBezTo>
                      <a:pt x="0" y="74"/>
                      <a:pt x="11" y="51"/>
                      <a:pt x="32" y="30"/>
                    </a:cubicBezTo>
                    <a:cubicBezTo>
                      <a:pt x="54" y="9"/>
                      <a:pt x="78" y="0"/>
                      <a:pt x="87" y="8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0" name="Freeform 162">
                <a:extLst>
                  <a:ext uri="{FF2B5EF4-FFF2-40B4-BE49-F238E27FC236}">
                    <a16:creationId xmlns:a16="http://schemas.microsoft.com/office/drawing/2014/main" id="{D8D74A6B-4ED0-4C36-83A5-C6B2CEFFF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418"/>
                <a:ext cx="76" cy="73"/>
              </a:xfrm>
              <a:custGeom>
                <a:avLst/>
                <a:gdLst>
                  <a:gd name="T0" fmla="*/ 155 w 50"/>
                  <a:gd name="T1" fmla="*/ 148 h 48"/>
                  <a:gd name="T2" fmla="*/ 53 w 50"/>
                  <a:gd name="T3" fmla="*/ 120 h 48"/>
                  <a:gd name="T4" fmla="*/ 18 w 50"/>
                  <a:gd name="T5" fmla="*/ 21 h 48"/>
                  <a:gd name="T6" fmla="*/ 120 w 50"/>
                  <a:gd name="T7" fmla="*/ 49 h 48"/>
                  <a:gd name="T8" fmla="*/ 155 w 50"/>
                  <a:gd name="T9" fmla="*/ 14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8">
                    <a:moveTo>
                      <a:pt x="44" y="42"/>
                    </a:moveTo>
                    <a:cubicBezTo>
                      <a:pt x="39" y="48"/>
                      <a:pt x="26" y="44"/>
                      <a:pt x="15" y="34"/>
                    </a:cubicBezTo>
                    <a:cubicBezTo>
                      <a:pt x="4" y="24"/>
                      <a:pt x="0" y="11"/>
                      <a:pt x="5" y="6"/>
                    </a:cubicBezTo>
                    <a:cubicBezTo>
                      <a:pt x="10" y="0"/>
                      <a:pt x="24" y="4"/>
                      <a:pt x="34" y="14"/>
                    </a:cubicBezTo>
                    <a:cubicBezTo>
                      <a:pt x="45" y="24"/>
                      <a:pt x="50" y="36"/>
                      <a:pt x="44" y="42"/>
                    </a:cubicBezTo>
                    <a:close/>
                  </a:path>
                </a:pathLst>
              </a:custGeom>
              <a:solidFill>
                <a:srgbClr val="64B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1" name="Freeform 163">
                <a:extLst>
                  <a:ext uri="{FF2B5EF4-FFF2-40B4-BE49-F238E27FC236}">
                    <a16:creationId xmlns:a16="http://schemas.microsoft.com/office/drawing/2014/main" id="{9105657D-503B-4ADB-894F-1B48E2749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522"/>
                <a:ext cx="99" cy="60"/>
              </a:xfrm>
              <a:custGeom>
                <a:avLst/>
                <a:gdLst>
                  <a:gd name="T0" fmla="*/ 222 w 65"/>
                  <a:gd name="T1" fmla="*/ 123 h 39"/>
                  <a:gd name="T2" fmla="*/ 99 w 65"/>
                  <a:gd name="T3" fmla="*/ 106 h 39"/>
                  <a:gd name="T4" fmla="*/ 8 w 65"/>
                  <a:gd name="T5" fmla="*/ 18 h 39"/>
                  <a:gd name="T6" fmla="*/ 129 w 65"/>
                  <a:gd name="T7" fmla="*/ 35 h 39"/>
                  <a:gd name="T8" fmla="*/ 222 w 65"/>
                  <a:gd name="T9" fmla="*/ 12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39">
                    <a:moveTo>
                      <a:pt x="63" y="34"/>
                    </a:moveTo>
                    <a:cubicBezTo>
                      <a:pt x="60" y="39"/>
                      <a:pt x="45" y="37"/>
                      <a:pt x="28" y="29"/>
                    </a:cubicBezTo>
                    <a:cubicBezTo>
                      <a:pt x="11" y="22"/>
                      <a:pt x="0" y="11"/>
                      <a:pt x="2" y="5"/>
                    </a:cubicBezTo>
                    <a:cubicBezTo>
                      <a:pt x="5" y="0"/>
                      <a:pt x="20" y="2"/>
                      <a:pt x="37" y="10"/>
                    </a:cubicBezTo>
                    <a:cubicBezTo>
                      <a:pt x="54" y="18"/>
                      <a:pt x="65" y="28"/>
                      <a:pt x="63" y="34"/>
                    </a:cubicBezTo>
                    <a:close/>
                  </a:path>
                </a:pathLst>
              </a:custGeom>
              <a:solidFill>
                <a:srgbClr val="64B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2" name="Freeform 164">
                <a:extLst>
                  <a:ext uri="{FF2B5EF4-FFF2-40B4-BE49-F238E27FC236}">
                    <a16:creationId xmlns:a16="http://schemas.microsoft.com/office/drawing/2014/main" id="{B59E4C2D-BECE-4EA7-B33F-C5E28180E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550"/>
                <a:ext cx="107" cy="74"/>
              </a:xfrm>
              <a:custGeom>
                <a:avLst/>
                <a:gdLst>
                  <a:gd name="T0" fmla="*/ 235 w 70"/>
                  <a:gd name="T1" fmla="*/ 150 h 48"/>
                  <a:gd name="T2" fmla="*/ 101 w 70"/>
                  <a:gd name="T3" fmla="*/ 140 h 48"/>
                  <a:gd name="T4" fmla="*/ 14 w 70"/>
                  <a:gd name="T5" fmla="*/ 29 h 48"/>
                  <a:gd name="T6" fmla="*/ 150 w 70"/>
                  <a:gd name="T7" fmla="*/ 40 h 48"/>
                  <a:gd name="T8" fmla="*/ 235 w 70"/>
                  <a:gd name="T9" fmla="*/ 15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48">
                    <a:moveTo>
                      <a:pt x="66" y="41"/>
                    </a:moveTo>
                    <a:cubicBezTo>
                      <a:pt x="62" y="48"/>
                      <a:pt x="45" y="47"/>
                      <a:pt x="28" y="38"/>
                    </a:cubicBezTo>
                    <a:cubicBezTo>
                      <a:pt x="10" y="29"/>
                      <a:pt x="0" y="15"/>
                      <a:pt x="4" y="8"/>
                    </a:cubicBezTo>
                    <a:cubicBezTo>
                      <a:pt x="8" y="0"/>
                      <a:pt x="25" y="1"/>
                      <a:pt x="42" y="11"/>
                    </a:cubicBezTo>
                    <a:cubicBezTo>
                      <a:pt x="59" y="20"/>
                      <a:pt x="70" y="33"/>
                      <a:pt x="66" y="41"/>
                    </a:cubicBezTo>
                    <a:close/>
                  </a:path>
                </a:pathLst>
              </a:custGeom>
              <a:solidFill>
                <a:srgbClr val="64B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3" name="Freeform 165">
                <a:extLst>
                  <a:ext uri="{FF2B5EF4-FFF2-40B4-BE49-F238E27FC236}">
                    <a16:creationId xmlns:a16="http://schemas.microsoft.com/office/drawing/2014/main" id="{6F26A288-C11F-4989-8A66-1E7994402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851"/>
                <a:ext cx="109" cy="84"/>
              </a:xfrm>
              <a:custGeom>
                <a:avLst/>
                <a:gdLst>
                  <a:gd name="T0" fmla="*/ 238 w 71"/>
                  <a:gd name="T1" fmla="*/ 168 h 55"/>
                  <a:gd name="T2" fmla="*/ 97 w 71"/>
                  <a:gd name="T3" fmla="*/ 147 h 55"/>
                  <a:gd name="T4" fmla="*/ 18 w 71"/>
                  <a:gd name="T5" fmla="*/ 26 h 55"/>
                  <a:gd name="T6" fmla="*/ 160 w 71"/>
                  <a:gd name="T7" fmla="*/ 49 h 55"/>
                  <a:gd name="T8" fmla="*/ 238 w 71"/>
                  <a:gd name="T9" fmla="*/ 16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55">
                    <a:moveTo>
                      <a:pt x="66" y="47"/>
                    </a:moveTo>
                    <a:cubicBezTo>
                      <a:pt x="62" y="55"/>
                      <a:pt x="44" y="52"/>
                      <a:pt x="27" y="41"/>
                    </a:cubicBezTo>
                    <a:cubicBezTo>
                      <a:pt x="10" y="30"/>
                      <a:pt x="0" y="15"/>
                      <a:pt x="5" y="7"/>
                    </a:cubicBezTo>
                    <a:cubicBezTo>
                      <a:pt x="9" y="0"/>
                      <a:pt x="27" y="3"/>
                      <a:pt x="44" y="14"/>
                    </a:cubicBezTo>
                    <a:cubicBezTo>
                      <a:pt x="61" y="25"/>
                      <a:pt x="71" y="40"/>
                      <a:pt x="66" y="47"/>
                    </a:cubicBezTo>
                    <a:close/>
                  </a:path>
                </a:pathLst>
              </a:custGeom>
              <a:solidFill>
                <a:srgbClr val="64B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4" name="Freeform 166">
                <a:extLst>
                  <a:ext uri="{FF2B5EF4-FFF2-40B4-BE49-F238E27FC236}">
                    <a16:creationId xmlns:a16="http://schemas.microsoft.com/office/drawing/2014/main" id="{0FA22379-D60B-4B0B-968D-EA0F598B3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775"/>
                <a:ext cx="51" cy="105"/>
              </a:xfrm>
              <a:custGeom>
                <a:avLst/>
                <a:gdLst>
                  <a:gd name="T0" fmla="*/ 76 w 33"/>
                  <a:gd name="T1" fmla="*/ 246 h 68"/>
                  <a:gd name="T2" fmla="*/ 8 w 33"/>
                  <a:gd name="T3" fmla="*/ 133 h 68"/>
                  <a:gd name="T4" fmla="*/ 45 w 33"/>
                  <a:gd name="T5" fmla="*/ 5 h 68"/>
                  <a:gd name="T6" fmla="*/ 114 w 33"/>
                  <a:gd name="T7" fmla="*/ 117 h 68"/>
                  <a:gd name="T8" fmla="*/ 76 w 33"/>
                  <a:gd name="T9" fmla="*/ 24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68">
                    <a:moveTo>
                      <a:pt x="21" y="67"/>
                    </a:moveTo>
                    <a:cubicBezTo>
                      <a:pt x="13" y="68"/>
                      <a:pt x="5" y="54"/>
                      <a:pt x="2" y="36"/>
                    </a:cubicBezTo>
                    <a:cubicBezTo>
                      <a:pt x="0" y="18"/>
                      <a:pt x="4" y="2"/>
                      <a:pt x="12" y="1"/>
                    </a:cubicBezTo>
                    <a:cubicBezTo>
                      <a:pt x="20" y="0"/>
                      <a:pt x="29" y="14"/>
                      <a:pt x="31" y="32"/>
                    </a:cubicBezTo>
                    <a:cubicBezTo>
                      <a:pt x="33" y="50"/>
                      <a:pt x="29" y="66"/>
                      <a:pt x="21" y="67"/>
                    </a:cubicBezTo>
                    <a:close/>
                  </a:path>
                </a:pathLst>
              </a:custGeom>
              <a:solidFill>
                <a:srgbClr val="64B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5" name="Freeform 167">
                <a:extLst>
                  <a:ext uri="{FF2B5EF4-FFF2-40B4-BE49-F238E27FC236}">
                    <a16:creationId xmlns:a16="http://schemas.microsoft.com/office/drawing/2014/main" id="{68F25180-582D-4264-AFF4-9936D566E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998"/>
                <a:ext cx="182" cy="117"/>
              </a:xfrm>
              <a:custGeom>
                <a:avLst/>
                <a:gdLst>
                  <a:gd name="T0" fmla="*/ 405 w 119"/>
                  <a:gd name="T1" fmla="*/ 40 h 76"/>
                  <a:gd name="T2" fmla="*/ 251 w 119"/>
                  <a:gd name="T3" fmla="*/ 216 h 76"/>
                  <a:gd name="T4" fmla="*/ 21 w 119"/>
                  <a:gd name="T5" fmla="*/ 234 h 76"/>
                  <a:gd name="T6" fmla="*/ 176 w 119"/>
                  <a:gd name="T7" fmla="*/ 62 h 76"/>
                  <a:gd name="T8" fmla="*/ 405 w 119"/>
                  <a:gd name="T9" fmla="*/ 4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76">
                    <a:moveTo>
                      <a:pt x="113" y="11"/>
                    </a:moveTo>
                    <a:cubicBezTo>
                      <a:pt x="119" y="23"/>
                      <a:pt x="100" y="44"/>
                      <a:pt x="70" y="59"/>
                    </a:cubicBezTo>
                    <a:cubicBezTo>
                      <a:pt x="40" y="73"/>
                      <a:pt x="12" y="76"/>
                      <a:pt x="6" y="64"/>
                    </a:cubicBezTo>
                    <a:cubicBezTo>
                      <a:pt x="0" y="53"/>
                      <a:pt x="20" y="31"/>
                      <a:pt x="49" y="17"/>
                    </a:cubicBezTo>
                    <a:cubicBezTo>
                      <a:pt x="79" y="2"/>
                      <a:pt x="108" y="0"/>
                      <a:pt x="113" y="11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6" name="Freeform 168">
                <a:extLst>
                  <a:ext uri="{FF2B5EF4-FFF2-40B4-BE49-F238E27FC236}">
                    <a16:creationId xmlns:a16="http://schemas.microsoft.com/office/drawing/2014/main" id="{5CD4D91F-7435-47CA-9EE3-3230CAC75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746"/>
                <a:ext cx="102" cy="91"/>
              </a:xfrm>
              <a:custGeom>
                <a:avLst/>
                <a:gdLst>
                  <a:gd name="T0" fmla="*/ 216 w 67"/>
                  <a:gd name="T1" fmla="*/ 60 h 59"/>
                  <a:gd name="T2" fmla="*/ 155 w 67"/>
                  <a:gd name="T3" fmla="*/ 190 h 59"/>
                  <a:gd name="T4" fmla="*/ 21 w 67"/>
                  <a:gd name="T5" fmla="*/ 162 h 59"/>
                  <a:gd name="T6" fmla="*/ 76 w 67"/>
                  <a:gd name="T7" fmla="*/ 29 h 59"/>
                  <a:gd name="T8" fmla="*/ 216 w 67"/>
                  <a:gd name="T9" fmla="*/ 6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59">
                    <a:moveTo>
                      <a:pt x="61" y="16"/>
                    </a:moveTo>
                    <a:cubicBezTo>
                      <a:pt x="67" y="28"/>
                      <a:pt x="60" y="44"/>
                      <a:pt x="44" y="52"/>
                    </a:cubicBezTo>
                    <a:cubicBezTo>
                      <a:pt x="29" y="59"/>
                      <a:pt x="12" y="56"/>
                      <a:pt x="6" y="44"/>
                    </a:cubicBezTo>
                    <a:cubicBezTo>
                      <a:pt x="0" y="31"/>
                      <a:pt x="7" y="15"/>
                      <a:pt x="22" y="8"/>
                    </a:cubicBezTo>
                    <a:cubicBezTo>
                      <a:pt x="37" y="0"/>
                      <a:pt x="55" y="4"/>
                      <a:pt x="61" y="16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7" name="Freeform 169">
                <a:extLst>
                  <a:ext uri="{FF2B5EF4-FFF2-40B4-BE49-F238E27FC236}">
                    <a16:creationId xmlns:a16="http://schemas.microsoft.com/office/drawing/2014/main" id="{8F7A2099-AA3C-4170-A94B-FC7F4F0E5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224"/>
                <a:ext cx="103" cy="91"/>
              </a:xfrm>
              <a:custGeom>
                <a:avLst/>
                <a:gdLst>
                  <a:gd name="T0" fmla="*/ 223 w 67"/>
                  <a:gd name="T1" fmla="*/ 60 h 59"/>
                  <a:gd name="T2" fmla="*/ 161 w 67"/>
                  <a:gd name="T3" fmla="*/ 190 h 59"/>
                  <a:gd name="T4" fmla="*/ 22 w 67"/>
                  <a:gd name="T5" fmla="*/ 162 h 59"/>
                  <a:gd name="T6" fmla="*/ 80 w 67"/>
                  <a:gd name="T7" fmla="*/ 29 h 59"/>
                  <a:gd name="T8" fmla="*/ 223 w 67"/>
                  <a:gd name="T9" fmla="*/ 6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59">
                    <a:moveTo>
                      <a:pt x="61" y="16"/>
                    </a:moveTo>
                    <a:cubicBezTo>
                      <a:pt x="67" y="28"/>
                      <a:pt x="60" y="44"/>
                      <a:pt x="44" y="52"/>
                    </a:cubicBezTo>
                    <a:cubicBezTo>
                      <a:pt x="29" y="59"/>
                      <a:pt x="12" y="56"/>
                      <a:pt x="6" y="44"/>
                    </a:cubicBezTo>
                    <a:cubicBezTo>
                      <a:pt x="0" y="31"/>
                      <a:pt x="7" y="15"/>
                      <a:pt x="22" y="8"/>
                    </a:cubicBezTo>
                    <a:cubicBezTo>
                      <a:pt x="37" y="0"/>
                      <a:pt x="55" y="4"/>
                      <a:pt x="61" y="16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8" name="Freeform 170">
                <a:extLst>
                  <a:ext uri="{FF2B5EF4-FFF2-40B4-BE49-F238E27FC236}">
                    <a16:creationId xmlns:a16="http://schemas.microsoft.com/office/drawing/2014/main" id="{791E9361-F1E3-4784-B0B1-E5A0D352C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640"/>
                <a:ext cx="182" cy="157"/>
              </a:xfrm>
              <a:custGeom>
                <a:avLst/>
                <a:gdLst>
                  <a:gd name="T0" fmla="*/ 384 w 119"/>
                  <a:gd name="T1" fmla="*/ 74 h 102"/>
                  <a:gd name="T2" fmla="*/ 292 w 119"/>
                  <a:gd name="T3" fmla="*/ 311 h 102"/>
                  <a:gd name="T4" fmla="*/ 47 w 119"/>
                  <a:gd name="T5" fmla="*/ 296 h 102"/>
                  <a:gd name="T6" fmla="*/ 136 w 119"/>
                  <a:gd name="T7" fmla="*/ 58 h 102"/>
                  <a:gd name="T8" fmla="*/ 384 w 119"/>
                  <a:gd name="T9" fmla="*/ 74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02">
                    <a:moveTo>
                      <a:pt x="107" y="20"/>
                    </a:moveTo>
                    <a:cubicBezTo>
                      <a:pt x="119" y="39"/>
                      <a:pt x="108" y="68"/>
                      <a:pt x="82" y="85"/>
                    </a:cubicBezTo>
                    <a:cubicBezTo>
                      <a:pt x="56" y="102"/>
                      <a:pt x="25" y="100"/>
                      <a:pt x="13" y="81"/>
                    </a:cubicBezTo>
                    <a:cubicBezTo>
                      <a:pt x="0" y="62"/>
                      <a:pt x="12" y="33"/>
                      <a:pt x="38" y="16"/>
                    </a:cubicBezTo>
                    <a:cubicBezTo>
                      <a:pt x="64" y="0"/>
                      <a:pt x="95" y="1"/>
                      <a:pt x="107" y="20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9" name="Freeform 171">
                <a:extLst>
                  <a:ext uri="{FF2B5EF4-FFF2-40B4-BE49-F238E27FC236}">
                    <a16:creationId xmlns:a16="http://schemas.microsoft.com/office/drawing/2014/main" id="{3AFD63BF-B2BF-4F2A-9887-A5CD2BF09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549"/>
                <a:ext cx="159" cy="197"/>
              </a:xfrm>
              <a:custGeom>
                <a:avLst/>
                <a:gdLst>
                  <a:gd name="T0" fmla="*/ 326 w 104"/>
                  <a:gd name="T1" fmla="*/ 434 h 128"/>
                  <a:gd name="T2" fmla="*/ 101 w 104"/>
                  <a:gd name="T3" fmla="*/ 299 h 128"/>
                  <a:gd name="T4" fmla="*/ 47 w 104"/>
                  <a:gd name="T5" fmla="*/ 35 h 128"/>
                  <a:gd name="T6" fmla="*/ 271 w 104"/>
                  <a:gd name="T7" fmla="*/ 171 h 128"/>
                  <a:gd name="T8" fmla="*/ 326 w 104"/>
                  <a:gd name="T9" fmla="*/ 434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128">
                    <a:moveTo>
                      <a:pt x="91" y="119"/>
                    </a:moveTo>
                    <a:cubicBezTo>
                      <a:pt x="77" y="128"/>
                      <a:pt x="49" y="112"/>
                      <a:pt x="28" y="82"/>
                    </a:cubicBezTo>
                    <a:cubicBezTo>
                      <a:pt x="6" y="52"/>
                      <a:pt x="0" y="19"/>
                      <a:pt x="13" y="10"/>
                    </a:cubicBezTo>
                    <a:cubicBezTo>
                      <a:pt x="27" y="0"/>
                      <a:pt x="55" y="17"/>
                      <a:pt x="76" y="47"/>
                    </a:cubicBezTo>
                    <a:cubicBezTo>
                      <a:pt x="98" y="77"/>
                      <a:pt x="104" y="109"/>
                      <a:pt x="91" y="119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0" name="Freeform 172">
                <a:extLst>
                  <a:ext uri="{FF2B5EF4-FFF2-40B4-BE49-F238E27FC236}">
                    <a16:creationId xmlns:a16="http://schemas.microsoft.com/office/drawing/2014/main" id="{205D7A55-D461-4464-B71A-0BCEE5A56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840"/>
                <a:ext cx="146" cy="92"/>
              </a:xfrm>
              <a:custGeom>
                <a:avLst/>
                <a:gdLst>
                  <a:gd name="T0" fmla="*/ 330 w 95"/>
                  <a:gd name="T1" fmla="*/ 28 h 60"/>
                  <a:gd name="T2" fmla="*/ 201 w 95"/>
                  <a:gd name="T3" fmla="*/ 163 h 60"/>
                  <a:gd name="T4" fmla="*/ 14 w 95"/>
                  <a:gd name="T5" fmla="*/ 189 h 60"/>
                  <a:gd name="T6" fmla="*/ 144 w 95"/>
                  <a:gd name="T7" fmla="*/ 54 h 60"/>
                  <a:gd name="T8" fmla="*/ 330 w 95"/>
                  <a:gd name="T9" fmla="*/ 28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60">
                    <a:moveTo>
                      <a:pt x="91" y="8"/>
                    </a:moveTo>
                    <a:cubicBezTo>
                      <a:pt x="95" y="16"/>
                      <a:pt x="79" y="33"/>
                      <a:pt x="55" y="45"/>
                    </a:cubicBezTo>
                    <a:cubicBezTo>
                      <a:pt x="31" y="57"/>
                      <a:pt x="8" y="60"/>
                      <a:pt x="4" y="52"/>
                    </a:cubicBezTo>
                    <a:cubicBezTo>
                      <a:pt x="0" y="44"/>
                      <a:pt x="16" y="27"/>
                      <a:pt x="40" y="15"/>
                    </a:cubicBezTo>
                    <a:cubicBezTo>
                      <a:pt x="64" y="3"/>
                      <a:pt x="87" y="0"/>
                      <a:pt x="91" y="8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1" name="Oval 173">
                <a:extLst>
                  <a:ext uri="{FF2B5EF4-FFF2-40B4-BE49-F238E27FC236}">
                    <a16:creationId xmlns:a16="http://schemas.microsoft.com/office/drawing/2014/main" id="{3FBF2C0B-F488-484C-80CD-2D3333110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3078"/>
                <a:ext cx="159" cy="88"/>
              </a:xfrm>
              <a:prstGeom prst="ellipse">
                <a:avLst/>
              </a:pr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22" name="Oval 174">
                <a:extLst>
                  <a:ext uri="{FF2B5EF4-FFF2-40B4-BE49-F238E27FC236}">
                    <a16:creationId xmlns:a16="http://schemas.microsoft.com/office/drawing/2014/main" id="{257BB80B-78C1-4D1F-B548-7C72CBA85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3" y="3048"/>
                <a:ext cx="100" cy="93"/>
              </a:xfrm>
              <a:prstGeom prst="ellipse">
                <a:avLst/>
              </a:pr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23" name="Oval 175">
                <a:extLst>
                  <a:ext uri="{FF2B5EF4-FFF2-40B4-BE49-F238E27FC236}">
                    <a16:creationId xmlns:a16="http://schemas.microsoft.com/office/drawing/2014/main" id="{325E2592-9917-4B8F-9B88-58BC944EF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2835"/>
                <a:ext cx="72" cy="142"/>
              </a:xfrm>
              <a:prstGeom prst="ellipse">
                <a:avLst/>
              </a:pr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24" name="Freeform 176">
                <a:extLst>
                  <a:ext uri="{FF2B5EF4-FFF2-40B4-BE49-F238E27FC236}">
                    <a16:creationId xmlns:a16="http://schemas.microsoft.com/office/drawing/2014/main" id="{E25870E7-6168-4C69-A8D2-BABBE59C1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526"/>
                <a:ext cx="155" cy="99"/>
              </a:xfrm>
              <a:custGeom>
                <a:avLst/>
                <a:gdLst>
                  <a:gd name="T0" fmla="*/ 347 w 101"/>
                  <a:gd name="T1" fmla="*/ 201 h 64"/>
                  <a:gd name="T2" fmla="*/ 150 w 101"/>
                  <a:gd name="T3" fmla="*/ 184 h 64"/>
                  <a:gd name="T4" fmla="*/ 18 w 101"/>
                  <a:gd name="T5" fmla="*/ 36 h 64"/>
                  <a:gd name="T6" fmla="*/ 215 w 101"/>
                  <a:gd name="T7" fmla="*/ 53 h 64"/>
                  <a:gd name="T8" fmla="*/ 347 w 101"/>
                  <a:gd name="T9" fmla="*/ 201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64">
                    <a:moveTo>
                      <a:pt x="96" y="54"/>
                    </a:moveTo>
                    <a:cubicBezTo>
                      <a:pt x="91" y="64"/>
                      <a:pt x="67" y="62"/>
                      <a:pt x="42" y="50"/>
                    </a:cubicBezTo>
                    <a:cubicBezTo>
                      <a:pt x="16" y="38"/>
                      <a:pt x="0" y="20"/>
                      <a:pt x="5" y="10"/>
                    </a:cubicBezTo>
                    <a:cubicBezTo>
                      <a:pt x="10" y="0"/>
                      <a:pt x="34" y="2"/>
                      <a:pt x="59" y="14"/>
                    </a:cubicBezTo>
                    <a:cubicBezTo>
                      <a:pt x="84" y="26"/>
                      <a:pt x="101" y="44"/>
                      <a:pt x="96" y="54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5" name="Freeform 177">
                <a:extLst>
                  <a:ext uri="{FF2B5EF4-FFF2-40B4-BE49-F238E27FC236}">
                    <a16:creationId xmlns:a16="http://schemas.microsoft.com/office/drawing/2014/main" id="{7832B645-A770-4C19-8242-6A7F305B2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611"/>
                <a:ext cx="179" cy="140"/>
              </a:xfrm>
              <a:custGeom>
                <a:avLst/>
                <a:gdLst>
                  <a:gd name="T0" fmla="*/ 269 w 117"/>
                  <a:gd name="T1" fmla="*/ 263 h 91"/>
                  <a:gd name="T2" fmla="*/ 32 w 117"/>
                  <a:gd name="T3" fmla="*/ 280 h 91"/>
                  <a:gd name="T4" fmla="*/ 147 w 117"/>
                  <a:gd name="T5" fmla="*/ 69 h 91"/>
                  <a:gd name="T6" fmla="*/ 384 w 117"/>
                  <a:gd name="T7" fmla="*/ 52 h 91"/>
                  <a:gd name="T8" fmla="*/ 269 w 117"/>
                  <a:gd name="T9" fmla="*/ 263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91">
                    <a:moveTo>
                      <a:pt x="75" y="72"/>
                    </a:moveTo>
                    <a:cubicBezTo>
                      <a:pt x="48" y="89"/>
                      <a:pt x="19" y="91"/>
                      <a:pt x="9" y="77"/>
                    </a:cubicBezTo>
                    <a:cubicBezTo>
                      <a:pt x="0" y="62"/>
                      <a:pt x="14" y="37"/>
                      <a:pt x="41" y="19"/>
                    </a:cubicBezTo>
                    <a:cubicBezTo>
                      <a:pt x="68" y="2"/>
                      <a:pt x="98" y="0"/>
                      <a:pt x="107" y="14"/>
                    </a:cubicBezTo>
                    <a:cubicBezTo>
                      <a:pt x="117" y="29"/>
                      <a:pt x="102" y="55"/>
                      <a:pt x="75" y="72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6" name="Freeform 178">
                <a:extLst>
                  <a:ext uri="{FF2B5EF4-FFF2-40B4-BE49-F238E27FC236}">
                    <a16:creationId xmlns:a16="http://schemas.microsoft.com/office/drawing/2014/main" id="{A08B975A-55BB-431E-B990-C74D928B7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966"/>
                <a:ext cx="131" cy="117"/>
              </a:xfrm>
              <a:custGeom>
                <a:avLst/>
                <a:gdLst>
                  <a:gd name="T0" fmla="*/ 277 w 85"/>
                  <a:gd name="T1" fmla="*/ 219 h 76"/>
                  <a:gd name="T2" fmla="*/ 96 w 85"/>
                  <a:gd name="T3" fmla="*/ 234 h 76"/>
                  <a:gd name="T4" fmla="*/ 34 w 85"/>
                  <a:gd name="T5" fmla="*/ 59 h 76"/>
                  <a:gd name="T6" fmla="*/ 216 w 85"/>
                  <a:gd name="T7" fmla="*/ 43 h 76"/>
                  <a:gd name="T8" fmla="*/ 277 w 85"/>
                  <a:gd name="T9" fmla="*/ 219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76">
                    <a:moveTo>
                      <a:pt x="76" y="60"/>
                    </a:moveTo>
                    <a:cubicBezTo>
                      <a:pt x="67" y="74"/>
                      <a:pt x="45" y="76"/>
                      <a:pt x="26" y="64"/>
                    </a:cubicBezTo>
                    <a:cubicBezTo>
                      <a:pt x="8" y="52"/>
                      <a:pt x="0" y="31"/>
                      <a:pt x="9" y="16"/>
                    </a:cubicBezTo>
                    <a:cubicBezTo>
                      <a:pt x="18" y="2"/>
                      <a:pt x="41" y="0"/>
                      <a:pt x="59" y="12"/>
                    </a:cubicBezTo>
                    <a:cubicBezTo>
                      <a:pt x="78" y="24"/>
                      <a:pt x="85" y="45"/>
                      <a:pt x="76" y="60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7" name="Freeform 179">
                <a:extLst>
                  <a:ext uri="{FF2B5EF4-FFF2-40B4-BE49-F238E27FC236}">
                    <a16:creationId xmlns:a16="http://schemas.microsoft.com/office/drawing/2014/main" id="{165AA35C-5C78-4B46-B5D9-6456C93B6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835"/>
                <a:ext cx="147" cy="119"/>
              </a:xfrm>
              <a:custGeom>
                <a:avLst/>
                <a:gdLst>
                  <a:gd name="T0" fmla="*/ 317 w 96"/>
                  <a:gd name="T1" fmla="*/ 40 h 77"/>
                  <a:gd name="T2" fmla="*/ 222 w 96"/>
                  <a:gd name="T3" fmla="*/ 218 h 77"/>
                  <a:gd name="T4" fmla="*/ 28 w 96"/>
                  <a:gd name="T5" fmla="*/ 244 h 77"/>
                  <a:gd name="T6" fmla="*/ 123 w 96"/>
                  <a:gd name="T7" fmla="*/ 66 h 77"/>
                  <a:gd name="T8" fmla="*/ 317 w 96"/>
                  <a:gd name="T9" fmla="*/ 4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77">
                    <a:moveTo>
                      <a:pt x="88" y="11"/>
                    </a:moveTo>
                    <a:cubicBezTo>
                      <a:pt x="96" y="22"/>
                      <a:pt x="84" y="44"/>
                      <a:pt x="62" y="59"/>
                    </a:cubicBezTo>
                    <a:cubicBezTo>
                      <a:pt x="40" y="74"/>
                      <a:pt x="15" y="77"/>
                      <a:pt x="8" y="66"/>
                    </a:cubicBezTo>
                    <a:cubicBezTo>
                      <a:pt x="0" y="55"/>
                      <a:pt x="12" y="33"/>
                      <a:pt x="34" y="18"/>
                    </a:cubicBezTo>
                    <a:cubicBezTo>
                      <a:pt x="56" y="3"/>
                      <a:pt x="81" y="0"/>
                      <a:pt x="88" y="11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8" name="Freeform 180">
                <a:extLst>
                  <a:ext uri="{FF2B5EF4-FFF2-40B4-BE49-F238E27FC236}">
                    <a16:creationId xmlns:a16="http://schemas.microsoft.com/office/drawing/2014/main" id="{F811FAE9-3092-4F06-BB07-56D5DAC83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545"/>
                <a:ext cx="229" cy="180"/>
              </a:xfrm>
              <a:custGeom>
                <a:avLst/>
                <a:gdLst>
                  <a:gd name="T0" fmla="*/ 492 w 150"/>
                  <a:gd name="T1" fmla="*/ 88 h 117"/>
                  <a:gd name="T2" fmla="*/ 345 w 150"/>
                  <a:gd name="T3" fmla="*/ 360 h 117"/>
                  <a:gd name="T4" fmla="*/ 41 w 150"/>
                  <a:gd name="T5" fmla="*/ 338 h 117"/>
                  <a:gd name="T6" fmla="*/ 189 w 150"/>
                  <a:gd name="T7" fmla="*/ 69 h 117"/>
                  <a:gd name="T8" fmla="*/ 492 w 150"/>
                  <a:gd name="T9" fmla="*/ 88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117">
                    <a:moveTo>
                      <a:pt x="138" y="24"/>
                    </a:moveTo>
                    <a:cubicBezTo>
                      <a:pt x="150" y="46"/>
                      <a:pt x="132" y="80"/>
                      <a:pt x="97" y="99"/>
                    </a:cubicBezTo>
                    <a:cubicBezTo>
                      <a:pt x="62" y="117"/>
                      <a:pt x="24" y="115"/>
                      <a:pt x="12" y="93"/>
                    </a:cubicBezTo>
                    <a:cubicBezTo>
                      <a:pt x="0" y="71"/>
                      <a:pt x="18" y="38"/>
                      <a:pt x="53" y="19"/>
                    </a:cubicBezTo>
                    <a:cubicBezTo>
                      <a:pt x="88" y="0"/>
                      <a:pt x="126" y="2"/>
                      <a:pt x="138" y="24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9" name="Freeform 181">
                <a:extLst>
                  <a:ext uri="{FF2B5EF4-FFF2-40B4-BE49-F238E27FC236}">
                    <a16:creationId xmlns:a16="http://schemas.microsoft.com/office/drawing/2014/main" id="{5216B3FD-A966-4519-963C-609B28CFA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754"/>
                <a:ext cx="132" cy="123"/>
              </a:xfrm>
              <a:custGeom>
                <a:avLst/>
                <a:gdLst>
                  <a:gd name="T0" fmla="*/ 278 w 86"/>
                  <a:gd name="T1" fmla="*/ 35 h 80"/>
                  <a:gd name="T2" fmla="*/ 210 w 86"/>
                  <a:gd name="T3" fmla="*/ 208 h 80"/>
                  <a:gd name="T4" fmla="*/ 28 w 86"/>
                  <a:gd name="T5" fmla="*/ 255 h 80"/>
                  <a:gd name="T6" fmla="*/ 101 w 86"/>
                  <a:gd name="T7" fmla="*/ 83 h 80"/>
                  <a:gd name="T8" fmla="*/ 278 w 86"/>
                  <a:gd name="T9" fmla="*/ 35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0">
                    <a:moveTo>
                      <a:pt x="77" y="10"/>
                    </a:moveTo>
                    <a:cubicBezTo>
                      <a:pt x="86" y="19"/>
                      <a:pt x="77" y="40"/>
                      <a:pt x="58" y="57"/>
                    </a:cubicBezTo>
                    <a:cubicBezTo>
                      <a:pt x="38" y="74"/>
                      <a:pt x="16" y="80"/>
                      <a:pt x="8" y="70"/>
                    </a:cubicBezTo>
                    <a:cubicBezTo>
                      <a:pt x="0" y="61"/>
                      <a:pt x="9" y="40"/>
                      <a:pt x="28" y="23"/>
                    </a:cubicBezTo>
                    <a:cubicBezTo>
                      <a:pt x="47" y="6"/>
                      <a:pt x="69" y="0"/>
                      <a:pt x="77" y="10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0" name="Freeform 182">
                <a:extLst>
                  <a:ext uri="{FF2B5EF4-FFF2-40B4-BE49-F238E27FC236}">
                    <a16:creationId xmlns:a16="http://schemas.microsoft.com/office/drawing/2014/main" id="{32D0BF63-13ED-48C8-A3EB-5DD22B775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520"/>
                <a:ext cx="154" cy="122"/>
              </a:xfrm>
              <a:custGeom>
                <a:avLst/>
                <a:gdLst>
                  <a:gd name="T0" fmla="*/ 331 w 101"/>
                  <a:gd name="T1" fmla="*/ 48 h 79"/>
                  <a:gd name="T2" fmla="*/ 230 w 101"/>
                  <a:gd name="T3" fmla="*/ 232 h 79"/>
                  <a:gd name="T4" fmla="*/ 27 w 101"/>
                  <a:gd name="T5" fmla="*/ 244 h 79"/>
                  <a:gd name="T6" fmla="*/ 128 w 101"/>
                  <a:gd name="T7" fmla="*/ 60 h 79"/>
                  <a:gd name="T8" fmla="*/ 331 w 101"/>
                  <a:gd name="T9" fmla="*/ 48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79">
                    <a:moveTo>
                      <a:pt x="93" y="13"/>
                    </a:moveTo>
                    <a:cubicBezTo>
                      <a:pt x="101" y="26"/>
                      <a:pt x="88" y="48"/>
                      <a:pt x="65" y="63"/>
                    </a:cubicBezTo>
                    <a:cubicBezTo>
                      <a:pt x="41" y="77"/>
                      <a:pt x="16" y="79"/>
                      <a:pt x="8" y="66"/>
                    </a:cubicBezTo>
                    <a:cubicBezTo>
                      <a:pt x="0" y="53"/>
                      <a:pt x="12" y="31"/>
                      <a:pt x="36" y="16"/>
                    </a:cubicBezTo>
                    <a:cubicBezTo>
                      <a:pt x="59" y="2"/>
                      <a:pt x="85" y="0"/>
                      <a:pt x="93" y="13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1" name="Oval 183">
                <a:extLst>
                  <a:ext uri="{FF2B5EF4-FFF2-40B4-BE49-F238E27FC236}">
                    <a16:creationId xmlns:a16="http://schemas.microsoft.com/office/drawing/2014/main" id="{28B7FB13-23F0-4008-9175-312B7F271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3078"/>
                <a:ext cx="100" cy="53"/>
              </a:xfrm>
              <a:prstGeom prst="ellipse">
                <a:avLst/>
              </a:pr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132" name="Freeform 184">
                <a:extLst>
                  <a:ext uri="{FF2B5EF4-FFF2-40B4-BE49-F238E27FC236}">
                    <a16:creationId xmlns:a16="http://schemas.microsoft.com/office/drawing/2014/main" id="{CB9E01D6-D5F8-4D91-9098-55DFAEDE9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669"/>
                <a:ext cx="86" cy="114"/>
              </a:xfrm>
              <a:custGeom>
                <a:avLst/>
                <a:gdLst>
                  <a:gd name="T0" fmla="*/ 167 w 56"/>
                  <a:gd name="T1" fmla="*/ 250 h 74"/>
                  <a:gd name="T2" fmla="*/ 35 w 56"/>
                  <a:gd name="T3" fmla="*/ 171 h 74"/>
                  <a:gd name="T4" fmla="*/ 35 w 56"/>
                  <a:gd name="T5" fmla="*/ 22 h 74"/>
                  <a:gd name="T6" fmla="*/ 167 w 56"/>
                  <a:gd name="T7" fmla="*/ 100 h 74"/>
                  <a:gd name="T8" fmla="*/ 167 w 56"/>
                  <a:gd name="T9" fmla="*/ 25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4">
                    <a:moveTo>
                      <a:pt x="46" y="68"/>
                    </a:moveTo>
                    <a:cubicBezTo>
                      <a:pt x="36" y="74"/>
                      <a:pt x="20" y="65"/>
                      <a:pt x="10" y="47"/>
                    </a:cubicBezTo>
                    <a:cubicBezTo>
                      <a:pt x="0" y="30"/>
                      <a:pt x="0" y="12"/>
                      <a:pt x="10" y="6"/>
                    </a:cubicBezTo>
                    <a:cubicBezTo>
                      <a:pt x="20" y="0"/>
                      <a:pt x="36" y="9"/>
                      <a:pt x="46" y="27"/>
                    </a:cubicBezTo>
                    <a:cubicBezTo>
                      <a:pt x="56" y="44"/>
                      <a:pt x="56" y="62"/>
                      <a:pt x="46" y="68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3" name="Freeform 185">
                <a:extLst>
                  <a:ext uri="{FF2B5EF4-FFF2-40B4-BE49-F238E27FC236}">
                    <a16:creationId xmlns:a16="http://schemas.microsoft.com/office/drawing/2014/main" id="{041C88AD-8E78-447E-ABAF-9E4533B8A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985"/>
                <a:ext cx="120" cy="112"/>
              </a:xfrm>
              <a:custGeom>
                <a:avLst/>
                <a:gdLst>
                  <a:gd name="T0" fmla="*/ 258 w 78"/>
                  <a:gd name="T1" fmla="*/ 32 h 73"/>
                  <a:gd name="T2" fmla="*/ 189 w 78"/>
                  <a:gd name="T3" fmla="*/ 189 h 73"/>
                  <a:gd name="T4" fmla="*/ 26 w 78"/>
                  <a:gd name="T5" fmla="*/ 235 h 73"/>
                  <a:gd name="T6" fmla="*/ 95 w 78"/>
                  <a:gd name="T7" fmla="*/ 80 h 73"/>
                  <a:gd name="T8" fmla="*/ 258 w 78"/>
                  <a:gd name="T9" fmla="*/ 3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73">
                    <a:moveTo>
                      <a:pt x="71" y="9"/>
                    </a:moveTo>
                    <a:cubicBezTo>
                      <a:pt x="78" y="17"/>
                      <a:pt x="70" y="36"/>
                      <a:pt x="52" y="52"/>
                    </a:cubicBezTo>
                    <a:cubicBezTo>
                      <a:pt x="34" y="67"/>
                      <a:pt x="14" y="73"/>
                      <a:pt x="7" y="65"/>
                    </a:cubicBezTo>
                    <a:cubicBezTo>
                      <a:pt x="0" y="56"/>
                      <a:pt x="8" y="37"/>
                      <a:pt x="26" y="22"/>
                    </a:cubicBezTo>
                    <a:cubicBezTo>
                      <a:pt x="44" y="6"/>
                      <a:pt x="64" y="0"/>
                      <a:pt x="71" y="9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4" name="Freeform 186">
                <a:extLst>
                  <a:ext uri="{FF2B5EF4-FFF2-40B4-BE49-F238E27FC236}">
                    <a16:creationId xmlns:a16="http://schemas.microsoft.com/office/drawing/2014/main" id="{E5F688E9-6C6B-47BB-830D-F500AAD98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937"/>
                <a:ext cx="102" cy="108"/>
              </a:xfrm>
              <a:custGeom>
                <a:avLst/>
                <a:gdLst>
                  <a:gd name="T0" fmla="*/ 216 w 67"/>
                  <a:gd name="T1" fmla="*/ 236 h 70"/>
                  <a:gd name="T2" fmla="*/ 76 w 67"/>
                  <a:gd name="T3" fmla="*/ 170 h 70"/>
                  <a:gd name="T4" fmla="*/ 21 w 67"/>
                  <a:gd name="T5" fmla="*/ 22 h 70"/>
                  <a:gd name="T6" fmla="*/ 155 w 67"/>
                  <a:gd name="T7" fmla="*/ 88 h 70"/>
                  <a:gd name="T8" fmla="*/ 216 w 67"/>
                  <a:gd name="T9" fmla="*/ 23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70">
                    <a:moveTo>
                      <a:pt x="61" y="64"/>
                    </a:moveTo>
                    <a:cubicBezTo>
                      <a:pt x="55" y="70"/>
                      <a:pt x="37" y="62"/>
                      <a:pt x="22" y="46"/>
                    </a:cubicBezTo>
                    <a:cubicBezTo>
                      <a:pt x="7" y="29"/>
                      <a:pt x="0" y="12"/>
                      <a:pt x="6" y="6"/>
                    </a:cubicBezTo>
                    <a:cubicBezTo>
                      <a:pt x="12" y="0"/>
                      <a:pt x="29" y="8"/>
                      <a:pt x="44" y="24"/>
                    </a:cubicBezTo>
                    <a:cubicBezTo>
                      <a:pt x="60" y="41"/>
                      <a:pt x="67" y="58"/>
                      <a:pt x="61" y="64"/>
                    </a:cubicBezTo>
                    <a:close/>
                  </a:path>
                </a:pathLst>
              </a:custGeom>
              <a:solidFill>
                <a:srgbClr val="A54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5" name="Freeform 187">
                <a:extLst>
                  <a:ext uri="{FF2B5EF4-FFF2-40B4-BE49-F238E27FC236}">
                    <a16:creationId xmlns:a16="http://schemas.microsoft.com/office/drawing/2014/main" id="{E898D0F0-ACBB-455F-BA45-A3F266BAD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700"/>
                <a:ext cx="68" cy="63"/>
              </a:xfrm>
              <a:custGeom>
                <a:avLst/>
                <a:gdLst>
                  <a:gd name="T0" fmla="*/ 148 w 44"/>
                  <a:gd name="T1" fmla="*/ 18 h 41"/>
                  <a:gd name="T2" fmla="*/ 110 w 44"/>
                  <a:gd name="T3" fmla="*/ 106 h 41"/>
                  <a:gd name="T4" fmla="*/ 14 w 44"/>
                  <a:gd name="T5" fmla="*/ 131 h 41"/>
                  <a:gd name="T6" fmla="*/ 56 w 44"/>
                  <a:gd name="T7" fmla="*/ 40 h 41"/>
                  <a:gd name="T8" fmla="*/ 148 w 44"/>
                  <a:gd name="T9" fmla="*/ 1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1">
                    <a:moveTo>
                      <a:pt x="40" y="5"/>
                    </a:moveTo>
                    <a:cubicBezTo>
                      <a:pt x="44" y="10"/>
                      <a:pt x="40" y="20"/>
                      <a:pt x="30" y="29"/>
                    </a:cubicBezTo>
                    <a:cubicBezTo>
                      <a:pt x="20" y="38"/>
                      <a:pt x="8" y="41"/>
                      <a:pt x="4" y="36"/>
                    </a:cubicBezTo>
                    <a:cubicBezTo>
                      <a:pt x="0" y="31"/>
                      <a:pt x="5" y="20"/>
                      <a:pt x="15" y="11"/>
                    </a:cubicBezTo>
                    <a:cubicBezTo>
                      <a:pt x="24" y="3"/>
                      <a:pt x="36" y="0"/>
                      <a:pt x="40" y="5"/>
                    </a:cubicBezTo>
                    <a:close/>
                  </a:path>
                </a:pathLst>
              </a:custGeom>
              <a:solidFill>
                <a:srgbClr val="64B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6" name="Freeform 188">
                <a:extLst>
                  <a:ext uri="{FF2B5EF4-FFF2-40B4-BE49-F238E27FC236}">
                    <a16:creationId xmlns:a16="http://schemas.microsoft.com/office/drawing/2014/main" id="{D00B3F9A-F481-4CDE-B372-8DE1892E5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832"/>
                <a:ext cx="71" cy="102"/>
              </a:xfrm>
              <a:custGeom>
                <a:avLst/>
                <a:gdLst>
                  <a:gd name="T0" fmla="*/ 144 w 46"/>
                  <a:gd name="T1" fmla="*/ 14 h 66"/>
                  <a:gd name="T2" fmla="*/ 133 w 46"/>
                  <a:gd name="T3" fmla="*/ 148 h 66"/>
                  <a:gd name="T4" fmla="*/ 26 w 46"/>
                  <a:gd name="T5" fmla="*/ 229 h 66"/>
                  <a:gd name="T6" fmla="*/ 40 w 46"/>
                  <a:gd name="T7" fmla="*/ 96 h 66"/>
                  <a:gd name="T8" fmla="*/ 144 w 46"/>
                  <a:gd name="T9" fmla="*/ 14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66">
                    <a:moveTo>
                      <a:pt x="39" y="4"/>
                    </a:moveTo>
                    <a:cubicBezTo>
                      <a:pt x="46" y="7"/>
                      <a:pt x="44" y="24"/>
                      <a:pt x="36" y="40"/>
                    </a:cubicBezTo>
                    <a:cubicBezTo>
                      <a:pt x="27" y="56"/>
                      <a:pt x="14" y="66"/>
                      <a:pt x="7" y="62"/>
                    </a:cubicBezTo>
                    <a:cubicBezTo>
                      <a:pt x="0" y="59"/>
                      <a:pt x="2" y="42"/>
                      <a:pt x="11" y="26"/>
                    </a:cubicBezTo>
                    <a:cubicBezTo>
                      <a:pt x="19" y="10"/>
                      <a:pt x="32" y="0"/>
                      <a:pt x="39" y="4"/>
                    </a:cubicBezTo>
                    <a:close/>
                  </a:path>
                </a:pathLst>
              </a:custGeom>
              <a:solidFill>
                <a:srgbClr val="64B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7" name="Freeform 189">
                <a:extLst>
                  <a:ext uri="{FF2B5EF4-FFF2-40B4-BE49-F238E27FC236}">
                    <a16:creationId xmlns:a16="http://schemas.microsoft.com/office/drawing/2014/main" id="{27847874-AEA9-4CFF-AF60-50BC5F0C1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848"/>
                <a:ext cx="392" cy="343"/>
              </a:xfrm>
              <a:custGeom>
                <a:avLst/>
                <a:gdLst>
                  <a:gd name="T0" fmla="*/ 0 w 256"/>
                  <a:gd name="T1" fmla="*/ 0 h 223"/>
                  <a:gd name="T2" fmla="*/ 230 w 256"/>
                  <a:gd name="T3" fmla="*/ 366 h 223"/>
                  <a:gd name="T4" fmla="*/ 786 w 256"/>
                  <a:gd name="T5" fmla="*/ 812 h 223"/>
                  <a:gd name="T6" fmla="*/ 919 w 256"/>
                  <a:gd name="T7" fmla="*/ 812 h 223"/>
                  <a:gd name="T8" fmla="*/ 283 w 256"/>
                  <a:gd name="T9" fmla="*/ 343 h 223"/>
                  <a:gd name="T10" fmla="*/ 0 w 256"/>
                  <a:gd name="T11" fmla="*/ 0 h 2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6" h="223">
                    <a:moveTo>
                      <a:pt x="0" y="0"/>
                    </a:moveTo>
                    <a:cubicBezTo>
                      <a:pt x="0" y="0"/>
                      <a:pt x="7" y="60"/>
                      <a:pt x="64" y="101"/>
                    </a:cubicBezTo>
                    <a:cubicBezTo>
                      <a:pt x="121" y="142"/>
                      <a:pt x="219" y="223"/>
                      <a:pt x="219" y="223"/>
                    </a:cubicBezTo>
                    <a:cubicBezTo>
                      <a:pt x="256" y="223"/>
                      <a:pt x="256" y="223"/>
                      <a:pt x="256" y="223"/>
                    </a:cubicBezTo>
                    <a:cubicBezTo>
                      <a:pt x="79" y="94"/>
                      <a:pt x="79" y="94"/>
                      <a:pt x="79" y="94"/>
                    </a:cubicBezTo>
                    <a:cubicBezTo>
                      <a:pt x="79" y="94"/>
                      <a:pt x="18" y="61"/>
                      <a:pt x="0" y="0"/>
                    </a:cubicBezTo>
                    <a:close/>
                  </a:path>
                </a:pathLst>
              </a:custGeom>
              <a:solidFill>
                <a:srgbClr val="BBDD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8" name="Freeform 190">
                <a:extLst>
                  <a:ext uri="{FF2B5EF4-FFF2-40B4-BE49-F238E27FC236}">
                    <a16:creationId xmlns:a16="http://schemas.microsoft.com/office/drawing/2014/main" id="{657D187A-1030-42B2-8F09-3A63245B2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121"/>
                <a:ext cx="846" cy="569"/>
              </a:xfrm>
              <a:custGeom>
                <a:avLst/>
                <a:gdLst>
                  <a:gd name="T0" fmla="*/ 1988 w 552"/>
                  <a:gd name="T1" fmla="*/ 1256 h 370"/>
                  <a:gd name="T2" fmla="*/ 1203 w 552"/>
                  <a:gd name="T3" fmla="*/ 1067 h 370"/>
                  <a:gd name="T4" fmla="*/ 0 w 552"/>
                  <a:gd name="T5" fmla="*/ 5 h 370"/>
                  <a:gd name="T6" fmla="*/ 61 w 552"/>
                  <a:gd name="T7" fmla="*/ 0 h 370"/>
                  <a:gd name="T8" fmla="*/ 927 w 552"/>
                  <a:gd name="T9" fmla="*/ 854 h 370"/>
                  <a:gd name="T10" fmla="*/ 1988 w 552"/>
                  <a:gd name="T11" fmla="*/ 1256 h 3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2" h="370">
                    <a:moveTo>
                      <a:pt x="552" y="345"/>
                    </a:moveTo>
                    <a:cubicBezTo>
                      <a:pt x="552" y="345"/>
                      <a:pt x="479" y="364"/>
                      <a:pt x="334" y="293"/>
                    </a:cubicBezTo>
                    <a:cubicBezTo>
                      <a:pt x="189" y="222"/>
                      <a:pt x="12" y="49"/>
                      <a:pt x="0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49" y="101"/>
                      <a:pt x="258" y="235"/>
                    </a:cubicBezTo>
                    <a:cubicBezTo>
                      <a:pt x="467" y="370"/>
                      <a:pt x="552" y="345"/>
                      <a:pt x="552" y="345"/>
                    </a:cubicBezTo>
                    <a:close/>
                  </a:path>
                </a:pathLst>
              </a:custGeom>
              <a:solidFill>
                <a:srgbClr val="BBDD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9" name="Freeform 191">
                <a:extLst>
                  <a:ext uri="{FF2B5EF4-FFF2-40B4-BE49-F238E27FC236}">
                    <a16:creationId xmlns:a16="http://schemas.microsoft.com/office/drawing/2014/main" id="{F7EFF2C2-6343-48C3-9EEE-818E0FF99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115"/>
                <a:ext cx="457" cy="416"/>
              </a:xfrm>
              <a:custGeom>
                <a:avLst/>
                <a:gdLst>
                  <a:gd name="T0" fmla="*/ 1075 w 298"/>
                  <a:gd name="T1" fmla="*/ 0 h 271"/>
                  <a:gd name="T2" fmla="*/ 722 w 298"/>
                  <a:gd name="T3" fmla="*/ 264 h 271"/>
                  <a:gd name="T4" fmla="*/ 0 w 298"/>
                  <a:gd name="T5" fmla="*/ 844 h 271"/>
                  <a:gd name="T6" fmla="*/ 304 w 298"/>
                  <a:gd name="T7" fmla="*/ 669 h 271"/>
                  <a:gd name="T8" fmla="*/ 971 w 298"/>
                  <a:gd name="T9" fmla="*/ 0 h 271"/>
                  <a:gd name="T10" fmla="*/ 1075 w 298"/>
                  <a:gd name="T11" fmla="*/ 0 h 2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8" h="271">
                    <a:moveTo>
                      <a:pt x="298" y="0"/>
                    </a:moveTo>
                    <a:cubicBezTo>
                      <a:pt x="298" y="0"/>
                      <a:pt x="224" y="49"/>
                      <a:pt x="200" y="73"/>
                    </a:cubicBezTo>
                    <a:cubicBezTo>
                      <a:pt x="176" y="97"/>
                      <a:pt x="53" y="271"/>
                      <a:pt x="0" y="233"/>
                    </a:cubicBezTo>
                    <a:cubicBezTo>
                      <a:pt x="0" y="233"/>
                      <a:pt x="31" y="259"/>
                      <a:pt x="84" y="185"/>
                    </a:cubicBezTo>
                    <a:cubicBezTo>
                      <a:pt x="137" y="110"/>
                      <a:pt x="234" y="23"/>
                      <a:pt x="269" y="0"/>
                    </a:cubicBez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BBDD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0" name="Freeform 192">
                <a:extLst>
                  <a:ext uri="{FF2B5EF4-FFF2-40B4-BE49-F238E27FC236}">
                    <a16:creationId xmlns:a16="http://schemas.microsoft.com/office/drawing/2014/main" id="{241D6E88-AEC6-47C7-8BC9-01B51921E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680"/>
                <a:ext cx="259" cy="514"/>
              </a:xfrm>
              <a:custGeom>
                <a:avLst/>
                <a:gdLst>
                  <a:gd name="T0" fmla="*/ 595 w 169"/>
                  <a:gd name="T1" fmla="*/ 0 h 334"/>
                  <a:gd name="T2" fmla="*/ 418 w 169"/>
                  <a:gd name="T3" fmla="*/ 419 h 334"/>
                  <a:gd name="T4" fmla="*/ 49 w 169"/>
                  <a:gd name="T5" fmla="*/ 1217 h 334"/>
                  <a:gd name="T6" fmla="*/ 0 w 169"/>
                  <a:gd name="T7" fmla="*/ 1217 h 334"/>
                  <a:gd name="T8" fmla="*/ 256 w 169"/>
                  <a:gd name="T9" fmla="*/ 609 h 334"/>
                  <a:gd name="T10" fmla="*/ 595 w 169"/>
                  <a:gd name="T11" fmla="*/ 0 h 3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9" h="334">
                    <a:moveTo>
                      <a:pt x="165" y="0"/>
                    </a:moveTo>
                    <a:cubicBezTo>
                      <a:pt x="165" y="0"/>
                      <a:pt x="169" y="30"/>
                      <a:pt x="116" y="115"/>
                    </a:cubicBezTo>
                    <a:cubicBezTo>
                      <a:pt x="63" y="199"/>
                      <a:pt x="27" y="285"/>
                      <a:pt x="14" y="334"/>
                    </a:cubicBezTo>
                    <a:cubicBezTo>
                      <a:pt x="0" y="334"/>
                      <a:pt x="0" y="334"/>
                      <a:pt x="0" y="334"/>
                    </a:cubicBezTo>
                    <a:cubicBezTo>
                      <a:pt x="0" y="334"/>
                      <a:pt x="47" y="208"/>
                      <a:pt x="71" y="167"/>
                    </a:cubicBezTo>
                    <a:cubicBezTo>
                      <a:pt x="95" y="127"/>
                      <a:pt x="165" y="17"/>
                      <a:pt x="165" y="0"/>
                    </a:cubicBezTo>
                    <a:close/>
                  </a:path>
                </a:pathLst>
              </a:custGeom>
              <a:solidFill>
                <a:srgbClr val="BBDD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1" name="Freeform 193">
                <a:extLst>
                  <a:ext uri="{FF2B5EF4-FFF2-40B4-BE49-F238E27FC236}">
                    <a16:creationId xmlns:a16="http://schemas.microsoft.com/office/drawing/2014/main" id="{A38F7220-4D9E-4127-8D47-422F23AB2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948"/>
                <a:ext cx="22" cy="52"/>
              </a:xfrm>
              <a:custGeom>
                <a:avLst/>
                <a:gdLst>
                  <a:gd name="T0" fmla="*/ 0 w 14"/>
                  <a:gd name="T1" fmla="*/ 122 h 34"/>
                  <a:gd name="T2" fmla="*/ 55 w 14"/>
                  <a:gd name="T3" fmla="*/ 89 h 34"/>
                  <a:gd name="T4" fmla="*/ 49 w 14"/>
                  <a:gd name="T5" fmla="*/ 0 h 34"/>
                  <a:gd name="T6" fmla="*/ 8 w 14"/>
                  <a:gd name="T7" fmla="*/ 8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4">
                    <a:moveTo>
                      <a:pt x="0" y="34"/>
                    </a:moveTo>
                    <a:cubicBezTo>
                      <a:pt x="0" y="28"/>
                      <a:pt x="9" y="23"/>
                      <a:pt x="14" y="25"/>
                    </a:cubicBezTo>
                    <a:cubicBezTo>
                      <a:pt x="11" y="19"/>
                      <a:pt x="11" y="7"/>
                      <a:pt x="13" y="0"/>
                    </a:cubicBezTo>
                    <a:cubicBezTo>
                      <a:pt x="10" y="7"/>
                      <a:pt x="7" y="15"/>
                      <a:pt x="2" y="22"/>
                    </a:cubicBezTo>
                  </a:path>
                </a:pathLst>
              </a:custGeom>
              <a:solidFill>
                <a:srgbClr val="BBDD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2" name="Freeform 194">
                <a:extLst>
                  <a:ext uri="{FF2B5EF4-FFF2-40B4-BE49-F238E27FC236}">
                    <a16:creationId xmlns:a16="http://schemas.microsoft.com/office/drawing/2014/main" id="{2CBE0CE9-C37A-4B76-9A81-C219EB078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1118"/>
                <a:ext cx="343" cy="333"/>
              </a:xfrm>
              <a:custGeom>
                <a:avLst/>
                <a:gdLst>
                  <a:gd name="T0" fmla="*/ 89 w 224"/>
                  <a:gd name="T1" fmla="*/ 14 h 217"/>
                  <a:gd name="T2" fmla="*/ 305 w 224"/>
                  <a:gd name="T3" fmla="*/ 14 h 217"/>
                  <a:gd name="T4" fmla="*/ 453 w 224"/>
                  <a:gd name="T5" fmla="*/ 144 h 217"/>
                  <a:gd name="T6" fmla="*/ 683 w 224"/>
                  <a:gd name="T7" fmla="*/ 629 h 217"/>
                  <a:gd name="T8" fmla="*/ 296 w 224"/>
                  <a:gd name="T9" fmla="*/ 625 h 217"/>
                  <a:gd name="T10" fmla="*/ 89 w 224"/>
                  <a:gd name="T11" fmla="*/ 184 h 217"/>
                  <a:gd name="T12" fmla="*/ 89 w 224"/>
                  <a:gd name="T13" fmla="*/ 14 h 2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217">
                    <a:moveTo>
                      <a:pt x="25" y="4"/>
                    </a:moveTo>
                    <a:cubicBezTo>
                      <a:pt x="85" y="4"/>
                      <a:pt x="85" y="4"/>
                      <a:pt x="85" y="4"/>
                    </a:cubicBezTo>
                    <a:cubicBezTo>
                      <a:pt x="85" y="4"/>
                      <a:pt x="99" y="0"/>
                      <a:pt x="126" y="40"/>
                    </a:cubicBezTo>
                    <a:cubicBezTo>
                      <a:pt x="153" y="81"/>
                      <a:pt x="224" y="154"/>
                      <a:pt x="190" y="174"/>
                    </a:cubicBezTo>
                    <a:cubicBezTo>
                      <a:pt x="156" y="194"/>
                      <a:pt x="106" y="217"/>
                      <a:pt x="82" y="173"/>
                    </a:cubicBezTo>
                    <a:cubicBezTo>
                      <a:pt x="58" y="128"/>
                      <a:pt x="25" y="51"/>
                      <a:pt x="25" y="51"/>
                    </a:cubicBezTo>
                    <a:cubicBezTo>
                      <a:pt x="25" y="51"/>
                      <a:pt x="0" y="9"/>
                      <a:pt x="25" y="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7F1E1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3" name="Freeform 195">
                <a:extLst>
                  <a:ext uri="{FF2B5EF4-FFF2-40B4-BE49-F238E27FC236}">
                    <a16:creationId xmlns:a16="http://schemas.microsoft.com/office/drawing/2014/main" id="{0DA308D7-C6C0-414D-9C66-A851E6A49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1375"/>
                <a:ext cx="407" cy="475"/>
              </a:xfrm>
              <a:custGeom>
                <a:avLst/>
                <a:gdLst>
                  <a:gd name="T0" fmla="*/ 480 w 266"/>
                  <a:gd name="T1" fmla="*/ 83 h 309"/>
                  <a:gd name="T2" fmla="*/ 243 w 266"/>
                  <a:gd name="T3" fmla="*/ 74 h 309"/>
                  <a:gd name="T4" fmla="*/ 107 w 266"/>
                  <a:gd name="T5" fmla="*/ 366 h 309"/>
                  <a:gd name="T6" fmla="*/ 689 w 266"/>
                  <a:gd name="T7" fmla="*/ 1002 h 309"/>
                  <a:gd name="T8" fmla="*/ 880 w 266"/>
                  <a:gd name="T9" fmla="*/ 766 h 309"/>
                  <a:gd name="T10" fmla="*/ 785 w 266"/>
                  <a:gd name="T11" fmla="*/ 364 h 309"/>
                  <a:gd name="T12" fmla="*/ 480 w 266"/>
                  <a:gd name="T13" fmla="*/ 83 h 3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6" h="309">
                    <a:moveTo>
                      <a:pt x="134" y="23"/>
                    </a:moveTo>
                    <a:cubicBezTo>
                      <a:pt x="134" y="23"/>
                      <a:pt x="116" y="0"/>
                      <a:pt x="68" y="20"/>
                    </a:cubicBezTo>
                    <a:cubicBezTo>
                      <a:pt x="19" y="41"/>
                      <a:pt x="0" y="57"/>
                      <a:pt x="30" y="101"/>
                    </a:cubicBezTo>
                    <a:cubicBezTo>
                      <a:pt x="60" y="146"/>
                      <a:pt x="119" y="242"/>
                      <a:pt x="192" y="276"/>
                    </a:cubicBezTo>
                    <a:cubicBezTo>
                      <a:pt x="265" y="309"/>
                      <a:pt x="239" y="245"/>
                      <a:pt x="246" y="211"/>
                    </a:cubicBezTo>
                    <a:cubicBezTo>
                      <a:pt x="253" y="177"/>
                      <a:pt x="266" y="132"/>
                      <a:pt x="219" y="100"/>
                    </a:cubicBezTo>
                    <a:cubicBezTo>
                      <a:pt x="172" y="68"/>
                      <a:pt x="134" y="23"/>
                      <a:pt x="134" y="2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7F1E1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4" name="Freeform 196">
                <a:extLst>
                  <a:ext uri="{FF2B5EF4-FFF2-40B4-BE49-F238E27FC236}">
                    <a16:creationId xmlns:a16="http://schemas.microsoft.com/office/drawing/2014/main" id="{16BEB736-0A03-4879-89F7-3F72186F8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570"/>
                <a:ext cx="500" cy="287"/>
              </a:xfrm>
              <a:custGeom>
                <a:avLst/>
                <a:gdLst>
                  <a:gd name="T0" fmla="*/ 278 w 326"/>
                  <a:gd name="T1" fmla="*/ 80 h 187"/>
                  <a:gd name="T2" fmla="*/ 67 w 326"/>
                  <a:gd name="T3" fmla="*/ 97 h 187"/>
                  <a:gd name="T4" fmla="*/ 48 w 326"/>
                  <a:gd name="T5" fmla="*/ 261 h 187"/>
                  <a:gd name="T6" fmla="*/ 28 w 326"/>
                  <a:gd name="T7" fmla="*/ 569 h 187"/>
                  <a:gd name="T8" fmla="*/ 331 w 326"/>
                  <a:gd name="T9" fmla="*/ 611 h 187"/>
                  <a:gd name="T10" fmla="*/ 1169 w 326"/>
                  <a:gd name="T11" fmla="*/ 479 h 187"/>
                  <a:gd name="T12" fmla="*/ 643 w 326"/>
                  <a:gd name="T13" fmla="*/ 235 h 187"/>
                  <a:gd name="T14" fmla="*/ 278 w 326"/>
                  <a:gd name="T15" fmla="*/ 80 h 1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6" h="187">
                    <a:moveTo>
                      <a:pt x="77" y="22"/>
                    </a:moveTo>
                    <a:cubicBezTo>
                      <a:pt x="77" y="22"/>
                      <a:pt x="28" y="0"/>
                      <a:pt x="19" y="27"/>
                    </a:cubicBezTo>
                    <a:cubicBezTo>
                      <a:pt x="9" y="54"/>
                      <a:pt x="19" y="53"/>
                      <a:pt x="13" y="72"/>
                    </a:cubicBezTo>
                    <a:cubicBezTo>
                      <a:pt x="8" y="91"/>
                      <a:pt x="0" y="147"/>
                      <a:pt x="8" y="158"/>
                    </a:cubicBezTo>
                    <a:cubicBezTo>
                      <a:pt x="16" y="169"/>
                      <a:pt x="50" y="171"/>
                      <a:pt x="92" y="169"/>
                    </a:cubicBezTo>
                    <a:cubicBezTo>
                      <a:pt x="133" y="166"/>
                      <a:pt x="320" y="187"/>
                      <a:pt x="324" y="132"/>
                    </a:cubicBezTo>
                    <a:cubicBezTo>
                      <a:pt x="326" y="91"/>
                      <a:pt x="245" y="97"/>
                      <a:pt x="178" y="65"/>
                    </a:cubicBezTo>
                    <a:cubicBezTo>
                      <a:pt x="110" y="32"/>
                      <a:pt x="77" y="22"/>
                      <a:pt x="77" y="22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7F1E1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5" name="Freeform 197">
                <a:extLst>
                  <a:ext uri="{FF2B5EF4-FFF2-40B4-BE49-F238E27FC236}">
                    <a16:creationId xmlns:a16="http://schemas.microsoft.com/office/drawing/2014/main" id="{DEC936DC-ED91-4E69-9DCC-33D6106D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1361"/>
                <a:ext cx="438" cy="472"/>
              </a:xfrm>
              <a:custGeom>
                <a:avLst/>
                <a:gdLst>
                  <a:gd name="T0" fmla="*/ 49 w 286"/>
                  <a:gd name="T1" fmla="*/ 973 h 307"/>
                  <a:gd name="T2" fmla="*/ 230 w 286"/>
                  <a:gd name="T3" fmla="*/ 867 h 307"/>
                  <a:gd name="T4" fmla="*/ 508 w 286"/>
                  <a:gd name="T5" fmla="*/ 494 h 307"/>
                  <a:gd name="T6" fmla="*/ 859 w 286"/>
                  <a:gd name="T7" fmla="*/ 154 h 307"/>
                  <a:gd name="T8" fmla="*/ 953 w 286"/>
                  <a:gd name="T9" fmla="*/ 593 h 307"/>
                  <a:gd name="T10" fmla="*/ 640 w 286"/>
                  <a:gd name="T11" fmla="*/ 1055 h 307"/>
                  <a:gd name="T12" fmla="*/ 49 w 286"/>
                  <a:gd name="T13" fmla="*/ 973 h 3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" h="307">
                    <a:moveTo>
                      <a:pt x="14" y="268"/>
                    </a:moveTo>
                    <a:cubicBezTo>
                      <a:pt x="14" y="268"/>
                      <a:pt x="0" y="244"/>
                      <a:pt x="64" y="239"/>
                    </a:cubicBezTo>
                    <a:cubicBezTo>
                      <a:pt x="127" y="233"/>
                      <a:pt x="191" y="177"/>
                      <a:pt x="142" y="136"/>
                    </a:cubicBezTo>
                    <a:cubicBezTo>
                      <a:pt x="93" y="96"/>
                      <a:pt x="192" y="0"/>
                      <a:pt x="239" y="42"/>
                    </a:cubicBezTo>
                    <a:cubicBezTo>
                      <a:pt x="286" y="83"/>
                      <a:pt x="282" y="98"/>
                      <a:pt x="265" y="163"/>
                    </a:cubicBezTo>
                    <a:cubicBezTo>
                      <a:pt x="247" y="228"/>
                      <a:pt x="269" y="287"/>
                      <a:pt x="178" y="290"/>
                    </a:cubicBezTo>
                    <a:cubicBezTo>
                      <a:pt x="88" y="293"/>
                      <a:pt x="11" y="307"/>
                      <a:pt x="14" y="26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7F1E1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6" name="Freeform 198">
                <a:extLst>
                  <a:ext uri="{FF2B5EF4-FFF2-40B4-BE49-F238E27FC236}">
                    <a16:creationId xmlns:a16="http://schemas.microsoft.com/office/drawing/2014/main" id="{388B20EB-BBAB-4541-ACFD-347F1AB7E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118"/>
                <a:ext cx="650" cy="217"/>
              </a:xfrm>
              <a:custGeom>
                <a:avLst/>
                <a:gdLst>
                  <a:gd name="T0" fmla="*/ 291 w 424"/>
                  <a:gd name="T1" fmla="*/ 5 h 141"/>
                  <a:gd name="T2" fmla="*/ 1292 w 424"/>
                  <a:gd name="T3" fmla="*/ 5 h 141"/>
                  <a:gd name="T4" fmla="*/ 1401 w 424"/>
                  <a:gd name="T5" fmla="*/ 114 h 141"/>
                  <a:gd name="T6" fmla="*/ 670 w 424"/>
                  <a:gd name="T7" fmla="*/ 414 h 141"/>
                  <a:gd name="T8" fmla="*/ 291 w 424"/>
                  <a:gd name="T9" fmla="*/ 5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4" h="141">
                    <a:moveTo>
                      <a:pt x="81" y="1"/>
                    </a:moveTo>
                    <a:cubicBezTo>
                      <a:pt x="359" y="1"/>
                      <a:pt x="359" y="1"/>
                      <a:pt x="359" y="1"/>
                    </a:cubicBezTo>
                    <a:cubicBezTo>
                      <a:pt x="359" y="1"/>
                      <a:pt x="424" y="5"/>
                      <a:pt x="389" y="31"/>
                    </a:cubicBezTo>
                    <a:cubicBezTo>
                      <a:pt x="354" y="57"/>
                      <a:pt x="234" y="141"/>
                      <a:pt x="186" y="114"/>
                    </a:cubicBezTo>
                    <a:cubicBezTo>
                      <a:pt x="138" y="87"/>
                      <a:pt x="0" y="0"/>
                      <a:pt x="81" y="1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7F1E1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7" name="Freeform 199">
                <a:extLst>
                  <a:ext uri="{FF2B5EF4-FFF2-40B4-BE49-F238E27FC236}">
                    <a16:creationId xmlns:a16="http://schemas.microsoft.com/office/drawing/2014/main" id="{5BB42E52-51C0-4514-9AAB-6DEFDA961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089"/>
                <a:ext cx="568" cy="450"/>
              </a:xfrm>
              <a:custGeom>
                <a:avLst/>
                <a:gdLst>
                  <a:gd name="T0" fmla="*/ 230 w 371"/>
                  <a:gd name="T1" fmla="*/ 670 h 293"/>
                  <a:gd name="T2" fmla="*/ 122 w 371"/>
                  <a:gd name="T3" fmla="*/ 485 h 293"/>
                  <a:gd name="T4" fmla="*/ 684 w 371"/>
                  <a:gd name="T5" fmla="*/ 154 h 293"/>
                  <a:gd name="T6" fmla="*/ 1069 w 371"/>
                  <a:gd name="T7" fmla="*/ 207 h 293"/>
                  <a:gd name="T8" fmla="*/ 1148 w 371"/>
                  <a:gd name="T9" fmla="*/ 771 h 293"/>
                  <a:gd name="T10" fmla="*/ 769 w 371"/>
                  <a:gd name="T11" fmla="*/ 941 h 293"/>
                  <a:gd name="T12" fmla="*/ 230 w 371"/>
                  <a:gd name="T13" fmla="*/ 670 h 2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1" h="293">
                    <a:moveTo>
                      <a:pt x="64" y="185"/>
                    </a:moveTo>
                    <a:cubicBezTo>
                      <a:pt x="64" y="185"/>
                      <a:pt x="0" y="152"/>
                      <a:pt x="34" y="134"/>
                    </a:cubicBezTo>
                    <a:cubicBezTo>
                      <a:pt x="99" y="97"/>
                      <a:pt x="175" y="49"/>
                      <a:pt x="191" y="42"/>
                    </a:cubicBezTo>
                    <a:cubicBezTo>
                      <a:pt x="208" y="35"/>
                      <a:pt x="268" y="0"/>
                      <a:pt x="298" y="57"/>
                    </a:cubicBezTo>
                    <a:cubicBezTo>
                      <a:pt x="328" y="113"/>
                      <a:pt x="371" y="183"/>
                      <a:pt x="320" y="213"/>
                    </a:cubicBezTo>
                    <a:cubicBezTo>
                      <a:pt x="268" y="243"/>
                      <a:pt x="281" y="293"/>
                      <a:pt x="214" y="260"/>
                    </a:cubicBezTo>
                    <a:cubicBezTo>
                      <a:pt x="146" y="228"/>
                      <a:pt x="64" y="185"/>
                      <a:pt x="64" y="18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7F1E1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8" name="Freeform 200">
                <a:extLst>
                  <a:ext uri="{FF2B5EF4-FFF2-40B4-BE49-F238E27FC236}">
                    <a16:creationId xmlns:a16="http://schemas.microsoft.com/office/drawing/2014/main" id="{773446D3-E55E-4686-87D9-3969754DA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105"/>
                <a:ext cx="468" cy="417"/>
              </a:xfrm>
              <a:custGeom>
                <a:avLst/>
                <a:gdLst>
                  <a:gd name="T0" fmla="*/ 331 w 305"/>
                  <a:gd name="T1" fmla="*/ 48 h 271"/>
                  <a:gd name="T2" fmla="*/ 907 w 305"/>
                  <a:gd name="T3" fmla="*/ 48 h 271"/>
                  <a:gd name="T4" fmla="*/ 1089 w 305"/>
                  <a:gd name="T5" fmla="*/ 295 h 271"/>
                  <a:gd name="T6" fmla="*/ 763 w 305"/>
                  <a:gd name="T7" fmla="*/ 940 h 271"/>
                  <a:gd name="T8" fmla="*/ 365 w 305"/>
                  <a:gd name="T9" fmla="*/ 689 h 271"/>
                  <a:gd name="T10" fmla="*/ 181 w 305"/>
                  <a:gd name="T11" fmla="*/ 259 h 271"/>
                  <a:gd name="T12" fmla="*/ 331 w 305"/>
                  <a:gd name="T13" fmla="*/ 48 h 2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5" h="271">
                    <a:moveTo>
                      <a:pt x="92" y="13"/>
                    </a:moveTo>
                    <a:cubicBezTo>
                      <a:pt x="251" y="13"/>
                      <a:pt x="251" y="13"/>
                      <a:pt x="251" y="13"/>
                    </a:cubicBezTo>
                    <a:cubicBezTo>
                      <a:pt x="251" y="13"/>
                      <a:pt x="300" y="0"/>
                      <a:pt x="302" y="81"/>
                    </a:cubicBezTo>
                    <a:cubicBezTo>
                      <a:pt x="305" y="162"/>
                      <a:pt x="271" y="244"/>
                      <a:pt x="211" y="258"/>
                    </a:cubicBezTo>
                    <a:cubicBezTo>
                      <a:pt x="150" y="271"/>
                      <a:pt x="174" y="243"/>
                      <a:pt x="101" y="189"/>
                    </a:cubicBezTo>
                    <a:cubicBezTo>
                      <a:pt x="69" y="164"/>
                      <a:pt x="74" y="110"/>
                      <a:pt x="50" y="71"/>
                    </a:cubicBezTo>
                    <a:cubicBezTo>
                      <a:pt x="26" y="32"/>
                      <a:pt x="0" y="2"/>
                      <a:pt x="92" y="1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7F1E1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" name="Freeform 201">
                <a:extLst>
                  <a:ext uri="{FF2B5EF4-FFF2-40B4-BE49-F238E27FC236}">
                    <a16:creationId xmlns:a16="http://schemas.microsoft.com/office/drawing/2014/main" id="{A745D8E9-90E3-4AE6-94C9-4B195B7E1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481"/>
                <a:ext cx="699" cy="327"/>
              </a:xfrm>
              <a:custGeom>
                <a:avLst/>
                <a:gdLst>
                  <a:gd name="T0" fmla="*/ 189 w 456"/>
                  <a:gd name="T1" fmla="*/ 141 h 213"/>
                  <a:gd name="T2" fmla="*/ 129 w 456"/>
                  <a:gd name="T3" fmla="*/ 702 h 213"/>
                  <a:gd name="T4" fmla="*/ 1090 w 456"/>
                  <a:gd name="T5" fmla="*/ 695 h 213"/>
                  <a:gd name="T6" fmla="*/ 1628 w 456"/>
                  <a:gd name="T7" fmla="*/ 519 h 213"/>
                  <a:gd name="T8" fmla="*/ 1326 w 456"/>
                  <a:gd name="T9" fmla="*/ 215 h 213"/>
                  <a:gd name="T10" fmla="*/ 520 w 456"/>
                  <a:gd name="T11" fmla="*/ 137 h 213"/>
                  <a:gd name="T12" fmla="*/ 189 w 456"/>
                  <a:gd name="T13" fmla="*/ 141 h 2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6" h="213">
                    <a:moveTo>
                      <a:pt x="52" y="39"/>
                    </a:moveTo>
                    <a:cubicBezTo>
                      <a:pt x="52" y="39"/>
                      <a:pt x="0" y="176"/>
                      <a:pt x="36" y="194"/>
                    </a:cubicBezTo>
                    <a:cubicBezTo>
                      <a:pt x="72" y="213"/>
                      <a:pt x="202" y="196"/>
                      <a:pt x="303" y="192"/>
                    </a:cubicBezTo>
                    <a:cubicBezTo>
                      <a:pt x="404" y="188"/>
                      <a:pt x="456" y="201"/>
                      <a:pt x="452" y="143"/>
                    </a:cubicBezTo>
                    <a:cubicBezTo>
                      <a:pt x="448" y="85"/>
                      <a:pt x="454" y="65"/>
                      <a:pt x="368" y="59"/>
                    </a:cubicBezTo>
                    <a:cubicBezTo>
                      <a:pt x="282" y="54"/>
                      <a:pt x="242" y="87"/>
                      <a:pt x="144" y="38"/>
                    </a:cubicBezTo>
                    <a:cubicBezTo>
                      <a:pt x="68" y="0"/>
                      <a:pt x="52" y="39"/>
                      <a:pt x="52" y="39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7F1E1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0" name="Freeform 202">
                <a:extLst>
                  <a:ext uri="{FF2B5EF4-FFF2-40B4-BE49-F238E27FC236}">
                    <a16:creationId xmlns:a16="http://schemas.microsoft.com/office/drawing/2014/main" id="{B7904D4F-3B3C-4C07-A932-5CFF28B92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113"/>
                <a:ext cx="441" cy="472"/>
              </a:xfrm>
              <a:custGeom>
                <a:avLst/>
                <a:gdLst>
                  <a:gd name="T0" fmla="*/ 822 w 288"/>
                  <a:gd name="T1" fmla="*/ 131 h 307"/>
                  <a:gd name="T2" fmla="*/ 858 w 288"/>
                  <a:gd name="T3" fmla="*/ 26 h 307"/>
                  <a:gd name="T4" fmla="*/ 432 w 288"/>
                  <a:gd name="T5" fmla="*/ 26 h 307"/>
                  <a:gd name="T6" fmla="*/ 263 w 288"/>
                  <a:gd name="T7" fmla="*/ 277 h 307"/>
                  <a:gd name="T8" fmla="*/ 127 w 288"/>
                  <a:gd name="T9" fmla="*/ 810 h 307"/>
                  <a:gd name="T10" fmla="*/ 234 w 288"/>
                  <a:gd name="T11" fmla="*/ 1050 h 307"/>
                  <a:gd name="T12" fmla="*/ 657 w 288"/>
                  <a:gd name="T13" fmla="*/ 1064 h 307"/>
                  <a:gd name="T14" fmla="*/ 617 w 288"/>
                  <a:gd name="T15" fmla="*/ 826 h 307"/>
                  <a:gd name="T16" fmla="*/ 822 w 288"/>
                  <a:gd name="T17" fmla="*/ 131 h 3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8" h="307">
                    <a:moveTo>
                      <a:pt x="229" y="36"/>
                    </a:moveTo>
                    <a:cubicBezTo>
                      <a:pt x="229" y="36"/>
                      <a:pt x="288" y="7"/>
                      <a:pt x="239" y="7"/>
                    </a:cubicBezTo>
                    <a:cubicBezTo>
                      <a:pt x="191" y="7"/>
                      <a:pt x="120" y="7"/>
                      <a:pt x="120" y="7"/>
                    </a:cubicBezTo>
                    <a:cubicBezTo>
                      <a:pt x="120" y="7"/>
                      <a:pt x="72" y="0"/>
                      <a:pt x="73" y="76"/>
                    </a:cubicBezTo>
                    <a:cubicBezTo>
                      <a:pt x="75" y="151"/>
                      <a:pt x="53" y="189"/>
                      <a:pt x="35" y="223"/>
                    </a:cubicBezTo>
                    <a:cubicBezTo>
                      <a:pt x="18" y="257"/>
                      <a:pt x="0" y="264"/>
                      <a:pt x="65" y="289"/>
                    </a:cubicBezTo>
                    <a:cubicBezTo>
                      <a:pt x="111" y="307"/>
                      <a:pt x="157" y="300"/>
                      <a:pt x="183" y="293"/>
                    </a:cubicBezTo>
                    <a:cubicBezTo>
                      <a:pt x="208" y="286"/>
                      <a:pt x="192" y="265"/>
                      <a:pt x="172" y="227"/>
                    </a:cubicBezTo>
                    <a:cubicBezTo>
                      <a:pt x="152" y="189"/>
                      <a:pt x="147" y="95"/>
                      <a:pt x="229" y="3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7F1E1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1" name="Freeform 203">
                <a:extLst>
                  <a:ext uri="{FF2B5EF4-FFF2-40B4-BE49-F238E27FC236}">
                    <a16:creationId xmlns:a16="http://schemas.microsoft.com/office/drawing/2014/main" id="{0A42676E-B9AD-4077-A004-2DBD53CDA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124"/>
                <a:ext cx="632" cy="269"/>
              </a:xfrm>
              <a:custGeom>
                <a:avLst/>
                <a:gdLst>
                  <a:gd name="T0" fmla="*/ 461 w 413"/>
                  <a:gd name="T1" fmla="*/ 0 h 175"/>
                  <a:gd name="T2" fmla="*/ 1333 w 413"/>
                  <a:gd name="T3" fmla="*/ 0 h 175"/>
                  <a:gd name="T4" fmla="*/ 1319 w 413"/>
                  <a:gd name="T5" fmla="*/ 137 h 175"/>
                  <a:gd name="T6" fmla="*/ 826 w 413"/>
                  <a:gd name="T7" fmla="*/ 452 h 175"/>
                  <a:gd name="T8" fmla="*/ 162 w 413"/>
                  <a:gd name="T9" fmla="*/ 406 h 175"/>
                  <a:gd name="T10" fmla="*/ 461 w 413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3" h="175">
                    <a:moveTo>
                      <a:pt x="129" y="0"/>
                    </a:moveTo>
                    <a:cubicBezTo>
                      <a:pt x="372" y="0"/>
                      <a:pt x="372" y="0"/>
                      <a:pt x="372" y="0"/>
                    </a:cubicBezTo>
                    <a:cubicBezTo>
                      <a:pt x="372" y="0"/>
                      <a:pt x="413" y="0"/>
                      <a:pt x="368" y="38"/>
                    </a:cubicBezTo>
                    <a:cubicBezTo>
                      <a:pt x="322" y="75"/>
                      <a:pt x="343" y="101"/>
                      <a:pt x="231" y="124"/>
                    </a:cubicBezTo>
                    <a:cubicBezTo>
                      <a:pt x="119" y="147"/>
                      <a:pt x="90" y="175"/>
                      <a:pt x="45" y="112"/>
                    </a:cubicBezTo>
                    <a:cubicBezTo>
                      <a:pt x="0" y="48"/>
                      <a:pt x="60" y="4"/>
                      <a:pt x="129" y="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7F1E1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2" name="Freeform 204">
                <a:extLst>
                  <a:ext uri="{FF2B5EF4-FFF2-40B4-BE49-F238E27FC236}">
                    <a16:creationId xmlns:a16="http://schemas.microsoft.com/office/drawing/2014/main" id="{AAFD0F1F-2357-45C9-B084-CCC1D5C80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215"/>
                <a:ext cx="679" cy="564"/>
              </a:xfrm>
              <a:custGeom>
                <a:avLst/>
                <a:gdLst>
                  <a:gd name="T0" fmla="*/ 820 w 443"/>
                  <a:gd name="T1" fmla="*/ 1303 h 367"/>
                  <a:gd name="T2" fmla="*/ 371 w 443"/>
                  <a:gd name="T3" fmla="*/ 1311 h 367"/>
                  <a:gd name="T4" fmla="*/ 357 w 443"/>
                  <a:gd name="T5" fmla="*/ 758 h 367"/>
                  <a:gd name="T6" fmla="*/ 967 w 443"/>
                  <a:gd name="T7" fmla="*/ 221 h 367"/>
                  <a:gd name="T8" fmla="*/ 1318 w 443"/>
                  <a:gd name="T9" fmla="*/ 163 h 367"/>
                  <a:gd name="T10" fmla="*/ 1540 w 443"/>
                  <a:gd name="T11" fmla="*/ 546 h 367"/>
                  <a:gd name="T12" fmla="*/ 1102 w 443"/>
                  <a:gd name="T13" fmla="*/ 1016 h 367"/>
                  <a:gd name="T14" fmla="*/ 820 w 443"/>
                  <a:gd name="T15" fmla="*/ 1303 h 3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3" h="367">
                    <a:moveTo>
                      <a:pt x="228" y="359"/>
                    </a:moveTo>
                    <a:cubicBezTo>
                      <a:pt x="228" y="359"/>
                      <a:pt x="124" y="367"/>
                      <a:pt x="103" y="361"/>
                    </a:cubicBezTo>
                    <a:cubicBezTo>
                      <a:pt x="81" y="354"/>
                      <a:pt x="0" y="306"/>
                      <a:pt x="99" y="209"/>
                    </a:cubicBezTo>
                    <a:cubicBezTo>
                      <a:pt x="165" y="145"/>
                      <a:pt x="225" y="99"/>
                      <a:pt x="269" y="61"/>
                    </a:cubicBezTo>
                    <a:cubicBezTo>
                      <a:pt x="312" y="23"/>
                      <a:pt x="343" y="0"/>
                      <a:pt x="366" y="45"/>
                    </a:cubicBezTo>
                    <a:cubicBezTo>
                      <a:pt x="389" y="89"/>
                      <a:pt x="443" y="106"/>
                      <a:pt x="428" y="150"/>
                    </a:cubicBezTo>
                    <a:cubicBezTo>
                      <a:pt x="413" y="195"/>
                      <a:pt x="335" y="239"/>
                      <a:pt x="306" y="280"/>
                    </a:cubicBezTo>
                    <a:cubicBezTo>
                      <a:pt x="278" y="320"/>
                      <a:pt x="286" y="353"/>
                      <a:pt x="228" y="359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7F1E1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3" name="Freeform 205">
                <a:extLst>
                  <a:ext uri="{FF2B5EF4-FFF2-40B4-BE49-F238E27FC236}">
                    <a16:creationId xmlns:a16="http://schemas.microsoft.com/office/drawing/2014/main" id="{63AD0596-DC50-49C0-A98B-3239F7EB2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122"/>
                <a:ext cx="572" cy="399"/>
              </a:xfrm>
              <a:custGeom>
                <a:avLst/>
                <a:gdLst>
                  <a:gd name="T0" fmla="*/ 534 w 373"/>
                  <a:gd name="T1" fmla="*/ 0 h 259"/>
                  <a:gd name="T2" fmla="*/ 1089 w 373"/>
                  <a:gd name="T3" fmla="*/ 0 h 259"/>
                  <a:gd name="T4" fmla="*/ 1216 w 373"/>
                  <a:gd name="T5" fmla="*/ 259 h 259"/>
                  <a:gd name="T6" fmla="*/ 736 w 373"/>
                  <a:gd name="T7" fmla="*/ 932 h 259"/>
                  <a:gd name="T8" fmla="*/ 228 w 373"/>
                  <a:gd name="T9" fmla="*/ 575 h 259"/>
                  <a:gd name="T10" fmla="*/ 534 w 373"/>
                  <a:gd name="T11" fmla="*/ 0 h 2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3" h="259">
                    <a:moveTo>
                      <a:pt x="148" y="0"/>
                    </a:moveTo>
                    <a:cubicBezTo>
                      <a:pt x="302" y="0"/>
                      <a:pt x="302" y="0"/>
                      <a:pt x="302" y="0"/>
                    </a:cubicBezTo>
                    <a:cubicBezTo>
                      <a:pt x="302" y="0"/>
                      <a:pt x="373" y="1"/>
                      <a:pt x="337" y="71"/>
                    </a:cubicBezTo>
                    <a:cubicBezTo>
                      <a:pt x="302" y="141"/>
                      <a:pt x="294" y="248"/>
                      <a:pt x="204" y="255"/>
                    </a:cubicBezTo>
                    <a:cubicBezTo>
                      <a:pt x="147" y="259"/>
                      <a:pt x="103" y="188"/>
                      <a:pt x="63" y="157"/>
                    </a:cubicBezTo>
                    <a:cubicBezTo>
                      <a:pt x="24" y="126"/>
                      <a:pt x="0" y="24"/>
                      <a:pt x="148" y="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7F1E1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45" name="Freeform 206">
              <a:extLst>
                <a:ext uri="{FF2B5EF4-FFF2-40B4-BE49-F238E27FC236}">
                  <a16:creationId xmlns:a16="http://schemas.microsoft.com/office/drawing/2014/main" id="{6AB4E68E-1F89-4EEF-9D9A-5FA83C9A6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099"/>
              <a:ext cx="518" cy="589"/>
            </a:xfrm>
            <a:custGeom>
              <a:avLst/>
              <a:gdLst>
                <a:gd name="T0" fmla="*/ 587 w 338"/>
                <a:gd name="T1" fmla="*/ 62 h 383"/>
                <a:gd name="T2" fmla="*/ 890 w 338"/>
                <a:gd name="T3" fmla="*/ 161 h 383"/>
                <a:gd name="T4" fmla="*/ 1073 w 338"/>
                <a:gd name="T5" fmla="*/ 658 h 383"/>
                <a:gd name="T6" fmla="*/ 1084 w 338"/>
                <a:gd name="T7" fmla="*/ 932 h 383"/>
                <a:gd name="T8" fmla="*/ 313 w 338"/>
                <a:gd name="T9" fmla="*/ 1170 h 383"/>
                <a:gd name="T10" fmla="*/ 303 w 338"/>
                <a:gd name="T11" fmla="*/ 607 h 383"/>
                <a:gd name="T12" fmla="*/ 587 w 338"/>
                <a:gd name="T13" fmla="*/ 62 h 3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8" h="383">
                  <a:moveTo>
                    <a:pt x="163" y="17"/>
                  </a:moveTo>
                  <a:cubicBezTo>
                    <a:pt x="163" y="17"/>
                    <a:pt x="238" y="0"/>
                    <a:pt x="247" y="44"/>
                  </a:cubicBezTo>
                  <a:cubicBezTo>
                    <a:pt x="257" y="89"/>
                    <a:pt x="277" y="155"/>
                    <a:pt x="298" y="181"/>
                  </a:cubicBezTo>
                  <a:cubicBezTo>
                    <a:pt x="320" y="206"/>
                    <a:pt x="338" y="230"/>
                    <a:pt x="301" y="256"/>
                  </a:cubicBezTo>
                  <a:cubicBezTo>
                    <a:pt x="265" y="282"/>
                    <a:pt x="201" y="383"/>
                    <a:pt x="87" y="322"/>
                  </a:cubicBezTo>
                  <a:cubicBezTo>
                    <a:pt x="0" y="276"/>
                    <a:pt x="60" y="216"/>
                    <a:pt x="84" y="167"/>
                  </a:cubicBezTo>
                  <a:cubicBezTo>
                    <a:pt x="108" y="118"/>
                    <a:pt x="111" y="36"/>
                    <a:pt x="163" y="17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207">
              <a:extLst>
                <a:ext uri="{FF2B5EF4-FFF2-40B4-BE49-F238E27FC236}">
                  <a16:creationId xmlns:a16="http://schemas.microsoft.com/office/drawing/2014/main" id="{8982199E-00ED-4A56-B181-DB543602C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124"/>
              <a:ext cx="315" cy="314"/>
            </a:xfrm>
            <a:custGeom>
              <a:avLst/>
              <a:gdLst>
                <a:gd name="T0" fmla="*/ 217 w 206"/>
                <a:gd name="T1" fmla="*/ 5 h 204"/>
                <a:gd name="T2" fmla="*/ 67 w 206"/>
                <a:gd name="T3" fmla="*/ 251 h 204"/>
                <a:gd name="T4" fmla="*/ 433 w 206"/>
                <a:gd name="T5" fmla="*/ 682 h 204"/>
                <a:gd name="T6" fmla="*/ 708 w 206"/>
                <a:gd name="T7" fmla="*/ 379 h 204"/>
                <a:gd name="T8" fmla="*/ 575 w 206"/>
                <a:gd name="T9" fmla="*/ 0 h 204"/>
                <a:gd name="T10" fmla="*/ 217 w 206"/>
                <a:gd name="T11" fmla="*/ 5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204">
                  <a:moveTo>
                    <a:pt x="61" y="1"/>
                  </a:moveTo>
                  <a:cubicBezTo>
                    <a:pt x="61" y="1"/>
                    <a:pt x="0" y="0"/>
                    <a:pt x="19" y="69"/>
                  </a:cubicBezTo>
                  <a:cubicBezTo>
                    <a:pt x="38" y="138"/>
                    <a:pt x="67" y="192"/>
                    <a:pt x="121" y="187"/>
                  </a:cubicBezTo>
                  <a:cubicBezTo>
                    <a:pt x="175" y="183"/>
                    <a:pt x="206" y="204"/>
                    <a:pt x="198" y="104"/>
                  </a:cubicBezTo>
                  <a:cubicBezTo>
                    <a:pt x="189" y="4"/>
                    <a:pt x="204" y="0"/>
                    <a:pt x="161" y="0"/>
                  </a:cubicBezTo>
                  <a:cubicBezTo>
                    <a:pt x="118" y="0"/>
                    <a:pt x="61" y="1"/>
                    <a:pt x="61" y="1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208">
              <a:extLst>
                <a:ext uri="{FF2B5EF4-FFF2-40B4-BE49-F238E27FC236}">
                  <a16:creationId xmlns:a16="http://schemas.microsoft.com/office/drawing/2014/main" id="{2A150EF9-9577-44FF-AFF2-EC0F1907D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385"/>
              <a:ext cx="420" cy="436"/>
            </a:xfrm>
            <a:custGeom>
              <a:avLst/>
              <a:gdLst>
                <a:gd name="T0" fmla="*/ 235 w 274"/>
                <a:gd name="T1" fmla="*/ 1000 h 283"/>
                <a:gd name="T2" fmla="*/ 914 w 274"/>
                <a:gd name="T3" fmla="*/ 324 h 283"/>
                <a:gd name="T4" fmla="*/ 582 w 274"/>
                <a:gd name="T5" fmla="*/ 140 h 283"/>
                <a:gd name="T6" fmla="*/ 181 w 274"/>
                <a:gd name="T7" fmla="*/ 519 h 283"/>
                <a:gd name="T8" fmla="*/ 21 w 274"/>
                <a:gd name="T9" fmla="*/ 776 h 283"/>
                <a:gd name="T10" fmla="*/ 235 w 274"/>
                <a:gd name="T11" fmla="*/ 1000 h 2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83">
                  <a:moveTo>
                    <a:pt x="65" y="273"/>
                  </a:moveTo>
                  <a:cubicBezTo>
                    <a:pt x="65" y="273"/>
                    <a:pt x="211" y="274"/>
                    <a:pt x="254" y="88"/>
                  </a:cubicBezTo>
                  <a:cubicBezTo>
                    <a:pt x="274" y="0"/>
                    <a:pt x="189" y="6"/>
                    <a:pt x="162" y="38"/>
                  </a:cubicBezTo>
                  <a:cubicBezTo>
                    <a:pt x="138" y="67"/>
                    <a:pt x="96" y="116"/>
                    <a:pt x="50" y="142"/>
                  </a:cubicBezTo>
                  <a:cubicBezTo>
                    <a:pt x="4" y="167"/>
                    <a:pt x="11" y="182"/>
                    <a:pt x="6" y="212"/>
                  </a:cubicBezTo>
                  <a:cubicBezTo>
                    <a:pt x="0" y="242"/>
                    <a:pt x="4" y="283"/>
                    <a:pt x="65" y="273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209">
              <a:extLst>
                <a:ext uri="{FF2B5EF4-FFF2-40B4-BE49-F238E27FC236}">
                  <a16:creationId xmlns:a16="http://schemas.microsoft.com/office/drawing/2014/main" id="{1638FFFF-5A34-4504-8861-3E004B029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491"/>
              <a:ext cx="567" cy="311"/>
            </a:xfrm>
            <a:custGeom>
              <a:avLst/>
              <a:gdLst>
                <a:gd name="T0" fmla="*/ 446 w 370"/>
                <a:gd name="T1" fmla="*/ 140 h 202"/>
                <a:gd name="T2" fmla="*/ 751 w 370"/>
                <a:gd name="T3" fmla="*/ 91 h 202"/>
                <a:gd name="T4" fmla="*/ 1177 w 370"/>
                <a:gd name="T5" fmla="*/ 337 h 202"/>
                <a:gd name="T6" fmla="*/ 1303 w 370"/>
                <a:gd name="T7" fmla="*/ 548 h 202"/>
                <a:gd name="T8" fmla="*/ 932 w 370"/>
                <a:gd name="T9" fmla="*/ 716 h 202"/>
                <a:gd name="T10" fmla="*/ 8 w 370"/>
                <a:gd name="T11" fmla="*/ 610 h 202"/>
                <a:gd name="T12" fmla="*/ 446 w 370"/>
                <a:gd name="T13" fmla="*/ 140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0" h="202">
                  <a:moveTo>
                    <a:pt x="124" y="38"/>
                  </a:moveTo>
                  <a:cubicBezTo>
                    <a:pt x="124" y="38"/>
                    <a:pt x="181" y="0"/>
                    <a:pt x="209" y="25"/>
                  </a:cubicBezTo>
                  <a:cubicBezTo>
                    <a:pt x="238" y="51"/>
                    <a:pt x="284" y="86"/>
                    <a:pt x="327" y="92"/>
                  </a:cubicBezTo>
                  <a:cubicBezTo>
                    <a:pt x="370" y="97"/>
                    <a:pt x="370" y="113"/>
                    <a:pt x="362" y="150"/>
                  </a:cubicBezTo>
                  <a:cubicBezTo>
                    <a:pt x="354" y="186"/>
                    <a:pt x="348" y="202"/>
                    <a:pt x="259" y="196"/>
                  </a:cubicBezTo>
                  <a:cubicBezTo>
                    <a:pt x="170" y="189"/>
                    <a:pt x="0" y="202"/>
                    <a:pt x="2" y="167"/>
                  </a:cubicBezTo>
                  <a:cubicBezTo>
                    <a:pt x="3" y="132"/>
                    <a:pt x="124" y="38"/>
                    <a:pt x="124" y="38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210">
              <a:extLst>
                <a:ext uri="{FF2B5EF4-FFF2-40B4-BE49-F238E27FC236}">
                  <a16:creationId xmlns:a16="http://schemas.microsoft.com/office/drawing/2014/main" id="{593C9D62-41EC-482D-BA77-42C98EB33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268"/>
              <a:ext cx="647" cy="463"/>
            </a:xfrm>
            <a:custGeom>
              <a:avLst/>
              <a:gdLst>
                <a:gd name="T0" fmla="*/ 256 w 422"/>
                <a:gd name="T1" fmla="*/ 211 h 301"/>
                <a:gd name="T2" fmla="*/ 960 w 422"/>
                <a:gd name="T3" fmla="*/ 114 h 301"/>
                <a:gd name="T4" fmla="*/ 1366 w 422"/>
                <a:gd name="T5" fmla="*/ 514 h 301"/>
                <a:gd name="T6" fmla="*/ 1363 w 422"/>
                <a:gd name="T7" fmla="*/ 738 h 301"/>
                <a:gd name="T8" fmla="*/ 724 w 422"/>
                <a:gd name="T9" fmla="*/ 954 h 301"/>
                <a:gd name="T10" fmla="*/ 101 w 422"/>
                <a:gd name="T11" fmla="*/ 392 h 301"/>
                <a:gd name="T12" fmla="*/ 256 w 422"/>
                <a:gd name="T13" fmla="*/ 211 h 3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2" h="301">
                  <a:moveTo>
                    <a:pt x="71" y="58"/>
                  </a:moveTo>
                  <a:cubicBezTo>
                    <a:pt x="71" y="58"/>
                    <a:pt x="228" y="0"/>
                    <a:pt x="266" y="31"/>
                  </a:cubicBezTo>
                  <a:cubicBezTo>
                    <a:pt x="303" y="62"/>
                    <a:pt x="348" y="126"/>
                    <a:pt x="379" y="141"/>
                  </a:cubicBezTo>
                  <a:cubicBezTo>
                    <a:pt x="410" y="156"/>
                    <a:pt x="422" y="176"/>
                    <a:pt x="378" y="203"/>
                  </a:cubicBezTo>
                  <a:cubicBezTo>
                    <a:pt x="333" y="230"/>
                    <a:pt x="298" y="301"/>
                    <a:pt x="201" y="262"/>
                  </a:cubicBezTo>
                  <a:cubicBezTo>
                    <a:pt x="104" y="223"/>
                    <a:pt x="0" y="185"/>
                    <a:pt x="28" y="108"/>
                  </a:cubicBezTo>
                  <a:cubicBezTo>
                    <a:pt x="42" y="72"/>
                    <a:pt x="71" y="58"/>
                    <a:pt x="71" y="58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211">
              <a:extLst>
                <a:ext uri="{FF2B5EF4-FFF2-40B4-BE49-F238E27FC236}">
                  <a16:creationId xmlns:a16="http://schemas.microsoft.com/office/drawing/2014/main" id="{5FBF013B-C948-4760-9445-1A8F7E2BE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482"/>
              <a:ext cx="676" cy="302"/>
            </a:xfrm>
            <a:custGeom>
              <a:avLst/>
              <a:gdLst>
                <a:gd name="T0" fmla="*/ 66 w 441"/>
                <a:gd name="T1" fmla="*/ 519 h 196"/>
                <a:gd name="T2" fmla="*/ 622 w 441"/>
                <a:gd name="T3" fmla="*/ 183 h 196"/>
                <a:gd name="T4" fmla="*/ 1419 w 441"/>
                <a:gd name="T5" fmla="*/ 519 h 196"/>
                <a:gd name="T6" fmla="*/ 1311 w 441"/>
                <a:gd name="T7" fmla="*/ 712 h 196"/>
                <a:gd name="T8" fmla="*/ 208 w 441"/>
                <a:gd name="T9" fmla="*/ 670 h 196"/>
                <a:gd name="T10" fmla="*/ 66 w 441"/>
                <a:gd name="T11" fmla="*/ 519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1" h="196">
                  <a:moveTo>
                    <a:pt x="18" y="142"/>
                  </a:moveTo>
                  <a:cubicBezTo>
                    <a:pt x="18" y="142"/>
                    <a:pt x="92" y="0"/>
                    <a:pt x="173" y="50"/>
                  </a:cubicBezTo>
                  <a:cubicBezTo>
                    <a:pt x="254" y="100"/>
                    <a:pt x="347" y="135"/>
                    <a:pt x="394" y="142"/>
                  </a:cubicBezTo>
                  <a:cubicBezTo>
                    <a:pt x="441" y="149"/>
                    <a:pt x="414" y="193"/>
                    <a:pt x="364" y="195"/>
                  </a:cubicBezTo>
                  <a:cubicBezTo>
                    <a:pt x="315" y="196"/>
                    <a:pt x="113" y="183"/>
                    <a:pt x="58" y="183"/>
                  </a:cubicBezTo>
                  <a:cubicBezTo>
                    <a:pt x="3" y="183"/>
                    <a:pt x="0" y="169"/>
                    <a:pt x="18" y="142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212">
              <a:extLst>
                <a:ext uri="{FF2B5EF4-FFF2-40B4-BE49-F238E27FC236}">
                  <a16:creationId xmlns:a16="http://schemas.microsoft.com/office/drawing/2014/main" id="{73BC853B-0894-4D9D-ABD7-2C6EB8A8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885"/>
              <a:ext cx="521" cy="312"/>
            </a:xfrm>
            <a:custGeom>
              <a:avLst/>
              <a:gdLst>
                <a:gd name="T0" fmla="*/ 101 w 340"/>
                <a:gd name="T1" fmla="*/ 738 h 203"/>
                <a:gd name="T2" fmla="*/ 719 w 340"/>
                <a:gd name="T3" fmla="*/ 738 h 203"/>
                <a:gd name="T4" fmla="*/ 1073 w 340"/>
                <a:gd name="T5" fmla="*/ 435 h 203"/>
                <a:gd name="T6" fmla="*/ 941 w 340"/>
                <a:gd name="T7" fmla="*/ 52 h 203"/>
                <a:gd name="T8" fmla="*/ 475 w 340"/>
                <a:gd name="T9" fmla="*/ 175 h 203"/>
                <a:gd name="T10" fmla="*/ 129 w 340"/>
                <a:gd name="T11" fmla="*/ 334 h 203"/>
                <a:gd name="T12" fmla="*/ 101 w 340"/>
                <a:gd name="T13" fmla="*/ 738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0" h="203">
                  <a:moveTo>
                    <a:pt x="28" y="203"/>
                  </a:moveTo>
                  <a:cubicBezTo>
                    <a:pt x="200" y="203"/>
                    <a:pt x="200" y="203"/>
                    <a:pt x="200" y="203"/>
                  </a:cubicBezTo>
                  <a:cubicBezTo>
                    <a:pt x="200" y="203"/>
                    <a:pt x="282" y="141"/>
                    <a:pt x="298" y="120"/>
                  </a:cubicBezTo>
                  <a:cubicBezTo>
                    <a:pt x="314" y="98"/>
                    <a:pt x="340" y="37"/>
                    <a:pt x="262" y="14"/>
                  </a:cubicBezTo>
                  <a:cubicBezTo>
                    <a:pt x="214" y="0"/>
                    <a:pt x="182" y="36"/>
                    <a:pt x="132" y="48"/>
                  </a:cubicBezTo>
                  <a:cubicBezTo>
                    <a:pt x="82" y="60"/>
                    <a:pt x="50" y="50"/>
                    <a:pt x="36" y="92"/>
                  </a:cubicBezTo>
                  <a:cubicBezTo>
                    <a:pt x="22" y="133"/>
                    <a:pt x="0" y="195"/>
                    <a:pt x="28" y="203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213">
              <a:extLst>
                <a:ext uri="{FF2B5EF4-FFF2-40B4-BE49-F238E27FC236}">
                  <a16:creationId xmlns:a16="http://schemas.microsoft.com/office/drawing/2014/main" id="{F494AAD4-F2DB-4367-881A-5ECF7B42F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549"/>
              <a:ext cx="417" cy="440"/>
            </a:xfrm>
            <a:custGeom>
              <a:avLst/>
              <a:gdLst>
                <a:gd name="T0" fmla="*/ 109 w 272"/>
                <a:gd name="T1" fmla="*/ 874 h 286"/>
                <a:gd name="T2" fmla="*/ 195 w 272"/>
                <a:gd name="T3" fmla="*/ 989 h 286"/>
                <a:gd name="T4" fmla="*/ 763 w 272"/>
                <a:gd name="T5" fmla="*/ 597 h 286"/>
                <a:gd name="T6" fmla="*/ 799 w 272"/>
                <a:gd name="T7" fmla="*/ 115 h 286"/>
                <a:gd name="T8" fmla="*/ 109 w 272"/>
                <a:gd name="T9" fmla="*/ 874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2" h="286">
                  <a:moveTo>
                    <a:pt x="30" y="240"/>
                  </a:moveTo>
                  <a:cubicBezTo>
                    <a:pt x="30" y="240"/>
                    <a:pt x="0" y="286"/>
                    <a:pt x="54" y="272"/>
                  </a:cubicBezTo>
                  <a:cubicBezTo>
                    <a:pt x="108" y="258"/>
                    <a:pt x="182" y="266"/>
                    <a:pt x="212" y="164"/>
                  </a:cubicBezTo>
                  <a:cubicBezTo>
                    <a:pt x="242" y="62"/>
                    <a:pt x="272" y="0"/>
                    <a:pt x="222" y="32"/>
                  </a:cubicBezTo>
                  <a:cubicBezTo>
                    <a:pt x="172" y="64"/>
                    <a:pt x="90" y="90"/>
                    <a:pt x="30" y="240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214">
              <a:extLst>
                <a:ext uri="{FF2B5EF4-FFF2-40B4-BE49-F238E27FC236}">
                  <a16:creationId xmlns:a16="http://schemas.microsoft.com/office/drawing/2014/main" id="{ADEAB75A-2577-49C6-AA24-41897EA13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540"/>
              <a:ext cx="495" cy="520"/>
            </a:xfrm>
            <a:custGeom>
              <a:avLst/>
              <a:gdLst>
                <a:gd name="T0" fmla="*/ 1005 w 323"/>
                <a:gd name="T1" fmla="*/ 8 h 338"/>
                <a:gd name="T2" fmla="*/ 1090 w 323"/>
                <a:gd name="T3" fmla="*/ 197 h 338"/>
                <a:gd name="T4" fmla="*/ 1033 w 323"/>
                <a:gd name="T5" fmla="*/ 691 h 338"/>
                <a:gd name="T6" fmla="*/ 352 w 323"/>
                <a:gd name="T7" fmla="*/ 968 h 338"/>
                <a:gd name="T8" fmla="*/ 129 w 323"/>
                <a:gd name="T9" fmla="*/ 495 h 338"/>
                <a:gd name="T10" fmla="*/ 451 w 323"/>
                <a:gd name="T11" fmla="*/ 52 h 338"/>
                <a:gd name="T12" fmla="*/ 1005 w 323"/>
                <a:gd name="T13" fmla="*/ 8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3" h="338">
                  <a:moveTo>
                    <a:pt x="279" y="2"/>
                  </a:moveTo>
                  <a:cubicBezTo>
                    <a:pt x="279" y="2"/>
                    <a:pt x="307" y="8"/>
                    <a:pt x="303" y="54"/>
                  </a:cubicBezTo>
                  <a:cubicBezTo>
                    <a:pt x="299" y="100"/>
                    <a:pt x="323" y="166"/>
                    <a:pt x="287" y="190"/>
                  </a:cubicBezTo>
                  <a:cubicBezTo>
                    <a:pt x="251" y="214"/>
                    <a:pt x="127" y="338"/>
                    <a:pt x="98" y="266"/>
                  </a:cubicBezTo>
                  <a:cubicBezTo>
                    <a:pt x="74" y="206"/>
                    <a:pt x="0" y="272"/>
                    <a:pt x="36" y="136"/>
                  </a:cubicBezTo>
                  <a:cubicBezTo>
                    <a:pt x="72" y="0"/>
                    <a:pt x="72" y="22"/>
                    <a:pt x="125" y="14"/>
                  </a:cubicBezTo>
                  <a:cubicBezTo>
                    <a:pt x="179" y="6"/>
                    <a:pt x="279" y="2"/>
                    <a:pt x="279" y="2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215">
              <a:extLst>
                <a:ext uri="{FF2B5EF4-FFF2-40B4-BE49-F238E27FC236}">
                  <a16:creationId xmlns:a16="http://schemas.microsoft.com/office/drawing/2014/main" id="{AD69D616-A1BF-449A-BBE3-8789871F9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500"/>
              <a:ext cx="672" cy="292"/>
            </a:xfrm>
            <a:custGeom>
              <a:avLst/>
              <a:gdLst>
                <a:gd name="T0" fmla="*/ 1540 w 439"/>
                <a:gd name="T1" fmla="*/ 298 h 190"/>
                <a:gd name="T2" fmla="*/ 1289 w 439"/>
                <a:gd name="T3" fmla="*/ 8 h 190"/>
                <a:gd name="T4" fmla="*/ 150 w 439"/>
                <a:gd name="T5" fmla="*/ 80 h 190"/>
                <a:gd name="T6" fmla="*/ 28 w 439"/>
                <a:gd name="T7" fmla="*/ 406 h 190"/>
                <a:gd name="T8" fmla="*/ 553 w 439"/>
                <a:gd name="T9" fmla="*/ 630 h 190"/>
                <a:gd name="T10" fmla="*/ 1540 w 439"/>
                <a:gd name="T11" fmla="*/ 298 h 1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9" h="190">
                  <a:moveTo>
                    <a:pt x="429" y="82"/>
                  </a:moveTo>
                  <a:cubicBezTo>
                    <a:pt x="429" y="82"/>
                    <a:pt x="439" y="0"/>
                    <a:pt x="359" y="2"/>
                  </a:cubicBezTo>
                  <a:cubicBezTo>
                    <a:pt x="311" y="4"/>
                    <a:pt x="64" y="10"/>
                    <a:pt x="42" y="22"/>
                  </a:cubicBezTo>
                  <a:cubicBezTo>
                    <a:pt x="20" y="34"/>
                    <a:pt x="0" y="34"/>
                    <a:pt x="8" y="112"/>
                  </a:cubicBezTo>
                  <a:cubicBezTo>
                    <a:pt x="16" y="190"/>
                    <a:pt x="62" y="186"/>
                    <a:pt x="154" y="174"/>
                  </a:cubicBezTo>
                  <a:cubicBezTo>
                    <a:pt x="245" y="162"/>
                    <a:pt x="407" y="188"/>
                    <a:pt x="429" y="82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216">
              <a:extLst>
                <a:ext uri="{FF2B5EF4-FFF2-40B4-BE49-F238E27FC236}">
                  <a16:creationId xmlns:a16="http://schemas.microsoft.com/office/drawing/2014/main" id="{86CED2A2-E3F4-45FD-8A03-AF720FEE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925"/>
              <a:ext cx="719" cy="275"/>
            </a:xfrm>
            <a:custGeom>
              <a:avLst/>
              <a:gdLst>
                <a:gd name="T0" fmla="*/ 432 w 469"/>
                <a:gd name="T1" fmla="*/ 648 h 179"/>
                <a:gd name="T2" fmla="*/ 1401 w 469"/>
                <a:gd name="T3" fmla="*/ 648 h 179"/>
                <a:gd name="T4" fmla="*/ 1366 w 469"/>
                <a:gd name="T5" fmla="*/ 453 h 179"/>
                <a:gd name="T6" fmla="*/ 724 w 469"/>
                <a:gd name="T7" fmla="*/ 144 h 179"/>
                <a:gd name="T8" fmla="*/ 383 w 469"/>
                <a:gd name="T9" fmla="*/ 432 h 179"/>
                <a:gd name="T10" fmla="*/ 432 w 469"/>
                <a:gd name="T11" fmla="*/ 648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9" h="179">
                  <a:moveTo>
                    <a:pt x="120" y="179"/>
                  </a:moveTo>
                  <a:cubicBezTo>
                    <a:pt x="389" y="179"/>
                    <a:pt x="389" y="179"/>
                    <a:pt x="389" y="179"/>
                  </a:cubicBezTo>
                  <a:cubicBezTo>
                    <a:pt x="389" y="179"/>
                    <a:pt x="469" y="173"/>
                    <a:pt x="379" y="125"/>
                  </a:cubicBezTo>
                  <a:cubicBezTo>
                    <a:pt x="289" y="78"/>
                    <a:pt x="265" y="0"/>
                    <a:pt x="201" y="40"/>
                  </a:cubicBezTo>
                  <a:cubicBezTo>
                    <a:pt x="138" y="80"/>
                    <a:pt x="124" y="101"/>
                    <a:pt x="106" y="119"/>
                  </a:cubicBezTo>
                  <a:cubicBezTo>
                    <a:pt x="88" y="137"/>
                    <a:pt x="0" y="179"/>
                    <a:pt x="120" y="179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217">
              <a:extLst>
                <a:ext uri="{FF2B5EF4-FFF2-40B4-BE49-F238E27FC236}">
                  <a16:creationId xmlns:a16="http://schemas.microsoft.com/office/drawing/2014/main" id="{0F8B097D-12B2-4202-8B1D-1A0E3F4A6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2897"/>
              <a:ext cx="620" cy="303"/>
            </a:xfrm>
            <a:custGeom>
              <a:avLst/>
              <a:gdLst>
                <a:gd name="T0" fmla="*/ 337 w 405"/>
                <a:gd name="T1" fmla="*/ 717 h 197"/>
                <a:gd name="T2" fmla="*/ 1303 w 405"/>
                <a:gd name="T3" fmla="*/ 717 h 197"/>
                <a:gd name="T4" fmla="*/ 1130 w 405"/>
                <a:gd name="T5" fmla="*/ 469 h 197"/>
                <a:gd name="T6" fmla="*/ 547 w 405"/>
                <a:gd name="T7" fmla="*/ 241 h 197"/>
                <a:gd name="T8" fmla="*/ 337 w 405"/>
                <a:gd name="T9" fmla="*/ 717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5" h="197">
                  <a:moveTo>
                    <a:pt x="94" y="197"/>
                  </a:moveTo>
                  <a:cubicBezTo>
                    <a:pt x="363" y="197"/>
                    <a:pt x="363" y="197"/>
                    <a:pt x="363" y="197"/>
                  </a:cubicBezTo>
                  <a:cubicBezTo>
                    <a:pt x="363" y="197"/>
                    <a:pt x="405" y="175"/>
                    <a:pt x="315" y="129"/>
                  </a:cubicBezTo>
                  <a:cubicBezTo>
                    <a:pt x="225" y="84"/>
                    <a:pt x="207" y="0"/>
                    <a:pt x="152" y="66"/>
                  </a:cubicBezTo>
                  <a:cubicBezTo>
                    <a:pt x="96" y="131"/>
                    <a:pt x="0" y="185"/>
                    <a:pt x="94" y="197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218">
              <a:extLst>
                <a:ext uri="{FF2B5EF4-FFF2-40B4-BE49-F238E27FC236}">
                  <a16:creationId xmlns:a16="http://schemas.microsoft.com/office/drawing/2014/main" id="{D872752D-4248-4FD7-9D4B-C677D267C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740"/>
              <a:ext cx="557" cy="423"/>
            </a:xfrm>
            <a:custGeom>
              <a:avLst/>
              <a:gdLst>
                <a:gd name="T0" fmla="*/ 499 w 363"/>
                <a:gd name="T1" fmla="*/ 154 h 275"/>
                <a:gd name="T2" fmla="*/ 181 w 363"/>
                <a:gd name="T3" fmla="*/ 365 h 275"/>
                <a:gd name="T4" fmla="*/ 160 w 363"/>
                <a:gd name="T5" fmla="*/ 611 h 275"/>
                <a:gd name="T6" fmla="*/ 723 w 363"/>
                <a:gd name="T7" fmla="*/ 863 h 275"/>
                <a:gd name="T8" fmla="*/ 1246 w 363"/>
                <a:gd name="T9" fmla="*/ 154 h 275"/>
                <a:gd name="T10" fmla="*/ 499 w 363"/>
                <a:gd name="T11" fmla="*/ 154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3" h="275">
                  <a:moveTo>
                    <a:pt x="138" y="42"/>
                  </a:moveTo>
                  <a:cubicBezTo>
                    <a:pt x="138" y="42"/>
                    <a:pt x="74" y="70"/>
                    <a:pt x="50" y="100"/>
                  </a:cubicBezTo>
                  <a:cubicBezTo>
                    <a:pt x="26" y="130"/>
                    <a:pt x="0" y="130"/>
                    <a:pt x="44" y="168"/>
                  </a:cubicBezTo>
                  <a:cubicBezTo>
                    <a:pt x="88" y="206"/>
                    <a:pt x="144" y="275"/>
                    <a:pt x="200" y="237"/>
                  </a:cubicBezTo>
                  <a:cubicBezTo>
                    <a:pt x="256" y="200"/>
                    <a:pt x="363" y="84"/>
                    <a:pt x="345" y="42"/>
                  </a:cubicBezTo>
                  <a:cubicBezTo>
                    <a:pt x="327" y="0"/>
                    <a:pt x="166" y="32"/>
                    <a:pt x="138" y="42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219">
              <a:extLst>
                <a:ext uri="{FF2B5EF4-FFF2-40B4-BE49-F238E27FC236}">
                  <a16:creationId xmlns:a16="http://schemas.microsoft.com/office/drawing/2014/main" id="{73EC11C6-67B1-41C9-8FA0-46717F93C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754"/>
              <a:ext cx="486" cy="446"/>
            </a:xfrm>
            <a:custGeom>
              <a:avLst/>
              <a:gdLst>
                <a:gd name="T0" fmla="*/ 400 w 317"/>
                <a:gd name="T1" fmla="*/ 34 h 290"/>
                <a:gd name="T2" fmla="*/ 141 w 317"/>
                <a:gd name="T3" fmla="*/ 123 h 290"/>
                <a:gd name="T4" fmla="*/ 101 w 317"/>
                <a:gd name="T5" fmla="*/ 515 h 290"/>
                <a:gd name="T6" fmla="*/ 534 w 317"/>
                <a:gd name="T7" fmla="*/ 837 h 290"/>
                <a:gd name="T8" fmla="*/ 912 w 317"/>
                <a:gd name="T9" fmla="*/ 1043 h 290"/>
                <a:gd name="T10" fmla="*/ 813 w 317"/>
                <a:gd name="T11" fmla="*/ 818 h 290"/>
                <a:gd name="T12" fmla="*/ 432 w 317"/>
                <a:gd name="T13" fmla="*/ 163 h 290"/>
                <a:gd name="T14" fmla="*/ 400 w 317"/>
                <a:gd name="T15" fmla="*/ 34 h 2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7" h="290">
                  <a:moveTo>
                    <a:pt x="111" y="9"/>
                  </a:moveTo>
                  <a:cubicBezTo>
                    <a:pt x="100" y="0"/>
                    <a:pt x="66" y="0"/>
                    <a:pt x="39" y="34"/>
                  </a:cubicBezTo>
                  <a:cubicBezTo>
                    <a:pt x="13" y="69"/>
                    <a:pt x="0" y="119"/>
                    <a:pt x="28" y="142"/>
                  </a:cubicBezTo>
                  <a:cubicBezTo>
                    <a:pt x="55" y="165"/>
                    <a:pt x="133" y="217"/>
                    <a:pt x="148" y="230"/>
                  </a:cubicBezTo>
                  <a:cubicBezTo>
                    <a:pt x="162" y="244"/>
                    <a:pt x="216" y="288"/>
                    <a:pt x="253" y="287"/>
                  </a:cubicBezTo>
                  <a:cubicBezTo>
                    <a:pt x="289" y="285"/>
                    <a:pt x="317" y="290"/>
                    <a:pt x="226" y="225"/>
                  </a:cubicBezTo>
                  <a:cubicBezTo>
                    <a:pt x="135" y="159"/>
                    <a:pt x="117" y="71"/>
                    <a:pt x="120" y="45"/>
                  </a:cubicBezTo>
                  <a:cubicBezTo>
                    <a:pt x="124" y="19"/>
                    <a:pt x="117" y="14"/>
                    <a:pt x="111" y="9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220">
              <a:extLst>
                <a:ext uri="{FF2B5EF4-FFF2-40B4-BE49-F238E27FC236}">
                  <a16:creationId xmlns:a16="http://schemas.microsoft.com/office/drawing/2014/main" id="{637225E0-302C-4A72-A8D4-C91518251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488"/>
              <a:ext cx="713" cy="280"/>
            </a:xfrm>
            <a:custGeom>
              <a:avLst/>
              <a:gdLst>
                <a:gd name="T0" fmla="*/ 331 w 465"/>
                <a:gd name="T1" fmla="*/ 18 h 182"/>
                <a:gd name="T2" fmla="*/ 1262 w 465"/>
                <a:gd name="T3" fmla="*/ 35 h 182"/>
                <a:gd name="T4" fmla="*/ 1509 w 465"/>
                <a:gd name="T5" fmla="*/ 189 h 182"/>
                <a:gd name="T6" fmla="*/ 1000 w 465"/>
                <a:gd name="T7" fmla="*/ 563 h 182"/>
                <a:gd name="T8" fmla="*/ 296 w 465"/>
                <a:gd name="T9" fmla="*/ 386 h 182"/>
                <a:gd name="T10" fmla="*/ 155 w 465"/>
                <a:gd name="T11" fmla="*/ 203 h 182"/>
                <a:gd name="T12" fmla="*/ 331 w 465"/>
                <a:gd name="T13" fmla="*/ 18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5" h="182">
                  <a:moveTo>
                    <a:pt x="92" y="5"/>
                  </a:moveTo>
                  <a:cubicBezTo>
                    <a:pt x="350" y="10"/>
                    <a:pt x="350" y="10"/>
                    <a:pt x="350" y="10"/>
                  </a:cubicBezTo>
                  <a:cubicBezTo>
                    <a:pt x="350" y="10"/>
                    <a:pt x="465" y="0"/>
                    <a:pt x="419" y="52"/>
                  </a:cubicBezTo>
                  <a:cubicBezTo>
                    <a:pt x="373" y="104"/>
                    <a:pt x="338" y="182"/>
                    <a:pt x="277" y="155"/>
                  </a:cubicBezTo>
                  <a:cubicBezTo>
                    <a:pt x="216" y="129"/>
                    <a:pt x="145" y="96"/>
                    <a:pt x="82" y="106"/>
                  </a:cubicBezTo>
                  <a:cubicBezTo>
                    <a:pt x="19" y="116"/>
                    <a:pt x="50" y="80"/>
                    <a:pt x="43" y="56"/>
                  </a:cubicBezTo>
                  <a:cubicBezTo>
                    <a:pt x="37" y="32"/>
                    <a:pt x="0" y="0"/>
                    <a:pt x="92" y="5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221">
              <a:extLst>
                <a:ext uri="{FF2B5EF4-FFF2-40B4-BE49-F238E27FC236}">
                  <a16:creationId xmlns:a16="http://schemas.microsoft.com/office/drawing/2014/main" id="{68E80D00-5D31-45E3-B131-D76E968D1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509"/>
              <a:ext cx="663" cy="446"/>
            </a:xfrm>
            <a:custGeom>
              <a:avLst/>
              <a:gdLst>
                <a:gd name="T0" fmla="*/ 649 w 433"/>
                <a:gd name="T1" fmla="*/ 12 h 290"/>
                <a:gd name="T2" fmla="*/ 1292 w 433"/>
                <a:gd name="T3" fmla="*/ 22 h 290"/>
                <a:gd name="T4" fmla="*/ 1458 w 433"/>
                <a:gd name="T5" fmla="*/ 189 h 290"/>
                <a:gd name="T6" fmla="*/ 1444 w 433"/>
                <a:gd name="T7" fmla="*/ 647 h 290"/>
                <a:gd name="T8" fmla="*/ 900 w 433"/>
                <a:gd name="T9" fmla="*/ 884 h 290"/>
                <a:gd name="T10" fmla="*/ 467 w 433"/>
                <a:gd name="T11" fmla="*/ 920 h 290"/>
                <a:gd name="T12" fmla="*/ 150 w 433"/>
                <a:gd name="T13" fmla="*/ 461 h 290"/>
                <a:gd name="T14" fmla="*/ 412 w 433"/>
                <a:gd name="T15" fmla="*/ 131 h 290"/>
                <a:gd name="T16" fmla="*/ 649 w 433"/>
                <a:gd name="T17" fmla="*/ 12 h 2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3" h="290">
                  <a:moveTo>
                    <a:pt x="181" y="3"/>
                  </a:moveTo>
                  <a:cubicBezTo>
                    <a:pt x="360" y="6"/>
                    <a:pt x="360" y="6"/>
                    <a:pt x="360" y="6"/>
                  </a:cubicBezTo>
                  <a:cubicBezTo>
                    <a:pt x="360" y="6"/>
                    <a:pt x="409" y="0"/>
                    <a:pt x="406" y="52"/>
                  </a:cubicBezTo>
                  <a:cubicBezTo>
                    <a:pt x="404" y="104"/>
                    <a:pt x="433" y="150"/>
                    <a:pt x="402" y="178"/>
                  </a:cubicBezTo>
                  <a:cubicBezTo>
                    <a:pt x="371" y="206"/>
                    <a:pt x="294" y="233"/>
                    <a:pt x="251" y="243"/>
                  </a:cubicBezTo>
                  <a:cubicBezTo>
                    <a:pt x="207" y="253"/>
                    <a:pt x="168" y="290"/>
                    <a:pt x="130" y="253"/>
                  </a:cubicBezTo>
                  <a:cubicBezTo>
                    <a:pt x="92" y="216"/>
                    <a:pt x="0" y="186"/>
                    <a:pt x="42" y="127"/>
                  </a:cubicBezTo>
                  <a:cubicBezTo>
                    <a:pt x="76" y="79"/>
                    <a:pt x="100" y="58"/>
                    <a:pt x="115" y="36"/>
                  </a:cubicBezTo>
                  <a:cubicBezTo>
                    <a:pt x="130" y="14"/>
                    <a:pt x="144" y="4"/>
                    <a:pt x="181" y="3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222">
              <a:extLst>
                <a:ext uri="{FF2B5EF4-FFF2-40B4-BE49-F238E27FC236}">
                  <a16:creationId xmlns:a16="http://schemas.microsoft.com/office/drawing/2014/main" id="{EF99FB25-DE2A-476B-BE8B-DBE21D65E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2503"/>
              <a:ext cx="636" cy="299"/>
            </a:xfrm>
            <a:custGeom>
              <a:avLst/>
              <a:gdLst>
                <a:gd name="T0" fmla="*/ 195 w 415"/>
                <a:gd name="T1" fmla="*/ 35 h 194"/>
                <a:gd name="T2" fmla="*/ 14 w 415"/>
                <a:gd name="T3" fmla="*/ 142 h 194"/>
                <a:gd name="T4" fmla="*/ 40 w 415"/>
                <a:gd name="T5" fmla="*/ 447 h 194"/>
                <a:gd name="T6" fmla="*/ 244 w 415"/>
                <a:gd name="T7" fmla="*/ 698 h 194"/>
                <a:gd name="T8" fmla="*/ 1177 w 415"/>
                <a:gd name="T9" fmla="*/ 583 h 194"/>
                <a:gd name="T10" fmla="*/ 1372 w 415"/>
                <a:gd name="T11" fmla="*/ 48 h 194"/>
                <a:gd name="T12" fmla="*/ 988 w 415"/>
                <a:gd name="T13" fmla="*/ 60 h 194"/>
                <a:gd name="T14" fmla="*/ 195 w 415"/>
                <a:gd name="T15" fmla="*/ 35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5" h="194">
                  <a:moveTo>
                    <a:pt x="54" y="10"/>
                  </a:moveTo>
                  <a:cubicBezTo>
                    <a:pt x="54" y="10"/>
                    <a:pt x="8" y="5"/>
                    <a:pt x="4" y="39"/>
                  </a:cubicBezTo>
                  <a:cubicBezTo>
                    <a:pt x="0" y="73"/>
                    <a:pt x="7" y="101"/>
                    <a:pt x="11" y="122"/>
                  </a:cubicBezTo>
                  <a:cubicBezTo>
                    <a:pt x="14" y="143"/>
                    <a:pt x="6" y="187"/>
                    <a:pt x="68" y="191"/>
                  </a:cubicBezTo>
                  <a:cubicBezTo>
                    <a:pt x="131" y="194"/>
                    <a:pt x="282" y="187"/>
                    <a:pt x="327" y="159"/>
                  </a:cubicBezTo>
                  <a:cubicBezTo>
                    <a:pt x="373" y="131"/>
                    <a:pt x="415" y="25"/>
                    <a:pt x="381" y="13"/>
                  </a:cubicBezTo>
                  <a:cubicBezTo>
                    <a:pt x="347" y="0"/>
                    <a:pt x="329" y="24"/>
                    <a:pt x="275" y="16"/>
                  </a:cubicBezTo>
                  <a:cubicBezTo>
                    <a:pt x="222" y="8"/>
                    <a:pt x="54" y="10"/>
                    <a:pt x="54" y="10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223">
              <a:extLst>
                <a:ext uri="{FF2B5EF4-FFF2-40B4-BE49-F238E27FC236}">
                  <a16:creationId xmlns:a16="http://schemas.microsoft.com/office/drawing/2014/main" id="{CC9FB052-C796-4A92-8B0C-5D9385C4A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482"/>
              <a:ext cx="441" cy="297"/>
            </a:xfrm>
            <a:custGeom>
              <a:avLst/>
              <a:gdLst>
                <a:gd name="T0" fmla="*/ 923 w 288"/>
                <a:gd name="T1" fmla="*/ 48 h 193"/>
                <a:gd name="T2" fmla="*/ 865 w 288"/>
                <a:gd name="T3" fmla="*/ 137 h 193"/>
                <a:gd name="T4" fmla="*/ 481 w 288"/>
                <a:gd name="T5" fmla="*/ 536 h 193"/>
                <a:gd name="T6" fmla="*/ 26 w 288"/>
                <a:gd name="T7" fmla="*/ 419 h 193"/>
                <a:gd name="T8" fmla="*/ 237 w 288"/>
                <a:gd name="T9" fmla="*/ 69 h 193"/>
                <a:gd name="T10" fmla="*/ 923 w 288"/>
                <a:gd name="T11" fmla="*/ 48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8" h="193">
                  <a:moveTo>
                    <a:pt x="257" y="13"/>
                  </a:moveTo>
                  <a:cubicBezTo>
                    <a:pt x="257" y="13"/>
                    <a:pt x="288" y="13"/>
                    <a:pt x="241" y="38"/>
                  </a:cubicBezTo>
                  <a:cubicBezTo>
                    <a:pt x="194" y="64"/>
                    <a:pt x="170" y="102"/>
                    <a:pt x="134" y="147"/>
                  </a:cubicBezTo>
                  <a:cubicBezTo>
                    <a:pt x="97" y="193"/>
                    <a:pt x="0" y="153"/>
                    <a:pt x="7" y="115"/>
                  </a:cubicBezTo>
                  <a:cubicBezTo>
                    <a:pt x="15" y="76"/>
                    <a:pt x="24" y="24"/>
                    <a:pt x="66" y="19"/>
                  </a:cubicBezTo>
                  <a:cubicBezTo>
                    <a:pt x="108" y="14"/>
                    <a:pt x="220" y="0"/>
                    <a:pt x="257" y="13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224">
              <a:extLst>
                <a:ext uri="{FF2B5EF4-FFF2-40B4-BE49-F238E27FC236}">
                  <a16:creationId xmlns:a16="http://schemas.microsoft.com/office/drawing/2014/main" id="{6E8DB567-2C71-4F0A-BDA4-68EF722CB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692"/>
              <a:ext cx="337" cy="448"/>
            </a:xfrm>
            <a:custGeom>
              <a:avLst/>
              <a:gdLst>
                <a:gd name="T0" fmla="*/ 388 w 220"/>
                <a:gd name="T1" fmla="*/ 43 h 291"/>
                <a:gd name="T2" fmla="*/ 617 w 220"/>
                <a:gd name="T3" fmla="*/ 131 h 291"/>
                <a:gd name="T4" fmla="*/ 697 w 220"/>
                <a:gd name="T5" fmla="*/ 339 h 291"/>
                <a:gd name="T6" fmla="*/ 525 w 220"/>
                <a:gd name="T7" fmla="*/ 777 h 291"/>
                <a:gd name="T8" fmla="*/ 309 w 220"/>
                <a:gd name="T9" fmla="*/ 874 h 291"/>
                <a:gd name="T10" fmla="*/ 133 w 220"/>
                <a:gd name="T11" fmla="*/ 365 h 291"/>
                <a:gd name="T12" fmla="*/ 388 w 220"/>
                <a:gd name="T13" fmla="*/ 43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91">
                  <a:moveTo>
                    <a:pt x="108" y="12"/>
                  </a:moveTo>
                  <a:cubicBezTo>
                    <a:pt x="108" y="12"/>
                    <a:pt x="116" y="0"/>
                    <a:pt x="172" y="36"/>
                  </a:cubicBezTo>
                  <a:cubicBezTo>
                    <a:pt x="180" y="42"/>
                    <a:pt x="220" y="49"/>
                    <a:pt x="194" y="93"/>
                  </a:cubicBezTo>
                  <a:cubicBezTo>
                    <a:pt x="168" y="138"/>
                    <a:pt x="152" y="193"/>
                    <a:pt x="146" y="213"/>
                  </a:cubicBezTo>
                  <a:cubicBezTo>
                    <a:pt x="140" y="233"/>
                    <a:pt x="129" y="291"/>
                    <a:pt x="86" y="240"/>
                  </a:cubicBezTo>
                  <a:cubicBezTo>
                    <a:pt x="44" y="189"/>
                    <a:pt x="0" y="155"/>
                    <a:pt x="37" y="100"/>
                  </a:cubicBezTo>
                  <a:cubicBezTo>
                    <a:pt x="74" y="45"/>
                    <a:pt x="108" y="12"/>
                    <a:pt x="108" y="12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225">
              <a:extLst>
                <a:ext uri="{FF2B5EF4-FFF2-40B4-BE49-F238E27FC236}">
                  <a16:creationId xmlns:a16="http://schemas.microsoft.com/office/drawing/2014/main" id="{92D33E5A-F38F-4491-886D-5896899F8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80"/>
              <a:ext cx="654" cy="324"/>
            </a:xfrm>
            <a:custGeom>
              <a:avLst/>
              <a:gdLst>
                <a:gd name="T0" fmla="*/ 513 w 427"/>
                <a:gd name="T1" fmla="*/ 109 h 211"/>
                <a:gd name="T2" fmla="*/ 305 w 427"/>
                <a:gd name="T3" fmla="*/ 28 h 211"/>
                <a:gd name="T4" fmla="*/ 87 w 427"/>
                <a:gd name="T5" fmla="*/ 217 h 211"/>
                <a:gd name="T6" fmla="*/ 508 w 427"/>
                <a:gd name="T7" fmla="*/ 627 h 211"/>
                <a:gd name="T8" fmla="*/ 830 w 427"/>
                <a:gd name="T9" fmla="*/ 765 h 211"/>
                <a:gd name="T10" fmla="*/ 1310 w 427"/>
                <a:gd name="T11" fmla="*/ 765 h 211"/>
                <a:gd name="T12" fmla="*/ 1499 w 427"/>
                <a:gd name="T13" fmla="*/ 590 h 211"/>
                <a:gd name="T14" fmla="*/ 1360 w 427"/>
                <a:gd name="T15" fmla="*/ 439 h 211"/>
                <a:gd name="T16" fmla="*/ 744 w 427"/>
                <a:gd name="T17" fmla="*/ 278 h 211"/>
                <a:gd name="T18" fmla="*/ 513 w 427"/>
                <a:gd name="T19" fmla="*/ 109 h 2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7" h="211">
                  <a:moveTo>
                    <a:pt x="143" y="30"/>
                  </a:moveTo>
                  <a:cubicBezTo>
                    <a:pt x="143" y="30"/>
                    <a:pt x="112" y="0"/>
                    <a:pt x="85" y="8"/>
                  </a:cubicBezTo>
                  <a:cubicBezTo>
                    <a:pt x="57" y="16"/>
                    <a:pt x="0" y="25"/>
                    <a:pt x="24" y="60"/>
                  </a:cubicBezTo>
                  <a:cubicBezTo>
                    <a:pt x="47" y="94"/>
                    <a:pt x="142" y="173"/>
                    <a:pt x="142" y="173"/>
                  </a:cubicBezTo>
                  <a:cubicBezTo>
                    <a:pt x="142" y="173"/>
                    <a:pt x="170" y="211"/>
                    <a:pt x="231" y="211"/>
                  </a:cubicBezTo>
                  <a:cubicBezTo>
                    <a:pt x="301" y="210"/>
                    <a:pt x="364" y="211"/>
                    <a:pt x="364" y="211"/>
                  </a:cubicBezTo>
                  <a:cubicBezTo>
                    <a:pt x="364" y="211"/>
                    <a:pt x="406" y="206"/>
                    <a:pt x="417" y="163"/>
                  </a:cubicBezTo>
                  <a:cubicBezTo>
                    <a:pt x="427" y="121"/>
                    <a:pt x="410" y="111"/>
                    <a:pt x="379" y="121"/>
                  </a:cubicBezTo>
                  <a:cubicBezTo>
                    <a:pt x="349" y="131"/>
                    <a:pt x="267" y="110"/>
                    <a:pt x="207" y="77"/>
                  </a:cubicBezTo>
                  <a:cubicBezTo>
                    <a:pt x="148" y="44"/>
                    <a:pt x="143" y="30"/>
                    <a:pt x="143" y="30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226">
              <a:extLst>
                <a:ext uri="{FF2B5EF4-FFF2-40B4-BE49-F238E27FC236}">
                  <a16:creationId xmlns:a16="http://schemas.microsoft.com/office/drawing/2014/main" id="{30DDD980-3C28-470A-BE5E-C0EE3EEA6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760"/>
              <a:ext cx="731" cy="308"/>
            </a:xfrm>
            <a:custGeom>
              <a:avLst/>
              <a:gdLst>
                <a:gd name="T0" fmla="*/ 575 w 477"/>
                <a:gd name="T1" fmla="*/ 83 h 200"/>
                <a:gd name="T2" fmla="*/ 319 w 477"/>
                <a:gd name="T3" fmla="*/ 157 h 200"/>
                <a:gd name="T4" fmla="*/ 190 w 477"/>
                <a:gd name="T5" fmla="*/ 413 h 200"/>
                <a:gd name="T6" fmla="*/ 921 w 477"/>
                <a:gd name="T7" fmla="*/ 708 h 200"/>
                <a:gd name="T8" fmla="*/ 1381 w 477"/>
                <a:gd name="T9" fmla="*/ 447 h 200"/>
                <a:gd name="T10" fmla="*/ 1482 w 477"/>
                <a:gd name="T11" fmla="*/ 62 h 200"/>
                <a:gd name="T12" fmla="*/ 575 w 477"/>
                <a:gd name="T13" fmla="*/ 83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7" h="200">
                  <a:moveTo>
                    <a:pt x="160" y="23"/>
                  </a:moveTo>
                  <a:cubicBezTo>
                    <a:pt x="160" y="23"/>
                    <a:pt x="126" y="17"/>
                    <a:pt x="89" y="43"/>
                  </a:cubicBezTo>
                  <a:cubicBezTo>
                    <a:pt x="52" y="69"/>
                    <a:pt x="0" y="68"/>
                    <a:pt x="53" y="113"/>
                  </a:cubicBezTo>
                  <a:cubicBezTo>
                    <a:pt x="107" y="159"/>
                    <a:pt x="201" y="200"/>
                    <a:pt x="256" y="194"/>
                  </a:cubicBezTo>
                  <a:cubicBezTo>
                    <a:pt x="312" y="187"/>
                    <a:pt x="359" y="157"/>
                    <a:pt x="384" y="122"/>
                  </a:cubicBezTo>
                  <a:cubicBezTo>
                    <a:pt x="410" y="86"/>
                    <a:pt x="477" y="0"/>
                    <a:pt x="412" y="17"/>
                  </a:cubicBezTo>
                  <a:cubicBezTo>
                    <a:pt x="348" y="33"/>
                    <a:pt x="209" y="32"/>
                    <a:pt x="160" y="23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227">
              <a:extLst>
                <a:ext uri="{FF2B5EF4-FFF2-40B4-BE49-F238E27FC236}">
                  <a16:creationId xmlns:a16="http://schemas.microsoft.com/office/drawing/2014/main" id="{FACB9DD2-7B89-4ED1-AF5A-54F457AB7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914"/>
              <a:ext cx="383" cy="286"/>
            </a:xfrm>
            <a:custGeom>
              <a:avLst/>
              <a:gdLst>
                <a:gd name="T0" fmla="*/ 234 w 250"/>
                <a:gd name="T1" fmla="*/ 677 h 186"/>
                <a:gd name="T2" fmla="*/ 715 w 250"/>
                <a:gd name="T3" fmla="*/ 677 h 186"/>
                <a:gd name="T4" fmla="*/ 763 w 250"/>
                <a:gd name="T5" fmla="*/ 467 h 186"/>
                <a:gd name="T6" fmla="*/ 561 w 250"/>
                <a:gd name="T7" fmla="*/ 177 h 186"/>
                <a:gd name="T8" fmla="*/ 357 w 250"/>
                <a:gd name="T9" fmla="*/ 146 h 186"/>
                <a:gd name="T10" fmla="*/ 133 w 250"/>
                <a:gd name="T11" fmla="*/ 418 h 186"/>
                <a:gd name="T12" fmla="*/ 234 w 250"/>
                <a:gd name="T13" fmla="*/ 677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86">
                  <a:moveTo>
                    <a:pt x="65" y="186"/>
                  </a:moveTo>
                  <a:cubicBezTo>
                    <a:pt x="199" y="186"/>
                    <a:pt x="199" y="186"/>
                    <a:pt x="199" y="186"/>
                  </a:cubicBezTo>
                  <a:cubicBezTo>
                    <a:pt x="199" y="186"/>
                    <a:pt x="250" y="156"/>
                    <a:pt x="212" y="129"/>
                  </a:cubicBezTo>
                  <a:cubicBezTo>
                    <a:pt x="175" y="101"/>
                    <a:pt x="168" y="64"/>
                    <a:pt x="156" y="49"/>
                  </a:cubicBezTo>
                  <a:cubicBezTo>
                    <a:pt x="143" y="34"/>
                    <a:pt x="137" y="0"/>
                    <a:pt x="99" y="40"/>
                  </a:cubicBezTo>
                  <a:cubicBezTo>
                    <a:pt x="61" y="81"/>
                    <a:pt x="35" y="81"/>
                    <a:pt x="37" y="115"/>
                  </a:cubicBezTo>
                  <a:cubicBezTo>
                    <a:pt x="38" y="149"/>
                    <a:pt x="0" y="186"/>
                    <a:pt x="65" y="186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228">
              <a:extLst>
                <a:ext uri="{FF2B5EF4-FFF2-40B4-BE49-F238E27FC236}">
                  <a16:creationId xmlns:a16="http://schemas.microsoft.com/office/drawing/2014/main" id="{820513F6-3E74-48A9-ADEE-498EBBE66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528"/>
              <a:ext cx="305" cy="375"/>
            </a:xfrm>
            <a:custGeom>
              <a:avLst/>
              <a:gdLst>
                <a:gd name="T0" fmla="*/ 208 w 199"/>
                <a:gd name="T1" fmla="*/ 109 h 244"/>
                <a:gd name="T2" fmla="*/ 167 w 199"/>
                <a:gd name="T3" fmla="*/ 163 h 244"/>
                <a:gd name="T4" fmla="*/ 162 w 199"/>
                <a:gd name="T5" fmla="*/ 546 h 244"/>
                <a:gd name="T6" fmla="*/ 129 w 199"/>
                <a:gd name="T7" fmla="*/ 859 h 244"/>
                <a:gd name="T8" fmla="*/ 702 w 199"/>
                <a:gd name="T9" fmla="*/ 638 h 244"/>
                <a:gd name="T10" fmla="*/ 481 w 199"/>
                <a:gd name="T11" fmla="*/ 318 h 244"/>
                <a:gd name="T12" fmla="*/ 208 w 199"/>
                <a:gd name="T13" fmla="*/ 109 h 2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244">
                  <a:moveTo>
                    <a:pt x="58" y="30"/>
                  </a:moveTo>
                  <a:cubicBezTo>
                    <a:pt x="58" y="30"/>
                    <a:pt x="27" y="0"/>
                    <a:pt x="46" y="45"/>
                  </a:cubicBezTo>
                  <a:cubicBezTo>
                    <a:pt x="65" y="89"/>
                    <a:pt x="52" y="123"/>
                    <a:pt x="45" y="150"/>
                  </a:cubicBezTo>
                  <a:cubicBezTo>
                    <a:pt x="38" y="177"/>
                    <a:pt x="0" y="244"/>
                    <a:pt x="36" y="237"/>
                  </a:cubicBezTo>
                  <a:cubicBezTo>
                    <a:pt x="71" y="230"/>
                    <a:pt x="199" y="211"/>
                    <a:pt x="195" y="176"/>
                  </a:cubicBezTo>
                  <a:cubicBezTo>
                    <a:pt x="192" y="142"/>
                    <a:pt x="156" y="105"/>
                    <a:pt x="134" y="88"/>
                  </a:cubicBezTo>
                  <a:cubicBezTo>
                    <a:pt x="112" y="70"/>
                    <a:pt x="58" y="30"/>
                    <a:pt x="58" y="30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229">
              <a:extLst>
                <a:ext uri="{FF2B5EF4-FFF2-40B4-BE49-F238E27FC236}">
                  <a16:creationId xmlns:a16="http://schemas.microsoft.com/office/drawing/2014/main" id="{7CCB09D3-8083-4C71-B968-CE34A546D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894"/>
              <a:ext cx="361" cy="346"/>
            </a:xfrm>
            <a:custGeom>
              <a:avLst/>
              <a:gdLst>
                <a:gd name="T0" fmla="*/ 791 w 235"/>
                <a:gd name="T1" fmla="*/ 312 h 225"/>
                <a:gd name="T2" fmla="*/ 602 w 235"/>
                <a:gd name="T3" fmla="*/ 14 h 225"/>
                <a:gd name="T4" fmla="*/ 298 w 235"/>
                <a:gd name="T5" fmla="*/ 141 h 225"/>
                <a:gd name="T6" fmla="*/ 89 w 235"/>
                <a:gd name="T7" fmla="*/ 581 h 225"/>
                <a:gd name="T8" fmla="*/ 298 w 235"/>
                <a:gd name="T9" fmla="*/ 717 h 225"/>
                <a:gd name="T10" fmla="*/ 791 w 235"/>
                <a:gd name="T11" fmla="*/ 312 h 2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5" h="225">
                  <a:moveTo>
                    <a:pt x="218" y="86"/>
                  </a:moveTo>
                  <a:cubicBezTo>
                    <a:pt x="218" y="86"/>
                    <a:pt x="210" y="0"/>
                    <a:pt x="166" y="4"/>
                  </a:cubicBezTo>
                  <a:cubicBezTo>
                    <a:pt x="121" y="9"/>
                    <a:pt x="99" y="5"/>
                    <a:pt x="82" y="39"/>
                  </a:cubicBezTo>
                  <a:cubicBezTo>
                    <a:pt x="66" y="74"/>
                    <a:pt x="25" y="160"/>
                    <a:pt x="25" y="160"/>
                  </a:cubicBezTo>
                  <a:cubicBezTo>
                    <a:pt x="25" y="160"/>
                    <a:pt x="0" y="199"/>
                    <a:pt x="82" y="197"/>
                  </a:cubicBezTo>
                  <a:cubicBezTo>
                    <a:pt x="163" y="195"/>
                    <a:pt x="235" y="225"/>
                    <a:pt x="218" y="86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230">
              <a:extLst>
                <a:ext uri="{FF2B5EF4-FFF2-40B4-BE49-F238E27FC236}">
                  <a16:creationId xmlns:a16="http://schemas.microsoft.com/office/drawing/2014/main" id="{06B84725-64E0-4E2E-B434-D30A473D7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2811"/>
              <a:ext cx="323" cy="403"/>
            </a:xfrm>
            <a:custGeom>
              <a:avLst/>
              <a:gdLst>
                <a:gd name="T0" fmla="*/ 462 w 211"/>
                <a:gd name="T1" fmla="*/ 168 h 262"/>
                <a:gd name="T2" fmla="*/ 305 w 211"/>
                <a:gd name="T3" fmla="*/ 58 h 262"/>
                <a:gd name="T4" fmla="*/ 32 w 211"/>
                <a:gd name="T5" fmla="*/ 312 h 262"/>
                <a:gd name="T6" fmla="*/ 67 w 211"/>
                <a:gd name="T7" fmla="*/ 721 h 262"/>
                <a:gd name="T8" fmla="*/ 279 w 211"/>
                <a:gd name="T9" fmla="*/ 928 h 262"/>
                <a:gd name="T10" fmla="*/ 663 w 211"/>
                <a:gd name="T11" fmla="*/ 731 h 262"/>
                <a:gd name="T12" fmla="*/ 462 w 211"/>
                <a:gd name="T13" fmla="*/ 168 h 2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262">
                  <a:moveTo>
                    <a:pt x="129" y="46"/>
                  </a:moveTo>
                  <a:cubicBezTo>
                    <a:pt x="129" y="46"/>
                    <a:pt x="115" y="0"/>
                    <a:pt x="85" y="16"/>
                  </a:cubicBezTo>
                  <a:cubicBezTo>
                    <a:pt x="55" y="31"/>
                    <a:pt x="0" y="34"/>
                    <a:pt x="9" y="86"/>
                  </a:cubicBezTo>
                  <a:cubicBezTo>
                    <a:pt x="18" y="139"/>
                    <a:pt x="21" y="179"/>
                    <a:pt x="19" y="198"/>
                  </a:cubicBezTo>
                  <a:cubicBezTo>
                    <a:pt x="17" y="218"/>
                    <a:pt x="10" y="254"/>
                    <a:pt x="78" y="255"/>
                  </a:cubicBezTo>
                  <a:cubicBezTo>
                    <a:pt x="145" y="256"/>
                    <a:pt x="211" y="262"/>
                    <a:pt x="185" y="201"/>
                  </a:cubicBezTo>
                  <a:cubicBezTo>
                    <a:pt x="159" y="140"/>
                    <a:pt x="129" y="46"/>
                    <a:pt x="129" y="46"/>
                  </a:cubicBezTo>
                  <a:close/>
                </a:path>
              </a:pathLst>
            </a:custGeom>
            <a:noFill/>
            <a:ln w="9525" cap="flat">
              <a:solidFill>
                <a:srgbClr val="7F1E1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231">
              <a:extLst>
                <a:ext uri="{FF2B5EF4-FFF2-40B4-BE49-F238E27FC236}">
                  <a16:creationId xmlns:a16="http://schemas.microsoft.com/office/drawing/2014/main" id="{A71A0BC5-A799-4F8B-8DB7-E4A5807F1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135"/>
              <a:ext cx="118" cy="95"/>
            </a:xfrm>
            <a:custGeom>
              <a:avLst/>
              <a:gdLst>
                <a:gd name="T0" fmla="*/ 0 w 77"/>
                <a:gd name="T1" fmla="*/ 0 h 62"/>
                <a:gd name="T2" fmla="*/ 149 w 77"/>
                <a:gd name="T3" fmla="*/ 61 h 62"/>
                <a:gd name="T4" fmla="*/ 277 w 77"/>
                <a:gd name="T5" fmla="*/ 224 h 62"/>
                <a:gd name="T6" fmla="*/ 136 w 77"/>
                <a:gd name="T7" fmla="*/ 97 h 62"/>
                <a:gd name="T8" fmla="*/ 14 w 77"/>
                <a:gd name="T9" fmla="*/ 2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2">
                  <a:moveTo>
                    <a:pt x="0" y="0"/>
                  </a:moveTo>
                  <a:cubicBezTo>
                    <a:pt x="14" y="6"/>
                    <a:pt x="27" y="4"/>
                    <a:pt x="41" y="17"/>
                  </a:cubicBezTo>
                  <a:cubicBezTo>
                    <a:pt x="56" y="30"/>
                    <a:pt x="65" y="48"/>
                    <a:pt x="77" y="62"/>
                  </a:cubicBezTo>
                  <a:cubicBezTo>
                    <a:pt x="61" y="57"/>
                    <a:pt x="51" y="37"/>
                    <a:pt x="38" y="27"/>
                  </a:cubicBezTo>
                  <a:cubicBezTo>
                    <a:pt x="29" y="19"/>
                    <a:pt x="16" y="10"/>
                    <a:pt x="4" y="8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232">
              <a:extLst>
                <a:ext uri="{FF2B5EF4-FFF2-40B4-BE49-F238E27FC236}">
                  <a16:creationId xmlns:a16="http://schemas.microsoft.com/office/drawing/2014/main" id="{7DE54C2E-C529-466F-8018-F1F5E1A57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410"/>
              <a:ext cx="213" cy="106"/>
            </a:xfrm>
            <a:custGeom>
              <a:avLst/>
              <a:gdLst>
                <a:gd name="T0" fmla="*/ 0 w 139"/>
                <a:gd name="T1" fmla="*/ 69 h 69"/>
                <a:gd name="T2" fmla="*/ 136 w 139"/>
                <a:gd name="T3" fmla="*/ 0 h 69"/>
                <a:gd name="T4" fmla="*/ 256 w 139"/>
                <a:gd name="T5" fmla="*/ 74 h 69"/>
                <a:gd name="T6" fmla="*/ 500 w 139"/>
                <a:gd name="T7" fmla="*/ 250 h 69"/>
                <a:gd name="T8" fmla="*/ 256 w 139"/>
                <a:gd name="T9" fmla="*/ 163 h 69"/>
                <a:gd name="T10" fmla="*/ 18 w 139"/>
                <a:gd name="T11" fmla="*/ 54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69">
                  <a:moveTo>
                    <a:pt x="0" y="19"/>
                  </a:moveTo>
                  <a:cubicBezTo>
                    <a:pt x="5" y="8"/>
                    <a:pt x="27" y="1"/>
                    <a:pt x="38" y="0"/>
                  </a:cubicBezTo>
                  <a:cubicBezTo>
                    <a:pt x="53" y="0"/>
                    <a:pt x="60" y="10"/>
                    <a:pt x="71" y="20"/>
                  </a:cubicBezTo>
                  <a:cubicBezTo>
                    <a:pt x="92" y="42"/>
                    <a:pt x="114" y="52"/>
                    <a:pt x="139" y="69"/>
                  </a:cubicBezTo>
                  <a:cubicBezTo>
                    <a:pt x="112" y="68"/>
                    <a:pt x="92" y="61"/>
                    <a:pt x="71" y="45"/>
                  </a:cubicBezTo>
                  <a:cubicBezTo>
                    <a:pt x="53" y="30"/>
                    <a:pt x="32" y="2"/>
                    <a:pt x="5" y="1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233">
              <a:extLst>
                <a:ext uri="{FF2B5EF4-FFF2-40B4-BE49-F238E27FC236}">
                  <a16:creationId xmlns:a16="http://schemas.microsoft.com/office/drawing/2014/main" id="{F7E5242A-61F5-4CCE-83E9-D7A9221C6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127"/>
              <a:ext cx="215" cy="52"/>
            </a:xfrm>
            <a:custGeom>
              <a:avLst/>
              <a:gdLst>
                <a:gd name="T0" fmla="*/ 0 w 140"/>
                <a:gd name="T1" fmla="*/ 21 h 34"/>
                <a:gd name="T2" fmla="*/ 309 w 140"/>
                <a:gd name="T3" fmla="*/ 21 h 34"/>
                <a:gd name="T4" fmla="*/ 458 w 140"/>
                <a:gd name="T5" fmla="*/ 26 h 34"/>
                <a:gd name="T6" fmla="*/ 384 w 140"/>
                <a:gd name="T7" fmla="*/ 122 h 34"/>
                <a:gd name="T8" fmla="*/ 364 w 140"/>
                <a:gd name="T9" fmla="*/ 57 h 34"/>
                <a:gd name="T10" fmla="*/ 232 w 140"/>
                <a:gd name="T11" fmla="*/ 57 h 34"/>
                <a:gd name="T12" fmla="*/ 28 w 140"/>
                <a:gd name="T13" fmla="*/ 2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34">
                  <a:moveTo>
                    <a:pt x="0" y="6"/>
                  </a:moveTo>
                  <a:cubicBezTo>
                    <a:pt x="27" y="11"/>
                    <a:pt x="56" y="9"/>
                    <a:pt x="85" y="6"/>
                  </a:cubicBezTo>
                  <a:cubicBezTo>
                    <a:pt x="96" y="5"/>
                    <a:pt x="117" y="0"/>
                    <a:pt x="126" y="7"/>
                  </a:cubicBezTo>
                  <a:cubicBezTo>
                    <a:pt x="140" y="19"/>
                    <a:pt x="116" y="28"/>
                    <a:pt x="106" y="34"/>
                  </a:cubicBezTo>
                  <a:cubicBezTo>
                    <a:pt x="113" y="22"/>
                    <a:pt x="114" y="19"/>
                    <a:pt x="100" y="16"/>
                  </a:cubicBezTo>
                  <a:cubicBezTo>
                    <a:pt x="89" y="14"/>
                    <a:pt x="75" y="16"/>
                    <a:pt x="64" y="16"/>
                  </a:cubicBezTo>
                  <a:cubicBezTo>
                    <a:pt x="45" y="16"/>
                    <a:pt x="25" y="15"/>
                    <a:pt x="8" y="8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234">
              <a:extLst>
                <a:ext uri="{FF2B5EF4-FFF2-40B4-BE49-F238E27FC236}">
                  <a16:creationId xmlns:a16="http://schemas.microsoft.com/office/drawing/2014/main" id="{3B49E084-5037-47BA-94E3-A471EE36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136"/>
              <a:ext cx="245" cy="149"/>
            </a:xfrm>
            <a:custGeom>
              <a:avLst/>
              <a:gdLst>
                <a:gd name="T0" fmla="*/ 0 w 160"/>
                <a:gd name="T1" fmla="*/ 184 h 97"/>
                <a:gd name="T2" fmla="*/ 394 w 160"/>
                <a:gd name="T3" fmla="*/ 35 h 97"/>
                <a:gd name="T4" fmla="*/ 564 w 160"/>
                <a:gd name="T5" fmla="*/ 352 h 97"/>
                <a:gd name="T6" fmla="*/ 358 w 160"/>
                <a:gd name="T7" fmla="*/ 135 h 97"/>
                <a:gd name="T8" fmla="*/ 47 w 160"/>
                <a:gd name="T9" fmla="*/ 155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97">
                  <a:moveTo>
                    <a:pt x="0" y="51"/>
                  </a:moveTo>
                  <a:cubicBezTo>
                    <a:pt x="35" y="48"/>
                    <a:pt x="74" y="0"/>
                    <a:pt x="110" y="10"/>
                  </a:cubicBezTo>
                  <a:cubicBezTo>
                    <a:pt x="140" y="19"/>
                    <a:pt x="160" y="68"/>
                    <a:pt x="157" y="97"/>
                  </a:cubicBezTo>
                  <a:cubicBezTo>
                    <a:pt x="138" y="78"/>
                    <a:pt x="125" y="49"/>
                    <a:pt x="100" y="37"/>
                  </a:cubicBezTo>
                  <a:cubicBezTo>
                    <a:pt x="72" y="24"/>
                    <a:pt x="41" y="39"/>
                    <a:pt x="13" y="43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235">
              <a:extLst>
                <a:ext uri="{FF2B5EF4-FFF2-40B4-BE49-F238E27FC236}">
                  <a16:creationId xmlns:a16="http://schemas.microsoft.com/office/drawing/2014/main" id="{A984D2FD-A7E4-4CB2-BB77-580876BF3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133"/>
              <a:ext cx="287" cy="252"/>
            </a:xfrm>
            <a:custGeom>
              <a:avLst/>
              <a:gdLst>
                <a:gd name="T0" fmla="*/ 0 w 187"/>
                <a:gd name="T1" fmla="*/ 18 h 164"/>
                <a:gd name="T2" fmla="*/ 316 w 187"/>
                <a:gd name="T3" fmla="*/ 22 h 164"/>
                <a:gd name="T4" fmla="*/ 510 w 187"/>
                <a:gd name="T5" fmla="*/ 43 h 164"/>
                <a:gd name="T6" fmla="*/ 488 w 187"/>
                <a:gd name="T7" fmla="*/ 595 h 164"/>
                <a:gd name="T8" fmla="*/ 510 w 187"/>
                <a:gd name="T9" fmla="*/ 410 h 164"/>
                <a:gd name="T10" fmla="*/ 520 w 187"/>
                <a:gd name="T11" fmla="*/ 211 h 164"/>
                <a:gd name="T12" fmla="*/ 419 w 187"/>
                <a:gd name="T13" fmla="*/ 75 h 164"/>
                <a:gd name="T14" fmla="*/ 69 w 187"/>
                <a:gd name="T15" fmla="*/ 40 h 1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7" h="164">
                  <a:moveTo>
                    <a:pt x="0" y="5"/>
                  </a:moveTo>
                  <a:cubicBezTo>
                    <a:pt x="27" y="12"/>
                    <a:pt x="59" y="6"/>
                    <a:pt x="87" y="6"/>
                  </a:cubicBezTo>
                  <a:cubicBezTo>
                    <a:pt x="105" y="6"/>
                    <a:pt x="126" y="0"/>
                    <a:pt x="141" y="12"/>
                  </a:cubicBezTo>
                  <a:cubicBezTo>
                    <a:pt x="187" y="49"/>
                    <a:pt x="148" y="122"/>
                    <a:pt x="135" y="164"/>
                  </a:cubicBezTo>
                  <a:cubicBezTo>
                    <a:pt x="130" y="151"/>
                    <a:pt x="138" y="127"/>
                    <a:pt x="141" y="113"/>
                  </a:cubicBezTo>
                  <a:cubicBezTo>
                    <a:pt x="144" y="96"/>
                    <a:pt x="147" y="75"/>
                    <a:pt x="144" y="58"/>
                  </a:cubicBezTo>
                  <a:cubicBezTo>
                    <a:pt x="141" y="42"/>
                    <a:pt x="130" y="27"/>
                    <a:pt x="116" y="21"/>
                  </a:cubicBezTo>
                  <a:cubicBezTo>
                    <a:pt x="85" y="8"/>
                    <a:pt x="51" y="13"/>
                    <a:pt x="19" y="1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236">
              <a:extLst>
                <a:ext uri="{FF2B5EF4-FFF2-40B4-BE49-F238E27FC236}">
                  <a16:creationId xmlns:a16="http://schemas.microsoft.com/office/drawing/2014/main" id="{A91E1457-77F9-440C-A285-90BB999E0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136"/>
              <a:ext cx="197" cy="63"/>
            </a:xfrm>
            <a:custGeom>
              <a:avLst/>
              <a:gdLst>
                <a:gd name="T0" fmla="*/ 67 w 129"/>
                <a:gd name="T1" fmla="*/ 131 h 41"/>
                <a:gd name="T2" fmla="*/ 257 w 129"/>
                <a:gd name="T3" fmla="*/ 28 h 41"/>
                <a:gd name="T4" fmla="*/ 460 w 129"/>
                <a:gd name="T5" fmla="*/ 8 h 41"/>
                <a:gd name="T6" fmla="*/ 260 w 129"/>
                <a:gd name="T7" fmla="*/ 75 h 41"/>
                <a:gd name="T8" fmla="*/ 57 w 129"/>
                <a:gd name="T9" fmla="*/ 14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41">
                  <a:moveTo>
                    <a:pt x="19" y="36"/>
                  </a:moveTo>
                  <a:cubicBezTo>
                    <a:pt x="0" y="7"/>
                    <a:pt x="60" y="9"/>
                    <a:pt x="72" y="8"/>
                  </a:cubicBezTo>
                  <a:cubicBezTo>
                    <a:pt x="91" y="7"/>
                    <a:pt x="111" y="0"/>
                    <a:pt x="129" y="2"/>
                  </a:cubicBezTo>
                  <a:cubicBezTo>
                    <a:pt x="122" y="18"/>
                    <a:pt x="88" y="19"/>
                    <a:pt x="73" y="21"/>
                  </a:cubicBezTo>
                  <a:cubicBezTo>
                    <a:pt x="52" y="25"/>
                    <a:pt x="33" y="28"/>
                    <a:pt x="16" y="4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237">
              <a:extLst>
                <a:ext uri="{FF2B5EF4-FFF2-40B4-BE49-F238E27FC236}">
                  <a16:creationId xmlns:a16="http://schemas.microsoft.com/office/drawing/2014/main" id="{B6FAB0B8-F3D9-4046-8D52-985EA69DE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418"/>
              <a:ext cx="122" cy="93"/>
            </a:xfrm>
            <a:custGeom>
              <a:avLst/>
              <a:gdLst>
                <a:gd name="T0" fmla="*/ 0 w 80"/>
                <a:gd name="T1" fmla="*/ 61 h 61"/>
                <a:gd name="T2" fmla="*/ 169 w 80"/>
                <a:gd name="T3" fmla="*/ 41 h 61"/>
                <a:gd name="T4" fmla="*/ 279 w 80"/>
                <a:gd name="T5" fmla="*/ 216 h 61"/>
                <a:gd name="T6" fmla="*/ 160 w 80"/>
                <a:gd name="T7" fmla="*/ 79 h 61"/>
                <a:gd name="T8" fmla="*/ 26 w 80"/>
                <a:gd name="T9" fmla="*/ 4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61">
                  <a:moveTo>
                    <a:pt x="0" y="17"/>
                  </a:moveTo>
                  <a:cubicBezTo>
                    <a:pt x="16" y="5"/>
                    <a:pt x="32" y="0"/>
                    <a:pt x="48" y="12"/>
                  </a:cubicBezTo>
                  <a:cubicBezTo>
                    <a:pt x="62" y="22"/>
                    <a:pt x="80" y="43"/>
                    <a:pt x="79" y="61"/>
                  </a:cubicBezTo>
                  <a:cubicBezTo>
                    <a:pt x="66" y="61"/>
                    <a:pt x="55" y="31"/>
                    <a:pt x="45" y="22"/>
                  </a:cubicBezTo>
                  <a:cubicBezTo>
                    <a:pt x="35" y="14"/>
                    <a:pt x="20" y="10"/>
                    <a:pt x="7" y="1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238">
              <a:extLst>
                <a:ext uri="{FF2B5EF4-FFF2-40B4-BE49-F238E27FC236}">
                  <a16:creationId xmlns:a16="http://schemas.microsoft.com/office/drawing/2014/main" id="{D5864541-789C-4A2F-A62F-07220F96B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579"/>
              <a:ext cx="226" cy="112"/>
            </a:xfrm>
            <a:custGeom>
              <a:avLst/>
              <a:gdLst>
                <a:gd name="T0" fmla="*/ 0 w 148"/>
                <a:gd name="T1" fmla="*/ 21 h 73"/>
                <a:gd name="T2" fmla="*/ 385 w 148"/>
                <a:gd name="T3" fmla="*/ 21 h 73"/>
                <a:gd name="T4" fmla="*/ 499 w 148"/>
                <a:gd name="T5" fmla="*/ 264 h 73"/>
                <a:gd name="T6" fmla="*/ 296 w 148"/>
                <a:gd name="T7" fmla="*/ 58 h 73"/>
                <a:gd name="T8" fmla="*/ 12 w 148"/>
                <a:gd name="T9" fmla="*/ 3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73">
                  <a:moveTo>
                    <a:pt x="0" y="6"/>
                  </a:moveTo>
                  <a:cubicBezTo>
                    <a:pt x="36" y="10"/>
                    <a:pt x="73" y="0"/>
                    <a:pt x="108" y="6"/>
                  </a:cubicBezTo>
                  <a:cubicBezTo>
                    <a:pt x="141" y="11"/>
                    <a:pt x="148" y="46"/>
                    <a:pt x="140" y="73"/>
                  </a:cubicBezTo>
                  <a:cubicBezTo>
                    <a:pt x="132" y="40"/>
                    <a:pt x="116" y="20"/>
                    <a:pt x="83" y="16"/>
                  </a:cubicBezTo>
                  <a:cubicBezTo>
                    <a:pt x="55" y="13"/>
                    <a:pt x="29" y="19"/>
                    <a:pt x="3" y="9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239">
              <a:extLst>
                <a:ext uri="{FF2B5EF4-FFF2-40B4-BE49-F238E27FC236}">
                  <a16:creationId xmlns:a16="http://schemas.microsoft.com/office/drawing/2014/main" id="{F9D91D2D-ADC3-4ECA-9EB5-9882742F3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499"/>
              <a:ext cx="144" cy="80"/>
            </a:xfrm>
            <a:custGeom>
              <a:avLst/>
              <a:gdLst>
                <a:gd name="T0" fmla="*/ 14 w 94"/>
                <a:gd name="T1" fmla="*/ 162 h 52"/>
                <a:gd name="T2" fmla="*/ 339 w 94"/>
                <a:gd name="T3" fmla="*/ 189 h 52"/>
                <a:gd name="T4" fmla="*/ 32 w 94"/>
                <a:gd name="T5" fmla="*/ 14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52">
                  <a:moveTo>
                    <a:pt x="4" y="44"/>
                  </a:moveTo>
                  <a:cubicBezTo>
                    <a:pt x="0" y="0"/>
                    <a:pt x="80" y="49"/>
                    <a:pt x="94" y="52"/>
                  </a:cubicBezTo>
                  <a:cubicBezTo>
                    <a:pt x="70" y="48"/>
                    <a:pt x="31" y="24"/>
                    <a:pt x="9" y="4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240">
              <a:extLst>
                <a:ext uri="{FF2B5EF4-FFF2-40B4-BE49-F238E27FC236}">
                  <a16:creationId xmlns:a16="http://schemas.microsoft.com/office/drawing/2014/main" id="{863E50F6-CE31-4162-8DDE-1D8115D98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282"/>
              <a:ext cx="233" cy="237"/>
            </a:xfrm>
            <a:custGeom>
              <a:avLst/>
              <a:gdLst>
                <a:gd name="T0" fmla="*/ 0 w 152"/>
                <a:gd name="T1" fmla="*/ 142 h 154"/>
                <a:gd name="T2" fmla="*/ 216 w 152"/>
                <a:gd name="T3" fmla="*/ 5 h 154"/>
                <a:gd name="T4" fmla="*/ 360 w 152"/>
                <a:gd name="T5" fmla="*/ 120 h 154"/>
                <a:gd name="T6" fmla="*/ 521 w 152"/>
                <a:gd name="T7" fmla="*/ 299 h 154"/>
                <a:gd name="T8" fmla="*/ 350 w 152"/>
                <a:gd name="T9" fmla="*/ 562 h 154"/>
                <a:gd name="T10" fmla="*/ 445 w 152"/>
                <a:gd name="T11" fmla="*/ 346 h 154"/>
                <a:gd name="T12" fmla="*/ 360 w 152"/>
                <a:gd name="T13" fmla="*/ 242 h 154"/>
                <a:gd name="T14" fmla="*/ 244 w 152"/>
                <a:gd name="T15" fmla="*/ 89 h 154"/>
                <a:gd name="T16" fmla="*/ 32 w 152"/>
                <a:gd name="T17" fmla="*/ 149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" h="154">
                  <a:moveTo>
                    <a:pt x="0" y="39"/>
                  </a:moveTo>
                  <a:cubicBezTo>
                    <a:pt x="19" y="31"/>
                    <a:pt x="38" y="1"/>
                    <a:pt x="60" y="1"/>
                  </a:cubicBezTo>
                  <a:cubicBezTo>
                    <a:pt x="79" y="0"/>
                    <a:pt x="90" y="21"/>
                    <a:pt x="100" y="33"/>
                  </a:cubicBezTo>
                  <a:cubicBezTo>
                    <a:pt x="114" y="50"/>
                    <a:pt x="139" y="59"/>
                    <a:pt x="145" y="82"/>
                  </a:cubicBezTo>
                  <a:cubicBezTo>
                    <a:pt x="152" y="110"/>
                    <a:pt x="114" y="139"/>
                    <a:pt x="97" y="154"/>
                  </a:cubicBezTo>
                  <a:cubicBezTo>
                    <a:pt x="101" y="133"/>
                    <a:pt x="122" y="119"/>
                    <a:pt x="123" y="95"/>
                  </a:cubicBezTo>
                  <a:cubicBezTo>
                    <a:pt x="124" y="75"/>
                    <a:pt x="113" y="76"/>
                    <a:pt x="100" y="66"/>
                  </a:cubicBezTo>
                  <a:cubicBezTo>
                    <a:pt x="85" y="55"/>
                    <a:pt x="81" y="35"/>
                    <a:pt x="68" y="25"/>
                  </a:cubicBezTo>
                  <a:cubicBezTo>
                    <a:pt x="51" y="11"/>
                    <a:pt x="24" y="31"/>
                    <a:pt x="9" y="4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241">
              <a:extLst>
                <a:ext uri="{FF2B5EF4-FFF2-40B4-BE49-F238E27FC236}">
                  <a16:creationId xmlns:a16="http://schemas.microsoft.com/office/drawing/2014/main" id="{5ECF6549-5427-4C97-AA0A-7F059C949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133"/>
              <a:ext cx="210" cy="76"/>
            </a:xfrm>
            <a:custGeom>
              <a:avLst/>
              <a:gdLst>
                <a:gd name="T0" fmla="*/ 18 w 137"/>
                <a:gd name="T1" fmla="*/ 19 h 49"/>
                <a:gd name="T2" fmla="*/ 235 w 137"/>
                <a:gd name="T3" fmla="*/ 12 h 49"/>
                <a:gd name="T4" fmla="*/ 365 w 137"/>
                <a:gd name="T5" fmla="*/ 14 h 49"/>
                <a:gd name="T6" fmla="*/ 305 w 137"/>
                <a:gd name="T7" fmla="*/ 183 h 49"/>
                <a:gd name="T8" fmla="*/ 371 w 137"/>
                <a:gd name="T9" fmla="*/ 62 h 49"/>
                <a:gd name="T10" fmla="*/ 0 w 137"/>
                <a:gd name="T11" fmla="*/ 4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49">
                  <a:moveTo>
                    <a:pt x="5" y="5"/>
                  </a:moveTo>
                  <a:cubicBezTo>
                    <a:pt x="24" y="0"/>
                    <a:pt x="45" y="4"/>
                    <a:pt x="65" y="3"/>
                  </a:cubicBezTo>
                  <a:cubicBezTo>
                    <a:pt x="76" y="3"/>
                    <a:pt x="90" y="2"/>
                    <a:pt x="101" y="4"/>
                  </a:cubicBezTo>
                  <a:cubicBezTo>
                    <a:pt x="137" y="7"/>
                    <a:pt x="100" y="40"/>
                    <a:pt x="85" y="49"/>
                  </a:cubicBezTo>
                  <a:cubicBezTo>
                    <a:pt x="89" y="39"/>
                    <a:pt x="104" y="28"/>
                    <a:pt x="103" y="17"/>
                  </a:cubicBezTo>
                  <a:cubicBezTo>
                    <a:pt x="69" y="15"/>
                    <a:pt x="34" y="13"/>
                    <a:pt x="0" y="12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242">
              <a:extLst>
                <a:ext uri="{FF2B5EF4-FFF2-40B4-BE49-F238E27FC236}">
                  <a16:creationId xmlns:a16="http://schemas.microsoft.com/office/drawing/2014/main" id="{6CD15EFE-1B22-4452-8519-E18A7F304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127"/>
              <a:ext cx="267" cy="191"/>
            </a:xfrm>
            <a:custGeom>
              <a:avLst/>
              <a:gdLst>
                <a:gd name="T0" fmla="*/ 0 w 174"/>
                <a:gd name="T1" fmla="*/ 54 h 124"/>
                <a:gd name="T2" fmla="*/ 371 w 174"/>
                <a:gd name="T3" fmla="*/ 22 h 124"/>
                <a:gd name="T4" fmla="*/ 582 w 174"/>
                <a:gd name="T5" fmla="*/ 28 h 124"/>
                <a:gd name="T6" fmla="*/ 617 w 174"/>
                <a:gd name="T7" fmla="*/ 163 h 124"/>
                <a:gd name="T8" fmla="*/ 549 w 174"/>
                <a:gd name="T9" fmla="*/ 297 h 124"/>
                <a:gd name="T10" fmla="*/ 480 w 174"/>
                <a:gd name="T11" fmla="*/ 453 h 124"/>
                <a:gd name="T12" fmla="*/ 508 w 174"/>
                <a:gd name="T13" fmla="*/ 337 h 124"/>
                <a:gd name="T14" fmla="*/ 563 w 174"/>
                <a:gd name="T15" fmla="*/ 131 h 124"/>
                <a:gd name="T16" fmla="*/ 462 w 174"/>
                <a:gd name="T17" fmla="*/ 62 h 124"/>
                <a:gd name="T18" fmla="*/ 58 w 174"/>
                <a:gd name="T19" fmla="*/ 48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" h="124">
                  <a:moveTo>
                    <a:pt x="0" y="15"/>
                  </a:moveTo>
                  <a:cubicBezTo>
                    <a:pt x="28" y="1"/>
                    <a:pt x="72" y="8"/>
                    <a:pt x="103" y="6"/>
                  </a:cubicBezTo>
                  <a:cubicBezTo>
                    <a:pt x="117" y="5"/>
                    <a:pt x="149" y="0"/>
                    <a:pt x="161" y="8"/>
                  </a:cubicBezTo>
                  <a:cubicBezTo>
                    <a:pt x="172" y="15"/>
                    <a:pt x="174" y="33"/>
                    <a:pt x="171" y="45"/>
                  </a:cubicBezTo>
                  <a:cubicBezTo>
                    <a:pt x="167" y="58"/>
                    <a:pt x="159" y="70"/>
                    <a:pt x="152" y="81"/>
                  </a:cubicBezTo>
                  <a:cubicBezTo>
                    <a:pt x="145" y="95"/>
                    <a:pt x="140" y="110"/>
                    <a:pt x="133" y="124"/>
                  </a:cubicBezTo>
                  <a:cubicBezTo>
                    <a:pt x="132" y="114"/>
                    <a:pt x="138" y="102"/>
                    <a:pt x="141" y="92"/>
                  </a:cubicBezTo>
                  <a:cubicBezTo>
                    <a:pt x="145" y="80"/>
                    <a:pt x="160" y="46"/>
                    <a:pt x="156" y="36"/>
                  </a:cubicBezTo>
                  <a:cubicBezTo>
                    <a:pt x="152" y="26"/>
                    <a:pt x="138" y="21"/>
                    <a:pt x="128" y="17"/>
                  </a:cubicBezTo>
                  <a:cubicBezTo>
                    <a:pt x="93" y="6"/>
                    <a:pt x="50" y="11"/>
                    <a:pt x="16" y="13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243">
              <a:extLst>
                <a:ext uri="{FF2B5EF4-FFF2-40B4-BE49-F238E27FC236}">
                  <a16:creationId xmlns:a16="http://schemas.microsoft.com/office/drawing/2014/main" id="{AAC9B641-4467-4155-99DF-CA93A4915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135"/>
              <a:ext cx="182" cy="184"/>
            </a:xfrm>
            <a:custGeom>
              <a:avLst/>
              <a:gdLst>
                <a:gd name="T0" fmla="*/ 0 w 119"/>
                <a:gd name="T1" fmla="*/ 216 h 120"/>
                <a:gd name="T2" fmla="*/ 127 w 119"/>
                <a:gd name="T3" fmla="*/ 18 h 120"/>
                <a:gd name="T4" fmla="*/ 269 w 119"/>
                <a:gd name="T5" fmla="*/ 28 h 120"/>
                <a:gd name="T6" fmla="*/ 350 w 119"/>
                <a:gd name="T7" fmla="*/ 190 h 120"/>
                <a:gd name="T8" fmla="*/ 425 w 119"/>
                <a:gd name="T9" fmla="*/ 432 h 120"/>
                <a:gd name="T10" fmla="*/ 315 w 119"/>
                <a:gd name="T11" fmla="*/ 228 h 120"/>
                <a:gd name="T12" fmla="*/ 236 w 119"/>
                <a:gd name="T13" fmla="*/ 75 h 120"/>
                <a:gd name="T14" fmla="*/ 43 w 119"/>
                <a:gd name="T15" fmla="*/ 133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20">
                  <a:moveTo>
                    <a:pt x="0" y="60"/>
                  </a:moveTo>
                  <a:cubicBezTo>
                    <a:pt x="12" y="38"/>
                    <a:pt x="7" y="13"/>
                    <a:pt x="35" y="5"/>
                  </a:cubicBezTo>
                  <a:cubicBezTo>
                    <a:pt x="48" y="2"/>
                    <a:pt x="64" y="0"/>
                    <a:pt x="75" y="8"/>
                  </a:cubicBezTo>
                  <a:cubicBezTo>
                    <a:pt x="90" y="19"/>
                    <a:pt x="92" y="37"/>
                    <a:pt x="98" y="53"/>
                  </a:cubicBezTo>
                  <a:cubicBezTo>
                    <a:pt x="106" y="75"/>
                    <a:pt x="114" y="97"/>
                    <a:pt x="119" y="120"/>
                  </a:cubicBezTo>
                  <a:cubicBezTo>
                    <a:pt x="103" y="108"/>
                    <a:pt x="96" y="81"/>
                    <a:pt x="88" y="63"/>
                  </a:cubicBezTo>
                  <a:cubicBezTo>
                    <a:pt x="84" y="52"/>
                    <a:pt x="76" y="28"/>
                    <a:pt x="66" y="21"/>
                  </a:cubicBezTo>
                  <a:cubicBezTo>
                    <a:pt x="52" y="11"/>
                    <a:pt x="17" y="20"/>
                    <a:pt x="12" y="37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244">
              <a:extLst>
                <a:ext uri="{FF2B5EF4-FFF2-40B4-BE49-F238E27FC236}">
                  <a16:creationId xmlns:a16="http://schemas.microsoft.com/office/drawing/2014/main" id="{1D2A0F57-CDFD-4272-AC92-F7F86753E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1135"/>
              <a:ext cx="155" cy="133"/>
            </a:xfrm>
            <a:custGeom>
              <a:avLst/>
              <a:gdLst>
                <a:gd name="T0" fmla="*/ 5 w 101"/>
                <a:gd name="T1" fmla="*/ 18 h 87"/>
                <a:gd name="T2" fmla="*/ 203 w 101"/>
                <a:gd name="T3" fmla="*/ 26 h 87"/>
                <a:gd name="T4" fmla="*/ 292 w 101"/>
                <a:gd name="T5" fmla="*/ 28 h 87"/>
                <a:gd name="T6" fmla="*/ 336 w 101"/>
                <a:gd name="T7" fmla="*/ 310 h 87"/>
                <a:gd name="T8" fmla="*/ 252 w 101"/>
                <a:gd name="T9" fmla="*/ 96 h 87"/>
                <a:gd name="T10" fmla="*/ 0 w 101"/>
                <a:gd name="T11" fmla="*/ 26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7">
                  <a:moveTo>
                    <a:pt x="1" y="5"/>
                  </a:moveTo>
                  <a:cubicBezTo>
                    <a:pt x="20" y="5"/>
                    <a:pt x="38" y="6"/>
                    <a:pt x="56" y="7"/>
                  </a:cubicBezTo>
                  <a:cubicBezTo>
                    <a:pt x="64" y="7"/>
                    <a:pt x="74" y="5"/>
                    <a:pt x="81" y="8"/>
                  </a:cubicBezTo>
                  <a:cubicBezTo>
                    <a:pt x="101" y="17"/>
                    <a:pt x="98" y="69"/>
                    <a:pt x="93" y="87"/>
                  </a:cubicBezTo>
                  <a:cubicBezTo>
                    <a:pt x="80" y="71"/>
                    <a:pt x="85" y="43"/>
                    <a:pt x="70" y="27"/>
                  </a:cubicBezTo>
                  <a:cubicBezTo>
                    <a:pt x="57" y="13"/>
                    <a:pt x="16" y="0"/>
                    <a:pt x="0" y="7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245">
              <a:extLst>
                <a:ext uri="{FF2B5EF4-FFF2-40B4-BE49-F238E27FC236}">
                  <a16:creationId xmlns:a16="http://schemas.microsoft.com/office/drawing/2014/main" id="{36B82E63-391E-4EC0-BC06-52E0F3BE3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415"/>
              <a:ext cx="164" cy="221"/>
            </a:xfrm>
            <a:custGeom>
              <a:avLst/>
              <a:gdLst>
                <a:gd name="T0" fmla="*/ 0 w 107"/>
                <a:gd name="T1" fmla="*/ 230 h 144"/>
                <a:gd name="T2" fmla="*/ 326 w 107"/>
                <a:gd name="T3" fmla="*/ 75 h 144"/>
                <a:gd name="T4" fmla="*/ 374 w 107"/>
                <a:gd name="T5" fmla="*/ 235 h 144"/>
                <a:gd name="T6" fmla="*/ 284 w 107"/>
                <a:gd name="T7" fmla="*/ 520 h 144"/>
                <a:gd name="T8" fmla="*/ 319 w 107"/>
                <a:gd name="T9" fmla="*/ 318 h 144"/>
                <a:gd name="T10" fmla="*/ 325 w 107"/>
                <a:gd name="T11" fmla="*/ 160 h 144"/>
                <a:gd name="T12" fmla="*/ 97 w 107"/>
                <a:gd name="T13" fmla="*/ 181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44">
                  <a:moveTo>
                    <a:pt x="0" y="64"/>
                  </a:moveTo>
                  <a:cubicBezTo>
                    <a:pt x="20" y="45"/>
                    <a:pt x="58" y="0"/>
                    <a:pt x="91" y="21"/>
                  </a:cubicBezTo>
                  <a:cubicBezTo>
                    <a:pt x="105" y="31"/>
                    <a:pt x="107" y="49"/>
                    <a:pt x="104" y="65"/>
                  </a:cubicBezTo>
                  <a:cubicBezTo>
                    <a:pt x="100" y="88"/>
                    <a:pt x="92" y="124"/>
                    <a:pt x="79" y="144"/>
                  </a:cubicBezTo>
                  <a:cubicBezTo>
                    <a:pt x="80" y="125"/>
                    <a:pt x="84" y="106"/>
                    <a:pt x="89" y="88"/>
                  </a:cubicBezTo>
                  <a:cubicBezTo>
                    <a:pt x="92" y="76"/>
                    <a:pt x="98" y="55"/>
                    <a:pt x="90" y="44"/>
                  </a:cubicBezTo>
                  <a:cubicBezTo>
                    <a:pt x="75" y="24"/>
                    <a:pt x="41" y="34"/>
                    <a:pt x="27" y="50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246">
              <a:extLst>
                <a:ext uri="{FF2B5EF4-FFF2-40B4-BE49-F238E27FC236}">
                  <a16:creationId xmlns:a16="http://schemas.microsoft.com/office/drawing/2014/main" id="{42F9A9F5-763D-4AE8-BA8E-A63D5AE2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542"/>
              <a:ext cx="207" cy="68"/>
            </a:xfrm>
            <a:custGeom>
              <a:avLst/>
              <a:gdLst>
                <a:gd name="T0" fmla="*/ 0 w 135"/>
                <a:gd name="T1" fmla="*/ 162 h 44"/>
                <a:gd name="T2" fmla="*/ 291 w 135"/>
                <a:gd name="T3" fmla="*/ 0 h 44"/>
                <a:gd name="T4" fmla="*/ 486 w 135"/>
                <a:gd name="T5" fmla="*/ 93 h 44"/>
                <a:gd name="T6" fmla="*/ 270 w 135"/>
                <a:gd name="T7" fmla="*/ 26 h 44"/>
                <a:gd name="T8" fmla="*/ 94 w 135"/>
                <a:gd name="T9" fmla="*/ 10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44">
                  <a:moveTo>
                    <a:pt x="0" y="44"/>
                  </a:moveTo>
                  <a:cubicBezTo>
                    <a:pt x="26" y="23"/>
                    <a:pt x="46" y="0"/>
                    <a:pt x="81" y="0"/>
                  </a:cubicBezTo>
                  <a:cubicBezTo>
                    <a:pt x="107" y="0"/>
                    <a:pt x="114" y="14"/>
                    <a:pt x="135" y="25"/>
                  </a:cubicBezTo>
                  <a:cubicBezTo>
                    <a:pt x="117" y="15"/>
                    <a:pt x="96" y="5"/>
                    <a:pt x="75" y="7"/>
                  </a:cubicBezTo>
                  <a:cubicBezTo>
                    <a:pt x="56" y="8"/>
                    <a:pt x="42" y="19"/>
                    <a:pt x="26" y="28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247">
              <a:extLst>
                <a:ext uri="{FF2B5EF4-FFF2-40B4-BE49-F238E27FC236}">
                  <a16:creationId xmlns:a16="http://schemas.microsoft.com/office/drawing/2014/main" id="{BB408A10-CB4B-4EFB-A64A-4F618AE5C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313"/>
              <a:ext cx="275" cy="125"/>
            </a:xfrm>
            <a:custGeom>
              <a:avLst/>
              <a:gdLst>
                <a:gd name="T0" fmla="*/ 0 w 179"/>
                <a:gd name="T1" fmla="*/ 76 h 81"/>
                <a:gd name="T2" fmla="*/ 144 w 179"/>
                <a:gd name="T3" fmla="*/ 45 h 81"/>
                <a:gd name="T4" fmla="*/ 263 w 179"/>
                <a:gd name="T5" fmla="*/ 8 h 81"/>
                <a:gd name="T6" fmla="*/ 404 w 179"/>
                <a:gd name="T7" fmla="*/ 35 h 81"/>
                <a:gd name="T8" fmla="*/ 536 w 179"/>
                <a:gd name="T9" fmla="*/ 144 h 81"/>
                <a:gd name="T10" fmla="*/ 648 w 179"/>
                <a:gd name="T11" fmla="*/ 298 h 81"/>
                <a:gd name="T12" fmla="*/ 359 w 179"/>
                <a:gd name="T13" fmla="*/ 102 h 81"/>
                <a:gd name="T14" fmla="*/ 12 w 179"/>
                <a:gd name="T15" fmla="*/ 96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9" h="81">
                  <a:moveTo>
                    <a:pt x="0" y="21"/>
                  </a:moveTo>
                  <a:cubicBezTo>
                    <a:pt x="12" y="16"/>
                    <a:pt x="27" y="16"/>
                    <a:pt x="40" y="12"/>
                  </a:cubicBezTo>
                  <a:cubicBezTo>
                    <a:pt x="51" y="9"/>
                    <a:pt x="61" y="4"/>
                    <a:pt x="72" y="2"/>
                  </a:cubicBezTo>
                  <a:cubicBezTo>
                    <a:pt x="86" y="0"/>
                    <a:pt x="99" y="4"/>
                    <a:pt x="111" y="10"/>
                  </a:cubicBezTo>
                  <a:cubicBezTo>
                    <a:pt x="125" y="17"/>
                    <a:pt x="137" y="28"/>
                    <a:pt x="148" y="39"/>
                  </a:cubicBezTo>
                  <a:cubicBezTo>
                    <a:pt x="161" y="51"/>
                    <a:pt x="166" y="69"/>
                    <a:pt x="179" y="81"/>
                  </a:cubicBezTo>
                  <a:cubicBezTo>
                    <a:pt x="153" y="61"/>
                    <a:pt x="134" y="36"/>
                    <a:pt x="99" y="28"/>
                  </a:cubicBezTo>
                  <a:cubicBezTo>
                    <a:pt x="68" y="20"/>
                    <a:pt x="35" y="27"/>
                    <a:pt x="3" y="26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248">
              <a:extLst>
                <a:ext uri="{FF2B5EF4-FFF2-40B4-BE49-F238E27FC236}">
                  <a16:creationId xmlns:a16="http://schemas.microsoft.com/office/drawing/2014/main" id="{C2706F3B-20C0-47FF-8F2B-6DE21D240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525"/>
              <a:ext cx="222" cy="111"/>
            </a:xfrm>
            <a:custGeom>
              <a:avLst/>
              <a:gdLst>
                <a:gd name="T0" fmla="*/ 0 w 145"/>
                <a:gd name="T1" fmla="*/ 264 h 72"/>
                <a:gd name="T2" fmla="*/ 521 w 145"/>
                <a:gd name="T3" fmla="*/ 210 h 72"/>
                <a:gd name="T4" fmla="*/ 401 w 145"/>
                <a:gd name="T5" fmla="*/ 176 h 72"/>
                <a:gd name="T6" fmla="*/ 251 w 145"/>
                <a:gd name="T7" fmla="*/ 136 h 72"/>
                <a:gd name="T8" fmla="*/ 57 w 145"/>
                <a:gd name="T9" fmla="*/ 23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72">
                  <a:moveTo>
                    <a:pt x="0" y="72"/>
                  </a:moveTo>
                  <a:cubicBezTo>
                    <a:pt x="30" y="0"/>
                    <a:pt x="96" y="24"/>
                    <a:pt x="145" y="57"/>
                  </a:cubicBezTo>
                  <a:cubicBezTo>
                    <a:pt x="135" y="51"/>
                    <a:pt x="124" y="51"/>
                    <a:pt x="112" y="48"/>
                  </a:cubicBezTo>
                  <a:cubicBezTo>
                    <a:pt x="97" y="43"/>
                    <a:pt x="87" y="36"/>
                    <a:pt x="70" y="37"/>
                  </a:cubicBezTo>
                  <a:cubicBezTo>
                    <a:pt x="50" y="37"/>
                    <a:pt x="31" y="51"/>
                    <a:pt x="16" y="64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249">
              <a:extLst>
                <a:ext uri="{FF2B5EF4-FFF2-40B4-BE49-F238E27FC236}">
                  <a16:creationId xmlns:a16="http://schemas.microsoft.com/office/drawing/2014/main" id="{434C45BC-D950-417E-93A4-25DE2820F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603"/>
              <a:ext cx="153" cy="131"/>
            </a:xfrm>
            <a:custGeom>
              <a:avLst/>
              <a:gdLst>
                <a:gd name="T0" fmla="*/ 0 w 100"/>
                <a:gd name="T1" fmla="*/ 219 h 85"/>
                <a:gd name="T2" fmla="*/ 202 w 100"/>
                <a:gd name="T3" fmla="*/ 74 h 85"/>
                <a:gd name="T4" fmla="*/ 304 w 100"/>
                <a:gd name="T5" fmla="*/ 12 h 85"/>
                <a:gd name="T6" fmla="*/ 326 w 100"/>
                <a:gd name="T7" fmla="*/ 88 h 85"/>
                <a:gd name="T8" fmla="*/ 237 w 100"/>
                <a:gd name="T9" fmla="*/ 311 h 85"/>
                <a:gd name="T10" fmla="*/ 162 w 100"/>
                <a:gd name="T11" fmla="*/ 148 h 85"/>
                <a:gd name="T12" fmla="*/ 26 w 100"/>
                <a:gd name="T13" fmla="*/ 205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85">
                  <a:moveTo>
                    <a:pt x="0" y="60"/>
                  </a:moveTo>
                  <a:cubicBezTo>
                    <a:pt x="17" y="46"/>
                    <a:pt x="38" y="33"/>
                    <a:pt x="56" y="20"/>
                  </a:cubicBezTo>
                  <a:cubicBezTo>
                    <a:pt x="62" y="16"/>
                    <a:pt x="77" y="5"/>
                    <a:pt x="85" y="3"/>
                  </a:cubicBezTo>
                  <a:cubicBezTo>
                    <a:pt x="100" y="0"/>
                    <a:pt x="95" y="14"/>
                    <a:pt x="91" y="24"/>
                  </a:cubicBezTo>
                  <a:cubicBezTo>
                    <a:pt x="82" y="45"/>
                    <a:pt x="74" y="65"/>
                    <a:pt x="66" y="85"/>
                  </a:cubicBezTo>
                  <a:cubicBezTo>
                    <a:pt x="64" y="65"/>
                    <a:pt x="74" y="36"/>
                    <a:pt x="45" y="40"/>
                  </a:cubicBezTo>
                  <a:cubicBezTo>
                    <a:pt x="30" y="42"/>
                    <a:pt x="20" y="50"/>
                    <a:pt x="7" y="56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250">
              <a:extLst>
                <a:ext uri="{FF2B5EF4-FFF2-40B4-BE49-F238E27FC236}">
                  <a16:creationId xmlns:a16="http://schemas.microsoft.com/office/drawing/2014/main" id="{1C9C76B3-F880-4341-AABF-78564EFF2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560"/>
              <a:ext cx="334" cy="100"/>
            </a:xfrm>
            <a:custGeom>
              <a:avLst/>
              <a:gdLst>
                <a:gd name="T0" fmla="*/ 0 w 218"/>
                <a:gd name="T1" fmla="*/ 194 h 65"/>
                <a:gd name="T2" fmla="*/ 75 w 218"/>
                <a:gd name="T3" fmla="*/ 74 h 65"/>
                <a:gd name="T4" fmla="*/ 204 w 218"/>
                <a:gd name="T5" fmla="*/ 58 h 65"/>
                <a:gd name="T6" fmla="*/ 529 w 218"/>
                <a:gd name="T7" fmla="*/ 22 h 65"/>
                <a:gd name="T8" fmla="*/ 705 w 218"/>
                <a:gd name="T9" fmla="*/ 22 h 65"/>
                <a:gd name="T10" fmla="*/ 735 w 218"/>
                <a:gd name="T11" fmla="*/ 237 h 65"/>
                <a:gd name="T12" fmla="*/ 604 w 218"/>
                <a:gd name="T13" fmla="*/ 74 h 65"/>
                <a:gd name="T14" fmla="*/ 331 w 218"/>
                <a:gd name="T15" fmla="*/ 95 h 65"/>
                <a:gd name="T16" fmla="*/ 21 w 218"/>
                <a:gd name="T17" fmla="*/ 215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65">
                  <a:moveTo>
                    <a:pt x="0" y="53"/>
                  </a:moveTo>
                  <a:cubicBezTo>
                    <a:pt x="0" y="41"/>
                    <a:pt x="10" y="24"/>
                    <a:pt x="21" y="20"/>
                  </a:cubicBezTo>
                  <a:cubicBezTo>
                    <a:pt x="30" y="16"/>
                    <a:pt x="47" y="18"/>
                    <a:pt x="57" y="16"/>
                  </a:cubicBezTo>
                  <a:cubicBezTo>
                    <a:pt x="87" y="11"/>
                    <a:pt x="117" y="9"/>
                    <a:pt x="147" y="6"/>
                  </a:cubicBezTo>
                  <a:cubicBezTo>
                    <a:pt x="161" y="4"/>
                    <a:pt x="183" y="0"/>
                    <a:pt x="196" y="6"/>
                  </a:cubicBezTo>
                  <a:cubicBezTo>
                    <a:pt x="218" y="16"/>
                    <a:pt x="203" y="47"/>
                    <a:pt x="204" y="65"/>
                  </a:cubicBezTo>
                  <a:cubicBezTo>
                    <a:pt x="199" y="47"/>
                    <a:pt x="187" y="26"/>
                    <a:pt x="168" y="20"/>
                  </a:cubicBezTo>
                  <a:cubicBezTo>
                    <a:pt x="142" y="13"/>
                    <a:pt x="117" y="20"/>
                    <a:pt x="92" y="26"/>
                  </a:cubicBezTo>
                  <a:cubicBezTo>
                    <a:pt x="73" y="30"/>
                    <a:pt x="4" y="27"/>
                    <a:pt x="6" y="59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251">
              <a:extLst>
                <a:ext uri="{FF2B5EF4-FFF2-40B4-BE49-F238E27FC236}">
                  <a16:creationId xmlns:a16="http://schemas.microsoft.com/office/drawing/2014/main" id="{020E71FA-AA29-4B4B-9D4A-BEC037EF4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918"/>
              <a:ext cx="221" cy="91"/>
            </a:xfrm>
            <a:custGeom>
              <a:avLst/>
              <a:gdLst>
                <a:gd name="T0" fmla="*/ 0 w 144"/>
                <a:gd name="T1" fmla="*/ 136 h 59"/>
                <a:gd name="T2" fmla="*/ 361 w 144"/>
                <a:gd name="T3" fmla="*/ 5 h 59"/>
                <a:gd name="T4" fmla="*/ 493 w 144"/>
                <a:gd name="T5" fmla="*/ 60 h 59"/>
                <a:gd name="T6" fmla="*/ 454 w 144"/>
                <a:gd name="T7" fmla="*/ 216 h 59"/>
                <a:gd name="T8" fmla="*/ 325 w 144"/>
                <a:gd name="T9" fmla="*/ 62 h 59"/>
                <a:gd name="T10" fmla="*/ 12 w 144"/>
                <a:gd name="T11" fmla="*/ 11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59">
                  <a:moveTo>
                    <a:pt x="0" y="37"/>
                  </a:moveTo>
                  <a:cubicBezTo>
                    <a:pt x="23" y="17"/>
                    <a:pt x="69" y="0"/>
                    <a:pt x="100" y="1"/>
                  </a:cubicBezTo>
                  <a:cubicBezTo>
                    <a:pt x="112" y="1"/>
                    <a:pt x="129" y="6"/>
                    <a:pt x="136" y="16"/>
                  </a:cubicBezTo>
                  <a:cubicBezTo>
                    <a:pt x="144" y="30"/>
                    <a:pt x="136" y="49"/>
                    <a:pt x="126" y="59"/>
                  </a:cubicBezTo>
                  <a:cubicBezTo>
                    <a:pt x="120" y="37"/>
                    <a:pt x="116" y="21"/>
                    <a:pt x="90" y="17"/>
                  </a:cubicBezTo>
                  <a:cubicBezTo>
                    <a:pt x="60" y="12"/>
                    <a:pt x="32" y="29"/>
                    <a:pt x="3" y="32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252">
              <a:extLst>
                <a:ext uri="{FF2B5EF4-FFF2-40B4-BE49-F238E27FC236}">
                  <a16:creationId xmlns:a16="http://schemas.microsoft.com/office/drawing/2014/main" id="{38455AB4-2445-42A2-B555-2B8630405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986"/>
              <a:ext cx="230" cy="68"/>
            </a:xfrm>
            <a:custGeom>
              <a:avLst/>
              <a:gdLst>
                <a:gd name="T0" fmla="*/ 0 w 150"/>
                <a:gd name="T1" fmla="*/ 162 h 44"/>
                <a:gd name="T2" fmla="*/ 325 w 150"/>
                <a:gd name="T3" fmla="*/ 5 h 44"/>
                <a:gd name="T4" fmla="*/ 541 w 150"/>
                <a:gd name="T5" fmla="*/ 150 h 44"/>
                <a:gd name="T6" fmla="*/ 310 w 150"/>
                <a:gd name="T7" fmla="*/ 62 h 44"/>
                <a:gd name="T8" fmla="*/ 61 w 150"/>
                <a:gd name="T9" fmla="*/ 12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44">
                  <a:moveTo>
                    <a:pt x="0" y="44"/>
                  </a:moveTo>
                  <a:cubicBezTo>
                    <a:pt x="30" y="32"/>
                    <a:pt x="55" y="0"/>
                    <a:pt x="90" y="1"/>
                  </a:cubicBezTo>
                  <a:cubicBezTo>
                    <a:pt x="112" y="2"/>
                    <a:pt x="136" y="26"/>
                    <a:pt x="150" y="41"/>
                  </a:cubicBezTo>
                  <a:cubicBezTo>
                    <a:pt x="132" y="31"/>
                    <a:pt x="108" y="18"/>
                    <a:pt x="86" y="17"/>
                  </a:cubicBezTo>
                  <a:cubicBezTo>
                    <a:pt x="63" y="15"/>
                    <a:pt x="39" y="32"/>
                    <a:pt x="17" y="34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253">
              <a:extLst>
                <a:ext uri="{FF2B5EF4-FFF2-40B4-BE49-F238E27FC236}">
                  <a16:creationId xmlns:a16="http://schemas.microsoft.com/office/drawing/2014/main" id="{3B15B7F6-F7BB-45DD-B868-7A1824263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798"/>
              <a:ext cx="195" cy="85"/>
            </a:xfrm>
            <a:custGeom>
              <a:avLst/>
              <a:gdLst>
                <a:gd name="T0" fmla="*/ 0 w 127"/>
                <a:gd name="T1" fmla="*/ 36 h 55"/>
                <a:gd name="T2" fmla="*/ 243 w 127"/>
                <a:gd name="T3" fmla="*/ 8 h 55"/>
                <a:gd name="T4" fmla="*/ 392 w 127"/>
                <a:gd name="T5" fmla="*/ 14 h 55"/>
                <a:gd name="T6" fmla="*/ 439 w 127"/>
                <a:gd name="T7" fmla="*/ 93 h 55"/>
                <a:gd name="T8" fmla="*/ 316 w 127"/>
                <a:gd name="T9" fmla="*/ 202 h 55"/>
                <a:gd name="T10" fmla="*/ 316 w 127"/>
                <a:gd name="T11" fmla="*/ 66 h 55"/>
                <a:gd name="T12" fmla="*/ 175 w 127"/>
                <a:gd name="T13" fmla="*/ 53 h 55"/>
                <a:gd name="T14" fmla="*/ 5 w 127"/>
                <a:gd name="T15" fmla="*/ 66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55">
                  <a:moveTo>
                    <a:pt x="0" y="10"/>
                  </a:moveTo>
                  <a:cubicBezTo>
                    <a:pt x="21" y="5"/>
                    <a:pt x="45" y="3"/>
                    <a:pt x="67" y="2"/>
                  </a:cubicBezTo>
                  <a:cubicBezTo>
                    <a:pt x="80" y="1"/>
                    <a:pt x="95" y="0"/>
                    <a:pt x="108" y="4"/>
                  </a:cubicBezTo>
                  <a:cubicBezTo>
                    <a:pt x="120" y="7"/>
                    <a:pt x="127" y="12"/>
                    <a:pt x="121" y="25"/>
                  </a:cubicBezTo>
                  <a:cubicBezTo>
                    <a:pt x="116" y="35"/>
                    <a:pt x="98" y="54"/>
                    <a:pt x="87" y="55"/>
                  </a:cubicBezTo>
                  <a:cubicBezTo>
                    <a:pt x="94" y="38"/>
                    <a:pt x="111" y="24"/>
                    <a:pt x="87" y="18"/>
                  </a:cubicBezTo>
                  <a:cubicBezTo>
                    <a:pt x="74" y="15"/>
                    <a:pt x="61" y="13"/>
                    <a:pt x="48" y="14"/>
                  </a:cubicBezTo>
                  <a:cubicBezTo>
                    <a:pt x="33" y="15"/>
                    <a:pt x="16" y="23"/>
                    <a:pt x="1" y="18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254">
              <a:extLst>
                <a:ext uri="{FF2B5EF4-FFF2-40B4-BE49-F238E27FC236}">
                  <a16:creationId xmlns:a16="http://schemas.microsoft.com/office/drawing/2014/main" id="{E88D72DE-A1BB-4274-9065-9A1B0B5A3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759"/>
              <a:ext cx="100" cy="119"/>
            </a:xfrm>
            <a:custGeom>
              <a:avLst/>
              <a:gdLst>
                <a:gd name="T0" fmla="*/ 0 w 65"/>
                <a:gd name="T1" fmla="*/ 130 h 78"/>
                <a:gd name="T2" fmla="*/ 185 w 65"/>
                <a:gd name="T3" fmla="*/ 41 h 78"/>
                <a:gd name="T4" fmla="*/ 189 w 65"/>
                <a:gd name="T5" fmla="*/ 278 h 78"/>
                <a:gd name="T6" fmla="*/ 157 w 65"/>
                <a:gd name="T7" fmla="*/ 93 h 78"/>
                <a:gd name="T8" fmla="*/ 35 w 65"/>
                <a:gd name="T9" fmla="*/ 11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8">
                  <a:moveTo>
                    <a:pt x="0" y="37"/>
                  </a:moveTo>
                  <a:cubicBezTo>
                    <a:pt x="8" y="22"/>
                    <a:pt x="35" y="0"/>
                    <a:pt x="51" y="12"/>
                  </a:cubicBezTo>
                  <a:cubicBezTo>
                    <a:pt x="65" y="24"/>
                    <a:pt x="55" y="63"/>
                    <a:pt x="52" y="78"/>
                  </a:cubicBezTo>
                  <a:cubicBezTo>
                    <a:pt x="51" y="64"/>
                    <a:pt x="52" y="37"/>
                    <a:pt x="43" y="26"/>
                  </a:cubicBezTo>
                  <a:cubicBezTo>
                    <a:pt x="35" y="16"/>
                    <a:pt x="13" y="18"/>
                    <a:pt x="10" y="3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255">
              <a:extLst>
                <a:ext uri="{FF2B5EF4-FFF2-40B4-BE49-F238E27FC236}">
                  <a16:creationId xmlns:a16="http://schemas.microsoft.com/office/drawing/2014/main" id="{5BE3515D-D668-424F-98F2-08F55A982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963"/>
              <a:ext cx="172" cy="88"/>
            </a:xfrm>
            <a:custGeom>
              <a:avLst/>
              <a:gdLst>
                <a:gd name="T0" fmla="*/ 0 w 112"/>
                <a:gd name="T1" fmla="*/ 210 h 57"/>
                <a:gd name="T2" fmla="*/ 217 w 112"/>
                <a:gd name="T3" fmla="*/ 26 h 57"/>
                <a:gd name="T4" fmla="*/ 405 w 112"/>
                <a:gd name="T5" fmla="*/ 202 h 57"/>
                <a:gd name="T6" fmla="*/ 237 w 112"/>
                <a:gd name="T7" fmla="*/ 100 h 57"/>
                <a:gd name="T8" fmla="*/ 18 w 112"/>
                <a:gd name="T9" fmla="*/ 19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57">
                  <a:moveTo>
                    <a:pt x="0" y="57"/>
                  </a:moveTo>
                  <a:cubicBezTo>
                    <a:pt x="13" y="42"/>
                    <a:pt x="35" y="0"/>
                    <a:pt x="60" y="7"/>
                  </a:cubicBezTo>
                  <a:cubicBezTo>
                    <a:pt x="83" y="14"/>
                    <a:pt x="97" y="37"/>
                    <a:pt x="112" y="55"/>
                  </a:cubicBezTo>
                  <a:cubicBezTo>
                    <a:pt x="98" y="44"/>
                    <a:pt x="82" y="32"/>
                    <a:pt x="65" y="27"/>
                  </a:cubicBezTo>
                  <a:cubicBezTo>
                    <a:pt x="44" y="22"/>
                    <a:pt x="19" y="38"/>
                    <a:pt x="5" y="52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256">
              <a:extLst>
                <a:ext uri="{FF2B5EF4-FFF2-40B4-BE49-F238E27FC236}">
                  <a16:creationId xmlns:a16="http://schemas.microsoft.com/office/drawing/2014/main" id="{0F99822E-5A0B-4903-9EB1-223C19329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508"/>
              <a:ext cx="221" cy="111"/>
            </a:xfrm>
            <a:custGeom>
              <a:avLst/>
              <a:gdLst>
                <a:gd name="T0" fmla="*/ 12 w 144"/>
                <a:gd name="T1" fmla="*/ 5 h 72"/>
                <a:gd name="T2" fmla="*/ 134 w 144"/>
                <a:gd name="T3" fmla="*/ 8 h 72"/>
                <a:gd name="T4" fmla="*/ 238 w 144"/>
                <a:gd name="T5" fmla="*/ 12 h 72"/>
                <a:gd name="T6" fmla="*/ 414 w 144"/>
                <a:gd name="T7" fmla="*/ 5 h 72"/>
                <a:gd name="T8" fmla="*/ 485 w 144"/>
                <a:gd name="T9" fmla="*/ 8 h 72"/>
                <a:gd name="T10" fmla="*/ 520 w 144"/>
                <a:gd name="T11" fmla="*/ 62 h 72"/>
                <a:gd name="T12" fmla="*/ 480 w 144"/>
                <a:gd name="T13" fmla="*/ 162 h 72"/>
                <a:gd name="T14" fmla="*/ 387 w 144"/>
                <a:gd name="T15" fmla="*/ 264 h 72"/>
                <a:gd name="T16" fmla="*/ 414 w 144"/>
                <a:gd name="T17" fmla="*/ 220 h 72"/>
                <a:gd name="T18" fmla="*/ 445 w 144"/>
                <a:gd name="T19" fmla="*/ 136 h 72"/>
                <a:gd name="T20" fmla="*/ 312 w 144"/>
                <a:gd name="T21" fmla="*/ 74 h 72"/>
                <a:gd name="T22" fmla="*/ 109 w 144"/>
                <a:gd name="T23" fmla="*/ 45 h 72"/>
                <a:gd name="T24" fmla="*/ 0 w 144"/>
                <a:gd name="T25" fmla="*/ 40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4" h="72">
                  <a:moveTo>
                    <a:pt x="3" y="1"/>
                  </a:moveTo>
                  <a:cubicBezTo>
                    <a:pt x="15" y="3"/>
                    <a:pt x="26" y="2"/>
                    <a:pt x="37" y="2"/>
                  </a:cubicBezTo>
                  <a:cubicBezTo>
                    <a:pt x="47" y="2"/>
                    <a:pt x="57" y="3"/>
                    <a:pt x="66" y="3"/>
                  </a:cubicBezTo>
                  <a:cubicBezTo>
                    <a:pt x="83" y="3"/>
                    <a:pt x="99" y="2"/>
                    <a:pt x="115" y="1"/>
                  </a:cubicBezTo>
                  <a:cubicBezTo>
                    <a:pt x="121" y="1"/>
                    <a:pt x="128" y="0"/>
                    <a:pt x="134" y="2"/>
                  </a:cubicBezTo>
                  <a:cubicBezTo>
                    <a:pt x="142" y="4"/>
                    <a:pt x="144" y="8"/>
                    <a:pt x="144" y="17"/>
                  </a:cubicBezTo>
                  <a:cubicBezTo>
                    <a:pt x="144" y="28"/>
                    <a:pt x="139" y="35"/>
                    <a:pt x="133" y="44"/>
                  </a:cubicBezTo>
                  <a:cubicBezTo>
                    <a:pt x="126" y="54"/>
                    <a:pt x="118" y="66"/>
                    <a:pt x="107" y="72"/>
                  </a:cubicBezTo>
                  <a:cubicBezTo>
                    <a:pt x="108" y="67"/>
                    <a:pt x="113" y="64"/>
                    <a:pt x="115" y="60"/>
                  </a:cubicBezTo>
                  <a:cubicBezTo>
                    <a:pt x="118" y="55"/>
                    <a:pt x="123" y="44"/>
                    <a:pt x="123" y="37"/>
                  </a:cubicBezTo>
                  <a:cubicBezTo>
                    <a:pt x="123" y="23"/>
                    <a:pt x="96" y="22"/>
                    <a:pt x="86" y="20"/>
                  </a:cubicBezTo>
                  <a:cubicBezTo>
                    <a:pt x="68" y="15"/>
                    <a:pt x="48" y="16"/>
                    <a:pt x="30" y="12"/>
                  </a:cubicBezTo>
                  <a:cubicBezTo>
                    <a:pt x="19" y="10"/>
                    <a:pt x="10" y="11"/>
                    <a:pt x="0" y="1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257">
              <a:extLst>
                <a:ext uri="{FF2B5EF4-FFF2-40B4-BE49-F238E27FC236}">
                  <a16:creationId xmlns:a16="http://schemas.microsoft.com/office/drawing/2014/main" id="{C43B494C-5044-491F-B72D-BDF4AF049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526"/>
              <a:ext cx="438" cy="126"/>
            </a:xfrm>
            <a:custGeom>
              <a:avLst/>
              <a:gdLst>
                <a:gd name="T0" fmla="*/ 26 w 286"/>
                <a:gd name="T1" fmla="*/ 189 h 82"/>
                <a:gd name="T2" fmla="*/ 155 w 286"/>
                <a:gd name="T3" fmla="*/ 75 h 82"/>
                <a:gd name="T4" fmla="*/ 319 w 286"/>
                <a:gd name="T5" fmla="*/ 54 h 82"/>
                <a:gd name="T6" fmla="*/ 495 w 286"/>
                <a:gd name="T7" fmla="*/ 22 h 82"/>
                <a:gd name="T8" fmla="*/ 663 w 286"/>
                <a:gd name="T9" fmla="*/ 12 h 82"/>
                <a:gd name="T10" fmla="*/ 939 w 286"/>
                <a:gd name="T11" fmla="*/ 40 h 82"/>
                <a:gd name="T12" fmla="*/ 1009 w 286"/>
                <a:gd name="T13" fmla="*/ 298 h 82"/>
                <a:gd name="T14" fmla="*/ 945 w 286"/>
                <a:gd name="T15" fmla="*/ 197 h 82"/>
                <a:gd name="T16" fmla="*/ 844 w 286"/>
                <a:gd name="T17" fmla="*/ 114 h 82"/>
                <a:gd name="T18" fmla="*/ 668 w 286"/>
                <a:gd name="T19" fmla="*/ 106 h 82"/>
                <a:gd name="T20" fmla="*/ 561 w 286"/>
                <a:gd name="T21" fmla="*/ 97 h 82"/>
                <a:gd name="T22" fmla="*/ 237 w 286"/>
                <a:gd name="T23" fmla="*/ 114 h 82"/>
                <a:gd name="T24" fmla="*/ 0 w 286"/>
                <a:gd name="T25" fmla="*/ 191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6" h="82">
                  <a:moveTo>
                    <a:pt x="7" y="52"/>
                  </a:moveTo>
                  <a:cubicBezTo>
                    <a:pt x="20" y="42"/>
                    <a:pt x="27" y="28"/>
                    <a:pt x="43" y="21"/>
                  </a:cubicBezTo>
                  <a:cubicBezTo>
                    <a:pt x="57" y="14"/>
                    <a:pt x="73" y="15"/>
                    <a:pt x="89" y="15"/>
                  </a:cubicBezTo>
                  <a:cubicBezTo>
                    <a:pt x="105" y="15"/>
                    <a:pt x="122" y="9"/>
                    <a:pt x="138" y="6"/>
                  </a:cubicBezTo>
                  <a:cubicBezTo>
                    <a:pt x="154" y="4"/>
                    <a:pt x="170" y="4"/>
                    <a:pt x="185" y="3"/>
                  </a:cubicBezTo>
                  <a:cubicBezTo>
                    <a:pt x="208" y="2"/>
                    <a:pt x="240" y="0"/>
                    <a:pt x="261" y="11"/>
                  </a:cubicBezTo>
                  <a:cubicBezTo>
                    <a:pt x="286" y="23"/>
                    <a:pt x="282" y="59"/>
                    <a:pt x="281" y="82"/>
                  </a:cubicBezTo>
                  <a:cubicBezTo>
                    <a:pt x="272" y="77"/>
                    <a:pt x="268" y="62"/>
                    <a:pt x="263" y="54"/>
                  </a:cubicBezTo>
                  <a:cubicBezTo>
                    <a:pt x="256" y="42"/>
                    <a:pt x="248" y="36"/>
                    <a:pt x="235" y="31"/>
                  </a:cubicBezTo>
                  <a:cubicBezTo>
                    <a:pt x="217" y="24"/>
                    <a:pt x="205" y="27"/>
                    <a:pt x="186" y="29"/>
                  </a:cubicBezTo>
                  <a:cubicBezTo>
                    <a:pt x="176" y="30"/>
                    <a:pt x="166" y="27"/>
                    <a:pt x="156" y="27"/>
                  </a:cubicBezTo>
                  <a:cubicBezTo>
                    <a:pt x="126" y="28"/>
                    <a:pt x="96" y="30"/>
                    <a:pt x="66" y="31"/>
                  </a:cubicBezTo>
                  <a:cubicBezTo>
                    <a:pt x="40" y="32"/>
                    <a:pt x="22" y="36"/>
                    <a:pt x="0" y="53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258">
              <a:extLst>
                <a:ext uri="{FF2B5EF4-FFF2-40B4-BE49-F238E27FC236}">
                  <a16:creationId xmlns:a16="http://schemas.microsoft.com/office/drawing/2014/main" id="{12D40D66-CA7B-4E8A-9BC5-E7FFA47AF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526"/>
              <a:ext cx="306" cy="122"/>
            </a:xfrm>
            <a:custGeom>
              <a:avLst/>
              <a:gdLst>
                <a:gd name="T0" fmla="*/ 0 w 200"/>
                <a:gd name="T1" fmla="*/ 26 h 79"/>
                <a:gd name="T2" fmla="*/ 317 w 200"/>
                <a:gd name="T3" fmla="*/ 40 h 79"/>
                <a:gd name="T4" fmla="*/ 552 w 200"/>
                <a:gd name="T5" fmla="*/ 48 h 79"/>
                <a:gd name="T6" fmla="*/ 675 w 200"/>
                <a:gd name="T7" fmla="*/ 133 h 79"/>
                <a:gd name="T8" fmla="*/ 499 w 200"/>
                <a:gd name="T9" fmla="*/ 290 h 79"/>
                <a:gd name="T10" fmla="*/ 591 w 200"/>
                <a:gd name="T11" fmla="*/ 154 h 79"/>
                <a:gd name="T12" fmla="*/ 451 w 200"/>
                <a:gd name="T13" fmla="*/ 127 h 79"/>
                <a:gd name="T14" fmla="*/ 265 w 200"/>
                <a:gd name="T15" fmla="*/ 86 h 79"/>
                <a:gd name="T16" fmla="*/ 67 w 200"/>
                <a:gd name="T17" fmla="*/ 40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79">
                  <a:moveTo>
                    <a:pt x="0" y="7"/>
                  </a:moveTo>
                  <a:cubicBezTo>
                    <a:pt x="26" y="0"/>
                    <a:pt x="61" y="6"/>
                    <a:pt x="88" y="11"/>
                  </a:cubicBezTo>
                  <a:cubicBezTo>
                    <a:pt x="112" y="16"/>
                    <a:pt x="129" y="18"/>
                    <a:pt x="154" y="13"/>
                  </a:cubicBezTo>
                  <a:cubicBezTo>
                    <a:pt x="173" y="9"/>
                    <a:pt x="200" y="6"/>
                    <a:pt x="188" y="36"/>
                  </a:cubicBezTo>
                  <a:cubicBezTo>
                    <a:pt x="179" y="59"/>
                    <a:pt x="160" y="69"/>
                    <a:pt x="139" y="79"/>
                  </a:cubicBezTo>
                  <a:cubicBezTo>
                    <a:pt x="145" y="70"/>
                    <a:pt x="165" y="54"/>
                    <a:pt x="165" y="42"/>
                  </a:cubicBezTo>
                  <a:cubicBezTo>
                    <a:pt x="165" y="26"/>
                    <a:pt x="135" y="32"/>
                    <a:pt x="126" y="34"/>
                  </a:cubicBezTo>
                  <a:cubicBezTo>
                    <a:pt x="104" y="39"/>
                    <a:pt x="91" y="36"/>
                    <a:pt x="74" y="23"/>
                  </a:cubicBezTo>
                  <a:cubicBezTo>
                    <a:pt x="59" y="11"/>
                    <a:pt x="38" y="11"/>
                    <a:pt x="19" y="11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259">
              <a:extLst>
                <a:ext uri="{FF2B5EF4-FFF2-40B4-BE49-F238E27FC236}">
                  <a16:creationId xmlns:a16="http://schemas.microsoft.com/office/drawing/2014/main" id="{9072A6DB-6672-4CCE-BA6B-4565BAB7B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508"/>
              <a:ext cx="128" cy="106"/>
            </a:xfrm>
            <a:custGeom>
              <a:avLst/>
              <a:gdLst>
                <a:gd name="T0" fmla="*/ 70 w 84"/>
                <a:gd name="T1" fmla="*/ 224 h 69"/>
                <a:gd name="T2" fmla="*/ 5 w 84"/>
                <a:gd name="T3" fmla="*/ 120 h 69"/>
                <a:gd name="T4" fmla="*/ 203 w 84"/>
                <a:gd name="T5" fmla="*/ 22 h 69"/>
                <a:gd name="T6" fmla="*/ 290 w 84"/>
                <a:gd name="T7" fmla="*/ 18 h 69"/>
                <a:gd name="T8" fmla="*/ 190 w 84"/>
                <a:gd name="T9" fmla="*/ 66 h 69"/>
                <a:gd name="T10" fmla="*/ 49 w 84"/>
                <a:gd name="T11" fmla="*/ 198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69">
                  <a:moveTo>
                    <a:pt x="20" y="62"/>
                  </a:moveTo>
                  <a:cubicBezTo>
                    <a:pt x="7" y="69"/>
                    <a:pt x="0" y="42"/>
                    <a:pt x="1" y="33"/>
                  </a:cubicBezTo>
                  <a:cubicBezTo>
                    <a:pt x="4" y="8"/>
                    <a:pt x="37" y="9"/>
                    <a:pt x="57" y="6"/>
                  </a:cubicBezTo>
                  <a:cubicBezTo>
                    <a:pt x="61" y="5"/>
                    <a:pt x="80" y="0"/>
                    <a:pt x="82" y="5"/>
                  </a:cubicBezTo>
                  <a:cubicBezTo>
                    <a:pt x="84" y="11"/>
                    <a:pt x="57" y="17"/>
                    <a:pt x="54" y="18"/>
                  </a:cubicBezTo>
                  <a:cubicBezTo>
                    <a:pt x="39" y="23"/>
                    <a:pt x="4" y="31"/>
                    <a:pt x="14" y="5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260">
              <a:extLst>
                <a:ext uri="{FF2B5EF4-FFF2-40B4-BE49-F238E27FC236}">
                  <a16:creationId xmlns:a16="http://schemas.microsoft.com/office/drawing/2014/main" id="{0B256780-D12A-4BA0-9FAF-0DAA2B4E2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811"/>
              <a:ext cx="316" cy="57"/>
            </a:xfrm>
            <a:custGeom>
              <a:avLst/>
              <a:gdLst>
                <a:gd name="T0" fmla="*/ 0 w 206"/>
                <a:gd name="T1" fmla="*/ 136 h 37"/>
                <a:gd name="T2" fmla="*/ 158 w 206"/>
                <a:gd name="T3" fmla="*/ 34 h 37"/>
                <a:gd name="T4" fmla="*/ 291 w 206"/>
                <a:gd name="T5" fmla="*/ 14 h 37"/>
                <a:gd name="T6" fmla="*/ 492 w 206"/>
                <a:gd name="T7" fmla="*/ 18 h 37"/>
                <a:gd name="T8" fmla="*/ 696 w 206"/>
                <a:gd name="T9" fmla="*/ 35 h 37"/>
                <a:gd name="T10" fmla="*/ 621 w 206"/>
                <a:gd name="T11" fmla="*/ 75 h 37"/>
                <a:gd name="T12" fmla="*/ 365 w 206"/>
                <a:gd name="T13" fmla="*/ 74 h 37"/>
                <a:gd name="T14" fmla="*/ 49 w 206"/>
                <a:gd name="T15" fmla="*/ 128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37">
                  <a:moveTo>
                    <a:pt x="0" y="37"/>
                  </a:moveTo>
                  <a:cubicBezTo>
                    <a:pt x="16" y="30"/>
                    <a:pt x="29" y="18"/>
                    <a:pt x="44" y="9"/>
                  </a:cubicBezTo>
                  <a:cubicBezTo>
                    <a:pt x="59" y="1"/>
                    <a:pt x="65" y="3"/>
                    <a:pt x="81" y="4"/>
                  </a:cubicBezTo>
                  <a:cubicBezTo>
                    <a:pt x="99" y="6"/>
                    <a:pt x="117" y="3"/>
                    <a:pt x="136" y="5"/>
                  </a:cubicBezTo>
                  <a:cubicBezTo>
                    <a:pt x="149" y="6"/>
                    <a:pt x="182" y="0"/>
                    <a:pt x="193" y="10"/>
                  </a:cubicBezTo>
                  <a:cubicBezTo>
                    <a:pt x="206" y="22"/>
                    <a:pt x="180" y="21"/>
                    <a:pt x="172" y="21"/>
                  </a:cubicBezTo>
                  <a:cubicBezTo>
                    <a:pt x="147" y="22"/>
                    <a:pt x="126" y="23"/>
                    <a:pt x="101" y="20"/>
                  </a:cubicBezTo>
                  <a:cubicBezTo>
                    <a:pt x="71" y="16"/>
                    <a:pt x="44" y="36"/>
                    <a:pt x="14" y="3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261">
              <a:extLst>
                <a:ext uri="{FF2B5EF4-FFF2-40B4-BE49-F238E27FC236}">
                  <a16:creationId xmlns:a16="http://schemas.microsoft.com/office/drawing/2014/main" id="{149B82AA-42D3-4FAA-9024-134D95137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722"/>
              <a:ext cx="152" cy="215"/>
            </a:xfrm>
            <a:custGeom>
              <a:avLst/>
              <a:gdLst>
                <a:gd name="T0" fmla="*/ 0 w 99"/>
                <a:gd name="T1" fmla="*/ 52 h 140"/>
                <a:gd name="T2" fmla="*/ 177 w 99"/>
                <a:gd name="T3" fmla="*/ 52 h 140"/>
                <a:gd name="T4" fmla="*/ 312 w 99"/>
                <a:gd name="T5" fmla="*/ 127 h 140"/>
                <a:gd name="T6" fmla="*/ 292 w 99"/>
                <a:gd name="T7" fmla="*/ 292 h 140"/>
                <a:gd name="T8" fmla="*/ 177 w 99"/>
                <a:gd name="T9" fmla="*/ 507 h 140"/>
                <a:gd name="T10" fmla="*/ 203 w 99"/>
                <a:gd name="T11" fmla="*/ 309 h 140"/>
                <a:gd name="T12" fmla="*/ 221 w 99"/>
                <a:gd name="T13" fmla="*/ 170 h 140"/>
                <a:gd name="T14" fmla="*/ 35 w 99"/>
                <a:gd name="T15" fmla="*/ 43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140">
                  <a:moveTo>
                    <a:pt x="0" y="14"/>
                  </a:moveTo>
                  <a:cubicBezTo>
                    <a:pt x="18" y="0"/>
                    <a:pt x="31" y="4"/>
                    <a:pt x="49" y="14"/>
                  </a:cubicBezTo>
                  <a:cubicBezTo>
                    <a:pt x="60" y="20"/>
                    <a:pt x="78" y="27"/>
                    <a:pt x="86" y="35"/>
                  </a:cubicBezTo>
                  <a:cubicBezTo>
                    <a:pt x="99" y="48"/>
                    <a:pt x="86" y="67"/>
                    <a:pt x="81" y="81"/>
                  </a:cubicBezTo>
                  <a:cubicBezTo>
                    <a:pt x="73" y="101"/>
                    <a:pt x="62" y="123"/>
                    <a:pt x="49" y="140"/>
                  </a:cubicBezTo>
                  <a:cubicBezTo>
                    <a:pt x="48" y="123"/>
                    <a:pt x="53" y="102"/>
                    <a:pt x="56" y="85"/>
                  </a:cubicBezTo>
                  <a:cubicBezTo>
                    <a:pt x="57" y="73"/>
                    <a:pt x="64" y="58"/>
                    <a:pt x="61" y="47"/>
                  </a:cubicBezTo>
                  <a:cubicBezTo>
                    <a:pt x="55" y="25"/>
                    <a:pt x="31" y="12"/>
                    <a:pt x="10" y="12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262">
              <a:extLst>
                <a:ext uri="{FF2B5EF4-FFF2-40B4-BE49-F238E27FC236}">
                  <a16:creationId xmlns:a16="http://schemas.microsoft.com/office/drawing/2014/main" id="{3136B26A-5135-4457-B817-B88FEF754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948"/>
              <a:ext cx="253" cy="133"/>
            </a:xfrm>
            <a:custGeom>
              <a:avLst/>
              <a:gdLst>
                <a:gd name="T0" fmla="*/ 0 w 165"/>
                <a:gd name="T1" fmla="*/ 0 h 87"/>
                <a:gd name="T2" fmla="*/ 141 w 165"/>
                <a:gd name="T3" fmla="*/ 72 h 87"/>
                <a:gd name="T4" fmla="*/ 285 w 165"/>
                <a:gd name="T5" fmla="*/ 150 h 87"/>
                <a:gd name="T6" fmla="*/ 437 w 165"/>
                <a:gd name="T7" fmla="*/ 238 h 87"/>
                <a:gd name="T8" fmla="*/ 595 w 165"/>
                <a:gd name="T9" fmla="*/ 310 h 87"/>
                <a:gd name="T10" fmla="*/ 506 w 165"/>
                <a:gd name="T11" fmla="*/ 292 h 87"/>
                <a:gd name="T12" fmla="*/ 357 w 165"/>
                <a:gd name="T13" fmla="*/ 257 h 87"/>
                <a:gd name="T14" fmla="*/ 242 w 165"/>
                <a:gd name="T15" fmla="*/ 168 h 87"/>
                <a:gd name="T16" fmla="*/ 115 w 165"/>
                <a:gd name="T17" fmla="*/ 96 h 87"/>
                <a:gd name="T18" fmla="*/ 40 w 165"/>
                <a:gd name="T19" fmla="*/ 28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5" h="87">
                  <a:moveTo>
                    <a:pt x="0" y="0"/>
                  </a:moveTo>
                  <a:cubicBezTo>
                    <a:pt x="14" y="3"/>
                    <a:pt x="28" y="12"/>
                    <a:pt x="39" y="20"/>
                  </a:cubicBezTo>
                  <a:cubicBezTo>
                    <a:pt x="52" y="29"/>
                    <a:pt x="65" y="35"/>
                    <a:pt x="79" y="42"/>
                  </a:cubicBezTo>
                  <a:cubicBezTo>
                    <a:pt x="94" y="49"/>
                    <a:pt x="107" y="59"/>
                    <a:pt x="121" y="67"/>
                  </a:cubicBezTo>
                  <a:cubicBezTo>
                    <a:pt x="134" y="74"/>
                    <a:pt x="150" y="85"/>
                    <a:pt x="165" y="87"/>
                  </a:cubicBezTo>
                  <a:cubicBezTo>
                    <a:pt x="157" y="86"/>
                    <a:pt x="148" y="83"/>
                    <a:pt x="140" y="82"/>
                  </a:cubicBezTo>
                  <a:cubicBezTo>
                    <a:pt x="125" y="80"/>
                    <a:pt x="111" y="80"/>
                    <a:pt x="99" y="72"/>
                  </a:cubicBezTo>
                  <a:cubicBezTo>
                    <a:pt x="87" y="64"/>
                    <a:pt x="79" y="54"/>
                    <a:pt x="67" y="47"/>
                  </a:cubicBezTo>
                  <a:cubicBezTo>
                    <a:pt x="54" y="40"/>
                    <a:pt x="43" y="36"/>
                    <a:pt x="32" y="27"/>
                  </a:cubicBezTo>
                  <a:cubicBezTo>
                    <a:pt x="27" y="22"/>
                    <a:pt x="12" y="11"/>
                    <a:pt x="11" y="8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263">
              <a:extLst>
                <a:ext uri="{FF2B5EF4-FFF2-40B4-BE49-F238E27FC236}">
                  <a16:creationId xmlns:a16="http://schemas.microsoft.com/office/drawing/2014/main" id="{D9B50A71-F1AC-457A-854E-AF3C062E5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965"/>
              <a:ext cx="134" cy="86"/>
            </a:xfrm>
            <a:custGeom>
              <a:avLst/>
              <a:gdLst>
                <a:gd name="T0" fmla="*/ 0 w 87"/>
                <a:gd name="T1" fmla="*/ 160 h 56"/>
                <a:gd name="T2" fmla="*/ 109 w 87"/>
                <a:gd name="T3" fmla="*/ 66 h 56"/>
                <a:gd name="T4" fmla="*/ 203 w 87"/>
                <a:gd name="T5" fmla="*/ 0 h 56"/>
                <a:gd name="T6" fmla="*/ 259 w 87"/>
                <a:gd name="T7" fmla="*/ 83 h 56"/>
                <a:gd name="T8" fmla="*/ 317 w 87"/>
                <a:gd name="T9" fmla="*/ 203 h 56"/>
                <a:gd name="T10" fmla="*/ 223 w 87"/>
                <a:gd name="T11" fmla="*/ 89 h 56"/>
                <a:gd name="T12" fmla="*/ 69 w 87"/>
                <a:gd name="T13" fmla="*/ 135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56">
                  <a:moveTo>
                    <a:pt x="0" y="44"/>
                  </a:moveTo>
                  <a:cubicBezTo>
                    <a:pt x="11" y="38"/>
                    <a:pt x="21" y="27"/>
                    <a:pt x="30" y="18"/>
                  </a:cubicBezTo>
                  <a:cubicBezTo>
                    <a:pt x="35" y="14"/>
                    <a:pt x="49" y="0"/>
                    <a:pt x="56" y="0"/>
                  </a:cubicBezTo>
                  <a:cubicBezTo>
                    <a:pt x="64" y="0"/>
                    <a:pt x="68" y="15"/>
                    <a:pt x="71" y="23"/>
                  </a:cubicBezTo>
                  <a:cubicBezTo>
                    <a:pt x="75" y="34"/>
                    <a:pt x="84" y="45"/>
                    <a:pt x="87" y="56"/>
                  </a:cubicBezTo>
                  <a:cubicBezTo>
                    <a:pt x="75" y="50"/>
                    <a:pt x="74" y="30"/>
                    <a:pt x="61" y="25"/>
                  </a:cubicBezTo>
                  <a:cubicBezTo>
                    <a:pt x="46" y="19"/>
                    <a:pt x="31" y="31"/>
                    <a:pt x="19" y="37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264">
              <a:extLst>
                <a:ext uri="{FF2B5EF4-FFF2-40B4-BE49-F238E27FC236}">
                  <a16:creationId xmlns:a16="http://schemas.microsoft.com/office/drawing/2014/main" id="{570A21E6-9709-4712-8DBA-14486A09B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583"/>
              <a:ext cx="150" cy="123"/>
            </a:xfrm>
            <a:custGeom>
              <a:avLst/>
              <a:gdLst>
                <a:gd name="T0" fmla="*/ 49 w 98"/>
                <a:gd name="T1" fmla="*/ 168 h 80"/>
                <a:gd name="T2" fmla="*/ 21 w 98"/>
                <a:gd name="T3" fmla="*/ 0 h 80"/>
                <a:gd name="T4" fmla="*/ 80 w 98"/>
                <a:gd name="T5" fmla="*/ 62 h 80"/>
                <a:gd name="T6" fmla="*/ 158 w 98"/>
                <a:gd name="T7" fmla="*/ 123 h 80"/>
                <a:gd name="T8" fmla="*/ 352 w 98"/>
                <a:gd name="T9" fmla="*/ 291 h 80"/>
                <a:gd name="T10" fmla="*/ 87 w 98"/>
                <a:gd name="T11" fmla="*/ 123 h 80"/>
                <a:gd name="T12" fmla="*/ 67 w 98"/>
                <a:gd name="T13" fmla="*/ 14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80">
                  <a:moveTo>
                    <a:pt x="14" y="46"/>
                  </a:moveTo>
                  <a:cubicBezTo>
                    <a:pt x="18" y="32"/>
                    <a:pt x="0" y="15"/>
                    <a:pt x="6" y="0"/>
                  </a:cubicBezTo>
                  <a:cubicBezTo>
                    <a:pt x="13" y="4"/>
                    <a:pt x="17" y="11"/>
                    <a:pt x="22" y="17"/>
                  </a:cubicBezTo>
                  <a:cubicBezTo>
                    <a:pt x="29" y="24"/>
                    <a:pt x="36" y="28"/>
                    <a:pt x="44" y="34"/>
                  </a:cubicBezTo>
                  <a:cubicBezTo>
                    <a:pt x="56" y="44"/>
                    <a:pt x="98" y="64"/>
                    <a:pt x="98" y="80"/>
                  </a:cubicBezTo>
                  <a:cubicBezTo>
                    <a:pt x="73" y="65"/>
                    <a:pt x="49" y="49"/>
                    <a:pt x="24" y="34"/>
                  </a:cubicBezTo>
                  <a:cubicBezTo>
                    <a:pt x="22" y="35"/>
                    <a:pt x="20" y="36"/>
                    <a:pt x="19" y="39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265">
              <a:extLst>
                <a:ext uri="{FF2B5EF4-FFF2-40B4-BE49-F238E27FC236}">
                  <a16:creationId xmlns:a16="http://schemas.microsoft.com/office/drawing/2014/main" id="{14C42E10-9F9C-4F77-97BE-5AA5DC0A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820"/>
              <a:ext cx="133" cy="181"/>
            </a:xfrm>
            <a:custGeom>
              <a:avLst/>
              <a:gdLst>
                <a:gd name="T0" fmla="*/ 0 w 87"/>
                <a:gd name="T1" fmla="*/ 141 h 118"/>
                <a:gd name="T2" fmla="*/ 208 w 87"/>
                <a:gd name="T3" fmla="*/ 114 h 118"/>
                <a:gd name="T4" fmla="*/ 283 w 87"/>
                <a:gd name="T5" fmla="*/ 426 h 118"/>
                <a:gd name="T6" fmla="*/ 211 w 87"/>
                <a:gd name="T7" fmla="*/ 282 h 118"/>
                <a:gd name="T8" fmla="*/ 147 w 87"/>
                <a:gd name="T9" fmla="*/ 163 h 118"/>
                <a:gd name="T10" fmla="*/ 21 w 87"/>
                <a:gd name="T11" fmla="*/ 163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18">
                  <a:moveTo>
                    <a:pt x="0" y="39"/>
                  </a:moveTo>
                  <a:cubicBezTo>
                    <a:pt x="19" y="25"/>
                    <a:pt x="44" y="0"/>
                    <a:pt x="58" y="31"/>
                  </a:cubicBezTo>
                  <a:cubicBezTo>
                    <a:pt x="68" y="53"/>
                    <a:pt x="87" y="95"/>
                    <a:pt x="79" y="118"/>
                  </a:cubicBezTo>
                  <a:cubicBezTo>
                    <a:pt x="68" y="113"/>
                    <a:pt x="63" y="89"/>
                    <a:pt x="59" y="78"/>
                  </a:cubicBezTo>
                  <a:cubicBezTo>
                    <a:pt x="54" y="67"/>
                    <a:pt x="49" y="53"/>
                    <a:pt x="41" y="45"/>
                  </a:cubicBezTo>
                  <a:cubicBezTo>
                    <a:pt x="29" y="33"/>
                    <a:pt x="18" y="37"/>
                    <a:pt x="6" y="45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266">
              <a:extLst>
                <a:ext uri="{FF2B5EF4-FFF2-40B4-BE49-F238E27FC236}">
                  <a16:creationId xmlns:a16="http://schemas.microsoft.com/office/drawing/2014/main" id="{4A414EC3-D544-49C9-A675-4EC2988D5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2908"/>
              <a:ext cx="161" cy="107"/>
            </a:xfrm>
            <a:custGeom>
              <a:avLst/>
              <a:gdLst>
                <a:gd name="T0" fmla="*/ 0 w 105"/>
                <a:gd name="T1" fmla="*/ 133 h 70"/>
                <a:gd name="T2" fmla="*/ 264 w 105"/>
                <a:gd name="T3" fmla="*/ 40 h 70"/>
                <a:gd name="T4" fmla="*/ 357 w 105"/>
                <a:gd name="T5" fmla="*/ 251 h 70"/>
                <a:gd name="T6" fmla="*/ 278 w 105"/>
                <a:gd name="T7" fmla="*/ 121 h 70"/>
                <a:gd name="T8" fmla="*/ 58 w 105"/>
                <a:gd name="T9" fmla="*/ 12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70">
                  <a:moveTo>
                    <a:pt x="0" y="37"/>
                  </a:moveTo>
                  <a:cubicBezTo>
                    <a:pt x="15" y="11"/>
                    <a:pt x="44" y="0"/>
                    <a:pt x="73" y="11"/>
                  </a:cubicBezTo>
                  <a:cubicBezTo>
                    <a:pt x="97" y="20"/>
                    <a:pt x="105" y="46"/>
                    <a:pt x="99" y="70"/>
                  </a:cubicBezTo>
                  <a:cubicBezTo>
                    <a:pt x="92" y="58"/>
                    <a:pt x="88" y="44"/>
                    <a:pt x="77" y="34"/>
                  </a:cubicBezTo>
                  <a:cubicBezTo>
                    <a:pt x="54" y="15"/>
                    <a:pt x="40" y="38"/>
                    <a:pt x="16" y="36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267">
              <a:extLst>
                <a:ext uri="{FF2B5EF4-FFF2-40B4-BE49-F238E27FC236}">
                  <a16:creationId xmlns:a16="http://schemas.microsoft.com/office/drawing/2014/main" id="{102FA83B-7C1B-46AE-8D42-F3A885C24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520"/>
              <a:ext cx="310" cy="131"/>
            </a:xfrm>
            <a:custGeom>
              <a:avLst/>
              <a:gdLst>
                <a:gd name="T0" fmla="*/ 0 w 202"/>
                <a:gd name="T1" fmla="*/ 43 h 85"/>
                <a:gd name="T2" fmla="*/ 215 w 202"/>
                <a:gd name="T3" fmla="*/ 18 h 85"/>
                <a:gd name="T4" fmla="*/ 351 w 202"/>
                <a:gd name="T5" fmla="*/ 5 h 85"/>
                <a:gd name="T6" fmla="*/ 594 w 202"/>
                <a:gd name="T7" fmla="*/ 26 h 85"/>
                <a:gd name="T8" fmla="*/ 723 w 202"/>
                <a:gd name="T9" fmla="*/ 162 h 85"/>
                <a:gd name="T10" fmla="*/ 506 w 202"/>
                <a:gd name="T11" fmla="*/ 311 h 85"/>
                <a:gd name="T12" fmla="*/ 546 w 202"/>
                <a:gd name="T13" fmla="*/ 171 h 85"/>
                <a:gd name="T14" fmla="*/ 371 w 202"/>
                <a:gd name="T15" fmla="*/ 109 h 85"/>
                <a:gd name="T16" fmla="*/ 32 w 202"/>
                <a:gd name="T17" fmla="*/ 43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2" h="85">
                  <a:moveTo>
                    <a:pt x="0" y="12"/>
                  </a:moveTo>
                  <a:cubicBezTo>
                    <a:pt x="13" y="2"/>
                    <a:pt x="41" y="6"/>
                    <a:pt x="59" y="5"/>
                  </a:cubicBezTo>
                  <a:cubicBezTo>
                    <a:pt x="72" y="3"/>
                    <a:pt x="84" y="2"/>
                    <a:pt x="97" y="1"/>
                  </a:cubicBezTo>
                  <a:cubicBezTo>
                    <a:pt x="120" y="0"/>
                    <a:pt x="142" y="1"/>
                    <a:pt x="164" y="7"/>
                  </a:cubicBezTo>
                  <a:cubicBezTo>
                    <a:pt x="182" y="12"/>
                    <a:pt x="202" y="22"/>
                    <a:pt x="200" y="44"/>
                  </a:cubicBezTo>
                  <a:cubicBezTo>
                    <a:pt x="199" y="72"/>
                    <a:pt x="162" y="79"/>
                    <a:pt x="140" y="85"/>
                  </a:cubicBezTo>
                  <a:cubicBezTo>
                    <a:pt x="139" y="72"/>
                    <a:pt x="156" y="61"/>
                    <a:pt x="151" y="47"/>
                  </a:cubicBezTo>
                  <a:cubicBezTo>
                    <a:pt x="145" y="29"/>
                    <a:pt x="118" y="32"/>
                    <a:pt x="103" y="30"/>
                  </a:cubicBezTo>
                  <a:cubicBezTo>
                    <a:pt x="70" y="23"/>
                    <a:pt x="43" y="12"/>
                    <a:pt x="9" y="12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268">
              <a:extLst>
                <a:ext uri="{FF2B5EF4-FFF2-40B4-BE49-F238E27FC236}">
                  <a16:creationId xmlns:a16="http://schemas.microsoft.com/office/drawing/2014/main" id="{990BFE20-49B6-4DA6-808D-7A4A473E0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136"/>
              <a:ext cx="84" cy="59"/>
            </a:xfrm>
            <a:custGeom>
              <a:avLst/>
              <a:gdLst>
                <a:gd name="T0" fmla="*/ 0 w 55"/>
                <a:gd name="T1" fmla="*/ 12 h 38"/>
                <a:gd name="T2" fmla="*/ 115 w 55"/>
                <a:gd name="T3" fmla="*/ 40 h 38"/>
                <a:gd name="T4" fmla="*/ 195 w 55"/>
                <a:gd name="T5" fmla="*/ 143 h 38"/>
                <a:gd name="T6" fmla="*/ 121 w 55"/>
                <a:gd name="T7" fmla="*/ 48 h 38"/>
                <a:gd name="T8" fmla="*/ 67 w 55"/>
                <a:gd name="T9" fmla="*/ 22 h 38"/>
                <a:gd name="T10" fmla="*/ 8 w 55"/>
                <a:gd name="T11" fmla="*/ 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38">
                  <a:moveTo>
                    <a:pt x="0" y="3"/>
                  </a:moveTo>
                  <a:cubicBezTo>
                    <a:pt x="10" y="0"/>
                    <a:pt x="24" y="6"/>
                    <a:pt x="32" y="11"/>
                  </a:cubicBezTo>
                  <a:cubicBezTo>
                    <a:pt x="43" y="19"/>
                    <a:pt x="48" y="27"/>
                    <a:pt x="55" y="38"/>
                  </a:cubicBezTo>
                  <a:cubicBezTo>
                    <a:pt x="45" y="33"/>
                    <a:pt x="43" y="19"/>
                    <a:pt x="34" y="13"/>
                  </a:cubicBezTo>
                  <a:cubicBezTo>
                    <a:pt x="30" y="11"/>
                    <a:pt x="24" y="9"/>
                    <a:pt x="19" y="6"/>
                  </a:cubicBezTo>
                  <a:cubicBezTo>
                    <a:pt x="14" y="3"/>
                    <a:pt x="8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269">
              <a:extLst>
                <a:ext uri="{FF2B5EF4-FFF2-40B4-BE49-F238E27FC236}">
                  <a16:creationId xmlns:a16="http://schemas.microsoft.com/office/drawing/2014/main" id="{2EA48305-6D98-4131-B8BC-F4845FC5B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405"/>
              <a:ext cx="98" cy="65"/>
            </a:xfrm>
            <a:custGeom>
              <a:avLst/>
              <a:gdLst>
                <a:gd name="T0" fmla="*/ 0 w 64"/>
                <a:gd name="T1" fmla="*/ 29 h 42"/>
                <a:gd name="T2" fmla="*/ 127 w 64"/>
                <a:gd name="T3" fmla="*/ 29 h 42"/>
                <a:gd name="T4" fmla="*/ 181 w 64"/>
                <a:gd name="T5" fmla="*/ 88 h 42"/>
                <a:gd name="T6" fmla="*/ 230 w 64"/>
                <a:gd name="T7" fmla="*/ 156 h 42"/>
                <a:gd name="T8" fmla="*/ 123 w 64"/>
                <a:gd name="T9" fmla="*/ 48 h 42"/>
                <a:gd name="T10" fmla="*/ 12 w 64"/>
                <a:gd name="T11" fmla="*/ 26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2">
                  <a:moveTo>
                    <a:pt x="0" y="8"/>
                  </a:moveTo>
                  <a:cubicBezTo>
                    <a:pt x="13" y="8"/>
                    <a:pt x="23" y="0"/>
                    <a:pt x="35" y="8"/>
                  </a:cubicBezTo>
                  <a:cubicBezTo>
                    <a:pt x="41" y="12"/>
                    <a:pt x="46" y="19"/>
                    <a:pt x="50" y="24"/>
                  </a:cubicBezTo>
                  <a:cubicBezTo>
                    <a:pt x="54" y="30"/>
                    <a:pt x="61" y="36"/>
                    <a:pt x="64" y="42"/>
                  </a:cubicBezTo>
                  <a:cubicBezTo>
                    <a:pt x="49" y="38"/>
                    <a:pt x="45" y="22"/>
                    <a:pt x="34" y="13"/>
                  </a:cubicBezTo>
                  <a:cubicBezTo>
                    <a:pt x="25" y="5"/>
                    <a:pt x="14" y="6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270">
              <a:extLst>
                <a:ext uri="{FF2B5EF4-FFF2-40B4-BE49-F238E27FC236}">
                  <a16:creationId xmlns:a16="http://schemas.microsoft.com/office/drawing/2014/main" id="{1BEA9305-EF09-4644-8B1C-5E495DA5F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605"/>
              <a:ext cx="308" cy="111"/>
            </a:xfrm>
            <a:custGeom>
              <a:avLst/>
              <a:gdLst>
                <a:gd name="T0" fmla="*/ 12 w 201"/>
                <a:gd name="T1" fmla="*/ 109 h 72"/>
                <a:gd name="T2" fmla="*/ 35 w 201"/>
                <a:gd name="T3" fmla="*/ 26 h 72"/>
                <a:gd name="T4" fmla="*/ 120 w 201"/>
                <a:gd name="T5" fmla="*/ 19 h 72"/>
                <a:gd name="T6" fmla="*/ 305 w 201"/>
                <a:gd name="T7" fmla="*/ 93 h 72"/>
                <a:gd name="T8" fmla="*/ 723 w 201"/>
                <a:gd name="T9" fmla="*/ 257 h 72"/>
                <a:gd name="T10" fmla="*/ 526 w 201"/>
                <a:gd name="T11" fmla="*/ 210 h 72"/>
                <a:gd name="T12" fmla="*/ 270 w 201"/>
                <a:gd name="T13" fmla="*/ 143 h 72"/>
                <a:gd name="T14" fmla="*/ 97 w 201"/>
                <a:gd name="T15" fmla="*/ 93 h 72"/>
                <a:gd name="T16" fmla="*/ 0 w 201"/>
                <a:gd name="T17" fmla="*/ 15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1" h="72">
                  <a:moveTo>
                    <a:pt x="3" y="30"/>
                  </a:moveTo>
                  <a:cubicBezTo>
                    <a:pt x="3" y="23"/>
                    <a:pt x="6" y="12"/>
                    <a:pt x="10" y="7"/>
                  </a:cubicBezTo>
                  <a:cubicBezTo>
                    <a:pt x="16" y="0"/>
                    <a:pt x="25" y="3"/>
                    <a:pt x="33" y="5"/>
                  </a:cubicBezTo>
                  <a:cubicBezTo>
                    <a:pt x="50" y="8"/>
                    <a:pt x="68" y="18"/>
                    <a:pt x="85" y="25"/>
                  </a:cubicBezTo>
                  <a:cubicBezTo>
                    <a:pt x="124" y="40"/>
                    <a:pt x="161" y="58"/>
                    <a:pt x="201" y="70"/>
                  </a:cubicBezTo>
                  <a:cubicBezTo>
                    <a:pt x="182" y="72"/>
                    <a:pt x="164" y="62"/>
                    <a:pt x="146" y="57"/>
                  </a:cubicBezTo>
                  <a:cubicBezTo>
                    <a:pt x="122" y="51"/>
                    <a:pt x="98" y="48"/>
                    <a:pt x="75" y="39"/>
                  </a:cubicBezTo>
                  <a:cubicBezTo>
                    <a:pt x="60" y="34"/>
                    <a:pt x="43" y="27"/>
                    <a:pt x="27" y="25"/>
                  </a:cubicBezTo>
                  <a:cubicBezTo>
                    <a:pt x="13" y="23"/>
                    <a:pt x="7" y="33"/>
                    <a:pt x="0" y="43"/>
                  </a:cubicBezTo>
                </a:path>
              </a:pathLst>
            </a:custGeom>
            <a:solidFill>
              <a:srgbClr val="E47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271">
              <a:extLst>
                <a:ext uri="{FF2B5EF4-FFF2-40B4-BE49-F238E27FC236}">
                  <a16:creationId xmlns:a16="http://schemas.microsoft.com/office/drawing/2014/main" id="{3030A556-DF6C-4EC9-8860-A2DF0E269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601"/>
              <a:ext cx="75" cy="38"/>
            </a:xfrm>
            <a:custGeom>
              <a:avLst/>
              <a:gdLst>
                <a:gd name="T0" fmla="*/ 14 w 49"/>
                <a:gd name="T1" fmla="*/ 88 h 25"/>
                <a:gd name="T2" fmla="*/ 176 w 49"/>
                <a:gd name="T3" fmla="*/ 76 h 25"/>
                <a:gd name="T4" fmla="*/ 21 w 49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5">
                  <a:moveTo>
                    <a:pt x="4" y="25"/>
                  </a:moveTo>
                  <a:cubicBezTo>
                    <a:pt x="0" y="0"/>
                    <a:pt x="40" y="15"/>
                    <a:pt x="49" y="22"/>
                  </a:cubicBezTo>
                  <a:cubicBezTo>
                    <a:pt x="38" y="18"/>
                    <a:pt x="14" y="10"/>
                    <a:pt x="6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272">
              <a:extLst>
                <a:ext uri="{FF2B5EF4-FFF2-40B4-BE49-F238E27FC236}">
                  <a16:creationId xmlns:a16="http://schemas.microsoft.com/office/drawing/2014/main" id="{97E24279-7A21-47AE-A840-D77C22EB9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422"/>
              <a:ext cx="88" cy="37"/>
            </a:xfrm>
            <a:custGeom>
              <a:avLst/>
              <a:gdLst>
                <a:gd name="T0" fmla="*/ 0 w 57"/>
                <a:gd name="T1" fmla="*/ 40 h 24"/>
                <a:gd name="T2" fmla="*/ 114 w 57"/>
                <a:gd name="T3" fmla="*/ 26 h 24"/>
                <a:gd name="T4" fmla="*/ 210 w 57"/>
                <a:gd name="T5" fmla="*/ 88 h 24"/>
                <a:gd name="T6" fmla="*/ 19 w 57"/>
                <a:gd name="T7" fmla="*/ 3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4">
                  <a:moveTo>
                    <a:pt x="0" y="11"/>
                  </a:moveTo>
                  <a:cubicBezTo>
                    <a:pt x="9" y="5"/>
                    <a:pt x="21" y="5"/>
                    <a:pt x="31" y="7"/>
                  </a:cubicBezTo>
                  <a:cubicBezTo>
                    <a:pt x="43" y="9"/>
                    <a:pt x="49" y="18"/>
                    <a:pt x="57" y="24"/>
                  </a:cubicBezTo>
                  <a:cubicBezTo>
                    <a:pt x="43" y="15"/>
                    <a:pt x="23" y="0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273">
              <a:extLst>
                <a:ext uri="{FF2B5EF4-FFF2-40B4-BE49-F238E27FC236}">
                  <a16:creationId xmlns:a16="http://schemas.microsoft.com/office/drawing/2014/main" id="{5EDEC04F-FF59-4122-84BB-0914462F1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533"/>
              <a:ext cx="79" cy="38"/>
            </a:xfrm>
            <a:custGeom>
              <a:avLst/>
              <a:gdLst>
                <a:gd name="T0" fmla="*/ 0 w 52"/>
                <a:gd name="T1" fmla="*/ 88 h 25"/>
                <a:gd name="T2" fmla="*/ 182 w 52"/>
                <a:gd name="T3" fmla="*/ 41 h 25"/>
                <a:gd name="T4" fmla="*/ 0 w 52"/>
                <a:gd name="T5" fmla="*/ 6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5">
                  <a:moveTo>
                    <a:pt x="0" y="25"/>
                  </a:moveTo>
                  <a:cubicBezTo>
                    <a:pt x="5" y="4"/>
                    <a:pt x="37" y="0"/>
                    <a:pt x="52" y="12"/>
                  </a:cubicBezTo>
                  <a:cubicBezTo>
                    <a:pt x="39" y="3"/>
                    <a:pt x="9" y="6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274">
              <a:extLst>
                <a:ext uri="{FF2B5EF4-FFF2-40B4-BE49-F238E27FC236}">
                  <a16:creationId xmlns:a16="http://schemas.microsoft.com/office/drawing/2014/main" id="{5E2DA664-FE00-4BBB-B7EC-62B4DCE6A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585"/>
              <a:ext cx="84" cy="68"/>
            </a:xfrm>
            <a:custGeom>
              <a:avLst/>
              <a:gdLst>
                <a:gd name="T0" fmla="*/ 0 w 55"/>
                <a:gd name="T1" fmla="*/ 19 h 44"/>
                <a:gd name="T2" fmla="*/ 136 w 55"/>
                <a:gd name="T3" fmla="*/ 40 h 44"/>
                <a:gd name="T4" fmla="*/ 195 w 55"/>
                <a:gd name="T5" fmla="*/ 162 h 44"/>
                <a:gd name="T6" fmla="*/ 133 w 55"/>
                <a:gd name="T7" fmla="*/ 45 h 44"/>
                <a:gd name="T8" fmla="*/ 21 w 55"/>
                <a:gd name="T9" fmla="*/ 1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0" y="5"/>
                  </a:moveTo>
                  <a:cubicBezTo>
                    <a:pt x="9" y="0"/>
                    <a:pt x="30" y="7"/>
                    <a:pt x="38" y="11"/>
                  </a:cubicBezTo>
                  <a:cubicBezTo>
                    <a:pt x="53" y="18"/>
                    <a:pt x="50" y="31"/>
                    <a:pt x="55" y="44"/>
                  </a:cubicBezTo>
                  <a:cubicBezTo>
                    <a:pt x="50" y="33"/>
                    <a:pt x="48" y="19"/>
                    <a:pt x="37" y="12"/>
                  </a:cubicBezTo>
                  <a:cubicBezTo>
                    <a:pt x="28" y="6"/>
                    <a:pt x="16" y="8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275">
              <a:extLst>
                <a:ext uri="{FF2B5EF4-FFF2-40B4-BE49-F238E27FC236}">
                  <a16:creationId xmlns:a16="http://schemas.microsoft.com/office/drawing/2014/main" id="{A3A6E4DB-B8B6-4A77-9FFC-5B61AC67A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292"/>
              <a:ext cx="121" cy="86"/>
            </a:xfrm>
            <a:custGeom>
              <a:avLst/>
              <a:gdLst>
                <a:gd name="T0" fmla="*/ 0 w 79"/>
                <a:gd name="T1" fmla="*/ 43 h 56"/>
                <a:gd name="T2" fmla="*/ 168 w 79"/>
                <a:gd name="T3" fmla="*/ 58 h 56"/>
                <a:gd name="T4" fmla="*/ 283 w 79"/>
                <a:gd name="T5" fmla="*/ 195 h 56"/>
                <a:gd name="T6" fmla="*/ 168 w 79"/>
                <a:gd name="T7" fmla="*/ 74 h 56"/>
                <a:gd name="T8" fmla="*/ 14 w 79"/>
                <a:gd name="T9" fmla="*/ 3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6">
                  <a:moveTo>
                    <a:pt x="0" y="12"/>
                  </a:moveTo>
                  <a:cubicBezTo>
                    <a:pt x="16" y="0"/>
                    <a:pt x="35" y="2"/>
                    <a:pt x="47" y="16"/>
                  </a:cubicBezTo>
                  <a:cubicBezTo>
                    <a:pt x="58" y="29"/>
                    <a:pt x="60" y="48"/>
                    <a:pt x="79" y="54"/>
                  </a:cubicBezTo>
                  <a:cubicBezTo>
                    <a:pt x="61" y="56"/>
                    <a:pt x="55" y="31"/>
                    <a:pt x="47" y="20"/>
                  </a:cubicBezTo>
                  <a:cubicBezTo>
                    <a:pt x="38" y="8"/>
                    <a:pt x="18" y="3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276">
              <a:extLst>
                <a:ext uri="{FF2B5EF4-FFF2-40B4-BE49-F238E27FC236}">
                  <a16:creationId xmlns:a16="http://schemas.microsoft.com/office/drawing/2014/main" id="{46CC1CED-1A09-40AF-8222-A0300A7A9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562"/>
              <a:ext cx="96" cy="40"/>
            </a:xfrm>
            <a:custGeom>
              <a:avLst/>
              <a:gdLst>
                <a:gd name="T0" fmla="*/ 0 w 63"/>
                <a:gd name="T1" fmla="*/ 95 h 26"/>
                <a:gd name="T2" fmla="*/ 222 w 63"/>
                <a:gd name="T3" fmla="*/ 26 h 26"/>
                <a:gd name="T4" fmla="*/ 21 w 63"/>
                <a:gd name="T5" fmla="*/ 7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6">
                  <a:moveTo>
                    <a:pt x="0" y="26"/>
                  </a:moveTo>
                  <a:cubicBezTo>
                    <a:pt x="15" y="6"/>
                    <a:pt x="40" y="1"/>
                    <a:pt x="63" y="7"/>
                  </a:cubicBezTo>
                  <a:cubicBezTo>
                    <a:pt x="48" y="0"/>
                    <a:pt x="16" y="9"/>
                    <a:pt x="6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277">
              <a:extLst>
                <a:ext uri="{FF2B5EF4-FFF2-40B4-BE49-F238E27FC236}">
                  <a16:creationId xmlns:a16="http://schemas.microsoft.com/office/drawing/2014/main" id="{744D4C85-3F22-40BD-A65E-C6854B57D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302"/>
              <a:ext cx="142" cy="83"/>
            </a:xfrm>
            <a:custGeom>
              <a:avLst/>
              <a:gdLst>
                <a:gd name="T0" fmla="*/ 0 w 93"/>
                <a:gd name="T1" fmla="*/ 75 h 54"/>
                <a:gd name="T2" fmla="*/ 331 w 93"/>
                <a:gd name="T3" fmla="*/ 197 h 54"/>
                <a:gd name="T4" fmla="*/ 243 w 93"/>
                <a:gd name="T5" fmla="*/ 114 h 54"/>
                <a:gd name="T6" fmla="*/ 168 w 93"/>
                <a:gd name="T7" fmla="*/ 61 h 54"/>
                <a:gd name="T8" fmla="*/ 18 w 93"/>
                <a:gd name="T9" fmla="*/ 6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54">
                  <a:moveTo>
                    <a:pt x="0" y="21"/>
                  </a:moveTo>
                  <a:cubicBezTo>
                    <a:pt x="28" y="0"/>
                    <a:pt x="84" y="22"/>
                    <a:pt x="93" y="54"/>
                  </a:cubicBezTo>
                  <a:cubicBezTo>
                    <a:pt x="87" y="44"/>
                    <a:pt x="76" y="38"/>
                    <a:pt x="68" y="31"/>
                  </a:cubicBezTo>
                  <a:cubicBezTo>
                    <a:pt x="62" y="26"/>
                    <a:pt x="55" y="20"/>
                    <a:pt x="47" y="17"/>
                  </a:cubicBezTo>
                  <a:cubicBezTo>
                    <a:pt x="35" y="13"/>
                    <a:pt x="17" y="13"/>
                    <a:pt x="5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278">
              <a:extLst>
                <a:ext uri="{FF2B5EF4-FFF2-40B4-BE49-F238E27FC236}">
                  <a16:creationId xmlns:a16="http://schemas.microsoft.com/office/drawing/2014/main" id="{88B96A30-B216-4E77-B3CF-7EF367A6D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141"/>
              <a:ext cx="98" cy="37"/>
            </a:xfrm>
            <a:custGeom>
              <a:avLst/>
              <a:gdLst>
                <a:gd name="T0" fmla="*/ 0 w 64"/>
                <a:gd name="T1" fmla="*/ 5 h 24"/>
                <a:gd name="T2" fmla="*/ 168 w 64"/>
                <a:gd name="T3" fmla="*/ 12 h 24"/>
                <a:gd name="T4" fmla="*/ 168 w 64"/>
                <a:gd name="T5" fmla="*/ 88 h 24"/>
                <a:gd name="T6" fmla="*/ 168 w 64"/>
                <a:gd name="T7" fmla="*/ 19 h 24"/>
                <a:gd name="T8" fmla="*/ 49 w 64"/>
                <a:gd name="T9" fmla="*/ 1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4">
                  <a:moveTo>
                    <a:pt x="0" y="1"/>
                  </a:moveTo>
                  <a:cubicBezTo>
                    <a:pt x="15" y="1"/>
                    <a:pt x="31" y="0"/>
                    <a:pt x="47" y="3"/>
                  </a:cubicBezTo>
                  <a:cubicBezTo>
                    <a:pt x="64" y="6"/>
                    <a:pt x="54" y="13"/>
                    <a:pt x="47" y="24"/>
                  </a:cubicBezTo>
                  <a:cubicBezTo>
                    <a:pt x="46" y="17"/>
                    <a:pt x="59" y="11"/>
                    <a:pt x="47" y="5"/>
                  </a:cubicBezTo>
                  <a:cubicBezTo>
                    <a:pt x="38" y="1"/>
                    <a:pt x="23" y="5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279">
              <a:extLst>
                <a:ext uri="{FF2B5EF4-FFF2-40B4-BE49-F238E27FC236}">
                  <a16:creationId xmlns:a16="http://schemas.microsoft.com/office/drawing/2014/main" id="{BBB381D7-964F-48FF-AA5C-32EC8CCCB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136"/>
              <a:ext cx="78" cy="49"/>
            </a:xfrm>
            <a:custGeom>
              <a:avLst/>
              <a:gdLst>
                <a:gd name="T0" fmla="*/ 0 w 51"/>
                <a:gd name="T1" fmla="*/ 8 h 32"/>
                <a:gd name="T2" fmla="*/ 141 w 51"/>
                <a:gd name="T3" fmla="*/ 18 h 32"/>
                <a:gd name="T4" fmla="*/ 171 w 51"/>
                <a:gd name="T5" fmla="*/ 115 h 32"/>
                <a:gd name="T6" fmla="*/ 133 w 51"/>
                <a:gd name="T7" fmla="*/ 18 h 32"/>
                <a:gd name="T8" fmla="*/ 14 w 51"/>
                <a:gd name="T9" fmla="*/ 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2">
                  <a:moveTo>
                    <a:pt x="0" y="2"/>
                  </a:moveTo>
                  <a:cubicBezTo>
                    <a:pt x="12" y="3"/>
                    <a:pt x="27" y="0"/>
                    <a:pt x="39" y="5"/>
                  </a:cubicBezTo>
                  <a:cubicBezTo>
                    <a:pt x="51" y="10"/>
                    <a:pt x="49" y="22"/>
                    <a:pt x="48" y="32"/>
                  </a:cubicBezTo>
                  <a:cubicBezTo>
                    <a:pt x="45" y="22"/>
                    <a:pt x="48" y="9"/>
                    <a:pt x="37" y="5"/>
                  </a:cubicBezTo>
                  <a:cubicBezTo>
                    <a:pt x="27" y="0"/>
                    <a:pt x="14" y="4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280">
              <a:extLst>
                <a:ext uri="{FF2B5EF4-FFF2-40B4-BE49-F238E27FC236}">
                  <a16:creationId xmlns:a16="http://schemas.microsoft.com/office/drawing/2014/main" id="{737237EC-0310-468F-904C-1BD1B449A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42"/>
              <a:ext cx="108" cy="45"/>
            </a:xfrm>
            <a:custGeom>
              <a:avLst/>
              <a:gdLst>
                <a:gd name="T0" fmla="*/ 22 w 70"/>
                <a:gd name="T1" fmla="*/ 74 h 29"/>
                <a:gd name="T2" fmla="*/ 174 w 70"/>
                <a:gd name="T3" fmla="*/ 5 h 29"/>
                <a:gd name="T4" fmla="*/ 258 w 70"/>
                <a:gd name="T5" fmla="*/ 109 h 29"/>
                <a:gd name="T6" fmla="*/ 157 w 70"/>
                <a:gd name="T7" fmla="*/ 12 h 29"/>
                <a:gd name="T8" fmla="*/ 0 w 70"/>
                <a:gd name="T9" fmla="*/ 7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29">
                  <a:moveTo>
                    <a:pt x="6" y="20"/>
                  </a:moveTo>
                  <a:cubicBezTo>
                    <a:pt x="7" y="2"/>
                    <a:pt x="34" y="1"/>
                    <a:pt x="47" y="1"/>
                  </a:cubicBezTo>
                  <a:cubicBezTo>
                    <a:pt x="66" y="0"/>
                    <a:pt x="65" y="14"/>
                    <a:pt x="70" y="29"/>
                  </a:cubicBezTo>
                  <a:cubicBezTo>
                    <a:pt x="63" y="14"/>
                    <a:pt x="61" y="2"/>
                    <a:pt x="43" y="3"/>
                  </a:cubicBezTo>
                  <a:cubicBezTo>
                    <a:pt x="27" y="5"/>
                    <a:pt x="11" y="9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281">
              <a:extLst>
                <a:ext uri="{FF2B5EF4-FFF2-40B4-BE49-F238E27FC236}">
                  <a16:creationId xmlns:a16="http://schemas.microsoft.com/office/drawing/2014/main" id="{6F359336-B987-4565-9E0C-D882EAAB8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142"/>
              <a:ext cx="56" cy="53"/>
            </a:xfrm>
            <a:custGeom>
              <a:avLst/>
              <a:gdLst>
                <a:gd name="T0" fmla="*/ 0 w 37"/>
                <a:gd name="T1" fmla="*/ 12 h 34"/>
                <a:gd name="T2" fmla="*/ 103 w 37"/>
                <a:gd name="T3" fmla="*/ 22 h 34"/>
                <a:gd name="T4" fmla="*/ 124 w 37"/>
                <a:gd name="T5" fmla="*/ 129 h 34"/>
                <a:gd name="T6" fmla="*/ 103 w 37"/>
                <a:gd name="T7" fmla="*/ 42 h 34"/>
                <a:gd name="T8" fmla="*/ 35 w 37"/>
                <a:gd name="T9" fmla="*/ 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4">
                  <a:moveTo>
                    <a:pt x="0" y="3"/>
                  </a:moveTo>
                  <a:cubicBezTo>
                    <a:pt x="8" y="3"/>
                    <a:pt x="24" y="0"/>
                    <a:pt x="30" y="6"/>
                  </a:cubicBezTo>
                  <a:cubicBezTo>
                    <a:pt x="37" y="11"/>
                    <a:pt x="36" y="27"/>
                    <a:pt x="36" y="34"/>
                  </a:cubicBezTo>
                  <a:cubicBezTo>
                    <a:pt x="34" y="28"/>
                    <a:pt x="34" y="16"/>
                    <a:pt x="30" y="11"/>
                  </a:cubicBezTo>
                  <a:cubicBezTo>
                    <a:pt x="25" y="5"/>
                    <a:pt x="15" y="5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282">
              <a:extLst>
                <a:ext uri="{FF2B5EF4-FFF2-40B4-BE49-F238E27FC236}">
                  <a16:creationId xmlns:a16="http://schemas.microsoft.com/office/drawing/2014/main" id="{22C6318C-9E00-4B84-B894-9272B2A83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527"/>
              <a:ext cx="115" cy="46"/>
            </a:xfrm>
            <a:custGeom>
              <a:avLst/>
              <a:gdLst>
                <a:gd name="T0" fmla="*/ 0 w 75"/>
                <a:gd name="T1" fmla="*/ 109 h 30"/>
                <a:gd name="T2" fmla="*/ 270 w 75"/>
                <a:gd name="T3" fmla="*/ 89 h 30"/>
                <a:gd name="T4" fmla="*/ 14 w 75"/>
                <a:gd name="T5" fmla="*/ 10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30">
                  <a:moveTo>
                    <a:pt x="0" y="30"/>
                  </a:moveTo>
                  <a:cubicBezTo>
                    <a:pt x="17" y="0"/>
                    <a:pt x="54" y="14"/>
                    <a:pt x="75" y="25"/>
                  </a:cubicBezTo>
                  <a:cubicBezTo>
                    <a:pt x="56" y="18"/>
                    <a:pt x="21" y="18"/>
                    <a:pt x="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283">
              <a:extLst>
                <a:ext uri="{FF2B5EF4-FFF2-40B4-BE49-F238E27FC236}">
                  <a16:creationId xmlns:a16="http://schemas.microsoft.com/office/drawing/2014/main" id="{ACBB4F76-A7E3-471A-8B04-DDF8BB369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433"/>
              <a:ext cx="85" cy="72"/>
            </a:xfrm>
            <a:custGeom>
              <a:avLst/>
              <a:gdLst>
                <a:gd name="T0" fmla="*/ 0 w 55"/>
                <a:gd name="T1" fmla="*/ 49 h 47"/>
                <a:gd name="T2" fmla="*/ 155 w 55"/>
                <a:gd name="T3" fmla="*/ 40 h 47"/>
                <a:gd name="T4" fmla="*/ 202 w 55"/>
                <a:gd name="T5" fmla="*/ 169 h 47"/>
                <a:gd name="T6" fmla="*/ 12 w 55"/>
                <a:gd name="T7" fmla="*/ 2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7">
                  <a:moveTo>
                    <a:pt x="0" y="14"/>
                  </a:moveTo>
                  <a:cubicBezTo>
                    <a:pt x="15" y="10"/>
                    <a:pt x="29" y="0"/>
                    <a:pt x="42" y="11"/>
                  </a:cubicBezTo>
                  <a:cubicBezTo>
                    <a:pt x="52" y="20"/>
                    <a:pt x="53" y="34"/>
                    <a:pt x="55" y="47"/>
                  </a:cubicBezTo>
                  <a:cubicBezTo>
                    <a:pt x="45" y="19"/>
                    <a:pt x="35" y="2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284">
              <a:extLst>
                <a:ext uri="{FF2B5EF4-FFF2-40B4-BE49-F238E27FC236}">
                  <a16:creationId xmlns:a16="http://schemas.microsoft.com/office/drawing/2014/main" id="{2C55A23A-6E5A-48C6-9D69-6402C42F5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620"/>
              <a:ext cx="33" cy="39"/>
            </a:xfrm>
            <a:custGeom>
              <a:avLst/>
              <a:gdLst>
                <a:gd name="T0" fmla="*/ 5 w 22"/>
                <a:gd name="T1" fmla="*/ 39 h 25"/>
                <a:gd name="T2" fmla="*/ 72 w 22"/>
                <a:gd name="T3" fmla="*/ 0 h 25"/>
                <a:gd name="T4" fmla="*/ 59 w 22"/>
                <a:gd name="T5" fmla="*/ 95 h 25"/>
                <a:gd name="T6" fmla="*/ 12 w 22"/>
                <a:gd name="T7" fmla="*/ 4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">
                  <a:moveTo>
                    <a:pt x="1" y="10"/>
                  </a:moveTo>
                  <a:cubicBezTo>
                    <a:pt x="0" y="14"/>
                    <a:pt x="15" y="2"/>
                    <a:pt x="21" y="0"/>
                  </a:cubicBezTo>
                  <a:cubicBezTo>
                    <a:pt x="22" y="9"/>
                    <a:pt x="19" y="20"/>
                    <a:pt x="17" y="25"/>
                  </a:cubicBezTo>
                  <a:cubicBezTo>
                    <a:pt x="18" y="15"/>
                    <a:pt x="13" y="0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285">
              <a:extLst>
                <a:ext uri="{FF2B5EF4-FFF2-40B4-BE49-F238E27FC236}">
                  <a16:creationId xmlns:a16="http://schemas.microsoft.com/office/drawing/2014/main" id="{BA0B0848-FEEA-4416-9DDF-91CE290E0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917"/>
              <a:ext cx="65" cy="57"/>
            </a:xfrm>
            <a:custGeom>
              <a:avLst/>
              <a:gdLst>
                <a:gd name="T0" fmla="*/ 0 w 42"/>
                <a:gd name="T1" fmla="*/ 22 h 37"/>
                <a:gd name="T2" fmla="*/ 122 w 42"/>
                <a:gd name="T3" fmla="*/ 28 h 37"/>
                <a:gd name="T4" fmla="*/ 156 w 42"/>
                <a:gd name="T5" fmla="*/ 136 h 37"/>
                <a:gd name="T6" fmla="*/ 110 w 42"/>
                <a:gd name="T7" fmla="*/ 48 h 37"/>
                <a:gd name="T8" fmla="*/ 22 w 42"/>
                <a:gd name="T9" fmla="*/ 2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7">
                  <a:moveTo>
                    <a:pt x="0" y="6"/>
                  </a:moveTo>
                  <a:cubicBezTo>
                    <a:pt x="11" y="7"/>
                    <a:pt x="24" y="0"/>
                    <a:pt x="33" y="8"/>
                  </a:cubicBezTo>
                  <a:cubicBezTo>
                    <a:pt x="40" y="13"/>
                    <a:pt x="40" y="29"/>
                    <a:pt x="42" y="37"/>
                  </a:cubicBezTo>
                  <a:cubicBezTo>
                    <a:pt x="38" y="29"/>
                    <a:pt x="37" y="19"/>
                    <a:pt x="30" y="13"/>
                  </a:cubicBezTo>
                  <a:cubicBezTo>
                    <a:pt x="23" y="7"/>
                    <a:pt x="13" y="10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286">
              <a:extLst>
                <a:ext uri="{FF2B5EF4-FFF2-40B4-BE49-F238E27FC236}">
                  <a16:creationId xmlns:a16="http://schemas.microsoft.com/office/drawing/2014/main" id="{93BB5F82-5BA1-4970-A2E7-181181BCB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568"/>
              <a:ext cx="55" cy="57"/>
            </a:xfrm>
            <a:custGeom>
              <a:avLst/>
              <a:gdLst>
                <a:gd name="T0" fmla="*/ 0 w 36"/>
                <a:gd name="T1" fmla="*/ 8 h 37"/>
                <a:gd name="T2" fmla="*/ 102 w 36"/>
                <a:gd name="T3" fmla="*/ 136 h 37"/>
                <a:gd name="T4" fmla="*/ 8 w 36"/>
                <a:gd name="T5" fmla="*/ 2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7">
                  <a:moveTo>
                    <a:pt x="0" y="2"/>
                  </a:moveTo>
                  <a:cubicBezTo>
                    <a:pt x="24" y="0"/>
                    <a:pt x="36" y="12"/>
                    <a:pt x="29" y="37"/>
                  </a:cubicBezTo>
                  <a:cubicBezTo>
                    <a:pt x="23" y="24"/>
                    <a:pt x="24" y="4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287">
              <a:extLst>
                <a:ext uri="{FF2B5EF4-FFF2-40B4-BE49-F238E27FC236}">
                  <a16:creationId xmlns:a16="http://schemas.microsoft.com/office/drawing/2014/main" id="{E7CCDAD6-964E-4711-9CBE-B1CA8BA11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591"/>
              <a:ext cx="38" cy="46"/>
            </a:xfrm>
            <a:custGeom>
              <a:avLst/>
              <a:gdLst>
                <a:gd name="T0" fmla="*/ 76 w 25"/>
                <a:gd name="T1" fmla="*/ 0 h 30"/>
                <a:gd name="T2" fmla="*/ 0 w 25"/>
                <a:gd name="T3" fmla="*/ 109 h 30"/>
                <a:gd name="T4" fmla="*/ 88 w 25"/>
                <a:gd name="T5" fmla="*/ 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0">
                  <a:moveTo>
                    <a:pt x="22" y="0"/>
                  </a:moveTo>
                  <a:cubicBezTo>
                    <a:pt x="7" y="1"/>
                    <a:pt x="1" y="17"/>
                    <a:pt x="0" y="30"/>
                  </a:cubicBezTo>
                  <a:cubicBezTo>
                    <a:pt x="7" y="21"/>
                    <a:pt x="12" y="2"/>
                    <a:pt x="2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288">
              <a:extLst>
                <a:ext uri="{FF2B5EF4-FFF2-40B4-BE49-F238E27FC236}">
                  <a16:creationId xmlns:a16="http://schemas.microsoft.com/office/drawing/2014/main" id="{BA194C14-B2E8-4F74-B753-9DE6D551D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977"/>
              <a:ext cx="84" cy="29"/>
            </a:xfrm>
            <a:custGeom>
              <a:avLst/>
              <a:gdLst>
                <a:gd name="T0" fmla="*/ 0 w 55"/>
                <a:gd name="T1" fmla="*/ 67 h 19"/>
                <a:gd name="T2" fmla="*/ 195 w 55"/>
                <a:gd name="T3" fmla="*/ 35 h 19"/>
                <a:gd name="T4" fmla="*/ 26 w 55"/>
                <a:gd name="T5" fmla="*/ 6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9">
                  <a:moveTo>
                    <a:pt x="0" y="19"/>
                  </a:moveTo>
                  <a:cubicBezTo>
                    <a:pt x="16" y="3"/>
                    <a:pt x="34" y="0"/>
                    <a:pt x="55" y="10"/>
                  </a:cubicBezTo>
                  <a:cubicBezTo>
                    <a:pt x="36" y="6"/>
                    <a:pt x="23" y="5"/>
                    <a:pt x="7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289">
              <a:extLst>
                <a:ext uri="{FF2B5EF4-FFF2-40B4-BE49-F238E27FC236}">
                  <a16:creationId xmlns:a16="http://schemas.microsoft.com/office/drawing/2014/main" id="{6FAD2C12-E6D9-4343-9265-3A59378F3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792"/>
              <a:ext cx="59" cy="60"/>
            </a:xfrm>
            <a:custGeom>
              <a:avLst/>
              <a:gdLst>
                <a:gd name="T0" fmla="*/ 0 w 38"/>
                <a:gd name="T1" fmla="*/ 22 h 39"/>
                <a:gd name="T2" fmla="*/ 109 w 38"/>
                <a:gd name="T3" fmla="*/ 26 h 39"/>
                <a:gd name="T4" fmla="*/ 101 w 38"/>
                <a:gd name="T5" fmla="*/ 142 h 39"/>
                <a:gd name="T6" fmla="*/ 104 w 38"/>
                <a:gd name="T7" fmla="*/ 58 h 39"/>
                <a:gd name="T8" fmla="*/ 5 w 38"/>
                <a:gd name="T9" fmla="*/ 2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0" y="6"/>
                  </a:moveTo>
                  <a:cubicBezTo>
                    <a:pt x="9" y="6"/>
                    <a:pt x="21" y="0"/>
                    <a:pt x="29" y="7"/>
                  </a:cubicBezTo>
                  <a:cubicBezTo>
                    <a:pt x="38" y="16"/>
                    <a:pt x="30" y="29"/>
                    <a:pt x="27" y="39"/>
                  </a:cubicBezTo>
                  <a:cubicBezTo>
                    <a:pt x="27" y="32"/>
                    <a:pt x="31" y="21"/>
                    <a:pt x="28" y="16"/>
                  </a:cubicBezTo>
                  <a:cubicBezTo>
                    <a:pt x="24" y="8"/>
                    <a:pt x="8" y="9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290">
              <a:extLst>
                <a:ext uri="{FF2B5EF4-FFF2-40B4-BE49-F238E27FC236}">
                  <a16:creationId xmlns:a16="http://schemas.microsoft.com/office/drawing/2014/main" id="{55F12E77-22B6-450B-A43F-9AB975E28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531"/>
              <a:ext cx="100" cy="66"/>
            </a:xfrm>
            <a:custGeom>
              <a:avLst/>
              <a:gdLst>
                <a:gd name="T0" fmla="*/ 0 w 65"/>
                <a:gd name="T1" fmla="*/ 0 h 43"/>
                <a:gd name="T2" fmla="*/ 157 w 65"/>
                <a:gd name="T3" fmla="*/ 155 h 43"/>
                <a:gd name="T4" fmla="*/ 8 w 65"/>
                <a:gd name="T5" fmla="*/ 1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3">
                  <a:moveTo>
                    <a:pt x="0" y="0"/>
                  </a:moveTo>
                  <a:cubicBezTo>
                    <a:pt x="24" y="0"/>
                    <a:pt x="65" y="9"/>
                    <a:pt x="43" y="43"/>
                  </a:cubicBezTo>
                  <a:cubicBezTo>
                    <a:pt x="40" y="9"/>
                    <a:pt x="35" y="10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291">
              <a:extLst>
                <a:ext uri="{FF2B5EF4-FFF2-40B4-BE49-F238E27FC236}">
                  <a16:creationId xmlns:a16="http://schemas.microsoft.com/office/drawing/2014/main" id="{E8B32137-BEE5-4185-AC6D-D0A1D0B2F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503"/>
              <a:ext cx="81" cy="73"/>
            </a:xfrm>
            <a:custGeom>
              <a:avLst/>
              <a:gdLst>
                <a:gd name="T0" fmla="*/ 0 w 53"/>
                <a:gd name="T1" fmla="*/ 30 h 47"/>
                <a:gd name="T2" fmla="*/ 156 w 53"/>
                <a:gd name="T3" fmla="*/ 30 h 47"/>
                <a:gd name="T4" fmla="*/ 133 w 53"/>
                <a:gd name="T5" fmla="*/ 176 h 47"/>
                <a:gd name="T6" fmla="*/ 150 w 53"/>
                <a:gd name="T7" fmla="*/ 67 h 47"/>
                <a:gd name="T8" fmla="*/ 28 w 53"/>
                <a:gd name="T9" fmla="*/ 4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7">
                  <a:moveTo>
                    <a:pt x="0" y="8"/>
                  </a:moveTo>
                  <a:cubicBezTo>
                    <a:pt x="12" y="14"/>
                    <a:pt x="34" y="0"/>
                    <a:pt x="44" y="8"/>
                  </a:cubicBezTo>
                  <a:cubicBezTo>
                    <a:pt x="53" y="16"/>
                    <a:pt x="41" y="38"/>
                    <a:pt x="37" y="47"/>
                  </a:cubicBezTo>
                  <a:cubicBezTo>
                    <a:pt x="38" y="40"/>
                    <a:pt x="47" y="26"/>
                    <a:pt x="42" y="18"/>
                  </a:cubicBezTo>
                  <a:cubicBezTo>
                    <a:pt x="38" y="9"/>
                    <a:pt x="18" y="10"/>
                    <a:pt x="8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292">
              <a:extLst>
                <a:ext uri="{FF2B5EF4-FFF2-40B4-BE49-F238E27FC236}">
                  <a16:creationId xmlns:a16="http://schemas.microsoft.com/office/drawing/2014/main" id="{0788A51E-5509-438D-BD2C-645539DE9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536"/>
              <a:ext cx="90" cy="60"/>
            </a:xfrm>
            <a:custGeom>
              <a:avLst/>
              <a:gdLst>
                <a:gd name="T0" fmla="*/ 0 w 59"/>
                <a:gd name="T1" fmla="*/ 12 h 39"/>
                <a:gd name="T2" fmla="*/ 154 w 59"/>
                <a:gd name="T3" fmla="*/ 18 h 39"/>
                <a:gd name="T4" fmla="*/ 209 w 59"/>
                <a:gd name="T5" fmla="*/ 142 h 39"/>
                <a:gd name="T6" fmla="*/ 8 w 59"/>
                <a:gd name="T7" fmla="*/ 2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9">
                  <a:moveTo>
                    <a:pt x="0" y="3"/>
                  </a:moveTo>
                  <a:cubicBezTo>
                    <a:pt x="12" y="3"/>
                    <a:pt x="32" y="0"/>
                    <a:pt x="43" y="5"/>
                  </a:cubicBezTo>
                  <a:cubicBezTo>
                    <a:pt x="58" y="13"/>
                    <a:pt x="53" y="28"/>
                    <a:pt x="59" y="39"/>
                  </a:cubicBezTo>
                  <a:cubicBezTo>
                    <a:pt x="52" y="13"/>
                    <a:pt x="27" y="5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293">
              <a:extLst>
                <a:ext uri="{FF2B5EF4-FFF2-40B4-BE49-F238E27FC236}">
                  <a16:creationId xmlns:a16="http://schemas.microsoft.com/office/drawing/2014/main" id="{CD5FE941-9E40-46C2-ABC5-EE370B898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536"/>
              <a:ext cx="104" cy="66"/>
            </a:xfrm>
            <a:custGeom>
              <a:avLst/>
              <a:gdLst>
                <a:gd name="T0" fmla="*/ 0 w 68"/>
                <a:gd name="T1" fmla="*/ 61 h 43"/>
                <a:gd name="T2" fmla="*/ 176 w 68"/>
                <a:gd name="T3" fmla="*/ 155 h 43"/>
                <a:gd name="T4" fmla="*/ 128 w 68"/>
                <a:gd name="T5" fmla="*/ 75 h 43"/>
                <a:gd name="T6" fmla="*/ 14 w 68"/>
                <a:gd name="T7" fmla="*/ 8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3">
                  <a:moveTo>
                    <a:pt x="0" y="17"/>
                  </a:moveTo>
                  <a:cubicBezTo>
                    <a:pt x="19" y="19"/>
                    <a:pt x="68" y="0"/>
                    <a:pt x="49" y="43"/>
                  </a:cubicBezTo>
                  <a:cubicBezTo>
                    <a:pt x="50" y="29"/>
                    <a:pt x="51" y="24"/>
                    <a:pt x="36" y="21"/>
                  </a:cubicBezTo>
                  <a:cubicBezTo>
                    <a:pt x="27" y="20"/>
                    <a:pt x="13" y="20"/>
                    <a:pt x="4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294">
              <a:extLst>
                <a:ext uri="{FF2B5EF4-FFF2-40B4-BE49-F238E27FC236}">
                  <a16:creationId xmlns:a16="http://schemas.microsoft.com/office/drawing/2014/main" id="{7FB5CF29-94FF-4101-BB1B-2125AA445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820"/>
              <a:ext cx="118" cy="26"/>
            </a:xfrm>
            <a:custGeom>
              <a:avLst/>
              <a:gdLst>
                <a:gd name="T0" fmla="*/ 0 w 77"/>
                <a:gd name="T1" fmla="*/ 61 h 17"/>
                <a:gd name="T2" fmla="*/ 123 w 77"/>
                <a:gd name="T3" fmla="*/ 8 h 17"/>
                <a:gd name="T4" fmla="*/ 277 w 77"/>
                <a:gd name="T5" fmla="*/ 14 h 17"/>
                <a:gd name="T6" fmla="*/ 48 w 77"/>
                <a:gd name="T7" fmla="*/ 4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7">
                  <a:moveTo>
                    <a:pt x="0" y="17"/>
                  </a:moveTo>
                  <a:cubicBezTo>
                    <a:pt x="13" y="13"/>
                    <a:pt x="20" y="3"/>
                    <a:pt x="34" y="2"/>
                  </a:cubicBezTo>
                  <a:cubicBezTo>
                    <a:pt x="48" y="0"/>
                    <a:pt x="63" y="5"/>
                    <a:pt x="77" y="4"/>
                  </a:cubicBezTo>
                  <a:cubicBezTo>
                    <a:pt x="55" y="3"/>
                    <a:pt x="34" y="11"/>
                    <a:pt x="1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295">
              <a:extLst>
                <a:ext uri="{FF2B5EF4-FFF2-40B4-BE49-F238E27FC236}">
                  <a16:creationId xmlns:a16="http://schemas.microsoft.com/office/drawing/2014/main" id="{74ABA350-D73D-491C-904A-0C5C26353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898"/>
              <a:ext cx="109" cy="45"/>
            </a:xfrm>
            <a:custGeom>
              <a:avLst/>
              <a:gdLst>
                <a:gd name="T0" fmla="*/ 0 w 71"/>
                <a:gd name="T1" fmla="*/ 34 h 29"/>
                <a:gd name="T2" fmla="*/ 150 w 71"/>
                <a:gd name="T3" fmla="*/ 19 h 29"/>
                <a:gd name="T4" fmla="*/ 256 w 71"/>
                <a:gd name="T5" fmla="*/ 109 h 29"/>
                <a:gd name="T6" fmla="*/ 155 w 71"/>
                <a:gd name="T7" fmla="*/ 45 h 29"/>
                <a:gd name="T8" fmla="*/ 14 w 71"/>
                <a:gd name="T9" fmla="*/ 4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9">
                  <a:moveTo>
                    <a:pt x="0" y="9"/>
                  </a:moveTo>
                  <a:cubicBezTo>
                    <a:pt x="14" y="10"/>
                    <a:pt x="28" y="0"/>
                    <a:pt x="42" y="5"/>
                  </a:cubicBezTo>
                  <a:cubicBezTo>
                    <a:pt x="51" y="8"/>
                    <a:pt x="64" y="22"/>
                    <a:pt x="71" y="29"/>
                  </a:cubicBezTo>
                  <a:cubicBezTo>
                    <a:pt x="62" y="26"/>
                    <a:pt x="53" y="15"/>
                    <a:pt x="43" y="12"/>
                  </a:cubicBezTo>
                  <a:cubicBezTo>
                    <a:pt x="34" y="9"/>
                    <a:pt x="14" y="9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296">
              <a:extLst>
                <a:ext uri="{FF2B5EF4-FFF2-40B4-BE49-F238E27FC236}">
                  <a16:creationId xmlns:a16="http://schemas.microsoft.com/office/drawing/2014/main" id="{EE71F491-BB6A-4DF0-89FF-0ECF9BAEF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963"/>
              <a:ext cx="49" cy="40"/>
            </a:xfrm>
            <a:custGeom>
              <a:avLst/>
              <a:gdLst>
                <a:gd name="T0" fmla="*/ 0 w 32"/>
                <a:gd name="T1" fmla="*/ 69 h 26"/>
                <a:gd name="T2" fmla="*/ 115 w 32"/>
                <a:gd name="T3" fmla="*/ 95 h 26"/>
                <a:gd name="T4" fmla="*/ 21 w 32"/>
                <a:gd name="T5" fmla="*/ 6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6">
                  <a:moveTo>
                    <a:pt x="0" y="19"/>
                  </a:moveTo>
                  <a:cubicBezTo>
                    <a:pt x="16" y="11"/>
                    <a:pt x="28" y="0"/>
                    <a:pt x="32" y="26"/>
                  </a:cubicBezTo>
                  <a:cubicBezTo>
                    <a:pt x="27" y="16"/>
                    <a:pt x="14" y="4"/>
                    <a:pt x="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297">
              <a:extLst>
                <a:ext uri="{FF2B5EF4-FFF2-40B4-BE49-F238E27FC236}">
                  <a16:creationId xmlns:a16="http://schemas.microsoft.com/office/drawing/2014/main" id="{484C30B1-C056-420A-8204-295B9AA0F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757"/>
              <a:ext cx="43" cy="74"/>
            </a:xfrm>
            <a:custGeom>
              <a:avLst/>
              <a:gdLst>
                <a:gd name="T0" fmla="*/ 0 w 28"/>
                <a:gd name="T1" fmla="*/ 0 h 48"/>
                <a:gd name="T2" fmla="*/ 88 w 28"/>
                <a:gd name="T3" fmla="*/ 54 h 48"/>
                <a:gd name="T4" fmla="*/ 74 w 28"/>
                <a:gd name="T5" fmla="*/ 176 h 48"/>
                <a:gd name="T6" fmla="*/ 5 w 28"/>
                <a:gd name="T7" fmla="*/ 1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8">
                  <a:moveTo>
                    <a:pt x="0" y="0"/>
                  </a:moveTo>
                  <a:cubicBezTo>
                    <a:pt x="9" y="4"/>
                    <a:pt x="20" y="6"/>
                    <a:pt x="24" y="15"/>
                  </a:cubicBezTo>
                  <a:cubicBezTo>
                    <a:pt x="28" y="24"/>
                    <a:pt x="24" y="41"/>
                    <a:pt x="20" y="48"/>
                  </a:cubicBezTo>
                  <a:cubicBezTo>
                    <a:pt x="19" y="24"/>
                    <a:pt x="25" y="16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298">
              <a:extLst>
                <a:ext uri="{FF2B5EF4-FFF2-40B4-BE49-F238E27FC236}">
                  <a16:creationId xmlns:a16="http://schemas.microsoft.com/office/drawing/2014/main" id="{B358498A-6544-43F8-9102-B4082A008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531"/>
              <a:ext cx="54" cy="46"/>
            </a:xfrm>
            <a:custGeom>
              <a:avLst/>
              <a:gdLst>
                <a:gd name="T0" fmla="*/ 128 w 35"/>
                <a:gd name="T1" fmla="*/ 0 h 30"/>
                <a:gd name="T2" fmla="*/ 5 w 35"/>
                <a:gd name="T3" fmla="*/ 109 h 30"/>
                <a:gd name="T4" fmla="*/ 106 w 35"/>
                <a:gd name="T5" fmla="*/ 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0">
                  <a:moveTo>
                    <a:pt x="35" y="0"/>
                  </a:moveTo>
                  <a:cubicBezTo>
                    <a:pt x="15" y="2"/>
                    <a:pt x="1" y="9"/>
                    <a:pt x="1" y="30"/>
                  </a:cubicBezTo>
                  <a:cubicBezTo>
                    <a:pt x="0" y="13"/>
                    <a:pt x="15" y="6"/>
                    <a:pt x="2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299">
              <a:extLst>
                <a:ext uri="{FF2B5EF4-FFF2-40B4-BE49-F238E27FC236}">
                  <a16:creationId xmlns:a16="http://schemas.microsoft.com/office/drawing/2014/main" id="{2D8697C3-6BCB-411E-B75F-A19603454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596"/>
              <a:ext cx="65" cy="56"/>
            </a:xfrm>
            <a:custGeom>
              <a:avLst/>
              <a:gdLst>
                <a:gd name="T0" fmla="*/ 14 w 42"/>
                <a:gd name="T1" fmla="*/ 67 h 37"/>
                <a:gd name="T2" fmla="*/ 0 w 42"/>
                <a:gd name="T3" fmla="*/ 0 h 37"/>
                <a:gd name="T4" fmla="*/ 156 w 42"/>
                <a:gd name="T5" fmla="*/ 129 h 37"/>
                <a:gd name="T6" fmla="*/ 22 w 42"/>
                <a:gd name="T7" fmla="*/ 3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4" y="19"/>
                  </a:moveTo>
                  <a:cubicBezTo>
                    <a:pt x="2" y="13"/>
                    <a:pt x="0" y="7"/>
                    <a:pt x="0" y="0"/>
                  </a:cubicBezTo>
                  <a:cubicBezTo>
                    <a:pt x="11" y="2"/>
                    <a:pt x="35" y="27"/>
                    <a:pt x="42" y="37"/>
                  </a:cubicBezTo>
                  <a:cubicBezTo>
                    <a:pt x="29" y="28"/>
                    <a:pt x="18" y="1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300">
              <a:extLst>
                <a:ext uri="{FF2B5EF4-FFF2-40B4-BE49-F238E27FC236}">
                  <a16:creationId xmlns:a16="http://schemas.microsoft.com/office/drawing/2014/main" id="{ABE0EE93-A59D-48A8-893C-E611DB347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2817"/>
              <a:ext cx="83" cy="98"/>
            </a:xfrm>
            <a:custGeom>
              <a:avLst/>
              <a:gdLst>
                <a:gd name="T0" fmla="*/ 0 w 54"/>
                <a:gd name="T1" fmla="*/ 107 h 64"/>
                <a:gd name="T2" fmla="*/ 149 w 54"/>
                <a:gd name="T3" fmla="*/ 93 h 64"/>
                <a:gd name="T4" fmla="*/ 197 w 54"/>
                <a:gd name="T5" fmla="*/ 230 h 64"/>
                <a:gd name="T6" fmla="*/ 22 w 54"/>
                <a:gd name="T7" fmla="*/ 103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64">
                  <a:moveTo>
                    <a:pt x="0" y="30"/>
                  </a:moveTo>
                  <a:cubicBezTo>
                    <a:pt x="14" y="30"/>
                    <a:pt x="27" y="13"/>
                    <a:pt x="41" y="26"/>
                  </a:cubicBezTo>
                  <a:cubicBezTo>
                    <a:pt x="48" y="33"/>
                    <a:pt x="52" y="55"/>
                    <a:pt x="54" y="64"/>
                  </a:cubicBezTo>
                  <a:cubicBezTo>
                    <a:pt x="42" y="54"/>
                    <a:pt x="33" y="0"/>
                    <a:pt x="6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301">
              <a:extLst>
                <a:ext uri="{FF2B5EF4-FFF2-40B4-BE49-F238E27FC236}">
                  <a16:creationId xmlns:a16="http://schemas.microsoft.com/office/drawing/2014/main" id="{4CB28AA6-FDC2-436E-B3A2-C5D5267B5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912"/>
              <a:ext cx="98" cy="62"/>
            </a:xfrm>
            <a:custGeom>
              <a:avLst/>
              <a:gdLst>
                <a:gd name="T0" fmla="*/ 0 w 64"/>
                <a:gd name="T1" fmla="*/ 56 h 40"/>
                <a:gd name="T2" fmla="*/ 230 w 64"/>
                <a:gd name="T3" fmla="*/ 149 h 40"/>
                <a:gd name="T4" fmla="*/ 147 w 64"/>
                <a:gd name="T5" fmla="*/ 40 h 40"/>
                <a:gd name="T6" fmla="*/ 21 w 64"/>
                <a:gd name="T7" fmla="*/ 3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40">
                  <a:moveTo>
                    <a:pt x="0" y="15"/>
                  </a:moveTo>
                  <a:cubicBezTo>
                    <a:pt x="28" y="0"/>
                    <a:pt x="64" y="4"/>
                    <a:pt x="64" y="40"/>
                  </a:cubicBezTo>
                  <a:cubicBezTo>
                    <a:pt x="53" y="30"/>
                    <a:pt x="58" y="16"/>
                    <a:pt x="41" y="11"/>
                  </a:cubicBezTo>
                  <a:cubicBezTo>
                    <a:pt x="32" y="8"/>
                    <a:pt x="16" y="8"/>
                    <a:pt x="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302">
              <a:extLst>
                <a:ext uri="{FF2B5EF4-FFF2-40B4-BE49-F238E27FC236}">
                  <a16:creationId xmlns:a16="http://schemas.microsoft.com/office/drawing/2014/main" id="{99056E06-D803-43EA-9CEA-64B84590B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735"/>
              <a:ext cx="65" cy="87"/>
            </a:xfrm>
            <a:custGeom>
              <a:avLst/>
              <a:gdLst>
                <a:gd name="T0" fmla="*/ 0 w 42"/>
                <a:gd name="T1" fmla="*/ 26 h 56"/>
                <a:gd name="T2" fmla="*/ 130 w 42"/>
                <a:gd name="T3" fmla="*/ 61 h 56"/>
                <a:gd name="T4" fmla="*/ 135 w 42"/>
                <a:gd name="T5" fmla="*/ 210 h 56"/>
                <a:gd name="T6" fmla="*/ 8 w 42"/>
                <a:gd name="T7" fmla="*/ 3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6">
                  <a:moveTo>
                    <a:pt x="0" y="7"/>
                  </a:moveTo>
                  <a:cubicBezTo>
                    <a:pt x="13" y="8"/>
                    <a:pt x="26" y="1"/>
                    <a:pt x="35" y="16"/>
                  </a:cubicBezTo>
                  <a:cubicBezTo>
                    <a:pt x="42" y="29"/>
                    <a:pt x="39" y="43"/>
                    <a:pt x="36" y="56"/>
                  </a:cubicBezTo>
                  <a:cubicBezTo>
                    <a:pt x="30" y="37"/>
                    <a:pt x="36" y="0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303">
              <a:extLst>
                <a:ext uri="{FF2B5EF4-FFF2-40B4-BE49-F238E27FC236}">
                  <a16:creationId xmlns:a16="http://schemas.microsoft.com/office/drawing/2014/main" id="{904CEDA9-ADFF-4B4C-8077-F2E52CC82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2898"/>
              <a:ext cx="38" cy="60"/>
            </a:xfrm>
            <a:custGeom>
              <a:avLst/>
              <a:gdLst>
                <a:gd name="T0" fmla="*/ 0 w 25"/>
                <a:gd name="T1" fmla="*/ 131 h 39"/>
                <a:gd name="T2" fmla="*/ 46 w 25"/>
                <a:gd name="T3" fmla="*/ 0 h 39"/>
                <a:gd name="T4" fmla="*/ 8 w 25"/>
                <a:gd name="T5" fmla="*/ 14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9">
                  <a:moveTo>
                    <a:pt x="0" y="36"/>
                  </a:moveTo>
                  <a:cubicBezTo>
                    <a:pt x="16" y="31"/>
                    <a:pt x="16" y="13"/>
                    <a:pt x="13" y="0"/>
                  </a:cubicBezTo>
                  <a:cubicBezTo>
                    <a:pt x="25" y="11"/>
                    <a:pt x="15" y="33"/>
                    <a:pt x="2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304">
              <a:extLst>
                <a:ext uri="{FF2B5EF4-FFF2-40B4-BE49-F238E27FC236}">
                  <a16:creationId xmlns:a16="http://schemas.microsoft.com/office/drawing/2014/main" id="{D3D8E262-463D-479C-BD41-F887F7DD9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940"/>
              <a:ext cx="58" cy="57"/>
            </a:xfrm>
            <a:custGeom>
              <a:avLst/>
              <a:gdLst>
                <a:gd name="T0" fmla="*/ 136 w 38"/>
                <a:gd name="T1" fmla="*/ 60 h 37"/>
                <a:gd name="T2" fmla="*/ 21 w 38"/>
                <a:gd name="T3" fmla="*/ 136 h 37"/>
                <a:gd name="T4" fmla="*/ 128 w 38"/>
                <a:gd name="T5" fmla="*/ 4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7">
                  <a:moveTo>
                    <a:pt x="38" y="16"/>
                  </a:moveTo>
                  <a:cubicBezTo>
                    <a:pt x="26" y="0"/>
                    <a:pt x="0" y="22"/>
                    <a:pt x="6" y="37"/>
                  </a:cubicBezTo>
                  <a:cubicBezTo>
                    <a:pt x="6" y="22"/>
                    <a:pt x="22" y="11"/>
                    <a:pt x="3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305">
              <a:extLst>
                <a:ext uri="{FF2B5EF4-FFF2-40B4-BE49-F238E27FC236}">
                  <a16:creationId xmlns:a16="http://schemas.microsoft.com/office/drawing/2014/main" id="{C035A22F-363A-458B-B21E-CC73223F0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559"/>
              <a:ext cx="28" cy="53"/>
            </a:xfrm>
            <a:custGeom>
              <a:avLst/>
              <a:gdLst>
                <a:gd name="T0" fmla="*/ 68 w 18"/>
                <a:gd name="T1" fmla="*/ 21 h 35"/>
                <a:gd name="T2" fmla="*/ 22 w 18"/>
                <a:gd name="T3" fmla="*/ 45 h 35"/>
                <a:gd name="T4" fmla="*/ 53 w 18"/>
                <a:gd name="T5" fmla="*/ 121 h 35"/>
                <a:gd name="T6" fmla="*/ 56 w 18"/>
                <a:gd name="T7" fmla="*/ 2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5">
                  <a:moveTo>
                    <a:pt x="18" y="6"/>
                  </a:moveTo>
                  <a:cubicBezTo>
                    <a:pt x="12" y="0"/>
                    <a:pt x="7" y="6"/>
                    <a:pt x="6" y="13"/>
                  </a:cubicBezTo>
                  <a:cubicBezTo>
                    <a:pt x="4" y="21"/>
                    <a:pt x="10" y="29"/>
                    <a:pt x="14" y="35"/>
                  </a:cubicBezTo>
                  <a:cubicBezTo>
                    <a:pt x="10" y="29"/>
                    <a:pt x="0" y="4"/>
                    <a:pt x="1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306">
              <a:extLst>
                <a:ext uri="{FF2B5EF4-FFF2-40B4-BE49-F238E27FC236}">
                  <a16:creationId xmlns:a16="http://schemas.microsoft.com/office/drawing/2014/main" id="{8EAC17C0-0A0A-41E8-96CB-927FC5A40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902"/>
              <a:ext cx="54" cy="46"/>
            </a:xfrm>
            <a:custGeom>
              <a:avLst/>
              <a:gdLst>
                <a:gd name="T0" fmla="*/ 22 w 35"/>
                <a:gd name="T1" fmla="*/ 0 h 30"/>
                <a:gd name="T2" fmla="*/ 128 w 35"/>
                <a:gd name="T3" fmla="*/ 97 h 30"/>
                <a:gd name="T4" fmla="*/ 29 w 35"/>
                <a:gd name="T5" fmla="*/ 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0">
                  <a:moveTo>
                    <a:pt x="6" y="0"/>
                  </a:moveTo>
                  <a:cubicBezTo>
                    <a:pt x="0" y="12"/>
                    <a:pt x="22" y="30"/>
                    <a:pt x="35" y="27"/>
                  </a:cubicBezTo>
                  <a:cubicBezTo>
                    <a:pt x="23" y="22"/>
                    <a:pt x="13" y="15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307">
              <a:extLst>
                <a:ext uri="{FF2B5EF4-FFF2-40B4-BE49-F238E27FC236}">
                  <a16:creationId xmlns:a16="http://schemas.microsoft.com/office/drawing/2014/main" id="{83375736-9682-469F-B5B7-80F53BA24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3009"/>
              <a:ext cx="60" cy="57"/>
            </a:xfrm>
            <a:custGeom>
              <a:avLst/>
              <a:gdLst>
                <a:gd name="T0" fmla="*/ 0 w 39"/>
                <a:gd name="T1" fmla="*/ 48 h 37"/>
                <a:gd name="T2" fmla="*/ 0 w 39"/>
                <a:gd name="T3" fmla="*/ 28 h 37"/>
                <a:gd name="T4" fmla="*/ 109 w 39"/>
                <a:gd name="T5" fmla="*/ 136 h 37"/>
                <a:gd name="T6" fmla="*/ 26 w 39"/>
                <a:gd name="T7" fmla="*/ 4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7">
                  <a:moveTo>
                    <a:pt x="0" y="13"/>
                  </a:moveTo>
                  <a:cubicBezTo>
                    <a:pt x="0" y="11"/>
                    <a:pt x="0" y="9"/>
                    <a:pt x="0" y="8"/>
                  </a:cubicBezTo>
                  <a:cubicBezTo>
                    <a:pt x="23" y="0"/>
                    <a:pt x="39" y="17"/>
                    <a:pt x="30" y="37"/>
                  </a:cubicBezTo>
                  <a:cubicBezTo>
                    <a:pt x="28" y="17"/>
                    <a:pt x="26" y="17"/>
                    <a:pt x="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308">
              <a:extLst>
                <a:ext uri="{FF2B5EF4-FFF2-40B4-BE49-F238E27FC236}">
                  <a16:creationId xmlns:a16="http://schemas.microsoft.com/office/drawing/2014/main" id="{41A1E625-DDF2-45F4-9FD2-377E3B2CE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1430"/>
              <a:ext cx="64" cy="81"/>
            </a:xfrm>
            <a:custGeom>
              <a:avLst/>
              <a:gdLst>
                <a:gd name="T0" fmla="*/ 0 w 42"/>
                <a:gd name="T1" fmla="*/ 124 h 53"/>
                <a:gd name="T2" fmla="*/ 120 w 42"/>
                <a:gd name="T3" fmla="*/ 107 h 53"/>
                <a:gd name="T4" fmla="*/ 120 w 42"/>
                <a:gd name="T5" fmla="*/ 0 h 53"/>
                <a:gd name="T6" fmla="*/ 18 w 42"/>
                <a:gd name="T7" fmla="*/ 142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3">
                  <a:moveTo>
                    <a:pt x="0" y="35"/>
                  </a:moveTo>
                  <a:cubicBezTo>
                    <a:pt x="8" y="53"/>
                    <a:pt x="26" y="39"/>
                    <a:pt x="34" y="30"/>
                  </a:cubicBezTo>
                  <a:cubicBezTo>
                    <a:pt x="40" y="22"/>
                    <a:pt x="42" y="8"/>
                    <a:pt x="34" y="0"/>
                  </a:cubicBezTo>
                  <a:cubicBezTo>
                    <a:pt x="39" y="23"/>
                    <a:pt x="28" y="40"/>
                    <a:pt x="5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309">
              <a:extLst>
                <a:ext uri="{FF2B5EF4-FFF2-40B4-BE49-F238E27FC236}">
                  <a16:creationId xmlns:a16="http://schemas.microsoft.com/office/drawing/2014/main" id="{061370AF-6E8A-4879-B2E1-CEF8477EB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241"/>
              <a:ext cx="46" cy="71"/>
            </a:xfrm>
            <a:custGeom>
              <a:avLst/>
              <a:gdLst>
                <a:gd name="T0" fmla="*/ 0 w 30"/>
                <a:gd name="T1" fmla="*/ 56 h 46"/>
                <a:gd name="T2" fmla="*/ 109 w 30"/>
                <a:gd name="T3" fmla="*/ 170 h 46"/>
                <a:gd name="T4" fmla="*/ 14 w 30"/>
                <a:gd name="T5" fmla="*/ 5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6">
                  <a:moveTo>
                    <a:pt x="0" y="15"/>
                  </a:moveTo>
                  <a:cubicBezTo>
                    <a:pt x="21" y="0"/>
                    <a:pt x="27" y="29"/>
                    <a:pt x="30" y="46"/>
                  </a:cubicBezTo>
                  <a:cubicBezTo>
                    <a:pt x="26" y="34"/>
                    <a:pt x="19" y="12"/>
                    <a:pt x="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310">
              <a:extLst>
                <a:ext uri="{FF2B5EF4-FFF2-40B4-BE49-F238E27FC236}">
                  <a16:creationId xmlns:a16="http://schemas.microsoft.com/office/drawing/2014/main" id="{34A0E69E-DF81-4DA0-AC41-9C7EAA18C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382"/>
              <a:ext cx="73" cy="25"/>
            </a:xfrm>
            <a:custGeom>
              <a:avLst/>
              <a:gdLst>
                <a:gd name="T0" fmla="*/ 0 w 48"/>
                <a:gd name="T1" fmla="*/ 56 h 16"/>
                <a:gd name="T2" fmla="*/ 169 w 48"/>
                <a:gd name="T3" fmla="*/ 53 h 16"/>
                <a:gd name="T4" fmla="*/ 5 w 48"/>
                <a:gd name="T5" fmla="*/ 6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6">
                  <a:moveTo>
                    <a:pt x="0" y="15"/>
                  </a:moveTo>
                  <a:cubicBezTo>
                    <a:pt x="11" y="0"/>
                    <a:pt x="37" y="0"/>
                    <a:pt x="48" y="14"/>
                  </a:cubicBezTo>
                  <a:cubicBezTo>
                    <a:pt x="32" y="10"/>
                    <a:pt x="16" y="6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311">
              <a:extLst>
                <a:ext uri="{FF2B5EF4-FFF2-40B4-BE49-F238E27FC236}">
                  <a16:creationId xmlns:a16="http://schemas.microsoft.com/office/drawing/2014/main" id="{E034B32B-1E13-4946-83C1-42E1D4F0F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458"/>
              <a:ext cx="40" cy="55"/>
            </a:xfrm>
            <a:custGeom>
              <a:avLst/>
              <a:gdLst>
                <a:gd name="T0" fmla="*/ 22 w 26"/>
                <a:gd name="T1" fmla="*/ 0 h 36"/>
                <a:gd name="T2" fmla="*/ 80 w 26"/>
                <a:gd name="T3" fmla="*/ 75 h 36"/>
                <a:gd name="T4" fmla="*/ 0 w 26"/>
                <a:gd name="T5" fmla="*/ 128 h 36"/>
                <a:gd name="T6" fmla="*/ 66 w 26"/>
                <a:gd name="T7" fmla="*/ 66 h 36"/>
                <a:gd name="T8" fmla="*/ 35 w 26"/>
                <a:gd name="T9" fmla="*/ 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6">
                  <a:moveTo>
                    <a:pt x="6" y="0"/>
                  </a:moveTo>
                  <a:cubicBezTo>
                    <a:pt x="15" y="0"/>
                    <a:pt x="26" y="11"/>
                    <a:pt x="22" y="21"/>
                  </a:cubicBezTo>
                  <a:cubicBezTo>
                    <a:pt x="19" y="28"/>
                    <a:pt x="7" y="32"/>
                    <a:pt x="0" y="36"/>
                  </a:cubicBezTo>
                  <a:cubicBezTo>
                    <a:pt x="6" y="31"/>
                    <a:pt x="16" y="25"/>
                    <a:pt x="18" y="18"/>
                  </a:cubicBezTo>
                  <a:cubicBezTo>
                    <a:pt x="20" y="12"/>
                    <a:pt x="18" y="1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312">
              <a:extLst>
                <a:ext uri="{FF2B5EF4-FFF2-40B4-BE49-F238E27FC236}">
                  <a16:creationId xmlns:a16="http://schemas.microsoft.com/office/drawing/2014/main" id="{A551FA66-4207-48AC-BC3C-AA775B6B1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375"/>
              <a:ext cx="51" cy="41"/>
            </a:xfrm>
            <a:custGeom>
              <a:avLst/>
              <a:gdLst>
                <a:gd name="T0" fmla="*/ 0 w 33"/>
                <a:gd name="T1" fmla="*/ 5 h 27"/>
                <a:gd name="T2" fmla="*/ 122 w 33"/>
                <a:gd name="T3" fmla="*/ 0 h 27"/>
                <a:gd name="T4" fmla="*/ 76 w 33"/>
                <a:gd name="T5" fmla="*/ 35 h 27"/>
                <a:gd name="T6" fmla="*/ 14 w 33"/>
                <a:gd name="T7" fmla="*/ 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7">
                  <a:moveTo>
                    <a:pt x="0" y="1"/>
                  </a:moveTo>
                  <a:cubicBezTo>
                    <a:pt x="14" y="6"/>
                    <a:pt x="28" y="27"/>
                    <a:pt x="33" y="0"/>
                  </a:cubicBezTo>
                  <a:cubicBezTo>
                    <a:pt x="30" y="2"/>
                    <a:pt x="25" y="9"/>
                    <a:pt x="21" y="10"/>
                  </a:cubicBezTo>
                  <a:cubicBezTo>
                    <a:pt x="15" y="11"/>
                    <a:pt x="8" y="5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313">
              <a:extLst>
                <a:ext uri="{FF2B5EF4-FFF2-40B4-BE49-F238E27FC236}">
                  <a16:creationId xmlns:a16="http://schemas.microsoft.com/office/drawing/2014/main" id="{87D9DDA3-D4F0-4E00-93AB-7589A5E4D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639"/>
              <a:ext cx="78" cy="34"/>
            </a:xfrm>
            <a:custGeom>
              <a:avLst/>
              <a:gdLst>
                <a:gd name="T0" fmla="*/ 0 w 51"/>
                <a:gd name="T1" fmla="*/ 82 h 22"/>
                <a:gd name="T2" fmla="*/ 43 w 51"/>
                <a:gd name="T3" fmla="*/ 53 h 22"/>
                <a:gd name="T4" fmla="*/ 83 w 51"/>
                <a:gd name="T5" fmla="*/ 22 h 22"/>
                <a:gd name="T6" fmla="*/ 182 w 51"/>
                <a:gd name="T7" fmla="*/ 14 h 22"/>
                <a:gd name="T8" fmla="*/ 101 w 51"/>
                <a:gd name="T9" fmla="*/ 34 h 22"/>
                <a:gd name="T10" fmla="*/ 18 w 51"/>
                <a:gd name="T11" fmla="*/ 7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2">
                  <a:moveTo>
                    <a:pt x="0" y="22"/>
                  </a:moveTo>
                  <a:cubicBezTo>
                    <a:pt x="4" y="18"/>
                    <a:pt x="9" y="17"/>
                    <a:pt x="12" y="14"/>
                  </a:cubicBezTo>
                  <a:cubicBezTo>
                    <a:pt x="17" y="10"/>
                    <a:pt x="15" y="9"/>
                    <a:pt x="23" y="6"/>
                  </a:cubicBezTo>
                  <a:cubicBezTo>
                    <a:pt x="28" y="5"/>
                    <a:pt x="47" y="0"/>
                    <a:pt x="51" y="4"/>
                  </a:cubicBezTo>
                  <a:cubicBezTo>
                    <a:pt x="43" y="6"/>
                    <a:pt x="35" y="6"/>
                    <a:pt x="28" y="9"/>
                  </a:cubicBezTo>
                  <a:cubicBezTo>
                    <a:pt x="20" y="13"/>
                    <a:pt x="14" y="20"/>
                    <a:pt x="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Rectangle 314">
              <a:extLst>
                <a:ext uri="{FF2B5EF4-FFF2-40B4-BE49-F238E27FC236}">
                  <a16:creationId xmlns:a16="http://schemas.microsoft.com/office/drawing/2014/main" id="{D72E819B-2CC4-4DDC-B2C0-FECBF255E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" y="1121"/>
              <a:ext cx="4835" cy="2076"/>
            </a:xfrm>
            <a:prstGeom prst="rect">
              <a:avLst/>
            </a:prstGeom>
            <a:noFill/>
            <a:ln w="190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2">
            <a:extLst>
              <a:ext uri="{FF2B5EF4-FFF2-40B4-BE49-F238E27FC236}">
                <a16:creationId xmlns:a16="http://schemas.microsoft.com/office/drawing/2014/main" id="{BF5F7302-17D5-47DC-979C-41643D3698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Capillary (5)</a:t>
            </a:r>
          </a:p>
        </p:txBody>
      </p:sp>
      <p:grpSp>
        <p:nvGrpSpPr>
          <p:cNvPr id="36866" name="Diagram-of-capillary-structure">
            <a:extLst>
              <a:ext uri="{FF2B5EF4-FFF2-40B4-BE49-F238E27FC236}">
                <a16:creationId xmlns:a16="http://schemas.microsoft.com/office/drawing/2014/main" id="{7C6A124A-CB9C-4184-B349-63A11811915B}"/>
              </a:ext>
            </a:extLst>
          </p:cNvPr>
          <p:cNvGrpSpPr>
            <a:grpSpLocks/>
          </p:cNvGrpSpPr>
          <p:nvPr/>
        </p:nvGrpSpPr>
        <p:grpSpPr bwMode="auto">
          <a:xfrm>
            <a:off x="3957638" y="1143000"/>
            <a:ext cx="4302125" cy="5033963"/>
            <a:chOff x="1533" y="720"/>
            <a:chExt cx="2710" cy="3171"/>
          </a:xfrm>
        </p:grpSpPr>
        <p:sp>
          <p:nvSpPr>
            <p:cNvPr id="36867" name="Freeform 4">
              <a:extLst>
                <a:ext uri="{FF2B5EF4-FFF2-40B4-BE49-F238E27FC236}">
                  <a16:creationId xmlns:a16="http://schemas.microsoft.com/office/drawing/2014/main" id="{9DC9E3A4-FC81-440A-B167-F20613F1D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725"/>
              <a:ext cx="1277" cy="2523"/>
            </a:xfrm>
            <a:custGeom>
              <a:avLst/>
              <a:gdLst>
                <a:gd name="T0" fmla="*/ 380 w 572"/>
                <a:gd name="T1" fmla="*/ 793 h 1060"/>
                <a:gd name="T2" fmla="*/ 822 w 572"/>
                <a:gd name="T3" fmla="*/ 3830 h 1060"/>
                <a:gd name="T4" fmla="*/ 922 w 572"/>
                <a:gd name="T5" fmla="*/ 4125 h 1060"/>
                <a:gd name="T6" fmla="*/ 1355 w 572"/>
                <a:gd name="T7" fmla="*/ 4991 h 1060"/>
                <a:gd name="T8" fmla="*/ 1436 w 572"/>
                <a:gd name="T9" fmla="*/ 5098 h 1060"/>
                <a:gd name="T10" fmla="*/ 2402 w 572"/>
                <a:gd name="T11" fmla="*/ 6124 h 1060"/>
                <a:gd name="T12" fmla="*/ 2592 w 572"/>
                <a:gd name="T13" fmla="*/ 6231 h 1060"/>
                <a:gd name="T14" fmla="*/ 4152 w 572"/>
                <a:gd name="T15" fmla="*/ 6957 h 1060"/>
                <a:gd name="T16" fmla="*/ 4242 w 572"/>
                <a:gd name="T17" fmla="*/ 6998 h 1060"/>
                <a:gd name="T18" fmla="*/ 5063 w 572"/>
                <a:gd name="T19" fmla="*/ 7417 h 1060"/>
                <a:gd name="T20" fmla="*/ 5588 w 572"/>
                <a:gd name="T21" fmla="*/ 7874 h 1060"/>
                <a:gd name="T22" fmla="*/ 5677 w 572"/>
                <a:gd name="T23" fmla="*/ 7971 h 1060"/>
                <a:gd name="T24" fmla="*/ 6345 w 572"/>
                <a:gd name="T25" fmla="*/ 9235 h 1060"/>
                <a:gd name="T26" fmla="*/ 6354 w 572"/>
                <a:gd name="T27" fmla="*/ 9428 h 1060"/>
                <a:gd name="T28" fmla="*/ 6041 w 572"/>
                <a:gd name="T29" fmla="*/ 11558 h 1060"/>
                <a:gd name="T30" fmla="*/ 5633 w 572"/>
                <a:gd name="T31" fmla="*/ 13755 h 1060"/>
                <a:gd name="T32" fmla="*/ 5617 w 572"/>
                <a:gd name="T33" fmla="*/ 14226 h 1060"/>
                <a:gd name="T34" fmla="*/ 5184 w 572"/>
                <a:gd name="T35" fmla="*/ 14293 h 1060"/>
                <a:gd name="T36" fmla="*/ 5653 w 572"/>
                <a:gd name="T37" fmla="*/ 11420 h 1060"/>
                <a:gd name="T38" fmla="*/ 6010 w 572"/>
                <a:gd name="T39" fmla="*/ 9387 h 1060"/>
                <a:gd name="T40" fmla="*/ 5896 w 572"/>
                <a:gd name="T41" fmla="*/ 8911 h 1060"/>
                <a:gd name="T42" fmla="*/ 5463 w 572"/>
                <a:gd name="T43" fmla="*/ 8147 h 1060"/>
                <a:gd name="T44" fmla="*/ 4704 w 572"/>
                <a:gd name="T45" fmla="*/ 7524 h 1060"/>
                <a:gd name="T46" fmla="*/ 4595 w 572"/>
                <a:gd name="T47" fmla="*/ 7455 h 1060"/>
                <a:gd name="T48" fmla="*/ 4081 w 572"/>
                <a:gd name="T49" fmla="*/ 7200 h 1060"/>
                <a:gd name="T50" fmla="*/ 3992 w 572"/>
                <a:gd name="T51" fmla="*/ 7150 h 1060"/>
                <a:gd name="T52" fmla="*/ 2527 w 572"/>
                <a:gd name="T53" fmla="*/ 6469 h 1060"/>
                <a:gd name="T54" fmla="*/ 2313 w 572"/>
                <a:gd name="T55" fmla="*/ 6312 h 1060"/>
                <a:gd name="T56" fmla="*/ 1302 w 572"/>
                <a:gd name="T57" fmla="*/ 5217 h 1060"/>
                <a:gd name="T58" fmla="*/ 1237 w 572"/>
                <a:gd name="T59" fmla="*/ 5082 h 1060"/>
                <a:gd name="T60" fmla="*/ 768 w 572"/>
                <a:gd name="T61" fmla="*/ 3994 h 1060"/>
                <a:gd name="T62" fmla="*/ 368 w 572"/>
                <a:gd name="T63" fmla="*/ 119 h 10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72" h="1060">
                  <a:moveTo>
                    <a:pt x="41" y="10"/>
                  </a:moveTo>
                  <a:cubicBezTo>
                    <a:pt x="40" y="17"/>
                    <a:pt x="36" y="36"/>
                    <a:pt x="34" y="59"/>
                  </a:cubicBezTo>
                  <a:cubicBezTo>
                    <a:pt x="32" y="89"/>
                    <a:pt x="34" y="112"/>
                    <a:pt x="35" y="127"/>
                  </a:cubicBezTo>
                  <a:cubicBezTo>
                    <a:pt x="39" y="171"/>
                    <a:pt x="49" y="225"/>
                    <a:pt x="74" y="284"/>
                  </a:cubicBezTo>
                  <a:cubicBezTo>
                    <a:pt x="76" y="290"/>
                    <a:pt x="79" y="295"/>
                    <a:pt x="81" y="301"/>
                  </a:cubicBezTo>
                  <a:cubicBezTo>
                    <a:pt x="82" y="302"/>
                    <a:pt x="82" y="304"/>
                    <a:pt x="83" y="306"/>
                  </a:cubicBezTo>
                  <a:cubicBezTo>
                    <a:pt x="83" y="307"/>
                    <a:pt x="84" y="307"/>
                    <a:pt x="85" y="308"/>
                  </a:cubicBezTo>
                  <a:cubicBezTo>
                    <a:pt x="96" y="332"/>
                    <a:pt x="109" y="352"/>
                    <a:pt x="122" y="370"/>
                  </a:cubicBezTo>
                  <a:cubicBezTo>
                    <a:pt x="123" y="371"/>
                    <a:pt x="124" y="374"/>
                    <a:pt x="125" y="375"/>
                  </a:cubicBezTo>
                  <a:cubicBezTo>
                    <a:pt x="126" y="376"/>
                    <a:pt x="128" y="377"/>
                    <a:pt x="129" y="378"/>
                  </a:cubicBezTo>
                  <a:cubicBezTo>
                    <a:pt x="154" y="409"/>
                    <a:pt x="181" y="431"/>
                    <a:pt x="210" y="449"/>
                  </a:cubicBezTo>
                  <a:cubicBezTo>
                    <a:pt x="212" y="450"/>
                    <a:pt x="213" y="452"/>
                    <a:pt x="216" y="454"/>
                  </a:cubicBezTo>
                  <a:cubicBezTo>
                    <a:pt x="217" y="454"/>
                    <a:pt x="220" y="455"/>
                    <a:pt x="222" y="456"/>
                  </a:cubicBezTo>
                  <a:cubicBezTo>
                    <a:pt x="225" y="458"/>
                    <a:pt x="229" y="460"/>
                    <a:pt x="233" y="462"/>
                  </a:cubicBezTo>
                  <a:cubicBezTo>
                    <a:pt x="266" y="479"/>
                    <a:pt x="293" y="479"/>
                    <a:pt x="315" y="487"/>
                  </a:cubicBezTo>
                  <a:cubicBezTo>
                    <a:pt x="337" y="495"/>
                    <a:pt x="362" y="512"/>
                    <a:pt x="373" y="516"/>
                  </a:cubicBezTo>
                  <a:cubicBezTo>
                    <a:pt x="375" y="517"/>
                    <a:pt x="376" y="515"/>
                    <a:pt x="378" y="516"/>
                  </a:cubicBezTo>
                  <a:cubicBezTo>
                    <a:pt x="379" y="516"/>
                    <a:pt x="380" y="519"/>
                    <a:pt x="381" y="519"/>
                  </a:cubicBezTo>
                  <a:cubicBezTo>
                    <a:pt x="403" y="526"/>
                    <a:pt x="425" y="535"/>
                    <a:pt x="445" y="546"/>
                  </a:cubicBezTo>
                  <a:cubicBezTo>
                    <a:pt x="448" y="547"/>
                    <a:pt x="452" y="548"/>
                    <a:pt x="455" y="550"/>
                  </a:cubicBezTo>
                  <a:cubicBezTo>
                    <a:pt x="457" y="551"/>
                    <a:pt x="459" y="553"/>
                    <a:pt x="460" y="554"/>
                  </a:cubicBezTo>
                  <a:cubicBezTo>
                    <a:pt x="475" y="563"/>
                    <a:pt x="489" y="573"/>
                    <a:pt x="502" y="584"/>
                  </a:cubicBezTo>
                  <a:cubicBezTo>
                    <a:pt x="504" y="585"/>
                    <a:pt x="505" y="588"/>
                    <a:pt x="506" y="589"/>
                  </a:cubicBezTo>
                  <a:cubicBezTo>
                    <a:pt x="507" y="590"/>
                    <a:pt x="509" y="590"/>
                    <a:pt x="510" y="591"/>
                  </a:cubicBezTo>
                  <a:cubicBezTo>
                    <a:pt x="527" y="606"/>
                    <a:pt x="542" y="624"/>
                    <a:pt x="555" y="646"/>
                  </a:cubicBezTo>
                  <a:cubicBezTo>
                    <a:pt x="563" y="658"/>
                    <a:pt x="567" y="671"/>
                    <a:pt x="570" y="685"/>
                  </a:cubicBezTo>
                  <a:cubicBezTo>
                    <a:pt x="570" y="688"/>
                    <a:pt x="569" y="689"/>
                    <a:pt x="570" y="692"/>
                  </a:cubicBezTo>
                  <a:cubicBezTo>
                    <a:pt x="570" y="694"/>
                    <a:pt x="571" y="697"/>
                    <a:pt x="571" y="699"/>
                  </a:cubicBezTo>
                  <a:cubicBezTo>
                    <a:pt x="572" y="703"/>
                    <a:pt x="572" y="707"/>
                    <a:pt x="572" y="712"/>
                  </a:cubicBezTo>
                  <a:cubicBezTo>
                    <a:pt x="572" y="754"/>
                    <a:pt x="558" y="803"/>
                    <a:pt x="543" y="857"/>
                  </a:cubicBezTo>
                  <a:cubicBezTo>
                    <a:pt x="530" y="905"/>
                    <a:pt x="515" y="957"/>
                    <a:pt x="508" y="1011"/>
                  </a:cubicBezTo>
                  <a:cubicBezTo>
                    <a:pt x="508" y="1014"/>
                    <a:pt x="507" y="1017"/>
                    <a:pt x="506" y="1020"/>
                  </a:cubicBezTo>
                  <a:cubicBezTo>
                    <a:pt x="506" y="1023"/>
                    <a:pt x="507" y="1027"/>
                    <a:pt x="506" y="1030"/>
                  </a:cubicBezTo>
                  <a:cubicBezTo>
                    <a:pt x="506" y="1038"/>
                    <a:pt x="505" y="1047"/>
                    <a:pt x="505" y="1055"/>
                  </a:cubicBezTo>
                  <a:cubicBezTo>
                    <a:pt x="505" y="1056"/>
                    <a:pt x="505" y="1056"/>
                    <a:pt x="504" y="1057"/>
                  </a:cubicBezTo>
                  <a:cubicBezTo>
                    <a:pt x="492" y="1058"/>
                    <a:pt x="477" y="1059"/>
                    <a:pt x="466" y="1060"/>
                  </a:cubicBezTo>
                  <a:cubicBezTo>
                    <a:pt x="466" y="1059"/>
                    <a:pt x="466" y="1056"/>
                    <a:pt x="466" y="1054"/>
                  </a:cubicBezTo>
                  <a:cubicBezTo>
                    <a:pt x="468" y="981"/>
                    <a:pt x="491" y="910"/>
                    <a:pt x="508" y="847"/>
                  </a:cubicBezTo>
                  <a:cubicBezTo>
                    <a:pt x="523" y="795"/>
                    <a:pt x="537" y="746"/>
                    <a:pt x="538" y="708"/>
                  </a:cubicBezTo>
                  <a:cubicBezTo>
                    <a:pt x="538" y="705"/>
                    <a:pt x="540" y="699"/>
                    <a:pt x="540" y="696"/>
                  </a:cubicBezTo>
                  <a:cubicBezTo>
                    <a:pt x="540" y="692"/>
                    <a:pt x="538" y="689"/>
                    <a:pt x="537" y="685"/>
                  </a:cubicBezTo>
                  <a:cubicBezTo>
                    <a:pt x="536" y="676"/>
                    <a:pt x="533" y="669"/>
                    <a:pt x="530" y="661"/>
                  </a:cubicBezTo>
                  <a:cubicBezTo>
                    <a:pt x="519" y="640"/>
                    <a:pt x="507" y="624"/>
                    <a:pt x="495" y="610"/>
                  </a:cubicBezTo>
                  <a:cubicBezTo>
                    <a:pt x="493" y="608"/>
                    <a:pt x="492" y="606"/>
                    <a:pt x="491" y="604"/>
                  </a:cubicBezTo>
                  <a:cubicBezTo>
                    <a:pt x="488" y="602"/>
                    <a:pt x="486" y="601"/>
                    <a:pt x="484" y="599"/>
                  </a:cubicBezTo>
                  <a:cubicBezTo>
                    <a:pt x="466" y="583"/>
                    <a:pt x="446" y="570"/>
                    <a:pt x="423" y="558"/>
                  </a:cubicBezTo>
                  <a:cubicBezTo>
                    <a:pt x="421" y="557"/>
                    <a:pt x="421" y="556"/>
                    <a:pt x="419" y="555"/>
                  </a:cubicBezTo>
                  <a:cubicBezTo>
                    <a:pt x="418" y="555"/>
                    <a:pt x="415" y="554"/>
                    <a:pt x="413" y="553"/>
                  </a:cubicBezTo>
                  <a:cubicBezTo>
                    <a:pt x="412" y="553"/>
                    <a:pt x="411" y="552"/>
                    <a:pt x="410" y="551"/>
                  </a:cubicBezTo>
                  <a:cubicBezTo>
                    <a:pt x="396" y="545"/>
                    <a:pt x="381" y="539"/>
                    <a:pt x="367" y="534"/>
                  </a:cubicBezTo>
                  <a:cubicBezTo>
                    <a:pt x="366" y="533"/>
                    <a:pt x="365" y="531"/>
                    <a:pt x="364" y="530"/>
                  </a:cubicBezTo>
                  <a:cubicBezTo>
                    <a:pt x="362" y="530"/>
                    <a:pt x="360" y="531"/>
                    <a:pt x="359" y="530"/>
                  </a:cubicBezTo>
                  <a:cubicBezTo>
                    <a:pt x="334" y="522"/>
                    <a:pt x="328" y="526"/>
                    <a:pt x="306" y="520"/>
                  </a:cubicBezTo>
                  <a:cubicBezTo>
                    <a:pt x="283" y="513"/>
                    <a:pt x="259" y="496"/>
                    <a:pt x="227" y="480"/>
                  </a:cubicBezTo>
                  <a:cubicBezTo>
                    <a:pt x="222" y="477"/>
                    <a:pt x="217" y="475"/>
                    <a:pt x="211" y="472"/>
                  </a:cubicBezTo>
                  <a:cubicBezTo>
                    <a:pt x="210" y="471"/>
                    <a:pt x="209" y="469"/>
                    <a:pt x="208" y="468"/>
                  </a:cubicBezTo>
                  <a:cubicBezTo>
                    <a:pt x="206" y="467"/>
                    <a:pt x="204" y="467"/>
                    <a:pt x="202" y="466"/>
                  </a:cubicBezTo>
                  <a:cubicBezTo>
                    <a:pt x="172" y="447"/>
                    <a:pt x="143" y="423"/>
                    <a:pt x="117" y="387"/>
                  </a:cubicBezTo>
                  <a:cubicBezTo>
                    <a:pt x="117" y="386"/>
                    <a:pt x="116" y="384"/>
                    <a:pt x="115" y="382"/>
                  </a:cubicBezTo>
                  <a:cubicBezTo>
                    <a:pt x="114" y="380"/>
                    <a:pt x="111" y="379"/>
                    <a:pt x="111" y="377"/>
                  </a:cubicBezTo>
                  <a:cubicBezTo>
                    <a:pt x="96" y="356"/>
                    <a:pt x="82" y="331"/>
                    <a:pt x="69" y="301"/>
                  </a:cubicBezTo>
                  <a:cubicBezTo>
                    <a:pt x="69" y="299"/>
                    <a:pt x="69" y="297"/>
                    <a:pt x="69" y="296"/>
                  </a:cubicBezTo>
                  <a:cubicBezTo>
                    <a:pt x="68" y="294"/>
                    <a:pt x="66" y="293"/>
                    <a:pt x="66" y="292"/>
                  </a:cubicBezTo>
                  <a:cubicBezTo>
                    <a:pt x="0" y="131"/>
                    <a:pt x="31" y="14"/>
                    <a:pt x="33" y="9"/>
                  </a:cubicBezTo>
                  <a:cubicBezTo>
                    <a:pt x="35" y="0"/>
                    <a:pt x="41" y="4"/>
                    <a:pt x="41" y="10"/>
                  </a:cubicBezTo>
                  <a:close/>
                </a:path>
              </a:pathLst>
            </a:custGeom>
            <a:solidFill>
              <a:srgbClr val="FAD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8" name="Freeform 5">
              <a:extLst>
                <a:ext uri="{FF2B5EF4-FFF2-40B4-BE49-F238E27FC236}">
                  <a16:creationId xmlns:a16="http://schemas.microsoft.com/office/drawing/2014/main" id="{2013581F-1B14-4B1F-83C7-ED85A2FAD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720"/>
              <a:ext cx="2436" cy="2371"/>
            </a:xfrm>
            <a:custGeom>
              <a:avLst/>
              <a:gdLst>
                <a:gd name="T0" fmla="*/ 444 w 1091"/>
                <a:gd name="T1" fmla="*/ 2930 h 996"/>
                <a:gd name="T2" fmla="*/ 478 w 1091"/>
                <a:gd name="T3" fmla="*/ 3038 h 996"/>
                <a:gd name="T4" fmla="*/ 833 w 1091"/>
                <a:gd name="T5" fmla="*/ 3654 h 996"/>
                <a:gd name="T6" fmla="*/ 902 w 1091"/>
                <a:gd name="T7" fmla="*/ 3752 h 996"/>
                <a:gd name="T8" fmla="*/ 1561 w 1091"/>
                <a:gd name="T9" fmla="*/ 4368 h 996"/>
                <a:gd name="T10" fmla="*/ 2762 w 1091"/>
                <a:gd name="T11" fmla="*/ 5032 h 996"/>
                <a:gd name="T12" fmla="*/ 3005 w 1091"/>
                <a:gd name="T13" fmla="*/ 5111 h 996"/>
                <a:gd name="T14" fmla="*/ 3530 w 1091"/>
                <a:gd name="T15" fmla="*/ 5259 h 996"/>
                <a:gd name="T16" fmla="*/ 3709 w 1091"/>
                <a:gd name="T17" fmla="*/ 5304 h 996"/>
                <a:gd name="T18" fmla="*/ 4720 w 1091"/>
                <a:gd name="T19" fmla="*/ 5530 h 996"/>
                <a:gd name="T20" fmla="*/ 5852 w 1091"/>
                <a:gd name="T21" fmla="*/ 5825 h 996"/>
                <a:gd name="T22" fmla="*/ 6022 w 1091"/>
                <a:gd name="T23" fmla="*/ 5882 h 996"/>
                <a:gd name="T24" fmla="*/ 8884 w 1091"/>
                <a:gd name="T25" fmla="*/ 7311 h 996"/>
                <a:gd name="T26" fmla="*/ 9003 w 1091"/>
                <a:gd name="T27" fmla="*/ 7418 h 996"/>
                <a:gd name="T28" fmla="*/ 10499 w 1091"/>
                <a:gd name="T29" fmla="*/ 9577 h 996"/>
                <a:gd name="T30" fmla="*/ 11387 w 1091"/>
                <a:gd name="T31" fmla="*/ 12060 h 996"/>
                <a:gd name="T32" fmla="*/ 11687 w 1091"/>
                <a:gd name="T33" fmla="*/ 13407 h 996"/>
                <a:gd name="T34" fmla="*/ 12144 w 1091"/>
                <a:gd name="T35" fmla="*/ 13398 h 996"/>
                <a:gd name="T36" fmla="*/ 11865 w 1091"/>
                <a:gd name="T37" fmla="*/ 12098 h 996"/>
                <a:gd name="T38" fmla="*/ 11421 w 1091"/>
                <a:gd name="T39" fmla="*/ 10603 h 996"/>
                <a:gd name="T40" fmla="*/ 10264 w 1091"/>
                <a:gd name="T41" fmla="*/ 8201 h 996"/>
                <a:gd name="T42" fmla="*/ 9228 w 1091"/>
                <a:gd name="T43" fmla="*/ 7068 h 996"/>
                <a:gd name="T44" fmla="*/ 9094 w 1091"/>
                <a:gd name="T45" fmla="*/ 6958 h 996"/>
                <a:gd name="T46" fmla="*/ 6078 w 1091"/>
                <a:gd name="T47" fmla="*/ 5587 h 996"/>
                <a:gd name="T48" fmla="*/ 5832 w 1091"/>
                <a:gd name="T49" fmla="*/ 5542 h 996"/>
                <a:gd name="T50" fmla="*/ 4667 w 1091"/>
                <a:gd name="T51" fmla="*/ 5304 h 996"/>
                <a:gd name="T52" fmla="*/ 4452 w 1091"/>
                <a:gd name="T53" fmla="*/ 5247 h 996"/>
                <a:gd name="T54" fmla="*/ 3584 w 1091"/>
                <a:gd name="T55" fmla="*/ 5044 h 996"/>
                <a:gd name="T56" fmla="*/ 3296 w 1091"/>
                <a:gd name="T57" fmla="*/ 4954 h 996"/>
                <a:gd name="T58" fmla="*/ 2737 w 1091"/>
                <a:gd name="T59" fmla="*/ 4778 h 996"/>
                <a:gd name="T60" fmla="*/ 1780 w 1091"/>
                <a:gd name="T61" fmla="*/ 4290 h 996"/>
                <a:gd name="T62" fmla="*/ 1545 w 1091"/>
                <a:gd name="T63" fmla="*/ 4125 h 996"/>
                <a:gd name="T64" fmla="*/ 1011 w 1091"/>
                <a:gd name="T65" fmla="*/ 3654 h 996"/>
                <a:gd name="T66" fmla="*/ 723 w 1091"/>
                <a:gd name="T67" fmla="*/ 3197 h 996"/>
                <a:gd name="T68" fmla="*/ 109 w 1091"/>
                <a:gd name="T69" fmla="*/ 164 h 996"/>
                <a:gd name="T70" fmla="*/ 109 w 1091"/>
                <a:gd name="T71" fmla="*/ 136 h 996"/>
                <a:gd name="T72" fmla="*/ 0 w 1091"/>
                <a:gd name="T73" fmla="*/ 164 h 99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91" h="996">
                  <a:moveTo>
                    <a:pt x="0" y="66"/>
                  </a:moveTo>
                  <a:cubicBezTo>
                    <a:pt x="4" y="123"/>
                    <a:pt x="17" y="173"/>
                    <a:pt x="40" y="217"/>
                  </a:cubicBezTo>
                  <a:cubicBezTo>
                    <a:pt x="40" y="219"/>
                    <a:pt x="42" y="219"/>
                    <a:pt x="43" y="221"/>
                  </a:cubicBezTo>
                  <a:cubicBezTo>
                    <a:pt x="43" y="222"/>
                    <a:pt x="43" y="224"/>
                    <a:pt x="43" y="225"/>
                  </a:cubicBezTo>
                  <a:cubicBezTo>
                    <a:pt x="46" y="231"/>
                    <a:pt x="50" y="236"/>
                    <a:pt x="53" y="242"/>
                  </a:cubicBezTo>
                  <a:cubicBezTo>
                    <a:pt x="60" y="252"/>
                    <a:pt x="67" y="262"/>
                    <a:pt x="75" y="271"/>
                  </a:cubicBezTo>
                  <a:cubicBezTo>
                    <a:pt x="76" y="273"/>
                    <a:pt x="78" y="273"/>
                    <a:pt x="79" y="274"/>
                  </a:cubicBezTo>
                  <a:cubicBezTo>
                    <a:pt x="80" y="275"/>
                    <a:pt x="80" y="277"/>
                    <a:pt x="81" y="278"/>
                  </a:cubicBezTo>
                  <a:cubicBezTo>
                    <a:pt x="97" y="295"/>
                    <a:pt x="115" y="310"/>
                    <a:pt x="136" y="323"/>
                  </a:cubicBezTo>
                  <a:cubicBezTo>
                    <a:pt x="137" y="324"/>
                    <a:pt x="139" y="324"/>
                    <a:pt x="140" y="324"/>
                  </a:cubicBezTo>
                  <a:cubicBezTo>
                    <a:pt x="142" y="325"/>
                    <a:pt x="142" y="327"/>
                    <a:pt x="143" y="328"/>
                  </a:cubicBezTo>
                  <a:cubicBezTo>
                    <a:pt x="173" y="345"/>
                    <a:pt x="208" y="360"/>
                    <a:pt x="248" y="373"/>
                  </a:cubicBezTo>
                  <a:cubicBezTo>
                    <a:pt x="253" y="374"/>
                    <a:pt x="256" y="373"/>
                    <a:pt x="260" y="374"/>
                  </a:cubicBezTo>
                  <a:cubicBezTo>
                    <a:pt x="263" y="375"/>
                    <a:pt x="267" y="378"/>
                    <a:pt x="270" y="379"/>
                  </a:cubicBezTo>
                  <a:cubicBezTo>
                    <a:pt x="275" y="380"/>
                    <a:pt x="280" y="381"/>
                    <a:pt x="284" y="382"/>
                  </a:cubicBezTo>
                  <a:cubicBezTo>
                    <a:pt x="295" y="385"/>
                    <a:pt x="306" y="387"/>
                    <a:pt x="317" y="390"/>
                  </a:cubicBezTo>
                  <a:cubicBezTo>
                    <a:pt x="319" y="390"/>
                    <a:pt x="322" y="390"/>
                    <a:pt x="324" y="391"/>
                  </a:cubicBezTo>
                  <a:cubicBezTo>
                    <a:pt x="327" y="391"/>
                    <a:pt x="330" y="393"/>
                    <a:pt x="333" y="393"/>
                  </a:cubicBezTo>
                  <a:cubicBezTo>
                    <a:pt x="361" y="399"/>
                    <a:pt x="390" y="405"/>
                    <a:pt x="417" y="410"/>
                  </a:cubicBezTo>
                  <a:cubicBezTo>
                    <a:pt x="420" y="411"/>
                    <a:pt x="422" y="409"/>
                    <a:pt x="424" y="410"/>
                  </a:cubicBezTo>
                  <a:cubicBezTo>
                    <a:pt x="427" y="410"/>
                    <a:pt x="430" y="413"/>
                    <a:pt x="433" y="413"/>
                  </a:cubicBezTo>
                  <a:cubicBezTo>
                    <a:pt x="464" y="419"/>
                    <a:pt x="495" y="425"/>
                    <a:pt x="526" y="432"/>
                  </a:cubicBezTo>
                  <a:cubicBezTo>
                    <a:pt x="528" y="433"/>
                    <a:pt x="531" y="432"/>
                    <a:pt x="533" y="433"/>
                  </a:cubicBezTo>
                  <a:cubicBezTo>
                    <a:pt x="536" y="434"/>
                    <a:pt x="538" y="435"/>
                    <a:pt x="541" y="436"/>
                  </a:cubicBezTo>
                  <a:cubicBezTo>
                    <a:pt x="603" y="451"/>
                    <a:pt x="663" y="470"/>
                    <a:pt x="724" y="499"/>
                  </a:cubicBezTo>
                  <a:cubicBezTo>
                    <a:pt x="750" y="512"/>
                    <a:pt x="775" y="526"/>
                    <a:pt x="798" y="542"/>
                  </a:cubicBezTo>
                  <a:cubicBezTo>
                    <a:pt x="800" y="543"/>
                    <a:pt x="803" y="543"/>
                    <a:pt x="805" y="545"/>
                  </a:cubicBezTo>
                  <a:cubicBezTo>
                    <a:pt x="806" y="546"/>
                    <a:pt x="808" y="549"/>
                    <a:pt x="809" y="550"/>
                  </a:cubicBezTo>
                  <a:cubicBezTo>
                    <a:pt x="835" y="568"/>
                    <a:pt x="859" y="588"/>
                    <a:pt x="880" y="610"/>
                  </a:cubicBezTo>
                  <a:cubicBezTo>
                    <a:pt x="908" y="639"/>
                    <a:pt x="924" y="665"/>
                    <a:pt x="943" y="710"/>
                  </a:cubicBezTo>
                  <a:cubicBezTo>
                    <a:pt x="959" y="744"/>
                    <a:pt x="990" y="766"/>
                    <a:pt x="1002" y="799"/>
                  </a:cubicBezTo>
                  <a:cubicBezTo>
                    <a:pt x="1005" y="807"/>
                    <a:pt x="1018" y="870"/>
                    <a:pt x="1023" y="894"/>
                  </a:cubicBezTo>
                  <a:cubicBezTo>
                    <a:pt x="1025" y="904"/>
                    <a:pt x="1025" y="904"/>
                    <a:pt x="1025" y="904"/>
                  </a:cubicBezTo>
                  <a:cubicBezTo>
                    <a:pt x="1031" y="931"/>
                    <a:pt x="1035" y="950"/>
                    <a:pt x="1050" y="994"/>
                  </a:cubicBezTo>
                  <a:cubicBezTo>
                    <a:pt x="1050" y="995"/>
                    <a:pt x="1050" y="995"/>
                    <a:pt x="1051" y="996"/>
                  </a:cubicBezTo>
                  <a:cubicBezTo>
                    <a:pt x="1063" y="995"/>
                    <a:pt x="1080" y="994"/>
                    <a:pt x="1091" y="993"/>
                  </a:cubicBezTo>
                  <a:cubicBezTo>
                    <a:pt x="1091" y="993"/>
                    <a:pt x="1091" y="993"/>
                    <a:pt x="1091" y="993"/>
                  </a:cubicBezTo>
                  <a:cubicBezTo>
                    <a:pt x="1080" y="950"/>
                    <a:pt x="1071" y="923"/>
                    <a:pt x="1066" y="897"/>
                  </a:cubicBezTo>
                  <a:cubicBezTo>
                    <a:pt x="1064" y="887"/>
                    <a:pt x="1064" y="887"/>
                    <a:pt x="1064" y="887"/>
                  </a:cubicBezTo>
                  <a:cubicBezTo>
                    <a:pt x="1057" y="857"/>
                    <a:pt x="1030" y="795"/>
                    <a:pt x="1026" y="786"/>
                  </a:cubicBezTo>
                  <a:cubicBezTo>
                    <a:pt x="1022" y="777"/>
                    <a:pt x="1001" y="702"/>
                    <a:pt x="981" y="673"/>
                  </a:cubicBezTo>
                  <a:cubicBezTo>
                    <a:pt x="962" y="643"/>
                    <a:pt x="938" y="621"/>
                    <a:pt x="922" y="608"/>
                  </a:cubicBezTo>
                  <a:cubicBezTo>
                    <a:pt x="916" y="602"/>
                    <a:pt x="880" y="561"/>
                    <a:pt x="856" y="543"/>
                  </a:cubicBezTo>
                  <a:cubicBezTo>
                    <a:pt x="847" y="537"/>
                    <a:pt x="838" y="530"/>
                    <a:pt x="829" y="524"/>
                  </a:cubicBezTo>
                  <a:cubicBezTo>
                    <a:pt x="825" y="521"/>
                    <a:pt x="823" y="522"/>
                    <a:pt x="821" y="521"/>
                  </a:cubicBezTo>
                  <a:cubicBezTo>
                    <a:pt x="819" y="520"/>
                    <a:pt x="819" y="517"/>
                    <a:pt x="817" y="516"/>
                  </a:cubicBezTo>
                  <a:cubicBezTo>
                    <a:pt x="793" y="500"/>
                    <a:pt x="768" y="486"/>
                    <a:pt x="741" y="473"/>
                  </a:cubicBezTo>
                  <a:cubicBezTo>
                    <a:pt x="676" y="441"/>
                    <a:pt x="611" y="426"/>
                    <a:pt x="546" y="414"/>
                  </a:cubicBezTo>
                  <a:cubicBezTo>
                    <a:pt x="543" y="414"/>
                    <a:pt x="538" y="415"/>
                    <a:pt x="535" y="414"/>
                  </a:cubicBezTo>
                  <a:cubicBezTo>
                    <a:pt x="531" y="413"/>
                    <a:pt x="529" y="411"/>
                    <a:pt x="524" y="411"/>
                  </a:cubicBezTo>
                  <a:cubicBezTo>
                    <a:pt x="492" y="405"/>
                    <a:pt x="459" y="400"/>
                    <a:pt x="427" y="394"/>
                  </a:cubicBezTo>
                  <a:cubicBezTo>
                    <a:pt x="425" y="394"/>
                    <a:pt x="422" y="393"/>
                    <a:pt x="419" y="393"/>
                  </a:cubicBezTo>
                  <a:cubicBezTo>
                    <a:pt x="417" y="392"/>
                    <a:pt x="415" y="393"/>
                    <a:pt x="412" y="392"/>
                  </a:cubicBezTo>
                  <a:cubicBezTo>
                    <a:pt x="408" y="392"/>
                    <a:pt x="404" y="390"/>
                    <a:pt x="400" y="389"/>
                  </a:cubicBezTo>
                  <a:cubicBezTo>
                    <a:pt x="378" y="385"/>
                    <a:pt x="355" y="380"/>
                    <a:pt x="333" y="375"/>
                  </a:cubicBezTo>
                  <a:cubicBezTo>
                    <a:pt x="329" y="374"/>
                    <a:pt x="326" y="375"/>
                    <a:pt x="322" y="374"/>
                  </a:cubicBezTo>
                  <a:cubicBezTo>
                    <a:pt x="319" y="374"/>
                    <a:pt x="316" y="371"/>
                    <a:pt x="313" y="371"/>
                  </a:cubicBezTo>
                  <a:cubicBezTo>
                    <a:pt x="307" y="369"/>
                    <a:pt x="302" y="368"/>
                    <a:pt x="296" y="367"/>
                  </a:cubicBezTo>
                  <a:cubicBezTo>
                    <a:pt x="283" y="364"/>
                    <a:pt x="271" y="360"/>
                    <a:pt x="259" y="357"/>
                  </a:cubicBezTo>
                  <a:cubicBezTo>
                    <a:pt x="255" y="355"/>
                    <a:pt x="251" y="356"/>
                    <a:pt x="246" y="354"/>
                  </a:cubicBezTo>
                  <a:cubicBezTo>
                    <a:pt x="243" y="353"/>
                    <a:pt x="239" y="350"/>
                    <a:pt x="236" y="349"/>
                  </a:cubicBezTo>
                  <a:cubicBezTo>
                    <a:pt x="208" y="340"/>
                    <a:pt x="184" y="329"/>
                    <a:pt x="160" y="318"/>
                  </a:cubicBezTo>
                  <a:cubicBezTo>
                    <a:pt x="154" y="316"/>
                    <a:pt x="151" y="317"/>
                    <a:pt x="149" y="316"/>
                  </a:cubicBezTo>
                  <a:cubicBezTo>
                    <a:pt x="146" y="314"/>
                    <a:pt x="142" y="309"/>
                    <a:pt x="139" y="306"/>
                  </a:cubicBezTo>
                  <a:cubicBezTo>
                    <a:pt x="125" y="292"/>
                    <a:pt x="112" y="285"/>
                    <a:pt x="99" y="276"/>
                  </a:cubicBezTo>
                  <a:cubicBezTo>
                    <a:pt x="97" y="275"/>
                    <a:pt x="93" y="273"/>
                    <a:pt x="91" y="271"/>
                  </a:cubicBezTo>
                  <a:cubicBezTo>
                    <a:pt x="89" y="269"/>
                    <a:pt x="88" y="266"/>
                    <a:pt x="86" y="264"/>
                  </a:cubicBezTo>
                  <a:cubicBezTo>
                    <a:pt x="77" y="255"/>
                    <a:pt x="70" y="246"/>
                    <a:pt x="65" y="237"/>
                  </a:cubicBezTo>
                  <a:cubicBezTo>
                    <a:pt x="23" y="167"/>
                    <a:pt x="9" y="107"/>
                    <a:pt x="9" y="33"/>
                  </a:cubicBezTo>
                  <a:cubicBezTo>
                    <a:pt x="9" y="26"/>
                    <a:pt x="9" y="19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9" y="0"/>
                    <a:pt x="0" y="0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25"/>
                    <a:pt x="0" y="61"/>
                    <a:pt x="0" y="66"/>
                  </a:cubicBezTo>
                  <a:close/>
                </a:path>
              </a:pathLst>
            </a:custGeom>
            <a:solidFill>
              <a:srgbClr val="FAD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9" name="Freeform 6">
              <a:extLst>
                <a:ext uri="{FF2B5EF4-FFF2-40B4-BE49-F238E27FC236}">
                  <a16:creationId xmlns:a16="http://schemas.microsoft.com/office/drawing/2014/main" id="{1FEDF0DE-DCBE-4052-9A5A-FEC45AA80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3084"/>
              <a:ext cx="1668" cy="807"/>
            </a:xfrm>
            <a:custGeom>
              <a:avLst/>
              <a:gdLst>
                <a:gd name="T0" fmla="*/ 8226 w 747"/>
                <a:gd name="T1" fmla="*/ 1055 h 339"/>
                <a:gd name="T2" fmla="*/ 8226 w 747"/>
                <a:gd name="T3" fmla="*/ 928 h 339"/>
                <a:gd name="T4" fmla="*/ 8271 w 747"/>
                <a:gd name="T5" fmla="*/ 838 h 339"/>
                <a:gd name="T6" fmla="*/ 8282 w 747"/>
                <a:gd name="T7" fmla="*/ 0 h 339"/>
                <a:gd name="T8" fmla="*/ 8282 w 747"/>
                <a:gd name="T9" fmla="*/ 0 h 339"/>
                <a:gd name="T10" fmla="*/ 7838 w 747"/>
                <a:gd name="T11" fmla="*/ 40 h 339"/>
                <a:gd name="T12" fmla="*/ 7838 w 747"/>
                <a:gd name="T13" fmla="*/ 214 h 339"/>
                <a:gd name="T14" fmla="*/ 7829 w 747"/>
                <a:gd name="T15" fmla="*/ 567 h 339"/>
                <a:gd name="T16" fmla="*/ 7829 w 747"/>
                <a:gd name="T17" fmla="*/ 731 h 339"/>
                <a:gd name="T18" fmla="*/ 7773 w 747"/>
                <a:gd name="T19" fmla="*/ 928 h 339"/>
                <a:gd name="T20" fmla="*/ 7215 w 747"/>
                <a:gd name="T21" fmla="*/ 2335 h 339"/>
                <a:gd name="T22" fmla="*/ 7061 w 747"/>
                <a:gd name="T23" fmla="*/ 2550 h 339"/>
                <a:gd name="T24" fmla="*/ 7016 w 747"/>
                <a:gd name="T25" fmla="*/ 2647 h 339"/>
                <a:gd name="T26" fmla="*/ 6900 w 747"/>
                <a:gd name="T27" fmla="*/ 2726 h 339"/>
                <a:gd name="T28" fmla="*/ 4542 w 747"/>
                <a:gd name="T29" fmla="*/ 3978 h 339"/>
                <a:gd name="T30" fmla="*/ 2851 w 747"/>
                <a:gd name="T31" fmla="*/ 3792 h 339"/>
                <a:gd name="T32" fmla="*/ 2738 w 747"/>
                <a:gd name="T33" fmla="*/ 3764 h 339"/>
                <a:gd name="T34" fmla="*/ 2648 w 747"/>
                <a:gd name="T35" fmla="*/ 3711 h 339"/>
                <a:gd name="T36" fmla="*/ 424 w 747"/>
                <a:gd name="T37" fmla="*/ 890 h 339"/>
                <a:gd name="T38" fmla="*/ 0 w 747"/>
                <a:gd name="T39" fmla="*/ 928 h 339"/>
                <a:gd name="T40" fmla="*/ 9 w 747"/>
                <a:gd name="T41" fmla="*/ 947 h 339"/>
                <a:gd name="T42" fmla="*/ 2608 w 747"/>
                <a:gd name="T43" fmla="*/ 4211 h 339"/>
                <a:gd name="T44" fmla="*/ 2726 w 747"/>
                <a:gd name="T45" fmla="*/ 4221 h 339"/>
                <a:gd name="T46" fmla="*/ 2807 w 747"/>
                <a:gd name="T47" fmla="*/ 4290 h 339"/>
                <a:gd name="T48" fmla="*/ 4586 w 747"/>
                <a:gd name="T49" fmla="*/ 4494 h 339"/>
                <a:gd name="T50" fmla="*/ 7114 w 747"/>
                <a:gd name="T51" fmla="*/ 3157 h 339"/>
                <a:gd name="T52" fmla="*/ 7170 w 747"/>
                <a:gd name="T53" fmla="*/ 3078 h 339"/>
                <a:gd name="T54" fmla="*/ 7235 w 747"/>
                <a:gd name="T55" fmla="*/ 3021 h 339"/>
                <a:gd name="T56" fmla="*/ 7505 w 747"/>
                <a:gd name="T57" fmla="*/ 2657 h 339"/>
                <a:gd name="T58" fmla="*/ 8226 w 747"/>
                <a:gd name="T59" fmla="*/ 1055 h 3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47" h="339">
                  <a:moveTo>
                    <a:pt x="739" y="78"/>
                  </a:moveTo>
                  <a:cubicBezTo>
                    <a:pt x="740" y="75"/>
                    <a:pt x="739" y="72"/>
                    <a:pt x="739" y="69"/>
                  </a:cubicBezTo>
                  <a:cubicBezTo>
                    <a:pt x="740" y="67"/>
                    <a:pt x="742" y="64"/>
                    <a:pt x="743" y="62"/>
                  </a:cubicBezTo>
                  <a:cubicBezTo>
                    <a:pt x="746" y="42"/>
                    <a:pt x="747" y="22"/>
                    <a:pt x="744" y="0"/>
                  </a:cubicBezTo>
                  <a:cubicBezTo>
                    <a:pt x="744" y="0"/>
                    <a:pt x="744" y="0"/>
                    <a:pt x="744" y="0"/>
                  </a:cubicBezTo>
                  <a:cubicBezTo>
                    <a:pt x="733" y="1"/>
                    <a:pt x="716" y="2"/>
                    <a:pt x="704" y="3"/>
                  </a:cubicBezTo>
                  <a:cubicBezTo>
                    <a:pt x="704" y="8"/>
                    <a:pt x="704" y="12"/>
                    <a:pt x="704" y="16"/>
                  </a:cubicBezTo>
                  <a:cubicBezTo>
                    <a:pt x="704" y="25"/>
                    <a:pt x="704" y="34"/>
                    <a:pt x="703" y="42"/>
                  </a:cubicBezTo>
                  <a:cubicBezTo>
                    <a:pt x="702" y="46"/>
                    <a:pt x="704" y="50"/>
                    <a:pt x="703" y="54"/>
                  </a:cubicBezTo>
                  <a:cubicBezTo>
                    <a:pt x="702" y="59"/>
                    <a:pt x="699" y="64"/>
                    <a:pt x="698" y="69"/>
                  </a:cubicBezTo>
                  <a:cubicBezTo>
                    <a:pt x="690" y="106"/>
                    <a:pt x="673" y="141"/>
                    <a:pt x="648" y="173"/>
                  </a:cubicBezTo>
                  <a:cubicBezTo>
                    <a:pt x="643" y="178"/>
                    <a:pt x="639" y="183"/>
                    <a:pt x="634" y="189"/>
                  </a:cubicBezTo>
                  <a:cubicBezTo>
                    <a:pt x="632" y="191"/>
                    <a:pt x="632" y="194"/>
                    <a:pt x="630" y="196"/>
                  </a:cubicBezTo>
                  <a:cubicBezTo>
                    <a:pt x="627" y="199"/>
                    <a:pt x="623" y="200"/>
                    <a:pt x="620" y="202"/>
                  </a:cubicBezTo>
                  <a:cubicBezTo>
                    <a:pt x="566" y="254"/>
                    <a:pt x="490" y="287"/>
                    <a:pt x="408" y="295"/>
                  </a:cubicBezTo>
                  <a:cubicBezTo>
                    <a:pt x="355" y="301"/>
                    <a:pt x="303" y="295"/>
                    <a:pt x="256" y="281"/>
                  </a:cubicBezTo>
                  <a:cubicBezTo>
                    <a:pt x="253" y="280"/>
                    <a:pt x="249" y="280"/>
                    <a:pt x="246" y="279"/>
                  </a:cubicBezTo>
                  <a:cubicBezTo>
                    <a:pt x="243" y="278"/>
                    <a:pt x="241" y="276"/>
                    <a:pt x="238" y="275"/>
                  </a:cubicBezTo>
                  <a:cubicBezTo>
                    <a:pt x="136" y="239"/>
                    <a:pt x="59" y="162"/>
                    <a:pt x="38" y="66"/>
                  </a:cubicBezTo>
                  <a:cubicBezTo>
                    <a:pt x="26" y="67"/>
                    <a:pt x="11" y="68"/>
                    <a:pt x="0" y="69"/>
                  </a:cubicBezTo>
                  <a:cubicBezTo>
                    <a:pt x="0" y="70"/>
                    <a:pt x="0" y="70"/>
                    <a:pt x="1" y="70"/>
                  </a:cubicBezTo>
                  <a:cubicBezTo>
                    <a:pt x="23" y="180"/>
                    <a:pt x="116" y="271"/>
                    <a:pt x="234" y="312"/>
                  </a:cubicBezTo>
                  <a:cubicBezTo>
                    <a:pt x="240" y="314"/>
                    <a:pt x="241" y="312"/>
                    <a:pt x="245" y="313"/>
                  </a:cubicBezTo>
                  <a:cubicBezTo>
                    <a:pt x="248" y="314"/>
                    <a:pt x="250" y="317"/>
                    <a:pt x="252" y="318"/>
                  </a:cubicBezTo>
                  <a:cubicBezTo>
                    <a:pt x="303" y="333"/>
                    <a:pt x="357" y="339"/>
                    <a:pt x="412" y="333"/>
                  </a:cubicBezTo>
                  <a:cubicBezTo>
                    <a:pt x="500" y="325"/>
                    <a:pt x="580" y="289"/>
                    <a:pt x="639" y="234"/>
                  </a:cubicBezTo>
                  <a:cubicBezTo>
                    <a:pt x="641" y="233"/>
                    <a:pt x="642" y="229"/>
                    <a:pt x="644" y="228"/>
                  </a:cubicBezTo>
                  <a:cubicBezTo>
                    <a:pt x="646" y="226"/>
                    <a:pt x="648" y="226"/>
                    <a:pt x="650" y="224"/>
                  </a:cubicBezTo>
                  <a:cubicBezTo>
                    <a:pt x="658" y="216"/>
                    <a:pt x="666" y="206"/>
                    <a:pt x="674" y="197"/>
                  </a:cubicBezTo>
                  <a:cubicBezTo>
                    <a:pt x="705" y="159"/>
                    <a:pt x="728" y="120"/>
                    <a:pt x="739" y="78"/>
                  </a:cubicBezTo>
                  <a:close/>
                </a:path>
              </a:pathLst>
            </a:custGeom>
            <a:solidFill>
              <a:srgbClr val="F7C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7">
              <a:extLst>
                <a:ext uri="{FF2B5EF4-FFF2-40B4-BE49-F238E27FC236}">
                  <a16:creationId xmlns:a16="http://schemas.microsoft.com/office/drawing/2014/main" id="{66776305-6E94-4A94-A7F5-7BED6EFB0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753"/>
              <a:ext cx="2583" cy="3048"/>
            </a:xfrm>
            <a:custGeom>
              <a:avLst/>
              <a:gdLst>
                <a:gd name="T0" fmla="*/ 5318 w 1157"/>
                <a:gd name="T1" fmla="*/ 7820 h 1280"/>
                <a:gd name="T2" fmla="*/ 5985 w 1157"/>
                <a:gd name="T3" fmla="*/ 9089 h 1280"/>
                <a:gd name="T4" fmla="*/ 5996 w 1157"/>
                <a:gd name="T5" fmla="*/ 9277 h 1280"/>
                <a:gd name="T6" fmla="*/ 5686 w 1157"/>
                <a:gd name="T7" fmla="*/ 11409 h 1280"/>
                <a:gd name="T8" fmla="*/ 5273 w 1157"/>
                <a:gd name="T9" fmla="*/ 13609 h 1280"/>
                <a:gd name="T10" fmla="*/ 5264 w 1157"/>
                <a:gd name="T11" fmla="*/ 14085 h 1280"/>
                <a:gd name="T12" fmla="*/ 5253 w 1157"/>
                <a:gd name="T13" fmla="*/ 14109 h 1280"/>
                <a:gd name="T14" fmla="*/ 7566 w 1157"/>
                <a:gd name="T15" fmla="*/ 16988 h 1280"/>
                <a:gd name="T16" fmla="*/ 9370 w 1157"/>
                <a:gd name="T17" fmla="*/ 17205 h 1280"/>
                <a:gd name="T18" fmla="*/ 11837 w 1157"/>
                <a:gd name="T19" fmla="*/ 15866 h 1280"/>
                <a:gd name="T20" fmla="*/ 12042 w 1157"/>
                <a:gd name="T21" fmla="*/ 15554 h 1280"/>
                <a:gd name="T22" fmla="*/ 12649 w 1157"/>
                <a:gd name="T23" fmla="*/ 13949 h 1280"/>
                <a:gd name="T24" fmla="*/ 12665 w 1157"/>
                <a:gd name="T25" fmla="*/ 13433 h 1280"/>
                <a:gd name="T26" fmla="*/ 12875 w 1157"/>
                <a:gd name="T27" fmla="*/ 13247 h 1280"/>
                <a:gd name="T28" fmla="*/ 12665 w 1157"/>
                <a:gd name="T29" fmla="*/ 13256 h 1280"/>
                <a:gd name="T30" fmla="*/ 12375 w 1157"/>
                <a:gd name="T31" fmla="*/ 12016 h 1280"/>
                <a:gd name="T32" fmla="*/ 12116 w 1157"/>
                <a:gd name="T33" fmla="*/ 10599 h 1280"/>
                <a:gd name="T34" fmla="*/ 10761 w 1157"/>
                <a:gd name="T35" fmla="*/ 8046 h 1280"/>
                <a:gd name="T36" fmla="*/ 9923 w 1157"/>
                <a:gd name="T37" fmla="*/ 7168 h 1280"/>
                <a:gd name="T38" fmla="*/ 9026 w 1157"/>
                <a:gd name="T39" fmla="*/ 6548 h 1280"/>
                <a:gd name="T40" fmla="*/ 6898 w 1157"/>
                <a:gd name="T41" fmla="*/ 5658 h 1280"/>
                <a:gd name="T42" fmla="*/ 5787 w 1157"/>
                <a:gd name="T43" fmla="*/ 5386 h 1280"/>
                <a:gd name="T44" fmla="*/ 5608 w 1157"/>
                <a:gd name="T45" fmla="*/ 5348 h 1280"/>
                <a:gd name="T46" fmla="*/ 4574 w 1157"/>
                <a:gd name="T47" fmla="*/ 5091 h 1280"/>
                <a:gd name="T48" fmla="*/ 4128 w 1157"/>
                <a:gd name="T49" fmla="*/ 4967 h 1280"/>
                <a:gd name="T50" fmla="*/ 3862 w 1157"/>
                <a:gd name="T51" fmla="*/ 4860 h 1280"/>
                <a:gd name="T52" fmla="*/ 2556 w 1157"/>
                <a:gd name="T53" fmla="*/ 4241 h 1280"/>
                <a:gd name="T54" fmla="*/ 2483 w 1157"/>
                <a:gd name="T55" fmla="*/ 4174 h 1280"/>
                <a:gd name="T56" fmla="*/ 1849 w 1157"/>
                <a:gd name="T57" fmla="*/ 3510 h 1280"/>
                <a:gd name="T58" fmla="*/ 1561 w 1157"/>
                <a:gd name="T59" fmla="*/ 3079 h 1280"/>
                <a:gd name="T60" fmla="*/ 1444 w 1157"/>
                <a:gd name="T61" fmla="*/ 2796 h 1280"/>
                <a:gd name="T62" fmla="*/ 967 w 1157"/>
                <a:gd name="T63" fmla="*/ 702 h 1280"/>
                <a:gd name="T64" fmla="*/ 967 w 1157"/>
                <a:gd name="T65" fmla="*/ 69 h 1280"/>
                <a:gd name="T66" fmla="*/ 558 w 1157"/>
                <a:gd name="T67" fmla="*/ 419 h 1280"/>
                <a:gd name="T68" fmla="*/ 89 w 1157"/>
                <a:gd name="T69" fmla="*/ 0 h 1280"/>
                <a:gd name="T70" fmla="*/ 36 w 1157"/>
                <a:gd name="T71" fmla="*/ 1553 h 1280"/>
                <a:gd name="T72" fmla="*/ 542 w 1157"/>
                <a:gd name="T73" fmla="*/ 3900 h 1280"/>
                <a:gd name="T74" fmla="*/ 587 w 1157"/>
                <a:gd name="T75" fmla="*/ 3998 h 1280"/>
                <a:gd name="T76" fmla="*/ 1036 w 1157"/>
                <a:gd name="T77" fmla="*/ 4898 h 1280"/>
                <a:gd name="T78" fmla="*/ 1978 w 1157"/>
                <a:gd name="T79" fmla="*/ 5903 h 1280"/>
                <a:gd name="T80" fmla="*/ 2114 w 1157"/>
                <a:gd name="T81" fmla="*/ 5994 h 1280"/>
                <a:gd name="T82" fmla="*/ 3150 w 1157"/>
                <a:gd name="T83" fmla="*/ 6413 h 1280"/>
                <a:gd name="T84" fmla="*/ 3847 w 1157"/>
                <a:gd name="T85" fmla="*/ 6806 h 1280"/>
                <a:gd name="T86" fmla="*/ 4594 w 1157"/>
                <a:gd name="T87" fmla="*/ 7213 h 1280"/>
                <a:gd name="T88" fmla="*/ 4764 w 1157"/>
                <a:gd name="T89" fmla="*/ 7320 h 1280"/>
                <a:gd name="T90" fmla="*/ 5273 w 1157"/>
                <a:gd name="T91" fmla="*/ 7791 h 128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157" h="1280">
                  <a:moveTo>
                    <a:pt x="474" y="577"/>
                  </a:moveTo>
                  <a:cubicBezTo>
                    <a:pt x="475" y="578"/>
                    <a:pt x="477" y="578"/>
                    <a:pt x="478" y="579"/>
                  </a:cubicBezTo>
                  <a:cubicBezTo>
                    <a:pt x="495" y="594"/>
                    <a:pt x="510" y="612"/>
                    <a:pt x="523" y="634"/>
                  </a:cubicBezTo>
                  <a:cubicBezTo>
                    <a:pt x="531" y="646"/>
                    <a:pt x="535" y="659"/>
                    <a:pt x="538" y="673"/>
                  </a:cubicBezTo>
                  <a:cubicBezTo>
                    <a:pt x="538" y="676"/>
                    <a:pt x="537" y="677"/>
                    <a:pt x="538" y="680"/>
                  </a:cubicBezTo>
                  <a:cubicBezTo>
                    <a:pt x="538" y="682"/>
                    <a:pt x="539" y="685"/>
                    <a:pt x="539" y="687"/>
                  </a:cubicBezTo>
                  <a:cubicBezTo>
                    <a:pt x="540" y="691"/>
                    <a:pt x="540" y="695"/>
                    <a:pt x="540" y="700"/>
                  </a:cubicBezTo>
                  <a:cubicBezTo>
                    <a:pt x="540" y="742"/>
                    <a:pt x="526" y="791"/>
                    <a:pt x="511" y="845"/>
                  </a:cubicBezTo>
                  <a:cubicBezTo>
                    <a:pt x="498" y="893"/>
                    <a:pt x="483" y="945"/>
                    <a:pt x="476" y="999"/>
                  </a:cubicBezTo>
                  <a:cubicBezTo>
                    <a:pt x="476" y="1002"/>
                    <a:pt x="475" y="1005"/>
                    <a:pt x="474" y="1008"/>
                  </a:cubicBezTo>
                  <a:cubicBezTo>
                    <a:pt x="474" y="1011"/>
                    <a:pt x="475" y="1015"/>
                    <a:pt x="474" y="1018"/>
                  </a:cubicBezTo>
                  <a:cubicBezTo>
                    <a:pt x="474" y="1026"/>
                    <a:pt x="473" y="1035"/>
                    <a:pt x="473" y="1043"/>
                  </a:cubicBezTo>
                  <a:cubicBezTo>
                    <a:pt x="473" y="1044"/>
                    <a:pt x="473" y="1044"/>
                    <a:pt x="472" y="1045"/>
                  </a:cubicBezTo>
                  <a:cubicBezTo>
                    <a:pt x="472" y="1045"/>
                    <a:pt x="472" y="1045"/>
                    <a:pt x="472" y="1045"/>
                  </a:cubicBezTo>
                  <a:cubicBezTo>
                    <a:pt x="493" y="1141"/>
                    <a:pt x="570" y="1218"/>
                    <a:pt x="672" y="1254"/>
                  </a:cubicBezTo>
                  <a:cubicBezTo>
                    <a:pt x="675" y="1255"/>
                    <a:pt x="677" y="1257"/>
                    <a:pt x="680" y="1258"/>
                  </a:cubicBezTo>
                  <a:cubicBezTo>
                    <a:pt x="683" y="1259"/>
                    <a:pt x="687" y="1259"/>
                    <a:pt x="690" y="1260"/>
                  </a:cubicBezTo>
                  <a:cubicBezTo>
                    <a:pt x="737" y="1274"/>
                    <a:pt x="789" y="1280"/>
                    <a:pt x="842" y="1274"/>
                  </a:cubicBezTo>
                  <a:cubicBezTo>
                    <a:pt x="924" y="1266"/>
                    <a:pt x="1000" y="1233"/>
                    <a:pt x="1054" y="1181"/>
                  </a:cubicBezTo>
                  <a:cubicBezTo>
                    <a:pt x="1057" y="1179"/>
                    <a:pt x="1061" y="1178"/>
                    <a:pt x="1064" y="1175"/>
                  </a:cubicBezTo>
                  <a:cubicBezTo>
                    <a:pt x="1066" y="1173"/>
                    <a:pt x="1066" y="1170"/>
                    <a:pt x="1068" y="1168"/>
                  </a:cubicBezTo>
                  <a:cubicBezTo>
                    <a:pt x="1073" y="1162"/>
                    <a:pt x="1077" y="1157"/>
                    <a:pt x="1082" y="1152"/>
                  </a:cubicBezTo>
                  <a:cubicBezTo>
                    <a:pt x="1107" y="1120"/>
                    <a:pt x="1124" y="1085"/>
                    <a:pt x="1132" y="1048"/>
                  </a:cubicBezTo>
                  <a:cubicBezTo>
                    <a:pt x="1133" y="1043"/>
                    <a:pt x="1136" y="1038"/>
                    <a:pt x="1137" y="1033"/>
                  </a:cubicBezTo>
                  <a:cubicBezTo>
                    <a:pt x="1138" y="1029"/>
                    <a:pt x="1136" y="1025"/>
                    <a:pt x="1137" y="1021"/>
                  </a:cubicBezTo>
                  <a:cubicBezTo>
                    <a:pt x="1138" y="1013"/>
                    <a:pt x="1138" y="1004"/>
                    <a:pt x="1138" y="995"/>
                  </a:cubicBezTo>
                  <a:cubicBezTo>
                    <a:pt x="1138" y="991"/>
                    <a:pt x="1138" y="987"/>
                    <a:pt x="1138" y="982"/>
                  </a:cubicBezTo>
                  <a:cubicBezTo>
                    <a:pt x="1143" y="982"/>
                    <a:pt x="1150" y="981"/>
                    <a:pt x="1157" y="981"/>
                  </a:cubicBezTo>
                  <a:cubicBezTo>
                    <a:pt x="1157" y="981"/>
                    <a:pt x="1157" y="981"/>
                    <a:pt x="1157" y="981"/>
                  </a:cubicBezTo>
                  <a:cubicBezTo>
                    <a:pt x="1150" y="981"/>
                    <a:pt x="1144" y="982"/>
                    <a:pt x="1138" y="982"/>
                  </a:cubicBezTo>
                  <a:cubicBezTo>
                    <a:pt x="1137" y="981"/>
                    <a:pt x="1137" y="981"/>
                    <a:pt x="1137" y="980"/>
                  </a:cubicBezTo>
                  <a:cubicBezTo>
                    <a:pt x="1122" y="936"/>
                    <a:pt x="1118" y="917"/>
                    <a:pt x="1112" y="890"/>
                  </a:cubicBezTo>
                  <a:cubicBezTo>
                    <a:pt x="1110" y="880"/>
                    <a:pt x="1110" y="880"/>
                    <a:pt x="1110" y="880"/>
                  </a:cubicBezTo>
                  <a:cubicBezTo>
                    <a:pt x="1105" y="856"/>
                    <a:pt x="1092" y="793"/>
                    <a:pt x="1089" y="785"/>
                  </a:cubicBezTo>
                  <a:cubicBezTo>
                    <a:pt x="1077" y="752"/>
                    <a:pt x="1046" y="730"/>
                    <a:pt x="1030" y="696"/>
                  </a:cubicBezTo>
                  <a:cubicBezTo>
                    <a:pt x="1011" y="651"/>
                    <a:pt x="995" y="625"/>
                    <a:pt x="967" y="596"/>
                  </a:cubicBezTo>
                  <a:cubicBezTo>
                    <a:pt x="946" y="574"/>
                    <a:pt x="922" y="554"/>
                    <a:pt x="896" y="536"/>
                  </a:cubicBezTo>
                  <a:cubicBezTo>
                    <a:pt x="895" y="535"/>
                    <a:pt x="893" y="532"/>
                    <a:pt x="892" y="531"/>
                  </a:cubicBezTo>
                  <a:cubicBezTo>
                    <a:pt x="890" y="529"/>
                    <a:pt x="887" y="529"/>
                    <a:pt x="885" y="528"/>
                  </a:cubicBezTo>
                  <a:cubicBezTo>
                    <a:pt x="862" y="512"/>
                    <a:pt x="837" y="498"/>
                    <a:pt x="811" y="485"/>
                  </a:cubicBezTo>
                  <a:cubicBezTo>
                    <a:pt x="750" y="456"/>
                    <a:pt x="690" y="437"/>
                    <a:pt x="628" y="422"/>
                  </a:cubicBezTo>
                  <a:cubicBezTo>
                    <a:pt x="625" y="421"/>
                    <a:pt x="623" y="420"/>
                    <a:pt x="620" y="419"/>
                  </a:cubicBezTo>
                  <a:cubicBezTo>
                    <a:pt x="618" y="418"/>
                    <a:pt x="615" y="419"/>
                    <a:pt x="613" y="418"/>
                  </a:cubicBezTo>
                  <a:cubicBezTo>
                    <a:pt x="582" y="411"/>
                    <a:pt x="551" y="405"/>
                    <a:pt x="520" y="399"/>
                  </a:cubicBezTo>
                  <a:cubicBezTo>
                    <a:pt x="517" y="399"/>
                    <a:pt x="514" y="396"/>
                    <a:pt x="511" y="396"/>
                  </a:cubicBezTo>
                  <a:cubicBezTo>
                    <a:pt x="509" y="395"/>
                    <a:pt x="507" y="397"/>
                    <a:pt x="504" y="396"/>
                  </a:cubicBezTo>
                  <a:cubicBezTo>
                    <a:pt x="477" y="391"/>
                    <a:pt x="448" y="385"/>
                    <a:pt x="420" y="379"/>
                  </a:cubicBezTo>
                  <a:cubicBezTo>
                    <a:pt x="417" y="379"/>
                    <a:pt x="414" y="377"/>
                    <a:pt x="411" y="377"/>
                  </a:cubicBezTo>
                  <a:cubicBezTo>
                    <a:pt x="409" y="376"/>
                    <a:pt x="406" y="376"/>
                    <a:pt x="404" y="376"/>
                  </a:cubicBezTo>
                  <a:cubicBezTo>
                    <a:pt x="393" y="373"/>
                    <a:pt x="382" y="371"/>
                    <a:pt x="371" y="368"/>
                  </a:cubicBezTo>
                  <a:cubicBezTo>
                    <a:pt x="367" y="367"/>
                    <a:pt x="362" y="366"/>
                    <a:pt x="357" y="365"/>
                  </a:cubicBezTo>
                  <a:cubicBezTo>
                    <a:pt x="354" y="364"/>
                    <a:pt x="350" y="361"/>
                    <a:pt x="347" y="360"/>
                  </a:cubicBezTo>
                  <a:cubicBezTo>
                    <a:pt x="343" y="359"/>
                    <a:pt x="340" y="360"/>
                    <a:pt x="335" y="359"/>
                  </a:cubicBezTo>
                  <a:cubicBezTo>
                    <a:pt x="295" y="346"/>
                    <a:pt x="260" y="331"/>
                    <a:pt x="230" y="314"/>
                  </a:cubicBezTo>
                  <a:cubicBezTo>
                    <a:pt x="229" y="313"/>
                    <a:pt x="229" y="311"/>
                    <a:pt x="227" y="310"/>
                  </a:cubicBezTo>
                  <a:cubicBezTo>
                    <a:pt x="226" y="310"/>
                    <a:pt x="224" y="310"/>
                    <a:pt x="223" y="309"/>
                  </a:cubicBezTo>
                  <a:cubicBezTo>
                    <a:pt x="202" y="296"/>
                    <a:pt x="184" y="281"/>
                    <a:pt x="168" y="264"/>
                  </a:cubicBezTo>
                  <a:cubicBezTo>
                    <a:pt x="167" y="263"/>
                    <a:pt x="167" y="261"/>
                    <a:pt x="166" y="260"/>
                  </a:cubicBezTo>
                  <a:cubicBezTo>
                    <a:pt x="165" y="259"/>
                    <a:pt x="163" y="259"/>
                    <a:pt x="162" y="257"/>
                  </a:cubicBezTo>
                  <a:cubicBezTo>
                    <a:pt x="154" y="248"/>
                    <a:pt x="147" y="238"/>
                    <a:pt x="140" y="228"/>
                  </a:cubicBezTo>
                  <a:cubicBezTo>
                    <a:pt x="137" y="222"/>
                    <a:pt x="133" y="217"/>
                    <a:pt x="130" y="211"/>
                  </a:cubicBezTo>
                  <a:cubicBezTo>
                    <a:pt x="130" y="210"/>
                    <a:pt x="130" y="208"/>
                    <a:pt x="130" y="207"/>
                  </a:cubicBezTo>
                  <a:cubicBezTo>
                    <a:pt x="129" y="205"/>
                    <a:pt x="127" y="205"/>
                    <a:pt x="127" y="203"/>
                  </a:cubicBezTo>
                  <a:cubicBezTo>
                    <a:pt x="104" y="159"/>
                    <a:pt x="91" y="109"/>
                    <a:pt x="87" y="52"/>
                  </a:cubicBezTo>
                  <a:cubicBezTo>
                    <a:pt x="87" y="48"/>
                    <a:pt x="87" y="21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6" y="10"/>
                    <a:pt x="84" y="14"/>
                    <a:pt x="79" y="20"/>
                  </a:cubicBezTo>
                  <a:cubicBezTo>
                    <a:pt x="72" y="27"/>
                    <a:pt x="61" y="31"/>
                    <a:pt x="50" y="31"/>
                  </a:cubicBezTo>
                  <a:cubicBezTo>
                    <a:pt x="28" y="31"/>
                    <a:pt x="9" y="17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9"/>
                    <a:pt x="4" y="26"/>
                    <a:pt x="2" y="47"/>
                  </a:cubicBezTo>
                  <a:cubicBezTo>
                    <a:pt x="0" y="77"/>
                    <a:pt x="2" y="100"/>
                    <a:pt x="3" y="115"/>
                  </a:cubicBezTo>
                  <a:cubicBezTo>
                    <a:pt x="7" y="159"/>
                    <a:pt x="17" y="213"/>
                    <a:pt x="42" y="272"/>
                  </a:cubicBezTo>
                  <a:cubicBezTo>
                    <a:pt x="44" y="278"/>
                    <a:pt x="47" y="283"/>
                    <a:pt x="49" y="289"/>
                  </a:cubicBezTo>
                  <a:cubicBezTo>
                    <a:pt x="50" y="290"/>
                    <a:pt x="50" y="292"/>
                    <a:pt x="51" y="294"/>
                  </a:cubicBezTo>
                  <a:cubicBezTo>
                    <a:pt x="51" y="295"/>
                    <a:pt x="52" y="295"/>
                    <a:pt x="53" y="296"/>
                  </a:cubicBezTo>
                  <a:cubicBezTo>
                    <a:pt x="64" y="320"/>
                    <a:pt x="77" y="340"/>
                    <a:pt x="90" y="358"/>
                  </a:cubicBezTo>
                  <a:cubicBezTo>
                    <a:pt x="91" y="359"/>
                    <a:pt x="92" y="362"/>
                    <a:pt x="93" y="363"/>
                  </a:cubicBezTo>
                  <a:cubicBezTo>
                    <a:pt x="94" y="364"/>
                    <a:pt x="96" y="365"/>
                    <a:pt x="97" y="366"/>
                  </a:cubicBezTo>
                  <a:cubicBezTo>
                    <a:pt x="122" y="397"/>
                    <a:pt x="149" y="419"/>
                    <a:pt x="178" y="437"/>
                  </a:cubicBezTo>
                  <a:cubicBezTo>
                    <a:pt x="180" y="438"/>
                    <a:pt x="181" y="440"/>
                    <a:pt x="184" y="442"/>
                  </a:cubicBezTo>
                  <a:cubicBezTo>
                    <a:pt x="185" y="442"/>
                    <a:pt x="188" y="443"/>
                    <a:pt x="190" y="444"/>
                  </a:cubicBezTo>
                  <a:cubicBezTo>
                    <a:pt x="193" y="446"/>
                    <a:pt x="197" y="448"/>
                    <a:pt x="201" y="450"/>
                  </a:cubicBezTo>
                  <a:cubicBezTo>
                    <a:pt x="234" y="467"/>
                    <a:pt x="261" y="467"/>
                    <a:pt x="283" y="475"/>
                  </a:cubicBezTo>
                  <a:cubicBezTo>
                    <a:pt x="305" y="483"/>
                    <a:pt x="330" y="500"/>
                    <a:pt x="341" y="504"/>
                  </a:cubicBezTo>
                  <a:cubicBezTo>
                    <a:pt x="343" y="505"/>
                    <a:pt x="344" y="503"/>
                    <a:pt x="346" y="504"/>
                  </a:cubicBezTo>
                  <a:cubicBezTo>
                    <a:pt x="347" y="504"/>
                    <a:pt x="348" y="507"/>
                    <a:pt x="349" y="507"/>
                  </a:cubicBezTo>
                  <a:cubicBezTo>
                    <a:pt x="371" y="514"/>
                    <a:pt x="393" y="523"/>
                    <a:pt x="413" y="534"/>
                  </a:cubicBezTo>
                  <a:cubicBezTo>
                    <a:pt x="416" y="535"/>
                    <a:pt x="420" y="536"/>
                    <a:pt x="423" y="538"/>
                  </a:cubicBezTo>
                  <a:cubicBezTo>
                    <a:pt x="425" y="539"/>
                    <a:pt x="427" y="541"/>
                    <a:pt x="428" y="542"/>
                  </a:cubicBezTo>
                  <a:cubicBezTo>
                    <a:pt x="443" y="551"/>
                    <a:pt x="457" y="561"/>
                    <a:pt x="470" y="572"/>
                  </a:cubicBezTo>
                  <a:cubicBezTo>
                    <a:pt x="472" y="573"/>
                    <a:pt x="473" y="576"/>
                    <a:pt x="474" y="577"/>
                  </a:cubicBezTo>
                  <a:close/>
                </a:path>
              </a:pathLst>
            </a:custGeom>
            <a:solidFill>
              <a:srgbClr val="E97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8">
              <a:extLst>
                <a:ext uri="{FF2B5EF4-FFF2-40B4-BE49-F238E27FC236}">
                  <a16:creationId xmlns:a16="http://schemas.microsoft.com/office/drawing/2014/main" id="{06451BEC-5A3F-4C6B-912A-C5E19F2AF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237"/>
              <a:ext cx="172" cy="304"/>
            </a:xfrm>
            <a:custGeom>
              <a:avLst/>
              <a:gdLst>
                <a:gd name="T0" fmla="*/ 603 w 77"/>
                <a:gd name="T1" fmla="*/ 751 h 128"/>
                <a:gd name="T2" fmla="*/ 759 w 77"/>
                <a:gd name="T3" fmla="*/ 1648 h 128"/>
                <a:gd name="T4" fmla="*/ 255 w 77"/>
                <a:gd name="T5" fmla="*/ 964 h 128"/>
                <a:gd name="T6" fmla="*/ 89 w 77"/>
                <a:gd name="T7" fmla="*/ 57 h 128"/>
                <a:gd name="T8" fmla="*/ 603 w 77"/>
                <a:gd name="T9" fmla="*/ 751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28">
                  <a:moveTo>
                    <a:pt x="54" y="56"/>
                  </a:moveTo>
                  <a:cubicBezTo>
                    <a:pt x="70" y="89"/>
                    <a:pt x="77" y="119"/>
                    <a:pt x="68" y="123"/>
                  </a:cubicBezTo>
                  <a:cubicBezTo>
                    <a:pt x="60" y="128"/>
                    <a:pt x="40" y="104"/>
                    <a:pt x="23" y="72"/>
                  </a:cubicBezTo>
                  <a:cubicBezTo>
                    <a:pt x="6" y="39"/>
                    <a:pt x="0" y="8"/>
                    <a:pt x="8" y="4"/>
                  </a:cubicBezTo>
                  <a:cubicBezTo>
                    <a:pt x="17" y="0"/>
                    <a:pt x="37" y="23"/>
                    <a:pt x="54" y="56"/>
                  </a:cubicBezTo>
                  <a:close/>
                </a:path>
              </a:pathLst>
            </a:custGeom>
            <a:solidFill>
              <a:srgbClr val="EC8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9">
              <a:extLst>
                <a:ext uri="{FF2B5EF4-FFF2-40B4-BE49-F238E27FC236}">
                  <a16:creationId xmlns:a16="http://schemas.microsoft.com/office/drawing/2014/main" id="{F3FC715C-4D13-4E59-94F1-68D2290F6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289"/>
              <a:ext cx="118" cy="226"/>
            </a:xfrm>
            <a:custGeom>
              <a:avLst/>
              <a:gdLst>
                <a:gd name="T0" fmla="*/ 80 w 53"/>
                <a:gd name="T1" fmla="*/ 0 h 95"/>
                <a:gd name="T2" fmla="*/ 209 w 53"/>
                <a:gd name="T3" fmla="*/ 752 h 95"/>
                <a:gd name="T4" fmla="*/ 505 w 53"/>
                <a:gd name="T5" fmla="*/ 1280 h 95"/>
                <a:gd name="T6" fmla="*/ 376 w 53"/>
                <a:gd name="T7" fmla="*/ 526 h 95"/>
                <a:gd name="T8" fmla="*/ 80 w 53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95">
                  <a:moveTo>
                    <a:pt x="7" y="0"/>
                  </a:moveTo>
                  <a:cubicBezTo>
                    <a:pt x="0" y="4"/>
                    <a:pt x="6" y="29"/>
                    <a:pt x="19" y="56"/>
                  </a:cubicBezTo>
                  <a:cubicBezTo>
                    <a:pt x="28" y="74"/>
                    <a:pt x="38" y="88"/>
                    <a:pt x="46" y="95"/>
                  </a:cubicBezTo>
                  <a:cubicBezTo>
                    <a:pt x="53" y="91"/>
                    <a:pt x="48" y="66"/>
                    <a:pt x="34" y="39"/>
                  </a:cubicBezTo>
                  <a:cubicBezTo>
                    <a:pt x="25" y="22"/>
                    <a:pt x="15" y="7"/>
                    <a:pt x="7" y="0"/>
                  </a:cubicBezTo>
                  <a:close/>
                </a:path>
              </a:pathLst>
            </a:custGeom>
            <a:solidFill>
              <a:srgbClr val="F1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0">
              <a:extLst>
                <a:ext uri="{FF2B5EF4-FFF2-40B4-BE49-F238E27FC236}">
                  <a16:creationId xmlns:a16="http://schemas.microsoft.com/office/drawing/2014/main" id="{27DEA860-13A9-4576-8DB5-112A4E8A8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1872"/>
              <a:ext cx="190" cy="93"/>
            </a:xfrm>
            <a:custGeom>
              <a:avLst/>
              <a:gdLst>
                <a:gd name="T0" fmla="*/ 20 w 85"/>
                <a:gd name="T1" fmla="*/ 79 h 39"/>
                <a:gd name="T2" fmla="*/ 514 w 85"/>
                <a:gd name="T3" fmla="*/ 98 h 39"/>
                <a:gd name="T4" fmla="*/ 930 w 85"/>
                <a:gd name="T5" fmla="*/ 432 h 39"/>
                <a:gd name="T6" fmla="*/ 434 w 85"/>
                <a:gd name="T7" fmla="*/ 420 h 39"/>
                <a:gd name="T8" fmla="*/ 20 w 85"/>
                <a:gd name="T9" fmla="*/ 7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9">
                  <a:moveTo>
                    <a:pt x="2" y="6"/>
                  </a:moveTo>
                  <a:cubicBezTo>
                    <a:pt x="4" y="0"/>
                    <a:pt x="24" y="0"/>
                    <a:pt x="46" y="7"/>
                  </a:cubicBezTo>
                  <a:cubicBezTo>
                    <a:pt x="69" y="15"/>
                    <a:pt x="85" y="26"/>
                    <a:pt x="83" y="32"/>
                  </a:cubicBezTo>
                  <a:cubicBezTo>
                    <a:pt x="81" y="39"/>
                    <a:pt x="61" y="38"/>
                    <a:pt x="39" y="31"/>
                  </a:cubicBezTo>
                  <a:cubicBezTo>
                    <a:pt x="16" y="23"/>
                    <a:pt x="0" y="12"/>
                    <a:pt x="2" y="6"/>
                  </a:cubicBezTo>
                  <a:close/>
                </a:path>
              </a:pathLst>
            </a:custGeom>
            <a:solidFill>
              <a:srgbClr val="EC8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1">
              <a:extLst>
                <a:ext uri="{FF2B5EF4-FFF2-40B4-BE49-F238E27FC236}">
                  <a16:creationId xmlns:a16="http://schemas.microsoft.com/office/drawing/2014/main" id="{6FA79D70-3769-413D-A148-82722FE47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894"/>
              <a:ext cx="138" cy="57"/>
            </a:xfrm>
            <a:custGeom>
              <a:avLst/>
              <a:gdLst>
                <a:gd name="T0" fmla="*/ 0 w 62"/>
                <a:gd name="T1" fmla="*/ 29 h 24"/>
                <a:gd name="T2" fmla="*/ 323 w 62"/>
                <a:gd name="T3" fmla="*/ 242 h 24"/>
                <a:gd name="T4" fmla="*/ 683 w 62"/>
                <a:gd name="T5" fmla="*/ 295 h 24"/>
                <a:gd name="T6" fmla="*/ 361 w 62"/>
                <a:gd name="T7" fmla="*/ 78 h 24"/>
                <a:gd name="T8" fmla="*/ 0 w 62"/>
                <a:gd name="T9" fmla="*/ 2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4">
                  <a:moveTo>
                    <a:pt x="0" y="2"/>
                  </a:moveTo>
                  <a:cubicBezTo>
                    <a:pt x="3" y="7"/>
                    <a:pt x="14" y="14"/>
                    <a:pt x="29" y="18"/>
                  </a:cubicBezTo>
                  <a:cubicBezTo>
                    <a:pt x="44" y="23"/>
                    <a:pt x="57" y="24"/>
                    <a:pt x="62" y="22"/>
                  </a:cubicBezTo>
                  <a:cubicBezTo>
                    <a:pt x="59" y="17"/>
                    <a:pt x="48" y="10"/>
                    <a:pt x="33" y="6"/>
                  </a:cubicBezTo>
                  <a:cubicBezTo>
                    <a:pt x="19" y="1"/>
                    <a:pt x="5" y="0"/>
                    <a:pt x="0" y="2"/>
                  </a:cubicBezTo>
                  <a:close/>
                </a:path>
              </a:pathLst>
            </a:custGeom>
            <a:solidFill>
              <a:srgbClr val="F1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2">
              <a:extLst>
                <a:ext uri="{FF2B5EF4-FFF2-40B4-BE49-F238E27FC236}">
                  <a16:creationId xmlns:a16="http://schemas.microsoft.com/office/drawing/2014/main" id="{FC7493EB-68C3-4B6A-8FB3-F13205692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392"/>
              <a:ext cx="76" cy="71"/>
            </a:xfrm>
            <a:custGeom>
              <a:avLst/>
              <a:gdLst>
                <a:gd name="T0" fmla="*/ 226 w 34"/>
                <a:gd name="T1" fmla="*/ 156 h 30"/>
                <a:gd name="T2" fmla="*/ 369 w 34"/>
                <a:gd name="T3" fmla="*/ 369 h 30"/>
                <a:gd name="T4" fmla="*/ 170 w 34"/>
                <a:gd name="T5" fmla="*/ 241 h 30"/>
                <a:gd name="T6" fmla="*/ 9 w 34"/>
                <a:gd name="T7" fmla="*/ 28 h 30"/>
                <a:gd name="T8" fmla="*/ 226 w 34"/>
                <a:gd name="T9" fmla="*/ 1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20" y="12"/>
                  </a:moveTo>
                  <a:cubicBezTo>
                    <a:pt x="28" y="19"/>
                    <a:pt x="34" y="26"/>
                    <a:pt x="33" y="28"/>
                  </a:cubicBezTo>
                  <a:cubicBezTo>
                    <a:pt x="32" y="30"/>
                    <a:pt x="24" y="25"/>
                    <a:pt x="15" y="18"/>
                  </a:cubicBezTo>
                  <a:cubicBezTo>
                    <a:pt x="6" y="11"/>
                    <a:pt x="0" y="4"/>
                    <a:pt x="1" y="2"/>
                  </a:cubicBezTo>
                  <a:cubicBezTo>
                    <a:pt x="3" y="0"/>
                    <a:pt x="11" y="5"/>
                    <a:pt x="20" y="12"/>
                  </a:cubicBezTo>
                  <a:close/>
                </a:path>
              </a:pathLst>
            </a:custGeom>
            <a:solidFill>
              <a:srgbClr val="EC8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3">
              <a:extLst>
                <a:ext uri="{FF2B5EF4-FFF2-40B4-BE49-F238E27FC236}">
                  <a16:creationId xmlns:a16="http://schemas.microsoft.com/office/drawing/2014/main" id="{D96965BF-9904-4D57-B836-C4CC7A230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696"/>
              <a:ext cx="911" cy="903"/>
            </a:xfrm>
            <a:custGeom>
              <a:avLst/>
              <a:gdLst>
                <a:gd name="T0" fmla="*/ 4352 w 408"/>
                <a:gd name="T1" fmla="*/ 5125 h 379"/>
                <a:gd name="T2" fmla="*/ 4497 w 408"/>
                <a:gd name="T3" fmla="*/ 4060 h 379"/>
                <a:gd name="T4" fmla="*/ 4522 w 408"/>
                <a:gd name="T5" fmla="*/ 3893 h 379"/>
                <a:gd name="T6" fmla="*/ 4488 w 408"/>
                <a:gd name="T7" fmla="*/ 3748 h 379"/>
                <a:gd name="T8" fmla="*/ 4408 w 408"/>
                <a:gd name="T9" fmla="*/ 3424 h 379"/>
                <a:gd name="T10" fmla="*/ 4019 w 408"/>
                <a:gd name="T11" fmla="*/ 2730 h 379"/>
                <a:gd name="T12" fmla="*/ 3974 w 408"/>
                <a:gd name="T13" fmla="*/ 2652 h 379"/>
                <a:gd name="T14" fmla="*/ 3894 w 408"/>
                <a:gd name="T15" fmla="*/ 2583 h 379"/>
                <a:gd name="T16" fmla="*/ 3215 w 408"/>
                <a:gd name="T17" fmla="*/ 2028 h 379"/>
                <a:gd name="T18" fmla="*/ 3171 w 408"/>
                <a:gd name="T19" fmla="*/ 1987 h 379"/>
                <a:gd name="T20" fmla="*/ 3106 w 408"/>
                <a:gd name="T21" fmla="*/ 1958 h 379"/>
                <a:gd name="T22" fmla="*/ 3070 w 408"/>
                <a:gd name="T23" fmla="*/ 1935 h 379"/>
                <a:gd name="T24" fmla="*/ 2592 w 408"/>
                <a:gd name="T25" fmla="*/ 1704 h 379"/>
                <a:gd name="T26" fmla="*/ 2563 w 408"/>
                <a:gd name="T27" fmla="*/ 1651 h 379"/>
                <a:gd name="T28" fmla="*/ 2503 w 408"/>
                <a:gd name="T29" fmla="*/ 1651 h 379"/>
                <a:gd name="T30" fmla="*/ 1914 w 408"/>
                <a:gd name="T31" fmla="*/ 1515 h 379"/>
                <a:gd name="T32" fmla="*/ 1036 w 408"/>
                <a:gd name="T33" fmla="*/ 977 h 379"/>
                <a:gd name="T34" fmla="*/ 857 w 408"/>
                <a:gd name="T35" fmla="*/ 862 h 379"/>
                <a:gd name="T36" fmla="*/ 822 w 408"/>
                <a:gd name="T37" fmla="*/ 812 h 379"/>
                <a:gd name="T38" fmla="*/ 757 w 408"/>
                <a:gd name="T39" fmla="*/ 784 h 379"/>
                <a:gd name="T40" fmla="*/ 0 w 408"/>
                <a:gd name="T41" fmla="*/ 0 h 379"/>
                <a:gd name="T42" fmla="*/ 2762 w 408"/>
                <a:gd name="T43" fmla="*/ 2249 h 379"/>
                <a:gd name="T44" fmla="*/ 4352 w 408"/>
                <a:gd name="T45" fmla="*/ 5125 h 37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08" h="379">
                  <a:moveTo>
                    <a:pt x="391" y="379"/>
                  </a:moveTo>
                  <a:cubicBezTo>
                    <a:pt x="398" y="350"/>
                    <a:pt x="404" y="323"/>
                    <a:pt x="404" y="300"/>
                  </a:cubicBezTo>
                  <a:cubicBezTo>
                    <a:pt x="404" y="297"/>
                    <a:pt x="406" y="291"/>
                    <a:pt x="406" y="288"/>
                  </a:cubicBezTo>
                  <a:cubicBezTo>
                    <a:pt x="406" y="284"/>
                    <a:pt x="404" y="281"/>
                    <a:pt x="403" y="277"/>
                  </a:cubicBezTo>
                  <a:cubicBezTo>
                    <a:pt x="402" y="268"/>
                    <a:pt x="399" y="261"/>
                    <a:pt x="396" y="253"/>
                  </a:cubicBezTo>
                  <a:cubicBezTo>
                    <a:pt x="385" y="232"/>
                    <a:pt x="373" y="216"/>
                    <a:pt x="361" y="202"/>
                  </a:cubicBezTo>
                  <a:cubicBezTo>
                    <a:pt x="359" y="200"/>
                    <a:pt x="358" y="198"/>
                    <a:pt x="357" y="196"/>
                  </a:cubicBezTo>
                  <a:cubicBezTo>
                    <a:pt x="354" y="194"/>
                    <a:pt x="352" y="193"/>
                    <a:pt x="350" y="191"/>
                  </a:cubicBezTo>
                  <a:cubicBezTo>
                    <a:pt x="332" y="175"/>
                    <a:pt x="312" y="162"/>
                    <a:pt x="289" y="150"/>
                  </a:cubicBezTo>
                  <a:cubicBezTo>
                    <a:pt x="287" y="149"/>
                    <a:pt x="287" y="148"/>
                    <a:pt x="285" y="147"/>
                  </a:cubicBezTo>
                  <a:cubicBezTo>
                    <a:pt x="284" y="147"/>
                    <a:pt x="281" y="146"/>
                    <a:pt x="279" y="145"/>
                  </a:cubicBezTo>
                  <a:cubicBezTo>
                    <a:pt x="278" y="145"/>
                    <a:pt x="277" y="144"/>
                    <a:pt x="276" y="143"/>
                  </a:cubicBezTo>
                  <a:cubicBezTo>
                    <a:pt x="262" y="137"/>
                    <a:pt x="247" y="131"/>
                    <a:pt x="233" y="126"/>
                  </a:cubicBezTo>
                  <a:cubicBezTo>
                    <a:pt x="232" y="125"/>
                    <a:pt x="231" y="123"/>
                    <a:pt x="230" y="122"/>
                  </a:cubicBezTo>
                  <a:cubicBezTo>
                    <a:pt x="228" y="122"/>
                    <a:pt x="226" y="123"/>
                    <a:pt x="225" y="122"/>
                  </a:cubicBezTo>
                  <a:cubicBezTo>
                    <a:pt x="200" y="114"/>
                    <a:pt x="194" y="118"/>
                    <a:pt x="172" y="112"/>
                  </a:cubicBezTo>
                  <a:cubicBezTo>
                    <a:pt x="149" y="105"/>
                    <a:pt x="125" y="88"/>
                    <a:pt x="93" y="72"/>
                  </a:cubicBezTo>
                  <a:cubicBezTo>
                    <a:pt x="88" y="69"/>
                    <a:pt x="83" y="67"/>
                    <a:pt x="77" y="64"/>
                  </a:cubicBezTo>
                  <a:cubicBezTo>
                    <a:pt x="76" y="63"/>
                    <a:pt x="75" y="61"/>
                    <a:pt x="74" y="60"/>
                  </a:cubicBezTo>
                  <a:cubicBezTo>
                    <a:pt x="72" y="59"/>
                    <a:pt x="70" y="59"/>
                    <a:pt x="68" y="58"/>
                  </a:cubicBezTo>
                  <a:cubicBezTo>
                    <a:pt x="44" y="43"/>
                    <a:pt x="22" y="25"/>
                    <a:pt x="0" y="0"/>
                  </a:cubicBezTo>
                  <a:cubicBezTo>
                    <a:pt x="34" y="50"/>
                    <a:pt x="109" y="109"/>
                    <a:pt x="248" y="166"/>
                  </a:cubicBezTo>
                  <a:cubicBezTo>
                    <a:pt x="370" y="217"/>
                    <a:pt x="408" y="300"/>
                    <a:pt x="391" y="379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4">
              <a:extLst>
                <a:ext uri="{FF2B5EF4-FFF2-40B4-BE49-F238E27FC236}">
                  <a16:creationId xmlns:a16="http://schemas.microsoft.com/office/drawing/2014/main" id="{C99F86CE-BE5F-4282-B53A-EB15D5B50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3298"/>
              <a:ext cx="22" cy="17"/>
            </a:xfrm>
            <a:custGeom>
              <a:avLst/>
              <a:gdLst>
                <a:gd name="T0" fmla="*/ 0 w 10"/>
                <a:gd name="T1" fmla="*/ 0 h 7"/>
                <a:gd name="T2" fmla="*/ 73 w 10"/>
                <a:gd name="T3" fmla="*/ 100 h 7"/>
                <a:gd name="T4" fmla="*/ 106 w 10"/>
                <a:gd name="T5" fmla="*/ 5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1" y="3"/>
                    <a:pt x="4" y="5"/>
                    <a:pt x="7" y="7"/>
                  </a:cubicBezTo>
                  <a:cubicBezTo>
                    <a:pt x="7" y="6"/>
                    <a:pt x="8" y="4"/>
                    <a:pt x="10" y="4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5">
              <a:extLst>
                <a:ext uri="{FF2B5EF4-FFF2-40B4-BE49-F238E27FC236}">
                  <a16:creationId xmlns:a16="http://schemas.microsoft.com/office/drawing/2014/main" id="{E3C3AD09-DCE3-43E4-9AAD-692C9FD8A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3172"/>
              <a:ext cx="41" cy="31"/>
            </a:xfrm>
            <a:custGeom>
              <a:avLst/>
              <a:gdLst>
                <a:gd name="T0" fmla="*/ 0 w 18"/>
                <a:gd name="T1" fmla="*/ 57 h 13"/>
                <a:gd name="T2" fmla="*/ 212 w 18"/>
                <a:gd name="T3" fmla="*/ 176 h 13"/>
                <a:gd name="T4" fmla="*/ 203 w 18"/>
                <a:gd name="T5" fmla="*/ 0 h 13"/>
                <a:gd name="T6" fmla="*/ 118 w 18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4"/>
                  </a:moveTo>
                  <a:cubicBezTo>
                    <a:pt x="4" y="8"/>
                    <a:pt x="13" y="11"/>
                    <a:pt x="18" y="13"/>
                  </a:cubicBezTo>
                  <a:cubicBezTo>
                    <a:pt x="15" y="11"/>
                    <a:pt x="15" y="3"/>
                    <a:pt x="17" y="0"/>
                  </a:cubicBezTo>
                  <a:cubicBezTo>
                    <a:pt x="16" y="0"/>
                    <a:pt x="11" y="1"/>
                    <a:pt x="10" y="1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6">
              <a:extLst>
                <a:ext uri="{FF2B5EF4-FFF2-40B4-BE49-F238E27FC236}">
                  <a16:creationId xmlns:a16="http://schemas.microsoft.com/office/drawing/2014/main" id="{96D3D1EB-D85E-4603-B82E-518D22011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882"/>
              <a:ext cx="22" cy="24"/>
            </a:xfrm>
            <a:custGeom>
              <a:avLst/>
              <a:gdLst>
                <a:gd name="T0" fmla="*/ 9 w 10"/>
                <a:gd name="T1" fmla="*/ 0 h 10"/>
                <a:gd name="T2" fmla="*/ 0 w 10"/>
                <a:gd name="T3" fmla="*/ 139 h 10"/>
                <a:gd name="T4" fmla="*/ 106 w 10"/>
                <a:gd name="T5" fmla="*/ 70 h 10"/>
                <a:gd name="T6" fmla="*/ 44 w 10"/>
                <a:gd name="T7" fmla="*/ 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0" y="3"/>
                    <a:pt x="0" y="6"/>
                    <a:pt x="0" y="10"/>
                  </a:cubicBezTo>
                  <a:cubicBezTo>
                    <a:pt x="2" y="6"/>
                    <a:pt x="6" y="5"/>
                    <a:pt x="10" y="5"/>
                  </a:cubicBezTo>
                  <a:cubicBezTo>
                    <a:pt x="7" y="5"/>
                    <a:pt x="5" y="4"/>
                    <a:pt x="4" y="2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7">
              <a:extLst>
                <a:ext uri="{FF2B5EF4-FFF2-40B4-BE49-F238E27FC236}">
                  <a16:creationId xmlns:a16="http://schemas.microsoft.com/office/drawing/2014/main" id="{0CD98AF3-ABFF-4B35-B6F2-626D08C80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687"/>
              <a:ext cx="58" cy="42"/>
            </a:xfrm>
            <a:custGeom>
              <a:avLst/>
              <a:gdLst>
                <a:gd name="T0" fmla="*/ 0 w 26"/>
                <a:gd name="T1" fmla="*/ 103 h 18"/>
                <a:gd name="T2" fmla="*/ 89 w 26"/>
                <a:gd name="T3" fmla="*/ 229 h 18"/>
                <a:gd name="T4" fmla="*/ 288 w 26"/>
                <a:gd name="T5" fmla="*/ 0 h 18"/>
                <a:gd name="T6" fmla="*/ 65 w 26"/>
                <a:gd name="T7" fmla="*/ 7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0" y="8"/>
                  </a:moveTo>
                  <a:cubicBezTo>
                    <a:pt x="3" y="10"/>
                    <a:pt x="4" y="15"/>
                    <a:pt x="8" y="18"/>
                  </a:cubicBezTo>
                  <a:cubicBezTo>
                    <a:pt x="8" y="13"/>
                    <a:pt x="22" y="3"/>
                    <a:pt x="26" y="0"/>
                  </a:cubicBezTo>
                  <a:cubicBezTo>
                    <a:pt x="21" y="0"/>
                    <a:pt x="10" y="4"/>
                    <a:pt x="6" y="6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8">
              <a:extLst>
                <a:ext uri="{FF2B5EF4-FFF2-40B4-BE49-F238E27FC236}">
                  <a16:creationId xmlns:a16="http://schemas.microsoft.com/office/drawing/2014/main" id="{C3D436BD-61DC-4FBE-9597-5775E34BA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287"/>
              <a:ext cx="11" cy="12"/>
            </a:xfrm>
            <a:custGeom>
              <a:avLst/>
              <a:gdLst>
                <a:gd name="T0" fmla="*/ 0 w 5"/>
                <a:gd name="T1" fmla="*/ 12 h 5"/>
                <a:gd name="T2" fmla="*/ 53 w 5"/>
                <a:gd name="T3" fmla="*/ 70 h 5"/>
                <a:gd name="T4" fmla="*/ 5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2" y="3"/>
                    <a:pt x="3" y="4"/>
                    <a:pt x="5" y="5"/>
                  </a:cubicBezTo>
                  <a:cubicBezTo>
                    <a:pt x="5" y="4"/>
                    <a:pt x="5" y="2"/>
                    <a:pt x="5" y="0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9">
              <a:extLst>
                <a:ext uri="{FF2B5EF4-FFF2-40B4-BE49-F238E27FC236}">
                  <a16:creationId xmlns:a16="http://schemas.microsoft.com/office/drawing/2014/main" id="{BFC37D96-041F-47C9-AED8-88B45217F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118"/>
              <a:ext cx="12" cy="16"/>
            </a:xfrm>
            <a:custGeom>
              <a:avLst/>
              <a:gdLst>
                <a:gd name="T0" fmla="*/ 0 w 5"/>
                <a:gd name="T1" fmla="*/ 0 h 7"/>
                <a:gd name="T2" fmla="*/ 0 w 5"/>
                <a:gd name="T3" fmla="*/ 85 h 7"/>
                <a:gd name="T4" fmla="*/ 70 w 5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1" y="5"/>
                    <a:pt x="0" y="7"/>
                  </a:cubicBezTo>
                  <a:cubicBezTo>
                    <a:pt x="1" y="6"/>
                    <a:pt x="3" y="5"/>
                    <a:pt x="5" y="4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20">
              <a:extLst>
                <a:ext uri="{FF2B5EF4-FFF2-40B4-BE49-F238E27FC236}">
                  <a16:creationId xmlns:a16="http://schemas.microsoft.com/office/drawing/2014/main" id="{A5358920-822D-47CD-A251-DF85005C6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251"/>
              <a:ext cx="9" cy="14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77 h 6"/>
                <a:gd name="T4" fmla="*/ 45 w 4"/>
                <a:gd name="T5" fmla="*/ 4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6"/>
                    <a:pt x="3" y="5"/>
                    <a:pt x="4" y="4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21">
              <a:extLst>
                <a:ext uri="{FF2B5EF4-FFF2-40B4-BE49-F238E27FC236}">
                  <a16:creationId xmlns:a16="http://schemas.microsoft.com/office/drawing/2014/main" id="{EAFD1B78-4183-45C4-A67F-8EF5AD125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953"/>
              <a:ext cx="9" cy="12"/>
            </a:xfrm>
            <a:custGeom>
              <a:avLst/>
              <a:gdLst>
                <a:gd name="T0" fmla="*/ 0 w 4"/>
                <a:gd name="T1" fmla="*/ 58 h 5"/>
                <a:gd name="T2" fmla="*/ 36 w 4"/>
                <a:gd name="T3" fmla="*/ 70 h 5"/>
                <a:gd name="T4" fmla="*/ 25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5"/>
                    <a:pt x="2" y="5"/>
                    <a:pt x="3" y="5"/>
                  </a:cubicBezTo>
                  <a:cubicBezTo>
                    <a:pt x="4" y="4"/>
                    <a:pt x="3" y="2"/>
                    <a:pt x="2" y="0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22">
              <a:extLst>
                <a:ext uri="{FF2B5EF4-FFF2-40B4-BE49-F238E27FC236}">
                  <a16:creationId xmlns:a16="http://schemas.microsoft.com/office/drawing/2014/main" id="{36296D0C-49CE-41AD-829B-477005BEC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189"/>
              <a:ext cx="13" cy="10"/>
            </a:xfrm>
            <a:custGeom>
              <a:avLst/>
              <a:gdLst>
                <a:gd name="T0" fmla="*/ 9 w 6"/>
                <a:gd name="T1" fmla="*/ 0 h 4"/>
                <a:gd name="T2" fmla="*/ 0 w 6"/>
                <a:gd name="T3" fmla="*/ 63 h 4"/>
                <a:gd name="T4" fmla="*/ 61 w 6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1" y="2"/>
                    <a:pt x="2" y="3"/>
                    <a:pt x="0" y="4"/>
                  </a:cubicBezTo>
                  <a:cubicBezTo>
                    <a:pt x="2" y="4"/>
                    <a:pt x="5" y="4"/>
                    <a:pt x="6" y="4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23">
              <a:extLst>
                <a:ext uri="{FF2B5EF4-FFF2-40B4-BE49-F238E27FC236}">
                  <a16:creationId xmlns:a16="http://schemas.microsoft.com/office/drawing/2014/main" id="{EA4C199A-AF58-4759-BC6E-79496A8E4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784"/>
              <a:ext cx="14" cy="19"/>
            </a:xfrm>
            <a:custGeom>
              <a:avLst/>
              <a:gdLst>
                <a:gd name="T0" fmla="*/ 0 w 6"/>
                <a:gd name="T1" fmla="*/ 57 h 8"/>
                <a:gd name="T2" fmla="*/ 37 w 6"/>
                <a:gd name="T3" fmla="*/ 107 h 8"/>
                <a:gd name="T4" fmla="*/ 77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1" y="5"/>
                    <a:pt x="2" y="7"/>
                    <a:pt x="3" y="8"/>
                  </a:cubicBezTo>
                  <a:cubicBezTo>
                    <a:pt x="4" y="5"/>
                    <a:pt x="4" y="2"/>
                    <a:pt x="6" y="0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24">
              <a:extLst>
                <a:ext uri="{FF2B5EF4-FFF2-40B4-BE49-F238E27FC236}">
                  <a16:creationId xmlns:a16="http://schemas.microsoft.com/office/drawing/2014/main" id="{576A838B-57FC-4754-AA0B-89682017B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589"/>
              <a:ext cx="20" cy="48"/>
            </a:xfrm>
            <a:custGeom>
              <a:avLst/>
              <a:gdLst>
                <a:gd name="T0" fmla="*/ 0 w 9"/>
                <a:gd name="T1" fmla="*/ 168 h 20"/>
                <a:gd name="T2" fmla="*/ 98 w 9"/>
                <a:gd name="T3" fmla="*/ 276 h 20"/>
                <a:gd name="T4" fmla="*/ 20 w 9"/>
                <a:gd name="T5" fmla="*/ 1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0" y="12"/>
                  </a:moveTo>
                  <a:cubicBezTo>
                    <a:pt x="3" y="14"/>
                    <a:pt x="6" y="17"/>
                    <a:pt x="9" y="20"/>
                  </a:cubicBezTo>
                  <a:cubicBezTo>
                    <a:pt x="8" y="18"/>
                    <a:pt x="8" y="0"/>
                    <a:pt x="2" y="9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25">
              <a:extLst>
                <a:ext uri="{FF2B5EF4-FFF2-40B4-BE49-F238E27FC236}">
                  <a16:creationId xmlns:a16="http://schemas.microsoft.com/office/drawing/2014/main" id="{ECE48162-000D-4FC8-8C25-CE71A148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608"/>
              <a:ext cx="12" cy="10"/>
            </a:xfrm>
            <a:custGeom>
              <a:avLst/>
              <a:gdLst>
                <a:gd name="T0" fmla="*/ 0 w 5"/>
                <a:gd name="T1" fmla="*/ 0 h 4"/>
                <a:gd name="T2" fmla="*/ 29 w 5"/>
                <a:gd name="T3" fmla="*/ 63 h 4"/>
                <a:gd name="T4" fmla="*/ 70 w 5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2" y="3"/>
                    <a:pt x="2" y="4"/>
                  </a:cubicBezTo>
                  <a:cubicBezTo>
                    <a:pt x="3" y="3"/>
                    <a:pt x="5" y="3"/>
                    <a:pt x="5" y="2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26">
              <a:extLst>
                <a:ext uri="{FF2B5EF4-FFF2-40B4-BE49-F238E27FC236}">
                  <a16:creationId xmlns:a16="http://schemas.microsoft.com/office/drawing/2014/main" id="{26473CD0-52D2-4F84-85A2-782590D62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1392"/>
              <a:ext cx="11" cy="7"/>
            </a:xfrm>
            <a:custGeom>
              <a:avLst/>
              <a:gdLst>
                <a:gd name="T0" fmla="*/ 9 w 5"/>
                <a:gd name="T1" fmla="*/ 0 h 3"/>
                <a:gd name="T2" fmla="*/ 0 w 5"/>
                <a:gd name="T3" fmla="*/ 37 h 3"/>
                <a:gd name="T4" fmla="*/ 53 w 5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3" y="3"/>
                    <a:pt x="5" y="2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27">
              <a:extLst>
                <a:ext uri="{FF2B5EF4-FFF2-40B4-BE49-F238E27FC236}">
                  <a16:creationId xmlns:a16="http://schemas.microsoft.com/office/drawing/2014/main" id="{7E405A2B-D211-4C73-AA8E-B9EA35B08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049"/>
              <a:ext cx="9" cy="12"/>
            </a:xfrm>
            <a:custGeom>
              <a:avLst/>
              <a:gdLst>
                <a:gd name="T0" fmla="*/ 11 w 4"/>
                <a:gd name="T1" fmla="*/ 0 h 5"/>
                <a:gd name="T2" fmla="*/ 11 w 4"/>
                <a:gd name="T3" fmla="*/ 70 h 5"/>
                <a:gd name="T4" fmla="*/ 45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5"/>
                    <a:pt x="4" y="4"/>
                    <a:pt x="4" y="4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28">
              <a:extLst>
                <a:ext uri="{FF2B5EF4-FFF2-40B4-BE49-F238E27FC236}">
                  <a16:creationId xmlns:a16="http://schemas.microsoft.com/office/drawing/2014/main" id="{8A126E39-530E-4DE0-A71E-752DB731F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923"/>
              <a:ext cx="11" cy="14"/>
            </a:xfrm>
            <a:custGeom>
              <a:avLst/>
              <a:gdLst>
                <a:gd name="T0" fmla="*/ 20 w 5"/>
                <a:gd name="T1" fmla="*/ 0 h 6"/>
                <a:gd name="T2" fmla="*/ 0 w 5"/>
                <a:gd name="T3" fmla="*/ 77 h 6"/>
                <a:gd name="T4" fmla="*/ 53 w 5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2" y="3"/>
                    <a:pt x="1" y="5"/>
                    <a:pt x="0" y="6"/>
                  </a:cubicBezTo>
                  <a:cubicBezTo>
                    <a:pt x="2" y="5"/>
                    <a:pt x="4" y="5"/>
                    <a:pt x="5" y="6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29">
              <a:extLst>
                <a:ext uri="{FF2B5EF4-FFF2-40B4-BE49-F238E27FC236}">
                  <a16:creationId xmlns:a16="http://schemas.microsoft.com/office/drawing/2014/main" id="{97429132-1136-4F94-9376-3A9B5D657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106"/>
              <a:ext cx="12" cy="14"/>
            </a:xfrm>
            <a:custGeom>
              <a:avLst/>
              <a:gdLst>
                <a:gd name="T0" fmla="*/ 0 w 5"/>
                <a:gd name="T1" fmla="*/ 37 h 6"/>
                <a:gd name="T2" fmla="*/ 12 w 5"/>
                <a:gd name="T3" fmla="*/ 77 h 6"/>
                <a:gd name="T4" fmla="*/ 7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4"/>
                    <a:pt x="1" y="5"/>
                    <a:pt x="1" y="6"/>
                  </a:cubicBezTo>
                  <a:cubicBezTo>
                    <a:pt x="2" y="4"/>
                    <a:pt x="3" y="1"/>
                    <a:pt x="5" y="0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30">
              <a:extLst>
                <a:ext uri="{FF2B5EF4-FFF2-40B4-BE49-F238E27FC236}">
                  <a16:creationId xmlns:a16="http://schemas.microsoft.com/office/drawing/2014/main" id="{315133A2-1513-47AB-9DB4-2953D503F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3317"/>
              <a:ext cx="32" cy="24"/>
            </a:xfrm>
            <a:custGeom>
              <a:avLst/>
              <a:gdLst>
                <a:gd name="T0" fmla="*/ 0 w 14"/>
                <a:gd name="T1" fmla="*/ 82 h 10"/>
                <a:gd name="T2" fmla="*/ 110 w 14"/>
                <a:gd name="T3" fmla="*/ 110 h 10"/>
                <a:gd name="T4" fmla="*/ 167 w 14"/>
                <a:gd name="T5" fmla="*/ 139 h 10"/>
                <a:gd name="T6" fmla="*/ 142 w 14"/>
                <a:gd name="T7" fmla="*/ 70 h 10"/>
                <a:gd name="T8" fmla="*/ 142 w 1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0" y="6"/>
                  </a:moveTo>
                  <a:cubicBezTo>
                    <a:pt x="3" y="7"/>
                    <a:pt x="6" y="7"/>
                    <a:pt x="9" y="8"/>
                  </a:cubicBezTo>
                  <a:cubicBezTo>
                    <a:pt x="11" y="8"/>
                    <a:pt x="12" y="10"/>
                    <a:pt x="14" y="10"/>
                  </a:cubicBezTo>
                  <a:cubicBezTo>
                    <a:pt x="14" y="8"/>
                    <a:pt x="13" y="7"/>
                    <a:pt x="12" y="5"/>
                  </a:cubicBezTo>
                  <a:cubicBezTo>
                    <a:pt x="12" y="3"/>
                    <a:pt x="12" y="1"/>
                    <a:pt x="12" y="0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31">
              <a:extLst>
                <a:ext uri="{FF2B5EF4-FFF2-40B4-BE49-F238E27FC236}">
                  <a16:creationId xmlns:a16="http://schemas.microsoft.com/office/drawing/2014/main" id="{8661B7E3-7094-4810-89DE-554BEBF58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763"/>
              <a:ext cx="23" cy="26"/>
            </a:xfrm>
            <a:custGeom>
              <a:avLst/>
              <a:gdLst>
                <a:gd name="T0" fmla="*/ 64 w 10"/>
                <a:gd name="T1" fmla="*/ 0 h 11"/>
                <a:gd name="T2" fmla="*/ 28 w 10"/>
                <a:gd name="T3" fmla="*/ 118 h 11"/>
                <a:gd name="T4" fmla="*/ 122 w 10"/>
                <a:gd name="T5" fmla="*/ 13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5" y="0"/>
                  </a:moveTo>
                  <a:cubicBezTo>
                    <a:pt x="4" y="2"/>
                    <a:pt x="0" y="8"/>
                    <a:pt x="2" y="9"/>
                  </a:cubicBezTo>
                  <a:cubicBezTo>
                    <a:pt x="3" y="11"/>
                    <a:pt x="8" y="9"/>
                    <a:pt x="10" y="10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32">
              <a:extLst>
                <a:ext uri="{FF2B5EF4-FFF2-40B4-BE49-F238E27FC236}">
                  <a16:creationId xmlns:a16="http://schemas.microsoft.com/office/drawing/2014/main" id="{19E2AC79-CA23-49E0-AFAC-C4AE92369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403"/>
              <a:ext cx="154" cy="726"/>
            </a:xfrm>
            <a:custGeom>
              <a:avLst/>
              <a:gdLst>
                <a:gd name="T0" fmla="*/ 732 w 69"/>
                <a:gd name="T1" fmla="*/ 0 h 305"/>
                <a:gd name="T2" fmla="*/ 324 w 69"/>
                <a:gd name="T3" fmla="*/ 2266 h 305"/>
                <a:gd name="T4" fmla="*/ 0 w 69"/>
                <a:gd name="T5" fmla="*/ 3842 h 305"/>
                <a:gd name="T6" fmla="*/ 223 w 69"/>
                <a:gd name="T7" fmla="*/ 4113 h 305"/>
                <a:gd name="T8" fmla="*/ 154 w 69"/>
                <a:gd name="T9" fmla="*/ 3399 h 305"/>
                <a:gd name="T10" fmla="*/ 732 w 69"/>
                <a:gd name="T11" fmla="*/ 0 h 3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05">
                  <a:moveTo>
                    <a:pt x="66" y="0"/>
                  </a:moveTo>
                  <a:cubicBezTo>
                    <a:pt x="65" y="28"/>
                    <a:pt x="48" y="105"/>
                    <a:pt x="29" y="168"/>
                  </a:cubicBezTo>
                  <a:cubicBezTo>
                    <a:pt x="10" y="230"/>
                    <a:pt x="0" y="272"/>
                    <a:pt x="0" y="285"/>
                  </a:cubicBezTo>
                  <a:cubicBezTo>
                    <a:pt x="0" y="299"/>
                    <a:pt x="12" y="301"/>
                    <a:pt x="20" y="305"/>
                  </a:cubicBezTo>
                  <a:cubicBezTo>
                    <a:pt x="9" y="293"/>
                    <a:pt x="9" y="272"/>
                    <a:pt x="14" y="252"/>
                  </a:cubicBezTo>
                  <a:cubicBezTo>
                    <a:pt x="20" y="227"/>
                    <a:pt x="69" y="50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33">
              <a:extLst>
                <a:ext uri="{FF2B5EF4-FFF2-40B4-BE49-F238E27FC236}">
                  <a16:creationId xmlns:a16="http://schemas.microsoft.com/office/drawing/2014/main" id="{45DD5D2C-FF4B-4B1D-87B7-617A0DCDE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3148"/>
              <a:ext cx="71" cy="96"/>
            </a:xfrm>
            <a:custGeom>
              <a:avLst/>
              <a:gdLst>
                <a:gd name="T0" fmla="*/ 64 w 32"/>
                <a:gd name="T1" fmla="*/ 0 h 40"/>
                <a:gd name="T2" fmla="*/ 64 w 32"/>
                <a:gd name="T3" fmla="*/ 456 h 40"/>
                <a:gd name="T4" fmla="*/ 351 w 32"/>
                <a:gd name="T5" fmla="*/ 473 h 40"/>
                <a:gd name="T6" fmla="*/ 109 w 32"/>
                <a:gd name="T7" fmla="*/ 8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0">
                  <a:moveTo>
                    <a:pt x="6" y="0"/>
                  </a:moveTo>
                  <a:cubicBezTo>
                    <a:pt x="9" y="9"/>
                    <a:pt x="0" y="25"/>
                    <a:pt x="6" y="33"/>
                  </a:cubicBezTo>
                  <a:cubicBezTo>
                    <a:pt x="9" y="38"/>
                    <a:pt x="26" y="35"/>
                    <a:pt x="32" y="34"/>
                  </a:cubicBezTo>
                  <a:cubicBezTo>
                    <a:pt x="17" y="40"/>
                    <a:pt x="9" y="16"/>
                    <a:pt x="1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34">
              <a:extLst>
                <a:ext uri="{FF2B5EF4-FFF2-40B4-BE49-F238E27FC236}">
                  <a16:creationId xmlns:a16="http://schemas.microsoft.com/office/drawing/2014/main" id="{408E4048-5885-4B9A-B5B1-E6696DBCA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134"/>
              <a:ext cx="47" cy="45"/>
            </a:xfrm>
            <a:custGeom>
              <a:avLst/>
              <a:gdLst>
                <a:gd name="T0" fmla="*/ 45 w 21"/>
                <a:gd name="T1" fmla="*/ 253 h 19"/>
                <a:gd name="T2" fmla="*/ 235 w 21"/>
                <a:gd name="T3" fmla="*/ 135 h 19"/>
                <a:gd name="T4" fmla="*/ 9 w 21"/>
                <a:gd name="T5" fmla="*/ 0 h 19"/>
                <a:gd name="T6" fmla="*/ 9 w 21"/>
                <a:gd name="T7" fmla="*/ 11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4" y="19"/>
                  </a:moveTo>
                  <a:cubicBezTo>
                    <a:pt x="7" y="7"/>
                    <a:pt x="12" y="14"/>
                    <a:pt x="21" y="10"/>
                  </a:cubicBezTo>
                  <a:cubicBezTo>
                    <a:pt x="16" y="12"/>
                    <a:pt x="6" y="3"/>
                    <a:pt x="1" y="0"/>
                  </a:cubicBezTo>
                  <a:cubicBezTo>
                    <a:pt x="0" y="3"/>
                    <a:pt x="0" y="6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35">
              <a:extLst>
                <a:ext uri="{FF2B5EF4-FFF2-40B4-BE49-F238E27FC236}">
                  <a16:creationId xmlns:a16="http://schemas.microsoft.com/office/drawing/2014/main" id="{5A78F534-7902-46BC-8137-5B6396077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608"/>
              <a:ext cx="169" cy="467"/>
            </a:xfrm>
            <a:custGeom>
              <a:avLst/>
              <a:gdLst>
                <a:gd name="T0" fmla="*/ 142 w 76"/>
                <a:gd name="T1" fmla="*/ 801 h 196"/>
                <a:gd name="T2" fmla="*/ 405 w 76"/>
                <a:gd name="T3" fmla="*/ 2202 h 196"/>
                <a:gd name="T4" fmla="*/ 529 w 76"/>
                <a:gd name="T5" fmla="*/ 2652 h 196"/>
                <a:gd name="T6" fmla="*/ 836 w 76"/>
                <a:gd name="T7" fmla="*/ 2640 h 196"/>
                <a:gd name="T8" fmla="*/ 549 w 76"/>
                <a:gd name="T9" fmla="*/ 2230 h 196"/>
                <a:gd name="T10" fmla="*/ 218 w 76"/>
                <a:gd name="T11" fmla="*/ 920 h 196"/>
                <a:gd name="T12" fmla="*/ 0 w 76"/>
                <a:gd name="T13" fmla="*/ 0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96">
                  <a:moveTo>
                    <a:pt x="13" y="59"/>
                  </a:moveTo>
                  <a:cubicBezTo>
                    <a:pt x="17" y="81"/>
                    <a:pt x="30" y="143"/>
                    <a:pt x="37" y="163"/>
                  </a:cubicBezTo>
                  <a:cubicBezTo>
                    <a:pt x="44" y="183"/>
                    <a:pt x="48" y="196"/>
                    <a:pt x="48" y="196"/>
                  </a:cubicBezTo>
                  <a:cubicBezTo>
                    <a:pt x="76" y="195"/>
                    <a:pt x="76" y="195"/>
                    <a:pt x="76" y="195"/>
                  </a:cubicBezTo>
                  <a:cubicBezTo>
                    <a:pt x="62" y="191"/>
                    <a:pt x="58" y="185"/>
                    <a:pt x="50" y="165"/>
                  </a:cubicBezTo>
                  <a:cubicBezTo>
                    <a:pt x="42" y="146"/>
                    <a:pt x="25" y="87"/>
                    <a:pt x="20" y="68"/>
                  </a:cubicBezTo>
                  <a:cubicBezTo>
                    <a:pt x="14" y="49"/>
                    <a:pt x="3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36">
              <a:extLst>
                <a:ext uri="{FF2B5EF4-FFF2-40B4-BE49-F238E27FC236}">
                  <a16:creationId xmlns:a16="http://schemas.microsoft.com/office/drawing/2014/main" id="{E6012655-D33B-4545-96E9-2B0EAD165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975"/>
              <a:ext cx="216" cy="252"/>
            </a:xfrm>
            <a:custGeom>
              <a:avLst/>
              <a:gdLst>
                <a:gd name="T0" fmla="*/ 20 w 97"/>
                <a:gd name="T1" fmla="*/ 164 h 106"/>
                <a:gd name="T2" fmla="*/ 234 w 97"/>
                <a:gd name="T3" fmla="*/ 418 h 106"/>
                <a:gd name="T4" fmla="*/ 1071 w 97"/>
                <a:gd name="T5" fmla="*/ 1424 h 106"/>
                <a:gd name="T6" fmla="*/ 363 w 97"/>
                <a:gd name="T7" fmla="*/ 468 h 106"/>
                <a:gd name="T8" fmla="*/ 134 w 97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06">
                  <a:moveTo>
                    <a:pt x="2" y="12"/>
                  </a:moveTo>
                  <a:cubicBezTo>
                    <a:pt x="0" y="16"/>
                    <a:pt x="3" y="19"/>
                    <a:pt x="21" y="31"/>
                  </a:cubicBezTo>
                  <a:cubicBezTo>
                    <a:pt x="39" y="44"/>
                    <a:pt x="85" y="87"/>
                    <a:pt x="97" y="106"/>
                  </a:cubicBezTo>
                  <a:cubicBezTo>
                    <a:pt x="84" y="81"/>
                    <a:pt x="42" y="40"/>
                    <a:pt x="33" y="35"/>
                  </a:cubicBezTo>
                  <a:cubicBezTo>
                    <a:pt x="25" y="29"/>
                    <a:pt x="3" y="1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37">
              <a:extLst>
                <a:ext uri="{FF2B5EF4-FFF2-40B4-BE49-F238E27FC236}">
                  <a16:creationId xmlns:a16="http://schemas.microsoft.com/office/drawing/2014/main" id="{545AEB9A-09C1-4940-A84B-B0874FC22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780"/>
              <a:ext cx="406" cy="183"/>
            </a:xfrm>
            <a:custGeom>
              <a:avLst/>
              <a:gdLst>
                <a:gd name="T0" fmla="*/ 0 w 182"/>
                <a:gd name="T1" fmla="*/ 0 h 77"/>
                <a:gd name="T2" fmla="*/ 2021 w 182"/>
                <a:gd name="T3" fmla="*/ 1034 h 77"/>
                <a:gd name="T4" fmla="*/ 0 w 182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2" h="77">
                  <a:moveTo>
                    <a:pt x="0" y="0"/>
                  </a:moveTo>
                  <a:cubicBezTo>
                    <a:pt x="23" y="3"/>
                    <a:pt x="122" y="35"/>
                    <a:pt x="182" y="77"/>
                  </a:cubicBezTo>
                  <a:cubicBezTo>
                    <a:pt x="133" y="40"/>
                    <a:pt x="67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38">
              <a:extLst>
                <a:ext uri="{FF2B5EF4-FFF2-40B4-BE49-F238E27FC236}">
                  <a16:creationId xmlns:a16="http://schemas.microsoft.com/office/drawing/2014/main" id="{191C348A-C998-4C24-9613-B7F0F658D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201"/>
              <a:ext cx="76" cy="157"/>
            </a:xfrm>
            <a:custGeom>
              <a:avLst/>
              <a:gdLst>
                <a:gd name="T0" fmla="*/ 0 w 34"/>
                <a:gd name="T1" fmla="*/ 0 h 66"/>
                <a:gd name="T2" fmla="*/ 380 w 34"/>
                <a:gd name="T3" fmla="*/ 887 h 66"/>
                <a:gd name="T4" fmla="*/ 0 w 34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66">
                  <a:moveTo>
                    <a:pt x="0" y="0"/>
                  </a:moveTo>
                  <a:cubicBezTo>
                    <a:pt x="12" y="13"/>
                    <a:pt x="32" y="42"/>
                    <a:pt x="34" y="66"/>
                  </a:cubicBezTo>
                  <a:cubicBezTo>
                    <a:pt x="33" y="41"/>
                    <a:pt x="22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39">
              <a:extLst>
                <a:ext uri="{FF2B5EF4-FFF2-40B4-BE49-F238E27FC236}">
                  <a16:creationId xmlns:a16="http://schemas.microsoft.com/office/drawing/2014/main" id="{609C25AD-F425-478E-BB3D-0C740060C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237"/>
              <a:ext cx="132" cy="242"/>
            </a:xfrm>
            <a:custGeom>
              <a:avLst/>
              <a:gdLst>
                <a:gd name="T0" fmla="*/ 0 w 59"/>
                <a:gd name="T1" fmla="*/ 0 h 102"/>
                <a:gd name="T2" fmla="*/ 550 w 59"/>
                <a:gd name="T3" fmla="*/ 1362 h 102"/>
                <a:gd name="T4" fmla="*/ 315 w 59"/>
                <a:gd name="T5" fmla="*/ 28 h 102"/>
                <a:gd name="T6" fmla="*/ 291 w 59"/>
                <a:gd name="T7" fmla="*/ 214 h 102"/>
                <a:gd name="T8" fmla="*/ 0 w 59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02">
                  <a:moveTo>
                    <a:pt x="0" y="0"/>
                  </a:moveTo>
                  <a:cubicBezTo>
                    <a:pt x="19" y="15"/>
                    <a:pt x="48" y="65"/>
                    <a:pt x="49" y="102"/>
                  </a:cubicBezTo>
                  <a:cubicBezTo>
                    <a:pt x="51" y="68"/>
                    <a:pt x="59" y="50"/>
                    <a:pt x="28" y="2"/>
                  </a:cubicBezTo>
                  <a:cubicBezTo>
                    <a:pt x="33" y="17"/>
                    <a:pt x="30" y="14"/>
                    <a:pt x="26" y="16"/>
                  </a:cubicBezTo>
                  <a:cubicBezTo>
                    <a:pt x="22" y="1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5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40">
              <a:extLst>
                <a:ext uri="{FF2B5EF4-FFF2-40B4-BE49-F238E27FC236}">
                  <a16:creationId xmlns:a16="http://schemas.microsoft.com/office/drawing/2014/main" id="{50378CB3-E567-4A9C-A8C2-C4806C6C0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794"/>
              <a:ext cx="2239" cy="3088"/>
            </a:xfrm>
            <a:custGeom>
              <a:avLst/>
              <a:gdLst>
                <a:gd name="T0" fmla="*/ 10789 w 1003"/>
                <a:gd name="T1" fmla="*/ 16449 h 1297"/>
                <a:gd name="T2" fmla="*/ 7409 w 1003"/>
                <a:gd name="T3" fmla="*/ 13457 h 1297"/>
                <a:gd name="T4" fmla="*/ 6742 w 1003"/>
                <a:gd name="T5" fmla="*/ 8033 h 1297"/>
                <a:gd name="T6" fmla="*/ 2047 w 1003"/>
                <a:gd name="T7" fmla="*/ 5197 h 1297"/>
                <a:gd name="T8" fmla="*/ 65 w 1003"/>
                <a:gd name="T9" fmla="*/ 0 h 1297"/>
                <a:gd name="T10" fmla="*/ 20 w 1003"/>
                <a:gd name="T11" fmla="*/ 402 h 1297"/>
                <a:gd name="T12" fmla="*/ 36 w 1003"/>
                <a:gd name="T13" fmla="*/ 1321 h 1297"/>
                <a:gd name="T14" fmla="*/ 469 w 1003"/>
                <a:gd name="T15" fmla="*/ 3440 h 1297"/>
                <a:gd name="T16" fmla="*/ 542 w 1003"/>
                <a:gd name="T17" fmla="*/ 3674 h 1297"/>
                <a:gd name="T18" fmla="*/ 567 w 1003"/>
                <a:gd name="T19" fmla="*/ 3740 h 1297"/>
                <a:gd name="T20" fmla="*/ 587 w 1003"/>
                <a:gd name="T21" fmla="*/ 3764 h 1297"/>
                <a:gd name="T22" fmla="*/ 1002 w 1003"/>
                <a:gd name="T23" fmla="*/ 4602 h 1297"/>
                <a:gd name="T24" fmla="*/ 1036 w 1003"/>
                <a:gd name="T25" fmla="*/ 4671 h 1297"/>
                <a:gd name="T26" fmla="*/ 1080 w 1003"/>
                <a:gd name="T27" fmla="*/ 4712 h 1297"/>
                <a:gd name="T28" fmla="*/ 1978 w 1003"/>
                <a:gd name="T29" fmla="*/ 5669 h 1297"/>
                <a:gd name="T30" fmla="*/ 2047 w 1003"/>
                <a:gd name="T31" fmla="*/ 5736 h 1297"/>
                <a:gd name="T32" fmla="*/ 2112 w 1003"/>
                <a:gd name="T33" fmla="*/ 5764 h 1297"/>
                <a:gd name="T34" fmla="*/ 2237 w 1003"/>
                <a:gd name="T35" fmla="*/ 5845 h 1297"/>
                <a:gd name="T36" fmla="*/ 3150 w 1003"/>
                <a:gd name="T37" fmla="*/ 6178 h 1297"/>
                <a:gd name="T38" fmla="*/ 3793 w 1003"/>
                <a:gd name="T39" fmla="*/ 6569 h 1297"/>
                <a:gd name="T40" fmla="*/ 3846 w 1003"/>
                <a:gd name="T41" fmla="*/ 6569 h 1297"/>
                <a:gd name="T42" fmla="*/ 3882 w 1003"/>
                <a:gd name="T43" fmla="*/ 6614 h 1297"/>
                <a:gd name="T44" fmla="*/ 4594 w 1003"/>
                <a:gd name="T45" fmla="*/ 6978 h 1297"/>
                <a:gd name="T46" fmla="*/ 4703 w 1003"/>
                <a:gd name="T47" fmla="*/ 7028 h 1297"/>
                <a:gd name="T48" fmla="*/ 4759 w 1003"/>
                <a:gd name="T49" fmla="*/ 7085 h 1297"/>
                <a:gd name="T50" fmla="*/ 5228 w 1003"/>
                <a:gd name="T51" fmla="*/ 7488 h 1297"/>
                <a:gd name="T52" fmla="*/ 5273 w 1003"/>
                <a:gd name="T53" fmla="*/ 7557 h 1297"/>
                <a:gd name="T54" fmla="*/ 5317 w 1003"/>
                <a:gd name="T55" fmla="*/ 7585 h 1297"/>
                <a:gd name="T56" fmla="*/ 5815 w 1003"/>
                <a:gd name="T57" fmla="*/ 8328 h 1297"/>
                <a:gd name="T58" fmla="*/ 5985 w 1003"/>
                <a:gd name="T59" fmla="*/ 8854 h 1297"/>
                <a:gd name="T60" fmla="*/ 5985 w 1003"/>
                <a:gd name="T61" fmla="*/ 8950 h 1297"/>
                <a:gd name="T62" fmla="*/ 5994 w 1003"/>
                <a:gd name="T63" fmla="*/ 9043 h 1297"/>
                <a:gd name="T64" fmla="*/ 6005 w 1003"/>
                <a:gd name="T65" fmla="*/ 9216 h 1297"/>
                <a:gd name="T66" fmla="*/ 5686 w 1003"/>
                <a:gd name="T67" fmla="*/ 11173 h 1297"/>
                <a:gd name="T68" fmla="*/ 5297 w 1003"/>
                <a:gd name="T69" fmla="*/ 13252 h 1297"/>
                <a:gd name="T70" fmla="*/ 5273 w 1003"/>
                <a:gd name="T71" fmla="*/ 13371 h 1297"/>
                <a:gd name="T72" fmla="*/ 5273 w 1003"/>
                <a:gd name="T73" fmla="*/ 13509 h 1297"/>
                <a:gd name="T74" fmla="*/ 5262 w 1003"/>
                <a:gd name="T75" fmla="*/ 13847 h 1297"/>
                <a:gd name="T76" fmla="*/ 5253 w 1003"/>
                <a:gd name="T77" fmla="*/ 13876 h 1297"/>
                <a:gd name="T78" fmla="*/ 5253 w 1003"/>
                <a:gd name="T79" fmla="*/ 13876 h 1297"/>
                <a:gd name="T80" fmla="*/ 7474 w 1003"/>
                <a:gd name="T81" fmla="*/ 16695 h 1297"/>
                <a:gd name="T82" fmla="*/ 7565 w 1003"/>
                <a:gd name="T83" fmla="*/ 16749 h 1297"/>
                <a:gd name="T84" fmla="*/ 7675 w 1003"/>
                <a:gd name="T85" fmla="*/ 16773 h 1297"/>
                <a:gd name="T86" fmla="*/ 9369 w 1003"/>
                <a:gd name="T87" fmla="*/ 16966 h 1297"/>
                <a:gd name="T88" fmla="*/ 11157 w 1003"/>
                <a:gd name="T89" fmla="*/ 16252 h 1297"/>
                <a:gd name="T90" fmla="*/ 10789 w 1003"/>
                <a:gd name="T91" fmla="*/ 16449 h 12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003" h="1297">
                  <a:moveTo>
                    <a:pt x="970" y="1219"/>
                  </a:moveTo>
                  <a:cubicBezTo>
                    <a:pt x="828" y="1297"/>
                    <a:pt x="658" y="1111"/>
                    <a:pt x="666" y="997"/>
                  </a:cubicBezTo>
                  <a:cubicBezTo>
                    <a:pt x="674" y="883"/>
                    <a:pt x="668" y="709"/>
                    <a:pt x="606" y="595"/>
                  </a:cubicBezTo>
                  <a:cubicBezTo>
                    <a:pt x="544" y="481"/>
                    <a:pt x="322" y="447"/>
                    <a:pt x="184" y="385"/>
                  </a:cubicBezTo>
                  <a:cubicBezTo>
                    <a:pt x="51" y="326"/>
                    <a:pt x="7" y="77"/>
                    <a:pt x="6" y="0"/>
                  </a:cubicBezTo>
                  <a:cubicBezTo>
                    <a:pt x="4" y="9"/>
                    <a:pt x="3" y="19"/>
                    <a:pt x="2" y="30"/>
                  </a:cubicBezTo>
                  <a:cubicBezTo>
                    <a:pt x="0" y="60"/>
                    <a:pt x="2" y="83"/>
                    <a:pt x="3" y="98"/>
                  </a:cubicBezTo>
                  <a:cubicBezTo>
                    <a:pt x="7" y="142"/>
                    <a:pt x="17" y="196"/>
                    <a:pt x="42" y="255"/>
                  </a:cubicBezTo>
                  <a:cubicBezTo>
                    <a:pt x="44" y="261"/>
                    <a:pt x="47" y="266"/>
                    <a:pt x="49" y="272"/>
                  </a:cubicBezTo>
                  <a:cubicBezTo>
                    <a:pt x="50" y="273"/>
                    <a:pt x="50" y="275"/>
                    <a:pt x="51" y="277"/>
                  </a:cubicBezTo>
                  <a:cubicBezTo>
                    <a:pt x="51" y="278"/>
                    <a:pt x="52" y="278"/>
                    <a:pt x="53" y="279"/>
                  </a:cubicBezTo>
                  <a:cubicBezTo>
                    <a:pt x="64" y="303"/>
                    <a:pt x="77" y="323"/>
                    <a:pt x="90" y="341"/>
                  </a:cubicBezTo>
                  <a:cubicBezTo>
                    <a:pt x="91" y="342"/>
                    <a:pt x="92" y="345"/>
                    <a:pt x="93" y="346"/>
                  </a:cubicBezTo>
                  <a:cubicBezTo>
                    <a:pt x="94" y="347"/>
                    <a:pt x="96" y="348"/>
                    <a:pt x="97" y="349"/>
                  </a:cubicBezTo>
                  <a:cubicBezTo>
                    <a:pt x="122" y="380"/>
                    <a:pt x="149" y="402"/>
                    <a:pt x="178" y="420"/>
                  </a:cubicBezTo>
                  <a:cubicBezTo>
                    <a:pt x="180" y="421"/>
                    <a:pt x="181" y="423"/>
                    <a:pt x="184" y="425"/>
                  </a:cubicBezTo>
                  <a:cubicBezTo>
                    <a:pt x="185" y="425"/>
                    <a:pt x="188" y="426"/>
                    <a:pt x="190" y="427"/>
                  </a:cubicBezTo>
                  <a:cubicBezTo>
                    <a:pt x="193" y="429"/>
                    <a:pt x="197" y="431"/>
                    <a:pt x="201" y="433"/>
                  </a:cubicBezTo>
                  <a:cubicBezTo>
                    <a:pt x="234" y="450"/>
                    <a:pt x="261" y="450"/>
                    <a:pt x="283" y="458"/>
                  </a:cubicBezTo>
                  <a:cubicBezTo>
                    <a:pt x="305" y="466"/>
                    <a:pt x="330" y="483"/>
                    <a:pt x="341" y="487"/>
                  </a:cubicBezTo>
                  <a:cubicBezTo>
                    <a:pt x="343" y="488"/>
                    <a:pt x="344" y="486"/>
                    <a:pt x="346" y="487"/>
                  </a:cubicBezTo>
                  <a:cubicBezTo>
                    <a:pt x="347" y="487"/>
                    <a:pt x="348" y="490"/>
                    <a:pt x="349" y="490"/>
                  </a:cubicBezTo>
                  <a:cubicBezTo>
                    <a:pt x="371" y="497"/>
                    <a:pt x="393" y="506"/>
                    <a:pt x="413" y="517"/>
                  </a:cubicBezTo>
                  <a:cubicBezTo>
                    <a:pt x="416" y="518"/>
                    <a:pt x="420" y="519"/>
                    <a:pt x="423" y="521"/>
                  </a:cubicBezTo>
                  <a:cubicBezTo>
                    <a:pt x="425" y="522"/>
                    <a:pt x="427" y="524"/>
                    <a:pt x="428" y="525"/>
                  </a:cubicBezTo>
                  <a:cubicBezTo>
                    <a:pt x="443" y="534"/>
                    <a:pt x="457" y="544"/>
                    <a:pt x="470" y="555"/>
                  </a:cubicBezTo>
                  <a:cubicBezTo>
                    <a:pt x="472" y="556"/>
                    <a:pt x="473" y="559"/>
                    <a:pt x="474" y="560"/>
                  </a:cubicBezTo>
                  <a:cubicBezTo>
                    <a:pt x="475" y="561"/>
                    <a:pt x="477" y="561"/>
                    <a:pt x="478" y="562"/>
                  </a:cubicBezTo>
                  <a:cubicBezTo>
                    <a:pt x="495" y="577"/>
                    <a:pt x="510" y="595"/>
                    <a:pt x="523" y="617"/>
                  </a:cubicBezTo>
                  <a:cubicBezTo>
                    <a:pt x="531" y="629"/>
                    <a:pt x="535" y="642"/>
                    <a:pt x="538" y="656"/>
                  </a:cubicBezTo>
                  <a:cubicBezTo>
                    <a:pt x="538" y="659"/>
                    <a:pt x="537" y="660"/>
                    <a:pt x="538" y="663"/>
                  </a:cubicBezTo>
                  <a:cubicBezTo>
                    <a:pt x="538" y="665"/>
                    <a:pt x="539" y="668"/>
                    <a:pt x="539" y="670"/>
                  </a:cubicBezTo>
                  <a:cubicBezTo>
                    <a:pt x="540" y="674"/>
                    <a:pt x="540" y="678"/>
                    <a:pt x="540" y="683"/>
                  </a:cubicBezTo>
                  <a:cubicBezTo>
                    <a:pt x="540" y="725"/>
                    <a:pt x="526" y="774"/>
                    <a:pt x="511" y="828"/>
                  </a:cubicBezTo>
                  <a:cubicBezTo>
                    <a:pt x="498" y="876"/>
                    <a:pt x="483" y="928"/>
                    <a:pt x="476" y="982"/>
                  </a:cubicBezTo>
                  <a:cubicBezTo>
                    <a:pt x="476" y="985"/>
                    <a:pt x="475" y="988"/>
                    <a:pt x="474" y="991"/>
                  </a:cubicBezTo>
                  <a:cubicBezTo>
                    <a:pt x="474" y="994"/>
                    <a:pt x="475" y="998"/>
                    <a:pt x="474" y="1001"/>
                  </a:cubicBezTo>
                  <a:cubicBezTo>
                    <a:pt x="474" y="1009"/>
                    <a:pt x="473" y="1018"/>
                    <a:pt x="473" y="1026"/>
                  </a:cubicBezTo>
                  <a:cubicBezTo>
                    <a:pt x="473" y="1027"/>
                    <a:pt x="473" y="1027"/>
                    <a:pt x="472" y="1028"/>
                  </a:cubicBezTo>
                  <a:cubicBezTo>
                    <a:pt x="472" y="1028"/>
                    <a:pt x="472" y="1028"/>
                    <a:pt x="472" y="1028"/>
                  </a:cubicBezTo>
                  <a:cubicBezTo>
                    <a:pt x="493" y="1124"/>
                    <a:pt x="570" y="1201"/>
                    <a:pt x="672" y="1237"/>
                  </a:cubicBezTo>
                  <a:cubicBezTo>
                    <a:pt x="675" y="1238"/>
                    <a:pt x="677" y="1240"/>
                    <a:pt x="680" y="1241"/>
                  </a:cubicBezTo>
                  <a:cubicBezTo>
                    <a:pt x="683" y="1242"/>
                    <a:pt x="687" y="1242"/>
                    <a:pt x="690" y="1243"/>
                  </a:cubicBezTo>
                  <a:cubicBezTo>
                    <a:pt x="737" y="1257"/>
                    <a:pt x="789" y="1263"/>
                    <a:pt x="842" y="1257"/>
                  </a:cubicBezTo>
                  <a:cubicBezTo>
                    <a:pt x="901" y="1252"/>
                    <a:pt x="956" y="1233"/>
                    <a:pt x="1003" y="1204"/>
                  </a:cubicBezTo>
                  <a:cubicBezTo>
                    <a:pt x="994" y="1207"/>
                    <a:pt x="983" y="1212"/>
                    <a:pt x="970" y="1219"/>
                  </a:cubicBezTo>
                  <a:close/>
                </a:path>
              </a:pathLst>
            </a:custGeom>
            <a:solidFill>
              <a:srgbClr val="DC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41">
              <a:extLst>
                <a:ext uri="{FF2B5EF4-FFF2-40B4-BE49-F238E27FC236}">
                  <a16:creationId xmlns:a16="http://schemas.microsoft.com/office/drawing/2014/main" id="{7A74F52D-E9A9-4EC2-B617-F524336EC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725"/>
              <a:ext cx="1154" cy="1997"/>
            </a:xfrm>
            <a:custGeom>
              <a:avLst/>
              <a:gdLst>
                <a:gd name="T0" fmla="*/ 3737 w 517"/>
                <a:gd name="T1" fmla="*/ 8562 h 839"/>
                <a:gd name="T2" fmla="*/ 3728 w 517"/>
                <a:gd name="T3" fmla="*/ 8588 h 839"/>
                <a:gd name="T4" fmla="*/ 3728 w 517"/>
                <a:gd name="T5" fmla="*/ 8588 h 839"/>
                <a:gd name="T6" fmla="*/ 5750 w 517"/>
                <a:gd name="T7" fmla="*/ 11313 h 839"/>
                <a:gd name="T8" fmla="*/ 5460 w 517"/>
                <a:gd name="T9" fmla="*/ 11087 h 839"/>
                <a:gd name="T10" fmla="*/ 4902 w 517"/>
                <a:gd name="T11" fmla="*/ 4777 h 839"/>
                <a:gd name="T12" fmla="*/ 2859 w 517"/>
                <a:gd name="T13" fmla="*/ 1297 h 839"/>
                <a:gd name="T14" fmla="*/ 0 w 517"/>
                <a:gd name="T15" fmla="*/ 0 h 839"/>
                <a:gd name="T16" fmla="*/ 458 w 517"/>
                <a:gd name="T17" fmla="*/ 390 h 839"/>
                <a:gd name="T18" fmla="*/ 522 w 517"/>
                <a:gd name="T19" fmla="*/ 459 h 839"/>
                <a:gd name="T20" fmla="*/ 587 w 517"/>
                <a:gd name="T21" fmla="*/ 488 h 839"/>
                <a:gd name="T22" fmla="*/ 712 w 517"/>
                <a:gd name="T23" fmla="*/ 566 h 839"/>
                <a:gd name="T24" fmla="*/ 1625 w 517"/>
                <a:gd name="T25" fmla="*/ 900 h 839"/>
                <a:gd name="T26" fmla="*/ 2268 w 517"/>
                <a:gd name="T27" fmla="*/ 1297 h 839"/>
                <a:gd name="T28" fmla="*/ 2326 w 517"/>
                <a:gd name="T29" fmla="*/ 1297 h 839"/>
                <a:gd name="T30" fmla="*/ 2357 w 517"/>
                <a:gd name="T31" fmla="*/ 1338 h 839"/>
                <a:gd name="T32" fmla="*/ 3069 w 517"/>
                <a:gd name="T33" fmla="*/ 1699 h 839"/>
                <a:gd name="T34" fmla="*/ 3179 w 517"/>
                <a:gd name="T35" fmla="*/ 1749 h 839"/>
                <a:gd name="T36" fmla="*/ 3239 w 517"/>
                <a:gd name="T37" fmla="*/ 1807 h 839"/>
                <a:gd name="T38" fmla="*/ 3701 w 517"/>
                <a:gd name="T39" fmla="*/ 2209 h 839"/>
                <a:gd name="T40" fmla="*/ 3748 w 517"/>
                <a:gd name="T41" fmla="*/ 2278 h 839"/>
                <a:gd name="T42" fmla="*/ 3792 w 517"/>
                <a:gd name="T43" fmla="*/ 2306 h 839"/>
                <a:gd name="T44" fmla="*/ 4295 w 517"/>
                <a:gd name="T45" fmla="*/ 3049 h 839"/>
                <a:gd name="T46" fmla="*/ 4460 w 517"/>
                <a:gd name="T47" fmla="*/ 3575 h 839"/>
                <a:gd name="T48" fmla="*/ 4460 w 517"/>
                <a:gd name="T49" fmla="*/ 3666 h 839"/>
                <a:gd name="T50" fmla="*/ 4469 w 517"/>
                <a:gd name="T51" fmla="*/ 3761 h 839"/>
                <a:gd name="T52" fmla="*/ 4484 w 517"/>
                <a:gd name="T53" fmla="*/ 3937 h 839"/>
                <a:gd name="T54" fmla="*/ 4161 w 517"/>
                <a:gd name="T55" fmla="*/ 5891 h 839"/>
                <a:gd name="T56" fmla="*/ 3772 w 517"/>
                <a:gd name="T57" fmla="*/ 7971 h 839"/>
                <a:gd name="T58" fmla="*/ 3748 w 517"/>
                <a:gd name="T59" fmla="*/ 8090 h 839"/>
                <a:gd name="T60" fmla="*/ 3748 w 517"/>
                <a:gd name="T61" fmla="*/ 8226 h 839"/>
                <a:gd name="T62" fmla="*/ 3737 w 517"/>
                <a:gd name="T63" fmla="*/ 8562 h 83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17" h="839">
                  <a:moveTo>
                    <a:pt x="336" y="635"/>
                  </a:moveTo>
                  <a:cubicBezTo>
                    <a:pt x="336" y="636"/>
                    <a:pt x="336" y="636"/>
                    <a:pt x="335" y="637"/>
                  </a:cubicBezTo>
                  <a:cubicBezTo>
                    <a:pt x="335" y="637"/>
                    <a:pt x="335" y="637"/>
                    <a:pt x="335" y="637"/>
                  </a:cubicBezTo>
                  <a:cubicBezTo>
                    <a:pt x="355" y="727"/>
                    <a:pt x="425" y="801"/>
                    <a:pt x="517" y="839"/>
                  </a:cubicBezTo>
                  <a:cubicBezTo>
                    <a:pt x="510" y="834"/>
                    <a:pt x="501" y="828"/>
                    <a:pt x="491" y="822"/>
                  </a:cubicBezTo>
                  <a:cubicBezTo>
                    <a:pt x="293" y="708"/>
                    <a:pt x="433" y="520"/>
                    <a:pt x="441" y="354"/>
                  </a:cubicBezTo>
                  <a:cubicBezTo>
                    <a:pt x="449" y="188"/>
                    <a:pt x="335" y="124"/>
                    <a:pt x="257" y="96"/>
                  </a:cubicBezTo>
                  <a:cubicBezTo>
                    <a:pt x="189" y="72"/>
                    <a:pt x="56" y="33"/>
                    <a:pt x="0" y="0"/>
                  </a:cubicBezTo>
                  <a:cubicBezTo>
                    <a:pt x="14" y="11"/>
                    <a:pt x="27" y="20"/>
                    <a:pt x="41" y="29"/>
                  </a:cubicBezTo>
                  <a:cubicBezTo>
                    <a:pt x="43" y="30"/>
                    <a:pt x="44" y="32"/>
                    <a:pt x="47" y="34"/>
                  </a:cubicBezTo>
                  <a:cubicBezTo>
                    <a:pt x="48" y="34"/>
                    <a:pt x="51" y="35"/>
                    <a:pt x="53" y="36"/>
                  </a:cubicBezTo>
                  <a:cubicBezTo>
                    <a:pt x="56" y="38"/>
                    <a:pt x="60" y="40"/>
                    <a:pt x="64" y="42"/>
                  </a:cubicBezTo>
                  <a:cubicBezTo>
                    <a:pt x="97" y="59"/>
                    <a:pt x="124" y="59"/>
                    <a:pt x="146" y="67"/>
                  </a:cubicBezTo>
                  <a:cubicBezTo>
                    <a:pt x="168" y="75"/>
                    <a:pt x="193" y="92"/>
                    <a:pt x="204" y="96"/>
                  </a:cubicBezTo>
                  <a:cubicBezTo>
                    <a:pt x="206" y="97"/>
                    <a:pt x="207" y="95"/>
                    <a:pt x="209" y="96"/>
                  </a:cubicBezTo>
                  <a:cubicBezTo>
                    <a:pt x="210" y="96"/>
                    <a:pt x="211" y="99"/>
                    <a:pt x="212" y="99"/>
                  </a:cubicBezTo>
                  <a:cubicBezTo>
                    <a:pt x="234" y="106"/>
                    <a:pt x="256" y="115"/>
                    <a:pt x="276" y="126"/>
                  </a:cubicBezTo>
                  <a:cubicBezTo>
                    <a:pt x="279" y="127"/>
                    <a:pt x="283" y="128"/>
                    <a:pt x="286" y="130"/>
                  </a:cubicBezTo>
                  <a:cubicBezTo>
                    <a:pt x="288" y="131"/>
                    <a:pt x="290" y="133"/>
                    <a:pt x="291" y="134"/>
                  </a:cubicBezTo>
                  <a:cubicBezTo>
                    <a:pt x="306" y="143"/>
                    <a:pt x="320" y="153"/>
                    <a:pt x="333" y="164"/>
                  </a:cubicBezTo>
                  <a:cubicBezTo>
                    <a:pt x="335" y="165"/>
                    <a:pt x="336" y="168"/>
                    <a:pt x="337" y="169"/>
                  </a:cubicBezTo>
                  <a:cubicBezTo>
                    <a:pt x="338" y="170"/>
                    <a:pt x="340" y="170"/>
                    <a:pt x="341" y="171"/>
                  </a:cubicBezTo>
                  <a:cubicBezTo>
                    <a:pt x="358" y="186"/>
                    <a:pt x="373" y="204"/>
                    <a:pt x="386" y="226"/>
                  </a:cubicBezTo>
                  <a:cubicBezTo>
                    <a:pt x="394" y="238"/>
                    <a:pt x="398" y="251"/>
                    <a:pt x="401" y="265"/>
                  </a:cubicBezTo>
                  <a:cubicBezTo>
                    <a:pt x="401" y="268"/>
                    <a:pt x="400" y="269"/>
                    <a:pt x="401" y="272"/>
                  </a:cubicBezTo>
                  <a:cubicBezTo>
                    <a:pt x="401" y="274"/>
                    <a:pt x="402" y="277"/>
                    <a:pt x="402" y="279"/>
                  </a:cubicBezTo>
                  <a:cubicBezTo>
                    <a:pt x="403" y="283"/>
                    <a:pt x="403" y="287"/>
                    <a:pt x="403" y="292"/>
                  </a:cubicBezTo>
                  <a:cubicBezTo>
                    <a:pt x="403" y="334"/>
                    <a:pt x="389" y="383"/>
                    <a:pt x="374" y="437"/>
                  </a:cubicBezTo>
                  <a:cubicBezTo>
                    <a:pt x="361" y="485"/>
                    <a:pt x="346" y="537"/>
                    <a:pt x="339" y="591"/>
                  </a:cubicBezTo>
                  <a:cubicBezTo>
                    <a:pt x="339" y="594"/>
                    <a:pt x="338" y="597"/>
                    <a:pt x="337" y="600"/>
                  </a:cubicBezTo>
                  <a:cubicBezTo>
                    <a:pt x="337" y="603"/>
                    <a:pt x="338" y="607"/>
                    <a:pt x="337" y="610"/>
                  </a:cubicBezTo>
                  <a:cubicBezTo>
                    <a:pt x="337" y="618"/>
                    <a:pt x="336" y="627"/>
                    <a:pt x="336" y="635"/>
                  </a:cubicBezTo>
                  <a:close/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42">
              <a:extLst>
                <a:ext uri="{FF2B5EF4-FFF2-40B4-BE49-F238E27FC236}">
                  <a16:creationId xmlns:a16="http://schemas.microsoft.com/office/drawing/2014/main" id="{8907C4E4-B0AA-4C00-BB94-446702C4D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3215"/>
              <a:ext cx="339" cy="233"/>
            </a:xfrm>
            <a:custGeom>
              <a:avLst/>
              <a:gdLst>
                <a:gd name="T0" fmla="*/ 343 w 152"/>
                <a:gd name="T1" fmla="*/ 0 h 98"/>
                <a:gd name="T2" fmla="*/ 700 w 152"/>
                <a:gd name="T3" fmla="*/ 468 h 98"/>
                <a:gd name="T4" fmla="*/ 1209 w 152"/>
                <a:gd name="T5" fmla="*/ 459 h 98"/>
                <a:gd name="T6" fmla="*/ 1686 w 152"/>
                <a:gd name="T7" fmla="*/ 566 h 98"/>
                <a:gd name="T8" fmla="*/ 999 w 152"/>
                <a:gd name="T9" fmla="*/ 644 h 98"/>
                <a:gd name="T10" fmla="*/ 667 w 152"/>
                <a:gd name="T11" fmla="*/ 701 h 98"/>
                <a:gd name="T12" fmla="*/ 598 w 152"/>
                <a:gd name="T13" fmla="*/ 1063 h 98"/>
                <a:gd name="T14" fmla="*/ 453 w 152"/>
                <a:gd name="T15" fmla="*/ 1289 h 98"/>
                <a:gd name="T16" fmla="*/ 0 w 152"/>
                <a:gd name="T17" fmla="*/ 685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" h="98">
                  <a:moveTo>
                    <a:pt x="31" y="0"/>
                  </a:moveTo>
                  <a:cubicBezTo>
                    <a:pt x="32" y="18"/>
                    <a:pt x="47" y="34"/>
                    <a:pt x="63" y="35"/>
                  </a:cubicBezTo>
                  <a:cubicBezTo>
                    <a:pt x="78" y="37"/>
                    <a:pt x="93" y="34"/>
                    <a:pt x="109" y="34"/>
                  </a:cubicBezTo>
                  <a:cubicBezTo>
                    <a:pt x="124" y="35"/>
                    <a:pt x="138" y="39"/>
                    <a:pt x="152" y="42"/>
                  </a:cubicBezTo>
                  <a:cubicBezTo>
                    <a:pt x="131" y="42"/>
                    <a:pt x="110" y="46"/>
                    <a:pt x="90" y="48"/>
                  </a:cubicBezTo>
                  <a:cubicBezTo>
                    <a:pt x="81" y="49"/>
                    <a:pt x="68" y="47"/>
                    <a:pt x="60" y="52"/>
                  </a:cubicBezTo>
                  <a:cubicBezTo>
                    <a:pt x="51" y="58"/>
                    <a:pt x="54" y="70"/>
                    <a:pt x="54" y="79"/>
                  </a:cubicBezTo>
                  <a:cubicBezTo>
                    <a:pt x="54" y="92"/>
                    <a:pt x="55" y="98"/>
                    <a:pt x="41" y="96"/>
                  </a:cubicBezTo>
                  <a:cubicBezTo>
                    <a:pt x="20" y="92"/>
                    <a:pt x="6" y="70"/>
                    <a:pt x="0" y="51"/>
                  </a:cubicBezTo>
                </a:path>
              </a:pathLst>
            </a:custGeom>
            <a:solidFill>
              <a:srgbClr val="DC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43">
              <a:extLst>
                <a:ext uri="{FF2B5EF4-FFF2-40B4-BE49-F238E27FC236}">
                  <a16:creationId xmlns:a16="http://schemas.microsoft.com/office/drawing/2014/main" id="{5E9A7BEC-F97E-4F40-8824-0EEC1E95A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639"/>
              <a:ext cx="228" cy="407"/>
            </a:xfrm>
            <a:custGeom>
              <a:avLst/>
              <a:gdLst>
                <a:gd name="T0" fmla="*/ 460 w 102"/>
                <a:gd name="T1" fmla="*/ 2306 h 171"/>
                <a:gd name="T2" fmla="*/ 894 w 102"/>
                <a:gd name="T3" fmla="*/ 2052 h 171"/>
                <a:gd name="T4" fmla="*/ 1140 w 102"/>
                <a:gd name="T5" fmla="*/ 1511 h 171"/>
                <a:gd name="T6" fmla="*/ 749 w 102"/>
                <a:gd name="T7" fmla="*/ 1795 h 171"/>
                <a:gd name="T8" fmla="*/ 579 w 102"/>
                <a:gd name="T9" fmla="*/ 1281 h 171"/>
                <a:gd name="T10" fmla="*/ 425 w 102"/>
                <a:gd name="T11" fmla="*/ 226 h 171"/>
                <a:gd name="T12" fmla="*/ 324 w 102"/>
                <a:gd name="T13" fmla="*/ 69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171">
                  <a:moveTo>
                    <a:pt x="41" y="171"/>
                  </a:moveTo>
                  <a:cubicBezTo>
                    <a:pt x="55" y="168"/>
                    <a:pt x="69" y="162"/>
                    <a:pt x="80" y="152"/>
                  </a:cubicBezTo>
                  <a:cubicBezTo>
                    <a:pt x="92" y="141"/>
                    <a:pt x="93" y="125"/>
                    <a:pt x="102" y="112"/>
                  </a:cubicBezTo>
                  <a:cubicBezTo>
                    <a:pt x="96" y="120"/>
                    <a:pt x="81" y="141"/>
                    <a:pt x="67" y="133"/>
                  </a:cubicBezTo>
                  <a:cubicBezTo>
                    <a:pt x="59" y="128"/>
                    <a:pt x="54" y="104"/>
                    <a:pt x="52" y="95"/>
                  </a:cubicBezTo>
                  <a:cubicBezTo>
                    <a:pt x="47" y="77"/>
                    <a:pt x="0" y="7"/>
                    <a:pt x="38" y="17"/>
                  </a:cubicBezTo>
                  <a:cubicBezTo>
                    <a:pt x="29" y="13"/>
                    <a:pt x="38" y="0"/>
                    <a:pt x="29" y="5"/>
                  </a:cubicBezTo>
                </a:path>
              </a:pathLst>
            </a:custGeom>
            <a:solidFill>
              <a:srgbClr val="DC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44">
              <a:extLst>
                <a:ext uri="{FF2B5EF4-FFF2-40B4-BE49-F238E27FC236}">
                  <a16:creationId xmlns:a16="http://schemas.microsoft.com/office/drawing/2014/main" id="{1A69F8A2-B609-4EBB-8104-68D4780E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349"/>
              <a:ext cx="243" cy="342"/>
            </a:xfrm>
            <a:custGeom>
              <a:avLst/>
              <a:gdLst>
                <a:gd name="T0" fmla="*/ 432 w 109"/>
                <a:gd name="T1" fmla="*/ 1579 h 144"/>
                <a:gd name="T2" fmla="*/ 765 w 109"/>
                <a:gd name="T3" fmla="*/ 1793 h 144"/>
                <a:gd name="T4" fmla="*/ 918 w 109"/>
                <a:gd name="T5" fmla="*/ 1929 h 144"/>
                <a:gd name="T6" fmla="*/ 1208 w 109"/>
                <a:gd name="T7" fmla="*/ 1822 h 144"/>
                <a:gd name="T8" fmla="*/ 687 w 109"/>
                <a:gd name="T9" fmla="*/ 1423 h 144"/>
                <a:gd name="T10" fmla="*/ 397 w 109"/>
                <a:gd name="T11" fmla="*/ 886 h 144"/>
                <a:gd name="T12" fmla="*/ 0 w 109"/>
                <a:gd name="T13" fmla="*/ 0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44">
                  <a:moveTo>
                    <a:pt x="39" y="118"/>
                  </a:moveTo>
                  <a:cubicBezTo>
                    <a:pt x="49" y="119"/>
                    <a:pt x="60" y="128"/>
                    <a:pt x="69" y="134"/>
                  </a:cubicBezTo>
                  <a:cubicBezTo>
                    <a:pt x="74" y="138"/>
                    <a:pt x="77" y="143"/>
                    <a:pt x="83" y="144"/>
                  </a:cubicBezTo>
                  <a:cubicBezTo>
                    <a:pt x="88" y="144"/>
                    <a:pt x="105" y="139"/>
                    <a:pt x="109" y="136"/>
                  </a:cubicBezTo>
                  <a:cubicBezTo>
                    <a:pt x="87" y="144"/>
                    <a:pt x="74" y="119"/>
                    <a:pt x="62" y="106"/>
                  </a:cubicBezTo>
                  <a:cubicBezTo>
                    <a:pt x="51" y="95"/>
                    <a:pt x="41" y="82"/>
                    <a:pt x="36" y="66"/>
                  </a:cubicBezTo>
                  <a:cubicBezTo>
                    <a:pt x="28" y="43"/>
                    <a:pt x="15" y="20"/>
                    <a:pt x="0" y="0"/>
                  </a:cubicBezTo>
                </a:path>
              </a:pathLst>
            </a:custGeom>
            <a:solidFill>
              <a:srgbClr val="DC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45">
              <a:extLst>
                <a:ext uri="{FF2B5EF4-FFF2-40B4-BE49-F238E27FC236}">
                  <a16:creationId xmlns:a16="http://schemas.microsoft.com/office/drawing/2014/main" id="{E786D46F-4559-4DFE-A4AF-7D25DC374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599"/>
              <a:ext cx="98" cy="157"/>
            </a:xfrm>
            <a:custGeom>
              <a:avLst/>
              <a:gdLst>
                <a:gd name="T0" fmla="*/ 408 w 44"/>
                <a:gd name="T1" fmla="*/ 887 h 66"/>
                <a:gd name="T2" fmla="*/ 432 w 44"/>
                <a:gd name="T3" fmla="*/ 362 h 66"/>
                <a:gd name="T4" fmla="*/ 0 w 44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6">
                  <a:moveTo>
                    <a:pt x="37" y="66"/>
                  </a:moveTo>
                  <a:cubicBezTo>
                    <a:pt x="32" y="53"/>
                    <a:pt x="44" y="39"/>
                    <a:pt x="39" y="27"/>
                  </a:cubicBezTo>
                  <a:cubicBezTo>
                    <a:pt x="34" y="12"/>
                    <a:pt x="12" y="7"/>
                    <a:pt x="0" y="0"/>
                  </a:cubicBezTo>
                </a:path>
              </a:pathLst>
            </a:custGeom>
            <a:solidFill>
              <a:srgbClr val="DC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46">
              <a:extLst>
                <a:ext uri="{FF2B5EF4-FFF2-40B4-BE49-F238E27FC236}">
                  <a16:creationId xmlns:a16="http://schemas.microsoft.com/office/drawing/2014/main" id="{ABE59C10-91E1-4A32-B91A-7E95F0245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880"/>
              <a:ext cx="55" cy="130"/>
            </a:xfrm>
            <a:custGeom>
              <a:avLst/>
              <a:gdLst>
                <a:gd name="T0" fmla="*/ 0 w 25"/>
                <a:gd name="T1" fmla="*/ 319 h 55"/>
                <a:gd name="T2" fmla="*/ 178 w 25"/>
                <a:gd name="T3" fmla="*/ 251 h 55"/>
                <a:gd name="T4" fmla="*/ 257 w 25"/>
                <a:gd name="T5" fmla="*/ 0 h 55"/>
                <a:gd name="T6" fmla="*/ 266 w 25"/>
                <a:gd name="T7" fmla="*/ 279 h 55"/>
                <a:gd name="T8" fmla="*/ 141 w 25"/>
                <a:gd name="T9" fmla="*/ 72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5">
                  <a:moveTo>
                    <a:pt x="0" y="24"/>
                  </a:moveTo>
                  <a:cubicBezTo>
                    <a:pt x="5" y="23"/>
                    <a:pt x="13" y="24"/>
                    <a:pt x="17" y="19"/>
                  </a:cubicBezTo>
                  <a:cubicBezTo>
                    <a:pt x="22" y="14"/>
                    <a:pt x="19" y="5"/>
                    <a:pt x="24" y="0"/>
                  </a:cubicBezTo>
                  <a:cubicBezTo>
                    <a:pt x="24" y="7"/>
                    <a:pt x="25" y="14"/>
                    <a:pt x="25" y="21"/>
                  </a:cubicBezTo>
                  <a:cubicBezTo>
                    <a:pt x="24" y="34"/>
                    <a:pt x="18" y="44"/>
                    <a:pt x="13" y="55"/>
                  </a:cubicBezTo>
                </a:path>
              </a:pathLst>
            </a:custGeom>
            <a:solidFill>
              <a:srgbClr val="DC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47">
              <a:extLst>
                <a:ext uri="{FF2B5EF4-FFF2-40B4-BE49-F238E27FC236}">
                  <a16:creationId xmlns:a16="http://schemas.microsoft.com/office/drawing/2014/main" id="{83516CED-2665-46AA-8AE7-41B6F4109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072"/>
              <a:ext cx="49" cy="122"/>
            </a:xfrm>
            <a:custGeom>
              <a:avLst/>
              <a:gdLst>
                <a:gd name="T0" fmla="*/ 0 w 22"/>
                <a:gd name="T1" fmla="*/ 218 h 51"/>
                <a:gd name="T2" fmla="*/ 109 w 22"/>
                <a:gd name="T3" fmla="*/ 0 h 51"/>
                <a:gd name="T4" fmla="*/ 243 w 22"/>
                <a:gd name="T5" fmla="*/ 658 h 51"/>
                <a:gd name="T6" fmla="*/ 189 w 22"/>
                <a:gd name="T7" fmla="*/ 699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1">
                  <a:moveTo>
                    <a:pt x="0" y="16"/>
                  </a:moveTo>
                  <a:cubicBezTo>
                    <a:pt x="10" y="18"/>
                    <a:pt x="10" y="7"/>
                    <a:pt x="10" y="0"/>
                  </a:cubicBezTo>
                  <a:cubicBezTo>
                    <a:pt x="15" y="16"/>
                    <a:pt x="20" y="30"/>
                    <a:pt x="22" y="48"/>
                  </a:cubicBezTo>
                  <a:cubicBezTo>
                    <a:pt x="21" y="49"/>
                    <a:pt x="18" y="51"/>
                    <a:pt x="17" y="51"/>
                  </a:cubicBezTo>
                </a:path>
              </a:pathLst>
            </a:custGeom>
            <a:solidFill>
              <a:srgbClr val="DC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48">
              <a:extLst>
                <a:ext uri="{FF2B5EF4-FFF2-40B4-BE49-F238E27FC236}">
                  <a16:creationId xmlns:a16="http://schemas.microsoft.com/office/drawing/2014/main" id="{C3074647-3DC0-4C3C-890E-CB26207A5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808"/>
              <a:ext cx="50" cy="86"/>
            </a:xfrm>
            <a:custGeom>
              <a:avLst/>
              <a:gdLst>
                <a:gd name="T0" fmla="*/ 0 w 22"/>
                <a:gd name="T1" fmla="*/ 165 h 36"/>
                <a:gd name="T2" fmla="*/ 139 w 22"/>
                <a:gd name="T3" fmla="*/ 0 h 36"/>
                <a:gd name="T4" fmla="*/ 232 w 22"/>
                <a:gd name="T5" fmla="*/ 49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6">
                  <a:moveTo>
                    <a:pt x="0" y="12"/>
                  </a:moveTo>
                  <a:cubicBezTo>
                    <a:pt x="8" y="14"/>
                    <a:pt x="13" y="7"/>
                    <a:pt x="12" y="0"/>
                  </a:cubicBezTo>
                  <a:cubicBezTo>
                    <a:pt x="19" y="2"/>
                    <a:pt x="22" y="30"/>
                    <a:pt x="20" y="36"/>
                  </a:cubicBezTo>
                </a:path>
              </a:pathLst>
            </a:custGeom>
            <a:solidFill>
              <a:srgbClr val="DC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49">
              <a:extLst>
                <a:ext uri="{FF2B5EF4-FFF2-40B4-BE49-F238E27FC236}">
                  <a16:creationId xmlns:a16="http://schemas.microsoft.com/office/drawing/2014/main" id="{728DBA8D-DEC4-4B23-840F-BD85BF1BD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675"/>
              <a:ext cx="51" cy="88"/>
            </a:xfrm>
            <a:custGeom>
              <a:avLst/>
              <a:gdLst>
                <a:gd name="T0" fmla="*/ 0 w 23"/>
                <a:gd name="T1" fmla="*/ 186 h 37"/>
                <a:gd name="T2" fmla="*/ 242 w 23"/>
                <a:gd name="T3" fmla="*/ 0 h 37"/>
                <a:gd name="T4" fmla="*/ 242 w 23"/>
                <a:gd name="T5" fmla="*/ 186 h 37"/>
                <a:gd name="T6" fmla="*/ 98 w 23"/>
                <a:gd name="T7" fmla="*/ 49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7">
                  <a:moveTo>
                    <a:pt x="0" y="14"/>
                  </a:moveTo>
                  <a:cubicBezTo>
                    <a:pt x="10" y="19"/>
                    <a:pt x="19" y="8"/>
                    <a:pt x="22" y="0"/>
                  </a:cubicBezTo>
                  <a:cubicBezTo>
                    <a:pt x="22" y="4"/>
                    <a:pt x="23" y="10"/>
                    <a:pt x="22" y="14"/>
                  </a:cubicBezTo>
                  <a:cubicBezTo>
                    <a:pt x="20" y="24"/>
                    <a:pt x="13" y="29"/>
                    <a:pt x="9" y="37"/>
                  </a:cubicBezTo>
                </a:path>
              </a:pathLst>
            </a:custGeom>
            <a:solidFill>
              <a:srgbClr val="DC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50">
              <a:extLst>
                <a:ext uri="{FF2B5EF4-FFF2-40B4-BE49-F238E27FC236}">
                  <a16:creationId xmlns:a16="http://schemas.microsoft.com/office/drawing/2014/main" id="{4E875649-7C04-43DF-8560-80CE6BF60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589"/>
              <a:ext cx="49" cy="45"/>
            </a:xfrm>
            <a:custGeom>
              <a:avLst/>
              <a:gdLst>
                <a:gd name="T0" fmla="*/ 36 w 22"/>
                <a:gd name="T1" fmla="*/ 0 h 19"/>
                <a:gd name="T2" fmla="*/ 243 w 22"/>
                <a:gd name="T3" fmla="*/ 147 h 19"/>
                <a:gd name="T4" fmla="*/ 0 w 22"/>
                <a:gd name="T5" fmla="*/ 25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3" y="0"/>
                  </a:moveTo>
                  <a:cubicBezTo>
                    <a:pt x="9" y="2"/>
                    <a:pt x="18" y="7"/>
                    <a:pt x="22" y="11"/>
                  </a:cubicBezTo>
                  <a:cubicBezTo>
                    <a:pt x="18" y="19"/>
                    <a:pt x="8" y="17"/>
                    <a:pt x="0" y="19"/>
                  </a:cubicBezTo>
                </a:path>
              </a:pathLst>
            </a:custGeom>
            <a:solidFill>
              <a:srgbClr val="DC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51">
              <a:extLst>
                <a:ext uri="{FF2B5EF4-FFF2-40B4-BE49-F238E27FC236}">
                  <a16:creationId xmlns:a16="http://schemas.microsoft.com/office/drawing/2014/main" id="{374EA0BC-55FE-46AB-B317-7A6EF70A0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865"/>
              <a:ext cx="920" cy="1833"/>
            </a:xfrm>
            <a:custGeom>
              <a:avLst/>
              <a:gdLst>
                <a:gd name="T0" fmla="*/ 2494 w 412"/>
                <a:gd name="T1" fmla="*/ 10131 h 770"/>
                <a:gd name="T2" fmla="*/ 2273 w 412"/>
                <a:gd name="T3" fmla="*/ 10386 h 770"/>
                <a:gd name="T4" fmla="*/ 3162 w 412"/>
                <a:gd name="T5" fmla="*/ 9634 h 770"/>
                <a:gd name="T6" fmla="*/ 3276 w 412"/>
                <a:gd name="T7" fmla="*/ 9548 h 770"/>
                <a:gd name="T8" fmla="*/ 3316 w 412"/>
                <a:gd name="T9" fmla="*/ 9458 h 770"/>
                <a:gd name="T10" fmla="*/ 3475 w 412"/>
                <a:gd name="T11" fmla="*/ 9244 h 770"/>
                <a:gd name="T12" fmla="*/ 4028 w 412"/>
                <a:gd name="T13" fmla="*/ 7837 h 770"/>
                <a:gd name="T14" fmla="*/ 4089 w 412"/>
                <a:gd name="T15" fmla="*/ 7634 h 770"/>
                <a:gd name="T16" fmla="*/ 4089 w 412"/>
                <a:gd name="T17" fmla="*/ 7475 h 770"/>
                <a:gd name="T18" fmla="*/ 4100 w 412"/>
                <a:gd name="T19" fmla="*/ 7123 h 770"/>
                <a:gd name="T20" fmla="*/ 4100 w 412"/>
                <a:gd name="T21" fmla="*/ 6949 h 770"/>
                <a:gd name="T22" fmla="*/ 4307 w 412"/>
                <a:gd name="T23" fmla="*/ 6937 h 770"/>
                <a:gd name="T24" fmla="*/ 4307 w 412"/>
                <a:gd name="T25" fmla="*/ 6937 h 770"/>
                <a:gd name="T26" fmla="*/ 4100 w 412"/>
                <a:gd name="T27" fmla="*/ 6949 h 770"/>
                <a:gd name="T28" fmla="*/ 4089 w 412"/>
                <a:gd name="T29" fmla="*/ 6920 h 770"/>
                <a:gd name="T30" fmla="*/ 3810 w 412"/>
                <a:gd name="T31" fmla="*/ 5706 h 770"/>
                <a:gd name="T32" fmla="*/ 3785 w 412"/>
                <a:gd name="T33" fmla="*/ 5570 h 770"/>
                <a:gd name="T34" fmla="*/ 3550 w 412"/>
                <a:gd name="T35" fmla="*/ 4290 h 770"/>
                <a:gd name="T36" fmla="*/ 2896 w 412"/>
                <a:gd name="T37" fmla="*/ 3088 h 770"/>
                <a:gd name="T38" fmla="*/ 2195 w 412"/>
                <a:gd name="T39" fmla="*/ 1740 h 770"/>
                <a:gd name="T40" fmla="*/ 1400 w 412"/>
                <a:gd name="T41" fmla="*/ 928 h 770"/>
                <a:gd name="T42" fmla="*/ 1355 w 412"/>
                <a:gd name="T43" fmla="*/ 862 h 770"/>
                <a:gd name="T44" fmla="*/ 1282 w 412"/>
                <a:gd name="T45" fmla="*/ 821 h 770"/>
                <a:gd name="T46" fmla="*/ 458 w 412"/>
                <a:gd name="T47" fmla="*/ 243 h 770"/>
                <a:gd name="T48" fmla="*/ 9 w 412"/>
                <a:gd name="T49" fmla="*/ 0 h 770"/>
                <a:gd name="T50" fmla="*/ 0 w 412"/>
                <a:gd name="T51" fmla="*/ 12 h 770"/>
                <a:gd name="T52" fmla="*/ 2313 w 412"/>
                <a:gd name="T53" fmla="*/ 2188 h 770"/>
                <a:gd name="T54" fmla="*/ 2494 w 412"/>
                <a:gd name="T55" fmla="*/ 10131 h 77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12" h="770">
                  <a:moveTo>
                    <a:pt x="224" y="751"/>
                  </a:moveTo>
                  <a:cubicBezTo>
                    <a:pt x="217" y="758"/>
                    <a:pt x="210" y="764"/>
                    <a:pt x="204" y="770"/>
                  </a:cubicBezTo>
                  <a:cubicBezTo>
                    <a:pt x="234" y="755"/>
                    <a:pt x="261" y="736"/>
                    <a:pt x="284" y="714"/>
                  </a:cubicBezTo>
                  <a:cubicBezTo>
                    <a:pt x="287" y="712"/>
                    <a:pt x="291" y="711"/>
                    <a:pt x="294" y="708"/>
                  </a:cubicBezTo>
                  <a:cubicBezTo>
                    <a:pt x="296" y="706"/>
                    <a:pt x="296" y="703"/>
                    <a:pt x="298" y="701"/>
                  </a:cubicBezTo>
                  <a:cubicBezTo>
                    <a:pt x="303" y="695"/>
                    <a:pt x="307" y="690"/>
                    <a:pt x="312" y="685"/>
                  </a:cubicBezTo>
                  <a:cubicBezTo>
                    <a:pt x="337" y="653"/>
                    <a:pt x="354" y="618"/>
                    <a:pt x="362" y="581"/>
                  </a:cubicBezTo>
                  <a:cubicBezTo>
                    <a:pt x="363" y="576"/>
                    <a:pt x="366" y="571"/>
                    <a:pt x="367" y="566"/>
                  </a:cubicBezTo>
                  <a:cubicBezTo>
                    <a:pt x="368" y="562"/>
                    <a:pt x="366" y="558"/>
                    <a:pt x="367" y="554"/>
                  </a:cubicBezTo>
                  <a:cubicBezTo>
                    <a:pt x="368" y="546"/>
                    <a:pt x="368" y="537"/>
                    <a:pt x="368" y="528"/>
                  </a:cubicBezTo>
                  <a:cubicBezTo>
                    <a:pt x="368" y="524"/>
                    <a:pt x="368" y="520"/>
                    <a:pt x="368" y="515"/>
                  </a:cubicBezTo>
                  <a:cubicBezTo>
                    <a:pt x="373" y="515"/>
                    <a:pt x="380" y="514"/>
                    <a:pt x="387" y="514"/>
                  </a:cubicBezTo>
                  <a:cubicBezTo>
                    <a:pt x="387" y="514"/>
                    <a:pt x="387" y="514"/>
                    <a:pt x="387" y="514"/>
                  </a:cubicBezTo>
                  <a:cubicBezTo>
                    <a:pt x="380" y="514"/>
                    <a:pt x="374" y="515"/>
                    <a:pt x="368" y="515"/>
                  </a:cubicBezTo>
                  <a:cubicBezTo>
                    <a:pt x="367" y="514"/>
                    <a:pt x="367" y="514"/>
                    <a:pt x="367" y="513"/>
                  </a:cubicBezTo>
                  <a:cubicBezTo>
                    <a:pt x="352" y="469"/>
                    <a:pt x="348" y="450"/>
                    <a:pt x="342" y="423"/>
                  </a:cubicBezTo>
                  <a:cubicBezTo>
                    <a:pt x="340" y="413"/>
                    <a:pt x="340" y="413"/>
                    <a:pt x="340" y="413"/>
                  </a:cubicBezTo>
                  <a:cubicBezTo>
                    <a:pt x="335" y="389"/>
                    <a:pt x="322" y="326"/>
                    <a:pt x="319" y="318"/>
                  </a:cubicBezTo>
                  <a:cubicBezTo>
                    <a:pt x="307" y="285"/>
                    <a:pt x="276" y="263"/>
                    <a:pt x="260" y="229"/>
                  </a:cubicBezTo>
                  <a:cubicBezTo>
                    <a:pt x="241" y="184"/>
                    <a:pt x="225" y="158"/>
                    <a:pt x="197" y="129"/>
                  </a:cubicBezTo>
                  <a:cubicBezTo>
                    <a:pt x="176" y="107"/>
                    <a:pt x="152" y="87"/>
                    <a:pt x="126" y="69"/>
                  </a:cubicBezTo>
                  <a:cubicBezTo>
                    <a:pt x="125" y="68"/>
                    <a:pt x="123" y="65"/>
                    <a:pt x="122" y="64"/>
                  </a:cubicBezTo>
                  <a:cubicBezTo>
                    <a:pt x="120" y="62"/>
                    <a:pt x="117" y="62"/>
                    <a:pt x="115" y="61"/>
                  </a:cubicBezTo>
                  <a:cubicBezTo>
                    <a:pt x="92" y="45"/>
                    <a:pt x="67" y="31"/>
                    <a:pt x="41" y="18"/>
                  </a:cubicBezTo>
                  <a:cubicBezTo>
                    <a:pt x="28" y="12"/>
                    <a:pt x="14" y="6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62" y="27"/>
                    <a:pt x="172" y="110"/>
                    <a:pt x="208" y="162"/>
                  </a:cubicBezTo>
                  <a:cubicBezTo>
                    <a:pt x="279" y="263"/>
                    <a:pt x="412" y="579"/>
                    <a:pt x="224" y="751"/>
                  </a:cubicBezTo>
                  <a:close/>
                </a:path>
              </a:pathLst>
            </a:custGeom>
            <a:solidFill>
              <a:srgbClr val="DC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52">
              <a:extLst>
                <a:ext uri="{FF2B5EF4-FFF2-40B4-BE49-F238E27FC236}">
                  <a16:creationId xmlns:a16="http://schemas.microsoft.com/office/drawing/2014/main" id="{3F310D3B-2633-47E8-811C-94B66575B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839"/>
              <a:ext cx="565" cy="445"/>
            </a:xfrm>
            <a:custGeom>
              <a:avLst/>
              <a:gdLst>
                <a:gd name="T0" fmla="*/ 179 w 253"/>
                <a:gd name="T1" fmla="*/ 2413 h 187"/>
                <a:gd name="T2" fmla="*/ 777 w 253"/>
                <a:gd name="T3" fmla="*/ 2480 h 187"/>
                <a:gd name="T4" fmla="*/ 1416 w 253"/>
                <a:gd name="T5" fmla="*/ 2508 h 187"/>
                <a:gd name="T6" fmla="*/ 1916 w 253"/>
                <a:gd name="T7" fmla="*/ 2356 h 187"/>
                <a:gd name="T8" fmla="*/ 2249 w 253"/>
                <a:gd name="T9" fmla="*/ 1904 h 187"/>
                <a:gd name="T10" fmla="*/ 2774 w 253"/>
                <a:gd name="T11" fmla="*/ 488 h 187"/>
                <a:gd name="T12" fmla="*/ 2754 w 253"/>
                <a:gd name="T13" fmla="*/ 95 h 187"/>
                <a:gd name="T14" fmla="*/ 2564 w 253"/>
                <a:gd name="T15" fmla="*/ 95 h 187"/>
                <a:gd name="T16" fmla="*/ 2168 w 253"/>
                <a:gd name="T17" fmla="*/ 324 h 187"/>
                <a:gd name="T18" fmla="*/ 1771 w 253"/>
                <a:gd name="T19" fmla="*/ 635 h 187"/>
                <a:gd name="T20" fmla="*/ 1961 w 253"/>
                <a:gd name="T21" fmla="*/ 742 h 187"/>
                <a:gd name="T22" fmla="*/ 1985 w 253"/>
                <a:gd name="T23" fmla="*/ 1145 h 187"/>
                <a:gd name="T24" fmla="*/ 1472 w 253"/>
                <a:gd name="T25" fmla="*/ 1671 h 187"/>
                <a:gd name="T26" fmla="*/ 757 w 253"/>
                <a:gd name="T27" fmla="*/ 2187 h 187"/>
                <a:gd name="T28" fmla="*/ 0 w 253"/>
                <a:gd name="T29" fmla="*/ 2401 h 1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3" h="187">
                  <a:moveTo>
                    <a:pt x="16" y="179"/>
                  </a:moveTo>
                  <a:cubicBezTo>
                    <a:pt x="33" y="178"/>
                    <a:pt x="52" y="182"/>
                    <a:pt x="70" y="184"/>
                  </a:cubicBezTo>
                  <a:cubicBezTo>
                    <a:pt x="89" y="185"/>
                    <a:pt x="108" y="187"/>
                    <a:pt x="127" y="186"/>
                  </a:cubicBezTo>
                  <a:cubicBezTo>
                    <a:pt x="144" y="185"/>
                    <a:pt x="158" y="185"/>
                    <a:pt x="172" y="175"/>
                  </a:cubicBezTo>
                  <a:cubicBezTo>
                    <a:pt x="185" y="167"/>
                    <a:pt x="193" y="153"/>
                    <a:pt x="202" y="141"/>
                  </a:cubicBezTo>
                  <a:cubicBezTo>
                    <a:pt x="225" y="110"/>
                    <a:pt x="240" y="74"/>
                    <a:pt x="249" y="36"/>
                  </a:cubicBezTo>
                  <a:cubicBezTo>
                    <a:pt x="251" y="27"/>
                    <a:pt x="253" y="15"/>
                    <a:pt x="247" y="7"/>
                  </a:cubicBezTo>
                  <a:cubicBezTo>
                    <a:pt x="242" y="0"/>
                    <a:pt x="237" y="3"/>
                    <a:pt x="230" y="7"/>
                  </a:cubicBezTo>
                  <a:cubicBezTo>
                    <a:pt x="218" y="13"/>
                    <a:pt x="207" y="19"/>
                    <a:pt x="195" y="24"/>
                  </a:cubicBezTo>
                  <a:cubicBezTo>
                    <a:pt x="186" y="28"/>
                    <a:pt x="161" y="35"/>
                    <a:pt x="159" y="47"/>
                  </a:cubicBezTo>
                  <a:cubicBezTo>
                    <a:pt x="164" y="51"/>
                    <a:pt x="171" y="49"/>
                    <a:pt x="176" y="55"/>
                  </a:cubicBezTo>
                  <a:cubicBezTo>
                    <a:pt x="184" y="63"/>
                    <a:pt x="182" y="75"/>
                    <a:pt x="178" y="85"/>
                  </a:cubicBezTo>
                  <a:cubicBezTo>
                    <a:pt x="171" y="107"/>
                    <a:pt x="151" y="115"/>
                    <a:pt x="132" y="124"/>
                  </a:cubicBezTo>
                  <a:cubicBezTo>
                    <a:pt x="110" y="135"/>
                    <a:pt x="92" y="156"/>
                    <a:pt x="68" y="162"/>
                  </a:cubicBezTo>
                  <a:cubicBezTo>
                    <a:pt x="47" y="168"/>
                    <a:pt x="20" y="168"/>
                    <a:pt x="0" y="178"/>
                  </a:cubicBezTo>
                </a:path>
              </a:pathLst>
            </a:custGeom>
            <a:solidFill>
              <a:srgbClr val="EC8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53">
              <a:extLst>
                <a:ext uri="{FF2B5EF4-FFF2-40B4-BE49-F238E27FC236}">
                  <a16:creationId xmlns:a16="http://schemas.microsoft.com/office/drawing/2014/main" id="{5D4B6AE3-2CDC-47F5-9F7F-29660C712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956"/>
              <a:ext cx="330" cy="440"/>
            </a:xfrm>
            <a:custGeom>
              <a:avLst/>
              <a:gdLst>
                <a:gd name="T0" fmla="*/ 1641 w 148"/>
                <a:gd name="T1" fmla="*/ 430 h 185"/>
                <a:gd name="T2" fmla="*/ 1289 w 148"/>
                <a:gd name="T3" fmla="*/ 214 h 185"/>
                <a:gd name="T4" fmla="*/ 930 w 148"/>
                <a:gd name="T5" fmla="*/ 12 h 185"/>
                <a:gd name="T6" fmla="*/ 522 w 148"/>
                <a:gd name="T7" fmla="*/ 939 h 185"/>
                <a:gd name="T8" fmla="*/ 234 w 148"/>
                <a:gd name="T9" fmla="*/ 1522 h 185"/>
                <a:gd name="T10" fmla="*/ 20 w 148"/>
                <a:gd name="T11" fmla="*/ 1924 h 185"/>
                <a:gd name="T12" fmla="*/ 785 w 148"/>
                <a:gd name="T13" fmla="*/ 2488 h 185"/>
                <a:gd name="T14" fmla="*/ 468 w 148"/>
                <a:gd name="T15" fmla="*/ 1843 h 185"/>
                <a:gd name="T16" fmla="*/ 974 w 148"/>
                <a:gd name="T17" fmla="*/ 1182 h 185"/>
                <a:gd name="T18" fmla="*/ 983 w 148"/>
                <a:gd name="T19" fmla="*/ 792 h 185"/>
                <a:gd name="T20" fmla="*/ 1108 w 148"/>
                <a:gd name="T21" fmla="*/ 497 h 185"/>
                <a:gd name="T22" fmla="*/ 1351 w 148"/>
                <a:gd name="T23" fmla="*/ 419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8" h="185">
                  <a:moveTo>
                    <a:pt x="148" y="32"/>
                  </a:moveTo>
                  <a:cubicBezTo>
                    <a:pt x="137" y="29"/>
                    <a:pt x="126" y="21"/>
                    <a:pt x="116" y="16"/>
                  </a:cubicBezTo>
                  <a:cubicBezTo>
                    <a:pt x="106" y="11"/>
                    <a:pt x="95" y="2"/>
                    <a:pt x="84" y="1"/>
                  </a:cubicBezTo>
                  <a:cubicBezTo>
                    <a:pt x="60" y="0"/>
                    <a:pt x="55" y="53"/>
                    <a:pt x="47" y="70"/>
                  </a:cubicBezTo>
                  <a:cubicBezTo>
                    <a:pt x="40" y="85"/>
                    <a:pt x="31" y="100"/>
                    <a:pt x="21" y="113"/>
                  </a:cubicBezTo>
                  <a:cubicBezTo>
                    <a:pt x="15" y="120"/>
                    <a:pt x="0" y="133"/>
                    <a:pt x="2" y="143"/>
                  </a:cubicBezTo>
                  <a:cubicBezTo>
                    <a:pt x="6" y="166"/>
                    <a:pt x="53" y="180"/>
                    <a:pt x="71" y="185"/>
                  </a:cubicBezTo>
                  <a:cubicBezTo>
                    <a:pt x="52" y="180"/>
                    <a:pt x="36" y="156"/>
                    <a:pt x="42" y="137"/>
                  </a:cubicBezTo>
                  <a:cubicBezTo>
                    <a:pt x="51" y="113"/>
                    <a:pt x="77" y="108"/>
                    <a:pt x="88" y="88"/>
                  </a:cubicBezTo>
                  <a:cubicBezTo>
                    <a:pt x="95" y="77"/>
                    <a:pt x="89" y="71"/>
                    <a:pt x="89" y="59"/>
                  </a:cubicBezTo>
                  <a:cubicBezTo>
                    <a:pt x="90" y="52"/>
                    <a:pt x="95" y="42"/>
                    <a:pt x="100" y="37"/>
                  </a:cubicBezTo>
                  <a:cubicBezTo>
                    <a:pt x="104" y="32"/>
                    <a:pt x="119" y="28"/>
                    <a:pt x="122" y="31"/>
                  </a:cubicBezTo>
                </a:path>
              </a:pathLst>
            </a:custGeom>
            <a:solidFill>
              <a:srgbClr val="EC8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54">
              <a:extLst>
                <a:ext uri="{FF2B5EF4-FFF2-40B4-BE49-F238E27FC236}">
                  <a16:creationId xmlns:a16="http://schemas.microsoft.com/office/drawing/2014/main" id="{C441B3A6-A735-47E0-B140-7D72F99AC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353"/>
              <a:ext cx="609" cy="224"/>
            </a:xfrm>
            <a:custGeom>
              <a:avLst/>
              <a:gdLst>
                <a:gd name="T0" fmla="*/ 0 w 273"/>
                <a:gd name="T1" fmla="*/ 164 h 94"/>
                <a:gd name="T2" fmla="*/ 323 w 273"/>
                <a:gd name="T3" fmla="*/ 57 h 94"/>
                <a:gd name="T4" fmla="*/ 687 w 273"/>
                <a:gd name="T5" fmla="*/ 29 h 94"/>
                <a:gd name="T6" fmla="*/ 1408 w 273"/>
                <a:gd name="T7" fmla="*/ 98 h 94"/>
                <a:gd name="T8" fmla="*/ 2345 w 273"/>
                <a:gd name="T9" fmla="*/ 579 h 94"/>
                <a:gd name="T10" fmla="*/ 3032 w 273"/>
                <a:gd name="T11" fmla="*/ 1273 h 94"/>
                <a:gd name="T12" fmla="*/ 2208 w 273"/>
                <a:gd name="T13" fmla="*/ 908 h 94"/>
                <a:gd name="T14" fmla="*/ 1443 w 273"/>
                <a:gd name="T15" fmla="*/ 624 h 94"/>
                <a:gd name="T16" fmla="*/ 444 w 273"/>
                <a:gd name="T17" fmla="*/ 255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94">
                  <a:moveTo>
                    <a:pt x="0" y="12"/>
                  </a:moveTo>
                  <a:cubicBezTo>
                    <a:pt x="10" y="10"/>
                    <a:pt x="19" y="5"/>
                    <a:pt x="29" y="4"/>
                  </a:cubicBezTo>
                  <a:cubicBezTo>
                    <a:pt x="40" y="4"/>
                    <a:pt x="51" y="2"/>
                    <a:pt x="62" y="2"/>
                  </a:cubicBezTo>
                  <a:cubicBezTo>
                    <a:pt x="84" y="0"/>
                    <a:pt x="106" y="1"/>
                    <a:pt x="127" y="7"/>
                  </a:cubicBezTo>
                  <a:cubicBezTo>
                    <a:pt x="156" y="16"/>
                    <a:pt x="183" y="30"/>
                    <a:pt x="211" y="43"/>
                  </a:cubicBezTo>
                  <a:cubicBezTo>
                    <a:pt x="236" y="54"/>
                    <a:pt x="264" y="65"/>
                    <a:pt x="273" y="94"/>
                  </a:cubicBezTo>
                  <a:cubicBezTo>
                    <a:pt x="261" y="69"/>
                    <a:pt x="223" y="66"/>
                    <a:pt x="199" y="67"/>
                  </a:cubicBezTo>
                  <a:cubicBezTo>
                    <a:pt x="173" y="68"/>
                    <a:pt x="153" y="58"/>
                    <a:pt x="130" y="46"/>
                  </a:cubicBezTo>
                  <a:cubicBezTo>
                    <a:pt x="99" y="29"/>
                    <a:pt x="77" y="15"/>
                    <a:pt x="40" y="19"/>
                  </a:cubicBezTo>
                </a:path>
              </a:pathLst>
            </a:custGeom>
            <a:solidFill>
              <a:srgbClr val="EC8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55">
              <a:extLst>
                <a:ext uri="{FF2B5EF4-FFF2-40B4-BE49-F238E27FC236}">
                  <a16:creationId xmlns:a16="http://schemas.microsoft.com/office/drawing/2014/main" id="{C48462B5-CA2F-4CA8-96B7-BE161615B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360"/>
              <a:ext cx="301" cy="503"/>
            </a:xfrm>
            <a:custGeom>
              <a:avLst/>
              <a:gdLst>
                <a:gd name="T0" fmla="*/ 0 w 135"/>
                <a:gd name="T1" fmla="*/ 2858 h 211"/>
                <a:gd name="T2" fmla="*/ 551 w 135"/>
                <a:gd name="T3" fmla="*/ 2653 h 211"/>
                <a:gd name="T4" fmla="*/ 930 w 135"/>
                <a:gd name="T5" fmla="*/ 2427 h 211"/>
                <a:gd name="T6" fmla="*/ 1262 w 135"/>
                <a:gd name="T7" fmla="*/ 2274 h 211"/>
                <a:gd name="T8" fmla="*/ 1298 w 135"/>
                <a:gd name="T9" fmla="*/ 1342 h 211"/>
                <a:gd name="T10" fmla="*/ 1242 w 135"/>
                <a:gd name="T11" fmla="*/ 596 h 211"/>
                <a:gd name="T12" fmla="*/ 1242 w 135"/>
                <a:gd name="T13" fmla="*/ 0 h 211"/>
                <a:gd name="T14" fmla="*/ 1019 w 135"/>
                <a:gd name="T15" fmla="*/ 1027 h 211"/>
                <a:gd name="T16" fmla="*/ 821 w 135"/>
                <a:gd name="T17" fmla="*/ 1926 h 211"/>
                <a:gd name="T18" fmla="*/ 433 w 135"/>
                <a:gd name="T19" fmla="*/ 2262 h 211"/>
                <a:gd name="T20" fmla="*/ 9 w 135"/>
                <a:gd name="T21" fmla="*/ 2763 h 2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211">
                  <a:moveTo>
                    <a:pt x="0" y="211"/>
                  </a:moveTo>
                  <a:cubicBezTo>
                    <a:pt x="14" y="201"/>
                    <a:pt x="34" y="203"/>
                    <a:pt x="50" y="196"/>
                  </a:cubicBezTo>
                  <a:cubicBezTo>
                    <a:pt x="62" y="191"/>
                    <a:pt x="72" y="184"/>
                    <a:pt x="84" y="179"/>
                  </a:cubicBezTo>
                  <a:cubicBezTo>
                    <a:pt x="94" y="176"/>
                    <a:pt x="106" y="174"/>
                    <a:pt x="114" y="168"/>
                  </a:cubicBezTo>
                  <a:cubicBezTo>
                    <a:pt x="135" y="154"/>
                    <a:pt x="123" y="120"/>
                    <a:pt x="117" y="99"/>
                  </a:cubicBezTo>
                  <a:cubicBezTo>
                    <a:pt x="113" y="81"/>
                    <a:pt x="111" y="63"/>
                    <a:pt x="112" y="44"/>
                  </a:cubicBezTo>
                  <a:cubicBezTo>
                    <a:pt x="113" y="30"/>
                    <a:pt x="117" y="14"/>
                    <a:pt x="112" y="0"/>
                  </a:cubicBezTo>
                  <a:cubicBezTo>
                    <a:pt x="105" y="26"/>
                    <a:pt x="90" y="48"/>
                    <a:pt x="92" y="76"/>
                  </a:cubicBezTo>
                  <a:cubicBezTo>
                    <a:pt x="93" y="101"/>
                    <a:pt x="95" y="123"/>
                    <a:pt x="74" y="142"/>
                  </a:cubicBezTo>
                  <a:cubicBezTo>
                    <a:pt x="64" y="151"/>
                    <a:pt x="50" y="157"/>
                    <a:pt x="39" y="167"/>
                  </a:cubicBezTo>
                  <a:cubicBezTo>
                    <a:pt x="26" y="177"/>
                    <a:pt x="16" y="197"/>
                    <a:pt x="1" y="204"/>
                  </a:cubicBezTo>
                </a:path>
              </a:pathLst>
            </a:custGeom>
            <a:solidFill>
              <a:srgbClr val="EC8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56">
              <a:extLst>
                <a:ext uri="{FF2B5EF4-FFF2-40B4-BE49-F238E27FC236}">
                  <a16:creationId xmlns:a16="http://schemas.microsoft.com/office/drawing/2014/main" id="{8B3E5717-19AD-4353-B156-71F6A1AA8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196"/>
              <a:ext cx="208" cy="298"/>
            </a:xfrm>
            <a:custGeom>
              <a:avLst/>
              <a:gdLst>
                <a:gd name="T0" fmla="*/ 154 w 93"/>
                <a:gd name="T1" fmla="*/ 1693 h 125"/>
                <a:gd name="T2" fmla="*/ 445 w 93"/>
                <a:gd name="T3" fmla="*/ 1030 h 125"/>
                <a:gd name="T4" fmla="*/ 850 w 93"/>
                <a:gd name="T5" fmla="*/ 596 h 125"/>
                <a:gd name="T6" fmla="*/ 0 w 93"/>
                <a:gd name="T7" fmla="*/ 12 h 125"/>
                <a:gd name="T8" fmla="*/ 461 w 93"/>
                <a:gd name="T9" fmla="*/ 813 h 125"/>
                <a:gd name="T10" fmla="*/ 154 w 93"/>
                <a:gd name="T11" fmla="*/ 1693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25">
                  <a:moveTo>
                    <a:pt x="14" y="125"/>
                  </a:moveTo>
                  <a:cubicBezTo>
                    <a:pt x="12" y="110"/>
                    <a:pt x="30" y="87"/>
                    <a:pt x="40" y="76"/>
                  </a:cubicBezTo>
                  <a:cubicBezTo>
                    <a:pt x="50" y="64"/>
                    <a:pt x="68" y="58"/>
                    <a:pt x="76" y="44"/>
                  </a:cubicBezTo>
                  <a:cubicBezTo>
                    <a:pt x="93" y="13"/>
                    <a:pt x="20" y="0"/>
                    <a:pt x="0" y="1"/>
                  </a:cubicBezTo>
                  <a:cubicBezTo>
                    <a:pt x="22" y="3"/>
                    <a:pt x="56" y="36"/>
                    <a:pt x="41" y="60"/>
                  </a:cubicBezTo>
                  <a:cubicBezTo>
                    <a:pt x="26" y="73"/>
                    <a:pt x="14" y="110"/>
                    <a:pt x="14" y="125"/>
                  </a:cubicBezTo>
                  <a:close/>
                </a:path>
              </a:pathLst>
            </a:custGeom>
            <a:solidFill>
              <a:srgbClr val="EC8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57">
              <a:extLst>
                <a:ext uri="{FF2B5EF4-FFF2-40B4-BE49-F238E27FC236}">
                  <a16:creationId xmlns:a16="http://schemas.microsoft.com/office/drawing/2014/main" id="{2539FB93-7654-4299-8B57-D4304F35C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968"/>
              <a:ext cx="185" cy="183"/>
            </a:xfrm>
            <a:custGeom>
              <a:avLst/>
              <a:gdLst>
                <a:gd name="T0" fmla="*/ 0 w 83"/>
                <a:gd name="T1" fmla="*/ 29 h 77"/>
                <a:gd name="T2" fmla="*/ 611 w 83"/>
                <a:gd name="T3" fmla="*/ 176 h 77"/>
                <a:gd name="T4" fmla="*/ 865 w 83"/>
                <a:gd name="T5" fmla="*/ 1034 h 77"/>
                <a:gd name="T6" fmla="*/ 234 w 83"/>
                <a:gd name="T7" fmla="*/ 135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77">
                  <a:moveTo>
                    <a:pt x="0" y="2"/>
                  </a:moveTo>
                  <a:cubicBezTo>
                    <a:pt x="19" y="2"/>
                    <a:pt x="40" y="0"/>
                    <a:pt x="55" y="13"/>
                  </a:cubicBezTo>
                  <a:cubicBezTo>
                    <a:pt x="73" y="29"/>
                    <a:pt x="83" y="53"/>
                    <a:pt x="78" y="77"/>
                  </a:cubicBezTo>
                  <a:cubicBezTo>
                    <a:pt x="64" y="55"/>
                    <a:pt x="53" y="12"/>
                    <a:pt x="21" y="10"/>
                  </a:cubicBezTo>
                </a:path>
              </a:pathLst>
            </a:custGeom>
            <a:solidFill>
              <a:srgbClr val="EC8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58">
              <a:extLst>
                <a:ext uri="{FF2B5EF4-FFF2-40B4-BE49-F238E27FC236}">
                  <a16:creationId xmlns:a16="http://schemas.microsoft.com/office/drawing/2014/main" id="{7A5FD8DF-F078-4BC6-A597-9328F3785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284"/>
              <a:ext cx="214" cy="595"/>
            </a:xfrm>
            <a:custGeom>
              <a:avLst/>
              <a:gdLst>
                <a:gd name="T0" fmla="*/ 89 w 96"/>
                <a:gd name="T1" fmla="*/ 578 h 250"/>
                <a:gd name="T2" fmla="*/ 154 w 96"/>
                <a:gd name="T3" fmla="*/ 1535 h 250"/>
                <a:gd name="T4" fmla="*/ 421 w 96"/>
                <a:gd name="T5" fmla="*/ 2294 h 250"/>
                <a:gd name="T6" fmla="*/ 667 w 96"/>
                <a:gd name="T7" fmla="*/ 2861 h 250"/>
                <a:gd name="T8" fmla="*/ 1063 w 96"/>
                <a:gd name="T9" fmla="*/ 3370 h 250"/>
                <a:gd name="T10" fmla="*/ 740 w 96"/>
                <a:gd name="T11" fmla="*/ 2561 h 250"/>
                <a:gd name="T12" fmla="*/ 408 w 96"/>
                <a:gd name="T13" fmla="*/ 1564 h 250"/>
                <a:gd name="T14" fmla="*/ 223 w 96"/>
                <a:gd name="T15" fmla="*/ 607 h 250"/>
                <a:gd name="T16" fmla="*/ 0 w 96"/>
                <a:gd name="T17" fmla="*/ 0 h 2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250">
                  <a:moveTo>
                    <a:pt x="8" y="43"/>
                  </a:moveTo>
                  <a:cubicBezTo>
                    <a:pt x="8" y="67"/>
                    <a:pt x="8" y="91"/>
                    <a:pt x="14" y="114"/>
                  </a:cubicBezTo>
                  <a:cubicBezTo>
                    <a:pt x="20" y="133"/>
                    <a:pt x="29" y="151"/>
                    <a:pt x="38" y="170"/>
                  </a:cubicBezTo>
                  <a:cubicBezTo>
                    <a:pt x="45" y="184"/>
                    <a:pt x="53" y="198"/>
                    <a:pt x="60" y="212"/>
                  </a:cubicBezTo>
                  <a:cubicBezTo>
                    <a:pt x="68" y="230"/>
                    <a:pt x="85" y="235"/>
                    <a:pt x="96" y="250"/>
                  </a:cubicBezTo>
                  <a:cubicBezTo>
                    <a:pt x="78" y="235"/>
                    <a:pt x="75" y="211"/>
                    <a:pt x="67" y="190"/>
                  </a:cubicBezTo>
                  <a:cubicBezTo>
                    <a:pt x="57" y="165"/>
                    <a:pt x="44" y="142"/>
                    <a:pt x="37" y="116"/>
                  </a:cubicBezTo>
                  <a:cubicBezTo>
                    <a:pt x="30" y="92"/>
                    <a:pt x="31" y="68"/>
                    <a:pt x="20" y="45"/>
                  </a:cubicBezTo>
                  <a:cubicBezTo>
                    <a:pt x="12" y="30"/>
                    <a:pt x="5" y="17"/>
                    <a:pt x="0" y="0"/>
                  </a:cubicBezTo>
                </a:path>
              </a:pathLst>
            </a:custGeom>
            <a:solidFill>
              <a:srgbClr val="EC8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59">
              <a:extLst>
                <a:ext uri="{FF2B5EF4-FFF2-40B4-BE49-F238E27FC236}">
                  <a16:creationId xmlns:a16="http://schemas.microsoft.com/office/drawing/2014/main" id="{7394B831-4022-481D-B5EB-F637945F3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906"/>
              <a:ext cx="233" cy="321"/>
            </a:xfrm>
            <a:custGeom>
              <a:avLst/>
              <a:gdLst>
                <a:gd name="T0" fmla="*/ 798 w 104"/>
                <a:gd name="T1" fmla="*/ 271 h 135"/>
                <a:gd name="T2" fmla="*/ 571 w 104"/>
                <a:gd name="T3" fmla="*/ 1210 h 135"/>
                <a:gd name="T4" fmla="*/ 271 w 104"/>
                <a:gd name="T5" fmla="*/ 1531 h 135"/>
                <a:gd name="T6" fmla="*/ 20 w 104"/>
                <a:gd name="T7" fmla="*/ 1814 h 135"/>
                <a:gd name="T8" fmla="*/ 453 w 104"/>
                <a:gd name="T9" fmla="*/ 1736 h 135"/>
                <a:gd name="T10" fmla="*/ 764 w 104"/>
                <a:gd name="T11" fmla="*/ 1141 h 135"/>
                <a:gd name="T12" fmla="*/ 1069 w 104"/>
                <a:gd name="T13" fmla="*/ 378 h 135"/>
                <a:gd name="T14" fmla="*/ 1161 w 104"/>
                <a:gd name="T15" fmla="*/ 136 h 135"/>
                <a:gd name="T16" fmla="*/ 869 w 104"/>
                <a:gd name="T17" fmla="*/ 13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35">
                  <a:moveTo>
                    <a:pt x="71" y="20"/>
                  </a:moveTo>
                  <a:cubicBezTo>
                    <a:pt x="78" y="39"/>
                    <a:pt x="62" y="76"/>
                    <a:pt x="51" y="90"/>
                  </a:cubicBezTo>
                  <a:cubicBezTo>
                    <a:pt x="44" y="99"/>
                    <a:pt x="34" y="107"/>
                    <a:pt x="24" y="114"/>
                  </a:cubicBezTo>
                  <a:cubicBezTo>
                    <a:pt x="16" y="119"/>
                    <a:pt x="0" y="122"/>
                    <a:pt x="2" y="135"/>
                  </a:cubicBezTo>
                  <a:cubicBezTo>
                    <a:pt x="11" y="135"/>
                    <a:pt x="33" y="132"/>
                    <a:pt x="40" y="129"/>
                  </a:cubicBezTo>
                  <a:cubicBezTo>
                    <a:pt x="53" y="122"/>
                    <a:pt x="60" y="96"/>
                    <a:pt x="68" y="85"/>
                  </a:cubicBezTo>
                  <a:cubicBezTo>
                    <a:pt x="80" y="66"/>
                    <a:pt x="87" y="49"/>
                    <a:pt x="95" y="28"/>
                  </a:cubicBezTo>
                  <a:cubicBezTo>
                    <a:pt x="96" y="26"/>
                    <a:pt x="104" y="12"/>
                    <a:pt x="103" y="10"/>
                  </a:cubicBezTo>
                  <a:cubicBezTo>
                    <a:pt x="99" y="0"/>
                    <a:pt x="83" y="5"/>
                    <a:pt x="77" y="10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60">
              <a:extLst>
                <a:ext uri="{FF2B5EF4-FFF2-40B4-BE49-F238E27FC236}">
                  <a16:creationId xmlns:a16="http://schemas.microsoft.com/office/drawing/2014/main" id="{2DF66BAB-AEDE-4822-B1E7-781EAEAFC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3018"/>
              <a:ext cx="161" cy="257"/>
            </a:xfrm>
            <a:custGeom>
              <a:avLst/>
              <a:gdLst>
                <a:gd name="T0" fmla="*/ 550 w 72"/>
                <a:gd name="T1" fmla="*/ 164 h 108"/>
                <a:gd name="T2" fmla="*/ 344 w 72"/>
                <a:gd name="T3" fmla="*/ 900 h 108"/>
                <a:gd name="T4" fmla="*/ 199 w 72"/>
                <a:gd name="T5" fmla="*/ 1456 h 108"/>
                <a:gd name="T6" fmla="*/ 369 w 72"/>
                <a:gd name="T7" fmla="*/ 1009 h 108"/>
                <a:gd name="T8" fmla="*/ 651 w 72"/>
                <a:gd name="T9" fmla="*/ 731 h 108"/>
                <a:gd name="T10" fmla="*/ 680 w 72"/>
                <a:gd name="T11" fmla="*/ 295 h 108"/>
                <a:gd name="T12" fmla="*/ 740 w 72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108">
                  <a:moveTo>
                    <a:pt x="49" y="12"/>
                  </a:moveTo>
                  <a:cubicBezTo>
                    <a:pt x="49" y="31"/>
                    <a:pt x="41" y="50"/>
                    <a:pt x="31" y="67"/>
                  </a:cubicBezTo>
                  <a:cubicBezTo>
                    <a:pt x="27" y="74"/>
                    <a:pt x="0" y="104"/>
                    <a:pt x="18" y="108"/>
                  </a:cubicBezTo>
                  <a:cubicBezTo>
                    <a:pt x="22" y="98"/>
                    <a:pt x="27" y="84"/>
                    <a:pt x="33" y="75"/>
                  </a:cubicBezTo>
                  <a:cubicBezTo>
                    <a:pt x="39" y="66"/>
                    <a:pt x="53" y="63"/>
                    <a:pt x="58" y="54"/>
                  </a:cubicBezTo>
                  <a:cubicBezTo>
                    <a:pt x="64" y="44"/>
                    <a:pt x="58" y="33"/>
                    <a:pt x="61" y="22"/>
                  </a:cubicBezTo>
                  <a:cubicBezTo>
                    <a:pt x="63" y="15"/>
                    <a:pt x="72" y="6"/>
                    <a:pt x="66" y="0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61">
              <a:extLst>
                <a:ext uri="{FF2B5EF4-FFF2-40B4-BE49-F238E27FC236}">
                  <a16:creationId xmlns:a16="http://schemas.microsoft.com/office/drawing/2014/main" id="{9BD99D90-4738-4BB5-9D13-8EC81B18C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377"/>
              <a:ext cx="212" cy="98"/>
            </a:xfrm>
            <a:custGeom>
              <a:avLst/>
              <a:gdLst>
                <a:gd name="T0" fmla="*/ 243 w 95"/>
                <a:gd name="T1" fmla="*/ 0 h 41"/>
                <a:gd name="T2" fmla="*/ 9 w 95"/>
                <a:gd name="T3" fmla="*/ 12 h 41"/>
                <a:gd name="T4" fmla="*/ 0 w 95"/>
                <a:gd name="T5" fmla="*/ 79 h 41"/>
                <a:gd name="T6" fmla="*/ 424 w 95"/>
                <a:gd name="T7" fmla="*/ 234 h 41"/>
                <a:gd name="T8" fmla="*/ 788 w 95"/>
                <a:gd name="T9" fmla="*/ 502 h 41"/>
                <a:gd name="T10" fmla="*/ 975 w 95"/>
                <a:gd name="T11" fmla="*/ 382 h 41"/>
                <a:gd name="T12" fmla="*/ 768 w 95"/>
                <a:gd name="T13" fmla="*/ 287 h 41"/>
                <a:gd name="T14" fmla="*/ 478 w 95"/>
                <a:gd name="T15" fmla="*/ 108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41">
                  <a:moveTo>
                    <a:pt x="22" y="0"/>
                  </a:moveTo>
                  <a:cubicBezTo>
                    <a:pt x="15" y="0"/>
                    <a:pt x="8" y="1"/>
                    <a:pt x="1" y="1"/>
                  </a:cubicBezTo>
                  <a:cubicBezTo>
                    <a:pt x="1" y="3"/>
                    <a:pt x="0" y="4"/>
                    <a:pt x="0" y="6"/>
                  </a:cubicBezTo>
                  <a:cubicBezTo>
                    <a:pt x="13" y="6"/>
                    <a:pt x="26" y="11"/>
                    <a:pt x="38" y="17"/>
                  </a:cubicBezTo>
                  <a:cubicBezTo>
                    <a:pt x="50" y="24"/>
                    <a:pt x="57" y="34"/>
                    <a:pt x="71" y="37"/>
                  </a:cubicBezTo>
                  <a:cubicBezTo>
                    <a:pt x="78" y="39"/>
                    <a:pt x="95" y="41"/>
                    <a:pt x="88" y="28"/>
                  </a:cubicBezTo>
                  <a:cubicBezTo>
                    <a:pt x="86" y="23"/>
                    <a:pt x="74" y="23"/>
                    <a:pt x="69" y="21"/>
                  </a:cubicBezTo>
                  <a:cubicBezTo>
                    <a:pt x="60" y="17"/>
                    <a:pt x="52" y="11"/>
                    <a:pt x="43" y="8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62">
              <a:extLst>
                <a:ext uri="{FF2B5EF4-FFF2-40B4-BE49-F238E27FC236}">
                  <a16:creationId xmlns:a16="http://schemas.microsoft.com/office/drawing/2014/main" id="{4A3C6A9C-4EB8-4E19-B028-D73B7BACE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570"/>
              <a:ext cx="145" cy="205"/>
            </a:xfrm>
            <a:custGeom>
              <a:avLst/>
              <a:gdLst>
                <a:gd name="T0" fmla="*/ 567 w 65"/>
                <a:gd name="T1" fmla="*/ 0 h 86"/>
                <a:gd name="T2" fmla="*/ 611 w 65"/>
                <a:gd name="T3" fmla="*/ 870 h 86"/>
                <a:gd name="T4" fmla="*/ 0 w 65"/>
                <a:gd name="T5" fmla="*/ 1154 h 86"/>
                <a:gd name="T6" fmla="*/ 413 w 65"/>
                <a:gd name="T7" fmla="*/ 715 h 86"/>
                <a:gd name="T8" fmla="*/ 558 w 65"/>
                <a:gd name="T9" fmla="*/ 98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86">
                  <a:moveTo>
                    <a:pt x="51" y="0"/>
                  </a:moveTo>
                  <a:cubicBezTo>
                    <a:pt x="54" y="16"/>
                    <a:pt x="65" y="49"/>
                    <a:pt x="55" y="64"/>
                  </a:cubicBezTo>
                  <a:cubicBezTo>
                    <a:pt x="46" y="76"/>
                    <a:pt x="14" y="86"/>
                    <a:pt x="0" y="85"/>
                  </a:cubicBezTo>
                  <a:cubicBezTo>
                    <a:pt x="5" y="73"/>
                    <a:pt x="30" y="68"/>
                    <a:pt x="37" y="53"/>
                  </a:cubicBezTo>
                  <a:cubicBezTo>
                    <a:pt x="44" y="40"/>
                    <a:pt x="50" y="21"/>
                    <a:pt x="50" y="7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63">
              <a:extLst>
                <a:ext uri="{FF2B5EF4-FFF2-40B4-BE49-F238E27FC236}">
                  <a16:creationId xmlns:a16="http://schemas.microsoft.com/office/drawing/2014/main" id="{8C81B4AF-3490-41E8-9A18-662F2F199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456"/>
              <a:ext cx="45" cy="200"/>
            </a:xfrm>
            <a:custGeom>
              <a:avLst/>
              <a:gdLst>
                <a:gd name="T0" fmla="*/ 0 w 20"/>
                <a:gd name="T1" fmla="*/ 0 h 84"/>
                <a:gd name="T2" fmla="*/ 227 w 20"/>
                <a:gd name="T3" fmla="*/ 1133 h 84"/>
                <a:gd name="T4" fmla="*/ 92 w 20"/>
                <a:gd name="T5" fmla="*/ 148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4">
                  <a:moveTo>
                    <a:pt x="0" y="0"/>
                  </a:moveTo>
                  <a:cubicBezTo>
                    <a:pt x="0" y="25"/>
                    <a:pt x="3" y="65"/>
                    <a:pt x="20" y="84"/>
                  </a:cubicBezTo>
                  <a:cubicBezTo>
                    <a:pt x="16" y="60"/>
                    <a:pt x="6" y="35"/>
                    <a:pt x="8" y="11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64">
              <a:extLst>
                <a:ext uri="{FF2B5EF4-FFF2-40B4-BE49-F238E27FC236}">
                  <a16:creationId xmlns:a16="http://schemas.microsoft.com/office/drawing/2014/main" id="{25C72C69-03DA-4882-B2E9-D98475E6F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239"/>
              <a:ext cx="54" cy="95"/>
            </a:xfrm>
            <a:custGeom>
              <a:avLst/>
              <a:gdLst>
                <a:gd name="T0" fmla="*/ 0 w 24"/>
                <a:gd name="T1" fmla="*/ 0 h 40"/>
                <a:gd name="T2" fmla="*/ 263 w 24"/>
                <a:gd name="T3" fmla="*/ 271 h 40"/>
                <a:gd name="T4" fmla="*/ 11 w 24"/>
                <a:gd name="T5" fmla="*/ 537 h 40"/>
                <a:gd name="T6" fmla="*/ 81 w 24"/>
                <a:gd name="T7" fmla="*/ 5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0">
                  <a:moveTo>
                    <a:pt x="0" y="0"/>
                  </a:moveTo>
                  <a:cubicBezTo>
                    <a:pt x="10" y="3"/>
                    <a:pt x="24" y="7"/>
                    <a:pt x="23" y="20"/>
                  </a:cubicBezTo>
                  <a:cubicBezTo>
                    <a:pt x="22" y="31"/>
                    <a:pt x="8" y="34"/>
                    <a:pt x="1" y="40"/>
                  </a:cubicBezTo>
                  <a:cubicBezTo>
                    <a:pt x="13" y="26"/>
                    <a:pt x="12" y="20"/>
                    <a:pt x="7" y="4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65">
              <a:extLst>
                <a:ext uri="{FF2B5EF4-FFF2-40B4-BE49-F238E27FC236}">
                  <a16:creationId xmlns:a16="http://schemas.microsoft.com/office/drawing/2014/main" id="{98FC0726-232C-4124-B828-0DB8FC32D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941"/>
              <a:ext cx="43" cy="65"/>
            </a:xfrm>
            <a:custGeom>
              <a:avLst/>
              <a:gdLst>
                <a:gd name="T0" fmla="*/ 81 w 19"/>
                <a:gd name="T1" fmla="*/ 0 h 27"/>
                <a:gd name="T2" fmla="*/ 93 w 19"/>
                <a:gd name="T3" fmla="*/ 376 h 27"/>
                <a:gd name="T4" fmla="*/ 36 w 19"/>
                <a:gd name="T5" fmla="*/ 11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7">
                  <a:moveTo>
                    <a:pt x="7" y="0"/>
                  </a:moveTo>
                  <a:cubicBezTo>
                    <a:pt x="19" y="4"/>
                    <a:pt x="11" y="19"/>
                    <a:pt x="8" y="27"/>
                  </a:cubicBezTo>
                  <a:cubicBezTo>
                    <a:pt x="4" y="22"/>
                    <a:pt x="0" y="13"/>
                    <a:pt x="3" y="8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66">
              <a:extLst>
                <a:ext uri="{FF2B5EF4-FFF2-40B4-BE49-F238E27FC236}">
                  <a16:creationId xmlns:a16="http://schemas.microsoft.com/office/drawing/2014/main" id="{F639D321-5014-4A35-9293-82663EA40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3172"/>
              <a:ext cx="36" cy="45"/>
            </a:xfrm>
            <a:custGeom>
              <a:avLst/>
              <a:gdLst>
                <a:gd name="T0" fmla="*/ 126 w 16"/>
                <a:gd name="T1" fmla="*/ 0 h 19"/>
                <a:gd name="T2" fmla="*/ 0 w 16"/>
                <a:gd name="T3" fmla="*/ 135 h 19"/>
                <a:gd name="T4" fmla="*/ 182 w 16"/>
                <a:gd name="T5" fmla="*/ 7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11" y="0"/>
                  </a:moveTo>
                  <a:cubicBezTo>
                    <a:pt x="8" y="4"/>
                    <a:pt x="4" y="7"/>
                    <a:pt x="0" y="10"/>
                  </a:cubicBezTo>
                  <a:cubicBezTo>
                    <a:pt x="4" y="19"/>
                    <a:pt x="16" y="16"/>
                    <a:pt x="16" y="6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67">
              <a:extLst>
                <a:ext uri="{FF2B5EF4-FFF2-40B4-BE49-F238E27FC236}">
                  <a16:creationId xmlns:a16="http://schemas.microsoft.com/office/drawing/2014/main" id="{BFC53380-9859-4D0A-A482-E066C9502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060"/>
              <a:ext cx="53" cy="129"/>
            </a:xfrm>
            <a:custGeom>
              <a:avLst/>
              <a:gdLst>
                <a:gd name="T0" fmla="*/ 20 w 24"/>
                <a:gd name="T1" fmla="*/ 736 h 54"/>
                <a:gd name="T2" fmla="*/ 250 w 24"/>
                <a:gd name="T3" fmla="*/ 313 h 54"/>
                <a:gd name="T4" fmla="*/ 250 w 24"/>
                <a:gd name="T5" fmla="*/ 0 h 54"/>
                <a:gd name="T6" fmla="*/ 161 w 24"/>
                <a:gd name="T7" fmla="*/ 370 h 54"/>
                <a:gd name="T8" fmla="*/ 0 w 24"/>
                <a:gd name="T9" fmla="*/ 73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4">
                  <a:moveTo>
                    <a:pt x="2" y="54"/>
                  </a:moveTo>
                  <a:cubicBezTo>
                    <a:pt x="4" y="41"/>
                    <a:pt x="22" y="38"/>
                    <a:pt x="23" y="23"/>
                  </a:cubicBezTo>
                  <a:cubicBezTo>
                    <a:pt x="24" y="15"/>
                    <a:pt x="19" y="9"/>
                    <a:pt x="23" y="0"/>
                  </a:cubicBezTo>
                  <a:cubicBezTo>
                    <a:pt x="18" y="6"/>
                    <a:pt x="18" y="19"/>
                    <a:pt x="15" y="27"/>
                  </a:cubicBezTo>
                  <a:cubicBezTo>
                    <a:pt x="11" y="37"/>
                    <a:pt x="1" y="44"/>
                    <a:pt x="0" y="54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68">
              <a:extLst>
                <a:ext uri="{FF2B5EF4-FFF2-40B4-BE49-F238E27FC236}">
                  <a16:creationId xmlns:a16="http://schemas.microsoft.com/office/drawing/2014/main" id="{2E4D26EA-59D3-41CC-9690-FDA25B9A3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415"/>
              <a:ext cx="71" cy="48"/>
            </a:xfrm>
            <a:custGeom>
              <a:avLst/>
              <a:gdLst>
                <a:gd name="T0" fmla="*/ 0 w 32"/>
                <a:gd name="T1" fmla="*/ 0 h 20"/>
                <a:gd name="T2" fmla="*/ 351 w 32"/>
                <a:gd name="T3" fmla="*/ 197 h 20"/>
                <a:gd name="T4" fmla="*/ 217 w 32"/>
                <a:gd name="T5" fmla="*/ 1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0">
                  <a:moveTo>
                    <a:pt x="0" y="0"/>
                  </a:moveTo>
                  <a:cubicBezTo>
                    <a:pt x="8" y="7"/>
                    <a:pt x="21" y="20"/>
                    <a:pt x="32" y="14"/>
                  </a:cubicBezTo>
                  <a:cubicBezTo>
                    <a:pt x="29" y="13"/>
                    <a:pt x="23" y="12"/>
                    <a:pt x="20" y="10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69">
              <a:extLst>
                <a:ext uri="{FF2B5EF4-FFF2-40B4-BE49-F238E27FC236}">
                  <a16:creationId xmlns:a16="http://schemas.microsoft.com/office/drawing/2014/main" id="{3D96E6CE-5072-4F6E-BD34-8C800B072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618"/>
              <a:ext cx="31" cy="38"/>
            </a:xfrm>
            <a:custGeom>
              <a:avLst/>
              <a:gdLst>
                <a:gd name="T0" fmla="*/ 97 w 14"/>
                <a:gd name="T1" fmla="*/ 0 h 16"/>
                <a:gd name="T2" fmla="*/ 133 w 14"/>
                <a:gd name="T3" fmla="*/ 214 h 16"/>
                <a:gd name="T4" fmla="*/ 117 w 14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9" y="0"/>
                  </a:moveTo>
                  <a:cubicBezTo>
                    <a:pt x="0" y="7"/>
                    <a:pt x="2" y="15"/>
                    <a:pt x="12" y="16"/>
                  </a:cubicBezTo>
                  <a:cubicBezTo>
                    <a:pt x="14" y="10"/>
                    <a:pt x="10" y="7"/>
                    <a:pt x="11" y="1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70">
              <a:extLst>
                <a:ext uri="{FF2B5EF4-FFF2-40B4-BE49-F238E27FC236}">
                  <a16:creationId xmlns:a16="http://schemas.microsoft.com/office/drawing/2014/main" id="{EDCC2849-73BB-482F-A670-5EDCF71AC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694"/>
              <a:ext cx="24" cy="40"/>
            </a:xfrm>
            <a:custGeom>
              <a:avLst/>
              <a:gdLst>
                <a:gd name="T0" fmla="*/ 113 w 11"/>
                <a:gd name="T1" fmla="*/ 0 h 17"/>
                <a:gd name="T2" fmla="*/ 0 w 11"/>
                <a:gd name="T3" fmla="*/ 155 h 17"/>
                <a:gd name="T4" fmla="*/ 113 w 11"/>
                <a:gd name="T5" fmla="*/ 20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1" y="0"/>
                  </a:moveTo>
                  <a:cubicBezTo>
                    <a:pt x="9" y="5"/>
                    <a:pt x="4" y="9"/>
                    <a:pt x="0" y="12"/>
                  </a:cubicBezTo>
                  <a:cubicBezTo>
                    <a:pt x="2" y="15"/>
                    <a:pt x="7" y="17"/>
                    <a:pt x="11" y="16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71">
              <a:extLst>
                <a:ext uri="{FF2B5EF4-FFF2-40B4-BE49-F238E27FC236}">
                  <a16:creationId xmlns:a16="http://schemas.microsoft.com/office/drawing/2014/main" id="{A184BA89-8658-4307-94B2-6F9B0B67F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553"/>
              <a:ext cx="29" cy="36"/>
            </a:xfrm>
            <a:custGeom>
              <a:avLst/>
              <a:gdLst>
                <a:gd name="T0" fmla="*/ 45 w 13"/>
                <a:gd name="T1" fmla="*/ 0 h 15"/>
                <a:gd name="T2" fmla="*/ 89 w 13"/>
                <a:gd name="T3" fmla="*/ 206 h 15"/>
                <a:gd name="T4" fmla="*/ 145 w 13"/>
                <a:gd name="T5" fmla="*/ 70 h 15"/>
                <a:gd name="T6" fmla="*/ 100 w 13"/>
                <a:gd name="T7" fmla="*/ 4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cubicBezTo>
                    <a:pt x="0" y="6"/>
                    <a:pt x="3" y="11"/>
                    <a:pt x="8" y="15"/>
                  </a:cubicBezTo>
                  <a:cubicBezTo>
                    <a:pt x="10" y="12"/>
                    <a:pt x="12" y="7"/>
                    <a:pt x="13" y="5"/>
                  </a:cubicBezTo>
                  <a:cubicBezTo>
                    <a:pt x="11" y="5"/>
                    <a:pt x="11" y="4"/>
                    <a:pt x="9" y="3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72">
              <a:extLst>
                <a:ext uri="{FF2B5EF4-FFF2-40B4-BE49-F238E27FC236}">
                  <a16:creationId xmlns:a16="http://schemas.microsoft.com/office/drawing/2014/main" id="{3C669C8F-1703-4932-9BD0-8B334B8F1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291"/>
              <a:ext cx="27" cy="31"/>
            </a:xfrm>
            <a:custGeom>
              <a:avLst/>
              <a:gdLst>
                <a:gd name="T0" fmla="*/ 81 w 12"/>
                <a:gd name="T1" fmla="*/ 0 h 13"/>
                <a:gd name="T2" fmla="*/ 0 w 12"/>
                <a:gd name="T3" fmla="*/ 176 h 13"/>
                <a:gd name="T4" fmla="*/ 81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7" y="0"/>
                  </a:moveTo>
                  <a:cubicBezTo>
                    <a:pt x="3" y="4"/>
                    <a:pt x="0" y="8"/>
                    <a:pt x="0" y="13"/>
                  </a:cubicBezTo>
                  <a:cubicBezTo>
                    <a:pt x="8" y="13"/>
                    <a:pt x="12" y="7"/>
                    <a:pt x="7" y="0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73">
              <a:extLst>
                <a:ext uri="{FF2B5EF4-FFF2-40B4-BE49-F238E27FC236}">
                  <a16:creationId xmlns:a16="http://schemas.microsoft.com/office/drawing/2014/main" id="{654198A8-FBA5-478A-8C56-3604BA799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241"/>
              <a:ext cx="20" cy="12"/>
            </a:xfrm>
            <a:custGeom>
              <a:avLst/>
              <a:gdLst>
                <a:gd name="T0" fmla="*/ 44 w 9"/>
                <a:gd name="T1" fmla="*/ 0 h 5"/>
                <a:gd name="T2" fmla="*/ 0 w 9"/>
                <a:gd name="T3" fmla="*/ 29 h 5"/>
                <a:gd name="T4" fmla="*/ 98 w 9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2" y="4"/>
                    <a:pt x="5" y="5"/>
                    <a:pt x="9" y="4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74">
              <a:extLst>
                <a:ext uri="{FF2B5EF4-FFF2-40B4-BE49-F238E27FC236}">
                  <a16:creationId xmlns:a16="http://schemas.microsoft.com/office/drawing/2014/main" id="{83F7BABF-790A-4992-9D2C-B0A72FC0F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303"/>
              <a:ext cx="185" cy="343"/>
            </a:xfrm>
            <a:custGeom>
              <a:avLst/>
              <a:gdLst>
                <a:gd name="T0" fmla="*/ 263 w 83"/>
                <a:gd name="T1" fmla="*/ 283 h 144"/>
                <a:gd name="T2" fmla="*/ 497 w 83"/>
                <a:gd name="T3" fmla="*/ 822 h 144"/>
                <a:gd name="T4" fmla="*/ 695 w 83"/>
                <a:gd name="T5" fmla="*/ 1310 h 144"/>
                <a:gd name="T6" fmla="*/ 611 w 83"/>
                <a:gd name="T7" fmla="*/ 1946 h 144"/>
                <a:gd name="T8" fmla="*/ 332 w 83"/>
                <a:gd name="T9" fmla="*/ 1134 h 144"/>
                <a:gd name="T10" fmla="*/ 0 w 83"/>
                <a:gd name="T11" fmla="*/ 0 h 1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144">
                  <a:moveTo>
                    <a:pt x="24" y="21"/>
                  </a:moveTo>
                  <a:cubicBezTo>
                    <a:pt x="29" y="35"/>
                    <a:pt x="38" y="48"/>
                    <a:pt x="45" y="61"/>
                  </a:cubicBezTo>
                  <a:cubicBezTo>
                    <a:pt x="51" y="73"/>
                    <a:pt x="57" y="86"/>
                    <a:pt x="63" y="97"/>
                  </a:cubicBezTo>
                  <a:cubicBezTo>
                    <a:pt x="71" y="114"/>
                    <a:pt x="83" y="139"/>
                    <a:pt x="55" y="144"/>
                  </a:cubicBezTo>
                  <a:cubicBezTo>
                    <a:pt x="70" y="120"/>
                    <a:pt x="38" y="103"/>
                    <a:pt x="30" y="84"/>
                  </a:cubicBezTo>
                  <a:cubicBezTo>
                    <a:pt x="19" y="61"/>
                    <a:pt x="24" y="16"/>
                    <a:pt x="0" y="0"/>
                  </a:cubicBezTo>
                </a:path>
              </a:pathLst>
            </a:custGeom>
            <a:solidFill>
              <a:srgbClr val="EC8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Freeform 75">
              <a:extLst>
                <a:ext uri="{FF2B5EF4-FFF2-40B4-BE49-F238E27FC236}">
                  <a16:creationId xmlns:a16="http://schemas.microsoft.com/office/drawing/2014/main" id="{F8642A59-5790-4752-8B8C-A07108FAD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875"/>
              <a:ext cx="388" cy="324"/>
            </a:xfrm>
            <a:custGeom>
              <a:avLst/>
              <a:gdLst>
                <a:gd name="T0" fmla="*/ 134 w 174"/>
                <a:gd name="T1" fmla="*/ 341 h 136"/>
                <a:gd name="T2" fmla="*/ 801 w 174"/>
                <a:gd name="T3" fmla="*/ 1437 h 136"/>
                <a:gd name="T4" fmla="*/ 1064 w 174"/>
                <a:gd name="T5" fmla="*/ 1391 h 136"/>
                <a:gd name="T6" fmla="*/ 1398 w 174"/>
                <a:gd name="T7" fmla="*/ 1527 h 136"/>
                <a:gd name="T8" fmla="*/ 1929 w 174"/>
                <a:gd name="T9" fmla="*/ 1839 h 136"/>
                <a:gd name="T10" fmla="*/ 1552 w 174"/>
                <a:gd name="T11" fmla="*/ 1458 h 136"/>
                <a:gd name="T12" fmla="*/ 1273 w 174"/>
                <a:gd name="T13" fmla="*/ 1260 h 136"/>
                <a:gd name="T14" fmla="*/ 910 w 174"/>
                <a:gd name="T15" fmla="*/ 1124 h 136"/>
                <a:gd name="T16" fmla="*/ 468 w 174"/>
                <a:gd name="T17" fmla="*/ 419 h 136"/>
                <a:gd name="T18" fmla="*/ 0 w 174"/>
                <a:gd name="T19" fmla="*/ 0 h 1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" h="136">
                  <a:moveTo>
                    <a:pt x="12" y="25"/>
                  </a:moveTo>
                  <a:cubicBezTo>
                    <a:pt x="26" y="55"/>
                    <a:pt x="29" y="106"/>
                    <a:pt x="72" y="106"/>
                  </a:cubicBezTo>
                  <a:cubicBezTo>
                    <a:pt x="80" y="107"/>
                    <a:pt x="87" y="103"/>
                    <a:pt x="96" y="103"/>
                  </a:cubicBezTo>
                  <a:cubicBezTo>
                    <a:pt x="106" y="104"/>
                    <a:pt x="117" y="109"/>
                    <a:pt x="126" y="113"/>
                  </a:cubicBezTo>
                  <a:cubicBezTo>
                    <a:pt x="142" y="121"/>
                    <a:pt x="161" y="125"/>
                    <a:pt x="174" y="136"/>
                  </a:cubicBezTo>
                  <a:cubicBezTo>
                    <a:pt x="163" y="121"/>
                    <a:pt x="155" y="118"/>
                    <a:pt x="140" y="108"/>
                  </a:cubicBezTo>
                  <a:cubicBezTo>
                    <a:pt x="131" y="103"/>
                    <a:pt x="124" y="97"/>
                    <a:pt x="115" y="93"/>
                  </a:cubicBezTo>
                  <a:cubicBezTo>
                    <a:pt x="104" y="89"/>
                    <a:pt x="93" y="87"/>
                    <a:pt x="82" y="83"/>
                  </a:cubicBezTo>
                  <a:cubicBezTo>
                    <a:pt x="58" y="71"/>
                    <a:pt x="59" y="49"/>
                    <a:pt x="42" y="31"/>
                  </a:cubicBezTo>
                  <a:cubicBezTo>
                    <a:pt x="30" y="20"/>
                    <a:pt x="6" y="16"/>
                    <a:pt x="0" y="0"/>
                  </a:cubicBezTo>
                </a:path>
              </a:pathLst>
            </a:custGeom>
            <a:solidFill>
              <a:srgbClr val="EC8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76">
              <a:extLst>
                <a:ext uri="{FF2B5EF4-FFF2-40B4-BE49-F238E27FC236}">
                  <a16:creationId xmlns:a16="http://schemas.microsoft.com/office/drawing/2014/main" id="{4490FAA5-88EF-4EDB-882F-4F9C2AA70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980"/>
              <a:ext cx="152" cy="271"/>
            </a:xfrm>
            <a:custGeom>
              <a:avLst/>
              <a:gdLst>
                <a:gd name="T0" fmla="*/ 101 w 68"/>
                <a:gd name="T1" fmla="*/ 0 h 114"/>
                <a:gd name="T2" fmla="*/ 590 w 68"/>
                <a:gd name="T3" fmla="*/ 915 h 114"/>
                <a:gd name="T4" fmla="*/ 324 w 68"/>
                <a:gd name="T5" fmla="*/ 1424 h 114"/>
                <a:gd name="T6" fmla="*/ 0 w 68"/>
                <a:gd name="T7" fmla="*/ 1367 h 114"/>
                <a:gd name="T8" fmla="*/ 300 w 68"/>
                <a:gd name="T9" fmla="*/ 780 h 114"/>
                <a:gd name="T10" fmla="*/ 9 w 68"/>
                <a:gd name="T11" fmla="*/ 136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14">
                  <a:moveTo>
                    <a:pt x="9" y="0"/>
                  </a:moveTo>
                  <a:cubicBezTo>
                    <a:pt x="37" y="0"/>
                    <a:pt x="68" y="42"/>
                    <a:pt x="53" y="68"/>
                  </a:cubicBezTo>
                  <a:cubicBezTo>
                    <a:pt x="47" y="79"/>
                    <a:pt x="38" y="97"/>
                    <a:pt x="29" y="106"/>
                  </a:cubicBezTo>
                  <a:cubicBezTo>
                    <a:pt x="22" y="114"/>
                    <a:pt x="12" y="104"/>
                    <a:pt x="0" y="102"/>
                  </a:cubicBezTo>
                  <a:cubicBezTo>
                    <a:pt x="21" y="105"/>
                    <a:pt x="27" y="73"/>
                    <a:pt x="27" y="58"/>
                  </a:cubicBezTo>
                  <a:cubicBezTo>
                    <a:pt x="27" y="51"/>
                    <a:pt x="9" y="8"/>
                    <a:pt x="1" y="10"/>
                  </a:cubicBezTo>
                </a:path>
              </a:pathLst>
            </a:custGeom>
            <a:solidFill>
              <a:srgbClr val="EC8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77">
              <a:extLst>
                <a:ext uri="{FF2B5EF4-FFF2-40B4-BE49-F238E27FC236}">
                  <a16:creationId xmlns:a16="http://schemas.microsoft.com/office/drawing/2014/main" id="{79876491-CD37-48F6-8F25-04CD6F113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832"/>
              <a:ext cx="304" cy="112"/>
            </a:xfrm>
            <a:custGeom>
              <a:avLst/>
              <a:gdLst>
                <a:gd name="T0" fmla="*/ 36 w 136"/>
                <a:gd name="T1" fmla="*/ 136 h 47"/>
                <a:gd name="T2" fmla="*/ 840 w 136"/>
                <a:gd name="T3" fmla="*/ 419 h 47"/>
                <a:gd name="T4" fmla="*/ 1218 w 136"/>
                <a:gd name="T5" fmla="*/ 284 h 47"/>
                <a:gd name="T6" fmla="*/ 671 w 136"/>
                <a:gd name="T7" fmla="*/ 234 h 47"/>
                <a:gd name="T8" fmla="*/ 291 w 136"/>
                <a:gd name="T9" fmla="*/ 136 h 47"/>
                <a:gd name="T10" fmla="*/ 0 w 136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47">
                  <a:moveTo>
                    <a:pt x="3" y="10"/>
                  </a:moveTo>
                  <a:cubicBezTo>
                    <a:pt x="17" y="33"/>
                    <a:pt x="52" y="33"/>
                    <a:pt x="75" y="31"/>
                  </a:cubicBezTo>
                  <a:cubicBezTo>
                    <a:pt x="88" y="31"/>
                    <a:pt x="136" y="47"/>
                    <a:pt x="109" y="21"/>
                  </a:cubicBezTo>
                  <a:cubicBezTo>
                    <a:pt x="111" y="37"/>
                    <a:pt x="67" y="20"/>
                    <a:pt x="60" y="17"/>
                  </a:cubicBezTo>
                  <a:cubicBezTo>
                    <a:pt x="47" y="13"/>
                    <a:pt x="40" y="10"/>
                    <a:pt x="26" y="10"/>
                  </a:cubicBezTo>
                  <a:cubicBezTo>
                    <a:pt x="15" y="10"/>
                    <a:pt x="9" y="8"/>
                    <a:pt x="0" y="0"/>
                  </a:cubicBezTo>
                </a:path>
              </a:pathLst>
            </a:custGeom>
            <a:solidFill>
              <a:srgbClr val="EC8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78">
              <a:extLst>
                <a:ext uri="{FF2B5EF4-FFF2-40B4-BE49-F238E27FC236}">
                  <a16:creationId xmlns:a16="http://schemas.microsoft.com/office/drawing/2014/main" id="{192C193D-3149-49D5-89BD-2C5B72260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763"/>
              <a:ext cx="94" cy="247"/>
            </a:xfrm>
            <a:custGeom>
              <a:avLst/>
              <a:gdLst>
                <a:gd name="T0" fmla="*/ 20 w 42"/>
                <a:gd name="T1" fmla="*/ 0 h 104"/>
                <a:gd name="T2" fmla="*/ 372 w 42"/>
                <a:gd name="T3" fmla="*/ 603 h 104"/>
                <a:gd name="T4" fmla="*/ 461 w 42"/>
                <a:gd name="T5" fmla="*/ 1394 h 104"/>
                <a:gd name="T6" fmla="*/ 336 w 42"/>
                <a:gd name="T7" fmla="*/ 1071 h 104"/>
                <a:gd name="T8" fmla="*/ 235 w 42"/>
                <a:gd name="T9" fmla="*/ 739 h 104"/>
                <a:gd name="T10" fmla="*/ 36 w 42"/>
                <a:gd name="T11" fmla="*/ 496 h 104"/>
                <a:gd name="T12" fmla="*/ 0 w 42"/>
                <a:gd name="T13" fmla="*/ 107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04">
                  <a:moveTo>
                    <a:pt x="2" y="0"/>
                  </a:moveTo>
                  <a:cubicBezTo>
                    <a:pt x="7" y="19"/>
                    <a:pt x="23" y="29"/>
                    <a:pt x="33" y="45"/>
                  </a:cubicBezTo>
                  <a:cubicBezTo>
                    <a:pt x="42" y="59"/>
                    <a:pt x="41" y="88"/>
                    <a:pt x="41" y="104"/>
                  </a:cubicBezTo>
                  <a:cubicBezTo>
                    <a:pt x="41" y="96"/>
                    <a:pt x="33" y="88"/>
                    <a:pt x="30" y="80"/>
                  </a:cubicBezTo>
                  <a:cubicBezTo>
                    <a:pt x="27" y="73"/>
                    <a:pt x="26" y="60"/>
                    <a:pt x="21" y="55"/>
                  </a:cubicBezTo>
                  <a:cubicBezTo>
                    <a:pt x="13" y="47"/>
                    <a:pt x="5" y="51"/>
                    <a:pt x="3" y="37"/>
                  </a:cubicBezTo>
                  <a:cubicBezTo>
                    <a:pt x="1" y="28"/>
                    <a:pt x="3" y="18"/>
                    <a:pt x="0" y="8"/>
                  </a:cubicBezTo>
                </a:path>
              </a:pathLst>
            </a:custGeom>
            <a:solidFill>
              <a:srgbClr val="EC8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79">
              <a:extLst>
                <a:ext uri="{FF2B5EF4-FFF2-40B4-BE49-F238E27FC236}">
                  <a16:creationId xmlns:a16="http://schemas.microsoft.com/office/drawing/2014/main" id="{FBE222C3-60F0-4F0B-A5C7-575A8165E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680"/>
              <a:ext cx="154" cy="188"/>
            </a:xfrm>
            <a:custGeom>
              <a:avLst/>
              <a:gdLst>
                <a:gd name="T0" fmla="*/ 478 w 69"/>
                <a:gd name="T1" fmla="*/ 283 h 79"/>
                <a:gd name="T2" fmla="*/ 658 w 69"/>
                <a:gd name="T3" fmla="*/ 595 h 79"/>
                <a:gd name="T4" fmla="*/ 723 w 69"/>
                <a:gd name="T5" fmla="*/ 1064 h 79"/>
                <a:gd name="T6" fmla="*/ 567 w 69"/>
                <a:gd name="T7" fmla="*/ 781 h 79"/>
                <a:gd name="T8" fmla="*/ 270 w 69"/>
                <a:gd name="T9" fmla="*/ 295 h 79"/>
                <a:gd name="T10" fmla="*/ 0 w 69"/>
                <a:gd name="T11" fmla="*/ 95 h 79"/>
                <a:gd name="T12" fmla="*/ 270 w 69"/>
                <a:gd name="T13" fmla="*/ 57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79">
                  <a:moveTo>
                    <a:pt x="43" y="21"/>
                  </a:moveTo>
                  <a:cubicBezTo>
                    <a:pt x="47" y="30"/>
                    <a:pt x="55" y="35"/>
                    <a:pt x="59" y="44"/>
                  </a:cubicBezTo>
                  <a:cubicBezTo>
                    <a:pt x="63" y="55"/>
                    <a:pt x="69" y="68"/>
                    <a:pt x="65" y="79"/>
                  </a:cubicBezTo>
                  <a:cubicBezTo>
                    <a:pt x="58" y="79"/>
                    <a:pt x="54" y="64"/>
                    <a:pt x="51" y="58"/>
                  </a:cubicBezTo>
                  <a:cubicBezTo>
                    <a:pt x="44" y="44"/>
                    <a:pt x="38" y="31"/>
                    <a:pt x="24" y="22"/>
                  </a:cubicBezTo>
                  <a:cubicBezTo>
                    <a:pt x="20" y="20"/>
                    <a:pt x="0" y="14"/>
                    <a:pt x="0" y="7"/>
                  </a:cubicBezTo>
                  <a:cubicBezTo>
                    <a:pt x="1" y="0"/>
                    <a:pt x="19" y="3"/>
                    <a:pt x="24" y="4"/>
                  </a:cubicBezTo>
                </a:path>
              </a:pathLst>
            </a:custGeom>
            <a:solidFill>
              <a:srgbClr val="EC8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80">
              <a:extLst>
                <a:ext uri="{FF2B5EF4-FFF2-40B4-BE49-F238E27FC236}">
                  <a16:creationId xmlns:a16="http://schemas.microsoft.com/office/drawing/2014/main" id="{D0E910EF-5EBB-4387-8BE2-41788ED14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618"/>
              <a:ext cx="120" cy="131"/>
            </a:xfrm>
            <a:custGeom>
              <a:avLst/>
              <a:gdLst>
                <a:gd name="T0" fmla="*/ 0 w 54"/>
                <a:gd name="T1" fmla="*/ 0 h 55"/>
                <a:gd name="T2" fmla="*/ 218 w 54"/>
                <a:gd name="T3" fmla="*/ 107 h 55"/>
                <a:gd name="T4" fmla="*/ 473 w 54"/>
                <a:gd name="T5" fmla="*/ 205 h 55"/>
                <a:gd name="T6" fmla="*/ 484 w 54"/>
                <a:gd name="T7" fmla="*/ 743 h 55"/>
                <a:gd name="T8" fmla="*/ 287 w 54"/>
                <a:gd name="T9" fmla="*/ 16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5">
                  <a:moveTo>
                    <a:pt x="0" y="0"/>
                  </a:moveTo>
                  <a:cubicBezTo>
                    <a:pt x="7" y="2"/>
                    <a:pt x="13" y="6"/>
                    <a:pt x="20" y="8"/>
                  </a:cubicBezTo>
                  <a:cubicBezTo>
                    <a:pt x="27" y="11"/>
                    <a:pt x="37" y="10"/>
                    <a:pt x="43" y="15"/>
                  </a:cubicBezTo>
                  <a:cubicBezTo>
                    <a:pt x="54" y="26"/>
                    <a:pt x="47" y="43"/>
                    <a:pt x="44" y="55"/>
                  </a:cubicBezTo>
                  <a:cubicBezTo>
                    <a:pt x="44" y="36"/>
                    <a:pt x="33" y="28"/>
                    <a:pt x="26" y="12"/>
                  </a:cubicBezTo>
                </a:path>
              </a:pathLst>
            </a:custGeom>
            <a:solidFill>
              <a:srgbClr val="EC8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81">
              <a:extLst>
                <a:ext uri="{FF2B5EF4-FFF2-40B4-BE49-F238E27FC236}">
                  <a16:creationId xmlns:a16="http://schemas.microsoft.com/office/drawing/2014/main" id="{479A7497-EBE3-4E18-8039-27DE941A4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425"/>
              <a:ext cx="69" cy="157"/>
            </a:xfrm>
            <a:custGeom>
              <a:avLst/>
              <a:gdLst>
                <a:gd name="T0" fmla="*/ 0 w 31"/>
                <a:gd name="T1" fmla="*/ 0 h 66"/>
                <a:gd name="T2" fmla="*/ 109 w 31"/>
                <a:gd name="T3" fmla="*/ 509 h 66"/>
                <a:gd name="T4" fmla="*/ 343 w 31"/>
                <a:gd name="T5" fmla="*/ 887 h 66"/>
                <a:gd name="T6" fmla="*/ 243 w 31"/>
                <a:gd name="T7" fmla="*/ 447 h 66"/>
                <a:gd name="T8" fmla="*/ 118 w 31"/>
                <a:gd name="T9" fmla="*/ 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6">
                  <a:moveTo>
                    <a:pt x="0" y="0"/>
                  </a:moveTo>
                  <a:cubicBezTo>
                    <a:pt x="4" y="13"/>
                    <a:pt x="2" y="26"/>
                    <a:pt x="10" y="38"/>
                  </a:cubicBezTo>
                  <a:cubicBezTo>
                    <a:pt x="16" y="48"/>
                    <a:pt x="26" y="55"/>
                    <a:pt x="31" y="66"/>
                  </a:cubicBezTo>
                  <a:cubicBezTo>
                    <a:pt x="31" y="52"/>
                    <a:pt x="26" y="45"/>
                    <a:pt x="22" y="33"/>
                  </a:cubicBezTo>
                  <a:cubicBezTo>
                    <a:pt x="19" y="22"/>
                    <a:pt x="21" y="10"/>
                    <a:pt x="11" y="2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82">
              <a:extLst>
                <a:ext uri="{FF2B5EF4-FFF2-40B4-BE49-F238E27FC236}">
                  <a16:creationId xmlns:a16="http://schemas.microsoft.com/office/drawing/2014/main" id="{9DB5FF70-C5E3-4026-A76B-5A4505EE1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015"/>
              <a:ext cx="81" cy="191"/>
            </a:xfrm>
            <a:custGeom>
              <a:avLst/>
              <a:gdLst>
                <a:gd name="T0" fmla="*/ 0 w 36"/>
                <a:gd name="T1" fmla="*/ 57 h 80"/>
                <a:gd name="T2" fmla="*/ 137 w 36"/>
                <a:gd name="T3" fmla="*/ 735 h 80"/>
                <a:gd name="T4" fmla="*/ 194 w 36"/>
                <a:gd name="T5" fmla="*/ 969 h 80"/>
                <a:gd name="T6" fmla="*/ 365 w 36"/>
                <a:gd name="T7" fmla="*/ 530 h 80"/>
                <a:gd name="T8" fmla="*/ 162 w 3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0">
                  <a:moveTo>
                    <a:pt x="0" y="4"/>
                  </a:moveTo>
                  <a:cubicBezTo>
                    <a:pt x="11" y="17"/>
                    <a:pt x="16" y="38"/>
                    <a:pt x="12" y="54"/>
                  </a:cubicBezTo>
                  <a:cubicBezTo>
                    <a:pt x="11" y="61"/>
                    <a:pt x="0" y="80"/>
                    <a:pt x="17" y="71"/>
                  </a:cubicBezTo>
                  <a:cubicBezTo>
                    <a:pt x="23" y="67"/>
                    <a:pt x="30" y="45"/>
                    <a:pt x="32" y="39"/>
                  </a:cubicBezTo>
                  <a:cubicBezTo>
                    <a:pt x="36" y="27"/>
                    <a:pt x="29" y="0"/>
                    <a:pt x="14" y="0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83">
              <a:extLst>
                <a:ext uri="{FF2B5EF4-FFF2-40B4-BE49-F238E27FC236}">
                  <a16:creationId xmlns:a16="http://schemas.microsoft.com/office/drawing/2014/main" id="{605F891A-EAA8-451B-B5C8-28B61BCC1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960"/>
              <a:ext cx="141" cy="150"/>
            </a:xfrm>
            <a:custGeom>
              <a:avLst/>
              <a:gdLst>
                <a:gd name="T0" fmla="*/ 0 w 63"/>
                <a:gd name="T1" fmla="*/ 0 h 63"/>
                <a:gd name="T2" fmla="*/ 226 w 63"/>
                <a:gd name="T3" fmla="*/ 686 h 63"/>
                <a:gd name="T4" fmla="*/ 707 w 63"/>
                <a:gd name="T5" fmla="*/ 743 h 63"/>
                <a:gd name="T6" fmla="*/ 325 w 63"/>
                <a:gd name="T7" fmla="*/ 402 h 63"/>
                <a:gd name="T8" fmla="*/ 110 w 63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0" y="0"/>
                  </a:moveTo>
                  <a:cubicBezTo>
                    <a:pt x="15" y="10"/>
                    <a:pt x="8" y="38"/>
                    <a:pt x="20" y="51"/>
                  </a:cubicBezTo>
                  <a:cubicBezTo>
                    <a:pt x="32" y="63"/>
                    <a:pt x="50" y="62"/>
                    <a:pt x="63" y="55"/>
                  </a:cubicBezTo>
                  <a:cubicBezTo>
                    <a:pt x="51" y="58"/>
                    <a:pt x="34" y="41"/>
                    <a:pt x="29" y="30"/>
                  </a:cubicBezTo>
                  <a:cubicBezTo>
                    <a:pt x="22" y="15"/>
                    <a:pt x="25" y="10"/>
                    <a:pt x="10" y="0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84">
              <a:extLst>
                <a:ext uri="{FF2B5EF4-FFF2-40B4-BE49-F238E27FC236}">
                  <a16:creationId xmlns:a16="http://schemas.microsoft.com/office/drawing/2014/main" id="{B1059ABE-E37D-43B9-88F8-691271950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877"/>
              <a:ext cx="87" cy="26"/>
            </a:xfrm>
            <a:custGeom>
              <a:avLst/>
              <a:gdLst>
                <a:gd name="T0" fmla="*/ 0 w 39"/>
                <a:gd name="T1" fmla="*/ 0 h 11"/>
                <a:gd name="T2" fmla="*/ 433 w 39"/>
                <a:gd name="T3" fmla="*/ 10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1">
                  <a:moveTo>
                    <a:pt x="0" y="0"/>
                  </a:moveTo>
                  <a:cubicBezTo>
                    <a:pt x="11" y="7"/>
                    <a:pt x="27" y="11"/>
                    <a:pt x="39" y="8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85">
              <a:extLst>
                <a:ext uri="{FF2B5EF4-FFF2-40B4-BE49-F238E27FC236}">
                  <a16:creationId xmlns:a16="http://schemas.microsoft.com/office/drawing/2014/main" id="{67ECF3C9-0EFB-4A47-A36C-88B9C8083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827"/>
              <a:ext cx="47" cy="50"/>
            </a:xfrm>
            <a:custGeom>
              <a:avLst/>
              <a:gdLst>
                <a:gd name="T0" fmla="*/ 45 w 21"/>
                <a:gd name="T1" fmla="*/ 0 h 21"/>
                <a:gd name="T2" fmla="*/ 201 w 21"/>
                <a:gd name="T3" fmla="*/ 283 h 21"/>
                <a:gd name="T4" fmla="*/ 101 w 21"/>
                <a:gd name="T5" fmla="*/ 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4" y="0"/>
                  </a:moveTo>
                  <a:cubicBezTo>
                    <a:pt x="0" y="14"/>
                    <a:pt x="6" y="18"/>
                    <a:pt x="18" y="21"/>
                  </a:cubicBezTo>
                  <a:cubicBezTo>
                    <a:pt x="21" y="13"/>
                    <a:pt x="15" y="6"/>
                    <a:pt x="9" y="2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86">
              <a:extLst>
                <a:ext uri="{FF2B5EF4-FFF2-40B4-BE49-F238E27FC236}">
                  <a16:creationId xmlns:a16="http://schemas.microsoft.com/office/drawing/2014/main" id="{BF3EEE9A-8B81-41A2-91EE-6EA92D3F5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903"/>
              <a:ext cx="18" cy="38"/>
            </a:xfrm>
            <a:custGeom>
              <a:avLst/>
              <a:gdLst>
                <a:gd name="T0" fmla="*/ 11 w 8"/>
                <a:gd name="T1" fmla="*/ 0 h 16"/>
                <a:gd name="T2" fmla="*/ 45 w 8"/>
                <a:gd name="T3" fmla="*/ 214 h 16"/>
                <a:gd name="T4" fmla="*/ 81 w 8"/>
                <a:gd name="T5" fmla="*/ 5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0" y="6"/>
                    <a:pt x="1" y="11"/>
                    <a:pt x="4" y="16"/>
                  </a:cubicBezTo>
                  <a:cubicBezTo>
                    <a:pt x="7" y="13"/>
                    <a:pt x="8" y="9"/>
                    <a:pt x="7" y="4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87">
              <a:extLst>
                <a:ext uri="{FF2B5EF4-FFF2-40B4-BE49-F238E27FC236}">
                  <a16:creationId xmlns:a16="http://schemas.microsoft.com/office/drawing/2014/main" id="{B0795286-D127-4594-BD2A-4079ACF48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022"/>
              <a:ext cx="65" cy="65"/>
            </a:xfrm>
            <a:custGeom>
              <a:avLst/>
              <a:gdLst>
                <a:gd name="T0" fmla="*/ 155 w 29"/>
                <a:gd name="T1" fmla="*/ 209 h 27"/>
                <a:gd name="T2" fmla="*/ 235 w 29"/>
                <a:gd name="T3" fmla="*/ 376 h 27"/>
                <a:gd name="T4" fmla="*/ 0 w 29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7">
                  <a:moveTo>
                    <a:pt x="14" y="15"/>
                  </a:moveTo>
                  <a:cubicBezTo>
                    <a:pt x="15" y="20"/>
                    <a:pt x="17" y="24"/>
                    <a:pt x="21" y="27"/>
                  </a:cubicBezTo>
                  <a:cubicBezTo>
                    <a:pt x="29" y="15"/>
                    <a:pt x="12" y="0"/>
                    <a:pt x="0" y="0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88">
              <a:extLst>
                <a:ext uri="{FF2B5EF4-FFF2-40B4-BE49-F238E27FC236}">
                  <a16:creationId xmlns:a16="http://schemas.microsoft.com/office/drawing/2014/main" id="{0CB4CC9B-59D9-41D2-8832-9C13FD1A0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132"/>
              <a:ext cx="34" cy="36"/>
            </a:xfrm>
            <a:custGeom>
              <a:avLst/>
              <a:gdLst>
                <a:gd name="T0" fmla="*/ 93 w 15"/>
                <a:gd name="T1" fmla="*/ 0 h 15"/>
                <a:gd name="T2" fmla="*/ 73 w 15"/>
                <a:gd name="T3" fmla="*/ 206 h 15"/>
                <a:gd name="T4" fmla="*/ 175 w 15"/>
                <a:gd name="T5" fmla="*/ 11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3" y="4"/>
                    <a:pt x="0" y="12"/>
                    <a:pt x="6" y="15"/>
                  </a:cubicBezTo>
                  <a:cubicBezTo>
                    <a:pt x="8" y="10"/>
                    <a:pt x="11" y="10"/>
                    <a:pt x="15" y="8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89">
              <a:extLst>
                <a:ext uri="{FF2B5EF4-FFF2-40B4-BE49-F238E27FC236}">
                  <a16:creationId xmlns:a16="http://schemas.microsoft.com/office/drawing/2014/main" id="{62D91983-F004-4DD0-A992-499D187BA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056"/>
              <a:ext cx="29" cy="31"/>
            </a:xfrm>
            <a:custGeom>
              <a:avLst/>
              <a:gdLst>
                <a:gd name="T0" fmla="*/ 9 w 13"/>
                <a:gd name="T1" fmla="*/ 0 h 13"/>
                <a:gd name="T2" fmla="*/ 134 w 13"/>
                <a:gd name="T3" fmla="*/ 148 h 13"/>
                <a:gd name="T4" fmla="*/ 100 w 13"/>
                <a:gd name="T5" fmla="*/ 5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" y="0"/>
                  </a:moveTo>
                  <a:cubicBezTo>
                    <a:pt x="0" y="8"/>
                    <a:pt x="5" y="13"/>
                    <a:pt x="12" y="11"/>
                  </a:cubicBezTo>
                  <a:cubicBezTo>
                    <a:pt x="13" y="7"/>
                    <a:pt x="11" y="6"/>
                    <a:pt x="9" y="4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90">
              <a:extLst>
                <a:ext uri="{FF2B5EF4-FFF2-40B4-BE49-F238E27FC236}">
                  <a16:creationId xmlns:a16="http://schemas.microsoft.com/office/drawing/2014/main" id="{588A35A2-32E6-43A0-9F45-1F944AF5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482"/>
              <a:ext cx="25" cy="24"/>
            </a:xfrm>
            <a:custGeom>
              <a:avLst/>
              <a:gdLst>
                <a:gd name="T0" fmla="*/ 0 w 11"/>
                <a:gd name="T1" fmla="*/ 29 h 10"/>
                <a:gd name="T2" fmla="*/ 57 w 11"/>
                <a:gd name="T3" fmla="*/ 139 h 10"/>
                <a:gd name="T4" fmla="*/ 118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2"/>
                  </a:moveTo>
                  <a:cubicBezTo>
                    <a:pt x="1" y="4"/>
                    <a:pt x="4" y="8"/>
                    <a:pt x="5" y="10"/>
                  </a:cubicBezTo>
                  <a:cubicBezTo>
                    <a:pt x="10" y="8"/>
                    <a:pt x="11" y="5"/>
                    <a:pt x="10" y="0"/>
                  </a:cubicBezTo>
                </a:path>
              </a:pathLst>
            </a:custGeom>
            <a:solidFill>
              <a:srgbClr val="F6C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91">
              <a:extLst>
                <a:ext uri="{FF2B5EF4-FFF2-40B4-BE49-F238E27FC236}">
                  <a16:creationId xmlns:a16="http://schemas.microsoft.com/office/drawing/2014/main" id="{87E3F3E4-EF27-4626-A0B5-F53100508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418"/>
              <a:ext cx="141" cy="207"/>
            </a:xfrm>
            <a:custGeom>
              <a:avLst/>
              <a:gdLst>
                <a:gd name="T0" fmla="*/ 0 w 63"/>
                <a:gd name="T1" fmla="*/ 849 h 87"/>
                <a:gd name="T2" fmla="*/ 707 w 63"/>
                <a:gd name="T3" fmla="*/ 0 h 87"/>
                <a:gd name="T4" fmla="*/ 416 w 63"/>
                <a:gd name="T5" fmla="*/ 702 h 87"/>
                <a:gd name="T6" fmla="*/ 45 w 63"/>
                <a:gd name="T7" fmla="*/ 1173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87">
                  <a:moveTo>
                    <a:pt x="0" y="63"/>
                  </a:moveTo>
                  <a:cubicBezTo>
                    <a:pt x="31" y="77"/>
                    <a:pt x="40" y="1"/>
                    <a:pt x="63" y="0"/>
                  </a:cubicBezTo>
                  <a:cubicBezTo>
                    <a:pt x="51" y="15"/>
                    <a:pt x="49" y="36"/>
                    <a:pt x="37" y="52"/>
                  </a:cubicBezTo>
                  <a:cubicBezTo>
                    <a:pt x="27" y="65"/>
                    <a:pt x="13" y="75"/>
                    <a:pt x="4" y="87"/>
                  </a:cubicBezTo>
                </a:path>
              </a:pathLst>
            </a:custGeom>
            <a:solidFill>
              <a:srgbClr val="DF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92">
              <a:extLst>
                <a:ext uri="{FF2B5EF4-FFF2-40B4-BE49-F238E27FC236}">
                  <a16:creationId xmlns:a16="http://schemas.microsoft.com/office/drawing/2014/main" id="{42A375B8-7993-4680-AA32-E19A85DDC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791"/>
              <a:ext cx="45" cy="148"/>
            </a:xfrm>
            <a:custGeom>
              <a:avLst/>
              <a:gdLst>
                <a:gd name="T0" fmla="*/ 0 w 20"/>
                <a:gd name="T1" fmla="*/ 41 h 62"/>
                <a:gd name="T2" fmla="*/ 173 w 20"/>
                <a:gd name="T3" fmla="*/ 843 h 62"/>
                <a:gd name="T4" fmla="*/ 194 w 20"/>
                <a:gd name="T5" fmla="*/ 29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2">
                  <a:moveTo>
                    <a:pt x="0" y="3"/>
                  </a:moveTo>
                  <a:cubicBezTo>
                    <a:pt x="16" y="0"/>
                    <a:pt x="12" y="54"/>
                    <a:pt x="15" y="62"/>
                  </a:cubicBezTo>
                  <a:cubicBezTo>
                    <a:pt x="16" y="54"/>
                    <a:pt x="20" y="2"/>
                    <a:pt x="17" y="2"/>
                  </a:cubicBezTo>
                </a:path>
              </a:pathLst>
            </a:custGeom>
            <a:solidFill>
              <a:srgbClr val="DF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93">
              <a:extLst>
                <a:ext uri="{FF2B5EF4-FFF2-40B4-BE49-F238E27FC236}">
                  <a16:creationId xmlns:a16="http://schemas.microsoft.com/office/drawing/2014/main" id="{552881EB-7C78-46F4-923C-5506200E3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646"/>
              <a:ext cx="123" cy="176"/>
            </a:xfrm>
            <a:custGeom>
              <a:avLst/>
              <a:gdLst>
                <a:gd name="T0" fmla="*/ 360 w 55"/>
                <a:gd name="T1" fmla="*/ 0 h 74"/>
                <a:gd name="T2" fmla="*/ 0 w 55"/>
                <a:gd name="T3" fmla="*/ 997 h 74"/>
                <a:gd name="T4" fmla="*/ 461 w 55"/>
                <a:gd name="T5" fmla="*/ 742 h 74"/>
                <a:gd name="T6" fmla="*/ 595 w 55"/>
                <a:gd name="T7" fmla="*/ 685 h 74"/>
                <a:gd name="T8" fmla="*/ 470 w 55"/>
                <a:gd name="T9" fmla="*/ 312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74">
                  <a:moveTo>
                    <a:pt x="32" y="0"/>
                  </a:moveTo>
                  <a:cubicBezTo>
                    <a:pt x="52" y="29"/>
                    <a:pt x="14" y="56"/>
                    <a:pt x="0" y="74"/>
                  </a:cubicBezTo>
                  <a:cubicBezTo>
                    <a:pt x="9" y="61"/>
                    <a:pt x="25" y="58"/>
                    <a:pt x="41" y="55"/>
                  </a:cubicBezTo>
                  <a:cubicBezTo>
                    <a:pt x="46" y="55"/>
                    <a:pt x="51" y="57"/>
                    <a:pt x="53" y="51"/>
                  </a:cubicBezTo>
                  <a:cubicBezTo>
                    <a:pt x="55" y="44"/>
                    <a:pt x="43" y="30"/>
                    <a:pt x="42" y="23"/>
                  </a:cubicBezTo>
                </a:path>
              </a:pathLst>
            </a:custGeom>
            <a:solidFill>
              <a:srgbClr val="DF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94">
              <a:extLst>
                <a:ext uri="{FF2B5EF4-FFF2-40B4-BE49-F238E27FC236}">
                  <a16:creationId xmlns:a16="http://schemas.microsoft.com/office/drawing/2014/main" id="{7592F2D8-0C05-48E3-BB8A-AB2A51369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206"/>
              <a:ext cx="103" cy="109"/>
            </a:xfrm>
            <a:custGeom>
              <a:avLst/>
              <a:gdLst>
                <a:gd name="T0" fmla="*/ 0 w 46"/>
                <a:gd name="T1" fmla="*/ 611 h 46"/>
                <a:gd name="T2" fmla="*/ 452 w 46"/>
                <a:gd name="T3" fmla="*/ 0 h 46"/>
                <a:gd name="T4" fmla="*/ 506 w 46"/>
                <a:gd name="T5" fmla="*/ 476 h 46"/>
                <a:gd name="T6" fmla="*/ 226 w 46"/>
                <a:gd name="T7" fmla="*/ 53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6">
                  <a:moveTo>
                    <a:pt x="0" y="46"/>
                  </a:moveTo>
                  <a:cubicBezTo>
                    <a:pt x="20" y="40"/>
                    <a:pt x="31" y="17"/>
                    <a:pt x="40" y="0"/>
                  </a:cubicBezTo>
                  <a:cubicBezTo>
                    <a:pt x="43" y="11"/>
                    <a:pt x="46" y="25"/>
                    <a:pt x="45" y="36"/>
                  </a:cubicBezTo>
                  <a:cubicBezTo>
                    <a:pt x="37" y="36"/>
                    <a:pt x="26" y="35"/>
                    <a:pt x="20" y="40"/>
                  </a:cubicBezTo>
                </a:path>
              </a:pathLst>
            </a:custGeom>
            <a:solidFill>
              <a:srgbClr val="DF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95">
              <a:extLst>
                <a:ext uri="{FF2B5EF4-FFF2-40B4-BE49-F238E27FC236}">
                  <a16:creationId xmlns:a16="http://schemas.microsoft.com/office/drawing/2014/main" id="{09D10E43-51B7-47F0-ADFE-93298541C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034"/>
              <a:ext cx="80" cy="200"/>
            </a:xfrm>
            <a:custGeom>
              <a:avLst/>
              <a:gdLst>
                <a:gd name="T0" fmla="*/ 0 w 36"/>
                <a:gd name="T1" fmla="*/ 969 h 84"/>
                <a:gd name="T2" fmla="*/ 276 w 36"/>
                <a:gd name="T3" fmla="*/ 1055 h 84"/>
                <a:gd name="T4" fmla="*/ 360 w 36"/>
                <a:gd name="T5" fmla="*/ 636 h 84"/>
                <a:gd name="T6" fmla="*/ 276 w 36"/>
                <a:gd name="T7" fmla="*/ 295 h 84"/>
                <a:gd name="T8" fmla="*/ 9 w 36"/>
                <a:gd name="T9" fmla="*/ 0 h 84"/>
                <a:gd name="T10" fmla="*/ 218 w 36"/>
                <a:gd name="T11" fmla="*/ 957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4">
                  <a:moveTo>
                    <a:pt x="0" y="72"/>
                  </a:moveTo>
                  <a:cubicBezTo>
                    <a:pt x="9" y="79"/>
                    <a:pt x="16" y="84"/>
                    <a:pt x="25" y="78"/>
                  </a:cubicBezTo>
                  <a:cubicBezTo>
                    <a:pt x="36" y="71"/>
                    <a:pt x="35" y="59"/>
                    <a:pt x="33" y="47"/>
                  </a:cubicBezTo>
                  <a:cubicBezTo>
                    <a:pt x="31" y="40"/>
                    <a:pt x="29" y="29"/>
                    <a:pt x="25" y="22"/>
                  </a:cubicBezTo>
                  <a:cubicBezTo>
                    <a:pt x="20" y="12"/>
                    <a:pt x="9" y="7"/>
                    <a:pt x="1" y="0"/>
                  </a:cubicBezTo>
                  <a:cubicBezTo>
                    <a:pt x="15" y="22"/>
                    <a:pt x="30" y="45"/>
                    <a:pt x="20" y="71"/>
                  </a:cubicBezTo>
                </a:path>
              </a:pathLst>
            </a:custGeom>
            <a:solidFill>
              <a:srgbClr val="DF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96">
              <a:extLst>
                <a:ext uri="{FF2B5EF4-FFF2-40B4-BE49-F238E27FC236}">
                  <a16:creationId xmlns:a16="http://schemas.microsoft.com/office/drawing/2014/main" id="{2E831283-D3D9-4E3A-8222-DA240DC99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760"/>
              <a:ext cx="239" cy="153"/>
            </a:xfrm>
            <a:custGeom>
              <a:avLst/>
              <a:gdLst>
                <a:gd name="T0" fmla="*/ 80 w 107"/>
                <a:gd name="T1" fmla="*/ 313 h 64"/>
                <a:gd name="T2" fmla="*/ 369 w 107"/>
                <a:gd name="T3" fmla="*/ 777 h 64"/>
                <a:gd name="T4" fmla="*/ 1193 w 107"/>
                <a:gd name="T5" fmla="*/ 686 h 64"/>
                <a:gd name="T6" fmla="*/ 478 w 107"/>
                <a:gd name="T7" fmla="*/ 686 h 64"/>
                <a:gd name="T8" fmla="*/ 226 w 107"/>
                <a:gd name="T9" fmla="*/ 411 h 64"/>
                <a:gd name="T10" fmla="*/ 0 w 107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64">
                  <a:moveTo>
                    <a:pt x="7" y="23"/>
                  </a:moveTo>
                  <a:cubicBezTo>
                    <a:pt x="6" y="45"/>
                    <a:pt x="12" y="52"/>
                    <a:pt x="33" y="57"/>
                  </a:cubicBezTo>
                  <a:cubicBezTo>
                    <a:pt x="58" y="64"/>
                    <a:pt x="83" y="55"/>
                    <a:pt x="107" y="50"/>
                  </a:cubicBezTo>
                  <a:cubicBezTo>
                    <a:pt x="87" y="55"/>
                    <a:pt x="62" y="62"/>
                    <a:pt x="43" y="50"/>
                  </a:cubicBezTo>
                  <a:cubicBezTo>
                    <a:pt x="34" y="45"/>
                    <a:pt x="26" y="38"/>
                    <a:pt x="20" y="30"/>
                  </a:cubicBezTo>
                  <a:cubicBezTo>
                    <a:pt x="14" y="21"/>
                    <a:pt x="4" y="10"/>
                    <a:pt x="0" y="0"/>
                  </a:cubicBezTo>
                </a:path>
              </a:pathLst>
            </a:custGeom>
            <a:solidFill>
              <a:srgbClr val="DF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97">
              <a:extLst>
                <a:ext uri="{FF2B5EF4-FFF2-40B4-BE49-F238E27FC236}">
                  <a16:creationId xmlns:a16="http://schemas.microsoft.com/office/drawing/2014/main" id="{1BAEAAFA-06C0-4628-AF50-960A63CB7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344"/>
              <a:ext cx="373" cy="171"/>
            </a:xfrm>
            <a:custGeom>
              <a:avLst/>
              <a:gdLst>
                <a:gd name="T0" fmla="*/ 0 w 167"/>
                <a:gd name="T1" fmla="*/ 0 h 72"/>
                <a:gd name="T2" fmla="*/ 299 w 167"/>
                <a:gd name="T3" fmla="*/ 135 h 72"/>
                <a:gd name="T4" fmla="*/ 534 w 167"/>
                <a:gd name="T5" fmla="*/ 242 h 72"/>
                <a:gd name="T6" fmla="*/ 967 w 167"/>
                <a:gd name="T7" fmla="*/ 468 h 72"/>
                <a:gd name="T8" fmla="*/ 1391 w 167"/>
                <a:gd name="T9" fmla="*/ 710 h 72"/>
                <a:gd name="T10" fmla="*/ 1590 w 167"/>
                <a:gd name="T11" fmla="*/ 869 h 72"/>
                <a:gd name="T12" fmla="*/ 1735 w 167"/>
                <a:gd name="T13" fmla="*/ 964 h 72"/>
                <a:gd name="T14" fmla="*/ 1852 w 167"/>
                <a:gd name="T15" fmla="*/ 644 h 72"/>
                <a:gd name="T16" fmla="*/ 1148 w 167"/>
                <a:gd name="T17" fmla="*/ 401 h 72"/>
                <a:gd name="T18" fmla="*/ 813 w 167"/>
                <a:gd name="T19" fmla="*/ 204 h 72"/>
                <a:gd name="T20" fmla="*/ 190 w 167"/>
                <a:gd name="T21" fmla="*/ 12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7" h="72">
                  <a:moveTo>
                    <a:pt x="0" y="0"/>
                  </a:moveTo>
                  <a:cubicBezTo>
                    <a:pt x="4" y="7"/>
                    <a:pt x="19" y="7"/>
                    <a:pt x="27" y="10"/>
                  </a:cubicBezTo>
                  <a:cubicBezTo>
                    <a:pt x="34" y="13"/>
                    <a:pt x="41" y="16"/>
                    <a:pt x="48" y="18"/>
                  </a:cubicBezTo>
                  <a:cubicBezTo>
                    <a:pt x="62" y="23"/>
                    <a:pt x="74" y="29"/>
                    <a:pt x="87" y="35"/>
                  </a:cubicBezTo>
                  <a:cubicBezTo>
                    <a:pt x="100" y="42"/>
                    <a:pt x="111" y="49"/>
                    <a:pt x="125" y="53"/>
                  </a:cubicBezTo>
                  <a:cubicBezTo>
                    <a:pt x="133" y="56"/>
                    <a:pt x="136" y="60"/>
                    <a:pt x="143" y="65"/>
                  </a:cubicBezTo>
                  <a:cubicBezTo>
                    <a:pt x="147" y="68"/>
                    <a:pt x="152" y="69"/>
                    <a:pt x="156" y="72"/>
                  </a:cubicBezTo>
                  <a:cubicBezTo>
                    <a:pt x="157" y="63"/>
                    <a:pt x="167" y="57"/>
                    <a:pt x="166" y="48"/>
                  </a:cubicBezTo>
                  <a:cubicBezTo>
                    <a:pt x="148" y="53"/>
                    <a:pt x="118" y="37"/>
                    <a:pt x="103" y="30"/>
                  </a:cubicBezTo>
                  <a:cubicBezTo>
                    <a:pt x="92" y="25"/>
                    <a:pt x="83" y="20"/>
                    <a:pt x="73" y="15"/>
                  </a:cubicBezTo>
                  <a:cubicBezTo>
                    <a:pt x="55" y="7"/>
                    <a:pt x="34" y="9"/>
                    <a:pt x="17" y="1"/>
                  </a:cubicBezTo>
                </a:path>
              </a:pathLst>
            </a:custGeom>
            <a:solidFill>
              <a:srgbClr val="DF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98">
              <a:extLst>
                <a:ext uri="{FF2B5EF4-FFF2-40B4-BE49-F238E27FC236}">
                  <a16:creationId xmlns:a16="http://schemas.microsoft.com/office/drawing/2014/main" id="{AA5C12BE-B0DE-4138-A3C0-6B316C077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813"/>
              <a:ext cx="295" cy="240"/>
            </a:xfrm>
            <a:custGeom>
              <a:avLst/>
              <a:gdLst>
                <a:gd name="T0" fmla="*/ 145 w 132"/>
                <a:gd name="T1" fmla="*/ 135 h 101"/>
                <a:gd name="T2" fmla="*/ 101 w 132"/>
                <a:gd name="T3" fmla="*/ 604 h 101"/>
                <a:gd name="T4" fmla="*/ 0 w 132"/>
                <a:gd name="T5" fmla="*/ 1129 h 101"/>
                <a:gd name="T6" fmla="*/ 615 w 132"/>
                <a:gd name="T7" fmla="*/ 808 h 101"/>
                <a:gd name="T8" fmla="*/ 1473 w 132"/>
                <a:gd name="T9" fmla="*/ 1354 h 101"/>
                <a:gd name="T10" fmla="*/ 970 w 132"/>
                <a:gd name="T11" fmla="*/ 977 h 101"/>
                <a:gd name="T12" fmla="*/ 615 w 132"/>
                <a:gd name="T13" fmla="*/ 656 h 101"/>
                <a:gd name="T14" fmla="*/ 335 w 132"/>
                <a:gd name="T15" fmla="*/ 361 h 101"/>
                <a:gd name="T16" fmla="*/ 101 w 132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101">
                  <a:moveTo>
                    <a:pt x="13" y="10"/>
                  </a:moveTo>
                  <a:cubicBezTo>
                    <a:pt x="14" y="23"/>
                    <a:pt x="10" y="33"/>
                    <a:pt x="9" y="45"/>
                  </a:cubicBezTo>
                  <a:cubicBezTo>
                    <a:pt x="8" y="58"/>
                    <a:pt x="0" y="72"/>
                    <a:pt x="0" y="84"/>
                  </a:cubicBezTo>
                  <a:cubicBezTo>
                    <a:pt x="4" y="56"/>
                    <a:pt x="30" y="44"/>
                    <a:pt x="55" y="60"/>
                  </a:cubicBezTo>
                  <a:cubicBezTo>
                    <a:pt x="77" y="75"/>
                    <a:pt x="109" y="87"/>
                    <a:pt x="132" y="101"/>
                  </a:cubicBezTo>
                  <a:cubicBezTo>
                    <a:pt x="120" y="96"/>
                    <a:pt x="98" y="81"/>
                    <a:pt x="87" y="73"/>
                  </a:cubicBezTo>
                  <a:cubicBezTo>
                    <a:pt x="76" y="65"/>
                    <a:pt x="65" y="57"/>
                    <a:pt x="55" y="49"/>
                  </a:cubicBezTo>
                  <a:cubicBezTo>
                    <a:pt x="46" y="42"/>
                    <a:pt x="37" y="36"/>
                    <a:pt x="30" y="27"/>
                  </a:cubicBezTo>
                  <a:cubicBezTo>
                    <a:pt x="24" y="19"/>
                    <a:pt x="12" y="10"/>
                    <a:pt x="9" y="0"/>
                  </a:cubicBezTo>
                </a:path>
              </a:pathLst>
            </a:custGeom>
            <a:solidFill>
              <a:srgbClr val="DF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99">
              <a:extLst>
                <a:ext uri="{FF2B5EF4-FFF2-40B4-BE49-F238E27FC236}">
                  <a16:creationId xmlns:a16="http://schemas.microsoft.com/office/drawing/2014/main" id="{137C6293-F911-41FA-AD14-E90A56E8D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044"/>
              <a:ext cx="355" cy="176"/>
            </a:xfrm>
            <a:custGeom>
              <a:avLst/>
              <a:gdLst>
                <a:gd name="T0" fmla="*/ 368 w 159"/>
                <a:gd name="T1" fmla="*/ 29 h 74"/>
                <a:gd name="T2" fmla="*/ 424 w 159"/>
                <a:gd name="T3" fmla="*/ 378 h 74"/>
                <a:gd name="T4" fmla="*/ 768 w 159"/>
                <a:gd name="T5" fmla="*/ 283 h 74"/>
                <a:gd name="T6" fmla="*/ 1771 w 159"/>
                <a:gd name="T7" fmla="*/ 0 h 74"/>
                <a:gd name="T8" fmla="*/ 902 w 159"/>
                <a:gd name="T9" fmla="*/ 402 h 74"/>
                <a:gd name="T10" fmla="*/ 433 w 159"/>
                <a:gd name="T11" fmla="*/ 685 h 74"/>
                <a:gd name="T12" fmla="*/ 335 w 159"/>
                <a:gd name="T13" fmla="*/ 899 h 74"/>
                <a:gd name="T14" fmla="*/ 165 w 159"/>
                <a:gd name="T15" fmla="*/ 997 h 74"/>
                <a:gd name="T16" fmla="*/ 0 w 159"/>
                <a:gd name="T17" fmla="*/ 566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74">
                  <a:moveTo>
                    <a:pt x="33" y="2"/>
                  </a:moveTo>
                  <a:cubicBezTo>
                    <a:pt x="32" y="9"/>
                    <a:pt x="29" y="24"/>
                    <a:pt x="38" y="28"/>
                  </a:cubicBezTo>
                  <a:cubicBezTo>
                    <a:pt x="44" y="31"/>
                    <a:pt x="64" y="24"/>
                    <a:pt x="69" y="21"/>
                  </a:cubicBezTo>
                  <a:cubicBezTo>
                    <a:pt x="100" y="7"/>
                    <a:pt x="126" y="2"/>
                    <a:pt x="159" y="0"/>
                  </a:cubicBezTo>
                  <a:cubicBezTo>
                    <a:pt x="130" y="7"/>
                    <a:pt x="106" y="15"/>
                    <a:pt x="81" y="30"/>
                  </a:cubicBezTo>
                  <a:cubicBezTo>
                    <a:pt x="67" y="38"/>
                    <a:pt x="54" y="44"/>
                    <a:pt x="39" y="51"/>
                  </a:cubicBezTo>
                  <a:cubicBezTo>
                    <a:pt x="33" y="54"/>
                    <a:pt x="24" y="59"/>
                    <a:pt x="30" y="67"/>
                  </a:cubicBezTo>
                  <a:cubicBezTo>
                    <a:pt x="24" y="64"/>
                    <a:pt x="19" y="70"/>
                    <a:pt x="15" y="74"/>
                  </a:cubicBezTo>
                  <a:cubicBezTo>
                    <a:pt x="9" y="63"/>
                    <a:pt x="10" y="50"/>
                    <a:pt x="0" y="42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100">
              <a:extLst>
                <a:ext uri="{FF2B5EF4-FFF2-40B4-BE49-F238E27FC236}">
                  <a16:creationId xmlns:a16="http://schemas.microsoft.com/office/drawing/2014/main" id="{235B5B23-15CB-44E1-83D0-381B7C157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420"/>
              <a:ext cx="255" cy="238"/>
            </a:xfrm>
            <a:custGeom>
              <a:avLst/>
              <a:gdLst>
                <a:gd name="T0" fmla="*/ 134 w 114"/>
                <a:gd name="T1" fmla="*/ 0 h 100"/>
                <a:gd name="T2" fmla="*/ 336 w 114"/>
                <a:gd name="T3" fmla="*/ 352 h 100"/>
                <a:gd name="T4" fmla="*/ 626 w 114"/>
                <a:gd name="T5" fmla="*/ 662 h 100"/>
                <a:gd name="T6" fmla="*/ 1275 w 114"/>
                <a:gd name="T7" fmla="*/ 1347 h 100"/>
                <a:gd name="T8" fmla="*/ 915 w 114"/>
                <a:gd name="T9" fmla="*/ 1121 h 100"/>
                <a:gd name="T10" fmla="*/ 595 w 114"/>
                <a:gd name="T11" fmla="*/ 850 h 100"/>
                <a:gd name="T12" fmla="*/ 0 w 114"/>
                <a:gd name="T13" fmla="*/ 324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00">
                  <a:moveTo>
                    <a:pt x="12" y="0"/>
                  </a:moveTo>
                  <a:cubicBezTo>
                    <a:pt x="18" y="9"/>
                    <a:pt x="23" y="18"/>
                    <a:pt x="30" y="26"/>
                  </a:cubicBezTo>
                  <a:cubicBezTo>
                    <a:pt x="38" y="34"/>
                    <a:pt x="47" y="42"/>
                    <a:pt x="56" y="49"/>
                  </a:cubicBezTo>
                  <a:cubicBezTo>
                    <a:pt x="76" y="65"/>
                    <a:pt x="95" y="83"/>
                    <a:pt x="114" y="100"/>
                  </a:cubicBezTo>
                  <a:cubicBezTo>
                    <a:pt x="103" y="94"/>
                    <a:pt x="94" y="88"/>
                    <a:pt x="82" y="83"/>
                  </a:cubicBezTo>
                  <a:cubicBezTo>
                    <a:pt x="72" y="79"/>
                    <a:pt x="62" y="69"/>
                    <a:pt x="53" y="63"/>
                  </a:cubicBezTo>
                  <a:cubicBezTo>
                    <a:pt x="33" y="52"/>
                    <a:pt x="18" y="36"/>
                    <a:pt x="0" y="24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101">
              <a:extLst>
                <a:ext uri="{FF2B5EF4-FFF2-40B4-BE49-F238E27FC236}">
                  <a16:creationId xmlns:a16="http://schemas.microsoft.com/office/drawing/2014/main" id="{0D8ACFBA-423C-4A46-9D5E-1BA43F829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127"/>
              <a:ext cx="178" cy="88"/>
            </a:xfrm>
            <a:custGeom>
              <a:avLst/>
              <a:gdLst>
                <a:gd name="T0" fmla="*/ 0 w 80"/>
                <a:gd name="T1" fmla="*/ 0 h 37"/>
                <a:gd name="T2" fmla="*/ 360 w 80"/>
                <a:gd name="T3" fmla="*/ 254 h 37"/>
                <a:gd name="T4" fmla="*/ 881 w 80"/>
                <a:gd name="T5" fmla="*/ 350 h 37"/>
                <a:gd name="T6" fmla="*/ 109 w 80"/>
                <a:gd name="T7" fmla="*/ 32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7">
                  <a:moveTo>
                    <a:pt x="0" y="0"/>
                  </a:moveTo>
                  <a:cubicBezTo>
                    <a:pt x="12" y="6"/>
                    <a:pt x="19" y="16"/>
                    <a:pt x="33" y="19"/>
                  </a:cubicBezTo>
                  <a:cubicBezTo>
                    <a:pt x="48" y="23"/>
                    <a:pt x="65" y="27"/>
                    <a:pt x="80" y="26"/>
                  </a:cubicBezTo>
                  <a:cubicBezTo>
                    <a:pt x="60" y="37"/>
                    <a:pt x="30" y="29"/>
                    <a:pt x="10" y="24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102">
              <a:extLst>
                <a:ext uri="{FF2B5EF4-FFF2-40B4-BE49-F238E27FC236}">
                  <a16:creationId xmlns:a16="http://schemas.microsoft.com/office/drawing/2014/main" id="{1DFB1BEC-9D20-41D9-9DF0-BA200C977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968"/>
              <a:ext cx="56" cy="62"/>
            </a:xfrm>
            <a:custGeom>
              <a:avLst/>
              <a:gdLst>
                <a:gd name="T0" fmla="*/ 0 w 25"/>
                <a:gd name="T1" fmla="*/ 165 h 26"/>
                <a:gd name="T2" fmla="*/ 260 w 25"/>
                <a:gd name="T3" fmla="*/ 0 h 26"/>
                <a:gd name="T4" fmla="*/ 45 w 25"/>
                <a:gd name="T5" fmla="*/ 35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6">
                  <a:moveTo>
                    <a:pt x="0" y="12"/>
                  </a:moveTo>
                  <a:cubicBezTo>
                    <a:pt x="11" y="13"/>
                    <a:pt x="17" y="8"/>
                    <a:pt x="23" y="0"/>
                  </a:cubicBezTo>
                  <a:cubicBezTo>
                    <a:pt x="25" y="12"/>
                    <a:pt x="11" y="19"/>
                    <a:pt x="4" y="26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103">
              <a:extLst>
                <a:ext uri="{FF2B5EF4-FFF2-40B4-BE49-F238E27FC236}">
                  <a16:creationId xmlns:a16="http://schemas.microsoft.com/office/drawing/2014/main" id="{6EE892E2-8DBD-4828-A90F-D391A05C5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872"/>
              <a:ext cx="34" cy="62"/>
            </a:xfrm>
            <a:custGeom>
              <a:avLst/>
              <a:gdLst>
                <a:gd name="T0" fmla="*/ 0 w 15"/>
                <a:gd name="T1" fmla="*/ 205 h 26"/>
                <a:gd name="T2" fmla="*/ 129 w 15"/>
                <a:gd name="T3" fmla="*/ 0 h 26"/>
                <a:gd name="T4" fmla="*/ 150 w 15"/>
                <a:gd name="T5" fmla="*/ 35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0" y="15"/>
                  </a:moveTo>
                  <a:cubicBezTo>
                    <a:pt x="8" y="14"/>
                    <a:pt x="12" y="7"/>
                    <a:pt x="11" y="0"/>
                  </a:cubicBezTo>
                  <a:cubicBezTo>
                    <a:pt x="15" y="7"/>
                    <a:pt x="13" y="18"/>
                    <a:pt x="13" y="26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104">
              <a:extLst>
                <a:ext uri="{FF2B5EF4-FFF2-40B4-BE49-F238E27FC236}">
                  <a16:creationId xmlns:a16="http://schemas.microsoft.com/office/drawing/2014/main" id="{D8E0BAE9-9CBC-4CF5-9058-8055C8090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3306"/>
              <a:ext cx="22" cy="11"/>
            </a:xfrm>
            <a:custGeom>
              <a:avLst/>
              <a:gdLst>
                <a:gd name="T0" fmla="*/ 0 w 10"/>
                <a:gd name="T1" fmla="*/ 0 h 5"/>
                <a:gd name="T2" fmla="*/ 73 w 10"/>
                <a:gd name="T3" fmla="*/ 53 h 5"/>
                <a:gd name="T4" fmla="*/ 106 w 10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2" y="2"/>
                    <a:pt x="5" y="4"/>
                    <a:pt x="7" y="5"/>
                  </a:cubicBezTo>
                  <a:cubicBezTo>
                    <a:pt x="7" y="2"/>
                    <a:pt x="9" y="3"/>
                    <a:pt x="10" y="2"/>
                  </a:cubicBezTo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105">
              <a:extLst>
                <a:ext uri="{FF2B5EF4-FFF2-40B4-BE49-F238E27FC236}">
                  <a16:creationId xmlns:a16="http://schemas.microsoft.com/office/drawing/2014/main" id="{0728A51B-8002-4CC3-8C6E-17277CD0A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815"/>
              <a:ext cx="140" cy="641"/>
            </a:xfrm>
            <a:custGeom>
              <a:avLst/>
              <a:gdLst>
                <a:gd name="T0" fmla="*/ 473 w 63"/>
                <a:gd name="T1" fmla="*/ 1544 h 269"/>
                <a:gd name="T2" fmla="*/ 198 w 63"/>
                <a:gd name="T3" fmla="*/ 324 h 269"/>
                <a:gd name="T4" fmla="*/ 178 w 63"/>
                <a:gd name="T5" fmla="*/ 188 h 269"/>
                <a:gd name="T6" fmla="*/ 142 w 63"/>
                <a:gd name="T7" fmla="*/ 0 h 269"/>
                <a:gd name="T8" fmla="*/ 231 w 63"/>
                <a:gd name="T9" fmla="*/ 977 h 269"/>
                <a:gd name="T10" fmla="*/ 142 w 63"/>
                <a:gd name="T11" fmla="*/ 1458 h 269"/>
                <a:gd name="T12" fmla="*/ 307 w 63"/>
                <a:gd name="T13" fmla="*/ 2397 h 269"/>
                <a:gd name="T14" fmla="*/ 0 w 63"/>
                <a:gd name="T15" fmla="*/ 3639 h 269"/>
                <a:gd name="T16" fmla="*/ 416 w 63"/>
                <a:gd name="T17" fmla="*/ 2464 h 269"/>
                <a:gd name="T18" fmla="*/ 473 w 63"/>
                <a:gd name="T19" fmla="*/ 2259 h 269"/>
                <a:gd name="T20" fmla="*/ 473 w 63"/>
                <a:gd name="T21" fmla="*/ 2095 h 269"/>
                <a:gd name="T22" fmla="*/ 484 w 63"/>
                <a:gd name="T23" fmla="*/ 1744 h 269"/>
                <a:gd name="T24" fmla="*/ 484 w 63"/>
                <a:gd name="T25" fmla="*/ 1568 h 269"/>
                <a:gd name="T26" fmla="*/ 691 w 63"/>
                <a:gd name="T27" fmla="*/ 1556 h 269"/>
                <a:gd name="T28" fmla="*/ 691 w 63"/>
                <a:gd name="T29" fmla="*/ 1556 h 269"/>
                <a:gd name="T30" fmla="*/ 484 w 63"/>
                <a:gd name="T31" fmla="*/ 1568 h 269"/>
                <a:gd name="T32" fmla="*/ 473 w 63"/>
                <a:gd name="T33" fmla="*/ 1544 h 2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269">
                  <a:moveTo>
                    <a:pt x="43" y="114"/>
                  </a:moveTo>
                  <a:cubicBezTo>
                    <a:pt x="28" y="70"/>
                    <a:pt x="24" y="51"/>
                    <a:pt x="18" y="2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0"/>
                    <a:pt x="14" y="5"/>
                    <a:pt x="13" y="0"/>
                  </a:cubicBezTo>
                  <a:cubicBezTo>
                    <a:pt x="13" y="23"/>
                    <a:pt x="18" y="48"/>
                    <a:pt x="21" y="72"/>
                  </a:cubicBezTo>
                  <a:cubicBezTo>
                    <a:pt x="22" y="81"/>
                    <a:pt x="30" y="114"/>
                    <a:pt x="13" y="108"/>
                  </a:cubicBezTo>
                  <a:cubicBezTo>
                    <a:pt x="29" y="117"/>
                    <a:pt x="29" y="164"/>
                    <a:pt x="28" y="177"/>
                  </a:cubicBezTo>
                  <a:cubicBezTo>
                    <a:pt x="27" y="195"/>
                    <a:pt x="12" y="252"/>
                    <a:pt x="0" y="269"/>
                  </a:cubicBezTo>
                  <a:cubicBezTo>
                    <a:pt x="18" y="242"/>
                    <a:pt x="31" y="213"/>
                    <a:pt x="38" y="182"/>
                  </a:cubicBezTo>
                  <a:cubicBezTo>
                    <a:pt x="39" y="177"/>
                    <a:pt x="42" y="172"/>
                    <a:pt x="43" y="167"/>
                  </a:cubicBezTo>
                  <a:cubicBezTo>
                    <a:pt x="44" y="163"/>
                    <a:pt x="42" y="159"/>
                    <a:pt x="43" y="155"/>
                  </a:cubicBezTo>
                  <a:cubicBezTo>
                    <a:pt x="44" y="147"/>
                    <a:pt x="44" y="138"/>
                    <a:pt x="44" y="129"/>
                  </a:cubicBezTo>
                  <a:cubicBezTo>
                    <a:pt x="44" y="125"/>
                    <a:pt x="44" y="121"/>
                    <a:pt x="44" y="116"/>
                  </a:cubicBezTo>
                  <a:cubicBezTo>
                    <a:pt x="49" y="116"/>
                    <a:pt x="56" y="115"/>
                    <a:pt x="63" y="115"/>
                  </a:cubicBezTo>
                  <a:cubicBezTo>
                    <a:pt x="63" y="115"/>
                    <a:pt x="63" y="115"/>
                    <a:pt x="63" y="115"/>
                  </a:cubicBezTo>
                  <a:cubicBezTo>
                    <a:pt x="56" y="115"/>
                    <a:pt x="50" y="116"/>
                    <a:pt x="44" y="116"/>
                  </a:cubicBezTo>
                  <a:cubicBezTo>
                    <a:pt x="43" y="115"/>
                    <a:pt x="43" y="115"/>
                    <a:pt x="43" y="114"/>
                  </a:cubicBezTo>
                  <a:close/>
                </a:path>
              </a:pathLst>
            </a:custGeom>
            <a:solidFill>
              <a:srgbClr val="CD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106">
              <a:extLst>
                <a:ext uri="{FF2B5EF4-FFF2-40B4-BE49-F238E27FC236}">
                  <a16:creationId xmlns:a16="http://schemas.microsoft.com/office/drawing/2014/main" id="{925B38DD-6A55-4842-BB9A-10160627F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725"/>
              <a:ext cx="1277" cy="2523"/>
            </a:xfrm>
            <a:custGeom>
              <a:avLst/>
              <a:gdLst>
                <a:gd name="T0" fmla="*/ 380 w 572"/>
                <a:gd name="T1" fmla="*/ 793 h 1060"/>
                <a:gd name="T2" fmla="*/ 822 w 572"/>
                <a:gd name="T3" fmla="*/ 3830 h 1060"/>
                <a:gd name="T4" fmla="*/ 922 w 572"/>
                <a:gd name="T5" fmla="*/ 4125 h 1060"/>
                <a:gd name="T6" fmla="*/ 1355 w 572"/>
                <a:gd name="T7" fmla="*/ 4991 h 1060"/>
                <a:gd name="T8" fmla="*/ 1436 w 572"/>
                <a:gd name="T9" fmla="*/ 5098 h 1060"/>
                <a:gd name="T10" fmla="*/ 2402 w 572"/>
                <a:gd name="T11" fmla="*/ 6124 h 1060"/>
                <a:gd name="T12" fmla="*/ 2592 w 572"/>
                <a:gd name="T13" fmla="*/ 6231 h 1060"/>
                <a:gd name="T14" fmla="*/ 4152 w 572"/>
                <a:gd name="T15" fmla="*/ 6957 h 1060"/>
                <a:gd name="T16" fmla="*/ 4242 w 572"/>
                <a:gd name="T17" fmla="*/ 6998 h 1060"/>
                <a:gd name="T18" fmla="*/ 5063 w 572"/>
                <a:gd name="T19" fmla="*/ 7417 h 1060"/>
                <a:gd name="T20" fmla="*/ 5588 w 572"/>
                <a:gd name="T21" fmla="*/ 7874 h 1060"/>
                <a:gd name="T22" fmla="*/ 5677 w 572"/>
                <a:gd name="T23" fmla="*/ 7971 h 1060"/>
                <a:gd name="T24" fmla="*/ 6345 w 572"/>
                <a:gd name="T25" fmla="*/ 9235 h 1060"/>
                <a:gd name="T26" fmla="*/ 6354 w 572"/>
                <a:gd name="T27" fmla="*/ 9428 h 1060"/>
                <a:gd name="T28" fmla="*/ 6041 w 572"/>
                <a:gd name="T29" fmla="*/ 11558 h 1060"/>
                <a:gd name="T30" fmla="*/ 5633 w 572"/>
                <a:gd name="T31" fmla="*/ 13755 h 1060"/>
                <a:gd name="T32" fmla="*/ 5617 w 572"/>
                <a:gd name="T33" fmla="*/ 14226 h 1060"/>
                <a:gd name="T34" fmla="*/ 5184 w 572"/>
                <a:gd name="T35" fmla="*/ 14293 h 1060"/>
                <a:gd name="T36" fmla="*/ 5653 w 572"/>
                <a:gd name="T37" fmla="*/ 11420 h 1060"/>
                <a:gd name="T38" fmla="*/ 6010 w 572"/>
                <a:gd name="T39" fmla="*/ 9387 h 1060"/>
                <a:gd name="T40" fmla="*/ 5896 w 572"/>
                <a:gd name="T41" fmla="*/ 8911 h 1060"/>
                <a:gd name="T42" fmla="*/ 5463 w 572"/>
                <a:gd name="T43" fmla="*/ 8147 h 1060"/>
                <a:gd name="T44" fmla="*/ 4704 w 572"/>
                <a:gd name="T45" fmla="*/ 7524 h 1060"/>
                <a:gd name="T46" fmla="*/ 4595 w 572"/>
                <a:gd name="T47" fmla="*/ 7455 h 1060"/>
                <a:gd name="T48" fmla="*/ 4081 w 572"/>
                <a:gd name="T49" fmla="*/ 7200 h 1060"/>
                <a:gd name="T50" fmla="*/ 3992 w 572"/>
                <a:gd name="T51" fmla="*/ 7150 h 1060"/>
                <a:gd name="T52" fmla="*/ 2527 w 572"/>
                <a:gd name="T53" fmla="*/ 6469 h 1060"/>
                <a:gd name="T54" fmla="*/ 2313 w 572"/>
                <a:gd name="T55" fmla="*/ 6312 h 1060"/>
                <a:gd name="T56" fmla="*/ 1302 w 572"/>
                <a:gd name="T57" fmla="*/ 5217 h 1060"/>
                <a:gd name="T58" fmla="*/ 1237 w 572"/>
                <a:gd name="T59" fmla="*/ 5082 h 1060"/>
                <a:gd name="T60" fmla="*/ 768 w 572"/>
                <a:gd name="T61" fmla="*/ 3994 h 1060"/>
                <a:gd name="T62" fmla="*/ 368 w 572"/>
                <a:gd name="T63" fmla="*/ 119 h 10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72" h="1060">
                  <a:moveTo>
                    <a:pt x="41" y="10"/>
                  </a:moveTo>
                  <a:cubicBezTo>
                    <a:pt x="40" y="17"/>
                    <a:pt x="36" y="36"/>
                    <a:pt x="34" y="59"/>
                  </a:cubicBezTo>
                  <a:cubicBezTo>
                    <a:pt x="32" y="89"/>
                    <a:pt x="34" y="112"/>
                    <a:pt x="35" y="127"/>
                  </a:cubicBezTo>
                  <a:cubicBezTo>
                    <a:pt x="39" y="171"/>
                    <a:pt x="49" y="225"/>
                    <a:pt x="74" y="284"/>
                  </a:cubicBezTo>
                  <a:cubicBezTo>
                    <a:pt x="76" y="290"/>
                    <a:pt x="79" y="295"/>
                    <a:pt x="81" y="301"/>
                  </a:cubicBezTo>
                  <a:cubicBezTo>
                    <a:pt x="82" y="302"/>
                    <a:pt x="82" y="304"/>
                    <a:pt x="83" y="306"/>
                  </a:cubicBezTo>
                  <a:cubicBezTo>
                    <a:pt x="83" y="307"/>
                    <a:pt x="84" y="307"/>
                    <a:pt x="85" y="308"/>
                  </a:cubicBezTo>
                  <a:cubicBezTo>
                    <a:pt x="96" y="332"/>
                    <a:pt x="109" y="352"/>
                    <a:pt x="122" y="370"/>
                  </a:cubicBezTo>
                  <a:cubicBezTo>
                    <a:pt x="123" y="371"/>
                    <a:pt x="124" y="374"/>
                    <a:pt x="125" y="375"/>
                  </a:cubicBezTo>
                  <a:cubicBezTo>
                    <a:pt x="126" y="376"/>
                    <a:pt x="128" y="377"/>
                    <a:pt x="129" y="378"/>
                  </a:cubicBezTo>
                  <a:cubicBezTo>
                    <a:pt x="154" y="409"/>
                    <a:pt x="181" y="431"/>
                    <a:pt x="210" y="449"/>
                  </a:cubicBezTo>
                  <a:cubicBezTo>
                    <a:pt x="212" y="450"/>
                    <a:pt x="213" y="452"/>
                    <a:pt x="216" y="454"/>
                  </a:cubicBezTo>
                  <a:cubicBezTo>
                    <a:pt x="217" y="454"/>
                    <a:pt x="220" y="455"/>
                    <a:pt x="222" y="456"/>
                  </a:cubicBezTo>
                  <a:cubicBezTo>
                    <a:pt x="225" y="458"/>
                    <a:pt x="229" y="460"/>
                    <a:pt x="233" y="462"/>
                  </a:cubicBezTo>
                  <a:cubicBezTo>
                    <a:pt x="266" y="479"/>
                    <a:pt x="293" y="479"/>
                    <a:pt x="315" y="487"/>
                  </a:cubicBezTo>
                  <a:cubicBezTo>
                    <a:pt x="337" y="495"/>
                    <a:pt x="362" y="512"/>
                    <a:pt x="373" y="516"/>
                  </a:cubicBezTo>
                  <a:cubicBezTo>
                    <a:pt x="375" y="517"/>
                    <a:pt x="376" y="515"/>
                    <a:pt x="378" y="516"/>
                  </a:cubicBezTo>
                  <a:cubicBezTo>
                    <a:pt x="379" y="516"/>
                    <a:pt x="380" y="519"/>
                    <a:pt x="381" y="519"/>
                  </a:cubicBezTo>
                  <a:cubicBezTo>
                    <a:pt x="403" y="526"/>
                    <a:pt x="425" y="535"/>
                    <a:pt x="445" y="546"/>
                  </a:cubicBezTo>
                  <a:cubicBezTo>
                    <a:pt x="448" y="547"/>
                    <a:pt x="452" y="548"/>
                    <a:pt x="455" y="550"/>
                  </a:cubicBezTo>
                  <a:cubicBezTo>
                    <a:pt x="457" y="551"/>
                    <a:pt x="459" y="553"/>
                    <a:pt x="460" y="554"/>
                  </a:cubicBezTo>
                  <a:cubicBezTo>
                    <a:pt x="475" y="563"/>
                    <a:pt x="489" y="573"/>
                    <a:pt x="502" y="584"/>
                  </a:cubicBezTo>
                  <a:cubicBezTo>
                    <a:pt x="504" y="585"/>
                    <a:pt x="505" y="588"/>
                    <a:pt x="506" y="589"/>
                  </a:cubicBezTo>
                  <a:cubicBezTo>
                    <a:pt x="507" y="590"/>
                    <a:pt x="509" y="590"/>
                    <a:pt x="510" y="591"/>
                  </a:cubicBezTo>
                  <a:cubicBezTo>
                    <a:pt x="527" y="606"/>
                    <a:pt x="542" y="624"/>
                    <a:pt x="555" y="646"/>
                  </a:cubicBezTo>
                  <a:cubicBezTo>
                    <a:pt x="563" y="658"/>
                    <a:pt x="567" y="671"/>
                    <a:pt x="570" y="685"/>
                  </a:cubicBezTo>
                  <a:cubicBezTo>
                    <a:pt x="570" y="688"/>
                    <a:pt x="569" y="689"/>
                    <a:pt x="570" y="692"/>
                  </a:cubicBezTo>
                  <a:cubicBezTo>
                    <a:pt x="570" y="694"/>
                    <a:pt x="571" y="697"/>
                    <a:pt x="571" y="699"/>
                  </a:cubicBezTo>
                  <a:cubicBezTo>
                    <a:pt x="572" y="703"/>
                    <a:pt x="572" y="707"/>
                    <a:pt x="572" y="712"/>
                  </a:cubicBezTo>
                  <a:cubicBezTo>
                    <a:pt x="572" y="754"/>
                    <a:pt x="558" y="803"/>
                    <a:pt x="543" y="857"/>
                  </a:cubicBezTo>
                  <a:cubicBezTo>
                    <a:pt x="530" y="905"/>
                    <a:pt x="515" y="957"/>
                    <a:pt x="508" y="1011"/>
                  </a:cubicBezTo>
                  <a:cubicBezTo>
                    <a:pt x="508" y="1014"/>
                    <a:pt x="507" y="1017"/>
                    <a:pt x="506" y="1020"/>
                  </a:cubicBezTo>
                  <a:cubicBezTo>
                    <a:pt x="506" y="1023"/>
                    <a:pt x="507" y="1027"/>
                    <a:pt x="506" y="1030"/>
                  </a:cubicBezTo>
                  <a:cubicBezTo>
                    <a:pt x="506" y="1038"/>
                    <a:pt x="505" y="1047"/>
                    <a:pt x="505" y="1055"/>
                  </a:cubicBezTo>
                  <a:cubicBezTo>
                    <a:pt x="505" y="1056"/>
                    <a:pt x="505" y="1056"/>
                    <a:pt x="504" y="1057"/>
                  </a:cubicBezTo>
                  <a:cubicBezTo>
                    <a:pt x="492" y="1058"/>
                    <a:pt x="477" y="1059"/>
                    <a:pt x="466" y="1060"/>
                  </a:cubicBezTo>
                  <a:cubicBezTo>
                    <a:pt x="466" y="1059"/>
                    <a:pt x="466" y="1056"/>
                    <a:pt x="466" y="1054"/>
                  </a:cubicBezTo>
                  <a:cubicBezTo>
                    <a:pt x="468" y="981"/>
                    <a:pt x="491" y="910"/>
                    <a:pt x="508" y="847"/>
                  </a:cubicBezTo>
                  <a:cubicBezTo>
                    <a:pt x="523" y="795"/>
                    <a:pt x="537" y="746"/>
                    <a:pt x="538" y="708"/>
                  </a:cubicBezTo>
                  <a:cubicBezTo>
                    <a:pt x="538" y="705"/>
                    <a:pt x="540" y="699"/>
                    <a:pt x="540" y="696"/>
                  </a:cubicBezTo>
                  <a:cubicBezTo>
                    <a:pt x="540" y="692"/>
                    <a:pt x="538" y="689"/>
                    <a:pt x="537" y="685"/>
                  </a:cubicBezTo>
                  <a:cubicBezTo>
                    <a:pt x="536" y="676"/>
                    <a:pt x="533" y="669"/>
                    <a:pt x="530" y="661"/>
                  </a:cubicBezTo>
                  <a:cubicBezTo>
                    <a:pt x="519" y="640"/>
                    <a:pt x="507" y="624"/>
                    <a:pt x="495" y="610"/>
                  </a:cubicBezTo>
                  <a:cubicBezTo>
                    <a:pt x="493" y="608"/>
                    <a:pt x="492" y="606"/>
                    <a:pt x="491" y="604"/>
                  </a:cubicBezTo>
                  <a:cubicBezTo>
                    <a:pt x="488" y="602"/>
                    <a:pt x="486" y="601"/>
                    <a:pt x="484" y="599"/>
                  </a:cubicBezTo>
                  <a:cubicBezTo>
                    <a:pt x="466" y="583"/>
                    <a:pt x="446" y="570"/>
                    <a:pt x="423" y="558"/>
                  </a:cubicBezTo>
                  <a:cubicBezTo>
                    <a:pt x="421" y="557"/>
                    <a:pt x="421" y="556"/>
                    <a:pt x="419" y="555"/>
                  </a:cubicBezTo>
                  <a:cubicBezTo>
                    <a:pt x="418" y="555"/>
                    <a:pt x="415" y="554"/>
                    <a:pt x="413" y="553"/>
                  </a:cubicBezTo>
                  <a:cubicBezTo>
                    <a:pt x="412" y="553"/>
                    <a:pt x="411" y="552"/>
                    <a:pt x="410" y="551"/>
                  </a:cubicBezTo>
                  <a:cubicBezTo>
                    <a:pt x="396" y="545"/>
                    <a:pt x="381" y="539"/>
                    <a:pt x="367" y="534"/>
                  </a:cubicBezTo>
                  <a:cubicBezTo>
                    <a:pt x="366" y="533"/>
                    <a:pt x="365" y="531"/>
                    <a:pt x="364" y="530"/>
                  </a:cubicBezTo>
                  <a:cubicBezTo>
                    <a:pt x="362" y="530"/>
                    <a:pt x="360" y="531"/>
                    <a:pt x="359" y="530"/>
                  </a:cubicBezTo>
                  <a:cubicBezTo>
                    <a:pt x="334" y="522"/>
                    <a:pt x="328" y="526"/>
                    <a:pt x="306" y="520"/>
                  </a:cubicBezTo>
                  <a:cubicBezTo>
                    <a:pt x="283" y="513"/>
                    <a:pt x="259" y="496"/>
                    <a:pt x="227" y="480"/>
                  </a:cubicBezTo>
                  <a:cubicBezTo>
                    <a:pt x="222" y="477"/>
                    <a:pt x="217" y="475"/>
                    <a:pt x="211" y="472"/>
                  </a:cubicBezTo>
                  <a:cubicBezTo>
                    <a:pt x="210" y="471"/>
                    <a:pt x="209" y="469"/>
                    <a:pt x="208" y="468"/>
                  </a:cubicBezTo>
                  <a:cubicBezTo>
                    <a:pt x="206" y="467"/>
                    <a:pt x="204" y="467"/>
                    <a:pt x="202" y="466"/>
                  </a:cubicBezTo>
                  <a:cubicBezTo>
                    <a:pt x="172" y="447"/>
                    <a:pt x="143" y="423"/>
                    <a:pt x="117" y="387"/>
                  </a:cubicBezTo>
                  <a:cubicBezTo>
                    <a:pt x="117" y="386"/>
                    <a:pt x="116" y="384"/>
                    <a:pt x="115" y="382"/>
                  </a:cubicBezTo>
                  <a:cubicBezTo>
                    <a:pt x="114" y="380"/>
                    <a:pt x="111" y="379"/>
                    <a:pt x="111" y="377"/>
                  </a:cubicBezTo>
                  <a:cubicBezTo>
                    <a:pt x="96" y="356"/>
                    <a:pt x="82" y="331"/>
                    <a:pt x="69" y="301"/>
                  </a:cubicBezTo>
                  <a:cubicBezTo>
                    <a:pt x="69" y="299"/>
                    <a:pt x="69" y="297"/>
                    <a:pt x="69" y="296"/>
                  </a:cubicBezTo>
                  <a:cubicBezTo>
                    <a:pt x="68" y="294"/>
                    <a:pt x="66" y="293"/>
                    <a:pt x="66" y="292"/>
                  </a:cubicBezTo>
                  <a:cubicBezTo>
                    <a:pt x="0" y="131"/>
                    <a:pt x="31" y="14"/>
                    <a:pt x="33" y="9"/>
                  </a:cubicBezTo>
                  <a:cubicBezTo>
                    <a:pt x="35" y="0"/>
                    <a:pt x="41" y="4"/>
                    <a:pt x="41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107">
              <a:extLst>
                <a:ext uri="{FF2B5EF4-FFF2-40B4-BE49-F238E27FC236}">
                  <a16:creationId xmlns:a16="http://schemas.microsoft.com/office/drawing/2014/main" id="{ABDAF811-C747-4472-A450-DA316C06A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720"/>
              <a:ext cx="2436" cy="2371"/>
            </a:xfrm>
            <a:custGeom>
              <a:avLst/>
              <a:gdLst>
                <a:gd name="T0" fmla="*/ 444 w 1091"/>
                <a:gd name="T1" fmla="*/ 2930 h 996"/>
                <a:gd name="T2" fmla="*/ 478 w 1091"/>
                <a:gd name="T3" fmla="*/ 3038 h 996"/>
                <a:gd name="T4" fmla="*/ 833 w 1091"/>
                <a:gd name="T5" fmla="*/ 3654 h 996"/>
                <a:gd name="T6" fmla="*/ 902 w 1091"/>
                <a:gd name="T7" fmla="*/ 3752 h 996"/>
                <a:gd name="T8" fmla="*/ 1561 w 1091"/>
                <a:gd name="T9" fmla="*/ 4368 h 996"/>
                <a:gd name="T10" fmla="*/ 2762 w 1091"/>
                <a:gd name="T11" fmla="*/ 5032 h 996"/>
                <a:gd name="T12" fmla="*/ 3005 w 1091"/>
                <a:gd name="T13" fmla="*/ 5111 h 996"/>
                <a:gd name="T14" fmla="*/ 3530 w 1091"/>
                <a:gd name="T15" fmla="*/ 5259 h 996"/>
                <a:gd name="T16" fmla="*/ 3709 w 1091"/>
                <a:gd name="T17" fmla="*/ 5304 h 996"/>
                <a:gd name="T18" fmla="*/ 4720 w 1091"/>
                <a:gd name="T19" fmla="*/ 5530 h 996"/>
                <a:gd name="T20" fmla="*/ 5852 w 1091"/>
                <a:gd name="T21" fmla="*/ 5825 h 996"/>
                <a:gd name="T22" fmla="*/ 6022 w 1091"/>
                <a:gd name="T23" fmla="*/ 5882 h 996"/>
                <a:gd name="T24" fmla="*/ 8884 w 1091"/>
                <a:gd name="T25" fmla="*/ 7311 h 996"/>
                <a:gd name="T26" fmla="*/ 9003 w 1091"/>
                <a:gd name="T27" fmla="*/ 7418 h 996"/>
                <a:gd name="T28" fmla="*/ 10499 w 1091"/>
                <a:gd name="T29" fmla="*/ 9577 h 996"/>
                <a:gd name="T30" fmla="*/ 11387 w 1091"/>
                <a:gd name="T31" fmla="*/ 12060 h 996"/>
                <a:gd name="T32" fmla="*/ 11687 w 1091"/>
                <a:gd name="T33" fmla="*/ 13407 h 996"/>
                <a:gd name="T34" fmla="*/ 12144 w 1091"/>
                <a:gd name="T35" fmla="*/ 13398 h 996"/>
                <a:gd name="T36" fmla="*/ 11865 w 1091"/>
                <a:gd name="T37" fmla="*/ 12098 h 996"/>
                <a:gd name="T38" fmla="*/ 11421 w 1091"/>
                <a:gd name="T39" fmla="*/ 10603 h 996"/>
                <a:gd name="T40" fmla="*/ 10264 w 1091"/>
                <a:gd name="T41" fmla="*/ 8201 h 996"/>
                <a:gd name="T42" fmla="*/ 9228 w 1091"/>
                <a:gd name="T43" fmla="*/ 7068 h 996"/>
                <a:gd name="T44" fmla="*/ 9094 w 1091"/>
                <a:gd name="T45" fmla="*/ 6958 h 996"/>
                <a:gd name="T46" fmla="*/ 6078 w 1091"/>
                <a:gd name="T47" fmla="*/ 5587 h 996"/>
                <a:gd name="T48" fmla="*/ 5832 w 1091"/>
                <a:gd name="T49" fmla="*/ 5542 h 996"/>
                <a:gd name="T50" fmla="*/ 4667 w 1091"/>
                <a:gd name="T51" fmla="*/ 5304 h 996"/>
                <a:gd name="T52" fmla="*/ 4452 w 1091"/>
                <a:gd name="T53" fmla="*/ 5247 h 996"/>
                <a:gd name="T54" fmla="*/ 3584 w 1091"/>
                <a:gd name="T55" fmla="*/ 5044 h 996"/>
                <a:gd name="T56" fmla="*/ 3296 w 1091"/>
                <a:gd name="T57" fmla="*/ 4954 h 996"/>
                <a:gd name="T58" fmla="*/ 2737 w 1091"/>
                <a:gd name="T59" fmla="*/ 4778 h 996"/>
                <a:gd name="T60" fmla="*/ 1780 w 1091"/>
                <a:gd name="T61" fmla="*/ 4290 h 996"/>
                <a:gd name="T62" fmla="*/ 1545 w 1091"/>
                <a:gd name="T63" fmla="*/ 4125 h 996"/>
                <a:gd name="T64" fmla="*/ 1011 w 1091"/>
                <a:gd name="T65" fmla="*/ 3654 h 996"/>
                <a:gd name="T66" fmla="*/ 723 w 1091"/>
                <a:gd name="T67" fmla="*/ 3197 h 996"/>
                <a:gd name="T68" fmla="*/ 109 w 1091"/>
                <a:gd name="T69" fmla="*/ 164 h 996"/>
                <a:gd name="T70" fmla="*/ 109 w 1091"/>
                <a:gd name="T71" fmla="*/ 136 h 996"/>
                <a:gd name="T72" fmla="*/ 0 w 1091"/>
                <a:gd name="T73" fmla="*/ 164 h 99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91" h="996">
                  <a:moveTo>
                    <a:pt x="0" y="66"/>
                  </a:moveTo>
                  <a:cubicBezTo>
                    <a:pt x="4" y="123"/>
                    <a:pt x="17" y="173"/>
                    <a:pt x="40" y="217"/>
                  </a:cubicBezTo>
                  <a:cubicBezTo>
                    <a:pt x="40" y="219"/>
                    <a:pt x="42" y="219"/>
                    <a:pt x="43" y="221"/>
                  </a:cubicBezTo>
                  <a:cubicBezTo>
                    <a:pt x="43" y="222"/>
                    <a:pt x="43" y="224"/>
                    <a:pt x="43" y="225"/>
                  </a:cubicBezTo>
                  <a:cubicBezTo>
                    <a:pt x="46" y="231"/>
                    <a:pt x="50" y="236"/>
                    <a:pt x="53" y="242"/>
                  </a:cubicBezTo>
                  <a:cubicBezTo>
                    <a:pt x="60" y="252"/>
                    <a:pt x="67" y="262"/>
                    <a:pt x="75" y="271"/>
                  </a:cubicBezTo>
                  <a:cubicBezTo>
                    <a:pt x="76" y="273"/>
                    <a:pt x="78" y="273"/>
                    <a:pt x="79" y="274"/>
                  </a:cubicBezTo>
                  <a:cubicBezTo>
                    <a:pt x="80" y="275"/>
                    <a:pt x="80" y="277"/>
                    <a:pt x="81" y="278"/>
                  </a:cubicBezTo>
                  <a:cubicBezTo>
                    <a:pt x="97" y="295"/>
                    <a:pt x="115" y="310"/>
                    <a:pt x="136" y="323"/>
                  </a:cubicBezTo>
                  <a:cubicBezTo>
                    <a:pt x="137" y="324"/>
                    <a:pt x="139" y="324"/>
                    <a:pt x="140" y="324"/>
                  </a:cubicBezTo>
                  <a:cubicBezTo>
                    <a:pt x="142" y="325"/>
                    <a:pt x="142" y="327"/>
                    <a:pt x="143" y="328"/>
                  </a:cubicBezTo>
                  <a:cubicBezTo>
                    <a:pt x="173" y="345"/>
                    <a:pt x="208" y="360"/>
                    <a:pt x="248" y="373"/>
                  </a:cubicBezTo>
                  <a:cubicBezTo>
                    <a:pt x="253" y="374"/>
                    <a:pt x="256" y="373"/>
                    <a:pt x="260" y="374"/>
                  </a:cubicBezTo>
                  <a:cubicBezTo>
                    <a:pt x="263" y="375"/>
                    <a:pt x="267" y="378"/>
                    <a:pt x="270" y="379"/>
                  </a:cubicBezTo>
                  <a:cubicBezTo>
                    <a:pt x="275" y="380"/>
                    <a:pt x="280" y="381"/>
                    <a:pt x="284" y="382"/>
                  </a:cubicBezTo>
                  <a:cubicBezTo>
                    <a:pt x="295" y="385"/>
                    <a:pt x="306" y="387"/>
                    <a:pt x="317" y="390"/>
                  </a:cubicBezTo>
                  <a:cubicBezTo>
                    <a:pt x="319" y="390"/>
                    <a:pt x="322" y="390"/>
                    <a:pt x="324" y="391"/>
                  </a:cubicBezTo>
                  <a:cubicBezTo>
                    <a:pt x="327" y="391"/>
                    <a:pt x="330" y="393"/>
                    <a:pt x="333" y="393"/>
                  </a:cubicBezTo>
                  <a:cubicBezTo>
                    <a:pt x="361" y="399"/>
                    <a:pt x="390" y="405"/>
                    <a:pt x="417" y="410"/>
                  </a:cubicBezTo>
                  <a:cubicBezTo>
                    <a:pt x="420" y="411"/>
                    <a:pt x="422" y="409"/>
                    <a:pt x="424" y="410"/>
                  </a:cubicBezTo>
                  <a:cubicBezTo>
                    <a:pt x="427" y="410"/>
                    <a:pt x="430" y="413"/>
                    <a:pt x="433" y="413"/>
                  </a:cubicBezTo>
                  <a:cubicBezTo>
                    <a:pt x="464" y="419"/>
                    <a:pt x="495" y="425"/>
                    <a:pt x="526" y="432"/>
                  </a:cubicBezTo>
                  <a:cubicBezTo>
                    <a:pt x="528" y="433"/>
                    <a:pt x="531" y="432"/>
                    <a:pt x="533" y="433"/>
                  </a:cubicBezTo>
                  <a:cubicBezTo>
                    <a:pt x="536" y="434"/>
                    <a:pt x="538" y="435"/>
                    <a:pt x="541" y="436"/>
                  </a:cubicBezTo>
                  <a:cubicBezTo>
                    <a:pt x="603" y="451"/>
                    <a:pt x="663" y="470"/>
                    <a:pt x="724" y="499"/>
                  </a:cubicBezTo>
                  <a:cubicBezTo>
                    <a:pt x="750" y="512"/>
                    <a:pt x="775" y="526"/>
                    <a:pt x="798" y="542"/>
                  </a:cubicBezTo>
                  <a:cubicBezTo>
                    <a:pt x="800" y="543"/>
                    <a:pt x="803" y="543"/>
                    <a:pt x="805" y="545"/>
                  </a:cubicBezTo>
                  <a:cubicBezTo>
                    <a:pt x="806" y="546"/>
                    <a:pt x="808" y="549"/>
                    <a:pt x="809" y="550"/>
                  </a:cubicBezTo>
                  <a:cubicBezTo>
                    <a:pt x="835" y="568"/>
                    <a:pt x="859" y="588"/>
                    <a:pt x="880" y="610"/>
                  </a:cubicBezTo>
                  <a:cubicBezTo>
                    <a:pt x="908" y="639"/>
                    <a:pt x="924" y="665"/>
                    <a:pt x="943" y="710"/>
                  </a:cubicBezTo>
                  <a:cubicBezTo>
                    <a:pt x="959" y="744"/>
                    <a:pt x="990" y="766"/>
                    <a:pt x="1002" y="799"/>
                  </a:cubicBezTo>
                  <a:cubicBezTo>
                    <a:pt x="1005" y="807"/>
                    <a:pt x="1018" y="870"/>
                    <a:pt x="1023" y="894"/>
                  </a:cubicBezTo>
                  <a:cubicBezTo>
                    <a:pt x="1025" y="904"/>
                    <a:pt x="1025" y="904"/>
                    <a:pt x="1025" y="904"/>
                  </a:cubicBezTo>
                  <a:cubicBezTo>
                    <a:pt x="1031" y="931"/>
                    <a:pt x="1035" y="950"/>
                    <a:pt x="1050" y="994"/>
                  </a:cubicBezTo>
                  <a:cubicBezTo>
                    <a:pt x="1050" y="995"/>
                    <a:pt x="1050" y="995"/>
                    <a:pt x="1051" y="996"/>
                  </a:cubicBezTo>
                  <a:cubicBezTo>
                    <a:pt x="1063" y="995"/>
                    <a:pt x="1080" y="994"/>
                    <a:pt x="1091" y="993"/>
                  </a:cubicBezTo>
                  <a:cubicBezTo>
                    <a:pt x="1091" y="993"/>
                    <a:pt x="1091" y="993"/>
                    <a:pt x="1091" y="993"/>
                  </a:cubicBezTo>
                  <a:cubicBezTo>
                    <a:pt x="1080" y="950"/>
                    <a:pt x="1071" y="923"/>
                    <a:pt x="1066" y="897"/>
                  </a:cubicBezTo>
                  <a:cubicBezTo>
                    <a:pt x="1064" y="887"/>
                    <a:pt x="1064" y="887"/>
                    <a:pt x="1064" y="887"/>
                  </a:cubicBezTo>
                  <a:cubicBezTo>
                    <a:pt x="1057" y="857"/>
                    <a:pt x="1030" y="795"/>
                    <a:pt x="1026" y="786"/>
                  </a:cubicBezTo>
                  <a:cubicBezTo>
                    <a:pt x="1022" y="777"/>
                    <a:pt x="1001" y="702"/>
                    <a:pt x="981" y="673"/>
                  </a:cubicBezTo>
                  <a:cubicBezTo>
                    <a:pt x="962" y="643"/>
                    <a:pt x="938" y="621"/>
                    <a:pt x="922" y="608"/>
                  </a:cubicBezTo>
                  <a:cubicBezTo>
                    <a:pt x="916" y="602"/>
                    <a:pt x="880" y="561"/>
                    <a:pt x="856" y="543"/>
                  </a:cubicBezTo>
                  <a:cubicBezTo>
                    <a:pt x="847" y="537"/>
                    <a:pt x="838" y="530"/>
                    <a:pt x="829" y="524"/>
                  </a:cubicBezTo>
                  <a:cubicBezTo>
                    <a:pt x="825" y="521"/>
                    <a:pt x="823" y="522"/>
                    <a:pt x="821" y="521"/>
                  </a:cubicBezTo>
                  <a:cubicBezTo>
                    <a:pt x="819" y="520"/>
                    <a:pt x="819" y="517"/>
                    <a:pt x="817" y="516"/>
                  </a:cubicBezTo>
                  <a:cubicBezTo>
                    <a:pt x="793" y="500"/>
                    <a:pt x="768" y="486"/>
                    <a:pt x="741" y="473"/>
                  </a:cubicBezTo>
                  <a:cubicBezTo>
                    <a:pt x="676" y="441"/>
                    <a:pt x="611" y="426"/>
                    <a:pt x="546" y="414"/>
                  </a:cubicBezTo>
                  <a:cubicBezTo>
                    <a:pt x="543" y="414"/>
                    <a:pt x="538" y="415"/>
                    <a:pt x="535" y="414"/>
                  </a:cubicBezTo>
                  <a:cubicBezTo>
                    <a:pt x="531" y="413"/>
                    <a:pt x="529" y="411"/>
                    <a:pt x="524" y="411"/>
                  </a:cubicBezTo>
                  <a:cubicBezTo>
                    <a:pt x="492" y="405"/>
                    <a:pt x="459" y="400"/>
                    <a:pt x="427" y="394"/>
                  </a:cubicBezTo>
                  <a:cubicBezTo>
                    <a:pt x="425" y="394"/>
                    <a:pt x="422" y="393"/>
                    <a:pt x="419" y="393"/>
                  </a:cubicBezTo>
                  <a:cubicBezTo>
                    <a:pt x="417" y="392"/>
                    <a:pt x="415" y="393"/>
                    <a:pt x="412" y="392"/>
                  </a:cubicBezTo>
                  <a:cubicBezTo>
                    <a:pt x="408" y="392"/>
                    <a:pt x="404" y="390"/>
                    <a:pt x="400" y="389"/>
                  </a:cubicBezTo>
                  <a:cubicBezTo>
                    <a:pt x="378" y="385"/>
                    <a:pt x="355" y="380"/>
                    <a:pt x="333" y="375"/>
                  </a:cubicBezTo>
                  <a:cubicBezTo>
                    <a:pt x="329" y="374"/>
                    <a:pt x="326" y="375"/>
                    <a:pt x="322" y="374"/>
                  </a:cubicBezTo>
                  <a:cubicBezTo>
                    <a:pt x="319" y="374"/>
                    <a:pt x="316" y="371"/>
                    <a:pt x="313" y="371"/>
                  </a:cubicBezTo>
                  <a:cubicBezTo>
                    <a:pt x="307" y="369"/>
                    <a:pt x="302" y="368"/>
                    <a:pt x="296" y="367"/>
                  </a:cubicBezTo>
                  <a:cubicBezTo>
                    <a:pt x="283" y="364"/>
                    <a:pt x="271" y="360"/>
                    <a:pt x="259" y="357"/>
                  </a:cubicBezTo>
                  <a:cubicBezTo>
                    <a:pt x="255" y="355"/>
                    <a:pt x="251" y="356"/>
                    <a:pt x="246" y="354"/>
                  </a:cubicBezTo>
                  <a:cubicBezTo>
                    <a:pt x="243" y="353"/>
                    <a:pt x="239" y="350"/>
                    <a:pt x="236" y="349"/>
                  </a:cubicBezTo>
                  <a:cubicBezTo>
                    <a:pt x="208" y="340"/>
                    <a:pt x="184" y="329"/>
                    <a:pt x="160" y="318"/>
                  </a:cubicBezTo>
                  <a:cubicBezTo>
                    <a:pt x="154" y="316"/>
                    <a:pt x="151" y="317"/>
                    <a:pt x="149" y="316"/>
                  </a:cubicBezTo>
                  <a:cubicBezTo>
                    <a:pt x="146" y="314"/>
                    <a:pt x="142" y="309"/>
                    <a:pt x="139" y="306"/>
                  </a:cubicBezTo>
                  <a:cubicBezTo>
                    <a:pt x="125" y="292"/>
                    <a:pt x="112" y="285"/>
                    <a:pt x="99" y="276"/>
                  </a:cubicBezTo>
                  <a:cubicBezTo>
                    <a:pt x="97" y="275"/>
                    <a:pt x="93" y="273"/>
                    <a:pt x="91" y="271"/>
                  </a:cubicBezTo>
                  <a:cubicBezTo>
                    <a:pt x="89" y="269"/>
                    <a:pt x="88" y="266"/>
                    <a:pt x="86" y="264"/>
                  </a:cubicBezTo>
                  <a:cubicBezTo>
                    <a:pt x="77" y="255"/>
                    <a:pt x="70" y="246"/>
                    <a:pt x="65" y="237"/>
                  </a:cubicBezTo>
                  <a:cubicBezTo>
                    <a:pt x="23" y="167"/>
                    <a:pt x="9" y="107"/>
                    <a:pt x="9" y="33"/>
                  </a:cubicBezTo>
                  <a:cubicBezTo>
                    <a:pt x="9" y="26"/>
                    <a:pt x="9" y="19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9" y="0"/>
                    <a:pt x="0" y="0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25"/>
                    <a:pt x="0" y="61"/>
                    <a:pt x="0" y="6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108">
              <a:extLst>
                <a:ext uri="{FF2B5EF4-FFF2-40B4-BE49-F238E27FC236}">
                  <a16:creationId xmlns:a16="http://schemas.microsoft.com/office/drawing/2014/main" id="{2C18710A-F656-4EB8-8D3E-6FF46029E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3084"/>
              <a:ext cx="1668" cy="807"/>
            </a:xfrm>
            <a:custGeom>
              <a:avLst/>
              <a:gdLst>
                <a:gd name="T0" fmla="*/ 8226 w 747"/>
                <a:gd name="T1" fmla="*/ 1055 h 339"/>
                <a:gd name="T2" fmla="*/ 8226 w 747"/>
                <a:gd name="T3" fmla="*/ 928 h 339"/>
                <a:gd name="T4" fmla="*/ 8271 w 747"/>
                <a:gd name="T5" fmla="*/ 838 h 339"/>
                <a:gd name="T6" fmla="*/ 8282 w 747"/>
                <a:gd name="T7" fmla="*/ 0 h 339"/>
                <a:gd name="T8" fmla="*/ 8282 w 747"/>
                <a:gd name="T9" fmla="*/ 0 h 339"/>
                <a:gd name="T10" fmla="*/ 7838 w 747"/>
                <a:gd name="T11" fmla="*/ 40 h 339"/>
                <a:gd name="T12" fmla="*/ 7838 w 747"/>
                <a:gd name="T13" fmla="*/ 214 h 339"/>
                <a:gd name="T14" fmla="*/ 7829 w 747"/>
                <a:gd name="T15" fmla="*/ 567 h 339"/>
                <a:gd name="T16" fmla="*/ 7829 w 747"/>
                <a:gd name="T17" fmla="*/ 731 h 339"/>
                <a:gd name="T18" fmla="*/ 7773 w 747"/>
                <a:gd name="T19" fmla="*/ 928 h 339"/>
                <a:gd name="T20" fmla="*/ 7215 w 747"/>
                <a:gd name="T21" fmla="*/ 2335 h 339"/>
                <a:gd name="T22" fmla="*/ 7061 w 747"/>
                <a:gd name="T23" fmla="*/ 2550 h 339"/>
                <a:gd name="T24" fmla="*/ 7016 w 747"/>
                <a:gd name="T25" fmla="*/ 2647 h 339"/>
                <a:gd name="T26" fmla="*/ 6900 w 747"/>
                <a:gd name="T27" fmla="*/ 2726 h 339"/>
                <a:gd name="T28" fmla="*/ 4542 w 747"/>
                <a:gd name="T29" fmla="*/ 3978 h 339"/>
                <a:gd name="T30" fmla="*/ 2851 w 747"/>
                <a:gd name="T31" fmla="*/ 3792 h 339"/>
                <a:gd name="T32" fmla="*/ 2738 w 747"/>
                <a:gd name="T33" fmla="*/ 3764 h 339"/>
                <a:gd name="T34" fmla="*/ 2648 w 747"/>
                <a:gd name="T35" fmla="*/ 3711 h 339"/>
                <a:gd name="T36" fmla="*/ 424 w 747"/>
                <a:gd name="T37" fmla="*/ 890 h 339"/>
                <a:gd name="T38" fmla="*/ 0 w 747"/>
                <a:gd name="T39" fmla="*/ 928 h 339"/>
                <a:gd name="T40" fmla="*/ 9 w 747"/>
                <a:gd name="T41" fmla="*/ 947 h 339"/>
                <a:gd name="T42" fmla="*/ 2608 w 747"/>
                <a:gd name="T43" fmla="*/ 4211 h 339"/>
                <a:gd name="T44" fmla="*/ 2726 w 747"/>
                <a:gd name="T45" fmla="*/ 4221 h 339"/>
                <a:gd name="T46" fmla="*/ 2807 w 747"/>
                <a:gd name="T47" fmla="*/ 4290 h 339"/>
                <a:gd name="T48" fmla="*/ 4586 w 747"/>
                <a:gd name="T49" fmla="*/ 4494 h 339"/>
                <a:gd name="T50" fmla="*/ 7114 w 747"/>
                <a:gd name="T51" fmla="*/ 3157 h 339"/>
                <a:gd name="T52" fmla="*/ 7170 w 747"/>
                <a:gd name="T53" fmla="*/ 3078 h 339"/>
                <a:gd name="T54" fmla="*/ 7235 w 747"/>
                <a:gd name="T55" fmla="*/ 3021 h 339"/>
                <a:gd name="T56" fmla="*/ 7505 w 747"/>
                <a:gd name="T57" fmla="*/ 2657 h 339"/>
                <a:gd name="T58" fmla="*/ 8226 w 747"/>
                <a:gd name="T59" fmla="*/ 1055 h 3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47" h="339">
                  <a:moveTo>
                    <a:pt x="739" y="78"/>
                  </a:moveTo>
                  <a:cubicBezTo>
                    <a:pt x="740" y="75"/>
                    <a:pt x="739" y="72"/>
                    <a:pt x="739" y="69"/>
                  </a:cubicBezTo>
                  <a:cubicBezTo>
                    <a:pt x="740" y="67"/>
                    <a:pt x="742" y="64"/>
                    <a:pt x="743" y="62"/>
                  </a:cubicBezTo>
                  <a:cubicBezTo>
                    <a:pt x="746" y="42"/>
                    <a:pt x="747" y="22"/>
                    <a:pt x="744" y="0"/>
                  </a:cubicBezTo>
                  <a:cubicBezTo>
                    <a:pt x="744" y="0"/>
                    <a:pt x="744" y="0"/>
                    <a:pt x="744" y="0"/>
                  </a:cubicBezTo>
                  <a:cubicBezTo>
                    <a:pt x="733" y="1"/>
                    <a:pt x="716" y="2"/>
                    <a:pt x="704" y="3"/>
                  </a:cubicBezTo>
                  <a:cubicBezTo>
                    <a:pt x="704" y="8"/>
                    <a:pt x="704" y="12"/>
                    <a:pt x="704" y="16"/>
                  </a:cubicBezTo>
                  <a:cubicBezTo>
                    <a:pt x="704" y="25"/>
                    <a:pt x="704" y="34"/>
                    <a:pt x="703" y="42"/>
                  </a:cubicBezTo>
                  <a:cubicBezTo>
                    <a:pt x="702" y="46"/>
                    <a:pt x="704" y="50"/>
                    <a:pt x="703" y="54"/>
                  </a:cubicBezTo>
                  <a:cubicBezTo>
                    <a:pt x="702" y="59"/>
                    <a:pt x="699" y="64"/>
                    <a:pt x="698" y="69"/>
                  </a:cubicBezTo>
                  <a:cubicBezTo>
                    <a:pt x="690" y="106"/>
                    <a:pt x="673" y="141"/>
                    <a:pt x="648" y="173"/>
                  </a:cubicBezTo>
                  <a:cubicBezTo>
                    <a:pt x="643" y="178"/>
                    <a:pt x="639" y="183"/>
                    <a:pt x="634" y="189"/>
                  </a:cubicBezTo>
                  <a:cubicBezTo>
                    <a:pt x="632" y="191"/>
                    <a:pt x="632" y="194"/>
                    <a:pt x="630" y="196"/>
                  </a:cubicBezTo>
                  <a:cubicBezTo>
                    <a:pt x="627" y="199"/>
                    <a:pt x="623" y="200"/>
                    <a:pt x="620" y="202"/>
                  </a:cubicBezTo>
                  <a:cubicBezTo>
                    <a:pt x="566" y="254"/>
                    <a:pt x="490" y="287"/>
                    <a:pt x="408" y="295"/>
                  </a:cubicBezTo>
                  <a:cubicBezTo>
                    <a:pt x="355" y="301"/>
                    <a:pt x="303" y="295"/>
                    <a:pt x="256" y="281"/>
                  </a:cubicBezTo>
                  <a:cubicBezTo>
                    <a:pt x="253" y="280"/>
                    <a:pt x="249" y="280"/>
                    <a:pt x="246" y="279"/>
                  </a:cubicBezTo>
                  <a:cubicBezTo>
                    <a:pt x="243" y="278"/>
                    <a:pt x="241" y="276"/>
                    <a:pt x="238" y="275"/>
                  </a:cubicBezTo>
                  <a:cubicBezTo>
                    <a:pt x="136" y="239"/>
                    <a:pt x="59" y="162"/>
                    <a:pt x="38" y="66"/>
                  </a:cubicBezTo>
                  <a:cubicBezTo>
                    <a:pt x="26" y="67"/>
                    <a:pt x="11" y="68"/>
                    <a:pt x="0" y="69"/>
                  </a:cubicBezTo>
                  <a:cubicBezTo>
                    <a:pt x="0" y="70"/>
                    <a:pt x="0" y="70"/>
                    <a:pt x="1" y="70"/>
                  </a:cubicBezTo>
                  <a:cubicBezTo>
                    <a:pt x="23" y="180"/>
                    <a:pt x="116" y="271"/>
                    <a:pt x="234" y="312"/>
                  </a:cubicBezTo>
                  <a:cubicBezTo>
                    <a:pt x="240" y="314"/>
                    <a:pt x="241" y="312"/>
                    <a:pt x="245" y="313"/>
                  </a:cubicBezTo>
                  <a:cubicBezTo>
                    <a:pt x="248" y="314"/>
                    <a:pt x="250" y="317"/>
                    <a:pt x="252" y="318"/>
                  </a:cubicBezTo>
                  <a:cubicBezTo>
                    <a:pt x="303" y="333"/>
                    <a:pt x="357" y="339"/>
                    <a:pt x="412" y="333"/>
                  </a:cubicBezTo>
                  <a:cubicBezTo>
                    <a:pt x="500" y="325"/>
                    <a:pt x="580" y="289"/>
                    <a:pt x="639" y="234"/>
                  </a:cubicBezTo>
                  <a:cubicBezTo>
                    <a:pt x="641" y="233"/>
                    <a:pt x="642" y="229"/>
                    <a:pt x="644" y="228"/>
                  </a:cubicBezTo>
                  <a:cubicBezTo>
                    <a:pt x="646" y="226"/>
                    <a:pt x="648" y="226"/>
                    <a:pt x="650" y="224"/>
                  </a:cubicBezTo>
                  <a:cubicBezTo>
                    <a:pt x="658" y="216"/>
                    <a:pt x="666" y="206"/>
                    <a:pt x="674" y="197"/>
                  </a:cubicBezTo>
                  <a:cubicBezTo>
                    <a:pt x="705" y="159"/>
                    <a:pt x="728" y="120"/>
                    <a:pt x="739" y="7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109">
              <a:extLst>
                <a:ext uri="{FF2B5EF4-FFF2-40B4-BE49-F238E27FC236}">
                  <a16:creationId xmlns:a16="http://schemas.microsoft.com/office/drawing/2014/main" id="{DA666701-0975-46C6-8524-37D82112E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375"/>
              <a:ext cx="574" cy="845"/>
            </a:xfrm>
            <a:custGeom>
              <a:avLst/>
              <a:gdLst>
                <a:gd name="T0" fmla="*/ 712 w 257"/>
                <a:gd name="T1" fmla="*/ 0 h 355"/>
                <a:gd name="T2" fmla="*/ 1358 w 257"/>
                <a:gd name="T3" fmla="*/ 947 h 355"/>
                <a:gd name="T4" fmla="*/ 2548 w 257"/>
                <a:gd name="T5" fmla="*/ 1926 h 355"/>
                <a:gd name="T6" fmla="*/ 2593 w 257"/>
                <a:gd name="T7" fmla="*/ 3370 h 355"/>
                <a:gd name="T8" fmla="*/ 1371 w 257"/>
                <a:gd name="T9" fmla="*/ 4073 h 355"/>
                <a:gd name="T10" fmla="*/ 20 w 257"/>
                <a:gd name="T11" fmla="*/ 4449 h 355"/>
                <a:gd name="T12" fmla="*/ 0 w 257"/>
                <a:gd name="T13" fmla="*/ 4437 h 3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355">
                  <a:moveTo>
                    <a:pt x="64" y="0"/>
                  </a:moveTo>
                  <a:cubicBezTo>
                    <a:pt x="69" y="30"/>
                    <a:pt x="96" y="51"/>
                    <a:pt x="122" y="70"/>
                  </a:cubicBezTo>
                  <a:cubicBezTo>
                    <a:pt x="157" y="97"/>
                    <a:pt x="204" y="114"/>
                    <a:pt x="229" y="143"/>
                  </a:cubicBezTo>
                  <a:cubicBezTo>
                    <a:pt x="254" y="172"/>
                    <a:pt x="257" y="214"/>
                    <a:pt x="233" y="250"/>
                  </a:cubicBezTo>
                  <a:cubicBezTo>
                    <a:pt x="206" y="292"/>
                    <a:pt x="165" y="282"/>
                    <a:pt x="123" y="302"/>
                  </a:cubicBezTo>
                  <a:cubicBezTo>
                    <a:pt x="85" y="320"/>
                    <a:pt x="46" y="355"/>
                    <a:pt x="2" y="330"/>
                  </a:cubicBezTo>
                  <a:cubicBezTo>
                    <a:pt x="0" y="329"/>
                    <a:pt x="0" y="329"/>
                    <a:pt x="0" y="329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110">
              <a:extLst>
                <a:ext uri="{FF2B5EF4-FFF2-40B4-BE49-F238E27FC236}">
                  <a16:creationId xmlns:a16="http://schemas.microsoft.com/office/drawing/2014/main" id="{B3542325-5BD2-41F0-BE30-ABBBCFB55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3182"/>
              <a:ext cx="1235" cy="369"/>
            </a:xfrm>
            <a:custGeom>
              <a:avLst/>
              <a:gdLst>
                <a:gd name="T0" fmla="*/ 0 w 553"/>
                <a:gd name="T1" fmla="*/ 0 h 155"/>
                <a:gd name="T2" fmla="*/ 1347 w 553"/>
                <a:gd name="T3" fmla="*/ 821 h 155"/>
                <a:gd name="T4" fmla="*/ 4109 w 553"/>
                <a:gd name="T5" fmla="*/ 947 h 155"/>
                <a:gd name="T6" fmla="*/ 6124 w 553"/>
                <a:gd name="T7" fmla="*/ 2081 h 155"/>
                <a:gd name="T8" fmla="*/ 6159 w 553"/>
                <a:gd name="T9" fmla="*/ 209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3" h="155">
                  <a:moveTo>
                    <a:pt x="0" y="0"/>
                  </a:moveTo>
                  <a:cubicBezTo>
                    <a:pt x="43" y="20"/>
                    <a:pt x="73" y="51"/>
                    <a:pt x="121" y="61"/>
                  </a:cubicBezTo>
                  <a:cubicBezTo>
                    <a:pt x="206" y="78"/>
                    <a:pt x="287" y="39"/>
                    <a:pt x="369" y="70"/>
                  </a:cubicBezTo>
                  <a:cubicBezTo>
                    <a:pt x="428" y="92"/>
                    <a:pt x="499" y="121"/>
                    <a:pt x="550" y="154"/>
                  </a:cubicBezTo>
                  <a:cubicBezTo>
                    <a:pt x="553" y="155"/>
                    <a:pt x="553" y="155"/>
                    <a:pt x="553" y="155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111">
              <a:extLst>
                <a:ext uri="{FF2B5EF4-FFF2-40B4-BE49-F238E27FC236}">
                  <a16:creationId xmlns:a16="http://schemas.microsoft.com/office/drawing/2014/main" id="{BA40E9B6-CA5C-4151-A889-C844DF1CD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172"/>
              <a:ext cx="20" cy="36"/>
            </a:xfrm>
            <a:custGeom>
              <a:avLst/>
              <a:gdLst>
                <a:gd name="T0" fmla="*/ 44 w 9"/>
                <a:gd name="T1" fmla="*/ 0 h 15"/>
                <a:gd name="T2" fmla="*/ 98 w 9"/>
                <a:gd name="T3" fmla="*/ 20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0" y="7"/>
                    <a:pt x="3" y="12"/>
                    <a:pt x="9" y="15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112">
              <a:extLst>
                <a:ext uri="{FF2B5EF4-FFF2-40B4-BE49-F238E27FC236}">
                  <a16:creationId xmlns:a16="http://schemas.microsoft.com/office/drawing/2014/main" id="{265C245C-5A1E-4A10-B6CB-E74F1AC48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777"/>
              <a:ext cx="569" cy="555"/>
            </a:xfrm>
            <a:custGeom>
              <a:avLst/>
              <a:gdLst>
                <a:gd name="T0" fmla="*/ 0 w 255"/>
                <a:gd name="T1" fmla="*/ 595 h 233"/>
                <a:gd name="T2" fmla="*/ 1468 w 255"/>
                <a:gd name="T3" fmla="*/ 595 h 233"/>
                <a:gd name="T4" fmla="*/ 2798 w 255"/>
                <a:gd name="T5" fmla="*/ 69 h 233"/>
                <a:gd name="T6" fmla="*/ 1488 w 255"/>
                <a:gd name="T7" fmla="*/ 3149 h 2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5" h="233">
                  <a:moveTo>
                    <a:pt x="0" y="44"/>
                  </a:moveTo>
                  <a:cubicBezTo>
                    <a:pt x="38" y="70"/>
                    <a:pt x="90" y="55"/>
                    <a:pt x="132" y="44"/>
                  </a:cubicBezTo>
                  <a:cubicBezTo>
                    <a:pt x="170" y="33"/>
                    <a:pt x="211" y="0"/>
                    <a:pt x="252" y="5"/>
                  </a:cubicBezTo>
                  <a:cubicBezTo>
                    <a:pt x="255" y="87"/>
                    <a:pt x="212" y="202"/>
                    <a:pt x="134" y="233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113">
              <a:extLst>
                <a:ext uri="{FF2B5EF4-FFF2-40B4-BE49-F238E27FC236}">
                  <a16:creationId xmlns:a16="http://schemas.microsoft.com/office/drawing/2014/main" id="{D8BCDA48-BA37-44FD-8F76-56E391572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034"/>
              <a:ext cx="532" cy="1181"/>
            </a:xfrm>
            <a:custGeom>
              <a:avLst/>
              <a:gdLst>
                <a:gd name="T0" fmla="*/ 0 w 238"/>
                <a:gd name="T1" fmla="*/ 0 h 496"/>
                <a:gd name="T2" fmla="*/ 344 w 238"/>
                <a:gd name="T3" fmla="*/ 2483 h 496"/>
                <a:gd name="T4" fmla="*/ 805 w 238"/>
                <a:gd name="T5" fmla="*/ 4200 h 496"/>
                <a:gd name="T6" fmla="*/ 2658 w 238"/>
                <a:gd name="T7" fmla="*/ 6696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8" h="496">
                  <a:moveTo>
                    <a:pt x="0" y="0"/>
                  </a:moveTo>
                  <a:cubicBezTo>
                    <a:pt x="34" y="52"/>
                    <a:pt x="29" y="125"/>
                    <a:pt x="31" y="184"/>
                  </a:cubicBezTo>
                  <a:cubicBezTo>
                    <a:pt x="34" y="235"/>
                    <a:pt x="53" y="267"/>
                    <a:pt x="72" y="311"/>
                  </a:cubicBezTo>
                  <a:cubicBezTo>
                    <a:pt x="108" y="393"/>
                    <a:pt x="226" y="403"/>
                    <a:pt x="238" y="496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114">
              <a:extLst>
                <a:ext uri="{FF2B5EF4-FFF2-40B4-BE49-F238E27FC236}">
                  <a16:creationId xmlns:a16="http://schemas.microsoft.com/office/drawing/2014/main" id="{09D22A40-DC87-4A8E-814D-D024F27AC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3213"/>
              <a:ext cx="80" cy="57"/>
            </a:xfrm>
            <a:custGeom>
              <a:avLst/>
              <a:gdLst>
                <a:gd name="T0" fmla="*/ 0 w 36"/>
                <a:gd name="T1" fmla="*/ 0 h 24"/>
                <a:gd name="T2" fmla="*/ 396 w 36"/>
                <a:gd name="T3" fmla="*/ 20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4">
                  <a:moveTo>
                    <a:pt x="0" y="0"/>
                  </a:moveTo>
                  <a:cubicBezTo>
                    <a:pt x="0" y="21"/>
                    <a:pt x="21" y="24"/>
                    <a:pt x="36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115">
              <a:extLst>
                <a:ext uri="{FF2B5EF4-FFF2-40B4-BE49-F238E27FC236}">
                  <a16:creationId xmlns:a16="http://schemas.microsoft.com/office/drawing/2014/main" id="{1FC4D89F-21ED-4317-978F-A9BB9235D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3553"/>
              <a:ext cx="31" cy="72"/>
            </a:xfrm>
            <a:custGeom>
              <a:avLst/>
              <a:gdLst>
                <a:gd name="T0" fmla="*/ 0 w 14"/>
                <a:gd name="T1" fmla="*/ 0 h 30"/>
                <a:gd name="T2" fmla="*/ 153 w 14"/>
                <a:gd name="T3" fmla="*/ 41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0" y="0"/>
                  </a:moveTo>
                  <a:cubicBezTo>
                    <a:pt x="9" y="7"/>
                    <a:pt x="13" y="20"/>
                    <a:pt x="14" y="3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116">
              <a:extLst>
                <a:ext uri="{FF2B5EF4-FFF2-40B4-BE49-F238E27FC236}">
                  <a16:creationId xmlns:a16="http://schemas.microsoft.com/office/drawing/2014/main" id="{1119D3B1-A0DC-4A0A-A5A0-F239770E7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106"/>
              <a:ext cx="76" cy="47"/>
            </a:xfrm>
            <a:custGeom>
              <a:avLst/>
              <a:gdLst>
                <a:gd name="T0" fmla="*/ 380 w 34"/>
                <a:gd name="T1" fmla="*/ 259 h 20"/>
                <a:gd name="T2" fmla="*/ 0 w 3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34" y="20"/>
                  </a:moveTo>
                  <a:cubicBezTo>
                    <a:pt x="23" y="12"/>
                    <a:pt x="8" y="2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117">
              <a:extLst>
                <a:ext uri="{FF2B5EF4-FFF2-40B4-BE49-F238E27FC236}">
                  <a16:creationId xmlns:a16="http://schemas.microsoft.com/office/drawing/2014/main" id="{83DB0B8C-0D52-46A4-9FB2-0B3751B51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63"/>
              <a:ext cx="65" cy="19"/>
            </a:xfrm>
            <a:custGeom>
              <a:avLst/>
              <a:gdLst>
                <a:gd name="T0" fmla="*/ 0 w 29"/>
                <a:gd name="T1" fmla="*/ 107 h 8"/>
                <a:gd name="T2" fmla="*/ 327 w 29"/>
                <a:gd name="T3" fmla="*/ 5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">
                  <a:moveTo>
                    <a:pt x="0" y="8"/>
                  </a:moveTo>
                  <a:cubicBezTo>
                    <a:pt x="8" y="0"/>
                    <a:pt x="18" y="0"/>
                    <a:pt x="29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118">
              <a:extLst>
                <a:ext uri="{FF2B5EF4-FFF2-40B4-BE49-F238E27FC236}">
                  <a16:creationId xmlns:a16="http://schemas.microsoft.com/office/drawing/2014/main" id="{1CEDA1DD-6757-4B44-93C8-47F9ADCF8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294"/>
              <a:ext cx="196" cy="454"/>
            </a:xfrm>
            <a:custGeom>
              <a:avLst/>
              <a:gdLst>
                <a:gd name="T0" fmla="*/ 0 w 88"/>
                <a:gd name="T1" fmla="*/ 0 h 191"/>
                <a:gd name="T2" fmla="*/ 973 w 88"/>
                <a:gd name="T3" fmla="*/ 2565 h 1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191">
                  <a:moveTo>
                    <a:pt x="0" y="0"/>
                  </a:moveTo>
                  <a:cubicBezTo>
                    <a:pt x="57" y="58"/>
                    <a:pt x="19" y="142"/>
                    <a:pt x="88" y="191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119">
              <a:extLst>
                <a:ext uri="{FF2B5EF4-FFF2-40B4-BE49-F238E27FC236}">
                  <a16:creationId xmlns:a16="http://schemas.microsoft.com/office/drawing/2014/main" id="{F39982CD-3034-46B5-80A3-F9B8CF4AC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748"/>
              <a:ext cx="34" cy="81"/>
            </a:xfrm>
            <a:custGeom>
              <a:avLst/>
              <a:gdLst>
                <a:gd name="T0" fmla="*/ 150 w 15"/>
                <a:gd name="T1" fmla="*/ 0 h 34"/>
                <a:gd name="T2" fmla="*/ 138 w 15"/>
                <a:gd name="T3" fmla="*/ 4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4">
                  <a:moveTo>
                    <a:pt x="13" y="0"/>
                  </a:moveTo>
                  <a:cubicBezTo>
                    <a:pt x="0" y="17"/>
                    <a:pt x="15" y="25"/>
                    <a:pt x="12" y="3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120">
              <a:extLst>
                <a:ext uri="{FF2B5EF4-FFF2-40B4-BE49-F238E27FC236}">
                  <a16:creationId xmlns:a16="http://schemas.microsoft.com/office/drawing/2014/main" id="{88AB5F6C-8FAD-48A6-91BE-3BC0C44A5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553"/>
              <a:ext cx="276" cy="253"/>
            </a:xfrm>
            <a:custGeom>
              <a:avLst/>
              <a:gdLst>
                <a:gd name="T0" fmla="*/ 1006 w 124"/>
                <a:gd name="T1" fmla="*/ 1442 h 106"/>
                <a:gd name="T2" fmla="*/ 1104 w 124"/>
                <a:gd name="T3" fmla="*/ 451 h 106"/>
                <a:gd name="T4" fmla="*/ 0 w 124"/>
                <a:gd name="T5" fmla="*/ 382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06">
                  <a:moveTo>
                    <a:pt x="91" y="106"/>
                  </a:moveTo>
                  <a:cubicBezTo>
                    <a:pt x="99" y="80"/>
                    <a:pt x="124" y="63"/>
                    <a:pt x="100" y="33"/>
                  </a:cubicBezTo>
                  <a:cubicBezTo>
                    <a:pt x="75" y="0"/>
                    <a:pt x="36" y="48"/>
                    <a:pt x="0" y="28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121">
              <a:extLst>
                <a:ext uri="{FF2B5EF4-FFF2-40B4-BE49-F238E27FC236}">
                  <a16:creationId xmlns:a16="http://schemas.microsoft.com/office/drawing/2014/main" id="{5542577E-B187-4328-BBD9-E77BB7103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806"/>
              <a:ext cx="23" cy="33"/>
            </a:xfrm>
            <a:custGeom>
              <a:avLst/>
              <a:gdLst>
                <a:gd name="T0" fmla="*/ 37 w 10"/>
                <a:gd name="T1" fmla="*/ 184 h 14"/>
                <a:gd name="T2" fmla="*/ 122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3" y="14"/>
                  </a:moveTo>
                  <a:cubicBezTo>
                    <a:pt x="0" y="12"/>
                    <a:pt x="4" y="1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122">
              <a:extLst>
                <a:ext uri="{FF2B5EF4-FFF2-40B4-BE49-F238E27FC236}">
                  <a16:creationId xmlns:a16="http://schemas.microsoft.com/office/drawing/2014/main" id="{530B6D0E-AED4-4CB2-A2C5-00451C9D4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675"/>
              <a:ext cx="320" cy="278"/>
            </a:xfrm>
            <a:custGeom>
              <a:avLst/>
              <a:gdLst>
                <a:gd name="T0" fmla="*/ 0 w 143"/>
                <a:gd name="T1" fmla="*/ 185 h 117"/>
                <a:gd name="T2" fmla="*/ 1457 w 143"/>
                <a:gd name="T3" fmla="*/ 575 h 117"/>
                <a:gd name="T4" fmla="*/ 1602 w 143"/>
                <a:gd name="T5" fmla="*/ 1514 h 117"/>
                <a:gd name="T6" fmla="*/ 1602 w 143"/>
                <a:gd name="T7" fmla="*/ 1571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117">
                  <a:moveTo>
                    <a:pt x="0" y="14"/>
                  </a:moveTo>
                  <a:cubicBezTo>
                    <a:pt x="40" y="29"/>
                    <a:pt x="98" y="0"/>
                    <a:pt x="130" y="43"/>
                  </a:cubicBezTo>
                  <a:cubicBezTo>
                    <a:pt x="143" y="61"/>
                    <a:pt x="143" y="96"/>
                    <a:pt x="143" y="113"/>
                  </a:cubicBezTo>
                  <a:cubicBezTo>
                    <a:pt x="143" y="117"/>
                    <a:pt x="143" y="117"/>
                    <a:pt x="143" y="117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123">
              <a:extLst>
                <a:ext uri="{FF2B5EF4-FFF2-40B4-BE49-F238E27FC236}">
                  <a16:creationId xmlns:a16="http://schemas.microsoft.com/office/drawing/2014/main" id="{3FC6A2A5-32D4-49DB-A36F-D96C5F5B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618"/>
              <a:ext cx="27" cy="16"/>
            </a:xfrm>
            <a:custGeom>
              <a:avLst/>
              <a:gdLst>
                <a:gd name="T0" fmla="*/ 137 w 12"/>
                <a:gd name="T1" fmla="*/ 11 h 7"/>
                <a:gd name="T2" fmla="*/ 25 w 12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1"/>
                  </a:moveTo>
                  <a:cubicBezTo>
                    <a:pt x="6" y="0"/>
                    <a:pt x="0" y="2"/>
                    <a:pt x="2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124">
              <a:extLst>
                <a:ext uri="{FF2B5EF4-FFF2-40B4-BE49-F238E27FC236}">
                  <a16:creationId xmlns:a16="http://schemas.microsoft.com/office/drawing/2014/main" id="{683D60C5-CD5C-4BC8-9D01-53283D76A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953"/>
              <a:ext cx="32" cy="34"/>
            </a:xfrm>
            <a:custGeom>
              <a:avLst/>
              <a:gdLst>
                <a:gd name="T0" fmla="*/ 167 w 14"/>
                <a:gd name="T1" fmla="*/ 0 h 14"/>
                <a:gd name="T2" fmla="*/ 0 w 14"/>
                <a:gd name="T3" fmla="*/ 20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14" y="0"/>
                  </a:moveTo>
                  <a:cubicBezTo>
                    <a:pt x="7" y="3"/>
                    <a:pt x="7" y="13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125">
              <a:extLst>
                <a:ext uri="{FF2B5EF4-FFF2-40B4-BE49-F238E27FC236}">
                  <a16:creationId xmlns:a16="http://schemas.microsoft.com/office/drawing/2014/main" id="{7F75A902-CAC2-44BF-AB86-54CAFC807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180"/>
              <a:ext cx="480" cy="557"/>
            </a:xfrm>
            <a:custGeom>
              <a:avLst/>
              <a:gdLst>
                <a:gd name="T0" fmla="*/ 2393 w 215"/>
                <a:gd name="T1" fmla="*/ 0 h 234"/>
                <a:gd name="T2" fmla="*/ 1759 w 215"/>
                <a:gd name="T3" fmla="*/ 821 h 234"/>
                <a:gd name="T4" fmla="*/ 1056 w 215"/>
                <a:gd name="T5" fmla="*/ 1954 h 234"/>
                <a:gd name="T6" fmla="*/ 65 w 215"/>
                <a:gd name="T7" fmla="*/ 3021 h 234"/>
                <a:gd name="T8" fmla="*/ 20 w 215"/>
                <a:gd name="T9" fmla="*/ 3156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234">
                  <a:moveTo>
                    <a:pt x="215" y="0"/>
                  </a:moveTo>
                  <a:cubicBezTo>
                    <a:pt x="210" y="29"/>
                    <a:pt x="180" y="46"/>
                    <a:pt x="158" y="61"/>
                  </a:cubicBezTo>
                  <a:cubicBezTo>
                    <a:pt x="125" y="85"/>
                    <a:pt x="112" y="109"/>
                    <a:pt x="95" y="145"/>
                  </a:cubicBezTo>
                  <a:cubicBezTo>
                    <a:pt x="79" y="177"/>
                    <a:pt x="35" y="201"/>
                    <a:pt x="6" y="224"/>
                  </a:cubicBezTo>
                  <a:cubicBezTo>
                    <a:pt x="4" y="226"/>
                    <a:pt x="0" y="228"/>
                    <a:pt x="2" y="234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126">
              <a:extLst>
                <a:ext uri="{FF2B5EF4-FFF2-40B4-BE49-F238E27FC236}">
                  <a16:creationId xmlns:a16="http://schemas.microsoft.com/office/drawing/2014/main" id="{1009FAA1-C00C-4D8D-9E85-81D6E467B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751"/>
              <a:ext cx="623" cy="509"/>
            </a:xfrm>
            <a:custGeom>
              <a:avLst/>
              <a:gdLst>
                <a:gd name="T0" fmla="*/ 0 w 279"/>
                <a:gd name="T1" fmla="*/ 0 h 214"/>
                <a:gd name="T2" fmla="*/ 983 w 279"/>
                <a:gd name="T3" fmla="*/ 1170 h 214"/>
                <a:gd name="T4" fmla="*/ 1472 w 279"/>
                <a:gd name="T5" fmla="*/ 2217 h 214"/>
                <a:gd name="T6" fmla="*/ 2005 w 279"/>
                <a:gd name="T7" fmla="*/ 2274 h 214"/>
                <a:gd name="T8" fmla="*/ 2492 w 279"/>
                <a:gd name="T9" fmla="*/ 2462 h 214"/>
                <a:gd name="T10" fmla="*/ 3106 w 279"/>
                <a:gd name="T11" fmla="*/ 2880 h 2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9" h="214">
                  <a:moveTo>
                    <a:pt x="0" y="0"/>
                  </a:moveTo>
                  <a:cubicBezTo>
                    <a:pt x="37" y="14"/>
                    <a:pt x="76" y="48"/>
                    <a:pt x="88" y="87"/>
                  </a:cubicBezTo>
                  <a:cubicBezTo>
                    <a:pt x="96" y="116"/>
                    <a:pt x="99" y="151"/>
                    <a:pt x="132" y="165"/>
                  </a:cubicBezTo>
                  <a:cubicBezTo>
                    <a:pt x="148" y="171"/>
                    <a:pt x="164" y="166"/>
                    <a:pt x="180" y="169"/>
                  </a:cubicBezTo>
                  <a:cubicBezTo>
                    <a:pt x="195" y="171"/>
                    <a:pt x="209" y="179"/>
                    <a:pt x="224" y="183"/>
                  </a:cubicBezTo>
                  <a:cubicBezTo>
                    <a:pt x="246" y="190"/>
                    <a:pt x="264" y="198"/>
                    <a:pt x="279" y="214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127">
              <a:extLst>
                <a:ext uri="{FF2B5EF4-FFF2-40B4-BE49-F238E27FC236}">
                  <a16:creationId xmlns:a16="http://schemas.microsoft.com/office/drawing/2014/main" id="{9202E9A4-D776-4046-BB01-04F86B0A3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689"/>
              <a:ext cx="62" cy="17"/>
            </a:xfrm>
            <a:custGeom>
              <a:avLst/>
              <a:gdLst>
                <a:gd name="T0" fmla="*/ 0 w 28"/>
                <a:gd name="T1" fmla="*/ 100 h 7"/>
                <a:gd name="T2" fmla="*/ 303 w 2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">
                  <a:moveTo>
                    <a:pt x="0" y="7"/>
                  </a:moveTo>
                  <a:cubicBezTo>
                    <a:pt x="11" y="5"/>
                    <a:pt x="16" y="0"/>
                    <a:pt x="28" y="0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128">
              <a:extLst>
                <a:ext uri="{FF2B5EF4-FFF2-40B4-BE49-F238E27FC236}">
                  <a16:creationId xmlns:a16="http://schemas.microsoft.com/office/drawing/2014/main" id="{6F074F56-13C2-46DD-8FC1-3D928C563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130"/>
              <a:ext cx="654" cy="492"/>
            </a:xfrm>
            <a:custGeom>
              <a:avLst/>
              <a:gdLst>
                <a:gd name="T0" fmla="*/ 3170 w 293"/>
                <a:gd name="T1" fmla="*/ 2778 h 207"/>
                <a:gd name="T2" fmla="*/ 2536 w 293"/>
                <a:gd name="T3" fmla="*/ 1260 h 207"/>
                <a:gd name="T4" fmla="*/ 1165 w 293"/>
                <a:gd name="T5" fmla="*/ 402 h 207"/>
                <a:gd name="T6" fmla="*/ 0 w 293"/>
                <a:gd name="T7" fmla="*/ 0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3" h="207">
                  <a:moveTo>
                    <a:pt x="285" y="207"/>
                  </a:moveTo>
                  <a:cubicBezTo>
                    <a:pt x="293" y="205"/>
                    <a:pt x="234" y="104"/>
                    <a:pt x="228" y="94"/>
                  </a:cubicBezTo>
                  <a:cubicBezTo>
                    <a:pt x="203" y="51"/>
                    <a:pt x="155" y="31"/>
                    <a:pt x="105" y="30"/>
                  </a:cubicBezTo>
                  <a:cubicBezTo>
                    <a:pt x="68" y="30"/>
                    <a:pt x="28" y="26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129">
              <a:extLst>
                <a:ext uri="{FF2B5EF4-FFF2-40B4-BE49-F238E27FC236}">
                  <a16:creationId xmlns:a16="http://schemas.microsoft.com/office/drawing/2014/main" id="{A1B205CC-E8EB-47E3-B711-6F0CF12AB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127"/>
              <a:ext cx="118" cy="179"/>
            </a:xfrm>
            <a:custGeom>
              <a:avLst/>
              <a:gdLst>
                <a:gd name="T0" fmla="*/ 20 w 53"/>
                <a:gd name="T1" fmla="*/ 1019 h 75"/>
                <a:gd name="T2" fmla="*/ 586 w 53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75">
                  <a:moveTo>
                    <a:pt x="2" y="75"/>
                  </a:moveTo>
                  <a:cubicBezTo>
                    <a:pt x="0" y="50"/>
                    <a:pt x="29" y="10"/>
                    <a:pt x="53" y="0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130">
              <a:extLst>
                <a:ext uri="{FF2B5EF4-FFF2-40B4-BE49-F238E27FC236}">
                  <a16:creationId xmlns:a16="http://schemas.microsoft.com/office/drawing/2014/main" id="{933A7968-3F0A-4BF5-8719-64F3CD111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696"/>
              <a:ext cx="444" cy="276"/>
            </a:xfrm>
            <a:custGeom>
              <a:avLst/>
              <a:gdLst>
                <a:gd name="T0" fmla="*/ 0 w 199"/>
                <a:gd name="T1" fmla="*/ 0 h 116"/>
                <a:gd name="T2" fmla="*/ 388 w 199"/>
                <a:gd name="T3" fmla="*/ 714 h 116"/>
                <a:gd name="T4" fmla="*/ 1120 w 199"/>
                <a:gd name="T5" fmla="*/ 1359 h 116"/>
                <a:gd name="T6" fmla="*/ 2211 w 199"/>
                <a:gd name="T7" fmla="*/ 1563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9" h="116">
                  <a:moveTo>
                    <a:pt x="0" y="0"/>
                  </a:moveTo>
                  <a:cubicBezTo>
                    <a:pt x="4" y="17"/>
                    <a:pt x="26" y="38"/>
                    <a:pt x="35" y="53"/>
                  </a:cubicBezTo>
                  <a:cubicBezTo>
                    <a:pt x="51" y="79"/>
                    <a:pt x="71" y="91"/>
                    <a:pt x="101" y="101"/>
                  </a:cubicBezTo>
                  <a:cubicBezTo>
                    <a:pt x="134" y="111"/>
                    <a:pt x="171" y="93"/>
                    <a:pt x="199" y="116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131">
              <a:extLst>
                <a:ext uri="{FF2B5EF4-FFF2-40B4-BE49-F238E27FC236}">
                  <a16:creationId xmlns:a16="http://schemas.microsoft.com/office/drawing/2014/main" id="{CF92E0C6-EE0C-4142-9394-894981097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611"/>
              <a:ext cx="47" cy="180"/>
            </a:xfrm>
            <a:custGeom>
              <a:avLst/>
              <a:gdLst>
                <a:gd name="T0" fmla="*/ 134 w 21"/>
                <a:gd name="T1" fmla="*/ 0 h 76"/>
                <a:gd name="T2" fmla="*/ 0 w 21"/>
                <a:gd name="T3" fmla="*/ 1009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6">
                  <a:moveTo>
                    <a:pt x="12" y="0"/>
                  </a:moveTo>
                  <a:cubicBezTo>
                    <a:pt x="21" y="21"/>
                    <a:pt x="21" y="62"/>
                    <a:pt x="0" y="76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132">
              <a:extLst>
                <a:ext uri="{FF2B5EF4-FFF2-40B4-BE49-F238E27FC236}">
                  <a16:creationId xmlns:a16="http://schemas.microsoft.com/office/drawing/2014/main" id="{0B3CCC53-7B4A-4F5D-A743-EDFF13DAB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651"/>
              <a:ext cx="134" cy="383"/>
            </a:xfrm>
            <a:custGeom>
              <a:avLst/>
              <a:gdLst>
                <a:gd name="T0" fmla="*/ 134 w 60"/>
                <a:gd name="T1" fmla="*/ 2167 h 161"/>
                <a:gd name="T2" fmla="*/ 458 w 60"/>
                <a:gd name="T3" fmla="*/ 833 h 161"/>
                <a:gd name="T4" fmla="*/ 125 w 60"/>
                <a:gd name="T5" fmla="*/ 226 h 161"/>
                <a:gd name="T6" fmla="*/ 0 w 60"/>
                <a:gd name="T7" fmla="*/ 0 h 1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61">
                  <a:moveTo>
                    <a:pt x="12" y="161"/>
                  </a:moveTo>
                  <a:cubicBezTo>
                    <a:pt x="60" y="152"/>
                    <a:pt x="56" y="99"/>
                    <a:pt x="41" y="62"/>
                  </a:cubicBezTo>
                  <a:cubicBezTo>
                    <a:pt x="35" y="45"/>
                    <a:pt x="21" y="32"/>
                    <a:pt x="11" y="17"/>
                  </a:cubicBezTo>
                  <a:cubicBezTo>
                    <a:pt x="8" y="11"/>
                    <a:pt x="4" y="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133">
              <a:extLst>
                <a:ext uri="{FF2B5EF4-FFF2-40B4-BE49-F238E27FC236}">
                  <a16:creationId xmlns:a16="http://schemas.microsoft.com/office/drawing/2014/main" id="{C18F94CB-F984-4671-A7AE-9E570D1C4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891"/>
              <a:ext cx="92" cy="312"/>
            </a:xfrm>
            <a:custGeom>
              <a:avLst/>
              <a:gdLst>
                <a:gd name="T0" fmla="*/ 110 w 41"/>
                <a:gd name="T1" fmla="*/ 0 h 131"/>
                <a:gd name="T2" fmla="*/ 263 w 41"/>
                <a:gd name="T3" fmla="*/ 1269 h 131"/>
                <a:gd name="T4" fmla="*/ 462 w 41"/>
                <a:gd name="T5" fmla="*/ 1770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31">
                  <a:moveTo>
                    <a:pt x="10" y="0"/>
                  </a:moveTo>
                  <a:cubicBezTo>
                    <a:pt x="0" y="25"/>
                    <a:pt x="15" y="70"/>
                    <a:pt x="23" y="94"/>
                  </a:cubicBezTo>
                  <a:cubicBezTo>
                    <a:pt x="27" y="107"/>
                    <a:pt x="31" y="122"/>
                    <a:pt x="41" y="131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134">
              <a:extLst>
                <a:ext uri="{FF2B5EF4-FFF2-40B4-BE49-F238E27FC236}">
                  <a16:creationId xmlns:a16="http://schemas.microsoft.com/office/drawing/2014/main" id="{5B8F2059-1CB8-4D99-9574-D07A5DA92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960"/>
              <a:ext cx="40" cy="58"/>
            </a:xfrm>
            <a:custGeom>
              <a:avLst/>
              <a:gdLst>
                <a:gd name="T0" fmla="*/ 20 w 18"/>
                <a:gd name="T1" fmla="*/ 338 h 24"/>
                <a:gd name="T2" fmla="*/ 198 w 1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2" y="24"/>
                  </a:moveTo>
                  <a:cubicBezTo>
                    <a:pt x="0" y="11"/>
                    <a:pt x="10" y="8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135">
              <a:extLst>
                <a:ext uri="{FF2B5EF4-FFF2-40B4-BE49-F238E27FC236}">
                  <a16:creationId xmlns:a16="http://schemas.microsoft.com/office/drawing/2014/main" id="{F6B9E4C2-9EDA-4AD1-9546-9EDC5DF4B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127"/>
              <a:ext cx="33" cy="33"/>
            </a:xfrm>
            <a:custGeom>
              <a:avLst/>
              <a:gdLst>
                <a:gd name="T0" fmla="*/ 161 w 15"/>
                <a:gd name="T1" fmla="*/ 0 h 14"/>
                <a:gd name="T2" fmla="*/ 0 w 15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7" y="0"/>
                    <a:pt x="3" y="8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136">
              <a:extLst>
                <a:ext uri="{FF2B5EF4-FFF2-40B4-BE49-F238E27FC236}">
                  <a16:creationId xmlns:a16="http://schemas.microsoft.com/office/drawing/2014/main" id="{C1042D3D-B006-437D-9445-F8E3EAE64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034"/>
              <a:ext cx="76" cy="26"/>
            </a:xfrm>
            <a:custGeom>
              <a:avLst/>
              <a:gdLst>
                <a:gd name="T0" fmla="*/ 380 w 34"/>
                <a:gd name="T1" fmla="*/ 0 h 11"/>
                <a:gd name="T2" fmla="*/ 0 w 34"/>
                <a:gd name="T3" fmla="*/ 6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1">
                  <a:moveTo>
                    <a:pt x="34" y="0"/>
                  </a:moveTo>
                  <a:cubicBezTo>
                    <a:pt x="27" y="5"/>
                    <a:pt x="11" y="11"/>
                    <a:pt x="0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137">
              <a:extLst>
                <a:ext uri="{FF2B5EF4-FFF2-40B4-BE49-F238E27FC236}">
                  <a16:creationId xmlns:a16="http://schemas.microsoft.com/office/drawing/2014/main" id="{F2425461-7938-47CE-BE49-E45A016EC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563"/>
              <a:ext cx="34" cy="48"/>
            </a:xfrm>
            <a:custGeom>
              <a:avLst/>
              <a:gdLst>
                <a:gd name="T0" fmla="*/ 175 w 15"/>
                <a:gd name="T1" fmla="*/ 276 h 20"/>
                <a:gd name="T2" fmla="*/ 0 w 1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15" y="20"/>
                  </a:moveTo>
                  <a:cubicBezTo>
                    <a:pt x="10" y="17"/>
                    <a:pt x="10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138">
              <a:extLst>
                <a:ext uri="{FF2B5EF4-FFF2-40B4-BE49-F238E27FC236}">
                  <a16:creationId xmlns:a16="http://schemas.microsoft.com/office/drawing/2014/main" id="{B11AAAE5-5909-48C0-8387-5B42CD931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611"/>
              <a:ext cx="14" cy="38"/>
            </a:xfrm>
            <a:custGeom>
              <a:avLst/>
              <a:gdLst>
                <a:gd name="T0" fmla="*/ 77 w 6"/>
                <a:gd name="T1" fmla="*/ 214 h 16"/>
                <a:gd name="T2" fmla="*/ 49 w 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0" y="11"/>
                    <a:pt x="1" y="7"/>
                    <a:pt x="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139">
              <a:extLst>
                <a:ext uri="{FF2B5EF4-FFF2-40B4-BE49-F238E27FC236}">
                  <a16:creationId xmlns:a16="http://schemas.microsoft.com/office/drawing/2014/main" id="{3B499CA3-3815-40BD-9008-986D24BB1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653"/>
              <a:ext cx="33" cy="43"/>
            </a:xfrm>
            <a:custGeom>
              <a:avLst/>
              <a:gdLst>
                <a:gd name="T0" fmla="*/ 0 w 15"/>
                <a:gd name="T1" fmla="*/ 0 h 18"/>
                <a:gd name="T2" fmla="*/ 161 w 15"/>
                <a:gd name="T3" fmla="*/ 24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13" y="5"/>
                    <a:pt x="11" y="14"/>
                    <a:pt x="15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140">
              <a:extLst>
                <a:ext uri="{FF2B5EF4-FFF2-40B4-BE49-F238E27FC236}">
                  <a16:creationId xmlns:a16="http://schemas.microsoft.com/office/drawing/2014/main" id="{89D59C7F-233A-40CD-856B-590CB53CC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706"/>
              <a:ext cx="11" cy="45"/>
            </a:xfrm>
            <a:custGeom>
              <a:avLst/>
              <a:gdLst>
                <a:gd name="T0" fmla="*/ 53 w 5"/>
                <a:gd name="T1" fmla="*/ 0 h 19"/>
                <a:gd name="T2" fmla="*/ 20 w 5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1" y="6"/>
                    <a:pt x="0" y="13"/>
                    <a:pt x="2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141">
              <a:extLst>
                <a:ext uri="{FF2B5EF4-FFF2-40B4-BE49-F238E27FC236}">
                  <a16:creationId xmlns:a16="http://schemas.microsoft.com/office/drawing/2014/main" id="{A7BF1CE7-FA27-4553-8280-3FDDEEF94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813"/>
              <a:ext cx="56" cy="157"/>
            </a:xfrm>
            <a:custGeom>
              <a:avLst/>
              <a:gdLst>
                <a:gd name="T0" fmla="*/ 235 w 25"/>
                <a:gd name="T1" fmla="*/ 0 h 66"/>
                <a:gd name="T2" fmla="*/ 235 w 25"/>
                <a:gd name="T3" fmla="*/ 283 h 66"/>
                <a:gd name="T4" fmla="*/ 260 w 25"/>
                <a:gd name="T5" fmla="*/ 661 h 66"/>
                <a:gd name="T6" fmla="*/ 0 w 25"/>
                <a:gd name="T7" fmla="*/ 833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6">
                  <a:moveTo>
                    <a:pt x="21" y="0"/>
                  </a:moveTo>
                  <a:cubicBezTo>
                    <a:pt x="21" y="8"/>
                    <a:pt x="20" y="14"/>
                    <a:pt x="21" y="21"/>
                  </a:cubicBezTo>
                  <a:cubicBezTo>
                    <a:pt x="22" y="29"/>
                    <a:pt x="25" y="42"/>
                    <a:pt x="23" y="49"/>
                  </a:cubicBezTo>
                  <a:cubicBezTo>
                    <a:pt x="20" y="56"/>
                    <a:pt x="6" y="66"/>
                    <a:pt x="0" y="62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142">
              <a:extLst>
                <a:ext uri="{FF2B5EF4-FFF2-40B4-BE49-F238E27FC236}">
                  <a16:creationId xmlns:a16="http://schemas.microsoft.com/office/drawing/2014/main" id="{A4031698-4A25-49D6-BA50-FE3EE2E9E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937"/>
              <a:ext cx="118" cy="209"/>
            </a:xfrm>
            <a:custGeom>
              <a:avLst/>
              <a:gdLst>
                <a:gd name="T0" fmla="*/ 189 w 53"/>
                <a:gd name="T1" fmla="*/ 0 h 88"/>
                <a:gd name="T2" fmla="*/ 352 w 53"/>
                <a:gd name="T3" fmla="*/ 1043 h 88"/>
                <a:gd name="T4" fmla="*/ 178 w 53"/>
                <a:gd name="T5" fmla="*/ 1140 h 88"/>
                <a:gd name="T6" fmla="*/ 0 w 53"/>
                <a:gd name="T7" fmla="*/ 1128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88">
                  <a:moveTo>
                    <a:pt x="17" y="0"/>
                  </a:moveTo>
                  <a:cubicBezTo>
                    <a:pt x="53" y="9"/>
                    <a:pt x="45" y="53"/>
                    <a:pt x="32" y="78"/>
                  </a:cubicBezTo>
                  <a:cubicBezTo>
                    <a:pt x="27" y="86"/>
                    <a:pt x="25" y="85"/>
                    <a:pt x="16" y="85"/>
                  </a:cubicBezTo>
                  <a:cubicBezTo>
                    <a:pt x="10" y="86"/>
                    <a:pt x="5" y="88"/>
                    <a:pt x="0" y="84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143">
              <a:extLst>
                <a:ext uri="{FF2B5EF4-FFF2-40B4-BE49-F238E27FC236}">
                  <a16:creationId xmlns:a16="http://schemas.microsoft.com/office/drawing/2014/main" id="{1475A37E-DFB7-490D-BB59-66B7932ED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1058"/>
              <a:ext cx="167" cy="238"/>
            </a:xfrm>
            <a:custGeom>
              <a:avLst/>
              <a:gdLst>
                <a:gd name="T0" fmla="*/ 298 w 75"/>
                <a:gd name="T1" fmla="*/ 0 h 100"/>
                <a:gd name="T2" fmla="*/ 728 w 75"/>
                <a:gd name="T3" fmla="*/ 419 h 100"/>
                <a:gd name="T4" fmla="*/ 773 w 75"/>
                <a:gd name="T5" fmla="*/ 743 h 100"/>
                <a:gd name="T6" fmla="*/ 808 w 75"/>
                <a:gd name="T7" fmla="*/ 1104 h 100"/>
                <a:gd name="T8" fmla="*/ 650 w 75"/>
                <a:gd name="T9" fmla="*/ 1202 h 100"/>
                <a:gd name="T10" fmla="*/ 234 w 75"/>
                <a:gd name="T11" fmla="*/ 1121 h 100"/>
                <a:gd name="T12" fmla="*/ 0 w 75"/>
                <a:gd name="T13" fmla="*/ 488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0">
                  <a:moveTo>
                    <a:pt x="27" y="0"/>
                  </a:moveTo>
                  <a:cubicBezTo>
                    <a:pt x="46" y="8"/>
                    <a:pt x="60" y="10"/>
                    <a:pt x="66" y="31"/>
                  </a:cubicBezTo>
                  <a:cubicBezTo>
                    <a:pt x="68" y="38"/>
                    <a:pt x="69" y="47"/>
                    <a:pt x="70" y="55"/>
                  </a:cubicBezTo>
                  <a:cubicBezTo>
                    <a:pt x="70" y="60"/>
                    <a:pt x="75" y="78"/>
                    <a:pt x="73" y="82"/>
                  </a:cubicBezTo>
                  <a:cubicBezTo>
                    <a:pt x="70" y="87"/>
                    <a:pt x="64" y="87"/>
                    <a:pt x="59" y="89"/>
                  </a:cubicBezTo>
                  <a:cubicBezTo>
                    <a:pt x="41" y="97"/>
                    <a:pt x="32" y="100"/>
                    <a:pt x="21" y="83"/>
                  </a:cubicBezTo>
                  <a:cubicBezTo>
                    <a:pt x="11" y="67"/>
                    <a:pt x="5" y="53"/>
                    <a:pt x="0" y="36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144">
              <a:extLst>
                <a:ext uri="{FF2B5EF4-FFF2-40B4-BE49-F238E27FC236}">
                  <a16:creationId xmlns:a16="http://schemas.microsoft.com/office/drawing/2014/main" id="{A37DB79A-C551-44AB-816B-09C9118D0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089"/>
              <a:ext cx="36" cy="26"/>
            </a:xfrm>
            <a:custGeom>
              <a:avLst/>
              <a:gdLst>
                <a:gd name="T0" fmla="*/ 0 w 16"/>
                <a:gd name="T1" fmla="*/ 118 h 11"/>
                <a:gd name="T2" fmla="*/ 182 w 1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9"/>
                  </a:moveTo>
                  <a:cubicBezTo>
                    <a:pt x="5" y="11"/>
                    <a:pt x="13" y="5"/>
                    <a:pt x="16" y="0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145">
              <a:extLst>
                <a:ext uri="{FF2B5EF4-FFF2-40B4-BE49-F238E27FC236}">
                  <a16:creationId xmlns:a16="http://schemas.microsoft.com/office/drawing/2014/main" id="{089571FB-06E9-4250-9F94-43E5607F3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920"/>
              <a:ext cx="7" cy="19"/>
            </a:xfrm>
            <a:custGeom>
              <a:avLst/>
              <a:gdLst>
                <a:gd name="T0" fmla="*/ 0 w 3"/>
                <a:gd name="T1" fmla="*/ 0 h 8"/>
                <a:gd name="T2" fmla="*/ 37 w 3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4"/>
                    <a:pt x="1" y="6"/>
                    <a:pt x="3" y="8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146">
              <a:extLst>
                <a:ext uri="{FF2B5EF4-FFF2-40B4-BE49-F238E27FC236}">
                  <a16:creationId xmlns:a16="http://schemas.microsoft.com/office/drawing/2014/main" id="{C4431DA0-A460-4678-B2B9-FE9A07DE8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246"/>
              <a:ext cx="71" cy="26"/>
            </a:xfrm>
            <a:custGeom>
              <a:avLst/>
              <a:gdLst>
                <a:gd name="T0" fmla="*/ 0 w 32"/>
                <a:gd name="T1" fmla="*/ 50 h 11"/>
                <a:gd name="T2" fmla="*/ 351 w 3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1">
                  <a:moveTo>
                    <a:pt x="0" y="4"/>
                  </a:moveTo>
                  <a:cubicBezTo>
                    <a:pt x="10" y="11"/>
                    <a:pt x="23" y="5"/>
                    <a:pt x="32" y="0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147">
              <a:extLst>
                <a:ext uri="{FF2B5EF4-FFF2-40B4-BE49-F238E27FC236}">
                  <a16:creationId xmlns:a16="http://schemas.microsoft.com/office/drawing/2014/main" id="{0ACAFF1B-5939-43A3-874C-EC44862EA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491"/>
              <a:ext cx="76" cy="148"/>
            </a:xfrm>
            <a:custGeom>
              <a:avLst/>
              <a:gdLst>
                <a:gd name="T0" fmla="*/ 20 w 34"/>
                <a:gd name="T1" fmla="*/ 843 h 62"/>
                <a:gd name="T2" fmla="*/ 89 w 34"/>
                <a:gd name="T3" fmla="*/ 365 h 62"/>
                <a:gd name="T4" fmla="*/ 380 w 34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62">
                  <a:moveTo>
                    <a:pt x="2" y="62"/>
                  </a:moveTo>
                  <a:cubicBezTo>
                    <a:pt x="3" y="51"/>
                    <a:pt x="0" y="36"/>
                    <a:pt x="8" y="27"/>
                  </a:cubicBezTo>
                  <a:cubicBezTo>
                    <a:pt x="16" y="18"/>
                    <a:pt x="27" y="12"/>
                    <a:pt x="34" y="0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148">
              <a:extLst>
                <a:ext uri="{FF2B5EF4-FFF2-40B4-BE49-F238E27FC236}">
                  <a16:creationId xmlns:a16="http://schemas.microsoft.com/office/drawing/2014/main" id="{B0A3CDE5-AD49-4E82-B6C5-4995F6407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1470"/>
              <a:ext cx="18" cy="21"/>
            </a:xfrm>
            <a:custGeom>
              <a:avLst/>
              <a:gdLst>
                <a:gd name="T0" fmla="*/ 11 w 8"/>
                <a:gd name="T1" fmla="*/ 114 h 9"/>
                <a:gd name="T2" fmla="*/ 92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1" y="9"/>
                  </a:moveTo>
                  <a:cubicBezTo>
                    <a:pt x="0" y="5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Freeform 149">
              <a:extLst>
                <a:ext uri="{FF2B5EF4-FFF2-40B4-BE49-F238E27FC236}">
                  <a16:creationId xmlns:a16="http://schemas.microsoft.com/office/drawing/2014/main" id="{6EF50FBF-82CC-49FA-8920-DB8565B3B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603"/>
              <a:ext cx="18" cy="12"/>
            </a:xfrm>
            <a:custGeom>
              <a:avLst/>
              <a:gdLst>
                <a:gd name="T0" fmla="*/ 0 w 8"/>
                <a:gd name="T1" fmla="*/ 70 h 5"/>
                <a:gd name="T2" fmla="*/ 92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3" name="Freeform 150">
              <a:extLst>
                <a:ext uri="{FF2B5EF4-FFF2-40B4-BE49-F238E27FC236}">
                  <a16:creationId xmlns:a16="http://schemas.microsoft.com/office/drawing/2014/main" id="{46EBCA57-1D6D-4120-A6ED-4BAE5BA5C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275"/>
              <a:ext cx="206" cy="159"/>
            </a:xfrm>
            <a:custGeom>
              <a:avLst/>
              <a:gdLst>
                <a:gd name="T0" fmla="*/ 36 w 92"/>
                <a:gd name="T1" fmla="*/ 0 h 67"/>
                <a:gd name="T2" fmla="*/ 81 w 92"/>
                <a:gd name="T3" fmla="*/ 562 h 67"/>
                <a:gd name="T4" fmla="*/ 607 w 92"/>
                <a:gd name="T5" fmla="*/ 857 h 67"/>
                <a:gd name="T6" fmla="*/ 987 w 92"/>
                <a:gd name="T7" fmla="*/ 615 h 67"/>
                <a:gd name="T8" fmla="*/ 1032 w 92"/>
                <a:gd name="T9" fmla="*/ 56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67">
                  <a:moveTo>
                    <a:pt x="3" y="0"/>
                  </a:moveTo>
                  <a:cubicBezTo>
                    <a:pt x="3" y="14"/>
                    <a:pt x="0" y="31"/>
                    <a:pt x="7" y="42"/>
                  </a:cubicBezTo>
                  <a:cubicBezTo>
                    <a:pt x="15" y="57"/>
                    <a:pt x="38" y="67"/>
                    <a:pt x="54" y="64"/>
                  </a:cubicBezTo>
                  <a:cubicBezTo>
                    <a:pt x="67" y="62"/>
                    <a:pt x="78" y="54"/>
                    <a:pt x="88" y="46"/>
                  </a:cubicBezTo>
                  <a:cubicBezTo>
                    <a:pt x="92" y="42"/>
                    <a:pt x="92" y="42"/>
                    <a:pt x="92" y="42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4" name="Freeform 151">
              <a:extLst>
                <a:ext uri="{FF2B5EF4-FFF2-40B4-BE49-F238E27FC236}">
                  <a16:creationId xmlns:a16="http://schemas.microsoft.com/office/drawing/2014/main" id="{026497F3-6402-4C64-B3F1-D789104EE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427"/>
              <a:ext cx="36" cy="188"/>
            </a:xfrm>
            <a:custGeom>
              <a:avLst/>
              <a:gdLst>
                <a:gd name="T0" fmla="*/ 36 w 16"/>
                <a:gd name="T1" fmla="*/ 0 h 79"/>
                <a:gd name="T2" fmla="*/ 101 w 16"/>
                <a:gd name="T3" fmla="*/ 809 h 79"/>
                <a:gd name="T4" fmla="*/ 182 w 16"/>
                <a:gd name="T5" fmla="*/ 1064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9">
                  <a:moveTo>
                    <a:pt x="3" y="0"/>
                  </a:moveTo>
                  <a:cubicBezTo>
                    <a:pt x="0" y="21"/>
                    <a:pt x="0" y="41"/>
                    <a:pt x="9" y="60"/>
                  </a:cubicBezTo>
                  <a:cubicBezTo>
                    <a:pt x="11" y="66"/>
                    <a:pt x="15" y="73"/>
                    <a:pt x="16" y="79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5" name="Freeform 152">
              <a:extLst>
                <a:ext uri="{FF2B5EF4-FFF2-40B4-BE49-F238E27FC236}">
                  <a16:creationId xmlns:a16="http://schemas.microsoft.com/office/drawing/2014/main" id="{23F0FA66-7833-4F32-AE31-B3016C1C1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394"/>
              <a:ext cx="78" cy="57"/>
            </a:xfrm>
            <a:custGeom>
              <a:avLst/>
              <a:gdLst>
                <a:gd name="T0" fmla="*/ 388 w 35"/>
                <a:gd name="T1" fmla="*/ 0 h 24"/>
                <a:gd name="T2" fmla="*/ 0 w 35"/>
                <a:gd name="T3" fmla="*/ 32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4">
                  <a:moveTo>
                    <a:pt x="35" y="0"/>
                  </a:moveTo>
                  <a:cubicBezTo>
                    <a:pt x="29" y="14"/>
                    <a:pt x="12" y="20"/>
                    <a:pt x="0" y="24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6" name="Freeform 153">
              <a:extLst>
                <a:ext uri="{FF2B5EF4-FFF2-40B4-BE49-F238E27FC236}">
                  <a16:creationId xmlns:a16="http://schemas.microsoft.com/office/drawing/2014/main" id="{65A016B3-DCA4-4008-A1C4-5B080ED42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277"/>
              <a:ext cx="60" cy="19"/>
            </a:xfrm>
            <a:custGeom>
              <a:avLst/>
              <a:gdLst>
                <a:gd name="T0" fmla="*/ 0 w 27"/>
                <a:gd name="T1" fmla="*/ 69 h 8"/>
                <a:gd name="T2" fmla="*/ 296 w 2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5"/>
                  </a:moveTo>
                  <a:cubicBezTo>
                    <a:pt x="9" y="8"/>
                    <a:pt x="20" y="7"/>
                    <a:pt x="27" y="0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7" name="Freeform 154">
              <a:extLst>
                <a:ext uri="{FF2B5EF4-FFF2-40B4-BE49-F238E27FC236}">
                  <a16:creationId xmlns:a16="http://schemas.microsoft.com/office/drawing/2014/main" id="{495CE053-2F39-46BE-8659-42F4AA04F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958"/>
              <a:ext cx="18" cy="12"/>
            </a:xfrm>
            <a:custGeom>
              <a:avLst/>
              <a:gdLst>
                <a:gd name="T0" fmla="*/ 0 w 8"/>
                <a:gd name="T1" fmla="*/ 0 h 5"/>
                <a:gd name="T2" fmla="*/ 92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5"/>
                    <a:pt x="8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155">
              <a:extLst>
                <a:ext uri="{FF2B5EF4-FFF2-40B4-BE49-F238E27FC236}">
                  <a16:creationId xmlns:a16="http://schemas.microsoft.com/office/drawing/2014/main" id="{2C3CD2C0-9DDE-4F6F-B892-123853A4F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127"/>
              <a:ext cx="22" cy="10"/>
            </a:xfrm>
            <a:custGeom>
              <a:avLst/>
              <a:gdLst>
                <a:gd name="T0" fmla="*/ 0 w 10"/>
                <a:gd name="T1" fmla="*/ 50 h 4"/>
                <a:gd name="T2" fmla="*/ 106 w 10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3"/>
                  </a:moveTo>
                  <a:cubicBezTo>
                    <a:pt x="4" y="2"/>
                    <a:pt x="7" y="0"/>
                    <a:pt x="10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156">
              <a:extLst>
                <a:ext uri="{FF2B5EF4-FFF2-40B4-BE49-F238E27FC236}">
                  <a16:creationId xmlns:a16="http://schemas.microsoft.com/office/drawing/2014/main" id="{4F6D8426-147D-49C6-97D1-5F0846CCF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282"/>
              <a:ext cx="22" cy="10"/>
            </a:xfrm>
            <a:custGeom>
              <a:avLst/>
              <a:gdLst>
                <a:gd name="T0" fmla="*/ 0 w 10"/>
                <a:gd name="T1" fmla="*/ 63 h 4"/>
                <a:gd name="T2" fmla="*/ 106 w 10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5" y="0"/>
                    <a:pt x="10" y="2"/>
                    <a:pt x="10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157">
              <a:extLst>
                <a:ext uri="{FF2B5EF4-FFF2-40B4-BE49-F238E27FC236}">
                  <a16:creationId xmlns:a16="http://schemas.microsoft.com/office/drawing/2014/main" id="{EC9E107F-B3FF-4587-A389-CE31C33B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430"/>
              <a:ext cx="29" cy="26"/>
            </a:xfrm>
            <a:custGeom>
              <a:avLst/>
              <a:gdLst>
                <a:gd name="T0" fmla="*/ 0 w 13"/>
                <a:gd name="T1" fmla="*/ 0 h 11"/>
                <a:gd name="T2" fmla="*/ 145 w 13"/>
                <a:gd name="T3" fmla="*/ 1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5" y="6"/>
                    <a:pt x="8" y="11"/>
                    <a:pt x="13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158">
              <a:extLst>
                <a:ext uri="{FF2B5EF4-FFF2-40B4-BE49-F238E27FC236}">
                  <a16:creationId xmlns:a16="http://schemas.microsoft.com/office/drawing/2014/main" id="{A8DF7B3F-AB92-41FE-B44F-6B619963E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1220"/>
              <a:ext cx="18" cy="26"/>
            </a:xfrm>
            <a:custGeom>
              <a:avLst/>
              <a:gdLst>
                <a:gd name="T0" fmla="*/ 81 w 8"/>
                <a:gd name="T1" fmla="*/ 0 h 11"/>
                <a:gd name="T2" fmla="*/ 0 w 8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7" y="0"/>
                  </a:moveTo>
                  <a:cubicBezTo>
                    <a:pt x="8" y="6"/>
                    <a:pt x="4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159">
              <a:extLst>
                <a:ext uri="{FF2B5EF4-FFF2-40B4-BE49-F238E27FC236}">
                  <a16:creationId xmlns:a16="http://schemas.microsoft.com/office/drawing/2014/main" id="{80138AED-81F4-4101-A72C-EB055B102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356"/>
              <a:ext cx="31" cy="19"/>
            </a:xfrm>
            <a:custGeom>
              <a:avLst/>
              <a:gdLst>
                <a:gd name="T0" fmla="*/ 153 w 14"/>
                <a:gd name="T1" fmla="*/ 69 h 8"/>
                <a:gd name="T2" fmla="*/ 0 w 14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14" y="5"/>
                  </a:moveTo>
                  <a:cubicBezTo>
                    <a:pt x="7" y="0"/>
                    <a:pt x="2" y="4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160">
              <a:extLst>
                <a:ext uri="{FF2B5EF4-FFF2-40B4-BE49-F238E27FC236}">
                  <a16:creationId xmlns:a16="http://schemas.microsoft.com/office/drawing/2014/main" id="{1AF18AFE-2A41-4D29-8592-EDC9A0410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082"/>
              <a:ext cx="22" cy="10"/>
            </a:xfrm>
            <a:custGeom>
              <a:avLst/>
              <a:gdLst>
                <a:gd name="T0" fmla="*/ 0 w 10"/>
                <a:gd name="T1" fmla="*/ 63 h 4"/>
                <a:gd name="T2" fmla="*/ 106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1"/>
                    <a:pt x="10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161">
              <a:extLst>
                <a:ext uri="{FF2B5EF4-FFF2-40B4-BE49-F238E27FC236}">
                  <a16:creationId xmlns:a16="http://schemas.microsoft.com/office/drawing/2014/main" id="{901E0A3F-65F3-45C5-AC13-229D6690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891"/>
              <a:ext cx="31" cy="15"/>
            </a:xfrm>
            <a:custGeom>
              <a:avLst/>
              <a:gdLst>
                <a:gd name="T0" fmla="*/ 0 w 14"/>
                <a:gd name="T1" fmla="*/ 95 h 6"/>
                <a:gd name="T2" fmla="*/ 153 w 14"/>
                <a:gd name="T3" fmla="*/ 6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1" y="4"/>
                    <a:pt x="11" y="0"/>
                    <a:pt x="14" y="4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162">
              <a:extLst>
                <a:ext uri="{FF2B5EF4-FFF2-40B4-BE49-F238E27FC236}">
                  <a16:creationId xmlns:a16="http://schemas.microsoft.com/office/drawing/2014/main" id="{E02FE641-F010-4CAB-9ABE-15034580B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310"/>
              <a:ext cx="16" cy="15"/>
            </a:xfrm>
            <a:custGeom>
              <a:avLst/>
              <a:gdLst>
                <a:gd name="T0" fmla="*/ 85 w 7"/>
                <a:gd name="T1" fmla="*/ 0 h 6"/>
                <a:gd name="T2" fmla="*/ 11 w 7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0"/>
                    <a:pt x="0" y="2"/>
                    <a:pt x="1" y="6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163">
              <a:extLst>
                <a:ext uri="{FF2B5EF4-FFF2-40B4-BE49-F238E27FC236}">
                  <a16:creationId xmlns:a16="http://schemas.microsoft.com/office/drawing/2014/main" id="{1A2E1D5C-4E6F-431C-94F6-154BDEE40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282"/>
              <a:ext cx="22" cy="9"/>
            </a:xfrm>
            <a:custGeom>
              <a:avLst/>
              <a:gdLst>
                <a:gd name="T0" fmla="*/ 0 w 10"/>
                <a:gd name="T1" fmla="*/ 11 h 4"/>
                <a:gd name="T2" fmla="*/ 106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4" y="3"/>
                    <a:pt x="8" y="4"/>
                    <a:pt x="10" y="0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164">
              <a:extLst>
                <a:ext uri="{FF2B5EF4-FFF2-40B4-BE49-F238E27FC236}">
                  <a16:creationId xmlns:a16="http://schemas.microsoft.com/office/drawing/2014/main" id="{32E43A3E-8068-4095-B3C9-26AF9A694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108"/>
              <a:ext cx="6" cy="31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3" y="5"/>
                    <a:pt x="3" y="9"/>
                    <a:pt x="0" y="13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165">
              <a:extLst>
                <a:ext uri="{FF2B5EF4-FFF2-40B4-BE49-F238E27FC236}">
                  <a16:creationId xmlns:a16="http://schemas.microsoft.com/office/drawing/2014/main" id="{58BB9588-3D74-4840-8BC3-3F1CC8CE2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249"/>
              <a:ext cx="9" cy="28"/>
            </a:xfrm>
            <a:custGeom>
              <a:avLst/>
              <a:gdLst>
                <a:gd name="T0" fmla="*/ 25 w 4"/>
                <a:gd name="T1" fmla="*/ 0 h 12"/>
                <a:gd name="T2" fmla="*/ 0 w 4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2" y="0"/>
                  </a:moveTo>
                  <a:cubicBezTo>
                    <a:pt x="4" y="4"/>
                    <a:pt x="3" y="8"/>
                    <a:pt x="0" y="12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166">
              <a:extLst>
                <a:ext uri="{FF2B5EF4-FFF2-40B4-BE49-F238E27FC236}">
                  <a16:creationId xmlns:a16="http://schemas.microsoft.com/office/drawing/2014/main" id="{2D427108-DDB2-4815-BE23-C56695778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953"/>
              <a:ext cx="18" cy="10"/>
            </a:xfrm>
            <a:custGeom>
              <a:avLst/>
              <a:gdLst>
                <a:gd name="T0" fmla="*/ 0 w 8"/>
                <a:gd name="T1" fmla="*/ 33 h 4"/>
                <a:gd name="T2" fmla="*/ 92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2"/>
                  </a:moveTo>
                  <a:cubicBezTo>
                    <a:pt x="4" y="4"/>
                    <a:pt x="7" y="4"/>
                    <a:pt x="8" y="0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167">
              <a:extLst>
                <a:ext uri="{FF2B5EF4-FFF2-40B4-BE49-F238E27FC236}">
                  <a16:creationId xmlns:a16="http://schemas.microsoft.com/office/drawing/2014/main" id="{5A0F57DA-9E5C-45E1-85CB-5E1F88331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180"/>
              <a:ext cx="9" cy="21"/>
            </a:xfrm>
            <a:custGeom>
              <a:avLst/>
              <a:gdLst>
                <a:gd name="T0" fmla="*/ 25 w 4"/>
                <a:gd name="T1" fmla="*/ 0 h 9"/>
                <a:gd name="T2" fmla="*/ 0 w 4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3" y="5"/>
                    <a:pt x="4" y="8"/>
                    <a:pt x="0" y="9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168">
              <a:extLst>
                <a:ext uri="{FF2B5EF4-FFF2-40B4-BE49-F238E27FC236}">
                  <a16:creationId xmlns:a16="http://schemas.microsoft.com/office/drawing/2014/main" id="{7539B347-CD95-4440-94CC-7DDE6A6BC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782"/>
              <a:ext cx="7" cy="31"/>
            </a:xfrm>
            <a:custGeom>
              <a:avLst/>
              <a:gdLst>
                <a:gd name="T0" fmla="*/ 37 w 3"/>
                <a:gd name="T1" fmla="*/ 0 h 13"/>
                <a:gd name="T2" fmla="*/ 12 w 3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0"/>
                  </a:moveTo>
                  <a:cubicBezTo>
                    <a:pt x="0" y="5"/>
                    <a:pt x="0" y="8"/>
                    <a:pt x="1" y="13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Freeform 169">
              <a:extLst>
                <a:ext uri="{FF2B5EF4-FFF2-40B4-BE49-F238E27FC236}">
                  <a16:creationId xmlns:a16="http://schemas.microsoft.com/office/drawing/2014/main" id="{42AF162A-3D64-4AAA-AC3A-08C248F79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599"/>
              <a:ext cx="13" cy="16"/>
            </a:xfrm>
            <a:custGeom>
              <a:avLst/>
              <a:gdLst>
                <a:gd name="T0" fmla="*/ 0 w 6"/>
                <a:gd name="T1" fmla="*/ 0 h 7"/>
                <a:gd name="T2" fmla="*/ 61 w 6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2" y="4"/>
                    <a:pt x="3" y="7"/>
                    <a:pt x="6" y="7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170">
              <a:extLst>
                <a:ext uri="{FF2B5EF4-FFF2-40B4-BE49-F238E27FC236}">
                  <a16:creationId xmlns:a16="http://schemas.microsoft.com/office/drawing/2014/main" id="{267B9C1F-BB1C-4200-AFF0-3FA24EDC7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399"/>
              <a:ext cx="18" cy="9"/>
            </a:xfrm>
            <a:custGeom>
              <a:avLst/>
              <a:gdLst>
                <a:gd name="T0" fmla="*/ 0 w 8"/>
                <a:gd name="T1" fmla="*/ 45 h 4"/>
                <a:gd name="T2" fmla="*/ 92 w 8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0"/>
                    <a:pt x="5" y="0"/>
                    <a:pt x="8" y="2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Freeform 171">
              <a:extLst>
                <a:ext uri="{FF2B5EF4-FFF2-40B4-BE49-F238E27FC236}">
                  <a16:creationId xmlns:a16="http://schemas.microsoft.com/office/drawing/2014/main" id="{22C0A086-BCBB-4205-993E-80FDB648E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106"/>
              <a:ext cx="14" cy="26"/>
            </a:xfrm>
            <a:custGeom>
              <a:avLst/>
              <a:gdLst>
                <a:gd name="T0" fmla="*/ 77 w 6"/>
                <a:gd name="T1" fmla="*/ 0 h 11"/>
                <a:gd name="T2" fmla="*/ 28 w 6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3" y="3"/>
                    <a:pt x="0" y="4"/>
                    <a:pt x="2" y="11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172">
              <a:extLst>
                <a:ext uri="{FF2B5EF4-FFF2-40B4-BE49-F238E27FC236}">
                  <a16:creationId xmlns:a16="http://schemas.microsoft.com/office/drawing/2014/main" id="{0149688D-9708-4FC9-AF68-DC5978683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894"/>
              <a:ext cx="93" cy="74"/>
            </a:xfrm>
            <a:custGeom>
              <a:avLst/>
              <a:gdLst>
                <a:gd name="T0" fmla="*/ 0 w 42"/>
                <a:gd name="T1" fmla="*/ 423 h 31"/>
                <a:gd name="T2" fmla="*/ 241 w 42"/>
                <a:gd name="T3" fmla="*/ 79 h 31"/>
                <a:gd name="T4" fmla="*/ 456 w 42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1">
                  <a:moveTo>
                    <a:pt x="0" y="31"/>
                  </a:moveTo>
                  <a:cubicBezTo>
                    <a:pt x="3" y="21"/>
                    <a:pt x="14" y="9"/>
                    <a:pt x="22" y="6"/>
                  </a:cubicBezTo>
                  <a:cubicBezTo>
                    <a:pt x="30" y="3"/>
                    <a:pt x="39" y="2"/>
                    <a:pt x="42" y="0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Freeform 173">
              <a:extLst>
                <a:ext uri="{FF2B5EF4-FFF2-40B4-BE49-F238E27FC236}">
                  <a16:creationId xmlns:a16="http://schemas.microsoft.com/office/drawing/2014/main" id="{01BC3F2D-BCAC-4AC8-9E88-859992740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868"/>
              <a:ext cx="21" cy="24"/>
            </a:xfrm>
            <a:custGeom>
              <a:avLst/>
              <a:gdLst>
                <a:gd name="T0" fmla="*/ 0 w 9"/>
                <a:gd name="T1" fmla="*/ 139 h 10"/>
                <a:gd name="T2" fmla="*/ 114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2" y="7"/>
                    <a:pt x="9" y="4"/>
                    <a:pt x="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174">
              <a:extLst>
                <a:ext uri="{FF2B5EF4-FFF2-40B4-BE49-F238E27FC236}">
                  <a16:creationId xmlns:a16="http://schemas.microsoft.com/office/drawing/2014/main" id="{B5D2F2D8-C3C4-4C30-A0AA-02EECE212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046"/>
              <a:ext cx="7" cy="15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1"/>
                    <a:pt x="3" y="6"/>
                    <a:pt x="3" y="6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175">
              <a:extLst>
                <a:ext uri="{FF2B5EF4-FFF2-40B4-BE49-F238E27FC236}">
                  <a16:creationId xmlns:a16="http://schemas.microsoft.com/office/drawing/2014/main" id="{0FBD2BC3-36DC-41D1-B6EC-D0F544B0D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696"/>
              <a:ext cx="911" cy="903"/>
            </a:xfrm>
            <a:custGeom>
              <a:avLst/>
              <a:gdLst>
                <a:gd name="T0" fmla="*/ 4352 w 408"/>
                <a:gd name="T1" fmla="*/ 5125 h 379"/>
                <a:gd name="T2" fmla="*/ 4497 w 408"/>
                <a:gd name="T3" fmla="*/ 4060 h 379"/>
                <a:gd name="T4" fmla="*/ 4522 w 408"/>
                <a:gd name="T5" fmla="*/ 3893 h 379"/>
                <a:gd name="T6" fmla="*/ 4488 w 408"/>
                <a:gd name="T7" fmla="*/ 3748 h 379"/>
                <a:gd name="T8" fmla="*/ 4408 w 408"/>
                <a:gd name="T9" fmla="*/ 3424 h 379"/>
                <a:gd name="T10" fmla="*/ 4019 w 408"/>
                <a:gd name="T11" fmla="*/ 2730 h 379"/>
                <a:gd name="T12" fmla="*/ 3974 w 408"/>
                <a:gd name="T13" fmla="*/ 2652 h 379"/>
                <a:gd name="T14" fmla="*/ 3894 w 408"/>
                <a:gd name="T15" fmla="*/ 2583 h 379"/>
                <a:gd name="T16" fmla="*/ 3215 w 408"/>
                <a:gd name="T17" fmla="*/ 2028 h 379"/>
                <a:gd name="T18" fmla="*/ 3171 w 408"/>
                <a:gd name="T19" fmla="*/ 1987 h 379"/>
                <a:gd name="T20" fmla="*/ 3106 w 408"/>
                <a:gd name="T21" fmla="*/ 1958 h 379"/>
                <a:gd name="T22" fmla="*/ 3070 w 408"/>
                <a:gd name="T23" fmla="*/ 1935 h 379"/>
                <a:gd name="T24" fmla="*/ 2592 w 408"/>
                <a:gd name="T25" fmla="*/ 1704 h 379"/>
                <a:gd name="T26" fmla="*/ 2563 w 408"/>
                <a:gd name="T27" fmla="*/ 1651 h 379"/>
                <a:gd name="T28" fmla="*/ 2503 w 408"/>
                <a:gd name="T29" fmla="*/ 1651 h 379"/>
                <a:gd name="T30" fmla="*/ 1914 w 408"/>
                <a:gd name="T31" fmla="*/ 1515 h 379"/>
                <a:gd name="T32" fmla="*/ 1036 w 408"/>
                <a:gd name="T33" fmla="*/ 977 h 379"/>
                <a:gd name="T34" fmla="*/ 857 w 408"/>
                <a:gd name="T35" fmla="*/ 862 h 379"/>
                <a:gd name="T36" fmla="*/ 822 w 408"/>
                <a:gd name="T37" fmla="*/ 812 h 379"/>
                <a:gd name="T38" fmla="*/ 757 w 408"/>
                <a:gd name="T39" fmla="*/ 784 h 379"/>
                <a:gd name="T40" fmla="*/ 0 w 408"/>
                <a:gd name="T41" fmla="*/ 0 h 379"/>
                <a:gd name="T42" fmla="*/ 2762 w 408"/>
                <a:gd name="T43" fmla="*/ 2249 h 379"/>
                <a:gd name="T44" fmla="*/ 4352 w 408"/>
                <a:gd name="T45" fmla="*/ 5125 h 37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08" h="379">
                  <a:moveTo>
                    <a:pt x="391" y="379"/>
                  </a:moveTo>
                  <a:cubicBezTo>
                    <a:pt x="398" y="350"/>
                    <a:pt x="404" y="323"/>
                    <a:pt x="404" y="300"/>
                  </a:cubicBezTo>
                  <a:cubicBezTo>
                    <a:pt x="404" y="297"/>
                    <a:pt x="406" y="291"/>
                    <a:pt x="406" y="288"/>
                  </a:cubicBezTo>
                  <a:cubicBezTo>
                    <a:pt x="406" y="284"/>
                    <a:pt x="404" y="281"/>
                    <a:pt x="403" y="277"/>
                  </a:cubicBezTo>
                  <a:cubicBezTo>
                    <a:pt x="402" y="268"/>
                    <a:pt x="399" y="261"/>
                    <a:pt x="396" y="253"/>
                  </a:cubicBezTo>
                  <a:cubicBezTo>
                    <a:pt x="385" y="232"/>
                    <a:pt x="373" y="216"/>
                    <a:pt x="361" y="202"/>
                  </a:cubicBezTo>
                  <a:cubicBezTo>
                    <a:pt x="359" y="200"/>
                    <a:pt x="358" y="198"/>
                    <a:pt x="357" y="196"/>
                  </a:cubicBezTo>
                  <a:cubicBezTo>
                    <a:pt x="354" y="194"/>
                    <a:pt x="352" y="193"/>
                    <a:pt x="350" y="191"/>
                  </a:cubicBezTo>
                  <a:cubicBezTo>
                    <a:pt x="332" y="175"/>
                    <a:pt x="312" y="162"/>
                    <a:pt x="289" y="150"/>
                  </a:cubicBezTo>
                  <a:cubicBezTo>
                    <a:pt x="287" y="149"/>
                    <a:pt x="287" y="148"/>
                    <a:pt x="285" y="147"/>
                  </a:cubicBezTo>
                  <a:cubicBezTo>
                    <a:pt x="284" y="147"/>
                    <a:pt x="281" y="146"/>
                    <a:pt x="279" y="145"/>
                  </a:cubicBezTo>
                  <a:cubicBezTo>
                    <a:pt x="278" y="145"/>
                    <a:pt x="277" y="144"/>
                    <a:pt x="276" y="143"/>
                  </a:cubicBezTo>
                  <a:cubicBezTo>
                    <a:pt x="262" y="137"/>
                    <a:pt x="247" y="131"/>
                    <a:pt x="233" y="126"/>
                  </a:cubicBezTo>
                  <a:cubicBezTo>
                    <a:pt x="232" y="125"/>
                    <a:pt x="231" y="123"/>
                    <a:pt x="230" y="122"/>
                  </a:cubicBezTo>
                  <a:cubicBezTo>
                    <a:pt x="228" y="122"/>
                    <a:pt x="226" y="123"/>
                    <a:pt x="225" y="122"/>
                  </a:cubicBezTo>
                  <a:cubicBezTo>
                    <a:pt x="200" y="114"/>
                    <a:pt x="194" y="118"/>
                    <a:pt x="172" y="112"/>
                  </a:cubicBezTo>
                  <a:cubicBezTo>
                    <a:pt x="149" y="105"/>
                    <a:pt x="125" y="88"/>
                    <a:pt x="93" y="72"/>
                  </a:cubicBezTo>
                  <a:cubicBezTo>
                    <a:pt x="88" y="69"/>
                    <a:pt x="83" y="67"/>
                    <a:pt x="77" y="64"/>
                  </a:cubicBezTo>
                  <a:cubicBezTo>
                    <a:pt x="76" y="63"/>
                    <a:pt x="75" y="61"/>
                    <a:pt x="74" y="60"/>
                  </a:cubicBezTo>
                  <a:cubicBezTo>
                    <a:pt x="72" y="59"/>
                    <a:pt x="70" y="59"/>
                    <a:pt x="68" y="58"/>
                  </a:cubicBezTo>
                  <a:cubicBezTo>
                    <a:pt x="44" y="43"/>
                    <a:pt x="22" y="25"/>
                    <a:pt x="0" y="0"/>
                  </a:cubicBezTo>
                  <a:cubicBezTo>
                    <a:pt x="34" y="50"/>
                    <a:pt x="109" y="109"/>
                    <a:pt x="248" y="166"/>
                  </a:cubicBezTo>
                  <a:cubicBezTo>
                    <a:pt x="370" y="217"/>
                    <a:pt x="408" y="300"/>
                    <a:pt x="391" y="37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176">
              <a:extLst>
                <a:ext uri="{FF2B5EF4-FFF2-40B4-BE49-F238E27FC236}">
                  <a16:creationId xmlns:a16="http://schemas.microsoft.com/office/drawing/2014/main" id="{8F48ADA6-9A92-4E91-88D6-F4A65459D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313"/>
              <a:ext cx="11" cy="31"/>
            </a:xfrm>
            <a:custGeom>
              <a:avLst/>
              <a:gdLst>
                <a:gd name="T0" fmla="*/ 53 w 5"/>
                <a:gd name="T1" fmla="*/ 0 h 13"/>
                <a:gd name="T2" fmla="*/ 53 w 5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1" y="3"/>
                    <a:pt x="0" y="10"/>
                    <a:pt x="5" y="13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Freeform 177">
              <a:extLst>
                <a:ext uri="{FF2B5EF4-FFF2-40B4-BE49-F238E27FC236}">
                  <a16:creationId xmlns:a16="http://schemas.microsoft.com/office/drawing/2014/main" id="{18882D19-485F-4BC5-9265-3A722FF30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744"/>
              <a:ext cx="11" cy="43"/>
            </a:xfrm>
            <a:custGeom>
              <a:avLst/>
              <a:gdLst>
                <a:gd name="T0" fmla="*/ 20 w 5"/>
                <a:gd name="T1" fmla="*/ 0 h 18"/>
                <a:gd name="T2" fmla="*/ 0 w 5"/>
                <a:gd name="T3" fmla="*/ 24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2" y="0"/>
                  </a:moveTo>
                  <a:cubicBezTo>
                    <a:pt x="4" y="4"/>
                    <a:pt x="5" y="14"/>
                    <a:pt x="0" y="18"/>
                  </a:cubicBezTo>
                </a:path>
              </a:pathLst>
            </a:custGeom>
            <a:noFill/>
            <a:ln w="4763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1" name="Freeform 178">
              <a:extLst>
                <a:ext uri="{FF2B5EF4-FFF2-40B4-BE49-F238E27FC236}">
                  <a16:creationId xmlns:a16="http://schemas.microsoft.com/office/drawing/2014/main" id="{74EACD4D-70EA-49DC-BF30-B6B0DEF1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237"/>
              <a:ext cx="172" cy="304"/>
            </a:xfrm>
            <a:custGeom>
              <a:avLst/>
              <a:gdLst>
                <a:gd name="T0" fmla="*/ 603 w 77"/>
                <a:gd name="T1" fmla="*/ 751 h 128"/>
                <a:gd name="T2" fmla="*/ 759 w 77"/>
                <a:gd name="T3" fmla="*/ 1648 h 128"/>
                <a:gd name="T4" fmla="*/ 255 w 77"/>
                <a:gd name="T5" fmla="*/ 964 h 128"/>
                <a:gd name="T6" fmla="*/ 89 w 77"/>
                <a:gd name="T7" fmla="*/ 57 h 128"/>
                <a:gd name="T8" fmla="*/ 603 w 77"/>
                <a:gd name="T9" fmla="*/ 751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28">
                  <a:moveTo>
                    <a:pt x="54" y="56"/>
                  </a:moveTo>
                  <a:cubicBezTo>
                    <a:pt x="70" y="89"/>
                    <a:pt x="77" y="119"/>
                    <a:pt x="68" y="123"/>
                  </a:cubicBezTo>
                  <a:cubicBezTo>
                    <a:pt x="60" y="128"/>
                    <a:pt x="40" y="104"/>
                    <a:pt x="23" y="72"/>
                  </a:cubicBezTo>
                  <a:cubicBezTo>
                    <a:pt x="6" y="39"/>
                    <a:pt x="0" y="8"/>
                    <a:pt x="8" y="4"/>
                  </a:cubicBezTo>
                  <a:cubicBezTo>
                    <a:pt x="17" y="0"/>
                    <a:pt x="37" y="23"/>
                    <a:pt x="54" y="5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2" name="Freeform 179">
              <a:extLst>
                <a:ext uri="{FF2B5EF4-FFF2-40B4-BE49-F238E27FC236}">
                  <a16:creationId xmlns:a16="http://schemas.microsoft.com/office/drawing/2014/main" id="{2EFCE373-4AC1-43A6-885A-E82226D61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1872"/>
              <a:ext cx="190" cy="93"/>
            </a:xfrm>
            <a:custGeom>
              <a:avLst/>
              <a:gdLst>
                <a:gd name="T0" fmla="*/ 20 w 85"/>
                <a:gd name="T1" fmla="*/ 79 h 39"/>
                <a:gd name="T2" fmla="*/ 514 w 85"/>
                <a:gd name="T3" fmla="*/ 98 h 39"/>
                <a:gd name="T4" fmla="*/ 930 w 85"/>
                <a:gd name="T5" fmla="*/ 432 h 39"/>
                <a:gd name="T6" fmla="*/ 434 w 85"/>
                <a:gd name="T7" fmla="*/ 420 h 39"/>
                <a:gd name="T8" fmla="*/ 20 w 85"/>
                <a:gd name="T9" fmla="*/ 7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9">
                  <a:moveTo>
                    <a:pt x="2" y="6"/>
                  </a:moveTo>
                  <a:cubicBezTo>
                    <a:pt x="4" y="0"/>
                    <a:pt x="24" y="0"/>
                    <a:pt x="46" y="7"/>
                  </a:cubicBezTo>
                  <a:cubicBezTo>
                    <a:pt x="69" y="15"/>
                    <a:pt x="85" y="26"/>
                    <a:pt x="83" y="32"/>
                  </a:cubicBezTo>
                  <a:cubicBezTo>
                    <a:pt x="81" y="39"/>
                    <a:pt x="61" y="38"/>
                    <a:pt x="39" y="31"/>
                  </a:cubicBezTo>
                  <a:cubicBezTo>
                    <a:pt x="16" y="23"/>
                    <a:pt x="0" y="12"/>
                    <a:pt x="2" y="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3" name="Freeform 180">
              <a:extLst>
                <a:ext uri="{FF2B5EF4-FFF2-40B4-BE49-F238E27FC236}">
                  <a16:creationId xmlns:a16="http://schemas.microsoft.com/office/drawing/2014/main" id="{954FD3C7-93DF-4C57-ABA8-2FAAA3045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392"/>
              <a:ext cx="76" cy="71"/>
            </a:xfrm>
            <a:custGeom>
              <a:avLst/>
              <a:gdLst>
                <a:gd name="T0" fmla="*/ 226 w 34"/>
                <a:gd name="T1" fmla="*/ 156 h 30"/>
                <a:gd name="T2" fmla="*/ 369 w 34"/>
                <a:gd name="T3" fmla="*/ 369 h 30"/>
                <a:gd name="T4" fmla="*/ 170 w 34"/>
                <a:gd name="T5" fmla="*/ 241 h 30"/>
                <a:gd name="T6" fmla="*/ 9 w 34"/>
                <a:gd name="T7" fmla="*/ 28 h 30"/>
                <a:gd name="T8" fmla="*/ 226 w 34"/>
                <a:gd name="T9" fmla="*/ 1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20" y="12"/>
                  </a:moveTo>
                  <a:cubicBezTo>
                    <a:pt x="28" y="19"/>
                    <a:pt x="34" y="26"/>
                    <a:pt x="33" y="28"/>
                  </a:cubicBezTo>
                  <a:cubicBezTo>
                    <a:pt x="32" y="30"/>
                    <a:pt x="24" y="25"/>
                    <a:pt x="15" y="18"/>
                  </a:cubicBezTo>
                  <a:cubicBezTo>
                    <a:pt x="6" y="11"/>
                    <a:pt x="0" y="4"/>
                    <a:pt x="1" y="2"/>
                  </a:cubicBezTo>
                  <a:cubicBezTo>
                    <a:pt x="3" y="0"/>
                    <a:pt x="11" y="5"/>
                    <a:pt x="20" y="1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4" name="Freeform 181">
              <a:extLst>
                <a:ext uri="{FF2B5EF4-FFF2-40B4-BE49-F238E27FC236}">
                  <a16:creationId xmlns:a16="http://schemas.microsoft.com/office/drawing/2014/main" id="{BF9D6B11-1ED8-43B2-B354-CC7F47019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753"/>
              <a:ext cx="2583" cy="3048"/>
            </a:xfrm>
            <a:custGeom>
              <a:avLst/>
              <a:gdLst>
                <a:gd name="T0" fmla="*/ 5318 w 1157"/>
                <a:gd name="T1" fmla="*/ 7820 h 1280"/>
                <a:gd name="T2" fmla="*/ 5985 w 1157"/>
                <a:gd name="T3" fmla="*/ 9089 h 1280"/>
                <a:gd name="T4" fmla="*/ 5996 w 1157"/>
                <a:gd name="T5" fmla="*/ 9277 h 1280"/>
                <a:gd name="T6" fmla="*/ 5686 w 1157"/>
                <a:gd name="T7" fmla="*/ 11409 h 1280"/>
                <a:gd name="T8" fmla="*/ 5273 w 1157"/>
                <a:gd name="T9" fmla="*/ 13609 h 1280"/>
                <a:gd name="T10" fmla="*/ 5264 w 1157"/>
                <a:gd name="T11" fmla="*/ 14085 h 1280"/>
                <a:gd name="T12" fmla="*/ 5253 w 1157"/>
                <a:gd name="T13" fmla="*/ 14109 h 1280"/>
                <a:gd name="T14" fmla="*/ 7566 w 1157"/>
                <a:gd name="T15" fmla="*/ 16988 h 1280"/>
                <a:gd name="T16" fmla="*/ 9370 w 1157"/>
                <a:gd name="T17" fmla="*/ 17205 h 1280"/>
                <a:gd name="T18" fmla="*/ 11837 w 1157"/>
                <a:gd name="T19" fmla="*/ 15866 h 1280"/>
                <a:gd name="T20" fmla="*/ 12042 w 1157"/>
                <a:gd name="T21" fmla="*/ 15554 h 1280"/>
                <a:gd name="T22" fmla="*/ 12649 w 1157"/>
                <a:gd name="T23" fmla="*/ 13949 h 1280"/>
                <a:gd name="T24" fmla="*/ 12665 w 1157"/>
                <a:gd name="T25" fmla="*/ 13433 h 1280"/>
                <a:gd name="T26" fmla="*/ 12875 w 1157"/>
                <a:gd name="T27" fmla="*/ 13247 h 1280"/>
                <a:gd name="T28" fmla="*/ 12665 w 1157"/>
                <a:gd name="T29" fmla="*/ 13256 h 1280"/>
                <a:gd name="T30" fmla="*/ 12375 w 1157"/>
                <a:gd name="T31" fmla="*/ 12016 h 1280"/>
                <a:gd name="T32" fmla="*/ 12116 w 1157"/>
                <a:gd name="T33" fmla="*/ 10599 h 1280"/>
                <a:gd name="T34" fmla="*/ 10761 w 1157"/>
                <a:gd name="T35" fmla="*/ 8046 h 1280"/>
                <a:gd name="T36" fmla="*/ 9923 w 1157"/>
                <a:gd name="T37" fmla="*/ 7168 h 1280"/>
                <a:gd name="T38" fmla="*/ 9026 w 1157"/>
                <a:gd name="T39" fmla="*/ 6548 h 1280"/>
                <a:gd name="T40" fmla="*/ 6898 w 1157"/>
                <a:gd name="T41" fmla="*/ 5658 h 1280"/>
                <a:gd name="T42" fmla="*/ 5787 w 1157"/>
                <a:gd name="T43" fmla="*/ 5386 h 1280"/>
                <a:gd name="T44" fmla="*/ 5608 w 1157"/>
                <a:gd name="T45" fmla="*/ 5348 h 1280"/>
                <a:gd name="T46" fmla="*/ 4574 w 1157"/>
                <a:gd name="T47" fmla="*/ 5091 h 1280"/>
                <a:gd name="T48" fmla="*/ 4128 w 1157"/>
                <a:gd name="T49" fmla="*/ 4967 h 1280"/>
                <a:gd name="T50" fmla="*/ 3862 w 1157"/>
                <a:gd name="T51" fmla="*/ 4860 h 1280"/>
                <a:gd name="T52" fmla="*/ 2556 w 1157"/>
                <a:gd name="T53" fmla="*/ 4241 h 1280"/>
                <a:gd name="T54" fmla="*/ 2483 w 1157"/>
                <a:gd name="T55" fmla="*/ 4174 h 1280"/>
                <a:gd name="T56" fmla="*/ 1849 w 1157"/>
                <a:gd name="T57" fmla="*/ 3510 h 1280"/>
                <a:gd name="T58" fmla="*/ 1561 w 1157"/>
                <a:gd name="T59" fmla="*/ 3079 h 1280"/>
                <a:gd name="T60" fmla="*/ 1444 w 1157"/>
                <a:gd name="T61" fmla="*/ 2796 h 1280"/>
                <a:gd name="T62" fmla="*/ 967 w 1157"/>
                <a:gd name="T63" fmla="*/ 702 h 1280"/>
                <a:gd name="T64" fmla="*/ 967 w 1157"/>
                <a:gd name="T65" fmla="*/ 69 h 1280"/>
                <a:gd name="T66" fmla="*/ 558 w 1157"/>
                <a:gd name="T67" fmla="*/ 419 h 1280"/>
                <a:gd name="T68" fmla="*/ 89 w 1157"/>
                <a:gd name="T69" fmla="*/ 0 h 1280"/>
                <a:gd name="T70" fmla="*/ 36 w 1157"/>
                <a:gd name="T71" fmla="*/ 1553 h 1280"/>
                <a:gd name="T72" fmla="*/ 542 w 1157"/>
                <a:gd name="T73" fmla="*/ 3900 h 1280"/>
                <a:gd name="T74" fmla="*/ 587 w 1157"/>
                <a:gd name="T75" fmla="*/ 3998 h 1280"/>
                <a:gd name="T76" fmla="*/ 1036 w 1157"/>
                <a:gd name="T77" fmla="*/ 4898 h 1280"/>
                <a:gd name="T78" fmla="*/ 1978 w 1157"/>
                <a:gd name="T79" fmla="*/ 5903 h 1280"/>
                <a:gd name="T80" fmla="*/ 2114 w 1157"/>
                <a:gd name="T81" fmla="*/ 5994 h 1280"/>
                <a:gd name="T82" fmla="*/ 3150 w 1157"/>
                <a:gd name="T83" fmla="*/ 6413 h 1280"/>
                <a:gd name="T84" fmla="*/ 3847 w 1157"/>
                <a:gd name="T85" fmla="*/ 6806 h 1280"/>
                <a:gd name="T86" fmla="*/ 4594 w 1157"/>
                <a:gd name="T87" fmla="*/ 7213 h 1280"/>
                <a:gd name="T88" fmla="*/ 4764 w 1157"/>
                <a:gd name="T89" fmla="*/ 7320 h 1280"/>
                <a:gd name="T90" fmla="*/ 5273 w 1157"/>
                <a:gd name="T91" fmla="*/ 7791 h 128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157" h="1280">
                  <a:moveTo>
                    <a:pt x="474" y="577"/>
                  </a:moveTo>
                  <a:cubicBezTo>
                    <a:pt x="475" y="578"/>
                    <a:pt x="477" y="578"/>
                    <a:pt x="478" y="579"/>
                  </a:cubicBezTo>
                  <a:cubicBezTo>
                    <a:pt x="495" y="594"/>
                    <a:pt x="510" y="612"/>
                    <a:pt x="523" y="634"/>
                  </a:cubicBezTo>
                  <a:cubicBezTo>
                    <a:pt x="531" y="646"/>
                    <a:pt x="535" y="659"/>
                    <a:pt x="538" y="673"/>
                  </a:cubicBezTo>
                  <a:cubicBezTo>
                    <a:pt x="538" y="676"/>
                    <a:pt x="537" y="677"/>
                    <a:pt x="538" y="680"/>
                  </a:cubicBezTo>
                  <a:cubicBezTo>
                    <a:pt x="538" y="682"/>
                    <a:pt x="539" y="685"/>
                    <a:pt x="539" y="687"/>
                  </a:cubicBezTo>
                  <a:cubicBezTo>
                    <a:pt x="540" y="691"/>
                    <a:pt x="540" y="695"/>
                    <a:pt x="540" y="700"/>
                  </a:cubicBezTo>
                  <a:cubicBezTo>
                    <a:pt x="540" y="742"/>
                    <a:pt x="526" y="791"/>
                    <a:pt x="511" y="845"/>
                  </a:cubicBezTo>
                  <a:cubicBezTo>
                    <a:pt x="498" y="893"/>
                    <a:pt x="483" y="945"/>
                    <a:pt x="476" y="999"/>
                  </a:cubicBezTo>
                  <a:cubicBezTo>
                    <a:pt x="476" y="1002"/>
                    <a:pt x="475" y="1005"/>
                    <a:pt x="474" y="1008"/>
                  </a:cubicBezTo>
                  <a:cubicBezTo>
                    <a:pt x="474" y="1011"/>
                    <a:pt x="475" y="1015"/>
                    <a:pt x="474" y="1018"/>
                  </a:cubicBezTo>
                  <a:cubicBezTo>
                    <a:pt x="474" y="1026"/>
                    <a:pt x="473" y="1035"/>
                    <a:pt x="473" y="1043"/>
                  </a:cubicBezTo>
                  <a:cubicBezTo>
                    <a:pt x="473" y="1044"/>
                    <a:pt x="473" y="1044"/>
                    <a:pt x="472" y="1045"/>
                  </a:cubicBezTo>
                  <a:cubicBezTo>
                    <a:pt x="472" y="1045"/>
                    <a:pt x="472" y="1045"/>
                    <a:pt x="472" y="1045"/>
                  </a:cubicBezTo>
                  <a:cubicBezTo>
                    <a:pt x="493" y="1141"/>
                    <a:pt x="570" y="1218"/>
                    <a:pt x="672" y="1254"/>
                  </a:cubicBezTo>
                  <a:cubicBezTo>
                    <a:pt x="675" y="1255"/>
                    <a:pt x="677" y="1257"/>
                    <a:pt x="680" y="1258"/>
                  </a:cubicBezTo>
                  <a:cubicBezTo>
                    <a:pt x="683" y="1259"/>
                    <a:pt x="687" y="1259"/>
                    <a:pt x="690" y="1260"/>
                  </a:cubicBezTo>
                  <a:cubicBezTo>
                    <a:pt x="737" y="1274"/>
                    <a:pt x="789" y="1280"/>
                    <a:pt x="842" y="1274"/>
                  </a:cubicBezTo>
                  <a:cubicBezTo>
                    <a:pt x="924" y="1266"/>
                    <a:pt x="1000" y="1233"/>
                    <a:pt x="1054" y="1181"/>
                  </a:cubicBezTo>
                  <a:cubicBezTo>
                    <a:pt x="1057" y="1179"/>
                    <a:pt x="1061" y="1178"/>
                    <a:pt x="1064" y="1175"/>
                  </a:cubicBezTo>
                  <a:cubicBezTo>
                    <a:pt x="1066" y="1173"/>
                    <a:pt x="1066" y="1170"/>
                    <a:pt x="1068" y="1168"/>
                  </a:cubicBezTo>
                  <a:cubicBezTo>
                    <a:pt x="1073" y="1162"/>
                    <a:pt x="1077" y="1157"/>
                    <a:pt x="1082" y="1152"/>
                  </a:cubicBezTo>
                  <a:cubicBezTo>
                    <a:pt x="1107" y="1120"/>
                    <a:pt x="1124" y="1085"/>
                    <a:pt x="1132" y="1048"/>
                  </a:cubicBezTo>
                  <a:cubicBezTo>
                    <a:pt x="1133" y="1043"/>
                    <a:pt x="1136" y="1038"/>
                    <a:pt x="1137" y="1033"/>
                  </a:cubicBezTo>
                  <a:cubicBezTo>
                    <a:pt x="1138" y="1029"/>
                    <a:pt x="1136" y="1025"/>
                    <a:pt x="1137" y="1021"/>
                  </a:cubicBezTo>
                  <a:cubicBezTo>
                    <a:pt x="1138" y="1013"/>
                    <a:pt x="1138" y="1004"/>
                    <a:pt x="1138" y="995"/>
                  </a:cubicBezTo>
                  <a:cubicBezTo>
                    <a:pt x="1138" y="991"/>
                    <a:pt x="1138" y="987"/>
                    <a:pt x="1138" y="982"/>
                  </a:cubicBezTo>
                  <a:cubicBezTo>
                    <a:pt x="1143" y="982"/>
                    <a:pt x="1150" y="981"/>
                    <a:pt x="1157" y="981"/>
                  </a:cubicBezTo>
                  <a:cubicBezTo>
                    <a:pt x="1157" y="981"/>
                    <a:pt x="1157" y="981"/>
                    <a:pt x="1157" y="981"/>
                  </a:cubicBezTo>
                  <a:cubicBezTo>
                    <a:pt x="1150" y="981"/>
                    <a:pt x="1144" y="982"/>
                    <a:pt x="1138" y="982"/>
                  </a:cubicBezTo>
                  <a:cubicBezTo>
                    <a:pt x="1137" y="981"/>
                    <a:pt x="1137" y="981"/>
                    <a:pt x="1137" y="980"/>
                  </a:cubicBezTo>
                  <a:cubicBezTo>
                    <a:pt x="1122" y="936"/>
                    <a:pt x="1118" y="917"/>
                    <a:pt x="1112" y="890"/>
                  </a:cubicBezTo>
                  <a:cubicBezTo>
                    <a:pt x="1110" y="880"/>
                    <a:pt x="1110" y="880"/>
                    <a:pt x="1110" y="880"/>
                  </a:cubicBezTo>
                  <a:cubicBezTo>
                    <a:pt x="1105" y="856"/>
                    <a:pt x="1092" y="793"/>
                    <a:pt x="1089" y="785"/>
                  </a:cubicBezTo>
                  <a:cubicBezTo>
                    <a:pt x="1077" y="752"/>
                    <a:pt x="1046" y="730"/>
                    <a:pt x="1030" y="696"/>
                  </a:cubicBezTo>
                  <a:cubicBezTo>
                    <a:pt x="1011" y="651"/>
                    <a:pt x="995" y="625"/>
                    <a:pt x="967" y="596"/>
                  </a:cubicBezTo>
                  <a:cubicBezTo>
                    <a:pt x="946" y="574"/>
                    <a:pt x="922" y="554"/>
                    <a:pt x="896" y="536"/>
                  </a:cubicBezTo>
                  <a:cubicBezTo>
                    <a:pt x="895" y="535"/>
                    <a:pt x="893" y="532"/>
                    <a:pt x="892" y="531"/>
                  </a:cubicBezTo>
                  <a:cubicBezTo>
                    <a:pt x="890" y="529"/>
                    <a:pt x="887" y="529"/>
                    <a:pt x="885" y="528"/>
                  </a:cubicBezTo>
                  <a:cubicBezTo>
                    <a:pt x="862" y="512"/>
                    <a:pt x="837" y="498"/>
                    <a:pt x="811" y="485"/>
                  </a:cubicBezTo>
                  <a:cubicBezTo>
                    <a:pt x="750" y="456"/>
                    <a:pt x="690" y="437"/>
                    <a:pt x="628" y="422"/>
                  </a:cubicBezTo>
                  <a:cubicBezTo>
                    <a:pt x="625" y="421"/>
                    <a:pt x="623" y="420"/>
                    <a:pt x="620" y="419"/>
                  </a:cubicBezTo>
                  <a:cubicBezTo>
                    <a:pt x="618" y="418"/>
                    <a:pt x="615" y="419"/>
                    <a:pt x="613" y="418"/>
                  </a:cubicBezTo>
                  <a:cubicBezTo>
                    <a:pt x="582" y="411"/>
                    <a:pt x="551" y="405"/>
                    <a:pt x="520" y="399"/>
                  </a:cubicBezTo>
                  <a:cubicBezTo>
                    <a:pt x="517" y="399"/>
                    <a:pt x="514" y="396"/>
                    <a:pt x="511" y="396"/>
                  </a:cubicBezTo>
                  <a:cubicBezTo>
                    <a:pt x="509" y="395"/>
                    <a:pt x="507" y="397"/>
                    <a:pt x="504" y="396"/>
                  </a:cubicBezTo>
                  <a:cubicBezTo>
                    <a:pt x="477" y="391"/>
                    <a:pt x="448" y="385"/>
                    <a:pt x="420" y="379"/>
                  </a:cubicBezTo>
                  <a:cubicBezTo>
                    <a:pt x="417" y="379"/>
                    <a:pt x="414" y="377"/>
                    <a:pt x="411" y="377"/>
                  </a:cubicBezTo>
                  <a:cubicBezTo>
                    <a:pt x="409" y="376"/>
                    <a:pt x="406" y="376"/>
                    <a:pt x="404" y="376"/>
                  </a:cubicBezTo>
                  <a:cubicBezTo>
                    <a:pt x="393" y="373"/>
                    <a:pt x="382" y="371"/>
                    <a:pt x="371" y="368"/>
                  </a:cubicBezTo>
                  <a:cubicBezTo>
                    <a:pt x="367" y="367"/>
                    <a:pt x="362" y="366"/>
                    <a:pt x="357" y="365"/>
                  </a:cubicBezTo>
                  <a:cubicBezTo>
                    <a:pt x="354" y="364"/>
                    <a:pt x="350" y="361"/>
                    <a:pt x="347" y="360"/>
                  </a:cubicBezTo>
                  <a:cubicBezTo>
                    <a:pt x="343" y="359"/>
                    <a:pt x="340" y="360"/>
                    <a:pt x="335" y="359"/>
                  </a:cubicBezTo>
                  <a:cubicBezTo>
                    <a:pt x="295" y="346"/>
                    <a:pt x="260" y="331"/>
                    <a:pt x="230" y="314"/>
                  </a:cubicBezTo>
                  <a:cubicBezTo>
                    <a:pt x="229" y="313"/>
                    <a:pt x="229" y="311"/>
                    <a:pt x="227" y="310"/>
                  </a:cubicBezTo>
                  <a:cubicBezTo>
                    <a:pt x="226" y="310"/>
                    <a:pt x="224" y="310"/>
                    <a:pt x="223" y="309"/>
                  </a:cubicBezTo>
                  <a:cubicBezTo>
                    <a:pt x="202" y="296"/>
                    <a:pt x="184" y="281"/>
                    <a:pt x="168" y="264"/>
                  </a:cubicBezTo>
                  <a:cubicBezTo>
                    <a:pt x="167" y="263"/>
                    <a:pt x="167" y="261"/>
                    <a:pt x="166" y="260"/>
                  </a:cubicBezTo>
                  <a:cubicBezTo>
                    <a:pt x="165" y="259"/>
                    <a:pt x="163" y="259"/>
                    <a:pt x="162" y="257"/>
                  </a:cubicBezTo>
                  <a:cubicBezTo>
                    <a:pt x="154" y="248"/>
                    <a:pt x="147" y="238"/>
                    <a:pt x="140" y="228"/>
                  </a:cubicBezTo>
                  <a:cubicBezTo>
                    <a:pt x="137" y="222"/>
                    <a:pt x="133" y="217"/>
                    <a:pt x="130" y="211"/>
                  </a:cubicBezTo>
                  <a:cubicBezTo>
                    <a:pt x="130" y="210"/>
                    <a:pt x="130" y="208"/>
                    <a:pt x="130" y="207"/>
                  </a:cubicBezTo>
                  <a:cubicBezTo>
                    <a:pt x="129" y="205"/>
                    <a:pt x="127" y="205"/>
                    <a:pt x="127" y="203"/>
                  </a:cubicBezTo>
                  <a:cubicBezTo>
                    <a:pt x="104" y="159"/>
                    <a:pt x="91" y="109"/>
                    <a:pt x="87" y="52"/>
                  </a:cubicBezTo>
                  <a:cubicBezTo>
                    <a:pt x="87" y="48"/>
                    <a:pt x="87" y="21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6" y="10"/>
                    <a:pt x="84" y="14"/>
                    <a:pt x="79" y="20"/>
                  </a:cubicBezTo>
                  <a:cubicBezTo>
                    <a:pt x="72" y="27"/>
                    <a:pt x="61" y="31"/>
                    <a:pt x="50" y="31"/>
                  </a:cubicBezTo>
                  <a:cubicBezTo>
                    <a:pt x="28" y="31"/>
                    <a:pt x="9" y="17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9"/>
                    <a:pt x="4" y="26"/>
                    <a:pt x="2" y="47"/>
                  </a:cubicBezTo>
                  <a:cubicBezTo>
                    <a:pt x="0" y="77"/>
                    <a:pt x="2" y="100"/>
                    <a:pt x="3" y="115"/>
                  </a:cubicBezTo>
                  <a:cubicBezTo>
                    <a:pt x="7" y="159"/>
                    <a:pt x="17" y="213"/>
                    <a:pt x="42" y="272"/>
                  </a:cubicBezTo>
                  <a:cubicBezTo>
                    <a:pt x="44" y="278"/>
                    <a:pt x="47" y="283"/>
                    <a:pt x="49" y="289"/>
                  </a:cubicBezTo>
                  <a:cubicBezTo>
                    <a:pt x="50" y="290"/>
                    <a:pt x="50" y="292"/>
                    <a:pt x="51" y="294"/>
                  </a:cubicBezTo>
                  <a:cubicBezTo>
                    <a:pt x="51" y="295"/>
                    <a:pt x="52" y="295"/>
                    <a:pt x="53" y="296"/>
                  </a:cubicBezTo>
                  <a:cubicBezTo>
                    <a:pt x="64" y="320"/>
                    <a:pt x="77" y="340"/>
                    <a:pt x="90" y="358"/>
                  </a:cubicBezTo>
                  <a:cubicBezTo>
                    <a:pt x="91" y="359"/>
                    <a:pt x="92" y="362"/>
                    <a:pt x="93" y="363"/>
                  </a:cubicBezTo>
                  <a:cubicBezTo>
                    <a:pt x="94" y="364"/>
                    <a:pt x="96" y="365"/>
                    <a:pt x="97" y="366"/>
                  </a:cubicBezTo>
                  <a:cubicBezTo>
                    <a:pt x="122" y="397"/>
                    <a:pt x="149" y="419"/>
                    <a:pt x="178" y="437"/>
                  </a:cubicBezTo>
                  <a:cubicBezTo>
                    <a:pt x="180" y="438"/>
                    <a:pt x="181" y="440"/>
                    <a:pt x="184" y="442"/>
                  </a:cubicBezTo>
                  <a:cubicBezTo>
                    <a:pt x="185" y="442"/>
                    <a:pt x="188" y="443"/>
                    <a:pt x="190" y="444"/>
                  </a:cubicBezTo>
                  <a:cubicBezTo>
                    <a:pt x="193" y="446"/>
                    <a:pt x="197" y="448"/>
                    <a:pt x="201" y="450"/>
                  </a:cubicBezTo>
                  <a:cubicBezTo>
                    <a:pt x="234" y="467"/>
                    <a:pt x="261" y="467"/>
                    <a:pt x="283" y="475"/>
                  </a:cubicBezTo>
                  <a:cubicBezTo>
                    <a:pt x="305" y="483"/>
                    <a:pt x="330" y="500"/>
                    <a:pt x="341" y="504"/>
                  </a:cubicBezTo>
                  <a:cubicBezTo>
                    <a:pt x="343" y="505"/>
                    <a:pt x="344" y="503"/>
                    <a:pt x="346" y="504"/>
                  </a:cubicBezTo>
                  <a:cubicBezTo>
                    <a:pt x="347" y="504"/>
                    <a:pt x="348" y="507"/>
                    <a:pt x="349" y="507"/>
                  </a:cubicBezTo>
                  <a:cubicBezTo>
                    <a:pt x="371" y="514"/>
                    <a:pt x="393" y="523"/>
                    <a:pt x="413" y="534"/>
                  </a:cubicBezTo>
                  <a:cubicBezTo>
                    <a:pt x="416" y="535"/>
                    <a:pt x="420" y="536"/>
                    <a:pt x="423" y="538"/>
                  </a:cubicBezTo>
                  <a:cubicBezTo>
                    <a:pt x="425" y="539"/>
                    <a:pt x="427" y="541"/>
                    <a:pt x="428" y="542"/>
                  </a:cubicBezTo>
                  <a:cubicBezTo>
                    <a:pt x="443" y="551"/>
                    <a:pt x="457" y="561"/>
                    <a:pt x="470" y="572"/>
                  </a:cubicBezTo>
                  <a:cubicBezTo>
                    <a:pt x="472" y="573"/>
                    <a:pt x="473" y="576"/>
                    <a:pt x="474" y="57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2">
            <a:extLst>
              <a:ext uri="{FF2B5EF4-FFF2-40B4-BE49-F238E27FC236}">
                <a16:creationId xmlns:a16="http://schemas.microsoft.com/office/drawing/2014/main" id="{8AF0E74C-FADD-4E0D-BE64-D8D56507A6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Capillary (6)</a:t>
            </a:r>
          </a:p>
        </p:txBody>
      </p:sp>
      <p:grpSp>
        <p:nvGrpSpPr>
          <p:cNvPr id="37890" name="capillary-vessel-structure-diagram">
            <a:extLst>
              <a:ext uri="{FF2B5EF4-FFF2-40B4-BE49-F238E27FC236}">
                <a16:creationId xmlns:a16="http://schemas.microsoft.com/office/drawing/2014/main" id="{13742787-A159-42F5-9308-70DDEC5CD620}"/>
              </a:ext>
            </a:extLst>
          </p:cNvPr>
          <p:cNvGrpSpPr>
            <a:grpSpLocks/>
          </p:cNvGrpSpPr>
          <p:nvPr/>
        </p:nvGrpSpPr>
        <p:grpSpPr bwMode="auto">
          <a:xfrm>
            <a:off x="3460750" y="2057400"/>
            <a:ext cx="5314950" cy="3065463"/>
            <a:chOff x="1220" y="1213"/>
            <a:chExt cx="3348" cy="1931"/>
          </a:xfrm>
        </p:grpSpPr>
        <p:sp>
          <p:nvSpPr>
            <p:cNvPr id="37891" name="Freeform 5">
              <a:extLst>
                <a:ext uri="{FF2B5EF4-FFF2-40B4-BE49-F238E27FC236}">
                  <a16:creationId xmlns:a16="http://schemas.microsoft.com/office/drawing/2014/main" id="{25B9581E-DA2B-41C2-849B-7A2F2B67E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1883"/>
              <a:ext cx="2750" cy="1106"/>
            </a:xfrm>
            <a:custGeom>
              <a:avLst/>
              <a:gdLst>
                <a:gd name="T0" fmla="*/ 17188 w 1100"/>
                <a:gd name="T1" fmla="*/ 4091 h 415"/>
                <a:gd name="T2" fmla="*/ 4908 w 1100"/>
                <a:gd name="T3" fmla="*/ 1327 h 415"/>
                <a:gd name="T4" fmla="*/ 2500 w 1100"/>
                <a:gd name="T5" fmla="*/ 0 h 415"/>
                <a:gd name="T6" fmla="*/ 0 w 1100"/>
                <a:gd name="T7" fmla="*/ 3126 h 415"/>
                <a:gd name="T8" fmla="*/ 0 w 1100"/>
                <a:gd name="T9" fmla="*/ 3126 h 415"/>
                <a:gd name="T10" fmla="*/ 0 w 1100"/>
                <a:gd name="T11" fmla="*/ 3126 h 415"/>
                <a:gd name="T12" fmla="*/ 2970 w 1100"/>
                <a:gd name="T13" fmla="*/ 4829 h 415"/>
                <a:gd name="T14" fmla="*/ 15395 w 1100"/>
                <a:gd name="T15" fmla="*/ 7857 h 415"/>
                <a:gd name="T16" fmla="*/ 17188 w 1100"/>
                <a:gd name="T17" fmla="*/ 4091 h 4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0" h="415">
                  <a:moveTo>
                    <a:pt x="1100" y="216"/>
                  </a:moveTo>
                  <a:cubicBezTo>
                    <a:pt x="828" y="209"/>
                    <a:pt x="549" y="157"/>
                    <a:pt x="314" y="70"/>
                  </a:cubicBezTo>
                  <a:cubicBezTo>
                    <a:pt x="259" y="50"/>
                    <a:pt x="206" y="23"/>
                    <a:pt x="160" y="0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54" y="194"/>
                    <a:pt x="121" y="230"/>
                    <a:pt x="190" y="255"/>
                  </a:cubicBezTo>
                  <a:cubicBezTo>
                    <a:pt x="429" y="343"/>
                    <a:pt x="708" y="410"/>
                    <a:pt x="985" y="415"/>
                  </a:cubicBezTo>
                  <a:lnTo>
                    <a:pt x="1100" y="216"/>
                  </a:lnTo>
                  <a:close/>
                </a:path>
              </a:pathLst>
            </a:custGeom>
            <a:solidFill>
              <a:srgbClr val="E4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2" name="Freeform 6">
              <a:extLst>
                <a:ext uri="{FF2B5EF4-FFF2-40B4-BE49-F238E27FC236}">
                  <a16:creationId xmlns:a16="http://schemas.microsoft.com/office/drawing/2014/main" id="{055584B2-D411-4AB6-A3FA-5AC177B47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115"/>
              <a:ext cx="2590" cy="874"/>
            </a:xfrm>
            <a:custGeom>
              <a:avLst/>
              <a:gdLst>
                <a:gd name="T0" fmla="*/ 2970 w 1036"/>
                <a:gd name="T1" fmla="*/ 3182 h 328"/>
                <a:gd name="T2" fmla="*/ 15395 w 1036"/>
                <a:gd name="T3" fmla="*/ 6206 h 328"/>
                <a:gd name="T4" fmla="*/ 16188 w 1036"/>
                <a:gd name="T5" fmla="*/ 4559 h 328"/>
                <a:gd name="T6" fmla="*/ 5500 w 1036"/>
                <a:gd name="T7" fmla="*/ 1663 h 328"/>
                <a:gd name="T8" fmla="*/ 1188 w 1036"/>
                <a:gd name="T9" fmla="*/ 0 h 328"/>
                <a:gd name="T10" fmla="*/ 0 w 1036"/>
                <a:gd name="T11" fmla="*/ 1476 h 328"/>
                <a:gd name="T12" fmla="*/ 0 w 1036"/>
                <a:gd name="T13" fmla="*/ 1476 h 328"/>
                <a:gd name="T14" fmla="*/ 0 w 1036"/>
                <a:gd name="T15" fmla="*/ 1476 h 328"/>
                <a:gd name="T16" fmla="*/ 2970 w 1036"/>
                <a:gd name="T17" fmla="*/ 3182 h 3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6" h="328">
                  <a:moveTo>
                    <a:pt x="190" y="168"/>
                  </a:moveTo>
                  <a:cubicBezTo>
                    <a:pt x="429" y="256"/>
                    <a:pt x="708" y="323"/>
                    <a:pt x="985" y="328"/>
                  </a:cubicBezTo>
                  <a:cubicBezTo>
                    <a:pt x="1036" y="241"/>
                    <a:pt x="1036" y="241"/>
                    <a:pt x="1036" y="241"/>
                  </a:cubicBezTo>
                  <a:cubicBezTo>
                    <a:pt x="840" y="197"/>
                    <a:pt x="374" y="94"/>
                    <a:pt x="352" y="88"/>
                  </a:cubicBezTo>
                  <a:cubicBezTo>
                    <a:pt x="331" y="82"/>
                    <a:pt x="162" y="28"/>
                    <a:pt x="76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54" y="107"/>
                    <a:pt x="121" y="143"/>
                    <a:pt x="190" y="168"/>
                  </a:cubicBezTo>
                  <a:close/>
                </a:path>
              </a:pathLst>
            </a:custGeom>
            <a:solidFill>
              <a:srgbClr val="F2F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3" name="Freeform 7">
              <a:extLst>
                <a:ext uri="{FF2B5EF4-FFF2-40B4-BE49-F238E27FC236}">
                  <a16:creationId xmlns:a16="http://schemas.microsoft.com/office/drawing/2014/main" id="{4227D034-D9C5-4AC7-9A10-BB3B61E072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8" y="1760"/>
              <a:ext cx="2917" cy="1309"/>
            </a:xfrm>
            <a:custGeom>
              <a:avLst/>
              <a:gdLst>
                <a:gd name="T0" fmla="*/ 2949 w 1167"/>
                <a:gd name="T1" fmla="*/ 874 h 491"/>
                <a:gd name="T2" fmla="*/ 2075 w 1167"/>
                <a:gd name="T3" fmla="*/ 56 h 491"/>
                <a:gd name="T4" fmla="*/ 762 w 1167"/>
                <a:gd name="T5" fmla="*/ 909 h 491"/>
                <a:gd name="T6" fmla="*/ 450 w 1167"/>
                <a:gd name="T7" fmla="*/ 4002 h 491"/>
                <a:gd name="T8" fmla="*/ 2949 w 1167"/>
                <a:gd name="T9" fmla="*/ 874 h 491"/>
                <a:gd name="T10" fmla="*/ 2949 w 1167"/>
                <a:gd name="T11" fmla="*/ 874 h 491"/>
                <a:gd name="T12" fmla="*/ 15837 w 1167"/>
                <a:gd name="T13" fmla="*/ 8734 h 491"/>
                <a:gd name="T14" fmla="*/ 15850 w 1167"/>
                <a:gd name="T15" fmla="*/ 8734 h 491"/>
                <a:gd name="T16" fmla="*/ 15850 w 1167"/>
                <a:gd name="T17" fmla="*/ 8715 h 491"/>
                <a:gd name="T18" fmla="*/ 17025 w 1167"/>
                <a:gd name="T19" fmla="*/ 9168 h 491"/>
                <a:gd name="T20" fmla="*/ 18037 w 1167"/>
                <a:gd name="T21" fmla="*/ 7577 h 491"/>
                <a:gd name="T22" fmla="*/ 17649 w 1167"/>
                <a:gd name="T23" fmla="*/ 4961 h 491"/>
                <a:gd name="T24" fmla="*/ 17649 w 1167"/>
                <a:gd name="T25" fmla="*/ 4961 h 491"/>
                <a:gd name="T26" fmla="*/ 17619 w 1167"/>
                <a:gd name="T27" fmla="*/ 4961 h 491"/>
                <a:gd name="T28" fmla="*/ 17632 w 1167"/>
                <a:gd name="T29" fmla="*/ 4961 h 491"/>
                <a:gd name="T30" fmla="*/ 15837 w 1167"/>
                <a:gd name="T31" fmla="*/ 8734 h 4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7" h="491">
                  <a:moveTo>
                    <a:pt x="189" y="46"/>
                  </a:moveTo>
                  <a:cubicBezTo>
                    <a:pt x="182" y="16"/>
                    <a:pt x="160" y="5"/>
                    <a:pt x="133" y="3"/>
                  </a:cubicBezTo>
                  <a:cubicBezTo>
                    <a:pt x="104" y="0"/>
                    <a:pt x="73" y="14"/>
                    <a:pt x="49" y="48"/>
                  </a:cubicBezTo>
                  <a:cubicBezTo>
                    <a:pt x="0" y="116"/>
                    <a:pt x="28" y="208"/>
                    <a:pt x="29" y="211"/>
                  </a:cubicBezTo>
                  <a:cubicBezTo>
                    <a:pt x="189" y="46"/>
                    <a:pt x="189" y="46"/>
                    <a:pt x="189" y="46"/>
                  </a:cubicBezTo>
                  <a:cubicBezTo>
                    <a:pt x="189" y="46"/>
                    <a:pt x="189" y="46"/>
                    <a:pt x="189" y="46"/>
                  </a:cubicBezTo>
                  <a:close/>
                  <a:moveTo>
                    <a:pt x="1014" y="461"/>
                  </a:moveTo>
                  <a:cubicBezTo>
                    <a:pt x="1014" y="461"/>
                    <a:pt x="1014" y="461"/>
                    <a:pt x="1015" y="461"/>
                  </a:cubicBezTo>
                  <a:cubicBezTo>
                    <a:pt x="1015" y="460"/>
                    <a:pt x="1015" y="460"/>
                    <a:pt x="1015" y="460"/>
                  </a:cubicBezTo>
                  <a:cubicBezTo>
                    <a:pt x="1032" y="480"/>
                    <a:pt x="1064" y="491"/>
                    <a:pt x="1090" y="484"/>
                  </a:cubicBezTo>
                  <a:cubicBezTo>
                    <a:pt x="1118" y="477"/>
                    <a:pt x="1146" y="440"/>
                    <a:pt x="1155" y="400"/>
                  </a:cubicBezTo>
                  <a:cubicBezTo>
                    <a:pt x="1167" y="350"/>
                    <a:pt x="1156" y="290"/>
                    <a:pt x="1130" y="262"/>
                  </a:cubicBezTo>
                  <a:cubicBezTo>
                    <a:pt x="1130" y="262"/>
                    <a:pt x="1130" y="262"/>
                    <a:pt x="1130" y="262"/>
                  </a:cubicBezTo>
                  <a:cubicBezTo>
                    <a:pt x="1129" y="262"/>
                    <a:pt x="1128" y="262"/>
                    <a:pt x="1128" y="262"/>
                  </a:cubicBezTo>
                  <a:cubicBezTo>
                    <a:pt x="1128" y="262"/>
                    <a:pt x="1129" y="262"/>
                    <a:pt x="1129" y="262"/>
                  </a:cubicBezTo>
                  <a:cubicBezTo>
                    <a:pt x="1014" y="461"/>
                    <a:pt x="1014" y="461"/>
                    <a:pt x="1014" y="461"/>
                  </a:cubicBezTo>
                </a:path>
              </a:pathLst>
            </a:custGeom>
            <a:solidFill>
              <a:srgbClr val="7E8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4" name="Freeform 8">
              <a:extLst>
                <a:ext uri="{FF2B5EF4-FFF2-40B4-BE49-F238E27FC236}">
                  <a16:creationId xmlns:a16="http://schemas.microsoft.com/office/drawing/2014/main" id="{45EA5BF8-13BB-45FF-97C6-2A5F3D567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909"/>
              <a:ext cx="80" cy="112"/>
            </a:xfrm>
            <a:custGeom>
              <a:avLst/>
              <a:gdLst>
                <a:gd name="T0" fmla="*/ 83 w 32"/>
                <a:gd name="T1" fmla="*/ 419 h 42"/>
                <a:gd name="T2" fmla="*/ 0 w 32"/>
                <a:gd name="T3" fmla="*/ 547 h 42"/>
                <a:gd name="T4" fmla="*/ 250 w 32"/>
                <a:gd name="T5" fmla="*/ 776 h 42"/>
                <a:gd name="T6" fmla="*/ 425 w 32"/>
                <a:gd name="T7" fmla="*/ 456 h 42"/>
                <a:gd name="T8" fmla="*/ 270 w 32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2">
                  <a:moveTo>
                    <a:pt x="5" y="22"/>
                  </a:moveTo>
                  <a:cubicBezTo>
                    <a:pt x="3" y="24"/>
                    <a:pt x="1" y="27"/>
                    <a:pt x="0" y="29"/>
                  </a:cubicBezTo>
                  <a:cubicBezTo>
                    <a:pt x="3" y="32"/>
                    <a:pt x="12" y="42"/>
                    <a:pt x="16" y="41"/>
                  </a:cubicBezTo>
                  <a:cubicBezTo>
                    <a:pt x="21" y="40"/>
                    <a:pt x="26" y="28"/>
                    <a:pt x="27" y="24"/>
                  </a:cubicBezTo>
                  <a:cubicBezTo>
                    <a:pt x="32" y="11"/>
                    <a:pt x="18" y="10"/>
                    <a:pt x="17" y="0"/>
                  </a:cubicBezTo>
                </a:path>
              </a:pathLst>
            </a:custGeom>
            <a:solidFill>
              <a:srgbClr val="586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5" name="Freeform 9">
              <a:extLst>
                <a:ext uri="{FF2B5EF4-FFF2-40B4-BE49-F238E27FC236}">
                  <a16:creationId xmlns:a16="http://schemas.microsoft.com/office/drawing/2014/main" id="{076F5584-818E-428C-B2B5-3C7007021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803"/>
              <a:ext cx="2762" cy="1202"/>
            </a:xfrm>
            <a:custGeom>
              <a:avLst/>
              <a:gdLst>
                <a:gd name="T0" fmla="*/ 16757 w 1105"/>
                <a:gd name="T1" fmla="*/ 5208 h 451"/>
                <a:gd name="T2" fmla="*/ 13478 w 1105"/>
                <a:gd name="T3" fmla="*/ 4752 h 451"/>
                <a:gd name="T4" fmla="*/ 11528 w 1105"/>
                <a:gd name="T5" fmla="*/ 4296 h 451"/>
                <a:gd name="T6" fmla="*/ 9166 w 1105"/>
                <a:gd name="T7" fmla="*/ 4070 h 451"/>
                <a:gd name="T8" fmla="*/ 6416 w 1105"/>
                <a:gd name="T9" fmla="*/ 3161 h 451"/>
                <a:gd name="T10" fmla="*/ 5012 w 1105"/>
                <a:gd name="T11" fmla="*/ 2367 h 451"/>
                <a:gd name="T12" fmla="*/ 4542 w 1105"/>
                <a:gd name="T13" fmla="*/ 2329 h 451"/>
                <a:gd name="T14" fmla="*/ 2450 w 1105"/>
                <a:gd name="T15" fmla="*/ 1498 h 451"/>
                <a:gd name="T16" fmla="*/ 2075 w 1105"/>
                <a:gd name="T17" fmla="*/ 909 h 451"/>
                <a:gd name="T18" fmla="*/ 1717 w 1105"/>
                <a:gd name="T19" fmla="*/ 285 h 451"/>
                <a:gd name="T20" fmla="*/ 405 w 1105"/>
                <a:gd name="T21" fmla="*/ 682 h 451"/>
                <a:gd name="T22" fmla="*/ 42 w 1105"/>
                <a:gd name="T23" fmla="*/ 2444 h 451"/>
                <a:gd name="T24" fmla="*/ 780 w 1105"/>
                <a:gd name="T25" fmla="*/ 3809 h 451"/>
                <a:gd name="T26" fmla="*/ 2655 w 1105"/>
                <a:gd name="T27" fmla="*/ 4923 h 451"/>
                <a:gd name="T28" fmla="*/ 2812 w 1105"/>
                <a:gd name="T29" fmla="*/ 5037 h 451"/>
                <a:gd name="T30" fmla="*/ 3092 w 1105"/>
                <a:gd name="T31" fmla="*/ 5059 h 451"/>
                <a:gd name="T32" fmla="*/ 4479 w 1105"/>
                <a:gd name="T33" fmla="*/ 5229 h 451"/>
                <a:gd name="T34" fmla="*/ 6154 w 1105"/>
                <a:gd name="T35" fmla="*/ 6287 h 451"/>
                <a:gd name="T36" fmla="*/ 7729 w 1105"/>
                <a:gd name="T37" fmla="*/ 7039 h 451"/>
                <a:gd name="T38" fmla="*/ 8821 w 1105"/>
                <a:gd name="T39" fmla="*/ 7252 h 451"/>
                <a:gd name="T40" fmla="*/ 12278 w 1105"/>
                <a:gd name="T41" fmla="*/ 7742 h 451"/>
                <a:gd name="T42" fmla="*/ 13383 w 1105"/>
                <a:gd name="T43" fmla="*/ 7777 h 451"/>
                <a:gd name="T44" fmla="*/ 13620 w 1105"/>
                <a:gd name="T45" fmla="*/ 7836 h 451"/>
                <a:gd name="T46" fmla="*/ 13850 w 1105"/>
                <a:gd name="T47" fmla="*/ 7777 h 451"/>
                <a:gd name="T48" fmla="*/ 15495 w 1105"/>
                <a:gd name="T49" fmla="*/ 7836 h 451"/>
                <a:gd name="T50" fmla="*/ 16350 w 1105"/>
                <a:gd name="T51" fmla="*/ 8459 h 451"/>
                <a:gd name="T52" fmla="*/ 17057 w 1105"/>
                <a:gd name="T53" fmla="*/ 7537 h 451"/>
                <a:gd name="T54" fmla="*/ 17244 w 1105"/>
                <a:gd name="T55" fmla="*/ 7060 h 451"/>
                <a:gd name="T56" fmla="*/ 17224 w 1105"/>
                <a:gd name="T57" fmla="*/ 6436 h 451"/>
                <a:gd name="T58" fmla="*/ 16757 w 1105"/>
                <a:gd name="T59" fmla="*/ 5208 h 45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05" h="451">
                  <a:moveTo>
                    <a:pt x="1073" y="275"/>
                  </a:moveTo>
                  <a:cubicBezTo>
                    <a:pt x="1043" y="279"/>
                    <a:pt x="919" y="265"/>
                    <a:pt x="863" y="251"/>
                  </a:cubicBezTo>
                  <a:cubicBezTo>
                    <a:pt x="807" y="237"/>
                    <a:pt x="745" y="233"/>
                    <a:pt x="738" y="227"/>
                  </a:cubicBezTo>
                  <a:cubicBezTo>
                    <a:pt x="732" y="238"/>
                    <a:pt x="637" y="217"/>
                    <a:pt x="587" y="215"/>
                  </a:cubicBezTo>
                  <a:cubicBezTo>
                    <a:pt x="537" y="213"/>
                    <a:pt x="467" y="193"/>
                    <a:pt x="411" y="167"/>
                  </a:cubicBezTo>
                  <a:cubicBezTo>
                    <a:pt x="355" y="141"/>
                    <a:pt x="341" y="143"/>
                    <a:pt x="321" y="125"/>
                  </a:cubicBezTo>
                  <a:cubicBezTo>
                    <a:pt x="321" y="125"/>
                    <a:pt x="311" y="129"/>
                    <a:pt x="291" y="123"/>
                  </a:cubicBezTo>
                  <a:cubicBezTo>
                    <a:pt x="271" y="117"/>
                    <a:pt x="193" y="109"/>
                    <a:pt x="157" y="79"/>
                  </a:cubicBezTo>
                  <a:cubicBezTo>
                    <a:pt x="136" y="63"/>
                    <a:pt x="133" y="48"/>
                    <a:pt x="133" y="48"/>
                  </a:cubicBezTo>
                  <a:cubicBezTo>
                    <a:pt x="132" y="36"/>
                    <a:pt x="115" y="18"/>
                    <a:pt x="110" y="15"/>
                  </a:cubicBezTo>
                  <a:cubicBezTo>
                    <a:pt x="90" y="0"/>
                    <a:pt x="54" y="0"/>
                    <a:pt x="26" y="36"/>
                  </a:cubicBezTo>
                  <a:cubicBezTo>
                    <a:pt x="4" y="64"/>
                    <a:pt x="0" y="99"/>
                    <a:pt x="3" y="129"/>
                  </a:cubicBezTo>
                  <a:cubicBezTo>
                    <a:pt x="10" y="156"/>
                    <a:pt x="29" y="180"/>
                    <a:pt x="50" y="201"/>
                  </a:cubicBezTo>
                  <a:cubicBezTo>
                    <a:pt x="71" y="223"/>
                    <a:pt x="133" y="244"/>
                    <a:pt x="170" y="260"/>
                  </a:cubicBezTo>
                  <a:cubicBezTo>
                    <a:pt x="175" y="262"/>
                    <a:pt x="179" y="265"/>
                    <a:pt x="180" y="266"/>
                  </a:cubicBezTo>
                  <a:cubicBezTo>
                    <a:pt x="182" y="265"/>
                    <a:pt x="193" y="266"/>
                    <a:pt x="198" y="267"/>
                  </a:cubicBezTo>
                  <a:cubicBezTo>
                    <a:pt x="225" y="270"/>
                    <a:pt x="253" y="264"/>
                    <a:pt x="287" y="276"/>
                  </a:cubicBezTo>
                  <a:cubicBezTo>
                    <a:pt x="330" y="292"/>
                    <a:pt x="359" y="319"/>
                    <a:pt x="394" y="332"/>
                  </a:cubicBezTo>
                  <a:cubicBezTo>
                    <a:pt x="468" y="355"/>
                    <a:pt x="495" y="372"/>
                    <a:pt x="495" y="372"/>
                  </a:cubicBezTo>
                  <a:cubicBezTo>
                    <a:pt x="509" y="364"/>
                    <a:pt x="535" y="375"/>
                    <a:pt x="565" y="383"/>
                  </a:cubicBezTo>
                  <a:cubicBezTo>
                    <a:pt x="594" y="391"/>
                    <a:pt x="717" y="401"/>
                    <a:pt x="786" y="409"/>
                  </a:cubicBezTo>
                  <a:cubicBezTo>
                    <a:pt x="807" y="412"/>
                    <a:pt x="830" y="412"/>
                    <a:pt x="857" y="411"/>
                  </a:cubicBezTo>
                  <a:cubicBezTo>
                    <a:pt x="866" y="411"/>
                    <a:pt x="868" y="414"/>
                    <a:pt x="872" y="414"/>
                  </a:cubicBezTo>
                  <a:cubicBezTo>
                    <a:pt x="876" y="413"/>
                    <a:pt x="883" y="411"/>
                    <a:pt x="887" y="411"/>
                  </a:cubicBezTo>
                  <a:cubicBezTo>
                    <a:pt x="939" y="410"/>
                    <a:pt x="988" y="405"/>
                    <a:pt x="992" y="414"/>
                  </a:cubicBezTo>
                  <a:cubicBezTo>
                    <a:pt x="1006" y="429"/>
                    <a:pt x="1029" y="451"/>
                    <a:pt x="1047" y="447"/>
                  </a:cubicBezTo>
                  <a:cubicBezTo>
                    <a:pt x="1064" y="442"/>
                    <a:pt x="1082" y="423"/>
                    <a:pt x="1092" y="398"/>
                  </a:cubicBezTo>
                  <a:cubicBezTo>
                    <a:pt x="1094" y="392"/>
                    <a:pt x="1102" y="381"/>
                    <a:pt x="1104" y="373"/>
                  </a:cubicBezTo>
                  <a:cubicBezTo>
                    <a:pt x="1105" y="365"/>
                    <a:pt x="1104" y="352"/>
                    <a:pt x="1103" y="340"/>
                  </a:cubicBezTo>
                  <a:cubicBezTo>
                    <a:pt x="1102" y="303"/>
                    <a:pt x="1093" y="276"/>
                    <a:pt x="1073" y="275"/>
                  </a:cubicBezTo>
                </a:path>
              </a:pathLst>
            </a:custGeom>
            <a:solidFill>
              <a:srgbClr val="C3B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10">
              <a:extLst>
                <a:ext uri="{FF2B5EF4-FFF2-40B4-BE49-F238E27FC236}">
                  <a16:creationId xmlns:a16="http://schemas.microsoft.com/office/drawing/2014/main" id="{77A31BEE-7F4B-4971-AFF9-F109C6D85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707"/>
              <a:ext cx="557" cy="656"/>
            </a:xfrm>
            <a:custGeom>
              <a:avLst/>
              <a:gdLst>
                <a:gd name="T0" fmla="*/ 854 w 223"/>
                <a:gd name="T1" fmla="*/ 1059 h 246"/>
                <a:gd name="T2" fmla="*/ 574 w 223"/>
                <a:gd name="T3" fmla="*/ 4664 h 246"/>
                <a:gd name="T4" fmla="*/ 792 w 223"/>
                <a:gd name="T5" fmla="*/ 4381 h 246"/>
                <a:gd name="T6" fmla="*/ 1104 w 223"/>
                <a:gd name="T7" fmla="*/ 1288 h 246"/>
                <a:gd name="T8" fmla="*/ 2415 w 223"/>
                <a:gd name="T9" fmla="*/ 435 h 246"/>
                <a:gd name="T10" fmla="*/ 3287 w 223"/>
                <a:gd name="T11" fmla="*/ 1251 h 246"/>
                <a:gd name="T12" fmla="*/ 3474 w 223"/>
                <a:gd name="T13" fmla="*/ 1024 h 246"/>
                <a:gd name="T14" fmla="*/ 2445 w 223"/>
                <a:gd name="T15" fmla="*/ 56 h 246"/>
                <a:gd name="T16" fmla="*/ 854 w 223"/>
                <a:gd name="T17" fmla="*/ 1059 h 2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46">
                  <a:moveTo>
                    <a:pt x="55" y="56"/>
                  </a:moveTo>
                  <a:cubicBezTo>
                    <a:pt x="0" y="133"/>
                    <a:pt x="35" y="241"/>
                    <a:pt x="37" y="246"/>
                  </a:cubicBezTo>
                  <a:cubicBezTo>
                    <a:pt x="51" y="231"/>
                    <a:pt x="51" y="231"/>
                    <a:pt x="51" y="231"/>
                  </a:cubicBezTo>
                  <a:cubicBezTo>
                    <a:pt x="51" y="230"/>
                    <a:pt x="22" y="137"/>
                    <a:pt x="71" y="68"/>
                  </a:cubicBezTo>
                  <a:cubicBezTo>
                    <a:pt x="95" y="34"/>
                    <a:pt x="126" y="20"/>
                    <a:pt x="155" y="23"/>
                  </a:cubicBezTo>
                  <a:cubicBezTo>
                    <a:pt x="182" y="25"/>
                    <a:pt x="204" y="36"/>
                    <a:pt x="211" y="66"/>
                  </a:cubicBezTo>
                  <a:cubicBezTo>
                    <a:pt x="223" y="54"/>
                    <a:pt x="223" y="54"/>
                    <a:pt x="223" y="54"/>
                  </a:cubicBezTo>
                  <a:cubicBezTo>
                    <a:pt x="212" y="22"/>
                    <a:pt x="190" y="8"/>
                    <a:pt x="157" y="3"/>
                  </a:cubicBezTo>
                  <a:cubicBezTo>
                    <a:pt x="135" y="0"/>
                    <a:pt x="94" y="3"/>
                    <a:pt x="55" y="56"/>
                  </a:cubicBezTo>
                  <a:close/>
                </a:path>
              </a:pathLst>
            </a:custGeom>
            <a:solidFill>
              <a:srgbClr val="F55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11">
              <a:extLst>
                <a:ext uri="{FF2B5EF4-FFF2-40B4-BE49-F238E27FC236}">
                  <a16:creationId xmlns:a16="http://schemas.microsoft.com/office/drawing/2014/main" id="{C5E4A1E0-9044-4AD6-AFD1-263543DB8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416"/>
              <a:ext cx="458" cy="707"/>
            </a:xfrm>
            <a:custGeom>
              <a:avLst/>
              <a:gdLst>
                <a:gd name="T0" fmla="*/ 2097 w 183"/>
                <a:gd name="T1" fmla="*/ 0 h 265"/>
                <a:gd name="T2" fmla="*/ 1960 w 183"/>
                <a:gd name="T3" fmla="*/ 307 h 265"/>
                <a:gd name="T4" fmla="*/ 2350 w 183"/>
                <a:gd name="T5" fmla="*/ 2927 h 265"/>
                <a:gd name="T6" fmla="*/ 1334 w 183"/>
                <a:gd name="T7" fmla="*/ 4519 h 265"/>
                <a:gd name="T8" fmla="*/ 158 w 183"/>
                <a:gd name="T9" fmla="*/ 4063 h 265"/>
                <a:gd name="T10" fmla="*/ 0 w 183"/>
                <a:gd name="T11" fmla="*/ 4370 h 265"/>
                <a:gd name="T12" fmla="*/ 1429 w 183"/>
                <a:gd name="T13" fmla="*/ 4882 h 265"/>
                <a:gd name="T14" fmla="*/ 2630 w 183"/>
                <a:gd name="T15" fmla="*/ 2961 h 265"/>
                <a:gd name="T16" fmla="*/ 2097 w 183"/>
                <a:gd name="T17" fmla="*/ 0 h 2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265">
                  <a:moveTo>
                    <a:pt x="134" y="0"/>
                  </a:moveTo>
                  <a:cubicBezTo>
                    <a:pt x="125" y="16"/>
                    <a:pt x="125" y="16"/>
                    <a:pt x="125" y="16"/>
                  </a:cubicBezTo>
                  <a:cubicBezTo>
                    <a:pt x="151" y="44"/>
                    <a:pt x="162" y="104"/>
                    <a:pt x="150" y="154"/>
                  </a:cubicBezTo>
                  <a:cubicBezTo>
                    <a:pt x="141" y="194"/>
                    <a:pt x="113" y="231"/>
                    <a:pt x="85" y="238"/>
                  </a:cubicBezTo>
                  <a:cubicBezTo>
                    <a:pt x="59" y="245"/>
                    <a:pt x="27" y="234"/>
                    <a:pt x="10" y="214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23" y="256"/>
                    <a:pt x="58" y="265"/>
                    <a:pt x="91" y="257"/>
                  </a:cubicBezTo>
                  <a:cubicBezTo>
                    <a:pt x="112" y="252"/>
                    <a:pt x="153" y="220"/>
                    <a:pt x="168" y="156"/>
                  </a:cubicBezTo>
                  <a:cubicBezTo>
                    <a:pt x="183" y="96"/>
                    <a:pt x="158" y="28"/>
                    <a:pt x="134" y="0"/>
                  </a:cubicBezTo>
                  <a:close/>
                </a:path>
              </a:pathLst>
            </a:custGeom>
            <a:solidFill>
              <a:srgbClr val="F55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12">
              <a:extLst>
                <a:ext uri="{FF2B5EF4-FFF2-40B4-BE49-F238E27FC236}">
                  <a16:creationId xmlns:a16="http://schemas.microsoft.com/office/drawing/2014/main" id="{CB1EAB80-3958-4EDD-BCA2-B1A9004A7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323"/>
              <a:ext cx="2500" cy="706"/>
            </a:xfrm>
            <a:custGeom>
              <a:avLst/>
              <a:gdLst>
                <a:gd name="T0" fmla="*/ 3188 w 1000"/>
                <a:gd name="T1" fmla="*/ 1702 h 265"/>
                <a:gd name="T2" fmla="*/ 220 w 1000"/>
                <a:gd name="T3" fmla="*/ 0 h 265"/>
                <a:gd name="T4" fmla="*/ 0 w 1000"/>
                <a:gd name="T5" fmla="*/ 285 h 265"/>
                <a:gd name="T6" fmla="*/ 3145 w 1000"/>
                <a:gd name="T7" fmla="*/ 1987 h 265"/>
                <a:gd name="T8" fmla="*/ 15488 w 1000"/>
                <a:gd name="T9" fmla="*/ 5011 h 265"/>
                <a:gd name="T10" fmla="*/ 15470 w 1000"/>
                <a:gd name="T11" fmla="*/ 5011 h 265"/>
                <a:gd name="T12" fmla="*/ 15625 w 1000"/>
                <a:gd name="T13" fmla="*/ 4726 h 265"/>
                <a:gd name="T14" fmla="*/ 3188 w 1000"/>
                <a:gd name="T15" fmla="*/ 1702 h 2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0" h="265">
                  <a:moveTo>
                    <a:pt x="204" y="90"/>
                  </a:moveTo>
                  <a:cubicBezTo>
                    <a:pt x="135" y="65"/>
                    <a:pt x="68" y="29"/>
                    <a:pt x="14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7" y="46"/>
                    <a:pt x="125" y="77"/>
                    <a:pt x="201" y="105"/>
                  </a:cubicBezTo>
                  <a:cubicBezTo>
                    <a:pt x="437" y="191"/>
                    <a:pt x="716" y="258"/>
                    <a:pt x="991" y="265"/>
                  </a:cubicBezTo>
                  <a:cubicBezTo>
                    <a:pt x="991" y="265"/>
                    <a:pt x="991" y="265"/>
                    <a:pt x="990" y="265"/>
                  </a:cubicBezTo>
                  <a:cubicBezTo>
                    <a:pt x="1000" y="250"/>
                    <a:pt x="1000" y="250"/>
                    <a:pt x="1000" y="250"/>
                  </a:cubicBezTo>
                  <a:cubicBezTo>
                    <a:pt x="722" y="245"/>
                    <a:pt x="443" y="178"/>
                    <a:pt x="204" y="90"/>
                  </a:cubicBezTo>
                  <a:close/>
                </a:path>
              </a:pathLst>
            </a:custGeom>
            <a:solidFill>
              <a:srgbClr val="F9B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13">
              <a:extLst>
                <a:ext uri="{FF2B5EF4-FFF2-40B4-BE49-F238E27FC236}">
                  <a16:creationId xmlns:a16="http://schemas.microsoft.com/office/drawing/2014/main" id="{0FA08891-27EA-4B26-B8D4-47244527F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851"/>
              <a:ext cx="2375" cy="608"/>
            </a:xfrm>
            <a:custGeom>
              <a:avLst/>
              <a:gdLst>
                <a:gd name="T0" fmla="*/ 2458 w 950"/>
                <a:gd name="T1" fmla="*/ 1288 h 228"/>
                <a:gd name="T2" fmla="*/ 188 w 950"/>
                <a:gd name="T3" fmla="*/ 0 h 228"/>
                <a:gd name="T4" fmla="*/ 0 w 950"/>
                <a:gd name="T5" fmla="*/ 227 h 228"/>
                <a:gd name="T6" fmla="*/ 2408 w 950"/>
                <a:gd name="T7" fmla="*/ 1557 h 228"/>
                <a:gd name="T8" fmla="*/ 14708 w 950"/>
                <a:gd name="T9" fmla="*/ 4323 h 228"/>
                <a:gd name="T10" fmla="*/ 14708 w 950"/>
                <a:gd name="T11" fmla="*/ 4323 h 228"/>
                <a:gd name="T12" fmla="*/ 14845 w 950"/>
                <a:gd name="T13" fmla="*/ 4019 h 228"/>
                <a:gd name="T14" fmla="*/ 2458 w 950"/>
                <a:gd name="T15" fmla="*/ 1288 h 2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0" h="228">
                  <a:moveTo>
                    <a:pt x="157" y="68"/>
                  </a:moveTo>
                  <a:cubicBezTo>
                    <a:pt x="108" y="50"/>
                    <a:pt x="54" y="20"/>
                    <a:pt x="1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46" y="35"/>
                    <a:pt x="99" y="62"/>
                    <a:pt x="154" y="82"/>
                  </a:cubicBezTo>
                  <a:cubicBezTo>
                    <a:pt x="389" y="169"/>
                    <a:pt x="668" y="221"/>
                    <a:pt x="941" y="228"/>
                  </a:cubicBezTo>
                  <a:cubicBezTo>
                    <a:pt x="941" y="228"/>
                    <a:pt x="941" y="228"/>
                    <a:pt x="941" y="228"/>
                  </a:cubicBezTo>
                  <a:cubicBezTo>
                    <a:pt x="950" y="212"/>
                    <a:pt x="950" y="212"/>
                    <a:pt x="950" y="212"/>
                  </a:cubicBezTo>
                  <a:cubicBezTo>
                    <a:pt x="674" y="206"/>
                    <a:pt x="394" y="156"/>
                    <a:pt x="157" y="68"/>
                  </a:cubicBezTo>
                  <a:close/>
                </a:path>
              </a:pathLst>
            </a:custGeom>
            <a:solidFill>
              <a:srgbClr val="F89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14">
              <a:extLst>
                <a:ext uri="{FF2B5EF4-FFF2-40B4-BE49-F238E27FC236}">
                  <a16:creationId xmlns:a16="http://schemas.microsoft.com/office/drawing/2014/main" id="{77B6E938-3683-4C4C-B73D-83F1C6322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213"/>
              <a:ext cx="3053" cy="1931"/>
            </a:xfrm>
            <a:custGeom>
              <a:avLst/>
              <a:gdLst>
                <a:gd name="T0" fmla="*/ 18068 w 1221"/>
                <a:gd name="T1" fmla="*/ 12920 h 724"/>
                <a:gd name="T2" fmla="*/ 18088 w 1221"/>
                <a:gd name="T3" fmla="*/ 12920 h 724"/>
                <a:gd name="T4" fmla="*/ 5738 w 1221"/>
                <a:gd name="T5" fmla="*/ 9887 h 724"/>
                <a:gd name="T6" fmla="*/ 2595 w 1221"/>
                <a:gd name="T7" fmla="*/ 8180 h 724"/>
                <a:gd name="T8" fmla="*/ 2595 w 1221"/>
                <a:gd name="T9" fmla="*/ 8180 h 724"/>
                <a:gd name="T10" fmla="*/ 2875 w 1221"/>
                <a:gd name="T11" fmla="*/ 4574 h 724"/>
                <a:gd name="T12" fmla="*/ 4471 w 1221"/>
                <a:gd name="T13" fmla="*/ 3563 h 724"/>
                <a:gd name="T14" fmla="*/ 4971 w 1221"/>
                <a:gd name="T15" fmla="*/ 3734 h 724"/>
                <a:gd name="T16" fmla="*/ 0 w 1221"/>
                <a:gd name="T17" fmla="*/ 0 h 724"/>
                <a:gd name="T18" fmla="*/ 0 w 1221"/>
                <a:gd name="T19" fmla="*/ 6964 h 724"/>
                <a:gd name="T20" fmla="*/ 2550 w 1221"/>
                <a:gd name="T21" fmla="*/ 9050 h 724"/>
                <a:gd name="T22" fmla="*/ 19088 w 1221"/>
                <a:gd name="T23" fmla="*/ 13488 h 724"/>
                <a:gd name="T24" fmla="*/ 18068 w 1221"/>
                <a:gd name="T25" fmla="*/ 12920 h 7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21" h="724">
                  <a:moveTo>
                    <a:pt x="1156" y="681"/>
                  </a:moveTo>
                  <a:cubicBezTo>
                    <a:pt x="1157" y="681"/>
                    <a:pt x="1157" y="681"/>
                    <a:pt x="1157" y="681"/>
                  </a:cubicBezTo>
                  <a:cubicBezTo>
                    <a:pt x="882" y="674"/>
                    <a:pt x="603" y="607"/>
                    <a:pt x="367" y="521"/>
                  </a:cubicBezTo>
                  <a:cubicBezTo>
                    <a:pt x="291" y="493"/>
                    <a:pt x="223" y="462"/>
                    <a:pt x="166" y="431"/>
                  </a:cubicBezTo>
                  <a:cubicBezTo>
                    <a:pt x="166" y="431"/>
                    <a:pt x="166" y="431"/>
                    <a:pt x="166" y="431"/>
                  </a:cubicBezTo>
                  <a:cubicBezTo>
                    <a:pt x="164" y="426"/>
                    <a:pt x="129" y="318"/>
                    <a:pt x="184" y="241"/>
                  </a:cubicBezTo>
                  <a:cubicBezTo>
                    <a:pt x="223" y="188"/>
                    <a:pt x="264" y="185"/>
                    <a:pt x="286" y="188"/>
                  </a:cubicBezTo>
                  <a:cubicBezTo>
                    <a:pt x="296" y="190"/>
                    <a:pt x="308" y="192"/>
                    <a:pt x="318" y="197"/>
                  </a:cubicBezTo>
                  <a:cubicBezTo>
                    <a:pt x="202" y="131"/>
                    <a:pt x="62" y="66"/>
                    <a:pt x="0" y="0"/>
                  </a:cubicBezTo>
                  <a:cubicBezTo>
                    <a:pt x="0" y="367"/>
                    <a:pt x="0" y="367"/>
                    <a:pt x="0" y="367"/>
                  </a:cubicBezTo>
                  <a:cubicBezTo>
                    <a:pt x="51" y="408"/>
                    <a:pt x="111" y="448"/>
                    <a:pt x="163" y="477"/>
                  </a:cubicBezTo>
                  <a:cubicBezTo>
                    <a:pt x="392" y="607"/>
                    <a:pt x="788" y="724"/>
                    <a:pt x="1221" y="711"/>
                  </a:cubicBezTo>
                  <a:cubicBezTo>
                    <a:pt x="1196" y="710"/>
                    <a:pt x="1173" y="700"/>
                    <a:pt x="1156" y="681"/>
                  </a:cubicBezTo>
                  <a:close/>
                </a:path>
              </a:pathLst>
            </a:custGeom>
            <a:solidFill>
              <a:srgbClr val="F78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15">
              <a:extLst>
                <a:ext uri="{FF2B5EF4-FFF2-40B4-BE49-F238E27FC236}">
                  <a16:creationId xmlns:a16="http://schemas.microsoft.com/office/drawing/2014/main" id="{12F8614D-D077-488A-91DB-55850AC29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184"/>
              <a:ext cx="3053" cy="960"/>
            </a:xfrm>
            <a:custGeom>
              <a:avLst/>
              <a:gdLst>
                <a:gd name="T0" fmla="*/ 0 w 1221"/>
                <a:gd name="T1" fmla="*/ 56 h 360"/>
                <a:gd name="T2" fmla="*/ 2550 w 1221"/>
                <a:gd name="T3" fmla="*/ 2141 h 360"/>
                <a:gd name="T4" fmla="*/ 19088 w 1221"/>
                <a:gd name="T5" fmla="*/ 6579 h 360"/>
                <a:gd name="T6" fmla="*/ 18068 w 1221"/>
                <a:gd name="T7" fmla="*/ 6008 h 360"/>
                <a:gd name="T8" fmla="*/ 18088 w 1221"/>
                <a:gd name="T9" fmla="*/ 6008 h 360"/>
                <a:gd name="T10" fmla="*/ 5738 w 1221"/>
                <a:gd name="T11" fmla="*/ 2979 h 360"/>
                <a:gd name="T12" fmla="*/ 2595 w 1221"/>
                <a:gd name="T13" fmla="*/ 1272 h 360"/>
                <a:gd name="T14" fmla="*/ 2595 w 1221"/>
                <a:gd name="T15" fmla="*/ 1272 h 360"/>
                <a:gd name="T16" fmla="*/ 2395 w 1221"/>
                <a:gd name="T17" fmla="*/ 0 h 360"/>
                <a:gd name="T18" fmla="*/ 1375 w 1221"/>
                <a:gd name="T19" fmla="*/ 568 h 360"/>
                <a:gd name="T20" fmla="*/ 0 w 1221"/>
                <a:gd name="T21" fmla="*/ 56 h 3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21" h="360">
                  <a:moveTo>
                    <a:pt x="0" y="3"/>
                  </a:moveTo>
                  <a:cubicBezTo>
                    <a:pt x="51" y="44"/>
                    <a:pt x="111" y="84"/>
                    <a:pt x="163" y="113"/>
                  </a:cubicBezTo>
                  <a:cubicBezTo>
                    <a:pt x="392" y="243"/>
                    <a:pt x="788" y="360"/>
                    <a:pt x="1221" y="347"/>
                  </a:cubicBezTo>
                  <a:cubicBezTo>
                    <a:pt x="1196" y="346"/>
                    <a:pt x="1173" y="336"/>
                    <a:pt x="1156" y="317"/>
                  </a:cubicBezTo>
                  <a:cubicBezTo>
                    <a:pt x="1157" y="317"/>
                    <a:pt x="1157" y="317"/>
                    <a:pt x="1157" y="317"/>
                  </a:cubicBezTo>
                  <a:cubicBezTo>
                    <a:pt x="882" y="310"/>
                    <a:pt x="603" y="243"/>
                    <a:pt x="367" y="157"/>
                  </a:cubicBezTo>
                  <a:cubicBezTo>
                    <a:pt x="291" y="129"/>
                    <a:pt x="223" y="98"/>
                    <a:pt x="166" y="67"/>
                  </a:cubicBezTo>
                  <a:cubicBezTo>
                    <a:pt x="166" y="67"/>
                    <a:pt x="166" y="67"/>
                    <a:pt x="166" y="67"/>
                  </a:cubicBezTo>
                  <a:cubicBezTo>
                    <a:pt x="165" y="64"/>
                    <a:pt x="156" y="37"/>
                    <a:pt x="153" y="0"/>
                  </a:cubicBezTo>
                  <a:cubicBezTo>
                    <a:pt x="151" y="20"/>
                    <a:pt x="126" y="24"/>
                    <a:pt x="88" y="30"/>
                  </a:cubicBezTo>
                  <a:cubicBezTo>
                    <a:pt x="50" y="36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67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16">
              <a:extLst>
                <a:ext uri="{FF2B5EF4-FFF2-40B4-BE49-F238E27FC236}">
                  <a16:creationId xmlns:a16="http://schemas.microsoft.com/office/drawing/2014/main" id="{8EE0AADF-1017-4A28-BD23-F837A77A9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93"/>
              <a:ext cx="625" cy="584"/>
            </a:xfrm>
            <a:custGeom>
              <a:avLst/>
              <a:gdLst>
                <a:gd name="T0" fmla="*/ 0 w 250"/>
                <a:gd name="T1" fmla="*/ 0 h 219"/>
                <a:gd name="T2" fmla="*/ 2458 w 250"/>
                <a:gd name="T3" fmla="*/ 1877 h 219"/>
                <a:gd name="T4" fmla="*/ 3908 w 250"/>
                <a:gd name="T5" fmla="*/ 2808 h 219"/>
                <a:gd name="T6" fmla="*/ 2438 w 250"/>
                <a:gd name="T7" fmla="*/ 4152 h 219"/>
                <a:gd name="T8" fmla="*/ 2363 w 250"/>
                <a:gd name="T9" fmla="*/ 2389 h 219"/>
                <a:gd name="T10" fmla="*/ 0 w 250"/>
                <a:gd name="T11" fmla="*/ 0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0" h="219">
                  <a:moveTo>
                    <a:pt x="0" y="0"/>
                  </a:moveTo>
                  <a:cubicBezTo>
                    <a:pt x="35" y="31"/>
                    <a:pt x="93" y="68"/>
                    <a:pt x="157" y="99"/>
                  </a:cubicBezTo>
                  <a:cubicBezTo>
                    <a:pt x="221" y="130"/>
                    <a:pt x="250" y="148"/>
                    <a:pt x="250" y="148"/>
                  </a:cubicBezTo>
                  <a:cubicBezTo>
                    <a:pt x="217" y="151"/>
                    <a:pt x="180" y="172"/>
                    <a:pt x="156" y="219"/>
                  </a:cubicBezTo>
                  <a:cubicBezTo>
                    <a:pt x="164" y="187"/>
                    <a:pt x="164" y="148"/>
                    <a:pt x="151" y="126"/>
                  </a:cubicBezTo>
                  <a:cubicBezTo>
                    <a:pt x="137" y="103"/>
                    <a:pt x="29" y="58"/>
                    <a:pt x="0" y="0"/>
                  </a:cubicBezTo>
                  <a:close/>
                </a:path>
              </a:pathLst>
            </a:custGeom>
            <a:solidFill>
              <a:srgbClr val="F9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17">
              <a:extLst>
                <a:ext uri="{FF2B5EF4-FFF2-40B4-BE49-F238E27FC236}">
                  <a16:creationId xmlns:a16="http://schemas.microsoft.com/office/drawing/2014/main" id="{A8586FDA-D613-414E-822C-2B3F4F663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955"/>
              <a:ext cx="225" cy="128"/>
            </a:xfrm>
            <a:custGeom>
              <a:avLst/>
              <a:gdLst>
                <a:gd name="T0" fmla="*/ 175 w 90"/>
                <a:gd name="T1" fmla="*/ 205 h 48"/>
                <a:gd name="T2" fmla="*/ 1208 w 90"/>
                <a:gd name="T3" fmla="*/ 704 h 48"/>
                <a:gd name="T4" fmla="*/ 175 w 90"/>
                <a:gd name="T5" fmla="*/ 205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48">
                  <a:moveTo>
                    <a:pt x="11" y="11"/>
                  </a:moveTo>
                  <a:cubicBezTo>
                    <a:pt x="0" y="22"/>
                    <a:pt x="64" y="48"/>
                    <a:pt x="77" y="37"/>
                  </a:cubicBezTo>
                  <a:cubicBezTo>
                    <a:pt x="90" y="26"/>
                    <a:pt x="22" y="0"/>
                    <a:pt x="11" y="11"/>
                  </a:cubicBezTo>
                  <a:close/>
                </a:path>
              </a:pathLst>
            </a:custGeom>
            <a:solidFill>
              <a:srgbClr val="A567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18">
              <a:extLst>
                <a:ext uri="{FF2B5EF4-FFF2-40B4-BE49-F238E27FC236}">
                  <a16:creationId xmlns:a16="http://schemas.microsoft.com/office/drawing/2014/main" id="{C3260EDC-E605-4762-B6C6-16A0A9CF7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445"/>
              <a:ext cx="172" cy="78"/>
            </a:xfrm>
            <a:custGeom>
              <a:avLst/>
              <a:gdLst>
                <a:gd name="T0" fmla="*/ 92 w 69"/>
                <a:gd name="T1" fmla="*/ 218 h 29"/>
                <a:gd name="T2" fmla="*/ 945 w 69"/>
                <a:gd name="T3" fmla="*/ 347 h 29"/>
                <a:gd name="T4" fmla="*/ 92 w 69"/>
                <a:gd name="T5" fmla="*/ 21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9">
                  <a:moveTo>
                    <a:pt x="6" y="11"/>
                  </a:moveTo>
                  <a:cubicBezTo>
                    <a:pt x="0" y="21"/>
                    <a:pt x="53" y="29"/>
                    <a:pt x="61" y="18"/>
                  </a:cubicBezTo>
                  <a:cubicBezTo>
                    <a:pt x="69" y="7"/>
                    <a:pt x="12" y="0"/>
                    <a:pt x="6" y="11"/>
                  </a:cubicBezTo>
                  <a:close/>
                </a:path>
              </a:pathLst>
            </a:custGeom>
            <a:solidFill>
              <a:srgbClr val="A567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19">
              <a:extLst>
                <a:ext uri="{FF2B5EF4-FFF2-40B4-BE49-F238E27FC236}">
                  <a16:creationId xmlns:a16="http://schemas.microsoft.com/office/drawing/2014/main" id="{5C42B094-3868-42C3-B783-07638CE74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536"/>
              <a:ext cx="225" cy="128"/>
            </a:xfrm>
            <a:custGeom>
              <a:avLst/>
              <a:gdLst>
                <a:gd name="T0" fmla="*/ 175 w 90"/>
                <a:gd name="T1" fmla="*/ 205 h 48"/>
                <a:gd name="T2" fmla="*/ 1208 w 90"/>
                <a:gd name="T3" fmla="*/ 704 h 48"/>
                <a:gd name="T4" fmla="*/ 175 w 90"/>
                <a:gd name="T5" fmla="*/ 205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48">
                  <a:moveTo>
                    <a:pt x="11" y="11"/>
                  </a:moveTo>
                  <a:cubicBezTo>
                    <a:pt x="0" y="22"/>
                    <a:pt x="64" y="48"/>
                    <a:pt x="77" y="37"/>
                  </a:cubicBezTo>
                  <a:cubicBezTo>
                    <a:pt x="90" y="26"/>
                    <a:pt x="22" y="0"/>
                    <a:pt x="11" y="11"/>
                  </a:cubicBezTo>
                  <a:close/>
                </a:path>
              </a:pathLst>
            </a:custGeom>
            <a:solidFill>
              <a:srgbClr val="B57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20">
              <a:extLst>
                <a:ext uri="{FF2B5EF4-FFF2-40B4-BE49-F238E27FC236}">
                  <a16:creationId xmlns:a16="http://schemas.microsoft.com/office/drawing/2014/main" id="{D634B9F8-326A-4AEF-A850-24A0C833F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989"/>
              <a:ext cx="178" cy="107"/>
            </a:xfrm>
            <a:custGeom>
              <a:avLst/>
              <a:gdLst>
                <a:gd name="T0" fmla="*/ 1101 w 71"/>
                <a:gd name="T1" fmla="*/ 457 h 40"/>
                <a:gd name="T2" fmla="*/ 50 w 71"/>
                <a:gd name="T3" fmla="*/ 0 h 40"/>
                <a:gd name="T4" fmla="*/ 33 w 71"/>
                <a:gd name="T5" fmla="*/ 0 h 40"/>
                <a:gd name="T6" fmla="*/ 0 w 71"/>
                <a:gd name="T7" fmla="*/ 308 h 40"/>
                <a:gd name="T8" fmla="*/ 1005 w 71"/>
                <a:gd name="T9" fmla="*/ 765 h 40"/>
                <a:gd name="T10" fmla="*/ 1118 w 71"/>
                <a:gd name="T11" fmla="*/ 423 h 40"/>
                <a:gd name="T12" fmla="*/ 1101 w 71"/>
                <a:gd name="T13" fmla="*/ 45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40">
                  <a:moveTo>
                    <a:pt x="70" y="24"/>
                  </a:moveTo>
                  <a:cubicBezTo>
                    <a:pt x="58" y="34"/>
                    <a:pt x="2" y="12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4"/>
                    <a:pt x="0" y="10"/>
                    <a:pt x="0" y="16"/>
                  </a:cubicBezTo>
                  <a:cubicBezTo>
                    <a:pt x="18" y="27"/>
                    <a:pt x="42" y="35"/>
                    <a:pt x="64" y="40"/>
                  </a:cubicBezTo>
                  <a:cubicBezTo>
                    <a:pt x="68" y="35"/>
                    <a:pt x="70" y="28"/>
                    <a:pt x="71" y="22"/>
                  </a:cubicBezTo>
                  <a:cubicBezTo>
                    <a:pt x="71" y="22"/>
                    <a:pt x="70" y="23"/>
                    <a:pt x="70" y="24"/>
                  </a:cubicBezTo>
                  <a:close/>
                </a:path>
              </a:pathLst>
            </a:custGeom>
            <a:solidFill>
              <a:srgbClr val="E2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21">
              <a:extLst>
                <a:ext uri="{FF2B5EF4-FFF2-40B4-BE49-F238E27FC236}">
                  <a16:creationId xmlns:a16="http://schemas.microsoft.com/office/drawing/2014/main" id="{CE6F50F4-9085-400B-BC60-8B504AB2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901"/>
              <a:ext cx="150" cy="83"/>
            </a:xfrm>
            <a:custGeom>
              <a:avLst/>
              <a:gdLst>
                <a:gd name="T0" fmla="*/ 595 w 60"/>
                <a:gd name="T1" fmla="*/ 444 h 31"/>
                <a:gd name="T2" fmla="*/ 125 w 60"/>
                <a:gd name="T3" fmla="*/ 209 h 31"/>
                <a:gd name="T4" fmla="*/ 738 w 60"/>
                <a:gd name="T5" fmla="*/ 171 h 31"/>
                <a:gd name="T6" fmla="*/ 875 w 60"/>
                <a:gd name="T7" fmla="*/ 517 h 31"/>
                <a:gd name="T8" fmla="*/ 595 w 60"/>
                <a:gd name="T9" fmla="*/ 44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1">
                  <a:moveTo>
                    <a:pt x="38" y="23"/>
                  </a:moveTo>
                  <a:cubicBezTo>
                    <a:pt x="38" y="23"/>
                    <a:pt x="0" y="22"/>
                    <a:pt x="8" y="11"/>
                  </a:cubicBezTo>
                  <a:cubicBezTo>
                    <a:pt x="16" y="0"/>
                    <a:pt x="47" y="9"/>
                    <a:pt x="47" y="9"/>
                  </a:cubicBezTo>
                  <a:cubicBezTo>
                    <a:pt x="49" y="11"/>
                    <a:pt x="60" y="22"/>
                    <a:pt x="56" y="27"/>
                  </a:cubicBezTo>
                  <a:cubicBezTo>
                    <a:pt x="52" y="31"/>
                    <a:pt x="45" y="28"/>
                    <a:pt x="38" y="23"/>
                  </a:cubicBezTo>
                  <a:close/>
                </a:path>
              </a:pathLst>
            </a:custGeom>
            <a:solidFill>
              <a:srgbClr val="B57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22">
              <a:extLst>
                <a:ext uri="{FF2B5EF4-FFF2-40B4-BE49-F238E27FC236}">
                  <a16:creationId xmlns:a16="http://schemas.microsoft.com/office/drawing/2014/main" id="{6BE057DA-7C97-45D0-9FD7-3FE8FDDB7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923"/>
              <a:ext cx="55" cy="61"/>
            </a:xfrm>
            <a:custGeom>
              <a:avLst/>
              <a:gdLst>
                <a:gd name="T0" fmla="*/ 0 w 22"/>
                <a:gd name="T1" fmla="*/ 281 h 23"/>
                <a:gd name="T2" fmla="*/ 283 w 22"/>
                <a:gd name="T3" fmla="*/ 353 h 23"/>
                <a:gd name="T4" fmla="*/ 145 w 22"/>
                <a:gd name="T5" fmla="*/ 21 h 23"/>
                <a:gd name="T6" fmla="*/ 125 w 22"/>
                <a:gd name="T7" fmla="*/ 0 h 23"/>
                <a:gd name="T8" fmla="*/ 0 w 22"/>
                <a:gd name="T9" fmla="*/ 281 h 23"/>
                <a:gd name="T10" fmla="*/ 0 w 22"/>
                <a:gd name="T11" fmla="*/ 28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0" y="15"/>
                  </a:moveTo>
                  <a:cubicBezTo>
                    <a:pt x="7" y="20"/>
                    <a:pt x="14" y="23"/>
                    <a:pt x="18" y="19"/>
                  </a:cubicBezTo>
                  <a:cubicBezTo>
                    <a:pt x="22" y="14"/>
                    <a:pt x="11" y="3"/>
                    <a:pt x="9" y="1"/>
                  </a:cubicBezTo>
                  <a:cubicBezTo>
                    <a:pt x="9" y="1"/>
                    <a:pt x="9" y="1"/>
                    <a:pt x="8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7D31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23">
              <a:extLst>
                <a:ext uri="{FF2B5EF4-FFF2-40B4-BE49-F238E27FC236}">
                  <a16:creationId xmlns:a16="http://schemas.microsoft.com/office/drawing/2014/main" id="{831C1A22-A78C-45F5-819F-ED277029A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480"/>
              <a:ext cx="145" cy="51"/>
            </a:xfrm>
            <a:custGeom>
              <a:avLst/>
              <a:gdLst>
                <a:gd name="T0" fmla="*/ 50 w 58"/>
                <a:gd name="T1" fmla="*/ 274 h 19"/>
                <a:gd name="T2" fmla="*/ 813 w 58"/>
                <a:gd name="T3" fmla="*/ 368 h 19"/>
                <a:gd name="T4" fmla="*/ 895 w 58"/>
                <a:gd name="T5" fmla="*/ 56 h 19"/>
                <a:gd name="T6" fmla="*/ 895 w 58"/>
                <a:gd name="T7" fmla="*/ 35 h 19"/>
                <a:gd name="T8" fmla="*/ 875 w 58"/>
                <a:gd name="T9" fmla="*/ 94 h 19"/>
                <a:gd name="T10" fmla="*/ 0 w 58"/>
                <a:gd name="T11" fmla="*/ 0 h 19"/>
                <a:gd name="T12" fmla="*/ 0 w 58"/>
                <a:gd name="T13" fmla="*/ 0 h 19"/>
                <a:gd name="T14" fmla="*/ 50 w 58"/>
                <a:gd name="T15" fmla="*/ 287 h 19"/>
                <a:gd name="T16" fmla="*/ 50 w 58"/>
                <a:gd name="T17" fmla="*/ 27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9">
                  <a:moveTo>
                    <a:pt x="3" y="14"/>
                  </a:moveTo>
                  <a:cubicBezTo>
                    <a:pt x="21" y="17"/>
                    <a:pt x="38" y="18"/>
                    <a:pt x="52" y="19"/>
                  </a:cubicBezTo>
                  <a:cubicBezTo>
                    <a:pt x="54" y="17"/>
                    <a:pt x="58" y="10"/>
                    <a:pt x="57" y="3"/>
                  </a:cubicBezTo>
                  <a:cubicBezTo>
                    <a:pt x="57" y="3"/>
                    <a:pt x="57" y="2"/>
                    <a:pt x="57" y="2"/>
                  </a:cubicBezTo>
                  <a:cubicBezTo>
                    <a:pt x="57" y="3"/>
                    <a:pt x="57" y="4"/>
                    <a:pt x="56" y="5"/>
                  </a:cubicBezTo>
                  <a:cubicBezTo>
                    <a:pt x="49" y="15"/>
                    <a:pt x="1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11"/>
                    <a:pt x="3" y="15"/>
                  </a:cubicBezTo>
                  <a:lnTo>
                    <a:pt x="3" y="14"/>
                  </a:lnTo>
                  <a:close/>
                </a:path>
              </a:pathLst>
            </a:custGeom>
            <a:solidFill>
              <a:srgbClr val="E2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24">
              <a:extLst>
                <a:ext uri="{FF2B5EF4-FFF2-40B4-BE49-F238E27FC236}">
                  <a16:creationId xmlns:a16="http://schemas.microsoft.com/office/drawing/2014/main" id="{E13104FF-813A-4970-A1E9-A86B44FD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360"/>
              <a:ext cx="270" cy="208"/>
            </a:xfrm>
            <a:custGeom>
              <a:avLst/>
              <a:gdLst>
                <a:gd name="T0" fmla="*/ 158 w 108"/>
                <a:gd name="T1" fmla="*/ 533 h 78"/>
                <a:gd name="T2" fmla="*/ 1533 w 108"/>
                <a:gd name="T3" fmla="*/ 989 h 78"/>
                <a:gd name="T4" fmla="*/ 158 w 108"/>
                <a:gd name="T5" fmla="*/ 533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78">
                  <a:moveTo>
                    <a:pt x="10" y="28"/>
                  </a:moveTo>
                  <a:cubicBezTo>
                    <a:pt x="0" y="57"/>
                    <a:pt x="89" y="78"/>
                    <a:pt x="98" y="52"/>
                  </a:cubicBezTo>
                  <a:cubicBezTo>
                    <a:pt x="108" y="26"/>
                    <a:pt x="21" y="0"/>
                    <a:pt x="10" y="28"/>
                  </a:cubicBezTo>
                  <a:close/>
                </a:path>
              </a:pathLst>
            </a:custGeom>
            <a:solidFill>
              <a:srgbClr val="C79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25">
              <a:extLst>
                <a:ext uri="{FF2B5EF4-FFF2-40B4-BE49-F238E27FC236}">
                  <a16:creationId xmlns:a16="http://schemas.microsoft.com/office/drawing/2014/main" id="{902EE5B1-D72D-4BD4-A481-8E2ECEFCF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443"/>
              <a:ext cx="190" cy="101"/>
            </a:xfrm>
            <a:custGeom>
              <a:avLst/>
              <a:gdLst>
                <a:gd name="T0" fmla="*/ 970 w 76"/>
                <a:gd name="T1" fmla="*/ 0 h 38"/>
                <a:gd name="T2" fmla="*/ 1033 w 76"/>
                <a:gd name="T3" fmla="*/ 247 h 38"/>
                <a:gd name="T4" fmla="*/ 0 w 76"/>
                <a:gd name="T5" fmla="*/ 226 h 38"/>
                <a:gd name="T6" fmla="*/ 1158 w 76"/>
                <a:gd name="T7" fmla="*/ 375 h 38"/>
                <a:gd name="T8" fmla="*/ 970 w 76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8">
                  <a:moveTo>
                    <a:pt x="62" y="0"/>
                  </a:moveTo>
                  <a:cubicBezTo>
                    <a:pt x="66" y="4"/>
                    <a:pt x="68" y="9"/>
                    <a:pt x="66" y="13"/>
                  </a:cubicBezTo>
                  <a:cubicBezTo>
                    <a:pt x="60" y="29"/>
                    <a:pt x="20" y="25"/>
                    <a:pt x="0" y="12"/>
                  </a:cubicBezTo>
                  <a:cubicBezTo>
                    <a:pt x="15" y="30"/>
                    <a:pt x="67" y="38"/>
                    <a:pt x="74" y="20"/>
                  </a:cubicBezTo>
                  <a:cubicBezTo>
                    <a:pt x="76" y="13"/>
                    <a:pt x="71" y="6"/>
                    <a:pt x="62" y="0"/>
                  </a:cubicBezTo>
                  <a:close/>
                </a:path>
              </a:pathLst>
            </a:custGeom>
            <a:solidFill>
              <a:srgbClr val="B17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26">
              <a:extLst>
                <a:ext uri="{FF2B5EF4-FFF2-40B4-BE49-F238E27FC236}">
                  <a16:creationId xmlns:a16="http://schemas.microsoft.com/office/drawing/2014/main" id="{B77EEEA5-93AC-4633-A4B9-0629C1C24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731"/>
              <a:ext cx="197" cy="130"/>
            </a:xfrm>
            <a:custGeom>
              <a:avLst/>
              <a:gdLst>
                <a:gd name="T0" fmla="*/ 92 w 79"/>
                <a:gd name="T1" fmla="*/ 374 h 49"/>
                <a:gd name="T2" fmla="*/ 1150 w 79"/>
                <a:gd name="T3" fmla="*/ 600 h 49"/>
                <a:gd name="T4" fmla="*/ 92 w 79"/>
                <a:gd name="T5" fmla="*/ 37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49">
                  <a:moveTo>
                    <a:pt x="6" y="20"/>
                  </a:moveTo>
                  <a:cubicBezTo>
                    <a:pt x="0" y="38"/>
                    <a:pt x="69" y="49"/>
                    <a:pt x="74" y="32"/>
                  </a:cubicBezTo>
                  <a:cubicBezTo>
                    <a:pt x="79" y="15"/>
                    <a:pt x="18" y="0"/>
                    <a:pt x="6" y="20"/>
                  </a:cubicBezTo>
                  <a:close/>
                </a:path>
              </a:pathLst>
            </a:custGeom>
            <a:solidFill>
              <a:srgbClr val="C79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27">
              <a:extLst>
                <a:ext uri="{FF2B5EF4-FFF2-40B4-BE49-F238E27FC236}">
                  <a16:creationId xmlns:a16="http://schemas.microsoft.com/office/drawing/2014/main" id="{F30453EA-F626-4673-AE4C-9E9611853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773"/>
              <a:ext cx="127" cy="70"/>
            </a:xfrm>
            <a:custGeom>
              <a:avLst/>
              <a:gdLst>
                <a:gd name="T0" fmla="*/ 478 w 51"/>
                <a:gd name="T1" fmla="*/ 0 h 26"/>
                <a:gd name="T2" fmla="*/ 620 w 51"/>
                <a:gd name="T3" fmla="*/ 232 h 26"/>
                <a:gd name="T4" fmla="*/ 0 w 51"/>
                <a:gd name="T5" fmla="*/ 312 h 26"/>
                <a:gd name="T6" fmla="*/ 757 w 51"/>
                <a:gd name="T7" fmla="*/ 291 h 26"/>
                <a:gd name="T8" fmla="*/ 478 w 51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6">
                  <a:moveTo>
                    <a:pt x="31" y="0"/>
                  </a:moveTo>
                  <a:cubicBezTo>
                    <a:pt x="37" y="3"/>
                    <a:pt x="41" y="7"/>
                    <a:pt x="40" y="12"/>
                  </a:cubicBezTo>
                  <a:cubicBezTo>
                    <a:pt x="37" y="20"/>
                    <a:pt x="16" y="20"/>
                    <a:pt x="0" y="16"/>
                  </a:cubicBezTo>
                  <a:cubicBezTo>
                    <a:pt x="14" y="24"/>
                    <a:pt x="46" y="26"/>
                    <a:pt x="49" y="15"/>
                  </a:cubicBezTo>
                  <a:cubicBezTo>
                    <a:pt x="51" y="9"/>
                    <a:pt x="42" y="3"/>
                    <a:pt x="31" y="0"/>
                  </a:cubicBezTo>
                  <a:close/>
                </a:path>
              </a:pathLst>
            </a:custGeom>
            <a:solidFill>
              <a:srgbClr val="B17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28">
              <a:extLst>
                <a:ext uri="{FF2B5EF4-FFF2-40B4-BE49-F238E27FC236}">
                  <a16:creationId xmlns:a16="http://schemas.microsoft.com/office/drawing/2014/main" id="{12F2C788-ED89-4AF5-80B8-0FCE1DF7F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203"/>
              <a:ext cx="78" cy="114"/>
            </a:xfrm>
            <a:custGeom>
              <a:avLst/>
              <a:gdLst>
                <a:gd name="T0" fmla="*/ 126 w 31"/>
                <a:gd name="T1" fmla="*/ 668 h 43"/>
                <a:gd name="T2" fmla="*/ 83 w 31"/>
                <a:gd name="T3" fmla="*/ 34 h 43"/>
                <a:gd name="T4" fmla="*/ 347 w 31"/>
                <a:gd name="T5" fmla="*/ 408 h 43"/>
                <a:gd name="T6" fmla="*/ 463 w 31"/>
                <a:gd name="T7" fmla="*/ 634 h 43"/>
                <a:gd name="T8" fmla="*/ 126 w 31"/>
                <a:gd name="T9" fmla="*/ 66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3">
                  <a:moveTo>
                    <a:pt x="8" y="36"/>
                  </a:moveTo>
                  <a:cubicBezTo>
                    <a:pt x="0" y="21"/>
                    <a:pt x="1" y="5"/>
                    <a:pt x="5" y="2"/>
                  </a:cubicBezTo>
                  <a:cubicBezTo>
                    <a:pt x="9" y="0"/>
                    <a:pt x="17" y="11"/>
                    <a:pt x="22" y="22"/>
                  </a:cubicBezTo>
                  <a:cubicBezTo>
                    <a:pt x="28" y="24"/>
                    <a:pt x="31" y="30"/>
                    <a:pt x="29" y="34"/>
                  </a:cubicBezTo>
                  <a:cubicBezTo>
                    <a:pt x="26" y="38"/>
                    <a:pt x="17" y="43"/>
                    <a:pt x="8" y="36"/>
                  </a:cubicBezTo>
                  <a:close/>
                </a:path>
              </a:pathLst>
            </a:custGeom>
            <a:solidFill>
              <a:srgbClr val="7D31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29">
              <a:extLst>
                <a:ext uri="{FF2B5EF4-FFF2-40B4-BE49-F238E27FC236}">
                  <a16:creationId xmlns:a16="http://schemas.microsoft.com/office/drawing/2014/main" id="{A7040EF6-D38E-4B91-B8DE-CCD8CB08F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261"/>
              <a:ext cx="58" cy="56"/>
            </a:xfrm>
            <a:custGeom>
              <a:avLst/>
              <a:gdLst>
                <a:gd name="T0" fmla="*/ 338 w 23"/>
                <a:gd name="T1" fmla="*/ 227 h 21"/>
                <a:gd name="T2" fmla="*/ 222 w 23"/>
                <a:gd name="T3" fmla="*/ 0 h 21"/>
                <a:gd name="T4" fmla="*/ 0 w 23"/>
                <a:gd name="T5" fmla="*/ 264 h 21"/>
                <a:gd name="T6" fmla="*/ 338 w 23"/>
                <a:gd name="T7" fmla="*/ 22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21" y="12"/>
                  </a:moveTo>
                  <a:cubicBezTo>
                    <a:pt x="23" y="8"/>
                    <a:pt x="20" y="2"/>
                    <a:pt x="14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9" y="21"/>
                    <a:pt x="18" y="16"/>
                    <a:pt x="21" y="12"/>
                  </a:cubicBezTo>
                  <a:close/>
                </a:path>
              </a:pathLst>
            </a:custGeom>
            <a:solidFill>
              <a:srgbClr val="B57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30">
              <a:extLst>
                <a:ext uri="{FF2B5EF4-FFF2-40B4-BE49-F238E27FC236}">
                  <a16:creationId xmlns:a16="http://schemas.microsoft.com/office/drawing/2014/main" id="{B27CB18B-39C3-44D7-B5A0-486A0CDA3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299"/>
              <a:ext cx="23" cy="21"/>
            </a:xfrm>
            <a:custGeom>
              <a:avLst/>
              <a:gdLst>
                <a:gd name="T0" fmla="*/ 0 w 9"/>
                <a:gd name="T1" fmla="*/ 0 h 8"/>
                <a:gd name="T2" fmla="*/ 51 w 9"/>
                <a:gd name="T3" fmla="*/ 144 h 8"/>
                <a:gd name="T4" fmla="*/ 151 w 9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2" y="4"/>
                    <a:pt x="3" y="8"/>
                    <a:pt x="3" y="8"/>
                  </a:cubicBezTo>
                  <a:cubicBezTo>
                    <a:pt x="9" y="4"/>
                    <a:pt x="9" y="4"/>
                    <a:pt x="9" y="4"/>
                  </a:cubicBezTo>
                </a:path>
              </a:pathLst>
            </a:custGeom>
            <a:solidFill>
              <a:srgbClr val="626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31">
              <a:extLst>
                <a:ext uri="{FF2B5EF4-FFF2-40B4-BE49-F238E27FC236}">
                  <a16:creationId xmlns:a16="http://schemas.microsoft.com/office/drawing/2014/main" id="{EC492743-D605-4992-BC34-E58B3007C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363"/>
              <a:ext cx="208" cy="82"/>
            </a:xfrm>
            <a:custGeom>
              <a:avLst/>
              <a:gdLst>
                <a:gd name="T0" fmla="*/ 0 w 83"/>
                <a:gd name="T1" fmla="*/ 0 h 31"/>
                <a:gd name="T2" fmla="*/ 1306 w 83"/>
                <a:gd name="T3" fmla="*/ 574 h 31"/>
                <a:gd name="T4" fmla="*/ 910 w 83"/>
                <a:gd name="T5" fmla="*/ 183 h 31"/>
                <a:gd name="T6" fmla="*/ 584 w 83"/>
                <a:gd name="T7" fmla="*/ 34 h 31"/>
                <a:gd name="T8" fmla="*/ 0 w 8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31">
                  <a:moveTo>
                    <a:pt x="0" y="0"/>
                  </a:moveTo>
                  <a:cubicBezTo>
                    <a:pt x="11" y="1"/>
                    <a:pt x="45" y="9"/>
                    <a:pt x="83" y="31"/>
                  </a:cubicBezTo>
                  <a:cubicBezTo>
                    <a:pt x="83" y="31"/>
                    <a:pt x="63" y="16"/>
                    <a:pt x="58" y="10"/>
                  </a:cubicBezTo>
                  <a:cubicBezTo>
                    <a:pt x="53" y="5"/>
                    <a:pt x="44" y="3"/>
                    <a:pt x="37" y="2"/>
                  </a:cubicBezTo>
                  <a:cubicBezTo>
                    <a:pt x="3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26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32">
              <a:extLst>
                <a:ext uri="{FF2B5EF4-FFF2-40B4-BE49-F238E27FC236}">
                  <a16:creationId xmlns:a16="http://schemas.microsoft.com/office/drawing/2014/main" id="{EECC16EF-3149-474C-A0D6-89E640A3A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685"/>
              <a:ext cx="30" cy="35"/>
            </a:xfrm>
            <a:custGeom>
              <a:avLst/>
              <a:gdLst>
                <a:gd name="T0" fmla="*/ 0 w 12"/>
                <a:gd name="T1" fmla="*/ 0 h 13"/>
                <a:gd name="T2" fmla="*/ 113 w 12"/>
                <a:gd name="T3" fmla="*/ 253 h 13"/>
                <a:gd name="T4" fmla="*/ 188 w 12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3" y="5"/>
                    <a:pt x="7" y="13"/>
                    <a:pt x="7" y="13"/>
                  </a:cubicBezTo>
                  <a:cubicBezTo>
                    <a:pt x="7" y="13"/>
                    <a:pt x="5" y="3"/>
                    <a:pt x="12" y="3"/>
                  </a:cubicBezTo>
                </a:path>
              </a:pathLst>
            </a:custGeom>
            <a:solidFill>
              <a:srgbClr val="626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33">
              <a:extLst>
                <a:ext uri="{FF2B5EF4-FFF2-40B4-BE49-F238E27FC236}">
                  <a16:creationId xmlns:a16="http://schemas.microsoft.com/office/drawing/2014/main" id="{527F3AB9-BF2D-4C5A-B9D5-1FAEFACFF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664"/>
              <a:ext cx="917" cy="205"/>
            </a:xfrm>
            <a:custGeom>
              <a:avLst/>
              <a:gdLst>
                <a:gd name="T0" fmla="*/ 42 w 367"/>
                <a:gd name="T1" fmla="*/ 0 h 77"/>
                <a:gd name="T2" fmla="*/ 155 w 367"/>
                <a:gd name="T3" fmla="*/ 136 h 77"/>
                <a:gd name="T4" fmla="*/ 700 w 367"/>
                <a:gd name="T5" fmla="*/ 264 h 77"/>
                <a:gd name="T6" fmla="*/ 1479 w 367"/>
                <a:gd name="T7" fmla="*/ 644 h 77"/>
                <a:gd name="T8" fmla="*/ 3058 w 367"/>
                <a:gd name="T9" fmla="*/ 1134 h 77"/>
                <a:gd name="T10" fmla="*/ 3758 w 367"/>
                <a:gd name="T11" fmla="*/ 1113 h 77"/>
                <a:gd name="T12" fmla="*/ 4403 w 367"/>
                <a:gd name="T13" fmla="*/ 1057 h 77"/>
                <a:gd name="T14" fmla="*/ 5100 w 367"/>
                <a:gd name="T15" fmla="*/ 908 h 77"/>
                <a:gd name="T16" fmla="*/ 5724 w 367"/>
                <a:gd name="T17" fmla="*/ 772 h 77"/>
                <a:gd name="T18" fmla="*/ 5275 w 367"/>
                <a:gd name="T19" fmla="*/ 998 h 77"/>
                <a:gd name="T20" fmla="*/ 4153 w 367"/>
                <a:gd name="T21" fmla="*/ 1305 h 77"/>
                <a:gd name="T22" fmla="*/ 3466 w 367"/>
                <a:gd name="T23" fmla="*/ 1432 h 77"/>
                <a:gd name="T24" fmla="*/ 2279 w 367"/>
                <a:gd name="T25" fmla="*/ 1057 h 77"/>
                <a:gd name="T26" fmla="*/ 1637 w 367"/>
                <a:gd name="T27" fmla="*/ 849 h 77"/>
                <a:gd name="T28" fmla="*/ 0 w 367"/>
                <a:gd name="T29" fmla="*/ 205 h 7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7" h="77">
                  <a:moveTo>
                    <a:pt x="3" y="0"/>
                  </a:moveTo>
                  <a:cubicBezTo>
                    <a:pt x="3" y="1"/>
                    <a:pt x="11" y="6"/>
                    <a:pt x="10" y="7"/>
                  </a:cubicBezTo>
                  <a:cubicBezTo>
                    <a:pt x="19" y="14"/>
                    <a:pt x="34" y="11"/>
                    <a:pt x="45" y="14"/>
                  </a:cubicBezTo>
                  <a:cubicBezTo>
                    <a:pt x="61" y="19"/>
                    <a:pt x="79" y="30"/>
                    <a:pt x="95" y="34"/>
                  </a:cubicBezTo>
                  <a:cubicBezTo>
                    <a:pt x="128" y="44"/>
                    <a:pt x="161" y="55"/>
                    <a:pt x="196" y="60"/>
                  </a:cubicBezTo>
                  <a:cubicBezTo>
                    <a:pt x="211" y="62"/>
                    <a:pt x="227" y="61"/>
                    <a:pt x="241" y="59"/>
                  </a:cubicBezTo>
                  <a:cubicBezTo>
                    <a:pt x="257" y="56"/>
                    <a:pt x="267" y="57"/>
                    <a:pt x="282" y="56"/>
                  </a:cubicBezTo>
                  <a:cubicBezTo>
                    <a:pt x="292" y="56"/>
                    <a:pt x="310" y="50"/>
                    <a:pt x="327" y="48"/>
                  </a:cubicBezTo>
                  <a:cubicBezTo>
                    <a:pt x="345" y="45"/>
                    <a:pt x="361" y="46"/>
                    <a:pt x="367" y="41"/>
                  </a:cubicBezTo>
                  <a:cubicBezTo>
                    <a:pt x="361" y="55"/>
                    <a:pt x="356" y="51"/>
                    <a:pt x="338" y="53"/>
                  </a:cubicBezTo>
                  <a:cubicBezTo>
                    <a:pt x="325" y="54"/>
                    <a:pt x="278" y="64"/>
                    <a:pt x="266" y="69"/>
                  </a:cubicBezTo>
                  <a:cubicBezTo>
                    <a:pt x="251" y="75"/>
                    <a:pt x="237" y="77"/>
                    <a:pt x="222" y="76"/>
                  </a:cubicBezTo>
                  <a:cubicBezTo>
                    <a:pt x="196" y="75"/>
                    <a:pt x="171" y="64"/>
                    <a:pt x="146" y="56"/>
                  </a:cubicBezTo>
                  <a:cubicBezTo>
                    <a:pt x="133" y="52"/>
                    <a:pt x="118" y="50"/>
                    <a:pt x="105" y="45"/>
                  </a:cubicBezTo>
                  <a:cubicBezTo>
                    <a:pt x="88" y="40"/>
                    <a:pt x="18" y="11"/>
                    <a:pt x="0" y="11"/>
                  </a:cubicBezTo>
                </a:path>
              </a:pathLst>
            </a:custGeom>
            <a:solidFill>
              <a:srgbClr val="A9A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34">
              <a:extLst>
                <a:ext uri="{FF2B5EF4-FFF2-40B4-BE49-F238E27FC236}">
                  <a16:creationId xmlns:a16="http://schemas.microsoft.com/office/drawing/2014/main" id="{49C1D72E-1C59-434A-AFCB-134950986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685"/>
              <a:ext cx="123" cy="24"/>
            </a:xfrm>
            <a:custGeom>
              <a:avLst/>
              <a:gdLst>
                <a:gd name="T0" fmla="*/ 0 w 49"/>
                <a:gd name="T1" fmla="*/ 35 h 9"/>
                <a:gd name="T2" fmla="*/ 618 w 49"/>
                <a:gd name="T3" fmla="*/ 136 h 9"/>
                <a:gd name="T4" fmla="*/ 346 w 4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9">
                  <a:moveTo>
                    <a:pt x="0" y="2"/>
                  </a:moveTo>
                  <a:cubicBezTo>
                    <a:pt x="11" y="2"/>
                    <a:pt x="30" y="4"/>
                    <a:pt x="39" y="7"/>
                  </a:cubicBezTo>
                  <a:cubicBezTo>
                    <a:pt x="49" y="9"/>
                    <a:pt x="22" y="0"/>
                    <a:pt x="22" y="0"/>
                  </a:cubicBezTo>
                </a:path>
              </a:pathLst>
            </a:custGeom>
            <a:solidFill>
              <a:srgbClr val="626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35">
              <a:extLst>
                <a:ext uri="{FF2B5EF4-FFF2-40B4-BE49-F238E27FC236}">
                  <a16:creationId xmlns:a16="http://schemas.microsoft.com/office/drawing/2014/main" id="{CE8FB8F2-058C-4C3B-865E-E71D9E4BA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840"/>
              <a:ext cx="22" cy="24"/>
            </a:xfrm>
            <a:custGeom>
              <a:avLst/>
              <a:gdLst>
                <a:gd name="T0" fmla="*/ 12 w 9"/>
                <a:gd name="T1" fmla="*/ 0 h 9"/>
                <a:gd name="T2" fmla="*/ 12 w 9"/>
                <a:gd name="T3" fmla="*/ 93 h 9"/>
                <a:gd name="T4" fmla="*/ 0 w 9"/>
                <a:gd name="T5" fmla="*/ 171 h 9"/>
                <a:gd name="T6" fmla="*/ 29 w 9"/>
                <a:gd name="T7" fmla="*/ 136 h 9"/>
                <a:gd name="T8" fmla="*/ 90 w 9"/>
                <a:gd name="T9" fmla="*/ 77 h 9"/>
                <a:gd name="T10" fmla="*/ 132 w 9"/>
                <a:gd name="T11" fmla="*/ 56 h 9"/>
                <a:gd name="T12" fmla="*/ 71 w 9"/>
                <a:gd name="T13" fmla="*/ 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1" y="0"/>
                  </a:moveTo>
                  <a:cubicBezTo>
                    <a:pt x="2" y="1"/>
                    <a:pt x="1" y="4"/>
                    <a:pt x="1" y="5"/>
                  </a:cubicBezTo>
                  <a:cubicBezTo>
                    <a:pt x="1" y="6"/>
                    <a:pt x="0" y="8"/>
                    <a:pt x="0" y="9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3" y="6"/>
                    <a:pt x="4" y="5"/>
                    <a:pt x="6" y="4"/>
                  </a:cubicBezTo>
                  <a:cubicBezTo>
                    <a:pt x="7" y="4"/>
                    <a:pt x="8" y="3"/>
                    <a:pt x="9" y="3"/>
                  </a:cubicBezTo>
                  <a:cubicBezTo>
                    <a:pt x="9" y="2"/>
                    <a:pt x="6" y="1"/>
                    <a:pt x="5" y="1"/>
                  </a:cubicBezTo>
                </a:path>
              </a:pathLst>
            </a:custGeom>
            <a:solidFill>
              <a:srgbClr val="4F0B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36">
              <a:extLst>
                <a:ext uri="{FF2B5EF4-FFF2-40B4-BE49-F238E27FC236}">
                  <a16:creationId xmlns:a16="http://schemas.microsoft.com/office/drawing/2014/main" id="{BF3FE038-4B34-4FD6-BF8C-879ED0B0C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443"/>
              <a:ext cx="977" cy="258"/>
            </a:xfrm>
            <a:custGeom>
              <a:avLst/>
              <a:gdLst>
                <a:gd name="T0" fmla="*/ 0 w 391"/>
                <a:gd name="T1" fmla="*/ 0 h 97"/>
                <a:gd name="T2" fmla="*/ 1699 w 391"/>
                <a:gd name="T3" fmla="*/ 862 h 97"/>
                <a:gd name="T4" fmla="*/ 2386 w 391"/>
                <a:gd name="T5" fmla="*/ 1258 h 97"/>
                <a:gd name="T6" fmla="*/ 3258 w 391"/>
                <a:gd name="T7" fmla="*/ 1428 h 97"/>
                <a:gd name="T8" fmla="*/ 4840 w 391"/>
                <a:gd name="T9" fmla="*/ 1577 h 97"/>
                <a:gd name="T10" fmla="*/ 5587 w 391"/>
                <a:gd name="T11" fmla="*/ 1564 h 97"/>
                <a:gd name="T12" fmla="*/ 5787 w 391"/>
                <a:gd name="T13" fmla="*/ 1338 h 97"/>
                <a:gd name="T14" fmla="*/ 6099 w 391"/>
                <a:gd name="T15" fmla="*/ 963 h 97"/>
                <a:gd name="T16" fmla="*/ 5994 w 391"/>
                <a:gd name="T17" fmla="*/ 1564 h 97"/>
                <a:gd name="T18" fmla="*/ 5820 w 391"/>
                <a:gd name="T19" fmla="*/ 1713 h 97"/>
                <a:gd name="T20" fmla="*/ 5070 w 391"/>
                <a:gd name="T21" fmla="*/ 1713 h 97"/>
                <a:gd name="T22" fmla="*/ 3353 w 391"/>
                <a:gd name="T23" fmla="*/ 1803 h 97"/>
                <a:gd name="T24" fmla="*/ 2696 w 391"/>
                <a:gd name="T25" fmla="*/ 1713 h 97"/>
                <a:gd name="T26" fmla="*/ 2291 w 391"/>
                <a:gd name="T27" fmla="*/ 1508 h 97"/>
                <a:gd name="T28" fmla="*/ 1512 w 391"/>
                <a:gd name="T29" fmla="*/ 1053 h 97"/>
                <a:gd name="T30" fmla="*/ 667 w 391"/>
                <a:gd name="T31" fmla="*/ 545 h 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1" h="97">
                  <a:moveTo>
                    <a:pt x="0" y="0"/>
                  </a:moveTo>
                  <a:cubicBezTo>
                    <a:pt x="33" y="22"/>
                    <a:pt x="72" y="30"/>
                    <a:pt x="109" y="46"/>
                  </a:cubicBezTo>
                  <a:cubicBezTo>
                    <a:pt x="124" y="52"/>
                    <a:pt x="138" y="60"/>
                    <a:pt x="153" y="67"/>
                  </a:cubicBezTo>
                  <a:cubicBezTo>
                    <a:pt x="170" y="74"/>
                    <a:pt x="190" y="75"/>
                    <a:pt x="209" y="76"/>
                  </a:cubicBezTo>
                  <a:cubicBezTo>
                    <a:pt x="243" y="79"/>
                    <a:pt x="276" y="86"/>
                    <a:pt x="310" y="84"/>
                  </a:cubicBezTo>
                  <a:cubicBezTo>
                    <a:pt x="326" y="83"/>
                    <a:pt x="342" y="84"/>
                    <a:pt x="358" y="83"/>
                  </a:cubicBezTo>
                  <a:cubicBezTo>
                    <a:pt x="367" y="82"/>
                    <a:pt x="365" y="77"/>
                    <a:pt x="371" y="71"/>
                  </a:cubicBezTo>
                  <a:cubicBezTo>
                    <a:pt x="376" y="64"/>
                    <a:pt x="382" y="55"/>
                    <a:pt x="391" y="51"/>
                  </a:cubicBezTo>
                  <a:cubicBezTo>
                    <a:pt x="391" y="56"/>
                    <a:pt x="389" y="73"/>
                    <a:pt x="384" y="83"/>
                  </a:cubicBezTo>
                  <a:cubicBezTo>
                    <a:pt x="381" y="88"/>
                    <a:pt x="376" y="90"/>
                    <a:pt x="373" y="91"/>
                  </a:cubicBezTo>
                  <a:cubicBezTo>
                    <a:pt x="361" y="97"/>
                    <a:pt x="338" y="90"/>
                    <a:pt x="325" y="91"/>
                  </a:cubicBezTo>
                  <a:cubicBezTo>
                    <a:pt x="294" y="94"/>
                    <a:pt x="229" y="94"/>
                    <a:pt x="215" y="96"/>
                  </a:cubicBezTo>
                  <a:cubicBezTo>
                    <a:pt x="208" y="97"/>
                    <a:pt x="179" y="92"/>
                    <a:pt x="173" y="91"/>
                  </a:cubicBezTo>
                  <a:cubicBezTo>
                    <a:pt x="167" y="90"/>
                    <a:pt x="153" y="83"/>
                    <a:pt x="147" y="80"/>
                  </a:cubicBezTo>
                  <a:cubicBezTo>
                    <a:pt x="131" y="72"/>
                    <a:pt x="112" y="65"/>
                    <a:pt x="97" y="56"/>
                  </a:cubicBezTo>
                  <a:cubicBezTo>
                    <a:pt x="79" y="45"/>
                    <a:pt x="62" y="37"/>
                    <a:pt x="43" y="29"/>
                  </a:cubicBezTo>
                </a:path>
              </a:pathLst>
            </a:custGeom>
            <a:solidFill>
              <a:srgbClr val="A9A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37">
              <a:extLst>
                <a:ext uri="{FF2B5EF4-FFF2-40B4-BE49-F238E27FC236}">
                  <a16:creationId xmlns:a16="http://schemas.microsoft.com/office/drawing/2014/main" id="{5E4D34CD-04F0-4549-8C81-B824B017D1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3" y="2773"/>
              <a:ext cx="537" cy="134"/>
            </a:xfrm>
            <a:custGeom>
              <a:avLst/>
              <a:gdLst>
                <a:gd name="T0" fmla="*/ 2091 w 215"/>
                <a:gd name="T1" fmla="*/ 0 h 50"/>
                <a:gd name="T2" fmla="*/ 2308 w 215"/>
                <a:gd name="T3" fmla="*/ 115 h 50"/>
                <a:gd name="T4" fmla="*/ 2228 w 215"/>
                <a:gd name="T5" fmla="*/ 78 h 50"/>
                <a:gd name="T6" fmla="*/ 2091 w 215"/>
                <a:gd name="T7" fmla="*/ 0 h 50"/>
                <a:gd name="T8" fmla="*/ 3120 w 215"/>
                <a:gd name="T9" fmla="*/ 445 h 50"/>
                <a:gd name="T10" fmla="*/ 2820 w 215"/>
                <a:gd name="T11" fmla="*/ 346 h 50"/>
                <a:gd name="T12" fmla="*/ 2308 w 215"/>
                <a:gd name="T13" fmla="*/ 115 h 50"/>
                <a:gd name="T14" fmla="*/ 2495 w 215"/>
                <a:gd name="T15" fmla="*/ 252 h 50"/>
                <a:gd name="T16" fmla="*/ 2725 w 215"/>
                <a:gd name="T17" fmla="*/ 346 h 50"/>
                <a:gd name="T18" fmla="*/ 2870 w 215"/>
                <a:gd name="T19" fmla="*/ 654 h 50"/>
                <a:gd name="T20" fmla="*/ 2603 w 215"/>
                <a:gd name="T21" fmla="*/ 710 h 50"/>
                <a:gd name="T22" fmla="*/ 2165 w 215"/>
                <a:gd name="T23" fmla="*/ 791 h 50"/>
                <a:gd name="T24" fmla="*/ 1091 w 215"/>
                <a:gd name="T25" fmla="*/ 675 h 50"/>
                <a:gd name="T26" fmla="*/ 137 w 215"/>
                <a:gd name="T27" fmla="*/ 675 h 50"/>
                <a:gd name="T28" fmla="*/ 0 w 215"/>
                <a:gd name="T29" fmla="*/ 675 h 50"/>
                <a:gd name="T30" fmla="*/ 1434 w 215"/>
                <a:gd name="T31" fmla="*/ 868 h 50"/>
                <a:gd name="T32" fmla="*/ 2540 w 215"/>
                <a:gd name="T33" fmla="*/ 906 h 50"/>
                <a:gd name="T34" fmla="*/ 2775 w 215"/>
                <a:gd name="T35" fmla="*/ 962 h 50"/>
                <a:gd name="T36" fmla="*/ 3007 w 215"/>
                <a:gd name="T37" fmla="*/ 906 h 50"/>
                <a:gd name="T38" fmla="*/ 3212 w 215"/>
                <a:gd name="T39" fmla="*/ 906 h 50"/>
                <a:gd name="T40" fmla="*/ 3349 w 215"/>
                <a:gd name="T41" fmla="*/ 574 h 50"/>
                <a:gd name="T42" fmla="*/ 3120 w 215"/>
                <a:gd name="T43" fmla="*/ 445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5" h="50">
                  <a:moveTo>
                    <a:pt x="134" y="0"/>
                  </a:moveTo>
                  <a:cubicBezTo>
                    <a:pt x="139" y="2"/>
                    <a:pt x="143" y="4"/>
                    <a:pt x="148" y="6"/>
                  </a:cubicBezTo>
                  <a:cubicBezTo>
                    <a:pt x="146" y="5"/>
                    <a:pt x="145" y="4"/>
                    <a:pt x="143" y="4"/>
                  </a:cubicBezTo>
                  <a:lnTo>
                    <a:pt x="134" y="0"/>
                  </a:lnTo>
                  <a:close/>
                  <a:moveTo>
                    <a:pt x="200" y="23"/>
                  </a:moveTo>
                  <a:cubicBezTo>
                    <a:pt x="194" y="21"/>
                    <a:pt x="188" y="19"/>
                    <a:pt x="181" y="18"/>
                  </a:cubicBezTo>
                  <a:cubicBezTo>
                    <a:pt x="170" y="14"/>
                    <a:pt x="159" y="10"/>
                    <a:pt x="148" y="6"/>
                  </a:cubicBezTo>
                  <a:cubicBezTo>
                    <a:pt x="152" y="8"/>
                    <a:pt x="156" y="11"/>
                    <a:pt x="160" y="13"/>
                  </a:cubicBezTo>
                  <a:cubicBezTo>
                    <a:pt x="165" y="15"/>
                    <a:pt x="170" y="16"/>
                    <a:pt x="175" y="18"/>
                  </a:cubicBezTo>
                  <a:cubicBezTo>
                    <a:pt x="181" y="21"/>
                    <a:pt x="195" y="26"/>
                    <a:pt x="184" y="34"/>
                  </a:cubicBezTo>
                  <a:cubicBezTo>
                    <a:pt x="180" y="37"/>
                    <a:pt x="172" y="37"/>
                    <a:pt x="167" y="37"/>
                  </a:cubicBezTo>
                  <a:cubicBezTo>
                    <a:pt x="157" y="38"/>
                    <a:pt x="149" y="42"/>
                    <a:pt x="139" y="41"/>
                  </a:cubicBezTo>
                  <a:cubicBezTo>
                    <a:pt x="116" y="39"/>
                    <a:pt x="93" y="37"/>
                    <a:pt x="70" y="35"/>
                  </a:cubicBezTo>
                  <a:cubicBezTo>
                    <a:pt x="50" y="34"/>
                    <a:pt x="29" y="34"/>
                    <a:pt x="9" y="35"/>
                  </a:cubicBezTo>
                  <a:cubicBezTo>
                    <a:pt x="6" y="35"/>
                    <a:pt x="3" y="35"/>
                    <a:pt x="0" y="35"/>
                  </a:cubicBezTo>
                  <a:cubicBezTo>
                    <a:pt x="33" y="39"/>
                    <a:pt x="66" y="42"/>
                    <a:pt x="92" y="45"/>
                  </a:cubicBezTo>
                  <a:cubicBezTo>
                    <a:pt x="113" y="48"/>
                    <a:pt x="136" y="48"/>
                    <a:pt x="163" y="47"/>
                  </a:cubicBezTo>
                  <a:cubicBezTo>
                    <a:pt x="172" y="47"/>
                    <a:pt x="174" y="50"/>
                    <a:pt x="178" y="50"/>
                  </a:cubicBezTo>
                  <a:cubicBezTo>
                    <a:pt x="182" y="49"/>
                    <a:pt x="189" y="47"/>
                    <a:pt x="193" y="47"/>
                  </a:cubicBezTo>
                  <a:cubicBezTo>
                    <a:pt x="198" y="47"/>
                    <a:pt x="202" y="47"/>
                    <a:pt x="206" y="47"/>
                  </a:cubicBezTo>
                  <a:cubicBezTo>
                    <a:pt x="208" y="43"/>
                    <a:pt x="215" y="34"/>
                    <a:pt x="215" y="30"/>
                  </a:cubicBezTo>
                  <a:cubicBezTo>
                    <a:pt x="215" y="23"/>
                    <a:pt x="206" y="25"/>
                    <a:pt x="200" y="23"/>
                  </a:cubicBezTo>
                  <a:close/>
                </a:path>
              </a:pathLst>
            </a:custGeom>
            <a:solidFill>
              <a:srgbClr val="A9A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38">
              <a:extLst>
                <a:ext uri="{FF2B5EF4-FFF2-40B4-BE49-F238E27FC236}">
                  <a16:creationId xmlns:a16="http://schemas.microsoft.com/office/drawing/2014/main" id="{B9971F8D-7942-4F7E-A9B1-F47924252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488"/>
              <a:ext cx="925" cy="312"/>
            </a:xfrm>
            <a:custGeom>
              <a:avLst/>
              <a:gdLst>
                <a:gd name="T0" fmla="*/ 5520 w 370"/>
                <a:gd name="T1" fmla="*/ 1365 h 117"/>
                <a:gd name="T2" fmla="*/ 4970 w 370"/>
                <a:gd name="T3" fmla="*/ 1080 h 117"/>
                <a:gd name="T4" fmla="*/ 5083 w 370"/>
                <a:gd name="T5" fmla="*/ 1251 h 117"/>
                <a:gd name="T6" fmla="*/ 5158 w 370"/>
                <a:gd name="T7" fmla="*/ 1443 h 117"/>
                <a:gd name="T8" fmla="*/ 4863 w 370"/>
                <a:gd name="T9" fmla="*/ 1741 h 117"/>
                <a:gd name="T10" fmla="*/ 3988 w 370"/>
                <a:gd name="T11" fmla="*/ 1272 h 117"/>
                <a:gd name="T12" fmla="*/ 2988 w 370"/>
                <a:gd name="T13" fmla="*/ 760 h 117"/>
                <a:gd name="T14" fmla="*/ 2158 w 370"/>
                <a:gd name="T15" fmla="*/ 307 h 117"/>
                <a:gd name="T16" fmla="*/ 1333 w 370"/>
                <a:gd name="T17" fmla="*/ 35 h 117"/>
                <a:gd name="T18" fmla="*/ 500 w 370"/>
                <a:gd name="T19" fmla="*/ 56 h 117"/>
                <a:gd name="T20" fmla="*/ 0 w 370"/>
                <a:gd name="T21" fmla="*/ 77 h 117"/>
                <a:gd name="T22" fmla="*/ 113 w 370"/>
                <a:gd name="T23" fmla="*/ 171 h 117"/>
                <a:gd name="T24" fmla="*/ 395 w 370"/>
                <a:gd name="T25" fmla="*/ 192 h 117"/>
                <a:gd name="T26" fmla="*/ 1783 w 370"/>
                <a:gd name="T27" fmla="*/ 363 h 117"/>
                <a:gd name="T28" fmla="*/ 3458 w 370"/>
                <a:gd name="T29" fmla="*/ 1421 h 117"/>
                <a:gd name="T30" fmla="*/ 5033 w 370"/>
                <a:gd name="T31" fmla="*/ 2184 h 117"/>
                <a:gd name="T32" fmla="*/ 5625 w 370"/>
                <a:gd name="T33" fmla="*/ 2219 h 117"/>
                <a:gd name="T34" fmla="*/ 5675 w 370"/>
                <a:gd name="T35" fmla="*/ 2083 h 117"/>
                <a:gd name="T36" fmla="*/ 5750 w 370"/>
                <a:gd name="T37" fmla="*/ 1877 h 117"/>
                <a:gd name="T38" fmla="*/ 5520 w 370"/>
                <a:gd name="T39" fmla="*/ 1365 h 1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0" h="117">
                  <a:moveTo>
                    <a:pt x="353" y="72"/>
                  </a:moveTo>
                  <a:cubicBezTo>
                    <a:pt x="341" y="67"/>
                    <a:pt x="330" y="61"/>
                    <a:pt x="318" y="57"/>
                  </a:cubicBezTo>
                  <a:cubicBezTo>
                    <a:pt x="319" y="60"/>
                    <a:pt x="323" y="63"/>
                    <a:pt x="325" y="66"/>
                  </a:cubicBezTo>
                  <a:cubicBezTo>
                    <a:pt x="327" y="68"/>
                    <a:pt x="330" y="72"/>
                    <a:pt x="330" y="76"/>
                  </a:cubicBezTo>
                  <a:cubicBezTo>
                    <a:pt x="332" y="86"/>
                    <a:pt x="320" y="93"/>
                    <a:pt x="311" y="92"/>
                  </a:cubicBezTo>
                  <a:cubicBezTo>
                    <a:pt x="290" y="91"/>
                    <a:pt x="272" y="77"/>
                    <a:pt x="255" y="67"/>
                  </a:cubicBezTo>
                  <a:cubicBezTo>
                    <a:pt x="235" y="55"/>
                    <a:pt x="213" y="48"/>
                    <a:pt x="191" y="40"/>
                  </a:cubicBezTo>
                  <a:cubicBezTo>
                    <a:pt x="172" y="33"/>
                    <a:pt x="155" y="24"/>
                    <a:pt x="138" y="16"/>
                  </a:cubicBezTo>
                  <a:cubicBezTo>
                    <a:pt x="121" y="8"/>
                    <a:pt x="103" y="4"/>
                    <a:pt x="85" y="2"/>
                  </a:cubicBezTo>
                  <a:cubicBezTo>
                    <a:pt x="67" y="0"/>
                    <a:pt x="50" y="1"/>
                    <a:pt x="32" y="3"/>
                  </a:cubicBezTo>
                  <a:cubicBezTo>
                    <a:pt x="22" y="4"/>
                    <a:pt x="10" y="5"/>
                    <a:pt x="0" y="4"/>
                  </a:cubicBezTo>
                  <a:cubicBezTo>
                    <a:pt x="3" y="6"/>
                    <a:pt x="6" y="8"/>
                    <a:pt x="7" y="9"/>
                  </a:cubicBezTo>
                  <a:cubicBezTo>
                    <a:pt x="9" y="8"/>
                    <a:pt x="20" y="9"/>
                    <a:pt x="25" y="10"/>
                  </a:cubicBezTo>
                  <a:cubicBezTo>
                    <a:pt x="52" y="13"/>
                    <a:pt x="80" y="7"/>
                    <a:pt x="114" y="19"/>
                  </a:cubicBezTo>
                  <a:cubicBezTo>
                    <a:pt x="157" y="35"/>
                    <a:pt x="186" y="62"/>
                    <a:pt x="221" y="75"/>
                  </a:cubicBezTo>
                  <a:cubicBezTo>
                    <a:pt x="295" y="98"/>
                    <a:pt x="322" y="115"/>
                    <a:pt x="322" y="115"/>
                  </a:cubicBezTo>
                  <a:cubicBezTo>
                    <a:pt x="331" y="110"/>
                    <a:pt x="344" y="112"/>
                    <a:pt x="360" y="117"/>
                  </a:cubicBezTo>
                  <a:cubicBezTo>
                    <a:pt x="361" y="114"/>
                    <a:pt x="362" y="112"/>
                    <a:pt x="363" y="110"/>
                  </a:cubicBezTo>
                  <a:cubicBezTo>
                    <a:pt x="365" y="106"/>
                    <a:pt x="368" y="103"/>
                    <a:pt x="368" y="99"/>
                  </a:cubicBezTo>
                  <a:cubicBezTo>
                    <a:pt x="370" y="88"/>
                    <a:pt x="362" y="77"/>
                    <a:pt x="353" y="72"/>
                  </a:cubicBezTo>
                  <a:close/>
                </a:path>
              </a:pathLst>
            </a:custGeom>
            <a:solidFill>
              <a:srgbClr val="A9A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39">
              <a:extLst>
                <a:ext uri="{FF2B5EF4-FFF2-40B4-BE49-F238E27FC236}">
                  <a16:creationId xmlns:a16="http://schemas.microsoft.com/office/drawing/2014/main" id="{CB14F845-AD30-4CAD-8D85-3B753C9F3A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5" y="2083"/>
              <a:ext cx="298" cy="373"/>
            </a:xfrm>
            <a:custGeom>
              <a:avLst/>
              <a:gdLst>
                <a:gd name="T0" fmla="*/ 0 w 119"/>
                <a:gd name="T1" fmla="*/ 0 h 140"/>
                <a:gd name="T2" fmla="*/ 238 w 119"/>
                <a:gd name="T3" fmla="*/ 205 h 140"/>
                <a:gd name="T4" fmla="*/ 33 w 119"/>
                <a:gd name="T5" fmla="*/ 0 h 140"/>
                <a:gd name="T6" fmla="*/ 0 w 119"/>
                <a:gd name="T7" fmla="*/ 0 h 140"/>
                <a:gd name="T8" fmla="*/ 1806 w 119"/>
                <a:gd name="T9" fmla="*/ 1625 h 140"/>
                <a:gd name="T10" fmla="*/ 1117 w 119"/>
                <a:gd name="T11" fmla="*/ 853 h 140"/>
                <a:gd name="T12" fmla="*/ 501 w 119"/>
                <a:gd name="T13" fmla="*/ 362 h 140"/>
                <a:gd name="T14" fmla="*/ 238 w 119"/>
                <a:gd name="T15" fmla="*/ 205 h 140"/>
                <a:gd name="T16" fmla="*/ 238 w 119"/>
                <a:gd name="T17" fmla="*/ 205 h 140"/>
                <a:gd name="T18" fmla="*/ 721 w 119"/>
                <a:gd name="T19" fmla="*/ 703 h 140"/>
                <a:gd name="T20" fmla="*/ 1192 w 119"/>
                <a:gd name="T21" fmla="*/ 1135 h 140"/>
                <a:gd name="T22" fmla="*/ 1222 w 119"/>
                <a:gd name="T23" fmla="*/ 1932 h 140"/>
                <a:gd name="T24" fmla="*/ 33 w 119"/>
                <a:gd name="T25" fmla="*/ 1271 h 140"/>
                <a:gd name="T26" fmla="*/ 426 w 119"/>
                <a:gd name="T27" fmla="*/ 1817 h 140"/>
                <a:gd name="T28" fmla="*/ 1743 w 119"/>
                <a:gd name="T29" fmla="*/ 2648 h 140"/>
                <a:gd name="T30" fmla="*/ 1838 w 119"/>
                <a:gd name="T31" fmla="*/ 2307 h 140"/>
                <a:gd name="T32" fmla="*/ 1806 w 119"/>
                <a:gd name="T33" fmla="*/ 1625 h 1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9" h="140">
                  <a:moveTo>
                    <a:pt x="0" y="0"/>
                  </a:moveTo>
                  <a:cubicBezTo>
                    <a:pt x="5" y="4"/>
                    <a:pt x="9" y="8"/>
                    <a:pt x="15" y="11"/>
                  </a:cubicBezTo>
                  <a:cubicBezTo>
                    <a:pt x="11" y="7"/>
                    <a:pt x="6" y="3"/>
                    <a:pt x="2" y="0"/>
                  </a:cubicBezTo>
                  <a:lnTo>
                    <a:pt x="0" y="0"/>
                  </a:lnTo>
                  <a:close/>
                  <a:moveTo>
                    <a:pt x="115" y="86"/>
                  </a:moveTo>
                  <a:cubicBezTo>
                    <a:pt x="105" y="65"/>
                    <a:pt x="90" y="57"/>
                    <a:pt x="71" y="45"/>
                  </a:cubicBezTo>
                  <a:cubicBezTo>
                    <a:pt x="59" y="37"/>
                    <a:pt x="44" y="27"/>
                    <a:pt x="32" y="19"/>
                  </a:cubicBezTo>
                  <a:cubicBezTo>
                    <a:pt x="26" y="16"/>
                    <a:pt x="21" y="14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25" y="20"/>
                    <a:pt x="36" y="31"/>
                    <a:pt x="46" y="37"/>
                  </a:cubicBezTo>
                  <a:cubicBezTo>
                    <a:pt x="56" y="45"/>
                    <a:pt x="67" y="51"/>
                    <a:pt x="76" y="60"/>
                  </a:cubicBezTo>
                  <a:cubicBezTo>
                    <a:pt x="86" y="70"/>
                    <a:pt x="96" y="95"/>
                    <a:pt x="78" y="102"/>
                  </a:cubicBezTo>
                  <a:cubicBezTo>
                    <a:pt x="49" y="111"/>
                    <a:pt x="22" y="86"/>
                    <a:pt x="2" y="67"/>
                  </a:cubicBezTo>
                  <a:cubicBezTo>
                    <a:pt x="9" y="77"/>
                    <a:pt x="18" y="87"/>
                    <a:pt x="27" y="96"/>
                  </a:cubicBezTo>
                  <a:cubicBezTo>
                    <a:pt x="42" y="112"/>
                    <a:pt x="78" y="127"/>
                    <a:pt x="111" y="140"/>
                  </a:cubicBezTo>
                  <a:cubicBezTo>
                    <a:pt x="114" y="135"/>
                    <a:pt x="116" y="129"/>
                    <a:pt x="117" y="122"/>
                  </a:cubicBezTo>
                  <a:cubicBezTo>
                    <a:pt x="118" y="112"/>
                    <a:pt x="119" y="96"/>
                    <a:pt x="115" y="86"/>
                  </a:cubicBezTo>
                  <a:close/>
                </a:path>
              </a:pathLst>
            </a:custGeom>
            <a:solidFill>
              <a:srgbClr val="A9A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40">
              <a:extLst>
                <a:ext uri="{FF2B5EF4-FFF2-40B4-BE49-F238E27FC236}">
                  <a16:creationId xmlns:a16="http://schemas.microsoft.com/office/drawing/2014/main" id="{E229833D-F6CF-4CF9-8467-E715C8A483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5" y="1803"/>
              <a:ext cx="2743" cy="912"/>
            </a:xfrm>
            <a:custGeom>
              <a:avLst/>
              <a:gdLst>
                <a:gd name="T0" fmla="*/ 0 w 1097"/>
                <a:gd name="T1" fmla="*/ 1741 h 342"/>
                <a:gd name="T2" fmla="*/ 20 w 1097"/>
                <a:gd name="T3" fmla="*/ 1763 h 342"/>
                <a:gd name="T4" fmla="*/ 0 w 1097"/>
                <a:gd name="T5" fmla="*/ 1741 h 342"/>
                <a:gd name="T6" fmla="*/ 0 w 1097"/>
                <a:gd name="T7" fmla="*/ 1741 h 342"/>
                <a:gd name="T8" fmla="*/ 17118 w 1097"/>
                <a:gd name="T9" fmla="*/ 6067 h 342"/>
                <a:gd name="T10" fmla="*/ 17131 w 1097"/>
                <a:gd name="T11" fmla="*/ 6485 h 342"/>
                <a:gd name="T12" fmla="*/ 17118 w 1097"/>
                <a:gd name="T13" fmla="*/ 6067 h 342"/>
                <a:gd name="T14" fmla="*/ 16726 w 1097"/>
                <a:gd name="T15" fmla="*/ 5213 h 342"/>
                <a:gd name="T16" fmla="*/ 13442 w 1097"/>
                <a:gd name="T17" fmla="*/ 4757 h 342"/>
                <a:gd name="T18" fmla="*/ 11492 w 1097"/>
                <a:gd name="T19" fmla="*/ 4301 h 342"/>
                <a:gd name="T20" fmla="*/ 9129 w 1097"/>
                <a:gd name="T21" fmla="*/ 4075 h 342"/>
                <a:gd name="T22" fmla="*/ 6376 w 1097"/>
                <a:gd name="T23" fmla="*/ 3165 h 342"/>
                <a:gd name="T24" fmla="*/ 4971 w 1097"/>
                <a:gd name="T25" fmla="*/ 2368 h 342"/>
                <a:gd name="T26" fmla="*/ 4501 w 1097"/>
                <a:gd name="T27" fmla="*/ 2333 h 342"/>
                <a:gd name="T28" fmla="*/ 2408 w 1097"/>
                <a:gd name="T29" fmla="*/ 1501 h 342"/>
                <a:gd name="T30" fmla="*/ 2033 w 1097"/>
                <a:gd name="T31" fmla="*/ 909 h 342"/>
                <a:gd name="T32" fmla="*/ 1675 w 1097"/>
                <a:gd name="T33" fmla="*/ 285 h 342"/>
                <a:gd name="T34" fmla="*/ 363 w 1097"/>
                <a:gd name="T35" fmla="*/ 683 h 342"/>
                <a:gd name="T36" fmla="*/ 20 w 1097"/>
                <a:gd name="T37" fmla="*/ 1651 h 342"/>
                <a:gd name="T38" fmla="*/ 125 w 1097"/>
                <a:gd name="T39" fmla="*/ 1784 h 342"/>
                <a:gd name="T40" fmla="*/ 425 w 1097"/>
                <a:gd name="T41" fmla="*/ 2013 h 342"/>
                <a:gd name="T42" fmla="*/ 1033 w 1097"/>
                <a:gd name="T43" fmla="*/ 2539 h 342"/>
                <a:gd name="T44" fmla="*/ 708 w 1097"/>
                <a:gd name="T45" fmla="*/ 1613 h 342"/>
                <a:gd name="T46" fmla="*/ 1063 w 1097"/>
                <a:gd name="T47" fmla="*/ 853 h 342"/>
                <a:gd name="T48" fmla="*/ 1688 w 1097"/>
                <a:gd name="T49" fmla="*/ 1387 h 342"/>
                <a:gd name="T50" fmla="*/ 2458 w 1097"/>
                <a:gd name="T51" fmla="*/ 2125 h 342"/>
                <a:gd name="T52" fmla="*/ 4333 w 1097"/>
                <a:gd name="T53" fmla="*/ 2595 h 342"/>
                <a:gd name="T54" fmla="*/ 5063 w 1097"/>
                <a:gd name="T55" fmla="*/ 4117 h 342"/>
                <a:gd name="T56" fmla="*/ 5238 w 1097"/>
                <a:gd name="T57" fmla="*/ 3605 h 342"/>
                <a:gd name="T58" fmla="*/ 5534 w 1097"/>
                <a:gd name="T59" fmla="*/ 3149 h 342"/>
                <a:gd name="T60" fmla="*/ 6034 w 1097"/>
                <a:gd name="T61" fmla="*/ 3299 h 342"/>
                <a:gd name="T62" fmla="*/ 6659 w 1097"/>
                <a:gd name="T63" fmla="*/ 3699 h 342"/>
                <a:gd name="T64" fmla="*/ 8347 w 1097"/>
                <a:gd name="T65" fmla="*/ 4152 h 342"/>
                <a:gd name="T66" fmla="*/ 10584 w 1097"/>
                <a:gd name="T67" fmla="*/ 4573 h 342"/>
                <a:gd name="T68" fmla="*/ 11380 w 1097"/>
                <a:gd name="T69" fmla="*/ 4949 h 342"/>
                <a:gd name="T70" fmla="*/ 11380 w 1097"/>
                <a:gd name="T71" fmla="*/ 5896 h 342"/>
                <a:gd name="T72" fmla="*/ 11755 w 1097"/>
                <a:gd name="T73" fmla="*/ 5312 h 342"/>
                <a:gd name="T74" fmla="*/ 12910 w 1097"/>
                <a:gd name="T75" fmla="*/ 5176 h 342"/>
                <a:gd name="T76" fmla="*/ 13680 w 1097"/>
                <a:gd name="T77" fmla="*/ 5440 h 342"/>
                <a:gd name="T78" fmla="*/ 14413 w 1097"/>
                <a:gd name="T79" fmla="*/ 5496 h 342"/>
                <a:gd name="T80" fmla="*/ 16556 w 1097"/>
                <a:gd name="T81" fmla="*/ 5347 h 342"/>
                <a:gd name="T82" fmla="*/ 17118 w 1097"/>
                <a:gd name="T83" fmla="*/ 6067 h 342"/>
                <a:gd name="T84" fmla="*/ 17038 w 1097"/>
                <a:gd name="T85" fmla="*/ 5496 h 342"/>
                <a:gd name="T86" fmla="*/ 16726 w 1097"/>
                <a:gd name="T87" fmla="*/ 5213 h 3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097" h="342">
                  <a:moveTo>
                    <a:pt x="0" y="92"/>
                  </a:moveTo>
                  <a:cubicBezTo>
                    <a:pt x="1" y="93"/>
                    <a:pt x="1" y="93"/>
                    <a:pt x="1" y="93"/>
                  </a:cubicBezTo>
                  <a:cubicBezTo>
                    <a:pt x="1" y="93"/>
                    <a:pt x="1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lose/>
                  <a:moveTo>
                    <a:pt x="1095" y="320"/>
                  </a:moveTo>
                  <a:cubicBezTo>
                    <a:pt x="1096" y="327"/>
                    <a:pt x="1096" y="334"/>
                    <a:pt x="1096" y="342"/>
                  </a:cubicBezTo>
                  <a:cubicBezTo>
                    <a:pt x="1097" y="335"/>
                    <a:pt x="1097" y="327"/>
                    <a:pt x="1095" y="320"/>
                  </a:cubicBezTo>
                  <a:close/>
                  <a:moveTo>
                    <a:pt x="1070" y="275"/>
                  </a:moveTo>
                  <a:cubicBezTo>
                    <a:pt x="1040" y="279"/>
                    <a:pt x="916" y="265"/>
                    <a:pt x="860" y="251"/>
                  </a:cubicBezTo>
                  <a:cubicBezTo>
                    <a:pt x="804" y="237"/>
                    <a:pt x="742" y="233"/>
                    <a:pt x="735" y="227"/>
                  </a:cubicBezTo>
                  <a:cubicBezTo>
                    <a:pt x="729" y="238"/>
                    <a:pt x="634" y="217"/>
                    <a:pt x="584" y="215"/>
                  </a:cubicBezTo>
                  <a:cubicBezTo>
                    <a:pt x="534" y="213"/>
                    <a:pt x="464" y="193"/>
                    <a:pt x="408" y="167"/>
                  </a:cubicBezTo>
                  <a:cubicBezTo>
                    <a:pt x="352" y="141"/>
                    <a:pt x="338" y="143"/>
                    <a:pt x="318" y="125"/>
                  </a:cubicBezTo>
                  <a:cubicBezTo>
                    <a:pt x="318" y="125"/>
                    <a:pt x="308" y="129"/>
                    <a:pt x="288" y="123"/>
                  </a:cubicBezTo>
                  <a:cubicBezTo>
                    <a:pt x="268" y="117"/>
                    <a:pt x="190" y="109"/>
                    <a:pt x="154" y="79"/>
                  </a:cubicBezTo>
                  <a:cubicBezTo>
                    <a:pt x="133" y="63"/>
                    <a:pt x="130" y="48"/>
                    <a:pt x="130" y="48"/>
                  </a:cubicBezTo>
                  <a:cubicBezTo>
                    <a:pt x="129" y="36"/>
                    <a:pt x="112" y="18"/>
                    <a:pt x="107" y="15"/>
                  </a:cubicBezTo>
                  <a:cubicBezTo>
                    <a:pt x="87" y="0"/>
                    <a:pt x="51" y="0"/>
                    <a:pt x="23" y="36"/>
                  </a:cubicBezTo>
                  <a:cubicBezTo>
                    <a:pt x="11" y="52"/>
                    <a:pt x="4" y="69"/>
                    <a:pt x="1" y="87"/>
                  </a:cubicBezTo>
                  <a:cubicBezTo>
                    <a:pt x="3" y="89"/>
                    <a:pt x="5" y="92"/>
                    <a:pt x="8" y="94"/>
                  </a:cubicBezTo>
                  <a:cubicBezTo>
                    <a:pt x="14" y="99"/>
                    <a:pt x="21" y="101"/>
                    <a:pt x="27" y="106"/>
                  </a:cubicBezTo>
                  <a:cubicBezTo>
                    <a:pt x="42" y="117"/>
                    <a:pt x="48" y="128"/>
                    <a:pt x="66" y="134"/>
                  </a:cubicBezTo>
                  <a:cubicBezTo>
                    <a:pt x="56" y="117"/>
                    <a:pt x="46" y="107"/>
                    <a:pt x="45" y="85"/>
                  </a:cubicBezTo>
                  <a:cubicBezTo>
                    <a:pt x="44" y="70"/>
                    <a:pt x="51" y="48"/>
                    <a:pt x="68" y="45"/>
                  </a:cubicBezTo>
                  <a:cubicBezTo>
                    <a:pt x="86" y="42"/>
                    <a:pt x="98" y="61"/>
                    <a:pt x="108" y="73"/>
                  </a:cubicBezTo>
                  <a:cubicBezTo>
                    <a:pt x="122" y="90"/>
                    <a:pt x="135" y="103"/>
                    <a:pt x="157" y="112"/>
                  </a:cubicBezTo>
                  <a:cubicBezTo>
                    <a:pt x="196" y="127"/>
                    <a:pt x="237" y="127"/>
                    <a:pt x="277" y="137"/>
                  </a:cubicBezTo>
                  <a:cubicBezTo>
                    <a:pt x="313" y="145"/>
                    <a:pt x="336" y="183"/>
                    <a:pt x="324" y="217"/>
                  </a:cubicBezTo>
                  <a:cubicBezTo>
                    <a:pt x="336" y="211"/>
                    <a:pt x="336" y="200"/>
                    <a:pt x="335" y="190"/>
                  </a:cubicBezTo>
                  <a:cubicBezTo>
                    <a:pt x="343" y="187"/>
                    <a:pt x="348" y="169"/>
                    <a:pt x="354" y="166"/>
                  </a:cubicBezTo>
                  <a:cubicBezTo>
                    <a:pt x="360" y="162"/>
                    <a:pt x="380" y="172"/>
                    <a:pt x="386" y="174"/>
                  </a:cubicBezTo>
                  <a:cubicBezTo>
                    <a:pt x="400" y="178"/>
                    <a:pt x="411" y="190"/>
                    <a:pt x="426" y="195"/>
                  </a:cubicBezTo>
                  <a:cubicBezTo>
                    <a:pt x="460" y="207"/>
                    <a:pt x="498" y="212"/>
                    <a:pt x="534" y="219"/>
                  </a:cubicBezTo>
                  <a:cubicBezTo>
                    <a:pt x="581" y="227"/>
                    <a:pt x="629" y="233"/>
                    <a:pt x="677" y="241"/>
                  </a:cubicBezTo>
                  <a:cubicBezTo>
                    <a:pt x="692" y="244"/>
                    <a:pt x="720" y="246"/>
                    <a:pt x="728" y="261"/>
                  </a:cubicBezTo>
                  <a:cubicBezTo>
                    <a:pt x="735" y="273"/>
                    <a:pt x="740" y="289"/>
                    <a:pt x="728" y="311"/>
                  </a:cubicBezTo>
                  <a:cubicBezTo>
                    <a:pt x="737" y="305"/>
                    <a:pt x="752" y="291"/>
                    <a:pt x="752" y="280"/>
                  </a:cubicBezTo>
                  <a:cubicBezTo>
                    <a:pt x="760" y="250"/>
                    <a:pt x="805" y="266"/>
                    <a:pt x="826" y="273"/>
                  </a:cubicBezTo>
                  <a:cubicBezTo>
                    <a:pt x="842" y="279"/>
                    <a:pt x="858" y="285"/>
                    <a:pt x="875" y="287"/>
                  </a:cubicBezTo>
                  <a:cubicBezTo>
                    <a:pt x="891" y="289"/>
                    <a:pt x="906" y="287"/>
                    <a:pt x="922" y="290"/>
                  </a:cubicBezTo>
                  <a:cubicBezTo>
                    <a:pt x="959" y="295"/>
                    <a:pt x="1021" y="284"/>
                    <a:pt x="1059" y="282"/>
                  </a:cubicBezTo>
                  <a:cubicBezTo>
                    <a:pt x="1076" y="281"/>
                    <a:pt x="1091" y="299"/>
                    <a:pt x="1095" y="320"/>
                  </a:cubicBezTo>
                  <a:cubicBezTo>
                    <a:pt x="1094" y="308"/>
                    <a:pt x="1093" y="298"/>
                    <a:pt x="1090" y="290"/>
                  </a:cubicBezTo>
                  <a:cubicBezTo>
                    <a:pt x="1085" y="281"/>
                    <a:pt x="1079" y="275"/>
                    <a:pt x="1070" y="275"/>
                  </a:cubicBezTo>
                  <a:close/>
                </a:path>
              </a:pathLst>
            </a:custGeom>
            <a:solidFill>
              <a:srgbClr val="A9A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41">
              <a:extLst>
                <a:ext uri="{FF2B5EF4-FFF2-40B4-BE49-F238E27FC236}">
                  <a16:creationId xmlns:a16="http://schemas.microsoft.com/office/drawing/2014/main" id="{DC4964E9-240E-4B1C-B91B-8C7EFF7B9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229"/>
              <a:ext cx="568" cy="158"/>
            </a:xfrm>
            <a:custGeom>
              <a:avLst/>
              <a:gdLst>
                <a:gd name="T0" fmla="*/ 33 w 227"/>
                <a:gd name="T1" fmla="*/ 56 h 59"/>
                <a:gd name="T2" fmla="*/ 550 w 227"/>
                <a:gd name="T3" fmla="*/ 538 h 59"/>
                <a:gd name="T4" fmla="*/ 1096 w 227"/>
                <a:gd name="T5" fmla="*/ 747 h 59"/>
                <a:gd name="T6" fmla="*/ 2067 w 227"/>
                <a:gd name="T7" fmla="*/ 902 h 59"/>
                <a:gd name="T8" fmla="*/ 3055 w 227"/>
                <a:gd name="T9" fmla="*/ 983 h 59"/>
                <a:gd name="T10" fmla="*/ 3443 w 227"/>
                <a:gd name="T11" fmla="*/ 983 h 59"/>
                <a:gd name="T12" fmla="*/ 3431 w 227"/>
                <a:gd name="T13" fmla="*/ 56 h 59"/>
                <a:gd name="T14" fmla="*/ 3068 w 227"/>
                <a:gd name="T15" fmla="*/ 747 h 59"/>
                <a:gd name="T16" fmla="*/ 2535 w 227"/>
                <a:gd name="T17" fmla="*/ 675 h 59"/>
                <a:gd name="T18" fmla="*/ 1909 w 227"/>
                <a:gd name="T19" fmla="*/ 675 h 59"/>
                <a:gd name="T20" fmla="*/ 863 w 227"/>
                <a:gd name="T21" fmla="*/ 479 h 59"/>
                <a:gd name="T22" fmla="*/ 0 w 227"/>
                <a:gd name="T23" fmla="*/ 0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7" h="59">
                  <a:moveTo>
                    <a:pt x="2" y="3"/>
                  </a:moveTo>
                  <a:cubicBezTo>
                    <a:pt x="12" y="15"/>
                    <a:pt x="21" y="23"/>
                    <a:pt x="35" y="28"/>
                  </a:cubicBezTo>
                  <a:cubicBezTo>
                    <a:pt x="46" y="32"/>
                    <a:pt x="57" y="37"/>
                    <a:pt x="70" y="39"/>
                  </a:cubicBezTo>
                  <a:cubicBezTo>
                    <a:pt x="90" y="44"/>
                    <a:pt x="111" y="45"/>
                    <a:pt x="132" y="47"/>
                  </a:cubicBezTo>
                  <a:cubicBezTo>
                    <a:pt x="153" y="48"/>
                    <a:pt x="174" y="48"/>
                    <a:pt x="195" y="51"/>
                  </a:cubicBezTo>
                  <a:cubicBezTo>
                    <a:pt x="204" y="53"/>
                    <a:pt x="213" y="59"/>
                    <a:pt x="220" y="51"/>
                  </a:cubicBezTo>
                  <a:cubicBezTo>
                    <a:pt x="227" y="42"/>
                    <a:pt x="222" y="12"/>
                    <a:pt x="219" y="3"/>
                  </a:cubicBezTo>
                  <a:cubicBezTo>
                    <a:pt x="214" y="18"/>
                    <a:pt x="217" y="38"/>
                    <a:pt x="196" y="39"/>
                  </a:cubicBezTo>
                  <a:cubicBezTo>
                    <a:pt x="184" y="39"/>
                    <a:pt x="173" y="35"/>
                    <a:pt x="162" y="35"/>
                  </a:cubicBezTo>
                  <a:cubicBezTo>
                    <a:pt x="148" y="33"/>
                    <a:pt x="135" y="36"/>
                    <a:pt x="122" y="35"/>
                  </a:cubicBezTo>
                  <a:cubicBezTo>
                    <a:pt x="100" y="32"/>
                    <a:pt x="76" y="30"/>
                    <a:pt x="55" y="25"/>
                  </a:cubicBezTo>
                  <a:cubicBezTo>
                    <a:pt x="36" y="20"/>
                    <a:pt x="13" y="13"/>
                    <a:pt x="0" y="0"/>
                  </a:cubicBezTo>
                </a:path>
              </a:pathLst>
            </a:custGeom>
            <a:solidFill>
              <a:srgbClr val="A9A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42">
              <a:extLst>
                <a:ext uri="{FF2B5EF4-FFF2-40B4-BE49-F238E27FC236}">
                  <a16:creationId xmlns:a16="http://schemas.microsoft.com/office/drawing/2014/main" id="{AEC33871-8F62-494F-985A-8967BE455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808"/>
              <a:ext cx="218" cy="104"/>
            </a:xfrm>
            <a:custGeom>
              <a:avLst/>
              <a:gdLst>
                <a:gd name="T0" fmla="*/ 0 w 87"/>
                <a:gd name="T1" fmla="*/ 397 h 39"/>
                <a:gd name="T2" fmla="*/ 722 w 87"/>
                <a:gd name="T3" fmla="*/ 192 h 39"/>
                <a:gd name="T4" fmla="*/ 1368 w 87"/>
                <a:gd name="T5" fmla="*/ 93 h 39"/>
                <a:gd name="T6" fmla="*/ 1035 w 87"/>
                <a:gd name="T7" fmla="*/ 739 h 39"/>
                <a:gd name="T8" fmla="*/ 930 w 87"/>
                <a:gd name="T9" fmla="*/ 264 h 39"/>
                <a:gd name="T10" fmla="*/ 50 w 87"/>
                <a:gd name="T11" fmla="*/ 376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39">
                  <a:moveTo>
                    <a:pt x="0" y="21"/>
                  </a:moveTo>
                  <a:cubicBezTo>
                    <a:pt x="15" y="22"/>
                    <a:pt x="32" y="14"/>
                    <a:pt x="46" y="10"/>
                  </a:cubicBezTo>
                  <a:cubicBezTo>
                    <a:pt x="55" y="7"/>
                    <a:pt x="80" y="0"/>
                    <a:pt x="87" y="5"/>
                  </a:cubicBezTo>
                  <a:cubicBezTo>
                    <a:pt x="77" y="13"/>
                    <a:pt x="68" y="26"/>
                    <a:pt x="66" y="39"/>
                  </a:cubicBezTo>
                  <a:cubicBezTo>
                    <a:pt x="69" y="26"/>
                    <a:pt x="75" y="15"/>
                    <a:pt x="59" y="14"/>
                  </a:cubicBezTo>
                  <a:cubicBezTo>
                    <a:pt x="46" y="12"/>
                    <a:pt x="15" y="25"/>
                    <a:pt x="3" y="20"/>
                  </a:cubicBezTo>
                </a:path>
              </a:pathLst>
            </a:custGeom>
            <a:solidFill>
              <a:srgbClr val="EB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43">
              <a:extLst>
                <a:ext uri="{FF2B5EF4-FFF2-40B4-BE49-F238E27FC236}">
                  <a16:creationId xmlns:a16="http://schemas.microsoft.com/office/drawing/2014/main" id="{415B0F8E-ABEE-4FF9-B2BC-4E77437DC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560"/>
              <a:ext cx="292" cy="208"/>
            </a:xfrm>
            <a:custGeom>
              <a:avLst/>
              <a:gdLst>
                <a:gd name="T0" fmla="*/ 155 w 117"/>
                <a:gd name="T1" fmla="*/ 0 h 78"/>
                <a:gd name="T2" fmla="*/ 30 w 117"/>
                <a:gd name="T3" fmla="*/ 683 h 78"/>
                <a:gd name="T4" fmla="*/ 759 w 117"/>
                <a:gd name="T5" fmla="*/ 989 h 78"/>
                <a:gd name="T6" fmla="*/ 1819 w 117"/>
                <a:gd name="T7" fmla="*/ 1480 h 78"/>
                <a:gd name="T8" fmla="*/ 759 w 117"/>
                <a:gd name="T9" fmla="*/ 797 h 78"/>
                <a:gd name="T10" fmla="*/ 200 w 117"/>
                <a:gd name="T11" fmla="*/ 533 h 78"/>
                <a:gd name="T12" fmla="*/ 155 w 117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78">
                  <a:moveTo>
                    <a:pt x="10" y="0"/>
                  </a:moveTo>
                  <a:cubicBezTo>
                    <a:pt x="11" y="15"/>
                    <a:pt x="4" y="28"/>
                    <a:pt x="2" y="36"/>
                  </a:cubicBezTo>
                  <a:cubicBezTo>
                    <a:pt x="0" y="44"/>
                    <a:pt x="21" y="37"/>
                    <a:pt x="49" y="52"/>
                  </a:cubicBezTo>
                  <a:cubicBezTo>
                    <a:pt x="77" y="67"/>
                    <a:pt x="92" y="72"/>
                    <a:pt x="117" y="78"/>
                  </a:cubicBezTo>
                  <a:cubicBezTo>
                    <a:pt x="93" y="71"/>
                    <a:pt x="64" y="51"/>
                    <a:pt x="49" y="42"/>
                  </a:cubicBezTo>
                  <a:cubicBezTo>
                    <a:pt x="34" y="33"/>
                    <a:pt x="13" y="37"/>
                    <a:pt x="13" y="28"/>
                  </a:cubicBezTo>
                  <a:cubicBezTo>
                    <a:pt x="13" y="19"/>
                    <a:pt x="14" y="4"/>
                    <a:pt x="10" y="0"/>
                  </a:cubicBezTo>
                  <a:close/>
                </a:path>
              </a:pathLst>
            </a:custGeom>
            <a:solidFill>
              <a:srgbClr val="EB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44">
              <a:extLst>
                <a:ext uri="{FF2B5EF4-FFF2-40B4-BE49-F238E27FC236}">
                  <a16:creationId xmlns:a16="http://schemas.microsoft.com/office/drawing/2014/main" id="{ABAC235F-6960-4246-BC58-DE940A4A5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635"/>
              <a:ext cx="148" cy="149"/>
            </a:xfrm>
            <a:custGeom>
              <a:avLst/>
              <a:gdLst>
                <a:gd name="T0" fmla="*/ 0 w 59"/>
                <a:gd name="T1" fmla="*/ 1054 h 56"/>
                <a:gd name="T2" fmla="*/ 775 w 59"/>
                <a:gd name="T3" fmla="*/ 921 h 56"/>
                <a:gd name="T4" fmla="*/ 788 w 59"/>
                <a:gd name="T5" fmla="*/ 0 h 56"/>
                <a:gd name="T6" fmla="*/ 692 w 59"/>
                <a:gd name="T7" fmla="*/ 806 h 56"/>
                <a:gd name="T8" fmla="*/ 0 w 59"/>
                <a:gd name="T9" fmla="*/ 105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6">
                  <a:moveTo>
                    <a:pt x="0" y="56"/>
                  </a:moveTo>
                  <a:cubicBezTo>
                    <a:pt x="21" y="52"/>
                    <a:pt x="39" y="49"/>
                    <a:pt x="49" y="49"/>
                  </a:cubicBezTo>
                  <a:cubicBezTo>
                    <a:pt x="59" y="49"/>
                    <a:pt x="59" y="21"/>
                    <a:pt x="50" y="0"/>
                  </a:cubicBezTo>
                  <a:cubicBezTo>
                    <a:pt x="55" y="15"/>
                    <a:pt x="52" y="40"/>
                    <a:pt x="44" y="43"/>
                  </a:cubicBezTo>
                  <a:cubicBezTo>
                    <a:pt x="36" y="46"/>
                    <a:pt x="6" y="51"/>
                    <a:pt x="0" y="56"/>
                  </a:cubicBezTo>
                  <a:close/>
                </a:path>
              </a:pathLst>
            </a:custGeom>
            <a:solidFill>
              <a:srgbClr val="EB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45">
              <a:extLst>
                <a:ext uri="{FF2B5EF4-FFF2-40B4-BE49-F238E27FC236}">
                  <a16:creationId xmlns:a16="http://schemas.microsoft.com/office/drawing/2014/main" id="{DA909DEF-D6E2-4A19-B722-04B6D275C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723"/>
              <a:ext cx="323" cy="18"/>
            </a:xfrm>
            <a:custGeom>
              <a:avLst/>
              <a:gdLst>
                <a:gd name="T0" fmla="*/ 0 w 129"/>
                <a:gd name="T1" fmla="*/ 21 h 7"/>
                <a:gd name="T2" fmla="*/ 2026 w 12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7">
                  <a:moveTo>
                    <a:pt x="0" y="1"/>
                  </a:moveTo>
                  <a:cubicBezTo>
                    <a:pt x="27" y="7"/>
                    <a:pt x="110" y="6"/>
                    <a:pt x="129" y="0"/>
                  </a:cubicBezTo>
                </a:path>
              </a:pathLst>
            </a:custGeom>
            <a:solidFill>
              <a:srgbClr val="EB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46">
              <a:extLst>
                <a:ext uri="{FF2B5EF4-FFF2-40B4-BE49-F238E27FC236}">
                  <a16:creationId xmlns:a16="http://schemas.microsoft.com/office/drawing/2014/main" id="{1A42BDB4-CFC9-400B-891C-CA3103EF6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344"/>
              <a:ext cx="723" cy="264"/>
            </a:xfrm>
            <a:custGeom>
              <a:avLst/>
              <a:gdLst>
                <a:gd name="T0" fmla="*/ 0 w 289"/>
                <a:gd name="T1" fmla="*/ 0 h 99"/>
                <a:gd name="T2" fmla="*/ 1176 w 289"/>
                <a:gd name="T3" fmla="*/ 264 h 99"/>
                <a:gd name="T4" fmla="*/ 2772 w 289"/>
                <a:gd name="T5" fmla="*/ 739 h 99"/>
                <a:gd name="T6" fmla="*/ 4526 w 289"/>
                <a:gd name="T7" fmla="*/ 1877 h 99"/>
                <a:gd name="T8" fmla="*/ 2692 w 289"/>
                <a:gd name="T9" fmla="*/ 853 h 99"/>
                <a:gd name="T10" fmla="*/ 1096 w 289"/>
                <a:gd name="T11" fmla="*/ 397 h 99"/>
                <a:gd name="T12" fmla="*/ 0 w 289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9" h="99">
                  <a:moveTo>
                    <a:pt x="0" y="0"/>
                  </a:moveTo>
                  <a:cubicBezTo>
                    <a:pt x="26" y="11"/>
                    <a:pt x="51" y="11"/>
                    <a:pt x="75" y="14"/>
                  </a:cubicBezTo>
                  <a:cubicBezTo>
                    <a:pt x="99" y="17"/>
                    <a:pt x="139" y="18"/>
                    <a:pt x="177" y="39"/>
                  </a:cubicBezTo>
                  <a:cubicBezTo>
                    <a:pt x="215" y="60"/>
                    <a:pt x="271" y="92"/>
                    <a:pt x="289" y="99"/>
                  </a:cubicBezTo>
                  <a:cubicBezTo>
                    <a:pt x="263" y="91"/>
                    <a:pt x="191" y="55"/>
                    <a:pt x="172" y="45"/>
                  </a:cubicBezTo>
                  <a:cubicBezTo>
                    <a:pt x="153" y="35"/>
                    <a:pt x="97" y="25"/>
                    <a:pt x="70" y="21"/>
                  </a:cubicBezTo>
                  <a:cubicBezTo>
                    <a:pt x="43" y="17"/>
                    <a:pt x="5" y="5"/>
                    <a:pt x="0" y="0"/>
                  </a:cubicBezTo>
                  <a:close/>
                </a:path>
              </a:pathLst>
            </a:custGeom>
            <a:solidFill>
              <a:srgbClr val="EB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47">
              <a:extLst>
                <a:ext uri="{FF2B5EF4-FFF2-40B4-BE49-F238E27FC236}">
                  <a16:creationId xmlns:a16="http://schemas.microsoft.com/office/drawing/2014/main" id="{22B5C470-26DC-4344-874F-9A640BC05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061"/>
              <a:ext cx="468" cy="182"/>
            </a:xfrm>
            <a:custGeom>
              <a:avLst/>
              <a:gdLst>
                <a:gd name="T0" fmla="*/ 0 w 187"/>
                <a:gd name="T1" fmla="*/ 0 h 68"/>
                <a:gd name="T2" fmla="*/ 1492 w 187"/>
                <a:gd name="T3" fmla="*/ 731 h 68"/>
                <a:gd name="T4" fmla="*/ 2931 w 187"/>
                <a:gd name="T5" fmla="*/ 1303 h 68"/>
                <a:gd name="T6" fmla="*/ 1459 w 187"/>
                <a:gd name="T7" fmla="*/ 881 h 68"/>
                <a:gd name="T8" fmla="*/ 0 w 187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68">
                  <a:moveTo>
                    <a:pt x="0" y="0"/>
                  </a:moveTo>
                  <a:cubicBezTo>
                    <a:pt x="17" y="19"/>
                    <a:pt x="54" y="32"/>
                    <a:pt x="95" y="38"/>
                  </a:cubicBezTo>
                  <a:cubicBezTo>
                    <a:pt x="136" y="44"/>
                    <a:pt x="172" y="44"/>
                    <a:pt x="187" y="68"/>
                  </a:cubicBezTo>
                  <a:cubicBezTo>
                    <a:pt x="170" y="54"/>
                    <a:pt x="132" y="49"/>
                    <a:pt x="93" y="46"/>
                  </a:cubicBezTo>
                  <a:cubicBezTo>
                    <a:pt x="54" y="43"/>
                    <a:pt x="6" y="16"/>
                    <a:pt x="0" y="0"/>
                  </a:cubicBezTo>
                  <a:close/>
                </a:path>
              </a:pathLst>
            </a:custGeom>
            <a:solidFill>
              <a:srgbClr val="EB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48">
              <a:extLst>
                <a:ext uri="{FF2B5EF4-FFF2-40B4-BE49-F238E27FC236}">
                  <a16:creationId xmlns:a16="http://schemas.microsoft.com/office/drawing/2014/main" id="{586D9819-0CF6-4CB3-8062-9B0C819DC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301"/>
              <a:ext cx="200" cy="78"/>
            </a:xfrm>
            <a:custGeom>
              <a:avLst/>
              <a:gdLst>
                <a:gd name="T0" fmla="*/ 0 w 80"/>
                <a:gd name="T1" fmla="*/ 0 h 29"/>
                <a:gd name="T2" fmla="*/ 1250 w 80"/>
                <a:gd name="T3" fmla="*/ 56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29">
                  <a:moveTo>
                    <a:pt x="0" y="0"/>
                  </a:moveTo>
                  <a:cubicBezTo>
                    <a:pt x="24" y="15"/>
                    <a:pt x="54" y="25"/>
                    <a:pt x="80" y="29"/>
                  </a:cubicBezTo>
                </a:path>
              </a:pathLst>
            </a:custGeom>
            <a:solidFill>
              <a:srgbClr val="EB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49">
              <a:extLst>
                <a:ext uri="{FF2B5EF4-FFF2-40B4-BE49-F238E27FC236}">
                  <a16:creationId xmlns:a16="http://schemas.microsoft.com/office/drawing/2014/main" id="{B9F144A2-9DFB-4667-AA87-1E49870AC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037"/>
              <a:ext cx="165" cy="310"/>
            </a:xfrm>
            <a:custGeom>
              <a:avLst/>
              <a:gdLst>
                <a:gd name="T0" fmla="*/ 158 w 66"/>
                <a:gd name="T1" fmla="*/ 0 h 116"/>
                <a:gd name="T2" fmla="*/ 770 w 66"/>
                <a:gd name="T3" fmla="*/ 2063 h 116"/>
                <a:gd name="T4" fmla="*/ 1033 w 66"/>
                <a:gd name="T5" fmla="*/ 2213 h 116"/>
                <a:gd name="T6" fmla="*/ 363 w 66"/>
                <a:gd name="T7" fmla="*/ 842 h 116"/>
                <a:gd name="T8" fmla="*/ 550 w 66"/>
                <a:gd name="T9" fmla="*/ 2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16">
                  <a:moveTo>
                    <a:pt x="10" y="0"/>
                  </a:moveTo>
                  <a:cubicBezTo>
                    <a:pt x="3" y="20"/>
                    <a:pt x="0" y="66"/>
                    <a:pt x="49" y="108"/>
                  </a:cubicBezTo>
                  <a:cubicBezTo>
                    <a:pt x="66" y="116"/>
                    <a:pt x="66" y="116"/>
                    <a:pt x="66" y="116"/>
                  </a:cubicBezTo>
                  <a:cubicBezTo>
                    <a:pt x="55" y="106"/>
                    <a:pt x="27" y="69"/>
                    <a:pt x="23" y="44"/>
                  </a:cubicBezTo>
                  <a:cubicBezTo>
                    <a:pt x="19" y="19"/>
                    <a:pt x="35" y="14"/>
                    <a:pt x="35" y="14"/>
                  </a:cubicBezTo>
                </a:path>
              </a:pathLst>
            </a:custGeom>
            <a:solidFill>
              <a:srgbClr val="A9A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50">
              <a:extLst>
                <a:ext uri="{FF2B5EF4-FFF2-40B4-BE49-F238E27FC236}">
                  <a16:creationId xmlns:a16="http://schemas.microsoft.com/office/drawing/2014/main" id="{1417E771-0FDE-4984-98BA-6E4594B3E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987"/>
              <a:ext cx="93" cy="21"/>
            </a:xfrm>
            <a:custGeom>
              <a:avLst/>
              <a:gdLst>
                <a:gd name="T0" fmla="*/ 588 w 37"/>
                <a:gd name="T1" fmla="*/ 144 h 8"/>
                <a:gd name="T2" fmla="*/ 0 w 37"/>
                <a:gd name="T3" fmla="*/ 55 h 8"/>
                <a:gd name="T4" fmla="*/ 588 w 37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">
                  <a:moveTo>
                    <a:pt x="37" y="8"/>
                  </a:moveTo>
                  <a:cubicBezTo>
                    <a:pt x="20" y="0"/>
                    <a:pt x="1" y="0"/>
                    <a:pt x="0" y="3"/>
                  </a:cubicBezTo>
                  <a:cubicBezTo>
                    <a:pt x="5" y="2"/>
                    <a:pt x="30" y="4"/>
                    <a:pt x="3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51">
              <a:extLst>
                <a:ext uri="{FF2B5EF4-FFF2-40B4-BE49-F238E27FC236}">
                  <a16:creationId xmlns:a16="http://schemas.microsoft.com/office/drawing/2014/main" id="{58E7F02C-F225-4EF1-837D-ADEB898DB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461"/>
              <a:ext cx="77" cy="19"/>
            </a:xfrm>
            <a:custGeom>
              <a:avLst/>
              <a:gdLst>
                <a:gd name="T0" fmla="*/ 474 w 31"/>
                <a:gd name="T1" fmla="*/ 60 h 7"/>
                <a:gd name="T2" fmla="*/ 12 w 31"/>
                <a:gd name="T3" fmla="*/ 141 h 7"/>
                <a:gd name="T4" fmla="*/ 474 w 31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7">
                  <a:moveTo>
                    <a:pt x="31" y="3"/>
                  </a:moveTo>
                  <a:cubicBezTo>
                    <a:pt x="16" y="0"/>
                    <a:pt x="0" y="4"/>
                    <a:pt x="1" y="7"/>
                  </a:cubicBezTo>
                  <a:cubicBezTo>
                    <a:pt x="4" y="5"/>
                    <a:pt x="25" y="2"/>
                    <a:pt x="3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52">
              <a:extLst>
                <a:ext uri="{FF2B5EF4-FFF2-40B4-BE49-F238E27FC236}">
                  <a16:creationId xmlns:a16="http://schemas.microsoft.com/office/drawing/2014/main" id="{EAF4BE98-EB0E-4E40-93B5-A8B98F6CB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517"/>
              <a:ext cx="122" cy="40"/>
            </a:xfrm>
            <a:custGeom>
              <a:avLst/>
              <a:gdLst>
                <a:gd name="T0" fmla="*/ 0 w 49"/>
                <a:gd name="T1" fmla="*/ 21 h 15"/>
                <a:gd name="T2" fmla="*/ 416 w 49"/>
                <a:gd name="T3" fmla="*/ 285 h 15"/>
                <a:gd name="T4" fmla="*/ 757 w 49"/>
                <a:gd name="T5" fmla="*/ 93 h 15"/>
                <a:gd name="T6" fmla="*/ 757 w 49"/>
                <a:gd name="T7" fmla="*/ 93 h 15"/>
                <a:gd name="T8" fmla="*/ 0 w 49"/>
                <a:gd name="T9" fmla="*/ 0 h 15"/>
                <a:gd name="T10" fmla="*/ 0 w 49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5">
                  <a:moveTo>
                    <a:pt x="0" y="1"/>
                  </a:moveTo>
                  <a:cubicBezTo>
                    <a:pt x="4" y="9"/>
                    <a:pt x="16" y="14"/>
                    <a:pt x="27" y="15"/>
                  </a:cubicBezTo>
                  <a:cubicBezTo>
                    <a:pt x="45" y="15"/>
                    <a:pt x="49" y="5"/>
                    <a:pt x="49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34" y="4"/>
                    <a:pt x="18" y="3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79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53">
              <a:extLst>
                <a:ext uri="{FF2B5EF4-FFF2-40B4-BE49-F238E27FC236}">
                  <a16:creationId xmlns:a16="http://schemas.microsoft.com/office/drawing/2014/main" id="{AFD9530B-5BF0-4092-A50C-60A53BF79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032"/>
              <a:ext cx="160" cy="96"/>
            </a:xfrm>
            <a:custGeom>
              <a:avLst/>
              <a:gdLst>
                <a:gd name="T0" fmla="*/ 0 w 64"/>
                <a:gd name="T1" fmla="*/ 0 h 36"/>
                <a:gd name="T2" fmla="*/ 470 w 64"/>
                <a:gd name="T3" fmla="*/ 547 h 36"/>
                <a:gd name="T4" fmla="*/ 1000 w 64"/>
                <a:gd name="T5" fmla="*/ 456 h 36"/>
                <a:gd name="T6" fmla="*/ 0 w 64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6">
                  <a:moveTo>
                    <a:pt x="0" y="0"/>
                  </a:moveTo>
                  <a:cubicBezTo>
                    <a:pt x="0" y="15"/>
                    <a:pt x="14" y="23"/>
                    <a:pt x="30" y="29"/>
                  </a:cubicBezTo>
                  <a:cubicBezTo>
                    <a:pt x="46" y="34"/>
                    <a:pt x="57" y="36"/>
                    <a:pt x="64" y="24"/>
                  </a:cubicBezTo>
                  <a:cubicBezTo>
                    <a:pt x="42" y="19"/>
                    <a:pt x="18" y="11"/>
                    <a:pt x="0" y="0"/>
                  </a:cubicBezTo>
                  <a:close/>
                </a:path>
              </a:pathLst>
            </a:custGeom>
            <a:solidFill>
              <a:srgbClr val="C79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54">
              <a:extLst>
                <a:ext uri="{FF2B5EF4-FFF2-40B4-BE49-F238E27FC236}">
                  <a16:creationId xmlns:a16="http://schemas.microsoft.com/office/drawing/2014/main" id="{886803D6-31DA-43D1-864A-40869DFC0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517"/>
              <a:ext cx="122" cy="40"/>
            </a:xfrm>
            <a:custGeom>
              <a:avLst/>
              <a:gdLst>
                <a:gd name="T0" fmla="*/ 0 w 49"/>
                <a:gd name="T1" fmla="*/ 21 h 15"/>
                <a:gd name="T2" fmla="*/ 416 w 49"/>
                <a:gd name="T3" fmla="*/ 285 h 15"/>
                <a:gd name="T4" fmla="*/ 757 w 49"/>
                <a:gd name="T5" fmla="*/ 93 h 15"/>
                <a:gd name="T6" fmla="*/ 757 w 49"/>
                <a:gd name="T7" fmla="*/ 93 h 15"/>
                <a:gd name="T8" fmla="*/ 0 w 49"/>
                <a:gd name="T9" fmla="*/ 0 h 15"/>
                <a:gd name="T10" fmla="*/ 0 w 49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5">
                  <a:moveTo>
                    <a:pt x="0" y="1"/>
                  </a:moveTo>
                  <a:cubicBezTo>
                    <a:pt x="4" y="9"/>
                    <a:pt x="16" y="14"/>
                    <a:pt x="27" y="15"/>
                  </a:cubicBezTo>
                  <a:cubicBezTo>
                    <a:pt x="45" y="15"/>
                    <a:pt x="49" y="5"/>
                    <a:pt x="49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34" y="4"/>
                    <a:pt x="18" y="3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55">
              <a:extLst>
                <a:ext uri="{FF2B5EF4-FFF2-40B4-BE49-F238E27FC236}">
                  <a16:creationId xmlns:a16="http://schemas.microsoft.com/office/drawing/2014/main" id="{B2D2B4D6-5B3B-44A5-876C-581A1EC5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032"/>
              <a:ext cx="160" cy="96"/>
            </a:xfrm>
            <a:custGeom>
              <a:avLst/>
              <a:gdLst>
                <a:gd name="T0" fmla="*/ 0 w 64"/>
                <a:gd name="T1" fmla="*/ 0 h 36"/>
                <a:gd name="T2" fmla="*/ 470 w 64"/>
                <a:gd name="T3" fmla="*/ 547 h 36"/>
                <a:gd name="T4" fmla="*/ 1000 w 64"/>
                <a:gd name="T5" fmla="*/ 456 h 36"/>
                <a:gd name="T6" fmla="*/ 0 w 64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6">
                  <a:moveTo>
                    <a:pt x="0" y="0"/>
                  </a:moveTo>
                  <a:cubicBezTo>
                    <a:pt x="0" y="15"/>
                    <a:pt x="14" y="23"/>
                    <a:pt x="30" y="29"/>
                  </a:cubicBezTo>
                  <a:cubicBezTo>
                    <a:pt x="46" y="34"/>
                    <a:pt x="57" y="36"/>
                    <a:pt x="64" y="24"/>
                  </a:cubicBezTo>
                  <a:cubicBezTo>
                    <a:pt x="42" y="19"/>
                    <a:pt x="18" y="11"/>
                    <a:pt x="0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56">
              <a:extLst>
                <a:ext uri="{FF2B5EF4-FFF2-40B4-BE49-F238E27FC236}">
                  <a16:creationId xmlns:a16="http://schemas.microsoft.com/office/drawing/2014/main" id="{9F0C784C-B7C8-4CDA-A456-C3A310E89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736"/>
              <a:ext cx="588" cy="141"/>
            </a:xfrm>
            <a:custGeom>
              <a:avLst/>
              <a:gdLst>
                <a:gd name="T0" fmla="*/ 3068 w 235"/>
                <a:gd name="T1" fmla="*/ 865 h 53"/>
                <a:gd name="T2" fmla="*/ 2192 w 235"/>
                <a:gd name="T3" fmla="*/ 601 h 53"/>
                <a:gd name="T4" fmla="*/ 1301 w 235"/>
                <a:gd name="T5" fmla="*/ 418 h 53"/>
                <a:gd name="T6" fmla="*/ 721 w 235"/>
                <a:gd name="T7" fmla="*/ 0 h 53"/>
                <a:gd name="T8" fmla="*/ 0 w 235"/>
                <a:gd name="T9" fmla="*/ 396 h 53"/>
                <a:gd name="T10" fmla="*/ 33 w 235"/>
                <a:gd name="T11" fmla="*/ 418 h 53"/>
                <a:gd name="T12" fmla="*/ 1126 w 235"/>
                <a:gd name="T13" fmla="*/ 623 h 53"/>
                <a:gd name="T14" fmla="*/ 3681 w 235"/>
                <a:gd name="T15" fmla="*/ 998 h 53"/>
                <a:gd name="T16" fmla="*/ 3068 w 235"/>
                <a:gd name="T17" fmla="*/ 865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5" h="53">
                  <a:moveTo>
                    <a:pt x="196" y="46"/>
                  </a:moveTo>
                  <a:cubicBezTo>
                    <a:pt x="178" y="39"/>
                    <a:pt x="158" y="37"/>
                    <a:pt x="140" y="32"/>
                  </a:cubicBezTo>
                  <a:cubicBezTo>
                    <a:pt x="121" y="28"/>
                    <a:pt x="102" y="26"/>
                    <a:pt x="83" y="22"/>
                  </a:cubicBezTo>
                  <a:cubicBezTo>
                    <a:pt x="66" y="19"/>
                    <a:pt x="54" y="15"/>
                    <a:pt x="46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6" y="14"/>
                    <a:pt x="42" y="25"/>
                    <a:pt x="72" y="33"/>
                  </a:cubicBezTo>
                  <a:cubicBezTo>
                    <a:pt x="94" y="39"/>
                    <a:pt x="170" y="46"/>
                    <a:pt x="235" y="53"/>
                  </a:cubicBezTo>
                  <a:cubicBezTo>
                    <a:pt x="222" y="50"/>
                    <a:pt x="208" y="50"/>
                    <a:pt x="196" y="46"/>
                  </a:cubicBezTo>
                  <a:close/>
                </a:path>
              </a:pathLst>
            </a:custGeom>
            <a:solidFill>
              <a:srgbClr val="A9A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57">
              <a:extLst>
                <a:ext uri="{FF2B5EF4-FFF2-40B4-BE49-F238E27FC236}">
                  <a16:creationId xmlns:a16="http://schemas.microsoft.com/office/drawing/2014/main" id="{34368D99-D977-4DFA-B475-CB975F3A4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165"/>
              <a:ext cx="992" cy="222"/>
            </a:xfrm>
            <a:custGeom>
              <a:avLst/>
              <a:gdLst>
                <a:gd name="T0" fmla="*/ 0 w 397"/>
                <a:gd name="T1" fmla="*/ 0 h 83"/>
                <a:gd name="T2" fmla="*/ 6194 w 397"/>
                <a:gd name="T3" fmla="*/ 1589 h 83"/>
                <a:gd name="T4" fmla="*/ 0 w 397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7" h="83">
                  <a:moveTo>
                    <a:pt x="0" y="0"/>
                  </a:moveTo>
                  <a:cubicBezTo>
                    <a:pt x="35" y="16"/>
                    <a:pt x="262" y="72"/>
                    <a:pt x="397" y="83"/>
                  </a:cubicBezTo>
                  <a:cubicBezTo>
                    <a:pt x="345" y="78"/>
                    <a:pt x="50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58">
              <a:extLst>
                <a:ext uri="{FF2B5EF4-FFF2-40B4-BE49-F238E27FC236}">
                  <a16:creationId xmlns:a16="http://schemas.microsoft.com/office/drawing/2014/main" id="{49DC7E4D-58FB-42F2-B997-5ABC3ABA4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632"/>
              <a:ext cx="978" cy="277"/>
            </a:xfrm>
            <a:custGeom>
              <a:avLst/>
              <a:gdLst>
                <a:gd name="T0" fmla="*/ 0 w 391"/>
                <a:gd name="T1" fmla="*/ 0 h 104"/>
                <a:gd name="T2" fmla="*/ 6118 w 391"/>
                <a:gd name="T3" fmla="*/ 1966 h 104"/>
                <a:gd name="T4" fmla="*/ 0 w 39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1" h="104">
                  <a:moveTo>
                    <a:pt x="0" y="0"/>
                  </a:moveTo>
                  <a:cubicBezTo>
                    <a:pt x="34" y="18"/>
                    <a:pt x="257" y="86"/>
                    <a:pt x="391" y="104"/>
                  </a:cubicBezTo>
                  <a:cubicBezTo>
                    <a:pt x="340" y="96"/>
                    <a:pt x="49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59">
              <a:extLst>
                <a:ext uri="{FF2B5EF4-FFF2-40B4-BE49-F238E27FC236}">
                  <a16:creationId xmlns:a16="http://schemas.microsoft.com/office/drawing/2014/main" id="{19E49A46-1D43-4F31-A9B2-E5117AABB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469"/>
              <a:ext cx="70" cy="67"/>
            </a:xfrm>
            <a:custGeom>
              <a:avLst/>
              <a:gdLst>
                <a:gd name="T0" fmla="*/ 0 w 28"/>
                <a:gd name="T1" fmla="*/ 482 h 25"/>
                <a:gd name="T2" fmla="*/ 238 w 28"/>
                <a:gd name="T3" fmla="*/ 0 h 25"/>
                <a:gd name="T4" fmla="*/ 438 w 28"/>
                <a:gd name="T5" fmla="*/ 445 h 25"/>
                <a:gd name="T6" fmla="*/ 113 w 28"/>
                <a:gd name="T7" fmla="*/ 36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5">
                  <a:moveTo>
                    <a:pt x="0" y="25"/>
                  </a:moveTo>
                  <a:cubicBezTo>
                    <a:pt x="4" y="17"/>
                    <a:pt x="8" y="6"/>
                    <a:pt x="15" y="0"/>
                  </a:cubicBezTo>
                  <a:cubicBezTo>
                    <a:pt x="20" y="6"/>
                    <a:pt x="26" y="16"/>
                    <a:pt x="28" y="23"/>
                  </a:cubicBezTo>
                  <a:cubicBezTo>
                    <a:pt x="25" y="14"/>
                    <a:pt x="13" y="11"/>
                    <a:pt x="7" y="19"/>
                  </a:cubicBezTo>
                </a:path>
              </a:pathLst>
            </a:custGeom>
            <a:solidFill>
              <a:srgbClr val="586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60">
              <a:extLst>
                <a:ext uri="{FF2B5EF4-FFF2-40B4-BE49-F238E27FC236}">
                  <a16:creationId xmlns:a16="http://schemas.microsoft.com/office/drawing/2014/main" id="{5673AA36-E916-4C55-85CF-12855C35C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763"/>
              <a:ext cx="35" cy="128"/>
            </a:xfrm>
            <a:custGeom>
              <a:avLst/>
              <a:gdLst>
                <a:gd name="T0" fmla="*/ 50 w 14"/>
                <a:gd name="T1" fmla="*/ 0 h 48"/>
                <a:gd name="T2" fmla="*/ 208 w 14"/>
                <a:gd name="T3" fmla="*/ 341 h 48"/>
                <a:gd name="T4" fmla="*/ 50 w 14"/>
                <a:gd name="T5" fmla="*/ 909 h 48"/>
                <a:gd name="T6" fmla="*/ 0 w 14"/>
                <a:gd name="T7" fmla="*/ 41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8">
                  <a:moveTo>
                    <a:pt x="3" y="0"/>
                  </a:moveTo>
                  <a:cubicBezTo>
                    <a:pt x="6" y="7"/>
                    <a:pt x="12" y="12"/>
                    <a:pt x="13" y="18"/>
                  </a:cubicBezTo>
                  <a:cubicBezTo>
                    <a:pt x="14" y="28"/>
                    <a:pt x="5" y="38"/>
                    <a:pt x="3" y="48"/>
                  </a:cubicBezTo>
                  <a:cubicBezTo>
                    <a:pt x="4" y="42"/>
                    <a:pt x="6" y="25"/>
                    <a:pt x="0" y="22"/>
                  </a:cubicBezTo>
                </a:path>
              </a:pathLst>
            </a:custGeom>
            <a:solidFill>
              <a:srgbClr val="586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61">
              <a:extLst>
                <a:ext uri="{FF2B5EF4-FFF2-40B4-BE49-F238E27FC236}">
                  <a16:creationId xmlns:a16="http://schemas.microsoft.com/office/drawing/2014/main" id="{E4CB02B4-F5A4-4039-8E50-CDD412F35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813"/>
              <a:ext cx="78" cy="115"/>
            </a:xfrm>
            <a:custGeom>
              <a:avLst/>
              <a:gdLst>
                <a:gd name="T0" fmla="*/ 0 w 31"/>
                <a:gd name="T1" fmla="*/ 251 h 43"/>
                <a:gd name="T2" fmla="*/ 272 w 31"/>
                <a:gd name="T3" fmla="*/ 824 h 43"/>
                <a:gd name="T4" fmla="*/ 476 w 31"/>
                <a:gd name="T5" fmla="*/ 444 h 43"/>
                <a:gd name="T6" fmla="*/ 242 w 31"/>
                <a:gd name="T7" fmla="*/ 0 h 43"/>
                <a:gd name="T8" fmla="*/ 272 w 31"/>
                <a:gd name="T9" fmla="*/ 42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3">
                  <a:moveTo>
                    <a:pt x="0" y="13"/>
                  </a:moveTo>
                  <a:cubicBezTo>
                    <a:pt x="11" y="22"/>
                    <a:pt x="14" y="30"/>
                    <a:pt x="17" y="43"/>
                  </a:cubicBezTo>
                  <a:cubicBezTo>
                    <a:pt x="23" y="38"/>
                    <a:pt x="31" y="31"/>
                    <a:pt x="30" y="23"/>
                  </a:cubicBezTo>
                  <a:cubicBezTo>
                    <a:pt x="29" y="15"/>
                    <a:pt x="22" y="4"/>
                    <a:pt x="15" y="0"/>
                  </a:cubicBezTo>
                  <a:cubicBezTo>
                    <a:pt x="18" y="5"/>
                    <a:pt x="25" y="18"/>
                    <a:pt x="17" y="22"/>
                  </a:cubicBezTo>
                </a:path>
              </a:pathLst>
            </a:custGeom>
            <a:solidFill>
              <a:srgbClr val="586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62">
              <a:extLst>
                <a:ext uri="{FF2B5EF4-FFF2-40B4-BE49-F238E27FC236}">
                  <a16:creationId xmlns:a16="http://schemas.microsoft.com/office/drawing/2014/main" id="{2E5AD0F4-77EA-4FCD-A670-1B7097782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808"/>
              <a:ext cx="43" cy="72"/>
            </a:xfrm>
            <a:custGeom>
              <a:avLst/>
              <a:gdLst>
                <a:gd name="T0" fmla="*/ 0 w 17"/>
                <a:gd name="T1" fmla="*/ 136 h 27"/>
                <a:gd name="T2" fmla="*/ 116 w 17"/>
                <a:gd name="T3" fmla="*/ 512 h 27"/>
                <a:gd name="T4" fmla="*/ 255 w 17"/>
                <a:gd name="T5" fmla="*/ 264 h 27"/>
                <a:gd name="T6" fmla="*/ 159 w 17"/>
                <a:gd name="T7" fmla="*/ 0 h 27"/>
                <a:gd name="T8" fmla="*/ 96 w 17"/>
                <a:gd name="T9" fmla="*/ 2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7">
                  <a:moveTo>
                    <a:pt x="0" y="7"/>
                  </a:moveTo>
                  <a:cubicBezTo>
                    <a:pt x="4" y="13"/>
                    <a:pt x="6" y="20"/>
                    <a:pt x="7" y="27"/>
                  </a:cubicBezTo>
                  <a:cubicBezTo>
                    <a:pt x="9" y="24"/>
                    <a:pt x="16" y="18"/>
                    <a:pt x="16" y="14"/>
                  </a:cubicBezTo>
                  <a:cubicBezTo>
                    <a:pt x="17" y="11"/>
                    <a:pt x="11" y="3"/>
                    <a:pt x="10" y="0"/>
                  </a:cubicBezTo>
                  <a:cubicBezTo>
                    <a:pt x="10" y="4"/>
                    <a:pt x="12" y="13"/>
                    <a:pt x="6" y="12"/>
                  </a:cubicBezTo>
                </a:path>
              </a:pathLst>
            </a:custGeom>
            <a:solidFill>
              <a:srgbClr val="F40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63">
              <a:extLst>
                <a:ext uri="{FF2B5EF4-FFF2-40B4-BE49-F238E27FC236}">
                  <a16:creationId xmlns:a16="http://schemas.microsoft.com/office/drawing/2014/main" id="{AD6213E8-7A84-4A26-AB39-59076A2E4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261"/>
              <a:ext cx="45" cy="86"/>
            </a:xfrm>
            <a:custGeom>
              <a:avLst/>
              <a:gdLst>
                <a:gd name="T0" fmla="*/ 0 w 18"/>
                <a:gd name="T1" fmla="*/ 59 h 32"/>
                <a:gd name="T2" fmla="*/ 83 w 18"/>
                <a:gd name="T3" fmla="*/ 621 h 32"/>
                <a:gd name="T4" fmla="*/ 250 w 18"/>
                <a:gd name="T5" fmla="*/ 406 h 32"/>
                <a:gd name="T6" fmla="*/ 175 w 18"/>
                <a:gd name="T7" fmla="*/ 0 h 32"/>
                <a:gd name="T8" fmla="*/ 63 w 18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0" y="3"/>
                  </a:moveTo>
                  <a:cubicBezTo>
                    <a:pt x="1" y="13"/>
                    <a:pt x="3" y="23"/>
                    <a:pt x="5" y="32"/>
                  </a:cubicBezTo>
                  <a:cubicBezTo>
                    <a:pt x="7" y="30"/>
                    <a:pt x="15" y="24"/>
                    <a:pt x="16" y="21"/>
                  </a:cubicBezTo>
                  <a:cubicBezTo>
                    <a:pt x="18" y="16"/>
                    <a:pt x="13" y="4"/>
                    <a:pt x="11" y="0"/>
                  </a:cubicBezTo>
                  <a:cubicBezTo>
                    <a:pt x="11" y="5"/>
                    <a:pt x="13" y="17"/>
                    <a:pt x="4" y="13"/>
                  </a:cubicBezTo>
                </a:path>
              </a:pathLst>
            </a:custGeom>
            <a:solidFill>
              <a:srgbClr val="F40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64">
              <a:extLst>
                <a:ext uri="{FF2B5EF4-FFF2-40B4-BE49-F238E27FC236}">
                  <a16:creationId xmlns:a16="http://schemas.microsoft.com/office/drawing/2014/main" id="{5A362863-43C2-4A5F-B5BA-C408CA4DE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995"/>
              <a:ext cx="55" cy="61"/>
            </a:xfrm>
            <a:custGeom>
              <a:avLst/>
              <a:gdLst>
                <a:gd name="T0" fmla="*/ 95 w 22"/>
                <a:gd name="T1" fmla="*/ 0 h 23"/>
                <a:gd name="T2" fmla="*/ 63 w 22"/>
                <a:gd name="T3" fmla="*/ 260 h 23"/>
                <a:gd name="T4" fmla="*/ 270 w 22"/>
                <a:gd name="T5" fmla="*/ 430 h 23"/>
                <a:gd name="T6" fmla="*/ 345 w 22"/>
                <a:gd name="T7" fmla="*/ 23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3">
                  <a:moveTo>
                    <a:pt x="6" y="0"/>
                  </a:moveTo>
                  <a:cubicBezTo>
                    <a:pt x="3" y="6"/>
                    <a:pt x="0" y="8"/>
                    <a:pt x="4" y="14"/>
                  </a:cubicBezTo>
                  <a:cubicBezTo>
                    <a:pt x="6" y="18"/>
                    <a:pt x="12" y="21"/>
                    <a:pt x="17" y="23"/>
                  </a:cubicBezTo>
                  <a:cubicBezTo>
                    <a:pt x="17" y="19"/>
                    <a:pt x="18" y="14"/>
                    <a:pt x="22" y="13"/>
                  </a:cubicBezTo>
                </a:path>
              </a:pathLst>
            </a:custGeom>
            <a:solidFill>
              <a:srgbClr val="F40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65">
              <a:extLst>
                <a:ext uri="{FF2B5EF4-FFF2-40B4-BE49-F238E27FC236}">
                  <a16:creationId xmlns:a16="http://schemas.microsoft.com/office/drawing/2014/main" id="{1119E537-F930-459A-9B56-36DA5E7E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421"/>
              <a:ext cx="30" cy="72"/>
            </a:xfrm>
            <a:custGeom>
              <a:avLst/>
              <a:gdLst>
                <a:gd name="T0" fmla="*/ 0 w 12"/>
                <a:gd name="T1" fmla="*/ 264 h 27"/>
                <a:gd name="T2" fmla="*/ 175 w 12"/>
                <a:gd name="T3" fmla="*/ 512 h 27"/>
                <a:gd name="T4" fmla="*/ 188 w 12"/>
                <a:gd name="T5" fmla="*/ 136 h 27"/>
                <a:gd name="T6" fmla="*/ 113 w 1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7">
                  <a:moveTo>
                    <a:pt x="0" y="14"/>
                  </a:moveTo>
                  <a:cubicBezTo>
                    <a:pt x="4" y="17"/>
                    <a:pt x="6" y="26"/>
                    <a:pt x="11" y="27"/>
                  </a:cubicBezTo>
                  <a:cubicBezTo>
                    <a:pt x="9" y="20"/>
                    <a:pt x="6" y="13"/>
                    <a:pt x="12" y="7"/>
                  </a:cubicBezTo>
                  <a:cubicBezTo>
                    <a:pt x="10" y="5"/>
                    <a:pt x="8" y="2"/>
                    <a:pt x="7" y="0"/>
                  </a:cubicBezTo>
                </a:path>
              </a:pathLst>
            </a:custGeom>
            <a:solidFill>
              <a:srgbClr val="F40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Line 66">
              <a:extLst>
                <a:ext uri="{FF2B5EF4-FFF2-40B4-BE49-F238E27FC236}">
                  <a16:creationId xmlns:a16="http://schemas.microsoft.com/office/drawing/2014/main" id="{74DB4285-0D53-42A8-92A4-F518BCC739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33" y="1853"/>
              <a:ext cx="72" cy="8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Line 67">
              <a:extLst>
                <a:ext uri="{FF2B5EF4-FFF2-40B4-BE49-F238E27FC236}">
                  <a16:creationId xmlns:a16="http://schemas.microsoft.com/office/drawing/2014/main" id="{36AE2FB7-64F0-428A-9131-E119BC3ADB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43" y="2248"/>
              <a:ext cx="102" cy="11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Line 68">
              <a:extLst>
                <a:ext uri="{FF2B5EF4-FFF2-40B4-BE49-F238E27FC236}">
                  <a16:creationId xmlns:a16="http://schemas.microsoft.com/office/drawing/2014/main" id="{8618256F-FEC4-46D2-B023-3EB2AB1403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73" y="2416"/>
              <a:ext cx="65" cy="1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Line 69">
              <a:extLst>
                <a:ext uri="{FF2B5EF4-FFF2-40B4-BE49-F238E27FC236}">
                  <a16:creationId xmlns:a16="http://schemas.microsoft.com/office/drawing/2014/main" id="{AF3FFADF-E306-463B-9259-00A11ED0C4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0" y="2904"/>
              <a:ext cx="63" cy="1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70">
              <a:extLst>
                <a:ext uri="{FF2B5EF4-FFF2-40B4-BE49-F238E27FC236}">
                  <a16:creationId xmlns:a16="http://schemas.microsoft.com/office/drawing/2014/main" id="{731DC3F2-F4BA-4116-93C8-49A343580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901"/>
              <a:ext cx="150" cy="83"/>
            </a:xfrm>
            <a:custGeom>
              <a:avLst/>
              <a:gdLst>
                <a:gd name="T0" fmla="*/ 595 w 60"/>
                <a:gd name="T1" fmla="*/ 444 h 31"/>
                <a:gd name="T2" fmla="*/ 125 w 60"/>
                <a:gd name="T3" fmla="*/ 209 h 31"/>
                <a:gd name="T4" fmla="*/ 738 w 60"/>
                <a:gd name="T5" fmla="*/ 171 h 31"/>
                <a:gd name="T6" fmla="*/ 875 w 60"/>
                <a:gd name="T7" fmla="*/ 517 h 31"/>
                <a:gd name="T8" fmla="*/ 595 w 60"/>
                <a:gd name="T9" fmla="*/ 44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1">
                  <a:moveTo>
                    <a:pt x="38" y="23"/>
                  </a:moveTo>
                  <a:cubicBezTo>
                    <a:pt x="38" y="23"/>
                    <a:pt x="0" y="22"/>
                    <a:pt x="8" y="11"/>
                  </a:cubicBezTo>
                  <a:cubicBezTo>
                    <a:pt x="16" y="0"/>
                    <a:pt x="47" y="9"/>
                    <a:pt x="47" y="9"/>
                  </a:cubicBezTo>
                  <a:cubicBezTo>
                    <a:pt x="49" y="11"/>
                    <a:pt x="60" y="22"/>
                    <a:pt x="56" y="27"/>
                  </a:cubicBezTo>
                  <a:cubicBezTo>
                    <a:pt x="52" y="31"/>
                    <a:pt x="45" y="28"/>
                    <a:pt x="38" y="2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71">
              <a:extLst>
                <a:ext uri="{FF2B5EF4-FFF2-40B4-BE49-F238E27FC236}">
                  <a16:creationId xmlns:a16="http://schemas.microsoft.com/office/drawing/2014/main" id="{04DB6064-AA75-4C26-9D1D-397283E06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203"/>
              <a:ext cx="78" cy="114"/>
            </a:xfrm>
            <a:custGeom>
              <a:avLst/>
              <a:gdLst>
                <a:gd name="T0" fmla="*/ 126 w 31"/>
                <a:gd name="T1" fmla="*/ 668 h 43"/>
                <a:gd name="T2" fmla="*/ 83 w 31"/>
                <a:gd name="T3" fmla="*/ 34 h 43"/>
                <a:gd name="T4" fmla="*/ 347 w 31"/>
                <a:gd name="T5" fmla="*/ 408 h 43"/>
                <a:gd name="T6" fmla="*/ 463 w 31"/>
                <a:gd name="T7" fmla="*/ 634 h 43"/>
                <a:gd name="T8" fmla="*/ 126 w 31"/>
                <a:gd name="T9" fmla="*/ 66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3">
                  <a:moveTo>
                    <a:pt x="8" y="36"/>
                  </a:moveTo>
                  <a:cubicBezTo>
                    <a:pt x="0" y="21"/>
                    <a:pt x="1" y="5"/>
                    <a:pt x="5" y="2"/>
                  </a:cubicBezTo>
                  <a:cubicBezTo>
                    <a:pt x="9" y="0"/>
                    <a:pt x="17" y="11"/>
                    <a:pt x="22" y="22"/>
                  </a:cubicBezTo>
                  <a:cubicBezTo>
                    <a:pt x="28" y="24"/>
                    <a:pt x="31" y="30"/>
                    <a:pt x="29" y="34"/>
                  </a:cubicBezTo>
                  <a:cubicBezTo>
                    <a:pt x="26" y="38"/>
                    <a:pt x="17" y="43"/>
                    <a:pt x="8" y="3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72">
              <a:extLst>
                <a:ext uri="{FF2B5EF4-FFF2-40B4-BE49-F238E27FC236}">
                  <a16:creationId xmlns:a16="http://schemas.microsoft.com/office/drawing/2014/main" id="{FAC2F9A9-199D-4D79-8C89-B1102C380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707"/>
              <a:ext cx="557" cy="656"/>
            </a:xfrm>
            <a:custGeom>
              <a:avLst/>
              <a:gdLst>
                <a:gd name="T0" fmla="*/ 854 w 223"/>
                <a:gd name="T1" fmla="*/ 1059 h 246"/>
                <a:gd name="T2" fmla="*/ 574 w 223"/>
                <a:gd name="T3" fmla="*/ 4664 h 246"/>
                <a:gd name="T4" fmla="*/ 792 w 223"/>
                <a:gd name="T5" fmla="*/ 4381 h 246"/>
                <a:gd name="T6" fmla="*/ 1104 w 223"/>
                <a:gd name="T7" fmla="*/ 1288 h 246"/>
                <a:gd name="T8" fmla="*/ 2415 w 223"/>
                <a:gd name="T9" fmla="*/ 435 h 246"/>
                <a:gd name="T10" fmla="*/ 3287 w 223"/>
                <a:gd name="T11" fmla="*/ 1251 h 246"/>
                <a:gd name="T12" fmla="*/ 3474 w 223"/>
                <a:gd name="T13" fmla="*/ 1024 h 246"/>
                <a:gd name="T14" fmla="*/ 2445 w 223"/>
                <a:gd name="T15" fmla="*/ 56 h 246"/>
                <a:gd name="T16" fmla="*/ 854 w 223"/>
                <a:gd name="T17" fmla="*/ 1059 h 2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46">
                  <a:moveTo>
                    <a:pt x="55" y="56"/>
                  </a:moveTo>
                  <a:cubicBezTo>
                    <a:pt x="0" y="133"/>
                    <a:pt x="35" y="241"/>
                    <a:pt x="37" y="246"/>
                  </a:cubicBezTo>
                  <a:cubicBezTo>
                    <a:pt x="51" y="231"/>
                    <a:pt x="51" y="231"/>
                    <a:pt x="51" y="231"/>
                  </a:cubicBezTo>
                  <a:cubicBezTo>
                    <a:pt x="51" y="230"/>
                    <a:pt x="22" y="137"/>
                    <a:pt x="71" y="68"/>
                  </a:cubicBezTo>
                  <a:cubicBezTo>
                    <a:pt x="95" y="34"/>
                    <a:pt x="126" y="20"/>
                    <a:pt x="155" y="23"/>
                  </a:cubicBezTo>
                  <a:cubicBezTo>
                    <a:pt x="182" y="25"/>
                    <a:pt x="204" y="36"/>
                    <a:pt x="211" y="66"/>
                  </a:cubicBezTo>
                  <a:cubicBezTo>
                    <a:pt x="223" y="54"/>
                    <a:pt x="223" y="54"/>
                    <a:pt x="223" y="54"/>
                  </a:cubicBezTo>
                  <a:cubicBezTo>
                    <a:pt x="212" y="22"/>
                    <a:pt x="190" y="8"/>
                    <a:pt x="157" y="3"/>
                  </a:cubicBezTo>
                  <a:cubicBezTo>
                    <a:pt x="135" y="0"/>
                    <a:pt x="94" y="3"/>
                    <a:pt x="55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73">
              <a:extLst>
                <a:ext uri="{FF2B5EF4-FFF2-40B4-BE49-F238E27FC236}">
                  <a16:creationId xmlns:a16="http://schemas.microsoft.com/office/drawing/2014/main" id="{F9C6F52C-F35B-479E-865D-DF31A69C1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416"/>
              <a:ext cx="458" cy="707"/>
            </a:xfrm>
            <a:custGeom>
              <a:avLst/>
              <a:gdLst>
                <a:gd name="T0" fmla="*/ 2097 w 183"/>
                <a:gd name="T1" fmla="*/ 0 h 265"/>
                <a:gd name="T2" fmla="*/ 1960 w 183"/>
                <a:gd name="T3" fmla="*/ 307 h 265"/>
                <a:gd name="T4" fmla="*/ 2350 w 183"/>
                <a:gd name="T5" fmla="*/ 2927 h 265"/>
                <a:gd name="T6" fmla="*/ 1334 w 183"/>
                <a:gd name="T7" fmla="*/ 4519 h 265"/>
                <a:gd name="T8" fmla="*/ 158 w 183"/>
                <a:gd name="T9" fmla="*/ 4063 h 265"/>
                <a:gd name="T10" fmla="*/ 0 w 183"/>
                <a:gd name="T11" fmla="*/ 4370 h 265"/>
                <a:gd name="T12" fmla="*/ 1429 w 183"/>
                <a:gd name="T13" fmla="*/ 4882 h 265"/>
                <a:gd name="T14" fmla="*/ 2630 w 183"/>
                <a:gd name="T15" fmla="*/ 2961 h 265"/>
                <a:gd name="T16" fmla="*/ 2097 w 183"/>
                <a:gd name="T17" fmla="*/ 0 h 2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265">
                  <a:moveTo>
                    <a:pt x="134" y="0"/>
                  </a:moveTo>
                  <a:cubicBezTo>
                    <a:pt x="125" y="16"/>
                    <a:pt x="125" y="16"/>
                    <a:pt x="125" y="16"/>
                  </a:cubicBezTo>
                  <a:cubicBezTo>
                    <a:pt x="151" y="44"/>
                    <a:pt x="162" y="104"/>
                    <a:pt x="150" y="154"/>
                  </a:cubicBezTo>
                  <a:cubicBezTo>
                    <a:pt x="141" y="194"/>
                    <a:pt x="113" y="231"/>
                    <a:pt x="85" y="238"/>
                  </a:cubicBezTo>
                  <a:cubicBezTo>
                    <a:pt x="59" y="245"/>
                    <a:pt x="27" y="234"/>
                    <a:pt x="10" y="214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23" y="256"/>
                    <a:pt x="58" y="265"/>
                    <a:pt x="91" y="257"/>
                  </a:cubicBezTo>
                  <a:cubicBezTo>
                    <a:pt x="112" y="252"/>
                    <a:pt x="153" y="220"/>
                    <a:pt x="168" y="156"/>
                  </a:cubicBezTo>
                  <a:cubicBezTo>
                    <a:pt x="183" y="96"/>
                    <a:pt x="158" y="28"/>
                    <a:pt x="13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Line 74">
              <a:extLst>
                <a:ext uri="{FF2B5EF4-FFF2-40B4-BE49-F238E27FC236}">
                  <a16:creationId xmlns:a16="http://schemas.microsoft.com/office/drawing/2014/main" id="{CD50B531-55F4-4AC9-A6D2-60A583D8A1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35" y="2907"/>
              <a:ext cx="43" cy="8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75">
              <a:extLst>
                <a:ext uri="{FF2B5EF4-FFF2-40B4-BE49-F238E27FC236}">
                  <a16:creationId xmlns:a16="http://schemas.microsoft.com/office/drawing/2014/main" id="{5B662312-95CF-48AD-89AC-2ADE48E07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323"/>
              <a:ext cx="2500" cy="706"/>
            </a:xfrm>
            <a:custGeom>
              <a:avLst/>
              <a:gdLst>
                <a:gd name="T0" fmla="*/ 3188 w 1000"/>
                <a:gd name="T1" fmla="*/ 1702 h 265"/>
                <a:gd name="T2" fmla="*/ 220 w 1000"/>
                <a:gd name="T3" fmla="*/ 0 h 265"/>
                <a:gd name="T4" fmla="*/ 0 w 1000"/>
                <a:gd name="T5" fmla="*/ 285 h 265"/>
                <a:gd name="T6" fmla="*/ 3145 w 1000"/>
                <a:gd name="T7" fmla="*/ 1987 h 265"/>
                <a:gd name="T8" fmla="*/ 15488 w 1000"/>
                <a:gd name="T9" fmla="*/ 5011 h 265"/>
                <a:gd name="T10" fmla="*/ 15470 w 1000"/>
                <a:gd name="T11" fmla="*/ 5011 h 265"/>
                <a:gd name="T12" fmla="*/ 15625 w 1000"/>
                <a:gd name="T13" fmla="*/ 4726 h 265"/>
                <a:gd name="T14" fmla="*/ 3188 w 1000"/>
                <a:gd name="T15" fmla="*/ 1702 h 2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0" h="265">
                  <a:moveTo>
                    <a:pt x="204" y="90"/>
                  </a:moveTo>
                  <a:cubicBezTo>
                    <a:pt x="135" y="65"/>
                    <a:pt x="68" y="29"/>
                    <a:pt x="14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7" y="46"/>
                    <a:pt x="125" y="77"/>
                    <a:pt x="201" y="105"/>
                  </a:cubicBezTo>
                  <a:cubicBezTo>
                    <a:pt x="437" y="191"/>
                    <a:pt x="716" y="258"/>
                    <a:pt x="991" y="265"/>
                  </a:cubicBezTo>
                  <a:cubicBezTo>
                    <a:pt x="991" y="265"/>
                    <a:pt x="991" y="265"/>
                    <a:pt x="990" y="265"/>
                  </a:cubicBezTo>
                  <a:cubicBezTo>
                    <a:pt x="1000" y="250"/>
                    <a:pt x="1000" y="250"/>
                    <a:pt x="1000" y="250"/>
                  </a:cubicBezTo>
                  <a:cubicBezTo>
                    <a:pt x="722" y="245"/>
                    <a:pt x="443" y="178"/>
                    <a:pt x="204" y="9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76">
              <a:extLst>
                <a:ext uri="{FF2B5EF4-FFF2-40B4-BE49-F238E27FC236}">
                  <a16:creationId xmlns:a16="http://schemas.microsoft.com/office/drawing/2014/main" id="{92C3B6B7-C6BB-4919-A746-E102E20A51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0" y="1851"/>
              <a:ext cx="2375" cy="682"/>
            </a:xfrm>
            <a:custGeom>
              <a:avLst/>
              <a:gdLst>
                <a:gd name="T0" fmla="*/ 2458 w 950"/>
                <a:gd name="T1" fmla="*/ 1284 h 256"/>
                <a:gd name="T2" fmla="*/ 188 w 950"/>
                <a:gd name="T3" fmla="*/ 0 h 256"/>
                <a:gd name="T4" fmla="*/ 0 w 950"/>
                <a:gd name="T5" fmla="*/ 226 h 256"/>
                <a:gd name="T6" fmla="*/ 2408 w 950"/>
                <a:gd name="T7" fmla="*/ 1548 h 256"/>
                <a:gd name="T8" fmla="*/ 14708 w 950"/>
                <a:gd name="T9" fmla="*/ 4308 h 256"/>
                <a:gd name="T10" fmla="*/ 14708 w 950"/>
                <a:gd name="T11" fmla="*/ 4308 h 256"/>
                <a:gd name="T12" fmla="*/ 14845 w 950"/>
                <a:gd name="T13" fmla="*/ 4009 h 256"/>
                <a:gd name="T14" fmla="*/ 2458 w 950"/>
                <a:gd name="T15" fmla="*/ 1284 h 256"/>
                <a:gd name="T16" fmla="*/ 14438 w 950"/>
                <a:gd name="T17" fmla="*/ 4841 h 256"/>
                <a:gd name="T18" fmla="*/ 14688 w 950"/>
                <a:gd name="T19" fmla="*/ 4329 h 2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0" h="256">
                  <a:moveTo>
                    <a:pt x="157" y="68"/>
                  </a:moveTo>
                  <a:cubicBezTo>
                    <a:pt x="108" y="50"/>
                    <a:pt x="54" y="20"/>
                    <a:pt x="1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46" y="35"/>
                    <a:pt x="99" y="62"/>
                    <a:pt x="154" y="82"/>
                  </a:cubicBezTo>
                  <a:cubicBezTo>
                    <a:pt x="389" y="169"/>
                    <a:pt x="668" y="221"/>
                    <a:pt x="941" y="228"/>
                  </a:cubicBezTo>
                  <a:cubicBezTo>
                    <a:pt x="941" y="228"/>
                    <a:pt x="941" y="228"/>
                    <a:pt x="941" y="228"/>
                  </a:cubicBezTo>
                  <a:cubicBezTo>
                    <a:pt x="950" y="212"/>
                    <a:pt x="950" y="212"/>
                    <a:pt x="950" y="212"/>
                  </a:cubicBezTo>
                  <a:cubicBezTo>
                    <a:pt x="674" y="206"/>
                    <a:pt x="394" y="156"/>
                    <a:pt x="157" y="68"/>
                  </a:cubicBezTo>
                  <a:close/>
                  <a:moveTo>
                    <a:pt x="924" y="256"/>
                  </a:moveTo>
                  <a:cubicBezTo>
                    <a:pt x="940" y="229"/>
                    <a:pt x="940" y="229"/>
                    <a:pt x="940" y="2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77">
              <a:extLst>
                <a:ext uri="{FF2B5EF4-FFF2-40B4-BE49-F238E27FC236}">
                  <a16:creationId xmlns:a16="http://schemas.microsoft.com/office/drawing/2014/main" id="{D90165CF-8FB8-49EF-9D17-0E0B42467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032"/>
              <a:ext cx="2742" cy="861"/>
            </a:xfrm>
            <a:custGeom>
              <a:avLst/>
              <a:gdLst>
                <a:gd name="T0" fmla="*/ 0 w 1097"/>
                <a:gd name="T1" fmla="*/ 0 h 323"/>
                <a:gd name="T2" fmla="*/ 2012 w 1097"/>
                <a:gd name="T3" fmla="*/ 1877 h 323"/>
                <a:gd name="T4" fmla="*/ 5062 w 1097"/>
                <a:gd name="T5" fmla="*/ 2479 h 323"/>
                <a:gd name="T6" fmla="*/ 8258 w 1097"/>
                <a:gd name="T7" fmla="*/ 4662 h 323"/>
                <a:gd name="T8" fmla="*/ 11478 w 1097"/>
                <a:gd name="T9" fmla="*/ 4662 h 323"/>
                <a:gd name="T10" fmla="*/ 15307 w 1097"/>
                <a:gd name="T11" fmla="*/ 5870 h 323"/>
                <a:gd name="T12" fmla="*/ 17132 w 1097"/>
                <a:gd name="T13" fmla="*/ 5435 h 3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7" h="323">
                  <a:moveTo>
                    <a:pt x="0" y="0"/>
                  </a:moveTo>
                  <a:cubicBezTo>
                    <a:pt x="33" y="41"/>
                    <a:pt x="92" y="55"/>
                    <a:pt x="129" y="99"/>
                  </a:cubicBezTo>
                  <a:cubicBezTo>
                    <a:pt x="191" y="131"/>
                    <a:pt x="287" y="115"/>
                    <a:pt x="324" y="131"/>
                  </a:cubicBezTo>
                  <a:cubicBezTo>
                    <a:pt x="359" y="171"/>
                    <a:pt x="492" y="227"/>
                    <a:pt x="529" y="246"/>
                  </a:cubicBezTo>
                  <a:cubicBezTo>
                    <a:pt x="591" y="254"/>
                    <a:pt x="652" y="249"/>
                    <a:pt x="735" y="246"/>
                  </a:cubicBezTo>
                  <a:cubicBezTo>
                    <a:pt x="788" y="259"/>
                    <a:pt x="919" y="323"/>
                    <a:pt x="980" y="310"/>
                  </a:cubicBezTo>
                  <a:cubicBezTo>
                    <a:pt x="1034" y="298"/>
                    <a:pt x="1071" y="287"/>
                    <a:pt x="1097" y="28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78">
              <a:extLst>
                <a:ext uri="{FF2B5EF4-FFF2-40B4-BE49-F238E27FC236}">
                  <a16:creationId xmlns:a16="http://schemas.microsoft.com/office/drawing/2014/main" id="{8758CE6F-B86D-4B23-A317-80C1EF6D1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136"/>
              <a:ext cx="82" cy="248"/>
            </a:xfrm>
            <a:custGeom>
              <a:avLst/>
              <a:gdLst>
                <a:gd name="T0" fmla="*/ 0 w 33"/>
                <a:gd name="T1" fmla="*/ 0 h 93"/>
                <a:gd name="T2" fmla="*/ 166 w 33"/>
                <a:gd name="T3" fmla="*/ 1763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3">
                  <a:moveTo>
                    <a:pt x="0" y="0"/>
                  </a:moveTo>
                  <a:cubicBezTo>
                    <a:pt x="33" y="26"/>
                    <a:pt x="20" y="70"/>
                    <a:pt x="11" y="9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79">
              <a:extLst>
                <a:ext uri="{FF2B5EF4-FFF2-40B4-BE49-F238E27FC236}">
                  <a16:creationId xmlns:a16="http://schemas.microsoft.com/office/drawing/2014/main" id="{A723B7C4-0DC7-4FA9-AA7F-7AE97A92A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413"/>
              <a:ext cx="58" cy="275"/>
            </a:xfrm>
            <a:custGeom>
              <a:avLst/>
              <a:gdLst>
                <a:gd name="T0" fmla="*/ 0 w 23"/>
                <a:gd name="T1" fmla="*/ 0 h 103"/>
                <a:gd name="T2" fmla="*/ 33 w 23"/>
                <a:gd name="T3" fmla="*/ 196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3">
                  <a:moveTo>
                    <a:pt x="0" y="0"/>
                  </a:moveTo>
                  <a:cubicBezTo>
                    <a:pt x="23" y="24"/>
                    <a:pt x="20" y="82"/>
                    <a:pt x="2" y="10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80">
              <a:extLst>
                <a:ext uri="{FF2B5EF4-FFF2-40B4-BE49-F238E27FC236}">
                  <a16:creationId xmlns:a16="http://schemas.microsoft.com/office/drawing/2014/main" id="{13614C60-1F92-440B-8D53-2B8BDEF71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357"/>
              <a:ext cx="302" cy="120"/>
            </a:xfrm>
            <a:custGeom>
              <a:avLst/>
              <a:gdLst>
                <a:gd name="T0" fmla="*/ 0 w 121"/>
                <a:gd name="T1" fmla="*/ 0 h 45"/>
                <a:gd name="T2" fmla="*/ 1882 w 121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1" h="45">
                  <a:moveTo>
                    <a:pt x="0" y="0"/>
                  </a:moveTo>
                  <a:cubicBezTo>
                    <a:pt x="39" y="1"/>
                    <a:pt x="79" y="18"/>
                    <a:pt x="121" y="4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81">
              <a:extLst>
                <a:ext uri="{FF2B5EF4-FFF2-40B4-BE49-F238E27FC236}">
                  <a16:creationId xmlns:a16="http://schemas.microsoft.com/office/drawing/2014/main" id="{962E2166-E2B3-4188-8930-37E92613D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688"/>
              <a:ext cx="243" cy="35"/>
            </a:xfrm>
            <a:custGeom>
              <a:avLst/>
              <a:gdLst>
                <a:gd name="T0" fmla="*/ 0 w 97"/>
                <a:gd name="T1" fmla="*/ 35 h 13"/>
                <a:gd name="T2" fmla="*/ 1526 w 97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13">
                  <a:moveTo>
                    <a:pt x="0" y="2"/>
                  </a:moveTo>
                  <a:cubicBezTo>
                    <a:pt x="31" y="0"/>
                    <a:pt x="67" y="1"/>
                    <a:pt x="97" y="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82">
              <a:extLst>
                <a:ext uri="{FF2B5EF4-FFF2-40B4-BE49-F238E27FC236}">
                  <a16:creationId xmlns:a16="http://schemas.microsoft.com/office/drawing/2014/main" id="{823565A2-D94A-4A00-BE05-757B8B3F5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296"/>
              <a:ext cx="25" cy="160"/>
            </a:xfrm>
            <a:custGeom>
              <a:avLst/>
              <a:gdLst>
                <a:gd name="T0" fmla="*/ 0 w 10"/>
                <a:gd name="T1" fmla="*/ 0 h 60"/>
                <a:gd name="T2" fmla="*/ 20 w 10"/>
                <a:gd name="T3" fmla="*/ 1139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0">
                  <a:moveTo>
                    <a:pt x="0" y="0"/>
                  </a:moveTo>
                  <a:cubicBezTo>
                    <a:pt x="8" y="20"/>
                    <a:pt x="10" y="42"/>
                    <a:pt x="1" y="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83">
              <a:extLst>
                <a:ext uri="{FF2B5EF4-FFF2-40B4-BE49-F238E27FC236}">
                  <a16:creationId xmlns:a16="http://schemas.microsoft.com/office/drawing/2014/main" id="{D0569AA6-CDC5-4E94-A4EB-17AC769A0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688"/>
              <a:ext cx="32" cy="109"/>
            </a:xfrm>
            <a:custGeom>
              <a:avLst/>
              <a:gdLst>
                <a:gd name="T0" fmla="*/ 12 w 13"/>
                <a:gd name="T1" fmla="*/ 0 h 41"/>
                <a:gd name="T2" fmla="*/ 0 w 13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1">
                  <a:moveTo>
                    <a:pt x="1" y="0"/>
                  </a:moveTo>
                  <a:cubicBezTo>
                    <a:pt x="13" y="20"/>
                    <a:pt x="8" y="33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84">
              <a:extLst>
                <a:ext uri="{FF2B5EF4-FFF2-40B4-BE49-F238E27FC236}">
                  <a16:creationId xmlns:a16="http://schemas.microsoft.com/office/drawing/2014/main" id="{5B050149-E0CA-4305-A170-093E82CBD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840"/>
              <a:ext cx="33" cy="59"/>
            </a:xfrm>
            <a:custGeom>
              <a:avLst/>
              <a:gdLst>
                <a:gd name="T0" fmla="*/ 193 w 13"/>
                <a:gd name="T1" fmla="*/ 0 h 22"/>
                <a:gd name="T2" fmla="*/ 129 w 13"/>
                <a:gd name="T3" fmla="*/ 308 h 22"/>
                <a:gd name="T4" fmla="*/ 0 w 13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12" y="0"/>
                  </a:moveTo>
                  <a:cubicBezTo>
                    <a:pt x="13" y="5"/>
                    <a:pt x="11" y="11"/>
                    <a:pt x="8" y="16"/>
                  </a:cubicBezTo>
                  <a:cubicBezTo>
                    <a:pt x="6" y="20"/>
                    <a:pt x="2" y="22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85">
              <a:extLst>
                <a:ext uri="{FF2B5EF4-FFF2-40B4-BE49-F238E27FC236}">
                  <a16:creationId xmlns:a16="http://schemas.microsoft.com/office/drawing/2014/main" id="{81D14C3B-D742-447A-AA0A-96D29F87E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803"/>
              <a:ext cx="2762" cy="1202"/>
            </a:xfrm>
            <a:custGeom>
              <a:avLst/>
              <a:gdLst>
                <a:gd name="T0" fmla="*/ 16757 w 1105"/>
                <a:gd name="T1" fmla="*/ 5208 h 451"/>
                <a:gd name="T2" fmla="*/ 13478 w 1105"/>
                <a:gd name="T3" fmla="*/ 4752 h 451"/>
                <a:gd name="T4" fmla="*/ 11528 w 1105"/>
                <a:gd name="T5" fmla="*/ 4296 h 451"/>
                <a:gd name="T6" fmla="*/ 9166 w 1105"/>
                <a:gd name="T7" fmla="*/ 4070 h 451"/>
                <a:gd name="T8" fmla="*/ 6416 w 1105"/>
                <a:gd name="T9" fmla="*/ 3161 h 451"/>
                <a:gd name="T10" fmla="*/ 5012 w 1105"/>
                <a:gd name="T11" fmla="*/ 2367 h 451"/>
                <a:gd name="T12" fmla="*/ 4542 w 1105"/>
                <a:gd name="T13" fmla="*/ 2329 h 451"/>
                <a:gd name="T14" fmla="*/ 2450 w 1105"/>
                <a:gd name="T15" fmla="*/ 1498 h 451"/>
                <a:gd name="T16" fmla="*/ 2075 w 1105"/>
                <a:gd name="T17" fmla="*/ 909 h 451"/>
                <a:gd name="T18" fmla="*/ 1717 w 1105"/>
                <a:gd name="T19" fmla="*/ 285 h 451"/>
                <a:gd name="T20" fmla="*/ 405 w 1105"/>
                <a:gd name="T21" fmla="*/ 682 h 451"/>
                <a:gd name="T22" fmla="*/ 42 w 1105"/>
                <a:gd name="T23" fmla="*/ 2444 h 451"/>
                <a:gd name="T24" fmla="*/ 780 w 1105"/>
                <a:gd name="T25" fmla="*/ 3809 h 451"/>
                <a:gd name="T26" fmla="*/ 2655 w 1105"/>
                <a:gd name="T27" fmla="*/ 4923 h 451"/>
                <a:gd name="T28" fmla="*/ 2812 w 1105"/>
                <a:gd name="T29" fmla="*/ 5037 h 451"/>
                <a:gd name="T30" fmla="*/ 3092 w 1105"/>
                <a:gd name="T31" fmla="*/ 5059 h 451"/>
                <a:gd name="T32" fmla="*/ 4479 w 1105"/>
                <a:gd name="T33" fmla="*/ 5229 h 451"/>
                <a:gd name="T34" fmla="*/ 6154 w 1105"/>
                <a:gd name="T35" fmla="*/ 6287 h 451"/>
                <a:gd name="T36" fmla="*/ 7729 w 1105"/>
                <a:gd name="T37" fmla="*/ 7039 h 451"/>
                <a:gd name="T38" fmla="*/ 8821 w 1105"/>
                <a:gd name="T39" fmla="*/ 7252 h 451"/>
                <a:gd name="T40" fmla="*/ 12278 w 1105"/>
                <a:gd name="T41" fmla="*/ 7742 h 451"/>
                <a:gd name="T42" fmla="*/ 13383 w 1105"/>
                <a:gd name="T43" fmla="*/ 7777 h 451"/>
                <a:gd name="T44" fmla="*/ 13620 w 1105"/>
                <a:gd name="T45" fmla="*/ 7836 h 451"/>
                <a:gd name="T46" fmla="*/ 13850 w 1105"/>
                <a:gd name="T47" fmla="*/ 7777 h 451"/>
                <a:gd name="T48" fmla="*/ 15495 w 1105"/>
                <a:gd name="T49" fmla="*/ 7836 h 451"/>
                <a:gd name="T50" fmla="*/ 16350 w 1105"/>
                <a:gd name="T51" fmla="*/ 8459 h 451"/>
                <a:gd name="T52" fmla="*/ 17057 w 1105"/>
                <a:gd name="T53" fmla="*/ 7537 h 451"/>
                <a:gd name="T54" fmla="*/ 17244 w 1105"/>
                <a:gd name="T55" fmla="*/ 7060 h 451"/>
                <a:gd name="T56" fmla="*/ 17224 w 1105"/>
                <a:gd name="T57" fmla="*/ 6436 h 451"/>
                <a:gd name="T58" fmla="*/ 16757 w 1105"/>
                <a:gd name="T59" fmla="*/ 5208 h 45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05" h="451">
                  <a:moveTo>
                    <a:pt x="1073" y="275"/>
                  </a:moveTo>
                  <a:cubicBezTo>
                    <a:pt x="1043" y="279"/>
                    <a:pt x="919" y="265"/>
                    <a:pt x="863" y="251"/>
                  </a:cubicBezTo>
                  <a:cubicBezTo>
                    <a:pt x="807" y="237"/>
                    <a:pt x="745" y="233"/>
                    <a:pt x="738" y="227"/>
                  </a:cubicBezTo>
                  <a:cubicBezTo>
                    <a:pt x="732" y="238"/>
                    <a:pt x="637" y="217"/>
                    <a:pt x="587" y="215"/>
                  </a:cubicBezTo>
                  <a:cubicBezTo>
                    <a:pt x="537" y="213"/>
                    <a:pt x="467" y="193"/>
                    <a:pt x="411" y="167"/>
                  </a:cubicBezTo>
                  <a:cubicBezTo>
                    <a:pt x="355" y="141"/>
                    <a:pt x="341" y="143"/>
                    <a:pt x="321" y="125"/>
                  </a:cubicBezTo>
                  <a:cubicBezTo>
                    <a:pt x="321" y="125"/>
                    <a:pt x="311" y="129"/>
                    <a:pt x="291" y="123"/>
                  </a:cubicBezTo>
                  <a:cubicBezTo>
                    <a:pt x="271" y="117"/>
                    <a:pt x="193" y="109"/>
                    <a:pt x="157" y="79"/>
                  </a:cubicBezTo>
                  <a:cubicBezTo>
                    <a:pt x="136" y="63"/>
                    <a:pt x="133" y="48"/>
                    <a:pt x="133" y="48"/>
                  </a:cubicBezTo>
                  <a:cubicBezTo>
                    <a:pt x="132" y="36"/>
                    <a:pt x="115" y="18"/>
                    <a:pt x="110" y="15"/>
                  </a:cubicBezTo>
                  <a:cubicBezTo>
                    <a:pt x="90" y="0"/>
                    <a:pt x="54" y="0"/>
                    <a:pt x="26" y="36"/>
                  </a:cubicBezTo>
                  <a:cubicBezTo>
                    <a:pt x="4" y="64"/>
                    <a:pt x="0" y="99"/>
                    <a:pt x="3" y="129"/>
                  </a:cubicBezTo>
                  <a:cubicBezTo>
                    <a:pt x="10" y="156"/>
                    <a:pt x="29" y="180"/>
                    <a:pt x="50" y="201"/>
                  </a:cubicBezTo>
                  <a:cubicBezTo>
                    <a:pt x="71" y="223"/>
                    <a:pt x="133" y="244"/>
                    <a:pt x="170" y="260"/>
                  </a:cubicBezTo>
                  <a:cubicBezTo>
                    <a:pt x="175" y="262"/>
                    <a:pt x="179" y="265"/>
                    <a:pt x="180" y="266"/>
                  </a:cubicBezTo>
                  <a:cubicBezTo>
                    <a:pt x="182" y="265"/>
                    <a:pt x="193" y="266"/>
                    <a:pt x="198" y="267"/>
                  </a:cubicBezTo>
                  <a:cubicBezTo>
                    <a:pt x="225" y="270"/>
                    <a:pt x="253" y="264"/>
                    <a:pt x="287" y="276"/>
                  </a:cubicBezTo>
                  <a:cubicBezTo>
                    <a:pt x="330" y="292"/>
                    <a:pt x="359" y="319"/>
                    <a:pt x="394" y="332"/>
                  </a:cubicBezTo>
                  <a:cubicBezTo>
                    <a:pt x="468" y="355"/>
                    <a:pt x="495" y="372"/>
                    <a:pt x="495" y="372"/>
                  </a:cubicBezTo>
                  <a:cubicBezTo>
                    <a:pt x="509" y="364"/>
                    <a:pt x="535" y="375"/>
                    <a:pt x="565" y="383"/>
                  </a:cubicBezTo>
                  <a:cubicBezTo>
                    <a:pt x="594" y="391"/>
                    <a:pt x="717" y="401"/>
                    <a:pt x="786" y="409"/>
                  </a:cubicBezTo>
                  <a:cubicBezTo>
                    <a:pt x="807" y="412"/>
                    <a:pt x="830" y="412"/>
                    <a:pt x="857" y="411"/>
                  </a:cubicBezTo>
                  <a:cubicBezTo>
                    <a:pt x="866" y="411"/>
                    <a:pt x="868" y="414"/>
                    <a:pt x="872" y="414"/>
                  </a:cubicBezTo>
                  <a:cubicBezTo>
                    <a:pt x="876" y="413"/>
                    <a:pt x="883" y="411"/>
                    <a:pt x="887" y="411"/>
                  </a:cubicBezTo>
                  <a:cubicBezTo>
                    <a:pt x="939" y="410"/>
                    <a:pt x="988" y="405"/>
                    <a:pt x="992" y="414"/>
                  </a:cubicBezTo>
                  <a:cubicBezTo>
                    <a:pt x="1006" y="429"/>
                    <a:pt x="1029" y="451"/>
                    <a:pt x="1047" y="447"/>
                  </a:cubicBezTo>
                  <a:cubicBezTo>
                    <a:pt x="1064" y="442"/>
                    <a:pt x="1082" y="423"/>
                    <a:pt x="1092" y="398"/>
                  </a:cubicBezTo>
                  <a:cubicBezTo>
                    <a:pt x="1094" y="392"/>
                    <a:pt x="1102" y="381"/>
                    <a:pt x="1104" y="373"/>
                  </a:cubicBezTo>
                  <a:cubicBezTo>
                    <a:pt x="1105" y="365"/>
                    <a:pt x="1104" y="352"/>
                    <a:pt x="1103" y="340"/>
                  </a:cubicBezTo>
                  <a:cubicBezTo>
                    <a:pt x="1102" y="303"/>
                    <a:pt x="1093" y="276"/>
                    <a:pt x="1073" y="27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86">
              <a:extLst>
                <a:ext uri="{FF2B5EF4-FFF2-40B4-BE49-F238E27FC236}">
                  <a16:creationId xmlns:a16="http://schemas.microsoft.com/office/drawing/2014/main" id="{7F694747-800C-4B1D-B079-C3298D7C2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213"/>
              <a:ext cx="3053" cy="1931"/>
            </a:xfrm>
            <a:custGeom>
              <a:avLst/>
              <a:gdLst>
                <a:gd name="T0" fmla="*/ 18068 w 1221"/>
                <a:gd name="T1" fmla="*/ 12920 h 724"/>
                <a:gd name="T2" fmla="*/ 18088 w 1221"/>
                <a:gd name="T3" fmla="*/ 12920 h 724"/>
                <a:gd name="T4" fmla="*/ 5738 w 1221"/>
                <a:gd name="T5" fmla="*/ 9887 h 724"/>
                <a:gd name="T6" fmla="*/ 2595 w 1221"/>
                <a:gd name="T7" fmla="*/ 8180 h 724"/>
                <a:gd name="T8" fmla="*/ 2595 w 1221"/>
                <a:gd name="T9" fmla="*/ 8180 h 724"/>
                <a:gd name="T10" fmla="*/ 2875 w 1221"/>
                <a:gd name="T11" fmla="*/ 4574 h 724"/>
                <a:gd name="T12" fmla="*/ 4471 w 1221"/>
                <a:gd name="T13" fmla="*/ 3563 h 724"/>
                <a:gd name="T14" fmla="*/ 4971 w 1221"/>
                <a:gd name="T15" fmla="*/ 3734 h 724"/>
                <a:gd name="T16" fmla="*/ 0 w 1221"/>
                <a:gd name="T17" fmla="*/ 0 h 724"/>
                <a:gd name="T18" fmla="*/ 0 w 1221"/>
                <a:gd name="T19" fmla="*/ 6964 h 724"/>
                <a:gd name="T20" fmla="*/ 2550 w 1221"/>
                <a:gd name="T21" fmla="*/ 9050 h 724"/>
                <a:gd name="T22" fmla="*/ 19088 w 1221"/>
                <a:gd name="T23" fmla="*/ 13488 h 724"/>
                <a:gd name="T24" fmla="*/ 18068 w 1221"/>
                <a:gd name="T25" fmla="*/ 12920 h 7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21" h="724">
                  <a:moveTo>
                    <a:pt x="1156" y="681"/>
                  </a:moveTo>
                  <a:cubicBezTo>
                    <a:pt x="1157" y="681"/>
                    <a:pt x="1157" y="681"/>
                    <a:pt x="1157" y="681"/>
                  </a:cubicBezTo>
                  <a:cubicBezTo>
                    <a:pt x="882" y="674"/>
                    <a:pt x="603" y="607"/>
                    <a:pt x="367" y="521"/>
                  </a:cubicBezTo>
                  <a:cubicBezTo>
                    <a:pt x="291" y="493"/>
                    <a:pt x="223" y="462"/>
                    <a:pt x="166" y="431"/>
                  </a:cubicBezTo>
                  <a:cubicBezTo>
                    <a:pt x="166" y="431"/>
                    <a:pt x="166" y="431"/>
                    <a:pt x="166" y="431"/>
                  </a:cubicBezTo>
                  <a:cubicBezTo>
                    <a:pt x="164" y="426"/>
                    <a:pt x="129" y="318"/>
                    <a:pt x="184" y="241"/>
                  </a:cubicBezTo>
                  <a:cubicBezTo>
                    <a:pt x="223" y="188"/>
                    <a:pt x="264" y="185"/>
                    <a:pt x="286" y="188"/>
                  </a:cubicBezTo>
                  <a:cubicBezTo>
                    <a:pt x="296" y="190"/>
                    <a:pt x="308" y="192"/>
                    <a:pt x="318" y="197"/>
                  </a:cubicBezTo>
                  <a:cubicBezTo>
                    <a:pt x="202" y="131"/>
                    <a:pt x="62" y="66"/>
                    <a:pt x="0" y="0"/>
                  </a:cubicBezTo>
                  <a:cubicBezTo>
                    <a:pt x="0" y="367"/>
                    <a:pt x="0" y="367"/>
                    <a:pt x="0" y="367"/>
                  </a:cubicBezTo>
                  <a:cubicBezTo>
                    <a:pt x="51" y="408"/>
                    <a:pt x="111" y="448"/>
                    <a:pt x="163" y="477"/>
                  </a:cubicBezTo>
                  <a:cubicBezTo>
                    <a:pt x="392" y="607"/>
                    <a:pt x="788" y="724"/>
                    <a:pt x="1221" y="711"/>
                  </a:cubicBezTo>
                  <a:cubicBezTo>
                    <a:pt x="1196" y="710"/>
                    <a:pt x="1173" y="700"/>
                    <a:pt x="1156" y="68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87">
              <a:extLst>
                <a:ext uri="{FF2B5EF4-FFF2-40B4-BE49-F238E27FC236}">
                  <a16:creationId xmlns:a16="http://schemas.microsoft.com/office/drawing/2014/main" id="{89F67AD8-396B-4278-BDBB-27F80D8C5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101"/>
              <a:ext cx="40" cy="35"/>
            </a:xfrm>
            <a:custGeom>
              <a:avLst/>
              <a:gdLst>
                <a:gd name="T0" fmla="*/ 0 w 16"/>
                <a:gd name="T1" fmla="*/ 253 h 13"/>
                <a:gd name="T2" fmla="*/ 250 w 1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5" y="12"/>
                    <a:pt x="15" y="7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88">
              <a:extLst>
                <a:ext uri="{FF2B5EF4-FFF2-40B4-BE49-F238E27FC236}">
                  <a16:creationId xmlns:a16="http://schemas.microsoft.com/office/drawing/2014/main" id="{99848A48-0A8F-491E-8F0D-B5223D1BF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373"/>
              <a:ext cx="32" cy="35"/>
            </a:xfrm>
            <a:custGeom>
              <a:avLst/>
              <a:gdLst>
                <a:gd name="T0" fmla="*/ 0 w 13"/>
                <a:gd name="T1" fmla="*/ 253 h 13"/>
                <a:gd name="T2" fmla="*/ 194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13"/>
                  </a:moveTo>
                  <a:cubicBezTo>
                    <a:pt x="6" y="12"/>
                    <a:pt x="13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Line 89">
              <a:extLst>
                <a:ext uri="{FF2B5EF4-FFF2-40B4-BE49-F238E27FC236}">
                  <a16:creationId xmlns:a16="http://schemas.microsoft.com/office/drawing/2014/main" id="{B2085960-F247-4F33-8495-875CCBB38B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20" y="2795"/>
              <a:ext cx="15" cy="16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90">
              <a:extLst>
                <a:ext uri="{FF2B5EF4-FFF2-40B4-BE49-F238E27FC236}">
                  <a16:creationId xmlns:a16="http://schemas.microsoft.com/office/drawing/2014/main" id="{5AA30CE4-5E67-4A58-9ABB-C1465EBBD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512"/>
              <a:ext cx="40" cy="35"/>
            </a:xfrm>
            <a:custGeom>
              <a:avLst/>
              <a:gdLst>
                <a:gd name="T0" fmla="*/ 250 w 16"/>
                <a:gd name="T1" fmla="*/ 0 h 13"/>
                <a:gd name="T2" fmla="*/ 0 w 16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16" y="0"/>
                  </a:moveTo>
                  <a:cubicBezTo>
                    <a:pt x="12" y="1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91">
              <a:extLst>
                <a:ext uri="{FF2B5EF4-FFF2-40B4-BE49-F238E27FC236}">
                  <a16:creationId xmlns:a16="http://schemas.microsoft.com/office/drawing/2014/main" id="{42BD26EC-9EDE-47D4-9ED4-3B344B09F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691"/>
              <a:ext cx="13" cy="32"/>
            </a:xfrm>
            <a:custGeom>
              <a:avLst/>
              <a:gdLst>
                <a:gd name="T0" fmla="*/ 0 w 5"/>
                <a:gd name="T1" fmla="*/ 227 h 12"/>
                <a:gd name="T2" fmla="*/ 88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0" y="8"/>
                    <a:pt x="0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92">
              <a:extLst>
                <a:ext uri="{FF2B5EF4-FFF2-40B4-BE49-F238E27FC236}">
                  <a16:creationId xmlns:a16="http://schemas.microsoft.com/office/drawing/2014/main" id="{642F193F-E0A9-4125-AE1A-2E4B8DC49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307"/>
              <a:ext cx="15" cy="26"/>
            </a:xfrm>
            <a:custGeom>
              <a:avLst/>
              <a:gdLst>
                <a:gd name="T0" fmla="*/ 20 w 6"/>
                <a:gd name="T1" fmla="*/ 177 h 10"/>
                <a:gd name="T2" fmla="*/ 95 w 6"/>
                <a:gd name="T3" fmla="*/ 2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1" y="10"/>
                  </a:moveTo>
                  <a:cubicBezTo>
                    <a:pt x="0" y="6"/>
                    <a:pt x="3" y="0"/>
                    <a:pt x="6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93">
              <a:extLst>
                <a:ext uri="{FF2B5EF4-FFF2-40B4-BE49-F238E27FC236}">
                  <a16:creationId xmlns:a16="http://schemas.microsoft.com/office/drawing/2014/main" id="{59FC7533-C174-4924-8CA9-1740C11E8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848"/>
              <a:ext cx="35" cy="21"/>
            </a:xfrm>
            <a:custGeom>
              <a:avLst/>
              <a:gdLst>
                <a:gd name="T0" fmla="*/ 0 w 14"/>
                <a:gd name="T1" fmla="*/ 144 h 8"/>
                <a:gd name="T2" fmla="*/ 220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4" y="1"/>
                    <a:pt x="5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94">
              <a:extLst>
                <a:ext uri="{FF2B5EF4-FFF2-40B4-BE49-F238E27FC236}">
                  <a16:creationId xmlns:a16="http://schemas.microsoft.com/office/drawing/2014/main" id="{9EAC4B54-A023-4409-B786-4DE8770B6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955"/>
              <a:ext cx="225" cy="128"/>
            </a:xfrm>
            <a:custGeom>
              <a:avLst/>
              <a:gdLst>
                <a:gd name="T0" fmla="*/ 175 w 90"/>
                <a:gd name="T1" fmla="*/ 205 h 48"/>
                <a:gd name="T2" fmla="*/ 1208 w 90"/>
                <a:gd name="T3" fmla="*/ 704 h 48"/>
                <a:gd name="T4" fmla="*/ 175 w 90"/>
                <a:gd name="T5" fmla="*/ 205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48">
                  <a:moveTo>
                    <a:pt x="11" y="11"/>
                  </a:moveTo>
                  <a:cubicBezTo>
                    <a:pt x="0" y="22"/>
                    <a:pt x="64" y="48"/>
                    <a:pt x="77" y="37"/>
                  </a:cubicBezTo>
                  <a:cubicBezTo>
                    <a:pt x="90" y="26"/>
                    <a:pt x="22" y="0"/>
                    <a:pt x="11" y="1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95">
              <a:extLst>
                <a:ext uri="{FF2B5EF4-FFF2-40B4-BE49-F238E27FC236}">
                  <a16:creationId xmlns:a16="http://schemas.microsoft.com/office/drawing/2014/main" id="{4D6E789C-2708-4D49-835C-45D2AED92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445"/>
              <a:ext cx="172" cy="78"/>
            </a:xfrm>
            <a:custGeom>
              <a:avLst/>
              <a:gdLst>
                <a:gd name="T0" fmla="*/ 92 w 69"/>
                <a:gd name="T1" fmla="*/ 218 h 29"/>
                <a:gd name="T2" fmla="*/ 945 w 69"/>
                <a:gd name="T3" fmla="*/ 347 h 29"/>
                <a:gd name="T4" fmla="*/ 92 w 69"/>
                <a:gd name="T5" fmla="*/ 21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9">
                  <a:moveTo>
                    <a:pt x="6" y="11"/>
                  </a:moveTo>
                  <a:cubicBezTo>
                    <a:pt x="0" y="21"/>
                    <a:pt x="53" y="29"/>
                    <a:pt x="61" y="18"/>
                  </a:cubicBezTo>
                  <a:cubicBezTo>
                    <a:pt x="69" y="7"/>
                    <a:pt x="12" y="0"/>
                    <a:pt x="6" y="1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96">
              <a:extLst>
                <a:ext uri="{FF2B5EF4-FFF2-40B4-BE49-F238E27FC236}">
                  <a16:creationId xmlns:a16="http://schemas.microsoft.com/office/drawing/2014/main" id="{91531378-C4C1-43CE-8860-6C3FDE538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536"/>
              <a:ext cx="225" cy="128"/>
            </a:xfrm>
            <a:custGeom>
              <a:avLst/>
              <a:gdLst>
                <a:gd name="T0" fmla="*/ 175 w 90"/>
                <a:gd name="T1" fmla="*/ 205 h 48"/>
                <a:gd name="T2" fmla="*/ 1208 w 90"/>
                <a:gd name="T3" fmla="*/ 704 h 48"/>
                <a:gd name="T4" fmla="*/ 175 w 90"/>
                <a:gd name="T5" fmla="*/ 205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48">
                  <a:moveTo>
                    <a:pt x="11" y="11"/>
                  </a:moveTo>
                  <a:cubicBezTo>
                    <a:pt x="0" y="22"/>
                    <a:pt x="64" y="48"/>
                    <a:pt x="77" y="37"/>
                  </a:cubicBezTo>
                  <a:cubicBezTo>
                    <a:pt x="90" y="26"/>
                    <a:pt x="22" y="0"/>
                    <a:pt x="11" y="1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97">
              <a:extLst>
                <a:ext uri="{FF2B5EF4-FFF2-40B4-BE49-F238E27FC236}">
                  <a16:creationId xmlns:a16="http://schemas.microsoft.com/office/drawing/2014/main" id="{21212597-AD91-4E61-AD3C-4E2624BF6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360"/>
              <a:ext cx="270" cy="208"/>
            </a:xfrm>
            <a:custGeom>
              <a:avLst/>
              <a:gdLst>
                <a:gd name="T0" fmla="*/ 158 w 108"/>
                <a:gd name="T1" fmla="*/ 533 h 78"/>
                <a:gd name="T2" fmla="*/ 1533 w 108"/>
                <a:gd name="T3" fmla="*/ 989 h 78"/>
                <a:gd name="T4" fmla="*/ 158 w 108"/>
                <a:gd name="T5" fmla="*/ 533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78">
                  <a:moveTo>
                    <a:pt x="10" y="28"/>
                  </a:moveTo>
                  <a:cubicBezTo>
                    <a:pt x="0" y="57"/>
                    <a:pt x="89" y="78"/>
                    <a:pt x="98" y="52"/>
                  </a:cubicBezTo>
                  <a:cubicBezTo>
                    <a:pt x="108" y="26"/>
                    <a:pt x="21" y="0"/>
                    <a:pt x="10" y="2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98">
              <a:extLst>
                <a:ext uri="{FF2B5EF4-FFF2-40B4-BE49-F238E27FC236}">
                  <a16:creationId xmlns:a16="http://schemas.microsoft.com/office/drawing/2014/main" id="{CAFF9C41-1B32-4E7E-ABD8-3BEE1A187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797"/>
              <a:ext cx="22" cy="67"/>
            </a:xfrm>
            <a:custGeom>
              <a:avLst/>
              <a:gdLst>
                <a:gd name="T0" fmla="*/ 0 w 9"/>
                <a:gd name="T1" fmla="*/ 0 h 25"/>
                <a:gd name="T2" fmla="*/ 103 w 9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0" y="0"/>
                    <a:pt x="9" y="5"/>
                    <a:pt x="7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99">
              <a:extLst>
                <a:ext uri="{FF2B5EF4-FFF2-40B4-BE49-F238E27FC236}">
                  <a16:creationId xmlns:a16="http://schemas.microsoft.com/office/drawing/2014/main" id="{DD7AADD1-DEDE-48E4-8CE8-DFA7423F0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907"/>
              <a:ext cx="38" cy="66"/>
            </a:xfrm>
            <a:custGeom>
              <a:avLst/>
              <a:gdLst>
                <a:gd name="T0" fmla="*/ 243 w 15"/>
                <a:gd name="T1" fmla="*/ 0 h 25"/>
                <a:gd name="T2" fmla="*/ 20 w 15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5">
                  <a:moveTo>
                    <a:pt x="15" y="0"/>
                  </a:moveTo>
                  <a:cubicBezTo>
                    <a:pt x="10" y="6"/>
                    <a:pt x="0" y="16"/>
                    <a:pt x="1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100">
              <a:extLst>
                <a:ext uri="{FF2B5EF4-FFF2-40B4-BE49-F238E27FC236}">
                  <a16:creationId xmlns:a16="http://schemas.microsoft.com/office/drawing/2014/main" id="{7B88CD44-6181-4A66-848D-04D4FCC13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731"/>
              <a:ext cx="197" cy="130"/>
            </a:xfrm>
            <a:custGeom>
              <a:avLst/>
              <a:gdLst>
                <a:gd name="T0" fmla="*/ 92 w 79"/>
                <a:gd name="T1" fmla="*/ 374 h 49"/>
                <a:gd name="T2" fmla="*/ 1150 w 79"/>
                <a:gd name="T3" fmla="*/ 600 h 49"/>
                <a:gd name="T4" fmla="*/ 92 w 79"/>
                <a:gd name="T5" fmla="*/ 37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49">
                  <a:moveTo>
                    <a:pt x="6" y="20"/>
                  </a:moveTo>
                  <a:cubicBezTo>
                    <a:pt x="0" y="38"/>
                    <a:pt x="69" y="49"/>
                    <a:pt x="74" y="32"/>
                  </a:cubicBezTo>
                  <a:cubicBezTo>
                    <a:pt x="79" y="15"/>
                    <a:pt x="18" y="0"/>
                    <a:pt x="6" y="2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Line 101">
              <a:extLst>
                <a:ext uri="{FF2B5EF4-FFF2-40B4-BE49-F238E27FC236}">
                  <a16:creationId xmlns:a16="http://schemas.microsoft.com/office/drawing/2014/main" id="{5DF4FBBD-7548-439D-9061-99060660F2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70" y="2240"/>
              <a:ext cx="75" cy="8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Line 102">
              <a:extLst>
                <a:ext uri="{FF2B5EF4-FFF2-40B4-BE49-F238E27FC236}">
                  <a16:creationId xmlns:a16="http://schemas.microsoft.com/office/drawing/2014/main" id="{956BC24E-C382-4F38-A208-40DC3C2185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30" y="1883"/>
              <a:ext cx="43" cy="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Oval 103">
              <a:extLst>
                <a:ext uri="{FF2B5EF4-FFF2-40B4-BE49-F238E27FC236}">
                  <a16:creationId xmlns:a16="http://schemas.microsoft.com/office/drawing/2014/main" id="{A8EE1822-7BFF-41F9-9019-92084245B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2392"/>
              <a:ext cx="45" cy="4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90" name="Oval 104">
              <a:extLst>
                <a:ext uri="{FF2B5EF4-FFF2-40B4-BE49-F238E27FC236}">
                  <a16:creationId xmlns:a16="http://schemas.microsoft.com/office/drawing/2014/main" id="{599229E0-3296-4456-8C2D-E158260FB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2440"/>
              <a:ext cx="25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91" name="Oval 105">
              <a:extLst>
                <a:ext uri="{FF2B5EF4-FFF2-40B4-BE49-F238E27FC236}">
                  <a16:creationId xmlns:a16="http://schemas.microsoft.com/office/drawing/2014/main" id="{0DEBD5AA-0818-48D7-B651-2A5E1AAD2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39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92" name="Oval 106">
              <a:extLst>
                <a:ext uri="{FF2B5EF4-FFF2-40B4-BE49-F238E27FC236}">
                  <a16:creationId xmlns:a16="http://schemas.microsoft.com/office/drawing/2014/main" id="{2857D532-77DD-4B66-BCDF-89F145927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747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93" name="Oval 107">
              <a:extLst>
                <a:ext uri="{FF2B5EF4-FFF2-40B4-BE49-F238E27FC236}">
                  <a16:creationId xmlns:a16="http://schemas.microsoft.com/office/drawing/2014/main" id="{00315769-7FBE-4C86-94D3-F9778F326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784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94" name="Oval 108">
              <a:extLst>
                <a:ext uri="{FF2B5EF4-FFF2-40B4-BE49-F238E27FC236}">
                  <a16:creationId xmlns:a16="http://schemas.microsoft.com/office/drawing/2014/main" id="{128C2812-7E16-47CB-BC59-9F1A7080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5" y="2749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>
            <a:extLst>
              <a:ext uri="{FF2B5EF4-FFF2-40B4-BE49-F238E27FC236}">
                <a16:creationId xmlns:a16="http://schemas.microsoft.com/office/drawing/2014/main" id="{B802AC84-C6AC-4752-BF02-C09719C7F4F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Capillary compartment</a:t>
            </a:r>
          </a:p>
        </p:txBody>
      </p:sp>
      <p:grpSp>
        <p:nvGrpSpPr>
          <p:cNvPr id="38914" name="arteriovenous-shunt-and-capillary-bed">
            <a:extLst>
              <a:ext uri="{FF2B5EF4-FFF2-40B4-BE49-F238E27FC236}">
                <a16:creationId xmlns:a16="http://schemas.microsoft.com/office/drawing/2014/main" id="{19F9E824-C702-41BE-B2A0-3CFB5CB747BC}"/>
              </a:ext>
            </a:extLst>
          </p:cNvPr>
          <p:cNvGrpSpPr>
            <a:grpSpLocks/>
          </p:cNvGrpSpPr>
          <p:nvPr/>
        </p:nvGrpSpPr>
        <p:grpSpPr bwMode="auto">
          <a:xfrm>
            <a:off x="4183063" y="1765300"/>
            <a:ext cx="3957637" cy="3924300"/>
            <a:chOff x="1675" y="1253"/>
            <a:chExt cx="2493" cy="2472"/>
          </a:xfrm>
        </p:grpSpPr>
        <p:grpSp>
          <p:nvGrpSpPr>
            <p:cNvPr id="38927" name="Group 4">
              <a:extLst>
                <a:ext uri="{FF2B5EF4-FFF2-40B4-BE49-F238E27FC236}">
                  <a16:creationId xmlns:a16="http://schemas.microsoft.com/office/drawing/2014/main" id="{38D0699A-5D02-4F51-B2C0-3D41064240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5" y="1253"/>
              <a:ext cx="2493" cy="2472"/>
              <a:chOff x="1675" y="1253"/>
              <a:chExt cx="2493" cy="2472"/>
            </a:xfrm>
          </p:grpSpPr>
          <p:sp>
            <p:nvSpPr>
              <p:cNvPr id="38948" name="Oval 5">
                <a:extLst>
                  <a:ext uri="{FF2B5EF4-FFF2-40B4-BE49-F238E27FC236}">
                    <a16:creationId xmlns:a16="http://schemas.microsoft.com/office/drawing/2014/main" id="{0A343896-96D7-41C9-8360-501D22B27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253"/>
                <a:ext cx="430" cy="320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8949" name="Oval 6">
                <a:extLst>
                  <a:ext uri="{FF2B5EF4-FFF2-40B4-BE49-F238E27FC236}">
                    <a16:creationId xmlns:a16="http://schemas.microsoft.com/office/drawing/2014/main" id="{B6B7743F-169A-4FEF-9CE5-B7666C33F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0" y="1301"/>
                <a:ext cx="340" cy="224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8950" name="Freeform 7">
                <a:extLst>
                  <a:ext uri="{FF2B5EF4-FFF2-40B4-BE49-F238E27FC236}">
                    <a16:creationId xmlns:a16="http://schemas.microsoft.com/office/drawing/2014/main" id="{BE8B2E22-D08A-4CBC-943E-31C45B313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413"/>
                <a:ext cx="293" cy="112"/>
              </a:xfrm>
              <a:custGeom>
                <a:avLst/>
                <a:gdLst>
                  <a:gd name="T0" fmla="*/ 909 w 117"/>
                  <a:gd name="T1" fmla="*/ 0 h 42"/>
                  <a:gd name="T2" fmla="*/ 0 w 117"/>
                  <a:gd name="T3" fmla="*/ 397 h 42"/>
                  <a:gd name="T4" fmla="*/ 909 w 117"/>
                  <a:gd name="T5" fmla="*/ 797 h 42"/>
                  <a:gd name="T6" fmla="*/ 1838 w 117"/>
                  <a:gd name="T7" fmla="*/ 397 h 42"/>
                  <a:gd name="T8" fmla="*/ 909 w 117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42">
                    <a:moveTo>
                      <a:pt x="58" y="0"/>
                    </a:moveTo>
                    <a:cubicBezTo>
                      <a:pt x="34" y="0"/>
                      <a:pt x="12" y="9"/>
                      <a:pt x="0" y="21"/>
                    </a:cubicBezTo>
                    <a:cubicBezTo>
                      <a:pt x="12" y="34"/>
                      <a:pt x="34" y="42"/>
                      <a:pt x="58" y="42"/>
                    </a:cubicBezTo>
                    <a:cubicBezTo>
                      <a:pt x="83" y="42"/>
                      <a:pt x="105" y="34"/>
                      <a:pt x="117" y="21"/>
                    </a:cubicBezTo>
                    <a:cubicBezTo>
                      <a:pt x="105" y="9"/>
                      <a:pt x="83" y="0"/>
                      <a:pt x="58" y="0"/>
                    </a:cubicBezTo>
                    <a:close/>
                  </a:path>
                </a:pathLst>
              </a:custGeom>
              <a:solidFill>
                <a:srgbClr val="B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1" name="Freeform 8">
                <a:extLst>
                  <a:ext uri="{FF2B5EF4-FFF2-40B4-BE49-F238E27FC236}">
                    <a16:creationId xmlns:a16="http://schemas.microsoft.com/office/drawing/2014/main" id="{F9B72021-9393-4C53-80E0-597688508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403"/>
                <a:ext cx="568" cy="2058"/>
              </a:xfrm>
              <a:custGeom>
                <a:avLst/>
                <a:gdLst>
                  <a:gd name="T0" fmla="*/ 3380 w 227"/>
                  <a:gd name="T1" fmla="*/ 0 h 772"/>
                  <a:gd name="T2" fmla="*/ 3380 w 227"/>
                  <a:gd name="T3" fmla="*/ 77 h 772"/>
                  <a:gd name="T4" fmla="*/ 2034 w 227"/>
                  <a:gd name="T5" fmla="*/ 1216 h 772"/>
                  <a:gd name="T6" fmla="*/ 688 w 227"/>
                  <a:gd name="T7" fmla="*/ 115 h 772"/>
                  <a:gd name="T8" fmla="*/ 688 w 227"/>
                  <a:gd name="T9" fmla="*/ 115 h 772"/>
                  <a:gd name="T10" fmla="*/ 125 w 227"/>
                  <a:gd name="T11" fmla="*/ 12671 h 772"/>
                  <a:gd name="T12" fmla="*/ 83 w 227"/>
                  <a:gd name="T13" fmla="*/ 13830 h 772"/>
                  <a:gd name="T14" fmla="*/ 1364 w 227"/>
                  <a:gd name="T15" fmla="*/ 14625 h 772"/>
                  <a:gd name="T16" fmla="*/ 2710 w 227"/>
                  <a:gd name="T17" fmla="*/ 13489 h 772"/>
                  <a:gd name="T18" fmla="*/ 2755 w 227"/>
                  <a:gd name="T19" fmla="*/ 13204 h 772"/>
                  <a:gd name="T20" fmla="*/ 3380 w 227"/>
                  <a:gd name="T21" fmla="*/ 0 h 7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7" h="772">
                    <a:moveTo>
                      <a:pt x="216" y="0"/>
                    </a:moveTo>
                    <a:cubicBezTo>
                      <a:pt x="216" y="1"/>
                      <a:pt x="216" y="3"/>
                      <a:pt x="216" y="4"/>
                    </a:cubicBezTo>
                    <a:cubicBezTo>
                      <a:pt x="216" y="38"/>
                      <a:pt x="178" y="64"/>
                      <a:pt x="130" y="64"/>
                    </a:cubicBezTo>
                    <a:cubicBezTo>
                      <a:pt x="84" y="64"/>
                      <a:pt x="46" y="38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53" y="77"/>
                      <a:pt x="33" y="488"/>
                      <a:pt x="8" y="669"/>
                    </a:cubicBezTo>
                    <a:cubicBezTo>
                      <a:pt x="6" y="682"/>
                      <a:pt x="0" y="712"/>
                      <a:pt x="5" y="730"/>
                    </a:cubicBezTo>
                    <a:cubicBezTo>
                      <a:pt x="16" y="754"/>
                      <a:pt x="48" y="772"/>
                      <a:pt x="87" y="772"/>
                    </a:cubicBezTo>
                    <a:cubicBezTo>
                      <a:pt x="135" y="772"/>
                      <a:pt x="168" y="749"/>
                      <a:pt x="173" y="712"/>
                    </a:cubicBezTo>
                    <a:cubicBezTo>
                      <a:pt x="174" y="709"/>
                      <a:pt x="176" y="697"/>
                      <a:pt x="176" y="697"/>
                    </a:cubicBezTo>
                    <a:cubicBezTo>
                      <a:pt x="203" y="544"/>
                      <a:pt x="227" y="80"/>
                      <a:pt x="216" y="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2" name="Freeform 9">
                <a:extLst>
                  <a:ext uri="{FF2B5EF4-FFF2-40B4-BE49-F238E27FC236}">
                    <a16:creationId xmlns:a16="http://schemas.microsoft.com/office/drawing/2014/main" id="{233C1188-6884-4367-A27A-DF078902F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557"/>
                <a:ext cx="313" cy="1816"/>
              </a:xfrm>
              <a:custGeom>
                <a:avLst/>
                <a:gdLst>
                  <a:gd name="T0" fmla="*/ 739 w 125"/>
                  <a:gd name="T1" fmla="*/ 0 h 681"/>
                  <a:gd name="T2" fmla="*/ 1963 w 125"/>
                  <a:gd name="T3" fmla="*/ 376 h 681"/>
                  <a:gd name="T4" fmla="*/ 533 w 125"/>
                  <a:gd name="T5" fmla="*/ 12381 h 681"/>
                  <a:gd name="T6" fmla="*/ 125 w 125"/>
                  <a:gd name="T7" fmla="*/ 12096 h 681"/>
                  <a:gd name="T8" fmla="*/ 583 w 125"/>
                  <a:gd name="T9" fmla="*/ 5235 h 681"/>
                  <a:gd name="T10" fmla="*/ 739 w 125"/>
                  <a:gd name="T11" fmla="*/ 0 h 6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681">
                    <a:moveTo>
                      <a:pt x="47" y="0"/>
                    </a:moveTo>
                    <a:cubicBezTo>
                      <a:pt x="60" y="12"/>
                      <a:pt x="91" y="25"/>
                      <a:pt x="125" y="20"/>
                    </a:cubicBezTo>
                    <a:cubicBezTo>
                      <a:pt x="120" y="58"/>
                      <a:pt x="101" y="510"/>
                      <a:pt x="34" y="653"/>
                    </a:cubicBezTo>
                    <a:cubicBezTo>
                      <a:pt x="20" y="681"/>
                      <a:pt x="0" y="672"/>
                      <a:pt x="8" y="638"/>
                    </a:cubicBezTo>
                    <a:cubicBezTo>
                      <a:pt x="11" y="620"/>
                      <a:pt x="32" y="533"/>
                      <a:pt x="37" y="276"/>
                    </a:cubicBezTo>
                    <a:cubicBezTo>
                      <a:pt x="39" y="231"/>
                      <a:pt x="49" y="27"/>
                      <a:pt x="47" y="0"/>
                    </a:cubicBezTo>
                    <a:close/>
                  </a:path>
                </a:pathLst>
              </a:custGeom>
              <a:solidFill>
                <a:srgbClr val="F67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3" name="Oval 10">
                <a:extLst>
                  <a:ext uri="{FF2B5EF4-FFF2-40B4-BE49-F238E27FC236}">
                    <a16:creationId xmlns:a16="http://schemas.microsoft.com/office/drawing/2014/main" id="{37A1F75D-A4CE-4CCB-8654-6089912AB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3" y="1253"/>
                <a:ext cx="430" cy="320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8954" name="Oval 11">
                <a:extLst>
                  <a:ext uri="{FF2B5EF4-FFF2-40B4-BE49-F238E27FC236}">
                    <a16:creationId xmlns:a16="http://schemas.microsoft.com/office/drawing/2014/main" id="{62C63634-EF06-4CAF-98B7-B2ACBDBF0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1301"/>
                <a:ext cx="340" cy="224"/>
              </a:xfrm>
              <a:prstGeom prst="ellipse">
                <a:avLst/>
              </a:pr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8955" name="Freeform 12">
                <a:extLst>
                  <a:ext uri="{FF2B5EF4-FFF2-40B4-BE49-F238E27FC236}">
                    <a16:creationId xmlns:a16="http://schemas.microsoft.com/office/drawing/2014/main" id="{005188FA-E6F4-4E48-8227-73831926F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411"/>
                <a:ext cx="296" cy="114"/>
              </a:xfrm>
              <a:custGeom>
                <a:avLst/>
                <a:gdLst>
                  <a:gd name="T0" fmla="*/ 931 w 118"/>
                  <a:gd name="T1" fmla="*/ 0 h 43"/>
                  <a:gd name="T2" fmla="*/ 0 w 118"/>
                  <a:gd name="T3" fmla="*/ 408 h 43"/>
                  <a:gd name="T4" fmla="*/ 931 w 118"/>
                  <a:gd name="T5" fmla="*/ 801 h 43"/>
                  <a:gd name="T6" fmla="*/ 1864 w 118"/>
                  <a:gd name="T7" fmla="*/ 408 h 43"/>
                  <a:gd name="T8" fmla="*/ 931 w 118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43">
                    <a:moveTo>
                      <a:pt x="59" y="0"/>
                    </a:moveTo>
                    <a:cubicBezTo>
                      <a:pt x="34" y="0"/>
                      <a:pt x="12" y="9"/>
                      <a:pt x="0" y="22"/>
                    </a:cubicBezTo>
                    <a:cubicBezTo>
                      <a:pt x="12" y="35"/>
                      <a:pt x="34" y="43"/>
                      <a:pt x="59" y="43"/>
                    </a:cubicBezTo>
                    <a:cubicBezTo>
                      <a:pt x="84" y="43"/>
                      <a:pt x="106" y="35"/>
                      <a:pt x="118" y="22"/>
                    </a:cubicBezTo>
                    <a:cubicBezTo>
                      <a:pt x="106" y="9"/>
                      <a:pt x="84" y="0"/>
                      <a:pt x="59" y="0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6" name="Freeform 13">
                <a:extLst>
                  <a:ext uri="{FF2B5EF4-FFF2-40B4-BE49-F238E27FC236}">
                    <a16:creationId xmlns:a16="http://schemas.microsoft.com/office/drawing/2014/main" id="{38E5BECC-9123-400C-A695-5F0AB4CA0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416"/>
                <a:ext cx="1978" cy="2045"/>
              </a:xfrm>
              <a:custGeom>
                <a:avLst/>
                <a:gdLst>
                  <a:gd name="T0" fmla="*/ 12318 w 791"/>
                  <a:gd name="T1" fmla="*/ 13400 h 767"/>
                  <a:gd name="T2" fmla="*/ 12213 w 791"/>
                  <a:gd name="T3" fmla="*/ 21 h 767"/>
                  <a:gd name="T4" fmla="*/ 12213 w 791"/>
                  <a:gd name="T5" fmla="*/ 0 h 767"/>
                  <a:gd name="T6" fmla="*/ 10868 w 791"/>
                  <a:gd name="T7" fmla="*/ 1117 h 767"/>
                  <a:gd name="T8" fmla="*/ 9522 w 791"/>
                  <a:gd name="T9" fmla="*/ 21 h 767"/>
                  <a:gd name="T10" fmla="*/ 9522 w 791"/>
                  <a:gd name="T11" fmla="*/ 21 h 767"/>
                  <a:gd name="T12" fmla="*/ 9460 w 791"/>
                  <a:gd name="T13" fmla="*/ 3391 h 767"/>
                  <a:gd name="T14" fmla="*/ 9460 w 791"/>
                  <a:gd name="T15" fmla="*/ 3391 h 767"/>
                  <a:gd name="T16" fmla="*/ 8942 w 791"/>
                  <a:gd name="T17" fmla="*/ 3959 h 767"/>
                  <a:gd name="T18" fmla="*/ 4364 w 791"/>
                  <a:gd name="T19" fmla="*/ 4343 h 767"/>
                  <a:gd name="T20" fmla="*/ 500 w 791"/>
                  <a:gd name="T21" fmla="*/ 3034 h 767"/>
                  <a:gd name="T22" fmla="*/ 113 w 791"/>
                  <a:gd name="T23" fmla="*/ 3263 h 767"/>
                  <a:gd name="T24" fmla="*/ 175 w 791"/>
                  <a:gd name="T25" fmla="*/ 3925 h 767"/>
                  <a:gd name="T26" fmla="*/ 4301 w 791"/>
                  <a:gd name="T27" fmla="*/ 5324 h 767"/>
                  <a:gd name="T28" fmla="*/ 8117 w 791"/>
                  <a:gd name="T29" fmla="*/ 5175 h 767"/>
                  <a:gd name="T30" fmla="*/ 8130 w 791"/>
                  <a:gd name="T31" fmla="*/ 5252 h 767"/>
                  <a:gd name="T32" fmla="*/ 7972 w 791"/>
                  <a:gd name="T33" fmla="*/ 5423 h 767"/>
                  <a:gd name="T34" fmla="*/ 3426 w 791"/>
                  <a:gd name="T35" fmla="*/ 9873 h 767"/>
                  <a:gd name="T36" fmla="*/ 925 w 791"/>
                  <a:gd name="T37" fmla="*/ 6732 h 767"/>
                  <a:gd name="T38" fmla="*/ 645 w 791"/>
                  <a:gd name="T39" fmla="*/ 4663 h 767"/>
                  <a:gd name="T40" fmla="*/ 270 w 791"/>
                  <a:gd name="T41" fmla="*/ 4629 h 767"/>
                  <a:gd name="T42" fmla="*/ 3313 w 791"/>
                  <a:gd name="T43" fmla="*/ 10308 h 767"/>
                  <a:gd name="T44" fmla="*/ 8222 w 791"/>
                  <a:gd name="T45" fmla="*/ 5764 h 767"/>
                  <a:gd name="T46" fmla="*/ 8930 w 791"/>
                  <a:gd name="T47" fmla="*/ 5061 h 767"/>
                  <a:gd name="T48" fmla="*/ 9335 w 791"/>
                  <a:gd name="T49" fmla="*/ 4855 h 767"/>
                  <a:gd name="T50" fmla="*/ 9460 w 791"/>
                  <a:gd name="T51" fmla="*/ 5175 h 767"/>
                  <a:gd name="T52" fmla="*/ 9647 w 791"/>
                  <a:gd name="T53" fmla="*/ 13478 h 767"/>
                  <a:gd name="T54" fmla="*/ 10993 w 791"/>
                  <a:gd name="T55" fmla="*/ 14536 h 767"/>
                  <a:gd name="T56" fmla="*/ 12318 w 791"/>
                  <a:gd name="T57" fmla="*/ 13400 h 7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91" h="767">
                    <a:moveTo>
                      <a:pt x="788" y="707"/>
                    </a:moveTo>
                    <a:cubicBezTo>
                      <a:pt x="777" y="554"/>
                      <a:pt x="774" y="73"/>
                      <a:pt x="781" y="1"/>
                    </a:cubicBezTo>
                    <a:cubicBezTo>
                      <a:pt x="781" y="0"/>
                      <a:pt x="781" y="0"/>
                      <a:pt x="781" y="0"/>
                    </a:cubicBezTo>
                    <a:cubicBezTo>
                      <a:pt x="780" y="33"/>
                      <a:pt x="742" y="59"/>
                      <a:pt x="695" y="59"/>
                    </a:cubicBezTo>
                    <a:cubicBezTo>
                      <a:pt x="648" y="59"/>
                      <a:pt x="610" y="33"/>
                      <a:pt x="609" y="1"/>
                    </a:cubicBezTo>
                    <a:cubicBezTo>
                      <a:pt x="609" y="1"/>
                      <a:pt x="609" y="1"/>
                      <a:pt x="609" y="1"/>
                    </a:cubicBezTo>
                    <a:cubicBezTo>
                      <a:pt x="607" y="25"/>
                      <a:pt x="605" y="93"/>
                      <a:pt x="605" y="179"/>
                    </a:cubicBezTo>
                    <a:cubicBezTo>
                      <a:pt x="605" y="179"/>
                      <a:pt x="605" y="179"/>
                      <a:pt x="605" y="179"/>
                    </a:cubicBezTo>
                    <a:cubicBezTo>
                      <a:pt x="604" y="197"/>
                      <a:pt x="586" y="204"/>
                      <a:pt x="572" y="209"/>
                    </a:cubicBezTo>
                    <a:cubicBezTo>
                      <a:pt x="507" y="228"/>
                      <a:pt x="391" y="236"/>
                      <a:pt x="279" y="229"/>
                    </a:cubicBezTo>
                    <a:cubicBezTo>
                      <a:pt x="207" y="225"/>
                      <a:pt x="100" y="201"/>
                      <a:pt x="32" y="160"/>
                    </a:cubicBezTo>
                    <a:cubicBezTo>
                      <a:pt x="24" y="157"/>
                      <a:pt x="14" y="163"/>
                      <a:pt x="7" y="172"/>
                    </a:cubicBezTo>
                    <a:cubicBezTo>
                      <a:pt x="0" y="180"/>
                      <a:pt x="1" y="198"/>
                      <a:pt x="11" y="207"/>
                    </a:cubicBezTo>
                    <a:cubicBezTo>
                      <a:pt x="90" y="253"/>
                      <a:pt x="203" y="277"/>
                      <a:pt x="275" y="281"/>
                    </a:cubicBezTo>
                    <a:cubicBezTo>
                      <a:pt x="354" y="286"/>
                      <a:pt x="445" y="284"/>
                      <a:pt x="519" y="273"/>
                    </a:cubicBezTo>
                    <a:cubicBezTo>
                      <a:pt x="522" y="272"/>
                      <a:pt x="525" y="273"/>
                      <a:pt x="520" y="277"/>
                    </a:cubicBezTo>
                    <a:cubicBezTo>
                      <a:pt x="517" y="280"/>
                      <a:pt x="514" y="283"/>
                      <a:pt x="510" y="286"/>
                    </a:cubicBezTo>
                    <a:cubicBezTo>
                      <a:pt x="446" y="344"/>
                      <a:pt x="350" y="561"/>
                      <a:pt x="219" y="521"/>
                    </a:cubicBezTo>
                    <a:cubicBezTo>
                      <a:pt x="140" y="496"/>
                      <a:pt x="87" y="449"/>
                      <a:pt x="59" y="355"/>
                    </a:cubicBezTo>
                    <a:cubicBezTo>
                      <a:pt x="48" y="316"/>
                      <a:pt x="43" y="278"/>
                      <a:pt x="41" y="246"/>
                    </a:cubicBezTo>
                    <a:cubicBezTo>
                      <a:pt x="39" y="234"/>
                      <a:pt x="20" y="235"/>
                      <a:pt x="17" y="244"/>
                    </a:cubicBezTo>
                    <a:cubicBezTo>
                      <a:pt x="21" y="346"/>
                      <a:pt x="58" y="496"/>
                      <a:pt x="212" y="544"/>
                    </a:cubicBezTo>
                    <a:cubicBezTo>
                      <a:pt x="356" y="588"/>
                      <a:pt x="461" y="362"/>
                      <a:pt x="526" y="304"/>
                    </a:cubicBezTo>
                    <a:cubicBezTo>
                      <a:pt x="543" y="289"/>
                      <a:pt x="558" y="275"/>
                      <a:pt x="571" y="267"/>
                    </a:cubicBezTo>
                    <a:cubicBezTo>
                      <a:pt x="585" y="258"/>
                      <a:pt x="595" y="256"/>
                      <a:pt x="597" y="256"/>
                    </a:cubicBezTo>
                    <a:cubicBezTo>
                      <a:pt x="602" y="256"/>
                      <a:pt x="605" y="260"/>
                      <a:pt x="605" y="273"/>
                    </a:cubicBezTo>
                    <a:cubicBezTo>
                      <a:pt x="606" y="439"/>
                      <a:pt x="610" y="630"/>
                      <a:pt x="617" y="711"/>
                    </a:cubicBezTo>
                    <a:cubicBezTo>
                      <a:pt x="617" y="744"/>
                      <a:pt x="655" y="767"/>
                      <a:pt x="703" y="767"/>
                    </a:cubicBezTo>
                    <a:cubicBezTo>
                      <a:pt x="750" y="767"/>
                      <a:pt x="791" y="737"/>
                      <a:pt x="788" y="707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7" name="Freeform 14">
                <a:extLst>
                  <a:ext uri="{FF2B5EF4-FFF2-40B4-BE49-F238E27FC236}">
                    <a16:creationId xmlns:a16="http://schemas.microsoft.com/office/drawing/2014/main" id="{EE2E28E5-A487-4540-AE94-B9E8063CB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717"/>
                <a:ext cx="160" cy="110"/>
              </a:xfrm>
              <a:custGeom>
                <a:avLst/>
                <a:gdLst>
                  <a:gd name="T0" fmla="*/ 1000 w 64"/>
                  <a:gd name="T1" fmla="*/ 330 h 41"/>
                  <a:gd name="T2" fmla="*/ 770 w 64"/>
                  <a:gd name="T3" fmla="*/ 274 h 41"/>
                  <a:gd name="T4" fmla="*/ 800 w 64"/>
                  <a:gd name="T5" fmla="*/ 0 h 41"/>
                  <a:gd name="T6" fmla="*/ 0 w 64"/>
                  <a:gd name="T7" fmla="*/ 577 h 41"/>
                  <a:gd name="T8" fmla="*/ 458 w 64"/>
                  <a:gd name="T9" fmla="*/ 791 h 41"/>
                  <a:gd name="T10" fmla="*/ 1000 w 64"/>
                  <a:gd name="T11" fmla="*/ 33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1">
                    <a:moveTo>
                      <a:pt x="64" y="17"/>
                    </a:moveTo>
                    <a:cubicBezTo>
                      <a:pt x="54" y="19"/>
                      <a:pt x="52" y="17"/>
                      <a:pt x="49" y="14"/>
                    </a:cubicBezTo>
                    <a:cubicBezTo>
                      <a:pt x="47" y="11"/>
                      <a:pt x="47" y="4"/>
                      <a:pt x="51" y="0"/>
                    </a:cubicBezTo>
                    <a:cubicBezTo>
                      <a:pt x="35" y="14"/>
                      <a:pt x="18" y="24"/>
                      <a:pt x="0" y="30"/>
                    </a:cubicBezTo>
                    <a:cubicBezTo>
                      <a:pt x="7" y="38"/>
                      <a:pt x="19" y="40"/>
                      <a:pt x="29" y="41"/>
                    </a:cubicBezTo>
                    <a:cubicBezTo>
                      <a:pt x="41" y="35"/>
                      <a:pt x="53" y="27"/>
                      <a:pt x="64" y="17"/>
                    </a:cubicBezTo>
                    <a:close/>
                  </a:path>
                </a:pathLst>
              </a:custGeom>
              <a:solidFill>
                <a:srgbClr val="73AB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8" name="Freeform 15">
                <a:extLst>
                  <a:ext uri="{FF2B5EF4-FFF2-40B4-BE49-F238E27FC236}">
                    <a16:creationId xmlns:a16="http://schemas.microsoft.com/office/drawing/2014/main" id="{9B6166A7-70D6-46A2-B1EF-2432CE8BF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040"/>
                <a:ext cx="735" cy="851"/>
              </a:xfrm>
              <a:custGeom>
                <a:avLst/>
                <a:gdLst>
                  <a:gd name="T0" fmla="*/ 4595 w 294"/>
                  <a:gd name="T1" fmla="*/ 5223 h 319"/>
                  <a:gd name="T2" fmla="*/ 3158 w 294"/>
                  <a:gd name="T3" fmla="*/ 5450 h 319"/>
                  <a:gd name="T4" fmla="*/ 658 w 294"/>
                  <a:gd name="T5" fmla="*/ 2300 h 319"/>
                  <a:gd name="T6" fmla="*/ 375 w 294"/>
                  <a:gd name="T7" fmla="*/ 227 h 319"/>
                  <a:gd name="T8" fmla="*/ 0 w 294"/>
                  <a:gd name="T9" fmla="*/ 192 h 319"/>
                  <a:gd name="T10" fmla="*/ 3050 w 294"/>
                  <a:gd name="T11" fmla="*/ 5885 h 319"/>
                  <a:gd name="T12" fmla="*/ 4425 w 294"/>
                  <a:gd name="T13" fmla="*/ 5794 h 319"/>
                  <a:gd name="T14" fmla="*/ 4595 w 294"/>
                  <a:gd name="T15" fmla="*/ 5223 h 3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4" h="319">
                    <a:moveTo>
                      <a:pt x="294" y="275"/>
                    </a:moveTo>
                    <a:cubicBezTo>
                      <a:pt x="265" y="291"/>
                      <a:pt x="235" y="297"/>
                      <a:pt x="202" y="287"/>
                    </a:cubicBezTo>
                    <a:cubicBezTo>
                      <a:pt x="123" y="262"/>
                      <a:pt x="70" y="215"/>
                      <a:pt x="42" y="121"/>
                    </a:cubicBezTo>
                    <a:cubicBezTo>
                      <a:pt x="31" y="82"/>
                      <a:pt x="26" y="44"/>
                      <a:pt x="24" y="12"/>
                    </a:cubicBezTo>
                    <a:cubicBezTo>
                      <a:pt x="22" y="0"/>
                      <a:pt x="3" y="1"/>
                      <a:pt x="0" y="10"/>
                    </a:cubicBezTo>
                    <a:cubicBezTo>
                      <a:pt x="4" y="112"/>
                      <a:pt x="41" y="262"/>
                      <a:pt x="195" y="310"/>
                    </a:cubicBezTo>
                    <a:cubicBezTo>
                      <a:pt x="226" y="319"/>
                      <a:pt x="256" y="316"/>
                      <a:pt x="283" y="305"/>
                    </a:cubicBezTo>
                    <a:cubicBezTo>
                      <a:pt x="288" y="295"/>
                      <a:pt x="291" y="285"/>
                      <a:pt x="294" y="27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9" name="Freeform 16">
                <a:extLst>
                  <a:ext uri="{FF2B5EF4-FFF2-40B4-BE49-F238E27FC236}">
                    <a16:creationId xmlns:a16="http://schemas.microsoft.com/office/drawing/2014/main" id="{B3359487-DCD2-4427-9BE3-9F6152F1F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781"/>
                <a:ext cx="110" cy="91"/>
              </a:xfrm>
              <a:custGeom>
                <a:avLst/>
                <a:gdLst>
                  <a:gd name="T0" fmla="*/ 688 w 44"/>
                  <a:gd name="T1" fmla="*/ 230 h 34"/>
                  <a:gd name="T2" fmla="*/ 458 w 44"/>
                  <a:gd name="T3" fmla="*/ 171 h 34"/>
                  <a:gd name="T4" fmla="*/ 63 w 44"/>
                  <a:gd name="T5" fmla="*/ 0 h 34"/>
                  <a:gd name="T6" fmla="*/ 113 w 44"/>
                  <a:gd name="T7" fmla="*/ 265 h 34"/>
                  <a:gd name="T8" fmla="*/ 0 w 44"/>
                  <a:gd name="T9" fmla="*/ 458 h 34"/>
                  <a:gd name="T10" fmla="*/ 345 w 44"/>
                  <a:gd name="T11" fmla="*/ 616 h 34"/>
                  <a:gd name="T12" fmla="*/ 500 w 44"/>
                  <a:gd name="T13" fmla="*/ 653 h 34"/>
                  <a:gd name="T14" fmla="*/ 688 w 44"/>
                  <a:gd name="T15" fmla="*/ 23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34">
                    <a:moveTo>
                      <a:pt x="44" y="12"/>
                    </a:moveTo>
                    <a:cubicBezTo>
                      <a:pt x="39" y="11"/>
                      <a:pt x="34" y="10"/>
                      <a:pt x="29" y="9"/>
                    </a:cubicBezTo>
                    <a:cubicBezTo>
                      <a:pt x="20" y="6"/>
                      <a:pt x="12" y="3"/>
                      <a:pt x="4" y="0"/>
                    </a:cubicBezTo>
                    <a:cubicBezTo>
                      <a:pt x="6" y="4"/>
                      <a:pt x="8" y="10"/>
                      <a:pt x="7" y="14"/>
                    </a:cubicBezTo>
                    <a:cubicBezTo>
                      <a:pt x="6" y="18"/>
                      <a:pt x="3" y="22"/>
                      <a:pt x="0" y="24"/>
                    </a:cubicBezTo>
                    <a:cubicBezTo>
                      <a:pt x="7" y="27"/>
                      <a:pt x="14" y="29"/>
                      <a:pt x="22" y="32"/>
                    </a:cubicBezTo>
                    <a:cubicBezTo>
                      <a:pt x="25" y="33"/>
                      <a:pt x="29" y="34"/>
                      <a:pt x="32" y="34"/>
                    </a:cubicBezTo>
                    <a:cubicBezTo>
                      <a:pt x="37" y="27"/>
                      <a:pt x="42" y="17"/>
                      <a:pt x="44" y="12"/>
                    </a:cubicBezTo>
                    <a:close/>
                  </a:path>
                </a:pathLst>
              </a:custGeom>
              <a:solidFill>
                <a:srgbClr val="D91E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0" name="Freeform 17">
                <a:extLst>
                  <a:ext uri="{FF2B5EF4-FFF2-40B4-BE49-F238E27FC236}">
                    <a16:creationId xmlns:a16="http://schemas.microsoft.com/office/drawing/2014/main" id="{A0BC0F26-E421-4F8E-BE5C-43D998C3B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659"/>
                <a:ext cx="578" cy="1066"/>
              </a:xfrm>
              <a:custGeom>
                <a:avLst/>
                <a:gdLst>
                  <a:gd name="T0" fmla="*/ 145 w 231"/>
                  <a:gd name="T1" fmla="*/ 7571 h 400"/>
                  <a:gd name="T2" fmla="*/ 3618 w 231"/>
                  <a:gd name="T3" fmla="*/ 7571 h 400"/>
                  <a:gd name="T4" fmla="*/ 2913 w 231"/>
                  <a:gd name="T5" fmla="*/ 2329 h 400"/>
                  <a:gd name="T6" fmla="*/ 1459 w 231"/>
                  <a:gd name="T7" fmla="*/ 0 h 400"/>
                  <a:gd name="T8" fmla="*/ 425 w 231"/>
                  <a:gd name="T9" fmla="*/ 1476 h 400"/>
                  <a:gd name="T10" fmla="*/ 470 w 231"/>
                  <a:gd name="T11" fmla="*/ 1876 h 400"/>
                  <a:gd name="T12" fmla="*/ 363 w 231"/>
                  <a:gd name="T13" fmla="*/ 2457 h 400"/>
                  <a:gd name="T14" fmla="*/ 313 w 231"/>
                  <a:gd name="T15" fmla="*/ 3558 h 400"/>
                  <a:gd name="T16" fmla="*/ 145 w 231"/>
                  <a:gd name="T17" fmla="*/ 3614 h 400"/>
                  <a:gd name="T18" fmla="*/ 33 w 231"/>
                  <a:gd name="T19" fmla="*/ 7571 h 400"/>
                  <a:gd name="T20" fmla="*/ 145 w 231"/>
                  <a:gd name="T21" fmla="*/ 7571 h 4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1" h="400">
                    <a:moveTo>
                      <a:pt x="9" y="400"/>
                    </a:moveTo>
                    <a:cubicBezTo>
                      <a:pt x="231" y="400"/>
                      <a:pt x="231" y="400"/>
                      <a:pt x="231" y="400"/>
                    </a:cubicBezTo>
                    <a:cubicBezTo>
                      <a:pt x="218" y="331"/>
                      <a:pt x="203" y="200"/>
                      <a:pt x="186" y="123"/>
                    </a:cubicBezTo>
                    <a:cubicBezTo>
                      <a:pt x="168" y="41"/>
                      <a:pt x="132" y="0"/>
                      <a:pt x="93" y="0"/>
                    </a:cubicBezTo>
                    <a:cubicBezTo>
                      <a:pt x="63" y="0"/>
                      <a:pt x="40" y="33"/>
                      <a:pt x="27" y="78"/>
                    </a:cubicBezTo>
                    <a:cubicBezTo>
                      <a:pt x="26" y="81"/>
                      <a:pt x="30" y="91"/>
                      <a:pt x="30" y="99"/>
                    </a:cubicBezTo>
                    <a:cubicBezTo>
                      <a:pt x="30" y="109"/>
                      <a:pt x="27" y="119"/>
                      <a:pt x="23" y="130"/>
                    </a:cubicBezTo>
                    <a:cubicBezTo>
                      <a:pt x="17" y="146"/>
                      <a:pt x="22" y="170"/>
                      <a:pt x="20" y="188"/>
                    </a:cubicBezTo>
                    <a:cubicBezTo>
                      <a:pt x="19" y="195"/>
                      <a:pt x="10" y="184"/>
                      <a:pt x="9" y="191"/>
                    </a:cubicBezTo>
                    <a:cubicBezTo>
                      <a:pt x="0" y="293"/>
                      <a:pt x="2" y="400"/>
                      <a:pt x="2" y="400"/>
                    </a:cubicBezTo>
                    <a:lnTo>
                      <a:pt x="9" y="400"/>
                    </a:lnTo>
                    <a:close/>
                  </a:path>
                </a:pathLst>
              </a:custGeom>
              <a:solidFill>
                <a:srgbClr val="EF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1" name="Freeform 18">
                <a:extLst>
                  <a:ext uri="{FF2B5EF4-FFF2-40B4-BE49-F238E27FC236}">
                    <a16:creationId xmlns:a16="http://schemas.microsoft.com/office/drawing/2014/main" id="{84007D39-A243-4F62-9FE9-4A30580E5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869"/>
                <a:ext cx="63" cy="352"/>
              </a:xfrm>
              <a:custGeom>
                <a:avLst/>
                <a:gdLst>
                  <a:gd name="T0" fmla="*/ 50 w 25"/>
                  <a:gd name="T1" fmla="*/ 1877 h 132"/>
                  <a:gd name="T2" fmla="*/ 179 w 25"/>
                  <a:gd name="T3" fmla="*/ 2069 h 132"/>
                  <a:gd name="T4" fmla="*/ 255 w 25"/>
                  <a:gd name="T5" fmla="*/ 2504 h 132"/>
                  <a:gd name="T6" fmla="*/ 338 w 25"/>
                  <a:gd name="T7" fmla="*/ 2141 h 132"/>
                  <a:gd name="T8" fmla="*/ 222 w 25"/>
                  <a:gd name="T9" fmla="*/ 1800 h 132"/>
                  <a:gd name="T10" fmla="*/ 192 w 25"/>
                  <a:gd name="T11" fmla="*/ 1251 h 132"/>
                  <a:gd name="T12" fmla="*/ 401 w 25"/>
                  <a:gd name="T13" fmla="*/ 627 h 132"/>
                  <a:gd name="T14" fmla="*/ 272 w 25"/>
                  <a:gd name="T15" fmla="*/ 93 h 132"/>
                  <a:gd name="T16" fmla="*/ 146 w 25"/>
                  <a:gd name="T17" fmla="*/ 0 h 132"/>
                  <a:gd name="T18" fmla="*/ 192 w 25"/>
                  <a:gd name="T19" fmla="*/ 376 h 132"/>
                  <a:gd name="T20" fmla="*/ 83 w 25"/>
                  <a:gd name="T21" fmla="*/ 968 h 132"/>
                  <a:gd name="T22" fmla="*/ 50 w 25"/>
                  <a:gd name="T23" fmla="*/ 1877 h 1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132">
                    <a:moveTo>
                      <a:pt x="3" y="99"/>
                    </a:moveTo>
                    <a:cubicBezTo>
                      <a:pt x="4" y="100"/>
                      <a:pt x="9" y="105"/>
                      <a:pt x="11" y="109"/>
                    </a:cubicBezTo>
                    <a:cubicBezTo>
                      <a:pt x="13" y="113"/>
                      <a:pt x="16" y="132"/>
                      <a:pt x="16" y="132"/>
                    </a:cubicBezTo>
                    <a:cubicBezTo>
                      <a:pt x="21" y="113"/>
                      <a:pt x="21" y="113"/>
                      <a:pt x="21" y="113"/>
                    </a:cubicBezTo>
                    <a:cubicBezTo>
                      <a:pt x="21" y="113"/>
                      <a:pt x="15" y="106"/>
                      <a:pt x="14" y="95"/>
                    </a:cubicBezTo>
                    <a:cubicBezTo>
                      <a:pt x="12" y="85"/>
                      <a:pt x="9" y="74"/>
                      <a:pt x="12" y="66"/>
                    </a:cubicBezTo>
                    <a:cubicBezTo>
                      <a:pt x="15" y="57"/>
                      <a:pt x="25" y="33"/>
                      <a:pt x="25" y="33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4"/>
                      <a:pt x="12" y="13"/>
                      <a:pt x="12" y="20"/>
                    </a:cubicBezTo>
                    <a:cubicBezTo>
                      <a:pt x="12" y="30"/>
                      <a:pt x="9" y="40"/>
                      <a:pt x="5" y="51"/>
                    </a:cubicBezTo>
                    <a:cubicBezTo>
                      <a:pt x="0" y="64"/>
                      <a:pt x="3" y="83"/>
                      <a:pt x="3" y="99"/>
                    </a:cubicBezTo>
                    <a:close/>
                  </a:path>
                </a:pathLst>
              </a:custGeom>
              <a:solidFill>
                <a:srgbClr val="7333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2" name="Freeform 19">
                <a:extLst>
                  <a:ext uri="{FF2B5EF4-FFF2-40B4-BE49-F238E27FC236}">
                    <a16:creationId xmlns:a16="http://schemas.microsoft.com/office/drawing/2014/main" id="{4A4BD336-D659-4F7E-A840-61759B33C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899"/>
                <a:ext cx="55" cy="322"/>
              </a:xfrm>
              <a:custGeom>
                <a:avLst/>
                <a:gdLst>
                  <a:gd name="T0" fmla="*/ 238 w 22"/>
                  <a:gd name="T1" fmla="*/ 375 h 121"/>
                  <a:gd name="T2" fmla="*/ 188 w 22"/>
                  <a:gd name="T3" fmla="*/ 639 h 121"/>
                  <a:gd name="T4" fmla="*/ 50 w 22"/>
                  <a:gd name="T5" fmla="*/ 1134 h 121"/>
                  <a:gd name="T6" fmla="*/ 33 w 22"/>
                  <a:gd name="T7" fmla="*/ 1474 h 121"/>
                  <a:gd name="T8" fmla="*/ 20 w 22"/>
                  <a:gd name="T9" fmla="*/ 1599 h 121"/>
                  <a:gd name="T10" fmla="*/ 0 w 22"/>
                  <a:gd name="T11" fmla="*/ 1621 h 121"/>
                  <a:gd name="T12" fmla="*/ 0 w 22"/>
                  <a:gd name="T13" fmla="*/ 1658 h 121"/>
                  <a:gd name="T14" fmla="*/ 125 w 22"/>
                  <a:gd name="T15" fmla="*/ 1850 h 121"/>
                  <a:gd name="T16" fmla="*/ 208 w 22"/>
                  <a:gd name="T17" fmla="*/ 2281 h 121"/>
                  <a:gd name="T18" fmla="*/ 283 w 22"/>
                  <a:gd name="T19" fmla="*/ 1919 h 121"/>
                  <a:gd name="T20" fmla="*/ 158 w 22"/>
                  <a:gd name="T21" fmla="*/ 1509 h 121"/>
                  <a:gd name="T22" fmla="*/ 145 w 22"/>
                  <a:gd name="T23" fmla="*/ 1035 h 121"/>
                  <a:gd name="T24" fmla="*/ 345 w 22"/>
                  <a:gd name="T25" fmla="*/ 418 h 121"/>
                  <a:gd name="T26" fmla="*/ 250 w 22"/>
                  <a:gd name="T27" fmla="*/ 0 h 121"/>
                  <a:gd name="T28" fmla="*/ 188 w 22"/>
                  <a:gd name="T29" fmla="*/ 21 h 121"/>
                  <a:gd name="T30" fmla="*/ 238 w 22"/>
                  <a:gd name="T31" fmla="*/ 375 h 1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" h="121">
                    <a:moveTo>
                      <a:pt x="15" y="20"/>
                    </a:moveTo>
                    <a:cubicBezTo>
                      <a:pt x="15" y="25"/>
                      <a:pt x="14" y="30"/>
                      <a:pt x="12" y="34"/>
                    </a:cubicBezTo>
                    <a:cubicBezTo>
                      <a:pt x="9" y="44"/>
                      <a:pt x="5" y="50"/>
                      <a:pt x="3" y="60"/>
                    </a:cubicBezTo>
                    <a:cubicBezTo>
                      <a:pt x="1" y="66"/>
                      <a:pt x="3" y="72"/>
                      <a:pt x="2" y="78"/>
                    </a:cubicBezTo>
                    <a:cubicBezTo>
                      <a:pt x="2" y="81"/>
                      <a:pt x="2" y="83"/>
                      <a:pt x="1" y="85"/>
                    </a:cubicBezTo>
                    <a:cubicBezTo>
                      <a:pt x="1" y="85"/>
                      <a:pt x="0" y="85"/>
                      <a:pt x="0" y="86"/>
                    </a:cubicBezTo>
                    <a:cubicBezTo>
                      <a:pt x="0" y="86"/>
                      <a:pt x="0" y="87"/>
                      <a:pt x="0" y="88"/>
                    </a:cubicBezTo>
                    <a:cubicBezTo>
                      <a:pt x="1" y="89"/>
                      <a:pt x="6" y="94"/>
                      <a:pt x="8" y="98"/>
                    </a:cubicBezTo>
                    <a:cubicBezTo>
                      <a:pt x="10" y="102"/>
                      <a:pt x="13" y="121"/>
                      <a:pt x="13" y="121"/>
                    </a:cubicBezTo>
                    <a:cubicBezTo>
                      <a:pt x="18" y="102"/>
                      <a:pt x="18" y="102"/>
                      <a:pt x="18" y="102"/>
                    </a:cubicBezTo>
                    <a:cubicBezTo>
                      <a:pt x="18" y="102"/>
                      <a:pt x="12" y="91"/>
                      <a:pt x="10" y="80"/>
                    </a:cubicBezTo>
                    <a:cubicBezTo>
                      <a:pt x="9" y="70"/>
                      <a:pt x="6" y="63"/>
                      <a:pt x="9" y="55"/>
                    </a:cubicBezTo>
                    <a:cubicBezTo>
                      <a:pt x="12" y="46"/>
                      <a:pt x="22" y="22"/>
                      <a:pt x="22" y="2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5" y="4"/>
                      <a:pt x="15" y="16"/>
                      <a:pt x="15" y="20"/>
                    </a:cubicBezTo>
                    <a:close/>
                  </a:path>
                </a:pathLst>
              </a:custGeom>
              <a:solidFill>
                <a:srgbClr val="4F17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3" name="Freeform 20">
                <a:extLst>
                  <a:ext uri="{FF2B5EF4-FFF2-40B4-BE49-F238E27FC236}">
                    <a16:creationId xmlns:a16="http://schemas.microsoft.com/office/drawing/2014/main" id="{EF45E313-78B1-4E01-AC23-C930FA48F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867"/>
                <a:ext cx="43" cy="96"/>
              </a:xfrm>
              <a:custGeom>
                <a:avLst/>
                <a:gdLst>
                  <a:gd name="T0" fmla="*/ 255 w 17"/>
                  <a:gd name="T1" fmla="*/ 661 h 36"/>
                  <a:gd name="T2" fmla="*/ 276 w 17"/>
                  <a:gd name="T3" fmla="*/ 648 h 36"/>
                  <a:gd name="T4" fmla="*/ 159 w 17"/>
                  <a:gd name="T5" fmla="*/ 93 h 36"/>
                  <a:gd name="T6" fmla="*/ 20 w 17"/>
                  <a:gd name="T7" fmla="*/ 0 h 36"/>
                  <a:gd name="T8" fmla="*/ 33 w 17"/>
                  <a:gd name="T9" fmla="*/ 171 h 36"/>
                  <a:gd name="T10" fmla="*/ 96 w 17"/>
                  <a:gd name="T11" fmla="*/ 192 h 36"/>
                  <a:gd name="T12" fmla="*/ 255 w 17"/>
                  <a:gd name="T13" fmla="*/ 6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6">
                    <a:moveTo>
                      <a:pt x="16" y="35"/>
                    </a:moveTo>
                    <a:cubicBezTo>
                      <a:pt x="17" y="36"/>
                      <a:pt x="17" y="34"/>
                      <a:pt x="17" y="34"/>
                    </a:cubicBezTo>
                    <a:cubicBezTo>
                      <a:pt x="17" y="34"/>
                      <a:pt x="11" y="5"/>
                      <a:pt x="10" y="5"/>
                    </a:cubicBezTo>
                    <a:cubicBezTo>
                      <a:pt x="9" y="5"/>
                      <a:pt x="2" y="3"/>
                      <a:pt x="1" y="0"/>
                    </a:cubicBezTo>
                    <a:cubicBezTo>
                      <a:pt x="0" y="2"/>
                      <a:pt x="1" y="5"/>
                      <a:pt x="2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15" y="34"/>
                      <a:pt x="16" y="35"/>
                    </a:cubicBezTo>
                    <a:close/>
                  </a:path>
                </a:pathLst>
              </a:custGeom>
              <a:solidFill>
                <a:srgbClr val="E0B8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4" name="Freeform 21">
                <a:extLst>
                  <a:ext uri="{FF2B5EF4-FFF2-40B4-BE49-F238E27FC236}">
                    <a16:creationId xmlns:a16="http://schemas.microsoft.com/office/drawing/2014/main" id="{D255CF41-FBAE-498C-A123-E44354D36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3163"/>
                <a:ext cx="35" cy="98"/>
              </a:xfrm>
              <a:custGeom>
                <a:avLst/>
                <a:gdLst>
                  <a:gd name="T0" fmla="*/ 220 w 14"/>
                  <a:gd name="T1" fmla="*/ 0 h 37"/>
                  <a:gd name="T2" fmla="*/ 158 w 14"/>
                  <a:gd name="T3" fmla="*/ 336 h 37"/>
                  <a:gd name="T4" fmla="*/ 0 w 14"/>
                  <a:gd name="T5" fmla="*/ 68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7">
                    <a:moveTo>
                      <a:pt x="14" y="0"/>
                    </a:moveTo>
                    <a:cubicBezTo>
                      <a:pt x="14" y="3"/>
                      <a:pt x="13" y="10"/>
                      <a:pt x="10" y="18"/>
                    </a:cubicBezTo>
                    <a:cubicBezTo>
                      <a:pt x="8" y="25"/>
                      <a:pt x="3" y="32"/>
                      <a:pt x="0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5" name="Freeform 22">
                <a:extLst>
                  <a:ext uri="{FF2B5EF4-FFF2-40B4-BE49-F238E27FC236}">
                    <a16:creationId xmlns:a16="http://schemas.microsoft.com/office/drawing/2014/main" id="{7158EA5B-5989-4EA5-BF26-1B8821A81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3059"/>
                <a:ext cx="52" cy="106"/>
              </a:xfrm>
              <a:custGeom>
                <a:avLst/>
                <a:gdLst>
                  <a:gd name="T0" fmla="*/ 319 w 21"/>
                  <a:gd name="T1" fmla="*/ 0 h 40"/>
                  <a:gd name="T2" fmla="*/ 12 w 21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21" y="0"/>
                    </a:moveTo>
                    <a:cubicBezTo>
                      <a:pt x="14" y="3"/>
                      <a:pt x="0" y="34"/>
                      <a:pt x="1" y="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6" name="Freeform 23">
                <a:extLst>
                  <a:ext uri="{FF2B5EF4-FFF2-40B4-BE49-F238E27FC236}">
                    <a16:creationId xmlns:a16="http://schemas.microsoft.com/office/drawing/2014/main" id="{39F31AFD-10C7-4CC8-A158-30E3C619A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856"/>
                <a:ext cx="77" cy="91"/>
              </a:xfrm>
              <a:custGeom>
                <a:avLst/>
                <a:gdLst>
                  <a:gd name="T0" fmla="*/ 0 w 31"/>
                  <a:gd name="T1" fmla="*/ 653 h 34"/>
                  <a:gd name="T2" fmla="*/ 196 w 31"/>
                  <a:gd name="T3" fmla="*/ 78 h 34"/>
                  <a:gd name="T4" fmla="*/ 474 w 31"/>
                  <a:gd name="T5" fmla="*/ 21 h 34"/>
                  <a:gd name="T6" fmla="*/ 196 w 31"/>
                  <a:gd name="T7" fmla="*/ 193 h 34"/>
                  <a:gd name="T8" fmla="*/ 0 w 31"/>
                  <a:gd name="T9" fmla="*/ 65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0" y="34"/>
                    </a:moveTo>
                    <a:cubicBezTo>
                      <a:pt x="1" y="28"/>
                      <a:pt x="10" y="6"/>
                      <a:pt x="13" y="4"/>
                    </a:cubicBezTo>
                    <a:cubicBezTo>
                      <a:pt x="15" y="1"/>
                      <a:pt x="25" y="0"/>
                      <a:pt x="31" y="1"/>
                    </a:cubicBezTo>
                    <a:cubicBezTo>
                      <a:pt x="22" y="1"/>
                      <a:pt x="16" y="5"/>
                      <a:pt x="13" y="10"/>
                    </a:cubicBezTo>
                    <a:cubicBezTo>
                      <a:pt x="10" y="15"/>
                      <a:pt x="1" y="32"/>
                      <a:pt x="0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7" name="Freeform 24">
                <a:extLst>
                  <a:ext uri="{FF2B5EF4-FFF2-40B4-BE49-F238E27FC236}">
                    <a16:creationId xmlns:a16="http://schemas.microsoft.com/office/drawing/2014/main" id="{C2803AED-DA45-428E-8599-F36828229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952"/>
                <a:ext cx="30" cy="88"/>
              </a:xfrm>
              <a:custGeom>
                <a:avLst/>
                <a:gdLst>
                  <a:gd name="T0" fmla="*/ 175 w 12"/>
                  <a:gd name="T1" fmla="*/ 0 h 33"/>
                  <a:gd name="T2" fmla="*/ 125 w 12"/>
                  <a:gd name="T3" fmla="*/ 320 h 33"/>
                  <a:gd name="T4" fmla="*/ 0 w 12"/>
                  <a:gd name="T5" fmla="*/ 6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3">
                    <a:moveTo>
                      <a:pt x="11" y="0"/>
                    </a:moveTo>
                    <a:cubicBezTo>
                      <a:pt x="12" y="2"/>
                      <a:pt x="10" y="11"/>
                      <a:pt x="8" y="17"/>
                    </a:cubicBezTo>
                    <a:cubicBezTo>
                      <a:pt x="6" y="23"/>
                      <a:pt x="2" y="29"/>
                      <a:pt x="0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8" name="Freeform 25">
                <a:extLst>
                  <a:ext uri="{FF2B5EF4-FFF2-40B4-BE49-F238E27FC236}">
                    <a16:creationId xmlns:a16="http://schemas.microsoft.com/office/drawing/2014/main" id="{18061D58-D1C0-47F0-A261-122EE8E59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045"/>
                <a:ext cx="25" cy="94"/>
              </a:xfrm>
              <a:custGeom>
                <a:avLst/>
                <a:gdLst>
                  <a:gd name="T0" fmla="*/ 125 w 10"/>
                  <a:gd name="T1" fmla="*/ 0 h 35"/>
                  <a:gd name="T2" fmla="*/ 0 w 10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5">
                    <a:moveTo>
                      <a:pt x="8" y="0"/>
                    </a:moveTo>
                    <a:cubicBezTo>
                      <a:pt x="10" y="7"/>
                      <a:pt x="3" y="30"/>
                      <a:pt x="0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9" name="Freeform 26">
                <a:extLst>
                  <a:ext uri="{FF2B5EF4-FFF2-40B4-BE49-F238E27FC236}">
                    <a16:creationId xmlns:a16="http://schemas.microsoft.com/office/drawing/2014/main" id="{B903E261-B379-4B6D-83FE-9D451AB29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3269"/>
                <a:ext cx="22" cy="75"/>
              </a:xfrm>
              <a:custGeom>
                <a:avLst/>
                <a:gdLst>
                  <a:gd name="T0" fmla="*/ 103 w 9"/>
                  <a:gd name="T1" fmla="*/ 0 h 28"/>
                  <a:gd name="T2" fmla="*/ 0 w 9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8">
                    <a:moveTo>
                      <a:pt x="7" y="0"/>
                    </a:moveTo>
                    <a:cubicBezTo>
                      <a:pt x="9" y="7"/>
                      <a:pt x="3" y="22"/>
                      <a:pt x="0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0" name="Freeform 27">
                <a:extLst>
                  <a:ext uri="{FF2B5EF4-FFF2-40B4-BE49-F238E27FC236}">
                    <a16:creationId xmlns:a16="http://schemas.microsoft.com/office/drawing/2014/main" id="{0CA44515-E9C9-4273-A5BB-ACD8A14CC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3285"/>
                <a:ext cx="23" cy="88"/>
              </a:xfrm>
              <a:custGeom>
                <a:avLst/>
                <a:gdLst>
                  <a:gd name="T0" fmla="*/ 130 w 9"/>
                  <a:gd name="T1" fmla="*/ 0 h 33"/>
                  <a:gd name="T2" fmla="*/ 0 w 9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8" y="0"/>
                    </a:moveTo>
                    <a:cubicBezTo>
                      <a:pt x="9" y="15"/>
                      <a:pt x="3" y="29"/>
                      <a:pt x="0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1" name="Freeform 28">
                <a:extLst>
                  <a:ext uri="{FF2B5EF4-FFF2-40B4-BE49-F238E27FC236}">
                    <a16:creationId xmlns:a16="http://schemas.microsoft.com/office/drawing/2014/main" id="{A30512CB-C38C-448E-92A7-BF97011A3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3379"/>
                <a:ext cx="27" cy="101"/>
              </a:xfrm>
              <a:custGeom>
                <a:avLst/>
                <a:gdLst>
                  <a:gd name="T0" fmla="*/ 133 w 11"/>
                  <a:gd name="T1" fmla="*/ 0 h 38"/>
                  <a:gd name="T2" fmla="*/ 0 w 11"/>
                  <a:gd name="T3" fmla="*/ 712 h 38"/>
                  <a:gd name="T4" fmla="*/ 133 w 11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8">
                    <a:moveTo>
                      <a:pt x="9" y="0"/>
                    </a:moveTo>
                    <a:cubicBezTo>
                      <a:pt x="11" y="14"/>
                      <a:pt x="5" y="32"/>
                      <a:pt x="0" y="38"/>
                    </a:cubicBezTo>
                    <a:cubicBezTo>
                      <a:pt x="2" y="32"/>
                      <a:pt x="9" y="5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2" name="Freeform 29">
                <a:extLst>
                  <a:ext uri="{FF2B5EF4-FFF2-40B4-BE49-F238E27FC236}">
                    <a16:creationId xmlns:a16="http://schemas.microsoft.com/office/drawing/2014/main" id="{5796B8B9-4CA2-458B-AD92-6B738C29C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3483"/>
                <a:ext cx="32" cy="82"/>
              </a:xfrm>
              <a:custGeom>
                <a:avLst/>
                <a:gdLst>
                  <a:gd name="T0" fmla="*/ 182 w 13"/>
                  <a:gd name="T1" fmla="*/ 0 h 31"/>
                  <a:gd name="T2" fmla="*/ 0 w 13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12" y="0"/>
                    </a:moveTo>
                    <a:cubicBezTo>
                      <a:pt x="13" y="12"/>
                      <a:pt x="4" y="25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3" name="Freeform 30">
                <a:extLst>
                  <a:ext uri="{FF2B5EF4-FFF2-40B4-BE49-F238E27FC236}">
                    <a16:creationId xmlns:a16="http://schemas.microsoft.com/office/drawing/2014/main" id="{36DC0B91-EE3D-4962-BC8B-85D72CD84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3587"/>
                <a:ext cx="20" cy="66"/>
              </a:xfrm>
              <a:custGeom>
                <a:avLst/>
                <a:gdLst>
                  <a:gd name="T0" fmla="*/ 125 w 8"/>
                  <a:gd name="T1" fmla="*/ 0 h 25"/>
                  <a:gd name="T2" fmla="*/ 0 w 8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5">
                    <a:moveTo>
                      <a:pt x="8" y="0"/>
                    </a:moveTo>
                    <a:cubicBezTo>
                      <a:pt x="6" y="8"/>
                      <a:pt x="3" y="21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4" name="Freeform 31">
                <a:extLst>
                  <a:ext uri="{FF2B5EF4-FFF2-40B4-BE49-F238E27FC236}">
                    <a16:creationId xmlns:a16="http://schemas.microsoft.com/office/drawing/2014/main" id="{F5230582-699F-413A-931B-3046C6458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3501"/>
                <a:ext cx="25" cy="83"/>
              </a:xfrm>
              <a:custGeom>
                <a:avLst/>
                <a:gdLst>
                  <a:gd name="T0" fmla="*/ 145 w 10"/>
                  <a:gd name="T1" fmla="*/ 0 h 31"/>
                  <a:gd name="T2" fmla="*/ 0 w 10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9" y="0"/>
                    </a:moveTo>
                    <a:cubicBezTo>
                      <a:pt x="10" y="15"/>
                      <a:pt x="4" y="25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5" name="Freeform 32">
                <a:extLst>
                  <a:ext uri="{FF2B5EF4-FFF2-40B4-BE49-F238E27FC236}">
                    <a16:creationId xmlns:a16="http://schemas.microsoft.com/office/drawing/2014/main" id="{664D1F40-A818-4605-96AD-DF74ECECD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3600"/>
                <a:ext cx="30" cy="96"/>
              </a:xfrm>
              <a:custGeom>
                <a:avLst/>
                <a:gdLst>
                  <a:gd name="T0" fmla="*/ 145 w 12"/>
                  <a:gd name="T1" fmla="*/ 0 h 36"/>
                  <a:gd name="T2" fmla="*/ 0 w 12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6">
                    <a:moveTo>
                      <a:pt x="9" y="0"/>
                    </a:moveTo>
                    <a:cubicBezTo>
                      <a:pt x="12" y="11"/>
                      <a:pt x="3" y="31"/>
                      <a:pt x="0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6" name="Freeform 33">
                <a:extLst>
                  <a:ext uri="{FF2B5EF4-FFF2-40B4-BE49-F238E27FC236}">
                    <a16:creationId xmlns:a16="http://schemas.microsoft.com/office/drawing/2014/main" id="{73137E46-26E5-4E72-9694-B5A6A3C34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3683"/>
                <a:ext cx="5" cy="34"/>
              </a:xfrm>
              <a:custGeom>
                <a:avLst/>
                <a:gdLst>
                  <a:gd name="T0" fmla="*/ 33 w 2"/>
                  <a:gd name="T1" fmla="*/ 0 h 13"/>
                  <a:gd name="T2" fmla="*/ 0 w 2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2" y="0"/>
                    </a:moveTo>
                    <a:cubicBezTo>
                      <a:pt x="2" y="6"/>
                      <a:pt x="0" y="13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7" name="Freeform 34">
                <a:extLst>
                  <a:ext uri="{FF2B5EF4-FFF2-40B4-BE49-F238E27FC236}">
                    <a16:creationId xmlns:a16="http://schemas.microsoft.com/office/drawing/2014/main" id="{848C04DF-ED6E-4BA1-8FEF-266AC9A75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397"/>
                <a:ext cx="27" cy="88"/>
              </a:xfrm>
              <a:custGeom>
                <a:avLst/>
                <a:gdLst>
                  <a:gd name="T0" fmla="*/ 150 w 11"/>
                  <a:gd name="T1" fmla="*/ 0 h 33"/>
                  <a:gd name="T2" fmla="*/ 0 w 11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10" y="0"/>
                    </a:moveTo>
                    <a:cubicBezTo>
                      <a:pt x="11" y="14"/>
                      <a:pt x="3" y="30"/>
                      <a:pt x="0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8" name="Freeform 35">
                <a:extLst>
                  <a:ext uri="{FF2B5EF4-FFF2-40B4-BE49-F238E27FC236}">
                    <a16:creationId xmlns:a16="http://schemas.microsoft.com/office/drawing/2014/main" id="{43497C10-2DAB-497B-B5AE-AF9CC51B4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603"/>
                <a:ext cx="43" cy="96"/>
              </a:xfrm>
              <a:custGeom>
                <a:avLst/>
                <a:gdLst>
                  <a:gd name="T0" fmla="*/ 276 w 17"/>
                  <a:gd name="T1" fmla="*/ 0 h 36"/>
                  <a:gd name="T2" fmla="*/ 20 w 17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6">
                    <a:moveTo>
                      <a:pt x="17" y="0"/>
                    </a:moveTo>
                    <a:cubicBezTo>
                      <a:pt x="13" y="6"/>
                      <a:pt x="0" y="31"/>
                      <a:pt x="1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9" name="Freeform 36">
                <a:extLst>
                  <a:ext uri="{FF2B5EF4-FFF2-40B4-BE49-F238E27FC236}">
                    <a16:creationId xmlns:a16="http://schemas.microsoft.com/office/drawing/2014/main" id="{E4902A21-52A1-4CAA-9AB9-F675A1C0E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3499"/>
                <a:ext cx="43" cy="26"/>
              </a:xfrm>
              <a:custGeom>
                <a:avLst/>
                <a:gdLst>
                  <a:gd name="T0" fmla="*/ 83 w 17"/>
                  <a:gd name="T1" fmla="*/ 68 h 10"/>
                  <a:gd name="T2" fmla="*/ 0 w 17"/>
                  <a:gd name="T3" fmla="*/ 177 h 10"/>
                  <a:gd name="T4" fmla="*/ 276 w 17"/>
                  <a:gd name="T5" fmla="*/ 21 h 10"/>
                  <a:gd name="T6" fmla="*/ 83 w 17"/>
                  <a:gd name="T7" fmla="*/ 6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5" y="4"/>
                    </a:moveTo>
                    <a:cubicBezTo>
                      <a:pt x="2" y="6"/>
                      <a:pt x="0" y="8"/>
                      <a:pt x="0" y="10"/>
                    </a:cubicBezTo>
                    <a:cubicBezTo>
                      <a:pt x="2" y="1"/>
                      <a:pt x="4" y="0"/>
                      <a:pt x="17" y="1"/>
                    </a:cubicBezTo>
                    <a:cubicBezTo>
                      <a:pt x="15" y="1"/>
                      <a:pt x="10" y="2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0" name="Freeform 37">
                <a:extLst>
                  <a:ext uri="{FF2B5EF4-FFF2-40B4-BE49-F238E27FC236}">
                    <a16:creationId xmlns:a16="http://schemas.microsoft.com/office/drawing/2014/main" id="{9CCA3A43-CC7C-4274-93F9-C333430D2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3171"/>
                <a:ext cx="60" cy="88"/>
              </a:xfrm>
              <a:custGeom>
                <a:avLst/>
                <a:gdLst>
                  <a:gd name="T0" fmla="*/ 375 w 24"/>
                  <a:gd name="T1" fmla="*/ 0 h 33"/>
                  <a:gd name="T2" fmla="*/ 158 w 24"/>
                  <a:gd name="T3" fmla="*/ 77 h 33"/>
                  <a:gd name="T4" fmla="*/ 0 w 24"/>
                  <a:gd name="T5" fmla="*/ 627 h 33"/>
                  <a:gd name="T6" fmla="*/ 188 w 24"/>
                  <a:gd name="T7" fmla="*/ 115 h 33"/>
                  <a:gd name="T8" fmla="*/ 375 w 24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3">
                    <a:moveTo>
                      <a:pt x="24" y="0"/>
                    </a:moveTo>
                    <a:cubicBezTo>
                      <a:pt x="16" y="1"/>
                      <a:pt x="10" y="2"/>
                      <a:pt x="10" y="4"/>
                    </a:cubicBezTo>
                    <a:cubicBezTo>
                      <a:pt x="9" y="6"/>
                      <a:pt x="1" y="30"/>
                      <a:pt x="0" y="33"/>
                    </a:cubicBezTo>
                    <a:cubicBezTo>
                      <a:pt x="3" y="25"/>
                      <a:pt x="10" y="8"/>
                      <a:pt x="12" y="6"/>
                    </a:cubicBezTo>
                    <a:cubicBezTo>
                      <a:pt x="14" y="4"/>
                      <a:pt x="21" y="1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1" name="Freeform 38">
                <a:extLst>
                  <a:ext uri="{FF2B5EF4-FFF2-40B4-BE49-F238E27FC236}">
                    <a16:creationId xmlns:a16="http://schemas.microsoft.com/office/drawing/2014/main" id="{64E720A5-D808-4E0B-B890-186AED8C8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957"/>
                <a:ext cx="73" cy="94"/>
              </a:xfrm>
              <a:custGeom>
                <a:avLst/>
                <a:gdLst>
                  <a:gd name="T0" fmla="*/ 0 w 29"/>
                  <a:gd name="T1" fmla="*/ 677 h 35"/>
                  <a:gd name="T2" fmla="*/ 222 w 29"/>
                  <a:gd name="T3" fmla="*/ 56 h 35"/>
                  <a:gd name="T4" fmla="*/ 463 w 29"/>
                  <a:gd name="T5" fmla="*/ 0 h 35"/>
                  <a:gd name="T6" fmla="*/ 191 w 29"/>
                  <a:gd name="T7" fmla="*/ 218 h 35"/>
                  <a:gd name="T8" fmla="*/ 0 w 29"/>
                  <a:gd name="T9" fmla="*/ 677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5">
                    <a:moveTo>
                      <a:pt x="0" y="35"/>
                    </a:moveTo>
                    <a:cubicBezTo>
                      <a:pt x="1" y="29"/>
                      <a:pt x="12" y="4"/>
                      <a:pt x="14" y="3"/>
                    </a:cubicBezTo>
                    <a:cubicBezTo>
                      <a:pt x="15" y="2"/>
                      <a:pt x="22" y="0"/>
                      <a:pt x="29" y="0"/>
                    </a:cubicBezTo>
                    <a:cubicBezTo>
                      <a:pt x="23" y="1"/>
                      <a:pt x="16" y="5"/>
                      <a:pt x="12" y="11"/>
                    </a:cubicBezTo>
                    <a:cubicBezTo>
                      <a:pt x="8" y="17"/>
                      <a:pt x="0" y="35"/>
                      <a:pt x="0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2" name="Freeform 39">
                <a:extLst>
                  <a:ext uri="{FF2B5EF4-FFF2-40B4-BE49-F238E27FC236}">
                    <a16:creationId xmlns:a16="http://schemas.microsoft.com/office/drawing/2014/main" id="{EFDD4DA0-59DF-414F-8AB0-24369EBE9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779"/>
                <a:ext cx="52" cy="64"/>
              </a:xfrm>
              <a:custGeom>
                <a:avLst/>
                <a:gdLst>
                  <a:gd name="T0" fmla="*/ 319 w 21"/>
                  <a:gd name="T1" fmla="*/ 21 h 24"/>
                  <a:gd name="T2" fmla="*/ 124 w 21"/>
                  <a:gd name="T3" fmla="*/ 115 h 24"/>
                  <a:gd name="T4" fmla="*/ 0 w 21"/>
                  <a:gd name="T5" fmla="*/ 456 h 24"/>
                  <a:gd name="T6" fmla="*/ 183 w 21"/>
                  <a:gd name="T7" fmla="*/ 93 h 24"/>
                  <a:gd name="T8" fmla="*/ 319 w 21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4">
                    <a:moveTo>
                      <a:pt x="21" y="1"/>
                    </a:moveTo>
                    <a:cubicBezTo>
                      <a:pt x="13" y="0"/>
                      <a:pt x="10" y="4"/>
                      <a:pt x="8" y="6"/>
                    </a:cubicBezTo>
                    <a:cubicBezTo>
                      <a:pt x="7" y="7"/>
                      <a:pt x="0" y="24"/>
                      <a:pt x="0" y="24"/>
                    </a:cubicBezTo>
                    <a:cubicBezTo>
                      <a:pt x="4" y="17"/>
                      <a:pt x="9" y="7"/>
                      <a:pt x="12" y="5"/>
                    </a:cubicBezTo>
                    <a:cubicBezTo>
                      <a:pt x="15" y="4"/>
                      <a:pt x="20" y="1"/>
                      <a:pt x="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3" name="Freeform 40">
                <a:extLst>
                  <a:ext uri="{FF2B5EF4-FFF2-40B4-BE49-F238E27FC236}">
                    <a16:creationId xmlns:a16="http://schemas.microsoft.com/office/drawing/2014/main" id="{D37CAF4D-9B3F-4F07-9322-A52B0CEFB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693"/>
                <a:ext cx="62" cy="78"/>
              </a:xfrm>
              <a:custGeom>
                <a:avLst/>
                <a:gdLst>
                  <a:gd name="T0" fmla="*/ 382 w 25"/>
                  <a:gd name="T1" fmla="*/ 0 h 29"/>
                  <a:gd name="T2" fmla="*/ 136 w 25"/>
                  <a:gd name="T3" fmla="*/ 59 h 29"/>
                  <a:gd name="T4" fmla="*/ 0 w 25"/>
                  <a:gd name="T5" fmla="*/ 565 h 29"/>
                  <a:gd name="T6" fmla="*/ 166 w 25"/>
                  <a:gd name="T7" fmla="*/ 116 h 29"/>
                  <a:gd name="T8" fmla="*/ 382 w 25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25" y="0"/>
                    </a:moveTo>
                    <a:cubicBezTo>
                      <a:pt x="17" y="0"/>
                      <a:pt x="12" y="0"/>
                      <a:pt x="9" y="3"/>
                    </a:cubicBezTo>
                    <a:cubicBezTo>
                      <a:pt x="6" y="5"/>
                      <a:pt x="1" y="22"/>
                      <a:pt x="0" y="29"/>
                    </a:cubicBezTo>
                    <a:cubicBezTo>
                      <a:pt x="3" y="17"/>
                      <a:pt x="6" y="9"/>
                      <a:pt x="11" y="6"/>
                    </a:cubicBezTo>
                    <a:cubicBezTo>
                      <a:pt x="16" y="3"/>
                      <a:pt x="24" y="1"/>
                      <a:pt x="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4" name="Freeform 41">
                <a:extLst>
                  <a:ext uri="{FF2B5EF4-FFF2-40B4-BE49-F238E27FC236}">
                    <a16:creationId xmlns:a16="http://schemas.microsoft.com/office/drawing/2014/main" id="{F4ED93D9-C13C-4965-8B00-DF7B5D1F8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789"/>
                <a:ext cx="68" cy="75"/>
              </a:xfrm>
              <a:custGeom>
                <a:avLst/>
                <a:gdLst>
                  <a:gd name="T0" fmla="*/ 0 w 27"/>
                  <a:gd name="T1" fmla="*/ 538 h 28"/>
                  <a:gd name="T2" fmla="*/ 159 w 27"/>
                  <a:gd name="T3" fmla="*/ 21 h 28"/>
                  <a:gd name="T4" fmla="*/ 431 w 27"/>
                  <a:gd name="T5" fmla="*/ 0 h 28"/>
                  <a:gd name="T6" fmla="*/ 159 w 27"/>
                  <a:gd name="T7" fmla="*/ 115 h 28"/>
                  <a:gd name="T8" fmla="*/ 0 w 27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0" y="28"/>
                    </a:moveTo>
                    <a:cubicBezTo>
                      <a:pt x="3" y="18"/>
                      <a:pt x="8" y="2"/>
                      <a:pt x="10" y="1"/>
                    </a:cubicBezTo>
                    <a:cubicBezTo>
                      <a:pt x="12" y="0"/>
                      <a:pt x="27" y="0"/>
                      <a:pt x="27" y="0"/>
                    </a:cubicBezTo>
                    <a:cubicBezTo>
                      <a:pt x="20" y="1"/>
                      <a:pt x="12" y="2"/>
                      <a:pt x="10" y="6"/>
                    </a:cubicBezTo>
                    <a:cubicBezTo>
                      <a:pt x="8" y="11"/>
                      <a:pt x="0" y="28"/>
                      <a:pt x="0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5" name="Freeform 42">
                <a:extLst>
                  <a:ext uri="{FF2B5EF4-FFF2-40B4-BE49-F238E27FC236}">
                    <a16:creationId xmlns:a16="http://schemas.microsoft.com/office/drawing/2014/main" id="{F2EC5075-F9F4-4991-B6FE-C22AC82FC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869"/>
                <a:ext cx="45" cy="59"/>
              </a:xfrm>
              <a:custGeom>
                <a:avLst/>
                <a:gdLst>
                  <a:gd name="T0" fmla="*/ 283 w 18"/>
                  <a:gd name="T1" fmla="*/ 0 h 22"/>
                  <a:gd name="T2" fmla="*/ 95 w 18"/>
                  <a:gd name="T3" fmla="*/ 56 h 22"/>
                  <a:gd name="T4" fmla="*/ 0 w 18"/>
                  <a:gd name="T5" fmla="*/ 424 h 22"/>
                  <a:gd name="T6" fmla="*/ 145 w 18"/>
                  <a:gd name="T7" fmla="*/ 115 h 22"/>
                  <a:gd name="T8" fmla="*/ 283 w 18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8" y="0"/>
                    </a:moveTo>
                    <a:cubicBezTo>
                      <a:pt x="11" y="0"/>
                      <a:pt x="7" y="0"/>
                      <a:pt x="6" y="3"/>
                    </a:cubicBezTo>
                    <a:cubicBezTo>
                      <a:pt x="4" y="7"/>
                      <a:pt x="0" y="22"/>
                      <a:pt x="0" y="22"/>
                    </a:cubicBezTo>
                    <a:cubicBezTo>
                      <a:pt x="4" y="12"/>
                      <a:pt x="6" y="9"/>
                      <a:pt x="9" y="6"/>
                    </a:cubicBezTo>
                    <a:cubicBezTo>
                      <a:pt x="11" y="3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6" name="Freeform 43">
                <a:extLst>
                  <a:ext uri="{FF2B5EF4-FFF2-40B4-BE49-F238E27FC236}">
                    <a16:creationId xmlns:a16="http://schemas.microsoft.com/office/drawing/2014/main" id="{7CA6EC24-CA8B-4DF2-9C50-C9EA89F36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3051"/>
                <a:ext cx="80" cy="53"/>
              </a:xfrm>
              <a:custGeom>
                <a:avLst/>
                <a:gdLst>
                  <a:gd name="T0" fmla="*/ 125 w 32"/>
                  <a:gd name="T1" fmla="*/ 77 h 20"/>
                  <a:gd name="T2" fmla="*/ 500 w 32"/>
                  <a:gd name="T3" fmla="*/ 34 h 20"/>
                  <a:gd name="T4" fmla="*/ 0 w 32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0">
                    <a:moveTo>
                      <a:pt x="8" y="4"/>
                    </a:moveTo>
                    <a:cubicBezTo>
                      <a:pt x="11" y="0"/>
                      <a:pt x="30" y="1"/>
                      <a:pt x="32" y="2"/>
                    </a:cubicBezTo>
                    <a:cubicBezTo>
                      <a:pt x="23" y="3"/>
                      <a:pt x="11" y="2"/>
                      <a:pt x="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7" name="Freeform 44">
                <a:extLst>
                  <a:ext uri="{FF2B5EF4-FFF2-40B4-BE49-F238E27FC236}">
                    <a16:creationId xmlns:a16="http://schemas.microsoft.com/office/drawing/2014/main" id="{E8EEC9DF-0C36-4B80-A573-AA8C9CB9F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3272"/>
                <a:ext cx="70" cy="51"/>
              </a:xfrm>
              <a:custGeom>
                <a:avLst/>
                <a:gdLst>
                  <a:gd name="T0" fmla="*/ 33 w 28"/>
                  <a:gd name="T1" fmla="*/ 150 h 19"/>
                  <a:gd name="T2" fmla="*/ 333 w 28"/>
                  <a:gd name="T3" fmla="*/ 81 h 19"/>
                  <a:gd name="T4" fmla="*/ 438 w 28"/>
                  <a:gd name="T5" fmla="*/ 81 h 19"/>
                  <a:gd name="T6" fmla="*/ 175 w 28"/>
                  <a:gd name="T7" fmla="*/ 150 h 19"/>
                  <a:gd name="T8" fmla="*/ 0 w 28"/>
                  <a:gd name="T9" fmla="*/ 3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9">
                    <a:moveTo>
                      <a:pt x="2" y="8"/>
                    </a:moveTo>
                    <a:cubicBezTo>
                      <a:pt x="3" y="0"/>
                      <a:pt x="11" y="4"/>
                      <a:pt x="21" y="4"/>
                    </a:cubicBezTo>
                    <a:cubicBezTo>
                      <a:pt x="24" y="4"/>
                      <a:pt x="28" y="4"/>
                      <a:pt x="28" y="4"/>
                    </a:cubicBezTo>
                    <a:cubicBezTo>
                      <a:pt x="23" y="5"/>
                      <a:pt x="16" y="7"/>
                      <a:pt x="11" y="8"/>
                    </a:cubicBezTo>
                    <a:cubicBezTo>
                      <a:pt x="6" y="9"/>
                      <a:pt x="1" y="14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8" name="Freeform 45">
                <a:extLst>
                  <a:ext uri="{FF2B5EF4-FFF2-40B4-BE49-F238E27FC236}">
                    <a16:creationId xmlns:a16="http://schemas.microsoft.com/office/drawing/2014/main" id="{17DFF712-4561-47BB-AF1E-89553AE36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501"/>
                <a:ext cx="67" cy="35"/>
              </a:xfrm>
              <a:custGeom>
                <a:avLst/>
                <a:gdLst>
                  <a:gd name="T0" fmla="*/ 12 w 27"/>
                  <a:gd name="T1" fmla="*/ 81 h 13"/>
                  <a:gd name="T2" fmla="*/ 196 w 27"/>
                  <a:gd name="T3" fmla="*/ 0 h 13"/>
                  <a:gd name="T4" fmla="*/ 412 w 27"/>
                  <a:gd name="T5" fmla="*/ 22 h 13"/>
                  <a:gd name="T6" fmla="*/ 0 w 27"/>
                  <a:gd name="T7" fmla="*/ 25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3">
                    <a:moveTo>
                      <a:pt x="1" y="4"/>
                    </a:moveTo>
                    <a:cubicBezTo>
                      <a:pt x="2" y="0"/>
                      <a:pt x="6" y="0"/>
                      <a:pt x="13" y="0"/>
                    </a:cubicBezTo>
                    <a:cubicBezTo>
                      <a:pt x="19" y="0"/>
                      <a:pt x="27" y="1"/>
                      <a:pt x="27" y="1"/>
                    </a:cubicBezTo>
                    <a:cubicBezTo>
                      <a:pt x="21" y="3"/>
                      <a:pt x="4" y="0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9" name="Freeform 46">
                <a:extLst>
                  <a:ext uri="{FF2B5EF4-FFF2-40B4-BE49-F238E27FC236}">
                    <a16:creationId xmlns:a16="http://schemas.microsoft.com/office/drawing/2014/main" id="{49BE797F-1CD5-4ECD-8102-A36EC821A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3373"/>
                <a:ext cx="52" cy="48"/>
              </a:xfrm>
              <a:custGeom>
                <a:avLst/>
                <a:gdLst>
                  <a:gd name="T0" fmla="*/ 0 w 21"/>
                  <a:gd name="T1" fmla="*/ 171 h 18"/>
                  <a:gd name="T2" fmla="*/ 154 w 21"/>
                  <a:gd name="T3" fmla="*/ 21 h 18"/>
                  <a:gd name="T4" fmla="*/ 319 w 21"/>
                  <a:gd name="T5" fmla="*/ 0 h 18"/>
                  <a:gd name="T6" fmla="*/ 42 w 21"/>
                  <a:gd name="T7" fmla="*/ 149 h 18"/>
                  <a:gd name="T8" fmla="*/ 0 w 21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">
                    <a:moveTo>
                      <a:pt x="0" y="9"/>
                    </a:moveTo>
                    <a:cubicBezTo>
                      <a:pt x="2" y="0"/>
                      <a:pt x="4" y="1"/>
                      <a:pt x="10" y="1"/>
                    </a:cubicBezTo>
                    <a:cubicBezTo>
                      <a:pt x="16" y="0"/>
                      <a:pt x="21" y="0"/>
                      <a:pt x="21" y="0"/>
                    </a:cubicBezTo>
                    <a:cubicBezTo>
                      <a:pt x="15" y="2"/>
                      <a:pt x="5" y="3"/>
                      <a:pt x="3" y="8"/>
                    </a:cubicBezTo>
                    <a:cubicBezTo>
                      <a:pt x="2" y="12"/>
                      <a:pt x="0" y="18"/>
                      <a:pt x="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0" name="Freeform 47">
                <a:extLst>
                  <a:ext uri="{FF2B5EF4-FFF2-40B4-BE49-F238E27FC236}">
                    <a16:creationId xmlns:a16="http://schemas.microsoft.com/office/drawing/2014/main" id="{92BBC91C-C489-4D8B-A6E7-18506DA68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251"/>
                <a:ext cx="40" cy="13"/>
              </a:xfrm>
              <a:custGeom>
                <a:avLst/>
                <a:gdLst>
                  <a:gd name="T0" fmla="*/ 0 w 16"/>
                  <a:gd name="T1" fmla="*/ 88 h 5"/>
                  <a:gd name="T2" fmla="*/ 250 w 16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0" y="5"/>
                    </a:moveTo>
                    <a:cubicBezTo>
                      <a:pt x="1" y="0"/>
                      <a:pt x="10" y="0"/>
                      <a:pt x="1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1" name="Freeform 48">
                <a:extLst>
                  <a:ext uri="{FF2B5EF4-FFF2-40B4-BE49-F238E27FC236}">
                    <a16:creationId xmlns:a16="http://schemas.microsoft.com/office/drawing/2014/main" id="{595C9A7D-A0F2-447B-A097-6E84F4B01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957"/>
                <a:ext cx="90" cy="80"/>
              </a:xfrm>
              <a:custGeom>
                <a:avLst/>
                <a:gdLst>
                  <a:gd name="T0" fmla="*/ 0 w 36"/>
                  <a:gd name="T1" fmla="*/ 568 h 30"/>
                  <a:gd name="T2" fmla="*/ 375 w 36"/>
                  <a:gd name="T3" fmla="*/ 547 h 30"/>
                  <a:gd name="T4" fmla="*/ 563 w 36"/>
                  <a:gd name="T5" fmla="*/ 0 h 30"/>
                  <a:gd name="T6" fmla="*/ 300 w 36"/>
                  <a:gd name="T7" fmla="*/ 51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0">
                    <a:moveTo>
                      <a:pt x="0" y="30"/>
                    </a:moveTo>
                    <a:cubicBezTo>
                      <a:pt x="11" y="29"/>
                      <a:pt x="21" y="29"/>
                      <a:pt x="24" y="29"/>
                    </a:cubicBezTo>
                    <a:cubicBezTo>
                      <a:pt x="26" y="29"/>
                      <a:pt x="35" y="9"/>
                      <a:pt x="36" y="0"/>
                    </a:cubicBezTo>
                    <a:cubicBezTo>
                      <a:pt x="33" y="7"/>
                      <a:pt x="24" y="25"/>
                      <a:pt x="19" y="27"/>
                    </a:cubicBezTo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2" name="Freeform 49">
                <a:extLst>
                  <a:ext uri="{FF2B5EF4-FFF2-40B4-BE49-F238E27FC236}">
                    <a16:creationId xmlns:a16="http://schemas.microsoft.com/office/drawing/2014/main" id="{C56AFF58-968E-4E91-8A83-7823741A4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3043"/>
                <a:ext cx="65" cy="104"/>
              </a:xfrm>
              <a:custGeom>
                <a:avLst/>
                <a:gdLst>
                  <a:gd name="T0" fmla="*/ 408 w 26"/>
                  <a:gd name="T1" fmla="*/ 0 h 39"/>
                  <a:gd name="T2" fmla="*/ 220 w 26"/>
                  <a:gd name="T3" fmla="*/ 648 h 39"/>
                  <a:gd name="T4" fmla="*/ 0 w 26"/>
                  <a:gd name="T5" fmla="*/ 683 h 39"/>
                  <a:gd name="T6" fmla="*/ 238 w 26"/>
                  <a:gd name="T7" fmla="*/ 512 h 39"/>
                  <a:gd name="T8" fmla="*/ 408 w 26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9">
                    <a:moveTo>
                      <a:pt x="26" y="0"/>
                    </a:moveTo>
                    <a:cubicBezTo>
                      <a:pt x="25" y="10"/>
                      <a:pt x="17" y="31"/>
                      <a:pt x="14" y="34"/>
                    </a:cubicBezTo>
                    <a:cubicBezTo>
                      <a:pt x="12" y="38"/>
                      <a:pt x="0" y="36"/>
                      <a:pt x="0" y="36"/>
                    </a:cubicBezTo>
                    <a:cubicBezTo>
                      <a:pt x="6" y="35"/>
                      <a:pt x="8" y="39"/>
                      <a:pt x="15" y="27"/>
                    </a:cubicBezTo>
                    <a:cubicBezTo>
                      <a:pt x="21" y="14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3" name="Freeform 50">
                <a:extLst>
                  <a:ext uri="{FF2B5EF4-FFF2-40B4-BE49-F238E27FC236}">
                    <a16:creationId xmlns:a16="http://schemas.microsoft.com/office/drawing/2014/main" id="{3C372848-22AC-45ED-9EA0-56A8E6954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176"/>
                <a:ext cx="48" cy="59"/>
              </a:xfrm>
              <a:custGeom>
                <a:avLst/>
                <a:gdLst>
                  <a:gd name="T0" fmla="*/ 0 w 19"/>
                  <a:gd name="T1" fmla="*/ 402 h 22"/>
                  <a:gd name="T2" fmla="*/ 243 w 19"/>
                  <a:gd name="T3" fmla="*/ 402 h 22"/>
                  <a:gd name="T4" fmla="*/ 288 w 19"/>
                  <a:gd name="T5" fmla="*/ 0 h 22"/>
                  <a:gd name="T6" fmla="*/ 0 w 19"/>
                  <a:gd name="T7" fmla="*/ 40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2">
                    <a:moveTo>
                      <a:pt x="0" y="21"/>
                    </a:moveTo>
                    <a:cubicBezTo>
                      <a:pt x="5" y="20"/>
                      <a:pt x="12" y="22"/>
                      <a:pt x="15" y="21"/>
                    </a:cubicBezTo>
                    <a:cubicBezTo>
                      <a:pt x="18" y="19"/>
                      <a:pt x="19" y="3"/>
                      <a:pt x="18" y="0"/>
                    </a:cubicBezTo>
                    <a:cubicBezTo>
                      <a:pt x="17" y="8"/>
                      <a:pt x="14" y="20"/>
                      <a:pt x="0" y="21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4" name="Freeform 51">
                <a:extLst>
                  <a:ext uri="{FF2B5EF4-FFF2-40B4-BE49-F238E27FC236}">
                    <a16:creationId xmlns:a16="http://schemas.microsoft.com/office/drawing/2014/main" id="{46D890DD-280F-4E9E-9C9D-EBC0D63BA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189"/>
                <a:ext cx="82" cy="168"/>
              </a:xfrm>
              <a:custGeom>
                <a:avLst/>
                <a:gdLst>
                  <a:gd name="T0" fmla="*/ 321 w 33"/>
                  <a:gd name="T1" fmla="*/ 947 h 63"/>
                  <a:gd name="T2" fmla="*/ 0 w 33"/>
                  <a:gd name="T3" fmla="*/ 1195 h 63"/>
                  <a:gd name="T4" fmla="*/ 353 w 33"/>
                  <a:gd name="T5" fmla="*/ 1139 h 63"/>
                  <a:gd name="T6" fmla="*/ 507 w 33"/>
                  <a:gd name="T7" fmla="*/ 491 h 63"/>
                  <a:gd name="T8" fmla="*/ 383 w 33"/>
                  <a:gd name="T9" fmla="*/ 0 h 63"/>
                  <a:gd name="T10" fmla="*/ 321 w 33"/>
                  <a:gd name="T11" fmla="*/ 947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63">
                    <a:moveTo>
                      <a:pt x="21" y="50"/>
                    </a:moveTo>
                    <a:cubicBezTo>
                      <a:pt x="17" y="59"/>
                      <a:pt x="9" y="60"/>
                      <a:pt x="0" y="63"/>
                    </a:cubicBezTo>
                    <a:cubicBezTo>
                      <a:pt x="0" y="63"/>
                      <a:pt x="21" y="62"/>
                      <a:pt x="23" y="60"/>
                    </a:cubicBezTo>
                    <a:cubicBezTo>
                      <a:pt x="24" y="58"/>
                      <a:pt x="32" y="34"/>
                      <a:pt x="33" y="26"/>
                    </a:cubicBezTo>
                    <a:cubicBezTo>
                      <a:pt x="33" y="18"/>
                      <a:pt x="30" y="9"/>
                      <a:pt x="25" y="0"/>
                    </a:cubicBezTo>
                    <a:cubicBezTo>
                      <a:pt x="28" y="9"/>
                      <a:pt x="28" y="37"/>
                      <a:pt x="21" y="50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5" name="Freeform 52">
                <a:extLst>
                  <a:ext uri="{FF2B5EF4-FFF2-40B4-BE49-F238E27FC236}">
                    <a16:creationId xmlns:a16="http://schemas.microsoft.com/office/drawing/2014/main" id="{2D6DA53E-FAE2-40B3-8E4B-D753E71A2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3277"/>
                <a:ext cx="103" cy="184"/>
              </a:xfrm>
              <a:custGeom>
                <a:avLst/>
                <a:gdLst>
                  <a:gd name="T0" fmla="*/ 0 w 41"/>
                  <a:gd name="T1" fmla="*/ 819 h 69"/>
                  <a:gd name="T2" fmla="*/ 146 w 41"/>
                  <a:gd name="T3" fmla="*/ 1251 h 69"/>
                  <a:gd name="T4" fmla="*/ 317 w 41"/>
                  <a:gd name="T5" fmla="*/ 1229 h 69"/>
                  <a:gd name="T6" fmla="*/ 397 w 41"/>
                  <a:gd name="T7" fmla="*/ 0 h 69"/>
                  <a:gd name="T8" fmla="*/ 367 w 41"/>
                  <a:gd name="T9" fmla="*/ 989 h 69"/>
                  <a:gd name="T10" fmla="*/ 0 w 41"/>
                  <a:gd name="T11" fmla="*/ 819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69">
                    <a:moveTo>
                      <a:pt x="0" y="43"/>
                    </a:moveTo>
                    <a:cubicBezTo>
                      <a:pt x="3" y="53"/>
                      <a:pt x="8" y="64"/>
                      <a:pt x="9" y="66"/>
                    </a:cubicBezTo>
                    <a:cubicBezTo>
                      <a:pt x="10" y="69"/>
                      <a:pt x="16" y="66"/>
                      <a:pt x="20" y="65"/>
                    </a:cubicBezTo>
                    <a:cubicBezTo>
                      <a:pt x="24" y="64"/>
                      <a:pt x="41" y="42"/>
                      <a:pt x="25" y="0"/>
                    </a:cubicBezTo>
                    <a:cubicBezTo>
                      <a:pt x="27" y="8"/>
                      <a:pt x="34" y="43"/>
                      <a:pt x="23" y="52"/>
                    </a:cubicBezTo>
                    <a:cubicBezTo>
                      <a:pt x="11" y="60"/>
                      <a:pt x="3" y="51"/>
                      <a:pt x="0" y="43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6" name="Freeform 53">
                <a:extLst>
                  <a:ext uri="{FF2B5EF4-FFF2-40B4-BE49-F238E27FC236}">
                    <a16:creationId xmlns:a16="http://schemas.microsoft.com/office/drawing/2014/main" id="{4B36A983-8658-4293-AAF1-A623893A7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421"/>
                <a:ext cx="37" cy="136"/>
              </a:xfrm>
              <a:custGeom>
                <a:avLst/>
                <a:gdLst>
                  <a:gd name="T0" fmla="*/ 104 w 15"/>
                  <a:gd name="T1" fmla="*/ 0 h 51"/>
                  <a:gd name="T2" fmla="*/ 165 w 15"/>
                  <a:gd name="T3" fmla="*/ 605 h 51"/>
                  <a:gd name="T4" fmla="*/ 212 w 15"/>
                  <a:gd name="T5" fmla="*/ 968 h 51"/>
                  <a:gd name="T6" fmla="*/ 91 w 15"/>
                  <a:gd name="T7" fmla="*/ 661 h 51"/>
                  <a:gd name="T8" fmla="*/ 0 w 15"/>
                  <a:gd name="T9" fmla="*/ 376 h 51"/>
                  <a:gd name="T10" fmla="*/ 121 w 15"/>
                  <a:gd name="T11" fmla="*/ 3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1">
                    <a:moveTo>
                      <a:pt x="7" y="0"/>
                    </a:moveTo>
                    <a:cubicBezTo>
                      <a:pt x="7" y="11"/>
                      <a:pt x="9" y="22"/>
                      <a:pt x="11" y="32"/>
                    </a:cubicBezTo>
                    <a:cubicBezTo>
                      <a:pt x="11" y="38"/>
                      <a:pt x="15" y="46"/>
                      <a:pt x="14" y="51"/>
                    </a:cubicBezTo>
                    <a:cubicBezTo>
                      <a:pt x="10" y="47"/>
                      <a:pt x="9" y="40"/>
                      <a:pt x="6" y="35"/>
                    </a:cubicBezTo>
                    <a:cubicBezTo>
                      <a:pt x="4" y="31"/>
                      <a:pt x="2" y="25"/>
                      <a:pt x="0" y="20"/>
                    </a:cubicBezTo>
                    <a:cubicBezTo>
                      <a:pt x="7" y="26"/>
                      <a:pt x="8" y="4"/>
                      <a:pt x="8" y="2"/>
                    </a:cubicBezTo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7" name="Freeform 54">
                <a:extLst>
                  <a:ext uri="{FF2B5EF4-FFF2-40B4-BE49-F238E27FC236}">
                    <a16:creationId xmlns:a16="http://schemas.microsoft.com/office/drawing/2014/main" id="{F8B5B7F6-7223-4DEC-8656-28BC16E8F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483"/>
                <a:ext cx="95" cy="181"/>
              </a:xfrm>
              <a:custGeom>
                <a:avLst/>
                <a:gdLst>
                  <a:gd name="T0" fmla="*/ 0 w 38"/>
                  <a:gd name="T1" fmla="*/ 942 h 68"/>
                  <a:gd name="T2" fmla="*/ 188 w 38"/>
                  <a:gd name="T3" fmla="*/ 1246 h 68"/>
                  <a:gd name="T4" fmla="*/ 425 w 38"/>
                  <a:gd name="T5" fmla="*/ 1206 h 68"/>
                  <a:gd name="T6" fmla="*/ 595 w 38"/>
                  <a:gd name="T7" fmla="*/ 588 h 68"/>
                  <a:gd name="T8" fmla="*/ 425 w 38"/>
                  <a:gd name="T9" fmla="*/ 0 h 68"/>
                  <a:gd name="T10" fmla="*/ 488 w 38"/>
                  <a:gd name="T11" fmla="*/ 695 h 68"/>
                  <a:gd name="T12" fmla="*/ 220 w 38"/>
                  <a:gd name="T13" fmla="*/ 1113 h 68"/>
                  <a:gd name="T14" fmla="*/ 0 w 38"/>
                  <a:gd name="T15" fmla="*/ 942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68">
                    <a:moveTo>
                      <a:pt x="0" y="50"/>
                    </a:moveTo>
                    <a:cubicBezTo>
                      <a:pt x="3" y="59"/>
                      <a:pt x="5" y="64"/>
                      <a:pt x="12" y="66"/>
                    </a:cubicBezTo>
                    <a:cubicBezTo>
                      <a:pt x="19" y="67"/>
                      <a:pt x="23" y="68"/>
                      <a:pt x="27" y="64"/>
                    </a:cubicBezTo>
                    <a:cubicBezTo>
                      <a:pt x="30" y="60"/>
                      <a:pt x="38" y="37"/>
                      <a:pt x="38" y="31"/>
                    </a:cubicBezTo>
                    <a:cubicBezTo>
                      <a:pt x="38" y="24"/>
                      <a:pt x="27" y="0"/>
                      <a:pt x="27" y="0"/>
                    </a:cubicBezTo>
                    <a:cubicBezTo>
                      <a:pt x="31" y="12"/>
                      <a:pt x="34" y="28"/>
                      <a:pt x="31" y="37"/>
                    </a:cubicBezTo>
                    <a:cubicBezTo>
                      <a:pt x="27" y="46"/>
                      <a:pt x="25" y="60"/>
                      <a:pt x="14" y="59"/>
                    </a:cubicBezTo>
                    <a:cubicBezTo>
                      <a:pt x="2" y="59"/>
                      <a:pt x="0" y="50"/>
                      <a:pt x="0" y="50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8" name="Freeform 55">
                <a:extLst>
                  <a:ext uri="{FF2B5EF4-FFF2-40B4-BE49-F238E27FC236}">
                    <a16:creationId xmlns:a16="http://schemas.microsoft.com/office/drawing/2014/main" id="{6CBEE3D0-79EF-4153-8081-3D3A50EEF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3395"/>
                <a:ext cx="63" cy="170"/>
              </a:xfrm>
              <a:custGeom>
                <a:avLst/>
                <a:gdLst>
                  <a:gd name="T0" fmla="*/ 0 w 25"/>
                  <a:gd name="T1" fmla="*/ 1201 h 64"/>
                  <a:gd name="T2" fmla="*/ 318 w 25"/>
                  <a:gd name="T3" fmla="*/ 712 h 64"/>
                  <a:gd name="T4" fmla="*/ 242 w 25"/>
                  <a:gd name="T5" fmla="*/ 0 h 64"/>
                  <a:gd name="T6" fmla="*/ 255 w 25"/>
                  <a:gd name="T7" fmla="*/ 635 h 64"/>
                  <a:gd name="T8" fmla="*/ 0 w 25"/>
                  <a:gd name="T9" fmla="*/ 1201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64">
                    <a:moveTo>
                      <a:pt x="0" y="64"/>
                    </a:moveTo>
                    <a:cubicBezTo>
                      <a:pt x="7" y="63"/>
                      <a:pt x="15" y="54"/>
                      <a:pt x="20" y="38"/>
                    </a:cubicBezTo>
                    <a:cubicBezTo>
                      <a:pt x="25" y="23"/>
                      <a:pt x="21" y="14"/>
                      <a:pt x="15" y="0"/>
                    </a:cubicBezTo>
                    <a:cubicBezTo>
                      <a:pt x="17" y="12"/>
                      <a:pt x="18" y="25"/>
                      <a:pt x="16" y="34"/>
                    </a:cubicBezTo>
                    <a:cubicBezTo>
                      <a:pt x="13" y="44"/>
                      <a:pt x="5" y="61"/>
                      <a:pt x="0" y="64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9" name="Freeform 56">
                <a:extLst>
                  <a:ext uri="{FF2B5EF4-FFF2-40B4-BE49-F238E27FC236}">
                    <a16:creationId xmlns:a16="http://schemas.microsoft.com/office/drawing/2014/main" id="{B99E8902-95CE-416A-AB68-158538F5F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605"/>
                <a:ext cx="30" cy="120"/>
              </a:xfrm>
              <a:custGeom>
                <a:avLst/>
                <a:gdLst>
                  <a:gd name="T0" fmla="*/ 50 w 12"/>
                  <a:gd name="T1" fmla="*/ 0 h 45"/>
                  <a:gd name="T2" fmla="*/ 188 w 12"/>
                  <a:gd name="T3" fmla="*/ 397 h 45"/>
                  <a:gd name="T4" fmla="*/ 83 w 12"/>
                  <a:gd name="T5" fmla="*/ 853 h 45"/>
                  <a:gd name="T6" fmla="*/ 0 w 12"/>
                  <a:gd name="T7" fmla="*/ 853 h 45"/>
                  <a:gd name="T8" fmla="*/ 113 w 12"/>
                  <a:gd name="T9" fmla="*/ 419 h 45"/>
                  <a:gd name="T10" fmla="*/ 50 w 12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5">
                    <a:moveTo>
                      <a:pt x="3" y="0"/>
                    </a:moveTo>
                    <a:cubicBezTo>
                      <a:pt x="5" y="10"/>
                      <a:pt x="12" y="14"/>
                      <a:pt x="12" y="21"/>
                    </a:cubicBezTo>
                    <a:cubicBezTo>
                      <a:pt x="11" y="28"/>
                      <a:pt x="5" y="45"/>
                      <a:pt x="5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7" y="29"/>
                      <a:pt x="7" y="22"/>
                    </a:cubicBezTo>
                    <a:cubicBezTo>
                      <a:pt x="7" y="15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0" name="Freeform 57">
                <a:extLst>
                  <a:ext uri="{FF2B5EF4-FFF2-40B4-BE49-F238E27FC236}">
                    <a16:creationId xmlns:a16="http://schemas.microsoft.com/office/drawing/2014/main" id="{F407D872-99AE-4411-9E32-17C3F0F55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669"/>
                <a:ext cx="27" cy="54"/>
              </a:xfrm>
              <a:custGeom>
                <a:avLst/>
                <a:gdLst>
                  <a:gd name="T0" fmla="*/ 0 w 11"/>
                  <a:gd name="T1" fmla="*/ 0 h 20"/>
                  <a:gd name="T2" fmla="*/ 162 w 11"/>
                  <a:gd name="T3" fmla="*/ 394 h 20"/>
                  <a:gd name="T4" fmla="*/ 42 w 11"/>
                  <a:gd name="T5" fmla="*/ 39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4" y="5"/>
                      <a:pt x="11" y="20"/>
                      <a:pt x="11" y="20"/>
                    </a:cubicBezTo>
                    <a:cubicBezTo>
                      <a:pt x="3" y="20"/>
                      <a:pt x="3" y="20"/>
                      <a:pt x="3" y="20"/>
                    </a:cubicBezTo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1" name="Freeform 58">
                <a:extLst>
                  <a:ext uri="{FF2B5EF4-FFF2-40B4-BE49-F238E27FC236}">
                    <a16:creationId xmlns:a16="http://schemas.microsoft.com/office/drawing/2014/main" id="{5C1051FD-B76C-4B0E-B2EA-D24026821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3371"/>
                <a:ext cx="85" cy="120"/>
              </a:xfrm>
              <a:custGeom>
                <a:avLst/>
                <a:gdLst>
                  <a:gd name="T0" fmla="*/ 533 w 34"/>
                  <a:gd name="T1" fmla="*/ 0 h 45"/>
                  <a:gd name="T2" fmla="*/ 363 w 34"/>
                  <a:gd name="T3" fmla="*/ 760 h 45"/>
                  <a:gd name="T4" fmla="*/ 0 w 34"/>
                  <a:gd name="T5" fmla="*/ 819 h 45"/>
                  <a:gd name="T6" fmla="*/ 313 w 34"/>
                  <a:gd name="T7" fmla="*/ 717 h 45"/>
                  <a:gd name="T8" fmla="*/ 533 w 34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5">
                    <a:moveTo>
                      <a:pt x="34" y="0"/>
                    </a:moveTo>
                    <a:cubicBezTo>
                      <a:pt x="33" y="8"/>
                      <a:pt x="28" y="35"/>
                      <a:pt x="23" y="40"/>
                    </a:cubicBezTo>
                    <a:cubicBezTo>
                      <a:pt x="18" y="45"/>
                      <a:pt x="0" y="43"/>
                      <a:pt x="0" y="43"/>
                    </a:cubicBezTo>
                    <a:cubicBezTo>
                      <a:pt x="7" y="44"/>
                      <a:pt x="17" y="42"/>
                      <a:pt x="20" y="38"/>
                    </a:cubicBezTo>
                    <a:cubicBezTo>
                      <a:pt x="24" y="35"/>
                      <a:pt x="34" y="0"/>
                      <a:pt x="34" y="0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2" name="Freeform 59">
                <a:extLst>
                  <a:ext uri="{FF2B5EF4-FFF2-40B4-BE49-F238E27FC236}">
                    <a16:creationId xmlns:a16="http://schemas.microsoft.com/office/drawing/2014/main" id="{344CA554-D5F3-4D4A-BF6F-817869D8F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589"/>
                <a:ext cx="67" cy="104"/>
              </a:xfrm>
              <a:custGeom>
                <a:avLst/>
                <a:gdLst>
                  <a:gd name="T0" fmla="*/ 0 w 27"/>
                  <a:gd name="T1" fmla="*/ 717 h 39"/>
                  <a:gd name="T2" fmla="*/ 258 w 27"/>
                  <a:gd name="T3" fmla="*/ 683 h 39"/>
                  <a:gd name="T4" fmla="*/ 412 w 27"/>
                  <a:gd name="T5" fmla="*/ 0 h 39"/>
                  <a:gd name="T6" fmla="*/ 196 w 27"/>
                  <a:gd name="T7" fmla="*/ 627 h 39"/>
                  <a:gd name="T8" fmla="*/ 0 w 27"/>
                  <a:gd name="T9" fmla="*/ 71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9">
                    <a:moveTo>
                      <a:pt x="0" y="38"/>
                    </a:moveTo>
                    <a:cubicBezTo>
                      <a:pt x="9" y="39"/>
                      <a:pt x="15" y="38"/>
                      <a:pt x="17" y="36"/>
                    </a:cubicBezTo>
                    <a:cubicBezTo>
                      <a:pt x="19" y="35"/>
                      <a:pt x="26" y="5"/>
                      <a:pt x="27" y="0"/>
                    </a:cubicBezTo>
                    <a:cubicBezTo>
                      <a:pt x="24" y="5"/>
                      <a:pt x="16" y="30"/>
                      <a:pt x="13" y="33"/>
                    </a:cubicBezTo>
                    <a:cubicBezTo>
                      <a:pt x="10" y="37"/>
                      <a:pt x="0" y="38"/>
                      <a:pt x="0" y="38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3" name="Freeform 60">
                <a:extLst>
                  <a:ext uri="{FF2B5EF4-FFF2-40B4-BE49-F238E27FC236}">
                    <a16:creationId xmlns:a16="http://schemas.microsoft.com/office/drawing/2014/main" id="{919E7339-2108-4341-AF0B-A60A08EAE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3504"/>
                <a:ext cx="63" cy="83"/>
              </a:xfrm>
              <a:custGeom>
                <a:avLst/>
                <a:gdLst>
                  <a:gd name="T0" fmla="*/ 0 w 25"/>
                  <a:gd name="T1" fmla="*/ 594 h 31"/>
                  <a:gd name="T2" fmla="*/ 242 w 25"/>
                  <a:gd name="T3" fmla="*/ 560 h 31"/>
                  <a:gd name="T4" fmla="*/ 401 w 25"/>
                  <a:gd name="T5" fmla="*/ 0 h 31"/>
                  <a:gd name="T6" fmla="*/ 0 w 25"/>
                  <a:gd name="T7" fmla="*/ 59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0" y="31"/>
                    </a:moveTo>
                    <a:cubicBezTo>
                      <a:pt x="7" y="31"/>
                      <a:pt x="12" y="31"/>
                      <a:pt x="15" y="29"/>
                    </a:cubicBezTo>
                    <a:cubicBezTo>
                      <a:pt x="18" y="27"/>
                      <a:pt x="25" y="0"/>
                      <a:pt x="25" y="0"/>
                    </a:cubicBezTo>
                    <a:cubicBezTo>
                      <a:pt x="24" y="7"/>
                      <a:pt x="14" y="31"/>
                      <a:pt x="0" y="31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4" name="Freeform 61">
                <a:extLst>
                  <a:ext uri="{FF2B5EF4-FFF2-40B4-BE49-F238E27FC236}">
                    <a16:creationId xmlns:a16="http://schemas.microsoft.com/office/drawing/2014/main" id="{B1A8D8AF-BBCE-41C1-BDD1-36C3C4F95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605"/>
                <a:ext cx="67" cy="78"/>
              </a:xfrm>
              <a:custGeom>
                <a:avLst/>
                <a:gdLst>
                  <a:gd name="T0" fmla="*/ 0 w 27"/>
                  <a:gd name="T1" fmla="*/ 527 h 29"/>
                  <a:gd name="T2" fmla="*/ 216 w 27"/>
                  <a:gd name="T3" fmla="*/ 506 h 29"/>
                  <a:gd name="T4" fmla="*/ 412 w 27"/>
                  <a:gd name="T5" fmla="*/ 0 h 29"/>
                  <a:gd name="T6" fmla="*/ 154 w 27"/>
                  <a:gd name="T7" fmla="*/ 449 h 29"/>
                  <a:gd name="T8" fmla="*/ 0 w 27"/>
                  <a:gd name="T9" fmla="*/ 527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9">
                    <a:moveTo>
                      <a:pt x="0" y="27"/>
                    </a:moveTo>
                    <a:cubicBezTo>
                      <a:pt x="7" y="29"/>
                      <a:pt x="12" y="28"/>
                      <a:pt x="14" y="26"/>
                    </a:cubicBezTo>
                    <a:cubicBezTo>
                      <a:pt x="17" y="24"/>
                      <a:pt x="27" y="0"/>
                      <a:pt x="27" y="0"/>
                    </a:cubicBezTo>
                    <a:cubicBezTo>
                      <a:pt x="21" y="8"/>
                      <a:pt x="17" y="20"/>
                      <a:pt x="10" y="23"/>
                    </a:cubicBezTo>
                    <a:cubicBezTo>
                      <a:pt x="3" y="27"/>
                      <a:pt x="0" y="27"/>
                      <a:pt x="0" y="27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5" name="Freeform 62">
                <a:extLst>
                  <a:ext uri="{FF2B5EF4-FFF2-40B4-BE49-F238E27FC236}">
                    <a16:creationId xmlns:a16="http://schemas.microsoft.com/office/drawing/2014/main" id="{BBB4D224-1E51-4062-BFDE-8BC4403A1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397"/>
                <a:ext cx="78" cy="94"/>
              </a:xfrm>
              <a:custGeom>
                <a:avLst/>
                <a:gdLst>
                  <a:gd name="T0" fmla="*/ 126 w 31"/>
                  <a:gd name="T1" fmla="*/ 620 h 35"/>
                  <a:gd name="T2" fmla="*/ 380 w 31"/>
                  <a:gd name="T3" fmla="*/ 540 h 35"/>
                  <a:gd name="T4" fmla="*/ 493 w 31"/>
                  <a:gd name="T5" fmla="*/ 0 h 35"/>
                  <a:gd name="T6" fmla="*/ 126 w 31"/>
                  <a:gd name="T7" fmla="*/ 62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5">
                    <a:moveTo>
                      <a:pt x="8" y="32"/>
                    </a:moveTo>
                    <a:cubicBezTo>
                      <a:pt x="0" y="35"/>
                      <a:pt x="22" y="30"/>
                      <a:pt x="24" y="28"/>
                    </a:cubicBezTo>
                    <a:cubicBezTo>
                      <a:pt x="26" y="26"/>
                      <a:pt x="31" y="0"/>
                      <a:pt x="31" y="0"/>
                    </a:cubicBezTo>
                    <a:cubicBezTo>
                      <a:pt x="28" y="9"/>
                      <a:pt x="27" y="27"/>
                      <a:pt x="8" y="32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6" name="Freeform 63">
                <a:extLst>
                  <a:ext uri="{FF2B5EF4-FFF2-40B4-BE49-F238E27FC236}">
                    <a16:creationId xmlns:a16="http://schemas.microsoft.com/office/drawing/2014/main" id="{3AB6005B-8FCD-4E24-A331-5DEBA7B1D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280"/>
                <a:ext cx="60" cy="96"/>
              </a:xfrm>
              <a:custGeom>
                <a:avLst/>
                <a:gdLst>
                  <a:gd name="T0" fmla="*/ 208 w 24"/>
                  <a:gd name="T1" fmla="*/ 533 h 36"/>
                  <a:gd name="T2" fmla="*/ 375 w 24"/>
                  <a:gd name="T3" fmla="*/ 0 h 36"/>
                  <a:gd name="T4" fmla="*/ 250 w 24"/>
                  <a:gd name="T5" fmla="*/ 589 h 36"/>
                  <a:gd name="T6" fmla="*/ 0 w 24"/>
                  <a:gd name="T7" fmla="*/ 683 h 36"/>
                  <a:gd name="T8" fmla="*/ 208 w 24"/>
                  <a:gd name="T9" fmla="*/ 53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6">
                    <a:moveTo>
                      <a:pt x="13" y="28"/>
                    </a:moveTo>
                    <a:cubicBezTo>
                      <a:pt x="16" y="24"/>
                      <a:pt x="22" y="7"/>
                      <a:pt x="24" y="0"/>
                    </a:cubicBezTo>
                    <a:cubicBezTo>
                      <a:pt x="24" y="0"/>
                      <a:pt x="19" y="26"/>
                      <a:pt x="16" y="31"/>
                    </a:cubicBezTo>
                    <a:cubicBezTo>
                      <a:pt x="14" y="36"/>
                      <a:pt x="11" y="36"/>
                      <a:pt x="0" y="36"/>
                    </a:cubicBezTo>
                    <a:cubicBezTo>
                      <a:pt x="3" y="35"/>
                      <a:pt x="10" y="31"/>
                      <a:pt x="13" y="28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7" name="Freeform 64">
                <a:extLst>
                  <a:ext uri="{FF2B5EF4-FFF2-40B4-BE49-F238E27FC236}">
                    <a16:creationId xmlns:a16="http://schemas.microsoft.com/office/drawing/2014/main" id="{7685908D-2929-4B5F-B233-2C78463CC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3155"/>
                <a:ext cx="82" cy="109"/>
              </a:xfrm>
              <a:custGeom>
                <a:avLst/>
                <a:gdLst>
                  <a:gd name="T0" fmla="*/ 0 w 33"/>
                  <a:gd name="T1" fmla="*/ 771 h 41"/>
                  <a:gd name="T2" fmla="*/ 278 w 33"/>
                  <a:gd name="T3" fmla="*/ 715 h 41"/>
                  <a:gd name="T4" fmla="*/ 507 w 33"/>
                  <a:gd name="T5" fmla="*/ 0 h 41"/>
                  <a:gd name="T6" fmla="*/ 229 w 33"/>
                  <a:gd name="T7" fmla="*/ 657 h 41"/>
                  <a:gd name="T8" fmla="*/ 0 w 33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1">
                    <a:moveTo>
                      <a:pt x="0" y="41"/>
                    </a:moveTo>
                    <a:cubicBezTo>
                      <a:pt x="7" y="41"/>
                      <a:pt x="16" y="40"/>
                      <a:pt x="18" y="38"/>
                    </a:cubicBezTo>
                    <a:cubicBezTo>
                      <a:pt x="21" y="36"/>
                      <a:pt x="33" y="3"/>
                      <a:pt x="33" y="0"/>
                    </a:cubicBezTo>
                    <a:cubicBezTo>
                      <a:pt x="29" y="9"/>
                      <a:pt x="17" y="31"/>
                      <a:pt x="15" y="35"/>
                    </a:cubicBezTo>
                    <a:cubicBezTo>
                      <a:pt x="12" y="39"/>
                      <a:pt x="3" y="40"/>
                      <a:pt x="0" y="41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8" name="Freeform 65">
                <a:extLst>
                  <a:ext uri="{FF2B5EF4-FFF2-40B4-BE49-F238E27FC236}">
                    <a16:creationId xmlns:a16="http://schemas.microsoft.com/office/drawing/2014/main" id="{AED25A39-A346-4DF6-978E-10955A9E8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861"/>
                <a:ext cx="50" cy="67"/>
              </a:xfrm>
              <a:custGeom>
                <a:avLst/>
                <a:gdLst>
                  <a:gd name="T0" fmla="*/ 208 w 20"/>
                  <a:gd name="T1" fmla="*/ 367 h 25"/>
                  <a:gd name="T2" fmla="*/ 313 w 20"/>
                  <a:gd name="T3" fmla="*/ 0 h 25"/>
                  <a:gd name="T4" fmla="*/ 238 w 20"/>
                  <a:gd name="T5" fmla="*/ 423 h 25"/>
                  <a:gd name="T6" fmla="*/ 0 w 20"/>
                  <a:gd name="T7" fmla="*/ 482 h 25"/>
                  <a:gd name="T8" fmla="*/ 208 w 20"/>
                  <a:gd name="T9" fmla="*/ 36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13" y="19"/>
                    </a:moveTo>
                    <a:cubicBezTo>
                      <a:pt x="17" y="14"/>
                      <a:pt x="18" y="6"/>
                      <a:pt x="20" y="0"/>
                    </a:cubicBezTo>
                    <a:cubicBezTo>
                      <a:pt x="19" y="7"/>
                      <a:pt x="17" y="19"/>
                      <a:pt x="15" y="22"/>
                    </a:cubicBezTo>
                    <a:cubicBezTo>
                      <a:pt x="12" y="25"/>
                      <a:pt x="0" y="25"/>
                      <a:pt x="0" y="25"/>
                    </a:cubicBezTo>
                    <a:cubicBezTo>
                      <a:pt x="3" y="25"/>
                      <a:pt x="9" y="23"/>
                      <a:pt x="13" y="19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9" name="Freeform 66">
                <a:extLst>
                  <a:ext uri="{FF2B5EF4-FFF2-40B4-BE49-F238E27FC236}">
                    <a16:creationId xmlns:a16="http://schemas.microsoft.com/office/drawing/2014/main" id="{CFAD2C77-47C3-4734-9549-355636942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952"/>
                <a:ext cx="32" cy="64"/>
              </a:xfrm>
              <a:custGeom>
                <a:avLst/>
                <a:gdLst>
                  <a:gd name="T0" fmla="*/ 0 w 13"/>
                  <a:gd name="T1" fmla="*/ 435 h 24"/>
                  <a:gd name="T2" fmla="*/ 162 w 13"/>
                  <a:gd name="T3" fmla="*/ 419 h 24"/>
                  <a:gd name="T4" fmla="*/ 153 w 13"/>
                  <a:gd name="T5" fmla="*/ 0 h 24"/>
                  <a:gd name="T6" fmla="*/ 0 w 13"/>
                  <a:gd name="T7" fmla="*/ 43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0" y="23"/>
                    </a:moveTo>
                    <a:cubicBezTo>
                      <a:pt x="4" y="22"/>
                      <a:pt x="8" y="24"/>
                      <a:pt x="11" y="22"/>
                    </a:cubicBezTo>
                    <a:cubicBezTo>
                      <a:pt x="13" y="21"/>
                      <a:pt x="12" y="7"/>
                      <a:pt x="10" y="0"/>
                    </a:cubicBezTo>
                    <a:cubicBezTo>
                      <a:pt x="10" y="6"/>
                      <a:pt x="7" y="22"/>
                      <a:pt x="0" y="23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0" name="Freeform 67">
                <a:extLst>
                  <a:ext uri="{FF2B5EF4-FFF2-40B4-BE49-F238E27FC236}">
                    <a16:creationId xmlns:a16="http://schemas.microsoft.com/office/drawing/2014/main" id="{70353D7F-2347-4F97-BDAF-914A246CC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765"/>
                <a:ext cx="45" cy="94"/>
              </a:xfrm>
              <a:custGeom>
                <a:avLst/>
                <a:gdLst>
                  <a:gd name="T0" fmla="*/ 0 w 18"/>
                  <a:gd name="T1" fmla="*/ 0 h 35"/>
                  <a:gd name="T2" fmla="*/ 270 w 18"/>
                  <a:gd name="T3" fmla="*/ 599 h 35"/>
                  <a:gd name="T4" fmla="*/ 95 w 18"/>
                  <a:gd name="T5" fmla="*/ 655 h 35"/>
                  <a:gd name="T6" fmla="*/ 0 w 18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5">
                    <a:moveTo>
                      <a:pt x="0" y="0"/>
                    </a:moveTo>
                    <a:cubicBezTo>
                      <a:pt x="8" y="12"/>
                      <a:pt x="17" y="28"/>
                      <a:pt x="17" y="31"/>
                    </a:cubicBezTo>
                    <a:cubicBezTo>
                      <a:pt x="18" y="35"/>
                      <a:pt x="6" y="34"/>
                      <a:pt x="6" y="34"/>
                    </a:cubicBezTo>
                    <a:cubicBezTo>
                      <a:pt x="11" y="33"/>
                      <a:pt x="6" y="10"/>
                      <a:pt x="0" y="0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1" name="Freeform 68">
                <a:extLst>
                  <a:ext uri="{FF2B5EF4-FFF2-40B4-BE49-F238E27FC236}">
                    <a16:creationId xmlns:a16="http://schemas.microsoft.com/office/drawing/2014/main" id="{9EFFA675-4F4B-4F8C-B3A0-FD3158EF2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717"/>
                <a:ext cx="40" cy="54"/>
              </a:xfrm>
              <a:custGeom>
                <a:avLst/>
                <a:gdLst>
                  <a:gd name="T0" fmla="*/ 0 w 16"/>
                  <a:gd name="T1" fmla="*/ 373 h 20"/>
                  <a:gd name="T2" fmla="*/ 188 w 16"/>
                  <a:gd name="T3" fmla="*/ 356 h 20"/>
                  <a:gd name="T4" fmla="*/ 158 w 16"/>
                  <a:gd name="T5" fmla="*/ 0 h 20"/>
                  <a:gd name="T6" fmla="*/ 0 w 16"/>
                  <a:gd name="T7" fmla="*/ 37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0">
                    <a:moveTo>
                      <a:pt x="0" y="19"/>
                    </a:moveTo>
                    <a:cubicBezTo>
                      <a:pt x="6" y="18"/>
                      <a:pt x="10" y="20"/>
                      <a:pt x="12" y="18"/>
                    </a:cubicBezTo>
                    <a:cubicBezTo>
                      <a:pt x="14" y="17"/>
                      <a:pt x="16" y="3"/>
                      <a:pt x="10" y="0"/>
                    </a:cubicBezTo>
                    <a:cubicBezTo>
                      <a:pt x="11" y="6"/>
                      <a:pt x="7" y="18"/>
                      <a:pt x="0" y="19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2" name="Freeform 69">
                <a:extLst>
                  <a:ext uri="{FF2B5EF4-FFF2-40B4-BE49-F238E27FC236}">
                    <a16:creationId xmlns:a16="http://schemas.microsoft.com/office/drawing/2014/main" id="{8B3098C2-8381-4F86-9110-1B1658B41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3037"/>
                <a:ext cx="58" cy="195"/>
              </a:xfrm>
              <a:custGeom>
                <a:avLst/>
                <a:gdLst>
                  <a:gd name="T0" fmla="*/ 113 w 23"/>
                  <a:gd name="T1" fmla="*/ 0 h 73"/>
                  <a:gd name="T2" fmla="*/ 305 w 23"/>
                  <a:gd name="T3" fmla="*/ 1221 h 73"/>
                  <a:gd name="T4" fmla="*/ 209 w 23"/>
                  <a:gd name="T5" fmla="*/ 1370 h 73"/>
                  <a:gd name="T6" fmla="*/ 0 w 23"/>
                  <a:gd name="T7" fmla="*/ 1392 h 73"/>
                  <a:gd name="T8" fmla="*/ 242 w 23"/>
                  <a:gd name="T9" fmla="*/ 857 h 73"/>
                  <a:gd name="T10" fmla="*/ 113 w 23"/>
                  <a:gd name="T11" fmla="*/ 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73">
                    <a:moveTo>
                      <a:pt x="7" y="0"/>
                    </a:moveTo>
                    <a:cubicBezTo>
                      <a:pt x="13" y="6"/>
                      <a:pt x="23" y="45"/>
                      <a:pt x="19" y="64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1" y="66"/>
                      <a:pt x="15" y="57"/>
                      <a:pt x="15" y="45"/>
                    </a:cubicBezTo>
                    <a:cubicBezTo>
                      <a:pt x="15" y="32"/>
                      <a:pt x="12" y="4"/>
                      <a:pt x="7" y="0"/>
                    </a:cubicBezTo>
                    <a:close/>
                  </a:path>
                </a:pathLst>
              </a:custGeom>
              <a:solidFill>
                <a:srgbClr val="E2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3" name="Freeform 70">
                <a:extLst>
                  <a:ext uri="{FF2B5EF4-FFF2-40B4-BE49-F238E27FC236}">
                    <a16:creationId xmlns:a16="http://schemas.microsoft.com/office/drawing/2014/main" id="{9D3642B8-07E3-47FE-B855-CD64F3CCAC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90" y="1835"/>
                <a:ext cx="1155" cy="362"/>
              </a:xfrm>
              <a:custGeom>
                <a:avLst/>
                <a:gdLst>
                  <a:gd name="T0" fmla="*/ 270 w 462"/>
                  <a:gd name="T1" fmla="*/ 1645 h 136"/>
                  <a:gd name="T2" fmla="*/ 313 w 462"/>
                  <a:gd name="T3" fmla="*/ 2358 h 136"/>
                  <a:gd name="T4" fmla="*/ 720 w 462"/>
                  <a:gd name="T5" fmla="*/ 2566 h 136"/>
                  <a:gd name="T6" fmla="*/ 645 w 462"/>
                  <a:gd name="T7" fmla="*/ 1680 h 136"/>
                  <a:gd name="T8" fmla="*/ 270 w 462"/>
                  <a:gd name="T9" fmla="*/ 1645 h 136"/>
                  <a:gd name="T10" fmla="*/ 6988 w 462"/>
                  <a:gd name="T11" fmla="*/ 1339 h 136"/>
                  <a:gd name="T12" fmla="*/ 4363 w 462"/>
                  <a:gd name="T13" fmla="*/ 1360 h 136"/>
                  <a:gd name="T14" fmla="*/ 500 w 462"/>
                  <a:gd name="T15" fmla="*/ 56 h 136"/>
                  <a:gd name="T16" fmla="*/ 113 w 462"/>
                  <a:gd name="T17" fmla="*/ 282 h 136"/>
                  <a:gd name="T18" fmla="*/ 175 w 462"/>
                  <a:gd name="T19" fmla="*/ 942 h 136"/>
                  <a:gd name="T20" fmla="*/ 4300 w 462"/>
                  <a:gd name="T21" fmla="*/ 2337 h 136"/>
                  <a:gd name="T22" fmla="*/ 7188 w 462"/>
                  <a:gd name="T23" fmla="*/ 2302 h 136"/>
                  <a:gd name="T24" fmla="*/ 6988 w 462"/>
                  <a:gd name="T25" fmla="*/ 1339 h 1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2" h="136">
                    <a:moveTo>
                      <a:pt x="17" y="87"/>
                    </a:moveTo>
                    <a:cubicBezTo>
                      <a:pt x="18" y="99"/>
                      <a:pt x="19" y="112"/>
                      <a:pt x="20" y="125"/>
                    </a:cubicBezTo>
                    <a:cubicBezTo>
                      <a:pt x="29" y="129"/>
                      <a:pt x="37" y="133"/>
                      <a:pt x="46" y="136"/>
                    </a:cubicBezTo>
                    <a:cubicBezTo>
                      <a:pt x="44" y="120"/>
                      <a:pt x="42" y="104"/>
                      <a:pt x="41" y="89"/>
                    </a:cubicBezTo>
                    <a:cubicBezTo>
                      <a:pt x="39" y="77"/>
                      <a:pt x="20" y="78"/>
                      <a:pt x="17" y="87"/>
                    </a:cubicBezTo>
                    <a:close/>
                    <a:moveTo>
                      <a:pt x="447" y="71"/>
                    </a:moveTo>
                    <a:cubicBezTo>
                      <a:pt x="395" y="75"/>
                      <a:pt x="336" y="76"/>
                      <a:pt x="279" y="72"/>
                    </a:cubicBezTo>
                    <a:cubicBezTo>
                      <a:pt x="207" y="68"/>
                      <a:pt x="100" y="44"/>
                      <a:pt x="32" y="3"/>
                    </a:cubicBezTo>
                    <a:cubicBezTo>
                      <a:pt x="24" y="0"/>
                      <a:pt x="14" y="6"/>
                      <a:pt x="7" y="15"/>
                    </a:cubicBezTo>
                    <a:cubicBezTo>
                      <a:pt x="0" y="23"/>
                      <a:pt x="1" y="41"/>
                      <a:pt x="11" y="50"/>
                    </a:cubicBezTo>
                    <a:cubicBezTo>
                      <a:pt x="90" y="96"/>
                      <a:pt x="203" y="120"/>
                      <a:pt x="275" y="124"/>
                    </a:cubicBezTo>
                    <a:cubicBezTo>
                      <a:pt x="334" y="128"/>
                      <a:pt x="399" y="128"/>
                      <a:pt x="460" y="122"/>
                    </a:cubicBezTo>
                    <a:cubicBezTo>
                      <a:pt x="462" y="105"/>
                      <a:pt x="458" y="87"/>
                      <a:pt x="447" y="7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4" name="Freeform 71">
                <a:extLst>
                  <a:ext uri="{FF2B5EF4-FFF2-40B4-BE49-F238E27FC236}">
                    <a16:creationId xmlns:a16="http://schemas.microsoft.com/office/drawing/2014/main" id="{60DBEC80-D257-46EA-80A9-FED710495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024"/>
                <a:ext cx="528" cy="152"/>
              </a:xfrm>
              <a:custGeom>
                <a:avLst/>
                <a:gdLst>
                  <a:gd name="T0" fmla="*/ 3100 w 211"/>
                  <a:gd name="T1" fmla="*/ 968 h 57"/>
                  <a:gd name="T2" fmla="*/ 2900 w 211"/>
                  <a:gd name="T3" fmla="*/ 0 h 57"/>
                  <a:gd name="T4" fmla="*/ 270 w 211"/>
                  <a:gd name="T5" fmla="*/ 21 h 57"/>
                  <a:gd name="T6" fmla="*/ 208 w 211"/>
                  <a:gd name="T7" fmla="*/ 21 h 57"/>
                  <a:gd name="T8" fmla="*/ 363 w 211"/>
                  <a:gd name="T9" fmla="*/ 171 h 57"/>
                  <a:gd name="T10" fmla="*/ 0 w 211"/>
                  <a:gd name="T11" fmla="*/ 307 h 57"/>
                  <a:gd name="T12" fmla="*/ 158 w 211"/>
                  <a:gd name="T13" fmla="*/ 589 h 57"/>
                  <a:gd name="T14" fmla="*/ 395 w 211"/>
                  <a:gd name="T15" fmla="*/ 661 h 57"/>
                  <a:gd name="T16" fmla="*/ 270 w 211"/>
                  <a:gd name="T17" fmla="*/ 819 h 57"/>
                  <a:gd name="T18" fmla="*/ 520 w 211"/>
                  <a:gd name="T19" fmla="*/ 853 h 57"/>
                  <a:gd name="T20" fmla="*/ 520 w 211"/>
                  <a:gd name="T21" fmla="*/ 1024 h 57"/>
                  <a:gd name="T22" fmla="*/ 3100 w 211"/>
                  <a:gd name="T23" fmla="*/ 968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1" h="57">
                    <a:moveTo>
                      <a:pt x="198" y="51"/>
                    </a:moveTo>
                    <a:cubicBezTo>
                      <a:pt x="211" y="36"/>
                      <a:pt x="207" y="14"/>
                      <a:pt x="185" y="0"/>
                    </a:cubicBezTo>
                    <a:cubicBezTo>
                      <a:pt x="133" y="4"/>
                      <a:pt x="74" y="5"/>
                      <a:pt x="17" y="1"/>
                    </a:cubicBezTo>
                    <a:cubicBezTo>
                      <a:pt x="15" y="1"/>
                      <a:pt x="14" y="1"/>
                      <a:pt x="13" y="1"/>
                    </a:cubicBezTo>
                    <a:cubicBezTo>
                      <a:pt x="17" y="4"/>
                      <a:pt x="21" y="5"/>
                      <a:pt x="23" y="9"/>
                    </a:cubicBezTo>
                    <a:cubicBezTo>
                      <a:pt x="19" y="15"/>
                      <a:pt x="6" y="13"/>
                      <a:pt x="0" y="16"/>
                    </a:cubicBezTo>
                    <a:cubicBezTo>
                      <a:pt x="6" y="19"/>
                      <a:pt x="21" y="23"/>
                      <a:pt x="10" y="31"/>
                    </a:cubicBezTo>
                    <a:cubicBezTo>
                      <a:pt x="14" y="32"/>
                      <a:pt x="21" y="32"/>
                      <a:pt x="25" y="35"/>
                    </a:cubicBezTo>
                    <a:cubicBezTo>
                      <a:pt x="24" y="39"/>
                      <a:pt x="19" y="40"/>
                      <a:pt x="17" y="43"/>
                    </a:cubicBezTo>
                    <a:cubicBezTo>
                      <a:pt x="21" y="42"/>
                      <a:pt x="30" y="41"/>
                      <a:pt x="33" y="45"/>
                    </a:cubicBezTo>
                    <a:cubicBezTo>
                      <a:pt x="36" y="49"/>
                      <a:pt x="35" y="51"/>
                      <a:pt x="33" y="54"/>
                    </a:cubicBezTo>
                    <a:cubicBezTo>
                      <a:pt x="86" y="57"/>
                      <a:pt x="144" y="56"/>
                      <a:pt x="198" y="5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5" name="Freeform 72">
                <a:extLst>
                  <a:ext uri="{FF2B5EF4-FFF2-40B4-BE49-F238E27FC236}">
                    <a16:creationId xmlns:a16="http://schemas.microsoft.com/office/drawing/2014/main" id="{908B22B8-D6B0-4F50-BC33-BAB887F49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709"/>
                <a:ext cx="145" cy="1448"/>
              </a:xfrm>
              <a:custGeom>
                <a:avLst/>
                <a:gdLst>
                  <a:gd name="T0" fmla="*/ 408 w 58"/>
                  <a:gd name="T1" fmla="*/ 5859 h 543"/>
                  <a:gd name="T2" fmla="*/ 550 w 58"/>
                  <a:gd name="T3" fmla="*/ 0 h 543"/>
                  <a:gd name="T4" fmla="*/ 0 w 58"/>
                  <a:gd name="T5" fmla="*/ 10296 h 543"/>
                  <a:gd name="T6" fmla="*/ 408 w 58"/>
                  <a:gd name="T7" fmla="*/ 5859 h 5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543">
                    <a:moveTo>
                      <a:pt x="26" y="309"/>
                    </a:moveTo>
                    <a:cubicBezTo>
                      <a:pt x="33" y="182"/>
                      <a:pt x="36" y="56"/>
                      <a:pt x="35" y="0"/>
                    </a:cubicBezTo>
                    <a:cubicBezTo>
                      <a:pt x="35" y="50"/>
                      <a:pt x="58" y="237"/>
                      <a:pt x="0" y="543"/>
                    </a:cubicBezTo>
                    <a:cubicBezTo>
                      <a:pt x="2" y="515"/>
                      <a:pt x="19" y="412"/>
                      <a:pt x="26" y="30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6" name="Freeform 73">
                <a:extLst>
                  <a:ext uri="{FF2B5EF4-FFF2-40B4-BE49-F238E27FC236}">
                    <a16:creationId xmlns:a16="http://schemas.microsoft.com/office/drawing/2014/main" id="{807954AD-42FA-4A6B-AE65-2D6AEAFA4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584"/>
                <a:ext cx="65" cy="1765"/>
              </a:xfrm>
              <a:custGeom>
                <a:avLst/>
                <a:gdLst>
                  <a:gd name="T0" fmla="*/ 125 w 26"/>
                  <a:gd name="T1" fmla="*/ 0 h 662"/>
                  <a:gd name="T2" fmla="*/ 408 w 26"/>
                  <a:gd name="T3" fmla="*/ 12547 h 6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62">
                    <a:moveTo>
                      <a:pt x="8" y="0"/>
                    </a:moveTo>
                    <a:cubicBezTo>
                      <a:pt x="0" y="48"/>
                      <a:pt x="6" y="584"/>
                      <a:pt x="26" y="6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7" name="Freeform 74">
                <a:extLst>
                  <a:ext uri="{FF2B5EF4-FFF2-40B4-BE49-F238E27FC236}">
                    <a16:creationId xmlns:a16="http://schemas.microsoft.com/office/drawing/2014/main" id="{6BC6E519-39A6-4AEA-B754-838B0A271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557"/>
                <a:ext cx="295" cy="1904"/>
              </a:xfrm>
              <a:custGeom>
                <a:avLst/>
                <a:gdLst>
                  <a:gd name="T0" fmla="*/ 1688 w 118"/>
                  <a:gd name="T1" fmla="*/ 0 h 714"/>
                  <a:gd name="T2" fmla="*/ 1783 w 118"/>
                  <a:gd name="T3" fmla="*/ 10773 h 714"/>
                  <a:gd name="T4" fmla="*/ 1658 w 118"/>
                  <a:gd name="T5" fmla="*/ 12779 h 714"/>
                  <a:gd name="T6" fmla="*/ 0 w 118"/>
                  <a:gd name="T7" fmla="*/ 13163 h 714"/>
                  <a:gd name="T8" fmla="*/ 1375 w 118"/>
                  <a:gd name="T9" fmla="*/ 12024 h 714"/>
                  <a:gd name="T10" fmla="*/ 1688 w 118"/>
                  <a:gd name="T11" fmla="*/ 0 h 7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714">
                    <a:moveTo>
                      <a:pt x="108" y="0"/>
                    </a:moveTo>
                    <a:cubicBezTo>
                      <a:pt x="107" y="60"/>
                      <a:pt x="110" y="452"/>
                      <a:pt x="114" y="568"/>
                    </a:cubicBezTo>
                    <a:cubicBezTo>
                      <a:pt x="118" y="684"/>
                      <a:pt x="116" y="662"/>
                      <a:pt x="106" y="674"/>
                    </a:cubicBezTo>
                    <a:cubicBezTo>
                      <a:pt x="96" y="686"/>
                      <a:pt x="54" y="714"/>
                      <a:pt x="0" y="694"/>
                    </a:cubicBezTo>
                    <a:cubicBezTo>
                      <a:pt x="32" y="702"/>
                      <a:pt x="74" y="690"/>
                      <a:pt x="88" y="634"/>
                    </a:cubicBezTo>
                    <a:cubicBezTo>
                      <a:pt x="102" y="578"/>
                      <a:pt x="108" y="0"/>
                      <a:pt x="108" y="0"/>
                    </a:cubicBezTo>
                    <a:close/>
                  </a:path>
                </a:pathLst>
              </a:custGeom>
              <a:solidFill>
                <a:srgbClr val="66A4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8" name="Freeform 75">
                <a:extLst>
                  <a:ext uri="{FF2B5EF4-FFF2-40B4-BE49-F238E27FC236}">
                    <a16:creationId xmlns:a16="http://schemas.microsoft.com/office/drawing/2014/main" id="{99D5B099-02DB-40CC-A063-F195C055A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973"/>
                <a:ext cx="880" cy="152"/>
              </a:xfrm>
              <a:custGeom>
                <a:avLst/>
                <a:gdLst>
                  <a:gd name="T0" fmla="*/ 0 w 352"/>
                  <a:gd name="T1" fmla="*/ 0 h 57"/>
                  <a:gd name="T2" fmla="*/ 5500 w 352"/>
                  <a:gd name="T3" fmla="*/ 456 h 57"/>
                  <a:gd name="T4" fmla="*/ 0 w 352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2" h="57">
                    <a:moveTo>
                      <a:pt x="0" y="0"/>
                    </a:moveTo>
                    <a:cubicBezTo>
                      <a:pt x="41" y="20"/>
                      <a:pt x="191" y="57"/>
                      <a:pt x="352" y="24"/>
                    </a:cubicBezTo>
                    <a:cubicBezTo>
                      <a:pt x="319" y="25"/>
                      <a:pt x="145" y="4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9" name="Freeform 76">
                <a:extLst>
                  <a:ext uri="{FF2B5EF4-FFF2-40B4-BE49-F238E27FC236}">
                    <a16:creationId xmlns:a16="http://schemas.microsoft.com/office/drawing/2014/main" id="{A4C34BBB-0B86-4571-8FD1-04D200D7F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483"/>
                <a:ext cx="212" cy="272"/>
              </a:xfrm>
              <a:custGeom>
                <a:avLst/>
                <a:gdLst>
                  <a:gd name="T0" fmla="*/ 0 w 85"/>
                  <a:gd name="T1" fmla="*/ 0 h 102"/>
                  <a:gd name="T2" fmla="*/ 1319 w 85"/>
                  <a:gd name="T3" fmla="*/ 1933 h 102"/>
                  <a:gd name="T4" fmla="*/ 0 w 85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02">
                    <a:moveTo>
                      <a:pt x="0" y="0"/>
                    </a:moveTo>
                    <a:cubicBezTo>
                      <a:pt x="7" y="24"/>
                      <a:pt x="25" y="67"/>
                      <a:pt x="85" y="102"/>
                    </a:cubicBezTo>
                    <a:cubicBezTo>
                      <a:pt x="65" y="90"/>
                      <a:pt x="20" y="5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0" name="Freeform 77">
                <a:extLst>
                  <a:ext uri="{FF2B5EF4-FFF2-40B4-BE49-F238E27FC236}">
                    <a16:creationId xmlns:a16="http://schemas.microsoft.com/office/drawing/2014/main" id="{B402E39A-5443-440F-905F-4FC949465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392"/>
                <a:ext cx="225" cy="299"/>
              </a:xfrm>
              <a:custGeom>
                <a:avLst/>
                <a:gdLst>
                  <a:gd name="T0" fmla="*/ 488 w 90"/>
                  <a:gd name="T1" fmla="*/ 1482 h 112"/>
                  <a:gd name="T2" fmla="*/ 1408 w 90"/>
                  <a:gd name="T3" fmla="*/ 0 h 112"/>
                  <a:gd name="T4" fmla="*/ 0 w 90"/>
                  <a:gd name="T5" fmla="*/ 2130 h 112"/>
                  <a:gd name="T6" fmla="*/ 488 w 90"/>
                  <a:gd name="T7" fmla="*/ 1482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12">
                    <a:moveTo>
                      <a:pt x="31" y="78"/>
                    </a:moveTo>
                    <a:cubicBezTo>
                      <a:pt x="55" y="49"/>
                      <a:pt x="84" y="12"/>
                      <a:pt x="90" y="0"/>
                    </a:cubicBezTo>
                    <a:cubicBezTo>
                      <a:pt x="84" y="11"/>
                      <a:pt x="46" y="82"/>
                      <a:pt x="0" y="112"/>
                    </a:cubicBezTo>
                    <a:cubicBezTo>
                      <a:pt x="4" y="109"/>
                      <a:pt x="17" y="94"/>
                      <a:pt x="31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1" name="Freeform 78">
                <a:extLst>
                  <a:ext uri="{FF2B5EF4-FFF2-40B4-BE49-F238E27FC236}">
                    <a16:creationId xmlns:a16="http://schemas.microsoft.com/office/drawing/2014/main" id="{F9B08C21-F00C-44BC-9302-61401D33C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456"/>
                <a:ext cx="205" cy="117"/>
              </a:xfrm>
              <a:custGeom>
                <a:avLst/>
                <a:gdLst>
                  <a:gd name="T0" fmla="*/ 0 w 82"/>
                  <a:gd name="T1" fmla="*/ 566 h 44"/>
                  <a:gd name="T2" fmla="*/ 1283 w 82"/>
                  <a:gd name="T3" fmla="*/ 0 h 44"/>
                  <a:gd name="T4" fmla="*/ 0 w 82"/>
                  <a:gd name="T5" fmla="*/ 56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44">
                    <a:moveTo>
                      <a:pt x="0" y="30"/>
                    </a:moveTo>
                    <a:cubicBezTo>
                      <a:pt x="21" y="36"/>
                      <a:pt x="67" y="27"/>
                      <a:pt x="82" y="0"/>
                    </a:cubicBezTo>
                    <a:cubicBezTo>
                      <a:pt x="75" y="22"/>
                      <a:pt x="40" y="44"/>
                      <a:pt x="0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2" name="Freeform 79">
                <a:extLst>
                  <a:ext uri="{FF2B5EF4-FFF2-40B4-BE49-F238E27FC236}">
                    <a16:creationId xmlns:a16="http://schemas.microsoft.com/office/drawing/2014/main" id="{EA46BA2C-E4CF-4C69-9A38-38307E207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451"/>
                <a:ext cx="206" cy="117"/>
              </a:xfrm>
              <a:custGeom>
                <a:avLst/>
                <a:gdLst>
                  <a:gd name="T0" fmla="*/ 0 w 82"/>
                  <a:gd name="T1" fmla="*/ 566 h 44"/>
                  <a:gd name="T2" fmla="*/ 1301 w 82"/>
                  <a:gd name="T3" fmla="*/ 0 h 44"/>
                  <a:gd name="T4" fmla="*/ 0 w 82"/>
                  <a:gd name="T5" fmla="*/ 56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44">
                    <a:moveTo>
                      <a:pt x="0" y="30"/>
                    </a:moveTo>
                    <a:cubicBezTo>
                      <a:pt x="21" y="36"/>
                      <a:pt x="67" y="27"/>
                      <a:pt x="82" y="0"/>
                    </a:cubicBezTo>
                    <a:cubicBezTo>
                      <a:pt x="75" y="22"/>
                      <a:pt x="40" y="44"/>
                      <a:pt x="0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3" name="Freeform 80">
                <a:extLst>
                  <a:ext uri="{FF2B5EF4-FFF2-40B4-BE49-F238E27FC236}">
                    <a16:creationId xmlns:a16="http://schemas.microsoft.com/office/drawing/2014/main" id="{6FD49726-3BBF-4707-B129-E5009559E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1501"/>
                <a:ext cx="378" cy="1963"/>
              </a:xfrm>
              <a:custGeom>
                <a:avLst/>
                <a:gdLst>
                  <a:gd name="T0" fmla="*/ 1472 w 151"/>
                  <a:gd name="T1" fmla="*/ 605 h 736"/>
                  <a:gd name="T2" fmla="*/ 2351 w 151"/>
                  <a:gd name="T3" fmla="*/ 0 h 736"/>
                  <a:gd name="T4" fmla="*/ 2276 w 151"/>
                  <a:gd name="T5" fmla="*/ 2368 h 736"/>
                  <a:gd name="T6" fmla="*/ 1630 w 151"/>
                  <a:gd name="T7" fmla="*/ 12711 h 736"/>
                  <a:gd name="T8" fmla="*/ 0 w 151"/>
                  <a:gd name="T9" fmla="*/ 13757 h 736"/>
                  <a:gd name="T10" fmla="*/ 1317 w 151"/>
                  <a:gd name="T11" fmla="*/ 12655 h 736"/>
                  <a:gd name="T12" fmla="*/ 1722 w 151"/>
                  <a:gd name="T13" fmla="*/ 3585 h 736"/>
                  <a:gd name="T14" fmla="*/ 1835 w 151"/>
                  <a:gd name="T15" fmla="*/ 2163 h 736"/>
                  <a:gd name="T16" fmla="*/ 1963 w 151"/>
                  <a:gd name="T17" fmla="*/ 819 h 736"/>
                  <a:gd name="T18" fmla="*/ 1472 w 151"/>
                  <a:gd name="T19" fmla="*/ 605 h 7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736">
                    <a:moveTo>
                      <a:pt x="94" y="32"/>
                    </a:moveTo>
                    <a:cubicBezTo>
                      <a:pt x="121" y="34"/>
                      <a:pt x="150" y="0"/>
                      <a:pt x="150" y="0"/>
                    </a:cubicBezTo>
                    <a:cubicBezTo>
                      <a:pt x="150" y="23"/>
                      <a:pt x="151" y="88"/>
                      <a:pt x="145" y="125"/>
                    </a:cubicBezTo>
                    <a:cubicBezTo>
                      <a:pt x="139" y="162"/>
                      <a:pt x="133" y="524"/>
                      <a:pt x="104" y="670"/>
                    </a:cubicBezTo>
                    <a:cubicBezTo>
                      <a:pt x="99" y="694"/>
                      <a:pt x="71" y="736"/>
                      <a:pt x="0" y="725"/>
                    </a:cubicBezTo>
                    <a:cubicBezTo>
                      <a:pt x="23" y="724"/>
                      <a:pt x="72" y="713"/>
                      <a:pt x="84" y="667"/>
                    </a:cubicBezTo>
                    <a:cubicBezTo>
                      <a:pt x="96" y="621"/>
                      <a:pt x="112" y="204"/>
                      <a:pt x="110" y="189"/>
                    </a:cubicBezTo>
                    <a:cubicBezTo>
                      <a:pt x="108" y="174"/>
                      <a:pt x="92" y="143"/>
                      <a:pt x="117" y="114"/>
                    </a:cubicBezTo>
                    <a:cubicBezTo>
                      <a:pt x="142" y="85"/>
                      <a:pt x="134" y="49"/>
                      <a:pt x="125" y="43"/>
                    </a:cubicBezTo>
                    <a:cubicBezTo>
                      <a:pt x="116" y="37"/>
                      <a:pt x="94" y="32"/>
                      <a:pt x="94" y="32"/>
                    </a:cubicBezTo>
                    <a:close/>
                  </a:path>
                </a:pathLst>
              </a:custGeom>
              <a:solidFill>
                <a:srgbClr val="E32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4" name="Freeform 81">
                <a:extLst>
                  <a:ext uri="{FF2B5EF4-FFF2-40B4-BE49-F238E27FC236}">
                    <a16:creationId xmlns:a16="http://schemas.microsoft.com/office/drawing/2014/main" id="{5025A31B-DF10-4D43-ACFD-053910293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3629"/>
                <a:ext cx="17" cy="56"/>
              </a:xfrm>
              <a:custGeom>
                <a:avLst/>
                <a:gdLst>
                  <a:gd name="T0" fmla="*/ 58 w 7"/>
                  <a:gd name="T1" fmla="*/ 0 h 21"/>
                  <a:gd name="T2" fmla="*/ 12 w 7"/>
                  <a:gd name="T3" fmla="*/ 227 h 21"/>
                  <a:gd name="T4" fmla="*/ 100 w 7"/>
                  <a:gd name="T5" fmla="*/ 397 h 21"/>
                  <a:gd name="T6" fmla="*/ 58 w 7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1">
                    <a:moveTo>
                      <a:pt x="4" y="0"/>
                    </a:moveTo>
                    <a:cubicBezTo>
                      <a:pt x="1" y="3"/>
                      <a:pt x="0" y="7"/>
                      <a:pt x="1" y="12"/>
                    </a:cubicBezTo>
                    <a:cubicBezTo>
                      <a:pt x="2" y="16"/>
                      <a:pt x="4" y="19"/>
                      <a:pt x="7" y="21"/>
                    </a:cubicBezTo>
                    <a:cubicBezTo>
                      <a:pt x="6" y="14"/>
                      <a:pt x="5" y="7"/>
                      <a:pt x="4" y="0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5" name="Freeform 82">
                <a:extLst>
                  <a:ext uri="{FF2B5EF4-FFF2-40B4-BE49-F238E27FC236}">
                    <a16:creationId xmlns:a16="http://schemas.microsoft.com/office/drawing/2014/main" id="{C1767998-E29E-4F27-92DB-9B24AC5A6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672"/>
                <a:ext cx="45" cy="53"/>
              </a:xfrm>
              <a:custGeom>
                <a:avLst/>
                <a:gdLst>
                  <a:gd name="T0" fmla="*/ 283 w 18"/>
                  <a:gd name="T1" fmla="*/ 225 h 20"/>
                  <a:gd name="T2" fmla="*/ 145 w 18"/>
                  <a:gd name="T3" fmla="*/ 0 h 20"/>
                  <a:gd name="T4" fmla="*/ 0 w 18"/>
                  <a:gd name="T5" fmla="*/ 239 h 20"/>
                  <a:gd name="T6" fmla="*/ 33 w 18"/>
                  <a:gd name="T7" fmla="*/ 371 h 20"/>
                  <a:gd name="T8" fmla="*/ 250 w 18"/>
                  <a:gd name="T9" fmla="*/ 371 h 20"/>
                  <a:gd name="T10" fmla="*/ 283 w 18"/>
                  <a:gd name="T11" fmla="*/ 22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0">
                    <a:moveTo>
                      <a:pt x="18" y="12"/>
                    </a:moveTo>
                    <a:cubicBezTo>
                      <a:pt x="18" y="6"/>
                      <a:pt x="14" y="0"/>
                      <a:pt x="9" y="0"/>
                    </a:cubicBezTo>
                    <a:cubicBezTo>
                      <a:pt x="4" y="0"/>
                      <a:pt x="0" y="6"/>
                      <a:pt x="0" y="13"/>
                    </a:cubicBezTo>
                    <a:cubicBezTo>
                      <a:pt x="0" y="16"/>
                      <a:pt x="0" y="18"/>
                      <a:pt x="2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7" y="18"/>
                      <a:pt x="18" y="16"/>
                      <a:pt x="18" y="12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6" name="Freeform 83">
                <a:extLst>
                  <a:ext uri="{FF2B5EF4-FFF2-40B4-BE49-F238E27FC236}">
                    <a16:creationId xmlns:a16="http://schemas.microsoft.com/office/drawing/2014/main" id="{3004C228-0ADA-4221-B2A9-E24909199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3683"/>
                <a:ext cx="33" cy="42"/>
              </a:xfrm>
              <a:custGeom>
                <a:avLst/>
                <a:gdLst>
                  <a:gd name="T0" fmla="*/ 213 w 13"/>
                  <a:gd name="T1" fmla="*/ 165 h 16"/>
                  <a:gd name="T2" fmla="*/ 147 w 13"/>
                  <a:gd name="T3" fmla="*/ 0 h 16"/>
                  <a:gd name="T4" fmla="*/ 180 w 13"/>
                  <a:gd name="T5" fmla="*/ 110 h 16"/>
                  <a:gd name="T6" fmla="*/ 51 w 13"/>
                  <a:gd name="T7" fmla="*/ 268 h 16"/>
                  <a:gd name="T8" fmla="*/ 0 w 13"/>
                  <a:gd name="T9" fmla="*/ 255 h 16"/>
                  <a:gd name="T10" fmla="*/ 20 w 13"/>
                  <a:gd name="T11" fmla="*/ 289 h 16"/>
                  <a:gd name="T12" fmla="*/ 180 w 13"/>
                  <a:gd name="T13" fmla="*/ 289 h 16"/>
                  <a:gd name="T14" fmla="*/ 213 w 13"/>
                  <a:gd name="T15" fmla="*/ 16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13" y="9"/>
                    </a:moveTo>
                    <a:cubicBezTo>
                      <a:pt x="13" y="5"/>
                      <a:pt x="12" y="1"/>
                      <a:pt x="9" y="0"/>
                    </a:cubicBezTo>
                    <a:cubicBezTo>
                      <a:pt x="10" y="1"/>
                      <a:pt x="11" y="3"/>
                      <a:pt x="11" y="6"/>
                    </a:cubicBezTo>
                    <a:cubicBezTo>
                      <a:pt x="11" y="11"/>
                      <a:pt x="7" y="15"/>
                      <a:pt x="3" y="15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0" y="15"/>
                      <a:pt x="1" y="16"/>
                      <a:pt x="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5"/>
                      <a:pt x="13" y="12"/>
                      <a:pt x="13" y="9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7" name="Freeform 84">
                <a:extLst>
                  <a:ext uri="{FF2B5EF4-FFF2-40B4-BE49-F238E27FC236}">
                    <a16:creationId xmlns:a16="http://schemas.microsoft.com/office/drawing/2014/main" id="{6B62FB08-EBA9-4314-B13E-BFB1FA750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3667"/>
                <a:ext cx="50" cy="58"/>
              </a:xfrm>
              <a:custGeom>
                <a:avLst/>
                <a:gdLst>
                  <a:gd name="T0" fmla="*/ 300 w 20"/>
                  <a:gd name="T1" fmla="*/ 221 h 22"/>
                  <a:gd name="T2" fmla="*/ 145 w 20"/>
                  <a:gd name="T3" fmla="*/ 0 h 22"/>
                  <a:gd name="T4" fmla="*/ 20 w 20"/>
                  <a:gd name="T5" fmla="*/ 237 h 22"/>
                  <a:gd name="T6" fmla="*/ 83 w 20"/>
                  <a:gd name="T7" fmla="*/ 403 h 22"/>
                  <a:gd name="T8" fmla="*/ 250 w 20"/>
                  <a:gd name="T9" fmla="*/ 403 h 22"/>
                  <a:gd name="T10" fmla="*/ 300 w 20"/>
                  <a:gd name="T11" fmla="*/ 221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2">
                    <a:moveTo>
                      <a:pt x="19" y="12"/>
                    </a:moveTo>
                    <a:cubicBezTo>
                      <a:pt x="19" y="5"/>
                      <a:pt x="14" y="0"/>
                      <a:pt x="9" y="0"/>
                    </a:cubicBezTo>
                    <a:cubicBezTo>
                      <a:pt x="4" y="1"/>
                      <a:pt x="0" y="7"/>
                      <a:pt x="1" y="13"/>
                    </a:cubicBezTo>
                    <a:cubicBezTo>
                      <a:pt x="2" y="17"/>
                      <a:pt x="3" y="20"/>
                      <a:pt x="5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0"/>
                      <a:pt x="20" y="16"/>
                      <a:pt x="19" y="12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8" name="Freeform 85">
                <a:extLst>
                  <a:ext uri="{FF2B5EF4-FFF2-40B4-BE49-F238E27FC236}">
                    <a16:creationId xmlns:a16="http://schemas.microsoft.com/office/drawing/2014/main" id="{3BB7A015-AAB3-4D1F-B907-8E8CB939B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677"/>
                <a:ext cx="32" cy="48"/>
              </a:xfrm>
              <a:custGeom>
                <a:avLst/>
                <a:gdLst>
                  <a:gd name="T0" fmla="*/ 194 w 13"/>
                  <a:gd name="T1" fmla="*/ 149 h 18"/>
                  <a:gd name="T2" fmla="*/ 121 w 13"/>
                  <a:gd name="T3" fmla="*/ 0 h 18"/>
                  <a:gd name="T4" fmla="*/ 153 w 13"/>
                  <a:gd name="T5" fmla="*/ 93 h 18"/>
                  <a:gd name="T6" fmla="*/ 42 w 13"/>
                  <a:gd name="T7" fmla="*/ 307 h 18"/>
                  <a:gd name="T8" fmla="*/ 0 w 13"/>
                  <a:gd name="T9" fmla="*/ 285 h 18"/>
                  <a:gd name="T10" fmla="*/ 74 w 13"/>
                  <a:gd name="T11" fmla="*/ 341 h 18"/>
                  <a:gd name="T12" fmla="*/ 103 w 13"/>
                  <a:gd name="T13" fmla="*/ 341 h 18"/>
                  <a:gd name="T14" fmla="*/ 194 w 13"/>
                  <a:gd name="T15" fmla="*/ 149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8">
                    <a:moveTo>
                      <a:pt x="13" y="8"/>
                    </a:moveTo>
                    <a:cubicBezTo>
                      <a:pt x="12" y="4"/>
                      <a:pt x="10" y="1"/>
                      <a:pt x="8" y="0"/>
                    </a:cubicBezTo>
                    <a:cubicBezTo>
                      <a:pt x="9" y="1"/>
                      <a:pt x="10" y="3"/>
                      <a:pt x="10" y="5"/>
                    </a:cubicBezTo>
                    <a:cubicBezTo>
                      <a:pt x="10" y="10"/>
                      <a:pt x="8" y="15"/>
                      <a:pt x="3" y="16"/>
                    </a:cubicBezTo>
                    <a:cubicBezTo>
                      <a:pt x="2" y="16"/>
                      <a:pt x="1" y="16"/>
                      <a:pt x="0" y="15"/>
                    </a:cubicBezTo>
                    <a:cubicBezTo>
                      <a:pt x="1" y="17"/>
                      <a:pt x="3" y="18"/>
                      <a:pt x="5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1" y="18"/>
                      <a:pt x="13" y="13"/>
                      <a:pt x="13" y="8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9" name="Freeform 86">
                <a:extLst>
                  <a:ext uri="{FF2B5EF4-FFF2-40B4-BE49-F238E27FC236}">
                    <a16:creationId xmlns:a16="http://schemas.microsoft.com/office/drawing/2014/main" id="{39E5C024-FF1D-4507-AE97-079A3BD6C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685"/>
                <a:ext cx="27" cy="35"/>
              </a:xfrm>
              <a:custGeom>
                <a:avLst/>
                <a:gdLst>
                  <a:gd name="T0" fmla="*/ 91 w 11"/>
                  <a:gd name="T1" fmla="*/ 253 h 13"/>
                  <a:gd name="T2" fmla="*/ 150 w 11"/>
                  <a:gd name="T3" fmla="*/ 94 h 13"/>
                  <a:gd name="T4" fmla="*/ 150 w 11"/>
                  <a:gd name="T5" fmla="*/ 81 h 13"/>
                  <a:gd name="T6" fmla="*/ 42 w 11"/>
                  <a:gd name="T7" fmla="*/ 0 h 13"/>
                  <a:gd name="T8" fmla="*/ 0 w 11"/>
                  <a:gd name="T9" fmla="*/ 137 h 13"/>
                  <a:gd name="T10" fmla="*/ 91 w 11"/>
                  <a:gd name="T11" fmla="*/ 25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3">
                    <a:moveTo>
                      <a:pt x="6" y="13"/>
                    </a:moveTo>
                    <a:cubicBezTo>
                      <a:pt x="9" y="12"/>
                      <a:pt x="11" y="9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8" y="3"/>
                      <a:pt x="6" y="1"/>
                      <a:pt x="3" y="0"/>
                    </a:cubicBezTo>
                    <a:cubicBezTo>
                      <a:pt x="1" y="1"/>
                      <a:pt x="0" y="3"/>
                      <a:pt x="0" y="7"/>
                    </a:cubicBezTo>
                    <a:cubicBezTo>
                      <a:pt x="1" y="10"/>
                      <a:pt x="3" y="13"/>
                      <a:pt x="6" y="13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0" name="Freeform 87">
                <a:extLst>
                  <a:ext uri="{FF2B5EF4-FFF2-40B4-BE49-F238E27FC236}">
                    <a16:creationId xmlns:a16="http://schemas.microsoft.com/office/drawing/2014/main" id="{108B6835-02F3-4342-8AAB-C7DEBD6F5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691"/>
                <a:ext cx="18" cy="26"/>
              </a:xfrm>
              <a:custGeom>
                <a:avLst/>
                <a:gdLst>
                  <a:gd name="T0" fmla="*/ 54 w 7"/>
                  <a:gd name="T1" fmla="*/ 177 h 10"/>
                  <a:gd name="T2" fmla="*/ 118 w 7"/>
                  <a:gd name="T3" fmla="*/ 68 h 10"/>
                  <a:gd name="T4" fmla="*/ 100 w 7"/>
                  <a:gd name="T5" fmla="*/ 21 h 10"/>
                  <a:gd name="T6" fmla="*/ 85 w 7"/>
                  <a:gd name="T7" fmla="*/ 0 h 10"/>
                  <a:gd name="T8" fmla="*/ 85 w 7"/>
                  <a:gd name="T9" fmla="*/ 34 h 10"/>
                  <a:gd name="T10" fmla="*/ 21 w 7"/>
                  <a:gd name="T11" fmla="*/ 143 h 10"/>
                  <a:gd name="T12" fmla="*/ 0 w 7"/>
                  <a:gd name="T13" fmla="*/ 143 h 10"/>
                  <a:gd name="T14" fmla="*/ 54 w 7"/>
                  <a:gd name="T15" fmla="*/ 177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10">
                    <a:moveTo>
                      <a:pt x="3" y="10"/>
                    </a:moveTo>
                    <a:cubicBezTo>
                      <a:pt x="5" y="9"/>
                      <a:pt x="7" y="7"/>
                      <a:pt x="7" y="4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6" y="1"/>
                      <a:pt x="5" y="1"/>
                      <a:pt x="5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5"/>
                      <a:pt x="4" y="8"/>
                      <a:pt x="1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0" y="9"/>
                      <a:pt x="2" y="10"/>
                      <a:pt x="3" y="1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1" name="Freeform 88">
                <a:extLst>
                  <a:ext uri="{FF2B5EF4-FFF2-40B4-BE49-F238E27FC236}">
                    <a16:creationId xmlns:a16="http://schemas.microsoft.com/office/drawing/2014/main" id="{B411FD4F-8ED2-4DDF-84C7-EA4DFB3BC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691"/>
                <a:ext cx="27" cy="34"/>
              </a:xfrm>
              <a:custGeom>
                <a:avLst/>
                <a:gdLst>
                  <a:gd name="T0" fmla="*/ 0 w 11"/>
                  <a:gd name="T1" fmla="*/ 144 h 13"/>
                  <a:gd name="T2" fmla="*/ 42 w 11"/>
                  <a:gd name="T3" fmla="*/ 212 h 13"/>
                  <a:gd name="T4" fmla="*/ 150 w 11"/>
                  <a:gd name="T5" fmla="*/ 123 h 13"/>
                  <a:gd name="T6" fmla="*/ 120 w 11"/>
                  <a:gd name="T7" fmla="*/ 0 h 13"/>
                  <a:gd name="T8" fmla="*/ 0 w 11"/>
                  <a:gd name="T9" fmla="*/ 14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0" y="8"/>
                    </a:moveTo>
                    <a:cubicBezTo>
                      <a:pt x="0" y="10"/>
                      <a:pt x="2" y="12"/>
                      <a:pt x="3" y="12"/>
                    </a:cubicBezTo>
                    <a:cubicBezTo>
                      <a:pt x="6" y="13"/>
                      <a:pt x="9" y="11"/>
                      <a:pt x="10" y="7"/>
                    </a:cubicBezTo>
                    <a:cubicBezTo>
                      <a:pt x="11" y="4"/>
                      <a:pt x="10" y="1"/>
                      <a:pt x="8" y="0"/>
                    </a:cubicBezTo>
                    <a:cubicBezTo>
                      <a:pt x="6" y="2"/>
                      <a:pt x="3" y="5"/>
                      <a:pt x="0" y="8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2" name="Freeform 89">
                <a:extLst>
                  <a:ext uri="{FF2B5EF4-FFF2-40B4-BE49-F238E27FC236}">
                    <a16:creationId xmlns:a16="http://schemas.microsoft.com/office/drawing/2014/main" id="{B10F21A9-259F-44F1-A163-960AC8193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693"/>
                <a:ext cx="23" cy="30"/>
              </a:xfrm>
              <a:custGeom>
                <a:avLst/>
                <a:gdLst>
                  <a:gd name="T0" fmla="*/ 130 w 9"/>
                  <a:gd name="T1" fmla="*/ 0 h 11"/>
                  <a:gd name="T2" fmla="*/ 118 w 9"/>
                  <a:gd name="T3" fmla="*/ 82 h 11"/>
                  <a:gd name="T4" fmla="*/ 33 w 9"/>
                  <a:gd name="T5" fmla="*/ 164 h 11"/>
                  <a:gd name="T6" fmla="*/ 0 w 9"/>
                  <a:gd name="T7" fmla="*/ 142 h 11"/>
                  <a:gd name="T8" fmla="*/ 51 w 9"/>
                  <a:gd name="T9" fmla="*/ 202 h 11"/>
                  <a:gd name="T10" fmla="*/ 130 w 9"/>
                  <a:gd name="T11" fmla="*/ 120 h 11"/>
                  <a:gd name="T12" fmla="*/ 130 w 9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8" y="0"/>
                    </a:moveTo>
                    <a:cubicBezTo>
                      <a:pt x="8" y="1"/>
                      <a:pt x="8" y="3"/>
                      <a:pt x="7" y="4"/>
                    </a:cubicBezTo>
                    <a:cubicBezTo>
                      <a:pt x="6" y="7"/>
                      <a:pt x="4" y="8"/>
                      <a:pt x="2" y="8"/>
                    </a:cubicBezTo>
                    <a:cubicBezTo>
                      <a:pt x="1" y="8"/>
                      <a:pt x="1" y="7"/>
                      <a:pt x="0" y="7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5" y="11"/>
                      <a:pt x="7" y="9"/>
                      <a:pt x="8" y="6"/>
                    </a:cubicBezTo>
                    <a:cubicBezTo>
                      <a:pt x="9" y="4"/>
                      <a:pt x="9" y="2"/>
                      <a:pt x="8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3" name="Freeform 90">
                <a:extLst>
                  <a:ext uri="{FF2B5EF4-FFF2-40B4-BE49-F238E27FC236}">
                    <a16:creationId xmlns:a16="http://schemas.microsoft.com/office/drawing/2014/main" id="{55A0C88F-8239-4404-B11C-6C8BB3AF0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659"/>
                <a:ext cx="578" cy="1066"/>
              </a:xfrm>
              <a:custGeom>
                <a:avLst/>
                <a:gdLst>
                  <a:gd name="T0" fmla="*/ 3618 w 231"/>
                  <a:gd name="T1" fmla="*/ 7571 h 400"/>
                  <a:gd name="T2" fmla="*/ 2913 w 231"/>
                  <a:gd name="T3" fmla="*/ 2329 h 400"/>
                  <a:gd name="T4" fmla="*/ 1459 w 231"/>
                  <a:gd name="T5" fmla="*/ 0 h 400"/>
                  <a:gd name="T6" fmla="*/ 425 w 231"/>
                  <a:gd name="T7" fmla="*/ 1476 h 400"/>
                  <a:gd name="T8" fmla="*/ 470 w 231"/>
                  <a:gd name="T9" fmla="*/ 1876 h 400"/>
                  <a:gd name="T10" fmla="*/ 363 w 231"/>
                  <a:gd name="T11" fmla="*/ 2457 h 400"/>
                  <a:gd name="T12" fmla="*/ 313 w 231"/>
                  <a:gd name="T13" fmla="*/ 3558 h 400"/>
                  <a:gd name="T14" fmla="*/ 145 w 231"/>
                  <a:gd name="T15" fmla="*/ 3614 h 400"/>
                  <a:gd name="T16" fmla="*/ 33 w 231"/>
                  <a:gd name="T17" fmla="*/ 7571 h 400"/>
                  <a:gd name="T18" fmla="*/ 145 w 231"/>
                  <a:gd name="T19" fmla="*/ 7571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1" h="400">
                    <a:moveTo>
                      <a:pt x="231" y="400"/>
                    </a:moveTo>
                    <a:cubicBezTo>
                      <a:pt x="218" y="331"/>
                      <a:pt x="203" y="200"/>
                      <a:pt x="186" y="123"/>
                    </a:cubicBezTo>
                    <a:cubicBezTo>
                      <a:pt x="168" y="41"/>
                      <a:pt x="132" y="0"/>
                      <a:pt x="93" y="0"/>
                    </a:cubicBezTo>
                    <a:cubicBezTo>
                      <a:pt x="63" y="0"/>
                      <a:pt x="40" y="33"/>
                      <a:pt x="27" y="78"/>
                    </a:cubicBezTo>
                    <a:cubicBezTo>
                      <a:pt x="26" y="81"/>
                      <a:pt x="30" y="91"/>
                      <a:pt x="30" y="99"/>
                    </a:cubicBezTo>
                    <a:cubicBezTo>
                      <a:pt x="30" y="109"/>
                      <a:pt x="27" y="119"/>
                      <a:pt x="23" y="130"/>
                    </a:cubicBezTo>
                    <a:cubicBezTo>
                      <a:pt x="17" y="146"/>
                      <a:pt x="22" y="170"/>
                      <a:pt x="20" y="188"/>
                    </a:cubicBezTo>
                    <a:cubicBezTo>
                      <a:pt x="19" y="195"/>
                      <a:pt x="10" y="184"/>
                      <a:pt x="9" y="191"/>
                    </a:cubicBezTo>
                    <a:cubicBezTo>
                      <a:pt x="0" y="293"/>
                      <a:pt x="2" y="400"/>
                      <a:pt x="2" y="400"/>
                    </a:cubicBezTo>
                    <a:cubicBezTo>
                      <a:pt x="9" y="400"/>
                      <a:pt x="9" y="400"/>
                      <a:pt x="9" y="40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4" name="Oval 91">
                <a:extLst>
                  <a:ext uri="{FF2B5EF4-FFF2-40B4-BE49-F238E27FC236}">
                    <a16:creationId xmlns:a16="http://schemas.microsoft.com/office/drawing/2014/main" id="{72EEF0A9-60F7-4BA8-8B2E-FA32672EC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253"/>
                <a:ext cx="430" cy="320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035" name="Oval 92">
                <a:extLst>
                  <a:ext uri="{FF2B5EF4-FFF2-40B4-BE49-F238E27FC236}">
                    <a16:creationId xmlns:a16="http://schemas.microsoft.com/office/drawing/2014/main" id="{A80445C2-8E40-4F1F-9BC5-7EF98B692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0" y="1301"/>
                <a:ext cx="340" cy="224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036" name="Freeform 93">
                <a:extLst>
                  <a:ext uri="{FF2B5EF4-FFF2-40B4-BE49-F238E27FC236}">
                    <a16:creationId xmlns:a16="http://schemas.microsoft.com/office/drawing/2014/main" id="{8525EC04-36DD-43E1-A67C-41A414249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403"/>
                <a:ext cx="550" cy="2058"/>
              </a:xfrm>
              <a:custGeom>
                <a:avLst/>
                <a:gdLst>
                  <a:gd name="T0" fmla="*/ 3395 w 220"/>
                  <a:gd name="T1" fmla="*/ 3071 h 772"/>
                  <a:gd name="T2" fmla="*/ 3375 w 220"/>
                  <a:gd name="T3" fmla="*/ 0 h 772"/>
                  <a:gd name="T4" fmla="*/ 3375 w 220"/>
                  <a:gd name="T5" fmla="*/ 77 h 772"/>
                  <a:gd name="T6" fmla="*/ 2033 w 220"/>
                  <a:gd name="T7" fmla="*/ 1216 h 772"/>
                  <a:gd name="T8" fmla="*/ 688 w 220"/>
                  <a:gd name="T9" fmla="*/ 115 h 772"/>
                  <a:gd name="T10" fmla="*/ 688 w 220"/>
                  <a:gd name="T11" fmla="*/ 115 h 772"/>
                  <a:gd name="T12" fmla="*/ 125 w 220"/>
                  <a:gd name="T13" fmla="*/ 12671 h 772"/>
                  <a:gd name="T14" fmla="*/ 83 w 220"/>
                  <a:gd name="T15" fmla="*/ 13830 h 772"/>
                  <a:gd name="T16" fmla="*/ 1363 w 220"/>
                  <a:gd name="T17" fmla="*/ 14625 h 772"/>
                  <a:gd name="T18" fmla="*/ 2708 w 220"/>
                  <a:gd name="T19" fmla="*/ 13489 h 772"/>
                  <a:gd name="T20" fmla="*/ 2750 w 220"/>
                  <a:gd name="T21" fmla="*/ 13204 h 772"/>
                  <a:gd name="T22" fmla="*/ 3363 w 220"/>
                  <a:gd name="T23" fmla="*/ 4129 h 7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0" h="772">
                    <a:moveTo>
                      <a:pt x="217" y="162"/>
                    </a:moveTo>
                    <a:cubicBezTo>
                      <a:pt x="220" y="85"/>
                      <a:pt x="219" y="24"/>
                      <a:pt x="216" y="0"/>
                    </a:cubicBezTo>
                    <a:cubicBezTo>
                      <a:pt x="216" y="1"/>
                      <a:pt x="216" y="3"/>
                      <a:pt x="216" y="4"/>
                    </a:cubicBezTo>
                    <a:cubicBezTo>
                      <a:pt x="216" y="38"/>
                      <a:pt x="178" y="64"/>
                      <a:pt x="130" y="64"/>
                    </a:cubicBezTo>
                    <a:cubicBezTo>
                      <a:pt x="84" y="64"/>
                      <a:pt x="46" y="38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53" y="77"/>
                      <a:pt x="33" y="488"/>
                      <a:pt x="8" y="669"/>
                    </a:cubicBezTo>
                    <a:cubicBezTo>
                      <a:pt x="6" y="682"/>
                      <a:pt x="0" y="712"/>
                      <a:pt x="5" y="730"/>
                    </a:cubicBezTo>
                    <a:cubicBezTo>
                      <a:pt x="16" y="754"/>
                      <a:pt x="48" y="772"/>
                      <a:pt x="87" y="772"/>
                    </a:cubicBezTo>
                    <a:cubicBezTo>
                      <a:pt x="135" y="772"/>
                      <a:pt x="168" y="749"/>
                      <a:pt x="173" y="712"/>
                    </a:cubicBezTo>
                    <a:cubicBezTo>
                      <a:pt x="174" y="709"/>
                      <a:pt x="176" y="697"/>
                      <a:pt x="176" y="697"/>
                    </a:cubicBezTo>
                    <a:cubicBezTo>
                      <a:pt x="193" y="602"/>
                      <a:pt x="209" y="387"/>
                      <a:pt x="215" y="2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7" name="Oval 94">
                <a:extLst>
                  <a:ext uri="{FF2B5EF4-FFF2-40B4-BE49-F238E27FC236}">
                    <a16:creationId xmlns:a16="http://schemas.microsoft.com/office/drawing/2014/main" id="{BAA1E64C-E8F7-476B-B702-6ED9A078D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3" y="1253"/>
                <a:ext cx="430" cy="320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038" name="Oval 95">
                <a:extLst>
                  <a:ext uri="{FF2B5EF4-FFF2-40B4-BE49-F238E27FC236}">
                    <a16:creationId xmlns:a16="http://schemas.microsoft.com/office/drawing/2014/main" id="{1DF3718E-5C18-4619-968A-60AAC795B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1301"/>
                <a:ext cx="340" cy="224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039" name="Freeform 96">
                <a:extLst>
                  <a:ext uri="{FF2B5EF4-FFF2-40B4-BE49-F238E27FC236}">
                    <a16:creationId xmlns:a16="http://schemas.microsoft.com/office/drawing/2014/main" id="{C52AA322-AAED-46A2-97FC-CF1F5450B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416"/>
                <a:ext cx="1978" cy="2045"/>
              </a:xfrm>
              <a:custGeom>
                <a:avLst/>
                <a:gdLst>
                  <a:gd name="T0" fmla="*/ 5284 w 791"/>
                  <a:gd name="T1" fmla="*/ 9817 h 767"/>
                  <a:gd name="T2" fmla="*/ 8222 w 791"/>
                  <a:gd name="T3" fmla="*/ 5764 h 767"/>
                  <a:gd name="T4" fmla="*/ 8930 w 791"/>
                  <a:gd name="T5" fmla="*/ 5061 h 767"/>
                  <a:gd name="T6" fmla="*/ 9335 w 791"/>
                  <a:gd name="T7" fmla="*/ 4855 h 767"/>
                  <a:gd name="T8" fmla="*/ 9460 w 791"/>
                  <a:gd name="T9" fmla="*/ 5175 h 767"/>
                  <a:gd name="T10" fmla="*/ 9647 w 791"/>
                  <a:gd name="T11" fmla="*/ 13478 h 767"/>
                  <a:gd name="T12" fmla="*/ 10993 w 791"/>
                  <a:gd name="T13" fmla="*/ 14536 h 767"/>
                  <a:gd name="T14" fmla="*/ 12318 w 791"/>
                  <a:gd name="T15" fmla="*/ 13400 h 767"/>
                  <a:gd name="T16" fmla="*/ 12213 w 791"/>
                  <a:gd name="T17" fmla="*/ 21 h 767"/>
                  <a:gd name="T18" fmla="*/ 12213 w 791"/>
                  <a:gd name="T19" fmla="*/ 0 h 767"/>
                  <a:gd name="T20" fmla="*/ 10868 w 791"/>
                  <a:gd name="T21" fmla="*/ 1117 h 767"/>
                  <a:gd name="T22" fmla="*/ 9522 w 791"/>
                  <a:gd name="T23" fmla="*/ 21 h 767"/>
                  <a:gd name="T24" fmla="*/ 9522 w 791"/>
                  <a:gd name="T25" fmla="*/ 21 h 767"/>
                  <a:gd name="T26" fmla="*/ 9460 w 791"/>
                  <a:gd name="T27" fmla="*/ 3391 h 767"/>
                  <a:gd name="T28" fmla="*/ 9460 w 791"/>
                  <a:gd name="T29" fmla="*/ 3391 h 767"/>
                  <a:gd name="T30" fmla="*/ 8942 w 791"/>
                  <a:gd name="T31" fmla="*/ 3959 h 767"/>
                  <a:gd name="T32" fmla="*/ 4364 w 791"/>
                  <a:gd name="T33" fmla="*/ 4343 h 767"/>
                  <a:gd name="T34" fmla="*/ 500 w 791"/>
                  <a:gd name="T35" fmla="*/ 3034 h 767"/>
                  <a:gd name="T36" fmla="*/ 113 w 791"/>
                  <a:gd name="T37" fmla="*/ 3263 h 767"/>
                  <a:gd name="T38" fmla="*/ 175 w 791"/>
                  <a:gd name="T39" fmla="*/ 3925 h 767"/>
                  <a:gd name="T40" fmla="*/ 4301 w 791"/>
                  <a:gd name="T41" fmla="*/ 5324 h 767"/>
                  <a:gd name="T42" fmla="*/ 8117 w 791"/>
                  <a:gd name="T43" fmla="*/ 5175 h 767"/>
                  <a:gd name="T44" fmla="*/ 8130 w 791"/>
                  <a:gd name="T45" fmla="*/ 5252 h 767"/>
                  <a:gd name="T46" fmla="*/ 7972 w 791"/>
                  <a:gd name="T47" fmla="*/ 5423 h 767"/>
                  <a:gd name="T48" fmla="*/ 5096 w 791"/>
                  <a:gd name="T49" fmla="*/ 9476 h 76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91" h="767">
                    <a:moveTo>
                      <a:pt x="338" y="518"/>
                    </a:moveTo>
                    <a:cubicBezTo>
                      <a:pt x="419" y="461"/>
                      <a:pt x="482" y="344"/>
                      <a:pt x="526" y="304"/>
                    </a:cubicBezTo>
                    <a:cubicBezTo>
                      <a:pt x="543" y="289"/>
                      <a:pt x="558" y="275"/>
                      <a:pt x="571" y="267"/>
                    </a:cubicBezTo>
                    <a:cubicBezTo>
                      <a:pt x="585" y="258"/>
                      <a:pt x="595" y="256"/>
                      <a:pt x="597" y="256"/>
                    </a:cubicBezTo>
                    <a:cubicBezTo>
                      <a:pt x="602" y="256"/>
                      <a:pt x="605" y="260"/>
                      <a:pt x="605" y="273"/>
                    </a:cubicBezTo>
                    <a:cubicBezTo>
                      <a:pt x="606" y="439"/>
                      <a:pt x="610" y="630"/>
                      <a:pt x="617" y="711"/>
                    </a:cubicBezTo>
                    <a:cubicBezTo>
                      <a:pt x="617" y="744"/>
                      <a:pt x="655" y="767"/>
                      <a:pt x="703" y="767"/>
                    </a:cubicBezTo>
                    <a:cubicBezTo>
                      <a:pt x="750" y="767"/>
                      <a:pt x="791" y="737"/>
                      <a:pt x="788" y="707"/>
                    </a:cubicBezTo>
                    <a:cubicBezTo>
                      <a:pt x="777" y="554"/>
                      <a:pt x="774" y="73"/>
                      <a:pt x="781" y="1"/>
                    </a:cubicBezTo>
                    <a:cubicBezTo>
                      <a:pt x="781" y="0"/>
                      <a:pt x="781" y="0"/>
                      <a:pt x="781" y="0"/>
                    </a:cubicBezTo>
                    <a:cubicBezTo>
                      <a:pt x="780" y="33"/>
                      <a:pt x="742" y="59"/>
                      <a:pt x="695" y="59"/>
                    </a:cubicBezTo>
                    <a:cubicBezTo>
                      <a:pt x="648" y="59"/>
                      <a:pt x="610" y="33"/>
                      <a:pt x="609" y="1"/>
                    </a:cubicBezTo>
                    <a:cubicBezTo>
                      <a:pt x="609" y="1"/>
                      <a:pt x="609" y="1"/>
                      <a:pt x="609" y="1"/>
                    </a:cubicBezTo>
                    <a:cubicBezTo>
                      <a:pt x="607" y="25"/>
                      <a:pt x="605" y="93"/>
                      <a:pt x="605" y="179"/>
                    </a:cubicBezTo>
                    <a:cubicBezTo>
                      <a:pt x="605" y="179"/>
                      <a:pt x="605" y="179"/>
                      <a:pt x="605" y="179"/>
                    </a:cubicBezTo>
                    <a:cubicBezTo>
                      <a:pt x="604" y="197"/>
                      <a:pt x="586" y="204"/>
                      <a:pt x="572" y="209"/>
                    </a:cubicBezTo>
                    <a:cubicBezTo>
                      <a:pt x="507" y="228"/>
                      <a:pt x="391" y="236"/>
                      <a:pt x="279" y="229"/>
                    </a:cubicBezTo>
                    <a:cubicBezTo>
                      <a:pt x="207" y="225"/>
                      <a:pt x="100" y="201"/>
                      <a:pt x="32" y="160"/>
                    </a:cubicBezTo>
                    <a:cubicBezTo>
                      <a:pt x="24" y="157"/>
                      <a:pt x="14" y="163"/>
                      <a:pt x="7" y="172"/>
                    </a:cubicBezTo>
                    <a:cubicBezTo>
                      <a:pt x="0" y="180"/>
                      <a:pt x="1" y="198"/>
                      <a:pt x="11" y="207"/>
                    </a:cubicBezTo>
                    <a:cubicBezTo>
                      <a:pt x="90" y="253"/>
                      <a:pt x="203" y="277"/>
                      <a:pt x="275" y="281"/>
                    </a:cubicBezTo>
                    <a:cubicBezTo>
                      <a:pt x="354" y="286"/>
                      <a:pt x="445" y="284"/>
                      <a:pt x="519" y="273"/>
                    </a:cubicBezTo>
                    <a:cubicBezTo>
                      <a:pt x="522" y="272"/>
                      <a:pt x="525" y="273"/>
                      <a:pt x="520" y="277"/>
                    </a:cubicBezTo>
                    <a:cubicBezTo>
                      <a:pt x="517" y="280"/>
                      <a:pt x="514" y="283"/>
                      <a:pt x="510" y="286"/>
                    </a:cubicBezTo>
                    <a:cubicBezTo>
                      <a:pt x="465" y="327"/>
                      <a:pt x="404" y="446"/>
                      <a:pt x="326" y="50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0" name="Freeform 97">
                <a:extLst>
                  <a:ext uri="{FF2B5EF4-FFF2-40B4-BE49-F238E27FC236}">
                    <a16:creationId xmlns:a16="http://schemas.microsoft.com/office/drawing/2014/main" id="{6F8FBBF2-1820-48AA-942F-A3207108A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040"/>
                <a:ext cx="485" cy="819"/>
              </a:xfrm>
              <a:custGeom>
                <a:avLst/>
                <a:gdLst>
                  <a:gd name="T0" fmla="*/ 3033 w 194"/>
                  <a:gd name="T1" fmla="*/ 5394 h 307"/>
                  <a:gd name="T2" fmla="*/ 658 w 194"/>
                  <a:gd name="T3" fmla="*/ 2300 h 307"/>
                  <a:gd name="T4" fmla="*/ 375 w 194"/>
                  <a:gd name="T5" fmla="*/ 227 h 307"/>
                  <a:gd name="T6" fmla="*/ 0 w 194"/>
                  <a:gd name="T7" fmla="*/ 192 h 307"/>
                  <a:gd name="T8" fmla="*/ 2925 w 194"/>
                  <a:gd name="T9" fmla="*/ 5829 h 3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307">
                    <a:moveTo>
                      <a:pt x="194" y="284"/>
                    </a:moveTo>
                    <a:cubicBezTo>
                      <a:pt x="120" y="259"/>
                      <a:pt x="69" y="212"/>
                      <a:pt x="42" y="121"/>
                    </a:cubicBezTo>
                    <a:cubicBezTo>
                      <a:pt x="31" y="82"/>
                      <a:pt x="26" y="44"/>
                      <a:pt x="24" y="12"/>
                    </a:cubicBezTo>
                    <a:cubicBezTo>
                      <a:pt x="22" y="0"/>
                      <a:pt x="3" y="1"/>
                      <a:pt x="0" y="10"/>
                    </a:cubicBezTo>
                    <a:cubicBezTo>
                      <a:pt x="4" y="110"/>
                      <a:pt x="40" y="257"/>
                      <a:pt x="187" y="30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1" name="Freeform 98">
                <a:extLst>
                  <a:ext uri="{FF2B5EF4-FFF2-40B4-BE49-F238E27FC236}">
                    <a16:creationId xmlns:a16="http://schemas.microsoft.com/office/drawing/2014/main" id="{476BD9B7-C3FF-4F58-9217-AD325C1E5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3040"/>
                <a:ext cx="180" cy="235"/>
              </a:xfrm>
              <a:custGeom>
                <a:avLst/>
                <a:gdLst>
                  <a:gd name="T0" fmla="*/ 300 w 72"/>
                  <a:gd name="T1" fmla="*/ 56 h 88"/>
                  <a:gd name="T2" fmla="*/ 800 w 72"/>
                  <a:gd name="T3" fmla="*/ 21 h 88"/>
                  <a:gd name="T4" fmla="*/ 1125 w 72"/>
                  <a:gd name="T5" fmla="*/ 777 h 88"/>
                  <a:gd name="T6" fmla="*/ 875 w 72"/>
                  <a:gd name="T7" fmla="*/ 1597 h 88"/>
                  <a:gd name="T8" fmla="*/ 300 w 72"/>
                  <a:gd name="T9" fmla="*/ 1640 h 88"/>
                  <a:gd name="T10" fmla="*/ 0 w 72"/>
                  <a:gd name="T11" fmla="*/ 876 h 88"/>
                  <a:gd name="T12" fmla="*/ 300 w 72"/>
                  <a:gd name="T13" fmla="*/ 56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88">
                    <a:moveTo>
                      <a:pt x="19" y="3"/>
                    </a:moveTo>
                    <a:cubicBezTo>
                      <a:pt x="21" y="1"/>
                      <a:pt x="50" y="0"/>
                      <a:pt x="51" y="1"/>
                    </a:cubicBezTo>
                    <a:cubicBezTo>
                      <a:pt x="53" y="3"/>
                      <a:pt x="72" y="35"/>
                      <a:pt x="72" y="41"/>
                    </a:cubicBezTo>
                    <a:cubicBezTo>
                      <a:pt x="72" y="46"/>
                      <a:pt x="57" y="82"/>
                      <a:pt x="56" y="84"/>
                    </a:cubicBezTo>
                    <a:cubicBezTo>
                      <a:pt x="54" y="87"/>
                      <a:pt x="21" y="88"/>
                      <a:pt x="19" y="86"/>
                    </a:cubicBezTo>
                    <a:cubicBezTo>
                      <a:pt x="17" y="84"/>
                      <a:pt x="0" y="51"/>
                      <a:pt x="0" y="46"/>
                    </a:cubicBezTo>
                    <a:cubicBezTo>
                      <a:pt x="0" y="40"/>
                      <a:pt x="17" y="6"/>
                      <a:pt x="19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2" name="Freeform 99">
                <a:extLst>
                  <a:ext uri="{FF2B5EF4-FFF2-40B4-BE49-F238E27FC236}">
                    <a16:creationId xmlns:a16="http://schemas.microsoft.com/office/drawing/2014/main" id="{1A82BD9A-4620-4769-BE13-4AA312A74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3163"/>
                <a:ext cx="135" cy="224"/>
              </a:xfrm>
              <a:custGeom>
                <a:avLst/>
                <a:gdLst>
                  <a:gd name="T0" fmla="*/ 550 w 54"/>
                  <a:gd name="T1" fmla="*/ 0 h 84"/>
                  <a:gd name="T2" fmla="*/ 208 w 54"/>
                  <a:gd name="T3" fmla="*/ 56 h 84"/>
                  <a:gd name="T4" fmla="*/ 20 w 54"/>
                  <a:gd name="T5" fmla="*/ 853 h 84"/>
                  <a:gd name="T6" fmla="*/ 250 w 54"/>
                  <a:gd name="T7" fmla="*/ 1571 h 84"/>
                  <a:gd name="T8" fmla="*/ 675 w 54"/>
                  <a:gd name="T9" fmla="*/ 1536 h 84"/>
                  <a:gd name="T10" fmla="*/ 845 w 54"/>
                  <a:gd name="T11" fmla="*/ 760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84">
                    <a:moveTo>
                      <a:pt x="35" y="0"/>
                    </a:moveTo>
                    <a:cubicBezTo>
                      <a:pt x="27" y="0"/>
                      <a:pt x="13" y="3"/>
                      <a:pt x="13" y="3"/>
                    </a:cubicBezTo>
                    <a:cubicBezTo>
                      <a:pt x="13" y="3"/>
                      <a:pt x="3" y="33"/>
                      <a:pt x="1" y="45"/>
                    </a:cubicBezTo>
                    <a:cubicBezTo>
                      <a:pt x="0" y="57"/>
                      <a:pt x="16" y="83"/>
                      <a:pt x="16" y="83"/>
                    </a:cubicBezTo>
                    <a:cubicBezTo>
                      <a:pt x="16" y="83"/>
                      <a:pt x="39" y="84"/>
                      <a:pt x="43" y="81"/>
                    </a:cubicBezTo>
                    <a:cubicBezTo>
                      <a:pt x="48" y="79"/>
                      <a:pt x="54" y="40"/>
                      <a:pt x="54" y="4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3" name="Freeform 100">
                <a:extLst>
                  <a:ext uri="{FF2B5EF4-FFF2-40B4-BE49-F238E27FC236}">
                    <a16:creationId xmlns:a16="http://schemas.microsoft.com/office/drawing/2014/main" id="{01C797DB-47CD-4C7E-9231-9AC511197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947"/>
                <a:ext cx="133" cy="224"/>
              </a:xfrm>
              <a:custGeom>
                <a:avLst/>
                <a:gdLst>
                  <a:gd name="T0" fmla="*/ 188 w 53"/>
                  <a:gd name="T1" fmla="*/ 1592 h 84"/>
                  <a:gd name="T2" fmla="*/ 0 w 53"/>
                  <a:gd name="T3" fmla="*/ 931 h 84"/>
                  <a:gd name="T4" fmla="*/ 188 w 53"/>
                  <a:gd name="T5" fmla="*/ 149 h 84"/>
                  <a:gd name="T6" fmla="*/ 630 w 53"/>
                  <a:gd name="T7" fmla="*/ 77 h 84"/>
                  <a:gd name="T8" fmla="*/ 838 w 53"/>
                  <a:gd name="T9" fmla="*/ 717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84">
                    <a:moveTo>
                      <a:pt x="12" y="84"/>
                    </a:moveTo>
                    <a:cubicBezTo>
                      <a:pt x="12" y="84"/>
                      <a:pt x="1" y="64"/>
                      <a:pt x="0" y="49"/>
                    </a:cubicBezTo>
                    <a:cubicBezTo>
                      <a:pt x="0" y="33"/>
                      <a:pt x="9" y="16"/>
                      <a:pt x="12" y="8"/>
                    </a:cubicBezTo>
                    <a:cubicBezTo>
                      <a:pt x="15" y="0"/>
                      <a:pt x="38" y="0"/>
                      <a:pt x="40" y="4"/>
                    </a:cubicBezTo>
                    <a:cubicBezTo>
                      <a:pt x="42" y="8"/>
                      <a:pt x="53" y="38"/>
                      <a:pt x="53" y="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4" name="Freeform 101">
                <a:extLst>
                  <a:ext uri="{FF2B5EF4-FFF2-40B4-BE49-F238E27FC236}">
                    <a16:creationId xmlns:a16="http://schemas.microsoft.com/office/drawing/2014/main" id="{866DADAF-9617-405B-A6E1-F69B0302C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843"/>
                <a:ext cx="155" cy="200"/>
              </a:xfrm>
              <a:custGeom>
                <a:avLst/>
                <a:gdLst>
                  <a:gd name="T0" fmla="*/ 0 w 62"/>
                  <a:gd name="T1" fmla="*/ 776 h 75"/>
                  <a:gd name="T2" fmla="*/ 250 w 62"/>
                  <a:gd name="T3" fmla="*/ 93 h 75"/>
                  <a:gd name="T4" fmla="*/ 658 w 62"/>
                  <a:gd name="T5" fmla="*/ 56 h 75"/>
                  <a:gd name="T6" fmla="*/ 925 w 62"/>
                  <a:gd name="T7" fmla="*/ 683 h 75"/>
                  <a:gd name="T8" fmla="*/ 720 w 62"/>
                  <a:gd name="T9" fmla="*/ 1421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75">
                    <a:moveTo>
                      <a:pt x="0" y="41"/>
                    </a:moveTo>
                    <a:cubicBezTo>
                      <a:pt x="3" y="32"/>
                      <a:pt x="11" y="10"/>
                      <a:pt x="16" y="5"/>
                    </a:cubicBezTo>
                    <a:cubicBezTo>
                      <a:pt x="20" y="1"/>
                      <a:pt x="39" y="0"/>
                      <a:pt x="42" y="3"/>
                    </a:cubicBezTo>
                    <a:cubicBezTo>
                      <a:pt x="45" y="6"/>
                      <a:pt x="56" y="29"/>
                      <a:pt x="59" y="36"/>
                    </a:cubicBezTo>
                    <a:cubicBezTo>
                      <a:pt x="62" y="43"/>
                      <a:pt x="46" y="75"/>
                      <a:pt x="46" y="7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5" name="Freeform 102">
                <a:extLst>
                  <a:ext uri="{FF2B5EF4-FFF2-40B4-BE49-F238E27FC236}">
                    <a16:creationId xmlns:a16="http://schemas.microsoft.com/office/drawing/2014/main" id="{C66D6432-5D31-4106-8FD1-436A5D224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779"/>
                <a:ext cx="122" cy="176"/>
              </a:xfrm>
              <a:custGeom>
                <a:avLst/>
                <a:gdLst>
                  <a:gd name="T0" fmla="*/ 124 w 49"/>
                  <a:gd name="T1" fmla="*/ 1251 h 66"/>
                  <a:gd name="T2" fmla="*/ 30 w 49"/>
                  <a:gd name="T3" fmla="*/ 661 h 66"/>
                  <a:gd name="T4" fmla="*/ 217 w 49"/>
                  <a:gd name="T5" fmla="*/ 21 h 66"/>
                  <a:gd name="T6" fmla="*/ 570 w 49"/>
                  <a:gd name="T7" fmla="*/ 21 h 66"/>
                  <a:gd name="T8" fmla="*/ 757 w 49"/>
                  <a:gd name="T9" fmla="*/ 512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6">
                    <a:moveTo>
                      <a:pt x="8" y="66"/>
                    </a:moveTo>
                    <a:cubicBezTo>
                      <a:pt x="7" y="65"/>
                      <a:pt x="0" y="39"/>
                      <a:pt x="2" y="35"/>
                    </a:cubicBezTo>
                    <a:cubicBezTo>
                      <a:pt x="3" y="32"/>
                      <a:pt x="13" y="2"/>
                      <a:pt x="14" y="1"/>
                    </a:cubicBezTo>
                    <a:cubicBezTo>
                      <a:pt x="16" y="0"/>
                      <a:pt x="34" y="1"/>
                      <a:pt x="37" y="1"/>
                    </a:cubicBezTo>
                    <a:cubicBezTo>
                      <a:pt x="39" y="2"/>
                      <a:pt x="48" y="21"/>
                      <a:pt x="49" y="2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6" name="Freeform 103">
                <a:extLst>
                  <a:ext uri="{FF2B5EF4-FFF2-40B4-BE49-F238E27FC236}">
                    <a16:creationId xmlns:a16="http://schemas.microsoft.com/office/drawing/2014/main" id="{52AE5FB6-A118-48F0-9466-A05788D7E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869"/>
                <a:ext cx="22" cy="14"/>
              </a:xfrm>
              <a:custGeom>
                <a:avLst/>
                <a:gdLst>
                  <a:gd name="T0" fmla="*/ 132 w 9"/>
                  <a:gd name="T1" fmla="*/ 109 h 5"/>
                  <a:gd name="T2" fmla="*/ 0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9" y="5"/>
                      <a:pt x="1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7" name="Freeform 104">
                <a:extLst>
                  <a:ext uri="{FF2B5EF4-FFF2-40B4-BE49-F238E27FC236}">
                    <a16:creationId xmlns:a16="http://schemas.microsoft.com/office/drawing/2014/main" id="{DF87F010-A8EA-4BD9-9605-A61802E62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741"/>
                <a:ext cx="10" cy="40"/>
              </a:xfrm>
              <a:custGeom>
                <a:avLst/>
                <a:gdLst>
                  <a:gd name="T0" fmla="*/ 50 w 4"/>
                  <a:gd name="T1" fmla="*/ 285 h 15"/>
                  <a:gd name="T2" fmla="*/ 0 w 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3" y="15"/>
                    </a:moveTo>
                    <a:cubicBezTo>
                      <a:pt x="4" y="13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8" name="Freeform 105">
                <a:extLst>
                  <a:ext uri="{FF2B5EF4-FFF2-40B4-BE49-F238E27FC236}">
                    <a16:creationId xmlns:a16="http://schemas.microsoft.com/office/drawing/2014/main" id="{B374AB1C-5DE0-49B6-A6C5-216D70779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933"/>
                <a:ext cx="110" cy="219"/>
              </a:xfrm>
              <a:custGeom>
                <a:avLst/>
                <a:gdLst>
                  <a:gd name="T0" fmla="*/ 0 w 44"/>
                  <a:gd name="T1" fmla="*/ 35 h 82"/>
                  <a:gd name="T2" fmla="*/ 313 w 44"/>
                  <a:gd name="T3" fmla="*/ 21 h 82"/>
                  <a:gd name="T4" fmla="*/ 645 w 44"/>
                  <a:gd name="T5" fmla="*/ 684 h 82"/>
                  <a:gd name="T6" fmla="*/ 470 w 44"/>
                  <a:gd name="T7" fmla="*/ 1469 h 82"/>
                  <a:gd name="T8" fmla="*/ 113 w 44"/>
                  <a:gd name="T9" fmla="*/ 1541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82">
                    <a:moveTo>
                      <a:pt x="0" y="2"/>
                    </a:moveTo>
                    <a:cubicBezTo>
                      <a:pt x="6" y="0"/>
                      <a:pt x="18" y="0"/>
                      <a:pt x="20" y="1"/>
                    </a:cubicBezTo>
                    <a:cubicBezTo>
                      <a:pt x="22" y="2"/>
                      <a:pt x="38" y="28"/>
                      <a:pt x="41" y="36"/>
                    </a:cubicBezTo>
                    <a:cubicBezTo>
                      <a:pt x="44" y="43"/>
                      <a:pt x="33" y="73"/>
                      <a:pt x="30" y="77"/>
                    </a:cubicBezTo>
                    <a:cubicBezTo>
                      <a:pt x="27" y="82"/>
                      <a:pt x="7" y="81"/>
                      <a:pt x="7" y="8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9" name="Freeform 106">
                <a:extLst>
                  <a:ext uri="{FF2B5EF4-FFF2-40B4-BE49-F238E27FC236}">
                    <a16:creationId xmlns:a16="http://schemas.microsoft.com/office/drawing/2014/main" id="{1B765A4D-D4A1-4423-9072-5421A0DA6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144"/>
                <a:ext cx="142" cy="224"/>
              </a:xfrm>
              <a:custGeom>
                <a:avLst/>
                <a:gdLst>
                  <a:gd name="T0" fmla="*/ 590 w 57"/>
                  <a:gd name="T1" fmla="*/ 0 h 84"/>
                  <a:gd name="T2" fmla="*/ 869 w 57"/>
                  <a:gd name="T3" fmla="*/ 739 h 84"/>
                  <a:gd name="T4" fmla="*/ 695 w 57"/>
                  <a:gd name="T5" fmla="*/ 1515 h 84"/>
                  <a:gd name="T6" fmla="*/ 279 w 57"/>
                  <a:gd name="T7" fmla="*/ 1571 h 84"/>
                  <a:gd name="T8" fmla="*/ 0 w 57"/>
                  <a:gd name="T9" fmla="*/ 875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84">
                    <a:moveTo>
                      <a:pt x="38" y="0"/>
                    </a:moveTo>
                    <a:cubicBezTo>
                      <a:pt x="47" y="10"/>
                      <a:pt x="55" y="31"/>
                      <a:pt x="56" y="39"/>
                    </a:cubicBezTo>
                    <a:cubicBezTo>
                      <a:pt x="57" y="46"/>
                      <a:pt x="47" y="78"/>
                      <a:pt x="45" y="80"/>
                    </a:cubicBezTo>
                    <a:cubicBezTo>
                      <a:pt x="43" y="81"/>
                      <a:pt x="23" y="84"/>
                      <a:pt x="18" y="83"/>
                    </a:cubicBezTo>
                    <a:cubicBezTo>
                      <a:pt x="14" y="82"/>
                      <a:pt x="0" y="46"/>
                      <a:pt x="0" y="4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0" name="Freeform 107">
                <a:extLst>
                  <a:ext uri="{FF2B5EF4-FFF2-40B4-BE49-F238E27FC236}">
                    <a16:creationId xmlns:a16="http://schemas.microsoft.com/office/drawing/2014/main" id="{90B0865F-7D1A-40BC-8BC6-61FE4F071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3365"/>
                <a:ext cx="163" cy="131"/>
              </a:xfrm>
              <a:custGeom>
                <a:avLst/>
                <a:gdLst>
                  <a:gd name="T0" fmla="*/ 0 w 65"/>
                  <a:gd name="T1" fmla="*/ 94 h 49"/>
                  <a:gd name="T2" fmla="*/ 283 w 65"/>
                  <a:gd name="T3" fmla="*/ 858 h 49"/>
                  <a:gd name="T4" fmla="*/ 818 w 65"/>
                  <a:gd name="T5" fmla="*/ 880 h 49"/>
                  <a:gd name="T6" fmla="*/ 1006 w 65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49">
                    <a:moveTo>
                      <a:pt x="0" y="5"/>
                    </a:moveTo>
                    <a:cubicBezTo>
                      <a:pt x="3" y="14"/>
                      <a:pt x="15" y="41"/>
                      <a:pt x="18" y="45"/>
                    </a:cubicBezTo>
                    <a:cubicBezTo>
                      <a:pt x="22" y="49"/>
                      <a:pt x="48" y="48"/>
                      <a:pt x="52" y="46"/>
                    </a:cubicBezTo>
                    <a:cubicBezTo>
                      <a:pt x="56" y="44"/>
                      <a:pt x="65" y="2"/>
                      <a:pt x="6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1" name="Freeform 108">
                <a:extLst>
                  <a:ext uri="{FF2B5EF4-FFF2-40B4-BE49-F238E27FC236}">
                    <a16:creationId xmlns:a16="http://schemas.microsoft.com/office/drawing/2014/main" id="{C9822325-FA46-4810-A124-234479F22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288"/>
                <a:ext cx="10" cy="40"/>
              </a:xfrm>
              <a:custGeom>
                <a:avLst/>
                <a:gdLst>
                  <a:gd name="T0" fmla="*/ 0 w 4"/>
                  <a:gd name="T1" fmla="*/ 285 h 15"/>
                  <a:gd name="T2" fmla="*/ 63 w 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3"/>
                      <a:pt x="4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2" name="Freeform 109">
                <a:extLst>
                  <a:ext uri="{FF2B5EF4-FFF2-40B4-BE49-F238E27FC236}">
                    <a16:creationId xmlns:a16="http://schemas.microsoft.com/office/drawing/2014/main" id="{3F792F40-9577-434F-8FAC-5DEF6DB9B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384"/>
                <a:ext cx="100" cy="109"/>
              </a:xfrm>
              <a:custGeom>
                <a:avLst/>
                <a:gdLst>
                  <a:gd name="T0" fmla="*/ 625 w 40"/>
                  <a:gd name="T1" fmla="*/ 0 h 41"/>
                  <a:gd name="T2" fmla="*/ 470 w 40"/>
                  <a:gd name="T3" fmla="*/ 715 h 41"/>
                  <a:gd name="T4" fmla="*/ 83 w 40"/>
                  <a:gd name="T5" fmla="*/ 750 h 41"/>
                  <a:gd name="T6" fmla="*/ 0 w 40"/>
                  <a:gd name="T7" fmla="*/ 60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1">
                    <a:moveTo>
                      <a:pt x="40" y="0"/>
                    </a:moveTo>
                    <a:cubicBezTo>
                      <a:pt x="40" y="0"/>
                      <a:pt x="34" y="34"/>
                      <a:pt x="30" y="38"/>
                    </a:cubicBezTo>
                    <a:cubicBezTo>
                      <a:pt x="27" y="41"/>
                      <a:pt x="5" y="40"/>
                      <a:pt x="5" y="40"/>
                    </a:cubicBezTo>
                    <a:cubicBezTo>
                      <a:pt x="0" y="32"/>
                      <a:pt x="0" y="32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3" name="Freeform 110">
                <a:extLst>
                  <a:ext uri="{FF2B5EF4-FFF2-40B4-BE49-F238E27FC236}">
                    <a16:creationId xmlns:a16="http://schemas.microsoft.com/office/drawing/2014/main" id="{EADB87FC-328C-4897-9D02-DA9AEC7F3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485"/>
                <a:ext cx="142" cy="110"/>
              </a:xfrm>
              <a:custGeom>
                <a:avLst/>
                <a:gdLst>
                  <a:gd name="T0" fmla="*/ 30 w 57"/>
                  <a:gd name="T1" fmla="*/ 0 h 41"/>
                  <a:gd name="T2" fmla="*/ 249 w 57"/>
                  <a:gd name="T3" fmla="*/ 735 h 41"/>
                  <a:gd name="T4" fmla="*/ 695 w 57"/>
                  <a:gd name="T5" fmla="*/ 757 h 41"/>
                  <a:gd name="T6" fmla="*/ 882 w 5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41">
                    <a:moveTo>
                      <a:pt x="2" y="0"/>
                    </a:moveTo>
                    <a:cubicBezTo>
                      <a:pt x="0" y="5"/>
                      <a:pt x="13" y="36"/>
                      <a:pt x="16" y="38"/>
                    </a:cubicBezTo>
                    <a:cubicBezTo>
                      <a:pt x="19" y="41"/>
                      <a:pt x="41" y="40"/>
                      <a:pt x="45" y="39"/>
                    </a:cubicBezTo>
                    <a:cubicBezTo>
                      <a:pt x="49" y="37"/>
                      <a:pt x="57" y="0"/>
                      <a:pt x="5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4" name="Freeform 111">
                <a:extLst>
                  <a:ext uri="{FF2B5EF4-FFF2-40B4-BE49-F238E27FC236}">
                    <a16:creationId xmlns:a16="http://schemas.microsoft.com/office/drawing/2014/main" id="{2BD202FF-136C-4F72-934A-F715611A6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488"/>
                <a:ext cx="143" cy="219"/>
              </a:xfrm>
              <a:custGeom>
                <a:avLst/>
                <a:gdLst>
                  <a:gd name="T0" fmla="*/ 0 w 57"/>
                  <a:gd name="T1" fmla="*/ 705 h 82"/>
                  <a:gd name="T2" fmla="*/ 208 w 57"/>
                  <a:gd name="T3" fmla="*/ 1506 h 82"/>
                  <a:gd name="T4" fmla="*/ 725 w 57"/>
                  <a:gd name="T5" fmla="*/ 1506 h 82"/>
                  <a:gd name="T6" fmla="*/ 901 w 57"/>
                  <a:gd name="T7" fmla="*/ 721 h 82"/>
                  <a:gd name="T8" fmla="*/ 692 w 57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82">
                    <a:moveTo>
                      <a:pt x="0" y="37"/>
                    </a:moveTo>
                    <a:cubicBezTo>
                      <a:pt x="2" y="49"/>
                      <a:pt x="10" y="76"/>
                      <a:pt x="13" y="79"/>
                    </a:cubicBezTo>
                    <a:cubicBezTo>
                      <a:pt x="16" y="82"/>
                      <a:pt x="46" y="79"/>
                      <a:pt x="46" y="79"/>
                    </a:cubicBezTo>
                    <a:cubicBezTo>
                      <a:pt x="46" y="79"/>
                      <a:pt x="56" y="46"/>
                      <a:pt x="57" y="38"/>
                    </a:cubicBezTo>
                    <a:cubicBezTo>
                      <a:pt x="57" y="29"/>
                      <a:pt x="47" y="4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5" name="Freeform 112">
                <a:extLst>
                  <a:ext uri="{FF2B5EF4-FFF2-40B4-BE49-F238E27FC236}">
                    <a16:creationId xmlns:a16="http://schemas.microsoft.com/office/drawing/2014/main" id="{2287F8C8-9643-4C9A-8F7E-AACFFACDA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3357"/>
                <a:ext cx="112" cy="224"/>
              </a:xfrm>
              <a:custGeom>
                <a:avLst/>
                <a:gdLst>
                  <a:gd name="T0" fmla="*/ 416 w 45"/>
                  <a:gd name="T1" fmla="*/ 0 h 84"/>
                  <a:gd name="T2" fmla="*/ 694 w 45"/>
                  <a:gd name="T3" fmla="*/ 760 h 84"/>
                  <a:gd name="T4" fmla="*/ 446 w 45"/>
                  <a:gd name="T5" fmla="*/ 1501 h 84"/>
                  <a:gd name="T6" fmla="*/ 0 w 45"/>
                  <a:gd name="T7" fmla="*/ 1592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84">
                    <a:moveTo>
                      <a:pt x="27" y="0"/>
                    </a:moveTo>
                    <a:cubicBezTo>
                      <a:pt x="36" y="8"/>
                      <a:pt x="45" y="37"/>
                      <a:pt x="45" y="40"/>
                    </a:cubicBezTo>
                    <a:cubicBezTo>
                      <a:pt x="45" y="43"/>
                      <a:pt x="30" y="76"/>
                      <a:pt x="29" y="79"/>
                    </a:cubicBezTo>
                    <a:cubicBezTo>
                      <a:pt x="27" y="81"/>
                      <a:pt x="2" y="84"/>
                      <a:pt x="0" y="8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6" name="Freeform 113">
                <a:extLst>
                  <a:ext uri="{FF2B5EF4-FFF2-40B4-BE49-F238E27FC236}">
                    <a16:creationId xmlns:a16="http://schemas.microsoft.com/office/drawing/2014/main" id="{3086FE0F-B799-45D3-AE23-CA8346266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237"/>
                <a:ext cx="97" cy="235"/>
              </a:xfrm>
              <a:custGeom>
                <a:avLst/>
                <a:gdLst>
                  <a:gd name="T0" fmla="*/ 0 w 39"/>
                  <a:gd name="T1" fmla="*/ 77 h 88"/>
                  <a:gd name="T2" fmla="*/ 383 w 39"/>
                  <a:gd name="T3" fmla="*/ 56 h 88"/>
                  <a:gd name="T4" fmla="*/ 557 w 39"/>
                  <a:gd name="T5" fmla="*/ 876 h 88"/>
                  <a:gd name="T6" fmla="*/ 383 w 39"/>
                  <a:gd name="T7" fmla="*/ 1584 h 88"/>
                  <a:gd name="T8" fmla="*/ 104 w 39"/>
                  <a:gd name="T9" fmla="*/ 1618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88">
                    <a:moveTo>
                      <a:pt x="0" y="4"/>
                    </a:moveTo>
                    <a:cubicBezTo>
                      <a:pt x="1" y="1"/>
                      <a:pt x="22" y="0"/>
                      <a:pt x="25" y="3"/>
                    </a:cubicBezTo>
                    <a:cubicBezTo>
                      <a:pt x="31" y="9"/>
                      <a:pt x="34" y="31"/>
                      <a:pt x="36" y="46"/>
                    </a:cubicBezTo>
                    <a:cubicBezTo>
                      <a:pt x="39" y="61"/>
                      <a:pt x="30" y="79"/>
                      <a:pt x="25" y="83"/>
                    </a:cubicBezTo>
                    <a:cubicBezTo>
                      <a:pt x="20" y="88"/>
                      <a:pt x="7" y="85"/>
                      <a:pt x="7" y="8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7" name="Freeform 114">
                <a:extLst>
                  <a:ext uri="{FF2B5EF4-FFF2-40B4-BE49-F238E27FC236}">
                    <a16:creationId xmlns:a16="http://schemas.microsoft.com/office/drawing/2014/main" id="{A86D4421-357D-48AC-93E6-75CC7E119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3459"/>
                <a:ext cx="125" cy="218"/>
              </a:xfrm>
              <a:custGeom>
                <a:avLst/>
                <a:gdLst>
                  <a:gd name="T0" fmla="*/ 533 w 50"/>
                  <a:gd name="T1" fmla="*/ 0 h 82"/>
                  <a:gd name="T2" fmla="*/ 770 w 50"/>
                  <a:gd name="T3" fmla="*/ 750 h 82"/>
                  <a:gd name="T4" fmla="*/ 613 w 50"/>
                  <a:gd name="T5" fmla="*/ 1393 h 82"/>
                  <a:gd name="T6" fmla="*/ 188 w 50"/>
                  <a:gd name="T7" fmla="*/ 1393 h 82"/>
                  <a:gd name="T8" fmla="*/ 0 w 50"/>
                  <a:gd name="T9" fmla="*/ 771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82">
                    <a:moveTo>
                      <a:pt x="34" y="0"/>
                    </a:moveTo>
                    <a:cubicBezTo>
                      <a:pt x="42" y="11"/>
                      <a:pt x="50" y="33"/>
                      <a:pt x="49" y="40"/>
                    </a:cubicBezTo>
                    <a:cubicBezTo>
                      <a:pt x="49" y="47"/>
                      <a:pt x="42" y="68"/>
                      <a:pt x="39" y="74"/>
                    </a:cubicBezTo>
                    <a:cubicBezTo>
                      <a:pt x="35" y="80"/>
                      <a:pt x="16" y="82"/>
                      <a:pt x="12" y="74"/>
                    </a:cubicBezTo>
                    <a:cubicBezTo>
                      <a:pt x="7" y="64"/>
                      <a:pt x="2" y="56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8" name="Line 115">
                <a:extLst>
                  <a:ext uri="{FF2B5EF4-FFF2-40B4-BE49-F238E27FC236}">
                    <a16:creationId xmlns:a16="http://schemas.microsoft.com/office/drawing/2014/main" id="{563854A5-81FD-426D-8901-684E8A4987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48" y="3699"/>
                <a:ext cx="10" cy="2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9" name="Line 116">
                <a:extLst>
                  <a:ext uri="{FF2B5EF4-FFF2-40B4-BE49-F238E27FC236}">
                    <a16:creationId xmlns:a16="http://schemas.microsoft.com/office/drawing/2014/main" id="{59B712A0-907F-4793-B467-28F0AA920F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0" y="3699"/>
                <a:ext cx="13" cy="2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0" name="Line 117">
                <a:extLst>
                  <a:ext uri="{FF2B5EF4-FFF2-40B4-BE49-F238E27FC236}">
                    <a16:creationId xmlns:a16="http://schemas.microsoft.com/office/drawing/2014/main" id="{EF98AED4-E1F8-492C-99AA-4134E75FC6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058" y="3656"/>
                <a:ext cx="12" cy="6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1" name="Freeform 118">
                <a:extLst>
                  <a:ext uri="{FF2B5EF4-FFF2-40B4-BE49-F238E27FC236}">
                    <a16:creationId xmlns:a16="http://schemas.microsoft.com/office/drawing/2014/main" id="{ACD21FAE-0114-481D-91F4-6E5F73FB8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656"/>
                <a:ext cx="37" cy="69"/>
              </a:xfrm>
              <a:custGeom>
                <a:avLst/>
                <a:gdLst>
                  <a:gd name="T0" fmla="*/ 0 w 15"/>
                  <a:gd name="T1" fmla="*/ 0 h 26"/>
                  <a:gd name="T2" fmla="*/ 224 w 15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0" y="0"/>
                      <a:pt x="9" y="15"/>
                      <a:pt x="15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2" name="Freeform 119">
                <a:extLst>
                  <a:ext uri="{FF2B5EF4-FFF2-40B4-BE49-F238E27FC236}">
                    <a16:creationId xmlns:a16="http://schemas.microsoft.com/office/drawing/2014/main" id="{3E69BCBB-1F6A-4C00-9279-69AB175B6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3587"/>
                <a:ext cx="45" cy="138"/>
              </a:xfrm>
              <a:custGeom>
                <a:avLst/>
                <a:gdLst>
                  <a:gd name="T0" fmla="*/ 283 w 18"/>
                  <a:gd name="T1" fmla="*/ 0 h 52"/>
                  <a:gd name="T2" fmla="*/ 20 w 18"/>
                  <a:gd name="T3" fmla="*/ 690 h 52"/>
                  <a:gd name="T4" fmla="*/ 63 w 18"/>
                  <a:gd name="T5" fmla="*/ 971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2">
                    <a:moveTo>
                      <a:pt x="18" y="0"/>
                    </a:moveTo>
                    <a:cubicBezTo>
                      <a:pt x="12" y="12"/>
                      <a:pt x="3" y="31"/>
                      <a:pt x="1" y="37"/>
                    </a:cubicBezTo>
                    <a:cubicBezTo>
                      <a:pt x="0" y="39"/>
                      <a:pt x="2" y="47"/>
                      <a:pt x="4" y="5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3" name="Freeform 120">
                <a:extLst>
                  <a:ext uri="{FF2B5EF4-FFF2-40B4-BE49-F238E27FC236}">
                    <a16:creationId xmlns:a16="http://schemas.microsoft.com/office/drawing/2014/main" id="{B20403B5-0FF8-4F70-9296-3E97A7114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3648"/>
                <a:ext cx="70" cy="51"/>
              </a:xfrm>
              <a:custGeom>
                <a:avLst/>
                <a:gdLst>
                  <a:gd name="T0" fmla="*/ 438 w 28"/>
                  <a:gd name="T1" fmla="*/ 274 h 19"/>
                  <a:gd name="T2" fmla="*/ 83 w 28"/>
                  <a:gd name="T3" fmla="*/ 231 h 19"/>
                  <a:gd name="T4" fmla="*/ 0 w 28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28" y="14"/>
                    </a:moveTo>
                    <a:cubicBezTo>
                      <a:pt x="20" y="19"/>
                      <a:pt x="5" y="12"/>
                      <a:pt x="5" y="1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4" name="Freeform 121">
                <a:extLst>
                  <a:ext uri="{FF2B5EF4-FFF2-40B4-BE49-F238E27FC236}">
                    <a16:creationId xmlns:a16="http://schemas.microsoft.com/office/drawing/2014/main" id="{514E5D60-6E0D-4244-9EFD-97AB3BEC9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3680"/>
                <a:ext cx="13" cy="27"/>
              </a:xfrm>
              <a:custGeom>
                <a:avLst/>
                <a:gdLst>
                  <a:gd name="T0" fmla="*/ 88 w 5"/>
                  <a:gd name="T1" fmla="*/ 0 h 10"/>
                  <a:gd name="T2" fmla="*/ 0 w 5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4" y="3"/>
                      <a:pt x="0" y="10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5" name="Freeform 122">
                <a:extLst>
                  <a:ext uri="{FF2B5EF4-FFF2-40B4-BE49-F238E27FC236}">
                    <a16:creationId xmlns:a16="http://schemas.microsoft.com/office/drawing/2014/main" id="{8B9B9C5D-7380-4506-AC71-059EC2DB6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491"/>
                <a:ext cx="12" cy="42"/>
              </a:xfrm>
              <a:custGeom>
                <a:avLst/>
                <a:gdLst>
                  <a:gd name="T0" fmla="*/ 70 w 5"/>
                  <a:gd name="T1" fmla="*/ 0 h 16"/>
                  <a:gd name="T2" fmla="*/ 0 w 5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5" y="0"/>
                    </a:moveTo>
                    <a:cubicBezTo>
                      <a:pt x="1" y="3"/>
                      <a:pt x="0" y="16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6" name="Freeform 123">
                <a:extLst>
                  <a:ext uri="{FF2B5EF4-FFF2-40B4-BE49-F238E27FC236}">
                    <a16:creationId xmlns:a16="http://schemas.microsoft.com/office/drawing/2014/main" id="{9363C208-AFCD-4335-BDD0-40DAB18B8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019"/>
                <a:ext cx="60" cy="37"/>
              </a:xfrm>
              <a:custGeom>
                <a:avLst/>
                <a:gdLst>
                  <a:gd name="T0" fmla="*/ 0 w 24"/>
                  <a:gd name="T1" fmla="*/ 77 h 14"/>
                  <a:gd name="T2" fmla="*/ 283 w 24"/>
                  <a:gd name="T3" fmla="*/ 56 h 14"/>
                  <a:gd name="T4" fmla="*/ 375 w 24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4">
                    <a:moveTo>
                      <a:pt x="0" y="4"/>
                    </a:moveTo>
                    <a:cubicBezTo>
                      <a:pt x="8" y="0"/>
                      <a:pt x="15" y="1"/>
                      <a:pt x="18" y="3"/>
                    </a:cubicBezTo>
                    <a:cubicBezTo>
                      <a:pt x="21" y="6"/>
                      <a:pt x="24" y="14"/>
                      <a:pt x="24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7" name="Freeform 124">
                <a:extLst>
                  <a:ext uri="{FF2B5EF4-FFF2-40B4-BE49-F238E27FC236}">
                    <a16:creationId xmlns:a16="http://schemas.microsoft.com/office/drawing/2014/main" id="{95010FAF-F85B-464E-B0C9-4304238F9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3187"/>
                <a:ext cx="7" cy="58"/>
              </a:xfrm>
              <a:custGeom>
                <a:avLst/>
                <a:gdLst>
                  <a:gd name="T0" fmla="*/ 0 w 3"/>
                  <a:gd name="T1" fmla="*/ 403 h 22"/>
                  <a:gd name="T2" fmla="*/ 37 w 3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2">
                    <a:moveTo>
                      <a:pt x="0" y="22"/>
                    </a:moveTo>
                    <a:cubicBezTo>
                      <a:pt x="2" y="17"/>
                      <a:pt x="3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8" name="Freeform 125">
                <a:extLst>
                  <a:ext uri="{FF2B5EF4-FFF2-40B4-BE49-F238E27FC236}">
                    <a16:creationId xmlns:a16="http://schemas.microsoft.com/office/drawing/2014/main" id="{A617E061-9CC4-4C94-8A0B-B42CE2FA9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3563"/>
                <a:ext cx="18" cy="8"/>
              </a:xfrm>
              <a:custGeom>
                <a:avLst/>
                <a:gdLst>
                  <a:gd name="T0" fmla="*/ 0 w 7"/>
                  <a:gd name="T1" fmla="*/ 0 h 3"/>
                  <a:gd name="T2" fmla="*/ 118 w 7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1" y="3"/>
                      <a:pt x="7" y="1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9" name="Freeform 126">
                <a:extLst>
                  <a:ext uri="{FF2B5EF4-FFF2-40B4-BE49-F238E27FC236}">
                    <a16:creationId xmlns:a16="http://schemas.microsoft.com/office/drawing/2014/main" id="{0AF9105D-F5E8-480D-A1BB-E7BA8C36D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856"/>
                <a:ext cx="65" cy="80"/>
              </a:xfrm>
              <a:custGeom>
                <a:avLst/>
                <a:gdLst>
                  <a:gd name="T0" fmla="*/ 0 w 26"/>
                  <a:gd name="T1" fmla="*/ 568 h 30"/>
                  <a:gd name="T2" fmla="*/ 145 w 26"/>
                  <a:gd name="T3" fmla="*/ 56 h 30"/>
                  <a:gd name="T4" fmla="*/ 408 w 2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0">
                    <a:moveTo>
                      <a:pt x="0" y="30"/>
                    </a:moveTo>
                    <a:cubicBezTo>
                      <a:pt x="3" y="22"/>
                      <a:pt x="6" y="4"/>
                      <a:pt x="9" y="3"/>
                    </a:cubicBezTo>
                    <a:cubicBezTo>
                      <a:pt x="12" y="2"/>
                      <a:pt x="26" y="0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0" name="Freeform 127">
                <a:extLst>
                  <a:ext uri="{FF2B5EF4-FFF2-40B4-BE49-F238E27FC236}">
                    <a16:creationId xmlns:a16="http://schemas.microsoft.com/office/drawing/2014/main" id="{A4C1AF5E-4A31-41CB-BA08-56D11E321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997"/>
                <a:ext cx="5" cy="30"/>
              </a:xfrm>
              <a:custGeom>
                <a:avLst/>
                <a:gdLst>
                  <a:gd name="T0" fmla="*/ 0 w 2"/>
                  <a:gd name="T1" fmla="*/ 224 h 11"/>
                  <a:gd name="T2" fmla="*/ 33 w 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0" y="11"/>
                    </a:moveTo>
                    <a:cubicBezTo>
                      <a:pt x="1" y="10"/>
                      <a:pt x="2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1" name="Freeform 128">
                <a:extLst>
                  <a:ext uri="{FF2B5EF4-FFF2-40B4-BE49-F238E27FC236}">
                    <a16:creationId xmlns:a16="http://schemas.microsoft.com/office/drawing/2014/main" id="{41D6D35C-6733-4C12-8F6A-508BBB943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773"/>
                <a:ext cx="115" cy="91"/>
              </a:xfrm>
              <a:custGeom>
                <a:avLst/>
                <a:gdLst>
                  <a:gd name="T0" fmla="*/ 0 w 46"/>
                  <a:gd name="T1" fmla="*/ 559 h 34"/>
                  <a:gd name="T2" fmla="*/ 220 w 46"/>
                  <a:gd name="T3" fmla="*/ 56 h 34"/>
                  <a:gd name="T4" fmla="*/ 458 w 46"/>
                  <a:gd name="T5" fmla="*/ 21 h 34"/>
                  <a:gd name="T6" fmla="*/ 720 w 46"/>
                  <a:gd name="T7" fmla="*/ 65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4">
                    <a:moveTo>
                      <a:pt x="0" y="29"/>
                    </a:moveTo>
                    <a:cubicBezTo>
                      <a:pt x="2" y="19"/>
                      <a:pt x="10" y="5"/>
                      <a:pt x="14" y="3"/>
                    </a:cubicBezTo>
                    <a:cubicBezTo>
                      <a:pt x="17" y="2"/>
                      <a:pt x="22" y="0"/>
                      <a:pt x="29" y="1"/>
                    </a:cubicBezTo>
                    <a:cubicBezTo>
                      <a:pt x="35" y="2"/>
                      <a:pt x="45" y="30"/>
                      <a:pt x="46" y="3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2" name="Freeform 129">
                <a:extLst>
                  <a:ext uri="{FF2B5EF4-FFF2-40B4-BE49-F238E27FC236}">
                    <a16:creationId xmlns:a16="http://schemas.microsoft.com/office/drawing/2014/main" id="{DEFC4D52-B25D-4D32-9C42-B7F8CC860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2680"/>
                <a:ext cx="128" cy="101"/>
              </a:xfrm>
              <a:custGeom>
                <a:avLst/>
                <a:gdLst>
                  <a:gd name="T0" fmla="*/ 0 w 51"/>
                  <a:gd name="T1" fmla="*/ 712 h 38"/>
                  <a:gd name="T2" fmla="*/ 176 w 51"/>
                  <a:gd name="T3" fmla="*/ 93 h 38"/>
                  <a:gd name="T4" fmla="*/ 535 w 51"/>
                  <a:gd name="T5" fmla="*/ 21 h 38"/>
                  <a:gd name="T6" fmla="*/ 806 w 51"/>
                  <a:gd name="T7" fmla="*/ 71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8">
                    <a:moveTo>
                      <a:pt x="0" y="38"/>
                    </a:moveTo>
                    <a:cubicBezTo>
                      <a:pt x="2" y="27"/>
                      <a:pt x="8" y="7"/>
                      <a:pt x="11" y="5"/>
                    </a:cubicBezTo>
                    <a:cubicBezTo>
                      <a:pt x="14" y="2"/>
                      <a:pt x="30" y="0"/>
                      <a:pt x="34" y="1"/>
                    </a:cubicBezTo>
                    <a:cubicBezTo>
                      <a:pt x="38" y="2"/>
                      <a:pt x="50" y="32"/>
                      <a:pt x="51" y="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3" name="Freeform 130">
                <a:extLst>
                  <a:ext uri="{FF2B5EF4-FFF2-40B4-BE49-F238E27FC236}">
                    <a16:creationId xmlns:a16="http://schemas.microsoft.com/office/drawing/2014/main" id="{512D77B2-1B17-489A-BEAA-A583D6DA1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667"/>
                <a:ext cx="15" cy="16"/>
              </a:xfrm>
              <a:custGeom>
                <a:avLst/>
                <a:gdLst>
                  <a:gd name="T0" fmla="*/ 0 w 6"/>
                  <a:gd name="T1" fmla="*/ 115 h 6"/>
                  <a:gd name="T2" fmla="*/ 9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3"/>
                      <a:pt x="6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4" name="Freeform 131">
                <a:extLst>
                  <a:ext uri="{FF2B5EF4-FFF2-40B4-BE49-F238E27FC236}">
                    <a16:creationId xmlns:a16="http://schemas.microsoft.com/office/drawing/2014/main" id="{60AFA86E-BAAF-4AA6-95BB-CD76109F1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731"/>
                <a:ext cx="7" cy="45"/>
              </a:xfrm>
              <a:custGeom>
                <a:avLst/>
                <a:gdLst>
                  <a:gd name="T0" fmla="*/ 0 w 3"/>
                  <a:gd name="T1" fmla="*/ 315 h 17"/>
                  <a:gd name="T2" fmla="*/ 37 w 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0" y="17"/>
                    </a:moveTo>
                    <a:cubicBezTo>
                      <a:pt x="2" y="15"/>
                      <a:pt x="3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5" name="Freeform 132">
                <a:extLst>
                  <a:ext uri="{FF2B5EF4-FFF2-40B4-BE49-F238E27FC236}">
                    <a16:creationId xmlns:a16="http://schemas.microsoft.com/office/drawing/2014/main" id="{0D0970EC-4E29-4561-87B1-73D0294E6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669"/>
                <a:ext cx="15" cy="24"/>
              </a:xfrm>
              <a:custGeom>
                <a:avLst/>
                <a:gdLst>
                  <a:gd name="T0" fmla="*/ 0 w 6"/>
                  <a:gd name="T1" fmla="*/ 0 h 9"/>
                  <a:gd name="T2" fmla="*/ 95 w 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0" y="3"/>
                      <a:pt x="6" y="9"/>
                      <a:pt x="6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6" name="Freeform 133">
                <a:extLst>
                  <a:ext uri="{FF2B5EF4-FFF2-40B4-BE49-F238E27FC236}">
                    <a16:creationId xmlns:a16="http://schemas.microsoft.com/office/drawing/2014/main" id="{0B52458E-2279-42D1-AFE1-A3D85D595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888"/>
                <a:ext cx="35" cy="75"/>
              </a:xfrm>
              <a:custGeom>
                <a:avLst/>
                <a:gdLst>
                  <a:gd name="T0" fmla="*/ 0 w 14"/>
                  <a:gd name="T1" fmla="*/ 0 h 28"/>
                  <a:gd name="T2" fmla="*/ 83 w 14"/>
                  <a:gd name="T3" fmla="*/ 56 h 28"/>
                  <a:gd name="T4" fmla="*/ 220 w 14"/>
                  <a:gd name="T5" fmla="*/ 53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0" y="0"/>
                    </a:moveTo>
                    <a:cubicBezTo>
                      <a:pt x="3" y="3"/>
                      <a:pt x="5" y="3"/>
                      <a:pt x="5" y="3"/>
                    </a:cubicBezTo>
                    <a:cubicBezTo>
                      <a:pt x="5" y="3"/>
                      <a:pt x="12" y="25"/>
                      <a:pt x="14" y="2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7" name="Freeform 134">
                <a:extLst>
                  <a:ext uri="{FF2B5EF4-FFF2-40B4-BE49-F238E27FC236}">
                    <a16:creationId xmlns:a16="http://schemas.microsoft.com/office/drawing/2014/main" id="{4BF9FF29-7FA8-421C-AAF4-6800C7381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880"/>
                <a:ext cx="7" cy="16"/>
              </a:xfrm>
              <a:custGeom>
                <a:avLst/>
                <a:gdLst>
                  <a:gd name="T0" fmla="*/ 0 w 3"/>
                  <a:gd name="T1" fmla="*/ 115 h 6"/>
                  <a:gd name="T2" fmla="*/ 37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2" y="6"/>
                      <a:pt x="3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8" name="Freeform 135">
                <a:extLst>
                  <a:ext uri="{FF2B5EF4-FFF2-40B4-BE49-F238E27FC236}">
                    <a16:creationId xmlns:a16="http://schemas.microsoft.com/office/drawing/2014/main" id="{B5C032FB-C8D1-4ACD-865C-3B9D77444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984"/>
                <a:ext cx="147" cy="136"/>
              </a:xfrm>
              <a:custGeom>
                <a:avLst/>
                <a:gdLst>
                  <a:gd name="T0" fmla="*/ 899 w 59"/>
                  <a:gd name="T1" fmla="*/ 832 h 51"/>
                  <a:gd name="T2" fmla="*/ 695 w 59"/>
                  <a:gd name="T3" fmla="*/ 115 h 51"/>
                  <a:gd name="T4" fmla="*/ 92 w 59"/>
                  <a:gd name="T5" fmla="*/ 93 h 51"/>
                  <a:gd name="T6" fmla="*/ 12 w 59"/>
                  <a:gd name="T7" fmla="*/ 285 h 51"/>
                  <a:gd name="T8" fmla="*/ 249 w 59"/>
                  <a:gd name="T9" fmla="*/ 717 h 51"/>
                  <a:gd name="T10" fmla="*/ 715 w 59"/>
                  <a:gd name="T11" fmla="*/ 96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51">
                    <a:moveTo>
                      <a:pt x="58" y="44"/>
                    </a:moveTo>
                    <a:cubicBezTo>
                      <a:pt x="59" y="39"/>
                      <a:pt x="51" y="12"/>
                      <a:pt x="45" y="6"/>
                    </a:cubicBezTo>
                    <a:cubicBezTo>
                      <a:pt x="41" y="1"/>
                      <a:pt x="17" y="0"/>
                      <a:pt x="6" y="5"/>
                    </a:cubicBezTo>
                    <a:cubicBezTo>
                      <a:pt x="1" y="7"/>
                      <a:pt x="0" y="12"/>
                      <a:pt x="1" y="15"/>
                    </a:cubicBezTo>
                    <a:cubicBezTo>
                      <a:pt x="4" y="26"/>
                      <a:pt x="10" y="32"/>
                      <a:pt x="16" y="38"/>
                    </a:cubicBezTo>
                    <a:cubicBezTo>
                      <a:pt x="26" y="48"/>
                      <a:pt x="44" y="47"/>
                      <a:pt x="46" y="51"/>
                    </a:cubicBezTo>
                  </a:path>
                </a:pathLst>
              </a:custGeom>
              <a:solidFill>
                <a:srgbClr val="E0B8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9" name="Freeform 136">
                <a:extLst>
                  <a:ext uri="{FF2B5EF4-FFF2-40B4-BE49-F238E27FC236}">
                    <a16:creationId xmlns:a16="http://schemas.microsoft.com/office/drawing/2014/main" id="{A977BD57-9014-4850-B390-83DD1340E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971"/>
                <a:ext cx="245" cy="328"/>
              </a:xfrm>
              <a:custGeom>
                <a:avLst/>
                <a:gdLst>
                  <a:gd name="T0" fmla="*/ 1438 w 98"/>
                  <a:gd name="T1" fmla="*/ 2253 h 123"/>
                  <a:gd name="T2" fmla="*/ 1438 w 98"/>
                  <a:gd name="T3" fmla="*/ 2219 h 123"/>
                  <a:gd name="T4" fmla="*/ 1533 w 98"/>
                  <a:gd name="T5" fmla="*/ 1784 h 123"/>
                  <a:gd name="T6" fmla="*/ 1458 w 98"/>
                  <a:gd name="T7" fmla="*/ 1288 h 123"/>
                  <a:gd name="T8" fmla="*/ 970 w 98"/>
                  <a:gd name="T9" fmla="*/ 875 h 123"/>
                  <a:gd name="T10" fmla="*/ 970 w 98"/>
                  <a:gd name="T11" fmla="*/ 875 h 123"/>
                  <a:gd name="T12" fmla="*/ 738 w 98"/>
                  <a:gd name="T13" fmla="*/ 115 h 123"/>
                  <a:gd name="T14" fmla="*/ 113 w 98"/>
                  <a:gd name="T15" fmla="*/ 93 h 123"/>
                  <a:gd name="T16" fmla="*/ 0 w 98"/>
                  <a:gd name="T17" fmla="*/ 248 h 123"/>
                  <a:gd name="T18" fmla="*/ 0 w 98"/>
                  <a:gd name="T19" fmla="*/ 264 h 123"/>
                  <a:gd name="T20" fmla="*/ 83 w 98"/>
                  <a:gd name="T21" fmla="*/ 192 h 123"/>
                  <a:gd name="T22" fmla="*/ 688 w 98"/>
                  <a:gd name="T23" fmla="*/ 205 h 123"/>
                  <a:gd name="T24" fmla="*/ 895 w 98"/>
                  <a:gd name="T25" fmla="*/ 931 h 123"/>
                  <a:gd name="T26" fmla="*/ 1408 w 98"/>
                  <a:gd name="T27" fmla="*/ 1400 h 123"/>
                  <a:gd name="T28" fmla="*/ 1438 w 98"/>
                  <a:gd name="T29" fmla="*/ 2312 h 123"/>
                  <a:gd name="T30" fmla="*/ 1425 w 98"/>
                  <a:gd name="T31" fmla="*/ 2312 h 123"/>
                  <a:gd name="T32" fmla="*/ 1425 w 98"/>
                  <a:gd name="T33" fmla="*/ 2312 h 123"/>
                  <a:gd name="T34" fmla="*/ 1438 w 98"/>
                  <a:gd name="T35" fmla="*/ 2333 h 123"/>
                  <a:gd name="T36" fmla="*/ 1438 w 98"/>
                  <a:gd name="T37" fmla="*/ 2253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8" h="123">
                    <a:moveTo>
                      <a:pt x="92" y="119"/>
                    </a:moveTo>
                    <a:cubicBezTo>
                      <a:pt x="92" y="118"/>
                      <a:pt x="92" y="118"/>
                      <a:pt x="92" y="117"/>
                    </a:cubicBezTo>
                    <a:cubicBezTo>
                      <a:pt x="93" y="112"/>
                      <a:pt x="95" y="102"/>
                      <a:pt x="98" y="94"/>
                    </a:cubicBezTo>
                    <a:cubicBezTo>
                      <a:pt x="98" y="85"/>
                      <a:pt x="96" y="75"/>
                      <a:pt x="93" y="68"/>
                    </a:cubicBezTo>
                    <a:cubicBezTo>
                      <a:pt x="90" y="62"/>
                      <a:pt x="67" y="45"/>
                      <a:pt x="62" y="46"/>
                    </a:cubicBezTo>
                    <a:cubicBezTo>
                      <a:pt x="62" y="46"/>
                      <a:pt x="62" y="46"/>
                      <a:pt x="62" y="46"/>
                    </a:cubicBezTo>
                    <a:cubicBezTo>
                      <a:pt x="63" y="41"/>
                      <a:pt x="53" y="13"/>
                      <a:pt x="47" y="6"/>
                    </a:cubicBezTo>
                    <a:cubicBezTo>
                      <a:pt x="43" y="2"/>
                      <a:pt x="19" y="0"/>
                      <a:pt x="7" y="5"/>
                    </a:cubicBezTo>
                    <a:cubicBezTo>
                      <a:pt x="2" y="7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2"/>
                      <a:pt x="2" y="11"/>
                      <a:pt x="5" y="10"/>
                    </a:cubicBezTo>
                    <a:cubicBezTo>
                      <a:pt x="16" y="5"/>
                      <a:pt x="40" y="6"/>
                      <a:pt x="44" y="11"/>
                    </a:cubicBezTo>
                    <a:cubicBezTo>
                      <a:pt x="50" y="17"/>
                      <a:pt x="58" y="44"/>
                      <a:pt x="57" y="49"/>
                    </a:cubicBezTo>
                    <a:cubicBezTo>
                      <a:pt x="62" y="48"/>
                      <a:pt x="88" y="67"/>
                      <a:pt x="90" y="74"/>
                    </a:cubicBezTo>
                    <a:cubicBezTo>
                      <a:pt x="93" y="84"/>
                      <a:pt x="92" y="122"/>
                      <a:pt x="92" y="122"/>
                    </a:cubicBezTo>
                    <a:cubicBezTo>
                      <a:pt x="91" y="122"/>
                      <a:pt x="91" y="122"/>
                      <a:pt x="91" y="122"/>
                    </a:cubicBezTo>
                    <a:cubicBezTo>
                      <a:pt x="91" y="122"/>
                      <a:pt x="91" y="122"/>
                      <a:pt x="91" y="122"/>
                    </a:cubicBezTo>
                    <a:cubicBezTo>
                      <a:pt x="92" y="123"/>
                      <a:pt x="92" y="123"/>
                      <a:pt x="92" y="123"/>
                    </a:cubicBezTo>
                    <a:cubicBezTo>
                      <a:pt x="92" y="121"/>
                      <a:pt x="92" y="120"/>
                      <a:pt x="92" y="119"/>
                    </a:cubicBezTo>
                    <a:close/>
                  </a:path>
                </a:pathLst>
              </a:custGeom>
              <a:solidFill>
                <a:srgbClr val="F6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0" name="Freeform 137">
                <a:extLst>
                  <a:ext uri="{FF2B5EF4-FFF2-40B4-BE49-F238E27FC236}">
                    <a16:creationId xmlns:a16="http://schemas.microsoft.com/office/drawing/2014/main" id="{7DED33A4-82D1-4FA1-8A25-47F57BCB8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3099"/>
                <a:ext cx="128" cy="197"/>
              </a:xfrm>
              <a:custGeom>
                <a:avLst/>
                <a:gdLst>
                  <a:gd name="T0" fmla="*/ 788 w 51"/>
                  <a:gd name="T1" fmla="*/ 1395 h 74"/>
                  <a:gd name="T2" fmla="*/ 755 w 51"/>
                  <a:gd name="T3" fmla="*/ 490 h 74"/>
                  <a:gd name="T4" fmla="*/ 238 w 51"/>
                  <a:gd name="T5" fmla="*/ 21 h 74"/>
                  <a:gd name="T6" fmla="*/ 50 w 51"/>
                  <a:gd name="T7" fmla="*/ 149 h 74"/>
                  <a:gd name="T8" fmla="*/ 50 w 51"/>
                  <a:gd name="T9" fmla="*/ 737 h 74"/>
                  <a:gd name="T10" fmla="*/ 492 w 51"/>
                  <a:gd name="T11" fmla="*/ 1360 h 74"/>
                  <a:gd name="T12" fmla="*/ 776 w 51"/>
                  <a:gd name="T13" fmla="*/ 1395 h 74"/>
                  <a:gd name="T14" fmla="*/ 776 w 51"/>
                  <a:gd name="T15" fmla="*/ 1395 h 74"/>
                  <a:gd name="T16" fmla="*/ 788 w 51"/>
                  <a:gd name="T17" fmla="*/ 1395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74">
                    <a:moveTo>
                      <a:pt x="50" y="74"/>
                    </a:moveTo>
                    <a:cubicBezTo>
                      <a:pt x="50" y="74"/>
                      <a:pt x="51" y="36"/>
                      <a:pt x="48" y="26"/>
                    </a:cubicBezTo>
                    <a:cubicBezTo>
                      <a:pt x="46" y="19"/>
                      <a:pt x="20" y="0"/>
                      <a:pt x="15" y="1"/>
                    </a:cubicBezTo>
                    <a:cubicBezTo>
                      <a:pt x="9" y="2"/>
                      <a:pt x="3" y="8"/>
                      <a:pt x="3" y="8"/>
                    </a:cubicBezTo>
                    <a:cubicBezTo>
                      <a:pt x="3" y="8"/>
                      <a:pt x="0" y="34"/>
                      <a:pt x="3" y="39"/>
                    </a:cubicBezTo>
                    <a:cubicBezTo>
                      <a:pt x="5" y="44"/>
                      <a:pt x="27" y="71"/>
                      <a:pt x="31" y="72"/>
                    </a:cubicBezTo>
                    <a:cubicBezTo>
                      <a:pt x="49" y="74"/>
                      <a:pt x="49" y="74"/>
                      <a:pt x="49" y="74"/>
                    </a:cubicBezTo>
                    <a:cubicBezTo>
                      <a:pt x="49" y="74"/>
                      <a:pt x="49" y="74"/>
                      <a:pt x="49" y="74"/>
                    </a:cubicBezTo>
                    <a:lnTo>
                      <a:pt x="50" y="74"/>
                    </a:lnTo>
                    <a:close/>
                  </a:path>
                </a:pathLst>
              </a:custGeom>
              <a:solidFill>
                <a:srgbClr val="CCE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1" name="Freeform 138">
                <a:extLst>
                  <a:ext uri="{FF2B5EF4-FFF2-40B4-BE49-F238E27FC236}">
                    <a16:creationId xmlns:a16="http://schemas.microsoft.com/office/drawing/2014/main" id="{C04C0CD9-8143-4058-A57A-3A6E7F878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3187"/>
                <a:ext cx="78" cy="101"/>
              </a:xfrm>
              <a:custGeom>
                <a:avLst/>
                <a:gdLst>
                  <a:gd name="T0" fmla="*/ 0 w 31"/>
                  <a:gd name="T1" fmla="*/ 361 h 38"/>
                  <a:gd name="T2" fmla="*/ 96 w 31"/>
                  <a:gd name="T3" fmla="*/ 508 h 38"/>
                  <a:gd name="T4" fmla="*/ 176 w 31"/>
                  <a:gd name="T5" fmla="*/ 622 h 38"/>
                  <a:gd name="T6" fmla="*/ 430 w 31"/>
                  <a:gd name="T7" fmla="*/ 691 h 38"/>
                  <a:gd name="T8" fmla="*/ 476 w 31"/>
                  <a:gd name="T9" fmla="*/ 622 h 38"/>
                  <a:gd name="T10" fmla="*/ 493 w 31"/>
                  <a:gd name="T11" fmla="*/ 431 h 38"/>
                  <a:gd name="T12" fmla="*/ 463 w 31"/>
                  <a:gd name="T13" fmla="*/ 0 h 38"/>
                  <a:gd name="T14" fmla="*/ 400 w 31"/>
                  <a:gd name="T15" fmla="*/ 409 h 38"/>
                  <a:gd name="T16" fmla="*/ 221 w 31"/>
                  <a:gd name="T17" fmla="*/ 465 h 38"/>
                  <a:gd name="T18" fmla="*/ 20 w 31"/>
                  <a:gd name="T19" fmla="*/ 361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38">
                    <a:moveTo>
                      <a:pt x="0" y="19"/>
                    </a:moveTo>
                    <a:cubicBezTo>
                      <a:pt x="1" y="21"/>
                      <a:pt x="5" y="24"/>
                      <a:pt x="6" y="27"/>
                    </a:cubicBezTo>
                    <a:cubicBezTo>
                      <a:pt x="8" y="29"/>
                      <a:pt x="9" y="31"/>
                      <a:pt x="11" y="33"/>
                    </a:cubicBezTo>
                    <a:cubicBezTo>
                      <a:pt x="15" y="37"/>
                      <a:pt x="22" y="38"/>
                      <a:pt x="27" y="37"/>
                    </a:cubicBezTo>
                    <a:cubicBezTo>
                      <a:pt x="30" y="37"/>
                      <a:pt x="29" y="37"/>
                      <a:pt x="30" y="33"/>
                    </a:cubicBezTo>
                    <a:cubicBezTo>
                      <a:pt x="30" y="30"/>
                      <a:pt x="31" y="27"/>
                      <a:pt x="31" y="23"/>
                    </a:cubicBezTo>
                    <a:cubicBezTo>
                      <a:pt x="31" y="15"/>
                      <a:pt x="30" y="7"/>
                      <a:pt x="29" y="0"/>
                    </a:cubicBezTo>
                    <a:cubicBezTo>
                      <a:pt x="29" y="6"/>
                      <a:pt x="31" y="19"/>
                      <a:pt x="25" y="22"/>
                    </a:cubicBezTo>
                    <a:cubicBezTo>
                      <a:pt x="22" y="24"/>
                      <a:pt x="17" y="26"/>
                      <a:pt x="14" y="25"/>
                    </a:cubicBezTo>
                    <a:cubicBezTo>
                      <a:pt x="9" y="25"/>
                      <a:pt x="3" y="22"/>
                      <a:pt x="1" y="19"/>
                    </a:cubicBezTo>
                  </a:path>
                </a:pathLst>
              </a:custGeom>
              <a:solidFill>
                <a:srgbClr val="CCE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2" name="Freeform 139">
                <a:extLst>
                  <a:ext uri="{FF2B5EF4-FFF2-40B4-BE49-F238E27FC236}">
                    <a16:creationId xmlns:a16="http://schemas.microsoft.com/office/drawing/2014/main" id="{E3AD018B-815B-40EE-8A32-154CD6615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277"/>
                <a:ext cx="3" cy="16"/>
              </a:xfrm>
              <a:custGeom>
                <a:avLst/>
                <a:gdLst>
                  <a:gd name="T0" fmla="*/ 0 w 1"/>
                  <a:gd name="T1" fmla="*/ 77 h 6"/>
                  <a:gd name="T2" fmla="*/ 0 w 1"/>
                  <a:gd name="T3" fmla="*/ 115 h 6"/>
                  <a:gd name="T4" fmla="*/ 27 w 1"/>
                  <a:gd name="T5" fmla="*/ 0 h 6"/>
                  <a:gd name="T6" fmla="*/ 0 w 1"/>
                  <a:gd name="T7" fmla="*/ 35 h 6"/>
                  <a:gd name="T8" fmla="*/ 0 w 1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0" y="4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5"/>
                      <a:pt x="0" y="3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CE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3" name="Freeform 140">
                <a:extLst>
                  <a:ext uri="{FF2B5EF4-FFF2-40B4-BE49-F238E27FC236}">
                    <a16:creationId xmlns:a16="http://schemas.microsoft.com/office/drawing/2014/main" id="{F507D96E-3EB0-495F-AF42-D782B113C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3099"/>
                <a:ext cx="128" cy="197"/>
              </a:xfrm>
              <a:custGeom>
                <a:avLst/>
                <a:gdLst>
                  <a:gd name="T0" fmla="*/ 788 w 51"/>
                  <a:gd name="T1" fmla="*/ 1395 h 74"/>
                  <a:gd name="T2" fmla="*/ 755 w 51"/>
                  <a:gd name="T3" fmla="*/ 490 h 74"/>
                  <a:gd name="T4" fmla="*/ 238 w 51"/>
                  <a:gd name="T5" fmla="*/ 21 h 74"/>
                  <a:gd name="T6" fmla="*/ 50 w 51"/>
                  <a:gd name="T7" fmla="*/ 149 h 74"/>
                  <a:gd name="T8" fmla="*/ 50 w 51"/>
                  <a:gd name="T9" fmla="*/ 737 h 74"/>
                  <a:gd name="T10" fmla="*/ 492 w 51"/>
                  <a:gd name="T11" fmla="*/ 1360 h 74"/>
                  <a:gd name="T12" fmla="*/ 776 w 51"/>
                  <a:gd name="T13" fmla="*/ 1395 h 74"/>
                  <a:gd name="T14" fmla="*/ 776 w 51"/>
                  <a:gd name="T15" fmla="*/ 1395 h 74"/>
                  <a:gd name="T16" fmla="*/ 788 w 51"/>
                  <a:gd name="T17" fmla="*/ 1395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74">
                    <a:moveTo>
                      <a:pt x="50" y="74"/>
                    </a:moveTo>
                    <a:cubicBezTo>
                      <a:pt x="50" y="74"/>
                      <a:pt x="51" y="36"/>
                      <a:pt x="48" y="26"/>
                    </a:cubicBezTo>
                    <a:cubicBezTo>
                      <a:pt x="46" y="19"/>
                      <a:pt x="20" y="0"/>
                      <a:pt x="15" y="1"/>
                    </a:cubicBezTo>
                    <a:cubicBezTo>
                      <a:pt x="9" y="2"/>
                      <a:pt x="3" y="8"/>
                      <a:pt x="3" y="8"/>
                    </a:cubicBezTo>
                    <a:cubicBezTo>
                      <a:pt x="3" y="8"/>
                      <a:pt x="0" y="34"/>
                      <a:pt x="3" y="39"/>
                    </a:cubicBezTo>
                    <a:cubicBezTo>
                      <a:pt x="5" y="44"/>
                      <a:pt x="27" y="71"/>
                      <a:pt x="31" y="72"/>
                    </a:cubicBezTo>
                    <a:cubicBezTo>
                      <a:pt x="49" y="74"/>
                      <a:pt x="49" y="74"/>
                      <a:pt x="49" y="74"/>
                    </a:cubicBezTo>
                    <a:cubicBezTo>
                      <a:pt x="49" y="74"/>
                      <a:pt x="49" y="74"/>
                      <a:pt x="49" y="74"/>
                    </a:cubicBezTo>
                    <a:lnTo>
                      <a:pt x="50" y="74"/>
                    </a:lnTo>
                    <a:close/>
                  </a:path>
                </a:pathLst>
              </a:custGeom>
              <a:solidFill>
                <a:srgbClr val="EA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4" name="Freeform 141">
                <a:extLst>
                  <a:ext uri="{FF2B5EF4-FFF2-40B4-BE49-F238E27FC236}">
                    <a16:creationId xmlns:a16="http://schemas.microsoft.com/office/drawing/2014/main" id="{382F2888-D428-429B-8C64-BFB749E17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3187"/>
                <a:ext cx="78" cy="101"/>
              </a:xfrm>
              <a:custGeom>
                <a:avLst/>
                <a:gdLst>
                  <a:gd name="T0" fmla="*/ 0 w 31"/>
                  <a:gd name="T1" fmla="*/ 361 h 38"/>
                  <a:gd name="T2" fmla="*/ 96 w 31"/>
                  <a:gd name="T3" fmla="*/ 508 h 38"/>
                  <a:gd name="T4" fmla="*/ 176 w 31"/>
                  <a:gd name="T5" fmla="*/ 622 h 38"/>
                  <a:gd name="T6" fmla="*/ 430 w 31"/>
                  <a:gd name="T7" fmla="*/ 691 h 38"/>
                  <a:gd name="T8" fmla="*/ 476 w 31"/>
                  <a:gd name="T9" fmla="*/ 622 h 38"/>
                  <a:gd name="T10" fmla="*/ 493 w 31"/>
                  <a:gd name="T11" fmla="*/ 431 h 38"/>
                  <a:gd name="T12" fmla="*/ 463 w 31"/>
                  <a:gd name="T13" fmla="*/ 0 h 38"/>
                  <a:gd name="T14" fmla="*/ 400 w 31"/>
                  <a:gd name="T15" fmla="*/ 409 h 38"/>
                  <a:gd name="T16" fmla="*/ 221 w 31"/>
                  <a:gd name="T17" fmla="*/ 465 h 38"/>
                  <a:gd name="T18" fmla="*/ 20 w 31"/>
                  <a:gd name="T19" fmla="*/ 361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38">
                    <a:moveTo>
                      <a:pt x="0" y="19"/>
                    </a:moveTo>
                    <a:cubicBezTo>
                      <a:pt x="1" y="21"/>
                      <a:pt x="5" y="24"/>
                      <a:pt x="6" y="27"/>
                    </a:cubicBezTo>
                    <a:cubicBezTo>
                      <a:pt x="8" y="29"/>
                      <a:pt x="9" y="31"/>
                      <a:pt x="11" y="33"/>
                    </a:cubicBezTo>
                    <a:cubicBezTo>
                      <a:pt x="15" y="37"/>
                      <a:pt x="22" y="38"/>
                      <a:pt x="27" y="37"/>
                    </a:cubicBezTo>
                    <a:cubicBezTo>
                      <a:pt x="30" y="37"/>
                      <a:pt x="29" y="37"/>
                      <a:pt x="30" y="33"/>
                    </a:cubicBezTo>
                    <a:cubicBezTo>
                      <a:pt x="30" y="30"/>
                      <a:pt x="31" y="27"/>
                      <a:pt x="31" y="23"/>
                    </a:cubicBezTo>
                    <a:cubicBezTo>
                      <a:pt x="31" y="15"/>
                      <a:pt x="30" y="7"/>
                      <a:pt x="29" y="0"/>
                    </a:cubicBezTo>
                    <a:cubicBezTo>
                      <a:pt x="29" y="6"/>
                      <a:pt x="31" y="19"/>
                      <a:pt x="25" y="22"/>
                    </a:cubicBezTo>
                    <a:cubicBezTo>
                      <a:pt x="22" y="24"/>
                      <a:pt x="17" y="26"/>
                      <a:pt x="14" y="25"/>
                    </a:cubicBezTo>
                    <a:cubicBezTo>
                      <a:pt x="9" y="25"/>
                      <a:pt x="3" y="22"/>
                      <a:pt x="1" y="19"/>
                    </a:cubicBezTo>
                  </a:path>
                </a:pathLst>
              </a:custGeom>
              <a:solidFill>
                <a:srgbClr val="E0B8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5" name="Freeform 142">
                <a:extLst>
                  <a:ext uri="{FF2B5EF4-FFF2-40B4-BE49-F238E27FC236}">
                    <a16:creationId xmlns:a16="http://schemas.microsoft.com/office/drawing/2014/main" id="{6A562C5E-234A-47C5-8090-070392565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277"/>
                <a:ext cx="3" cy="16"/>
              </a:xfrm>
              <a:custGeom>
                <a:avLst/>
                <a:gdLst>
                  <a:gd name="T0" fmla="*/ 0 w 1"/>
                  <a:gd name="T1" fmla="*/ 77 h 6"/>
                  <a:gd name="T2" fmla="*/ 0 w 1"/>
                  <a:gd name="T3" fmla="*/ 115 h 6"/>
                  <a:gd name="T4" fmla="*/ 27 w 1"/>
                  <a:gd name="T5" fmla="*/ 0 h 6"/>
                  <a:gd name="T6" fmla="*/ 0 w 1"/>
                  <a:gd name="T7" fmla="*/ 35 h 6"/>
                  <a:gd name="T8" fmla="*/ 0 w 1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0" y="4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5"/>
                      <a:pt x="0" y="3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6" name="Freeform 143">
                <a:extLst>
                  <a:ext uri="{FF2B5EF4-FFF2-40B4-BE49-F238E27FC236}">
                    <a16:creationId xmlns:a16="http://schemas.microsoft.com/office/drawing/2014/main" id="{DA686B7C-4B66-4385-AAA8-ACAD786A2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3093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7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5" y="3"/>
                      <a:pt x="5" y="0"/>
                      <a:pt x="5" y="0"/>
                    </a:cubicBezTo>
                  </a:path>
                </a:pathLst>
              </a:custGeom>
              <a:solidFill>
                <a:srgbClr val="CCE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7" name="Freeform 144">
                <a:extLst>
                  <a:ext uri="{FF2B5EF4-FFF2-40B4-BE49-F238E27FC236}">
                    <a16:creationId xmlns:a16="http://schemas.microsoft.com/office/drawing/2014/main" id="{BA145D3B-01E8-4931-86D9-86F1A6F20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984"/>
                <a:ext cx="147" cy="136"/>
              </a:xfrm>
              <a:custGeom>
                <a:avLst/>
                <a:gdLst>
                  <a:gd name="T0" fmla="*/ 899 w 59"/>
                  <a:gd name="T1" fmla="*/ 832 h 51"/>
                  <a:gd name="T2" fmla="*/ 695 w 59"/>
                  <a:gd name="T3" fmla="*/ 115 h 51"/>
                  <a:gd name="T4" fmla="*/ 92 w 59"/>
                  <a:gd name="T5" fmla="*/ 93 h 51"/>
                  <a:gd name="T6" fmla="*/ 12 w 59"/>
                  <a:gd name="T7" fmla="*/ 285 h 51"/>
                  <a:gd name="T8" fmla="*/ 249 w 59"/>
                  <a:gd name="T9" fmla="*/ 717 h 51"/>
                  <a:gd name="T10" fmla="*/ 715 w 59"/>
                  <a:gd name="T11" fmla="*/ 968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51">
                    <a:moveTo>
                      <a:pt x="58" y="44"/>
                    </a:moveTo>
                    <a:cubicBezTo>
                      <a:pt x="59" y="39"/>
                      <a:pt x="51" y="12"/>
                      <a:pt x="45" y="6"/>
                    </a:cubicBezTo>
                    <a:cubicBezTo>
                      <a:pt x="41" y="1"/>
                      <a:pt x="17" y="0"/>
                      <a:pt x="6" y="5"/>
                    </a:cubicBezTo>
                    <a:cubicBezTo>
                      <a:pt x="1" y="7"/>
                      <a:pt x="0" y="12"/>
                      <a:pt x="1" y="15"/>
                    </a:cubicBezTo>
                    <a:cubicBezTo>
                      <a:pt x="4" y="26"/>
                      <a:pt x="10" y="32"/>
                      <a:pt x="16" y="38"/>
                    </a:cubicBezTo>
                    <a:cubicBezTo>
                      <a:pt x="26" y="48"/>
                      <a:pt x="44" y="47"/>
                      <a:pt x="46" y="5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8" name="Freeform 145">
                <a:extLst>
                  <a:ext uri="{FF2B5EF4-FFF2-40B4-BE49-F238E27FC236}">
                    <a16:creationId xmlns:a16="http://schemas.microsoft.com/office/drawing/2014/main" id="{800FB51E-49BC-4DC8-B909-C3C8A4E46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971"/>
                <a:ext cx="245" cy="328"/>
              </a:xfrm>
              <a:custGeom>
                <a:avLst/>
                <a:gdLst>
                  <a:gd name="T0" fmla="*/ 1438 w 98"/>
                  <a:gd name="T1" fmla="*/ 2253 h 123"/>
                  <a:gd name="T2" fmla="*/ 1438 w 98"/>
                  <a:gd name="T3" fmla="*/ 2219 h 123"/>
                  <a:gd name="T4" fmla="*/ 1533 w 98"/>
                  <a:gd name="T5" fmla="*/ 1784 h 123"/>
                  <a:gd name="T6" fmla="*/ 1458 w 98"/>
                  <a:gd name="T7" fmla="*/ 1288 h 123"/>
                  <a:gd name="T8" fmla="*/ 970 w 98"/>
                  <a:gd name="T9" fmla="*/ 875 h 123"/>
                  <a:gd name="T10" fmla="*/ 970 w 98"/>
                  <a:gd name="T11" fmla="*/ 875 h 123"/>
                  <a:gd name="T12" fmla="*/ 738 w 98"/>
                  <a:gd name="T13" fmla="*/ 115 h 123"/>
                  <a:gd name="T14" fmla="*/ 113 w 98"/>
                  <a:gd name="T15" fmla="*/ 93 h 123"/>
                  <a:gd name="T16" fmla="*/ 0 w 98"/>
                  <a:gd name="T17" fmla="*/ 248 h 123"/>
                  <a:gd name="T18" fmla="*/ 0 w 98"/>
                  <a:gd name="T19" fmla="*/ 264 h 123"/>
                  <a:gd name="T20" fmla="*/ 83 w 98"/>
                  <a:gd name="T21" fmla="*/ 192 h 123"/>
                  <a:gd name="T22" fmla="*/ 688 w 98"/>
                  <a:gd name="T23" fmla="*/ 205 h 123"/>
                  <a:gd name="T24" fmla="*/ 895 w 98"/>
                  <a:gd name="T25" fmla="*/ 931 h 123"/>
                  <a:gd name="T26" fmla="*/ 1408 w 98"/>
                  <a:gd name="T27" fmla="*/ 1400 h 123"/>
                  <a:gd name="T28" fmla="*/ 1438 w 98"/>
                  <a:gd name="T29" fmla="*/ 2312 h 123"/>
                  <a:gd name="T30" fmla="*/ 1425 w 98"/>
                  <a:gd name="T31" fmla="*/ 2312 h 123"/>
                  <a:gd name="T32" fmla="*/ 1425 w 98"/>
                  <a:gd name="T33" fmla="*/ 2312 h 123"/>
                  <a:gd name="T34" fmla="*/ 1438 w 98"/>
                  <a:gd name="T35" fmla="*/ 2333 h 123"/>
                  <a:gd name="T36" fmla="*/ 1438 w 98"/>
                  <a:gd name="T37" fmla="*/ 2253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8" h="123">
                    <a:moveTo>
                      <a:pt x="92" y="119"/>
                    </a:moveTo>
                    <a:cubicBezTo>
                      <a:pt x="92" y="118"/>
                      <a:pt x="92" y="118"/>
                      <a:pt x="92" y="117"/>
                    </a:cubicBezTo>
                    <a:cubicBezTo>
                      <a:pt x="93" y="112"/>
                      <a:pt x="95" y="102"/>
                      <a:pt x="98" y="94"/>
                    </a:cubicBezTo>
                    <a:cubicBezTo>
                      <a:pt x="98" y="85"/>
                      <a:pt x="96" y="75"/>
                      <a:pt x="93" y="68"/>
                    </a:cubicBezTo>
                    <a:cubicBezTo>
                      <a:pt x="90" y="62"/>
                      <a:pt x="67" y="45"/>
                      <a:pt x="62" y="46"/>
                    </a:cubicBezTo>
                    <a:cubicBezTo>
                      <a:pt x="62" y="46"/>
                      <a:pt x="62" y="46"/>
                      <a:pt x="62" y="46"/>
                    </a:cubicBezTo>
                    <a:cubicBezTo>
                      <a:pt x="63" y="41"/>
                      <a:pt x="53" y="13"/>
                      <a:pt x="47" y="6"/>
                    </a:cubicBezTo>
                    <a:cubicBezTo>
                      <a:pt x="43" y="2"/>
                      <a:pt x="19" y="0"/>
                      <a:pt x="7" y="5"/>
                    </a:cubicBezTo>
                    <a:cubicBezTo>
                      <a:pt x="2" y="7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2"/>
                      <a:pt x="2" y="11"/>
                      <a:pt x="5" y="10"/>
                    </a:cubicBezTo>
                    <a:cubicBezTo>
                      <a:pt x="16" y="5"/>
                      <a:pt x="40" y="6"/>
                      <a:pt x="44" y="11"/>
                    </a:cubicBezTo>
                    <a:cubicBezTo>
                      <a:pt x="50" y="17"/>
                      <a:pt x="58" y="44"/>
                      <a:pt x="57" y="49"/>
                    </a:cubicBezTo>
                    <a:cubicBezTo>
                      <a:pt x="62" y="48"/>
                      <a:pt x="88" y="67"/>
                      <a:pt x="90" y="74"/>
                    </a:cubicBezTo>
                    <a:cubicBezTo>
                      <a:pt x="93" y="84"/>
                      <a:pt x="92" y="122"/>
                      <a:pt x="92" y="122"/>
                    </a:cubicBezTo>
                    <a:cubicBezTo>
                      <a:pt x="91" y="122"/>
                      <a:pt x="91" y="122"/>
                      <a:pt x="91" y="122"/>
                    </a:cubicBezTo>
                    <a:cubicBezTo>
                      <a:pt x="91" y="122"/>
                      <a:pt x="91" y="122"/>
                      <a:pt x="91" y="122"/>
                    </a:cubicBezTo>
                    <a:cubicBezTo>
                      <a:pt x="92" y="123"/>
                      <a:pt x="92" y="123"/>
                      <a:pt x="92" y="123"/>
                    </a:cubicBezTo>
                    <a:cubicBezTo>
                      <a:pt x="92" y="121"/>
                      <a:pt x="92" y="120"/>
                      <a:pt x="92" y="1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9" name="Freeform 146">
                <a:extLst>
                  <a:ext uri="{FF2B5EF4-FFF2-40B4-BE49-F238E27FC236}">
                    <a16:creationId xmlns:a16="http://schemas.microsoft.com/office/drawing/2014/main" id="{735269C1-9494-44A2-AC2A-496BF693E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3099"/>
                <a:ext cx="128" cy="197"/>
              </a:xfrm>
              <a:custGeom>
                <a:avLst/>
                <a:gdLst>
                  <a:gd name="T0" fmla="*/ 788 w 51"/>
                  <a:gd name="T1" fmla="*/ 1395 h 74"/>
                  <a:gd name="T2" fmla="*/ 755 w 51"/>
                  <a:gd name="T3" fmla="*/ 490 h 74"/>
                  <a:gd name="T4" fmla="*/ 238 w 51"/>
                  <a:gd name="T5" fmla="*/ 21 h 74"/>
                  <a:gd name="T6" fmla="*/ 50 w 51"/>
                  <a:gd name="T7" fmla="*/ 149 h 74"/>
                  <a:gd name="T8" fmla="*/ 50 w 51"/>
                  <a:gd name="T9" fmla="*/ 737 h 74"/>
                  <a:gd name="T10" fmla="*/ 492 w 51"/>
                  <a:gd name="T11" fmla="*/ 1360 h 74"/>
                  <a:gd name="T12" fmla="*/ 776 w 51"/>
                  <a:gd name="T13" fmla="*/ 1395 h 74"/>
                  <a:gd name="T14" fmla="*/ 776 w 51"/>
                  <a:gd name="T15" fmla="*/ 1395 h 74"/>
                  <a:gd name="T16" fmla="*/ 788 w 51"/>
                  <a:gd name="T17" fmla="*/ 1395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74">
                    <a:moveTo>
                      <a:pt x="50" y="74"/>
                    </a:moveTo>
                    <a:cubicBezTo>
                      <a:pt x="50" y="74"/>
                      <a:pt x="51" y="36"/>
                      <a:pt x="48" y="26"/>
                    </a:cubicBezTo>
                    <a:cubicBezTo>
                      <a:pt x="46" y="19"/>
                      <a:pt x="20" y="0"/>
                      <a:pt x="15" y="1"/>
                    </a:cubicBezTo>
                    <a:cubicBezTo>
                      <a:pt x="9" y="2"/>
                      <a:pt x="3" y="8"/>
                      <a:pt x="3" y="8"/>
                    </a:cubicBezTo>
                    <a:cubicBezTo>
                      <a:pt x="3" y="8"/>
                      <a:pt x="0" y="34"/>
                      <a:pt x="3" y="39"/>
                    </a:cubicBezTo>
                    <a:cubicBezTo>
                      <a:pt x="5" y="44"/>
                      <a:pt x="27" y="71"/>
                      <a:pt x="31" y="72"/>
                    </a:cubicBezTo>
                    <a:cubicBezTo>
                      <a:pt x="49" y="74"/>
                      <a:pt x="49" y="74"/>
                      <a:pt x="49" y="74"/>
                    </a:cubicBezTo>
                    <a:cubicBezTo>
                      <a:pt x="49" y="74"/>
                      <a:pt x="49" y="74"/>
                      <a:pt x="49" y="74"/>
                    </a:cubicBezTo>
                    <a:lnTo>
                      <a:pt x="50" y="7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0" name="Freeform 147">
                <a:extLst>
                  <a:ext uri="{FF2B5EF4-FFF2-40B4-BE49-F238E27FC236}">
                    <a16:creationId xmlns:a16="http://schemas.microsoft.com/office/drawing/2014/main" id="{0F139ED6-57F6-424C-9A83-7EF6F2C68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277"/>
                <a:ext cx="3" cy="16"/>
              </a:xfrm>
              <a:custGeom>
                <a:avLst/>
                <a:gdLst>
                  <a:gd name="T0" fmla="*/ 0 w 1"/>
                  <a:gd name="T1" fmla="*/ 77 h 6"/>
                  <a:gd name="T2" fmla="*/ 0 w 1"/>
                  <a:gd name="T3" fmla="*/ 115 h 6"/>
                  <a:gd name="T4" fmla="*/ 27 w 1"/>
                  <a:gd name="T5" fmla="*/ 0 h 6"/>
                  <a:gd name="T6" fmla="*/ 0 w 1"/>
                  <a:gd name="T7" fmla="*/ 35 h 6"/>
                  <a:gd name="T8" fmla="*/ 0 w 1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0" y="4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5"/>
                      <a:pt x="0" y="3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1" name="Freeform 148">
                <a:extLst>
                  <a:ext uri="{FF2B5EF4-FFF2-40B4-BE49-F238E27FC236}">
                    <a16:creationId xmlns:a16="http://schemas.microsoft.com/office/drawing/2014/main" id="{A82A149E-84F9-416A-9EBC-018F868A6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3093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7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5" y="3"/>
                      <a:pt x="5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2" name="Freeform 149">
                <a:extLst>
                  <a:ext uri="{FF2B5EF4-FFF2-40B4-BE49-F238E27FC236}">
                    <a16:creationId xmlns:a16="http://schemas.microsoft.com/office/drawing/2014/main" id="{80F6BA18-F32B-4B8E-BDEB-D150BD405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133"/>
                <a:ext cx="45" cy="64"/>
              </a:xfrm>
              <a:custGeom>
                <a:avLst/>
                <a:gdLst>
                  <a:gd name="T0" fmla="*/ 0 w 18"/>
                  <a:gd name="T1" fmla="*/ 227 h 24"/>
                  <a:gd name="T2" fmla="*/ 145 w 18"/>
                  <a:gd name="T3" fmla="*/ 0 h 24"/>
                  <a:gd name="T4" fmla="*/ 283 w 18"/>
                  <a:gd name="T5" fmla="*/ 227 h 24"/>
                  <a:gd name="T6" fmla="*/ 158 w 18"/>
                  <a:gd name="T7" fmla="*/ 456 h 24"/>
                  <a:gd name="T8" fmla="*/ 0 w 18"/>
                  <a:gd name="T9" fmla="*/ 22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0" y="12"/>
                    </a:moveTo>
                    <a:cubicBezTo>
                      <a:pt x="0" y="6"/>
                      <a:pt x="4" y="0"/>
                      <a:pt x="9" y="0"/>
                    </a:cubicBezTo>
                    <a:cubicBezTo>
                      <a:pt x="14" y="0"/>
                      <a:pt x="18" y="5"/>
                      <a:pt x="18" y="12"/>
                    </a:cubicBezTo>
                    <a:cubicBezTo>
                      <a:pt x="18" y="18"/>
                      <a:pt x="15" y="24"/>
                      <a:pt x="10" y="24"/>
                    </a:cubicBezTo>
                    <a:cubicBezTo>
                      <a:pt x="5" y="24"/>
                      <a:pt x="0" y="19"/>
                      <a:pt x="0" y="12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3" name="Freeform 150">
                <a:extLst>
                  <a:ext uri="{FF2B5EF4-FFF2-40B4-BE49-F238E27FC236}">
                    <a16:creationId xmlns:a16="http://schemas.microsoft.com/office/drawing/2014/main" id="{75898E9F-B3D3-4650-B08C-D2BC650AE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141"/>
                <a:ext cx="33" cy="51"/>
              </a:xfrm>
              <a:custGeom>
                <a:avLst/>
                <a:gdLst>
                  <a:gd name="T0" fmla="*/ 147 w 13"/>
                  <a:gd name="T1" fmla="*/ 0 h 19"/>
                  <a:gd name="T2" fmla="*/ 160 w 13"/>
                  <a:gd name="T3" fmla="*/ 115 h 19"/>
                  <a:gd name="T4" fmla="*/ 51 w 13"/>
                  <a:gd name="T5" fmla="*/ 309 h 19"/>
                  <a:gd name="T6" fmla="*/ 0 w 13"/>
                  <a:gd name="T7" fmla="*/ 287 h 19"/>
                  <a:gd name="T8" fmla="*/ 96 w 13"/>
                  <a:gd name="T9" fmla="*/ 368 h 19"/>
                  <a:gd name="T10" fmla="*/ 213 w 13"/>
                  <a:gd name="T11" fmla="*/ 172 h 19"/>
                  <a:gd name="T12" fmla="*/ 147 w 13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9">
                    <a:moveTo>
                      <a:pt x="9" y="0"/>
                    </a:moveTo>
                    <a:cubicBezTo>
                      <a:pt x="9" y="2"/>
                      <a:pt x="10" y="4"/>
                      <a:pt x="10" y="6"/>
                    </a:cubicBezTo>
                    <a:cubicBezTo>
                      <a:pt x="10" y="11"/>
                      <a:pt x="7" y="16"/>
                      <a:pt x="3" y="16"/>
                    </a:cubicBezTo>
                    <a:cubicBezTo>
                      <a:pt x="2" y="16"/>
                      <a:pt x="1" y="16"/>
                      <a:pt x="0" y="15"/>
                    </a:cubicBezTo>
                    <a:cubicBezTo>
                      <a:pt x="1" y="17"/>
                      <a:pt x="3" y="19"/>
                      <a:pt x="6" y="19"/>
                    </a:cubicBezTo>
                    <a:cubicBezTo>
                      <a:pt x="10" y="19"/>
                      <a:pt x="13" y="14"/>
                      <a:pt x="13" y="9"/>
                    </a:cubicBezTo>
                    <a:cubicBezTo>
                      <a:pt x="13" y="5"/>
                      <a:pt x="11" y="2"/>
                      <a:pt x="9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4" name="Oval 151">
                <a:extLst>
                  <a:ext uri="{FF2B5EF4-FFF2-40B4-BE49-F238E27FC236}">
                    <a16:creationId xmlns:a16="http://schemas.microsoft.com/office/drawing/2014/main" id="{D2C8F39C-336B-495A-8F53-BDF98BE94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313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095" name="Oval 152">
                <a:extLst>
                  <a:ext uri="{FF2B5EF4-FFF2-40B4-BE49-F238E27FC236}">
                    <a16:creationId xmlns:a16="http://schemas.microsoft.com/office/drawing/2014/main" id="{B2EAE9F1-78FA-41C6-AC2B-9384A42E0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314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096" name="Oval 153">
                <a:extLst>
                  <a:ext uri="{FF2B5EF4-FFF2-40B4-BE49-F238E27FC236}">
                    <a16:creationId xmlns:a16="http://schemas.microsoft.com/office/drawing/2014/main" id="{9B962A15-7BC0-4FA6-8838-7028A4EBF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3" y="3131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097" name="Freeform 154">
                <a:extLst>
                  <a:ext uri="{FF2B5EF4-FFF2-40B4-BE49-F238E27FC236}">
                    <a16:creationId xmlns:a16="http://schemas.microsoft.com/office/drawing/2014/main" id="{C1557C86-6012-451C-A93D-933B2B2E6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368"/>
                <a:ext cx="45" cy="64"/>
              </a:xfrm>
              <a:custGeom>
                <a:avLst/>
                <a:gdLst>
                  <a:gd name="T0" fmla="*/ 0 w 18"/>
                  <a:gd name="T1" fmla="*/ 227 h 24"/>
                  <a:gd name="T2" fmla="*/ 145 w 18"/>
                  <a:gd name="T3" fmla="*/ 0 h 24"/>
                  <a:gd name="T4" fmla="*/ 283 w 18"/>
                  <a:gd name="T5" fmla="*/ 205 h 24"/>
                  <a:gd name="T6" fmla="*/ 158 w 18"/>
                  <a:gd name="T7" fmla="*/ 456 h 24"/>
                  <a:gd name="T8" fmla="*/ 0 w 18"/>
                  <a:gd name="T9" fmla="*/ 22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0" y="12"/>
                    </a:moveTo>
                    <a:cubicBezTo>
                      <a:pt x="0" y="5"/>
                      <a:pt x="4" y="0"/>
                      <a:pt x="9" y="0"/>
                    </a:cubicBezTo>
                    <a:cubicBezTo>
                      <a:pt x="14" y="0"/>
                      <a:pt x="18" y="5"/>
                      <a:pt x="18" y="11"/>
                    </a:cubicBezTo>
                    <a:cubicBezTo>
                      <a:pt x="18" y="18"/>
                      <a:pt x="15" y="23"/>
                      <a:pt x="10" y="24"/>
                    </a:cubicBezTo>
                    <a:cubicBezTo>
                      <a:pt x="5" y="24"/>
                      <a:pt x="0" y="18"/>
                      <a:pt x="0" y="12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8" name="Freeform 155">
                <a:extLst>
                  <a:ext uri="{FF2B5EF4-FFF2-40B4-BE49-F238E27FC236}">
                    <a16:creationId xmlns:a16="http://schemas.microsoft.com/office/drawing/2014/main" id="{40B246F8-8F62-492F-8998-9C9F5FE60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3376"/>
                <a:ext cx="32" cy="48"/>
              </a:xfrm>
              <a:custGeom>
                <a:avLst/>
                <a:gdLst>
                  <a:gd name="T0" fmla="*/ 133 w 13"/>
                  <a:gd name="T1" fmla="*/ 0 h 18"/>
                  <a:gd name="T2" fmla="*/ 153 w 13"/>
                  <a:gd name="T3" fmla="*/ 115 h 18"/>
                  <a:gd name="T4" fmla="*/ 42 w 13"/>
                  <a:gd name="T5" fmla="*/ 285 h 18"/>
                  <a:gd name="T6" fmla="*/ 0 w 13"/>
                  <a:gd name="T7" fmla="*/ 264 h 18"/>
                  <a:gd name="T8" fmla="*/ 91 w 13"/>
                  <a:gd name="T9" fmla="*/ 341 h 18"/>
                  <a:gd name="T10" fmla="*/ 194 w 13"/>
                  <a:gd name="T11" fmla="*/ 171 h 18"/>
                  <a:gd name="T12" fmla="*/ 133 w 13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9" y="0"/>
                    </a:moveTo>
                    <a:cubicBezTo>
                      <a:pt x="9" y="2"/>
                      <a:pt x="10" y="3"/>
                      <a:pt x="10" y="6"/>
                    </a:cubicBezTo>
                    <a:cubicBezTo>
                      <a:pt x="10" y="11"/>
                      <a:pt x="7" y="15"/>
                      <a:pt x="3" y="15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1" y="17"/>
                      <a:pt x="3" y="18"/>
                      <a:pt x="6" y="18"/>
                    </a:cubicBezTo>
                    <a:cubicBezTo>
                      <a:pt x="10" y="18"/>
                      <a:pt x="13" y="14"/>
                      <a:pt x="13" y="9"/>
                    </a:cubicBezTo>
                    <a:cubicBezTo>
                      <a:pt x="13" y="5"/>
                      <a:pt x="11" y="2"/>
                      <a:pt x="9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9" name="Oval 156">
                <a:extLst>
                  <a:ext uri="{FF2B5EF4-FFF2-40B4-BE49-F238E27FC236}">
                    <a16:creationId xmlns:a16="http://schemas.microsoft.com/office/drawing/2014/main" id="{7CDF8873-F4CE-4D85-9D8C-06BDB176E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368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100" name="Oval 157">
                <a:extLst>
                  <a:ext uri="{FF2B5EF4-FFF2-40B4-BE49-F238E27FC236}">
                    <a16:creationId xmlns:a16="http://schemas.microsoft.com/office/drawing/2014/main" id="{D2733D6E-BF19-4177-A674-52AA20281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0" y="338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101" name="Oval 158">
                <a:extLst>
                  <a:ext uri="{FF2B5EF4-FFF2-40B4-BE49-F238E27FC236}">
                    <a16:creationId xmlns:a16="http://schemas.microsoft.com/office/drawing/2014/main" id="{DE16C329-37CD-4D9A-A83F-1F64DAF7F9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336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102" name="Freeform 159">
                <a:extLst>
                  <a:ext uri="{FF2B5EF4-FFF2-40B4-BE49-F238E27FC236}">
                    <a16:creationId xmlns:a16="http://schemas.microsoft.com/office/drawing/2014/main" id="{49C83313-C2D3-4B29-BA52-0E93D9EDC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256"/>
                <a:ext cx="40" cy="56"/>
              </a:xfrm>
              <a:custGeom>
                <a:avLst/>
                <a:gdLst>
                  <a:gd name="T0" fmla="*/ 0 w 16"/>
                  <a:gd name="T1" fmla="*/ 205 h 21"/>
                  <a:gd name="T2" fmla="*/ 125 w 16"/>
                  <a:gd name="T3" fmla="*/ 0 h 21"/>
                  <a:gd name="T4" fmla="*/ 250 w 16"/>
                  <a:gd name="T5" fmla="*/ 192 h 21"/>
                  <a:gd name="T6" fmla="*/ 125 w 16"/>
                  <a:gd name="T7" fmla="*/ 397 h 21"/>
                  <a:gd name="T8" fmla="*/ 0 w 16"/>
                  <a:gd name="T9" fmla="*/ 20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0" y="11"/>
                    </a:moveTo>
                    <a:cubicBezTo>
                      <a:pt x="0" y="4"/>
                      <a:pt x="3" y="0"/>
                      <a:pt x="8" y="0"/>
                    </a:cubicBezTo>
                    <a:cubicBezTo>
                      <a:pt x="12" y="0"/>
                      <a:pt x="16" y="4"/>
                      <a:pt x="16" y="10"/>
                    </a:cubicBezTo>
                    <a:cubicBezTo>
                      <a:pt x="16" y="17"/>
                      <a:pt x="12" y="21"/>
                      <a:pt x="8" y="21"/>
                    </a:cubicBezTo>
                    <a:cubicBezTo>
                      <a:pt x="3" y="21"/>
                      <a:pt x="0" y="17"/>
                      <a:pt x="0" y="11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3" name="Freeform 160">
                <a:extLst>
                  <a:ext uri="{FF2B5EF4-FFF2-40B4-BE49-F238E27FC236}">
                    <a16:creationId xmlns:a16="http://schemas.microsoft.com/office/drawing/2014/main" id="{ADAC37C5-B680-4FE3-BBBA-988A10A48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264"/>
                <a:ext cx="33" cy="45"/>
              </a:xfrm>
              <a:custGeom>
                <a:avLst/>
                <a:gdLst>
                  <a:gd name="T0" fmla="*/ 147 w 13"/>
                  <a:gd name="T1" fmla="*/ 0 h 17"/>
                  <a:gd name="T2" fmla="*/ 160 w 13"/>
                  <a:gd name="T3" fmla="*/ 90 h 17"/>
                  <a:gd name="T4" fmla="*/ 51 w 13"/>
                  <a:gd name="T5" fmla="*/ 259 h 17"/>
                  <a:gd name="T6" fmla="*/ 0 w 13"/>
                  <a:gd name="T7" fmla="*/ 238 h 17"/>
                  <a:gd name="T8" fmla="*/ 96 w 13"/>
                  <a:gd name="T9" fmla="*/ 315 h 17"/>
                  <a:gd name="T10" fmla="*/ 213 w 13"/>
                  <a:gd name="T11" fmla="*/ 148 h 17"/>
                  <a:gd name="T12" fmla="*/ 147 w 1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7">
                    <a:moveTo>
                      <a:pt x="9" y="0"/>
                    </a:moveTo>
                    <a:cubicBezTo>
                      <a:pt x="10" y="1"/>
                      <a:pt x="10" y="3"/>
                      <a:pt x="10" y="5"/>
                    </a:cubicBezTo>
                    <a:cubicBezTo>
                      <a:pt x="10" y="10"/>
                      <a:pt x="7" y="14"/>
                      <a:pt x="3" y="14"/>
                    </a:cubicBezTo>
                    <a:cubicBezTo>
                      <a:pt x="2" y="14"/>
                      <a:pt x="1" y="13"/>
                      <a:pt x="0" y="13"/>
                    </a:cubicBezTo>
                    <a:cubicBezTo>
                      <a:pt x="2" y="15"/>
                      <a:pt x="4" y="17"/>
                      <a:pt x="6" y="17"/>
                    </a:cubicBezTo>
                    <a:cubicBezTo>
                      <a:pt x="10" y="17"/>
                      <a:pt x="13" y="13"/>
                      <a:pt x="13" y="8"/>
                    </a:cubicBezTo>
                    <a:cubicBezTo>
                      <a:pt x="13" y="4"/>
                      <a:pt x="11" y="1"/>
                      <a:pt x="9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4" name="Freeform 161">
                <a:extLst>
                  <a:ext uri="{FF2B5EF4-FFF2-40B4-BE49-F238E27FC236}">
                    <a16:creationId xmlns:a16="http://schemas.microsoft.com/office/drawing/2014/main" id="{AECEE43C-E824-47BE-908F-38882785A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256"/>
                <a:ext cx="13" cy="13"/>
              </a:xfrm>
              <a:custGeom>
                <a:avLst/>
                <a:gdLst>
                  <a:gd name="T0" fmla="*/ 0 w 5"/>
                  <a:gd name="T1" fmla="*/ 34 h 5"/>
                  <a:gd name="T2" fmla="*/ 55 w 5"/>
                  <a:gd name="T3" fmla="*/ 0 h 5"/>
                  <a:gd name="T4" fmla="*/ 88 w 5"/>
                  <a:gd name="T5" fmla="*/ 34 h 5"/>
                  <a:gd name="T6" fmla="*/ 34 w 5"/>
                  <a:gd name="T7" fmla="*/ 88 h 5"/>
                  <a:gd name="T8" fmla="*/ 0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5" name="Oval 162">
                <a:extLst>
                  <a:ext uri="{FF2B5EF4-FFF2-40B4-BE49-F238E27FC236}">
                    <a16:creationId xmlns:a16="http://schemas.microsoft.com/office/drawing/2014/main" id="{CFF11567-E91A-4D3E-B56A-103C55879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5" y="326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106" name="Freeform 163">
                <a:extLst>
                  <a:ext uri="{FF2B5EF4-FFF2-40B4-BE49-F238E27FC236}">
                    <a16:creationId xmlns:a16="http://schemas.microsoft.com/office/drawing/2014/main" id="{9E67FCCF-B572-4E1E-B461-C1141376E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25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0 h 3"/>
                  <a:gd name="T4" fmla="*/ 33 w 2"/>
                  <a:gd name="T5" fmla="*/ 35 h 3"/>
                  <a:gd name="T6" fmla="*/ 20 w 2"/>
                  <a:gd name="T7" fmla="*/ 56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7" name="Freeform 164">
                <a:extLst>
                  <a:ext uri="{FF2B5EF4-FFF2-40B4-BE49-F238E27FC236}">
                    <a16:creationId xmlns:a16="http://schemas.microsoft.com/office/drawing/2014/main" id="{432045BF-87FC-4C0B-8EAF-2B5F23BC9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3373"/>
                <a:ext cx="38" cy="54"/>
              </a:xfrm>
              <a:custGeom>
                <a:avLst/>
                <a:gdLst>
                  <a:gd name="T0" fmla="*/ 0 w 15"/>
                  <a:gd name="T1" fmla="*/ 197 h 20"/>
                  <a:gd name="T2" fmla="*/ 129 w 15"/>
                  <a:gd name="T3" fmla="*/ 0 h 20"/>
                  <a:gd name="T4" fmla="*/ 243 w 15"/>
                  <a:gd name="T5" fmla="*/ 197 h 20"/>
                  <a:gd name="T6" fmla="*/ 129 w 15"/>
                  <a:gd name="T7" fmla="*/ 394 h 20"/>
                  <a:gd name="T8" fmla="*/ 0 w 15"/>
                  <a:gd name="T9" fmla="*/ 19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0"/>
                    </a:moveTo>
                    <a:cubicBezTo>
                      <a:pt x="0" y="5"/>
                      <a:pt x="4" y="0"/>
                      <a:pt x="8" y="0"/>
                    </a:cubicBezTo>
                    <a:cubicBezTo>
                      <a:pt x="12" y="0"/>
                      <a:pt x="15" y="4"/>
                      <a:pt x="15" y="10"/>
                    </a:cubicBezTo>
                    <a:cubicBezTo>
                      <a:pt x="15" y="15"/>
                      <a:pt x="12" y="20"/>
                      <a:pt x="8" y="20"/>
                    </a:cubicBezTo>
                    <a:cubicBezTo>
                      <a:pt x="4" y="20"/>
                      <a:pt x="0" y="16"/>
                      <a:pt x="0" y="10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8" name="Freeform 165">
                <a:extLst>
                  <a:ext uri="{FF2B5EF4-FFF2-40B4-BE49-F238E27FC236}">
                    <a16:creationId xmlns:a16="http://schemas.microsoft.com/office/drawing/2014/main" id="{23BB1D1F-B70E-4425-84C1-25A14CF0A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381"/>
                <a:ext cx="27" cy="40"/>
              </a:xfrm>
              <a:custGeom>
                <a:avLst/>
                <a:gdLst>
                  <a:gd name="T0" fmla="*/ 120 w 11"/>
                  <a:gd name="T1" fmla="*/ 0 h 15"/>
                  <a:gd name="T2" fmla="*/ 133 w 11"/>
                  <a:gd name="T3" fmla="*/ 93 h 15"/>
                  <a:gd name="T4" fmla="*/ 42 w 11"/>
                  <a:gd name="T5" fmla="*/ 248 h 15"/>
                  <a:gd name="T6" fmla="*/ 0 w 11"/>
                  <a:gd name="T7" fmla="*/ 227 h 15"/>
                  <a:gd name="T8" fmla="*/ 71 w 11"/>
                  <a:gd name="T9" fmla="*/ 285 h 15"/>
                  <a:gd name="T10" fmla="*/ 162 w 11"/>
                  <a:gd name="T11" fmla="*/ 136 h 15"/>
                  <a:gd name="T12" fmla="*/ 120 w 11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8" y="0"/>
                    </a:moveTo>
                    <a:cubicBezTo>
                      <a:pt x="8" y="1"/>
                      <a:pt x="9" y="3"/>
                      <a:pt x="9" y="5"/>
                    </a:cubicBezTo>
                    <a:cubicBezTo>
                      <a:pt x="9" y="9"/>
                      <a:pt x="6" y="13"/>
                      <a:pt x="3" y="13"/>
                    </a:cubicBezTo>
                    <a:cubicBezTo>
                      <a:pt x="2" y="13"/>
                      <a:pt x="1" y="12"/>
                      <a:pt x="0" y="12"/>
                    </a:cubicBezTo>
                    <a:cubicBezTo>
                      <a:pt x="1" y="14"/>
                      <a:pt x="3" y="15"/>
                      <a:pt x="5" y="15"/>
                    </a:cubicBezTo>
                    <a:cubicBezTo>
                      <a:pt x="8" y="15"/>
                      <a:pt x="11" y="12"/>
                      <a:pt x="11" y="7"/>
                    </a:cubicBezTo>
                    <a:cubicBezTo>
                      <a:pt x="11" y="4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9" name="Oval 166">
                <a:extLst>
                  <a:ext uri="{FF2B5EF4-FFF2-40B4-BE49-F238E27FC236}">
                    <a16:creationId xmlns:a16="http://schemas.microsoft.com/office/drawing/2014/main" id="{FD265F37-DA16-49FB-A85D-632DCFF42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3461"/>
                <a:ext cx="45" cy="64"/>
              </a:xfrm>
              <a:prstGeom prst="ellipse">
                <a:avLst/>
              </a:pr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110" name="Freeform 167">
                <a:extLst>
                  <a:ext uri="{FF2B5EF4-FFF2-40B4-BE49-F238E27FC236}">
                    <a16:creationId xmlns:a16="http://schemas.microsoft.com/office/drawing/2014/main" id="{1B0070D1-364D-4C20-9B68-80B1DCBD4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469"/>
                <a:ext cx="32" cy="51"/>
              </a:xfrm>
              <a:custGeom>
                <a:avLst/>
                <a:gdLst>
                  <a:gd name="T0" fmla="*/ 133 w 13"/>
                  <a:gd name="T1" fmla="*/ 0 h 19"/>
                  <a:gd name="T2" fmla="*/ 162 w 13"/>
                  <a:gd name="T3" fmla="*/ 115 h 19"/>
                  <a:gd name="T4" fmla="*/ 42 w 13"/>
                  <a:gd name="T5" fmla="*/ 309 h 19"/>
                  <a:gd name="T6" fmla="*/ 0 w 13"/>
                  <a:gd name="T7" fmla="*/ 287 h 19"/>
                  <a:gd name="T8" fmla="*/ 91 w 13"/>
                  <a:gd name="T9" fmla="*/ 368 h 19"/>
                  <a:gd name="T10" fmla="*/ 194 w 13"/>
                  <a:gd name="T11" fmla="*/ 172 h 19"/>
                  <a:gd name="T12" fmla="*/ 133 w 13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9">
                    <a:moveTo>
                      <a:pt x="9" y="0"/>
                    </a:moveTo>
                    <a:cubicBezTo>
                      <a:pt x="10" y="2"/>
                      <a:pt x="11" y="4"/>
                      <a:pt x="11" y="6"/>
                    </a:cubicBezTo>
                    <a:cubicBezTo>
                      <a:pt x="11" y="12"/>
                      <a:pt x="7" y="16"/>
                      <a:pt x="3" y="16"/>
                    </a:cubicBezTo>
                    <a:cubicBezTo>
                      <a:pt x="2" y="16"/>
                      <a:pt x="1" y="16"/>
                      <a:pt x="0" y="15"/>
                    </a:cubicBezTo>
                    <a:cubicBezTo>
                      <a:pt x="1" y="17"/>
                      <a:pt x="3" y="19"/>
                      <a:pt x="6" y="19"/>
                    </a:cubicBezTo>
                    <a:cubicBezTo>
                      <a:pt x="10" y="19"/>
                      <a:pt x="13" y="15"/>
                      <a:pt x="13" y="9"/>
                    </a:cubicBezTo>
                    <a:cubicBezTo>
                      <a:pt x="13" y="5"/>
                      <a:pt x="12" y="2"/>
                      <a:pt x="9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1" name="Freeform 168">
                <a:extLst>
                  <a:ext uri="{FF2B5EF4-FFF2-40B4-BE49-F238E27FC236}">
                    <a16:creationId xmlns:a16="http://schemas.microsoft.com/office/drawing/2014/main" id="{9A1F4D59-9D5F-45AB-B421-E6192D589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3560"/>
                <a:ext cx="38" cy="51"/>
              </a:xfrm>
              <a:custGeom>
                <a:avLst/>
                <a:gdLst>
                  <a:gd name="T0" fmla="*/ 0 w 15"/>
                  <a:gd name="T1" fmla="*/ 193 h 19"/>
                  <a:gd name="T2" fmla="*/ 117 w 15"/>
                  <a:gd name="T3" fmla="*/ 0 h 19"/>
                  <a:gd name="T4" fmla="*/ 243 w 15"/>
                  <a:gd name="T5" fmla="*/ 172 h 19"/>
                  <a:gd name="T6" fmla="*/ 117 w 15"/>
                  <a:gd name="T7" fmla="*/ 368 h 19"/>
                  <a:gd name="T8" fmla="*/ 0 w 15"/>
                  <a:gd name="T9" fmla="*/ 19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0" y="10"/>
                    </a:move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4"/>
                      <a:pt x="15" y="9"/>
                    </a:cubicBezTo>
                    <a:cubicBezTo>
                      <a:pt x="15" y="15"/>
                      <a:pt x="11" y="19"/>
                      <a:pt x="7" y="19"/>
                    </a:cubicBezTo>
                    <a:cubicBezTo>
                      <a:pt x="3" y="19"/>
                      <a:pt x="0" y="15"/>
                      <a:pt x="0" y="10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2" name="Freeform 169">
                <a:extLst>
                  <a:ext uri="{FF2B5EF4-FFF2-40B4-BE49-F238E27FC236}">
                    <a16:creationId xmlns:a16="http://schemas.microsoft.com/office/drawing/2014/main" id="{69414E94-0856-49DE-B8D0-E9D4B96DC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3568"/>
                <a:ext cx="25" cy="37"/>
              </a:xfrm>
              <a:custGeom>
                <a:avLst/>
                <a:gdLst>
                  <a:gd name="T0" fmla="*/ 113 w 10"/>
                  <a:gd name="T1" fmla="*/ 0 h 14"/>
                  <a:gd name="T2" fmla="*/ 125 w 10"/>
                  <a:gd name="T3" fmla="*/ 77 h 14"/>
                  <a:gd name="T4" fmla="*/ 33 w 10"/>
                  <a:gd name="T5" fmla="*/ 225 h 14"/>
                  <a:gd name="T6" fmla="*/ 0 w 10"/>
                  <a:gd name="T7" fmla="*/ 204 h 14"/>
                  <a:gd name="T8" fmla="*/ 63 w 10"/>
                  <a:gd name="T9" fmla="*/ 259 h 14"/>
                  <a:gd name="T10" fmla="*/ 158 w 10"/>
                  <a:gd name="T11" fmla="*/ 132 h 14"/>
                  <a:gd name="T12" fmla="*/ 113 w 10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cubicBezTo>
                      <a:pt x="8" y="1"/>
                      <a:pt x="8" y="2"/>
                      <a:pt x="8" y="4"/>
                    </a:cubicBezTo>
                    <a:cubicBezTo>
                      <a:pt x="8" y="8"/>
                      <a:pt x="6" y="12"/>
                      <a:pt x="2" y="12"/>
                    </a:cubicBezTo>
                    <a:cubicBezTo>
                      <a:pt x="1" y="12"/>
                      <a:pt x="0" y="12"/>
                      <a:pt x="0" y="11"/>
                    </a:cubicBezTo>
                    <a:cubicBezTo>
                      <a:pt x="1" y="13"/>
                      <a:pt x="2" y="14"/>
                      <a:pt x="4" y="14"/>
                    </a:cubicBezTo>
                    <a:cubicBezTo>
                      <a:pt x="8" y="14"/>
                      <a:pt x="10" y="11"/>
                      <a:pt x="10" y="7"/>
                    </a:cubicBezTo>
                    <a:cubicBezTo>
                      <a:pt x="10" y="4"/>
                      <a:pt x="9" y="1"/>
                      <a:pt x="7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3" name="Oval 170">
                <a:extLst>
                  <a:ext uri="{FF2B5EF4-FFF2-40B4-BE49-F238E27FC236}">
                    <a16:creationId xmlns:a16="http://schemas.microsoft.com/office/drawing/2014/main" id="{6730FE1B-9519-4337-BF50-5EF153E7C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0" y="3576"/>
                <a:ext cx="45" cy="64"/>
              </a:xfrm>
              <a:prstGeom prst="ellipse">
                <a:avLst/>
              </a:pr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114" name="Freeform 171">
                <a:extLst>
                  <a:ext uri="{FF2B5EF4-FFF2-40B4-BE49-F238E27FC236}">
                    <a16:creationId xmlns:a16="http://schemas.microsoft.com/office/drawing/2014/main" id="{9766837A-F9F4-4FAF-8C1B-60D3BCF87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584"/>
                <a:ext cx="35" cy="51"/>
              </a:xfrm>
              <a:custGeom>
                <a:avLst/>
                <a:gdLst>
                  <a:gd name="T0" fmla="*/ 158 w 14"/>
                  <a:gd name="T1" fmla="*/ 0 h 19"/>
                  <a:gd name="T2" fmla="*/ 175 w 14"/>
                  <a:gd name="T3" fmla="*/ 115 h 19"/>
                  <a:gd name="T4" fmla="*/ 63 w 14"/>
                  <a:gd name="T5" fmla="*/ 309 h 19"/>
                  <a:gd name="T6" fmla="*/ 0 w 14"/>
                  <a:gd name="T7" fmla="*/ 287 h 19"/>
                  <a:gd name="T8" fmla="*/ 95 w 14"/>
                  <a:gd name="T9" fmla="*/ 368 h 19"/>
                  <a:gd name="T10" fmla="*/ 220 w 14"/>
                  <a:gd name="T11" fmla="*/ 172 h 19"/>
                  <a:gd name="T12" fmla="*/ 158 w 14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10" y="0"/>
                    </a:moveTo>
                    <a:cubicBezTo>
                      <a:pt x="11" y="2"/>
                      <a:pt x="11" y="4"/>
                      <a:pt x="11" y="6"/>
                    </a:cubicBezTo>
                    <a:cubicBezTo>
                      <a:pt x="11" y="11"/>
                      <a:pt x="8" y="16"/>
                      <a:pt x="4" y="16"/>
                    </a:cubicBezTo>
                    <a:cubicBezTo>
                      <a:pt x="3" y="16"/>
                      <a:pt x="1" y="16"/>
                      <a:pt x="0" y="15"/>
                    </a:cubicBezTo>
                    <a:cubicBezTo>
                      <a:pt x="2" y="17"/>
                      <a:pt x="4" y="19"/>
                      <a:pt x="6" y="19"/>
                    </a:cubicBezTo>
                    <a:cubicBezTo>
                      <a:pt x="11" y="19"/>
                      <a:pt x="14" y="15"/>
                      <a:pt x="14" y="9"/>
                    </a:cubicBezTo>
                    <a:cubicBezTo>
                      <a:pt x="14" y="5"/>
                      <a:pt x="12" y="2"/>
                      <a:pt x="10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5" name="Freeform 172">
                <a:extLst>
                  <a:ext uri="{FF2B5EF4-FFF2-40B4-BE49-F238E27FC236}">
                    <a16:creationId xmlns:a16="http://schemas.microsoft.com/office/drawing/2014/main" id="{F96A8ED9-EA60-45C0-A50B-B9EEC30C8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3440"/>
                <a:ext cx="50" cy="67"/>
              </a:xfrm>
              <a:custGeom>
                <a:avLst/>
                <a:gdLst>
                  <a:gd name="T0" fmla="*/ 20 w 20"/>
                  <a:gd name="T1" fmla="*/ 273 h 25"/>
                  <a:gd name="T2" fmla="*/ 145 w 20"/>
                  <a:gd name="T3" fmla="*/ 0 h 25"/>
                  <a:gd name="T4" fmla="*/ 300 w 20"/>
                  <a:gd name="T5" fmla="*/ 209 h 25"/>
                  <a:gd name="T6" fmla="*/ 188 w 20"/>
                  <a:gd name="T7" fmla="*/ 482 h 25"/>
                  <a:gd name="T8" fmla="*/ 20 w 20"/>
                  <a:gd name="T9" fmla="*/ 27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1" y="14"/>
                    </a:moveTo>
                    <a:cubicBezTo>
                      <a:pt x="0" y="7"/>
                      <a:pt x="4" y="1"/>
                      <a:pt x="9" y="0"/>
                    </a:cubicBezTo>
                    <a:cubicBezTo>
                      <a:pt x="14" y="0"/>
                      <a:pt x="19" y="5"/>
                      <a:pt x="19" y="11"/>
                    </a:cubicBezTo>
                    <a:cubicBezTo>
                      <a:pt x="20" y="18"/>
                      <a:pt x="17" y="24"/>
                      <a:pt x="12" y="25"/>
                    </a:cubicBezTo>
                    <a:cubicBezTo>
                      <a:pt x="7" y="25"/>
                      <a:pt x="2" y="20"/>
                      <a:pt x="1" y="14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6" name="Freeform 173">
                <a:extLst>
                  <a:ext uri="{FF2B5EF4-FFF2-40B4-BE49-F238E27FC236}">
                    <a16:creationId xmlns:a16="http://schemas.microsoft.com/office/drawing/2014/main" id="{8FBEE069-8AE4-4E06-BF66-EB9B2986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448"/>
                <a:ext cx="32" cy="53"/>
              </a:xfrm>
              <a:custGeom>
                <a:avLst/>
                <a:gdLst>
                  <a:gd name="T0" fmla="*/ 121 w 13"/>
                  <a:gd name="T1" fmla="*/ 0 h 20"/>
                  <a:gd name="T2" fmla="*/ 153 w 13"/>
                  <a:gd name="T3" fmla="*/ 111 h 20"/>
                  <a:gd name="T4" fmla="*/ 62 w 13"/>
                  <a:gd name="T5" fmla="*/ 315 h 20"/>
                  <a:gd name="T6" fmla="*/ 0 w 13"/>
                  <a:gd name="T7" fmla="*/ 294 h 20"/>
                  <a:gd name="T8" fmla="*/ 103 w 13"/>
                  <a:gd name="T9" fmla="*/ 352 h 20"/>
                  <a:gd name="T10" fmla="*/ 194 w 13"/>
                  <a:gd name="T11" fmla="*/ 170 h 20"/>
                  <a:gd name="T12" fmla="*/ 121 w 13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0">
                    <a:moveTo>
                      <a:pt x="8" y="0"/>
                    </a:moveTo>
                    <a:cubicBezTo>
                      <a:pt x="9" y="2"/>
                      <a:pt x="10" y="4"/>
                      <a:pt x="10" y="6"/>
                    </a:cubicBezTo>
                    <a:cubicBezTo>
                      <a:pt x="10" y="11"/>
                      <a:pt x="8" y="16"/>
                      <a:pt x="4" y="17"/>
                    </a:cubicBezTo>
                    <a:cubicBezTo>
                      <a:pt x="2" y="17"/>
                      <a:pt x="1" y="17"/>
                      <a:pt x="0" y="16"/>
                    </a:cubicBezTo>
                    <a:cubicBezTo>
                      <a:pt x="2" y="18"/>
                      <a:pt x="4" y="20"/>
                      <a:pt x="7" y="19"/>
                    </a:cubicBezTo>
                    <a:cubicBezTo>
                      <a:pt x="11" y="19"/>
                      <a:pt x="13" y="14"/>
                      <a:pt x="13" y="9"/>
                    </a:cubicBezTo>
                    <a:cubicBezTo>
                      <a:pt x="12" y="5"/>
                      <a:pt x="10" y="2"/>
                      <a:pt x="8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7" name="Freeform 174">
                <a:extLst>
                  <a:ext uri="{FF2B5EF4-FFF2-40B4-BE49-F238E27FC236}">
                    <a16:creationId xmlns:a16="http://schemas.microsoft.com/office/drawing/2014/main" id="{5B5DF642-DF94-4C01-B75B-A1663E599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3229"/>
                <a:ext cx="45" cy="67"/>
              </a:xfrm>
              <a:custGeom>
                <a:avLst/>
                <a:gdLst>
                  <a:gd name="T0" fmla="*/ 0 w 18"/>
                  <a:gd name="T1" fmla="*/ 230 h 25"/>
                  <a:gd name="T2" fmla="*/ 145 w 18"/>
                  <a:gd name="T3" fmla="*/ 0 h 25"/>
                  <a:gd name="T4" fmla="*/ 283 w 18"/>
                  <a:gd name="T5" fmla="*/ 252 h 25"/>
                  <a:gd name="T6" fmla="*/ 145 w 18"/>
                  <a:gd name="T7" fmla="*/ 482 h 25"/>
                  <a:gd name="T8" fmla="*/ 0 w 18"/>
                  <a:gd name="T9" fmla="*/ 23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5">
                    <a:moveTo>
                      <a:pt x="0" y="12"/>
                    </a:moveTo>
                    <a:cubicBezTo>
                      <a:pt x="0" y="6"/>
                      <a:pt x="4" y="0"/>
                      <a:pt x="9" y="0"/>
                    </a:cubicBezTo>
                    <a:cubicBezTo>
                      <a:pt x="14" y="0"/>
                      <a:pt x="18" y="6"/>
                      <a:pt x="18" y="13"/>
                    </a:cubicBezTo>
                    <a:cubicBezTo>
                      <a:pt x="18" y="19"/>
                      <a:pt x="14" y="25"/>
                      <a:pt x="9" y="25"/>
                    </a:cubicBezTo>
                    <a:cubicBezTo>
                      <a:pt x="4" y="25"/>
                      <a:pt x="0" y="19"/>
                      <a:pt x="0" y="12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8" name="Freeform 175">
                <a:extLst>
                  <a:ext uri="{FF2B5EF4-FFF2-40B4-BE49-F238E27FC236}">
                    <a16:creationId xmlns:a16="http://schemas.microsoft.com/office/drawing/2014/main" id="{0070B239-8455-4668-B12B-4B26E93FC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3240"/>
                <a:ext cx="35" cy="51"/>
              </a:xfrm>
              <a:custGeom>
                <a:avLst/>
                <a:gdLst>
                  <a:gd name="T0" fmla="*/ 158 w 14"/>
                  <a:gd name="T1" fmla="*/ 0 h 19"/>
                  <a:gd name="T2" fmla="*/ 175 w 14"/>
                  <a:gd name="T3" fmla="*/ 115 h 19"/>
                  <a:gd name="T4" fmla="*/ 63 w 14"/>
                  <a:gd name="T5" fmla="*/ 287 h 19"/>
                  <a:gd name="T6" fmla="*/ 0 w 14"/>
                  <a:gd name="T7" fmla="*/ 274 h 19"/>
                  <a:gd name="T8" fmla="*/ 95 w 14"/>
                  <a:gd name="T9" fmla="*/ 368 h 19"/>
                  <a:gd name="T10" fmla="*/ 220 w 14"/>
                  <a:gd name="T11" fmla="*/ 172 h 19"/>
                  <a:gd name="T12" fmla="*/ 158 w 14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10" y="0"/>
                    </a:moveTo>
                    <a:cubicBezTo>
                      <a:pt x="11" y="1"/>
                      <a:pt x="11" y="3"/>
                      <a:pt x="11" y="6"/>
                    </a:cubicBezTo>
                    <a:cubicBezTo>
                      <a:pt x="11" y="11"/>
                      <a:pt x="8" y="15"/>
                      <a:pt x="4" y="15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2" y="17"/>
                      <a:pt x="4" y="19"/>
                      <a:pt x="6" y="19"/>
                    </a:cubicBezTo>
                    <a:cubicBezTo>
                      <a:pt x="10" y="19"/>
                      <a:pt x="14" y="14"/>
                      <a:pt x="14" y="9"/>
                    </a:cubicBezTo>
                    <a:cubicBezTo>
                      <a:pt x="14" y="5"/>
                      <a:pt x="12" y="2"/>
                      <a:pt x="10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" name="Freeform 176">
                <a:extLst>
                  <a:ext uri="{FF2B5EF4-FFF2-40B4-BE49-F238E27FC236}">
                    <a16:creationId xmlns:a16="http://schemas.microsoft.com/office/drawing/2014/main" id="{CC14AAD9-503F-40EA-A3FD-C282563C5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3315"/>
                <a:ext cx="50" cy="69"/>
              </a:xfrm>
              <a:custGeom>
                <a:avLst/>
                <a:gdLst>
                  <a:gd name="T0" fmla="*/ 20 w 20"/>
                  <a:gd name="T1" fmla="*/ 281 h 26"/>
                  <a:gd name="T2" fmla="*/ 125 w 20"/>
                  <a:gd name="T3" fmla="*/ 21 h 26"/>
                  <a:gd name="T4" fmla="*/ 300 w 20"/>
                  <a:gd name="T5" fmla="*/ 204 h 26"/>
                  <a:gd name="T6" fmla="*/ 188 w 20"/>
                  <a:gd name="T7" fmla="*/ 464 h 26"/>
                  <a:gd name="T8" fmla="*/ 20 w 20"/>
                  <a:gd name="T9" fmla="*/ 28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1" y="15"/>
                    </a:moveTo>
                    <a:cubicBezTo>
                      <a:pt x="0" y="8"/>
                      <a:pt x="3" y="2"/>
                      <a:pt x="8" y="1"/>
                    </a:cubicBezTo>
                    <a:cubicBezTo>
                      <a:pt x="13" y="0"/>
                      <a:pt x="18" y="5"/>
                      <a:pt x="19" y="11"/>
                    </a:cubicBezTo>
                    <a:cubicBezTo>
                      <a:pt x="20" y="18"/>
                      <a:pt x="17" y="24"/>
                      <a:pt x="12" y="25"/>
                    </a:cubicBezTo>
                    <a:cubicBezTo>
                      <a:pt x="7" y="26"/>
                      <a:pt x="2" y="21"/>
                      <a:pt x="1" y="15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0" name="Freeform 177">
                <a:extLst>
                  <a:ext uri="{FF2B5EF4-FFF2-40B4-BE49-F238E27FC236}">
                    <a16:creationId xmlns:a16="http://schemas.microsoft.com/office/drawing/2014/main" id="{0B912956-A6A7-4FF4-B860-D64B207D6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3325"/>
                <a:ext cx="32" cy="51"/>
              </a:xfrm>
              <a:custGeom>
                <a:avLst/>
                <a:gdLst>
                  <a:gd name="T0" fmla="*/ 103 w 13"/>
                  <a:gd name="T1" fmla="*/ 0 h 19"/>
                  <a:gd name="T2" fmla="*/ 133 w 13"/>
                  <a:gd name="T3" fmla="*/ 94 h 19"/>
                  <a:gd name="T4" fmla="*/ 42 w 13"/>
                  <a:gd name="T5" fmla="*/ 309 h 19"/>
                  <a:gd name="T6" fmla="*/ 0 w 13"/>
                  <a:gd name="T7" fmla="*/ 309 h 19"/>
                  <a:gd name="T8" fmla="*/ 103 w 13"/>
                  <a:gd name="T9" fmla="*/ 368 h 19"/>
                  <a:gd name="T10" fmla="*/ 182 w 13"/>
                  <a:gd name="T11" fmla="*/ 150 h 19"/>
                  <a:gd name="T12" fmla="*/ 103 w 13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9">
                    <a:moveTo>
                      <a:pt x="7" y="0"/>
                    </a:moveTo>
                    <a:cubicBezTo>
                      <a:pt x="8" y="1"/>
                      <a:pt x="9" y="3"/>
                      <a:pt x="9" y="5"/>
                    </a:cubicBezTo>
                    <a:cubicBezTo>
                      <a:pt x="10" y="11"/>
                      <a:pt x="7" y="16"/>
                      <a:pt x="3" y="16"/>
                    </a:cubicBezTo>
                    <a:cubicBezTo>
                      <a:pt x="2" y="16"/>
                      <a:pt x="1" y="16"/>
                      <a:pt x="0" y="16"/>
                    </a:cubicBezTo>
                    <a:cubicBezTo>
                      <a:pt x="2" y="18"/>
                      <a:pt x="4" y="19"/>
                      <a:pt x="7" y="19"/>
                    </a:cubicBezTo>
                    <a:cubicBezTo>
                      <a:pt x="11" y="18"/>
                      <a:pt x="13" y="13"/>
                      <a:pt x="12" y="8"/>
                    </a:cubicBezTo>
                    <a:cubicBezTo>
                      <a:pt x="12" y="4"/>
                      <a:pt x="9" y="1"/>
                      <a:pt x="7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" name="Freeform 178">
                <a:extLst>
                  <a:ext uri="{FF2B5EF4-FFF2-40B4-BE49-F238E27FC236}">
                    <a16:creationId xmlns:a16="http://schemas.microsoft.com/office/drawing/2014/main" id="{8A5778C2-41DA-40C5-9944-C8B562997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3533"/>
                <a:ext cx="50" cy="70"/>
              </a:xfrm>
              <a:custGeom>
                <a:avLst/>
                <a:gdLst>
                  <a:gd name="T0" fmla="*/ 20 w 20"/>
                  <a:gd name="T1" fmla="*/ 275 h 26"/>
                  <a:gd name="T2" fmla="*/ 125 w 20"/>
                  <a:gd name="T3" fmla="*/ 22 h 26"/>
                  <a:gd name="T4" fmla="*/ 300 w 20"/>
                  <a:gd name="T5" fmla="*/ 232 h 26"/>
                  <a:gd name="T6" fmla="*/ 175 w 20"/>
                  <a:gd name="T7" fmla="*/ 485 h 26"/>
                  <a:gd name="T8" fmla="*/ 20 w 20"/>
                  <a:gd name="T9" fmla="*/ 27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1" y="14"/>
                    </a:moveTo>
                    <a:cubicBezTo>
                      <a:pt x="0" y="7"/>
                      <a:pt x="3" y="1"/>
                      <a:pt x="8" y="1"/>
                    </a:cubicBezTo>
                    <a:cubicBezTo>
                      <a:pt x="13" y="0"/>
                      <a:pt x="18" y="5"/>
                      <a:pt x="19" y="12"/>
                    </a:cubicBezTo>
                    <a:cubicBezTo>
                      <a:pt x="20" y="19"/>
                      <a:pt x="16" y="25"/>
                      <a:pt x="11" y="25"/>
                    </a:cubicBezTo>
                    <a:cubicBezTo>
                      <a:pt x="6" y="26"/>
                      <a:pt x="1" y="21"/>
                      <a:pt x="1" y="14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2" name="Freeform 179">
                <a:extLst>
                  <a:ext uri="{FF2B5EF4-FFF2-40B4-BE49-F238E27FC236}">
                    <a16:creationId xmlns:a16="http://schemas.microsoft.com/office/drawing/2014/main" id="{7802B90C-4141-4C3A-BE70-4B7365306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544"/>
                <a:ext cx="33" cy="51"/>
              </a:xfrm>
              <a:custGeom>
                <a:avLst/>
                <a:gdLst>
                  <a:gd name="T0" fmla="*/ 117 w 13"/>
                  <a:gd name="T1" fmla="*/ 0 h 19"/>
                  <a:gd name="T2" fmla="*/ 147 w 13"/>
                  <a:gd name="T3" fmla="*/ 115 h 19"/>
                  <a:gd name="T4" fmla="*/ 51 w 13"/>
                  <a:gd name="T5" fmla="*/ 309 h 19"/>
                  <a:gd name="T6" fmla="*/ 0 w 13"/>
                  <a:gd name="T7" fmla="*/ 287 h 19"/>
                  <a:gd name="T8" fmla="*/ 96 w 13"/>
                  <a:gd name="T9" fmla="*/ 368 h 19"/>
                  <a:gd name="T10" fmla="*/ 193 w 13"/>
                  <a:gd name="T11" fmla="*/ 150 h 19"/>
                  <a:gd name="T12" fmla="*/ 117 w 13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9">
                    <a:moveTo>
                      <a:pt x="7" y="0"/>
                    </a:moveTo>
                    <a:cubicBezTo>
                      <a:pt x="8" y="2"/>
                      <a:pt x="9" y="3"/>
                      <a:pt x="9" y="6"/>
                    </a:cubicBezTo>
                    <a:cubicBezTo>
                      <a:pt x="10" y="11"/>
                      <a:pt x="7" y="16"/>
                      <a:pt x="3" y="16"/>
                    </a:cubicBezTo>
                    <a:cubicBezTo>
                      <a:pt x="2" y="16"/>
                      <a:pt x="1" y="16"/>
                      <a:pt x="0" y="15"/>
                    </a:cubicBezTo>
                    <a:cubicBezTo>
                      <a:pt x="1" y="18"/>
                      <a:pt x="4" y="19"/>
                      <a:pt x="6" y="19"/>
                    </a:cubicBezTo>
                    <a:cubicBezTo>
                      <a:pt x="10" y="19"/>
                      <a:pt x="13" y="14"/>
                      <a:pt x="12" y="8"/>
                    </a:cubicBezTo>
                    <a:cubicBezTo>
                      <a:pt x="12" y="4"/>
                      <a:pt x="10" y="1"/>
                      <a:pt x="7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3" name="Freeform 180">
                <a:extLst>
                  <a:ext uri="{FF2B5EF4-FFF2-40B4-BE49-F238E27FC236}">
                    <a16:creationId xmlns:a16="http://schemas.microsoft.com/office/drawing/2014/main" id="{B65DCE99-BCE2-4EEF-B3C6-3288BC5BA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3008"/>
                <a:ext cx="50" cy="67"/>
              </a:xfrm>
              <a:custGeom>
                <a:avLst/>
                <a:gdLst>
                  <a:gd name="T0" fmla="*/ 20 w 20"/>
                  <a:gd name="T1" fmla="*/ 252 h 25"/>
                  <a:gd name="T2" fmla="*/ 145 w 20"/>
                  <a:gd name="T3" fmla="*/ 0 h 25"/>
                  <a:gd name="T4" fmla="*/ 300 w 20"/>
                  <a:gd name="T5" fmla="*/ 230 h 25"/>
                  <a:gd name="T6" fmla="*/ 188 w 20"/>
                  <a:gd name="T7" fmla="*/ 482 h 25"/>
                  <a:gd name="T8" fmla="*/ 20 w 20"/>
                  <a:gd name="T9" fmla="*/ 25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1" y="13"/>
                    </a:moveTo>
                    <a:cubicBezTo>
                      <a:pt x="0" y="7"/>
                      <a:pt x="4" y="1"/>
                      <a:pt x="9" y="0"/>
                    </a:cubicBezTo>
                    <a:cubicBezTo>
                      <a:pt x="14" y="0"/>
                      <a:pt x="19" y="5"/>
                      <a:pt x="19" y="12"/>
                    </a:cubicBezTo>
                    <a:cubicBezTo>
                      <a:pt x="20" y="18"/>
                      <a:pt x="17" y="24"/>
                      <a:pt x="12" y="25"/>
                    </a:cubicBezTo>
                    <a:cubicBezTo>
                      <a:pt x="7" y="25"/>
                      <a:pt x="2" y="20"/>
                      <a:pt x="1" y="13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4" name="Freeform 181">
                <a:extLst>
                  <a:ext uri="{FF2B5EF4-FFF2-40B4-BE49-F238E27FC236}">
                    <a16:creationId xmlns:a16="http://schemas.microsoft.com/office/drawing/2014/main" id="{ED410146-E3BD-489A-81E0-6C3369A77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019"/>
                <a:ext cx="32" cy="50"/>
              </a:xfrm>
              <a:custGeom>
                <a:avLst/>
                <a:gdLst>
                  <a:gd name="T0" fmla="*/ 121 w 13"/>
                  <a:gd name="T1" fmla="*/ 0 h 19"/>
                  <a:gd name="T2" fmla="*/ 153 w 13"/>
                  <a:gd name="T3" fmla="*/ 89 h 19"/>
                  <a:gd name="T4" fmla="*/ 42 w 13"/>
                  <a:gd name="T5" fmla="*/ 292 h 19"/>
                  <a:gd name="T6" fmla="*/ 0 w 13"/>
                  <a:gd name="T7" fmla="*/ 271 h 19"/>
                  <a:gd name="T8" fmla="*/ 103 w 13"/>
                  <a:gd name="T9" fmla="*/ 326 h 19"/>
                  <a:gd name="T10" fmla="*/ 194 w 13"/>
                  <a:gd name="T11" fmla="*/ 145 h 19"/>
                  <a:gd name="T12" fmla="*/ 121 w 13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9">
                    <a:moveTo>
                      <a:pt x="8" y="0"/>
                    </a:moveTo>
                    <a:cubicBezTo>
                      <a:pt x="9" y="1"/>
                      <a:pt x="10" y="3"/>
                      <a:pt x="10" y="5"/>
                    </a:cubicBezTo>
                    <a:cubicBezTo>
                      <a:pt x="10" y="10"/>
                      <a:pt x="8" y="15"/>
                      <a:pt x="3" y="16"/>
                    </a:cubicBezTo>
                    <a:cubicBezTo>
                      <a:pt x="2" y="16"/>
                      <a:pt x="1" y="16"/>
                      <a:pt x="0" y="15"/>
                    </a:cubicBezTo>
                    <a:cubicBezTo>
                      <a:pt x="2" y="17"/>
                      <a:pt x="4" y="19"/>
                      <a:pt x="7" y="18"/>
                    </a:cubicBezTo>
                    <a:cubicBezTo>
                      <a:pt x="11" y="18"/>
                      <a:pt x="13" y="13"/>
                      <a:pt x="13" y="8"/>
                    </a:cubicBezTo>
                    <a:cubicBezTo>
                      <a:pt x="12" y="4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5" name="Oval 182">
                <a:extLst>
                  <a:ext uri="{FF2B5EF4-FFF2-40B4-BE49-F238E27FC236}">
                    <a16:creationId xmlns:a16="http://schemas.microsoft.com/office/drawing/2014/main" id="{CF41B9DC-33CE-4390-B570-C15C0BDB7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5" y="3024"/>
                <a:ext cx="45" cy="64"/>
              </a:xfrm>
              <a:prstGeom prst="ellipse">
                <a:avLst/>
              </a:pr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126" name="Freeform 183">
                <a:extLst>
                  <a:ext uri="{FF2B5EF4-FFF2-40B4-BE49-F238E27FC236}">
                    <a16:creationId xmlns:a16="http://schemas.microsoft.com/office/drawing/2014/main" id="{F664C768-AE5D-4FC7-B7CE-F9BDA7C7C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032"/>
                <a:ext cx="35" cy="51"/>
              </a:xfrm>
              <a:custGeom>
                <a:avLst/>
                <a:gdLst>
                  <a:gd name="T0" fmla="*/ 158 w 14"/>
                  <a:gd name="T1" fmla="*/ 0 h 19"/>
                  <a:gd name="T2" fmla="*/ 175 w 14"/>
                  <a:gd name="T3" fmla="*/ 115 h 19"/>
                  <a:gd name="T4" fmla="*/ 63 w 14"/>
                  <a:gd name="T5" fmla="*/ 309 h 19"/>
                  <a:gd name="T6" fmla="*/ 0 w 14"/>
                  <a:gd name="T7" fmla="*/ 287 h 19"/>
                  <a:gd name="T8" fmla="*/ 95 w 14"/>
                  <a:gd name="T9" fmla="*/ 368 h 19"/>
                  <a:gd name="T10" fmla="*/ 220 w 14"/>
                  <a:gd name="T11" fmla="*/ 172 h 19"/>
                  <a:gd name="T12" fmla="*/ 158 w 14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10" y="0"/>
                    </a:moveTo>
                    <a:cubicBezTo>
                      <a:pt x="11" y="2"/>
                      <a:pt x="11" y="4"/>
                      <a:pt x="11" y="6"/>
                    </a:cubicBezTo>
                    <a:cubicBezTo>
                      <a:pt x="11" y="12"/>
                      <a:pt x="8" y="16"/>
                      <a:pt x="4" y="16"/>
                    </a:cubicBezTo>
                    <a:cubicBezTo>
                      <a:pt x="2" y="16"/>
                      <a:pt x="1" y="16"/>
                      <a:pt x="0" y="15"/>
                    </a:cubicBezTo>
                    <a:cubicBezTo>
                      <a:pt x="2" y="17"/>
                      <a:pt x="4" y="19"/>
                      <a:pt x="6" y="19"/>
                    </a:cubicBezTo>
                    <a:cubicBezTo>
                      <a:pt x="10" y="19"/>
                      <a:pt x="14" y="15"/>
                      <a:pt x="14" y="9"/>
                    </a:cubicBezTo>
                    <a:cubicBezTo>
                      <a:pt x="14" y="5"/>
                      <a:pt x="12" y="2"/>
                      <a:pt x="10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7" name="Freeform 184">
                <a:extLst>
                  <a:ext uri="{FF2B5EF4-FFF2-40B4-BE49-F238E27FC236}">
                    <a16:creationId xmlns:a16="http://schemas.microsoft.com/office/drawing/2014/main" id="{C13ABBA8-CE92-481D-8B12-DEE9F46BF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3163"/>
                <a:ext cx="55" cy="69"/>
              </a:xfrm>
              <a:custGeom>
                <a:avLst/>
                <a:gdLst>
                  <a:gd name="T0" fmla="*/ 50 w 22"/>
                  <a:gd name="T1" fmla="*/ 337 h 26"/>
                  <a:gd name="T2" fmla="*/ 83 w 22"/>
                  <a:gd name="T3" fmla="*/ 56 h 26"/>
                  <a:gd name="T4" fmla="*/ 300 w 22"/>
                  <a:gd name="T5" fmla="*/ 149 h 26"/>
                  <a:gd name="T6" fmla="*/ 270 w 22"/>
                  <a:gd name="T7" fmla="*/ 430 h 26"/>
                  <a:gd name="T8" fmla="*/ 50 w 22"/>
                  <a:gd name="T9" fmla="*/ 33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6">
                    <a:moveTo>
                      <a:pt x="3" y="18"/>
                    </a:moveTo>
                    <a:cubicBezTo>
                      <a:pt x="0" y="12"/>
                      <a:pt x="1" y="5"/>
                      <a:pt x="5" y="3"/>
                    </a:cubicBezTo>
                    <a:cubicBezTo>
                      <a:pt x="9" y="0"/>
                      <a:pt x="16" y="3"/>
                      <a:pt x="19" y="8"/>
                    </a:cubicBezTo>
                    <a:cubicBezTo>
                      <a:pt x="22" y="14"/>
                      <a:pt x="22" y="21"/>
                      <a:pt x="17" y="23"/>
                    </a:cubicBezTo>
                    <a:cubicBezTo>
                      <a:pt x="13" y="26"/>
                      <a:pt x="7" y="23"/>
                      <a:pt x="3" y="18"/>
                    </a:cubicBezTo>
                    <a:close/>
                  </a:path>
                </a:pathLst>
              </a:custGeom>
              <a:solidFill>
                <a:srgbClr val="D4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8" name="Freeform 185">
                <a:extLst>
                  <a:ext uri="{FF2B5EF4-FFF2-40B4-BE49-F238E27FC236}">
                    <a16:creationId xmlns:a16="http://schemas.microsoft.com/office/drawing/2014/main" id="{78EE3EEC-2B7C-40FA-9AA1-C7D914F57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173"/>
                <a:ext cx="30" cy="51"/>
              </a:xfrm>
              <a:custGeom>
                <a:avLst/>
                <a:gdLst>
                  <a:gd name="T0" fmla="*/ 20 w 12"/>
                  <a:gd name="T1" fmla="*/ 0 h 19"/>
                  <a:gd name="T2" fmla="*/ 83 w 12"/>
                  <a:gd name="T3" fmla="*/ 81 h 19"/>
                  <a:gd name="T4" fmla="*/ 63 w 12"/>
                  <a:gd name="T5" fmla="*/ 309 h 19"/>
                  <a:gd name="T6" fmla="*/ 0 w 12"/>
                  <a:gd name="T7" fmla="*/ 330 h 19"/>
                  <a:gd name="T8" fmla="*/ 125 w 12"/>
                  <a:gd name="T9" fmla="*/ 346 h 19"/>
                  <a:gd name="T10" fmla="*/ 145 w 12"/>
                  <a:gd name="T11" fmla="*/ 94 h 19"/>
                  <a:gd name="T12" fmla="*/ 20 w 12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9">
                    <a:moveTo>
                      <a:pt x="1" y="0"/>
                    </a:moveTo>
                    <a:cubicBezTo>
                      <a:pt x="2" y="1"/>
                      <a:pt x="4" y="2"/>
                      <a:pt x="5" y="4"/>
                    </a:cubicBezTo>
                    <a:cubicBezTo>
                      <a:pt x="8" y="9"/>
                      <a:pt x="7" y="14"/>
                      <a:pt x="4" y="16"/>
                    </a:cubicBezTo>
                    <a:cubicBezTo>
                      <a:pt x="3" y="17"/>
                      <a:pt x="1" y="17"/>
                      <a:pt x="0" y="17"/>
                    </a:cubicBezTo>
                    <a:cubicBezTo>
                      <a:pt x="3" y="19"/>
                      <a:pt x="5" y="19"/>
                      <a:pt x="8" y="18"/>
                    </a:cubicBezTo>
                    <a:cubicBezTo>
                      <a:pt x="11" y="15"/>
                      <a:pt x="12" y="10"/>
                      <a:pt x="9" y="5"/>
                    </a:cubicBezTo>
                    <a:cubicBezTo>
                      <a:pt x="7" y="2"/>
                      <a:pt x="4" y="0"/>
                      <a:pt x="1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9" name="Freeform 186">
                <a:extLst>
                  <a:ext uri="{FF2B5EF4-FFF2-40B4-BE49-F238E27FC236}">
                    <a16:creationId xmlns:a16="http://schemas.microsoft.com/office/drawing/2014/main" id="{240F13CD-FA23-4EE3-BE2F-8FA429F22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827"/>
                <a:ext cx="45" cy="58"/>
              </a:xfrm>
              <a:custGeom>
                <a:avLst/>
                <a:gdLst>
                  <a:gd name="T0" fmla="*/ 20 w 18"/>
                  <a:gd name="T1" fmla="*/ 221 h 22"/>
                  <a:gd name="T2" fmla="*/ 125 w 18"/>
                  <a:gd name="T3" fmla="*/ 21 h 22"/>
                  <a:gd name="T4" fmla="*/ 270 w 18"/>
                  <a:gd name="T5" fmla="*/ 182 h 22"/>
                  <a:gd name="T6" fmla="*/ 158 w 18"/>
                  <a:gd name="T7" fmla="*/ 403 h 22"/>
                  <a:gd name="T8" fmla="*/ 20 w 18"/>
                  <a:gd name="T9" fmla="*/ 22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" y="12"/>
                    </a:moveTo>
                    <a:cubicBezTo>
                      <a:pt x="0" y="6"/>
                      <a:pt x="3" y="1"/>
                      <a:pt x="8" y="1"/>
                    </a:cubicBezTo>
                    <a:cubicBezTo>
                      <a:pt x="12" y="0"/>
                      <a:pt x="16" y="5"/>
                      <a:pt x="17" y="10"/>
                    </a:cubicBezTo>
                    <a:cubicBezTo>
                      <a:pt x="18" y="16"/>
                      <a:pt x="15" y="21"/>
                      <a:pt x="10" y="22"/>
                    </a:cubicBezTo>
                    <a:cubicBezTo>
                      <a:pt x="6" y="22"/>
                      <a:pt x="2" y="18"/>
                      <a:pt x="1" y="12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0" name="Freeform 187">
                <a:extLst>
                  <a:ext uri="{FF2B5EF4-FFF2-40B4-BE49-F238E27FC236}">
                    <a16:creationId xmlns:a16="http://schemas.microsoft.com/office/drawing/2014/main" id="{1261ECDF-01B8-4FC2-88BE-6FE76EDBC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835"/>
                <a:ext cx="30" cy="45"/>
              </a:xfrm>
              <a:custGeom>
                <a:avLst/>
                <a:gdLst>
                  <a:gd name="T0" fmla="*/ 113 w 12"/>
                  <a:gd name="T1" fmla="*/ 0 h 17"/>
                  <a:gd name="T2" fmla="*/ 145 w 12"/>
                  <a:gd name="T3" fmla="*/ 90 h 17"/>
                  <a:gd name="T4" fmla="*/ 50 w 12"/>
                  <a:gd name="T5" fmla="*/ 281 h 17"/>
                  <a:gd name="T6" fmla="*/ 0 w 12"/>
                  <a:gd name="T7" fmla="*/ 259 h 17"/>
                  <a:gd name="T8" fmla="*/ 95 w 12"/>
                  <a:gd name="T9" fmla="*/ 315 h 17"/>
                  <a:gd name="T10" fmla="*/ 188 w 12"/>
                  <a:gd name="T11" fmla="*/ 148 h 17"/>
                  <a:gd name="T12" fmla="*/ 11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7" y="0"/>
                    </a:moveTo>
                    <a:cubicBezTo>
                      <a:pt x="8" y="2"/>
                      <a:pt x="9" y="3"/>
                      <a:pt x="9" y="5"/>
                    </a:cubicBezTo>
                    <a:cubicBezTo>
                      <a:pt x="9" y="10"/>
                      <a:pt x="7" y="14"/>
                      <a:pt x="3" y="15"/>
                    </a:cubicBezTo>
                    <a:cubicBezTo>
                      <a:pt x="2" y="15"/>
                      <a:pt x="1" y="14"/>
                      <a:pt x="0" y="14"/>
                    </a:cubicBezTo>
                    <a:cubicBezTo>
                      <a:pt x="2" y="16"/>
                      <a:pt x="4" y="17"/>
                      <a:pt x="6" y="17"/>
                    </a:cubicBezTo>
                    <a:cubicBezTo>
                      <a:pt x="10" y="17"/>
                      <a:pt x="12" y="12"/>
                      <a:pt x="12" y="8"/>
                    </a:cubicBezTo>
                    <a:cubicBezTo>
                      <a:pt x="11" y="4"/>
                      <a:pt x="9" y="2"/>
                      <a:pt x="7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1" name="Freeform 188">
                <a:extLst>
                  <a:ext uri="{FF2B5EF4-FFF2-40B4-BE49-F238E27FC236}">
                    <a16:creationId xmlns:a16="http://schemas.microsoft.com/office/drawing/2014/main" id="{9FE3D504-0ECC-4FEC-A40D-3A6C8AB4C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907"/>
                <a:ext cx="45" cy="58"/>
              </a:xfrm>
              <a:custGeom>
                <a:avLst/>
                <a:gdLst>
                  <a:gd name="T0" fmla="*/ 20 w 18"/>
                  <a:gd name="T1" fmla="*/ 221 h 22"/>
                  <a:gd name="T2" fmla="*/ 125 w 18"/>
                  <a:gd name="T3" fmla="*/ 21 h 22"/>
                  <a:gd name="T4" fmla="*/ 270 w 18"/>
                  <a:gd name="T5" fmla="*/ 182 h 22"/>
                  <a:gd name="T6" fmla="*/ 158 w 18"/>
                  <a:gd name="T7" fmla="*/ 403 h 22"/>
                  <a:gd name="T8" fmla="*/ 20 w 18"/>
                  <a:gd name="T9" fmla="*/ 22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" y="12"/>
                    </a:moveTo>
                    <a:cubicBezTo>
                      <a:pt x="0" y="6"/>
                      <a:pt x="3" y="1"/>
                      <a:pt x="8" y="1"/>
                    </a:cubicBezTo>
                    <a:cubicBezTo>
                      <a:pt x="12" y="0"/>
                      <a:pt x="16" y="5"/>
                      <a:pt x="17" y="10"/>
                    </a:cubicBezTo>
                    <a:cubicBezTo>
                      <a:pt x="18" y="16"/>
                      <a:pt x="15" y="21"/>
                      <a:pt x="10" y="22"/>
                    </a:cubicBezTo>
                    <a:cubicBezTo>
                      <a:pt x="6" y="22"/>
                      <a:pt x="2" y="18"/>
                      <a:pt x="1" y="12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2" name="Freeform 189">
                <a:extLst>
                  <a:ext uri="{FF2B5EF4-FFF2-40B4-BE49-F238E27FC236}">
                    <a16:creationId xmlns:a16="http://schemas.microsoft.com/office/drawing/2014/main" id="{A62AE4F0-2A1F-4A98-9980-1180839C4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915"/>
                <a:ext cx="30" cy="45"/>
              </a:xfrm>
              <a:custGeom>
                <a:avLst/>
                <a:gdLst>
                  <a:gd name="T0" fmla="*/ 113 w 12"/>
                  <a:gd name="T1" fmla="*/ 0 h 17"/>
                  <a:gd name="T2" fmla="*/ 145 w 12"/>
                  <a:gd name="T3" fmla="*/ 90 h 17"/>
                  <a:gd name="T4" fmla="*/ 50 w 12"/>
                  <a:gd name="T5" fmla="*/ 281 h 17"/>
                  <a:gd name="T6" fmla="*/ 0 w 12"/>
                  <a:gd name="T7" fmla="*/ 259 h 17"/>
                  <a:gd name="T8" fmla="*/ 95 w 12"/>
                  <a:gd name="T9" fmla="*/ 315 h 17"/>
                  <a:gd name="T10" fmla="*/ 188 w 12"/>
                  <a:gd name="T11" fmla="*/ 148 h 17"/>
                  <a:gd name="T12" fmla="*/ 113 w 12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7" y="0"/>
                    </a:moveTo>
                    <a:cubicBezTo>
                      <a:pt x="8" y="2"/>
                      <a:pt x="9" y="3"/>
                      <a:pt x="9" y="5"/>
                    </a:cubicBezTo>
                    <a:cubicBezTo>
                      <a:pt x="9" y="10"/>
                      <a:pt x="7" y="14"/>
                      <a:pt x="3" y="15"/>
                    </a:cubicBezTo>
                    <a:cubicBezTo>
                      <a:pt x="2" y="15"/>
                      <a:pt x="1" y="14"/>
                      <a:pt x="0" y="14"/>
                    </a:cubicBezTo>
                    <a:cubicBezTo>
                      <a:pt x="2" y="16"/>
                      <a:pt x="4" y="17"/>
                      <a:pt x="6" y="17"/>
                    </a:cubicBezTo>
                    <a:cubicBezTo>
                      <a:pt x="10" y="17"/>
                      <a:pt x="12" y="12"/>
                      <a:pt x="12" y="8"/>
                    </a:cubicBezTo>
                    <a:cubicBezTo>
                      <a:pt x="11" y="4"/>
                      <a:pt x="9" y="2"/>
                      <a:pt x="7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3" name="Freeform 190">
                <a:extLst>
                  <a:ext uri="{FF2B5EF4-FFF2-40B4-BE49-F238E27FC236}">
                    <a16:creationId xmlns:a16="http://schemas.microsoft.com/office/drawing/2014/main" id="{0CDA6404-09F2-45CC-A674-515233808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109"/>
                <a:ext cx="37" cy="59"/>
              </a:xfrm>
              <a:custGeom>
                <a:avLst/>
                <a:gdLst>
                  <a:gd name="T0" fmla="*/ 0 w 15"/>
                  <a:gd name="T1" fmla="*/ 231 h 22"/>
                  <a:gd name="T2" fmla="*/ 91 w 15"/>
                  <a:gd name="T3" fmla="*/ 21 h 22"/>
                  <a:gd name="T4" fmla="*/ 212 w 15"/>
                  <a:gd name="T5" fmla="*/ 193 h 22"/>
                  <a:gd name="T6" fmla="*/ 121 w 15"/>
                  <a:gd name="T7" fmla="*/ 424 h 22"/>
                  <a:gd name="T8" fmla="*/ 0 w 15"/>
                  <a:gd name="T9" fmla="*/ 23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0" y="12"/>
                    </a:moveTo>
                    <a:cubicBezTo>
                      <a:pt x="0" y="6"/>
                      <a:pt x="2" y="1"/>
                      <a:pt x="6" y="1"/>
                    </a:cubicBezTo>
                    <a:cubicBezTo>
                      <a:pt x="10" y="0"/>
                      <a:pt x="14" y="5"/>
                      <a:pt x="14" y="10"/>
                    </a:cubicBezTo>
                    <a:cubicBezTo>
                      <a:pt x="15" y="16"/>
                      <a:pt x="12" y="21"/>
                      <a:pt x="8" y="22"/>
                    </a:cubicBezTo>
                    <a:cubicBezTo>
                      <a:pt x="4" y="22"/>
                      <a:pt x="1" y="18"/>
                      <a:pt x="0" y="12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4" name="Freeform 191">
                <a:extLst>
                  <a:ext uri="{FF2B5EF4-FFF2-40B4-BE49-F238E27FC236}">
                    <a16:creationId xmlns:a16="http://schemas.microsoft.com/office/drawing/2014/main" id="{A489EE80-7B1F-4039-9763-E97059743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3117"/>
                <a:ext cx="28" cy="46"/>
              </a:xfrm>
              <a:custGeom>
                <a:avLst/>
                <a:gdLst>
                  <a:gd name="T0" fmla="*/ 97 w 11"/>
                  <a:gd name="T1" fmla="*/ 0 h 17"/>
                  <a:gd name="T2" fmla="*/ 130 w 11"/>
                  <a:gd name="T3" fmla="*/ 103 h 17"/>
                  <a:gd name="T4" fmla="*/ 51 w 11"/>
                  <a:gd name="T5" fmla="*/ 300 h 17"/>
                  <a:gd name="T6" fmla="*/ 0 w 11"/>
                  <a:gd name="T7" fmla="*/ 279 h 17"/>
                  <a:gd name="T8" fmla="*/ 84 w 11"/>
                  <a:gd name="T9" fmla="*/ 336 h 17"/>
                  <a:gd name="T10" fmla="*/ 163 w 11"/>
                  <a:gd name="T11" fmla="*/ 162 h 17"/>
                  <a:gd name="T12" fmla="*/ 97 w 11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7">
                    <a:moveTo>
                      <a:pt x="6" y="0"/>
                    </a:moveTo>
                    <a:cubicBezTo>
                      <a:pt x="7" y="2"/>
                      <a:pt x="8" y="3"/>
                      <a:pt x="8" y="5"/>
                    </a:cubicBezTo>
                    <a:cubicBezTo>
                      <a:pt x="8" y="10"/>
                      <a:pt x="6" y="14"/>
                      <a:pt x="3" y="15"/>
                    </a:cubicBezTo>
                    <a:cubicBezTo>
                      <a:pt x="2" y="15"/>
                      <a:pt x="1" y="14"/>
                      <a:pt x="0" y="14"/>
                    </a:cubicBezTo>
                    <a:cubicBezTo>
                      <a:pt x="1" y="16"/>
                      <a:pt x="3" y="17"/>
                      <a:pt x="5" y="17"/>
                    </a:cubicBezTo>
                    <a:cubicBezTo>
                      <a:pt x="9" y="17"/>
                      <a:pt x="11" y="12"/>
                      <a:pt x="10" y="8"/>
                    </a:cubicBezTo>
                    <a:cubicBezTo>
                      <a:pt x="10" y="4"/>
                      <a:pt x="8" y="2"/>
                      <a:pt x="6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5" name="Freeform 192">
                <a:extLst>
                  <a:ext uri="{FF2B5EF4-FFF2-40B4-BE49-F238E27FC236}">
                    <a16:creationId xmlns:a16="http://schemas.microsoft.com/office/drawing/2014/main" id="{21A1D635-45BE-48AF-AA34-901EED678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925"/>
                <a:ext cx="40" cy="56"/>
              </a:xfrm>
              <a:custGeom>
                <a:avLst/>
                <a:gdLst>
                  <a:gd name="T0" fmla="*/ 20 w 16"/>
                  <a:gd name="T1" fmla="*/ 192 h 21"/>
                  <a:gd name="T2" fmla="*/ 125 w 16"/>
                  <a:gd name="T3" fmla="*/ 0 h 21"/>
                  <a:gd name="T4" fmla="*/ 250 w 16"/>
                  <a:gd name="T5" fmla="*/ 192 h 21"/>
                  <a:gd name="T6" fmla="*/ 125 w 16"/>
                  <a:gd name="T7" fmla="*/ 376 h 21"/>
                  <a:gd name="T8" fmla="*/ 20 w 16"/>
                  <a:gd name="T9" fmla="*/ 192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1" y="10"/>
                    </a:moveTo>
                    <a:cubicBezTo>
                      <a:pt x="0" y="5"/>
                      <a:pt x="4" y="0"/>
                      <a:pt x="8" y="0"/>
                    </a:cubicBezTo>
                    <a:cubicBezTo>
                      <a:pt x="12" y="0"/>
                      <a:pt x="16" y="4"/>
                      <a:pt x="16" y="10"/>
                    </a:cubicBezTo>
                    <a:cubicBezTo>
                      <a:pt x="16" y="16"/>
                      <a:pt x="13" y="20"/>
                      <a:pt x="8" y="20"/>
                    </a:cubicBezTo>
                    <a:cubicBezTo>
                      <a:pt x="4" y="21"/>
                      <a:pt x="1" y="16"/>
                      <a:pt x="1" y="10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6" name="Freeform 193">
                <a:extLst>
                  <a:ext uri="{FF2B5EF4-FFF2-40B4-BE49-F238E27FC236}">
                    <a16:creationId xmlns:a16="http://schemas.microsoft.com/office/drawing/2014/main" id="{40C14666-074A-4E18-8AB9-21004E851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933"/>
                <a:ext cx="30" cy="43"/>
              </a:xfrm>
              <a:custGeom>
                <a:avLst/>
                <a:gdLst>
                  <a:gd name="T0" fmla="*/ 125 w 12"/>
                  <a:gd name="T1" fmla="*/ 0 h 16"/>
                  <a:gd name="T2" fmla="*/ 145 w 12"/>
                  <a:gd name="T3" fmla="*/ 94 h 16"/>
                  <a:gd name="T4" fmla="*/ 50 w 12"/>
                  <a:gd name="T5" fmla="*/ 253 h 16"/>
                  <a:gd name="T6" fmla="*/ 0 w 12"/>
                  <a:gd name="T7" fmla="*/ 231 h 16"/>
                  <a:gd name="T8" fmla="*/ 95 w 12"/>
                  <a:gd name="T9" fmla="*/ 312 h 16"/>
                  <a:gd name="T10" fmla="*/ 188 w 12"/>
                  <a:gd name="T11" fmla="*/ 137 h 16"/>
                  <a:gd name="T12" fmla="*/ 125 w 12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6">
                    <a:moveTo>
                      <a:pt x="8" y="0"/>
                    </a:moveTo>
                    <a:cubicBezTo>
                      <a:pt x="9" y="1"/>
                      <a:pt x="9" y="3"/>
                      <a:pt x="9" y="5"/>
                    </a:cubicBezTo>
                    <a:cubicBezTo>
                      <a:pt x="9" y="9"/>
                      <a:pt x="7" y="13"/>
                      <a:pt x="3" y="13"/>
                    </a:cubicBezTo>
                    <a:cubicBezTo>
                      <a:pt x="2" y="13"/>
                      <a:pt x="1" y="13"/>
                      <a:pt x="0" y="12"/>
                    </a:cubicBezTo>
                    <a:cubicBezTo>
                      <a:pt x="2" y="14"/>
                      <a:pt x="3" y="16"/>
                      <a:pt x="6" y="16"/>
                    </a:cubicBezTo>
                    <a:cubicBezTo>
                      <a:pt x="9" y="16"/>
                      <a:pt x="12" y="12"/>
                      <a:pt x="12" y="7"/>
                    </a:cubicBezTo>
                    <a:cubicBezTo>
                      <a:pt x="12" y="4"/>
                      <a:pt x="10" y="1"/>
                      <a:pt x="8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7" name="Oval 194">
                <a:extLst>
                  <a:ext uri="{FF2B5EF4-FFF2-40B4-BE49-F238E27FC236}">
                    <a16:creationId xmlns:a16="http://schemas.microsoft.com/office/drawing/2014/main" id="{430011C3-7874-47DD-99ED-66C44F5F7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92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138" name="Oval 195">
                <a:extLst>
                  <a:ext uri="{FF2B5EF4-FFF2-40B4-BE49-F238E27FC236}">
                    <a16:creationId xmlns:a16="http://schemas.microsoft.com/office/drawing/2014/main" id="{DADDBC39-1577-44A9-8D73-33351A4F6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0" y="293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139" name="Oval 196">
                <a:extLst>
                  <a:ext uri="{FF2B5EF4-FFF2-40B4-BE49-F238E27FC236}">
                    <a16:creationId xmlns:a16="http://schemas.microsoft.com/office/drawing/2014/main" id="{A470E193-FF4E-4C09-9551-E35867AB3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92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140" name="Freeform 197">
                <a:extLst>
                  <a:ext uri="{FF2B5EF4-FFF2-40B4-BE49-F238E27FC236}">
                    <a16:creationId xmlns:a16="http://schemas.microsoft.com/office/drawing/2014/main" id="{F683CB9F-70C5-4BBB-8202-BEEEF1482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741"/>
                <a:ext cx="40" cy="56"/>
              </a:xfrm>
              <a:custGeom>
                <a:avLst/>
                <a:gdLst>
                  <a:gd name="T0" fmla="*/ 20 w 16"/>
                  <a:gd name="T1" fmla="*/ 205 h 21"/>
                  <a:gd name="T2" fmla="*/ 125 w 16"/>
                  <a:gd name="T3" fmla="*/ 0 h 21"/>
                  <a:gd name="T4" fmla="*/ 250 w 16"/>
                  <a:gd name="T5" fmla="*/ 205 h 21"/>
                  <a:gd name="T6" fmla="*/ 125 w 16"/>
                  <a:gd name="T7" fmla="*/ 397 h 21"/>
                  <a:gd name="T8" fmla="*/ 20 w 16"/>
                  <a:gd name="T9" fmla="*/ 20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1" y="11"/>
                    </a:moveTo>
                    <a:cubicBezTo>
                      <a:pt x="0" y="5"/>
                      <a:pt x="4" y="1"/>
                      <a:pt x="8" y="0"/>
                    </a:cubicBezTo>
                    <a:cubicBezTo>
                      <a:pt x="12" y="0"/>
                      <a:pt x="16" y="5"/>
                      <a:pt x="16" y="11"/>
                    </a:cubicBezTo>
                    <a:cubicBezTo>
                      <a:pt x="16" y="16"/>
                      <a:pt x="13" y="21"/>
                      <a:pt x="8" y="21"/>
                    </a:cubicBezTo>
                    <a:cubicBezTo>
                      <a:pt x="4" y="21"/>
                      <a:pt x="1" y="17"/>
                      <a:pt x="1" y="11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1" name="Freeform 198">
                <a:extLst>
                  <a:ext uri="{FF2B5EF4-FFF2-40B4-BE49-F238E27FC236}">
                    <a16:creationId xmlns:a16="http://schemas.microsoft.com/office/drawing/2014/main" id="{A8E1DE59-BFCD-4A08-A7DC-E86F2B8AF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749"/>
                <a:ext cx="30" cy="43"/>
              </a:xfrm>
              <a:custGeom>
                <a:avLst/>
                <a:gdLst>
                  <a:gd name="T0" fmla="*/ 125 w 12"/>
                  <a:gd name="T1" fmla="*/ 0 h 16"/>
                  <a:gd name="T2" fmla="*/ 145 w 12"/>
                  <a:gd name="T3" fmla="*/ 94 h 16"/>
                  <a:gd name="T4" fmla="*/ 50 w 12"/>
                  <a:gd name="T5" fmla="*/ 274 h 16"/>
                  <a:gd name="T6" fmla="*/ 0 w 12"/>
                  <a:gd name="T7" fmla="*/ 253 h 16"/>
                  <a:gd name="T8" fmla="*/ 95 w 12"/>
                  <a:gd name="T9" fmla="*/ 312 h 16"/>
                  <a:gd name="T10" fmla="*/ 188 w 12"/>
                  <a:gd name="T11" fmla="*/ 159 h 16"/>
                  <a:gd name="T12" fmla="*/ 125 w 12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6">
                    <a:moveTo>
                      <a:pt x="8" y="0"/>
                    </a:moveTo>
                    <a:cubicBezTo>
                      <a:pt x="9" y="2"/>
                      <a:pt x="9" y="3"/>
                      <a:pt x="9" y="5"/>
                    </a:cubicBezTo>
                    <a:cubicBezTo>
                      <a:pt x="9" y="10"/>
                      <a:pt x="7" y="14"/>
                      <a:pt x="3" y="14"/>
                    </a:cubicBezTo>
                    <a:cubicBezTo>
                      <a:pt x="2" y="14"/>
                      <a:pt x="1" y="13"/>
                      <a:pt x="0" y="13"/>
                    </a:cubicBezTo>
                    <a:cubicBezTo>
                      <a:pt x="2" y="15"/>
                      <a:pt x="3" y="16"/>
                      <a:pt x="6" y="16"/>
                    </a:cubicBezTo>
                    <a:cubicBezTo>
                      <a:pt x="9" y="16"/>
                      <a:pt x="12" y="12"/>
                      <a:pt x="12" y="8"/>
                    </a:cubicBezTo>
                    <a:cubicBezTo>
                      <a:pt x="12" y="4"/>
                      <a:pt x="10" y="2"/>
                      <a:pt x="8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2" name="Oval 199">
                <a:extLst>
                  <a:ext uri="{FF2B5EF4-FFF2-40B4-BE49-F238E27FC236}">
                    <a16:creationId xmlns:a16="http://schemas.microsoft.com/office/drawing/2014/main" id="{DFBE3BDC-BE3C-4B13-A6D0-0C9EB11D2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274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143" name="Oval 200">
                <a:extLst>
                  <a:ext uri="{FF2B5EF4-FFF2-40B4-BE49-F238E27FC236}">
                    <a16:creationId xmlns:a16="http://schemas.microsoft.com/office/drawing/2014/main" id="{BF38EEE0-396E-45EA-897C-91B74BBCB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275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144" name="Oval 201">
                <a:extLst>
                  <a:ext uri="{FF2B5EF4-FFF2-40B4-BE49-F238E27FC236}">
                    <a16:creationId xmlns:a16="http://schemas.microsoft.com/office/drawing/2014/main" id="{575DF407-16B1-48CA-8F81-05E73596E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273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9145" name="Freeform 202">
                <a:extLst>
                  <a:ext uri="{FF2B5EF4-FFF2-40B4-BE49-F238E27FC236}">
                    <a16:creationId xmlns:a16="http://schemas.microsoft.com/office/drawing/2014/main" id="{9FA26694-4FB4-4275-8738-5F59543F4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840"/>
                <a:ext cx="42" cy="59"/>
              </a:xfrm>
              <a:custGeom>
                <a:avLst/>
                <a:gdLst>
                  <a:gd name="T0" fmla="*/ 12 w 17"/>
                  <a:gd name="T1" fmla="*/ 193 h 22"/>
                  <a:gd name="T2" fmla="*/ 153 w 17"/>
                  <a:gd name="T3" fmla="*/ 21 h 22"/>
                  <a:gd name="T4" fmla="*/ 245 w 17"/>
                  <a:gd name="T5" fmla="*/ 231 h 22"/>
                  <a:gd name="T6" fmla="*/ 121 w 17"/>
                  <a:gd name="T7" fmla="*/ 402 h 22"/>
                  <a:gd name="T8" fmla="*/ 12 w 17"/>
                  <a:gd name="T9" fmla="*/ 19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" y="10"/>
                    </a:moveTo>
                    <a:cubicBezTo>
                      <a:pt x="2" y="5"/>
                      <a:pt x="5" y="0"/>
                      <a:pt x="10" y="1"/>
                    </a:cubicBezTo>
                    <a:cubicBezTo>
                      <a:pt x="14" y="1"/>
                      <a:pt x="17" y="6"/>
                      <a:pt x="16" y="12"/>
                    </a:cubicBezTo>
                    <a:cubicBezTo>
                      <a:pt x="16" y="17"/>
                      <a:pt x="12" y="22"/>
                      <a:pt x="8" y="21"/>
                    </a:cubicBezTo>
                    <a:cubicBezTo>
                      <a:pt x="3" y="21"/>
                      <a:pt x="0" y="16"/>
                      <a:pt x="1" y="10"/>
                    </a:cubicBezTo>
                    <a:close/>
                  </a:path>
                </a:pathLst>
              </a:custGeom>
              <a:solidFill>
                <a:srgbClr val="D7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6" name="Freeform 203">
                <a:extLst>
                  <a:ext uri="{FF2B5EF4-FFF2-40B4-BE49-F238E27FC236}">
                    <a16:creationId xmlns:a16="http://schemas.microsoft.com/office/drawing/2014/main" id="{B2E6EEB9-DC1F-4188-AFED-383C5AAFC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851"/>
                <a:ext cx="30" cy="42"/>
              </a:xfrm>
              <a:custGeom>
                <a:avLst/>
                <a:gdLst>
                  <a:gd name="T0" fmla="*/ 145 w 12"/>
                  <a:gd name="T1" fmla="*/ 0 h 16"/>
                  <a:gd name="T2" fmla="*/ 158 w 12"/>
                  <a:gd name="T3" fmla="*/ 89 h 16"/>
                  <a:gd name="T4" fmla="*/ 50 w 12"/>
                  <a:gd name="T5" fmla="*/ 234 h 16"/>
                  <a:gd name="T6" fmla="*/ 0 w 12"/>
                  <a:gd name="T7" fmla="*/ 200 h 16"/>
                  <a:gd name="T8" fmla="*/ 83 w 12"/>
                  <a:gd name="T9" fmla="*/ 268 h 16"/>
                  <a:gd name="T10" fmla="*/ 188 w 12"/>
                  <a:gd name="T11" fmla="*/ 144 h 16"/>
                  <a:gd name="T12" fmla="*/ 145 w 12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6">
                    <a:moveTo>
                      <a:pt x="9" y="0"/>
                    </a:moveTo>
                    <a:cubicBezTo>
                      <a:pt x="10" y="1"/>
                      <a:pt x="10" y="3"/>
                      <a:pt x="10" y="5"/>
                    </a:cubicBezTo>
                    <a:cubicBezTo>
                      <a:pt x="10" y="10"/>
                      <a:pt x="6" y="13"/>
                      <a:pt x="3" y="13"/>
                    </a:cubicBezTo>
                    <a:cubicBezTo>
                      <a:pt x="2" y="13"/>
                      <a:pt x="1" y="12"/>
                      <a:pt x="0" y="11"/>
                    </a:cubicBezTo>
                    <a:cubicBezTo>
                      <a:pt x="1" y="14"/>
                      <a:pt x="3" y="15"/>
                      <a:pt x="5" y="15"/>
                    </a:cubicBezTo>
                    <a:cubicBezTo>
                      <a:pt x="8" y="16"/>
                      <a:pt x="12" y="12"/>
                      <a:pt x="12" y="8"/>
                    </a:cubicBezTo>
                    <a:cubicBezTo>
                      <a:pt x="12" y="5"/>
                      <a:pt x="11" y="2"/>
                      <a:pt x="9" y="0"/>
                    </a:cubicBezTo>
                    <a:close/>
                  </a:path>
                </a:pathLst>
              </a:custGeom>
              <a:solidFill>
                <a:srgbClr val="CAA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7" name="Oval 204">
                <a:extLst>
                  <a:ext uri="{FF2B5EF4-FFF2-40B4-BE49-F238E27FC236}">
                    <a16:creationId xmlns:a16="http://schemas.microsoft.com/office/drawing/2014/main" id="{5746C058-DE30-401E-9E2C-8CCE493F7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3027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38928" name="Oval 205">
              <a:extLst>
                <a:ext uri="{FF2B5EF4-FFF2-40B4-BE49-F238E27FC236}">
                  <a16:creationId xmlns:a16="http://schemas.microsoft.com/office/drawing/2014/main" id="{61F08EE2-F97A-4A85-8E83-C5421322A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304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929" name="Oval 206">
              <a:extLst>
                <a:ext uri="{FF2B5EF4-FFF2-40B4-BE49-F238E27FC236}">
                  <a16:creationId xmlns:a16="http://schemas.microsoft.com/office/drawing/2014/main" id="{B12D9525-F403-4D7C-BECF-CF9541EE6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3" y="302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930" name="Oval 207">
              <a:extLst>
                <a:ext uri="{FF2B5EF4-FFF2-40B4-BE49-F238E27FC236}">
                  <a16:creationId xmlns:a16="http://schemas.microsoft.com/office/drawing/2014/main" id="{D6A77DA9-1B17-4CF2-8135-D84B9FC36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3" y="2845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931" name="Oval 208">
              <a:extLst>
                <a:ext uri="{FF2B5EF4-FFF2-40B4-BE49-F238E27FC236}">
                  <a16:creationId xmlns:a16="http://schemas.microsoft.com/office/drawing/2014/main" id="{F9396485-7824-4E0F-8B1A-FA809153D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8" y="286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932" name="Oval 209">
              <a:extLst>
                <a:ext uri="{FF2B5EF4-FFF2-40B4-BE49-F238E27FC236}">
                  <a16:creationId xmlns:a16="http://schemas.microsoft.com/office/drawing/2014/main" id="{9689F794-852A-4E84-8C09-E1F3A2C09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" y="284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933" name="Oval 210">
              <a:extLst>
                <a:ext uri="{FF2B5EF4-FFF2-40B4-BE49-F238E27FC236}">
                  <a16:creationId xmlns:a16="http://schemas.microsoft.com/office/drawing/2014/main" id="{051310BE-4739-48C1-8563-2D6201D6F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3011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934" name="Oval 211">
              <a:extLst>
                <a:ext uri="{FF2B5EF4-FFF2-40B4-BE49-F238E27FC236}">
                  <a16:creationId xmlns:a16="http://schemas.microsoft.com/office/drawing/2014/main" id="{0221325C-01FF-429C-8640-62001A377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302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935" name="Oval 212">
              <a:extLst>
                <a:ext uri="{FF2B5EF4-FFF2-40B4-BE49-F238E27FC236}">
                  <a16:creationId xmlns:a16="http://schemas.microsoft.com/office/drawing/2014/main" id="{7E8A6360-28CE-4F63-A108-295EC23A9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5" y="2829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936" name="Oval 213">
              <a:extLst>
                <a:ext uri="{FF2B5EF4-FFF2-40B4-BE49-F238E27FC236}">
                  <a16:creationId xmlns:a16="http://schemas.microsoft.com/office/drawing/2014/main" id="{24D370A6-B70F-45A8-971D-A13CFC826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284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937" name="Freeform 214">
              <a:extLst>
                <a:ext uri="{FF2B5EF4-FFF2-40B4-BE49-F238E27FC236}">
                  <a16:creationId xmlns:a16="http://schemas.microsoft.com/office/drawing/2014/main" id="{5E2D5A5C-7948-400D-B795-36409FB3F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3021"/>
              <a:ext cx="65" cy="62"/>
            </a:xfrm>
            <a:custGeom>
              <a:avLst/>
              <a:gdLst>
                <a:gd name="T0" fmla="*/ 145 w 26"/>
                <a:gd name="T1" fmla="*/ 394 h 23"/>
                <a:gd name="T2" fmla="*/ 50 w 26"/>
                <a:gd name="T3" fmla="*/ 116 h 23"/>
                <a:gd name="T4" fmla="*/ 283 w 26"/>
                <a:gd name="T5" fmla="*/ 81 h 23"/>
                <a:gd name="T6" fmla="*/ 375 w 26"/>
                <a:gd name="T7" fmla="*/ 334 h 23"/>
                <a:gd name="T8" fmla="*/ 145 w 26"/>
                <a:gd name="T9" fmla="*/ 39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9" y="20"/>
                  </a:moveTo>
                  <a:cubicBezTo>
                    <a:pt x="3" y="16"/>
                    <a:pt x="0" y="10"/>
                    <a:pt x="3" y="6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7"/>
                  </a:cubicBezTo>
                  <a:cubicBezTo>
                    <a:pt x="21" y="22"/>
                    <a:pt x="15" y="23"/>
                    <a:pt x="9" y="20"/>
                  </a:cubicBezTo>
                  <a:close/>
                </a:path>
              </a:pathLst>
            </a:custGeom>
            <a:solidFill>
              <a:srgbClr val="CAA2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215">
              <a:extLst>
                <a:ext uri="{FF2B5EF4-FFF2-40B4-BE49-F238E27FC236}">
                  <a16:creationId xmlns:a16="http://schemas.microsoft.com/office/drawing/2014/main" id="{C8B0A3EC-174D-48B5-A24F-8344BDCE2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029"/>
              <a:ext cx="43" cy="46"/>
            </a:xfrm>
            <a:custGeom>
              <a:avLst/>
              <a:gdLst>
                <a:gd name="T0" fmla="*/ 0 w 17"/>
                <a:gd name="T1" fmla="*/ 22 h 17"/>
                <a:gd name="T2" fmla="*/ 96 w 17"/>
                <a:gd name="T3" fmla="*/ 60 h 17"/>
                <a:gd name="T4" fmla="*/ 180 w 17"/>
                <a:gd name="T5" fmla="*/ 279 h 17"/>
                <a:gd name="T6" fmla="*/ 129 w 17"/>
                <a:gd name="T7" fmla="*/ 314 h 17"/>
                <a:gd name="T8" fmla="*/ 243 w 17"/>
                <a:gd name="T9" fmla="*/ 257 h 17"/>
                <a:gd name="T10" fmla="*/ 159 w 17"/>
                <a:gd name="T11" fmla="*/ 38 h 17"/>
                <a:gd name="T12" fmla="*/ 0 w 17"/>
                <a:gd name="T13" fmla="*/ 2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7">
                  <a:moveTo>
                    <a:pt x="0" y="1"/>
                  </a:moveTo>
                  <a:cubicBezTo>
                    <a:pt x="2" y="1"/>
                    <a:pt x="4" y="2"/>
                    <a:pt x="6" y="3"/>
                  </a:cubicBezTo>
                  <a:cubicBezTo>
                    <a:pt x="11" y="5"/>
                    <a:pt x="13" y="10"/>
                    <a:pt x="11" y="14"/>
                  </a:cubicBezTo>
                  <a:cubicBezTo>
                    <a:pt x="10" y="15"/>
                    <a:pt x="10" y="16"/>
                    <a:pt x="8" y="16"/>
                  </a:cubicBezTo>
                  <a:cubicBezTo>
                    <a:pt x="11" y="17"/>
                    <a:pt x="14" y="15"/>
                    <a:pt x="15" y="13"/>
                  </a:cubicBezTo>
                  <a:cubicBezTo>
                    <a:pt x="17" y="10"/>
                    <a:pt x="15" y="5"/>
                    <a:pt x="10" y="2"/>
                  </a:cubicBezTo>
                  <a:cubicBezTo>
                    <a:pt x="7" y="0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BE8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216">
              <a:extLst>
                <a:ext uri="{FF2B5EF4-FFF2-40B4-BE49-F238E27FC236}">
                  <a16:creationId xmlns:a16="http://schemas.microsoft.com/office/drawing/2014/main" id="{8210A4AE-8CBD-45F1-895D-3725D7E29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976"/>
              <a:ext cx="135" cy="107"/>
            </a:xfrm>
            <a:custGeom>
              <a:avLst/>
              <a:gdLst>
                <a:gd name="T0" fmla="*/ 300 w 54"/>
                <a:gd name="T1" fmla="*/ 0 h 40"/>
                <a:gd name="T2" fmla="*/ 220 w 54"/>
                <a:gd name="T3" fmla="*/ 56 h 40"/>
                <a:gd name="T4" fmla="*/ 300 w 54"/>
                <a:gd name="T5" fmla="*/ 765 h 40"/>
                <a:gd name="T6" fmla="*/ 688 w 54"/>
                <a:gd name="T7" fmla="*/ 730 h 40"/>
                <a:gd name="T8" fmla="*/ 813 w 54"/>
                <a:gd name="T9" fmla="*/ 321 h 40"/>
                <a:gd name="T10" fmla="*/ 300 w 54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40">
                  <a:moveTo>
                    <a:pt x="19" y="0"/>
                  </a:moveTo>
                  <a:cubicBezTo>
                    <a:pt x="18" y="1"/>
                    <a:pt x="16" y="2"/>
                    <a:pt x="14" y="3"/>
                  </a:cubicBezTo>
                  <a:cubicBezTo>
                    <a:pt x="0" y="12"/>
                    <a:pt x="2" y="38"/>
                    <a:pt x="19" y="40"/>
                  </a:cubicBezTo>
                  <a:cubicBezTo>
                    <a:pt x="15" y="25"/>
                    <a:pt x="43" y="22"/>
                    <a:pt x="44" y="38"/>
                  </a:cubicBezTo>
                  <a:cubicBezTo>
                    <a:pt x="48" y="39"/>
                    <a:pt x="54" y="27"/>
                    <a:pt x="52" y="17"/>
                  </a:cubicBezTo>
                  <a:cubicBezTo>
                    <a:pt x="40" y="12"/>
                    <a:pt x="29" y="6"/>
                    <a:pt x="19" y="0"/>
                  </a:cubicBezTo>
                  <a:close/>
                </a:path>
              </a:pathLst>
            </a:custGeom>
            <a:solidFill>
              <a:srgbClr val="F5B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217">
              <a:extLst>
                <a:ext uri="{FF2B5EF4-FFF2-40B4-BE49-F238E27FC236}">
                  <a16:creationId xmlns:a16="http://schemas.microsoft.com/office/drawing/2014/main" id="{51819994-F67D-4E76-8C70-38067C9FC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1976"/>
              <a:ext cx="90" cy="101"/>
            </a:xfrm>
            <a:custGeom>
              <a:avLst/>
              <a:gdLst>
                <a:gd name="T0" fmla="*/ 533 w 36"/>
                <a:gd name="T1" fmla="*/ 319 h 38"/>
                <a:gd name="T2" fmla="*/ 20 w 36"/>
                <a:gd name="T3" fmla="*/ 0 h 38"/>
                <a:gd name="T4" fmla="*/ 0 w 36"/>
                <a:gd name="T5" fmla="*/ 21 h 38"/>
                <a:gd name="T6" fmla="*/ 238 w 36"/>
                <a:gd name="T7" fmla="*/ 260 h 38"/>
                <a:gd name="T8" fmla="*/ 125 w 36"/>
                <a:gd name="T9" fmla="*/ 508 h 38"/>
                <a:gd name="T10" fmla="*/ 313 w 36"/>
                <a:gd name="T11" fmla="*/ 508 h 38"/>
                <a:gd name="T12" fmla="*/ 395 w 36"/>
                <a:gd name="T13" fmla="*/ 601 h 38"/>
                <a:gd name="T14" fmla="*/ 408 w 36"/>
                <a:gd name="T15" fmla="*/ 712 h 38"/>
                <a:gd name="T16" fmla="*/ 533 w 36"/>
                <a:gd name="T17" fmla="*/ 31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8">
                  <a:moveTo>
                    <a:pt x="34" y="17"/>
                  </a:moveTo>
                  <a:cubicBezTo>
                    <a:pt x="22" y="12"/>
                    <a:pt x="11" y="6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4" y="7"/>
                    <a:pt x="15" y="14"/>
                  </a:cubicBezTo>
                  <a:cubicBezTo>
                    <a:pt x="17" y="22"/>
                    <a:pt x="10" y="24"/>
                    <a:pt x="8" y="27"/>
                  </a:cubicBezTo>
                  <a:cubicBezTo>
                    <a:pt x="12" y="28"/>
                    <a:pt x="15" y="25"/>
                    <a:pt x="20" y="27"/>
                  </a:cubicBezTo>
                  <a:cubicBezTo>
                    <a:pt x="21" y="28"/>
                    <a:pt x="24" y="31"/>
                    <a:pt x="25" y="32"/>
                  </a:cubicBezTo>
                  <a:cubicBezTo>
                    <a:pt x="26" y="34"/>
                    <a:pt x="26" y="36"/>
                    <a:pt x="26" y="38"/>
                  </a:cubicBezTo>
                  <a:cubicBezTo>
                    <a:pt x="31" y="37"/>
                    <a:pt x="36" y="26"/>
                    <a:pt x="34" y="17"/>
                  </a:cubicBezTo>
                  <a:close/>
                </a:path>
              </a:pathLst>
            </a:custGeom>
            <a:solidFill>
              <a:srgbClr val="EF8C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218">
              <a:extLst>
                <a:ext uri="{FF2B5EF4-FFF2-40B4-BE49-F238E27FC236}">
                  <a16:creationId xmlns:a16="http://schemas.microsoft.com/office/drawing/2014/main" id="{190FB88D-DC51-4498-A4A2-6E24F3E83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856"/>
              <a:ext cx="120" cy="77"/>
            </a:xfrm>
            <a:custGeom>
              <a:avLst/>
              <a:gdLst>
                <a:gd name="T0" fmla="*/ 20 w 48"/>
                <a:gd name="T1" fmla="*/ 542 h 29"/>
                <a:gd name="T2" fmla="*/ 333 w 48"/>
                <a:gd name="T3" fmla="*/ 0 h 29"/>
                <a:gd name="T4" fmla="*/ 750 w 48"/>
                <a:gd name="T5" fmla="*/ 204 h 29"/>
                <a:gd name="T6" fmla="*/ 283 w 48"/>
                <a:gd name="T7" fmla="*/ 77 h 29"/>
                <a:gd name="T8" fmla="*/ 20 w 48"/>
                <a:gd name="T9" fmla="*/ 54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9">
                  <a:moveTo>
                    <a:pt x="1" y="29"/>
                  </a:moveTo>
                  <a:cubicBezTo>
                    <a:pt x="0" y="11"/>
                    <a:pt x="5" y="2"/>
                    <a:pt x="21" y="0"/>
                  </a:cubicBezTo>
                  <a:cubicBezTo>
                    <a:pt x="28" y="0"/>
                    <a:pt x="39" y="7"/>
                    <a:pt x="48" y="11"/>
                  </a:cubicBezTo>
                  <a:cubicBezTo>
                    <a:pt x="35" y="6"/>
                    <a:pt x="24" y="2"/>
                    <a:pt x="18" y="4"/>
                  </a:cubicBezTo>
                  <a:cubicBezTo>
                    <a:pt x="11" y="6"/>
                    <a:pt x="6" y="8"/>
                    <a:pt x="1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219">
              <a:extLst>
                <a:ext uri="{FF2B5EF4-FFF2-40B4-BE49-F238E27FC236}">
                  <a16:creationId xmlns:a16="http://schemas.microsoft.com/office/drawing/2014/main" id="{9424D39B-531B-4DBD-ABD4-CB061A3E9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717"/>
              <a:ext cx="232" cy="283"/>
            </a:xfrm>
            <a:custGeom>
              <a:avLst/>
              <a:gdLst>
                <a:gd name="T0" fmla="*/ 1008 w 93"/>
                <a:gd name="T1" fmla="*/ 192 h 106"/>
                <a:gd name="T2" fmla="*/ 105 w 93"/>
                <a:gd name="T3" fmla="*/ 683 h 106"/>
                <a:gd name="T4" fmla="*/ 292 w 93"/>
                <a:gd name="T5" fmla="*/ 1733 h 106"/>
                <a:gd name="T6" fmla="*/ 716 w 93"/>
                <a:gd name="T7" fmla="*/ 2018 h 106"/>
                <a:gd name="T8" fmla="*/ 791 w 93"/>
                <a:gd name="T9" fmla="*/ 1904 h 106"/>
                <a:gd name="T10" fmla="*/ 853 w 93"/>
                <a:gd name="T11" fmla="*/ 1866 h 106"/>
                <a:gd name="T12" fmla="*/ 716 w 93"/>
                <a:gd name="T13" fmla="*/ 1127 h 106"/>
                <a:gd name="T14" fmla="*/ 1195 w 93"/>
                <a:gd name="T15" fmla="*/ 948 h 106"/>
                <a:gd name="T16" fmla="*/ 1412 w 93"/>
                <a:gd name="T17" fmla="*/ 1084 h 106"/>
                <a:gd name="T18" fmla="*/ 1412 w 93"/>
                <a:gd name="T19" fmla="*/ 1084 h 106"/>
                <a:gd name="T20" fmla="*/ 1008 w 93"/>
                <a:gd name="T21" fmla="*/ 192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06">
                  <a:moveTo>
                    <a:pt x="65" y="10"/>
                  </a:moveTo>
                  <a:cubicBezTo>
                    <a:pt x="41" y="0"/>
                    <a:pt x="19" y="8"/>
                    <a:pt x="7" y="36"/>
                  </a:cubicBezTo>
                  <a:cubicBezTo>
                    <a:pt x="0" y="54"/>
                    <a:pt x="1" y="76"/>
                    <a:pt x="19" y="91"/>
                  </a:cubicBezTo>
                  <a:cubicBezTo>
                    <a:pt x="27" y="97"/>
                    <a:pt x="39" y="104"/>
                    <a:pt x="46" y="106"/>
                  </a:cubicBezTo>
                  <a:cubicBezTo>
                    <a:pt x="47" y="103"/>
                    <a:pt x="49" y="101"/>
                    <a:pt x="51" y="100"/>
                  </a:cubicBezTo>
                  <a:cubicBezTo>
                    <a:pt x="53" y="99"/>
                    <a:pt x="54" y="98"/>
                    <a:pt x="55" y="98"/>
                  </a:cubicBezTo>
                  <a:cubicBezTo>
                    <a:pt x="40" y="91"/>
                    <a:pt x="38" y="69"/>
                    <a:pt x="46" y="59"/>
                  </a:cubicBezTo>
                  <a:cubicBezTo>
                    <a:pt x="54" y="48"/>
                    <a:pt x="68" y="42"/>
                    <a:pt x="77" y="50"/>
                  </a:cubicBezTo>
                  <a:cubicBezTo>
                    <a:pt x="81" y="52"/>
                    <a:pt x="86" y="55"/>
                    <a:pt x="91" y="57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1" y="57"/>
                    <a:pt x="93" y="21"/>
                    <a:pt x="65" y="10"/>
                  </a:cubicBezTo>
                  <a:close/>
                </a:path>
              </a:pathLst>
            </a:custGeom>
            <a:solidFill>
              <a:srgbClr val="F5B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220">
              <a:extLst>
                <a:ext uri="{FF2B5EF4-FFF2-40B4-BE49-F238E27FC236}">
                  <a16:creationId xmlns:a16="http://schemas.microsoft.com/office/drawing/2014/main" id="{CC945146-BA82-4C39-99E4-B33E8D220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808"/>
              <a:ext cx="182" cy="181"/>
            </a:xfrm>
            <a:custGeom>
              <a:avLst/>
              <a:gdLst>
                <a:gd name="T0" fmla="*/ 0 w 73"/>
                <a:gd name="T1" fmla="*/ 977 h 68"/>
                <a:gd name="T2" fmla="*/ 416 w 73"/>
                <a:gd name="T3" fmla="*/ 1283 h 68"/>
                <a:gd name="T4" fmla="*/ 529 w 73"/>
                <a:gd name="T5" fmla="*/ 1206 h 68"/>
                <a:gd name="T6" fmla="*/ 529 w 73"/>
                <a:gd name="T7" fmla="*/ 341 h 68"/>
                <a:gd name="T8" fmla="*/ 883 w 73"/>
                <a:gd name="T9" fmla="*/ 261 h 68"/>
                <a:gd name="T10" fmla="*/ 1132 w 73"/>
                <a:gd name="T11" fmla="*/ 431 h 68"/>
                <a:gd name="T12" fmla="*/ 745 w 73"/>
                <a:gd name="T13" fmla="*/ 21 h 68"/>
                <a:gd name="T14" fmla="*/ 217 w 73"/>
                <a:gd name="T15" fmla="*/ 546 h 68"/>
                <a:gd name="T16" fmla="*/ 0 w 73"/>
                <a:gd name="T17" fmla="*/ 977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68">
                  <a:moveTo>
                    <a:pt x="0" y="52"/>
                  </a:moveTo>
                  <a:cubicBezTo>
                    <a:pt x="6" y="60"/>
                    <a:pt x="24" y="68"/>
                    <a:pt x="27" y="68"/>
                  </a:cubicBezTo>
                  <a:cubicBezTo>
                    <a:pt x="30" y="68"/>
                    <a:pt x="34" y="64"/>
                    <a:pt x="34" y="64"/>
                  </a:cubicBezTo>
                  <a:cubicBezTo>
                    <a:pt x="27" y="58"/>
                    <a:pt x="11" y="35"/>
                    <a:pt x="34" y="18"/>
                  </a:cubicBezTo>
                  <a:cubicBezTo>
                    <a:pt x="41" y="13"/>
                    <a:pt x="54" y="12"/>
                    <a:pt x="57" y="14"/>
                  </a:cubicBezTo>
                  <a:cubicBezTo>
                    <a:pt x="60" y="17"/>
                    <a:pt x="73" y="23"/>
                    <a:pt x="73" y="23"/>
                  </a:cubicBezTo>
                  <a:cubicBezTo>
                    <a:pt x="71" y="15"/>
                    <a:pt x="62" y="3"/>
                    <a:pt x="48" y="1"/>
                  </a:cubicBezTo>
                  <a:cubicBezTo>
                    <a:pt x="34" y="0"/>
                    <a:pt x="18" y="8"/>
                    <a:pt x="14" y="29"/>
                  </a:cubicBezTo>
                  <a:cubicBezTo>
                    <a:pt x="10" y="50"/>
                    <a:pt x="7" y="58"/>
                    <a:pt x="0" y="52"/>
                  </a:cubicBezTo>
                  <a:close/>
                </a:path>
              </a:pathLst>
            </a:custGeom>
            <a:solidFill>
              <a:srgbClr val="EF8C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221">
              <a:extLst>
                <a:ext uri="{FF2B5EF4-FFF2-40B4-BE49-F238E27FC236}">
                  <a16:creationId xmlns:a16="http://schemas.microsoft.com/office/drawing/2014/main" id="{54C08225-266D-4A90-8B0F-6794B3D6C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976"/>
              <a:ext cx="135" cy="107"/>
            </a:xfrm>
            <a:custGeom>
              <a:avLst/>
              <a:gdLst>
                <a:gd name="T0" fmla="*/ 300 w 54"/>
                <a:gd name="T1" fmla="*/ 0 h 40"/>
                <a:gd name="T2" fmla="*/ 220 w 54"/>
                <a:gd name="T3" fmla="*/ 56 h 40"/>
                <a:gd name="T4" fmla="*/ 300 w 54"/>
                <a:gd name="T5" fmla="*/ 765 h 40"/>
                <a:gd name="T6" fmla="*/ 688 w 54"/>
                <a:gd name="T7" fmla="*/ 730 h 40"/>
                <a:gd name="T8" fmla="*/ 813 w 54"/>
                <a:gd name="T9" fmla="*/ 321 h 40"/>
                <a:gd name="T10" fmla="*/ 300 w 54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40">
                  <a:moveTo>
                    <a:pt x="19" y="0"/>
                  </a:moveTo>
                  <a:cubicBezTo>
                    <a:pt x="18" y="1"/>
                    <a:pt x="16" y="2"/>
                    <a:pt x="14" y="3"/>
                  </a:cubicBezTo>
                  <a:cubicBezTo>
                    <a:pt x="0" y="12"/>
                    <a:pt x="2" y="38"/>
                    <a:pt x="19" y="40"/>
                  </a:cubicBezTo>
                  <a:cubicBezTo>
                    <a:pt x="15" y="25"/>
                    <a:pt x="43" y="22"/>
                    <a:pt x="44" y="38"/>
                  </a:cubicBezTo>
                  <a:cubicBezTo>
                    <a:pt x="48" y="39"/>
                    <a:pt x="54" y="27"/>
                    <a:pt x="52" y="17"/>
                  </a:cubicBezTo>
                  <a:cubicBezTo>
                    <a:pt x="40" y="12"/>
                    <a:pt x="29" y="6"/>
                    <a:pt x="19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222">
              <a:extLst>
                <a:ext uri="{FF2B5EF4-FFF2-40B4-BE49-F238E27FC236}">
                  <a16:creationId xmlns:a16="http://schemas.microsoft.com/office/drawing/2014/main" id="{F21423B2-AD7B-44C6-896F-6C6214E3B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717"/>
              <a:ext cx="232" cy="283"/>
            </a:xfrm>
            <a:custGeom>
              <a:avLst/>
              <a:gdLst>
                <a:gd name="T0" fmla="*/ 1008 w 93"/>
                <a:gd name="T1" fmla="*/ 192 h 106"/>
                <a:gd name="T2" fmla="*/ 105 w 93"/>
                <a:gd name="T3" fmla="*/ 683 h 106"/>
                <a:gd name="T4" fmla="*/ 292 w 93"/>
                <a:gd name="T5" fmla="*/ 1733 h 106"/>
                <a:gd name="T6" fmla="*/ 716 w 93"/>
                <a:gd name="T7" fmla="*/ 2018 h 106"/>
                <a:gd name="T8" fmla="*/ 791 w 93"/>
                <a:gd name="T9" fmla="*/ 1904 h 106"/>
                <a:gd name="T10" fmla="*/ 853 w 93"/>
                <a:gd name="T11" fmla="*/ 1866 h 106"/>
                <a:gd name="T12" fmla="*/ 716 w 93"/>
                <a:gd name="T13" fmla="*/ 1127 h 106"/>
                <a:gd name="T14" fmla="*/ 1195 w 93"/>
                <a:gd name="T15" fmla="*/ 948 h 106"/>
                <a:gd name="T16" fmla="*/ 1412 w 93"/>
                <a:gd name="T17" fmla="*/ 1084 h 106"/>
                <a:gd name="T18" fmla="*/ 1412 w 93"/>
                <a:gd name="T19" fmla="*/ 1084 h 106"/>
                <a:gd name="T20" fmla="*/ 1008 w 93"/>
                <a:gd name="T21" fmla="*/ 192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06">
                  <a:moveTo>
                    <a:pt x="65" y="10"/>
                  </a:moveTo>
                  <a:cubicBezTo>
                    <a:pt x="41" y="0"/>
                    <a:pt x="19" y="8"/>
                    <a:pt x="7" y="36"/>
                  </a:cubicBezTo>
                  <a:cubicBezTo>
                    <a:pt x="0" y="54"/>
                    <a:pt x="1" y="76"/>
                    <a:pt x="19" y="91"/>
                  </a:cubicBezTo>
                  <a:cubicBezTo>
                    <a:pt x="27" y="97"/>
                    <a:pt x="39" y="104"/>
                    <a:pt x="46" y="106"/>
                  </a:cubicBezTo>
                  <a:cubicBezTo>
                    <a:pt x="47" y="103"/>
                    <a:pt x="49" y="101"/>
                    <a:pt x="51" y="100"/>
                  </a:cubicBezTo>
                  <a:cubicBezTo>
                    <a:pt x="53" y="99"/>
                    <a:pt x="54" y="98"/>
                    <a:pt x="55" y="98"/>
                  </a:cubicBezTo>
                  <a:cubicBezTo>
                    <a:pt x="40" y="91"/>
                    <a:pt x="38" y="69"/>
                    <a:pt x="46" y="59"/>
                  </a:cubicBezTo>
                  <a:cubicBezTo>
                    <a:pt x="54" y="48"/>
                    <a:pt x="68" y="42"/>
                    <a:pt x="77" y="50"/>
                  </a:cubicBezTo>
                  <a:cubicBezTo>
                    <a:pt x="81" y="52"/>
                    <a:pt x="86" y="55"/>
                    <a:pt x="91" y="57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1" y="57"/>
                    <a:pt x="93" y="21"/>
                    <a:pt x="65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223">
              <a:extLst>
                <a:ext uri="{FF2B5EF4-FFF2-40B4-BE49-F238E27FC236}">
                  <a16:creationId xmlns:a16="http://schemas.microsoft.com/office/drawing/2014/main" id="{552A3E19-F392-49D6-AACE-5193B19B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1747"/>
              <a:ext cx="185" cy="157"/>
            </a:xfrm>
            <a:custGeom>
              <a:avLst/>
              <a:gdLst>
                <a:gd name="T0" fmla="*/ 313 w 74"/>
                <a:gd name="T1" fmla="*/ 396 h 59"/>
                <a:gd name="T2" fmla="*/ 1158 w 74"/>
                <a:gd name="T3" fmla="*/ 396 h 59"/>
                <a:gd name="T4" fmla="*/ 563 w 74"/>
                <a:gd name="T5" fmla="*/ 21 h 59"/>
                <a:gd name="T6" fmla="*/ 50 w 74"/>
                <a:gd name="T7" fmla="*/ 1112 h 59"/>
                <a:gd name="T8" fmla="*/ 313 w 74"/>
                <a:gd name="T9" fmla="*/ 39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59">
                  <a:moveTo>
                    <a:pt x="20" y="21"/>
                  </a:moveTo>
                  <a:cubicBezTo>
                    <a:pt x="33" y="8"/>
                    <a:pt x="60" y="9"/>
                    <a:pt x="74" y="21"/>
                  </a:cubicBezTo>
                  <a:cubicBezTo>
                    <a:pt x="69" y="12"/>
                    <a:pt x="58" y="0"/>
                    <a:pt x="36" y="1"/>
                  </a:cubicBezTo>
                  <a:cubicBezTo>
                    <a:pt x="15" y="3"/>
                    <a:pt x="0" y="30"/>
                    <a:pt x="3" y="59"/>
                  </a:cubicBezTo>
                  <a:cubicBezTo>
                    <a:pt x="4" y="45"/>
                    <a:pt x="8" y="33"/>
                    <a:pt x="20" y="21"/>
                  </a:cubicBezTo>
                  <a:close/>
                </a:path>
              </a:pathLst>
            </a:custGeom>
            <a:solidFill>
              <a:srgbClr val="FB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224">
              <a:extLst>
                <a:ext uri="{FF2B5EF4-FFF2-40B4-BE49-F238E27FC236}">
                  <a16:creationId xmlns:a16="http://schemas.microsoft.com/office/drawing/2014/main" id="{8C06834B-BB35-49CB-A207-74182EA3E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997"/>
              <a:ext cx="27" cy="70"/>
            </a:xfrm>
            <a:custGeom>
              <a:avLst/>
              <a:gdLst>
                <a:gd name="T0" fmla="*/ 162 w 11"/>
                <a:gd name="T1" fmla="*/ 0 h 26"/>
                <a:gd name="T2" fmla="*/ 150 w 11"/>
                <a:gd name="T3" fmla="*/ 506 h 26"/>
                <a:gd name="T4" fmla="*/ 162 w 1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4" y="4"/>
                    <a:pt x="0" y="19"/>
                    <a:pt x="10" y="26"/>
                  </a:cubicBezTo>
                  <a:cubicBezTo>
                    <a:pt x="6" y="20"/>
                    <a:pt x="6" y="2"/>
                    <a:pt x="11" y="0"/>
                  </a:cubicBezTo>
                  <a:close/>
                </a:path>
              </a:pathLst>
            </a:custGeom>
            <a:solidFill>
              <a:srgbClr val="FB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6084" name="Text Box 225">
            <a:extLst>
              <a:ext uri="{FF2B5EF4-FFF2-40B4-BE49-F238E27FC236}">
                <a16:creationId xmlns:a16="http://schemas.microsoft.com/office/drawing/2014/main" id="{6D74B3AC-7136-492C-BEF5-7886A72F2C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9750" y="2252663"/>
            <a:ext cx="9398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Arial Unicode MS" charset="0"/>
              </a:rPr>
              <a:t>Arteriola</a:t>
            </a:r>
          </a:p>
        </p:txBody>
      </p:sp>
      <p:sp>
        <p:nvSpPr>
          <p:cNvPr id="46085" name="Text Box 226">
            <a:extLst>
              <a:ext uri="{FF2B5EF4-FFF2-40B4-BE49-F238E27FC236}">
                <a16:creationId xmlns:a16="http://schemas.microsoft.com/office/drawing/2014/main" id="{03C7AF35-6ADE-467E-9F2D-7437EB1BA1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6575" y="2881313"/>
            <a:ext cx="11430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Arial Unicode MS" charset="0"/>
              </a:rPr>
              <a:t>Sphincters</a:t>
            </a:r>
          </a:p>
        </p:txBody>
      </p:sp>
      <p:sp>
        <p:nvSpPr>
          <p:cNvPr id="46086" name="Text Box 227">
            <a:extLst>
              <a:ext uri="{FF2B5EF4-FFF2-40B4-BE49-F238E27FC236}">
                <a16:creationId xmlns:a16="http://schemas.microsoft.com/office/drawing/2014/main" id="{8C40C6F0-A5A7-4974-8F58-76E2C84DB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5275" y="5684838"/>
            <a:ext cx="21685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Arial Unicode MS" charset="0"/>
              </a:rPr>
              <a:t>Lymphatic canaliculus</a:t>
            </a:r>
          </a:p>
        </p:txBody>
      </p:sp>
      <p:sp>
        <p:nvSpPr>
          <p:cNvPr id="46087" name="Text Box 228">
            <a:extLst>
              <a:ext uri="{FF2B5EF4-FFF2-40B4-BE49-F238E27FC236}">
                <a16:creationId xmlns:a16="http://schemas.microsoft.com/office/drawing/2014/main" id="{290D917A-E8B7-4F4C-9E5C-BDD3F3F9B4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7825" y="3397250"/>
            <a:ext cx="9715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Arial Unicode MS" charset="0"/>
              </a:rPr>
              <a:t>Capillary</a:t>
            </a:r>
          </a:p>
        </p:txBody>
      </p:sp>
      <p:sp>
        <p:nvSpPr>
          <p:cNvPr id="46088" name="Text Box 229">
            <a:extLst>
              <a:ext uri="{FF2B5EF4-FFF2-40B4-BE49-F238E27FC236}">
                <a16:creationId xmlns:a16="http://schemas.microsoft.com/office/drawing/2014/main" id="{A41DC8C5-0DC4-4009-8F64-9FB15EAAF1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77250" y="2719388"/>
            <a:ext cx="8143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Arial Unicode MS" charset="0"/>
              </a:rPr>
              <a:t>Venule</a:t>
            </a:r>
          </a:p>
        </p:txBody>
      </p:sp>
      <p:sp>
        <p:nvSpPr>
          <p:cNvPr id="46089" name="Line 230">
            <a:extLst>
              <a:ext uri="{FF2B5EF4-FFF2-40B4-BE49-F238E27FC236}">
                <a16:creationId xmlns:a16="http://schemas.microsoft.com/office/drawing/2014/main" id="{0059EF5F-72E6-4B80-8733-3F566AF0579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1000" y="2747963"/>
            <a:ext cx="762000" cy="304800"/>
          </a:xfrm>
          <a:prstGeom prst="line">
            <a:avLst/>
          </a:prstGeom>
          <a:noFill/>
          <a:ln w="222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46090" name="Line 231">
            <a:extLst>
              <a:ext uri="{FF2B5EF4-FFF2-40B4-BE49-F238E27FC236}">
                <a16:creationId xmlns:a16="http://schemas.microsoft.com/office/drawing/2014/main" id="{52A8EC33-CD9B-4B67-BA84-701DA8BE8000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2443163"/>
            <a:ext cx="381000" cy="0"/>
          </a:xfrm>
          <a:prstGeom prst="line">
            <a:avLst/>
          </a:prstGeom>
          <a:noFill/>
          <a:ln w="222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46091" name="Line 232">
            <a:extLst>
              <a:ext uri="{FF2B5EF4-FFF2-40B4-BE49-F238E27FC236}">
                <a16:creationId xmlns:a16="http://schemas.microsoft.com/office/drawing/2014/main" id="{51CDDC59-6E77-40B0-9E0E-648FC0A2629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96000" y="2138363"/>
            <a:ext cx="152400" cy="838200"/>
          </a:xfrm>
          <a:prstGeom prst="line">
            <a:avLst/>
          </a:prstGeom>
          <a:noFill/>
          <a:ln w="222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46092" name="Text Box 233">
            <a:extLst>
              <a:ext uri="{FF2B5EF4-FFF2-40B4-BE49-F238E27FC236}">
                <a16:creationId xmlns:a16="http://schemas.microsoft.com/office/drawing/2014/main" id="{F3C41A84-0199-48AC-BD42-E01523AF8F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4950" y="1824038"/>
            <a:ext cx="17637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Arial Unicode MS" charset="0"/>
              </a:rPr>
              <a:t>Preferential canal</a:t>
            </a:r>
          </a:p>
        </p:txBody>
      </p:sp>
      <p:sp>
        <p:nvSpPr>
          <p:cNvPr id="46093" name="Line 234">
            <a:extLst>
              <a:ext uri="{FF2B5EF4-FFF2-40B4-BE49-F238E27FC236}">
                <a16:creationId xmlns:a16="http://schemas.microsoft.com/office/drawing/2014/main" id="{73D45C3E-8041-429B-BBD1-233135C4FE4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077200" y="2900363"/>
            <a:ext cx="457200" cy="0"/>
          </a:xfrm>
          <a:prstGeom prst="line">
            <a:avLst/>
          </a:prstGeom>
          <a:noFill/>
          <a:ln w="222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46094" name="Line 235">
            <a:extLst>
              <a:ext uri="{FF2B5EF4-FFF2-40B4-BE49-F238E27FC236}">
                <a16:creationId xmlns:a16="http://schemas.microsoft.com/office/drawing/2014/main" id="{A17C18E1-9C2C-4151-B9DB-013F183BA09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24600" y="5338763"/>
            <a:ext cx="533400" cy="381000"/>
          </a:xfrm>
          <a:prstGeom prst="line">
            <a:avLst/>
          </a:prstGeom>
          <a:noFill/>
          <a:ln w="222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46095" name="Line 236">
            <a:extLst>
              <a:ext uri="{FF2B5EF4-FFF2-40B4-BE49-F238E27FC236}">
                <a16:creationId xmlns:a16="http://schemas.microsoft.com/office/drawing/2014/main" id="{B15A5B1A-37FD-49C2-9DC4-F780EC9BAAB6}"/>
              </a:ext>
            </a:extLst>
          </p:cNvPr>
          <p:cNvSpPr>
            <a:spLocks noChangeShapeType="1"/>
          </p:cNvSpPr>
          <p:nvPr/>
        </p:nvSpPr>
        <p:spPr bwMode="auto">
          <a:xfrm>
            <a:off x="6400800" y="3586163"/>
            <a:ext cx="304800" cy="152400"/>
          </a:xfrm>
          <a:prstGeom prst="line">
            <a:avLst/>
          </a:prstGeom>
          <a:noFill/>
          <a:ln w="222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>
            <a:extLst>
              <a:ext uri="{FF2B5EF4-FFF2-40B4-BE49-F238E27FC236}">
                <a16:creationId xmlns:a16="http://schemas.microsoft.com/office/drawing/2014/main" id="{FE6FD25C-A6E1-4399-A635-437406CA988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Arterial pulse (1)</a:t>
            </a:r>
          </a:p>
        </p:txBody>
      </p:sp>
      <p:grpSp>
        <p:nvGrpSpPr>
          <p:cNvPr id="39938" name="Carotid-arterial-pulse-measurement">
            <a:extLst>
              <a:ext uri="{FF2B5EF4-FFF2-40B4-BE49-F238E27FC236}">
                <a16:creationId xmlns:a16="http://schemas.microsoft.com/office/drawing/2014/main" id="{B315590E-BACD-449C-B195-054EC056544F}"/>
              </a:ext>
            </a:extLst>
          </p:cNvPr>
          <p:cNvGrpSpPr>
            <a:grpSpLocks/>
          </p:cNvGrpSpPr>
          <p:nvPr/>
        </p:nvGrpSpPr>
        <p:grpSpPr bwMode="auto">
          <a:xfrm>
            <a:off x="2439988" y="1670050"/>
            <a:ext cx="5156200" cy="2405063"/>
            <a:chOff x="577" y="956"/>
            <a:chExt cx="3248" cy="1515"/>
          </a:xfrm>
        </p:grpSpPr>
        <p:sp>
          <p:nvSpPr>
            <p:cNvPr id="40088" name="Freeform 4">
              <a:extLst>
                <a:ext uri="{FF2B5EF4-FFF2-40B4-BE49-F238E27FC236}">
                  <a16:creationId xmlns:a16="http://schemas.microsoft.com/office/drawing/2014/main" id="{6481D955-2D40-4DEC-8913-080249ECC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982"/>
              <a:ext cx="1563" cy="1489"/>
            </a:xfrm>
            <a:custGeom>
              <a:avLst/>
              <a:gdLst>
                <a:gd name="T0" fmla="*/ 363 w 1422"/>
                <a:gd name="T1" fmla="*/ 69 h 1354"/>
                <a:gd name="T2" fmla="*/ 866 w 1422"/>
                <a:gd name="T3" fmla="*/ 0 h 1354"/>
                <a:gd name="T4" fmla="*/ 1418 w 1422"/>
                <a:gd name="T5" fmla="*/ 81 h 1354"/>
                <a:gd name="T6" fmla="*/ 1382 w 1422"/>
                <a:gd name="T7" fmla="*/ 206 h 1354"/>
                <a:gd name="T8" fmla="*/ 1349 w 1422"/>
                <a:gd name="T9" fmla="*/ 471 h 1354"/>
                <a:gd name="T10" fmla="*/ 1422 w 1422"/>
                <a:gd name="T11" fmla="*/ 664 h 1354"/>
                <a:gd name="T12" fmla="*/ 1523 w 1422"/>
                <a:gd name="T13" fmla="*/ 836 h 1354"/>
                <a:gd name="T14" fmla="*/ 1722 w 1422"/>
                <a:gd name="T15" fmla="*/ 1104 h 1354"/>
                <a:gd name="T16" fmla="*/ 1888 w 1422"/>
                <a:gd name="T17" fmla="*/ 1262 h 1354"/>
                <a:gd name="T18" fmla="*/ 0 w 1422"/>
                <a:gd name="T19" fmla="*/ 1239 h 1354"/>
                <a:gd name="T20" fmla="*/ 89 w 1422"/>
                <a:gd name="T21" fmla="*/ 1162 h 1354"/>
                <a:gd name="T22" fmla="*/ 285 w 1422"/>
                <a:gd name="T23" fmla="*/ 995 h 1354"/>
                <a:gd name="T24" fmla="*/ 404 w 1422"/>
                <a:gd name="T25" fmla="*/ 764 h 1354"/>
                <a:gd name="T26" fmla="*/ 415 w 1422"/>
                <a:gd name="T27" fmla="*/ 471 h 1354"/>
                <a:gd name="T28" fmla="*/ 401 w 1422"/>
                <a:gd name="T29" fmla="*/ 247 h 1354"/>
                <a:gd name="T30" fmla="*/ 363 w 1422"/>
                <a:gd name="T31" fmla="*/ 69 h 13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22" h="1354">
                  <a:moveTo>
                    <a:pt x="273" y="52"/>
                  </a:moveTo>
                  <a:cubicBezTo>
                    <a:pt x="273" y="52"/>
                    <a:pt x="391" y="0"/>
                    <a:pt x="652" y="0"/>
                  </a:cubicBezTo>
                  <a:cubicBezTo>
                    <a:pt x="912" y="0"/>
                    <a:pt x="1068" y="61"/>
                    <a:pt x="1068" y="61"/>
                  </a:cubicBezTo>
                  <a:cubicBezTo>
                    <a:pt x="1041" y="155"/>
                    <a:pt x="1041" y="155"/>
                    <a:pt x="1041" y="155"/>
                  </a:cubicBezTo>
                  <a:cubicBezTo>
                    <a:pt x="1015" y="354"/>
                    <a:pt x="1015" y="354"/>
                    <a:pt x="1015" y="354"/>
                  </a:cubicBezTo>
                  <a:cubicBezTo>
                    <a:pt x="1071" y="499"/>
                    <a:pt x="1071" y="499"/>
                    <a:pt x="1071" y="499"/>
                  </a:cubicBezTo>
                  <a:cubicBezTo>
                    <a:pt x="1147" y="628"/>
                    <a:pt x="1147" y="628"/>
                    <a:pt x="1147" y="628"/>
                  </a:cubicBezTo>
                  <a:cubicBezTo>
                    <a:pt x="1297" y="830"/>
                    <a:pt x="1297" y="830"/>
                    <a:pt x="1297" y="830"/>
                  </a:cubicBezTo>
                  <a:cubicBezTo>
                    <a:pt x="1422" y="949"/>
                    <a:pt x="1422" y="949"/>
                    <a:pt x="1422" y="949"/>
                  </a:cubicBezTo>
                  <a:cubicBezTo>
                    <a:pt x="1422" y="949"/>
                    <a:pt x="608" y="1354"/>
                    <a:pt x="0" y="932"/>
                  </a:cubicBezTo>
                  <a:cubicBezTo>
                    <a:pt x="67" y="874"/>
                    <a:pt x="67" y="874"/>
                    <a:pt x="67" y="874"/>
                  </a:cubicBezTo>
                  <a:cubicBezTo>
                    <a:pt x="215" y="748"/>
                    <a:pt x="215" y="748"/>
                    <a:pt x="215" y="748"/>
                  </a:cubicBezTo>
                  <a:cubicBezTo>
                    <a:pt x="305" y="575"/>
                    <a:pt x="305" y="575"/>
                    <a:pt x="305" y="575"/>
                  </a:cubicBezTo>
                  <a:cubicBezTo>
                    <a:pt x="313" y="354"/>
                    <a:pt x="313" y="354"/>
                    <a:pt x="313" y="354"/>
                  </a:cubicBezTo>
                  <a:cubicBezTo>
                    <a:pt x="302" y="186"/>
                    <a:pt x="302" y="186"/>
                    <a:pt x="302" y="186"/>
                  </a:cubicBezTo>
                  <a:lnTo>
                    <a:pt x="273" y="52"/>
                  </a:lnTo>
                  <a:close/>
                </a:path>
              </a:pathLst>
            </a:custGeom>
            <a:solidFill>
              <a:srgbClr val="F09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5">
              <a:extLst>
                <a:ext uri="{FF2B5EF4-FFF2-40B4-BE49-F238E27FC236}">
                  <a16:creationId xmlns:a16="http://schemas.microsoft.com/office/drawing/2014/main" id="{5BCE2FED-30B1-479A-9FD7-013786873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076"/>
              <a:ext cx="185" cy="993"/>
            </a:xfrm>
            <a:custGeom>
              <a:avLst/>
              <a:gdLst>
                <a:gd name="T0" fmla="*/ 153 w 169"/>
                <a:gd name="T1" fmla="*/ 992 h 903"/>
                <a:gd name="T2" fmla="*/ 180 w 169"/>
                <a:gd name="T3" fmla="*/ 598 h 903"/>
                <a:gd name="T4" fmla="*/ 222 w 169"/>
                <a:gd name="T5" fmla="*/ 511 h 903"/>
                <a:gd name="T6" fmla="*/ 158 w 169"/>
                <a:gd name="T7" fmla="*/ 466 h 903"/>
                <a:gd name="T8" fmla="*/ 197 w 169"/>
                <a:gd name="T9" fmla="*/ 11 h 903"/>
                <a:gd name="T10" fmla="*/ 79 w 169"/>
                <a:gd name="T11" fmla="*/ 0 h 903"/>
                <a:gd name="T12" fmla="*/ 0 w 169"/>
                <a:gd name="T13" fmla="*/ 1201 h 903"/>
                <a:gd name="T14" fmla="*/ 76 w 169"/>
                <a:gd name="T15" fmla="*/ 1192 h 903"/>
                <a:gd name="T16" fmla="*/ 143 w 169"/>
                <a:gd name="T17" fmla="*/ 1192 h 903"/>
                <a:gd name="T18" fmla="*/ 153 w 169"/>
                <a:gd name="T19" fmla="*/ 992 h 9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9" h="903">
                  <a:moveTo>
                    <a:pt x="117" y="746"/>
                  </a:moveTo>
                  <a:cubicBezTo>
                    <a:pt x="119" y="663"/>
                    <a:pt x="121" y="478"/>
                    <a:pt x="137" y="450"/>
                  </a:cubicBezTo>
                  <a:cubicBezTo>
                    <a:pt x="152" y="421"/>
                    <a:pt x="169" y="385"/>
                    <a:pt x="169" y="385"/>
                  </a:cubicBezTo>
                  <a:cubicBezTo>
                    <a:pt x="121" y="351"/>
                    <a:pt x="121" y="351"/>
                    <a:pt x="121" y="351"/>
                  </a:cubicBezTo>
                  <a:cubicBezTo>
                    <a:pt x="121" y="351"/>
                    <a:pt x="138" y="83"/>
                    <a:pt x="150" y="8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23" y="672"/>
                    <a:pt x="17" y="676"/>
                    <a:pt x="0" y="903"/>
                  </a:cubicBezTo>
                  <a:cubicBezTo>
                    <a:pt x="0" y="903"/>
                    <a:pt x="25" y="892"/>
                    <a:pt x="58" y="897"/>
                  </a:cubicBezTo>
                  <a:cubicBezTo>
                    <a:pt x="74" y="897"/>
                    <a:pt x="103" y="900"/>
                    <a:pt x="110" y="897"/>
                  </a:cubicBezTo>
                  <a:cubicBezTo>
                    <a:pt x="110" y="897"/>
                    <a:pt x="115" y="823"/>
                    <a:pt x="117" y="746"/>
                  </a:cubicBezTo>
                  <a:close/>
                </a:path>
              </a:pathLst>
            </a:custGeom>
            <a:solidFill>
              <a:srgbClr val="E87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6">
              <a:extLst>
                <a:ext uri="{FF2B5EF4-FFF2-40B4-BE49-F238E27FC236}">
                  <a16:creationId xmlns:a16="http://schemas.microsoft.com/office/drawing/2014/main" id="{DB15EBC7-C8C2-42A3-86A7-B8C50E56B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1062"/>
              <a:ext cx="101" cy="32"/>
            </a:xfrm>
            <a:custGeom>
              <a:avLst/>
              <a:gdLst>
                <a:gd name="T0" fmla="*/ 0 w 91"/>
                <a:gd name="T1" fmla="*/ 13 h 29"/>
                <a:gd name="T2" fmla="*/ 60 w 91"/>
                <a:gd name="T3" fmla="*/ 36 h 29"/>
                <a:gd name="T4" fmla="*/ 123 w 91"/>
                <a:gd name="T5" fmla="*/ 25 h 29"/>
                <a:gd name="T6" fmla="*/ 63 w 91"/>
                <a:gd name="T7" fmla="*/ 2 h 29"/>
                <a:gd name="T8" fmla="*/ 0 w 91"/>
                <a:gd name="T9" fmla="*/ 1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9">
                  <a:moveTo>
                    <a:pt x="0" y="10"/>
                  </a:moveTo>
                  <a:cubicBezTo>
                    <a:pt x="0" y="17"/>
                    <a:pt x="19" y="24"/>
                    <a:pt x="44" y="27"/>
                  </a:cubicBezTo>
                  <a:cubicBezTo>
                    <a:pt x="69" y="29"/>
                    <a:pt x="89" y="26"/>
                    <a:pt x="90" y="19"/>
                  </a:cubicBezTo>
                  <a:cubicBezTo>
                    <a:pt x="91" y="12"/>
                    <a:pt x="71" y="5"/>
                    <a:pt x="46" y="2"/>
                  </a:cubicBezTo>
                  <a:cubicBezTo>
                    <a:pt x="21" y="0"/>
                    <a:pt x="1" y="3"/>
                    <a:pt x="0" y="10"/>
                  </a:cubicBezTo>
                  <a:close/>
                </a:path>
              </a:pathLst>
            </a:custGeom>
            <a:solidFill>
              <a:srgbClr val="E87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7">
              <a:extLst>
                <a:ext uri="{FF2B5EF4-FFF2-40B4-BE49-F238E27FC236}">
                  <a16:creationId xmlns:a16="http://schemas.microsoft.com/office/drawing/2014/main" id="{58219BBD-A7A0-4427-ACE1-419DD1DEC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065"/>
              <a:ext cx="386" cy="1040"/>
            </a:xfrm>
            <a:custGeom>
              <a:avLst/>
              <a:gdLst>
                <a:gd name="T0" fmla="*/ 219 w 351"/>
                <a:gd name="T1" fmla="*/ 0 h 946"/>
                <a:gd name="T2" fmla="*/ 466 w 351"/>
                <a:gd name="T3" fmla="*/ 1238 h 946"/>
                <a:gd name="T4" fmla="*/ 368 w 351"/>
                <a:gd name="T5" fmla="*/ 1252 h 946"/>
                <a:gd name="T6" fmla="*/ 280 w 351"/>
                <a:gd name="T7" fmla="*/ 1257 h 946"/>
                <a:gd name="T8" fmla="*/ 202 w 351"/>
                <a:gd name="T9" fmla="*/ 1132 h 946"/>
                <a:gd name="T10" fmla="*/ 53 w 351"/>
                <a:gd name="T11" fmla="*/ 1081 h 946"/>
                <a:gd name="T12" fmla="*/ 56 w 351"/>
                <a:gd name="T13" fmla="*/ 958 h 946"/>
                <a:gd name="T14" fmla="*/ 229 w 351"/>
                <a:gd name="T15" fmla="*/ 1000 h 946"/>
                <a:gd name="T16" fmla="*/ 173 w 351"/>
                <a:gd name="T17" fmla="*/ 771 h 946"/>
                <a:gd name="T18" fmla="*/ 137 w 351"/>
                <a:gd name="T19" fmla="*/ 600 h 946"/>
                <a:gd name="T20" fmla="*/ 93 w 351"/>
                <a:gd name="T21" fmla="*/ 519 h 946"/>
                <a:gd name="T22" fmla="*/ 155 w 351"/>
                <a:gd name="T23" fmla="*/ 471 h 946"/>
                <a:gd name="T24" fmla="*/ 101 w 351"/>
                <a:gd name="T25" fmla="*/ 15 h 946"/>
                <a:gd name="T26" fmla="*/ 219 w 351"/>
                <a:gd name="T27" fmla="*/ 0 h 9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1" h="946">
                  <a:moveTo>
                    <a:pt x="165" y="0"/>
                  </a:moveTo>
                  <a:cubicBezTo>
                    <a:pt x="165" y="0"/>
                    <a:pt x="198" y="638"/>
                    <a:pt x="351" y="931"/>
                  </a:cubicBezTo>
                  <a:cubicBezTo>
                    <a:pt x="351" y="931"/>
                    <a:pt x="338" y="931"/>
                    <a:pt x="277" y="942"/>
                  </a:cubicBezTo>
                  <a:cubicBezTo>
                    <a:pt x="256" y="944"/>
                    <a:pt x="235" y="945"/>
                    <a:pt x="211" y="946"/>
                  </a:cubicBezTo>
                  <a:cubicBezTo>
                    <a:pt x="211" y="946"/>
                    <a:pt x="190" y="866"/>
                    <a:pt x="152" y="852"/>
                  </a:cubicBezTo>
                  <a:cubicBezTo>
                    <a:pt x="114" y="839"/>
                    <a:pt x="77" y="802"/>
                    <a:pt x="40" y="813"/>
                  </a:cubicBezTo>
                  <a:cubicBezTo>
                    <a:pt x="40" y="813"/>
                    <a:pt x="0" y="761"/>
                    <a:pt x="42" y="720"/>
                  </a:cubicBezTo>
                  <a:cubicBezTo>
                    <a:pt x="42" y="720"/>
                    <a:pt x="129" y="727"/>
                    <a:pt x="172" y="753"/>
                  </a:cubicBezTo>
                  <a:cubicBezTo>
                    <a:pt x="172" y="753"/>
                    <a:pt x="144" y="656"/>
                    <a:pt x="130" y="580"/>
                  </a:cubicBezTo>
                  <a:cubicBezTo>
                    <a:pt x="116" y="504"/>
                    <a:pt x="121" y="480"/>
                    <a:pt x="104" y="452"/>
                  </a:cubicBezTo>
                  <a:cubicBezTo>
                    <a:pt x="88" y="425"/>
                    <a:pt x="70" y="390"/>
                    <a:pt x="70" y="390"/>
                  </a:cubicBezTo>
                  <a:cubicBezTo>
                    <a:pt x="116" y="354"/>
                    <a:pt x="116" y="354"/>
                    <a:pt x="116" y="354"/>
                  </a:cubicBezTo>
                  <a:cubicBezTo>
                    <a:pt x="116" y="354"/>
                    <a:pt x="90" y="86"/>
                    <a:pt x="76" y="12"/>
                  </a:cubicBezTo>
                  <a:lnTo>
                    <a:pt x="165" y="0"/>
                  </a:lnTo>
                  <a:close/>
                </a:path>
              </a:pathLst>
            </a:custGeom>
            <a:solidFill>
              <a:srgbClr val="E87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2" name="Freeform 8">
              <a:extLst>
                <a:ext uri="{FF2B5EF4-FFF2-40B4-BE49-F238E27FC236}">
                  <a16:creationId xmlns:a16="http://schemas.microsoft.com/office/drawing/2014/main" id="{9D761929-34F5-44DB-89C7-01D138184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054"/>
              <a:ext cx="101" cy="34"/>
            </a:xfrm>
            <a:custGeom>
              <a:avLst/>
              <a:gdLst>
                <a:gd name="T0" fmla="*/ 123 w 91"/>
                <a:gd name="T1" fmla="*/ 12 h 31"/>
                <a:gd name="T2" fmla="*/ 64 w 91"/>
                <a:gd name="T3" fmla="*/ 36 h 31"/>
                <a:gd name="T4" fmla="*/ 1 w 91"/>
                <a:gd name="T5" fmla="*/ 27 h 31"/>
                <a:gd name="T6" fmla="*/ 60 w 91"/>
                <a:gd name="T7" fmla="*/ 3 h 31"/>
                <a:gd name="T8" fmla="*/ 123 w 91"/>
                <a:gd name="T9" fmla="*/ 1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31">
                  <a:moveTo>
                    <a:pt x="90" y="9"/>
                  </a:moveTo>
                  <a:cubicBezTo>
                    <a:pt x="91" y="16"/>
                    <a:pt x="72" y="24"/>
                    <a:pt x="47" y="27"/>
                  </a:cubicBezTo>
                  <a:cubicBezTo>
                    <a:pt x="23" y="31"/>
                    <a:pt x="2" y="28"/>
                    <a:pt x="1" y="21"/>
                  </a:cubicBezTo>
                  <a:cubicBezTo>
                    <a:pt x="0" y="14"/>
                    <a:pt x="19" y="6"/>
                    <a:pt x="44" y="3"/>
                  </a:cubicBezTo>
                  <a:cubicBezTo>
                    <a:pt x="69" y="0"/>
                    <a:pt x="89" y="2"/>
                    <a:pt x="90" y="9"/>
                  </a:cubicBezTo>
                  <a:close/>
                </a:path>
              </a:pathLst>
            </a:custGeom>
            <a:solidFill>
              <a:srgbClr val="E87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3" name="Freeform 9">
              <a:extLst>
                <a:ext uri="{FF2B5EF4-FFF2-40B4-BE49-F238E27FC236}">
                  <a16:creationId xmlns:a16="http://schemas.microsoft.com/office/drawing/2014/main" id="{F162035B-0586-4E98-8E10-860E9A97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039"/>
              <a:ext cx="386" cy="940"/>
            </a:xfrm>
            <a:custGeom>
              <a:avLst/>
              <a:gdLst>
                <a:gd name="T0" fmla="*/ 10 w 351"/>
                <a:gd name="T1" fmla="*/ 1139 h 854"/>
                <a:gd name="T2" fmla="*/ 409 w 351"/>
                <a:gd name="T3" fmla="*/ 777 h 854"/>
                <a:gd name="T4" fmla="*/ 451 w 351"/>
                <a:gd name="T5" fmla="*/ 276 h 854"/>
                <a:gd name="T6" fmla="*/ 360 w 351"/>
                <a:gd name="T7" fmla="*/ 0 h 854"/>
                <a:gd name="T8" fmla="*/ 332 w 351"/>
                <a:gd name="T9" fmla="*/ 0 h 854"/>
                <a:gd name="T10" fmla="*/ 424 w 351"/>
                <a:gd name="T11" fmla="*/ 276 h 854"/>
                <a:gd name="T12" fmla="*/ 383 w 351"/>
                <a:gd name="T13" fmla="*/ 777 h 854"/>
                <a:gd name="T14" fmla="*/ 0 w 351"/>
                <a:gd name="T15" fmla="*/ 1126 h 854"/>
                <a:gd name="T16" fmla="*/ 10 w 351"/>
                <a:gd name="T17" fmla="*/ 1139 h 8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1" h="854">
                  <a:moveTo>
                    <a:pt x="7" y="854"/>
                  </a:moveTo>
                  <a:cubicBezTo>
                    <a:pt x="172" y="782"/>
                    <a:pt x="266" y="649"/>
                    <a:pt x="307" y="582"/>
                  </a:cubicBezTo>
                  <a:cubicBezTo>
                    <a:pt x="347" y="515"/>
                    <a:pt x="351" y="362"/>
                    <a:pt x="339" y="207"/>
                  </a:cubicBezTo>
                  <a:cubicBezTo>
                    <a:pt x="327" y="51"/>
                    <a:pt x="270" y="0"/>
                    <a:pt x="270" y="0"/>
                  </a:cubicBezTo>
                  <a:cubicBezTo>
                    <a:pt x="250" y="0"/>
                    <a:pt x="250" y="0"/>
                    <a:pt x="250" y="0"/>
                  </a:cubicBezTo>
                  <a:cubicBezTo>
                    <a:pt x="250" y="0"/>
                    <a:pt x="307" y="51"/>
                    <a:pt x="319" y="207"/>
                  </a:cubicBezTo>
                  <a:cubicBezTo>
                    <a:pt x="332" y="362"/>
                    <a:pt x="327" y="515"/>
                    <a:pt x="287" y="582"/>
                  </a:cubicBezTo>
                  <a:cubicBezTo>
                    <a:pt x="247" y="649"/>
                    <a:pt x="165" y="772"/>
                    <a:pt x="0" y="844"/>
                  </a:cubicBezTo>
                  <a:lnTo>
                    <a:pt x="7" y="854"/>
                  </a:lnTo>
                  <a:close/>
                </a:path>
              </a:pathLst>
            </a:custGeom>
            <a:solidFill>
              <a:srgbClr val="F6D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4" name="Freeform 10">
              <a:extLst>
                <a:ext uri="{FF2B5EF4-FFF2-40B4-BE49-F238E27FC236}">
                  <a16:creationId xmlns:a16="http://schemas.microsoft.com/office/drawing/2014/main" id="{07B90968-F0F9-4D79-ABF2-AAAD1AC94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040"/>
              <a:ext cx="390" cy="966"/>
            </a:xfrm>
            <a:custGeom>
              <a:avLst/>
              <a:gdLst>
                <a:gd name="T0" fmla="*/ 0 w 354"/>
                <a:gd name="T1" fmla="*/ 1144 h 878"/>
                <a:gd name="T2" fmla="*/ 396 w 354"/>
                <a:gd name="T3" fmla="*/ 781 h 878"/>
                <a:gd name="T4" fmla="*/ 440 w 354"/>
                <a:gd name="T5" fmla="*/ 281 h 878"/>
                <a:gd name="T6" fmla="*/ 346 w 354"/>
                <a:gd name="T7" fmla="*/ 4 h 878"/>
                <a:gd name="T8" fmla="*/ 369 w 354"/>
                <a:gd name="T9" fmla="*/ 0 h 878"/>
                <a:gd name="T10" fmla="*/ 413 w 354"/>
                <a:gd name="T11" fmla="*/ 39 h 878"/>
                <a:gd name="T12" fmla="*/ 434 w 354"/>
                <a:gd name="T13" fmla="*/ 69 h 878"/>
                <a:gd name="T14" fmla="*/ 455 w 354"/>
                <a:gd name="T15" fmla="*/ 103 h 878"/>
                <a:gd name="T16" fmla="*/ 449 w 354"/>
                <a:gd name="T17" fmla="*/ 135 h 878"/>
                <a:gd name="T18" fmla="*/ 458 w 354"/>
                <a:gd name="T19" fmla="*/ 164 h 878"/>
                <a:gd name="T20" fmla="*/ 457 w 354"/>
                <a:gd name="T21" fmla="*/ 205 h 878"/>
                <a:gd name="T22" fmla="*/ 462 w 354"/>
                <a:gd name="T23" fmla="*/ 242 h 878"/>
                <a:gd name="T24" fmla="*/ 456 w 354"/>
                <a:gd name="T25" fmla="*/ 271 h 878"/>
                <a:gd name="T26" fmla="*/ 470 w 354"/>
                <a:gd name="T27" fmla="*/ 318 h 878"/>
                <a:gd name="T28" fmla="*/ 458 w 354"/>
                <a:gd name="T29" fmla="*/ 363 h 878"/>
                <a:gd name="T30" fmla="*/ 466 w 354"/>
                <a:gd name="T31" fmla="*/ 513 h 878"/>
                <a:gd name="T32" fmla="*/ 466 w 354"/>
                <a:gd name="T33" fmla="*/ 558 h 878"/>
                <a:gd name="T34" fmla="*/ 464 w 354"/>
                <a:gd name="T35" fmla="*/ 596 h 878"/>
                <a:gd name="T36" fmla="*/ 465 w 354"/>
                <a:gd name="T37" fmla="*/ 651 h 878"/>
                <a:gd name="T38" fmla="*/ 457 w 354"/>
                <a:gd name="T39" fmla="*/ 700 h 878"/>
                <a:gd name="T40" fmla="*/ 444 w 354"/>
                <a:gd name="T41" fmla="*/ 757 h 878"/>
                <a:gd name="T42" fmla="*/ 432 w 354"/>
                <a:gd name="T43" fmla="*/ 788 h 878"/>
                <a:gd name="T44" fmla="*/ 411 w 354"/>
                <a:gd name="T45" fmla="*/ 825 h 878"/>
                <a:gd name="T46" fmla="*/ 379 w 354"/>
                <a:gd name="T47" fmla="*/ 881 h 878"/>
                <a:gd name="T48" fmla="*/ 338 w 354"/>
                <a:gd name="T49" fmla="*/ 929 h 878"/>
                <a:gd name="T50" fmla="*/ 311 w 354"/>
                <a:gd name="T51" fmla="*/ 958 h 878"/>
                <a:gd name="T52" fmla="*/ 297 w 354"/>
                <a:gd name="T53" fmla="*/ 999 h 878"/>
                <a:gd name="T54" fmla="*/ 249 w 354"/>
                <a:gd name="T55" fmla="*/ 1025 h 878"/>
                <a:gd name="T56" fmla="*/ 218 w 354"/>
                <a:gd name="T57" fmla="*/ 1051 h 878"/>
                <a:gd name="T58" fmla="*/ 188 w 354"/>
                <a:gd name="T59" fmla="*/ 1074 h 878"/>
                <a:gd name="T60" fmla="*/ 162 w 354"/>
                <a:gd name="T61" fmla="*/ 1089 h 878"/>
                <a:gd name="T62" fmla="*/ 128 w 354"/>
                <a:gd name="T63" fmla="*/ 1116 h 878"/>
                <a:gd name="T64" fmla="*/ 86 w 354"/>
                <a:gd name="T65" fmla="*/ 1139 h 878"/>
                <a:gd name="T66" fmla="*/ 28 w 354"/>
                <a:gd name="T67" fmla="*/ 1170 h 878"/>
                <a:gd name="T68" fmla="*/ 4 w 354"/>
                <a:gd name="T69" fmla="*/ 1168 h 878"/>
                <a:gd name="T70" fmla="*/ 0 w 354"/>
                <a:gd name="T71" fmla="*/ 1144 h 87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4" h="878">
                  <a:moveTo>
                    <a:pt x="0" y="859"/>
                  </a:moveTo>
                  <a:cubicBezTo>
                    <a:pt x="170" y="782"/>
                    <a:pt x="256" y="653"/>
                    <a:pt x="296" y="586"/>
                  </a:cubicBezTo>
                  <a:cubicBezTo>
                    <a:pt x="337" y="519"/>
                    <a:pt x="341" y="366"/>
                    <a:pt x="329" y="211"/>
                  </a:cubicBezTo>
                  <a:cubicBezTo>
                    <a:pt x="317" y="55"/>
                    <a:pt x="259" y="4"/>
                    <a:pt x="259" y="4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76" y="0"/>
                    <a:pt x="306" y="18"/>
                    <a:pt x="309" y="29"/>
                  </a:cubicBezTo>
                  <a:cubicBezTo>
                    <a:pt x="313" y="41"/>
                    <a:pt x="318" y="43"/>
                    <a:pt x="325" y="52"/>
                  </a:cubicBezTo>
                  <a:cubicBezTo>
                    <a:pt x="333" y="61"/>
                    <a:pt x="340" y="62"/>
                    <a:pt x="340" y="77"/>
                  </a:cubicBezTo>
                  <a:cubicBezTo>
                    <a:pt x="341" y="91"/>
                    <a:pt x="336" y="102"/>
                    <a:pt x="336" y="102"/>
                  </a:cubicBezTo>
                  <a:cubicBezTo>
                    <a:pt x="336" y="102"/>
                    <a:pt x="345" y="104"/>
                    <a:pt x="343" y="123"/>
                  </a:cubicBezTo>
                  <a:cubicBezTo>
                    <a:pt x="340" y="141"/>
                    <a:pt x="339" y="146"/>
                    <a:pt x="342" y="154"/>
                  </a:cubicBezTo>
                  <a:cubicBezTo>
                    <a:pt x="345" y="162"/>
                    <a:pt x="347" y="174"/>
                    <a:pt x="345" y="182"/>
                  </a:cubicBezTo>
                  <a:cubicBezTo>
                    <a:pt x="343" y="190"/>
                    <a:pt x="341" y="204"/>
                    <a:pt x="341" y="204"/>
                  </a:cubicBezTo>
                  <a:cubicBezTo>
                    <a:pt x="341" y="204"/>
                    <a:pt x="352" y="224"/>
                    <a:pt x="352" y="239"/>
                  </a:cubicBezTo>
                  <a:cubicBezTo>
                    <a:pt x="352" y="254"/>
                    <a:pt x="343" y="273"/>
                    <a:pt x="343" y="273"/>
                  </a:cubicBezTo>
                  <a:cubicBezTo>
                    <a:pt x="343" y="273"/>
                    <a:pt x="354" y="367"/>
                    <a:pt x="349" y="385"/>
                  </a:cubicBezTo>
                  <a:cubicBezTo>
                    <a:pt x="344" y="402"/>
                    <a:pt x="345" y="404"/>
                    <a:pt x="349" y="419"/>
                  </a:cubicBezTo>
                  <a:cubicBezTo>
                    <a:pt x="353" y="435"/>
                    <a:pt x="347" y="448"/>
                    <a:pt x="347" y="448"/>
                  </a:cubicBezTo>
                  <a:cubicBezTo>
                    <a:pt x="347" y="448"/>
                    <a:pt x="350" y="471"/>
                    <a:pt x="348" y="489"/>
                  </a:cubicBezTo>
                  <a:cubicBezTo>
                    <a:pt x="347" y="506"/>
                    <a:pt x="348" y="512"/>
                    <a:pt x="342" y="525"/>
                  </a:cubicBezTo>
                  <a:cubicBezTo>
                    <a:pt x="337" y="538"/>
                    <a:pt x="332" y="556"/>
                    <a:pt x="332" y="568"/>
                  </a:cubicBezTo>
                  <a:cubicBezTo>
                    <a:pt x="332" y="581"/>
                    <a:pt x="327" y="588"/>
                    <a:pt x="323" y="592"/>
                  </a:cubicBezTo>
                  <a:cubicBezTo>
                    <a:pt x="319" y="595"/>
                    <a:pt x="316" y="601"/>
                    <a:pt x="308" y="620"/>
                  </a:cubicBezTo>
                  <a:cubicBezTo>
                    <a:pt x="301" y="639"/>
                    <a:pt x="300" y="651"/>
                    <a:pt x="283" y="662"/>
                  </a:cubicBezTo>
                  <a:cubicBezTo>
                    <a:pt x="266" y="674"/>
                    <a:pt x="258" y="684"/>
                    <a:pt x="253" y="697"/>
                  </a:cubicBezTo>
                  <a:cubicBezTo>
                    <a:pt x="248" y="710"/>
                    <a:pt x="234" y="720"/>
                    <a:pt x="232" y="720"/>
                  </a:cubicBezTo>
                  <a:cubicBezTo>
                    <a:pt x="231" y="720"/>
                    <a:pt x="244" y="735"/>
                    <a:pt x="222" y="750"/>
                  </a:cubicBezTo>
                  <a:cubicBezTo>
                    <a:pt x="200" y="765"/>
                    <a:pt x="187" y="769"/>
                    <a:pt x="186" y="770"/>
                  </a:cubicBezTo>
                  <a:cubicBezTo>
                    <a:pt x="185" y="770"/>
                    <a:pt x="171" y="780"/>
                    <a:pt x="163" y="789"/>
                  </a:cubicBezTo>
                  <a:cubicBezTo>
                    <a:pt x="155" y="798"/>
                    <a:pt x="155" y="805"/>
                    <a:pt x="141" y="806"/>
                  </a:cubicBezTo>
                  <a:cubicBezTo>
                    <a:pt x="127" y="808"/>
                    <a:pt x="121" y="818"/>
                    <a:pt x="121" y="818"/>
                  </a:cubicBezTo>
                  <a:cubicBezTo>
                    <a:pt x="121" y="818"/>
                    <a:pt x="114" y="828"/>
                    <a:pt x="95" y="838"/>
                  </a:cubicBezTo>
                  <a:cubicBezTo>
                    <a:pt x="77" y="847"/>
                    <a:pt x="79" y="839"/>
                    <a:pt x="64" y="855"/>
                  </a:cubicBezTo>
                  <a:cubicBezTo>
                    <a:pt x="49" y="872"/>
                    <a:pt x="21" y="878"/>
                    <a:pt x="21" y="878"/>
                  </a:cubicBezTo>
                  <a:cubicBezTo>
                    <a:pt x="4" y="877"/>
                    <a:pt x="4" y="877"/>
                    <a:pt x="4" y="877"/>
                  </a:cubicBezTo>
                  <a:lnTo>
                    <a:pt x="0" y="859"/>
                  </a:lnTo>
                  <a:close/>
                </a:path>
              </a:pathLst>
            </a:custGeom>
            <a:solidFill>
              <a:srgbClr val="E87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Freeform 11">
              <a:extLst>
                <a:ext uri="{FF2B5EF4-FFF2-40B4-BE49-F238E27FC236}">
                  <a16:creationId xmlns:a16="http://schemas.microsoft.com/office/drawing/2014/main" id="{E689AB0A-1187-4890-A82D-F8C2B2B62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1039"/>
              <a:ext cx="392" cy="968"/>
            </a:xfrm>
            <a:custGeom>
              <a:avLst/>
              <a:gdLst>
                <a:gd name="T0" fmla="*/ 0 w 357"/>
                <a:gd name="T1" fmla="*/ 1136 h 880"/>
                <a:gd name="T2" fmla="*/ 396 w 357"/>
                <a:gd name="T3" fmla="*/ 774 h 880"/>
                <a:gd name="T4" fmla="*/ 440 w 357"/>
                <a:gd name="T5" fmla="*/ 276 h 880"/>
                <a:gd name="T6" fmla="*/ 348 w 357"/>
                <a:gd name="T7" fmla="*/ 0 h 880"/>
                <a:gd name="T8" fmla="*/ 383 w 357"/>
                <a:gd name="T9" fmla="*/ 0 h 880"/>
                <a:gd name="T10" fmla="*/ 415 w 357"/>
                <a:gd name="T11" fmla="*/ 35 h 880"/>
                <a:gd name="T12" fmla="*/ 432 w 357"/>
                <a:gd name="T13" fmla="*/ 70 h 880"/>
                <a:gd name="T14" fmla="*/ 456 w 357"/>
                <a:gd name="T15" fmla="*/ 97 h 880"/>
                <a:gd name="T16" fmla="*/ 448 w 357"/>
                <a:gd name="T17" fmla="*/ 131 h 880"/>
                <a:gd name="T18" fmla="*/ 458 w 357"/>
                <a:gd name="T19" fmla="*/ 158 h 880"/>
                <a:gd name="T20" fmla="*/ 457 w 357"/>
                <a:gd name="T21" fmla="*/ 200 h 880"/>
                <a:gd name="T22" fmla="*/ 460 w 357"/>
                <a:gd name="T23" fmla="*/ 238 h 880"/>
                <a:gd name="T24" fmla="*/ 456 w 357"/>
                <a:gd name="T25" fmla="*/ 266 h 880"/>
                <a:gd name="T26" fmla="*/ 470 w 357"/>
                <a:gd name="T27" fmla="*/ 314 h 880"/>
                <a:gd name="T28" fmla="*/ 458 w 357"/>
                <a:gd name="T29" fmla="*/ 359 h 880"/>
                <a:gd name="T30" fmla="*/ 467 w 357"/>
                <a:gd name="T31" fmla="*/ 507 h 880"/>
                <a:gd name="T32" fmla="*/ 467 w 357"/>
                <a:gd name="T33" fmla="*/ 553 h 880"/>
                <a:gd name="T34" fmla="*/ 463 w 357"/>
                <a:gd name="T35" fmla="*/ 591 h 880"/>
                <a:gd name="T36" fmla="*/ 467 w 357"/>
                <a:gd name="T37" fmla="*/ 646 h 880"/>
                <a:gd name="T38" fmla="*/ 457 w 357"/>
                <a:gd name="T39" fmla="*/ 693 h 880"/>
                <a:gd name="T40" fmla="*/ 444 w 357"/>
                <a:gd name="T41" fmla="*/ 752 h 880"/>
                <a:gd name="T42" fmla="*/ 432 w 357"/>
                <a:gd name="T43" fmla="*/ 783 h 880"/>
                <a:gd name="T44" fmla="*/ 414 w 357"/>
                <a:gd name="T45" fmla="*/ 821 h 880"/>
                <a:gd name="T46" fmla="*/ 380 w 357"/>
                <a:gd name="T47" fmla="*/ 876 h 880"/>
                <a:gd name="T48" fmla="*/ 340 w 357"/>
                <a:gd name="T49" fmla="*/ 922 h 880"/>
                <a:gd name="T50" fmla="*/ 312 w 357"/>
                <a:gd name="T51" fmla="*/ 955 h 880"/>
                <a:gd name="T52" fmla="*/ 298 w 357"/>
                <a:gd name="T53" fmla="*/ 993 h 880"/>
                <a:gd name="T54" fmla="*/ 250 w 357"/>
                <a:gd name="T55" fmla="*/ 1020 h 880"/>
                <a:gd name="T56" fmla="*/ 220 w 357"/>
                <a:gd name="T57" fmla="*/ 1045 h 880"/>
                <a:gd name="T58" fmla="*/ 190 w 357"/>
                <a:gd name="T59" fmla="*/ 1067 h 880"/>
                <a:gd name="T60" fmla="*/ 165 w 357"/>
                <a:gd name="T61" fmla="*/ 1084 h 880"/>
                <a:gd name="T62" fmla="*/ 132 w 357"/>
                <a:gd name="T63" fmla="*/ 1110 h 880"/>
                <a:gd name="T64" fmla="*/ 89 w 357"/>
                <a:gd name="T65" fmla="*/ 1134 h 880"/>
                <a:gd name="T66" fmla="*/ 32 w 357"/>
                <a:gd name="T67" fmla="*/ 1163 h 880"/>
                <a:gd name="T68" fmla="*/ 23 w 357"/>
                <a:gd name="T69" fmla="*/ 1172 h 880"/>
                <a:gd name="T70" fmla="*/ 0 w 357"/>
                <a:gd name="T71" fmla="*/ 1136 h 88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7" h="880">
                  <a:moveTo>
                    <a:pt x="0" y="854"/>
                  </a:moveTo>
                  <a:cubicBezTo>
                    <a:pt x="165" y="782"/>
                    <a:pt x="259" y="649"/>
                    <a:pt x="300" y="582"/>
                  </a:cubicBezTo>
                  <a:cubicBezTo>
                    <a:pt x="340" y="515"/>
                    <a:pt x="344" y="362"/>
                    <a:pt x="332" y="207"/>
                  </a:cubicBezTo>
                  <a:cubicBezTo>
                    <a:pt x="320" y="51"/>
                    <a:pt x="263" y="0"/>
                    <a:pt x="263" y="0"/>
                  </a:cubicBezTo>
                  <a:cubicBezTo>
                    <a:pt x="290" y="0"/>
                    <a:pt x="290" y="0"/>
                    <a:pt x="290" y="0"/>
                  </a:cubicBezTo>
                  <a:cubicBezTo>
                    <a:pt x="290" y="0"/>
                    <a:pt x="309" y="14"/>
                    <a:pt x="313" y="26"/>
                  </a:cubicBezTo>
                  <a:cubicBezTo>
                    <a:pt x="316" y="37"/>
                    <a:pt x="318" y="44"/>
                    <a:pt x="326" y="53"/>
                  </a:cubicBezTo>
                  <a:cubicBezTo>
                    <a:pt x="334" y="62"/>
                    <a:pt x="343" y="58"/>
                    <a:pt x="344" y="73"/>
                  </a:cubicBezTo>
                  <a:cubicBezTo>
                    <a:pt x="344" y="88"/>
                    <a:pt x="339" y="98"/>
                    <a:pt x="339" y="98"/>
                  </a:cubicBezTo>
                  <a:cubicBezTo>
                    <a:pt x="339" y="98"/>
                    <a:pt x="349" y="100"/>
                    <a:pt x="346" y="119"/>
                  </a:cubicBezTo>
                  <a:cubicBezTo>
                    <a:pt x="343" y="138"/>
                    <a:pt x="342" y="142"/>
                    <a:pt x="345" y="150"/>
                  </a:cubicBezTo>
                  <a:cubicBezTo>
                    <a:pt x="348" y="158"/>
                    <a:pt x="350" y="171"/>
                    <a:pt x="348" y="178"/>
                  </a:cubicBezTo>
                  <a:cubicBezTo>
                    <a:pt x="347" y="186"/>
                    <a:pt x="344" y="200"/>
                    <a:pt x="344" y="200"/>
                  </a:cubicBezTo>
                  <a:cubicBezTo>
                    <a:pt x="344" y="200"/>
                    <a:pt x="355" y="220"/>
                    <a:pt x="355" y="235"/>
                  </a:cubicBezTo>
                  <a:cubicBezTo>
                    <a:pt x="356" y="250"/>
                    <a:pt x="346" y="269"/>
                    <a:pt x="346" y="269"/>
                  </a:cubicBezTo>
                  <a:cubicBezTo>
                    <a:pt x="346" y="269"/>
                    <a:pt x="357" y="364"/>
                    <a:pt x="352" y="381"/>
                  </a:cubicBezTo>
                  <a:cubicBezTo>
                    <a:pt x="347" y="398"/>
                    <a:pt x="349" y="400"/>
                    <a:pt x="352" y="415"/>
                  </a:cubicBezTo>
                  <a:cubicBezTo>
                    <a:pt x="356" y="431"/>
                    <a:pt x="350" y="444"/>
                    <a:pt x="350" y="444"/>
                  </a:cubicBezTo>
                  <a:cubicBezTo>
                    <a:pt x="350" y="444"/>
                    <a:pt x="353" y="467"/>
                    <a:pt x="352" y="485"/>
                  </a:cubicBezTo>
                  <a:cubicBezTo>
                    <a:pt x="350" y="502"/>
                    <a:pt x="351" y="508"/>
                    <a:pt x="345" y="521"/>
                  </a:cubicBezTo>
                  <a:cubicBezTo>
                    <a:pt x="340" y="534"/>
                    <a:pt x="335" y="552"/>
                    <a:pt x="335" y="565"/>
                  </a:cubicBezTo>
                  <a:cubicBezTo>
                    <a:pt x="335" y="577"/>
                    <a:pt x="330" y="584"/>
                    <a:pt x="326" y="588"/>
                  </a:cubicBezTo>
                  <a:cubicBezTo>
                    <a:pt x="322" y="592"/>
                    <a:pt x="319" y="597"/>
                    <a:pt x="312" y="616"/>
                  </a:cubicBezTo>
                  <a:cubicBezTo>
                    <a:pt x="304" y="635"/>
                    <a:pt x="304" y="647"/>
                    <a:pt x="287" y="658"/>
                  </a:cubicBezTo>
                  <a:cubicBezTo>
                    <a:pt x="270" y="670"/>
                    <a:pt x="262" y="680"/>
                    <a:pt x="257" y="693"/>
                  </a:cubicBezTo>
                  <a:cubicBezTo>
                    <a:pt x="251" y="706"/>
                    <a:pt x="237" y="717"/>
                    <a:pt x="236" y="717"/>
                  </a:cubicBezTo>
                  <a:cubicBezTo>
                    <a:pt x="234" y="717"/>
                    <a:pt x="247" y="731"/>
                    <a:pt x="225" y="746"/>
                  </a:cubicBezTo>
                  <a:cubicBezTo>
                    <a:pt x="203" y="761"/>
                    <a:pt x="190" y="765"/>
                    <a:pt x="189" y="766"/>
                  </a:cubicBezTo>
                  <a:cubicBezTo>
                    <a:pt x="188" y="767"/>
                    <a:pt x="174" y="776"/>
                    <a:pt x="166" y="785"/>
                  </a:cubicBezTo>
                  <a:cubicBezTo>
                    <a:pt x="158" y="794"/>
                    <a:pt x="158" y="801"/>
                    <a:pt x="144" y="802"/>
                  </a:cubicBezTo>
                  <a:cubicBezTo>
                    <a:pt x="130" y="804"/>
                    <a:pt x="125" y="814"/>
                    <a:pt x="125" y="814"/>
                  </a:cubicBezTo>
                  <a:cubicBezTo>
                    <a:pt x="125" y="814"/>
                    <a:pt x="117" y="824"/>
                    <a:pt x="99" y="834"/>
                  </a:cubicBezTo>
                  <a:cubicBezTo>
                    <a:pt x="80" y="844"/>
                    <a:pt x="82" y="835"/>
                    <a:pt x="67" y="852"/>
                  </a:cubicBezTo>
                  <a:cubicBezTo>
                    <a:pt x="52" y="868"/>
                    <a:pt x="24" y="874"/>
                    <a:pt x="24" y="874"/>
                  </a:cubicBezTo>
                  <a:cubicBezTo>
                    <a:pt x="17" y="880"/>
                    <a:pt x="17" y="880"/>
                    <a:pt x="17" y="880"/>
                  </a:cubicBezTo>
                  <a:lnTo>
                    <a:pt x="0" y="854"/>
                  </a:lnTo>
                  <a:close/>
                </a:path>
              </a:pathLst>
            </a:custGeom>
            <a:solidFill>
              <a:srgbClr val="F5D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12">
              <a:extLst>
                <a:ext uri="{FF2B5EF4-FFF2-40B4-BE49-F238E27FC236}">
                  <a16:creationId xmlns:a16="http://schemas.microsoft.com/office/drawing/2014/main" id="{B3047721-ED21-4C18-A660-ABE1F6360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050"/>
              <a:ext cx="481" cy="948"/>
            </a:xfrm>
            <a:custGeom>
              <a:avLst/>
              <a:gdLst>
                <a:gd name="T0" fmla="*/ 573 w 437"/>
                <a:gd name="T1" fmla="*/ 1147 h 862"/>
                <a:gd name="T2" fmla="*/ 192 w 437"/>
                <a:gd name="T3" fmla="*/ 774 h 862"/>
                <a:gd name="T4" fmla="*/ 2 w 437"/>
                <a:gd name="T5" fmla="*/ 363 h 862"/>
                <a:gd name="T6" fmla="*/ 13 w 437"/>
                <a:gd name="T7" fmla="*/ 272 h 862"/>
                <a:gd name="T8" fmla="*/ 111 w 437"/>
                <a:gd name="T9" fmla="*/ 0 h 862"/>
                <a:gd name="T10" fmla="*/ 136 w 437"/>
                <a:gd name="T11" fmla="*/ 0 h 862"/>
                <a:gd name="T12" fmla="*/ 39 w 437"/>
                <a:gd name="T13" fmla="*/ 272 h 862"/>
                <a:gd name="T14" fmla="*/ 26 w 437"/>
                <a:gd name="T15" fmla="*/ 373 h 862"/>
                <a:gd name="T16" fmla="*/ 215 w 437"/>
                <a:gd name="T17" fmla="*/ 775 h 862"/>
                <a:gd name="T18" fmla="*/ 582 w 437"/>
                <a:gd name="T19" fmla="*/ 1133 h 862"/>
                <a:gd name="T20" fmla="*/ 573 w 437"/>
                <a:gd name="T21" fmla="*/ 1147 h 8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7" h="862">
                  <a:moveTo>
                    <a:pt x="430" y="862"/>
                  </a:moveTo>
                  <a:cubicBezTo>
                    <a:pt x="266" y="785"/>
                    <a:pt x="183" y="650"/>
                    <a:pt x="144" y="582"/>
                  </a:cubicBezTo>
                  <a:cubicBezTo>
                    <a:pt x="111" y="525"/>
                    <a:pt x="16" y="402"/>
                    <a:pt x="2" y="273"/>
                  </a:cubicBezTo>
                  <a:cubicBezTo>
                    <a:pt x="0" y="249"/>
                    <a:pt x="7" y="229"/>
                    <a:pt x="10" y="205"/>
                  </a:cubicBezTo>
                  <a:cubicBezTo>
                    <a:pt x="25" y="50"/>
                    <a:pt x="84" y="0"/>
                    <a:pt x="84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45" y="50"/>
                    <a:pt x="29" y="205"/>
                  </a:cubicBezTo>
                  <a:cubicBezTo>
                    <a:pt x="27" y="230"/>
                    <a:pt x="17" y="256"/>
                    <a:pt x="20" y="280"/>
                  </a:cubicBezTo>
                  <a:cubicBezTo>
                    <a:pt x="34" y="409"/>
                    <a:pt x="126" y="516"/>
                    <a:pt x="161" y="583"/>
                  </a:cubicBezTo>
                  <a:cubicBezTo>
                    <a:pt x="198" y="652"/>
                    <a:pt x="273" y="776"/>
                    <a:pt x="437" y="852"/>
                  </a:cubicBezTo>
                  <a:lnTo>
                    <a:pt x="430" y="862"/>
                  </a:lnTo>
                  <a:close/>
                </a:path>
              </a:pathLst>
            </a:custGeom>
            <a:solidFill>
              <a:srgbClr val="F6D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13">
              <a:extLst>
                <a:ext uri="{FF2B5EF4-FFF2-40B4-BE49-F238E27FC236}">
                  <a16:creationId xmlns:a16="http://schemas.microsoft.com/office/drawing/2014/main" id="{A7DC846C-66D0-4AE1-BFDB-450BA6AF9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050"/>
              <a:ext cx="462" cy="937"/>
            </a:xfrm>
            <a:custGeom>
              <a:avLst/>
              <a:gdLst>
                <a:gd name="T0" fmla="*/ 116 w 420"/>
                <a:gd name="T1" fmla="*/ 0 h 852"/>
                <a:gd name="T2" fmla="*/ 15 w 420"/>
                <a:gd name="T3" fmla="*/ 272 h 852"/>
                <a:gd name="T4" fmla="*/ 3 w 420"/>
                <a:gd name="T5" fmla="*/ 373 h 852"/>
                <a:gd name="T6" fmla="*/ 191 w 420"/>
                <a:gd name="T7" fmla="*/ 775 h 852"/>
                <a:gd name="T8" fmla="*/ 559 w 420"/>
                <a:gd name="T9" fmla="*/ 1133 h 8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0" h="852">
                  <a:moveTo>
                    <a:pt x="86" y="0"/>
                  </a:moveTo>
                  <a:cubicBezTo>
                    <a:pt x="86" y="0"/>
                    <a:pt x="28" y="50"/>
                    <a:pt x="12" y="205"/>
                  </a:cubicBezTo>
                  <a:cubicBezTo>
                    <a:pt x="10" y="230"/>
                    <a:pt x="0" y="256"/>
                    <a:pt x="3" y="280"/>
                  </a:cubicBezTo>
                  <a:cubicBezTo>
                    <a:pt x="17" y="409"/>
                    <a:pt x="109" y="516"/>
                    <a:pt x="144" y="583"/>
                  </a:cubicBezTo>
                  <a:cubicBezTo>
                    <a:pt x="181" y="652"/>
                    <a:pt x="256" y="776"/>
                    <a:pt x="420" y="85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14">
              <a:extLst>
                <a:ext uri="{FF2B5EF4-FFF2-40B4-BE49-F238E27FC236}">
                  <a16:creationId xmlns:a16="http://schemas.microsoft.com/office/drawing/2014/main" id="{F782EEC5-C46F-45B1-BEAA-45F45AFEB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049"/>
              <a:ext cx="503" cy="979"/>
            </a:xfrm>
            <a:custGeom>
              <a:avLst/>
              <a:gdLst>
                <a:gd name="T0" fmla="*/ 606 w 458"/>
                <a:gd name="T1" fmla="*/ 1148 h 890"/>
                <a:gd name="T2" fmla="*/ 230 w 458"/>
                <a:gd name="T3" fmla="*/ 776 h 890"/>
                <a:gd name="T4" fmla="*/ 58 w 458"/>
                <a:gd name="T5" fmla="*/ 353 h 890"/>
                <a:gd name="T6" fmla="*/ 51 w 458"/>
                <a:gd name="T7" fmla="*/ 275 h 890"/>
                <a:gd name="T8" fmla="*/ 149 w 458"/>
                <a:gd name="T9" fmla="*/ 1 h 890"/>
                <a:gd name="T10" fmla="*/ 132 w 458"/>
                <a:gd name="T11" fmla="*/ 0 h 890"/>
                <a:gd name="T12" fmla="*/ 82 w 458"/>
                <a:gd name="T13" fmla="*/ 34 h 890"/>
                <a:gd name="T14" fmla="*/ 64 w 458"/>
                <a:gd name="T15" fmla="*/ 70 h 890"/>
                <a:gd name="T16" fmla="*/ 40 w 458"/>
                <a:gd name="T17" fmla="*/ 96 h 890"/>
                <a:gd name="T18" fmla="*/ 45 w 458"/>
                <a:gd name="T19" fmla="*/ 130 h 890"/>
                <a:gd name="T20" fmla="*/ 35 w 458"/>
                <a:gd name="T21" fmla="*/ 157 h 890"/>
                <a:gd name="T22" fmla="*/ 35 w 458"/>
                <a:gd name="T23" fmla="*/ 198 h 890"/>
                <a:gd name="T24" fmla="*/ 29 w 458"/>
                <a:gd name="T25" fmla="*/ 237 h 890"/>
                <a:gd name="T26" fmla="*/ 35 w 458"/>
                <a:gd name="T27" fmla="*/ 265 h 890"/>
                <a:gd name="T28" fmla="*/ 4 w 458"/>
                <a:gd name="T29" fmla="*/ 309 h 890"/>
                <a:gd name="T30" fmla="*/ 26 w 458"/>
                <a:gd name="T31" fmla="*/ 380 h 890"/>
                <a:gd name="T32" fmla="*/ 64 w 458"/>
                <a:gd name="T33" fmla="*/ 517 h 890"/>
                <a:gd name="T34" fmla="*/ 98 w 458"/>
                <a:gd name="T35" fmla="*/ 591 h 890"/>
                <a:gd name="T36" fmla="*/ 124 w 458"/>
                <a:gd name="T37" fmla="*/ 624 h 890"/>
                <a:gd name="T38" fmla="*/ 125 w 458"/>
                <a:gd name="T39" fmla="*/ 670 h 890"/>
                <a:gd name="T40" fmla="*/ 149 w 458"/>
                <a:gd name="T41" fmla="*/ 717 h 890"/>
                <a:gd name="T42" fmla="*/ 183 w 458"/>
                <a:gd name="T43" fmla="*/ 752 h 890"/>
                <a:gd name="T44" fmla="*/ 193 w 458"/>
                <a:gd name="T45" fmla="*/ 784 h 890"/>
                <a:gd name="T46" fmla="*/ 212 w 458"/>
                <a:gd name="T47" fmla="*/ 822 h 890"/>
                <a:gd name="T48" fmla="*/ 247 w 458"/>
                <a:gd name="T49" fmla="*/ 875 h 890"/>
                <a:gd name="T50" fmla="*/ 271 w 458"/>
                <a:gd name="T51" fmla="*/ 926 h 890"/>
                <a:gd name="T52" fmla="*/ 295 w 458"/>
                <a:gd name="T53" fmla="*/ 958 h 890"/>
                <a:gd name="T54" fmla="*/ 312 w 458"/>
                <a:gd name="T55" fmla="*/ 997 h 890"/>
                <a:gd name="T56" fmla="*/ 359 w 458"/>
                <a:gd name="T57" fmla="*/ 1025 h 890"/>
                <a:gd name="T58" fmla="*/ 389 w 458"/>
                <a:gd name="T59" fmla="*/ 1051 h 890"/>
                <a:gd name="T60" fmla="*/ 417 w 458"/>
                <a:gd name="T61" fmla="*/ 1075 h 890"/>
                <a:gd name="T62" fmla="*/ 443 w 458"/>
                <a:gd name="T63" fmla="*/ 1091 h 890"/>
                <a:gd name="T64" fmla="*/ 481 w 458"/>
                <a:gd name="T65" fmla="*/ 1133 h 890"/>
                <a:gd name="T66" fmla="*/ 523 w 458"/>
                <a:gd name="T67" fmla="*/ 1154 h 890"/>
                <a:gd name="T68" fmla="*/ 574 w 458"/>
                <a:gd name="T69" fmla="*/ 1174 h 890"/>
                <a:gd name="T70" fmla="*/ 601 w 458"/>
                <a:gd name="T71" fmla="*/ 1185 h 890"/>
                <a:gd name="T72" fmla="*/ 606 w 458"/>
                <a:gd name="T73" fmla="*/ 1148 h 89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58" h="890">
                  <a:moveTo>
                    <a:pt x="458" y="863"/>
                  </a:moveTo>
                  <a:cubicBezTo>
                    <a:pt x="295" y="786"/>
                    <a:pt x="211" y="651"/>
                    <a:pt x="173" y="583"/>
                  </a:cubicBezTo>
                  <a:cubicBezTo>
                    <a:pt x="139" y="525"/>
                    <a:pt x="55" y="398"/>
                    <a:pt x="44" y="265"/>
                  </a:cubicBezTo>
                  <a:cubicBezTo>
                    <a:pt x="42" y="245"/>
                    <a:pt x="36" y="227"/>
                    <a:pt x="38" y="206"/>
                  </a:cubicBezTo>
                  <a:cubicBezTo>
                    <a:pt x="54" y="51"/>
                    <a:pt x="113" y="1"/>
                    <a:pt x="113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9" y="0"/>
                    <a:pt x="66" y="14"/>
                    <a:pt x="62" y="25"/>
                  </a:cubicBezTo>
                  <a:cubicBezTo>
                    <a:pt x="58" y="37"/>
                    <a:pt x="56" y="44"/>
                    <a:pt x="48" y="53"/>
                  </a:cubicBezTo>
                  <a:cubicBezTo>
                    <a:pt x="40" y="62"/>
                    <a:pt x="31" y="57"/>
                    <a:pt x="30" y="72"/>
                  </a:cubicBezTo>
                  <a:cubicBezTo>
                    <a:pt x="29" y="87"/>
                    <a:pt x="34" y="97"/>
                    <a:pt x="34" y="97"/>
                  </a:cubicBezTo>
                  <a:cubicBezTo>
                    <a:pt x="34" y="97"/>
                    <a:pt x="24" y="99"/>
                    <a:pt x="26" y="118"/>
                  </a:cubicBezTo>
                  <a:cubicBezTo>
                    <a:pt x="29" y="137"/>
                    <a:pt x="30" y="141"/>
                    <a:pt x="26" y="149"/>
                  </a:cubicBezTo>
                  <a:cubicBezTo>
                    <a:pt x="23" y="157"/>
                    <a:pt x="21" y="169"/>
                    <a:pt x="22" y="177"/>
                  </a:cubicBezTo>
                  <a:cubicBezTo>
                    <a:pt x="24" y="185"/>
                    <a:pt x="26" y="199"/>
                    <a:pt x="26" y="199"/>
                  </a:cubicBezTo>
                  <a:cubicBezTo>
                    <a:pt x="26" y="199"/>
                    <a:pt x="5" y="217"/>
                    <a:pt x="4" y="232"/>
                  </a:cubicBezTo>
                  <a:cubicBezTo>
                    <a:pt x="0" y="272"/>
                    <a:pt x="20" y="285"/>
                    <a:pt x="20" y="285"/>
                  </a:cubicBezTo>
                  <a:cubicBezTo>
                    <a:pt x="20" y="285"/>
                    <a:pt x="21" y="340"/>
                    <a:pt x="48" y="388"/>
                  </a:cubicBezTo>
                  <a:cubicBezTo>
                    <a:pt x="57" y="404"/>
                    <a:pt x="78" y="428"/>
                    <a:pt x="74" y="444"/>
                  </a:cubicBezTo>
                  <a:cubicBezTo>
                    <a:pt x="70" y="459"/>
                    <a:pt x="94" y="468"/>
                    <a:pt x="94" y="468"/>
                  </a:cubicBezTo>
                  <a:cubicBezTo>
                    <a:pt x="94" y="468"/>
                    <a:pt x="94" y="487"/>
                    <a:pt x="95" y="504"/>
                  </a:cubicBezTo>
                  <a:cubicBezTo>
                    <a:pt x="96" y="522"/>
                    <a:pt x="108" y="526"/>
                    <a:pt x="113" y="539"/>
                  </a:cubicBezTo>
                  <a:cubicBezTo>
                    <a:pt x="118" y="552"/>
                    <a:pt x="138" y="553"/>
                    <a:pt x="138" y="565"/>
                  </a:cubicBezTo>
                  <a:cubicBezTo>
                    <a:pt x="137" y="577"/>
                    <a:pt x="142" y="585"/>
                    <a:pt x="146" y="589"/>
                  </a:cubicBezTo>
                  <a:cubicBezTo>
                    <a:pt x="150" y="592"/>
                    <a:pt x="153" y="598"/>
                    <a:pt x="160" y="617"/>
                  </a:cubicBezTo>
                  <a:cubicBezTo>
                    <a:pt x="167" y="636"/>
                    <a:pt x="171" y="645"/>
                    <a:pt x="187" y="657"/>
                  </a:cubicBezTo>
                  <a:cubicBezTo>
                    <a:pt x="204" y="669"/>
                    <a:pt x="201" y="682"/>
                    <a:pt x="205" y="695"/>
                  </a:cubicBezTo>
                  <a:cubicBezTo>
                    <a:pt x="210" y="708"/>
                    <a:pt x="221" y="720"/>
                    <a:pt x="223" y="720"/>
                  </a:cubicBezTo>
                  <a:cubicBezTo>
                    <a:pt x="224" y="720"/>
                    <a:pt x="214" y="734"/>
                    <a:pt x="236" y="749"/>
                  </a:cubicBezTo>
                  <a:cubicBezTo>
                    <a:pt x="257" y="765"/>
                    <a:pt x="270" y="769"/>
                    <a:pt x="271" y="770"/>
                  </a:cubicBezTo>
                  <a:cubicBezTo>
                    <a:pt x="272" y="770"/>
                    <a:pt x="286" y="780"/>
                    <a:pt x="293" y="789"/>
                  </a:cubicBezTo>
                  <a:cubicBezTo>
                    <a:pt x="301" y="798"/>
                    <a:pt x="301" y="805"/>
                    <a:pt x="315" y="807"/>
                  </a:cubicBezTo>
                  <a:cubicBezTo>
                    <a:pt x="329" y="809"/>
                    <a:pt x="334" y="820"/>
                    <a:pt x="334" y="820"/>
                  </a:cubicBezTo>
                  <a:cubicBezTo>
                    <a:pt x="334" y="820"/>
                    <a:pt x="345" y="841"/>
                    <a:pt x="363" y="851"/>
                  </a:cubicBezTo>
                  <a:cubicBezTo>
                    <a:pt x="381" y="861"/>
                    <a:pt x="380" y="850"/>
                    <a:pt x="394" y="867"/>
                  </a:cubicBezTo>
                  <a:cubicBezTo>
                    <a:pt x="409" y="883"/>
                    <a:pt x="433" y="882"/>
                    <a:pt x="433" y="882"/>
                  </a:cubicBezTo>
                  <a:cubicBezTo>
                    <a:pt x="453" y="890"/>
                    <a:pt x="453" y="890"/>
                    <a:pt x="453" y="890"/>
                  </a:cubicBezTo>
                  <a:lnTo>
                    <a:pt x="458" y="863"/>
                  </a:lnTo>
                  <a:close/>
                </a:path>
              </a:pathLst>
            </a:custGeom>
            <a:solidFill>
              <a:srgbClr val="E87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15">
              <a:extLst>
                <a:ext uri="{FF2B5EF4-FFF2-40B4-BE49-F238E27FC236}">
                  <a16:creationId xmlns:a16="http://schemas.microsoft.com/office/drawing/2014/main" id="{0F2CB441-EBBC-42AA-AAF2-ABB4650DB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049"/>
              <a:ext cx="505" cy="977"/>
            </a:xfrm>
            <a:custGeom>
              <a:avLst/>
              <a:gdLst>
                <a:gd name="T0" fmla="*/ 612 w 459"/>
                <a:gd name="T1" fmla="*/ 1149 h 888"/>
                <a:gd name="T2" fmla="*/ 230 w 459"/>
                <a:gd name="T3" fmla="*/ 776 h 888"/>
                <a:gd name="T4" fmla="*/ 40 w 459"/>
                <a:gd name="T5" fmla="*/ 359 h 888"/>
                <a:gd name="T6" fmla="*/ 52 w 459"/>
                <a:gd name="T7" fmla="*/ 275 h 888"/>
                <a:gd name="T8" fmla="*/ 150 w 459"/>
                <a:gd name="T9" fmla="*/ 1 h 888"/>
                <a:gd name="T10" fmla="*/ 116 w 459"/>
                <a:gd name="T11" fmla="*/ 0 h 888"/>
                <a:gd name="T12" fmla="*/ 83 w 459"/>
                <a:gd name="T13" fmla="*/ 34 h 888"/>
                <a:gd name="T14" fmla="*/ 64 w 459"/>
                <a:gd name="T15" fmla="*/ 70 h 888"/>
                <a:gd name="T16" fmla="*/ 40 w 459"/>
                <a:gd name="T17" fmla="*/ 96 h 888"/>
                <a:gd name="T18" fmla="*/ 45 w 459"/>
                <a:gd name="T19" fmla="*/ 130 h 888"/>
                <a:gd name="T20" fmla="*/ 36 w 459"/>
                <a:gd name="T21" fmla="*/ 157 h 888"/>
                <a:gd name="T22" fmla="*/ 36 w 459"/>
                <a:gd name="T23" fmla="*/ 198 h 888"/>
                <a:gd name="T24" fmla="*/ 31 w 459"/>
                <a:gd name="T25" fmla="*/ 237 h 888"/>
                <a:gd name="T26" fmla="*/ 36 w 459"/>
                <a:gd name="T27" fmla="*/ 265 h 888"/>
                <a:gd name="T28" fmla="*/ 4 w 459"/>
                <a:gd name="T29" fmla="*/ 309 h 888"/>
                <a:gd name="T30" fmla="*/ 26 w 459"/>
                <a:gd name="T31" fmla="*/ 380 h 888"/>
                <a:gd name="T32" fmla="*/ 65 w 459"/>
                <a:gd name="T33" fmla="*/ 517 h 888"/>
                <a:gd name="T34" fmla="*/ 98 w 459"/>
                <a:gd name="T35" fmla="*/ 591 h 888"/>
                <a:gd name="T36" fmla="*/ 124 w 459"/>
                <a:gd name="T37" fmla="*/ 624 h 888"/>
                <a:gd name="T38" fmla="*/ 128 w 459"/>
                <a:gd name="T39" fmla="*/ 672 h 888"/>
                <a:gd name="T40" fmla="*/ 158 w 459"/>
                <a:gd name="T41" fmla="*/ 701 h 888"/>
                <a:gd name="T42" fmla="*/ 184 w 459"/>
                <a:gd name="T43" fmla="*/ 753 h 888"/>
                <a:gd name="T44" fmla="*/ 195 w 459"/>
                <a:gd name="T45" fmla="*/ 784 h 888"/>
                <a:gd name="T46" fmla="*/ 213 w 459"/>
                <a:gd name="T47" fmla="*/ 822 h 888"/>
                <a:gd name="T48" fmla="*/ 251 w 459"/>
                <a:gd name="T49" fmla="*/ 875 h 888"/>
                <a:gd name="T50" fmla="*/ 275 w 459"/>
                <a:gd name="T51" fmla="*/ 926 h 888"/>
                <a:gd name="T52" fmla="*/ 307 w 459"/>
                <a:gd name="T53" fmla="*/ 952 h 888"/>
                <a:gd name="T54" fmla="*/ 315 w 459"/>
                <a:gd name="T55" fmla="*/ 998 h 888"/>
                <a:gd name="T56" fmla="*/ 361 w 459"/>
                <a:gd name="T57" fmla="*/ 1025 h 888"/>
                <a:gd name="T58" fmla="*/ 391 w 459"/>
                <a:gd name="T59" fmla="*/ 1051 h 888"/>
                <a:gd name="T60" fmla="*/ 421 w 459"/>
                <a:gd name="T61" fmla="*/ 1075 h 888"/>
                <a:gd name="T62" fmla="*/ 447 w 459"/>
                <a:gd name="T63" fmla="*/ 1091 h 888"/>
                <a:gd name="T64" fmla="*/ 480 w 459"/>
                <a:gd name="T65" fmla="*/ 1119 h 888"/>
                <a:gd name="T66" fmla="*/ 520 w 459"/>
                <a:gd name="T67" fmla="*/ 1143 h 888"/>
                <a:gd name="T68" fmla="*/ 578 w 459"/>
                <a:gd name="T69" fmla="*/ 1174 h 888"/>
                <a:gd name="T70" fmla="*/ 586 w 459"/>
                <a:gd name="T71" fmla="*/ 1183 h 888"/>
                <a:gd name="T72" fmla="*/ 612 w 459"/>
                <a:gd name="T73" fmla="*/ 1149 h 88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59" h="888">
                  <a:moveTo>
                    <a:pt x="459" y="863"/>
                  </a:moveTo>
                  <a:cubicBezTo>
                    <a:pt x="295" y="786"/>
                    <a:pt x="212" y="651"/>
                    <a:pt x="173" y="583"/>
                  </a:cubicBezTo>
                  <a:cubicBezTo>
                    <a:pt x="140" y="525"/>
                    <a:pt x="41" y="402"/>
                    <a:pt x="30" y="269"/>
                  </a:cubicBezTo>
                  <a:cubicBezTo>
                    <a:pt x="28" y="249"/>
                    <a:pt x="37" y="227"/>
                    <a:pt x="39" y="206"/>
                  </a:cubicBezTo>
                  <a:cubicBezTo>
                    <a:pt x="54" y="51"/>
                    <a:pt x="113" y="1"/>
                    <a:pt x="113" y="1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66" y="14"/>
                    <a:pt x="62" y="25"/>
                  </a:cubicBezTo>
                  <a:cubicBezTo>
                    <a:pt x="58" y="37"/>
                    <a:pt x="56" y="44"/>
                    <a:pt x="48" y="53"/>
                  </a:cubicBezTo>
                  <a:cubicBezTo>
                    <a:pt x="40" y="62"/>
                    <a:pt x="31" y="57"/>
                    <a:pt x="30" y="72"/>
                  </a:cubicBezTo>
                  <a:cubicBezTo>
                    <a:pt x="29" y="87"/>
                    <a:pt x="34" y="97"/>
                    <a:pt x="34" y="97"/>
                  </a:cubicBezTo>
                  <a:cubicBezTo>
                    <a:pt x="34" y="97"/>
                    <a:pt x="25" y="99"/>
                    <a:pt x="27" y="118"/>
                  </a:cubicBezTo>
                  <a:cubicBezTo>
                    <a:pt x="29" y="137"/>
                    <a:pt x="30" y="141"/>
                    <a:pt x="27" y="149"/>
                  </a:cubicBezTo>
                  <a:cubicBezTo>
                    <a:pt x="23" y="157"/>
                    <a:pt x="21" y="169"/>
                    <a:pt x="23" y="177"/>
                  </a:cubicBezTo>
                  <a:cubicBezTo>
                    <a:pt x="25" y="185"/>
                    <a:pt x="27" y="199"/>
                    <a:pt x="27" y="199"/>
                  </a:cubicBezTo>
                  <a:cubicBezTo>
                    <a:pt x="27" y="199"/>
                    <a:pt x="5" y="217"/>
                    <a:pt x="4" y="232"/>
                  </a:cubicBezTo>
                  <a:cubicBezTo>
                    <a:pt x="0" y="272"/>
                    <a:pt x="20" y="285"/>
                    <a:pt x="20" y="285"/>
                  </a:cubicBezTo>
                  <a:cubicBezTo>
                    <a:pt x="20" y="285"/>
                    <a:pt x="21" y="340"/>
                    <a:pt x="49" y="388"/>
                  </a:cubicBezTo>
                  <a:cubicBezTo>
                    <a:pt x="57" y="404"/>
                    <a:pt x="78" y="428"/>
                    <a:pt x="74" y="444"/>
                  </a:cubicBezTo>
                  <a:cubicBezTo>
                    <a:pt x="70" y="459"/>
                    <a:pt x="94" y="468"/>
                    <a:pt x="94" y="468"/>
                  </a:cubicBezTo>
                  <a:cubicBezTo>
                    <a:pt x="94" y="468"/>
                    <a:pt x="94" y="487"/>
                    <a:pt x="95" y="504"/>
                  </a:cubicBezTo>
                  <a:cubicBezTo>
                    <a:pt x="96" y="522"/>
                    <a:pt x="114" y="513"/>
                    <a:pt x="119" y="526"/>
                  </a:cubicBezTo>
                  <a:cubicBezTo>
                    <a:pt x="124" y="539"/>
                    <a:pt x="139" y="553"/>
                    <a:pt x="138" y="565"/>
                  </a:cubicBezTo>
                  <a:cubicBezTo>
                    <a:pt x="138" y="577"/>
                    <a:pt x="143" y="585"/>
                    <a:pt x="146" y="589"/>
                  </a:cubicBezTo>
                  <a:cubicBezTo>
                    <a:pt x="150" y="592"/>
                    <a:pt x="154" y="598"/>
                    <a:pt x="160" y="617"/>
                  </a:cubicBezTo>
                  <a:cubicBezTo>
                    <a:pt x="167" y="636"/>
                    <a:pt x="171" y="645"/>
                    <a:pt x="188" y="657"/>
                  </a:cubicBezTo>
                  <a:cubicBezTo>
                    <a:pt x="204" y="669"/>
                    <a:pt x="201" y="682"/>
                    <a:pt x="206" y="695"/>
                  </a:cubicBezTo>
                  <a:cubicBezTo>
                    <a:pt x="210" y="708"/>
                    <a:pt x="230" y="714"/>
                    <a:pt x="231" y="714"/>
                  </a:cubicBezTo>
                  <a:cubicBezTo>
                    <a:pt x="232" y="714"/>
                    <a:pt x="214" y="734"/>
                    <a:pt x="236" y="749"/>
                  </a:cubicBezTo>
                  <a:cubicBezTo>
                    <a:pt x="258" y="765"/>
                    <a:pt x="270" y="769"/>
                    <a:pt x="271" y="770"/>
                  </a:cubicBezTo>
                  <a:cubicBezTo>
                    <a:pt x="272" y="770"/>
                    <a:pt x="286" y="780"/>
                    <a:pt x="294" y="789"/>
                  </a:cubicBezTo>
                  <a:cubicBezTo>
                    <a:pt x="301" y="798"/>
                    <a:pt x="302" y="805"/>
                    <a:pt x="316" y="807"/>
                  </a:cubicBezTo>
                  <a:cubicBezTo>
                    <a:pt x="330" y="809"/>
                    <a:pt x="335" y="820"/>
                    <a:pt x="335" y="820"/>
                  </a:cubicBezTo>
                  <a:cubicBezTo>
                    <a:pt x="335" y="820"/>
                    <a:pt x="342" y="829"/>
                    <a:pt x="360" y="840"/>
                  </a:cubicBezTo>
                  <a:cubicBezTo>
                    <a:pt x="378" y="850"/>
                    <a:pt x="377" y="842"/>
                    <a:pt x="391" y="858"/>
                  </a:cubicBezTo>
                  <a:cubicBezTo>
                    <a:pt x="406" y="875"/>
                    <a:pt x="434" y="882"/>
                    <a:pt x="434" y="882"/>
                  </a:cubicBezTo>
                  <a:cubicBezTo>
                    <a:pt x="440" y="888"/>
                    <a:pt x="440" y="888"/>
                    <a:pt x="440" y="888"/>
                  </a:cubicBezTo>
                  <a:lnTo>
                    <a:pt x="459" y="863"/>
                  </a:lnTo>
                  <a:close/>
                </a:path>
              </a:pathLst>
            </a:custGeom>
            <a:solidFill>
              <a:srgbClr val="F5D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16">
              <a:extLst>
                <a:ext uri="{FF2B5EF4-FFF2-40B4-BE49-F238E27FC236}">
                  <a16:creationId xmlns:a16="http://schemas.microsoft.com/office/drawing/2014/main" id="{C1932589-AEAC-46D3-9754-482DD2B42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050"/>
              <a:ext cx="474" cy="948"/>
            </a:xfrm>
            <a:custGeom>
              <a:avLst/>
              <a:gdLst>
                <a:gd name="T0" fmla="*/ 573 w 431"/>
                <a:gd name="T1" fmla="*/ 1147 h 862"/>
                <a:gd name="T2" fmla="*/ 192 w 431"/>
                <a:gd name="T3" fmla="*/ 774 h 862"/>
                <a:gd name="T4" fmla="*/ 2 w 431"/>
                <a:gd name="T5" fmla="*/ 356 h 862"/>
                <a:gd name="T6" fmla="*/ 14 w 431"/>
                <a:gd name="T7" fmla="*/ 272 h 862"/>
                <a:gd name="T8" fmla="*/ 112 w 431"/>
                <a:gd name="T9" fmla="*/ 0 h 8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1" h="862">
                  <a:moveTo>
                    <a:pt x="431" y="862"/>
                  </a:moveTo>
                  <a:cubicBezTo>
                    <a:pt x="267" y="785"/>
                    <a:pt x="184" y="650"/>
                    <a:pt x="145" y="582"/>
                  </a:cubicBezTo>
                  <a:cubicBezTo>
                    <a:pt x="112" y="524"/>
                    <a:pt x="13" y="401"/>
                    <a:pt x="2" y="268"/>
                  </a:cubicBezTo>
                  <a:cubicBezTo>
                    <a:pt x="0" y="248"/>
                    <a:pt x="9" y="226"/>
                    <a:pt x="11" y="205"/>
                  </a:cubicBezTo>
                  <a:cubicBezTo>
                    <a:pt x="26" y="50"/>
                    <a:pt x="85" y="0"/>
                    <a:pt x="8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17">
              <a:extLst>
                <a:ext uri="{FF2B5EF4-FFF2-40B4-BE49-F238E27FC236}">
                  <a16:creationId xmlns:a16="http://schemas.microsoft.com/office/drawing/2014/main" id="{DA9932A6-8091-4C0C-A59B-CA9BE481C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049"/>
              <a:ext cx="484" cy="977"/>
            </a:xfrm>
            <a:custGeom>
              <a:avLst/>
              <a:gdLst>
                <a:gd name="T0" fmla="*/ 116 w 440"/>
                <a:gd name="T1" fmla="*/ 0 h 888"/>
                <a:gd name="T2" fmla="*/ 83 w 440"/>
                <a:gd name="T3" fmla="*/ 34 h 888"/>
                <a:gd name="T4" fmla="*/ 64 w 440"/>
                <a:gd name="T5" fmla="*/ 70 h 888"/>
                <a:gd name="T6" fmla="*/ 40 w 440"/>
                <a:gd name="T7" fmla="*/ 96 h 888"/>
                <a:gd name="T8" fmla="*/ 45 w 440"/>
                <a:gd name="T9" fmla="*/ 130 h 888"/>
                <a:gd name="T10" fmla="*/ 36 w 440"/>
                <a:gd name="T11" fmla="*/ 157 h 888"/>
                <a:gd name="T12" fmla="*/ 36 w 440"/>
                <a:gd name="T13" fmla="*/ 198 h 888"/>
                <a:gd name="T14" fmla="*/ 31 w 440"/>
                <a:gd name="T15" fmla="*/ 237 h 888"/>
                <a:gd name="T16" fmla="*/ 36 w 440"/>
                <a:gd name="T17" fmla="*/ 265 h 888"/>
                <a:gd name="T18" fmla="*/ 4 w 440"/>
                <a:gd name="T19" fmla="*/ 309 h 888"/>
                <a:gd name="T20" fmla="*/ 26 w 440"/>
                <a:gd name="T21" fmla="*/ 380 h 888"/>
                <a:gd name="T22" fmla="*/ 65 w 440"/>
                <a:gd name="T23" fmla="*/ 517 h 888"/>
                <a:gd name="T24" fmla="*/ 98 w 440"/>
                <a:gd name="T25" fmla="*/ 591 h 888"/>
                <a:gd name="T26" fmla="*/ 124 w 440"/>
                <a:gd name="T27" fmla="*/ 624 h 888"/>
                <a:gd name="T28" fmla="*/ 128 w 440"/>
                <a:gd name="T29" fmla="*/ 672 h 888"/>
                <a:gd name="T30" fmla="*/ 158 w 440"/>
                <a:gd name="T31" fmla="*/ 701 h 888"/>
                <a:gd name="T32" fmla="*/ 184 w 440"/>
                <a:gd name="T33" fmla="*/ 753 h 888"/>
                <a:gd name="T34" fmla="*/ 195 w 440"/>
                <a:gd name="T35" fmla="*/ 784 h 888"/>
                <a:gd name="T36" fmla="*/ 213 w 440"/>
                <a:gd name="T37" fmla="*/ 822 h 888"/>
                <a:gd name="T38" fmla="*/ 251 w 440"/>
                <a:gd name="T39" fmla="*/ 875 h 888"/>
                <a:gd name="T40" fmla="*/ 275 w 440"/>
                <a:gd name="T41" fmla="*/ 926 h 888"/>
                <a:gd name="T42" fmla="*/ 307 w 440"/>
                <a:gd name="T43" fmla="*/ 952 h 888"/>
                <a:gd name="T44" fmla="*/ 315 w 440"/>
                <a:gd name="T45" fmla="*/ 998 h 888"/>
                <a:gd name="T46" fmla="*/ 361 w 440"/>
                <a:gd name="T47" fmla="*/ 1025 h 888"/>
                <a:gd name="T48" fmla="*/ 391 w 440"/>
                <a:gd name="T49" fmla="*/ 1051 h 888"/>
                <a:gd name="T50" fmla="*/ 421 w 440"/>
                <a:gd name="T51" fmla="*/ 1075 h 888"/>
                <a:gd name="T52" fmla="*/ 447 w 440"/>
                <a:gd name="T53" fmla="*/ 1091 h 888"/>
                <a:gd name="T54" fmla="*/ 480 w 440"/>
                <a:gd name="T55" fmla="*/ 1119 h 888"/>
                <a:gd name="T56" fmla="*/ 520 w 440"/>
                <a:gd name="T57" fmla="*/ 1143 h 888"/>
                <a:gd name="T58" fmla="*/ 578 w 440"/>
                <a:gd name="T59" fmla="*/ 1174 h 888"/>
                <a:gd name="T60" fmla="*/ 585 w 440"/>
                <a:gd name="T61" fmla="*/ 1183 h 88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0" h="888">
                  <a:moveTo>
                    <a:pt x="86" y="0"/>
                  </a:moveTo>
                  <a:cubicBezTo>
                    <a:pt x="86" y="0"/>
                    <a:pt x="66" y="14"/>
                    <a:pt x="62" y="25"/>
                  </a:cubicBezTo>
                  <a:cubicBezTo>
                    <a:pt x="58" y="37"/>
                    <a:pt x="56" y="44"/>
                    <a:pt x="48" y="53"/>
                  </a:cubicBezTo>
                  <a:cubicBezTo>
                    <a:pt x="40" y="62"/>
                    <a:pt x="31" y="57"/>
                    <a:pt x="30" y="72"/>
                  </a:cubicBezTo>
                  <a:cubicBezTo>
                    <a:pt x="29" y="87"/>
                    <a:pt x="34" y="97"/>
                    <a:pt x="34" y="97"/>
                  </a:cubicBezTo>
                  <a:cubicBezTo>
                    <a:pt x="34" y="97"/>
                    <a:pt x="25" y="99"/>
                    <a:pt x="27" y="118"/>
                  </a:cubicBezTo>
                  <a:cubicBezTo>
                    <a:pt x="29" y="137"/>
                    <a:pt x="30" y="141"/>
                    <a:pt x="27" y="149"/>
                  </a:cubicBezTo>
                  <a:cubicBezTo>
                    <a:pt x="23" y="157"/>
                    <a:pt x="21" y="169"/>
                    <a:pt x="23" y="177"/>
                  </a:cubicBezTo>
                  <a:cubicBezTo>
                    <a:pt x="25" y="185"/>
                    <a:pt x="27" y="199"/>
                    <a:pt x="27" y="199"/>
                  </a:cubicBezTo>
                  <a:cubicBezTo>
                    <a:pt x="27" y="199"/>
                    <a:pt x="5" y="217"/>
                    <a:pt x="4" y="232"/>
                  </a:cubicBezTo>
                  <a:cubicBezTo>
                    <a:pt x="0" y="272"/>
                    <a:pt x="20" y="285"/>
                    <a:pt x="20" y="285"/>
                  </a:cubicBezTo>
                  <a:cubicBezTo>
                    <a:pt x="20" y="285"/>
                    <a:pt x="21" y="340"/>
                    <a:pt x="49" y="388"/>
                  </a:cubicBezTo>
                  <a:cubicBezTo>
                    <a:pt x="57" y="404"/>
                    <a:pt x="78" y="428"/>
                    <a:pt x="74" y="444"/>
                  </a:cubicBezTo>
                  <a:cubicBezTo>
                    <a:pt x="70" y="459"/>
                    <a:pt x="94" y="468"/>
                    <a:pt x="94" y="468"/>
                  </a:cubicBezTo>
                  <a:cubicBezTo>
                    <a:pt x="94" y="468"/>
                    <a:pt x="94" y="487"/>
                    <a:pt x="95" y="504"/>
                  </a:cubicBezTo>
                  <a:cubicBezTo>
                    <a:pt x="96" y="522"/>
                    <a:pt x="114" y="513"/>
                    <a:pt x="119" y="526"/>
                  </a:cubicBezTo>
                  <a:cubicBezTo>
                    <a:pt x="124" y="539"/>
                    <a:pt x="139" y="553"/>
                    <a:pt x="138" y="565"/>
                  </a:cubicBezTo>
                  <a:cubicBezTo>
                    <a:pt x="138" y="577"/>
                    <a:pt x="143" y="585"/>
                    <a:pt x="146" y="589"/>
                  </a:cubicBezTo>
                  <a:cubicBezTo>
                    <a:pt x="150" y="592"/>
                    <a:pt x="154" y="598"/>
                    <a:pt x="160" y="617"/>
                  </a:cubicBezTo>
                  <a:cubicBezTo>
                    <a:pt x="167" y="636"/>
                    <a:pt x="171" y="645"/>
                    <a:pt x="188" y="657"/>
                  </a:cubicBezTo>
                  <a:cubicBezTo>
                    <a:pt x="204" y="669"/>
                    <a:pt x="201" y="682"/>
                    <a:pt x="206" y="695"/>
                  </a:cubicBezTo>
                  <a:cubicBezTo>
                    <a:pt x="210" y="708"/>
                    <a:pt x="230" y="714"/>
                    <a:pt x="231" y="714"/>
                  </a:cubicBezTo>
                  <a:cubicBezTo>
                    <a:pt x="232" y="714"/>
                    <a:pt x="214" y="734"/>
                    <a:pt x="236" y="749"/>
                  </a:cubicBezTo>
                  <a:cubicBezTo>
                    <a:pt x="258" y="765"/>
                    <a:pt x="270" y="769"/>
                    <a:pt x="271" y="770"/>
                  </a:cubicBezTo>
                  <a:cubicBezTo>
                    <a:pt x="272" y="770"/>
                    <a:pt x="286" y="780"/>
                    <a:pt x="294" y="789"/>
                  </a:cubicBezTo>
                  <a:cubicBezTo>
                    <a:pt x="301" y="798"/>
                    <a:pt x="302" y="805"/>
                    <a:pt x="316" y="807"/>
                  </a:cubicBezTo>
                  <a:cubicBezTo>
                    <a:pt x="330" y="809"/>
                    <a:pt x="335" y="820"/>
                    <a:pt x="335" y="820"/>
                  </a:cubicBezTo>
                  <a:cubicBezTo>
                    <a:pt x="335" y="820"/>
                    <a:pt x="342" y="829"/>
                    <a:pt x="360" y="840"/>
                  </a:cubicBezTo>
                  <a:cubicBezTo>
                    <a:pt x="378" y="850"/>
                    <a:pt x="377" y="842"/>
                    <a:pt x="391" y="858"/>
                  </a:cubicBezTo>
                  <a:cubicBezTo>
                    <a:pt x="406" y="875"/>
                    <a:pt x="434" y="882"/>
                    <a:pt x="434" y="882"/>
                  </a:cubicBezTo>
                  <a:cubicBezTo>
                    <a:pt x="440" y="888"/>
                    <a:pt x="440" y="888"/>
                    <a:pt x="440" y="88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18">
              <a:extLst>
                <a:ext uri="{FF2B5EF4-FFF2-40B4-BE49-F238E27FC236}">
                  <a16:creationId xmlns:a16="http://schemas.microsoft.com/office/drawing/2014/main" id="{6B16F661-1A74-46AA-B9AD-9D912003C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065"/>
              <a:ext cx="391" cy="1042"/>
            </a:xfrm>
            <a:custGeom>
              <a:avLst/>
              <a:gdLst>
                <a:gd name="T0" fmla="*/ 224 w 356"/>
                <a:gd name="T1" fmla="*/ 0 h 948"/>
                <a:gd name="T2" fmla="*/ 471 w 356"/>
                <a:gd name="T3" fmla="*/ 1240 h 948"/>
                <a:gd name="T4" fmla="*/ 377 w 356"/>
                <a:gd name="T5" fmla="*/ 1256 h 948"/>
                <a:gd name="T6" fmla="*/ 283 w 356"/>
                <a:gd name="T7" fmla="*/ 1256 h 948"/>
                <a:gd name="T8" fmla="*/ 205 w 356"/>
                <a:gd name="T9" fmla="*/ 1131 h 948"/>
                <a:gd name="T10" fmla="*/ 56 w 356"/>
                <a:gd name="T11" fmla="*/ 1107 h 948"/>
                <a:gd name="T12" fmla="*/ 54 w 356"/>
                <a:gd name="T13" fmla="*/ 973 h 948"/>
                <a:gd name="T14" fmla="*/ 233 w 356"/>
                <a:gd name="T15" fmla="*/ 1009 h 948"/>
                <a:gd name="T16" fmla="*/ 177 w 356"/>
                <a:gd name="T17" fmla="*/ 771 h 948"/>
                <a:gd name="T18" fmla="*/ 144 w 356"/>
                <a:gd name="T19" fmla="*/ 600 h 948"/>
                <a:gd name="T20" fmla="*/ 97 w 356"/>
                <a:gd name="T21" fmla="*/ 519 h 948"/>
                <a:gd name="T22" fmla="*/ 159 w 356"/>
                <a:gd name="T23" fmla="*/ 470 h 948"/>
                <a:gd name="T24" fmla="*/ 105 w 356"/>
                <a:gd name="T25" fmla="*/ 15 h 948"/>
                <a:gd name="T26" fmla="*/ 224 w 356"/>
                <a:gd name="T27" fmla="*/ 0 h 9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6" h="948">
                  <a:moveTo>
                    <a:pt x="169" y="0"/>
                  </a:moveTo>
                  <a:cubicBezTo>
                    <a:pt x="169" y="0"/>
                    <a:pt x="203" y="639"/>
                    <a:pt x="356" y="933"/>
                  </a:cubicBezTo>
                  <a:cubicBezTo>
                    <a:pt x="356" y="933"/>
                    <a:pt x="340" y="938"/>
                    <a:pt x="284" y="946"/>
                  </a:cubicBezTo>
                  <a:cubicBezTo>
                    <a:pt x="263" y="948"/>
                    <a:pt x="239" y="945"/>
                    <a:pt x="214" y="946"/>
                  </a:cubicBezTo>
                  <a:cubicBezTo>
                    <a:pt x="214" y="946"/>
                    <a:pt x="193" y="866"/>
                    <a:pt x="155" y="852"/>
                  </a:cubicBezTo>
                  <a:cubicBezTo>
                    <a:pt x="118" y="839"/>
                    <a:pt x="78" y="822"/>
                    <a:pt x="42" y="833"/>
                  </a:cubicBezTo>
                  <a:cubicBezTo>
                    <a:pt x="42" y="833"/>
                    <a:pt x="0" y="773"/>
                    <a:pt x="41" y="732"/>
                  </a:cubicBezTo>
                  <a:cubicBezTo>
                    <a:pt x="41" y="732"/>
                    <a:pt x="134" y="733"/>
                    <a:pt x="176" y="760"/>
                  </a:cubicBezTo>
                  <a:cubicBezTo>
                    <a:pt x="176" y="760"/>
                    <a:pt x="148" y="656"/>
                    <a:pt x="134" y="580"/>
                  </a:cubicBezTo>
                  <a:cubicBezTo>
                    <a:pt x="120" y="504"/>
                    <a:pt x="124" y="480"/>
                    <a:pt x="108" y="452"/>
                  </a:cubicBezTo>
                  <a:cubicBezTo>
                    <a:pt x="91" y="425"/>
                    <a:pt x="73" y="390"/>
                    <a:pt x="73" y="390"/>
                  </a:cubicBezTo>
                  <a:cubicBezTo>
                    <a:pt x="120" y="354"/>
                    <a:pt x="120" y="354"/>
                    <a:pt x="120" y="354"/>
                  </a:cubicBezTo>
                  <a:cubicBezTo>
                    <a:pt x="120" y="354"/>
                    <a:pt x="94" y="86"/>
                    <a:pt x="79" y="12"/>
                  </a:cubicBezTo>
                  <a:lnTo>
                    <a:pt x="169" y="0"/>
                  </a:lnTo>
                  <a:close/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19">
              <a:extLst>
                <a:ext uri="{FF2B5EF4-FFF2-40B4-BE49-F238E27FC236}">
                  <a16:creationId xmlns:a16="http://schemas.microsoft.com/office/drawing/2014/main" id="{E7E50AFE-C29A-420A-95FA-332E945ED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065"/>
              <a:ext cx="242" cy="1040"/>
            </a:xfrm>
            <a:custGeom>
              <a:avLst/>
              <a:gdLst>
                <a:gd name="T0" fmla="*/ 44 w 220"/>
                <a:gd name="T1" fmla="*/ 0 h 946"/>
                <a:gd name="T2" fmla="*/ 0 w 220"/>
                <a:gd name="T3" fmla="*/ 4 h 946"/>
                <a:gd name="T4" fmla="*/ 250 w 220"/>
                <a:gd name="T5" fmla="*/ 1239 h 946"/>
                <a:gd name="T6" fmla="*/ 154 w 220"/>
                <a:gd name="T7" fmla="*/ 1255 h 946"/>
                <a:gd name="T8" fmla="*/ 144 w 220"/>
                <a:gd name="T9" fmla="*/ 1255 h 946"/>
                <a:gd name="T10" fmla="*/ 197 w 220"/>
                <a:gd name="T11" fmla="*/ 1255 h 946"/>
                <a:gd name="T12" fmla="*/ 293 w 220"/>
                <a:gd name="T13" fmla="*/ 1239 h 946"/>
                <a:gd name="T14" fmla="*/ 44 w 220"/>
                <a:gd name="T15" fmla="*/ 0 h 9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0" h="946">
                  <a:moveTo>
                    <a:pt x="33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3" y="60"/>
                    <a:pt x="41" y="653"/>
                    <a:pt x="187" y="932"/>
                  </a:cubicBezTo>
                  <a:cubicBezTo>
                    <a:pt x="187" y="932"/>
                    <a:pt x="171" y="937"/>
                    <a:pt x="115" y="945"/>
                  </a:cubicBezTo>
                  <a:cubicBezTo>
                    <a:pt x="113" y="945"/>
                    <a:pt x="111" y="945"/>
                    <a:pt x="108" y="945"/>
                  </a:cubicBezTo>
                  <a:cubicBezTo>
                    <a:pt x="122" y="946"/>
                    <a:pt x="136" y="946"/>
                    <a:pt x="148" y="945"/>
                  </a:cubicBezTo>
                  <a:cubicBezTo>
                    <a:pt x="204" y="937"/>
                    <a:pt x="220" y="932"/>
                    <a:pt x="220" y="932"/>
                  </a:cubicBezTo>
                  <a:cubicBezTo>
                    <a:pt x="67" y="639"/>
                    <a:pt x="33" y="0"/>
                    <a:pt x="33" y="0"/>
                  </a:cubicBezTo>
                  <a:close/>
                </a:path>
              </a:pathLst>
            </a:custGeom>
            <a:solidFill>
              <a:srgbClr val="E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20">
              <a:extLst>
                <a:ext uri="{FF2B5EF4-FFF2-40B4-BE49-F238E27FC236}">
                  <a16:creationId xmlns:a16="http://schemas.microsoft.com/office/drawing/2014/main" id="{C447E71B-F0E8-44BA-B37F-3926F9C27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453"/>
              <a:ext cx="45" cy="88"/>
            </a:xfrm>
            <a:custGeom>
              <a:avLst/>
              <a:gdLst>
                <a:gd name="T0" fmla="*/ 0 w 41"/>
                <a:gd name="T1" fmla="*/ 0 h 80"/>
                <a:gd name="T2" fmla="*/ 25 w 41"/>
                <a:gd name="T3" fmla="*/ 48 h 80"/>
                <a:gd name="T4" fmla="*/ 54 w 41"/>
                <a:gd name="T5" fmla="*/ 107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0">
                  <a:moveTo>
                    <a:pt x="0" y="0"/>
                  </a:moveTo>
                  <a:cubicBezTo>
                    <a:pt x="0" y="0"/>
                    <a:pt x="9" y="14"/>
                    <a:pt x="19" y="36"/>
                  </a:cubicBezTo>
                  <a:cubicBezTo>
                    <a:pt x="30" y="58"/>
                    <a:pt x="33" y="75"/>
                    <a:pt x="41" y="8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21">
              <a:extLst>
                <a:ext uri="{FF2B5EF4-FFF2-40B4-BE49-F238E27FC236}">
                  <a16:creationId xmlns:a16="http://schemas.microsoft.com/office/drawing/2014/main" id="{602EECDA-4F86-4D89-ABF5-515C32A20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070"/>
              <a:ext cx="185" cy="996"/>
            </a:xfrm>
            <a:custGeom>
              <a:avLst/>
              <a:gdLst>
                <a:gd name="T0" fmla="*/ 156 w 168"/>
                <a:gd name="T1" fmla="*/ 995 h 905"/>
                <a:gd name="T2" fmla="*/ 182 w 168"/>
                <a:gd name="T3" fmla="*/ 600 h 905"/>
                <a:gd name="T4" fmla="*/ 225 w 168"/>
                <a:gd name="T5" fmla="*/ 515 h 905"/>
                <a:gd name="T6" fmla="*/ 161 w 168"/>
                <a:gd name="T7" fmla="*/ 468 h 905"/>
                <a:gd name="T8" fmla="*/ 199 w 168"/>
                <a:gd name="T9" fmla="*/ 11 h 905"/>
                <a:gd name="T10" fmla="*/ 80 w 168"/>
                <a:gd name="T11" fmla="*/ 0 h 905"/>
                <a:gd name="T12" fmla="*/ 0 w 168"/>
                <a:gd name="T13" fmla="*/ 1204 h 905"/>
                <a:gd name="T14" fmla="*/ 77 w 168"/>
                <a:gd name="T15" fmla="*/ 1206 h 905"/>
                <a:gd name="T16" fmla="*/ 145 w 168"/>
                <a:gd name="T17" fmla="*/ 1195 h 905"/>
                <a:gd name="T18" fmla="*/ 156 w 168"/>
                <a:gd name="T19" fmla="*/ 995 h 9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905">
                  <a:moveTo>
                    <a:pt x="117" y="746"/>
                  </a:moveTo>
                  <a:cubicBezTo>
                    <a:pt x="118" y="663"/>
                    <a:pt x="121" y="478"/>
                    <a:pt x="136" y="450"/>
                  </a:cubicBezTo>
                  <a:cubicBezTo>
                    <a:pt x="152" y="421"/>
                    <a:pt x="168" y="386"/>
                    <a:pt x="168" y="386"/>
                  </a:cubicBezTo>
                  <a:cubicBezTo>
                    <a:pt x="121" y="351"/>
                    <a:pt x="121" y="351"/>
                    <a:pt x="121" y="351"/>
                  </a:cubicBezTo>
                  <a:cubicBezTo>
                    <a:pt x="121" y="351"/>
                    <a:pt x="138" y="83"/>
                    <a:pt x="149" y="8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22" y="672"/>
                    <a:pt x="16" y="676"/>
                    <a:pt x="0" y="903"/>
                  </a:cubicBezTo>
                  <a:cubicBezTo>
                    <a:pt x="0" y="903"/>
                    <a:pt x="25" y="900"/>
                    <a:pt x="58" y="905"/>
                  </a:cubicBezTo>
                  <a:cubicBezTo>
                    <a:pt x="75" y="905"/>
                    <a:pt x="102" y="900"/>
                    <a:pt x="109" y="897"/>
                  </a:cubicBezTo>
                  <a:cubicBezTo>
                    <a:pt x="109" y="897"/>
                    <a:pt x="115" y="823"/>
                    <a:pt x="117" y="746"/>
                  </a:cubicBezTo>
                  <a:close/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22">
              <a:extLst>
                <a:ext uri="{FF2B5EF4-FFF2-40B4-BE49-F238E27FC236}">
                  <a16:creationId xmlns:a16="http://schemas.microsoft.com/office/drawing/2014/main" id="{005C94E2-381F-404C-9800-EC5CDFD984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39" y="1069"/>
              <a:ext cx="101" cy="995"/>
            </a:xfrm>
            <a:custGeom>
              <a:avLst/>
              <a:gdLst>
                <a:gd name="T0" fmla="*/ 45 w 92"/>
                <a:gd name="T1" fmla="*/ 1201 h 905"/>
                <a:gd name="T2" fmla="*/ 77 w 92"/>
                <a:gd name="T3" fmla="*/ 1203 h 905"/>
                <a:gd name="T4" fmla="*/ 102 w 92"/>
                <a:gd name="T5" fmla="*/ 1201 h 905"/>
                <a:gd name="T6" fmla="*/ 45 w 92"/>
                <a:gd name="T7" fmla="*/ 1201 h 905"/>
                <a:gd name="T8" fmla="*/ 79 w 92"/>
                <a:gd name="T9" fmla="*/ 0 h 905"/>
                <a:gd name="T10" fmla="*/ 0 w 92"/>
                <a:gd name="T11" fmla="*/ 1201 h 905"/>
                <a:gd name="T12" fmla="*/ 42 w 92"/>
                <a:gd name="T13" fmla="*/ 1199 h 905"/>
                <a:gd name="T14" fmla="*/ 122 w 92"/>
                <a:gd name="T15" fmla="*/ 3 h 905"/>
                <a:gd name="T16" fmla="*/ 79 w 92"/>
                <a:gd name="T17" fmla="*/ 0 h 9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905">
                  <a:moveTo>
                    <a:pt x="34" y="903"/>
                  </a:moveTo>
                  <a:cubicBezTo>
                    <a:pt x="41" y="903"/>
                    <a:pt x="49" y="904"/>
                    <a:pt x="58" y="905"/>
                  </a:cubicBezTo>
                  <a:cubicBezTo>
                    <a:pt x="64" y="905"/>
                    <a:pt x="71" y="904"/>
                    <a:pt x="77" y="903"/>
                  </a:cubicBezTo>
                  <a:cubicBezTo>
                    <a:pt x="56" y="901"/>
                    <a:pt x="39" y="902"/>
                    <a:pt x="34" y="903"/>
                  </a:cubicBezTo>
                  <a:close/>
                  <a:moveTo>
                    <a:pt x="60" y="0"/>
                  </a:moveTo>
                  <a:cubicBezTo>
                    <a:pt x="23" y="672"/>
                    <a:pt x="16" y="676"/>
                    <a:pt x="0" y="903"/>
                  </a:cubicBezTo>
                  <a:cubicBezTo>
                    <a:pt x="0" y="903"/>
                    <a:pt x="13" y="901"/>
                    <a:pt x="32" y="902"/>
                  </a:cubicBezTo>
                  <a:cubicBezTo>
                    <a:pt x="48" y="676"/>
                    <a:pt x="55" y="672"/>
                    <a:pt x="92" y="3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rgbClr val="E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23">
              <a:extLst>
                <a:ext uri="{FF2B5EF4-FFF2-40B4-BE49-F238E27FC236}">
                  <a16:creationId xmlns:a16="http://schemas.microsoft.com/office/drawing/2014/main" id="{EA44BACB-7032-48B1-8D17-066FE6197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065"/>
              <a:ext cx="345" cy="1041"/>
            </a:xfrm>
            <a:custGeom>
              <a:avLst/>
              <a:gdLst>
                <a:gd name="T0" fmla="*/ 0 w 314"/>
                <a:gd name="T1" fmla="*/ 972 h 947"/>
                <a:gd name="T2" fmla="*/ 178 w 314"/>
                <a:gd name="T3" fmla="*/ 1008 h 947"/>
                <a:gd name="T4" fmla="*/ 122 w 314"/>
                <a:gd name="T5" fmla="*/ 768 h 947"/>
                <a:gd name="T6" fmla="*/ 88 w 314"/>
                <a:gd name="T7" fmla="*/ 600 h 947"/>
                <a:gd name="T8" fmla="*/ 42 w 314"/>
                <a:gd name="T9" fmla="*/ 517 h 947"/>
                <a:gd name="T10" fmla="*/ 103 w 314"/>
                <a:gd name="T11" fmla="*/ 469 h 947"/>
                <a:gd name="T12" fmla="*/ 51 w 314"/>
                <a:gd name="T13" fmla="*/ 14 h 947"/>
                <a:gd name="T14" fmla="*/ 169 w 314"/>
                <a:gd name="T15" fmla="*/ 0 h 947"/>
                <a:gd name="T16" fmla="*/ 416 w 314"/>
                <a:gd name="T17" fmla="*/ 1239 h 947"/>
                <a:gd name="T18" fmla="*/ 321 w 314"/>
                <a:gd name="T19" fmla="*/ 1255 h 947"/>
                <a:gd name="T20" fmla="*/ 229 w 314"/>
                <a:gd name="T21" fmla="*/ 1255 h 947"/>
                <a:gd name="T22" fmla="*/ 151 w 314"/>
                <a:gd name="T23" fmla="*/ 1130 h 947"/>
                <a:gd name="T24" fmla="*/ 0 w 314"/>
                <a:gd name="T25" fmla="*/ 1106 h 9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4" h="947">
                  <a:moveTo>
                    <a:pt x="0" y="731"/>
                  </a:moveTo>
                  <a:cubicBezTo>
                    <a:pt x="0" y="731"/>
                    <a:pt x="92" y="732"/>
                    <a:pt x="134" y="759"/>
                  </a:cubicBezTo>
                  <a:cubicBezTo>
                    <a:pt x="134" y="759"/>
                    <a:pt x="106" y="655"/>
                    <a:pt x="92" y="579"/>
                  </a:cubicBezTo>
                  <a:cubicBezTo>
                    <a:pt x="78" y="503"/>
                    <a:pt x="82" y="479"/>
                    <a:pt x="66" y="452"/>
                  </a:cubicBezTo>
                  <a:cubicBezTo>
                    <a:pt x="49" y="424"/>
                    <a:pt x="32" y="389"/>
                    <a:pt x="32" y="389"/>
                  </a:cubicBezTo>
                  <a:cubicBezTo>
                    <a:pt x="78" y="353"/>
                    <a:pt x="78" y="353"/>
                    <a:pt x="78" y="353"/>
                  </a:cubicBezTo>
                  <a:cubicBezTo>
                    <a:pt x="78" y="353"/>
                    <a:pt x="52" y="85"/>
                    <a:pt x="38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0"/>
                    <a:pt x="161" y="639"/>
                    <a:pt x="314" y="932"/>
                  </a:cubicBezTo>
                  <a:cubicBezTo>
                    <a:pt x="314" y="932"/>
                    <a:pt x="298" y="937"/>
                    <a:pt x="242" y="945"/>
                  </a:cubicBezTo>
                  <a:cubicBezTo>
                    <a:pt x="221" y="947"/>
                    <a:pt x="197" y="944"/>
                    <a:pt x="172" y="945"/>
                  </a:cubicBezTo>
                  <a:cubicBezTo>
                    <a:pt x="172" y="945"/>
                    <a:pt x="151" y="865"/>
                    <a:pt x="114" y="851"/>
                  </a:cubicBezTo>
                  <a:cubicBezTo>
                    <a:pt x="76" y="838"/>
                    <a:pt x="37" y="821"/>
                    <a:pt x="0" y="8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24">
              <a:extLst>
                <a:ext uri="{FF2B5EF4-FFF2-40B4-BE49-F238E27FC236}">
                  <a16:creationId xmlns:a16="http://schemas.microsoft.com/office/drawing/2014/main" id="{4E717E53-9D92-460B-B949-FD534C2DB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069"/>
              <a:ext cx="186" cy="995"/>
            </a:xfrm>
            <a:custGeom>
              <a:avLst/>
              <a:gdLst>
                <a:gd name="T0" fmla="*/ 156 w 169"/>
                <a:gd name="T1" fmla="*/ 992 h 905"/>
                <a:gd name="T2" fmla="*/ 183 w 169"/>
                <a:gd name="T3" fmla="*/ 598 h 905"/>
                <a:gd name="T4" fmla="*/ 226 w 169"/>
                <a:gd name="T5" fmla="*/ 512 h 905"/>
                <a:gd name="T6" fmla="*/ 161 w 169"/>
                <a:gd name="T7" fmla="*/ 467 h 905"/>
                <a:gd name="T8" fmla="*/ 200 w 169"/>
                <a:gd name="T9" fmla="*/ 12 h 905"/>
                <a:gd name="T10" fmla="*/ 80 w 169"/>
                <a:gd name="T11" fmla="*/ 0 h 905"/>
                <a:gd name="T12" fmla="*/ 0 w 169"/>
                <a:gd name="T13" fmla="*/ 1201 h 905"/>
                <a:gd name="T14" fmla="*/ 77 w 169"/>
                <a:gd name="T15" fmla="*/ 1203 h 905"/>
                <a:gd name="T16" fmla="*/ 146 w 169"/>
                <a:gd name="T17" fmla="*/ 1193 h 905"/>
                <a:gd name="T18" fmla="*/ 156 w 169"/>
                <a:gd name="T19" fmla="*/ 992 h 9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9" h="905">
                  <a:moveTo>
                    <a:pt x="117" y="746"/>
                  </a:moveTo>
                  <a:cubicBezTo>
                    <a:pt x="119" y="663"/>
                    <a:pt x="121" y="478"/>
                    <a:pt x="137" y="450"/>
                  </a:cubicBezTo>
                  <a:cubicBezTo>
                    <a:pt x="152" y="421"/>
                    <a:pt x="169" y="386"/>
                    <a:pt x="169" y="386"/>
                  </a:cubicBezTo>
                  <a:cubicBezTo>
                    <a:pt x="121" y="352"/>
                    <a:pt x="121" y="352"/>
                    <a:pt x="121" y="352"/>
                  </a:cubicBezTo>
                  <a:cubicBezTo>
                    <a:pt x="121" y="352"/>
                    <a:pt x="138" y="83"/>
                    <a:pt x="150" y="9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23" y="672"/>
                    <a:pt x="16" y="676"/>
                    <a:pt x="0" y="903"/>
                  </a:cubicBezTo>
                  <a:cubicBezTo>
                    <a:pt x="0" y="903"/>
                    <a:pt x="26" y="900"/>
                    <a:pt x="58" y="905"/>
                  </a:cubicBezTo>
                  <a:cubicBezTo>
                    <a:pt x="75" y="905"/>
                    <a:pt x="103" y="900"/>
                    <a:pt x="110" y="898"/>
                  </a:cubicBezTo>
                  <a:cubicBezTo>
                    <a:pt x="110" y="898"/>
                    <a:pt x="115" y="824"/>
                    <a:pt x="117" y="7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25">
              <a:extLst>
                <a:ext uri="{FF2B5EF4-FFF2-40B4-BE49-F238E27FC236}">
                  <a16:creationId xmlns:a16="http://schemas.microsoft.com/office/drawing/2014/main" id="{18D36D18-2D4D-4332-867E-8D7B0D059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456"/>
              <a:ext cx="42" cy="89"/>
            </a:xfrm>
            <a:custGeom>
              <a:avLst/>
              <a:gdLst>
                <a:gd name="T0" fmla="*/ 51 w 38"/>
                <a:gd name="T1" fmla="*/ 0 h 81"/>
                <a:gd name="T2" fmla="*/ 28 w 38"/>
                <a:gd name="T3" fmla="*/ 48 h 81"/>
                <a:gd name="T4" fmla="*/ 0 w 38"/>
                <a:gd name="T5" fmla="*/ 108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81">
                  <a:moveTo>
                    <a:pt x="38" y="0"/>
                  </a:moveTo>
                  <a:cubicBezTo>
                    <a:pt x="38" y="0"/>
                    <a:pt x="30" y="14"/>
                    <a:pt x="21" y="36"/>
                  </a:cubicBezTo>
                  <a:cubicBezTo>
                    <a:pt x="11" y="58"/>
                    <a:pt x="8" y="76"/>
                    <a:pt x="0" y="8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26">
              <a:extLst>
                <a:ext uri="{FF2B5EF4-FFF2-40B4-BE49-F238E27FC236}">
                  <a16:creationId xmlns:a16="http://schemas.microsoft.com/office/drawing/2014/main" id="{63669FE0-84C1-4EA7-8F26-9D8028CE9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452"/>
              <a:ext cx="61" cy="47"/>
            </a:xfrm>
            <a:custGeom>
              <a:avLst/>
              <a:gdLst>
                <a:gd name="T0" fmla="*/ 3 w 56"/>
                <a:gd name="T1" fmla="*/ 4 h 43"/>
                <a:gd name="T2" fmla="*/ 29 w 56"/>
                <a:gd name="T3" fmla="*/ 38 h 43"/>
                <a:gd name="T4" fmla="*/ 69 w 56"/>
                <a:gd name="T5" fmla="*/ 51 h 43"/>
                <a:gd name="T6" fmla="*/ 42 w 56"/>
                <a:gd name="T7" fmla="*/ 19 h 43"/>
                <a:gd name="T8" fmla="*/ 3 w 56"/>
                <a:gd name="T9" fmla="*/ 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3">
                  <a:moveTo>
                    <a:pt x="3" y="4"/>
                  </a:moveTo>
                  <a:cubicBezTo>
                    <a:pt x="0" y="8"/>
                    <a:pt x="9" y="20"/>
                    <a:pt x="23" y="29"/>
                  </a:cubicBezTo>
                  <a:cubicBezTo>
                    <a:pt x="37" y="39"/>
                    <a:pt x="50" y="43"/>
                    <a:pt x="53" y="39"/>
                  </a:cubicBezTo>
                  <a:cubicBezTo>
                    <a:pt x="56" y="35"/>
                    <a:pt x="47" y="24"/>
                    <a:pt x="33" y="15"/>
                  </a:cubicBezTo>
                  <a:cubicBezTo>
                    <a:pt x="19" y="5"/>
                    <a:pt x="5" y="0"/>
                    <a:pt x="3" y="4"/>
                  </a:cubicBezTo>
                  <a:close/>
                </a:path>
              </a:pathLst>
            </a:custGeom>
            <a:solidFill>
              <a:srgbClr val="F39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27">
              <a:extLst>
                <a:ext uri="{FF2B5EF4-FFF2-40B4-BE49-F238E27FC236}">
                  <a16:creationId xmlns:a16="http://schemas.microsoft.com/office/drawing/2014/main" id="{539F9671-F16E-4CF3-A30D-2416F7268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458"/>
              <a:ext cx="47" cy="36"/>
            </a:xfrm>
            <a:custGeom>
              <a:avLst/>
              <a:gdLst>
                <a:gd name="T0" fmla="*/ 1 w 42"/>
                <a:gd name="T1" fmla="*/ 2 h 32"/>
                <a:gd name="T2" fmla="*/ 25 w 42"/>
                <a:gd name="T3" fmla="*/ 29 h 32"/>
                <a:gd name="T4" fmla="*/ 56 w 42"/>
                <a:gd name="T5" fmla="*/ 42 h 32"/>
                <a:gd name="T6" fmla="*/ 34 w 42"/>
                <a:gd name="T7" fmla="*/ 18 h 32"/>
                <a:gd name="T8" fmla="*/ 1 w 42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2">
                  <a:moveTo>
                    <a:pt x="1" y="2"/>
                  </a:moveTo>
                  <a:cubicBezTo>
                    <a:pt x="0" y="5"/>
                    <a:pt x="7" y="13"/>
                    <a:pt x="18" y="20"/>
                  </a:cubicBezTo>
                  <a:cubicBezTo>
                    <a:pt x="29" y="27"/>
                    <a:pt x="39" y="32"/>
                    <a:pt x="40" y="29"/>
                  </a:cubicBezTo>
                  <a:cubicBezTo>
                    <a:pt x="42" y="27"/>
                    <a:pt x="34" y="19"/>
                    <a:pt x="24" y="12"/>
                  </a:cubicBezTo>
                  <a:cubicBezTo>
                    <a:pt x="13" y="4"/>
                    <a:pt x="3" y="0"/>
                    <a:pt x="1" y="2"/>
                  </a:cubicBezTo>
                  <a:close/>
                </a:path>
              </a:pathLst>
            </a:custGeom>
            <a:solidFill>
              <a:srgbClr val="D04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28">
              <a:extLst>
                <a:ext uri="{FF2B5EF4-FFF2-40B4-BE49-F238E27FC236}">
                  <a16:creationId xmlns:a16="http://schemas.microsoft.com/office/drawing/2014/main" id="{821E7B73-0EAA-45B1-BABD-14D3743B4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058"/>
              <a:ext cx="100" cy="32"/>
            </a:xfrm>
            <a:custGeom>
              <a:avLst/>
              <a:gdLst>
                <a:gd name="T0" fmla="*/ 0 w 91"/>
                <a:gd name="T1" fmla="*/ 13 h 29"/>
                <a:gd name="T2" fmla="*/ 58 w 91"/>
                <a:gd name="T3" fmla="*/ 35 h 29"/>
                <a:gd name="T4" fmla="*/ 120 w 91"/>
                <a:gd name="T5" fmla="*/ 25 h 29"/>
                <a:gd name="T6" fmla="*/ 63 w 91"/>
                <a:gd name="T7" fmla="*/ 2 h 29"/>
                <a:gd name="T8" fmla="*/ 0 w 91"/>
                <a:gd name="T9" fmla="*/ 1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9">
                  <a:moveTo>
                    <a:pt x="0" y="10"/>
                  </a:moveTo>
                  <a:cubicBezTo>
                    <a:pt x="0" y="17"/>
                    <a:pt x="19" y="24"/>
                    <a:pt x="44" y="26"/>
                  </a:cubicBezTo>
                  <a:cubicBezTo>
                    <a:pt x="69" y="29"/>
                    <a:pt x="90" y="25"/>
                    <a:pt x="90" y="19"/>
                  </a:cubicBezTo>
                  <a:cubicBezTo>
                    <a:pt x="91" y="12"/>
                    <a:pt x="71" y="4"/>
                    <a:pt x="47" y="2"/>
                  </a:cubicBezTo>
                  <a:cubicBezTo>
                    <a:pt x="22" y="0"/>
                    <a:pt x="1" y="3"/>
                    <a:pt x="0" y="10"/>
                  </a:cubicBezTo>
                  <a:close/>
                </a:path>
              </a:pathLst>
            </a:custGeom>
            <a:solidFill>
              <a:srgbClr val="F39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29">
              <a:extLst>
                <a:ext uri="{FF2B5EF4-FFF2-40B4-BE49-F238E27FC236}">
                  <a16:creationId xmlns:a16="http://schemas.microsoft.com/office/drawing/2014/main" id="{3A2F91A7-1804-471A-BC22-07D27BF19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063"/>
              <a:ext cx="76" cy="20"/>
            </a:xfrm>
            <a:custGeom>
              <a:avLst/>
              <a:gdLst>
                <a:gd name="T0" fmla="*/ 0 w 69"/>
                <a:gd name="T1" fmla="*/ 9 h 18"/>
                <a:gd name="T2" fmla="*/ 45 w 69"/>
                <a:gd name="T3" fmla="*/ 22 h 18"/>
                <a:gd name="T4" fmla="*/ 93 w 69"/>
                <a:gd name="T5" fmla="*/ 18 h 18"/>
                <a:gd name="T6" fmla="*/ 47 w 69"/>
                <a:gd name="T7" fmla="*/ 2 h 18"/>
                <a:gd name="T8" fmla="*/ 0 w 69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8">
                  <a:moveTo>
                    <a:pt x="0" y="6"/>
                  </a:moveTo>
                  <a:cubicBezTo>
                    <a:pt x="0" y="10"/>
                    <a:pt x="15" y="14"/>
                    <a:pt x="34" y="16"/>
                  </a:cubicBezTo>
                  <a:cubicBezTo>
                    <a:pt x="53" y="18"/>
                    <a:pt x="68" y="16"/>
                    <a:pt x="69" y="13"/>
                  </a:cubicBezTo>
                  <a:cubicBezTo>
                    <a:pt x="69" y="9"/>
                    <a:pt x="54" y="4"/>
                    <a:pt x="35" y="2"/>
                  </a:cubicBezTo>
                  <a:cubicBezTo>
                    <a:pt x="16" y="0"/>
                    <a:pt x="0" y="2"/>
                    <a:pt x="0" y="6"/>
                  </a:cubicBezTo>
                  <a:close/>
                </a:path>
              </a:pathLst>
            </a:custGeom>
            <a:solidFill>
              <a:srgbClr val="D04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30">
              <a:extLst>
                <a:ext uri="{FF2B5EF4-FFF2-40B4-BE49-F238E27FC236}">
                  <a16:creationId xmlns:a16="http://schemas.microsoft.com/office/drawing/2014/main" id="{FEAF0BA6-7D37-4ABB-8FB8-7B4F70CB7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996"/>
              <a:ext cx="841" cy="123"/>
            </a:xfrm>
            <a:custGeom>
              <a:avLst/>
              <a:gdLst>
                <a:gd name="T0" fmla="*/ 0 w 765"/>
                <a:gd name="T1" fmla="*/ 103 h 112"/>
                <a:gd name="T2" fmla="*/ 291 w 765"/>
                <a:gd name="T3" fmla="*/ 125 h 112"/>
                <a:gd name="T4" fmla="*/ 452 w 765"/>
                <a:gd name="T5" fmla="*/ 125 h 112"/>
                <a:gd name="T6" fmla="*/ 536 w 765"/>
                <a:gd name="T7" fmla="*/ 121 h 112"/>
                <a:gd name="T8" fmla="*/ 694 w 765"/>
                <a:gd name="T9" fmla="*/ 82 h 112"/>
                <a:gd name="T10" fmla="*/ 1017 w 765"/>
                <a:gd name="T11" fmla="*/ 0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5" h="112">
                  <a:moveTo>
                    <a:pt x="0" y="78"/>
                  </a:moveTo>
                  <a:cubicBezTo>
                    <a:pt x="0" y="78"/>
                    <a:pt x="137" y="112"/>
                    <a:pt x="219" y="95"/>
                  </a:cubicBezTo>
                  <a:cubicBezTo>
                    <a:pt x="301" y="77"/>
                    <a:pt x="311" y="81"/>
                    <a:pt x="340" y="95"/>
                  </a:cubicBezTo>
                  <a:cubicBezTo>
                    <a:pt x="368" y="109"/>
                    <a:pt x="384" y="103"/>
                    <a:pt x="404" y="91"/>
                  </a:cubicBezTo>
                  <a:cubicBezTo>
                    <a:pt x="424" y="78"/>
                    <a:pt x="462" y="54"/>
                    <a:pt x="522" y="62"/>
                  </a:cubicBezTo>
                  <a:cubicBezTo>
                    <a:pt x="581" y="69"/>
                    <a:pt x="702" y="23"/>
                    <a:pt x="765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31">
              <a:extLst>
                <a:ext uri="{FF2B5EF4-FFF2-40B4-BE49-F238E27FC236}">
                  <a16:creationId xmlns:a16="http://schemas.microsoft.com/office/drawing/2014/main" id="{3E35CDA7-96C4-4D02-BEC4-9502A7E2E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020"/>
              <a:ext cx="841" cy="151"/>
            </a:xfrm>
            <a:custGeom>
              <a:avLst/>
              <a:gdLst>
                <a:gd name="T0" fmla="*/ 1017 w 765"/>
                <a:gd name="T1" fmla="*/ 0 h 137"/>
                <a:gd name="T2" fmla="*/ 694 w 765"/>
                <a:gd name="T3" fmla="*/ 117 h 137"/>
                <a:gd name="T4" fmla="*/ 536 w 765"/>
                <a:gd name="T5" fmla="*/ 155 h 137"/>
                <a:gd name="T6" fmla="*/ 452 w 765"/>
                <a:gd name="T7" fmla="*/ 160 h 137"/>
                <a:gd name="T8" fmla="*/ 291 w 765"/>
                <a:gd name="T9" fmla="*/ 160 h 137"/>
                <a:gd name="T10" fmla="*/ 0 w 765"/>
                <a:gd name="T11" fmla="*/ 105 h 137"/>
                <a:gd name="T12" fmla="*/ 291 w 765"/>
                <a:gd name="T13" fmla="*/ 127 h 137"/>
                <a:gd name="T14" fmla="*/ 452 w 765"/>
                <a:gd name="T15" fmla="*/ 127 h 137"/>
                <a:gd name="T16" fmla="*/ 536 w 765"/>
                <a:gd name="T17" fmla="*/ 120 h 137"/>
                <a:gd name="T18" fmla="*/ 694 w 765"/>
                <a:gd name="T19" fmla="*/ 82 h 137"/>
                <a:gd name="T20" fmla="*/ 1017 w 765"/>
                <a:gd name="T21" fmla="*/ 0 h 1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5" h="137">
                  <a:moveTo>
                    <a:pt x="765" y="0"/>
                  </a:moveTo>
                  <a:cubicBezTo>
                    <a:pt x="702" y="23"/>
                    <a:pt x="581" y="94"/>
                    <a:pt x="522" y="87"/>
                  </a:cubicBezTo>
                  <a:cubicBezTo>
                    <a:pt x="463" y="79"/>
                    <a:pt x="424" y="103"/>
                    <a:pt x="404" y="116"/>
                  </a:cubicBezTo>
                  <a:cubicBezTo>
                    <a:pt x="384" y="128"/>
                    <a:pt x="368" y="134"/>
                    <a:pt x="340" y="120"/>
                  </a:cubicBezTo>
                  <a:cubicBezTo>
                    <a:pt x="311" y="106"/>
                    <a:pt x="301" y="102"/>
                    <a:pt x="219" y="120"/>
                  </a:cubicBezTo>
                  <a:cubicBezTo>
                    <a:pt x="137" y="137"/>
                    <a:pt x="0" y="78"/>
                    <a:pt x="0" y="78"/>
                  </a:cubicBezTo>
                  <a:cubicBezTo>
                    <a:pt x="0" y="78"/>
                    <a:pt x="137" y="112"/>
                    <a:pt x="219" y="94"/>
                  </a:cubicBezTo>
                  <a:cubicBezTo>
                    <a:pt x="301" y="76"/>
                    <a:pt x="311" y="80"/>
                    <a:pt x="340" y="94"/>
                  </a:cubicBezTo>
                  <a:cubicBezTo>
                    <a:pt x="368" y="109"/>
                    <a:pt x="384" y="103"/>
                    <a:pt x="404" y="90"/>
                  </a:cubicBezTo>
                  <a:cubicBezTo>
                    <a:pt x="424" y="78"/>
                    <a:pt x="463" y="53"/>
                    <a:pt x="522" y="61"/>
                  </a:cubicBezTo>
                  <a:cubicBezTo>
                    <a:pt x="581" y="69"/>
                    <a:pt x="702" y="23"/>
                    <a:pt x="765" y="0"/>
                  </a:cubicBezTo>
                  <a:close/>
                </a:path>
              </a:pathLst>
            </a:custGeom>
            <a:solidFill>
              <a:srgbClr val="F3A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32">
              <a:extLst>
                <a:ext uri="{FF2B5EF4-FFF2-40B4-BE49-F238E27FC236}">
                  <a16:creationId xmlns:a16="http://schemas.microsoft.com/office/drawing/2014/main" id="{09EE8604-AA4F-48DD-9880-98FAA963E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039"/>
              <a:ext cx="365" cy="929"/>
            </a:xfrm>
            <a:custGeom>
              <a:avLst/>
              <a:gdLst>
                <a:gd name="T0" fmla="*/ 332 w 332"/>
                <a:gd name="T1" fmla="*/ 0 h 844"/>
                <a:gd name="T2" fmla="*/ 424 w 332"/>
                <a:gd name="T3" fmla="*/ 276 h 844"/>
                <a:gd name="T4" fmla="*/ 381 w 332"/>
                <a:gd name="T5" fmla="*/ 777 h 844"/>
                <a:gd name="T6" fmla="*/ 0 w 332"/>
                <a:gd name="T7" fmla="*/ 1126 h 8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2" h="844">
                  <a:moveTo>
                    <a:pt x="250" y="0"/>
                  </a:moveTo>
                  <a:cubicBezTo>
                    <a:pt x="250" y="0"/>
                    <a:pt x="307" y="51"/>
                    <a:pt x="319" y="207"/>
                  </a:cubicBezTo>
                  <a:cubicBezTo>
                    <a:pt x="332" y="362"/>
                    <a:pt x="327" y="515"/>
                    <a:pt x="287" y="582"/>
                  </a:cubicBezTo>
                  <a:cubicBezTo>
                    <a:pt x="247" y="649"/>
                    <a:pt x="165" y="772"/>
                    <a:pt x="0" y="84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33">
              <a:extLst>
                <a:ext uri="{FF2B5EF4-FFF2-40B4-BE49-F238E27FC236}">
                  <a16:creationId xmlns:a16="http://schemas.microsoft.com/office/drawing/2014/main" id="{5961CEC0-2DE2-4AE5-8CF4-3451B9E5B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1039"/>
              <a:ext cx="392" cy="968"/>
            </a:xfrm>
            <a:custGeom>
              <a:avLst/>
              <a:gdLst>
                <a:gd name="T0" fmla="*/ 383 w 357"/>
                <a:gd name="T1" fmla="*/ 0 h 880"/>
                <a:gd name="T2" fmla="*/ 415 w 357"/>
                <a:gd name="T3" fmla="*/ 35 h 880"/>
                <a:gd name="T4" fmla="*/ 432 w 357"/>
                <a:gd name="T5" fmla="*/ 70 h 880"/>
                <a:gd name="T6" fmla="*/ 456 w 357"/>
                <a:gd name="T7" fmla="*/ 97 h 880"/>
                <a:gd name="T8" fmla="*/ 448 w 357"/>
                <a:gd name="T9" fmla="*/ 131 h 880"/>
                <a:gd name="T10" fmla="*/ 458 w 357"/>
                <a:gd name="T11" fmla="*/ 158 h 880"/>
                <a:gd name="T12" fmla="*/ 457 w 357"/>
                <a:gd name="T13" fmla="*/ 200 h 880"/>
                <a:gd name="T14" fmla="*/ 460 w 357"/>
                <a:gd name="T15" fmla="*/ 238 h 880"/>
                <a:gd name="T16" fmla="*/ 456 w 357"/>
                <a:gd name="T17" fmla="*/ 266 h 880"/>
                <a:gd name="T18" fmla="*/ 470 w 357"/>
                <a:gd name="T19" fmla="*/ 314 h 880"/>
                <a:gd name="T20" fmla="*/ 458 w 357"/>
                <a:gd name="T21" fmla="*/ 359 h 880"/>
                <a:gd name="T22" fmla="*/ 467 w 357"/>
                <a:gd name="T23" fmla="*/ 507 h 880"/>
                <a:gd name="T24" fmla="*/ 467 w 357"/>
                <a:gd name="T25" fmla="*/ 553 h 880"/>
                <a:gd name="T26" fmla="*/ 463 w 357"/>
                <a:gd name="T27" fmla="*/ 591 h 880"/>
                <a:gd name="T28" fmla="*/ 467 w 357"/>
                <a:gd name="T29" fmla="*/ 646 h 880"/>
                <a:gd name="T30" fmla="*/ 457 w 357"/>
                <a:gd name="T31" fmla="*/ 693 h 880"/>
                <a:gd name="T32" fmla="*/ 444 w 357"/>
                <a:gd name="T33" fmla="*/ 752 h 880"/>
                <a:gd name="T34" fmla="*/ 432 w 357"/>
                <a:gd name="T35" fmla="*/ 783 h 880"/>
                <a:gd name="T36" fmla="*/ 414 w 357"/>
                <a:gd name="T37" fmla="*/ 821 h 880"/>
                <a:gd name="T38" fmla="*/ 380 w 357"/>
                <a:gd name="T39" fmla="*/ 876 h 880"/>
                <a:gd name="T40" fmla="*/ 340 w 357"/>
                <a:gd name="T41" fmla="*/ 922 h 880"/>
                <a:gd name="T42" fmla="*/ 312 w 357"/>
                <a:gd name="T43" fmla="*/ 955 h 880"/>
                <a:gd name="T44" fmla="*/ 298 w 357"/>
                <a:gd name="T45" fmla="*/ 993 h 880"/>
                <a:gd name="T46" fmla="*/ 250 w 357"/>
                <a:gd name="T47" fmla="*/ 1020 h 880"/>
                <a:gd name="T48" fmla="*/ 220 w 357"/>
                <a:gd name="T49" fmla="*/ 1045 h 880"/>
                <a:gd name="T50" fmla="*/ 190 w 357"/>
                <a:gd name="T51" fmla="*/ 1067 h 880"/>
                <a:gd name="T52" fmla="*/ 165 w 357"/>
                <a:gd name="T53" fmla="*/ 1084 h 880"/>
                <a:gd name="T54" fmla="*/ 132 w 357"/>
                <a:gd name="T55" fmla="*/ 1110 h 880"/>
                <a:gd name="T56" fmla="*/ 89 w 357"/>
                <a:gd name="T57" fmla="*/ 1134 h 880"/>
                <a:gd name="T58" fmla="*/ 32 w 357"/>
                <a:gd name="T59" fmla="*/ 1163 h 880"/>
                <a:gd name="T60" fmla="*/ 23 w 357"/>
                <a:gd name="T61" fmla="*/ 1172 h 880"/>
                <a:gd name="T62" fmla="*/ 0 w 357"/>
                <a:gd name="T63" fmla="*/ 1136 h 880"/>
                <a:gd name="T64" fmla="*/ 396 w 357"/>
                <a:gd name="T65" fmla="*/ 774 h 880"/>
                <a:gd name="T66" fmla="*/ 440 w 357"/>
                <a:gd name="T67" fmla="*/ 276 h 880"/>
                <a:gd name="T68" fmla="*/ 348 w 357"/>
                <a:gd name="T69" fmla="*/ 0 h 88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57" h="880">
                  <a:moveTo>
                    <a:pt x="290" y="0"/>
                  </a:moveTo>
                  <a:cubicBezTo>
                    <a:pt x="290" y="0"/>
                    <a:pt x="309" y="14"/>
                    <a:pt x="313" y="26"/>
                  </a:cubicBezTo>
                  <a:cubicBezTo>
                    <a:pt x="316" y="37"/>
                    <a:pt x="318" y="44"/>
                    <a:pt x="326" y="53"/>
                  </a:cubicBezTo>
                  <a:cubicBezTo>
                    <a:pt x="334" y="62"/>
                    <a:pt x="343" y="58"/>
                    <a:pt x="344" y="73"/>
                  </a:cubicBezTo>
                  <a:cubicBezTo>
                    <a:pt x="344" y="88"/>
                    <a:pt x="339" y="98"/>
                    <a:pt x="339" y="98"/>
                  </a:cubicBezTo>
                  <a:cubicBezTo>
                    <a:pt x="339" y="98"/>
                    <a:pt x="349" y="100"/>
                    <a:pt x="346" y="119"/>
                  </a:cubicBezTo>
                  <a:cubicBezTo>
                    <a:pt x="343" y="138"/>
                    <a:pt x="342" y="142"/>
                    <a:pt x="345" y="150"/>
                  </a:cubicBezTo>
                  <a:cubicBezTo>
                    <a:pt x="348" y="158"/>
                    <a:pt x="350" y="171"/>
                    <a:pt x="348" y="178"/>
                  </a:cubicBezTo>
                  <a:cubicBezTo>
                    <a:pt x="347" y="186"/>
                    <a:pt x="344" y="200"/>
                    <a:pt x="344" y="200"/>
                  </a:cubicBezTo>
                  <a:cubicBezTo>
                    <a:pt x="344" y="200"/>
                    <a:pt x="355" y="220"/>
                    <a:pt x="355" y="235"/>
                  </a:cubicBezTo>
                  <a:cubicBezTo>
                    <a:pt x="356" y="250"/>
                    <a:pt x="346" y="269"/>
                    <a:pt x="346" y="269"/>
                  </a:cubicBezTo>
                  <a:cubicBezTo>
                    <a:pt x="346" y="269"/>
                    <a:pt x="357" y="364"/>
                    <a:pt x="352" y="381"/>
                  </a:cubicBezTo>
                  <a:cubicBezTo>
                    <a:pt x="347" y="398"/>
                    <a:pt x="349" y="400"/>
                    <a:pt x="352" y="415"/>
                  </a:cubicBezTo>
                  <a:cubicBezTo>
                    <a:pt x="356" y="431"/>
                    <a:pt x="350" y="444"/>
                    <a:pt x="350" y="444"/>
                  </a:cubicBezTo>
                  <a:cubicBezTo>
                    <a:pt x="350" y="444"/>
                    <a:pt x="353" y="467"/>
                    <a:pt x="352" y="485"/>
                  </a:cubicBezTo>
                  <a:cubicBezTo>
                    <a:pt x="350" y="502"/>
                    <a:pt x="351" y="508"/>
                    <a:pt x="345" y="521"/>
                  </a:cubicBezTo>
                  <a:cubicBezTo>
                    <a:pt x="340" y="534"/>
                    <a:pt x="335" y="552"/>
                    <a:pt x="335" y="565"/>
                  </a:cubicBezTo>
                  <a:cubicBezTo>
                    <a:pt x="335" y="577"/>
                    <a:pt x="330" y="584"/>
                    <a:pt x="326" y="588"/>
                  </a:cubicBezTo>
                  <a:cubicBezTo>
                    <a:pt x="322" y="592"/>
                    <a:pt x="319" y="597"/>
                    <a:pt x="312" y="616"/>
                  </a:cubicBezTo>
                  <a:cubicBezTo>
                    <a:pt x="304" y="635"/>
                    <a:pt x="304" y="647"/>
                    <a:pt x="287" y="658"/>
                  </a:cubicBezTo>
                  <a:cubicBezTo>
                    <a:pt x="270" y="670"/>
                    <a:pt x="262" y="680"/>
                    <a:pt x="257" y="693"/>
                  </a:cubicBezTo>
                  <a:cubicBezTo>
                    <a:pt x="251" y="706"/>
                    <a:pt x="237" y="717"/>
                    <a:pt x="236" y="717"/>
                  </a:cubicBezTo>
                  <a:cubicBezTo>
                    <a:pt x="234" y="717"/>
                    <a:pt x="247" y="731"/>
                    <a:pt x="225" y="746"/>
                  </a:cubicBezTo>
                  <a:cubicBezTo>
                    <a:pt x="203" y="761"/>
                    <a:pt x="190" y="765"/>
                    <a:pt x="189" y="766"/>
                  </a:cubicBezTo>
                  <a:cubicBezTo>
                    <a:pt x="188" y="767"/>
                    <a:pt x="174" y="776"/>
                    <a:pt x="166" y="785"/>
                  </a:cubicBezTo>
                  <a:cubicBezTo>
                    <a:pt x="158" y="794"/>
                    <a:pt x="158" y="801"/>
                    <a:pt x="144" y="802"/>
                  </a:cubicBezTo>
                  <a:cubicBezTo>
                    <a:pt x="130" y="804"/>
                    <a:pt x="125" y="814"/>
                    <a:pt x="125" y="814"/>
                  </a:cubicBezTo>
                  <a:cubicBezTo>
                    <a:pt x="125" y="814"/>
                    <a:pt x="117" y="824"/>
                    <a:pt x="99" y="834"/>
                  </a:cubicBezTo>
                  <a:cubicBezTo>
                    <a:pt x="80" y="844"/>
                    <a:pt x="82" y="835"/>
                    <a:pt x="67" y="852"/>
                  </a:cubicBezTo>
                  <a:cubicBezTo>
                    <a:pt x="52" y="868"/>
                    <a:pt x="24" y="874"/>
                    <a:pt x="24" y="874"/>
                  </a:cubicBezTo>
                  <a:cubicBezTo>
                    <a:pt x="17" y="880"/>
                    <a:pt x="17" y="880"/>
                    <a:pt x="17" y="880"/>
                  </a:cubicBezTo>
                  <a:cubicBezTo>
                    <a:pt x="0" y="854"/>
                    <a:pt x="0" y="854"/>
                    <a:pt x="0" y="854"/>
                  </a:cubicBezTo>
                  <a:cubicBezTo>
                    <a:pt x="165" y="782"/>
                    <a:pt x="259" y="649"/>
                    <a:pt x="300" y="582"/>
                  </a:cubicBezTo>
                  <a:cubicBezTo>
                    <a:pt x="340" y="515"/>
                    <a:pt x="344" y="362"/>
                    <a:pt x="332" y="207"/>
                  </a:cubicBezTo>
                  <a:cubicBezTo>
                    <a:pt x="320" y="51"/>
                    <a:pt x="263" y="0"/>
                    <a:pt x="26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Freeform 34">
              <a:extLst>
                <a:ext uri="{FF2B5EF4-FFF2-40B4-BE49-F238E27FC236}">
                  <a16:creationId xmlns:a16="http://schemas.microsoft.com/office/drawing/2014/main" id="{83BE3087-44F2-4136-829E-8CD22D627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142"/>
              <a:ext cx="21" cy="11"/>
            </a:xfrm>
            <a:custGeom>
              <a:avLst/>
              <a:gdLst>
                <a:gd name="T0" fmla="*/ 25 w 19"/>
                <a:gd name="T1" fmla="*/ 3 h 10"/>
                <a:gd name="T2" fmla="*/ 0 w 1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9" y="3"/>
                  </a:moveTo>
                  <a:cubicBezTo>
                    <a:pt x="14" y="7"/>
                    <a:pt x="2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9" name="Freeform 35">
              <a:extLst>
                <a:ext uri="{FF2B5EF4-FFF2-40B4-BE49-F238E27FC236}">
                  <a16:creationId xmlns:a16="http://schemas.microsoft.com/office/drawing/2014/main" id="{3A6F8747-E704-4316-A4DE-AE58851D5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254"/>
              <a:ext cx="12" cy="22"/>
            </a:xfrm>
            <a:custGeom>
              <a:avLst/>
              <a:gdLst>
                <a:gd name="T0" fmla="*/ 14 w 11"/>
                <a:gd name="T1" fmla="*/ 0 h 20"/>
                <a:gd name="T2" fmla="*/ 9 w 11"/>
                <a:gd name="T3" fmla="*/ 2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10" y="7"/>
                    <a:pt x="0" y="12"/>
                    <a:pt x="6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Freeform 36">
              <a:extLst>
                <a:ext uri="{FF2B5EF4-FFF2-40B4-BE49-F238E27FC236}">
                  <a16:creationId xmlns:a16="http://schemas.microsoft.com/office/drawing/2014/main" id="{5F138CFE-46D0-40A1-BBD5-E0B0F4130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522"/>
              <a:ext cx="12" cy="6"/>
            </a:xfrm>
            <a:custGeom>
              <a:avLst/>
              <a:gdLst>
                <a:gd name="T0" fmla="*/ 14 w 11"/>
                <a:gd name="T1" fmla="*/ 1 h 5"/>
                <a:gd name="T2" fmla="*/ 0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11" y="1"/>
                  </a:moveTo>
                  <a:cubicBezTo>
                    <a:pt x="8" y="5"/>
                    <a:pt x="3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1" name="Freeform 37">
              <a:extLst>
                <a:ext uri="{FF2B5EF4-FFF2-40B4-BE49-F238E27FC236}">
                  <a16:creationId xmlns:a16="http://schemas.microsoft.com/office/drawing/2014/main" id="{163CC83E-B859-4891-AF7B-5A678CB04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816"/>
              <a:ext cx="24" cy="13"/>
            </a:xfrm>
            <a:custGeom>
              <a:avLst/>
              <a:gdLst>
                <a:gd name="T0" fmla="*/ 28 w 22"/>
                <a:gd name="T1" fmla="*/ 15 h 12"/>
                <a:gd name="T2" fmla="*/ 0 w 22"/>
                <a:gd name="T3" fmla="*/ 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22" y="12"/>
                  </a:moveTo>
                  <a:cubicBezTo>
                    <a:pt x="18" y="4"/>
                    <a:pt x="8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38">
              <a:extLst>
                <a:ext uri="{FF2B5EF4-FFF2-40B4-BE49-F238E27FC236}">
                  <a16:creationId xmlns:a16="http://schemas.microsoft.com/office/drawing/2014/main" id="{AD75E6D2-9EFA-416B-8946-8B3ED3879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803"/>
              <a:ext cx="3" cy="17"/>
            </a:xfrm>
            <a:custGeom>
              <a:avLst/>
              <a:gdLst>
                <a:gd name="T0" fmla="*/ 3 w 3"/>
                <a:gd name="T1" fmla="*/ 19 h 16"/>
                <a:gd name="T2" fmla="*/ 3 w 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16"/>
                  </a:moveTo>
                  <a:cubicBezTo>
                    <a:pt x="0" y="11"/>
                    <a:pt x="0" y="4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39">
              <a:extLst>
                <a:ext uri="{FF2B5EF4-FFF2-40B4-BE49-F238E27FC236}">
                  <a16:creationId xmlns:a16="http://schemas.microsoft.com/office/drawing/2014/main" id="{559D27F1-11D9-4B2A-AB95-60A00766C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872"/>
              <a:ext cx="25" cy="15"/>
            </a:xfrm>
            <a:custGeom>
              <a:avLst/>
              <a:gdLst>
                <a:gd name="T0" fmla="*/ 29 w 23"/>
                <a:gd name="T1" fmla="*/ 10 h 14"/>
                <a:gd name="T2" fmla="*/ 0 w 23"/>
                <a:gd name="T3" fmla="*/ 1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4">
                  <a:moveTo>
                    <a:pt x="23" y="7"/>
                  </a:moveTo>
                  <a:cubicBezTo>
                    <a:pt x="17" y="0"/>
                    <a:pt x="4" y="8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40">
              <a:extLst>
                <a:ext uri="{FF2B5EF4-FFF2-40B4-BE49-F238E27FC236}">
                  <a16:creationId xmlns:a16="http://schemas.microsoft.com/office/drawing/2014/main" id="{1B9BAFC3-99D4-4F21-84BF-68DD31298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853"/>
              <a:ext cx="6" cy="26"/>
            </a:xfrm>
            <a:custGeom>
              <a:avLst/>
              <a:gdLst>
                <a:gd name="T0" fmla="*/ 6 w 6"/>
                <a:gd name="T1" fmla="*/ 33 h 23"/>
                <a:gd name="T2" fmla="*/ 6 w 6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6" y="23"/>
                  </a:moveTo>
                  <a:cubicBezTo>
                    <a:pt x="0" y="17"/>
                    <a:pt x="1" y="7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41">
              <a:extLst>
                <a:ext uri="{FF2B5EF4-FFF2-40B4-BE49-F238E27FC236}">
                  <a16:creationId xmlns:a16="http://schemas.microsoft.com/office/drawing/2014/main" id="{D9C27169-D2B9-4035-8210-2518322CA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1932"/>
              <a:ext cx="32" cy="27"/>
            </a:xfrm>
            <a:custGeom>
              <a:avLst/>
              <a:gdLst>
                <a:gd name="T0" fmla="*/ 39 w 29"/>
                <a:gd name="T1" fmla="*/ 0 h 24"/>
                <a:gd name="T2" fmla="*/ 23 w 29"/>
                <a:gd name="T3" fmla="*/ 34 h 24"/>
                <a:gd name="T4" fmla="*/ 0 w 29"/>
                <a:gd name="T5" fmla="*/ 3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4">
                  <a:moveTo>
                    <a:pt x="29" y="0"/>
                  </a:moveTo>
                  <a:cubicBezTo>
                    <a:pt x="20" y="2"/>
                    <a:pt x="19" y="16"/>
                    <a:pt x="17" y="24"/>
                  </a:cubicBezTo>
                  <a:cubicBezTo>
                    <a:pt x="12" y="22"/>
                    <a:pt x="5" y="19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42">
              <a:extLst>
                <a:ext uri="{FF2B5EF4-FFF2-40B4-BE49-F238E27FC236}">
                  <a16:creationId xmlns:a16="http://schemas.microsoft.com/office/drawing/2014/main" id="{6622B755-62E9-4F3D-A534-3D8E5530D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665"/>
              <a:ext cx="37" cy="47"/>
            </a:xfrm>
            <a:custGeom>
              <a:avLst/>
              <a:gdLst>
                <a:gd name="T0" fmla="*/ 0 w 34"/>
                <a:gd name="T1" fmla="*/ 56 h 43"/>
                <a:gd name="T2" fmla="*/ 27 w 34"/>
                <a:gd name="T3" fmla="*/ 34 h 43"/>
                <a:gd name="T4" fmla="*/ 44 w 3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3">
                  <a:moveTo>
                    <a:pt x="0" y="43"/>
                  </a:moveTo>
                  <a:cubicBezTo>
                    <a:pt x="5" y="34"/>
                    <a:pt x="14" y="33"/>
                    <a:pt x="21" y="26"/>
                  </a:cubicBezTo>
                  <a:cubicBezTo>
                    <a:pt x="27" y="19"/>
                    <a:pt x="26" y="5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43">
              <a:extLst>
                <a:ext uri="{FF2B5EF4-FFF2-40B4-BE49-F238E27FC236}">
                  <a16:creationId xmlns:a16="http://schemas.microsoft.com/office/drawing/2014/main" id="{30DBF4D9-FE0E-4941-9383-27B5CC7DC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151"/>
              <a:ext cx="20" cy="16"/>
            </a:xfrm>
            <a:custGeom>
              <a:avLst/>
              <a:gdLst>
                <a:gd name="T0" fmla="*/ 0 w 19"/>
                <a:gd name="T1" fmla="*/ 0 h 14"/>
                <a:gd name="T2" fmla="*/ 22 w 19"/>
                <a:gd name="T3" fmla="*/ 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4">
                  <a:moveTo>
                    <a:pt x="0" y="0"/>
                  </a:moveTo>
                  <a:cubicBezTo>
                    <a:pt x="3" y="6"/>
                    <a:pt x="16" y="14"/>
                    <a:pt x="19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44">
              <a:extLst>
                <a:ext uri="{FF2B5EF4-FFF2-40B4-BE49-F238E27FC236}">
                  <a16:creationId xmlns:a16="http://schemas.microsoft.com/office/drawing/2014/main" id="{FE7A25CA-DC36-4E88-91F4-B88D4A0E7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266"/>
              <a:ext cx="12" cy="19"/>
            </a:xfrm>
            <a:custGeom>
              <a:avLst/>
              <a:gdLst>
                <a:gd name="T0" fmla="*/ 0 w 11"/>
                <a:gd name="T1" fmla="*/ 1 h 17"/>
                <a:gd name="T2" fmla="*/ 14 w 11"/>
                <a:gd name="T3" fmla="*/ 2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0" y="1"/>
                  </a:moveTo>
                  <a:cubicBezTo>
                    <a:pt x="10" y="0"/>
                    <a:pt x="11" y="9"/>
                    <a:pt x="11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45">
              <a:extLst>
                <a:ext uri="{FF2B5EF4-FFF2-40B4-BE49-F238E27FC236}">
                  <a16:creationId xmlns:a16="http://schemas.microsoft.com/office/drawing/2014/main" id="{EE64B88C-0721-470C-94D7-CA89BB9AE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348"/>
              <a:ext cx="11" cy="17"/>
            </a:xfrm>
            <a:custGeom>
              <a:avLst/>
              <a:gdLst>
                <a:gd name="T0" fmla="*/ 0 w 10"/>
                <a:gd name="T1" fmla="*/ 16 h 15"/>
                <a:gd name="T2" fmla="*/ 13 w 1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11"/>
                  </a:moveTo>
                  <a:cubicBezTo>
                    <a:pt x="8" y="15"/>
                    <a:pt x="10" y="6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46">
              <a:extLst>
                <a:ext uri="{FF2B5EF4-FFF2-40B4-BE49-F238E27FC236}">
                  <a16:creationId xmlns:a16="http://schemas.microsoft.com/office/drawing/2014/main" id="{BD1E846A-07CB-4C69-B552-C6766AEBC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620"/>
              <a:ext cx="15" cy="4"/>
            </a:xfrm>
            <a:custGeom>
              <a:avLst/>
              <a:gdLst>
                <a:gd name="T0" fmla="*/ 0 w 14"/>
                <a:gd name="T1" fmla="*/ 0 h 4"/>
                <a:gd name="T2" fmla="*/ 17 w 14"/>
                <a:gd name="T3" fmla="*/ 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cubicBezTo>
                    <a:pt x="4" y="3"/>
                    <a:pt x="10" y="4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47">
              <a:extLst>
                <a:ext uri="{FF2B5EF4-FFF2-40B4-BE49-F238E27FC236}">
                  <a16:creationId xmlns:a16="http://schemas.microsoft.com/office/drawing/2014/main" id="{6C64D24B-59B6-4F07-87A0-EE3E99C92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789"/>
              <a:ext cx="19" cy="48"/>
            </a:xfrm>
            <a:custGeom>
              <a:avLst/>
              <a:gdLst>
                <a:gd name="T0" fmla="*/ 4 w 18"/>
                <a:gd name="T1" fmla="*/ 56 h 43"/>
                <a:gd name="T2" fmla="*/ 18 w 18"/>
                <a:gd name="T3" fmla="*/ 28 h 43"/>
                <a:gd name="T4" fmla="*/ 2 w 1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3">
                  <a:moveTo>
                    <a:pt x="4" y="40"/>
                  </a:moveTo>
                  <a:cubicBezTo>
                    <a:pt x="14" y="43"/>
                    <a:pt x="18" y="27"/>
                    <a:pt x="15" y="20"/>
                  </a:cubicBezTo>
                  <a:cubicBezTo>
                    <a:pt x="12" y="12"/>
                    <a:pt x="0" y="1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48">
              <a:extLst>
                <a:ext uri="{FF2B5EF4-FFF2-40B4-BE49-F238E27FC236}">
                  <a16:creationId xmlns:a16="http://schemas.microsoft.com/office/drawing/2014/main" id="{34E48472-D825-443B-BD0E-2DDE2D67F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852"/>
              <a:ext cx="42" cy="66"/>
            </a:xfrm>
            <a:custGeom>
              <a:avLst/>
              <a:gdLst>
                <a:gd name="T0" fmla="*/ 0 w 38"/>
                <a:gd name="T1" fmla="*/ 0 h 60"/>
                <a:gd name="T2" fmla="*/ 13 w 38"/>
                <a:gd name="T3" fmla="*/ 51 h 60"/>
                <a:gd name="T4" fmla="*/ 33 w 38"/>
                <a:gd name="T5" fmla="*/ 63 h 60"/>
                <a:gd name="T6" fmla="*/ 51 w 38"/>
                <a:gd name="T7" fmla="*/ 8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60">
                  <a:moveTo>
                    <a:pt x="0" y="0"/>
                  </a:moveTo>
                  <a:cubicBezTo>
                    <a:pt x="10" y="12"/>
                    <a:pt x="10" y="23"/>
                    <a:pt x="10" y="38"/>
                  </a:cubicBezTo>
                  <a:cubicBezTo>
                    <a:pt x="16" y="40"/>
                    <a:pt x="19" y="43"/>
                    <a:pt x="24" y="47"/>
                  </a:cubicBezTo>
                  <a:cubicBezTo>
                    <a:pt x="27" y="50"/>
                    <a:pt x="33" y="60"/>
                    <a:pt x="38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49">
              <a:extLst>
                <a:ext uri="{FF2B5EF4-FFF2-40B4-BE49-F238E27FC236}">
                  <a16:creationId xmlns:a16="http://schemas.microsoft.com/office/drawing/2014/main" id="{A7C537E6-5623-4FB1-BC88-CEBE4ED35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931"/>
              <a:ext cx="61" cy="42"/>
            </a:xfrm>
            <a:custGeom>
              <a:avLst/>
              <a:gdLst>
                <a:gd name="T0" fmla="*/ 0 w 56"/>
                <a:gd name="T1" fmla="*/ 3 h 38"/>
                <a:gd name="T2" fmla="*/ 52 w 56"/>
                <a:gd name="T3" fmla="*/ 51 h 38"/>
                <a:gd name="T4" fmla="*/ 72 w 56"/>
                <a:gd name="T5" fmla="*/ 5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8">
                  <a:moveTo>
                    <a:pt x="0" y="3"/>
                  </a:moveTo>
                  <a:cubicBezTo>
                    <a:pt x="20" y="0"/>
                    <a:pt x="36" y="20"/>
                    <a:pt x="40" y="38"/>
                  </a:cubicBezTo>
                  <a:cubicBezTo>
                    <a:pt x="45" y="37"/>
                    <a:pt x="51" y="36"/>
                    <a:pt x="56" y="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50">
              <a:extLst>
                <a:ext uri="{FF2B5EF4-FFF2-40B4-BE49-F238E27FC236}">
                  <a16:creationId xmlns:a16="http://schemas.microsoft.com/office/drawing/2014/main" id="{7575A5C5-E464-4E87-850D-19F05119E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076"/>
              <a:ext cx="47" cy="70"/>
            </a:xfrm>
            <a:custGeom>
              <a:avLst/>
              <a:gdLst>
                <a:gd name="T0" fmla="*/ 30 w 43"/>
                <a:gd name="T1" fmla="*/ 60 h 64"/>
                <a:gd name="T2" fmla="*/ 52 w 43"/>
                <a:gd name="T3" fmla="*/ 71 h 64"/>
                <a:gd name="T4" fmla="*/ 55 w 43"/>
                <a:gd name="T5" fmla="*/ 51 h 64"/>
                <a:gd name="T6" fmla="*/ 44 w 43"/>
                <a:gd name="T7" fmla="*/ 42 h 64"/>
                <a:gd name="T8" fmla="*/ 28 w 43"/>
                <a:gd name="T9" fmla="*/ 26 h 64"/>
                <a:gd name="T10" fmla="*/ 11 w 43"/>
                <a:gd name="T11" fmla="*/ 2 h 64"/>
                <a:gd name="T12" fmla="*/ 12 w 43"/>
                <a:gd name="T13" fmla="*/ 23 h 64"/>
                <a:gd name="T14" fmla="*/ 26 w 43"/>
                <a:gd name="T15" fmla="*/ 55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64">
                  <a:moveTo>
                    <a:pt x="23" y="46"/>
                  </a:moveTo>
                  <a:cubicBezTo>
                    <a:pt x="27" y="50"/>
                    <a:pt x="34" y="64"/>
                    <a:pt x="40" y="54"/>
                  </a:cubicBezTo>
                  <a:cubicBezTo>
                    <a:pt x="42" y="51"/>
                    <a:pt x="43" y="43"/>
                    <a:pt x="42" y="39"/>
                  </a:cubicBezTo>
                  <a:cubicBezTo>
                    <a:pt x="41" y="34"/>
                    <a:pt x="38" y="34"/>
                    <a:pt x="34" y="32"/>
                  </a:cubicBezTo>
                  <a:cubicBezTo>
                    <a:pt x="28" y="30"/>
                    <a:pt x="25" y="26"/>
                    <a:pt x="22" y="20"/>
                  </a:cubicBezTo>
                  <a:cubicBezTo>
                    <a:pt x="20" y="16"/>
                    <a:pt x="13" y="3"/>
                    <a:pt x="8" y="2"/>
                  </a:cubicBezTo>
                  <a:cubicBezTo>
                    <a:pt x="0" y="0"/>
                    <a:pt x="8" y="15"/>
                    <a:pt x="9" y="17"/>
                  </a:cubicBezTo>
                  <a:cubicBezTo>
                    <a:pt x="13" y="25"/>
                    <a:pt x="17" y="33"/>
                    <a:pt x="20" y="42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51">
              <a:extLst>
                <a:ext uri="{FF2B5EF4-FFF2-40B4-BE49-F238E27FC236}">
                  <a16:creationId xmlns:a16="http://schemas.microsoft.com/office/drawing/2014/main" id="{32C42FC8-DB62-4CAC-99D8-6C94E017C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157"/>
              <a:ext cx="21" cy="77"/>
            </a:xfrm>
            <a:custGeom>
              <a:avLst/>
              <a:gdLst>
                <a:gd name="T0" fmla="*/ 3 w 19"/>
                <a:gd name="T1" fmla="*/ 9 h 70"/>
                <a:gd name="T2" fmla="*/ 17 w 19"/>
                <a:gd name="T3" fmla="*/ 1 h 70"/>
                <a:gd name="T4" fmla="*/ 19 w 19"/>
                <a:gd name="T5" fmla="*/ 23 h 70"/>
                <a:gd name="T6" fmla="*/ 23 w 19"/>
                <a:gd name="T7" fmla="*/ 74 h 70"/>
                <a:gd name="T8" fmla="*/ 17 w 19"/>
                <a:gd name="T9" fmla="*/ 87 h 70"/>
                <a:gd name="T10" fmla="*/ 15 w 19"/>
                <a:gd name="T11" fmla="*/ 68 h 70"/>
                <a:gd name="T12" fmla="*/ 12 w 19"/>
                <a:gd name="T13" fmla="*/ 50 h 70"/>
                <a:gd name="T14" fmla="*/ 9 w 19"/>
                <a:gd name="T15" fmla="*/ 25 h 70"/>
                <a:gd name="T16" fmla="*/ 1 w 19"/>
                <a:gd name="T17" fmla="*/ 8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0">
                  <a:moveTo>
                    <a:pt x="3" y="6"/>
                  </a:moveTo>
                  <a:cubicBezTo>
                    <a:pt x="5" y="4"/>
                    <a:pt x="10" y="0"/>
                    <a:pt x="13" y="1"/>
                  </a:cubicBezTo>
                  <a:cubicBezTo>
                    <a:pt x="19" y="3"/>
                    <a:pt x="14" y="13"/>
                    <a:pt x="14" y="17"/>
                  </a:cubicBezTo>
                  <a:cubicBezTo>
                    <a:pt x="13" y="30"/>
                    <a:pt x="16" y="42"/>
                    <a:pt x="17" y="55"/>
                  </a:cubicBezTo>
                  <a:cubicBezTo>
                    <a:pt x="18" y="58"/>
                    <a:pt x="18" y="70"/>
                    <a:pt x="13" y="65"/>
                  </a:cubicBezTo>
                  <a:cubicBezTo>
                    <a:pt x="11" y="62"/>
                    <a:pt x="12" y="55"/>
                    <a:pt x="12" y="51"/>
                  </a:cubicBezTo>
                  <a:cubicBezTo>
                    <a:pt x="11" y="47"/>
                    <a:pt x="10" y="42"/>
                    <a:pt x="9" y="37"/>
                  </a:cubicBezTo>
                  <a:cubicBezTo>
                    <a:pt x="9" y="31"/>
                    <a:pt x="10" y="24"/>
                    <a:pt x="6" y="19"/>
                  </a:cubicBezTo>
                  <a:cubicBezTo>
                    <a:pt x="3" y="15"/>
                    <a:pt x="0" y="11"/>
                    <a:pt x="1" y="5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52">
              <a:extLst>
                <a:ext uri="{FF2B5EF4-FFF2-40B4-BE49-F238E27FC236}">
                  <a16:creationId xmlns:a16="http://schemas.microsoft.com/office/drawing/2014/main" id="{6520105D-2CAA-4F85-96AD-F16ACB1C6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282"/>
              <a:ext cx="10" cy="43"/>
            </a:xfrm>
            <a:custGeom>
              <a:avLst/>
              <a:gdLst>
                <a:gd name="T0" fmla="*/ 0 w 9"/>
                <a:gd name="T1" fmla="*/ 2 h 39"/>
                <a:gd name="T2" fmla="*/ 10 w 9"/>
                <a:gd name="T3" fmla="*/ 10 h 39"/>
                <a:gd name="T4" fmla="*/ 9 w 9"/>
                <a:gd name="T5" fmla="*/ 36 h 39"/>
                <a:gd name="T6" fmla="*/ 1 w 9"/>
                <a:gd name="T7" fmla="*/ 41 h 39"/>
                <a:gd name="T8" fmla="*/ 1 w 9"/>
                <a:gd name="T9" fmla="*/ 23 h 39"/>
                <a:gd name="T10" fmla="*/ 1 w 9"/>
                <a:gd name="T11" fmla="*/ 1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9">
                  <a:moveTo>
                    <a:pt x="0" y="2"/>
                  </a:moveTo>
                  <a:cubicBezTo>
                    <a:pt x="3" y="0"/>
                    <a:pt x="6" y="4"/>
                    <a:pt x="7" y="7"/>
                  </a:cubicBezTo>
                  <a:cubicBezTo>
                    <a:pt x="9" y="13"/>
                    <a:pt x="7" y="21"/>
                    <a:pt x="6" y="27"/>
                  </a:cubicBezTo>
                  <a:cubicBezTo>
                    <a:pt x="6" y="30"/>
                    <a:pt x="3" y="39"/>
                    <a:pt x="1" y="31"/>
                  </a:cubicBezTo>
                  <a:cubicBezTo>
                    <a:pt x="0" y="27"/>
                    <a:pt x="1" y="21"/>
                    <a:pt x="1" y="17"/>
                  </a:cubicBezTo>
                  <a:cubicBezTo>
                    <a:pt x="1" y="14"/>
                    <a:pt x="1" y="10"/>
                    <a:pt x="1" y="7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53">
              <a:extLst>
                <a:ext uri="{FF2B5EF4-FFF2-40B4-BE49-F238E27FC236}">
                  <a16:creationId xmlns:a16="http://schemas.microsoft.com/office/drawing/2014/main" id="{9D2F13AA-35D8-493B-B310-30BC91909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707"/>
              <a:ext cx="77" cy="113"/>
            </a:xfrm>
            <a:custGeom>
              <a:avLst/>
              <a:gdLst>
                <a:gd name="T0" fmla="*/ 92 w 70"/>
                <a:gd name="T1" fmla="*/ 1 h 103"/>
                <a:gd name="T2" fmla="*/ 80 w 70"/>
                <a:gd name="T3" fmla="*/ 12 h 103"/>
                <a:gd name="T4" fmla="*/ 68 w 70"/>
                <a:gd name="T5" fmla="*/ 23 h 103"/>
                <a:gd name="T6" fmla="*/ 57 w 70"/>
                <a:gd name="T7" fmla="*/ 37 h 103"/>
                <a:gd name="T8" fmla="*/ 45 w 70"/>
                <a:gd name="T9" fmla="*/ 54 h 103"/>
                <a:gd name="T10" fmla="*/ 22 w 70"/>
                <a:gd name="T11" fmla="*/ 84 h 103"/>
                <a:gd name="T12" fmla="*/ 4 w 70"/>
                <a:gd name="T13" fmla="*/ 110 h 103"/>
                <a:gd name="T14" fmla="*/ 3 w 70"/>
                <a:gd name="T15" fmla="*/ 125 h 103"/>
                <a:gd name="T16" fmla="*/ 14 w 70"/>
                <a:gd name="T17" fmla="*/ 116 h 103"/>
                <a:gd name="T18" fmla="*/ 50 w 70"/>
                <a:gd name="T19" fmla="*/ 70 h 103"/>
                <a:gd name="T20" fmla="*/ 81 w 70"/>
                <a:gd name="T21" fmla="*/ 41 h 103"/>
                <a:gd name="T22" fmla="*/ 94 w 70"/>
                <a:gd name="T23" fmla="*/ 0 h 1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103">
                  <a:moveTo>
                    <a:pt x="69" y="1"/>
                  </a:moveTo>
                  <a:cubicBezTo>
                    <a:pt x="66" y="2"/>
                    <a:pt x="63" y="6"/>
                    <a:pt x="60" y="9"/>
                  </a:cubicBezTo>
                  <a:cubicBezTo>
                    <a:pt x="57" y="12"/>
                    <a:pt x="54" y="14"/>
                    <a:pt x="51" y="17"/>
                  </a:cubicBezTo>
                  <a:cubicBezTo>
                    <a:pt x="48" y="20"/>
                    <a:pt x="45" y="24"/>
                    <a:pt x="43" y="28"/>
                  </a:cubicBezTo>
                  <a:cubicBezTo>
                    <a:pt x="40" y="33"/>
                    <a:pt x="38" y="36"/>
                    <a:pt x="34" y="41"/>
                  </a:cubicBezTo>
                  <a:cubicBezTo>
                    <a:pt x="28" y="49"/>
                    <a:pt x="20" y="56"/>
                    <a:pt x="16" y="64"/>
                  </a:cubicBezTo>
                  <a:cubicBezTo>
                    <a:pt x="12" y="70"/>
                    <a:pt x="7" y="77"/>
                    <a:pt x="4" y="83"/>
                  </a:cubicBezTo>
                  <a:cubicBezTo>
                    <a:pt x="2" y="86"/>
                    <a:pt x="0" y="92"/>
                    <a:pt x="3" y="95"/>
                  </a:cubicBezTo>
                  <a:cubicBezTo>
                    <a:pt x="7" y="103"/>
                    <a:pt x="9" y="93"/>
                    <a:pt x="11" y="88"/>
                  </a:cubicBezTo>
                  <a:cubicBezTo>
                    <a:pt x="17" y="75"/>
                    <a:pt x="25" y="62"/>
                    <a:pt x="37" y="53"/>
                  </a:cubicBezTo>
                  <a:cubicBezTo>
                    <a:pt x="45" y="46"/>
                    <a:pt x="55" y="40"/>
                    <a:pt x="61" y="31"/>
                  </a:cubicBezTo>
                  <a:cubicBezTo>
                    <a:pt x="68" y="21"/>
                    <a:pt x="68" y="11"/>
                    <a:pt x="70" y="0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54">
              <a:extLst>
                <a:ext uri="{FF2B5EF4-FFF2-40B4-BE49-F238E27FC236}">
                  <a16:creationId xmlns:a16="http://schemas.microsoft.com/office/drawing/2014/main" id="{9298895D-A143-4422-AB08-15B86CBD5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830"/>
              <a:ext cx="52" cy="51"/>
            </a:xfrm>
            <a:custGeom>
              <a:avLst/>
              <a:gdLst>
                <a:gd name="T0" fmla="*/ 41 w 48"/>
                <a:gd name="T1" fmla="*/ 3 h 46"/>
                <a:gd name="T2" fmla="*/ 57 w 48"/>
                <a:gd name="T3" fmla="*/ 4 h 46"/>
                <a:gd name="T4" fmla="*/ 51 w 48"/>
                <a:gd name="T5" fmla="*/ 22 h 46"/>
                <a:gd name="T6" fmla="*/ 24 w 48"/>
                <a:gd name="T7" fmla="*/ 45 h 46"/>
                <a:gd name="T8" fmla="*/ 2 w 48"/>
                <a:gd name="T9" fmla="*/ 42 h 46"/>
                <a:gd name="T10" fmla="*/ 36 w 48"/>
                <a:gd name="T11" fmla="*/ 4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46">
                  <a:moveTo>
                    <a:pt x="32" y="3"/>
                  </a:moveTo>
                  <a:cubicBezTo>
                    <a:pt x="35" y="0"/>
                    <a:pt x="42" y="1"/>
                    <a:pt x="45" y="4"/>
                  </a:cubicBezTo>
                  <a:cubicBezTo>
                    <a:pt x="48" y="9"/>
                    <a:pt x="44" y="12"/>
                    <a:pt x="40" y="16"/>
                  </a:cubicBezTo>
                  <a:cubicBezTo>
                    <a:pt x="33" y="22"/>
                    <a:pt x="25" y="27"/>
                    <a:pt x="18" y="33"/>
                  </a:cubicBezTo>
                  <a:cubicBezTo>
                    <a:pt x="12" y="39"/>
                    <a:pt x="0" y="46"/>
                    <a:pt x="2" y="31"/>
                  </a:cubicBezTo>
                  <a:cubicBezTo>
                    <a:pt x="4" y="22"/>
                    <a:pt x="19" y="5"/>
                    <a:pt x="28" y="4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55">
              <a:extLst>
                <a:ext uri="{FF2B5EF4-FFF2-40B4-BE49-F238E27FC236}">
                  <a16:creationId xmlns:a16="http://schemas.microsoft.com/office/drawing/2014/main" id="{2DFEC3E7-AF45-486C-97D2-EDCE2AB9C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1907"/>
              <a:ext cx="45" cy="47"/>
            </a:xfrm>
            <a:custGeom>
              <a:avLst/>
              <a:gdLst>
                <a:gd name="T0" fmla="*/ 5 w 41"/>
                <a:gd name="T1" fmla="*/ 37 h 43"/>
                <a:gd name="T2" fmla="*/ 3 w 41"/>
                <a:gd name="T3" fmla="*/ 52 h 43"/>
                <a:gd name="T4" fmla="*/ 25 w 41"/>
                <a:gd name="T5" fmla="*/ 37 h 43"/>
                <a:gd name="T6" fmla="*/ 53 w 41"/>
                <a:gd name="T7" fmla="*/ 13 h 43"/>
                <a:gd name="T8" fmla="*/ 35 w 41"/>
                <a:gd name="T9" fmla="*/ 19 h 43"/>
                <a:gd name="T10" fmla="*/ 12 w 41"/>
                <a:gd name="T11" fmla="*/ 33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3">
                  <a:moveTo>
                    <a:pt x="5" y="28"/>
                  </a:moveTo>
                  <a:cubicBezTo>
                    <a:pt x="2" y="30"/>
                    <a:pt x="0" y="38"/>
                    <a:pt x="3" y="40"/>
                  </a:cubicBezTo>
                  <a:cubicBezTo>
                    <a:pt x="8" y="43"/>
                    <a:pt x="17" y="31"/>
                    <a:pt x="19" y="28"/>
                  </a:cubicBezTo>
                  <a:cubicBezTo>
                    <a:pt x="24" y="23"/>
                    <a:pt x="32" y="10"/>
                    <a:pt x="40" y="10"/>
                  </a:cubicBezTo>
                  <a:cubicBezTo>
                    <a:pt x="41" y="0"/>
                    <a:pt x="28" y="14"/>
                    <a:pt x="26" y="15"/>
                  </a:cubicBezTo>
                  <a:cubicBezTo>
                    <a:pt x="22" y="19"/>
                    <a:pt x="12" y="21"/>
                    <a:pt x="9" y="25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56">
              <a:extLst>
                <a:ext uri="{FF2B5EF4-FFF2-40B4-BE49-F238E27FC236}">
                  <a16:creationId xmlns:a16="http://schemas.microsoft.com/office/drawing/2014/main" id="{51976BF1-1E3D-4858-911E-84B33A2C4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895"/>
              <a:ext cx="32" cy="32"/>
            </a:xfrm>
            <a:custGeom>
              <a:avLst/>
              <a:gdLst>
                <a:gd name="T0" fmla="*/ 24 w 29"/>
                <a:gd name="T1" fmla="*/ 0 h 29"/>
                <a:gd name="T2" fmla="*/ 0 w 29"/>
                <a:gd name="T3" fmla="*/ 21 h 29"/>
                <a:gd name="T4" fmla="*/ 19 w 29"/>
                <a:gd name="T5" fmla="*/ 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9">
                  <a:moveTo>
                    <a:pt x="18" y="0"/>
                  </a:moveTo>
                  <a:cubicBezTo>
                    <a:pt x="29" y="8"/>
                    <a:pt x="7" y="29"/>
                    <a:pt x="0" y="15"/>
                  </a:cubicBezTo>
                  <a:cubicBezTo>
                    <a:pt x="5" y="10"/>
                    <a:pt x="16" y="10"/>
                    <a:pt x="14" y="2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57">
              <a:extLst>
                <a:ext uri="{FF2B5EF4-FFF2-40B4-BE49-F238E27FC236}">
                  <a16:creationId xmlns:a16="http://schemas.microsoft.com/office/drawing/2014/main" id="{07983FAC-4954-43B7-90DF-7B619B989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958"/>
              <a:ext cx="33" cy="28"/>
            </a:xfrm>
            <a:custGeom>
              <a:avLst/>
              <a:gdLst>
                <a:gd name="T0" fmla="*/ 13 w 30"/>
                <a:gd name="T1" fmla="*/ 11 h 26"/>
                <a:gd name="T2" fmla="*/ 36 w 30"/>
                <a:gd name="T3" fmla="*/ 15 h 26"/>
                <a:gd name="T4" fmla="*/ 11 w 30"/>
                <a:gd name="T5" fmla="*/ 29 h 26"/>
                <a:gd name="T6" fmla="*/ 12 w 30"/>
                <a:gd name="T7" fmla="*/ 22 h 26"/>
                <a:gd name="T8" fmla="*/ 2 w 30"/>
                <a:gd name="T9" fmla="*/ 1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6">
                  <a:moveTo>
                    <a:pt x="10" y="8"/>
                  </a:moveTo>
                  <a:cubicBezTo>
                    <a:pt x="16" y="8"/>
                    <a:pt x="30" y="0"/>
                    <a:pt x="27" y="12"/>
                  </a:cubicBezTo>
                  <a:cubicBezTo>
                    <a:pt x="26" y="19"/>
                    <a:pt x="14" y="26"/>
                    <a:pt x="8" y="23"/>
                  </a:cubicBezTo>
                  <a:cubicBezTo>
                    <a:pt x="8" y="21"/>
                    <a:pt x="8" y="19"/>
                    <a:pt x="9" y="18"/>
                  </a:cubicBezTo>
                  <a:cubicBezTo>
                    <a:pt x="5" y="19"/>
                    <a:pt x="0" y="18"/>
                    <a:pt x="2" y="12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Freeform 58">
              <a:extLst>
                <a:ext uri="{FF2B5EF4-FFF2-40B4-BE49-F238E27FC236}">
                  <a16:creationId xmlns:a16="http://schemas.microsoft.com/office/drawing/2014/main" id="{DD6B2EA1-6C5D-4A74-BB71-3AE1C95BA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083"/>
              <a:ext cx="40" cy="74"/>
            </a:xfrm>
            <a:custGeom>
              <a:avLst/>
              <a:gdLst>
                <a:gd name="T0" fmla="*/ 45 w 37"/>
                <a:gd name="T1" fmla="*/ 0 h 67"/>
                <a:gd name="T2" fmla="*/ 17 w 37"/>
                <a:gd name="T3" fmla="*/ 44 h 67"/>
                <a:gd name="T4" fmla="*/ 5 w 37"/>
                <a:gd name="T5" fmla="*/ 80 h 67"/>
                <a:gd name="T6" fmla="*/ 19 w 37"/>
                <a:gd name="T7" fmla="*/ 74 h 67"/>
                <a:gd name="T8" fmla="*/ 32 w 37"/>
                <a:gd name="T9" fmla="*/ 60 h 67"/>
                <a:gd name="T10" fmla="*/ 46 w 37"/>
                <a:gd name="T11" fmla="*/ 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67">
                  <a:moveTo>
                    <a:pt x="36" y="0"/>
                  </a:moveTo>
                  <a:cubicBezTo>
                    <a:pt x="33" y="13"/>
                    <a:pt x="23" y="24"/>
                    <a:pt x="14" y="33"/>
                  </a:cubicBezTo>
                  <a:cubicBezTo>
                    <a:pt x="7" y="38"/>
                    <a:pt x="0" y="49"/>
                    <a:pt x="5" y="59"/>
                  </a:cubicBezTo>
                  <a:cubicBezTo>
                    <a:pt x="9" y="67"/>
                    <a:pt x="12" y="60"/>
                    <a:pt x="16" y="55"/>
                  </a:cubicBezTo>
                  <a:cubicBezTo>
                    <a:pt x="19" y="51"/>
                    <a:pt x="22" y="48"/>
                    <a:pt x="26" y="44"/>
                  </a:cubicBezTo>
                  <a:cubicBezTo>
                    <a:pt x="34" y="34"/>
                    <a:pt x="35" y="15"/>
                    <a:pt x="37" y="3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3" name="Freeform 59">
              <a:extLst>
                <a:ext uri="{FF2B5EF4-FFF2-40B4-BE49-F238E27FC236}">
                  <a16:creationId xmlns:a16="http://schemas.microsoft.com/office/drawing/2014/main" id="{82547C0F-1450-4A0A-A646-EC2138278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169"/>
              <a:ext cx="22" cy="59"/>
            </a:xfrm>
            <a:custGeom>
              <a:avLst/>
              <a:gdLst>
                <a:gd name="T0" fmla="*/ 26 w 20"/>
                <a:gd name="T1" fmla="*/ 3 h 54"/>
                <a:gd name="T2" fmla="*/ 4 w 20"/>
                <a:gd name="T3" fmla="*/ 0 h 54"/>
                <a:gd name="T4" fmla="*/ 8 w 20"/>
                <a:gd name="T5" fmla="*/ 12 h 54"/>
                <a:gd name="T6" fmla="*/ 9 w 20"/>
                <a:gd name="T7" fmla="*/ 33 h 54"/>
                <a:gd name="T8" fmla="*/ 8 w 20"/>
                <a:gd name="T9" fmla="*/ 70 h 54"/>
                <a:gd name="T10" fmla="*/ 14 w 20"/>
                <a:gd name="T11" fmla="*/ 42 h 54"/>
                <a:gd name="T12" fmla="*/ 22 w 20"/>
                <a:gd name="T13" fmla="*/ 9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4">
                  <a:moveTo>
                    <a:pt x="20" y="3"/>
                  </a:moveTo>
                  <a:cubicBezTo>
                    <a:pt x="14" y="4"/>
                    <a:pt x="10" y="0"/>
                    <a:pt x="4" y="0"/>
                  </a:cubicBezTo>
                  <a:cubicBezTo>
                    <a:pt x="2" y="4"/>
                    <a:pt x="5" y="6"/>
                    <a:pt x="5" y="9"/>
                  </a:cubicBezTo>
                  <a:cubicBezTo>
                    <a:pt x="6" y="14"/>
                    <a:pt x="7" y="19"/>
                    <a:pt x="6" y="25"/>
                  </a:cubicBezTo>
                  <a:cubicBezTo>
                    <a:pt x="6" y="32"/>
                    <a:pt x="0" y="47"/>
                    <a:pt x="5" y="54"/>
                  </a:cubicBezTo>
                  <a:cubicBezTo>
                    <a:pt x="9" y="50"/>
                    <a:pt x="10" y="38"/>
                    <a:pt x="11" y="32"/>
                  </a:cubicBezTo>
                  <a:cubicBezTo>
                    <a:pt x="13" y="24"/>
                    <a:pt x="15" y="15"/>
                    <a:pt x="16" y="6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4" name="Freeform 60">
              <a:extLst>
                <a:ext uri="{FF2B5EF4-FFF2-40B4-BE49-F238E27FC236}">
                  <a16:creationId xmlns:a16="http://schemas.microsoft.com/office/drawing/2014/main" id="{3F09E2DE-A0DC-497C-B9FD-CD1AF9D09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281"/>
              <a:ext cx="25" cy="56"/>
            </a:xfrm>
            <a:custGeom>
              <a:avLst/>
              <a:gdLst>
                <a:gd name="T0" fmla="*/ 24 w 23"/>
                <a:gd name="T1" fmla="*/ 2 h 51"/>
                <a:gd name="T2" fmla="*/ 1 w 23"/>
                <a:gd name="T3" fmla="*/ 32 h 51"/>
                <a:gd name="T4" fmla="*/ 10 w 23"/>
                <a:gd name="T5" fmla="*/ 66 h 51"/>
                <a:gd name="T6" fmla="*/ 13 w 23"/>
                <a:gd name="T7" fmla="*/ 53 h 51"/>
                <a:gd name="T8" fmla="*/ 18 w 23"/>
                <a:gd name="T9" fmla="*/ 36 h 51"/>
                <a:gd name="T10" fmla="*/ 24 w 23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51">
                  <a:moveTo>
                    <a:pt x="18" y="2"/>
                  </a:moveTo>
                  <a:cubicBezTo>
                    <a:pt x="11" y="6"/>
                    <a:pt x="3" y="16"/>
                    <a:pt x="1" y="24"/>
                  </a:cubicBezTo>
                  <a:cubicBezTo>
                    <a:pt x="0" y="29"/>
                    <a:pt x="0" y="49"/>
                    <a:pt x="7" y="50"/>
                  </a:cubicBezTo>
                  <a:cubicBezTo>
                    <a:pt x="12" y="51"/>
                    <a:pt x="9" y="43"/>
                    <a:pt x="10" y="40"/>
                  </a:cubicBezTo>
                  <a:cubicBezTo>
                    <a:pt x="11" y="34"/>
                    <a:pt x="13" y="31"/>
                    <a:pt x="15" y="27"/>
                  </a:cubicBezTo>
                  <a:cubicBezTo>
                    <a:pt x="17" y="21"/>
                    <a:pt x="23" y="5"/>
                    <a:pt x="18" y="0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5" name="Freeform 61">
              <a:extLst>
                <a:ext uri="{FF2B5EF4-FFF2-40B4-BE49-F238E27FC236}">
                  <a16:creationId xmlns:a16="http://schemas.microsoft.com/office/drawing/2014/main" id="{FE59E9EC-3811-4BA7-8FEF-EE1703CCA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585"/>
              <a:ext cx="19" cy="25"/>
            </a:xfrm>
            <a:custGeom>
              <a:avLst/>
              <a:gdLst>
                <a:gd name="T0" fmla="*/ 1 w 17"/>
                <a:gd name="T1" fmla="*/ 0 h 23"/>
                <a:gd name="T2" fmla="*/ 11 w 17"/>
                <a:gd name="T3" fmla="*/ 29 h 23"/>
                <a:gd name="T4" fmla="*/ 1 w 1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1" y="0"/>
                  </a:moveTo>
                  <a:cubicBezTo>
                    <a:pt x="1" y="5"/>
                    <a:pt x="0" y="23"/>
                    <a:pt x="8" y="23"/>
                  </a:cubicBezTo>
                  <a:cubicBezTo>
                    <a:pt x="17" y="23"/>
                    <a:pt x="4" y="2"/>
                    <a:pt x="1" y="0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6" name="Freeform 62">
              <a:extLst>
                <a:ext uri="{FF2B5EF4-FFF2-40B4-BE49-F238E27FC236}">
                  <a16:creationId xmlns:a16="http://schemas.microsoft.com/office/drawing/2014/main" id="{61494634-B97A-41E3-8A57-9C35687E8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738"/>
              <a:ext cx="60" cy="88"/>
            </a:xfrm>
            <a:custGeom>
              <a:avLst/>
              <a:gdLst>
                <a:gd name="T0" fmla="*/ 62 w 55"/>
                <a:gd name="T1" fmla="*/ 81 h 80"/>
                <a:gd name="T2" fmla="*/ 69 w 55"/>
                <a:gd name="T3" fmla="*/ 101 h 80"/>
                <a:gd name="T4" fmla="*/ 39 w 55"/>
                <a:gd name="T5" fmla="*/ 52 h 80"/>
                <a:gd name="T6" fmla="*/ 0 w 55"/>
                <a:gd name="T7" fmla="*/ 2 h 80"/>
                <a:gd name="T8" fmla="*/ 26 w 55"/>
                <a:gd name="T9" fmla="*/ 24 h 80"/>
                <a:gd name="T10" fmla="*/ 45 w 55"/>
                <a:gd name="T11" fmla="*/ 43 h 80"/>
                <a:gd name="T12" fmla="*/ 67 w 55"/>
                <a:gd name="T13" fmla="*/ 92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80">
                  <a:moveTo>
                    <a:pt x="48" y="61"/>
                  </a:moveTo>
                  <a:cubicBezTo>
                    <a:pt x="52" y="64"/>
                    <a:pt x="55" y="72"/>
                    <a:pt x="53" y="76"/>
                  </a:cubicBezTo>
                  <a:cubicBezTo>
                    <a:pt x="36" y="80"/>
                    <a:pt x="36" y="48"/>
                    <a:pt x="30" y="39"/>
                  </a:cubicBezTo>
                  <a:cubicBezTo>
                    <a:pt x="20" y="25"/>
                    <a:pt x="2" y="22"/>
                    <a:pt x="0" y="2"/>
                  </a:cubicBezTo>
                  <a:cubicBezTo>
                    <a:pt x="8" y="0"/>
                    <a:pt x="15" y="13"/>
                    <a:pt x="20" y="18"/>
                  </a:cubicBezTo>
                  <a:cubicBezTo>
                    <a:pt x="25" y="23"/>
                    <a:pt x="30" y="26"/>
                    <a:pt x="35" y="32"/>
                  </a:cubicBezTo>
                  <a:cubicBezTo>
                    <a:pt x="44" y="42"/>
                    <a:pt x="42" y="59"/>
                    <a:pt x="51" y="69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7" name="Freeform 63">
              <a:extLst>
                <a:ext uri="{FF2B5EF4-FFF2-40B4-BE49-F238E27FC236}">
                  <a16:creationId xmlns:a16="http://schemas.microsoft.com/office/drawing/2014/main" id="{69247773-35FA-439E-9159-801B2F65E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828"/>
              <a:ext cx="45" cy="59"/>
            </a:xfrm>
            <a:custGeom>
              <a:avLst/>
              <a:gdLst>
                <a:gd name="T0" fmla="*/ 23 w 41"/>
                <a:gd name="T1" fmla="*/ 0 h 54"/>
                <a:gd name="T2" fmla="*/ 2 w 41"/>
                <a:gd name="T3" fmla="*/ 28 h 54"/>
                <a:gd name="T4" fmla="*/ 35 w 41"/>
                <a:gd name="T5" fmla="*/ 59 h 54"/>
                <a:gd name="T6" fmla="*/ 52 w 41"/>
                <a:gd name="T7" fmla="*/ 62 h 54"/>
                <a:gd name="T8" fmla="*/ 38 w 41"/>
                <a:gd name="T9" fmla="*/ 39 h 54"/>
                <a:gd name="T10" fmla="*/ 42 w 41"/>
                <a:gd name="T11" fmla="*/ 21 h 54"/>
                <a:gd name="T12" fmla="*/ 26 w 41"/>
                <a:gd name="T13" fmla="*/ 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4">
                  <a:moveTo>
                    <a:pt x="17" y="0"/>
                  </a:moveTo>
                  <a:cubicBezTo>
                    <a:pt x="21" y="10"/>
                    <a:pt x="3" y="13"/>
                    <a:pt x="2" y="22"/>
                  </a:cubicBezTo>
                  <a:cubicBezTo>
                    <a:pt x="0" y="35"/>
                    <a:pt x="18" y="40"/>
                    <a:pt x="26" y="45"/>
                  </a:cubicBezTo>
                  <a:cubicBezTo>
                    <a:pt x="29" y="47"/>
                    <a:pt x="37" y="54"/>
                    <a:pt x="39" y="48"/>
                  </a:cubicBezTo>
                  <a:cubicBezTo>
                    <a:pt x="41" y="43"/>
                    <a:pt x="28" y="37"/>
                    <a:pt x="29" y="30"/>
                  </a:cubicBezTo>
                  <a:cubicBezTo>
                    <a:pt x="30" y="24"/>
                    <a:pt x="34" y="23"/>
                    <a:pt x="32" y="16"/>
                  </a:cubicBezTo>
                  <a:cubicBezTo>
                    <a:pt x="30" y="9"/>
                    <a:pt x="25" y="5"/>
                    <a:pt x="20" y="1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8" name="Freeform 64">
              <a:extLst>
                <a:ext uri="{FF2B5EF4-FFF2-40B4-BE49-F238E27FC236}">
                  <a16:creationId xmlns:a16="http://schemas.microsoft.com/office/drawing/2014/main" id="{3D241C8C-4BF9-4512-BA21-35A28D902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945"/>
              <a:ext cx="33" cy="24"/>
            </a:xfrm>
            <a:custGeom>
              <a:avLst/>
              <a:gdLst>
                <a:gd name="T0" fmla="*/ 1 w 30"/>
                <a:gd name="T1" fmla="*/ 0 h 22"/>
                <a:gd name="T2" fmla="*/ 24 w 30"/>
                <a:gd name="T3" fmla="*/ 4 h 22"/>
                <a:gd name="T4" fmla="*/ 40 w 30"/>
                <a:gd name="T5" fmla="*/ 27 h 22"/>
                <a:gd name="T6" fmla="*/ 21 w 30"/>
                <a:gd name="T7" fmla="*/ 14 h 22"/>
                <a:gd name="T8" fmla="*/ 0 w 30"/>
                <a:gd name="T9" fmla="*/ 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">
                  <a:moveTo>
                    <a:pt x="1" y="0"/>
                  </a:moveTo>
                  <a:cubicBezTo>
                    <a:pt x="7" y="2"/>
                    <a:pt x="12" y="0"/>
                    <a:pt x="18" y="4"/>
                  </a:cubicBezTo>
                  <a:cubicBezTo>
                    <a:pt x="24" y="8"/>
                    <a:pt x="28" y="14"/>
                    <a:pt x="30" y="21"/>
                  </a:cubicBezTo>
                  <a:cubicBezTo>
                    <a:pt x="22" y="22"/>
                    <a:pt x="20" y="16"/>
                    <a:pt x="15" y="11"/>
                  </a:cubicBezTo>
                  <a:cubicBezTo>
                    <a:pt x="11" y="7"/>
                    <a:pt x="5" y="5"/>
                    <a:pt x="0" y="4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9" name="Freeform 65">
              <a:extLst>
                <a:ext uri="{FF2B5EF4-FFF2-40B4-BE49-F238E27FC236}">
                  <a16:creationId xmlns:a16="http://schemas.microsoft.com/office/drawing/2014/main" id="{8308F295-7EDE-4C58-8EF0-81DE2DD48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978"/>
              <a:ext cx="53" cy="36"/>
            </a:xfrm>
            <a:custGeom>
              <a:avLst/>
              <a:gdLst>
                <a:gd name="T0" fmla="*/ 27 w 48"/>
                <a:gd name="T1" fmla="*/ 12 h 33"/>
                <a:gd name="T2" fmla="*/ 3 w 48"/>
                <a:gd name="T3" fmla="*/ 5 h 33"/>
                <a:gd name="T4" fmla="*/ 28 w 48"/>
                <a:gd name="T5" fmla="*/ 23 h 33"/>
                <a:gd name="T6" fmla="*/ 55 w 48"/>
                <a:gd name="T7" fmla="*/ 40 h 33"/>
                <a:gd name="T8" fmla="*/ 36 w 48"/>
                <a:gd name="T9" fmla="*/ 1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3">
                  <a:moveTo>
                    <a:pt x="20" y="9"/>
                  </a:moveTo>
                  <a:cubicBezTo>
                    <a:pt x="18" y="6"/>
                    <a:pt x="6" y="0"/>
                    <a:pt x="3" y="5"/>
                  </a:cubicBezTo>
                  <a:cubicBezTo>
                    <a:pt x="0" y="11"/>
                    <a:pt x="17" y="15"/>
                    <a:pt x="21" y="17"/>
                  </a:cubicBezTo>
                  <a:cubicBezTo>
                    <a:pt x="24" y="19"/>
                    <a:pt x="37" y="33"/>
                    <a:pt x="41" y="31"/>
                  </a:cubicBezTo>
                  <a:cubicBezTo>
                    <a:pt x="48" y="26"/>
                    <a:pt x="30" y="14"/>
                    <a:pt x="27" y="12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0" name="Freeform 66">
              <a:extLst>
                <a:ext uri="{FF2B5EF4-FFF2-40B4-BE49-F238E27FC236}">
                  <a16:creationId xmlns:a16="http://schemas.microsoft.com/office/drawing/2014/main" id="{71993EE3-202E-490B-8860-83A31A16D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543"/>
              <a:ext cx="31" cy="101"/>
            </a:xfrm>
            <a:custGeom>
              <a:avLst/>
              <a:gdLst>
                <a:gd name="T0" fmla="*/ 23 w 28"/>
                <a:gd name="T1" fmla="*/ 2 h 92"/>
                <a:gd name="T2" fmla="*/ 25 w 28"/>
                <a:gd name="T3" fmla="*/ 61 h 92"/>
                <a:gd name="T4" fmla="*/ 8 w 28"/>
                <a:gd name="T5" fmla="*/ 122 h 92"/>
                <a:gd name="T6" fmla="*/ 18 w 28"/>
                <a:gd name="T7" fmla="*/ 56 h 92"/>
                <a:gd name="T8" fmla="*/ 23 w 28"/>
                <a:gd name="T9" fmla="*/ 5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2">
                  <a:moveTo>
                    <a:pt x="17" y="2"/>
                  </a:moveTo>
                  <a:cubicBezTo>
                    <a:pt x="28" y="0"/>
                    <a:pt x="20" y="40"/>
                    <a:pt x="19" y="46"/>
                  </a:cubicBezTo>
                  <a:cubicBezTo>
                    <a:pt x="14" y="61"/>
                    <a:pt x="12" y="79"/>
                    <a:pt x="5" y="92"/>
                  </a:cubicBezTo>
                  <a:cubicBezTo>
                    <a:pt x="0" y="79"/>
                    <a:pt x="11" y="56"/>
                    <a:pt x="13" y="42"/>
                  </a:cubicBezTo>
                  <a:cubicBezTo>
                    <a:pt x="15" y="30"/>
                    <a:pt x="17" y="17"/>
                    <a:pt x="17" y="5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1" name="Freeform 67">
              <a:extLst>
                <a:ext uri="{FF2B5EF4-FFF2-40B4-BE49-F238E27FC236}">
                  <a16:creationId xmlns:a16="http://schemas.microsoft.com/office/drawing/2014/main" id="{5FD84CC7-7D19-4F60-9DB8-FC3A0C2A8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494"/>
              <a:ext cx="9" cy="18"/>
            </a:xfrm>
            <a:custGeom>
              <a:avLst/>
              <a:gdLst>
                <a:gd name="T0" fmla="*/ 3 w 8"/>
                <a:gd name="T1" fmla="*/ 0 h 17"/>
                <a:gd name="T2" fmla="*/ 8 w 8"/>
                <a:gd name="T3" fmla="*/ 20 h 17"/>
                <a:gd name="T4" fmla="*/ 3 w 8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3" y="0"/>
                  </a:moveTo>
                  <a:cubicBezTo>
                    <a:pt x="6" y="4"/>
                    <a:pt x="8" y="13"/>
                    <a:pt x="5" y="17"/>
                  </a:cubicBezTo>
                  <a:cubicBezTo>
                    <a:pt x="0" y="16"/>
                    <a:pt x="2" y="5"/>
                    <a:pt x="3" y="2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2" name="Freeform 68">
              <a:extLst>
                <a:ext uri="{FF2B5EF4-FFF2-40B4-BE49-F238E27FC236}">
                  <a16:creationId xmlns:a16="http://schemas.microsoft.com/office/drawing/2014/main" id="{1FB85576-FFD9-429A-BE97-3A60B04F2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638"/>
              <a:ext cx="42" cy="90"/>
            </a:xfrm>
            <a:custGeom>
              <a:avLst/>
              <a:gdLst>
                <a:gd name="T0" fmla="*/ 0 w 39"/>
                <a:gd name="T1" fmla="*/ 0 h 82"/>
                <a:gd name="T2" fmla="*/ 20 w 39"/>
                <a:gd name="T3" fmla="*/ 58 h 82"/>
                <a:gd name="T4" fmla="*/ 46 w 39"/>
                <a:gd name="T5" fmla="*/ 109 h 82"/>
                <a:gd name="T6" fmla="*/ 28 w 39"/>
                <a:gd name="T7" fmla="*/ 54 h 82"/>
                <a:gd name="T8" fmla="*/ 1 w 39"/>
                <a:gd name="T9" fmla="*/ 3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82">
                  <a:moveTo>
                    <a:pt x="0" y="0"/>
                  </a:moveTo>
                  <a:cubicBezTo>
                    <a:pt x="10" y="14"/>
                    <a:pt x="6" y="31"/>
                    <a:pt x="17" y="44"/>
                  </a:cubicBezTo>
                  <a:cubicBezTo>
                    <a:pt x="27" y="55"/>
                    <a:pt x="27" y="70"/>
                    <a:pt x="37" y="82"/>
                  </a:cubicBezTo>
                  <a:cubicBezTo>
                    <a:pt x="39" y="69"/>
                    <a:pt x="27" y="53"/>
                    <a:pt x="22" y="41"/>
                  </a:cubicBezTo>
                  <a:cubicBezTo>
                    <a:pt x="17" y="28"/>
                    <a:pt x="9" y="14"/>
                    <a:pt x="1" y="3"/>
                  </a:cubicBezTo>
                </a:path>
              </a:pathLst>
            </a:custGeom>
            <a:solidFill>
              <a:srgbClr val="F9E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3" name="Freeform 69">
              <a:extLst>
                <a:ext uri="{FF2B5EF4-FFF2-40B4-BE49-F238E27FC236}">
                  <a16:creationId xmlns:a16="http://schemas.microsoft.com/office/drawing/2014/main" id="{7E4047D0-5EDD-4D77-9F3B-D317D45F1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054"/>
              <a:ext cx="100" cy="34"/>
            </a:xfrm>
            <a:custGeom>
              <a:avLst/>
              <a:gdLst>
                <a:gd name="T0" fmla="*/ 120 w 91"/>
                <a:gd name="T1" fmla="*/ 12 h 31"/>
                <a:gd name="T2" fmla="*/ 63 w 91"/>
                <a:gd name="T3" fmla="*/ 36 h 31"/>
                <a:gd name="T4" fmla="*/ 1 w 91"/>
                <a:gd name="T5" fmla="*/ 27 h 31"/>
                <a:gd name="T6" fmla="*/ 58 w 91"/>
                <a:gd name="T7" fmla="*/ 3 h 31"/>
                <a:gd name="T8" fmla="*/ 120 w 91"/>
                <a:gd name="T9" fmla="*/ 1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31">
                  <a:moveTo>
                    <a:pt x="90" y="9"/>
                  </a:moveTo>
                  <a:cubicBezTo>
                    <a:pt x="91" y="16"/>
                    <a:pt x="72" y="24"/>
                    <a:pt x="47" y="27"/>
                  </a:cubicBezTo>
                  <a:cubicBezTo>
                    <a:pt x="22" y="31"/>
                    <a:pt x="1" y="28"/>
                    <a:pt x="1" y="21"/>
                  </a:cubicBezTo>
                  <a:cubicBezTo>
                    <a:pt x="0" y="14"/>
                    <a:pt x="19" y="6"/>
                    <a:pt x="44" y="3"/>
                  </a:cubicBezTo>
                  <a:cubicBezTo>
                    <a:pt x="68" y="0"/>
                    <a:pt x="89" y="2"/>
                    <a:pt x="90" y="9"/>
                  </a:cubicBezTo>
                  <a:close/>
                </a:path>
              </a:pathLst>
            </a:custGeom>
            <a:solidFill>
              <a:srgbClr val="F39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4" name="Freeform 70">
              <a:extLst>
                <a:ext uri="{FF2B5EF4-FFF2-40B4-BE49-F238E27FC236}">
                  <a16:creationId xmlns:a16="http://schemas.microsoft.com/office/drawing/2014/main" id="{CA88514A-09A3-49ED-9EBE-AE0FE53B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057"/>
              <a:ext cx="100" cy="32"/>
            </a:xfrm>
            <a:custGeom>
              <a:avLst/>
              <a:gdLst>
                <a:gd name="T0" fmla="*/ 1 w 91"/>
                <a:gd name="T1" fmla="*/ 13 h 29"/>
                <a:gd name="T2" fmla="*/ 59 w 91"/>
                <a:gd name="T3" fmla="*/ 36 h 29"/>
                <a:gd name="T4" fmla="*/ 121 w 91"/>
                <a:gd name="T5" fmla="*/ 25 h 29"/>
                <a:gd name="T6" fmla="*/ 63 w 91"/>
                <a:gd name="T7" fmla="*/ 2 h 29"/>
                <a:gd name="T8" fmla="*/ 1 w 91"/>
                <a:gd name="T9" fmla="*/ 1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9">
                  <a:moveTo>
                    <a:pt x="1" y="10"/>
                  </a:moveTo>
                  <a:cubicBezTo>
                    <a:pt x="0" y="17"/>
                    <a:pt x="20" y="24"/>
                    <a:pt x="45" y="27"/>
                  </a:cubicBezTo>
                  <a:cubicBezTo>
                    <a:pt x="69" y="29"/>
                    <a:pt x="90" y="26"/>
                    <a:pt x="91" y="19"/>
                  </a:cubicBezTo>
                  <a:cubicBezTo>
                    <a:pt x="91" y="12"/>
                    <a:pt x="72" y="5"/>
                    <a:pt x="47" y="2"/>
                  </a:cubicBezTo>
                  <a:cubicBezTo>
                    <a:pt x="22" y="0"/>
                    <a:pt x="1" y="3"/>
                    <a:pt x="1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5" name="Freeform 71">
              <a:extLst>
                <a:ext uri="{FF2B5EF4-FFF2-40B4-BE49-F238E27FC236}">
                  <a16:creationId xmlns:a16="http://schemas.microsoft.com/office/drawing/2014/main" id="{4E5A418A-2E10-4F40-9F65-54A0A2F07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052"/>
              <a:ext cx="100" cy="35"/>
            </a:xfrm>
            <a:custGeom>
              <a:avLst/>
              <a:gdLst>
                <a:gd name="T0" fmla="*/ 120 w 91"/>
                <a:gd name="T1" fmla="*/ 14 h 31"/>
                <a:gd name="T2" fmla="*/ 63 w 91"/>
                <a:gd name="T3" fmla="*/ 41 h 31"/>
                <a:gd name="T4" fmla="*/ 1 w 91"/>
                <a:gd name="T5" fmla="*/ 32 h 31"/>
                <a:gd name="T6" fmla="*/ 58 w 91"/>
                <a:gd name="T7" fmla="*/ 3 h 31"/>
                <a:gd name="T8" fmla="*/ 120 w 91"/>
                <a:gd name="T9" fmla="*/ 1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31">
                  <a:moveTo>
                    <a:pt x="90" y="10"/>
                  </a:moveTo>
                  <a:cubicBezTo>
                    <a:pt x="91" y="16"/>
                    <a:pt x="72" y="24"/>
                    <a:pt x="47" y="28"/>
                  </a:cubicBezTo>
                  <a:cubicBezTo>
                    <a:pt x="23" y="31"/>
                    <a:pt x="2" y="28"/>
                    <a:pt x="1" y="22"/>
                  </a:cubicBezTo>
                  <a:cubicBezTo>
                    <a:pt x="0" y="15"/>
                    <a:pt x="19" y="7"/>
                    <a:pt x="44" y="3"/>
                  </a:cubicBezTo>
                  <a:cubicBezTo>
                    <a:pt x="69" y="0"/>
                    <a:pt x="89" y="3"/>
                    <a:pt x="90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6" name="Freeform 72">
              <a:extLst>
                <a:ext uri="{FF2B5EF4-FFF2-40B4-BE49-F238E27FC236}">
                  <a16:creationId xmlns:a16="http://schemas.microsoft.com/office/drawing/2014/main" id="{AA9BF813-BA72-491D-9D80-536F215BD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060"/>
              <a:ext cx="77" cy="21"/>
            </a:xfrm>
            <a:custGeom>
              <a:avLst/>
              <a:gdLst>
                <a:gd name="T0" fmla="*/ 94 w 70"/>
                <a:gd name="T1" fmla="*/ 8 h 19"/>
                <a:gd name="T2" fmla="*/ 48 w 70"/>
                <a:gd name="T3" fmla="*/ 22 h 19"/>
                <a:gd name="T4" fmla="*/ 1 w 70"/>
                <a:gd name="T5" fmla="*/ 19 h 19"/>
                <a:gd name="T6" fmla="*/ 45 w 70"/>
                <a:gd name="T7" fmla="*/ 2 h 19"/>
                <a:gd name="T8" fmla="*/ 94 w 70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9">
                  <a:moveTo>
                    <a:pt x="70" y="5"/>
                  </a:moveTo>
                  <a:cubicBezTo>
                    <a:pt x="70" y="8"/>
                    <a:pt x="55" y="13"/>
                    <a:pt x="36" y="16"/>
                  </a:cubicBezTo>
                  <a:cubicBezTo>
                    <a:pt x="17" y="19"/>
                    <a:pt x="1" y="18"/>
                    <a:pt x="1" y="14"/>
                  </a:cubicBezTo>
                  <a:cubicBezTo>
                    <a:pt x="0" y="10"/>
                    <a:pt x="15" y="5"/>
                    <a:pt x="34" y="2"/>
                  </a:cubicBezTo>
                  <a:cubicBezTo>
                    <a:pt x="53" y="0"/>
                    <a:pt x="69" y="1"/>
                    <a:pt x="70" y="5"/>
                  </a:cubicBezTo>
                  <a:close/>
                </a:path>
              </a:pathLst>
            </a:custGeom>
            <a:solidFill>
              <a:srgbClr val="D04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7" name="Freeform 73">
              <a:extLst>
                <a:ext uri="{FF2B5EF4-FFF2-40B4-BE49-F238E27FC236}">
                  <a16:creationId xmlns:a16="http://schemas.microsoft.com/office/drawing/2014/main" id="{50B0C479-4FA7-4B8C-AB84-D950D693B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063"/>
              <a:ext cx="76" cy="20"/>
            </a:xfrm>
            <a:custGeom>
              <a:avLst/>
              <a:gdLst>
                <a:gd name="T0" fmla="*/ 0 w 69"/>
                <a:gd name="T1" fmla="*/ 9 h 18"/>
                <a:gd name="T2" fmla="*/ 45 w 69"/>
                <a:gd name="T3" fmla="*/ 22 h 18"/>
                <a:gd name="T4" fmla="*/ 93 w 69"/>
                <a:gd name="T5" fmla="*/ 18 h 18"/>
                <a:gd name="T6" fmla="*/ 47 w 69"/>
                <a:gd name="T7" fmla="*/ 2 h 18"/>
                <a:gd name="T8" fmla="*/ 0 w 69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8">
                  <a:moveTo>
                    <a:pt x="0" y="6"/>
                  </a:moveTo>
                  <a:cubicBezTo>
                    <a:pt x="0" y="10"/>
                    <a:pt x="15" y="14"/>
                    <a:pt x="34" y="16"/>
                  </a:cubicBezTo>
                  <a:cubicBezTo>
                    <a:pt x="53" y="18"/>
                    <a:pt x="68" y="16"/>
                    <a:pt x="69" y="13"/>
                  </a:cubicBezTo>
                  <a:cubicBezTo>
                    <a:pt x="69" y="9"/>
                    <a:pt x="54" y="4"/>
                    <a:pt x="35" y="2"/>
                  </a:cubicBezTo>
                  <a:cubicBezTo>
                    <a:pt x="16" y="0"/>
                    <a:pt x="0" y="2"/>
                    <a:pt x="0" y="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8" name="Freeform 74">
              <a:extLst>
                <a:ext uri="{FF2B5EF4-FFF2-40B4-BE49-F238E27FC236}">
                  <a16:creationId xmlns:a16="http://schemas.microsoft.com/office/drawing/2014/main" id="{CE3DA6DE-79D0-48E3-920C-56040A54A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060"/>
              <a:ext cx="77" cy="21"/>
            </a:xfrm>
            <a:custGeom>
              <a:avLst/>
              <a:gdLst>
                <a:gd name="T0" fmla="*/ 94 w 70"/>
                <a:gd name="T1" fmla="*/ 8 h 19"/>
                <a:gd name="T2" fmla="*/ 48 w 70"/>
                <a:gd name="T3" fmla="*/ 22 h 19"/>
                <a:gd name="T4" fmla="*/ 1 w 70"/>
                <a:gd name="T5" fmla="*/ 19 h 19"/>
                <a:gd name="T6" fmla="*/ 45 w 70"/>
                <a:gd name="T7" fmla="*/ 2 h 19"/>
                <a:gd name="T8" fmla="*/ 94 w 70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9">
                  <a:moveTo>
                    <a:pt x="70" y="5"/>
                  </a:moveTo>
                  <a:cubicBezTo>
                    <a:pt x="70" y="8"/>
                    <a:pt x="55" y="13"/>
                    <a:pt x="36" y="16"/>
                  </a:cubicBezTo>
                  <a:cubicBezTo>
                    <a:pt x="17" y="19"/>
                    <a:pt x="1" y="18"/>
                    <a:pt x="1" y="14"/>
                  </a:cubicBezTo>
                  <a:cubicBezTo>
                    <a:pt x="0" y="10"/>
                    <a:pt x="15" y="5"/>
                    <a:pt x="34" y="2"/>
                  </a:cubicBezTo>
                  <a:cubicBezTo>
                    <a:pt x="53" y="0"/>
                    <a:pt x="69" y="1"/>
                    <a:pt x="70" y="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75">
              <a:extLst>
                <a:ext uri="{FF2B5EF4-FFF2-40B4-BE49-F238E27FC236}">
                  <a16:creationId xmlns:a16="http://schemas.microsoft.com/office/drawing/2014/main" id="{DCAE05DA-3C66-43BE-A2C0-1072C8596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450"/>
              <a:ext cx="61" cy="48"/>
            </a:xfrm>
            <a:custGeom>
              <a:avLst/>
              <a:gdLst>
                <a:gd name="T0" fmla="*/ 71 w 55"/>
                <a:gd name="T1" fmla="*/ 4 h 44"/>
                <a:gd name="T2" fmla="*/ 45 w 55"/>
                <a:gd name="T3" fmla="*/ 38 h 44"/>
                <a:gd name="T4" fmla="*/ 3 w 55"/>
                <a:gd name="T5" fmla="*/ 52 h 44"/>
                <a:gd name="T6" fmla="*/ 30 w 55"/>
                <a:gd name="T7" fmla="*/ 19 h 44"/>
                <a:gd name="T8" fmla="*/ 71 w 55"/>
                <a:gd name="T9" fmla="*/ 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4"/>
                  </a:moveTo>
                  <a:cubicBezTo>
                    <a:pt x="55" y="8"/>
                    <a:pt x="46" y="19"/>
                    <a:pt x="33" y="29"/>
                  </a:cubicBezTo>
                  <a:cubicBezTo>
                    <a:pt x="19" y="39"/>
                    <a:pt x="6" y="44"/>
                    <a:pt x="3" y="40"/>
                  </a:cubicBezTo>
                  <a:cubicBezTo>
                    <a:pt x="0" y="37"/>
                    <a:pt x="9" y="25"/>
                    <a:pt x="22" y="15"/>
                  </a:cubicBezTo>
                  <a:cubicBezTo>
                    <a:pt x="36" y="5"/>
                    <a:pt x="49" y="0"/>
                    <a:pt x="52" y="4"/>
                  </a:cubicBezTo>
                  <a:close/>
                </a:path>
              </a:pathLst>
            </a:custGeom>
            <a:solidFill>
              <a:srgbClr val="F39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76">
              <a:extLst>
                <a:ext uri="{FF2B5EF4-FFF2-40B4-BE49-F238E27FC236}">
                  <a16:creationId xmlns:a16="http://schemas.microsoft.com/office/drawing/2014/main" id="{CA2A2A0A-6EBA-444C-BA02-EE43C788F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452"/>
              <a:ext cx="61" cy="47"/>
            </a:xfrm>
            <a:custGeom>
              <a:avLst/>
              <a:gdLst>
                <a:gd name="T0" fmla="*/ 3 w 56"/>
                <a:gd name="T1" fmla="*/ 4 h 43"/>
                <a:gd name="T2" fmla="*/ 29 w 56"/>
                <a:gd name="T3" fmla="*/ 38 h 43"/>
                <a:gd name="T4" fmla="*/ 69 w 56"/>
                <a:gd name="T5" fmla="*/ 51 h 43"/>
                <a:gd name="T6" fmla="*/ 42 w 56"/>
                <a:gd name="T7" fmla="*/ 19 h 43"/>
                <a:gd name="T8" fmla="*/ 3 w 56"/>
                <a:gd name="T9" fmla="*/ 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3">
                  <a:moveTo>
                    <a:pt x="3" y="4"/>
                  </a:moveTo>
                  <a:cubicBezTo>
                    <a:pt x="0" y="8"/>
                    <a:pt x="9" y="20"/>
                    <a:pt x="23" y="29"/>
                  </a:cubicBezTo>
                  <a:cubicBezTo>
                    <a:pt x="37" y="39"/>
                    <a:pt x="50" y="43"/>
                    <a:pt x="53" y="39"/>
                  </a:cubicBezTo>
                  <a:cubicBezTo>
                    <a:pt x="56" y="35"/>
                    <a:pt x="47" y="24"/>
                    <a:pt x="33" y="15"/>
                  </a:cubicBezTo>
                  <a:cubicBezTo>
                    <a:pt x="19" y="5"/>
                    <a:pt x="5" y="0"/>
                    <a:pt x="3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77">
              <a:extLst>
                <a:ext uri="{FF2B5EF4-FFF2-40B4-BE49-F238E27FC236}">
                  <a16:creationId xmlns:a16="http://schemas.microsoft.com/office/drawing/2014/main" id="{E4F14D1E-6519-4FBA-8E91-835DC70F9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450"/>
              <a:ext cx="61" cy="48"/>
            </a:xfrm>
            <a:custGeom>
              <a:avLst/>
              <a:gdLst>
                <a:gd name="T0" fmla="*/ 71 w 55"/>
                <a:gd name="T1" fmla="*/ 4 h 44"/>
                <a:gd name="T2" fmla="*/ 45 w 55"/>
                <a:gd name="T3" fmla="*/ 38 h 44"/>
                <a:gd name="T4" fmla="*/ 3 w 55"/>
                <a:gd name="T5" fmla="*/ 52 h 44"/>
                <a:gd name="T6" fmla="*/ 30 w 55"/>
                <a:gd name="T7" fmla="*/ 19 h 44"/>
                <a:gd name="T8" fmla="*/ 71 w 55"/>
                <a:gd name="T9" fmla="*/ 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4"/>
                  </a:moveTo>
                  <a:cubicBezTo>
                    <a:pt x="55" y="8"/>
                    <a:pt x="46" y="19"/>
                    <a:pt x="33" y="29"/>
                  </a:cubicBezTo>
                  <a:cubicBezTo>
                    <a:pt x="19" y="39"/>
                    <a:pt x="6" y="44"/>
                    <a:pt x="3" y="40"/>
                  </a:cubicBezTo>
                  <a:cubicBezTo>
                    <a:pt x="0" y="37"/>
                    <a:pt x="9" y="25"/>
                    <a:pt x="22" y="15"/>
                  </a:cubicBezTo>
                  <a:cubicBezTo>
                    <a:pt x="36" y="5"/>
                    <a:pt x="49" y="0"/>
                    <a:pt x="52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78">
              <a:extLst>
                <a:ext uri="{FF2B5EF4-FFF2-40B4-BE49-F238E27FC236}">
                  <a16:creationId xmlns:a16="http://schemas.microsoft.com/office/drawing/2014/main" id="{B48062A4-BB88-4C6D-A129-80B664F51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456"/>
              <a:ext cx="45" cy="35"/>
            </a:xfrm>
            <a:custGeom>
              <a:avLst/>
              <a:gdLst>
                <a:gd name="T0" fmla="*/ 52 w 41"/>
                <a:gd name="T1" fmla="*/ 2 h 32"/>
                <a:gd name="T2" fmla="*/ 30 w 41"/>
                <a:gd name="T3" fmla="*/ 26 h 32"/>
                <a:gd name="T4" fmla="*/ 2 w 41"/>
                <a:gd name="T5" fmla="*/ 39 h 32"/>
                <a:gd name="T6" fmla="*/ 24 w 41"/>
                <a:gd name="T7" fmla="*/ 15 h 32"/>
                <a:gd name="T8" fmla="*/ 52 w 41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2">
                  <a:moveTo>
                    <a:pt x="39" y="2"/>
                  </a:moveTo>
                  <a:cubicBezTo>
                    <a:pt x="41" y="4"/>
                    <a:pt x="34" y="12"/>
                    <a:pt x="23" y="20"/>
                  </a:cubicBezTo>
                  <a:cubicBezTo>
                    <a:pt x="13" y="28"/>
                    <a:pt x="3" y="32"/>
                    <a:pt x="2" y="30"/>
                  </a:cubicBezTo>
                  <a:cubicBezTo>
                    <a:pt x="0" y="28"/>
                    <a:pt x="7" y="20"/>
                    <a:pt x="18" y="12"/>
                  </a:cubicBezTo>
                  <a:cubicBezTo>
                    <a:pt x="28" y="4"/>
                    <a:pt x="38" y="0"/>
                    <a:pt x="39" y="2"/>
                  </a:cubicBezTo>
                  <a:close/>
                </a:path>
              </a:pathLst>
            </a:custGeom>
            <a:solidFill>
              <a:srgbClr val="D04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Freeform 79">
              <a:extLst>
                <a:ext uri="{FF2B5EF4-FFF2-40B4-BE49-F238E27FC236}">
                  <a16:creationId xmlns:a16="http://schemas.microsoft.com/office/drawing/2014/main" id="{70C1FEB9-5428-4DA2-B91A-542226069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458"/>
              <a:ext cx="47" cy="36"/>
            </a:xfrm>
            <a:custGeom>
              <a:avLst/>
              <a:gdLst>
                <a:gd name="T0" fmla="*/ 1 w 42"/>
                <a:gd name="T1" fmla="*/ 2 h 32"/>
                <a:gd name="T2" fmla="*/ 25 w 42"/>
                <a:gd name="T3" fmla="*/ 29 h 32"/>
                <a:gd name="T4" fmla="*/ 56 w 42"/>
                <a:gd name="T5" fmla="*/ 42 h 32"/>
                <a:gd name="T6" fmla="*/ 34 w 42"/>
                <a:gd name="T7" fmla="*/ 18 h 32"/>
                <a:gd name="T8" fmla="*/ 1 w 42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2">
                  <a:moveTo>
                    <a:pt x="1" y="2"/>
                  </a:moveTo>
                  <a:cubicBezTo>
                    <a:pt x="0" y="5"/>
                    <a:pt x="7" y="13"/>
                    <a:pt x="18" y="20"/>
                  </a:cubicBezTo>
                  <a:cubicBezTo>
                    <a:pt x="29" y="27"/>
                    <a:pt x="39" y="32"/>
                    <a:pt x="40" y="29"/>
                  </a:cubicBezTo>
                  <a:cubicBezTo>
                    <a:pt x="42" y="27"/>
                    <a:pt x="34" y="19"/>
                    <a:pt x="24" y="12"/>
                  </a:cubicBezTo>
                  <a:cubicBezTo>
                    <a:pt x="13" y="4"/>
                    <a:pt x="3" y="0"/>
                    <a:pt x="1" y="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4" name="Freeform 80">
              <a:extLst>
                <a:ext uri="{FF2B5EF4-FFF2-40B4-BE49-F238E27FC236}">
                  <a16:creationId xmlns:a16="http://schemas.microsoft.com/office/drawing/2014/main" id="{7479BEAE-22CD-4024-8AFE-52278863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456"/>
              <a:ext cx="45" cy="35"/>
            </a:xfrm>
            <a:custGeom>
              <a:avLst/>
              <a:gdLst>
                <a:gd name="T0" fmla="*/ 52 w 41"/>
                <a:gd name="T1" fmla="*/ 2 h 32"/>
                <a:gd name="T2" fmla="*/ 30 w 41"/>
                <a:gd name="T3" fmla="*/ 26 h 32"/>
                <a:gd name="T4" fmla="*/ 2 w 41"/>
                <a:gd name="T5" fmla="*/ 39 h 32"/>
                <a:gd name="T6" fmla="*/ 24 w 41"/>
                <a:gd name="T7" fmla="*/ 15 h 32"/>
                <a:gd name="T8" fmla="*/ 52 w 41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2">
                  <a:moveTo>
                    <a:pt x="39" y="2"/>
                  </a:moveTo>
                  <a:cubicBezTo>
                    <a:pt x="41" y="4"/>
                    <a:pt x="34" y="12"/>
                    <a:pt x="23" y="20"/>
                  </a:cubicBezTo>
                  <a:cubicBezTo>
                    <a:pt x="13" y="28"/>
                    <a:pt x="3" y="32"/>
                    <a:pt x="2" y="30"/>
                  </a:cubicBezTo>
                  <a:cubicBezTo>
                    <a:pt x="0" y="28"/>
                    <a:pt x="7" y="20"/>
                    <a:pt x="18" y="12"/>
                  </a:cubicBezTo>
                  <a:cubicBezTo>
                    <a:pt x="28" y="4"/>
                    <a:pt x="38" y="0"/>
                    <a:pt x="39" y="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5" name="Freeform 81">
              <a:extLst>
                <a:ext uri="{FF2B5EF4-FFF2-40B4-BE49-F238E27FC236}">
                  <a16:creationId xmlns:a16="http://schemas.microsoft.com/office/drawing/2014/main" id="{0357E38E-01F0-48AA-98C0-04B7AABD1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485"/>
              <a:ext cx="37" cy="51"/>
            </a:xfrm>
            <a:custGeom>
              <a:avLst/>
              <a:gdLst>
                <a:gd name="T0" fmla="*/ 0 w 34"/>
                <a:gd name="T1" fmla="*/ 0 h 47"/>
                <a:gd name="T2" fmla="*/ 16 w 34"/>
                <a:gd name="T3" fmla="*/ 37 h 47"/>
                <a:gd name="T4" fmla="*/ 26 w 34"/>
                <a:gd name="T5" fmla="*/ 52 h 47"/>
                <a:gd name="T6" fmla="*/ 44 w 34"/>
                <a:gd name="T7" fmla="*/ 60 h 47"/>
                <a:gd name="T8" fmla="*/ 1 w 34"/>
                <a:gd name="T9" fmla="*/ 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7">
                  <a:moveTo>
                    <a:pt x="0" y="0"/>
                  </a:moveTo>
                  <a:cubicBezTo>
                    <a:pt x="8" y="7"/>
                    <a:pt x="10" y="20"/>
                    <a:pt x="13" y="29"/>
                  </a:cubicBezTo>
                  <a:cubicBezTo>
                    <a:pt x="14" y="34"/>
                    <a:pt x="16" y="38"/>
                    <a:pt x="20" y="41"/>
                  </a:cubicBezTo>
                  <a:cubicBezTo>
                    <a:pt x="24" y="45"/>
                    <a:pt x="29" y="45"/>
                    <a:pt x="34" y="47"/>
                  </a:cubicBezTo>
                  <a:cubicBezTo>
                    <a:pt x="20" y="35"/>
                    <a:pt x="13" y="16"/>
                    <a:pt x="1" y="1"/>
                  </a:cubicBezTo>
                </a:path>
              </a:pathLst>
            </a:custGeom>
            <a:solidFill>
              <a:srgbClr val="E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6" name="Freeform 82">
              <a:extLst>
                <a:ext uri="{FF2B5EF4-FFF2-40B4-BE49-F238E27FC236}">
                  <a16:creationId xmlns:a16="http://schemas.microsoft.com/office/drawing/2014/main" id="{928B2E97-844E-4E76-8E53-3F65ACB71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496"/>
              <a:ext cx="43" cy="80"/>
            </a:xfrm>
            <a:custGeom>
              <a:avLst/>
              <a:gdLst>
                <a:gd name="T0" fmla="*/ 15 w 39"/>
                <a:gd name="T1" fmla="*/ 0 h 73"/>
                <a:gd name="T2" fmla="*/ 1 w 39"/>
                <a:gd name="T3" fmla="*/ 5 h 73"/>
                <a:gd name="T4" fmla="*/ 9 w 39"/>
                <a:gd name="T5" fmla="*/ 20 h 73"/>
                <a:gd name="T6" fmla="*/ 17 w 39"/>
                <a:gd name="T7" fmla="*/ 36 h 73"/>
                <a:gd name="T8" fmla="*/ 36 w 39"/>
                <a:gd name="T9" fmla="*/ 65 h 73"/>
                <a:gd name="T10" fmla="*/ 52 w 39"/>
                <a:gd name="T11" fmla="*/ 96 h 73"/>
                <a:gd name="T12" fmla="*/ 37 w 39"/>
                <a:gd name="T13" fmla="*/ 64 h 73"/>
                <a:gd name="T14" fmla="*/ 24 w 39"/>
                <a:gd name="T15" fmla="*/ 36 h 73"/>
                <a:gd name="T16" fmla="*/ 14 w 39"/>
                <a:gd name="T17" fmla="*/ 3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73">
                  <a:moveTo>
                    <a:pt x="12" y="0"/>
                  </a:moveTo>
                  <a:cubicBezTo>
                    <a:pt x="10" y="2"/>
                    <a:pt x="2" y="3"/>
                    <a:pt x="1" y="5"/>
                  </a:cubicBezTo>
                  <a:cubicBezTo>
                    <a:pt x="0" y="6"/>
                    <a:pt x="5" y="13"/>
                    <a:pt x="6" y="15"/>
                  </a:cubicBezTo>
                  <a:cubicBezTo>
                    <a:pt x="8" y="19"/>
                    <a:pt x="11" y="23"/>
                    <a:pt x="13" y="27"/>
                  </a:cubicBezTo>
                  <a:cubicBezTo>
                    <a:pt x="18" y="35"/>
                    <a:pt x="23" y="42"/>
                    <a:pt x="27" y="49"/>
                  </a:cubicBezTo>
                  <a:cubicBezTo>
                    <a:pt x="31" y="56"/>
                    <a:pt x="37" y="65"/>
                    <a:pt x="39" y="73"/>
                  </a:cubicBezTo>
                  <a:cubicBezTo>
                    <a:pt x="34" y="65"/>
                    <a:pt x="32" y="56"/>
                    <a:pt x="28" y="48"/>
                  </a:cubicBezTo>
                  <a:cubicBezTo>
                    <a:pt x="25" y="41"/>
                    <a:pt x="21" y="34"/>
                    <a:pt x="18" y="27"/>
                  </a:cubicBezTo>
                  <a:cubicBezTo>
                    <a:pt x="15" y="20"/>
                    <a:pt x="12" y="11"/>
                    <a:pt x="11" y="3"/>
                  </a:cubicBezTo>
                </a:path>
              </a:pathLst>
            </a:custGeom>
            <a:solidFill>
              <a:srgbClr val="E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7" name="Freeform 83">
              <a:extLst>
                <a:ext uri="{FF2B5EF4-FFF2-40B4-BE49-F238E27FC236}">
                  <a16:creationId xmlns:a16="http://schemas.microsoft.com/office/drawing/2014/main" id="{E5B8FB04-CFC1-4940-98D6-62EE65B6E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963"/>
              <a:ext cx="172" cy="136"/>
            </a:xfrm>
            <a:custGeom>
              <a:avLst/>
              <a:gdLst>
                <a:gd name="T0" fmla="*/ 0 w 157"/>
                <a:gd name="T1" fmla="*/ 9 h 123"/>
                <a:gd name="T2" fmla="*/ 67 w 157"/>
                <a:gd name="T3" fmla="*/ 17 h 123"/>
                <a:gd name="T4" fmla="*/ 158 w 157"/>
                <a:gd name="T5" fmla="*/ 63 h 123"/>
                <a:gd name="T6" fmla="*/ 206 w 157"/>
                <a:gd name="T7" fmla="*/ 166 h 123"/>
                <a:gd name="T8" fmla="*/ 154 w 157"/>
                <a:gd name="T9" fmla="*/ 39 h 123"/>
                <a:gd name="T10" fmla="*/ 64 w 157"/>
                <a:gd name="T11" fmla="*/ 4 h 123"/>
                <a:gd name="T12" fmla="*/ 0 w 157"/>
                <a:gd name="T13" fmla="*/ 9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23">
                  <a:moveTo>
                    <a:pt x="0" y="6"/>
                  </a:moveTo>
                  <a:cubicBezTo>
                    <a:pt x="0" y="6"/>
                    <a:pt x="27" y="6"/>
                    <a:pt x="51" y="13"/>
                  </a:cubicBezTo>
                  <a:cubicBezTo>
                    <a:pt x="75" y="20"/>
                    <a:pt x="110" y="31"/>
                    <a:pt x="120" y="47"/>
                  </a:cubicBezTo>
                  <a:cubicBezTo>
                    <a:pt x="130" y="62"/>
                    <a:pt x="157" y="123"/>
                    <a:pt x="157" y="123"/>
                  </a:cubicBezTo>
                  <a:cubicBezTo>
                    <a:pt x="157" y="123"/>
                    <a:pt x="150" y="45"/>
                    <a:pt x="118" y="29"/>
                  </a:cubicBezTo>
                  <a:cubicBezTo>
                    <a:pt x="87" y="14"/>
                    <a:pt x="60" y="3"/>
                    <a:pt x="48" y="4"/>
                  </a:cubicBezTo>
                  <a:cubicBezTo>
                    <a:pt x="36" y="5"/>
                    <a:pt x="23" y="0"/>
                    <a:pt x="0" y="6"/>
                  </a:cubicBezTo>
                  <a:close/>
                </a:path>
              </a:pathLst>
            </a:custGeom>
            <a:solidFill>
              <a:srgbClr val="E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8" name="Freeform 84">
              <a:extLst>
                <a:ext uri="{FF2B5EF4-FFF2-40B4-BE49-F238E27FC236}">
                  <a16:creationId xmlns:a16="http://schemas.microsoft.com/office/drawing/2014/main" id="{24110CB2-FF74-4B68-A7A6-9D78620DE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418"/>
              <a:ext cx="39" cy="116"/>
            </a:xfrm>
            <a:custGeom>
              <a:avLst/>
              <a:gdLst>
                <a:gd name="T0" fmla="*/ 47 w 35"/>
                <a:gd name="T1" fmla="*/ 0 h 106"/>
                <a:gd name="T2" fmla="*/ 46 w 35"/>
                <a:gd name="T3" fmla="*/ 34 h 106"/>
                <a:gd name="T4" fmla="*/ 31 w 35"/>
                <a:gd name="T5" fmla="*/ 63 h 106"/>
                <a:gd name="T6" fmla="*/ 0 w 35"/>
                <a:gd name="T7" fmla="*/ 139 h 106"/>
                <a:gd name="T8" fmla="*/ 16 w 35"/>
                <a:gd name="T9" fmla="*/ 86 h 106"/>
                <a:gd name="T10" fmla="*/ 31 w 35"/>
                <a:gd name="T11" fmla="*/ 47 h 106"/>
                <a:gd name="T12" fmla="*/ 46 w 35"/>
                <a:gd name="T13" fmla="*/ 1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06">
                  <a:moveTo>
                    <a:pt x="34" y="0"/>
                  </a:moveTo>
                  <a:cubicBezTo>
                    <a:pt x="34" y="8"/>
                    <a:pt x="35" y="18"/>
                    <a:pt x="33" y="26"/>
                  </a:cubicBezTo>
                  <a:cubicBezTo>
                    <a:pt x="31" y="34"/>
                    <a:pt x="26" y="41"/>
                    <a:pt x="22" y="48"/>
                  </a:cubicBezTo>
                  <a:cubicBezTo>
                    <a:pt x="14" y="67"/>
                    <a:pt x="8" y="87"/>
                    <a:pt x="0" y="106"/>
                  </a:cubicBezTo>
                  <a:cubicBezTo>
                    <a:pt x="2" y="93"/>
                    <a:pt x="8" y="79"/>
                    <a:pt x="12" y="66"/>
                  </a:cubicBezTo>
                  <a:cubicBezTo>
                    <a:pt x="15" y="56"/>
                    <a:pt x="17" y="46"/>
                    <a:pt x="22" y="36"/>
                  </a:cubicBezTo>
                  <a:cubicBezTo>
                    <a:pt x="26" y="26"/>
                    <a:pt x="33" y="13"/>
                    <a:pt x="33" y="1"/>
                  </a:cubicBezTo>
                </a:path>
              </a:pathLst>
            </a:custGeom>
            <a:solidFill>
              <a:srgbClr val="E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9" name="Freeform 85">
              <a:extLst>
                <a:ext uri="{FF2B5EF4-FFF2-40B4-BE49-F238E27FC236}">
                  <a16:creationId xmlns:a16="http://schemas.microsoft.com/office/drawing/2014/main" id="{2233685A-CA94-45DB-9FF6-00C573123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484"/>
              <a:ext cx="47" cy="169"/>
            </a:xfrm>
            <a:custGeom>
              <a:avLst/>
              <a:gdLst>
                <a:gd name="T0" fmla="*/ 59 w 42"/>
                <a:gd name="T1" fmla="*/ 25 h 154"/>
                <a:gd name="T2" fmla="*/ 50 w 42"/>
                <a:gd name="T3" fmla="*/ 41 h 154"/>
                <a:gd name="T4" fmla="*/ 38 w 42"/>
                <a:gd name="T5" fmla="*/ 66 h 154"/>
                <a:gd name="T6" fmla="*/ 20 w 42"/>
                <a:gd name="T7" fmla="*/ 110 h 154"/>
                <a:gd name="T8" fmla="*/ 2 w 42"/>
                <a:gd name="T9" fmla="*/ 203 h 154"/>
                <a:gd name="T10" fmla="*/ 22 w 42"/>
                <a:gd name="T11" fmla="*/ 54 h 154"/>
                <a:gd name="T12" fmla="*/ 35 w 42"/>
                <a:gd name="T13" fmla="*/ 16 h 154"/>
                <a:gd name="T14" fmla="*/ 21 w 42"/>
                <a:gd name="T15" fmla="*/ 0 h 154"/>
                <a:gd name="T16" fmla="*/ 57 w 42"/>
                <a:gd name="T17" fmla="*/ 23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54">
                  <a:moveTo>
                    <a:pt x="42" y="19"/>
                  </a:moveTo>
                  <a:cubicBezTo>
                    <a:pt x="42" y="23"/>
                    <a:pt x="37" y="27"/>
                    <a:pt x="36" y="31"/>
                  </a:cubicBezTo>
                  <a:cubicBezTo>
                    <a:pt x="32" y="37"/>
                    <a:pt x="30" y="44"/>
                    <a:pt x="27" y="50"/>
                  </a:cubicBezTo>
                  <a:cubicBezTo>
                    <a:pt x="22" y="61"/>
                    <a:pt x="18" y="72"/>
                    <a:pt x="14" y="83"/>
                  </a:cubicBezTo>
                  <a:cubicBezTo>
                    <a:pt x="6" y="106"/>
                    <a:pt x="7" y="131"/>
                    <a:pt x="2" y="154"/>
                  </a:cubicBezTo>
                  <a:cubicBezTo>
                    <a:pt x="0" y="118"/>
                    <a:pt x="3" y="75"/>
                    <a:pt x="16" y="41"/>
                  </a:cubicBezTo>
                  <a:cubicBezTo>
                    <a:pt x="19" y="34"/>
                    <a:pt x="26" y="20"/>
                    <a:pt x="25" y="13"/>
                  </a:cubicBezTo>
                  <a:cubicBezTo>
                    <a:pt x="24" y="8"/>
                    <a:pt x="18" y="5"/>
                    <a:pt x="15" y="0"/>
                  </a:cubicBezTo>
                  <a:cubicBezTo>
                    <a:pt x="24" y="4"/>
                    <a:pt x="32" y="13"/>
                    <a:pt x="41" y="17"/>
                  </a:cubicBezTo>
                </a:path>
              </a:pathLst>
            </a:custGeom>
            <a:solidFill>
              <a:srgbClr val="E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0" name="Oval 86">
              <a:extLst>
                <a:ext uri="{FF2B5EF4-FFF2-40B4-BE49-F238E27FC236}">
                  <a16:creationId xmlns:a16="http://schemas.microsoft.com/office/drawing/2014/main" id="{0EA6FC40-7C22-4F94-95DB-F4E9DE507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3" y="2078"/>
              <a:ext cx="19" cy="19"/>
            </a:xfrm>
            <a:prstGeom prst="ellipse">
              <a:avLst/>
            </a:prstGeom>
            <a:solidFill>
              <a:srgbClr val="F8D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71" name="Oval 87">
              <a:extLst>
                <a:ext uri="{FF2B5EF4-FFF2-40B4-BE49-F238E27FC236}">
                  <a16:creationId xmlns:a16="http://schemas.microsoft.com/office/drawing/2014/main" id="{F1D7F9DD-BFFB-410A-A0E8-364B731FC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2" y="2082"/>
              <a:ext cx="9" cy="10"/>
            </a:xfrm>
            <a:prstGeom prst="ellipse">
              <a:avLst/>
            </a:prstGeom>
            <a:solidFill>
              <a:srgbClr val="F8D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72" name="Oval 88">
              <a:extLst>
                <a:ext uri="{FF2B5EF4-FFF2-40B4-BE49-F238E27FC236}">
                  <a16:creationId xmlns:a16="http://schemas.microsoft.com/office/drawing/2014/main" id="{75746C27-13A8-40D1-8695-311C77F19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5" y="2089"/>
              <a:ext cx="9" cy="8"/>
            </a:xfrm>
            <a:prstGeom prst="ellipse">
              <a:avLst/>
            </a:prstGeom>
            <a:solidFill>
              <a:srgbClr val="F8D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73" name="Oval 89">
              <a:extLst>
                <a:ext uri="{FF2B5EF4-FFF2-40B4-BE49-F238E27FC236}">
                  <a16:creationId xmlns:a16="http://schemas.microsoft.com/office/drawing/2014/main" id="{C7B8A28A-8463-48E5-9675-B0E903B03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2047"/>
              <a:ext cx="15" cy="15"/>
            </a:xfrm>
            <a:prstGeom prst="ellipse">
              <a:avLst/>
            </a:prstGeom>
            <a:solidFill>
              <a:srgbClr val="F8D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74" name="Oval 90">
              <a:extLst>
                <a:ext uri="{FF2B5EF4-FFF2-40B4-BE49-F238E27FC236}">
                  <a16:creationId xmlns:a16="http://schemas.microsoft.com/office/drawing/2014/main" id="{7B19A5CA-1B22-466E-AEA4-9169CD0C7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8" y="2047"/>
              <a:ext cx="9" cy="9"/>
            </a:xfrm>
            <a:prstGeom prst="ellipse">
              <a:avLst/>
            </a:prstGeom>
            <a:solidFill>
              <a:srgbClr val="F8D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75" name="Freeform 91">
              <a:extLst>
                <a:ext uri="{FF2B5EF4-FFF2-40B4-BE49-F238E27FC236}">
                  <a16:creationId xmlns:a16="http://schemas.microsoft.com/office/drawing/2014/main" id="{CAE93820-428C-4547-973D-7901A1FE1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316"/>
              <a:ext cx="340" cy="143"/>
            </a:xfrm>
            <a:custGeom>
              <a:avLst/>
              <a:gdLst>
                <a:gd name="T0" fmla="*/ 412 w 309"/>
                <a:gd name="T1" fmla="*/ 118 h 130"/>
                <a:gd name="T2" fmla="*/ 0 w 309"/>
                <a:gd name="T3" fmla="*/ 1 h 130"/>
                <a:gd name="T4" fmla="*/ 0 w 309"/>
                <a:gd name="T5" fmla="*/ 56 h 130"/>
                <a:gd name="T6" fmla="*/ 412 w 309"/>
                <a:gd name="T7" fmla="*/ 173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9" h="130">
                  <a:moveTo>
                    <a:pt x="309" y="88"/>
                  </a:moveTo>
                  <a:cubicBezTo>
                    <a:pt x="151" y="0"/>
                    <a:pt x="0" y="1"/>
                    <a:pt x="0" y="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151" y="41"/>
                    <a:pt x="309" y="130"/>
                  </a:cubicBezTo>
                </a:path>
              </a:pathLst>
            </a:custGeom>
            <a:solidFill>
              <a:srgbClr val="C1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92">
              <a:extLst>
                <a:ext uri="{FF2B5EF4-FFF2-40B4-BE49-F238E27FC236}">
                  <a16:creationId xmlns:a16="http://schemas.microsoft.com/office/drawing/2014/main" id="{68312F2C-E1C8-4E6B-A9B8-72C71EA44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329"/>
              <a:ext cx="340" cy="116"/>
            </a:xfrm>
            <a:custGeom>
              <a:avLst/>
              <a:gdLst>
                <a:gd name="T0" fmla="*/ 0 w 309"/>
                <a:gd name="T1" fmla="*/ 1 h 106"/>
                <a:gd name="T2" fmla="*/ 0 w 309"/>
                <a:gd name="T3" fmla="*/ 24 h 106"/>
                <a:gd name="T4" fmla="*/ 412 w 309"/>
                <a:gd name="T5" fmla="*/ 139 h 106"/>
                <a:gd name="T6" fmla="*/ 412 w 309"/>
                <a:gd name="T7" fmla="*/ 115 h 106"/>
                <a:gd name="T8" fmla="*/ 0 w 309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9" h="106">
                  <a:moveTo>
                    <a:pt x="0" y="1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51" y="17"/>
                    <a:pt x="309" y="106"/>
                  </a:cubicBezTo>
                  <a:cubicBezTo>
                    <a:pt x="309" y="88"/>
                    <a:pt x="309" y="88"/>
                    <a:pt x="309" y="88"/>
                  </a:cubicBezTo>
                  <a:cubicBezTo>
                    <a:pt x="15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DD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93">
              <a:extLst>
                <a:ext uri="{FF2B5EF4-FFF2-40B4-BE49-F238E27FC236}">
                  <a16:creationId xmlns:a16="http://schemas.microsoft.com/office/drawing/2014/main" id="{BAC38AC4-65DB-435E-9B7D-B2A63C801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315"/>
              <a:ext cx="340" cy="143"/>
            </a:xfrm>
            <a:custGeom>
              <a:avLst/>
              <a:gdLst>
                <a:gd name="T0" fmla="*/ 412 w 309"/>
                <a:gd name="T1" fmla="*/ 118 h 130"/>
                <a:gd name="T2" fmla="*/ 0 w 309"/>
                <a:gd name="T3" fmla="*/ 1 h 130"/>
                <a:gd name="T4" fmla="*/ 0 w 309"/>
                <a:gd name="T5" fmla="*/ 56 h 130"/>
                <a:gd name="T6" fmla="*/ 412 w 309"/>
                <a:gd name="T7" fmla="*/ 173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9" h="130">
                  <a:moveTo>
                    <a:pt x="309" y="88"/>
                  </a:moveTo>
                  <a:cubicBezTo>
                    <a:pt x="151" y="0"/>
                    <a:pt x="0" y="1"/>
                    <a:pt x="0" y="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151" y="41"/>
                    <a:pt x="309" y="13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Oval 94">
              <a:extLst>
                <a:ext uri="{FF2B5EF4-FFF2-40B4-BE49-F238E27FC236}">
                  <a16:creationId xmlns:a16="http://schemas.microsoft.com/office/drawing/2014/main" id="{CE845DD0-7A42-4F5E-A623-4B5332680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308"/>
              <a:ext cx="44" cy="63"/>
            </a:xfrm>
            <a:prstGeom prst="ellipse">
              <a:avLst/>
            </a:prstGeom>
            <a:solidFill>
              <a:srgbClr val="C1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79" name="Freeform 95">
              <a:extLst>
                <a:ext uri="{FF2B5EF4-FFF2-40B4-BE49-F238E27FC236}">
                  <a16:creationId xmlns:a16="http://schemas.microsoft.com/office/drawing/2014/main" id="{C823DC7D-C273-496D-8843-343BD2100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1308"/>
              <a:ext cx="44" cy="38"/>
            </a:xfrm>
            <a:custGeom>
              <a:avLst/>
              <a:gdLst>
                <a:gd name="T0" fmla="*/ 25 w 40"/>
                <a:gd name="T1" fmla="*/ 29 h 35"/>
                <a:gd name="T2" fmla="*/ 52 w 40"/>
                <a:gd name="T3" fmla="*/ 45 h 35"/>
                <a:gd name="T4" fmla="*/ 53 w 40"/>
                <a:gd name="T5" fmla="*/ 37 h 35"/>
                <a:gd name="T6" fmla="*/ 26 w 40"/>
                <a:gd name="T7" fmla="*/ 0 h 35"/>
                <a:gd name="T8" fmla="*/ 0 w 40"/>
                <a:gd name="T9" fmla="*/ 37 h 35"/>
                <a:gd name="T10" fmla="*/ 0 w 40"/>
                <a:gd name="T11" fmla="*/ 45 h 35"/>
                <a:gd name="T12" fmla="*/ 25 w 40"/>
                <a:gd name="T13" fmla="*/ 29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5">
                  <a:moveTo>
                    <a:pt x="19" y="23"/>
                  </a:moveTo>
                  <a:cubicBezTo>
                    <a:pt x="27" y="16"/>
                    <a:pt x="37" y="22"/>
                    <a:pt x="39" y="35"/>
                  </a:cubicBezTo>
                  <a:cubicBezTo>
                    <a:pt x="40" y="33"/>
                    <a:pt x="40" y="31"/>
                    <a:pt x="40" y="29"/>
                  </a:cubicBezTo>
                  <a:cubicBezTo>
                    <a:pt x="40" y="13"/>
                    <a:pt x="31" y="0"/>
                    <a:pt x="20" y="0"/>
                  </a:cubicBezTo>
                  <a:cubicBezTo>
                    <a:pt x="9" y="0"/>
                    <a:pt x="0" y="13"/>
                    <a:pt x="0" y="29"/>
                  </a:cubicBezTo>
                  <a:cubicBezTo>
                    <a:pt x="0" y="31"/>
                    <a:pt x="0" y="33"/>
                    <a:pt x="0" y="35"/>
                  </a:cubicBezTo>
                  <a:cubicBezTo>
                    <a:pt x="2" y="22"/>
                    <a:pt x="11" y="29"/>
                    <a:pt x="19" y="23"/>
                  </a:cubicBezTo>
                  <a:close/>
                </a:path>
              </a:pathLst>
            </a:custGeom>
            <a:solidFill>
              <a:srgbClr val="DDD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0" name="Oval 96">
              <a:extLst>
                <a:ext uri="{FF2B5EF4-FFF2-40B4-BE49-F238E27FC236}">
                  <a16:creationId xmlns:a16="http://schemas.microsoft.com/office/drawing/2014/main" id="{77901045-F6EC-4E17-B516-7A1473C1F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1308"/>
              <a:ext cx="44" cy="63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81" name="Freeform 97">
              <a:extLst>
                <a:ext uri="{FF2B5EF4-FFF2-40B4-BE49-F238E27FC236}">
                  <a16:creationId xmlns:a16="http://schemas.microsoft.com/office/drawing/2014/main" id="{6FFD2898-247C-4DB2-A7D5-3D65C675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225"/>
              <a:ext cx="1738" cy="231"/>
            </a:xfrm>
            <a:custGeom>
              <a:avLst/>
              <a:gdLst>
                <a:gd name="T0" fmla="*/ 0 w 1581"/>
                <a:gd name="T1" fmla="*/ 141 h 210"/>
                <a:gd name="T2" fmla="*/ 35 w 1581"/>
                <a:gd name="T3" fmla="*/ 189 h 210"/>
                <a:gd name="T4" fmla="*/ 188 w 1581"/>
                <a:gd name="T5" fmla="*/ 221 h 210"/>
                <a:gd name="T6" fmla="*/ 353 w 1581"/>
                <a:gd name="T7" fmla="*/ 216 h 210"/>
                <a:gd name="T8" fmla="*/ 885 w 1581"/>
                <a:gd name="T9" fmla="*/ 250 h 210"/>
                <a:gd name="T10" fmla="*/ 1970 w 1581"/>
                <a:gd name="T11" fmla="*/ 228 h 210"/>
                <a:gd name="T12" fmla="*/ 2055 w 1581"/>
                <a:gd name="T13" fmla="*/ 194 h 210"/>
                <a:gd name="T14" fmla="*/ 2101 w 1581"/>
                <a:gd name="T15" fmla="*/ 142 h 210"/>
                <a:gd name="T16" fmla="*/ 2101 w 1581"/>
                <a:gd name="T17" fmla="*/ 138 h 210"/>
                <a:gd name="T18" fmla="*/ 2055 w 1581"/>
                <a:gd name="T19" fmla="*/ 87 h 210"/>
                <a:gd name="T20" fmla="*/ 1970 w 1581"/>
                <a:gd name="T21" fmla="*/ 52 h 210"/>
                <a:gd name="T22" fmla="*/ 885 w 1581"/>
                <a:gd name="T23" fmla="*/ 31 h 210"/>
                <a:gd name="T24" fmla="*/ 353 w 1581"/>
                <a:gd name="T25" fmla="*/ 64 h 210"/>
                <a:gd name="T26" fmla="*/ 188 w 1581"/>
                <a:gd name="T27" fmla="*/ 58 h 210"/>
                <a:gd name="T28" fmla="*/ 35 w 1581"/>
                <a:gd name="T29" fmla="*/ 92 h 210"/>
                <a:gd name="T30" fmla="*/ 0 w 1581"/>
                <a:gd name="T31" fmla="*/ 141 h 2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81" h="210">
                  <a:moveTo>
                    <a:pt x="0" y="105"/>
                  </a:moveTo>
                  <a:cubicBezTo>
                    <a:pt x="0" y="115"/>
                    <a:pt x="2" y="131"/>
                    <a:pt x="26" y="142"/>
                  </a:cubicBezTo>
                  <a:cubicBezTo>
                    <a:pt x="50" y="152"/>
                    <a:pt x="125" y="170"/>
                    <a:pt x="142" y="166"/>
                  </a:cubicBezTo>
                  <a:cubicBezTo>
                    <a:pt x="159" y="162"/>
                    <a:pt x="202" y="159"/>
                    <a:pt x="266" y="162"/>
                  </a:cubicBezTo>
                  <a:cubicBezTo>
                    <a:pt x="331" y="166"/>
                    <a:pt x="604" y="164"/>
                    <a:pt x="666" y="187"/>
                  </a:cubicBezTo>
                  <a:cubicBezTo>
                    <a:pt x="686" y="194"/>
                    <a:pt x="1140" y="210"/>
                    <a:pt x="1483" y="171"/>
                  </a:cubicBezTo>
                  <a:cubicBezTo>
                    <a:pt x="1509" y="168"/>
                    <a:pt x="1546" y="165"/>
                    <a:pt x="1546" y="145"/>
                  </a:cubicBezTo>
                  <a:cubicBezTo>
                    <a:pt x="1546" y="145"/>
                    <a:pt x="1581" y="147"/>
                    <a:pt x="1581" y="106"/>
                  </a:cubicBezTo>
                  <a:cubicBezTo>
                    <a:pt x="1581" y="104"/>
                    <a:pt x="1581" y="104"/>
                    <a:pt x="1581" y="104"/>
                  </a:cubicBezTo>
                  <a:cubicBezTo>
                    <a:pt x="1581" y="64"/>
                    <a:pt x="1546" y="65"/>
                    <a:pt x="1546" y="65"/>
                  </a:cubicBezTo>
                  <a:cubicBezTo>
                    <a:pt x="1546" y="45"/>
                    <a:pt x="1509" y="42"/>
                    <a:pt x="1483" y="39"/>
                  </a:cubicBezTo>
                  <a:cubicBezTo>
                    <a:pt x="1140" y="0"/>
                    <a:pt x="686" y="16"/>
                    <a:pt x="666" y="23"/>
                  </a:cubicBezTo>
                  <a:cubicBezTo>
                    <a:pt x="604" y="46"/>
                    <a:pt x="331" y="44"/>
                    <a:pt x="266" y="48"/>
                  </a:cubicBezTo>
                  <a:cubicBezTo>
                    <a:pt x="202" y="52"/>
                    <a:pt x="159" y="48"/>
                    <a:pt x="142" y="44"/>
                  </a:cubicBezTo>
                  <a:cubicBezTo>
                    <a:pt x="125" y="40"/>
                    <a:pt x="50" y="58"/>
                    <a:pt x="26" y="69"/>
                  </a:cubicBezTo>
                  <a:cubicBezTo>
                    <a:pt x="2" y="79"/>
                    <a:pt x="0" y="95"/>
                    <a:pt x="0" y="105"/>
                  </a:cubicBezTo>
                  <a:close/>
                </a:path>
              </a:pathLst>
            </a:custGeom>
            <a:solidFill>
              <a:srgbClr val="C1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2" name="Freeform 98">
              <a:extLst>
                <a:ext uri="{FF2B5EF4-FFF2-40B4-BE49-F238E27FC236}">
                  <a16:creationId xmlns:a16="http://schemas.microsoft.com/office/drawing/2014/main" id="{079E98B9-4E40-4473-A8EC-8D1DA8F79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225"/>
              <a:ext cx="1738" cy="117"/>
            </a:xfrm>
            <a:custGeom>
              <a:avLst/>
              <a:gdLst>
                <a:gd name="T0" fmla="*/ 2055 w 1581"/>
                <a:gd name="T1" fmla="*/ 87 h 106"/>
                <a:gd name="T2" fmla="*/ 1970 w 1581"/>
                <a:gd name="T3" fmla="*/ 52 h 106"/>
                <a:gd name="T4" fmla="*/ 885 w 1581"/>
                <a:gd name="T5" fmla="*/ 31 h 106"/>
                <a:gd name="T6" fmla="*/ 353 w 1581"/>
                <a:gd name="T7" fmla="*/ 65 h 106"/>
                <a:gd name="T8" fmla="*/ 188 w 1581"/>
                <a:gd name="T9" fmla="*/ 60 h 106"/>
                <a:gd name="T10" fmla="*/ 35 w 1581"/>
                <a:gd name="T11" fmla="*/ 93 h 106"/>
                <a:gd name="T12" fmla="*/ 0 w 1581"/>
                <a:gd name="T13" fmla="*/ 141 h 106"/>
                <a:gd name="T14" fmla="*/ 37 w 1581"/>
                <a:gd name="T15" fmla="*/ 117 h 106"/>
                <a:gd name="T16" fmla="*/ 188 w 1581"/>
                <a:gd name="T17" fmla="*/ 96 h 106"/>
                <a:gd name="T18" fmla="*/ 353 w 1581"/>
                <a:gd name="T19" fmla="*/ 103 h 106"/>
                <a:gd name="T20" fmla="*/ 885 w 1581"/>
                <a:gd name="T21" fmla="*/ 68 h 106"/>
                <a:gd name="T22" fmla="*/ 1970 w 1581"/>
                <a:gd name="T23" fmla="*/ 91 h 106"/>
                <a:gd name="T24" fmla="*/ 2055 w 1581"/>
                <a:gd name="T25" fmla="*/ 126 h 106"/>
                <a:gd name="T26" fmla="*/ 2101 w 1581"/>
                <a:gd name="T27" fmla="*/ 142 h 106"/>
                <a:gd name="T28" fmla="*/ 2101 w 1581"/>
                <a:gd name="T29" fmla="*/ 140 h 106"/>
                <a:gd name="T30" fmla="*/ 2055 w 1581"/>
                <a:gd name="T31" fmla="*/ 87 h 10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81" h="106">
                  <a:moveTo>
                    <a:pt x="1546" y="65"/>
                  </a:moveTo>
                  <a:cubicBezTo>
                    <a:pt x="1546" y="45"/>
                    <a:pt x="1509" y="42"/>
                    <a:pt x="1483" y="39"/>
                  </a:cubicBezTo>
                  <a:cubicBezTo>
                    <a:pt x="1140" y="0"/>
                    <a:pt x="686" y="16"/>
                    <a:pt x="666" y="23"/>
                  </a:cubicBezTo>
                  <a:cubicBezTo>
                    <a:pt x="604" y="46"/>
                    <a:pt x="331" y="44"/>
                    <a:pt x="266" y="48"/>
                  </a:cubicBezTo>
                  <a:cubicBezTo>
                    <a:pt x="202" y="52"/>
                    <a:pt x="159" y="48"/>
                    <a:pt x="142" y="44"/>
                  </a:cubicBezTo>
                  <a:cubicBezTo>
                    <a:pt x="125" y="40"/>
                    <a:pt x="50" y="58"/>
                    <a:pt x="26" y="69"/>
                  </a:cubicBezTo>
                  <a:cubicBezTo>
                    <a:pt x="2" y="79"/>
                    <a:pt x="0" y="95"/>
                    <a:pt x="0" y="105"/>
                  </a:cubicBezTo>
                  <a:cubicBezTo>
                    <a:pt x="6" y="97"/>
                    <a:pt x="13" y="94"/>
                    <a:pt x="28" y="87"/>
                  </a:cubicBezTo>
                  <a:cubicBezTo>
                    <a:pt x="52" y="76"/>
                    <a:pt x="125" y="68"/>
                    <a:pt x="142" y="72"/>
                  </a:cubicBezTo>
                  <a:cubicBezTo>
                    <a:pt x="159" y="76"/>
                    <a:pt x="202" y="79"/>
                    <a:pt x="266" y="76"/>
                  </a:cubicBezTo>
                  <a:cubicBezTo>
                    <a:pt x="331" y="72"/>
                    <a:pt x="605" y="76"/>
                    <a:pt x="666" y="51"/>
                  </a:cubicBezTo>
                  <a:cubicBezTo>
                    <a:pt x="697" y="38"/>
                    <a:pt x="1140" y="28"/>
                    <a:pt x="1483" y="67"/>
                  </a:cubicBezTo>
                  <a:cubicBezTo>
                    <a:pt x="1509" y="70"/>
                    <a:pt x="1546" y="73"/>
                    <a:pt x="1546" y="93"/>
                  </a:cubicBezTo>
                  <a:cubicBezTo>
                    <a:pt x="1546" y="93"/>
                    <a:pt x="1570" y="77"/>
                    <a:pt x="1581" y="106"/>
                  </a:cubicBezTo>
                  <a:cubicBezTo>
                    <a:pt x="1581" y="104"/>
                    <a:pt x="1581" y="104"/>
                    <a:pt x="1581" y="104"/>
                  </a:cubicBezTo>
                  <a:cubicBezTo>
                    <a:pt x="1581" y="64"/>
                    <a:pt x="1546" y="65"/>
                    <a:pt x="1546" y="65"/>
                  </a:cubicBezTo>
                  <a:close/>
                </a:path>
              </a:pathLst>
            </a:custGeom>
            <a:solidFill>
              <a:srgbClr val="DDD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3" name="Freeform 99">
              <a:extLst>
                <a:ext uri="{FF2B5EF4-FFF2-40B4-BE49-F238E27FC236}">
                  <a16:creationId xmlns:a16="http://schemas.microsoft.com/office/drawing/2014/main" id="{BA3CE1D8-92CB-401A-8934-F0536C2DB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340"/>
              <a:ext cx="1734" cy="116"/>
            </a:xfrm>
            <a:custGeom>
              <a:avLst/>
              <a:gdLst>
                <a:gd name="T0" fmla="*/ 2048 w 1578"/>
                <a:gd name="T1" fmla="*/ 16 h 106"/>
                <a:gd name="T2" fmla="*/ 1964 w 1578"/>
                <a:gd name="T3" fmla="*/ 51 h 106"/>
                <a:gd name="T4" fmla="*/ 880 w 1578"/>
                <a:gd name="T5" fmla="*/ 72 h 106"/>
                <a:gd name="T6" fmla="*/ 349 w 1578"/>
                <a:gd name="T7" fmla="*/ 40 h 106"/>
                <a:gd name="T8" fmla="*/ 185 w 1578"/>
                <a:gd name="T9" fmla="*/ 46 h 106"/>
                <a:gd name="T10" fmla="*/ 41 w 1578"/>
                <a:gd name="T11" fmla="*/ 42 h 106"/>
                <a:gd name="T12" fmla="*/ 0 w 1578"/>
                <a:gd name="T13" fmla="*/ 23 h 106"/>
                <a:gd name="T14" fmla="*/ 30 w 1578"/>
                <a:gd name="T15" fmla="*/ 50 h 106"/>
                <a:gd name="T16" fmla="*/ 185 w 1578"/>
                <a:gd name="T17" fmla="*/ 81 h 106"/>
                <a:gd name="T18" fmla="*/ 349 w 1578"/>
                <a:gd name="T19" fmla="*/ 76 h 106"/>
                <a:gd name="T20" fmla="*/ 880 w 1578"/>
                <a:gd name="T21" fmla="*/ 109 h 106"/>
                <a:gd name="T22" fmla="*/ 1964 w 1578"/>
                <a:gd name="T23" fmla="*/ 88 h 106"/>
                <a:gd name="T24" fmla="*/ 2048 w 1578"/>
                <a:gd name="T25" fmla="*/ 54 h 106"/>
                <a:gd name="T26" fmla="*/ 2093 w 1578"/>
                <a:gd name="T27" fmla="*/ 2 h 106"/>
                <a:gd name="T28" fmla="*/ 2093 w 1578"/>
                <a:gd name="T29" fmla="*/ 0 h 106"/>
                <a:gd name="T30" fmla="*/ 2048 w 1578"/>
                <a:gd name="T31" fmla="*/ 16 h 10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78" h="106">
                  <a:moveTo>
                    <a:pt x="1543" y="13"/>
                  </a:moveTo>
                  <a:cubicBezTo>
                    <a:pt x="1543" y="33"/>
                    <a:pt x="1506" y="36"/>
                    <a:pt x="1480" y="39"/>
                  </a:cubicBezTo>
                  <a:cubicBezTo>
                    <a:pt x="1137" y="78"/>
                    <a:pt x="694" y="70"/>
                    <a:pt x="663" y="55"/>
                  </a:cubicBezTo>
                  <a:cubicBezTo>
                    <a:pt x="604" y="27"/>
                    <a:pt x="328" y="34"/>
                    <a:pt x="263" y="31"/>
                  </a:cubicBezTo>
                  <a:cubicBezTo>
                    <a:pt x="199" y="27"/>
                    <a:pt x="156" y="31"/>
                    <a:pt x="139" y="35"/>
                  </a:cubicBezTo>
                  <a:cubicBezTo>
                    <a:pt x="122" y="39"/>
                    <a:pt x="57" y="40"/>
                    <a:pt x="31" y="32"/>
                  </a:cubicBezTo>
                  <a:cubicBezTo>
                    <a:pt x="21" y="28"/>
                    <a:pt x="9" y="23"/>
                    <a:pt x="0" y="17"/>
                  </a:cubicBezTo>
                  <a:cubicBezTo>
                    <a:pt x="3" y="24"/>
                    <a:pt x="10" y="32"/>
                    <a:pt x="23" y="38"/>
                  </a:cubicBezTo>
                  <a:cubicBezTo>
                    <a:pt x="47" y="48"/>
                    <a:pt x="122" y="66"/>
                    <a:pt x="139" y="62"/>
                  </a:cubicBezTo>
                  <a:cubicBezTo>
                    <a:pt x="156" y="58"/>
                    <a:pt x="199" y="55"/>
                    <a:pt x="263" y="58"/>
                  </a:cubicBezTo>
                  <a:cubicBezTo>
                    <a:pt x="328" y="62"/>
                    <a:pt x="601" y="60"/>
                    <a:pt x="663" y="83"/>
                  </a:cubicBezTo>
                  <a:cubicBezTo>
                    <a:pt x="683" y="90"/>
                    <a:pt x="1137" y="106"/>
                    <a:pt x="1480" y="67"/>
                  </a:cubicBezTo>
                  <a:cubicBezTo>
                    <a:pt x="1506" y="64"/>
                    <a:pt x="1543" y="61"/>
                    <a:pt x="1543" y="41"/>
                  </a:cubicBezTo>
                  <a:cubicBezTo>
                    <a:pt x="1543" y="41"/>
                    <a:pt x="1578" y="43"/>
                    <a:pt x="1578" y="2"/>
                  </a:cubicBezTo>
                  <a:cubicBezTo>
                    <a:pt x="1578" y="0"/>
                    <a:pt x="1578" y="0"/>
                    <a:pt x="1578" y="0"/>
                  </a:cubicBezTo>
                  <a:cubicBezTo>
                    <a:pt x="1574" y="42"/>
                    <a:pt x="1543" y="13"/>
                    <a:pt x="1543" y="13"/>
                  </a:cubicBezTo>
                  <a:close/>
                </a:path>
              </a:pathLst>
            </a:custGeom>
            <a:solidFill>
              <a:srgbClr val="A5A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4" name="Freeform 100">
              <a:extLst>
                <a:ext uri="{FF2B5EF4-FFF2-40B4-BE49-F238E27FC236}">
                  <a16:creationId xmlns:a16="http://schemas.microsoft.com/office/drawing/2014/main" id="{2673820F-B21D-4761-9F20-DCA657D12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225"/>
              <a:ext cx="1738" cy="231"/>
            </a:xfrm>
            <a:custGeom>
              <a:avLst/>
              <a:gdLst>
                <a:gd name="T0" fmla="*/ 0 w 1581"/>
                <a:gd name="T1" fmla="*/ 141 h 210"/>
                <a:gd name="T2" fmla="*/ 35 w 1581"/>
                <a:gd name="T3" fmla="*/ 189 h 210"/>
                <a:gd name="T4" fmla="*/ 188 w 1581"/>
                <a:gd name="T5" fmla="*/ 221 h 210"/>
                <a:gd name="T6" fmla="*/ 353 w 1581"/>
                <a:gd name="T7" fmla="*/ 216 h 210"/>
                <a:gd name="T8" fmla="*/ 885 w 1581"/>
                <a:gd name="T9" fmla="*/ 250 h 210"/>
                <a:gd name="T10" fmla="*/ 1970 w 1581"/>
                <a:gd name="T11" fmla="*/ 228 h 210"/>
                <a:gd name="T12" fmla="*/ 2055 w 1581"/>
                <a:gd name="T13" fmla="*/ 194 h 210"/>
                <a:gd name="T14" fmla="*/ 2101 w 1581"/>
                <a:gd name="T15" fmla="*/ 142 h 210"/>
                <a:gd name="T16" fmla="*/ 2101 w 1581"/>
                <a:gd name="T17" fmla="*/ 138 h 210"/>
                <a:gd name="T18" fmla="*/ 2055 w 1581"/>
                <a:gd name="T19" fmla="*/ 87 h 210"/>
                <a:gd name="T20" fmla="*/ 1970 w 1581"/>
                <a:gd name="T21" fmla="*/ 52 h 210"/>
                <a:gd name="T22" fmla="*/ 885 w 1581"/>
                <a:gd name="T23" fmla="*/ 31 h 210"/>
                <a:gd name="T24" fmla="*/ 353 w 1581"/>
                <a:gd name="T25" fmla="*/ 64 h 210"/>
                <a:gd name="T26" fmla="*/ 188 w 1581"/>
                <a:gd name="T27" fmla="*/ 58 h 210"/>
                <a:gd name="T28" fmla="*/ 35 w 1581"/>
                <a:gd name="T29" fmla="*/ 92 h 210"/>
                <a:gd name="T30" fmla="*/ 0 w 1581"/>
                <a:gd name="T31" fmla="*/ 141 h 2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81" h="210">
                  <a:moveTo>
                    <a:pt x="0" y="105"/>
                  </a:moveTo>
                  <a:cubicBezTo>
                    <a:pt x="0" y="115"/>
                    <a:pt x="2" y="131"/>
                    <a:pt x="26" y="142"/>
                  </a:cubicBezTo>
                  <a:cubicBezTo>
                    <a:pt x="50" y="152"/>
                    <a:pt x="125" y="170"/>
                    <a:pt x="142" y="166"/>
                  </a:cubicBezTo>
                  <a:cubicBezTo>
                    <a:pt x="159" y="162"/>
                    <a:pt x="202" y="159"/>
                    <a:pt x="266" y="162"/>
                  </a:cubicBezTo>
                  <a:cubicBezTo>
                    <a:pt x="331" y="166"/>
                    <a:pt x="604" y="164"/>
                    <a:pt x="666" y="187"/>
                  </a:cubicBezTo>
                  <a:cubicBezTo>
                    <a:pt x="686" y="194"/>
                    <a:pt x="1140" y="210"/>
                    <a:pt x="1483" y="171"/>
                  </a:cubicBezTo>
                  <a:cubicBezTo>
                    <a:pt x="1509" y="168"/>
                    <a:pt x="1546" y="165"/>
                    <a:pt x="1546" y="145"/>
                  </a:cubicBezTo>
                  <a:cubicBezTo>
                    <a:pt x="1546" y="145"/>
                    <a:pt x="1581" y="147"/>
                    <a:pt x="1581" y="106"/>
                  </a:cubicBezTo>
                  <a:cubicBezTo>
                    <a:pt x="1581" y="104"/>
                    <a:pt x="1581" y="104"/>
                    <a:pt x="1581" y="104"/>
                  </a:cubicBezTo>
                  <a:cubicBezTo>
                    <a:pt x="1581" y="64"/>
                    <a:pt x="1546" y="65"/>
                    <a:pt x="1546" y="65"/>
                  </a:cubicBezTo>
                  <a:cubicBezTo>
                    <a:pt x="1546" y="45"/>
                    <a:pt x="1509" y="42"/>
                    <a:pt x="1483" y="39"/>
                  </a:cubicBezTo>
                  <a:cubicBezTo>
                    <a:pt x="1140" y="0"/>
                    <a:pt x="686" y="16"/>
                    <a:pt x="666" y="23"/>
                  </a:cubicBezTo>
                  <a:cubicBezTo>
                    <a:pt x="604" y="46"/>
                    <a:pt x="331" y="44"/>
                    <a:pt x="266" y="48"/>
                  </a:cubicBezTo>
                  <a:cubicBezTo>
                    <a:pt x="202" y="52"/>
                    <a:pt x="159" y="48"/>
                    <a:pt x="142" y="44"/>
                  </a:cubicBezTo>
                  <a:cubicBezTo>
                    <a:pt x="125" y="40"/>
                    <a:pt x="50" y="58"/>
                    <a:pt x="26" y="69"/>
                  </a:cubicBezTo>
                  <a:cubicBezTo>
                    <a:pt x="2" y="79"/>
                    <a:pt x="0" y="95"/>
                    <a:pt x="0" y="105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5" name="Freeform 101">
              <a:extLst>
                <a:ext uri="{FF2B5EF4-FFF2-40B4-BE49-F238E27FC236}">
                  <a16:creationId xmlns:a16="http://schemas.microsoft.com/office/drawing/2014/main" id="{0AC895B8-442B-4FE9-8A81-2AF1B50D9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307"/>
              <a:ext cx="13" cy="69"/>
            </a:xfrm>
            <a:custGeom>
              <a:avLst/>
              <a:gdLst>
                <a:gd name="T0" fmla="*/ 15 w 12"/>
                <a:gd name="T1" fmla="*/ 0 h 63"/>
                <a:gd name="T2" fmla="*/ 15 w 12"/>
                <a:gd name="T3" fmla="*/ 83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3">
                  <a:moveTo>
                    <a:pt x="12" y="0"/>
                  </a:moveTo>
                  <a:cubicBezTo>
                    <a:pt x="12" y="0"/>
                    <a:pt x="0" y="34"/>
                    <a:pt x="12" y="6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6" name="Freeform 102">
              <a:extLst>
                <a:ext uri="{FF2B5EF4-FFF2-40B4-BE49-F238E27FC236}">
                  <a16:creationId xmlns:a16="http://schemas.microsoft.com/office/drawing/2014/main" id="{34A02A03-BA6B-4CDF-B67A-79E909FEF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274"/>
              <a:ext cx="37" cy="135"/>
            </a:xfrm>
            <a:custGeom>
              <a:avLst/>
              <a:gdLst>
                <a:gd name="T0" fmla="*/ 44 w 34"/>
                <a:gd name="T1" fmla="*/ 0 h 123"/>
                <a:gd name="T2" fmla="*/ 42 w 34"/>
                <a:gd name="T3" fmla="*/ 162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23">
                  <a:moveTo>
                    <a:pt x="34" y="0"/>
                  </a:moveTo>
                  <a:cubicBezTo>
                    <a:pt x="34" y="0"/>
                    <a:pt x="0" y="56"/>
                    <a:pt x="33" y="12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7" name="Freeform 103">
              <a:extLst>
                <a:ext uri="{FF2B5EF4-FFF2-40B4-BE49-F238E27FC236}">
                  <a16:creationId xmlns:a16="http://schemas.microsoft.com/office/drawing/2014/main" id="{C057F3BD-6FB7-4AF4-A879-2D2C9E5EC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244"/>
              <a:ext cx="38" cy="193"/>
            </a:xfrm>
            <a:custGeom>
              <a:avLst/>
              <a:gdLst>
                <a:gd name="T0" fmla="*/ 45 w 35"/>
                <a:gd name="T1" fmla="*/ 0 h 176"/>
                <a:gd name="T2" fmla="*/ 45 w 35"/>
                <a:gd name="T3" fmla="*/ 232 h 1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6">
                  <a:moveTo>
                    <a:pt x="35" y="0"/>
                  </a:moveTo>
                  <a:cubicBezTo>
                    <a:pt x="35" y="0"/>
                    <a:pt x="0" y="88"/>
                    <a:pt x="35" y="176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8" name="Line 104">
              <a:extLst>
                <a:ext uri="{FF2B5EF4-FFF2-40B4-BE49-F238E27FC236}">
                  <a16:creationId xmlns:a16="http://schemas.microsoft.com/office/drawing/2014/main" id="{62DA62D0-5B2D-47DE-9BCE-84CD673641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8" y="1297"/>
              <a:ext cx="1" cy="88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9" name="Freeform 105">
              <a:extLst>
                <a:ext uri="{FF2B5EF4-FFF2-40B4-BE49-F238E27FC236}">
                  <a16:creationId xmlns:a16="http://schemas.microsoft.com/office/drawing/2014/main" id="{2BDF097A-A58D-4326-B780-21915C6B4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340"/>
              <a:ext cx="305" cy="91"/>
            </a:xfrm>
            <a:custGeom>
              <a:avLst/>
              <a:gdLst>
                <a:gd name="T0" fmla="*/ 0 w 278"/>
                <a:gd name="T1" fmla="*/ 1 h 83"/>
                <a:gd name="T2" fmla="*/ 368 w 278"/>
                <a:gd name="T3" fmla="*/ 110 h 83"/>
                <a:gd name="T4" fmla="*/ 0 w 278"/>
                <a:gd name="T5" fmla="*/ 1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83">
                  <a:moveTo>
                    <a:pt x="0" y="1"/>
                  </a:moveTo>
                  <a:cubicBezTo>
                    <a:pt x="0" y="1"/>
                    <a:pt x="131" y="0"/>
                    <a:pt x="278" y="83"/>
                  </a:cubicBezTo>
                  <a:cubicBezTo>
                    <a:pt x="278" y="83"/>
                    <a:pt x="147" y="1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0" name="Oval 106">
              <a:extLst>
                <a:ext uri="{FF2B5EF4-FFF2-40B4-BE49-F238E27FC236}">
                  <a16:creationId xmlns:a16="http://schemas.microsoft.com/office/drawing/2014/main" id="{7342A0E9-7FAC-4D53-B2F7-A881F54ED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334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91" name="Oval 107">
              <a:extLst>
                <a:ext uri="{FF2B5EF4-FFF2-40B4-BE49-F238E27FC236}">
                  <a16:creationId xmlns:a16="http://schemas.microsoft.com/office/drawing/2014/main" id="{18C98282-9571-4D24-8215-E5E697907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33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92" name="Oval 108">
              <a:extLst>
                <a:ext uri="{FF2B5EF4-FFF2-40B4-BE49-F238E27FC236}">
                  <a16:creationId xmlns:a16="http://schemas.microsoft.com/office/drawing/2014/main" id="{20B044A1-82B4-4047-8248-82C1801B2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333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93" name="Oval 109">
              <a:extLst>
                <a:ext uri="{FF2B5EF4-FFF2-40B4-BE49-F238E27FC236}">
                  <a16:creationId xmlns:a16="http://schemas.microsoft.com/office/drawing/2014/main" id="{320834DC-4606-4AB3-926B-A477BE0A9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1292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94" name="Oval 110">
              <a:extLst>
                <a:ext uri="{FF2B5EF4-FFF2-40B4-BE49-F238E27FC236}">
                  <a16:creationId xmlns:a16="http://schemas.microsoft.com/office/drawing/2014/main" id="{E476F73C-0106-4549-9B67-ABBF2DCAB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1320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95" name="Oval 111">
              <a:extLst>
                <a:ext uri="{FF2B5EF4-FFF2-40B4-BE49-F238E27FC236}">
                  <a16:creationId xmlns:a16="http://schemas.microsoft.com/office/drawing/2014/main" id="{515847A2-8480-43DA-9190-BD3DD65B3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1323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96" name="Freeform 112">
              <a:extLst>
                <a:ext uri="{FF2B5EF4-FFF2-40B4-BE49-F238E27FC236}">
                  <a16:creationId xmlns:a16="http://schemas.microsoft.com/office/drawing/2014/main" id="{73F3AD11-5523-4672-8AA3-3525C7741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004"/>
              <a:ext cx="720" cy="256"/>
            </a:xfrm>
            <a:custGeom>
              <a:avLst/>
              <a:gdLst>
                <a:gd name="T0" fmla="*/ 32 w 655"/>
                <a:gd name="T1" fmla="*/ 0 h 233"/>
                <a:gd name="T2" fmla="*/ 187 w 655"/>
                <a:gd name="T3" fmla="*/ 135 h 233"/>
                <a:gd name="T4" fmla="*/ 353 w 655"/>
                <a:gd name="T5" fmla="*/ 210 h 233"/>
                <a:gd name="T6" fmla="*/ 516 w 655"/>
                <a:gd name="T7" fmla="*/ 233 h 233"/>
                <a:gd name="T8" fmla="*/ 751 w 655"/>
                <a:gd name="T9" fmla="*/ 279 h 233"/>
                <a:gd name="T10" fmla="*/ 869 w 655"/>
                <a:gd name="T11" fmla="*/ 225 h 233"/>
                <a:gd name="T12" fmla="*/ 738 w 655"/>
                <a:gd name="T13" fmla="*/ 204 h 233"/>
                <a:gd name="T14" fmla="*/ 527 w 655"/>
                <a:gd name="T15" fmla="*/ 169 h 233"/>
                <a:gd name="T16" fmla="*/ 333 w 655"/>
                <a:gd name="T17" fmla="*/ 69 h 233"/>
                <a:gd name="T18" fmla="*/ 156 w 655"/>
                <a:gd name="T19" fmla="*/ 10 h 233"/>
                <a:gd name="T20" fmla="*/ 69 w 655"/>
                <a:gd name="T21" fmla="*/ 15 h 2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5" h="233">
                  <a:moveTo>
                    <a:pt x="24" y="0"/>
                  </a:moveTo>
                  <a:cubicBezTo>
                    <a:pt x="0" y="43"/>
                    <a:pt x="113" y="91"/>
                    <a:pt x="141" y="102"/>
                  </a:cubicBezTo>
                  <a:cubicBezTo>
                    <a:pt x="184" y="119"/>
                    <a:pt x="223" y="143"/>
                    <a:pt x="266" y="158"/>
                  </a:cubicBezTo>
                  <a:cubicBezTo>
                    <a:pt x="307" y="174"/>
                    <a:pt x="345" y="170"/>
                    <a:pt x="388" y="176"/>
                  </a:cubicBezTo>
                  <a:cubicBezTo>
                    <a:pt x="451" y="185"/>
                    <a:pt x="499" y="233"/>
                    <a:pt x="565" y="210"/>
                  </a:cubicBezTo>
                  <a:cubicBezTo>
                    <a:pt x="596" y="199"/>
                    <a:pt x="624" y="180"/>
                    <a:pt x="655" y="170"/>
                  </a:cubicBezTo>
                  <a:cubicBezTo>
                    <a:pt x="622" y="172"/>
                    <a:pt x="586" y="160"/>
                    <a:pt x="555" y="154"/>
                  </a:cubicBezTo>
                  <a:cubicBezTo>
                    <a:pt x="503" y="143"/>
                    <a:pt x="447" y="150"/>
                    <a:pt x="397" y="127"/>
                  </a:cubicBezTo>
                  <a:cubicBezTo>
                    <a:pt x="345" y="104"/>
                    <a:pt x="307" y="67"/>
                    <a:pt x="251" y="52"/>
                  </a:cubicBezTo>
                  <a:cubicBezTo>
                    <a:pt x="206" y="41"/>
                    <a:pt x="164" y="13"/>
                    <a:pt x="117" y="7"/>
                  </a:cubicBezTo>
                  <a:cubicBezTo>
                    <a:pt x="93" y="4"/>
                    <a:pt x="73" y="12"/>
                    <a:pt x="52" y="12"/>
                  </a:cubicBezTo>
                </a:path>
              </a:pathLst>
            </a:custGeom>
            <a:solidFill>
              <a:srgbClr val="F09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7" name="Freeform 113">
              <a:extLst>
                <a:ext uri="{FF2B5EF4-FFF2-40B4-BE49-F238E27FC236}">
                  <a16:creationId xmlns:a16="http://schemas.microsoft.com/office/drawing/2014/main" id="{443E463C-4DCD-40BB-9411-9222AB2D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094"/>
              <a:ext cx="716" cy="156"/>
            </a:xfrm>
            <a:custGeom>
              <a:avLst/>
              <a:gdLst>
                <a:gd name="T0" fmla="*/ 0 w 651"/>
                <a:gd name="T1" fmla="*/ 161 h 142"/>
                <a:gd name="T2" fmla="*/ 53 w 651"/>
                <a:gd name="T3" fmla="*/ 167 h 142"/>
                <a:gd name="T4" fmla="*/ 147 w 651"/>
                <a:gd name="T5" fmla="*/ 185 h 142"/>
                <a:gd name="T6" fmla="*/ 306 w 651"/>
                <a:gd name="T7" fmla="*/ 185 h 142"/>
                <a:gd name="T8" fmla="*/ 362 w 651"/>
                <a:gd name="T9" fmla="*/ 179 h 142"/>
                <a:gd name="T10" fmla="*/ 434 w 651"/>
                <a:gd name="T11" fmla="*/ 166 h 142"/>
                <a:gd name="T12" fmla="*/ 629 w 651"/>
                <a:gd name="T13" fmla="*/ 111 h 142"/>
                <a:gd name="T14" fmla="*/ 754 w 651"/>
                <a:gd name="T15" fmla="*/ 94 h 142"/>
                <a:gd name="T16" fmla="*/ 816 w 651"/>
                <a:gd name="T17" fmla="*/ 41 h 142"/>
                <a:gd name="T18" fmla="*/ 866 w 651"/>
                <a:gd name="T19" fmla="*/ 0 h 142"/>
                <a:gd name="T20" fmla="*/ 839 w 651"/>
                <a:gd name="T21" fmla="*/ 12 h 142"/>
                <a:gd name="T22" fmla="*/ 723 w 651"/>
                <a:gd name="T23" fmla="*/ 35 h 142"/>
                <a:gd name="T24" fmla="*/ 498 w 651"/>
                <a:gd name="T25" fmla="*/ 68 h 142"/>
                <a:gd name="T26" fmla="*/ 296 w 651"/>
                <a:gd name="T27" fmla="*/ 115 h 142"/>
                <a:gd name="T28" fmla="*/ 16 w 651"/>
                <a:gd name="T29" fmla="*/ 148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1" h="142">
                  <a:moveTo>
                    <a:pt x="0" y="122"/>
                  </a:moveTo>
                  <a:cubicBezTo>
                    <a:pt x="12" y="127"/>
                    <a:pt x="28" y="124"/>
                    <a:pt x="40" y="126"/>
                  </a:cubicBezTo>
                  <a:cubicBezTo>
                    <a:pt x="65" y="130"/>
                    <a:pt x="84" y="139"/>
                    <a:pt x="111" y="139"/>
                  </a:cubicBezTo>
                  <a:cubicBezTo>
                    <a:pt x="150" y="139"/>
                    <a:pt x="191" y="138"/>
                    <a:pt x="230" y="139"/>
                  </a:cubicBezTo>
                  <a:cubicBezTo>
                    <a:pt x="247" y="140"/>
                    <a:pt x="255" y="142"/>
                    <a:pt x="272" y="135"/>
                  </a:cubicBezTo>
                  <a:cubicBezTo>
                    <a:pt x="292" y="128"/>
                    <a:pt x="305" y="128"/>
                    <a:pt x="326" y="125"/>
                  </a:cubicBezTo>
                  <a:cubicBezTo>
                    <a:pt x="376" y="118"/>
                    <a:pt x="426" y="102"/>
                    <a:pt x="473" y="84"/>
                  </a:cubicBezTo>
                  <a:cubicBezTo>
                    <a:pt x="505" y="72"/>
                    <a:pt x="537" y="82"/>
                    <a:pt x="567" y="71"/>
                  </a:cubicBezTo>
                  <a:cubicBezTo>
                    <a:pt x="586" y="64"/>
                    <a:pt x="600" y="45"/>
                    <a:pt x="614" y="31"/>
                  </a:cubicBezTo>
                  <a:cubicBezTo>
                    <a:pt x="625" y="20"/>
                    <a:pt x="643" y="13"/>
                    <a:pt x="651" y="0"/>
                  </a:cubicBezTo>
                  <a:cubicBezTo>
                    <a:pt x="647" y="5"/>
                    <a:pt x="638" y="7"/>
                    <a:pt x="631" y="9"/>
                  </a:cubicBezTo>
                  <a:cubicBezTo>
                    <a:pt x="603" y="17"/>
                    <a:pt x="572" y="21"/>
                    <a:pt x="543" y="26"/>
                  </a:cubicBezTo>
                  <a:cubicBezTo>
                    <a:pt x="486" y="34"/>
                    <a:pt x="431" y="46"/>
                    <a:pt x="375" y="51"/>
                  </a:cubicBezTo>
                  <a:cubicBezTo>
                    <a:pt x="321" y="56"/>
                    <a:pt x="274" y="80"/>
                    <a:pt x="223" y="87"/>
                  </a:cubicBezTo>
                  <a:cubicBezTo>
                    <a:pt x="153" y="97"/>
                    <a:pt x="73" y="65"/>
                    <a:pt x="13" y="112"/>
                  </a:cubicBezTo>
                </a:path>
              </a:pathLst>
            </a:custGeom>
            <a:solidFill>
              <a:srgbClr val="F09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8" name="Freeform 114">
              <a:extLst>
                <a:ext uri="{FF2B5EF4-FFF2-40B4-BE49-F238E27FC236}">
                  <a16:creationId xmlns:a16="http://schemas.microsoft.com/office/drawing/2014/main" id="{0D3CEEC1-99C0-428D-A955-462237FF5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019"/>
              <a:ext cx="384" cy="143"/>
            </a:xfrm>
            <a:custGeom>
              <a:avLst/>
              <a:gdLst>
                <a:gd name="T0" fmla="*/ 456 w 350"/>
                <a:gd name="T1" fmla="*/ 11 h 130"/>
                <a:gd name="T2" fmla="*/ 383 w 350"/>
                <a:gd name="T3" fmla="*/ 55 h 130"/>
                <a:gd name="T4" fmla="*/ 314 w 350"/>
                <a:gd name="T5" fmla="*/ 83 h 130"/>
                <a:gd name="T6" fmla="*/ 272 w 350"/>
                <a:gd name="T7" fmla="*/ 124 h 130"/>
                <a:gd name="T8" fmla="*/ 94 w 350"/>
                <a:gd name="T9" fmla="*/ 167 h 130"/>
                <a:gd name="T10" fmla="*/ 33 w 350"/>
                <a:gd name="T11" fmla="*/ 164 h 130"/>
                <a:gd name="T12" fmla="*/ 10 w 350"/>
                <a:gd name="T13" fmla="*/ 150 h 130"/>
                <a:gd name="T14" fmla="*/ 67 w 350"/>
                <a:gd name="T15" fmla="*/ 106 h 130"/>
                <a:gd name="T16" fmla="*/ 205 w 350"/>
                <a:gd name="T17" fmla="*/ 47 h 130"/>
                <a:gd name="T18" fmla="*/ 312 w 350"/>
                <a:gd name="T19" fmla="*/ 17 h 130"/>
                <a:gd name="T20" fmla="*/ 399 w 350"/>
                <a:gd name="T21" fmla="*/ 4 h 130"/>
                <a:gd name="T22" fmla="*/ 408 w 350"/>
                <a:gd name="T23" fmla="*/ 9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0" h="130">
                  <a:moveTo>
                    <a:pt x="345" y="8"/>
                  </a:moveTo>
                  <a:cubicBezTo>
                    <a:pt x="350" y="24"/>
                    <a:pt x="303" y="37"/>
                    <a:pt x="290" y="41"/>
                  </a:cubicBezTo>
                  <a:cubicBezTo>
                    <a:pt x="274" y="46"/>
                    <a:pt x="252" y="53"/>
                    <a:pt x="238" y="62"/>
                  </a:cubicBezTo>
                  <a:cubicBezTo>
                    <a:pt x="225" y="70"/>
                    <a:pt x="218" y="85"/>
                    <a:pt x="206" y="94"/>
                  </a:cubicBezTo>
                  <a:cubicBezTo>
                    <a:pt x="175" y="117"/>
                    <a:pt x="108" y="130"/>
                    <a:pt x="71" y="125"/>
                  </a:cubicBezTo>
                  <a:cubicBezTo>
                    <a:pt x="55" y="122"/>
                    <a:pt x="41" y="124"/>
                    <a:pt x="25" y="123"/>
                  </a:cubicBezTo>
                  <a:cubicBezTo>
                    <a:pt x="16" y="123"/>
                    <a:pt x="10" y="125"/>
                    <a:pt x="7" y="113"/>
                  </a:cubicBezTo>
                  <a:cubicBezTo>
                    <a:pt x="0" y="89"/>
                    <a:pt x="36" y="84"/>
                    <a:pt x="51" y="79"/>
                  </a:cubicBezTo>
                  <a:cubicBezTo>
                    <a:pt x="87" y="68"/>
                    <a:pt x="119" y="47"/>
                    <a:pt x="155" y="35"/>
                  </a:cubicBezTo>
                  <a:cubicBezTo>
                    <a:pt x="182" y="26"/>
                    <a:pt x="209" y="21"/>
                    <a:pt x="236" y="13"/>
                  </a:cubicBezTo>
                  <a:cubicBezTo>
                    <a:pt x="254" y="8"/>
                    <a:pt x="284" y="0"/>
                    <a:pt x="303" y="4"/>
                  </a:cubicBezTo>
                  <a:cubicBezTo>
                    <a:pt x="305" y="4"/>
                    <a:pt x="307" y="5"/>
                    <a:pt x="309" y="6"/>
                  </a:cubicBezTo>
                </a:path>
              </a:pathLst>
            </a:custGeom>
            <a:solidFill>
              <a:srgbClr val="F09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9" name="Freeform 115">
              <a:extLst>
                <a:ext uri="{FF2B5EF4-FFF2-40B4-BE49-F238E27FC236}">
                  <a16:creationId xmlns:a16="http://schemas.microsoft.com/office/drawing/2014/main" id="{AC4B30C5-E4CD-4757-81F3-91864C87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960"/>
              <a:ext cx="483" cy="84"/>
            </a:xfrm>
            <a:custGeom>
              <a:avLst/>
              <a:gdLst>
                <a:gd name="T0" fmla="*/ 0 w 439"/>
                <a:gd name="T1" fmla="*/ 93 h 76"/>
                <a:gd name="T2" fmla="*/ 57 w 439"/>
                <a:gd name="T3" fmla="*/ 54 h 76"/>
                <a:gd name="T4" fmla="*/ 131 w 439"/>
                <a:gd name="T5" fmla="*/ 33 h 76"/>
                <a:gd name="T6" fmla="*/ 213 w 439"/>
                <a:gd name="T7" fmla="*/ 14 h 76"/>
                <a:gd name="T8" fmla="*/ 264 w 439"/>
                <a:gd name="T9" fmla="*/ 14 h 76"/>
                <a:gd name="T10" fmla="*/ 323 w 439"/>
                <a:gd name="T11" fmla="*/ 4 h 76"/>
                <a:gd name="T12" fmla="*/ 415 w 439"/>
                <a:gd name="T13" fmla="*/ 8 h 76"/>
                <a:gd name="T14" fmla="*/ 482 w 439"/>
                <a:gd name="T15" fmla="*/ 19 h 76"/>
                <a:gd name="T16" fmla="*/ 564 w 439"/>
                <a:gd name="T17" fmla="*/ 72 h 76"/>
                <a:gd name="T18" fmla="*/ 528 w 439"/>
                <a:gd name="T19" fmla="*/ 93 h 76"/>
                <a:gd name="T20" fmla="*/ 351 w 439"/>
                <a:gd name="T21" fmla="*/ 78 h 76"/>
                <a:gd name="T22" fmla="*/ 157 w 439"/>
                <a:gd name="T23" fmla="*/ 77 h 76"/>
                <a:gd name="T24" fmla="*/ 39 w 439"/>
                <a:gd name="T25" fmla="*/ 95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9" h="76">
                  <a:moveTo>
                    <a:pt x="0" y="69"/>
                  </a:moveTo>
                  <a:cubicBezTo>
                    <a:pt x="16" y="64"/>
                    <a:pt x="28" y="49"/>
                    <a:pt x="43" y="40"/>
                  </a:cubicBezTo>
                  <a:cubicBezTo>
                    <a:pt x="61" y="30"/>
                    <a:pt x="78" y="30"/>
                    <a:pt x="98" y="24"/>
                  </a:cubicBezTo>
                  <a:cubicBezTo>
                    <a:pt x="119" y="16"/>
                    <a:pt x="137" y="14"/>
                    <a:pt x="160" y="11"/>
                  </a:cubicBezTo>
                  <a:cubicBezTo>
                    <a:pt x="172" y="10"/>
                    <a:pt x="185" y="13"/>
                    <a:pt x="198" y="11"/>
                  </a:cubicBezTo>
                  <a:cubicBezTo>
                    <a:pt x="213" y="9"/>
                    <a:pt x="226" y="3"/>
                    <a:pt x="243" y="4"/>
                  </a:cubicBezTo>
                  <a:cubicBezTo>
                    <a:pt x="266" y="5"/>
                    <a:pt x="289" y="10"/>
                    <a:pt x="312" y="5"/>
                  </a:cubicBezTo>
                  <a:cubicBezTo>
                    <a:pt x="339" y="0"/>
                    <a:pt x="340" y="2"/>
                    <a:pt x="362" y="14"/>
                  </a:cubicBezTo>
                  <a:cubicBezTo>
                    <a:pt x="383" y="25"/>
                    <a:pt x="409" y="30"/>
                    <a:pt x="424" y="53"/>
                  </a:cubicBezTo>
                  <a:cubicBezTo>
                    <a:pt x="439" y="76"/>
                    <a:pt x="418" y="72"/>
                    <a:pt x="396" y="69"/>
                  </a:cubicBezTo>
                  <a:cubicBezTo>
                    <a:pt x="353" y="63"/>
                    <a:pt x="308" y="63"/>
                    <a:pt x="264" y="58"/>
                  </a:cubicBezTo>
                  <a:cubicBezTo>
                    <a:pt x="214" y="53"/>
                    <a:pt x="169" y="49"/>
                    <a:pt x="118" y="57"/>
                  </a:cubicBezTo>
                  <a:cubicBezTo>
                    <a:pt x="89" y="62"/>
                    <a:pt x="54" y="67"/>
                    <a:pt x="29" y="71"/>
                  </a:cubicBezTo>
                </a:path>
              </a:pathLst>
            </a:custGeom>
            <a:solidFill>
              <a:srgbClr val="F09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0" name="Freeform 116">
              <a:extLst>
                <a:ext uri="{FF2B5EF4-FFF2-40B4-BE49-F238E27FC236}">
                  <a16:creationId xmlns:a16="http://schemas.microsoft.com/office/drawing/2014/main" id="{4B369AE2-34D0-4D1E-8503-BA9EC2DCA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56"/>
              <a:ext cx="482" cy="94"/>
            </a:xfrm>
            <a:custGeom>
              <a:avLst/>
              <a:gdLst>
                <a:gd name="T0" fmla="*/ 0 w 438"/>
                <a:gd name="T1" fmla="*/ 13 h 86"/>
                <a:gd name="T2" fmla="*/ 80 w 438"/>
                <a:gd name="T3" fmla="*/ 11 h 86"/>
                <a:gd name="T4" fmla="*/ 200 w 438"/>
                <a:gd name="T5" fmla="*/ 12 h 86"/>
                <a:gd name="T6" fmla="*/ 272 w 438"/>
                <a:gd name="T7" fmla="*/ 17 h 86"/>
                <a:gd name="T8" fmla="*/ 326 w 438"/>
                <a:gd name="T9" fmla="*/ 42 h 86"/>
                <a:gd name="T10" fmla="*/ 379 w 438"/>
                <a:gd name="T11" fmla="*/ 48 h 86"/>
                <a:gd name="T12" fmla="*/ 583 w 438"/>
                <a:gd name="T13" fmla="*/ 107 h 86"/>
                <a:gd name="T14" fmla="*/ 317 w 438"/>
                <a:gd name="T15" fmla="*/ 80 h 86"/>
                <a:gd name="T16" fmla="*/ 145 w 438"/>
                <a:gd name="T17" fmla="*/ 66 h 86"/>
                <a:gd name="T18" fmla="*/ 13 w 438"/>
                <a:gd name="T19" fmla="*/ 6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8" h="86">
                  <a:moveTo>
                    <a:pt x="0" y="10"/>
                  </a:moveTo>
                  <a:cubicBezTo>
                    <a:pt x="18" y="22"/>
                    <a:pt x="39" y="13"/>
                    <a:pt x="60" y="8"/>
                  </a:cubicBezTo>
                  <a:cubicBezTo>
                    <a:pt x="88" y="0"/>
                    <a:pt x="121" y="4"/>
                    <a:pt x="150" y="9"/>
                  </a:cubicBezTo>
                  <a:cubicBezTo>
                    <a:pt x="168" y="13"/>
                    <a:pt x="186" y="10"/>
                    <a:pt x="204" y="14"/>
                  </a:cubicBezTo>
                  <a:cubicBezTo>
                    <a:pt x="219" y="17"/>
                    <a:pt x="231" y="26"/>
                    <a:pt x="244" y="32"/>
                  </a:cubicBezTo>
                  <a:cubicBezTo>
                    <a:pt x="257" y="37"/>
                    <a:pt x="269" y="37"/>
                    <a:pt x="284" y="37"/>
                  </a:cubicBezTo>
                  <a:cubicBezTo>
                    <a:pt x="333" y="39"/>
                    <a:pt x="401" y="44"/>
                    <a:pt x="438" y="82"/>
                  </a:cubicBezTo>
                  <a:cubicBezTo>
                    <a:pt x="372" y="86"/>
                    <a:pt x="305" y="63"/>
                    <a:pt x="238" y="61"/>
                  </a:cubicBezTo>
                  <a:cubicBezTo>
                    <a:pt x="196" y="59"/>
                    <a:pt x="150" y="56"/>
                    <a:pt x="109" y="50"/>
                  </a:cubicBezTo>
                  <a:cubicBezTo>
                    <a:pt x="76" y="46"/>
                    <a:pt x="43" y="54"/>
                    <a:pt x="10" y="46"/>
                  </a:cubicBezTo>
                </a:path>
              </a:pathLst>
            </a:custGeom>
            <a:solidFill>
              <a:srgbClr val="F09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39" name="Doppler-probe-measuring-arterial-pulse">
            <a:extLst>
              <a:ext uri="{FF2B5EF4-FFF2-40B4-BE49-F238E27FC236}">
                <a16:creationId xmlns:a16="http://schemas.microsoft.com/office/drawing/2014/main" id="{DEDC8F6D-3960-4196-BE24-7729ECC4F13A}"/>
              </a:ext>
            </a:extLst>
          </p:cNvPr>
          <p:cNvGrpSpPr>
            <a:grpSpLocks/>
          </p:cNvGrpSpPr>
          <p:nvPr/>
        </p:nvGrpSpPr>
        <p:grpSpPr bwMode="auto">
          <a:xfrm>
            <a:off x="5565775" y="1371600"/>
            <a:ext cx="3978275" cy="4794250"/>
            <a:chOff x="2546" y="768"/>
            <a:chExt cx="2506" cy="3020"/>
          </a:xfrm>
        </p:grpSpPr>
        <p:sp>
          <p:nvSpPr>
            <p:cNvPr id="39940" name="Freeform 118">
              <a:extLst>
                <a:ext uri="{FF2B5EF4-FFF2-40B4-BE49-F238E27FC236}">
                  <a16:creationId xmlns:a16="http://schemas.microsoft.com/office/drawing/2014/main" id="{56417AB7-CC8D-4579-A3A8-47644260F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007"/>
              <a:ext cx="1053" cy="781"/>
            </a:xfrm>
            <a:custGeom>
              <a:avLst/>
              <a:gdLst>
                <a:gd name="T0" fmla="*/ 1965 w 700"/>
                <a:gd name="T1" fmla="*/ 318 h 519"/>
                <a:gd name="T2" fmla="*/ 2383 w 700"/>
                <a:gd name="T3" fmla="*/ 885 h 519"/>
                <a:gd name="T4" fmla="*/ 1193 w 700"/>
                <a:gd name="T5" fmla="*/ 1768 h 519"/>
                <a:gd name="T6" fmla="*/ 290 w 700"/>
                <a:gd name="T7" fmla="*/ 1497 h 519"/>
                <a:gd name="T8" fmla="*/ 0 w 700"/>
                <a:gd name="T9" fmla="*/ 885 h 519"/>
                <a:gd name="T10" fmla="*/ 269 w 700"/>
                <a:gd name="T11" fmla="*/ 194 h 519"/>
                <a:gd name="T12" fmla="*/ 1193 w 700"/>
                <a:gd name="T13" fmla="*/ 5 h 519"/>
                <a:gd name="T14" fmla="*/ 1965 w 700"/>
                <a:gd name="T15" fmla="*/ 318 h 5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0" h="519">
                  <a:moveTo>
                    <a:pt x="577" y="93"/>
                  </a:moveTo>
                  <a:cubicBezTo>
                    <a:pt x="643" y="140"/>
                    <a:pt x="700" y="156"/>
                    <a:pt x="700" y="260"/>
                  </a:cubicBezTo>
                  <a:cubicBezTo>
                    <a:pt x="700" y="403"/>
                    <a:pt x="543" y="519"/>
                    <a:pt x="350" y="519"/>
                  </a:cubicBezTo>
                  <a:cubicBezTo>
                    <a:pt x="248" y="519"/>
                    <a:pt x="149" y="490"/>
                    <a:pt x="85" y="439"/>
                  </a:cubicBezTo>
                  <a:cubicBezTo>
                    <a:pt x="27" y="393"/>
                    <a:pt x="0" y="328"/>
                    <a:pt x="0" y="260"/>
                  </a:cubicBezTo>
                  <a:cubicBezTo>
                    <a:pt x="0" y="189"/>
                    <a:pt x="16" y="103"/>
                    <a:pt x="79" y="57"/>
                  </a:cubicBezTo>
                  <a:cubicBezTo>
                    <a:pt x="142" y="10"/>
                    <a:pt x="253" y="0"/>
                    <a:pt x="350" y="1"/>
                  </a:cubicBezTo>
                  <a:cubicBezTo>
                    <a:pt x="501" y="2"/>
                    <a:pt x="514" y="48"/>
                    <a:pt x="577" y="93"/>
                  </a:cubicBezTo>
                  <a:close/>
                </a:path>
              </a:pathLst>
            </a:custGeom>
            <a:solidFill>
              <a:srgbClr val="F6D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1" name="Freeform 119">
              <a:extLst>
                <a:ext uri="{FF2B5EF4-FFF2-40B4-BE49-F238E27FC236}">
                  <a16:creationId xmlns:a16="http://schemas.microsoft.com/office/drawing/2014/main" id="{FB2954D7-1615-4BE1-9417-620B7BE25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007"/>
              <a:ext cx="1053" cy="781"/>
            </a:xfrm>
            <a:custGeom>
              <a:avLst/>
              <a:gdLst>
                <a:gd name="T0" fmla="*/ 1965 w 700"/>
                <a:gd name="T1" fmla="*/ 318 h 519"/>
                <a:gd name="T2" fmla="*/ 2383 w 700"/>
                <a:gd name="T3" fmla="*/ 885 h 519"/>
                <a:gd name="T4" fmla="*/ 1193 w 700"/>
                <a:gd name="T5" fmla="*/ 1768 h 519"/>
                <a:gd name="T6" fmla="*/ 290 w 700"/>
                <a:gd name="T7" fmla="*/ 1497 h 519"/>
                <a:gd name="T8" fmla="*/ 0 w 700"/>
                <a:gd name="T9" fmla="*/ 885 h 519"/>
                <a:gd name="T10" fmla="*/ 269 w 700"/>
                <a:gd name="T11" fmla="*/ 194 h 519"/>
                <a:gd name="T12" fmla="*/ 1193 w 700"/>
                <a:gd name="T13" fmla="*/ 5 h 519"/>
                <a:gd name="T14" fmla="*/ 1965 w 700"/>
                <a:gd name="T15" fmla="*/ 318 h 5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0" h="519">
                  <a:moveTo>
                    <a:pt x="577" y="93"/>
                  </a:moveTo>
                  <a:cubicBezTo>
                    <a:pt x="643" y="140"/>
                    <a:pt x="700" y="156"/>
                    <a:pt x="700" y="260"/>
                  </a:cubicBezTo>
                  <a:cubicBezTo>
                    <a:pt x="700" y="403"/>
                    <a:pt x="543" y="519"/>
                    <a:pt x="350" y="519"/>
                  </a:cubicBezTo>
                  <a:cubicBezTo>
                    <a:pt x="248" y="519"/>
                    <a:pt x="149" y="490"/>
                    <a:pt x="85" y="439"/>
                  </a:cubicBezTo>
                  <a:cubicBezTo>
                    <a:pt x="27" y="393"/>
                    <a:pt x="0" y="328"/>
                    <a:pt x="0" y="260"/>
                  </a:cubicBezTo>
                  <a:cubicBezTo>
                    <a:pt x="0" y="189"/>
                    <a:pt x="16" y="103"/>
                    <a:pt x="79" y="57"/>
                  </a:cubicBezTo>
                  <a:cubicBezTo>
                    <a:pt x="142" y="10"/>
                    <a:pt x="253" y="0"/>
                    <a:pt x="350" y="1"/>
                  </a:cubicBezTo>
                  <a:cubicBezTo>
                    <a:pt x="501" y="2"/>
                    <a:pt x="514" y="48"/>
                    <a:pt x="577" y="93"/>
                  </a:cubicBez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2" name="Freeform 120">
              <a:extLst>
                <a:ext uri="{FF2B5EF4-FFF2-40B4-BE49-F238E27FC236}">
                  <a16:creationId xmlns:a16="http://schemas.microsoft.com/office/drawing/2014/main" id="{DC74926C-77B7-45E7-BA80-7A05F09B4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035"/>
              <a:ext cx="977" cy="725"/>
            </a:xfrm>
            <a:custGeom>
              <a:avLst/>
              <a:gdLst>
                <a:gd name="T0" fmla="*/ 1849 w 649"/>
                <a:gd name="T1" fmla="*/ 269 h 482"/>
                <a:gd name="T2" fmla="*/ 2214 w 649"/>
                <a:gd name="T3" fmla="*/ 821 h 482"/>
                <a:gd name="T4" fmla="*/ 1108 w 649"/>
                <a:gd name="T5" fmla="*/ 1641 h 482"/>
                <a:gd name="T6" fmla="*/ 269 w 649"/>
                <a:gd name="T7" fmla="*/ 1385 h 482"/>
                <a:gd name="T8" fmla="*/ 0 w 649"/>
                <a:gd name="T9" fmla="*/ 821 h 482"/>
                <a:gd name="T10" fmla="*/ 251 w 649"/>
                <a:gd name="T11" fmla="*/ 176 h 482"/>
                <a:gd name="T12" fmla="*/ 1108 w 649"/>
                <a:gd name="T13" fmla="*/ 5 h 482"/>
                <a:gd name="T14" fmla="*/ 1849 w 649"/>
                <a:gd name="T15" fmla="*/ 269 h 4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9" h="482">
                  <a:moveTo>
                    <a:pt x="542" y="79"/>
                  </a:moveTo>
                  <a:cubicBezTo>
                    <a:pt x="603" y="123"/>
                    <a:pt x="649" y="145"/>
                    <a:pt x="649" y="241"/>
                  </a:cubicBezTo>
                  <a:cubicBezTo>
                    <a:pt x="649" y="374"/>
                    <a:pt x="504" y="482"/>
                    <a:pt x="325" y="482"/>
                  </a:cubicBezTo>
                  <a:cubicBezTo>
                    <a:pt x="231" y="482"/>
                    <a:pt x="139" y="454"/>
                    <a:pt x="79" y="407"/>
                  </a:cubicBezTo>
                  <a:cubicBezTo>
                    <a:pt x="25" y="364"/>
                    <a:pt x="0" y="305"/>
                    <a:pt x="0" y="241"/>
                  </a:cubicBezTo>
                  <a:cubicBezTo>
                    <a:pt x="0" y="175"/>
                    <a:pt x="15" y="96"/>
                    <a:pt x="74" y="52"/>
                  </a:cubicBezTo>
                  <a:cubicBezTo>
                    <a:pt x="132" y="9"/>
                    <a:pt x="235" y="0"/>
                    <a:pt x="325" y="1"/>
                  </a:cubicBezTo>
                  <a:cubicBezTo>
                    <a:pt x="465" y="2"/>
                    <a:pt x="483" y="38"/>
                    <a:pt x="542" y="79"/>
                  </a:cubicBezTo>
                  <a:close/>
                </a:path>
              </a:pathLst>
            </a:custGeom>
            <a:solidFill>
              <a:srgbClr val="EE8A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121">
              <a:extLst>
                <a:ext uri="{FF2B5EF4-FFF2-40B4-BE49-F238E27FC236}">
                  <a16:creationId xmlns:a16="http://schemas.microsoft.com/office/drawing/2014/main" id="{AAA253FC-6206-4E1C-B406-5182461CC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035"/>
              <a:ext cx="977" cy="725"/>
            </a:xfrm>
            <a:custGeom>
              <a:avLst/>
              <a:gdLst>
                <a:gd name="T0" fmla="*/ 1849 w 649"/>
                <a:gd name="T1" fmla="*/ 269 h 482"/>
                <a:gd name="T2" fmla="*/ 2214 w 649"/>
                <a:gd name="T3" fmla="*/ 821 h 482"/>
                <a:gd name="T4" fmla="*/ 1108 w 649"/>
                <a:gd name="T5" fmla="*/ 1641 h 482"/>
                <a:gd name="T6" fmla="*/ 269 w 649"/>
                <a:gd name="T7" fmla="*/ 1385 h 482"/>
                <a:gd name="T8" fmla="*/ 0 w 649"/>
                <a:gd name="T9" fmla="*/ 821 h 482"/>
                <a:gd name="T10" fmla="*/ 251 w 649"/>
                <a:gd name="T11" fmla="*/ 176 h 482"/>
                <a:gd name="T12" fmla="*/ 1108 w 649"/>
                <a:gd name="T13" fmla="*/ 5 h 482"/>
                <a:gd name="T14" fmla="*/ 1849 w 649"/>
                <a:gd name="T15" fmla="*/ 269 h 4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9" h="482">
                  <a:moveTo>
                    <a:pt x="542" y="79"/>
                  </a:moveTo>
                  <a:cubicBezTo>
                    <a:pt x="603" y="123"/>
                    <a:pt x="649" y="145"/>
                    <a:pt x="649" y="241"/>
                  </a:cubicBezTo>
                  <a:cubicBezTo>
                    <a:pt x="649" y="374"/>
                    <a:pt x="504" y="482"/>
                    <a:pt x="325" y="482"/>
                  </a:cubicBezTo>
                  <a:cubicBezTo>
                    <a:pt x="231" y="482"/>
                    <a:pt x="139" y="454"/>
                    <a:pt x="79" y="407"/>
                  </a:cubicBezTo>
                  <a:cubicBezTo>
                    <a:pt x="25" y="364"/>
                    <a:pt x="0" y="305"/>
                    <a:pt x="0" y="241"/>
                  </a:cubicBezTo>
                  <a:cubicBezTo>
                    <a:pt x="0" y="175"/>
                    <a:pt x="15" y="96"/>
                    <a:pt x="74" y="52"/>
                  </a:cubicBezTo>
                  <a:cubicBezTo>
                    <a:pt x="132" y="9"/>
                    <a:pt x="235" y="0"/>
                    <a:pt x="325" y="1"/>
                  </a:cubicBezTo>
                  <a:cubicBezTo>
                    <a:pt x="465" y="2"/>
                    <a:pt x="483" y="38"/>
                    <a:pt x="542" y="79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122">
              <a:extLst>
                <a:ext uri="{FF2B5EF4-FFF2-40B4-BE49-F238E27FC236}">
                  <a16:creationId xmlns:a16="http://schemas.microsoft.com/office/drawing/2014/main" id="{68F4E635-F349-47DA-9A13-E0AD24493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300"/>
              <a:ext cx="320" cy="360"/>
            </a:xfrm>
            <a:custGeom>
              <a:avLst/>
              <a:gdLst>
                <a:gd name="T0" fmla="*/ 0 w 213"/>
                <a:gd name="T1" fmla="*/ 481 h 239"/>
                <a:gd name="T2" fmla="*/ 21 w 213"/>
                <a:gd name="T3" fmla="*/ 236 h 239"/>
                <a:gd name="T4" fmla="*/ 391 w 213"/>
                <a:gd name="T5" fmla="*/ 53 h 239"/>
                <a:gd name="T6" fmla="*/ 678 w 213"/>
                <a:gd name="T7" fmla="*/ 324 h 239"/>
                <a:gd name="T8" fmla="*/ 596 w 213"/>
                <a:gd name="T9" fmla="*/ 708 h 239"/>
                <a:gd name="T10" fmla="*/ 473 w 213"/>
                <a:gd name="T11" fmla="*/ 797 h 239"/>
                <a:gd name="T12" fmla="*/ 332 w 213"/>
                <a:gd name="T13" fmla="*/ 770 h 239"/>
                <a:gd name="T14" fmla="*/ 176 w 213"/>
                <a:gd name="T15" fmla="*/ 646 h 239"/>
                <a:gd name="T16" fmla="*/ 18 w 213"/>
                <a:gd name="T17" fmla="*/ 578 h 239"/>
                <a:gd name="T18" fmla="*/ 0 w 213"/>
                <a:gd name="T19" fmla="*/ 481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3" h="239">
                  <a:moveTo>
                    <a:pt x="0" y="141"/>
                  </a:moveTo>
                  <a:cubicBezTo>
                    <a:pt x="0" y="141"/>
                    <a:pt x="4" y="86"/>
                    <a:pt x="6" y="69"/>
                  </a:cubicBezTo>
                  <a:cubicBezTo>
                    <a:pt x="9" y="52"/>
                    <a:pt x="49" y="0"/>
                    <a:pt x="115" y="15"/>
                  </a:cubicBezTo>
                  <a:cubicBezTo>
                    <a:pt x="169" y="27"/>
                    <a:pt x="187" y="81"/>
                    <a:pt x="200" y="95"/>
                  </a:cubicBezTo>
                  <a:cubicBezTo>
                    <a:pt x="213" y="110"/>
                    <a:pt x="198" y="181"/>
                    <a:pt x="176" y="207"/>
                  </a:cubicBezTo>
                  <a:cubicBezTo>
                    <a:pt x="154" y="233"/>
                    <a:pt x="156" y="233"/>
                    <a:pt x="140" y="233"/>
                  </a:cubicBezTo>
                  <a:cubicBezTo>
                    <a:pt x="124" y="233"/>
                    <a:pt x="110" y="239"/>
                    <a:pt x="98" y="225"/>
                  </a:cubicBezTo>
                  <a:cubicBezTo>
                    <a:pt x="86" y="211"/>
                    <a:pt x="70" y="191"/>
                    <a:pt x="52" y="189"/>
                  </a:cubicBezTo>
                  <a:cubicBezTo>
                    <a:pt x="34" y="187"/>
                    <a:pt x="10" y="177"/>
                    <a:pt x="5" y="169"/>
                  </a:cubicBezTo>
                  <a:cubicBezTo>
                    <a:pt x="0" y="160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9E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123">
              <a:extLst>
                <a:ext uri="{FF2B5EF4-FFF2-40B4-BE49-F238E27FC236}">
                  <a16:creationId xmlns:a16="http://schemas.microsoft.com/office/drawing/2014/main" id="{BA79F5B0-9E9D-4603-B053-F2A7EFC7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3338"/>
              <a:ext cx="256" cy="287"/>
            </a:xfrm>
            <a:custGeom>
              <a:avLst/>
              <a:gdLst>
                <a:gd name="T0" fmla="*/ 0 w 170"/>
                <a:gd name="T1" fmla="*/ 383 h 191"/>
                <a:gd name="T2" fmla="*/ 18 w 170"/>
                <a:gd name="T3" fmla="*/ 188 h 191"/>
                <a:gd name="T4" fmla="*/ 310 w 170"/>
                <a:gd name="T5" fmla="*/ 41 h 191"/>
                <a:gd name="T6" fmla="*/ 547 w 170"/>
                <a:gd name="T7" fmla="*/ 257 h 191"/>
                <a:gd name="T8" fmla="*/ 479 w 170"/>
                <a:gd name="T9" fmla="*/ 562 h 191"/>
                <a:gd name="T10" fmla="*/ 378 w 170"/>
                <a:gd name="T11" fmla="*/ 634 h 191"/>
                <a:gd name="T12" fmla="*/ 265 w 170"/>
                <a:gd name="T13" fmla="*/ 610 h 191"/>
                <a:gd name="T14" fmla="*/ 140 w 170"/>
                <a:gd name="T15" fmla="*/ 512 h 191"/>
                <a:gd name="T16" fmla="*/ 14 w 170"/>
                <a:gd name="T17" fmla="*/ 458 h 191"/>
                <a:gd name="T18" fmla="*/ 0 w 170"/>
                <a:gd name="T19" fmla="*/ 383 h 1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0" h="191">
                  <a:moveTo>
                    <a:pt x="0" y="113"/>
                  </a:moveTo>
                  <a:cubicBezTo>
                    <a:pt x="0" y="113"/>
                    <a:pt x="3" y="68"/>
                    <a:pt x="5" y="55"/>
                  </a:cubicBezTo>
                  <a:cubicBezTo>
                    <a:pt x="7" y="41"/>
                    <a:pt x="39" y="0"/>
                    <a:pt x="91" y="12"/>
                  </a:cubicBezTo>
                  <a:cubicBezTo>
                    <a:pt x="135" y="21"/>
                    <a:pt x="149" y="65"/>
                    <a:pt x="160" y="76"/>
                  </a:cubicBezTo>
                  <a:cubicBezTo>
                    <a:pt x="170" y="88"/>
                    <a:pt x="158" y="144"/>
                    <a:pt x="140" y="166"/>
                  </a:cubicBezTo>
                  <a:cubicBezTo>
                    <a:pt x="123" y="187"/>
                    <a:pt x="124" y="187"/>
                    <a:pt x="111" y="187"/>
                  </a:cubicBezTo>
                  <a:cubicBezTo>
                    <a:pt x="99" y="187"/>
                    <a:pt x="87" y="191"/>
                    <a:pt x="78" y="180"/>
                  </a:cubicBezTo>
                  <a:cubicBezTo>
                    <a:pt x="68" y="168"/>
                    <a:pt x="56" y="153"/>
                    <a:pt x="41" y="151"/>
                  </a:cubicBezTo>
                  <a:cubicBezTo>
                    <a:pt x="27" y="149"/>
                    <a:pt x="8" y="141"/>
                    <a:pt x="4" y="135"/>
                  </a:cubicBezTo>
                  <a:cubicBezTo>
                    <a:pt x="0" y="128"/>
                    <a:pt x="0" y="113"/>
                    <a:pt x="0" y="113"/>
                  </a:cubicBezTo>
                  <a:close/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124">
              <a:extLst>
                <a:ext uri="{FF2B5EF4-FFF2-40B4-BE49-F238E27FC236}">
                  <a16:creationId xmlns:a16="http://schemas.microsoft.com/office/drawing/2014/main" id="{BDB6D9A4-5C63-4011-A882-12136C83F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3336"/>
              <a:ext cx="503" cy="358"/>
            </a:xfrm>
            <a:custGeom>
              <a:avLst/>
              <a:gdLst>
                <a:gd name="T0" fmla="*/ 53 w 334"/>
                <a:gd name="T1" fmla="*/ 86 h 238"/>
                <a:gd name="T2" fmla="*/ 215 w 334"/>
                <a:gd name="T3" fmla="*/ 27 h 238"/>
                <a:gd name="T4" fmla="*/ 336 w 334"/>
                <a:gd name="T5" fmla="*/ 62 h 238"/>
                <a:gd name="T6" fmla="*/ 501 w 334"/>
                <a:gd name="T7" fmla="*/ 113 h 238"/>
                <a:gd name="T8" fmla="*/ 797 w 334"/>
                <a:gd name="T9" fmla="*/ 86 h 238"/>
                <a:gd name="T10" fmla="*/ 1086 w 334"/>
                <a:gd name="T11" fmla="*/ 8 h 238"/>
                <a:gd name="T12" fmla="*/ 1129 w 334"/>
                <a:gd name="T13" fmla="*/ 81 h 238"/>
                <a:gd name="T14" fmla="*/ 1075 w 334"/>
                <a:gd name="T15" fmla="*/ 242 h 238"/>
                <a:gd name="T16" fmla="*/ 1053 w 334"/>
                <a:gd name="T17" fmla="*/ 466 h 238"/>
                <a:gd name="T18" fmla="*/ 806 w 334"/>
                <a:gd name="T19" fmla="*/ 677 h 238"/>
                <a:gd name="T20" fmla="*/ 548 w 334"/>
                <a:gd name="T21" fmla="*/ 778 h 238"/>
                <a:gd name="T22" fmla="*/ 245 w 334"/>
                <a:gd name="T23" fmla="*/ 636 h 238"/>
                <a:gd name="T24" fmla="*/ 134 w 334"/>
                <a:gd name="T25" fmla="*/ 614 h 238"/>
                <a:gd name="T26" fmla="*/ 14 w 334"/>
                <a:gd name="T27" fmla="*/ 552 h 238"/>
                <a:gd name="T28" fmla="*/ 35 w 334"/>
                <a:gd name="T29" fmla="*/ 436 h 238"/>
                <a:gd name="T30" fmla="*/ 53 w 334"/>
                <a:gd name="T31" fmla="*/ 265 h 238"/>
                <a:gd name="T32" fmla="*/ 53 w 334"/>
                <a:gd name="T33" fmla="*/ 86 h 2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34" h="238">
                  <a:moveTo>
                    <a:pt x="15" y="25"/>
                  </a:moveTo>
                  <a:cubicBezTo>
                    <a:pt x="21" y="15"/>
                    <a:pt x="63" y="8"/>
                    <a:pt x="63" y="8"/>
                  </a:cubicBezTo>
                  <a:cubicBezTo>
                    <a:pt x="63" y="8"/>
                    <a:pt x="75" y="5"/>
                    <a:pt x="98" y="18"/>
                  </a:cubicBezTo>
                  <a:cubicBezTo>
                    <a:pt x="113" y="26"/>
                    <a:pt x="126" y="33"/>
                    <a:pt x="147" y="33"/>
                  </a:cubicBezTo>
                  <a:cubicBezTo>
                    <a:pt x="167" y="33"/>
                    <a:pt x="215" y="33"/>
                    <a:pt x="233" y="25"/>
                  </a:cubicBezTo>
                  <a:cubicBezTo>
                    <a:pt x="251" y="16"/>
                    <a:pt x="303" y="4"/>
                    <a:pt x="318" y="2"/>
                  </a:cubicBezTo>
                  <a:cubicBezTo>
                    <a:pt x="332" y="0"/>
                    <a:pt x="334" y="3"/>
                    <a:pt x="331" y="24"/>
                  </a:cubicBezTo>
                  <a:cubicBezTo>
                    <a:pt x="327" y="44"/>
                    <a:pt x="318" y="53"/>
                    <a:pt x="315" y="71"/>
                  </a:cubicBezTo>
                  <a:cubicBezTo>
                    <a:pt x="313" y="89"/>
                    <a:pt x="314" y="123"/>
                    <a:pt x="308" y="137"/>
                  </a:cubicBezTo>
                  <a:cubicBezTo>
                    <a:pt x="302" y="150"/>
                    <a:pt x="249" y="187"/>
                    <a:pt x="236" y="199"/>
                  </a:cubicBezTo>
                  <a:cubicBezTo>
                    <a:pt x="223" y="211"/>
                    <a:pt x="182" y="238"/>
                    <a:pt x="161" y="229"/>
                  </a:cubicBezTo>
                  <a:cubicBezTo>
                    <a:pt x="141" y="221"/>
                    <a:pt x="82" y="190"/>
                    <a:pt x="72" y="187"/>
                  </a:cubicBezTo>
                  <a:cubicBezTo>
                    <a:pt x="63" y="185"/>
                    <a:pt x="53" y="181"/>
                    <a:pt x="39" y="180"/>
                  </a:cubicBezTo>
                  <a:cubicBezTo>
                    <a:pt x="24" y="179"/>
                    <a:pt x="7" y="173"/>
                    <a:pt x="4" y="162"/>
                  </a:cubicBezTo>
                  <a:cubicBezTo>
                    <a:pt x="0" y="151"/>
                    <a:pt x="4" y="144"/>
                    <a:pt x="10" y="128"/>
                  </a:cubicBezTo>
                  <a:cubicBezTo>
                    <a:pt x="16" y="113"/>
                    <a:pt x="17" y="96"/>
                    <a:pt x="15" y="78"/>
                  </a:cubicBezTo>
                  <a:cubicBezTo>
                    <a:pt x="12" y="60"/>
                    <a:pt x="5" y="40"/>
                    <a:pt x="15" y="25"/>
                  </a:cubicBezTo>
                  <a:close/>
                </a:path>
              </a:pathLst>
            </a:custGeom>
            <a:solidFill>
              <a:srgbClr val="F9E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125">
              <a:extLst>
                <a:ext uri="{FF2B5EF4-FFF2-40B4-BE49-F238E27FC236}">
                  <a16:creationId xmlns:a16="http://schemas.microsoft.com/office/drawing/2014/main" id="{2AF968CF-8100-4ED3-9A67-3A63C2F03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300"/>
              <a:ext cx="320" cy="360"/>
            </a:xfrm>
            <a:custGeom>
              <a:avLst/>
              <a:gdLst>
                <a:gd name="T0" fmla="*/ 0 w 213"/>
                <a:gd name="T1" fmla="*/ 481 h 239"/>
                <a:gd name="T2" fmla="*/ 21 w 213"/>
                <a:gd name="T3" fmla="*/ 236 h 239"/>
                <a:gd name="T4" fmla="*/ 391 w 213"/>
                <a:gd name="T5" fmla="*/ 53 h 239"/>
                <a:gd name="T6" fmla="*/ 678 w 213"/>
                <a:gd name="T7" fmla="*/ 324 h 239"/>
                <a:gd name="T8" fmla="*/ 596 w 213"/>
                <a:gd name="T9" fmla="*/ 708 h 239"/>
                <a:gd name="T10" fmla="*/ 473 w 213"/>
                <a:gd name="T11" fmla="*/ 797 h 239"/>
                <a:gd name="T12" fmla="*/ 332 w 213"/>
                <a:gd name="T13" fmla="*/ 770 h 239"/>
                <a:gd name="T14" fmla="*/ 176 w 213"/>
                <a:gd name="T15" fmla="*/ 646 h 239"/>
                <a:gd name="T16" fmla="*/ 18 w 213"/>
                <a:gd name="T17" fmla="*/ 578 h 239"/>
                <a:gd name="T18" fmla="*/ 0 w 213"/>
                <a:gd name="T19" fmla="*/ 481 h 2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3" h="239">
                  <a:moveTo>
                    <a:pt x="0" y="141"/>
                  </a:moveTo>
                  <a:cubicBezTo>
                    <a:pt x="0" y="141"/>
                    <a:pt x="4" y="86"/>
                    <a:pt x="6" y="69"/>
                  </a:cubicBezTo>
                  <a:cubicBezTo>
                    <a:pt x="9" y="52"/>
                    <a:pt x="49" y="0"/>
                    <a:pt x="115" y="15"/>
                  </a:cubicBezTo>
                  <a:cubicBezTo>
                    <a:pt x="169" y="27"/>
                    <a:pt x="187" y="81"/>
                    <a:pt x="200" y="95"/>
                  </a:cubicBezTo>
                  <a:cubicBezTo>
                    <a:pt x="213" y="110"/>
                    <a:pt x="198" y="181"/>
                    <a:pt x="176" y="207"/>
                  </a:cubicBezTo>
                  <a:cubicBezTo>
                    <a:pt x="154" y="233"/>
                    <a:pt x="156" y="233"/>
                    <a:pt x="140" y="233"/>
                  </a:cubicBezTo>
                  <a:cubicBezTo>
                    <a:pt x="124" y="233"/>
                    <a:pt x="110" y="239"/>
                    <a:pt x="98" y="225"/>
                  </a:cubicBezTo>
                  <a:cubicBezTo>
                    <a:pt x="86" y="211"/>
                    <a:pt x="70" y="191"/>
                    <a:pt x="52" y="189"/>
                  </a:cubicBezTo>
                  <a:cubicBezTo>
                    <a:pt x="34" y="187"/>
                    <a:pt x="10" y="177"/>
                    <a:pt x="5" y="169"/>
                  </a:cubicBezTo>
                  <a:cubicBezTo>
                    <a:pt x="0" y="160"/>
                    <a:pt x="0" y="141"/>
                    <a:pt x="0" y="141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126">
              <a:extLst>
                <a:ext uri="{FF2B5EF4-FFF2-40B4-BE49-F238E27FC236}">
                  <a16:creationId xmlns:a16="http://schemas.microsoft.com/office/drawing/2014/main" id="{377BC0CD-6269-47C3-84EA-FE950F3E3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3336"/>
              <a:ext cx="503" cy="358"/>
            </a:xfrm>
            <a:custGeom>
              <a:avLst/>
              <a:gdLst>
                <a:gd name="T0" fmla="*/ 53 w 334"/>
                <a:gd name="T1" fmla="*/ 86 h 238"/>
                <a:gd name="T2" fmla="*/ 215 w 334"/>
                <a:gd name="T3" fmla="*/ 27 h 238"/>
                <a:gd name="T4" fmla="*/ 336 w 334"/>
                <a:gd name="T5" fmla="*/ 62 h 238"/>
                <a:gd name="T6" fmla="*/ 501 w 334"/>
                <a:gd name="T7" fmla="*/ 113 h 238"/>
                <a:gd name="T8" fmla="*/ 797 w 334"/>
                <a:gd name="T9" fmla="*/ 86 h 238"/>
                <a:gd name="T10" fmla="*/ 1086 w 334"/>
                <a:gd name="T11" fmla="*/ 8 h 238"/>
                <a:gd name="T12" fmla="*/ 1129 w 334"/>
                <a:gd name="T13" fmla="*/ 81 h 238"/>
                <a:gd name="T14" fmla="*/ 1075 w 334"/>
                <a:gd name="T15" fmla="*/ 242 h 238"/>
                <a:gd name="T16" fmla="*/ 1053 w 334"/>
                <a:gd name="T17" fmla="*/ 466 h 238"/>
                <a:gd name="T18" fmla="*/ 806 w 334"/>
                <a:gd name="T19" fmla="*/ 677 h 238"/>
                <a:gd name="T20" fmla="*/ 548 w 334"/>
                <a:gd name="T21" fmla="*/ 778 h 238"/>
                <a:gd name="T22" fmla="*/ 245 w 334"/>
                <a:gd name="T23" fmla="*/ 636 h 238"/>
                <a:gd name="T24" fmla="*/ 134 w 334"/>
                <a:gd name="T25" fmla="*/ 614 h 238"/>
                <a:gd name="T26" fmla="*/ 14 w 334"/>
                <a:gd name="T27" fmla="*/ 552 h 238"/>
                <a:gd name="T28" fmla="*/ 35 w 334"/>
                <a:gd name="T29" fmla="*/ 436 h 238"/>
                <a:gd name="T30" fmla="*/ 53 w 334"/>
                <a:gd name="T31" fmla="*/ 265 h 238"/>
                <a:gd name="T32" fmla="*/ 53 w 334"/>
                <a:gd name="T33" fmla="*/ 86 h 2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34" h="238">
                  <a:moveTo>
                    <a:pt x="15" y="25"/>
                  </a:moveTo>
                  <a:cubicBezTo>
                    <a:pt x="21" y="15"/>
                    <a:pt x="63" y="8"/>
                    <a:pt x="63" y="8"/>
                  </a:cubicBezTo>
                  <a:cubicBezTo>
                    <a:pt x="63" y="8"/>
                    <a:pt x="75" y="5"/>
                    <a:pt x="98" y="18"/>
                  </a:cubicBezTo>
                  <a:cubicBezTo>
                    <a:pt x="113" y="26"/>
                    <a:pt x="126" y="33"/>
                    <a:pt x="147" y="33"/>
                  </a:cubicBezTo>
                  <a:cubicBezTo>
                    <a:pt x="167" y="33"/>
                    <a:pt x="215" y="33"/>
                    <a:pt x="233" y="25"/>
                  </a:cubicBezTo>
                  <a:cubicBezTo>
                    <a:pt x="251" y="16"/>
                    <a:pt x="303" y="4"/>
                    <a:pt x="318" y="2"/>
                  </a:cubicBezTo>
                  <a:cubicBezTo>
                    <a:pt x="332" y="0"/>
                    <a:pt x="334" y="3"/>
                    <a:pt x="331" y="24"/>
                  </a:cubicBezTo>
                  <a:cubicBezTo>
                    <a:pt x="327" y="44"/>
                    <a:pt x="318" y="53"/>
                    <a:pt x="315" y="71"/>
                  </a:cubicBezTo>
                  <a:cubicBezTo>
                    <a:pt x="313" y="89"/>
                    <a:pt x="314" y="123"/>
                    <a:pt x="308" y="137"/>
                  </a:cubicBezTo>
                  <a:cubicBezTo>
                    <a:pt x="302" y="150"/>
                    <a:pt x="249" y="187"/>
                    <a:pt x="236" y="199"/>
                  </a:cubicBezTo>
                  <a:cubicBezTo>
                    <a:pt x="223" y="211"/>
                    <a:pt x="182" y="238"/>
                    <a:pt x="161" y="229"/>
                  </a:cubicBezTo>
                  <a:cubicBezTo>
                    <a:pt x="141" y="221"/>
                    <a:pt x="82" y="190"/>
                    <a:pt x="72" y="187"/>
                  </a:cubicBezTo>
                  <a:cubicBezTo>
                    <a:pt x="63" y="185"/>
                    <a:pt x="53" y="181"/>
                    <a:pt x="39" y="180"/>
                  </a:cubicBezTo>
                  <a:cubicBezTo>
                    <a:pt x="24" y="179"/>
                    <a:pt x="7" y="173"/>
                    <a:pt x="4" y="162"/>
                  </a:cubicBezTo>
                  <a:cubicBezTo>
                    <a:pt x="0" y="151"/>
                    <a:pt x="4" y="144"/>
                    <a:pt x="10" y="128"/>
                  </a:cubicBezTo>
                  <a:cubicBezTo>
                    <a:pt x="16" y="113"/>
                    <a:pt x="17" y="96"/>
                    <a:pt x="15" y="78"/>
                  </a:cubicBezTo>
                  <a:cubicBezTo>
                    <a:pt x="12" y="60"/>
                    <a:pt x="5" y="40"/>
                    <a:pt x="15" y="25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127">
              <a:extLst>
                <a:ext uri="{FF2B5EF4-FFF2-40B4-BE49-F238E27FC236}">
                  <a16:creationId xmlns:a16="http://schemas.microsoft.com/office/drawing/2014/main" id="{9CACB192-DC9B-4ED7-B44C-543CBC550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377"/>
              <a:ext cx="425" cy="277"/>
            </a:xfrm>
            <a:custGeom>
              <a:avLst/>
              <a:gdLst>
                <a:gd name="T0" fmla="*/ 41 w 283"/>
                <a:gd name="T1" fmla="*/ 68 h 184"/>
                <a:gd name="T2" fmla="*/ 180 w 283"/>
                <a:gd name="T3" fmla="*/ 26 h 184"/>
                <a:gd name="T4" fmla="*/ 278 w 283"/>
                <a:gd name="T5" fmla="*/ 48 h 184"/>
                <a:gd name="T6" fmla="*/ 419 w 283"/>
                <a:gd name="T7" fmla="*/ 89 h 184"/>
                <a:gd name="T8" fmla="*/ 668 w 283"/>
                <a:gd name="T9" fmla="*/ 68 h 184"/>
                <a:gd name="T10" fmla="*/ 912 w 283"/>
                <a:gd name="T11" fmla="*/ 8 h 184"/>
                <a:gd name="T12" fmla="*/ 948 w 283"/>
                <a:gd name="T13" fmla="*/ 66 h 184"/>
                <a:gd name="T14" fmla="*/ 904 w 283"/>
                <a:gd name="T15" fmla="*/ 188 h 184"/>
                <a:gd name="T16" fmla="*/ 880 w 283"/>
                <a:gd name="T17" fmla="*/ 363 h 184"/>
                <a:gd name="T18" fmla="*/ 674 w 283"/>
                <a:gd name="T19" fmla="*/ 528 h 184"/>
                <a:gd name="T20" fmla="*/ 460 w 283"/>
                <a:gd name="T21" fmla="*/ 607 h 184"/>
                <a:gd name="T22" fmla="*/ 207 w 283"/>
                <a:gd name="T23" fmla="*/ 494 h 184"/>
                <a:gd name="T24" fmla="*/ 108 w 283"/>
                <a:gd name="T25" fmla="*/ 479 h 184"/>
                <a:gd name="T26" fmla="*/ 12 w 283"/>
                <a:gd name="T27" fmla="*/ 431 h 184"/>
                <a:gd name="T28" fmla="*/ 27 w 283"/>
                <a:gd name="T29" fmla="*/ 342 h 184"/>
                <a:gd name="T30" fmla="*/ 41 w 283"/>
                <a:gd name="T31" fmla="*/ 209 h 184"/>
                <a:gd name="T32" fmla="*/ 41 w 283"/>
                <a:gd name="T33" fmla="*/ 68 h 18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83" h="184">
                  <a:moveTo>
                    <a:pt x="12" y="20"/>
                  </a:moveTo>
                  <a:cubicBezTo>
                    <a:pt x="17" y="12"/>
                    <a:pt x="53" y="7"/>
                    <a:pt x="53" y="7"/>
                  </a:cubicBezTo>
                  <a:cubicBezTo>
                    <a:pt x="53" y="7"/>
                    <a:pt x="63" y="4"/>
                    <a:pt x="82" y="14"/>
                  </a:cubicBezTo>
                  <a:cubicBezTo>
                    <a:pt x="95" y="21"/>
                    <a:pt x="107" y="26"/>
                    <a:pt x="124" y="26"/>
                  </a:cubicBezTo>
                  <a:cubicBezTo>
                    <a:pt x="141" y="26"/>
                    <a:pt x="182" y="26"/>
                    <a:pt x="197" y="20"/>
                  </a:cubicBezTo>
                  <a:cubicBezTo>
                    <a:pt x="213" y="13"/>
                    <a:pt x="256" y="4"/>
                    <a:pt x="269" y="2"/>
                  </a:cubicBezTo>
                  <a:cubicBezTo>
                    <a:pt x="281" y="0"/>
                    <a:pt x="283" y="3"/>
                    <a:pt x="280" y="19"/>
                  </a:cubicBezTo>
                  <a:cubicBezTo>
                    <a:pt x="277" y="35"/>
                    <a:pt x="269" y="41"/>
                    <a:pt x="267" y="55"/>
                  </a:cubicBezTo>
                  <a:cubicBezTo>
                    <a:pt x="264" y="69"/>
                    <a:pt x="265" y="96"/>
                    <a:pt x="260" y="106"/>
                  </a:cubicBezTo>
                  <a:cubicBezTo>
                    <a:pt x="255" y="117"/>
                    <a:pt x="211" y="145"/>
                    <a:pt x="199" y="155"/>
                  </a:cubicBezTo>
                  <a:cubicBezTo>
                    <a:pt x="188" y="164"/>
                    <a:pt x="153" y="184"/>
                    <a:pt x="136" y="178"/>
                  </a:cubicBezTo>
                  <a:cubicBezTo>
                    <a:pt x="119" y="171"/>
                    <a:pt x="69" y="147"/>
                    <a:pt x="61" y="145"/>
                  </a:cubicBezTo>
                  <a:cubicBezTo>
                    <a:pt x="53" y="143"/>
                    <a:pt x="45" y="141"/>
                    <a:pt x="32" y="140"/>
                  </a:cubicBezTo>
                  <a:cubicBezTo>
                    <a:pt x="20" y="139"/>
                    <a:pt x="6" y="134"/>
                    <a:pt x="3" y="126"/>
                  </a:cubicBezTo>
                  <a:cubicBezTo>
                    <a:pt x="0" y="117"/>
                    <a:pt x="3" y="112"/>
                    <a:pt x="8" y="100"/>
                  </a:cubicBezTo>
                  <a:cubicBezTo>
                    <a:pt x="13" y="88"/>
                    <a:pt x="14" y="75"/>
                    <a:pt x="12" y="61"/>
                  </a:cubicBezTo>
                  <a:cubicBezTo>
                    <a:pt x="10" y="47"/>
                    <a:pt x="4" y="32"/>
                    <a:pt x="12" y="20"/>
                  </a:cubicBezTo>
                  <a:close/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128">
              <a:extLst>
                <a:ext uri="{FF2B5EF4-FFF2-40B4-BE49-F238E27FC236}">
                  <a16:creationId xmlns:a16="http://schemas.microsoft.com/office/drawing/2014/main" id="{49D68328-780B-46AA-BE73-A283782C5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104"/>
              <a:ext cx="81" cy="89"/>
            </a:xfrm>
            <a:custGeom>
              <a:avLst/>
              <a:gdLst>
                <a:gd name="T0" fmla="*/ 167 w 54"/>
                <a:gd name="T1" fmla="*/ 127 h 59"/>
                <a:gd name="T2" fmla="*/ 62 w 54"/>
                <a:gd name="T3" fmla="*/ 184 h 59"/>
                <a:gd name="T4" fmla="*/ 21 w 54"/>
                <a:gd name="T5" fmla="*/ 72 h 59"/>
                <a:gd name="T6" fmla="*/ 126 w 54"/>
                <a:gd name="T7" fmla="*/ 14 h 59"/>
                <a:gd name="T8" fmla="*/ 167 w 54"/>
                <a:gd name="T9" fmla="*/ 12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9">
                  <a:moveTo>
                    <a:pt x="49" y="37"/>
                  </a:moveTo>
                  <a:cubicBezTo>
                    <a:pt x="43" y="51"/>
                    <a:pt x="29" y="59"/>
                    <a:pt x="18" y="54"/>
                  </a:cubicBezTo>
                  <a:cubicBezTo>
                    <a:pt x="6" y="50"/>
                    <a:pt x="0" y="35"/>
                    <a:pt x="6" y="21"/>
                  </a:cubicBezTo>
                  <a:cubicBezTo>
                    <a:pt x="11" y="7"/>
                    <a:pt x="25" y="0"/>
                    <a:pt x="37" y="4"/>
                  </a:cubicBezTo>
                  <a:cubicBezTo>
                    <a:pt x="48" y="9"/>
                    <a:pt x="54" y="23"/>
                    <a:pt x="49" y="37"/>
                  </a:cubicBezTo>
                  <a:close/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129">
              <a:extLst>
                <a:ext uri="{FF2B5EF4-FFF2-40B4-BE49-F238E27FC236}">
                  <a16:creationId xmlns:a16="http://schemas.microsoft.com/office/drawing/2014/main" id="{31C4F606-15C1-4C29-9D62-9523C57B4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117"/>
              <a:ext cx="57" cy="63"/>
            </a:xfrm>
            <a:custGeom>
              <a:avLst/>
              <a:gdLst>
                <a:gd name="T0" fmla="*/ 116 w 38"/>
                <a:gd name="T1" fmla="*/ 93 h 42"/>
                <a:gd name="T2" fmla="*/ 41 w 38"/>
                <a:gd name="T3" fmla="*/ 134 h 42"/>
                <a:gd name="T4" fmla="*/ 14 w 38"/>
                <a:gd name="T5" fmla="*/ 54 h 42"/>
                <a:gd name="T6" fmla="*/ 89 w 38"/>
                <a:gd name="T7" fmla="*/ 14 h 42"/>
                <a:gd name="T8" fmla="*/ 116 w 38"/>
                <a:gd name="T9" fmla="*/ 9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2">
                  <a:moveTo>
                    <a:pt x="34" y="27"/>
                  </a:moveTo>
                  <a:cubicBezTo>
                    <a:pt x="30" y="37"/>
                    <a:pt x="21" y="42"/>
                    <a:pt x="12" y="39"/>
                  </a:cubicBezTo>
                  <a:cubicBezTo>
                    <a:pt x="4" y="36"/>
                    <a:pt x="0" y="25"/>
                    <a:pt x="4" y="16"/>
                  </a:cubicBezTo>
                  <a:cubicBezTo>
                    <a:pt x="8" y="6"/>
                    <a:pt x="17" y="0"/>
                    <a:pt x="26" y="4"/>
                  </a:cubicBezTo>
                  <a:cubicBezTo>
                    <a:pt x="34" y="7"/>
                    <a:pt x="38" y="17"/>
                    <a:pt x="34" y="27"/>
                  </a:cubicBezTo>
                  <a:close/>
                </a:path>
              </a:pathLst>
            </a:custGeom>
            <a:solidFill>
              <a:srgbClr val="D04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130">
              <a:extLst>
                <a:ext uri="{FF2B5EF4-FFF2-40B4-BE49-F238E27FC236}">
                  <a16:creationId xmlns:a16="http://schemas.microsoft.com/office/drawing/2014/main" id="{ED4EB6EB-AAC5-4538-9DC1-F61F616AB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123"/>
              <a:ext cx="45" cy="55"/>
            </a:xfrm>
            <a:custGeom>
              <a:avLst/>
              <a:gdLst>
                <a:gd name="T0" fmla="*/ 68 w 30"/>
                <a:gd name="T1" fmla="*/ 95 h 37"/>
                <a:gd name="T2" fmla="*/ 41 w 30"/>
                <a:gd name="T3" fmla="*/ 19 h 37"/>
                <a:gd name="T4" fmla="*/ 53 w 30"/>
                <a:gd name="T5" fmla="*/ 0 h 37"/>
                <a:gd name="T6" fmla="*/ 14 w 30"/>
                <a:gd name="T7" fmla="*/ 40 h 37"/>
                <a:gd name="T8" fmla="*/ 41 w 30"/>
                <a:gd name="T9" fmla="*/ 114 h 37"/>
                <a:gd name="T10" fmla="*/ 102 w 30"/>
                <a:gd name="T11" fmla="*/ 95 h 37"/>
                <a:gd name="T12" fmla="*/ 68 w 30"/>
                <a:gd name="T13" fmla="*/ 9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7">
                  <a:moveTo>
                    <a:pt x="20" y="29"/>
                  </a:moveTo>
                  <a:cubicBezTo>
                    <a:pt x="12" y="26"/>
                    <a:pt x="8" y="16"/>
                    <a:pt x="12" y="6"/>
                  </a:cubicBezTo>
                  <a:cubicBezTo>
                    <a:pt x="13" y="4"/>
                    <a:pt x="14" y="2"/>
                    <a:pt x="15" y="0"/>
                  </a:cubicBezTo>
                  <a:cubicBezTo>
                    <a:pt x="11" y="2"/>
                    <a:pt x="6" y="6"/>
                    <a:pt x="4" y="12"/>
                  </a:cubicBezTo>
                  <a:cubicBezTo>
                    <a:pt x="0" y="21"/>
                    <a:pt x="4" y="32"/>
                    <a:pt x="12" y="35"/>
                  </a:cubicBezTo>
                  <a:cubicBezTo>
                    <a:pt x="19" y="37"/>
                    <a:pt x="26" y="35"/>
                    <a:pt x="30" y="29"/>
                  </a:cubicBezTo>
                  <a:cubicBezTo>
                    <a:pt x="27" y="31"/>
                    <a:pt x="24" y="31"/>
                    <a:pt x="20" y="29"/>
                  </a:cubicBezTo>
                  <a:close/>
                </a:path>
              </a:pathLst>
            </a:custGeom>
            <a:solidFill>
              <a:srgbClr val="AA25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131">
              <a:extLst>
                <a:ext uri="{FF2B5EF4-FFF2-40B4-BE49-F238E27FC236}">
                  <a16:creationId xmlns:a16="http://schemas.microsoft.com/office/drawing/2014/main" id="{2C603C60-6B87-49B6-BE31-E6BEA4548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064"/>
              <a:ext cx="71" cy="53"/>
            </a:xfrm>
            <a:custGeom>
              <a:avLst/>
              <a:gdLst>
                <a:gd name="T0" fmla="*/ 95 w 47"/>
                <a:gd name="T1" fmla="*/ 111 h 35"/>
                <a:gd name="T2" fmla="*/ 12 w 47"/>
                <a:gd name="T3" fmla="*/ 83 h 35"/>
                <a:gd name="T4" fmla="*/ 68 w 47"/>
                <a:gd name="T5" fmla="*/ 14 h 35"/>
                <a:gd name="T6" fmla="*/ 156 w 47"/>
                <a:gd name="T7" fmla="*/ 39 h 35"/>
                <a:gd name="T8" fmla="*/ 95 w 47"/>
                <a:gd name="T9" fmla="*/ 11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5">
                  <a:moveTo>
                    <a:pt x="28" y="32"/>
                  </a:moveTo>
                  <a:cubicBezTo>
                    <a:pt x="16" y="35"/>
                    <a:pt x="5" y="32"/>
                    <a:pt x="3" y="24"/>
                  </a:cubicBezTo>
                  <a:cubicBezTo>
                    <a:pt x="0" y="16"/>
                    <a:pt x="8" y="7"/>
                    <a:pt x="20" y="4"/>
                  </a:cubicBezTo>
                  <a:cubicBezTo>
                    <a:pt x="31" y="0"/>
                    <a:pt x="43" y="4"/>
                    <a:pt x="45" y="11"/>
                  </a:cubicBezTo>
                  <a:cubicBezTo>
                    <a:pt x="47" y="19"/>
                    <a:pt x="40" y="28"/>
                    <a:pt x="28" y="32"/>
                  </a:cubicBezTo>
                  <a:close/>
                </a:path>
              </a:pathLst>
            </a:custGeom>
            <a:solidFill>
              <a:srgbClr val="71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132">
              <a:extLst>
                <a:ext uri="{FF2B5EF4-FFF2-40B4-BE49-F238E27FC236}">
                  <a16:creationId xmlns:a16="http://schemas.microsoft.com/office/drawing/2014/main" id="{64AC4A05-BA87-4DEF-A6AA-B9E41818F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071"/>
              <a:ext cx="49" cy="38"/>
            </a:xfrm>
            <a:custGeom>
              <a:avLst/>
              <a:gdLst>
                <a:gd name="T0" fmla="*/ 67 w 33"/>
                <a:gd name="T1" fmla="*/ 81 h 25"/>
                <a:gd name="T2" fmla="*/ 6 w 33"/>
                <a:gd name="T3" fmla="*/ 61 h 25"/>
                <a:gd name="T4" fmla="*/ 46 w 33"/>
                <a:gd name="T5" fmla="*/ 12 h 25"/>
                <a:gd name="T6" fmla="*/ 105 w 33"/>
                <a:gd name="T7" fmla="*/ 27 h 25"/>
                <a:gd name="T8" fmla="*/ 67 w 33"/>
                <a:gd name="T9" fmla="*/ 8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5">
                  <a:moveTo>
                    <a:pt x="20" y="23"/>
                  </a:moveTo>
                  <a:cubicBezTo>
                    <a:pt x="12" y="25"/>
                    <a:pt x="4" y="23"/>
                    <a:pt x="2" y="17"/>
                  </a:cubicBezTo>
                  <a:cubicBezTo>
                    <a:pt x="0" y="12"/>
                    <a:pt x="6" y="5"/>
                    <a:pt x="14" y="3"/>
                  </a:cubicBezTo>
                  <a:cubicBezTo>
                    <a:pt x="22" y="0"/>
                    <a:pt x="30" y="3"/>
                    <a:pt x="32" y="8"/>
                  </a:cubicBezTo>
                  <a:cubicBezTo>
                    <a:pt x="33" y="14"/>
                    <a:pt x="28" y="20"/>
                    <a:pt x="20" y="23"/>
                  </a:cubicBezTo>
                  <a:close/>
                </a:path>
              </a:pathLst>
            </a:custGeom>
            <a:solidFill>
              <a:srgbClr val="096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133">
              <a:extLst>
                <a:ext uri="{FF2B5EF4-FFF2-40B4-BE49-F238E27FC236}">
                  <a16:creationId xmlns:a16="http://schemas.microsoft.com/office/drawing/2014/main" id="{716010AC-C8FC-4D8A-A1CA-646121ACF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071"/>
              <a:ext cx="48" cy="29"/>
            </a:xfrm>
            <a:custGeom>
              <a:avLst/>
              <a:gdLst>
                <a:gd name="T0" fmla="*/ 12 w 32"/>
                <a:gd name="T1" fmla="*/ 67 h 19"/>
                <a:gd name="T2" fmla="*/ 48 w 32"/>
                <a:gd name="T3" fmla="*/ 40 h 19"/>
                <a:gd name="T4" fmla="*/ 107 w 32"/>
                <a:gd name="T5" fmla="*/ 49 h 19"/>
                <a:gd name="T6" fmla="*/ 108 w 32"/>
                <a:gd name="T7" fmla="*/ 27 h 19"/>
                <a:gd name="T8" fmla="*/ 48 w 32"/>
                <a:gd name="T9" fmla="*/ 12 h 19"/>
                <a:gd name="T10" fmla="*/ 8 w 32"/>
                <a:gd name="T11" fmla="*/ 61 h 19"/>
                <a:gd name="T12" fmla="*/ 12 w 32"/>
                <a:gd name="T13" fmla="*/ 6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9">
                  <a:moveTo>
                    <a:pt x="3" y="19"/>
                  </a:moveTo>
                  <a:cubicBezTo>
                    <a:pt x="5" y="15"/>
                    <a:pt x="9" y="12"/>
                    <a:pt x="14" y="11"/>
                  </a:cubicBezTo>
                  <a:cubicBezTo>
                    <a:pt x="21" y="9"/>
                    <a:pt x="28" y="10"/>
                    <a:pt x="31" y="14"/>
                  </a:cubicBezTo>
                  <a:cubicBezTo>
                    <a:pt x="32" y="12"/>
                    <a:pt x="32" y="10"/>
                    <a:pt x="32" y="8"/>
                  </a:cubicBezTo>
                  <a:cubicBezTo>
                    <a:pt x="30" y="3"/>
                    <a:pt x="22" y="0"/>
                    <a:pt x="14" y="3"/>
                  </a:cubicBezTo>
                  <a:cubicBezTo>
                    <a:pt x="6" y="5"/>
                    <a:pt x="0" y="12"/>
                    <a:pt x="2" y="17"/>
                  </a:cubicBezTo>
                  <a:cubicBezTo>
                    <a:pt x="2" y="18"/>
                    <a:pt x="2" y="18"/>
                    <a:pt x="3" y="19"/>
                  </a:cubicBezTo>
                  <a:close/>
                </a:path>
              </a:pathLst>
            </a:custGeom>
            <a:solidFill>
              <a:srgbClr val="044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134">
              <a:extLst>
                <a:ext uri="{FF2B5EF4-FFF2-40B4-BE49-F238E27FC236}">
                  <a16:creationId xmlns:a16="http://schemas.microsoft.com/office/drawing/2014/main" id="{C2AE3B11-727E-48FE-B218-7F1E0ADC5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3213"/>
              <a:ext cx="52" cy="60"/>
            </a:xfrm>
            <a:custGeom>
              <a:avLst/>
              <a:gdLst>
                <a:gd name="T0" fmla="*/ 110 w 34"/>
                <a:gd name="T1" fmla="*/ 81 h 40"/>
                <a:gd name="T2" fmla="*/ 40 w 34"/>
                <a:gd name="T3" fmla="*/ 129 h 40"/>
                <a:gd name="T4" fmla="*/ 12 w 34"/>
                <a:gd name="T5" fmla="*/ 54 h 40"/>
                <a:gd name="T6" fmla="*/ 80 w 34"/>
                <a:gd name="T7" fmla="*/ 8 h 40"/>
                <a:gd name="T8" fmla="*/ 110 w 34"/>
                <a:gd name="T9" fmla="*/ 8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0">
                  <a:moveTo>
                    <a:pt x="31" y="24"/>
                  </a:moveTo>
                  <a:cubicBezTo>
                    <a:pt x="27" y="34"/>
                    <a:pt x="19" y="40"/>
                    <a:pt x="11" y="38"/>
                  </a:cubicBezTo>
                  <a:cubicBezTo>
                    <a:pt x="3" y="36"/>
                    <a:pt x="0" y="26"/>
                    <a:pt x="3" y="16"/>
                  </a:cubicBezTo>
                  <a:cubicBezTo>
                    <a:pt x="6" y="6"/>
                    <a:pt x="14" y="0"/>
                    <a:pt x="22" y="2"/>
                  </a:cubicBezTo>
                  <a:cubicBezTo>
                    <a:pt x="30" y="5"/>
                    <a:pt x="34" y="15"/>
                    <a:pt x="31" y="24"/>
                  </a:cubicBezTo>
                  <a:close/>
                </a:path>
              </a:pathLst>
            </a:custGeom>
            <a:solidFill>
              <a:srgbClr val="71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135">
              <a:extLst>
                <a:ext uri="{FF2B5EF4-FFF2-40B4-BE49-F238E27FC236}">
                  <a16:creationId xmlns:a16="http://schemas.microsoft.com/office/drawing/2014/main" id="{047F7368-7C8E-4B4F-8D8F-C919E5A6E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104"/>
              <a:ext cx="81" cy="89"/>
            </a:xfrm>
            <a:custGeom>
              <a:avLst/>
              <a:gdLst>
                <a:gd name="T0" fmla="*/ 167 w 54"/>
                <a:gd name="T1" fmla="*/ 127 h 59"/>
                <a:gd name="T2" fmla="*/ 62 w 54"/>
                <a:gd name="T3" fmla="*/ 184 h 59"/>
                <a:gd name="T4" fmla="*/ 21 w 54"/>
                <a:gd name="T5" fmla="*/ 72 h 59"/>
                <a:gd name="T6" fmla="*/ 126 w 54"/>
                <a:gd name="T7" fmla="*/ 14 h 59"/>
                <a:gd name="T8" fmla="*/ 167 w 54"/>
                <a:gd name="T9" fmla="*/ 12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9">
                  <a:moveTo>
                    <a:pt x="49" y="37"/>
                  </a:moveTo>
                  <a:cubicBezTo>
                    <a:pt x="43" y="51"/>
                    <a:pt x="29" y="59"/>
                    <a:pt x="18" y="54"/>
                  </a:cubicBezTo>
                  <a:cubicBezTo>
                    <a:pt x="6" y="50"/>
                    <a:pt x="0" y="35"/>
                    <a:pt x="6" y="21"/>
                  </a:cubicBezTo>
                  <a:cubicBezTo>
                    <a:pt x="11" y="7"/>
                    <a:pt x="25" y="0"/>
                    <a:pt x="37" y="4"/>
                  </a:cubicBezTo>
                  <a:cubicBezTo>
                    <a:pt x="48" y="9"/>
                    <a:pt x="54" y="23"/>
                    <a:pt x="49" y="37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136">
              <a:extLst>
                <a:ext uri="{FF2B5EF4-FFF2-40B4-BE49-F238E27FC236}">
                  <a16:creationId xmlns:a16="http://schemas.microsoft.com/office/drawing/2014/main" id="{A368715D-8122-489E-B774-B7E71B843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064"/>
              <a:ext cx="71" cy="53"/>
            </a:xfrm>
            <a:custGeom>
              <a:avLst/>
              <a:gdLst>
                <a:gd name="T0" fmla="*/ 95 w 47"/>
                <a:gd name="T1" fmla="*/ 111 h 35"/>
                <a:gd name="T2" fmla="*/ 12 w 47"/>
                <a:gd name="T3" fmla="*/ 83 h 35"/>
                <a:gd name="T4" fmla="*/ 68 w 47"/>
                <a:gd name="T5" fmla="*/ 14 h 35"/>
                <a:gd name="T6" fmla="*/ 156 w 47"/>
                <a:gd name="T7" fmla="*/ 39 h 35"/>
                <a:gd name="T8" fmla="*/ 95 w 47"/>
                <a:gd name="T9" fmla="*/ 11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5">
                  <a:moveTo>
                    <a:pt x="28" y="32"/>
                  </a:moveTo>
                  <a:cubicBezTo>
                    <a:pt x="16" y="35"/>
                    <a:pt x="5" y="32"/>
                    <a:pt x="3" y="24"/>
                  </a:cubicBezTo>
                  <a:cubicBezTo>
                    <a:pt x="0" y="16"/>
                    <a:pt x="8" y="7"/>
                    <a:pt x="20" y="4"/>
                  </a:cubicBezTo>
                  <a:cubicBezTo>
                    <a:pt x="31" y="0"/>
                    <a:pt x="43" y="4"/>
                    <a:pt x="45" y="11"/>
                  </a:cubicBezTo>
                  <a:cubicBezTo>
                    <a:pt x="47" y="19"/>
                    <a:pt x="40" y="28"/>
                    <a:pt x="28" y="32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137">
              <a:extLst>
                <a:ext uri="{FF2B5EF4-FFF2-40B4-BE49-F238E27FC236}">
                  <a16:creationId xmlns:a16="http://schemas.microsoft.com/office/drawing/2014/main" id="{71A2FADD-7FFF-499D-B716-CD1A80127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3213"/>
              <a:ext cx="52" cy="60"/>
            </a:xfrm>
            <a:custGeom>
              <a:avLst/>
              <a:gdLst>
                <a:gd name="T0" fmla="*/ 110 w 34"/>
                <a:gd name="T1" fmla="*/ 81 h 40"/>
                <a:gd name="T2" fmla="*/ 40 w 34"/>
                <a:gd name="T3" fmla="*/ 129 h 40"/>
                <a:gd name="T4" fmla="*/ 12 w 34"/>
                <a:gd name="T5" fmla="*/ 54 h 40"/>
                <a:gd name="T6" fmla="*/ 80 w 34"/>
                <a:gd name="T7" fmla="*/ 8 h 40"/>
                <a:gd name="T8" fmla="*/ 110 w 34"/>
                <a:gd name="T9" fmla="*/ 8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0">
                  <a:moveTo>
                    <a:pt x="31" y="24"/>
                  </a:moveTo>
                  <a:cubicBezTo>
                    <a:pt x="27" y="34"/>
                    <a:pt x="19" y="40"/>
                    <a:pt x="11" y="38"/>
                  </a:cubicBezTo>
                  <a:cubicBezTo>
                    <a:pt x="3" y="36"/>
                    <a:pt x="0" y="26"/>
                    <a:pt x="3" y="16"/>
                  </a:cubicBezTo>
                  <a:cubicBezTo>
                    <a:pt x="6" y="6"/>
                    <a:pt x="14" y="0"/>
                    <a:pt x="22" y="2"/>
                  </a:cubicBezTo>
                  <a:cubicBezTo>
                    <a:pt x="30" y="5"/>
                    <a:pt x="34" y="15"/>
                    <a:pt x="31" y="24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138">
              <a:extLst>
                <a:ext uri="{FF2B5EF4-FFF2-40B4-BE49-F238E27FC236}">
                  <a16:creationId xmlns:a16="http://schemas.microsoft.com/office/drawing/2014/main" id="{9C4CADCC-EC55-49DD-87E8-7FC9A1A5C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222"/>
              <a:ext cx="36" cy="42"/>
            </a:xfrm>
            <a:custGeom>
              <a:avLst/>
              <a:gdLst>
                <a:gd name="T0" fmla="*/ 72 w 24"/>
                <a:gd name="T1" fmla="*/ 59 h 28"/>
                <a:gd name="T2" fmla="*/ 27 w 24"/>
                <a:gd name="T3" fmla="*/ 93 h 28"/>
                <a:gd name="T4" fmla="*/ 8 w 24"/>
                <a:gd name="T5" fmla="*/ 39 h 28"/>
                <a:gd name="T6" fmla="*/ 53 w 24"/>
                <a:gd name="T7" fmla="*/ 8 h 28"/>
                <a:gd name="T8" fmla="*/ 72 w 24"/>
                <a:gd name="T9" fmla="*/ 5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8">
                  <a:moveTo>
                    <a:pt x="21" y="17"/>
                  </a:moveTo>
                  <a:cubicBezTo>
                    <a:pt x="19" y="24"/>
                    <a:pt x="13" y="28"/>
                    <a:pt x="8" y="27"/>
                  </a:cubicBezTo>
                  <a:cubicBezTo>
                    <a:pt x="2" y="25"/>
                    <a:pt x="0" y="18"/>
                    <a:pt x="2" y="11"/>
                  </a:cubicBezTo>
                  <a:cubicBezTo>
                    <a:pt x="4" y="4"/>
                    <a:pt x="10" y="0"/>
                    <a:pt x="15" y="2"/>
                  </a:cubicBezTo>
                  <a:cubicBezTo>
                    <a:pt x="21" y="3"/>
                    <a:pt x="24" y="10"/>
                    <a:pt x="21" y="17"/>
                  </a:cubicBezTo>
                  <a:close/>
                </a:path>
              </a:pathLst>
            </a:custGeom>
            <a:solidFill>
              <a:srgbClr val="096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139">
              <a:extLst>
                <a:ext uri="{FF2B5EF4-FFF2-40B4-BE49-F238E27FC236}">
                  <a16:creationId xmlns:a16="http://schemas.microsoft.com/office/drawing/2014/main" id="{49EB276E-9A89-4C10-A0D7-26AC6C38D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220"/>
              <a:ext cx="34" cy="30"/>
            </a:xfrm>
            <a:custGeom>
              <a:avLst/>
              <a:gdLst>
                <a:gd name="T0" fmla="*/ 0 w 22"/>
                <a:gd name="T1" fmla="*/ 66 h 20"/>
                <a:gd name="T2" fmla="*/ 53 w 22"/>
                <a:gd name="T3" fmla="*/ 32 h 20"/>
                <a:gd name="T4" fmla="*/ 74 w 22"/>
                <a:gd name="T5" fmla="*/ 59 h 20"/>
                <a:gd name="T6" fmla="*/ 53 w 22"/>
                <a:gd name="T7" fmla="*/ 8 h 20"/>
                <a:gd name="T8" fmla="*/ 0 w 22"/>
                <a:gd name="T9" fmla="*/ 41 h 20"/>
                <a:gd name="T10" fmla="*/ 0 w 22"/>
                <a:gd name="T11" fmla="*/ 68 h 20"/>
                <a:gd name="T12" fmla="*/ 0 w 22"/>
                <a:gd name="T13" fmla="*/ 6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0">
                  <a:moveTo>
                    <a:pt x="0" y="19"/>
                  </a:moveTo>
                  <a:cubicBezTo>
                    <a:pt x="3" y="12"/>
                    <a:pt x="9" y="8"/>
                    <a:pt x="14" y="9"/>
                  </a:cubicBezTo>
                  <a:cubicBezTo>
                    <a:pt x="17" y="10"/>
                    <a:pt x="19" y="13"/>
                    <a:pt x="20" y="17"/>
                  </a:cubicBezTo>
                  <a:cubicBezTo>
                    <a:pt x="22" y="10"/>
                    <a:pt x="19" y="4"/>
                    <a:pt x="14" y="2"/>
                  </a:cubicBezTo>
                  <a:cubicBezTo>
                    <a:pt x="9" y="0"/>
                    <a:pt x="3" y="5"/>
                    <a:pt x="0" y="12"/>
                  </a:cubicBezTo>
                  <a:cubicBezTo>
                    <a:pt x="0" y="15"/>
                    <a:pt x="0" y="18"/>
                    <a:pt x="0" y="20"/>
                  </a:cubicBezTo>
                  <a:cubicBezTo>
                    <a:pt x="0" y="20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044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140">
              <a:extLst>
                <a:ext uri="{FF2B5EF4-FFF2-40B4-BE49-F238E27FC236}">
                  <a16:creationId xmlns:a16="http://schemas.microsoft.com/office/drawing/2014/main" id="{6DF4FF8D-86CB-49CA-B21E-31F10F649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163"/>
              <a:ext cx="99" cy="90"/>
            </a:xfrm>
            <a:custGeom>
              <a:avLst/>
              <a:gdLst>
                <a:gd name="T0" fmla="*/ 66 w 66"/>
                <a:gd name="T1" fmla="*/ 162 h 60"/>
                <a:gd name="T2" fmla="*/ 27 w 66"/>
                <a:gd name="T3" fmla="*/ 35 h 60"/>
                <a:gd name="T4" fmla="*/ 161 w 66"/>
                <a:gd name="T5" fmla="*/ 41 h 60"/>
                <a:gd name="T6" fmla="*/ 197 w 66"/>
                <a:gd name="T7" fmla="*/ 170 h 60"/>
                <a:gd name="T8" fmla="*/ 66 w 66"/>
                <a:gd name="T9" fmla="*/ 16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0">
                  <a:moveTo>
                    <a:pt x="19" y="48"/>
                  </a:moveTo>
                  <a:cubicBezTo>
                    <a:pt x="5" y="37"/>
                    <a:pt x="0" y="20"/>
                    <a:pt x="8" y="10"/>
                  </a:cubicBezTo>
                  <a:cubicBezTo>
                    <a:pt x="16" y="0"/>
                    <a:pt x="33" y="1"/>
                    <a:pt x="47" y="12"/>
                  </a:cubicBezTo>
                  <a:cubicBezTo>
                    <a:pt x="61" y="23"/>
                    <a:pt x="66" y="40"/>
                    <a:pt x="58" y="50"/>
                  </a:cubicBezTo>
                  <a:cubicBezTo>
                    <a:pt x="50" y="60"/>
                    <a:pt x="32" y="59"/>
                    <a:pt x="19" y="48"/>
                  </a:cubicBezTo>
                  <a:close/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141">
              <a:extLst>
                <a:ext uri="{FF2B5EF4-FFF2-40B4-BE49-F238E27FC236}">
                  <a16:creationId xmlns:a16="http://schemas.microsoft.com/office/drawing/2014/main" id="{C640820C-8D5F-4760-BAFF-214B6567D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177"/>
              <a:ext cx="69" cy="63"/>
            </a:xfrm>
            <a:custGeom>
              <a:avLst/>
              <a:gdLst>
                <a:gd name="T0" fmla="*/ 45 w 46"/>
                <a:gd name="T1" fmla="*/ 116 h 42"/>
                <a:gd name="T2" fmla="*/ 18 w 46"/>
                <a:gd name="T3" fmla="*/ 26 h 42"/>
                <a:gd name="T4" fmla="*/ 113 w 46"/>
                <a:gd name="T5" fmla="*/ 27 h 42"/>
                <a:gd name="T6" fmla="*/ 135 w 46"/>
                <a:gd name="T7" fmla="*/ 120 h 42"/>
                <a:gd name="T8" fmla="*/ 45 w 46"/>
                <a:gd name="T9" fmla="*/ 11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2">
                  <a:moveTo>
                    <a:pt x="13" y="34"/>
                  </a:moveTo>
                  <a:cubicBezTo>
                    <a:pt x="3" y="26"/>
                    <a:pt x="0" y="14"/>
                    <a:pt x="5" y="7"/>
                  </a:cubicBezTo>
                  <a:cubicBezTo>
                    <a:pt x="11" y="0"/>
                    <a:pt x="23" y="1"/>
                    <a:pt x="33" y="8"/>
                  </a:cubicBezTo>
                  <a:cubicBezTo>
                    <a:pt x="43" y="16"/>
                    <a:pt x="46" y="28"/>
                    <a:pt x="40" y="35"/>
                  </a:cubicBezTo>
                  <a:cubicBezTo>
                    <a:pt x="35" y="42"/>
                    <a:pt x="22" y="41"/>
                    <a:pt x="13" y="34"/>
                  </a:cubicBezTo>
                  <a:close/>
                </a:path>
              </a:pathLst>
            </a:custGeom>
            <a:solidFill>
              <a:srgbClr val="D04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142">
              <a:extLst>
                <a:ext uri="{FF2B5EF4-FFF2-40B4-BE49-F238E27FC236}">
                  <a16:creationId xmlns:a16="http://schemas.microsoft.com/office/drawing/2014/main" id="{778DA597-6FFB-4A5D-B2AF-EF030FC4F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177"/>
              <a:ext cx="64" cy="46"/>
            </a:xfrm>
            <a:custGeom>
              <a:avLst/>
              <a:gdLst>
                <a:gd name="T0" fmla="*/ 9 w 43"/>
                <a:gd name="T1" fmla="*/ 49 h 31"/>
                <a:gd name="T2" fmla="*/ 101 w 43"/>
                <a:gd name="T3" fmla="*/ 55 h 31"/>
                <a:gd name="T4" fmla="*/ 132 w 43"/>
                <a:gd name="T5" fmla="*/ 101 h 31"/>
                <a:gd name="T6" fmla="*/ 101 w 43"/>
                <a:gd name="T7" fmla="*/ 27 h 31"/>
                <a:gd name="T8" fmla="*/ 9 w 43"/>
                <a:gd name="T9" fmla="*/ 22 h 31"/>
                <a:gd name="T10" fmla="*/ 1 w 43"/>
                <a:gd name="T11" fmla="*/ 67 h 31"/>
                <a:gd name="T12" fmla="*/ 9 w 43"/>
                <a:gd name="T13" fmla="*/ 4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1">
                  <a:moveTo>
                    <a:pt x="3" y="15"/>
                  </a:moveTo>
                  <a:cubicBezTo>
                    <a:pt x="9" y="9"/>
                    <a:pt x="21" y="9"/>
                    <a:pt x="31" y="17"/>
                  </a:cubicBezTo>
                  <a:cubicBezTo>
                    <a:pt x="36" y="21"/>
                    <a:pt x="39" y="26"/>
                    <a:pt x="40" y="31"/>
                  </a:cubicBezTo>
                  <a:cubicBezTo>
                    <a:pt x="43" y="24"/>
                    <a:pt x="39" y="15"/>
                    <a:pt x="31" y="8"/>
                  </a:cubicBezTo>
                  <a:cubicBezTo>
                    <a:pt x="21" y="1"/>
                    <a:pt x="9" y="0"/>
                    <a:pt x="3" y="7"/>
                  </a:cubicBezTo>
                  <a:cubicBezTo>
                    <a:pt x="0" y="10"/>
                    <a:pt x="0" y="15"/>
                    <a:pt x="1" y="20"/>
                  </a:cubicBezTo>
                  <a:cubicBezTo>
                    <a:pt x="2" y="18"/>
                    <a:pt x="2" y="17"/>
                    <a:pt x="3" y="15"/>
                  </a:cubicBezTo>
                  <a:close/>
                </a:path>
              </a:pathLst>
            </a:custGeom>
            <a:solidFill>
              <a:srgbClr val="AA25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143">
              <a:extLst>
                <a:ext uri="{FF2B5EF4-FFF2-40B4-BE49-F238E27FC236}">
                  <a16:creationId xmlns:a16="http://schemas.microsoft.com/office/drawing/2014/main" id="{22DF7F39-970E-43B5-99BC-065ECA731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246"/>
              <a:ext cx="65" cy="71"/>
            </a:xfrm>
            <a:custGeom>
              <a:avLst/>
              <a:gdLst>
                <a:gd name="T0" fmla="*/ 27 w 43"/>
                <a:gd name="T1" fmla="*/ 121 h 47"/>
                <a:gd name="T2" fmla="*/ 27 w 43"/>
                <a:gd name="T3" fmla="*/ 21 h 47"/>
                <a:gd name="T4" fmla="*/ 124 w 43"/>
                <a:gd name="T5" fmla="*/ 41 h 47"/>
                <a:gd name="T6" fmla="*/ 121 w 43"/>
                <a:gd name="T7" fmla="*/ 142 h 47"/>
                <a:gd name="T8" fmla="*/ 27 w 43"/>
                <a:gd name="T9" fmla="*/ 12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7">
                  <a:moveTo>
                    <a:pt x="8" y="35"/>
                  </a:moveTo>
                  <a:cubicBezTo>
                    <a:pt x="0" y="25"/>
                    <a:pt x="0" y="12"/>
                    <a:pt x="8" y="6"/>
                  </a:cubicBezTo>
                  <a:cubicBezTo>
                    <a:pt x="16" y="0"/>
                    <a:pt x="28" y="3"/>
                    <a:pt x="36" y="12"/>
                  </a:cubicBezTo>
                  <a:cubicBezTo>
                    <a:pt x="43" y="22"/>
                    <a:pt x="43" y="34"/>
                    <a:pt x="35" y="41"/>
                  </a:cubicBezTo>
                  <a:cubicBezTo>
                    <a:pt x="28" y="47"/>
                    <a:pt x="15" y="44"/>
                    <a:pt x="8" y="35"/>
                  </a:cubicBezTo>
                  <a:close/>
                </a:path>
              </a:pathLst>
            </a:custGeom>
            <a:solidFill>
              <a:srgbClr val="71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144">
              <a:extLst>
                <a:ext uri="{FF2B5EF4-FFF2-40B4-BE49-F238E27FC236}">
                  <a16:creationId xmlns:a16="http://schemas.microsoft.com/office/drawing/2014/main" id="{C6DFB3A7-C861-4428-9311-62D3E093C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3256"/>
              <a:ext cx="47" cy="50"/>
            </a:xfrm>
            <a:custGeom>
              <a:avLst/>
              <a:gdLst>
                <a:gd name="T0" fmla="*/ 21 w 31"/>
                <a:gd name="T1" fmla="*/ 83 h 33"/>
                <a:gd name="T2" fmla="*/ 21 w 31"/>
                <a:gd name="T3" fmla="*/ 14 h 33"/>
                <a:gd name="T4" fmla="*/ 89 w 31"/>
                <a:gd name="T5" fmla="*/ 27 h 33"/>
                <a:gd name="T6" fmla="*/ 88 w 31"/>
                <a:gd name="T7" fmla="*/ 97 h 33"/>
                <a:gd name="T8" fmla="*/ 21 w 31"/>
                <a:gd name="T9" fmla="*/ 8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6" y="24"/>
                  </a:moveTo>
                  <a:cubicBezTo>
                    <a:pt x="0" y="18"/>
                    <a:pt x="1" y="9"/>
                    <a:pt x="6" y="4"/>
                  </a:cubicBezTo>
                  <a:cubicBezTo>
                    <a:pt x="12" y="0"/>
                    <a:pt x="20" y="2"/>
                    <a:pt x="26" y="8"/>
                  </a:cubicBezTo>
                  <a:cubicBezTo>
                    <a:pt x="31" y="15"/>
                    <a:pt x="31" y="24"/>
                    <a:pt x="25" y="28"/>
                  </a:cubicBezTo>
                  <a:cubicBezTo>
                    <a:pt x="20" y="33"/>
                    <a:pt x="11" y="31"/>
                    <a:pt x="6" y="24"/>
                  </a:cubicBezTo>
                  <a:close/>
                </a:path>
              </a:pathLst>
            </a:custGeom>
            <a:solidFill>
              <a:srgbClr val="096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145">
              <a:extLst>
                <a:ext uri="{FF2B5EF4-FFF2-40B4-BE49-F238E27FC236}">
                  <a16:creationId xmlns:a16="http://schemas.microsoft.com/office/drawing/2014/main" id="{315B0AC9-95D7-41ED-A1D2-9EE0ACDAC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256"/>
              <a:ext cx="44" cy="35"/>
            </a:xfrm>
            <a:custGeom>
              <a:avLst/>
              <a:gdLst>
                <a:gd name="T0" fmla="*/ 18 w 29"/>
                <a:gd name="T1" fmla="*/ 41 h 23"/>
                <a:gd name="T2" fmla="*/ 88 w 29"/>
                <a:gd name="T3" fmla="*/ 56 h 23"/>
                <a:gd name="T4" fmla="*/ 97 w 29"/>
                <a:gd name="T5" fmla="*/ 81 h 23"/>
                <a:gd name="T6" fmla="*/ 88 w 29"/>
                <a:gd name="T7" fmla="*/ 27 h 23"/>
                <a:gd name="T8" fmla="*/ 18 w 29"/>
                <a:gd name="T9" fmla="*/ 14 h 23"/>
                <a:gd name="T10" fmla="*/ 5 w 29"/>
                <a:gd name="T11" fmla="*/ 62 h 23"/>
                <a:gd name="T12" fmla="*/ 18 w 29"/>
                <a:gd name="T13" fmla="*/ 4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3">
                  <a:moveTo>
                    <a:pt x="5" y="12"/>
                  </a:moveTo>
                  <a:cubicBezTo>
                    <a:pt x="11" y="7"/>
                    <a:pt x="19" y="9"/>
                    <a:pt x="25" y="16"/>
                  </a:cubicBezTo>
                  <a:cubicBezTo>
                    <a:pt x="26" y="18"/>
                    <a:pt x="27" y="20"/>
                    <a:pt x="28" y="23"/>
                  </a:cubicBezTo>
                  <a:cubicBezTo>
                    <a:pt x="29" y="18"/>
                    <a:pt x="28" y="13"/>
                    <a:pt x="25" y="8"/>
                  </a:cubicBezTo>
                  <a:cubicBezTo>
                    <a:pt x="19" y="2"/>
                    <a:pt x="11" y="0"/>
                    <a:pt x="5" y="4"/>
                  </a:cubicBezTo>
                  <a:cubicBezTo>
                    <a:pt x="1" y="7"/>
                    <a:pt x="0" y="12"/>
                    <a:pt x="1" y="18"/>
                  </a:cubicBezTo>
                  <a:cubicBezTo>
                    <a:pt x="2" y="15"/>
                    <a:pt x="3" y="13"/>
                    <a:pt x="5" y="12"/>
                  </a:cubicBezTo>
                  <a:close/>
                </a:path>
              </a:pathLst>
            </a:custGeom>
            <a:solidFill>
              <a:srgbClr val="044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146">
              <a:extLst>
                <a:ext uri="{FF2B5EF4-FFF2-40B4-BE49-F238E27FC236}">
                  <a16:creationId xmlns:a16="http://schemas.microsoft.com/office/drawing/2014/main" id="{6D662BD8-78EB-429A-AD97-75CB8EE17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101"/>
              <a:ext cx="67" cy="56"/>
            </a:xfrm>
            <a:custGeom>
              <a:avLst/>
              <a:gdLst>
                <a:gd name="T0" fmla="*/ 49 w 45"/>
                <a:gd name="T1" fmla="*/ 107 h 37"/>
                <a:gd name="T2" fmla="*/ 13 w 45"/>
                <a:gd name="T3" fmla="*/ 26 h 37"/>
                <a:gd name="T4" fmla="*/ 101 w 45"/>
                <a:gd name="T5" fmla="*/ 21 h 37"/>
                <a:gd name="T6" fmla="*/ 135 w 45"/>
                <a:gd name="T7" fmla="*/ 103 h 37"/>
                <a:gd name="T8" fmla="*/ 49 w 45"/>
                <a:gd name="T9" fmla="*/ 10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15" y="31"/>
                  </a:moveTo>
                  <a:cubicBezTo>
                    <a:pt x="5" y="24"/>
                    <a:pt x="0" y="13"/>
                    <a:pt x="4" y="7"/>
                  </a:cubicBezTo>
                  <a:cubicBezTo>
                    <a:pt x="9" y="0"/>
                    <a:pt x="20" y="0"/>
                    <a:pt x="31" y="6"/>
                  </a:cubicBezTo>
                  <a:cubicBezTo>
                    <a:pt x="41" y="13"/>
                    <a:pt x="45" y="24"/>
                    <a:pt x="41" y="30"/>
                  </a:cubicBezTo>
                  <a:cubicBezTo>
                    <a:pt x="37" y="37"/>
                    <a:pt x="25" y="37"/>
                    <a:pt x="15" y="31"/>
                  </a:cubicBezTo>
                  <a:close/>
                </a:path>
              </a:pathLst>
            </a:custGeom>
            <a:solidFill>
              <a:srgbClr val="71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147">
              <a:extLst>
                <a:ext uri="{FF2B5EF4-FFF2-40B4-BE49-F238E27FC236}">
                  <a16:creationId xmlns:a16="http://schemas.microsoft.com/office/drawing/2014/main" id="{0BAD6C86-D6D3-45AC-B09E-11FD7514F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163"/>
              <a:ext cx="99" cy="90"/>
            </a:xfrm>
            <a:custGeom>
              <a:avLst/>
              <a:gdLst>
                <a:gd name="T0" fmla="*/ 66 w 66"/>
                <a:gd name="T1" fmla="*/ 162 h 60"/>
                <a:gd name="T2" fmla="*/ 27 w 66"/>
                <a:gd name="T3" fmla="*/ 35 h 60"/>
                <a:gd name="T4" fmla="*/ 161 w 66"/>
                <a:gd name="T5" fmla="*/ 41 h 60"/>
                <a:gd name="T6" fmla="*/ 197 w 66"/>
                <a:gd name="T7" fmla="*/ 170 h 60"/>
                <a:gd name="T8" fmla="*/ 66 w 66"/>
                <a:gd name="T9" fmla="*/ 16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0">
                  <a:moveTo>
                    <a:pt x="19" y="48"/>
                  </a:moveTo>
                  <a:cubicBezTo>
                    <a:pt x="5" y="37"/>
                    <a:pt x="0" y="20"/>
                    <a:pt x="8" y="10"/>
                  </a:cubicBezTo>
                  <a:cubicBezTo>
                    <a:pt x="16" y="0"/>
                    <a:pt x="33" y="1"/>
                    <a:pt x="47" y="12"/>
                  </a:cubicBezTo>
                  <a:cubicBezTo>
                    <a:pt x="61" y="23"/>
                    <a:pt x="66" y="40"/>
                    <a:pt x="58" y="50"/>
                  </a:cubicBezTo>
                  <a:cubicBezTo>
                    <a:pt x="50" y="60"/>
                    <a:pt x="32" y="59"/>
                    <a:pt x="19" y="48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148">
              <a:extLst>
                <a:ext uri="{FF2B5EF4-FFF2-40B4-BE49-F238E27FC236}">
                  <a16:creationId xmlns:a16="http://schemas.microsoft.com/office/drawing/2014/main" id="{BD6C4C0A-8EE1-4ACE-989F-7518891A9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246"/>
              <a:ext cx="65" cy="71"/>
            </a:xfrm>
            <a:custGeom>
              <a:avLst/>
              <a:gdLst>
                <a:gd name="T0" fmla="*/ 27 w 43"/>
                <a:gd name="T1" fmla="*/ 121 h 47"/>
                <a:gd name="T2" fmla="*/ 27 w 43"/>
                <a:gd name="T3" fmla="*/ 21 h 47"/>
                <a:gd name="T4" fmla="*/ 124 w 43"/>
                <a:gd name="T5" fmla="*/ 41 h 47"/>
                <a:gd name="T6" fmla="*/ 121 w 43"/>
                <a:gd name="T7" fmla="*/ 142 h 47"/>
                <a:gd name="T8" fmla="*/ 27 w 43"/>
                <a:gd name="T9" fmla="*/ 12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7">
                  <a:moveTo>
                    <a:pt x="8" y="35"/>
                  </a:moveTo>
                  <a:cubicBezTo>
                    <a:pt x="0" y="25"/>
                    <a:pt x="0" y="12"/>
                    <a:pt x="8" y="6"/>
                  </a:cubicBezTo>
                  <a:cubicBezTo>
                    <a:pt x="16" y="0"/>
                    <a:pt x="28" y="3"/>
                    <a:pt x="36" y="12"/>
                  </a:cubicBezTo>
                  <a:cubicBezTo>
                    <a:pt x="43" y="22"/>
                    <a:pt x="43" y="34"/>
                    <a:pt x="35" y="41"/>
                  </a:cubicBezTo>
                  <a:cubicBezTo>
                    <a:pt x="28" y="47"/>
                    <a:pt x="15" y="44"/>
                    <a:pt x="8" y="35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149">
              <a:extLst>
                <a:ext uri="{FF2B5EF4-FFF2-40B4-BE49-F238E27FC236}">
                  <a16:creationId xmlns:a16="http://schemas.microsoft.com/office/drawing/2014/main" id="{DB13B959-F8F8-4C41-931B-A13B79983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101"/>
              <a:ext cx="67" cy="56"/>
            </a:xfrm>
            <a:custGeom>
              <a:avLst/>
              <a:gdLst>
                <a:gd name="T0" fmla="*/ 49 w 45"/>
                <a:gd name="T1" fmla="*/ 107 h 37"/>
                <a:gd name="T2" fmla="*/ 13 w 45"/>
                <a:gd name="T3" fmla="*/ 26 h 37"/>
                <a:gd name="T4" fmla="*/ 101 w 45"/>
                <a:gd name="T5" fmla="*/ 21 h 37"/>
                <a:gd name="T6" fmla="*/ 135 w 45"/>
                <a:gd name="T7" fmla="*/ 103 h 37"/>
                <a:gd name="T8" fmla="*/ 49 w 45"/>
                <a:gd name="T9" fmla="*/ 10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15" y="31"/>
                  </a:moveTo>
                  <a:cubicBezTo>
                    <a:pt x="5" y="24"/>
                    <a:pt x="0" y="13"/>
                    <a:pt x="4" y="7"/>
                  </a:cubicBezTo>
                  <a:cubicBezTo>
                    <a:pt x="9" y="0"/>
                    <a:pt x="20" y="0"/>
                    <a:pt x="31" y="6"/>
                  </a:cubicBezTo>
                  <a:cubicBezTo>
                    <a:pt x="41" y="13"/>
                    <a:pt x="45" y="24"/>
                    <a:pt x="41" y="30"/>
                  </a:cubicBezTo>
                  <a:cubicBezTo>
                    <a:pt x="37" y="37"/>
                    <a:pt x="25" y="37"/>
                    <a:pt x="15" y="31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150">
              <a:extLst>
                <a:ext uri="{FF2B5EF4-FFF2-40B4-BE49-F238E27FC236}">
                  <a16:creationId xmlns:a16="http://schemas.microsoft.com/office/drawing/2014/main" id="{AD1EAEA4-942F-466B-89BA-009C77DD4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109"/>
              <a:ext cx="48" cy="41"/>
            </a:xfrm>
            <a:custGeom>
              <a:avLst/>
              <a:gdLst>
                <a:gd name="T0" fmla="*/ 35 w 32"/>
                <a:gd name="T1" fmla="*/ 76 h 27"/>
                <a:gd name="T2" fmla="*/ 12 w 32"/>
                <a:gd name="T3" fmla="*/ 18 h 27"/>
                <a:gd name="T4" fmla="*/ 72 w 32"/>
                <a:gd name="T5" fmla="*/ 18 h 27"/>
                <a:gd name="T6" fmla="*/ 99 w 32"/>
                <a:gd name="T7" fmla="*/ 76 h 27"/>
                <a:gd name="T8" fmla="*/ 35 w 32"/>
                <a:gd name="T9" fmla="*/ 7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0" y="22"/>
                  </a:moveTo>
                  <a:cubicBezTo>
                    <a:pt x="3" y="17"/>
                    <a:pt x="0" y="10"/>
                    <a:pt x="3" y="5"/>
                  </a:cubicBezTo>
                  <a:cubicBezTo>
                    <a:pt x="6" y="0"/>
                    <a:pt x="14" y="0"/>
                    <a:pt x="21" y="5"/>
                  </a:cubicBezTo>
                  <a:cubicBezTo>
                    <a:pt x="28" y="9"/>
                    <a:pt x="32" y="17"/>
                    <a:pt x="29" y="22"/>
                  </a:cubicBezTo>
                  <a:cubicBezTo>
                    <a:pt x="26" y="27"/>
                    <a:pt x="17" y="27"/>
                    <a:pt x="10" y="22"/>
                  </a:cubicBezTo>
                  <a:close/>
                </a:path>
              </a:pathLst>
            </a:custGeom>
            <a:solidFill>
              <a:srgbClr val="096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151">
              <a:extLst>
                <a:ext uri="{FF2B5EF4-FFF2-40B4-BE49-F238E27FC236}">
                  <a16:creationId xmlns:a16="http://schemas.microsoft.com/office/drawing/2014/main" id="{9782A1B2-33CD-4A3F-AA6A-711B6255A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3109"/>
              <a:ext cx="45" cy="32"/>
            </a:xfrm>
            <a:custGeom>
              <a:avLst/>
              <a:gdLst>
                <a:gd name="T0" fmla="*/ 8 w 30"/>
                <a:gd name="T1" fmla="*/ 41 h 21"/>
                <a:gd name="T2" fmla="*/ 68 w 30"/>
                <a:gd name="T3" fmla="*/ 41 h 21"/>
                <a:gd name="T4" fmla="*/ 95 w 30"/>
                <a:gd name="T5" fmla="*/ 75 h 21"/>
                <a:gd name="T6" fmla="*/ 68 w 30"/>
                <a:gd name="T7" fmla="*/ 18 h 21"/>
                <a:gd name="T8" fmla="*/ 8 w 30"/>
                <a:gd name="T9" fmla="*/ 18 h 21"/>
                <a:gd name="T10" fmla="*/ 5 w 30"/>
                <a:gd name="T11" fmla="*/ 46 h 21"/>
                <a:gd name="T12" fmla="*/ 8 w 30"/>
                <a:gd name="T13" fmla="*/ 4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1">
                  <a:moveTo>
                    <a:pt x="2" y="12"/>
                  </a:moveTo>
                  <a:cubicBezTo>
                    <a:pt x="5" y="7"/>
                    <a:pt x="13" y="7"/>
                    <a:pt x="20" y="12"/>
                  </a:cubicBezTo>
                  <a:cubicBezTo>
                    <a:pt x="24" y="14"/>
                    <a:pt x="27" y="18"/>
                    <a:pt x="28" y="21"/>
                  </a:cubicBezTo>
                  <a:cubicBezTo>
                    <a:pt x="30" y="16"/>
                    <a:pt x="27" y="9"/>
                    <a:pt x="20" y="5"/>
                  </a:cubicBezTo>
                  <a:cubicBezTo>
                    <a:pt x="13" y="0"/>
                    <a:pt x="5" y="0"/>
                    <a:pt x="2" y="5"/>
                  </a:cubicBezTo>
                  <a:cubicBezTo>
                    <a:pt x="0" y="7"/>
                    <a:pt x="0" y="10"/>
                    <a:pt x="1" y="13"/>
                  </a:cubicBezTo>
                  <a:cubicBezTo>
                    <a:pt x="2" y="12"/>
                    <a:pt x="2" y="12"/>
                    <a:pt x="2" y="12"/>
                  </a:cubicBezTo>
                  <a:close/>
                </a:path>
              </a:pathLst>
            </a:custGeom>
            <a:solidFill>
              <a:srgbClr val="044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152">
              <a:extLst>
                <a:ext uri="{FF2B5EF4-FFF2-40B4-BE49-F238E27FC236}">
                  <a16:creationId xmlns:a16="http://schemas.microsoft.com/office/drawing/2014/main" id="{244A9B27-4404-4696-BC5C-22DF3CDBA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117"/>
              <a:ext cx="57" cy="63"/>
            </a:xfrm>
            <a:custGeom>
              <a:avLst/>
              <a:gdLst>
                <a:gd name="T0" fmla="*/ 116 w 38"/>
                <a:gd name="T1" fmla="*/ 93 h 42"/>
                <a:gd name="T2" fmla="*/ 41 w 38"/>
                <a:gd name="T3" fmla="*/ 134 h 42"/>
                <a:gd name="T4" fmla="*/ 14 w 38"/>
                <a:gd name="T5" fmla="*/ 54 h 42"/>
                <a:gd name="T6" fmla="*/ 89 w 38"/>
                <a:gd name="T7" fmla="*/ 14 h 42"/>
                <a:gd name="T8" fmla="*/ 116 w 38"/>
                <a:gd name="T9" fmla="*/ 9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2">
                  <a:moveTo>
                    <a:pt x="34" y="27"/>
                  </a:moveTo>
                  <a:cubicBezTo>
                    <a:pt x="30" y="37"/>
                    <a:pt x="21" y="42"/>
                    <a:pt x="12" y="39"/>
                  </a:cubicBezTo>
                  <a:cubicBezTo>
                    <a:pt x="4" y="36"/>
                    <a:pt x="0" y="25"/>
                    <a:pt x="4" y="16"/>
                  </a:cubicBezTo>
                  <a:cubicBezTo>
                    <a:pt x="8" y="6"/>
                    <a:pt x="17" y="0"/>
                    <a:pt x="26" y="4"/>
                  </a:cubicBezTo>
                  <a:cubicBezTo>
                    <a:pt x="34" y="7"/>
                    <a:pt x="38" y="17"/>
                    <a:pt x="34" y="27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153">
              <a:extLst>
                <a:ext uri="{FF2B5EF4-FFF2-40B4-BE49-F238E27FC236}">
                  <a16:creationId xmlns:a16="http://schemas.microsoft.com/office/drawing/2014/main" id="{28964333-FF42-4A1E-BD09-BD272F9C7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071"/>
              <a:ext cx="49" cy="38"/>
            </a:xfrm>
            <a:custGeom>
              <a:avLst/>
              <a:gdLst>
                <a:gd name="T0" fmla="*/ 67 w 33"/>
                <a:gd name="T1" fmla="*/ 81 h 25"/>
                <a:gd name="T2" fmla="*/ 6 w 33"/>
                <a:gd name="T3" fmla="*/ 61 h 25"/>
                <a:gd name="T4" fmla="*/ 46 w 33"/>
                <a:gd name="T5" fmla="*/ 12 h 25"/>
                <a:gd name="T6" fmla="*/ 105 w 33"/>
                <a:gd name="T7" fmla="*/ 27 h 25"/>
                <a:gd name="T8" fmla="*/ 67 w 33"/>
                <a:gd name="T9" fmla="*/ 8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5">
                  <a:moveTo>
                    <a:pt x="20" y="23"/>
                  </a:moveTo>
                  <a:cubicBezTo>
                    <a:pt x="12" y="25"/>
                    <a:pt x="4" y="23"/>
                    <a:pt x="2" y="17"/>
                  </a:cubicBezTo>
                  <a:cubicBezTo>
                    <a:pt x="0" y="12"/>
                    <a:pt x="6" y="5"/>
                    <a:pt x="14" y="3"/>
                  </a:cubicBezTo>
                  <a:cubicBezTo>
                    <a:pt x="22" y="0"/>
                    <a:pt x="30" y="3"/>
                    <a:pt x="32" y="8"/>
                  </a:cubicBezTo>
                  <a:cubicBezTo>
                    <a:pt x="33" y="14"/>
                    <a:pt x="28" y="20"/>
                    <a:pt x="20" y="23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154">
              <a:extLst>
                <a:ext uri="{FF2B5EF4-FFF2-40B4-BE49-F238E27FC236}">
                  <a16:creationId xmlns:a16="http://schemas.microsoft.com/office/drawing/2014/main" id="{CD41750F-D922-4271-A36A-C7FF11A47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222"/>
              <a:ext cx="36" cy="42"/>
            </a:xfrm>
            <a:custGeom>
              <a:avLst/>
              <a:gdLst>
                <a:gd name="T0" fmla="*/ 72 w 24"/>
                <a:gd name="T1" fmla="*/ 59 h 28"/>
                <a:gd name="T2" fmla="*/ 27 w 24"/>
                <a:gd name="T3" fmla="*/ 93 h 28"/>
                <a:gd name="T4" fmla="*/ 8 w 24"/>
                <a:gd name="T5" fmla="*/ 39 h 28"/>
                <a:gd name="T6" fmla="*/ 53 w 24"/>
                <a:gd name="T7" fmla="*/ 8 h 28"/>
                <a:gd name="T8" fmla="*/ 72 w 24"/>
                <a:gd name="T9" fmla="*/ 5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8">
                  <a:moveTo>
                    <a:pt x="21" y="17"/>
                  </a:moveTo>
                  <a:cubicBezTo>
                    <a:pt x="19" y="24"/>
                    <a:pt x="13" y="28"/>
                    <a:pt x="8" y="27"/>
                  </a:cubicBezTo>
                  <a:cubicBezTo>
                    <a:pt x="2" y="25"/>
                    <a:pt x="0" y="18"/>
                    <a:pt x="2" y="11"/>
                  </a:cubicBezTo>
                  <a:cubicBezTo>
                    <a:pt x="4" y="4"/>
                    <a:pt x="10" y="0"/>
                    <a:pt x="15" y="2"/>
                  </a:cubicBezTo>
                  <a:cubicBezTo>
                    <a:pt x="21" y="3"/>
                    <a:pt x="24" y="10"/>
                    <a:pt x="21" y="17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155">
              <a:extLst>
                <a:ext uri="{FF2B5EF4-FFF2-40B4-BE49-F238E27FC236}">
                  <a16:creationId xmlns:a16="http://schemas.microsoft.com/office/drawing/2014/main" id="{9378F901-E12F-4EA3-83B7-5B75BCC7A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177"/>
              <a:ext cx="69" cy="63"/>
            </a:xfrm>
            <a:custGeom>
              <a:avLst/>
              <a:gdLst>
                <a:gd name="T0" fmla="*/ 45 w 46"/>
                <a:gd name="T1" fmla="*/ 116 h 42"/>
                <a:gd name="T2" fmla="*/ 18 w 46"/>
                <a:gd name="T3" fmla="*/ 26 h 42"/>
                <a:gd name="T4" fmla="*/ 113 w 46"/>
                <a:gd name="T5" fmla="*/ 27 h 42"/>
                <a:gd name="T6" fmla="*/ 135 w 46"/>
                <a:gd name="T7" fmla="*/ 120 h 42"/>
                <a:gd name="T8" fmla="*/ 45 w 46"/>
                <a:gd name="T9" fmla="*/ 11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2">
                  <a:moveTo>
                    <a:pt x="13" y="34"/>
                  </a:moveTo>
                  <a:cubicBezTo>
                    <a:pt x="3" y="26"/>
                    <a:pt x="0" y="14"/>
                    <a:pt x="5" y="7"/>
                  </a:cubicBezTo>
                  <a:cubicBezTo>
                    <a:pt x="11" y="0"/>
                    <a:pt x="23" y="1"/>
                    <a:pt x="33" y="8"/>
                  </a:cubicBezTo>
                  <a:cubicBezTo>
                    <a:pt x="43" y="16"/>
                    <a:pt x="46" y="28"/>
                    <a:pt x="40" y="35"/>
                  </a:cubicBezTo>
                  <a:cubicBezTo>
                    <a:pt x="35" y="42"/>
                    <a:pt x="22" y="41"/>
                    <a:pt x="13" y="34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156">
              <a:extLst>
                <a:ext uri="{FF2B5EF4-FFF2-40B4-BE49-F238E27FC236}">
                  <a16:creationId xmlns:a16="http://schemas.microsoft.com/office/drawing/2014/main" id="{8E55AACB-BDF4-4FEE-BBC6-A698AB943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246"/>
              <a:ext cx="65" cy="71"/>
            </a:xfrm>
            <a:custGeom>
              <a:avLst/>
              <a:gdLst>
                <a:gd name="T0" fmla="*/ 27 w 43"/>
                <a:gd name="T1" fmla="*/ 121 h 47"/>
                <a:gd name="T2" fmla="*/ 27 w 43"/>
                <a:gd name="T3" fmla="*/ 21 h 47"/>
                <a:gd name="T4" fmla="*/ 124 w 43"/>
                <a:gd name="T5" fmla="*/ 41 h 47"/>
                <a:gd name="T6" fmla="*/ 121 w 43"/>
                <a:gd name="T7" fmla="*/ 142 h 47"/>
                <a:gd name="T8" fmla="*/ 27 w 43"/>
                <a:gd name="T9" fmla="*/ 12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7">
                  <a:moveTo>
                    <a:pt x="8" y="35"/>
                  </a:moveTo>
                  <a:cubicBezTo>
                    <a:pt x="0" y="25"/>
                    <a:pt x="0" y="12"/>
                    <a:pt x="8" y="6"/>
                  </a:cubicBezTo>
                  <a:cubicBezTo>
                    <a:pt x="16" y="0"/>
                    <a:pt x="28" y="3"/>
                    <a:pt x="36" y="12"/>
                  </a:cubicBezTo>
                  <a:cubicBezTo>
                    <a:pt x="43" y="22"/>
                    <a:pt x="43" y="34"/>
                    <a:pt x="35" y="41"/>
                  </a:cubicBezTo>
                  <a:cubicBezTo>
                    <a:pt x="28" y="47"/>
                    <a:pt x="15" y="44"/>
                    <a:pt x="8" y="35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157">
              <a:extLst>
                <a:ext uri="{FF2B5EF4-FFF2-40B4-BE49-F238E27FC236}">
                  <a16:creationId xmlns:a16="http://schemas.microsoft.com/office/drawing/2014/main" id="{992465F8-1CDE-4B34-8121-023F1104B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109"/>
              <a:ext cx="48" cy="41"/>
            </a:xfrm>
            <a:custGeom>
              <a:avLst/>
              <a:gdLst>
                <a:gd name="T0" fmla="*/ 35 w 32"/>
                <a:gd name="T1" fmla="*/ 76 h 27"/>
                <a:gd name="T2" fmla="*/ 12 w 32"/>
                <a:gd name="T3" fmla="*/ 18 h 27"/>
                <a:gd name="T4" fmla="*/ 72 w 32"/>
                <a:gd name="T5" fmla="*/ 18 h 27"/>
                <a:gd name="T6" fmla="*/ 99 w 32"/>
                <a:gd name="T7" fmla="*/ 76 h 27"/>
                <a:gd name="T8" fmla="*/ 35 w 32"/>
                <a:gd name="T9" fmla="*/ 7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10" y="22"/>
                  </a:moveTo>
                  <a:cubicBezTo>
                    <a:pt x="3" y="17"/>
                    <a:pt x="0" y="10"/>
                    <a:pt x="3" y="5"/>
                  </a:cubicBezTo>
                  <a:cubicBezTo>
                    <a:pt x="6" y="0"/>
                    <a:pt x="14" y="0"/>
                    <a:pt x="21" y="5"/>
                  </a:cubicBezTo>
                  <a:cubicBezTo>
                    <a:pt x="28" y="9"/>
                    <a:pt x="32" y="17"/>
                    <a:pt x="29" y="22"/>
                  </a:cubicBezTo>
                  <a:cubicBezTo>
                    <a:pt x="26" y="27"/>
                    <a:pt x="17" y="27"/>
                    <a:pt x="10" y="22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158">
              <a:extLst>
                <a:ext uri="{FF2B5EF4-FFF2-40B4-BE49-F238E27FC236}">
                  <a16:creationId xmlns:a16="http://schemas.microsoft.com/office/drawing/2014/main" id="{CFF39D0F-FE8E-4447-B633-B461645A6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3256"/>
              <a:ext cx="47" cy="50"/>
            </a:xfrm>
            <a:custGeom>
              <a:avLst/>
              <a:gdLst>
                <a:gd name="T0" fmla="*/ 21 w 31"/>
                <a:gd name="T1" fmla="*/ 83 h 33"/>
                <a:gd name="T2" fmla="*/ 21 w 31"/>
                <a:gd name="T3" fmla="*/ 14 h 33"/>
                <a:gd name="T4" fmla="*/ 89 w 31"/>
                <a:gd name="T5" fmla="*/ 27 h 33"/>
                <a:gd name="T6" fmla="*/ 88 w 31"/>
                <a:gd name="T7" fmla="*/ 97 h 33"/>
                <a:gd name="T8" fmla="*/ 21 w 31"/>
                <a:gd name="T9" fmla="*/ 8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6" y="24"/>
                  </a:moveTo>
                  <a:cubicBezTo>
                    <a:pt x="0" y="18"/>
                    <a:pt x="1" y="9"/>
                    <a:pt x="6" y="4"/>
                  </a:cubicBezTo>
                  <a:cubicBezTo>
                    <a:pt x="12" y="0"/>
                    <a:pt x="20" y="2"/>
                    <a:pt x="26" y="8"/>
                  </a:cubicBezTo>
                  <a:cubicBezTo>
                    <a:pt x="31" y="15"/>
                    <a:pt x="31" y="24"/>
                    <a:pt x="25" y="28"/>
                  </a:cubicBezTo>
                  <a:cubicBezTo>
                    <a:pt x="20" y="33"/>
                    <a:pt x="11" y="31"/>
                    <a:pt x="6" y="24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159">
              <a:extLst>
                <a:ext uri="{FF2B5EF4-FFF2-40B4-BE49-F238E27FC236}">
                  <a16:creationId xmlns:a16="http://schemas.microsoft.com/office/drawing/2014/main" id="{035EA0AB-1390-4EE2-AEC8-C10576D15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448"/>
              <a:ext cx="30" cy="25"/>
            </a:xfrm>
            <a:custGeom>
              <a:avLst/>
              <a:gdLst>
                <a:gd name="T0" fmla="*/ 21 w 20"/>
                <a:gd name="T1" fmla="*/ 6 h 17"/>
                <a:gd name="T2" fmla="*/ 14 w 20"/>
                <a:gd name="T3" fmla="*/ 28 h 17"/>
                <a:gd name="T4" fmla="*/ 45 w 20"/>
                <a:gd name="T5" fmla="*/ 41 h 17"/>
                <a:gd name="T6" fmla="*/ 21 w 20"/>
                <a:gd name="T7" fmla="*/ 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6" y="2"/>
                  </a:moveTo>
                  <a:cubicBezTo>
                    <a:pt x="0" y="0"/>
                    <a:pt x="3" y="7"/>
                    <a:pt x="4" y="9"/>
                  </a:cubicBezTo>
                  <a:cubicBezTo>
                    <a:pt x="7" y="14"/>
                    <a:pt x="8" y="17"/>
                    <a:pt x="13" y="13"/>
                  </a:cubicBezTo>
                  <a:cubicBezTo>
                    <a:pt x="20" y="9"/>
                    <a:pt x="10" y="0"/>
                    <a:pt x="6" y="2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160">
              <a:extLst>
                <a:ext uri="{FF2B5EF4-FFF2-40B4-BE49-F238E27FC236}">
                  <a16:creationId xmlns:a16="http://schemas.microsoft.com/office/drawing/2014/main" id="{8706AA22-E5E2-4063-9CB5-26731A5A5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408"/>
              <a:ext cx="34" cy="41"/>
            </a:xfrm>
            <a:custGeom>
              <a:avLst/>
              <a:gdLst>
                <a:gd name="T0" fmla="*/ 0 w 23"/>
                <a:gd name="T1" fmla="*/ 35 h 27"/>
                <a:gd name="T2" fmla="*/ 40 w 23"/>
                <a:gd name="T3" fmla="*/ 90 h 27"/>
                <a:gd name="T4" fmla="*/ 65 w 23"/>
                <a:gd name="T5" fmla="*/ 62 h 27"/>
                <a:gd name="T6" fmla="*/ 0 w 23"/>
                <a:gd name="T7" fmla="*/ 3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7">
                  <a:moveTo>
                    <a:pt x="0" y="10"/>
                  </a:moveTo>
                  <a:cubicBezTo>
                    <a:pt x="2" y="17"/>
                    <a:pt x="3" y="26"/>
                    <a:pt x="12" y="26"/>
                  </a:cubicBezTo>
                  <a:cubicBezTo>
                    <a:pt x="19" y="27"/>
                    <a:pt x="23" y="27"/>
                    <a:pt x="20" y="18"/>
                  </a:cubicBezTo>
                  <a:cubicBezTo>
                    <a:pt x="19" y="15"/>
                    <a:pt x="2" y="0"/>
                    <a:pt x="0" y="9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161">
              <a:extLst>
                <a:ext uri="{FF2B5EF4-FFF2-40B4-BE49-F238E27FC236}">
                  <a16:creationId xmlns:a16="http://schemas.microsoft.com/office/drawing/2014/main" id="{38EDEC8F-26E8-4B01-B0F5-3EEAE4064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414"/>
              <a:ext cx="34" cy="47"/>
            </a:xfrm>
            <a:custGeom>
              <a:avLst/>
              <a:gdLst>
                <a:gd name="T0" fmla="*/ 68 w 23"/>
                <a:gd name="T1" fmla="*/ 35 h 31"/>
                <a:gd name="T2" fmla="*/ 49 w 23"/>
                <a:gd name="T3" fmla="*/ 97 h 31"/>
                <a:gd name="T4" fmla="*/ 15 w 23"/>
                <a:gd name="T5" fmla="*/ 76 h 31"/>
                <a:gd name="T6" fmla="*/ 74 w 23"/>
                <a:gd name="T7" fmla="*/ 2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1">
                  <a:moveTo>
                    <a:pt x="21" y="10"/>
                  </a:moveTo>
                  <a:cubicBezTo>
                    <a:pt x="23" y="15"/>
                    <a:pt x="20" y="25"/>
                    <a:pt x="15" y="28"/>
                  </a:cubicBezTo>
                  <a:cubicBezTo>
                    <a:pt x="11" y="31"/>
                    <a:pt x="7" y="26"/>
                    <a:pt x="5" y="22"/>
                  </a:cubicBezTo>
                  <a:cubicBezTo>
                    <a:pt x="0" y="12"/>
                    <a:pt x="13" y="0"/>
                    <a:pt x="23" y="7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162">
              <a:extLst>
                <a:ext uri="{FF2B5EF4-FFF2-40B4-BE49-F238E27FC236}">
                  <a16:creationId xmlns:a16="http://schemas.microsoft.com/office/drawing/2014/main" id="{13156EC6-86A4-4126-815F-57CE2F20A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460"/>
              <a:ext cx="50" cy="51"/>
            </a:xfrm>
            <a:custGeom>
              <a:avLst/>
              <a:gdLst>
                <a:gd name="T0" fmla="*/ 26 w 33"/>
                <a:gd name="T1" fmla="*/ 35 h 34"/>
                <a:gd name="T2" fmla="*/ 73 w 33"/>
                <a:gd name="T3" fmla="*/ 48 h 34"/>
                <a:gd name="T4" fmla="*/ 94 w 33"/>
                <a:gd name="T5" fmla="*/ 107 h 34"/>
                <a:gd name="T6" fmla="*/ 26 w 33"/>
                <a:gd name="T7" fmla="*/ 95 h 34"/>
                <a:gd name="T8" fmla="*/ 26 w 33"/>
                <a:gd name="T9" fmla="*/ 3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7" y="10"/>
                  </a:moveTo>
                  <a:cubicBezTo>
                    <a:pt x="11" y="0"/>
                    <a:pt x="18" y="10"/>
                    <a:pt x="21" y="14"/>
                  </a:cubicBezTo>
                  <a:cubicBezTo>
                    <a:pt x="23" y="19"/>
                    <a:pt x="33" y="27"/>
                    <a:pt x="27" y="31"/>
                  </a:cubicBezTo>
                  <a:cubicBezTo>
                    <a:pt x="21" y="34"/>
                    <a:pt x="11" y="32"/>
                    <a:pt x="7" y="28"/>
                  </a:cubicBezTo>
                  <a:cubicBezTo>
                    <a:pt x="0" y="22"/>
                    <a:pt x="5" y="15"/>
                    <a:pt x="7" y="9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163">
              <a:extLst>
                <a:ext uri="{FF2B5EF4-FFF2-40B4-BE49-F238E27FC236}">
                  <a16:creationId xmlns:a16="http://schemas.microsoft.com/office/drawing/2014/main" id="{0ACE58BB-BC71-4901-B412-BAFC10A72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3470"/>
              <a:ext cx="33" cy="45"/>
            </a:xfrm>
            <a:custGeom>
              <a:avLst/>
              <a:gdLst>
                <a:gd name="T0" fmla="*/ 14 w 22"/>
                <a:gd name="T1" fmla="*/ 26 h 30"/>
                <a:gd name="T2" fmla="*/ 12 w 22"/>
                <a:gd name="T3" fmla="*/ 21 h 30"/>
                <a:gd name="T4" fmla="*/ 72 w 22"/>
                <a:gd name="T5" fmla="*/ 53 h 30"/>
                <a:gd name="T6" fmla="*/ 54 w 22"/>
                <a:gd name="T7" fmla="*/ 12 h 30"/>
                <a:gd name="T8" fmla="*/ 18 w 22"/>
                <a:gd name="T9" fmla="*/ 1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0">
                  <a:moveTo>
                    <a:pt x="4" y="7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0" y="17"/>
                    <a:pt x="17" y="30"/>
                    <a:pt x="21" y="15"/>
                  </a:cubicBezTo>
                  <a:cubicBezTo>
                    <a:pt x="22" y="11"/>
                    <a:pt x="19" y="5"/>
                    <a:pt x="16" y="3"/>
                  </a:cubicBezTo>
                  <a:cubicBezTo>
                    <a:pt x="12" y="0"/>
                    <a:pt x="8" y="2"/>
                    <a:pt x="5" y="4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164">
              <a:extLst>
                <a:ext uri="{FF2B5EF4-FFF2-40B4-BE49-F238E27FC236}">
                  <a16:creationId xmlns:a16="http://schemas.microsoft.com/office/drawing/2014/main" id="{7FCC9C3D-3691-4E44-8BA2-C0D1BB1BB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432"/>
              <a:ext cx="34" cy="58"/>
            </a:xfrm>
            <a:custGeom>
              <a:avLst/>
              <a:gdLst>
                <a:gd name="T0" fmla="*/ 0 w 22"/>
                <a:gd name="T1" fmla="*/ 56 h 38"/>
                <a:gd name="T2" fmla="*/ 0 w 22"/>
                <a:gd name="T3" fmla="*/ 53 h 38"/>
                <a:gd name="T4" fmla="*/ 40 w 22"/>
                <a:gd name="T5" fmla="*/ 124 h 38"/>
                <a:gd name="T6" fmla="*/ 74 w 22"/>
                <a:gd name="T7" fmla="*/ 79 h 38"/>
                <a:gd name="T8" fmla="*/ 0 w 22"/>
                <a:gd name="T9" fmla="*/ 4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8">
                  <a:moveTo>
                    <a:pt x="0" y="16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2" y="20"/>
                    <a:pt x="1" y="38"/>
                    <a:pt x="11" y="35"/>
                  </a:cubicBezTo>
                  <a:cubicBezTo>
                    <a:pt x="16" y="33"/>
                    <a:pt x="22" y="28"/>
                    <a:pt x="20" y="22"/>
                  </a:cubicBezTo>
                  <a:cubicBezTo>
                    <a:pt x="19" y="15"/>
                    <a:pt x="3" y="0"/>
                    <a:pt x="0" y="13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165">
              <a:extLst>
                <a:ext uri="{FF2B5EF4-FFF2-40B4-BE49-F238E27FC236}">
                  <a16:creationId xmlns:a16="http://schemas.microsoft.com/office/drawing/2014/main" id="{F143A367-FEA6-4E4F-AC48-A0DD6BFCB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3402"/>
              <a:ext cx="29" cy="41"/>
            </a:xfrm>
            <a:custGeom>
              <a:avLst/>
              <a:gdLst>
                <a:gd name="T0" fmla="*/ 5 w 19"/>
                <a:gd name="T1" fmla="*/ 35 h 27"/>
                <a:gd name="T2" fmla="*/ 40 w 19"/>
                <a:gd name="T3" fmla="*/ 90 h 27"/>
                <a:gd name="T4" fmla="*/ 63 w 19"/>
                <a:gd name="T5" fmla="*/ 67 h 27"/>
                <a:gd name="T6" fmla="*/ 0 w 19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1" y="10"/>
                  </a:moveTo>
                  <a:cubicBezTo>
                    <a:pt x="2" y="15"/>
                    <a:pt x="6" y="24"/>
                    <a:pt x="11" y="26"/>
                  </a:cubicBezTo>
                  <a:cubicBezTo>
                    <a:pt x="15" y="27"/>
                    <a:pt x="18" y="24"/>
                    <a:pt x="18" y="19"/>
                  </a:cubicBezTo>
                  <a:cubicBezTo>
                    <a:pt x="19" y="11"/>
                    <a:pt x="7" y="0"/>
                    <a:pt x="0" y="8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166">
              <a:extLst>
                <a:ext uri="{FF2B5EF4-FFF2-40B4-BE49-F238E27FC236}">
                  <a16:creationId xmlns:a16="http://schemas.microsoft.com/office/drawing/2014/main" id="{F3067ECE-199B-4607-B56A-6E353FF13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402"/>
              <a:ext cx="12" cy="21"/>
            </a:xfrm>
            <a:custGeom>
              <a:avLst/>
              <a:gdLst>
                <a:gd name="T0" fmla="*/ 0 w 8"/>
                <a:gd name="T1" fmla="*/ 0 h 14"/>
                <a:gd name="T2" fmla="*/ 21 w 8"/>
                <a:gd name="T3" fmla="*/ 26 h 14"/>
                <a:gd name="T4" fmla="*/ 0 w 8"/>
                <a:gd name="T5" fmla="*/ 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3"/>
                    <a:pt x="2" y="14"/>
                    <a:pt x="6" y="7"/>
                  </a:cubicBezTo>
                  <a:cubicBezTo>
                    <a:pt x="8" y="3"/>
                    <a:pt x="4" y="0"/>
                    <a:pt x="0" y="1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167">
              <a:extLst>
                <a:ext uri="{FF2B5EF4-FFF2-40B4-BE49-F238E27FC236}">
                  <a16:creationId xmlns:a16="http://schemas.microsoft.com/office/drawing/2014/main" id="{E4BE3F03-0444-4F0A-A3B0-74143E113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438"/>
              <a:ext cx="21" cy="43"/>
            </a:xfrm>
            <a:custGeom>
              <a:avLst/>
              <a:gdLst>
                <a:gd name="T0" fmla="*/ 21 w 14"/>
                <a:gd name="T1" fmla="*/ 26 h 28"/>
                <a:gd name="T2" fmla="*/ 8 w 14"/>
                <a:gd name="T3" fmla="*/ 74 h 28"/>
                <a:gd name="T4" fmla="*/ 35 w 14"/>
                <a:gd name="T5" fmla="*/ 101 h 28"/>
                <a:gd name="T6" fmla="*/ 45 w 14"/>
                <a:gd name="T7" fmla="*/ 54 h 28"/>
                <a:gd name="T8" fmla="*/ 14 w 14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8">
                  <a:moveTo>
                    <a:pt x="6" y="7"/>
                  </a:moveTo>
                  <a:cubicBezTo>
                    <a:pt x="2" y="9"/>
                    <a:pt x="0" y="16"/>
                    <a:pt x="2" y="20"/>
                  </a:cubicBezTo>
                  <a:cubicBezTo>
                    <a:pt x="2" y="22"/>
                    <a:pt x="9" y="28"/>
                    <a:pt x="10" y="28"/>
                  </a:cubicBezTo>
                  <a:cubicBezTo>
                    <a:pt x="13" y="27"/>
                    <a:pt x="14" y="17"/>
                    <a:pt x="13" y="15"/>
                  </a:cubicBezTo>
                  <a:cubicBezTo>
                    <a:pt x="13" y="10"/>
                    <a:pt x="8" y="3"/>
                    <a:pt x="4" y="0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168">
              <a:extLst>
                <a:ext uri="{FF2B5EF4-FFF2-40B4-BE49-F238E27FC236}">
                  <a16:creationId xmlns:a16="http://schemas.microsoft.com/office/drawing/2014/main" id="{FA2E798A-9B8C-4CA9-B934-E47ED023F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500"/>
              <a:ext cx="46" cy="54"/>
            </a:xfrm>
            <a:custGeom>
              <a:avLst/>
              <a:gdLst>
                <a:gd name="T0" fmla="*/ 74 w 30"/>
                <a:gd name="T1" fmla="*/ 32 h 36"/>
                <a:gd name="T2" fmla="*/ 12 w 30"/>
                <a:gd name="T3" fmla="*/ 66 h 36"/>
                <a:gd name="T4" fmla="*/ 58 w 30"/>
                <a:gd name="T5" fmla="*/ 107 h 36"/>
                <a:gd name="T6" fmla="*/ 83 w 30"/>
                <a:gd name="T7" fmla="*/ 116 h 36"/>
                <a:gd name="T8" fmla="*/ 97 w 30"/>
                <a:gd name="T9" fmla="*/ 75 h 36"/>
                <a:gd name="T10" fmla="*/ 103 w 30"/>
                <a:gd name="T11" fmla="*/ 27 h 36"/>
                <a:gd name="T12" fmla="*/ 75 w 30"/>
                <a:gd name="T13" fmla="*/ 1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6">
                  <a:moveTo>
                    <a:pt x="20" y="9"/>
                  </a:moveTo>
                  <a:cubicBezTo>
                    <a:pt x="14" y="4"/>
                    <a:pt x="5" y="13"/>
                    <a:pt x="3" y="19"/>
                  </a:cubicBezTo>
                  <a:cubicBezTo>
                    <a:pt x="0" y="28"/>
                    <a:pt x="10" y="27"/>
                    <a:pt x="16" y="31"/>
                  </a:cubicBezTo>
                  <a:cubicBezTo>
                    <a:pt x="18" y="32"/>
                    <a:pt x="21" y="36"/>
                    <a:pt x="23" y="34"/>
                  </a:cubicBezTo>
                  <a:cubicBezTo>
                    <a:pt x="26" y="33"/>
                    <a:pt x="27" y="24"/>
                    <a:pt x="27" y="22"/>
                  </a:cubicBezTo>
                  <a:cubicBezTo>
                    <a:pt x="29" y="17"/>
                    <a:pt x="30" y="12"/>
                    <a:pt x="29" y="8"/>
                  </a:cubicBezTo>
                  <a:cubicBezTo>
                    <a:pt x="28" y="5"/>
                    <a:pt x="24" y="0"/>
                    <a:pt x="21" y="3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169">
              <a:extLst>
                <a:ext uri="{FF2B5EF4-FFF2-40B4-BE49-F238E27FC236}">
                  <a16:creationId xmlns:a16="http://schemas.microsoft.com/office/drawing/2014/main" id="{2C0B5434-F2DA-45A5-AE43-370A33274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3490"/>
              <a:ext cx="27" cy="42"/>
            </a:xfrm>
            <a:custGeom>
              <a:avLst/>
              <a:gdLst>
                <a:gd name="T0" fmla="*/ 5 w 18"/>
                <a:gd name="T1" fmla="*/ 21 h 28"/>
                <a:gd name="T2" fmla="*/ 45 w 18"/>
                <a:gd name="T3" fmla="*/ 86 h 28"/>
                <a:gd name="T4" fmla="*/ 0 w 18"/>
                <a:gd name="T5" fmla="*/ 2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1" y="6"/>
                  </a:moveTo>
                  <a:cubicBezTo>
                    <a:pt x="0" y="10"/>
                    <a:pt x="9" y="28"/>
                    <a:pt x="13" y="25"/>
                  </a:cubicBezTo>
                  <a:cubicBezTo>
                    <a:pt x="18" y="20"/>
                    <a:pt x="8" y="0"/>
                    <a:pt x="0" y="7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170">
              <a:extLst>
                <a:ext uri="{FF2B5EF4-FFF2-40B4-BE49-F238E27FC236}">
                  <a16:creationId xmlns:a16="http://schemas.microsoft.com/office/drawing/2014/main" id="{5766B217-C0A5-4BEF-BC66-3315E28F6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3553"/>
              <a:ext cx="24" cy="36"/>
            </a:xfrm>
            <a:custGeom>
              <a:avLst/>
              <a:gdLst>
                <a:gd name="T0" fmla="*/ 39 w 16"/>
                <a:gd name="T1" fmla="*/ 14 h 24"/>
                <a:gd name="T2" fmla="*/ 5 w 16"/>
                <a:gd name="T3" fmla="*/ 81 h 24"/>
                <a:gd name="T4" fmla="*/ 48 w 16"/>
                <a:gd name="T5" fmla="*/ 27 h 24"/>
                <a:gd name="T6" fmla="*/ 27 w 16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11" y="4"/>
                  </a:moveTo>
                  <a:cubicBezTo>
                    <a:pt x="5" y="0"/>
                    <a:pt x="0" y="20"/>
                    <a:pt x="1" y="24"/>
                  </a:cubicBezTo>
                  <a:cubicBezTo>
                    <a:pt x="8" y="23"/>
                    <a:pt x="12" y="14"/>
                    <a:pt x="14" y="8"/>
                  </a:cubicBezTo>
                  <a:cubicBezTo>
                    <a:pt x="16" y="3"/>
                    <a:pt x="13" y="2"/>
                    <a:pt x="8" y="0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171">
              <a:extLst>
                <a:ext uri="{FF2B5EF4-FFF2-40B4-BE49-F238E27FC236}">
                  <a16:creationId xmlns:a16="http://schemas.microsoft.com/office/drawing/2014/main" id="{7E9A2CE8-AB5D-41A5-9AFA-07F8AE742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3550"/>
              <a:ext cx="26" cy="19"/>
            </a:xfrm>
            <a:custGeom>
              <a:avLst/>
              <a:gdLst>
                <a:gd name="T0" fmla="*/ 0 w 17"/>
                <a:gd name="T1" fmla="*/ 9 h 13"/>
                <a:gd name="T2" fmla="*/ 40 w 17"/>
                <a:gd name="T3" fmla="*/ 38 h 13"/>
                <a:gd name="T4" fmla="*/ 54 w 17"/>
                <a:gd name="T5" fmla="*/ 19 h 13"/>
                <a:gd name="T6" fmla="*/ 5 w 17"/>
                <a:gd name="T7" fmla="*/ 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0" y="3"/>
                  </a:moveTo>
                  <a:cubicBezTo>
                    <a:pt x="2" y="6"/>
                    <a:pt x="7" y="12"/>
                    <a:pt x="11" y="12"/>
                  </a:cubicBezTo>
                  <a:cubicBezTo>
                    <a:pt x="14" y="13"/>
                    <a:pt x="17" y="10"/>
                    <a:pt x="15" y="6"/>
                  </a:cubicBezTo>
                  <a:cubicBezTo>
                    <a:pt x="13" y="1"/>
                    <a:pt x="5" y="0"/>
                    <a:pt x="1" y="3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172">
              <a:extLst>
                <a:ext uri="{FF2B5EF4-FFF2-40B4-BE49-F238E27FC236}">
                  <a16:creationId xmlns:a16="http://schemas.microsoft.com/office/drawing/2014/main" id="{5D1C8396-A596-48E6-9F48-B76137FA9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580"/>
              <a:ext cx="35" cy="25"/>
            </a:xfrm>
            <a:custGeom>
              <a:avLst/>
              <a:gdLst>
                <a:gd name="T0" fmla="*/ 0 w 23"/>
                <a:gd name="T1" fmla="*/ 0 h 17"/>
                <a:gd name="T2" fmla="*/ 75 w 23"/>
                <a:gd name="T3" fmla="*/ 41 h 17"/>
                <a:gd name="T4" fmla="*/ 67 w 23"/>
                <a:gd name="T5" fmla="*/ 9 h 17"/>
                <a:gd name="T6" fmla="*/ 40 w 23"/>
                <a:gd name="T7" fmla="*/ 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7">
                  <a:moveTo>
                    <a:pt x="0" y="0"/>
                  </a:moveTo>
                  <a:cubicBezTo>
                    <a:pt x="4" y="4"/>
                    <a:pt x="16" y="17"/>
                    <a:pt x="21" y="13"/>
                  </a:cubicBezTo>
                  <a:cubicBezTo>
                    <a:pt x="23" y="10"/>
                    <a:pt x="21" y="5"/>
                    <a:pt x="19" y="3"/>
                  </a:cubicBezTo>
                  <a:cubicBezTo>
                    <a:pt x="16" y="2"/>
                    <a:pt x="13" y="3"/>
                    <a:pt x="11" y="2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173">
              <a:extLst>
                <a:ext uri="{FF2B5EF4-FFF2-40B4-BE49-F238E27FC236}">
                  <a16:creationId xmlns:a16="http://schemas.microsoft.com/office/drawing/2014/main" id="{0DCB2C20-F4F3-4844-A800-77E36105E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514"/>
              <a:ext cx="54" cy="45"/>
            </a:xfrm>
            <a:custGeom>
              <a:avLst/>
              <a:gdLst>
                <a:gd name="T0" fmla="*/ 35 w 36"/>
                <a:gd name="T1" fmla="*/ 8 h 30"/>
                <a:gd name="T2" fmla="*/ 62 w 36"/>
                <a:gd name="T3" fmla="*/ 81 h 30"/>
                <a:gd name="T4" fmla="*/ 122 w 36"/>
                <a:gd name="T5" fmla="*/ 66 h 30"/>
                <a:gd name="T6" fmla="*/ 86 w 36"/>
                <a:gd name="T7" fmla="*/ 18 h 30"/>
                <a:gd name="T8" fmla="*/ 27 w 36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0">
                  <a:moveTo>
                    <a:pt x="10" y="2"/>
                  </a:moveTo>
                  <a:cubicBezTo>
                    <a:pt x="0" y="5"/>
                    <a:pt x="14" y="22"/>
                    <a:pt x="18" y="24"/>
                  </a:cubicBezTo>
                  <a:cubicBezTo>
                    <a:pt x="24" y="27"/>
                    <a:pt x="36" y="30"/>
                    <a:pt x="36" y="19"/>
                  </a:cubicBezTo>
                  <a:cubicBezTo>
                    <a:pt x="36" y="12"/>
                    <a:pt x="30" y="8"/>
                    <a:pt x="25" y="5"/>
                  </a:cubicBezTo>
                  <a:cubicBezTo>
                    <a:pt x="21" y="2"/>
                    <a:pt x="12" y="0"/>
                    <a:pt x="8" y="2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174">
              <a:extLst>
                <a:ext uri="{FF2B5EF4-FFF2-40B4-BE49-F238E27FC236}">
                  <a16:creationId xmlns:a16="http://schemas.microsoft.com/office/drawing/2014/main" id="{A8F4F032-6D78-42BB-B963-D5C95779E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494"/>
              <a:ext cx="25" cy="54"/>
            </a:xfrm>
            <a:custGeom>
              <a:avLst/>
              <a:gdLst>
                <a:gd name="T0" fmla="*/ 19 w 17"/>
                <a:gd name="T1" fmla="*/ 18 h 36"/>
                <a:gd name="T2" fmla="*/ 47 w 17"/>
                <a:gd name="T3" fmla="*/ 81 h 36"/>
                <a:gd name="T4" fmla="*/ 22 w 17"/>
                <a:gd name="T5" fmla="*/ 14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6">
                  <a:moveTo>
                    <a:pt x="6" y="5"/>
                  </a:moveTo>
                  <a:cubicBezTo>
                    <a:pt x="0" y="10"/>
                    <a:pt x="8" y="36"/>
                    <a:pt x="15" y="24"/>
                  </a:cubicBezTo>
                  <a:cubicBezTo>
                    <a:pt x="17" y="19"/>
                    <a:pt x="15" y="0"/>
                    <a:pt x="7" y="4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175">
              <a:extLst>
                <a:ext uri="{FF2B5EF4-FFF2-40B4-BE49-F238E27FC236}">
                  <a16:creationId xmlns:a16="http://schemas.microsoft.com/office/drawing/2014/main" id="{E7BADA68-8A5A-48F0-8B20-BF81834E7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509"/>
              <a:ext cx="18" cy="51"/>
            </a:xfrm>
            <a:custGeom>
              <a:avLst/>
              <a:gdLst>
                <a:gd name="T0" fmla="*/ 12 w 12"/>
                <a:gd name="T1" fmla="*/ 35 h 34"/>
                <a:gd name="T2" fmla="*/ 0 w 12"/>
                <a:gd name="T3" fmla="*/ 89 h 34"/>
                <a:gd name="T4" fmla="*/ 14 w 12"/>
                <a:gd name="T5" fmla="*/ 116 h 34"/>
                <a:gd name="T6" fmla="*/ 41 w 12"/>
                <a:gd name="T7" fmla="*/ 108 h 34"/>
                <a:gd name="T8" fmla="*/ 39 w 12"/>
                <a:gd name="T9" fmla="*/ 89 h 34"/>
                <a:gd name="T10" fmla="*/ 27 w 12"/>
                <a:gd name="T11" fmla="*/ 32 h 34"/>
                <a:gd name="T12" fmla="*/ 5 w 12"/>
                <a:gd name="T13" fmla="*/ 2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4">
                  <a:moveTo>
                    <a:pt x="3" y="10"/>
                  </a:moveTo>
                  <a:cubicBezTo>
                    <a:pt x="0" y="11"/>
                    <a:pt x="0" y="23"/>
                    <a:pt x="0" y="26"/>
                  </a:cubicBezTo>
                  <a:cubicBezTo>
                    <a:pt x="0" y="29"/>
                    <a:pt x="1" y="33"/>
                    <a:pt x="4" y="34"/>
                  </a:cubicBezTo>
                  <a:cubicBezTo>
                    <a:pt x="6" y="34"/>
                    <a:pt x="11" y="34"/>
                    <a:pt x="12" y="32"/>
                  </a:cubicBezTo>
                  <a:cubicBezTo>
                    <a:pt x="12" y="31"/>
                    <a:pt x="12" y="27"/>
                    <a:pt x="11" y="26"/>
                  </a:cubicBezTo>
                  <a:cubicBezTo>
                    <a:pt x="11" y="20"/>
                    <a:pt x="10" y="15"/>
                    <a:pt x="8" y="9"/>
                  </a:cubicBezTo>
                  <a:cubicBezTo>
                    <a:pt x="7" y="5"/>
                    <a:pt x="3" y="0"/>
                    <a:pt x="1" y="7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176">
              <a:extLst>
                <a:ext uri="{FF2B5EF4-FFF2-40B4-BE49-F238E27FC236}">
                  <a16:creationId xmlns:a16="http://schemas.microsoft.com/office/drawing/2014/main" id="{48CD1C67-A1FC-4593-92EB-F3874767B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3429"/>
              <a:ext cx="48" cy="65"/>
            </a:xfrm>
            <a:custGeom>
              <a:avLst/>
              <a:gdLst>
                <a:gd name="T0" fmla="*/ 5 w 32"/>
                <a:gd name="T1" fmla="*/ 76 h 43"/>
                <a:gd name="T2" fmla="*/ 45 w 32"/>
                <a:gd name="T3" fmla="*/ 116 h 43"/>
                <a:gd name="T4" fmla="*/ 89 w 32"/>
                <a:gd name="T5" fmla="*/ 130 h 43"/>
                <a:gd name="T6" fmla="*/ 86 w 32"/>
                <a:gd name="T7" fmla="*/ 62 h 43"/>
                <a:gd name="T8" fmla="*/ 66 w 32"/>
                <a:gd name="T9" fmla="*/ 39 h 43"/>
                <a:gd name="T10" fmla="*/ 48 w 32"/>
                <a:gd name="T11" fmla="*/ 12 h 43"/>
                <a:gd name="T12" fmla="*/ 0 w 32"/>
                <a:gd name="T13" fmla="*/ 73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3">
                  <a:moveTo>
                    <a:pt x="1" y="22"/>
                  </a:moveTo>
                  <a:cubicBezTo>
                    <a:pt x="5" y="27"/>
                    <a:pt x="9" y="30"/>
                    <a:pt x="13" y="34"/>
                  </a:cubicBezTo>
                  <a:cubicBezTo>
                    <a:pt x="17" y="38"/>
                    <a:pt x="21" y="43"/>
                    <a:pt x="26" y="38"/>
                  </a:cubicBezTo>
                  <a:cubicBezTo>
                    <a:pt x="32" y="33"/>
                    <a:pt x="29" y="24"/>
                    <a:pt x="25" y="18"/>
                  </a:cubicBezTo>
                  <a:cubicBezTo>
                    <a:pt x="23" y="15"/>
                    <a:pt x="21" y="14"/>
                    <a:pt x="19" y="11"/>
                  </a:cubicBezTo>
                  <a:cubicBezTo>
                    <a:pt x="17" y="9"/>
                    <a:pt x="16" y="4"/>
                    <a:pt x="14" y="3"/>
                  </a:cubicBezTo>
                  <a:cubicBezTo>
                    <a:pt x="7" y="0"/>
                    <a:pt x="0" y="17"/>
                    <a:pt x="0" y="21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177">
              <a:extLst>
                <a:ext uri="{FF2B5EF4-FFF2-40B4-BE49-F238E27FC236}">
                  <a16:creationId xmlns:a16="http://schemas.microsoft.com/office/drawing/2014/main" id="{31344960-453C-4606-BB6F-41FD9E259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470"/>
              <a:ext cx="18" cy="36"/>
            </a:xfrm>
            <a:custGeom>
              <a:avLst/>
              <a:gdLst>
                <a:gd name="T0" fmla="*/ 8 w 12"/>
                <a:gd name="T1" fmla="*/ 5 h 24"/>
                <a:gd name="T2" fmla="*/ 39 w 12"/>
                <a:gd name="T3" fmla="*/ 41 h 24"/>
                <a:gd name="T4" fmla="*/ 21 w 12"/>
                <a:gd name="T5" fmla="*/ 81 h 24"/>
                <a:gd name="T6" fmla="*/ 5 w 12"/>
                <a:gd name="T7" fmla="*/ 45 h 24"/>
                <a:gd name="T8" fmla="*/ 12 w 12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4">
                  <a:moveTo>
                    <a:pt x="2" y="1"/>
                  </a:moveTo>
                  <a:cubicBezTo>
                    <a:pt x="8" y="1"/>
                    <a:pt x="12" y="7"/>
                    <a:pt x="11" y="12"/>
                  </a:cubicBezTo>
                  <a:cubicBezTo>
                    <a:pt x="11" y="17"/>
                    <a:pt x="7" y="20"/>
                    <a:pt x="6" y="24"/>
                  </a:cubicBezTo>
                  <a:cubicBezTo>
                    <a:pt x="3" y="23"/>
                    <a:pt x="2" y="16"/>
                    <a:pt x="1" y="13"/>
                  </a:cubicBezTo>
                  <a:cubicBezTo>
                    <a:pt x="0" y="9"/>
                    <a:pt x="0" y="4"/>
                    <a:pt x="3" y="0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178">
              <a:extLst>
                <a:ext uri="{FF2B5EF4-FFF2-40B4-BE49-F238E27FC236}">
                  <a16:creationId xmlns:a16="http://schemas.microsoft.com/office/drawing/2014/main" id="{334CDB84-9952-4C57-9867-595B42505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517"/>
              <a:ext cx="20" cy="28"/>
            </a:xfrm>
            <a:custGeom>
              <a:avLst/>
              <a:gdLst>
                <a:gd name="T0" fmla="*/ 5 w 13"/>
                <a:gd name="T1" fmla="*/ 19 h 19"/>
                <a:gd name="T2" fmla="*/ 0 w 13"/>
                <a:gd name="T3" fmla="*/ 15 h 19"/>
                <a:gd name="T4" fmla="*/ 43 w 13"/>
                <a:gd name="T5" fmla="*/ 35 h 19"/>
                <a:gd name="T6" fmla="*/ 14 w 13"/>
                <a:gd name="T7" fmla="*/ 1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1" y="6"/>
                  </a:moveTo>
                  <a:cubicBezTo>
                    <a:pt x="1" y="6"/>
                    <a:pt x="0" y="6"/>
                    <a:pt x="0" y="5"/>
                  </a:cubicBezTo>
                  <a:cubicBezTo>
                    <a:pt x="4" y="0"/>
                    <a:pt x="13" y="6"/>
                    <a:pt x="12" y="11"/>
                  </a:cubicBezTo>
                  <a:cubicBezTo>
                    <a:pt x="10" y="19"/>
                    <a:pt x="4" y="9"/>
                    <a:pt x="4" y="5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179">
              <a:extLst>
                <a:ext uri="{FF2B5EF4-FFF2-40B4-BE49-F238E27FC236}">
                  <a16:creationId xmlns:a16="http://schemas.microsoft.com/office/drawing/2014/main" id="{947A1F5B-79EA-443D-9978-C74A0E24B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374"/>
              <a:ext cx="47" cy="40"/>
            </a:xfrm>
            <a:custGeom>
              <a:avLst/>
              <a:gdLst>
                <a:gd name="T0" fmla="*/ 0 w 31"/>
                <a:gd name="T1" fmla="*/ 53 h 27"/>
                <a:gd name="T2" fmla="*/ 32 w 31"/>
                <a:gd name="T3" fmla="*/ 65 h 27"/>
                <a:gd name="T4" fmla="*/ 88 w 31"/>
                <a:gd name="T5" fmla="*/ 81 h 27"/>
                <a:gd name="T6" fmla="*/ 108 w 31"/>
                <a:gd name="T7" fmla="*/ 40 h 27"/>
                <a:gd name="T8" fmla="*/ 12 w 31"/>
                <a:gd name="T9" fmla="*/ 4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0" y="16"/>
                  </a:moveTo>
                  <a:cubicBezTo>
                    <a:pt x="3" y="15"/>
                    <a:pt x="6" y="19"/>
                    <a:pt x="9" y="20"/>
                  </a:cubicBezTo>
                  <a:cubicBezTo>
                    <a:pt x="13" y="22"/>
                    <a:pt x="20" y="27"/>
                    <a:pt x="25" y="25"/>
                  </a:cubicBezTo>
                  <a:cubicBezTo>
                    <a:pt x="29" y="24"/>
                    <a:pt x="31" y="16"/>
                    <a:pt x="31" y="12"/>
                  </a:cubicBezTo>
                  <a:cubicBezTo>
                    <a:pt x="29" y="0"/>
                    <a:pt x="8" y="3"/>
                    <a:pt x="3" y="12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180">
              <a:extLst>
                <a:ext uri="{FF2B5EF4-FFF2-40B4-BE49-F238E27FC236}">
                  <a16:creationId xmlns:a16="http://schemas.microsoft.com/office/drawing/2014/main" id="{3A055BB9-C7BF-4D1E-8971-8C2B24DCD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393"/>
              <a:ext cx="33" cy="29"/>
            </a:xfrm>
            <a:custGeom>
              <a:avLst/>
              <a:gdLst>
                <a:gd name="T0" fmla="*/ 0 w 22"/>
                <a:gd name="T1" fmla="*/ 41 h 19"/>
                <a:gd name="T2" fmla="*/ 54 w 22"/>
                <a:gd name="T3" fmla="*/ 53 h 19"/>
                <a:gd name="T4" fmla="*/ 68 w 22"/>
                <a:gd name="T5" fmla="*/ 14 h 19"/>
                <a:gd name="T6" fmla="*/ 39 w 22"/>
                <a:gd name="T7" fmla="*/ 0 h 19"/>
                <a:gd name="T8" fmla="*/ 8 w 22"/>
                <a:gd name="T9" fmla="*/ 4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9">
                  <a:moveTo>
                    <a:pt x="0" y="12"/>
                  </a:moveTo>
                  <a:cubicBezTo>
                    <a:pt x="4" y="16"/>
                    <a:pt x="12" y="19"/>
                    <a:pt x="16" y="15"/>
                  </a:cubicBezTo>
                  <a:cubicBezTo>
                    <a:pt x="19" y="13"/>
                    <a:pt x="22" y="7"/>
                    <a:pt x="20" y="4"/>
                  </a:cubicBezTo>
                  <a:cubicBezTo>
                    <a:pt x="19" y="2"/>
                    <a:pt x="13" y="0"/>
                    <a:pt x="11" y="0"/>
                  </a:cubicBezTo>
                  <a:cubicBezTo>
                    <a:pt x="6" y="0"/>
                    <a:pt x="5" y="7"/>
                    <a:pt x="2" y="11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181">
              <a:extLst>
                <a:ext uri="{FF2B5EF4-FFF2-40B4-BE49-F238E27FC236}">
                  <a16:creationId xmlns:a16="http://schemas.microsoft.com/office/drawing/2014/main" id="{E9C185C7-8BA2-42A9-811C-01DE0F79C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410"/>
              <a:ext cx="7" cy="19"/>
            </a:xfrm>
            <a:custGeom>
              <a:avLst/>
              <a:gdLst>
                <a:gd name="T0" fmla="*/ 1 w 5"/>
                <a:gd name="T1" fmla="*/ 32 h 13"/>
                <a:gd name="T2" fmla="*/ 11 w 5"/>
                <a:gd name="T3" fmla="*/ 22 h 13"/>
                <a:gd name="T4" fmla="*/ 0 w 5"/>
                <a:gd name="T5" fmla="*/ 2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1" y="10"/>
                  </a:moveTo>
                  <a:cubicBezTo>
                    <a:pt x="3" y="13"/>
                    <a:pt x="4" y="9"/>
                    <a:pt x="4" y="7"/>
                  </a:cubicBezTo>
                  <a:cubicBezTo>
                    <a:pt x="5" y="0"/>
                    <a:pt x="0" y="4"/>
                    <a:pt x="0" y="9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182">
              <a:extLst>
                <a:ext uri="{FF2B5EF4-FFF2-40B4-BE49-F238E27FC236}">
                  <a16:creationId xmlns:a16="http://schemas.microsoft.com/office/drawing/2014/main" id="{A5AAD215-534A-4199-A436-27FD15C9A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366"/>
              <a:ext cx="42" cy="35"/>
            </a:xfrm>
            <a:custGeom>
              <a:avLst/>
              <a:gdLst>
                <a:gd name="T0" fmla="*/ 0 w 28"/>
                <a:gd name="T1" fmla="*/ 5 h 23"/>
                <a:gd name="T2" fmla="*/ 89 w 28"/>
                <a:gd name="T3" fmla="*/ 49 h 23"/>
                <a:gd name="T4" fmla="*/ 59 w 28"/>
                <a:gd name="T5" fmla="*/ 12 h 23"/>
                <a:gd name="T6" fmla="*/ 12 w 2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3">
                  <a:moveTo>
                    <a:pt x="0" y="1"/>
                  </a:moveTo>
                  <a:cubicBezTo>
                    <a:pt x="3" y="4"/>
                    <a:pt x="23" y="23"/>
                    <a:pt x="26" y="14"/>
                  </a:cubicBezTo>
                  <a:cubicBezTo>
                    <a:pt x="28" y="9"/>
                    <a:pt x="20" y="4"/>
                    <a:pt x="17" y="3"/>
                  </a:cubicBezTo>
                  <a:cubicBezTo>
                    <a:pt x="12" y="1"/>
                    <a:pt x="7" y="2"/>
                    <a:pt x="3" y="0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183">
              <a:extLst>
                <a:ext uri="{FF2B5EF4-FFF2-40B4-BE49-F238E27FC236}">
                  <a16:creationId xmlns:a16="http://schemas.microsoft.com/office/drawing/2014/main" id="{737B7BE9-44B6-4AF7-922F-5D4AC688F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359"/>
              <a:ext cx="16" cy="19"/>
            </a:xfrm>
            <a:custGeom>
              <a:avLst/>
              <a:gdLst>
                <a:gd name="T0" fmla="*/ 1 w 11"/>
                <a:gd name="T1" fmla="*/ 32 h 13"/>
                <a:gd name="T2" fmla="*/ 0 w 11"/>
                <a:gd name="T3" fmla="*/ 34 h 13"/>
                <a:gd name="T4" fmla="*/ 33 w 11"/>
                <a:gd name="T5" fmla="*/ 22 h 13"/>
                <a:gd name="T6" fmla="*/ 9 w 11"/>
                <a:gd name="T7" fmla="*/ 2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" y="10"/>
                  </a:moveTo>
                  <a:cubicBezTo>
                    <a:pt x="0" y="10"/>
                    <a:pt x="0" y="11"/>
                    <a:pt x="0" y="11"/>
                  </a:cubicBezTo>
                  <a:cubicBezTo>
                    <a:pt x="3" y="13"/>
                    <a:pt x="11" y="12"/>
                    <a:pt x="11" y="7"/>
                  </a:cubicBezTo>
                  <a:cubicBezTo>
                    <a:pt x="11" y="0"/>
                    <a:pt x="4" y="6"/>
                    <a:pt x="3" y="9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184">
              <a:extLst>
                <a:ext uri="{FF2B5EF4-FFF2-40B4-BE49-F238E27FC236}">
                  <a16:creationId xmlns:a16="http://schemas.microsoft.com/office/drawing/2014/main" id="{2AE5FF65-D03F-4D15-BFAD-3345E4FBF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3383"/>
              <a:ext cx="17" cy="19"/>
            </a:xfrm>
            <a:custGeom>
              <a:avLst/>
              <a:gdLst>
                <a:gd name="T0" fmla="*/ 12 w 11"/>
                <a:gd name="T1" fmla="*/ 0 h 13"/>
                <a:gd name="T2" fmla="*/ 36 w 11"/>
                <a:gd name="T3" fmla="*/ 41 h 13"/>
                <a:gd name="T4" fmla="*/ 19 w 11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3" y="0"/>
                  </a:moveTo>
                  <a:cubicBezTo>
                    <a:pt x="0" y="3"/>
                    <a:pt x="6" y="12"/>
                    <a:pt x="10" y="13"/>
                  </a:cubicBezTo>
                  <a:cubicBezTo>
                    <a:pt x="11" y="8"/>
                    <a:pt x="8" y="3"/>
                    <a:pt x="5" y="1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185">
              <a:extLst>
                <a:ext uri="{FF2B5EF4-FFF2-40B4-BE49-F238E27FC236}">
                  <a16:creationId xmlns:a16="http://schemas.microsoft.com/office/drawing/2014/main" id="{A82316D3-B562-40B2-B24A-C21222D1E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482"/>
              <a:ext cx="53" cy="53"/>
            </a:xfrm>
            <a:custGeom>
              <a:avLst/>
              <a:gdLst>
                <a:gd name="T0" fmla="*/ 39 w 35"/>
                <a:gd name="T1" fmla="*/ 18 h 35"/>
                <a:gd name="T2" fmla="*/ 26 w 35"/>
                <a:gd name="T3" fmla="*/ 83 h 35"/>
                <a:gd name="T4" fmla="*/ 76 w 35"/>
                <a:gd name="T5" fmla="*/ 94 h 35"/>
                <a:gd name="T6" fmla="*/ 32 w 35"/>
                <a:gd name="T7" fmla="*/ 1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5">
                  <a:moveTo>
                    <a:pt x="11" y="5"/>
                  </a:moveTo>
                  <a:cubicBezTo>
                    <a:pt x="0" y="5"/>
                    <a:pt x="3" y="17"/>
                    <a:pt x="7" y="24"/>
                  </a:cubicBezTo>
                  <a:cubicBezTo>
                    <a:pt x="12" y="33"/>
                    <a:pt x="14" y="35"/>
                    <a:pt x="22" y="27"/>
                  </a:cubicBezTo>
                  <a:cubicBezTo>
                    <a:pt x="35" y="15"/>
                    <a:pt x="28" y="0"/>
                    <a:pt x="9" y="4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186">
              <a:extLst>
                <a:ext uri="{FF2B5EF4-FFF2-40B4-BE49-F238E27FC236}">
                  <a16:creationId xmlns:a16="http://schemas.microsoft.com/office/drawing/2014/main" id="{AC0BFD0B-AE7B-4407-ADD9-B6FA45F10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448"/>
              <a:ext cx="42" cy="54"/>
            </a:xfrm>
            <a:custGeom>
              <a:avLst/>
              <a:gdLst>
                <a:gd name="T0" fmla="*/ 18 w 28"/>
                <a:gd name="T1" fmla="*/ 35 h 36"/>
                <a:gd name="T2" fmla="*/ 27 w 28"/>
                <a:gd name="T3" fmla="*/ 113 h 36"/>
                <a:gd name="T4" fmla="*/ 86 w 28"/>
                <a:gd name="T5" fmla="*/ 54 h 36"/>
                <a:gd name="T6" fmla="*/ 80 w 28"/>
                <a:gd name="T7" fmla="*/ 12 h 36"/>
                <a:gd name="T8" fmla="*/ 26 w 28"/>
                <a:gd name="T9" fmla="*/ 1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6">
                  <a:moveTo>
                    <a:pt x="5" y="10"/>
                  </a:moveTo>
                  <a:cubicBezTo>
                    <a:pt x="2" y="14"/>
                    <a:pt x="0" y="31"/>
                    <a:pt x="8" y="33"/>
                  </a:cubicBezTo>
                  <a:cubicBezTo>
                    <a:pt x="17" y="36"/>
                    <a:pt x="24" y="23"/>
                    <a:pt x="25" y="16"/>
                  </a:cubicBezTo>
                  <a:cubicBezTo>
                    <a:pt x="27" y="11"/>
                    <a:pt x="28" y="6"/>
                    <a:pt x="23" y="3"/>
                  </a:cubicBezTo>
                  <a:cubicBezTo>
                    <a:pt x="19" y="0"/>
                    <a:pt x="10" y="1"/>
                    <a:pt x="7" y="5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187">
              <a:extLst>
                <a:ext uri="{FF2B5EF4-FFF2-40B4-BE49-F238E27FC236}">
                  <a16:creationId xmlns:a16="http://schemas.microsoft.com/office/drawing/2014/main" id="{4FC9EA54-41EF-4F9C-B47E-9115DB176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3499"/>
              <a:ext cx="71" cy="66"/>
            </a:xfrm>
            <a:custGeom>
              <a:avLst/>
              <a:gdLst>
                <a:gd name="T0" fmla="*/ 39 w 47"/>
                <a:gd name="T1" fmla="*/ 53 h 44"/>
                <a:gd name="T2" fmla="*/ 116 w 47"/>
                <a:gd name="T3" fmla="*/ 26 h 44"/>
                <a:gd name="T4" fmla="*/ 144 w 47"/>
                <a:gd name="T5" fmla="*/ 108 h 44"/>
                <a:gd name="T6" fmla="*/ 39 w 47"/>
                <a:gd name="T7" fmla="*/ 4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4">
                  <a:moveTo>
                    <a:pt x="11" y="15"/>
                  </a:moveTo>
                  <a:cubicBezTo>
                    <a:pt x="17" y="7"/>
                    <a:pt x="24" y="0"/>
                    <a:pt x="34" y="7"/>
                  </a:cubicBezTo>
                  <a:cubicBezTo>
                    <a:pt x="40" y="12"/>
                    <a:pt x="47" y="24"/>
                    <a:pt x="42" y="32"/>
                  </a:cubicBezTo>
                  <a:cubicBezTo>
                    <a:pt x="34" y="44"/>
                    <a:pt x="0" y="28"/>
                    <a:pt x="11" y="14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188">
              <a:extLst>
                <a:ext uri="{FF2B5EF4-FFF2-40B4-BE49-F238E27FC236}">
                  <a16:creationId xmlns:a16="http://schemas.microsoft.com/office/drawing/2014/main" id="{C7D9BD5C-D00E-4C4B-A716-94F9829CE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3426"/>
              <a:ext cx="58" cy="58"/>
            </a:xfrm>
            <a:custGeom>
              <a:avLst/>
              <a:gdLst>
                <a:gd name="T0" fmla="*/ 1 w 39"/>
                <a:gd name="T1" fmla="*/ 47 h 38"/>
                <a:gd name="T2" fmla="*/ 1 w 39"/>
                <a:gd name="T3" fmla="*/ 85 h 38"/>
                <a:gd name="T4" fmla="*/ 49 w 39"/>
                <a:gd name="T5" fmla="*/ 107 h 38"/>
                <a:gd name="T6" fmla="*/ 101 w 39"/>
                <a:gd name="T7" fmla="*/ 107 h 38"/>
                <a:gd name="T8" fmla="*/ 9 w 39"/>
                <a:gd name="T9" fmla="*/ 4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8">
                  <a:moveTo>
                    <a:pt x="1" y="13"/>
                  </a:moveTo>
                  <a:cubicBezTo>
                    <a:pt x="1" y="14"/>
                    <a:pt x="0" y="21"/>
                    <a:pt x="1" y="24"/>
                  </a:cubicBezTo>
                  <a:cubicBezTo>
                    <a:pt x="4" y="30"/>
                    <a:pt x="9" y="29"/>
                    <a:pt x="15" y="30"/>
                  </a:cubicBezTo>
                  <a:cubicBezTo>
                    <a:pt x="23" y="31"/>
                    <a:pt x="28" y="38"/>
                    <a:pt x="31" y="30"/>
                  </a:cubicBezTo>
                  <a:cubicBezTo>
                    <a:pt x="39" y="12"/>
                    <a:pt x="14" y="0"/>
                    <a:pt x="3" y="13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189">
              <a:extLst>
                <a:ext uri="{FF2B5EF4-FFF2-40B4-BE49-F238E27FC236}">
                  <a16:creationId xmlns:a16="http://schemas.microsoft.com/office/drawing/2014/main" id="{B50EB15E-9466-4D5B-AF0D-FF6DBD7FF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467"/>
              <a:ext cx="54" cy="83"/>
            </a:xfrm>
            <a:custGeom>
              <a:avLst/>
              <a:gdLst>
                <a:gd name="T0" fmla="*/ 53 w 36"/>
                <a:gd name="T1" fmla="*/ 27 h 55"/>
                <a:gd name="T2" fmla="*/ 8 w 36"/>
                <a:gd name="T3" fmla="*/ 128 h 55"/>
                <a:gd name="T4" fmla="*/ 75 w 36"/>
                <a:gd name="T5" fmla="*/ 148 h 55"/>
                <a:gd name="T6" fmla="*/ 113 w 36"/>
                <a:gd name="T7" fmla="*/ 75 h 55"/>
                <a:gd name="T8" fmla="*/ 41 w 36"/>
                <a:gd name="T9" fmla="*/ 2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5">
                  <a:moveTo>
                    <a:pt x="15" y="8"/>
                  </a:moveTo>
                  <a:cubicBezTo>
                    <a:pt x="7" y="9"/>
                    <a:pt x="3" y="31"/>
                    <a:pt x="2" y="37"/>
                  </a:cubicBezTo>
                  <a:cubicBezTo>
                    <a:pt x="0" y="55"/>
                    <a:pt x="11" y="49"/>
                    <a:pt x="22" y="43"/>
                  </a:cubicBezTo>
                  <a:cubicBezTo>
                    <a:pt x="32" y="39"/>
                    <a:pt x="36" y="33"/>
                    <a:pt x="33" y="22"/>
                  </a:cubicBezTo>
                  <a:cubicBezTo>
                    <a:pt x="31" y="12"/>
                    <a:pt x="24" y="0"/>
                    <a:pt x="12" y="6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190">
              <a:extLst>
                <a:ext uri="{FF2B5EF4-FFF2-40B4-BE49-F238E27FC236}">
                  <a16:creationId xmlns:a16="http://schemas.microsoft.com/office/drawing/2014/main" id="{772DF6CD-7362-4ACD-9825-B14E7C570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542"/>
              <a:ext cx="56" cy="56"/>
            </a:xfrm>
            <a:custGeom>
              <a:avLst/>
              <a:gdLst>
                <a:gd name="T0" fmla="*/ 8 w 37"/>
                <a:gd name="T1" fmla="*/ 59 h 37"/>
                <a:gd name="T2" fmla="*/ 59 w 37"/>
                <a:gd name="T3" fmla="*/ 18 h 37"/>
                <a:gd name="T4" fmla="*/ 121 w 37"/>
                <a:gd name="T5" fmla="*/ 76 h 37"/>
                <a:gd name="T6" fmla="*/ 12 w 37"/>
                <a:gd name="T7" fmla="*/ 9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7">
                  <a:moveTo>
                    <a:pt x="2" y="17"/>
                  </a:moveTo>
                  <a:cubicBezTo>
                    <a:pt x="0" y="7"/>
                    <a:pt x="9" y="0"/>
                    <a:pt x="17" y="5"/>
                  </a:cubicBezTo>
                  <a:cubicBezTo>
                    <a:pt x="22" y="8"/>
                    <a:pt x="33" y="17"/>
                    <a:pt x="35" y="22"/>
                  </a:cubicBezTo>
                  <a:cubicBezTo>
                    <a:pt x="37" y="34"/>
                    <a:pt x="2" y="37"/>
                    <a:pt x="3" y="28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191">
              <a:extLst>
                <a:ext uri="{FF2B5EF4-FFF2-40B4-BE49-F238E27FC236}">
                  <a16:creationId xmlns:a16="http://schemas.microsoft.com/office/drawing/2014/main" id="{17249287-0297-4665-8881-D5F96E0EC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3451"/>
              <a:ext cx="57" cy="73"/>
            </a:xfrm>
            <a:custGeom>
              <a:avLst/>
              <a:gdLst>
                <a:gd name="T0" fmla="*/ 113 w 38"/>
                <a:gd name="T1" fmla="*/ 22 h 49"/>
                <a:gd name="T2" fmla="*/ 116 w 38"/>
                <a:gd name="T3" fmla="*/ 103 h 49"/>
                <a:gd name="T4" fmla="*/ 54 w 38"/>
                <a:gd name="T5" fmla="*/ 146 h 49"/>
                <a:gd name="T6" fmla="*/ 107 w 38"/>
                <a:gd name="T7" fmla="*/ 1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9">
                  <a:moveTo>
                    <a:pt x="33" y="7"/>
                  </a:moveTo>
                  <a:cubicBezTo>
                    <a:pt x="33" y="15"/>
                    <a:pt x="38" y="22"/>
                    <a:pt x="34" y="31"/>
                  </a:cubicBezTo>
                  <a:cubicBezTo>
                    <a:pt x="32" y="38"/>
                    <a:pt x="25" y="49"/>
                    <a:pt x="16" y="44"/>
                  </a:cubicBezTo>
                  <a:cubicBezTo>
                    <a:pt x="0" y="36"/>
                    <a:pt x="9" y="0"/>
                    <a:pt x="31" y="6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192">
              <a:extLst>
                <a:ext uri="{FF2B5EF4-FFF2-40B4-BE49-F238E27FC236}">
                  <a16:creationId xmlns:a16="http://schemas.microsoft.com/office/drawing/2014/main" id="{6D512604-AC65-4088-9848-4868E5821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410"/>
              <a:ext cx="47" cy="33"/>
            </a:xfrm>
            <a:custGeom>
              <a:avLst/>
              <a:gdLst>
                <a:gd name="T0" fmla="*/ 0 w 31"/>
                <a:gd name="T1" fmla="*/ 26 h 22"/>
                <a:gd name="T2" fmla="*/ 83 w 31"/>
                <a:gd name="T3" fmla="*/ 68 h 22"/>
                <a:gd name="T4" fmla="*/ 108 w 31"/>
                <a:gd name="T5" fmla="*/ 26 h 22"/>
                <a:gd name="T6" fmla="*/ 62 w 31"/>
                <a:gd name="T7" fmla="*/ 8 h 22"/>
                <a:gd name="T8" fmla="*/ 0 w 31"/>
                <a:gd name="T9" fmla="*/ 2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2">
                  <a:moveTo>
                    <a:pt x="0" y="7"/>
                  </a:moveTo>
                  <a:cubicBezTo>
                    <a:pt x="4" y="10"/>
                    <a:pt x="19" y="22"/>
                    <a:pt x="24" y="20"/>
                  </a:cubicBezTo>
                  <a:cubicBezTo>
                    <a:pt x="25" y="20"/>
                    <a:pt x="31" y="9"/>
                    <a:pt x="31" y="7"/>
                  </a:cubicBezTo>
                  <a:cubicBezTo>
                    <a:pt x="30" y="4"/>
                    <a:pt x="21" y="2"/>
                    <a:pt x="18" y="2"/>
                  </a:cubicBezTo>
                  <a:cubicBezTo>
                    <a:pt x="11" y="0"/>
                    <a:pt x="6" y="2"/>
                    <a:pt x="0" y="6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193">
              <a:extLst>
                <a:ext uri="{FF2B5EF4-FFF2-40B4-BE49-F238E27FC236}">
                  <a16:creationId xmlns:a16="http://schemas.microsoft.com/office/drawing/2014/main" id="{CDE19A09-B0B6-4E15-B300-E0D7A36AC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425"/>
              <a:ext cx="51" cy="48"/>
            </a:xfrm>
            <a:custGeom>
              <a:avLst/>
              <a:gdLst>
                <a:gd name="T0" fmla="*/ 95 w 34"/>
                <a:gd name="T1" fmla="*/ 35 h 32"/>
                <a:gd name="T2" fmla="*/ 108 w 34"/>
                <a:gd name="T3" fmla="*/ 45 h 32"/>
                <a:gd name="T4" fmla="*/ 108 w 34"/>
                <a:gd name="T5" fmla="*/ 75 h 32"/>
                <a:gd name="T6" fmla="*/ 54 w 34"/>
                <a:gd name="T7" fmla="*/ 107 h 32"/>
                <a:gd name="T8" fmla="*/ 95 w 34"/>
                <a:gd name="T9" fmla="*/ 2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28" y="10"/>
                  </a:moveTo>
                  <a:cubicBezTo>
                    <a:pt x="29" y="7"/>
                    <a:pt x="32" y="11"/>
                    <a:pt x="32" y="13"/>
                  </a:cubicBezTo>
                  <a:cubicBezTo>
                    <a:pt x="34" y="16"/>
                    <a:pt x="33" y="19"/>
                    <a:pt x="32" y="22"/>
                  </a:cubicBezTo>
                  <a:cubicBezTo>
                    <a:pt x="30" y="26"/>
                    <a:pt x="21" y="32"/>
                    <a:pt x="16" y="31"/>
                  </a:cubicBezTo>
                  <a:cubicBezTo>
                    <a:pt x="0" y="27"/>
                    <a:pt x="14" y="0"/>
                    <a:pt x="28" y="7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194">
              <a:extLst>
                <a:ext uri="{FF2B5EF4-FFF2-40B4-BE49-F238E27FC236}">
                  <a16:creationId xmlns:a16="http://schemas.microsoft.com/office/drawing/2014/main" id="{2A903D33-10F7-48D0-9877-C2FC16379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395"/>
              <a:ext cx="39" cy="24"/>
            </a:xfrm>
            <a:custGeom>
              <a:avLst/>
              <a:gdLst>
                <a:gd name="T0" fmla="*/ 0 w 26"/>
                <a:gd name="T1" fmla="*/ 26 h 16"/>
                <a:gd name="T2" fmla="*/ 54 w 26"/>
                <a:gd name="T3" fmla="*/ 48 h 16"/>
                <a:gd name="T4" fmla="*/ 89 w 26"/>
                <a:gd name="T5" fmla="*/ 14 h 16"/>
                <a:gd name="T6" fmla="*/ 5 w 26"/>
                <a:gd name="T7" fmla="*/ 2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0" y="7"/>
                  </a:moveTo>
                  <a:cubicBezTo>
                    <a:pt x="3" y="11"/>
                    <a:pt x="11" y="16"/>
                    <a:pt x="16" y="14"/>
                  </a:cubicBezTo>
                  <a:cubicBezTo>
                    <a:pt x="17" y="14"/>
                    <a:pt x="26" y="6"/>
                    <a:pt x="26" y="4"/>
                  </a:cubicBezTo>
                  <a:cubicBezTo>
                    <a:pt x="25" y="0"/>
                    <a:pt x="4" y="3"/>
                    <a:pt x="1" y="7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195">
              <a:extLst>
                <a:ext uri="{FF2B5EF4-FFF2-40B4-BE49-F238E27FC236}">
                  <a16:creationId xmlns:a16="http://schemas.microsoft.com/office/drawing/2014/main" id="{FB84632A-B7A3-485C-B0EF-820DCB8A5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3416"/>
              <a:ext cx="23" cy="38"/>
            </a:xfrm>
            <a:custGeom>
              <a:avLst/>
              <a:gdLst>
                <a:gd name="T0" fmla="*/ 28 w 15"/>
                <a:gd name="T1" fmla="*/ 8 h 25"/>
                <a:gd name="T2" fmla="*/ 54 w 15"/>
                <a:gd name="T3" fmla="*/ 49 h 25"/>
                <a:gd name="T4" fmla="*/ 28 w 15"/>
                <a:gd name="T5" fmla="*/ 84 h 25"/>
                <a:gd name="T6" fmla="*/ 5 w 15"/>
                <a:gd name="T7" fmla="*/ 46 h 25"/>
                <a:gd name="T8" fmla="*/ 28 w 15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5">
                  <a:moveTo>
                    <a:pt x="8" y="2"/>
                  </a:moveTo>
                  <a:cubicBezTo>
                    <a:pt x="11" y="6"/>
                    <a:pt x="15" y="8"/>
                    <a:pt x="15" y="14"/>
                  </a:cubicBezTo>
                  <a:cubicBezTo>
                    <a:pt x="15" y="18"/>
                    <a:pt x="12" y="25"/>
                    <a:pt x="8" y="24"/>
                  </a:cubicBezTo>
                  <a:cubicBezTo>
                    <a:pt x="6" y="23"/>
                    <a:pt x="1" y="15"/>
                    <a:pt x="1" y="13"/>
                  </a:cubicBezTo>
                  <a:cubicBezTo>
                    <a:pt x="0" y="8"/>
                    <a:pt x="3" y="2"/>
                    <a:pt x="8" y="0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196">
              <a:extLst>
                <a:ext uri="{FF2B5EF4-FFF2-40B4-BE49-F238E27FC236}">
                  <a16:creationId xmlns:a16="http://schemas.microsoft.com/office/drawing/2014/main" id="{5EF95AE9-BE10-47AA-A828-257ED8723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530"/>
              <a:ext cx="57" cy="53"/>
            </a:xfrm>
            <a:custGeom>
              <a:avLst/>
              <a:gdLst>
                <a:gd name="T0" fmla="*/ 48 w 38"/>
                <a:gd name="T1" fmla="*/ 21 h 35"/>
                <a:gd name="T2" fmla="*/ 18 w 38"/>
                <a:gd name="T3" fmla="*/ 88 h 35"/>
                <a:gd name="T4" fmla="*/ 62 w 38"/>
                <a:gd name="T5" fmla="*/ 117 h 35"/>
                <a:gd name="T6" fmla="*/ 89 w 38"/>
                <a:gd name="T7" fmla="*/ 108 h 35"/>
                <a:gd name="T8" fmla="*/ 113 w 38"/>
                <a:gd name="T9" fmla="*/ 62 h 35"/>
                <a:gd name="T10" fmla="*/ 126 w 38"/>
                <a:gd name="T11" fmla="*/ 32 h 35"/>
                <a:gd name="T12" fmla="*/ 89 w 38"/>
                <a:gd name="T13" fmla="*/ 5 h 35"/>
                <a:gd name="T14" fmla="*/ 45 w 38"/>
                <a:gd name="T15" fmla="*/ 2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5">
                  <a:moveTo>
                    <a:pt x="14" y="6"/>
                  </a:moveTo>
                  <a:cubicBezTo>
                    <a:pt x="11" y="11"/>
                    <a:pt x="0" y="15"/>
                    <a:pt x="5" y="25"/>
                  </a:cubicBezTo>
                  <a:cubicBezTo>
                    <a:pt x="7" y="27"/>
                    <a:pt x="16" y="33"/>
                    <a:pt x="18" y="34"/>
                  </a:cubicBezTo>
                  <a:cubicBezTo>
                    <a:pt x="23" y="35"/>
                    <a:pt x="22" y="35"/>
                    <a:pt x="26" y="31"/>
                  </a:cubicBezTo>
                  <a:cubicBezTo>
                    <a:pt x="29" y="27"/>
                    <a:pt x="30" y="22"/>
                    <a:pt x="33" y="18"/>
                  </a:cubicBezTo>
                  <a:cubicBezTo>
                    <a:pt x="35" y="15"/>
                    <a:pt x="38" y="14"/>
                    <a:pt x="37" y="9"/>
                  </a:cubicBezTo>
                  <a:cubicBezTo>
                    <a:pt x="36" y="6"/>
                    <a:pt x="29" y="1"/>
                    <a:pt x="26" y="1"/>
                  </a:cubicBezTo>
                  <a:cubicBezTo>
                    <a:pt x="21" y="0"/>
                    <a:pt x="18" y="5"/>
                    <a:pt x="13" y="7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197">
              <a:extLst>
                <a:ext uri="{FF2B5EF4-FFF2-40B4-BE49-F238E27FC236}">
                  <a16:creationId xmlns:a16="http://schemas.microsoft.com/office/drawing/2014/main" id="{A226218F-406C-4191-BB48-D85E6E50A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429"/>
              <a:ext cx="38" cy="38"/>
            </a:xfrm>
            <a:custGeom>
              <a:avLst/>
              <a:gdLst>
                <a:gd name="T0" fmla="*/ 0 w 25"/>
                <a:gd name="T1" fmla="*/ 21 h 25"/>
                <a:gd name="T2" fmla="*/ 35 w 25"/>
                <a:gd name="T3" fmla="*/ 84 h 25"/>
                <a:gd name="T4" fmla="*/ 74 w 25"/>
                <a:gd name="T5" fmla="*/ 41 h 25"/>
                <a:gd name="T6" fmla="*/ 8 w 25"/>
                <a:gd name="T7" fmla="*/ 1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0" y="6"/>
                  </a:moveTo>
                  <a:cubicBezTo>
                    <a:pt x="0" y="9"/>
                    <a:pt x="6" y="22"/>
                    <a:pt x="10" y="24"/>
                  </a:cubicBezTo>
                  <a:cubicBezTo>
                    <a:pt x="14" y="25"/>
                    <a:pt x="20" y="16"/>
                    <a:pt x="21" y="12"/>
                  </a:cubicBezTo>
                  <a:cubicBezTo>
                    <a:pt x="25" y="0"/>
                    <a:pt x="10" y="4"/>
                    <a:pt x="2" y="4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198">
              <a:extLst>
                <a:ext uri="{FF2B5EF4-FFF2-40B4-BE49-F238E27FC236}">
                  <a16:creationId xmlns:a16="http://schemas.microsoft.com/office/drawing/2014/main" id="{13E7FA0B-C87D-4A06-B0FA-1BCD1B252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417"/>
              <a:ext cx="26" cy="17"/>
            </a:xfrm>
            <a:custGeom>
              <a:avLst/>
              <a:gdLst>
                <a:gd name="T0" fmla="*/ 5 w 17"/>
                <a:gd name="T1" fmla="*/ 12 h 11"/>
                <a:gd name="T2" fmla="*/ 49 w 17"/>
                <a:gd name="T3" fmla="*/ 5 h 11"/>
                <a:gd name="T4" fmla="*/ 0 w 17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" y="3"/>
                  </a:moveTo>
                  <a:cubicBezTo>
                    <a:pt x="5" y="5"/>
                    <a:pt x="17" y="11"/>
                    <a:pt x="14" y="1"/>
                  </a:cubicBezTo>
                  <a:cubicBezTo>
                    <a:pt x="10" y="1"/>
                    <a:pt x="4" y="0"/>
                    <a:pt x="0" y="1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199">
              <a:extLst>
                <a:ext uri="{FF2B5EF4-FFF2-40B4-BE49-F238E27FC236}">
                  <a16:creationId xmlns:a16="http://schemas.microsoft.com/office/drawing/2014/main" id="{DC2DF8FE-D1C8-45FE-B402-B4355B6D0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422"/>
              <a:ext cx="26" cy="24"/>
            </a:xfrm>
            <a:custGeom>
              <a:avLst/>
              <a:gdLst>
                <a:gd name="T0" fmla="*/ 0 w 17"/>
                <a:gd name="T1" fmla="*/ 0 h 16"/>
                <a:gd name="T2" fmla="*/ 54 w 17"/>
                <a:gd name="T3" fmla="*/ 21 h 16"/>
                <a:gd name="T4" fmla="*/ 8 w 17"/>
                <a:gd name="T5" fmla="*/ 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1" y="5"/>
                    <a:pt x="13" y="16"/>
                    <a:pt x="15" y="6"/>
                  </a:cubicBezTo>
                  <a:cubicBezTo>
                    <a:pt x="17" y="0"/>
                    <a:pt x="6" y="0"/>
                    <a:pt x="2" y="2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200">
              <a:extLst>
                <a:ext uri="{FF2B5EF4-FFF2-40B4-BE49-F238E27FC236}">
                  <a16:creationId xmlns:a16="http://schemas.microsoft.com/office/drawing/2014/main" id="{B4317297-3C21-4147-BDB8-BB42275B7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3478"/>
              <a:ext cx="29" cy="45"/>
            </a:xfrm>
            <a:custGeom>
              <a:avLst/>
              <a:gdLst>
                <a:gd name="T0" fmla="*/ 21 w 19"/>
                <a:gd name="T1" fmla="*/ 14 h 30"/>
                <a:gd name="T2" fmla="*/ 63 w 19"/>
                <a:gd name="T3" fmla="*/ 53 h 30"/>
                <a:gd name="T4" fmla="*/ 61 w 19"/>
                <a:gd name="T5" fmla="*/ 99 h 30"/>
                <a:gd name="T6" fmla="*/ 21 w 19"/>
                <a:gd name="T7" fmla="*/ 81 h 30"/>
                <a:gd name="T8" fmla="*/ 5 w 19"/>
                <a:gd name="T9" fmla="*/ 3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0">
                  <a:moveTo>
                    <a:pt x="6" y="4"/>
                  </a:moveTo>
                  <a:cubicBezTo>
                    <a:pt x="14" y="0"/>
                    <a:pt x="17" y="9"/>
                    <a:pt x="18" y="15"/>
                  </a:cubicBezTo>
                  <a:cubicBezTo>
                    <a:pt x="18" y="17"/>
                    <a:pt x="19" y="28"/>
                    <a:pt x="17" y="29"/>
                  </a:cubicBezTo>
                  <a:cubicBezTo>
                    <a:pt x="16" y="30"/>
                    <a:pt x="7" y="25"/>
                    <a:pt x="6" y="24"/>
                  </a:cubicBezTo>
                  <a:cubicBezTo>
                    <a:pt x="2" y="20"/>
                    <a:pt x="0" y="14"/>
                    <a:pt x="1" y="9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201">
              <a:extLst>
                <a:ext uri="{FF2B5EF4-FFF2-40B4-BE49-F238E27FC236}">
                  <a16:creationId xmlns:a16="http://schemas.microsoft.com/office/drawing/2014/main" id="{8C04AF28-9E01-4A70-B203-5A25122D9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469"/>
              <a:ext cx="18" cy="33"/>
            </a:xfrm>
            <a:custGeom>
              <a:avLst/>
              <a:gdLst>
                <a:gd name="T0" fmla="*/ 12 w 12"/>
                <a:gd name="T1" fmla="*/ 0 h 22"/>
                <a:gd name="T2" fmla="*/ 21 w 12"/>
                <a:gd name="T3" fmla="*/ 75 h 22"/>
                <a:gd name="T4" fmla="*/ 12 w 1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3" y="0"/>
                  </a:moveTo>
                  <a:cubicBezTo>
                    <a:pt x="12" y="4"/>
                    <a:pt x="10" y="16"/>
                    <a:pt x="6" y="22"/>
                  </a:cubicBezTo>
                  <a:cubicBezTo>
                    <a:pt x="3" y="19"/>
                    <a:pt x="0" y="3"/>
                    <a:pt x="3" y="0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202">
              <a:extLst>
                <a:ext uri="{FF2B5EF4-FFF2-40B4-BE49-F238E27FC236}">
                  <a16:creationId xmlns:a16="http://schemas.microsoft.com/office/drawing/2014/main" id="{499F76D2-E7F6-425E-AB4D-8E0E647AB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3515"/>
              <a:ext cx="40" cy="41"/>
            </a:xfrm>
            <a:custGeom>
              <a:avLst/>
              <a:gdLst>
                <a:gd name="T0" fmla="*/ 41 w 27"/>
                <a:gd name="T1" fmla="*/ 5 h 27"/>
                <a:gd name="T2" fmla="*/ 28 w 27"/>
                <a:gd name="T3" fmla="*/ 84 h 27"/>
                <a:gd name="T4" fmla="*/ 46 w 27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13" y="1"/>
                  </a:moveTo>
                  <a:cubicBezTo>
                    <a:pt x="27" y="2"/>
                    <a:pt x="20" y="27"/>
                    <a:pt x="9" y="24"/>
                  </a:cubicBezTo>
                  <a:cubicBezTo>
                    <a:pt x="0" y="22"/>
                    <a:pt x="5" y="0"/>
                    <a:pt x="14" y="0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203">
              <a:extLst>
                <a:ext uri="{FF2B5EF4-FFF2-40B4-BE49-F238E27FC236}">
                  <a16:creationId xmlns:a16="http://schemas.microsoft.com/office/drawing/2014/main" id="{5521AF3E-E303-46B9-BD4F-DD5CCB51C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3524"/>
              <a:ext cx="48" cy="48"/>
            </a:xfrm>
            <a:custGeom>
              <a:avLst/>
              <a:gdLst>
                <a:gd name="T0" fmla="*/ 27 w 32"/>
                <a:gd name="T1" fmla="*/ 18 h 32"/>
                <a:gd name="T2" fmla="*/ 75 w 32"/>
                <a:gd name="T3" fmla="*/ 27 h 32"/>
                <a:gd name="T4" fmla="*/ 99 w 32"/>
                <a:gd name="T5" fmla="*/ 72 h 32"/>
                <a:gd name="T6" fmla="*/ 21 w 32"/>
                <a:gd name="T7" fmla="*/ 27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2">
                  <a:moveTo>
                    <a:pt x="8" y="5"/>
                  </a:moveTo>
                  <a:cubicBezTo>
                    <a:pt x="13" y="0"/>
                    <a:pt x="18" y="3"/>
                    <a:pt x="22" y="8"/>
                  </a:cubicBezTo>
                  <a:cubicBezTo>
                    <a:pt x="25" y="11"/>
                    <a:pt x="32" y="16"/>
                    <a:pt x="29" y="21"/>
                  </a:cubicBezTo>
                  <a:cubicBezTo>
                    <a:pt x="23" y="32"/>
                    <a:pt x="0" y="19"/>
                    <a:pt x="6" y="8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204">
              <a:extLst>
                <a:ext uri="{FF2B5EF4-FFF2-40B4-BE49-F238E27FC236}">
                  <a16:creationId xmlns:a16="http://schemas.microsoft.com/office/drawing/2014/main" id="{8EF5B7A5-5506-4966-8DBF-8EE26ED60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560"/>
              <a:ext cx="39" cy="30"/>
            </a:xfrm>
            <a:custGeom>
              <a:avLst/>
              <a:gdLst>
                <a:gd name="T0" fmla="*/ 0 w 26"/>
                <a:gd name="T1" fmla="*/ 0 h 20"/>
                <a:gd name="T2" fmla="*/ 66 w 26"/>
                <a:gd name="T3" fmla="*/ 41 h 20"/>
                <a:gd name="T4" fmla="*/ 5 w 26"/>
                <a:gd name="T5" fmla="*/ 1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0"/>
                  </a:moveTo>
                  <a:cubicBezTo>
                    <a:pt x="6" y="4"/>
                    <a:pt x="26" y="1"/>
                    <a:pt x="19" y="12"/>
                  </a:cubicBezTo>
                  <a:cubicBezTo>
                    <a:pt x="13" y="20"/>
                    <a:pt x="1" y="12"/>
                    <a:pt x="1" y="5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205">
              <a:extLst>
                <a:ext uri="{FF2B5EF4-FFF2-40B4-BE49-F238E27FC236}">
                  <a16:creationId xmlns:a16="http://schemas.microsoft.com/office/drawing/2014/main" id="{4C1B4AAE-3FC9-4C5B-8832-CBE3BD27A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541"/>
              <a:ext cx="23" cy="31"/>
            </a:xfrm>
            <a:custGeom>
              <a:avLst/>
              <a:gdLst>
                <a:gd name="T0" fmla="*/ 21 w 15"/>
                <a:gd name="T1" fmla="*/ 6 h 21"/>
                <a:gd name="T2" fmla="*/ 8 w 15"/>
                <a:gd name="T3" fmla="*/ 59 h 21"/>
                <a:gd name="T4" fmla="*/ 14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6" y="2"/>
                  </a:moveTo>
                  <a:cubicBezTo>
                    <a:pt x="15" y="7"/>
                    <a:pt x="14" y="21"/>
                    <a:pt x="2" y="18"/>
                  </a:cubicBezTo>
                  <a:cubicBezTo>
                    <a:pt x="0" y="12"/>
                    <a:pt x="1" y="6"/>
                    <a:pt x="4" y="0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206">
              <a:extLst>
                <a:ext uri="{FF2B5EF4-FFF2-40B4-BE49-F238E27FC236}">
                  <a16:creationId xmlns:a16="http://schemas.microsoft.com/office/drawing/2014/main" id="{530DBCB9-D6EC-4E39-BC10-7BA7F26A2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550"/>
              <a:ext cx="19" cy="31"/>
            </a:xfrm>
            <a:custGeom>
              <a:avLst/>
              <a:gdLst>
                <a:gd name="T0" fmla="*/ 9 w 13"/>
                <a:gd name="T1" fmla="*/ 15 h 21"/>
                <a:gd name="T2" fmla="*/ 38 w 13"/>
                <a:gd name="T3" fmla="*/ 35 h 21"/>
                <a:gd name="T4" fmla="*/ 15 w 1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3" y="5"/>
                  </a:moveTo>
                  <a:cubicBezTo>
                    <a:pt x="0" y="11"/>
                    <a:pt x="8" y="21"/>
                    <a:pt x="12" y="11"/>
                  </a:cubicBezTo>
                  <a:cubicBezTo>
                    <a:pt x="13" y="6"/>
                    <a:pt x="10" y="0"/>
                    <a:pt x="5" y="1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207">
              <a:extLst>
                <a:ext uri="{FF2B5EF4-FFF2-40B4-BE49-F238E27FC236}">
                  <a16:creationId xmlns:a16="http://schemas.microsoft.com/office/drawing/2014/main" id="{A24CB736-9A57-47BE-8FCB-9AB03CD55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566"/>
              <a:ext cx="33" cy="18"/>
            </a:xfrm>
            <a:custGeom>
              <a:avLst/>
              <a:gdLst>
                <a:gd name="T0" fmla="*/ 0 w 22"/>
                <a:gd name="T1" fmla="*/ 12 h 12"/>
                <a:gd name="T2" fmla="*/ 66 w 22"/>
                <a:gd name="T3" fmla="*/ 41 h 12"/>
                <a:gd name="T4" fmla="*/ 5 w 22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3"/>
                  </a:moveTo>
                  <a:cubicBezTo>
                    <a:pt x="6" y="0"/>
                    <a:pt x="22" y="2"/>
                    <a:pt x="19" y="12"/>
                  </a:cubicBezTo>
                  <a:cubicBezTo>
                    <a:pt x="10" y="12"/>
                    <a:pt x="2" y="11"/>
                    <a:pt x="1" y="1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208">
              <a:extLst>
                <a:ext uri="{FF2B5EF4-FFF2-40B4-BE49-F238E27FC236}">
                  <a16:creationId xmlns:a16="http://schemas.microsoft.com/office/drawing/2014/main" id="{5F720E01-DC90-4DF1-824B-9BBED6AA5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571"/>
              <a:ext cx="20" cy="12"/>
            </a:xfrm>
            <a:custGeom>
              <a:avLst/>
              <a:gdLst>
                <a:gd name="T0" fmla="*/ 0 w 13"/>
                <a:gd name="T1" fmla="*/ 8 h 8"/>
                <a:gd name="T2" fmla="*/ 34 w 13"/>
                <a:gd name="T3" fmla="*/ 27 h 8"/>
                <a:gd name="T4" fmla="*/ 0 w 13"/>
                <a:gd name="T5" fmla="*/ 1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2"/>
                  </a:moveTo>
                  <a:cubicBezTo>
                    <a:pt x="2" y="5"/>
                    <a:pt x="6" y="8"/>
                    <a:pt x="9" y="8"/>
                  </a:cubicBezTo>
                  <a:cubicBezTo>
                    <a:pt x="13" y="3"/>
                    <a:pt x="3" y="0"/>
                    <a:pt x="0" y="4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209">
              <a:extLst>
                <a:ext uri="{FF2B5EF4-FFF2-40B4-BE49-F238E27FC236}">
                  <a16:creationId xmlns:a16="http://schemas.microsoft.com/office/drawing/2014/main" id="{F89D58A8-98D9-4412-A77D-96F39F9FE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584"/>
              <a:ext cx="29" cy="29"/>
            </a:xfrm>
            <a:custGeom>
              <a:avLst/>
              <a:gdLst>
                <a:gd name="T0" fmla="*/ 8 w 19"/>
                <a:gd name="T1" fmla="*/ 0 h 19"/>
                <a:gd name="T2" fmla="*/ 40 w 19"/>
                <a:gd name="T3" fmla="*/ 56 h 19"/>
                <a:gd name="T4" fmla="*/ 0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2" y="0"/>
                  </a:moveTo>
                  <a:cubicBezTo>
                    <a:pt x="0" y="4"/>
                    <a:pt x="6" y="19"/>
                    <a:pt x="11" y="16"/>
                  </a:cubicBezTo>
                  <a:cubicBezTo>
                    <a:pt x="19" y="13"/>
                    <a:pt x="2" y="1"/>
                    <a:pt x="0" y="0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210">
              <a:extLst>
                <a:ext uri="{FF2B5EF4-FFF2-40B4-BE49-F238E27FC236}">
                  <a16:creationId xmlns:a16="http://schemas.microsoft.com/office/drawing/2014/main" id="{E6A66AF9-E7F5-4A7B-A41E-E32A5F3AB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454"/>
              <a:ext cx="46" cy="55"/>
            </a:xfrm>
            <a:custGeom>
              <a:avLst/>
              <a:gdLst>
                <a:gd name="T0" fmla="*/ 58 w 30"/>
                <a:gd name="T1" fmla="*/ 19 h 37"/>
                <a:gd name="T2" fmla="*/ 21 w 30"/>
                <a:gd name="T3" fmla="*/ 114 h 37"/>
                <a:gd name="T4" fmla="*/ 89 w 30"/>
                <a:gd name="T5" fmla="*/ 88 h 37"/>
                <a:gd name="T6" fmla="*/ 58 w 30"/>
                <a:gd name="T7" fmla="*/ 1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7">
                  <a:moveTo>
                    <a:pt x="16" y="6"/>
                  </a:moveTo>
                  <a:cubicBezTo>
                    <a:pt x="10" y="7"/>
                    <a:pt x="0" y="30"/>
                    <a:pt x="6" y="35"/>
                  </a:cubicBezTo>
                  <a:cubicBezTo>
                    <a:pt x="9" y="37"/>
                    <a:pt x="22" y="30"/>
                    <a:pt x="25" y="27"/>
                  </a:cubicBezTo>
                  <a:cubicBezTo>
                    <a:pt x="30" y="21"/>
                    <a:pt x="28" y="0"/>
                    <a:pt x="16" y="5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211">
              <a:extLst>
                <a:ext uri="{FF2B5EF4-FFF2-40B4-BE49-F238E27FC236}">
                  <a16:creationId xmlns:a16="http://schemas.microsoft.com/office/drawing/2014/main" id="{86AB032F-E81E-4064-80BF-2F5A24FE8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410"/>
              <a:ext cx="39" cy="28"/>
            </a:xfrm>
            <a:custGeom>
              <a:avLst/>
              <a:gdLst>
                <a:gd name="T0" fmla="*/ 0 w 26"/>
                <a:gd name="T1" fmla="*/ 9 h 19"/>
                <a:gd name="T2" fmla="*/ 26 w 26"/>
                <a:gd name="T3" fmla="*/ 60 h 19"/>
                <a:gd name="T4" fmla="*/ 62 w 26"/>
                <a:gd name="T5" fmla="*/ 35 h 19"/>
                <a:gd name="T6" fmla="*/ 8 w 26"/>
                <a:gd name="T7" fmla="*/ 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0" y="3"/>
                  </a:moveTo>
                  <a:cubicBezTo>
                    <a:pt x="0" y="7"/>
                    <a:pt x="3" y="18"/>
                    <a:pt x="7" y="19"/>
                  </a:cubicBezTo>
                  <a:cubicBezTo>
                    <a:pt x="9" y="19"/>
                    <a:pt x="17" y="13"/>
                    <a:pt x="18" y="11"/>
                  </a:cubicBezTo>
                  <a:cubicBezTo>
                    <a:pt x="26" y="0"/>
                    <a:pt x="9" y="2"/>
                    <a:pt x="2" y="3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212">
              <a:extLst>
                <a:ext uri="{FF2B5EF4-FFF2-40B4-BE49-F238E27FC236}">
                  <a16:creationId xmlns:a16="http://schemas.microsoft.com/office/drawing/2014/main" id="{A082BC11-8E76-4686-A243-B02DF38A4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399"/>
              <a:ext cx="26" cy="20"/>
            </a:xfrm>
            <a:custGeom>
              <a:avLst/>
              <a:gdLst>
                <a:gd name="T0" fmla="*/ 14 w 17"/>
                <a:gd name="T1" fmla="*/ 12 h 13"/>
                <a:gd name="T2" fmla="*/ 47 w 17"/>
                <a:gd name="T3" fmla="*/ 22 h 13"/>
                <a:gd name="T4" fmla="*/ 18 w 17"/>
                <a:gd name="T5" fmla="*/ 1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4" y="3"/>
                  </a:moveTo>
                  <a:cubicBezTo>
                    <a:pt x="0" y="11"/>
                    <a:pt x="10" y="13"/>
                    <a:pt x="13" y="6"/>
                  </a:cubicBezTo>
                  <a:cubicBezTo>
                    <a:pt x="17" y="0"/>
                    <a:pt x="10" y="1"/>
                    <a:pt x="5" y="3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213">
              <a:extLst>
                <a:ext uri="{FF2B5EF4-FFF2-40B4-BE49-F238E27FC236}">
                  <a16:creationId xmlns:a16="http://schemas.microsoft.com/office/drawing/2014/main" id="{A1EA3325-1629-444B-B50F-DC0CA6EAD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3435"/>
              <a:ext cx="28" cy="29"/>
            </a:xfrm>
            <a:custGeom>
              <a:avLst/>
              <a:gdLst>
                <a:gd name="T0" fmla="*/ 19 w 19"/>
                <a:gd name="T1" fmla="*/ 5 h 19"/>
                <a:gd name="T2" fmla="*/ 1 w 19"/>
                <a:gd name="T3" fmla="*/ 61 h 19"/>
                <a:gd name="T4" fmla="*/ 52 w 19"/>
                <a:gd name="T5" fmla="*/ 40 h 19"/>
                <a:gd name="T6" fmla="*/ 9 w 19"/>
                <a:gd name="T7" fmla="*/ 1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6" y="1"/>
                  </a:moveTo>
                  <a:cubicBezTo>
                    <a:pt x="3" y="5"/>
                    <a:pt x="0" y="13"/>
                    <a:pt x="1" y="17"/>
                  </a:cubicBezTo>
                  <a:cubicBezTo>
                    <a:pt x="8" y="18"/>
                    <a:pt x="14" y="19"/>
                    <a:pt x="16" y="11"/>
                  </a:cubicBezTo>
                  <a:cubicBezTo>
                    <a:pt x="19" y="0"/>
                    <a:pt x="11" y="0"/>
                    <a:pt x="3" y="3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214">
              <a:extLst>
                <a:ext uri="{FF2B5EF4-FFF2-40B4-BE49-F238E27FC236}">
                  <a16:creationId xmlns:a16="http://schemas.microsoft.com/office/drawing/2014/main" id="{293B1B26-F06C-4DD7-8EFB-C6DDE4D0A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3411"/>
              <a:ext cx="21" cy="24"/>
            </a:xfrm>
            <a:custGeom>
              <a:avLst/>
              <a:gdLst>
                <a:gd name="T0" fmla="*/ 8 w 14"/>
                <a:gd name="T1" fmla="*/ 21 h 16"/>
                <a:gd name="T2" fmla="*/ 45 w 14"/>
                <a:gd name="T3" fmla="*/ 27 h 16"/>
                <a:gd name="T4" fmla="*/ 0 w 14"/>
                <a:gd name="T5" fmla="*/ 2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2" y="6"/>
                  </a:moveTo>
                  <a:cubicBezTo>
                    <a:pt x="2" y="14"/>
                    <a:pt x="13" y="16"/>
                    <a:pt x="13" y="8"/>
                  </a:cubicBezTo>
                  <a:cubicBezTo>
                    <a:pt x="14" y="0"/>
                    <a:pt x="4" y="4"/>
                    <a:pt x="0" y="7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215">
              <a:extLst>
                <a:ext uri="{FF2B5EF4-FFF2-40B4-BE49-F238E27FC236}">
                  <a16:creationId xmlns:a16="http://schemas.microsoft.com/office/drawing/2014/main" id="{C6F3AFF9-9A05-4C52-897A-C603C0599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3395"/>
              <a:ext cx="20" cy="13"/>
            </a:xfrm>
            <a:custGeom>
              <a:avLst/>
              <a:gdLst>
                <a:gd name="T0" fmla="*/ 5 w 13"/>
                <a:gd name="T1" fmla="*/ 13 h 9"/>
                <a:gd name="T2" fmla="*/ 28 w 13"/>
                <a:gd name="T3" fmla="*/ 19 h 9"/>
                <a:gd name="T4" fmla="*/ 14 w 13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" y="4"/>
                  </a:moveTo>
                  <a:cubicBezTo>
                    <a:pt x="0" y="9"/>
                    <a:pt x="5" y="9"/>
                    <a:pt x="8" y="6"/>
                  </a:cubicBezTo>
                  <a:cubicBezTo>
                    <a:pt x="13" y="2"/>
                    <a:pt x="7" y="0"/>
                    <a:pt x="4" y="4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216">
              <a:extLst>
                <a:ext uri="{FF2B5EF4-FFF2-40B4-BE49-F238E27FC236}">
                  <a16:creationId xmlns:a16="http://schemas.microsoft.com/office/drawing/2014/main" id="{A22AC402-C015-4DF8-B14F-DCB1CD9A3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3505"/>
              <a:ext cx="34" cy="31"/>
            </a:xfrm>
            <a:custGeom>
              <a:avLst/>
              <a:gdLst>
                <a:gd name="T0" fmla="*/ 35 w 23"/>
                <a:gd name="T1" fmla="*/ 0 h 21"/>
                <a:gd name="T2" fmla="*/ 1 w 23"/>
                <a:gd name="T3" fmla="*/ 35 h 21"/>
                <a:gd name="T4" fmla="*/ 41 w 23"/>
                <a:gd name="T5" fmla="*/ 68 h 21"/>
                <a:gd name="T6" fmla="*/ 40 w 23"/>
                <a:gd name="T7" fmla="*/ 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11" y="0"/>
                  </a:moveTo>
                  <a:cubicBezTo>
                    <a:pt x="10" y="1"/>
                    <a:pt x="0" y="8"/>
                    <a:pt x="1" y="11"/>
                  </a:cubicBezTo>
                  <a:cubicBezTo>
                    <a:pt x="1" y="11"/>
                    <a:pt x="13" y="21"/>
                    <a:pt x="13" y="21"/>
                  </a:cubicBezTo>
                  <a:cubicBezTo>
                    <a:pt x="22" y="21"/>
                    <a:pt x="23" y="1"/>
                    <a:pt x="12" y="1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217">
              <a:extLst>
                <a:ext uri="{FF2B5EF4-FFF2-40B4-BE49-F238E27FC236}">
                  <a16:creationId xmlns:a16="http://schemas.microsoft.com/office/drawing/2014/main" id="{2AE97C5D-2E8D-449D-BD63-616C3847A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3484"/>
              <a:ext cx="17" cy="18"/>
            </a:xfrm>
            <a:custGeom>
              <a:avLst/>
              <a:gdLst>
                <a:gd name="T0" fmla="*/ 14 w 11"/>
                <a:gd name="T1" fmla="*/ 12 h 12"/>
                <a:gd name="T2" fmla="*/ 0 w 11"/>
                <a:gd name="T3" fmla="*/ 41 h 12"/>
                <a:gd name="T4" fmla="*/ 14 w 11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4" y="3"/>
                  </a:moveTo>
                  <a:cubicBezTo>
                    <a:pt x="2" y="1"/>
                    <a:pt x="0" y="9"/>
                    <a:pt x="0" y="12"/>
                  </a:cubicBezTo>
                  <a:cubicBezTo>
                    <a:pt x="6" y="11"/>
                    <a:pt x="11" y="0"/>
                    <a:pt x="4" y="3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218">
              <a:extLst>
                <a:ext uri="{FF2B5EF4-FFF2-40B4-BE49-F238E27FC236}">
                  <a16:creationId xmlns:a16="http://schemas.microsoft.com/office/drawing/2014/main" id="{27A998DD-73B3-44E1-A719-527716701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455"/>
              <a:ext cx="24" cy="20"/>
            </a:xfrm>
            <a:custGeom>
              <a:avLst/>
              <a:gdLst>
                <a:gd name="T0" fmla="*/ 27 w 16"/>
                <a:gd name="T1" fmla="*/ 0 h 13"/>
                <a:gd name="T2" fmla="*/ 5 w 16"/>
                <a:gd name="T3" fmla="*/ 43 h 13"/>
                <a:gd name="T4" fmla="*/ 27 w 1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8" y="0"/>
                  </a:moveTo>
                  <a:cubicBezTo>
                    <a:pt x="6" y="3"/>
                    <a:pt x="0" y="8"/>
                    <a:pt x="1" y="12"/>
                  </a:cubicBezTo>
                  <a:cubicBezTo>
                    <a:pt x="8" y="13"/>
                    <a:pt x="16" y="4"/>
                    <a:pt x="8" y="0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219">
              <a:extLst>
                <a:ext uri="{FF2B5EF4-FFF2-40B4-BE49-F238E27FC236}">
                  <a16:creationId xmlns:a16="http://schemas.microsoft.com/office/drawing/2014/main" id="{A4347DE9-344E-47AF-AA35-FE5308F5F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494"/>
              <a:ext cx="17" cy="23"/>
            </a:xfrm>
            <a:custGeom>
              <a:avLst/>
              <a:gdLst>
                <a:gd name="T0" fmla="*/ 14 w 11"/>
                <a:gd name="T1" fmla="*/ 21 h 15"/>
                <a:gd name="T2" fmla="*/ 22 w 11"/>
                <a:gd name="T3" fmla="*/ 43 h 15"/>
                <a:gd name="T4" fmla="*/ 19 w 11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4" y="6"/>
                  </a:moveTo>
                  <a:cubicBezTo>
                    <a:pt x="1" y="7"/>
                    <a:pt x="0" y="15"/>
                    <a:pt x="6" y="12"/>
                  </a:cubicBezTo>
                  <a:cubicBezTo>
                    <a:pt x="11" y="9"/>
                    <a:pt x="11" y="0"/>
                    <a:pt x="5" y="3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220">
              <a:extLst>
                <a:ext uri="{FF2B5EF4-FFF2-40B4-BE49-F238E27FC236}">
                  <a16:creationId xmlns:a16="http://schemas.microsoft.com/office/drawing/2014/main" id="{C716E0F6-C5C1-4864-BF64-F4A755D71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3544"/>
              <a:ext cx="35" cy="43"/>
            </a:xfrm>
            <a:custGeom>
              <a:avLst/>
              <a:gdLst>
                <a:gd name="T0" fmla="*/ 70 w 23"/>
                <a:gd name="T1" fmla="*/ 27 h 29"/>
                <a:gd name="T2" fmla="*/ 26 w 23"/>
                <a:gd name="T3" fmla="*/ 86 h 29"/>
                <a:gd name="T4" fmla="*/ 76 w 23"/>
                <a:gd name="T5" fmla="*/ 40 h 29"/>
                <a:gd name="T6" fmla="*/ 56 w 23"/>
                <a:gd name="T7" fmla="*/ 2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9">
                  <a:moveTo>
                    <a:pt x="20" y="8"/>
                  </a:moveTo>
                  <a:cubicBezTo>
                    <a:pt x="19" y="0"/>
                    <a:pt x="0" y="22"/>
                    <a:pt x="7" y="26"/>
                  </a:cubicBezTo>
                  <a:cubicBezTo>
                    <a:pt x="11" y="29"/>
                    <a:pt x="21" y="16"/>
                    <a:pt x="22" y="12"/>
                  </a:cubicBezTo>
                  <a:cubicBezTo>
                    <a:pt x="23" y="8"/>
                    <a:pt x="22" y="3"/>
                    <a:pt x="16" y="7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221">
              <a:extLst>
                <a:ext uri="{FF2B5EF4-FFF2-40B4-BE49-F238E27FC236}">
                  <a16:creationId xmlns:a16="http://schemas.microsoft.com/office/drawing/2014/main" id="{6CF4FE6D-EE48-41AB-AE16-B222C30B3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518"/>
              <a:ext cx="36" cy="33"/>
            </a:xfrm>
            <a:custGeom>
              <a:avLst/>
              <a:gdLst>
                <a:gd name="T0" fmla="*/ 48 w 24"/>
                <a:gd name="T1" fmla="*/ 21 h 22"/>
                <a:gd name="T2" fmla="*/ 32 w 24"/>
                <a:gd name="T3" fmla="*/ 66 h 22"/>
                <a:gd name="T4" fmla="*/ 48 w 24"/>
                <a:gd name="T5" fmla="*/ 1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14" y="6"/>
                  </a:moveTo>
                  <a:cubicBezTo>
                    <a:pt x="9" y="6"/>
                    <a:pt x="0" y="16"/>
                    <a:pt x="9" y="19"/>
                  </a:cubicBezTo>
                  <a:cubicBezTo>
                    <a:pt x="17" y="22"/>
                    <a:pt x="24" y="0"/>
                    <a:pt x="14" y="5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222">
              <a:extLst>
                <a:ext uri="{FF2B5EF4-FFF2-40B4-BE49-F238E27FC236}">
                  <a16:creationId xmlns:a16="http://schemas.microsoft.com/office/drawing/2014/main" id="{79C03936-3AA3-42C7-B735-2477B178F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583"/>
              <a:ext cx="43" cy="36"/>
            </a:xfrm>
            <a:custGeom>
              <a:avLst/>
              <a:gdLst>
                <a:gd name="T0" fmla="*/ 49 w 29"/>
                <a:gd name="T1" fmla="*/ 14 h 24"/>
                <a:gd name="T2" fmla="*/ 27 w 29"/>
                <a:gd name="T3" fmla="*/ 5 h 24"/>
                <a:gd name="T4" fmla="*/ 15 w 29"/>
                <a:gd name="T5" fmla="*/ 14 h 24"/>
                <a:gd name="T6" fmla="*/ 9 w 29"/>
                <a:gd name="T7" fmla="*/ 72 h 24"/>
                <a:gd name="T8" fmla="*/ 55 w 29"/>
                <a:gd name="T9" fmla="*/ 1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15" y="4"/>
                  </a:moveTo>
                  <a:cubicBezTo>
                    <a:pt x="14" y="2"/>
                    <a:pt x="11" y="0"/>
                    <a:pt x="8" y="1"/>
                  </a:cubicBezTo>
                  <a:cubicBezTo>
                    <a:pt x="4" y="2"/>
                    <a:pt x="7" y="1"/>
                    <a:pt x="5" y="4"/>
                  </a:cubicBezTo>
                  <a:cubicBezTo>
                    <a:pt x="4" y="7"/>
                    <a:pt x="0" y="19"/>
                    <a:pt x="3" y="21"/>
                  </a:cubicBezTo>
                  <a:cubicBezTo>
                    <a:pt x="9" y="24"/>
                    <a:pt x="29" y="7"/>
                    <a:pt x="17" y="3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223">
              <a:extLst>
                <a:ext uri="{FF2B5EF4-FFF2-40B4-BE49-F238E27FC236}">
                  <a16:creationId xmlns:a16="http://schemas.microsoft.com/office/drawing/2014/main" id="{A28C1A6F-5359-40B8-ADCC-590671A05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596"/>
              <a:ext cx="42" cy="32"/>
            </a:xfrm>
            <a:custGeom>
              <a:avLst/>
              <a:gdLst>
                <a:gd name="T0" fmla="*/ 80 w 28"/>
                <a:gd name="T1" fmla="*/ 27 h 21"/>
                <a:gd name="T2" fmla="*/ 32 w 28"/>
                <a:gd name="T3" fmla="*/ 61 h 21"/>
                <a:gd name="T4" fmla="*/ 75 w 28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23" y="8"/>
                  </a:moveTo>
                  <a:cubicBezTo>
                    <a:pt x="17" y="0"/>
                    <a:pt x="0" y="10"/>
                    <a:pt x="9" y="17"/>
                  </a:cubicBezTo>
                  <a:cubicBezTo>
                    <a:pt x="15" y="21"/>
                    <a:pt x="28" y="10"/>
                    <a:pt x="22" y="5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224">
              <a:extLst>
                <a:ext uri="{FF2B5EF4-FFF2-40B4-BE49-F238E27FC236}">
                  <a16:creationId xmlns:a16="http://schemas.microsoft.com/office/drawing/2014/main" id="{50F28BF1-0E9B-4DD3-995E-0DBEC438F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3592"/>
              <a:ext cx="18" cy="19"/>
            </a:xfrm>
            <a:custGeom>
              <a:avLst/>
              <a:gdLst>
                <a:gd name="T0" fmla="*/ 26 w 12"/>
                <a:gd name="T1" fmla="*/ 6 h 13"/>
                <a:gd name="T2" fmla="*/ 0 w 12"/>
                <a:gd name="T3" fmla="*/ 19 h 13"/>
                <a:gd name="T4" fmla="*/ 27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7" y="2"/>
                  </a:moveTo>
                  <a:cubicBezTo>
                    <a:pt x="4" y="2"/>
                    <a:pt x="2" y="4"/>
                    <a:pt x="0" y="6"/>
                  </a:cubicBezTo>
                  <a:cubicBezTo>
                    <a:pt x="5" y="13"/>
                    <a:pt x="12" y="6"/>
                    <a:pt x="8" y="0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225">
              <a:extLst>
                <a:ext uri="{FF2B5EF4-FFF2-40B4-BE49-F238E27FC236}">
                  <a16:creationId xmlns:a16="http://schemas.microsoft.com/office/drawing/2014/main" id="{CAA94F63-A9B0-4B89-90C2-7CAD7A6B8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619"/>
              <a:ext cx="12" cy="11"/>
            </a:xfrm>
            <a:custGeom>
              <a:avLst/>
              <a:gdLst>
                <a:gd name="T0" fmla="*/ 0 w 8"/>
                <a:gd name="T1" fmla="*/ 20 h 7"/>
                <a:gd name="T2" fmla="*/ 27 w 8"/>
                <a:gd name="T3" fmla="*/ 8 h 7"/>
                <a:gd name="T4" fmla="*/ 0 w 8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3" y="7"/>
                    <a:pt x="8" y="6"/>
                    <a:pt x="8" y="2"/>
                  </a:cubicBezTo>
                  <a:cubicBezTo>
                    <a:pt x="5" y="0"/>
                    <a:pt x="2" y="3"/>
                    <a:pt x="0" y="6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226">
              <a:extLst>
                <a:ext uri="{FF2B5EF4-FFF2-40B4-BE49-F238E27FC236}">
                  <a16:creationId xmlns:a16="http://schemas.microsoft.com/office/drawing/2014/main" id="{EA0FEE8A-6912-41BC-9A59-10FDAA59F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423"/>
              <a:ext cx="12" cy="15"/>
            </a:xfrm>
            <a:custGeom>
              <a:avLst/>
              <a:gdLst>
                <a:gd name="T0" fmla="*/ 21 w 8"/>
                <a:gd name="T1" fmla="*/ 0 h 10"/>
                <a:gd name="T2" fmla="*/ 8 w 8"/>
                <a:gd name="T3" fmla="*/ 35 h 10"/>
                <a:gd name="T4" fmla="*/ 27 w 8"/>
                <a:gd name="T5" fmla="*/ 0 h 10"/>
                <a:gd name="T6" fmla="*/ 14 w 8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6" y="0"/>
                  </a:moveTo>
                  <a:cubicBezTo>
                    <a:pt x="2" y="0"/>
                    <a:pt x="0" y="6"/>
                    <a:pt x="2" y="10"/>
                  </a:cubicBezTo>
                  <a:cubicBezTo>
                    <a:pt x="5" y="8"/>
                    <a:pt x="8" y="4"/>
                    <a:pt x="8" y="0"/>
                  </a:cubicBezTo>
                  <a:cubicBezTo>
                    <a:pt x="6" y="0"/>
                    <a:pt x="6" y="0"/>
                    <a:pt x="4" y="1"/>
                  </a:cubicBezTo>
                </a:path>
              </a:pathLst>
            </a:custGeom>
            <a:solidFill>
              <a:srgbClr val="E0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227">
              <a:extLst>
                <a:ext uri="{FF2B5EF4-FFF2-40B4-BE49-F238E27FC236}">
                  <a16:creationId xmlns:a16="http://schemas.microsoft.com/office/drawing/2014/main" id="{CD06AE69-5DFC-493C-AE57-12EDE688A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276"/>
              <a:ext cx="230" cy="107"/>
            </a:xfrm>
            <a:custGeom>
              <a:avLst/>
              <a:gdLst>
                <a:gd name="T0" fmla="*/ 0 w 153"/>
                <a:gd name="T1" fmla="*/ 136 h 71"/>
                <a:gd name="T2" fmla="*/ 257 w 153"/>
                <a:gd name="T3" fmla="*/ 72 h 71"/>
                <a:gd name="T4" fmla="*/ 520 w 153"/>
                <a:gd name="T5" fmla="*/ 243 h 71"/>
                <a:gd name="T6" fmla="*/ 271 w 153"/>
                <a:gd name="T7" fmla="*/ 27 h 71"/>
                <a:gd name="T8" fmla="*/ 0 w 153"/>
                <a:gd name="T9" fmla="*/ 136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71">
                  <a:moveTo>
                    <a:pt x="0" y="40"/>
                  </a:moveTo>
                  <a:cubicBezTo>
                    <a:pt x="0" y="40"/>
                    <a:pt x="39" y="13"/>
                    <a:pt x="76" y="21"/>
                  </a:cubicBezTo>
                  <a:cubicBezTo>
                    <a:pt x="114" y="29"/>
                    <a:pt x="133" y="40"/>
                    <a:pt x="153" y="71"/>
                  </a:cubicBezTo>
                  <a:cubicBezTo>
                    <a:pt x="153" y="71"/>
                    <a:pt x="137" y="17"/>
                    <a:pt x="80" y="8"/>
                  </a:cubicBezTo>
                  <a:cubicBezTo>
                    <a:pt x="24" y="0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09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Line 228">
              <a:extLst>
                <a:ext uri="{FF2B5EF4-FFF2-40B4-BE49-F238E27FC236}">
                  <a16:creationId xmlns:a16="http://schemas.microsoft.com/office/drawing/2014/main" id="{A01EE81D-EDCE-406B-86A2-03391741A4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3" y="361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Line 229">
              <a:extLst>
                <a:ext uri="{FF2B5EF4-FFF2-40B4-BE49-F238E27FC236}">
                  <a16:creationId xmlns:a16="http://schemas.microsoft.com/office/drawing/2014/main" id="{DD68B23C-0EDF-4F89-92DF-2228CFC92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3" y="361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230">
              <a:extLst>
                <a:ext uri="{FF2B5EF4-FFF2-40B4-BE49-F238E27FC236}">
                  <a16:creationId xmlns:a16="http://schemas.microsoft.com/office/drawing/2014/main" id="{66F121A6-4484-43D6-A7C4-D5BC67736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593"/>
              <a:ext cx="182" cy="92"/>
            </a:xfrm>
            <a:custGeom>
              <a:avLst/>
              <a:gdLst>
                <a:gd name="T0" fmla="*/ 0 w 121"/>
                <a:gd name="T1" fmla="*/ 66 h 61"/>
                <a:gd name="T2" fmla="*/ 156 w 121"/>
                <a:gd name="T3" fmla="*/ 169 h 61"/>
                <a:gd name="T4" fmla="*/ 412 w 121"/>
                <a:gd name="T5" fmla="*/ 0 h 61"/>
                <a:gd name="T6" fmla="*/ 248 w 121"/>
                <a:gd name="T7" fmla="*/ 196 h 61"/>
                <a:gd name="T8" fmla="*/ 0 w 121"/>
                <a:gd name="T9" fmla="*/ 6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61">
                  <a:moveTo>
                    <a:pt x="0" y="19"/>
                  </a:moveTo>
                  <a:cubicBezTo>
                    <a:pt x="0" y="19"/>
                    <a:pt x="26" y="50"/>
                    <a:pt x="46" y="49"/>
                  </a:cubicBezTo>
                  <a:cubicBezTo>
                    <a:pt x="66" y="47"/>
                    <a:pt x="99" y="54"/>
                    <a:pt x="121" y="0"/>
                  </a:cubicBezTo>
                  <a:cubicBezTo>
                    <a:pt x="121" y="0"/>
                    <a:pt x="111" y="53"/>
                    <a:pt x="73" y="57"/>
                  </a:cubicBezTo>
                  <a:cubicBezTo>
                    <a:pt x="35" y="61"/>
                    <a:pt x="5" y="43"/>
                    <a:pt x="0" y="19"/>
                  </a:cubicBezTo>
                  <a:close/>
                </a:path>
              </a:pathLst>
            </a:custGeom>
            <a:solidFill>
              <a:srgbClr val="F09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231">
              <a:extLst>
                <a:ext uri="{FF2B5EF4-FFF2-40B4-BE49-F238E27FC236}">
                  <a16:creationId xmlns:a16="http://schemas.microsoft.com/office/drawing/2014/main" id="{79C67E8D-2D50-4C6D-8C67-059F58D6A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311"/>
              <a:ext cx="339" cy="70"/>
            </a:xfrm>
            <a:custGeom>
              <a:avLst/>
              <a:gdLst>
                <a:gd name="T0" fmla="*/ 0 w 225"/>
                <a:gd name="T1" fmla="*/ 103 h 47"/>
                <a:gd name="T2" fmla="*/ 148 w 225"/>
                <a:gd name="T3" fmla="*/ 141 h 47"/>
                <a:gd name="T4" fmla="*/ 377 w 225"/>
                <a:gd name="T5" fmla="*/ 115 h 47"/>
                <a:gd name="T6" fmla="*/ 770 w 225"/>
                <a:gd name="T7" fmla="*/ 54 h 47"/>
                <a:gd name="T8" fmla="*/ 586 w 225"/>
                <a:gd name="T9" fmla="*/ 33 h 47"/>
                <a:gd name="T10" fmla="*/ 268 w 225"/>
                <a:gd name="T11" fmla="*/ 95 h 47"/>
                <a:gd name="T12" fmla="*/ 95 w 225"/>
                <a:gd name="T13" fmla="*/ 95 h 47"/>
                <a:gd name="T14" fmla="*/ 0 w 225"/>
                <a:gd name="T15" fmla="*/ 103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5" h="47">
                  <a:moveTo>
                    <a:pt x="0" y="31"/>
                  </a:moveTo>
                  <a:cubicBezTo>
                    <a:pt x="0" y="31"/>
                    <a:pt x="24" y="47"/>
                    <a:pt x="43" y="43"/>
                  </a:cubicBezTo>
                  <a:cubicBezTo>
                    <a:pt x="62" y="39"/>
                    <a:pt x="86" y="47"/>
                    <a:pt x="110" y="35"/>
                  </a:cubicBezTo>
                  <a:cubicBezTo>
                    <a:pt x="135" y="22"/>
                    <a:pt x="211" y="2"/>
                    <a:pt x="225" y="16"/>
                  </a:cubicBezTo>
                  <a:cubicBezTo>
                    <a:pt x="225" y="16"/>
                    <a:pt x="212" y="0"/>
                    <a:pt x="171" y="10"/>
                  </a:cubicBezTo>
                  <a:cubicBezTo>
                    <a:pt x="130" y="20"/>
                    <a:pt x="96" y="25"/>
                    <a:pt x="78" y="29"/>
                  </a:cubicBezTo>
                  <a:cubicBezTo>
                    <a:pt x="60" y="33"/>
                    <a:pt x="42" y="33"/>
                    <a:pt x="28" y="29"/>
                  </a:cubicBezTo>
                  <a:cubicBezTo>
                    <a:pt x="13" y="26"/>
                    <a:pt x="0" y="31"/>
                    <a:pt x="0" y="31"/>
                  </a:cubicBezTo>
                  <a:close/>
                </a:path>
              </a:pathLst>
            </a:custGeom>
            <a:solidFill>
              <a:srgbClr val="F09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232">
              <a:extLst>
                <a:ext uri="{FF2B5EF4-FFF2-40B4-BE49-F238E27FC236}">
                  <a16:creationId xmlns:a16="http://schemas.microsoft.com/office/drawing/2014/main" id="{D0F76709-693A-4B0C-85E6-012B370DA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535"/>
              <a:ext cx="296" cy="177"/>
            </a:xfrm>
            <a:custGeom>
              <a:avLst/>
              <a:gdLst>
                <a:gd name="T0" fmla="*/ 48 w 197"/>
                <a:gd name="T1" fmla="*/ 0 h 118"/>
                <a:gd name="T2" fmla="*/ 108 w 197"/>
                <a:gd name="T3" fmla="*/ 176 h 118"/>
                <a:gd name="T4" fmla="*/ 332 w 197"/>
                <a:gd name="T5" fmla="*/ 251 h 118"/>
                <a:gd name="T6" fmla="*/ 669 w 197"/>
                <a:gd name="T7" fmla="*/ 351 h 118"/>
                <a:gd name="T8" fmla="*/ 413 w 197"/>
                <a:gd name="T9" fmla="*/ 345 h 118"/>
                <a:gd name="T10" fmla="*/ 194 w 197"/>
                <a:gd name="T11" fmla="*/ 264 h 118"/>
                <a:gd name="T12" fmla="*/ 27 w 197"/>
                <a:gd name="T13" fmla="*/ 183 h 118"/>
                <a:gd name="T14" fmla="*/ 48 w 197"/>
                <a:gd name="T15" fmla="*/ 0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7" h="118">
                  <a:moveTo>
                    <a:pt x="14" y="0"/>
                  </a:moveTo>
                  <a:cubicBezTo>
                    <a:pt x="14" y="0"/>
                    <a:pt x="0" y="48"/>
                    <a:pt x="32" y="52"/>
                  </a:cubicBezTo>
                  <a:cubicBezTo>
                    <a:pt x="63" y="56"/>
                    <a:pt x="80" y="65"/>
                    <a:pt x="98" y="74"/>
                  </a:cubicBezTo>
                  <a:cubicBezTo>
                    <a:pt x="115" y="82"/>
                    <a:pt x="172" y="116"/>
                    <a:pt x="197" y="104"/>
                  </a:cubicBezTo>
                  <a:cubicBezTo>
                    <a:pt x="197" y="104"/>
                    <a:pt x="157" y="118"/>
                    <a:pt x="122" y="102"/>
                  </a:cubicBezTo>
                  <a:cubicBezTo>
                    <a:pt x="86" y="86"/>
                    <a:pt x="78" y="81"/>
                    <a:pt x="57" y="78"/>
                  </a:cubicBezTo>
                  <a:cubicBezTo>
                    <a:pt x="36" y="74"/>
                    <a:pt x="16" y="70"/>
                    <a:pt x="8" y="54"/>
                  </a:cubicBezTo>
                  <a:cubicBezTo>
                    <a:pt x="0" y="37"/>
                    <a:pt x="10" y="5"/>
                    <a:pt x="14" y="0"/>
                  </a:cubicBezTo>
                  <a:close/>
                </a:path>
              </a:pathLst>
            </a:custGeom>
            <a:solidFill>
              <a:srgbClr val="F09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233">
              <a:extLst>
                <a:ext uri="{FF2B5EF4-FFF2-40B4-BE49-F238E27FC236}">
                  <a16:creationId xmlns:a16="http://schemas.microsoft.com/office/drawing/2014/main" id="{BD785DC8-D197-47CA-9280-6EEDF4D9A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104"/>
              <a:ext cx="38" cy="85"/>
            </a:xfrm>
            <a:custGeom>
              <a:avLst/>
              <a:gdLst>
                <a:gd name="T0" fmla="*/ 88 w 25"/>
                <a:gd name="T1" fmla="*/ 0 h 56"/>
                <a:gd name="T2" fmla="*/ 40 w 25"/>
                <a:gd name="T3" fmla="*/ 27 h 56"/>
                <a:gd name="T4" fmla="*/ 18 w 25"/>
                <a:gd name="T5" fmla="*/ 74 h 56"/>
                <a:gd name="T6" fmla="*/ 49 w 25"/>
                <a:gd name="T7" fmla="*/ 196 h 56"/>
                <a:gd name="T8" fmla="*/ 5 w 25"/>
                <a:gd name="T9" fmla="*/ 83 h 56"/>
                <a:gd name="T10" fmla="*/ 76 w 25"/>
                <a:gd name="T11" fmla="*/ 12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6">
                  <a:moveTo>
                    <a:pt x="25" y="0"/>
                  </a:moveTo>
                  <a:cubicBezTo>
                    <a:pt x="22" y="4"/>
                    <a:pt x="15" y="4"/>
                    <a:pt x="11" y="8"/>
                  </a:cubicBezTo>
                  <a:cubicBezTo>
                    <a:pt x="8" y="11"/>
                    <a:pt x="6" y="17"/>
                    <a:pt x="5" y="21"/>
                  </a:cubicBezTo>
                  <a:cubicBezTo>
                    <a:pt x="2" y="33"/>
                    <a:pt x="7" y="47"/>
                    <a:pt x="14" y="56"/>
                  </a:cubicBezTo>
                  <a:cubicBezTo>
                    <a:pt x="1" y="54"/>
                    <a:pt x="0" y="33"/>
                    <a:pt x="1" y="24"/>
                  </a:cubicBezTo>
                  <a:cubicBezTo>
                    <a:pt x="3" y="12"/>
                    <a:pt x="12" y="6"/>
                    <a:pt x="22" y="3"/>
                  </a:cubicBezTo>
                </a:path>
              </a:pathLst>
            </a:custGeom>
            <a:solidFill>
              <a:srgbClr val="F09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234">
              <a:extLst>
                <a:ext uri="{FF2B5EF4-FFF2-40B4-BE49-F238E27FC236}">
                  <a16:creationId xmlns:a16="http://schemas.microsoft.com/office/drawing/2014/main" id="{82327DF0-8562-4E0A-B8FE-14550E766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204"/>
              <a:ext cx="30" cy="54"/>
            </a:xfrm>
            <a:custGeom>
              <a:avLst/>
              <a:gdLst>
                <a:gd name="T0" fmla="*/ 68 w 20"/>
                <a:gd name="T1" fmla="*/ 5 h 36"/>
                <a:gd name="T2" fmla="*/ 21 w 20"/>
                <a:gd name="T3" fmla="*/ 54 h 36"/>
                <a:gd name="T4" fmla="*/ 18 w 20"/>
                <a:gd name="T5" fmla="*/ 122 h 36"/>
                <a:gd name="T6" fmla="*/ 8 w 20"/>
                <a:gd name="T7" fmla="*/ 48 h 36"/>
                <a:gd name="T8" fmla="*/ 66 w 20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6">
                  <a:moveTo>
                    <a:pt x="20" y="1"/>
                  </a:moveTo>
                  <a:cubicBezTo>
                    <a:pt x="15" y="7"/>
                    <a:pt x="9" y="8"/>
                    <a:pt x="6" y="16"/>
                  </a:cubicBezTo>
                  <a:cubicBezTo>
                    <a:pt x="4" y="23"/>
                    <a:pt x="4" y="30"/>
                    <a:pt x="5" y="36"/>
                  </a:cubicBezTo>
                  <a:cubicBezTo>
                    <a:pt x="1" y="31"/>
                    <a:pt x="0" y="20"/>
                    <a:pt x="2" y="14"/>
                  </a:cubicBezTo>
                  <a:cubicBezTo>
                    <a:pt x="5" y="5"/>
                    <a:pt x="11" y="2"/>
                    <a:pt x="19" y="0"/>
                  </a:cubicBezTo>
                </a:path>
              </a:pathLst>
            </a:custGeom>
            <a:solidFill>
              <a:srgbClr val="F09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Freeform 235">
              <a:extLst>
                <a:ext uri="{FF2B5EF4-FFF2-40B4-BE49-F238E27FC236}">
                  <a16:creationId xmlns:a16="http://schemas.microsoft.com/office/drawing/2014/main" id="{DCB553BA-057F-4F56-86F7-E49713539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098"/>
              <a:ext cx="63" cy="31"/>
            </a:xfrm>
            <a:custGeom>
              <a:avLst/>
              <a:gdLst>
                <a:gd name="T0" fmla="*/ 0 w 42"/>
                <a:gd name="T1" fmla="*/ 29 h 20"/>
                <a:gd name="T2" fmla="*/ 143 w 42"/>
                <a:gd name="T3" fmla="*/ 0 h 20"/>
                <a:gd name="T4" fmla="*/ 66 w 42"/>
                <a:gd name="T5" fmla="*/ 60 h 20"/>
                <a:gd name="T6" fmla="*/ 0 w 42"/>
                <a:gd name="T7" fmla="*/ 3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0">
                  <a:moveTo>
                    <a:pt x="0" y="8"/>
                  </a:moveTo>
                  <a:cubicBezTo>
                    <a:pt x="10" y="20"/>
                    <a:pt x="35" y="11"/>
                    <a:pt x="42" y="0"/>
                  </a:cubicBezTo>
                  <a:cubicBezTo>
                    <a:pt x="38" y="12"/>
                    <a:pt x="31" y="15"/>
                    <a:pt x="19" y="16"/>
                  </a:cubicBezTo>
                  <a:cubicBezTo>
                    <a:pt x="12" y="17"/>
                    <a:pt x="2" y="19"/>
                    <a:pt x="0" y="10"/>
                  </a:cubicBezTo>
                </a:path>
              </a:pathLst>
            </a:custGeom>
            <a:solidFill>
              <a:srgbClr val="F09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236">
              <a:extLst>
                <a:ext uri="{FF2B5EF4-FFF2-40B4-BE49-F238E27FC236}">
                  <a16:creationId xmlns:a16="http://schemas.microsoft.com/office/drawing/2014/main" id="{DE6C1437-F0A0-460E-9FCF-20823C78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098"/>
              <a:ext cx="23" cy="49"/>
            </a:xfrm>
            <a:custGeom>
              <a:avLst/>
              <a:gdLst>
                <a:gd name="T0" fmla="*/ 48 w 15"/>
                <a:gd name="T1" fmla="*/ 5 h 32"/>
                <a:gd name="T2" fmla="*/ 14 w 15"/>
                <a:gd name="T3" fmla="*/ 49 h 32"/>
                <a:gd name="T4" fmla="*/ 54 w 15"/>
                <a:gd name="T5" fmla="*/ 115 h 32"/>
                <a:gd name="T6" fmla="*/ 0 w 15"/>
                <a:gd name="T7" fmla="*/ 49 h 32"/>
                <a:gd name="T8" fmla="*/ 40 w 15"/>
                <a:gd name="T9" fmla="*/ 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2">
                  <a:moveTo>
                    <a:pt x="13" y="1"/>
                  </a:moveTo>
                  <a:cubicBezTo>
                    <a:pt x="6" y="0"/>
                    <a:pt x="4" y="9"/>
                    <a:pt x="4" y="14"/>
                  </a:cubicBezTo>
                  <a:cubicBezTo>
                    <a:pt x="5" y="22"/>
                    <a:pt x="10" y="27"/>
                    <a:pt x="15" y="32"/>
                  </a:cubicBezTo>
                  <a:cubicBezTo>
                    <a:pt x="8" y="29"/>
                    <a:pt x="1" y="22"/>
                    <a:pt x="0" y="14"/>
                  </a:cubicBezTo>
                  <a:cubicBezTo>
                    <a:pt x="0" y="7"/>
                    <a:pt x="3" y="2"/>
                    <a:pt x="11" y="2"/>
                  </a:cubicBezTo>
                </a:path>
              </a:pathLst>
            </a:custGeom>
            <a:solidFill>
              <a:srgbClr val="F09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237">
              <a:extLst>
                <a:ext uri="{FF2B5EF4-FFF2-40B4-BE49-F238E27FC236}">
                  <a16:creationId xmlns:a16="http://schemas.microsoft.com/office/drawing/2014/main" id="{C8E114BF-C95F-42F4-86E1-929D2DD0E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145"/>
              <a:ext cx="63" cy="101"/>
            </a:xfrm>
            <a:custGeom>
              <a:avLst/>
              <a:gdLst>
                <a:gd name="T0" fmla="*/ 143 w 42"/>
                <a:gd name="T1" fmla="*/ 39 h 67"/>
                <a:gd name="T2" fmla="*/ 54 w 42"/>
                <a:gd name="T3" fmla="*/ 80 h 67"/>
                <a:gd name="T4" fmla="*/ 59 w 42"/>
                <a:gd name="T5" fmla="*/ 161 h 67"/>
                <a:gd name="T6" fmla="*/ 116 w 42"/>
                <a:gd name="T7" fmla="*/ 229 h 67"/>
                <a:gd name="T8" fmla="*/ 45 w 42"/>
                <a:gd name="T9" fmla="*/ 59 h 67"/>
                <a:gd name="T10" fmla="*/ 140 w 42"/>
                <a:gd name="T11" fmla="*/ 35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7">
                  <a:moveTo>
                    <a:pt x="42" y="11"/>
                  </a:moveTo>
                  <a:cubicBezTo>
                    <a:pt x="37" y="5"/>
                    <a:pt x="18" y="17"/>
                    <a:pt x="16" y="23"/>
                  </a:cubicBezTo>
                  <a:cubicBezTo>
                    <a:pt x="14" y="29"/>
                    <a:pt x="15" y="40"/>
                    <a:pt x="17" y="47"/>
                  </a:cubicBezTo>
                  <a:cubicBezTo>
                    <a:pt x="21" y="56"/>
                    <a:pt x="27" y="61"/>
                    <a:pt x="34" y="67"/>
                  </a:cubicBezTo>
                  <a:cubicBezTo>
                    <a:pt x="17" y="64"/>
                    <a:pt x="0" y="32"/>
                    <a:pt x="13" y="17"/>
                  </a:cubicBezTo>
                  <a:cubicBezTo>
                    <a:pt x="17" y="12"/>
                    <a:pt x="37" y="0"/>
                    <a:pt x="41" y="10"/>
                  </a:cubicBezTo>
                </a:path>
              </a:pathLst>
            </a:custGeom>
            <a:solidFill>
              <a:srgbClr val="F09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Freeform 238">
              <a:extLst>
                <a:ext uri="{FF2B5EF4-FFF2-40B4-BE49-F238E27FC236}">
                  <a16:creationId xmlns:a16="http://schemas.microsoft.com/office/drawing/2014/main" id="{299701BB-2DC5-4725-B97B-885845263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232"/>
              <a:ext cx="78" cy="35"/>
            </a:xfrm>
            <a:custGeom>
              <a:avLst/>
              <a:gdLst>
                <a:gd name="T0" fmla="*/ 27 w 52"/>
                <a:gd name="T1" fmla="*/ 81 h 23"/>
                <a:gd name="T2" fmla="*/ 93 w 52"/>
                <a:gd name="T3" fmla="*/ 26 h 23"/>
                <a:gd name="T4" fmla="*/ 176 w 52"/>
                <a:gd name="T5" fmla="*/ 62 h 23"/>
                <a:gd name="T6" fmla="*/ 86 w 52"/>
                <a:gd name="T7" fmla="*/ 8 h 23"/>
                <a:gd name="T8" fmla="*/ 32 w 52"/>
                <a:gd name="T9" fmla="*/ 8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3">
                  <a:moveTo>
                    <a:pt x="8" y="23"/>
                  </a:moveTo>
                  <a:cubicBezTo>
                    <a:pt x="7" y="13"/>
                    <a:pt x="19" y="6"/>
                    <a:pt x="27" y="7"/>
                  </a:cubicBezTo>
                  <a:cubicBezTo>
                    <a:pt x="37" y="8"/>
                    <a:pt x="44" y="12"/>
                    <a:pt x="52" y="18"/>
                  </a:cubicBezTo>
                  <a:cubicBezTo>
                    <a:pt x="44" y="9"/>
                    <a:pt x="38" y="0"/>
                    <a:pt x="25" y="2"/>
                  </a:cubicBezTo>
                  <a:cubicBezTo>
                    <a:pt x="18" y="4"/>
                    <a:pt x="0" y="15"/>
                    <a:pt x="9" y="23"/>
                  </a:cubicBezTo>
                </a:path>
              </a:pathLst>
            </a:custGeom>
            <a:solidFill>
              <a:srgbClr val="F09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239">
              <a:extLst>
                <a:ext uri="{FF2B5EF4-FFF2-40B4-BE49-F238E27FC236}">
                  <a16:creationId xmlns:a16="http://schemas.microsoft.com/office/drawing/2014/main" id="{9341B4AE-E7B1-43A1-A22A-F0DABBF4B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080"/>
              <a:ext cx="229" cy="404"/>
            </a:xfrm>
            <a:custGeom>
              <a:avLst/>
              <a:gdLst>
                <a:gd name="T0" fmla="*/ 520 w 152"/>
                <a:gd name="T1" fmla="*/ 12 h 268"/>
                <a:gd name="T2" fmla="*/ 407 w 152"/>
                <a:gd name="T3" fmla="*/ 95 h 268"/>
                <a:gd name="T4" fmla="*/ 399 w 152"/>
                <a:gd name="T5" fmla="*/ 216 h 268"/>
                <a:gd name="T6" fmla="*/ 353 w 152"/>
                <a:gd name="T7" fmla="*/ 323 h 268"/>
                <a:gd name="T8" fmla="*/ 315 w 152"/>
                <a:gd name="T9" fmla="*/ 418 h 268"/>
                <a:gd name="T10" fmla="*/ 163 w 152"/>
                <a:gd name="T11" fmla="*/ 491 h 268"/>
                <a:gd name="T12" fmla="*/ 72 w 152"/>
                <a:gd name="T13" fmla="*/ 630 h 268"/>
                <a:gd name="T14" fmla="*/ 48 w 152"/>
                <a:gd name="T15" fmla="*/ 743 h 268"/>
                <a:gd name="T16" fmla="*/ 27 w 152"/>
                <a:gd name="T17" fmla="*/ 823 h 268"/>
                <a:gd name="T18" fmla="*/ 18 w 152"/>
                <a:gd name="T19" fmla="*/ 914 h 268"/>
                <a:gd name="T20" fmla="*/ 18 w 152"/>
                <a:gd name="T21" fmla="*/ 918 h 268"/>
                <a:gd name="T22" fmla="*/ 8 w 152"/>
                <a:gd name="T23" fmla="*/ 778 h 268"/>
                <a:gd name="T24" fmla="*/ 14 w 152"/>
                <a:gd name="T25" fmla="*/ 574 h 268"/>
                <a:gd name="T26" fmla="*/ 102 w 152"/>
                <a:gd name="T27" fmla="*/ 305 h 268"/>
                <a:gd name="T28" fmla="*/ 304 w 152"/>
                <a:gd name="T29" fmla="*/ 75 h 268"/>
                <a:gd name="T30" fmla="*/ 494 w 152"/>
                <a:gd name="T31" fmla="*/ 8 h 268"/>
                <a:gd name="T32" fmla="*/ 488 w 152"/>
                <a:gd name="T33" fmla="*/ 0 h 2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2" h="268">
                  <a:moveTo>
                    <a:pt x="152" y="3"/>
                  </a:moveTo>
                  <a:cubicBezTo>
                    <a:pt x="140" y="7"/>
                    <a:pt x="125" y="16"/>
                    <a:pt x="119" y="28"/>
                  </a:cubicBezTo>
                  <a:cubicBezTo>
                    <a:pt x="112" y="40"/>
                    <a:pt x="117" y="51"/>
                    <a:pt x="117" y="63"/>
                  </a:cubicBezTo>
                  <a:cubicBezTo>
                    <a:pt x="117" y="73"/>
                    <a:pt x="106" y="82"/>
                    <a:pt x="103" y="94"/>
                  </a:cubicBezTo>
                  <a:cubicBezTo>
                    <a:pt x="100" y="107"/>
                    <a:pt x="105" y="112"/>
                    <a:pt x="92" y="122"/>
                  </a:cubicBezTo>
                  <a:cubicBezTo>
                    <a:pt x="80" y="130"/>
                    <a:pt x="59" y="132"/>
                    <a:pt x="48" y="143"/>
                  </a:cubicBezTo>
                  <a:cubicBezTo>
                    <a:pt x="36" y="155"/>
                    <a:pt x="30" y="170"/>
                    <a:pt x="21" y="184"/>
                  </a:cubicBezTo>
                  <a:cubicBezTo>
                    <a:pt x="16" y="192"/>
                    <a:pt x="17" y="207"/>
                    <a:pt x="14" y="217"/>
                  </a:cubicBezTo>
                  <a:cubicBezTo>
                    <a:pt x="12" y="224"/>
                    <a:pt x="10" y="232"/>
                    <a:pt x="8" y="240"/>
                  </a:cubicBezTo>
                  <a:cubicBezTo>
                    <a:pt x="7" y="243"/>
                    <a:pt x="8" y="266"/>
                    <a:pt x="5" y="267"/>
                  </a:cubicBezTo>
                  <a:cubicBezTo>
                    <a:pt x="5" y="267"/>
                    <a:pt x="5" y="267"/>
                    <a:pt x="5" y="268"/>
                  </a:cubicBezTo>
                  <a:cubicBezTo>
                    <a:pt x="2" y="255"/>
                    <a:pt x="2" y="240"/>
                    <a:pt x="2" y="227"/>
                  </a:cubicBezTo>
                  <a:cubicBezTo>
                    <a:pt x="1" y="208"/>
                    <a:pt x="0" y="187"/>
                    <a:pt x="4" y="168"/>
                  </a:cubicBezTo>
                  <a:cubicBezTo>
                    <a:pt x="10" y="141"/>
                    <a:pt x="18" y="114"/>
                    <a:pt x="30" y="89"/>
                  </a:cubicBezTo>
                  <a:cubicBezTo>
                    <a:pt x="45" y="59"/>
                    <a:pt x="59" y="37"/>
                    <a:pt x="89" y="22"/>
                  </a:cubicBezTo>
                  <a:cubicBezTo>
                    <a:pt x="105" y="14"/>
                    <a:pt x="127" y="1"/>
                    <a:pt x="145" y="2"/>
                  </a:cubicBezTo>
                  <a:cubicBezTo>
                    <a:pt x="145" y="1"/>
                    <a:pt x="144" y="0"/>
                    <a:pt x="143" y="0"/>
                  </a:cubicBezTo>
                </a:path>
              </a:pathLst>
            </a:custGeom>
            <a:solidFill>
              <a:srgbClr val="E87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240">
              <a:extLst>
                <a:ext uri="{FF2B5EF4-FFF2-40B4-BE49-F238E27FC236}">
                  <a16:creationId xmlns:a16="http://schemas.microsoft.com/office/drawing/2014/main" id="{51557DF4-E4A6-4C59-8BFF-CF508695F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3050"/>
              <a:ext cx="531" cy="352"/>
            </a:xfrm>
            <a:custGeom>
              <a:avLst/>
              <a:gdLst>
                <a:gd name="T0" fmla="*/ 269 w 353"/>
                <a:gd name="T1" fmla="*/ 41 h 234"/>
                <a:gd name="T2" fmla="*/ 122 w 353"/>
                <a:gd name="T3" fmla="*/ 211 h 234"/>
                <a:gd name="T4" fmla="*/ 59 w 353"/>
                <a:gd name="T5" fmla="*/ 337 h 234"/>
                <a:gd name="T6" fmla="*/ 45 w 353"/>
                <a:gd name="T7" fmla="*/ 457 h 234"/>
                <a:gd name="T8" fmla="*/ 66 w 353"/>
                <a:gd name="T9" fmla="*/ 533 h 234"/>
                <a:gd name="T10" fmla="*/ 140 w 353"/>
                <a:gd name="T11" fmla="*/ 614 h 234"/>
                <a:gd name="T12" fmla="*/ 194 w 353"/>
                <a:gd name="T13" fmla="*/ 696 h 234"/>
                <a:gd name="T14" fmla="*/ 251 w 353"/>
                <a:gd name="T15" fmla="*/ 797 h 234"/>
                <a:gd name="T16" fmla="*/ 296 w 353"/>
                <a:gd name="T17" fmla="*/ 633 h 234"/>
                <a:gd name="T18" fmla="*/ 418 w 353"/>
                <a:gd name="T19" fmla="*/ 561 h 234"/>
                <a:gd name="T20" fmla="*/ 660 w 353"/>
                <a:gd name="T21" fmla="*/ 579 h 234"/>
                <a:gd name="T22" fmla="*/ 987 w 353"/>
                <a:gd name="T23" fmla="*/ 579 h 234"/>
                <a:gd name="T24" fmla="*/ 1107 w 353"/>
                <a:gd name="T25" fmla="*/ 566 h 234"/>
                <a:gd name="T26" fmla="*/ 1202 w 353"/>
                <a:gd name="T27" fmla="*/ 560 h 234"/>
                <a:gd name="T28" fmla="*/ 1047 w 353"/>
                <a:gd name="T29" fmla="*/ 466 h 234"/>
                <a:gd name="T30" fmla="*/ 835 w 353"/>
                <a:gd name="T31" fmla="*/ 344 h 234"/>
                <a:gd name="T32" fmla="*/ 799 w 353"/>
                <a:gd name="T33" fmla="*/ 95 h 234"/>
                <a:gd name="T34" fmla="*/ 531 w 353"/>
                <a:gd name="T35" fmla="*/ 27 h 234"/>
                <a:gd name="T36" fmla="*/ 278 w 353"/>
                <a:gd name="T37" fmla="*/ 32 h 2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3" h="234">
                  <a:moveTo>
                    <a:pt x="79" y="12"/>
                  </a:moveTo>
                  <a:cubicBezTo>
                    <a:pt x="93" y="41"/>
                    <a:pt x="58" y="57"/>
                    <a:pt x="36" y="62"/>
                  </a:cubicBezTo>
                  <a:cubicBezTo>
                    <a:pt x="32" y="79"/>
                    <a:pt x="33" y="89"/>
                    <a:pt x="17" y="99"/>
                  </a:cubicBezTo>
                  <a:cubicBezTo>
                    <a:pt x="0" y="110"/>
                    <a:pt x="16" y="117"/>
                    <a:pt x="13" y="134"/>
                  </a:cubicBezTo>
                  <a:cubicBezTo>
                    <a:pt x="11" y="146"/>
                    <a:pt x="9" y="147"/>
                    <a:pt x="19" y="156"/>
                  </a:cubicBezTo>
                  <a:cubicBezTo>
                    <a:pt x="28" y="163"/>
                    <a:pt x="35" y="170"/>
                    <a:pt x="41" y="180"/>
                  </a:cubicBezTo>
                  <a:cubicBezTo>
                    <a:pt x="47" y="188"/>
                    <a:pt x="53" y="196"/>
                    <a:pt x="57" y="205"/>
                  </a:cubicBezTo>
                  <a:cubicBezTo>
                    <a:pt x="61" y="211"/>
                    <a:pt x="67" y="233"/>
                    <a:pt x="74" y="234"/>
                  </a:cubicBezTo>
                  <a:cubicBezTo>
                    <a:pt x="80" y="219"/>
                    <a:pt x="80" y="201"/>
                    <a:pt x="87" y="186"/>
                  </a:cubicBezTo>
                  <a:cubicBezTo>
                    <a:pt x="94" y="172"/>
                    <a:pt x="107" y="165"/>
                    <a:pt x="123" y="165"/>
                  </a:cubicBezTo>
                  <a:cubicBezTo>
                    <a:pt x="147" y="164"/>
                    <a:pt x="170" y="170"/>
                    <a:pt x="194" y="170"/>
                  </a:cubicBezTo>
                  <a:cubicBezTo>
                    <a:pt x="227" y="170"/>
                    <a:pt x="257" y="176"/>
                    <a:pt x="290" y="170"/>
                  </a:cubicBezTo>
                  <a:cubicBezTo>
                    <a:pt x="302" y="168"/>
                    <a:pt x="313" y="166"/>
                    <a:pt x="325" y="166"/>
                  </a:cubicBezTo>
                  <a:cubicBezTo>
                    <a:pt x="335" y="166"/>
                    <a:pt x="344" y="167"/>
                    <a:pt x="353" y="164"/>
                  </a:cubicBezTo>
                  <a:cubicBezTo>
                    <a:pt x="340" y="151"/>
                    <a:pt x="326" y="142"/>
                    <a:pt x="308" y="137"/>
                  </a:cubicBezTo>
                  <a:cubicBezTo>
                    <a:pt x="281" y="128"/>
                    <a:pt x="264" y="123"/>
                    <a:pt x="245" y="101"/>
                  </a:cubicBezTo>
                  <a:cubicBezTo>
                    <a:pt x="228" y="80"/>
                    <a:pt x="207" y="48"/>
                    <a:pt x="235" y="28"/>
                  </a:cubicBezTo>
                  <a:cubicBezTo>
                    <a:pt x="215" y="9"/>
                    <a:pt x="183" y="12"/>
                    <a:pt x="156" y="8"/>
                  </a:cubicBezTo>
                  <a:cubicBezTo>
                    <a:pt x="133" y="4"/>
                    <a:pt x="105" y="0"/>
                    <a:pt x="82" y="9"/>
                  </a:cubicBezTo>
                </a:path>
              </a:pathLst>
            </a:custGeom>
            <a:solidFill>
              <a:srgbClr val="E87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241">
              <a:extLst>
                <a:ext uri="{FF2B5EF4-FFF2-40B4-BE49-F238E27FC236}">
                  <a16:creationId xmlns:a16="http://schemas.microsoft.com/office/drawing/2014/main" id="{F292FAE1-9A86-4EAF-B21B-11AF298CE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3636"/>
              <a:ext cx="343" cy="108"/>
            </a:xfrm>
            <a:custGeom>
              <a:avLst/>
              <a:gdLst>
                <a:gd name="T0" fmla="*/ 0 w 228"/>
                <a:gd name="T1" fmla="*/ 147 h 72"/>
                <a:gd name="T2" fmla="*/ 99 w 228"/>
                <a:gd name="T3" fmla="*/ 147 h 72"/>
                <a:gd name="T4" fmla="*/ 167 w 228"/>
                <a:gd name="T5" fmla="*/ 99 h 72"/>
                <a:gd name="T6" fmla="*/ 230 w 228"/>
                <a:gd name="T7" fmla="*/ 0 h 72"/>
                <a:gd name="T8" fmla="*/ 521 w 228"/>
                <a:gd name="T9" fmla="*/ 120 h 72"/>
                <a:gd name="T10" fmla="*/ 656 w 228"/>
                <a:gd name="T11" fmla="*/ 170 h 72"/>
                <a:gd name="T12" fmla="*/ 776 w 228"/>
                <a:gd name="T13" fmla="*/ 194 h 72"/>
                <a:gd name="T14" fmla="*/ 677 w 228"/>
                <a:gd name="T15" fmla="*/ 216 h 72"/>
                <a:gd name="T16" fmla="*/ 539 w 228"/>
                <a:gd name="T17" fmla="*/ 237 h 72"/>
                <a:gd name="T18" fmla="*/ 310 w 228"/>
                <a:gd name="T19" fmla="*/ 210 h 72"/>
                <a:gd name="T20" fmla="*/ 5 w 228"/>
                <a:gd name="T21" fmla="*/ 153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8" h="72">
                  <a:moveTo>
                    <a:pt x="0" y="43"/>
                  </a:moveTo>
                  <a:cubicBezTo>
                    <a:pt x="9" y="41"/>
                    <a:pt x="20" y="46"/>
                    <a:pt x="29" y="43"/>
                  </a:cubicBezTo>
                  <a:cubicBezTo>
                    <a:pt x="36" y="41"/>
                    <a:pt x="44" y="34"/>
                    <a:pt x="49" y="29"/>
                  </a:cubicBezTo>
                  <a:cubicBezTo>
                    <a:pt x="56" y="21"/>
                    <a:pt x="59" y="5"/>
                    <a:pt x="68" y="0"/>
                  </a:cubicBezTo>
                  <a:cubicBezTo>
                    <a:pt x="94" y="18"/>
                    <a:pt x="124" y="22"/>
                    <a:pt x="153" y="35"/>
                  </a:cubicBezTo>
                  <a:cubicBezTo>
                    <a:pt x="166" y="41"/>
                    <a:pt x="179" y="46"/>
                    <a:pt x="193" y="50"/>
                  </a:cubicBezTo>
                  <a:cubicBezTo>
                    <a:pt x="204" y="53"/>
                    <a:pt x="218" y="53"/>
                    <a:pt x="228" y="57"/>
                  </a:cubicBezTo>
                  <a:cubicBezTo>
                    <a:pt x="219" y="62"/>
                    <a:pt x="209" y="62"/>
                    <a:pt x="199" y="64"/>
                  </a:cubicBezTo>
                  <a:cubicBezTo>
                    <a:pt x="185" y="66"/>
                    <a:pt x="172" y="69"/>
                    <a:pt x="158" y="70"/>
                  </a:cubicBezTo>
                  <a:cubicBezTo>
                    <a:pt x="135" y="72"/>
                    <a:pt x="114" y="65"/>
                    <a:pt x="91" y="62"/>
                  </a:cubicBezTo>
                  <a:cubicBezTo>
                    <a:pt x="60" y="57"/>
                    <a:pt x="30" y="57"/>
                    <a:pt x="1" y="45"/>
                  </a:cubicBezTo>
                </a:path>
              </a:pathLst>
            </a:custGeom>
            <a:solidFill>
              <a:srgbClr val="E87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242">
              <a:extLst>
                <a:ext uri="{FF2B5EF4-FFF2-40B4-BE49-F238E27FC236}">
                  <a16:creationId xmlns:a16="http://schemas.microsoft.com/office/drawing/2014/main" id="{F4B6530F-0964-4445-AE7C-7C8273793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291"/>
              <a:ext cx="234" cy="387"/>
            </a:xfrm>
            <a:custGeom>
              <a:avLst/>
              <a:gdLst>
                <a:gd name="T0" fmla="*/ 446 w 156"/>
                <a:gd name="T1" fmla="*/ 0 h 257"/>
                <a:gd name="T2" fmla="*/ 437 w 156"/>
                <a:gd name="T3" fmla="*/ 53 h 257"/>
                <a:gd name="T4" fmla="*/ 405 w 156"/>
                <a:gd name="T5" fmla="*/ 89 h 257"/>
                <a:gd name="T6" fmla="*/ 413 w 156"/>
                <a:gd name="T7" fmla="*/ 122 h 257"/>
                <a:gd name="T8" fmla="*/ 399 w 156"/>
                <a:gd name="T9" fmla="*/ 196 h 257"/>
                <a:gd name="T10" fmla="*/ 372 w 156"/>
                <a:gd name="T11" fmla="*/ 301 h 257"/>
                <a:gd name="T12" fmla="*/ 359 w 156"/>
                <a:gd name="T13" fmla="*/ 465 h 257"/>
                <a:gd name="T14" fmla="*/ 180 w 156"/>
                <a:gd name="T15" fmla="*/ 709 h 257"/>
                <a:gd name="T16" fmla="*/ 89 w 156"/>
                <a:gd name="T17" fmla="*/ 783 h 257"/>
                <a:gd name="T18" fmla="*/ 0 w 156"/>
                <a:gd name="T19" fmla="*/ 878 h 257"/>
                <a:gd name="T20" fmla="*/ 134 w 156"/>
                <a:gd name="T21" fmla="*/ 797 h 257"/>
                <a:gd name="T22" fmla="*/ 297 w 156"/>
                <a:gd name="T23" fmla="*/ 673 h 257"/>
                <a:gd name="T24" fmla="*/ 458 w 156"/>
                <a:gd name="T25" fmla="*/ 425 h 257"/>
                <a:gd name="T26" fmla="*/ 513 w 156"/>
                <a:gd name="T27" fmla="*/ 136 h 257"/>
                <a:gd name="T28" fmla="*/ 459 w 156"/>
                <a:gd name="T29" fmla="*/ 0 h 2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257">
                  <a:moveTo>
                    <a:pt x="132" y="0"/>
                  </a:moveTo>
                  <a:cubicBezTo>
                    <a:pt x="131" y="5"/>
                    <a:pt x="132" y="10"/>
                    <a:pt x="129" y="15"/>
                  </a:cubicBezTo>
                  <a:cubicBezTo>
                    <a:pt x="127" y="19"/>
                    <a:pt x="122" y="21"/>
                    <a:pt x="120" y="26"/>
                  </a:cubicBezTo>
                  <a:cubicBezTo>
                    <a:pt x="119" y="29"/>
                    <a:pt x="122" y="32"/>
                    <a:pt x="122" y="36"/>
                  </a:cubicBezTo>
                  <a:cubicBezTo>
                    <a:pt x="122" y="42"/>
                    <a:pt x="120" y="50"/>
                    <a:pt x="118" y="57"/>
                  </a:cubicBezTo>
                  <a:cubicBezTo>
                    <a:pt x="114" y="68"/>
                    <a:pt x="110" y="75"/>
                    <a:pt x="110" y="88"/>
                  </a:cubicBezTo>
                  <a:cubicBezTo>
                    <a:pt x="110" y="104"/>
                    <a:pt x="111" y="120"/>
                    <a:pt x="106" y="136"/>
                  </a:cubicBezTo>
                  <a:cubicBezTo>
                    <a:pt x="96" y="168"/>
                    <a:pt x="79" y="187"/>
                    <a:pt x="53" y="208"/>
                  </a:cubicBezTo>
                  <a:cubicBezTo>
                    <a:pt x="44" y="215"/>
                    <a:pt x="35" y="221"/>
                    <a:pt x="26" y="229"/>
                  </a:cubicBezTo>
                  <a:cubicBezTo>
                    <a:pt x="18" y="237"/>
                    <a:pt x="9" y="251"/>
                    <a:pt x="0" y="257"/>
                  </a:cubicBezTo>
                  <a:cubicBezTo>
                    <a:pt x="15" y="250"/>
                    <a:pt x="25" y="243"/>
                    <a:pt x="39" y="233"/>
                  </a:cubicBezTo>
                  <a:cubicBezTo>
                    <a:pt x="56" y="220"/>
                    <a:pt x="73" y="212"/>
                    <a:pt x="88" y="197"/>
                  </a:cubicBezTo>
                  <a:cubicBezTo>
                    <a:pt x="110" y="175"/>
                    <a:pt x="124" y="152"/>
                    <a:pt x="135" y="124"/>
                  </a:cubicBezTo>
                  <a:cubicBezTo>
                    <a:pt x="145" y="99"/>
                    <a:pt x="156" y="67"/>
                    <a:pt x="152" y="40"/>
                  </a:cubicBezTo>
                  <a:cubicBezTo>
                    <a:pt x="150" y="24"/>
                    <a:pt x="139" y="13"/>
                    <a:pt x="136" y="0"/>
                  </a:cubicBezTo>
                </a:path>
              </a:pathLst>
            </a:custGeom>
            <a:solidFill>
              <a:srgbClr val="E87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243">
              <a:extLst>
                <a:ext uri="{FF2B5EF4-FFF2-40B4-BE49-F238E27FC236}">
                  <a16:creationId xmlns:a16="http://schemas.microsoft.com/office/drawing/2014/main" id="{74C0AD41-8538-443F-96D8-784B79371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3098"/>
              <a:ext cx="199" cy="181"/>
            </a:xfrm>
            <a:custGeom>
              <a:avLst/>
              <a:gdLst>
                <a:gd name="T0" fmla="*/ 72 w 132"/>
                <a:gd name="T1" fmla="*/ 0 h 120"/>
                <a:gd name="T2" fmla="*/ 148 w 132"/>
                <a:gd name="T3" fmla="*/ 169 h 120"/>
                <a:gd name="T4" fmla="*/ 223 w 132"/>
                <a:gd name="T5" fmla="*/ 184 h 120"/>
                <a:gd name="T6" fmla="*/ 291 w 132"/>
                <a:gd name="T7" fmla="*/ 183 h 120"/>
                <a:gd name="T8" fmla="*/ 371 w 132"/>
                <a:gd name="T9" fmla="*/ 312 h 120"/>
                <a:gd name="T10" fmla="*/ 452 w 132"/>
                <a:gd name="T11" fmla="*/ 412 h 120"/>
                <a:gd name="T12" fmla="*/ 386 w 132"/>
                <a:gd name="T13" fmla="*/ 394 h 120"/>
                <a:gd name="T14" fmla="*/ 237 w 132"/>
                <a:gd name="T15" fmla="*/ 364 h 120"/>
                <a:gd name="T16" fmla="*/ 86 w 132"/>
                <a:gd name="T17" fmla="*/ 326 h 120"/>
                <a:gd name="T18" fmla="*/ 18 w 132"/>
                <a:gd name="T19" fmla="*/ 113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120">
                  <a:moveTo>
                    <a:pt x="21" y="0"/>
                  </a:moveTo>
                  <a:cubicBezTo>
                    <a:pt x="20" y="19"/>
                    <a:pt x="22" y="38"/>
                    <a:pt x="43" y="49"/>
                  </a:cubicBezTo>
                  <a:cubicBezTo>
                    <a:pt x="50" y="52"/>
                    <a:pt x="58" y="54"/>
                    <a:pt x="65" y="54"/>
                  </a:cubicBezTo>
                  <a:cubicBezTo>
                    <a:pt x="71" y="54"/>
                    <a:pt x="80" y="51"/>
                    <a:pt x="85" y="53"/>
                  </a:cubicBezTo>
                  <a:cubicBezTo>
                    <a:pt x="96" y="57"/>
                    <a:pt x="102" y="82"/>
                    <a:pt x="108" y="91"/>
                  </a:cubicBezTo>
                  <a:cubicBezTo>
                    <a:pt x="116" y="102"/>
                    <a:pt x="126" y="108"/>
                    <a:pt x="132" y="120"/>
                  </a:cubicBezTo>
                  <a:cubicBezTo>
                    <a:pt x="126" y="120"/>
                    <a:pt x="120" y="117"/>
                    <a:pt x="113" y="115"/>
                  </a:cubicBezTo>
                  <a:cubicBezTo>
                    <a:pt x="99" y="110"/>
                    <a:pt x="84" y="108"/>
                    <a:pt x="69" y="106"/>
                  </a:cubicBezTo>
                  <a:cubicBezTo>
                    <a:pt x="54" y="103"/>
                    <a:pt x="39" y="106"/>
                    <a:pt x="25" y="95"/>
                  </a:cubicBezTo>
                  <a:cubicBezTo>
                    <a:pt x="10" y="82"/>
                    <a:pt x="0" y="51"/>
                    <a:pt x="5" y="33"/>
                  </a:cubicBezTo>
                </a:path>
              </a:pathLst>
            </a:custGeom>
            <a:solidFill>
              <a:srgbClr val="E87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244">
              <a:extLst>
                <a:ext uri="{FF2B5EF4-FFF2-40B4-BE49-F238E27FC236}">
                  <a16:creationId xmlns:a16="http://schemas.microsoft.com/office/drawing/2014/main" id="{9D6B0756-CF8B-40BE-A8D5-5BB97E1D2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3249"/>
              <a:ext cx="372" cy="134"/>
            </a:xfrm>
            <a:custGeom>
              <a:avLst/>
              <a:gdLst>
                <a:gd name="T0" fmla="*/ 21 w 247"/>
                <a:gd name="T1" fmla="*/ 304 h 89"/>
                <a:gd name="T2" fmla="*/ 188 w 247"/>
                <a:gd name="T3" fmla="*/ 170 h 89"/>
                <a:gd name="T4" fmla="*/ 404 w 247"/>
                <a:gd name="T5" fmla="*/ 143 h 89"/>
                <a:gd name="T6" fmla="*/ 660 w 247"/>
                <a:gd name="T7" fmla="*/ 163 h 89"/>
                <a:gd name="T8" fmla="*/ 843 w 247"/>
                <a:gd name="T9" fmla="*/ 81 h 89"/>
                <a:gd name="T10" fmla="*/ 628 w 247"/>
                <a:gd name="T11" fmla="*/ 39 h 89"/>
                <a:gd name="T12" fmla="*/ 310 w 247"/>
                <a:gd name="T13" fmla="*/ 14 h 89"/>
                <a:gd name="T14" fmla="*/ 66 w 247"/>
                <a:gd name="T15" fmla="*/ 62 h 89"/>
                <a:gd name="T16" fmla="*/ 0 w 247"/>
                <a:gd name="T17" fmla="*/ 161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7" h="89">
                  <a:moveTo>
                    <a:pt x="6" y="89"/>
                  </a:moveTo>
                  <a:cubicBezTo>
                    <a:pt x="4" y="61"/>
                    <a:pt x="35" y="53"/>
                    <a:pt x="55" y="50"/>
                  </a:cubicBezTo>
                  <a:cubicBezTo>
                    <a:pt x="76" y="46"/>
                    <a:pt x="96" y="43"/>
                    <a:pt x="118" y="42"/>
                  </a:cubicBezTo>
                  <a:cubicBezTo>
                    <a:pt x="143" y="41"/>
                    <a:pt x="167" y="52"/>
                    <a:pt x="193" y="48"/>
                  </a:cubicBezTo>
                  <a:cubicBezTo>
                    <a:pt x="214" y="44"/>
                    <a:pt x="230" y="29"/>
                    <a:pt x="247" y="24"/>
                  </a:cubicBezTo>
                  <a:cubicBezTo>
                    <a:pt x="226" y="21"/>
                    <a:pt x="206" y="12"/>
                    <a:pt x="184" y="11"/>
                  </a:cubicBezTo>
                  <a:cubicBezTo>
                    <a:pt x="153" y="10"/>
                    <a:pt x="121" y="10"/>
                    <a:pt x="91" y="4"/>
                  </a:cubicBezTo>
                  <a:cubicBezTo>
                    <a:pt x="69" y="0"/>
                    <a:pt x="39" y="7"/>
                    <a:pt x="19" y="18"/>
                  </a:cubicBezTo>
                  <a:cubicBezTo>
                    <a:pt x="6" y="26"/>
                    <a:pt x="4" y="32"/>
                    <a:pt x="0" y="47"/>
                  </a:cubicBezTo>
                </a:path>
              </a:pathLst>
            </a:custGeom>
            <a:solidFill>
              <a:srgbClr val="E87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245">
              <a:extLst>
                <a:ext uri="{FF2B5EF4-FFF2-40B4-BE49-F238E27FC236}">
                  <a16:creationId xmlns:a16="http://schemas.microsoft.com/office/drawing/2014/main" id="{5349FFCE-97FC-475C-B9E9-8463AB9AE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768"/>
              <a:ext cx="409" cy="360"/>
            </a:xfrm>
            <a:custGeom>
              <a:avLst/>
              <a:gdLst>
                <a:gd name="T0" fmla="*/ 804 w 272"/>
                <a:gd name="T1" fmla="*/ 0 h 239"/>
                <a:gd name="T2" fmla="*/ 0 w 272"/>
                <a:gd name="T3" fmla="*/ 743 h 239"/>
                <a:gd name="T4" fmla="*/ 120 w 272"/>
                <a:gd name="T5" fmla="*/ 816 h 239"/>
                <a:gd name="T6" fmla="*/ 925 w 272"/>
                <a:gd name="T7" fmla="*/ 75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2" h="239">
                  <a:moveTo>
                    <a:pt x="237" y="0"/>
                  </a:moveTo>
                  <a:cubicBezTo>
                    <a:pt x="79" y="88"/>
                    <a:pt x="0" y="217"/>
                    <a:pt x="0" y="217"/>
                  </a:cubicBezTo>
                  <a:cubicBezTo>
                    <a:pt x="35" y="239"/>
                    <a:pt x="35" y="239"/>
                    <a:pt x="35" y="239"/>
                  </a:cubicBezTo>
                  <a:cubicBezTo>
                    <a:pt x="35" y="239"/>
                    <a:pt x="114" y="109"/>
                    <a:pt x="272" y="22"/>
                  </a:cubicBezTo>
                </a:path>
              </a:pathLst>
            </a:custGeom>
            <a:solidFill>
              <a:srgbClr val="C1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246">
              <a:extLst>
                <a:ext uri="{FF2B5EF4-FFF2-40B4-BE49-F238E27FC236}">
                  <a16:creationId xmlns:a16="http://schemas.microsoft.com/office/drawing/2014/main" id="{79BF05B6-4C1D-484D-96F1-13AC240F2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779"/>
              <a:ext cx="377" cy="340"/>
            </a:xfrm>
            <a:custGeom>
              <a:avLst/>
              <a:gdLst>
                <a:gd name="T0" fmla="*/ 0 w 251"/>
                <a:gd name="T1" fmla="*/ 737 h 226"/>
                <a:gd name="T2" fmla="*/ 53 w 251"/>
                <a:gd name="T3" fmla="*/ 770 h 226"/>
                <a:gd name="T4" fmla="*/ 850 w 251"/>
                <a:gd name="T5" fmla="*/ 32 h 226"/>
                <a:gd name="T6" fmla="*/ 799 w 251"/>
                <a:gd name="T7" fmla="*/ 0 h 226"/>
                <a:gd name="T8" fmla="*/ 0 w 251"/>
                <a:gd name="T9" fmla="*/ 737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226">
                  <a:moveTo>
                    <a:pt x="0" y="217"/>
                  </a:moveTo>
                  <a:cubicBezTo>
                    <a:pt x="15" y="226"/>
                    <a:pt x="15" y="226"/>
                    <a:pt x="15" y="226"/>
                  </a:cubicBezTo>
                  <a:cubicBezTo>
                    <a:pt x="15" y="226"/>
                    <a:pt x="93" y="96"/>
                    <a:pt x="251" y="9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79" y="87"/>
                    <a:pt x="0" y="217"/>
                    <a:pt x="0" y="217"/>
                  </a:cubicBezTo>
                  <a:close/>
                </a:path>
              </a:pathLst>
            </a:custGeom>
            <a:solidFill>
              <a:srgbClr val="DDD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247">
              <a:extLst>
                <a:ext uri="{FF2B5EF4-FFF2-40B4-BE49-F238E27FC236}">
                  <a16:creationId xmlns:a16="http://schemas.microsoft.com/office/drawing/2014/main" id="{143E36B4-DD7E-4775-BA62-ADCFFDDE1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770"/>
              <a:ext cx="407" cy="358"/>
            </a:xfrm>
            <a:custGeom>
              <a:avLst/>
              <a:gdLst>
                <a:gd name="T0" fmla="*/ 799 w 271"/>
                <a:gd name="T1" fmla="*/ 0 h 238"/>
                <a:gd name="T2" fmla="*/ 0 w 271"/>
                <a:gd name="T3" fmla="*/ 736 h 238"/>
                <a:gd name="T4" fmla="*/ 120 w 271"/>
                <a:gd name="T5" fmla="*/ 811 h 238"/>
                <a:gd name="T6" fmla="*/ 918 w 271"/>
                <a:gd name="T7" fmla="*/ 72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1" h="238">
                  <a:moveTo>
                    <a:pt x="236" y="0"/>
                  </a:moveTo>
                  <a:cubicBezTo>
                    <a:pt x="78" y="87"/>
                    <a:pt x="0" y="216"/>
                    <a:pt x="0" y="216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5" y="238"/>
                    <a:pt x="113" y="109"/>
                    <a:pt x="271" y="21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248">
              <a:extLst>
                <a:ext uri="{FF2B5EF4-FFF2-40B4-BE49-F238E27FC236}">
                  <a16:creationId xmlns:a16="http://schemas.microsoft.com/office/drawing/2014/main" id="{47957652-3260-4A34-9820-DF9840F14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083"/>
              <a:ext cx="91" cy="76"/>
            </a:xfrm>
            <a:custGeom>
              <a:avLst/>
              <a:gdLst>
                <a:gd name="T0" fmla="*/ 136 w 61"/>
                <a:gd name="T1" fmla="*/ 27 h 51"/>
                <a:gd name="T2" fmla="*/ 182 w 61"/>
                <a:gd name="T3" fmla="*/ 133 h 51"/>
                <a:gd name="T4" fmla="*/ 67 w 61"/>
                <a:gd name="T5" fmla="*/ 140 h 51"/>
                <a:gd name="T6" fmla="*/ 19 w 61"/>
                <a:gd name="T7" fmla="*/ 33 h 51"/>
                <a:gd name="T8" fmla="*/ 136 w 61"/>
                <a:gd name="T9" fmla="*/ 2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1">
                  <a:moveTo>
                    <a:pt x="41" y="8"/>
                  </a:moveTo>
                  <a:cubicBezTo>
                    <a:pt x="54" y="17"/>
                    <a:pt x="61" y="31"/>
                    <a:pt x="55" y="40"/>
                  </a:cubicBezTo>
                  <a:cubicBezTo>
                    <a:pt x="49" y="50"/>
                    <a:pt x="33" y="51"/>
                    <a:pt x="20" y="42"/>
                  </a:cubicBezTo>
                  <a:cubicBezTo>
                    <a:pt x="6" y="34"/>
                    <a:pt x="0" y="19"/>
                    <a:pt x="6" y="10"/>
                  </a:cubicBezTo>
                  <a:cubicBezTo>
                    <a:pt x="11" y="1"/>
                    <a:pt x="27" y="0"/>
                    <a:pt x="41" y="8"/>
                  </a:cubicBezTo>
                  <a:close/>
                </a:path>
              </a:pathLst>
            </a:custGeom>
            <a:solidFill>
              <a:srgbClr val="C1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249">
              <a:extLst>
                <a:ext uri="{FF2B5EF4-FFF2-40B4-BE49-F238E27FC236}">
                  <a16:creationId xmlns:a16="http://schemas.microsoft.com/office/drawing/2014/main" id="{4F90F3C5-35DD-440F-BC53-945089E77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081"/>
              <a:ext cx="69" cy="69"/>
            </a:xfrm>
            <a:custGeom>
              <a:avLst/>
              <a:gdLst>
                <a:gd name="T0" fmla="*/ 81 w 46"/>
                <a:gd name="T1" fmla="*/ 80 h 46"/>
                <a:gd name="T2" fmla="*/ 156 w 46"/>
                <a:gd name="T3" fmla="*/ 41 h 46"/>
                <a:gd name="T4" fmla="*/ 140 w 46"/>
                <a:gd name="T5" fmla="*/ 32 h 46"/>
                <a:gd name="T6" fmla="*/ 21 w 46"/>
                <a:gd name="T7" fmla="*/ 39 h 46"/>
                <a:gd name="T8" fmla="*/ 68 w 46"/>
                <a:gd name="T9" fmla="*/ 147 h 46"/>
                <a:gd name="T10" fmla="*/ 86 w 46"/>
                <a:gd name="T11" fmla="*/ 156 h 46"/>
                <a:gd name="T12" fmla="*/ 81 w 46"/>
                <a:gd name="T13" fmla="*/ 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6">
                  <a:moveTo>
                    <a:pt x="24" y="23"/>
                  </a:moveTo>
                  <a:cubicBezTo>
                    <a:pt x="23" y="12"/>
                    <a:pt x="34" y="7"/>
                    <a:pt x="46" y="12"/>
                  </a:cubicBezTo>
                  <a:cubicBezTo>
                    <a:pt x="44" y="11"/>
                    <a:pt x="43" y="10"/>
                    <a:pt x="41" y="9"/>
                  </a:cubicBezTo>
                  <a:cubicBezTo>
                    <a:pt x="27" y="0"/>
                    <a:pt x="12" y="1"/>
                    <a:pt x="6" y="11"/>
                  </a:cubicBezTo>
                  <a:cubicBezTo>
                    <a:pt x="0" y="20"/>
                    <a:pt x="6" y="34"/>
                    <a:pt x="20" y="43"/>
                  </a:cubicBezTo>
                  <a:cubicBezTo>
                    <a:pt x="22" y="44"/>
                    <a:pt x="23" y="45"/>
                    <a:pt x="25" y="46"/>
                  </a:cubicBezTo>
                  <a:cubicBezTo>
                    <a:pt x="15" y="37"/>
                    <a:pt x="26" y="33"/>
                    <a:pt x="24" y="23"/>
                  </a:cubicBezTo>
                  <a:close/>
                </a:path>
              </a:pathLst>
            </a:custGeom>
            <a:solidFill>
              <a:srgbClr val="DDD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250">
              <a:extLst>
                <a:ext uri="{FF2B5EF4-FFF2-40B4-BE49-F238E27FC236}">
                  <a16:creationId xmlns:a16="http://schemas.microsoft.com/office/drawing/2014/main" id="{9583415C-1BC3-48EB-B7E4-326C693DC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081"/>
              <a:ext cx="91" cy="77"/>
            </a:xfrm>
            <a:custGeom>
              <a:avLst/>
              <a:gdLst>
                <a:gd name="T0" fmla="*/ 136 w 61"/>
                <a:gd name="T1" fmla="*/ 32 h 51"/>
                <a:gd name="T2" fmla="*/ 182 w 61"/>
                <a:gd name="T3" fmla="*/ 142 h 51"/>
                <a:gd name="T4" fmla="*/ 67 w 61"/>
                <a:gd name="T5" fmla="*/ 148 h 51"/>
                <a:gd name="T6" fmla="*/ 19 w 61"/>
                <a:gd name="T7" fmla="*/ 39 h 51"/>
                <a:gd name="T8" fmla="*/ 136 w 61"/>
                <a:gd name="T9" fmla="*/ 32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1">
                  <a:moveTo>
                    <a:pt x="41" y="9"/>
                  </a:moveTo>
                  <a:cubicBezTo>
                    <a:pt x="54" y="17"/>
                    <a:pt x="61" y="32"/>
                    <a:pt x="55" y="41"/>
                  </a:cubicBezTo>
                  <a:cubicBezTo>
                    <a:pt x="49" y="50"/>
                    <a:pt x="34" y="51"/>
                    <a:pt x="20" y="43"/>
                  </a:cubicBezTo>
                  <a:cubicBezTo>
                    <a:pt x="6" y="34"/>
                    <a:pt x="0" y="20"/>
                    <a:pt x="6" y="11"/>
                  </a:cubicBezTo>
                  <a:cubicBezTo>
                    <a:pt x="12" y="1"/>
                    <a:pt x="27" y="0"/>
                    <a:pt x="41" y="9"/>
                  </a:cubicBez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251">
              <a:extLst>
                <a:ext uri="{FF2B5EF4-FFF2-40B4-BE49-F238E27FC236}">
                  <a16:creationId xmlns:a16="http://schemas.microsoft.com/office/drawing/2014/main" id="{8B12CE84-D290-4632-8A5E-F4B427F4A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089"/>
              <a:ext cx="1333" cy="2074"/>
            </a:xfrm>
            <a:custGeom>
              <a:avLst/>
              <a:gdLst>
                <a:gd name="T0" fmla="*/ 68 w 886"/>
                <a:gd name="T1" fmla="*/ 4653 h 1379"/>
                <a:gd name="T2" fmla="*/ 221 w 886"/>
                <a:gd name="T3" fmla="*/ 4640 h 1379"/>
                <a:gd name="T4" fmla="*/ 499 w 886"/>
                <a:gd name="T5" fmla="*/ 4353 h 1379"/>
                <a:gd name="T6" fmla="*/ 710 w 886"/>
                <a:gd name="T7" fmla="*/ 3984 h 1379"/>
                <a:gd name="T8" fmla="*/ 1498 w 886"/>
                <a:gd name="T9" fmla="*/ 2871 h 1379"/>
                <a:gd name="T10" fmla="*/ 2911 w 886"/>
                <a:gd name="T11" fmla="*/ 477 h 1379"/>
                <a:gd name="T12" fmla="*/ 2949 w 886"/>
                <a:gd name="T13" fmla="*/ 244 h 1379"/>
                <a:gd name="T14" fmla="*/ 2902 w 886"/>
                <a:gd name="T15" fmla="*/ 75 h 1379"/>
                <a:gd name="T16" fmla="*/ 2895 w 886"/>
                <a:gd name="T17" fmla="*/ 72 h 1379"/>
                <a:gd name="T18" fmla="*/ 2720 w 886"/>
                <a:gd name="T19" fmla="*/ 107 h 1379"/>
                <a:gd name="T20" fmla="*/ 2531 w 886"/>
                <a:gd name="T21" fmla="*/ 242 h 1379"/>
                <a:gd name="T22" fmla="*/ 1026 w 886"/>
                <a:gd name="T23" fmla="*/ 2579 h 1379"/>
                <a:gd name="T24" fmla="*/ 382 w 886"/>
                <a:gd name="T25" fmla="*/ 3780 h 1379"/>
                <a:gd name="T26" fmla="*/ 147 w 886"/>
                <a:gd name="T27" fmla="*/ 4130 h 1379"/>
                <a:gd name="T28" fmla="*/ 12 w 886"/>
                <a:gd name="T29" fmla="*/ 4510 h 1379"/>
                <a:gd name="T30" fmla="*/ 68 w 886"/>
                <a:gd name="T31" fmla="*/ 4653 h 13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6" h="1379">
                  <a:moveTo>
                    <a:pt x="20" y="1368"/>
                  </a:moveTo>
                  <a:cubicBezTo>
                    <a:pt x="28" y="1373"/>
                    <a:pt x="43" y="1379"/>
                    <a:pt x="65" y="1364"/>
                  </a:cubicBezTo>
                  <a:cubicBezTo>
                    <a:pt x="87" y="1349"/>
                    <a:pt x="142" y="1295"/>
                    <a:pt x="147" y="1279"/>
                  </a:cubicBezTo>
                  <a:cubicBezTo>
                    <a:pt x="152" y="1262"/>
                    <a:pt x="172" y="1223"/>
                    <a:pt x="209" y="1171"/>
                  </a:cubicBezTo>
                  <a:cubicBezTo>
                    <a:pt x="246" y="1118"/>
                    <a:pt x="388" y="884"/>
                    <a:pt x="440" y="844"/>
                  </a:cubicBezTo>
                  <a:cubicBezTo>
                    <a:pt x="456" y="831"/>
                    <a:pt x="708" y="453"/>
                    <a:pt x="855" y="140"/>
                  </a:cubicBezTo>
                  <a:cubicBezTo>
                    <a:pt x="866" y="116"/>
                    <a:pt x="883" y="83"/>
                    <a:pt x="866" y="72"/>
                  </a:cubicBezTo>
                  <a:cubicBezTo>
                    <a:pt x="866" y="72"/>
                    <a:pt x="886" y="43"/>
                    <a:pt x="852" y="22"/>
                  </a:cubicBezTo>
                  <a:cubicBezTo>
                    <a:pt x="850" y="21"/>
                    <a:pt x="850" y="21"/>
                    <a:pt x="850" y="21"/>
                  </a:cubicBezTo>
                  <a:cubicBezTo>
                    <a:pt x="816" y="0"/>
                    <a:pt x="799" y="31"/>
                    <a:pt x="799" y="31"/>
                  </a:cubicBezTo>
                  <a:cubicBezTo>
                    <a:pt x="782" y="20"/>
                    <a:pt x="759" y="50"/>
                    <a:pt x="743" y="71"/>
                  </a:cubicBezTo>
                  <a:cubicBezTo>
                    <a:pt x="530" y="342"/>
                    <a:pt x="305" y="737"/>
                    <a:pt x="301" y="758"/>
                  </a:cubicBezTo>
                  <a:cubicBezTo>
                    <a:pt x="287" y="822"/>
                    <a:pt x="142" y="1054"/>
                    <a:pt x="112" y="1111"/>
                  </a:cubicBezTo>
                  <a:cubicBezTo>
                    <a:pt x="81" y="1167"/>
                    <a:pt x="55" y="1202"/>
                    <a:pt x="43" y="1214"/>
                  </a:cubicBezTo>
                  <a:cubicBezTo>
                    <a:pt x="31" y="1226"/>
                    <a:pt x="7" y="1300"/>
                    <a:pt x="3" y="1326"/>
                  </a:cubicBezTo>
                  <a:cubicBezTo>
                    <a:pt x="0" y="1352"/>
                    <a:pt x="12" y="1363"/>
                    <a:pt x="20" y="1368"/>
                  </a:cubicBezTo>
                  <a:close/>
                </a:path>
              </a:pathLst>
            </a:custGeom>
            <a:solidFill>
              <a:srgbClr val="C1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252">
              <a:extLst>
                <a:ext uri="{FF2B5EF4-FFF2-40B4-BE49-F238E27FC236}">
                  <a16:creationId xmlns:a16="http://schemas.microsoft.com/office/drawing/2014/main" id="{3B0C1EFA-5DA9-4C5F-8390-EA23E989D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089"/>
              <a:ext cx="1282" cy="2058"/>
            </a:xfrm>
            <a:custGeom>
              <a:avLst/>
              <a:gdLst>
                <a:gd name="T0" fmla="*/ 2722 w 852"/>
                <a:gd name="T1" fmla="*/ 107 h 1368"/>
                <a:gd name="T2" fmla="*/ 2531 w 852"/>
                <a:gd name="T3" fmla="*/ 242 h 1368"/>
                <a:gd name="T4" fmla="*/ 1026 w 852"/>
                <a:gd name="T5" fmla="*/ 2580 h 1368"/>
                <a:gd name="T6" fmla="*/ 382 w 852"/>
                <a:gd name="T7" fmla="*/ 3782 h 1368"/>
                <a:gd name="T8" fmla="*/ 147 w 852"/>
                <a:gd name="T9" fmla="*/ 4133 h 1368"/>
                <a:gd name="T10" fmla="*/ 12 w 852"/>
                <a:gd name="T11" fmla="*/ 4515 h 1368"/>
                <a:gd name="T12" fmla="*/ 68 w 852"/>
                <a:gd name="T13" fmla="*/ 4658 h 1368"/>
                <a:gd name="T14" fmla="*/ 68 w 852"/>
                <a:gd name="T15" fmla="*/ 4542 h 1368"/>
                <a:gd name="T16" fmla="*/ 229 w 852"/>
                <a:gd name="T17" fmla="*/ 4185 h 1368"/>
                <a:gd name="T18" fmla="*/ 459 w 852"/>
                <a:gd name="T19" fmla="*/ 3829 h 1368"/>
                <a:gd name="T20" fmla="*/ 1104 w 852"/>
                <a:gd name="T21" fmla="*/ 2628 h 1368"/>
                <a:gd name="T22" fmla="*/ 2612 w 852"/>
                <a:gd name="T23" fmla="*/ 292 h 1368"/>
                <a:gd name="T24" fmla="*/ 2800 w 852"/>
                <a:gd name="T25" fmla="*/ 153 h 1368"/>
                <a:gd name="T26" fmla="*/ 2903 w 852"/>
                <a:gd name="T27" fmla="*/ 75 h 1368"/>
                <a:gd name="T28" fmla="*/ 2897 w 852"/>
                <a:gd name="T29" fmla="*/ 72 h 1368"/>
                <a:gd name="T30" fmla="*/ 2722 w 852"/>
                <a:gd name="T31" fmla="*/ 107 h 13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52" h="1368">
                  <a:moveTo>
                    <a:pt x="799" y="31"/>
                  </a:moveTo>
                  <a:cubicBezTo>
                    <a:pt x="782" y="20"/>
                    <a:pt x="759" y="50"/>
                    <a:pt x="743" y="71"/>
                  </a:cubicBezTo>
                  <a:cubicBezTo>
                    <a:pt x="530" y="342"/>
                    <a:pt x="305" y="737"/>
                    <a:pt x="301" y="758"/>
                  </a:cubicBezTo>
                  <a:cubicBezTo>
                    <a:pt x="287" y="822"/>
                    <a:pt x="142" y="1054"/>
                    <a:pt x="112" y="1111"/>
                  </a:cubicBezTo>
                  <a:cubicBezTo>
                    <a:pt x="81" y="1167"/>
                    <a:pt x="55" y="1202"/>
                    <a:pt x="43" y="1214"/>
                  </a:cubicBezTo>
                  <a:cubicBezTo>
                    <a:pt x="31" y="1226"/>
                    <a:pt x="7" y="1300"/>
                    <a:pt x="3" y="1326"/>
                  </a:cubicBezTo>
                  <a:cubicBezTo>
                    <a:pt x="0" y="1352"/>
                    <a:pt x="12" y="1363"/>
                    <a:pt x="20" y="1368"/>
                  </a:cubicBezTo>
                  <a:cubicBezTo>
                    <a:pt x="17" y="1357"/>
                    <a:pt x="18" y="1350"/>
                    <a:pt x="20" y="1334"/>
                  </a:cubicBezTo>
                  <a:cubicBezTo>
                    <a:pt x="23" y="1308"/>
                    <a:pt x="54" y="1241"/>
                    <a:pt x="67" y="1229"/>
                  </a:cubicBezTo>
                  <a:cubicBezTo>
                    <a:pt x="79" y="1217"/>
                    <a:pt x="105" y="1182"/>
                    <a:pt x="135" y="1125"/>
                  </a:cubicBezTo>
                  <a:cubicBezTo>
                    <a:pt x="166" y="1069"/>
                    <a:pt x="314" y="837"/>
                    <a:pt x="324" y="772"/>
                  </a:cubicBezTo>
                  <a:cubicBezTo>
                    <a:pt x="329" y="739"/>
                    <a:pt x="553" y="357"/>
                    <a:pt x="767" y="86"/>
                  </a:cubicBezTo>
                  <a:cubicBezTo>
                    <a:pt x="783" y="65"/>
                    <a:pt x="805" y="35"/>
                    <a:pt x="822" y="45"/>
                  </a:cubicBezTo>
                  <a:cubicBezTo>
                    <a:pt x="822" y="45"/>
                    <a:pt x="821" y="16"/>
                    <a:pt x="852" y="22"/>
                  </a:cubicBezTo>
                  <a:cubicBezTo>
                    <a:pt x="850" y="21"/>
                    <a:pt x="850" y="21"/>
                    <a:pt x="850" y="21"/>
                  </a:cubicBezTo>
                  <a:cubicBezTo>
                    <a:pt x="816" y="0"/>
                    <a:pt x="799" y="31"/>
                    <a:pt x="799" y="31"/>
                  </a:cubicBezTo>
                  <a:close/>
                </a:path>
              </a:pathLst>
            </a:custGeom>
            <a:solidFill>
              <a:srgbClr val="DDD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253">
              <a:extLst>
                <a:ext uri="{FF2B5EF4-FFF2-40B4-BE49-F238E27FC236}">
                  <a16:creationId xmlns:a16="http://schemas.microsoft.com/office/drawing/2014/main" id="{01F1DD0B-3470-4F70-AB3D-B0F535E82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120"/>
              <a:ext cx="1281" cy="2036"/>
            </a:xfrm>
            <a:custGeom>
              <a:avLst/>
              <a:gdLst>
                <a:gd name="T0" fmla="*/ 2755 w 851"/>
                <a:gd name="T1" fmla="*/ 126 h 1353"/>
                <a:gd name="T2" fmla="*/ 2719 w 851"/>
                <a:gd name="T3" fmla="*/ 358 h 1353"/>
                <a:gd name="T4" fmla="*/ 1301 w 851"/>
                <a:gd name="T5" fmla="*/ 2754 h 1353"/>
                <a:gd name="T6" fmla="*/ 512 w 851"/>
                <a:gd name="T7" fmla="*/ 3867 h 1353"/>
                <a:gd name="T8" fmla="*/ 304 w 851"/>
                <a:gd name="T9" fmla="*/ 4235 h 1353"/>
                <a:gd name="T10" fmla="*/ 99 w 851"/>
                <a:gd name="T11" fmla="*/ 4543 h 1353"/>
                <a:gd name="T12" fmla="*/ 0 w 851"/>
                <a:gd name="T13" fmla="*/ 4606 h 1353"/>
                <a:gd name="T14" fmla="*/ 102 w 851"/>
                <a:gd name="T15" fmla="*/ 4576 h 1353"/>
                <a:gd name="T16" fmla="*/ 382 w 851"/>
                <a:gd name="T17" fmla="*/ 4287 h 1353"/>
                <a:gd name="T18" fmla="*/ 593 w 851"/>
                <a:gd name="T19" fmla="*/ 3920 h 1353"/>
                <a:gd name="T20" fmla="*/ 1382 w 851"/>
                <a:gd name="T21" fmla="*/ 2803 h 1353"/>
                <a:gd name="T22" fmla="*/ 2797 w 851"/>
                <a:gd name="T23" fmla="*/ 405 h 1353"/>
                <a:gd name="T24" fmla="*/ 2834 w 851"/>
                <a:gd name="T25" fmla="*/ 175 h 1353"/>
                <a:gd name="T26" fmla="*/ 2788 w 851"/>
                <a:gd name="T27" fmla="*/ 5 h 1353"/>
                <a:gd name="T28" fmla="*/ 2780 w 851"/>
                <a:gd name="T29" fmla="*/ 0 h 1353"/>
                <a:gd name="T30" fmla="*/ 2755 w 851"/>
                <a:gd name="T31" fmla="*/ 126 h 13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51" h="1353">
                  <a:moveTo>
                    <a:pt x="808" y="37"/>
                  </a:moveTo>
                  <a:cubicBezTo>
                    <a:pt x="825" y="47"/>
                    <a:pt x="808" y="81"/>
                    <a:pt x="797" y="105"/>
                  </a:cubicBezTo>
                  <a:cubicBezTo>
                    <a:pt x="650" y="417"/>
                    <a:pt x="411" y="789"/>
                    <a:pt x="381" y="808"/>
                  </a:cubicBezTo>
                  <a:cubicBezTo>
                    <a:pt x="326" y="843"/>
                    <a:pt x="187" y="1082"/>
                    <a:pt x="150" y="1135"/>
                  </a:cubicBezTo>
                  <a:cubicBezTo>
                    <a:pt x="114" y="1188"/>
                    <a:pt x="94" y="1227"/>
                    <a:pt x="89" y="1243"/>
                  </a:cubicBezTo>
                  <a:cubicBezTo>
                    <a:pt x="83" y="1259"/>
                    <a:pt x="50" y="1316"/>
                    <a:pt x="29" y="1333"/>
                  </a:cubicBezTo>
                  <a:cubicBezTo>
                    <a:pt x="21" y="1340"/>
                    <a:pt x="10" y="1347"/>
                    <a:pt x="0" y="1352"/>
                  </a:cubicBezTo>
                  <a:cubicBezTo>
                    <a:pt x="8" y="1353"/>
                    <a:pt x="18" y="1352"/>
                    <a:pt x="30" y="1343"/>
                  </a:cubicBezTo>
                  <a:cubicBezTo>
                    <a:pt x="52" y="1328"/>
                    <a:pt x="107" y="1274"/>
                    <a:pt x="112" y="1258"/>
                  </a:cubicBezTo>
                  <a:cubicBezTo>
                    <a:pt x="117" y="1241"/>
                    <a:pt x="137" y="1202"/>
                    <a:pt x="174" y="1150"/>
                  </a:cubicBezTo>
                  <a:cubicBezTo>
                    <a:pt x="211" y="1097"/>
                    <a:pt x="353" y="863"/>
                    <a:pt x="405" y="823"/>
                  </a:cubicBezTo>
                  <a:cubicBezTo>
                    <a:pt x="421" y="810"/>
                    <a:pt x="673" y="432"/>
                    <a:pt x="820" y="119"/>
                  </a:cubicBezTo>
                  <a:cubicBezTo>
                    <a:pt x="831" y="95"/>
                    <a:pt x="848" y="62"/>
                    <a:pt x="831" y="51"/>
                  </a:cubicBezTo>
                  <a:cubicBezTo>
                    <a:pt x="831" y="51"/>
                    <a:pt x="851" y="22"/>
                    <a:pt x="817" y="1"/>
                  </a:cubicBezTo>
                  <a:cubicBezTo>
                    <a:pt x="815" y="0"/>
                    <a:pt x="815" y="0"/>
                    <a:pt x="815" y="0"/>
                  </a:cubicBezTo>
                  <a:cubicBezTo>
                    <a:pt x="849" y="26"/>
                    <a:pt x="808" y="37"/>
                    <a:pt x="808" y="37"/>
                  </a:cubicBezTo>
                  <a:close/>
                </a:path>
              </a:pathLst>
            </a:custGeom>
            <a:solidFill>
              <a:srgbClr val="A5A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254">
              <a:extLst>
                <a:ext uri="{FF2B5EF4-FFF2-40B4-BE49-F238E27FC236}">
                  <a16:creationId xmlns:a16="http://schemas.microsoft.com/office/drawing/2014/main" id="{E633FEAC-34AF-44F7-B3B5-857FAC895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089"/>
              <a:ext cx="1333" cy="2074"/>
            </a:xfrm>
            <a:custGeom>
              <a:avLst/>
              <a:gdLst>
                <a:gd name="T0" fmla="*/ 68 w 886"/>
                <a:gd name="T1" fmla="*/ 4653 h 1379"/>
                <a:gd name="T2" fmla="*/ 221 w 886"/>
                <a:gd name="T3" fmla="*/ 4640 h 1379"/>
                <a:gd name="T4" fmla="*/ 499 w 886"/>
                <a:gd name="T5" fmla="*/ 4353 h 1379"/>
                <a:gd name="T6" fmla="*/ 710 w 886"/>
                <a:gd name="T7" fmla="*/ 3984 h 1379"/>
                <a:gd name="T8" fmla="*/ 1498 w 886"/>
                <a:gd name="T9" fmla="*/ 2871 h 1379"/>
                <a:gd name="T10" fmla="*/ 2911 w 886"/>
                <a:gd name="T11" fmla="*/ 477 h 1379"/>
                <a:gd name="T12" fmla="*/ 2949 w 886"/>
                <a:gd name="T13" fmla="*/ 244 h 1379"/>
                <a:gd name="T14" fmla="*/ 2902 w 886"/>
                <a:gd name="T15" fmla="*/ 75 h 1379"/>
                <a:gd name="T16" fmla="*/ 2895 w 886"/>
                <a:gd name="T17" fmla="*/ 72 h 1379"/>
                <a:gd name="T18" fmla="*/ 2720 w 886"/>
                <a:gd name="T19" fmla="*/ 107 h 1379"/>
                <a:gd name="T20" fmla="*/ 2531 w 886"/>
                <a:gd name="T21" fmla="*/ 242 h 1379"/>
                <a:gd name="T22" fmla="*/ 1026 w 886"/>
                <a:gd name="T23" fmla="*/ 2579 h 1379"/>
                <a:gd name="T24" fmla="*/ 382 w 886"/>
                <a:gd name="T25" fmla="*/ 3780 h 1379"/>
                <a:gd name="T26" fmla="*/ 147 w 886"/>
                <a:gd name="T27" fmla="*/ 4130 h 1379"/>
                <a:gd name="T28" fmla="*/ 12 w 886"/>
                <a:gd name="T29" fmla="*/ 4510 h 1379"/>
                <a:gd name="T30" fmla="*/ 68 w 886"/>
                <a:gd name="T31" fmla="*/ 4653 h 13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6" h="1379">
                  <a:moveTo>
                    <a:pt x="20" y="1368"/>
                  </a:moveTo>
                  <a:cubicBezTo>
                    <a:pt x="28" y="1373"/>
                    <a:pt x="43" y="1379"/>
                    <a:pt x="65" y="1364"/>
                  </a:cubicBezTo>
                  <a:cubicBezTo>
                    <a:pt x="87" y="1349"/>
                    <a:pt x="142" y="1295"/>
                    <a:pt x="147" y="1279"/>
                  </a:cubicBezTo>
                  <a:cubicBezTo>
                    <a:pt x="152" y="1262"/>
                    <a:pt x="172" y="1223"/>
                    <a:pt x="209" y="1171"/>
                  </a:cubicBezTo>
                  <a:cubicBezTo>
                    <a:pt x="246" y="1118"/>
                    <a:pt x="388" y="884"/>
                    <a:pt x="440" y="844"/>
                  </a:cubicBezTo>
                  <a:cubicBezTo>
                    <a:pt x="456" y="831"/>
                    <a:pt x="708" y="453"/>
                    <a:pt x="855" y="140"/>
                  </a:cubicBezTo>
                  <a:cubicBezTo>
                    <a:pt x="866" y="116"/>
                    <a:pt x="883" y="83"/>
                    <a:pt x="866" y="72"/>
                  </a:cubicBezTo>
                  <a:cubicBezTo>
                    <a:pt x="866" y="72"/>
                    <a:pt x="886" y="43"/>
                    <a:pt x="852" y="22"/>
                  </a:cubicBezTo>
                  <a:cubicBezTo>
                    <a:pt x="850" y="21"/>
                    <a:pt x="850" y="21"/>
                    <a:pt x="850" y="21"/>
                  </a:cubicBezTo>
                  <a:cubicBezTo>
                    <a:pt x="816" y="0"/>
                    <a:pt x="799" y="31"/>
                    <a:pt x="799" y="31"/>
                  </a:cubicBezTo>
                  <a:cubicBezTo>
                    <a:pt x="782" y="20"/>
                    <a:pt x="759" y="50"/>
                    <a:pt x="743" y="71"/>
                  </a:cubicBezTo>
                  <a:cubicBezTo>
                    <a:pt x="530" y="342"/>
                    <a:pt x="305" y="737"/>
                    <a:pt x="301" y="758"/>
                  </a:cubicBezTo>
                  <a:cubicBezTo>
                    <a:pt x="287" y="822"/>
                    <a:pt x="142" y="1054"/>
                    <a:pt x="112" y="1111"/>
                  </a:cubicBezTo>
                  <a:cubicBezTo>
                    <a:pt x="81" y="1167"/>
                    <a:pt x="55" y="1202"/>
                    <a:pt x="43" y="1214"/>
                  </a:cubicBezTo>
                  <a:cubicBezTo>
                    <a:pt x="31" y="1226"/>
                    <a:pt x="7" y="1300"/>
                    <a:pt x="3" y="1326"/>
                  </a:cubicBezTo>
                  <a:cubicBezTo>
                    <a:pt x="0" y="1352"/>
                    <a:pt x="12" y="1363"/>
                    <a:pt x="20" y="1368"/>
                  </a:cubicBez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255">
              <a:extLst>
                <a:ext uri="{FF2B5EF4-FFF2-40B4-BE49-F238E27FC236}">
                  <a16:creationId xmlns:a16="http://schemas.microsoft.com/office/drawing/2014/main" id="{499CDA0E-4F7A-412A-B4FB-6E69C32D2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098"/>
              <a:ext cx="81" cy="52"/>
            </a:xfrm>
            <a:custGeom>
              <a:avLst/>
              <a:gdLst>
                <a:gd name="T0" fmla="*/ 0 w 54"/>
                <a:gd name="T1" fmla="*/ 0 h 34"/>
                <a:gd name="T2" fmla="*/ 183 w 54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34">
                  <a:moveTo>
                    <a:pt x="0" y="0"/>
                  </a:moveTo>
                  <a:cubicBezTo>
                    <a:pt x="0" y="0"/>
                    <a:pt x="24" y="29"/>
                    <a:pt x="54" y="34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256">
              <a:extLst>
                <a:ext uri="{FF2B5EF4-FFF2-40B4-BE49-F238E27FC236}">
                  <a16:creationId xmlns:a16="http://schemas.microsoft.com/office/drawing/2014/main" id="{0CFF1691-B8B1-4B87-96AD-0FE2B664F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916"/>
              <a:ext cx="156" cy="100"/>
            </a:xfrm>
            <a:custGeom>
              <a:avLst/>
              <a:gdLst>
                <a:gd name="T0" fmla="*/ 0 w 104"/>
                <a:gd name="T1" fmla="*/ 0 h 66"/>
                <a:gd name="T2" fmla="*/ 351 w 104"/>
                <a:gd name="T3" fmla="*/ 23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66">
                  <a:moveTo>
                    <a:pt x="0" y="0"/>
                  </a:moveTo>
                  <a:cubicBezTo>
                    <a:pt x="0" y="0"/>
                    <a:pt x="31" y="59"/>
                    <a:pt x="104" y="66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257">
              <a:extLst>
                <a:ext uri="{FF2B5EF4-FFF2-40B4-BE49-F238E27FC236}">
                  <a16:creationId xmlns:a16="http://schemas.microsoft.com/office/drawing/2014/main" id="{42C64B2C-E99C-4E5F-90C7-E36DE54F1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100"/>
              <a:ext cx="226" cy="138"/>
            </a:xfrm>
            <a:custGeom>
              <a:avLst/>
              <a:gdLst>
                <a:gd name="T0" fmla="*/ 0 w 150"/>
                <a:gd name="T1" fmla="*/ 0 h 92"/>
                <a:gd name="T2" fmla="*/ 514 w 150"/>
                <a:gd name="T3" fmla="*/ 311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" h="92">
                  <a:moveTo>
                    <a:pt x="0" y="0"/>
                  </a:moveTo>
                  <a:cubicBezTo>
                    <a:pt x="0" y="0"/>
                    <a:pt x="57" y="75"/>
                    <a:pt x="150" y="92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Line 258">
              <a:extLst>
                <a:ext uri="{FF2B5EF4-FFF2-40B4-BE49-F238E27FC236}">
                  <a16:creationId xmlns:a16="http://schemas.microsoft.com/office/drawing/2014/main" id="{22D3AF62-FCAB-4F7C-9AC6-E8EAB940C3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6" y="1135"/>
              <a:ext cx="101" cy="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259">
              <a:extLst>
                <a:ext uri="{FF2B5EF4-FFF2-40B4-BE49-F238E27FC236}">
                  <a16:creationId xmlns:a16="http://schemas.microsoft.com/office/drawing/2014/main" id="{9BE4603B-D0CB-4FAE-9F33-E9C0C5279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788"/>
              <a:ext cx="325" cy="292"/>
            </a:xfrm>
            <a:custGeom>
              <a:avLst/>
              <a:gdLst>
                <a:gd name="T0" fmla="*/ 0 w 216"/>
                <a:gd name="T1" fmla="*/ 662 h 194"/>
                <a:gd name="T2" fmla="*/ 736 w 216"/>
                <a:gd name="T3" fmla="*/ 0 h 194"/>
                <a:gd name="T4" fmla="*/ 0 w 216"/>
                <a:gd name="T5" fmla="*/ 662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94">
                  <a:moveTo>
                    <a:pt x="0" y="194"/>
                  </a:moveTo>
                  <a:cubicBezTo>
                    <a:pt x="0" y="194"/>
                    <a:pt x="68" y="82"/>
                    <a:pt x="216" y="0"/>
                  </a:cubicBezTo>
                  <a:cubicBezTo>
                    <a:pt x="216" y="0"/>
                    <a:pt x="86" y="74"/>
                    <a:pt x="0" y="1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260">
              <a:extLst>
                <a:ext uri="{FF2B5EF4-FFF2-40B4-BE49-F238E27FC236}">
                  <a16:creationId xmlns:a16="http://schemas.microsoft.com/office/drawing/2014/main" id="{E2382718-BEB1-4036-B129-66AC8A1A4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1086"/>
              <a:ext cx="15" cy="15"/>
            </a:xfrm>
            <a:custGeom>
              <a:avLst/>
              <a:gdLst>
                <a:gd name="T0" fmla="*/ 27 w 10"/>
                <a:gd name="T1" fmla="*/ 8 h 10"/>
                <a:gd name="T2" fmla="*/ 32 w 10"/>
                <a:gd name="T3" fmla="*/ 27 h 10"/>
                <a:gd name="T4" fmla="*/ 12 w 10"/>
                <a:gd name="T5" fmla="*/ 32 h 10"/>
                <a:gd name="T6" fmla="*/ 8 w 10"/>
                <a:gd name="T7" fmla="*/ 12 h 10"/>
                <a:gd name="T8" fmla="*/ 27 w 10"/>
                <a:gd name="T9" fmla="*/ 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8" y="2"/>
                  </a:moveTo>
                  <a:cubicBezTo>
                    <a:pt x="10" y="3"/>
                    <a:pt x="10" y="6"/>
                    <a:pt x="9" y="8"/>
                  </a:cubicBezTo>
                  <a:cubicBezTo>
                    <a:pt x="8" y="10"/>
                    <a:pt x="5" y="10"/>
                    <a:pt x="3" y="9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261">
              <a:extLst>
                <a:ext uri="{FF2B5EF4-FFF2-40B4-BE49-F238E27FC236}">
                  <a16:creationId xmlns:a16="http://schemas.microsoft.com/office/drawing/2014/main" id="{9764E326-D70F-47D1-AE51-8EE33B4F6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077"/>
              <a:ext cx="9" cy="10"/>
            </a:xfrm>
            <a:custGeom>
              <a:avLst/>
              <a:gdLst>
                <a:gd name="T0" fmla="*/ 14 w 6"/>
                <a:gd name="T1" fmla="*/ 1 h 7"/>
                <a:gd name="T2" fmla="*/ 18 w 6"/>
                <a:gd name="T3" fmla="*/ 14 h 7"/>
                <a:gd name="T4" fmla="*/ 5 w 6"/>
                <a:gd name="T5" fmla="*/ 19 h 7"/>
                <a:gd name="T6" fmla="*/ 0 w 6"/>
                <a:gd name="T7" fmla="*/ 6 h 7"/>
                <a:gd name="T8" fmla="*/ 14 w 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262">
              <a:extLst>
                <a:ext uri="{FF2B5EF4-FFF2-40B4-BE49-F238E27FC236}">
                  <a16:creationId xmlns:a16="http://schemas.microsoft.com/office/drawing/2014/main" id="{0305AA93-775A-43C0-BD4C-6FAAF3ED6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1155"/>
              <a:ext cx="20" cy="21"/>
            </a:xfrm>
            <a:custGeom>
              <a:avLst/>
              <a:gdLst>
                <a:gd name="T0" fmla="*/ 35 w 13"/>
                <a:gd name="T1" fmla="*/ 8 h 14"/>
                <a:gd name="T2" fmla="*/ 43 w 13"/>
                <a:gd name="T3" fmla="*/ 35 h 14"/>
                <a:gd name="T4" fmla="*/ 12 w 13"/>
                <a:gd name="T5" fmla="*/ 41 h 14"/>
                <a:gd name="T6" fmla="*/ 5 w 13"/>
                <a:gd name="T7" fmla="*/ 14 h 14"/>
                <a:gd name="T8" fmla="*/ 35 w 13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0" y="2"/>
                  </a:moveTo>
                  <a:cubicBezTo>
                    <a:pt x="12" y="4"/>
                    <a:pt x="13" y="7"/>
                    <a:pt x="12" y="10"/>
                  </a:cubicBezTo>
                  <a:cubicBezTo>
                    <a:pt x="10" y="13"/>
                    <a:pt x="6" y="14"/>
                    <a:pt x="3" y="12"/>
                  </a:cubicBezTo>
                  <a:cubicBezTo>
                    <a:pt x="1" y="10"/>
                    <a:pt x="0" y="7"/>
                    <a:pt x="1" y="4"/>
                  </a:cubicBezTo>
                  <a:cubicBezTo>
                    <a:pt x="3" y="1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263">
              <a:extLst>
                <a:ext uri="{FF2B5EF4-FFF2-40B4-BE49-F238E27FC236}">
                  <a16:creationId xmlns:a16="http://schemas.microsoft.com/office/drawing/2014/main" id="{8A243FAB-742C-47DA-98F8-1F1EDFED1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934"/>
              <a:ext cx="29" cy="29"/>
            </a:xfrm>
            <a:custGeom>
              <a:avLst/>
              <a:gdLst>
                <a:gd name="T0" fmla="*/ 49 w 19"/>
                <a:gd name="T1" fmla="*/ 8 h 19"/>
                <a:gd name="T2" fmla="*/ 61 w 19"/>
                <a:gd name="T3" fmla="*/ 49 h 19"/>
                <a:gd name="T4" fmla="*/ 18 w 19"/>
                <a:gd name="T5" fmla="*/ 61 h 19"/>
                <a:gd name="T6" fmla="*/ 8 w 19"/>
                <a:gd name="T7" fmla="*/ 18 h 19"/>
                <a:gd name="T8" fmla="*/ 49 w 19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4" y="2"/>
                  </a:moveTo>
                  <a:cubicBezTo>
                    <a:pt x="18" y="5"/>
                    <a:pt x="19" y="10"/>
                    <a:pt x="17" y="14"/>
                  </a:cubicBezTo>
                  <a:cubicBezTo>
                    <a:pt x="14" y="18"/>
                    <a:pt x="9" y="19"/>
                    <a:pt x="5" y="17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5" y="1"/>
                    <a:pt x="10" y="0"/>
                    <a:pt x="1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264">
              <a:extLst>
                <a:ext uri="{FF2B5EF4-FFF2-40B4-BE49-F238E27FC236}">
                  <a16:creationId xmlns:a16="http://schemas.microsoft.com/office/drawing/2014/main" id="{4A1C7F29-70B5-489C-98A7-33CBBDEB8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960"/>
              <a:ext cx="20" cy="20"/>
            </a:xfrm>
            <a:custGeom>
              <a:avLst/>
              <a:gdLst>
                <a:gd name="T0" fmla="*/ 35 w 13"/>
                <a:gd name="T1" fmla="*/ 8 h 13"/>
                <a:gd name="T2" fmla="*/ 40 w 13"/>
                <a:gd name="T3" fmla="*/ 35 h 13"/>
                <a:gd name="T4" fmla="*/ 14 w 13"/>
                <a:gd name="T5" fmla="*/ 40 h 13"/>
                <a:gd name="T6" fmla="*/ 8 w 13"/>
                <a:gd name="T7" fmla="*/ 14 h 13"/>
                <a:gd name="T8" fmla="*/ 35 w 13"/>
                <a:gd name="T9" fmla="*/ 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0" y="2"/>
                  </a:moveTo>
                  <a:cubicBezTo>
                    <a:pt x="12" y="4"/>
                    <a:pt x="13" y="7"/>
                    <a:pt x="11" y="10"/>
                  </a:cubicBezTo>
                  <a:cubicBezTo>
                    <a:pt x="10" y="12"/>
                    <a:pt x="6" y="13"/>
                    <a:pt x="4" y="11"/>
                  </a:cubicBezTo>
                  <a:cubicBezTo>
                    <a:pt x="1" y="10"/>
                    <a:pt x="0" y="6"/>
                    <a:pt x="2" y="4"/>
                  </a:cubicBezTo>
                  <a:cubicBezTo>
                    <a:pt x="4" y="1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265">
              <a:extLst>
                <a:ext uri="{FF2B5EF4-FFF2-40B4-BE49-F238E27FC236}">
                  <a16:creationId xmlns:a16="http://schemas.microsoft.com/office/drawing/2014/main" id="{63D8AB4F-12D6-4A7E-BA2D-6EA1AAA10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111"/>
              <a:ext cx="18" cy="18"/>
            </a:xfrm>
            <a:custGeom>
              <a:avLst/>
              <a:gdLst>
                <a:gd name="T0" fmla="*/ 32 w 12"/>
                <a:gd name="T1" fmla="*/ 8 h 12"/>
                <a:gd name="T2" fmla="*/ 39 w 12"/>
                <a:gd name="T3" fmla="*/ 32 h 12"/>
                <a:gd name="T4" fmla="*/ 12 w 12"/>
                <a:gd name="T5" fmla="*/ 39 h 12"/>
                <a:gd name="T6" fmla="*/ 8 w 12"/>
                <a:gd name="T7" fmla="*/ 14 h 12"/>
                <a:gd name="T8" fmla="*/ 32 w 12"/>
                <a:gd name="T9" fmla="*/ 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9" y="2"/>
                  </a:moveTo>
                  <a:cubicBezTo>
                    <a:pt x="11" y="3"/>
                    <a:pt x="12" y="7"/>
                    <a:pt x="11" y="9"/>
                  </a:cubicBezTo>
                  <a:cubicBezTo>
                    <a:pt x="9" y="12"/>
                    <a:pt x="6" y="12"/>
                    <a:pt x="3" y="11"/>
                  </a:cubicBezTo>
                  <a:cubicBezTo>
                    <a:pt x="1" y="9"/>
                    <a:pt x="0" y="6"/>
                    <a:pt x="2" y="4"/>
                  </a:cubicBezTo>
                  <a:cubicBezTo>
                    <a:pt x="3" y="1"/>
                    <a:pt x="6" y="0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>
            <a:extLst>
              <a:ext uri="{FF2B5EF4-FFF2-40B4-BE49-F238E27FC236}">
                <a16:creationId xmlns:a16="http://schemas.microsoft.com/office/drawing/2014/main" id="{4E514444-E705-48E0-B56D-99BE5244B0F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Arterial pulse (2)</a:t>
            </a:r>
          </a:p>
        </p:txBody>
      </p:sp>
      <p:grpSp>
        <p:nvGrpSpPr>
          <p:cNvPr id="40962" name="arterial-pulse-pressure-waveform">
            <a:extLst>
              <a:ext uri="{FF2B5EF4-FFF2-40B4-BE49-F238E27FC236}">
                <a16:creationId xmlns:a16="http://schemas.microsoft.com/office/drawing/2014/main" id="{C16AD327-E5D2-4C70-B82B-511221E97F42}"/>
              </a:ext>
            </a:extLst>
          </p:cNvPr>
          <p:cNvGrpSpPr>
            <a:grpSpLocks/>
          </p:cNvGrpSpPr>
          <p:nvPr/>
        </p:nvGrpSpPr>
        <p:grpSpPr bwMode="auto">
          <a:xfrm>
            <a:off x="2216150" y="1682750"/>
            <a:ext cx="1884363" cy="2659063"/>
            <a:chOff x="436" y="1060"/>
            <a:chExt cx="1187" cy="1675"/>
          </a:xfrm>
        </p:grpSpPr>
        <p:sp>
          <p:nvSpPr>
            <p:cNvPr id="41124" name="Rectangle 4">
              <a:extLst>
                <a:ext uri="{FF2B5EF4-FFF2-40B4-BE49-F238E27FC236}">
                  <a16:creationId xmlns:a16="http://schemas.microsoft.com/office/drawing/2014/main" id="{51A6129D-B871-4145-AF95-CCEFF2E14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" y="1060"/>
              <a:ext cx="1187" cy="1675"/>
            </a:xfrm>
            <a:prstGeom prst="rect">
              <a:avLst/>
            </a:prstGeom>
            <a:solidFill>
              <a:srgbClr val="CCC9E2"/>
            </a:solidFill>
            <a:ln w="9525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25" name="Freeform 5">
              <a:extLst>
                <a:ext uri="{FF2B5EF4-FFF2-40B4-BE49-F238E27FC236}">
                  <a16:creationId xmlns:a16="http://schemas.microsoft.com/office/drawing/2014/main" id="{511BF2EC-C14E-4369-B508-F22976084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101"/>
              <a:ext cx="1186" cy="1581"/>
            </a:xfrm>
            <a:custGeom>
              <a:avLst/>
              <a:gdLst>
                <a:gd name="T0" fmla="*/ 0 w 896"/>
                <a:gd name="T1" fmla="*/ 2476 h 1194"/>
                <a:gd name="T2" fmla="*/ 115 w 896"/>
                <a:gd name="T3" fmla="*/ 2635 h 1194"/>
                <a:gd name="T4" fmla="*/ 200 w 896"/>
                <a:gd name="T5" fmla="*/ 2714 h 1194"/>
                <a:gd name="T6" fmla="*/ 242 w 896"/>
                <a:gd name="T7" fmla="*/ 2688 h 1194"/>
                <a:gd name="T8" fmla="*/ 336 w 896"/>
                <a:gd name="T9" fmla="*/ 2585 h 1194"/>
                <a:gd name="T10" fmla="*/ 508 w 896"/>
                <a:gd name="T11" fmla="*/ 1088 h 1194"/>
                <a:gd name="T12" fmla="*/ 626 w 896"/>
                <a:gd name="T13" fmla="*/ 0 h 1194"/>
                <a:gd name="T14" fmla="*/ 872 w 896"/>
                <a:gd name="T15" fmla="*/ 331 h 1194"/>
                <a:gd name="T16" fmla="*/ 1190 w 896"/>
                <a:gd name="T17" fmla="*/ 822 h 1194"/>
                <a:gd name="T18" fmla="*/ 1354 w 896"/>
                <a:gd name="T19" fmla="*/ 1332 h 1194"/>
                <a:gd name="T20" fmla="*/ 2078 w 896"/>
                <a:gd name="T21" fmla="*/ 2120 h 11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6" h="1194">
                  <a:moveTo>
                    <a:pt x="0" y="1066"/>
                  </a:moveTo>
                  <a:cubicBezTo>
                    <a:pt x="0" y="1066"/>
                    <a:pt x="32" y="1111"/>
                    <a:pt x="50" y="1135"/>
                  </a:cubicBezTo>
                  <a:cubicBezTo>
                    <a:pt x="68" y="1160"/>
                    <a:pt x="77" y="1169"/>
                    <a:pt x="86" y="1169"/>
                  </a:cubicBezTo>
                  <a:cubicBezTo>
                    <a:pt x="95" y="1169"/>
                    <a:pt x="95" y="1158"/>
                    <a:pt x="104" y="1158"/>
                  </a:cubicBezTo>
                  <a:cubicBezTo>
                    <a:pt x="123" y="1157"/>
                    <a:pt x="129" y="1194"/>
                    <a:pt x="145" y="1113"/>
                  </a:cubicBezTo>
                  <a:cubicBezTo>
                    <a:pt x="160" y="1032"/>
                    <a:pt x="210" y="659"/>
                    <a:pt x="219" y="469"/>
                  </a:cubicBezTo>
                  <a:cubicBezTo>
                    <a:pt x="228" y="278"/>
                    <a:pt x="225" y="0"/>
                    <a:pt x="270" y="0"/>
                  </a:cubicBezTo>
                  <a:cubicBezTo>
                    <a:pt x="315" y="0"/>
                    <a:pt x="320" y="119"/>
                    <a:pt x="376" y="143"/>
                  </a:cubicBezTo>
                  <a:cubicBezTo>
                    <a:pt x="432" y="168"/>
                    <a:pt x="497" y="154"/>
                    <a:pt x="513" y="354"/>
                  </a:cubicBezTo>
                  <a:cubicBezTo>
                    <a:pt x="528" y="554"/>
                    <a:pt x="535" y="657"/>
                    <a:pt x="584" y="574"/>
                  </a:cubicBezTo>
                  <a:cubicBezTo>
                    <a:pt x="647" y="469"/>
                    <a:pt x="786" y="848"/>
                    <a:pt x="896" y="913"/>
                  </a:cubicBezTo>
                </a:path>
              </a:pathLst>
            </a:custGeom>
            <a:noFill/>
            <a:ln w="15875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3" name="arterial-pulse-waveform-diagram">
            <a:extLst>
              <a:ext uri="{FF2B5EF4-FFF2-40B4-BE49-F238E27FC236}">
                <a16:creationId xmlns:a16="http://schemas.microsoft.com/office/drawing/2014/main" id="{77757090-4DDC-42CA-B552-805D60D7C337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663700"/>
            <a:ext cx="1195388" cy="3365500"/>
            <a:chOff x="1928" y="1046"/>
            <a:chExt cx="753" cy="2120"/>
          </a:xfrm>
        </p:grpSpPr>
        <p:sp>
          <p:nvSpPr>
            <p:cNvPr id="41122" name="Rectangle 7">
              <a:extLst>
                <a:ext uri="{FF2B5EF4-FFF2-40B4-BE49-F238E27FC236}">
                  <a16:creationId xmlns:a16="http://schemas.microsoft.com/office/drawing/2014/main" id="{911F4FB8-4AD9-4404-97C0-32165C834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8" y="1046"/>
              <a:ext cx="750" cy="2120"/>
            </a:xfrm>
            <a:prstGeom prst="rect">
              <a:avLst/>
            </a:prstGeom>
            <a:solidFill>
              <a:srgbClr val="CCC9E2"/>
            </a:solidFill>
            <a:ln w="15875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23" name="Freeform 8">
              <a:extLst>
                <a:ext uri="{FF2B5EF4-FFF2-40B4-BE49-F238E27FC236}">
                  <a16:creationId xmlns:a16="http://schemas.microsoft.com/office/drawing/2014/main" id="{8A07BDF5-9139-430F-B36E-2DF045240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73"/>
              <a:ext cx="748" cy="1503"/>
            </a:xfrm>
            <a:custGeom>
              <a:avLst/>
              <a:gdLst>
                <a:gd name="T0" fmla="*/ 0 w 299"/>
                <a:gd name="T1" fmla="*/ 7713 h 601"/>
                <a:gd name="T2" fmla="*/ 783 w 299"/>
                <a:gd name="T3" fmla="*/ 7818 h 601"/>
                <a:gd name="T4" fmla="*/ 2004 w 299"/>
                <a:gd name="T5" fmla="*/ 0 h 601"/>
                <a:gd name="T6" fmla="*/ 3035 w 299"/>
                <a:gd name="T7" fmla="*/ 5004 h 601"/>
                <a:gd name="T8" fmla="*/ 3317 w 299"/>
                <a:gd name="T9" fmla="*/ 4754 h 601"/>
                <a:gd name="T10" fmla="*/ 3943 w 299"/>
                <a:gd name="T11" fmla="*/ 8850 h 601"/>
                <a:gd name="T12" fmla="*/ 4681 w 299"/>
                <a:gd name="T13" fmla="*/ 9026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9" h="601">
                  <a:moveTo>
                    <a:pt x="0" y="493"/>
                  </a:moveTo>
                  <a:cubicBezTo>
                    <a:pt x="0" y="493"/>
                    <a:pt x="48" y="532"/>
                    <a:pt x="50" y="500"/>
                  </a:cubicBezTo>
                  <a:cubicBezTo>
                    <a:pt x="51" y="468"/>
                    <a:pt x="65" y="0"/>
                    <a:pt x="128" y="0"/>
                  </a:cubicBezTo>
                  <a:cubicBezTo>
                    <a:pt x="172" y="0"/>
                    <a:pt x="175" y="317"/>
                    <a:pt x="194" y="320"/>
                  </a:cubicBezTo>
                  <a:cubicBezTo>
                    <a:pt x="212" y="322"/>
                    <a:pt x="200" y="304"/>
                    <a:pt x="212" y="304"/>
                  </a:cubicBezTo>
                  <a:cubicBezTo>
                    <a:pt x="224" y="304"/>
                    <a:pt x="243" y="541"/>
                    <a:pt x="252" y="566"/>
                  </a:cubicBezTo>
                  <a:cubicBezTo>
                    <a:pt x="252" y="566"/>
                    <a:pt x="259" y="601"/>
                    <a:pt x="299" y="577"/>
                  </a:cubicBezTo>
                </a:path>
              </a:pathLst>
            </a:custGeom>
            <a:noFill/>
            <a:ln w="3175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4" name="Arterial-pressure-waveform-diagram">
            <a:extLst>
              <a:ext uri="{FF2B5EF4-FFF2-40B4-BE49-F238E27FC236}">
                <a16:creationId xmlns:a16="http://schemas.microsoft.com/office/drawing/2014/main" id="{1796D999-D5E3-4C60-BCBE-22AA43539E2A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1663700"/>
            <a:ext cx="1192213" cy="3365500"/>
            <a:chOff x="2882" y="1043"/>
            <a:chExt cx="751" cy="2120"/>
          </a:xfrm>
        </p:grpSpPr>
        <p:sp>
          <p:nvSpPr>
            <p:cNvPr id="41120" name="Rectangle 10">
              <a:extLst>
                <a:ext uri="{FF2B5EF4-FFF2-40B4-BE49-F238E27FC236}">
                  <a16:creationId xmlns:a16="http://schemas.microsoft.com/office/drawing/2014/main" id="{D351C8BB-7E16-4D9F-97C1-DF26F3D81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1043"/>
              <a:ext cx="751" cy="2120"/>
            </a:xfrm>
            <a:prstGeom prst="rect">
              <a:avLst/>
            </a:prstGeom>
            <a:solidFill>
              <a:srgbClr val="CCC9E2"/>
            </a:solidFill>
            <a:ln w="15875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21" name="Freeform 11">
              <a:extLst>
                <a:ext uri="{FF2B5EF4-FFF2-40B4-BE49-F238E27FC236}">
                  <a16:creationId xmlns:a16="http://schemas.microsoft.com/office/drawing/2014/main" id="{9F4ACAB9-F150-47AC-A1BB-9D649E44D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793"/>
              <a:ext cx="748" cy="1155"/>
            </a:xfrm>
            <a:custGeom>
              <a:avLst/>
              <a:gdLst>
                <a:gd name="T0" fmla="*/ 0 w 299"/>
                <a:gd name="T1" fmla="*/ 5800 h 462"/>
                <a:gd name="T2" fmla="*/ 738 w 299"/>
                <a:gd name="T3" fmla="*/ 5658 h 462"/>
                <a:gd name="T4" fmla="*/ 1051 w 299"/>
                <a:gd name="T5" fmla="*/ 5063 h 462"/>
                <a:gd name="T6" fmla="*/ 2429 w 299"/>
                <a:gd name="T7" fmla="*/ 0 h 462"/>
                <a:gd name="T8" fmla="*/ 3117 w 299"/>
                <a:gd name="T9" fmla="*/ 3050 h 462"/>
                <a:gd name="T10" fmla="*/ 3367 w 299"/>
                <a:gd name="T11" fmla="*/ 2863 h 462"/>
                <a:gd name="T12" fmla="*/ 4681 w 299"/>
                <a:gd name="T13" fmla="*/ 7220 h 4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9" h="462">
                  <a:moveTo>
                    <a:pt x="0" y="371"/>
                  </a:moveTo>
                  <a:cubicBezTo>
                    <a:pt x="0" y="371"/>
                    <a:pt x="31" y="349"/>
                    <a:pt x="47" y="362"/>
                  </a:cubicBezTo>
                  <a:cubicBezTo>
                    <a:pt x="63" y="374"/>
                    <a:pt x="67" y="362"/>
                    <a:pt x="67" y="324"/>
                  </a:cubicBezTo>
                  <a:cubicBezTo>
                    <a:pt x="67" y="287"/>
                    <a:pt x="102" y="0"/>
                    <a:pt x="155" y="0"/>
                  </a:cubicBezTo>
                  <a:cubicBezTo>
                    <a:pt x="191" y="0"/>
                    <a:pt x="175" y="192"/>
                    <a:pt x="199" y="195"/>
                  </a:cubicBezTo>
                  <a:cubicBezTo>
                    <a:pt x="209" y="197"/>
                    <a:pt x="206" y="181"/>
                    <a:pt x="215" y="183"/>
                  </a:cubicBezTo>
                  <a:cubicBezTo>
                    <a:pt x="225" y="186"/>
                    <a:pt x="217" y="400"/>
                    <a:pt x="299" y="462"/>
                  </a:cubicBezTo>
                </a:path>
              </a:pathLst>
            </a:custGeom>
            <a:noFill/>
            <a:ln w="3175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5" name="arterial-pulse-waveform-graph">
            <a:extLst>
              <a:ext uri="{FF2B5EF4-FFF2-40B4-BE49-F238E27FC236}">
                <a16:creationId xmlns:a16="http://schemas.microsoft.com/office/drawing/2014/main" id="{4346CE4F-F8AC-4573-B2CC-B90F8EC608EA}"/>
              </a:ext>
            </a:extLst>
          </p:cNvPr>
          <p:cNvGrpSpPr>
            <a:grpSpLocks/>
          </p:cNvGrpSpPr>
          <p:nvPr/>
        </p:nvGrpSpPr>
        <p:grpSpPr bwMode="auto">
          <a:xfrm>
            <a:off x="8839200" y="1663700"/>
            <a:ext cx="1192213" cy="3365500"/>
            <a:chOff x="3797" y="1041"/>
            <a:chExt cx="751" cy="2120"/>
          </a:xfrm>
        </p:grpSpPr>
        <p:sp>
          <p:nvSpPr>
            <p:cNvPr id="41118" name="Rectangle 13">
              <a:extLst>
                <a:ext uri="{FF2B5EF4-FFF2-40B4-BE49-F238E27FC236}">
                  <a16:creationId xmlns:a16="http://schemas.microsoft.com/office/drawing/2014/main" id="{CEF38879-A23F-4515-88EA-7E15DC750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041"/>
              <a:ext cx="751" cy="2120"/>
            </a:xfrm>
            <a:prstGeom prst="rect">
              <a:avLst/>
            </a:prstGeom>
            <a:solidFill>
              <a:srgbClr val="CCC9E2"/>
            </a:solidFill>
            <a:ln w="15875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9" name="Freeform 14">
              <a:extLst>
                <a:ext uri="{FF2B5EF4-FFF2-40B4-BE49-F238E27FC236}">
                  <a16:creationId xmlns:a16="http://schemas.microsoft.com/office/drawing/2014/main" id="{03212403-1B9E-4F0E-BC82-B5C148849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178"/>
              <a:ext cx="749" cy="1855"/>
            </a:xfrm>
            <a:custGeom>
              <a:avLst/>
              <a:gdLst>
                <a:gd name="T0" fmla="*/ 0 w 299"/>
                <a:gd name="T1" fmla="*/ 10720 h 742"/>
                <a:gd name="T2" fmla="*/ 376 w 299"/>
                <a:gd name="T3" fmla="*/ 10520 h 742"/>
                <a:gd name="T4" fmla="*/ 1713 w 299"/>
                <a:gd name="T5" fmla="*/ 0 h 742"/>
                <a:gd name="T6" fmla="*/ 3164 w 299"/>
                <a:gd name="T7" fmla="*/ 9283 h 742"/>
                <a:gd name="T8" fmla="*/ 3823 w 299"/>
                <a:gd name="T9" fmla="*/ 10270 h 742"/>
                <a:gd name="T10" fmla="*/ 4699 w 299"/>
                <a:gd name="T11" fmla="*/ 11595 h 7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742">
                  <a:moveTo>
                    <a:pt x="0" y="686"/>
                  </a:moveTo>
                  <a:cubicBezTo>
                    <a:pt x="0" y="686"/>
                    <a:pt x="23" y="700"/>
                    <a:pt x="24" y="673"/>
                  </a:cubicBezTo>
                  <a:cubicBezTo>
                    <a:pt x="25" y="646"/>
                    <a:pt x="67" y="0"/>
                    <a:pt x="109" y="0"/>
                  </a:cubicBezTo>
                  <a:cubicBezTo>
                    <a:pt x="152" y="0"/>
                    <a:pt x="173" y="574"/>
                    <a:pt x="201" y="594"/>
                  </a:cubicBezTo>
                  <a:cubicBezTo>
                    <a:pt x="229" y="614"/>
                    <a:pt x="232" y="625"/>
                    <a:pt x="243" y="657"/>
                  </a:cubicBezTo>
                  <a:cubicBezTo>
                    <a:pt x="253" y="689"/>
                    <a:pt x="245" y="713"/>
                    <a:pt x="299" y="742"/>
                  </a:cubicBezTo>
                </a:path>
              </a:pathLst>
            </a:custGeom>
            <a:noFill/>
            <a:ln w="3175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6" name="Arterial-pulse-pressure-waveform">
            <a:extLst>
              <a:ext uri="{FF2B5EF4-FFF2-40B4-BE49-F238E27FC236}">
                <a16:creationId xmlns:a16="http://schemas.microsoft.com/office/drawing/2014/main" id="{EB6BE5BA-CFB2-4D5B-9BF4-B8EF0ABF39C9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1663700"/>
            <a:ext cx="1195388" cy="3365500"/>
            <a:chOff x="4706" y="1046"/>
            <a:chExt cx="753" cy="2120"/>
          </a:xfrm>
        </p:grpSpPr>
        <p:sp>
          <p:nvSpPr>
            <p:cNvPr id="41116" name="Rectangle 16">
              <a:extLst>
                <a:ext uri="{FF2B5EF4-FFF2-40B4-BE49-F238E27FC236}">
                  <a16:creationId xmlns:a16="http://schemas.microsoft.com/office/drawing/2014/main" id="{1CD7F0EB-031D-408F-BF46-15A3B1887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6" y="1046"/>
              <a:ext cx="751" cy="2120"/>
            </a:xfrm>
            <a:prstGeom prst="rect">
              <a:avLst/>
            </a:prstGeom>
            <a:solidFill>
              <a:srgbClr val="CCC9E2"/>
            </a:solidFill>
            <a:ln w="15875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7" name="Freeform 17">
              <a:extLst>
                <a:ext uri="{FF2B5EF4-FFF2-40B4-BE49-F238E27FC236}">
                  <a16:creationId xmlns:a16="http://schemas.microsoft.com/office/drawing/2014/main" id="{558B0A1B-CF3D-4376-824F-B00062014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513"/>
              <a:ext cx="750" cy="1550"/>
            </a:xfrm>
            <a:custGeom>
              <a:avLst/>
              <a:gdLst>
                <a:gd name="T0" fmla="*/ 0 w 300"/>
                <a:gd name="T1" fmla="*/ 8625 h 620"/>
                <a:gd name="T2" fmla="*/ 395 w 300"/>
                <a:gd name="T3" fmla="*/ 8438 h 620"/>
                <a:gd name="T4" fmla="*/ 1500 w 300"/>
                <a:gd name="T5" fmla="*/ 0 h 620"/>
                <a:gd name="T6" fmla="*/ 2645 w 300"/>
                <a:gd name="T7" fmla="*/ 6313 h 620"/>
                <a:gd name="T8" fmla="*/ 2988 w 300"/>
                <a:gd name="T9" fmla="*/ 6000 h 620"/>
                <a:gd name="T10" fmla="*/ 4000 w 300"/>
                <a:gd name="T11" fmla="*/ 9520 h 620"/>
                <a:gd name="T12" fmla="*/ 4688 w 300"/>
                <a:gd name="T13" fmla="*/ 9688 h 6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0" h="620">
                  <a:moveTo>
                    <a:pt x="0" y="552"/>
                  </a:moveTo>
                  <a:cubicBezTo>
                    <a:pt x="0" y="552"/>
                    <a:pt x="23" y="568"/>
                    <a:pt x="25" y="540"/>
                  </a:cubicBezTo>
                  <a:cubicBezTo>
                    <a:pt x="28" y="512"/>
                    <a:pt x="52" y="0"/>
                    <a:pt x="96" y="0"/>
                  </a:cubicBezTo>
                  <a:cubicBezTo>
                    <a:pt x="140" y="0"/>
                    <a:pt x="157" y="404"/>
                    <a:pt x="169" y="404"/>
                  </a:cubicBezTo>
                  <a:cubicBezTo>
                    <a:pt x="181" y="404"/>
                    <a:pt x="179" y="385"/>
                    <a:pt x="191" y="384"/>
                  </a:cubicBezTo>
                  <a:cubicBezTo>
                    <a:pt x="217" y="381"/>
                    <a:pt x="215" y="586"/>
                    <a:pt x="256" y="609"/>
                  </a:cubicBezTo>
                  <a:cubicBezTo>
                    <a:pt x="256" y="609"/>
                    <a:pt x="272" y="619"/>
                    <a:pt x="300" y="620"/>
                  </a:cubicBezTo>
                </a:path>
              </a:pathLst>
            </a:custGeom>
            <a:noFill/>
            <a:ln w="3175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136" name="Text Box 18">
            <a:extLst>
              <a:ext uri="{FF2B5EF4-FFF2-40B4-BE49-F238E27FC236}">
                <a16:creationId xmlns:a16="http://schemas.microsoft.com/office/drawing/2014/main" id="{D19F6728-FB9B-449D-907B-D60093CF7B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5257800"/>
            <a:ext cx="7556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Carotid</a:t>
            </a:r>
          </a:p>
        </p:txBody>
      </p:sp>
      <p:sp>
        <p:nvSpPr>
          <p:cNvPr id="48137" name="Text Box 19">
            <a:extLst>
              <a:ext uri="{FF2B5EF4-FFF2-40B4-BE49-F238E27FC236}">
                <a16:creationId xmlns:a16="http://schemas.microsoft.com/office/drawing/2014/main" id="{B99509F7-391C-4879-A043-988DCC053F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5257800"/>
            <a:ext cx="825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Brachial</a:t>
            </a:r>
          </a:p>
        </p:txBody>
      </p:sp>
      <p:sp>
        <p:nvSpPr>
          <p:cNvPr id="48138" name="Text Box 20">
            <a:extLst>
              <a:ext uri="{FF2B5EF4-FFF2-40B4-BE49-F238E27FC236}">
                <a16:creationId xmlns:a16="http://schemas.microsoft.com/office/drawing/2014/main" id="{A2DE0062-E1B4-425C-8A37-F05A50125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1600" y="5257800"/>
            <a:ext cx="8334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Femoral</a:t>
            </a:r>
          </a:p>
        </p:txBody>
      </p:sp>
      <p:sp>
        <p:nvSpPr>
          <p:cNvPr id="48139" name="Text Box 21">
            <a:extLst>
              <a:ext uri="{FF2B5EF4-FFF2-40B4-BE49-F238E27FC236}">
                <a16:creationId xmlns:a16="http://schemas.microsoft.com/office/drawing/2014/main" id="{600E4CF3-BC2A-468B-95EE-EFF1B73734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6200" y="5257800"/>
            <a:ext cx="687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Radial</a:t>
            </a:r>
          </a:p>
        </p:txBody>
      </p:sp>
      <p:grpSp>
        <p:nvGrpSpPr>
          <p:cNvPr id="40971" name="arterial-pulse-pressure-waveform-comparison">
            <a:extLst>
              <a:ext uri="{FF2B5EF4-FFF2-40B4-BE49-F238E27FC236}">
                <a16:creationId xmlns:a16="http://schemas.microsoft.com/office/drawing/2014/main" id="{AD2695DA-455E-4474-8712-8D2DD5A357D0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4572000"/>
            <a:ext cx="1900238" cy="1727200"/>
            <a:chOff x="432" y="2880"/>
            <a:chExt cx="1197" cy="1088"/>
          </a:xfrm>
        </p:grpSpPr>
        <p:sp>
          <p:nvSpPr>
            <p:cNvPr id="40972" name="Freeform 23">
              <a:extLst>
                <a:ext uri="{FF2B5EF4-FFF2-40B4-BE49-F238E27FC236}">
                  <a16:creationId xmlns:a16="http://schemas.microsoft.com/office/drawing/2014/main" id="{FC892276-32D1-426A-BAC1-E492BC74A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3689"/>
              <a:ext cx="936" cy="276"/>
            </a:xfrm>
            <a:custGeom>
              <a:avLst/>
              <a:gdLst>
                <a:gd name="T0" fmla="*/ 936 w 936"/>
                <a:gd name="T1" fmla="*/ 276 h 276"/>
                <a:gd name="T2" fmla="*/ 0 w 936"/>
                <a:gd name="T3" fmla="*/ 276 h 276"/>
                <a:gd name="T4" fmla="*/ 117 w 936"/>
                <a:gd name="T5" fmla="*/ 0 h 276"/>
                <a:gd name="T6" fmla="*/ 819 w 936"/>
                <a:gd name="T7" fmla="*/ 0 h 276"/>
                <a:gd name="T8" fmla="*/ 936 w 936"/>
                <a:gd name="T9" fmla="*/ 276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6" h="276">
                  <a:moveTo>
                    <a:pt x="936" y="276"/>
                  </a:moveTo>
                  <a:lnTo>
                    <a:pt x="0" y="276"/>
                  </a:lnTo>
                  <a:lnTo>
                    <a:pt x="117" y="0"/>
                  </a:lnTo>
                  <a:lnTo>
                    <a:pt x="819" y="0"/>
                  </a:lnTo>
                  <a:lnTo>
                    <a:pt x="936" y="276"/>
                  </a:lnTo>
                  <a:close/>
                </a:path>
              </a:pathLst>
            </a:custGeom>
            <a:solidFill>
              <a:srgbClr val="BF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24">
              <a:extLst>
                <a:ext uri="{FF2B5EF4-FFF2-40B4-BE49-F238E27FC236}">
                  <a16:creationId xmlns:a16="http://schemas.microsoft.com/office/drawing/2014/main" id="{998D6C41-5B28-41E8-B6CD-9D925AB50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3686"/>
              <a:ext cx="944" cy="282"/>
            </a:xfrm>
            <a:custGeom>
              <a:avLst/>
              <a:gdLst>
                <a:gd name="T0" fmla="*/ 940 w 944"/>
                <a:gd name="T1" fmla="*/ 279 h 282"/>
                <a:gd name="T2" fmla="*/ 940 w 944"/>
                <a:gd name="T3" fmla="*/ 276 h 282"/>
                <a:gd name="T4" fmla="*/ 9 w 944"/>
                <a:gd name="T5" fmla="*/ 276 h 282"/>
                <a:gd name="T6" fmla="*/ 123 w 944"/>
                <a:gd name="T7" fmla="*/ 6 h 282"/>
                <a:gd name="T8" fmla="*/ 821 w 944"/>
                <a:gd name="T9" fmla="*/ 6 h 282"/>
                <a:gd name="T10" fmla="*/ 937 w 944"/>
                <a:gd name="T11" fmla="*/ 281 h 282"/>
                <a:gd name="T12" fmla="*/ 940 w 944"/>
                <a:gd name="T13" fmla="*/ 279 h 282"/>
                <a:gd name="T14" fmla="*/ 940 w 944"/>
                <a:gd name="T15" fmla="*/ 276 h 282"/>
                <a:gd name="T16" fmla="*/ 940 w 944"/>
                <a:gd name="T17" fmla="*/ 279 h 282"/>
                <a:gd name="T18" fmla="*/ 942 w 944"/>
                <a:gd name="T19" fmla="*/ 278 h 282"/>
                <a:gd name="T20" fmla="*/ 825 w 944"/>
                <a:gd name="T21" fmla="*/ 0 h 282"/>
                <a:gd name="T22" fmla="*/ 119 w 944"/>
                <a:gd name="T23" fmla="*/ 0 h 282"/>
                <a:gd name="T24" fmla="*/ 0 w 944"/>
                <a:gd name="T25" fmla="*/ 282 h 282"/>
                <a:gd name="T26" fmla="*/ 944 w 944"/>
                <a:gd name="T27" fmla="*/ 282 h 282"/>
                <a:gd name="T28" fmla="*/ 942 w 944"/>
                <a:gd name="T29" fmla="*/ 278 h 282"/>
                <a:gd name="T30" fmla="*/ 940 w 944"/>
                <a:gd name="T31" fmla="*/ 279 h 2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44" h="282">
                  <a:moveTo>
                    <a:pt x="940" y="279"/>
                  </a:moveTo>
                  <a:lnTo>
                    <a:pt x="940" y="276"/>
                  </a:lnTo>
                  <a:lnTo>
                    <a:pt x="9" y="276"/>
                  </a:lnTo>
                  <a:lnTo>
                    <a:pt x="123" y="6"/>
                  </a:lnTo>
                  <a:lnTo>
                    <a:pt x="821" y="6"/>
                  </a:lnTo>
                  <a:lnTo>
                    <a:pt x="937" y="281"/>
                  </a:lnTo>
                  <a:lnTo>
                    <a:pt x="940" y="279"/>
                  </a:lnTo>
                  <a:lnTo>
                    <a:pt x="940" y="276"/>
                  </a:lnTo>
                  <a:lnTo>
                    <a:pt x="940" y="279"/>
                  </a:lnTo>
                  <a:lnTo>
                    <a:pt x="942" y="278"/>
                  </a:lnTo>
                  <a:lnTo>
                    <a:pt x="825" y="0"/>
                  </a:lnTo>
                  <a:lnTo>
                    <a:pt x="119" y="0"/>
                  </a:lnTo>
                  <a:lnTo>
                    <a:pt x="0" y="282"/>
                  </a:lnTo>
                  <a:lnTo>
                    <a:pt x="944" y="282"/>
                  </a:lnTo>
                  <a:lnTo>
                    <a:pt x="942" y="278"/>
                  </a:lnTo>
                  <a:lnTo>
                    <a:pt x="940" y="279"/>
                  </a:lnTo>
                  <a:close/>
                </a:path>
              </a:pathLst>
            </a:custGeom>
            <a:solidFill>
              <a:srgbClr val="0F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25">
              <a:extLst>
                <a:ext uri="{FF2B5EF4-FFF2-40B4-BE49-F238E27FC236}">
                  <a16:creationId xmlns:a16="http://schemas.microsoft.com/office/drawing/2014/main" id="{2EC77F78-05B0-4065-AC74-18F3A1B65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758"/>
              <a:ext cx="818" cy="79"/>
            </a:xfrm>
            <a:custGeom>
              <a:avLst/>
              <a:gdLst>
                <a:gd name="T0" fmla="*/ 28 w 818"/>
                <a:gd name="T1" fmla="*/ 6 h 79"/>
                <a:gd name="T2" fmla="*/ 0 w 818"/>
                <a:gd name="T3" fmla="*/ 79 h 79"/>
                <a:gd name="T4" fmla="*/ 818 w 818"/>
                <a:gd name="T5" fmla="*/ 79 h 79"/>
                <a:gd name="T6" fmla="*/ 784 w 818"/>
                <a:gd name="T7" fmla="*/ 0 h 79"/>
                <a:gd name="T8" fmla="*/ 28 w 818"/>
                <a:gd name="T9" fmla="*/ 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8" h="79">
                  <a:moveTo>
                    <a:pt x="28" y="6"/>
                  </a:moveTo>
                  <a:lnTo>
                    <a:pt x="0" y="79"/>
                  </a:lnTo>
                  <a:lnTo>
                    <a:pt x="818" y="79"/>
                  </a:lnTo>
                  <a:lnTo>
                    <a:pt x="784" y="0"/>
                  </a:lnTo>
                  <a:lnTo>
                    <a:pt x="28" y="6"/>
                  </a:lnTo>
                  <a:close/>
                </a:path>
              </a:pathLst>
            </a:custGeom>
            <a:solidFill>
              <a:srgbClr val="9E9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26">
              <a:extLst>
                <a:ext uri="{FF2B5EF4-FFF2-40B4-BE49-F238E27FC236}">
                  <a16:creationId xmlns:a16="http://schemas.microsoft.com/office/drawing/2014/main" id="{2443DD35-335A-4529-872A-CD17CCDDA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883"/>
              <a:ext cx="1190" cy="890"/>
            </a:xfrm>
            <a:custGeom>
              <a:avLst/>
              <a:gdLst>
                <a:gd name="T0" fmla="*/ 245 w 2620"/>
                <a:gd name="T1" fmla="*/ 182 h 1956"/>
                <a:gd name="T2" fmla="*/ 243 w 2620"/>
                <a:gd name="T3" fmla="*/ 184 h 1956"/>
                <a:gd name="T4" fmla="*/ 2 w 2620"/>
                <a:gd name="T5" fmla="*/ 184 h 1956"/>
                <a:gd name="T6" fmla="*/ 0 w 2620"/>
                <a:gd name="T7" fmla="*/ 182 h 1956"/>
                <a:gd name="T8" fmla="*/ 0 w 2620"/>
                <a:gd name="T9" fmla="*/ 2 h 1956"/>
                <a:gd name="T10" fmla="*/ 2 w 2620"/>
                <a:gd name="T11" fmla="*/ 0 h 1956"/>
                <a:gd name="T12" fmla="*/ 243 w 2620"/>
                <a:gd name="T13" fmla="*/ 0 h 1956"/>
                <a:gd name="T14" fmla="*/ 245 w 2620"/>
                <a:gd name="T15" fmla="*/ 2 h 1956"/>
                <a:gd name="T16" fmla="*/ 245 w 2620"/>
                <a:gd name="T17" fmla="*/ 182 h 19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20" h="1956">
                  <a:moveTo>
                    <a:pt x="2620" y="1932"/>
                  </a:moveTo>
                  <a:cubicBezTo>
                    <a:pt x="2620" y="1945"/>
                    <a:pt x="2609" y="1956"/>
                    <a:pt x="2596" y="1956"/>
                  </a:cubicBezTo>
                  <a:cubicBezTo>
                    <a:pt x="24" y="1956"/>
                    <a:pt x="24" y="1956"/>
                    <a:pt x="24" y="1956"/>
                  </a:cubicBezTo>
                  <a:cubicBezTo>
                    <a:pt x="11" y="1956"/>
                    <a:pt x="0" y="1945"/>
                    <a:pt x="0" y="193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0"/>
                    <a:pt x="11" y="0"/>
                    <a:pt x="24" y="0"/>
                  </a:cubicBezTo>
                  <a:cubicBezTo>
                    <a:pt x="2596" y="0"/>
                    <a:pt x="2596" y="0"/>
                    <a:pt x="2596" y="0"/>
                  </a:cubicBezTo>
                  <a:cubicBezTo>
                    <a:pt x="2609" y="0"/>
                    <a:pt x="2620" y="10"/>
                    <a:pt x="2620" y="23"/>
                  </a:cubicBezTo>
                  <a:cubicBezTo>
                    <a:pt x="2620" y="1932"/>
                    <a:pt x="2620" y="1932"/>
                    <a:pt x="2620" y="1932"/>
                  </a:cubicBezTo>
                </a:path>
              </a:pathLst>
            </a:custGeom>
            <a:solidFill>
              <a:srgbClr val="F1F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27">
              <a:extLst>
                <a:ext uri="{FF2B5EF4-FFF2-40B4-BE49-F238E27FC236}">
                  <a16:creationId xmlns:a16="http://schemas.microsoft.com/office/drawing/2014/main" id="{3A657ED4-C3DB-4696-8ECA-B60DAD97B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3003"/>
              <a:ext cx="936" cy="650"/>
            </a:xfrm>
            <a:custGeom>
              <a:avLst/>
              <a:gdLst>
                <a:gd name="T0" fmla="*/ 194 w 2058"/>
                <a:gd name="T1" fmla="*/ 123 h 1428"/>
                <a:gd name="T2" fmla="*/ 182 w 2058"/>
                <a:gd name="T3" fmla="*/ 135 h 1428"/>
                <a:gd name="T4" fmla="*/ 11 w 2058"/>
                <a:gd name="T5" fmla="*/ 135 h 1428"/>
                <a:gd name="T6" fmla="*/ 0 w 2058"/>
                <a:gd name="T7" fmla="*/ 123 h 1428"/>
                <a:gd name="T8" fmla="*/ 0 w 2058"/>
                <a:gd name="T9" fmla="*/ 11 h 1428"/>
                <a:gd name="T10" fmla="*/ 11 w 2058"/>
                <a:gd name="T11" fmla="*/ 0 h 1428"/>
                <a:gd name="T12" fmla="*/ 182 w 2058"/>
                <a:gd name="T13" fmla="*/ 0 h 1428"/>
                <a:gd name="T14" fmla="*/ 194 w 2058"/>
                <a:gd name="T15" fmla="*/ 11 h 1428"/>
                <a:gd name="T16" fmla="*/ 194 w 2058"/>
                <a:gd name="T17" fmla="*/ 123 h 14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8" h="1428">
                  <a:moveTo>
                    <a:pt x="2058" y="1310"/>
                  </a:moveTo>
                  <a:cubicBezTo>
                    <a:pt x="2058" y="1375"/>
                    <a:pt x="2005" y="1428"/>
                    <a:pt x="1940" y="1428"/>
                  </a:cubicBezTo>
                  <a:cubicBezTo>
                    <a:pt x="118" y="1428"/>
                    <a:pt x="118" y="1428"/>
                    <a:pt x="118" y="1428"/>
                  </a:cubicBezTo>
                  <a:cubicBezTo>
                    <a:pt x="53" y="1428"/>
                    <a:pt x="0" y="1375"/>
                    <a:pt x="0" y="1310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52"/>
                    <a:pt x="53" y="0"/>
                    <a:pt x="118" y="0"/>
                  </a:cubicBezTo>
                  <a:cubicBezTo>
                    <a:pt x="1940" y="0"/>
                    <a:pt x="1940" y="0"/>
                    <a:pt x="1940" y="0"/>
                  </a:cubicBezTo>
                  <a:cubicBezTo>
                    <a:pt x="2005" y="0"/>
                    <a:pt x="2058" y="52"/>
                    <a:pt x="2058" y="117"/>
                  </a:cubicBezTo>
                  <a:cubicBezTo>
                    <a:pt x="2058" y="1310"/>
                    <a:pt x="2058" y="1310"/>
                    <a:pt x="2058" y="1310"/>
                  </a:cubicBezTo>
                </a:path>
              </a:pathLst>
            </a:custGeom>
            <a:solidFill>
              <a:srgbClr val="A2CF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28">
              <a:extLst>
                <a:ext uri="{FF2B5EF4-FFF2-40B4-BE49-F238E27FC236}">
                  <a16:creationId xmlns:a16="http://schemas.microsoft.com/office/drawing/2014/main" id="{EA5AEDBE-27DF-448F-A4A7-18B2864E8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2880"/>
              <a:ext cx="1197" cy="896"/>
            </a:xfrm>
            <a:custGeom>
              <a:avLst/>
              <a:gdLst>
                <a:gd name="T0" fmla="*/ 247 w 2633"/>
                <a:gd name="T1" fmla="*/ 182 h 1970"/>
                <a:gd name="T2" fmla="*/ 246 w 2633"/>
                <a:gd name="T3" fmla="*/ 182 h 1970"/>
                <a:gd name="T4" fmla="*/ 245 w 2633"/>
                <a:gd name="T5" fmla="*/ 184 h 1970"/>
                <a:gd name="T6" fmla="*/ 245 w 2633"/>
                <a:gd name="T7" fmla="*/ 184 h 1970"/>
                <a:gd name="T8" fmla="*/ 3 w 2633"/>
                <a:gd name="T9" fmla="*/ 184 h 1970"/>
                <a:gd name="T10" fmla="*/ 2 w 2633"/>
                <a:gd name="T11" fmla="*/ 184 h 1970"/>
                <a:gd name="T12" fmla="*/ 1 w 2633"/>
                <a:gd name="T13" fmla="*/ 182 h 1970"/>
                <a:gd name="T14" fmla="*/ 1 w 2633"/>
                <a:gd name="T15" fmla="*/ 3 h 1970"/>
                <a:gd name="T16" fmla="*/ 2 w 2633"/>
                <a:gd name="T17" fmla="*/ 2 h 1970"/>
                <a:gd name="T18" fmla="*/ 3 w 2633"/>
                <a:gd name="T19" fmla="*/ 1 h 1970"/>
                <a:gd name="T20" fmla="*/ 245 w 2633"/>
                <a:gd name="T21" fmla="*/ 1 h 1970"/>
                <a:gd name="T22" fmla="*/ 245 w 2633"/>
                <a:gd name="T23" fmla="*/ 2 h 1970"/>
                <a:gd name="T24" fmla="*/ 246 w 2633"/>
                <a:gd name="T25" fmla="*/ 3 h 1970"/>
                <a:gd name="T26" fmla="*/ 246 w 2633"/>
                <a:gd name="T27" fmla="*/ 182 h 1970"/>
                <a:gd name="T28" fmla="*/ 247 w 2633"/>
                <a:gd name="T29" fmla="*/ 182 h 1970"/>
                <a:gd name="T30" fmla="*/ 247 w 2633"/>
                <a:gd name="T31" fmla="*/ 182 h 1970"/>
                <a:gd name="T32" fmla="*/ 247 w 2633"/>
                <a:gd name="T33" fmla="*/ 3 h 1970"/>
                <a:gd name="T34" fmla="*/ 245 w 2633"/>
                <a:gd name="T35" fmla="*/ 0 h 1970"/>
                <a:gd name="T36" fmla="*/ 3 w 2633"/>
                <a:gd name="T37" fmla="*/ 0 h 1970"/>
                <a:gd name="T38" fmla="*/ 0 w 2633"/>
                <a:gd name="T39" fmla="*/ 3 h 1970"/>
                <a:gd name="T40" fmla="*/ 0 w 2633"/>
                <a:gd name="T41" fmla="*/ 182 h 1970"/>
                <a:gd name="T42" fmla="*/ 3 w 2633"/>
                <a:gd name="T43" fmla="*/ 186 h 1970"/>
                <a:gd name="T44" fmla="*/ 245 w 2633"/>
                <a:gd name="T45" fmla="*/ 186 h 1970"/>
                <a:gd name="T46" fmla="*/ 247 w 2633"/>
                <a:gd name="T47" fmla="*/ 182 h 1970"/>
                <a:gd name="T48" fmla="*/ 247 w 2633"/>
                <a:gd name="T49" fmla="*/ 182 h 197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33" h="1970">
                  <a:moveTo>
                    <a:pt x="2626" y="1940"/>
                  </a:moveTo>
                  <a:cubicBezTo>
                    <a:pt x="2619" y="1940"/>
                    <a:pt x="2619" y="1940"/>
                    <a:pt x="2619" y="1940"/>
                  </a:cubicBezTo>
                  <a:cubicBezTo>
                    <a:pt x="2619" y="1944"/>
                    <a:pt x="2618" y="1948"/>
                    <a:pt x="2614" y="1952"/>
                  </a:cubicBezTo>
                  <a:cubicBezTo>
                    <a:pt x="2611" y="1955"/>
                    <a:pt x="2607" y="1956"/>
                    <a:pt x="2603" y="1956"/>
                  </a:cubicBezTo>
                  <a:cubicBezTo>
                    <a:pt x="30" y="1956"/>
                    <a:pt x="30" y="1956"/>
                    <a:pt x="30" y="1956"/>
                  </a:cubicBezTo>
                  <a:cubicBezTo>
                    <a:pt x="25" y="1956"/>
                    <a:pt x="21" y="1955"/>
                    <a:pt x="18" y="1952"/>
                  </a:cubicBezTo>
                  <a:cubicBezTo>
                    <a:pt x="15" y="1948"/>
                    <a:pt x="13" y="1944"/>
                    <a:pt x="13" y="194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26"/>
                    <a:pt x="15" y="22"/>
                    <a:pt x="18" y="19"/>
                  </a:cubicBezTo>
                  <a:cubicBezTo>
                    <a:pt x="21" y="16"/>
                    <a:pt x="25" y="14"/>
                    <a:pt x="30" y="14"/>
                  </a:cubicBezTo>
                  <a:cubicBezTo>
                    <a:pt x="2603" y="14"/>
                    <a:pt x="2603" y="14"/>
                    <a:pt x="2603" y="14"/>
                  </a:cubicBezTo>
                  <a:cubicBezTo>
                    <a:pt x="2607" y="14"/>
                    <a:pt x="2611" y="16"/>
                    <a:pt x="2614" y="19"/>
                  </a:cubicBezTo>
                  <a:cubicBezTo>
                    <a:pt x="2618" y="22"/>
                    <a:pt x="2619" y="26"/>
                    <a:pt x="2619" y="30"/>
                  </a:cubicBezTo>
                  <a:cubicBezTo>
                    <a:pt x="2619" y="1940"/>
                    <a:pt x="2619" y="1940"/>
                    <a:pt x="2619" y="1940"/>
                  </a:cubicBezTo>
                  <a:cubicBezTo>
                    <a:pt x="2626" y="1940"/>
                    <a:pt x="2626" y="1940"/>
                    <a:pt x="2626" y="1940"/>
                  </a:cubicBezTo>
                  <a:cubicBezTo>
                    <a:pt x="2633" y="1940"/>
                    <a:pt x="2633" y="1940"/>
                    <a:pt x="2633" y="1940"/>
                  </a:cubicBezTo>
                  <a:cubicBezTo>
                    <a:pt x="2633" y="30"/>
                    <a:pt x="2633" y="30"/>
                    <a:pt x="2633" y="30"/>
                  </a:cubicBezTo>
                  <a:cubicBezTo>
                    <a:pt x="2633" y="14"/>
                    <a:pt x="2619" y="0"/>
                    <a:pt x="2603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4"/>
                    <a:pt x="0" y="30"/>
                  </a:cubicBezTo>
                  <a:cubicBezTo>
                    <a:pt x="0" y="1940"/>
                    <a:pt x="0" y="1940"/>
                    <a:pt x="0" y="1940"/>
                  </a:cubicBezTo>
                  <a:cubicBezTo>
                    <a:pt x="0" y="1956"/>
                    <a:pt x="13" y="1970"/>
                    <a:pt x="30" y="1970"/>
                  </a:cubicBezTo>
                  <a:cubicBezTo>
                    <a:pt x="2603" y="1970"/>
                    <a:pt x="2603" y="1970"/>
                    <a:pt x="2603" y="1970"/>
                  </a:cubicBezTo>
                  <a:cubicBezTo>
                    <a:pt x="2619" y="1970"/>
                    <a:pt x="2633" y="1956"/>
                    <a:pt x="2633" y="1940"/>
                  </a:cubicBezTo>
                  <a:lnTo>
                    <a:pt x="2626" y="1940"/>
                  </a:lnTo>
                  <a:close/>
                </a:path>
              </a:pathLst>
            </a:custGeom>
            <a:solidFill>
              <a:srgbClr val="0F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29">
              <a:extLst>
                <a:ext uri="{FF2B5EF4-FFF2-40B4-BE49-F238E27FC236}">
                  <a16:creationId xmlns:a16="http://schemas.microsoft.com/office/drawing/2014/main" id="{2B7662CD-5754-4A6E-9862-DE30D767B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999"/>
              <a:ext cx="944" cy="659"/>
            </a:xfrm>
            <a:custGeom>
              <a:avLst/>
              <a:gdLst>
                <a:gd name="T0" fmla="*/ 194 w 2078"/>
                <a:gd name="T1" fmla="*/ 125 h 1448"/>
                <a:gd name="T2" fmla="*/ 193 w 2078"/>
                <a:gd name="T3" fmla="*/ 125 h 1448"/>
                <a:gd name="T4" fmla="*/ 190 w 2078"/>
                <a:gd name="T5" fmla="*/ 132 h 1448"/>
                <a:gd name="T6" fmla="*/ 183 w 2078"/>
                <a:gd name="T7" fmla="*/ 134 h 1448"/>
                <a:gd name="T8" fmla="*/ 12 w 2078"/>
                <a:gd name="T9" fmla="*/ 134 h 1448"/>
                <a:gd name="T10" fmla="*/ 5 w 2078"/>
                <a:gd name="T11" fmla="*/ 132 h 1448"/>
                <a:gd name="T12" fmla="*/ 2 w 2078"/>
                <a:gd name="T13" fmla="*/ 125 h 1448"/>
                <a:gd name="T14" fmla="*/ 2 w 2078"/>
                <a:gd name="T15" fmla="*/ 12 h 1448"/>
                <a:gd name="T16" fmla="*/ 5 w 2078"/>
                <a:gd name="T17" fmla="*/ 5 h 1448"/>
                <a:gd name="T18" fmla="*/ 12 w 2078"/>
                <a:gd name="T19" fmla="*/ 2 h 1448"/>
                <a:gd name="T20" fmla="*/ 183 w 2078"/>
                <a:gd name="T21" fmla="*/ 2 h 1448"/>
                <a:gd name="T22" fmla="*/ 190 w 2078"/>
                <a:gd name="T23" fmla="*/ 5 h 1448"/>
                <a:gd name="T24" fmla="*/ 193 w 2078"/>
                <a:gd name="T25" fmla="*/ 12 h 1448"/>
                <a:gd name="T26" fmla="*/ 193 w 2078"/>
                <a:gd name="T27" fmla="*/ 125 h 1448"/>
                <a:gd name="T28" fmla="*/ 194 w 2078"/>
                <a:gd name="T29" fmla="*/ 125 h 1448"/>
                <a:gd name="T30" fmla="*/ 195 w 2078"/>
                <a:gd name="T31" fmla="*/ 125 h 1448"/>
                <a:gd name="T32" fmla="*/ 195 w 2078"/>
                <a:gd name="T33" fmla="*/ 12 h 1448"/>
                <a:gd name="T34" fmla="*/ 183 w 2078"/>
                <a:gd name="T35" fmla="*/ 0 h 1448"/>
                <a:gd name="T36" fmla="*/ 12 w 2078"/>
                <a:gd name="T37" fmla="*/ 0 h 1448"/>
                <a:gd name="T38" fmla="*/ 0 w 2078"/>
                <a:gd name="T39" fmla="*/ 12 h 1448"/>
                <a:gd name="T40" fmla="*/ 0 w 2078"/>
                <a:gd name="T41" fmla="*/ 125 h 1448"/>
                <a:gd name="T42" fmla="*/ 4 w 2078"/>
                <a:gd name="T43" fmla="*/ 133 h 1448"/>
                <a:gd name="T44" fmla="*/ 12 w 2078"/>
                <a:gd name="T45" fmla="*/ 137 h 1448"/>
                <a:gd name="T46" fmla="*/ 183 w 2078"/>
                <a:gd name="T47" fmla="*/ 137 h 1448"/>
                <a:gd name="T48" fmla="*/ 195 w 2078"/>
                <a:gd name="T49" fmla="*/ 125 h 1448"/>
                <a:gd name="T50" fmla="*/ 194 w 2078"/>
                <a:gd name="T51" fmla="*/ 125 h 144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78" h="1448">
                  <a:moveTo>
                    <a:pt x="2068" y="1320"/>
                  </a:moveTo>
                  <a:cubicBezTo>
                    <a:pt x="2058" y="1320"/>
                    <a:pt x="2058" y="1320"/>
                    <a:pt x="2058" y="1320"/>
                  </a:cubicBezTo>
                  <a:cubicBezTo>
                    <a:pt x="2058" y="1350"/>
                    <a:pt x="2046" y="1377"/>
                    <a:pt x="2026" y="1396"/>
                  </a:cubicBezTo>
                  <a:cubicBezTo>
                    <a:pt x="2007" y="1415"/>
                    <a:pt x="1980" y="1427"/>
                    <a:pt x="1950" y="1427"/>
                  </a:cubicBezTo>
                  <a:cubicBezTo>
                    <a:pt x="128" y="1427"/>
                    <a:pt x="128" y="1427"/>
                    <a:pt x="128" y="1427"/>
                  </a:cubicBezTo>
                  <a:cubicBezTo>
                    <a:pt x="98" y="1427"/>
                    <a:pt x="71" y="1415"/>
                    <a:pt x="52" y="1396"/>
                  </a:cubicBezTo>
                  <a:cubicBezTo>
                    <a:pt x="32" y="1377"/>
                    <a:pt x="20" y="1350"/>
                    <a:pt x="20" y="1320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98"/>
                    <a:pt x="32" y="71"/>
                    <a:pt x="52" y="51"/>
                  </a:cubicBezTo>
                  <a:cubicBezTo>
                    <a:pt x="71" y="32"/>
                    <a:pt x="98" y="20"/>
                    <a:pt x="128" y="20"/>
                  </a:cubicBezTo>
                  <a:cubicBezTo>
                    <a:pt x="1950" y="20"/>
                    <a:pt x="1950" y="20"/>
                    <a:pt x="1950" y="20"/>
                  </a:cubicBezTo>
                  <a:cubicBezTo>
                    <a:pt x="1980" y="20"/>
                    <a:pt x="2007" y="32"/>
                    <a:pt x="2026" y="51"/>
                  </a:cubicBezTo>
                  <a:cubicBezTo>
                    <a:pt x="2046" y="71"/>
                    <a:pt x="2058" y="98"/>
                    <a:pt x="2058" y="127"/>
                  </a:cubicBezTo>
                  <a:cubicBezTo>
                    <a:pt x="2058" y="1320"/>
                    <a:pt x="2058" y="1320"/>
                    <a:pt x="2058" y="1320"/>
                  </a:cubicBezTo>
                  <a:cubicBezTo>
                    <a:pt x="2068" y="1320"/>
                    <a:pt x="2068" y="1320"/>
                    <a:pt x="2068" y="1320"/>
                  </a:cubicBezTo>
                  <a:cubicBezTo>
                    <a:pt x="2078" y="1320"/>
                    <a:pt x="2078" y="1320"/>
                    <a:pt x="2078" y="1320"/>
                  </a:cubicBezTo>
                  <a:cubicBezTo>
                    <a:pt x="2078" y="127"/>
                    <a:pt x="2078" y="127"/>
                    <a:pt x="2078" y="127"/>
                  </a:cubicBezTo>
                  <a:cubicBezTo>
                    <a:pt x="2078" y="57"/>
                    <a:pt x="2021" y="0"/>
                    <a:pt x="1950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57" y="0"/>
                    <a:pt x="0" y="57"/>
                    <a:pt x="0" y="127"/>
                  </a:cubicBezTo>
                  <a:cubicBezTo>
                    <a:pt x="0" y="1320"/>
                    <a:pt x="0" y="1320"/>
                    <a:pt x="0" y="1320"/>
                  </a:cubicBezTo>
                  <a:cubicBezTo>
                    <a:pt x="0" y="1355"/>
                    <a:pt x="14" y="1387"/>
                    <a:pt x="37" y="1410"/>
                  </a:cubicBezTo>
                  <a:cubicBezTo>
                    <a:pt x="61" y="1433"/>
                    <a:pt x="92" y="1448"/>
                    <a:pt x="128" y="1448"/>
                  </a:cubicBezTo>
                  <a:cubicBezTo>
                    <a:pt x="1950" y="1448"/>
                    <a:pt x="1950" y="1448"/>
                    <a:pt x="1950" y="1448"/>
                  </a:cubicBezTo>
                  <a:cubicBezTo>
                    <a:pt x="2021" y="1448"/>
                    <a:pt x="2078" y="1391"/>
                    <a:pt x="2078" y="1320"/>
                  </a:cubicBezTo>
                  <a:lnTo>
                    <a:pt x="2068" y="1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30">
              <a:extLst>
                <a:ext uri="{FF2B5EF4-FFF2-40B4-BE49-F238E27FC236}">
                  <a16:creationId xmlns:a16="http://schemas.microsoft.com/office/drawing/2014/main" id="{9EF960F3-F229-4B5B-9217-FD2B8B0AB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3026"/>
              <a:ext cx="371" cy="340"/>
            </a:xfrm>
            <a:custGeom>
              <a:avLst/>
              <a:gdLst>
                <a:gd name="T0" fmla="*/ 24 w 816"/>
                <a:gd name="T1" fmla="*/ 0 h 748"/>
                <a:gd name="T2" fmla="*/ 10 w 816"/>
                <a:gd name="T3" fmla="*/ 2 h 748"/>
                <a:gd name="T4" fmla="*/ 0 w 816"/>
                <a:gd name="T5" fmla="*/ 22 h 748"/>
                <a:gd name="T6" fmla="*/ 0 w 816"/>
                <a:gd name="T7" fmla="*/ 40 h 748"/>
                <a:gd name="T8" fmla="*/ 1 w 816"/>
                <a:gd name="T9" fmla="*/ 51 h 748"/>
                <a:gd name="T10" fmla="*/ 1 w 816"/>
                <a:gd name="T11" fmla="*/ 50 h 748"/>
                <a:gd name="T12" fmla="*/ 2 w 816"/>
                <a:gd name="T13" fmla="*/ 70 h 748"/>
                <a:gd name="T14" fmla="*/ 11 w 816"/>
                <a:gd name="T15" fmla="*/ 40 h 748"/>
                <a:gd name="T16" fmla="*/ 27 w 816"/>
                <a:gd name="T17" fmla="*/ 19 h 748"/>
                <a:gd name="T18" fmla="*/ 40 w 816"/>
                <a:gd name="T19" fmla="*/ 15 h 748"/>
                <a:gd name="T20" fmla="*/ 59 w 816"/>
                <a:gd name="T21" fmla="*/ 9 h 748"/>
                <a:gd name="T22" fmla="*/ 77 w 816"/>
                <a:gd name="T23" fmla="*/ 5 h 748"/>
                <a:gd name="T24" fmla="*/ 45 w 816"/>
                <a:gd name="T25" fmla="*/ 1 h 748"/>
                <a:gd name="T26" fmla="*/ 24 w 816"/>
                <a:gd name="T27" fmla="*/ 0 h 7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16" h="748">
                  <a:moveTo>
                    <a:pt x="250" y="0"/>
                  </a:moveTo>
                  <a:cubicBezTo>
                    <a:pt x="200" y="0"/>
                    <a:pt x="152" y="5"/>
                    <a:pt x="110" y="21"/>
                  </a:cubicBezTo>
                  <a:cubicBezTo>
                    <a:pt x="13" y="59"/>
                    <a:pt x="1" y="141"/>
                    <a:pt x="1" y="235"/>
                  </a:cubicBezTo>
                  <a:cubicBezTo>
                    <a:pt x="1" y="297"/>
                    <a:pt x="1" y="358"/>
                    <a:pt x="4" y="420"/>
                  </a:cubicBezTo>
                  <a:cubicBezTo>
                    <a:pt x="6" y="457"/>
                    <a:pt x="0" y="508"/>
                    <a:pt x="12" y="545"/>
                  </a:cubicBezTo>
                  <a:cubicBezTo>
                    <a:pt x="9" y="538"/>
                    <a:pt x="9" y="538"/>
                    <a:pt x="9" y="538"/>
                  </a:cubicBezTo>
                  <a:cubicBezTo>
                    <a:pt x="9" y="608"/>
                    <a:pt x="26" y="679"/>
                    <a:pt x="26" y="748"/>
                  </a:cubicBezTo>
                  <a:cubicBezTo>
                    <a:pt x="89" y="655"/>
                    <a:pt x="95" y="540"/>
                    <a:pt x="120" y="429"/>
                  </a:cubicBezTo>
                  <a:cubicBezTo>
                    <a:pt x="143" y="330"/>
                    <a:pt x="193" y="237"/>
                    <a:pt x="288" y="199"/>
                  </a:cubicBezTo>
                  <a:cubicBezTo>
                    <a:pt x="333" y="181"/>
                    <a:pt x="378" y="173"/>
                    <a:pt x="424" y="162"/>
                  </a:cubicBezTo>
                  <a:cubicBezTo>
                    <a:pt x="493" y="147"/>
                    <a:pt x="559" y="117"/>
                    <a:pt x="627" y="98"/>
                  </a:cubicBezTo>
                  <a:cubicBezTo>
                    <a:pt x="689" y="80"/>
                    <a:pt x="754" y="71"/>
                    <a:pt x="816" y="52"/>
                  </a:cubicBezTo>
                  <a:cubicBezTo>
                    <a:pt x="703" y="30"/>
                    <a:pt x="589" y="17"/>
                    <a:pt x="474" y="14"/>
                  </a:cubicBezTo>
                  <a:cubicBezTo>
                    <a:pt x="407" y="12"/>
                    <a:pt x="326" y="0"/>
                    <a:pt x="250" y="0"/>
                  </a:cubicBezTo>
                </a:path>
              </a:pathLst>
            </a:custGeom>
            <a:solidFill>
              <a:srgbClr val="9DC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31">
              <a:extLst>
                <a:ext uri="{FF2B5EF4-FFF2-40B4-BE49-F238E27FC236}">
                  <a16:creationId xmlns:a16="http://schemas.microsoft.com/office/drawing/2014/main" id="{23EA3743-5B9D-40A9-A3E5-87829A5C9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3265"/>
              <a:ext cx="398" cy="363"/>
            </a:xfrm>
            <a:custGeom>
              <a:avLst/>
              <a:gdLst>
                <a:gd name="T0" fmla="*/ 79 w 876"/>
                <a:gd name="T1" fmla="*/ 0 h 796"/>
                <a:gd name="T2" fmla="*/ 75 w 876"/>
                <a:gd name="T3" fmla="*/ 5 h 796"/>
                <a:gd name="T4" fmla="*/ 57 w 876"/>
                <a:gd name="T5" fmla="*/ 56 h 796"/>
                <a:gd name="T6" fmla="*/ 32 w 876"/>
                <a:gd name="T7" fmla="*/ 67 h 796"/>
                <a:gd name="T8" fmla="*/ 13 w 876"/>
                <a:gd name="T9" fmla="*/ 69 h 796"/>
                <a:gd name="T10" fmla="*/ 0 w 876"/>
                <a:gd name="T11" fmla="*/ 71 h 796"/>
                <a:gd name="T12" fmla="*/ 0 w 876"/>
                <a:gd name="T13" fmla="*/ 71 h 796"/>
                <a:gd name="T14" fmla="*/ 14 w 876"/>
                <a:gd name="T15" fmla="*/ 74 h 796"/>
                <a:gd name="T16" fmla="*/ 25 w 876"/>
                <a:gd name="T17" fmla="*/ 74 h 796"/>
                <a:gd name="T18" fmla="*/ 40 w 876"/>
                <a:gd name="T19" fmla="*/ 73 h 796"/>
                <a:gd name="T20" fmla="*/ 50 w 876"/>
                <a:gd name="T21" fmla="*/ 74 h 796"/>
                <a:gd name="T22" fmla="*/ 61 w 876"/>
                <a:gd name="T23" fmla="*/ 76 h 796"/>
                <a:gd name="T24" fmla="*/ 77 w 876"/>
                <a:gd name="T25" fmla="*/ 68 h 796"/>
                <a:gd name="T26" fmla="*/ 80 w 876"/>
                <a:gd name="T27" fmla="*/ 40 h 796"/>
                <a:gd name="T28" fmla="*/ 79 w 876"/>
                <a:gd name="T29" fmla="*/ 0 h 7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76" h="796">
                  <a:moveTo>
                    <a:pt x="840" y="0"/>
                  </a:moveTo>
                  <a:cubicBezTo>
                    <a:pt x="806" y="59"/>
                    <a:pt x="806" y="59"/>
                    <a:pt x="806" y="59"/>
                  </a:cubicBezTo>
                  <a:cubicBezTo>
                    <a:pt x="788" y="255"/>
                    <a:pt x="755" y="444"/>
                    <a:pt x="606" y="588"/>
                  </a:cubicBezTo>
                  <a:cubicBezTo>
                    <a:pt x="531" y="661"/>
                    <a:pt x="442" y="687"/>
                    <a:pt x="340" y="703"/>
                  </a:cubicBezTo>
                  <a:cubicBezTo>
                    <a:pt x="271" y="713"/>
                    <a:pt x="208" y="722"/>
                    <a:pt x="139" y="728"/>
                  </a:cubicBezTo>
                  <a:cubicBezTo>
                    <a:pt x="95" y="731"/>
                    <a:pt x="50" y="752"/>
                    <a:pt x="6" y="752"/>
                  </a:cubicBezTo>
                  <a:cubicBezTo>
                    <a:pt x="4" y="752"/>
                    <a:pt x="2" y="752"/>
                    <a:pt x="0" y="752"/>
                  </a:cubicBezTo>
                  <a:cubicBezTo>
                    <a:pt x="41" y="775"/>
                    <a:pt x="97" y="780"/>
                    <a:pt x="152" y="780"/>
                  </a:cubicBezTo>
                  <a:cubicBezTo>
                    <a:pt x="190" y="780"/>
                    <a:pt x="228" y="778"/>
                    <a:pt x="260" y="778"/>
                  </a:cubicBezTo>
                  <a:cubicBezTo>
                    <a:pt x="315" y="778"/>
                    <a:pt x="369" y="773"/>
                    <a:pt x="424" y="773"/>
                  </a:cubicBezTo>
                  <a:cubicBezTo>
                    <a:pt x="461" y="773"/>
                    <a:pt x="498" y="775"/>
                    <a:pt x="535" y="783"/>
                  </a:cubicBezTo>
                  <a:cubicBezTo>
                    <a:pt x="571" y="790"/>
                    <a:pt x="611" y="796"/>
                    <a:pt x="652" y="796"/>
                  </a:cubicBezTo>
                  <a:cubicBezTo>
                    <a:pt x="720" y="796"/>
                    <a:pt x="786" y="779"/>
                    <a:pt x="824" y="722"/>
                  </a:cubicBezTo>
                  <a:cubicBezTo>
                    <a:pt x="876" y="642"/>
                    <a:pt x="853" y="519"/>
                    <a:pt x="857" y="426"/>
                  </a:cubicBezTo>
                  <a:cubicBezTo>
                    <a:pt x="863" y="285"/>
                    <a:pt x="824" y="140"/>
                    <a:pt x="840" y="0"/>
                  </a:cubicBezTo>
                </a:path>
              </a:pathLst>
            </a:custGeom>
            <a:solidFill>
              <a:srgbClr val="9CC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32">
              <a:extLst>
                <a:ext uri="{FF2B5EF4-FFF2-40B4-BE49-F238E27FC236}">
                  <a16:creationId xmlns:a16="http://schemas.microsoft.com/office/drawing/2014/main" id="{CC959FCF-1497-46D9-BDB3-E63A81F8F6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0" y="3446"/>
              <a:ext cx="180" cy="185"/>
            </a:xfrm>
            <a:custGeom>
              <a:avLst/>
              <a:gdLst>
                <a:gd name="T0" fmla="*/ 0 w 397"/>
                <a:gd name="T1" fmla="*/ 10 h 407"/>
                <a:gd name="T2" fmla="*/ 1 w 397"/>
                <a:gd name="T3" fmla="*/ 19 h 407"/>
                <a:gd name="T4" fmla="*/ 4 w 397"/>
                <a:gd name="T5" fmla="*/ 34 h 407"/>
                <a:gd name="T6" fmla="*/ 15 w 397"/>
                <a:gd name="T7" fmla="*/ 38 h 407"/>
                <a:gd name="T8" fmla="*/ 17 w 397"/>
                <a:gd name="T9" fmla="*/ 38 h 407"/>
                <a:gd name="T10" fmla="*/ 18 w 397"/>
                <a:gd name="T11" fmla="*/ 38 h 407"/>
                <a:gd name="T12" fmla="*/ 19 w 397"/>
                <a:gd name="T13" fmla="*/ 38 h 407"/>
                <a:gd name="T14" fmla="*/ 29 w 397"/>
                <a:gd name="T15" fmla="*/ 38 h 407"/>
                <a:gd name="T16" fmla="*/ 37 w 397"/>
                <a:gd name="T17" fmla="*/ 38 h 407"/>
                <a:gd name="T18" fmla="*/ 5 w 397"/>
                <a:gd name="T19" fmla="*/ 28 h 407"/>
                <a:gd name="T20" fmla="*/ 0 w 397"/>
                <a:gd name="T21" fmla="*/ 10 h 407"/>
                <a:gd name="T22" fmla="*/ 0 w 397"/>
                <a:gd name="T23" fmla="*/ 0 h 407"/>
                <a:gd name="T24" fmla="*/ 0 w 397"/>
                <a:gd name="T25" fmla="*/ 2 h 407"/>
                <a:gd name="T26" fmla="*/ 0 w 397"/>
                <a:gd name="T27" fmla="*/ 10 h 407"/>
                <a:gd name="T28" fmla="*/ 0 w 397"/>
                <a:gd name="T29" fmla="*/ 0 h 4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7" h="407">
                  <a:moveTo>
                    <a:pt x="4" y="104"/>
                  </a:moveTo>
                  <a:cubicBezTo>
                    <a:pt x="6" y="137"/>
                    <a:pt x="8" y="170"/>
                    <a:pt x="10" y="204"/>
                  </a:cubicBezTo>
                  <a:cubicBezTo>
                    <a:pt x="12" y="252"/>
                    <a:pt x="8" y="324"/>
                    <a:pt x="38" y="365"/>
                  </a:cubicBezTo>
                  <a:cubicBezTo>
                    <a:pt x="63" y="400"/>
                    <a:pt x="114" y="403"/>
                    <a:pt x="161" y="403"/>
                  </a:cubicBezTo>
                  <a:cubicBezTo>
                    <a:pt x="167" y="403"/>
                    <a:pt x="172" y="403"/>
                    <a:pt x="178" y="403"/>
                  </a:cubicBezTo>
                  <a:cubicBezTo>
                    <a:pt x="184" y="403"/>
                    <a:pt x="189" y="403"/>
                    <a:pt x="195" y="403"/>
                  </a:cubicBezTo>
                  <a:cubicBezTo>
                    <a:pt x="200" y="403"/>
                    <a:pt x="205" y="403"/>
                    <a:pt x="209" y="403"/>
                  </a:cubicBezTo>
                  <a:cubicBezTo>
                    <a:pt x="243" y="404"/>
                    <a:pt x="276" y="405"/>
                    <a:pt x="310" y="405"/>
                  </a:cubicBezTo>
                  <a:cubicBezTo>
                    <a:pt x="339" y="405"/>
                    <a:pt x="368" y="405"/>
                    <a:pt x="397" y="402"/>
                  </a:cubicBezTo>
                  <a:cubicBezTo>
                    <a:pt x="297" y="374"/>
                    <a:pt x="93" y="407"/>
                    <a:pt x="48" y="299"/>
                  </a:cubicBezTo>
                  <a:cubicBezTo>
                    <a:pt x="25" y="244"/>
                    <a:pt x="10" y="172"/>
                    <a:pt x="4" y="104"/>
                  </a:cubicBezTo>
                  <a:moveTo>
                    <a:pt x="0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45"/>
                    <a:pt x="1" y="74"/>
                    <a:pt x="4" y="104"/>
                  </a:cubicBezTo>
                  <a:cubicBezTo>
                    <a:pt x="2" y="70"/>
                    <a:pt x="0" y="35"/>
                    <a:pt x="0" y="0"/>
                  </a:cubicBezTo>
                </a:path>
              </a:pathLst>
            </a:custGeom>
            <a:solidFill>
              <a:srgbClr val="B1D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33">
              <a:extLst>
                <a:ext uri="{FF2B5EF4-FFF2-40B4-BE49-F238E27FC236}">
                  <a16:creationId xmlns:a16="http://schemas.microsoft.com/office/drawing/2014/main" id="{F4733BE0-7ED1-4265-A862-25B81A0D6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3057"/>
              <a:ext cx="380" cy="510"/>
            </a:xfrm>
            <a:custGeom>
              <a:avLst/>
              <a:gdLst>
                <a:gd name="T0" fmla="*/ 79 w 836"/>
                <a:gd name="T1" fmla="*/ 0 h 1122"/>
                <a:gd name="T2" fmla="*/ 56 w 836"/>
                <a:gd name="T3" fmla="*/ 27 h 1122"/>
                <a:gd name="T4" fmla="*/ 21 w 836"/>
                <a:gd name="T5" fmla="*/ 71 h 1122"/>
                <a:gd name="T6" fmla="*/ 5 w 836"/>
                <a:gd name="T7" fmla="*/ 97 h 1122"/>
                <a:gd name="T8" fmla="*/ 0 w 836"/>
                <a:gd name="T9" fmla="*/ 105 h 1122"/>
                <a:gd name="T10" fmla="*/ 8 w 836"/>
                <a:gd name="T11" fmla="*/ 102 h 1122"/>
                <a:gd name="T12" fmla="*/ 39 w 836"/>
                <a:gd name="T13" fmla="*/ 56 h 1122"/>
                <a:gd name="T14" fmla="*/ 65 w 836"/>
                <a:gd name="T15" fmla="*/ 21 h 1122"/>
                <a:gd name="T16" fmla="*/ 79 w 836"/>
                <a:gd name="T17" fmla="*/ 0 h 1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6" h="1122">
                  <a:moveTo>
                    <a:pt x="836" y="0"/>
                  </a:moveTo>
                  <a:cubicBezTo>
                    <a:pt x="750" y="86"/>
                    <a:pt x="672" y="189"/>
                    <a:pt x="593" y="287"/>
                  </a:cubicBezTo>
                  <a:cubicBezTo>
                    <a:pt x="470" y="442"/>
                    <a:pt x="345" y="597"/>
                    <a:pt x="228" y="757"/>
                  </a:cubicBezTo>
                  <a:cubicBezTo>
                    <a:pt x="163" y="846"/>
                    <a:pt x="103" y="940"/>
                    <a:pt x="48" y="1035"/>
                  </a:cubicBezTo>
                  <a:cubicBezTo>
                    <a:pt x="34" y="1059"/>
                    <a:pt x="4" y="1099"/>
                    <a:pt x="0" y="1122"/>
                  </a:cubicBezTo>
                  <a:cubicBezTo>
                    <a:pt x="81" y="1088"/>
                    <a:pt x="81" y="1088"/>
                    <a:pt x="81" y="1088"/>
                  </a:cubicBezTo>
                  <a:cubicBezTo>
                    <a:pt x="155" y="908"/>
                    <a:pt x="286" y="751"/>
                    <a:pt x="409" y="601"/>
                  </a:cubicBezTo>
                  <a:cubicBezTo>
                    <a:pt x="508" y="481"/>
                    <a:pt x="596" y="351"/>
                    <a:pt x="688" y="226"/>
                  </a:cubicBezTo>
                  <a:cubicBezTo>
                    <a:pt x="739" y="156"/>
                    <a:pt x="803" y="80"/>
                    <a:pt x="836" y="0"/>
                  </a:cubicBezTo>
                </a:path>
              </a:pathLst>
            </a:custGeom>
            <a:solidFill>
              <a:srgbClr val="AF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34">
              <a:extLst>
                <a:ext uri="{FF2B5EF4-FFF2-40B4-BE49-F238E27FC236}">
                  <a16:creationId xmlns:a16="http://schemas.microsoft.com/office/drawing/2014/main" id="{DB7000FB-727A-4DC9-A1CD-DBBBC1209B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2" y="3056"/>
              <a:ext cx="341" cy="489"/>
            </a:xfrm>
            <a:custGeom>
              <a:avLst/>
              <a:gdLst>
                <a:gd name="T0" fmla="*/ 2 w 751"/>
                <a:gd name="T1" fmla="*/ 100 h 1076"/>
                <a:gd name="T2" fmla="*/ 0 w 751"/>
                <a:gd name="T3" fmla="*/ 101 h 1076"/>
                <a:gd name="T4" fmla="*/ 2 w 751"/>
                <a:gd name="T5" fmla="*/ 100 h 1076"/>
                <a:gd name="T6" fmla="*/ 70 w 751"/>
                <a:gd name="T7" fmla="*/ 0 h 1076"/>
                <a:gd name="T8" fmla="*/ 52 w 751"/>
                <a:gd name="T9" fmla="*/ 24 h 1076"/>
                <a:gd name="T10" fmla="*/ 24 w 751"/>
                <a:gd name="T11" fmla="*/ 66 h 1076"/>
                <a:gd name="T12" fmla="*/ 6 w 751"/>
                <a:gd name="T13" fmla="*/ 93 h 1076"/>
                <a:gd name="T14" fmla="*/ 2 w 751"/>
                <a:gd name="T15" fmla="*/ 100 h 1076"/>
                <a:gd name="T16" fmla="*/ 6 w 751"/>
                <a:gd name="T17" fmla="*/ 96 h 1076"/>
                <a:gd name="T18" fmla="*/ 70 w 751"/>
                <a:gd name="T19" fmla="*/ 0 h 10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1" h="1076">
                  <a:moveTo>
                    <a:pt x="18" y="1061"/>
                  </a:moveTo>
                  <a:cubicBezTo>
                    <a:pt x="0" y="1076"/>
                    <a:pt x="0" y="1076"/>
                    <a:pt x="0" y="1076"/>
                  </a:cubicBezTo>
                  <a:cubicBezTo>
                    <a:pt x="6" y="1074"/>
                    <a:pt x="12" y="1069"/>
                    <a:pt x="18" y="1061"/>
                  </a:cubicBezTo>
                  <a:moveTo>
                    <a:pt x="751" y="0"/>
                  </a:moveTo>
                  <a:cubicBezTo>
                    <a:pt x="684" y="79"/>
                    <a:pt x="614" y="170"/>
                    <a:pt x="551" y="256"/>
                  </a:cubicBezTo>
                  <a:cubicBezTo>
                    <a:pt x="444" y="399"/>
                    <a:pt x="357" y="556"/>
                    <a:pt x="252" y="701"/>
                  </a:cubicBezTo>
                  <a:cubicBezTo>
                    <a:pt x="185" y="794"/>
                    <a:pt x="123" y="890"/>
                    <a:pt x="62" y="987"/>
                  </a:cubicBezTo>
                  <a:cubicBezTo>
                    <a:pt x="52" y="1004"/>
                    <a:pt x="35" y="1040"/>
                    <a:pt x="18" y="1061"/>
                  </a:cubicBezTo>
                  <a:cubicBezTo>
                    <a:pt x="62" y="1024"/>
                    <a:pt x="62" y="1024"/>
                    <a:pt x="62" y="1024"/>
                  </a:cubicBezTo>
                  <a:cubicBezTo>
                    <a:pt x="248" y="654"/>
                    <a:pt x="580" y="376"/>
                    <a:pt x="751" y="0"/>
                  </a:cubicBezTo>
                </a:path>
              </a:pathLst>
            </a:custGeom>
            <a:solidFill>
              <a:srgbClr val="AF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35">
              <a:extLst>
                <a:ext uri="{FF2B5EF4-FFF2-40B4-BE49-F238E27FC236}">
                  <a16:creationId xmlns:a16="http://schemas.microsoft.com/office/drawing/2014/main" id="{0FA4FBB4-3D86-464F-AB43-AABBC7673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040"/>
              <a:ext cx="275" cy="419"/>
            </a:xfrm>
            <a:custGeom>
              <a:avLst/>
              <a:gdLst>
                <a:gd name="T0" fmla="*/ 57 w 606"/>
                <a:gd name="T1" fmla="*/ 0 h 920"/>
                <a:gd name="T2" fmla="*/ 37 w 606"/>
                <a:gd name="T3" fmla="*/ 28 h 920"/>
                <a:gd name="T4" fmla="*/ 15 w 606"/>
                <a:gd name="T5" fmla="*/ 61 h 920"/>
                <a:gd name="T6" fmla="*/ 0 w 606"/>
                <a:gd name="T7" fmla="*/ 87 h 920"/>
                <a:gd name="T8" fmla="*/ 4 w 606"/>
                <a:gd name="T9" fmla="*/ 80 h 920"/>
                <a:gd name="T10" fmla="*/ 15 w 606"/>
                <a:gd name="T11" fmla="*/ 62 h 920"/>
                <a:gd name="T12" fmla="*/ 31 w 606"/>
                <a:gd name="T13" fmla="*/ 38 h 920"/>
                <a:gd name="T14" fmla="*/ 57 w 606"/>
                <a:gd name="T15" fmla="*/ 0 h 9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6" h="920">
                  <a:moveTo>
                    <a:pt x="606" y="0"/>
                  </a:moveTo>
                  <a:cubicBezTo>
                    <a:pt x="531" y="83"/>
                    <a:pt x="455" y="198"/>
                    <a:pt x="392" y="294"/>
                  </a:cubicBezTo>
                  <a:cubicBezTo>
                    <a:pt x="317" y="409"/>
                    <a:pt x="240" y="523"/>
                    <a:pt x="166" y="639"/>
                  </a:cubicBezTo>
                  <a:cubicBezTo>
                    <a:pt x="111" y="725"/>
                    <a:pt x="26" y="821"/>
                    <a:pt x="0" y="920"/>
                  </a:cubicBezTo>
                  <a:cubicBezTo>
                    <a:pt x="42" y="849"/>
                    <a:pt x="42" y="849"/>
                    <a:pt x="42" y="849"/>
                  </a:cubicBezTo>
                  <a:cubicBezTo>
                    <a:pt x="56" y="782"/>
                    <a:pt x="119" y="713"/>
                    <a:pt x="160" y="658"/>
                  </a:cubicBezTo>
                  <a:cubicBezTo>
                    <a:pt x="222" y="575"/>
                    <a:pt x="275" y="486"/>
                    <a:pt x="338" y="403"/>
                  </a:cubicBezTo>
                  <a:cubicBezTo>
                    <a:pt x="425" y="287"/>
                    <a:pt x="575" y="145"/>
                    <a:pt x="606" y="0"/>
                  </a:cubicBezTo>
                </a:path>
              </a:pathLst>
            </a:custGeom>
            <a:solidFill>
              <a:srgbClr val="AF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36">
              <a:extLst>
                <a:ext uri="{FF2B5EF4-FFF2-40B4-BE49-F238E27FC236}">
                  <a16:creationId xmlns:a16="http://schemas.microsoft.com/office/drawing/2014/main" id="{5399F391-10FE-4551-B34D-983B3E182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2897"/>
              <a:ext cx="1164" cy="38"/>
            </a:xfrm>
            <a:custGeom>
              <a:avLst/>
              <a:gdLst>
                <a:gd name="T0" fmla="*/ 0 w 2561"/>
                <a:gd name="T1" fmla="*/ 0 h 83"/>
                <a:gd name="T2" fmla="*/ 240 w 2561"/>
                <a:gd name="T3" fmla="*/ 0 h 83"/>
                <a:gd name="T4" fmla="*/ 0 w 2561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61" h="83">
                  <a:moveTo>
                    <a:pt x="0" y="0"/>
                  </a:moveTo>
                  <a:cubicBezTo>
                    <a:pt x="2561" y="0"/>
                    <a:pt x="2561" y="0"/>
                    <a:pt x="2561" y="0"/>
                  </a:cubicBezTo>
                  <a:cubicBezTo>
                    <a:pt x="2561" y="0"/>
                    <a:pt x="317" y="8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37">
              <a:extLst>
                <a:ext uri="{FF2B5EF4-FFF2-40B4-BE49-F238E27FC236}">
                  <a16:creationId xmlns:a16="http://schemas.microsoft.com/office/drawing/2014/main" id="{1AA0AE01-F26B-448B-94EA-879457305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3736"/>
              <a:ext cx="1158" cy="26"/>
            </a:xfrm>
            <a:custGeom>
              <a:avLst/>
              <a:gdLst>
                <a:gd name="T0" fmla="*/ 0 w 2548"/>
                <a:gd name="T1" fmla="*/ 5 h 57"/>
                <a:gd name="T2" fmla="*/ 239 w 2548"/>
                <a:gd name="T3" fmla="*/ 5 h 57"/>
                <a:gd name="T4" fmla="*/ 0 w 2548"/>
                <a:gd name="T5" fmla="*/ 5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48" h="57">
                  <a:moveTo>
                    <a:pt x="0" y="57"/>
                  </a:moveTo>
                  <a:cubicBezTo>
                    <a:pt x="2548" y="57"/>
                    <a:pt x="2548" y="57"/>
                    <a:pt x="2548" y="57"/>
                  </a:cubicBezTo>
                  <a:cubicBezTo>
                    <a:pt x="2548" y="57"/>
                    <a:pt x="697" y="0"/>
                    <a:pt x="0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38">
              <a:extLst>
                <a:ext uri="{FF2B5EF4-FFF2-40B4-BE49-F238E27FC236}">
                  <a16:creationId xmlns:a16="http://schemas.microsoft.com/office/drawing/2014/main" id="{4B125AD7-455A-4EF5-BC49-38FE2E752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2917"/>
              <a:ext cx="24" cy="822"/>
            </a:xfrm>
            <a:custGeom>
              <a:avLst/>
              <a:gdLst>
                <a:gd name="T0" fmla="*/ 0 w 54"/>
                <a:gd name="T1" fmla="*/ 0 h 1805"/>
                <a:gd name="T2" fmla="*/ 0 w 54"/>
                <a:gd name="T3" fmla="*/ 170 h 1805"/>
                <a:gd name="T4" fmla="*/ 0 w 54"/>
                <a:gd name="T5" fmla="*/ 0 h 18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805">
                  <a:moveTo>
                    <a:pt x="0" y="0"/>
                  </a:moveTo>
                  <a:cubicBezTo>
                    <a:pt x="0" y="1805"/>
                    <a:pt x="0" y="1805"/>
                    <a:pt x="0" y="1805"/>
                  </a:cubicBezTo>
                  <a:cubicBezTo>
                    <a:pt x="0" y="1805"/>
                    <a:pt x="54" y="84"/>
                    <a:pt x="0" y="0"/>
                  </a:cubicBezTo>
                </a:path>
              </a:pathLst>
            </a:custGeom>
            <a:solidFill>
              <a:srgbClr val="E5E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39">
              <a:extLst>
                <a:ext uri="{FF2B5EF4-FFF2-40B4-BE49-F238E27FC236}">
                  <a16:creationId xmlns:a16="http://schemas.microsoft.com/office/drawing/2014/main" id="{25CEAFF1-D34F-49F3-939A-3E7D3C76C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3057"/>
              <a:ext cx="12" cy="546"/>
            </a:xfrm>
            <a:custGeom>
              <a:avLst/>
              <a:gdLst>
                <a:gd name="T0" fmla="*/ 3 w 26"/>
                <a:gd name="T1" fmla="*/ 0 h 1201"/>
                <a:gd name="T2" fmla="*/ 3 w 26"/>
                <a:gd name="T3" fmla="*/ 113 h 1201"/>
                <a:gd name="T4" fmla="*/ 3 w 26"/>
                <a:gd name="T5" fmla="*/ 0 h 1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01">
                  <a:moveTo>
                    <a:pt x="26" y="0"/>
                  </a:moveTo>
                  <a:cubicBezTo>
                    <a:pt x="26" y="1201"/>
                    <a:pt x="26" y="1201"/>
                    <a:pt x="26" y="1201"/>
                  </a:cubicBezTo>
                  <a:cubicBezTo>
                    <a:pt x="26" y="1201"/>
                    <a:pt x="0" y="84"/>
                    <a:pt x="26" y="0"/>
                  </a:cubicBezTo>
                </a:path>
              </a:pathLst>
            </a:custGeom>
            <a:solidFill>
              <a:srgbClr val="E5E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40">
              <a:extLst>
                <a:ext uri="{FF2B5EF4-FFF2-40B4-BE49-F238E27FC236}">
                  <a16:creationId xmlns:a16="http://schemas.microsoft.com/office/drawing/2014/main" id="{AC4F428E-73D1-40AF-837C-147998595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3040"/>
              <a:ext cx="21" cy="563"/>
            </a:xfrm>
            <a:custGeom>
              <a:avLst/>
              <a:gdLst>
                <a:gd name="T0" fmla="*/ 0 w 46"/>
                <a:gd name="T1" fmla="*/ 0 h 1237"/>
                <a:gd name="T2" fmla="*/ 0 w 46"/>
                <a:gd name="T3" fmla="*/ 117 h 1237"/>
                <a:gd name="T4" fmla="*/ 0 w 46"/>
                <a:gd name="T5" fmla="*/ 0 h 1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237">
                  <a:moveTo>
                    <a:pt x="0" y="0"/>
                  </a:moveTo>
                  <a:cubicBezTo>
                    <a:pt x="0" y="1237"/>
                    <a:pt x="0" y="1237"/>
                    <a:pt x="0" y="1237"/>
                  </a:cubicBezTo>
                  <a:cubicBezTo>
                    <a:pt x="0" y="1237"/>
                    <a:pt x="46" y="130"/>
                    <a:pt x="0" y="0"/>
                  </a:cubicBezTo>
                </a:path>
              </a:pathLst>
            </a:custGeom>
            <a:solidFill>
              <a:srgbClr val="E5E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41">
              <a:extLst>
                <a:ext uri="{FF2B5EF4-FFF2-40B4-BE49-F238E27FC236}">
                  <a16:creationId xmlns:a16="http://schemas.microsoft.com/office/drawing/2014/main" id="{022E3C65-7C15-45D6-B0EC-1ED64B416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3148"/>
              <a:ext cx="397" cy="342"/>
            </a:xfrm>
            <a:custGeom>
              <a:avLst/>
              <a:gdLst>
                <a:gd name="T0" fmla="*/ 396 w 397"/>
                <a:gd name="T1" fmla="*/ 341 h 342"/>
                <a:gd name="T2" fmla="*/ 396 w 397"/>
                <a:gd name="T3" fmla="*/ 340 h 342"/>
                <a:gd name="T4" fmla="*/ 3 w 397"/>
                <a:gd name="T5" fmla="*/ 340 h 342"/>
                <a:gd name="T6" fmla="*/ 3 w 397"/>
                <a:gd name="T7" fmla="*/ 2 h 342"/>
                <a:gd name="T8" fmla="*/ 395 w 397"/>
                <a:gd name="T9" fmla="*/ 2 h 342"/>
                <a:gd name="T10" fmla="*/ 395 w 397"/>
                <a:gd name="T11" fmla="*/ 341 h 342"/>
                <a:gd name="T12" fmla="*/ 396 w 397"/>
                <a:gd name="T13" fmla="*/ 341 h 342"/>
                <a:gd name="T14" fmla="*/ 396 w 397"/>
                <a:gd name="T15" fmla="*/ 340 h 342"/>
                <a:gd name="T16" fmla="*/ 396 w 397"/>
                <a:gd name="T17" fmla="*/ 341 h 342"/>
                <a:gd name="T18" fmla="*/ 397 w 397"/>
                <a:gd name="T19" fmla="*/ 341 h 342"/>
                <a:gd name="T20" fmla="*/ 397 w 397"/>
                <a:gd name="T21" fmla="*/ 0 h 342"/>
                <a:gd name="T22" fmla="*/ 0 w 397"/>
                <a:gd name="T23" fmla="*/ 0 h 342"/>
                <a:gd name="T24" fmla="*/ 0 w 397"/>
                <a:gd name="T25" fmla="*/ 342 h 342"/>
                <a:gd name="T26" fmla="*/ 397 w 397"/>
                <a:gd name="T27" fmla="*/ 342 h 342"/>
                <a:gd name="T28" fmla="*/ 397 w 397"/>
                <a:gd name="T29" fmla="*/ 341 h 342"/>
                <a:gd name="T30" fmla="*/ 396 w 397"/>
                <a:gd name="T31" fmla="*/ 341 h 3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7" h="342">
                  <a:moveTo>
                    <a:pt x="396" y="341"/>
                  </a:moveTo>
                  <a:lnTo>
                    <a:pt x="396" y="340"/>
                  </a:lnTo>
                  <a:lnTo>
                    <a:pt x="3" y="340"/>
                  </a:lnTo>
                  <a:lnTo>
                    <a:pt x="3" y="2"/>
                  </a:lnTo>
                  <a:lnTo>
                    <a:pt x="395" y="2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6" y="340"/>
                  </a:lnTo>
                  <a:lnTo>
                    <a:pt x="396" y="341"/>
                  </a:lnTo>
                  <a:lnTo>
                    <a:pt x="397" y="341"/>
                  </a:lnTo>
                  <a:lnTo>
                    <a:pt x="397" y="0"/>
                  </a:lnTo>
                  <a:lnTo>
                    <a:pt x="0" y="0"/>
                  </a:lnTo>
                  <a:lnTo>
                    <a:pt x="0" y="342"/>
                  </a:lnTo>
                  <a:lnTo>
                    <a:pt x="397" y="342"/>
                  </a:lnTo>
                  <a:lnTo>
                    <a:pt x="397" y="341"/>
                  </a:lnTo>
                  <a:lnTo>
                    <a:pt x="396" y="341"/>
                  </a:lnTo>
                  <a:close/>
                </a:path>
              </a:pathLst>
            </a:cu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Rectangle 42">
              <a:extLst>
                <a:ext uri="{FF2B5EF4-FFF2-40B4-BE49-F238E27FC236}">
                  <a16:creationId xmlns:a16="http://schemas.microsoft.com/office/drawing/2014/main" id="{DB6CCBE6-4E10-4A05-BD6B-4F1D9CB8C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" y="3447"/>
              <a:ext cx="399" cy="2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992" name="Freeform 43">
              <a:extLst>
                <a:ext uri="{FF2B5EF4-FFF2-40B4-BE49-F238E27FC236}">
                  <a16:creationId xmlns:a16="http://schemas.microsoft.com/office/drawing/2014/main" id="{1003DD40-09C2-4852-AB82-79C77313F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3447"/>
              <a:ext cx="399" cy="2"/>
            </a:xfrm>
            <a:custGeom>
              <a:avLst/>
              <a:gdLst>
                <a:gd name="T0" fmla="*/ 0 w 399"/>
                <a:gd name="T1" fmla="*/ 2 h 2"/>
                <a:gd name="T2" fmla="*/ 399 w 399"/>
                <a:gd name="T3" fmla="*/ 2 h 2"/>
                <a:gd name="T4" fmla="*/ 399 w 399"/>
                <a:gd name="T5" fmla="*/ 0 h 2"/>
                <a:gd name="T6" fmla="*/ 0 w 39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2">
                  <a:moveTo>
                    <a:pt x="0" y="2"/>
                  </a:moveTo>
                  <a:lnTo>
                    <a:pt x="399" y="2"/>
                  </a:lnTo>
                  <a:lnTo>
                    <a:pt x="3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Rectangle 44">
              <a:extLst>
                <a:ext uri="{FF2B5EF4-FFF2-40B4-BE49-F238E27FC236}">
                  <a16:creationId xmlns:a16="http://schemas.microsoft.com/office/drawing/2014/main" id="{981C682C-8045-4A02-98EB-556DE5B6E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" y="3404"/>
              <a:ext cx="399" cy="3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994" name="Freeform 45">
              <a:extLst>
                <a:ext uri="{FF2B5EF4-FFF2-40B4-BE49-F238E27FC236}">
                  <a16:creationId xmlns:a16="http://schemas.microsoft.com/office/drawing/2014/main" id="{9288CBB0-4511-4F65-B12D-F5FBD2A5A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3404"/>
              <a:ext cx="399" cy="3"/>
            </a:xfrm>
            <a:custGeom>
              <a:avLst/>
              <a:gdLst>
                <a:gd name="T0" fmla="*/ 0 w 399"/>
                <a:gd name="T1" fmla="*/ 3 h 3"/>
                <a:gd name="T2" fmla="*/ 399 w 399"/>
                <a:gd name="T3" fmla="*/ 3 h 3"/>
                <a:gd name="T4" fmla="*/ 399 w 399"/>
                <a:gd name="T5" fmla="*/ 0 h 3"/>
                <a:gd name="T6" fmla="*/ 0 w 39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3">
                  <a:moveTo>
                    <a:pt x="0" y="3"/>
                  </a:moveTo>
                  <a:lnTo>
                    <a:pt x="399" y="3"/>
                  </a:lnTo>
                  <a:lnTo>
                    <a:pt x="3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Rectangle 46">
              <a:extLst>
                <a:ext uri="{FF2B5EF4-FFF2-40B4-BE49-F238E27FC236}">
                  <a16:creationId xmlns:a16="http://schemas.microsoft.com/office/drawing/2014/main" id="{0E8F1E27-BF5A-44CE-A334-140929FC5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" y="3361"/>
              <a:ext cx="399" cy="2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996" name="Freeform 47">
              <a:extLst>
                <a:ext uri="{FF2B5EF4-FFF2-40B4-BE49-F238E27FC236}">
                  <a16:creationId xmlns:a16="http://schemas.microsoft.com/office/drawing/2014/main" id="{C895F4A2-F707-48EB-9046-C026E8A8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3361"/>
              <a:ext cx="399" cy="2"/>
            </a:xfrm>
            <a:custGeom>
              <a:avLst/>
              <a:gdLst>
                <a:gd name="T0" fmla="*/ 0 w 399"/>
                <a:gd name="T1" fmla="*/ 2 h 2"/>
                <a:gd name="T2" fmla="*/ 399 w 399"/>
                <a:gd name="T3" fmla="*/ 2 h 2"/>
                <a:gd name="T4" fmla="*/ 399 w 399"/>
                <a:gd name="T5" fmla="*/ 0 h 2"/>
                <a:gd name="T6" fmla="*/ 0 w 39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2">
                  <a:moveTo>
                    <a:pt x="0" y="2"/>
                  </a:moveTo>
                  <a:lnTo>
                    <a:pt x="399" y="2"/>
                  </a:lnTo>
                  <a:lnTo>
                    <a:pt x="3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Rectangle 48">
              <a:extLst>
                <a:ext uri="{FF2B5EF4-FFF2-40B4-BE49-F238E27FC236}">
                  <a16:creationId xmlns:a16="http://schemas.microsoft.com/office/drawing/2014/main" id="{7B60FF7A-5844-4A62-AEC3-3E1D68640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" y="3318"/>
              <a:ext cx="399" cy="3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998" name="Freeform 49">
              <a:extLst>
                <a:ext uri="{FF2B5EF4-FFF2-40B4-BE49-F238E27FC236}">
                  <a16:creationId xmlns:a16="http://schemas.microsoft.com/office/drawing/2014/main" id="{A3F5235B-0DBC-477A-8A84-178D7C37C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3318"/>
              <a:ext cx="399" cy="3"/>
            </a:xfrm>
            <a:custGeom>
              <a:avLst/>
              <a:gdLst>
                <a:gd name="T0" fmla="*/ 0 w 399"/>
                <a:gd name="T1" fmla="*/ 3 h 3"/>
                <a:gd name="T2" fmla="*/ 399 w 399"/>
                <a:gd name="T3" fmla="*/ 3 h 3"/>
                <a:gd name="T4" fmla="*/ 399 w 399"/>
                <a:gd name="T5" fmla="*/ 0 h 3"/>
                <a:gd name="T6" fmla="*/ 0 w 39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3">
                  <a:moveTo>
                    <a:pt x="0" y="3"/>
                  </a:moveTo>
                  <a:lnTo>
                    <a:pt x="399" y="3"/>
                  </a:lnTo>
                  <a:lnTo>
                    <a:pt x="3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Rectangle 50">
              <a:extLst>
                <a:ext uri="{FF2B5EF4-FFF2-40B4-BE49-F238E27FC236}">
                  <a16:creationId xmlns:a16="http://schemas.microsoft.com/office/drawing/2014/main" id="{02AE01DE-C5BD-4744-A25D-176EEB463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" y="3275"/>
              <a:ext cx="399" cy="3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0" name="Freeform 51">
              <a:extLst>
                <a:ext uri="{FF2B5EF4-FFF2-40B4-BE49-F238E27FC236}">
                  <a16:creationId xmlns:a16="http://schemas.microsoft.com/office/drawing/2014/main" id="{E90CA7BC-0117-470F-AAF0-33EC94FB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3275"/>
              <a:ext cx="399" cy="3"/>
            </a:xfrm>
            <a:custGeom>
              <a:avLst/>
              <a:gdLst>
                <a:gd name="T0" fmla="*/ 0 w 399"/>
                <a:gd name="T1" fmla="*/ 3 h 3"/>
                <a:gd name="T2" fmla="*/ 399 w 399"/>
                <a:gd name="T3" fmla="*/ 3 h 3"/>
                <a:gd name="T4" fmla="*/ 399 w 399"/>
                <a:gd name="T5" fmla="*/ 0 h 3"/>
                <a:gd name="T6" fmla="*/ 0 w 39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3">
                  <a:moveTo>
                    <a:pt x="0" y="3"/>
                  </a:moveTo>
                  <a:lnTo>
                    <a:pt x="399" y="3"/>
                  </a:lnTo>
                  <a:lnTo>
                    <a:pt x="3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Rectangle 52">
              <a:extLst>
                <a:ext uri="{FF2B5EF4-FFF2-40B4-BE49-F238E27FC236}">
                  <a16:creationId xmlns:a16="http://schemas.microsoft.com/office/drawing/2014/main" id="{B5607D39-021C-40BF-8422-A44C182D9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" y="3233"/>
              <a:ext cx="399" cy="2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2" name="Freeform 53">
              <a:extLst>
                <a:ext uri="{FF2B5EF4-FFF2-40B4-BE49-F238E27FC236}">
                  <a16:creationId xmlns:a16="http://schemas.microsoft.com/office/drawing/2014/main" id="{8496B47D-5EE7-4846-A348-325CE91F4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3233"/>
              <a:ext cx="399" cy="2"/>
            </a:xfrm>
            <a:custGeom>
              <a:avLst/>
              <a:gdLst>
                <a:gd name="T0" fmla="*/ 0 w 399"/>
                <a:gd name="T1" fmla="*/ 2 h 2"/>
                <a:gd name="T2" fmla="*/ 399 w 399"/>
                <a:gd name="T3" fmla="*/ 2 h 2"/>
                <a:gd name="T4" fmla="*/ 399 w 399"/>
                <a:gd name="T5" fmla="*/ 0 h 2"/>
                <a:gd name="T6" fmla="*/ 0 w 39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2">
                  <a:moveTo>
                    <a:pt x="0" y="2"/>
                  </a:moveTo>
                  <a:lnTo>
                    <a:pt x="399" y="2"/>
                  </a:lnTo>
                  <a:lnTo>
                    <a:pt x="3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Rectangle 54">
              <a:extLst>
                <a:ext uri="{FF2B5EF4-FFF2-40B4-BE49-F238E27FC236}">
                  <a16:creationId xmlns:a16="http://schemas.microsoft.com/office/drawing/2014/main" id="{FD482340-700A-4CBA-9211-EC51F4AA4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" y="3190"/>
              <a:ext cx="399" cy="2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4" name="Freeform 55">
              <a:extLst>
                <a:ext uri="{FF2B5EF4-FFF2-40B4-BE49-F238E27FC236}">
                  <a16:creationId xmlns:a16="http://schemas.microsoft.com/office/drawing/2014/main" id="{BD07E1FE-A1E8-499F-839F-8B40C8924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3190"/>
              <a:ext cx="399" cy="2"/>
            </a:xfrm>
            <a:custGeom>
              <a:avLst/>
              <a:gdLst>
                <a:gd name="T0" fmla="*/ 0 w 399"/>
                <a:gd name="T1" fmla="*/ 2 h 2"/>
                <a:gd name="T2" fmla="*/ 399 w 399"/>
                <a:gd name="T3" fmla="*/ 2 h 2"/>
                <a:gd name="T4" fmla="*/ 399 w 399"/>
                <a:gd name="T5" fmla="*/ 0 h 2"/>
                <a:gd name="T6" fmla="*/ 0 w 39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2">
                  <a:moveTo>
                    <a:pt x="0" y="2"/>
                  </a:moveTo>
                  <a:lnTo>
                    <a:pt x="399" y="2"/>
                  </a:lnTo>
                  <a:lnTo>
                    <a:pt x="3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Rectangle 56">
              <a:extLst>
                <a:ext uri="{FF2B5EF4-FFF2-40B4-BE49-F238E27FC236}">
                  <a16:creationId xmlns:a16="http://schemas.microsoft.com/office/drawing/2014/main" id="{BBB48EF0-B826-482E-9E0E-E07F59E95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3149"/>
              <a:ext cx="2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6" name="Freeform 57">
              <a:extLst>
                <a:ext uri="{FF2B5EF4-FFF2-40B4-BE49-F238E27FC236}">
                  <a16:creationId xmlns:a16="http://schemas.microsoft.com/office/drawing/2014/main" id="{4E16BE51-465B-4147-B83F-97FD1C2F0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49"/>
              <a:ext cx="2" cy="345"/>
            </a:xfrm>
            <a:custGeom>
              <a:avLst/>
              <a:gdLst>
                <a:gd name="T0" fmla="*/ 0 w 2"/>
                <a:gd name="T1" fmla="*/ 0 h 345"/>
                <a:gd name="T2" fmla="*/ 0 w 2"/>
                <a:gd name="T3" fmla="*/ 345 h 345"/>
                <a:gd name="T4" fmla="*/ 2 w 2"/>
                <a:gd name="T5" fmla="*/ 345 h 345"/>
                <a:gd name="T6" fmla="*/ 2 w 2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45">
                  <a:moveTo>
                    <a:pt x="0" y="0"/>
                  </a:moveTo>
                  <a:lnTo>
                    <a:pt x="0" y="345"/>
                  </a:lnTo>
                  <a:lnTo>
                    <a:pt x="2" y="345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Rectangle 58">
              <a:extLst>
                <a:ext uri="{FF2B5EF4-FFF2-40B4-BE49-F238E27FC236}">
                  <a16:creationId xmlns:a16="http://schemas.microsoft.com/office/drawing/2014/main" id="{D5379D86-0590-44BE-B6DD-0173841E8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" y="3149"/>
              <a:ext cx="3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8" name="Freeform 59">
              <a:extLst>
                <a:ext uri="{FF2B5EF4-FFF2-40B4-BE49-F238E27FC236}">
                  <a16:creationId xmlns:a16="http://schemas.microsoft.com/office/drawing/2014/main" id="{FE01BD94-C4EC-4969-BC2F-1AB36208C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3149"/>
              <a:ext cx="3" cy="345"/>
            </a:xfrm>
            <a:custGeom>
              <a:avLst/>
              <a:gdLst>
                <a:gd name="T0" fmla="*/ 0 w 3"/>
                <a:gd name="T1" fmla="*/ 0 h 345"/>
                <a:gd name="T2" fmla="*/ 0 w 3"/>
                <a:gd name="T3" fmla="*/ 345 h 345"/>
                <a:gd name="T4" fmla="*/ 3 w 3"/>
                <a:gd name="T5" fmla="*/ 345 h 345"/>
                <a:gd name="T6" fmla="*/ 3 w 3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45">
                  <a:moveTo>
                    <a:pt x="0" y="0"/>
                  </a:moveTo>
                  <a:lnTo>
                    <a:pt x="0" y="345"/>
                  </a:lnTo>
                  <a:lnTo>
                    <a:pt x="3" y="345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Rectangle 60">
              <a:extLst>
                <a:ext uri="{FF2B5EF4-FFF2-40B4-BE49-F238E27FC236}">
                  <a16:creationId xmlns:a16="http://schemas.microsoft.com/office/drawing/2014/main" id="{8DF5CEA9-E97C-424A-A630-4E5AB2903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" y="3149"/>
              <a:ext cx="2" cy="34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0" name="Freeform 61">
              <a:extLst>
                <a:ext uri="{FF2B5EF4-FFF2-40B4-BE49-F238E27FC236}">
                  <a16:creationId xmlns:a16="http://schemas.microsoft.com/office/drawing/2014/main" id="{B89B1CD4-F4B3-44CB-A92C-EC9E3BC8F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3149"/>
              <a:ext cx="2" cy="345"/>
            </a:xfrm>
            <a:custGeom>
              <a:avLst/>
              <a:gdLst>
                <a:gd name="T0" fmla="*/ 0 w 2"/>
                <a:gd name="T1" fmla="*/ 0 h 345"/>
                <a:gd name="T2" fmla="*/ 0 w 2"/>
                <a:gd name="T3" fmla="*/ 345 h 345"/>
                <a:gd name="T4" fmla="*/ 2 w 2"/>
                <a:gd name="T5" fmla="*/ 345 h 345"/>
                <a:gd name="T6" fmla="*/ 2 w 2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45">
                  <a:moveTo>
                    <a:pt x="0" y="0"/>
                  </a:moveTo>
                  <a:lnTo>
                    <a:pt x="0" y="345"/>
                  </a:lnTo>
                  <a:lnTo>
                    <a:pt x="2" y="345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Rectangle 62">
              <a:extLst>
                <a:ext uri="{FF2B5EF4-FFF2-40B4-BE49-F238E27FC236}">
                  <a16:creationId xmlns:a16="http://schemas.microsoft.com/office/drawing/2014/main" id="{B7DBF816-EAB0-4AB4-863F-96A49F5B5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3" y="3149"/>
              <a:ext cx="3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2" name="Freeform 63">
              <a:extLst>
                <a:ext uri="{FF2B5EF4-FFF2-40B4-BE49-F238E27FC236}">
                  <a16:creationId xmlns:a16="http://schemas.microsoft.com/office/drawing/2014/main" id="{DF00D274-2E9C-4135-B686-3B86F37E7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3149"/>
              <a:ext cx="3" cy="345"/>
            </a:xfrm>
            <a:custGeom>
              <a:avLst/>
              <a:gdLst>
                <a:gd name="T0" fmla="*/ 0 w 3"/>
                <a:gd name="T1" fmla="*/ 0 h 345"/>
                <a:gd name="T2" fmla="*/ 0 w 3"/>
                <a:gd name="T3" fmla="*/ 345 h 345"/>
                <a:gd name="T4" fmla="*/ 3 w 3"/>
                <a:gd name="T5" fmla="*/ 345 h 345"/>
                <a:gd name="T6" fmla="*/ 3 w 3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45">
                  <a:moveTo>
                    <a:pt x="0" y="0"/>
                  </a:moveTo>
                  <a:lnTo>
                    <a:pt x="0" y="345"/>
                  </a:lnTo>
                  <a:lnTo>
                    <a:pt x="3" y="345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Rectangle 64">
              <a:extLst>
                <a:ext uri="{FF2B5EF4-FFF2-40B4-BE49-F238E27FC236}">
                  <a16:creationId xmlns:a16="http://schemas.microsoft.com/office/drawing/2014/main" id="{BED3A6D2-52C7-4161-A0C6-B72B66D01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" y="3149"/>
              <a:ext cx="2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4" name="Freeform 65">
              <a:extLst>
                <a:ext uri="{FF2B5EF4-FFF2-40B4-BE49-F238E27FC236}">
                  <a16:creationId xmlns:a16="http://schemas.microsoft.com/office/drawing/2014/main" id="{534B8C2A-0AD9-4E89-90B0-6746C964C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3149"/>
              <a:ext cx="2" cy="345"/>
            </a:xfrm>
            <a:custGeom>
              <a:avLst/>
              <a:gdLst>
                <a:gd name="T0" fmla="*/ 0 w 2"/>
                <a:gd name="T1" fmla="*/ 0 h 345"/>
                <a:gd name="T2" fmla="*/ 0 w 2"/>
                <a:gd name="T3" fmla="*/ 345 h 345"/>
                <a:gd name="T4" fmla="*/ 2 w 2"/>
                <a:gd name="T5" fmla="*/ 345 h 345"/>
                <a:gd name="T6" fmla="*/ 2 w 2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45">
                  <a:moveTo>
                    <a:pt x="0" y="0"/>
                  </a:moveTo>
                  <a:lnTo>
                    <a:pt x="0" y="345"/>
                  </a:lnTo>
                  <a:lnTo>
                    <a:pt x="2" y="345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Rectangle 66">
              <a:extLst>
                <a:ext uri="{FF2B5EF4-FFF2-40B4-BE49-F238E27FC236}">
                  <a16:creationId xmlns:a16="http://schemas.microsoft.com/office/drawing/2014/main" id="{7E921AE6-79ED-4861-8CEB-2F10BD6F8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" y="3149"/>
              <a:ext cx="3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6" name="Freeform 67">
              <a:extLst>
                <a:ext uri="{FF2B5EF4-FFF2-40B4-BE49-F238E27FC236}">
                  <a16:creationId xmlns:a16="http://schemas.microsoft.com/office/drawing/2014/main" id="{FF0103D5-E8AD-4FDD-A45C-008E618C4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3149"/>
              <a:ext cx="3" cy="345"/>
            </a:xfrm>
            <a:custGeom>
              <a:avLst/>
              <a:gdLst>
                <a:gd name="T0" fmla="*/ 0 w 3"/>
                <a:gd name="T1" fmla="*/ 0 h 345"/>
                <a:gd name="T2" fmla="*/ 0 w 3"/>
                <a:gd name="T3" fmla="*/ 345 h 345"/>
                <a:gd name="T4" fmla="*/ 3 w 3"/>
                <a:gd name="T5" fmla="*/ 345 h 345"/>
                <a:gd name="T6" fmla="*/ 3 w 3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45">
                  <a:moveTo>
                    <a:pt x="0" y="0"/>
                  </a:moveTo>
                  <a:lnTo>
                    <a:pt x="0" y="345"/>
                  </a:lnTo>
                  <a:lnTo>
                    <a:pt x="3" y="345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Rectangle 68">
              <a:extLst>
                <a:ext uri="{FF2B5EF4-FFF2-40B4-BE49-F238E27FC236}">
                  <a16:creationId xmlns:a16="http://schemas.microsoft.com/office/drawing/2014/main" id="{9D06834C-BF16-47B6-B08C-C51700543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" y="3149"/>
              <a:ext cx="2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8" name="Freeform 69">
              <a:extLst>
                <a:ext uri="{FF2B5EF4-FFF2-40B4-BE49-F238E27FC236}">
                  <a16:creationId xmlns:a16="http://schemas.microsoft.com/office/drawing/2014/main" id="{531B6A76-29D0-4D22-AE80-43158E7FA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149"/>
              <a:ext cx="2" cy="345"/>
            </a:xfrm>
            <a:custGeom>
              <a:avLst/>
              <a:gdLst>
                <a:gd name="T0" fmla="*/ 0 w 2"/>
                <a:gd name="T1" fmla="*/ 0 h 345"/>
                <a:gd name="T2" fmla="*/ 0 w 2"/>
                <a:gd name="T3" fmla="*/ 345 h 345"/>
                <a:gd name="T4" fmla="*/ 2 w 2"/>
                <a:gd name="T5" fmla="*/ 345 h 345"/>
                <a:gd name="T6" fmla="*/ 2 w 2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45">
                  <a:moveTo>
                    <a:pt x="0" y="0"/>
                  </a:moveTo>
                  <a:lnTo>
                    <a:pt x="0" y="345"/>
                  </a:lnTo>
                  <a:lnTo>
                    <a:pt x="2" y="345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Rectangle 70">
              <a:extLst>
                <a:ext uri="{FF2B5EF4-FFF2-40B4-BE49-F238E27FC236}">
                  <a16:creationId xmlns:a16="http://schemas.microsoft.com/office/drawing/2014/main" id="{A570D4F0-CA2D-4611-A21D-ABF10D4C0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1" y="3149"/>
              <a:ext cx="3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0" name="Freeform 71">
              <a:extLst>
                <a:ext uri="{FF2B5EF4-FFF2-40B4-BE49-F238E27FC236}">
                  <a16:creationId xmlns:a16="http://schemas.microsoft.com/office/drawing/2014/main" id="{D6DC9F3F-4BFA-4025-9772-126DF7233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3149"/>
              <a:ext cx="3" cy="345"/>
            </a:xfrm>
            <a:custGeom>
              <a:avLst/>
              <a:gdLst>
                <a:gd name="T0" fmla="*/ 0 w 3"/>
                <a:gd name="T1" fmla="*/ 0 h 345"/>
                <a:gd name="T2" fmla="*/ 0 w 3"/>
                <a:gd name="T3" fmla="*/ 345 h 345"/>
                <a:gd name="T4" fmla="*/ 3 w 3"/>
                <a:gd name="T5" fmla="*/ 345 h 345"/>
                <a:gd name="T6" fmla="*/ 3 w 3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45">
                  <a:moveTo>
                    <a:pt x="0" y="0"/>
                  </a:moveTo>
                  <a:lnTo>
                    <a:pt x="0" y="345"/>
                  </a:lnTo>
                  <a:lnTo>
                    <a:pt x="3" y="345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Rectangle 72">
              <a:extLst>
                <a:ext uri="{FF2B5EF4-FFF2-40B4-BE49-F238E27FC236}">
                  <a16:creationId xmlns:a16="http://schemas.microsoft.com/office/drawing/2014/main" id="{8E1EBEB0-79D4-4161-A8B3-3EC420362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" y="3149"/>
              <a:ext cx="2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2" name="Freeform 73">
              <a:extLst>
                <a:ext uri="{FF2B5EF4-FFF2-40B4-BE49-F238E27FC236}">
                  <a16:creationId xmlns:a16="http://schemas.microsoft.com/office/drawing/2014/main" id="{58153447-6727-4E15-BD19-964AAE99D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3149"/>
              <a:ext cx="2" cy="345"/>
            </a:xfrm>
            <a:custGeom>
              <a:avLst/>
              <a:gdLst>
                <a:gd name="T0" fmla="*/ 0 w 2"/>
                <a:gd name="T1" fmla="*/ 0 h 345"/>
                <a:gd name="T2" fmla="*/ 0 w 2"/>
                <a:gd name="T3" fmla="*/ 345 h 345"/>
                <a:gd name="T4" fmla="*/ 2 w 2"/>
                <a:gd name="T5" fmla="*/ 345 h 345"/>
                <a:gd name="T6" fmla="*/ 2 w 2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45">
                  <a:moveTo>
                    <a:pt x="0" y="0"/>
                  </a:moveTo>
                  <a:lnTo>
                    <a:pt x="0" y="345"/>
                  </a:lnTo>
                  <a:lnTo>
                    <a:pt x="2" y="345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Rectangle 74">
              <a:extLst>
                <a:ext uri="{FF2B5EF4-FFF2-40B4-BE49-F238E27FC236}">
                  <a16:creationId xmlns:a16="http://schemas.microsoft.com/office/drawing/2014/main" id="{3DCFB3D6-4EF9-4902-853D-47752D353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" y="3496"/>
              <a:ext cx="8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0</a:t>
              </a:r>
              <a:endParaRPr lang="fr-FR" altLang="fr-FR"/>
            </a:p>
          </p:txBody>
        </p:sp>
        <p:sp>
          <p:nvSpPr>
            <p:cNvPr id="41024" name="Rectangle 75">
              <a:extLst>
                <a:ext uri="{FF2B5EF4-FFF2-40B4-BE49-F238E27FC236}">
                  <a16:creationId xmlns:a16="http://schemas.microsoft.com/office/drawing/2014/main" id="{0DE8B9A6-DF88-40BD-933F-506E9E252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100</a:t>
              </a:r>
              <a:endParaRPr lang="fr-FR" altLang="fr-FR"/>
            </a:p>
          </p:txBody>
        </p:sp>
        <p:sp>
          <p:nvSpPr>
            <p:cNvPr id="41025" name="Rectangle 76">
              <a:extLst>
                <a:ext uri="{FF2B5EF4-FFF2-40B4-BE49-F238E27FC236}">
                  <a16:creationId xmlns:a16="http://schemas.microsoft.com/office/drawing/2014/main" id="{3605ACD9-4BC3-444F-8846-AA9E1BD9A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200</a:t>
              </a:r>
              <a:endParaRPr lang="fr-FR" altLang="fr-FR"/>
            </a:p>
          </p:txBody>
        </p:sp>
        <p:sp>
          <p:nvSpPr>
            <p:cNvPr id="41026" name="Rectangle 77">
              <a:extLst>
                <a:ext uri="{FF2B5EF4-FFF2-40B4-BE49-F238E27FC236}">
                  <a16:creationId xmlns:a16="http://schemas.microsoft.com/office/drawing/2014/main" id="{2E34BD46-78C0-48EC-AF03-32E3A2E43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300</a:t>
              </a:r>
              <a:endParaRPr lang="fr-FR" altLang="fr-FR"/>
            </a:p>
          </p:txBody>
        </p:sp>
        <p:sp>
          <p:nvSpPr>
            <p:cNvPr id="41027" name="Rectangle 78">
              <a:extLst>
                <a:ext uri="{FF2B5EF4-FFF2-40B4-BE49-F238E27FC236}">
                  <a16:creationId xmlns:a16="http://schemas.microsoft.com/office/drawing/2014/main" id="{BD1C6EA2-9F13-4115-85A8-721819D76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400</a:t>
              </a:r>
              <a:endParaRPr lang="fr-FR" altLang="fr-FR"/>
            </a:p>
          </p:txBody>
        </p:sp>
        <p:sp>
          <p:nvSpPr>
            <p:cNvPr id="41028" name="Rectangle 79">
              <a:extLst>
                <a:ext uri="{FF2B5EF4-FFF2-40B4-BE49-F238E27FC236}">
                  <a16:creationId xmlns:a16="http://schemas.microsoft.com/office/drawing/2014/main" id="{D45C5492-C96A-4EB8-A203-A8ABE4E1B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500</a:t>
              </a:r>
              <a:endParaRPr lang="fr-FR" altLang="fr-FR"/>
            </a:p>
          </p:txBody>
        </p:sp>
        <p:sp>
          <p:nvSpPr>
            <p:cNvPr id="41029" name="Rectangle 80">
              <a:extLst>
                <a:ext uri="{FF2B5EF4-FFF2-40B4-BE49-F238E27FC236}">
                  <a16:creationId xmlns:a16="http://schemas.microsoft.com/office/drawing/2014/main" id="{DCE312A7-C004-412B-A64A-CCAE9F32B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600</a:t>
              </a:r>
              <a:endParaRPr lang="fr-FR" altLang="fr-FR"/>
            </a:p>
          </p:txBody>
        </p:sp>
        <p:sp>
          <p:nvSpPr>
            <p:cNvPr id="41030" name="Rectangle 81">
              <a:extLst>
                <a:ext uri="{FF2B5EF4-FFF2-40B4-BE49-F238E27FC236}">
                  <a16:creationId xmlns:a16="http://schemas.microsoft.com/office/drawing/2014/main" id="{BA321E33-9A37-4AD1-8229-71EA0E1C4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3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700</a:t>
              </a:r>
              <a:endParaRPr lang="fr-FR" altLang="fr-FR"/>
            </a:p>
          </p:txBody>
        </p:sp>
        <p:sp>
          <p:nvSpPr>
            <p:cNvPr id="41031" name="Rectangle 82">
              <a:extLst>
                <a:ext uri="{FF2B5EF4-FFF2-40B4-BE49-F238E27FC236}">
                  <a16:creationId xmlns:a16="http://schemas.microsoft.com/office/drawing/2014/main" id="{BC843D1E-F1F9-47EA-AB27-73A36ACF5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800</a:t>
              </a:r>
              <a:endParaRPr lang="fr-FR" altLang="fr-FR"/>
            </a:p>
          </p:txBody>
        </p:sp>
        <p:sp>
          <p:nvSpPr>
            <p:cNvPr id="41032" name="Rectangle 83">
              <a:extLst>
                <a:ext uri="{FF2B5EF4-FFF2-40B4-BE49-F238E27FC236}">
                  <a16:creationId xmlns:a16="http://schemas.microsoft.com/office/drawing/2014/main" id="{927519E8-5755-4F48-BCAA-BEE1D231D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900</a:t>
              </a:r>
              <a:endParaRPr lang="fr-FR" altLang="fr-FR"/>
            </a:p>
          </p:txBody>
        </p:sp>
        <p:sp>
          <p:nvSpPr>
            <p:cNvPr id="41033" name="Rectangle 84">
              <a:extLst>
                <a:ext uri="{FF2B5EF4-FFF2-40B4-BE49-F238E27FC236}">
                  <a16:creationId xmlns:a16="http://schemas.microsoft.com/office/drawing/2014/main" id="{ED7E6775-47F3-4919-88FF-A4075E44B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" y="3496"/>
              <a:ext cx="32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1000</a:t>
              </a:r>
              <a:endParaRPr lang="fr-FR" altLang="fr-FR"/>
            </a:p>
          </p:txBody>
        </p:sp>
        <p:sp>
          <p:nvSpPr>
            <p:cNvPr id="41034" name="Rectangle 85">
              <a:extLst>
                <a:ext uri="{FF2B5EF4-FFF2-40B4-BE49-F238E27FC236}">
                  <a16:creationId xmlns:a16="http://schemas.microsoft.com/office/drawing/2014/main" id="{EFF991B7-243F-45DD-8817-A48B470FE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" y="3481"/>
              <a:ext cx="16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70</a:t>
              </a:r>
              <a:endParaRPr lang="fr-FR" altLang="fr-FR"/>
            </a:p>
          </p:txBody>
        </p:sp>
        <p:sp>
          <p:nvSpPr>
            <p:cNvPr id="41035" name="Rectangle 86">
              <a:extLst>
                <a:ext uri="{FF2B5EF4-FFF2-40B4-BE49-F238E27FC236}">
                  <a16:creationId xmlns:a16="http://schemas.microsoft.com/office/drawing/2014/main" id="{40489958-F204-462A-B6D6-A45C6EA63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" y="3439"/>
              <a:ext cx="16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80</a:t>
              </a:r>
              <a:endParaRPr lang="fr-FR" altLang="fr-FR"/>
            </a:p>
          </p:txBody>
        </p:sp>
        <p:sp>
          <p:nvSpPr>
            <p:cNvPr id="41036" name="Rectangle 87">
              <a:extLst>
                <a:ext uri="{FF2B5EF4-FFF2-40B4-BE49-F238E27FC236}">
                  <a16:creationId xmlns:a16="http://schemas.microsoft.com/office/drawing/2014/main" id="{8E98DCF7-CBD2-44ED-B80E-4560A140A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" y="3396"/>
              <a:ext cx="16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90</a:t>
              </a:r>
              <a:endParaRPr lang="fr-FR" altLang="fr-FR"/>
            </a:p>
          </p:txBody>
        </p:sp>
        <p:sp>
          <p:nvSpPr>
            <p:cNvPr id="41037" name="Rectangle 88">
              <a:extLst>
                <a:ext uri="{FF2B5EF4-FFF2-40B4-BE49-F238E27FC236}">
                  <a16:creationId xmlns:a16="http://schemas.microsoft.com/office/drawing/2014/main" id="{CAB44208-A3EC-479E-A357-B1F93302F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" y="3351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100</a:t>
              </a:r>
              <a:endParaRPr lang="fr-FR" altLang="fr-FR"/>
            </a:p>
          </p:txBody>
        </p:sp>
        <p:sp>
          <p:nvSpPr>
            <p:cNvPr id="41038" name="Rectangle 89">
              <a:extLst>
                <a:ext uri="{FF2B5EF4-FFF2-40B4-BE49-F238E27FC236}">
                  <a16:creationId xmlns:a16="http://schemas.microsoft.com/office/drawing/2014/main" id="{12283587-86FA-4D3A-AD17-7E92419E7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" y="3310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200</a:t>
              </a:r>
              <a:endParaRPr lang="fr-FR" altLang="fr-FR"/>
            </a:p>
          </p:txBody>
        </p:sp>
        <p:sp>
          <p:nvSpPr>
            <p:cNvPr id="41039" name="Rectangle 90">
              <a:extLst>
                <a:ext uri="{FF2B5EF4-FFF2-40B4-BE49-F238E27FC236}">
                  <a16:creationId xmlns:a16="http://schemas.microsoft.com/office/drawing/2014/main" id="{B9FF2C26-2818-408F-9480-42100C27A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" y="326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300</a:t>
              </a:r>
              <a:endParaRPr lang="fr-FR" altLang="fr-FR"/>
            </a:p>
          </p:txBody>
        </p:sp>
        <p:sp>
          <p:nvSpPr>
            <p:cNvPr id="41040" name="Rectangle 91">
              <a:extLst>
                <a:ext uri="{FF2B5EF4-FFF2-40B4-BE49-F238E27FC236}">
                  <a16:creationId xmlns:a16="http://schemas.microsoft.com/office/drawing/2014/main" id="{C7C14B90-7BE9-4576-BB6B-47B8FEEEF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" y="3225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400</a:t>
              </a:r>
              <a:endParaRPr lang="fr-FR" altLang="fr-FR"/>
            </a:p>
          </p:txBody>
        </p:sp>
        <p:sp>
          <p:nvSpPr>
            <p:cNvPr id="41041" name="Rectangle 92">
              <a:extLst>
                <a:ext uri="{FF2B5EF4-FFF2-40B4-BE49-F238E27FC236}">
                  <a16:creationId xmlns:a16="http://schemas.microsoft.com/office/drawing/2014/main" id="{351C7FD3-9D92-425B-A457-4B2B41F8F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" y="3182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500</a:t>
              </a:r>
              <a:endParaRPr lang="fr-FR" altLang="fr-FR"/>
            </a:p>
          </p:txBody>
        </p:sp>
        <p:sp>
          <p:nvSpPr>
            <p:cNvPr id="41042" name="Rectangle 93">
              <a:extLst>
                <a:ext uri="{FF2B5EF4-FFF2-40B4-BE49-F238E27FC236}">
                  <a16:creationId xmlns:a16="http://schemas.microsoft.com/office/drawing/2014/main" id="{AAC23262-DD19-4AE2-8B2C-8CF8CD459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" y="3140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600</a:t>
              </a:r>
              <a:endParaRPr lang="fr-FR" altLang="fr-FR"/>
            </a:p>
          </p:txBody>
        </p:sp>
        <p:sp>
          <p:nvSpPr>
            <p:cNvPr id="41043" name="Rectangle 94">
              <a:extLst>
                <a:ext uri="{FF2B5EF4-FFF2-40B4-BE49-F238E27FC236}">
                  <a16:creationId xmlns:a16="http://schemas.microsoft.com/office/drawing/2014/main" id="{ED734BF8-7B37-484A-9664-CE5A33B87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" y="3518"/>
              <a:ext cx="13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S</a:t>
              </a:r>
              <a:endParaRPr lang="fr-FR" altLang="fr-FR"/>
            </a:p>
          </p:txBody>
        </p:sp>
        <p:sp>
          <p:nvSpPr>
            <p:cNvPr id="41044" name="Rectangle 95">
              <a:extLst>
                <a:ext uri="{FF2B5EF4-FFF2-40B4-BE49-F238E27FC236}">
                  <a16:creationId xmlns:a16="http://schemas.microsoft.com/office/drawing/2014/main" id="{614F46D4-EE6E-4657-85B5-201BA155A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" y="3518"/>
              <a:ext cx="12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y</a:t>
              </a:r>
              <a:endParaRPr lang="fr-FR" altLang="fr-FR"/>
            </a:p>
          </p:txBody>
        </p:sp>
        <p:sp>
          <p:nvSpPr>
            <p:cNvPr id="41045" name="Rectangle 96">
              <a:extLst>
                <a:ext uri="{FF2B5EF4-FFF2-40B4-BE49-F238E27FC236}">
                  <a16:creationId xmlns:a16="http://schemas.microsoft.com/office/drawing/2014/main" id="{82E9EE66-86AC-41A9-8288-A308D92E2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" y="3518"/>
              <a:ext cx="17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st</a:t>
              </a:r>
              <a:endParaRPr lang="fr-FR" altLang="fr-FR"/>
            </a:p>
          </p:txBody>
        </p:sp>
        <p:sp>
          <p:nvSpPr>
            <p:cNvPr id="41046" name="Rectangle 97">
              <a:extLst>
                <a:ext uri="{FF2B5EF4-FFF2-40B4-BE49-F238E27FC236}">
                  <a16:creationId xmlns:a16="http://schemas.microsoft.com/office/drawing/2014/main" id="{D80EE94D-20BD-429C-BE1A-427D074C2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" y="3518"/>
              <a:ext cx="30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ole</a:t>
              </a:r>
              <a:endParaRPr lang="fr-FR" altLang="fr-FR"/>
            </a:p>
          </p:txBody>
        </p:sp>
        <p:sp>
          <p:nvSpPr>
            <p:cNvPr id="41047" name="Rectangle 98">
              <a:extLst>
                <a:ext uri="{FF2B5EF4-FFF2-40B4-BE49-F238E27FC236}">
                  <a16:creationId xmlns:a16="http://schemas.microsoft.com/office/drawing/2014/main" id="{8DA5E326-D290-44D2-943E-D04C5CC5F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" y="3518"/>
              <a:ext cx="47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     D</a:t>
              </a:r>
              <a:endParaRPr lang="fr-FR" altLang="fr-FR"/>
            </a:p>
          </p:txBody>
        </p:sp>
        <p:sp>
          <p:nvSpPr>
            <p:cNvPr id="41048" name="Rectangle 99">
              <a:extLst>
                <a:ext uri="{FF2B5EF4-FFF2-40B4-BE49-F238E27FC236}">
                  <a16:creationId xmlns:a16="http://schemas.microsoft.com/office/drawing/2014/main" id="{48762EC6-E27C-4346-BC66-DEE23DC48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" y="3518"/>
              <a:ext cx="36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iast</a:t>
              </a:r>
              <a:endParaRPr lang="fr-FR" altLang="fr-FR"/>
            </a:p>
          </p:txBody>
        </p:sp>
        <p:sp>
          <p:nvSpPr>
            <p:cNvPr id="41049" name="Rectangle 100">
              <a:extLst>
                <a:ext uri="{FF2B5EF4-FFF2-40B4-BE49-F238E27FC236}">
                  <a16:creationId xmlns:a16="http://schemas.microsoft.com/office/drawing/2014/main" id="{7B879666-9174-4B1F-B8CB-ADFEB6336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" y="3518"/>
              <a:ext cx="30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ole</a:t>
              </a:r>
              <a:endParaRPr lang="fr-FR" altLang="fr-FR"/>
            </a:p>
          </p:txBody>
        </p:sp>
        <p:sp>
          <p:nvSpPr>
            <p:cNvPr id="41050" name="Rectangle 101">
              <a:extLst>
                <a:ext uri="{FF2B5EF4-FFF2-40B4-BE49-F238E27FC236}">
                  <a16:creationId xmlns:a16="http://schemas.microsoft.com/office/drawing/2014/main" id="{4D139210-B732-45E5-8C26-3F455A395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3556"/>
              <a:ext cx="27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Br</a:t>
              </a:r>
              <a:endParaRPr lang="fr-FR" altLang="fr-FR"/>
            </a:p>
          </p:txBody>
        </p:sp>
        <p:sp>
          <p:nvSpPr>
            <p:cNvPr id="41051" name="Rectangle 102">
              <a:extLst>
                <a:ext uri="{FF2B5EF4-FFF2-40B4-BE49-F238E27FC236}">
                  <a16:creationId xmlns:a16="http://schemas.microsoft.com/office/drawing/2014/main" id="{353BB2A3-6029-4AE4-8B17-42ECAB238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" y="3556"/>
              <a:ext cx="21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as</a:t>
              </a:r>
              <a:endParaRPr lang="fr-FR" altLang="fr-FR"/>
            </a:p>
          </p:txBody>
        </p:sp>
        <p:sp>
          <p:nvSpPr>
            <p:cNvPr id="41052" name="Freeform 103">
              <a:extLst>
                <a:ext uri="{FF2B5EF4-FFF2-40B4-BE49-F238E27FC236}">
                  <a16:creationId xmlns:a16="http://schemas.microsoft.com/office/drawing/2014/main" id="{BFF45B4D-1373-45CD-A3DB-5B36DA05A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3312"/>
              <a:ext cx="401" cy="141"/>
            </a:xfrm>
            <a:custGeom>
              <a:avLst/>
              <a:gdLst>
                <a:gd name="T0" fmla="*/ 1 w 884"/>
                <a:gd name="T1" fmla="*/ 29 h 310"/>
                <a:gd name="T2" fmla="*/ 1 w 884"/>
                <a:gd name="T3" fmla="*/ 28 h 310"/>
                <a:gd name="T4" fmla="*/ 5 w 884"/>
                <a:gd name="T5" fmla="*/ 14 h 310"/>
                <a:gd name="T6" fmla="*/ 7 w 884"/>
                <a:gd name="T7" fmla="*/ 5 h 310"/>
                <a:gd name="T8" fmla="*/ 9 w 884"/>
                <a:gd name="T9" fmla="*/ 2 h 310"/>
                <a:gd name="T10" fmla="*/ 10 w 884"/>
                <a:gd name="T11" fmla="*/ 1 h 310"/>
                <a:gd name="T12" fmla="*/ 10 w 884"/>
                <a:gd name="T13" fmla="*/ 1 h 310"/>
                <a:gd name="T14" fmla="*/ 11 w 884"/>
                <a:gd name="T15" fmla="*/ 2 h 310"/>
                <a:gd name="T16" fmla="*/ 12 w 884"/>
                <a:gd name="T17" fmla="*/ 2 h 310"/>
                <a:gd name="T18" fmla="*/ 13 w 884"/>
                <a:gd name="T19" fmla="*/ 4 h 310"/>
                <a:gd name="T20" fmla="*/ 15 w 884"/>
                <a:gd name="T21" fmla="*/ 8 h 310"/>
                <a:gd name="T22" fmla="*/ 16 w 884"/>
                <a:gd name="T23" fmla="*/ 9 h 310"/>
                <a:gd name="T24" fmla="*/ 18 w 884"/>
                <a:gd name="T25" fmla="*/ 10 h 310"/>
                <a:gd name="T26" fmla="*/ 20 w 884"/>
                <a:gd name="T27" fmla="*/ 10 h 310"/>
                <a:gd name="T28" fmla="*/ 23 w 884"/>
                <a:gd name="T29" fmla="*/ 10 h 310"/>
                <a:gd name="T30" fmla="*/ 26 w 884"/>
                <a:gd name="T31" fmla="*/ 10 h 310"/>
                <a:gd name="T32" fmla="*/ 27 w 884"/>
                <a:gd name="T33" fmla="*/ 10 h 310"/>
                <a:gd name="T34" fmla="*/ 29 w 884"/>
                <a:gd name="T35" fmla="*/ 10 h 310"/>
                <a:gd name="T36" fmla="*/ 30 w 884"/>
                <a:gd name="T37" fmla="*/ 12 h 310"/>
                <a:gd name="T38" fmla="*/ 34 w 884"/>
                <a:gd name="T39" fmla="*/ 16 h 310"/>
                <a:gd name="T40" fmla="*/ 49 w 884"/>
                <a:gd name="T41" fmla="*/ 25 h 310"/>
                <a:gd name="T42" fmla="*/ 82 w 884"/>
                <a:gd name="T43" fmla="*/ 29 h 310"/>
                <a:gd name="T44" fmla="*/ 83 w 884"/>
                <a:gd name="T45" fmla="*/ 28 h 310"/>
                <a:gd name="T46" fmla="*/ 82 w 884"/>
                <a:gd name="T47" fmla="*/ 28 h 310"/>
                <a:gd name="T48" fmla="*/ 54 w 884"/>
                <a:gd name="T49" fmla="*/ 25 h 310"/>
                <a:gd name="T50" fmla="*/ 43 w 884"/>
                <a:gd name="T51" fmla="*/ 20 h 310"/>
                <a:gd name="T52" fmla="*/ 34 w 884"/>
                <a:gd name="T53" fmla="*/ 14 h 310"/>
                <a:gd name="T54" fmla="*/ 32 w 884"/>
                <a:gd name="T55" fmla="*/ 11 h 310"/>
                <a:gd name="T56" fmla="*/ 29 w 884"/>
                <a:gd name="T57" fmla="*/ 9 h 310"/>
                <a:gd name="T58" fmla="*/ 28 w 884"/>
                <a:gd name="T59" fmla="*/ 8 h 310"/>
                <a:gd name="T60" fmla="*/ 26 w 884"/>
                <a:gd name="T61" fmla="*/ 8 h 310"/>
                <a:gd name="T62" fmla="*/ 23 w 884"/>
                <a:gd name="T63" fmla="*/ 8 h 310"/>
                <a:gd name="T64" fmla="*/ 20 w 884"/>
                <a:gd name="T65" fmla="*/ 9 h 310"/>
                <a:gd name="T66" fmla="*/ 19 w 884"/>
                <a:gd name="T67" fmla="*/ 9 h 310"/>
                <a:gd name="T68" fmla="*/ 18 w 884"/>
                <a:gd name="T69" fmla="*/ 8 h 310"/>
                <a:gd name="T70" fmla="*/ 16 w 884"/>
                <a:gd name="T71" fmla="*/ 6 h 310"/>
                <a:gd name="T72" fmla="*/ 15 w 884"/>
                <a:gd name="T73" fmla="*/ 5 h 310"/>
                <a:gd name="T74" fmla="*/ 13 w 884"/>
                <a:gd name="T75" fmla="*/ 1 h 310"/>
                <a:gd name="T76" fmla="*/ 12 w 884"/>
                <a:gd name="T77" fmla="*/ 0 h 310"/>
                <a:gd name="T78" fmla="*/ 10 w 884"/>
                <a:gd name="T79" fmla="*/ 0 h 310"/>
                <a:gd name="T80" fmla="*/ 9 w 884"/>
                <a:gd name="T81" fmla="*/ 0 h 310"/>
                <a:gd name="T82" fmla="*/ 8 w 884"/>
                <a:gd name="T83" fmla="*/ 1 h 310"/>
                <a:gd name="T84" fmla="*/ 6 w 884"/>
                <a:gd name="T85" fmla="*/ 4 h 310"/>
                <a:gd name="T86" fmla="*/ 4 w 884"/>
                <a:gd name="T87" fmla="*/ 11 h 310"/>
                <a:gd name="T88" fmla="*/ 0 w 884"/>
                <a:gd name="T89" fmla="*/ 28 h 310"/>
                <a:gd name="T90" fmla="*/ 0 w 884"/>
                <a:gd name="T91" fmla="*/ 29 h 310"/>
                <a:gd name="T92" fmla="*/ 1 w 884"/>
                <a:gd name="T93" fmla="*/ 29 h 31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84" h="310">
                  <a:moveTo>
                    <a:pt x="15" y="303"/>
                  </a:moveTo>
                  <a:cubicBezTo>
                    <a:pt x="15" y="303"/>
                    <a:pt x="16" y="302"/>
                    <a:pt x="16" y="300"/>
                  </a:cubicBezTo>
                  <a:cubicBezTo>
                    <a:pt x="19" y="284"/>
                    <a:pt x="31" y="211"/>
                    <a:pt x="49" y="143"/>
                  </a:cubicBezTo>
                  <a:cubicBezTo>
                    <a:pt x="58" y="109"/>
                    <a:pt x="68" y="75"/>
                    <a:pt x="79" y="51"/>
                  </a:cubicBezTo>
                  <a:cubicBezTo>
                    <a:pt x="84" y="39"/>
                    <a:pt x="90" y="30"/>
                    <a:pt x="95" y="23"/>
                  </a:cubicBezTo>
                  <a:cubicBezTo>
                    <a:pt x="98" y="20"/>
                    <a:pt x="100" y="18"/>
                    <a:pt x="102" y="16"/>
                  </a:cubicBezTo>
                  <a:cubicBezTo>
                    <a:pt x="105" y="15"/>
                    <a:pt x="106" y="15"/>
                    <a:pt x="108" y="15"/>
                  </a:cubicBezTo>
                  <a:cubicBezTo>
                    <a:pt x="113" y="15"/>
                    <a:pt x="118" y="16"/>
                    <a:pt x="122" y="18"/>
                  </a:cubicBezTo>
                  <a:cubicBezTo>
                    <a:pt x="125" y="19"/>
                    <a:pt x="128" y="22"/>
                    <a:pt x="131" y="25"/>
                  </a:cubicBezTo>
                  <a:cubicBezTo>
                    <a:pt x="136" y="30"/>
                    <a:pt x="140" y="37"/>
                    <a:pt x="144" y="45"/>
                  </a:cubicBezTo>
                  <a:cubicBezTo>
                    <a:pt x="150" y="57"/>
                    <a:pt x="156" y="70"/>
                    <a:pt x="163" y="82"/>
                  </a:cubicBezTo>
                  <a:cubicBezTo>
                    <a:pt x="166" y="88"/>
                    <a:pt x="171" y="94"/>
                    <a:pt x="176" y="98"/>
                  </a:cubicBezTo>
                  <a:cubicBezTo>
                    <a:pt x="182" y="102"/>
                    <a:pt x="188" y="105"/>
                    <a:pt x="196" y="106"/>
                  </a:cubicBezTo>
                  <a:cubicBezTo>
                    <a:pt x="201" y="107"/>
                    <a:pt x="206" y="107"/>
                    <a:pt x="212" y="107"/>
                  </a:cubicBezTo>
                  <a:cubicBezTo>
                    <a:pt x="224" y="107"/>
                    <a:pt x="237" y="106"/>
                    <a:pt x="248" y="104"/>
                  </a:cubicBezTo>
                  <a:cubicBezTo>
                    <a:pt x="259" y="103"/>
                    <a:pt x="270" y="101"/>
                    <a:pt x="279" y="101"/>
                  </a:cubicBezTo>
                  <a:cubicBezTo>
                    <a:pt x="284" y="101"/>
                    <a:pt x="289" y="102"/>
                    <a:pt x="294" y="103"/>
                  </a:cubicBezTo>
                  <a:cubicBezTo>
                    <a:pt x="298" y="104"/>
                    <a:pt x="303" y="105"/>
                    <a:pt x="307" y="108"/>
                  </a:cubicBezTo>
                  <a:cubicBezTo>
                    <a:pt x="313" y="112"/>
                    <a:pt x="319" y="118"/>
                    <a:pt x="325" y="125"/>
                  </a:cubicBezTo>
                  <a:cubicBezTo>
                    <a:pt x="337" y="138"/>
                    <a:pt x="349" y="155"/>
                    <a:pt x="368" y="174"/>
                  </a:cubicBezTo>
                  <a:cubicBezTo>
                    <a:pt x="397" y="203"/>
                    <a:pt x="441" y="234"/>
                    <a:pt x="520" y="259"/>
                  </a:cubicBezTo>
                  <a:cubicBezTo>
                    <a:pt x="598" y="285"/>
                    <a:pt x="710" y="304"/>
                    <a:pt x="876" y="309"/>
                  </a:cubicBezTo>
                  <a:cubicBezTo>
                    <a:pt x="880" y="309"/>
                    <a:pt x="884" y="306"/>
                    <a:pt x="884" y="302"/>
                  </a:cubicBezTo>
                  <a:cubicBezTo>
                    <a:pt x="884" y="298"/>
                    <a:pt x="881" y="295"/>
                    <a:pt x="877" y="295"/>
                  </a:cubicBezTo>
                  <a:cubicBezTo>
                    <a:pt x="751" y="291"/>
                    <a:pt x="656" y="279"/>
                    <a:pt x="585" y="262"/>
                  </a:cubicBezTo>
                  <a:cubicBezTo>
                    <a:pt x="531" y="250"/>
                    <a:pt x="490" y="235"/>
                    <a:pt x="459" y="219"/>
                  </a:cubicBezTo>
                  <a:cubicBezTo>
                    <a:pt x="411" y="196"/>
                    <a:pt x="384" y="170"/>
                    <a:pt x="364" y="148"/>
                  </a:cubicBezTo>
                  <a:cubicBezTo>
                    <a:pt x="355" y="137"/>
                    <a:pt x="347" y="127"/>
                    <a:pt x="339" y="118"/>
                  </a:cubicBezTo>
                  <a:cubicBezTo>
                    <a:pt x="331" y="109"/>
                    <a:pt x="324" y="101"/>
                    <a:pt x="314" y="95"/>
                  </a:cubicBezTo>
                  <a:cubicBezTo>
                    <a:pt x="309" y="92"/>
                    <a:pt x="303" y="90"/>
                    <a:pt x="297" y="88"/>
                  </a:cubicBezTo>
                  <a:cubicBezTo>
                    <a:pt x="291" y="87"/>
                    <a:pt x="285" y="86"/>
                    <a:pt x="279" y="86"/>
                  </a:cubicBezTo>
                  <a:cubicBezTo>
                    <a:pt x="268" y="86"/>
                    <a:pt x="257" y="88"/>
                    <a:pt x="246" y="89"/>
                  </a:cubicBezTo>
                  <a:cubicBezTo>
                    <a:pt x="235" y="91"/>
                    <a:pt x="223" y="92"/>
                    <a:pt x="212" y="92"/>
                  </a:cubicBezTo>
                  <a:cubicBezTo>
                    <a:pt x="207" y="92"/>
                    <a:pt x="202" y="92"/>
                    <a:pt x="198" y="92"/>
                  </a:cubicBezTo>
                  <a:cubicBezTo>
                    <a:pt x="193" y="91"/>
                    <a:pt x="190" y="90"/>
                    <a:pt x="187" y="88"/>
                  </a:cubicBezTo>
                  <a:cubicBezTo>
                    <a:pt x="181" y="84"/>
                    <a:pt x="176" y="77"/>
                    <a:pt x="172" y="68"/>
                  </a:cubicBezTo>
                  <a:cubicBezTo>
                    <a:pt x="168" y="62"/>
                    <a:pt x="165" y="55"/>
                    <a:pt x="162" y="47"/>
                  </a:cubicBezTo>
                  <a:cubicBezTo>
                    <a:pt x="157" y="36"/>
                    <a:pt x="151" y="25"/>
                    <a:pt x="143" y="16"/>
                  </a:cubicBezTo>
                  <a:cubicBezTo>
                    <a:pt x="139" y="11"/>
                    <a:pt x="134" y="7"/>
                    <a:pt x="128" y="4"/>
                  </a:cubicBezTo>
                  <a:cubicBezTo>
                    <a:pt x="122" y="1"/>
                    <a:pt x="115" y="0"/>
                    <a:pt x="108" y="0"/>
                  </a:cubicBezTo>
                  <a:cubicBezTo>
                    <a:pt x="103" y="0"/>
                    <a:pt x="98" y="2"/>
                    <a:pt x="94" y="4"/>
                  </a:cubicBezTo>
                  <a:cubicBezTo>
                    <a:pt x="90" y="7"/>
                    <a:pt x="86" y="10"/>
                    <a:pt x="83" y="15"/>
                  </a:cubicBezTo>
                  <a:cubicBezTo>
                    <a:pt x="77" y="22"/>
                    <a:pt x="71" y="32"/>
                    <a:pt x="66" y="44"/>
                  </a:cubicBezTo>
                  <a:cubicBezTo>
                    <a:pt x="56" y="65"/>
                    <a:pt x="48" y="91"/>
                    <a:pt x="40" y="119"/>
                  </a:cubicBezTo>
                  <a:cubicBezTo>
                    <a:pt x="16" y="202"/>
                    <a:pt x="1" y="301"/>
                    <a:pt x="1" y="301"/>
                  </a:cubicBezTo>
                  <a:cubicBezTo>
                    <a:pt x="0" y="305"/>
                    <a:pt x="3" y="309"/>
                    <a:pt x="7" y="309"/>
                  </a:cubicBezTo>
                  <a:cubicBezTo>
                    <a:pt x="11" y="310"/>
                    <a:pt x="15" y="307"/>
                    <a:pt x="15" y="303"/>
                  </a:cubicBezTo>
                  <a:close/>
                </a:path>
              </a:pathLst>
            </a:custGeom>
            <a:solidFill>
              <a:srgbClr val="334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104">
              <a:extLst>
                <a:ext uri="{FF2B5EF4-FFF2-40B4-BE49-F238E27FC236}">
                  <a16:creationId xmlns:a16="http://schemas.microsoft.com/office/drawing/2014/main" id="{69BC9413-D9BE-4ECF-95D5-396A7BDDF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148"/>
              <a:ext cx="397" cy="342"/>
            </a:xfrm>
            <a:custGeom>
              <a:avLst/>
              <a:gdLst>
                <a:gd name="T0" fmla="*/ 396 w 397"/>
                <a:gd name="T1" fmla="*/ 341 h 342"/>
                <a:gd name="T2" fmla="*/ 396 w 397"/>
                <a:gd name="T3" fmla="*/ 340 h 342"/>
                <a:gd name="T4" fmla="*/ 2 w 397"/>
                <a:gd name="T5" fmla="*/ 340 h 342"/>
                <a:gd name="T6" fmla="*/ 2 w 397"/>
                <a:gd name="T7" fmla="*/ 2 h 342"/>
                <a:gd name="T8" fmla="*/ 395 w 397"/>
                <a:gd name="T9" fmla="*/ 2 h 342"/>
                <a:gd name="T10" fmla="*/ 395 w 397"/>
                <a:gd name="T11" fmla="*/ 341 h 342"/>
                <a:gd name="T12" fmla="*/ 396 w 397"/>
                <a:gd name="T13" fmla="*/ 341 h 342"/>
                <a:gd name="T14" fmla="*/ 396 w 397"/>
                <a:gd name="T15" fmla="*/ 340 h 342"/>
                <a:gd name="T16" fmla="*/ 396 w 397"/>
                <a:gd name="T17" fmla="*/ 341 h 342"/>
                <a:gd name="T18" fmla="*/ 397 w 397"/>
                <a:gd name="T19" fmla="*/ 341 h 342"/>
                <a:gd name="T20" fmla="*/ 397 w 397"/>
                <a:gd name="T21" fmla="*/ 0 h 342"/>
                <a:gd name="T22" fmla="*/ 0 w 397"/>
                <a:gd name="T23" fmla="*/ 0 h 342"/>
                <a:gd name="T24" fmla="*/ 0 w 397"/>
                <a:gd name="T25" fmla="*/ 342 h 342"/>
                <a:gd name="T26" fmla="*/ 397 w 397"/>
                <a:gd name="T27" fmla="*/ 342 h 342"/>
                <a:gd name="T28" fmla="*/ 397 w 397"/>
                <a:gd name="T29" fmla="*/ 341 h 342"/>
                <a:gd name="T30" fmla="*/ 396 w 397"/>
                <a:gd name="T31" fmla="*/ 341 h 3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7" h="342">
                  <a:moveTo>
                    <a:pt x="396" y="341"/>
                  </a:moveTo>
                  <a:lnTo>
                    <a:pt x="396" y="340"/>
                  </a:lnTo>
                  <a:lnTo>
                    <a:pt x="2" y="340"/>
                  </a:lnTo>
                  <a:lnTo>
                    <a:pt x="2" y="2"/>
                  </a:lnTo>
                  <a:lnTo>
                    <a:pt x="395" y="2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6" y="340"/>
                  </a:lnTo>
                  <a:lnTo>
                    <a:pt x="396" y="341"/>
                  </a:lnTo>
                  <a:lnTo>
                    <a:pt x="397" y="341"/>
                  </a:lnTo>
                  <a:lnTo>
                    <a:pt x="397" y="0"/>
                  </a:lnTo>
                  <a:lnTo>
                    <a:pt x="0" y="0"/>
                  </a:lnTo>
                  <a:lnTo>
                    <a:pt x="0" y="342"/>
                  </a:lnTo>
                  <a:lnTo>
                    <a:pt x="397" y="342"/>
                  </a:lnTo>
                  <a:lnTo>
                    <a:pt x="397" y="341"/>
                  </a:lnTo>
                  <a:lnTo>
                    <a:pt x="396" y="341"/>
                  </a:lnTo>
                  <a:close/>
                </a:path>
              </a:pathLst>
            </a:cu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Rectangle 105">
              <a:extLst>
                <a:ext uri="{FF2B5EF4-FFF2-40B4-BE49-F238E27FC236}">
                  <a16:creationId xmlns:a16="http://schemas.microsoft.com/office/drawing/2014/main" id="{47E79DEF-C846-487A-8CB1-FC1392FE8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3447"/>
              <a:ext cx="399" cy="2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5" name="Freeform 106">
              <a:extLst>
                <a:ext uri="{FF2B5EF4-FFF2-40B4-BE49-F238E27FC236}">
                  <a16:creationId xmlns:a16="http://schemas.microsoft.com/office/drawing/2014/main" id="{53106035-F3A3-4E88-AC44-4F85E4A66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447"/>
              <a:ext cx="399" cy="2"/>
            </a:xfrm>
            <a:custGeom>
              <a:avLst/>
              <a:gdLst>
                <a:gd name="T0" fmla="*/ 0 w 399"/>
                <a:gd name="T1" fmla="*/ 2 h 2"/>
                <a:gd name="T2" fmla="*/ 399 w 399"/>
                <a:gd name="T3" fmla="*/ 2 h 2"/>
                <a:gd name="T4" fmla="*/ 399 w 399"/>
                <a:gd name="T5" fmla="*/ 0 h 2"/>
                <a:gd name="T6" fmla="*/ 0 w 39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2">
                  <a:moveTo>
                    <a:pt x="0" y="2"/>
                  </a:moveTo>
                  <a:lnTo>
                    <a:pt x="399" y="2"/>
                  </a:lnTo>
                  <a:lnTo>
                    <a:pt x="3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Rectangle 107">
              <a:extLst>
                <a:ext uri="{FF2B5EF4-FFF2-40B4-BE49-F238E27FC236}">
                  <a16:creationId xmlns:a16="http://schemas.microsoft.com/office/drawing/2014/main" id="{EAA3C72E-06BC-4E55-8DE3-1FC40E679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3404"/>
              <a:ext cx="399" cy="3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7" name="Freeform 108">
              <a:extLst>
                <a:ext uri="{FF2B5EF4-FFF2-40B4-BE49-F238E27FC236}">
                  <a16:creationId xmlns:a16="http://schemas.microsoft.com/office/drawing/2014/main" id="{3A1D2BE6-72E7-4480-BA4A-009AB1C07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404"/>
              <a:ext cx="399" cy="3"/>
            </a:xfrm>
            <a:custGeom>
              <a:avLst/>
              <a:gdLst>
                <a:gd name="T0" fmla="*/ 0 w 399"/>
                <a:gd name="T1" fmla="*/ 3 h 3"/>
                <a:gd name="T2" fmla="*/ 399 w 399"/>
                <a:gd name="T3" fmla="*/ 3 h 3"/>
                <a:gd name="T4" fmla="*/ 399 w 399"/>
                <a:gd name="T5" fmla="*/ 0 h 3"/>
                <a:gd name="T6" fmla="*/ 0 w 39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3">
                  <a:moveTo>
                    <a:pt x="0" y="3"/>
                  </a:moveTo>
                  <a:lnTo>
                    <a:pt x="399" y="3"/>
                  </a:lnTo>
                  <a:lnTo>
                    <a:pt x="3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Rectangle 109">
              <a:extLst>
                <a:ext uri="{FF2B5EF4-FFF2-40B4-BE49-F238E27FC236}">
                  <a16:creationId xmlns:a16="http://schemas.microsoft.com/office/drawing/2014/main" id="{64DAD73E-1321-45E9-925E-82C3F8993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3361"/>
              <a:ext cx="399" cy="2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9" name="Freeform 110">
              <a:extLst>
                <a:ext uri="{FF2B5EF4-FFF2-40B4-BE49-F238E27FC236}">
                  <a16:creationId xmlns:a16="http://schemas.microsoft.com/office/drawing/2014/main" id="{23C32FFC-762C-4242-8E7B-25A95C6AD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361"/>
              <a:ext cx="399" cy="2"/>
            </a:xfrm>
            <a:custGeom>
              <a:avLst/>
              <a:gdLst>
                <a:gd name="T0" fmla="*/ 0 w 399"/>
                <a:gd name="T1" fmla="*/ 2 h 2"/>
                <a:gd name="T2" fmla="*/ 399 w 399"/>
                <a:gd name="T3" fmla="*/ 2 h 2"/>
                <a:gd name="T4" fmla="*/ 399 w 399"/>
                <a:gd name="T5" fmla="*/ 0 h 2"/>
                <a:gd name="T6" fmla="*/ 0 w 39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2">
                  <a:moveTo>
                    <a:pt x="0" y="2"/>
                  </a:moveTo>
                  <a:lnTo>
                    <a:pt x="399" y="2"/>
                  </a:lnTo>
                  <a:lnTo>
                    <a:pt x="3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Rectangle 111">
              <a:extLst>
                <a:ext uri="{FF2B5EF4-FFF2-40B4-BE49-F238E27FC236}">
                  <a16:creationId xmlns:a16="http://schemas.microsoft.com/office/drawing/2014/main" id="{363D6BE1-7DC7-4F60-A540-CA6F72815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3318"/>
              <a:ext cx="399" cy="3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1" name="Freeform 112">
              <a:extLst>
                <a:ext uri="{FF2B5EF4-FFF2-40B4-BE49-F238E27FC236}">
                  <a16:creationId xmlns:a16="http://schemas.microsoft.com/office/drawing/2014/main" id="{BA811135-776D-48AB-9CCB-9262061E2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318"/>
              <a:ext cx="399" cy="3"/>
            </a:xfrm>
            <a:custGeom>
              <a:avLst/>
              <a:gdLst>
                <a:gd name="T0" fmla="*/ 0 w 399"/>
                <a:gd name="T1" fmla="*/ 3 h 3"/>
                <a:gd name="T2" fmla="*/ 399 w 399"/>
                <a:gd name="T3" fmla="*/ 3 h 3"/>
                <a:gd name="T4" fmla="*/ 399 w 399"/>
                <a:gd name="T5" fmla="*/ 0 h 3"/>
                <a:gd name="T6" fmla="*/ 0 w 39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3">
                  <a:moveTo>
                    <a:pt x="0" y="3"/>
                  </a:moveTo>
                  <a:lnTo>
                    <a:pt x="399" y="3"/>
                  </a:lnTo>
                  <a:lnTo>
                    <a:pt x="3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Rectangle 113">
              <a:extLst>
                <a:ext uri="{FF2B5EF4-FFF2-40B4-BE49-F238E27FC236}">
                  <a16:creationId xmlns:a16="http://schemas.microsoft.com/office/drawing/2014/main" id="{95A3DE6D-3467-40F7-9638-AC586DCB3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3275"/>
              <a:ext cx="399" cy="3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3" name="Freeform 114">
              <a:extLst>
                <a:ext uri="{FF2B5EF4-FFF2-40B4-BE49-F238E27FC236}">
                  <a16:creationId xmlns:a16="http://schemas.microsoft.com/office/drawing/2014/main" id="{96A2D451-8D46-4655-9C3D-AD7FF94F9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275"/>
              <a:ext cx="399" cy="3"/>
            </a:xfrm>
            <a:custGeom>
              <a:avLst/>
              <a:gdLst>
                <a:gd name="T0" fmla="*/ 0 w 399"/>
                <a:gd name="T1" fmla="*/ 3 h 3"/>
                <a:gd name="T2" fmla="*/ 399 w 399"/>
                <a:gd name="T3" fmla="*/ 3 h 3"/>
                <a:gd name="T4" fmla="*/ 399 w 399"/>
                <a:gd name="T5" fmla="*/ 0 h 3"/>
                <a:gd name="T6" fmla="*/ 0 w 39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3">
                  <a:moveTo>
                    <a:pt x="0" y="3"/>
                  </a:moveTo>
                  <a:lnTo>
                    <a:pt x="399" y="3"/>
                  </a:lnTo>
                  <a:lnTo>
                    <a:pt x="3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Rectangle 115">
              <a:extLst>
                <a:ext uri="{FF2B5EF4-FFF2-40B4-BE49-F238E27FC236}">
                  <a16:creationId xmlns:a16="http://schemas.microsoft.com/office/drawing/2014/main" id="{B364240D-38CC-44C7-9BDF-AEF82A77D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3233"/>
              <a:ext cx="399" cy="2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5" name="Freeform 116">
              <a:extLst>
                <a:ext uri="{FF2B5EF4-FFF2-40B4-BE49-F238E27FC236}">
                  <a16:creationId xmlns:a16="http://schemas.microsoft.com/office/drawing/2014/main" id="{2CE5926D-BB10-4431-93E5-CD76DD971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233"/>
              <a:ext cx="399" cy="2"/>
            </a:xfrm>
            <a:custGeom>
              <a:avLst/>
              <a:gdLst>
                <a:gd name="T0" fmla="*/ 0 w 399"/>
                <a:gd name="T1" fmla="*/ 2 h 2"/>
                <a:gd name="T2" fmla="*/ 399 w 399"/>
                <a:gd name="T3" fmla="*/ 2 h 2"/>
                <a:gd name="T4" fmla="*/ 399 w 399"/>
                <a:gd name="T5" fmla="*/ 0 h 2"/>
                <a:gd name="T6" fmla="*/ 0 w 39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2">
                  <a:moveTo>
                    <a:pt x="0" y="2"/>
                  </a:moveTo>
                  <a:lnTo>
                    <a:pt x="399" y="2"/>
                  </a:lnTo>
                  <a:lnTo>
                    <a:pt x="3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Rectangle 117">
              <a:extLst>
                <a:ext uri="{FF2B5EF4-FFF2-40B4-BE49-F238E27FC236}">
                  <a16:creationId xmlns:a16="http://schemas.microsoft.com/office/drawing/2014/main" id="{987E5FD8-B1AD-4E19-83DB-2A3F8179A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3190"/>
              <a:ext cx="399" cy="2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7" name="Freeform 118">
              <a:extLst>
                <a:ext uri="{FF2B5EF4-FFF2-40B4-BE49-F238E27FC236}">
                  <a16:creationId xmlns:a16="http://schemas.microsoft.com/office/drawing/2014/main" id="{3457DAD2-8B21-43F6-B494-FE7D3D34E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190"/>
              <a:ext cx="399" cy="2"/>
            </a:xfrm>
            <a:custGeom>
              <a:avLst/>
              <a:gdLst>
                <a:gd name="T0" fmla="*/ 0 w 399"/>
                <a:gd name="T1" fmla="*/ 2 h 2"/>
                <a:gd name="T2" fmla="*/ 399 w 399"/>
                <a:gd name="T3" fmla="*/ 2 h 2"/>
                <a:gd name="T4" fmla="*/ 399 w 399"/>
                <a:gd name="T5" fmla="*/ 0 h 2"/>
                <a:gd name="T6" fmla="*/ 0 w 39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9" h="2">
                  <a:moveTo>
                    <a:pt x="0" y="2"/>
                  </a:moveTo>
                  <a:lnTo>
                    <a:pt x="399" y="2"/>
                  </a:lnTo>
                  <a:lnTo>
                    <a:pt x="3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Rectangle 119">
              <a:extLst>
                <a:ext uri="{FF2B5EF4-FFF2-40B4-BE49-F238E27FC236}">
                  <a16:creationId xmlns:a16="http://schemas.microsoft.com/office/drawing/2014/main" id="{AB27DB3C-14E3-4272-B7C3-99DAA5C8E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8" y="3149"/>
              <a:ext cx="3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9" name="Freeform 120">
              <a:extLst>
                <a:ext uri="{FF2B5EF4-FFF2-40B4-BE49-F238E27FC236}">
                  <a16:creationId xmlns:a16="http://schemas.microsoft.com/office/drawing/2014/main" id="{9FB862D7-6567-4497-9331-4403461B4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3149"/>
              <a:ext cx="3" cy="345"/>
            </a:xfrm>
            <a:custGeom>
              <a:avLst/>
              <a:gdLst>
                <a:gd name="T0" fmla="*/ 0 w 3"/>
                <a:gd name="T1" fmla="*/ 0 h 345"/>
                <a:gd name="T2" fmla="*/ 0 w 3"/>
                <a:gd name="T3" fmla="*/ 345 h 345"/>
                <a:gd name="T4" fmla="*/ 3 w 3"/>
                <a:gd name="T5" fmla="*/ 345 h 345"/>
                <a:gd name="T6" fmla="*/ 3 w 3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45">
                  <a:moveTo>
                    <a:pt x="0" y="0"/>
                  </a:moveTo>
                  <a:lnTo>
                    <a:pt x="0" y="345"/>
                  </a:lnTo>
                  <a:lnTo>
                    <a:pt x="3" y="345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Rectangle 121">
              <a:extLst>
                <a:ext uri="{FF2B5EF4-FFF2-40B4-BE49-F238E27FC236}">
                  <a16:creationId xmlns:a16="http://schemas.microsoft.com/office/drawing/2014/main" id="{635DB702-096F-46EB-A3A0-2EC8858A0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" y="3149"/>
              <a:ext cx="2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71" name="Freeform 122">
              <a:extLst>
                <a:ext uri="{FF2B5EF4-FFF2-40B4-BE49-F238E27FC236}">
                  <a16:creationId xmlns:a16="http://schemas.microsoft.com/office/drawing/2014/main" id="{465C9127-DC5E-4D36-86AB-67B267F05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149"/>
              <a:ext cx="2" cy="345"/>
            </a:xfrm>
            <a:custGeom>
              <a:avLst/>
              <a:gdLst>
                <a:gd name="T0" fmla="*/ 0 w 2"/>
                <a:gd name="T1" fmla="*/ 0 h 345"/>
                <a:gd name="T2" fmla="*/ 0 w 2"/>
                <a:gd name="T3" fmla="*/ 345 h 345"/>
                <a:gd name="T4" fmla="*/ 2 w 2"/>
                <a:gd name="T5" fmla="*/ 345 h 345"/>
                <a:gd name="T6" fmla="*/ 2 w 2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45">
                  <a:moveTo>
                    <a:pt x="0" y="0"/>
                  </a:moveTo>
                  <a:lnTo>
                    <a:pt x="0" y="345"/>
                  </a:lnTo>
                  <a:lnTo>
                    <a:pt x="2" y="345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Rectangle 123">
              <a:extLst>
                <a:ext uri="{FF2B5EF4-FFF2-40B4-BE49-F238E27FC236}">
                  <a16:creationId xmlns:a16="http://schemas.microsoft.com/office/drawing/2014/main" id="{BB9D7ECA-F171-4309-B5E2-7FFF128EB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3149"/>
              <a:ext cx="2" cy="34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73" name="Freeform 124">
              <a:extLst>
                <a:ext uri="{FF2B5EF4-FFF2-40B4-BE49-F238E27FC236}">
                  <a16:creationId xmlns:a16="http://schemas.microsoft.com/office/drawing/2014/main" id="{52939265-7933-4537-8A03-A57E90000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49"/>
              <a:ext cx="2" cy="345"/>
            </a:xfrm>
            <a:custGeom>
              <a:avLst/>
              <a:gdLst>
                <a:gd name="T0" fmla="*/ 0 w 2"/>
                <a:gd name="T1" fmla="*/ 0 h 345"/>
                <a:gd name="T2" fmla="*/ 0 w 2"/>
                <a:gd name="T3" fmla="*/ 345 h 345"/>
                <a:gd name="T4" fmla="*/ 2 w 2"/>
                <a:gd name="T5" fmla="*/ 345 h 345"/>
                <a:gd name="T6" fmla="*/ 2 w 2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45">
                  <a:moveTo>
                    <a:pt x="0" y="0"/>
                  </a:moveTo>
                  <a:lnTo>
                    <a:pt x="0" y="345"/>
                  </a:lnTo>
                  <a:lnTo>
                    <a:pt x="2" y="345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Rectangle 125">
              <a:extLst>
                <a:ext uri="{FF2B5EF4-FFF2-40B4-BE49-F238E27FC236}">
                  <a16:creationId xmlns:a16="http://schemas.microsoft.com/office/drawing/2014/main" id="{CE35111A-9ACE-4F8D-9F18-836F8B114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" y="3149"/>
              <a:ext cx="3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75" name="Freeform 126">
              <a:extLst>
                <a:ext uri="{FF2B5EF4-FFF2-40B4-BE49-F238E27FC236}">
                  <a16:creationId xmlns:a16="http://schemas.microsoft.com/office/drawing/2014/main" id="{D584BAC8-73FC-48FD-BE28-7E4734254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149"/>
              <a:ext cx="3" cy="345"/>
            </a:xfrm>
            <a:custGeom>
              <a:avLst/>
              <a:gdLst>
                <a:gd name="T0" fmla="*/ 0 w 3"/>
                <a:gd name="T1" fmla="*/ 0 h 345"/>
                <a:gd name="T2" fmla="*/ 0 w 3"/>
                <a:gd name="T3" fmla="*/ 345 h 345"/>
                <a:gd name="T4" fmla="*/ 3 w 3"/>
                <a:gd name="T5" fmla="*/ 345 h 345"/>
                <a:gd name="T6" fmla="*/ 3 w 3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45">
                  <a:moveTo>
                    <a:pt x="0" y="0"/>
                  </a:moveTo>
                  <a:lnTo>
                    <a:pt x="0" y="345"/>
                  </a:lnTo>
                  <a:lnTo>
                    <a:pt x="3" y="345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Rectangle 127">
              <a:extLst>
                <a:ext uri="{FF2B5EF4-FFF2-40B4-BE49-F238E27FC236}">
                  <a16:creationId xmlns:a16="http://schemas.microsoft.com/office/drawing/2014/main" id="{1AEE3EDB-7A9C-4D28-84DA-A56BBDE1E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7" y="3149"/>
              <a:ext cx="2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77" name="Freeform 128">
              <a:extLst>
                <a:ext uri="{FF2B5EF4-FFF2-40B4-BE49-F238E27FC236}">
                  <a16:creationId xmlns:a16="http://schemas.microsoft.com/office/drawing/2014/main" id="{268DBC8A-8108-4220-9365-63846D40F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3149"/>
              <a:ext cx="2" cy="345"/>
            </a:xfrm>
            <a:custGeom>
              <a:avLst/>
              <a:gdLst>
                <a:gd name="T0" fmla="*/ 0 w 2"/>
                <a:gd name="T1" fmla="*/ 0 h 345"/>
                <a:gd name="T2" fmla="*/ 0 w 2"/>
                <a:gd name="T3" fmla="*/ 345 h 345"/>
                <a:gd name="T4" fmla="*/ 2 w 2"/>
                <a:gd name="T5" fmla="*/ 345 h 345"/>
                <a:gd name="T6" fmla="*/ 2 w 2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45">
                  <a:moveTo>
                    <a:pt x="0" y="0"/>
                  </a:moveTo>
                  <a:lnTo>
                    <a:pt x="0" y="345"/>
                  </a:lnTo>
                  <a:lnTo>
                    <a:pt x="2" y="345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Rectangle 129">
              <a:extLst>
                <a:ext uri="{FF2B5EF4-FFF2-40B4-BE49-F238E27FC236}">
                  <a16:creationId xmlns:a16="http://schemas.microsoft.com/office/drawing/2014/main" id="{5D51EFB0-E0AA-42A6-A92E-B797FF860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3149"/>
              <a:ext cx="3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79" name="Freeform 130">
              <a:extLst>
                <a:ext uri="{FF2B5EF4-FFF2-40B4-BE49-F238E27FC236}">
                  <a16:creationId xmlns:a16="http://schemas.microsoft.com/office/drawing/2014/main" id="{FA63C706-B233-4492-8D10-D63008BFF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149"/>
              <a:ext cx="3" cy="345"/>
            </a:xfrm>
            <a:custGeom>
              <a:avLst/>
              <a:gdLst>
                <a:gd name="T0" fmla="*/ 0 w 3"/>
                <a:gd name="T1" fmla="*/ 0 h 345"/>
                <a:gd name="T2" fmla="*/ 0 w 3"/>
                <a:gd name="T3" fmla="*/ 345 h 345"/>
                <a:gd name="T4" fmla="*/ 3 w 3"/>
                <a:gd name="T5" fmla="*/ 345 h 345"/>
                <a:gd name="T6" fmla="*/ 3 w 3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45">
                  <a:moveTo>
                    <a:pt x="0" y="0"/>
                  </a:moveTo>
                  <a:lnTo>
                    <a:pt x="0" y="345"/>
                  </a:lnTo>
                  <a:lnTo>
                    <a:pt x="3" y="345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Rectangle 131">
              <a:extLst>
                <a:ext uri="{FF2B5EF4-FFF2-40B4-BE49-F238E27FC236}">
                  <a16:creationId xmlns:a16="http://schemas.microsoft.com/office/drawing/2014/main" id="{99A3A4C4-099A-49ED-AB21-B0C7B3BD6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3149"/>
              <a:ext cx="2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81" name="Freeform 132">
              <a:extLst>
                <a:ext uri="{FF2B5EF4-FFF2-40B4-BE49-F238E27FC236}">
                  <a16:creationId xmlns:a16="http://schemas.microsoft.com/office/drawing/2014/main" id="{CCCA64F4-748F-4B9F-9B7C-FD4D621D4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3149"/>
              <a:ext cx="2" cy="345"/>
            </a:xfrm>
            <a:custGeom>
              <a:avLst/>
              <a:gdLst>
                <a:gd name="T0" fmla="*/ 0 w 2"/>
                <a:gd name="T1" fmla="*/ 0 h 345"/>
                <a:gd name="T2" fmla="*/ 0 w 2"/>
                <a:gd name="T3" fmla="*/ 345 h 345"/>
                <a:gd name="T4" fmla="*/ 2 w 2"/>
                <a:gd name="T5" fmla="*/ 345 h 345"/>
                <a:gd name="T6" fmla="*/ 2 w 2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45">
                  <a:moveTo>
                    <a:pt x="0" y="0"/>
                  </a:moveTo>
                  <a:lnTo>
                    <a:pt x="0" y="345"/>
                  </a:lnTo>
                  <a:lnTo>
                    <a:pt x="2" y="345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Rectangle 133">
              <a:extLst>
                <a:ext uri="{FF2B5EF4-FFF2-40B4-BE49-F238E27FC236}">
                  <a16:creationId xmlns:a16="http://schemas.microsoft.com/office/drawing/2014/main" id="{24AC53A0-EB7E-4F8C-85A7-9A29F0A47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3149"/>
              <a:ext cx="3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83" name="Freeform 134">
              <a:extLst>
                <a:ext uri="{FF2B5EF4-FFF2-40B4-BE49-F238E27FC236}">
                  <a16:creationId xmlns:a16="http://schemas.microsoft.com/office/drawing/2014/main" id="{5D958456-48A0-4023-8DF9-81C5F1107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3149"/>
              <a:ext cx="3" cy="345"/>
            </a:xfrm>
            <a:custGeom>
              <a:avLst/>
              <a:gdLst>
                <a:gd name="T0" fmla="*/ 0 w 3"/>
                <a:gd name="T1" fmla="*/ 0 h 345"/>
                <a:gd name="T2" fmla="*/ 0 w 3"/>
                <a:gd name="T3" fmla="*/ 345 h 345"/>
                <a:gd name="T4" fmla="*/ 3 w 3"/>
                <a:gd name="T5" fmla="*/ 345 h 345"/>
                <a:gd name="T6" fmla="*/ 3 w 3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45">
                  <a:moveTo>
                    <a:pt x="0" y="0"/>
                  </a:moveTo>
                  <a:lnTo>
                    <a:pt x="0" y="345"/>
                  </a:lnTo>
                  <a:lnTo>
                    <a:pt x="3" y="345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Rectangle 135">
              <a:extLst>
                <a:ext uri="{FF2B5EF4-FFF2-40B4-BE49-F238E27FC236}">
                  <a16:creationId xmlns:a16="http://schemas.microsoft.com/office/drawing/2014/main" id="{BB89EB4E-823E-4D69-AF5D-468E08232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3149"/>
              <a:ext cx="2" cy="345"/>
            </a:xfrm>
            <a:prstGeom prst="rect">
              <a:avLst/>
            </a:prstGeom>
            <a:solidFill>
              <a:srgbClr val="71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85" name="Freeform 136">
              <a:extLst>
                <a:ext uri="{FF2B5EF4-FFF2-40B4-BE49-F238E27FC236}">
                  <a16:creationId xmlns:a16="http://schemas.microsoft.com/office/drawing/2014/main" id="{CECF807D-3DC3-4B48-A3C4-65501C4E9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3149"/>
              <a:ext cx="2" cy="345"/>
            </a:xfrm>
            <a:custGeom>
              <a:avLst/>
              <a:gdLst>
                <a:gd name="T0" fmla="*/ 0 w 2"/>
                <a:gd name="T1" fmla="*/ 0 h 345"/>
                <a:gd name="T2" fmla="*/ 0 w 2"/>
                <a:gd name="T3" fmla="*/ 345 h 345"/>
                <a:gd name="T4" fmla="*/ 2 w 2"/>
                <a:gd name="T5" fmla="*/ 345 h 345"/>
                <a:gd name="T6" fmla="*/ 2 w 2"/>
                <a:gd name="T7" fmla="*/ 0 h 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45">
                  <a:moveTo>
                    <a:pt x="0" y="0"/>
                  </a:moveTo>
                  <a:lnTo>
                    <a:pt x="0" y="345"/>
                  </a:lnTo>
                  <a:lnTo>
                    <a:pt x="2" y="345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Rectangle 137">
              <a:extLst>
                <a:ext uri="{FF2B5EF4-FFF2-40B4-BE49-F238E27FC236}">
                  <a16:creationId xmlns:a16="http://schemas.microsoft.com/office/drawing/2014/main" id="{DA3F1EFF-ADB3-4485-AC36-D72DE5F8F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" y="3496"/>
              <a:ext cx="8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0</a:t>
              </a:r>
              <a:endParaRPr lang="fr-FR" altLang="fr-FR"/>
            </a:p>
          </p:txBody>
        </p:sp>
        <p:sp>
          <p:nvSpPr>
            <p:cNvPr id="41087" name="Rectangle 138">
              <a:extLst>
                <a:ext uri="{FF2B5EF4-FFF2-40B4-BE49-F238E27FC236}">
                  <a16:creationId xmlns:a16="http://schemas.microsoft.com/office/drawing/2014/main" id="{A0957E6F-AAD4-4A0D-BB60-862C004BF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9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100</a:t>
              </a:r>
              <a:endParaRPr lang="fr-FR" altLang="fr-FR"/>
            </a:p>
          </p:txBody>
        </p:sp>
        <p:sp>
          <p:nvSpPr>
            <p:cNvPr id="41088" name="Rectangle 139">
              <a:extLst>
                <a:ext uri="{FF2B5EF4-FFF2-40B4-BE49-F238E27FC236}">
                  <a16:creationId xmlns:a16="http://schemas.microsoft.com/office/drawing/2014/main" id="{B196D9FF-922A-41F3-9B51-4B033DA8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8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200</a:t>
              </a:r>
              <a:endParaRPr lang="fr-FR" altLang="fr-FR"/>
            </a:p>
          </p:txBody>
        </p:sp>
        <p:sp>
          <p:nvSpPr>
            <p:cNvPr id="41089" name="Rectangle 140">
              <a:extLst>
                <a:ext uri="{FF2B5EF4-FFF2-40B4-BE49-F238E27FC236}">
                  <a16:creationId xmlns:a16="http://schemas.microsoft.com/office/drawing/2014/main" id="{389D8EB5-F230-4744-8692-2996EA9B7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300</a:t>
              </a:r>
              <a:endParaRPr lang="fr-FR" altLang="fr-FR"/>
            </a:p>
          </p:txBody>
        </p:sp>
        <p:sp>
          <p:nvSpPr>
            <p:cNvPr id="41090" name="Rectangle 141">
              <a:extLst>
                <a:ext uri="{FF2B5EF4-FFF2-40B4-BE49-F238E27FC236}">
                  <a16:creationId xmlns:a16="http://schemas.microsoft.com/office/drawing/2014/main" id="{042F1CF9-9EA6-409F-97DD-964ACEC3E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7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400</a:t>
              </a:r>
              <a:endParaRPr lang="fr-FR" altLang="fr-FR"/>
            </a:p>
          </p:txBody>
        </p:sp>
        <p:sp>
          <p:nvSpPr>
            <p:cNvPr id="41091" name="Rectangle 142">
              <a:extLst>
                <a:ext uri="{FF2B5EF4-FFF2-40B4-BE49-F238E27FC236}">
                  <a16:creationId xmlns:a16="http://schemas.microsoft.com/office/drawing/2014/main" id="{F9D81F08-10ED-4631-B5F7-909D052EB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500</a:t>
              </a:r>
              <a:endParaRPr lang="fr-FR" altLang="fr-FR"/>
            </a:p>
          </p:txBody>
        </p:sp>
        <p:sp>
          <p:nvSpPr>
            <p:cNvPr id="41092" name="Rectangle 143">
              <a:extLst>
                <a:ext uri="{FF2B5EF4-FFF2-40B4-BE49-F238E27FC236}">
                  <a16:creationId xmlns:a16="http://schemas.microsoft.com/office/drawing/2014/main" id="{CB8FBB3F-1CE6-411C-B245-9D3F1830B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600</a:t>
              </a:r>
              <a:endParaRPr lang="fr-FR" altLang="fr-FR"/>
            </a:p>
          </p:txBody>
        </p:sp>
        <p:sp>
          <p:nvSpPr>
            <p:cNvPr id="41093" name="Rectangle 144">
              <a:extLst>
                <a:ext uri="{FF2B5EF4-FFF2-40B4-BE49-F238E27FC236}">
                  <a16:creationId xmlns:a16="http://schemas.microsoft.com/office/drawing/2014/main" id="{6666A3BE-5276-436A-B8AF-06C27DA4B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700</a:t>
              </a:r>
              <a:endParaRPr lang="fr-FR" altLang="fr-FR"/>
            </a:p>
          </p:txBody>
        </p:sp>
        <p:sp>
          <p:nvSpPr>
            <p:cNvPr id="41094" name="Rectangle 145">
              <a:extLst>
                <a:ext uri="{FF2B5EF4-FFF2-40B4-BE49-F238E27FC236}">
                  <a16:creationId xmlns:a16="http://schemas.microsoft.com/office/drawing/2014/main" id="{3E0F5EE8-C9E1-4425-99DE-55B3C9542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6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800</a:t>
              </a:r>
              <a:endParaRPr lang="fr-FR" altLang="fr-FR"/>
            </a:p>
          </p:txBody>
        </p:sp>
        <p:sp>
          <p:nvSpPr>
            <p:cNvPr id="41095" name="Rectangle 146">
              <a:extLst>
                <a:ext uri="{FF2B5EF4-FFF2-40B4-BE49-F238E27FC236}">
                  <a16:creationId xmlns:a16="http://schemas.microsoft.com/office/drawing/2014/main" id="{C984D133-FFB5-4FBB-8766-6C02B667E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4" y="349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900</a:t>
              </a:r>
              <a:endParaRPr lang="fr-FR" altLang="fr-FR"/>
            </a:p>
          </p:txBody>
        </p:sp>
        <p:sp>
          <p:nvSpPr>
            <p:cNvPr id="41096" name="Rectangle 147">
              <a:extLst>
                <a:ext uri="{FF2B5EF4-FFF2-40B4-BE49-F238E27FC236}">
                  <a16:creationId xmlns:a16="http://schemas.microsoft.com/office/drawing/2014/main" id="{13610D3B-6B9A-445A-8C4B-E4F02B31D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" y="3496"/>
              <a:ext cx="32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1000</a:t>
              </a:r>
              <a:endParaRPr lang="fr-FR" altLang="fr-FR"/>
            </a:p>
          </p:txBody>
        </p:sp>
        <p:sp>
          <p:nvSpPr>
            <p:cNvPr id="41097" name="Rectangle 148">
              <a:extLst>
                <a:ext uri="{FF2B5EF4-FFF2-40B4-BE49-F238E27FC236}">
                  <a16:creationId xmlns:a16="http://schemas.microsoft.com/office/drawing/2014/main" id="{75228C4A-6930-44EC-9278-A08147A95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3481"/>
              <a:ext cx="16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70</a:t>
              </a:r>
              <a:endParaRPr lang="fr-FR" altLang="fr-FR"/>
            </a:p>
          </p:txBody>
        </p:sp>
        <p:sp>
          <p:nvSpPr>
            <p:cNvPr id="41098" name="Rectangle 149">
              <a:extLst>
                <a:ext uri="{FF2B5EF4-FFF2-40B4-BE49-F238E27FC236}">
                  <a16:creationId xmlns:a16="http://schemas.microsoft.com/office/drawing/2014/main" id="{F0D2E32F-016C-49D3-A302-B02314C73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3439"/>
              <a:ext cx="16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80</a:t>
              </a:r>
              <a:endParaRPr lang="fr-FR" altLang="fr-FR"/>
            </a:p>
          </p:txBody>
        </p:sp>
        <p:sp>
          <p:nvSpPr>
            <p:cNvPr id="41099" name="Rectangle 150">
              <a:extLst>
                <a:ext uri="{FF2B5EF4-FFF2-40B4-BE49-F238E27FC236}">
                  <a16:creationId xmlns:a16="http://schemas.microsoft.com/office/drawing/2014/main" id="{1243DC6D-DEF1-47C3-8E6E-F015DDBCA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3396"/>
              <a:ext cx="16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90</a:t>
              </a:r>
              <a:endParaRPr lang="fr-FR" altLang="fr-FR"/>
            </a:p>
          </p:txBody>
        </p:sp>
        <p:sp>
          <p:nvSpPr>
            <p:cNvPr id="41100" name="Rectangle 151">
              <a:extLst>
                <a:ext uri="{FF2B5EF4-FFF2-40B4-BE49-F238E27FC236}">
                  <a16:creationId xmlns:a16="http://schemas.microsoft.com/office/drawing/2014/main" id="{5073E985-1F9C-4534-B1B6-6D771F7CE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" y="3351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100</a:t>
              </a:r>
              <a:endParaRPr lang="fr-FR" altLang="fr-FR"/>
            </a:p>
          </p:txBody>
        </p:sp>
        <p:sp>
          <p:nvSpPr>
            <p:cNvPr id="41101" name="Rectangle 152">
              <a:extLst>
                <a:ext uri="{FF2B5EF4-FFF2-40B4-BE49-F238E27FC236}">
                  <a16:creationId xmlns:a16="http://schemas.microsoft.com/office/drawing/2014/main" id="{0CE3769B-6E79-44B5-ABCB-F841EB940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" y="3310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200</a:t>
              </a:r>
              <a:endParaRPr lang="fr-FR" altLang="fr-FR"/>
            </a:p>
          </p:txBody>
        </p:sp>
        <p:sp>
          <p:nvSpPr>
            <p:cNvPr id="41102" name="Rectangle 153">
              <a:extLst>
                <a:ext uri="{FF2B5EF4-FFF2-40B4-BE49-F238E27FC236}">
                  <a16:creationId xmlns:a16="http://schemas.microsoft.com/office/drawing/2014/main" id="{D651CC06-0CD9-4F37-B288-2251F4DF6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" y="3266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300</a:t>
              </a:r>
              <a:endParaRPr lang="fr-FR" altLang="fr-FR"/>
            </a:p>
          </p:txBody>
        </p:sp>
        <p:sp>
          <p:nvSpPr>
            <p:cNvPr id="41103" name="Rectangle 154">
              <a:extLst>
                <a:ext uri="{FF2B5EF4-FFF2-40B4-BE49-F238E27FC236}">
                  <a16:creationId xmlns:a16="http://schemas.microsoft.com/office/drawing/2014/main" id="{76579A0F-0C26-46D6-8FCC-1AD14DC6B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" y="3225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400</a:t>
              </a:r>
              <a:endParaRPr lang="fr-FR" altLang="fr-FR"/>
            </a:p>
          </p:txBody>
        </p:sp>
        <p:sp>
          <p:nvSpPr>
            <p:cNvPr id="41104" name="Rectangle 155">
              <a:extLst>
                <a:ext uri="{FF2B5EF4-FFF2-40B4-BE49-F238E27FC236}">
                  <a16:creationId xmlns:a16="http://schemas.microsoft.com/office/drawing/2014/main" id="{B958A7BC-25DF-4FB4-8645-75874D165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" y="3182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500</a:t>
              </a:r>
              <a:endParaRPr lang="fr-FR" altLang="fr-FR"/>
            </a:p>
          </p:txBody>
        </p:sp>
        <p:sp>
          <p:nvSpPr>
            <p:cNvPr id="41105" name="Rectangle 156">
              <a:extLst>
                <a:ext uri="{FF2B5EF4-FFF2-40B4-BE49-F238E27FC236}">
                  <a16:creationId xmlns:a16="http://schemas.microsoft.com/office/drawing/2014/main" id="{CDE3ACCC-098E-4677-8BAE-DE1FD949E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" y="3140"/>
              <a:ext cx="24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200">
                  <a:solidFill>
                    <a:srgbClr val="000000"/>
                  </a:solidFill>
                  <a:latin typeface="Myriad Roman"/>
                </a:rPr>
                <a:t>600</a:t>
              </a:r>
              <a:endParaRPr lang="fr-FR" altLang="fr-FR"/>
            </a:p>
          </p:txBody>
        </p:sp>
        <p:sp>
          <p:nvSpPr>
            <p:cNvPr id="41106" name="Rectangle 157">
              <a:extLst>
                <a:ext uri="{FF2B5EF4-FFF2-40B4-BE49-F238E27FC236}">
                  <a16:creationId xmlns:a16="http://schemas.microsoft.com/office/drawing/2014/main" id="{B6D036BD-F9A1-41E6-B89D-308EA3915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" y="3518"/>
              <a:ext cx="13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S</a:t>
              </a:r>
              <a:endParaRPr lang="fr-FR" altLang="fr-FR"/>
            </a:p>
          </p:txBody>
        </p:sp>
        <p:sp>
          <p:nvSpPr>
            <p:cNvPr id="41107" name="Rectangle 158">
              <a:extLst>
                <a:ext uri="{FF2B5EF4-FFF2-40B4-BE49-F238E27FC236}">
                  <a16:creationId xmlns:a16="http://schemas.microsoft.com/office/drawing/2014/main" id="{26A723A4-24A9-48A2-A2C5-23AA3E43B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8" y="3518"/>
              <a:ext cx="12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y</a:t>
              </a:r>
              <a:endParaRPr lang="fr-FR" altLang="fr-FR"/>
            </a:p>
          </p:txBody>
        </p:sp>
        <p:sp>
          <p:nvSpPr>
            <p:cNvPr id="41108" name="Rectangle 159">
              <a:extLst>
                <a:ext uri="{FF2B5EF4-FFF2-40B4-BE49-F238E27FC236}">
                  <a16:creationId xmlns:a16="http://schemas.microsoft.com/office/drawing/2014/main" id="{E23F5B4A-4CBC-48D7-9E23-082F0B037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8" y="3518"/>
              <a:ext cx="17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st</a:t>
              </a:r>
              <a:endParaRPr lang="fr-FR" altLang="fr-FR"/>
            </a:p>
          </p:txBody>
        </p:sp>
        <p:sp>
          <p:nvSpPr>
            <p:cNvPr id="41109" name="Rectangle 160">
              <a:extLst>
                <a:ext uri="{FF2B5EF4-FFF2-40B4-BE49-F238E27FC236}">
                  <a16:creationId xmlns:a16="http://schemas.microsoft.com/office/drawing/2014/main" id="{19B31309-1BFF-410D-BCC5-A807CF72C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3518"/>
              <a:ext cx="30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ole</a:t>
              </a:r>
              <a:endParaRPr lang="fr-FR" altLang="fr-FR"/>
            </a:p>
          </p:txBody>
        </p:sp>
        <p:sp>
          <p:nvSpPr>
            <p:cNvPr id="41110" name="Rectangle 161">
              <a:extLst>
                <a:ext uri="{FF2B5EF4-FFF2-40B4-BE49-F238E27FC236}">
                  <a16:creationId xmlns:a16="http://schemas.microsoft.com/office/drawing/2014/main" id="{A16AD3EC-A8E6-44BD-A3DB-3D46CA180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3518"/>
              <a:ext cx="47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     D</a:t>
              </a:r>
              <a:endParaRPr lang="fr-FR" altLang="fr-FR"/>
            </a:p>
          </p:txBody>
        </p:sp>
        <p:sp>
          <p:nvSpPr>
            <p:cNvPr id="41111" name="Rectangle 162">
              <a:extLst>
                <a:ext uri="{FF2B5EF4-FFF2-40B4-BE49-F238E27FC236}">
                  <a16:creationId xmlns:a16="http://schemas.microsoft.com/office/drawing/2014/main" id="{39268815-6FBE-4B46-B7E7-0ED9368E1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8" y="3518"/>
              <a:ext cx="36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iast</a:t>
              </a:r>
              <a:endParaRPr lang="fr-FR" altLang="fr-FR"/>
            </a:p>
          </p:txBody>
        </p:sp>
        <p:sp>
          <p:nvSpPr>
            <p:cNvPr id="41112" name="Rectangle 163">
              <a:extLst>
                <a:ext uri="{FF2B5EF4-FFF2-40B4-BE49-F238E27FC236}">
                  <a16:creationId xmlns:a16="http://schemas.microsoft.com/office/drawing/2014/main" id="{886591CD-503D-452A-B362-AA11D2DD8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3518"/>
              <a:ext cx="30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ole</a:t>
              </a:r>
              <a:endParaRPr lang="fr-FR" altLang="fr-FR"/>
            </a:p>
          </p:txBody>
        </p:sp>
        <p:sp>
          <p:nvSpPr>
            <p:cNvPr id="41113" name="Rectangle 164">
              <a:extLst>
                <a:ext uri="{FF2B5EF4-FFF2-40B4-BE49-F238E27FC236}">
                  <a16:creationId xmlns:a16="http://schemas.microsoft.com/office/drawing/2014/main" id="{30EAE31A-5F36-44C7-81DD-FB2CFF78B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4" y="3556"/>
              <a:ext cx="15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P</a:t>
              </a:r>
              <a:endParaRPr lang="fr-FR" altLang="fr-FR"/>
            </a:p>
          </p:txBody>
        </p:sp>
        <p:sp>
          <p:nvSpPr>
            <p:cNvPr id="41114" name="Rectangle 165">
              <a:extLst>
                <a:ext uri="{FF2B5EF4-FFF2-40B4-BE49-F238E27FC236}">
                  <a16:creationId xmlns:a16="http://schemas.microsoft.com/office/drawing/2014/main" id="{43506657-8534-4DC0-BAD3-5AAD8EE76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8" y="3556"/>
              <a:ext cx="63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300" b="1">
                  <a:solidFill>
                    <a:srgbClr val="000000"/>
                  </a:solidFill>
                  <a:latin typeface="Myriad Roman"/>
                </a:rPr>
                <a:t>oignet</a:t>
              </a:r>
              <a:endParaRPr lang="fr-FR" altLang="fr-FR"/>
            </a:p>
          </p:txBody>
        </p:sp>
        <p:sp>
          <p:nvSpPr>
            <p:cNvPr id="41115" name="Freeform 166">
              <a:extLst>
                <a:ext uri="{FF2B5EF4-FFF2-40B4-BE49-F238E27FC236}">
                  <a16:creationId xmlns:a16="http://schemas.microsoft.com/office/drawing/2014/main" id="{1BC1A852-81D1-4774-91E9-7014DE9AB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3205"/>
              <a:ext cx="398" cy="247"/>
            </a:xfrm>
            <a:custGeom>
              <a:avLst/>
              <a:gdLst>
                <a:gd name="T0" fmla="*/ 1 w 876"/>
                <a:gd name="T1" fmla="*/ 51 h 542"/>
                <a:gd name="T2" fmla="*/ 2 w 876"/>
                <a:gd name="T3" fmla="*/ 49 h 542"/>
                <a:gd name="T4" fmla="*/ 5 w 876"/>
                <a:gd name="T5" fmla="*/ 31 h 542"/>
                <a:gd name="T6" fmla="*/ 7 w 876"/>
                <a:gd name="T7" fmla="*/ 21 h 542"/>
                <a:gd name="T8" fmla="*/ 7 w 876"/>
                <a:gd name="T9" fmla="*/ 17 h 542"/>
                <a:gd name="T10" fmla="*/ 8 w 876"/>
                <a:gd name="T11" fmla="*/ 16 h 542"/>
                <a:gd name="T12" fmla="*/ 8 w 876"/>
                <a:gd name="T13" fmla="*/ 15 h 542"/>
                <a:gd name="T14" fmla="*/ 12 w 876"/>
                <a:gd name="T15" fmla="*/ 7 h 542"/>
                <a:gd name="T16" fmla="*/ 14 w 876"/>
                <a:gd name="T17" fmla="*/ 3 h 542"/>
                <a:gd name="T18" fmla="*/ 15 w 876"/>
                <a:gd name="T19" fmla="*/ 2 h 542"/>
                <a:gd name="T20" fmla="*/ 15 w 876"/>
                <a:gd name="T21" fmla="*/ 1 h 542"/>
                <a:gd name="T22" fmla="*/ 16 w 876"/>
                <a:gd name="T23" fmla="*/ 1 h 542"/>
                <a:gd name="T24" fmla="*/ 16 w 876"/>
                <a:gd name="T25" fmla="*/ 1 h 542"/>
                <a:gd name="T26" fmla="*/ 16 w 876"/>
                <a:gd name="T27" fmla="*/ 1 h 542"/>
                <a:gd name="T28" fmla="*/ 16 w 876"/>
                <a:gd name="T29" fmla="*/ 1 h 542"/>
                <a:gd name="T30" fmla="*/ 16 w 876"/>
                <a:gd name="T31" fmla="*/ 1 h 542"/>
                <a:gd name="T32" fmla="*/ 16 w 876"/>
                <a:gd name="T33" fmla="*/ 2 h 542"/>
                <a:gd name="T34" fmla="*/ 17 w 876"/>
                <a:gd name="T35" fmla="*/ 4 h 542"/>
                <a:gd name="T36" fmla="*/ 20 w 876"/>
                <a:gd name="T37" fmla="*/ 10 h 542"/>
                <a:gd name="T38" fmla="*/ 23 w 876"/>
                <a:gd name="T39" fmla="*/ 23 h 542"/>
                <a:gd name="T40" fmla="*/ 25 w 876"/>
                <a:gd name="T41" fmla="*/ 29 h 542"/>
                <a:gd name="T42" fmla="*/ 27 w 876"/>
                <a:gd name="T43" fmla="*/ 33 h 542"/>
                <a:gd name="T44" fmla="*/ 31 w 876"/>
                <a:gd name="T45" fmla="*/ 38 h 542"/>
                <a:gd name="T46" fmla="*/ 36 w 876"/>
                <a:gd name="T47" fmla="*/ 42 h 542"/>
                <a:gd name="T48" fmla="*/ 51 w 876"/>
                <a:gd name="T49" fmla="*/ 47 h 542"/>
                <a:gd name="T50" fmla="*/ 81 w 876"/>
                <a:gd name="T51" fmla="*/ 51 h 542"/>
                <a:gd name="T52" fmla="*/ 82 w 876"/>
                <a:gd name="T53" fmla="*/ 50 h 542"/>
                <a:gd name="T54" fmla="*/ 81 w 876"/>
                <a:gd name="T55" fmla="*/ 49 h 542"/>
                <a:gd name="T56" fmla="*/ 39 w 876"/>
                <a:gd name="T57" fmla="*/ 42 h 542"/>
                <a:gd name="T58" fmla="*/ 32 w 876"/>
                <a:gd name="T59" fmla="*/ 37 h 542"/>
                <a:gd name="T60" fmla="*/ 28 w 876"/>
                <a:gd name="T61" fmla="*/ 32 h 542"/>
                <a:gd name="T62" fmla="*/ 27 w 876"/>
                <a:gd name="T63" fmla="*/ 29 h 542"/>
                <a:gd name="T64" fmla="*/ 24 w 876"/>
                <a:gd name="T65" fmla="*/ 21 h 542"/>
                <a:gd name="T66" fmla="*/ 20 w 876"/>
                <a:gd name="T67" fmla="*/ 7 h 542"/>
                <a:gd name="T68" fmla="*/ 18 w 876"/>
                <a:gd name="T69" fmla="*/ 2 h 542"/>
                <a:gd name="T70" fmla="*/ 17 w 876"/>
                <a:gd name="T71" fmla="*/ 1 h 542"/>
                <a:gd name="T72" fmla="*/ 16 w 876"/>
                <a:gd name="T73" fmla="*/ 0 h 542"/>
                <a:gd name="T74" fmla="*/ 16 w 876"/>
                <a:gd name="T75" fmla="*/ 0 h 542"/>
                <a:gd name="T76" fmla="*/ 16 w 876"/>
                <a:gd name="T77" fmla="*/ 0 h 542"/>
                <a:gd name="T78" fmla="*/ 16 w 876"/>
                <a:gd name="T79" fmla="*/ 0 h 542"/>
                <a:gd name="T80" fmla="*/ 16 w 876"/>
                <a:gd name="T81" fmla="*/ 0 h 542"/>
                <a:gd name="T82" fmla="*/ 15 w 876"/>
                <a:gd name="T83" fmla="*/ 0 h 542"/>
                <a:gd name="T84" fmla="*/ 14 w 876"/>
                <a:gd name="T85" fmla="*/ 1 h 542"/>
                <a:gd name="T86" fmla="*/ 12 w 876"/>
                <a:gd name="T87" fmla="*/ 4 h 542"/>
                <a:gd name="T88" fmla="*/ 9 w 876"/>
                <a:gd name="T89" fmla="*/ 10 h 542"/>
                <a:gd name="T90" fmla="*/ 7 w 876"/>
                <a:gd name="T91" fmla="*/ 15 h 542"/>
                <a:gd name="T92" fmla="*/ 6 w 876"/>
                <a:gd name="T93" fmla="*/ 16 h 542"/>
                <a:gd name="T94" fmla="*/ 5 w 876"/>
                <a:gd name="T95" fmla="*/ 24 h 542"/>
                <a:gd name="T96" fmla="*/ 0 w 876"/>
                <a:gd name="T97" fmla="*/ 51 h 542"/>
                <a:gd name="T98" fmla="*/ 0 w 876"/>
                <a:gd name="T99" fmla="*/ 51 h 542"/>
                <a:gd name="T100" fmla="*/ 1 w 876"/>
                <a:gd name="T101" fmla="*/ 51 h 5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76" h="542">
                  <a:moveTo>
                    <a:pt x="16" y="535"/>
                  </a:moveTo>
                  <a:cubicBezTo>
                    <a:pt x="16" y="535"/>
                    <a:pt x="17" y="530"/>
                    <a:pt x="18" y="520"/>
                  </a:cubicBezTo>
                  <a:cubicBezTo>
                    <a:pt x="23" y="488"/>
                    <a:pt x="36" y="407"/>
                    <a:pt x="50" y="330"/>
                  </a:cubicBezTo>
                  <a:cubicBezTo>
                    <a:pt x="56" y="291"/>
                    <a:pt x="63" y="253"/>
                    <a:pt x="70" y="223"/>
                  </a:cubicBezTo>
                  <a:cubicBezTo>
                    <a:pt x="73" y="208"/>
                    <a:pt x="76" y="195"/>
                    <a:pt x="78" y="185"/>
                  </a:cubicBezTo>
                  <a:cubicBezTo>
                    <a:pt x="79" y="179"/>
                    <a:pt x="81" y="175"/>
                    <a:pt x="82" y="171"/>
                  </a:cubicBezTo>
                  <a:cubicBezTo>
                    <a:pt x="83" y="167"/>
                    <a:pt x="84" y="165"/>
                    <a:pt x="84" y="163"/>
                  </a:cubicBezTo>
                  <a:cubicBezTo>
                    <a:pt x="93" y="143"/>
                    <a:pt x="109" y="105"/>
                    <a:pt x="126" y="72"/>
                  </a:cubicBezTo>
                  <a:cubicBezTo>
                    <a:pt x="134" y="56"/>
                    <a:pt x="143" y="41"/>
                    <a:pt x="151" y="30"/>
                  </a:cubicBezTo>
                  <a:cubicBezTo>
                    <a:pt x="155" y="25"/>
                    <a:pt x="159" y="21"/>
                    <a:pt x="162" y="18"/>
                  </a:cubicBezTo>
                  <a:cubicBezTo>
                    <a:pt x="163" y="17"/>
                    <a:pt x="165" y="16"/>
                    <a:pt x="166" y="16"/>
                  </a:cubicBezTo>
                  <a:cubicBezTo>
                    <a:pt x="167" y="15"/>
                    <a:pt x="168" y="15"/>
                    <a:pt x="168" y="15"/>
                  </a:cubicBezTo>
                  <a:cubicBezTo>
                    <a:pt x="168" y="15"/>
                    <a:pt x="168" y="15"/>
                    <a:pt x="168" y="15"/>
                  </a:cubicBezTo>
                  <a:cubicBezTo>
                    <a:pt x="168" y="15"/>
                    <a:pt x="168" y="15"/>
                    <a:pt x="168" y="15"/>
                  </a:cubicBezTo>
                  <a:cubicBezTo>
                    <a:pt x="168" y="15"/>
                    <a:pt x="168" y="15"/>
                    <a:pt x="168" y="15"/>
                  </a:cubicBezTo>
                  <a:cubicBezTo>
                    <a:pt x="168" y="15"/>
                    <a:pt x="168" y="15"/>
                    <a:pt x="169" y="15"/>
                  </a:cubicBezTo>
                  <a:cubicBezTo>
                    <a:pt x="170" y="16"/>
                    <a:pt x="171" y="17"/>
                    <a:pt x="173" y="19"/>
                  </a:cubicBezTo>
                  <a:cubicBezTo>
                    <a:pt x="177" y="23"/>
                    <a:pt x="181" y="31"/>
                    <a:pt x="185" y="41"/>
                  </a:cubicBezTo>
                  <a:cubicBezTo>
                    <a:pt x="193" y="58"/>
                    <a:pt x="201" y="82"/>
                    <a:pt x="209" y="110"/>
                  </a:cubicBezTo>
                  <a:cubicBezTo>
                    <a:pt x="222" y="151"/>
                    <a:pt x="235" y="200"/>
                    <a:pt x="248" y="243"/>
                  </a:cubicBezTo>
                  <a:cubicBezTo>
                    <a:pt x="255" y="265"/>
                    <a:pt x="262" y="286"/>
                    <a:pt x="269" y="304"/>
                  </a:cubicBezTo>
                  <a:cubicBezTo>
                    <a:pt x="275" y="322"/>
                    <a:pt x="282" y="337"/>
                    <a:pt x="290" y="348"/>
                  </a:cubicBezTo>
                  <a:cubicBezTo>
                    <a:pt x="301" y="366"/>
                    <a:pt x="311" y="386"/>
                    <a:pt x="328" y="405"/>
                  </a:cubicBezTo>
                  <a:cubicBezTo>
                    <a:pt x="340" y="420"/>
                    <a:pt x="357" y="435"/>
                    <a:pt x="380" y="449"/>
                  </a:cubicBezTo>
                  <a:cubicBezTo>
                    <a:pt x="415" y="469"/>
                    <a:pt x="466" y="488"/>
                    <a:pt x="543" y="503"/>
                  </a:cubicBezTo>
                  <a:cubicBezTo>
                    <a:pt x="620" y="518"/>
                    <a:pt x="725" y="530"/>
                    <a:pt x="868" y="536"/>
                  </a:cubicBezTo>
                  <a:cubicBezTo>
                    <a:pt x="872" y="537"/>
                    <a:pt x="875" y="533"/>
                    <a:pt x="875" y="529"/>
                  </a:cubicBezTo>
                  <a:cubicBezTo>
                    <a:pt x="876" y="525"/>
                    <a:pt x="873" y="522"/>
                    <a:pt x="868" y="522"/>
                  </a:cubicBezTo>
                  <a:cubicBezTo>
                    <a:pt x="615" y="510"/>
                    <a:pt x="484" y="482"/>
                    <a:pt x="412" y="449"/>
                  </a:cubicBezTo>
                  <a:cubicBezTo>
                    <a:pt x="376" y="432"/>
                    <a:pt x="355" y="414"/>
                    <a:pt x="339" y="396"/>
                  </a:cubicBezTo>
                  <a:cubicBezTo>
                    <a:pt x="324" y="378"/>
                    <a:pt x="314" y="359"/>
                    <a:pt x="302" y="341"/>
                  </a:cubicBezTo>
                  <a:cubicBezTo>
                    <a:pt x="297" y="332"/>
                    <a:pt x="291" y="320"/>
                    <a:pt x="286" y="307"/>
                  </a:cubicBezTo>
                  <a:cubicBezTo>
                    <a:pt x="276" y="282"/>
                    <a:pt x="266" y="251"/>
                    <a:pt x="256" y="219"/>
                  </a:cubicBezTo>
                  <a:cubicBezTo>
                    <a:pt x="242" y="170"/>
                    <a:pt x="228" y="117"/>
                    <a:pt x="214" y="75"/>
                  </a:cubicBezTo>
                  <a:cubicBezTo>
                    <a:pt x="207" y="55"/>
                    <a:pt x="200" y="37"/>
                    <a:pt x="194" y="24"/>
                  </a:cubicBezTo>
                  <a:cubicBezTo>
                    <a:pt x="190" y="18"/>
                    <a:pt x="187" y="12"/>
                    <a:pt x="183" y="8"/>
                  </a:cubicBezTo>
                  <a:cubicBezTo>
                    <a:pt x="181" y="6"/>
                    <a:pt x="179" y="4"/>
                    <a:pt x="177" y="3"/>
                  </a:cubicBezTo>
                  <a:cubicBezTo>
                    <a:pt x="174" y="1"/>
                    <a:pt x="172" y="0"/>
                    <a:pt x="169" y="0"/>
                  </a:cubicBezTo>
                  <a:cubicBezTo>
                    <a:pt x="169" y="0"/>
                    <a:pt x="169" y="0"/>
                    <a:pt x="169" y="0"/>
                  </a:cubicBezTo>
                  <a:cubicBezTo>
                    <a:pt x="169" y="0"/>
                    <a:pt x="169" y="0"/>
                    <a:pt x="169" y="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65" y="0"/>
                    <a:pt x="162" y="1"/>
                    <a:pt x="160" y="2"/>
                  </a:cubicBezTo>
                  <a:cubicBezTo>
                    <a:pt x="155" y="5"/>
                    <a:pt x="151" y="8"/>
                    <a:pt x="147" y="12"/>
                  </a:cubicBezTo>
                  <a:cubicBezTo>
                    <a:pt x="139" y="20"/>
                    <a:pt x="132" y="31"/>
                    <a:pt x="125" y="43"/>
                  </a:cubicBezTo>
                  <a:cubicBezTo>
                    <a:pt x="114" y="62"/>
                    <a:pt x="103" y="84"/>
                    <a:pt x="94" y="105"/>
                  </a:cubicBezTo>
                  <a:cubicBezTo>
                    <a:pt x="84" y="126"/>
                    <a:pt x="76" y="145"/>
                    <a:pt x="71" y="157"/>
                  </a:cubicBezTo>
                  <a:cubicBezTo>
                    <a:pt x="70" y="160"/>
                    <a:pt x="68" y="164"/>
                    <a:pt x="67" y="169"/>
                  </a:cubicBezTo>
                  <a:cubicBezTo>
                    <a:pt x="62" y="187"/>
                    <a:pt x="55" y="218"/>
                    <a:pt x="48" y="255"/>
                  </a:cubicBezTo>
                  <a:cubicBezTo>
                    <a:pt x="27" y="368"/>
                    <a:pt x="1" y="533"/>
                    <a:pt x="1" y="533"/>
                  </a:cubicBezTo>
                  <a:cubicBezTo>
                    <a:pt x="0" y="537"/>
                    <a:pt x="3" y="540"/>
                    <a:pt x="7" y="541"/>
                  </a:cubicBezTo>
                  <a:cubicBezTo>
                    <a:pt x="11" y="542"/>
                    <a:pt x="15" y="539"/>
                    <a:pt x="16" y="535"/>
                  </a:cubicBezTo>
                  <a:close/>
                </a:path>
              </a:pathLst>
            </a:custGeom>
            <a:solidFill>
              <a:srgbClr val="70C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0C93C940-DD43-490D-A2F0-ADAD8DA01DB4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2.xml><?xml version="1.0" encoding="utf-8"?>
<ds:datastoreItem xmlns:ds="http://schemas.openxmlformats.org/officeDocument/2006/customXml" ds:itemID="{C04BD074-198B-46A9-8703-A989DDB1142B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609DF8D1-375A-4712-847B-A9413F2C0047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</TotalTime>
  <Words>225</Words>
  <Application>Microsoft Office PowerPoint</Application>
  <PresentationFormat>Widescreen</PresentationFormat>
  <Paragraphs>124</Paragraphs>
  <Slides>31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</vt:i4>
      </vt:variant>
    </vt:vector>
  </HeadingPairs>
  <TitlesOfParts>
    <vt:vector size="39" baseType="lpstr">
      <vt:lpstr>Arial</vt:lpstr>
      <vt:lpstr>Arial Unicode MS</vt:lpstr>
      <vt:lpstr>Calibri</vt:lpstr>
      <vt:lpstr>Corbel</vt:lpstr>
      <vt:lpstr>Georgia</vt:lpstr>
      <vt:lpstr>Myriad Roman</vt:lpstr>
      <vt:lpstr>Tahoma</vt:lpstr>
      <vt:lpstr>SMART theme</vt:lpstr>
      <vt:lpstr>PowerPoint Presentation</vt:lpstr>
      <vt:lpstr>Arteries - Physiology</vt:lpstr>
      <vt:lpstr>Arterial circulation</vt:lpstr>
      <vt:lpstr>Head and neck arteries</vt:lpstr>
      <vt:lpstr>Aorta</vt:lpstr>
      <vt:lpstr>Arteries (1)</vt:lpstr>
      <vt:lpstr>Arteries (2)</vt:lpstr>
      <vt:lpstr>Arteries (3)</vt:lpstr>
      <vt:lpstr>Arteries (4)</vt:lpstr>
      <vt:lpstr>Arteries (5)</vt:lpstr>
      <vt:lpstr>Glomerular afferent arterie</vt:lpstr>
      <vt:lpstr>Arteriole and smooth muscle cells</vt:lpstr>
      <vt:lpstr>Arterial tunics (1)</vt:lpstr>
      <vt:lpstr>Arterial tunics (2)</vt:lpstr>
      <vt:lpstr>Vascular tunics</vt:lpstr>
      <vt:lpstr>Arterial wall (1)</vt:lpstr>
      <vt:lpstr>Arterial wall (2)</vt:lpstr>
      <vt:lpstr>Smooth muscle cells (1)</vt:lpstr>
      <vt:lpstr>Smooth muscle cells (2)</vt:lpstr>
      <vt:lpstr>Endothelium</vt:lpstr>
      <vt:lpstr>Vasoconstriction and vasodilation</vt:lpstr>
      <vt:lpstr>Vasoconstriction</vt:lpstr>
      <vt:lpstr>Capillaries (1)</vt:lpstr>
      <vt:lpstr>Capillaries (2)</vt:lpstr>
      <vt:lpstr>Capillaries (3)</vt:lpstr>
      <vt:lpstr>Capillary (4)</vt:lpstr>
      <vt:lpstr>Capillary (5)</vt:lpstr>
      <vt:lpstr>Capillary (6)</vt:lpstr>
      <vt:lpstr>Capillary compartment</vt:lpstr>
      <vt:lpstr>Arterial pulse (1)</vt:lpstr>
      <vt:lpstr>Arterial pulse (2)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2023-01-30T13:19:11Z</dcterms:created>
  <dcterms:modified xsi:type="dcterms:W3CDTF">2026-09-12T19:44:53Z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